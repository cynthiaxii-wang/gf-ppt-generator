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wdp" ContentType="image/vnd.ms-photo"/>
  <Default Extension="wmf" ContentType="image/x-wmf"/>
  <Default Extension="xlsx" ContentType="application/vnd.openxmlformats-officedocument.spreadsheetml.sheet"/>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changesInfos/changesInfo1.xml" ContentType="application/vnd.ms-powerpoint.changesinfo+xml"/>
  <Override PartName="/ppt/charts/chart18.xml" ContentType="application/vnd.openxmlformats-officedocument.drawingml.chart+xml"/>
  <Override PartName="/ppt/charts/chart19.xml" ContentType="application/vnd.openxmlformats-officedocument.drawingml.chart+xml"/>
  <Override PartName="/ppt/charts/chart20.xml" ContentType="application/vnd.openxmlformats-officedocument.drawingml.chart+xml"/>
  <Override PartName="/ppt/charts/chart21.xml" ContentType="application/vnd.openxmlformats-officedocument.drawingml.chart+xml"/>
  <Override PartName="/ppt/charts/chart22.xml" ContentType="application/vnd.openxmlformats-officedocument.drawingml.chart+xml"/>
  <Override PartName="/ppt/charts/chart23.xml" ContentType="application/vnd.openxmlformats-officedocument.drawingml.chart+xml"/>
  <Override PartName="/ppt/charts/chart24.xml" ContentType="application/vnd.openxmlformats-officedocument.drawingml.chart+xml"/>
  <Override PartName="/ppt/charts/chart25.xml" ContentType="application/vnd.openxmlformats-officedocument.drawingml.chart+xml"/>
  <Override PartName="/ppt/charts/chart26.xml" ContentType="application/vnd.openxmlformats-officedocument.drawingml.chart+xml"/>
  <Override PartName="/ppt/charts/chart27.xml" ContentType="application/vnd.openxmlformats-officedocument.drawingml.chart+xml"/>
  <Override PartName="/ppt/charts/chart28.xml" ContentType="application/vnd.openxmlformats-officedocument.drawingml.chart+xml"/>
  <Override PartName="/ppt/charts/chart29.xml" ContentType="application/vnd.openxmlformats-officedocument.drawingml.chart+xml"/>
  <Override PartName="/ppt/charts/chart30.xml" ContentType="application/vnd.openxmlformats-officedocument.drawingml.chart+xml"/>
  <Override PartName="/ppt/charts/chart31.xml" ContentType="application/vnd.openxmlformats-officedocument.drawingml.chart+xml"/>
  <Override PartName="/ppt/charts/chart32.xml" ContentType="application/vnd.openxmlformats-officedocument.drawingml.chart+xml"/>
  <Override PartName="/ppt/charts/chart33.xml" ContentType="application/vnd.openxmlformats-officedocument.drawingml.chart+xml"/>
  <Override PartName="/ppt/charts/chart34.xml" ContentType="application/vnd.openxmlformats-officedocument.drawingml.chart+xml"/>
  <Override PartName="/ppt/charts/chart35.xml" ContentType="application/vnd.openxmlformats-officedocument.drawingml.chart+xml"/>
  <Override PartName="/ppt/charts/chart36.xml" ContentType="application/vnd.openxmlformats-officedocument.drawingml.chart+xml"/>
  <Override PartName="/ppt/charts/chart37.xml" ContentType="application/vnd.openxmlformats-officedocument.drawingml.chart+xml"/>
  <Override PartName="/ppt/charts/chart38.xml" ContentType="application/vnd.openxmlformats-officedocument.drawingml.chart+xml"/>
  <Override PartName="/ppt/charts/chart39.xml" ContentType="application/vnd.openxmlformats-officedocument.drawingml.chart+xml"/>
  <Override PartName="/ppt/charts/chart40.xml" ContentType="application/vnd.openxmlformats-officedocument.drawingml.chart+xml"/>
  <Override PartName="/ppt/charts/chart41.xml" ContentType="application/vnd.openxmlformats-officedocument.drawingml.chart+xml"/>
  <Override PartName="/ppt/charts/chart42.xml" ContentType="application/vnd.openxmlformats-officedocument.drawingml.chart+xml"/>
  <Override PartName="/ppt/charts/chart43.xml" ContentType="application/vnd.openxmlformats-officedocument.drawingml.chart+xml"/>
  <Override PartName="/ppt/charts/chart44.xml" ContentType="application/vnd.openxmlformats-officedocument.drawingml.chart+xml"/>
  <Override PartName="/ppt/charts/chart45.xml" ContentType="application/vnd.openxmlformats-officedocument.drawingml.chart+xml"/>
  <Override PartName="/ppt/charts/chart46.xml" ContentType="application/vnd.openxmlformats-officedocument.drawingml.chart+xml"/>
  <Override PartName="/ppt/charts/chart47.xml" ContentType="application/vnd.openxmlformats-officedocument.drawingml.chart+xml"/>
  <Override PartName="/ppt/charts/chart48.xml" ContentType="application/vnd.openxmlformats-officedocument.drawingml.chart+xml"/>
  <Override PartName="/ppt/charts/chart49.xml" ContentType="application/vnd.openxmlformats-officedocument.drawingml.chart+xml"/>
  <Override PartName="/ppt/charts/chart50.xml" ContentType="application/vnd.openxmlformats-officedocument.drawingml.chart+xml"/>
  <Override PartName="/ppt/charts/chart51.xml" ContentType="application/vnd.openxmlformats-officedocument.drawingml.chart+xml"/>
  <Override PartName="/ppt/charts/chart52.xml" ContentType="application/vnd.openxmlformats-officedocument.drawingml.chart+xml"/>
  <Override PartName="/ppt/charts/chart53.xml" ContentType="application/vnd.openxmlformats-officedocument.drawingml.chart+xml"/>
  <Override PartName="/ppt/charts/chart54.xml" ContentType="application/vnd.openxmlformats-officedocument.drawingml.chart+xml"/>
  <Override PartName="/ppt/charts/chart55.xml" ContentType="application/vnd.openxmlformats-officedocument.drawingml.chart+xml"/>
  <Override PartName="/ppt/charts/chart56.xml" ContentType="application/vnd.openxmlformats-officedocument.drawingml.chart+xml"/>
  <Override PartName="/ppt/charts/chart57.xml" ContentType="application/vnd.openxmlformats-officedocument.drawingml.chart+xml"/>
  <Override PartName="/ppt/charts/chart58.xml" ContentType="application/vnd.openxmlformats-officedocument.drawingml.chart+xml"/>
  <Override PartName="/ppt/charts/chart59.xml" ContentType="application/vnd.openxmlformats-officedocument.drawingml.chart+xml"/>
  <Override PartName="/ppt/charts/chart60.xml" ContentType="application/vnd.openxmlformats-officedocument.drawingml.chart+xml"/>
  <Override PartName="/ppt/charts/chart61.xml" ContentType="application/vnd.openxmlformats-officedocument.drawingml.chart+xml"/>
  <Override PartName="/ppt/charts/chart62.xml" ContentType="application/vnd.openxmlformats-officedocument.drawingml.chart+xml"/>
  <Override PartName="/ppt/charts/chart63.xml" ContentType="application/vnd.openxmlformats-officedocument.drawingml.chart+xml"/>
  <Override PartName="/ppt/charts/chart64.xml" ContentType="application/vnd.openxmlformats-officedocument.drawingml.chart+xml"/>
  <Override PartName="/ppt/charts/chart65.xml" ContentType="application/vnd.openxmlformats-officedocument.drawingml.chart+xml"/>
  <Override PartName="/ppt/charts/chart66.xml" ContentType="application/vnd.openxmlformats-officedocument.drawingml.chart+xml"/>
  <Override PartName="/ppt/charts/chart67.xml" ContentType="application/vnd.openxmlformats-officedocument.drawingml.chart+xml"/>
  <Override PartName="/ppt/charts/chart68.xml" ContentType="application/vnd.openxmlformats-officedocument.drawingml.chart+xml"/>
  <Override PartName="/ppt/charts/chart69.xml" ContentType="application/vnd.openxmlformats-officedocument.drawingml.chart+xml"/>
  <Override PartName="/ppt/charts/chart70.xml" ContentType="application/vnd.openxmlformats-officedocument.drawingml.chart+xml"/>
  <Override PartName="/ppt/charts/chart71.xml" ContentType="application/vnd.openxmlformats-officedocument.drawingml.chart+xml"/>
  <Override PartName="/ppt/charts/chart72.xml" ContentType="application/vnd.openxmlformats-officedocument.drawingml.chart+xml"/>
  <Override PartName="/ppt/charts/chart73.xml" ContentType="application/vnd.openxmlformats-officedocument.drawingml.chart+xml"/>
  <Override PartName="/ppt/charts/chart74.xml" ContentType="application/vnd.openxmlformats-officedocument.drawingml.chart+xml"/>
  <Override PartName="/ppt/charts/chart75.xml" ContentType="application/vnd.openxmlformats-officedocument.drawingml.chart+xml"/>
  <Override PartName="/ppt/charts/chart76.xml" ContentType="application/vnd.openxmlformats-officedocument.drawingml.chart+xml"/>
  <Override PartName="/ppt/charts/chart77.xml" ContentType="application/vnd.openxmlformats-officedocument.drawingml.chart+xml"/>
  <Override PartName="/ppt/charts/chart78.xml" ContentType="application/vnd.openxmlformats-officedocument.drawingml.chart+xml"/>
  <Override PartName="/ppt/charts/chart79.xml" ContentType="application/vnd.openxmlformats-officedocument.drawingml.chart+xml"/>
  <Override PartName="/ppt/charts/chart80.xml" ContentType="application/vnd.openxmlformats-officedocument.drawingml.chart+xml"/>
  <Override PartName="/ppt/charts/chart81.xml" ContentType="application/vnd.openxmlformats-officedocument.drawingml.chart+xml"/>
  <Override PartName="/ppt/charts/chart82.xml" ContentType="application/vnd.openxmlformats-officedocument.drawingml.chart+xml"/>
  <Override PartName="/ppt/charts/chart83.xml" ContentType="application/vnd.openxmlformats-officedocument.drawingml.chart+xml"/>
  <Override PartName="/ppt/charts/chart84.xml" ContentType="application/vnd.openxmlformats-officedocument.drawingml.chart+xml"/>
  <Override PartName="/ppt/charts/chart85.xml" ContentType="application/vnd.openxmlformats-officedocument.drawingml.chart+xml"/>
  <Override PartName="/ppt/charts/chart86.xml" ContentType="application/vnd.openxmlformats-officedocument.drawingml.chart+xml"/>
  <Override PartName="/ppt/charts/chart87.xml" ContentType="application/vnd.openxmlformats-officedocument.drawingml.chart+xml"/>
  <Override PartName="/ppt/charts/chart88.xml" ContentType="application/vnd.openxmlformats-officedocument.drawingml.chart+xml"/>
  <Override PartName="/ppt/charts/chart89.xml" ContentType="application/vnd.openxmlformats-officedocument.drawingml.chart+xml"/>
  <Override PartName="/ppt/charts/chart90.xml" ContentType="application/vnd.openxmlformats-officedocument.drawingml.chart+xml"/>
  <Override PartName="/ppt/charts/chart91.xml" ContentType="application/vnd.openxmlformats-officedocument.drawingml.chart+xml"/>
  <Override PartName="/ppt/charts/chart92.xml" ContentType="application/vnd.openxmlformats-officedocument.drawingml.chart+xml"/>
  <Override PartName="/ppt/charts/chart93.xml" ContentType="application/vnd.openxmlformats-officedocument.drawingml.chart+xml"/>
  <Override PartName="/ppt/charts/chart94.xml" ContentType="application/vnd.openxmlformats-officedocument.drawingml.chart+xml"/>
  <Override PartName="/ppt/charts/chart95.xml" ContentType="application/vnd.openxmlformats-officedocument.drawingml.chart+xml"/>
  <Override PartName="/ppt/charts/colors18.xml" ContentType="application/vnd.ms-office.chartcolorstyle+xml"/>
  <Override PartName="/ppt/charts/colors19.xml" ContentType="application/vnd.ms-office.chartcolorstyle+xml"/>
  <Override PartName="/ppt/charts/colors20.xml" ContentType="application/vnd.ms-office.chartcolorstyle+xml"/>
  <Override PartName="/ppt/charts/colors21.xml" ContentType="application/vnd.ms-office.chartcolorstyle+xml"/>
  <Override PartName="/ppt/charts/colors22.xml" ContentType="application/vnd.ms-office.chartcolorstyle+xml"/>
  <Override PartName="/ppt/charts/colors23.xml" ContentType="application/vnd.ms-office.chartcolorstyle+xml"/>
  <Override PartName="/ppt/charts/colors24.xml" ContentType="application/vnd.ms-office.chartcolorstyle+xml"/>
  <Override PartName="/ppt/charts/colors25.xml" ContentType="application/vnd.ms-office.chartcolorstyle+xml"/>
  <Override PartName="/ppt/charts/colors26.xml" ContentType="application/vnd.ms-office.chartcolorstyle+xml"/>
  <Override PartName="/ppt/charts/colors27.xml" ContentType="application/vnd.ms-office.chartcolorstyle+xml"/>
  <Override PartName="/ppt/charts/colors28.xml" ContentType="application/vnd.ms-office.chartcolorstyle+xml"/>
  <Override PartName="/ppt/charts/colors29.xml" ContentType="application/vnd.ms-office.chartcolorstyle+xml"/>
  <Override PartName="/ppt/charts/colors30.xml" ContentType="application/vnd.ms-office.chartcolorstyle+xml"/>
  <Override PartName="/ppt/charts/colors31.xml" ContentType="application/vnd.ms-office.chartcolorstyle+xml"/>
  <Override PartName="/ppt/charts/colors32.xml" ContentType="application/vnd.ms-office.chartcolorstyle+xml"/>
  <Override PartName="/ppt/charts/colors33.xml" ContentType="application/vnd.ms-office.chartcolorstyle+xml"/>
  <Override PartName="/ppt/charts/colors34.xml" ContentType="application/vnd.ms-office.chartcolorstyle+xml"/>
  <Override PartName="/ppt/charts/colors35.xml" ContentType="application/vnd.ms-office.chartcolorstyle+xml"/>
  <Override PartName="/ppt/charts/colors36.xml" ContentType="application/vnd.ms-office.chartcolorstyle+xml"/>
  <Override PartName="/ppt/charts/colors37.xml" ContentType="application/vnd.ms-office.chartcolorstyle+xml"/>
  <Override PartName="/ppt/charts/colors38.xml" ContentType="application/vnd.ms-office.chartcolorstyle+xml"/>
  <Override PartName="/ppt/charts/colors39.xml" ContentType="application/vnd.ms-office.chartcolorstyle+xml"/>
  <Override PartName="/ppt/charts/colors40.xml" ContentType="application/vnd.ms-office.chartcolorstyle+xml"/>
  <Override PartName="/ppt/charts/colors41.xml" ContentType="application/vnd.ms-office.chartcolorstyle+xml"/>
  <Override PartName="/ppt/charts/colors42.xml" ContentType="application/vnd.ms-office.chartcolorstyle+xml"/>
  <Override PartName="/ppt/charts/colors43.xml" ContentType="application/vnd.ms-office.chartcolorstyle+xml"/>
  <Override PartName="/ppt/charts/colors44.xml" ContentType="application/vnd.ms-office.chartcolorstyle+xml"/>
  <Override PartName="/ppt/charts/colors45.xml" ContentType="application/vnd.ms-office.chartcolorstyle+xml"/>
  <Override PartName="/ppt/charts/colors46.xml" ContentType="application/vnd.ms-office.chartcolorstyle+xml"/>
  <Override PartName="/ppt/charts/colors47.xml" ContentType="application/vnd.ms-office.chartcolorstyle+xml"/>
  <Override PartName="/ppt/charts/colors48.xml" ContentType="application/vnd.ms-office.chartcolorstyle+xml"/>
  <Override PartName="/ppt/charts/colors49.xml" ContentType="application/vnd.ms-office.chartcolorstyle+xml"/>
  <Override PartName="/ppt/charts/colors50.xml" ContentType="application/vnd.ms-office.chartcolorstyle+xml"/>
  <Override PartName="/ppt/charts/colors51.xml" ContentType="application/vnd.ms-office.chartcolorstyle+xml"/>
  <Override PartName="/ppt/charts/colors52.xml" ContentType="application/vnd.ms-office.chartcolorstyle+xml"/>
  <Override PartName="/ppt/charts/colors53.xml" ContentType="application/vnd.ms-office.chartcolorstyle+xml"/>
  <Override PartName="/ppt/charts/colors54.xml" ContentType="application/vnd.ms-office.chartcolorstyle+xml"/>
  <Override PartName="/ppt/charts/colors55.xml" ContentType="application/vnd.ms-office.chartcolorstyle+xml"/>
  <Override PartName="/ppt/charts/colors56.xml" ContentType="application/vnd.ms-office.chartcolorstyle+xml"/>
  <Override PartName="/ppt/charts/colors57.xml" ContentType="application/vnd.ms-office.chartcolorstyle+xml"/>
  <Override PartName="/ppt/charts/colors58.xml" ContentType="application/vnd.ms-office.chartcolorstyle+xml"/>
  <Override PartName="/ppt/charts/colors59.xml" ContentType="application/vnd.ms-office.chartcolorstyle+xml"/>
  <Override PartName="/ppt/charts/colors60.xml" ContentType="application/vnd.ms-office.chartcolorstyle+xml"/>
  <Override PartName="/ppt/charts/colors61.xml" ContentType="application/vnd.ms-office.chartcolorstyle+xml"/>
  <Override PartName="/ppt/charts/colors62.xml" ContentType="application/vnd.ms-office.chartcolorstyle+xml"/>
  <Override PartName="/ppt/charts/colors63.xml" ContentType="application/vnd.ms-office.chartcolorstyle+xml"/>
  <Override PartName="/ppt/charts/style18.xml" ContentType="application/vnd.ms-office.chartstyle+xml"/>
  <Override PartName="/ppt/charts/style19.xml" ContentType="application/vnd.ms-office.chartstyle+xml"/>
  <Override PartName="/ppt/charts/style20.xml" ContentType="application/vnd.ms-office.chartstyle+xml"/>
  <Override PartName="/ppt/charts/style21.xml" ContentType="application/vnd.ms-office.chartstyle+xml"/>
  <Override PartName="/ppt/charts/style22.xml" ContentType="application/vnd.ms-office.chartstyle+xml"/>
  <Override PartName="/ppt/charts/style23.xml" ContentType="application/vnd.ms-office.chartstyle+xml"/>
  <Override PartName="/ppt/charts/style24.xml" ContentType="application/vnd.ms-office.chartstyle+xml"/>
  <Override PartName="/ppt/charts/style25.xml" ContentType="application/vnd.ms-office.chartstyle+xml"/>
  <Override PartName="/ppt/charts/style26.xml" ContentType="application/vnd.ms-office.chartstyle+xml"/>
  <Override PartName="/ppt/charts/style27.xml" ContentType="application/vnd.ms-office.chartstyle+xml"/>
  <Override PartName="/ppt/charts/style28.xml" ContentType="application/vnd.ms-office.chartstyle+xml"/>
  <Override PartName="/ppt/charts/style29.xml" ContentType="application/vnd.ms-office.chartstyle+xml"/>
  <Override PartName="/ppt/charts/style30.xml" ContentType="application/vnd.ms-office.chartstyle+xml"/>
  <Override PartName="/ppt/charts/style31.xml" ContentType="application/vnd.ms-office.chartstyle+xml"/>
  <Override PartName="/ppt/charts/style32.xml" ContentType="application/vnd.ms-office.chartstyle+xml"/>
  <Override PartName="/ppt/charts/style33.xml" ContentType="application/vnd.ms-office.chartstyle+xml"/>
  <Override PartName="/ppt/charts/style34.xml" ContentType="application/vnd.ms-office.chartstyle+xml"/>
  <Override PartName="/ppt/charts/style35.xml" ContentType="application/vnd.ms-office.chartstyle+xml"/>
  <Override PartName="/ppt/charts/style36.xml" ContentType="application/vnd.ms-office.chartstyle+xml"/>
  <Override PartName="/ppt/charts/style37.xml" ContentType="application/vnd.ms-office.chartstyle+xml"/>
  <Override PartName="/ppt/charts/style38.xml" ContentType="application/vnd.ms-office.chartstyle+xml"/>
  <Override PartName="/ppt/charts/style39.xml" ContentType="application/vnd.ms-office.chartstyle+xml"/>
  <Override PartName="/ppt/charts/style40.xml" ContentType="application/vnd.ms-office.chartstyle+xml"/>
  <Override PartName="/ppt/charts/style41.xml" ContentType="application/vnd.ms-office.chartstyle+xml"/>
  <Override PartName="/ppt/charts/style42.xml" ContentType="application/vnd.ms-office.chartstyle+xml"/>
  <Override PartName="/ppt/charts/style43.xml" ContentType="application/vnd.ms-office.chartstyle+xml"/>
  <Override PartName="/ppt/charts/style44.xml" ContentType="application/vnd.ms-office.chartstyle+xml"/>
  <Override PartName="/ppt/charts/style45.xml" ContentType="application/vnd.ms-office.chartstyle+xml"/>
  <Override PartName="/ppt/charts/style46.xml" ContentType="application/vnd.ms-office.chartstyle+xml"/>
  <Override PartName="/ppt/charts/style47.xml" ContentType="application/vnd.ms-office.chartstyle+xml"/>
  <Override PartName="/ppt/charts/style48.xml" ContentType="application/vnd.ms-office.chartstyle+xml"/>
  <Override PartName="/ppt/charts/style49.xml" ContentType="application/vnd.ms-office.chartstyle+xml"/>
  <Override PartName="/ppt/charts/style50.xml" ContentType="application/vnd.ms-office.chartstyle+xml"/>
  <Override PartName="/ppt/charts/style51.xml" ContentType="application/vnd.ms-office.chartstyle+xml"/>
  <Override PartName="/ppt/charts/style52.xml" ContentType="application/vnd.ms-office.chartstyle+xml"/>
  <Override PartName="/ppt/charts/style53.xml" ContentType="application/vnd.ms-office.chartstyle+xml"/>
  <Override PartName="/ppt/charts/style54.xml" ContentType="application/vnd.ms-office.chartstyle+xml"/>
  <Override PartName="/ppt/charts/style55.xml" ContentType="application/vnd.ms-office.chartstyle+xml"/>
  <Override PartName="/ppt/charts/style56.xml" ContentType="application/vnd.ms-office.chartstyle+xml"/>
  <Override PartName="/ppt/charts/style57.xml" ContentType="application/vnd.ms-office.chartstyle+xml"/>
  <Override PartName="/ppt/charts/style58.xml" ContentType="application/vnd.ms-office.chartstyle+xml"/>
  <Override PartName="/ppt/charts/style59.xml" ContentType="application/vnd.ms-office.chartstyle+xml"/>
  <Override PartName="/ppt/charts/style60.xml" ContentType="application/vnd.ms-office.chartstyle+xml"/>
  <Override PartName="/ppt/charts/style61.xml" ContentType="application/vnd.ms-office.chartstyle+xml"/>
  <Override PartName="/ppt/charts/style62.xml" ContentType="application/vnd.ms-office.chartstyle+xml"/>
  <Override PartName="/ppt/charts/style63.xml" ContentType="application/vnd.ms-office.chartstyle+xml"/>
  <Override PartName="/ppt/drawings/drawing10.xml" ContentType="application/vnd.openxmlformats-officedocument.drawingml.chartshapes+xml"/>
  <Override PartName="/ppt/drawings/drawing11.xml" ContentType="application/vnd.openxmlformats-officedocument.drawingml.chartshapes+xml"/>
  <Override PartName="/ppt/drawings/drawing12.xml" ContentType="application/vnd.openxmlformats-officedocument.drawingml.chartshapes+xml"/>
  <Override PartName="/ppt/drawings/drawing13.xml" ContentType="application/vnd.openxmlformats-officedocument.drawingml.chartshapes+xml"/>
  <Override PartName="/ppt/drawings/drawing14.xml" ContentType="application/vnd.openxmlformats-officedocument.drawingml.chartshapes+xml"/>
  <Override PartName="/ppt/drawings/drawing15.xml" ContentType="application/vnd.openxmlformats-officedocument.drawingml.chartshapes+xml"/>
  <Override PartName="/ppt/drawings/drawing16.xml" ContentType="application/vnd.openxmlformats-officedocument.drawingml.chartshapes+xml"/>
  <Override PartName="/ppt/drawings/drawing17.xml" ContentType="application/vnd.openxmlformats-officedocument.drawingml.chartshapes+xml"/>
  <Override PartName="/ppt/drawings/drawing18.xml" ContentType="application/vnd.openxmlformats-officedocument.drawingml.chartshapes+xml"/>
  <Override PartName="/ppt/drawings/drawing19.xml" ContentType="application/vnd.openxmlformats-officedocument.drawingml.chartshapes+xml"/>
  <Override PartName="/ppt/drawings/drawing20.xml" ContentType="application/vnd.openxmlformats-officedocument.drawingml.chartshapes+xml"/>
  <Override PartName="/ppt/drawings/drawing21.xml" ContentType="application/vnd.openxmlformats-officedocument.drawingml.chartshapes+xml"/>
  <Override PartName="/ppt/drawings/drawing22.xml" ContentType="application/vnd.openxmlformats-officedocument.drawingml.chartshapes+xml"/>
  <Override PartName="/ppt/drawings/drawing23.xml" ContentType="application/vnd.openxmlformats-officedocument.drawingml.chartshapes+xml"/>
  <Override PartName="/ppt/drawings/drawing24.xml" ContentType="application/vnd.openxmlformats-officedocument.drawingml.chartshapes+xml"/>
  <Override PartName="/ppt/drawings/drawing25.xml" ContentType="application/vnd.openxmlformats-officedocument.drawingml.chartshapes+xml"/>
  <Override PartName="/ppt/drawings/drawing26.xml" ContentType="application/vnd.openxmlformats-officedocument.drawingml.chartshapes+xml"/>
  <Override PartName="/ppt/drawings/drawing27.xml" ContentType="application/vnd.openxmlformats-officedocument.drawingml.chartshapes+xml"/>
  <Override PartName="/ppt/drawings/drawing28.xml" ContentType="application/vnd.openxmlformats-officedocument.drawingml.chartshapes+xml"/>
  <Override PartName="/ppt/drawings/drawing29.xml" ContentType="application/vnd.openxmlformats-officedocument.drawingml.chartshapes+xml"/>
  <Override PartName="/ppt/drawings/drawing3.xml" ContentType="application/vnd.openxmlformats-officedocument.drawingml.chartshapes+xml"/>
  <Override PartName="/ppt/drawings/drawing30.xml" ContentType="application/vnd.openxmlformats-officedocument.drawingml.chartshapes+xml"/>
  <Override PartName="/ppt/drawings/drawing31.xml" ContentType="application/vnd.openxmlformats-officedocument.drawingml.chartshapes+xml"/>
  <Override PartName="/ppt/drawings/drawing4.xml" ContentType="application/vnd.openxmlformats-officedocument.drawingml.chartshapes+xml"/>
  <Override PartName="/ppt/drawings/drawing5.xml" ContentType="application/vnd.openxmlformats-officedocument.drawingml.chartshapes+xml"/>
  <Override PartName="/ppt/drawings/drawing6.xml" ContentType="application/vnd.openxmlformats-officedocument.drawingml.chartshapes+xml"/>
  <Override PartName="/ppt/drawings/drawing7.xml" ContentType="application/vnd.openxmlformats-officedocument.drawingml.chartshapes+xml"/>
  <Override PartName="/ppt/drawings/drawing8.xml" ContentType="application/vnd.openxmlformats-officedocument.drawingml.chartshapes+xml"/>
  <Override PartName="/ppt/drawings/drawing9.xml" ContentType="application/vnd.openxmlformats-officedocument.drawingml.chartshapes+xml"/>
  <Override PartName="/ppt/handoutMasters/handoutMaster1.xml" ContentType="application/vnd.openxmlformats-officedocument.presentationml.handoutMaster+xml"/>
  <Override PartName="/ppt/notesMasters/notesMaster1.xml" ContentType="application/vnd.openxmlformats-officedocument.presentationml.notesMaster+xml"/>
  <Override PartName="/ppt/presProps.xml" ContentType="application/vnd.openxmlformats-officedocument.presentationml.presProps+xml"/>
  <Override PartName="/ppt/presentation.xml" ContentType="application/vnd.openxmlformats-officedocument.presentationml.presentation.main+xml"/>
  <Override PartName="/ppt/revisionInfo.xml" ContentType="application/vnd.ms-powerpoint.revisioninfo+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Masters/slideMaster1.xml" ContentType="application/vnd.openxmlformats-officedocument.presentationml.slideMaster+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theme/themeOverride18.xml" ContentType="application/vnd.openxmlformats-officedocument.themeOverride+xml"/>
  <Override PartName="/ppt/theme/themeOverride19.xml" ContentType="application/vnd.openxmlformats-officedocument.themeOverride+xml"/>
  <Override PartName="/ppt/theme/themeOverride20.xml" ContentType="application/vnd.openxmlformats-officedocument.themeOverride+xml"/>
  <Override PartName="/ppt/theme/themeOverride21.xml" ContentType="application/vnd.openxmlformats-officedocument.themeOverride+xml"/>
  <Override PartName="/ppt/theme/themeOverride22.xml" ContentType="application/vnd.openxmlformats-officedocument.themeOverride+xml"/>
  <Override PartName="/ppt/theme/themeOverride23.xml" ContentType="application/vnd.openxmlformats-officedocument.themeOverride+xml"/>
  <Override PartName="/ppt/theme/themeOverride24.xml" ContentType="application/vnd.openxmlformats-officedocument.themeOverride+xml"/>
  <Override PartName="/ppt/theme/themeOverride25.xml" ContentType="application/vnd.openxmlformats-officedocument.themeOverride+xml"/>
  <Override PartName="/ppt/theme/themeOverride26.xml" ContentType="application/vnd.openxmlformats-officedocument.themeOverride+xml"/>
  <Override PartName="/ppt/theme/themeOverride27.xml" ContentType="application/vnd.openxmlformats-officedocument.themeOverride+xml"/>
  <Override PartName="/ppt/theme/themeOverride28.xml" ContentType="application/vnd.openxmlformats-officedocument.themeOverride+xml"/>
  <Override PartName="/ppt/theme/themeOverride29.xml" ContentType="application/vnd.openxmlformats-officedocument.themeOverride+xml"/>
  <Override PartName="/ppt/theme/themeOverride30.xml" ContentType="application/vnd.openxmlformats-officedocument.themeOverride+xml"/>
  <Override PartName="/ppt/theme/themeOverride31.xml" ContentType="application/vnd.openxmlformats-officedocument.themeOverride+xml"/>
  <Override PartName="/ppt/theme/themeOverride32.xml" ContentType="application/vnd.openxmlformats-officedocument.themeOverride+xml"/>
  <Override PartName="/ppt/theme/themeOverride33.xml" ContentType="application/vnd.openxmlformats-officedocument.themeOverride+xml"/>
  <Override PartName="/ppt/theme/themeOverride34.xml" ContentType="application/vnd.openxmlformats-officedocument.themeOverride+xml"/>
  <Override PartName="/ppt/theme/themeOverride35.xml" ContentType="application/vnd.openxmlformats-officedocument.themeOverride+xml"/>
  <Override PartName="/ppt/theme/themeOverride36.xml" ContentType="application/vnd.openxmlformats-officedocument.themeOverride+xml"/>
  <Override PartName="/ppt/theme/themeOverride37.xml" ContentType="application/vnd.openxmlformats-officedocument.themeOverride+xml"/>
  <Override PartName="/ppt/theme/themeOverride38.xml" ContentType="application/vnd.openxmlformats-officedocument.themeOverride+xml"/>
  <Override PartName="/ppt/theme/themeOverride39.xml" ContentType="application/vnd.openxmlformats-officedocument.themeOverride+xml"/>
  <Override PartName="/ppt/theme/themeOverride40.xml" ContentType="application/vnd.openxmlformats-officedocument.themeOverride+xml"/>
  <Override PartName="/ppt/theme/themeOverride41.xml" ContentType="application/vnd.openxmlformats-officedocument.themeOverride+xml"/>
  <Override PartName="/ppt/theme/themeOverride42.xml" ContentType="application/vnd.openxmlformats-officedocument.themeOverride+xml"/>
  <Override PartName="/ppt/theme/themeOverride43.xml" ContentType="application/vnd.openxmlformats-officedocument.themeOverride+xml"/>
  <Override PartName="/ppt/theme/themeOverride44.xml" ContentType="application/vnd.openxmlformats-officedocument.themeOverride+xml"/>
  <Override PartName="/ppt/theme/themeOverride45.xml" ContentType="application/vnd.openxmlformats-officedocument.themeOverride+xml"/>
  <Override PartName="/ppt/theme/themeOverride46.xml" ContentType="application/vnd.openxmlformats-officedocument.themeOverride+xml"/>
  <Override PartName="/ppt/theme/themeOverride47.xml" ContentType="application/vnd.openxmlformats-officedocument.themeOverride+xml"/>
  <Override PartName="/ppt/theme/themeOverride48.xml" ContentType="application/vnd.openxmlformats-officedocument.themeOverride+xml"/>
  <Override PartName="/ppt/theme/themeOverride49.xml" ContentType="application/vnd.openxmlformats-officedocument.themeOverride+xml"/>
  <Override PartName="/ppt/theme/themeOverride50.xml" ContentType="application/vnd.openxmlformats-officedocument.themeOverride+xml"/>
  <Override PartName="/ppt/theme/themeOverride51.xml" ContentType="application/vnd.openxmlformats-officedocument.themeOverride+xml"/>
  <Override PartName="/ppt/theme/themeOverride52.xml" ContentType="application/vnd.openxmlformats-officedocument.themeOverride+xml"/>
  <Override PartName="/ppt/theme/themeOverride53.xml" ContentType="application/vnd.openxmlformats-officedocument.themeOverride+xml"/>
  <Override PartName="/ppt/theme/themeOverride54.xml" ContentType="application/vnd.openxmlformats-officedocument.themeOverride+xml"/>
  <Override PartName="/ppt/theme/themeOverride55.xml" ContentType="application/vnd.openxmlformats-officedocument.themeOverride+xml"/>
  <Override PartName="/ppt/theme/themeOverride56.xml" ContentType="application/vnd.openxmlformats-officedocument.themeOverride+xml"/>
  <Override PartName="/ppt/theme/themeOverride57.xml" ContentType="application/vnd.openxmlformats-officedocument.themeOverride+xml"/>
  <Override PartName="/ppt/theme/themeOverride58.xml" ContentType="application/vnd.openxmlformats-officedocument.themeOverride+xml"/>
  <Override PartName="/ppt/theme/themeOverride59.xml" ContentType="application/vnd.openxmlformats-officedocument.themeOverride+xml"/>
  <Override PartName="/ppt/theme/themeOverride60.xml" ContentType="application/vnd.openxmlformats-officedocument.themeOverride+xml"/>
  <Override PartName="/ppt/theme/themeOverride61.xml" ContentType="application/vnd.openxmlformats-officedocument.themeOverride+xml"/>
  <Override PartName="/ppt/theme/themeOverride62.xml" ContentType="application/vnd.openxmlformats-officedocument.themeOverride+xml"/>
  <Override PartName="/ppt/theme/themeOverride63.xml" ContentType="application/vnd.openxmlformats-officedocument.themeOverride+xml"/>
  <Override PartName="/ppt/theme/themeOverride64.xml" ContentType="application/vnd.openxmlformats-officedocument.themeOverride+xml"/>
  <Override PartName="/ppt/theme/themeOverride65.xml" ContentType="application/vnd.openxmlformats-officedocument.themeOverride+xml"/>
  <Override PartName="/ppt/theme/themeOverride66.xml" ContentType="application/vnd.openxmlformats-officedocument.themeOverride+xml"/>
  <Override PartName="/ppt/theme/themeOverride67.xml" ContentType="application/vnd.openxmlformats-officedocument.themeOverride+xml"/>
  <Override PartName="/ppt/theme/themeOverride68.xml" ContentType="application/vnd.openxmlformats-officedocument.themeOverride+xml"/>
  <Override PartName="/ppt/theme/themeOverride69.xml" ContentType="application/vnd.openxmlformats-officedocument.themeOverride+xml"/>
  <Override PartName="/ppt/theme/themeOverride70.xml" ContentType="application/vnd.openxmlformats-officedocument.themeOverride+xml"/>
  <Override PartName="/ppt/theme/themeOverride71.xml" ContentType="application/vnd.openxmlformats-officedocument.themeOverrid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thumbnail" Target="docProps/thumbnail.jpeg"/><Relationship Id="rId3" Type="http://schemas.openxmlformats.org/package/2006/relationships/metadata/core-properties" Target="docProps/core.xml"/><Relationship Id="rId4" Type="http://schemas.openxmlformats.org/officeDocument/2006/relationships/extended-properties" Target="docProps/app.xml"/><Relationship Id="rId5"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autoCompressPictures="0">
  <p:sldMasterIdLst>
    <p:sldMasterId id="2147483648" r:id="rId1"/>
  </p:sldMasterIdLst>
  <p:notesMasterIdLst>
    <p:notesMasterId r:id="rId29"/>
  </p:notesMasterIdLst>
  <p:handoutMasterIdLst>
    <p:handoutMasterId r:id="rId30"/>
  </p:handoutMasterIdLst>
  <p:sldIdLst>
    <p:sldId id="391" r:id="rId37"/>
    <p:sldId id="392" r:id="rId38"/>
    <p:sldId id="393" r:id="rId39"/>
    <p:sldId id="394" r:id="rId40"/>
    <p:sldId id="395" r:id="rId41"/>
    <p:sldId id="396" r:id="rId42"/>
    <p:sldId id="397" r:id="rId43"/>
    <p:sldId id="398" r:id="rId44"/>
    <p:sldId id="399" r:id="rId45"/>
    <p:sldId id="400" r:id="rId46"/>
    <p:sldId id="401" r:id="rId47"/>
    <p:sldId id="402" r:id="rId48"/>
    <p:sldId id="403" r:id="rId49"/>
    <p:sldId id="404" r:id="rId50"/>
    <p:sldId id="405" r:id="rId51"/>
    <p:sldId id="406" r:id="rId52"/>
    <p:sldId id="407" r:id="rId53"/>
    <p:sldId id="408" r:id="rId54"/>
    <p:sldId id="409" r:id="rId55"/>
    <p:sldId id="410" r:id="rId56"/>
    <p:sldId id="411" r:id="rId57"/>
    <p:sldId id="412" r:id="rId58"/>
    <p:sldId id="413" r:id="rId59"/>
    <p:sldId id="414" r:id="rId60"/>
    <p:sldId id="415" r:id="rId61"/>
    <p:sldId id="416" r:id="rId62"/>
    <p:sldId id="417" r:id="rId63"/>
    <p:sldId id="418" r:id="rId64"/>
    <p:sldId id="419" r:id="rId65"/>
    <p:sldId id="420" r:id="rId66"/>
    <p:sldId id="421" r:id="rId67"/>
    <p:sldId id="422" r:id="rId68"/>
    <p:sldId id="423" r:id="rId69"/>
    <p:sldId id="424" r:id="rId70"/>
    <p:sldId id="425" r:id="rId71"/>
    <p:sldId id="426" r:id="rId72"/>
    <p:sldId id="427" r:id="rId73"/>
    <p:sldId id="428" r:id="rId74"/>
    <p:sldId id="429" r:id="rId75"/>
    <p:sldId id="430" r:id="rId76"/>
    <p:sldId id="431" r:id="rId77"/>
    <p:sldId id="432" r:id="rId78"/>
    <p:sldId id="433" r:id="rId79"/>
    <p:sldId id="434" r:id="rId80"/>
    <p:sldId id="435" r:id="rId81"/>
    <p:sldId id="436" r:id="rId82"/>
    <p:sldId id="437" r:id="rId83"/>
    <p:sldId id="438" r:id="rId84"/>
    <p:sldId id="439" r:id="rId85"/>
    <p:sldId id="440" r:id="rId86"/>
    <p:sldId id="441" r:id="rId87"/>
    <p:sldId id="442" r:id="rId88"/>
    <p:sldId id="443" r:id="rId89"/>
    <p:sldId id="444" r:id="rId90"/>
    <p:sldId id="445" r:id="rId91"/>
    <p:sldId id="446" r:id="rId92"/>
    <p:sldId id="447" r:id="rId93"/>
    <p:sldId id="448" r:id="rId94"/>
    <p:sldId id="449" r:id="rId95"/>
    <p:sldId id="450" r:id="rId96"/>
    <p:sldId id="451" r:id="rId97"/>
    <p:sldId id="452" r:id="rId98"/>
    <p:sldId id="453" r:id="rId99"/>
    <p:sldId id="454" r:id="rId100"/>
    <p:sldId id="455" r:id="rId101"/>
    <p:sldId id="456" r:id="rId102"/>
    <p:sldId id="457" r:id="rId103"/>
    <p:sldId id="458" r:id="rId104"/>
    <p:sldId id="459" r:id="rId105"/>
    <p:sldId id="460" r:id="rId106"/>
    <p:sldId id="461" r:id="rId107"/>
    <p:sldId id="462" r:id="rId108"/>
    <p:sldId id="463" r:id="rId109"/>
    <p:sldId id="464" r:id="rId110"/>
    <p:sldId id="465" r:id="rId111"/>
    <p:sldId id="466" r:id="rId112"/>
    <p:sldId id="467" r:id="rId113"/>
    <p:sldId id="468" r:id="rId114"/>
    <p:sldId id="469" r:id="rId115"/>
    <p:sldId id="470" r:id="rId116"/>
    <p:sldId id="471" r:id="rId117"/>
    <p:sldId id="472" r:id="rId118"/>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2E3160"/>
    <a:srgbClr val="0F9ED5"/>
    <a:srgbClr val="C39B64"/>
    <a:srgbClr val="156082"/>
    <a:srgbClr val="887266"/>
    <a:srgbClr val="AED9FF"/>
    <a:srgbClr val="EDE1C7"/>
    <a:srgbClr val="163E64"/>
    <a:srgbClr val="5B5FA2"/>
    <a:srgbClr val="B8BFE4"/>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C0813DDB-9676-4D9D-AAC6-E5CC07E268B2}" v="5" dt="2026-06-21T10:01:34.983"/>
  </p1510:revLst>
</p1510:revInfo>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9561"/>
    <p:restoredTop sz="95994"/>
  </p:normalViewPr>
  <p:slideViewPr>
    <p:cSldViewPr snapToGrid="0">
      <p:cViewPr varScale="1">
        <p:scale>
          <a:sx n="94" d="100"/>
          <a:sy n="94" d="100"/>
        </p:scale>
        <p:origin x="54" y="102"/>
      </p:cViewPr>
      <p:guideLst/>
    </p:cSldViewPr>
  </p:slideViewPr>
  <p:notesTextViewPr>
    <p:cViewPr>
      <p:scale>
        <a:sx n="1" d="1"/>
        <a:sy n="1" d="1"/>
      </p:scale>
      <p:origin x="0" y="0"/>
    </p:cViewPr>
  </p:notesTextViewPr>
  <p:notesViewPr>
    <p:cSldViewPr snapToGrid="0">
      <p:cViewPr varScale="1">
        <p:scale>
          <a:sx n="53" d="100"/>
          <a:sy n="53" d="100"/>
        </p:scale>
        <p:origin x="2648" y="48"/>
      </p:cViewPr>
      <p:guideLst/>
    </p:cSldViewPr>
  </p:notesViewPr>
  <p:gridSpacing cx="72008" cy="72008"/>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9" Type="http://schemas.openxmlformats.org/officeDocument/2006/relationships/notesMaster" Target="notesMasters/notesMaster1.xml"/><Relationship Id="rId30" Type="http://schemas.openxmlformats.org/officeDocument/2006/relationships/handoutMaster" Target="handoutMasters/handoutMaster1.xml"/><Relationship Id="rId31" Type="http://schemas.openxmlformats.org/officeDocument/2006/relationships/presProps" Target="presProps.xml"/><Relationship Id="rId32" Type="http://schemas.openxmlformats.org/officeDocument/2006/relationships/viewProps" Target="viewProps.xml"/><Relationship Id="rId33" Type="http://schemas.openxmlformats.org/officeDocument/2006/relationships/theme" Target="theme/theme1.xml"/><Relationship Id="rId34" Type="http://schemas.openxmlformats.org/officeDocument/2006/relationships/tableStyles" Target="tableStyles.xml"/><Relationship Id="rId35" Type="http://schemas.microsoft.com/office/2016/11/relationships/changesInfo" Target="changesInfos/changesInfo1.xml"/><Relationship Id="rId36" Type="http://schemas.microsoft.com/office/2015/10/relationships/revisionInfo" Target="revisionInfo.xml"/><Relationship Id="rId37" Type="http://schemas.openxmlformats.org/officeDocument/2006/relationships/slide" Target="slides/slide28.xml"/><Relationship Id="rId38" Type="http://schemas.openxmlformats.org/officeDocument/2006/relationships/slide" Target="slides/slide29.xml"/><Relationship Id="rId39" Type="http://schemas.openxmlformats.org/officeDocument/2006/relationships/slide" Target="slides/slide30.xml"/><Relationship Id="rId40" Type="http://schemas.openxmlformats.org/officeDocument/2006/relationships/slide" Target="slides/slide31.xml"/><Relationship Id="rId41" Type="http://schemas.openxmlformats.org/officeDocument/2006/relationships/slide" Target="slides/slide32.xml"/><Relationship Id="rId42" Type="http://schemas.openxmlformats.org/officeDocument/2006/relationships/slide" Target="slides/slide33.xml"/><Relationship Id="rId43" Type="http://schemas.openxmlformats.org/officeDocument/2006/relationships/slide" Target="slides/slide34.xml"/><Relationship Id="rId44" Type="http://schemas.openxmlformats.org/officeDocument/2006/relationships/slide" Target="slides/slide35.xml"/><Relationship Id="rId45" Type="http://schemas.openxmlformats.org/officeDocument/2006/relationships/slide" Target="slides/slide36.xml"/><Relationship Id="rId46" Type="http://schemas.openxmlformats.org/officeDocument/2006/relationships/slide" Target="slides/slide37.xml"/><Relationship Id="rId47" Type="http://schemas.openxmlformats.org/officeDocument/2006/relationships/slide" Target="slides/slide38.xml"/><Relationship Id="rId48" Type="http://schemas.openxmlformats.org/officeDocument/2006/relationships/slide" Target="slides/slide39.xml"/><Relationship Id="rId49" Type="http://schemas.openxmlformats.org/officeDocument/2006/relationships/slide" Target="slides/slide40.xml"/><Relationship Id="rId50" Type="http://schemas.openxmlformats.org/officeDocument/2006/relationships/slide" Target="slides/slide41.xml"/><Relationship Id="rId51" Type="http://schemas.openxmlformats.org/officeDocument/2006/relationships/slide" Target="slides/slide42.xml"/><Relationship Id="rId52" Type="http://schemas.openxmlformats.org/officeDocument/2006/relationships/slide" Target="slides/slide43.xml"/><Relationship Id="rId53" Type="http://schemas.openxmlformats.org/officeDocument/2006/relationships/slide" Target="slides/slide44.xml"/><Relationship Id="rId54" Type="http://schemas.openxmlformats.org/officeDocument/2006/relationships/slide" Target="slides/slide45.xml"/><Relationship Id="rId55" Type="http://schemas.openxmlformats.org/officeDocument/2006/relationships/slide" Target="slides/slide46.xml"/><Relationship Id="rId56" Type="http://schemas.openxmlformats.org/officeDocument/2006/relationships/slide" Target="slides/slide47.xml"/><Relationship Id="rId57" Type="http://schemas.openxmlformats.org/officeDocument/2006/relationships/slide" Target="slides/slide48.xml"/><Relationship Id="rId58" Type="http://schemas.openxmlformats.org/officeDocument/2006/relationships/slide" Target="slides/slide49.xml"/><Relationship Id="rId59" Type="http://schemas.openxmlformats.org/officeDocument/2006/relationships/slide" Target="slides/slide50.xml"/><Relationship Id="rId60" Type="http://schemas.openxmlformats.org/officeDocument/2006/relationships/slide" Target="slides/slide51.xml"/><Relationship Id="rId61" Type="http://schemas.openxmlformats.org/officeDocument/2006/relationships/slide" Target="slides/slide52.xml"/><Relationship Id="rId62" Type="http://schemas.openxmlformats.org/officeDocument/2006/relationships/slide" Target="slides/slide53.xml"/><Relationship Id="rId63" Type="http://schemas.openxmlformats.org/officeDocument/2006/relationships/slide" Target="slides/slide54.xml"/><Relationship Id="rId64" Type="http://schemas.openxmlformats.org/officeDocument/2006/relationships/slide" Target="slides/slide55.xml"/><Relationship Id="rId65" Type="http://schemas.openxmlformats.org/officeDocument/2006/relationships/slide" Target="slides/slide56.xml"/><Relationship Id="rId66" Type="http://schemas.openxmlformats.org/officeDocument/2006/relationships/slide" Target="slides/slide57.xml"/><Relationship Id="rId67" Type="http://schemas.openxmlformats.org/officeDocument/2006/relationships/slide" Target="slides/slide58.xml"/><Relationship Id="rId68" Type="http://schemas.openxmlformats.org/officeDocument/2006/relationships/slide" Target="slides/slide59.xml"/><Relationship Id="rId69" Type="http://schemas.openxmlformats.org/officeDocument/2006/relationships/slide" Target="slides/slide60.xml"/><Relationship Id="rId70" Type="http://schemas.openxmlformats.org/officeDocument/2006/relationships/slide" Target="slides/slide61.xml"/><Relationship Id="rId71" Type="http://schemas.openxmlformats.org/officeDocument/2006/relationships/slide" Target="slides/slide62.xml"/><Relationship Id="rId72" Type="http://schemas.openxmlformats.org/officeDocument/2006/relationships/slide" Target="slides/slide63.xml"/><Relationship Id="rId73" Type="http://schemas.openxmlformats.org/officeDocument/2006/relationships/slide" Target="slides/slide64.xml"/><Relationship Id="rId74" Type="http://schemas.openxmlformats.org/officeDocument/2006/relationships/slide" Target="slides/slide65.xml"/><Relationship Id="rId75" Type="http://schemas.openxmlformats.org/officeDocument/2006/relationships/slide" Target="slides/slide66.xml"/><Relationship Id="rId76" Type="http://schemas.openxmlformats.org/officeDocument/2006/relationships/slide" Target="slides/slide67.xml"/><Relationship Id="rId77" Type="http://schemas.openxmlformats.org/officeDocument/2006/relationships/slide" Target="slides/slide68.xml"/><Relationship Id="rId78" Type="http://schemas.openxmlformats.org/officeDocument/2006/relationships/slide" Target="slides/slide69.xml"/><Relationship Id="rId79" Type="http://schemas.openxmlformats.org/officeDocument/2006/relationships/slide" Target="slides/slide70.xml"/><Relationship Id="rId80" Type="http://schemas.openxmlformats.org/officeDocument/2006/relationships/slide" Target="slides/slide71.xml"/><Relationship Id="rId81" Type="http://schemas.openxmlformats.org/officeDocument/2006/relationships/slide" Target="slides/slide72.xml"/><Relationship Id="rId82" Type="http://schemas.openxmlformats.org/officeDocument/2006/relationships/slide" Target="slides/slide73.xml"/><Relationship Id="rId83" Type="http://schemas.openxmlformats.org/officeDocument/2006/relationships/slide" Target="slides/slide74.xml"/><Relationship Id="rId84" Type="http://schemas.openxmlformats.org/officeDocument/2006/relationships/slide" Target="slides/slide75.xml"/><Relationship Id="rId85" Type="http://schemas.openxmlformats.org/officeDocument/2006/relationships/slide" Target="slides/slide76.xml"/><Relationship Id="rId86" Type="http://schemas.openxmlformats.org/officeDocument/2006/relationships/slide" Target="slides/slide77.xml"/><Relationship Id="rId87" Type="http://schemas.openxmlformats.org/officeDocument/2006/relationships/slide" Target="slides/slide78.xml"/><Relationship Id="rId88" Type="http://schemas.openxmlformats.org/officeDocument/2006/relationships/slide" Target="slides/slide79.xml"/><Relationship Id="rId89" Type="http://schemas.openxmlformats.org/officeDocument/2006/relationships/slide" Target="slides/slide80.xml"/><Relationship Id="rId90" Type="http://schemas.openxmlformats.org/officeDocument/2006/relationships/slide" Target="slides/slide81.xml"/><Relationship Id="rId91" Type="http://schemas.openxmlformats.org/officeDocument/2006/relationships/slide" Target="slides/slide82.xml"/><Relationship Id="rId92" Type="http://schemas.openxmlformats.org/officeDocument/2006/relationships/slide" Target="slides/slide83.xml"/><Relationship Id="rId93" Type="http://schemas.openxmlformats.org/officeDocument/2006/relationships/slide" Target="slides/slide84.xml"/><Relationship Id="rId94" Type="http://schemas.openxmlformats.org/officeDocument/2006/relationships/slide" Target="slides/slide85.xml"/><Relationship Id="rId95" Type="http://schemas.openxmlformats.org/officeDocument/2006/relationships/slide" Target="slides/slide86.xml"/><Relationship Id="rId96" Type="http://schemas.openxmlformats.org/officeDocument/2006/relationships/slide" Target="slides/slide87.xml"/><Relationship Id="rId97" Type="http://schemas.openxmlformats.org/officeDocument/2006/relationships/slide" Target="slides/slide88.xml"/><Relationship Id="rId98" Type="http://schemas.openxmlformats.org/officeDocument/2006/relationships/slide" Target="slides/slide89.xml"/><Relationship Id="rId99" Type="http://schemas.openxmlformats.org/officeDocument/2006/relationships/slide" Target="slides/slide90.xml"/><Relationship Id="rId100" Type="http://schemas.openxmlformats.org/officeDocument/2006/relationships/slide" Target="slides/slide91.xml"/><Relationship Id="rId101" Type="http://schemas.openxmlformats.org/officeDocument/2006/relationships/slide" Target="slides/slide92.xml"/><Relationship Id="rId102" Type="http://schemas.openxmlformats.org/officeDocument/2006/relationships/slide" Target="slides/slide93.xml"/><Relationship Id="rId103" Type="http://schemas.openxmlformats.org/officeDocument/2006/relationships/slide" Target="slides/slide94.xml"/><Relationship Id="rId104" Type="http://schemas.openxmlformats.org/officeDocument/2006/relationships/slide" Target="slides/slide95.xml"/><Relationship Id="rId105" Type="http://schemas.openxmlformats.org/officeDocument/2006/relationships/slide" Target="slides/slide96.xml"/><Relationship Id="rId106" Type="http://schemas.openxmlformats.org/officeDocument/2006/relationships/slide" Target="slides/slide97.xml"/><Relationship Id="rId107" Type="http://schemas.openxmlformats.org/officeDocument/2006/relationships/slide" Target="slides/slide98.xml"/><Relationship Id="rId108" Type="http://schemas.openxmlformats.org/officeDocument/2006/relationships/slide" Target="slides/slide99.xml"/><Relationship Id="rId109" Type="http://schemas.openxmlformats.org/officeDocument/2006/relationships/slide" Target="slides/slide100.xml"/><Relationship Id="rId110" Type="http://schemas.openxmlformats.org/officeDocument/2006/relationships/slide" Target="slides/slide101.xml"/><Relationship Id="rId111" Type="http://schemas.openxmlformats.org/officeDocument/2006/relationships/slide" Target="slides/slide102.xml"/><Relationship Id="rId112" Type="http://schemas.openxmlformats.org/officeDocument/2006/relationships/slide" Target="slides/slide103.xml"/><Relationship Id="rId113" Type="http://schemas.openxmlformats.org/officeDocument/2006/relationships/slide" Target="slides/slide104.xml"/><Relationship Id="rId114" Type="http://schemas.openxmlformats.org/officeDocument/2006/relationships/slide" Target="slides/slide105.xml"/><Relationship Id="rId115" Type="http://schemas.openxmlformats.org/officeDocument/2006/relationships/slide" Target="slides/slide106.xml"/><Relationship Id="rId116" Type="http://schemas.openxmlformats.org/officeDocument/2006/relationships/slide" Target="slides/slide107.xml"/><Relationship Id="rId117" Type="http://schemas.openxmlformats.org/officeDocument/2006/relationships/slide" Target="slides/slide108.xml"/><Relationship Id="rId118" Type="http://schemas.openxmlformats.org/officeDocument/2006/relationships/slide" Target="slides/slide109.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Athena ZHOU" userId="6f8c24a5e7fee754" providerId="LiveId" clId="{88B6775D-6607-46D3-A4D4-D2BC2CF77320}"/>
    <pc:docChg chg="undo custSel modSld">
      <pc:chgData name="Athena ZHOU" userId="6f8c24a5e7fee754" providerId="LiveId" clId="{88B6775D-6607-46D3-A4D4-D2BC2CF77320}" dt="2026-06-21T10:01:14.463" v="74" actId="1076"/>
      <pc:docMkLst>
        <pc:docMk/>
      </pc:docMkLst>
      <pc:sldChg chg="modSp mod">
        <pc:chgData name="Athena ZHOU" userId="6f8c24a5e7fee754" providerId="LiveId" clId="{88B6775D-6607-46D3-A4D4-D2BC2CF77320}" dt="2026-06-21T09:55:36.813" v="44" actId="20577"/>
        <pc:sldMkLst>
          <pc:docMk/>
          <pc:sldMk cId="0" sldId="293"/>
        </pc:sldMkLst>
        <pc:spChg chg="mod">
          <ac:chgData name="Athena ZHOU" userId="6f8c24a5e7fee754" providerId="LiveId" clId="{88B6775D-6607-46D3-A4D4-D2BC2CF77320}" dt="2026-06-21T09:55:36.813" v="44" actId="20577"/>
          <ac:spMkLst>
            <pc:docMk/>
            <pc:sldMk cId="0" sldId="293"/>
            <ac:spMk id="5" creationId="{25DEBC2A-71C5-BE36-6298-D40055B1234F}"/>
          </ac:spMkLst>
        </pc:spChg>
      </pc:sldChg>
      <pc:sldChg chg="modSp mod">
        <pc:chgData name="Athena ZHOU" userId="6f8c24a5e7fee754" providerId="LiveId" clId="{88B6775D-6607-46D3-A4D4-D2BC2CF77320}" dt="2026-06-21T09:52:36.798" v="0" actId="14734"/>
        <pc:sldMkLst>
          <pc:docMk/>
          <pc:sldMk cId="2266633118" sldId="341"/>
        </pc:sldMkLst>
        <pc:graphicFrameChg chg="modGraphic">
          <ac:chgData name="Athena ZHOU" userId="6f8c24a5e7fee754" providerId="LiveId" clId="{88B6775D-6607-46D3-A4D4-D2BC2CF77320}" dt="2026-06-21T09:52:36.798" v="0" actId="14734"/>
          <ac:graphicFrameMkLst>
            <pc:docMk/>
            <pc:sldMk cId="2266633118" sldId="341"/>
            <ac:graphicFrameMk id="6" creationId="{FC52DC50-ADCB-AB3E-3049-81521683AB50}"/>
          </ac:graphicFrameMkLst>
        </pc:graphicFrameChg>
      </pc:sldChg>
      <pc:sldChg chg="modSp mod">
        <pc:chgData name="Athena ZHOU" userId="6f8c24a5e7fee754" providerId="LiveId" clId="{88B6775D-6607-46D3-A4D4-D2BC2CF77320}" dt="2026-06-21T09:52:59.763" v="6" actId="1076"/>
        <pc:sldMkLst>
          <pc:docMk/>
          <pc:sldMk cId="3723179211" sldId="376"/>
        </pc:sldMkLst>
        <pc:picChg chg="mod">
          <ac:chgData name="Athena ZHOU" userId="6f8c24a5e7fee754" providerId="LiveId" clId="{88B6775D-6607-46D3-A4D4-D2BC2CF77320}" dt="2026-06-21T09:52:59.763" v="6" actId="1076"/>
          <ac:picMkLst>
            <pc:docMk/>
            <pc:sldMk cId="3723179211" sldId="376"/>
            <ac:picMk id="6" creationId="{9C203A9F-36B0-AE75-7208-16D496BC0E6F}"/>
          </ac:picMkLst>
        </pc:picChg>
      </pc:sldChg>
      <pc:sldChg chg="modSp mod">
        <pc:chgData name="Athena ZHOU" userId="6f8c24a5e7fee754" providerId="LiveId" clId="{88B6775D-6607-46D3-A4D4-D2BC2CF77320}" dt="2026-06-21T09:53:08.166" v="7" actId="20577"/>
        <pc:sldMkLst>
          <pc:docMk/>
          <pc:sldMk cId="144096032" sldId="379"/>
        </pc:sldMkLst>
        <pc:spChg chg="mod">
          <ac:chgData name="Athena ZHOU" userId="6f8c24a5e7fee754" providerId="LiveId" clId="{88B6775D-6607-46D3-A4D4-D2BC2CF77320}" dt="2026-06-21T09:53:08.166" v="7" actId="20577"/>
          <ac:spMkLst>
            <pc:docMk/>
            <pc:sldMk cId="144096032" sldId="379"/>
            <ac:spMk id="4" creationId="{C9D8B640-C00E-A836-FE7E-695C9BDB207C}"/>
          </ac:spMkLst>
        </pc:spChg>
      </pc:sldChg>
      <pc:sldChg chg="addSp modSp mod">
        <pc:chgData name="Athena ZHOU" userId="6f8c24a5e7fee754" providerId="LiveId" clId="{88B6775D-6607-46D3-A4D4-D2BC2CF77320}" dt="2026-06-21T10:01:14.463" v="74" actId="1076"/>
        <pc:sldMkLst>
          <pc:docMk/>
          <pc:sldMk cId="1133635967" sldId="380"/>
        </pc:sldMkLst>
        <pc:graphicFrameChg chg="add mod">
          <ac:chgData name="Athena ZHOU" userId="6f8c24a5e7fee754" providerId="LiveId" clId="{88B6775D-6607-46D3-A4D4-D2BC2CF77320}" dt="2026-06-21T10:01:14.463" v="74" actId="1076"/>
          <ac:graphicFrameMkLst>
            <pc:docMk/>
            <pc:sldMk cId="1133635967" sldId="380"/>
            <ac:graphicFrameMk id="2" creationId="{81855173-A917-40B0-BFB2-D530CC14F11D}"/>
          </ac:graphicFrameMkLst>
        </pc:graphicFrameChg>
      </pc:sldChg>
      <pc:sldChg chg="modSp mod">
        <pc:chgData name="Athena ZHOU" userId="6f8c24a5e7fee754" providerId="LiveId" clId="{88B6775D-6607-46D3-A4D4-D2BC2CF77320}" dt="2026-06-21T09:59:39.558" v="46" actId="1076"/>
        <pc:sldMkLst>
          <pc:docMk/>
          <pc:sldMk cId="318423873" sldId="387"/>
        </pc:sldMkLst>
        <pc:graphicFrameChg chg="mod modGraphic">
          <ac:chgData name="Athena ZHOU" userId="6f8c24a5e7fee754" providerId="LiveId" clId="{88B6775D-6607-46D3-A4D4-D2BC2CF77320}" dt="2026-06-21T09:59:39.558" v="46" actId="1076"/>
          <ac:graphicFrameMkLst>
            <pc:docMk/>
            <pc:sldMk cId="318423873" sldId="387"/>
            <ac:graphicFrameMk id="3" creationId="{74EA104F-B2EF-B69A-9612-68949D9CE259}"/>
          </ac:graphicFrameMkLst>
        </pc:graphicFrameChg>
        <pc:graphicFrameChg chg="mod modGraphic">
          <ac:chgData name="Athena ZHOU" userId="6f8c24a5e7fee754" providerId="LiveId" clId="{88B6775D-6607-46D3-A4D4-D2BC2CF77320}" dt="2026-06-21T09:53:33.294" v="10" actId="1036"/>
          <ac:graphicFrameMkLst>
            <pc:docMk/>
            <pc:sldMk cId="318423873" sldId="387"/>
            <ac:graphicFrameMk id="10" creationId="{E3601883-EBB6-3275-77D8-EA811F957816}"/>
          </ac:graphicFrameMkLst>
        </pc:graphicFrameChg>
      </pc:sldChg>
      <pc:sldChg chg="modSp mod">
        <pc:chgData name="Athena ZHOU" userId="6f8c24a5e7fee754" providerId="LiveId" clId="{88B6775D-6607-46D3-A4D4-D2BC2CF77320}" dt="2026-06-21T10:00:12.641" v="65" actId="20577"/>
        <pc:sldMkLst>
          <pc:docMk/>
          <pc:sldMk cId="180686794" sldId="389"/>
        </pc:sldMkLst>
        <pc:graphicFrameChg chg="mod modGraphic">
          <ac:chgData name="Athena ZHOU" userId="6f8c24a5e7fee754" providerId="LiveId" clId="{88B6775D-6607-46D3-A4D4-D2BC2CF77320}" dt="2026-06-21T10:00:12.641" v="65" actId="20577"/>
          <ac:graphicFrameMkLst>
            <pc:docMk/>
            <pc:sldMk cId="180686794" sldId="389"/>
            <ac:graphicFrameMk id="3" creationId="{E6A31501-3DFD-A467-75E3-ED097D6EAAC4}"/>
          </ac:graphicFrameMkLst>
        </pc:graphicFrameChg>
      </pc:sldChg>
    </pc:docChg>
  </pc:docChgLst>
</pc:chgInfo>
</file>

<file path=ppt/charts/_rels/chart18.xml.rels><?xml version='1.0' encoding='UTF-8' standalone='yes'?>
<Relationships xmlns="http://schemas.openxmlformats.org/package/2006/relationships"><Relationship Id="rId1" Type="http://schemas.openxmlformats.org/officeDocument/2006/relationships/package" Target="../embeddings/Microsoft_Excel_Sheet1.xlsx"/><Relationship Id="rId2" Type="http://schemas.openxmlformats.org/officeDocument/2006/relationships/themeOverride" Target="../theme/themeOverride18.xml"/><Relationship Id="rId3" Type="http://schemas.microsoft.com/office/2011/relationships/chartColorStyle" Target="colors18.xml"/><Relationship Id="rId4" Type="http://schemas.microsoft.com/office/2011/relationships/chartStyle" Target="style18.xml"/></Relationships>
</file>

<file path=ppt/charts/_rels/chart19.xml.rels><?xml version='1.0' encoding='UTF-8' standalone='yes'?>
<Relationships xmlns="http://schemas.openxmlformats.org/package/2006/relationships"><Relationship Id="rId1" Type="http://schemas.openxmlformats.org/officeDocument/2006/relationships/package" Target="../embeddings/Microsoft_Excel_Sheet2.xlsx"/><Relationship Id="rId2" Type="http://schemas.openxmlformats.org/officeDocument/2006/relationships/themeOverride" Target="../theme/themeOverride19.xml"/><Relationship Id="rId3" Type="http://schemas.microsoft.com/office/2011/relationships/chartColorStyle" Target="colors19.xml"/><Relationship Id="rId4" Type="http://schemas.microsoft.com/office/2011/relationships/chartStyle" Target="style19.xml"/></Relationships>
</file>

<file path=ppt/charts/_rels/chart20.xml.rels><?xml version='1.0' encoding='UTF-8' standalone='yes'?>
<Relationships xmlns="http://schemas.openxmlformats.org/package/2006/relationships"><Relationship Id="rId1" Type="http://schemas.openxmlformats.org/officeDocument/2006/relationships/package" Target="../embeddings/Microsoft_Excel_Sheet3.xlsx"/><Relationship Id="rId2" Type="http://schemas.openxmlformats.org/officeDocument/2006/relationships/themeOverride" Target="../theme/themeOverride20.xml"/><Relationship Id="rId3" Type="http://schemas.microsoft.com/office/2011/relationships/chartColorStyle" Target="colors20.xml"/><Relationship Id="rId4" Type="http://schemas.microsoft.com/office/2011/relationships/chartStyle" Target="style20.xml"/><Relationship Id="rId5" Type="http://schemas.openxmlformats.org/officeDocument/2006/relationships/chartUserShapes" Target="../drawings/drawing3.xml"/></Relationships>
</file>

<file path=ppt/charts/_rels/chart21.xml.rels><?xml version='1.0' encoding='UTF-8' standalone='yes'?>
<Relationships xmlns="http://schemas.openxmlformats.org/package/2006/relationships"><Relationship Id="rId1" Type="http://schemas.openxmlformats.org/officeDocument/2006/relationships/package" Target="../embeddings/Microsoft_Excel_Sheet4.xlsx"/><Relationship Id="rId2" Type="http://schemas.openxmlformats.org/officeDocument/2006/relationships/themeOverride" Target="../theme/themeOverride21.xml"/><Relationship Id="rId3" Type="http://schemas.microsoft.com/office/2011/relationships/chartColorStyle" Target="colors21.xml"/><Relationship Id="rId4" Type="http://schemas.microsoft.com/office/2011/relationships/chartStyle" Target="style21.xml"/></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Sheet5.xlsx"/><Relationship Id="rId2" Type="http://schemas.openxmlformats.org/officeDocument/2006/relationships/themeOverride" Target="../theme/themeOverride22.xml"/><Relationship Id="rId3" Type="http://schemas.microsoft.com/office/2011/relationships/chartColorStyle" Target="colors22.xml"/><Relationship Id="rId4" Type="http://schemas.microsoft.com/office/2011/relationships/chartStyle" Target="style22.xml"/></Relationships>
</file>

<file path=ppt/charts/_rels/chart23.xml.rels><?xml version='1.0' encoding='UTF-8' standalone='yes'?>
<Relationships xmlns="http://schemas.openxmlformats.org/package/2006/relationships"><Relationship Id="rId1" Type="http://schemas.openxmlformats.org/officeDocument/2006/relationships/package" Target="../embeddings/Microsoft_Excel_Sheet6.xlsx"/><Relationship Id="rId2" Type="http://schemas.openxmlformats.org/officeDocument/2006/relationships/themeOverride" Target="../theme/themeOverride23.xml"/><Relationship Id="rId3" Type="http://schemas.microsoft.com/office/2011/relationships/chartColorStyle" Target="colors23.xml"/><Relationship Id="rId4" Type="http://schemas.microsoft.com/office/2011/relationships/chartStyle" Target="style23.xml"/></Relationships>
</file>

<file path=ppt/charts/_rels/chart24.xml.rels><?xml version='1.0' encoding='UTF-8' standalone='yes'?>
<Relationships xmlns="http://schemas.openxmlformats.org/package/2006/relationships"><Relationship Id="rId1" Type="http://schemas.openxmlformats.org/officeDocument/2006/relationships/package" Target="../embeddings/Microsoft_Excel_Sheet7.xlsx"/><Relationship Id="rId2" Type="http://schemas.openxmlformats.org/officeDocument/2006/relationships/themeOverride" Target="../theme/themeOverride24.xml"/><Relationship Id="rId3" Type="http://schemas.microsoft.com/office/2011/relationships/chartColorStyle" Target="colors24.xml"/><Relationship Id="rId4" Type="http://schemas.microsoft.com/office/2011/relationships/chartStyle" Target="style24.xml"/></Relationships>
</file>

<file path=ppt/charts/_rels/chart25.xml.rels><?xml version='1.0' encoding='UTF-8' standalone='yes'?>
<Relationships xmlns="http://schemas.openxmlformats.org/package/2006/relationships"><Relationship Id="rId1" Type="http://schemas.openxmlformats.org/officeDocument/2006/relationships/package" Target="../embeddings/Microsoft_Excel_Sheet8.xlsx"/><Relationship Id="rId2" Type="http://schemas.openxmlformats.org/officeDocument/2006/relationships/themeOverride" Target="../theme/themeOverride25.xml"/><Relationship Id="rId3" Type="http://schemas.microsoft.com/office/2011/relationships/chartColorStyle" Target="colors25.xml"/><Relationship Id="rId4" Type="http://schemas.microsoft.com/office/2011/relationships/chartStyle" Target="style25.xml"/></Relationships>
</file>

<file path=ppt/charts/_rels/chart26.xml.rels><?xml version='1.0' encoding='UTF-8' standalone='yes'?>
<Relationships xmlns="http://schemas.openxmlformats.org/package/2006/relationships"><Relationship Id="rId1" Type="http://schemas.openxmlformats.org/officeDocument/2006/relationships/package" Target="../embeddings/Microsoft_Excel_Sheet9.xlsx"/><Relationship Id="rId2" Type="http://schemas.openxmlformats.org/officeDocument/2006/relationships/themeOverride" Target="../theme/themeOverride26.xml"/><Relationship Id="rId3" Type="http://schemas.microsoft.com/office/2011/relationships/chartColorStyle" Target="colors26.xml"/><Relationship Id="rId4" Type="http://schemas.microsoft.com/office/2011/relationships/chartStyle" Target="style26.xml"/></Relationships>
</file>

<file path=ppt/charts/_rels/chart27.xml.rels><?xml version='1.0' encoding='UTF-8' standalone='yes'?>
<Relationships xmlns="http://schemas.openxmlformats.org/package/2006/relationships"><Relationship Id="rId1" Type="http://schemas.openxmlformats.org/officeDocument/2006/relationships/package" Target="../embeddings/Microsoft_Excel_Sheet10.xlsx"/><Relationship Id="rId2" Type="http://schemas.openxmlformats.org/officeDocument/2006/relationships/themeOverride" Target="../theme/themeOverride27.xml"/><Relationship Id="rId3" Type="http://schemas.microsoft.com/office/2011/relationships/chartColorStyle" Target="colors27.xml"/><Relationship Id="rId4" Type="http://schemas.microsoft.com/office/2011/relationships/chartStyle" Target="style27.xml"/></Relationships>
</file>

<file path=ppt/charts/_rels/chart28.xml.rels><?xml version='1.0' encoding='UTF-8' standalone='yes'?>
<Relationships xmlns="http://schemas.openxmlformats.org/package/2006/relationships"><Relationship Id="rId1" Type="http://schemas.openxmlformats.org/officeDocument/2006/relationships/package" Target="../embeddings/Microsoft_Excel_Sheet11.xlsx"/><Relationship Id="rId2" Type="http://schemas.openxmlformats.org/officeDocument/2006/relationships/themeOverride" Target="../theme/themeOverride28.xml"/><Relationship Id="rId3" Type="http://schemas.microsoft.com/office/2011/relationships/chartColorStyle" Target="colors28.xml"/><Relationship Id="rId4" Type="http://schemas.microsoft.com/office/2011/relationships/chartStyle" Target="style28.xml"/></Relationships>
</file>

<file path=ppt/charts/_rels/chart29.xml.rels><?xml version='1.0' encoding='UTF-8' standalone='yes'?>
<Relationships xmlns="http://schemas.openxmlformats.org/package/2006/relationships"><Relationship Id="rId1" Type="http://schemas.openxmlformats.org/officeDocument/2006/relationships/package" Target="../embeddings/Microsoft_Excel_Sheet12.xlsx"/><Relationship Id="rId2" Type="http://schemas.openxmlformats.org/officeDocument/2006/relationships/chartUserShapes" Target="../drawings/drawing4.xml"/><Relationship Id="rId3" Type="http://schemas.openxmlformats.org/officeDocument/2006/relationships/themeOverride" Target="../theme/themeOverride29.xml"/></Relationships>
</file>

<file path=ppt/charts/_rels/chart30.xml.rels><?xml version='1.0' encoding='UTF-8' standalone='yes'?>
<Relationships xmlns="http://schemas.openxmlformats.org/package/2006/relationships"><Relationship Id="rId1" Type="http://schemas.openxmlformats.org/officeDocument/2006/relationships/package" Target="../embeddings/Microsoft_Excel_Sheet13.xlsx"/><Relationship Id="rId2" Type="http://schemas.openxmlformats.org/officeDocument/2006/relationships/themeOverride" Target="../theme/themeOverride30.xml"/></Relationships>
</file>

<file path=ppt/charts/_rels/chart31.xml.rels><?xml version='1.0' encoding='UTF-8' standalone='yes'?>
<Relationships xmlns="http://schemas.openxmlformats.org/package/2006/relationships"><Relationship Id="rId1" Type="http://schemas.openxmlformats.org/officeDocument/2006/relationships/package" Target="../embeddings/Microsoft_Excel_Sheet14.xlsx"/><Relationship Id="rId2" Type="http://schemas.openxmlformats.org/officeDocument/2006/relationships/themeOverride" Target="../theme/themeOverride31.xml"/><Relationship Id="rId3" Type="http://schemas.microsoft.com/office/2011/relationships/chartColorStyle" Target="colors29.xml"/><Relationship Id="rId4" Type="http://schemas.microsoft.com/office/2011/relationships/chartStyle" Target="style29.xml"/></Relationships>
</file>

<file path=ppt/charts/_rels/chart32.xml.rels><?xml version='1.0' encoding='UTF-8' standalone='yes'?>
<Relationships xmlns="http://schemas.openxmlformats.org/package/2006/relationships"><Relationship Id="rId1" Type="http://schemas.openxmlformats.org/officeDocument/2006/relationships/package" Target="../embeddings/Microsoft_Excel_Sheet15.xlsx"/><Relationship Id="rId2" Type="http://schemas.openxmlformats.org/officeDocument/2006/relationships/themeOverride" Target="../theme/themeOverride32.xml"/><Relationship Id="rId3" Type="http://schemas.microsoft.com/office/2011/relationships/chartColorStyle" Target="colors30.xml"/><Relationship Id="rId4" Type="http://schemas.microsoft.com/office/2011/relationships/chartStyle" Target="style30.xml"/></Relationships>
</file>

<file path=ppt/charts/_rels/chart33.xml.rels><?xml version='1.0' encoding='UTF-8' standalone='yes'?>
<Relationships xmlns="http://schemas.openxmlformats.org/package/2006/relationships"><Relationship Id="rId1" Type="http://schemas.openxmlformats.org/officeDocument/2006/relationships/package" Target="../embeddings/Microsoft_Excel_Sheet16.xlsx"/><Relationship Id="rId2" Type="http://schemas.openxmlformats.org/officeDocument/2006/relationships/themeOverride" Target="../theme/themeOverride33.xml"/></Relationships>
</file>

<file path=ppt/charts/_rels/chart34.xml.rels><?xml version='1.0' encoding='UTF-8' standalone='yes'?>
<Relationships xmlns="http://schemas.openxmlformats.org/package/2006/relationships"><Relationship Id="rId1" Type="http://schemas.openxmlformats.org/officeDocument/2006/relationships/package" Target="../embeddings/Microsoft_Excel_Sheet17.xlsx"/><Relationship Id="rId2" Type="http://schemas.openxmlformats.org/officeDocument/2006/relationships/themeOverride" Target="../theme/themeOverride34.xml"/><Relationship Id="rId3" Type="http://schemas.microsoft.com/office/2011/relationships/chartColorStyle" Target="colors31.xml"/><Relationship Id="rId4" Type="http://schemas.microsoft.com/office/2011/relationships/chartStyle" Target="style31.xml"/><Relationship Id="rId5" Type="http://schemas.openxmlformats.org/officeDocument/2006/relationships/chartUserShapes" Target="../drawings/drawing5.xml"/></Relationships>
</file>

<file path=ppt/charts/_rels/chart35.xml.rels><?xml version='1.0' encoding='UTF-8' standalone='yes'?>
<Relationships xmlns="http://schemas.openxmlformats.org/package/2006/relationships"><Relationship Id="rId1" Type="http://schemas.openxmlformats.org/officeDocument/2006/relationships/package" Target="../embeddings/Microsoft_Excel_Sheet18.xlsx"/><Relationship Id="rId2" Type="http://schemas.openxmlformats.org/officeDocument/2006/relationships/themeOverride" Target="../theme/themeOverride35.xml"/><Relationship Id="rId3" Type="http://schemas.microsoft.com/office/2011/relationships/chartColorStyle" Target="colors32.xml"/><Relationship Id="rId4" Type="http://schemas.microsoft.com/office/2011/relationships/chartStyle" Target="style32.xml"/><Relationship Id="rId5" Type="http://schemas.openxmlformats.org/officeDocument/2006/relationships/chartUserShapes" Target="../drawings/drawing6.xml"/></Relationships>
</file>

<file path=ppt/charts/_rels/chart36.xml.rels><?xml version='1.0' encoding='UTF-8' standalone='yes'?>
<Relationships xmlns="http://schemas.openxmlformats.org/package/2006/relationships"><Relationship Id="rId1" Type="http://schemas.openxmlformats.org/officeDocument/2006/relationships/package" Target="../embeddings/Microsoft_Excel_Sheet19.xlsx"/><Relationship Id="rId2" Type="http://schemas.openxmlformats.org/officeDocument/2006/relationships/chartUserShapes" Target="../drawings/drawing7.xml"/><Relationship Id="rId3" Type="http://schemas.openxmlformats.org/officeDocument/2006/relationships/themeOverride" Target="../theme/themeOverride36.xml"/></Relationships>
</file>

<file path=ppt/charts/_rels/chart37.xml.rels><?xml version='1.0' encoding='UTF-8' standalone='yes'?>
<Relationships xmlns="http://schemas.openxmlformats.org/package/2006/relationships"><Relationship Id="rId1" Type="http://schemas.openxmlformats.org/officeDocument/2006/relationships/package" Target="../embeddings/Microsoft_Excel_Sheet20.xlsx"/><Relationship Id="rId2" Type="http://schemas.openxmlformats.org/officeDocument/2006/relationships/chartUserShapes" Target="../drawings/drawing8.xml"/><Relationship Id="rId3" Type="http://schemas.openxmlformats.org/officeDocument/2006/relationships/themeOverride" Target="../theme/themeOverride37.xml"/></Relationships>
</file>

<file path=ppt/charts/_rels/chart38.xml.rels><?xml version='1.0' encoding='UTF-8' standalone='yes'?>
<Relationships xmlns="http://schemas.openxmlformats.org/package/2006/relationships"><Relationship Id="rId1" Type="http://schemas.openxmlformats.org/officeDocument/2006/relationships/package" Target="../embeddings/Microsoft_Excel_Sheet21.xlsx"/><Relationship Id="rId2" Type="http://schemas.openxmlformats.org/officeDocument/2006/relationships/themeOverride" Target="../theme/themeOverride38.xml"/><Relationship Id="rId3" Type="http://schemas.microsoft.com/office/2011/relationships/chartColorStyle" Target="colors33.xml"/><Relationship Id="rId4" Type="http://schemas.microsoft.com/office/2011/relationships/chartStyle" Target="style33.xml"/><Relationship Id="rId5" Type="http://schemas.openxmlformats.org/officeDocument/2006/relationships/chartUserShapes" Target="../drawings/drawing9.xml"/></Relationships>
</file>

<file path=ppt/charts/_rels/chart39.xml.rels><?xml version='1.0' encoding='UTF-8' standalone='yes'?>
<Relationships xmlns="http://schemas.openxmlformats.org/package/2006/relationships"><Relationship Id="rId1" Type="http://schemas.openxmlformats.org/officeDocument/2006/relationships/package" Target="../embeddings/Microsoft_Excel_Sheet22.xlsx"/><Relationship Id="rId2" Type="http://schemas.openxmlformats.org/officeDocument/2006/relationships/chartUserShapes" Target="../drawings/drawing10.xml"/><Relationship Id="rId3" Type="http://schemas.openxmlformats.org/officeDocument/2006/relationships/themeOverride" Target="../theme/themeOverride39.xml"/></Relationships>
</file>

<file path=ppt/charts/_rels/chart40.xml.rels><?xml version='1.0' encoding='UTF-8' standalone='yes'?>
<Relationships xmlns="http://schemas.openxmlformats.org/package/2006/relationships"><Relationship Id="rId1" Type="http://schemas.openxmlformats.org/officeDocument/2006/relationships/package" Target="../embeddings/Microsoft_Excel_Sheet23.xlsx"/><Relationship Id="rId2" Type="http://schemas.openxmlformats.org/officeDocument/2006/relationships/themeOverride" Target="../theme/themeOverride40.xml"/></Relationships>
</file>

<file path=ppt/charts/_rels/chart41.xml.rels><?xml version='1.0' encoding='UTF-8' standalone='yes'?>
<Relationships xmlns="http://schemas.openxmlformats.org/package/2006/relationships"><Relationship Id="rId1" Type="http://schemas.openxmlformats.org/officeDocument/2006/relationships/package" Target="../embeddings/Microsoft_Excel_Sheet24.xlsx"/><Relationship Id="rId2" Type="http://schemas.openxmlformats.org/officeDocument/2006/relationships/chartUserShapes" Target="../drawings/drawing11.xml"/><Relationship Id="rId3" Type="http://schemas.openxmlformats.org/officeDocument/2006/relationships/themeOverride" Target="../theme/themeOverride41.xml"/></Relationships>
</file>

<file path=ppt/charts/_rels/chart42.xml.rels><?xml version='1.0' encoding='UTF-8' standalone='yes'?>
<Relationships xmlns="http://schemas.openxmlformats.org/package/2006/relationships"><Relationship Id="rId1" Type="http://schemas.openxmlformats.org/officeDocument/2006/relationships/package" Target="../embeddings/Microsoft_Excel_Sheet25.xlsx"/><Relationship Id="rId2" Type="http://schemas.openxmlformats.org/officeDocument/2006/relationships/chartUserShapes" Target="../drawings/drawing12.xml"/><Relationship Id="rId3" Type="http://schemas.openxmlformats.org/officeDocument/2006/relationships/themeOverride" Target="../theme/themeOverride42.xml"/></Relationships>
</file>

<file path=ppt/charts/_rels/chart43.xml.rels><?xml version='1.0' encoding='UTF-8' standalone='yes'?>
<Relationships xmlns="http://schemas.openxmlformats.org/package/2006/relationships"><Relationship Id="rId1" Type="http://schemas.openxmlformats.org/officeDocument/2006/relationships/package" Target="../embeddings/Microsoft_Excel_Sheet26.xlsx"/><Relationship Id="rId2" Type="http://schemas.openxmlformats.org/officeDocument/2006/relationships/themeOverride" Target="../theme/themeOverride43.xml"/></Relationships>
</file>

<file path=ppt/charts/_rels/chart44.xml.rels><?xml version='1.0' encoding='UTF-8' standalone='yes'?>
<Relationships xmlns="http://schemas.openxmlformats.org/package/2006/relationships"><Relationship Id="rId1" Type="http://schemas.openxmlformats.org/officeDocument/2006/relationships/package" Target="../embeddings/Microsoft_Excel_Sheet27.xlsx"/><Relationship Id="rId2" Type="http://schemas.openxmlformats.org/officeDocument/2006/relationships/themeOverride" Target="../theme/themeOverride44.xml"/></Relationships>
</file>

<file path=ppt/charts/_rels/chart45.xml.rels><?xml version='1.0' encoding='UTF-8' standalone='yes'?>
<Relationships xmlns="http://schemas.openxmlformats.org/package/2006/relationships"><Relationship Id="rId1" Type="http://schemas.openxmlformats.org/officeDocument/2006/relationships/package" Target="../embeddings/Microsoft_Excel_Sheet28.xlsx"/><Relationship Id="rId2" Type="http://schemas.openxmlformats.org/officeDocument/2006/relationships/chartUserShapes" Target="../drawings/drawing13.xml"/><Relationship Id="rId3" Type="http://schemas.openxmlformats.org/officeDocument/2006/relationships/themeOverride" Target="../theme/themeOverride45.xml"/></Relationships>
</file>

<file path=ppt/charts/_rels/chart46.xml.rels><?xml version='1.0' encoding='UTF-8' standalone='yes'?>
<Relationships xmlns="http://schemas.openxmlformats.org/package/2006/relationships"><Relationship Id="rId1" Type="http://schemas.openxmlformats.org/officeDocument/2006/relationships/package" Target="../embeddings/Microsoft_Excel_Sheet29.xlsx"/><Relationship Id="rId2" Type="http://schemas.openxmlformats.org/officeDocument/2006/relationships/chartUserShapes" Target="../drawings/drawing14.xml"/><Relationship Id="rId3" Type="http://schemas.openxmlformats.org/officeDocument/2006/relationships/themeOverride" Target="../theme/themeOverride46.xml"/></Relationships>
</file>

<file path=ppt/charts/_rels/chart47.xml.rels><?xml version='1.0' encoding='UTF-8' standalone='yes'?>
<Relationships xmlns="http://schemas.openxmlformats.org/package/2006/relationships"><Relationship Id="rId1" Type="http://schemas.openxmlformats.org/officeDocument/2006/relationships/package" Target="../embeddings/Microsoft_Excel_Sheet30.xlsx"/><Relationship Id="rId2" Type="http://schemas.openxmlformats.org/officeDocument/2006/relationships/chartUserShapes" Target="../drawings/drawing15.xml"/><Relationship Id="rId3" Type="http://schemas.openxmlformats.org/officeDocument/2006/relationships/themeOverride" Target="../theme/themeOverride47.xml"/></Relationships>
</file>

<file path=ppt/charts/_rels/chart48.xml.rels><?xml version='1.0' encoding='UTF-8' standalone='yes'?>
<Relationships xmlns="http://schemas.openxmlformats.org/package/2006/relationships"><Relationship Id="rId1" Type="http://schemas.openxmlformats.org/officeDocument/2006/relationships/package" Target="../embeddings/Microsoft_Excel_Sheet31.xlsx"/><Relationship Id="rId2" Type="http://schemas.openxmlformats.org/officeDocument/2006/relationships/chartUserShapes" Target="../drawings/drawing16.xml"/><Relationship Id="rId3" Type="http://schemas.openxmlformats.org/officeDocument/2006/relationships/themeOverride" Target="../theme/themeOverride48.xml"/></Relationships>
</file>

<file path=ppt/charts/_rels/chart49.xml.rels><?xml version='1.0' encoding='UTF-8' standalone='yes'?>
<Relationships xmlns="http://schemas.openxmlformats.org/package/2006/relationships"><Relationship Id="rId1" Type="http://schemas.openxmlformats.org/officeDocument/2006/relationships/package" Target="../embeddings/Microsoft_Excel_Sheet32.xlsx"/><Relationship Id="rId2" Type="http://schemas.openxmlformats.org/officeDocument/2006/relationships/chartUserShapes" Target="../drawings/drawing17.xml"/><Relationship Id="rId3" Type="http://schemas.openxmlformats.org/officeDocument/2006/relationships/themeOverride" Target="../theme/themeOverride49.xml"/></Relationships>
</file>

<file path=ppt/charts/_rels/chart50.xml.rels><?xml version='1.0' encoding='UTF-8' standalone='yes'?>
<Relationships xmlns="http://schemas.openxmlformats.org/package/2006/relationships"><Relationship Id="rId1" Type="http://schemas.openxmlformats.org/officeDocument/2006/relationships/package" Target="../embeddings/Microsoft_Excel_Sheet33.xlsx"/><Relationship Id="rId2" Type="http://schemas.openxmlformats.org/officeDocument/2006/relationships/chartUserShapes" Target="../drawings/drawing18.xml"/><Relationship Id="rId3" Type="http://schemas.openxmlformats.org/officeDocument/2006/relationships/themeOverride" Target="../theme/themeOverride50.xml"/></Relationships>
</file>

<file path=ppt/charts/_rels/chart51.xml.rels><?xml version='1.0' encoding='UTF-8' standalone='yes'?>
<Relationships xmlns="http://schemas.openxmlformats.org/package/2006/relationships"><Relationship Id="rId1" Type="http://schemas.openxmlformats.org/officeDocument/2006/relationships/package" Target="../embeddings/Microsoft_Excel_Sheet34.xlsx"/><Relationship Id="rId2" Type="http://schemas.openxmlformats.org/officeDocument/2006/relationships/chartUserShapes" Target="../drawings/drawing19.xml"/><Relationship Id="rId3" Type="http://schemas.openxmlformats.org/officeDocument/2006/relationships/themeOverride" Target="../theme/themeOverride51.xml"/></Relationships>
</file>

<file path=ppt/charts/_rels/chart52.xml.rels><?xml version='1.0' encoding='UTF-8' standalone='yes'?>
<Relationships xmlns="http://schemas.openxmlformats.org/package/2006/relationships"><Relationship Id="rId1" Type="http://schemas.openxmlformats.org/officeDocument/2006/relationships/package" Target="../embeddings/Microsoft_Excel_Sheet35.xlsx"/><Relationship Id="rId2" Type="http://schemas.openxmlformats.org/officeDocument/2006/relationships/chartUserShapes" Target="../drawings/drawing20.xml"/></Relationships>
</file>

<file path=ppt/charts/_rels/chart53.xml.rels><?xml version='1.0' encoding='UTF-8' standalone='yes'?>
<Relationships xmlns="http://schemas.openxmlformats.org/package/2006/relationships"><Relationship Id="rId1" Type="http://schemas.openxmlformats.org/officeDocument/2006/relationships/package" Target="../embeddings/Microsoft_Excel_Sheet36.xlsx"/><Relationship Id="rId2" Type="http://schemas.openxmlformats.org/officeDocument/2006/relationships/themeOverride" Target="../theme/themeOverride52.xml"/></Relationships>
</file>

<file path=ppt/charts/_rels/chart54.xml.rels><?xml version='1.0' encoding='UTF-8' standalone='yes'?>
<Relationships xmlns="http://schemas.openxmlformats.org/package/2006/relationships"><Relationship Id="rId1" Type="http://schemas.openxmlformats.org/officeDocument/2006/relationships/package" Target="../embeddings/Microsoft_Excel_Sheet37.xlsx"/><Relationship Id="rId2" Type="http://schemas.openxmlformats.org/officeDocument/2006/relationships/chartUserShapes" Target="../drawings/drawing21.xml"/><Relationship Id="rId3" Type="http://schemas.openxmlformats.org/officeDocument/2006/relationships/themeOverride" Target="../theme/themeOverride53.xml"/></Relationships>
</file>

<file path=ppt/charts/_rels/chart55.xml.rels><?xml version='1.0' encoding='UTF-8' standalone='yes'?>
<Relationships xmlns="http://schemas.openxmlformats.org/package/2006/relationships"><Relationship Id="rId1" Type="http://schemas.openxmlformats.org/officeDocument/2006/relationships/package" Target="../embeddings/Microsoft_Excel_Sheet38.xlsx"/><Relationship Id="rId2" Type="http://schemas.openxmlformats.org/officeDocument/2006/relationships/themeOverride" Target="../theme/themeOverride54.xml"/></Relationships>
</file>

<file path=ppt/charts/_rels/chart56.xml.rels><?xml version='1.0' encoding='UTF-8' standalone='yes'?>
<Relationships xmlns="http://schemas.openxmlformats.org/package/2006/relationships"><Relationship Id="rId1" Type="http://schemas.openxmlformats.org/officeDocument/2006/relationships/package" Target="../embeddings/Microsoft_Excel_Sheet39.xlsx"/><Relationship Id="rId2" Type="http://schemas.openxmlformats.org/officeDocument/2006/relationships/chartUserShapes" Target="../drawings/drawing22.xml"/><Relationship Id="rId3" Type="http://schemas.openxmlformats.org/officeDocument/2006/relationships/themeOverride" Target="../theme/themeOverride55.xml"/></Relationships>
</file>

<file path=ppt/charts/_rels/chart57.xml.rels><?xml version='1.0' encoding='UTF-8' standalone='yes'?>
<Relationships xmlns="http://schemas.openxmlformats.org/package/2006/relationships"><Relationship Id="rId1" Type="http://schemas.openxmlformats.org/officeDocument/2006/relationships/package" Target="../embeddings/Microsoft_Excel_Sheet40.xlsx"/><Relationship Id="rId2" Type="http://schemas.openxmlformats.org/officeDocument/2006/relationships/chartUserShapes" Target="../drawings/drawing23.xml"/><Relationship Id="rId3" Type="http://schemas.openxmlformats.org/officeDocument/2006/relationships/themeOverride" Target="../theme/themeOverride56.xml"/></Relationships>
</file>

<file path=ppt/charts/_rels/chart58.xml.rels><?xml version='1.0' encoding='UTF-8' standalone='yes'?>
<Relationships xmlns="http://schemas.openxmlformats.org/package/2006/relationships"><Relationship Id="rId1" Type="http://schemas.openxmlformats.org/officeDocument/2006/relationships/package" Target="../embeddings/Microsoft_Excel_Sheet41.xlsx"/><Relationship Id="rId2" Type="http://schemas.openxmlformats.org/officeDocument/2006/relationships/chartUserShapes" Target="../drawings/drawing24.xml"/><Relationship Id="rId3" Type="http://schemas.openxmlformats.org/officeDocument/2006/relationships/themeOverride" Target="../theme/themeOverride57.xml"/></Relationships>
</file>

<file path=ppt/charts/_rels/chart59.xml.rels><?xml version='1.0' encoding='UTF-8' standalone='yes'?>
<Relationships xmlns="http://schemas.openxmlformats.org/package/2006/relationships"><Relationship Id="rId1" Type="http://schemas.openxmlformats.org/officeDocument/2006/relationships/package" Target="../embeddings/Microsoft_Excel_Sheet42.xlsx"/><Relationship Id="rId2" Type="http://schemas.openxmlformats.org/officeDocument/2006/relationships/chartUserShapes" Target="../drawings/drawing25.xml"/><Relationship Id="rId3" Type="http://schemas.openxmlformats.org/officeDocument/2006/relationships/themeOverride" Target="../theme/themeOverride58.xml"/></Relationships>
</file>

<file path=ppt/charts/_rels/chart60.xml.rels><?xml version='1.0' encoding='UTF-8' standalone='yes'?>
<Relationships xmlns="http://schemas.openxmlformats.org/package/2006/relationships"><Relationship Id="rId1" Type="http://schemas.openxmlformats.org/officeDocument/2006/relationships/package" Target="../embeddings/Microsoft_Excel_Sheet43.xlsx"/><Relationship Id="rId2" Type="http://schemas.openxmlformats.org/officeDocument/2006/relationships/chartUserShapes" Target="../drawings/drawing26.xml"/><Relationship Id="rId3" Type="http://schemas.openxmlformats.org/officeDocument/2006/relationships/themeOverride" Target="../theme/themeOverride59.xml"/></Relationships>
</file>

<file path=ppt/charts/_rels/chart61.xml.rels><?xml version='1.0' encoding='UTF-8' standalone='yes'?>
<Relationships xmlns="http://schemas.openxmlformats.org/package/2006/relationships"><Relationship Id="rId1" Type="http://schemas.openxmlformats.org/officeDocument/2006/relationships/package" Target="../embeddings/Microsoft_Excel_Sheet44.xlsx"/><Relationship Id="rId2" Type="http://schemas.openxmlformats.org/officeDocument/2006/relationships/chartUserShapes" Target="../drawings/drawing27.xml"/><Relationship Id="rId3" Type="http://schemas.openxmlformats.org/officeDocument/2006/relationships/themeOverride" Target="../theme/themeOverride60.xml"/></Relationships>
</file>

<file path=ppt/charts/_rels/chart62.xml.rels><?xml version='1.0' encoding='UTF-8' standalone='yes'?>
<Relationships xmlns="http://schemas.openxmlformats.org/package/2006/relationships"><Relationship Id="rId1" Type="http://schemas.openxmlformats.org/officeDocument/2006/relationships/package" Target="../embeddings/Microsoft_Excel_Sheet45.xlsx"/><Relationship Id="rId2" Type="http://schemas.microsoft.com/office/2011/relationships/chartColorStyle" Target="colors34.xml"/><Relationship Id="rId3" Type="http://schemas.microsoft.com/office/2011/relationships/chartStyle" Target="style34.xml"/></Relationships>
</file>

<file path=ppt/charts/_rels/chart63.xml.rels><?xml version='1.0' encoding='UTF-8' standalone='yes'?>
<Relationships xmlns="http://schemas.openxmlformats.org/package/2006/relationships"><Relationship Id="rId1" Type="http://schemas.openxmlformats.org/officeDocument/2006/relationships/package" Target="../embeddings/Microsoft_Excel_Sheet46.xlsx"/><Relationship Id="rId2" Type="http://schemas.microsoft.com/office/2011/relationships/chartColorStyle" Target="colors35.xml"/><Relationship Id="rId3" Type="http://schemas.microsoft.com/office/2011/relationships/chartStyle" Target="style35.xml"/></Relationships>
</file>

<file path=ppt/charts/_rels/chart64.xml.rels><?xml version='1.0' encoding='UTF-8' standalone='yes'?>
<Relationships xmlns="http://schemas.openxmlformats.org/package/2006/relationships"><Relationship Id="rId1" Type="http://schemas.openxmlformats.org/officeDocument/2006/relationships/package" Target="../embeddings/Microsoft_Excel_Sheet47.xlsx"/><Relationship Id="rId2" Type="http://schemas.microsoft.com/office/2011/relationships/chartColorStyle" Target="colors36.xml"/><Relationship Id="rId3" Type="http://schemas.microsoft.com/office/2011/relationships/chartStyle" Target="style36.xml"/></Relationships>
</file>

<file path=ppt/charts/_rels/chart65.xml.rels><?xml version='1.0' encoding='UTF-8' standalone='yes'?>
<Relationships xmlns="http://schemas.openxmlformats.org/package/2006/relationships"><Relationship Id="rId1" Type="http://schemas.openxmlformats.org/officeDocument/2006/relationships/package" Target="../embeddings/Microsoft_Excel_Sheet48.xlsx"/><Relationship Id="rId2" Type="http://schemas.microsoft.com/office/2011/relationships/chartColorStyle" Target="colors37.xml"/><Relationship Id="rId3" Type="http://schemas.microsoft.com/office/2011/relationships/chartStyle" Target="style37.xml"/></Relationships>
</file>

<file path=ppt/charts/_rels/chart66.xml.rels><?xml version='1.0' encoding='UTF-8' standalone='yes'?>
<Relationships xmlns="http://schemas.openxmlformats.org/package/2006/relationships"><Relationship Id="rId1" Type="http://schemas.openxmlformats.org/officeDocument/2006/relationships/package" Target="../embeddings/Microsoft_Excel_Sheet49.xlsx"/><Relationship Id="rId2" Type="http://schemas.openxmlformats.org/officeDocument/2006/relationships/chartUserShapes" Target="../drawings/drawing28.xml"/><Relationship Id="rId3" Type="http://schemas.openxmlformats.org/officeDocument/2006/relationships/themeOverride" Target="../theme/themeOverride61.xml"/></Relationships>
</file>

<file path=ppt/charts/_rels/chart67.xml.rels><?xml version='1.0' encoding='UTF-8' standalone='yes'?>
<Relationships xmlns="http://schemas.openxmlformats.org/package/2006/relationships"><Relationship Id="rId1" Type="http://schemas.openxmlformats.org/officeDocument/2006/relationships/package" Target="../embeddings/Microsoft_Excel_Sheet50.xlsx"/><Relationship Id="rId2" Type="http://schemas.openxmlformats.org/officeDocument/2006/relationships/chartUserShapes" Target="../drawings/drawing29.xml"/></Relationships>
</file>

<file path=ppt/charts/_rels/chart68.xml.rels><?xml version='1.0' encoding='UTF-8' standalone='yes'?>
<Relationships xmlns="http://schemas.openxmlformats.org/package/2006/relationships"><Relationship Id="rId1" Type="http://schemas.openxmlformats.org/officeDocument/2006/relationships/package" Target="../embeddings/Microsoft_Excel_Sheet51.xlsx"/><Relationship Id="rId2" Type="http://schemas.openxmlformats.org/officeDocument/2006/relationships/themeOverride" Target="../theme/themeOverride62.xml"/></Relationships>
</file>

<file path=ppt/charts/_rels/chart69.xml.rels><?xml version='1.0' encoding='UTF-8' standalone='yes'?>
<Relationships xmlns="http://schemas.openxmlformats.org/package/2006/relationships"><Relationship Id="rId1" Type="http://schemas.openxmlformats.org/officeDocument/2006/relationships/package" Target="../embeddings/Microsoft_Excel_Sheet52.xlsx"/><Relationship Id="rId2" Type="http://schemas.microsoft.com/office/2011/relationships/chartColorStyle" Target="colors38.xml"/><Relationship Id="rId3" Type="http://schemas.microsoft.com/office/2011/relationships/chartStyle" Target="style38.xml"/></Relationships>
</file>

<file path=ppt/charts/_rels/chart70.xml.rels><?xml version='1.0' encoding='UTF-8' standalone='yes'?>
<Relationships xmlns="http://schemas.openxmlformats.org/package/2006/relationships"><Relationship Id="rId1" Type="http://schemas.openxmlformats.org/officeDocument/2006/relationships/package" Target="../embeddings/Microsoft_Excel_Sheet53.xlsx"/><Relationship Id="rId2" Type="http://schemas.microsoft.com/office/2011/relationships/chartColorStyle" Target="colors39.xml"/><Relationship Id="rId3" Type="http://schemas.microsoft.com/office/2011/relationships/chartStyle" Target="style39.xml"/></Relationships>
</file>

<file path=ppt/charts/_rels/chart71.xml.rels><?xml version='1.0' encoding='UTF-8' standalone='yes'?>
<Relationships xmlns="http://schemas.openxmlformats.org/package/2006/relationships"><Relationship Id="rId1" Type="http://schemas.openxmlformats.org/officeDocument/2006/relationships/package" Target="../embeddings/Microsoft_Excel_Sheet54.xlsx"/><Relationship Id="rId2" Type="http://schemas.openxmlformats.org/officeDocument/2006/relationships/themeOverride" Target="../theme/themeOverride63.xml"/></Relationships>
</file>

<file path=ppt/charts/_rels/chart72.xml.rels><?xml version='1.0' encoding='UTF-8' standalone='yes'?>
<Relationships xmlns="http://schemas.openxmlformats.org/package/2006/relationships"><Relationship Id="rId1" Type="http://schemas.openxmlformats.org/officeDocument/2006/relationships/package" Target="../embeddings/Microsoft_Excel_Sheet55.xlsx"/><Relationship Id="rId2" Type="http://schemas.microsoft.com/office/2011/relationships/chartColorStyle" Target="colors40.xml"/><Relationship Id="rId3" Type="http://schemas.microsoft.com/office/2011/relationships/chartStyle" Target="style40.xml"/></Relationships>
</file>

<file path=ppt/charts/_rels/chart73.xml.rels><?xml version='1.0' encoding='UTF-8' standalone='yes'?>
<Relationships xmlns="http://schemas.openxmlformats.org/package/2006/relationships"><Relationship Id="rId1" Type="http://schemas.openxmlformats.org/officeDocument/2006/relationships/package" Target="../embeddings/Microsoft_Excel_Sheet56.xlsx"/><Relationship Id="rId2" Type="http://schemas.microsoft.com/office/2011/relationships/chartColorStyle" Target="colors41.xml"/><Relationship Id="rId3" Type="http://schemas.microsoft.com/office/2011/relationships/chartStyle" Target="style41.xml"/></Relationships>
</file>

<file path=ppt/charts/_rels/chart74.xml.rels><?xml version='1.0' encoding='UTF-8' standalone='yes'?>
<Relationships xmlns="http://schemas.openxmlformats.org/package/2006/relationships"><Relationship Id="rId1" Type="http://schemas.openxmlformats.org/officeDocument/2006/relationships/package" Target="../embeddings/Microsoft_Excel_Sheet57.xlsx"/><Relationship Id="rId2" Type="http://schemas.microsoft.com/office/2011/relationships/chartColorStyle" Target="colors42.xml"/><Relationship Id="rId3" Type="http://schemas.microsoft.com/office/2011/relationships/chartStyle" Target="style42.xml"/></Relationships>
</file>

<file path=ppt/charts/_rels/chart75.xml.rels><?xml version='1.0' encoding='UTF-8' standalone='yes'?>
<Relationships xmlns="http://schemas.openxmlformats.org/package/2006/relationships"><Relationship Id="rId1" Type="http://schemas.openxmlformats.org/officeDocument/2006/relationships/package" Target="../embeddings/Microsoft_Excel_Sheet58.xlsx"/><Relationship Id="rId2" Type="http://schemas.microsoft.com/office/2011/relationships/chartColorStyle" Target="colors43.xml"/><Relationship Id="rId3" Type="http://schemas.microsoft.com/office/2011/relationships/chartStyle" Target="style43.xml"/></Relationships>
</file>

<file path=ppt/charts/_rels/chart76.xml.rels><?xml version='1.0' encoding='UTF-8' standalone='yes'?>
<Relationships xmlns="http://schemas.openxmlformats.org/package/2006/relationships"><Relationship Id="rId1" Type="http://schemas.openxmlformats.org/officeDocument/2006/relationships/package" Target="../embeddings/Microsoft_Excel_Sheet59.xlsx"/><Relationship Id="rId2" Type="http://schemas.microsoft.com/office/2011/relationships/chartColorStyle" Target="colors44.xml"/><Relationship Id="rId3" Type="http://schemas.microsoft.com/office/2011/relationships/chartStyle" Target="style44.xml"/></Relationships>
</file>

<file path=ppt/charts/_rels/chart77.xml.rels><?xml version='1.0' encoding='UTF-8' standalone='yes'?>
<Relationships xmlns="http://schemas.openxmlformats.org/package/2006/relationships"><Relationship Id="rId1" Type="http://schemas.openxmlformats.org/officeDocument/2006/relationships/package" Target="../embeddings/Microsoft_Excel_Sheet60.xlsx"/><Relationship Id="rId2" Type="http://schemas.microsoft.com/office/2011/relationships/chartColorStyle" Target="colors45.xml"/><Relationship Id="rId3" Type="http://schemas.microsoft.com/office/2011/relationships/chartStyle" Target="style45.xml"/></Relationships>
</file>

<file path=ppt/charts/_rels/chart78.xml.rels><?xml version='1.0' encoding='UTF-8' standalone='yes'?>
<Relationships xmlns="http://schemas.openxmlformats.org/package/2006/relationships"><Relationship Id="rId1" Type="http://schemas.openxmlformats.org/officeDocument/2006/relationships/package" Target="../embeddings/Microsoft_Excel_Sheet61.xlsx"/><Relationship Id="rId2" Type="http://schemas.microsoft.com/office/2011/relationships/chartColorStyle" Target="colors46.xml"/><Relationship Id="rId3" Type="http://schemas.microsoft.com/office/2011/relationships/chartStyle" Target="style46.xml"/></Relationships>
</file>

<file path=ppt/charts/_rels/chart79.xml.rels><?xml version='1.0' encoding='UTF-8' standalone='yes'?>
<Relationships xmlns="http://schemas.openxmlformats.org/package/2006/relationships"><Relationship Id="rId1" Type="http://schemas.openxmlformats.org/officeDocument/2006/relationships/package" Target="../embeddings/Microsoft_Excel_Sheet62.xlsx"/><Relationship Id="rId2" Type="http://schemas.openxmlformats.org/officeDocument/2006/relationships/themeOverride" Target="../theme/themeOverride64.xml"/><Relationship Id="rId3" Type="http://schemas.microsoft.com/office/2011/relationships/chartColorStyle" Target="colors47.xml"/><Relationship Id="rId4" Type="http://schemas.microsoft.com/office/2011/relationships/chartStyle" Target="style47.xml"/></Relationships>
</file>

<file path=ppt/charts/_rels/chart80.xml.rels><?xml version='1.0' encoding='UTF-8' standalone='yes'?>
<Relationships xmlns="http://schemas.openxmlformats.org/package/2006/relationships"><Relationship Id="rId1" Type="http://schemas.openxmlformats.org/officeDocument/2006/relationships/package" Target="../embeddings/Microsoft_Excel_Sheet63.xlsx"/><Relationship Id="rId2" Type="http://schemas.openxmlformats.org/officeDocument/2006/relationships/themeOverride" Target="../theme/themeOverride65.xml"/><Relationship Id="rId3" Type="http://schemas.microsoft.com/office/2011/relationships/chartColorStyle" Target="colors48.xml"/><Relationship Id="rId4" Type="http://schemas.microsoft.com/office/2011/relationships/chartStyle" Target="style48.xml"/></Relationships>
</file>

<file path=ppt/charts/_rels/chart81.xml.rels><?xml version='1.0' encoding='UTF-8' standalone='yes'?>
<Relationships xmlns="http://schemas.openxmlformats.org/package/2006/relationships"><Relationship Id="rId1" Type="http://schemas.openxmlformats.org/officeDocument/2006/relationships/package" Target="../embeddings/Microsoft_Excel_Sheet64.xlsx"/><Relationship Id="rId2" Type="http://schemas.openxmlformats.org/officeDocument/2006/relationships/themeOverride" Target="../theme/themeOverride66.xml"/><Relationship Id="rId3" Type="http://schemas.microsoft.com/office/2011/relationships/chartColorStyle" Target="colors49.xml"/><Relationship Id="rId4" Type="http://schemas.microsoft.com/office/2011/relationships/chartStyle" Target="style49.xml"/></Relationships>
</file>

<file path=ppt/charts/_rels/chart82.xml.rels><?xml version='1.0' encoding='UTF-8' standalone='yes'?>
<Relationships xmlns="http://schemas.openxmlformats.org/package/2006/relationships"><Relationship Id="rId1" Type="http://schemas.openxmlformats.org/officeDocument/2006/relationships/package" Target="../embeddings/Microsoft_Excel_Sheet65.xlsx"/><Relationship Id="rId2" Type="http://schemas.openxmlformats.org/officeDocument/2006/relationships/themeOverride" Target="../theme/themeOverride67.xml"/><Relationship Id="rId3" Type="http://schemas.microsoft.com/office/2011/relationships/chartColorStyle" Target="colors50.xml"/><Relationship Id="rId4" Type="http://schemas.microsoft.com/office/2011/relationships/chartStyle" Target="style50.xml"/></Relationships>
</file>

<file path=ppt/charts/_rels/chart83.xml.rels><?xml version='1.0' encoding='UTF-8' standalone='yes'?>
<Relationships xmlns="http://schemas.openxmlformats.org/package/2006/relationships"><Relationship Id="rId1" Type="http://schemas.openxmlformats.org/officeDocument/2006/relationships/package" Target="../embeddings/Microsoft_Excel_Sheet66.xlsx"/><Relationship Id="rId2" Type="http://schemas.openxmlformats.org/officeDocument/2006/relationships/themeOverride" Target="../theme/themeOverride68.xml"/><Relationship Id="rId3" Type="http://schemas.microsoft.com/office/2011/relationships/chartColorStyle" Target="colors51.xml"/><Relationship Id="rId4" Type="http://schemas.microsoft.com/office/2011/relationships/chartStyle" Target="style51.xml"/></Relationships>
</file>

<file path=ppt/charts/_rels/chart84.xml.rels><?xml version='1.0' encoding='UTF-8' standalone='yes'?>
<Relationships xmlns="http://schemas.openxmlformats.org/package/2006/relationships"><Relationship Id="rId1" Type="http://schemas.openxmlformats.org/officeDocument/2006/relationships/package" Target="../embeddings/Microsoft_Excel_Sheet67.xlsx"/><Relationship Id="rId2" Type="http://schemas.openxmlformats.org/officeDocument/2006/relationships/themeOverride" Target="../theme/themeOverride69.xml"/><Relationship Id="rId3" Type="http://schemas.microsoft.com/office/2011/relationships/chartColorStyle" Target="colors52.xml"/><Relationship Id="rId4" Type="http://schemas.microsoft.com/office/2011/relationships/chartStyle" Target="style52.xml"/></Relationships>
</file>

<file path=ppt/charts/_rels/chart85.xml.rels><?xml version='1.0' encoding='UTF-8' standalone='yes'?>
<Relationships xmlns="http://schemas.openxmlformats.org/package/2006/relationships"><Relationship Id="rId1" Type="http://schemas.openxmlformats.org/officeDocument/2006/relationships/package" Target="../embeddings/Microsoft_Excel_Sheet68.xlsx"/><Relationship Id="rId2" Type="http://schemas.openxmlformats.org/officeDocument/2006/relationships/themeOverride" Target="../theme/themeOverride70.xml"/><Relationship Id="rId3" Type="http://schemas.microsoft.com/office/2011/relationships/chartColorStyle" Target="colors53.xml"/><Relationship Id="rId4" Type="http://schemas.microsoft.com/office/2011/relationships/chartStyle" Target="style53.xml"/></Relationships>
</file>

<file path=ppt/charts/_rels/chart86.xml.rels><?xml version='1.0' encoding='UTF-8' standalone='yes'?>
<Relationships xmlns="http://schemas.openxmlformats.org/package/2006/relationships"><Relationship Id="rId1" Type="http://schemas.openxmlformats.org/officeDocument/2006/relationships/package" Target="../embeddings/Microsoft_Excel_Sheet69.xlsx"/><Relationship Id="rId2" Type="http://schemas.microsoft.com/office/2011/relationships/chartColorStyle" Target="colors54.xml"/><Relationship Id="rId3" Type="http://schemas.microsoft.com/office/2011/relationships/chartStyle" Target="style54.xml"/></Relationships>
</file>

<file path=ppt/charts/_rels/chart87.xml.rels><?xml version='1.0' encoding='UTF-8' standalone='yes'?>
<Relationships xmlns="http://schemas.openxmlformats.org/package/2006/relationships"><Relationship Id="rId1" Type="http://schemas.openxmlformats.org/officeDocument/2006/relationships/package" Target="../embeddings/Microsoft_Excel_Sheet70.xlsx"/><Relationship Id="rId2" Type="http://schemas.microsoft.com/office/2011/relationships/chartColorStyle" Target="colors55.xml"/><Relationship Id="rId3" Type="http://schemas.microsoft.com/office/2011/relationships/chartStyle" Target="style55.xml"/></Relationships>
</file>

<file path=ppt/charts/_rels/chart88.xml.rels><?xml version='1.0' encoding='UTF-8' standalone='yes'?>
<Relationships xmlns="http://schemas.openxmlformats.org/package/2006/relationships"><Relationship Id="rId1" Type="http://schemas.openxmlformats.org/officeDocument/2006/relationships/package" Target="../embeddings/Microsoft_Excel_Sheet71.xlsx"/><Relationship Id="rId2" Type="http://schemas.microsoft.com/office/2011/relationships/chartColorStyle" Target="colors56.xml"/><Relationship Id="rId3" Type="http://schemas.microsoft.com/office/2011/relationships/chartStyle" Target="style56.xml"/><Relationship Id="rId4" Type="http://schemas.openxmlformats.org/officeDocument/2006/relationships/chartUserShapes" Target="../drawings/drawing30.xml"/></Relationships>
</file>

<file path=ppt/charts/_rels/chart89.xml.rels><?xml version='1.0' encoding='UTF-8' standalone='yes'?>
<Relationships xmlns="http://schemas.openxmlformats.org/package/2006/relationships"><Relationship Id="rId1" Type="http://schemas.openxmlformats.org/officeDocument/2006/relationships/package" Target="../embeddings/Microsoft_Excel_Sheet72.xlsx"/><Relationship Id="rId2" Type="http://schemas.microsoft.com/office/2011/relationships/chartColorStyle" Target="colors57.xml"/><Relationship Id="rId3" Type="http://schemas.microsoft.com/office/2011/relationships/chartStyle" Target="style57.xml"/></Relationships>
</file>

<file path=ppt/charts/_rels/chart90.xml.rels><?xml version='1.0' encoding='UTF-8' standalone='yes'?>
<Relationships xmlns="http://schemas.openxmlformats.org/package/2006/relationships"><Relationship Id="rId1" Type="http://schemas.openxmlformats.org/officeDocument/2006/relationships/package" Target="../embeddings/Microsoft_Excel_Sheet73.xlsx"/><Relationship Id="rId2" Type="http://schemas.microsoft.com/office/2011/relationships/chartColorStyle" Target="colors58.xml"/><Relationship Id="rId3" Type="http://schemas.microsoft.com/office/2011/relationships/chartStyle" Target="style58.xml"/></Relationships>
</file>

<file path=ppt/charts/_rels/chart91.xml.rels><?xml version='1.0' encoding='UTF-8' standalone='yes'?>
<Relationships xmlns="http://schemas.openxmlformats.org/package/2006/relationships"><Relationship Id="rId1" Type="http://schemas.openxmlformats.org/officeDocument/2006/relationships/package" Target="../embeddings/Microsoft_Excel_Sheet74.xlsx"/><Relationship Id="rId2" Type="http://schemas.microsoft.com/office/2011/relationships/chartColorStyle" Target="colors59.xml"/><Relationship Id="rId3" Type="http://schemas.microsoft.com/office/2011/relationships/chartStyle" Target="style59.xml"/></Relationships>
</file>

<file path=ppt/charts/_rels/chart92.xml.rels><?xml version='1.0' encoding='UTF-8' standalone='yes'?>
<Relationships xmlns="http://schemas.openxmlformats.org/package/2006/relationships"><Relationship Id="rId1" Type="http://schemas.openxmlformats.org/officeDocument/2006/relationships/package" Target="../embeddings/Microsoft_Excel_Sheet75.xlsx"/><Relationship Id="rId2" Type="http://schemas.microsoft.com/office/2011/relationships/chartColorStyle" Target="colors60.xml"/><Relationship Id="rId3" Type="http://schemas.microsoft.com/office/2011/relationships/chartStyle" Target="style60.xml"/></Relationships>
</file>

<file path=ppt/charts/_rels/chart93.xml.rels><?xml version='1.0' encoding='UTF-8' standalone='yes'?>
<Relationships xmlns="http://schemas.openxmlformats.org/package/2006/relationships"><Relationship Id="rId1" Type="http://schemas.openxmlformats.org/officeDocument/2006/relationships/package" Target="../embeddings/Microsoft_Excel_Sheet76.xlsx"/><Relationship Id="rId2" Type="http://schemas.openxmlformats.org/officeDocument/2006/relationships/themeOverride" Target="../theme/themeOverride71.xml"/><Relationship Id="rId3" Type="http://schemas.microsoft.com/office/2011/relationships/chartColorStyle" Target="colors61.xml"/><Relationship Id="rId4" Type="http://schemas.microsoft.com/office/2011/relationships/chartStyle" Target="style61.xml"/></Relationships>
</file>

<file path=ppt/charts/_rels/chart94.xml.rels><?xml version='1.0' encoding='UTF-8' standalone='yes'?>
<Relationships xmlns="http://schemas.openxmlformats.org/package/2006/relationships"><Relationship Id="rId1" Type="http://schemas.openxmlformats.org/officeDocument/2006/relationships/package" Target="../embeddings/Microsoft_Excel_Sheet77.xlsx"/><Relationship Id="rId2" Type="http://schemas.microsoft.com/office/2011/relationships/chartColorStyle" Target="colors62.xml"/><Relationship Id="rId3" Type="http://schemas.microsoft.com/office/2011/relationships/chartStyle" Target="style62.xml"/></Relationships>
</file>

<file path=ppt/charts/_rels/chart95.xml.rels><?xml version='1.0' encoding='UTF-8' standalone='yes'?>
<Relationships xmlns="http://schemas.openxmlformats.org/package/2006/relationships"><Relationship Id="rId1" Type="http://schemas.openxmlformats.org/officeDocument/2006/relationships/package" Target="../embeddings/Microsoft_Excel_Sheet78.xlsx"/><Relationship Id="rId2" Type="http://schemas.microsoft.com/office/2011/relationships/chartColorStyle" Target="colors63.xml"/><Relationship Id="rId3" Type="http://schemas.microsoft.com/office/2011/relationships/chartStyle" Target="style63.xml"/><Relationship Id="rId4" Type="http://schemas.openxmlformats.org/officeDocument/2006/relationships/chartUserShapes" Target="../drawings/drawing31.xml"/></Relationships>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美国GDP!$G$1</c:f>
              <c:strCache>
                <c:ptCount val="1"/>
                <c:pt idx="0">
                  <c:v>美国CPI非季调同比（%），左轴</c:v>
                </c:pt>
              </c:strCache>
            </c:strRef>
          </c:tx>
          <c:spPr>
            <a:solidFill>
              <a:sysClr val="window" lastClr="FFFFFF">
                <a:lumMod val="75000"/>
              </a:sysClr>
            </a:solidFill>
            <a:ln>
              <a:noFill/>
            </a:ln>
            <a:effectLst/>
          </c:spPr>
          <c:invertIfNegative val="0"/>
          <c:dLbls>
            <c:dLbl>
              <c:idx val="28"/>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7CE2-40A7-B82E-6EAAC7B6F073}"/>
                </c:ext>
              </c:extLst>
            </c:dLbl>
            <c:spPr>
              <a:noFill/>
              <a:ln>
                <a:noFill/>
              </a:ln>
              <a:effectLst/>
            </c:spPr>
            <c:txPr>
              <a:bodyPr rot="0" spcFirstLastPara="1" vertOverflow="ellipsis" vert="horz" wrap="square" lIns="38100" tIns="19050" rIns="38100" bIns="19050" anchor="ctr" anchorCtr="1">
                <a:spAutoFit/>
              </a:bodyPr>
              <a:lstStyle/>
              <a:p>
                <a:pPr>
                  <a:defRPr lang="zh-CN" sz="800" b="0" i="0" u="none" strike="noStrike" kern="1200" baseline="0">
                    <a:solidFill>
                      <a:schemeClr val="tx1"/>
                    </a:solidFill>
                    <a:latin typeface="Arial" panose="020B0704020202090204" pitchFamily="7" charset="0"/>
                    <a:ea typeface="思源黑体 CN Light" panose="020B0800000000000000" pitchFamily="34" charset="-128"/>
                    <a:cs typeface="+mn-cs"/>
                  </a:defRPr>
                </a:pPr>
                <a:endParaRPr lang="zh-CN"/>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美国GDP!$F$2:$F$30</c:f>
              <c:numCache>
                <c:formatCode>yyyy\-mm</c:formatCode>
                <c:ptCount val="29"/>
                <c:pt idx="0">
                  <c:v>45322</c:v>
                </c:pt>
                <c:pt idx="1">
                  <c:v>45351</c:v>
                </c:pt>
                <c:pt idx="2">
                  <c:v>45382</c:v>
                </c:pt>
                <c:pt idx="3">
                  <c:v>45412</c:v>
                </c:pt>
                <c:pt idx="4">
                  <c:v>45443</c:v>
                </c:pt>
                <c:pt idx="5">
                  <c:v>45473</c:v>
                </c:pt>
                <c:pt idx="6">
                  <c:v>45504</c:v>
                </c:pt>
                <c:pt idx="7">
                  <c:v>45535</c:v>
                </c:pt>
                <c:pt idx="8">
                  <c:v>45565</c:v>
                </c:pt>
                <c:pt idx="9">
                  <c:v>45596</c:v>
                </c:pt>
                <c:pt idx="10">
                  <c:v>45626</c:v>
                </c:pt>
                <c:pt idx="11">
                  <c:v>45657</c:v>
                </c:pt>
                <c:pt idx="12">
                  <c:v>45688</c:v>
                </c:pt>
                <c:pt idx="13">
                  <c:v>45716</c:v>
                </c:pt>
                <c:pt idx="14">
                  <c:v>45747</c:v>
                </c:pt>
                <c:pt idx="15">
                  <c:v>45777</c:v>
                </c:pt>
                <c:pt idx="16">
                  <c:v>45808</c:v>
                </c:pt>
                <c:pt idx="17">
                  <c:v>45838</c:v>
                </c:pt>
                <c:pt idx="18">
                  <c:v>45869</c:v>
                </c:pt>
                <c:pt idx="19">
                  <c:v>45900</c:v>
                </c:pt>
                <c:pt idx="20">
                  <c:v>45930</c:v>
                </c:pt>
                <c:pt idx="21">
                  <c:v>45961</c:v>
                </c:pt>
                <c:pt idx="22">
                  <c:v>45991</c:v>
                </c:pt>
                <c:pt idx="23">
                  <c:v>46022</c:v>
                </c:pt>
                <c:pt idx="24">
                  <c:v>46053</c:v>
                </c:pt>
                <c:pt idx="25">
                  <c:v>46081</c:v>
                </c:pt>
                <c:pt idx="26">
                  <c:v>46112</c:v>
                </c:pt>
                <c:pt idx="27">
                  <c:v>46142</c:v>
                </c:pt>
                <c:pt idx="28">
                  <c:v>46173</c:v>
                </c:pt>
              </c:numCache>
            </c:numRef>
          </c:cat>
          <c:val>
            <c:numRef>
              <c:f>美国GDP!$G$2:$G$30</c:f>
              <c:numCache>
                <c:formatCode>#,##0.00_ </c:formatCode>
                <c:ptCount val="29"/>
                <c:pt idx="0">
                  <c:v>3.1</c:v>
                </c:pt>
                <c:pt idx="1">
                  <c:v>3.2</c:v>
                </c:pt>
                <c:pt idx="2">
                  <c:v>3.5</c:v>
                </c:pt>
                <c:pt idx="3">
                  <c:v>3.4</c:v>
                </c:pt>
                <c:pt idx="4">
                  <c:v>3.3</c:v>
                </c:pt>
                <c:pt idx="5">
                  <c:v>3</c:v>
                </c:pt>
                <c:pt idx="6">
                  <c:v>2.9</c:v>
                </c:pt>
                <c:pt idx="7">
                  <c:v>2.5</c:v>
                </c:pt>
                <c:pt idx="8">
                  <c:v>2.4</c:v>
                </c:pt>
                <c:pt idx="9">
                  <c:v>2.6</c:v>
                </c:pt>
                <c:pt idx="10">
                  <c:v>2.7</c:v>
                </c:pt>
                <c:pt idx="11">
                  <c:v>2.9</c:v>
                </c:pt>
                <c:pt idx="12">
                  <c:v>3</c:v>
                </c:pt>
                <c:pt idx="13">
                  <c:v>2.8</c:v>
                </c:pt>
                <c:pt idx="14">
                  <c:v>2.4</c:v>
                </c:pt>
                <c:pt idx="15">
                  <c:v>2.2999999999999998</c:v>
                </c:pt>
                <c:pt idx="16">
                  <c:v>2.4</c:v>
                </c:pt>
                <c:pt idx="17">
                  <c:v>2.7</c:v>
                </c:pt>
                <c:pt idx="18">
                  <c:v>2.7</c:v>
                </c:pt>
                <c:pt idx="19">
                  <c:v>2.9</c:v>
                </c:pt>
                <c:pt idx="20">
                  <c:v>3</c:v>
                </c:pt>
                <c:pt idx="22">
                  <c:v>2.7</c:v>
                </c:pt>
                <c:pt idx="23">
                  <c:v>2.7</c:v>
                </c:pt>
                <c:pt idx="24">
                  <c:v>2.4</c:v>
                </c:pt>
                <c:pt idx="25">
                  <c:v>2.4</c:v>
                </c:pt>
                <c:pt idx="26">
                  <c:v>3.3</c:v>
                </c:pt>
                <c:pt idx="27">
                  <c:v>3.8</c:v>
                </c:pt>
                <c:pt idx="28">
                  <c:v>4.2</c:v>
                </c:pt>
              </c:numCache>
            </c:numRef>
          </c:val>
          <c:extLst>
            <c:ext xmlns:c16="http://schemas.microsoft.com/office/drawing/2014/chart" uri="{C3380CC4-5D6E-409C-BE32-E72D297353CC}">
              <c16:uniqueId val="{00000001-7CE2-40A7-B82E-6EAAC7B6F073}"/>
            </c:ext>
          </c:extLst>
        </c:ser>
        <c:dLbls>
          <c:showLegendKey val="0"/>
          <c:showVal val="0"/>
          <c:showCatName val="0"/>
          <c:showSerName val="0"/>
          <c:showPercent val="0"/>
          <c:showBubbleSize val="0"/>
        </c:dLbls>
        <c:gapWidth val="150"/>
        <c:overlap val="-25"/>
        <c:axId val="2000000576"/>
        <c:axId val="2000000577"/>
      </c:barChart>
      <c:lineChart>
        <c:grouping val="standard"/>
        <c:varyColors val="0"/>
        <c:ser>
          <c:idx val="1"/>
          <c:order val="1"/>
          <c:tx>
            <c:strRef>
              <c:f>美国GDP!$H$1</c:f>
              <c:strCache>
                <c:ptCount val="1"/>
                <c:pt idx="0">
                  <c:v>美国GDP同比增速（%），右轴</c:v>
                </c:pt>
              </c:strCache>
            </c:strRef>
          </c:tx>
          <c:spPr>
            <a:ln w="28575" cap="rnd">
              <a:solidFill>
                <a:srgbClr val="8064A2"/>
              </a:solidFill>
              <a:round/>
            </a:ln>
            <a:effectLst/>
          </c:spPr>
          <c:marker>
            <c:symbol val="diamond"/>
            <c:size val="7"/>
            <c:spPr>
              <a:solidFill>
                <a:srgbClr val="7030A0"/>
              </a:solidFill>
              <a:ln w="9525">
                <a:noFill/>
              </a:ln>
              <a:effectLst/>
            </c:spPr>
          </c:marker>
          <c:dLbls>
            <c:dLbl>
              <c:idx val="0"/>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7CE2-40A7-B82E-6EAAC7B6F073}"/>
                </c:ext>
              </c:extLst>
            </c:dLbl>
            <c:dLbl>
              <c:idx val="26"/>
              <c:layout>
                <c:manualLayout>
                  <c:x val="-4.7222222222222325E-2"/>
                  <c:y val="-3.2407407407407406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7CE2-40A7-B82E-6EAAC7B6F073}"/>
                </c:ext>
              </c:extLst>
            </c:dLbl>
            <c:spPr>
              <a:noFill/>
              <a:ln>
                <a:noFill/>
              </a:ln>
              <a:effectLst/>
            </c:spPr>
            <c:txPr>
              <a:bodyPr rot="0" spcFirstLastPara="1" vertOverflow="ellipsis" vert="horz" wrap="square" lIns="38100" tIns="19050" rIns="38100" bIns="19050" anchor="ctr" anchorCtr="1">
                <a:spAutoFit/>
              </a:bodyPr>
              <a:lstStyle/>
              <a:p>
                <a:pPr>
                  <a:defRPr lang="zh-CN" sz="800" b="0" i="0" u="none" strike="noStrike" kern="1200" baseline="0">
                    <a:solidFill>
                      <a:schemeClr val="tx1"/>
                    </a:solidFill>
                    <a:latin typeface="Arial" panose="020B0704020202090204" pitchFamily="7" charset="0"/>
                    <a:ea typeface="思源黑体 CN Light" panose="020B0800000000000000" pitchFamily="34" charset="-128"/>
                    <a:cs typeface="+mn-cs"/>
                  </a:defRPr>
                </a:pPr>
                <a:endParaRPr lang="zh-CN"/>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美国GDP!$F$2:$F$30</c:f>
              <c:numCache>
                <c:formatCode>yyyy\-mm</c:formatCode>
                <c:ptCount val="29"/>
                <c:pt idx="0">
                  <c:v>45322</c:v>
                </c:pt>
                <c:pt idx="1">
                  <c:v>45351</c:v>
                </c:pt>
                <c:pt idx="2">
                  <c:v>45382</c:v>
                </c:pt>
                <c:pt idx="3">
                  <c:v>45412</c:v>
                </c:pt>
                <c:pt idx="4">
                  <c:v>45443</c:v>
                </c:pt>
                <c:pt idx="5">
                  <c:v>45473</c:v>
                </c:pt>
                <c:pt idx="6">
                  <c:v>45504</c:v>
                </c:pt>
                <c:pt idx="7">
                  <c:v>45535</c:v>
                </c:pt>
                <c:pt idx="8">
                  <c:v>45565</c:v>
                </c:pt>
                <c:pt idx="9">
                  <c:v>45596</c:v>
                </c:pt>
                <c:pt idx="10">
                  <c:v>45626</c:v>
                </c:pt>
                <c:pt idx="11">
                  <c:v>45657</c:v>
                </c:pt>
                <c:pt idx="12">
                  <c:v>45688</c:v>
                </c:pt>
                <c:pt idx="13">
                  <c:v>45716</c:v>
                </c:pt>
                <c:pt idx="14">
                  <c:v>45747</c:v>
                </c:pt>
                <c:pt idx="15">
                  <c:v>45777</c:v>
                </c:pt>
                <c:pt idx="16">
                  <c:v>45808</c:v>
                </c:pt>
                <c:pt idx="17">
                  <c:v>45838</c:v>
                </c:pt>
                <c:pt idx="18">
                  <c:v>45869</c:v>
                </c:pt>
                <c:pt idx="19">
                  <c:v>45900</c:v>
                </c:pt>
                <c:pt idx="20">
                  <c:v>45930</c:v>
                </c:pt>
                <c:pt idx="21">
                  <c:v>45961</c:v>
                </c:pt>
                <c:pt idx="22">
                  <c:v>45991</c:v>
                </c:pt>
                <c:pt idx="23">
                  <c:v>46022</c:v>
                </c:pt>
                <c:pt idx="24">
                  <c:v>46053</c:v>
                </c:pt>
                <c:pt idx="25">
                  <c:v>46081</c:v>
                </c:pt>
                <c:pt idx="26">
                  <c:v>46112</c:v>
                </c:pt>
                <c:pt idx="27">
                  <c:v>46142</c:v>
                </c:pt>
                <c:pt idx="28">
                  <c:v>46173</c:v>
                </c:pt>
              </c:numCache>
            </c:numRef>
          </c:cat>
          <c:val>
            <c:numRef>
              <c:f>美国GDP!$H$2:$H$30</c:f>
              <c:numCache>
                <c:formatCode>General</c:formatCode>
                <c:ptCount val="29"/>
                <c:pt idx="2">
                  <c:v>5.48</c:v>
                </c:pt>
                <c:pt idx="5">
                  <c:v>5.87</c:v>
                </c:pt>
                <c:pt idx="8">
                  <c:v>5.12</c:v>
                </c:pt>
                <c:pt idx="11">
                  <c:v>4.93</c:v>
                </c:pt>
                <c:pt idx="14">
                  <c:v>4.6500000000000004</c:v>
                </c:pt>
                <c:pt idx="17">
                  <c:v>4.59</c:v>
                </c:pt>
                <c:pt idx="20">
                  <c:v>5.38</c:v>
                </c:pt>
                <c:pt idx="23">
                  <c:v>5.36</c:v>
                </c:pt>
                <c:pt idx="26">
                  <c:v>5.92</c:v>
                </c:pt>
              </c:numCache>
            </c:numRef>
          </c:val>
          <c:smooth val="0"/>
          <c:extLst>
            <c:ext xmlns:c16="http://schemas.microsoft.com/office/drawing/2014/chart" uri="{C3380CC4-5D6E-409C-BE32-E72D297353CC}">
              <c16:uniqueId val="{00000004-7CE2-40A7-B82E-6EAAC7B6F073}"/>
            </c:ext>
          </c:extLst>
        </c:ser>
        <c:dLbls>
          <c:showLegendKey val="0"/>
          <c:showVal val="0"/>
          <c:showCatName val="0"/>
          <c:showSerName val="0"/>
          <c:showPercent val="0"/>
          <c:showBubbleSize val="0"/>
        </c:dLbls>
        <c:marker val="1"/>
        <c:smooth val="0"/>
        <c:axId val="2000000578"/>
        <c:axId val="2000000579"/>
      </c:lineChart>
      <c:dateAx>
        <c:axId val="2000000576"/>
        <c:scaling>
          <c:orientation val="minMax"/>
        </c:scaling>
        <c:delete val="0"/>
        <c:axPos val="b"/>
        <c:numFmt formatCode="m/d/yyyy" sourceLinked="0"/>
        <c:majorTickMark val="none"/>
        <c:minorTickMark val="none"/>
        <c:tickLblPos val="nextTo"/>
        <c:spPr>
          <a:noFill/>
          <a:ln w="6350" cap="flat" cmpd="sng" algn="ctr">
            <a:solidFill>
              <a:sysClr val="windowText" lastClr="000000"/>
            </a:solidFill>
            <a:round/>
          </a:ln>
          <a:effectLst/>
        </c:spPr>
        <c:txPr>
          <a:bodyPr rot="-60000000" spcFirstLastPara="1" vertOverflow="ellipsis" vert="horz" wrap="square" anchor="ctr" anchorCtr="1"/>
          <a:lstStyle/>
          <a:p>
            <a:pPr>
              <a:defRPr lang="zh-CN" sz="800" b="0" i="0" u="none" strike="noStrike" kern="1200" baseline="0">
                <a:solidFill>
                  <a:schemeClr val="tx1"/>
                </a:solidFill>
                <a:latin typeface="Arial" panose="020B0704020202090204" pitchFamily="7" charset="0"/>
                <a:ea typeface="思源黑体 CN Light" panose="020B0800000000000000" pitchFamily="34" charset="-128"/>
                <a:cs typeface="+mn-cs"/>
              </a:defRPr>
            </a:pPr>
            <a:endParaRPr lang="zh-CN"/>
          </a:p>
        </c:txPr>
        <c:crossAx val="2000000577"/>
        <c:crosses val="autoZero"/>
        <c:auto val="1"/>
        <c:lblOffset val="100"/>
        <c:baseTimeUnit val="months"/>
      </c:dateAx>
      <c:valAx>
        <c:axId val="2000000577"/>
        <c:scaling>
          <c:orientation val="minMax"/>
        </c:scaling>
        <c:delete val="0"/>
        <c:axPos val="l"/>
        <c:numFmt formatCode="#,##0.00_ " sourceLinked="1"/>
        <c:majorTickMark val="out"/>
        <c:minorTickMark val="none"/>
        <c:tickLblPos val="nextTo"/>
        <c:spPr>
          <a:noFill/>
          <a:ln>
            <a:noFill/>
          </a:ln>
          <a:effectLst/>
        </c:spPr>
        <c:txPr>
          <a:bodyPr rot="-60000000" spcFirstLastPara="1" vertOverflow="ellipsis" vert="horz" wrap="square" anchor="ctr" anchorCtr="1"/>
          <a:lstStyle/>
          <a:p>
            <a:pPr>
              <a:defRPr lang="zh-CN" sz="800" b="0" i="0" u="none" strike="noStrike" kern="1200" baseline="0">
                <a:solidFill>
                  <a:schemeClr val="tx1"/>
                </a:solidFill>
                <a:latin typeface="Arial" panose="020B0704020202090204" pitchFamily="7" charset="0"/>
                <a:ea typeface="思源黑体 CN Light" panose="020B0800000000000000" pitchFamily="34" charset="-128"/>
                <a:cs typeface="+mn-cs"/>
              </a:defRPr>
            </a:pPr>
            <a:endParaRPr lang="zh-CN"/>
          </a:p>
        </c:txPr>
        <c:crossAx val="2000000576"/>
        <c:crosses val="autoZero"/>
        <c:crossBetween val="between"/>
      </c:valAx>
      <c:valAx>
        <c:axId val="2000000579"/>
        <c:scaling>
          <c:orientation val="minMax"/>
          <c:min val="4"/>
        </c:scaling>
        <c:delete val="0"/>
        <c:axPos val="r"/>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lang="zh-CN" sz="800" b="0" i="0" u="none" strike="noStrike" kern="1200" baseline="0">
                <a:solidFill>
                  <a:schemeClr val="tx1"/>
                </a:solidFill>
                <a:latin typeface="Arial" panose="020B0704020202090204" pitchFamily="7" charset="0"/>
                <a:ea typeface="思源黑体 CN Light" panose="020B0800000000000000" pitchFamily="34" charset="-128"/>
                <a:cs typeface="+mn-cs"/>
              </a:defRPr>
            </a:pPr>
            <a:endParaRPr lang="zh-CN"/>
          </a:p>
        </c:txPr>
        <c:crossAx val="2000000578"/>
        <c:crosses val="max"/>
        <c:crossBetween val="between"/>
      </c:valAx>
      <c:dateAx>
        <c:axId val="2000000578"/>
        <c:scaling>
          <c:orientation val="minMax"/>
        </c:scaling>
        <c:delete val="1"/>
        <c:axPos val="b"/>
        <c:numFmt formatCode="yyyy\-mm" sourceLinked="1"/>
        <c:majorTickMark val="out"/>
        <c:minorTickMark val="none"/>
        <c:tickLblPos val="nextTo"/>
        <c:crossAx val="2000000579"/>
        <c:crosses val="autoZero"/>
        <c:auto val="1"/>
        <c:lblOffset val="100"/>
        <c:baseTimeUnit val="months"/>
      </c:dateAx>
      <c:spPr>
        <a:noFill/>
        <a:ln>
          <a:noFill/>
        </a:ln>
        <a:effectLst/>
      </c:spPr>
    </c:plotArea>
    <c:legend>
      <c:legendPos val="t"/>
      <c:overlay val="0"/>
      <c:spPr>
        <a:noFill/>
        <a:ln>
          <a:noFill/>
        </a:ln>
        <a:effectLst/>
      </c:spPr>
      <c:txPr>
        <a:bodyPr rot="0" spcFirstLastPara="1" vertOverflow="ellipsis" vert="horz" wrap="square" anchor="ctr" anchorCtr="1"/>
        <a:lstStyle/>
        <a:p>
          <a:pPr>
            <a:defRPr lang="zh-CN" sz="800" b="0" i="0" u="none" strike="noStrike" kern="1200" baseline="0">
              <a:solidFill>
                <a:schemeClr val="tx1"/>
              </a:solidFill>
              <a:latin typeface="Arial" panose="020B0704020202090204" pitchFamily="7" charset="0"/>
              <a:ea typeface="思源黑体 CN Light" panose="020B0800000000000000" pitchFamily="34" charset="-128"/>
              <a:cs typeface="+mn-cs"/>
            </a:defRPr>
          </a:pPr>
          <a:endParaRPr lang="zh-CN"/>
        </a:p>
      </c:txPr>
    </c:legend>
    <c:plotVisOnly val="1"/>
    <c:dispBlanksAs val="span"/>
    <c:showDLblsOverMax val="0"/>
  </c:chart>
  <c:spPr>
    <a:noFill/>
    <a:ln w="9525" cap="flat" cmpd="sng" algn="ctr">
      <a:noFill/>
      <a:round/>
    </a:ln>
    <a:effectLst/>
  </c:spPr>
  <c:txPr>
    <a:bodyPr/>
    <a:lstStyle/>
    <a:p>
      <a:pPr>
        <a:defRPr lang="zh-CN" sz="800" baseline="0">
          <a:solidFill>
            <a:schemeClr val="tx1"/>
          </a:solidFill>
          <a:latin typeface="Arial" panose="020B0704020202090204" pitchFamily="7" charset="0"/>
          <a:ea typeface="思源黑体 CN Light" panose="020B0800000000000000" pitchFamily="34" charset="-128"/>
        </a:defRPr>
      </a:pPr>
      <a:endParaRPr lang="zh-CN"/>
    </a:p>
  </c:txPr>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6012646532004398E-2"/>
          <c:y val="0.174558204367605"/>
          <c:w val="0.84340643929044301"/>
          <c:h val="0.74717790047048405"/>
        </c:manualLayout>
      </c:layout>
      <c:lineChart>
        <c:grouping val="standard"/>
        <c:varyColors val="0"/>
        <c:ser>
          <c:idx val="0"/>
          <c:order val="0"/>
          <c:tx>
            <c:strRef>
              <c:f>'美国CPI 核心CPI'!$G$1</c:f>
              <c:strCache>
                <c:ptCount val="1"/>
                <c:pt idx="0">
                  <c:v>美国:CPI:非季调:同比（%）</c:v>
                </c:pt>
              </c:strCache>
            </c:strRef>
          </c:tx>
          <c:spPr>
            <a:ln w="25400" cap="rnd" cmpd="sng">
              <a:solidFill>
                <a:srgbClr val="7C80C8"/>
              </a:solidFill>
              <a:prstDash val="solid"/>
              <a:round/>
            </a:ln>
            <a:effectLst/>
          </c:spPr>
          <c:marker>
            <c:symbol val="none"/>
          </c:marker>
          <c:dLbls>
            <c:dLbl>
              <c:idx val="16"/>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7BE7-4499-8612-5D750AB5EE99}"/>
                </c:ext>
              </c:extLst>
            </c:dLbl>
            <c:spPr>
              <a:noFill/>
              <a:ln>
                <a:noFill/>
              </a:ln>
              <a:effectLst/>
            </c:spPr>
            <c:txPr>
              <a:bodyPr rot="0" spcFirstLastPara="1" vertOverflow="ellipsis" vert="horz" wrap="square" lIns="38100" tIns="19050" rIns="38100" bIns="19050" anchor="ctr" anchorCtr="1">
                <a:spAutoFit/>
              </a:bodyPr>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'美国CPI 核心CPI'!$F$2:$F$18</c:f>
              <c:numCache>
                <c:formatCode>yyyy\-mm</c:formatCode>
                <c:ptCount val="17"/>
                <c:pt idx="0">
                  <c:v>46173</c:v>
                </c:pt>
                <c:pt idx="1">
                  <c:v>46142</c:v>
                </c:pt>
                <c:pt idx="2">
                  <c:v>46112</c:v>
                </c:pt>
                <c:pt idx="3">
                  <c:v>46081</c:v>
                </c:pt>
                <c:pt idx="4">
                  <c:v>46053</c:v>
                </c:pt>
                <c:pt idx="5">
                  <c:v>46022</c:v>
                </c:pt>
                <c:pt idx="6">
                  <c:v>45991</c:v>
                </c:pt>
                <c:pt idx="7">
                  <c:v>45961</c:v>
                </c:pt>
                <c:pt idx="8">
                  <c:v>45930</c:v>
                </c:pt>
                <c:pt idx="9">
                  <c:v>45900</c:v>
                </c:pt>
                <c:pt idx="10">
                  <c:v>45869</c:v>
                </c:pt>
                <c:pt idx="11">
                  <c:v>45838</c:v>
                </c:pt>
                <c:pt idx="12">
                  <c:v>45808</c:v>
                </c:pt>
                <c:pt idx="13">
                  <c:v>45777</c:v>
                </c:pt>
                <c:pt idx="14">
                  <c:v>45747</c:v>
                </c:pt>
                <c:pt idx="15">
                  <c:v>45716</c:v>
                </c:pt>
                <c:pt idx="16">
                  <c:v>45688</c:v>
                </c:pt>
              </c:numCache>
            </c:numRef>
          </c:cat>
          <c:val>
            <c:numRef>
              <c:f>'美国CPI 核心CPI'!$G$2:$G$18</c:f>
              <c:numCache>
                <c:formatCode>#,##0.00_ </c:formatCode>
                <c:ptCount val="17"/>
                <c:pt idx="0">
                  <c:v>4.2</c:v>
                </c:pt>
                <c:pt idx="1">
                  <c:v>3.8</c:v>
                </c:pt>
                <c:pt idx="2">
                  <c:v>3.3</c:v>
                </c:pt>
                <c:pt idx="3">
                  <c:v>2.4</c:v>
                </c:pt>
                <c:pt idx="4">
                  <c:v>2.4</c:v>
                </c:pt>
                <c:pt idx="5">
                  <c:v>2.7</c:v>
                </c:pt>
                <c:pt idx="6">
                  <c:v>2.7</c:v>
                </c:pt>
                <c:pt idx="8">
                  <c:v>3</c:v>
                </c:pt>
                <c:pt idx="9">
                  <c:v>2.9</c:v>
                </c:pt>
                <c:pt idx="10">
                  <c:v>2.7</c:v>
                </c:pt>
                <c:pt idx="11">
                  <c:v>2.7</c:v>
                </c:pt>
                <c:pt idx="12">
                  <c:v>2.4</c:v>
                </c:pt>
                <c:pt idx="13">
                  <c:v>2.2999999999999998</c:v>
                </c:pt>
                <c:pt idx="14">
                  <c:v>2.4</c:v>
                </c:pt>
                <c:pt idx="15">
                  <c:v>2.8</c:v>
                </c:pt>
                <c:pt idx="16">
                  <c:v>3</c:v>
                </c:pt>
              </c:numCache>
            </c:numRef>
          </c:val>
          <c:smooth val="0"/>
          <c:extLst>
            <c:ext xmlns:c16="http://schemas.microsoft.com/office/drawing/2014/chart" uri="{C3380CC4-5D6E-409C-BE32-E72D297353CC}">
              <c16:uniqueId val="{00000001-7BE7-4499-8612-5D750AB5EE99}"/>
            </c:ext>
          </c:extLst>
        </c:ser>
        <c:ser>
          <c:idx val="1"/>
          <c:order val="1"/>
          <c:tx>
            <c:strRef>
              <c:f>'美国CPI 核心CPI'!$H$1</c:f>
              <c:strCache>
                <c:ptCount val="1"/>
                <c:pt idx="0">
                  <c:v>美国:核心CPI:非季调:同比（%）</c:v>
                </c:pt>
              </c:strCache>
            </c:strRef>
          </c:tx>
          <c:spPr>
            <a:ln w="25400" cap="rnd">
              <a:solidFill>
                <a:srgbClr val="2E3160"/>
              </a:solidFill>
              <a:round/>
            </a:ln>
            <a:effectLst/>
          </c:spPr>
          <c:marker>
            <c:symbol val="none"/>
          </c:marker>
          <c:dLbls>
            <c:dLbl>
              <c:idx val="16"/>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7BE7-4499-8612-5D750AB5EE99}"/>
                </c:ext>
              </c:extLst>
            </c:dLbl>
            <c:spPr>
              <a:noFill/>
              <a:ln>
                <a:noFill/>
              </a:ln>
              <a:effectLst/>
            </c:spPr>
            <c:txPr>
              <a:bodyPr rot="0" spcFirstLastPara="1" vertOverflow="ellipsis" vert="horz" wrap="square" lIns="38100" tIns="19050" rIns="38100" bIns="19050" anchor="ctr" anchorCtr="1">
                <a:spAutoFit/>
              </a:bodyPr>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'美国CPI 核心CPI'!$F$2:$F$18</c:f>
              <c:numCache>
                <c:formatCode>yyyy\-mm</c:formatCode>
                <c:ptCount val="17"/>
                <c:pt idx="0">
                  <c:v>46173</c:v>
                </c:pt>
                <c:pt idx="1">
                  <c:v>46142</c:v>
                </c:pt>
                <c:pt idx="2">
                  <c:v>46112</c:v>
                </c:pt>
                <c:pt idx="3">
                  <c:v>46081</c:v>
                </c:pt>
                <c:pt idx="4">
                  <c:v>46053</c:v>
                </c:pt>
                <c:pt idx="5">
                  <c:v>46022</c:v>
                </c:pt>
                <c:pt idx="6">
                  <c:v>45991</c:v>
                </c:pt>
                <c:pt idx="7">
                  <c:v>45961</c:v>
                </c:pt>
                <c:pt idx="8">
                  <c:v>45930</c:v>
                </c:pt>
                <c:pt idx="9">
                  <c:v>45900</c:v>
                </c:pt>
                <c:pt idx="10">
                  <c:v>45869</c:v>
                </c:pt>
                <c:pt idx="11">
                  <c:v>45838</c:v>
                </c:pt>
                <c:pt idx="12">
                  <c:v>45808</c:v>
                </c:pt>
                <c:pt idx="13">
                  <c:v>45777</c:v>
                </c:pt>
                <c:pt idx="14">
                  <c:v>45747</c:v>
                </c:pt>
                <c:pt idx="15">
                  <c:v>45716</c:v>
                </c:pt>
                <c:pt idx="16">
                  <c:v>45688</c:v>
                </c:pt>
              </c:numCache>
            </c:numRef>
          </c:cat>
          <c:val>
            <c:numRef>
              <c:f>'美国CPI 核心CPI'!$H$2:$H$18</c:f>
              <c:numCache>
                <c:formatCode>#,##0.00_ </c:formatCode>
                <c:ptCount val="17"/>
                <c:pt idx="0">
                  <c:v>2.9</c:v>
                </c:pt>
                <c:pt idx="1">
                  <c:v>2.8</c:v>
                </c:pt>
                <c:pt idx="2">
                  <c:v>2.6</c:v>
                </c:pt>
                <c:pt idx="3">
                  <c:v>2.5</c:v>
                </c:pt>
                <c:pt idx="4">
                  <c:v>2.5</c:v>
                </c:pt>
                <c:pt idx="5">
                  <c:v>2.6</c:v>
                </c:pt>
                <c:pt idx="6">
                  <c:v>2.6</c:v>
                </c:pt>
                <c:pt idx="8">
                  <c:v>3</c:v>
                </c:pt>
                <c:pt idx="9">
                  <c:v>3.1</c:v>
                </c:pt>
                <c:pt idx="10">
                  <c:v>3.1</c:v>
                </c:pt>
                <c:pt idx="11">
                  <c:v>2.9</c:v>
                </c:pt>
                <c:pt idx="12">
                  <c:v>2.8</c:v>
                </c:pt>
                <c:pt idx="13">
                  <c:v>2.8</c:v>
                </c:pt>
                <c:pt idx="14">
                  <c:v>2.8</c:v>
                </c:pt>
                <c:pt idx="15">
                  <c:v>3.1</c:v>
                </c:pt>
                <c:pt idx="16">
                  <c:v>3.3</c:v>
                </c:pt>
              </c:numCache>
            </c:numRef>
          </c:val>
          <c:smooth val="0"/>
          <c:extLst>
            <c:ext xmlns:c16="http://schemas.microsoft.com/office/drawing/2014/chart" uri="{C3380CC4-5D6E-409C-BE32-E72D297353CC}">
              <c16:uniqueId val="{00000003-7BE7-4499-8612-5D750AB5EE99}"/>
            </c:ext>
          </c:extLst>
        </c:ser>
        <c:dLbls>
          <c:showLegendKey val="0"/>
          <c:showVal val="0"/>
          <c:showCatName val="0"/>
          <c:showSerName val="0"/>
          <c:showPercent val="0"/>
          <c:showBubbleSize val="0"/>
        </c:dLbls>
        <c:smooth val="0"/>
        <c:axId val="2000000608"/>
        <c:axId val="2000000609"/>
      </c:lineChart>
      <c:dateAx>
        <c:axId val="2000000608"/>
        <c:scaling>
          <c:orientation val="minMax"/>
        </c:scaling>
        <c:delete val="0"/>
        <c:axPos val="b"/>
        <c:numFmt formatCode="m/d/yyyy" sourceLinked="0"/>
        <c:majorTickMark val="none"/>
        <c:minorTickMark val="none"/>
        <c:tickLblPos val="nextTo"/>
        <c:spPr>
          <a:noFill/>
          <a:ln w="6350" cap="flat" cmpd="sng" algn="ctr">
            <a:solidFill>
              <a:sysClr val="windowText" lastClr="000000"/>
            </a:solidFill>
            <a:round/>
          </a:ln>
          <a:effectLst/>
        </c:spPr>
        <c:txPr>
          <a:bodyPr rot="-6000000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0609"/>
        <c:crosses val="autoZero"/>
        <c:auto val="1"/>
        <c:lblOffset val="100"/>
        <c:baseTimeUnit val="months"/>
      </c:dateAx>
      <c:valAx>
        <c:axId val="2000000609"/>
        <c:scaling>
          <c:orientation val="minMax"/>
          <c:min val="1.5"/>
        </c:scaling>
        <c:delete val="0"/>
        <c:axPos val="l"/>
        <c:numFmt formatCode="#,##0.00_ " sourceLinked="1"/>
        <c:majorTickMark val="out"/>
        <c:minorTickMark val="none"/>
        <c:tickLblPos val="nextTo"/>
        <c:spPr>
          <a:noFill/>
          <a:ln>
            <a:noFill/>
          </a:ln>
          <a:effectLst/>
        </c:spPr>
        <c:txPr>
          <a:bodyPr rot="-6000000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0608"/>
        <c:crosses val="autoZero"/>
        <c:crossBetween val="between"/>
      </c:valAx>
      <c:spPr>
        <a:noFill/>
        <a:ln>
          <a:noFill/>
        </a:ln>
        <a:effectLst/>
      </c:spPr>
    </c:plotArea>
    <c:legend>
      <c:legendPos val="t"/>
      <c:legendEntry>
        <c:idx val="0"/>
        <c:txPr>
          <a:bodyPr rot="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egendEntry>
        <c:idx val="1"/>
        <c:txPr>
          <a:bodyPr rot="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overlay val="0"/>
      <c:spPr>
        <a:noFill/>
        <a:ln>
          <a:noFill/>
        </a:ln>
        <a:effectLst/>
      </c:spPr>
      <c:txPr>
        <a:bodyPr rot="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
    <c:plotVisOnly val="1"/>
    <c:dispBlanksAs val="span"/>
    <c:showDLblsOverMax val="0"/>
  </c:chart>
  <c:spPr>
    <a:noFill/>
    <a:ln w="9525" cap="flat" cmpd="sng" algn="ctr">
      <a:noFill/>
      <a:round/>
    </a:ln>
    <a:effectLst/>
  </c:spPr>
  <c:txPr>
    <a:bodyPr/>
    <a:lstStyle/>
    <a:p>
      <a:pPr>
        <a:defRPr lang="zh-CN" sz="80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defRPr>
      </a:pPr>
      <a:endParaRPr lang="zh-CN"/>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6012646532004398E-2"/>
          <c:y val="0.174558204367605"/>
          <c:w val="0.84838151760880631"/>
          <c:h val="0.67971753530808654"/>
        </c:manualLayout>
      </c:layout>
      <c:lineChart>
        <c:grouping val="standard"/>
        <c:varyColors val="0"/>
        <c:ser>
          <c:idx val="0"/>
          <c:order val="0"/>
          <c:tx>
            <c:strRef>
              <c:f>'VU ratio &amp; ECI'!$F$1</c:f>
              <c:strCache>
                <c:ptCount val="1"/>
                <c:pt idx="0">
                  <c:v>美国空缺岗位数量/失业人数，左轴</c:v>
                </c:pt>
              </c:strCache>
            </c:strRef>
          </c:tx>
          <c:spPr>
            <a:ln w="25400" cap="rnd" cmpd="sng">
              <a:solidFill>
                <a:srgbClr val="7C80C8"/>
              </a:solidFill>
              <a:prstDash val="solid"/>
              <a:round/>
            </a:ln>
            <a:effectLst/>
          </c:spPr>
          <c:marker>
            <c:symbol val="none"/>
          </c:marker>
          <c:cat>
            <c:numRef>
              <c:f>'VU ratio &amp; ECI'!$A$2:$A$306</c:f>
              <c:numCache>
                <c:formatCode>m/d/yyyy</c:formatCode>
                <c:ptCount val="305"/>
                <c:pt idx="0">
                  <c:v>36861</c:v>
                </c:pt>
                <c:pt idx="1">
                  <c:v>36892</c:v>
                </c:pt>
                <c:pt idx="2">
                  <c:v>36923</c:v>
                </c:pt>
                <c:pt idx="3">
                  <c:v>36951</c:v>
                </c:pt>
                <c:pt idx="4">
                  <c:v>36982</c:v>
                </c:pt>
                <c:pt idx="5">
                  <c:v>37012</c:v>
                </c:pt>
                <c:pt idx="6">
                  <c:v>37043</c:v>
                </c:pt>
                <c:pt idx="7">
                  <c:v>37073</c:v>
                </c:pt>
                <c:pt idx="8">
                  <c:v>37104</c:v>
                </c:pt>
                <c:pt idx="9">
                  <c:v>37135</c:v>
                </c:pt>
                <c:pt idx="10">
                  <c:v>37165</c:v>
                </c:pt>
                <c:pt idx="11">
                  <c:v>37196</c:v>
                </c:pt>
                <c:pt idx="12">
                  <c:v>37226</c:v>
                </c:pt>
                <c:pt idx="13">
                  <c:v>37257</c:v>
                </c:pt>
                <c:pt idx="14">
                  <c:v>37288</c:v>
                </c:pt>
                <c:pt idx="15">
                  <c:v>37316</c:v>
                </c:pt>
                <c:pt idx="16">
                  <c:v>37347</c:v>
                </c:pt>
                <c:pt idx="17">
                  <c:v>37377</c:v>
                </c:pt>
                <c:pt idx="18">
                  <c:v>37408</c:v>
                </c:pt>
                <c:pt idx="19">
                  <c:v>37438</c:v>
                </c:pt>
                <c:pt idx="20">
                  <c:v>37469</c:v>
                </c:pt>
                <c:pt idx="21">
                  <c:v>37500</c:v>
                </c:pt>
                <c:pt idx="22">
                  <c:v>37530</c:v>
                </c:pt>
                <c:pt idx="23">
                  <c:v>37561</c:v>
                </c:pt>
                <c:pt idx="24">
                  <c:v>37591</c:v>
                </c:pt>
                <c:pt idx="25">
                  <c:v>37622</c:v>
                </c:pt>
                <c:pt idx="26">
                  <c:v>37653</c:v>
                </c:pt>
                <c:pt idx="27">
                  <c:v>37681</c:v>
                </c:pt>
                <c:pt idx="28">
                  <c:v>37712</c:v>
                </c:pt>
                <c:pt idx="29">
                  <c:v>37742</c:v>
                </c:pt>
                <c:pt idx="30">
                  <c:v>37773</c:v>
                </c:pt>
                <c:pt idx="31">
                  <c:v>37803</c:v>
                </c:pt>
                <c:pt idx="32">
                  <c:v>37834</c:v>
                </c:pt>
                <c:pt idx="33">
                  <c:v>37865</c:v>
                </c:pt>
                <c:pt idx="34">
                  <c:v>37895</c:v>
                </c:pt>
                <c:pt idx="35">
                  <c:v>37926</c:v>
                </c:pt>
                <c:pt idx="36">
                  <c:v>37956</c:v>
                </c:pt>
                <c:pt idx="37">
                  <c:v>37987</c:v>
                </c:pt>
                <c:pt idx="38">
                  <c:v>38018</c:v>
                </c:pt>
                <c:pt idx="39">
                  <c:v>38047</c:v>
                </c:pt>
                <c:pt idx="40">
                  <c:v>38078</c:v>
                </c:pt>
                <c:pt idx="41">
                  <c:v>38108</c:v>
                </c:pt>
                <c:pt idx="42">
                  <c:v>38139</c:v>
                </c:pt>
                <c:pt idx="43">
                  <c:v>38169</c:v>
                </c:pt>
                <c:pt idx="44">
                  <c:v>38200</c:v>
                </c:pt>
                <c:pt idx="45">
                  <c:v>38231</c:v>
                </c:pt>
                <c:pt idx="46">
                  <c:v>38261</c:v>
                </c:pt>
                <c:pt idx="47">
                  <c:v>38292</c:v>
                </c:pt>
                <c:pt idx="48">
                  <c:v>38322</c:v>
                </c:pt>
                <c:pt idx="49">
                  <c:v>38353</c:v>
                </c:pt>
                <c:pt idx="50">
                  <c:v>38384</c:v>
                </c:pt>
                <c:pt idx="51">
                  <c:v>38412</c:v>
                </c:pt>
                <c:pt idx="52">
                  <c:v>38443</c:v>
                </c:pt>
                <c:pt idx="53">
                  <c:v>38473</c:v>
                </c:pt>
                <c:pt idx="54">
                  <c:v>38504</c:v>
                </c:pt>
                <c:pt idx="55">
                  <c:v>38534</c:v>
                </c:pt>
                <c:pt idx="56">
                  <c:v>38565</c:v>
                </c:pt>
                <c:pt idx="57">
                  <c:v>38596</c:v>
                </c:pt>
                <c:pt idx="58">
                  <c:v>38626</c:v>
                </c:pt>
                <c:pt idx="59">
                  <c:v>38657</c:v>
                </c:pt>
                <c:pt idx="60">
                  <c:v>38687</c:v>
                </c:pt>
                <c:pt idx="61">
                  <c:v>38718</c:v>
                </c:pt>
                <c:pt idx="62">
                  <c:v>38749</c:v>
                </c:pt>
                <c:pt idx="63">
                  <c:v>38777</c:v>
                </c:pt>
                <c:pt idx="64">
                  <c:v>38808</c:v>
                </c:pt>
                <c:pt idx="65">
                  <c:v>38838</c:v>
                </c:pt>
                <c:pt idx="66">
                  <c:v>38869</c:v>
                </c:pt>
                <c:pt idx="67">
                  <c:v>38899</c:v>
                </c:pt>
                <c:pt idx="68">
                  <c:v>38930</c:v>
                </c:pt>
                <c:pt idx="69">
                  <c:v>38961</c:v>
                </c:pt>
                <c:pt idx="70">
                  <c:v>38991</c:v>
                </c:pt>
                <c:pt idx="71">
                  <c:v>39022</c:v>
                </c:pt>
                <c:pt idx="72">
                  <c:v>39052</c:v>
                </c:pt>
                <c:pt idx="73">
                  <c:v>39083</c:v>
                </c:pt>
                <c:pt idx="74">
                  <c:v>39114</c:v>
                </c:pt>
                <c:pt idx="75">
                  <c:v>39142</c:v>
                </c:pt>
                <c:pt idx="76">
                  <c:v>39173</c:v>
                </c:pt>
                <c:pt idx="77">
                  <c:v>39203</c:v>
                </c:pt>
                <c:pt idx="78">
                  <c:v>39234</c:v>
                </c:pt>
                <c:pt idx="79">
                  <c:v>39264</c:v>
                </c:pt>
                <c:pt idx="80">
                  <c:v>39295</c:v>
                </c:pt>
                <c:pt idx="81">
                  <c:v>39326</c:v>
                </c:pt>
                <c:pt idx="82">
                  <c:v>39356</c:v>
                </c:pt>
                <c:pt idx="83">
                  <c:v>39387</c:v>
                </c:pt>
                <c:pt idx="84">
                  <c:v>39417</c:v>
                </c:pt>
                <c:pt idx="85">
                  <c:v>39448</c:v>
                </c:pt>
                <c:pt idx="86">
                  <c:v>39479</c:v>
                </c:pt>
                <c:pt idx="87">
                  <c:v>39508</c:v>
                </c:pt>
                <c:pt idx="88">
                  <c:v>39539</c:v>
                </c:pt>
                <c:pt idx="89">
                  <c:v>39569</c:v>
                </c:pt>
                <c:pt idx="90">
                  <c:v>39600</c:v>
                </c:pt>
                <c:pt idx="91">
                  <c:v>39630</c:v>
                </c:pt>
                <c:pt idx="92">
                  <c:v>39661</c:v>
                </c:pt>
                <c:pt idx="93">
                  <c:v>39692</c:v>
                </c:pt>
                <c:pt idx="94">
                  <c:v>39722</c:v>
                </c:pt>
                <c:pt idx="95">
                  <c:v>39753</c:v>
                </c:pt>
                <c:pt idx="96">
                  <c:v>39783</c:v>
                </c:pt>
                <c:pt idx="97">
                  <c:v>39814</c:v>
                </c:pt>
                <c:pt idx="98">
                  <c:v>39845</c:v>
                </c:pt>
                <c:pt idx="99">
                  <c:v>39873</c:v>
                </c:pt>
                <c:pt idx="100">
                  <c:v>39904</c:v>
                </c:pt>
                <c:pt idx="101">
                  <c:v>39934</c:v>
                </c:pt>
                <c:pt idx="102">
                  <c:v>39965</c:v>
                </c:pt>
                <c:pt idx="103">
                  <c:v>39995</c:v>
                </c:pt>
                <c:pt idx="104">
                  <c:v>40026</c:v>
                </c:pt>
                <c:pt idx="105">
                  <c:v>40057</c:v>
                </c:pt>
                <c:pt idx="106">
                  <c:v>40087</c:v>
                </c:pt>
                <c:pt idx="107">
                  <c:v>40118</c:v>
                </c:pt>
                <c:pt idx="108">
                  <c:v>40148</c:v>
                </c:pt>
                <c:pt idx="109">
                  <c:v>40179</c:v>
                </c:pt>
                <c:pt idx="110">
                  <c:v>40210</c:v>
                </c:pt>
                <c:pt idx="111">
                  <c:v>40238</c:v>
                </c:pt>
                <c:pt idx="112">
                  <c:v>40269</c:v>
                </c:pt>
                <c:pt idx="113">
                  <c:v>40299</c:v>
                </c:pt>
                <c:pt idx="114">
                  <c:v>40330</c:v>
                </c:pt>
                <c:pt idx="115">
                  <c:v>40360</c:v>
                </c:pt>
                <c:pt idx="116">
                  <c:v>40391</c:v>
                </c:pt>
                <c:pt idx="117">
                  <c:v>40422</c:v>
                </c:pt>
                <c:pt idx="118">
                  <c:v>40452</c:v>
                </c:pt>
                <c:pt idx="119">
                  <c:v>40483</c:v>
                </c:pt>
                <c:pt idx="120">
                  <c:v>40513</c:v>
                </c:pt>
                <c:pt idx="121">
                  <c:v>40544</c:v>
                </c:pt>
                <c:pt idx="122">
                  <c:v>40575</c:v>
                </c:pt>
                <c:pt idx="123">
                  <c:v>40603</c:v>
                </c:pt>
                <c:pt idx="124">
                  <c:v>40634</c:v>
                </c:pt>
                <c:pt idx="125">
                  <c:v>40664</c:v>
                </c:pt>
                <c:pt idx="126">
                  <c:v>40695</c:v>
                </c:pt>
                <c:pt idx="127">
                  <c:v>40725</c:v>
                </c:pt>
                <c:pt idx="128">
                  <c:v>40756</c:v>
                </c:pt>
                <c:pt idx="129">
                  <c:v>40787</c:v>
                </c:pt>
                <c:pt idx="130">
                  <c:v>40817</c:v>
                </c:pt>
                <c:pt idx="131">
                  <c:v>40848</c:v>
                </c:pt>
                <c:pt idx="132">
                  <c:v>40878</c:v>
                </c:pt>
                <c:pt idx="133">
                  <c:v>40909</c:v>
                </c:pt>
                <c:pt idx="134">
                  <c:v>40940</c:v>
                </c:pt>
                <c:pt idx="135">
                  <c:v>40969</c:v>
                </c:pt>
                <c:pt idx="136">
                  <c:v>41000</c:v>
                </c:pt>
                <c:pt idx="137">
                  <c:v>41030</c:v>
                </c:pt>
                <c:pt idx="138">
                  <c:v>41061</c:v>
                </c:pt>
                <c:pt idx="139">
                  <c:v>41091</c:v>
                </c:pt>
                <c:pt idx="140">
                  <c:v>41122</c:v>
                </c:pt>
                <c:pt idx="141">
                  <c:v>41153</c:v>
                </c:pt>
                <c:pt idx="142">
                  <c:v>41183</c:v>
                </c:pt>
                <c:pt idx="143">
                  <c:v>41214</c:v>
                </c:pt>
                <c:pt idx="144">
                  <c:v>41244</c:v>
                </c:pt>
                <c:pt idx="145">
                  <c:v>41275</c:v>
                </c:pt>
                <c:pt idx="146">
                  <c:v>41306</c:v>
                </c:pt>
                <c:pt idx="147">
                  <c:v>41334</c:v>
                </c:pt>
                <c:pt idx="148">
                  <c:v>41365</c:v>
                </c:pt>
                <c:pt idx="149">
                  <c:v>41395</c:v>
                </c:pt>
                <c:pt idx="150">
                  <c:v>41426</c:v>
                </c:pt>
                <c:pt idx="151">
                  <c:v>41456</c:v>
                </c:pt>
                <c:pt idx="152">
                  <c:v>41487</c:v>
                </c:pt>
                <c:pt idx="153">
                  <c:v>41518</c:v>
                </c:pt>
                <c:pt idx="154">
                  <c:v>41548</c:v>
                </c:pt>
                <c:pt idx="155">
                  <c:v>41579</c:v>
                </c:pt>
                <c:pt idx="156">
                  <c:v>41609</c:v>
                </c:pt>
                <c:pt idx="157">
                  <c:v>41640</c:v>
                </c:pt>
                <c:pt idx="158">
                  <c:v>41671</c:v>
                </c:pt>
                <c:pt idx="159">
                  <c:v>41699</c:v>
                </c:pt>
                <c:pt idx="160">
                  <c:v>41730</c:v>
                </c:pt>
                <c:pt idx="161">
                  <c:v>41760</c:v>
                </c:pt>
                <c:pt idx="162">
                  <c:v>41791</c:v>
                </c:pt>
                <c:pt idx="163">
                  <c:v>41821</c:v>
                </c:pt>
                <c:pt idx="164">
                  <c:v>41852</c:v>
                </c:pt>
                <c:pt idx="165">
                  <c:v>41883</c:v>
                </c:pt>
                <c:pt idx="166">
                  <c:v>41913</c:v>
                </c:pt>
                <c:pt idx="167">
                  <c:v>41944</c:v>
                </c:pt>
                <c:pt idx="168">
                  <c:v>41974</c:v>
                </c:pt>
                <c:pt idx="169">
                  <c:v>42005</c:v>
                </c:pt>
                <c:pt idx="170">
                  <c:v>42036</c:v>
                </c:pt>
                <c:pt idx="171">
                  <c:v>42064</c:v>
                </c:pt>
                <c:pt idx="172">
                  <c:v>42095</c:v>
                </c:pt>
                <c:pt idx="173">
                  <c:v>42125</c:v>
                </c:pt>
                <c:pt idx="174">
                  <c:v>42156</c:v>
                </c:pt>
                <c:pt idx="175">
                  <c:v>42186</c:v>
                </c:pt>
                <c:pt idx="176">
                  <c:v>42217</c:v>
                </c:pt>
                <c:pt idx="177">
                  <c:v>42248</c:v>
                </c:pt>
                <c:pt idx="178">
                  <c:v>42278</c:v>
                </c:pt>
                <c:pt idx="179">
                  <c:v>42309</c:v>
                </c:pt>
                <c:pt idx="180">
                  <c:v>42339</c:v>
                </c:pt>
                <c:pt idx="181">
                  <c:v>42370</c:v>
                </c:pt>
                <c:pt idx="182">
                  <c:v>42401</c:v>
                </c:pt>
                <c:pt idx="183">
                  <c:v>42430</c:v>
                </c:pt>
                <c:pt idx="184">
                  <c:v>42461</c:v>
                </c:pt>
                <c:pt idx="185">
                  <c:v>42491</c:v>
                </c:pt>
                <c:pt idx="186">
                  <c:v>42522</c:v>
                </c:pt>
                <c:pt idx="187">
                  <c:v>42552</c:v>
                </c:pt>
                <c:pt idx="188">
                  <c:v>42583</c:v>
                </c:pt>
                <c:pt idx="189">
                  <c:v>42614</c:v>
                </c:pt>
                <c:pt idx="190">
                  <c:v>42644</c:v>
                </c:pt>
                <c:pt idx="191">
                  <c:v>42675</c:v>
                </c:pt>
                <c:pt idx="192">
                  <c:v>42705</c:v>
                </c:pt>
                <c:pt idx="193">
                  <c:v>42736</c:v>
                </c:pt>
                <c:pt idx="194">
                  <c:v>42767</c:v>
                </c:pt>
                <c:pt idx="195">
                  <c:v>42795</c:v>
                </c:pt>
                <c:pt idx="196">
                  <c:v>42826</c:v>
                </c:pt>
                <c:pt idx="197">
                  <c:v>42856</c:v>
                </c:pt>
                <c:pt idx="198">
                  <c:v>42887</c:v>
                </c:pt>
                <c:pt idx="199">
                  <c:v>42917</c:v>
                </c:pt>
                <c:pt idx="200">
                  <c:v>42948</c:v>
                </c:pt>
                <c:pt idx="201">
                  <c:v>42979</c:v>
                </c:pt>
                <c:pt idx="202">
                  <c:v>43009</c:v>
                </c:pt>
                <c:pt idx="203">
                  <c:v>43040</c:v>
                </c:pt>
                <c:pt idx="204">
                  <c:v>43070</c:v>
                </c:pt>
                <c:pt idx="205">
                  <c:v>43101</c:v>
                </c:pt>
                <c:pt idx="206">
                  <c:v>43132</c:v>
                </c:pt>
                <c:pt idx="207">
                  <c:v>43160</c:v>
                </c:pt>
                <c:pt idx="208">
                  <c:v>43191</c:v>
                </c:pt>
                <c:pt idx="209">
                  <c:v>43221</c:v>
                </c:pt>
                <c:pt idx="210">
                  <c:v>43252</c:v>
                </c:pt>
                <c:pt idx="211">
                  <c:v>43282</c:v>
                </c:pt>
                <c:pt idx="212">
                  <c:v>43313</c:v>
                </c:pt>
                <c:pt idx="213">
                  <c:v>43344</c:v>
                </c:pt>
                <c:pt idx="214">
                  <c:v>43374</c:v>
                </c:pt>
                <c:pt idx="215">
                  <c:v>43405</c:v>
                </c:pt>
                <c:pt idx="216">
                  <c:v>43435</c:v>
                </c:pt>
                <c:pt idx="217">
                  <c:v>43466</c:v>
                </c:pt>
                <c:pt idx="218">
                  <c:v>43497</c:v>
                </c:pt>
                <c:pt idx="219">
                  <c:v>43525</c:v>
                </c:pt>
                <c:pt idx="220">
                  <c:v>43556</c:v>
                </c:pt>
                <c:pt idx="221">
                  <c:v>43586</c:v>
                </c:pt>
                <c:pt idx="222">
                  <c:v>43617</c:v>
                </c:pt>
                <c:pt idx="223">
                  <c:v>43647</c:v>
                </c:pt>
                <c:pt idx="224">
                  <c:v>43678</c:v>
                </c:pt>
                <c:pt idx="225">
                  <c:v>43709</c:v>
                </c:pt>
                <c:pt idx="226">
                  <c:v>43739</c:v>
                </c:pt>
                <c:pt idx="227">
                  <c:v>43770</c:v>
                </c:pt>
                <c:pt idx="228">
                  <c:v>43800</c:v>
                </c:pt>
                <c:pt idx="229">
                  <c:v>43831</c:v>
                </c:pt>
                <c:pt idx="230">
                  <c:v>43862</c:v>
                </c:pt>
                <c:pt idx="231">
                  <c:v>43891</c:v>
                </c:pt>
                <c:pt idx="232">
                  <c:v>43922</c:v>
                </c:pt>
                <c:pt idx="233">
                  <c:v>43952</c:v>
                </c:pt>
                <c:pt idx="234">
                  <c:v>43983</c:v>
                </c:pt>
                <c:pt idx="235">
                  <c:v>44013</c:v>
                </c:pt>
                <c:pt idx="236">
                  <c:v>44044</c:v>
                </c:pt>
                <c:pt idx="237">
                  <c:v>44075</c:v>
                </c:pt>
                <c:pt idx="238">
                  <c:v>44105</c:v>
                </c:pt>
                <c:pt idx="239">
                  <c:v>44136</c:v>
                </c:pt>
                <c:pt idx="240">
                  <c:v>44166</c:v>
                </c:pt>
                <c:pt idx="241">
                  <c:v>44197</c:v>
                </c:pt>
                <c:pt idx="242">
                  <c:v>44228</c:v>
                </c:pt>
                <c:pt idx="243">
                  <c:v>44256</c:v>
                </c:pt>
                <c:pt idx="244">
                  <c:v>44287</c:v>
                </c:pt>
                <c:pt idx="245">
                  <c:v>44317</c:v>
                </c:pt>
                <c:pt idx="246">
                  <c:v>44348</c:v>
                </c:pt>
                <c:pt idx="247">
                  <c:v>44378</c:v>
                </c:pt>
                <c:pt idx="248">
                  <c:v>44409</c:v>
                </c:pt>
                <c:pt idx="249">
                  <c:v>44440</c:v>
                </c:pt>
                <c:pt idx="250">
                  <c:v>44470</c:v>
                </c:pt>
                <c:pt idx="251">
                  <c:v>44501</c:v>
                </c:pt>
                <c:pt idx="252">
                  <c:v>44531</c:v>
                </c:pt>
                <c:pt idx="253">
                  <c:v>44562</c:v>
                </c:pt>
                <c:pt idx="254">
                  <c:v>44593</c:v>
                </c:pt>
                <c:pt idx="255">
                  <c:v>44621</c:v>
                </c:pt>
                <c:pt idx="256">
                  <c:v>44652</c:v>
                </c:pt>
                <c:pt idx="257">
                  <c:v>44682</c:v>
                </c:pt>
                <c:pt idx="258">
                  <c:v>44713</c:v>
                </c:pt>
                <c:pt idx="259">
                  <c:v>44743</c:v>
                </c:pt>
                <c:pt idx="260">
                  <c:v>44774</c:v>
                </c:pt>
                <c:pt idx="261">
                  <c:v>44805</c:v>
                </c:pt>
                <c:pt idx="262">
                  <c:v>44835</c:v>
                </c:pt>
                <c:pt idx="263">
                  <c:v>44866</c:v>
                </c:pt>
                <c:pt idx="264">
                  <c:v>44896</c:v>
                </c:pt>
                <c:pt idx="265">
                  <c:v>44927</c:v>
                </c:pt>
                <c:pt idx="266">
                  <c:v>44958</c:v>
                </c:pt>
                <c:pt idx="267">
                  <c:v>44986</c:v>
                </c:pt>
                <c:pt idx="268">
                  <c:v>45017</c:v>
                </c:pt>
                <c:pt idx="269">
                  <c:v>45047</c:v>
                </c:pt>
                <c:pt idx="270">
                  <c:v>45078</c:v>
                </c:pt>
                <c:pt idx="271">
                  <c:v>45108</c:v>
                </c:pt>
                <c:pt idx="272">
                  <c:v>45139</c:v>
                </c:pt>
                <c:pt idx="273">
                  <c:v>45170</c:v>
                </c:pt>
                <c:pt idx="274">
                  <c:v>45200</c:v>
                </c:pt>
                <c:pt idx="275">
                  <c:v>45231</c:v>
                </c:pt>
                <c:pt idx="276">
                  <c:v>45261</c:v>
                </c:pt>
                <c:pt idx="277">
                  <c:v>45292</c:v>
                </c:pt>
                <c:pt idx="278">
                  <c:v>45323</c:v>
                </c:pt>
                <c:pt idx="279">
                  <c:v>45352</c:v>
                </c:pt>
                <c:pt idx="280">
                  <c:v>45383</c:v>
                </c:pt>
                <c:pt idx="281">
                  <c:v>45413</c:v>
                </c:pt>
                <c:pt idx="282">
                  <c:v>45444</c:v>
                </c:pt>
                <c:pt idx="283">
                  <c:v>45474</c:v>
                </c:pt>
                <c:pt idx="284">
                  <c:v>45505</c:v>
                </c:pt>
                <c:pt idx="285">
                  <c:v>45536</c:v>
                </c:pt>
                <c:pt idx="286">
                  <c:v>45566</c:v>
                </c:pt>
                <c:pt idx="287">
                  <c:v>45597</c:v>
                </c:pt>
                <c:pt idx="288">
                  <c:v>45627</c:v>
                </c:pt>
                <c:pt idx="289">
                  <c:v>45658</c:v>
                </c:pt>
                <c:pt idx="290">
                  <c:v>45689</c:v>
                </c:pt>
                <c:pt idx="291">
                  <c:v>45717</c:v>
                </c:pt>
                <c:pt idx="292">
                  <c:v>45748</c:v>
                </c:pt>
                <c:pt idx="293">
                  <c:v>45778</c:v>
                </c:pt>
                <c:pt idx="294">
                  <c:v>45809</c:v>
                </c:pt>
                <c:pt idx="295">
                  <c:v>45839</c:v>
                </c:pt>
                <c:pt idx="296">
                  <c:v>45870</c:v>
                </c:pt>
                <c:pt idx="297">
                  <c:v>45901</c:v>
                </c:pt>
                <c:pt idx="298">
                  <c:v>45931</c:v>
                </c:pt>
                <c:pt idx="299">
                  <c:v>45962</c:v>
                </c:pt>
                <c:pt idx="300">
                  <c:v>45992</c:v>
                </c:pt>
                <c:pt idx="301">
                  <c:v>46023</c:v>
                </c:pt>
                <c:pt idx="302">
                  <c:v>46054</c:v>
                </c:pt>
                <c:pt idx="303">
                  <c:v>46082</c:v>
                </c:pt>
                <c:pt idx="304">
                  <c:v>46113</c:v>
                </c:pt>
              </c:numCache>
            </c:numRef>
          </c:cat>
          <c:val>
            <c:numRef>
              <c:f>'VU ratio &amp; ECI'!$F$2:$F$306</c:f>
              <c:numCache>
                <c:formatCode>0.00_);[Red]\(0.00\)</c:formatCode>
                <c:ptCount val="305"/>
                <c:pt idx="0">
                  <c:v>0.90308839190628332</c:v>
                </c:pt>
                <c:pt idx="1">
                  <c:v>0.86900215839282746</c:v>
                </c:pt>
                <c:pt idx="2">
                  <c:v>0.83708326490392515</c:v>
                </c:pt>
                <c:pt idx="3">
                  <c:v>0.77544373880475492</c:v>
                </c:pt>
                <c:pt idx="4">
                  <c:v>0.73592728432466914</c:v>
                </c:pt>
                <c:pt idx="5">
                  <c:v>0.71072920012849339</c:v>
                </c:pt>
                <c:pt idx="6">
                  <c:v>0.67257865515114124</c:v>
                </c:pt>
                <c:pt idx="7">
                  <c:v>0.67552787482910526</c:v>
                </c:pt>
                <c:pt idx="8">
                  <c:v>0.5714285714285714</c:v>
                </c:pt>
                <c:pt idx="9">
                  <c:v>0.570008401008121</c:v>
                </c:pt>
                <c:pt idx="10">
                  <c:v>0.48180400311931376</c:v>
                </c:pt>
                <c:pt idx="11">
                  <c:v>0.47169811320754718</c:v>
                </c:pt>
                <c:pt idx="12">
                  <c:v>0.44526519738435455</c:v>
                </c:pt>
                <c:pt idx="13">
                  <c:v>0.45208995355658765</c:v>
                </c:pt>
                <c:pt idx="14">
                  <c:v>0.41825928180158245</c:v>
                </c:pt>
                <c:pt idx="15">
                  <c:v>0.43497109826589597</c:v>
                </c:pt>
                <c:pt idx="16">
                  <c:v>0.40365158739388302</c:v>
                </c:pt>
                <c:pt idx="17">
                  <c:v>0.41159661864507679</c:v>
                </c:pt>
                <c:pt idx="18">
                  <c:v>0.4065292505659478</c:v>
                </c:pt>
                <c:pt idx="19">
                  <c:v>0.40131108462455306</c:v>
                </c:pt>
                <c:pt idx="20">
                  <c:v>0.42353082851637763</c:v>
                </c:pt>
                <c:pt idx="21">
                  <c:v>0.40007271845836867</c:v>
                </c:pt>
                <c:pt idx="22">
                  <c:v>0.41880341880341881</c:v>
                </c:pt>
                <c:pt idx="23">
                  <c:v>0.41244131455399063</c:v>
                </c:pt>
                <c:pt idx="24">
                  <c:v>0.36678240740740742</c:v>
                </c:pt>
                <c:pt idx="25">
                  <c:v>0.40387323943661974</c:v>
                </c:pt>
                <c:pt idx="26">
                  <c:v>0.37468090044093755</c:v>
                </c:pt>
                <c:pt idx="27">
                  <c:v>0.36085235211923616</c:v>
                </c:pt>
                <c:pt idx="28">
                  <c:v>0.35150418457362587</c:v>
                </c:pt>
                <c:pt idx="29">
                  <c:v>0.3671988388969521</c:v>
                </c:pt>
                <c:pt idx="30">
                  <c:v>0.36585365853658536</c:v>
                </c:pt>
                <c:pt idx="31">
                  <c:v>0.33081788924647654</c:v>
                </c:pt>
                <c:pt idx="32">
                  <c:v>0.3585881294964029</c:v>
                </c:pt>
                <c:pt idx="33">
                  <c:v>0.34648581997533906</c:v>
                </c:pt>
                <c:pt idx="34">
                  <c:v>0.37849289967934036</c:v>
                </c:pt>
                <c:pt idx="35">
                  <c:v>0.38759328358208955</c:v>
                </c:pt>
                <c:pt idx="36">
                  <c:v>0.41048454971744619</c:v>
                </c:pt>
                <c:pt idx="37">
                  <c:v>0.40908004778972523</c:v>
                </c:pt>
                <c:pt idx="38">
                  <c:v>0.4324721439941227</c:v>
                </c:pt>
                <c:pt idx="39">
                  <c:v>0.41514544812154047</c:v>
                </c:pt>
                <c:pt idx="40">
                  <c:v>0.42974296205630352</c:v>
                </c:pt>
                <c:pt idx="41">
                  <c:v>0.45177788602045788</c:v>
                </c:pt>
                <c:pt idx="42">
                  <c:v>0.4027274921554429</c:v>
                </c:pt>
                <c:pt idx="43">
                  <c:v>0.46878072763028517</c:v>
                </c:pt>
                <c:pt idx="44">
                  <c:v>0.44317897371714643</c:v>
                </c:pt>
                <c:pt idx="45">
                  <c:v>0.4820234641100038</c:v>
                </c:pt>
                <c:pt idx="46">
                  <c:v>0.48914526733655872</c:v>
                </c:pt>
                <c:pt idx="47">
                  <c:v>0.43772062531517902</c:v>
                </c:pt>
                <c:pt idx="48">
                  <c:v>0.51348626165868416</c:v>
                </c:pt>
                <c:pt idx="49">
                  <c:v>0.48869475847893112</c:v>
                </c:pt>
                <c:pt idx="50">
                  <c:v>0.49686716791979951</c:v>
                </c:pt>
                <c:pt idx="51">
                  <c:v>0.52268321054672351</c:v>
                </c:pt>
                <c:pt idx="52">
                  <c:v>0.54210114702815437</c:v>
                </c:pt>
                <c:pt idx="53">
                  <c:v>0.49627499673245329</c:v>
                </c:pt>
                <c:pt idx="54">
                  <c:v>0.53987240829346095</c:v>
                </c:pt>
                <c:pt idx="55">
                  <c:v>0.5746691871455577</c:v>
                </c:pt>
                <c:pt idx="56">
                  <c:v>0.56392103471749488</c:v>
                </c:pt>
                <c:pt idx="57">
                  <c:v>0.57619488944790154</c:v>
                </c:pt>
                <c:pt idx="58">
                  <c:v>0.56138467731114983</c:v>
                </c:pt>
                <c:pt idx="59">
                  <c:v>0.56145915939730373</c:v>
                </c:pt>
                <c:pt idx="60">
                  <c:v>0.5882676191784586</c:v>
                </c:pt>
                <c:pt idx="61">
                  <c:v>0.62245186862967161</c:v>
                </c:pt>
                <c:pt idx="62">
                  <c:v>0.60203229398663693</c:v>
                </c:pt>
                <c:pt idx="63">
                  <c:v>0.66911764705882348</c:v>
                </c:pt>
                <c:pt idx="64">
                  <c:v>0.672752808988764</c:v>
                </c:pt>
                <c:pt idx="65">
                  <c:v>0.63939828080229222</c:v>
                </c:pt>
                <c:pt idx="66">
                  <c:v>0.65904870732752463</c:v>
                </c:pt>
                <c:pt idx="67">
                  <c:v>0.61240418118466899</c:v>
                </c:pt>
                <c:pt idx="68">
                  <c:v>0.66422225356085174</c:v>
                </c:pt>
                <c:pt idx="69">
                  <c:v>0.69183584051409375</c:v>
                </c:pt>
                <c:pt idx="70">
                  <c:v>0.68247361379515381</c:v>
                </c:pt>
                <c:pt idx="71">
                  <c:v>0.67593131548311991</c:v>
                </c:pt>
                <c:pt idx="72">
                  <c:v>0.68322981366459623</c:v>
                </c:pt>
                <c:pt idx="73">
                  <c:v>0.66933670601461492</c:v>
                </c:pt>
                <c:pt idx="74">
                  <c:v>0.67836004042153886</c:v>
                </c:pt>
                <c:pt idx="75">
                  <c:v>0.73718615361759021</c:v>
                </c:pt>
                <c:pt idx="76">
                  <c:v>0.68452554744525551</c:v>
                </c:pt>
                <c:pt idx="77">
                  <c:v>0.68829441324268403</c:v>
                </c:pt>
                <c:pt idx="78">
                  <c:v>0.69623155179825191</c:v>
                </c:pt>
                <c:pt idx="79">
                  <c:v>0.64316687648622184</c:v>
                </c:pt>
                <c:pt idx="80">
                  <c:v>0.64327154379510398</c:v>
                </c:pt>
                <c:pt idx="81">
                  <c:v>0.64881450488145054</c:v>
                </c:pt>
                <c:pt idx="82">
                  <c:v>0.64059693243056515</c:v>
                </c:pt>
                <c:pt idx="83">
                  <c:v>0.64171270718232043</c:v>
                </c:pt>
                <c:pt idx="84">
                  <c:v>0.59450621321124919</c:v>
                </c:pt>
                <c:pt idx="85">
                  <c:v>0.60169160702667535</c:v>
                </c:pt>
                <c:pt idx="86">
                  <c:v>0.57076163798852875</c:v>
                </c:pt>
                <c:pt idx="87">
                  <c:v>0.54014318588596266</c:v>
                </c:pt>
                <c:pt idx="88">
                  <c:v>0.52834882807385097</c:v>
                </c:pt>
                <c:pt idx="89">
                  <c:v>0.49958308516974387</c:v>
                </c:pt>
                <c:pt idx="90">
                  <c:v>0.4466472303206997</c:v>
                </c:pt>
                <c:pt idx="91">
                  <c:v>0.4194919995524225</c:v>
                </c:pt>
                <c:pt idx="92">
                  <c:v>0.38927738927738925</c:v>
                </c:pt>
                <c:pt idx="93">
                  <c:v>0.33937223509585002</c:v>
                </c:pt>
                <c:pt idx="94">
                  <c:v>0.33521937661306334</c:v>
                </c:pt>
                <c:pt idx="95">
                  <c:v>0.30660466881761245</c:v>
                </c:pt>
                <c:pt idx="96">
                  <c:v>0.27875243664717347</c:v>
                </c:pt>
                <c:pt idx="97">
                  <c:v>0.22706916569912092</c:v>
                </c:pt>
                <c:pt idx="98">
                  <c:v>0.2220499302217398</c:v>
                </c:pt>
                <c:pt idx="99">
                  <c:v>0.18873826903023982</c:v>
                </c:pt>
                <c:pt idx="100">
                  <c:v>0.16566808633508986</c:v>
                </c:pt>
                <c:pt idx="101">
                  <c:v>0.17580522794675496</c:v>
                </c:pt>
                <c:pt idx="102">
                  <c:v>0.1701910654790236</c:v>
                </c:pt>
                <c:pt idx="103">
                  <c:v>0.15286624203821655</c:v>
                </c:pt>
                <c:pt idx="104">
                  <c:v>0.15782368030241664</c:v>
                </c:pt>
                <c:pt idx="105">
                  <c:v>0.16570057965220866</c:v>
                </c:pt>
                <c:pt idx="106">
                  <c:v>0.15672225117248567</c:v>
                </c:pt>
                <c:pt idx="107">
                  <c:v>0.1644654707930876</c:v>
                </c:pt>
                <c:pt idx="108">
                  <c:v>0.17008875347728175</c:v>
                </c:pt>
                <c:pt idx="109">
                  <c:v>0.18855509770038548</c:v>
                </c:pt>
                <c:pt idx="110">
                  <c:v>0.17640442003573084</c:v>
                </c:pt>
                <c:pt idx="111">
                  <c:v>0.17622681226154455</c:v>
                </c:pt>
                <c:pt idx="112">
                  <c:v>0.20574225122349102</c:v>
                </c:pt>
                <c:pt idx="113">
                  <c:v>0.20122567176240824</c:v>
                </c:pt>
                <c:pt idx="114">
                  <c:v>0.19351941412187371</c:v>
                </c:pt>
                <c:pt idx="115">
                  <c:v>0.21237596471885337</c:v>
                </c:pt>
                <c:pt idx="116">
                  <c:v>0.2047378481703987</c:v>
                </c:pt>
                <c:pt idx="117">
                  <c:v>0.20015090198230331</c:v>
                </c:pt>
                <c:pt idx="118">
                  <c:v>0.22285753651143567</c:v>
                </c:pt>
                <c:pt idx="119">
                  <c:v>0.21291691532391752</c:v>
                </c:pt>
                <c:pt idx="120">
                  <c:v>0.21313074993030387</c:v>
                </c:pt>
                <c:pt idx="121">
                  <c:v>0.22150859915792478</c:v>
                </c:pt>
                <c:pt idx="122">
                  <c:v>0.23342981186685963</c:v>
                </c:pt>
                <c:pt idx="123">
                  <c:v>0.23738807599912645</c:v>
                </c:pt>
                <c:pt idx="124">
                  <c:v>0.2335029017697213</c:v>
                </c:pt>
                <c:pt idx="125">
                  <c:v>0.2294478527607362</c:v>
                </c:pt>
                <c:pt idx="126">
                  <c:v>0.24745738432889272</c:v>
                </c:pt>
                <c:pt idx="127">
                  <c:v>0.26324202572113636</c:v>
                </c:pt>
                <c:pt idx="128">
                  <c:v>0.24091764365320598</c:v>
                </c:pt>
                <c:pt idx="129">
                  <c:v>0.27057642672784626</c:v>
                </c:pt>
                <c:pt idx="130">
                  <c:v>0.26622039134912462</c:v>
                </c:pt>
                <c:pt idx="131">
                  <c:v>0.26800481130657045</c:v>
                </c:pt>
                <c:pt idx="132">
                  <c:v>0.28778736729550142</c:v>
                </c:pt>
                <c:pt idx="133">
                  <c:v>0.30546221770727516</c:v>
                </c:pt>
                <c:pt idx="134">
                  <c:v>0.28221337703894483</c:v>
                </c:pt>
                <c:pt idx="135">
                  <c:v>0.31298670652088412</c:v>
                </c:pt>
                <c:pt idx="136">
                  <c:v>0.29993673888976752</c:v>
                </c:pt>
                <c:pt idx="137">
                  <c:v>0.30292259083728279</c:v>
                </c:pt>
                <c:pt idx="138">
                  <c:v>0.30814686416640402</c:v>
                </c:pt>
                <c:pt idx="139">
                  <c:v>0.29511694058154236</c:v>
                </c:pt>
                <c:pt idx="140">
                  <c:v>0.30542859433886616</c:v>
                </c:pt>
                <c:pt idx="141">
                  <c:v>0.32042921997523732</c:v>
                </c:pt>
                <c:pt idx="142">
                  <c:v>0.31136588584625535</c:v>
                </c:pt>
                <c:pt idx="143">
                  <c:v>0.32303206997084549</c:v>
                </c:pt>
                <c:pt idx="144">
                  <c:v>0.32281671816555535</c:v>
                </c:pt>
                <c:pt idx="145">
                  <c:v>0.31456980194050199</c:v>
                </c:pt>
                <c:pt idx="146">
                  <c:v>0.33506276150627617</c:v>
                </c:pt>
                <c:pt idx="147">
                  <c:v>0.34870390965865344</c:v>
                </c:pt>
                <c:pt idx="148">
                  <c:v>0.33911564625850338</c:v>
                </c:pt>
                <c:pt idx="149">
                  <c:v>0.35567187231851727</c:v>
                </c:pt>
                <c:pt idx="150">
                  <c:v>0.35316143306952602</c:v>
                </c:pt>
                <c:pt idx="151">
                  <c:v>0.34274371415968241</c:v>
                </c:pt>
                <c:pt idx="152">
                  <c:v>0.36217749800514232</c:v>
                </c:pt>
                <c:pt idx="153">
                  <c:v>0.366282165039929</c:v>
                </c:pt>
                <c:pt idx="154">
                  <c:v>0.3791307471264368</c:v>
                </c:pt>
                <c:pt idx="155">
                  <c:v>0.38184852136831371</c:v>
                </c:pt>
                <c:pt idx="156">
                  <c:v>0.39609765474817377</c:v>
                </c:pt>
                <c:pt idx="157">
                  <c:v>0.40452852381885906</c:v>
                </c:pt>
                <c:pt idx="158">
                  <c:v>0.42255290366218956</c:v>
                </c:pt>
                <c:pt idx="159">
                  <c:v>0.42273603082851635</c:v>
                </c:pt>
                <c:pt idx="160">
                  <c:v>0.47062461348175633</c:v>
                </c:pt>
                <c:pt idx="161">
                  <c:v>0.48148899482706159</c:v>
                </c:pt>
                <c:pt idx="162">
                  <c:v>0.52663847780126849</c:v>
                </c:pt>
                <c:pt idx="163">
                  <c:v>0.50437135720233139</c:v>
                </c:pt>
                <c:pt idx="164">
                  <c:v>0.55724554641108448</c:v>
                </c:pt>
                <c:pt idx="165">
                  <c:v>0.53055495573310296</c:v>
                </c:pt>
                <c:pt idx="166">
                  <c:v>0.55750834260289206</c:v>
                </c:pt>
                <c:pt idx="167">
                  <c:v>0.53278327832783279</c:v>
                </c:pt>
                <c:pt idx="168">
                  <c:v>0.58850521968567171</c:v>
                </c:pt>
                <c:pt idx="169">
                  <c:v>0.6014631401238042</c:v>
                </c:pt>
                <c:pt idx="170">
                  <c:v>0.63565530875683218</c:v>
                </c:pt>
                <c:pt idx="171">
                  <c:v>0.61186142102172636</c:v>
                </c:pt>
                <c:pt idx="172">
                  <c:v>0.65473684210526317</c:v>
                </c:pt>
                <c:pt idx="173">
                  <c:v>0.62972605841068596</c:v>
                </c:pt>
                <c:pt idx="174">
                  <c:v>0.63635261307141988</c:v>
                </c:pt>
                <c:pt idx="175">
                  <c:v>0.74152075425492836</c:v>
                </c:pt>
                <c:pt idx="176">
                  <c:v>0.68405905905905906</c:v>
                </c:pt>
                <c:pt idx="177">
                  <c:v>0.69406854685721509</c:v>
                </c:pt>
                <c:pt idx="178">
                  <c:v>0.72873011865690485</c:v>
                </c:pt>
                <c:pt idx="179">
                  <c:v>0.71350000000000002</c:v>
                </c:pt>
                <c:pt idx="180">
                  <c:v>0.73921841406348809</c:v>
                </c:pt>
                <c:pt idx="181">
                  <c:v>0.7882522617018487</c:v>
                </c:pt>
                <c:pt idx="182">
                  <c:v>0.74915606336016616</c:v>
                </c:pt>
                <c:pt idx="183">
                  <c:v>0.76987815601055143</c:v>
                </c:pt>
                <c:pt idx="184">
                  <c:v>0.71935044006446014</c:v>
                </c:pt>
                <c:pt idx="185">
                  <c:v>0.75496602195504448</c:v>
                </c:pt>
                <c:pt idx="186">
                  <c:v>0.74147727272727271</c:v>
                </c:pt>
                <c:pt idx="187">
                  <c:v>0.78026436330323257</c:v>
                </c:pt>
                <c:pt idx="188">
                  <c:v>0.72931654676258995</c:v>
                </c:pt>
                <c:pt idx="189">
                  <c:v>0.73783477932855523</c:v>
                </c:pt>
                <c:pt idx="190">
                  <c:v>0.71578543080271417</c:v>
                </c:pt>
                <c:pt idx="191">
                  <c:v>0.79054680259499532</c:v>
                </c:pt>
                <c:pt idx="192">
                  <c:v>0.79297965696051054</c:v>
                </c:pt>
                <c:pt idx="193">
                  <c:v>0.75214247455811467</c:v>
                </c:pt>
                <c:pt idx="194">
                  <c:v>0.80268329041875597</c:v>
                </c:pt>
                <c:pt idx="195">
                  <c:v>0.82157500353456803</c:v>
                </c:pt>
                <c:pt idx="196">
                  <c:v>0.85921850754690365</c:v>
                </c:pt>
                <c:pt idx="197">
                  <c:v>0.8322857142857143</c:v>
                </c:pt>
                <c:pt idx="198">
                  <c:v>0.91735777680779862</c:v>
                </c:pt>
                <c:pt idx="199">
                  <c:v>0.90510737086477078</c:v>
                </c:pt>
                <c:pt idx="200">
                  <c:v>0.886190341711381</c:v>
                </c:pt>
                <c:pt idx="201">
                  <c:v>0.92208929092500724</c:v>
                </c:pt>
                <c:pt idx="202">
                  <c:v>0.95641791044776114</c:v>
                </c:pt>
                <c:pt idx="203">
                  <c:v>0.92574549749040447</c:v>
                </c:pt>
                <c:pt idx="204">
                  <c:v>0.95536791314837155</c:v>
                </c:pt>
                <c:pt idx="205">
                  <c:v>1.020342117429496</c:v>
                </c:pt>
                <c:pt idx="206">
                  <c:v>0.99559337486704147</c:v>
                </c:pt>
                <c:pt idx="207">
                  <c:v>1.053461063040791</c:v>
                </c:pt>
                <c:pt idx="208">
                  <c:v>1.0647159002941631</c:v>
                </c:pt>
                <c:pt idx="209">
                  <c:v>1.1323434473854099</c:v>
                </c:pt>
                <c:pt idx="210">
                  <c:v>1.121451838064216</c:v>
                </c:pt>
                <c:pt idx="211">
                  <c:v>1.1606133979015334</c:v>
                </c:pt>
                <c:pt idx="212">
                  <c:v>1.1708901884340481</c:v>
                </c:pt>
                <c:pt idx="213">
                  <c:v>1.2203194467314342</c:v>
                </c:pt>
                <c:pt idx="214">
                  <c:v>1.1759781033649976</c:v>
                </c:pt>
                <c:pt idx="215">
                  <c:v>1.2418642681929681</c:v>
                </c:pt>
                <c:pt idx="216">
                  <c:v>1.17217091876663</c:v>
                </c:pt>
                <c:pt idx="217">
                  <c:v>1.1586100386100386</c:v>
                </c:pt>
                <c:pt idx="218">
                  <c:v>1.1515645371577574</c:v>
                </c:pt>
                <c:pt idx="219">
                  <c:v>1.1797807158980973</c:v>
                </c:pt>
                <c:pt idx="220">
                  <c:v>1.2199295420231504</c:v>
                </c:pt>
                <c:pt idx="221">
                  <c:v>1.2268128161888701</c:v>
                </c:pt>
                <c:pt idx="222">
                  <c:v>1.2121314237573715</c:v>
                </c:pt>
                <c:pt idx="223">
                  <c:v>1.1618544794588352</c:v>
                </c:pt>
                <c:pt idx="224">
                  <c:v>1.2074011774600504</c:v>
                </c:pt>
                <c:pt idx="225">
                  <c:v>1.2383104467234487</c:v>
                </c:pt>
                <c:pt idx="226">
                  <c:v>1.2415261454607391</c:v>
                </c:pt>
                <c:pt idx="227">
                  <c:v>1.1738241308793456</c:v>
                </c:pt>
                <c:pt idx="228">
                  <c:v>1.1445412608918504</c:v>
                </c:pt>
                <c:pt idx="229">
                  <c:v>1.2138354063724655</c:v>
                </c:pt>
                <c:pt idx="230">
                  <c:v>1.2108465148618113</c:v>
                </c:pt>
                <c:pt idx="231">
                  <c:v>0.81792950319178459</c:v>
                </c:pt>
                <c:pt idx="232">
                  <c:v>0.19953214347600071</c:v>
                </c:pt>
                <c:pt idx="233">
                  <c:v>0.26814467963113381</c:v>
                </c:pt>
                <c:pt idx="234">
                  <c:v>0.34721278042148196</c:v>
                </c:pt>
                <c:pt idx="235">
                  <c:v>0.39933953033268099</c:v>
                </c:pt>
                <c:pt idx="236">
                  <c:v>0.47760196122130599</c:v>
                </c:pt>
                <c:pt idx="237">
                  <c:v>0.51863947745738415</c:v>
                </c:pt>
                <c:pt idx="238">
                  <c:v>0.61398121387283233</c:v>
                </c:pt>
                <c:pt idx="239">
                  <c:v>0.63774078922760424</c:v>
                </c:pt>
                <c:pt idx="240">
                  <c:v>0.62887650882079849</c:v>
                </c:pt>
                <c:pt idx="241">
                  <c:v>0.69805068226120859</c:v>
                </c:pt>
                <c:pt idx="242">
                  <c:v>0.78168381104564066</c:v>
                </c:pt>
                <c:pt idx="243">
                  <c:v>0.86972984036021284</c:v>
                </c:pt>
                <c:pt idx="244">
                  <c:v>0.95817100676645484</c:v>
                </c:pt>
                <c:pt idx="245">
                  <c:v>1.0749460043196544</c:v>
                </c:pt>
                <c:pt idx="246">
                  <c:v>1.0883873009176248</c:v>
                </c:pt>
                <c:pt idx="247">
                  <c:v>1.2579315084182796</c:v>
                </c:pt>
                <c:pt idx="248">
                  <c:v>1.3147901801910751</c:v>
                </c:pt>
                <c:pt idx="249">
                  <c:v>1.4236530880420499</c:v>
                </c:pt>
                <c:pt idx="250">
                  <c:v>1.5464428237236825</c:v>
                </c:pt>
                <c:pt idx="251">
                  <c:v>1.664288898796255</c:v>
                </c:pt>
                <c:pt idx="252">
                  <c:v>1.7963511617027912</c:v>
                </c:pt>
                <c:pt idx="253">
                  <c:v>1.7159038726465636</c:v>
                </c:pt>
                <c:pt idx="254">
                  <c:v>1.8500711687490115</c:v>
                </c:pt>
                <c:pt idx="255">
                  <c:v>2.0389524283109566</c:v>
                </c:pt>
                <c:pt idx="256">
                  <c:v>1.9784820683903253</c:v>
                </c:pt>
                <c:pt idx="257">
                  <c:v>1.9292523833416959</c:v>
                </c:pt>
                <c:pt idx="258">
                  <c:v>1.8883682008368201</c:v>
                </c:pt>
                <c:pt idx="259">
                  <c:v>2.0062391681109184</c:v>
                </c:pt>
                <c:pt idx="260">
                  <c:v>1.7079031985107462</c:v>
                </c:pt>
                <c:pt idx="261">
                  <c:v>1.8792413433095527</c:v>
                </c:pt>
                <c:pt idx="262">
                  <c:v>1.7560934610858967</c:v>
                </c:pt>
                <c:pt idx="263">
                  <c:v>1.7965528894896925</c:v>
                </c:pt>
                <c:pt idx="264">
                  <c:v>1.8858329008822003</c:v>
                </c:pt>
                <c:pt idx="265">
                  <c:v>1.788214904679376</c:v>
                </c:pt>
                <c:pt idx="266">
                  <c:v>1.6464005344913981</c:v>
                </c:pt>
                <c:pt idx="267">
                  <c:v>1.6478921317630995</c:v>
                </c:pt>
                <c:pt idx="268">
                  <c:v>1.734122150687315</c:v>
                </c:pt>
                <c:pt idx="269">
                  <c:v>1.5397764628533859</c:v>
                </c:pt>
                <c:pt idx="270">
                  <c:v>1.5338345864661653</c:v>
                </c:pt>
                <c:pt idx="271">
                  <c:v>1.4615904102650683</c:v>
                </c:pt>
                <c:pt idx="272">
                  <c:v>1.4747410358565738</c:v>
                </c:pt>
                <c:pt idx="273">
                  <c:v>1.4757730315588142</c:v>
                </c:pt>
                <c:pt idx="274">
                  <c:v>1.3275568621383258</c:v>
                </c:pt>
                <c:pt idx="275">
                  <c:v>1.3816254416961131</c:v>
                </c:pt>
                <c:pt idx="276">
                  <c:v>1.3461842313161636</c:v>
                </c:pt>
                <c:pt idx="277">
                  <c:v>1.3567611336032388</c:v>
                </c:pt>
                <c:pt idx="278">
                  <c:v>1.3012642614862782</c:v>
                </c:pt>
                <c:pt idx="279">
                  <c:v>1.2583959515411747</c:v>
                </c:pt>
                <c:pt idx="280">
                  <c:v>1.1608078939253776</c:v>
                </c:pt>
                <c:pt idx="281">
                  <c:v>1.1742870076957899</c:v>
                </c:pt>
                <c:pt idx="282">
                  <c:v>1.0777503269873565</c:v>
                </c:pt>
                <c:pt idx="283">
                  <c:v>1.046210200056354</c:v>
                </c:pt>
                <c:pt idx="284">
                  <c:v>1.0647033838312332</c:v>
                </c:pt>
                <c:pt idx="285">
                  <c:v>1.0137246313330412</c:v>
                </c:pt>
                <c:pt idx="286">
                  <c:v>1.0615738742626961</c:v>
                </c:pt>
                <c:pt idx="287">
                  <c:v>1.0672873465933135</c:v>
                </c:pt>
                <c:pt idx="288">
                  <c:v>1.0541907514450868</c:v>
                </c:pt>
                <c:pt idx="289">
                  <c:v>1.0824471959213402</c:v>
                </c:pt>
                <c:pt idx="290">
                  <c:v>1.0194256756756757</c:v>
                </c:pt>
                <c:pt idx="291">
                  <c:v>0.9747616376892877</c:v>
                </c:pt>
                <c:pt idx="292">
                  <c:v>0.99203354297693924</c:v>
                </c:pt>
                <c:pt idx="293">
                  <c:v>1.0085540838852096</c:v>
                </c:pt>
                <c:pt idx="294">
                  <c:v>1.0212645307626877</c:v>
                </c:pt>
                <c:pt idx="295">
                  <c:v>0.97483498349834985</c:v>
                </c:pt>
                <c:pt idx="296">
                  <c:v>0.93753387533875343</c:v>
                </c:pt>
                <c:pt idx="297">
                  <c:v>0.94266929651545039</c:v>
                </c:pt>
                <c:pt idx="299">
                  <c:v>0.87983549672278627</c:v>
                </c:pt>
                <c:pt idx="300">
                  <c:v>0.87298413967746236</c:v>
                </c:pt>
                <c:pt idx="301">
                  <c:v>0.98262757871878392</c:v>
                </c:pt>
                <c:pt idx="302">
                  <c:v>0.91427816668868045</c:v>
                </c:pt>
                <c:pt idx="303">
                  <c:v>0.95137449924022655</c:v>
                </c:pt>
                <c:pt idx="304">
                  <c:v>1.0332293503322936</c:v>
                </c:pt>
              </c:numCache>
            </c:numRef>
          </c:val>
          <c:smooth val="0"/>
          <c:extLst>
            <c:ext xmlns:c16="http://schemas.microsoft.com/office/drawing/2014/chart" uri="{C3380CC4-5D6E-409C-BE32-E72D297353CC}">
              <c16:uniqueId val="{00000000-E4BF-434F-8340-8CB7E4BBBE67}"/>
            </c:ext>
          </c:extLst>
        </c:ser>
        <c:dLbls>
          <c:showLegendKey val="0"/>
          <c:showVal val="0"/>
          <c:showCatName val="0"/>
          <c:showSerName val="0"/>
          <c:showPercent val="0"/>
          <c:showBubbleSize val="0"/>
        </c:dLbls>
        <c:marker val="1"/>
        <c:smooth val="0"/>
        <c:axId val="2000000640"/>
        <c:axId val="2000000641"/>
      </c:lineChart>
      <c:lineChart>
        <c:grouping val="standard"/>
        <c:varyColors val="0"/>
        <c:ser>
          <c:idx val="1"/>
          <c:order val="1"/>
          <c:tx>
            <c:strRef>
              <c:f>'VU ratio &amp; ECI'!$G$1</c:f>
              <c:strCache>
                <c:ptCount val="1"/>
                <c:pt idx="0">
                  <c:v>雇佣成本指数（ECI），同比，右轴</c:v>
                </c:pt>
              </c:strCache>
            </c:strRef>
          </c:tx>
          <c:spPr>
            <a:ln w="25400" cap="rnd">
              <a:solidFill>
                <a:srgbClr val="2E3160"/>
              </a:solidFill>
              <a:round/>
            </a:ln>
            <a:effectLst/>
          </c:spPr>
          <c:marker>
            <c:symbol val="none"/>
          </c:marker>
          <c:cat>
            <c:numRef>
              <c:f>'VU ratio &amp; ECI'!$A$2:$A$306</c:f>
              <c:numCache>
                <c:formatCode>m/d/yyyy</c:formatCode>
                <c:ptCount val="305"/>
                <c:pt idx="0">
                  <c:v>36861</c:v>
                </c:pt>
                <c:pt idx="1">
                  <c:v>36892</c:v>
                </c:pt>
                <c:pt idx="2">
                  <c:v>36923</c:v>
                </c:pt>
                <c:pt idx="3">
                  <c:v>36951</c:v>
                </c:pt>
                <c:pt idx="4">
                  <c:v>36982</c:v>
                </c:pt>
                <c:pt idx="5">
                  <c:v>37012</c:v>
                </c:pt>
                <c:pt idx="6">
                  <c:v>37043</c:v>
                </c:pt>
                <c:pt idx="7">
                  <c:v>37073</c:v>
                </c:pt>
                <c:pt idx="8">
                  <c:v>37104</c:v>
                </c:pt>
                <c:pt idx="9">
                  <c:v>37135</c:v>
                </c:pt>
                <c:pt idx="10">
                  <c:v>37165</c:v>
                </c:pt>
                <c:pt idx="11">
                  <c:v>37196</c:v>
                </c:pt>
                <c:pt idx="12">
                  <c:v>37226</c:v>
                </c:pt>
                <c:pt idx="13">
                  <c:v>37257</c:v>
                </c:pt>
                <c:pt idx="14">
                  <c:v>37288</c:v>
                </c:pt>
                <c:pt idx="15">
                  <c:v>37316</c:v>
                </c:pt>
                <c:pt idx="16">
                  <c:v>37347</c:v>
                </c:pt>
                <c:pt idx="17">
                  <c:v>37377</c:v>
                </c:pt>
                <c:pt idx="18">
                  <c:v>37408</c:v>
                </c:pt>
                <c:pt idx="19">
                  <c:v>37438</c:v>
                </c:pt>
                <c:pt idx="20">
                  <c:v>37469</c:v>
                </c:pt>
                <c:pt idx="21">
                  <c:v>37500</c:v>
                </c:pt>
                <c:pt idx="22">
                  <c:v>37530</c:v>
                </c:pt>
                <c:pt idx="23">
                  <c:v>37561</c:v>
                </c:pt>
                <c:pt idx="24">
                  <c:v>37591</c:v>
                </c:pt>
                <c:pt idx="25">
                  <c:v>37622</c:v>
                </c:pt>
                <c:pt idx="26">
                  <c:v>37653</c:v>
                </c:pt>
                <c:pt idx="27">
                  <c:v>37681</c:v>
                </c:pt>
                <c:pt idx="28">
                  <c:v>37712</c:v>
                </c:pt>
                <c:pt idx="29">
                  <c:v>37742</c:v>
                </c:pt>
                <c:pt idx="30">
                  <c:v>37773</c:v>
                </c:pt>
                <c:pt idx="31">
                  <c:v>37803</c:v>
                </c:pt>
                <c:pt idx="32">
                  <c:v>37834</c:v>
                </c:pt>
                <c:pt idx="33">
                  <c:v>37865</c:v>
                </c:pt>
                <c:pt idx="34">
                  <c:v>37895</c:v>
                </c:pt>
                <c:pt idx="35">
                  <c:v>37926</c:v>
                </c:pt>
                <c:pt idx="36">
                  <c:v>37956</c:v>
                </c:pt>
                <c:pt idx="37">
                  <c:v>37987</c:v>
                </c:pt>
                <c:pt idx="38">
                  <c:v>38018</c:v>
                </c:pt>
                <c:pt idx="39">
                  <c:v>38047</c:v>
                </c:pt>
                <c:pt idx="40">
                  <c:v>38078</c:v>
                </c:pt>
                <c:pt idx="41">
                  <c:v>38108</c:v>
                </c:pt>
                <c:pt idx="42">
                  <c:v>38139</c:v>
                </c:pt>
                <c:pt idx="43">
                  <c:v>38169</c:v>
                </c:pt>
                <c:pt idx="44">
                  <c:v>38200</c:v>
                </c:pt>
                <c:pt idx="45">
                  <c:v>38231</c:v>
                </c:pt>
                <c:pt idx="46">
                  <c:v>38261</c:v>
                </c:pt>
                <c:pt idx="47">
                  <c:v>38292</c:v>
                </c:pt>
                <c:pt idx="48">
                  <c:v>38322</c:v>
                </c:pt>
                <c:pt idx="49">
                  <c:v>38353</c:v>
                </c:pt>
                <c:pt idx="50">
                  <c:v>38384</c:v>
                </c:pt>
                <c:pt idx="51">
                  <c:v>38412</c:v>
                </c:pt>
                <c:pt idx="52">
                  <c:v>38443</c:v>
                </c:pt>
                <c:pt idx="53">
                  <c:v>38473</c:v>
                </c:pt>
                <c:pt idx="54">
                  <c:v>38504</c:v>
                </c:pt>
                <c:pt idx="55">
                  <c:v>38534</c:v>
                </c:pt>
                <c:pt idx="56">
                  <c:v>38565</c:v>
                </c:pt>
                <c:pt idx="57">
                  <c:v>38596</c:v>
                </c:pt>
                <c:pt idx="58">
                  <c:v>38626</c:v>
                </c:pt>
                <c:pt idx="59">
                  <c:v>38657</c:v>
                </c:pt>
                <c:pt idx="60">
                  <c:v>38687</c:v>
                </c:pt>
                <c:pt idx="61">
                  <c:v>38718</c:v>
                </c:pt>
                <c:pt idx="62">
                  <c:v>38749</c:v>
                </c:pt>
                <c:pt idx="63">
                  <c:v>38777</c:v>
                </c:pt>
                <c:pt idx="64">
                  <c:v>38808</c:v>
                </c:pt>
                <c:pt idx="65">
                  <c:v>38838</c:v>
                </c:pt>
                <c:pt idx="66">
                  <c:v>38869</c:v>
                </c:pt>
                <c:pt idx="67">
                  <c:v>38899</c:v>
                </c:pt>
                <c:pt idx="68">
                  <c:v>38930</c:v>
                </c:pt>
                <c:pt idx="69">
                  <c:v>38961</c:v>
                </c:pt>
                <c:pt idx="70">
                  <c:v>38991</c:v>
                </c:pt>
                <c:pt idx="71">
                  <c:v>39022</c:v>
                </c:pt>
                <c:pt idx="72">
                  <c:v>39052</c:v>
                </c:pt>
                <c:pt idx="73">
                  <c:v>39083</c:v>
                </c:pt>
                <c:pt idx="74">
                  <c:v>39114</c:v>
                </c:pt>
                <c:pt idx="75">
                  <c:v>39142</c:v>
                </c:pt>
                <c:pt idx="76">
                  <c:v>39173</c:v>
                </c:pt>
                <c:pt idx="77">
                  <c:v>39203</c:v>
                </c:pt>
                <c:pt idx="78">
                  <c:v>39234</c:v>
                </c:pt>
                <c:pt idx="79">
                  <c:v>39264</c:v>
                </c:pt>
                <c:pt idx="80">
                  <c:v>39295</c:v>
                </c:pt>
                <c:pt idx="81">
                  <c:v>39326</c:v>
                </c:pt>
                <c:pt idx="82">
                  <c:v>39356</c:v>
                </c:pt>
                <c:pt idx="83">
                  <c:v>39387</c:v>
                </c:pt>
                <c:pt idx="84">
                  <c:v>39417</c:v>
                </c:pt>
                <c:pt idx="85">
                  <c:v>39448</c:v>
                </c:pt>
                <c:pt idx="86">
                  <c:v>39479</c:v>
                </c:pt>
                <c:pt idx="87">
                  <c:v>39508</c:v>
                </c:pt>
                <c:pt idx="88">
                  <c:v>39539</c:v>
                </c:pt>
                <c:pt idx="89">
                  <c:v>39569</c:v>
                </c:pt>
                <c:pt idx="90">
                  <c:v>39600</c:v>
                </c:pt>
                <c:pt idx="91">
                  <c:v>39630</c:v>
                </c:pt>
                <c:pt idx="92">
                  <c:v>39661</c:v>
                </c:pt>
                <c:pt idx="93">
                  <c:v>39692</c:v>
                </c:pt>
                <c:pt idx="94">
                  <c:v>39722</c:v>
                </c:pt>
                <c:pt idx="95">
                  <c:v>39753</c:v>
                </c:pt>
                <c:pt idx="96">
                  <c:v>39783</c:v>
                </c:pt>
                <c:pt idx="97">
                  <c:v>39814</c:v>
                </c:pt>
                <c:pt idx="98">
                  <c:v>39845</c:v>
                </c:pt>
                <c:pt idx="99">
                  <c:v>39873</c:v>
                </c:pt>
                <c:pt idx="100">
                  <c:v>39904</c:v>
                </c:pt>
                <c:pt idx="101">
                  <c:v>39934</c:v>
                </c:pt>
                <c:pt idx="102">
                  <c:v>39965</c:v>
                </c:pt>
                <c:pt idx="103">
                  <c:v>39995</c:v>
                </c:pt>
                <c:pt idx="104">
                  <c:v>40026</c:v>
                </c:pt>
                <c:pt idx="105">
                  <c:v>40057</c:v>
                </c:pt>
                <c:pt idx="106">
                  <c:v>40087</c:v>
                </c:pt>
                <c:pt idx="107">
                  <c:v>40118</c:v>
                </c:pt>
                <c:pt idx="108">
                  <c:v>40148</c:v>
                </c:pt>
                <c:pt idx="109">
                  <c:v>40179</c:v>
                </c:pt>
                <c:pt idx="110">
                  <c:v>40210</c:v>
                </c:pt>
                <c:pt idx="111">
                  <c:v>40238</c:v>
                </c:pt>
                <c:pt idx="112">
                  <c:v>40269</c:v>
                </c:pt>
                <c:pt idx="113">
                  <c:v>40299</c:v>
                </c:pt>
                <c:pt idx="114">
                  <c:v>40330</c:v>
                </c:pt>
                <c:pt idx="115">
                  <c:v>40360</c:v>
                </c:pt>
                <c:pt idx="116">
                  <c:v>40391</c:v>
                </c:pt>
                <c:pt idx="117">
                  <c:v>40422</c:v>
                </c:pt>
                <c:pt idx="118">
                  <c:v>40452</c:v>
                </c:pt>
                <c:pt idx="119">
                  <c:v>40483</c:v>
                </c:pt>
                <c:pt idx="120">
                  <c:v>40513</c:v>
                </c:pt>
                <c:pt idx="121">
                  <c:v>40544</c:v>
                </c:pt>
                <c:pt idx="122">
                  <c:v>40575</c:v>
                </c:pt>
                <c:pt idx="123">
                  <c:v>40603</c:v>
                </c:pt>
                <c:pt idx="124">
                  <c:v>40634</c:v>
                </c:pt>
                <c:pt idx="125">
                  <c:v>40664</c:v>
                </c:pt>
                <c:pt idx="126">
                  <c:v>40695</c:v>
                </c:pt>
                <c:pt idx="127">
                  <c:v>40725</c:v>
                </c:pt>
                <c:pt idx="128">
                  <c:v>40756</c:v>
                </c:pt>
                <c:pt idx="129">
                  <c:v>40787</c:v>
                </c:pt>
                <c:pt idx="130">
                  <c:v>40817</c:v>
                </c:pt>
                <c:pt idx="131">
                  <c:v>40848</c:v>
                </c:pt>
                <c:pt idx="132">
                  <c:v>40878</c:v>
                </c:pt>
                <c:pt idx="133">
                  <c:v>40909</c:v>
                </c:pt>
                <c:pt idx="134">
                  <c:v>40940</c:v>
                </c:pt>
                <c:pt idx="135">
                  <c:v>40969</c:v>
                </c:pt>
                <c:pt idx="136">
                  <c:v>41000</c:v>
                </c:pt>
                <c:pt idx="137">
                  <c:v>41030</c:v>
                </c:pt>
                <c:pt idx="138">
                  <c:v>41061</c:v>
                </c:pt>
                <c:pt idx="139">
                  <c:v>41091</c:v>
                </c:pt>
                <c:pt idx="140">
                  <c:v>41122</c:v>
                </c:pt>
                <c:pt idx="141">
                  <c:v>41153</c:v>
                </c:pt>
                <c:pt idx="142">
                  <c:v>41183</c:v>
                </c:pt>
                <c:pt idx="143">
                  <c:v>41214</c:v>
                </c:pt>
                <c:pt idx="144">
                  <c:v>41244</c:v>
                </c:pt>
                <c:pt idx="145">
                  <c:v>41275</c:v>
                </c:pt>
                <c:pt idx="146">
                  <c:v>41306</c:v>
                </c:pt>
                <c:pt idx="147">
                  <c:v>41334</c:v>
                </c:pt>
                <c:pt idx="148">
                  <c:v>41365</c:v>
                </c:pt>
                <c:pt idx="149">
                  <c:v>41395</c:v>
                </c:pt>
                <c:pt idx="150">
                  <c:v>41426</c:v>
                </c:pt>
                <c:pt idx="151">
                  <c:v>41456</c:v>
                </c:pt>
                <c:pt idx="152">
                  <c:v>41487</c:v>
                </c:pt>
                <c:pt idx="153">
                  <c:v>41518</c:v>
                </c:pt>
                <c:pt idx="154">
                  <c:v>41548</c:v>
                </c:pt>
                <c:pt idx="155">
                  <c:v>41579</c:v>
                </c:pt>
                <c:pt idx="156">
                  <c:v>41609</c:v>
                </c:pt>
                <c:pt idx="157">
                  <c:v>41640</c:v>
                </c:pt>
                <c:pt idx="158">
                  <c:v>41671</c:v>
                </c:pt>
                <c:pt idx="159">
                  <c:v>41699</c:v>
                </c:pt>
                <c:pt idx="160">
                  <c:v>41730</c:v>
                </c:pt>
                <c:pt idx="161">
                  <c:v>41760</c:v>
                </c:pt>
                <c:pt idx="162">
                  <c:v>41791</c:v>
                </c:pt>
                <c:pt idx="163">
                  <c:v>41821</c:v>
                </c:pt>
                <c:pt idx="164">
                  <c:v>41852</c:v>
                </c:pt>
                <c:pt idx="165">
                  <c:v>41883</c:v>
                </c:pt>
                <c:pt idx="166">
                  <c:v>41913</c:v>
                </c:pt>
                <c:pt idx="167">
                  <c:v>41944</c:v>
                </c:pt>
                <c:pt idx="168">
                  <c:v>41974</c:v>
                </c:pt>
                <c:pt idx="169">
                  <c:v>42005</c:v>
                </c:pt>
                <c:pt idx="170">
                  <c:v>42036</c:v>
                </c:pt>
                <c:pt idx="171">
                  <c:v>42064</c:v>
                </c:pt>
                <c:pt idx="172">
                  <c:v>42095</c:v>
                </c:pt>
                <c:pt idx="173">
                  <c:v>42125</c:v>
                </c:pt>
                <c:pt idx="174">
                  <c:v>42156</c:v>
                </c:pt>
                <c:pt idx="175">
                  <c:v>42186</c:v>
                </c:pt>
                <c:pt idx="176">
                  <c:v>42217</c:v>
                </c:pt>
                <c:pt idx="177">
                  <c:v>42248</c:v>
                </c:pt>
                <c:pt idx="178">
                  <c:v>42278</c:v>
                </c:pt>
                <c:pt idx="179">
                  <c:v>42309</c:v>
                </c:pt>
                <c:pt idx="180">
                  <c:v>42339</c:v>
                </c:pt>
                <c:pt idx="181">
                  <c:v>42370</c:v>
                </c:pt>
                <c:pt idx="182">
                  <c:v>42401</c:v>
                </c:pt>
                <c:pt idx="183">
                  <c:v>42430</c:v>
                </c:pt>
                <c:pt idx="184">
                  <c:v>42461</c:v>
                </c:pt>
                <c:pt idx="185">
                  <c:v>42491</c:v>
                </c:pt>
                <c:pt idx="186">
                  <c:v>42522</c:v>
                </c:pt>
                <c:pt idx="187">
                  <c:v>42552</c:v>
                </c:pt>
                <c:pt idx="188">
                  <c:v>42583</c:v>
                </c:pt>
                <c:pt idx="189">
                  <c:v>42614</c:v>
                </c:pt>
                <c:pt idx="190">
                  <c:v>42644</c:v>
                </c:pt>
                <c:pt idx="191">
                  <c:v>42675</c:v>
                </c:pt>
                <c:pt idx="192">
                  <c:v>42705</c:v>
                </c:pt>
                <c:pt idx="193">
                  <c:v>42736</c:v>
                </c:pt>
                <c:pt idx="194">
                  <c:v>42767</c:v>
                </c:pt>
                <c:pt idx="195">
                  <c:v>42795</c:v>
                </c:pt>
                <c:pt idx="196">
                  <c:v>42826</c:v>
                </c:pt>
                <c:pt idx="197">
                  <c:v>42856</c:v>
                </c:pt>
                <c:pt idx="198">
                  <c:v>42887</c:v>
                </c:pt>
                <c:pt idx="199">
                  <c:v>42917</c:v>
                </c:pt>
                <c:pt idx="200">
                  <c:v>42948</c:v>
                </c:pt>
                <c:pt idx="201">
                  <c:v>42979</c:v>
                </c:pt>
                <c:pt idx="202">
                  <c:v>43009</c:v>
                </c:pt>
                <c:pt idx="203">
                  <c:v>43040</c:v>
                </c:pt>
                <c:pt idx="204">
                  <c:v>43070</c:v>
                </c:pt>
                <c:pt idx="205">
                  <c:v>43101</c:v>
                </c:pt>
                <c:pt idx="206">
                  <c:v>43132</c:v>
                </c:pt>
                <c:pt idx="207">
                  <c:v>43160</c:v>
                </c:pt>
                <c:pt idx="208">
                  <c:v>43191</c:v>
                </c:pt>
                <c:pt idx="209">
                  <c:v>43221</c:v>
                </c:pt>
                <c:pt idx="210">
                  <c:v>43252</c:v>
                </c:pt>
                <c:pt idx="211">
                  <c:v>43282</c:v>
                </c:pt>
                <c:pt idx="212">
                  <c:v>43313</c:v>
                </c:pt>
                <c:pt idx="213">
                  <c:v>43344</c:v>
                </c:pt>
                <c:pt idx="214">
                  <c:v>43374</c:v>
                </c:pt>
                <c:pt idx="215">
                  <c:v>43405</c:v>
                </c:pt>
                <c:pt idx="216">
                  <c:v>43435</c:v>
                </c:pt>
                <c:pt idx="217">
                  <c:v>43466</c:v>
                </c:pt>
                <c:pt idx="218">
                  <c:v>43497</c:v>
                </c:pt>
                <c:pt idx="219">
                  <c:v>43525</c:v>
                </c:pt>
                <c:pt idx="220">
                  <c:v>43556</c:v>
                </c:pt>
                <c:pt idx="221">
                  <c:v>43586</c:v>
                </c:pt>
                <c:pt idx="222">
                  <c:v>43617</c:v>
                </c:pt>
                <c:pt idx="223">
                  <c:v>43647</c:v>
                </c:pt>
                <c:pt idx="224">
                  <c:v>43678</c:v>
                </c:pt>
                <c:pt idx="225">
                  <c:v>43709</c:v>
                </c:pt>
                <c:pt idx="226">
                  <c:v>43739</c:v>
                </c:pt>
                <c:pt idx="227">
                  <c:v>43770</c:v>
                </c:pt>
                <c:pt idx="228">
                  <c:v>43800</c:v>
                </c:pt>
                <c:pt idx="229">
                  <c:v>43831</c:v>
                </c:pt>
                <c:pt idx="230">
                  <c:v>43862</c:v>
                </c:pt>
                <c:pt idx="231">
                  <c:v>43891</c:v>
                </c:pt>
                <c:pt idx="232">
                  <c:v>43922</c:v>
                </c:pt>
                <c:pt idx="233">
                  <c:v>43952</c:v>
                </c:pt>
                <c:pt idx="234">
                  <c:v>43983</c:v>
                </c:pt>
                <c:pt idx="235">
                  <c:v>44013</c:v>
                </c:pt>
                <c:pt idx="236">
                  <c:v>44044</c:v>
                </c:pt>
                <c:pt idx="237">
                  <c:v>44075</c:v>
                </c:pt>
                <c:pt idx="238">
                  <c:v>44105</c:v>
                </c:pt>
                <c:pt idx="239">
                  <c:v>44136</c:v>
                </c:pt>
                <c:pt idx="240">
                  <c:v>44166</c:v>
                </c:pt>
                <c:pt idx="241">
                  <c:v>44197</c:v>
                </c:pt>
                <c:pt idx="242">
                  <c:v>44228</c:v>
                </c:pt>
                <c:pt idx="243">
                  <c:v>44256</c:v>
                </c:pt>
                <c:pt idx="244">
                  <c:v>44287</c:v>
                </c:pt>
                <c:pt idx="245">
                  <c:v>44317</c:v>
                </c:pt>
                <c:pt idx="246">
                  <c:v>44348</c:v>
                </c:pt>
                <c:pt idx="247">
                  <c:v>44378</c:v>
                </c:pt>
                <c:pt idx="248">
                  <c:v>44409</c:v>
                </c:pt>
                <c:pt idx="249">
                  <c:v>44440</c:v>
                </c:pt>
                <c:pt idx="250">
                  <c:v>44470</c:v>
                </c:pt>
                <c:pt idx="251">
                  <c:v>44501</c:v>
                </c:pt>
                <c:pt idx="252">
                  <c:v>44531</c:v>
                </c:pt>
                <c:pt idx="253">
                  <c:v>44562</c:v>
                </c:pt>
                <c:pt idx="254">
                  <c:v>44593</c:v>
                </c:pt>
                <c:pt idx="255">
                  <c:v>44621</c:v>
                </c:pt>
                <c:pt idx="256">
                  <c:v>44652</c:v>
                </c:pt>
                <c:pt idx="257">
                  <c:v>44682</c:v>
                </c:pt>
                <c:pt idx="258">
                  <c:v>44713</c:v>
                </c:pt>
                <c:pt idx="259">
                  <c:v>44743</c:v>
                </c:pt>
                <c:pt idx="260">
                  <c:v>44774</c:v>
                </c:pt>
                <c:pt idx="261">
                  <c:v>44805</c:v>
                </c:pt>
                <c:pt idx="262">
                  <c:v>44835</c:v>
                </c:pt>
                <c:pt idx="263">
                  <c:v>44866</c:v>
                </c:pt>
                <c:pt idx="264">
                  <c:v>44896</c:v>
                </c:pt>
                <c:pt idx="265">
                  <c:v>44927</c:v>
                </c:pt>
                <c:pt idx="266">
                  <c:v>44958</c:v>
                </c:pt>
                <c:pt idx="267">
                  <c:v>44986</c:v>
                </c:pt>
                <c:pt idx="268">
                  <c:v>45017</c:v>
                </c:pt>
                <c:pt idx="269">
                  <c:v>45047</c:v>
                </c:pt>
                <c:pt idx="270">
                  <c:v>45078</c:v>
                </c:pt>
                <c:pt idx="271">
                  <c:v>45108</c:v>
                </c:pt>
                <c:pt idx="272">
                  <c:v>45139</c:v>
                </c:pt>
                <c:pt idx="273">
                  <c:v>45170</c:v>
                </c:pt>
                <c:pt idx="274">
                  <c:v>45200</c:v>
                </c:pt>
                <c:pt idx="275">
                  <c:v>45231</c:v>
                </c:pt>
                <c:pt idx="276">
                  <c:v>45261</c:v>
                </c:pt>
                <c:pt idx="277">
                  <c:v>45292</c:v>
                </c:pt>
                <c:pt idx="278">
                  <c:v>45323</c:v>
                </c:pt>
                <c:pt idx="279">
                  <c:v>45352</c:v>
                </c:pt>
                <c:pt idx="280">
                  <c:v>45383</c:v>
                </c:pt>
                <c:pt idx="281">
                  <c:v>45413</c:v>
                </c:pt>
                <c:pt idx="282">
                  <c:v>45444</c:v>
                </c:pt>
                <c:pt idx="283">
                  <c:v>45474</c:v>
                </c:pt>
                <c:pt idx="284">
                  <c:v>45505</c:v>
                </c:pt>
                <c:pt idx="285">
                  <c:v>45536</c:v>
                </c:pt>
                <c:pt idx="286">
                  <c:v>45566</c:v>
                </c:pt>
                <c:pt idx="287">
                  <c:v>45597</c:v>
                </c:pt>
                <c:pt idx="288">
                  <c:v>45627</c:v>
                </c:pt>
                <c:pt idx="289">
                  <c:v>45658</c:v>
                </c:pt>
                <c:pt idx="290">
                  <c:v>45689</c:v>
                </c:pt>
                <c:pt idx="291">
                  <c:v>45717</c:v>
                </c:pt>
                <c:pt idx="292">
                  <c:v>45748</c:v>
                </c:pt>
                <c:pt idx="293">
                  <c:v>45778</c:v>
                </c:pt>
                <c:pt idx="294">
                  <c:v>45809</c:v>
                </c:pt>
                <c:pt idx="295">
                  <c:v>45839</c:v>
                </c:pt>
                <c:pt idx="296">
                  <c:v>45870</c:v>
                </c:pt>
                <c:pt idx="297">
                  <c:v>45901</c:v>
                </c:pt>
                <c:pt idx="298">
                  <c:v>45931</c:v>
                </c:pt>
                <c:pt idx="299">
                  <c:v>45962</c:v>
                </c:pt>
                <c:pt idx="300">
                  <c:v>45992</c:v>
                </c:pt>
                <c:pt idx="301">
                  <c:v>46023</c:v>
                </c:pt>
                <c:pt idx="302">
                  <c:v>46054</c:v>
                </c:pt>
                <c:pt idx="303">
                  <c:v>46082</c:v>
                </c:pt>
                <c:pt idx="304">
                  <c:v>46113</c:v>
                </c:pt>
              </c:numCache>
            </c:numRef>
          </c:cat>
          <c:val>
            <c:numRef>
              <c:f>'VU ratio &amp; ECI'!$G$2:$G$306</c:f>
              <c:numCache>
                <c:formatCode>General</c:formatCode>
                <c:ptCount val="305"/>
                <c:pt idx="13" formatCode="0.00%">
                  <c:v>3.5388127853881381E-2</c:v>
                </c:pt>
                <c:pt idx="14" formatCode="0.00%">
                  <c:v>#N/A</c:v>
                </c:pt>
                <c:pt idx="15" formatCode="0.00%">
                  <c:v>#N/A</c:v>
                </c:pt>
                <c:pt idx="16" formatCode="0.00%">
                  <c:v>3.5067873303167352E-2</c:v>
                </c:pt>
                <c:pt idx="17" formatCode="0.00%">
                  <c:v>#N/A</c:v>
                </c:pt>
                <c:pt idx="18" formatCode="0.00%">
                  <c:v>#N/A</c:v>
                </c:pt>
                <c:pt idx="19" formatCode="0.00%">
                  <c:v>3.1390134529147948E-2</c:v>
                </c:pt>
                <c:pt idx="20" formatCode="0.00%">
                  <c:v>#N/A</c:v>
                </c:pt>
                <c:pt idx="21" formatCode="0.00%">
                  <c:v>#N/A</c:v>
                </c:pt>
                <c:pt idx="22" formatCode="0.00%">
                  <c:v>2.6666666666666731E-2</c:v>
                </c:pt>
                <c:pt idx="23" formatCode="0.00%">
                  <c:v>#N/A</c:v>
                </c:pt>
                <c:pt idx="24" formatCode="0.00%">
                  <c:v>#N/A</c:v>
                </c:pt>
                <c:pt idx="25" formatCode="0.00%">
                  <c:v>2.8665931642778326E-2</c:v>
                </c:pt>
                <c:pt idx="26" formatCode="0.00%">
                  <c:v>#N/A</c:v>
                </c:pt>
                <c:pt idx="27" formatCode="0.00%">
                  <c:v>#N/A</c:v>
                </c:pt>
                <c:pt idx="28" formatCode="0.00%">
                  <c:v>2.6229508196721374E-2</c:v>
                </c:pt>
                <c:pt idx="29" formatCode="0.00%">
                  <c:v>#N/A</c:v>
                </c:pt>
                <c:pt idx="30" formatCode="0.00%">
                  <c:v>#N/A</c:v>
                </c:pt>
                <c:pt idx="31" formatCode="0.00%">
                  <c:v>2.8260869565217329E-2</c:v>
                </c:pt>
                <c:pt idx="32" formatCode="0.00%">
                  <c:v>#N/A</c:v>
                </c:pt>
                <c:pt idx="33" formatCode="0.00%">
                  <c:v>#N/A</c:v>
                </c:pt>
                <c:pt idx="34" formatCode="0.00%">
                  <c:v>2.9220779220779095E-2</c:v>
                </c:pt>
                <c:pt idx="35" formatCode="0.00%">
                  <c:v>#N/A</c:v>
                </c:pt>
                <c:pt idx="36" formatCode="0.00%">
                  <c:v>#N/A</c:v>
                </c:pt>
                <c:pt idx="37" formatCode="0.00%">
                  <c:v>2.5723472668810352E-2</c:v>
                </c:pt>
                <c:pt idx="38" formatCode="0.00%">
                  <c:v>#N/A</c:v>
                </c:pt>
                <c:pt idx="39" formatCode="0.00%">
                  <c:v>#N/A</c:v>
                </c:pt>
                <c:pt idx="40" formatCode="0.00%">
                  <c:v>2.5559105431309813E-2</c:v>
                </c:pt>
                <c:pt idx="41" formatCode="0.00%">
                  <c:v>#N/A</c:v>
                </c:pt>
                <c:pt idx="42" formatCode="0.00%">
                  <c:v>#N/A</c:v>
                </c:pt>
                <c:pt idx="43" formatCode="0.00%">
                  <c:v>2.5369978858351013E-2</c:v>
                </c:pt>
                <c:pt idx="44" formatCode="0.00%">
                  <c:v>#N/A</c:v>
                </c:pt>
                <c:pt idx="45" formatCode="0.00%">
                  <c:v>#N/A</c:v>
                </c:pt>
                <c:pt idx="46" formatCode="0.00%">
                  <c:v>2.523659305993697E-2</c:v>
                </c:pt>
                <c:pt idx="47" formatCode="0.00%">
                  <c:v>#N/A</c:v>
                </c:pt>
                <c:pt idx="48" formatCode="0.00%">
                  <c:v>#N/A</c:v>
                </c:pt>
                <c:pt idx="49" formatCode="0.00%">
                  <c:v>2.612330198537095E-2</c:v>
                </c:pt>
                <c:pt idx="50" formatCode="0.00%">
                  <c:v>#N/A</c:v>
                </c:pt>
                <c:pt idx="51" formatCode="0.00%">
                  <c:v>#N/A</c:v>
                </c:pt>
                <c:pt idx="52" formatCode="0.00%">
                  <c:v>2.4922118380062364E-2</c:v>
                </c:pt>
                <c:pt idx="53" formatCode="0.00%">
                  <c:v>#N/A</c:v>
                </c:pt>
                <c:pt idx="54" formatCode="0.00%">
                  <c:v>#N/A</c:v>
                </c:pt>
                <c:pt idx="55" formatCode="0.00%">
                  <c:v>2.3711340206185538E-2</c:v>
                </c:pt>
                <c:pt idx="56" formatCode="0.00%">
                  <c:v>#N/A</c:v>
                </c:pt>
                <c:pt idx="57" formatCode="0.00%">
                  <c:v>#N/A</c:v>
                </c:pt>
                <c:pt idx="58" formatCode="0.00%">
                  <c:v>2.6666666666666609E-2</c:v>
                </c:pt>
                <c:pt idx="59" formatCode="0.00%">
                  <c:v>#N/A</c:v>
                </c:pt>
                <c:pt idx="60" formatCode="0.00%">
                  <c:v>#N/A</c:v>
                </c:pt>
                <c:pt idx="61" formatCode="0.00%">
                  <c:v>2.545824847250509E-2</c:v>
                </c:pt>
                <c:pt idx="62" formatCode="0.00%">
                  <c:v>#N/A</c:v>
                </c:pt>
                <c:pt idx="63" formatCode="0.00%">
                  <c:v>#N/A</c:v>
                </c:pt>
                <c:pt idx="64" formatCode="0.00%">
                  <c:v>2.8368794326241106E-2</c:v>
                </c:pt>
                <c:pt idx="65" formatCode="0.00%">
                  <c:v>#N/A</c:v>
                </c:pt>
                <c:pt idx="66" formatCode="0.00%">
                  <c:v>#N/A</c:v>
                </c:pt>
                <c:pt idx="67" formatCode="0.00%">
                  <c:v>3.2225579053373643E-2</c:v>
                </c:pt>
                <c:pt idx="68" formatCode="0.00%">
                  <c:v>#N/A</c:v>
                </c:pt>
                <c:pt idx="69" formatCode="0.00%">
                  <c:v>#N/A</c:v>
                </c:pt>
                <c:pt idx="70" formatCode="0.00%">
                  <c:v>3.1968031968031996E-2</c:v>
                </c:pt>
                <c:pt idx="71" formatCode="0.00%">
                  <c:v>#N/A</c:v>
                </c:pt>
                <c:pt idx="72" formatCode="0.00%">
                  <c:v>#N/A</c:v>
                </c:pt>
                <c:pt idx="73" formatCode="0.00%">
                  <c:v>3.5749751737835095E-2</c:v>
                </c:pt>
                <c:pt idx="74" formatCode="0.00%">
                  <c:v>#N/A</c:v>
                </c:pt>
                <c:pt idx="75" formatCode="0.00%">
                  <c:v>#N/A</c:v>
                </c:pt>
                <c:pt idx="76" formatCode="0.00%">
                  <c:v>3.5467980295566449E-2</c:v>
                </c:pt>
                <c:pt idx="77" formatCode="0.00%">
                  <c:v>#N/A</c:v>
                </c:pt>
                <c:pt idx="78" formatCode="0.00%">
                  <c:v>#N/A</c:v>
                </c:pt>
                <c:pt idx="79" formatCode="0.00%">
                  <c:v>3.317073170731713E-2</c:v>
                </c:pt>
                <c:pt idx="80" formatCode="0.00%">
                  <c:v>#N/A</c:v>
                </c:pt>
                <c:pt idx="81" formatCode="0.00%">
                  <c:v>#N/A</c:v>
                </c:pt>
                <c:pt idx="82" formatCode="0.00%">
                  <c:v>3.3881897386253634E-2</c:v>
                </c:pt>
                <c:pt idx="83" formatCode="0.00%">
                  <c:v>#N/A</c:v>
                </c:pt>
                <c:pt idx="84" formatCode="0.00%">
                  <c:v>#N/A</c:v>
                </c:pt>
                <c:pt idx="85" formatCode="0.00%">
                  <c:v>3.1639501438159127E-2</c:v>
                </c:pt>
                <c:pt idx="86" formatCode="0.00%">
                  <c:v>#N/A</c:v>
                </c:pt>
                <c:pt idx="87" formatCode="0.00%">
                  <c:v>#N/A</c:v>
                </c:pt>
                <c:pt idx="88" formatCode="0.00%">
                  <c:v>3.2350142721217945E-2</c:v>
                </c:pt>
                <c:pt idx="89" formatCode="0.00%">
                  <c:v>#N/A</c:v>
                </c:pt>
                <c:pt idx="90" formatCode="0.00%">
                  <c:v>#N/A</c:v>
                </c:pt>
                <c:pt idx="91" formatCode="0.00%">
                  <c:v>3.1161473087818668E-2</c:v>
                </c:pt>
                <c:pt idx="92" formatCode="0.00%">
                  <c:v>#N/A</c:v>
                </c:pt>
                <c:pt idx="93" formatCode="0.00%">
                  <c:v>#N/A</c:v>
                </c:pt>
                <c:pt idx="94" formatCode="0.00%">
                  <c:v>2.7153558052434509E-2</c:v>
                </c:pt>
                <c:pt idx="95" formatCode="0.00%">
                  <c:v>#N/A</c:v>
                </c:pt>
                <c:pt idx="96" formatCode="0.00%">
                  <c:v>#N/A</c:v>
                </c:pt>
                <c:pt idx="97" formatCode="0.00%">
                  <c:v>2.2304832713754701E-2</c:v>
                </c:pt>
                <c:pt idx="98" formatCode="0.00%">
                  <c:v>#N/A</c:v>
                </c:pt>
                <c:pt idx="99" formatCode="0.00%">
                  <c:v>#N/A</c:v>
                </c:pt>
                <c:pt idx="100" formatCode="0.00%">
                  <c:v>1.751152073732724E-2</c:v>
                </c:pt>
                <c:pt idx="101" formatCode="0.00%">
                  <c:v>#N/A</c:v>
                </c:pt>
                <c:pt idx="102" formatCode="0.00%">
                  <c:v>#N/A</c:v>
                </c:pt>
                <c:pt idx="103" formatCode="0.00%">
                  <c:v>1.46520146520146E-2</c:v>
                </c:pt>
                <c:pt idx="104" formatCode="0.00%">
                  <c:v>#N/A</c:v>
                </c:pt>
                <c:pt idx="105" formatCode="0.00%">
                  <c:v>#N/A</c:v>
                </c:pt>
                <c:pt idx="106" formatCode="0.00%">
                  <c:v>1.3673655423883317E-2</c:v>
                </c:pt>
                <c:pt idx="107" formatCode="0.00%">
                  <c:v>#N/A</c:v>
                </c:pt>
                <c:pt idx="108" formatCode="0.00%">
                  <c:v>#N/A</c:v>
                </c:pt>
                <c:pt idx="109" formatCode="0.00%">
                  <c:v>1.5454545454545481E-2</c:v>
                </c:pt>
                <c:pt idx="110" formatCode="0.00%">
                  <c:v>#N/A</c:v>
                </c:pt>
                <c:pt idx="111" formatCode="0.00%">
                  <c:v>#N/A</c:v>
                </c:pt>
                <c:pt idx="112" formatCode="0.00%">
                  <c:v>1.5398550724637578E-2</c:v>
                </c:pt>
                <c:pt idx="113" formatCode="0.00%">
                  <c:v>#N/A</c:v>
                </c:pt>
                <c:pt idx="114" formatCode="0.00%">
                  <c:v>#N/A</c:v>
                </c:pt>
                <c:pt idx="115" formatCode="0.00%">
                  <c:v>1.534296028880869E-2</c:v>
                </c:pt>
                <c:pt idx="116" formatCode="0.00%">
                  <c:v>#N/A</c:v>
                </c:pt>
                <c:pt idx="117" formatCode="0.00%">
                  <c:v>#N/A</c:v>
                </c:pt>
                <c:pt idx="118" formatCode="0.00%">
                  <c:v>1.6187050359712206E-2</c:v>
                </c:pt>
                <c:pt idx="119" formatCode="0.00%">
                  <c:v>#N/A</c:v>
                </c:pt>
                <c:pt idx="120" formatCode="0.00%">
                  <c:v>#N/A</c:v>
                </c:pt>
                <c:pt idx="121" formatCode="0.00%">
                  <c:v>1.5219337511190714E-2</c:v>
                </c:pt>
                <c:pt idx="122" formatCode="0.00%">
                  <c:v>#N/A</c:v>
                </c:pt>
                <c:pt idx="123" formatCode="0.00%">
                  <c:v>#N/A</c:v>
                </c:pt>
                <c:pt idx="124" formatCode="0.00%">
                  <c:v>1.6057091882248097E-2</c:v>
                </c:pt>
                <c:pt idx="125" formatCode="0.00%">
                  <c:v>#N/A</c:v>
                </c:pt>
                <c:pt idx="126" formatCode="0.00%">
                  <c:v>#N/A</c:v>
                </c:pt>
                <c:pt idx="127" formatCode="0.00%">
                  <c:v>1.5999999999999976E-2</c:v>
                </c:pt>
                <c:pt idx="128" formatCode="0.00%">
                  <c:v>#N/A</c:v>
                </c:pt>
                <c:pt idx="129" formatCode="0.00%">
                  <c:v>#N/A</c:v>
                </c:pt>
                <c:pt idx="130" formatCode="0.00%">
                  <c:v>1.5044247787610645E-2</c:v>
                </c:pt>
                <c:pt idx="131" formatCode="0.00%">
                  <c:v>#N/A</c:v>
                </c:pt>
                <c:pt idx="132" formatCode="0.00%">
                  <c:v>#N/A</c:v>
                </c:pt>
                <c:pt idx="133" formatCode="0.00%">
                  <c:v>1.6754850088183344E-2</c:v>
                </c:pt>
                <c:pt idx="134" formatCode="0.00%">
                  <c:v>#N/A</c:v>
                </c:pt>
                <c:pt idx="135" formatCode="0.00%">
                  <c:v>#N/A</c:v>
                </c:pt>
                <c:pt idx="136" formatCode="0.00%">
                  <c:v>1.6681299385425737E-2</c:v>
                </c:pt>
                <c:pt idx="137" formatCode="0.00%">
                  <c:v>#N/A</c:v>
                </c:pt>
                <c:pt idx="138" formatCode="0.00%">
                  <c:v>#N/A</c:v>
                </c:pt>
                <c:pt idx="139" formatCode="0.00%">
                  <c:v>1.6622922134733209E-2</c:v>
                </c:pt>
                <c:pt idx="140" formatCode="0.00%">
                  <c:v>#N/A</c:v>
                </c:pt>
                <c:pt idx="141" formatCode="0.00%">
                  <c:v>#N/A</c:v>
                </c:pt>
                <c:pt idx="142" formatCode="0.00%">
                  <c:v>1.6564952048822943E-2</c:v>
                </c:pt>
                <c:pt idx="143" formatCode="0.00%">
                  <c:v>#N/A</c:v>
                </c:pt>
                <c:pt idx="144" formatCode="0.00%">
                  <c:v>#N/A</c:v>
                </c:pt>
                <c:pt idx="145" formatCode="0.00%">
                  <c:v>1.6478751084128409E-2</c:v>
                </c:pt>
                <c:pt idx="146" formatCode="0.00%">
                  <c:v>#N/A</c:v>
                </c:pt>
                <c:pt idx="147" formatCode="0.00%">
                  <c:v>#N/A</c:v>
                </c:pt>
                <c:pt idx="148" formatCode="0.00%">
                  <c:v>1.6407599309153763E-2</c:v>
                </c:pt>
                <c:pt idx="149" formatCode="0.00%">
                  <c:v>#N/A</c:v>
                </c:pt>
                <c:pt idx="150" formatCode="0.00%">
                  <c:v>#N/A</c:v>
                </c:pt>
                <c:pt idx="151" formatCode="0.00%">
                  <c:v>1.7211703958691909E-2</c:v>
                </c:pt>
                <c:pt idx="152" formatCode="0.00%">
                  <c:v>#N/A</c:v>
                </c:pt>
                <c:pt idx="153" formatCode="0.00%">
                  <c:v>#N/A</c:v>
                </c:pt>
                <c:pt idx="154" formatCode="0.00%">
                  <c:v>1.886792452830191E-2</c:v>
                </c:pt>
                <c:pt idx="155" formatCode="0.00%">
                  <c:v>#N/A</c:v>
                </c:pt>
                <c:pt idx="156" formatCode="0.00%">
                  <c:v>#N/A</c:v>
                </c:pt>
                <c:pt idx="157" formatCode="0.00%">
                  <c:v>1.6211604095563065E-2</c:v>
                </c:pt>
                <c:pt idx="158" formatCode="0.00%">
                  <c:v>#N/A</c:v>
                </c:pt>
                <c:pt idx="159" formatCode="0.00%">
                  <c:v>#N/A</c:v>
                </c:pt>
                <c:pt idx="160" formatCode="0.00%">
                  <c:v>1.7841971112999101E-2</c:v>
                </c:pt>
                <c:pt idx="161" formatCode="0.00%">
                  <c:v>#N/A</c:v>
                </c:pt>
                <c:pt idx="162" formatCode="0.00%">
                  <c:v>#N/A</c:v>
                </c:pt>
                <c:pt idx="163" formatCode="0.00%">
                  <c:v>2.1150592216582064E-2</c:v>
                </c:pt>
                <c:pt idx="164" formatCode="0.00%">
                  <c:v>#N/A</c:v>
                </c:pt>
                <c:pt idx="165" formatCode="0.00%">
                  <c:v>#N/A</c:v>
                </c:pt>
                <c:pt idx="166" formatCode="0.00%">
                  <c:v>2.1043771043771045E-2</c:v>
                </c:pt>
                <c:pt idx="167" formatCode="0.00%">
                  <c:v>#N/A</c:v>
                </c:pt>
                <c:pt idx="168" formatCode="0.00%">
                  <c:v>#N/A</c:v>
                </c:pt>
                <c:pt idx="169" formatCode="0.00%">
                  <c:v>2.5188916876574308E-2</c:v>
                </c:pt>
                <c:pt idx="170" formatCode="0.00%">
                  <c:v>#N/A</c:v>
                </c:pt>
                <c:pt idx="171" formatCode="0.00%">
                  <c:v>#N/A</c:v>
                </c:pt>
                <c:pt idx="172" formatCode="0.00%">
                  <c:v>2.1702838063439138E-2</c:v>
                </c:pt>
                <c:pt idx="173" formatCode="0.00%">
                  <c:v>#N/A</c:v>
                </c:pt>
                <c:pt idx="174" formatCode="0.00%">
                  <c:v>#N/A</c:v>
                </c:pt>
                <c:pt idx="175" formatCode="0.00%">
                  <c:v>1.9884009942004899E-2</c:v>
                </c:pt>
                <c:pt idx="176" formatCode="0.00%">
                  <c:v>#N/A</c:v>
                </c:pt>
                <c:pt idx="177" formatCode="0.00%">
                  <c:v>#N/A</c:v>
                </c:pt>
                <c:pt idx="178" formatCode="0.00%">
                  <c:v>2.0610057708161583E-2</c:v>
                </c:pt>
                <c:pt idx="179" formatCode="0.00%">
                  <c:v>#N/A</c:v>
                </c:pt>
                <c:pt idx="180" formatCode="0.00%">
                  <c:v>#N/A</c:v>
                </c:pt>
                <c:pt idx="181" formatCode="0.00%">
                  <c:v>1.9656019656019704E-2</c:v>
                </c:pt>
                <c:pt idx="182" formatCode="0.00%">
                  <c:v>#N/A</c:v>
                </c:pt>
                <c:pt idx="183" formatCode="0.00%">
                  <c:v>#N/A</c:v>
                </c:pt>
                <c:pt idx="184" formatCode="0.00%">
                  <c:v>2.4509803921568627E-2</c:v>
                </c:pt>
                <c:pt idx="185" formatCode="0.00%">
                  <c:v>#N/A</c:v>
                </c:pt>
                <c:pt idx="186" formatCode="0.00%">
                  <c:v>#N/A</c:v>
                </c:pt>
                <c:pt idx="187" formatCode="0.00%">
                  <c:v>2.3558082859463897E-2</c:v>
                </c:pt>
                <c:pt idx="188" formatCode="0.00%">
                  <c:v>#N/A</c:v>
                </c:pt>
                <c:pt idx="189" formatCode="0.00%">
                  <c:v>#N/A</c:v>
                </c:pt>
                <c:pt idx="190" formatCode="0.00%">
                  <c:v>2.3424878836833651E-2</c:v>
                </c:pt>
                <c:pt idx="191" formatCode="0.00%">
                  <c:v>#N/A</c:v>
                </c:pt>
                <c:pt idx="192" formatCode="0.00%">
                  <c:v>#N/A</c:v>
                </c:pt>
                <c:pt idx="193" formatCode="0.00%">
                  <c:v>2.4096385542168676E-2</c:v>
                </c:pt>
                <c:pt idx="194" formatCode="0.00%">
                  <c:v>#N/A</c:v>
                </c:pt>
                <c:pt idx="195" formatCode="0.00%">
                  <c:v>#N/A</c:v>
                </c:pt>
                <c:pt idx="196" formatCode="0.00%">
                  <c:v>2.312599681020738E-2</c:v>
                </c:pt>
                <c:pt idx="197" formatCode="0.00%">
                  <c:v>#N/A</c:v>
                </c:pt>
                <c:pt idx="198" formatCode="0.00%">
                  <c:v>#N/A</c:v>
                </c:pt>
                <c:pt idx="199" formatCode="0.00%">
                  <c:v>2.5396825396825307E-2</c:v>
                </c:pt>
                <c:pt idx="200" formatCode="0.00%">
                  <c:v>#N/A</c:v>
                </c:pt>
                <c:pt idx="201" formatCode="0.00%">
                  <c:v>#N/A</c:v>
                </c:pt>
                <c:pt idx="202" formatCode="0.00%">
                  <c:v>2.6045777426992874E-2</c:v>
                </c:pt>
                <c:pt idx="203" formatCode="0.00%">
                  <c:v>#N/A</c:v>
                </c:pt>
                <c:pt idx="204" formatCode="0.00%">
                  <c:v>#N/A</c:v>
                </c:pt>
                <c:pt idx="205" formatCode="0.00%">
                  <c:v>2.7450980392156862E-2</c:v>
                </c:pt>
                <c:pt idx="206" formatCode="0.00%">
                  <c:v>#N/A</c:v>
                </c:pt>
                <c:pt idx="207" formatCode="0.00%">
                  <c:v>#N/A</c:v>
                </c:pt>
                <c:pt idx="208" formatCode="0.00%">
                  <c:v>2.7279812938425563E-2</c:v>
                </c:pt>
                <c:pt idx="209" formatCode="0.00%">
                  <c:v>#N/A</c:v>
                </c:pt>
                <c:pt idx="210" formatCode="0.00%">
                  <c:v>#N/A</c:v>
                </c:pt>
                <c:pt idx="211" formatCode="0.00%">
                  <c:v>2.863777089783295E-2</c:v>
                </c:pt>
                <c:pt idx="212" formatCode="0.00%">
                  <c:v>#N/A</c:v>
                </c:pt>
                <c:pt idx="213" formatCode="0.00%">
                  <c:v>#N/A</c:v>
                </c:pt>
                <c:pt idx="214" formatCode="0.00%">
                  <c:v>3.0000000000000044E-2</c:v>
                </c:pt>
                <c:pt idx="215" formatCode="0.00%">
                  <c:v>#N/A</c:v>
                </c:pt>
                <c:pt idx="216" formatCode="0.00%">
                  <c:v>#N/A</c:v>
                </c:pt>
                <c:pt idx="217" formatCode="0.00%">
                  <c:v>2.9007633587786345E-2</c:v>
                </c:pt>
                <c:pt idx="218" formatCode="0.00%">
                  <c:v>#N/A</c:v>
                </c:pt>
                <c:pt idx="219" formatCode="0.00%">
                  <c:v>#N/A</c:v>
                </c:pt>
                <c:pt idx="220" formatCode="0.00%">
                  <c:v>2.9590288315629567E-2</c:v>
                </c:pt>
                <c:pt idx="221" formatCode="0.00%">
                  <c:v>#N/A</c:v>
                </c:pt>
                <c:pt idx="222" formatCode="0.00%">
                  <c:v>#N/A</c:v>
                </c:pt>
                <c:pt idx="223" formatCode="0.00%">
                  <c:v>2.9345372460496656E-2</c:v>
                </c:pt>
                <c:pt idx="224" formatCode="0.00%">
                  <c:v>#N/A</c:v>
                </c:pt>
                <c:pt idx="225" formatCode="0.00%">
                  <c:v>#N/A</c:v>
                </c:pt>
                <c:pt idx="226" formatCode="0.00%">
                  <c:v>2.9126213592233052E-2</c:v>
                </c:pt>
                <c:pt idx="227" formatCode="0.00%">
                  <c:v>#N/A</c:v>
                </c:pt>
                <c:pt idx="228" formatCode="0.00%">
                  <c:v>#N/A</c:v>
                </c:pt>
                <c:pt idx="229" formatCode="0.00%">
                  <c:v>3.189910979228474E-2</c:v>
                </c:pt>
                <c:pt idx="230" formatCode="0.00%">
                  <c:v>#N/A</c:v>
                </c:pt>
                <c:pt idx="231" formatCode="0.00%">
                  <c:v>#N/A</c:v>
                </c:pt>
                <c:pt idx="232" formatCode="0.00%">
                  <c:v>2.8739867354458409E-2</c:v>
                </c:pt>
                <c:pt idx="233" formatCode="0.00%">
                  <c:v>#N/A</c:v>
                </c:pt>
                <c:pt idx="234" formatCode="0.00%">
                  <c:v>#N/A</c:v>
                </c:pt>
                <c:pt idx="235" formatCode="0.00%">
                  <c:v>2.4853801169590475E-2</c:v>
                </c:pt>
                <c:pt idx="236" formatCode="0.00%">
                  <c:v>#N/A</c:v>
                </c:pt>
                <c:pt idx="237" formatCode="0.00%">
                  <c:v>#N/A</c:v>
                </c:pt>
                <c:pt idx="238" formatCode="0.00%">
                  <c:v>2.6124818577648722E-2</c:v>
                </c:pt>
                <c:pt idx="239" formatCode="0.00%">
                  <c:v>#N/A</c:v>
                </c:pt>
                <c:pt idx="240" formatCode="0.00%">
                  <c:v>#N/A</c:v>
                </c:pt>
                <c:pt idx="241" formatCode="0.00%">
                  <c:v>2.7318475916606841E-2</c:v>
                </c:pt>
                <c:pt idx="242" formatCode="0.00%">
                  <c:v>#N/A</c:v>
                </c:pt>
                <c:pt idx="243" formatCode="0.00%">
                  <c:v>#N/A</c:v>
                </c:pt>
                <c:pt idx="244" formatCode="0.00%">
                  <c:v>3.2234957020057305E-2</c:v>
                </c:pt>
                <c:pt idx="245" formatCode="0.00%">
                  <c:v>#N/A</c:v>
                </c:pt>
                <c:pt idx="246" formatCode="0.00%">
                  <c:v>#N/A</c:v>
                </c:pt>
                <c:pt idx="247" formatCode="0.00%">
                  <c:v>4.2082738944365233E-2</c:v>
                </c:pt>
                <c:pt idx="248" formatCode="0.00%">
                  <c:v>#N/A</c:v>
                </c:pt>
                <c:pt idx="249" formatCode="0.00%">
                  <c:v>#N/A</c:v>
                </c:pt>
                <c:pt idx="250" formatCode="0.00%">
                  <c:v>4.5261669024045298E-2</c:v>
                </c:pt>
                <c:pt idx="251" formatCode="0.00%">
                  <c:v>#N/A</c:v>
                </c:pt>
                <c:pt idx="252" formatCode="0.00%">
                  <c:v>#N/A</c:v>
                </c:pt>
                <c:pt idx="253" formatCode="0.00%">
                  <c:v>4.6186144156752935E-2</c:v>
                </c:pt>
                <c:pt idx="254" formatCode="0.00%">
                  <c:v>#N/A</c:v>
                </c:pt>
                <c:pt idx="255" formatCode="0.00%">
                  <c:v>#N/A</c:v>
                </c:pt>
                <c:pt idx="256" formatCode="0.00%">
                  <c:v>5.2047189451769608E-2</c:v>
                </c:pt>
                <c:pt idx="257" formatCode="0.00%">
                  <c:v>#N/A</c:v>
                </c:pt>
                <c:pt idx="258" formatCode="0.00%">
                  <c:v>#N/A</c:v>
                </c:pt>
                <c:pt idx="259" formatCode="0.00%">
                  <c:v>5.0650239561943915E-2</c:v>
                </c:pt>
                <c:pt idx="260" formatCode="0.00%">
                  <c:v>#N/A</c:v>
                </c:pt>
                <c:pt idx="261" formatCode="0.00%">
                  <c:v>#N/A</c:v>
                </c:pt>
                <c:pt idx="262" formatCode="0.00%">
                  <c:v>5.0744248985115016E-2</c:v>
                </c:pt>
                <c:pt idx="263" formatCode="0.00%">
                  <c:v>#N/A</c:v>
                </c:pt>
                <c:pt idx="264" formatCode="0.00%">
                  <c:v>#N/A</c:v>
                </c:pt>
                <c:pt idx="265" formatCode="0.00%">
                  <c:v>5.016722408026756E-2</c:v>
                </c:pt>
                <c:pt idx="266" formatCode="0.00%">
                  <c:v>#N/A</c:v>
                </c:pt>
                <c:pt idx="267" formatCode="0.00%">
                  <c:v>#N/A</c:v>
                </c:pt>
                <c:pt idx="268" formatCode="0.00%">
                  <c:v>4.6833773087071207E-2</c:v>
                </c:pt>
                <c:pt idx="269" formatCode="0.00%">
                  <c:v>#N/A</c:v>
                </c:pt>
                <c:pt idx="270" formatCode="0.00%">
                  <c:v>#N/A</c:v>
                </c:pt>
                <c:pt idx="271" formatCode="0.00%">
                  <c:v>4.5602605863192182E-2</c:v>
                </c:pt>
                <c:pt idx="272" formatCode="0.00%">
                  <c:v>#N/A</c:v>
                </c:pt>
                <c:pt idx="273" formatCode="0.00%">
                  <c:v>#N/A</c:v>
                </c:pt>
                <c:pt idx="274" formatCode="0.00%">
                  <c:v>4.3786220218930985E-2</c:v>
                </c:pt>
                <c:pt idx="275" formatCode="0.00%">
                  <c:v>#N/A</c:v>
                </c:pt>
                <c:pt idx="276" formatCode="0.00%">
                  <c:v>#N/A</c:v>
                </c:pt>
                <c:pt idx="277" formatCode="0.00%">
                  <c:v>4.39490445859873E-2</c:v>
                </c:pt>
                <c:pt idx="278" formatCode="0.00%">
                  <c:v>#N/A</c:v>
                </c:pt>
                <c:pt idx="279" formatCode="0.00%">
                  <c:v>#N/A</c:v>
                </c:pt>
                <c:pt idx="280" formatCode="0.00%">
                  <c:v>4.2218021424070683E-2</c:v>
                </c:pt>
                <c:pt idx="281" formatCode="0.00%">
                  <c:v>#N/A</c:v>
                </c:pt>
                <c:pt idx="282" formatCode="0.00%">
                  <c:v>#N/A</c:v>
                </c:pt>
                <c:pt idx="283" formatCode="0.00%">
                  <c:v>3.86292834890965E-2</c:v>
                </c:pt>
                <c:pt idx="284" formatCode="0.00%">
                  <c:v>#N/A</c:v>
                </c:pt>
                <c:pt idx="285" formatCode="0.00%">
                  <c:v>#N/A</c:v>
                </c:pt>
                <c:pt idx="286" formatCode="0.00%">
                  <c:v>3.8247995064774935E-2</c:v>
                </c:pt>
                <c:pt idx="287" formatCode="0.00%">
                  <c:v>#N/A</c:v>
                </c:pt>
                <c:pt idx="288" formatCode="0.00%">
                  <c:v>#N/A</c:v>
                </c:pt>
                <c:pt idx="289" formatCode="0.00%">
                  <c:v>3.4777303233679002E-2</c:v>
                </c:pt>
                <c:pt idx="290" formatCode="0.00%">
                  <c:v>#N/A</c:v>
                </c:pt>
                <c:pt idx="291" formatCode="0.00%">
                  <c:v>#N/A</c:v>
                </c:pt>
                <c:pt idx="292" formatCode="0.00%">
                  <c:v>3.5683192261184923E-2</c:v>
                </c:pt>
                <c:pt idx="293" formatCode="0.00%">
                  <c:v>#N/A</c:v>
                </c:pt>
                <c:pt idx="294" formatCode="0.00%">
                  <c:v>#N/A</c:v>
                </c:pt>
                <c:pt idx="295" formatCode="0.00%">
                  <c:v>3.5746850629874045E-2</c:v>
                </c:pt>
                <c:pt idx="296" formatCode="0.00%">
                  <c:v>#N/A</c:v>
                </c:pt>
                <c:pt idx="297" formatCode="0.00%">
                  <c:v>#N/A</c:v>
                </c:pt>
                <c:pt idx="298" formatCode="0.00%">
                  <c:v>3.3541295306001077E-2</c:v>
                </c:pt>
                <c:pt idx="299" formatCode="0.00%">
                  <c:v>#N/A</c:v>
                </c:pt>
                <c:pt idx="300" formatCode="0.00%">
                  <c:v>#N/A</c:v>
                </c:pt>
                <c:pt idx="301" formatCode="0.00%">
                  <c:v>3.3360849056603865E-2</c:v>
                </c:pt>
                <c:pt idx="302" formatCode="0.00%">
                  <c:v>#N/A</c:v>
                </c:pt>
                <c:pt idx="303" formatCode="0.00%">
                  <c:v>#N/A</c:v>
                </c:pt>
                <c:pt idx="304" formatCode="0.00%">
                  <c:v>#N/A</c:v>
                </c:pt>
              </c:numCache>
            </c:numRef>
          </c:val>
          <c:smooth val="0"/>
          <c:extLst>
            <c:ext xmlns:c16="http://schemas.microsoft.com/office/drawing/2014/chart" uri="{C3380CC4-5D6E-409C-BE32-E72D297353CC}">
              <c16:uniqueId val="{00000001-E4BF-434F-8340-8CB7E4BBBE67}"/>
            </c:ext>
          </c:extLst>
        </c:ser>
        <c:dLbls>
          <c:showLegendKey val="0"/>
          <c:showVal val="0"/>
          <c:showCatName val="0"/>
          <c:showSerName val="0"/>
          <c:showPercent val="0"/>
          <c:showBubbleSize val="0"/>
        </c:dLbls>
        <c:marker val="1"/>
        <c:smooth val="0"/>
        <c:axId val="2000000642"/>
        <c:axId val="2000000643"/>
      </c:lineChart>
      <c:dateAx>
        <c:axId val="2000000640"/>
        <c:scaling>
          <c:orientation val="minMax"/>
        </c:scaling>
        <c:delete val="0"/>
        <c:axPos val="b"/>
        <c:numFmt formatCode="m/d/yy" sourceLinked="0"/>
        <c:majorTickMark val="none"/>
        <c:minorTickMark val="none"/>
        <c:tickLblPos val="nextTo"/>
        <c:spPr>
          <a:noFill/>
          <a:ln w="6350" cap="flat" cmpd="sng" algn="ctr">
            <a:solidFill>
              <a:sysClr val="windowText" lastClr="000000"/>
            </a:solidFill>
            <a:round/>
          </a:ln>
          <a:effectLst/>
        </c:spPr>
        <c:txPr>
          <a:bodyPr rot="-60000000" spcFirstLastPara="1" vertOverflow="ellipsis" vert="horz" wrap="square" anchor="ctr" anchorCtr="1"/>
          <a:lstStyle/>
          <a:p>
            <a:pPr>
              <a:defRPr lang="zh-CN" sz="6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0641"/>
        <c:crosses val="autoZero"/>
        <c:auto val="0"/>
        <c:lblOffset val="100"/>
        <c:baseTimeUnit val="months"/>
      </c:dateAx>
      <c:valAx>
        <c:axId val="2000000641"/>
        <c:scaling>
          <c:orientation val="minMax"/>
        </c:scaling>
        <c:delete val="0"/>
        <c:axPos val="l"/>
        <c:numFmt formatCode="0.00_);[Red]\(0.00\)" sourceLinked="1"/>
        <c:majorTickMark val="out"/>
        <c:minorTickMark val="none"/>
        <c:tickLblPos val="nextTo"/>
        <c:spPr>
          <a:noFill/>
          <a:ln>
            <a:noFill/>
          </a:ln>
          <a:effectLst/>
        </c:spPr>
        <c:txPr>
          <a:bodyPr rot="-60000000" spcFirstLastPara="1" vertOverflow="ellipsis" vert="horz" wrap="square" anchor="ctr" anchorCtr="1"/>
          <a:lstStyle/>
          <a:p>
            <a:pPr>
              <a:defRPr lang="zh-CN" sz="6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0640"/>
        <c:crosses val="autoZero"/>
        <c:crossBetween val="between"/>
      </c:valAx>
      <c:valAx>
        <c:axId val="2000000643"/>
        <c:scaling>
          <c:orientation val="minMax"/>
        </c:scaling>
        <c:delete val="0"/>
        <c:axPos val="r"/>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lang="zh-CN" sz="6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0642"/>
        <c:crosses val="max"/>
        <c:crossBetween val="between"/>
      </c:valAx>
      <c:dateAx>
        <c:axId val="2000000642"/>
        <c:scaling>
          <c:orientation val="minMax"/>
        </c:scaling>
        <c:delete val="1"/>
        <c:axPos val="b"/>
        <c:numFmt formatCode="m/d/yyyy" sourceLinked="1"/>
        <c:majorTickMark val="out"/>
        <c:minorTickMark val="none"/>
        <c:tickLblPos val="nextTo"/>
        <c:crossAx val="2000000643"/>
        <c:crosses val="autoZero"/>
        <c:auto val="1"/>
        <c:lblOffset val="100"/>
        <c:baseTimeUnit val="months"/>
      </c:dateAx>
      <c:spPr>
        <a:noFill/>
        <a:ln>
          <a:noFill/>
        </a:ln>
        <a:effectLst/>
      </c:spPr>
    </c:plotArea>
    <c:legend>
      <c:legendPos val="t"/>
      <c:legendEntry>
        <c:idx val="0"/>
        <c:txPr>
          <a:bodyPr rot="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egendEntry>
        <c:idx val="1"/>
        <c:txPr>
          <a:bodyPr rot="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overlay val="0"/>
      <c:spPr>
        <a:noFill/>
        <a:ln>
          <a:noFill/>
        </a:ln>
        <a:effectLst/>
      </c:spPr>
      <c:txPr>
        <a:bodyPr rot="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
    <c:plotVisOnly val="1"/>
    <c:dispBlanksAs val="gap"/>
    <c:showDLblsOverMax val="0"/>
  </c:chart>
  <c:spPr>
    <a:noFill/>
    <a:ln w="9525" cap="flat" cmpd="sng" algn="ctr">
      <a:noFill/>
      <a:round/>
    </a:ln>
    <a:effectLst/>
  </c:spPr>
  <c:txPr>
    <a:bodyPr/>
    <a:lstStyle/>
    <a:p>
      <a:pPr>
        <a:defRPr lang="zh-CN" sz="60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defRPr>
      </a:pPr>
      <a:endParaRPr lang="zh-CN"/>
    </a:p>
  </c:txPr>
  <c:externalData r:id="rId1">
    <c:autoUpdate val="0"/>
  </c:externalData>
  <c:userShapes r:id="rId5"/>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6012685914260715E-2"/>
          <c:y val="5.4187809857101206E-2"/>
          <c:w val="0.92358880139982502"/>
          <c:h val="0.74717790047048405"/>
        </c:manualLayout>
      </c:layout>
      <c:barChart>
        <c:barDir val="col"/>
        <c:grouping val="clustered"/>
        <c:varyColors val="0"/>
        <c:ser>
          <c:idx val="0"/>
          <c:order val="0"/>
          <c:tx>
            <c:strRef>
              <c:f>欧元区CPI!$F$1</c:f>
              <c:strCache>
                <c:ptCount val="1"/>
                <c:pt idx="0">
                  <c:v>欧元区CPI，同比，左轴（%）</c:v>
                </c:pt>
              </c:strCache>
            </c:strRef>
          </c:tx>
          <c:spPr>
            <a:solidFill>
              <a:sysClr val="window" lastClr="FFFFFF">
                <a:lumMod val="75000"/>
              </a:sysClr>
            </a:solidFill>
            <a:ln w="25400" cmpd="sng">
              <a:noFill/>
              <a:prstDash val="solid"/>
            </a:ln>
            <a:effectLst/>
          </c:spPr>
          <c:invertIfNegative val="0"/>
          <c:cat>
            <c:strRef>
              <c:f>欧元区CPI!$E$2:$E$19</c:f>
              <c:strCache>
                <c:ptCount val="18"/>
                <c:pt idx="0">
                  <c:v>2024 - Dec</c:v>
                </c:pt>
                <c:pt idx="1">
                  <c:v>2025 - Jan</c:v>
                </c:pt>
                <c:pt idx="2">
                  <c:v>2025 - Feb</c:v>
                </c:pt>
                <c:pt idx="3">
                  <c:v>2025 - Mar</c:v>
                </c:pt>
                <c:pt idx="4">
                  <c:v>2025 - Apr</c:v>
                </c:pt>
                <c:pt idx="5">
                  <c:v>2025 - May</c:v>
                </c:pt>
                <c:pt idx="6">
                  <c:v>2025 - Jun</c:v>
                </c:pt>
                <c:pt idx="7">
                  <c:v>2025 - Jul</c:v>
                </c:pt>
                <c:pt idx="8">
                  <c:v>2025 - Aug</c:v>
                </c:pt>
                <c:pt idx="9">
                  <c:v>2025 - Sep</c:v>
                </c:pt>
                <c:pt idx="10">
                  <c:v>2025 - Oct</c:v>
                </c:pt>
                <c:pt idx="11">
                  <c:v>2025 - Nov</c:v>
                </c:pt>
                <c:pt idx="12">
                  <c:v>2025 - Dec</c:v>
                </c:pt>
                <c:pt idx="13">
                  <c:v>2026 - Jan</c:v>
                </c:pt>
                <c:pt idx="14">
                  <c:v>2026 - Feb</c:v>
                </c:pt>
                <c:pt idx="15">
                  <c:v>2026 - Mar</c:v>
                </c:pt>
                <c:pt idx="16">
                  <c:v>2026 - Apr</c:v>
                </c:pt>
                <c:pt idx="17">
                  <c:v>2026 - May</c:v>
                </c:pt>
              </c:strCache>
            </c:strRef>
          </c:cat>
          <c:val>
            <c:numRef>
              <c:f>欧元区CPI!$F$2:$F$19</c:f>
              <c:numCache>
                <c:formatCode>General</c:formatCode>
                <c:ptCount val="18"/>
                <c:pt idx="0">
                  <c:v>2.4300000000000002</c:v>
                </c:pt>
                <c:pt idx="1">
                  <c:v>2.5299999999999998</c:v>
                </c:pt>
                <c:pt idx="2">
                  <c:v>2.34</c:v>
                </c:pt>
                <c:pt idx="3">
                  <c:v>2.19</c:v>
                </c:pt>
                <c:pt idx="4">
                  <c:v>2.17</c:v>
                </c:pt>
                <c:pt idx="5">
                  <c:v>1.9</c:v>
                </c:pt>
                <c:pt idx="6">
                  <c:v>1.98</c:v>
                </c:pt>
                <c:pt idx="7">
                  <c:v>2.0499999999999998</c:v>
                </c:pt>
                <c:pt idx="8">
                  <c:v>2.06</c:v>
                </c:pt>
                <c:pt idx="9">
                  <c:v>2.25</c:v>
                </c:pt>
                <c:pt idx="10">
                  <c:v>2.12</c:v>
                </c:pt>
                <c:pt idx="11">
                  <c:v>2.15</c:v>
                </c:pt>
                <c:pt idx="12">
                  <c:v>1.98</c:v>
                </c:pt>
                <c:pt idx="13">
                  <c:v>1.67</c:v>
                </c:pt>
                <c:pt idx="14">
                  <c:v>1.89</c:v>
                </c:pt>
                <c:pt idx="15">
                  <c:v>2.56</c:v>
                </c:pt>
                <c:pt idx="16">
                  <c:v>3.05</c:v>
                </c:pt>
                <c:pt idx="17">
                  <c:v>3.18</c:v>
                </c:pt>
              </c:numCache>
            </c:numRef>
          </c:val>
          <c:extLst>
            <c:ext xmlns:c16="http://schemas.microsoft.com/office/drawing/2014/chart" uri="{C3380CC4-5D6E-409C-BE32-E72D297353CC}">
              <c16:uniqueId val="{00000000-78AD-4FDB-B0BA-3D7E7EE177D7}"/>
            </c:ext>
          </c:extLst>
        </c:ser>
        <c:dLbls>
          <c:showLegendKey val="0"/>
          <c:showVal val="0"/>
          <c:showCatName val="0"/>
          <c:showSerName val="0"/>
          <c:showPercent val="0"/>
          <c:showBubbleSize val="0"/>
        </c:dLbls>
        <c:gapWidth val="150"/>
        <c:axId val="2000000672"/>
        <c:axId val="2000000673"/>
      </c:barChart>
      <c:lineChart>
        <c:grouping val="standard"/>
        <c:varyColors val="0"/>
        <c:ser>
          <c:idx val="1"/>
          <c:order val="1"/>
          <c:tx>
            <c:strRef>
              <c:f>欧元区CPI!$G$1</c:f>
              <c:strCache>
                <c:ptCount val="1"/>
                <c:pt idx="0">
                  <c:v>欧元区GDP增速，季度同比，右轴（%）</c:v>
                </c:pt>
              </c:strCache>
            </c:strRef>
          </c:tx>
          <c:spPr>
            <a:ln w="22225" cap="rnd">
              <a:solidFill>
                <a:srgbClr val="8064A2"/>
              </a:solidFill>
              <a:round/>
            </a:ln>
            <a:effectLst/>
          </c:spPr>
          <c:marker>
            <c:symbol val="none"/>
          </c:marker>
          <c:cat>
            <c:strRef>
              <c:f>欧元区CPI!$E$2:$E$19</c:f>
              <c:strCache>
                <c:ptCount val="18"/>
                <c:pt idx="0">
                  <c:v>2024 - Dec</c:v>
                </c:pt>
                <c:pt idx="1">
                  <c:v>2025 - Jan</c:v>
                </c:pt>
                <c:pt idx="2">
                  <c:v>2025 - Feb</c:v>
                </c:pt>
                <c:pt idx="3">
                  <c:v>2025 - Mar</c:v>
                </c:pt>
                <c:pt idx="4">
                  <c:v>2025 - Apr</c:v>
                </c:pt>
                <c:pt idx="5">
                  <c:v>2025 - May</c:v>
                </c:pt>
                <c:pt idx="6">
                  <c:v>2025 - Jun</c:v>
                </c:pt>
                <c:pt idx="7">
                  <c:v>2025 - Jul</c:v>
                </c:pt>
                <c:pt idx="8">
                  <c:v>2025 - Aug</c:v>
                </c:pt>
                <c:pt idx="9">
                  <c:v>2025 - Sep</c:v>
                </c:pt>
                <c:pt idx="10">
                  <c:v>2025 - Oct</c:v>
                </c:pt>
                <c:pt idx="11">
                  <c:v>2025 - Nov</c:v>
                </c:pt>
                <c:pt idx="12">
                  <c:v>2025 - Dec</c:v>
                </c:pt>
                <c:pt idx="13">
                  <c:v>2026 - Jan</c:v>
                </c:pt>
                <c:pt idx="14">
                  <c:v>2026 - Feb</c:v>
                </c:pt>
                <c:pt idx="15">
                  <c:v>2026 - Mar</c:v>
                </c:pt>
                <c:pt idx="16">
                  <c:v>2026 - Apr</c:v>
                </c:pt>
                <c:pt idx="17">
                  <c:v>2026 - May</c:v>
                </c:pt>
              </c:strCache>
            </c:strRef>
          </c:cat>
          <c:val>
            <c:numRef>
              <c:f>欧元区CPI!$G$2:$G$19</c:f>
              <c:numCache>
                <c:formatCode>General</c:formatCode>
                <c:ptCount val="18"/>
                <c:pt idx="0">
                  <c:v>0.1</c:v>
                </c:pt>
                <c:pt idx="3">
                  <c:v>0.3</c:v>
                </c:pt>
                <c:pt idx="6">
                  <c:v>0.1</c:v>
                </c:pt>
                <c:pt idx="9">
                  <c:v>0.2</c:v>
                </c:pt>
                <c:pt idx="12">
                  <c:v>0.3</c:v>
                </c:pt>
                <c:pt idx="15">
                  <c:v>0.1</c:v>
                </c:pt>
              </c:numCache>
            </c:numRef>
          </c:val>
          <c:smooth val="0"/>
          <c:extLst>
            <c:ext xmlns:c16="http://schemas.microsoft.com/office/drawing/2014/chart" uri="{C3380CC4-5D6E-409C-BE32-E72D297353CC}">
              <c16:uniqueId val="{00000001-78AD-4FDB-B0BA-3D7E7EE177D7}"/>
            </c:ext>
          </c:extLst>
        </c:ser>
        <c:dLbls>
          <c:showLegendKey val="0"/>
          <c:showVal val="0"/>
          <c:showCatName val="0"/>
          <c:showSerName val="0"/>
          <c:showPercent val="0"/>
          <c:showBubbleSize val="0"/>
        </c:dLbls>
        <c:marker val="1"/>
        <c:smooth val="0"/>
        <c:axId val="2000000674"/>
        <c:axId val="2000000675"/>
      </c:lineChart>
      <c:catAx>
        <c:axId val="2000000672"/>
        <c:scaling>
          <c:orientation val="minMax"/>
        </c:scaling>
        <c:delete val="0"/>
        <c:axPos val="b"/>
        <c:numFmt formatCode="m/d/yyyy" sourceLinked="0"/>
        <c:majorTickMark val="none"/>
        <c:minorTickMark val="none"/>
        <c:tickLblPos val="nextTo"/>
        <c:spPr>
          <a:noFill/>
          <a:ln w="6350" cap="flat" cmpd="sng" algn="ctr">
            <a:solidFill>
              <a:sysClr val="windowText" lastClr="000000"/>
            </a:solidFill>
            <a:round/>
          </a:ln>
          <a:effectLst/>
        </c:spPr>
        <c:txPr>
          <a:bodyPr rot="-6000000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0673"/>
        <c:crosses val="autoZero"/>
        <c:auto val="1"/>
        <c:lblAlgn val="ctr"/>
        <c:lblOffset val="100"/>
        <c:noMultiLvlLbl val="0"/>
      </c:catAx>
      <c:valAx>
        <c:axId val="2000000673"/>
        <c:scaling>
          <c:orientation val="minMax"/>
          <c:max val="4"/>
        </c:scaling>
        <c:delete val="0"/>
        <c:axPos val="l"/>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0672"/>
        <c:crosses val="autoZero"/>
        <c:crossBetween val="between"/>
      </c:valAx>
      <c:valAx>
        <c:axId val="2000000675"/>
        <c:scaling>
          <c:orientation val="minMax"/>
        </c:scaling>
        <c:delete val="0"/>
        <c:axPos val="r"/>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0674"/>
        <c:crosses val="max"/>
        <c:crossBetween val="between"/>
      </c:valAx>
      <c:catAx>
        <c:axId val="2000000674"/>
        <c:scaling>
          <c:orientation val="minMax"/>
        </c:scaling>
        <c:delete val="1"/>
        <c:axPos val="b"/>
        <c:numFmt formatCode="General" sourceLinked="1"/>
        <c:majorTickMark val="out"/>
        <c:minorTickMark val="none"/>
        <c:tickLblPos val="nextTo"/>
        <c:crossAx val="2000000675"/>
        <c:crosses val="autoZero"/>
        <c:auto val="1"/>
        <c:lblAlgn val="ctr"/>
        <c:lblOffset val="100"/>
        <c:noMultiLvlLbl val="0"/>
      </c:catAx>
      <c:spPr>
        <a:noFill/>
        <a:ln>
          <a:noFill/>
        </a:ln>
        <a:effectLst/>
      </c:spPr>
    </c:plotArea>
    <c:legend>
      <c:legendPos val="t"/>
      <c:legendEntry>
        <c:idx val="0"/>
        <c:txPr>
          <a:bodyPr rot="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egendEntry>
        <c:idx val="1"/>
        <c:txPr>
          <a:bodyPr rot="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ayout>
        <c:manualLayout>
          <c:xMode val="edge"/>
          <c:yMode val="edge"/>
          <c:x val="6.5166666666666664E-2"/>
          <c:y val="9.2592592592592587E-3"/>
          <c:w val="0.8696666666666667"/>
          <c:h val="6.8729585885097699E-2"/>
        </c:manualLayout>
      </c:layout>
      <c:overlay val="0"/>
      <c:spPr>
        <a:noFill/>
        <a:ln>
          <a:noFill/>
        </a:ln>
        <a:effectLst/>
      </c:spPr>
      <c:txPr>
        <a:bodyPr rot="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
    <c:plotVisOnly val="1"/>
    <c:dispBlanksAs val="span"/>
    <c:showDLblsOverMax val="0"/>
    <c:extLst>
      <c:ext xmlns:c16r3="http://schemas.microsoft.com/office/drawing/2017/03/chart" uri="{56B9EC1D-385E-4148-901F-78D8002777C0}">
        <c16r3:dataDisplayOptions16>
          <c16r3:dispNaAsBlank val="1"/>
        </c16r3:dataDisplayOptions16>
      </c:ext>
    </c:extLst>
  </c:chart>
  <c:spPr>
    <a:noFill/>
    <a:ln w="9525" cap="flat" cmpd="sng" algn="ctr">
      <a:noFill/>
      <a:round/>
    </a:ln>
    <a:effectLst/>
  </c:spPr>
  <c:txPr>
    <a:bodyPr/>
    <a:lstStyle/>
    <a:p>
      <a:pPr>
        <a:defRPr lang="zh-CN" sz="80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defRPr>
      </a:pPr>
      <a:endParaRPr lang="zh-CN"/>
    </a:p>
  </c:txPr>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6012646532004398E-2"/>
          <c:y val="0.174558204367605"/>
          <c:w val="0.84340643929044301"/>
          <c:h val="0.74717790047048405"/>
        </c:manualLayout>
      </c:layout>
      <c:lineChart>
        <c:grouping val="standard"/>
        <c:varyColors val="0"/>
        <c:ser>
          <c:idx val="0"/>
          <c:order val="0"/>
          <c:tx>
            <c:strRef>
              <c:f>'ECB policy rate'!$B$1</c:f>
              <c:strCache>
                <c:ptCount val="1"/>
                <c:pt idx="0">
                  <c:v>欧洲央行存款利率</c:v>
                </c:pt>
              </c:strCache>
            </c:strRef>
          </c:tx>
          <c:spPr>
            <a:ln w="25400" cap="rnd" cmpd="sng">
              <a:solidFill>
                <a:srgbClr val="7C80C8"/>
              </a:solidFill>
              <a:prstDash val="solid"/>
              <a:round/>
            </a:ln>
            <a:effectLst/>
          </c:spPr>
          <c:marker>
            <c:symbol val="none"/>
          </c:marker>
          <c:cat>
            <c:numRef>
              <c:f>'ECB policy rate'!$A$2:$A$6901</c:f>
              <c:numCache>
                <c:formatCode>m/d/yyyy</c:formatCode>
                <c:ptCount val="6900"/>
                <c:pt idx="0">
                  <c:v>36528</c:v>
                </c:pt>
                <c:pt idx="1">
                  <c:v>36529</c:v>
                </c:pt>
                <c:pt idx="2">
                  <c:v>36530</c:v>
                </c:pt>
                <c:pt idx="3">
                  <c:v>36531</c:v>
                </c:pt>
                <c:pt idx="4">
                  <c:v>36532</c:v>
                </c:pt>
                <c:pt idx="5">
                  <c:v>36535</c:v>
                </c:pt>
                <c:pt idx="6">
                  <c:v>36536</c:v>
                </c:pt>
                <c:pt idx="7">
                  <c:v>36537</c:v>
                </c:pt>
                <c:pt idx="8">
                  <c:v>36538</c:v>
                </c:pt>
                <c:pt idx="9">
                  <c:v>36539</c:v>
                </c:pt>
                <c:pt idx="10">
                  <c:v>36542</c:v>
                </c:pt>
                <c:pt idx="11">
                  <c:v>36543</c:v>
                </c:pt>
                <c:pt idx="12">
                  <c:v>36544</c:v>
                </c:pt>
                <c:pt idx="13">
                  <c:v>36545</c:v>
                </c:pt>
                <c:pt idx="14">
                  <c:v>36546</c:v>
                </c:pt>
                <c:pt idx="15">
                  <c:v>36549</c:v>
                </c:pt>
                <c:pt idx="16">
                  <c:v>36550</c:v>
                </c:pt>
                <c:pt idx="17">
                  <c:v>36551</c:v>
                </c:pt>
                <c:pt idx="18">
                  <c:v>36552</c:v>
                </c:pt>
                <c:pt idx="19">
                  <c:v>36553</c:v>
                </c:pt>
                <c:pt idx="20">
                  <c:v>36556</c:v>
                </c:pt>
                <c:pt idx="21">
                  <c:v>36557</c:v>
                </c:pt>
                <c:pt idx="22">
                  <c:v>36558</c:v>
                </c:pt>
                <c:pt idx="23">
                  <c:v>36559</c:v>
                </c:pt>
                <c:pt idx="24">
                  <c:v>36560</c:v>
                </c:pt>
                <c:pt idx="25">
                  <c:v>36563</c:v>
                </c:pt>
                <c:pt idx="26">
                  <c:v>36564</c:v>
                </c:pt>
                <c:pt idx="27">
                  <c:v>36565</c:v>
                </c:pt>
                <c:pt idx="28">
                  <c:v>36566</c:v>
                </c:pt>
                <c:pt idx="29">
                  <c:v>36567</c:v>
                </c:pt>
                <c:pt idx="30">
                  <c:v>36570</c:v>
                </c:pt>
                <c:pt idx="31">
                  <c:v>36571</c:v>
                </c:pt>
                <c:pt idx="32">
                  <c:v>36572</c:v>
                </c:pt>
                <c:pt idx="33">
                  <c:v>36573</c:v>
                </c:pt>
                <c:pt idx="34">
                  <c:v>36574</c:v>
                </c:pt>
                <c:pt idx="35">
                  <c:v>36577</c:v>
                </c:pt>
                <c:pt idx="36">
                  <c:v>36578</c:v>
                </c:pt>
                <c:pt idx="37">
                  <c:v>36579</c:v>
                </c:pt>
                <c:pt idx="38">
                  <c:v>36580</c:v>
                </c:pt>
                <c:pt idx="39">
                  <c:v>36581</c:v>
                </c:pt>
                <c:pt idx="40">
                  <c:v>36584</c:v>
                </c:pt>
                <c:pt idx="41">
                  <c:v>36585</c:v>
                </c:pt>
                <c:pt idx="42">
                  <c:v>36586</c:v>
                </c:pt>
                <c:pt idx="43">
                  <c:v>36587</c:v>
                </c:pt>
                <c:pt idx="44">
                  <c:v>36588</c:v>
                </c:pt>
                <c:pt idx="45">
                  <c:v>36591</c:v>
                </c:pt>
                <c:pt idx="46">
                  <c:v>36592</c:v>
                </c:pt>
                <c:pt idx="47">
                  <c:v>36593</c:v>
                </c:pt>
                <c:pt idx="48">
                  <c:v>36594</c:v>
                </c:pt>
                <c:pt idx="49">
                  <c:v>36595</c:v>
                </c:pt>
                <c:pt idx="50">
                  <c:v>36598</c:v>
                </c:pt>
                <c:pt idx="51">
                  <c:v>36599</c:v>
                </c:pt>
                <c:pt idx="52">
                  <c:v>36600</c:v>
                </c:pt>
                <c:pt idx="53">
                  <c:v>36601</c:v>
                </c:pt>
                <c:pt idx="54">
                  <c:v>36602</c:v>
                </c:pt>
                <c:pt idx="55">
                  <c:v>36605</c:v>
                </c:pt>
                <c:pt idx="56">
                  <c:v>36606</c:v>
                </c:pt>
                <c:pt idx="57">
                  <c:v>36607</c:v>
                </c:pt>
                <c:pt idx="58">
                  <c:v>36608</c:v>
                </c:pt>
                <c:pt idx="59">
                  <c:v>36609</c:v>
                </c:pt>
                <c:pt idx="60">
                  <c:v>36612</c:v>
                </c:pt>
                <c:pt idx="61">
                  <c:v>36613</c:v>
                </c:pt>
                <c:pt idx="62">
                  <c:v>36614</c:v>
                </c:pt>
                <c:pt idx="63">
                  <c:v>36615</c:v>
                </c:pt>
                <c:pt idx="64">
                  <c:v>36616</c:v>
                </c:pt>
                <c:pt idx="65">
                  <c:v>36619</c:v>
                </c:pt>
                <c:pt idx="66">
                  <c:v>36620</c:v>
                </c:pt>
                <c:pt idx="67">
                  <c:v>36621</c:v>
                </c:pt>
                <c:pt idx="68">
                  <c:v>36622</c:v>
                </c:pt>
                <c:pt idx="69">
                  <c:v>36623</c:v>
                </c:pt>
                <c:pt idx="70">
                  <c:v>36626</c:v>
                </c:pt>
                <c:pt idx="71">
                  <c:v>36627</c:v>
                </c:pt>
                <c:pt idx="72">
                  <c:v>36628</c:v>
                </c:pt>
                <c:pt idx="73">
                  <c:v>36629</c:v>
                </c:pt>
                <c:pt idx="74">
                  <c:v>36630</c:v>
                </c:pt>
                <c:pt idx="75">
                  <c:v>36633</c:v>
                </c:pt>
                <c:pt idx="76">
                  <c:v>36634</c:v>
                </c:pt>
                <c:pt idx="77">
                  <c:v>36635</c:v>
                </c:pt>
                <c:pt idx="78">
                  <c:v>36636</c:v>
                </c:pt>
                <c:pt idx="79">
                  <c:v>36637</c:v>
                </c:pt>
                <c:pt idx="80">
                  <c:v>36640</c:v>
                </c:pt>
                <c:pt idx="81">
                  <c:v>36641</c:v>
                </c:pt>
                <c:pt idx="82">
                  <c:v>36642</c:v>
                </c:pt>
                <c:pt idx="83">
                  <c:v>36643</c:v>
                </c:pt>
                <c:pt idx="84">
                  <c:v>36644</c:v>
                </c:pt>
                <c:pt idx="85">
                  <c:v>36647</c:v>
                </c:pt>
                <c:pt idx="86">
                  <c:v>36648</c:v>
                </c:pt>
                <c:pt idx="87">
                  <c:v>36649</c:v>
                </c:pt>
                <c:pt idx="88">
                  <c:v>36650</c:v>
                </c:pt>
                <c:pt idx="89">
                  <c:v>36651</c:v>
                </c:pt>
                <c:pt idx="90">
                  <c:v>36654</c:v>
                </c:pt>
                <c:pt idx="91">
                  <c:v>36655</c:v>
                </c:pt>
                <c:pt idx="92">
                  <c:v>36656</c:v>
                </c:pt>
                <c:pt idx="93">
                  <c:v>36657</c:v>
                </c:pt>
                <c:pt idx="94">
                  <c:v>36658</c:v>
                </c:pt>
                <c:pt idx="95">
                  <c:v>36661</c:v>
                </c:pt>
                <c:pt idx="96">
                  <c:v>36662</c:v>
                </c:pt>
                <c:pt idx="97">
                  <c:v>36663</c:v>
                </c:pt>
                <c:pt idx="98">
                  <c:v>36664</c:v>
                </c:pt>
                <c:pt idx="99">
                  <c:v>36665</c:v>
                </c:pt>
                <c:pt idx="100">
                  <c:v>36668</c:v>
                </c:pt>
                <c:pt idx="101">
                  <c:v>36669</c:v>
                </c:pt>
                <c:pt idx="102">
                  <c:v>36670</c:v>
                </c:pt>
                <c:pt idx="103">
                  <c:v>36671</c:v>
                </c:pt>
                <c:pt idx="104">
                  <c:v>36672</c:v>
                </c:pt>
                <c:pt idx="105">
                  <c:v>36675</c:v>
                </c:pt>
                <c:pt idx="106">
                  <c:v>36676</c:v>
                </c:pt>
                <c:pt idx="107">
                  <c:v>36677</c:v>
                </c:pt>
                <c:pt idx="108">
                  <c:v>36678</c:v>
                </c:pt>
                <c:pt idx="109">
                  <c:v>36679</c:v>
                </c:pt>
                <c:pt idx="110">
                  <c:v>36682</c:v>
                </c:pt>
                <c:pt idx="111">
                  <c:v>36683</c:v>
                </c:pt>
                <c:pt idx="112">
                  <c:v>36684</c:v>
                </c:pt>
                <c:pt idx="113">
                  <c:v>36685</c:v>
                </c:pt>
                <c:pt idx="114">
                  <c:v>36686</c:v>
                </c:pt>
                <c:pt idx="115">
                  <c:v>36689</c:v>
                </c:pt>
                <c:pt idx="116">
                  <c:v>36690</c:v>
                </c:pt>
                <c:pt idx="117">
                  <c:v>36691</c:v>
                </c:pt>
                <c:pt idx="118">
                  <c:v>36692</c:v>
                </c:pt>
                <c:pt idx="119">
                  <c:v>36693</c:v>
                </c:pt>
                <c:pt idx="120">
                  <c:v>36696</c:v>
                </c:pt>
                <c:pt idx="121">
                  <c:v>36697</c:v>
                </c:pt>
                <c:pt idx="122">
                  <c:v>36698</c:v>
                </c:pt>
                <c:pt idx="123">
                  <c:v>36699</c:v>
                </c:pt>
                <c:pt idx="124">
                  <c:v>36700</c:v>
                </c:pt>
                <c:pt idx="125">
                  <c:v>36703</c:v>
                </c:pt>
                <c:pt idx="126">
                  <c:v>36704</c:v>
                </c:pt>
                <c:pt idx="127">
                  <c:v>36705</c:v>
                </c:pt>
                <c:pt idx="128">
                  <c:v>36706</c:v>
                </c:pt>
                <c:pt idx="129">
                  <c:v>36707</c:v>
                </c:pt>
                <c:pt idx="130">
                  <c:v>36710</c:v>
                </c:pt>
                <c:pt idx="131">
                  <c:v>36711</c:v>
                </c:pt>
                <c:pt idx="132">
                  <c:v>36712</c:v>
                </c:pt>
                <c:pt idx="133">
                  <c:v>36713</c:v>
                </c:pt>
                <c:pt idx="134">
                  <c:v>36714</c:v>
                </c:pt>
                <c:pt idx="135">
                  <c:v>36717</c:v>
                </c:pt>
                <c:pt idx="136">
                  <c:v>36718</c:v>
                </c:pt>
                <c:pt idx="137">
                  <c:v>36719</c:v>
                </c:pt>
                <c:pt idx="138">
                  <c:v>36720</c:v>
                </c:pt>
                <c:pt idx="139">
                  <c:v>36721</c:v>
                </c:pt>
                <c:pt idx="140">
                  <c:v>36724</c:v>
                </c:pt>
                <c:pt idx="141">
                  <c:v>36725</c:v>
                </c:pt>
                <c:pt idx="142">
                  <c:v>36726</c:v>
                </c:pt>
                <c:pt idx="143">
                  <c:v>36727</c:v>
                </c:pt>
                <c:pt idx="144">
                  <c:v>36728</c:v>
                </c:pt>
                <c:pt idx="145">
                  <c:v>36731</c:v>
                </c:pt>
                <c:pt idx="146">
                  <c:v>36732</c:v>
                </c:pt>
                <c:pt idx="147">
                  <c:v>36733</c:v>
                </c:pt>
                <c:pt idx="148">
                  <c:v>36734</c:v>
                </c:pt>
                <c:pt idx="149">
                  <c:v>36735</c:v>
                </c:pt>
                <c:pt idx="150">
                  <c:v>36738</c:v>
                </c:pt>
                <c:pt idx="151">
                  <c:v>36739</c:v>
                </c:pt>
                <c:pt idx="152">
                  <c:v>36740</c:v>
                </c:pt>
                <c:pt idx="153">
                  <c:v>36741</c:v>
                </c:pt>
                <c:pt idx="154">
                  <c:v>36742</c:v>
                </c:pt>
                <c:pt idx="155">
                  <c:v>36745</c:v>
                </c:pt>
                <c:pt idx="156">
                  <c:v>36746</c:v>
                </c:pt>
                <c:pt idx="157">
                  <c:v>36747</c:v>
                </c:pt>
                <c:pt idx="158">
                  <c:v>36748</c:v>
                </c:pt>
                <c:pt idx="159">
                  <c:v>36749</c:v>
                </c:pt>
                <c:pt idx="160">
                  <c:v>36752</c:v>
                </c:pt>
                <c:pt idx="161">
                  <c:v>36753</c:v>
                </c:pt>
                <c:pt idx="162">
                  <c:v>36754</c:v>
                </c:pt>
                <c:pt idx="163">
                  <c:v>36755</c:v>
                </c:pt>
                <c:pt idx="164">
                  <c:v>36756</c:v>
                </c:pt>
                <c:pt idx="165">
                  <c:v>36759</c:v>
                </c:pt>
                <c:pt idx="166">
                  <c:v>36760</c:v>
                </c:pt>
                <c:pt idx="167">
                  <c:v>36761</c:v>
                </c:pt>
                <c:pt idx="168">
                  <c:v>36762</c:v>
                </c:pt>
                <c:pt idx="169">
                  <c:v>36763</c:v>
                </c:pt>
                <c:pt idx="170">
                  <c:v>36766</c:v>
                </c:pt>
                <c:pt idx="171">
                  <c:v>36767</c:v>
                </c:pt>
                <c:pt idx="172">
                  <c:v>36768</c:v>
                </c:pt>
                <c:pt idx="173">
                  <c:v>36769</c:v>
                </c:pt>
                <c:pt idx="174">
                  <c:v>36770</c:v>
                </c:pt>
                <c:pt idx="175">
                  <c:v>36773</c:v>
                </c:pt>
                <c:pt idx="176">
                  <c:v>36774</c:v>
                </c:pt>
                <c:pt idx="177">
                  <c:v>36775</c:v>
                </c:pt>
                <c:pt idx="178">
                  <c:v>36776</c:v>
                </c:pt>
                <c:pt idx="179">
                  <c:v>36777</c:v>
                </c:pt>
                <c:pt idx="180">
                  <c:v>36780</c:v>
                </c:pt>
                <c:pt idx="181">
                  <c:v>36781</c:v>
                </c:pt>
                <c:pt idx="182">
                  <c:v>36782</c:v>
                </c:pt>
                <c:pt idx="183">
                  <c:v>36783</c:v>
                </c:pt>
                <c:pt idx="184">
                  <c:v>36784</c:v>
                </c:pt>
                <c:pt idx="185">
                  <c:v>36787</c:v>
                </c:pt>
                <c:pt idx="186">
                  <c:v>36788</c:v>
                </c:pt>
                <c:pt idx="187">
                  <c:v>36789</c:v>
                </c:pt>
                <c:pt idx="188">
                  <c:v>36790</c:v>
                </c:pt>
                <c:pt idx="189">
                  <c:v>36791</c:v>
                </c:pt>
                <c:pt idx="190">
                  <c:v>36794</c:v>
                </c:pt>
                <c:pt idx="191">
                  <c:v>36795</c:v>
                </c:pt>
                <c:pt idx="192">
                  <c:v>36796</c:v>
                </c:pt>
                <c:pt idx="193">
                  <c:v>36797</c:v>
                </c:pt>
                <c:pt idx="194">
                  <c:v>36798</c:v>
                </c:pt>
                <c:pt idx="195">
                  <c:v>36801</c:v>
                </c:pt>
                <c:pt idx="196">
                  <c:v>36802</c:v>
                </c:pt>
                <c:pt idx="197">
                  <c:v>36803</c:v>
                </c:pt>
                <c:pt idx="198">
                  <c:v>36804</c:v>
                </c:pt>
                <c:pt idx="199">
                  <c:v>36805</c:v>
                </c:pt>
                <c:pt idx="200">
                  <c:v>36808</c:v>
                </c:pt>
                <c:pt idx="201">
                  <c:v>36809</c:v>
                </c:pt>
                <c:pt idx="202">
                  <c:v>36810</c:v>
                </c:pt>
                <c:pt idx="203">
                  <c:v>36811</c:v>
                </c:pt>
                <c:pt idx="204">
                  <c:v>36812</c:v>
                </c:pt>
                <c:pt idx="205">
                  <c:v>36815</c:v>
                </c:pt>
                <c:pt idx="206">
                  <c:v>36816</c:v>
                </c:pt>
                <c:pt idx="207">
                  <c:v>36817</c:v>
                </c:pt>
                <c:pt idx="208">
                  <c:v>36818</c:v>
                </c:pt>
                <c:pt idx="209">
                  <c:v>36819</c:v>
                </c:pt>
                <c:pt idx="210">
                  <c:v>36822</c:v>
                </c:pt>
                <c:pt idx="211">
                  <c:v>36823</c:v>
                </c:pt>
                <c:pt idx="212">
                  <c:v>36824</c:v>
                </c:pt>
                <c:pt idx="213">
                  <c:v>36825</c:v>
                </c:pt>
                <c:pt idx="214">
                  <c:v>36826</c:v>
                </c:pt>
                <c:pt idx="215">
                  <c:v>36829</c:v>
                </c:pt>
                <c:pt idx="216">
                  <c:v>36830</c:v>
                </c:pt>
                <c:pt idx="217">
                  <c:v>36831</c:v>
                </c:pt>
                <c:pt idx="218">
                  <c:v>36832</c:v>
                </c:pt>
                <c:pt idx="219">
                  <c:v>36833</c:v>
                </c:pt>
                <c:pt idx="220">
                  <c:v>36836</c:v>
                </c:pt>
                <c:pt idx="221">
                  <c:v>36837</c:v>
                </c:pt>
                <c:pt idx="222">
                  <c:v>36838</c:v>
                </c:pt>
                <c:pt idx="223">
                  <c:v>36839</c:v>
                </c:pt>
                <c:pt idx="224">
                  <c:v>36840</c:v>
                </c:pt>
                <c:pt idx="225">
                  <c:v>36843</c:v>
                </c:pt>
                <c:pt idx="226">
                  <c:v>36844</c:v>
                </c:pt>
                <c:pt idx="227">
                  <c:v>36845</c:v>
                </c:pt>
                <c:pt idx="228">
                  <c:v>36846</c:v>
                </c:pt>
                <c:pt idx="229">
                  <c:v>36847</c:v>
                </c:pt>
                <c:pt idx="230">
                  <c:v>36850</c:v>
                </c:pt>
                <c:pt idx="231">
                  <c:v>36851</c:v>
                </c:pt>
                <c:pt idx="232">
                  <c:v>36852</c:v>
                </c:pt>
                <c:pt idx="233">
                  <c:v>36853</c:v>
                </c:pt>
                <c:pt idx="234">
                  <c:v>36854</c:v>
                </c:pt>
                <c:pt idx="235">
                  <c:v>36857</c:v>
                </c:pt>
                <c:pt idx="236">
                  <c:v>36858</c:v>
                </c:pt>
                <c:pt idx="237">
                  <c:v>36859</c:v>
                </c:pt>
                <c:pt idx="238">
                  <c:v>36860</c:v>
                </c:pt>
                <c:pt idx="239">
                  <c:v>36861</c:v>
                </c:pt>
                <c:pt idx="240">
                  <c:v>36864</c:v>
                </c:pt>
                <c:pt idx="241">
                  <c:v>36865</c:v>
                </c:pt>
                <c:pt idx="242">
                  <c:v>36866</c:v>
                </c:pt>
                <c:pt idx="243">
                  <c:v>36867</c:v>
                </c:pt>
                <c:pt idx="244">
                  <c:v>36868</c:v>
                </c:pt>
                <c:pt idx="245">
                  <c:v>36871</c:v>
                </c:pt>
                <c:pt idx="246">
                  <c:v>36872</c:v>
                </c:pt>
                <c:pt idx="247">
                  <c:v>36873</c:v>
                </c:pt>
                <c:pt idx="248">
                  <c:v>36874</c:v>
                </c:pt>
                <c:pt idx="249">
                  <c:v>36875</c:v>
                </c:pt>
                <c:pt idx="250">
                  <c:v>36878</c:v>
                </c:pt>
                <c:pt idx="251">
                  <c:v>36879</c:v>
                </c:pt>
                <c:pt idx="252">
                  <c:v>36880</c:v>
                </c:pt>
                <c:pt idx="253">
                  <c:v>36881</c:v>
                </c:pt>
                <c:pt idx="254">
                  <c:v>36882</c:v>
                </c:pt>
                <c:pt idx="255">
                  <c:v>36885</c:v>
                </c:pt>
                <c:pt idx="256">
                  <c:v>36886</c:v>
                </c:pt>
                <c:pt idx="257">
                  <c:v>36887</c:v>
                </c:pt>
                <c:pt idx="258">
                  <c:v>36888</c:v>
                </c:pt>
                <c:pt idx="259">
                  <c:v>36889</c:v>
                </c:pt>
                <c:pt idx="260">
                  <c:v>36892</c:v>
                </c:pt>
                <c:pt idx="261">
                  <c:v>36893</c:v>
                </c:pt>
                <c:pt idx="262">
                  <c:v>36894</c:v>
                </c:pt>
                <c:pt idx="263">
                  <c:v>36895</c:v>
                </c:pt>
                <c:pt idx="264">
                  <c:v>36896</c:v>
                </c:pt>
                <c:pt idx="265">
                  <c:v>36899</c:v>
                </c:pt>
                <c:pt idx="266">
                  <c:v>36900</c:v>
                </c:pt>
                <c:pt idx="267">
                  <c:v>36901</c:v>
                </c:pt>
                <c:pt idx="268">
                  <c:v>36902</c:v>
                </c:pt>
                <c:pt idx="269">
                  <c:v>36903</c:v>
                </c:pt>
                <c:pt idx="270">
                  <c:v>36906</c:v>
                </c:pt>
                <c:pt idx="271">
                  <c:v>36907</c:v>
                </c:pt>
                <c:pt idx="272">
                  <c:v>36908</c:v>
                </c:pt>
                <c:pt idx="273">
                  <c:v>36909</c:v>
                </c:pt>
                <c:pt idx="274">
                  <c:v>36910</c:v>
                </c:pt>
                <c:pt idx="275">
                  <c:v>36913</c:v>
                </c:pt>
                <c:pt idx="276">
                  <c:v>36914</c:v>
                </c:pt>
                <c:pt idx="277">
                  <c:v>36915</c:v>
                </c:pt>
                <c:pt idx="278">
                  <c:v>36916</c:v>
                </c:pt>
                <c:pt idx="279">
                  <c:v>36917</c:v>
                </c:pt>
                <c:pt idx="280">
                  <c:v>36920</c:v>
                </c:pt>
                <c:pt idx="281">
                  <c:v>36921</c:v>
                </c:pt>
                <c:pt idx="282">
                  <c:v>36922</c:v>
                </c:pt>
                <c:pt idx="283">
                  <c:v>36923</c:v>
                </c:pt>
                <c:pt idx="284">
                  <c:v>36924</c:v>
                </c:pt>
                <c:pt idx="285">
                  <c:v>36927</c:v>
                </c:pt>
                <c:pt idx="286">
                  <c:v>36928</c:v>
                </c:pt>
                <c:pt idx="287">
                  <c:v>36929</c:v>
                </c:pt>
                <c:pt idx="288">
                  <c:v>36930</c:v>
                </c:pt>
                <c:pt idx="289">
                  <c:v>36931</c:v>
                </c:pt>
                <c:pt idx="290">
                  <c:v>36934</c:v>
                </c:pt>
                <c:pt idx="291">
                  <c:v>36935</c:v>
                </c:pt>
                <c:pt idx="292">
                  <c:v>36936</c:v>
                </c:pt>
                <c:pt idx="293">
                  <c:v>36937</c:v>
                </c:pt>
                <c:pt idx="294">
                  <c:v>36938</c:v>
                </c:pt>
                <c:pt idx="295">
                  <c:v>36941</c:v>
                </c:pt>
                <c:pt idx="296">
                  <c:v>36942</c:v>
                </c:pt>
                <c:pt idx="297">
                  <c:v>36943</c:v>
                </c:pt>
                <c:pt idx="298">
                  <c:v>36944</c:v>
                </c:pt>
                <c:pt idx="299">
                  <c:v>36945</c:v>
                </c:pt>
                <c:pt idx="300">
                  <c:v>36948</c:v>
                </c:pt>
                <c:pt idx="301">
                  <c:v>36949</c:v>
                </c:pt>
                <c:pt idx="302">
                  <c:v>36950</c:v>
                </c:pt>
                <c:pt idx="303">
                  <c:v>36951</c:v>
                </c:pt>
                <c:pt idx="304">
                  <c:v>36952</c:v>
                </c:pt>
                <c:pt idx="305">
                  <c:v>36955</c:v>
                </c:pt>
                <c:pt idx="306">
                  <c:v>36956</c:v>
                </c:pt>
                <c:pt idx="307">
                  <c:v>36957</c:v>
                </c:pt>
                <c:pt idx="308">
                  <c:v>36958</c:v>
                </c:pt>
                <c:pt idx="309">
                  <c:v>36959</c:v>
                </c:pt>
                <c:pt idx="310">
                  <c:v>36962</c:v>
                </c:pt>
                <c:pt idx="311">
                  <c:v>36963</c:v>
                </c:pt>
                <c:pt idx="312">
                  <c:v>36964</c:v>
                </c:pt>
                <c:pt idx="313">
                  <c:v>36965</c:v>
                </c:pt>
                <c:pt idx="314">
                  <c:v>36966</c:v>
                </c:pt>
                <c:pt idx="315">
                  <c:v>36969</c:v>
                </c:pt>
                <c:pt idx="316">
                  <c:v>36970</c:v>
                </c:pt>
                <c:pt idx="317">
                  <c:v>36971</c:v>
                </c:pt>
                <c:pt idx="318">
                  <c:v>36972</c:v>
                </c:pt>
                <c:pt idx="319">
                  <c:v>36973</c:v>
                </c:pt>
                <c:pt idx="320">
                  <c:v>36976</c:v>
                </c:pt>
                <c:pt idx="321">
                  <c:v>36977</c:v>
                </c:pt>
                <c:pt idx="322">
                  <c:v>36978</c:v>
                </c:pt>
                <c:pt idx="323">
                  <c:v>36979</c:v>
                </c:pt>
                <c:pt idx="324">
                  <c:v>36980</c:v>
                </c:pt>
                <c:pt idx="325">
                  <c:v>36983</c:v>
                </c:pt>
                <c:pt idx="326">
                  <c:v>36984</c:v>
                </c:pt>
                <c:pt idx="327">
                  <c:v>36985</c:v>
                </c:pt>
                <c:pt idx="328">
                  <c:v>36986</c:v>
                </c:pt>
                <c:pt idx="329">
                  <c:v>36987</c:v>
                </c:pt>
                <c:pt idx="330">
                  <c:v>36990</c:v>
                </c:pt>
                <c:pt idx="331">
                  <c:v>36991</c:v>
                </c:pt>
                <c:pt idx="332">
                  <c:v>36992</c:v>
                </c:pt>
                <c:pt idx="333">
                  <c:v>36993</c:v>
                </c:pt>
                <c:pt idx="334">
                  <c:v>36994</c:v>
                </c:pt>
                <c:pt idx="335">
                  <c:v>36997</c:v>
                </c:pt>
                <c:pt idx="336">
                  <c:v>36998</c:v>
                </c:pt>
                <c:pt idx="337">
                  <c:v>36999</c:v>
                </c:pt>
                <c:pt idx="338">
                  <c:v>37000</c:v>
                </c:pt>
                <c:pt idx="339">
                  <c:v>37001</c:v>
                </c:pt>
                <c:pt idx="340">
                  <c:v>37004</c:v>
                </c:pt>
                <c:pt idx="341">
                  <c:v>37005</c:v>
                </c:pt>
                <c:pt idx="342">
                  <c:v>37006</c:v>
                </c:pt>
                <c:pt idx="343">
                  <c:v>37007</c:v>
                </c:pt>
                <c:pt idx="344">
                  <c:v>37008</c:v>
                </c:pt>
                <c:pt idx="345">
                  <c:v>37011</c:v>
                </c:pt>
                <c:pt idx="346">
                  <c:v>37012</c:v>
                </c:pt>
                <c:pt idx="347">
                  <c:v>37013</c:v>
                </c:pt>
                <c:pt idx="348">
                  <c:v>37014</c:v>
                </c:pt>
                <c:pt idx="349">
                  <c:v>37015</c:v>
                </c:pt>
                <c:pt idx="350">
                  <c:v>37018</c:v>
                </c:pt>
                <c:pt idx="351">
                  <c:v>37019</c:v>
                </c:pt>
                <c:pt idx="352">
                  <c:v>37020</c:v>
                </c:pt>
                <c:pt idx="353">
                  <c:v>37021</c:v>
                </c:pt>
                <c:pt idx="354">
                  <c:v>37022</c:v>
                </c:pt>
                <c:pt idx="355">
                  <c:v>37025</c:v>
                </c:pt>
                <c:pt idx="356">
                  <c:v>37026</c:v>
                </c:pt>
                <c:pt idx="357">
                  <c:v>37027</c:v>
                </c:pt>
                <c:pt idx="358">
                  <c:v>37028</c:v>
                </c:pt>
                <c:pt idx="359">
                  <c:v>37029</c:v>
                </c:pt>
                <c:pt idx="360">
                  <c:v>37032</c:v>
                </c:pt>
                <c:pt idx="361">
                  <c:v>37033</c:v>
                </c:pt>
                <c:pt idx="362">
                  <c:v>37034</c:v>
                </c:pt>
                <c:pt idx="363">
                  <c:v>37035</c:v>
                </c:pt>
                <c:pt idx="364">
                  <c:v>37036</c:v>
                </c:pt>
                <c:pt idx="365">
                  <c:v>37039</c:v>
                </c:pt>
                <c:pt idx="366">
                  <c:v>37040</c:v>
                </c:pt>
                <c:pt idx="367">
                  <c:v>37041</c:v>
                </c:pt>
                <c:pt idx="368">
                  <c:v>37042</c:v>
                </c:pt>
                <c:pt idx="369">
                  <c:v>37043</c:v>
                </c:pt>
                <c:pt idx="370">
                  <c:v>37046</c:v>
                </c:pt>
                <c:pt idx="371">
                  <c:v>37047</c:v>
                </c:pt>
                <c:pt idx="372">
                  <c:v>37048</c:v>
                </c:pt>
                <c:pt idx="373">
                  <c:v>37049</c:v>
                </c:pt>
                <c:pt idx="374">
                  <c:v>37050</c:v>
                </c:pt>
                <c:pt idx="375">
                  <c:v>37053</c:v>
                </c:pt>
                <c:pt idx="376">
                  <c:v>37054</c:v>
                </c:pt>
                <c:pt idx="377">
                  <c:v>37055</c:v>
                </c:pt>
                <c:pt idx="378">
                  <c:v>37056</c:v>
                </c:pt>
                <c:pt idx="379">
                  <c:v>37057</c:v>
                </c:pt>
                <c:pt idx="380">
                  <c:v>37060</c:v>
                </c:pt>
                <c:pt idx="381">
                  <c:v>37061</c:v>
                </c:pt>
                <c:pt idx="382">
                  <c:v>37062</c:v>
                </c:pt>
                <c:pt idx="383">
                  <c:v>37063</c:v>
                </c:pt>
                <c:pt idx="384">
                  <c:v>37064</c:v>
                </c:pt>
                <c:pt idx="385">
                  <c:v>37067</c:v>
                </c:pt>
                <c:pt idx="386">
                  <c:v>37068</c:v>
                </c:pt>
                <c:pt idx="387">
                  <c:v>37069</c:v>
                </c:pt>
                <c:pt idx="388">
                  <c:v>37070</c:v>
                </c:pt>
                <c:pt idx="389">
                  <c:v>37071</c:v>
                </c:pt>
                <c:pt idx="390">
                  <c:v>37074</c:v>
                </c:pt>
                <c:pt idx="391">
                  <c:v>37075</c:v>
                </c:pt>
                <c:pt idx="392">
                  <c:v>37076</c:v>
                </c:pt>
                <c:pt idx="393">
                  <c:v>37077</c:v>
                </c:pt>
                <c:pt idx="394">
                  <c:v>37078</c:v>
                </c:pt>
                <c:pt idx="395">
                  <c:v>37081</c:v>
                </c:pt>
                <c:pt idx="396">
                  <c:v>37082</c:v>
                </c:pt>
                <c:pt idx="397">
                  <c:v>37083</c:v>
                </c:pt>
                <c:pt idx="398">
                  <c:v>37084</c:v>
                </c:pt>
                <c:pt idx="399">
                  <c:v>37085</c:v>
                </c:pt>
                <c:pt idx="400">
                  <c:v>37088</c:v>
                </c:pt>
                <c:pt idx="401">
                  <c:v>37089</c:v>
                </c:pt>
                <c:pt idx="402">
                  <c:v>37090</c:v>
                </c:pt>
                <c:pt idx="403">
                  <c:v>37091</c:v>
                </c:pt>
                <c:pt idx="404">
                  <c:v>37092</c:v>
                </c:pt>
                <c:pt idx="405">
                  <c:v>37095</c:v>
                </c:pt>
                <c:pt idx="406">
                  <c:v>37096</c:v>
                </c:pt>
                <c:pt idx="407">
                  <c:v>37097</c:v>
                </c:pt>
                <c:pt idx="408">
                  <c:v>37098</c:v>
                </c:pt>
                <c:pt idx="409">
                  <c:v>37099</c:v>
                </c:pt>
                <c:pt idx="410">
                  <c:v>37102</c:v>
                </c:pt>
                <c:pt idx="411">
                  <c:v>37103</c:v>
                </c:pt>
                <c:pt idx="412">
                  <c:v>37104</c:v>
                </c:pt>
                <c:pt idx="413">
                  <c:v>37105</c:v>
                </c:pt>
                <c:pt idx="414">
                  <c:v>37106</c:v>
                </c:pt>
                <c:pt idx="415">
                  <c:v>37109</c:v>
                </c:pt>
                <c:pt idx="416">
                  <c:v>37110</c:v>
                </c:pt>
                <c:pt idx="417">
                  <c:v>37111</c:v>
                </c:pt>
                <c:pt idx="418">
                  <c:v>37112</c:v>
                </c:pt>
                <c:pt idx="419">
                  <c:v>37113</c:v>
                </c:pt>
                <c:pt idx="420">
                  <c:v>37116</c:v>
                </c:pt>
                <c:pt idx="421">
                  <c:v>37117</c:v>
                </c:pt>
                <c:pt idx="422">
                  <c:v>37118</c:v>
                </c:pt>
                <c:pt idx="423">
                  <c:v>37119</c:v>
                </c:pt>
                <c:pt idx="424">
                  <c:v>37120</c:v>
                </c:pt>
                <c:pt idx="425">
                  <c:v>37123</c:v>
                </c:pt>
                <c:pt idx="426">
                  <c:v>37124</c:v>
                </c:pt>
                <c:pt idx="427">
                  <c:v>37125</c:v>
                </c:pt>
                <c:pt idx="428">
                  <c:v>37126</c:v>
                </c:pt>
                <c:pt idx="429">
                  <c:v>37127</c:v>
                </c:pt>
                <c:pt idx="430">
                  <c:v>37130</c:v>
                </c:pt>
                <c:pt idx="431">
                  <c:v>37131</c:v>
                </c:pt>
                <c:pt idx="432">
                  <c:v>37132</c:v>
                </c:pt>
                <c:pt idx="433">
                  <c:v>37133</c:v>
                </c:pt>
                <c:pt idx="434">
                  <c:v>37134</c:v>
                </c:pt>
                <c:pt idx="435">
                  <c:v>37137</c:v>
                </c:pt>
                <c:pt idx="436">
                  <c:v>37138</c:v>
                </c:pt>
                <c:pt idx="437">
                  <c:v>37139</c:v>
                </c:pt>
                <c:pt idx="438">
                  <c:v>37140</c:v>
                </c:pt>
                <c:pt idx="439">
                  <c:v>37141</c:v>
                </c:pt>
                <c:pt idx="440">
                  <c:v>37144</c:v>
                </c:pt>
                <c:pt idx="441">
                  <c:v>37145</c:v>
                </c:pt>
                <c:pt idx="442">
                  <c:v>37146</c:v>
                </c:pt>
                <c:pt idx="443">
                  <c:v>37147</c:v>
                </c:pt>
                <c:pt idx="444">
                  <c:v>37148</c:v>
                </c:pt>
                <c:pt idx="445">
                  <c:v>37151</c:v>
                </c:pt>
                <c:pt idx="446">
                  <c:v>37152</c:v>
                </c:pt>
                <c:pt idx="447">
                  <c:v>37153</c:v>
                </c:pt>
                <c:pt idx="448">
                  <c:v>37154</c:v>
                </c:pt>
                <c:pt idx="449">
                  <c:v>37155</c:v>
                </c:pt>
                <c:pt idx="450">
                  <c:v>37158</c:v>
                </c:pt>
                <c:pt idx="451">
                  <c:v>37159</c:v>
                </c:pt>
                <c:pt idx="452">
                  <c:v>37160</c:v>
                </c:pt>
                <c:pt idx="453">
                  <c:v>37161</c:v>
                </c:pt>
                <c:pt idx="454">
                  <c:v>37162</c:v>
                </c:pt>
                <c:pt idx="455">
                  <c:v>37165</c:v>
                </c:pt>
                <c:pt idx="456">
                  <c:v>37166</c:v>
                </c:pt>
                <c:pt idx="457">
                  <c:v>37167</c:v>
                </c:pt>
                <c:pt idx="458">
                  <c:v>37168</c:v>
                </c:pt>
                <c:pt idx="459">
                  <c:v>37169</c:v>
                </c:pt>
                <c:pt idx="460">
                  <c:v>37172</c:v>
                </c:pt>
                <c:pt idx="461">
                  <c:v>37173</c:v>
                </c:pt>
                <c:pt idx="462">
                  <c:v>37174</c:v>
                </c:pt>
                <c:pt idx="463">
                  <c:v>37175</c:v>
                </c:pt>
                <c:pt idx="464">
                  <c:v>37176</c:v>
                </c:pt>
                <c:pt idx="465">
                  <c:v>37179</c:v>
                </c:pt>
                <c:pt idx="466">
                  <c:v>37180</c:v>
                </c:pt>
                <c:pt idx="467">
                  <c:v>37181</c:v>
                </c:pt>
                <c:pt idx="468">
                  <c:v>37182</c:v>
                </c:pt>
                <c:pt idx="469">
                  <c:v>37183</c:v>
                </c:pt>
                <c:pt idx="470">
                  <c:v>37186</c:v>
                </c:pt>
                <c:pt idx="471">
                  <c:v>37187</c:v>
                </c:pt>
                <c:pt idx="472">
                  <c:v>37188</c:v>
                </c:pt>
                <c:pt idx="473">
                  <c:v>37189</c:v>
                </c:pt>
                <c:pt idx="474">
                  <c:v>37190</c:v>
                </c:pt>
                <c:pt idx="475">
                  <c:v>37193</c:v>
                </c:pt>
                <c:pt idx="476">
                  <c:v>37194</c:v>
                </c:pt>
                <c:pt idx="477">
                  <c:v>37195</c:v>
                </c:pt>
                <c:pt idx="478">
                  <c:v>37196</c:v>
                </c:pt>
                <c:pt idx="479">
                  <c:v>37197</c:v>
                </c:pt>
                <c:pt idx="480">
                  <c:v>37200</c:v>
                </c:pt>
                <c:pt idx="481">
                  <c:v>37201</c:v>
                </c:pt>
                <c:pt idx="482">
                  <c:v>37202</c:v>
                </c:pt>
                <c:pt idx="483">
                  <c:v>37203</c:v>
                </c:pt>
                <c:pt idx="484">
                  <c:v>37204</c:v>
                </c:pt>
                <c:pt idx="485">
                  <c:v>37207</c:v>
                </c:pt>
                <c:pt idx="486">
                  <c:v>37208</c:v>
                </c:pt>
                <c:pt idx="487">
                  <c:v>37209</c:v>
                </c:pt>
                <c:pt idx="488">
                  <c:v>37210</c:v>
                </c:pt>
                <c:pt idx="489">
                  <c:v>37211</c:v>
                </c:pt>
                <c:pt idx="490">
                  <c:v>37214</c:v>
                </c:pt>
                <c:pt idx="491">
                  <c:v>37215</c:v>
                </c:pt>
                <c:pt idx="492">
                  <c:v>37216</c:v>
                </c:pt>
                <c:pt idx="493">
                  <c:v>37217</c:v>
                </c:pt>
                <c:pt idx="494">
                  <c:v>37218</c:v>
                </c:pt>
                <c:pt idx="495">
                  <c:v>37221</c:v>
                </c:pt>
                <c:pt idx="496">
                  <c:v>37222</c:v>
                </c:pt>
                <c:pt idx="497">
                  <c:v>37223</c:v>
                </c:pt>
                <c:pt idx="498">
                  <c:v>37224</c:v>
                </c:pt>
                <c:pt idx="499">
                  <c:v>37225</c:v>
                </c:pt>
                <c:pt idx="500">
                  <c:v>37228</c:v>
                </c:pt>
                <c:pt idx="501">
                  <c:v>37229</c:v>
                </c:pt>
                <c:pt idx="502">
                  <c:v>37230</c:v>
                </c:pt>
                <c:pt idx="503">
                  <c:v>37231</c:v>
                </c:pt>
                <c:pt idx="504">
                  <c:v>37232</c:v>
                </c:pt>
                <c:pt idx="505">
                  <c:v>37235</c:v>
                </c:pt>
                <c:pt idx="506">
                  <c:v>37236</c:v>
                </c:pt>
                <c:pt idx="507">
                  <c:v>37237</c:v>
                </c:pt>
                <c:pt idx="508">
                  <c:v>37238</c:v>
                </c:pt>
                <c:pt idx="509">
                  <c:v>37239</c:v>
                </c:pt>
                <c:pt idx="510">
                  <c:v>37242</c:v>
                </c:pt>
                <c:pt idx="511">
                  <c:v>37243</c:v>
                </c:pt>
                <c:pt idx="512">
                  <c:v>37244</c:v>
                </c:pt>
                <c:pt idx="513">
                  <c:v>37245</c:v>
                </c:pt>
                <c:pt idx="514">
                  <c:v>37246</c:v>
                </c:pt>
                <c:pt idx="515">
                  <c:v>37249</c:v>
                </c:pt>
                <c:pt idx="516">
                  <c:v>37250</c:v>
                </c:pt>
                <c:pt idx="517">
                  <c:v>37251</c:v>
                </c:pt>
                <c:pt idx="518">
                  <c:v>37252</c:v>
                </c:pt>
                <c:pt idx="519">
                  <c:v>37253</c:v>
                </c:pt>
                <c:pt idx="520">
                  <c:v>37256</c:v>
                </c:pt>
                <c:pt idx="521">
                  <c:v>37257</c:v>
                </c:pt>
                <c:pt idx="522">
                  <c:v>37258</c:v>
                </c:pt>
                <c:pt idx="523">
                  <c:v>37259</c:v>
                </c:pt>
                <c:pt idx="524">
                  <c:v>37260</c:v>
                </c:pt>
                <c:pt idx="525">
                  <c:v>37263</c:v>
                </c:pt>
                <c:pt idx="526">
                  <c:v>37264</c:v>
                </c:pt>
                <c:pt idx="527">
                  <c:v>37265</c:v>
                </c:pt>
                <c:pt idx="528">
                  <c:v>37266</c:v>
                </c:pt>
                <c:pt idx="529">
                  <c:v>37267</c:v>
                </c:pt>
                <c:pt idx="530">
                  <c:v>37270</c:v>
                </c:pt>
                <c:pt idx="531">
                  <c:v>37271</c:v>
                </c:pt>
                <c:pt idx="532">
                  <c:v>37272</c:v>
                </c:pt>
                <c:pt idx="533">
                  <c:v>37273</c:v>
                </c:pt>
                <c:pt idx="534">
                  <c:v>37274</c:v>
                </c:pt>
                <c:pt idx="535">
                  <c:v>37277</c:v>
                </c:pt>
                <c:pt idx="536">
                  <c:v>37278</c:v>
                </c:pt>
                <c:pt idx="537">
                  <c:v>37279</c:v>
                </c:pt>
                <c:pt idx="538">
                  <c:v>37280</c:v>
                </c:pt>
                <c:pt idx="539">
                  <c:v>37281</c:v>
                </c:pt>
                <c:pt idx="540">
                  <c:v>37284</c:v>
                </c:pt>
                <c:pt idx="541">
                  <c:v>37285</c:v>
                </c:pt>
                <c:pt idx="542">
                  <c:v>37286</c:v>
                </c:pt>
                <c:pt idx="543">
                  <c:v>37287</c:v>
                </c:pt>
                <c:pt idx="544">
                  <c:v>37288</c:v>
                </c:pt>
                <c:pt idx="545">
                  <c:v>37291</c:v>
                </c:pt>
                <c:pt idx="546">
                  <c:v>37292</c:v>
                </c:pt>
                <c:pt idx="547">
                  <c:v>37293</c:v>
                </c:pt>
                <c:pt idx="548">
                  <c:v>37294</c:v>
                </c:pt>
                <c:pt idx="549">
                  <c:v>37295</c:v>
                </c:pt>
                <c:pt idx="550">
                  <c:v>37298</c:v>
                </c:pt>
                <c:pt idx="551">
                  <c:v>37299</c:v>
                </c:pt>
                <c:pt idx="552">
                  <c:v>37300</c:v>
                </c:pt>
                <c:pt idx="553">
                  <c:v>37301</c:v>
                </c:pt>
                <c:pt idx="554">
                  <c:v>37302</c:v>
                </c:pt>
                <c:pt idx="555">
                  <c:v>37305</c:v>
                </c:pt>
                <c:pt idx="556">
                  <c:v>37306</c:v>
                </c:pt>
                <c:pt idx="557">
                  <c:v>37307</c:v>
                </c:pt>
                <c:pt idx="558">
                  <c:v>37308</c:v>
                </c:pt>
                <c:pt idx="559">
                  <c:v>37309</c:v>
                </c:pt>
                <c:pt idx="560">
                  <c:v>37312</c:v>
                </c:pt>
                <c:pt idx="561">
                  <c:v>37313</c:v>
                </c:pt>
                <c:pt idx="562">
                  <c:v>37314</c:v>
                </c:pt>
                <c:pt idx="563">
                  <c:v>37315</c:v>
                </c:pt>
                <c:pt idx="564">
                  <c:v>37316</c:v>
                </c:pt>
                <c:pt idx="565">
                  <c:v>37319</c:v>
                </c:pt>
                <c:pt idx="566">
                  <c:v>37320</c:v>
                </c:pt>
                <c:pt idx="567">
                  <c:v>37321</c:v>
                </c:pt>
                <c:pt idx="568">
                  <c:v>37322</c:v>
                </c:pt>
                <c:pt idx="569">
                  <c:v>37323</c:v>
                </c:pt>
                <c:pt idx="570">
                  <c:v>37326</c:v>
                </c:pt>
                <c:pt idx="571">
                  <c:v>37327</c:v>
                </c:pt>
                <c:pt idx="572">
                  <c:v>37328</c:v>
                </c:pt>
                <c:pt idx="573">
                  <c:v>37329</c:v>
                </c:pt>
                <c:pt idx="574">
                  <c:v>37330</c:v>
                </c:pt>
                <c:pt idx="575">
                  <c:v>37333</c:v>
                </c:pt>
                <c:pt idx="576">
                  <c:v>37334</c:v>
                </c:pt>
                <c:pt idx="577">
                  <c:v>37335</c:v>
                </c:pt>
                <c:pt idx="578">
                  <c:v>37336</c:v>
                </c:pt>
                <c:pt idx="579">
                  <c:v>37337</c:v>
                </c:pt>
                <c:pt idx="580">
                  <c:v>37340</c:v>
                </c:pt>
                <c:pt idx="581">
                  <c:v>37341</c:v>
                </c:pt>
                <c:pt idx="582">
                  <c:v>37342</c:v>
                </c:pt>
                <c:pt idx="583">
                  <c:v>37343</c:v>
                </c:pt>
                <c:pt idx="584">
                  <c:v>37344</c:v>
                </c:pt>
                <c:pt idx="585">
                  <c:v>37347</c:v>
                </c:pt>
                <c:pt idx="586">
                  <c:v>37348</c:v>
                </c:pt>
                <c:pt idx="587">
                  <c:v>37349</c:v>
                </c:pt>
                <c:pt idx="588">
                  <c:v>37350</c:v>
                </c:pt>
                <c:pt idx="589">
                  <c:v>37351</c:v>
                </c:pt>
                <c:pt idx="590">
                  <c:v>37354</c:v>
                </c:pt>
                <c:pt idx="591">
                  <c:v>37355</c:v>
                </c:pt>
                <c:pt idx="592">
                  <c:v>37356</c:v>
                </c:pt>
                <c:pt idx="593">
                  <c:v>37357</c:v>
                </c:pt>
                <c:pt idx="594">
                  <c:v>37358</c:v>
                </c:pt>
                <c:pt idx="595">
                  <c:v>37361</c:v>
                </c:pt>
                <c:pt idx="596">
                  <c:v>37362</c:v>
                </c:pt>
                <c:pt idx="597">
                  <c:v>37363</c:v>
                </c:pt>
                <c:pt idx="598">
                  <c:v>37364</c:v>
                </c:pt>
                <c:pt idx="599">
                  <c:v>37365</c:v>
                </c:pt>
                <c:pt idx="600">
                  <c:v>37368</c:v>
                </c:pt>
                <c:pt idx="601">
                  <c:v>37369</c:v>
                </c:pt>
                <c:pt idx="602">
                  <c:v>37370</c:v>
                </c:pt>
                <c:pt idx="603">
                  <c:v>37371</c:v>
                </c:pt>
                <c:pt idx="604">
                  <c:v>37372</c:v>
                </c:pt>
                <c:pt idx="605">
                  <c:v>37375</c:v>
                </c:pt>
                <c:pt idx="606">
                  <c:v>37376</c:v>
                </c:pt>
                <c:pt idx="607">
                  <c:v>37377</c:v>
                </c:pt>
                <c:pt idx="608">
                  <c:v>37378</c:v>
                </c:pt>
                <c:pt idx="609">
                  <c:v>37379</c:v>
                </c:pt>
                <c:pt idx="610">
                  <c:v>37382</c:v>
                </c:pt>
                <c:pt idx="611">
                  <c:v>37383</c:v>
                </c:pt>
                <c:pt idx="612">
                  <c:v>37384</c:v>
                </c:pt>
                <c:pt idx="613">
                  <c:v>37385</c:v>
                </c:pt>
                <c:pt idx="614">
                  <c:v>37386</c:v>
                </c:pt>
                <c:pt idx="615">
                  <c:v>37389</c:v>
                </c:pt>
                <c:pt idx="616">
                  <c:v>37390</c:v>
                </c:pt>
                <c:pt idx="617">
                  <c:v>37391</c:v>
                </c:pt>
                <c:pt idx="618">
                  <c:v>37392</c:v>
                </c:pt>
                <c:pt idx="619">
                  <c:v>37393</c:v>
                </c:pt>
                <c:pt idx="620">
                  <c:v>37396</c:v>
                </c:pt>
                <c:pt idx="621">
                  <c:v>37397</c:v>
                </c:pt>
                <c:pt idx="622">
                  <c:v>37398</c:v>
                </c:pt>
                <c:pt idx="623">
                  <c:v>37399</c:v>
                </c:pt>
                <c:pt idx="624">
                  <c:v>37400</c:v>
                </c:pt>
                <c:pt idx="625">
                  <c:v>37403</c:v>
                </c:pt>
                <c:pt idx="626">
                  <c:v>37404</c:v>
                </c:pt>
                <c:pt idx="627">
                  <c:v>37405</c:v>
                </c:pt>
                <c:pt idx="628">
                  <c:v>37406</c:v>
                </c:pt>
                <c:pt idx="629">
                  <c:v>37407</c:v>
                </c:pt>
                <c:pt idx="630">
                  <c:v>37410</c:v>
                </c:pt>
                <c:pt idx="631">
                  <c:v>37411</c:v>
                </c:pt>
                <c:pt idx="632">
                  <c:v>37412</c:v>
                </c:pt>
                <c:pt idx="633">
                  <c:v>37413</c:v>
                </c:pt>
                <c:pt idx="634">
                  <c:v>37414</c:v>
                </c:pt>
                <c:pt idx="635">
                  <c:v>37417</c:v>
                </c:pt>
                <c:pt idx="636">
                  <c:v>37418</c:v>
                </c:pt>
                <c:pt idx="637">
                  <c:v>37419</c:v>
                </c:pt>
                <c:pt idx="638">
                  <c:v>37420</c:v>
                </c:pt>
                <c:pt idx="639">
                  <c:v>37421</c:v>
                </c:pt>
                <c:pt idx="640">
                  <c:v>37424</c:v>
                </c:pt>
                <c:pt idx="641">
                  <c:v>37425</c:v>
                </c:pt>
                <c:pt idx="642">
                  <c:v>37426</c:v>
                </c:pt>
                <c:pt idx="643">
                  <c:v>37427</c:v>
                </c:pt>
                <c:pt idx="644">
                  <c:v>37428</c:v>
                </c:pt>
                <c:pt idx="645">
                  <c:v>37431</c:v>
                </c:pt>
                <c:pt idx="646">
                  <c:v>37432</c:v>
                </c:pt>
                <c:pt idx="647">
                  <c:v>37433</c:v>
                </c:pt>
                <c:pt idx="648">
                  <c:v>37434</c:v>
                </c:pt>
                <c:pt idx="649">
                  <c:v>37435</c:v>
                </c:pt>
                <c:pt idx="650">
                  <c:v>37438</c:v>
                </c:pt>
                <c:pt idx="651">
                  <c:v>37439</c:v>
                </c:pt>
                <c:pt idx="652">
                  <c:v>37440</c:v>
                </c:pt>
                <c:pt idx="653">
                  <c:v>37441</c:v>
                </c:pt>
                <c:pt idx="654">
                  <c:v>37442</c:v>
                </c:pt>
                <c:pt idx="655">
                  <c:v>37445</c:v>
                </c:pt>
                <c:pt idx="656">
                  <c:v>37446</c:v>
                </c:pt>
                <c:pt idx="657">
                  <c:v>37447</c:v>
                </c:pt>
                <c:pt idx="658">
                  <c:v>37448</c:v>
                </c:pt>
                <c:pt idx="659">
                  <c:v>37449</c:v>
                </c:pt>
                <c:pt idx="660">
                  <c:v>37452</c:v>
                </c:pt>
                <c:pt idx="661">
                  <c:v>37453</c:v>
                </c:pt>
                <c:pt idx="662">
                  <c:v>37454</c:v>
                </c:pt>
                <c:pt idx="663">
                  <c:v>37455</c:v>
                </c:pt>
                <c:pt idx="664">
                  <c:v>37456</c:v>
                </c:pt>
                <c:pt idx="665">
                  <c:v>37459</c:v>
                </c:pt>
                <c:pt idx="666">
                  <c:v>37460</c:v>
                </c:pt>
                <c:pt idx="667">
                  <c:v>37461</c:v>
                </c:pt>
                <c:pt idx="668">
                  <c:v>37462</c:v>
                </c:pt>
                <c:pt idx="669">
                  <c:v>37463</c:v>
                </c:pt>
                <c:pt idx="670">
                  <c:v>37466</c:v>
                </c:pt>
                <c:pt idx="671">
                  <c:v>37467</c:v>
                </c:pt>
                <c:pt idx="672">
                  <c:v>37468</c:v>
                </c:pt>
                <c:pt idx="673">
                  <c:v>37469</c:v>
                </c:pt>
                <c:pt idx="674">
                  <c:v>37470</c:v>
                </c:pt>
                <c:pt idx="675">
                  <c:v>37473</c:v>
                </c:pt>
                <c:pt idx="676">
                  <c:v>37474</c:v>
                </c:pt>
                <c:pt idx="677">
                  <c:v>37475</c:v>
                </c:pt>
                <c:pt idx="678">
                  <c:v>37476</c:v>
                </c:pt>
                <c:pt idx="679">
                  <c:v>37477</c:v>
                </c:pt>
                <c:pt idx="680">
                  <c:v>37480</c:v>
                </c:pt>
                <c:pt idx="681">
                  <c:v>37481</c:v>
                </c:pt>
                <c:pt idx="682">
                  <c:v>37482</c:v>
                </c:pt>
                <c:pt idx="683">
                  <c:v>37483</c:v>
                </c:pt>
                <c:pt idx="684">
                  <c:v>37484</c:v>
                </c:pt>
                <c:pt idx="685">
                  <c:v>37487</c:v>
                </c:pt>
                <c:pt idx="686">
                  <c:v>37488</c:v>
                </c:pt>
                <c:pt idx="687">
                  <c:v>37489</c:v>
                </c:pt>
                <c:pt idx="688">
                  <c:v>37490</c:v>
                </c:pt>
                <c:pt idx="689">
                  <c:v>37491</c:v>
                </c:pt>
                <c:pt idx="690">
                  <c:v>37494</c:v>
                </c:pt>
                <c:pt idx="691">
                  <c:v>37495</c:v>
                </c:pt>
                <c:pt idx="692">
                  <c:v>37496</c:v>
                </c:pt>
                <c:pt idx="693">
                  <c:v>37497</c:v>
                </c:pt>
                <c:pt idx="694">
                  <c:v>37498</c:v>
                </c:pt>
                <c:pt idx="695">
                  <c:v>37501</c:v>
                </c:pt>
                <c:pt idx="696">
                  <c:v>37502</c:v>
                </c:pt>
                <c:pt idx="697">
                  <c:v>37503</c:v>
                </c:pt>
                <c:pt idx="698">
                  <c:v>37504</c:v>
                </c:pt>
                <c:pt idx="699">
                  <c:v>37505</c:v>
                </c:pt>
                <c:pt idx="700">
                  <c:v>37508</c:v>
                </c:pt>
                <c:pt idx="701">
                  <c:v>37509</c:v>
                </c:pt>
                <c:pt idx="702">
                  <c:v>37510</c:v>
                </c:pt>
                <c:pt idx="703">
                  <c:v>37511</c:v>
                </c:pt>
                <c:pt idx="704">
                  <c:v>37512</c:v>
                </c:pt>
                <c:pt idx="705">
                  <c:v>37515</c:v>
                </c:pt>
                <c:pt idx="706">
                  <c:v>37516</c:v>
                </c:pt>
                <c:pt idx="707">
                  <c:v>37517</c:v>
                </c:pt>
                <c:pt idx="708">
                  <c:v>37518</c:v>
                </c:pt>
                <c:pt idx="709">
                  <c:v>37519</c:v>
                </c:pt>
                <c:pt idx="710">
                  <c:v>37522</c:v>
                </c:pt>
                <c:pt idx="711">
                  <c:v>37523</c:v>
                </c:pt>
                <c:pt idx="712">
                  <c:v>37524</c:v>
                </c:pt>
                <c:pt idx="713">
                  <c:v>37525</c:v>
                </c:pt>
                <c:pt idx="714">
                  <c:v>37526</c:v>
                </c:pt>
                <c:pt idx="715">
                  <c:v>37529</c:v>
                </c:pt>
                <c:pt idx="716">
                  <c:v>37530</c:v>
                </c:pt>
                <c:pt idx="717">
                  <c:v>37531</c:v>
                </c:pt>
                <c:pt idx="718">
                  <c:v>37532</c:v>
                </c:pt>
                <c:pt idx="719">
                  <c:v>37533</c:v>
                </c:pt>
                <c:pt idx="720">
                  <c:v>37536</c:v>
                </c:pt>
                <c:pt idx="721">
                  <c:v>37537</c:v>
                </c:pt>
                <c:pt idx="722">
                  <c:v>37538</c:v>
                </c:pt>
                <c:pt idx="723">
                  <c:v>37539</c:v>
                </c:pt>
                <c:pt idx="724">
                  <c:v>37540</c:v>
                </c:pt>
                <c:pt idx="725">
                  <c:v>37543</c:v>
                </c:pt>
                <c:pt idx="726">
                  <c:v>37544</c:v>
                </c:pt>
                <c:pt idx="727">
                  <c:v>37545</c:v>
                </c:pt>
                <c:pt idx="728">
                  <c:v>37546</c:v>
                </c:pt>
                <c:pt idx="729">
                  <c:v>37547</c:v>
                </c:pt>
                <c:pt idx="730">
                  <c:v>37550</c:v>
                </c:pt>
                <c:pt idx="731">
                  <c:v>37551</c:v>
                </c:pt>
                <c:pt idx="732">
                  <c:v>37552</c:v>
                </c:pt>
                <c:pt idx="733">
                  <c:v>37553</c:v>
                </c:pt>
                <c:pt idx="734">
                  <c:v>37554</c:v>
                </c:pt>
                <c:pt idx="735">
                  <c:v>37557</c:v>
                </c:pt>
                <c:pt idx="736">
                  <c:v>37558</c:v>
                </c:pt>
                <c:pt idx="737">
                  <c:v>37559</c:v>
                </c:pt>
                <c:pt idx="738">
                  <c:v>37560</c:v>
                </c:pt>
                <c:pt idx="739">
                  <c:v>37561</c:v>
                </c:pt>
                <c:pt idx="740">
                  <c:v>37564</c:v>
                </c:pt>
                <c:pt idx="741">
                  <c:v>37565</c:v>
                </c:pt>
                <c:pt idx="742">
                  <c:v>37566</c:v>
                </c:pt>
                <c:pt idx="743">
                  <c:v>37567</c:v>
                </c:pt>
                <c:pt idx="744">
                  <c:v>37568</c:v>
                </c:pt>
                <c:pt idx="745">
                  <c:v>37571</c:v>
                </c:pt>
                <c:pt idx="746">
                  <c:v>37572</c:v>
                </c:pt>
                <c:pt idx="747">
                  <c:v>37573</c:v>
                </c:pt>
                <c:pt idx="748">
                  <c:v>37574</c:v>
                </c:pt>
                <c:pt idx="749">
                  <c:v>37575</c:v>
                </c:pt>
                <c:pt idx="750">
                  <c:v>37578</c:v>
                </c:pt>
                <c:pt idx="751">
                  <c:v>37579</c:v>
                </c:pt>
                <c:pt idx="752">
                  <c:v>37580</c:v>
                </c:pt>
                <c:pt idx="753">
                  <c:v>37581</c:v>
                </c:pt>
                <c:pt idx="754">
                  <c:v>37582</c:v>
                </c:pt>
                <c:pt idx="755">
                  <c:v>37585</c:v>
                </c:pt>
                <c:pt idx="756">
                  <c:v>37586</c:v>
                </c:pt>
                <c:pt idx="757">
                  <c:v>37587</c:v>
                </c:pt>
                <c:pt idx="758">
                  <c:v>37588</c:v>
                </c:pt>
                <c:pt idx="759">
                  <c:v>37589</c:v>
                </c:pt>
                <c:pt idx="760">
                  <c:v>37592</c:v>
                </c:pt>
                <c:pt idx="761">
                  <c:v>37593</c:v>
                </c:pt>
                <c:pt idx="762">
                  <c:v>37594</c:v>
                </c:pt>
                <c:pt idx="763">
                  <c:v>37595</c:v>
                </c:pt>
                <c:pt idx="764">
                  <c:v>37596</c:v>
                </c:pt>
                <c:pt idx="765">
                  <c:v>37599</c:v>
                </c:pt>
                <c:pt idx="766">
                  <c:v>37600</c:v>
                </c:pt>
                <c:pt idx="767">
                  <c:v>37601</c:v>
                </c:pt>
                <c:pt idx="768">
                  <c:v>37602</c:v>
                </c:pt>
                <c:pt idx="769">
                  <c:v>37603</c:v>
                </c:pt>
                <c:pt idx="770">
                  <c:v>37606</c:v>
                </c:pt>
                <c:pt idx="771">
                  <c:v>37607</c:v>
                </c:pt>
                <c:pt idx="772">
                  <c:v>37608</c:v>
                </c:pt>
                <c:pt idx="773">
                  <c:v>37609</c:v>
                </c:pt>
                <c:pt idx="774">
                  <c:v>37610</c:v>
                </c:pt>
                <c:pt idx="775">
                  <c:v>37613</c:v>
                </c:pt>
                <c:pt idx="776">
                  <c:v>37614</c:v>
                </c:pt>
                <c:pt idx="777">
                  <c:v>37615</c:v>
                </c:pt>
                <c:pt idx="778">
                  <c:v>37616</c:v>
                </c:pt>
                <c:pt idx="779">
                  <c:v>37617</c:v>
                </c:pt>
                <c:pt idx="780">
                  <c:v>37620</c:v>
                </c:pt>
                <c:pt idx="781">
                  <c:v>37621</c:v>
                </c:pt>
                <c:pt idx="782">
                  <c:v>37622</c:v>
                </c:pt>
                <c:pt idx="783">
                  <c:v>37623</c:v>
                </c:pt>
                <c:pt idx="784">
                  <c:v>37624</c:v>
                </c:pt>
                <c:pt idx="785">
                  <c:v>37627</c:v>
                </c:pt>
                <c:pt idx="786">
                  <c:v>37628</c:v>
                </c:pt>
                <c:pt idx="787">
                  <c:v>37629</c:v>
                </c:pt>
                <c:pt idx="788">
                  <c:v>37630</c:v>
                </c:pt>
                <c:pt idx="789">
                  <c:v>37631</c:v>
                </c:pt>
                <c:pt idx="790">
                  <c:v>37634</c:v>
                </c:pt>
                <c:pt idx="791">
                  <c:v>37635</c:v>
                </c:pt>
                <c:pt idx="792">
                  <c:v>37636</c:v>
                </c:pt>
                <c:pt idx="793">
                  <c:v>37637</c:v>
                </c:pt>
                <c:pt idx="794">
                  <c:v>37638</c:v>
                </c:pt>
                <c:pt idx="795">
                  <c:v>37641</c:v>
                </c:pt>
                <c:pt idx="796">
                  <c:v>37642</c:v>
                </c:pt>
                <c:pt idx="797">
                  <c:v>37643</c:v>
                </c:pt>
                <c:pt idx="798">
                  <c:v>37644</c:v>
                </c:pt>
                <c:pt idx="799">
                  <c:v>37645</c:v>
                </c:pt>
                <c:pt idx="800">
                  <c:v>37648</c:v>
                </c:pt>
                <c:pt idx="801">
                  <c:v>37649</c:v>
                </c:pt>
                <c:pt idx="802">
                  <c:v>37650</c:v>
                </c:pt>
                <c:pt idx="803">
                  <c:v>37651</c:v>
                </c:pt>
                <c:pt idx="804">
                  <c:v>37652</c:v>
                </c:pt>
                <c:pt idx="805">
                  <c:v>37655</c:v>
                </c:pt>
                <c:pt idx="806">
                  <c:v>37656</c:v>
                </c:pt>
                <c:pt idx="807">
                  <c:v>37657</c:v>
                </c:pt>
                <c:pt idx="808">
                  <c:v>37658</c:v>
                </c:pt>
                <c:pt idx="809">
                  <c:v>37659</c:v>
                </c:pt>
                <c:pt idx="810">
                  <c:v>37662</c:v>
                </c:pt>
                <c:pt idx="811">
                  <c:v>37663</c:v>
                </c:pt>
                <c:pt idx="812">
                  <c:v>37664</c:v>
                </c:pt>
                <c:pt idx="813">
                  <c:v>37665</c:v>
                </c:pt>
                <c:pt idx="814">
                  <c:v>37666</c:v>
                </c:pt>
                <c:pt idx="815">
                  <c:v>37669</c:v>
                </c:pt>
                <c:pt idx="816">
                  <c:v>37670</c:v>
                </c:pt>
                <c:pt idx="817">
                  <c:v>37671</c:v>
                </c:pt>
                <c:pt idx="818">
                  <c:v>37672</c:v>
                </c:pt>
                <c:pt idx="819">
                  <c:v>37673</c:v>
                </c:pt>
                <c:pt idx="820">
                  <c:v>37676</c:v>
                </c:pt>
                <c:pt idx="821">
                  <c:v>37677</c:v>
                </c:pt>
                <c:pt idx="822">
                  <c:v>37678</c:v>
                </c:pt>
                <c:pt idx="823">
                  <c:v>37679</c:v>
                </c:pt>
                <c:pt idx="824">
                  <c:v>37680</c:v>
                </c:pt>
                <c:pt idx="825">
                  <c:v>37683</c:v>
                </c:pt>
                <c:pt idx="826">
                  <c:v>37684</c:v>
                </c:pt>
                <c:pt idx="827">
                  <c:v>37685</c:v>
                </c:pt>
                <c:pt idx="828">
                  <c:v>37686</c:v>
                </c:pt>
                <c:pt idx="829">
                  <c:v>37687</c:v>
                </c:pt>
                <c:pt idx="830">
                  <c:v>37690</c:v>
                </c:pt>
                <c:pt idx="831">
                  <c:v>37691</c:v>
                </c:pt>
                <c:pt idx="832">
                  <c:v>37692</c:v>
                </c:pt>
                <c:pt idx="833">
                  <c:v>37693</c:v>
                </c:pt>
                <c:pt idx="834">
                  <c:v>37694</c:v>
                </c:pt>
                <c:pt idx="835">
                  <c:v>37697</c:v>
                </c:pt>
                <c:pt idx="836">
                  <c:v>37698</c:v>
                </c:pt>
                <c:pt idx="837">
                  <c:v>37699</c:v>
                </c:pt>
                <c:pt idx="838">
                  <c:v>37700</c:v>
                </c:pt>
                <c:pt idx="839">
                  <c:v>37701</c:v>
                </c:pt>
                <c:pt idx="840">
                  <c:v>37704</c:v>
                </c:pt>
                <c:pt idx="841">
                  <c:v>37705</c:v>
                </c:pt>
                <c:pt idx="842">
                  <c:v>37706</c:v>
                </c:pt>
                <c:pt idx="843">
                  <c:v>37707</c:v>
                </c:pt>
                <c:pt idx="844">
                  <c:v>37708</c:v>
                </c:pt>
                <c:pt idx="845">
                  <c:v>37711</c:v>
                </c:pt>
                <c:pt idx="846">
                  <c:v>37712</c:v>
                </c:pt>
                <c:pt idx="847">
                  <c:v>37713</c:v>
                </c:pt>
                <c:pt idx="848">
                  <c:v>37714</c:v>
                </c:pt>
                <c:pt idx="849">
                  <c:v>37715</c:v>
                </c:pt>
                <c:pt idx="850">
                  <c:v>37718</c:v>
                </c:pt>
                <c:pt idx="851">
                  <c:v>37719</c:v>
                </c:pt>
                <c:pt idx="852">
                  <c:v>37720</c:v>
                </c:pt>
                <c:pt idx="853">
                  <c:v>37721</c:v>
                </c:pt>
                <c:pt idx="854">
                  <c:v>37722</c:v>
                </c:pt>
                <c:pt idx="855">
                  <c:v>37725</c:v>
                </c:pt>
                <c:pt idx="856">
                  <c:v>37726</c:v>
                </c:pt>
                <c:pt idx="857">
                  <c:v>37727</c:v>
                </c:pt>
                <c:pt idx="858">
                  <c:v>37728</c:v>
                </c:pt>
                <c:pt idx="859">
                  <c:v>37729</c:v>
                </c:pt>
                <c:pt idx="860">
                  <c:v>37732</c:v>
                </c:pt>
                <c:pt idx="861">
                  <c:v>37733</c:v>
                </c:pt>
                <c:pt idx="862">
                  <c:v>37734</c:v>
                </c:pt>
                <c:pt idx="863">
                  <c:v>37735</c:v>
                </c:pt>
                <c:pt idx="864">
                  <c:v>37736</c:v>
                </c:pt>
                <c:pt idx="865">
                  <c:v>37739</c:v>
                </c:pt>
                <c:pt idx="866">
                  <c:v>37740</c:v>
                </c:pt>
                <c:pt idx="867">
                  <c:v>37741</c:v>
                </c:pt>
                <c:pt idx="868">
                  <c:v>37742</c:v>
                </c:pt>
                <c:pt idx="869">
                  <c:v>37743</c:v>
                </c:pt>
                <c:pt idx="870">
                  <c:v>37746</c:v>
                </c:pt>
                <c:pt idx="871">
                  <c:v>37747</c:v>
                </c:pt>
                <c:pt idx="872">
                  <c:v>37748</c:v>
                </c:pt>
                <c:pt idx="873">
                  <c:v>37749</c:v>
                </c:pt>
                <c:pt idx="874">
                  <c:v>37750</c:v>
                </c:pt>
                <c:pt idx="875">
                  <c:v>37753</c:v>
                </c:pt>
                <c:pt idx="876">
                  <c:v>37754</c:v>
                </c:pt>
                <c:pt idx="877">
                  <c:v>37755</c:v>
                </c:pt>
                <c:pt idx="878">
                  <c:v>37756</c:v>
                </c:pt>
                <c:pt idx="879">
                  <c:v>37757</c:v>
                </c:pt>
                <c:pt idx="880">
                  <c:v>37760</c:v>
                </c:pt>
                <c:pt idx="881">
                  <c:v>37761</c:v>
                </c:pt>
                <c:pt idx="882">
                  <c:v>37762</c:v>
                </c:pt>
                <c:pt idx="883">
                  <c:v>37763</c:v>
                </c:pt>
                <c:pt idx="884">
                  <c:v>37764</c:v>
                </c:pt>
                <c:pt idx="885">
                  <c:v>37767</c:v>
                </c:pt>
                <c:pt idx="886">
                  <c:v>37768</c:v>
                </c:pt>
                <c:pt idx="887">
                  <c:v>37769</c:v>
                </c:pt>
                <c:pt idx="888">
                  <c:v>37770</c:v>
                </c:pt>
                <c:pt idx="889">
                  <c:v>37771</c:v>
                </c:pt>
                <c:pt idx="890">
                  <c:v>37774</c:v>
                </c:pt>
                <c:pt idx="891">
                  <c:v>37775</c:v>
                </c:pt>
                <c:pt idx="892">
                  <c:v>37776</c:v>
                </c:pt>
                <c:pt idx="893">
                  <c:v>37777</c:v>
                </c:pt>
                <c:pt idx="894">
                  <c:v>37778</c:v>
                </c:pt>
                <c:pt idx="895">
                  <c:v>37781</c:v>
                </c:pt>
                <c:pt idx="896">
                  <c:v>37782</c:v>
                </c:pt>
                <c:pt idx="897">
                  <c:v>37783</c:v>
                </c:pt>
                <c:pt idx="898">
                  <c:v>37784</c:v>
                </c:pt>
                <c:pt idx="899">
                  <c:v>37785</c:v>
                </c:pt>
                <c:pt idx="900">
                  <c:v>37788</c:v>
                </c:pt>
                <c:pt idx="901">
                  <c:v>37789</c:v>
                </c:pt>
                <c:pt idx="902">
                  <c:v>37790</c:v>
                </c:pt>
                <c:pt idx="903">
                  <c:v>37791</c:v>
                </c:pt>
                <c:pt idx="904">
                  <c:v>37792</c:v>
                </c:pt>
                <c:pt idx="905">
                  <c:v>37795</c:v>
                </c:pt>
                <c:pt idx="906">
                  <c:v>37796</c:v>
                </c:pt>
                <c:pt idx="907">
                  <c:v>37797</c:v>
                </c:pt>
                <c:pt idx="908">
                  <c:v>37798</c:v>
                </c:pt>
                <c:pt idx="909">
                  <c:v>37799</c:v>
                </c:pt>
                <c:pt idx="910">
                  <c:v>37802</c:v>
                </c:pt>
                <c:pt idx="911">
                  <c:v>37803</c:v>
                </c:pt>
                <c:pt idx="912">
                  <c:v>37804</c:v>
                </c:pt>
                <c:pt idx="913">
                  <c:v>37805</c:v>
                </c:pt>
                <c:pt idx="914">
                  <c:v>37806</c:v>
                </c:pt>
                <c:pt idx="915">
                  <c:v>37809</c:v>
                </c:pt>
                <c:pt idx="916">
                  <c:v>37810</c:v>
                </c:pt>
                <c:pt idx="917">
                  <c:v>37811</c:v>
                </c:pt>
                <c:pt idx="918">
                  <c:v>37812</c:v>
                </c:pt>
                <c:pt idx="919">
                  <c:v>37813</c:v>
                </c:pt>
                <c:pt idx="920">
                  <c:v>37816</c:v>
                </c:pt>
                <c:pt idx="921">
                  <c:v>37817</c:v>
                </c:pt>
                <c:pt idx="922">
                  <c:v>37818</c:v>
                </c:pt>
                <c:pt idx="923">
                  <c:v>37819</c:v>
                </c:pt>
                <c:pt idx="924">
                  <c:v>37820</c:v>
                </c:pt>
                <c:pt idx="925">
                  <c:v>37823</c:v>
                </c:pt>
                <c:pt idx="926">
                  <c:v>37824</c:v>
                </c:pt>
                <c:pt idx="927">
                  <c:v>37825</c:v>
                </c:pt>
                <c:pt idx="928">
                  <c:v>37826</c:v>
                </c:pt>
                <c:pt idx="929">
                  <c:v>37827</c:v>
                </c:pt>
                <c:pt idx="930">
                  <c:v>37830</c:v>
                </c:pt>
                <c:pt idx="931">
                  <c:v>37831</c:v>
                </c:pt>
                <c:pt idx="932">
                  <c:v>37832</c:v>
                </c:pt>
                <c:pt idx="933">
                  <c:v>37833</c:v>
                </c:pt>
                <c:pt idx="934">
                  <c:v>37834</c:v>
                </c:pt>
                <c:pt idx="935">
                  <c:v>37837</c:v>
                </c:pt>
                <c:pt idx="936">
                  <c:v>37838</c:v>
                </c:pt>
                <c:pt idx="937">
                  <c:v>37839</c:v>
                </c:pt>
                <c:pt idx="938">
                  <c:v>37840</c:v>
                </c:pt>
                <c:pt idx="939">
                  <c:v>37841</c:v>
                </c:pt>
                <c:pt idx="940">
                  <c:v>37844</c:v>
                </c:pt>
                <c:pt idx="941">
                  <c:v>37845</c:v>
                </c:pt>
                <c:pt idx="942">
                  <c:v>37846</c:v>
                </c:pt>
                <c:pt idx="943">
                  <c:v>37847</c:v>
                </c:pt>
                <c:pt idx="944">
                  <c:v>37848</c:v>
                </c:pt>
                <c:pt idx="945">
                  <c:v>37851</c:v>
                </c:pt>
                <c:pt idx="946">
                  <c:v>37852</c:v>
                </c:pt>
                <c:pt idx="947">
                  <c:v>37853</c:v>
                </c:pt>
                <c:pt idx="948">
                  <c:v>37854</c:v>
                </c:pt>
                <c:pt idx="949">
                  <c:v>37855</c:v>
                </c:pt>
                <c:pt idx="950">
                  <c:v>37858</c:v>
                </c:pt>
                <c:pt idx="951">
                  <c:v>37859</c:v>
                </c:pt>
                <c:pt idx="952">
                  <c:v>37860</c:v>
                </c:pt>
                <c:pt idx="953">
                  <c:v>37861</c:v>
                </c:pt>
                <c:pt idx="954">
                  <c:v>37862</c:v>
                </c:pt>
                <c:pt idx="955">
                  <c:v>37865</c:v>
                </c:pt>
                <c:pt idx="956">
                  <c:v>37866</c:v>
                </c:pt>
                <c:pt idx="957">
                  <c:v>37867</c:v>
                </c:pt>
                <c:pt idx="958">
                  <c:v>37868</c:v>
                </c:pt>
                <c:pt idx="959">
                  <c:v>37869</c:v>
                </c:pt>
                <c:pt idx="960">
                  <c:v>37872</c:v>
                </c:pt>
                <c:pt idx="961">
                  <c:v>37873</c:v>
                </c:pt>
                <c:pt idx="962">
                  <c:v>37874</c:v>
                </c:pt>
                <c:pt idx="963">
                  <c:v>37875</c:v>
                </c:pt>
                <c:pt idx="964">
                  <c:v>37876</c:v>
                </c:pt>
                <c:pt idx="965">
                  <c:v>37879</c:v>
                </c:pt>
                <c:pt idx="966">
                  <c:v>37880</c:v>
                </c:pt>
                <c:pt idx="967">
                  <c:v>37881</c:v>
                </c:pt>
                <c:pt idx="968">
                  <c:v>37882</c:v>
                </c:pt>
                <c:pt idx="969">
                  <c:v>37883</c:v>
                </c:pt>
                <c:pt idx="970">
                  <c:v>37886</c:v>
                </c:pt>
                <c:pt idx="971">
                  <c:v>37887</c:v>
                </c:pt>
                <c:pt idx="972">
                  <c:v>37888</c:v>
                </c:pt>
                <c:pt idx="973">
                  <c:v>37889</c:v>
                </c:pt>
                <c:pt idx="974">
                  <c:v>37890</c:v>
                </c:pt>
                <c:pt idx="975">
                  <c:v>37893</c:v>
                </c:pt>
                <c:pt idx="976">
                  <c:v>37894</c:v>
                </c:pt>
                <c:pt idx="977">
                  <c:v>37895</c:v>
                </c:pt>
                <c:pt idx="978">
                  <c:v>37896</c:v>
                </c:pt>
                <c:pt idx="979">
                  <c:v>37897</c:v>
                </c:pt>
                <c:pt idx="980">
                  <c:v>37900</c:v>
                </c:pt>
                <c:pt idx="981">
                  <c:v>37901</c:v>
                </c:pt>
                <c:pt idx="982">
                  <c:v>37902</c:v>
                </c:pt>
                <c:pt idx="983">
                  <c:v>37903</c:v>
                </c:pt>
                <c:pt idx="984">
                  <c:v>37904</c:v>
                </c:pt>
                <c:pt idx="985">
                  <c:v>37907</c:v>
                </c:pt>
                <c:pt idx="986">
                  <c:v>37908</c:v>
                </c:pt>
                <c:pt idx="987">
                  <c:v>37909</c:v>
                </c:pt>
                <c:pt idx="988">
                  <c:v>37910</c:v>
                </c:pt>
                <c:pt idx="989">
                  <c:v>37911</c:v>
                </c:pt>
                <c:pt idx="990">
                  <c:v>37914</c:v>
                </c:pt>
                <c:pt idx="991">
                  <c:v>37915</c:v>
                </c:pt>
                <c:pt idx="992">
                  <c:v>37916</c:v>
                </c:pt>
                <c:pt idx="993">
                  <c:v>37917</c:v>
                </c:pt>
                <c:pt idx="994">
                  <c:v>37918</c:v>
                </c:pt>
                <c:pt idx="995">
                  <c:v>37921</c:v>
                </c:pt>
                <c:pt idx="996">
                  <c:v>37922</c:v>
                </c:pt>
                <c:pt idx="997">
                  <c:v>37923</c:v>
                </c:pt>
                <c:pt idx="998">
                  <c:v>37924</c:v>
                </c:pt>
                <c:pt idx="999">
                  <c:v>37925</c:v>
                </c:pt>
                <c:pt idx="1000">
                  <c:v>37928</c:v>
                </c:pt>
                <c:pt idx="1001">
                  <c:v>37929</c:v>
                </c:pt>
                <c:pt idx="1002">
                  <c:v>37930</c:v>
                </c:pt>
                <c:pt idx="1003">
                  <c:v>37931</c:v>
                </c:pt>
                <c:pt idx="1004">
                  <c:v>37932</c:v>
                </c:pt>
                <c:pt idx="1005">
                  <c:v>37935</c:v>
                </c:pt>
                <c:pt idx="1006">
                  <c:v>37936</c:v>
                </c:pt>
                <c:pt idx="1007">
                  <c:v>37937</c:v>
                </c:pt>
                <c:pt idx="1008">
                  <c:v>37938</c:v>
                </c:pt>
                <c:pt idx="1009">
                  <c:v>37939</c:v>
                </c:pt>
                <c:pt idx="1010">
                  <c:v>37942</c:v>
                </c:pt>
                <c:pt idx="1011">
                  <c:v>37943</c:v>
                </c:pt>
                <c:pt idx="1012">
                  <c:v>37944</c:v>
                </c:pt>
                <c:pt idx="1013">
                  <c:v>37945</c:v>
                </c:pt>
                <c:pt idx="1014">
                  <c:v>37946</c:v>
                </c:pt>
                <c:pt idx="1015">
                  <c:v>37949</c:v>
                </c:pt>
                <c:pt idx="1016">
                  <c:v>37950</c:v>
                </c:pt>
                <c:pt idx="1017">
                  <c:v>37951</c:v>
                </c:pt>
                <c:pt idx="1018">
                  <c:v>37952</c:v>
                </c:pt>
                <c:pt idx="1019">
                  <c:v>37953</c:v>
                </c:pt>
                <c:pt idx="1020">
                  <c:v>37956</c:v>
                </c:pt>
                <c:pt idx="1021">
                  <c:v>37957</c:v>
                </c:pt>
                <c:pt idx="1022">
                  <c:v>37958</c:v>
                </c:pt>
                <c:pt idx="1023">
                  <c:v>37959</c:v>
                </c:pt>
                <c:pt idx="1024">
                  <c:v>37960</c:v>
                </c:pt>
                <c:pt idx="1025">
                  <c:v>37963</c:v>
                </c:pt>
                <c:pt idx="1026">
                  <c:v>37964</c:v>
                </c:pt>
                <c:pt idx="1027">
                  <c:v>37965</c:v>
                </c:pt>
                <c:pt idx="1028">
                  <c:v>37966</c:v>
                </c:pt>
                <c:pt idx="1029">
                  <c:v>37967</c:v>
                </c:pt>
                <c:pt idx="1030">
                  <c:v>37970</c:v>
                </c:pt>
                <c:pt idx="1031">
                  <c:v>37971</c:v>
                </c:pt>
                <c:pt idx="1032">
                  <c:v>37972</c:v>
                </c:pt>
                <c:pt idx="1033">
                  <c:v>37973</c:v>
                </c:pt>
                <c:pt idx="1034">
                  <c:v>37974</c:v>
                </c:pt>
                <c:pt idx="1035">
                  <c:v>37977</c:v>
                </c:pt>
                <c:pt idx="1036">
                  <c:v>37978</c:v>
                </c:pt>
                <c:pt idx="1037">
                  <c:v>37979</c:v>
                </c:pt>
                <c:pt idx="1038">
                  <c:v>37980</c:v>
                </c:pt>
                <c:pt idx="1039">
                  <c:v>37981</c:v>
                </c:pt>
                <c:pt idx="1040">
                  <c:v>37984</c:v>
                </c:pt>
                <c:pt idx="1041">
                  <c:v>37985</c:v>
                </c:pt>
                <c:pt idx="1042">
                  <c:v>37986</c:v>
                </c:pt>
                <c:pt idx="1043">
                  <c:v>37987</c:v>
                </c:pt>
                <c:pt idx="1044">
                  <c:v>37988</c:v>
                </c:pt>
                <c:pt idx="1045">
                  <c:v>37991</c:v>
                </c:pt>
                <c:pt idx="1046">
                  <c:v>37992</c:v>
                </c:pt>
                <c:pt idx="1047">
                  <c:v>37993</c:v>
                </c:pt>
                <c:pt idx="1048">
                  <c:v>37994</c:v>
                </c:pt>
                <c:pt idx="1049">
                  <c:v>37995</c:v>
                </c:pt>
                <c:pt idx="1050">
                  <c:v>37998</c:v>
                </c:pt>
                <c:pt idx="1051">
                  <c:v>37999</c:v>
                </c:pt>
                <c:pt idx="1052">
                  <c:v>38000</c:v>
                </c:pt>
                <c:pt idx="1053">
                  <c:v>38001</c:v>
                </c:pt>
                <c:pt idx="1054">
                  <c:v>38002</c:v>
                </c:pt>
                <c:pt idx="1055">
                  <c:v>38005</c:v>
                </c:pt>
                <c:pt idx="1056">
                  <c:v>38006</c:v>
                </c:pt>
                <c:pt idx="1057">
                  <c:v>38007</c:v>
                </c:pt>
                <c:pt idx="1058">
                  <c:v>38008</c:v>
                </c:pt>
                <c:pt idx="1059">
                  <c:v>38009</c:v>
                </c:pt>
                <c:pt idx="1060">
                  <c:v>38012</c:v>
                </c:pt>
                <c:pt idx="1061">
                  <c:v>38013</c:v>
                </c:pt>
                <c:pt idx="1062">
                  <c:v>38014</c:v>
                </c:pt>
                <c:pt idx="1063">
                  <c:v>38015</c:v>
                </c:pt>
                <c:pt idx="1064">
                  <c:v>38016</c:v>
                </c:pt>
                <c:pt idx="1065">
                  <c:v>38019</c:v>
                </c:pt>
                <c:pt idx="1066">
                  <c:v>38020</c:v>
                </c:pt>
                <c:pt idx="1067">
                  <c:v>38021</c:v>
                </c:pt>
                <c:pt idx="1068">
                  <c:v>38022</c:v>
                </c:pt>
                <c:pt idx="1069">
                  <c:v>38023</c:v>
                </c:pt>
                <c:pt idx="1070">
                  <c:v>38026</c:v>
                </c:pt>
                <c:pt idx="1071">
                  <c:v>38027</c:v>
                </c:pt>
                <c:pt idx="1072">
                  <c:v>38028</c:v>
                </c:pt>
                <c:pt idx="1073">
                  <c:v>38029</c:v>
                </c:pt>
                <c:pt idx="1074">
                  <c:v>38030</c:v>
                </c:pt>
                <c:pt idx="1075">
                  <c:v>38033</c:v>
                </c:pt>
                <c:pt idx="1076">
                  <c:v>38034</c:v>
                </c:pt>
                <c:pt idx="1077">
                  <c:v>38035</c:v>
                </c:pt>
                <c:pt idx="1078">
                  <c:v>38036</c:v>
                </c:pt>
                <c:pt idx="1079">
                  <c:v>38037</c:v>
                </c:pt>
                <c:pt idx="1080">
                  <c:v>38040</c:v>
                </c:pt>
                <c:pt idx="1081">
                  <c:v>38041</c:v>
                </c:pt>
                <c:pt idx="1082">
                  <c:v>38042</c:v>
                </c:pt>
                <c:pt idx="1083">
                  <c:v>38043</c:v>
                </c:pt>
                <c:pt idx="1084">
                  <c:v>38044</c:v>
                </c:pt>
                <c:pt idx="1085">
                  <c:v>38047</c:v>
                </c:pt>
                <c:pt idx="1086">
                  <c:v>38048</c:v>
                </c:pt>
                <c:pt idx="1087">
                  <c:v>38049</c:v>
                </c:pt>
                <c:pt idx="1088">
                  <c:v>38050</c:v>
                </c:pt>
                <c:pt idx="1089">
                  <c:v>38051</c:v>
                </c:pt>
                <c:pt idx="1090">
                  <c:v>38054</c:v>
                </c:pt>
                <c:pt idx="1091">
                  <c:v>38055</c:v>
                </c:pt>
                <c:pt idx="1092">
                  <c:v>38056</c:v>
                </c:pt>
                <c:pt idx="1093">
                  <c:v>38057</c:v>
                </c:pt>
                <c:pt idx="1094">
                  <c:v>38058</c:v>
                </c:pt>
                <c:pt idx="1095">
                  <c:v>38061</c:v>
                </c:pt>
                <c:pt idx="1096">
                  <c:v>38062</c:v>
                </c:pt>
                <c:pt idx="1097">
                  <c:v>38063</c:v>
                </c:pt>
                <c:pt idx="1098">
                  <c:v>38064</c:v>
                </c:pt>
                <c:pt idx="1099">
                  <c:v>38065</c:v>
                </c:pt>
                <c:pt idx="1100">
                  <c:v>38068</c:v>
                </c:pt>
                <c:pt idx="1101">
                  <c:v>38069</c:v>
                </c:pt>
                <c:pt idx="1102">
                  <c:v>38070</c:v>
                </c:pt>
                <c:pt idx="1103">
                  <c:v>38071</c:v>
                </c:pt>
                <c:pt idx="1104">
                  <c:v>38072</c:v>
                </c:pt>
                <c:pt idx="1105">
                  <c:v>38075</c:v>
                </c:pt>
                <c:pt idx="1106">
                  <c:v>38076</c:v>
                </c:pt>
                <c:pt idx="1107">
                  <c:v>38077</c:v>
                </c:pt>
                <c:pt idx="1108">
                  <c:v>38078</c:v>
                </c:pt>
                <c:pt idx="1109">
                  <c:v>38079</c:v>
                </c:pt>
                <c:pt idx="1110">
                  <c:v>38082</c:v>
                </c:pt>
                <c:pt idx="1111">
                  <c:v>38083</c:v>
                </c:pt>
                <c:pt idx="1112">
                  <c:v>38084</c:v>
                </c:pt>
                <c:pt idx="1113">
                  <c:v>38085</c:v>
                </c:pt>
                <c:pt idx="1114">
                  <c:v>38086</c:v>
                </c:pt>
                <c:pt idx="1115">
                  <c:v>38089</c:v>
                </c:pt>
                <c:pt idx="1116">
                  <c:v>38090</c:v>
                </c:pt>
                <c:pt idx="1117">
                  <c:v>38091</c:v>
                </c:pt>
                <c:pt idx="1118">
                  <c:v>38092</c:v>
                </c:pt>
                <c:pt idx="1119">
                  <c:v>38093</c:v>
                </c:pt>
                <c:pt idx="1120">
                  <c:v>38096</c:v>
                </c:pt>
                <c:pt idx="1121">
                  <c:v>38097</c:v>
                </c:pt>
                <c:pt idx="1122">
                  <c:v>38098</c:v>
                </c:pt>
                <c:pt idx="1123">
                  <c:v>38099</c:v>
                </c:pt>
                <c:pt idx="1124">
                  <c:v>38100</c:v>
                </c:pt>
                <c:pt idx="1125">
                  <c:v>38103</c:v>
                </c:pt>
                <c:pt idx="1126">
                  <c:v>38104</c:v>
                </c:pt>
                <c:pt idx="1127">
                  <c:v>38105</c:v>
                </c:pt>
                <c:pt idx="1128">
                  <c:v>38106</c:v>
                </c:pt>
                <c:pt idx="1129">
                  <c:v>38107</c:v>
                </c:pt>
                <c:pt idx="1130">
                  <c:v>38110</c:v>
                </c:pt>
                <c:pt idx="1131">
                  <c:v>38111</c:v>
                </c:pt>
                <c:pt idx="1132">
                  <c:v>38112</c:v>
                </c:pt>
                <c:pt idx="1133">
                  <c:v>38113</c:v>
                </c:pt>
                <c:pt idx="1134">
                  <c:v>38114</c:v>
                </c:pt>
                <c:pt idx="1135">
                  <c:v>38117</c:v>
                </c:pt>
                <c:pt idx="1136">
                  <c:v>38118</c:v>
                </c:pt>
                <c:pt idx="1137">
                  <c:v>38119</c:v>
                </c:pt>
                <c:pt idx="1138">
                  <c:v>38120</c:v>
                </c:pt>
                <c:pt idx="1139">
                  <c:v>38121</c:v>
                </c:pt>
                <c:pt idx="1140">
                  <c:v>38124</c:v>
                </c:pt>
                <c:pt idx="1141">
                  <c:v>38125</c:v>
                </c:pt>
                <c:pt idx="1142">
                  <c:v>38126</c:v>
                </c:pt>
                <c:pt idx="1143">
                  <c:v>38127</c:v>
                </c:pt>
                <c:pt idx="1144">
                  <c:v>38128</c:v>
                </c:pt>
                <c:pt idx="1145">
                  <c:v>38131</c:v>
                </c:pt>
                <c:pt idx="1146">
                  <c:v>38132</c:v>
                </c:pt>
                <c:pt idx="1147">
                  <c:v>38133</c:v>
                </c:pt>
                <c:pt idx="1148">
                  <c:v>38134</c:v>
                </c:pt>
                <c:pt idx="1149">
                  <c:v>38135</c:v>
                </c:pt>
                <c:pt idx="1150">
                  <c:v>38138</c:v>
                </c:pt>
                <c:pt idx="1151">
                  <c:v>38139</c:v>
                </c:pt>
                <c:pt idx="1152">
                  <c:v>38140</c:v>
                </c:pt>
                <c:pt idx="1153">
                  <c:v>38141</c:v>
                </c:pt>
                <c:pt idx="1154">
                  <c:v>38142</c:v>
                </c:pt>
                <c:pt idx="1155">
                  <c:v>38145</c:v>
                </c:pt>
                <c:pt idx="1156">
                  <c:v>38146</c:v>
                </c:pt>
                <c:pt idx="1157">
                  <c:v>38147</c:v>
                </c:pt>
                <c:pt idx="1158">
                  <c:v>38148</c:v>
                </c:pt>
                <c:pt idx="1159">
                  <c:v>38149</c:v>
                </c:pt>
                <c:pt idx="1160">
                  <c:v>38152</c:v>
                </c:pt>
                <c:pt idx="1161">
                  <c:v>38153</c:v>
                </c:pt>
                <c:pt idx="1162">
                  <c:v>38154</c:v>
                </c:pt>
                <c:pt idx="1163">
                  <c:v>38155</c:v>
                </c:pt>
                <c:pt idx="1164">
                  <c:v>38156</c:v>
                </c:pt>
                <c:pt idx="1165">
                  <c:v>38159</c:v>
                </c:pt>
                <c:pt idx="1166">
                  <c:v>38160</c:v>
                </c:pt>
                <c:pt idx="1167">
                  <c:v>38161</c:v>
                </c:pt>
                <c:pt idx="1168">
                  <c:v>38162</c:v>
                </c:pt>
                <c:pt idx="1169">
                  <c:v>38163</c:v>
                </c:pt>
                <c:pt idx="1170">
                  <c:v>38166</c:v>
                </c:pt>
                <c:pt idx="1171">
                  <c:v>38167</c:v>
                </c:pt>
                <c:pt idx="1172">
                  <c:v>38168</c:v>
                </c:pt>
                <c:pt idx="1173">
                  <c:v>38169</c:v>
                </c:pt>
                <c:pt idx="1174">
                  <c:v>38170</c:v>
                </c:pt>
                <c:pt idx="1175">
                  <c:v>38173</c:v>
                </c:pt>
                <c:pt idx="1176">
                  <c:v>38174</c:v>
                </c:pt>
                <c:pt idx="1177">
                  <c:v>38175</c:v>
                </c:pt>
                <c:pt idx="1178">
                  <c:v>38176</c:v>
                </c:pt>
                <c:pt idx="1179">
                  <c:v>38177</c:v>
                </c:pt>
                <c:pt idx="1180">
                  <c:v>38180</c:v>
                </c:pt>
                <c:pt idx="1181">
                  <c:v>38181</c:v>
                </c:pt>
                <c:pt idx="1182">
                  <c:v>38182</c:v>
                </c:pt>
                <c:pt idx="1183">
                  <c:v>38183</c:v>
                </c:pt>
                <c:pt idx="1184">
                  <c:v>38184</c:v>
                </c:pt>
                <c:pt idx="1185">
                  <c:v>38187</c:v>
                </c:pt>
                <c:pt idx="1186">
                  <c:v>38188</c:v>
                </c:pt>
                <c:pt idx="1187">
                  <c:v>38189</c:v>
                </c:pt>
                <c:pt idx="1188">
                  <c:v>38190</c:v>
                </c:pt>
                <c:pt idx="1189">
                  <c:v>38191</c:v>
                </c:pt>
                <c:pt idx="1190">
                  <c:v>38194</c:v>
                </c:pt>
                <c:pt idx="1191">
                  <c:v>38195</c:v>
                </c:pt>
                <c:pt idx="1192">
                  <c:v>38196</c:v>
                </c:pt>
                <c:pt idx="1193">
                  <c:v>38197</c:v>
                </c:pt>
                <c:pt idx="1194">
                  <c:v>38198</c:v>
                </c:pt>
                <c:pt idx="1195">
                  <c:v>38201</c:v>
                </c:pt>
                <c:pt idx="1196">
                  <c:v>38202</c:v>
                </c:pt>
                <c:pt idx="1197">
                  <c:v>38203</c:v>
                </c:pt>
                <c:pt idx="1198">
                  <c:v>38204</c:v>
                </c:pt>
                <c:pt idx="1199">
                  <c:v>38205</c:v>
                </c:pt>
                <c:pt idx="1200">
                  <c:v>38208</c:v>
                </c:pt>
                <c:pt idx="1201">
                  <c:v>38209</c:v>
                </c:pt>
                <c:pt idx="1202">
                  <c:v>38210</c:v>
                </c:pt>
                <c:pt idx="1203">
                  <c:v>38211</c:v>
                </c:pt>
                <c:pt idx="1204">
                  <c:v>38212</c:v>
                </c:pt>
                <c:pt idx="1205">
                  <c:v>38215</c:v>
                </c:pt>
                <c:pt idx="1206">
                  <c:v>38216</c:v>
                </c:pt>
                <c:pt idx="1207">
                  <c:v>38217</c:v>
                </c:pt>
                <c:pt idx="1208">
                  <c:v>38218</c:v>
                </c:pt>
                <c:pt idx="1209">
                  <c:v>38219</c:v>
                </c:pt>
                <c:pt idx="1210">
                  <c:v>38222</c:v>
                </c:pt>
                <c:pt idx="1211">
                  <c:v>38223</c:v>
                </c:pt>
                <c:pt idx="1212">
                  <c:v>38224</c:v>
                </c:pt>
                <c:pt idx="1213">
                  <c:v>38225</c:v>
                </c:pt>
                <c:pt idx="1214">
                  <c:v>38226</c:v>
                </c:pt>
                <c:pt idx="1215">
                  <c:v>38229</c:v>
                </c:pt>
                <c:pt idx="1216">
                  <c:v>38230</c:v>
                </c:pt>
                <c:pt idx="1217">
                  <c:v>38231</c:v>
                </c:pt>
                <c:pt idx="1218">
                  <c:v>38232</c:v>
                </c:pt>
                <c:pt idx="1219">
                  <c:v>38233</c:v>
                </c:pt>
                <c:pt idx="1220">
                  <c:v>38236</c:v>
                </c:pt>
                <c:pt idx="1221">
                  <c:v>38237</c:v>
                </c:pt>
                <c:pt idx="1222">
                  <c:v>38238</c:v>
                </c:pt>
                <c:pt idx="1223">
                  <c:v>38239</c:v>
                </c:pt>
                <c:pt idx="1224">
                  <c:v>38240</c:v>
                </c:pt>
                <c:pt idx="1225">
                  <c:v>38243</c:v>
                </c:pt>
                <c:pt idx="1226">
                  <c:v>38244</c:v>
                </c:pt>
                <c:pt idx="1227">
                  <c:v>38245</c:v>
                </c:pt>
                <c:pt idx="1228">
                  <c:v>38246</c:v>
                </c:pt>
                <c:pt idx="1229">
                  <c:v>38247</c:v>
                </c:pt>
                <c:pt idx="1230">
                  <c:v>38250</c:v>
                </c:pt>
                <c:pt idx="1231">
                  <c:v>38251</c:v>
                </c:pt>
                <c:pt idx="1232">
                  <c:v>38252</c:v>
                </c:pt>
                <c:pt idx="1233">
                  <c:v>38253</c:v>
                </c:pt>
                <c:pt idx="1234">
                  <c:v>38254</c:v>
                </c:pt>
                <c:pt idx="1235">
                  <c:v>38257</c:v>
                </c:pt>
                <c:pt idx="1236">
                  <c:v>38258</c:v>
                </c:pt>
                <c:pt idx="1237">
                  <c:v>38259</c:v>
                </c:pt>
                <c:pt idx="1238">
                  <c:v>38260</c:v>
                </c:pt>
                <c:pt idx="1239">
                  <c:v>38261</c:v>
                </c:pt>
                <c:pt idx="1240">
                  <c:v>38264</c:v>
                </c:pt>
                <c:pt idx="1241">
                  <c:v>38265</c:v>
                </c:pt>
                <c:pt idx="1242">
                  <c:v>38266</c:v>
                </c:pt>
                <c:pt idx="1243">
                  <c:v>38267</c:v>
                </c:pt>
                <c:pt idx="1244">
                  <c:v>38268</c:v>
                </c:pt>
                <c:pt idx="1245">
                  <c:v>38271</c:v>
                </c:pt>
                <c:pt idx="1246">
                  <c:v>38272</c:v>
                </c:pt>
                <c:pt idx="1247">
                  <c:v>38273</c:v>
                </c:pt>
                <c:pt idx="1248">
                  <c:v>38274</c:v>
                </c:pt>
                <c:pt idx="1249">
                  <c:v>38275</c:v>
                </c:pt>
                <c:pt idx="1250">
                  <c:v>38278</c:v>
                </c:pt>
                <c:pt idx="1251">
                  <c:v>38279</c:v>
                </c:pt>
                <c:pt idx="1252">
                  <c:v>38280</c:v>
                </c:pt>
                <c:pt idx="1253">
                  <c:v>38281</c:v>
                </c:pt>
                <c:pt idx="1254">
                  <c:v>38282</c:v>
                </c:pt>
                <c:pt idx="1255">
                  <c:v>38285</c:v>
                </c:pt>
                <c:pt idx="1256">
                  <c:v>38286</c:v>
                </c:pt>
                <c:pt idx="1257">
                  <c:v>38287</c:v>
                </c:pt>
                <c:pt idx="1258">
                  <c:v>38288</c:v>
                </c:pt>
                <c:pt idx="1259">
                  <c:v>38289</c:v>
                </c:pt>
                <c:pt idx="1260">
                  <c:v>38292</c:v>
                </c:pt>
                <c:pt idx="1261">
                  <c:v>38293</c:v>
                </c:pt>
                <c:pt idx="1262">
                  <c:v>38294</c:v>
                </c:pt>
                <c:pt idx="1263">
                  <c:v>38295</c:v>
                </c:pt>
                <c:pt idx="1264">
                  <c:v>38296</c:v>
                </c:pt>
                <c:pt idx="1265">
                  <c:v>38299</c:v>
                </c:pt>
                <c:pt idx="1266">
                  <c:v>38300</c:v>
                </c:pt>
                <c:pt idx="1267">
                  <c:v>38301</c:v>
                </c:pt>
                <c:pt idx="1268">
                  <c:v>38302</c:v>
                </c:pt>
                <c:pt idx="1269">
                  <c:v>38303</c:v>
                </c:pt>
                <c:pt idx="1270">
                  <c:v>38306</c:v>
                </c:pt>
                <c:pt idx="1271">
                  <c:v>38307</c:v>
                </c:pt>
                <c:pt idx="1272">
                  <c:v>38308</c:v>
                </c:pt>
                <c:pt idx="1273">
                  <c:v>38309</c:v>
                </c:pt>
                <c:pt idx="1274">
                  <c:v>38310</c:v>
                </c:pt>
                <c:pt idx="1275">
                  <c:v>38313</c:v>
                </c:pt>
                <c:pt idx="1276">
                  <c:v>38314</c:v>
                </c:pt>
                <c:pt idx="1277">
                  <c:v>38315</c:v>
                </c:pt>
                <c:pt idx="1278">
                  <c:v>38316</c:v>
                </c:pt>
                <c:pt idx="1279">
                  <c:v>38317</c:v>
                </c:pt>
                <c:pt idx="1280">
                  <c:v>38320</c:v>
                </c:pt>
                <c:pt idx="1281">
                  <c:v>38321</c:v>
                </c:pt>
                <c:pt idx="1282">
                  <c:v>38322</c:v>
                </c:pt>
                <c:pt idx="1283">
                  <c:v>38323</c:v>
                </c:pt>
                <c:pt idx="1284">
                  <c:v>38324</c:v>
                </c:pt>
                <c:pt idx="1285">
                  <c:v>38327</c:v>
                </c:pt>
                <c:pt idx="1286">
                  <c:v>38328</c:v>
                </c:pt>
                <c:pt idx="1287">
                  <c:v>38329</c:v>
                </c:pt>
                <c:pt idx="1288">
                  <c:v>38330</c:v>
                </c:pt>
                <c:pt idx="1289">
                  <c:v>38331</c:v>
                </c:pt>
                <c:pt idx="1290">
                  <c:v>38334</c:v>
                </c:pt>
                <c:pt idx="1291">
                  <c:v>38335</c:v>
                </c:pt>
                <c:pt idx="1292">
                  <c:v>38336</c:v>
                </c:pt>
                <c:pt idx="1293">
                  <c:v>38337</c:v>
                </c:pt>
                <c:pt idx="1294">
                  <c:v>38338</c:v>
                </c:pt>
                <c:pt idx="1295">
                  <c:v>38341</c:v>
                </c:pt>
                <c:pt idx="1296">
                  <c:v>38342</c:v>
                </c:pt>
                <c:pt idx="1297">
                  <c:v>38343</c:v>
                </c:pt>
                <c:pt idx="1298">
                  <c:v>38344</c:v>
                </c:pt>
                <c:pt idx="1299">
                  <c:v>38345</c:v>
                </c:pt>
                <c:pt idx="1300">
                  <c:v>38348</c:v>
                </c:pt>
                <c:pt idx="1301">
                  <c:v>38349</c:v>
                </c:pt>
                <c:pt idx="1302">
                  <c:v>38350</c:v>
                </c:pt>
                <c:pt idx="1303">
                  <c:v>38351</c:v>
                </c:pt>
                <c:pt idx="1304">
                  <c:v>38352</c:v>
                </c:pt>
                <c:pt idx="1305">
                  <c:v>38355</c:v>
                </c:pt>
                <c:pt idx="1306">
                  <c:v>38356</c:v>
                </c:pt>
                <c:pt idx="1307">
                  <c:v>38357</c:v>
                </c:pt>
                <c:pt idx="1308">
                  <c:v>38358</c:v>
                </c:pt>
                <c:pt idx="1309">
                  <c:v>38359</c:v>
                </c:pt>
                <c:pt idx="1310">
                  <c:v>38362</c:v>
                </c:pt>
                <c:pt idx="1311">
                  <c:v>38363</c:v>
                </c:pt>
                <c:pt idx="1312">
                  <c:v>38364</c:v>
                </c:pt>
                <c:pt idx="1313">
                  <c:v>38365</c:v>
                </c:pt>
                <c:pt idx="1314">
                  <c:v>38366</c:v>
                </c:pt>
                <c:pt idx="1315">
                  <c:v>38369</c:v>
                </c:pt>
                <c:pt idx="1316">
                  <c:v>38370</c:v>
                </c:pt>
                <c:pt idx="1317">
                  <c:v>38371</c:v>
                </c:pt>
                <c:pt idx="1318">
                  <c:v>38372</c:v>
                </c:pt>
                <c:pt idx="1319">
                  <c:v>38373</c:v>
                </c:pt>
                <c:pt idx="1320">
                  <c:v>38376</c:v>
                </c:pt>
                <c:pt idx="1321">
                  <c:v>38377</c:v>
                </c:pt>
                <c:pt idx="1322">
                  <c:v>38378</c:v>
                </c:pt>
                <c:pt idx="1323">
                  <c:v>38379</c:v>
                </c:pt>
                <c:pt idx="1324">
                  <c:v>38380</c:v>
                </c:pt>
                <c:pt idx="1325">
                  <c:v>38383</c:v>
                </c:pt>
                <c:pt idx="1326">
                  <c:v>38384</c:v>
                </c:pt>
                <c:pt idx="1327">
                  <c:v>38385</c:v>
                </c:pt>
                <c:pt idx="1328">
                  <c:v>38386</c:v>
                </c:pt>
                <c:pt idx="1329">
                  <c:v>38387</c:v>
                </c:pt>
                <c:pt idx="1330">
                  <c:v>38390</c:v>
                </c:pt>
                <c:pt idx="1331">
                  <c:v>38391</c:v>
                </c:pt>
                <c:pt idx="1332">
                  <c:v>38392</c:v>
                </c:pt>
                <c:pt idx="1333">
                  <c:v>38393</c:v>
                </c:pt>
                <c:pt idx="1334">
                  <c:v>38394</c:v>
                </c:pt>
                <c:pt idx="1335">
                  <c:v>38397</c:v>
                </c:pt>
                <c:pt idx="1336">
                  <c:v>38398</c:v>
                </c:pt>
                <c:pt idx="1337">
                  <c:v>38399</c:v>
                </c:pt>
                <c:pt idx="1338">
                  <c:v>38400</c:v>
                </c:pt>
                <c:pt idx="1339">
                  <c:v>38401</c:v>
                </c:pt>
                <c:pt idx="1340">
                  <c:v>38404</c:v>
                </c:pt>
                <c:pt idx="1341">
                  <c:v>38405</c:v>
                </c:pt>
                <c:pt idx="1342">
                  <c:v>38406</c:v>
                </c:pt>
                <c:pt idx="1343">
                  <c:v>38407</c:v>
                </c:pt>
                <c:pt idx="1344">
                  <c:v>38408</c:v>
                </c:pt>
                <c:pt idx="1345">
                  <c:v>38411</c:v>
                </c:pt>
                <c:pt idx="1346">
                  <c:v>38412</c:v>
                </c:pt>
                <c:pt idx="1347">
                  <c:v>38413</c:v>
                </c:pt>
                <c:pt idx="1348">
                  <c:v>38414</c:v>
                </c:pt>
                <c:pt idx="1349">
                  <c:v>38415</c:v>
                </c:pt>
                <c:pt idx="1350">
                  <c:v>38418</c:v>
                </c:pt>
                <c:pt idx="1351">
                  <c:v>38419</c:v>
                </c:pt>
                <c:pt idx="1352">
                  <c:v>38420</c:v>
                </c:pt>
                <c:pt idx="1353">
                  <c:v>38421</c:v>
                </c:pt>
                <c:pt idx="1354">
                  <c:v>38422</c:v>
                </c:pt>
                <c:pt idx="1355">
                  <c:v>38425</c:v>
                </c:pt>
                <c:pt idx="1356">
                  <c:v>38426</c:v>
                </c:pt>
                <c:pt idx="1357">
                  <c:v>38427</c:v>
                </c:pt>
                <c:pt idx="1358">
                  <c:v>38428</c:v>
                </c:pt>
                <c:pt idx="1359">
                  <c:v>38429</c:v>
                </c:pt>
                <c:pt idx="1360">
                  <c:v>38432</c:v>
                </c:pt>
                <c:pt idx="1361">
                  <c:v>38433</c:v>
                </c:pt>
                <c:pt idx="1362">
                  <c:v>38434</c:v>
                </c:pt>
                <c:pt idx="1363">
                  <c:v>38435</c:v>
                </c:pt>
                <c:pt idx="1364">
                  <c:v>38436</c:v>
                </c:pt>
                <c:pt idx="1365">
                  <c:v>38439</c:v>
                </c:pt>
                <c:pt idx="1366">
                  <c:v>38440</c:v>
                </c:pt>
                <c:pt idx="1367">
                  <c:v>38441</c:v>
                </c:pt>
                <c:pt idx="1368">
                  <c:v>38442</c:v>
                </c:pt>
                <c:pt idx="1369">
                  <c:v>38443</c:v>
                </c:pt>
                <c:pt idx="1370">
                  <c:v>38446</c:v>
                </c:pt>
                <c:pt idx="1371">
                  <c:v>38447</c:v>
                </c:pt>
                <c:pt idx="1372">
                  <c:v>38448</c:v>
                </c:pt>
                <c:pt idx="1373">
                  <c:v>38449</c:v>
                </c:pt>
                <c:pt idx="1374">
                  <c:v>38450</c:v>
                </c:pt>
                <c:pt idx="1375">
                  <c:v>38453</c:v>
                </c:pt>
                <c:pt idx="1376">
                  <c:v>38454</c:v>
                </c:pt>
                <c:pt idx="1377">
                  <c:v>38455</c:v>
                </c:pt>
                <c:pt idx="1378">
                  <c:v>38456</c:v>
                </c:pt>
                <c:pt idx="1379">
                  <c:v>38457</c:v>
                </c:pt>
                <c:pt idx="1380">
                  <c:v>38460</c:v>
                </c:pt>
                <c:pt idx="1381">
                  <c:v>38461</c:v>
                </c:pt>
                <c:pt idx="1382">
                  <c:v>38462</c:v>
                </c:pt>
                <c:pt idx="1383">
                  <c:v>38463</c:v>
                </c:pt>
                <c:pt idx="1384">
                  <c:v>38464</c:v>
                </c:pt>
                <c:pt idx="1385">
                  <c:v>38467</c:v>
                </c:pt>
                <c:pt idx="1386">
                  <c:v>38468</c:v>
                </c:pt>
                <c:pt idx="1387">
                  <c:v>38469</c:v>
                </c:pt>
                <c:pt idx="1388">
                  <c:v>38470</c:v>
                </c:pt>
                <c:pt idx="1389">
                  <c:v>38471</c:v>
                </c:pt>
                <c:pt idx="1390">
                  <c:v>38474</c:v>
                </c:pt>
                <c:pt idx="1391">
                  <c:v>38475</c:v>
                </c:pt>
                <c:pt idx="1392">
                  <c:v>38476</c:v>
                </c:pt>
                <c:pt idx="1393">
                  <c:v>38477</c:v>
                </c:pt>
                <c:pt idx="1394">
                  <c:v>38478</c:v>
                </c:pt>
                <c:pt idx="1395">
                  <c:v>38481</c:v>
                </c:pt>
                <c:pt idx="1396">
                  <c:v>38482</c:v>
                </c:pt>
                <c:pt idx="1397">
                  <c:v>38483</c:v>
                </c:pt>
                <c:pt idx="1398">
                  <c:v>38484</c:v>
                </c:pt>
                <c:pt idx="1399">
                  <c:v>38485</c:v>
                </c:pt>
                <c:pt idx="1400">
                  <c:v>38488</c:v>
                </c:pt>
                <c:pt idx="1401">
                  <c:v>38489</c:v>
                </c:pt>
                <c:pt idx="1402">
                  <c:v>38490</c:v>
                </c:pt>
                <c:pt idx="1403">
                  <c:v>38491</c:v>
                </c:pt>
                <c:pt idx="1404">
                  <c:v>38492</c:v>
                </c:pt>
                <c:pt idx="1405">
                  <c:v>38495</c:v>
                </c:pt>
                <c:pt idx="1406">
                  <c:v>38496</c:v>
                </c:pt>
                <c:pt idx="1407">
                  <c:v>38497</c:v>
                </c:pt>
                <c:pt idx="1408">
                  <c:v>38498</c:v>
                </c:pt>
                <c:pt idx="1409">
                  <c:v>38499</c:v>
                </c:pt>
                <c:pt idx="1410">
                  <c:v>38502</c:v>
                </c:pt>
                <c:pt idx="1411">
                  <c:v>38503</c:v>
                </c:pt>
                <c:pt idx="1412">
                  <c:v>38504</c:v>
                </c:pt>
                <c:pt idx="1413">
                  <c:v>38505</c:v>
                </c:pt>
                <c:pt idx="1414">
                  <c:v>38506</c:v>
                </c:pt>
                <c:pt idx="1415">
                  <c:v>38509</c:v>
                </c:pt>
                <c:pt idx="1416">
                  <c:v>38510</c:v>
                </c:pt>
                <c:pt idx="1417">
                  <c:v>38511</c:v>
                </c:pt>
                <c:pt idx="1418">
                  <c:v>38512</c:v>
                </c:pt>
                <c:pt idx="1419">
                  <c:v>38513</c:v>
                </c:pt>
                <c:pt idx="1420">
                  <c:v>38516</c:v>
                </c:pt>
                <c:pt idx="1421">
                  <c:v>38517</c:v>
                </c:pt>
                <c:pt idx="1422">
                  <c:v>38518</c:v>
                </c:pt>
                <c:pt idx="1423">
                  <c:v>38519</c:v>
                </c:pt>
                <c:pt idx="1424">
                  <c:v>38520</c:v>
                </c:pt>
                <c:pt idx="1425">
                  <c:v>38523</c:v>
                </c:pt>
                <c:pt idx="1426">
                  <c:v>38524</c:v>
                </c:pt>
                <c:pt idx="1427">
                  <c:v>38525</c:v>
                </c:pt>
                <c:pt idx="1428">
                  <c:v>38526</c:v>
                </c:pt>
                <c:pt idx="1429">
                  <c:v>38527</c:v>
                </c:pt>
                <c:pt idx="1430">
                  <c:v>38530</c:v>
                </c:pt>
                <c:pt idx="1431">
                  <c:v>38531</c:v>
                </c:pt>
                <c:pt idx="1432">
                  <c:v>38532</c:v>
                </c:pt>
                <c:pt idx="1433">
                  <c:v>38533</c:v>
                </c:pt>
                <c:pt idx="1434">
                  <c:v>38534</c:v>
                </c:pt>
                <c:pt idx="1435">
                  <c:v>38537</c:v>
                </c:pt>
                <c:pt idx="1436">
                  <c:v>38538</c:v>
                </c:pt>
                <c:pt idx="1437">
                  <c:v>38539</c:v>
                </c:pt>
                <c:pt idx="1438">
                  <c:v>38540</c:v>
                </c:pt>
                <c:pt idx="1439">
                  <c:v>38541</c:v>
                </c:pt>
                <c:pt idx="1440">
                  <c:v>38544</c:v>
                </c:pt>
                <c:pt idx="1441">
                  <c:v>38545</c:v>
                </c:pt>
                <c:pt idx="1442">
                  <c:v>38546</c:v>
                </c:pt>
                <c:pt idx="1443">
                  <c:v>38547</c:v>
                </c:pt>
                <c:pt idx="1444">
                  <c:v>38548</c:v>
                </c:pt>
                <c:pt idx="1445">
                  <c:v>38551</c:v>
                </c:pt>
                <c:pt idx="1446">
                  <c:v>38552</c:v>
                </c:pt>
                <c:pt idx="1447">
                  <c:v>38553</c:v>
                </c:pt>
                <c:pt idx="1448">
                  <c:v>38554</c:v>
                </c:pt>
                <c:pt idx="1449">
                  <c:v>38555</c:v>
                </c:pt>
                <c:pt idx="1450">
                  <c:v>38558</c:v>
                </c:pt>
                <c:pt idx="1451">
                  <c:v>38559</c:v>
                </c:pt>
                <c:pt idx="1452">
                  <c:v>38560</c:v>
                </c:pt>
                <c:pt idx="1453">
                  <c:v>38561</c:v>
                </c:pt>
                <c:pt idx="1454">
                  <c:v>38562</c:v>
                </c:pt>
                <c:pt idx="1455">
                  <c:v>38565</c:v>
                </c:pt>
                <c:pt idx="1456">
                  <c:v>38566</c:v>
                </c:pt>
                <c:pt idx="1457">
                  <c:v>38567</c:v>
                </c:pt>
                <c:pt idx="1458">
                  <c:v>38568</c:v>
                </c:pt>
                <c:pt idx="1459">
                  <c:v>38569</c:v>
                </c:pt>
                <c:pt idx="1460">
                  <c:v>38572</c:v>
                </c:pt>
                <c:pt idx="1461">
                  <c:v>38573</c:v>
                </c:pt>
                <c:pt idx="1462">
                  <c:v>38574</c:v>
                </c:pt>
                <c:pt idx="1463">
                  <c:v>38575</c:v>
                </c:pt>
                <c:pt idx="1464">
                  <c:v>38576</c:v>
                </c:pt>
                <c:pt idx="1465">
                  <c:v>38579</c:v>
                </c:pt>
                <c:pt idx="1466">
                  <c:v>38580</c:v>
                </c:pt>
                <c:pt idx="1467">
                  <c:v>38581</c:v>
                </c:pt>
                <c:pt idx="1468">
                  <c:v>38582</c:v>
                </c:pt>
                <c:pt idx="1469">
                  <c:v>38583</c:v>
                </c:pt>
                <c:pt idx="1470">
                  <c:v>38586</c:v>
                </c:pt>
                <c:pt idx="1471">
                  <c:v>38587</c:v>
                </c:pt>
                <c:pt idx="1472">
                  <c:v>38588</c:v>
                </c:pt>
                <c:pt idx="1473">
                  <c:v>38589</c:v>
                </c:pt>
                <c:pt idx="1474">
                  <c:v>38590</c:v>
                </c:pt>
                <c:pt idx="1475">
                  <c:v>38593</c:v>
                </c:pt>
                <c:pt idx="1476">
                  <c:v>38594</c:v>
                </c:pt>
                <c:pt idx="1477">
                  <c:v>38595</c:v>
                </c:pt>
                <c:pt idx="1478">
                  <c:v>38596</c:v>
                </c:pt>
                <c:pt idx="1479">
                  <c:v>38597</c:v>
                </c:pt>
                <c:pt idx="1480">
                  <c:v>38600</c:v>
                </c:pt>
                <c:pt idx="1481">
                  <c:v>38601</c:v>
                </c:pt>
                <c:pt idx="1482">
                  <c:v>38602</c:v>
                </c:pt>
                <c:pt idx="1483">
                  <c:v>38603</c:v>
                </c:pt>
                <c:pt idx="1484">
                  <c:v>38604</c:v>
                </c:pt>
                <c:pt idx="1485">
                  <c:v>38607</c:v>
                </c:pt>
                <c:pt idx="1486">
                  <c:v>38608</c:v>
                </c:pt>
                <c:pt idx="1487">
                  <c:v>38609</c:v>
                </c:pt>
                <c:pt idx="1488">
                  <c:v>38610</c:v>
                </c:pt>
                <c:pt idx="1489">
                  <c:v>38611</c:v>
                </c:pt>
                <c:pt idx="1490">
                  <c:v>38614</c:v>
                </c:pt>
                <c:pt idx="1491">
                  <c:v>38615</c:v>
                </c:pt>
                <c:pt idx="1492">
                  <c:v>38616</c:v>
                </c:pt>
                <c:pt idx="1493">
                  <c:v>38617</c:v>
                </c:pt>
                <c:pt idx="1494">
                  <c:v>38618</c:v>
                </c:pt>
                <c:pt idx="1495">
                  <c:v>38621</c:v>
                </c:pt>
                <c:pt idx="1496">
                  <c:v>38622</c:v>
                </c:pt>
                <c:pt idx="1497">
                  <c:v>38623</c:v>
                </c:pt>
                <c:pt idx="1498">
                  <c:v>38624</c:v>
                </c:pt>
                <c:pt idx="1499">
                  <c:v>38625</c:v>
                </c:pt>
                <c:pt idx="1500">
                  <c:v>38628</c:v>
                </c:pt>
                <c:pt idx="1501">
                  <c:v>38629</c:v>
                </c:pt>
                <c:pt idx="1502">
                  <c:v>38630</c:v>
                </c:pt>
                <c:pt idx="1503">
                  <c:v>38631</c:v>
                </c:pt>
                <c:pt idx="1504">
                  <c:v>38632</c:v>
                </c:pt>
                <c:pt idx="1505">
                  <c:v>38635</c:v>
                </c:pt>
                <c:pt idx="1506">
                  <c:v>38636</c:v>
                </c:pt>
                <c:pt idx="1507">
                  <c:v>38637</c:v>
                </c:pt>
                <c:pt idx="1508">
                  <c:v>38638</c:v>
                </c:pt>
                <c:pt idx="1509">
                  <c:v>38639</c:v>
                </c:pt>
                <c:pt idx="1510">
                  <c:v>38642</c:v>
                </c:pt>
                <c:pt idx="1511">
                  <c:v>38643</c:v>
                </c:pt>
                <c:pt idx="1512">
                  <c:v>38644</c:v>
                </c:pt>
                <c:pt idx="1513">
                  <c:v>38645</c:v>
                </c:pt>
                <c:pt idx="1514">
                  <c:v>38646</c:v>
                </c:pt>
                <c:pt idx="1515">
                  <c:v>38649</c:v>
                </c:pt>
                <c:pt idx="1516">
                  <c:v>38650</c:v>
                </c:pt>
                <c:pt idx="1517">
                  <c:v>38651</c:v>
                </c:pt>
                <c:pt idx="1518">
                  <c:v>38652</c:v>
                </c:pt>
                <c:pt idx="1519">
                  <c:v>38653</c:v>
                </c:pt>
                <c:pt idx="1520">
                  <c:v>38656</c:v>
                </c:pt>
                <c:pt idx="1521">
                  <c:v>38657</c:v>
                </c:pt>
                <c:pt idx="1522">
                  <c:v>38658</c:v>
                </c:pt>
                <c:pt idx="1523">
                  <c:v>38659</c:v>
                </c:pt>
                <c:pt idx="1524">
                  <c:v>38660</c:v>
                </c:pt>
                <c:pt idx="1525">
                  <c:v>38663</c:v>
                </c:pt>
                <c:pt idx="1526">
                  <c:v>38664</c:v>
                </c:pt>
                <c:pt idx="1527">
                  <c:v>38665</c:v>
                </c:pt>
                <c:pt idx="1528">
                  <c:v>38666</c:v>
                </c:pt>
                <c:pt idx="1529">
                  <c:v>38667</c:v>
                </c:pt>
                <c:pt idx="1530">
                  <c:v>38670</c:v>
                </c:pt>
                <c:pt idx="1531">
                  <c:v>38671</c:v>
                </c:pt>
                <c:pt idx="1532">
                  <c:v>38672</c:v>
                </c:pt>
                <c:pt idx="1533">
                  <c:v>38673</c:v>
                </c:pt>
                <c:pt idx="1534">
                  <c:v>38674</c:v>
                </c:pt>
                <c:pt idx="1535">
                  <c:v>38677</c:v>
                </c:pt>
                <c:pt idx="1536">
                  <c:v>38678</c:v>
                </c:pt>
                <c:pt idx="1537">
                  <c:v>38679</c:v>
                </c:pt>
                <c:pt idx="1538">
                  <c:v>38680</c:v>
                </c:pt>
                <c:pt idx="1539">
                  <c:v>38681</c:v>
                </c:pt>
                <c:pt idx="1540">
                  <c:v>38684</c:v>
                </c:pt>
                <c:pt idx="1541">
                  <c:v>38685</c:v>
                </c:pt>
                <c:pt idx="1542">
                  <c:v>38686</c:v>
                </c:pt>
                <c:pt idx="1543">
                  <c:v>38687</c:v>
                </c:pt>
                <c:pt idx="1544">
                  <c:v>38688</c:v>
                </c:pt>
                <c:pt idx="1545">
                  <c:v>38691</c:v>
                </c:pt>
                <c:pt idx="1546">
                  <c:v>38692</c:v>
                </c:pt>
                <c:pt idx="1547">
                  <c:v>38693</c:v>
                </c:pt>
                <c:pt idx="1548">
                  <c:v>38694</c:v>
                </c:pt>
                <c:pt idx="1549">
                  <c:v>38695</c:v>
                </c:pt>
                <c:pt idx="1550">
                  <c:v>38698</c:v>
                </c:pt>
                <c:pt idx="1551">
                  <c:v>38699</c:v>
                </c:pt>
                <c:pt idx="1552">
                  <c:v>38700</c:v>
                </c:pt>
                <c:pt idx="1553">
                  <c:v>38701</c:v>
                </c:pt>
                <c:pt idx="1554">
                  <c:v>38702</c:v>
                </c:pt>
                <c:pt idx="1555">
                  <c:v>38705</c:v>
                </c:pt>
                <c:pt idx="1556">
                  <c:v>38706</c:v>
                </c:pt>
                <c:pt idx="1557">
                  <c:v>38707</c:v>
                </c:pt>
                <c:pt idx="1558">
                  <c:v>38708</c:v>
                </c:pt>
                <c:pt idx="1559">
                  <c:v>38709</c:v>
                </c:pt>
                <c:pt idx="1560">
                  <c:v>38712</c:v>
                </c:pt>
                <c:pt idx="1561">
                  <c:v>38713</c:v>
                </c:pt>
                <c:pt idx="1562">
                  <c:v>38714</c:v>
                </c:pt>
                <c:pt idx="1563">
                  <c:v>38715</c:v>
                </c:pt>
                <c:pt idx="1564">
                  <c:v>38716</c:v>
                </c:pt>
                <c:pt idx="1565">
                  <c:v>38719</c:v>
                </c:pt>
                <c:pt idx="1566">
                  <c:v>38720</c:v>
                </c:pt>
                <c:pt idx="1567">
                  <c:v>38721</c:v>
                </c:pt>
                <c:pt idx="1568">
                  <c:v>38722</c:v>
                </c:pt>
                <c:pt idx="1569">
                  <c:v>38723</c:v>
                </c:pt>
                <c:pt idx="1570">
                  <c:v>38726</c:v>
                </c:pt>
                <c:pt idx="1571">
                  <c:v>38727</c:v>
                </c:pt>
                <c:pt idx="1572">
                  <c:v>38728</c:v>
                </c:pt>
                <c:pt idx="1573">
                  <c:v>38729</c:v>
                </c:pt>
                <c:pt idx="1574">
                  <c:v>38730</c:v>
                </c:pt>
                <c:pt idx="1575">
                  <c:v>38733</c:v>
                </c:pt>
                <c:pt idx="1576">
                  <c:v>38734</c:v>
                </c:pt>
                <c:pt idx="1577">
                  <c:v>38735</c:v>
                </c:pt>
                <c:pt idx="1578">
                  <c:v>38736</c:v>
                </c:pt>
                <c:pt idx="1579">
                  <c:v>38737</c:v>
                </c:pt>
                <c:pt idx="1580">
                  <c:v>38740</c:v>
                </c:pt>
                <c:pt idx="1581">
                  <c:v>38741</c:v>
                </c:pt>
                <c:pt idx="1582">
                  <c:v>38742</c:v>
                </c:pt>
                <c:pt idx="1583">
                  <c:v>38743</c:v>
                </c:pt>
                <c:pt idx="1584">
                  <c:v>38744</c:v>
                </c:pt>
                <c:pt idx="1585">
                  <c:v>38747</c:v>
                </c:pt>
                <c:pt idx="1586">
                  <c:v>38748</c:v>
                </c:pt>
                <c:pt idx="1587">
                  <c:v>38749</c:v>
                </c:pt>
                <c:pt idx="1588">
                  <c:v>38750</c:v>
                </c:pt>
                <c:pt idx="1589">
                  <c:v>38751</c:v>
                </c:pt>
                <c:pt idx="1590">
                  <c:v>38754</c:v>
                </c:pt>
                <c:pt idx="1591">
                  <c:v>38755</c:v>
                </c:pt>
                <c:pt idx="1592">
                  <c:v>38756</c:v>
                </c:pt>
                <c:pt idx="1593">
                  <c:v>38757</c:v>
                </c:pt>
                <c:pt idx="1594">
                  <c:v>38758</c:v>
                </c:pt>
                <c:pt idx="1595">
                  <c:v>38761</c:v>
                </c:pt>
                <c:pt idx="1596">
                  <c:v>38762</c:v>
                </c:pt>
                <c:pt idx="1597">
                  <c:v>38763</c:v>
                </c:pt>
                <c:pt idx="1598">
                  <c:v>38764</c:v>
                </c:pt>
                <c:pt idx="1599">
                  <c:v>38765</c:v>
                </c:pt>
                <c:pt idx="1600">
                  <c:v>38768</c:v>
                </c:pt>
                <c:pt idx="1601">
                  <c:v>38769</c:v>
                </c:pt>
                <c:pt idx="1602">
                  <c:v>38770</c:v>
                </c:pt>
                <c:pt idx="1603">
                  <c:v>38771</c:v>
                </c:pt>
                <c:pt idx="1604">
                  <c:v>38772</c:v>
                </c:pt>
                <c:pt idx="1605">
                  <c:v>38775</c:v>
                </c:pt>
                <c:pt idx="1606">
                  <c:v>38776</c:v>
                </c:pt>
                <c:pt idx="1607">
                  <c:v>38777</c:v>
                </c:pt>
                <c:pt idx="1608">
                  <c:v>38778</c:v>
                </c:pt>
                <c:pt idx="1609">
                  <c:v>38779</c:v>
                </c:pt>
                <c:pt idx="1610">
                  <c:v>38782</c:v>
                </c:pt>
                <c:pt idx="1611">
                  <c:v>38783</c:v>
                </c:pt>
                <c:pt idx="1612">
                  <c:v>38784</c:v>
                </c:pt>
                <c:pt idx="1613">
                  <c:v>38785</c:v>
                </c:pt>
                <c:pt idx="1614">
                  <c:v>38786</c:v>
                </c:pt>
                <c:pt idx="1615">
                  <c:v>38789</c:v>
                </c:pt>
                <c:pt idx="1616">
                  <c:v>38790</c:v>
                </c:pt>
                <c:pt idx="1617">
                  <c:v>38791</c:v>
                </c:pt>
                <c:pt idx="1618">
                  <c:v>38792</c:v>
                </c:pt>
                <c:pt idx="1619">
                  <c:v>38793</c:v>
                </c:pt>
                <c:pt idx="1620">
                  <c:v>38796</c:v>
                </c:pt>
                <c:pt idx="1621">
                  <c:v>38797</c:v>
                </c:pt>
                <c:pt idx="1622">
                  <c:v>38798</c:v>
                </c:pt>
                <c:pt idx="1623">
                  <c:v>38799</c:v>
                </c:pt>
                <c:pt idx="1624">
                  <c:v>38800</c:v>
                </c:pt>
                <c:pt idx="1625">
                  <c:v>38803</c:v>
                </c:pt>
                <c:pt idx="1626">
                  <c:v>38804</c:v>
                </c:pt>
                <c:pt idx="1627">
                  <c:v>38805</c:v>
                </c:pt>
                <c:pt idx="1628">
                  <c:v>38806</c:v>
                </c:pt>
                <c:pt idx="1629">
                  <c:v>38807</c:v>
                </c:pt>
                <c:pt idx="1630">
                  <c:v>38810</c:v>
                </c:pt>
                <c:pt idx="1631">
                  <c:v>38811</c:v>
                </c:pt>
                <c:pt idx="1632">
                  <c:v>38812</c:v>
                </c:pt>
                <c:pt idx="1633">
                  <c:v>38813</c:v>
                </c:pt>
                <c:pt idx="1634">
                  <c:v>38814</c:v>
                </c:pt>
                <c:pt idx="1635">
                  <c:v>38817</c:v>
                </c:pt>
                <c:pt idx="1636">
                  <c:v>38818</c:v>
                </c:pt>
                <c:pt idx="1637">
                  <c:v>38819</c:v>
                </c:pt>
                <c:pt idx="1638">
                  <c:v>38820</c:v>
                </c:pt>
                <c:pt idx="1639">
                  <c:v>38821</c:v>
                </c:pt>
                <c:pt idx="1640">
                  <c:v>38824</c:v>
                </c:pt>
                <c:pt idx="1641">
                  <c:v>38825</c:v>
                </c:pt>
                <c:pt idx="1642">
                  <c:v>38826</c:v>
                </c:pt>
                <c:pt idx="1643">
                  <c:v>38827</c:v>
                </c:pt>
                <c:pt idx="1644">
                  <c:v>38828</c:v>
                </c:pt>
                <c:pt idx="1645">
                  <c:v>38831</c:v>
                </c:pt>
                <c:pt idx="1646">
                  <c:v>38832</c:v>
                </c:pt>
                <c:pt idx="1647">
                  <c:v>38833</c:v>
                </c:pt>
                <c:pt idx="1648">
                  <c:v>38834</c:v>
                </c:pt>
                <c:pt idx="1649">
                  <c:v>38835</c:v>
                </c:pt>
                <c:pt idx="1650">
                  <c:v>38838</c:v>
                </c:pt>
                <c:pt idx="1651">
                  <c:v>38839</c:v>
                </c:pt>
                <c:pt idx="1652">
                  <c:v>38840</c:v>
                </c:pt>
                <c:pt idx="1653">
                  <c:v>38841</c:v>
                </c:pt>
                <c:pt idx="1654">
                  <c:v>38842</c:v>
                </c:pt>
                <c:pt idx="1655">
                  <c:v>38845</c:v>
                </c:pt>
                <c:pt idx="1656">
                  <c:v>38846</c:v>
                </c:pt>
                <c:pt idx="1657">
                  <c:v>38847</c:v>
                </c:pt>
                <c:pt idx="1658">
                  <c:v>38848</c:v>
                </c:pt>
                <c:pt idx="1659">
                  <c:v>38849</c:v>
                </c:pt>
                <c:pt idx="1660">
                  <c:v>38852</c:v>
                </c:pt>
                <c:pt idx="1661">
                  <c:v>38853</c:v>
                </c:pt>
                <c:pt idx="1662">
                  <c:v>38854</c:v>
                </c:pt>
                <c:pt idx="1663">
                  <c:v>38855</c:v>
                </c:pt>
                <c:pt idx="1664">
                  <c:v>38856</c:v>
                </c:pt>
                <c:pt idx="1665">
                  <c:v>38859</c:v>
                </c:pt>
                <c:pt idx="1666">
                  <c:v>38860</c:v>
                </c:pt>
                <c:pt idx="1667">
                  <c:v>38861</c:v>
                </c:pt>
                <c:pt idx="1668">
                  <c:v>38862</c:v>
                </c:pt>
                <c:pt idx="1669">
                  <c:v>38863</c:v>
                </c:pt>
                <c:pt idx="1670">
                  <c:v>38866</c:v>
                </c:pt>
                <c:pt idx="1671">
                  <c:v>38867</c:v>
                </c:pt>
                <c:pt idx="1672">
                  <c:v>38868</c:v>
                </c:pt>
                <c:pt idx="1673">
                  <c:v>38869</c:v>
                </c:pt>
                <c:pt idx="1674">
                  <c:v>38870</c:v>
                </c:pt>
                <c:pt idx="1675">
                  <c:v>38873</c:v>
                </c:pt>
                <c:pt idx="1676">
                  <c:v>38874</c:v>
                </c:pt>
                <c:pt idx="1677">
                  <c:v>38875</c:v>
                </c:pt>
                <c:pt idx="1678">
                  <c:v>38876</c:v>
                </c:pt>
                <c:pt idx="1679">
                  <c:v>38877</c:v>
                </c:pt>
                <c:pt idx="1680">
                  <c:v>38880</c:v>
                </c:pt>
                <c:pt idx="1681">
                  <c:v>38881</c:v>
                </c:pt>
                <c:pt idx="1682">
                  <c:v>38882</c:v>
                </c:pt>
                <c:pt idx="1683">
                  <c:v>38883</c:v>
                </c:pt>
                <c:pt idx="1684">
                  <c:v>38884</c:v>
                </c:pt>
                <c:pt idx="1685">
                  <c:v>38887</c:v>
                </c:pt>
                <c:pt idx="1686">
                  <c:v>38888</c:v>
                </c:pt>
                <c:pt idx="1687">
                  <c:v>38889</c:v>
                </c:pt>
                <c:pt idx="1688">
                  <c:v>38890</c:v>
                </c:pt>
                <c:pt idx="1689">
                  <c:v>38891</c:v>
                </c:pt>
                <c:pt idx="1690">
                  <c:v>38894</c:v>
                </c:pt>
                <c:pt idx="1691">
                  <c:v>38895</c:v>
                </c:pt>
                <c:pt idx="1692">
                  <c:v>38896</c:v>
                </c:pt>
                <c:pt idx="1693">
                  <c:v>38897</c:v>
                </c:pt>
                <c:pt idx="1694">
                  <c:v>38898</c:v>
                </c:pt>
                <c:pt idx="1695">
                  <c:v>38901</c:v>
                </c:pt>
                <c:pt idx="1696">
                  <c:v>38902</c:v>
                </c:pt>
                <c:pt idx="1697">
                  <c:v>38903</c:v>
                </c:pt>
                <c:pt idx="1698">
                  <c:v>38904</c:v>
                </c:pt>
                <c:pt idx="1699">
                  <c:v>38905</c:v>
                </c:pt>
                <c:pt idx="1700">
                  <c:v>38908</c:v>
                </c:pt>
                <c:pt idx="1701">
                  <c:v>38909</c:v>
                </c:pt>
                <c:pt idx="1702">
                  <c:v>38910</c:v>
                </c:pt>
                <c:pt idx="1703">
                  <c:v>38911</c:v>
                </c:pt>
                <c:pt idx="1704">
                  <c:v>38912</c:v>
                </c:pt>
                <c:pt idx="1705">
                  <c:v>38915</c:v>
                </c:pt>
                <c:pt idx="1706">
                  <c:v>38916</c:v>
                </c:pt>
                <c:pt idx="1707">
                  <c:v>38917</c:v>
                </c:pt>
                <c:pt idx="1708">
                  <c:v>38918</c:v>
                </c:pt>
                <c:pt idx="1709">
                  <c:v>38919</c:v>
                </c:pt>
                <c:pt idx="1710">
                  <c:v>38922</c:v>
                </c:pt>
                <c:pt idx="1711">
                  <c:v>38923</c:v>
                </c:pt>
                <c:pt idx="1712">
                  <c:v>38924</c:v>
                </c:pt>
                <c:pt idx="1713">
                  <c:v>38925</c:v>
                </c:pt>
                <c:pt idx="1714">
                  <c:v>38926</c:v>
                </c:pt>
                <c:pt idx="1715">
                  <c:v>38929</c:v>
                </c:pt>
                <c:pt idx="1716">
                  <c:v>38930</c:v>
                </c:pt>
                <c:pt idx="1717">
                  <c:v>38931</c:v>
                </c:pt>
                <c:pt idx="1718">
                  <c:v>38932</c:v>
                </c:pt>
                <c:pt idx="1719">
                  <c:v>38933</c:v>
                </c:pt>
                <c:pt idx="1720">
                  <c:v>38936</c:v>
                </c:pt>
                <c:pt idx="1721">
                  <c:v>38937</c:v>
                </c:pt>
                <c:pt idx="1722">
                  <c:v>38938</c:v>
                </c:pt>
                <c:pt idx="1723">
                  <c:v>38939</c:v>
                </c:pt>
                <c:pt idx="1724">
                  <c:v>38940</c:v>
                </c:pt>
                <c:pt idx="1725">
                  <c:v>38943</c:v>
                </c:pt>
                <c:pt idx="1726">
                  <c:v>38944</c:v>
                </c:pt>
                <c:pt idx="1727">
                  <c:v>38945</c:v>
                </c:pt>
                <c:pt idx="1728">
                  <c:v>38946</c:v>
                </c:pt>
                <c:pt idx="1729">
                  <c:v>38947</c:v>
                </c:pt>
                <c:pt idx="1730">
                  <c:v>38950</c:v>
                </c:pt>
                <c:pt idx="1731">
                  <c:v>38951</c:v>
                </c:pt>
                <c:pt idx="1732">
                  <c:v>38952</c:v>
                </c:pt>
                <c:pt idx="1733">
                  <c:v>38953</c:v>
                </c:pt>
                <c:pt idx="1734">
                  <c:v>38954</c:v>
                </c:pt>
                <c:pt idx="1735">
                  <c:v>38957</c:v>
                </c:pt>
                <c:pt idx="1736">
                  <c:v>38958</c:v>
                </c:pt>
                <c:pt idx="1737">
                  <c:v>38959</c:v>
                </c:pt>
                <c:pt idx="1738">
                  <c:v>38960</c:v>
                </c:pt>
                <c:pt idx="1739">
                  <c:v>38961</c:v>
                </c:pt>
                <c:pt idx="1740">
                  <c:v>38964</c:v>
                </c:pt>
                <c:pt idx="1741">
                  <c:v>38965</c:v>
                </c:pt>
                <c:pt idx="1742">
                  <c:v>38966</c:v>
                </c:pt>
                <c:pt idx="1743">
                  <c:v>38967</c:v>
                </c:pt>
                <c:pt idx="1744">
                  <c:v>38968</c:v>
                </c:pt>
                <c:pt idx="1745">
                  <c:v>38971</c:v>
                </c:pt>
                <c:pt idx="1746">
                  <c:v>38972</c:v>
                </c:pt>
                <c:pt idx="1747">
                  <c:v>38973</c:v>
                </c:pt>
                <c:pt idx="1748">
                  <c:v>38974</c:v>
                </c:pt>
                <c:pt idx="1749">
                  <c:v>38975</c:v>
                </c:pt>
                <c:pt idx="1750">
                  <c:v>38978</c:v>
                </c:pt>
                <c:pt idx="1751">
                  <c:v>38979</c:v>
                </c:pt>
                <c:pt idx="1752">
                  <c:v>38980</c:v>
                </c:pt>
                <c:pt idx="1753">
                  <c:v>38981</c:v>
                </c:pt>
                <c:pt idx="1754">
                  <c:v>38982</c:v>
                </c:pt>
                <c:pt idx="1755">
                  <c:v>38985</c:v>
                </c:pt>
                <c:pt idx="1756">
                  <c:v>38986</c:v>
                </c:pt>
                <c:pt idx="1757">
                  <c:v>38987</c:v>
                </c:pt>
                <c:pt idx="1758">
                  <c:v>38988</c:v>
                </c:pt>
                <c:pt idx="1759">
                  <c:v>38989</c:v>
                </c:pt>
                <c:pt idx="1760">
                  <c:v>38992</c:v>
                </c:pt>
                <c:pt idx="1761">
                  <c:v>38993</c:v>
                </c:pt>
                <c:pt idx="1762">
                  <c:v>38994</c:v>
                </c:pt>
                <c:pt idx="1763">
                  <c:v>38995</c:v>
                </c:pt>
                <c:pt idx="1764">
                  <c:v>38996</c:v>
                </c:pt>
                <c:pt idx="1765">
                  <c:v>38999</c:v>
                </c:pt>
                <c:pt idx="1766">
                  <c:v>39000</c:v>
                </c:pt>
                <c:pt idx="1767">
                  <c:v>39001</c:v>
                </c:pt>
                <c:pt idx="1768">
                  <c:v>39002</c:v>
                </c:pt>
                <c:pt idx="1769">
                  <c:v>39003</c:v>
                </c:pt>
                <c:pt idx="1770">
                  <c:v>39006</c:v>
                </c:pt>
                <c:pt idx="1771">
                  <c:v>39007</c:v>
                </c:pt>
                <c:pt idx="1772">
                  <c:v>39008</c:v>
                </c:pt>
                <c:pt idx="1773">
                  <c:v>39009</c:v>
                </c:pt>
                <c:pt idx="1774">
                  <c:v>39010</c:v>
                </c:pt>
                <c:pt idx="1775">
                  <c:v>39013</c:v>
                </c:pt>
                <c:pt idx="1776">
                  <c:v>39014</c:v>
                </c:pt>
                <c:pt idx="1777">
                  <c:v>39015</c:v>
                </c:pt>
                <c:pt idx="1778">
                  <c:v>39016</c:v>
                </c:pt>
                <c:pt idx="1779">
                  <c:v>39017</c:v>
                </c:pt>
                <c:pt idx="1780">
                  <c:v>39020</c:v>
                </c:pt>
                <c:pt idx="1781">
                  <c:v>39021</c:v>
                </c:pt>
                <c:pt idx="1782">
                  <c:v>39022</c:v>
                </c:pt>
                <c:pt idx="1783">
                  <c:v>39023</c:v>
                </c:pt>
                <c:pt idx="1784">
                  <c:v>39024</c:v>
                </c:pt>
                <c:pt idx="1785">
                  <c:v>39027</c:v>
                </c:pt>
                <c:pt idx="1786">
                  <c:v>39028</c:v>
                </c:pt>
                <c:pt idx="1787">
                  <c:v>39029</c:v>
                </c:pt>
                <c:pt idx="1788">
                  <c:v>39030</c:v>
                </c:pt>
                <c:pt idx="1789">
                  <c:v>39031</c:v>
                </c:pt>
                <c:pt idx="1790">
                  <c:v>39034</c:v>
                </c:pt>
                <c:pt idx="1791">
                  <c:v>39035</c:v>
                </c:pt>
                <c:pt idx="1792">
                  <c:v>39036</c:v>
                </c:pt>
                <c:pt idx="1793">
                  <c:v>39037</c:v>
                </c:pt>
                <c:pt idx="1794">
                  <c:v>39038</c:v>
                </c:pt>
                <c:pt idx="1795">
                  <c:v>39041</c:v>
                </c:pt>
                <c:pt idx="1796">
                  <c:v>39042</c:v>
                </c:pt>
                <c:pt idx="1797">
                  <c:v>39043</c:v>
                </c:pt>
                <c:pt idx="1798">
                  <c:v>39044</c:v>
                </c:pt>
                <c:pt idx="1799">
                  <c:v>39045</c:v>
                </c:pt>
                <c:pt idx="1800">
                  <c:v>39048</c:v>
                </c:pt>
                <c:pt idx="1801">
                  <c:v>39049</c:v>
                </c:pt>
                <c:pt idx="1802">
                  <c:v>39050</c:v>
                </c:pt>
                <c:pt idx="1803">
                  <c:v>39051</c:v>
                </c:pt>
                <c:pt idx="1804">
                  <c:v>39052</c:v>
                </c:pt>
                <c:pt idx="1805">
                  <c:v>39055</c:v>
                </c:pt>
                <c:pt idx="1806">
                  <c:v>39056</c:v>
                </c:pt>
                <c:pt idx="1807">
                  <c:v>39057</c:v>
                </c:pt>
                <c:pt idx="1808">
                  <c:v>39058</c:v>
                </c:pt>
                <c:pt idx="1809">
                  <c:v>39059</c:v>
                </c:pt>
                <c:pt idx="1810">
                  <c:v>39062</c:v>
                </c:pt>
                <c:pt idx="1811">
                  <c:v>39063</c:v>
                </c:pt>
                <c:pt idx="1812">
                  <c:v>39064</c:v>
                </c:pt>
                <c:pt idx="1813">
                  <c:v>39065</c:v>
                </c:pt>
                <c:pt idx="1814">
                  <c:v>39066</c:v>
                </c:pt>
                <c:pt idx="1815">
                  <c:v>39069</c:v>
                </c:pt>
                <c:pt idx="1816">
                  <c:v>39070</c:v>
                </c:pt>
                <c:pt idx="1817">
                  <c:v>39071</c:v>
                </c:pt>
                <c:pt idx="1818">
                  <c:v>39072</c:v>
                </c:pt>
                <c:pt idx="1819">
                  <c:v>39073</c:v>
                </c:pt>
                <c:pt idx="1820">
                  <c:v>39076</c:v>
                </c:pt>
                <c:pt idx="1821">
                  <c:v>39077</c:v>
                </c:pt>
                <c:pt idx="1822">
                  <c:v>39078</c:v>
                </c:pt>
                <c:pt idx="1823">
                  <c:v>39079</c:v>
                </c:pt>
                <c:pt idx="1824">
                  <c:v>39080</c:v>
                </c:pt>
                <c:pt idx="1825">
                  <c:v>39083</c:v>
                </c:pt>
                <c:pt idx="1826">
                  <c:v>39084</c:v>
                </c:pt>
                <c:pt idx="1827">
                  <c:v>39085</c:v>
                </c:pt>
                <c:pt idx="1828">
                  <c:v>39086</c:v>
                </c:pt>
                <c:pt idx="1829">
                  <c:v>39087</c:v>
                </c:pt>
                <c:pt idx="1830">
                  <c:v>39090</c:v>
                </c:pt>
                <c:pt idx="1831">
                  <c:v>39091</c:v>
                </c:pt>
                <c:pt idx="1832">
                  <c:v>39092</c:v>
                </c:pt>
                <c:pt idx="1833">
                  <c:v>39093</c:v>
                </c:pt>
                <c:pt idx="1834">
                  <c:v>39094</c:v>
                </c:pt>
                <c:pt idx="1835">
                  <c:v>39097</c:v>
                </c:pt>
                <c:pt idx="1836">
                  <c:v>39098</c:v>
                </c:pt>
                <c:pt idx="1837">
                  <c:v>39099</c:v>
                </c:pt>
                <c:pt idx="1838">
                  <c:v>39100</c:v>
                </c:pt>
                <c:pt idx="1839">
                  <c:v>39101</c:v>
                </c:pt>
                <c:pt idx="1840">
                  <c:v>39104</c:v>
                </c:pt>
                <c:pt idx="1841">
                  <c:v>39105</c:v>
                </c:pt>
                <c:pt idx="1842">
                  <c:v>39106</c:v>
                </c:pt>
                <c:pt idx="1843">
                  <c:v>39107</c:v>
                </c:pt>
                <c:pt idx="1844">
                  <c:v>39108</c:v>
                </c:pt>
                <c:pt idx="1845">
                  <c:v>39111</c:v>
                </c:pt>
                <c:pt idx="1846">
                  <c:v>39112</c:v>
                </c:pt>
                <c:pt idx="1847">
                  <c:v>39113</c:v>
                </c:pt>
                <c:pt idx="1848">
                  <c:v>39114</c:v>
                </c:pt>
                <c:pt idx="1849">
                  <c:v>39115</c:v>
                </c:pt>
                <c:pt idx="1850">
                  <c:v>39118</c:v>
                </c:pt>
                <c:pt idx="1851">
                  <c:v>39119</c:v>
                </c:pt>
                <c:pt idx="1852">
                  <c:v>39120</c:v>
                </c:pt>
                <c:pt idx="1853">
                  <c:v>39121</c:v>
                </c:pt>
                <c:pt idx="1854">
                  <c:v>39122</c:v>
                </c:pt>
                <c:pt idx="1855">
                  <c:v>39125</c:v>
                </c:pt>
                <c:pt idx="1856">
                  <c:v>39126</c:v>
                </c:pt>
                <c:pt idx="1857">
                  <c:v>39127</c:v>
                </c:pt>
                <c:pt idx="1858">
                  <c:v>39128</c:v>
                </c:pt>
                <c:pt idx="1859">
                  <c:v>39129</c:v>
                </c:pt>
                <c:pt idx="1860">
                  <c:v>39132</c:v>
                </c:pt>
                <c:pt idx="1861">
                  <c:v>39133</c:v>
                </c:pt>
                <c:pt idx="1862">
                  <c:v>39134</c:v>
                </c:pt>
                <c:pt idx="1863">
                  <c:v>39135</c:v>
                </c:pt>
                <c:pt idx="1864">
                  <c:v>39136</c:v>
                </c:pt>
                <c:pt idx="1865">
                  <c:v>39139</c:v>
                </c:pt>
                <c:pt idx="1866">
                  <c:v>39140</c:v>
                </c:pt>
                <c:pt idx="1867">
                  <c:v>39141</c:v>
                </c:pt>
                <c:pt idx="1868">
                  <c:v>39142</c:v>
                </c:pt>
                <c:pt idx="1869">
                  <c:v>39143</c:v>
                </c:pt>
                <c:pt idx="1870">
                  <c:v>39146</c:v>
                </c:pt>
                <c:pt idx="1871">
                  <c:v>39147</c:v>
                </c:pt>
                <c:pt idx="1872">
                  <c:v>39148</c:v>
                </c:pt>
                <c:pt idx="1873">
                  <c:v>39149</c:v>
                </c:pt>
                <c:pt idx="1874">
                  <c:v>39150</c:v>
                </c:pt>
                <c:pt idx="1875">
                  <c:v>39153</c:v>
                </c:pt>
                <c:pt idx="1876">
                  <c:v>39154</c:v>
                </c:pt>
                <c:pt idx="1877">
                  <c:v>39155</c:v>
                </c:pt>
                <c:pt idx="1878">
                  <c:v>39156</c:v>
                </c:pt>
                <c:pt idx="1879">
                  <c:v>39157</c:v>
                </c:pt>
                <c:pt idx="1880">
                  <c:v>39160</c:v>
                </c:pt>
                <c:pt idx="1881">
                  <c:v>39161</c:v>
                </c:pt>
                <c:pt idx="1882">
                  <c:v>39162</c:v>
                </c:pt>
                <c:pt idx="1883">
                  <c:v>39163</c:v>
                </c:pt>
                <c:pt idx="1884">
                  <c:v>39164</c:v>
                </c:pt>
                <c:pt idx="1885">
                  <c:v>39167</c:v>
                </c:pt>
                <c:pt idx="1886">
                  <c:v>39168</c:v>
                </c:pt>
                <c:pt idx="1887">
                  <c:v>39169</c:v>
                </c:pt>
                <c:pt idx="1888">
                  <c:v>39170</c:v>
                </c:pt>
                <c:pt idx="1889">
                  <c:v>39171</c:v>
                </c:pt>
                <c:pt idx="1890">
                  <c:v>39174</c:v>
                </c:pt>
                <c:pt idx="1891">
                  <c:v>39175</c:v>
                </c:pt>
                <c:pt idx="1892">
                  <c:v>39176</c:v>
                </c:pt>
                <c:pt idx="1893">
                  <c:v>39177</c:v>
                </c:pt>
                <c:pt idx="1894">
                  <c:v>39178</c:v>
                </c:pt>
                <c:pt idx="1895">
                  <c:v>39181</c:v>
                </c:pt>
                <c:pt idx="1896">
                  <c:v>39182</c:v>
                </c:pt>
                <c:pt idx="1897">
                  <c:v>39183</c:v>
                </c:pt>
                <c:pt idx="1898">
                  <c:v>39184</c:v>
                </c:pt>
                <c:pt idx="1899">
                  <c:v>39185</c:v>
                </c:pt>
                <c:pt idx="1900">
                  <c:v>39188</c:v>
                </c:pt>
                <c:pt idx="1901">
                  <c:v>39189</c:v>
                </c:pt>
                <c:pt idx="1902">
                  <c:v>39190</c:v>
                </c:pt>
                <c:pt idx="1903">
                  <c:v>39191</c:v>
                </c:pt>
                <c:pt idx="1904">
                  <c:v>39192</c:v>
                </c:pt>
                <c:pt idx="1905">
                  <c:v>39195</c:v>
                </c:pt>
                <c:pt idx="1906">
                  <c:v>39196</c:v>
                </c:pt>
                <c:pt idx="1907">
                  <c:v>39197</c:v>
                </c:pt>
                <c:pt idx="1908">
                  <c:v>39198</c:v>
                </c:pt>
                <c:pt idx="1909">
                  <c:v>39199</c:v>
                </c:pt>
                <c:pt idx="1910">
                  <c:v>39202</c:v>
                </c:pt>
                <c:pt idx="1911">
                  <c:v>39203</c:v>
                </c:pt>
                <c:pt idx="1912">
                  <c:v>39204</c:v>
                </c:pt>
                <c:pt idx="1913">
                  <c:v>39205</c:v>
                </c:pt>
                <c:pt idx="1914">
                  <c:v>39206</c:v>
                </c:pt>
                <c:pt idx="1915">
                  <c:v>39209</c:v>
                </c:pt>
                <c:pt idx="1916">
                  <c:v>39210</c:v>
                </c:pt>
                <c:pt idx="1917">
                  <c:v>39211</c:v>
                </c:pt>
                <c:pt idx="1918">
                  <c:v>39212</c:v>
                </c:pt>
                <c:pt idx="1919">
                  <c:v>39213</c:v>
                </c:pt>
                <c:pt idx="1920">
                  <c:v>39216</c:v>
                </c:pt>
                <c:pt idx="1921">
                  <c:v>39217</c:v>
                </c:pt>
                <c:pt idx="1922">
                  <c:v>39218</c:v>
                </c:pt>
                <c:pt idx="1923">
                  <c:v>39219</c:v>
                </c:pt>
                <c:pt idx="1924">
                  <c:v>39220</c:v>
                </c:pt>
                <c:pt idx="1925">
                  <c:v>39223</c:v>
                </c:pt>
                <c:pt idx="1926">
                  <c:v>39224</c:v>
                </c:pt>
                <c:pt idx="1927">
                  <c:v>39225</c:v>
                </c:pt>
                <c:pt idx="1928">
                  <c:v>39226</c:v>
                </c:pt>
                <c:pt idx="1929">
                  <c:v>39227</c:v>
                </c:pt>
                <c:pt idx="1930">
                  <c:v>39230</c:v>
                </c:pt>
                <c:pt idx="1931">
                  <c:v>39231</c:v>
                </c:pt>
                <c:pt idx="1932">
                  <c:v>39232</c:v>
                </c:pt>
                <c:pt idx="1933">
                  <c:v>39233</c:v>
                </c:pt>
                <c:pt idx="1934">
                  <c:v>39234</c:v>
                </c:pt>
                <c:pt idx="1935">
                  <c:v>39237</c:v>
                </c:pt>
                <c:pt idx="1936">
                  <c:v>39238</c:v>
                </c:pt>
                <c:pt idx="1937">
                  <c:v>39239</c:v>
                </c:pt>
                <c:pt idx="1938">
                  <c:v>39240</c:v>
                </c:pt>
                <c:pt idx="1939">
                  <c:v>39241</c:v>
                </c:pt>
                <c:pt idx="1940">
                  <c:v>39244</c:v>
                </c:pt>
                <c:pt idx="1941">
                  <c:v>39245</c:v>
                </c:pt>
                <c:pt idx="1942">
                  <c:v>39246</c:v>
                </c:pt>
                <c:pt idx="1943">
                  <c:v>39247</c:v>
                </c:pt>
                <c:pt idx="1944">
                  <c:v>39248</c:v>
                </c:pt>
                <c:pt idx="1945">
                  <c:v>39251</c:v>
                </c:pt>
                <c:pt idx="1946">
                  <c:v>39252</c:v>
                </c:pt>
                <c:pt idx="1947">
                  <c:v>39253</c:v>
                </c:pt>
                <c:pt idx="1948">
                  <c:v>39254</c:v>
                </c:pt>
                <c:pt idx="1949">
                  <c:v>39255</c:v>
                </c:pt>
                <c:pt idx="1950">
                  <c:v>39258</c:v>
                </c:pt>
                <c:pt idx="1951">
                  <c:v>39259</c:v>
                </c:pt>
                <c:pt idx="1952">
                  <c:v>39260</c:v>
                </c:pt>
                <c:pt idx="1953">
                  <c:v>39261</c:v>
                </c:pt>
                <c:pt idx="1954">
                  <c:v>39262</c:v>
                </c:pt>
                <c:pt idx="1955">
                  <c:v>39265</c:v>
                </c:pt>
                <c:pt idx="1956">
                  <c:v>39266</c:v>
                </c:pt>
                <c:pt idx="1957">
                  <c:v>39267</c:v>
                </c:pt>
                <c:pt idx="1958">
                  <c:v>39268</c:v>
                </c:pt>
                <c:pt idx="1959">
                  <c:v>39269</c:v>
                </c:pt>
                <c:pt idx="1960">
                  <c:v>39272</c:v>
                </c:pt>
                <c:pt idx="1961">
                  <c:v>39273</c:v>
                </c:pt>
                <c:pt idx="1962">
                  <c:v>39274</c:v>
                </c:pt>
                <c:pt idx="1963">
                  <c:v>39275</c:v>
                </c:pt>
                <c:pt idx="1964">
                  <c:v>39276</c:v>
                </c:pt>
                <c:pt idx="1965">
                  <c:v>39279</c:v>
                </c:pt>
                <c:pt idx="1966">
                  <c:v>39280</c:v>
                </c:pt>
                <c:pt idx="1967">
                  <c:v>39281</c:v>
                </c:pt>
                <c:pt idx="1968">
                  <c:v>39282</c:v>
                </c:pt>
                <c:pt idx="1969">
                  <c:v>39283</c:v>
                </c:pt>
                <c:pt idx="1970">
                  <c:v>39286</c:v>
                </c:pt>
                <c:pt idx="1971">
                  <c:v>39287</c:v>
                </c:pt>
                <c:pt idx="1972">
                  <c:v>39288</c:v>
                </c:pt>
                <c:pt idx="1973">
                  <c:v>39289</c:v>
                </c:pt>
                <c:pt idx="1974">
                  <c:v>39290</c:v>
                </c:pt>
                <c:pt idx="1975">
                  <c:v>39293</c:v>
                </c:pt>
                <c:pt idx="1976">
                  <c:v>39294</c:v>
                </c:pt>
                <c:pt idx="1977">
                  <c:v>39295</c:v>
                </c:pt>
                <c:pt idx="1978">
                  <c:v>39296</c:v>
                </c:pt>
                <c:pt idx="1979">
                  <c:v>39297</c:v>
                </c:pt>
                <c:pt idx="1980">
                  <c:v>39300</c:v>
                </c:pt>
                <c:pt idx="1981">
                  <c:v>39301</c:v>
                </c:pt>
                <c:pt idx="1982">
                  <c:v>39302</c:v>
                </c:pt>
                <c:pt idx="1983">
                  <c:v>39303</c:v>
                </c:pt>
                <c:pt idx="1984">
                  <c:v>39304</c:v>
                </c:pt>
                <c:pt idx="1985">
                  <c:v>39307</c:v>
                </c:pt>
                <c:pt idx="1986">
                  <c:v>39308</c:v>
                </c:pt>
                <c:pt idx="1987">
                  <c:v>39309</c:v>
                </c:pt>
                <c:pt idx="1988">
                  <c:v>39310</c:v>
                </c:pt>
                <c:pt idx="1989">
                  <c:v>39311</c:v>
                </c:pt>
                <c:pt idx="1990">
                  <c:v>39314</c:v>
                </c:pt>
                <c:pt idx="1991">
                  <c:v>39315</c:v>
                </c:pt>
                <c:pt idx="1992">
                  <c:v>39316</c:v>
                </c:pt>
                <c:pt idx="1993">
                  <c:v>39317</c:v>
                </c:pt>
                <c:pt idx="1994">
                  <c:v>39318</c:v>
                </c:pt>
                <c:pt idx="1995">
                  <c:v>39321</c:v>
                </c:pt>
                <c:pt idx="1996">
                  <c:v>39322</c:v>
                </c:pt>
                <c:pt idx="1997">
                  <c:v>39323</c:v>
                </c:pt>
                <c:pt idx="1998">
                  <c:v>39324</c:v>
                </c:pt>
                <c:pt idx="1999">
                  <c:v>39325</c:v>
                </c:pt>
                <c:pt idx="2000">
                  <c:v>39328</c:v>
                </c:pt>
                <c:pt idx="2001">
                  <c:v>39329</c:v>
                </c:pt>
                <c:pt idx="2002">
                  <c:v>39330</c:v>
                </c:pt>
                <c:pt idx="2003">
                  <c:v>39331</c:v>
                </c:pt>
                <c:pt idx="2004">
                  <c:v>39332</c:v>
                </c:pt>
                <c:pt idx="2005">
                  <c:v>39335</c:v>
                </c:pt>
                <c:pt idx="2006">
                  <c:v>39336</c:v>
                </c:pt>
                <c:pt idx="2007">
                  <c:v>39337</c:v>
                </c:pt>
                <c:pt idx="2008">
                  <c:v>39338</c:v>
                </c:pt>
                <c:pt idx="2009">
                  <c:v>39339</c:v>
                </c:pt>
                <c:pt idx="2010">
                  <c:v>39342</c:v>
                </c:pt>
                <c:pt idx="2011">
                  <c:v>39343</c:v>
                </c:pt>
                <c:pt idx="2012">
                  <c:v>39344</c:v>
                </c:pt>
                <c:pt idx="2013">
                  <c:v>39345</c:v>
                </c:pt>
                <c:pt idx="2014">
                  <c:v>39346</c:v>
                </c:pt>
                <c:pt idx="2015">
                  <c:v>39349</c:v>
                </c:pt>
                <c:pt idx="2016">
                  <c:v>39350</c:v>
                </c:pt>
                <c:pt idx="2017">
                  <c:v>39351</c:v>
                </c:pt>
                <c:pt idx="2018">
                  <c:v>39352</c:v>
                </c:pt>
                <c:pt idx="2019">
                  <c:v>39353</c:v>
                </c:pt>
                <c:pt idx="2020">
                  <c:v>39356</c:v>
                </c:pt>
                <c:pt idx="2021">
                  <c:v>39357</c:v>
                </c:pt>
                <c:pt idx="2022">
                  <c:v>39358</c:v>
                </c:pt>
                <c:pt idx="2023">
                  <c:v>39359</c:v>
                </c:pt>
                <c:pt idx="2024">
                  <c:v>39360</c:v>
                </c:pt>
                <c:pt idx="2025">
                  <c:v>39363</c:v>
                </c:pt>
                <c:pt idx="2026">
                  <c:v>39364</c:v>
                </c:pt>
                <c:pt idx="2027">
                  <c:v>39365</c:v>
                </c:pt>
                <c:pt idx="2028">
                  <c:v>39366</c:v>
                </c:pt>
                <c:pt idx="2029">
                  <c:v>39367</c:v>
                </c:pt>
                <c:pt idx="2030">
                  <c:v>39370</c:v>
                </c:pt>
                <c:pt idx="2031">
                  <c:v>39371</c:v>
                </c:pt>
                <c:pt idx="2032">
                  <c:v>39372</c:v>
                </c:pt>
                <c:pt idx="2033">
                  <c:v>39373</c:v>
                </c:pt>
                <c:pt idx="2034">
                  <c:v>39374</c:v>
                </c:pt>
                <c:pt idx="2035">
                  <c:v>39377</c:v>
                </c:pt>
                <c:pt idx="2036">
                  <c:v>39378</c:v>
                </c:pt>
                <c:pt idx="2037">
                  <c:v>39379</c:v>
                </c:pt>
                <c:pt idx="2038">
                  <c:v>39380</c:v>
                </c:pt>
                <c:pt idx="2039">
                  <c:v>39381</c:v>
                </c:pt>
                <c:pt idx="2040">
                  <c:v>39384</c:v>
                </c:pt>
                <c:pt idx="2041">
                  <c:v>39385</c:v>
                </c:pt>
                <c:pt idx="2042">
                  <c:v>39386</c:v>
                </c:pt>
                <c:pt idx="2043">
                  <c:v>39387</c:v>
                </c:pt>
                <c:pt idx="2044">
                  <c:v>39388</c:v>
                </c:pt>
                <c:pt idx="2045">
                  <c:v>39391</c:v>
                </c:pt>
                <c:pt idx="2046">
                  <c:v>39392</c:v>
                </c:pt>
                <c:pt idx="2047">
                  <c:v>39393</c:v>
                </c:pt>
                <c:pt idx="2048">
                  <c:v>39394</c:v>
                </c:pt>
                <c:pt idx="2049">
                  <c:v>39395</c:v>
                </c:pt>
                <c:pt idx="2050">
                  <c:v>39398</c:v>
                </c:pt>
                <c:pt idx="2051">
                  <c:v>39399</c:v>
                </c:pt>
                <c:pt idx="2052">
                  <c:v>39400</c:v>
                </c:pt>
                <c:pt idx="2053">
                  <c:v>39401</c:v>
                </c:pt>
                <c:pt idx="2054">
                  <c:v>39402</c:v>
                </c:pt>
                <c:pt idx="2055">
                  <c:v>39405</c:v>
                </c:pt>
                <c:pt idx="2056">
                  <c:v>39406</c:v>
                </c:pt>
                <c:pt idx="2057">
                  <c:v>39407</c:v>
                </c:pt>
                <c:pt idx="2058">
                  <c:v>39408</c:v>
                </c:pt>
                <c:pt idx="2059">
                  <c:v>39409</c:v>
                </c:pt>
                <c:pt idx="2060">
                  <c:v>39412</c:v>
                </c:pt>
                <c:pt idx="2061">
                  <c:v>39413</c:v>
                </c:pt>
                <c:pt idx="2062">
                  <c:v>39414</c:v>
                </c:pt>
                <c:pt idx="2063">
                  <c:v>39415</c:v>
                </c:pt>
                <c:pt idx="2064">
                  <c:v>39416</c:v>
                </c:pt>
                <c:pt idx="2065">
                  <c:v>39419</c:v>
                </c:pt>
                <c:pt idx="2066">
                  <c:v>39420</c:v>
                </c:pt>
                <c:pt idx="2067">
                  <c:v>39421</c:v>
                </c:pt>
                <c:pt idx="2068">
                  <c:v>39422</c:v>
                </c:pt>
                <c:pt idx="2069">
                  <c:v>39423</c:v>
                </c:pt>
                <c:pt idx="2070">
                  <c:v>39426</c:v>
                </c:pt>
                <c:pt idx="2071">
                  <c:v>39427</c:v>
                </c:pt>
                <c:pt idx="2072">
                  <c:v>39428</c:v>
                </c:pt>
                <c:pt idx="2073">
                  <c:v>39429</c:v>
                </c:pt>
                <c:pt idx="2074">
                  <c:v>39430</c:v>
                </c:pt>
                <c:pt idx="2075">
                  <c:v>39433</c:v>
                </c:pt>
                <c:pt idx="2076">
                  <c:v>39434</c:v>
                </c:pt>
                <c:pt idx="2077">
                  <c:v>39435</c:v>
                </c:pt>
                <c:pt idx="2078">
                  <c:v>39436</c:v>
                </c:pt>
                <c:pt idx="2079">
                  <c:v>39437</c:v>
                </c:pt>
                <c:pt idx="2080">
                  <c:v>39440</c:v>
                </c:pt>
                <c:pt idx="2081">
                  <c:v>39441</c:v>
                </c:pt>
                <c:pt idx="2082">
                  <c:v>39442</c:v>
                </c:pt>
                <c:pt idx="2083">
                  <c:v>39443</c:v>
                </c:pt>
                <c:pt idx="2084">
                  <c:v>39444</c:v>
                </c:pt>
                <c:pt idx="2085">
                  <c:v>39447</c:v>
                </c:pt>
                <c:pt idx="2086">
                  <c:v>39448</c:v>
                </c:pt>
                <c:pt idx="2087">
                  <c:v>39449</c:v>
                </c:pt>
                <c:pt idx="2088">
                  <c:v>39450</c:v>
                </c:pt>
                <c:pt idx="2089">
                  <c:v>39451</c:v>
                </c:pt>
                <c:pt idx="2090">
                  <c:v>39454</c:v>
                </c:pt>
                <c:pt idx="2091">
                  <c:v>39455</c:v>
                </c:pt>
                <c:pt idx="2092">
                  <c:v>39456</c:v>
                </c:pt>
                <c:pt idx="2093">
                  <c:v>39457</c:v>
                </c:pt>
                <c:pt idx="2094">
                  <c:v>39458</c:v>
                </c:pt>
                <c:pt idx="2095">
                  <c:v>39461</c:v>
                </c:pt>
                <c:pt idx="2096">
                  <c:v>39462</c:v>
                </c:pt>
                <c:pt idx="2097">
                  <c:v>39463</c:v>
                </c:pt>
                <c:pt idx="2098">
                  <c:v>39464</c:v>
                </c:pt>
                <c:pt idx="2099">
                  <c:v>39465</c:v>
                </c:pt>
                <c:pt idx="2100">
                  <c:v>39468</c:v>
                </c:pt>
                <c:pt idx="2101">
                  <c:v>39469</c:v>
                </c:pt>
                <c:pt idx="2102">
                  <c:v>39470</c:v>
                </c:pt>
                <c:pt idx="2103">
                  <c:v>39471</c:v>
                </c:pt>
                <c:pt idx="2104">
                  <c:v>39472</c:v>
                </c:pt>
                <c:pt idx="2105">
                  <c:v>39475</c:v>
                </c:pt>
                <c:pt idx="2106">
                  <c:v>39476</c:v>
                </c:pt>
                <c:pt idx="2107">
                  <c:v>39477</c:v>
                </c:pt>
                <c:pt idx="2108">
                  <c:v>39478</c:v>
                </c:pt>
                <c:pt idx="2109">
                  <c:v>39479</c:v>
                </c:pt>
                <c:pt idx="2110">
                  <c:v>39482</c:v>
                </c:pt>
                <c:pt idx="2111">
                  <c:v>39483</c:v>
                </c:pt>
                <c:pt idx="2112">
                  <c:v>39484</c:v>
                </c:pt>
                <c:pt idx="2113">
                  <c:v>39485</c:v>
                </c:pt>
                <c:pt idx="2114">
                  <c:v>39486</c:v>
                </c:pt>
                <c:pt idx="2115">
                  <c:v>39489</c:v>
                </c:pt>
                <c:pt idx="2116">
                  <c:v>39490</c:v>
                </c:pt>
                <c:pt idx="2117">
                  <c:v>39491</c:v>
                </c:pt>
                <c:pt idx="2118">
                  <c:v>39492</c:v>
                </c:pt>
                <c:pt idx="2119">
                  <c:v>39493</c:v>
                </c:pt>
                <c:pt idx="2120">
                  <c:v>39496</c:v>
                </c:pt>
                <c:pt idx="2121">
                  <c:v>39497</c:v>
                </c:pt>
                <c:pt idx="2122">
                  <c:v>39498</c:v>
                </c:pt>
                <c:pt idx="2123">
                  <c:v>39499</c:v>
                </c:pt>
                <c:pt idx="2124">
                  <c:v>39500</c:v>
                </c:pt>
                <c:pt idx="2125">
                  <c:v>39503</c:v>
                </c:pt>
                <c:pt idx="2126">
                  <c:v>39504</c:v>
                </c:pt>
                <c:pt idx="2127">
                  <c:v>39505</c:v>
                </c:pt>
                <c:pt idx="2128">
                  <c:v>39506</c:v>
                </c:pt>
                <c:pt idx="2129">
                  <c:v>39507</c:v>
                </c:pt>
                <c:pt idx="2130">
                  <c:v>39510</c:v>
                </c:pt>
                <c:pt idx="2131">
                  <c:v>39511</c:v>
                </c:pt>
                <c:pt idx="2132">
                  <c:v>39512</c:v>
                </c:pt>
                <c:pt idx="2133">
                  <c:v>39513</c:v>
                </c:pt>
                <c:pt idx="2134">
                  <c:v>39514</c:v>
                </c:pt>
                <c:pt idx="2135">
                  <c:v>39517</c:v>
                </c:pt>
                <c:pt idx="2136">
                  <c:v>39518</c:v>
                </c:pt>
                <c:pt idx="2137">
                  <c:v>39519</c:v>
                </c:pt>
                <c:pt idx="2138">
                  <c:v>39520</c:v>
                </c:pt>
                <c:pt idx="2139">
                  <c:v>39521</c:v>
                </c:pt>
                <c:pt idx="2140">
                  <c:v>39524</c:v>
                </c:pt>
                <c:pt idx="2141">
                  <c:v>39525</c:v>
                </c:pt>
                <c:pt idx="2142">
                  <c:v>39526</c:v>
                </c:pt>
                <c:pt idx="2143">
                  <c:v>39527</c:v>
                </c:pt>
                <c:pt idx="2144">
                  <c:v>39528</c:v>
                </c:pt>
                <c:pt idx="2145">
                  <c:v>39531</c:v>
                </c:pt>
                <c:pt idx="2146">
                  <c:v>39532</c:v>
                </c:pt>
                <c:pt idx="2147">
                  <c:v>39533</c:v>
                </c:pt>
                <c:pt idx="2148">
                  <c:v>39534</c:v>
                </c:pt>
                <c:pt idx="2149">
                  <c:v>39535</c:v>
                </c:pt>
                <c:pt idx="2150">
                  <c:v>39538</c:v>
                </c:pt>
                <c:pt idx="2151">
                  <c:v>39539</c:v>
                </c:pt>
                <c:pt idx="2152">
                  <c:v>39540</c:v>
                </c:pt>
                <c:pt idx="2153">
                  <c:v>39541</c:v>
                </c:pt>
                <c:pt idx="2154">
                  <c:v>39542</c:v>
                </c:pt>
                <c:pt idx="2155">
                  <c:v>39545</c:v>
                </c:pt>
                <c:pt idx="2156">
                  <c:v>39546</c:v>
                </c:pt>
                <c:pt idx="2157">
                  <c:v>39547</c:v>
                </c:pt>
                <c:pt idx="2158">
                  <c:v>39548</c:v>
                </c:pt>
                <c:pt idx="2159">
                  <c:v>39549</c:v>
                </c:pt>
                <c:pt idx="2160">
                  <c:v>39552</c:v>
                </c:pt>
                <c:pt idx="2161">
                  <c:v>39553</c:v>
                </c:pt>
                <c:pt idx="2162">
                  <c:v>39554</c:v>
                </c:pt>
                <c:pt idx="2163">
                  <c:v>39555</c:v>
                </c:pt>
                <c:pt idx="2164">
                  <c:v>39556</c:v>
                </c:pt>
                <c:pt idx="2165">
                  <c:v>39559</c:v>
                </c:pt>
                <c:pt idx="2166">
                  <c:v>39560</c:v>
                </c:pt>
                <c:pt idx="2167">
                  <c:v>39561</c:v>
                </c:pt>
                <c:pt idx="2168">
                  <c:v>39562</c:v>
                </c:pt>
                <c:pt idx="2169">
                  <c:v>39563</c:v>
                </c:pt>
                <c:pt idx="2170">
                  <c:v>39566</c:v>
                </c:pt>
                <c:pt idx="2171">
                  <c:v>39567</c:v>
                </c:pt>
                <c:pt idx="2172">
                  <c:v>39568</c:v>
                </c:pt>
                <c:pt idx="2173">
                  <c:v>39569</c:v>
                </c:pt>
                <c:pt idx="2174">
                  <c:v>39570</c:v>
                </c:pt>
                <c:pt idx="2175">
                  <c:v>39573</c:v>
                </c:pt>
                <c:pt idx="2176">
                  <c:v>39574</c:v>
                </c:pt>
                <c:pt idx="2177">
                  <c:v>39575</c:v>
                </c:pt>
                <c:pt idx="2178">
                  <c:v>39576</c:v>
                </c:pt>
                <c:pt idx="2179">
                  <c:v>39577</c:v>
                </c:pt>
                <c:pt idx="2180">
                  <c:v>39580</c:v>
                </c:pt>
                <c:pt idx="2181">
                  <c:v>39581</c:v>
                </c:pt>
                <c:pt idx="2182">
                  <c:v>39582</c:v>
                </c:pt>
                <c:pt idx="2183">
                  <c:v>39583</c:v>
                </c:pt>
                <c:pt idx="2184">
                  <c:v>39584</c:v>
                </c:pt>
                <c:pt idx="2185">
                  <c:v>39587</c:v>
                </c:pt>
                <c:pt idx="2186">
                  <c:v>39588</c:v>
                </c:pt>
                <c:pt idx="2187">
                  <c:v>39589</c:v>
                </c:pt>
                <c:pt idx="2188">
                  <c:v>39590</c:v>
                </c:pt>
                <c:pt idx="2189">
                  <c:v>39591</c:v>
                </c:pt>
                <c:pt idx="2190">
                  <c:v>39594</c:v>
                </c:pt>
                <c:pt idx="2191">
                  <c:v>39595</c:v>
                </c:pt>
                <c:pt idx="2192">
                  <c:v>39596</c:v>
                </c:pt>
                <c:pt idx="2193">
                  <c:v>39597</c:v>
                </c:pt>
                <c:pt idx="2194">
                  <c:v>39598</c:v>
                </c:pt>
                <c:pt idx="2195">
                  <c:v>39601</c:v>
                </c:pt>
                <c:pt idx="2196">
                  <c:v>39602</c:v>
                </c:pt>
                <c:pt idx="2197">
                  <c:v>39603</c:v>
                </c:pt>
                <c:pt idx="2198">
                  <c:v>39604</c:v>
                </c:pt>
                <c:pt idx="2199">
                  <c:v>39605</c:v>
                </c:pt>
                <c:pt idx="2200">
                  <c:v>39608</c:v>
                </c:pt>
                <c:pt idx="2201">
                  <c:v>39609</c:v>
                </c:pt>
                <c:pt idx="2202">
                  <c:v>39610</c:v>
                </c:pt>
                <c:pt idx="2203">
                  <c:v>39611</c:v>
                </c:pt>
                <c:pt idx="2204">
                  <c:v>39612</c:v>
                </c:pt>
                <c:pt idx="2205">
                  <c:v>39615</c:v>
                </c:pt>
                <c:pt idx="2206">
                  <c:v>39616</c:v>
                </c:pt>
                <c:pt idx="2207">
                  <c:v>39617</c:v>
                </c:pt>
                <c:pt idx="2208">
                  <c:v>39618</c:v>
                </c:pt>
                <c:pt idx="2209">
                  <c:v>39619</c:v>
                </c:pt>
                <c:pt idx="2210">
                  <c:v>39622</c:v>
                </c:pt>
                <c:pt idx="2211">
                  <c:v>39623</c:v>
                </c:pt>
                <c:pt idx="2212">
                  <c:v>39624</c:v>
                </c:pt>
                <c:pt idx="2213">
                  <c:v>39625</c:v>
                </c:pt>
                <c:pt idx="2214">
                  <c:v>39626</c:v>
                </c:pt>
                <c:pt idx="2215">
                  <c:v>39629</c:v>
                </c:pt>
                <c:pt idx="2216">
                  <c:v>39630</c:v>
                </c:pt>
                <c:pt idx="2217">
                  <c:v>39631</c:v>
                </c:pt>
                <c:pt idx="2218">
                  <c:v>39632</c:v>
                </c:pt>
                <c:pt idx="2219">
                  <c:v>39633</c:v>
                </c:pt>
                <c:pt idx="2220">
                  <c:v>39636</c:v>
                </c:pt>
                <c:pt idx="2221">
                  <c:v>39637</c:v>
                </c:pt>
                <c:pt idx="2222">
                  <c:v>39638</c:v>
                </c:pt>
                <c:pt idx="2223">
                  <c:v>39639</c:v>
                </c:pt>
                <c:pt idx="2224">
                  <c:v>39640</c:v>
                </c:pt>
                <c:pt idx="2225">
                  <c:v>39643</c:v>
                </c:pt>
                <c:pt idx="2226">
                  <c:v>39644</c:v>
                </c:pt>
                <c:pt idx="2227">
                  <c:v>39645</c:v>
                </c:pt>
                <c:pt idx="2228">
                  <c:v>39646</c:v>
                </c:pt>
                <c:pt idx="2229">
                  <c:v>39647</c:v>
                </c:pt>
                <c:pt idx="2230">
                  <c:v>39650</c:v>
                </c:pt>
                <c:pt idx="2231">
                  <c:v>39651</c:v>
                </c:pt>
                <c:pt idx="2232">
                  <c:v>39652</c:v>
                </c:pt>
                <c:pt idx="2233">
                  <c:v>39653</c:v>
                </c:pt>
                <c:pt idx="2234">
                  <c:v>39654</c:v>
                </c:pt>
                <c:pt idx="2235">
                  <c:v>39657</c:v>
                </c:pt>
                <c:pt idx="2236">
                  <c:v>39658</c:v>
                </c:pt>
                <c:pt idx="2237">
                  <c:v>39659</c:v>
                </c:pt>
                <c:pt idx="2238">
                  <c:v>39660</c:v>
                </c:pt>
                <c:pt idx="2239">
                  <c:v>39661</c:v>
                </c:pt>
                <c:pt idx="2240">
                  <c:v>39664</c:v>
                </c:pt>
                <c:pt idx="2241">
                  <c:v>39665</c:v>
                </c:pt>
                <c:pt idx="2242">
                  <c:v>39666</c:v>
                </c:pt>
                <c:pt idx="2243">
                  <c:v>39667</c:v>
                </c:pt>
                <c:pt idx="2244">
                  <c:v>39668</c:v>
                </c:pt>
                <c:pt idx="2245">
                  <c:v>39671</c:v>
                </c:pt>
                <c:pt idx="2246">
                  <c:v>39672</c:v>
                </c:pt>
                <c:pt idx="2247">
                  <c:v>39673</c:v>
                </c:pt>
                <c:pt idx="2248">
                  <c:v>39674</c:v>
                </c:pt>
                <c:pt idx="2249">
                  <c:v>39675</c:v>
                </c:pt>
                <c:pt idx="2250">
                  <c:v>39678</c:v>
                </c:pt>
                <c:pt idx="2251">
                  <c:v>39679</c:v>
                </c:pt>
                <c:pt idx="2252">
                  <c:v>39680</c:v>
                </c:pt>
                <c:pt idx="2253">
                  <c:v>39681</c:v>
                </c:pt>
                <c:pt idx="2254">
                  <c:v>39682</c:v>
                </c:pt>
                <c:pt idx="2255">
                  <c:v>39685</c:v>
                </c:pt>
                <c:pt idx="2256">
                  <c:v>39686</c:v>
                </c:pt>
                <c:pt idx="2257">
                  <c:v>39687</c:v>
                </c:pt>
                <c:pt idx="2258">
                  <c:v>39688</c:v>
                </c:pt>
                <c:pt idx="2259">
                  <c:v>39689</c:v>
                </c:pt>
                <c:pt idx="2260">
                  <c:v>39692</c:v>
                </c:pt>
                <c:pt idx="2261">
                  <c:v>39693</c:v>
                </c:pt>
                <c:pt idx="2262">
                  <c:v>39694</c:v>
                </c:pt>
                <c:pt idx="2263">
                  <c:v>39695</c:v>
                </c:pt>
                <c:pt idx="2264">
                  <c:v>39696</c:v>
                </c:pt>
                <c:pt idx="2265">
                  <c:v>39699</c:v>
                </c:pt>
                <c:pt idx="2266">
                  <c:v>39700</c:v>
                </c:pt>
                <c:pt idx="2267">
                  <c:v>39701</c:v>
                </c:pt>
                <c:pt idx="2268">
                  <c:v>39702</c:v>
                </c:pt>
                <c:pt idx="2269">
                  <c:v>39703</c:v>
                </c:pt>
                <c:pt idx="2270">
                  <c:v>39706</c:v>
                </c:pt>
                <c:pt idx="2271">
                  <c:v>39707</c:v>
                </c:pt>
                <c:pt idx="2272">
                  <c:v>39708</c:v>
                </c:pt>
                <c:pt idx="2273">
                  <c:v>39709</c:v>
                </c:pt>
                <c:pt idx="2274">
                  <c:v>39710</c:v>
                </c:pt>
                <c:pt idx="2275">
                  <c:v>39713</c:v>
                </c:pt>
                <c:pt idx="2276">
                  <c:v>39714</c:v>
                </c:pt>
                <c:pt idx="2277">
                  <c:v>39715</c:v>
                </c:pt>
                <c:pt idx="2278">
                  <c:v>39716</c:v>
                </c:pt>
                <c:pt idx="2279">
                  <c:v>39717</c:v>
                </c:pt>
                <c:pt idx="2280">
                  <c:v>39720</c:v>
                </c:pt>
                <c:pt idx="2281">
                  <c:v>39721</c:v>
                </c:pt>
                <c:pt idx="2282">
                  <c:v>39722</c:v>
                </c:pt>
                <c:pt idx="2283">
                  <c:v>39723</c:v>
                </c:pt>
                <c:pt idx="2284">
                  <c:v>39724</c:v>
                </c:pt>
                <c:pt idx="2285">
                  <c:v>39727</c:v>
                </c:pt>
                <c:pt idx="2286">
                  <c:v>39728</c:v>
                </c:pt>
                <c:pt idx="2287">
                  <c:v>39729</c:v>
                </c:pt>
                <c:pt idx="2288">
                  <c:v>39730</c:v>
                </c:pt>
                <c:pt idx="2289">
                  <c:v>39731</c:v>
                </c:pt>
                <c:pt idx="2290">
                  <c:v>39734</c:v>
                </c:pt>
                <c:pt idx="2291">
                  <c:v>39735</c:v>
                </c:pt>
                <c:pt idx="2292">
                  <c:v>39736</c:v>
                </c:pt>
                <c:pt idx="2293">
                  <c:v>39737</c:v>
                </c:pt>
                <c:pt idx="2294">
                  <c:v>39738</c:v>
                </c:pt>
                <c:pt idx="2295">
                  <c:v>39741</c:v>
                </c:pt>
                <c:pt idx="2296">
                  <c:v>39742</c:v>
                </c:pt>
                <c:pt idx="2297">
                  <c:v>39743</c:v>
                </c:pt>
                <c:pt idx="2298">
                  <c:v>39744</c:v>
                </c:pt>
                <c:pt idx="2299">
                  <c:v>39745</c:v>
                </c:pt>
                <c:pt idx="2300">
                  <c:v>39748</c:v>
                </c:pt>
                <c:pt idx="2301">
                  <c:v>39749</c:v>
                </c:pt>
                <c:pt idx="2302">
                  <c:v>39750</c:v>
                </c:pt>
                <c:pt idx="2303">
                  <c:v>39751</c:v>
                </c:pt>
                <c:pt idx="2304">
                  <c:v>39752</c:v>
                </c:pt>
                <c:pt idx="2305">
                  <c:v>39755</c:v>
                </c:pt>
                <c:pt idx="2306">
                  <c:v>39756</c:v>
                </c:pt>
                <c:pt idx="2307">
                  <c:v>39757</c:v>
                </c:pt>
                <c:pt idx="2308">
                  <c:v>39758</c:v>
                </c:pt>
                <c:pt idx="2309">
                  <c:v>39759</c:v>
                </c:pt>
                <c:pt idx="2310">
                  <c:v>39762</c:v>
                </c:pt>
                <c:pt idx="2311">
                  <c:v>39763</c:v>
                </c:pt>
                <c:pt idx="2312">
                  <c:v>39764</c:v>
                </c:pt>
                <c:pt idx="2313">
                  <c:v>39765</c:v>
                </c:pt>
                <c:pt idx="2314">
                  <c:v>39766</c:v>
                </c:pt>
                <c:pt idx="2315">
                  <c:v>39769</c:v>
                </c:pt>
                <c:pt idx="2316">
                  <c:v>39770</c:v>
                </c:pt>
                <c:pt idx="2317">
                  <c:v>39771</c:v>
                </c:pt>
                <c:pt idx="2318">
                  <c:v>39772</c:v>
                </c:pt>
                <c:pt idx="2319">
                  <c:v>39773</c:v>
                </c:pt>
                <c:pt idx="2320">
                  <c:v>39776</c:v>
                </c:pt>
                <c:pt idx="2321">
                  <c:v>39777</c:v>
                </c:pt>
                <c:pt idx="2322">
                  <c:v>39778</c:v>
                </c:pt>
                <c:pt idx="2323">
                  <c:v>39779</c:v>
                </c:pt>
                <c:pt idx="2324">
                  <c:v>39780</c:v>
                </c:pt>
                <c:pt idx="2325">
                  <c:v>39783</c:v>
                </c:pt>
                <c:pt idx="2326">
                  <c:v>39784</c:v>
                </c:pt>
                <c:pt idx="2327">
                  <c:v>39785</c:v>
                </c:pt>
                <c:pt idx="2328">
                  <c:v>39786</c:v>
                </c:pt>
                <c:pt idx="2329">
                  <c:v>39787</c:v>
                </c:pt>
                <c:pt idx="2330">
                  <c:v>39790</c:v>
                </c:pt>
                <c:pt idx="2331">
                  <c:v>39791</c:v>
                </c:pt>
                <c:pt idx="2332">
                  <c:v>39792</c:v>
                </c:pt>
                <c:pt idx="2333">
                  <c:v>39793</c:v>
                </c:pt>
                <c:pt idx="2334">
                  <c:v>39794</c:v>
                </c:pt>
                <c:pt idx="2335">
                  <c:v>39797</c:v>
                </c:pt>
                <c:pt idx="2336">
                  <c:v>39798</c:v>
                </c:pt>
                <c:pt idx="2337">
                  <c:v>39799</c:v>
                </c:pt>
                <c:pt idx="2338">
                  <c:v>39800</c:v>
                </c:pt>
                <c:pt idx="2339">
                  <c:v>39801</c:v>
                </c:pt>
                <c:pt idx="2340">
                  <c:v>39804</c:v>
                </c:pt>
                <c:pt idx="2341">
                  <c:v>39805</c:v>
                </c:pt>
                <c:pt idx="2342">
                  <c:v>39806</c:v>
                </c:pt>
                <c:pt idx="2343">
                  <c:v>39807</c:v>
                </c:pt>
                <c:pt idx="2344">
                  <c:v>39808</c:v>
                </c:pt>
                <c:pt idx="2345">
                  <c:v>39811</c:v>
                </c:pt>
                <c:pt idx="2346">
                  <c:v>39812</c:v>
                </c:pt>
                <c:pt idx="2347">
                  <c:v>39813</c:v>
                </c:pt>
                <c:pt idx="2348">
                  <c:v>39814</c:v>
                </c:pt>
                <c:pt idx="2349">
                  <c:v>39815</c:v>
                </c:pt>
                <c:pt idx="2350">
                  <c:v>39818</c:v>
                </c:pt>
                <c:pt idx="2351">
                  <c:v>39819</c:v>
                </c:pt>
                <c:pt idx="2352">
                  <c:v>39820</c:v>
                </c:pt>
                <c:pt idx="2353">
                  <c:v>39821</c:v>
                </c:pt>
                <c:pt idx="2354">
                  <c:v>39822</c:v>
                </c:pt>
                <c:pt idx="2355">
                  <c:v>39825</c:v>
                </c:pt>
                <c:pt idx="2356">
                  <c:v>39826</c:v>
                </c:pt>
                <c:pt idx="2357">
                  <c:v>39827</c:v>
                </c:pt>
                <c:pt idx="2358">
                  <c:v>39828</c:v>
                </c:pt>
                <c:pt idx="2359">
                  <c:v>39829</c:v>
                </c:pt>
                <c:pt idx="2360">
                  <c:v>39832</c:v>
                </c:pt>
                <c:pt idx="2361">
                  <c:v>39833</c:v>
                </c:pt>
                <c:pt idx="2362">
                  <c:v>39834</c:v>
                </c:pt>
                <c:pt idx="2363">
                  <c:v>39835</c:v>
                </c:pt>
                <c:pt idx="2364">
                  <c:v>39836</c:v>
                </c:pt>
                <c:pt idx="2365">
                  <c:v>39839</c:v>
                </c:pt>
                <c:pt idx="2366">
                  <c:v>39840</c:v>
                </c:pt>
                <c:pt idx="2367">
                  <c:v>39841</c:v>
                </c:pt>
                <c:pt idx="2368">
                  <c:v>39842</c:v>
                </c:pt>
                <c:pt idx="2369">
                  <c:v>39843</c:v>
                </c:pt>
                <c:pt idx="2370">
                  <c:v>39846</c:v>
                </c:pt>
                <c:pt idx="2371">
                  <c:v>39847</c:v>
                </c:pt>
                <c:pt idx="2372">
                  <c:v>39848</c:v>
                </c:pt>
                <c:pt idx="2373">
                  <c:v>39849</c:v>
                </c:pt>
                <c:pt idx="2374">
                  <c:v>39850</c:v>
                </c:pt>
                <c:pt idx="2375">
                  <c:v>39853</c:v>
                </c:pt>
                <c:pt idx="2376">
                  <c:v>39854</c:v>
                </c:pt>
                <c:pt idx="2377">
                  <c:v>39855</c:v>
                </c:pt>
                <c:pt idx="2378">
                  <c:v>39856</c:v>
                </c:pt>
                <c:pt idx="2379">
                  <c:v>39857</c:v>
                </c:pt>
                <c:pt idx="2380">
                  <c:v>39860</c:v>
                </c:pt>
                <c:pt idx="2381">
                  <c:v>39861</c:v>
                </c:pt>
                <c:pt idx="2382">
                  <c:v>39862</c:v>
                </c:pt>
                <c:pt idx="2383">
                  <c:v>39863</c:v>
                </c:pt>
                <c:pt idx="2384">
                  <c:v>39864</c:v>
                </c:pt>
                <c:pt idx="2385">
                  <c:v>39867</c:v>
                </c:pt>
                <c:pt idx="2386">
                  <c:v>39868</c:v>
                </c:pt>
                <c:pt idx="2387">
                  <c:v>39869</c:v>
                </c:pt>
                <c:pt idx="2388">
                  <c:v>39870</c:v>
                </c:pt>
                <c:pt idx="2389">
                  <c:v>39871</c:v>
                </c:pt>
                <c:pt idx="2390">
                  <c:v>39874</c:v>
                </c:pt>
                <c:pt idx="2391">
                  <c:v>39875</c:v>
                </c:pt>
                <c:pt idx="2392">
                  <c:v>39876</c:v>
                </c:pt>
                <c:pt idx="2393">
                  <c:v>39877</c:v>
                </c:pt>
                <c:pt idx="2394">
                  <c:v>39878</c:v>
                </c:pt>
                <c:pt idx="2395">
                  <c:v>39881</c:v>
                </c:pt>
                <c:pt idx="2396">
                  <c:v>39882</c:v>
                </c:pt>
                <c:pt idx="2397">
                  <c:v>39883</c:v>
                </c:pt>
                <c:pt idx="2398">
                  <c:v>39884</c:v>
                </c:pt>
                <c:pt idx="2399">
                  <c:v>39885</c:v>
                </c:pt>
                <c:pt idx="2400">
                  <c:v>39888</c:v>
                </c:pt>
                <c:pt idx="2401">
                  <c:v>39889</c:v>
                </c:pt>
                <c:pt idx="2402">
                  <c:v>39890</c:v>
                </c:pt>
                <c:pt idx="2403">
                  <c:v>39891</c:v>
                </c:pt>
                <c:pt idx="2404">
                  <c:v>39892</c:v>
                </c:pt>
                <c:pt idx="2405">
                  <c:v>39895</c:v>
                </c:pt>
                <c:pt idx="2406">
                  <c:v>39896</c:v>
                </c:pt>
                <c:pt idx="2407">
                  <c:v>39897</c:v>
                </c:pt>
                <c:pt idx="2408">
                  <c:v>39898</c:v>
                </c:pt>
                <c:pt idx="2409">
                  <c:v>39899</c:v>
                </c:pt>
                <c:pt idx="2410">
                  <c:v>39902</c:v>
                </c:pt>
                <c:pt idx="2411">
                  <c:v>39903</c:v>
                </c:pt>
                <c:pt idx="2412">
                  <c:v>39904</c:v>
                </c:pt>
                <c:pt idx="2413">
                  <c:v>39905</c:v>
                </c:pt>
                <c:pt idx="2414">
                  <c:v>39906</c:v>
                </c:pt>
                <c:pt idx="2415">
                  <c:v>39909</c:v>
                </c:pt>
                <c:pt idx="2416">
                  <c:v>39910</c:v>
                </c:pt>
                <c:pt idx="2417">
                  <c:v>39911</c:v>
                </c:pt>
                <c:pt idx="2418">
                  <c:v>39912</c:v>
                </c:pt>
                <c:pt idx="2419">
                  <c:v>39913</c:v>
                </c:pt>
                <c:pt idx="2420">
                  <c:v>39916</c:v>
                </c:pt>
                <c:pt idx="2421">
                  <c:v>39917</c:v>
                </c:pt>
                <c:pt idx="2422">
                  <c:v>39918</c:v>
                </c:pt>
                <c:pt idx="2423">
                  <c:v>39919</c:v>
                </c:pt>
                <c:pt idx="2424">
                  <c:v>39920</c:v>
                </c:pt>
                <c:pt idx="2425">
                  <c:v>39923</c:v>
                </c:pt>
                <c:pt idx="2426">
                  <c:v>39924</c:v>
                </c:pt>
                <c:pt idx="2427">
                  <c:v>39925</c:v>
                </c:pt>
                <c:pt idx="2428">
                  <c:v>39926</c:v>
                </c:pt>
                <c:pt idx="2429">
                  <c:v>39927</c:v>
                </c:pt>
                <c:pt idx="2430">
                  <c:v>39930</c:v>
                </c:pt>
                <c:pt idx="2431">
                  <c:v>39931</c:v>
                </c:pt>
                <c:pt idx="2432">
                  <c:v>39932</c:v>
                </c:pt>
                <c:pt idx="2433">
                  <c:v>39933</c:v>
                </c:pt>
                <c:pt idx="2434">
                  <c:v>39934</c:v>
                </c:pt>
                <c:pt idx="2435">
                  <c:v>39937</c:v>
                </c:pt>
                <c:pt idx="2436">
                  <c:v>39938</c:v>
                </c:pt>
                <c:pt idx="2437">
                  <c:v>39939</c:v>
                </c:pt>
                <c:pt idx="2438">
                  <c:v>39940</c:v>
                </c:pt>
                <c:pt idx="2439">
                  <c:v>39941</c:v>
                </c:pt>
                <c:pt idx="2440">
                  <c:v>39944</c:v>
                </c:pt>
                <c:pt idx="2441">
                  <c:v>39945</c:v>
                </c:pt>
                <c:pt idx="2442">
                  <c:v>39946</c:v>
                </c:pt>
                <c:pt idx="2443">
                  <c:v>39947</c:v>
                </c:pt>
                <c:pt idx="2444">
                  <c:v>39948</c:v>
                </c:pt>
                <c:pt idx="2445">
                  <c:v>39951</c:v>
                </c:pt>
                <c:pt idx="2446">
                  <c:v>39952</c:v>
                </c:pt>
                <c:pt idx="2447">
                  <c:v>39953</c:v>
                </c:pt>
                <c:pt idx="2448">
                  <c:v>39954</c:v>
                </c:pt>
                <c:pt idx="2449">
                  <c:v>39955</c:v>
                </c:pt>
                <c:pt idx="2450">
                  <c:v>39958</c:v>
                </c:pt>
                <c:pt idx="2451">
                  <c:v>39959</c:v>
                </c:pt>
                <c:pt idx="2452">
                  <c:v>39960</c:v>
                </c:pt>
                <c:pt idx="2453">
                  <c:v>39961</c:v>
                </c:pt>
                <c:pt idx="2454">
                  <c:v>39962</c:v>
                </c:pt>
                <c:pt idx="2455">
                  <c:v>39965</c:v>
                </c:pt>
                <c:pt idx="2456">
                  <c:v>39966</c:v>
                </c:pt>
                <c:pt idx="2457">
                  <c:v>39967</c:v>
                </c:pt>
                <c:pt idx="2458">
                  <c:v>39968</c:v>
                </c:pt>
                <c:pt idx="2459">
                  <c:v>39969</c:v>
                </c:pt>
                <c:pt idx="2460">
                  <c:v>39972</c:v>
                </c:pt>
                <c:pt idx="2461">
                  <c:v>39973</c:v>
                </c:pt>
                <c:pt idx="2462">
                  <c:v>39974</c:v>
                </c:pt>
                <c:pt idx="2463">
                  <c:v>39975</c:v>
                </c:pt>
                <c:pt idx="2464">
                  <c:v>39976</c:v>
                </c:pt>
                <c:pt idx="2465">
                  <c:v>39979</c:v>
                </c:pt>
                <c:pt idx="2466">
                  <c:v>39980</c:v>
                </c:pt>
                <c:pt idx="2467">
                  <c:v>39981</c:v>
                </c:pt>
                <c:pt idx="2468">
                  <c:v>39982</c:v>
                </c:pt>
                <c:pt idx="2469">
                  <c:v>39983</c:v>
                </c:pt>
                <c:pt idx="2470">
                  <c:v>39986</c:v>
                </c:pt>
                <c:pt idx="2471">
                  <c:v>39987</c:v>
                </c:pt>
                <c:pt idx="2472">
                  <c:v>39988</c:v>
                </c:pt>
                <c:pt idx="2473">
                  <c:v>39989</c:v>
                </c:pt>
                <c:pt idx="2474">
                  <c:v>39990</c:v>
                </c:pt>
                <c:pt idx="2475">
                  <c:v>39993</c:v>
                </c:pt>
                <c:pt idx="2476">
                  <c:v>39994</c:v>
                </c:pt>
                <c:pt idx="2477">
                  <c:v>39995</c:v>
                </c:pt>
                <c:pt idx="2478">
                  <c:v>39996</c:v>
                </c:pt>
                <c:pt idx="2479">
                  <c:v>39997</c:v>
                </c:pt>
                <c:pt idx="2480">
                  <c:v>40000</c:v>
                </c:pt>
                <c:pt idx="2481">
                  <c:v>40001</c:v>
                </c:pt>
                <c:pt idx="2482">
                  <c:v>40002</c:v>
                </c:pt>
                <c:pt idx="2483">
                  <c:v>40003</c:v>
                </c:pt>
                <c:pt idx="2484">
                  <c:v>40004</c:v>
                </c:pt>
                <c:pt idx="2485">
                  <c:v>40007</c:v>
                </c:pt>
                <c:pt idx="2486">
                  <c:v>40008</c:v>
                </c:pt>
                <c:pt idx="2487">
                  <c:v>40009</c:v>
                </c:pt>
                <c:pt idx="2488">
                  <c:v>40010</c:v>
                </c:pt>
                <c:pt idx="2489">
                  <c:v>40011</c:v>
                </c:pt>
                <c:pt idx="2490">
                  <c:v>40014</c:v>
                </c:pt>
                <c:pt idx="2491">
                  <c:v>40015</c:v>
                </c:pt>
                <c:pt idx="2492">
                  <c:v>40016</c:v>
                </c:pt>
                <c:pt idx="2493">
                  <c:v>40017</c:v>
                </c:pt>
                <c:pt idx="2494">
                  <c:v>40018</c:v>
                </c:pt>
                <c:pt idx="2495">
                  <c:v>40021</c:v>
                </c:pt>
                <c:pt idx="2496">
                  <c:v>40022</c:v>
                </c:pt>
                <c:pt idx="2497">
                  <c:v>40023</c:v>
                </c:pt>
                <c:pt idx="2498">
                  <c:v>40024</c:v>
                </c:pt>
                <c:pt idx="2499">
                  <c:v>40025</c:v>
                </c:pt>
                <c:pt idx="2500">
                  <c:v>40028</c:v>
                </c:pt>
                <c:pt idx="2501">
                  <c:v>40029</c:v>
                </c:pt>
                <c:pt idx="2502">
                  <c:v>40030</c:v>
                </c:pt>
                <c:pt idx="2503">
                  <c:v>40031</c:v>
                </c:pt>
                <c:pt idx="2504">
                  <c:v>40032</c:v>
                </c:pt>
                <c:pt idx="2505">
                  <c:v>40035</c:v>
                </c:pt>
                <c:pt idx="2506">
                  <c:v>40036</c:v>
                </c:pt>
                <c:pt idx="2507">
                  <c:v>40037</c:v>
                </c:pt>
                <c:pt idx="2508">
                  <c:v>40038</c:v>
                </c:pt>
                <c:pt idx="2509">
                  <c:v>40039</c:v>
                </c:pt>
                <c:pt idx="2510">
                  <c:v>40042</c:v>
                </c:pt>
                <c:pt idx="2511">
                  <c:v>40043</c:v>
                </c:pt>
                <c:pt idx="2512">
                  <c:v>40044</c:v>
                </c:pt>
                <c:pt idx="2513">
                  <c:v>40045</c:v>
                </c:pt>
                <c:pt idx="2514">
                  <c:v>40046</c:v>
                </c:pt>
                <c:pt idx="2515">
                  <c:v>40049</c:v>
                </c:pt>
                <c:pt idx="2516">
                  <c:v>40050</c:v>
                </c:pt>
                <c:pt idx="2517">
                  <c:v>40051</c:v>
                </c:pt>
                <c:pt idx="2518">
                  <c:v>40052</c:v>
                </c:pt>
                <c:pt idx="2519">
                  <c:v>40053</c:v>
                </c:pt>
                <c:pt idx="2520">
                  <c:v>40056</c:v>
                </c:pt>
                <c:pt idx="2521">
                  <c:v>40057</c:v>
                </c:pt>
                <c:pt idx="2522">
                  <c:v>40058</c:v>
                </c:pt>
                <c:pt idx="2523">
                  <c:v>40059</c:v>
                </c:pt>
                <c:pt idx="2524">
                  <c:v>40060</c:v>
                </c:pt>
                <c:pt idx="2525">
                  <c:v>40063</c:v>
                </c:pt>
                <c:pt idx="2526">
                  <c:v>40064</c:v>
                </c:pt>
                <c:pt idx="2527">
                  <c:v>40065</c:v>
                </c:pt>
                <c:pt idx="2528">
                  <c:v>40066</c:v>
                </c:pt>
                <c:pt idx="2529">
                  <c:v>40067</c:v>
                </c:pt>
                <c:pt idx="2530">
                  <c:v>40070</c:v>
                </c:pt>
                <c:pt idx="2531">
                  <c:v>40071</c:v>
                </c:pt>
                <c:pt idx="2532">
                  <c:v>40072</c:v>
                </c:pt>
                <c:pt idx="2533">
                  <c:v>40073</c:v>
                </c:pt>
                <c:pt idx="2534">
                  <c:v>40074</c:v>
                </c:pt>
                <c:pt idx="2535">
                  <c:v>40077</c:v>
                </c:pt>
                <c:pt idx="2536">
                  <c:v>40078</c:v>
                </c:pt>
                <c:pt idx="2537">
                  <c:v>40079</c:v>
                </c:pt>
                <c:pt idx="2538">
                  <c:v>40080</c:v>
                </c:pt>
                <c:pt idx="2539">
                  <c:v>40081</c:v>
                </c:pt>
                <c:pt idx="2540">
                  <c:v>40084</c:v>
                </c:pt>
                <c:pt idx="2541">
                  <c:v>40085</c:v>
                </c:pt>
                <c:pt idx="2542">
                  <c:v>40086</c:v>
                </c:pt>
                <c:pt idx="2543">
                  <c:v>40087</c:v>
                </c:pt>
                <c:pt idx="2544">
                  <c:v>40088</c:v>
                </c:pt>
                <c:pt idx="2545">
                  <c:v>40091</c:v>
                </c:pt>
                <c:pt idx="2546">
                  <c:v>40092</c:v>
                </c:pt>
                <c:pt idx="2547">
                  <c:v>40093</c:v>
                </c:pt>
                <c:pt idx="2548">
                  <c:v>40094</c:v>
                </c:pt>
                <c:pt idx="2549">
                  <c:v>40095</c:v>
                </c:pt>
                <c:pt idx="2550">
                  <c:v>40098</c:v>
                </c:pt>
                <c:pt idx="2551">
                  <c:v>40099</c:v>
                </c:pt>
                <c:pt idx="2552">
                  <c:v>40100</c:v>
                </c:pt>
                <c:pt idx="2553">
                  <c:v>40101</c:v>
                </c:pt>
                <c:pt idx="2554">
                  <c:v>40102</c:v>
                </c:pt>
                <c:pt idx="2555">
                  <c:v>40105</c:v>
                </c:pt>
                <c:pt idx="2556">
                  <c:v>40106</c:v>
                </c:pt>
                <c:pt idx="2557">
                  <c:v>40107</c:v>
                </c:pt>
                <c:pt idx="2558">
                  <c:v>40108</c:v>
                </c:pt>
                <c:pt idx="2559">
                  <c:v>40109</c:v>
                </c:pt>
                <c:pt idx="2560">
                  <c:v>40112</c:v>
                </c:pt>
                <c:pt idx="2561">
                  <c:v>40113</c:v>
                </c:pt>
                <c:pt idx="2562">
                  <c:v>40114</c:v>
                </c:pt>
                <c:pt idx="2563">
                  <c:v>40115</c:v>
                </c:pt>
                <c:pt idx="2564">
                  <c:v>40116</c:v>
                </c:pt>
                <c:pt idx="2565">
                  <c:v>40119</c:v>
                </c:pt>
                <c:pt idx="2566">
                  <c:v>40120</c:v>
                </c:pt>
                <c:pt idx="2567">
                  <c:v>40121</c:v>
                </c:pt>
                <c:pt idx="2568">
                  <c:v>40122</c:v>
                </c:pt>
                <c:pt idx="2569">
                  <c:v>40123</c:v>
                </c:pt>
                <c:pt idx="2570">
                  <c:v>40126</c:v>
                </c:pt>
                <c:pt idx="2571">
                  <c:v>40127</c:v>
                </c:pt>
                <c:pt idx="2572">
                  <c:v>40128</c:v>
                </c:pt>
                <c:pt idx="2573">
                  <c:v>40129</c:v>
                </c:pt>
                <c:pt idx="2574">
                  <c:v>40130</c:v>
                </c:pt>
                <c:pt idx="2575">
                  <c:v>40133</c:v>
                </c:pt>
                <c:pt idx="2576">
                  <c:v>40134</c:v>
                </c:pt>
                <c:pt idx="2577">
                  <c:v>40135</c:v>
                </c:pt>
                <c:pt idx="2578">
                  <c:v>40136</c:v>
                </c:pt>
                <c:pt idx="2579">
                  <c:v>40137</c:v>
                </c:pt>
                <c:pt idx="2580">
                  <c:v>40140</c:v>
                </c:pt>
                <c:pt idx="2581">
                  <c:v>40141</c:v>
                </c:pt>
                <c:pt idx="2582">
                  <c:v>40142</c:v>
                </c:pt>
                <c:pt idx="2583">
                  <c:v>40143</c:v>
                </c:pt>
                <c:pt idx="2584">
                  <c:v>40144</c:v>
                </c:pt>
                <c:pt idx="2585">
                  <c:v>40147</c:v>
                </c:pt>
                <c:pt idx="2586">
                  <c:v>40148</c:v>
                </c:pt>
                <c:pt idx="2587">
                  <c:v>40149</c:v>
                </c:pt>
                <c:pt idx="2588">
                  <c:v>40150</c:v>
                </c:pt>
                <c:pt idx="2589">
                  <c:v>40151</c:v>
                </c:pt>
                <c:pt idx="2590">
                  <c:v>40154</c:v>
                </c:pt>
                <c:pt idx="2591">
                  <c:v>40155</c:v>
                </c:pt>
                <c:pt idx="2592">
                  <c:v>40156</c:v>
                </c:pt>
                <c:pt idx="2593">
                  <c:v>40157</c:v>
                </c:pt>
                <c:pt idx="2594">
                  <c:v>40158</c:v>
                </c:pt>
                <c:pt idx="2595">
                  <c:v>40161</c:v>
                </c:pt>
                <c:pt idx="2596">
                  <c:v>40162</c:v>
                </c:pt>
                <c:pt idx="2597">
                  <c:v>40163</c:v>
                </c:pt>
                <c:pt idx="2598">
                  <c:v>40164</c:v>
                </c:pt>
                <c:pt idx="2599">
                  <c:v>40165</c:v>
                </c:pt>
                <c:pt idx="2600">
                  <c:v>40168</c:v>
                </c:pt>
                <c:pt idx="2601">
                  <c:v>40169</c:v>
                </c:pt>
                <c:pt idx="2602">
                  <c:v>40170</c:v>
                </c:pt>
                <c:pt idx="2603">
                  <c:v>40171</c:v>
                </c:pt>
                <c:pt idx="2604">
                  <c:v>40172</c:v>
                </c:pt>
                <c:pt idx="2605">
                  <c:v>40175</c:v>
                </c:pt>
                <c:pt idx="2606">
                  <c:v>40176</c:v>
                </c:pt>
                <c:pt idx="2607">
                  <c:v>40177</c:v>
                </c:pt>
                <c:pt idx="2608">
                  <c:v>40178</c:v>
                </c:pt>
                <c:pt idx="2609">
                  <c:v>40179</c:v>
                </c:pt>
                <c:pt idx="2610">
                  <c:v>40182</c:v>
                </c:pt>
                <c:pt idx="2611">
                  <c:v>40183</c:v>
                </c:pt>
                <c:pt idx="2612">
                  <c:v>40184</c:v>
                </c:pt>
                <c:pt idx="2613">
                  <c:v>40185</c:v>
                </c:pt>
                <c:pt idx="2614">
                  <c:v>40186</c:v>
                </c:pt>
                <c:pt idx="2615">
                  <c:v>40189</c:v>
                </c:pt>
                <c:pt idx="2616">
                  <c:v>40190</c:v>
                </c:pt>
                <c:pt idx="2617">
                  <c:v>40191</c:v>
                </c:pt>
                <c:pt idx="2618">
                  <c:v>40192</c:v>
                </c:pt>
                <c:pt idx="2619">
                  <c:v>40193</c:v>
                </c:pt>
                <c:pt idx="2620">
                  <c:v>40196</c:v>
                </c:pt>
                <c:pt idx="2621">
                  <c:v>40197</c:v>
                </c:pt>
                <c:pt idx="2622">
                  <c:v>40198</c:v>
                </c:pt>
                <c:pt idx="2623">
                  <c:v>40199</c:v>
                </c:pt>
                <c:pt idx="2624">
                  <c:v>40200</c:v>
                </c:pt>
                <c:pt idx="2625">
                  <c:v>40203</c:v>
                </c:pt>
                <c:pt idx="2626">
                  <c:v>40204</c:v>
                </c:pt>
                <c:pt idx="2627">
                  <c:v>40205</c:v>
                </c:pt>
                <c:pt idx="2628">
                  <c:v>40206</c:v>
                </c:pt>
                <c:pt idx="2629">
                  <c:v>40207</c:v>
                </c:pt>
                <c:pt idx="2630">
                  <c:v>40210</c:v>
                </c:pt>
                <c:pt idx="2631">
                  <c:v>40211</c:v>
                </c:pt>
                <c:pt idx="2632">
                  <c:v>40212</c:v>
                </c:pt>
                <c:pt idx="2633">
                  <c:v>40213</c:v>
                </c:pt>
                <c:pt idx="2634">
                  <c:v>40214</c:v>
                </c:pt>
                <c:pt idx="2635">
                  <c:v>40217</c:v>
                </c:pt>
                <c:pt idx="2636">
                  <c:v>40218</c:v>
                </c:pt>
                <c:pt idx="2637">
                  <c:v>40219</c:v>
                </c:pt>
                <c:pt idx="2638">
                  <c:v>40220</c:v>
                </c:pt>
                <c:pt idx="2639">
                  <c:v>40221</c:v>
                </c:pt>
                <c:pt idx="2640">
                  <c:v>40224</c:v>
                </c:pt>
                <c:pt idx="2641">
                  <c:v>40225</c:v>
                </c:pt>
                <c:pt idx="2642">
                  <c:v>40226</c:v>
                </c:pt>
                <c:pt idx="2643">
                  <c:v>40227</c:v>
                </c:pt>
                <c:pt idx="2644">
                  <c:v>40228</c:v>
                </c:pt>
                <c:pt idx="2645">
                  <c:v>40231</c:v>
                </c:pt>
                <c:pt idx="2646">
                  <c:v>40232</c:v>
                </c:pt>
                <c:pt idx="2647">
                  <c:v>40233</c:v>
                </c:pt>
                <c:pt idx="2648">
                  <c:v>40234</c:v>
                </c:pt>
                <c:pt idx="2649">
                  <c:v>40235</c:v>
                </c:pt>
                <c:pt idx="2650">
                  <c:v>40238</c:v>
                </c:pt>
                <c:pt idx="2651">
                  <c:v>40239</c:v>
                </c:pt>
                <c:pt idx="2652">
                  <c:v>40240</c:v>
                </c:pt>
                <c:pt idx="2653">
                  <c:v>40241</c:v>
                </c:pt>
                <c:pt idx="2654">
                  <c:v>40242</c:v>
                </c:pt>
                <c:pt idx="2655">
                  <c:v>40245</c:v>
                </c:pt>
                <c:pt idx="2656">
                  <c:v>40246</c:v>
                </c:pt>
                <c:pt idx="2657">
                  <c:v>40247</c:v>
                </c:pt>
                <c:pt idx="2658">
                  <c:v>40248</c:v>
                </c:pt>
                <c:pt idx="2659">
                  <c:v>40249</c:v>
                </c:pt>
                <c:pt idx="2660">
                  <c:v>40252</c:v>
                </c:pt>
                <c:pt idx="2661">
                  <c:v>40253</c:v>
                </c:pt>
                <c:pt idx="2662">
                  <c:v>40254</c:v>
                </c:pt>
                <c:pt idx="2663">
                  <c:v>40255</c:v>
                </c:pt>
                <c:pt idx="2664">
                  <c:v>40256</c:v>
                </c:pt>
                <c:pt idx="2665">
                  <c:v>40259</c:v>
                </c:pt>
                <c:pt idx="2666">
                  <c:v>40260</c:v>
                </c:pt>
                <c:pt idx="2667">
                  <c:v>40261</c:v>
                </c:pt>
                <c:pt idx="2668">
                  <c:v>40262</c:v>
                </c:pt>
                <c:pt idx="2669">
                  <c:v>40263</c:v>
                </c:pt>
                <c:pt idx="2670">
                  <c:v>40266</c:v>
                </c:pt>
                <c:pt idx="2671">
                  <c:v>40267</c:v>
                </c:pt>
                <c:pt idx="2672">
                  <c:v>40268</c:v>
                </c:pt>
                <c:pt idx="2673">
                  <c:v>40269</c:v>
                </c:pt>
                <c:pt idx="2674">
                  <c:v>40270</c:v>
                </c:pt>
                <c:pt idx="2675">
                  <c:v>40273</c:v>
                </c:pt>
                <c:pt idx="2676">
                  <c:v>40274</c:v>
                </c:pt>
                <c:pt idx="2677">
                  <c:v>40275</c:v>
                </c:pt>
                <c:pt idx="2678">
                  <c:v>40276</c:v>
                </c:pt>
                <c:pt idx="2679">
                  <c:v>40277</c:v>
                </c:pt>
                <c:pt idx="2680">
                  <c:v>40280</c:v>
                </c:pt>
                <c:pt idx="2681">
                  <c:v>40281</c:v>
                </c:pt>
                <c:pt idx="2682">
                  <c:v>40282</c:v>
                </c:pt>
                <c:pt idx="2683">
                  <c:v>40283</c:v>
                </c:pt>
                <c:pt idx="2684">
                  <c:v>40284</c:v>
                </c:pt>
                <c:pt idx="2685">
                  <c:v>40287</c:v>
                </c:pt>
                <c:pt idx="2686">
                  <c:v>40288</c:v>
                </c:pt>
                <c:pt idx="2687">
                  <c:v>40289</c:v>
                </c:pt>
                <c:pt idx="2688">
                  <c:v>40290</c:v>
                </c:pt>
                <c:pt idx="2689">
                  <c:v>40291</c:v>
                </c:pt>
                <c:pt idx="2690">
                  <c:v>40294</c:v>
                </c:pt>
                <c:pt idx="2691">
                  <c:v>40295</c:v>
                </c:pt>
                <c:pt idx="2692">
                  <c:v>40296</c:v>
                </c:pt>
                <c:pt idx="2693">
                  <c:v>40297</c:v>
                </c:pt>
                <c:pt idx="2694">
                  <c:v>40298</c:v>
                </c:pt>
                <c:pt idx="2695">
                  <c:v>40301</c:v>
                </c:pt>
                <c:pt idx="2696">
                  <c:v>40302</c:v>
                </c:pt>
                <c:pt idx="2697">
                  <c:v>40303</c:v>
                </c:pt>
                <c:pt idx="2698">
                  <c:v>40304</c:v>
                </c:pt>
                <c:pt idx="2699">
                  <c:v>40305</c:v>
                </c:pt>
                <c:pt idx="2700">
                  <c:v>40308</c:v>
                </c:pt>
                <c:pt idx="2701">
                  <c:v>40309</c:v>
                </c:pt>
                <c:pt idx="2702">
                  <c:v>40310</c:v>
                </c:pt>
                <c:pt idx="2703">
                  <c:v>40311</c:v>
                </c:pt>
                <c:pt idx="2704">
                  <c:v>40312</c:v>
                </c:pt>
                <c:pt idx="2705">
                  <c:v>40315</c:v>
                </c:pt>
                <c:pt idx="2706">
                  <c:v>40316</c:v>
                </c:pt>
                <c:pt idx="2707">
                  <c:v>40317</c:v>
                </c:pt>
                <c:pt idx="2708">
                  <c:v>40318</c:v>
                </c:pt>
                <c:pt idx="2709">
                  <c:v>40319</c:v>
                </c:pt>
                <c:pt idx="2710">
                  <c:v>40322</c:v>
                </c:pt>
                <c:pt idx="2711">
                  <c:v>40323</c:v>
                </c:pt>
                <c:pt idx="2712">
                  <c:v>40324</c:v>
                </c:pt>
                <c:pt idx="2713">
                  <c:v>40325</c:v>
                </c:pt>
                <c:pt idx="2714">
                  <c:v>40326</c:v>
                </c:pt>
                <c:pt idx="2715">
                  <c:v>40329</c:v>
                </c:pt>
                <c:pt idx="2716">
                  <c:v>40330</c:v>
                </c:pt>
                <c:pt idx="2717">
                  <c:v>40331</c:v>
                </c:pt>
                <c:pt idx="2718">
                  <c:v>40332</c:v>
                </c:pt>
                <c:pt idx="2719">
                  <c:v>40333</c:v>
                </c:pt>
                <c:pt idx="2720">
                  <c:v>40336</c:v>
                </c:pt>
                <c:pt idx="2721">
                  <c:v>40337</c:v>
                </c:pt>
                <c:pt idx="2722">
                  <c:v>40338</c:v>
                </c:pt>
                <c:pt idx="2723">
                  <c:v>40339</c:v>
                </c:pt>
                <c:pt idx="2724">
                  <c:v>40340</c:v>
                </c:pt>
                <c:pt idx="2725">
                  <c:v>40343</c:v>
                </c:pt>
                <c:pt idx="2726">
                  <c:v>40344</c:v>
                </c:pt>
                <c:pt idx="2727">
                  <c:v>40345</c:v>
                </c:pt>
                <c:pt idx="2728">
                  <c:v>40346</c:v>
                </c:pt>
                <c:pt idx="2729">
                  <c:v>40347</c:v>
                </c:pt>
                <c:pt idx="2730">
                  <c:v>40350</c:v>
                </c:pt>
                <c:pt idx="2731">
                  <c:v>40351</c:v>
                </c:pt>
                <c:pt idx="2732">
                  <c:v>40352</c:v>
                </c:pt>
                <c:pt idx="2733">
                  <c:v>40353</c:v>
                </c:pt>
                <c:pt idx="2734">
                  <c:v>40354</c:v>
                </c:pt>
                <c:pt idx="2735">
                  <c:v>40357</c:v>
                </c:pt>
                <c:pt idx="2736">
                  <c:v>40358</c:v>
                </c:pt>
                <c:pt idx="2737">
                  <c:v>40359</c:v>
                </c:pt>
                <c:pt idx="2738">
                  <c:v>40360</c:v>
                </c:pt>
                <c:pt idx="2739">
                  <c:v>40361</c:v>
                </c:pt>
                <c:pt idx="2740">
                  <c:v>40364</c:v>
                </c:pt>
                <c:pt idx="2741">
                  <c:v>40365</c:v>
                </c:pt>
                <c:pt idx="2742">
                  <c:v>40366</c:v>
                </c:pt>
                <c:pt idx="2743">
                  <c:v>40367</c:v>
                </c:pt>
                <c:pt idx="2744">
                  <c:v>40368</c:v>
                </c:pt>
                <c:pt idx="2745">
                  <c:v>40371</c:v>
                </c:pt>
                <c:pt idx="2746">
                  <c:v>40372</c:v>
                </c:pt>
                <c:pt idx="2747">
                  <c:v>40373</c:v>
                </c:pt>
                <c:pt idx="2748">
                  <c:v>40374</c:v>
                </c:pt>
                <c:pt idx="2749">
                  <c:v>40375</c:v>
                </c:pt>
                <c:pt idx="2750">
                  <c:v>40378</c:v>
                </c:pt>
                <c:pt idx="2751">
                  <c:v>40379</c:v>
                </c:pt>
                <c:pt idx="2752">
                  <c:v>40380</c:v>
                </c:pt>
                <c:pt idx="2753">
                  <c:v>40381</c:v>
                </c:pt>
                <c:pt idx="2754">
                  <c:v>40382</c:v>
                </c:pt>
                <c:pt idx="2755">
                  <c:v>40385</c:v>
                </c:pt>
                <c:pt idx="2756">
                  <c:v>40386</c:v>
                </c:pt>
                <c:pt idx="2757">
                  <c:v>40387</c:v>
                </c:pt>
                <c:pt idx="2758">
                  <c:v>40388</c:v>
                </c:pt>
                <c:pt idx="2759">
                  <c:v>40389</c:v>
                </c:pt>
                <c:pt idx="2760">
                  <c:v>40392</c:v>
                </c:pt>
                <c:pt idx="2761">
                  <c:v>40393</c:v>
                </c:pt>
                <c:pt idx="2762">
                  <c:v>40394</c:v>
                </c:pt>
                <c:pt idx="2763">
                  <c:v>40395</c:v>
                </c:pt>
                <c:pt idx="2764">
                  <c:v>40396</c:v>
                </c:pt>
                <c:pt idx="2765">
                  <c:v>40399</c:v>
                </c:pt>
                <c:pt idx="2766">
                  <c:v>40400</c:v>
                </c:pt>
                <c:pt idx="2767">
                  <c:v>40401</c:v>
                </c:pt>
                <c:pt idx="2768">
                  <c:v>40402</c:v>
                </c:pt>
                <c:pt idx="2769">
                  <c:v>40403</c:v>
                </c:pt>
                <c:pt idx="2770">
                  <c:v>40406</c:v>
                </c:pt>
                <c:pt idx="2771">
                  <c:v>40407</c:v>
                </c:pt>
                <c:pt idx="2772">
                  <c:v>40408</c:v>
                </c:pt>
                <c:pt idx="2773">
                  <c:v>40409</c:v>
                </c:pt>
                <c:pt idx="2774">
                  <c:v>40410</c:v>
                </c:pt>
                <c:pt idx="2775">
                  <c:v>40413</c:v>
                </c:pt>
                <c:pt idx="2776">
                  <c:v>40414</c:v>
                </c:pt>
                <c:pt idx="2777">
                  <c:v>40415</c:v>
                </c:pt>
                <c:pt idx="2778">
                  <c:v>40416</c:v>
                </c:pt>
                <c:pt idx="2779">
                  <c:v>40417</c:v>
                </c:pt>
                <c:pt idx="2780">
                  <c:v>40420</c:v>
                </c:pt>
                <c:pt idx="2781">
                  <c:v>40421</c:v>
                </c:pt>
                <c:pt idx="2782">
                  <c:v>40422</c:v>
                </c:pt>
                <c:pt idx="2783">
                  <c:v>40423</c:v>
                </c:pt>
                <c:pt idx="2784">
                  <c:v>40424</c:v>
                </c:pt>
                <c:pt idx="2785">
                  <c:v>40427</c:v>
                </c:pt>
                <c:pt idx="2786">
                  <c:v>40428</c:v>
                </c:pt>
                <c:pt idx="2787">
                  <c:v>40429</c:v>
                </c:pt>
                <c:pt idx="2788">
                  <c:v>40430</c:v>
                </c:pt>
                <c:pt idx="2789">
                  <c:v>40431</c:v>
                </c:pt>
                <c:pt idx="2790">
                  <c:v>40434</c:v>
                </c:pt>
                <c:pt idx="2791">
                  <c:v>40435</c:v>
                </c:pt>
                <c:pt idx="2792">
                  <c:v>40436</c:v>
                </c:pt>
                <c:pt idx="2793">
                  <c:v>40437</c:v>
                </c:pt>
                <c:pt idx="2794">
                  <c:v>40438</c:v>
                </c:pt>
                <c:pt idx="2795">
                  <c:v>40441</c:v>
                </c:pt>
                <c:pt idx="2796">
                  <c:v>40442</c:v>
                </c:pt>
                <c:pt idx="2797">
                  <c:v>40443</c:v>
                </c:pt>
                <c:pt idx="2798">
                  <c:v>40444</c:v>
                </c:pt>
                <c:pt idx="2799">
                  <c:v>40445</c:v>
                </c:pt>
                <c:pt idx="2800">
                  <c:v>40448</c:v>
                </c:pt>
                <c:pt idx="2801">
                  <c:v>40449</c:v>
                </c:pt>
                <c:pt idx="2802">
                  <c:v>40450</c:v>
                </c:pt>
                <c:pt idx="2803">
                  <c:v>40451</c:v>
                </c:pt>
                <c:pt idx="2804">
                  <c:v>40452</c:v>
                </c:pt>
                <c:pt idx="2805">
                  <c:v>40455</c:v>
                </c:pt>
                <c:pt idx="2806">
                  <c:v>40456</c:v>
                </c:pt>
                <c:pt idx="2807">
                  <c:v>40457</c:v>
                </c:pt>
                <c:pt idx="2808">
                  <c:v>40458</c:v>
                </c:pt>
                <c:pt idx="2809">
                  <c:v>40459</c:v>
                </c:pt>
                <c:pt idx="2810">
                  <c:v>40462</c:v>
                </c:pt>
                <c:pt idx="2811">
                  <c:v>40463</c:v>
                </c:pt>
                <c:pt idx="2812">
                  <c:v>40464</c:v>
                </c:pt>
                <c:pt idx="2813">
                  <c:v>40465</c:v>
                </c:pt>
                <c:pt idx="2814">
                  <c:v>40466</c:v>
                </c:pt>
                <c:pt idx="2815">
                  <c:v>40469</c:v>
                </c:pt>
                <c:pt idx="2816">
                  <c:v>40470</c:v>
                </c:pt>
                <c:pt idx="2817">
                  <c:v>40471</c:v>
                </c:pt>
                <c:pt idx="2818">
                  <c:v>40472</c:v>
                </c:pt>
                <c:pt idx="2819">
                  <c:v>40473</c:v>
                </c:pt>
                <c:pt idx="2820">
                  <c:v>40476</c:v>
                </c:pt>
                <c:pt idx="2821">
                  <c:v>40477</c:v>
                </c:pt>
                <c:pt idx="2822">
                  <c:v>40478</c:v>
                </c:pt>
                <c:pt idx="2823">
                  <c:v>40479</c:v>
                </c:pt>
                <c:pt idx="2824">
                  <c:v>40480</c:v>
                </c:pt>
                <c:pt idx="2825">
                  <c:v>40483</c:v>
                </c:pt>
                <c:pt idx="2826">
                  <c:v>40484</c:v>
                </c:pt>
                <c:pt idx="2827">
                  <c:v>40485</c:v>
                </c:pt>
                <c:pt idx="2828">
                  <c:v>40486</c:v>
                </c:pt>
                <c:pt idx="2829">
                  <c:v>40487</c:v>
                </c:pt>
                <c:pt idx="2830">
                  <c:v>40490</c:v>
                </c:pt>
                <c:pt idx="2831">
                  <c:v>40491</c:v>
                </c:pt>
                <c:pt idx="2832">
                  <c:v>40492</c:v>
                </c:pt>
                <c:pt idx="2833">
                  <c:v>40493</c:v>
                </c:pt>
                <c:pt idx="2834">
                  <c:v>40494</c:v>
                </c:pt>
                <c:pt idx="2835">
                  <c:v>40497</c:v>
                </c:pt>
                <c:pt idx="2836">
                  <c:v>40498</c:v>
                </c:pt>
                <c:pt idx="2837">
                  <c:v>40499</c:v>
                </c:pt>
                <c:pt idx="2838">
                  <c:v>40500</c:v>
                </c:pt>
                <c:pt idx="2839">
                  <c:v>40501</c:v>
                </c:pt>
                <c:pt idx="2840">
                  <c:v>40504</c:v>
                </c:pt>
                <c:pt idx="2841">
                  <c:v>40505</c:v>
                </c:pt>
                <c:pt idx="2842">
                  <c:v>40506</c:v>
                </c:pt>
                <c:pt idx="2843">
                  <c:v>40507</c:v>
                </c:pt>
                <c:pt idx="2844">
                  <c:v>40508</c:v>
                </c:pt>
                <c:pt idx="2845">
                  <c:v>40511</c:v>
                </c:pt>
                <c:pt idx="2846">
                  <c:v>40512</c:v>
                </c:pt>
                <c:pt idx="2847">
                  <c:v>40513</c:v>
                </c:pt>
                <c:pt idx="2848">
                  <c:v>40514</c:v>
                </c:pt>
                <c:pt idx="2849">
                  <c:v>40515</c:v>
                </c:pt>
                <c:pt idx="2850">
                  <c:v>40518</c:v>
                </c:pt>
                <c:pt idx="2851">
                  <c:v>40519</c:v>
                </c:pt>
                <c:pt idx="2852">
                  <c:v>40520</c:v>
                </c:pt>
                <c:pt idx="2853">
                  <c:v>40521</c:v>
                </c:pt>
                <c:pt idx="2854">
                  <c:v>40522</c:v>
                </c:pt>
                <c:pt idx="2855">
                  <c:v>40525</c:v>
                </c:pt>
                <c:pt idx="2856">
                  <c:v>40526</c:v>
                </c:pt>
                <c:pt idx="2857">
                  <c:v>40527</c:v>
                </c:pt>
                <c:pt idx="2858">
                  <c:v>40528</c:v>
                </c:pt>
                <c:pt idx="2859">
                  <c:v>40529</c:v>
                </c:pt>
                <c:pt idx="2860">
                  <c:v>40532</c:v>
                </c:pt>
                <c:pt idx="2861">
                  <c:v>40533</c:v>
                </c:pt>
                <c:pt idx="2862">
                  <c:v>40534</c:v>
                </c:pt>
                <c:pt idx="2863">
                  <c:v>40535</c:v>
                </c:pt>
                <c:pt idx="2864">
                  <c:v>40536</c:v>
                </c:pt>
                <c:pt idx="2865">
                  <c:v>40539</c:v>
                </c:pt>
                <c:pt idx="2866">
                  <c:v>40540</c:v>
                </c:pt>
                <c:pt idx="2867">
                  <c:v>40541</c:v>
                </c:pt>
                <c:pt idx="2868">
                  <c:v>40542</c:v>
                </c:pt>
                <c:pt idx="2869">
                  <c:v>40543</c:v>
                </c:pt>
                <c:pt idx="2870">
                  <c:v>40546</c:v>
                </c:pt>
                <c:pt idx="2871">
                  <c:v>40547</c:v>
                </c:pt>
                <c:pt idx="2872">
                  <c:v>40548</c:v>
                </c:pt>
                <c:pt idx="2873">
                  <c:v>40549</c:v>
                </c:pt>
                <c:pt idx="2874">
                  <c:v>40550</c:v>
                </c:pt>
                <c:pt idx="2875">
                  <c:v>40553</c:v>
                </c:pt>
                <c:pt idx="2876">
                  <c:v>40554</c:v>
                </c:pt>
                <c:pt idx="2877">
                  <c:v>40555</c:v>
                </c:pt>
                <c:pt idx="2878">
                  <c:v>40556</c:v>
                </c:pt>
                <c:pt idx="2879">
                  <c:v>40557</c:v>
                </c:pt>
                <c:pt idx="2880">
                  <c:v>40560</c:v>
                </c:pt>
                <c:pt idx="2881">
                  <c:v>40561</c:v>
                </c:pt>
                <c:pt idx="2882">
                  <c:v>40562</c:v>
                </c:pt>
                <c:pt idx="2883">
                  <c:v>40563</c:v>
                </c:pt>
                <c:pt idx="2884">
                  <c:v>40564</c:v>
                </c:pt>
                <c:pt idx="2885">
                  <c:v>40567</c:v>
                </c:pt>
                <c:pt idx="2886">
                  <c:v>40568</c:v>
                </c:pt>
                <c:pt idx="2887">
                  <c:v>40569</c:v>
                </c:pt>
                <c:pt idx="2888">
                  <c:v>40570</c:v>
                </c:pt>
                <c:pt idx="2889">
                  <c:v>40571</c:v>
                </c:pt>
                <c:pt idx="2890">
                  <c:v>40574</c:v>
                </c:pt>
                <c:pt idx="2891">
                  <c:v>40575</c:v>
                </c:pt>
                <c:pt idx="2892">
                  <c:v>40576</c:v>
                </c:pt>
                <c:pt idx="2893">
                  <c:v>40577</c:v>
                </c:pt>
                <c:pt idx="2894">
                  <c:v>40578</c:v>
                </c:pt>
                <c:pt idx="2895">
                  <c:v>40581</c:v>
                </c:pt>
                <c:pt idx="2896">
                  <c:v>40582</c:v>
                </c:pt>
                <c:pt idx="2897">
                  <c:v>40583</c:v>
                </c:pt>
                <c:pt idx="2898">
                  <c:v>40584</c:v>
                </c:pt>
                <c:pt idx="2899">
                  <c:v>40585</c:v>
                </c:pt>
                <c:pt idx="2900">
                  <c:v>40588</c:v>
                </c:pt>
                <c:pt idx="2901">
                  <c:v>40589</c:v>
                </c:pt>
                <c:pt idx="2902">
                  <c:v>40590</c:v>
                </c:pt>
                <c:pt idx="2903">
                  <c:v>40591</c:v>
                </c:pt>
                <c:pt idx="2904">
                  <c:v>40592</c:v>
                </c:pt>
                <c:pt idx="2905">
                  <c:v>40595</c:v>
                </c:pt>
                <c:pt idx="2906">
                  <c:v>40596</c:v>
                </c:pt>
                <c:pt idx="2907">
                  <c:v>40597</c:v>
                </c:pt>
                <c:pt idx="2908">
                  <c:v>40598</c:v>
                </c:pt>
                <c:pt idx="2909">
                  <c:v>40599</c:v>
                </c:pt>
                <c:pt idx="2910">
                  <c:v>40602</c:v>
                </c:pt>
                <c:pt idx="2911">
                  <c:v>40603</c:v>
                </c:pt>
                <c:pt idx="2912">
                  <c:v>40604</c:v>
                </c:pt>
                <c:pt idx="2913">
                  <c:v>40605</c:v>
                </c:pt>
                <c:pt idx="2914">
                  <c:v>40606</c:v>
                </c:pt>
                <c:pt idx="2915">
                  <c:v>40609</c:v>
                </c:pt>
                <c:pt idx="2916">
                  <c:v>40610</c:v>
                </c:pt>
                <c:pt idx="2917">
                  <c:v>40611</c:v>
                </c:pt>
                <c:pt idx="2918">
                  <c:v>40612</c:v>
                </c:pt>
                <c:pt idx="2919">
                  <c:v>40613</c:v>
                </c:pt>
                <c:pt idx="2920">
                  <c:v>40616</c:v>
                </c:pt>
                <c:pt idx="2921">
                  <c:v>40617</c:v>
                </c:pt>
                <c:pt idx="2922">
                  <c:v>40618</c:v>
                </c:pt>
                <c:pt idx="2923">
                  <c:v>40619</c:v>
                </c:pt>
                <c:pt idx="2924">
                  <c:v>40620</c:v>
                </c:pt>
                <c:pt idx="2925">
                  <c:v>40623</c:v>
                </c:pt>
                <c:pt idx="2926">
                  <c:v>40624</c:v>
                </c:pt>
                <c:pt idx="2927">
                  <c:v>40625</c:v>
                </c:pt>
                <c:pt idx="2928">
                  <c:v>40626</c:v>
                </c:pt>
                <c:pt idx="2929">
                  <c:v>40627</c:v>
                </c:pt>
                <c:pt idx="2930">
                  <c:v>40630</c:v>
                </c:pt>
                <c:pt idx="2931">
                  <c:v>40631</c:v>
                </c:pt>
                <c:pt idx="2932">
                  <c:v>40632</c:v>
                </c:pt>
                <c:pt idx="2933">
                  <c:v>40633</c:v>
                </c:pt>
                <c:pt idx="2934">
                  <c:v>40634</c:v>
                </c:pt>
                <c:pt idx="2935">
                  <c:v>40637</c:v>
                </c:pt>
                <c:pt idx="2936">
                  <c:v>40638</c:v>
                </c:pt>
                <c:pt idx="2937">
                  <c:v>40639</c:v>
                </c:pt>
                <c:pt idx="2938">
                  <c:v>40640</c:v>
                </c:pt>
                <c:pt idx="2939">
                  <c:v>40641</c:v>
                </c:pt>
                <c:pt idx="2940">
                  <c:v>40644</c:v>
                </c:pt>
                <c:pt idx="2941">
                  <c:v>40645</c:v>
                </c:pt>
                <c:pt idx="2942">
                  <c:v>40646</c:v>
                </c:pt>
                <c:pt idx="2943">
                  <c:v>40647</c:v>
                </c:pt>
                <c:pt idx="2944">
                  <c:v>40648</c:v>
                </c:pt>
                <c:pt idx="2945">
                  <c:v>40651</c:v>
                </c:pt>
                <c:pt idx="2946">
                  <c:v>40652</c:v>
                </c:pt>
                <c:pt idx="2947">
                  <c:v>40653</c:v>
                </c:pt>
                <c:pt idx="2948">
                  <c:v>40654</c:v>
                </c:pt>
                <c:pt idx="2949">
                  <c:v>40655</c:v>
                </c:pt>
                <c:pt idx="2950">
                  <c:v>40658</c:v>
                </c:pt>
                <c:pt idx="2951">
                  <c:v>40659</c:v>
                </c:pt>
                <c:pt idx="2952">
                  <c:v>40660</c:v>
                </c:pt>
                <c:pt idx="2953">
                  <c:v>40661</c:v>
                </c:pt>
                <c:pt idx="2954">
                  <c:v>40662</c:v>
                </c:pt>
                <c:pt idx="2955">
                  <c:v>40665</c:v>
                </c:pt>
                <c:pt idx="2956">
                  <c:v>40666</c:v>
                </c:pt>
                <c:pt idx="2957">
                  <c:v>40667</c:v>
                </c:pt>
                <c:pt idx="2958">
                  <c:v>40668</c:v>
                </c:pt>
                <c:pt idx="2959">
                  <c:v>40669</c:v>
                </c:pt>
                <c:pt idx="2960">
                  <c:v>40672</c:v>
                </c:pt>
                <c:pt idx="2961">
                  <c:v>40673</c:v>
                </c:pt>
                <c:pt idx="2962">
                  <c:v>40674</c:v>
                </c:pt>
                <c:pt idx="2963">
                  <c:v>40675</c:v>
                </c:pt>
                <c:pt idx="2964">
                  <c:v>40676</c:v>
                </c:pt>
                <c:pt idx="2965">
                  <c:v>40679</c:v>
                </c:pt>
                <c:pt idx="2966">
                  <c:v>40680</c:v>
                </c:pt>
                <c:pt idx="2967">
                  <c:v>40681</c:v>
                </c:pt>
                <c:pt idx="2968">
                  <c:v>40682</c:v>
                </c:pt>
                <c:pt idx="2969">
                  <c:v>40683</c:v>
                </c:pt>
                <c:pt idx="2970">
                  <c:v>40686</c:v>
                </c:pt>
                <c:pt idx="2971">
                  <c:v>40687</c:v>
                </c:pt>
                <c:pt idx="2972">
                  <c:v>40688</c:v>
                </c:pt>
                <c:pt idx="2973">
                  <c:v>40689</c:v>
                </c:pt>
                <c:pt idx="2974">
                  <c:v>40690</c:v>
                </c:pt>
                <c:pt idx="2975">
                  <c:v>40693</c:v>
                </c:pt>
                <c:pt idx="2976">
                  <c:v>40694</c:v>
                </c:pt>
                <c:pt idx="2977">
                  <c:v>40695</c:v>
                </c:pt>
                <c:pt idx="2978">
                  <c:v>40696</c:v>
                </c:pt>
                <c:pt idx="2979">
                  <c:v>40697</c:v>
                </c:pt>
                <c:pt idx="2980">
                  <c:v>40700</c:v>
                </c:pt>
                <c:pt idx="2981">
                  <c:v>40701</c:v>
                </c:pt>
                <c:pt idx="2982">
                  <c:v>40702</c:v>
                </c:pt>
                <c:pt idx="2983">
                  <c:v>40703</c:v>
                </c:pt>
                <c:pt idx="2984">
                  <c:v>40704</c:v>
                </c:pt>
                <c:pt idx="2985">
                  <c:v>40707</c:v>
                </c:pt>
                <c:pt idx="2986">
                  <c:v>40708</c:v>
                </c:pt>
                <c:pt idx="2987">
                  <c:v>40709</c:v>
                </c:pt>
                <c:pt idx="2988">
                  <c:v>40710</c:v>
                </c:pt>
                <c:pt idx="2989">
                  <c:v>40711</c:v>
                </c:pt>
                <c:pt idx="2990">
                  <c:v>40714</c:v>
                </c:pt>
                <c:pt idx="2991">
                  <c:v>40715</c:v>
                </c:pt>
                <c:pt idx="2992">
                  <c:v>40716</c:v>
                </c:pt>
                <c:pt idx="2993">
                  <c:v>40717</c:v>
                </c:pt>
                <c:pt idx="2994">
                  <c:v>40718</c:v>
                </c:pt>
                <c:pt idx="2995">
                  <c:v>40721</c:v>
                </c:pt>
                <c:pt idx="2996">
                  <c:v>40722</c:v>
                </c:pt>
                <c:pt idx="2997">
                  <c:v>40723</c:v>
                </c:pt>
                <c:pt idx="2998">
                  <c:v>40724</c:v>
                </c:pt>
                <c:pt idx="2999">
                  <c:v>40725</c:v>
                </c:pt>
                <c:pt idx="3000">
                  <c:v>40728</c:v>
                </c:pt>
                <c:pt idx="3001">
                  <c:v>40729</c:v>
                </c:pt>
                <c:pt idx="3002">
                  <c:v>40730</c:v>
                </c:pt>
                <c:pt idx="3003">
                  <c:v>40731</c:v>
                </c:pt>
                <c:pt idx="3004">
                  <c:v>40732</c:v>
                </c:pt>
                <c:pt idx="3005">
                  <c:v>40735</c:v>
                </c:pt>
                <c:pt idx="3006">
                  <c:v>40736</c:v>
                </c:pt>
                <c:pt idx="3007">
                  <c:v>40737</c:v>
                </c:pt>
                <c:pt idx="3008">
                  <c:v>40738</c:v>
                </c:pt>
                <c:pt idx="3009">
                  <c:v>40739</c:v>
                </c:pt>
                <c:pt idx="3010">
                  <c:v>40742</c:v>
                </c:pt>
                <c:pt idx="3011">
                  <c:v>40743</c:v>
                </c:pt>
                <c:pt idx="3012">
                  <c:v>40744</c:v>
                </c:pt>
                <c:pt idx="3013">
                  <c:v>40745</c:v>
                </c:pt>
                <c:pt idx="3014">
                  <c:v>40746</c:v>
                </c:pt>
                <c:pt idx="3015">
                  <c:v>40749</c:v>
                </c:pt>
                <c:pt idx="3016">
                  <c:v>40750</c:v>
                </c:pt>
                <c:pt idx="3017">
                  <c:v>40751</c:v>
                </c:pt>
                <c:pt idx="3018">
                  <c:v>40752</c:v>
                </c:pt>
                <c:pt idx="3019">
                  <c:v>40753</c:v>
                </c:pt>
                <c:pt idx="3020">
                  <c:v>40756</c:v>
                </c:pt>
                <c:pt idx="3021">
                  <c:v>40757</c:v>
                </c:pt>
                <c:pt idx="3022">
                  <c:v>40758</c:v>
                </c:pt>
                <c:pt idx="3023">
                  <c:v>40759</c:v>
                </c:pt>
                <c:pt idx="3024">
                  <c:v>40760</c:v>
                </c:pt>
                <c:pt idx="3025">
                  <c:v>40763</c:v>
                </c:pt>
                <c:pt idx="3026">
                  <c:v>40764</c:v>
                </c:pt>
                <c:pt idx="3027">
                  <c:v>40765</c:v>
                </c:pt>
                <c:pt idx="3028">
                  <c:v>40766</c:v>
                </c:pt>
                <c:pt idx="3029">
                  <c:v>40767</c:v>
                </c:pt>
                <c:pt idx="3030">
                  <c:v>40770</c:v>
                </c:pt>
                <c:pt idx="3031">
                  <c:v>40771</c:v>
                </c:pt>
                <c:pt idx="3032">
                  <c:v>40772</c:v>
                </c:pt>
                <c:pt idx="3033">
                  <c:v>40773</c:v>
                </c:pt>
                <c:pt idx="3034">
                  <c:v>40774</c:v>
                </c:pt>
                <c:pt idx="3035">
                  <c:v>40777</c:v>
                </c:pt>
                <c:pt idx="3036">
                  <c:v>40778</c:v>
                </c:pt>
                <c:pt idx="3037">
                  <c:v>40779</c:v>
                </c:pt>
                <c:pt idx="3038">
                  <c:v>40780</c:v>
                </c:pt>
                <c:pt idx="3039">
                  <c:v>40781</c:v>
                </c:pt>
                <c:pt idx="3040">
                  <c:v>40784</c:v>
                </c:pt>
                <c:pt idx="3041">
                  <c:v>40785</c:v>
                </c:pt>
                <c:pt idx="3042">
                  <c:v>40786</c:v>
                </c:pt>
                <c:pt idx="3043">
                  <c:v>40787</c:v>
                </c:pt>
                <c:pt idx="3044">
                  <c:v>40788</c:v>
                </c:pt>
                <c:pt idx="3045">
                  <c:v>40791</c:v>
                </c:pt>
                <c:pt idx="3046">
                  <c:v>40792</c:v>
                </c:pt>
                <c:pt idx="3047">
                  <c:v>40793</c:v>
                </c:pt>
                <c:pt idx="3048">
                  <c:v>40794</c:v>
                </c:pt>
                <c:pt idx="3049">
                  <c:v>40795</c:v>
                </c:pt>
                <c:pt idx="3050">
                  <c:v>40798</c:v>
                </c:pt>
                <c:pt idx="3051">
                  <c:v>40799</c:v>
                </c:pt>
                <c:pt idx="3052">
                  <c:v>40800</c:v>
                </c:pt>
                <c:pt idx="3053">
                  <c:v>40801</c:v>
                </c:pt>
                <c:pt idx="3054">
                  <c:v>40802</c:v>
                </c:pt>
                <c:pt idx="3055">
                  <c:v>40805</c:v>
                </c:pt>
                <c:pt idx="3056">
                  <c:v>40806</c:v>
                </c:pt>
                <c:pt idx="3057">
                  <c:v>40807</c:v>
                </c:pt>
                <c:pt idx="3058">
                  <c:v>40808</c:v>
                </c:pt>
                <c:pt idx="3059">
                  <c:v>40809</c:v>
                </c:pt>
                <c:pt idx="3060">
                  <c:v>40812</c:v>
                </c:pt>
                <c:pt idx="3061">
                  <c:v>40813</c:v>
                </c:pt>
                <c:pt idx="3062">
                  <c:v>40814</c:v>
                </c:pt>
                <c:pt idx="3063">
                  <c:v>40815</c:v>
                </c:pt>
                <c:pt idx="3064">
                  <c:v>40816</c:v>
                </c:pt>
                <c:pt idx="3065">
                  <c:v>40819</c:v>
                </c:pt>
                <c:pt idx="3066">
                  <c:v>40820</c:v>
                </c:pt>
                <c:pt idx="3067">
                  <c:v>40821</c:v>
                </c:pt>
                <c:pt idx="3068">
                  <c:v>40822</c:v>
                </c:pt>
                <c:pt idx="3069">
                  <c:v>40823</c:v>
                </c:pt>
                <c:pt idx="3070">
                  <c:v>40826</c:v>
                </c:pt>
                <c:pt idx="3071">
                  <c:v>40827</c:v>
                </c:pt>
                <c:pt idx="3072">
                  <c:v>40828</c:v>
                </c:pt>
                <c:pt idx="3073">
                  <c:v>40829</c:v>
                </c:pt>
                <c:pt idx="3074">
                  <c:v>40830</c:v>
                </c:pt>
                <c:pt idx="3075">
                  <c:v>40833</c:v>
                </c:pt>
                <c:pt idx="3076">
                  <c:v>40834</c:v>
                </c:pt>
                <c:pt idx="3077">
                  <c:v>40835</c:v>
                </c:pt>
                <c:pt idx="3078">
                  <c:v>40836</c:v>
                </c:pt>
                <c:pt idx="3079">
                  <c:v>40837</c:v>
                </c:pt>
                <c:pt idx="3080">
                  <c:v>40840</c:v>
                </c:pt>
                <c:pt idx="3081">
                  <c:v>40841</c:v>
                </c:pt>
                <c:pt idx="3082">
                  <c:v>40842</c:v>
                </c:pt>
                <c:pt idx="3083">
                  <c:v>40843</c:v>
                </c:pt>
                <c:pt idx="3084">
                  <c:v>40844</c:v>
                </c:pt>
                <c:pt idx="3085">
                  <c:v>40847</c:v>
                </c:pt>
                <c:pt idx="3086">
                  <c:v>40848</c:v>
                </c:pt>
                <c:pt idx="3087">
                  <c:v>40849</c:v>
                </c:pt>
                <c:pt idx="3088">
                  <c:v>40850</c:v>
                </c:pt>
                <c:pt idx="3089">
                  <c:v>40851</c:v>
                </c:pt>
                <c:pt idx="3090">
                  <c:v>40854</c:v>
                </c:pt>
                <c:pt idx="3091">
                  <c:v>40855</c:v>
                </c:pt>
                <c:pt idx="3092">
                  <c:v>40856</c:v>
                </c:pt>
                <c:pt idx="3093">
                  <c:v>40857</c:v>
                </c:pt>
                <c:pt idx="3094">
                  <c:v>40858</c:v>
                </c:pt>
                <c:pt idx="3095">
                  <c:v>40861</c:v>
                </c:pt>
                <c:pt idx="3096">
                  <c:v>40862</c:v>
                </c:pt>
                <c:pt idx="3097">
                  <c:v>40863</c:v>
                </c:pt>
                <c:pt idx="3098">
                  <c:v>40864</c:v>
                </c:pt>
                <c:pt idx="3099">
                  <c:v>40865</c:v>
                </c:pt>
                <c:pt idx="3100">
                  <c:v>40868</c:v>
                </c:pt>
                <c:pt idx="3101">
                  <c:v>40869</c:v>
                </c:pt>
                <c:pt idx="3102">
                  <c:v>40870</c:v>
                </c:pt>
                <c:pt idx="3103">
                  <c:v>40871</c:v>
                </c:pt>
                <c:pt idx="3104">
                  <c:v>40872</c:v>
                </c:pt>
                <c:pt idx="3105">
                  <c:v>40875</c:v>
                </c:pt>
                <c:pt idx="3106">
                  <c:v>40876</c:v>
                </c:pt>
                <c:pt idx="3107">
                  <c:v>40877</c:v>
                </c:pt>
                <c:pt idx="3108">
                  <c:v>40878</c:v>
                </c:pt>
                <c:pt idx="3109">
                  <c:v>40879</c:v>
                </c:pt>
                <c:pt idx="3110">
                  <c:v>40882</c:v>
                </c:pt>
                <c:pt idx="3111">
                  <c:v>40883</c:v>
                </c:pt>
                <c:pt idx="3112">
                  <c:v>40884</c:v>
                </c:pt>
                <c:pt idx="3113">
                  <c:v>40885</c:v>
                </c:pt>
                <c:pt idx="3114">
                  <c:v>40886</c:v>
                </c:pt>
                <c:pt idx="3115">
                  <c:v>40889</c:v>
                </c:pt>
                <c:pt idx="3116">
                  <c:v>40890</c:v>
                </c:pt>
                <c:pt idx="3117">
                  <c:v>40891</c:v>
                </c:pt>
                <c:pt idx="3118">
                  <c:v>40892</c:v>
                </c:pt>
                <c:pt idx="3119">
                  <c:v>40893</c:v>
                </c:pt>
                <c:pt idx="3120">
                  <c:v>40896</c:v>
                </c:pt>
                <c:pt idx="3121">
                  <c:v>40897</c:v>
                </c:pt>
                <c:pt idx="3122">
                  <c:v>40898</c:v>
                </c:pt>
                <c:pt idx="3123">
                  <c:v>40899</c:v>
                </c:pt>
                <c:pt idx="3124">
                  <c:v>40900</c:v>
                </c:pt>
                <c:pt idx="3125">
                  <c:v>40903</c:v>
                </c:pt>
                <c:pt idx="3126">
                  <c:v>40904</c:v>
                </c:pt>
                <c:pt idx="3127">
                  <c:v>40905</c:v>
                </c:pt>
                <c:pt idx="3128">
                  <c:v>40906</c:v>
                </c:pt>
                <c:pt idx="3129">
                  <c:v>40907</c:v>
                </c:pt>
                <c:pt idx="3130">
                  <c:v>40910</c:v>
                </c:pt>
                <c:pt idx="3131">
                  <c:v>40911</c:v>
                </c:pt>
                <c:pt idx="3132">
                  <c:v>40912</c:v>
                </c:pt>
                <c:pt idx="3133">
                  <c:v>40913</c:v>
                </c:pt>
                <c:pt idx="3134">
                  <c:v>40914</c:v>
                </c:pt>
                <c:pt idx="3135">
                  <c:v>40917</c:v>
                </c:pt>
                <c:pt idx="3136">
                  <c:v>40918</c:v>
                </c:pt>
                <c:pt idx="3137">
                  <c:v>40919</c:v>
                </c:pt>
                <c:pt idx="3138">
                  <c:v>40920</c:v>
                </c:pt>
                <c:pt idx="3139">
                  <c:v>40921</c:v>
                </c:pt>
                <c:pt idx="3140">
                  <c:v>40924</c:v>
                </c:pt>
                <c:pt idx="3141">
                  <c:v>40925</c:v>
                </c:pt>
                <c:pt idx="3142">
                  <c:v>40926</c:v>
                </c:pt>
                <c:pt idx="3143">
                  <c:v>40927</c:v>
                </c:pt>
                <c:pt idx="3144">
                  <c:v>40928</c:v>
                </c:pt>
                <c:pt idx="3145">
                  <c:v>40931</c:v>
                </c:pt>
                <c:pt idx="3146">
                  <c:v>40932</c:v>
                </c:pt>
                <c:pt idx="3147">
                  <c:v>40933</c:v>
                </c:pt>
                <c:pt idx="3148">
                  <c:v>40934</c:v>
                </c:pt>
                <c:pt idx="3149">
                  <c:v>40935</c:v>
                </c:pt>
                <c:pt idx="3150">
                  <c:v>40938</c:v>
                </c:pt>
                <c:pt idx="3151">
                  <c:v>40939</c:v>
                </c:pt>
                <c:pt idx="3152">
                  <c:v>40940</c:v>
                </c:pt>
                <c:pt idx="3153">
                  <c:v>40941</c:v>
                </c:pt>
                <c:pt idx="3154">
                  <c:v>40942</c:v>
                </c:pt>
                <c:pt idx="3155">
                  <c:v>40945</c:v>
                </c:pt>
                <c:pt idx="3156">
                  <c:v>40946</c:v>
                </c:pt>
                <c:pt idx="3157">
                  <c:v>40947</c:v>
                </c:pt>
                <c:pt idx="3158">
                  <c:v>40948</c:v>
                </c:pt>
                <c:pt idx="3159">
                  <c:v>40949</c:v>
                </c:pt>
                <c:pt idx="3160">
                  <c:v>40952</c:v>
                </c:pt>
                <c:pt idx="3161">
                  <c:v>40953</c:v>
                </c:pt>
                <c:pt idx="3162">
                  <c:v>40954</c:v>
                </c:pt>
                <c:pt idx="3163">
                  <c:v>40955</c:v>
                </c:pt>
                <c:pt idx="3164">
                  <c:v>40956</c:v>
                </c:pt>
                <c:pt idx="3165">
                  <c:v>40959</c:v>
                </c:pt>
                <c:pt idx="3166">
                  <c:v>40960</c:v>
                </c:pt>
                <c:pt idx="3167">
                  <c:v>40961</c:v>
                </c:pt>
                <c:pt idx="3168">
                  <c:v>40962</c:v>
                </c:pt>
                <c:pt idx="3169">
                  <c:v>40963</c:v>
                </c:pt>
                <c:pt idx="3170">
                  <c:v>40966</c:v>
                </c:pt>
                <c:pt idx="3171">
                  <c:v>40967</c:v>
                </c:pt>
                <c:pt idx="3172">
                  <c:v>40968</c:v>
                </c:pt>
                <c:pt idx="3173">
                  <c:v>40969</c:v>
                </c:pt>
                <c:pt idx="3174">
                  <c:v>40970</c:v>
                </c:pt>
                <c:pt idx="3175">
                  <c:v>40973</c:v>
                </c:pt>
                <c:pt idx="3176">
                  <c:v>40974</c:v>
                </c:pt>
                <c:pt idx="3177">
                  <c:v>40975</c:v>
                </c:pt>
                <c:pt idx="3178">
                  <c:v>40976</c:v>
                </c:pt>
                <c:pt idx="3179">
                  <c:v>40977</c:v>
                </c:pt>
                <c:pt idx="3180">
                  <c:v>40980</c:v>
                </c:pt>
                <c:pt idx="3181">
                  <c:v>40981</c:v>
                </c:pt>
                <c:pt idx="3182">
                  <c:v>40982</c:v>
                </c:pt>
                <c:pt idx="3183">
                  <c:v>40983</c:v>
                </c:pt>
                <c:pt idx="3184">
                  <c:v>40984</c:v>
                </c:pt>
                <c:pt idx="3185">
                  <c:v>40987</c:v>
                </c:pt>
                <c:pt idx="3186">
                  <c:v>40988</c:v>
                </c:pt>
                <c:pt idx="3187">
                  <c:v>40989</c:v>
                </c:pt>
                <c:pt idx="3188">
                  <c:v>40990</c:v>
                </c:pt>
                <c:pt idx="3189">
                  <c:v>40991</c:v>
                </c:pt>
                <c:pt idx="3190">
                  <c:v>40994</c:v>
                </c:pt>
                <c:pt idx="3191">
                  <c:v>40995</c:v>
                </c:pt>
                <c:pt idx="3192">
                  <c:v>40996</c:v>
                </c:pt>
                <c:pt idx="3193">
                  <c:v>40997</c:v>
                </c:pt>
                <c:pt idx="3194">
                  <c:v>40998</c:v>
                </c:pt>
                <c:pt idx="3195">
                  <c:v>41001</c:v>
                </c:pt>
                <c:pt idx="3196">
                  <c:v>41002</c:v>
                </c:pt>
                <c:pt idx="3197">
                  <c:v>41003</c:v>
                </c:pt>
                <c:pt idx="3198">
                  <c:v>41004</c:v>
                </c:pt>
                <c:pt idx="3199">
                  <c:v>41005</c:v>
                </c:pt>
                <c:pt idx="3200">
                  <c:v>41008</c:v>
                </c:pt>
                <c:pt idx="3201">
                  <c:v>41009</c:v>
                </c:pt>
                <c:pt idx="3202">
                  <c:v>41010</c:v>
                </c:pt>
                <c:pt idx="3203">
                  <c:v>41011</c:v>
                </c:pt>
                <c:pt idx="3204">
                  <c:v>41012</c:v>
                </c:pt>
                <c:pt idx="3205">
                  <c:v>41015</c:v>
                </c:pt>
                <c:pt idx="3206">
                  <c:v>41016</c:v>
                </c:pt>
                <c:pt idx="3207">
                  <c:v>41017</c:v>
                </c:pt>
                <c:pt idx="3208">
                  <c:v>41018</c:v>
                </c:pt>
                <c:pt idx="3209">
                  <c:v>41019</c:v>
                </c:pt>
                <c:pt idx="3210">
                  <c:v>41022</c:v>
                </c:pt>
                <c:pt idx="3211">
                  <c:v>41023</c:v>
                </c:pt>
                <c:pt idx="3212">
                  <c:v>41024</c:v>
                </c:pt>
                <c:pt idx="3213">
                  <c:v>41025</c:v>
                </c:pt>
                <c:pt idx="3214">
                  <c:v>41026</c:v>
                </c:pt>
                <c:pt idx="3215">
                  <c:v>41029</c:v>
                </c:pt>
                <c:pt idx="3216">
                  <c:v>41030</c:v>
                </c:pt>
                <c:pt idx="3217">
                  <c:v>41031</c:v>
                </c:pt>
                <c:pt idx="3218">
                  <c:v>41032</c:v>
                </c:pt>
                <c:pt idx="3219">
                  <c:v>41033</c:v>
                </c:pt>
                <c:pt idx="3220">
                  <c:v>41036</c:v>
                </c:pt>
                <c:pt idx="3221">
                  <c:v>41037</c:v>
                </c:pt>
                <c:pt idx="3222">
                  <c:v>41038</c:v>
                </c:pt>
                <c:pt idx="3223">
                  <c:v>41039</c:v>
                </c:pt>
                <c:pt idx="3224">
                  <c:v>41040</c:v>
                </c:pt>
                <c:pt idx="3225">
                  <c:v>41043</c:v>
                </c:pt>
                <c:pt idx="3226">
                  <c:v>41044</c:v>
                </c:pt>
                <c:pt idx="3227">
                  <c:v>41045</c:v>
                </c:pt>
                <c:pt idx="3228">
                  <c:v>41046</c:v>
                </c:pt>
                <c:pt idx="3229">
                  <c:v>41047</c:v>
                </c:pt>
                <c:pt idx="3230">
                  <c:v>41050</c:v>
                </c:pt>
                <c:pt idx="3231">
                  <c:v>41051</c:v>
                </c:pt>
                <c:pt idx="3232">
                  <c:v>41052</c:v>
                </c:pt>
                <c:pt idx="3233">
                  <c:v>41053</c:v>
                </c:pt>
                <c:pt idx="3234">
                  <c:v>41054</c:v>
                </c:pt>
                <c:pt idx="3235">
                  <c:v>41057</c:v>
                </c:pt>
                <c:pt idx="3236">
                  <c:v>41058</c:v>
                </c:pt>
                <c:pt idx="3237">
                  <c:v>41059</c:v>
                </c:pt>
                <c:pt idx="3238">
                  <c:v>41060</c:v>
                </c:pt>
                <c:pt idx="3239">
                  <c:v>41061</c:v>
                </c:pt>
                <c:pt idx="3240">
                  <c:v>41064</c:v>
                </c:pt>
                <c:pt idx="3241">
                  <c:v>41065</c:v>
                </c:pt>
                <c:pt idx="3242">
                  <c:v>41066</c:v>
                </c:pt>
                <c:pt idx="3243">
                  <c:v>41067</c:v>
                </c:pt>
                <c:pt idx="3244">
                  <c:v>41068</c:v>
                </c:pt>
                <c:pt idx="3245">
                  <c:v>41071</c:v>
                </c:pt>
                <c:pt idx="3246">
                  <c:v>41072</c:v>
                </c:pt>
                <c:pt idx="3247">
                  <c:v>41073</c:v>
                </c:pt>
                <c:pt idx="3248">
                  <c:v>41074</c:v>
                </c:pt>
                <c:pt idx="3249">
                  <c:v>41075</c:v>
                </c:pt>
                <c:pt idx="3250">
                  <c:v>41078</c:v>
                </c:pt>
                <c:pt idx="3251">
                  <c:v>41079</c:v>
                </c:pt>
                <c:pt idx="3252">
                  <c:v>41080</c:v>
                </c:pt>
                <c:pt idx="3253">
                  <c:v>41081</c:v>
                </c:pt>
                <c:pt idx="3254">
                  <c:v>41082</c:v>
                </c:pt>
                <c:pt idx="3255">
                  <c:v>41085</c:v>
                </c:pt>
                <c:pt idx="3256">
                  <c:v>41086</c:v>
                </c:pt>
                <c:pt idx="3257">
                  <c:v>41087</c:v>
                </c:pt>
                <c:pt idx="3258">
                  <c:v>41088</c:v>
                </c:pt>
                <c:pt idx="3259">
                  <c:v>41089</c:v>
                </c:pt>
                <c:pt idx="3260">
                  <c:v>41092</c:v>
                </c:pt>
                <c:pt idx="3261">
                  <c:v>41093</c:v>
                </c:pt>
                <c:pt idx="3262">
                  <c:v>41094</c:v>
                </c:pt>
                <c:pt idx="3263">
                  <c:v>41095</c:v>
                </c:pt>
                <c:pt idx="3264">
                  <c:v>41096</c:v>
                </c:pt>
                <c:pt idx="3265">
                  <c:v>41099</c:v>
                </c:pt>
                <c:pt idx="3266">
                  <c:v>41100</c:v>
                </c:pt>
                <c:pt idx="3267">
                  <c:v>41101</c:v>
                </c:pt>
                <c:pt idx="3268">
                  <c:v>41102</c:v>
                </c:pt>
                <c:pt idx="3269">
                  <c:v>41103</c:v>
                </c:pt>
                <c:pt idx="3270">
                  <c:v>41106</c:v>
                </c:pt>
                <c:pt idx="3271">
                  <c:v>41107</c:v>
                </c:pt>
                <c:pt idx="3272">
                  <c:v>41108</c:v>
                </c:pt>
                <c:pt idx="3273">
                  <c:v>41109</c:v>
                </c:pt>
                <c:pt idx="3274">
                  <c:v>41110</c:v>
                </c:pt>
                <c:pt idx="3275">
                  <c:v>41113</c:v>
                </c:pt>
                <c:pt idx="3276">
                  <c:v>41114</c:v>
                </c:pt>
                <c:pt idx="3277">
                  <c:v>41115</c:v>
                </c:pt>
                <c:pt idx="3278">
                  <c:v>41116</c:v>
                </c:pt>
                <c:pt idx="3279">
                  <c:v>41117</c:v>
                </c:pt>
                <c:pt idx="3280">
                  <c:v>41120</c:v>
                </c:pt>
                <c:pt idx="3281">
                  <c:v>41121</c:v>
                </c:pt>
                <c:pt idx="3282">
                  <c:v>41122</c:v>
                </c:pt>
                <c:pt idx="3283">
                  <c:v>41123</c:v>
                </c:pt>
                <c:pt idx="3284">
                  <c:v>41124</c:v>
                </c:pt>
                <c:pt idx="3285">
                  <c:v>41127</c:v>
                </c:pt>
                <c:pt idx="3286">
                  <c:v>41128</c:v>
                </c:pt>
                <c:pt idx="3287">
                  <c:v>41129</c:v>
                </c:pt>
                <c:pt idx="3288">
                  <c:v>41130</c:v>
                </c:pt>
                <c:pt idx="3289">
                  <c:v>41131</c:v>
                </c:pt>
                <c:pt idx="3290">
                  <c:v>41134</c:v>
                </c:pt>
                <c:pt idx="3291">
                  <c:v>41135</c:v>
                </c:pt>
                <c:pt idx="3292">
                  <c:v>41136</c:v>
                </c:pt>
                <c:pt idx="3293">
                  <c:v>41137</c:v>
                </c:pt>
                <c:pt idx="3294">
                  <c:v>41138</c:v>
                </c:pt>
                <c:pt idx="3295">
                  <c:v>41141</c:v>
                </c:pt>
                <c:pt idx="3296">
                  <c:v>41142</c:v>
                </c:pt>
                <c:pt idx="3297">
                  <c:v>41143</c:v>
                </c:pt>
                <c:pt idx="3298">
                  <c:v>41144</c:v>
                </c:pt>
                <c:pt idx="3299">
                  <c:v>41145</c:v>
                </c:pt>
                <c:pt idx="3300">
                  <c:v>41148</c:v>
                </c:pt>
                <c:pt idx="3301">
                  <c:v>41149</c:v>
                </c:pt>
                <c:pt idx="3302">
                  <c:v>41150</c:v>
                </c:pt>
                <c:pt idx="3303">
                  <c:v>41151</c:v>
                </c:pt>
                <c:pt idx="3304">
                  <c:v>41152</c:v>
                </c:pt>
                <c:pt idx="3305">
                  <c:v>41155</c:v>
                </c:pt>
                <c:pt idx="3306">
                  <c:v>41156</c:v>
                </c:pt>
                <c:pt idx="3307">
                  <c:v>41157</c:v>
                </c:pt>
                <c:pt idx="3308">
                  <c:v>41158</c:v>
                </c:pt>
                <c:pt idx="3309">
                  <c:v>41159</c:v>
                </c:pt>
                <c:pt idx="3310">
                  <c:v>41162</c:v>
                </c:pt>
                <c:pt idx="3311">
                  <c:v>41163</c:v>
                </c:pt>
                <c:pt idx="3312">
                  <c:v>41164</c:v>
                </c:pt>
                <c:pt idx="3313">
                  <c:v>41165</c:v>
                </c:pt>
                <c:pt idx="3314">
                  <c:v>41166</c:v>
                </c:pt>
                <c:pt idx="3315">
                  <c:v>41169</c:v>
                </c:pt>
                <c:pt idx="3316">
                  <c:v>41170</c:v>
                </c:pt>
                <c:pt idx="3317">
                  <c:v>41171</c:v>
                </c:pt>
                <c:pt idx="3318">
                  <c:v>41172</c:v>
                </c:pt>
                <c:pt idx="3319">
                  <c:v>41173</c:v>
                </c:pt>
                <c:pt idx="3320">
                  <c:v>41176</c:v>
                </c:pt>
                <c:pt idx="3321">
                  <c:v>41177</c:v>
                </c:pt>
                <c:pt idx="3322">
                  <c:v>41178</c:v>
                </c:pt>
                <c:pt idx="3323">
                  <c:v>41179</c:v>
                </c:pt>
                <c:pt idx="3324">
                  <c:v>41180</c:v>
                </c:pt>
                <c:pt idx="3325">
                  <c:v>41183</c:v>
                </c:pt>
                <c:pt idx="3326">
                  <c:v>41184</c:v>
                </c:pt>
                <c:pt idx="3327">
                  <c:v>41185</c:v>
                </c:pt>
                <c:pt idx="3328">
                  <c:v>41186</c:v>
                </c:pt>
                <c:pt idx="3329">
                  <c:v>41187</c:v>
                </c:pt>
                <c:pt idx="3330">
                  <c:v>41190</c:v>
                </c:pt>
                <c:pt idx="3331">
                  <c:v>41191</c:v>
                </c:pt>
                <c:pt idx="3332">
                  <c:v>41192</c:v>
                </c:pt>
                <c:pt idx="3333">
                  <c:v>41193</c:v>
                </c:pt>
                <c:pt idx="3334">
                  <c:v>41194</c:v>
                </c:pt>
                <c:pt idx="3335">
                  <c:v>41197</c:v>
                </c:pt>
                <c:pt idx="3336">
                  <c:v>41198</c:v>
                </c:pt>
                <c:pt idx="3337">
                  <c:v>41199</c:v>
                </c:pt>
                <c:pt idx="3338">
                  <c:v>41200</c:v>
                </c:pt>
                <c:pt idx="3339">
                  <c:v>41201</c:v>
                </c:pt>
                <c:pt idx="3340">
                  <c:v>41204</c:v>
                </c:pt>
                <c:pt idx="3341">
                  <c:v>41205</c:v>
                </c:pt>
                <c:pt idx="3342">
                  <c:v>41206</c:v>
                </c:pt>
                <c:pt idx="3343">
                  <c:v>41207</c:v>
                </c:pt>
                <c:pt idx="3344">
                  <c:v>41208</c:v>
                </c:pt>
                <c:pt idx="3345">
                  <c:v>41211</c:v>
                </c:pt>
                <c:pt idx="3346">
                  <c:v>41212</c:v>
                </c:pt>
                <c:pt idx="3347">
                  <c:v>41213</c:v>
                </c:pt>
                <c:pt idx="3348">
                  <c:v>41214</c:v>
                </c:pt>
                <c:pt idx="3349">
                  <c:v>41215</c:v>
                </c:pt>
                <c:pt idx="3350">
                  <c:v>41218</c:v>
                </c:pt>
                <c:pt idx="3351">
                  <c:v>41219</c:v>
                </c:pt>
                <c:pt idx="3352">
                  <c:v>41220</c:v>
                </c:pt>
                <c:pt idx="3353">
                  <c:v>41221</c:v>
                </c:pt>
                <c:pt idx="3354">
                  <c:v>41222</c:v>
                </c:pt>
                <c:pt idx="3355">
                  <c:v>41225</c:v>
                </c:pt>
                <c:pt idx="3356">
                  <c:v>41226</c:v>
                </c:pt>
                <c:pt idx="3357">
                  <c:v>41227</c:v>
                </c:pt>
                <c:pt idx="3358">
                  <c:v>41228</c:v>
                </c:pt>
                <c:pt idx="3359">
                  <c:v>41229</c:v>
                </c:pt>
                <c:pt idx="3360">
                  <c:v>41232</c:v>
                </c:pt>
                <c:pt idx="3361">
                  <c:v>41233</c:v>
                </c:pt>
                <c:pt idx="3362">
                  <c:v>41234</c:v>
                </c:pt>
                <c:pt idx="3363">
                  <c:v>41235</c:v>
                </c:pt>
                <c:pt idx="3364">
                  <c:v>41236</c:v>
                </c:pt>
                <c:pt idx="3365">
                  <c:v>41239</c:v>
                </c:pt>
                <c:pt idx="3366">
                  <c:v>41240</c:v>
                </c:pt>
                <c:pt idx="3367">
                  <c:v>41241</c:v>
                </c:pt>
                <c:pt idx="3368">
                  <c:v>41242</c:v>
                </c:pt>
                <c:pt idx="3369">
                  <c:v>41243</c:v>
                </c:pt>
                <c:pt idx="3370">
                  <c:v>41246</c:v>
                </c:pt>
                <c:pt idx="3371">
                  <c:v>41247</c:v>
                </c:pt>
                <c:pt idx="3372">
                  <c:v>41248</c:v>
                </c:pt>
                <c:pt idx="3373">
                  <c:v>41249</c:v>
                </c:pt>
                <c:pt idx="3374">
                  <c:v>41250</c:v>
                </c:pt>
                <c:pt idx="3375">
                  <c:v>41253</c:v>
                </c:pt>
                <c:pt idx="3376">
                  <c:v>41254</c:v>
                </c:pt>
                <c:pt idx="3377">
                  <c:v>41255</c:v>
                </c:pt>
                <c:pt idx="3378">
                  <c:v>41256</c:v>
                </c:pt>
                <c:pt idx="3379">
                  <c:v>41257</c:v>
                </c:pt>
                <c:pt idx="3380">
                  <c:v>41260</c:v>
                </c:pt>
                <c:pt idx="3381">
                  <c:v>41261</c:v>
                </c:pt>
                <c:pt idx="3382">
                  <c:v>41262</c:v>
                </c:pt>
                <c:pt idx="3383">
                  <c:v>41263</c:v>
                </c:pt>
                <c:pt idx="3384">
                  <c:v>41264</c:v>
                </c:pt>
                <c:pt idx="3385">
                  <c:v>41267</c:v>
                </c:pt>
                <c:pt idx="3386">
                  <c:v>41268</c:v>
                </c:pt>
                <c:pt idx="3387">
                  <c:v>41269</c:v>
                </c:pt>
                <c:pt idx="3388">
                  <c:v>41270</c:v>
                </c:pt>
                <c:pt idx="3389">
                  <c:v>41271</c:v>
                </c:pt>
                <c:pt idx="3390">
                  <c:v>41274</c:v>
                </c:pt>
                <c:pt idx="3391">
                  <c:v>41275</c:v>
                </c:pt>
                <c:pt idx="3392">
                  <c:v>41276</c:v>
                </c:pt>
                <c:pt idx="3393">
                  <c:v>41277</c:v>
                </c:pt>
                <c:pt idx="3394">
                  <c:v>41278</c:v>
                </c:pt>
                <c:pt idx="3395">
                  <c:v>41281</c:v>
                </c:pt>
                <c:pt idx="3396">
                  <c:v>41282</c:v>
                </c:pt>
                <c:pt idx="3397">
                  <c:v>41283</c:v>
                </c:pt>
                <c:pt idx="3398">
                  <c:v>41284</c:v>
                </c:pt>
                <c:pt idx="3399">
                  <c:v>41285</c:v>
                </c:pt>
                <c:pt idx="3400">
                  <c:v>41288</c:v>
                </c:pt>
                <c:pt idx="3401">
                  <c:v>41289</c:v>
                </c:pt>
                <c:pt idx="3402">
                  <c:v>41290</c:v>
                </c:pt>
                <c:pt idx="3403">
                  <c:v>41291</c:v>
                </c:pt>
                <c:pt idx="3404">
                  <c:v>41292</c:v>
                </c:pt>
                <c:pt idx="3405">
                  <c:v>41295</c:v>
                </c:pt>
                <c:pt idx="3406">
                  <c:v>41296</c:v>
                </c:pt>
                <c:pt idx="3407">
                  <c:v>41297</c:v>
                </c:pt>
                <c:pt idx="3408">
                  <c:v>41298</c:v>
                </c:pt>
                <c:pt idx="3409">
                  <c:v>41299</c:v>
                </c:pt>
                <c:pt idx="3410">
                  <c:v>41302</c:v>
                </c:pt>
                <c:pt idx="3411">
                  <c:v>41303</c:v>
                </c:pt>
                <c:pt idx="3412">
                  <c:v>41304</c:v>
                </c:pt>
                <c:pt idx="3413">
                  <c:v>41305</c:v>
                </c:pt>
                <c:pt idx="3414">
                  <c:v>41306</c:v>
                </c:pt>
                <c:pt idx="3415">
                  <c:v>41309</c:v>
                </c:pt>
                <c:pt idx="3416">
                  <c:v>41310</c:v>
                </c:pt>
                <c:pt idx="3417">
                  <c:v>41311</c:v>
                </c:pt>
                <c:pt idx="3418">
                  <c:v>41312</c:v>
                </c:pt>
                <c:pt idx="3419">
                  <c:v>41313</c:v>
                </c:pt>
                <c:pt idx="3420">
                  <c:v>41316</c:v>
                </c:pt>
                <c:pt idx="3421">
                  <c:v>41317</c:v>
                </c:pt>
                <c:pt idx="3422">
                  <c:v>41318</c:v>
                </c:pt>
                <c:pt idx="3423">
                  <c:v>41319</c:v>
                </c:pt>
                <c:pt idx="3424">
                  <c:v>41320</c:v>
                </c:pt>
                <c:pt idx="3425">
                  <c:v>41323</c:v>
                </c:pt>
                <c:pt idx="3426">
                  <c:v>41324</c:v>
                </c:pt>
                <c:pt idx="3427">
                  <c:v>41325</c:v>
                </c:pt>
                <c:pt idx="3428">
                  <c:v>41326</c:v>
                </c:pt>
                <c:pt idx="3429">
                  <c:v>41327</c:v>
                </c:pt>
                <c:pt idx="3430">
                  <c:v>41330</c:v>
                </c:pt>
                <c:pt idx="3431">
                  <c:v>41331</c:v>
                </c:pt>
                <c:pt idx="3432">
                  <c:v>41332</c:v>
                </c:pt>
                <c:pt idx="3433">
                  <c:v>41333</c:v>
                </c:pt>
                <c:pt idx="3434">
                  <c:v>41334</c:v>
                </c:pt>
                <c:pt idx="3435">
                  <c:v>41337</c:v>
                </c:pt>
                <c:pt idx="3436">
                  <c:v>41338</c:v>
                </c:pt>
                <c:pt idx="3437">
                  <c:v>41339</c:v>
                </c:pt>
                <c:pt idx="3438">
                  <c:v>41340</c:v>
                </c:pt>
                <c:pt idx="3439">
                  <c:v>41341</c:v>
                </c:pt>
                <c:pt idx="3440">
                  <c:v>41344</c:v>
                </c:pt>
                <c:pt idx="3441">
                  <c:v>41345</c:v>
                </c:pt>
                <c:pt idx="3442">
                  <c:v>41346</c:v>
                </c:pt>
                <c:pt idx="3443">
                  <c:v>41347</c:v>
                </c:pt>
                <c:pt idx="3444">
                  <c:v>41348</c:v>
                </c:pt>
                <c:pt idx="3445">
                  <c:v>41351</c:v>
                </c:pt>
                <c:pt idx="3446">
                  <c:v>41352</c:v>
                </c:pt>
                <c:pt idx="3447">
                  <c:v>41353</c:v>
                </c:pt>
                <c:pt idx="3448">
                  <c:v>41354</c:v>
                </c:pt>
                <c:pt idx="3449">
                  <c:v>41355</c:v>
                </c:pt>
                <c:pt idx="3450">
                  <c:v>41358</c:v>
                </c:pt>
                <c:pt idx="3451">
                  <c:v>41359</c:v>
                </c:pt>
                <c:pt idx="3452">
                  <c:v>41360</c:v>
                </c:pt>
                <c:pt idx="3453">
                  <c:v>41361</c:v>
                </c:pt>
                <c:pt idx="3454">
                  <c:v>41362</c:v>
                </c:pt>
                <c:pt idx="3455">
                  <c:v>41365</c:v>
                </c:pt>
                <c:pt idx="3456">
                  <c:v>41366</c:v>
                </c:pt>
                <c:pt idx="3457">
                  <c:v>41367</c:v>
                </c:pt>
                <c:pt idx="3458">
                  <c:v>41368</c:v>
                </c:pt>
                <c:pt idx="3459">
                  <c:v>41369</c:v>
                </c:pt>
                <c:pt idx="3460">
                  <c:v>41372</c:v>
                </c:pt>
                <c:pt idx="3461">
                  <c:v>41373</c:v>
                </c:pt>
                <c:pt idx="3462">
                  <c:v>41374</c:v>
                </c:pt>
                <c:pt idx="3463">
                  <c:v>41375</c:v>
                </c:pt>
                <c:pt idx="3464">
                  <c:v>41376</c:v>
                </c:pt>
                <c:pt idx="3465">
                  <c:v>41379</c:v>
                </c:pt>
                <c:pt idx="3466">
                  <c:v>41380</c:v>
                </c:pt>
                <c:pt idx="3467">
                  <c:v>41381</c:v>
                </c:pt>
                <c:pt idx="3468">
                  <c:v>41382</c:v>
                </c:pt>
                <c:pt idx="3469">
                  <c:v>41383</c:v>
                </c:pt>
                <c:pt idx="3470">
                  <c:v>41386</c:v>
                </c:pt>
                <c:pt idx="3471">
                  <c:v>41387</c:v>
                </c:pt>
                <c:pt idx="3472">
                  <c:v>41388</c:v>
                </c:pt>
                <c:pt idx="3473">
                  <c:v>41389</c:v>
                </c:pt>
                <c:pt idx="3474">
                  <c:v>41390</c:v>
                </c:pt>
                <c:pt idx="3475">
                  <c:v>41393</c:v>
                </c:pt>
                <c:pt idx="3476">
                  <c:v>41394</c:v>
                </c:pt>
                <c:pt idx="3477">
                  <c:v>41395</c:v>
                </c:pt>
                <c:pt idx="3478">
                  <c:v>41396</c:v>
                </c:pt>
                <c:pt idx="3479">
                  <c:v>41397</c:v>
                </c:pt>
                <c:pt idx="3480">
                  <c:v>41400</c:v>
                </c:pt>
                <c:pt idx="3481">
                  <c:v>41401</c:v>
                </c:pt>
                <c:pt idx="3482">
                  <c:v>41402</c:v>
                </c:pt>
                <c:pt idx="3483">
                  <c:v>41403</c:v>
                </c:pt>
                <c:pt idx="3484">
                  <c:v>41404</c:v>
                </c:pt>
                <c:pt idx="3485">
                  <c:v>41407</c:v>
                </c:pt>
                <c:pt idx="3486">
                  <c:v>41408</c:v>
                </c:pt>
                <c:pt idx="3487">
                  <c:v>41409</c:v>
                </c:pt>
                <c:pt idx="3488">
                  <c:v>41410</c:v>
                </c:pt>
                <c:pt idx="3489">
                  <c:v>41411</c:v>
                </c:pt>
                <c:pt idx="3490">
                  <c:v>41414</c:v>
                </c:pt>
                <c:pt idx="3491">
                  <c:v>41415</c:v>
                </c:pt>
                <c:pt idx="3492">
                  <c:v>41416</c:v>
                </c:pt>
                <c:pt idx="3493">
                  <c:v>41417</c:v>
                </c:pt>
                <c:pt idx="3494">
                  <c:v>41418</c:v>
                </c:pt>
                <c:pt idx="3495">
                  <c:v>41421</c:v>
                </c:pt>
                <c:pt idx="3496">
                  <c:v>41422</c:v>
                </c:pt>
                <c:pt idx="3497">
                  <c:v>41423</c:v>
                </c:pt>
                <c:pt idx="3498">
                  <c:v>41424</c:v>
                </c:pt>
                <c:pt idx="3499">
                  <c:v>41425</c:v>
                </c:pt>
                <c:pt idx="3500">
                  <c:v>41428</c:v>
                </c:pt>
                <c:pt idx="3501">
                  <c:v>41429</c:v>
                </c:pt>
                <c:pt idx="3502">
                  <c:v>41430</c:v>
                </c:pt>
                <c:pt idx="3503">
                  <c:v>41431</c:v>
                </c:pt>
                <c:pt idx="3504">
                  <c:v>41432</c:v>
                </c:pt>
                <c:pt idx="3505">
                  <c:v>41435</c:v>
                </c:pt>
                <c:pt idx="3506">
                  <c:v>41436</c:v>
                </c:pt>
                <c:pt idx="3507">
                  <c:v>41437</c:v>
                </c:pt>
                <c:pt idx="3508">
                  <c:v>41438</c:v>
                </c:pt>
                <c:pt idx="3509">
                  <c:v>41439</c:v>
                </c:pt>
                <c:pt idx="3510">
                  <c:v>41442</c:v>
                </c:pt>
                <c:pt idx="3511">
                  <c:v>41443</c:v>
                </c:pt>
                <c:pt idx="3512">
                  <c:v>41444</c:v>
                </c:pt>
                <c:pt idx="3513">
                  <c:v>41445</c:v>
                </c:pt>
                <c:pt idx="3514">
                  <c:v>41446</c:v>
                </c:pt>
                <c:pt idx="3515">
                  <c:v>41449</c:v>
                </c:pt>
                <c:pt idx="3516">
                  <c:v>41450</c:v>
                </c:pt>
                <c:pt idx="3517">
                  <c:v>41451</c:v>
                </c:pt>
                <c:pt idx="3518">
                  <c:v>41452</c:v>
                </c:pt>
                <c:pt idx="3519">
                  <c:v>41453</c:v>
                </c:pt>
                <c:pt idx="3520">
                  <c:v>41456</c:v>
                </c:pt>
                <c:pt idx="3521">
                  <c:v>41457</c:v>
                </c:pt>
                <c:pt idx="3522">
                  <c:v>41458</c:v>
                </c:pt>
                <c:pt idx="3523">
                  <c:v>41459</c:v>
                </c:pt>
                <c:pt idx="3524">
                  <c:v>41460</c:v>
                </c:pt>
                <c:pt idx="3525">
                  <c:v>41463</c:v>
                </c:pt>
                <c:pt idx="3526">
                  <c:v>41464</c:v>
                </c:pt>
                <c:pt idx="3527">
                  <c:v>41465</c:v>
                </c:pt>
                <c:pt idx="3528">
                  <c:v>41466</c:v>
                </c:pt>
                <c:pt idx="3529">
                  <c:v>41467</c:v>
                </c:pt>
                <c:pt idx="3530">
                  <c:v>41470</c:v>
                </c:pt>
                <c:pt idx="3531">
                  <c:v>41471</c:v>
                </c:pt>
                <c:pt idx="3532">
                  <c:v>41472</c:v>
                </c:pt>
                <c:pt idx="3533">
                  <c:v>41473</c:v>
                </c:pt>
                <c:pt idx="3534">
                  <c:v>41474</c:v>
                </c:pt>
                <c:pt idx="3535">
                  <c:v>41477</c:v>
                </c:pt>
                <c:pt idx="3536">
                  <c:v>41478</c:v>
                </c:pt>
                <c:pt idx="3537">
                  <c:v>41479</c:v>
                </c:pt>
                <c:pt idx="3538">
                  <c:v>41480</c:v>
                </c:pt>
                <c:pt idx="3539">
                  <c:v>41481</c:v>
                </c:pt>
                <c:pt idx="3540">
                  <c:v>41484</c:v>
                </c:pt>
                <c:pt idx="3541">
                  <c:v>41485</c:v>
                </c:pt>
                <c:pt idx="3542">
                  <c:v>41486</c:v>
                </c:pt>
                <c:pt idx="3543">
                  <c:v>41487</c:v>
                </c:pt>
                <c:pt idx="3544">
                  <c:v>41488</c:v>
                </c:pt>
                <c:pt idx="3545">
                  <c:v>41491</c:v>
                </c:pt>
                <c:pt idx="3546">
                  <c:v>41492</c:v>
                </c:pt>
                <c:pt idx="3547">
                  <c:v>41493</c:v>
                </c:pt>
                <c:pt idx="3548">
                  <c:v>41494</c:v>
                </c:pt>
                <c:pt idx="3549">
                  <c:v>41495</c:v>
                </c:pt>
                <c:pt idx="3550">
                  <c:v>41498</c:v>
                </c:pt>
                <c:pt idx="3551">
                  <c:v>41499</c:v>
                </c:pt>
                <c:pt idx="3552">
                  <c:v>41500</c:v>
                </c:pt>
                <c:pt idx="3553">
                  <c:v>41501</c:v>
                </c:pt>
                <c:pt idx="3554">
                  <c:v>41502</c:v>
                </c:pt>
                <c:pt idx="3555">
                  <c:v>41505</c:v>
                </c:pt>
                <c:pt idx="3556">
                  <c:v>41506</c:v>
                </c:pt>
                <c:pt idx="3557">
                  <c:v>41507</c:v>
                </c:pt>
                <c:pt idx="3558">
                  <c:v>41508</c:v>
                </c:pt>
                <c:pt idx="3559">
                  <c:v>41509</c:v>
                </c:pt>
                <c:pt idx="3560">
                  <c:v>41512</c:v>
                </c:pt>
                <c:pt idx="3561">
                  <c:v>41513</c:v>
                </c:pt>
                <c:pt idx="3562">
                  <c:v>41514</c:v>
                </c:pt>
                <c:pt idx="3563">
                  <c:v>41515</c:v>
                </c:pt>
                <c:pt idx="3564">
                  <c:v>41516</c:v>
                </c:pt>
                <c:pt idx="3565">
                  <c:v>41519</c:v>
                </c:pt>
                <c:pt idx="3566">
                  <c:v>41520</c:v>
                </c:pt>
                <c:pt idx="3567">
                  <c:v>41521</c:v>
                </c:pt>
                <c:pt idx="3568">
                  <c:v>41522</c:v>
                </c:pt>
                <c:pt idx="3569">
                  <c:v>41523</c:v>
                </c:pt>
                <c:pt idx="3570">
                  <c:v>41526</c:v>
                </c:pt>
                <c:pt idx="3571">
                  <c:v>41527</c:v>
                </c:pt>
                <c:pt idx="3572">
                  <c:v>41528</c:v>
                </c:pt>
                <c:pt idx="3573">
                  <c:v>41529</c:v>
                </c:pt>
                <c:pt idx="3574">
                  <c:v>41530</c:v>
                </c:pt>
                <c:pt idx="3575">
                  <c:v>41533</c:v>
                </c:pt>
                <c:pt idx="3576">
                  <c:v>41534</c:v>
                </c:pt>
                <c:pt idx="3577">
                  <c:v>41535</c:v>
                </c:pt>
                <c:pt idx="3578">
                  <c:v>41536</c:v>
                </c:pt>
                <c:pt idx="3579">
                  <c:v>41537</c:v>
                </c:pt>
                <c:pt idx="3580">
                  <c:v>41540</c:v>
                </c:pt>
                <c:pt idx="3581">
                  <c:v>41541</c:v>
                </c:pt>
                <c:pt idx="3582">
                  <c:v>41542</c:v>
                </c:pt>
                <c:pt idx="3583">
                  <c:v>41543</c:v>
                </c:pt>
                <c:pt idx="3584">
                  <c:v>41544</c:v>
                </c:pt>
                <c:pt idx="3585">
                  <c:v>41547</c:v>
                </c:pt>
                <c:pt idx="3586">
                  <c:v>41548</c:v>
                </c:pt>
                <c:pt idx="3587">
                  <c:v>41549</c:v>
                </c:pt>
                <c:pt idx="3588">
                  <c:v>41550</c:v>
                </c:pt>
                <c:pt idx="3589">
                  <c:v>41551</c:v>
                </c:pt>
                <c:pt idx="3590">
                  <c:v>41554</c:v>
                </c:pt>
                <c:pt idx="3591">
                  <c:v>41555</c:v>
                </c:pt>
                <c:pt idx="3592">
                  <c:v>41556</c:v>
                </c:pt>
                <c:pt idx="3593">
                  <c:v>41557</c:v>
                </c:pt>
                <c:pt idx="3594">
                  <c:v>41558</c:v>
                </c:pt>
                <c:pt idx="3595">
                  <c:v>41561</c:v>
                </c:pt>
                <c:pt idx="3596">
                  <c:v>41562</c:v>
                </c:pt>
                <c:pt idx="3597">
                  <c:v>41563</c:v>
                </c:pt>
                <c:pt idx="3598">
                  <c:v>41564</c:v>
                </c:pt>
                <c:pt idx="3599">
                  <c:v>41565</c:v>
                </c:pt>
                <c:pt idx="3600">
                  <c:v>41568</c:v>
                </c:pt>
                <c:pt idx="3601">
                  <c:v>41569</c:v>
                </c:pt>
                <c:pt idx="3602">
                  <c:v>41570</c:v>
                </c:pt>
                <c:pt idx="3603">
                  <c:v>41571</c:v>
                </c:pt>
                <c:pt idx="3604">
                  <c:v>41572</c:v>
                </c:pt>
                <c:pt idx="3605">
                  <c:v>41575</c:v>
                </c:pt>
                <c:pt idx="3606">
                  <c:v>41576</c:v>
                </c:pt>
                <c:pt idx="3607">
                  <c:v>41577</c:v>
                </c:pt>
                <c:pt idx="3608">
                  <c:v>41578</c:v>
                </c:pt>
                <c:pt idx="3609">
                  <c:v>41579</c:v>
                </c:pt>
                <c:pt idx="3610">
                  <c:v>41582</c:v>
                </c:pt>
                <c:pt idx="3611">
                  <c:v>41583</c:v>
                </c:pt>
                <c:pt idx="3612">
                  <c:v>41584</c:v>
                </c:pt>
                <c:pt idx="3613">
                  <c:v>41585</c:v>
                </c:pt>
                <c:pt idx="3614">
                  <c:v>41586</c:v>
                </c:pt>
                <c:pt idx="3615">
                  <c:v>41589</c:v>
                </c:pt>
                <c:pt idx="3616">
                  <c:v>41590</c:v>
                </c:pt>
                <c:pt idx="3617">
                  <c:v>41591</c:v>
                </c:pt>
                <c:pt idx="3618">
                  <c:v>41592</c:v>
                </c:pt>
                <c:pt idx="3619">
                  <c:v>41593</c:v>
                </c:pt>
                <c:pt idx="3620">
                  <c:v>41596</c:v>
                </c:pt>
                <c:pt idx="3621">
                  <c:v>41597</c:v>
                </c:pt>
                <c:pt idx="3622">
                  <c:v>41598</c:v>
                </c:pt>
                <c:pt idx="3623">
                  <c:v>41599</c:v>
                </c:pt>
                <c:pt idx="3624">
                  <c:v>41600</c:v>
                </c:pt>
                <c:pt idx="3625">
                  <c:v>41603</c:v>
                </c:pt>
                <c:pt idx="3626">
                  <c:v>41604</c:v>
                </c:pt>
                <c:pt idx="3627">
                  <c:v>41605</c:v>
                </c:pt>
                <c:pt idx="3628">
                  <c:v>41606</c:v>
                </c:pt>
                <c:pt idx="3629">
                  <c:v>41607</c:v>
                </c:pt>
                <c:pt idx="3630">
                  <c:v>41610</c:v>
                </c:pt>
                <c:pt idx="3631">
                  <c:v>41611</c:v>
                </c:pt>
                <c:pt idx="3632">
                  <c:v>41612</c:v>
                </c:pt>
                <c:pt idx="3633">
                  <c:v>41613</c:v>
                </c:pt>
                <c:pt idx="3634">
                  <c:v>41614</c:v>
                </c:pt>
                <c:pt idx="3635">
                  <c:v>41617</c:v>
                </c:pt>
                <c:pt idx="3636">
                  <c:v>41618</c:v>
                </c:pt>
                <c:pt idx="3637">
                  <c:v>41619</c:v>
                </c:pt>
                <c:pt idx="3638">
                  <c:v>41620</c:v>
                </c:pt>
                <c:pt idx="3639">
                  <c:v>41621</c:v>
                </c:pt>
                <c:pt idx="3640">
                  <c:v>41624</c:v>
                </c:pt>
                <c:pt idx="3641">
                  <c:v>41625</c:v>
                </c:pt>
                <c:pt idx="3642">
                  <c:v>41626</c:v>
                </c:pt>
                <c:pt idx="3643">
                  <c:v>41627</c:v>
                </c:pt>
                <c:pt idx="3644">
                  <c:v>41628</c:v>
                </c:pt>
                <c:pt idx="3645">
                  <c:v>41631</c:v>
                </c:pt>
                <c:pt idx="3646">
                  <c:v>41632</c:v>
                </c:pt>
                <c:pt idx="3647">
                  <c:v>41633</c:v>
                </c:pt>
                <c:pt idx="3648">
                  <c:v>41634</c:v>
                </c:pt>
                <c:pt idx="3649">
                  <c:v>41635</c:v>
                </c:pt>
                <c:pt idx="3650">
                  <c:v>41638</c:v>
                </c:pt>
                <c:pt idx="3651">
                  <c:v>41639</c:v>
                </c:pt>
                <c:pt idx="3652">
                  <c:v>41640</c:v>
                </c:pt>
                <c:pt idx="3653">
                  <c:v>41641</c:v>
                </c:pt>
                <c:pt idx="3654">
                  <c:v>41642</c:v>
                </c:pt>
                <c:pt idx="3655">
                  <c:v>41645</c:v>
                </c:pt>
                <c:pt idx="3656">
                  <c:v>41646</c:v>
                </c:pt>
                <c:pt idx="3657">
                  <c:v>41647</c:v>
                </c:pt>
                <c:pt idx="3658">
                  <c:v>41648</c:v>
                </c:pt>
                <c:pt idx="3659">
                  <c:v>41649</c:v>
                </c:pt>
                <c:pt idx="3660">
                  <c:v>41652</c:v>
                </c:pt>
                <c:pt idx="3661">
                  <c:v>41653</c:v>
                </c:pt>
                <c:pt idx="3662">
                  <c:v>41654</c:v>
                </c:pt>
                <c:pt idx="3663">
                  <c:v>41655</c:v>
                </c:pt>
                <c:pt idx="3664">
                  <c:v>41656</c:v>
                </c:pt>
                <c:pt idx="3665">
                  <c:v>41659</c:v>
                </c:pt>
                <c:pt idx="3666">
                  <c:v>41660</c:v>
                </c:pt>
                <c:pt idx="3667">
                  <c:v>41661</c:v>
                </c:pt>
                <c:pt idx="3668">
                  <c:v>41662</c:v>
                </c:pt>
                <c:pt idx="3669">
                  <c:v>41663</c:v>
                </c:pt>
                <c:pt idx="3670">
                  <c:v>41666</c:v>
                </c:pt>
                <c:pt idx="3671">
                  <c:v>41667</c:v>
                </c:pt>
                <c:pt idx="3672">
                  <c:v>41668</c:v>
                </c:pt>
                <c:pt idx="3673">
                  <c:v>41669</c:v>
                </c:pt>
                <c:pt idx="3674">
                  <c:v>41670</c:v>
                </c:pt>
                <c:pt idx="3675">
                  <c:v>41673</c:v>
                </c:pt>
                <c:pt idx="3676">
                  <c:v>41674</c:v>
                </c:pt>
                <c:pt idx="3677">
                  <c:v>41675</c:v>
                </c:pt>
                <c:pt idx="3678">
                  <c:v>41676</c:v>
                </c:pt>
                <c:pt idx="3679">
                  <c:v>41677</c:v>
                </c:pt>
                <c:pt idx="3680">
                  <c:v>41680</c:v>
                </c:pt>
                <c:pt idx="3681">
                  <c:v>41681</c:v>
                </c:pt>
                <c:pt idx="3682">
                  <c:v>41682</c:v>
                </c:pt>
                <c:pt idx="3683">
                  <c:v>41683</c:v>
                </c:pt>
                <c:pt idx="3684">
                  <c:v>41684</c:v>
                </c:pt>
                <c:pt idx="3685">
                  <c:v>41687</c:v>
                </c:pt>
                <c:pt idx="3686">
                  <c:v>41688</c:v>
                </c:pt>
                <c:pt idx="3687">
                  <c:v>41689</c:v>
                </c:pt>
                <c:pt idx="3688">
                  <c:v>41690</c:v>
                </c:pt>
                <c:pt idx="3689">
                  <c:v>41691</c:v>
                </c:pt>
                <c:pt idx="3690">
                  <c:v>41694</c:v>
                </c:pt>
                <c:pt idx="3691">
                  <c:v>41695</c:v>
                </c:pt>
                <c:pt idx="3692">
                  <c:v>41696</c:v>
                </c:pt>
                <c:pt idx="3693">
                  <c:v>41697</c:v>
                </c:pt>
                <c:pt idx="3694">
                  <c:v>41698</c:v>
                </c:pt>
                <c:pt idx="3695">
                  <c:v>41701</c:v>
                </c:pt>
                <c:pt idx="3696">
                  <c:v>41702</c:v>
                </c:pt>
                <c:pt idx="3697">
                  <c:v>41703</c:v>
                </c:pt>
                <c:pt idx="3698">
                  <c:v>41704</c:v>
                </c:pt>
                <c:pt idx="3699">
                  <c:v>41705</c:v>
                </c:pt>
                <c:pt idx="3700">
                  <c:v>41708</c:v>
                </c:pt>
                <c:pt idx="3701">
                  <c:v>41709</c:v>
                </c:pt>
                <c:pt idx="3702">
                  <c:v>41710</c:v>
                </c:pt>
                <c:pt idx="3703">
                  <c:v>41711</c:v>
                </c:pt>
                <c:pt idx="3704">
                  <c:v>41712</c:v>
                </c:pt>
                <c:pt idx="3705">
                  <c:v>41715</c:v>
                </c:pt>
                <c:pt idx="3706">
                  <c:v>41716</c:v>
                </c:pt>
                <c:pt idx="3707">
                  <c:v>41717</c:v>
                </c:pt>
                <c:pt idx="3708">
                  <c:v>41718</c:v>
                </c:pt>
                <c:pt idx="3709">
                  <c:v>41719</c:v>
                </c:pt>
                <c:pt idx="3710">
                  <c:v>41722</c:v>
                </c:pt>
                <c:pt idx="3711">
                  <c:v>41723</c:v>
                </c:pt>
                <c:pt idx="3712">
                  <c:v>41724</c:v>
                </c:pt>
                <c:pt idx="3713">
                  <c:v>41725</c:v>
                </c:pt>
                <c:pt idx="3714">
                  <c:v>41726</c:v>
                </c:pt>
                <c:pt idx="3715">
                  <c:v>41729</c:v>
                </c:pt>
                <c:pt idx="3716">
                  <c:v>41730</c:v>
                </c:pt>
                <c:pt idx="3717">
                  <c:v>41731</c:v>
                </c:pt>
                <c:pt idx="3718">
                  <c:v>41732</c:v>
                </c:pt>
                <c:pt idx="3719">
                  <c:v>41733</c:v>
                </c:pt>
                <c:pt idx="3720">
                  <c:v>41736</c:v>
                </c:pt>
                <c:pt idx="3721">
                  <c:v>41737</c:v>
                </c:pt>
                <c:pt idx="3722">
                  <c:v>41738</c:v>
                </c:pt>
                <c:pt idx="3723">
                  <c:v>41739</c:v>
                </c:pt>
                <c:pt idx="3724">
                  <c:v>41740</c:v>
                </c:pt>
                <c:pt idx="3725">
                  <c:v>41743</c:v>
                </c:pt>
                <c:pt idx="3726">
                  <c:v>41744</c:v>
                </c:pt>
                <c:pt idx="3727">
                  <c:v>41745</c:v>
                </c:pt>
                <c:pt idx="3728">
                  <c:v>41746</c:v>
                </c:pt>
                <c:pt idx="3729">
                  <c:v>41747</c:v>
                </c:pt>
                <c:pt idx="3730">
                  <c:v>41750</c:v>
                </c:pt>
                <c:pt idx="3731">
                  <c:v>41751</c:v>
                </c:pt>
                <c:pt idx="3732">
                  <c:v>41752</c:v>
                </c:pt>
                <c:pt idx="3733">
                  <c:v>41753</c:v>
                </c:pt>
                <c:pt idx="3734">
                  <c:v>41754</c:v>
                </c:pt>
                <c:pt idx="3735">
                  <c:v>41757</c:v>
                </c:pt>
                <c:pt idx="3736">
                  <c:v>41758</c:v>
                </c:pt>
                <c:pt idx="3737">
                  <c:v>41759</c:v>
                </c:pt>
                <c:pt idx="3738">
                  <c:v>41760</c:v>
                </c:pt>
                <c:pt idx="3739">
                  <c:v>41761</c:v>
                </c:pt>
                <c:pt idx="3740">
                  <c:v>41764</c:v>
                </c:pt>
                <c:pt idx="3741">
                  <c:v>41765</c:v>
                </c:pt>
                <c:pt idx="3742">
                  <c:v>41766</c:v>
                </c:pt>
                <c:pt idx="3743">
                  <c:v>41767</c:v>
                </c:pt>
                <c:pt idx="3744">
                  <c:v>41768</c:v>
                </c:pt>
                <c:pt idx="3745">
                  <c:v>41771</c:v>
                </c:pt>
                <c:pt idx="3746">
                  <c:v>41772</c:v>
                </c:pt>
                <c:pt idx="3747">
                  <c:v>41773</c:v>
                </c:pt>
                <c:pt idx="3748">
                  <c:v>41774</c:v>
                </c:pt>
                <c:pt idx="3749">
                  <c:v>41775</c:v>
                </c:pt>
                <c:pt idx="3750">
                  <c:v>41778</c:v>
                </c:pt>
                <c:pt idx="3751">
                  <c:v>41779</c:v>
                </c:pt>
                <c:pt idx="3752">
                  <c:v>41780</c:v>
                </c:pt>
                <c:pt idx="3753">
                  <c:v>41781</c:v>
                </c:pt>
                <c:pt idx="3754">
                  <c:v>41782</c:v>
                </c:pt>
                <c:pt idx="3755">
                  <c:v>41785</c:v>
                </c:pt>
                <c:pt idx="3756">
                  <c:v>41786</c:v>
                </c:pt>
                <c:pt idx="3757">
                  <c:v>41787</c:v>
                </c:pt>
                <c:pt idx="3758">
                  <c:v>41788</c:v>
                </c:pt>
                <c:pt idx="3759">
                  <c:v>41789</c:v>
                </c:pt>
                <c:pt idx="3760">
                  <c:v>41792</c:v>
                </c:pt>
                <c:pt idx="3761">
                  <c:v>41793</c:v>
                </c:pt>
                <c:pt idx="3762">
                  <c:v>41794</c:v>
                </c:pt>
                <c:pt idx="3763">
                  <c:v>41795</c:v>
                </c:pt>
                <c:pt idx="3764">
                  <c:v>41796</c:v>
                </c:pt>
                <c:pt idx="3765">
                  <c:v>41799</c:v>
                </c:pt>
                <c:pt idx="3766">
                  <c:v>41800</c:v>
                </c:pt>
                <c:pt idx="3767">
                  <c:v>41801</c:v>
                </c:pt>
                <c:pt idx="3768">
                  <c:v>41802</c:v>
                </c:pt>
                <c:pt idx="3769">
                  <c:v>41803</c:v>
                </c:pt>
                <c:pt idx="3770">
                  <c:v>41806</c:v>
                </c:pt>
                <c:pt idx="3771">
                  <c:v>41807</c:v>
                </c:pt>
                <c:pt idx="3772">
                  <c:v>41808</c:v>
                </c:pt>
                <c:pt idx="3773">
                  <c:v>41809</c:v>
                </c:pt>
                <c:pt idx="3774">
                  <c:v>41810</c:v>
                </c:pt>
                <c:pt idx="3775">
                  <c:v>41813</c:v>
                </c:pt>
                <c:pt idx="3776">
                  <c:v>41814</c:v>
                </c:pt>
                <c:pt idx="3777">
                  <c:v>41815</c:v>
                </c:pt>
                <c:pt idx="3778">
                  <c:v>41816</c:v>
                </c:pt>
                <c:pt idx="3779">
                  <c:v>41817</c:v>
                </c:pt>
                <c:pt idx="3780">
                  <c:v>41820</c:v>
                </c:pt>
                <c:pt idx="3781">
                  <c:v>41821</c:v>
                </c:pt>
                <c:pt idx="3782">
                  <c:v>41822</c:v>
                </c:pt>
                <c:pt idx="3783">
                  <c:v>41823</c:v>
                </c:pt>
                <c:pt idx="3784">
                  <c:v>41824</c:v>
                </c:pt>
                <c:pt idx="3785">
                  <c:v>41827</c:v>
                </c:pt>
                <c:pt idx="3786">
                  <c:v>41828</c:v>
                </c:pt>
                <c:pt idx="3787">
                  <c:v>41829</c:v>
                </c:pt>
                <c:pt idx="3788">
                  <c:v>41830</c:v>
                </c:pt>
                <c:pt idx="3789">
                  <c:v>41831</c:v>
                </c:pt>
                <c:pt idx="3790">
                  <c:v>41834</c:v>
                </c:pt>
                <c:pt idx="3791">
                  <c:v>41835</c:v>
                </c:pt>
                <c:pt idx="3792">
                  <c:v>41836</c:v>
                </c:pt>
                <c:pt idx="3793">
                  <c:v>41837</c:v>
                </c:pt>
                <c:pt idx="3794">
                  <c:v>41838</c:v>
                </c:pt>
                <c:pt idx="3795">
                  <c:v>41841</c:v>
                </c:pt>
                <c:pt idx="3796">
                  <c:v>41842</c:v>
                </c:pt>
                <c:pt idx="3797">
                  <c:v>41843</c:v>
                </c:pt>
                <c:pt idx="3798">
                  <c:v>41844</c:v>
                </c:pt>
                <c:pt idx="3799">
                  <c:v>41845</c:v>
                </c:pt>
                <c:pt idx="3800">
                  <c:v>41848</c:v>
                </c:pt>
                <c:pt idx="3801">
                  <c:v>41849</c:v>
                </c:pt>
                <c:pt idx="3802">
                  <c:v>41850</c:v>
                </c:pt>
                <c:pt idx="3803">
                  <c:v>41851</c:v>
                </c:pt>
                <c:pt idx="3804">
                  <c:v>41852</c:v>
                </c:pt>
                <c:pt idx="3805">
                  <c:v>41855</c:v>
                </c:pt>
                <c:pt idx="3806">
                  <c:v>41856</c:v>
                </c:pt>
                <c:pt idx="3807">
                  <c:v>41857</c:v>
                </c:pt>
                <c:pt idx="3808">
                  <c:v>41858</c:v>
                </c:pt>
                <c:pt idx="3809">
                  <c:v>41859</c:v>
                </c:pt>
                <c:pt idx="3810">
                  <c:v>41862</c:v>
                </c:pt>
                <c:pt idx="3811">
                  <c:v>41863</c:v>
                </c:pt>
                <c:pt idx="3812">
                  <c:v>41864</c:v>
                </c:pt>
                <c:pt idx="3813">
                  <c:v>41865</c:v>
                </c:pt>
                <c:pt idx="3814">
                  <c:v>41866</c:v>
                </c:pt>
                <c:pt idx="3815">
                  <c:v>41869</c:v>
                </c:pt>
                <c:pt idx="3816">
                  <c:v>41870</c:v>
                </c:pt>
                <c:pt idx="3817">
                  <c:v>41871</c:v>
                </c:pt>
                <c:pt idx="3818">
                  <c:v>41872</c:v>
                </c:pt>
                <c:pt idx="3819">
                  <c:v>41873</c:v>
                </c:pt>
                <c:pt idx="3820">
                  <c:v>41876</c:v>
                </c:pt>
                <c:pt idx="3821">
                  <c:v>41877</c:v>
                </c:pt>
                <c:pt idx="3822">
                  <c:v>41878</c:v>
                </c:pt>
                <c:pt idx="3823">
                  <c:v>41879</c:v>
                </c:pt>
                <c:pt idx="3824">
                  <c:v>41880</c:v>
                </c:pt>
                <c:pt idx="3825">
                  <c:v>41883</c:v>
                </c:pt>
                <c:pt idx="3826">
                  <c:v>41884</c:v>
                </c:pt>
                <c:pt idx="3827">
                  <c:v>41885</c:v>
                </c:pt>
                <c:pt idx="3828">
                  <c:v>41886</c:v>
                </c:pt>
                <c:pt idx="3829">
                  <c:v>41887</c:v>
                </c:pt>
                <c:pt idx="3830">
                  <c:v>41890</c:v>
                </c:pt>
                <c:pt idx="3831">
                  <c:v>41891</c:v>
                </c:pt>
                <c:pt idx="3832">
                  <c:v>41892</c:v>
                </c:pt>
                <c:pt idx="3833">
                  <c:v>41893</c:v>
                </c:pt>
                <c:pt idx="3834">
                  <c:v>41894</c:v>
                </c:pt>
                <c:pt idx="3835">
                  <c:v>41897</c:v>
                </c:pt>
                <c:pt idx="3836">
                  <c:v>41898</c:v>
                </c:pt>
                <c:pt idx="3837">
                  <c:v>41899</c:v>
                </c:pt>
                <c:pt idx="3838">
                  <c:v>41900</c:v>
                </c:pt>
                <c:pt idx="3839">
                  <c:v>41901</c:v>
                </c:pt>
                <c:pt idx="3840">
                  <c:v>41904</c:v>
                </c:pt>
                <c:pt idx="3841">
                  <c:v>41905</c:v>
                </c:pt>
                <c:pt idx="3842">
                  <c:v>41906</c:v>
                </c:pt>
                <c:pt idx="3843">
                  <c:v>41907</c:v>
                </c:pt>
                <c:pt idx="3844">
                  <c:v>41908</c:v>
                </c:pt>
                <c:pt idx="3845">
                  <c:v>41911</c:v>
                </c:pt>
                <c:pt idx="3846">
                  <c:v>41912</c:v>
                </c:pt>
                <c:pt idx="3847">
                  <c:v>41913</c:v>
                </c:pt>
                <c:pt idx="3848">
                  <c:v>41914</c:v>
                </c:pt>
                <c:pt idx="3849">
                  <c:v>41915</c:v>
                </c:pt>
                <c:pt idx="3850">
                  <c:v>41918</c:v>
                </c:pt>
                <c:pt idx="3851">
                  <c:v>41919</c:v>
                </c:pt>
                <c:pt idx="3852">
                  <c:v>41920</c:v>
                </c:pt>
                <c:pt idx="3853">
                  <c:v>41921</c:v>
                </c:pt>
                <c:pt idx="3854">
                  <c:v>41922</c:v>
                </c:pt>
                <c:pt idx="3855">
                  <c:v>41925</c:v>
                </c:pt>
                <c:pt idx="3856">
                  <c:v>41926</c:v>
                </c:pt>
                <c:pt idx="3857">
                  <c:v>41927</c:v>
                </c:pt>
                <c:pt idx="3858">
                  <c:v>41928</c:v>
                </c:pt>
                <c:pt idx="3859">
                  <c:v>41929</c:v>
                </c:pt>
                <c:pt idx="3860">
                  <c:v>41932</c:v>
                </c:pt>
                <c:pt idx="3861">
                  <c:v>41933</c:v>
                </c:pt>
                <c:pt idx="3862">
                  <c:v>41934</c:v>
                </c:pt>
                <c:pt idx="3863">
                  <c:v>41935</c:v>
                </c:pt>
                <c:pt idx="3864">
                  <c:v>41936</c:v>
                </c:pt>
                <c:pt idx="3865">
                  <c:v>41939</c:v>
                </c:pt>
                <c:pt idx="3866">
                  <c:v>41940</c:v>
                </c:pt>
                <c:pt idx="3867">
                  <c:v>41941</c:v>
                </c:pt>
                <c:pt idx="3868">
                  <c:v>41942</c:v>
                </c:pt>
                <c:pt idx="3869">
                  <c:v>41943</c:v>
                </c:pt>
                <c:pt idx="3870">
                  <c:v>41946</c:v>
                </c:pt>
                <c:pt idx="3871">
                  <c:v>41947</c:v>
                </c:pt>
                <c:pt idx="3872">
                  <c:v>41948</c:v>
                </c:pt>
                <c:pt idx="3873">
                  <c:v>41949</c:v>
                </c:pt>
                <c:pt idx="3874">
                  <c:v>41950</c:v>
                </c:pt>
                <c:pt idx="3875">
                  <c:v>41953</c:v>
                </c:pt>
                <c:pt idx="3876">
                  <c:v>41954</c:v>
                </c:pt>
                <c:pt idx="3877">
                  <c:v>41955</c:v>
                </c:pt>
                <c:pt idx="3878">
                  <c:v>41956</c:v>
                </c:pt>
                <c:pt idx="3879">
                  <c:v>41957</c:v>
                </c:pt>
                <c:pt idx="3880">
                  <c:v>41960</c:v>
                </c:pt>
                <c:pt idx="3881">
                  <c:v>41961</c:v>
                </c:pt>
                <c:pt idx="3882">
                  <c:v>41962</c:v>
                </c:pt>
                <c:pt idx="3883">
                  <c:v>41963</c:v>
                </c:pt>
                <c:pt idx="3884">
                  <c:v>41964</c:v>
                </c:pt>
                <c:pt idx="3885">
                  <c:v>41967</c:v>
                </c:pt>
                <c:pt idx="3886">
                  <c:v>41968</c:v>
                </c:pt>
                <c:pt idx="3887">
                  <c:v>41969</c:v>
                </c:pt>
                <c:pt idx="3888">
                  <c:v>41970</c:v>
                </c:pt>
                <c:pt idx="3889">
                  <c:v>41971</c:v>
                </c:pt>
                <c:pt idx="3890">
                  <c:v>41974</c:v>
                </c:pt>
                <c:pt idx="3891">
                  <c:v>41975</c:v>
                </c:pt>
                <c:pt idx="3892">
                  <c:v>41976</c:v>
                </c:pt>
                <c:pt idx="3893">
                  <c:v>41977</c:v>
                </c:pt>
                <c:pt idx="3894">
                  <c:v>41978</c:v>
                </c:pt>
                <c:pt idx="3895">
                  <c:v>41981</c:v>
                </c:pt>
                <c:pt idx="3896">
                  <c:v>41982</c:v>
                </c:pt>
                <c:pt idx="3897">
                  <c:v>41983</c:v>
                </c:pt>
                <c:pt idx="3898">
                  <c:v>41984</c:v>
                </c:pt>
                <c:pt idx="3899">
                  <c:v>41985</c:v>
                </c:pt>
                <c:pt idx="3900">
                  <c:v>41988</c:v>
                </c:pt>
                <c:pt idx="3901">
                  <c:v>41989</c:v>
                </c:pt>
                <c:pt idx="3902">
                  <c:v>41990</c:v>
                </c:pt>
                <c:pt idx="3903">
                  <c:v>41991</c:v>
                </c:pt>
                <c:pt idx="3904">
                  <c:v>41992</c:v>
                </c:pt>
                <c:pt idx="3905">
                  <c:v>41995</c:v>
                </c:pt>
                <c:pt idx="3906">
                  <c:v>41996</c:v>
                </c:pt>
                <c:pt idx="3907">
                  <c:v>41997</c:v>
                </c:pt>
                <c:pt idx="3908">
                  <c:v>41998</c:v>
                </c:pt>
                <c:pt idx="3909">
                  <c:v>41999</c:v>
                </c:pt>
                <c:pt idx="3910">
                  <c:v>42002</c:v>
                </c:pt>
                <c:pt idx="3911">
                  <c:v>42003</c:v>
                </c:pt>
                <c:pt idx="3912">
                  <c:v>42004</c:v>
                </c:pt>
                <c:pt idx="3913">
                  <c:v>42005</c:v>
                </c:pt>
                <c:pt idx="3914">
                  <c:v>42006</c:v>
                </c:pt>
                <c:pt idx="3915">
                  <c:v>42009</c:v>
                </c:pt>
                <c:pt idx="3916">
                  <c:v>42010</c:v>
                </c:pt>
                <c:pt idx="3917">
                  <c:v>42011</c:v>
                </c:pt>
                <c:pt idx="3918">
                  <c:v>42012</c:v>
                </c:pt>
                <c:pt idx="3919">
                  <c:v>42013</c:v>
                </c:pt>
                <c:pt idx="3920">
                  <c:v>42016</c:v>
                </c:pt>
                <c:pt idx="3921">
                  <c:v>42017</c:v>
                </c:pt>
                <c:pt idx="3922">
                  <c:v>42018</c:v>
                </c:pt>
                <c:pt idx="3923">
                  <c:v>42019</c:v>
                </c:pt>
                <c:pt idx="3924">
                  <c:v>42020</c:v>
                </c:pt>
                <c:pt idx="3925">
                  <c:v>42023</c:v>
                </c:pt>
                <c:pt idx="3926">
                  <c:v>42024</c:v>
                </c:pt>
                <c:pt idx="3927">
                  <c:v>42025</c:v>
                </c:pt>
                <c:pt idx="3928">
                  <c:v>42026</c:v>
                </c:pt>
                <c:pt idx="3929">
                  <c:v>42027</c:v>
                </c:pt>
                <c:pt idx="3930">
                  <c:v>42030</c:v>
                </c:pt>
                <c:pt idx="3931">
                  <c:v>42031</c:v>
                </c:pt>
                <c:pt idx="3932">
                  <c:v>42032</c:v>
                </c:pt>
                <c:pt idx="3933">
                  <c:v>42033</c:v>
                </c:pt>
                <c:pt idx="3934">
                  <c:v>42034</c:v>
                </c:pt>
                <c:pt idx="3935">
                  <c:v>42037</c:v>
                </c:pt>
                <c:pt idx="3936">
                  <c:v>42038</c:v>
                </c:pt>
                <c:pt idx="3937">
                  <c:v>42039</c:v>
                </c:pt>
                <c:pt idx="3938">
                  <c:v>42040</c:v>
                </c:pt>
                <c:pt idx="3939">
                  <c:v>42041</c:v>
                </c:pt>
                <c:pt idx="3940">
                  <c:v>42044</c:v>
                </c:pt>
                <c:pt idx="3941">
                  <c:v>42045</c:v>
                </c:pt>
                <c:pt idx="3942">
                  <c:v>42046</c:v>
                </c:pt>
                <c:pt idx="3943">
                  <c:v>42047</c:v>
                </c:pt>
                <c:pt idx="3944">
                  <c:v>42048</c:v>
                </c:pt>
                <c:pt idx="3945">
                  <c:v>42051</c:v>
                </c:pt>
                <c:pt idx="3946">
                  <c:v>42052</c:v>
                </c:pt>
                <c:pt idx="3947">
                  <c:v>42053</c:v>
                </c:pt>
                <c:pt idx="3948">
                  <c:v>42054</c:v>
                </c:pt>
                <c:pt idx="3949">
                  <c:v>42055</c:v>
                </c:pt>
                <c:pt idx="3950">
                  <c:v>42058</c:v>
                </c:pt>
                <c:pt idx="3951">
                  <c:v>42059</c:v>
                </c:pt>
                <c:pt idx="3952">
                  <c:v>42060</c:v>
                </c:pt>
                <c:pt idx="3953">
                  <c:v>42061</c:v>
                </c:pt>
                <c:pt idx="3954">
                  <c:v>42062</c:v>
                </c:pt>
                <c:pt idx="3955">
                  <c:v>42065</c:v>
                </c:pt>
                <c:pt idx="3956">
                  <c:v>42066</c:v>
                </c:pt>
                <c:pt idx="3957">
                  <c:v>42067</c:v>
                </c:pt>
                <c:pt idx="3958">
                  <c:v>42068</c:v>
                </c:pt>
                <c:pt idx="3959">
                  <c:v>42069</c:v>
                </c:pt>
                <c:pt idx="3960">
                  <c:v>42072</c:v>
                </c:pt>
                <c:pt idx="3961">
                  <c:v>42073</c:v>
                </c:pt>
                <c:pt idx="3962">
                  <c:v>42074</c:v>
                </c:pt>
                <c:pt idx="3963">
                  <c:v>42075</c:v>
                </c:pt>
                <c:pt idx="3964">
                  <c:v>42076</c:v>
                </c:pt>
                <c:pt idx="3965">
                  <c:v>42079</c:v>
                </c:pt>
                <c:pt idx="3966">
                  <c:v>42080</c:v>
                </c:pt>
                <c:pt idx="3967">
                  <c:v>42081</c:v>
                </c:pt>
                <c:pt idx="3968">
                  <c:v>42082</c:v>
                </c:pt>
                <c:pt idx="3969">
                  <c:v>42083</c:v>
                </c:pt>
                <c:pt idx="3970">
                  <c:v>42086</c:v>
                </c:pt>
                <c:pt idx="3971">
                  <c:v>42087</c:v>
                </c:pt>
                <c:pt idx="3972">
                  <c:v>42088</c:v>
                </c:pt>
                <c:pt idx="3973">
                  <c:v>42089</c:v>
                </c:pt>
                <c:pt idx="3974">
                  <c:v>42090</c:v>
                </c:pt>
                <c:pt idx="3975">
                  <c:v>42093</c:v>
                </c:pt>
                <c:pt idx="3976">
                  <c:v>42094</c:v>
                </c:pt>
                <c:pt idx="3977">
                  <c:v>42095</c:v>
                </c:pt>
                <c:pt idx="3978">
                  <c:v>42096</c:v>
                </c:pt>
                <c:pt idx="3979">
                  <c:v>42097</c:v>
                </c:pt>
                <c:pt idx="3980">
                  <c:v>42100</c:v>
                </c:pt>
                <c:pt idx="3981">
                  <c:v>42101</c:v>
                </c:pt>
                <c:pt idx="3982">
                  <c:v>42102</c:v>
                </c:pt>
                <c:pt idx="3983">
                  <c:v>42103</c:v>
                </c:pt>
                <c:pt idx="3984">
                  <c:v>42104</c:v>
                </c:pt>
                <c:pt idx="3985">
                  <c:v>42107</c:v>
                </c:pt>
                <c:pt idx="3986">
                  <c:v>42108</c:v>
                </c:pt>
                <c:pt idx="3987">
                  <c:v>42109</c:v>
                </c:pt>
                <c:pt idx="3988">
                  <c:v>42110</c:v>
                </c:pt>
                <c:pt idx="3989">
                  <c:v>42111</c:v>
                </c:pt>
                <c:pt idx="3990">
                  <c:v>42114</c:v>
                </c:pt>
                <c:pt idx="3991">
                  <c:v>42115</c:v>
                </c:pt>
                <c:pt idx="3992">
                  <c:v>42116</c:v>
                </c:pt>
                <c:pt idx="3993">
                  <c:v>42117</c:v>
                </c:pt>
                <c:pt idx="3994">
                  <c:v>42118</c:v>
                </c:pt>
                <c:pt idx="3995">
                  <c:v>42121</c:v>
                </c:pt>
                <c:pt idx="3996">
                  <c:v>42122</c:v>
                </c:pt>
                <c:pt idx="3997">
                  <c:v>42123</c:v>
                </c:pt>
                <c:pt idx="3998">
                  <c:v>42124</c:v>
                </c:pt>
                <c:pt idx="3999">
                  <c:v>42125</c:v>
                </c:pt>
                <c:pt idx="4000">
                  <c:v>42128</c:v>
                </c:pt>
                <c:pt idx="4001">
                  <c:v>42129</c:v>
                </c:pt>
                <c:pt idx="4002">
                  <c:v>42130</c:v>
                </c:pt>
                <c:pt idx="4003">
                  <c:v>42131</c:v>
                </c:pt>
                <c:pt idx="4004">
                  <c:v>42132</c:v>
                </c:pt>
                <c:pt idx="4005">
                  <c:v>42135</c:v>
                </c:pt>
                <c:pt idx="4006">
                  <c:v>42136</c:v>
                </c:pt>
                <c:pt idx="4007">
                  <c:v>42137</c:v>
                </c:pt>
                <c:pt idx="4008">
                  <c:v>42138</c:v>
                </c:pt>
                <c:pt idx="4009">
                  <c:v>42139</c:v>
                </c:pt>
                <c:pt idx="4010">
                  <c:v>42142</c:v>
                </c:pt>
                <c:pt idx="4011">
                  <c:v>42143</c:v>
                </c:pt>
                <c:pt idx="4012">
                  <c:v>42144</c:v>
                </c:pt>
                <c:pt idx="4013">
                  <c:v>42145</c:v>
                </c:pt>
                <c:pt idx="4014">
                  <c:v>42146</c:v>
                </c:pt>
                <c:pt idx="4015">
                  <c:v>42149</c:v>
                </c:pt>
                <c:pt idx="4016">
                  <c:v>42150</c:v>
                </c:pt>
                <c:pt idx="4017">
                  <c:v>42151</c:v>
                </c:pt>
                <c:pt idx="4018">
                  <c:v>42152</c:v>
                </c:pt>
                <c:pt idx="4019">
                  <c:v>42153</c:v>
                </c:pt>
                <c:pt idx="4020">
                  <c:v>42156</c:v>
                </c:pt>
                <c:pt idx="4021">
                  <c:v>42157</c:v>
                </c:pt>
                <c:pt idx="4022">
                  <c:v>42158</c:v>
                </c:pt>
                <c:pt idx="4023">
                  <c:v>42159</c:v>
                </c:pt>
                <c:pt idx="4024">
                  <c:v>42160</c:v>
                </c:pt>
                <c:pt idx="4025">
                  <c:v>42163</c:v>
                </c:pt>
                <c:pt idx="4026">
                  <c:v>42164</c:v>
                </c:pt>
                <c:pt idx="4027">
                  <c:v>42165</c:v>
                </c:pt>
                <c:pt idx="4028">
                  <c:v>42166</c:v>
                </c:pt>
                <c:pt idx="4029">
                  <c:v>42167</c:v>
                </c:pt>
                <c:pt idx="4030">
                  <c:v>42170</c:v>
                </c:pt>
                <c:pt idx="4031">
                  <c:v>42171</c:v>
                </c:pt>
                <c:pt idx="4032">
                  <c:v>42172</c:v>
                </c:pt>
                <c:pt idx="4033">
                  <c:v>42173</c:v>
                </c:pt>
                <c:pt idx="4034">
                  <c:v>42174</c:v>
                </c:pt>
                <c:pt idx="4035">
                  <c:v>42177</c:v>
                </c:pt>
                <c:pt idx="4036">
                  <c:v>42178</c:v>
                </c:pt>
                <c:pt idx="4037">
                  <c:v>42179</c:v>
                </c:pt>
                <c:pt idx="4038">
                  <c:v>42180</c:v>
                </c:pt>
                <c:pt idx="4039">
                  <c:v>42181</c:v>
                </c:pt>
                <c:pt idx="4040">
                  <c:v>42184</c:v>
                </c:pt>
                <c:pt idx="4041">
                  <c:v>42185</c:v>
                </c:pt>
                <c:pt idx="4042">
                  <c:v>42186</c:v>
                </c:pt>
                <c:pt idx="4043">
                  <c:v>42187</c:v>
                </c:pt>
                <c:pt idx="4044">
                  <c:v>42188</c:v>
                </c:pt>
                <c:pt idx="4045">
                  <c:v>42191</c:v>
                </c:pt>
                <c:pt idx="4046">
                  <c:v>42192</c:v>
                </c:pt>
                <c:pt idx="4047">
                  <c:v>42193</c:v>
                </c:pt>
                <c:pt idx="4048">
                  <c:v>42194</c:v>
                </c:pt>
                <c:pt idx="4049">
                  <c:v>42195</c:v>
                </c:pt>
                <c:pt idx="4050">
                  <c:v>42198</c:v>
                </c:pt>
                <c:pt idx="4051">
                  <c:v>42199</c:v>
                </c:pt>
                <c:pt idx="4052">
                  <c:v>42200</c:v>
                </c:pt>
                <c:pt idx="4053">
                  <c:v>42201</c:v>
                </c:pt>
                <c:pt idx="4054">
                  <c:v>42202</c:v>
                </c:pt>
                <c:pt idx="4055">
                  <c:v>42205</c:v>
                </c:pt>
                <c:pt idx="4056">
                  <c:v>42206</c:v>
                </c:pt>
                <c:pt idx="4057">
                  <c:v>42207</c:v>
                </c:pt>
                <c:pt idx="4058">
                  <c:v>42208</c:v>
                </c:pt>
                <c:pt idx="4059">
                  <c:v>42209</c:v>
                </c:pt>
                <c:pt idx="4060">
                  <c:v>42212</c:v>
                </c:pt>
                <c:pt idx="4061">
                  <c:v>42213</c:v>
                </c:pt>
                <c:pt idx="4062">
                  <c:v>42214</c:v>
                </c:pt>
                <c:pt idx="4063">
                  <c:v>42215</c:v>
                </c:pt>
                <c:pt idx="4064">
                  <c:v>42216</c:v>
                </c:pt>
                <c:pt idx="4065">
                  <c:v>42219</c:v>
                </c:pt>
                <c:pt idx="4066">
                  <c:v>42220</c:v>
                </c:pt>
                <c:pt idx="4067">
                  <c:v>42221</c:v>
                </c:pt>
                <c:pt idx="4068">
                  <c:v>42222</c:v>
                </c:pt>
                <c:pt idx="4069">
                  <c:v>42223</c:v>
                </c:pt>
                <c:pt idx="4070">
                  <c:v>42226</c:v>
                </c:pt>
                <c:pt idx="4071">
                  <c:v>42227</c:v>
                </c:pt>
                <c:pt idx="4072">
                  <c:v>42228</c:v>
                </c:pt>
                <c:pt idx="4073">
                  <c:v>42229</c:v>
                </c:pt>
                <c:pt idx="4074">
                  <c:v>42230</c:v>
                </c:pt>
                <c:pt idx="4075">
                  <c:v>42233</c:v>
                </c:pt>
                <c:pt idx="4076">
                  <c:v>42234</c:v>
                </c:pt>
                <c:pt idx="4077">
                  <c:v>42235</c:v>
                </c:pt>
                <c:pt idx="4078">
                  <c:v>42236</c:v>
                </c:pt>
                <c:pt idx="4079">
                  <c:v>42237</c:v>
                </c:pt>
                <c:pt idx="4080">
                  <c:v>42240</c:v>
                </c:pt>
                <c:pt idx="4081">
                  <c:v>42241</c:v>
                </c:pt>
                <c:pt idx="4082">
                  <c:v>42242</c:v>
                </c:pt>
                <c:pt idx="4083">
                  <c:v>42243</c:v>
                </c:pt>
                <c:pt idx="4084">
                  <c:v>42244</c:v>
                </c:pt>
                <c:pt idx="4085">
                  <c:v>42247</c:v>
                </c:pt>
                <c:pt idx="4086">
                  <c:v>42248</c:v>
                </c:pt>
                <c:pt idx="4087">
                  <c:v>42249</c:v>
                </c:pt>
                <c:pt idx="4088">
                  <c:v>42250</c:v>
                </c:pt>
                <c:pt idx="4089">
                  <c:v>42251</c:v>
                </c:pt>
                <c:pt idx="4090">
                  <c:v>42254</c:v>
                </c:pt>
                <c:pt idx="4091">
                  <c:v>42255</c:v>
                </c:pt>
                <c:pt idx="4092">
                  <c:v>42256</c:v>
                </c:pt>
                <c:pt idx="4093">
                  <c:v>42257</c:v>
                </c:pt>
                <c:pt idx="4094">
                  <c:v>42258</c:v>
                </c:pt>
                <c:pt idx="4095">
                  <c:v>42261</c:v>
                </c:pt>
                <c:pt idx="4096">
                  <c:v>42262</c:v>
                </c:pt>
                <c:pt idx="4097">
                  <c:v>42263</c:v>
                </c:pt>
                <c:pt idx="4098">
                  <c:v>42264</c:v>
                </c:pt>
                <c:pt idx="4099">
                  <c:v>42265</c:v>
                </c:pt>
                <c:pt idx="4100">
                  <c:v>42268</c:v>
                </c:pt>
                <c:pt idx="4101">
                  <c:v>42269</c:v>
                </c:pt>
                <c:pt idx="4102">
                  <c:v>42270</c:v>
                </c:pt>
                <c:pt idx="4103">
                  <c:v>42271</c:v>
                </c:pt>
                <c:pt idx="4104">
                  <c:v>42272</c:v>
                </c:pt>
                <c:pt idx="4105">
                  <c:v>42275</c:v>
                </c:pt>
                <c:pt idx="4106">
                  <c:v>42276</c:v>
                </c:pt>
                <c:pt idx="4107">
                  <c:v>42277</c:v>
                </c:pt>
                <c:pt idx="4108">
                  <c:v>42278</c:v>
                </c:pt>
                <c:pt idx="4109">
                  <c:v>42279</c:v>
                </c:pt>
                <c:pt idx="4110">
                  <c:v>42282</c:v>
                </c:pt>
                <c:pt idx="4111">
                  <c:v>42283</c:v>
                </c:pt>
                <c:pt idx="4112">
                  <c:v>42284</c:v>
                </c:pt>
                <c:pt idx="4113">
                  <c:v>42285</c:v>
                </c:pt>
                <c:pt idx="4114">
                  <c:v>42286</c:v>
                </c:pt>
                <c:pt idx="4115">
                  <c:v>42289</c:v>
                </c:pt>
                <c:pt idx="4116">
                  <c:v>42290</c:v>
                </c:pt>
                <c:pt idx="4117">
                  <c:v>42291</c:v>
                </c:pt>
                <c:pt idx="4118">
                  <c:v>42292</c:v>
                </c:pt>
                <c:pt idx="4119">
                  <c:v>42293</c:v>
                </c:pt>
                <c:pt idx="4120">
                  <c:v>42296</c:v>
                </c:pt>
                <c:pt idx="4121">
                  <c:v>42297</c:v>
                </c:pt>
                <c:pt idx="4122">
                  <c:v>42298</c:v>
                </c:pt>
                <c:pt idx="4123">
                  <c:v>42299</c:v>
                </c:pt>
                <c:pt idx="4124">
                  <c:v>42300</c:v>
                </c:pt>
                <c:pt idx="4125">
                  <c:v>42303</c:v>
                </c:pt>
                <c:pt idx="4126">
                  <c:v>42304</c:v>
                </c:pt>
                <c:pt idx="4127">
                  <c:v>42305</c:v>
                </c:pt>
                <c:pt idx="4128">
                  <c:v>42306</c:v>
                </c:pt>
                <c:pt idx="4129">
                  <c:v>42307</c:v>
                </c:pt>
                <c:pt idx="4130">
                  <c:v>42310</c:v>
                </c:pt>
                <c:pt idx="4131">
                  <c:v>42311</c:v>
                </c:pt>
                <c:pt idx="4132">
                  <c:v>42312</c:v>
                </c:pt>
                <c:pt idx="4133">
                  <c:v>42313</c:v>
                </c:pt>
                <c:pt idx="4134">
                  <c:v>42314</c:v>
                </c:pt>
                <c:pt idx="4135">
                  <c:v>42317</c:v>
                </c:pt>
                <c:pt idx="4136">
                  <c:v>42318</c:v>
                </c:pt>
                <c:pt idx="4137">
                  <c:v>42319</c:v>
                </c:pt>
                <c:pt idx="4138">
                  <c:v>42320</c:v>
                </c:pt>
                <c:pt idx="4139">
                  <c:v>42321</c:v>
                </c:pt>
                <c:pt idx="4140">
                  <c:v>42324</c:v>
                </c:pt>
                <c:pt idx="4141">
                  <c:v>42325</c:v>
                </c:pt>
                <c:pt idx="4142">
                  <c:v>42326</c:v>
                </c:pt>
                <c:pt idx="4143">
                  <c:v>42327</c:v>
                </c:pt>
                <c:pt idx="4144">
                  <c:v>42328</c:v>
                </c:pt>
                <c:pt idx="4145">
                  <c:v>42331</c:v>
                </c:pt>
                <c:pt idx="4146">
                  <c:v>42332</c:v>
                </c:pt>
                <c:pt idx="4147">
                  <c:v>42333</c:v>
                </c:pt>
                <c:pt idx="4148">
                  <c:v>42334</c:v>
                </c:pt>
                <c:pt idx="4149">
                  <c:v>42335</c:v>
                </c:pt>
                <c:pt idx="4150">
                  <c:v>42338</c:v>
                </c:pt>
                <c:pt idx="4151">
                  <c:v>42339</c:v>
                </c:pt>
                <c:pt idx="4152">
                  <c:v>42340</c:v>
                </c:pt>
                <c:pt idx="4153">
                  <c:v>42341</c:v>
                </c:pt>
                <c:pt idx="4154">
                  <c:v>42342</c:v>
                </c:pt>
                <c:pt idx="4155">
                  <c:v>42345</c:v>
                </c:pt>
                <c:pt idx="4156">
                  <c:v>42346</c:v>
                </c:pt>
                <c:pt idx="4157">
                  <c:v>42347</c:v>
                </c:pt>
                <c:pt idx="4158">
                  <c:v>42348</c:v>
                </c:pt>
                <c:pt idx="4159">
                  <c:v>42349</c:v>
                </c:pt>
                <c:pt idx="4160">
                  <c:v>42352</c:v>
                </c:pt>
                <c:pt idx="4161">
                  <c:v>42353</c:v>
                </c:pt>
                <c:pt idx="4162">
                  <c:v>42354</c:v>
                </c:pt>
                <c:pt idx="4163">
                  <c:v>42355</c:v>
                </c:pt>
                <c:pt idx="4164">
                  <c:v>42356</c:v>
                </c:pt>
                <c:pt idx="4165">
                  <c:v>42359</c:v>
                </c:pt>
                <c:pt idx="4166">
                  <c:v>42360</c:v>
                </c:pt>
                <c:pt idx="4167">
                  <c:v>42361</c:v>
                </c:pt>
                <c:pt idx="4168">
                  <c:v>42362</c:v>
                </c:pt>
                <c:pt idx="4169">
                  <c:v>42363</c:v>
                </c:pt>
                <c:pt idx="4170">
                  <c:v>42366</c:v>
                </c:pt>
                <c:pt idx="4171">
                  <c:v>42367</c:v>
                </c:pt>
                <c:pt idx="4172">
                  <c:v>42368</c:v>
                </c:pt>
                <c:pt idx="4173">
                  <c:v>42369</c:v>
                </c:pt>
                <c:pt idx="4174">
                  <c:v>42370</c:v>
                </c:pt>
                <c:pt idx="4175">
                  <c:v>42373</c:v>
                </c:pt>
                <c:pt idx="4176">
                  <c:v>42374</c:v>
                </c:pt>
                <c:pt idx="4177">
                  <c:v>42375</c:v>
                </c:pt>
                <c:pt idx="4178">
                  <c:v>42376</c:v>
                </c:pt>
                <c:pt idx="4179">
                  <c:v>42377</c:v>
                </c:pt>
                <c:pt idx="4180">
                  <c:v>42380</c:v>
                </c:pt>
                <c:pt idx="4181">
                  <c:v>42381</c:v>
                </c:pt>
                <c:pt idx="4182">
                  <c:v>42382</c:v>
                </c:pt>
                <c:pt idx="4183">
                  <c:v>42383</c:v>
                </c:pt>
                <c:pt idx="4184">
                  <c:v>42384</c:v>
                </c:pt>
                <c:pt idx="4185">
                  <c:v>42387</c:v>
                </c:pt>
                <c:pt idx="4186">
                  <c:v>42388</c:v>
                </c:pt>
                <c:pt idx="4187">
                  <c:v>42389</c:v>
                </c:pt>
                <c:pt idx="4188">
                  <c:v>42390</c:v>
                </c:pt>
                <c:pt idx="4189">
                  <c:v>42391</c:v>
                </c:pt>
                <c:pt idx="4190">
                  <c:v>42394</c:v>
                </c:pt>
                <c:pt idx="4191">
                  <c:v>42395</c:v>
                </c:pt>
                <c:pt idx="4192">
                  <c:v>42396</c:v>
                </c:pt>
                <c:pt idx="4193">
                  <c:v>42397</c:v>
                </c:pt>
                <c:pt idx="4194">
                  <c:v>42398</c:v>
                </c:pt>
                <c:pt idx="4195">
                  <c:v>42401</c:v>
                </c:pt>
                <c:pt idx="4196">
                  <c:v>42402</c:v>
                </c:pt>
                <c:pt idx="4197">
                  <c:v>42403</c:v>
                </c:pt>
                <c:pt idx="4198">
                  <c:v>42404</c:v>
                </c:pt>
                <c:pt idx="4199">
                  <c:v>42405</c:v>
                </c:pt>
                <c:pt idx="4200">
                  <c:v>42408</c:v>
                </c:pt>
                <c:pt idx="4201">
                  <c:v>42409</c:v>
                </c:pt>
                <c:pt idx="4202">
                  <c:v>42410</c:v>
                </c:pt>
                <c:pt idx="4203">
                  <c:v>42411</c:v>
                </c:pt>
                <c:pt idx="4204">
                  <c:v>42412</c:v>
                </c:pt>
                <c:pt idx="4205">
                  <c:v>42415</c:v>
                </c:pt>
                <c:pt idx="4206">
                  <c:v>42416</c:v>
                </c:pt>
                <c:pt idx="4207">
                  <c:v>42417</c:v>
                </c:pt>
                <c:pt idx="4208">
                  <c:v>42418</c:v>
                </c:pt>
                <c:pt idx="4209">
                  <c:v>42419</c:v>
                </c:pt>
                <c:pt idx="4210">
                  <c:v>42422</c:v>
                </c:pt>
                <c:pt idx="4211">
                  <c:v>42423</c:v>
                </c:pt>
                <c:pt idx="4212">
                  <c:v>42424</c:v>
                </c:pt>
                <c:pt idx="4213">
                  <c:v>42425</c:v>
                </c:pt>
                <c:pt idx="4214">
                  <c:v>42426</c:v>
                </c:pt>
                <c:pt idx="4215">
                  <c:v>42429</c:v>
                </c:pt>
                <c:pt idx="4216">
                  <c:v>42430</c:v>
                </c:pt>
                <c:pt idx="4217">
                  <c:v>42431</c:v>
                </c:pt>
                <c:pt idx="4218">
                  <c:v>42432</c:v>
                </c:pt>
                <c:pt idx="4219">
                  <c:v>42433</c:v>
                </c:pt>
                <c:pt idx="4220">
                  <c:v>42436</c:v>
                </c:pt>
                <c:pt idx="4221">
                  <c:v>42437</c:v>
                </c:pt>
                <c:pt idx="4222">
                  <c:v>42438</c:v>
                </c:pt>
                <c:pt idx="4223">
                  <c:v>42439</c:v>
                </c:pt>
                <c:pt idx="4224">
                  <c:v>42440</c:v>
                </c:pt>
                <c:pt idx="4225">
                  <c:v>42443</c:v>
                </c:pt>
                <c:pt idx="4226">
                  <c:v>42444</c:v>
                </c:pt>
                <c:pt idx="4227">
                  <c:v>42445</c:v>
                </c:pt>
                <c:pt idx="4228">
                  <c:v>42446</c:v>
                </c:pt>
                <c:pt idx="4229">
                  <c:v>42447</c:v>
                </c:pt>
                <c:pt idx="4230">
                  <c:v>42450</c:v>
                </c:pt>
                <c:pt idx="4231">
                  <c:v>42451</c:v>
                </c:pt>
                <c:pt idx="4232">
                  <c:v>42452</c:v>
                </c:pt>
                <c:pt idx="4233">
                  <c:v>42453</c:v>
                </c:pt>
                <c:pt idx="4234">
                  <c:v>42454</c:v>
                </c:pt>
                <c:pt idx="4235">
                  <c:v>42457</c:v>
                </c:pt>
                <c:pt idx="4236">
                  <c:v>42458</c:v>
                </c:pt>
                <c:pt idx="4237">
                  <c:v>42459</c:v>
                </c:pt>
                <c:pt idx="4238">
                  <c:v>42460</c:v>
                </c:pt>
                <c:pt idx="4239">
                  <c:v>42461</c:v>
                </c:pt>
                <c:pt idx="4240">
                  <c:v>42464</c:v>
                </c:pt>
                <c:pt idx="4241">
                  <c:v>42465</c:v>
                </c:pt>
                <c:pt idx="4242">
                  <c:v>42466</c:v>
                </c:pt>
                <c:pt idx="4243">
                  <c:v>42467</c:v>
                </c:pt>
                <c:pt idx="4244">
                  <c:v>42468</c:v>
                </c:pt>
                <c:pt idx="4245">
                  <c:v>42471</c:v>
                </c:pt>
                <c:pt idx="4246">
                  <c:v>42472</c:v>
                </c:pt>
                <c:pt idx="4247">
                  <c:v>42473</c:v>
                </c:pt>
                <c:pt idx="4248">
                  <c:v>42474</c:v>
                </c:pt>
                <c:pt idx="4249">
                  <c:v>42475</c:v>
                </c:pt>
                <c:pt idx="4250">
                  <c:v>42478</c:v>
                </c:pt>
                <c:pt idx="4251">
                  <c:v>42479</c:v>
                </c:pt>
                <c:pt idx="4252">
                  <c:v>42480</c:v>
                </c:pt>
                <c:pt idx="4253">
                  <c:v>42481</c:v>
                </c:pt>
                <c:pt idx="4254">
                  <c:v>42482</c:v>
                </c:pt>
                <c:pt idx="4255">
                  <c:v>42485</c:v>
                </c:pt>
                <c:pt idx="4256">
                  <c:v>42486</c:v>
                </c:pt>
                <c:pt idx="4257">
                  <c:v>42487</c:v>
                </c:pt>
                <c:pt idx="4258">
                  <c:v>42488</c:v>
                </c:pt>
                <c:pt idx="4259">
                  <c:v>42489</c:v>
                </c:pt>
                <c:pt idx="4260">
                  <c:v>42492</c:v>
                </c:pt>
                <c:pt idx="4261">
                  <c:v>42493</c:v>
                </c:pt>
                <c:pt idx="4262">
                  <c:v>42494</c:v>
                </c:pt>
                <c:pt idx="4263">
                  <c:v>42495</c:v>
                </c:pt>
                <c:pt idx="4264">
                  <c:v>42496</c:v>
                </c:pt>
                <c:pt idx="4265">
                  <c:v>42499</c:v>
                </c:pt>
                <c:pt idx="4266">
                  <c:v>42500</c:v>
                </c:pt>
                <c:pt idx="4267">
                  <c:v>42501</c:v>
                </c:pt>
                <c:pt idx="4268">
                  <c:v>42502</c:v>
                </c:pt>
                <c:pt idx="4269">
                  <c:v>42503</c:v>
                </c:pt>
                <c:pt idx="4270">
                  <c:v>42506</c:v>
                </c:pt>
                <c:pt idx="4271">
                  <c:v>42507</c:v>
                </c:pt>
                <c:pt idx="4272">
                  <c:v>42508</c:v>
                </c:pt>
                <c:pt idx="4273">
                  <c:v>42509</c:v>
                </c:pt>
                <c:pt idx="4274">
                  <c:v>42510</c:v>
                </c:pt>
                <c:pt idx="4275">
                  <c:v>42513</c:v>
                </c:pt>
                <c:pt idx="4276">
                  <c:v>42514</c:v>
                </c:pt>
                <c:pt idx="4277">
                  <c:v>42515</c:v>
                </c:pt>
                <c:pt idx="4278">
                  <c:v>42516</c:v>
                </c:pt>
                <c:pt idx="4279">
                  <c:v>42517</c:v>
                </c:pt>
                <c:pt idx="4280">
                  <c:v>42520</c:v>
                </c:pt>
                <c:pt idx="4281">
                  <c:v>42521</c:v>
                </c:pt>
                <c:pt idx="4282">
                  <c:v>42522</c:v>
                </c:pt>
                <c:pt idx="4283">
                  <c:v>42523</c:v>
                </c:pt>
                <c:pt idx="4284">
                  <c:v>42524</c:v>
                </c:pt>
                <c:pt idx="4285">
                  <c:v>42527</c:v>
                </c:pt>
                <c:pt idx="4286">
                  <c:v>42528</c:v>
                </c:pt>
                <c:pt idx="4287">
                  <c:v>42529</c:v>
                </c:pt>
                <c:pt idx="4288">
                  <c:v>42530</c:v>
                </c:pt>
                <c:pt idx="4289">
                  <c:v>42531</c:v>
                </c:pt>
                <c:pt idx="4290">
                  <c:v>42534</c:v>
                </c:pt>
                <c:pt idx="4291">
                  <c:v>42535</c:v>
                </c:pt>
                <c:pt idx="4292">
                  <c:v>42536</c:v>
                </c:pt>
                <c:pt idx="4293">
                  <c:v>42537</c:v>
                </c:pt>
                <c:pt idx="4294">
                  <c:v>42538</c:v>
                </c:pt>
                <c:pt idx="4295">
                  <c:v>42541</c:v>
                </c:pt>
                <c:pt idx="4296">
                  <c:v>42542</c:v>
                </c:pt>
                <c:pt idx="4297">
                  <c:v>42543</c:v>
                </c:pt>
                <c:pt idx="4298">
                  <c:v>42544</c:v>
                </c:pt>
                <c:pt idx="4299">
                  <c:v>42545</c:v>
                </c:pt>
                <c:pt idx="4300">
                  <c:v>42548</c:v>
                </c:pt>
                <c:pt idx="4301">
                  <c:v>42549</c:v>
                </c:pt>
                <c:pt idx="4302">
                  <c:v>42550</c:v>
                </c:pt>
                <c:pt idx="4303">
                  <c:v>42551</c:v>
                </c:pt>
                <c:pt idx="4304">
                  <c:v>42552</c:v>
                </c:pt>
                <c:pt idx="4305">
                  <c:v>42555</c:v>
                </c:pt>
                <c:pt idx="4306">
                  <c:v>42556</c:v>
                </c:pt>
                <c:pt idx="4307">
                  <c:v>42557</c:v>
                </c:pt>
                <c:pt idx="4308">
                  <c:v>42558</c:v>
                </c:pt>
                <c:pt idx="4309">
                  <c:v>42559</c:v>
                </c:pt>
                <c:pt idx="4310">
                  <c:v>42562</c:v>
                </c:pt>
                <c:pt idx="4311">
                  <c:v>42563</c:v>
                </c:pt>
                <c:pt idx="4312">
                  <c:v>42564</c:v>
                </c:pt>
                <c:pt idx="4313">
                  <c:v>42565</c:v>
                </c:pt>
                <c:pt idx="4314">
                  <c:v>42566</c:v>
                </c:pt>
                <c:pt idx="4315">
                  <c:v>42569</c:v>
                </c:pt>
                <c:pt idx="4316">
                  <c:v>42570</c:v>
                </c:pt>
                <c:pt idx="4317">
                  <c:v>42571</c:v>
                </c:pt>
                <c:pt idx="4318">
                  <c:v>42572</c:v>
                </c:pt>
                <c:pt idx="4319">
                  <c:v>42573</c:v>
                </c:pt>
                <c:pt idx="4320">
                  <c:v>42576</c:v>
                </c:pt>
                <c:pt idx="4321">
                  <c:v>42577</c:v>
                </c:pt>
                <c:pt idx="4322">
                  <c:v>42578</c:v>
                </c:pt>
                <c:pt idx="4323">
                  <c:v>42579</c:v>
                </c:pt>
                <c:pt idx="4324">
                  <c:v>42580</c:v>
                </c:pt>
                <c:pt idx="4325">
                  <c:v>42583</c:v>
                </c:pt>
                <c:pt idx="4326">
                  <c:v>42584</c:v>
                </c:pt>
                <c:pt idx="4327">
                  <c:v>42585</c:v>
                </c:pt>
                <c:pt idx="4328">
                  <c:v>42586</c:v>
                </c:pt>
                <c:pt idx="4329">
                  <c:v>42587</c:v>
                </c:pt>
                <c:pt idx="4330">
                  <c:v>42590</c:v>
                </c:pt>
                <c:pt idx="4331">
                  <c:v>42591</c:v>
                </c:pt>
                <c:pt idx="4332">
                  <c:v>42592</c:v>
                </c:pt>
                <c:pt idx="4333">
                  <c:v>42593</c:v>
                </c:pt>
                <c:pt idx="4334">
                  <c:v>42594</c:v>
                </c:pt>
                <c:pt idx="4335">
                  <c:v>42597</c:v>
                </c:pt>
                <c:pt idx="4336">
                  <c:v>42598</c:v>
                </c:pt>
                <c:pt idx="4337">
                  <c:v>42599</c:v>
                </c:pt>
                <c:pt idx="4338">
                  <c:v>42600</c:v>
                </c:pt>
                <c:pt idx="4339">
                  <c:v>42601</c:v>
                </c:pt>
                <c:pt idx="4340">
                  <c:v>42604</c:v>
                </c:pt>
                <c:pt idx="4341">
                  <c:v>42605</c:v>
                </c:pt>
                <c:pt idx="4342">
                  <c:v>42606</c:v>
                </c:pt>
                <c:pt idx="4343">
                  <c:v>42607</c:v>
                </c:pt>
                <c:pt idx="4344">
                  <c:v>42608</c:v>
                </c:pt>
                <c:pt idx="4345">
                  <c:v>42611</c:v>
                </c:pt>
                <c:pt idx="4346">
                  <c:v>42612</c:v>
                </c:pt>
                <c:pt idx="4347">
                  <c:v>42613</c:v>
                </c:pt>
                <c:pt idx="4348">
                  <c:v>42614</c:v>
                </c:pt>
                <c:pt idx="4349">
                  <c:v>42615</c:v>
                </c:pt>
                <c:pt idx="4350">
                  <c:v>42618</c:v>
                </c:pt>
                <c:pt idx="4351">
                  <c:v>42619</c:v>
                </c:pt>
                <c:pt idx="4352">
                  <c:v>42620</c:v>
                </c:pt>
                <c:pt idx="4353">
                  <c:v>42621</c:v>
                </c:pt>
                <c:pt idx="4354">
                  <c:v>42622</c:v>
                </c:pt>
                <c:pt idx="4355">
                  <c:v>42625</c:v>
                </c:pt>
                <c:pt idx="4356">
                  <c:v>42626</c:v>
                </c:pt>
                <c:pt idx="4357">
                  <c:v>42627</c:v>
                </c:pt>
                <c:pt idx="4358">
                  <c:v>42628</c:v>
                </c:pt>
                <c:pt idx="4359">
                  <c:v>42629</c:v>
                </c:pt>
                <c:pt idx="4360">
                  <c:v>42632</c:v>
                </c:pt>
                <c:pt idx="4361">
                  <c:v>42633</c:v>
                </c:pt>
                <c:pt idx="4362">
                  <c:v>42634</c:v>
                </c:pt>
                <c:pt idx="4363">
                  <c:v>42635</c:v>
                </c:pt>
                <c:pt idx="4364">
                  <c:v>42636</c:v>
                </c:pt>
                <c:pt idx="4365">
                  <c:v>42639</c:v>
                </c:pt>
                <c:pt idx="4366">
                  <c:v>42640</c:v>
                </c:pt>
                <c:pt idx="4367">
                  <c:v>42641</c:v>
                </c:pt>
                <c:pt idx="4368">
                  <c:v>42642</c:v>
                </c:pt>
                <c:pt idx="4369">
                  <c:v>42643</c:v>
                </c:pt>
                <c:pt idx="4370">
                  <c:v>42646</c:v>
                </c:pt>
                <c:pt idx="4371">
                  <c:v>42647</c:v>
                </c:pt>
                <c:pt idx="4372">
                  <c:v>42648</c:v>
                </c:pt>
                <c:pt idx="4373">
                  <c:v>42649</c:v>
                </c:pt>
                <c:pt idx="4374">
                  <c:v>42650</c:v>
                </c:pt>
                <c:pt idx="4375">
                  <c:v>42653</c:v>
                </c:pt>
                <c:pt idx="4376">
                  <c:v>42654</c:v>
                </c:pt>
                <c:pt idx="4377">
                  <c:v>42655</c:v>
                </c:pt>
                <c:pt idx="4378">
                  <c:v>42656</c:v>
                </c:pt>
                <c:pt idx="4379">
                  <c:v>42657</c:v>
                </c:pt>
                <c:pt idx="4380">
                  <c:v>42660</c:v>
                </c:pt>
                <c:pt idx="4381">
                  <c:v>42661</c:v>
                </c:pt>
                <c:pt idx="4382">
                  <c:v>42662</c:v>
                </c:pt>
                <c:pt idx="4383">
                  <c:v>42663</c:v>
                </c:pt>
                <c:pt idx="4384">
                  <c:v>42664</c:v>
                </c:pt>
                <c:pt idx="4385">
                  <c:v>42667</c:v>
                </c:pt>
                <c:pt idx="4386">
                  <c:v>42668</c:v>
                </c:pt>
                <c:pt idx="4387">
                  <c:v>42669</c:v>
                </c:pt>
                <c:pt idx="4388">
                  <c:v>42670</c:v>
                </c:pt>
                <c:pt idx="4389">
                  <c:v>42671</c:v>
                </c:pt>
                <c:pt idx="4390">
                  <c:v>42674</c:v>
                </c:pt>
                <c:pt idx="4391">
                  <c:v>42675</c:v>
                </c:pt>
                <c:pt idx="4392">
                  <c:v>42676</c:v>
                </c:pt>
                <c:pt idx="4393">
                  <c:v>42677</c:v>
                </c:pt>
                <c:pt idx="4394">
                  <c:v>42678</c:v>
                </c:pt>
                <c:pt idx="4395">
                  <c:v>42681</c:v>
                </c:pt>
                <c:pt idx="4396">
                  <c:v>42682</c:v>
                </c:pt>
                <c:pt idx="4397">
                  <c:v>42683</c:v>
                </c:pt>
                <c:pt idx="4398">
                  <c:v>42684</c:v>
                </c:pt>
                <c:pt idx="4399">
                  <c:v>42685</c:v>
                </c:pt>
                <c:pt idx="4400">
                  <c:v>42688</c:v>
                </c:pt>
                <c:pt idx="4401">
                  <c:v>42689</c:v>
                </c:pt>
                <c:pt idx="4402">
                  <c:v>42690</c:v>
                </c:pt>
                <c:pt idx="4403">
                  <c:v>42691</c:v>
                </c:pt>
                <c:pt idx="4404">
                  <c:v>42692</c:v>
                </c:pt>
                <c:pt idx="4405">
                  <c:v>42695</c:v>
                </c:pt>
                <c:pt idx="4406">
                  <c:v>42696</c:v>
                </c:pt>
                <c:pt idx="4407">
                  <c:v>42697</c:v>
                </c:pt>
                <c:pt idx="4408">
                  <c:v>42698</c:v>
                </c:pt>
                <c:pt idx="4409">
                  <c:v>42699</c:v>
                </c:pt>
                <c:pt idx="4410">
                  <c:v>42702</c:v>
                </c:pt>
                <c:pt idx="4411">
                  <c:v>42703</c:v>
                </c:pt>
                <c:pt idx="4412">
                  <c:v>42704</c:v>
                </c:pt>
                <c:pt idx="4413">
                  <c:v>42705</c:v>
                </c:pt>
                <c:pt idx="4414">
                  <c:v>42706</c:v>
                </c:pt>
                <c:pt idx="4415">
                  <c:v>42709</c:v>
                </c:pt>
                <c:pt idx="4416">
                  <c:v>42710</c:v>
                </c:pt>
                <c:pt idx="4417">
                  <c:v>42711</c:v>
                </c:pt>
                <c:pt idx="4418">
                  <c:v>42712</c:v>
                </c:pt>
                <c:pt idx="4419">
                  <c:v>42713</c:v>
                </c:pt>
                <c:pt idx="4420">
                  <c:v>42716</c:v>
                </c:pt>
                <c:pt idx="4421">
                  <c:v>42717</c:v>
                </c:pt>
                <c:pt idx="4422">
                  <c:v>42718</c:v>
                </c:pt>
                <c:pt idx="4423">
                  <c:v>42719</c:v>
                </c:pt>
                <c:pt idx="4424">
                  <c:v>42720</c:v>
                </c:pt>
                <c:pt idx="4425">
                  <c:v>42723</c:v>
                </c:pt>
                <c:pt idx="4426">
                  <c:v>42724</c:v>
                </c:pt>
                <c:pt idx="4427">
                  <c:v>42725</c:v>
                </c:pt>
                <c:pt idx="4428">
                  <c:v>42726</c:v>
                </c:pt>
                <c:pt idx="4429">
                  <c:v>42727</c:v>
                </c:pt>
                <c:pt idx="4430">
                  <c:v>42730</c:v>
                </c:pt>
                <c:pt idx="4431">
                  <c:v>42731</c:v>
                </c:pt>
                <c:pt idx="4432">
                  <c:v>42732</c:v>
                </c:pt>
                <c:pt idx="4433">
                  <c:v>42733</c:v>
                </c:pt>
                <c:pt idx="4434">
                  <c:v>42734</c:v>
                </c:pt>
                <c:pt idx="4435">
                  <c:v>42737</c:v>
                </c:pt>
                <c:pt idx="4436">
                  <c:v>42738</c:v>
                </c:pt>
                <c:pt idx="4437">
                  <c:v>42739</c:v>
                </c:pt>
                <c:pt idx="4438">
                  <c:v>42740</c:v>
                </c:pt>
                <c:pt idx="4439">
                  <c:v>42741</c:v>
                </c:pt>
                <c:pt idx="4440">
                  <c:v>42744</c:v>
                </c:pt>
                <c:pt idx="4441">
                  <c:v>42745</c:v>
                </c:pt>
                <c:pt idx="4442">
                  <c:v>42746</c:v>
                </c:pt>
                <c:pt idx="4443">
                  <c:v>42747</c:v>
                </c:pt>
                <c:pt idx="4444">
                  <c:v>42748</c:v>
                </c:pt>
                <c:pt idx="4445">
                  <c:v>42751</c:v>
                </c:pt>
                <c:pt idx="4446">
                  <c:v>42752</c:v>
                </c:pt>
                <c:pt idx="4447">
                  <c:v>42753</c:v>
                </c:pt>
                <c:pt idx="4448">
                  <c:v>42754</c:v>
                </c:pt>
                <c:pt idx="4449">
                  <c:v>42755</c:v>
                </c:pt>
                <c:pt idx="4450">
                  <c:v>42758</c:v>
                </c:pt>
                <c:pt idx="4451">
                  <c:v>42759</c:v>
                </c:pt>
                <c:pt idx="4452">
                  <c:v>42760</c:v>
                </c:pt>
                <c:pt idx="4453">
                  <c:v>42761</c:v>
                </c:pt>
                <c:pt idx="4454">
                  <c:v>42762</c:v>
                </c:pt>
                <c:pt idx="4455">
                  <c:v>42765</c:v>
                </c:pt>
                <c:pt idx="4456">
                  <c:v>42766</c:v>
                </c:pt>
                <c:pt idx="4457">
                  <c:v>42767</c:v>
                </c:pt>
                <c:pt idx="4458">
                  <c:v>42768</c:v>
                </c:pt>
                <c:pt idx="4459">
                  <c:v>42769</c:v>
                </c:pt>
                <c:pt idx="4460">
                  <c:v>42772</c:v>
                </c:pt>
                <c:pt idx="4461">
                  <c:v>42773</c:v>
                </c:pt>
                <c:pt idx="4462">
                  <c:v>42774</c:v>
                </c:pt>
                <c:pt idx="4463">
                  <c:v>42775</c:v>
                </c:pt>
                <c:pt idx="4464">
                  <c:v>42776</c:v>
                </c:pt>
                <c:pt idx="4465">
                  <c:v>42779</c:v>
                </c:pt>
                <c:pt idx="4466">
                  <c:v>42780</c:v>
                </c:pt>
                <c:pt idx="4467">
                  <c:v>42781</c:v>
                </c:pt>
                <c:pt idx="4468">
                  <c:v>42782</c:v>
                </c:pt>
                <c:pt idx="4469">
                  <c:v>42783</c:v>
                </c:pt>
                <c:pt idx="4470">
                  <c:v>42786</c:v>
                </c:pt>
                <c:pt idx="4471">
                  <c:v>42787</c:v>
                </c:pt>
                <c:pt idx="4472">
                  <c:v>42788</c:v>
                </c:pt>
                <c:pt idx="4473">
                  <c:v>42789</c:v>
                </c:pt>
                <c:pt idx="4474">
                  <c:v>42790</c:v>
                </c:pt>
                <c:pt idx="4475">
                  <c:v>42793</c:v>
                </c:pt>
                <c:pt idx="4476">
                  <c:v>42794</c:v>
                </c:pt>
                <c:pt idx="4477">
                  <c:v>42795</c:v>
                </c:pt>
                <c:pt idx="4478">
                  <c:v>42796</c:v>
                </c:pt>
                <c:pt idx="4479">
                  <c:v>42797</c:v>
                </c:pt>
                <c:pt idx="4480">
                  <c:v>42800</c:v>
                </c:pt>
                <c:pt idx="4481">
                  <c:v>42801</c:v>
                </c:pt>
                <c:pt idx="4482">
                  <c:v>42802</c:v>
                </c:pt>
                <c:pt idx="4483">
                  <c:v>42803</c:v>
                </c:pt>
                <c:pt idx="4484">
                  <c:v>42804</c:v>
                </c:pt>
                <c:pt idx="4485">
                  <c:v>42807</c:v>
                </c:pt>
                <c:pt idx="4486">
                  <c:v>42808</c:v>
                </c:pt>
                <c:pt idx="4487">
                  <c:v>42809</c:v>
                </c:pt>
                <c:pt idx="4488">
                  <c:v>42810</c:v>
                </c:pt>
                <c:pt idx="4489">
                  <c:v>42811</c:v>
                </c:pt>
                <c:pt idx="4490">
                  <c:v>42814</c:v>
                </c:pt>
                <c:pt idx="4491">
                  <c:v>42815</c:v>
                </c:pt>
                <c:pt idx="4492">
                  <c:v>42816</c:v>
                </c:pt>
                <c:pt idx="4493">
                  <c:v>42817</c:v>
                </c:pt>
                <c:pt idx="4494">
                  <c:v>42818</c:v>
                </c:pt>
                <c:pt idx="4495">
                  <c:v>42821</c:v>
                </c:pt>
                <c:pt idx="4496">
                  <c:v>42822</c:v>
                </c:pt>
                <c:pt idx="4497">
                  <c:v>42823</c:v>
                </c:pt>
                <c:pt idx="4498">
                  <c:v>42824</c:v>
                </c:pt>
                <c:pt idx="4499">
                  <c:v>42825</c:v>
                </c:pt>
                <c:pt idx="4500">
                  <c:v>42828</c:v>
                </c:pt>
                <c:pt idx="4501">
                  <c:v>42829</c:v>
                </c:pt>
                <c:pt idx="4502">
                  <c:v>42830</c:v>
                </c:pt>
                <c:pt idx="4503">
                  <c:v>42831</c:v>
                </c:pt>
                <c:pt idx="4504">
                  <c:v>42832</c:v>
                </c:pt>
                <c:pt idx="4505">
                  <c:v>42835</c:v>
                </c:pt>
                <c:pt idx="4506">
                  <c:v>42836</c:v>
                </c:pt>
                <c:pt idx="4507">
                  <c:v>42837</c:v>
                </c:pt>
                <c:pt idx="4508">
                  <c:v>42838</c:v>
                </c:pt>
                <c:pt idx="4509">
                  <c:v>42839</c:v>
                </c:pt>
                <c:pt idx="4510">
                  <c:v>42842</c:v>
                </c:pt>
                <c:pt idx="4511">
                  <c:v>42843</c:v>
                </c:pt>
                <c:pt idx="4512">
                  <c:v>42844</c:v>
                </c:pt>
                <c:pt idx="4513">
                  <c:v>42845</c:v>
                </c:pt>
                <c:pt idx="4514">
                  <c:v>42846</c:v>
                </c:pt>
                <c:pt idx="4515">
                  <c:v>42849</c:v>
                </c:pt>
                <c:pt idx="4516">
                  <c:v>42850</c:v>
                </c:pt>
                <c:pt idx="4517">
                  <c:v>42851</c:v>
                </c:pt>
                <c:pt idx="4518">
                  <c:v>42852</c:v>
                </c:pt>
                <c:pt idx="4519">
                  <c:v>42853</c:v>
                </c:pt>
                <c:pt idx="4520">
                  <c:v>42856</c:v>
                </c:pt>
                <c:pt idx="4521">
                  <c:v>42857</c:v>
                </c:pt>
                <c:pt idx="4522">
                  <c:v>42858</c:v>
                </c:pt>
                <c:pt idx="4523">
                  <c:v>42859</c:v>
                </c:pt>
                <c:pt idx="4524">
                  <c:v>42860</c:v>
                </c:pt>
                <c:pt idx="4525">
                  <c:v>42863</c:v>
                </c:pt>
                <c:pt idx="4526">
                  <c:v>42864</c:v>
                </c:pt>
                <c:pt idx="4527">
                  <c:v>42865</c:v>
                </c:pt>
                <c:pt idx="4528">
                  <c:v>42866</c:v>
                </c:pt>
                <c:pt idx="4529">
                  <c:v>42867</c:v>
                </c:pt>
                <c:pt idx="4530">
                  <c:v>42870</c:v>
                </c:pt>
                <c:pt idx="4531">
                  <c:v>42871</c:v>
                </c:pt>
                <c:pt idx="4532">
                  <c:v>42872</c:v>
                </c:pt>
                <c:pt idx="4533">
                  <c:v>42873</c:v>
                </c:pt>
                <c:pt idx="4534">
                  <c:v>42874</c:v>
                </c:pt>
                <c:pt idx="4535">
                  <c:v>42877</c:v>
                </c:pt>
                <c:pt idx="4536">
                  <c:v>42878</c:v>
                </c:pt>
                <c:pt idx="4537">
                  <c:v>42879</c:v>
                </c:pt>
                <c:pt idx="4538">
                  <c:v>42880</c:v>
                </c:pt>
                <c:pt idx="4539">
                  <c:v>42881</c:v>
                </c:pt>
                <c:pt idx="4540">
                  <c:v>42884</c:v>
                </c:pt>
                <c:pt idx="4541">
                  <c:v>42885</c:v>
                </c:pt>
                <c:pt idx="4542">
                  <c:v>42886</c:v>
                </c:pt>
                <c:pt idx="4543">
                  <c:v>42887</c:v>
                </c:pt>
                <c:pt idx="4544">
                  <c:v>42888</c:v>
                </c:pt>
                <c:pt idx="4545">
                  <c:v>42891</c:v>
                </c:pt>
                <c:pt idx="4546">
                  <c:v>42892</c:v>
                </c:pt>
                <c:pt idx="4547">
                  <c:v>42893</c:v>
                </c:pt>
                <c:pt idx="4548">
                  <c:v>42894</c:v>
                </c:pt>
                <c:pt idx="4549">
                  <c:v>42895</c:v>
                </c:pt>
                <c:pt idx="4550">
                  <c:v>42898</c:v>
                </c:pt>
                <c:pt idx="4551">
                  <c:v>42899</c:v>
                </c:pt>
                <c:pt idx="4552">
                  <c:v>42900</c:v>
                </c:pt>
                <c:pt idx="4553">
                  <c:v>42901</c:v>
                </c:pt>
                <c:pt idx="4554">
                  <c:v>42902</c:v>
                </c:pt>
                <c:pt idx="4555">
                  <c:v>42905</c:v>
                </c:pt>
                <c:pt idx="4556">
                  <c:v>42906</c:v>
                </c:pt>
                <c:pt idx="4557">
                  <c:v>42907</c:v>
                </c:pt>
                <c:pt idx="4558">
                  <c:v>42908</c:v>
                </c:pt>
                <c:pt idx="4559">
                  <c:v>42909</c:v>
                </c:pt>
                <c:pt idx="4560">
                  <c:v>42912</c:v>
                </c:pt>
                <c:pt idx="4561">
                  <c:v>42913</c:v>
                </c:pt>
                <c:pt idx="4562">
                  <c:v>42914</c:v>
                </c:pt>
                <c:pt idx="4563">
                  <c:v>42915</c:v>
                </c:pt>
                <c:pt idx="4564">
                  <c:v>42916</c:v>
                </c:pt>
                <c:pt idx="4565">
                  <c:v>42919</c:v>
                </c:pt>
                <c:pt idx="4566">
                  <c:v>42920</c:v>
                </c:pt>
                <c:pt idx="4567">
                  <c:v>42921</c:v>
                </c:pt>
                <c:pt idx="4568">
                  <c:v>42922</c:v>
                </c:pt>
                <c:pt idx="4569">
                  <c:v>42923</c:v>
                </c:pt>
                <c:pt idx="4570">
                  <c:v>42926</c:v>
                </c:pt>
                <c:pt idx="4571">
                  <c:v>42927</c:v>
                </c:pt>
                <c:pt idx="4572">
                  <c:v>42928</c:v>
                </c:pt>
                <c:pt idx="4573">
                  <c:v>42929</c:v>
                </c:pt>
                <c:pt idx="4574">
                  <c:v>42930</c:v>
                </c:pt>
                <c:pt idx="4575">
                  <c:v>42933</c:v>
                </c:pt>
                <c:pt idx="4576">
                  <c:v>42934</c:v>
                </c:pt>
                <c:pt idx="4577">
                  <c:v>42935</c:v>
                </c:pt>
                <c:pt idx="4578">
                  <c:v>42936</c:v>
                </c:pt>
                <c:pt idx="4579">
                  <c:v>42937</c:v>
                </c:pt>
                <c:pt idx="4580">
                  <c:v>42940</c:v>
                </c:pt>
                <c:pt idx="4581">
                  <c:v>42941</c:v>
                </c:pt>
                <c:pt idx="4582">
                  <c:v>42942</c:v>
                </c:pt>
                <c:pt idx="4583">
                  <c:v>42943</c:v>
                </c:pt>
                <c:pt idx="4584">
                  <c:v>42944</c:v>
                </c:pt>
                <c:pt idx="4585">
                  <c:v>42947</c:v>
                </c:pt>
                <c:pt idx="4586">
                  <c:v>42948</c:v>
                </c:pt>
                <c:pt idx="4587">
                  <c:v>42949</c:v>
                </c:pt>
                <c:pt idx="4588">
                  <c:v>42950</c:v>
                </c:pt>
                <c:pt idx="4589">
                  <c:v>42951</c:v>
                </c:pt>
                <c:pt idx="4590">
                  <c:v>42954</c:v>
                </c:pt>
                <c:pt idx="4591">
                  <c:v>42955</c:v>
                </c:pt>
                <c:pt idx="4592">
                  <c:v>42956</c:v>
                </c:pt>
                <c:pt idx="4593">
                  <c:v>42957</c:v>
                </c:pt>
                <c:pt idx="4594">
                  <c:v>42958</c:v>
                </c:pt>
                <c:pt idx="4595">
                  <c:v>42961</c:v>
                </c:pt>
                <c:pt idx="4596">
                  <c:v>42962</c:v>
                </c:pt>
                <c:pt idx="4597">
                  <c:v>42963</c:v>
                </c:pt>
                <c:pt idx="4598">
                  <c:v>42964</c:v>
                </c:pt>
                <c:pt idx="4599">
                  <c:v>42965</c:v>
                </c:pt>
                <c:pt idx="4600">
                  <c:v>42968</c:v>
                </c:pt>
                <c:pt idx="4601">
                  <c:v>42969</c:v>
                </c:pt>
                <c:pt idx="4602">
                  <c:v>42970</c:v>
                </c:pt>
                <c:pt idx="4603">
                  <c:v>42971</c:v>
                </c:pt>
                <c:pt idx="4604">
                  <c:v>42972</c:v>
                </c:pt>
                <c:pt idx="4605">
                  <c:v>42975</c:v>
                </c:pt>
                <c:pt idx="4606">
                  <c:v>42976</c:v>
                </c:pt>
                <c:pt idx="4607">
                  <c:v>42977</c:v>
                </c:pt>
                <c:pt idx="4608">
                  <c:v>42978</c:v>
                </c:pt>
                <c:pt idx="4609">
                  <c:v>42979</c:v>
                </c:pt>
                <c:pt idx="4610">
                  <c:v>42982</c:v>
                </c:pt>
                <c:pt idx="4611">
                  <c:v>42983</c:v>
                </c:pt>
                <c:pt idx="4612">
                  <c:v>42984</c:v>
                </c:pt>
                <c:pt idx="4613">
                  <c:v>42985</c:v>
                </c:pt>
                <c:pt idx="4614">
                  <c:v>42986</c:v>
                </c:pt>
                <c:pt idx="4615">
                  <c:v>42989</c:v>
                </c:pt>
                <c:pt idx="4616">
                  <c:v>42990</c:v>
                </c:pt>
                <c:pt idx="4617">
                  <c:v>42991</c:v>
                </c:pt>
                <c:pt idx="4618">
                  <c:v>42992</c:v>
                </c:pt>
                <c:pt idx="4619">
                  <c:v>42993</c:v>
                </c:pt>
                <c:pt idx="4620">
                  <c:v>42996</c:v>
                </c:pt>
                <c:pt idx="4621">
                  <c:v>42997</c:v>
                </c:pt>
                <c:pt idx="4622">
                  <c:v>42998</c:v>
                </c:pt>
                <c:pt idx="4623">
                  <c:v>42999</c:v>
                </c:pt>
                <c:pt idx="4624">
                  <c:v>43000</c:v>
                </c:pt>
                <c:pt idx="4625">
                  <c:v>43003</c:v>
                </c:pt>
                <c:pt idx="4626">
                  <c:v>43004</c:v>
                </c:pt>
                <c:pt idx="4627">
                  <c:v>43005</c:v>
                </c:pt>
                <c:pt idx="4628">
                  <c:v>43006</c:v>
                </c:pt>
                <c:pt idx="4629">
                  <c:v>43007</c:v>
                </c:pt>
                <c:pt idx="4630">
                  <c:v>43010</c:v>
                </c:pt>
                <c:pt idx="4631">
                  <c:v>43011</c:v>
                </c:pt>
                <c:pt idx="4632">
                  <c:v>43012</c:v>
                </c:pt>
                <c:pt idx="4633">
                  <c:v>43013</c:v>
                </c:pt>
                <c:pt idx="4634">
                  <c:v>43014</c:v>
                </c:pt>
                <c:pt idx="4635">
                  <c:v>43017</c:v>
                </c:pt>
                <c:pt idx="4636">
                  <c:v>43018</c:v>
                </c:pt>
                <c:pt idx="4637">
                  <c:v>43019</c:v>
                </c:pt>
                <c:pt idx="4638">
                  <c:v>43020</c:v>
                </c:pt>
                <c:pt idx="4639">
                  <c:v>43021</c:v>
                </c:pt>
                <c:pt idx="4640">
                  <c:v>43024</c:v>
                </c:pt>
                <c:pt idx="4641">
                  <c:v>43025</c:v>
                </c:pt>
                <c:pt idx="4642">
                  <c:v>43026</c:v>
                </c:pt>
                <c:pt idx="4643">
                  <c:v>43027</c:v>
                </c:pt>
                <c:pt idx="4644">
                  <c:v>43028</c:v>
                </c:pt>
                <c:pt idx="4645">
                  <c:v>43031</c:v>
                </c:pt>
                <c:pt idx="4646">
                  <c:v>43032</c:v>
                </c:pt>
                <c:pt idx="4647">
                  <c:v>43033</c:v>
                </c:pt>
                <c:pt idx="4648">
                  <c:v>43034</c:v>
                </c:pt>
                <c:pt idx="4649">
                  <c:v>43035</c:v>
                </c:pt>
                <c:pt idx="4650">
                  <c:v>43038</c:v>
                </c:pt>
                <c:pt idx="4651">
                  <c:v>43039</c:v>
                </c:pt>
                <c:pt idx="4652">
                  <c:v>43040</c:v>
                </c:pt>
                <c:pt idx="4653">
                  <c:v>43041</c:v>
                </c:pt>
                <c:pt idx="4654">
                  <c:v>43042</c:v>
                </c:pt>
                <c:pt idx="4655">
                  <c:v>43045</c:v>
                </c:pt>
                <c:pt idx="4656">
                  <c:v>43046</c:v>
                </c:pt>
                <c:pt idx="4657">
                  <c:v>43047</c:v>
                </c:pt>
                <c:pt idx="4658">
                  <c:v>43048</c:v>
                </c:pt>
                <c:pt idx="4659">
                  <c:v>43049</c:v>
                </c:pt>
                <c:pt idx="4660">
                  <c:v>43052</c:v>
                </c:pt>
                <c:pt idx="4661">
                  <c:v>43053</c:v>
                </c:pt>
                <c:pt idx="4662">
                  <c:v>43054</c:v>
                </c:pt>
                <c:pt idx="4663">
                  <c:v>43055</c:v>
                </c:pt>
                <c:pt idx="4664">
                  <c:v>43056</c:v>
                </c:pt>
                <c:pt idx="4665">
                  <c:v>43059</c:v>
                </c:pt>
                <c:pt idx="4666">
                  <c:v>43060</c:v>
                </c:pt>
                <c:pt idx="4667">
                  <c:v>43061</c:v>
                </c:pt>
                <c:pt idx="4668">
                  <c:v>43062</c:v>
                </c:pt>
                <c:pt idx="4669">
                  <c:v>43063</c:v>
                </c:pt>
                <c:pt idx="4670">
                  <c:v>43066</c:v>
                </c:pt>
                <c:pt idx="4671">
                  <c:v>43067</c:v>
                </c:pt>
                <c:pt idx="4672">
                  <c:v>43068</c:v>
                </c:pt>
                <c:pt idx="4673">
                  <c:v>43069</c:v>
                </c:pt>
                <c:pt idx="4674">
                  <c:v>43070</c:v>
                </c:pt>
                <c:pt idx="4675">
                  <c:v>43073</c:v>
                </c:pt>
                <c:pt idx="4676">
                  <c:v>43074</c:v>
                </c:pt>
                <c:pt idx="4677">
                  <c:v>43075</c:v>
                </c:pt>
                <c:pt idx="4678">
                  <c:v>43076</c:v>
                </c:pt>
                <c:pt idx="4679">
                  <c:v>43077</c:v>
                </c:pt>
                <c:pt idx="4680">
                  <c:v>43080</c:v>
                </c:pt>
                <c:pt idx="4681">
                  <c:v>43081</c:v>
                </c:pt>
                <c:pt idx="4682">
                  <c:v>43082</c:v>
                </c:pt>
                <c:pt idx="4683">
                  <c:v>43083</c:v>
                </c:pt>
                <c:pt idx="4684">
                  <c:v>43084</c:v>
                </c:pt>
                <c:pt idx="4685">
                  <c:v>43087</c:v>
                </c:pt>
                <c:pt idx="4686">
                  <c:v>43088</c:v>
                </c:pt>
                <c:pt idx="4687">
                  <c:v>43089</c:v>
                </c:pt>
                <c:pt idx="4688">
                  <c:v>43090</c:v>
                </c:pt>
                <c:pt idx="4689">
                  <c:v>43091</c:v>
                </c:pt>
                <c:pt idx="4690">
                  <c:v>43094</c:v>
                </c:pt>
                <c:pt idx="4691">
                  <c:v>43095</c:v>
                </c:pt>
                <c:pt idx="4692">
                  <c:v>43096</c:v>
                </c:pt>
                <c:pt idx="4693">
                  <c:v>43097</c:v>
                </c:pt>
                <c:pt idx="4694">
                  <c:v>43098</c:v>
                </c:pt>
                <c:pt idx="4695">
                  <c:v>43101</c:v>
                </c:pt>
                <c:pt idx="4696">
                  <c:v>43102</c:v>
                </c:pt>
                <c:pt idx="4697">
                  <c:v>43103</c:v>
                </c:pt>
                <c:pt idx="4698">
                  <c:v>43104</c:v>
                </c:pt>
                <c:pt idx="4699">
                  <c:v>43105</c:v>
                </c:pt>
                <c:pt idx="4700">
                  <c:v>43108</c:v>
                </c:pt>
                <c:pt idx="4701">
                  <c:v>43109</c:v>
                </c:pt>
                <c:pt idx="4702">
                  <c:v>43110</c:v>
                </c:pt>
                <c:pt idx="4703">
                  <c:v>43111</c:v>
                </c:pt>
                <c:pt idx="4704">
                  <c:v>43112</c:v>
                </c:pt>
                <c:pt idx="4705">
                  <c:v>43115</c:v>
                </c:pt>
                <c:pt idx="4706">
                  <c:v>43116</c:v>
                </c:pt>
                <c:pt idx="4707">
                  <c:v>43117</c:v>
                </c:pt>
                <c:pt idx="4708">
                  <c:v>43118</c:v>
                </c:pt>
                <c:pt idx="4709">
                  <c:v>43119</c:v>
                </c:pt>
                <c:pt idx="4710">
                  <c:v>43122</c:v>
                </c:pt>
                <c:pt idx="4711">
                  <c:v>43123</c:v>
                </c:pt>
                <c:pt idx="4712">
                  <c:v>43124</c:v>
                </c:pt>
                <c:pt idx="4713">
                  <c:v>43125</c:v>
                </c:pt>
                <c:pt idx="4714">
                  <c:v>43126</c:v>
                </c:pt>
                <c:pt idx="4715">
                  <c:v>43129</c:v>
                </c:pt>
                <c:pt idx="4716">
                  <c:v>43130</c:v>
                </c:pt>
                <c:pt idx="4717">
                  <c:v>43131</c:v>
                </c:pt>
                <c:pt idx="4718">
                  <c:v>43132</c:v>
                </c:pt>
                <c:pt idx="4719">
                  <c:v>43133</c:v>
                </c:pt>
                <c:pt idx="4720">
                  <c:v>43136</c:v>
                </c:pt>
                <c:pt idx="4721">
                  <c:v>43137</c:v>
                </c:pt>
                <c:pt idx="4722">
                  <c:v>43138</c:v>
                </c:pt>
                <c:pt idx="4723">
                  <c:v>43139</c:v>
                </c:pt>
                <c:pt idx="4724">
                  <c:v>43140</c:v>
                </c:pt>
                <c:pt idx="4725">
                  <c:v>43143</c:v>
                </c:pt>
                <c:pt idx="4726">
                  <c:v>43144</c:v>
                </c:pt>
                <c:pt idx="4727">
                  <c:v>43145</c:v>
                </c:pt>
                <c:pt idx="4728">
                  <c:v>43146</c:v>
                </c:pt>
                <c:pt idx="4729">
                  <c:v>43147</c:v>
                </c:pt>
                <c:pt idx="4730">
                  <c:v>43150</c:v>
                </c:pt>
                <c:pt idx="4731">
                  <c:v>43151</c:v>
                </c:pt>
                <c:pt idx="4732">
                  <c:v>43152</c:v>
                </c:pt>
                <c:pt idx="4733">
                  <c:v>43153</c:v>
                </c:pt>
                <c:pt idx="4734">
                  <c:v>43154</c:v>
                </c:pt>
                <c:pt idx="4735">
                  <c:v>43157</c:v>
                </c:pt>
                <c:pt idx="4736">
                  <c:v>43158</c:v>
                </c:pt>
                <c:pt idx="4737">
                  <c:v>43159</c:v>
                </c:pt>
                <c:pt idx="4738">
                  <c:v>43160</c:v>
                </c:pt>
                <c:pt idx="4739">
                  <c:v>43161</c:v>
                </c:pt>
                <c:pt idx="4740">
                  <c:v>43164</c:v>
                </c:pt>
                <c:pt idx="4741">
                  <c:v>43165</c:v>
                </c:pt>
                <c:pt idx="4742">
                  <c:v>43166</c:v>
                </c:pt>
                <c:pt idx="4743">
                  <c:v>43167</c:v>
                </c:pt>
                <c:pt idx="4744">
                  <c:v>43168</c:v>
                </c:pt>
                <c:pt idx="4745">
                  <c:v>43171</c:v>
                </c:pt>
                <c:pt idx="4746">
                  <c:v>43172</c:v>
                </c:pt>
                <c:pt idx="4747">
                  <c:v>43173</c:v>
                </c:pt>
                <c:pt idx="4748">
                  <c:v>43174</c:v>
                </c:pt>
                <c:pt idx="4749">
                  <c:v>43175</c:v>
                </c:pt>
                <c:pt idx="4750">
                  <c:v>43178</c:v>
                </c:pt>
                <c:pt idx="4751">
                  <c:v>43179</c:v>
                </c:pt>
                <c:pt idx="4752">
                  <c:v>43180</c:v>
                </c:pt>
                <c:pt idx="4753">
                  <c:v>43181</c:v>
                </c:pt>
                <c:pt idx="4754">
                  <c:v>43182</c:v>
                </c:pt>
                <c:pt idx="4755">
                  <c:v>43185</c:v>
                </c:pt>
                <c:pt idx="4756">
                  <c:v>43186</c:v>
                </c:pt>
                <c:pt idx="4757">
                  <c:v>43187</c:v>
                </c:pt>
                <c:pt idx="4758">
                  <c:v>43188</c:v>
                </c:pt>
                <c:pt idx="4759">
                  <c:v>43189</c:v>
                </c:pt>
                <c:pt idx="4760">
                  <c:v>43192</c:v>
                </c:pt>
                <c:pt idx="4761">
                  <c:v>43193</c:v>
                </c:pt>
                <c:pt idx="4762">
                  <c:v>43194</c:v>
                </c:pt>
                <c:pt idx="4763">
                  <c:v>43195</c:v>
                </c:pt>
                <c:pt idx="4764">
                  <c:v>43196</c:v>
                </c:pt>
                <c:pt idx="4765">
                  <c:v>43199</c:v>
                </c:pt>
                <c:pt idx="4766">
                  <c:v>43200</c:v>
                </c:pt>
                <c:pt idx="4767">
                  <c:v>43201</c:v>
                </c:pt>
                <c:pt idx="4768">
                  <c:v>43202</c:v>
                </c:pt>
                <c:pt idx="4769">
                  <c:v>43203</c:v>
                </c:pt>
                <c:pt idx="4770">
                  <c:v>43206</c:v>
                </c:pt>
                <c:pt idx="4771">
                  <c:v>43207</c:v>
                </c:pt>
                <c:pt idx="4772">
                  <c:v>43208</c:v>
                </c:pt>
                <c:pt idx="4773">
                  <c:v>43209</c:v>
                </c:pt>
                <c:pt idx="4774">
                  <c:v>43210</c:v>
                </c:pt>
                <c:pt idx="4775">
                  <c:v>43213</c:v>
                </c:pt>
                <c:pt idx="4776">
                  <c:v>43214</c:v>
                </c:pt>
                <c:pt idx="4777">
                  <c:v>43215</c:v>
                </c:pt>
                <c:pt idx="4778">
                  <c:v>43216</c:v>
                </c:pt>
                <c:pt idx="4779">
                  <c:v>43217</c:v>
                </c:pt>
                <c:pt idx="4780">
                  <c:v>43220</c:v>
                </c:pt>
                <c:pt idx="4781">
                  <c:v>43221</c:v>
                </c:pt>
                <c:pt idx="4782">
                  <c:v>43222</c:v>
                </c:pt>
                <c:pt idx="4783">
                  <c:v>43223</c:v>
                </c:pt>
                <c:pt idx="4784">
                  <c:v>43224</c:v>
                </c:pt>
                <c:pt idx="4785">
                  <c:v>43227</c:v>
                </c:pt>
                <c:pt idx="4786">
                  <c:v>43228</c:v>
                </c:pt>
                <c:pt idx="4787">
                  <c:v>43229</c:v>
                </c:pt>
                <c:pt idx="4788">
                  <c:v>43230</c:v>
                </c:pt>
                <c:pt idx="4789">
                  <c:v>43231</c:v>
                </c:pt>
                <c:pt idx="4790">
                  <c:v>43234</c:v>
                </c:pt>
                <c:pt idx="4791">
                  <c:v>43235</c:v>
                </c:pt>
                <c:pt idx="4792">
                  <c:v>43236</c:v>
                </c:pt>
                <c:pt idx="4793">
                  <c:v>43237</c:v>
                </c:pt>
                <c:pt idx="4794">
                  <c:v>43238</c:v>
                </c:pt>
                <c:pt idx="4795">
                  <c:v>43241</c:v>
                </c:pt>
                <c:pt idx="4796">
                  <c:v>43242</c:v>
                </c:pt>
                <c:pt idx="4797">
                  <c:v>43243</c:v>
                </c:pt>
                <c:pt idx="4798">
                  <c:v>43244</c:v>
                </c:pt>
                <c:pt idx="4799">
                  <c:v>43245</c:v>
                </c:pt>
                <c:pt idx="4800">
                  <c:v>43248</c:v>
                </c:pt>
                <c:pt idx="4801">
                  <c:v>43249</c:v>
                </c:pt>
                <c:pt idx="4802">
                  <c:v>43250</c:v>
                </c:pt>
                <c:pt idx="4803">
                  <c:v>43251</c:v>
                </c:pt>
                <c:pt idx="4804">
                  <c:v>43252</c:v>
                </c:pt>
                <c:pt idx="4805">
                  <c:v>43255</c:v>
                </c:pt>
                <c:pt idx="4806">
                  <c:v>43256</c:v>
                </c:pt>
                <c:pt idx="4807">
                  <c:v>43257</c:v>
                </c:pt>
                <c:pt idx="4808">
                  <c:v>43258</c:v>
                </c:pt>
                <c:pt idx="4809">
                  <c:v>43259</c:v>
                </c:pt>
                <c:pt idx="4810">
                  <c:v>43262</c:v>
                </c:pt>
                <c:pt idx="4811">
                  <c:v>43263</c:v>
                </c:pt>
                <c:pt idx="4812">
                  <c:v>43264</c:v>
                </c:pt>
                <c:pt idx="4813">
                  <c:v>43265</c:v>
                </c:pt>
                <c:pt idx="4814">
                  <c:v>43266</c:v>
                </c:pt>
                <c:pt idx="4815">
                  <c:v>43269</c:v>
                </c:pt>
                <c:pt idx="4816">
                  <c:v>43270</c:v>
                </c:pt>
                <c:pt idx="4817">
                  <c:v>43271</c:v>
                </c:pt>
                <c:pt idx="4818">
                  <c:v>43272</c:v>
                </c:pt>
                <c:pt idx="4819">
                  <c:v>43273</c:v>
                </c:pt>
                <c:pt idx="4820">
                  <c:v>43276</c:v>
                </c:pt>
                <c:pt idx="4821">
                  <c:v>43277</c:v>
                </c:pt>
                <c:pt idx="4822">
                  <c:v>43278</c:v>
                </c:pt>
                <c:pt idx="4823">
                  <c:v>43279</c:v>
                </c:pt>
                <c:pt idx="4824">
                  <c:v>43280</c:v>
                </c:pt>
                <c:pt idx="4825">
                  <c:v>43283</c:v>
                </c:pt>
                <c:pt idx="4826">
                  <c:v>43284</c:v>
                </c:pt>
                <c:pt idx="4827">
                  <c:v>43285</c:v>
                </c:pt>
                <c:pt idx="4828">
                  <c:v>43286</c:v>
                </c:pt>
                <c:pt idx="4829">
                  <c:v>43287</c:v>
                </c:pt>
                <c:pt idx="4830">
                  <c:v>43290</c:v>
                </c:pt>
                <c:pt idx="4831">
                  <c:v>43291</c:v>
                </c:pt>
                <c:pt idx="4832">
                  <c:v>43292</c:v>
                </c:pt>
                <c:pt idx="4833">
                  <c:v>43293</c:v>
                </c:pt>
                <c:pt idx="4834">
                  <c:v>43294</c:v>
                </c:pt>
                <c:pt idx="4835">
                  <c:v>43297</c:v>
                </c:pt>
                <c:pt idx="4836">
                  <c:v>43298</c:v>
                </c:pt>
                <c:pt idx="4837">
                  <c:v>43299</c:v>
                </c:pt>
                <c:pt idx="4838">
                  <c:v>43300</c:v>
                </c:pt>
                <c:pt idx="4839">
                  <c:v>43301</c:v>
                </c:pt>
                <c:pt idx="4840">
                  <c:v>43304</c:v>
                </c:pt>
                <c:pt idx="4841">
                  <c:v>43305</c:v>
                </c:pt>
                <c:pt idx="4842">
                  <c:v>43306</c:v>
                </c:pt>
                <c:pt idx="4843">
                  <c:v>43307</c:v>
                </c:pt>
                <c:pt idx="4844">
                  <c:v>43308</c:v>
                </c:pt>
                <c:pt idx="4845">
                  <c:v>43311</c:v>
                </c:pt>
                <c:pt idx="4846">
                  <c:v>43312</c:v>
                </c:pt>
                <c:pt idx="4847">
                  <c:v>43313</c:v>
                </c:pt>
                <c:pt idx="4848">
                  <c:v>43314</c:v>
                </c:pt>
                <c:pt idx="4849">
                  <c:v>43315</c:v>
                </c:pt>
                <c:pt idx="4850">
                  <c:v>43318</c:v>
                </c:pt>
                <c:pt idx="4851">
                  <c:v>43319</c:v>
                </c:pt>
                <c:pt idx="4852">
                  <c:v>43320</c:v>
                </c:pt>
                <c:pt idx="4853">
                  <c:v>43321</c:v>
                </c:pt>
                <c:pt idx="4854">
                  <c:v>43322</c:v>
                </c:pt>
                <c:pt idx="4855">
                  <c:v>43325</c:v>
                </c:pt>
                <c:pt idx="4856">
                  <c:v>43326</c:v>
                </c:pt>
                <c:pt idx="4857">
                  <c:v>43327</c:v>
                </c:pt>
                <c:pt idx="4858">
                  <c:v>43328</c:v>
                </c:pt>
                <c:pt idx="4859">
                  <c:v>43329</c:v>
                </c:pt>
                <c:pt idx="4860">
                  <c:v>43332</c:v>
                </c:pt>
                <c:pt idx="4861">
                  <c:v>43333</c:v>
                </c:pt>
                <c:pt idx="4862">
                  <c:v>43334</c:v>
                </c:pt>
                <c:pt idx="4863">
                  <c:v>43335</c:v>
                </c:pt>
                <c:pt idx="4864">
                  <c:v>43336</c:v>
                </c:pt>
                <c:pt idx="4865">
                  <c:v>43339</c:v>
                </c:pt>
                <c:pt idx="4866">
                  <c:v>43340</c:v>
                </c:pt>
                <c:pt idx="4867">
                  <c:v>43341</c:v>
                </c:pt>
                <c:pt idx="4868">
                  <c:v>43342</c:v>
                </c:pt>
                <c:pt idx="4869">
                  <c:v>43343</c:v>
                </c:pt>
                <c:pt idx="4870">
                  <c:v>43346</c:v>
                </c:pt>
                <c:pt idx="4871">
                  <c:v>43347</c:v>
                </c:pt>
                <c:pt idx="4872">
                  <c:v>43348</c:v>
                </c:pt>
                <c:pt idx="4873">
                  <c:v>43349</c:v>
                </c:pt>
                <c:pt idx="4874">
                  <c:v>43350</c:v>
                </c:pt>
                <c:pt idx="4875">
                  <c:v>43353</c:v>
                </c:pt>
                <c:pt idx="4876">
                  <c:v>43354</c:v>
                </c:pt>
                <c:pt idx="4877">
                  <c:v>43355</c:v>
                </c:pt>
                <c:pt idx="4878">
                  <c:v>43356</c:v>
                </c:pt>
                <c:pt idx="4879">
                  <c:v>43357</c:v>
                </c:pt>
                <c:pt idx="4880">
                  <c:v>43360</c:v>
                </c:pt>
                <c:pt idx="4881">
                  <c:v>43361</c:v>
                </c:pt>
                <c:pt idx="4882">
                  <c:v>43362</c:v>
                </c:pt>
                <c:pt idx="4883">
                  <c:v>43363</c:v>
                </c:pt>
                <c:pt idx="4884">
                  <c:v>43364</c:v>
                </c:pt>
                <c:pt idx="4885">
                  <c:v>43367</c:v>
                </c:pt>
                <c:pt idx="4886">
                  <c:v>43368</c:v>
                </c:pt>
                <c:pt idx="4887">
                  <c:v>43369</c:v>
                </c:pt>
                <c:pt idx="4888">
                  <c:v>43370</c:v>
                </c:pt>
                <c:pt idx="4889">
                  <c:v>43371</c:v>
                </c:pt>
                <c:pt idx="4890">
                  <c:v>43374</c:v>
                </c:pt>
                <c:pt idx="4891">
                  <c:v>43375</c:v>
                </c:pt>
                <c:pt idx="4892">
                  <c:v>43376</c:v>
                </c:pt>
                <c:pt idx="4893">
                  <c:v>43377</c:v>
                </c:pt>
                <c:pt idx="4894">
                  <c:v>43378</c:v>
                </c:pt>
                <c:pt idx="4895">
                  <c:v>43381</c:v>
                </c:pt>
                <c:pt idx="4896">
                  <c:v>43382</c:v>
                </c:pt>
                <c:pt idx="4897">
                  <c:v>43383</c:v>
                </c:pt>
                <c:pt idx="4898">
                  <c:v>43384</c:v>
                </c:pt>
                <c:pt idx="4899">
                  <c:v>43385</c:v>
                </c:pt>
                <c:pt idx="4900">
                  <c:v>43388</c:v>
                </c:pt>
                <c:pt idx="4901">
                  <c:v>43389</c:v>
                </c:pt>
                <c:pt idx="4902">
                  <c:v>43390</c:v>
                </c:pt>
                <c:pt idx="4903">
                  <c:v>43391</c:v>
                </c:pt>
                <c:pt idx="4904">
                  <c:v>43392</c:v>
                </c:pt>
                <c:pt idx="4905">
                  <c:v>43395</c:v>
                </c:pt>
                <c:pt idx="4906">
                  <c:v>43396</c:v>
                </c:pt>
                <c:pt idx="4907">
                  <c:v>43397</c:v>
                </c:pt>
                <c:pt idx="4908">
                  <c:v>43398</c:v>
                </c:pt>
                <c:pt idx="4909">
                  <c:v>43399</c:v>
                </c:pt>
                <c:pt idx="4910">
                  <c:v>43402</c:v>
                </c:pt>
                <c:pt idx="4911">
                  <c:v>43403</c:v>
                </c:pt>
                <c:pt idx="4912">
                  <c:v>43404</c:v>
                </c:pt>
                <c:pt idx="4913">
                  <c:v>43405</c:v>
                </c:pt>
                <c:pt idx="4914">
                  <c:v>43406</c:v>
                </c:pt>
                <c:pt idx="4915">
                  <c:v>43409</c:v>
                </c:pt>
                <c:pt idx="4916">
                  <c:v>43410</c:v>
                </c:pt>
                <c:pt idx="4917">
                  <c:v>43411</c:v>
                </c:pt>
                <c:pt idx="4918">
                  <c:v>43412</c:v>
                </c:pt>
                <c:pt idx="4919">
                  <c:v>43413</c:v>
                </c:pt>
                <c:pt idx="4920">
                  <c:v>43416</c:v>
                </c:pt>
                <c:pt idx="4921">
                  <c:v>43417</c:v>
                </c:pt>
                <c:pt idx="4922">
                  <c:v>43418</c:v>
                </c:pt>
                <c:pt idx="4923">
                  <c:v>43419</c:v>
                </c:pt>
                <c:pt idx="4924">
                  <c:v>43420</c:v>
                </c:pt>
                <c:pt idx="4925">
                  <c:v>43423</c:v>
                </c:pt>
                <c:pt idx="4926">
                  <c:v>43424</c:v>
                </c:pt>
                <c:pt idx="4927">
                  <c:v>43425</c:v>
                </c:pt>
                <c:pt idx="4928">
                  <c:v>43426</c:v>
                </c:pt>
                <c:pt idx="4929">
                  <c:v>43427</c:v>
                </c:pt>
                <c:pt idx="4930">
                  <c:v>43430</c:v>
                </c:pt>
                <c:pt idx="4931">
                  <c:v>43431</c:v>
                </c:pt>
                <c:pt idx="4932">
                  <c:v>43432</c:v>
                </c:pt>
                <c:pt idx="4933">
                  <c:v>43433</c:v>
                </c:pt>
                <c:pt idx="4934">
                  <c:v>43434</c:v>
                </c:pt>
                <c:pt idx="4935">
                  <c:v>43437</c:v>
                </c:pt>
                <c:pt idx="4936">
                  <c:v>43438</c:v>
                </c:pt>
                <c:pt idx="4937">
                  <c:v>43439</c:v>
                </c:pt>
                <c:pt idx="4938">
                  <c:v>43440</c:v>
                </c:pt>
                <c:pt idx="4939">
                  <c:v>43441</c:v>
                </c:pt>
                <c:pt idx="4940">
                  <c:v>43444</c:v>
                </c:pt>
                <c:pt idx="4941">
                  <c:v>43445</c:v>
                </c:pt>
                <c:pt idx="4942">
                  <c:v>43446</c:v>
                </c:pt>
                <c:pt idx="4943">
                  <c:v>43447</c:v>
                </c:pt>
                <c:pt idx="4944">
                  <c:v>43448</c:v>
                </c:pt>
                <c:pt idx="4945">
                  <c:v>43451</c:v>
                </c:pt>
                <c:pt idx="4946">
                  <c:v>43452</c:v>
                </c:pt>
                <c:pt idx="4947">
                  <c:v>43453</c:v>
                </c:pt>
                <c:pt idx="4948">
                  <c:v>43454</c:v>
                </c:pt>
                <c:pt idx="4949">
                  <c:v>43455</c:v>
                </c:pt>
                <c:pt idx="4950">
                  <c:v>43458</c:v>
                </c:pt>
                <c:pt idx="4951">
                  <c:v>43459</c:v>
                </c:pt>
                <c:pt idx="4952">
                  <c:v>43460</c:v>
                </c:pt>
                <c:pt idx="4953">
                  <c:v>43461</c:v>
                </c:pt>
                <c:pt idx="4954">
                  <c:v>43462</c:v>
                </c:pt>
                <c:pt idx="4955">
                  <c:v>43465</c:v>
                </c:pt>
                <c:pt idx="4956">
                  <c:v>43466</c:v>
                </c:pt>
                <c:pt idx="4957">
                  <c:v>43467</c:v>
                </c:pt>
                <c:pt idx="4958">
                  <c:v>43468</c:v>
                </c:pt>
                <c:pt idx="4959">
                  <c:v>43469</c:v>
                </c:pt>
                <c:pt idx="4960">
                  <c:v>43472</c:v>
                </c:pt>
                <c:pt idx="4961">
                  <c:v>43473</c:v>
                </c:pt>
                <c:pt idx="4962">
                  <c:v>43474</c:v>
                </c:pt>
                <c:pt idx="4963">
                  <c:v>43475</c:v>
                </c:pt>
                <c:pt idx="4964">
                  <c:v>43476</c:v>
                </c:pt>
                <c:pt idx="4965">
                  <c:v>43479</c:v>
                </c:pt>
                <c:pt idx="4966">
                  <c:v>43480</c:v>
                </c:pt>
                <c:pt idx="4967">
                  <c:v>43481</c:v>
                </c:pt>
                <c:pt idx="4968">
                  <c:v>43482</c:v>
                </c:pt>
                <c:pt idx="4969">
                  <c:v>43483</c:v>
                </c:pt>
                <c:pt idx="4970">
                  <c:v>43486</c:v>
                </c:pt>
                <c:pt idx="4971">
                  <c:v>43487</c:v>
                </c:pt>
                <c:pt idx="4972">
                  <c:v>43488</c:v>
                </c:pt>
                <c:pt idx="4973">
                  <c:v>43489</c:v>
                </c:pt>
                <c:pt idx="4974">
                  <c:v>43490</c:v>
                </c:pt>
                <c:pt idx="4975">
                  <c:v>43493</c:v>
                </c:pt>
                <c:pt idx="4976">
                  <c:v>43494</c:v>
                </c:pt>
                <c:pt idx="4977">
                  <c:v>43495</c:v>
                </c:pt>
                <c:pt idx="4978">
                  <c:v>43496</c:v>
                </c:pt>
                <c:pt idx="4979">
                  <c:v>43497</c:v>
                </c:pt>
                <c:pt idx="4980">
                  <c:v>43500</c:v>
                </c:pt>
                <c:pt idx="4981">
                  <c:v>43501</c:v>
                </c:pt>
                <c:pt idx="4982">
                  <c:v>43502</c:v>
                </c:pt>
                <c:pt idx="4983">
                  <c:v>43503</c:v>
                </c:pt>
                <c:pt idx="4984">
                  <c:v>43504</c:v>
                </c:pt>
                <c:pt idx="4985">
                  <c:v>43507</c:v>
                </c:pt>
                <c:pt idx="4986">
                  <c:v>43508</c:v>
                </c:pt>
                <c:pt idx="4987">
                  <c:v>43509</c:v>
                </c:pt>
                <c:pt idx="4988">
                  <c:v>43510</c:v>
                </c:pt>
                <c:pt idx="4989">
                  <c:v>43511</c:v>
                </c:pt>
                <c:pt idx="4990">
                  <c:v>43514</c:v>
                </c:pt>
                <c:pt idx="4991">
                  <c:v>43515</c:v>
                </c:pt>
                <c:pt idx="4992">
                  <c:v>43516</c:v>
                </c:pt>
                <c:pt idx="4993">
                  <c:v>43517</c:v>
                </c:pt>
                <c:pt idx="4994">
                  <c:v>43518</c:v>
                </c:pt>
                <c:pt idx="4995">
                  <c:v>43521</c:v>
                </c:pt>
                <c:pt idx="4996">
                  <c:v>43522</c:v>
                </c:pt>
                <c:pt idx="4997">
                  <c:v>43523</c:v>
                </c:pt>
                <c:pt idx="4998">
                  <c:v>43524</c:v>
                </c:pt>
                <c:pt idx="4999">
                  <c:v>43525</c:v>
                </c:pt>
                <c:pt idx="5000">
                  <c:v>43528</c:v>
                </c:pt>
                <c:pt idx="5001">
                  <c:v>43529</c:v>
                </c:pt>
                <c:pt idx="5002">
                  <c:v>43530</c:v>
                </c:pt>
                <c:pt idx="5003">
                  <c:v>43531</c:v>
                </c:pt>
                <c:pt idx="5004">
                  <c:v>43532</c:v>
                </c:pt>
                <c:pt idx="5005">
                  <c:v>43535</c:v>
                </c:pt>
                <c:pt idx="5006">
                  <c:v>43536</c:v>
                </c:pt>
                <c:pt idx="5007">
                  <c:v>43537</c:v>
                </c:pt>
                <c:pt idx="5008">
                  <c:v>43538</c:v>
                </c:pt>
                <c:pt idx="5009">
                  <c:v>43539</c:v>
                </c:pt>
                <c:pt idx="5010">
                  <c:v>43542</c:v>
                </c:pt>
                <c:pt idx="5011">
                  <c:v>43543</c:v>
                </c:pt>
                <c:pt idx="5012">
                  <c:v>43544</c:v>
                </c:pt>
                <c:pt idx="5013">
                  <c:v>43545</c:v>
                </c:pt>
                <c:pt idx="5014">
                  <c:v>43546</c:v>
                </c:pt>
                <c:pt idx="5015">
                  <c:v>43549</c:v>
                </c:pt>
                <c:pt idx="5016">
                  <c:v>43550</c:v>
                </c:pt>
                <c:pt idx="5017">
                  <c:v>43551</c:v>
                </c:pt>
                <c:pt idx="5018">
                  <c:v>43552</c:v>
                </c:pt>
                <c:pt idx="5019">
                  <c:v>43553</c:v>
                </c:pt>
                <c:pt idx="5020">
                  <c:v>43556</c:v>
                </c:pt>
                <c:pt idx="5021">
                  <c:v>43557</c:v>
                </c:pt>
                <c:pt idx="5022">
                  <c:v>43558</c:v>
                </c:pt>
                <c:pt idx="5023">
                  <c:v>43559</c:v>
                </c:pt>
                <c:pt idx="5024">
                  <c:v>43560</c:v>
                </c:pt>
                <c:pt idx="5025">
                  <c:v>43563</c:v>
                </c:pt>
                <c:pt idx="5026">
                  <c:v>43564</c:v>
                </c:pt>
                <c:pt idx="5027">
                  <c:v>43565</c:v>
                </c:pt>
                <c:pt idx="5028">
                  <c:v>43566</c:v>
                </c:pt>
                <c:pt idx="5029">
                  <c:v>43567</c:v>
                </c:pt>
                <c:pt idx="5030">
                  <c:v>43570</c:v>
                </c:pt>
                <c:pt idx="5031">
                  <c:v>43571</c:v>
                </c:pt>
                <c:pt idx="5032">
                  <c:v>43572</c:v>
                </c:pt>
                <c:pt idx="5033">
                  <c:v>43573</c:v>
                </c:pt>
                <c:pt idx="5034">
                  <c:v>43574</c:v>
                </c:pt>
                <c:pt idx="5035">
                  <c:v>43577</c:v>
                </c:pt>
                <c:pt idx="5036">
                  <c:v>43578</c:v>
                </c:pt>
                <c:pt idx="5037">
                  <c:v>43579</c:v>
                </c:pt>
                <c:pt idx="5038">
                  <c:v>43580</c:v>
                </c:pt>
                <c:pt idx="5039">
                  <c:v>43581</c:v>
                </c:pt>
                <c:pt idx="5040">
                  <c:v>43584</c:v>
                </c:pt>
                <c:pt idx="5041">
                  <c:v>43585</c:v>
                </c:pt>
                <c:pt idx="5042">
                  <c:v>43586</c:v>
                </c:pt>
                <c:pt idx="5043">
                  <c:v>43587</c:v>
                </c:pt>
                <c:pt idx="5044">
                  <c:v>43588</c:v>
                </c:pt>
                <c:pt idx="5045">
                  <c:v>43591</c:v>
                </c:pt>
                <c:pt idx="5046">
                  <c:v>43592</c:v>
                </c:pt>
                <c:pt idx="5047">
                  <c:v>43593</c:v>
                </c:pt>
                <c:pt idx="5048">
                  <c:v>43594</c:v>
                </c:pt>
                <c:pt idx="5049">
                  <c:v>43595</c:v>
                </c:pt>
                <c:pt idx="5050">
                  <c:v>43598</c:v>
                </c:pt>
                <c:pt idx="5051">
                  <c:v>43599</c:v>
                </c:pt>
                <c:pt idx="5052">
                  <c:v>43600</c:v>
                </c:pt>
                <c:pt idx="5053">
                  <c:v>43601</c:v>
                </c:pt>
                <c:pt idx="5054">
                  <c:v>43602</c:v>
                </c:pt>
                <c:pt idx="5055">
                  <c:v>43605</c:v>
                </c:pt>
                <c:pt idx="5056">
                  <c:v>43606</c:v>
                </c:pt>
                <c:pt idx="5057">
                  <c:v>43607</c:v>
                </c:pt>
                <c:pt idx="5058">
                  <c:v>43608</c:v>
                </c:pt>
                <c:pt idx="5059">
                  <c:v>43609</c:v>
                </c:pt>
                <c:pt idx="5060">
                  <c:v>43612</c:v>
                </c:pt>
                <c:pt idx="5061">
                  <c:v>43613</c:v>
                </c:pt>
                <c:pt idx="5062">
                  <c:v>43614</c:v>
                </c:pt>
                <c:pt idx="5063">
                  <c:v>43615</c:v>
                </c:pt>
                <c:pt idx="5064">
                  <c:v>43616</c:v>
                </c:pt>
                <c:pt idx="5065">
                  <c:v>43619</c:v>
                </c:pt>
                <c:pt idx="5066">
                  <c:v>43620</c:v>
                </c:pt>
                <c:pt idx="5067">
                  <c:v>43621</c:v>
                </c:pt>
                <c:pt idx="5068">
                  <c:v>43622</c:v>
                </c:pt>
                <c:pt idx="5069">
                  <c:v>43623</c:v>
                </c:pt>
                <c:pt idx="5070">
                  <c:v>43626</c:v>
                </c:pt>
                <c:pt idx="5071">
                  <c:v>43627</c:v>
                </c:pt>
                <c:pt idx="5072">
                  <c:v>43628</c:v>
                </c:pt>
                <c:pt idx="5073">
                  <c:v>43629</c:v>
                </c:pt>
                <c:pt idx="5074">
                  <c:v>43630</c:v>
                </c:pt>
                <c:pt idx="5075">
                  <c:v>43633</c:v>
                </c:pt>
                <c:pt idx="5076">
                  <c:v>43634</c:v>
                </c:pt>
                <c:pt idx="5077">
                  <c:v>43635</c:v>
                </c:pt>
                <c:pt idx="5078">
                  <c:v>43636</c:v>
                </c:pt>
                <c:pt idx="5079">
                  <c:v>43637</c:v>
                </c:pt>
                <c:pt idx="5080">
                  <c:v>43640</c:v>
                </c:pt>
                <c:pt idx="5081">
                  <c:v>43641</c:v>
                </c:pt>
                <c:pt idx="5082">
                  <c:v>43642</c:v>
                </c:pt>
                <c:pt idx="5083">
                  <c:v>43643</c:v>
                </c:pt>
                <c:pt idx="5084">
                  <c:v>43644</c:v>
                </c:pt>
                <c:pt idx="5085">
                  <c:v>43647</c:v>
                </c:pt>
                <c:pt idx="5086">
                  <c:v>43648</c:v>
                </c:pt>
                <c:pt idx="5087">
                  <c:v>43649</c:v>
                </c:pt>
                <c:pt idx="5088">
                  <c:v>43650</c:v>
                </c:pt>
                <c:pt idx="5089">
                  <c:v>43651</c:v>
                </c:pt>
                <c:pt idx="5090">
                  <c:v>43654</c:v>
                </c:pt>
                <c:pt idx="5091">
                  <c:v>43655</c:v>
                </c:pt>
                <c:pt idx="5092">
                  <c:v>43656</c:v>
                </c:pt>
                <c:pt idx="5093">
                  <c:v>43657</c:v>
                </c:pt>
                <c:pt idx="5094">
                  <c:v>43658</c:v>
                </c:pt>
                <c:pt idx="5095">
                  <c:v>43661</c:v>
                </c:pt>
                <c:pt idx="5096">
                  <c:v>43662</c:v>
                </c:pt>
                <c:pt idx="5097">
                  <c:v>43663</c:v>
                </c:pt>
                <c:pt idx="5098">
                  <c:v>43664</c:v>
                </c:pt>
                <c:pt idx="5099">
                  <c:v>43665</c:v>
                </c:pt>
                <c:pt idx="5100">
                  <c:v>43668</c:v>
                </c:pt>
                <c:pt idx="5101">
                  <c:v>43669</c:v>
                </c:pt>
                <c:pt idx="5102">
                  <c:v>43670</c:v>
                </c:pt>
                <c:pt idx="5103">
                  <c:v>43671</c:v>
                </c:pt>
                <c:pt idx="5104">
                  <c:v>43672</c:v>
                </c:pt>
                <c:pt idx="5105">
                  <c:v>43675</c:v>
                </c:pt>
                <c:pt idx="5106">
                  <c:v>43676</c:v>
                </c:pt>
                <c:pt idx="5107">
                  <c:v>43677</c:v>
                </c:pt>
                <c:pt idx="5108">
                  <c:v>43678</c:v>
                </c:pt>
                <c:pt idx="5109">
                  <c:v>43679</c:v>
                </c:pt>
                <c:pt idx="5110">
                  <c:v>43682</c:v>
                </c:pt>
                <c:pt idx="5111">
                  <c:v>43683</c:v>
                </c:pt>
                <c:pt idx="5112">
                  <c:v>43684</c:v>
                </c:pt>
                <c:pt idx="5113">
                  <c:v>43685</c:v>
                </c:pt>
                <c:pt idx="5114">
                  <c:v>43686</c:v>
                </c:pt>
                <c:pt idx="5115">
                  <c:v>43689</c:v>
                </c:pt>
                <c:pt idx="5116">
                  <c:v>43690</c:v>
                </c:pt>
                <c:pt idx="5117">
                  <c:v>43691</c:v>
                </c:pt>
                <c:pt idx="5118">
                  <c:v>43692</c:v>
                </c:pt>
                <c:pt idx="5119">
                  <c:v>43693</c:v>
                </c:pt>
                <c:pt idx="5120">
                  <c:v>43696</c:v>
                </c:pt>
                <c:pt idx="5121">
                  <c:v>43697</c:v>
                </c:pt>
                <c:pt idx="5122">
                  <c:v>43698</c:v>
                </c:pt>
                <c:pt idx="5123">
                  <c:v>43699</c:v>
                </c:pt>
                <c:pt idx="5124">
                  <c:v>43700</c:v>
                </c:pt>
                <c:pt idx="5125">
                  <c:v>43703</c:v>
                </c:pt>
                <c:pt idx="5126">
                  <c:v>43704</c:v>
                </c:pt>
                <c:pt idx="5127">
                  <c:v>43705</c:v>
                </c:pt>
                <c:pt idx="5128">
                  <c:v>43706</c:v>
                </c:pt>
                <c:pt idx="5129">
                  <c:v>43707</c:v>
                </c:pt>
                <c:pt idx="5130">
                  <c:v>43710</c:v>
                </c:pt>
                <c:pt idx="5131">
                  <c:v>43711</c:v>
                </c:pt>
                <c:pt idx="5132">
                  <c:v>43712</c:v>
                </c:pt>
                <c:pt idx="5133">
                  <c:v>43713</c:v>
                </c:pt>
                <c:pt idx="5134">
                  <c:v>43714</c:v>
                </c:pt>
                <c:pt idx="5135">
                  <c:v>43717</c:v>
                </c:pt>
                <c:pt idx="5136">
                  <c:v>43718</c:v>
                </c:pt>
                <c:pt idx="5137">
                  <c:v>43719</c:v>
                </c:pt>
                <c:pt idx="5138">
                  <c:v>43720</c:v>
                </c:pt>
                <c:pt idx="5139">
                  <c:v>43721</c:v>
                </c:pt>
                <c:pt idx="5140">
                  <c:v>43724</c:v>
                </c:pt>
                <c:pt idx="5141">
                  <c:v>43725</c:v>
                </c:pt>
                <c:pt idx="5142">
                  <c:v>43726</c:v>
                </c:pt>
                <c:pt idx="5143">
                  <c:v>43727</c:v>
                </c:pt>
                <c:pt idx="5144">
                  <c:v>43728</c:v>
                </c:pt>
                <c:pt idx="5145">
                  <c:v>43731</c:v>
                </c:pt>
                <c:pt idx="5146">
                  <c:v>43732</c:v>
                </c:pt>
                <c:pt idx="5147">
                  <c:v>43733</c:v>
                </c:pt>
                <c:pt idx="5148">
                  <c:v>43734</c:v>
                </c:pt>
                <c:pt idx="5149">
                  <c:v>43735</c:v>
                </c:pt>
                <c:pt idx="5150">
                  <c:v>43738</c:v>
                </c:pt>
                <c:pt idx="5151">
                  <c:v>43739</c:v>
                </c:pt>
                <c:pt idx="5152">
                  <c:v>43740</c:v>
                </c:pt>
                <c:pt idx="5153">
                  <c:v>43741</c:v>
                </c:pt>
                <c:pt idx="5154">
                  <c:v>43742</c:v>
                </c:pt>
                <c:pt idx="5155">
                  <c:v>43745</c:v>
                </c:pt>
                <c:pt idx="5156">
                  <c:v>43746</c:v>
                </c:pt>
                <c:pt idx="5157">
                  <c:v>43747</c:v>
                </c:pt>
                <c:pt idx="5158">
                  <c:v>43748</c:v>
                </c:pt>
                <c:pt idx="5159">
                  <c:v>43749</c:v>
                </c:pt>
                <c:pt idx="5160">
                  <c:v>43752</c:v>
                </c:pt>
                <c:pt idx="5161">
                  <c:v>43753</c:v>
                </c:pt>
                <c:pt idx="5162">
                  <c:v>43754</c:v>
                </c:pt>
                <c:pt idx="5163">
                  <c:v>43755</c:v>
                </c:pt>
                <c:pt idx="5164">
                  <c:v>43756</c:v>
                </c:pt>
                <c:pt idx="5165">
                  <c:v>43759</c:v>
                </c:pt>
                <c:pt idx="5166">
                  <c:v>43760</c:v>
                </c:pt>
                <c:pt idx="5167">
                  <c:v>43761</c:v>
                </c:pt>
                <c:pt idx="5168">
                  <c:v>43762</c:v>
                </c:pt>
                <c:pt idx="5169">
                  <c:v>43763</c:v>
                </c:pt>
                <c:pt idx="5170">
                  <c:v>43766</c:v>
                </c:pt>
                <c:pt idx="5171">
                  <c:v>43767</c:v>
                </c:pt>
                <c:pt idx="5172">
                  <c:v>43768</c:v>
                </c:pt>
                <c:pt idx="5173">
                  <c:v>43769</c:v>
                </c:pt>
                <c:pt idx="5174">
                  <c:v>43770</c:v>
                </c:pt>
                <c:pt idx="5175">
                  <c:v>43773</c:v>
                </c:pt>
                <c:pt idx="5176">
                  <c:v>43774</c:v>
                </c:pt>
                <c:pt idx="5177">
                  <c:v>43775</c:v>
                </c:pt>
                <c:pt idx="5178">
                  <c:v>43776</c:v>
                </c:pt>
                <c:pt idx="5179">
                  <c:v>43777</c:v>
                </c:pt>
                <c:pt idx="5180">
                  <c:v>43780</c:v>
                </c:pt>
                <c:pt idx="5181">
                  <c:v>43781</c:v>
                </c:pt>
                <c:pt idx="5182">
                  <c:v>43782</c:v>
                </c:pt>
                <c:pt idx="5183">
                  <c:v>43783</c:v>
                </c:pt>
                <c:pt idx="5184">
                  <c:v>43784</c:v>
                </c:pt>
                <c:pt idx="5185">
                  <c:v>43787</c:v>
                </c:pt>
                <c:pt idx="5186">
                  <c:v>43788</c:v>
                </c:pt>
                <c:pt idx="5187">
                  <c:v>43789</c:v>
                </c:pt>
                <c:pt idx="5188">
                  <c:v>43790</c:v>
                </c:pt>
                <c:pt idx="5189">
                  <c:v>43791</c:v>
                </c:pt>
                <c:pt idx="5190">
                  <c:v>43794</c:v>
                </c:pt>
                <c:pt idx="5191">
                  <c:v>43795</c:v>
                </c:pt>
                <c:pt idx="5192">
                  <c:v>43796</c:v>
                </c:pt>
                <c:pt idx="5193">
                  <c:v>43797</c:v>
                </c:pt>
                <c:pt idx="5194">
                  <c:v>43798</c:v>
                </c:pt>
                <c:pt idx="5195">
                  <c:v>43801</c:v>
                </c:pt>
                <c:pt idx="5196">
                  <c:v>43802</c:v>
                </c:pt>
                <c:pt idx="5197">
                  <c:v>43803</c:v>
                </c:pt>
                <c:pt idx="5198">
                  <c:v>43804</c:v>
                </c:pt>
                <c:pt idx="5199">
                  <c:v>43805</c:v>
                </c:pt>
                <c:pt idx="5200">
                  <c:v>43808</c:v>
                </c:pt>
                <c:pt idx="5201">
                  <c:v>43809</c:v>
                </c:pt>
                <c:pt idx="5202">
                  <c:v>43810</c:v>
                </c:pt>
                <c:pt idx="5203">
                  <c:v>43811</c:v>
                </c:pt>
                <c:pt idx="5204">
                  <c:v>43812</c:v>
                </c:pt>
                <c:pt idx="5205">
                  <c:v>43815</c:v>
                </c:pt>
                <c:pt idx="5206">
                  <c:v>43816</c:v>
                </c:pt>
                <c:pt idx="5207">
                  <c:v>43817</c:v>
                </c:pt>
                <c:pt idx="5208">
                  <c:v>43818</c:v>
                </c:pt>
                <c:pt idx="5209">
                  <c:v>43819</c:v>
                </c:pt>
                <c:pt idx="5210">
                  <c:v>43822</c:v>
                </c:pt>
                <c:pt idx="5211">
                  <c:v>43823</c:v>
                </c:pt>
                <c:pt idx="5212">
                  <c:v>43824</c:v>
                </c:pt>
                <c:pt idx="5213">
                  <c:v>43825</c:v>
                </c:pt>
                <c:pt idx="5214">
                  <c:v>43826</c:v>
                </c:pt>
                <c:pt idx="5215">
                  <c:v>43829</c:v>
                </c:pt>
                <c:pt idx="5216">
                  <c:v>43830</c:v>
                </c:pt>
                <c:pt idx="5217">
                  <c:v>43831</c:v>
                </c:pt>
                <c:pt idx="5218">
                  <c:v>43832</c:v>
                </c:pt>
                <c:pt idx="5219">
                  <c:v>43833</c:v>
                </c:pt>
                <c:pt idx="5220">
                  <c:v>43836</c:v>
                </c:pt>
                <c:pt idx="5221">
                  <c:v>43837</c:v>
                </c:pt>
                <c:pt idx="5222">
                  <c:v>43838</c:v>
                </c:pt>
                <c:pt idx="5223">
                  <c:v>43839</c:v>
                </c:pt>
                <c:pt idx="5224">
                  <c:v>43840</c:v>
                </c:pt>
                <c:pt idx="5225">
                  <c:v>43843</c:v>
                </c:pt>
                <c:pt idx="5226">
                  <c:v>43844</c:v>
                </c:pt>
                <c:pt idx="5227">
                  <c:v>43845</c:v>
                </c:pt>
                <c:pt idx="5228">
                  <c:v>43846</c:v>
                </c:pt>
                <c:pt idx="5229">
                  <c:v>43847</c:v>
                </c:pt>
                <c:pt idx="5230">
                  <c:v>43850</c:v>
                </c:pt>
                <c:pt idx="5231">
                  <c:v>43851</c:v>
                </c:pt>
                <c:pt idx="5232">
                  <c:v>43852</c:v>
                </c:pt>
                <c:pt idx="5233">
                  <c:v>43853</c:v>
                </c:pt>
                <c:pt idx="5234">
                  <c:v>43854</c:v>
                </c:pt>
                <c:pt idx="5235">
                  <c:v>43857</c:v>
                </c:pt>
                <c:pt idx="5236">
                  <c:v>43858</c:v>
                </c:pt>
                <c:pt idx="5237">
                  <c:v>43859</c:v>
                </c:pt>
                <c:pt idx="5238">
                  <c:v>43860</c:v>
                </c:pt>
                <c:pt idx="5239">
                  <c:v>43861</c:v>
                </c:pt>
                <c:pt idx="5240">
                  <c:v>43864</c:v>
                </c:pt>
                <c:pt idx="5241">
                  <c:v>43865</c:v>
                </c:pt>
                <c:pt idx="5242">
                  <c:v>43866</c:v>
                </c:pt>
                <c:pt idx="5243">
                  <c:v>43867</c:v>
                </c:pt>
                <c:pt idx="5244">
                  <c:v>43868</c:v>
                </c:pt>
                <c:pt idx="5245">
                  <c:v>43871</c:v>
                </c:pt>
                <c:pt idx="5246">
                  <c:v>43872</c:v>
                </c:pt>
                <c:pt idx="5247">
                  <c:v>43873</c:v>
                </c:pt>
                <c:pt idx="5248">
                  <c:v>43874</c:v>
                </c:pt>
                <c:pt idx="5249">
                  <c:v>43875</c:v>
                </c:pt>
                <c:pt idx="5250">
                  <c:v>43878</c:v>
                </c:pt>
                <c:pt idx="5251">
                  <c:v>43879</c:v>
                </c:pt>
                <c:pt idx="5252">
                  <c:v>43880</c:v>
                </c:pt>
                <c:pt idx="5253">
                  <c:v>43881</c:v>
                </c:pt>
                <c:pt idx="5254">
                  <c:v>43882</c:v>
                </c:pt>
                <c:pt idx="5255">
                  <c:v>43885</c:v>
                </c:pt>
                <c:pt idx="5256">
                  <c:v>43886</c:v>
                </c:pt>
                <c:pt idx="5257">
                  <c:v>43887</c:v>
                </c:pt>
                <c:pt idx="5258">
                  <c:v>43888</c:v>
                </c:pt>
                <c:pt idx="5259">
                  <c:v>43889</c:v>
                </c:pt>
                <c:pt idx="5260">
                  <c:v>43892</c:v>
                </c:pt>
                <c:pt idx="5261">
                  <c:v>43893</c:v>
                </c:pt>
                <c:pt idx="5262">
                  <c:v>43894</c:v>
                </c:pt>
                <c:pt idx="5263">
                  <c:v>43895</c:v>
                </c:pt>
                <c:pt idx="5264">
                  <c:v>43896</c:v>
                </c:pt>
                <c:pt idx="5265">
                  <c:v>43899</c:v>
                </c:pt>
                <c:pt idx="5266">
                  <c:v>43900</c:v>
                </c:pt>
                <c:pt idx="5267">
                  <c:v>43901</c:v>
                </c:pt>
                <c:pt idx="5268">
                  <c:v>43902</c:v>
                </c:pt>
                <c:pt idx="5269">
                  <c:v>43903</c:v>
                </c:pt>
                <c:pt idx="5270">
                  <c:v>43906</c:v>
                </c:pt>
                <c:pt idx="5271">
                  <c:v>43907</c:v>
                </c:pt>
                <c:pt idx="5272">
                  <c:v>43908</c:v>
                </c:pt>
                <c:pt idx="5273">
                  <c:v>43909</c:v>
                </c:pt>
                <c:pt idx="5274">
                  <c:v>43910</c:v>
                </c:pt>
                <c:pt idx="5275">
                  <c:v>43913</c:v>
                </c:pt>
                <c:pt idx="5276">
                  <c:v>43914</c:v>
                </c:pt>
                <c:pt idx="5277">
                  <c:v>43915</c:v>
                </c:pt>
                <c:pt idx="5278">
                  <c:v>43916</c:v>
                </c:pt>
                <c:pt idx="5279">
                  <c:v>43917</c:v>
                </c:pt>
                <c:pt idx="5280">
                  <c:v>43920</c:v>
                </c:pt>
                <c:pt idx="5281">
                  <c:v>43921</c:v>
                </c:pt>
                <c:pt idx="5282">
                  <c:v>43922</c:v>
                </c:pt>
                <c:pt idx="5283">
                  <c:v>43923</c:v>
                </c:pt>
                <c:pt idx="5284">
                  <c:v>43924</c:v>
                </c:pt>
                <c:pt idx="5285">
                  <c:v>43927</c:v>
                </c:pt>
                <c:pt idx="5286">
                  <c:v>43928</c:v>
                </c:pt>
                <c:pt idx="5287">
                  <c:v>43929</c:v>
                </c:pt>
                <c:pt idx="5288">
                  <c:v>43930</c:v>
                </c:pt>
                <c:pt idx="5289">
                  <c:v>43931</c:v>
                </c:pt>
                <c:pt idx="5290">
                  <c:v>43934</c:v>
                </c:pt>
                <c:pt idx="5291">
                  <c:v>43935</c:v>
                </c:pt>
                <c:pt idx="5292">
                  <c:v>43936</c:v>
                </c:pt>
                <c:pt idx="5293">
                  <c:v>43937</c:v>
                </c:pt>
                <c:pt idx="5294">
                  <c:v>43938</c:v>
                </c:pt>
                <c:pt idx="5295">
                  <c:v>43941</c:v>
                </c:pt>
                <c:pt idx="5296">
                  <c:v>43942</c:v>
                </c:pt>
                <c:pt idx="5297">
                  <c:v>43943</c:v>
                </c:pt>
                <c:pt idx="5298">
                  <c:v>43944</c:v>
                </c:pt>
                <c:pt idx="5299">
                  <c:v>43945</c:v>
                </c:pt>
                <c:pt idx="5300">
                  <c:v>43948</c:v>
                </c:pt>
                <c:pt idx="5301">
                  <c:v>43949</c:v>
                </c:pt>
                <c:pt idx="5302">
                  <c:v>43950</c:v>
                </c:pt>
                <c:pt idx="5303">
                  <c:v>43951</c:v>
                </c:pt>
                <c:pt idx="5304">
                  <c:v>43952</c:v>
                </c:pt>
                <c:pt idx="5305">
                  <c:v>43955</c:v>
                </c:pt>
                <c:pt idx="5306">
                  <c:v>43956</c:v>
                </c:pt>
                <c:pt idx="5307">
                  <c:v>43957</c:v>
                </c:pt>
                <c:pt idx="5308">
                  <c:v>43958</c:v>
                </c:pt>
                <c:pt idx="5309">
                  <c:v>43959</c:v>
                </c:pt>
                <c:pt idx="5310">
                  <c:v>43962</c:v>
                </c:pt>
                <c:pt idx="5311">
                  <c:v>43963</c:v>
                </c:pt>
                <c:pt idx="5312">
                  <c:v>43964</c:v>
                </c:pt>
                <c:pt idx="5313">
                  <c:v>43965</c:v>
                </c:pt>
                <c:pt idx="5314">
                  <c:v>43966</c:v>
                </c:pt>
                <c:pt idx="5315">
                  <c:v>43969</c:v>
                </c:pt>
                <c:pt idx="5316">
                  <c:v>43970</c:v>
                </c:pt>
                <c:pt idx="5317">
                  <c:v>43971</c:v>
                </c:pt>
                <c:pt idx="5318">
                  <c:v>43972</c:v>
                </c:pt>
                <c:pt idx="5319">
                  <c:v>43973</c:v>
                </c:pt>
                <c:pt idx="5320">
                  <c:v>43976</c:v>
                </c:pt>
                <c:pt idx="5321">
                  <c:v>43977</c:v>
                </c:pt>
                <c:pt idx="5322">
                  <c:v>43978</c:v>
                </c:pt>
                <c:pt idx="5323">
                  <c:v>43979</c:v>
                </c:pt>
                <c:pt idx="5324">
                  <c:v>43980</c:v>
                </c:pt>
                <c:pt idx="5325">
                  <c:v>43983</c:v>
                </c:pt>
                <c:pt idx="5326">
                  <c:v>43984</c:v>
                </c:pt>
                <c:pt idx="5327">
                  <c:v>43985</c:v>
                </c:pt>
                <c:pt idx="5328">
                  <c:v>43986</c:v>
                </c:pt>
                <c:pt idx="5329">
                  <c:v>43987</c:v>
                </c:pt>
                <c:pt idx="5330">
                  <c:v>43990</c:v>
                </c:pt>
                <c:pt idx="5331">
                  <c:v>43991</c:v>
                </c:pt>
                <c:pt idx="5332">
                  <c:v>43992</c:v>
                </c:pt>
                <c:pt idx="5333">
                  <c:v>43993</c:v>
                </c:pt>
                <c:pt idx="5334">
                  <c:v>43994</c:v>
                </c:pt>
                <c:pt idx="5335">
                  <c:v>43997</c:v>
                </c:pt>
                <c:pt idx="5336">
                  <c:v>43998</c:v>
                </c:pt>
                <c:pt idx="5337">
                  <c:v>43999</c:v>
                </c:pt>
                <c:pt idx="5338">
                  <c:v>44000</c:v>
                </c:pt>
                <c:pt idx="5339">
                  <c:v>44001</c:v>
                </c:pt>
                <c:pt idx="5340">
                  <c:v>44004</c:v>
                </c:pt>
                <c:pt idx="5341">
                  <c:v>44005</c:v>
                </c:pt>
                <c:pt idx="5342">
                  <c:v>44006</c:v>
                </c:pt>
                <c:pt idx="5343">
                  <c:v>44007</c:v>
                </c:pt>
                <c:pt idx="5344">
                  <c:v>44008</c:v>
                </c:pt>
                <c:pt idx="5345">
                  <c:v>44011</c:v>
                </c:pt>
                <c:pt idx="5346">
                  <c:v>44012</c:v>
                </c:pt>
                <c:pt idx="5347">
                  <c:v>44013</c:v>
                </c:pt>
                <c:pt idx="5348">
                  <c:v>44014</c:v>
                </c:pt>
                <c:pt idx="5349">
                  <c:v>44015</c:v>
                </c:pt>
                <c:pt idx="5350">
                  <c:v>44018</c:v>
                </c:pt>
                <c:pt idx="5351">
                  <c:v>44019</c:v>
                </c:pt>
                <c:pt idx="5352">
                  <c:v>44020</c:v>
                </c:pt>
                <c:pt idx="5353">
                  <c:v>44021</c:v>
                </c:pt>
                <c:pt idx="5354">
                  <c:v>44022</c:v>
                </c:pt>
                <c:pt idx="5355">
                  <c:v>44025</c:v>
                </c:pt>
                <c:pt idx="5356">
                  <c:v>44026</c:v>
                </c:pt>
                <c:pt idx="5357">
                  <c:v>44027</c:v>
                </c:pt>
                <c:pt idx="5358">
                  <c:v>44028</c:v>
                </c:pt>
                <c:pt idx="5359">
                  <c:v>44029</c:v>
                </c:pt>
                <c:pt idx="5360">
                  <c:v>44032</c:v>
                </c:pt>
                <c:pt idx="5361">
                  <c:v>44033</c:v>
                </c:pt>
                <c:pt idx="5362">
                  <c:v>44034</c:v>
                </c:pt>
                <c:pt idx="5363">
                  <c:v>44035</c:v>
                </c:pt>
                <c:pt idx="5364">
                  <c:v>44036</c:v>
                </c:pt>
                <c:pt idx="5365">
                  <c:v>44039</c:v>
                </c:pt>
                <c:pt idx="5366">
                  <c:v>44040</c:v>
                </c:pt>
                <c:pt idx="5367">
                  <c:v>44041</c:v>
                </c:pt>
                <c:pt idx="5368">
                  <c:v>44042</c:v>
                </c:pt>
                <c:pt idx="5369">
                  <c:v>44043</c:v>
                </c:pt>
                <c:pt idx="5370">
                  <c:v>44046</c:v>
                </c:pt>
                <c:pt idx="5371">
                  <c:v>44047</c:v>
                </c:pt>
                <c:pt idx="5372">
                  <c:v>44048</c:v>
                </c:pt>
                <c:pt idx="5373">
                  <c:v>44049</c:v>
                </c:pt>
                <c:pt idx="5374">
                  <c:v>44050</c:v>
                </c:pt>
                <c:pt idx="5375">
                  <c:v>44053</c:v>
                </c:pt>
                <c:pt idx="5376">
                  <c:v>44054</c:v>
                </c:pt>
                <c:pt idx="5377">
                  <c:v>44055</c:v>
                </c:pt>
                <c:pt idx="5378">
                  <c:v>44056</c:v>
                </c:pt>
                <c:pt idx="5379">
                  <c:v>44057</c:v>
                </c:pt>
                <c:pt idx="5380">
                  <c:v>44060</c:v>
                </c:pt>
                <c:pt idx="5381">
                  <c:v>44061</c:v>
                </c:pt>
                <c:pt idx="5382">
                  <c:v>44062</c:v>
                </c:pt>
                <c:pt idx="5383">
                  <c:v>44063</c:v>
                </c:pt>
                <c:pt idx="5384">
                  <c:v>44064</c:v>
                </c:pt>
                <c:pt idx="5385">
                  <c:v>44067</c:v>
                </c:pt>
                <c:pt idx="5386">
                  <c:v>44068</c:v>
                </c:pt>
                <c:pt idx="5387">
                  <c:v>44069</c:v>
                </c:pt>
                <c:pt idx="5388">
                  <c:v>44070</c:v>
                </c:pt>
                <c:pt idx="5389">
                  <c:v>44071</c:v>
                </c:pt>
                <c:pt idx="5390">
                  <c:v>44074</c:v>
                </c:pt>
                <c:pt idx="5391">
                  <c:v>44075</c:v>
                </c:pt>
                <c:pt idx="5392">
                  <c:v>44076</c:v>
                </c:pt>
                <c:pt idx="5393">
                  <c:v>44077</c:v>
                </c:pt>
                <c:pt idx="5394">
                  <c:v>44078</c:v>
                </c:pt>
                <c:pt idx="5395">
                  <c:v>44081</c:v>
                </c:pt>
                <c:pt idx="5396">
                  <c:v>44082</c:v>
                </c:pt>
                <c:pt idx="5397">
                  <c:v>44083</c:v>
                </c:pt>
                <c:pt idx="5398">
                  <c:v>44084</c:v>
                </c:pt>
                <c:pt idx="5399">
                  <c:v>44085</c:v>
                </c:pt>
                <c:pt idx="5400">
                  <c:v>44088</c:v>
                </c:pt>
                <c:pt idx="5401">
                  <c:v>44089</c:v>
                </c:pt>
                <c:pt idx="5402">
                  <c:v>44090</c:v>
                </c:pt>
                <c:pt idx="5403">
                  <c:v>44091</c:v>
                </c:pt>
                <c:pt idx="5404">
                  <c:v>44092</c:v>
                </c:pt>
                <c:pt idx="5405">
                  <c:v>44095</c:v>
                </c:pt>
                <c:pt idx="5406">
                  <c:v>44096</c:v>
                </c:pt>
                <c:pt idx="5407">
                  <c:v>44097</c:v>
                </c:pt>
                <c:pt idx="5408">
                  <c:v>44098</c:v>
                </c:pt>
                <c:pt idx="5409">
                  <c:v>44099</c:v>
                </c:pt>
                <c:pt idx="5410">
                  <c:v>44102</c:v>
                </c:pt>
                <c:pt idx="5411">
                  <c:v>44103</c:v>
                </c:pt>
                <c:pt idx="5412">
                  <c:v>44104</c:v>
                </c:pt>
                <c:pt idx="5413">
                  <c:v>44105</c:v>
                </c:pt>
                <c:pt idx="5414">
                  <c:v>44106</c:v>
                </c:pt>
                <c:pt idx="5415">
                  <c:v>44109</c:v>
                </c:pt>
                <c:pt idx="5416">
                  <c:v>44110</c:v>
                </c:pt>
                <c:pt idx="5417">
                  <c:v>44111</c:v>
                </c:pt>
                <c:pt idx="5418">
                  <c:v>44112</c:v>
                </c:pt>
                <c:pt idx="5419">
                  <c:v>44113</c:v>
                </c:pt>
                <c:pt idx="5420">
                  <c:v>44116</c:v>
                </c:pt>
                <c:pt idx="5421">
                  <c:v>44117</c:v>
                </c:pt>
                <c:pt idx="5422">
                  <c:v>44118</c:v>
                </c:pt>
                <c:pt idx="5423">
                  <c:v>44119</c:v>
                </c:pt>
                <c:pt idx="5424">
                  <c:v>44120</c:v>
                </c:pt>
                <c:pt idx="5425">
                  <c:v>44123</c:v>
                </c:pt>
                <c:pt idx="5426">
                  <c:v>44124</c:v>
                </c:pt>
                <c:pt idx="5427">
                  <c:v>44125</c:v>
                </c:pt>
                <c:pt idx="5428">
                  <c:v>44126</c:v>
                </c:pt>
                <c:pt idx="5429">
                  <c:v>44127</c:v>
                </c:pt>
                <c:pt idx="5430">
                  <c:v>44130</c:v>
                </c:pt>
                <c:pt idx="5431">
                  <c:v>44131</c:v>
                </c:pt>
                <c:pt idx="5432">
                  <c:v>44132</c:v>
                </c:pt>
                <c:pt idx="5433">
                  <c:v>44133</c:v>
                </c:pt>
                <c:pt idx="5434">
                  <c:v>44134</c:v>
                </c:pt>
                <c:pt idx="5435">
                  <c:v>44137</c:v>
                </c:pt>
                <c:pt idx="5436">
                  <c:v>44138</c:v>
                </c:pt>
                <c:pt idx="5437">
                  <c:v>44139</c:v>
                </c:pt>
                <c:pt idx="5438">
                  <c:v>44140</c:v>
                </c:pt>
                <c:pt idx="5439">
                  <c:v>44141</c:v>
                </c:pt>
                <c:pt idx="5440">
                  <c:v>44144</c:v>
                </c:pt>
                <c:pt idx="5441">
                  <c:v>44145</c:v>
                </c:pt>
                <c:pt idx="5442">
                  <c:v>44146</c:v>
                </c:pt>
                <c:pt idx="5443">
                  <c:v>44147</c:v>
                </c:pt>
                <c:pt idx="5444">
                  <c:v>44148</c:v>
                </c:pt>
                <c:pt idx="5445">
                  <c:v>44151</c:v>
                </c:pt>
                <c:pt idx="5446">
                  <c:v>44152</c:v>
                </c:pt>
                <c:pt idx="5447">
                  <c:v>44153</c:v>
                </c:pt>
                <c:pt idx="5448">
                  <c:v>44154</c:v>
                </c:pt>
                <c:pt idx="5449">
                  <c:v>44155</c:v>
                </c:pt>
                <c:pt idx="5450">
                  <c:v>44158</c:v>
                </c:pt>
                <c:pt idx="5451">
                  <c:v>44159</c:v>
                </c:pt>
                <c:pt idx="5452">
                  <c:v>44160</c:v>
                </c:pt>
                <c:pt idx="5453">
                  <c:v>44161</c:v>
                </c:pt>
                <c:pt idx="5454">
                  <c:v>44162</c:v>
                </c:pt>
                <c:pt idx="5455">
                  <c:v>44165</c:v>
                </c:pt>
                <c:pt idx="5456">
                  <c:v>44166</c:v>
                </c:pt>
                <c:pt idx="5457">
                  <c:v>44167</c:v>
                </c:pt>
                <c:pt idx="5458">
                  <c:v>44168</c:v>
                </c:pt>
                <c:pt idx="5459">
                  <c:v>44169</c:v>
                </c:pt>
                <c:pt idx="5460">
                  <c:v>44172</c:v>
                </c:pt>
                <c:pt idx="5461">
                  <c:v>44173</c:v>
                </c:pt>
                <c:pt idx="5462">
                  <c:v>44174</c:v>
                </c:pt>
                <c:pt idx="5463">
                  <c:v>44175</c:v>
                </c:pt>
                <c:pt idx="5464">
                  <c:v>44176</c:v>
                </c:pt>
                <c:pt idx="5465">
                  <c:v>44179</c:v>
                </c:pt>
                <c:pt idx="5466">
                  <c:v>44180</c:v>
                </c:pt>
                <c:pt idx="5467">
                  <c:v>44181</c:v>
                </c:pt>
                <c:pt idx="5468">
                  <c:v>44182</c:v>
                </c:pt>
                <c:pt idx="5469">
                  <c:v>44183</c:v>
                </c:pt>
                <c:pt idx="5470">
                  <c:v>44186</c:v>
                </c:pt>
                <c:pt idx="5471">
                  <c:v>44187</c:v>
                </c:pt>
                <c:pt idx="5472">
                  <c:v>44188</c:v>
                </c:pt>
                <c:pt idx="5473">
                  <c:v>44189</c:v>
                </c:pt>
                <c:pt idx="5474">
                  <c:v>44190</c:v>
                </c:pt>
                <c:pt idx="5475">
                  <c:v>44193</c:v>
                </c:pt>
                <c:pt idx="5476">
                  <c:v>44194</c:v>
                </c:pt>
                <c:pt idx="5477">
                  <c:v>44195</c:v>
                </c:pt>
                <c:pt idx="5478">
                  <c:v>44196</c:v>
                </c:pt>
                <c:pt idx="5479">
                  <c:v>44197</c:v>
                </c:pt>
                <c:pt idx="5480">
                  <c:v>44200</c:v>
                </c:pt>
                <c:pt idx="5481">
                  <c:v>44201</c:v>
                </c:pt>
                <c:pt idx="5482">
                  <c:v>44202</c:v>
                </c:pt>
                <c:pt idx="5483">
                  <c:v>44203</c:v>
                </c:pt>
                <c:pt idx="5484">
                  <c:v>44204</c:v>
                </c:pt>
                <c:pt idx="5485">
                  <c:v>44207</c:v>
                </c:pt>
                <c:pt idx="5486">
                  <c:v>44208</c:v>
                </c:pt>
                <c:pt idx="5487">
                  <c:v>44209</c:v>
                </c:pt>
                <c:pt idx="5488">
                  <c:v>44210</c:v>
                </c:pt>
                <c:pt idx="5489">
                  <c:v>44211</c:v>
                </c:pt>
                <c:pt idx="5490">
                  <c:v>44214</c:v>
                </c:pt>
                <c:pt idx="5491">
                  <c:v>44215</c:v>
                </c:pt>
                <c:pt idx="5492">
                  <c:v>44216</c:v>
                </c:pt>
                <c:pt idx="5493">
                  <c:v>44217</c:v>
                </c:pt>
                <c:pt idx="5494">
                  <c:v>44218</c:v>
                </c:pt>
                <c:pt idx="5495">
                  <c:v>44221</c:v>
                </c:pt>
                <c:pt idx="5496">
                  <c:v>44222</c:v>
                </c:pt>
                <c:pt idx="5497">
                  <c:v>44223</c:v>
                </c:pt>
                <c:pt idx="5498">
                  <c:v>44224</c:v>
                </c:pt>
                <c:pt idx="5499">
                  <c:v>44225</c:v>
                </c:pt>
                <c:pt idx="5500">
                  <c:v>44228</c:v>
                </c:pt>
                <c:pt idx="5501">
                  <c:v>44229</c:v>
                </c:pt>
                <c:pt idx="5502">
                  <c:v>44230</c:v>
                </c:pt>
                <c:pt idx="5503">
                  <c:v>44231</c:v>
                </c:pt>
                <c:pt idx="5504">
                  <c:v>44232</c:v>
                </c:pt>
                <c:pt idx="5505">
                  <c:v>44235</c:v>
                </c:pt>
                <c:pt idx="5506">
                  <c:v>44236</c:v>
                </c:pt>
                <c:pt idx="5507">
                  <c:v>44237</c:v>
                </c:pt>
                <c:pt idx="5508">
                  <c:v>44238</c:v>
                </c:pt>
                <c:pt idx="5509">
                  <c:v>44239</c:v>
                </c:pt>
                <c:pt idx="5510">
                  <c:v>44242</c:v>
                </c:pt>
                <c:pt idx="5511">
                  <c:v>44243</c:v>
                </c:pt>
                <c:pt idx="5512">
                  <c:v>44244</c:v>
                </c:pt>
                <c:pt idx="5513">
                  <c:v>44245</c:v>
                </c:pt>
                <c:pt idx="5514">
                  <c:v>44246</c:v>
                </c:pt>
                <c:pt idx="5515">
                  <c:v>44249</c:v>
                </c:pt>
                <c:pt idx="5516">
                  <c:v>44250</c:v>
                </c:pt>
                <c:pt idx="5517">
                  <c:v>44251</c:v>
                </c:pt>
                <c:pt idx="5518">
                  <c:v>44252</c:v>
                </c:pt>
                <c:pt idx="5519">
                  <c:v>44253</c:v>
                </c:pt>
                <c:pt idx="5520">
                  <c:v>44256</c:v>
                </c:pt>
                <c:pt idx="5521">
                  <c:v>44257</c:v>
                </c:pt>
                <c:pt idx="5522">
                  <c:v>44258</c:v>
                </c:pt>
                <c:pt idx="5523">
                  <c:v>44259</c:v>
                </c:pt>
                <c:pt idx="5524">
                  <c:v>44260</c:v>
                </c:pt>
                <c:pt idx="5525">
                  <c:v>44263</c:v>
                </c:pt>
                <c:pt idx="5526">
                  <c:v>44264</c:v>
                </c:pt>
                <c:pt idx="5527">
                  <c:v>44265</c:v>
                </c:pt>
                <c:pt idx="5528">
                  <c:v>44266</c:v>
                </c:pt>
                <c:pt idx="5529">
                  <c:v>44267</c:v>
                </c:pt>
                <c:pt idx="5530">
                  <c:v>44270</c:v>
                </c:pt>
                <c:pt idx="5531">
                  <c:v>44271</c:v>
                </c:pt>
                <c:pt idx="5532">
                  <c:v>44272</c:v>
                </c:pt>
                <c:pt idx="5533">
                  <c:v>44273</c:v>
                </c:pt>
                <c:pt idx="5534">
                  <c:v>44274</c:v>
                </c:pt>
                <c:pt idx="5535">
                  <c:v>44277</c:v>
                </c:pt>
                <c:pt idx="5536">
                  <c:v>44278</c:v>
                </c:pt>
                <c:pt idx="5537">
                  <c:v>44279</c:v>
                </c:pt>
                <c:pt idx="5538">
                  <c:v>44280</c:v>
                </c:pt>
                <c:pt idx="5539">
                  <c:v>44281</c:v>
                </c:pt>
                <c:pt idx="5540">
                  <c:v>44284</c:v>
                </c:pt>
                <c:pt idx="5541">
                  <c:v>44285</c:v>
                </c:pt>
                <c:pt idx="5542">
                  <c:v>44286</c:v>
                </c:pt>
                <c:pt idx="5543">
                  <c:v>44287</c:v>
                </c:pt>
                <c:pt idx="5544">
                  <c:v>44288</c:v>
                </c:pt>
                <c:pt idx="5545">
                  <c:v>44291</c:v>
                </c:pt>
                <c:pt idx="5546">
                  <c:v>44292</c:v>
                </c:pt>
                <c:pt idx="5547">
                  <c:v>44293</c:v>
                </c:pt>
                <c:pt idx="5548">
                  <c:v>44294</c:v>
                </c:pt>
                <c:pt idx="5549">
                  <c:v>44295</c:v>
                </c:pt>
                <c:pt idx="5550">
                  <c:v>44298</c:v>
                </c:pt>
                <c:pt idx="5551">
                  <c:v>44299</c:v>
                </c:pt>
                <c:pt idx="5552">
                  <c:v>44300</c:v>
                </c:pt>
                <c:pt idx="5553">
                  <c:v>44301</c:v>
                </c:pt>
                <c:pt idx="5554">
                  <c:v>44302</c:v>
                </c:pt>
                <c:pt idx="5555">
                  <c:v>44305</c:v>
                </c:pt>
                <c:pt idx="5556">
                  <c:v>44306</c:v>
                </c:pt>
                <c:pt idx="5557">
                  <c:v>44307</c:v>
                </c:pt>
                <c:pt idx="5558">
                  <c:v>44308</c:v>
                </c:pt>
                <c:pt idx="5559">
                  <c:v>44309</c:v>
                </c:pt>
                <c:pt idx="5560">
                  <c:v>44312</c:v>
                </c:pt>
                <c:pt idx="5561">
                  <c:v>44313</c:v>
                </c:pt>
                <c:pt idx="5562">
                  <c:v>44314</c:v>
                </c:pt>
                <c:pt idx="5563">
                  <c:v>44315</c:v>
                </c:pt>
                <c:pt idx="5564">
                  <c:v>44316</c:v>
                </c:pt>
                <c:pt idx="5565">
                  <c:v>44319</c:v>
                </c:pt>
                <c:pt idx="5566">
                  <c:v>44320</c:v>
                </c:pt>
                <c:pt idx="5567">
                  <c:v>44321</c:v>
                </c:pt>
                <c:pt idx="5568">
                  <c:v>44322</c:v>
                </c:pt>
                <c:pt idx="5569">
                  <c:v>44323</c:v>
                </c:pt>
                <c:pt idx="5570">
                  <c:v>44326</c:v>
                </c:pt>
                <c:pt idx="5571">
                  <c:v>44327</c:v>
                </c:pt>
                <c:pt idx="5572">
                  <c:v>44328</c:v>
                </c:pt>
                <c:pt idx="5573">
                  <c:v>44329</c:v>
                </c:pt>
                <c:pt idx="5574">
                  <c:v>44330</c:v>
                </c:pt>
                <c:pt idx="5575">
                  <c:v>44333</c:v>
                </c:pt>
                <c:pt idx="5576">
                  <c:v>44334</c:v>
                </c:pt>
                <c:pt idx="5577">
                  <c:v>44335</c:v>
                </c:pt>
                <c:pt idx="5578">
                  <c:v>44336</c:v>
                </c:pt>
                <c:pt idx="5579">
                  <c:v>44337</c:v>
                </c:pt>
                <c:pt idx="5580">
                  <c:v>44340</c:v>
                </c:pt>
                <c:pt idx="5581">
                  <c:v>44341</c:v>
                </c:pt>
                <c:pt idx="5582">
                  <c:v>44342</c:v>
                </c:pt>
                <c:pt idx="5583">
                  <c:v>44343</c:v>
                </c:pt>
                <c:pt idx="5584">
                  <c:v>44344</c:v>
                </c:pt>
                <c:pt idx="5585">
                  <c:v>44347</c:v>
                </c:pt>
                <c:pt idx="5586">
                  <c:v>44348</c:v>
                </c:pt>
                <c:pt idx="5587">
                  <c:v>44349</c:v>
                </c:pt>
                <c:pt idx="5588">
                  <c:v>44350</c:v>
                </c:pt>
                <c:pt idx="5589">
                  <c:v>44351</c:v>
                </c:pt>
                <c:pt idx="5590">
                  <c:v>44354</c:v>
                </c:pt>
                <c:pt idx="5591">
                  <c:v>44355</c:v>
                </c:pt>
                <c:pt idx="5592">
                  <c:v>44356</c:v>
                </c:pt>
                <c:pt idx="5593">
                  <c:v>44357</c:v>
                </c:pt>
                <c:pt idx="5594">
                  <c:v>44358</c:v>
                </c:pt>
                <c:pt idx="5595">
                  <c:v>44361</c:v>
                </c:pt>
                <c:pt idx="5596">
                  <c:v>44362</c:v>
                </c:pt>
                <c:pt idx="5597">
                  <c:v>44363</c:v>
                </c:pt>
                <c:pt idx="5598">
                  <c:v>44364</c:v>
                </c:pt>
                <c:pt idx="5599">
                  <c:v>44365</c:v>
                </c:pt>
                <c:pt idx="5600">
                  <c:v>44368</c:v>
                </c:pt>
                <c:pt idx="5601">
                  <c:v>44369</c:v>
                </c:pt>
                <c:pt idx="5602">
                  <c:v>44370</c:v>
                </c:pt>
                <c:pt idx="5603">
                  <c:v>44371</c:v>
                </c:pt>
                <c:pt idx="5604">
                  <c:v>44372</c:v>
                </c:pt>
                <c:pt idx="5605">
                  <c:v>44375</c:v>
                </c:pt>
                <c:pt idx="5606">
                  <c:v>44376</c:v>
                </c:pt>
                <c:pt idx="5607">
                  <c:v>44377</c:v>
                </c:pt>
                <c:pt idx="5608">
                  <c:v>44378</c:v>
                </c:pt>
                <c:pt idx="5609">
                  <c:v>44379</c:v>
                </c:pt>
                <c:pt idx="5610">
                  <c:v>44382</c:v>
                </c:pt>
                <c:pt idx="5611">
                  <c:v>44383</c:v>
                </c:pt>
                <c:pt idx="5612">
                  <c:v>44384</c:v>
                </c:pt>
                <c:pt idx="5613">
                  <c:v>44385</c:v>
                </c:pt>
                <c:pt idx="5614">
                  <c:v>44386</c:v>
                </c:pt>
                <c:pt idx="5615">
                  <c:v>44389</c:v>
                </c:pt>
                <c:pt idx="5616">
                  <c:v>44390</c:v>
                </c:pt>
                <c:pt idx="5617">
                  <c:v>44391</c:v>
                </c:pt>
                <c:pt idx="5618">
                  <c:v>44392</c:v>
                </c:pt>
                <c:pt idx="5619">
                  <c:v>44393</c:v>
                </c:pt>
                <c:pt idx="5620">
                  <c:v>44396</c:v>
                </c:pt>
                <c:pt idx="5621">
                  <c:v>44397</c:v>
                </c:pt>
                <c:pt idx="5622">
                  <c:v>44398</c:v>
                </c:pt>
                <c:pt idx="5623">
                  <c:v>44399</c:v>
                </c:pt>
                <c:pt idx="5624">
                  <c:v>44400</c:v>
                </c:pt>
                <c:pt idx="5625">
                  <c:v>44403</c:v>
                </c:pt>
                <c:pt idx="5626">
                  <c:v>44404</c:v>
                </c:pt>
                <c:pt idx="5627">
                  <c:v>44405</c:v>
                </c:pt>
                <c:pt idx="5628">
                  <c:v>44406</c:v>
                </c:pt>
                <c:pt idx="5629">
                  <c:v>44407</c:v>
                </c:pt>
                <c:pt idx="5630">
                  <c:v>44410</c:v>
                </c:pt>
                <c:pt idx="5631">
                  <c:v>44411</c:v>
                </c:pt>
                <c:pt idx="5632">
                  <c:v>44412</c:v>
                </c:pt>
                <c:pt idx="5633">
                  <c:v>44413</c:v>
                </c:pt>
                <c:pt idx="5634">
                  <c:v>44414</c:v>
                </c:pt>
                <c:pt idx="5635">
                  <c:v>44417</c:v>
                </c:pt>
                <c:pt idx="5636">
                  <c:v>44418</c:v>
                </c:pt>
                <c:pt idx="5637">
                  <c:v>44419</c:v>
                </c:pt>
                <c:pt idx="5638">
                  <c:v>44420</c:v>
                </c:pt>
                <c:pt idx="5639">
                  <c:v>44421</c:v>
                </c:pt>
                <c:pt idx="5640">
                  <c:v>44424</c:v>
                </c:pt>
                <c:pt idx="5641">
                  <c:v>44425</c:v>
                </c:pt>
                <c:pt idx="5642">
                  <c:v>44426</c:v>
                </c:pt>
                <c:pt idx="5643">
                  <c:v>44427</c:v>
                </c:pt>
                <c:pt idx="5644">
                  <c:v>44428</c:v>
                </c:pt>
                <c:pt idx="5645">
                  <c:v>44431</c:v>
                </c:pt>
                <c:pt idx="5646">
                  <c:v>44432</c:v>
                </c:pt>
                <c:pt idx="5647">
                  <c:v>44433</c:v>
                </c:pt>
                <c:pt idx="5648">
                  <c:v>44434</c:v>
                </c:pt>
                <c:pt idx="5649">
                  <c:v>44435</c:v>
                </c:pt>
                <c:pt idx="5650">
                  <c:v>44438</c:v>
                </c:pt>
                <c:pt idx="5651">
                  <c:v>44439</c:v>
                </c:pt>
                <c:pt idx="5652">
                  <c:v>44440</c:v>
                </c:pt>
                <c:pt idx="5653">
                  <c:v>44441</c:v>
                </c:pt>
                <c:pt idx="5654">
                  <c:v>44442</c:v>
                </c:pt>
                <c:pt idx="5655">
                  <c:v>44445</c:v>
                </c:pt>
                <c:pt idx="5656">
                  <c:v>44446</c:v>
                </c:pt>
                <c:pt idx="5657">
                  <c:v>44447</c:v>
                </c:pt>
                <c:pt idx="5658">
                  <c:v>44448</c:v>
                </c:pt>
                <c:pt idx="5659">
                  <c:v>44449</c:v>
                </c:pt>
                <c:pt idx="5660">
                  <c:v>44452</c:v>
                </c:pt>
                <c:pt idx="5661">
                  <c:v>44453</c:v>
                </c:pt>
                <c:pt idx="5662">
                  <c:v>44454</c:v>
                </c:pt>
                <c:pt idx="5663">
                  <c:v>44455</c:v>
                </c:pt>
                <c:pt idx="5664">
                  <c:v>44456</c:v>
                </c:pt>
                <c:pt idx="5665">
                  <c:v>44459</c:v>
                </c:pt>
                <c:pt idx="5666">
                  <c:v>44460</c:v>
                </c:pt>
                <c:pt idx="5667">
                  <c:v>44461</c:v>
                </c:pt>
                <c:pt idx="5668">
                  <c:v>44462</c:v>
                </c:pt>
                <c:pt idx="5669">
                  <c:v>44463</c:v>
                </c:pt>
                <c:pt idx="5670">
                  <c:v>44466</c:v>
                </c:pt>
                <c:pt idx="5671">
                  <c:v>44467</c:v>
                </c:pt>
                <c:pt idx="5672">
                  <c:v>44468</c:v>
                </c:pt>
                <c:pt idx="5673">
                  <c:v>44469</c:v>
                </c:pt>
                <c:pt idx="5674">
                  <c:v>44470</c:v>
                </c:pt>
                <c:pt idx="5675">
                  <c:v>44473</c:v>
                </c:pt>
                <c:pt idx="5676">
                  <c:v>44474</c:v>
                </c:pt>
                <c:pt idx="5677">
                  <c:v>44475</c:v>
                </c:pt>
                <c:pt idx="5678">
                  <c:v>44476</c:v>
                </c:pt>
                <c:pt idx="5679">
                  <c:v>44477</c:v>
                </c:pt>
                <c:pt idx="5680">
                  <c:v>44480</c:v>
                </c:pt>
                <c:pt idx="5681">
                  <c:v>44481</c:v>
                </c:pt>
                <c:pt idx="5682">
                  <c:v>44482</c:v>
                </c:pt>
                <c:pt idx="5683">
                  <c:v>44483</c:v>
                </c:pt>
                <c:pt idx="5684">
                  <c:v>44484</c:v>
                </c:pt>
                <c:pt idx="5685">
                  <c:v>44487</c:v>
                </c:pt>
                <c:pt idx="5686">
                  <c:v>44488</c:v>
                </c:pt>
                <c:pt idx="5687">
                  <c:v>44489</c:v>
                </c:pt>
                <c:pt idx="5688">
                  <c:v>44490</c:v>
                </c:pt>
                <c:pt idx="5689">
                  <c:v>44491</c:v>
                </c:pt>
                <c:pt idx="5690">
                  <c:v>44494</c:v>
                </c:pt>
                <c:pt idx="5691">
                  <c:v>44495</c:v>
                </c:pt>
                <c:pt idx="5692">
                  <c:v>44496</c:v>
                </c:pt>
                <c:pt idx="5693">
                  <c:v>44497</c:v>
                </c:pt>
                <c:pt idx="5694">
                  <c:v>44498</c:v>
                </c:pt>
                <c:pt idx="5695">
                  <c:v>44501</c:v>
                </c:pt>
                <c:pt idx="5696">
                  <c:v>44502</c:v>
                </c:pt>
                <c:pt idx="5697">
                  <c:v>44503</c:v>
                </c:pt>
                <c:pt idx="5698">
                  <c:v>44504</c:v>
                </c:pt>
                <c:pt idx="5699">
                  <c:v>44505</c:v>
                </c:pt>
                <c:pt idx="5700">
                  <c:v>44508</c:v>
                </c:pt>
                <c:pt idx="5701">
                  <c:v>44509</c:v>
                </c:pt>
                <c:pt idx="5702">
                  <c:v>44510</c:v>
                </c:pt>
                <c:pt idx="5703">
                  <c:v>44511</c:v>
                </c:pt>
                <c:pt idx="5704">
                  <c:v>44512</c:v>
                </c:pt>
                <c:pt idx="5705">
                  <c:v>44515</c:v>
                </c:pt>
                <c:pt idx="5706">
                  <c:v>44516</c:v>
                </c:pt>
                <c:pt idx="5707">
                  <c:v>44517</c:v>
                </c:pt>
                <c:pt idx="5708">
                  <c:v>44518</c:v>
                </c:pt>
                <c:pt idx="5709">
                  <c:v>44519</c:v>
                </c:pt>
                <c:pt idx="5710">
                  <c:v>44522</c:v>
                </c:pt>
                <c:pt idx="5711">
                  <c:v>44523</c:v>
                </c:pt>
                <c:pt idx="5712">
                  <c:v>44524</c:v>
                </c:pt>
                <c:pt idx="5713">
                  <c:v>44525</c:v>
                </c:pt>
                <c:pt idx="5714">
                  <c:v>44526</c:v>
                </c:pt>
                <c:pt idx="5715">
                  <c:v>44529</c:v>
                </c:pt>
                <c:pt idx="5716">
                  <c:v>44530</c:v>
                </c:pt>
                <c:pt idx="5717">
                  <c:v>44531</c:v>
                </c:pt>
                <c:pt idx="5718">
                  <c:v>44532</c:v>
                </c:pt>
                <c:pt idx="5719">
                  <c:v>44533</c:v>
                </c:pt>
                <c:pt idx="5720">
                  <c:v>44536</c:v>
                </c:pt>
                <c:pt idx="5721">
                  <c:v>44537</c:v>
                </c:pt>
                <c:pt idx="5722">
                  <c:v>44538</c:v>
                </c:pt>
                <c:pt idx="5723">
                  <c:v>44539</c:v>
                </c:pt>
                <c:pt idx="5724">
                  <c:v>44540</c:v>
                </c:pt>
                <c:pt idx="5725">
                  <c:v>44543</c:v>
                </c:pt>
                <c:pt idx="5726">
                  <c:v>44544</c:v>
                </c:pt>
                <c:pt idx="5727">
                  <c:v>44545</c:v>
                </c:pt>
                <c:pt idx="5728">
                  <c:v>44546</c:v>
                </c:pt>
                <c:pt idx="5729">
                  <c:v>44547</c:v>
                </c:pt>
                <c:pt idx="5730">
                  <c:v>44550</c:v>
                </c:pt>
                <c:pt idx="5731">
                  <c:v>44551</c:v>
                </c:pt>
                <c:pt idx="5732">
                  <c:v>44552</c:v>
                </c:pt>
                <c:pt idx="5733">
                  <c:v>44553</c:v>
                </c:pt>
                <c:pt idx="5734">
                  <c:v>44554</c:v>
                </c:pt>
                <c:pt idx="5735">
                  <c:v>44557</c:v>
                </c:pt>
                <c:pt idx="5736">
                  <c:v>44558</c:v>
                </c:pt>
                <c:pt idx="5737">
                  <c:v>44559</c:v>
                </c:pt>
                <c:pt idx="5738">
                  <c:v>44560</c:v>
                </c:pt>
                <c:pt idx="5739">
                  <c:v>44561</c:v>
                </c:pt>
                <c:pt idx="5740">
                  <c:v>44564</c:v>
                </c:pt>
                <c:pt idx="5741">
                  <c:v>44565</c:v>
                </c:pt>
                <c:pt idx="5742">
                  <c:v>44566</c:v>
                </c:pt>
                <c:pt idx="5743">
                  <c:v>44567</c:v>
                </c:pt>
                <c:pt idx="5744">
                  <c:v>44568</c:v>
                </c:pt>
                <c:pt idx="5745">
                  <c:v>44571</c:v>
                </c:pt>
                <c:pt idx="5746">
                  <c:v>44572</c:v>
                </c:pt>
                <c:pt idx="5747">
                  <c:v>44573</c:v>
                </c:pt>
                <c:pt idx="5748">
                  <c:v>44574</c:v>
                </c:pt>
                <c:pt idx="5749">
                  <c:v>44575</c:v>
                </c:pt>
                <c:pt idx="5750">
                  <c:v>44578</c:v>
                </c:pt>
                <c:pt idx="5751">
                  <c:v>44579</c:v>
                </c:pt>
                <c:pt idx="5752">
                  <c:v>44580</c:v>
                </c:pt>
                <c:pt idx="5753">
                  <c:v>44581</c:v>
                </c:pt>
                <c:pt idx="5754">
                  <c:v>44582</c:v>
                </c:pt>
                <c:pt idx="5755">
                  <c:v>44585</c:v>
                </c:pt>
                <c:pt idx="5756">
                  <c:v>44586</c:v>
                </c:pt>
                <c:pt idx="5757">
                  <c:v>44587</c:v>
                </c:pt>
                <c:pt idx="5758">
                  <c:v>44588</c:v>
                </c:pt>
                <c:pt idx="5759">
                  <c:v>44589</c:v>
                </c:pt>
                <c:pt idx="5760">
                  <c:v>44592</c:v>
                </c:pt>
                <c:pt idx="5761">
                  <c:v>44593</c:v>
                </c:pt>
                <c:pt idx="5762">
                  <c:v>44594</c:v>
                </c:pt>
                <c:pt idx="5763">
                  <c:v>44595</c:v>
                </c:pt>
                <c:pt idx="5764">
                  <c:v>44596</c:v>
                </c:pt>
                <c:pt idx="5765">
                  <c:v>44599</c:v>
                </c:pt>
                <c:pt idx="5766">
                  <c:v>44600</c:v>
                </c:pt>
                <c:pt idx="5767">
                  <c:v>44601</c:v>
                </c:pt>
                <c:pt idx="5768">
                  <c:v>44602</c:v>
                </c:pt>
                <c:pt idx="5769">
                  <c:v>44603</c:v>
                </c:pt>
                <c:pt idx="5770">
                  <c:v>44606</c:v>
                </c:pt>
                <c:pt idx="5771">
                  <c:v>44607</c:v>
                </c:pt>
                <c:pt idx="5772">
                  <c:v>44608</c:v>
                </c:pt>
                <c:pt idx="5773">
                  <c:v>44609</c:v>
                </c:pt>
                <c:pt idx="5774">
                  <c:v>44610</c:v>
                </c:pt>
                <c:pt idx="5775">
                  <c:v>44613</c:v>
                </c:pt>
                <c:pt idx="5776">
                  <c:v>44614</c:v>
                </c:pt>
                <c:pt idx="5777">
                  <c:v>44615</c:v>
                </c:pt>
                <c:pt idx="5778">
                  <c:v>44616</c:v>
                </c:pt>
                <c:pt idx="5779">
                  <c:v>44617</c:v>
                </c:pt>
                <c:pt idx="5780">
                  <c:v>44620</c:v>
                </c:pt>
                <c:pt idx="5781">
                  <c:v>44621</c:v>
                </c:pt>
                <c:pt idx="5782">
                  <c:v>44622</c:v>
                </c:pt>
                <c:pt idx="5783">
                  <c:v>44623</c:v>
                </c:pt>
                <c:pt idx="5784">
                  <c:v>44624</c:v>
                </c:pt>
                <c:pt idx="5785">
                  <c:v>44627</c:v>
                </c:pt>
                <c:pt idx="5786">
                  <c:v>44628</c:v>
                </c:pt>
                <c:pt idx="5787">
                  <c:v>44629</c:v>
                </c:pt>
                <c:pt idx="5788">
                  <c:v>44630</c:v>
                </c:pt>
                <c:pt idx="5789">
                  <c:v>44631</c:v>
                </c:pt>
                <c:pt idx="5790">
                  <c:v>44634</c:v>
                </c:pt>
                <c:pt idx="5791">
                  <c:v>44635</c:v>
                </c:pt>
                <c:pt idx="5792">
                  <c:v>44636</c:v>
                </c:pt>
                <c:pt idx="5793">
                  <c:v>44637</c:v>
                </c:pt>
                <c:pt idx="5794">
                  <c:v>44638</c:v>
                </c:pt>
                <c:pt idx="5795">
                  <c:v>44641</c:v>
                </c:pt>
                <c:pt idx="5796">
                  <c:v>44642</c:v>
                </c:pt>
                <c:pt idx="5797">
                  <c:v>44643</c:v>
                </c:pt>
                <c:pt idx="5798">
                  <c:v>44644</c:v>
                </c:pt>
                <c:pt idx="5799">
                  <c:v>44645</c:v>
                </c:pt>
                <c:pt idx="5800">
                  <c:v>44648</c:v>
                </c:pt>
                <c:pt idx="5801">
                  <c:v>44649</c:v>
                </c:pt>
                <c:pt idx="5802">
                  <c:v>44650</c:v>
                </c:pt>
                <c:pt idx="5803">
                  <c:v>44651</c:v>
                </c:pt>
                <c:pt idx="5804">
                  <c:v>44652</c:v>
                </c:pt>
                <c:pt idx="5805">
                  <c:v>44655</c:v>
                </c:pt>
                <c:pt idx="5806">
                  <c:v>44656</c:v>
                </c:pt>
                <c:pt idx="5807">
                  <c:v>44657</c:v>
                </c:pt>
                <c:pt idx="5808">
                  <c:v>44658</c:v>
                </c:pt>
                <c:pt idx="5809">
                  <c:v>44659</c:v>
                </c:pt>
                <c:pt idx="5810">
                  <c:v>44662</c:v>
                </c:pt>
                <c:pt idx="5811">
                  <c:v>44663</c:v>
                </c:pt>
                <c:pt idx="5812">
                  <c:v>44664</c:v>
                </c:pt>
                <c:pt idx="5813">
                  <c:v>44665</c:v>
                </c:pt>
                <c:pt idx="5814">
                  <c:v>44666</c:v>
                </c:pt>
                <c:pt idx="5815">
                  <c:v>44669</c:v>
                </c:pt>
                <c:pt idx="5816">
                  <c:v>44670</c:v>
                </c:pt>
                <c:pt idx="5817">
                  <c:v>44671</c:v>
                </c:pt>
                <c:pt idx="5818">
                  <c:v>44672</c:v>
                </c:pt>
                <c:pt idx="5819">
                  <c:v>44673</c:v>
                </c:pt>
                <c:pt idx="5820">
                  <c:v>44676</c:v>
                </c:pt>
                <c:pt idx="5821">
                  <c:v>44677</c:v>
                </c:pt>
                <c:pt idx="5822">
                  <c:v>44678</c:v>
                </c:pt>
                <c:pt idx="5823">
                  <c:v>44679</c:v>
                </c:pt>
                <c:pt idx="5824">
                  <c:v>44680</c:v>
                </c:pt>
                <c:pt idx="5825">
                  <c:v>44683</c:v>
                </c:pt>
                <c:pt idx="5826">
                  <c:v>44684</c:v>
                </c:pt>
                <c:pt idx="5827">
                  <c:v>44685</c:v>
                </c:pt>
                <c:pt idx="5828">
                  <c:v>44686</c:v>
                </c:pt>
                <c:pt idx="5829">
                  <c:v>44687</c:v>
                </c:pt>
                <c:pt idx="5830">
                  <c:v>44690</c:v>
                </c:pt>
                <c:pt idx="5831">
                  <c:v>44691</c:v>
                </c:pt>
                <c:pt idx="5832">
                  <c:v>44692</c:v>
                </c:pt>
                <c:pt idx="5833">
                  <c:v>44693</c:v>
                </c:pt>
                <c:pt idx="5834">
                  <c:v>44694</c:v>
                </c:pt>
                <c:pt idx="5835">
                  <c:v>44697</c:v>
                </c:pt>
                <c:pt idx="5836">
                  <c:v>44698</c:v>
                </c:pt>
                <c:pt idx="5837">
                  <c:v>44699</c:v>
                </c:pt>
                <c:pt idx="5838">
                  <c:v>44700</c:v>
                </c:pt>
                <c:pt idx="5839">
                  <c:v>44701</c:v>
                </c:pt>
                <c:pt idx="5840">
                  <c:v>44704</c:v>
                </c:pt>
                <c:pt idx="5841">
                  <c:v>44705</c:v>
                </c:pt>
                <c:pt idx="5842">
                  <c:v>44706</c:v>
                </c:pt>
                <c:pt idx="5843">
                  <c:v>44707</c:v>
                </c:pt>
                <c:pt idx="5844">
                  <c:v>44708</c:v>
                </c:pt>
                <c:pt idx="5845">
                  <c:v>44711</c:v>
                </c:pt>
                <c:pt idx="5846">
                  <c:v>44712</c:v>
                </c:pt>
                <c:pt idx="5847">
                  <c:v>44713</c:v>
                </c:pt>
                <c:pt idx="5848">
                  <c:v>44714</c:v>
                </c:pt>
                <c:pt idx="5849">
                  <c:v>44715</c:v>
                </c:pt>
                <c:pt idx="5850">
                  <c:v>44718</c:v>
                </c:pt>
                <c:pt idx="5851">
                  <c:v>44719</c:v>
                </c:pt>
                <c:pt idx="5852">
                  <c:v>44720</c:v>
                </c:pt>
                <c:pt idx="5853">
                  <c:v>44721</c:v>
                </c:pt>
                <c:pt idx="5854">
                  <c:v>44722</c:v>
                </c:pt>
                <c:pt idx="5855">
                  <c:v>44725</c:v>
                </c:pt>
                <c:pt idx="5856">
                  <c:v>44726</c:v>
                </c:pt>
                <c:pt idx="5857">
                  <c:v>44727</c:v>
                </c:pt>
                <c:pt idx="5858">
                  <c:v>44728</c:v>
                </c:pt>
                <c:pt idx="5859">
                  <c:v>44729</c:v>
                </c:pt>
                <c:pt idx="5860">
                  <c:v>44732</c:v>
                </c:pt>
                <c:pt idx="5861">
                  <c:v>44733</c:v>
                </c:pt>
                <c:pt idx="5862">
                  <c:v>44734</c:v>
                </c:pt>
                <c:pt idx="5863">
                  <c:v>44735</c:v>
                </c:pt>
                <c:pt idx="5864">
                  <c:v>44736</c:v>
                </c:pt>
                <c:pt idx="5865">
                  <c:v>44739</c:v>
                </c:pt>
                <c:pt idx="5866">
                  <c:v>44740</c:v>
                </c:pt>
                <c:pt idx="5867">
                  <c:v>44741</c:v>
                </c:pt>
                <c:pt idx="5868">
                  <c:v>44742</c:v>
                </c:pt>
                <c:pt idx="5869">
                  <c:v>44743</c:v>
                </c:pt>
                <c:pt idx="5870">
                  <c:v>44746</c:v>
                </c:pt>
                <c:pt idx="5871">
                  <c:v>44747</c:v>
                </c:pt>
                <c:pt idx="5872">
                  <c:v>44748</c:v>
                </c:pt>
                <c:pt idx="5873">
                  <c:v>44749</c:v>
                </c:pt>
                <c:pt idx="5874">
                  <c:v>44750</c:v>
                </c:pt>
                <c:pt idx="5875">
                  <c:v>44753</c:v>
                </c:pt>
                <c:pt idx="5876">
                  <c:v>44754</c:v>
                </c:pt>
                <c:pt idx="5877">
                  <c:v>44755</c:v>
                </c:pt>
                <c:pt idx="5878">
                  <c:v>44756</c:v>
                </c:pt>
                <c:pt idx="5879">
                  <c:v>44757</c:v>
                </c:pt>
                <c:pt idx="5880">
                  <c:v>44760</c:v>
                </c:pt>
                <c:pt idx="5881">
                  <c:v>44761</c:v>
                </c:pt>
                <c:pt idx="5882">
                  <c:v>44762</c:v>
                </c:pt>
                <c:pt idx="5883">
                  <c:v>44763</c:v>
                </c:pt>
                <c:pt idx="5884">
                  <c:v>44764</c:v>
                </c:pt>
                <c:pt idx="5885">
                  <c:v>44767</c:v>
                </c:pt>
                <c:pt idx="5886">
                  <c:v>44768</c:v>
                </c:pt>
                <c:pt idx="5887">
                  <c:v>44769</c:v>
                </c:pt>
                <c:pt idx="5888">
                  <c:v>44770</c:v>
                </c:pt>
                <c:pt idx="5889">
                  <c:v>44771</c:v>
                </c:pt>
                <c:pt idx="5890">
                  <c:v>44774</c:v>
                </c:pt>
                <c:pt idx="5891">
                  <c:v>44775</c:v>
                </c:pt>
                <c:pt idx="5892">
                  <c:v>44776</c:v>
                </c:pt>
                <c:pt idx="5893">
                  <c:v>44777</c:v>
                </c:pt>
                <c:pt idx="5894">
                  <c:v>44778</c:v>
                </c:pt>
                <c:pt idx="5895">
                  <c:v>44781</c:v>
                </c:pt>
                <c:pt idx="5896">
                  <c:v>44782</c:v>
                </c:pt>
                <c:pt idx="5897">
                  <c:v>44783</c:v>
                </c:pt>
                <c:pt idx="5898">
                  <c:v>44784</c:v>
                </c:pt>
                <c:pt idx="5899">
                  <c:v>44785</c:v>
                </c:pt>
                <c:pt idx="5900">
                  <c:v>44788</c:v>
                </c:pt>
                <c:pt idx="5901">
                  <c:v>44789</c:v>
                </c:pt>
                <c:pt idx="5902">
                  <c:v>44790</c:v>
                </c:pt>
                <c:pt idx="5903">
                  <c:v>44791</c:v>
                </c:pt>
                <c:pt idx="5904">
                  <c:v>44792</c:v>
                </c:pt>
                <c:pt idx="5905">
                  <c:v>44795</c:v>
                </c:pt>
                <c:pt idx="5906">
                  <c:v>44796</c:v>
                </c:pt>
                <c:pt idx="5907">
                  <c:v>44797</c:v>
                </c:pt>
                <c:pt idx="5908">
                  <c:v>44798</c:v>
                </c:pt>
                <c:pt idx="5909">
                  <c:v>44799</c:v>
                </c:pt>
                <c:pt idx="5910">
                  <c:v>44802</c:v>
                </c:pt>
                <c:pt idx="5911">
                  <c:v>44803</c:v>
                </c:pt>
                <c:pt idx="5912">
                  <c:v>44804</c:v>
                </c:pt>
                <c:pt idx="5913">
                  <c:v>44805</c:v>
                </c:pt>
                <c:pt idx="5914">
                  <c:v>44806</c:v>
                </c:pt>
                <c:pt idx="5915">
                  <c:v>44809</c:v>
                </c:pt>
                <c:pt idx="5916">
                  <c:v>44810</c:v>
                </c:pt>
                <c:pt idx="5917">
                  <c:v>44811</c:v>
                </c:pt>
                <c:pt idx="5918">
                  <c:v>44812</c:v>
                </c:pt>
                <c:pt idx="5919">
                  <c:v>44813</c:v>
                </c:pt>
                <c:pt idx="5920">
                  <c:v>44816</c:v>
                </c:pt>
                <c:pt idx="5921">
                  <c:v>44817</c:v>
                </c:pt>
                <c:pt idx="5922">
                  <c:v>44818</c:v>
                </c:pt>
                <c:pt idx="5923">
                  <c:v>44819</c:v>
                </c:pt>
                <c:pt idx="5924">
                  <c:v>44820</c:v>
                </c:pt>
                <c:pt idx="5925">
                  <c:v>44823</c:v>
                </c:pt>
                <c:pt idx="5926">
                  <c:v>44824</c:v>
                </c:pt>
                <c:pt idx="5927">
                  <c:v>44825</c:v>
                </c:pt>
                <c:pt idx="5928">
                  <c:v>44826</c:v>
                </c:pt>
                <c:pt idx="5929">
                  <c:v>44827</c:v>
                </c:pt>
                <c:pt idx="5930">
                  <c:v>44830</c:v>
                </c:pt>
                <c:pt idx="5931">
                  <c:v>44831</c:v>
                </c:pt>
                <c:pt idx="5932">
                  <c:v>44832</c:v>
                </c:pt>
                <c:pt idx="5933">
                  <c:v>44833</c:v>
                </c:pt>
                <c:pt idx="5934">
                  <c:v>44834</c:v>
                </c:pt>
                <c:pt idx="5935">
                  <c:v>44837</c:v>
                </c:pt>
                <c:pt idx="5936">
                  <c:v>44838</c:v>
                </c:pt>
                <c:pt idx="5937">
                  <c:v>44839</c:v>
                </c:pt>
                <c:pt idx="5938">
                  <c:v>44840</c:v>
                </c:pt>
                <c:pt idx="5939">
                  <c:v>44841</c:v>
                </c:pt>
                <c:pt idx="5940">
                  <c:v>44844</c:v>
                </c:pt>
                <c:pt idx="5941">
                  <c:v>44845</c:v>
                </c:pt>
                <c:pt idx="5942">
                  <c:v>44846</c:v>
                </c:pt>
                <c:pt idx="5943">
                  <c:v>44847</c:v>
                </c:pt>
                <c:pt idx="5944">
                  <c:v>44848</c:v>
                </c:pt>
                <c:pt idx="5945">
                  <c:v>44851</c:v>
                </c:pt>
                <c:pt idx="5946">
                  <c:v>44852</c:v>
                </c:pt>
                <c:pt idx="5947">
                  <c:v>44853</c:v>
                </c:pt>
                <c:pt idx="5948">
                  <c:v>44854</c:v>
                </c:pt>
                <c:pt idx="5949">
                  <c:v>44855</c:v>
                </c:pt>
                <c:pt idx="5950">
                  <c:v>44858</c:v>
                </c:pt>
                <c:pt idx="5951">
                  <c:v>44859</c:v>
                </c:pt>
                <c:pt idx="5952">
                  <c:v>44860</c:v>
                </c:pt>
                <c:pt idx="5953">
                  <c:v>44861</c:v>
                </c:pt>
                <c:pt idx="5954">
                  <c:v>44862</c:v>
                </c:pt>
                <c:pt idx="5955">
                  <c:v>44865</c:v>
                </c:pt>
                <c:pt idx="5956">
                  <c:v>44866</c:v>
                </c:pt>
                <c:pt idx="5957">
                  <c:v>44867</c:v>
                </c:pt>
                <c:pt idx="5958">
                  <c:v>44868</c:v>
                </c:pt>
                <c:pt idx="5959">
                  <c:v>44869</c:v>
                </c:pt>
                <c:pt idx="5960">
                  <c:v>44872</c:v>
                </c:pt>
                <c:pt idx="5961">
                  <c:v>44873</c:v>
                </c:pt>
                <c:pt idx="5962">
                  <c:v>44874</c:v>
                </c:pt>
                <c:pt idx="5963">
                  <c:v>44875</c:v>
                </c:pt>
                <c:pt idx="5964">
                  <c:v>44876</c:v>
                </c:pt>
                <c:pt idx="5965">
                  <c:v>44879</c:v>
                </c:pt>
                <c:pt idx="5966">
                  <c:v>44880</c:v>
                </c:pt>
                <c:pt idx="5967">
                  <c:v>44881</c:v>
                </c:pt>
                <c:pt idx="5968">
                  <c:v>44882</c:v>
                </c:pt>
                <c:pt idx="5969">
                  <c:v>44883</c:v>
                </c:pt>
                <c:pt idx="5970">
                  <c:v>44886</c:v>
                </c:pt>
                <c:pt idx="5971">
                  <c:v>44887</c:v>
                </c:pt>
                <c:pt idx="5972">
                  <c:v>44888</c:v>
                </c:pt>
                <c:pt idx="5973">
                  <c:v>44889</c:v>
                </c:pt>
                <c:pt idx="5974">
                  <c:v>44890</c:v>
                </c:pt>
                <c:pt idx="5975">
                  <c:v>44893</c:v>
                </c:pt>
                <c:pt idx="5976">
                  <c:v>44894</c:v>
                </c:pt>
                <c:pt idx="5977">
                  <c:v>44895</c:v>
                </c:pt>
                <c:pt idx="5978">
                  <c:v>44896</c:v>
                </c:pt>
                <c:pt idx="5979">
                  <c:v>44897</c:v>
                </c:pt>
                <c:pt idx="5980">
                  <c:v>44900</c:v>
                </c:pt>
                <c:pt idx="5981">
                  <c:v>44901</c:v>
                </c:pt>
                <c:pt idx="5982">
                  <c:v>44902</c:v>
                </c:pt>
                <c:pt idx="5983">
                  <c:v>44903</c:v>
                </c:pt>
                <c:pt idx="5984">
                  <c:v>44904</c:v>
                </c:pt>
                <c:pt idx="5985">
                  <c:v>44907</c:v>
                </c:pt>
                <c:pt idx="5986">
                  <c:v>44908</c:v>
                </c:pt>
                <c:pt idx="5987">
                  <c:v>44909</c:v>
                </c:pt>
                <c:pt idx="5988">
                  <c:v>44910</c:v>
                </c:pt>
                <c:pt idx="5989">
                  <c:v>44911</c:v>
                </c:pt>
                <c:pt idx="5990">
                  <c:v>44914</c:v>
                </c:pt>
                <c:pt idx="5991">
                  <c:v>44915</c:v>
                </c:pt>
                <c:pt idx="5992">
                  <c:v>44916</c:v>
                </c:pt>
                <c:pt idx="5993">
                  <c:v>44917</c:v>
                </c:pt>
                <c:pt idx="5994">
                  <c:v>44918</c:v>
                </c:pt>
                <c:pt idx="5995">
                  <c:v>44921</c:v>
                </c:pt>
                <c:pt idx="5996">
                  <c:v>44922</c:v>
                </c:pt>
                <c:pt idx="5997">
                  <c:v>44923</c:v>
                </c:pt>
                <c:pt idx="5998">
                  <c:v>44924</c:v>
                </c:pt>
                <c:pt idx="5999">
                  <c:v>44925</c:v>
                </c:pt>
                <c:pt idx="6000">
                  <c:v>44928</c:v>
                </c:pt>
                <c:pt idx="6001">
                  <c:v>44929</c:v>
                </c:pt>
                <c:pt idx="6002">
                  <c:v>44930</c:v>
                </c:pt>
                <c:pt idx="6003">
                  <c:v>44931</c:v>
                </c:pt>
                <c:pt idx="6004">
                  <c:v>44932</c:v>
                </c:pt>
                <c:pt idx="6005">
                  <c:v>44935</c:v>
                </c:pt>
                <c:pt idx="6006">
                  <c:v>44936</c:v>
                </c:pt>
                <c:pt idx="6007">
                  <c:v>44937</c:v>
                </c:pt>
                <c:pt idx="6008">
                  <c:v>44938</c:v>
                </c:pt>
                <c:pt idx="6009">
                  <c:v>44939</c:v>
                </c:pt>
                <c:pt idx="6010">
                  <c:v>44942</c:v>
                </c:pt>
                <c:pt idx="6011">
                  <c:v>44943</c:v>
                </c:pt>
                <c:pt idx="6012">
                  <c:v>44944</c:v>
                </c:pt>
                <c:pt idx="6013">
                  <c:v>44945</c:v>
                </c:pt>
                <c:pt idx="6014">
                  <c:v>44946</c:v>
                </c:pt>
                <c:pt idx="6015">
                  <c:v>44949</c:v>
                </c:pt>
                <c:pt idx="6016">
                  <c:v>44950</c:v>
                </c:pt>
                <c:pt idx="6017">
                  <c:v>44951</c:v>
                </c:pt>
                <c:pt idx="6018">
                  <c:v>44952</c:v>
                </c:pt>
                <c:pt idx="6019">
                  <c:v>44953</c:v>
                </c:pt>
                <c:pt idx="6020">
                  <c:v>44956</c:v>
                </c:pt>
                <c:pt idx="6021">
                  <c:v>44957</c:v>
                </c:pt>
                <c:pt idx="6022">
                  <c:v>44958</c:v>
                </c:pt>
                <c:pt idx="6023">
                  <c:v>44959</c:v>
                </c:pt>
                <c:pt idx="6024">
                  <c:v>44960</c:v>
                </c:pt>
                <c:pt idx="6025">
                  <c:v>44963</c:v>
                </c:pt>
                <c:pt idx="6026">
                  <c:v>44964</c:v>
                </c:pt>
                <c:pt idx="6027">
                  <c:v>44965</c:v>
                </c:pt>
                <c:pt idx="6028">
                  <c:v>44966</c:v>
                </c:pt>
                <c:pt idx="6029">
                  <c:v>44967</c:v>
                </c:pt>
                <c:pt idx="6030">
                  <c:v>44970</c:v>
                </c:pt>
                <c:pt idx="6031">
                  <c:v>44971</c:v>
                </c:pt>
                <c:pt idx="6032">
                  <c:v>44972</c:v>
                </c:pt>
                <c:pt idx="6033">
                  <c:v>44973</c:v>
                </c:pt>
                <c:pt idx="6034">
                  <c:v>44974</c:v>
                </c:pt>
                <c:pt idx="6035">
                  <c:v>44977</c:v>
                </c:pt>
                <c:pt idx="6036">
                  <c:v>44978</c:v>
                </c:pt>
                <c:pt idx="6037">
                  <c:v>44979</c:v>
                </c:pt>
                <c:pt idx="6038">
                  <c:v>44980</c:v>
                </c:pt>
                <c:pt idx="6039">
                  <c:v>44981</c:v>
                </c:pt>
                <c:pt idx="6040">
                  <c:v>44984</c:v>
                </c:pt>
                <c:pt idx="6041">
                  <c:v>44985</c:v>
                </c:pt>
                <c:pt idx="6042">
                  <c:v>44986</c:v>
                </c:pt>
                <c:pt idx="6043">
                  <c:v>44987</c:v>
                </c:pt>
                <c:pt idx="6044">
                  <c:v>44988</c:v>
                </c:pt>
                <c:pt idx="6045">
                  <c:v>44991</c:v>
                </c:pt>
                <c:pt idx="6046">
                  <c:v>44992</c:v>
                </c:pt>
                <c:pt idx="6047">
                  <c:v>44993</c:v>
                </c:pt>
                <c:pt idx="6048">
                  <c:v>44994</c:v>
                </c:pt>
                <c:pt idx="6049">
                  <c:v>44995</c:v>
                </c:pt>
                <c:pt idx="6050">
                  <c:v>44998</c:v>
                </c:pt>
                <c:pt idx="6051">
                  <c:v>44999</c:v>
                </c:pt>
                <c:pt idx="6052">
                  <c:v>45000</c:v>
                </c:pt>
                <c:pt idx="6053">
                  <c:v>45001</c:v>
                </c:pt>
                <c:pt idx="6054">
                  <c:v>45002</c:v>
                </c:pt>
                <c:pt idx="6055">
                  <c:v>45005</c:v>
                </c:pt>
                <c:pt idx="6056">
                  <c:v>45006</c:v>
                </c:pt>
                <c:pt idx="6057">
                  <c:v>45007</c:v>
                </c:pt>
                <c:pt idx="6058">
                  <c:v>45008</c:v>
                </c:pt>
                <c:pt idx="6059">
                  <c:v>45009</c:v>
                </c:pt>
                <c:pt idx="6060">
                  <c:v>45012</c:v>
                </c:pt>
                <c:pt idx="6061">
                  <c:v>45013</c:v>
                </c:pt>
                <c:pt idx="6062">
                  <c:v>45014</c:v>
                </c:pt>
                <c:pt idx="6063">
                  <c:v>45015</c:v>
                </c:pt>
                <c:pt idx="6064">
                  <c:v>45016</c:v>
                </c:pt>
                <c:pt idx="6065">
                  <c:v>45019</c:v>
                </c:pt>
                <c:pt idx="6066">
                  <c:v>45020</c:v>
                </c:pt>
                <c:pt idx="6067">
                  <c:v>45021</c:v>
                </c:pt>
                <c:pt idx="6068">
                  <c:v>45022</c:v>
                </c:pt>
                <c:pt idx="6069">
                  <c:v>45023</c:v>
                </c:pt>
                <c:pt idx="6070">
                  <c:v>45026</c:v>
                </c:pt>
                <c:pt idx="6071">
                  <c:v>45027</c:v>
                </c:pt>
                <c:pt idx="6072">
                  <c:v>45028</c:v>
                </c:pt>
                <c:pt idx="6073">
                  <c:v>45029</c:v>
                </c:pt>
                <c:pt idx="6074">
                  <c:v>45030</c:v>
                </c:pt>
                <c:pt idx="6075">
                  <c:v>45033</c:v>
                </c:pt>
                <c:pt idx="6076">
                  <c:v>45034</c:v>
                </c:pt>
                <c:pt idx="6077">
                  <c:v>45035</c:v>
                </c:pt>
                <c:pt idx="6078">
                  <c:v>45036</c:v>
                </c:pt>
                <c:pt idx="6079">
                  <c:v>45037</c:v>
                </c:pt>
                <c:pt idx="6080">
                  <c:v>45040</c:v>
                </c:pt>
                <c:pt idx="6081">
                  <c:v>45041</c:v>
                </c:pt>
                <c:pt idx="6082">
                  <c:v>45042</c:v>
                </c:pt>
                <c:pt idx="6083">
                  <c:v>45043</c:v>
                </c:pt>
                <c:pt idx="6084">
                  <c:v>45044</c:v>
                </c:pt>
                <c:pt idx="6085">
                  <c:v>45047</c:v>
                </c:pt>
                <c:pt idx="6086">
                  <c:v>45048</c:v>
                </c:pt>
                <c:pt idx="6087">
                  <c:v>45049</c:v>
                </c:pt>
                <c:pt idx="6088">
                  <c:v>45050</c:v>
                </c:pt>
                <c:pt idx="6089">
                  <c:v>45051</c:v>
                </c:pt>
                <c:pt idx="6090">
                  <c:v>45054</c:v>
                </c:pt>
                <c:pt idx="6091">
                  <c:v>45055</c:v>
                </c:pt>
                <c:pt idx="6092">
                  <c:v>45056</c:v>
                </c:pt>
                <c:pt idx="6093">
                  <c:v>45057</c:v>
                </c:pt>
                <c:pt idx="6094">
                  <c:v>45058</c:v>
                </c:pt>
                <c:pt idx="6095">
                  <c:v>45061</c:v>
                </c:pt>
                <c:pt idx="6096">
                  <c:v>45062</c:v>
                </c:pt>
                <c:pt idx="6097">
                  <c:v>45063</c:v>
                </c:pt>
                <c:pt idx="6098">
                  <c:v>45064</c:v>
                </c:pt>
                <c:pt idx="6099">
                  <c:v>45065</c:v>
                </c:pt>
                <c:pt idx="6100">
                  <c:v>45068</c:v>
                </c:pt>
                <c:pt idx="6101">
                  <c:v>45069</c:v>
                </c:pt>
                <c:pt idx="6102">
                  <c:v>45070</c:v>
                </c:pt>
                <c:pt idx="6103">
                  <c:v>45071</c:v>
                </c:pt>
                <c:pt idx="6104">
                  <c:v>45072</c:v>
                </c:pt>
                <c:pt idx="6105">
                  <c:v>45075</c:v>
                </c:pt>
                <c:pt idx="6106">
                  <c:v>45076</c:v>
                </c:pt>
                <c:pt idx="6107">
                  <c:v>45077</c:v>
                </c:pt>
                <c:pt idx="6108">
                  <c:v>45078</c:v>
                </c:pt>
                <c:pt idx="6109">
                  <c:v>45079</c:v>
                </c:pt>
                <c:pt idx="6110">
                  <c:v>45082</c:v>
                </c:pt>
                <c:pt idx="6111">
                  <c:v>45083</c:v>
                </c:pt>
                <c:pt idx="6112">
                  <c:v>45084</c:v>
                </c:pt>
                <c:pt idx="6113">
                  <c:v>45085</c:v>
                </c:pt>
                <c:pt idx="6114">
                  <c:v>45086</c:v>
                </c:pt>
                <c:pt idx="6115">
                  <c:v>45089</c:v>
                </c:pt>
                <c:pt idx="6116">
                  <c:v>45090</c:v>
                </c:pt>
                <c:pt idx="6117">
                  <c:v>45091</c:v>
                </c:pt>
                <c:pt idx="6118">
                  <c:v>45092</c:v>
                </c:pt>
                <c:pt idx="6119">
                  <c:v>45093</c:v>
                </c:pt>
                <c:pt idx="6120">
                  <c:v>45096</c:v>
                </c:pt>
                <c:pt idx="6121">
                  <c:v>45097</c:v>
                </c:pt>
                <c:pt idx="6122">
                  <c:v>45098</c:v>
                </c:pt>
                <c:pt idx="6123">
                  <c:v>45099</c:v>
                </c:pt>
                <c:pt idx="6124">
                  <c:v>45100</c:v>
                </c:pt>
                <c:pt idx="6125">
                  <c:v>45103</c:v>
                </c:pt>
                <c:pt idx="6126">
                  <c:v>45104</c:v>
                </c:pt>
                <c:pt idx="6127">
                  <c:v>45105</c:v>
                </c:pt>
                <c:pt idx="6128">
                  <c:v>45106</c:v>
                </c:pt>
                <c:pt idx="6129">
                  <c:v>45107</c:v>
                </c:pt>
                <c:pt idx="6130">
                  <c:v>45110</c:v>
                </c:pt>
                <c:pt idx="6131">
                  <c:v>45111</c:v>
                </c:pt>
                <c:pt idx="6132">
                  <c:v>45112</c:v>
                </c:pt>
                <c:pt idx="6133">
                  <c:v>45113</c:v>
                </c:pt>
                <c:pt idx="6134">
                  <c:v>45114</c:v>
                </c:pt>
                <c:pt idx="6135">
                  <c:v>45117</c:v>
                </c:pt>
                <c:pt idx="6136">
                  <c:v>45118</c:v>
                </c:pt>
                <c:pt idx="6137">
                  <c:v>45119</c:v>
                </c:pt>
                <c:pt idx="6138">
                  <c:v>45120</c:v>
                </c:pt>
                <c:pt idx="6139">
                  <c:v>45121</c:v>
                </c:pt>
                <c:pt idx="6140">
                  <c:v>45124</c:v>
                </c:pt>
                <c:pt idx="6141">
                  <c:v>45125</c:v>
                </c:pt>
                <c:pt idx="6142">
                  <c:v>45126</c:v>
                </c:pt>
                <c:pt idx="6143">
                  <c:v>45127</c:v>
                </c:pt>
                <c:pt idx="6144">
                  <c:v>45128</c:v>
                </c:pt>
                <c:pt idx="6145">
                  <c:v>45131</c:v>
                </c:pt>
                <c:pt idx="6146">
                  <c:v>45132</c:v>
                </c:pt>
                <c:pt idx="6147">
                  <c:v>45133</c:v>
                </c:pt>
                <c:pt idx="6148">
                  <c:v>45134</c:v>
                </c:pt>
                <c:pt idx="6149">
                  <c:v>45135</c:v>
                </c:pt>
                <c:pt idx="6150">
                  <c:v>45138</c:v>
                </c:pt>
                <c:pt idx="6151">
                  <c:v>45139</c:v>
                </c:pt>
                <c:pt idx="6152">
                  <c:v>45140</c:v>
                </c:pt>
                <c:pt idx="6153">
                  <c:v>45141</c:v>
                </c:pt>
                <c:pt idx="6154">
                  <c:v>45142</c:v>
                </c:pt>
                <c:pt idx="6155">
                  <c:v>45145</c:v>
                </c:pt>
                <c:pt idx="6156">
                  <c:v>45146</c:v>
                </c:pt>
                <c:pt idx="6157">
                  <c:v>45147</c:v>
                </c:pt>
                <c:pt idx="6158">
                  <c:v>45148</c:v>
                </c:pt>
                <c:pt idx="6159">
                  <c:v>45149</c:v>
                </c:pt>
                <c:pt idx="6160">
                  <c:v>45152</c:v>
                </c:pt>
                <c:pt idx="6161">
                  <c:v>45153</c:v>
                </c:pt>
                <c:pt idx="6162">
                  <c:v>45154</c:v>
                </c:pt>
                <c:pt idx="6163">
                  <c:v>45155</c:v>
                </c:pt>
                <c:pt idx="6164">
                  <c:v>45156</c:v>
                </c:pt>
                <c:pt idx="6165">
                  <c:v>45159</c:v>
                </c:pt>
                <c:pt idx="6166">
                  <c:v>45160</c:v>
                </c:pt>
                <c:pt idx="6167">
                  <c:v>45161</c:v>
                </c:pt>
                <c:pt idx="6168">
                  <c:v>45162</c:v>
                </c:pt>
                <c:pt idx="6169">
                  <c:v>45163</c:v>
                </c:pt>
                <c:pt idx="6170">
                  <c:v>45166</c:v>
                </c:pt>
                <c:pt idx="6171">
                  <c:v>45167</c:v>
                </c:pt>
                <c:pt idx="6172">
                  <c:v>45168</c:v>
                </c:pt>
                <c:pt idx="6173">
                  <c:v>45169</c:v>
                </c:pt>
                <c:pt idx="6174">
                  <c:v>45170</c:v>
                </c:pt>
                <c:pt idx="6175">
                  <c:v>45173</c:v>
                </c:pt>
                <c:pt idx="6176">
                  <c:v>45174</c:v>
                </c:pt>
                <c:pt idx="6177">
                  <c:v>45175</c:v>
                </c:pt>
                <c:pt idx="6178">
                  <c:v>45176</c:v>
                </c:pt>
                <c:pt idx="6179">
                  <c:v>45177</c:v>
                </c:pt>
                <c:pt idx="6180">
                  <c:v>45180</c:v>
                </c:pt>
                <c:pt idx="6181">
                  <c:v>45181</c:v>
                </c:pt>
                <c:pt idx="6182">
                  <c:v>45182</c:v>
                </c:pt>
                <c:pt idx="6183">
                  <c:v>45183</c:v>
                </c:pt>
                <c:pt idx="6184">
                  <c:v>45184</c:v>
                </c:pt>
                <c:pt idx="6185">
                  <c:v>45187</c:v>
                </c:pt>
                <c:pt idx="6186">
                  <c:v>45188</c:v>
                </c:pt>
                <c:pt idx="6187">
                  <c:v>45189</c:v>
                </c:pt>
                <c:pt idx="6188">
                  <c:v>45190</c:v>
                </c:pt>
                <c:pt idx="6189">
                  <c:v>45191</c:v>
                </c:pt>
                <c:pt idx="6190">
                  <c:v>45194</c:v>
                </c:pt>
                <c:pt idx="6191">
                  <c:v>45195</c:v>
                </c:pt>
                <c:pt idx="6192">
                  <c:v>45196</c:v>
                </c:pt>
                <c:pt idx="6193">
                  <c:v>45197</c:v>
                </c:pt>
                <c:pt idx="6194">
                  <c:v>45198</c:v>
                </c:pt>
                <c:pt idx="6195">
                  <c:v>45201</c:v>
                </c:pt>
                <c:pt idx="6196">
                  <c:v>45202</c:v>
                </c:pt>
                <c:pt idx="6197">
                  <c:v>45203</c:v>
                </c:pt>
                <c:pt idx="6198">
                  <c:v>45204</c:v>
                </c:pt>
                <c:pt idx="6199">
                  <c:v>45205</c:v>
                </c:pt>
                <c:pt idx="6200">
                  <c:v>45208</c:v>
                </c:pt>
                <c:pt idx="6201">
                  <c:v>45209</c:v>
                </c:pt>
                <c:pt idx="6202">
                  <c:v>45210</c:v>
                </c:pt>
                <c:pt idx="6203">
                  <c:v>45211</c:v>
                </c:pt>
                <c:pt idx="6204">
                  <c:v>45212</c:v>
                </c:pt>
                <c:pt idx="6205">
                  <c:v>45215</c:v>
                </c:pt>
                <c:pt idx="6206">
                  <c:v>45216</c:v>
                </c:pt>
                <c:pt idx="6207">
                  <c:v>45217</c:v>
                </c:pt>
                <c:pt idx="6208">
                  <c:v>45218</c:v>
                </c:pt>
                <c:pt idx="6209">
                  <c:v>45219</c:v>
                </c:pt>
                <c:pt idx="6210">
                  <c:v>45222</c:v>
                </c:pt>
                <c:pt idx="6211">
                  <c:v>45223</c:v>
                </c:pt>
                <c:pt idx="6212">
                  <c:v>45224</c:v>
                </c:pt>
                <c:pt idx="6213">
                  <c:v>45225</c:v>
                </c:pt>
                <c:pt idx="6214">
                  <c:v>45226</c:v>
                </c:pt>
                <c:pt idx="6215">
                  <c:v>45229</c:v>
                </c:pt>
                <c:pt idx="6216">
                  <c:v>45230</c:v>
                </c:pt>
                <c:pt idx="6217">
                  <c:v>45231</c:v>
                </c:pt>
                <c:pt idx="6218">
                  <c:v>45232</c:v>
                </c:pt>
                <c:pt idx="6219">
                  <c:v>45233</c:v>
                </c:pt>
                <c:pt idx="6220">
                  <c:v>45236</c:v>
                </c:pt>
                <c:pt idx="6221">
                  <c:v>45237</c:v>
                </c:pt>
                <c:pt idx="6222">
                  <c:v>45238</c:v>
                </c:pt>
                <c:pt idx="6223">
                  <c:v>45239</c:v>
                </c:pt>
                <c:pt idx="6224">
                  <c:v>45240</c:v>
                </c:pt>
                <c:pt idx="6225">
                  <c:v>45243</c:v>
                </c:pt>
                <c:pt idx="6226">
                  <c:v>45244</c:v>
                </c:pt>
                <c:pt idx="6227">
                  <c:v>45245</c:v>
                </c:pt>
                <c:pt idx="6228">
                  <c:v>45246</c:v>
                </c:pt>
                <c:pt idx="6229">
                  <c:v>45247</c:v>
                </c:pt>
                <c:pt idx="6230">
                  <c:v>45250</c:v>
                </c:pt>
                <c:pt idx="6231">
                  <c:v>45251</c:v>
                </c:pt>
                <c:pt idx="6232">
                  <c:v>45252</c:v>
                </c:pt>
                <c:pt idx="6233">
                  <c:v>45253</c:v>
                </c:pt>
                <c:pt idx="6234">
                  <c:v>45254</c:v>
                </c:pt>
                <c:pt idx="6235">
                  <c:v>45257</c:v>
                </c:pt>
                <c:pt idx="6236">
                  <c:v>45258</c:v>
                </c:pt>
                <c:pt idx="6237">
                  <c:v>45259</c:v>
                </c:pt>
                <c:pt idx="6238">
                  <c:v>45260</c:v>
                </c:pt>
                <c:pt idx="6239">
                  <c:v>45261</c:v>
                </c:pt>
                <c:pt idx="6240">
                  <c:v>45264</c:v>
                </c:pt>
                <c:pt idx="6241">
                  <c:v>45265</c:v>
                </c:pt>
                <c:pt idx="6242">
                  <c:v>45266</c:v>
                </c:pt>
                <c:pt idx="6243">
                  <c:v>45267</c:v>
                </c:pt>
                <c:pt idx="6244">
                  <c:v>45268</c:v>
                </c:pt>
                <c:pt idx="6245">
                  <c:v>45271</c:v>
                </c:pt>
                <c:pt idx="6246">
                  <c:v>45272</c:v>
                </c:pt>
                <c:pt idx="6247">
                  <c:v>45273</c:v>
                </c:pt>
                <c:pt idx="6248">
                  <c:v>45274</c:v>
                </c:pt>
                <c:pt idx="6249">
                  <c:v>45275</c:v>
                </c:pt>
                <c:pt idx="6250">
                  <c:v>45278</c:v>
                </c:pt>
                <c:pt idx="6251">
                  <c:v>45279</c:v>
                </c:pt>
                <c:pt idx="6252">
                  <c:v>45280</c:v>
                </c:pt>
                <c:pt idx="6253">
                  <c:v>45281</c:v>
                </c:pt>
                <c:pt idx="6254">
                  <c:v>45282</c:v>
                </c:pt>
                <c:pt idx="6255">
                  <c:v>45285</c:v>
                </c:pt>
                <c:pt idx="6256">
                  <c:v>45286</c:v>
                </c:pt>
                <c:pt idx="6257">
                  <c:v>45287</c:v>
                </c:pt>
                <c:pt idx="6258">
                  <c:v>45288</c:v>
                </c:pt>
                <c:pt idx="6259">
                  <c:v>45289</c:v>
                </c:pt>
                <c:pt idx="6260">
                  <c:v>45292</c:v>
                </c:pt>
                <c:pt idx="6261">
                  <c:v>45293</c:v>
                </c:pt>
                <c:pt idx="6262">
                  <c:v>45294</c:v>
                </c:pt>
                <c:pt idx="6263">
                  <c:v>45295</c:v>
                </c:pt>
                <c:pt idx="6264">
                  <c:v>45296</c:v>
                </c:pt>
                <c:pt idx="6265">
                  <c:v>45299</c:v>
                </c:pt>
                <c:pt idx="6266">
                  <c:v>45300</c:v>
                </c:pt>
                <c:pt idx="6267">
                  <c:v>45301</c:v>
                </c:pt>
                <c:pt idx="6268">
                  <c:v>45302</c:v>
                </c:pt>
                <c:pt idx="6269">
                  <c:v>45303</c:v>
                </c:pt>
                <c:pt idx="6270">
                  <c:v>45306</c:v>
                </c:pt>
                <c:pt idx="6271">
                  <c:v>45307</c:v>
                </c:pt>
                <c:pt idx="6272">
                  <c:v>45308</c:v>
                </c:pt>
                <c:pt idx="6273">
                  <c:v>45309</c:v>
                </c:pt>
                <c:pt idx="6274">
                  <c:v>45310</c:v>
                </c:pt>
                <c:pt idx="6275">
                  <c:v>45313</c:v>
                </c:pt>
                <c:pt idx="6276">
                  <c:v>45314</c:v>
                </c:pt>
                <c:pt idx="6277">
                  <c:v>45315</c:v>
                </c:pt>
                <c:pt idx="6278">
                  <c:v>45316</c:v>
                </c:pt>
                <c:pt idx="6279">
                  <c:v>45317</c:v>
                </c:pt>
                <c:pt idx="6280">
                  <c:v>45320</c:v>
                </c:pt>
                <c:pt idx="6281">
                  <c:v>45321</c:v>
                </c:pt>
                <c:pt idx="6282">
                  <c:v>45322</c:v>
                </c:pt>
                <c:pt idx="6283">
                  <c:v>45323</c:v>
                </c:pt>
                <c:pt idx="6284">
                  <c:v>45324</c:v>
                </c:pt>
                <c:pt idx="6285">
                  <c:v>45327</c:v>
                </c:pt>
                <c:pt idx="6286">
                  <c:v>45328</c:v>
                </c:pt>
                <c:pt idx="6287">
                  <c:v>45329</c:v>
                </c:pt>
                <c:pt idx="6288">
                  <c:v>45330</c:v>
                </c:pt>
                <c:pt idx="6289">
                  <c:v>45331</c:v>
                </c:pt>
                <c:pt idx="6290">
                  <c:v>45334</c:v>
                </c:pt>
                <c:pt idx="6291">
                  <c:v>45335</c:v>
                </c:pt>
                <c:pt idx="6292">
                  <c:v>45336</c:v>
                </c:pt>
                <c:pt idx="6293">
                  <c:v>45337</c:v>
                </c:pt>
                <c:pt idx="6294">
                  <c:v>45338</c:v>
                </c:pt>
                <c:pt idx="6295">
                  <c:v>45341</c:v>
                </c:pt>
                <c:pt idx="6296">
                  <c:v>45342</c:v>
                </c:pt>
                <c:pt idx="6297">
                  <c:v>45343</c:v>
                </c:pt>
                <c:pt idx="6298">
                  <c:v>45344</c:v>
                </c:pt>
                <c:pt idx="6299">
                  <c:v>45345</c:v>
                </c:pt>
                <c:pt idx="6300">
                  <c:v>45348</c:v>
                </c:pt>
                <c:pt idx="6301">
                  <c:v>45349</c:v>
                </c:pt>
                <c:pt idx="6302">
                  <c:v>45350</c:v>
                </c:pt>
                <c:pt idx="6303">
                  <c:v>45351</c:v>
                </c:pt>
                <c:pt idx="6304">
                  <c:v>45352</c:v>
                </c:pt>
                <c:pt idx="6305">
                  <c:v>45355</c:v>
                </c:pt>
                <c:pt idx="6306">
                  <c:v>45356</c:v>
                </c:pt>
                <c:pt idx="6307">
                  <c:v>45357</c:v>
                </c:pt>
                <c:pt idx="6308">
                  <c:v>45358</c:v>
                </c:pt>
                <c:pt idx="6309">
                  <c:v>45359</c:v>
                </c:pt>
                <c:pt idx="6310">
                  <c:v>45362</c:v>
                </c:pt>
                <c:pt idx="6311">
                  <c:v>45363</c:v>
                </c:pt>
                <c:pt idx="6312">
                  <c:v>45364</c:v>
                </c:pt>
                <c:pt idx="6313">
                  <c:v>45365</c:v>
                </c:pt>
                <c:pt idx="6314">
                  <c:v>45366</c:v>
                </c:pt>
                <c:pt idx="6315">
                  <c:v>45369</c:v>
                </c:pt>
                <c:pt idx="6316">
                  <c:v>45370</c:v>
                </c:pt>
                <c:pt idx="6317">
                  <c:v>45371</c:v>
                </c:pt>
                <c:pt idx="6318">
                  <c:v>45372</c:v>
                </c:pt>
                <c:pt idx="6319">
                  <c:v>45373</c:v>
                </c:pt>
                <c:pt idx="6320">
                  <c:v>45376</c:v>
                </c:pt>
                <c:pt idx="6321">
                  <c:v>45377</c:v>
                </c:pt>
                <c:pt idx="6322">
                  <c:v>45378</c:v>
                </c:pt>
                <c:pt idx="6323">
                  <c:v>45379</c:v>
                </c:pt>
                <c:pt idx="6324">
                  <c:v>45380</c:v>
                </c:pt>
                <c:pt idx="6325">
                  <c:v>45383</c:v>
                </c:pt>
                <c:pt idx="6326">
                  <c:v>45384</c:v>
                </c:pt>
                <c:pt idx="6327">
                  <c:v>45385</c:v>
                </c:pt>
                <c:pt idx="6328">
                  <c:v>45386</c:v>
                </c:pt>
                <c:pt idx="6329">
                  <c:v>45387</c:v>
                </c:pt>
                <c:pt idx="6330">
                  <c:v>45390</c:v>
                </c:pt>
                <c:pt idx="6331">
                  <c:v>45391</c:v>
                </c:pt>
                <c:pt idx="6332">
                  <c:v>45392</c:v>
                </c:pt>
                <c:pt idx="6333">
                  <c:v>45393</c:v>
                </c:pt>
                <c:pt idx="6334">
                  <c:v>45394</c:v>
                </c:pt>
                <c:pt idx="6335">
                  <c:v>45397</c:v>
                </c:pt>
                <c:pt idx="6336">
                  <c:v>45398</c:v>
                </c:pt>
                <c:pt idx="6337">
                  <c:v>45399</c:v>
                </c:pt>
                <c:pt idx="6338">
                  <c:v>45400</c:v>
                </c:pt>
                <c:pt idx="6339">
                  <c:v>45401</c:v>
                </c:pt>
                <c:pt idx="6340">
                  <c:v>45404</c:v>
                </c:pt>
                <c:pt idx="6341">
                  <c:v>45405</c:v>
                </c:pt>
                <c:pt idx="6342">
                  <c:v>45406</c:v>
                </c:pt>
                <c:pt idx="6343">
                  <c:v>45407</c:v>
                </c:pt>
                <c:pt idx="6344">
                  <c:v>45408</c:v>
                </c:pt>
                <c:pt idx="6345">
                  <c:v>45411</c:v>
                </c:pt>
                <c:pt idx="6346">
                  <c:v>45412</c:v>
                </c:pt>
                <c:pt idx="6347">
                  <c:v>45413</c:v>
                </c:pt>
                <c:pt idx="6348">
                  <c:v>45414</c:v>
                </c:pt>
                <c:pt idx="6349">
                  <c:v>45415</c:v>
                </c:pt>
                <c:pt idx="6350">
                  <c:v>45418</c:v>
                </c:pt>
                <c:pt idx="6351">
                  <c:v>45419</c:v>
                </c:pt>
                <c:pt idx="6352">
                  <c:v>45420</c:v>
                </c:pt>
                <c:pt idx="6353">
                  <c:v>45421</c:v>
                </c:pt>
                <c:pt idx="6354">
                  <c:v>45422</c:v>
                </c:pt>
                <c:pt idx="6355">
                  <c:v>45425</c:v>
                </c:pt>
                <c:pt idx="6356">
                  <c:v>45426</c:v>
                </c:pt>
                <c:pt idx="6357">
                  <c:v>45427</c:v>
                </c:pt>
                <c:pt idx="6358">
                  <c:v>45428</c:v>
                </c:pt>
                <c:pt idx="6359">
                  <c:v>45429</c:v>
                </c:pt>
                <c:pt idx="6360">
                  <c:v>45432</c:v>
                </c:pt>
                <c:pt idx="6361">
                  <c:v>45433</c:v>
                </c:pt>
                <c:pt idx="6362">
                  <c:v>45434</c:v>
                </c:pt>
                <c:pt idx="6363">
                  <c:v>45435</c:v>
                </c:pt>
                <c:pt idx="6364">
                  <c:v>45436</c:v>
                </c:pt>
                <c:pt idx="6365">
                  <c:v>45439</c:v>
                </c:pt>
                <c:pt idx="6366">
                  <c:v>45440</c:v>
                </c:pt>
                <c:pt idx="6367">
                  <c:v>45441</c:v>
                </c:pt>
                <c:pt idx="6368">
                  <c:v>45442</c:v>
                </c:pt>
                <c:pt idx="6369">
                  <c:v>45443</c:v>
                </c:pt>
                <c:pt idx="6370">
                  <c:v>45446</c:v>
                </c:pt>
                <c:pt idx="6371">
                  <c:v>45447</c:v>
                </c:pt>
                <c:pt idx="6372">
                  <c:v>45448</c:v>
                </c:pt>
                <c:pt idx="6373">
                  <c:v>45449</c:v>
                </c:pt>
                <c:pt idx="6374">
                  <c:v>45450</c:v>
                </c:pt>
                <c:pt idx="6375">
                  <c:v>45453</c:v>
                </c:pt>
                <c:pt idx="6376">
                  <c:v>45454</c:v>
                </c:pt>
                <c:pt idx="6377">
                  <c:v>45455</c:v>
                </c:pt>
                <c:pt idx="6378">
                  <c:v>45456</c:v>
                </c:pt>
                <c:pt idx="6379">
                  <c:v>45457</c:v>
                </c:pt>
                <c:pt idx="6380">
                  <c:v>45460</c:v>
                </c:pt>
                <c:pt idx="6381">
                  <c:v>45461</c:v>
                </c:pt>
                <c:pt idx="6382">
                  <c:v>45462</c:v>
                </c:pt>
                <c:pt idx="6383">
                  <c:v>45463</c:v>
                </c:pt>
                <c:pt idx="6384">
                  <c:v>45464</c:v>
                </c:pt>
                <c:pt idx="6385">
                  <c:v>45467</c:v>
                </c:pt>
                <c:pt idx="6386">
                  <c:v>45468</c:v>
                </c:pt>
                <c:pt idx="6387">
                  <c:v>45469</c:v>
                </c:pt>
                <c:pt idx="6388">
                  <c:v>45470</c:v>
                </c:pt>
                <c:pt idx="6389">
                  <c:v>45471</c:v>
                </c:pt>
                <c:pt idx="6390">
                  <c:v>45474</c:v>
                </c:pt>
                <c:pt idx="6391">
                  <c:v>45475</c:v>
                </c:pt>
                <c:pt idx="6392">
                  <c:v>45476</c:v>
                </c:pt>
                <c:pt idx="6393">
                  <c:v>45477</c:v>
                </c:pt>
                <c:pt idx="6394">
                  <c:v>45478</c:v>
                </c:pt>
                <c:pt idx="6395">
                  <c:v>45481</c:v>
                </c:pt>
                <c:pt idx="6396">
                  <c:v>45482</c:v>
                </c:pt>
                <c:pt idx="6397">
                  <c:v>45483</c:v>
                </c:pt>
                <c:pt idx="6398">
                  <c:v>45484</c:v>
                </c:pt>
                <c:pt idx="6399">
                  <c:v>45485</c:v>
                </c:pt>
                <c:pt idx="6400">
                  <c:v>45488</c:v>
                </c:pt>
                <c:pt idx="6401">
                  <c:v>45489</c:v>
                </c:pt>
                <c:pt idx="6402">
                  <c:v>45490</c:v>
                </c:pt>
                <c:pt idx="6403">
                  <c:v>45491</c:v>
                </c:pt>
                <c:pt idx="6404">
                  <c:v>45492</c:v>
                </c:pt>
                <c:pt idx="6405">
                  <c:v>45495</c:v>
                </c:pt>
                <c:pt idx="6406">
                  <c:v>45496</c:v>
                </c:pt>
                <c:pt idx="6407">
                  <c:v>45497</c:v>
                </c:pt>
                <c:pt idx="6408">
                  <c:v>45498</c:v>
                </c:pt>
                <c:pt idx="6409">
                  <c:v>45499</c:v>
                </c:pt>
                <c:pt idx="6410">
                  <c:v>45502</c:v>
                </c:pt>
                <c:pt idx="6411">
                  <c:v>45503</c:v>
                </c:pt>
                <c:pt idx="6412">
                  <c:v>45504</c:v>
                </c:pt>
                <c:pt idx="6413">
                  <c:v>45505</c:v>
                </c:pt>
                <c:pt idx="6414">
                  <c:v>45506</c:v>
                </c:pt>
                <c:pt idx="6415">
                  <c:v>45509</c:v>
                </c:pt>
                <c:pt idx="6416">
                  <c:v>45510</c:v>
                </c:pt>
                <c:pt idx="6417">
                  <c:v>45511</c:v>
                </c:pt>
                <c:pt idx="6418">
                  <c:v>45512</c:v>
                </c:pt>
                <c:pt idx="6419">
                  <c:v>45513</c:v>
                </c:pt>
                <c:pt idx="6420">
                  <c:v>45516</c:v>
                </c:pt>
                <c:pt idx="6421">
                  <c:v>45517</c:v>
                </c:pt>
                <c:pt idx="6422">
                  <c:v>45518</c:v>
                </c:pt>
                <c:pt idx="6423">
                  <c:v>45519</c:v>
                </c:pt>
                <c:pt idx="6424">
                  <c:v>45520</c:v>
                </c:pt>
                <c:pt idx="6425">
                  <c:v>45523</c:v>
                </c:pt>
                <c:pt idx="6426">
                  <c:v>45524</c:v>
                </c:pt>
                <c:pt idx="6427">
                  <c:v>45525</c:v>
                </c:pt>
                <c:pt idx="6428">
                  <c:v>45526</c:v>
                </c:pt>
                <c:pt idx="6429">
                  <c:v>45527</c:v>
                </c:pt>
                <c:pt idx="6430">
                  <c:v>45530</c:v>
                </c:pt>
                <c:pt idx="6431">
                  <c:v>45531</c:v>
                </c:pt>
                <c:pt idx="6432">
                  <c:v>45532</c:v>
                </c:pt>
                <c:pt idx="6433">
                  <c:v>45533</c:v>
                </c:pt>
                <c:pt idx="6434">
                  <c:v>45534</c:v>
                </c:pt>
                <c:pt idx="6435">
                  <c:v>45537</c:v>
                </c:pt>
                <c:pt idx="6436">
                  <c:v>45538</c:v>
                </c:pt>
                <c:pt idx="6437">
                  <c:v>45539</c:v>
                </c:pt>
                <c:pt idx="6438">
                  <c:v>45540</c:v>
                </c:pt>
                <c:pt idx="6439">
                  <c:v>45541</c:v>
                </c:pt>
                <c:pt idx="6440">
                  <c:v>45544</c:v>
                </c:pt>
                <c:pt idx="6441">
                  <c:v>45545</c:v>
                </c:pt>
                <c:pt idx="6442">
                  <c:v>45546</c:v>
                </c:pt>
                <c:pt idx="6443">
                  <c:v>45547</c:v>
                </c:pt>
                <c:pt idx="6444">
                  <c:v>45548</c:v>
                </c:pt>
                <c:pt idx="6445">
                  <c:v>45551</c:v>
                </c:pt>
                <c:pt idx="6446">
                  <c:v>45552</c:v>
                </c:pt>
                <c:pt idx="6447">
                  <c:v>45553</c:v>
                </c:pt>
                <c:pt idx="6448">
                  <c:v>45554</c:v>
                </c:pt>
                <c:pt idx="6449">
                  <c:v>45555</c:v>
                </c:pt>
                <c:pt idx="6450">
                  <c:v>45558</c:v>
                </c:pt>
                <c:pt idx="6451">
                  <c:v>45559</c:v>
                </c:pt>
                <c:pt idx="6452">
                  <c:v>45560</c:v>
                </c:pt>
                <c:pt idx="6453">
                  <c:v>45561</c:v>
                </c:pt>
                <c:pt idx="6454">
                  <c:v>45562</c:v>
                </c:pt>
                <c:pt idx="6455">
                  <c:v>45565</c:v>
                </c:pt>
                <c:pt idx="6456">
                  <c:v>45566</c:v>
                </c:pt>
                <c:pt idx="6457">
                  <c:v>45567</c:v>
                </c:pt>
                <c:pt idx="6458">
                  <c:v>45568</c:v>
                </c:pt>
                <c:pt idx="6459">
                  <c:v>45569</c:v>
                </c:pt>
                <c:pt idx="6460">
                  <c:v>45572</c:v>
                </c:pt>
                <c:pt idx="6461">
                  <c:v>45573</c:v>
                </c:pt>
                <c:pt idx="6462">
                  <c:v>45574</c:v>
                </c:pt>
                <c:pt idx="6463">
                  <c:v>45575</c:v>
                </c:pt>
                <c:pt idx="6464">
                  <c:v>45576</c:v>
                </c:pt>
                <c:pt idx="6465">
                  <c:v>45579</c:v>
                </c:pt>
                <c:pt idx="6466">
                  <c:v>45580</c:v>
                </c:pt>
                <c:pt idx="6467">
                  <c:v>45581</c:v>
                </c:pt>
                <c:pt idx="6468">
                  <c:v>45582</c:v>
                </c:pt>
                <c:pt idx="6469">
                  <c:v>45583</c:v>
                </c:pt>
                <c:pt idx="6470">
                  <c:v>45586</c:v>
                </c:pt>
                <c:pt idx="6471">
                  <c:v>45587</c:v>
                </c:pt>
                <c:pt idx="6472">
                  <c:v>45588</c:v>
                </c:pt>
                <c:pt idx="6473">
                  <c:v>45589</c:v>
                </c:pt>
                <c:pt idx="6474">
                  <c:v>45590</c:v>
                </c:pt>
                <c:pt idx="6475">
                  <c:v>45593</c:v>
                </c:pt>
                <c:pt idx="6476">
                  <c:v>45594</c:v>
                </c:pt>
                <c:pt idx="6477">
                  <c:v>45595</c:v>
                </c:pt>
                <c:pt idx="6478">
                  <c:v>45596</c:v>
                </c:pt>
                <c:pt idx="6479">
                  <c:v>45597</c:v>
                </c:pt>
                <c:pt idx="6480">
                  <c:v>45600</c:v>
                </c:pt>
                <c:pt idx="6481">
                  <c:v>45601</c:v>
                </c:pt>
                <c:pt idx="6482">
                  <c:v>45602</c:v>
                </c:pt>
                <c:pt idx="6483">
                  <c:v>45603</c:v>
                </c:pt>
                <c:pt idx="6484">
                  <c:v>45604</c:v>
                </c:pt>
                <c:pt idx="6485">
                  <c:v>45607</c:v>
                </c:pt>
                <c:pt idx="6486">
                  <c:v>45608</c:v>
                </c:pt>
                <c:pt idx="6487">
                  <c:v>45609</c:v>
                </c:pt>
                <c:pt idx="6488">
                  <c:v>45610</c:v>
                </c:pt>
                <c:pt idx="6489">
                  <c:v>45611</c:v>
                </c:pt>
                <c:pt idx="6490">
                  <c:v>45614</c:v>
                </c:pt>
                <c:pt idx="6491">
                  <c:v>45615</c:v>
                </c:pt>
                <c:pt idx="6492">
                  <c:v>45616</c:v>
                </c:pt>
                <c:pt idx="6493">
                  <c:v>45617</c:v>
                </c:pt>
                <c:pt idx="6494">
                  <c:v>45618</c:v>
                </c:pt>
                <c:pt idx="6495">
                  <c:v>45621</c:v>
                </c:pt>
                <c:pt idx="6496">
                  <c:v>45622</c:v>
                </c:pt>
                <c:pt idx="6497">
                  <c:v>45623</c:v>
                </c:pt>
                <c:pt idx="6498">
                  <c:v>45624</c:v>
                </c:pt>
                <c:pt idx="6499">
                  <c:v>45625</c:v>
                </c:pt>
                <c:pt idx="6500">
                  <c:v>45628</c:v>
                </c:pt>
                <c:pt idx="6501">
                  <c:v>45629</c:v>
                </c:pt>
                <c:pt idx="6502">
                  <c:v>45630</c:v>
                </c:pt>
                <c:pt idx="6503">
                  <c:v>45631</c:v>
                </c:pt>
                <c:pt idx="6504">
                  <c:v>45632</c:v>
                </c:pt>
                <c:pt idx="6505">
                  <c:v>45635</c:v>
                </c:pt>
                <c:pt idx="6506">
                  <c:v>45636</c:v>
                </c:pt>
                <c:pt idx="6507">
                  <c:v>45637</c:v>
                </c:pt>
                <c:pt idx="6508">
                  <c:v>45638</c:v>
                </c:pt>
                <c:pt idx="6509">
                  <c:v>45639</c:v>
                </c:pt>
                <c:pt idx="6510">
                  <c:v>45642</c:v>
                </c:pt>
                <c:pt idx="6511">
                  <c:v>45643</c:v>
                </c:pt>
                <c:pt idx="6512">
                  <c:v>45644</c:v>
                </c:pt>
                <c:pt idx="6513">
                  <c:v>45645</c:v>
                </c:pt>
                <c:pt idx="6514">
                  <c:v>45646</c:v>
                </c:pt>
                <c:pt idx="6515">
                  <c:v>45649</c:v>
                </c:pt>
                <c:pt idx="6516">
                  <c:v>45650</c:v>
                </c:pt>
                <c:pt idx="6517">
                  <c:v>45651</c:v>
                </c:pt>
                <c:pt idx="6518">
                  <c:v>45652</c:v>
                </c:pt>
                <c:pt idx="6519">
                  <c:v>45653</c:v>
                </c:pt>
                <c:pt idx="6520">
                  <c:v>45656</c:v>
                </c:pt>
                <c:pt idx="6521">
                  <c:v>45657</c:v>
                </c:pt>
                <c:pt idx="6522">
                  <c:v>45658</c:v>
                </c:pt>
                <c:pt idx="6523">
                  <c:v>45659</c:v>
                </c:pt>
                <c:pt idx="6524">
                  <c:v>45660</c:v>
                </c:pt>
                <c:pt idx="6525">
                  <c:v>45663</c:v>
                </c:pt>
                <c:pt idx="6526">
                  <c:v>45664</c:v>
                </c:pt>
                <c:pt idx="6527">
                  <c:v>45665</c:v>
                </c:pt>
                <c:pt idx="6528">
                  <c:v>45666</c:v>
                </c:pt>
                <c:pt idx="6529">
                  <c:v>45667</c:v>
                </c:pt>
                <c:pt idx="6530">
                  <c:v>45670</c:v>
                </c:pt>
                <c:pt idx="6531">
                  <c:v>45671</c:v>
                </c:pt>
                <c:pt idx="6532">
                  <c:v>45672</c:v>
                </c:pt>
                <c:pt idx="6533">
                  <c:v>45673</c:v>
                </c:pt>
                <c:pt idx="6534">
                  <c:v>45674</c:v>
                </c:pt>
                <c:pt idx="6535">
                  <c:v>45677</c:v>
                </c:pt>
                <c:pt idx="6536">
                  <c:v>45678</c:v>
                </c:pt>
                <c:pt idx="6537">
                  <c:v>45679</c:v>
                </c:pt>
                <c:pt idx="6538">
                  <c:v>45680</c:v>
                </c:pt>
                <c:pt idx="6539">
                  <c:v>45681</c:v>
                </c:pt>
                <c:pt idx="6540">
                  <c:v>45684</c:v>
                </c:pt>
                <c:pt idx="6541">
                  <c:v>45685</c:v>
                </c:pt>
                <c:pt idx="6542">
                  <c:v>45686</c:v>
                </c:pt>
                <c:pt idx="6543">
                  <c:v>45687</c:v>
                </c:pt>
                <c:pt idx="6544">
                  <c:v>45688</c:v>
                </c:pt>
                <c:pt idx="6545">
                  <c:v>45691</c:v>
                </c:pt>
                <c:pt idx="6546">
                  <c:v>45692</c:v>
                </c:pt>
                <c:pt idx="6547">
                  <c:v>45693</c:v>
                </c:pt>
                <c:pt idx="6548">
                  <c:v>45694</c:v>
                </c:pt>
                <c:pt idx="6549">
                  <c:v>45695</c:v>
                </c:pt>
                <c:pt idx="6550">
                  <c:v>45698</c:v>
                </c:pt>
                <c:pt idx="6551">
                  <c:v>45699</c:v>
                </c:pt>
                <c:pt idx="6552">
                  <c:v>45700</c:v>
                </c:pt>
                <c:pt idx="6553">
                  <c:v>45701</c:v>
                </c:pt>
                <c:pt idx="6554">
                  <c:v>45702</c:v>
                </c:pt>
                <c:pt idx="6555">
                  <c:v>45705</c:v>
                </c:pt>
                <c:pt idx="6556">
                  <c:v>45706</c:v>
                </c:pt>
                <c:pt idx="6557">
                  <c:v>45707</c:v>
                </c:pt>
                <c:pt idx="6558">
                  <c:v>45708</c:v>
                </c:pt>
                <c:pt idx="6559">
                  <c:v>45709</c:v>
                </c:pt>
                <c:pt idx="6560">
                  <c:v>45712</c:v>
                </c:pt>
                <c:pt idx="6561">
                  <c:v>45713</c:v>
                </c:pt>
                <c:pt idx="6562">
                  <c:v>45714</c:v>
                </c:pt>
                <c:pt idx="6563">
                  <c:v>45715</c:v>
                </c:pt>
                <c:pt idx="6564">
                  <c:v>45716</c:v>
                </c:pt>
                <c:pt idx="6565">
                  <c:v>45719</c:v>
                </c:pt>
                <c:pt idx="6566">
                  <c:v>45720</c:v>
                </c:pt>
                <c:pt idx="6567">
                  <c:v>45721</c:v>
                </c:pt>
                <c:pt idx="6568">
                  <c:v>45722</c:v>
                </c:pt>
                <c:pt idx="6569">
                  <c:v>45723</c:v>
                </c:pt>
                <c:pt idx="6570">
                  <c:v>45726</c:v>
                </c:pt>
                <c:pt idx="6571">
                  <c:v>45727</c:v>
                </c:pt>
                <c:pt idx="6572">
                  <c:v>45728</c:v>
                </c:pt>
                <c:pt idx="6573">
                  <c:v>45729</c:v>
                </c:pt>
                <c:pt idx="6574">
                  <c:v>45730</c:v>
                </c:pt>
                <c:pt idx="6575">
                  <c:v>45733</c:v>
                </c:pt>
                <c:pt idx="6576">
                  <c:v>45734</c:v>
                </c:pt>
                <c:pt idx="6577">
                  <c:v>45735</c:v>
                </c:pt>
                <c:pt idx="6578">
                  <c:v>45736</c:v>
                </c:pt>
                <c:pt idx="6579">
                  <c:v>45737</c:v>
                </c:pt>
                <c:pt idx="6580">
                  <c:v>45740</c:v>
                </c:pt>
                <c:pt idx="6581">
                  <c:v>45741</c:v>
                </c:pt>
                <c:pt idx="6582">
                  <c:v>45742</c:v>
                </c:pt>
                <c:pt idx="6583">
                  <c:v>45743</c:v>
                </c:pt>
                <c:pt idx="6584">
                  <c:v>45744</c:v>
                </c:pt>
                <c:pt idx="6585">
                  <c:v>45747</c:v>
                </c:pt>
                <c:pt idx="6586">
                  <c:v>45748</c:v>
                </c:pt>
                <c:pt idx="6587">
                  <c:v>45749</c:v>
                </c:pt>
                <c:pt idx="6588">
                  <c:v>45750</c:v>
                </c:pt>
                <c:pt idx="6589">
                  <c:v>45751</c:v>
                </c:pt>
                <c:pt idx="6590">
                  <c:v>45754</c:v>
                </c:pt>
                <c:pt idx="6591">
                  <c:v>45755</c:v>
                </c:pt>
                <c:pt idx="6592">
                  <c:v>45756</c:v>
                </c:pt>
                <c:pt idx="6593">
                  <c:v>45757</c:v>
                </c:pt>
                <c:pt idx="6594">
                  <c:v>45758</c:v>
                </c:pt>
                <c:pt idx="6595">
                  <c:v>45761</c:v>
                </c:pt>
                <c:pt idx="6596">
                  <c:v>45762</c:v>
                </c:pt>
                <c:pt idx="6597">
                  <c:v>45763</c:v>
                </c:pt>
                <c:pt idx="6598">
                  <c:v>45764</c:v>
                </c:pt>
                <c:pt idx="6599">
                  <c:v>45765</c:v>
                </c:pt>
                <c:pt idx="6600">
                  <c:v>45768</c:v>
                </c:pt>
                <c:pt idx="6601">
                  <c:v>45769</c:v>
                </c:pt>
                <c:pt idx="6602">
                  <c:v>45770</c:v>
                </c:pt>
                <c:pt idx="6603">
                  <c:v>45771</c:v>
                </c:pt>
                <c:pt idx="6604">
                  <c:v>45772</c:v>
                </c:pt>
                <c:pt idx="6605">
                  <c:v>45775</c:v>
                </c:pt>
                <c:pt idx="6606">
                  <c:v>45776</c:v>
                </c:pt>
                <c:pt idx="6607">
                  <c:v>45777</c:v>
                </c:pt>
                <c:pt idx="6608">
                  <c:v>45778</c:v>
                </c:pt>
                <c:pt idx="6609">
                  <c:v>45779</c:v>
                </c:pt>
                <c:pt idx="6610">
                  <c:v>45782</c:v>
                </c:pt>
                <c:pt idx="6611">
                  <c:v>45783</c:v>
                </c:pt>
                <c:pt idx="6612">
                  <c:v>45784</c:v>
                </c:pt>
                <c:pt idx="6613">
                  <c:v>45785</c:v>
                </c:pt>
                <c:pt idx="6614">
                  <c:v>45786</c:v>
                </c:pt>
                <c:pt idx="6615">
                  <c:v>45789</c:v>
                </c:pt>
                <c:pt idx="6616">
                  <c:v>45790</c:v>
                </c:pt>
                <c:pt idx="6617">
                  <c:v>45791</c:v>
                </c:pt>
                <c:pt idx="6618">
                  <c:v>45792</c:v>
                </c:pt>
                <c:pt idx="6619">
                  <c:v>45793</c:v>
                </c:pt>
                <c:pt idx="6620">
                  <c:v>45796</c:v>
                </c:pt>
                <c:pt idx="6621">
                  <c:v>45797</c:v>
                </c:pt>
                <c:pt idx="6622">
                  <c:v>45798</c:v>
                </c:pt>
                <c:pt idx="6623">
                  <c:v>45799</c:v>
                </c:pt>
                <c:pt idx="6624">
                  <c:v>45800</c:v>
                </c:pt>
                <c:pt idx="6625">
                  <c:v>45803</c:v>
                </c:pt>
                <c:pt idx="6626">
                  <c:v>45804</c:v>
                </c:pt>
                <c:pt idx="6627">
                  <c:v>45805</c:v>
                </c:pt>
                <c:pt idx="6628">
                  <c:v>45806</c:v>
                </c:pt>
                <c:pt idx="6629">
                  <c:v>45807</c:v>
                </c:pt>
                <c:pt idx="6630">
                  <c:v>45810</c:v>
                </c:pt>
                <c:pt idx="6631">
                  <c:v>45811</c:v>
                </c:pt>
                <c:pt idx="6632">
                  <c:v>45812</c:v>
                </c:pt>
                <c:pt idx="6633">
                  <c:v>45813</c:v>
                </c:pt>
                <c:pt idx="6634">
                  <c:v>45814</c:v>
                </c:pt>
                <c:pt idx="6635">
                  <c:v>45817</c:v>
                </c:pt>
                <c:pt idx="6636">
                  <c:v>45818</c:v>
                </c:pt>
                <c:pt idx="6637">
                  <c:v>45819</c:v>
                </c:pt>
                <c:pt idx="6638">
                  <c:v>45820</c:v>
                </c:pt>
                <c:pt idx="6639">
                  <c:v>45821</c:v>
                </c:pt>
                <c:pt idx="6640">
                  <c:v>45824</c:v>
                </c:pt>
                <c:pt idx="6641">
                  <c:v>45825</c:v>
                </c:pt>
                <c:pt idx="6642">
                  <c:v>45826</c:v>
                </c:pt>
                <c:pt idx="6643">
                  <c:v>45827</c:v>
                </c:pt>
                <c:pt idx="6644">
                  <c:v>45828</c:v>
                </c:pt>
                <c:pt idx="6645">
                  <c:v>45831</c:v>
                </c:pt>
                <c:pt idx="6646">
                  <c:v>45832</c:v>
                </c:pt>
                <c:pt idx="6647">
                  <c:v>45833</c:v>
                </c:pt>
                <c:pt idx="6648">
                  <c:v>45834</c:v>
                </c:pt>
                <c:pt idx="6649">
                  <c:v>45835</c:v>
                </c:pt>
                <c:pt idx="6650">
                  <c:v>45838</c:v>
                </c:pt>
                <c:pt idx="6651">
                  <c:v>45839</c:v>
                </c:pt>
                <c:pt idx="6652">
                  <c:v>45840</c:v>
                </c:pt>
                <c:pt idx="6653">
                  <c:v>45841</c:v>
                </c:pt>
                <c:pt idx="6654">
                  <c:v>45842</c:v>
                </c:pt>
                <c:pt idx="6655">
                  <c:v>45845</c:v>
                </c:pt>
                <c:pt idx="6656">
                  <c:v>45846</c:v>
                </c:pt>
                <c:pt idx="6657">
                  <c:v>45847</c:v>
                </c:pt>
                <c:pt idx="6658">
                  <c:v>45848</c:v>
                </c:pt>
                <c:pt idx="6659">
                  <c:v>45849</c:v>
                </c:pt>
                <c:pt idx="6660">
                  <c:v>45852</c:v>
                </c:pt>
                <c:pt idx="6661">
                  <c:v>45853</c:v>
                </c:pt>
                <c:pt idx="6662">
                  <c:v>45854</c:v>
                </c:pt>
                <c:pt idx="6663">
                  <c:v>45855</c:v>
                </c:pt>
                <c:pt idx="6664">
                  <c:v>45856</c:v>
                </c:pt>
                <c:pt idx="6665">
                  <c:v>45859</c:v>
                </c:pt>
                <c:pt idx="6666">
                  <c:v>45860</c:v>
                </c:pt>
                <c:pt idx="6667">
                  <c:v>45861</c:v>
                </c:pt>
                <c:pt idx="6668">
                  <c:v>45862</c:v>
                </c:pt>
                <c:pt idx="6669">
                  <c:v>45863</c:v>
                </c:pt>
                <c:pt idx="6670">
                  <c:v>45866</c:v>
                </c:pt>
                <c:pt idx="6671">
                  <c:v>45867</c:v>
                </c:pt>
                <c:pt idx="6672">
                  <c:v>45868</c:v>
                </c:pt>
                <c:pt idx="6673">
                  <c:v>45869</c:v>
                </c:pt>
                <c:pt idx="6674">
                  <c:v>45870</c:v>
                </c:pt>
                <c:pt idx="6675">
                  <c:v>45873</c:v>
                </c:pt>
                <c:pt idx="6676">
                  <c:v>45874</c:v>
                </c:pt>
                <c:pt idx="6677">
                  <c:v>45875</c:v>
                </c:pt>
                <c:pt idx="6678">
                  <c:v>45876</c:v>
                </c:pt>
                <c:pt idx="6679">
                  <c:v>45877</c:v>
                </c:pt>
                <c:pt idx="6680">
                  <c:v>45880</c:v>
                </c:pt>
                <c:pt idx="6681">
                  <c:v>45881</c:v>
                </c:pt>
                <c:pt idx="6682">
                  <c:v>45882</c:v>
                </c:pt>
                <c:pt idx="6683">
                  <c:v>45883</c:v>
                </c:pt>
                <c:pt idx="6684">
                  <c:v>45884</c:v>
                </c:pt>
                <c:pt idx="6685">
                  <c:v>45887</c:v>
                </c:pt>
                <c:pt idx="6686">
                  <c:v>45888</c:v>
                </c:pt>
                <c:pt idx="6687">
                  <c:v>45889</c:v>
                </c:pt>
                <c:pt idx="6688">
                  <c:v>45890</c:v>
                </c:pt>
                <c:pt idx="6689">
                  <c:v>45891</c:v>
                </c:pt>
                <c:pt idx="6690">
                  <c:v>45894</c:v>
                </c:pt>
                <c:pt idx="6691">
                  <c:v>45895</c:v>
                </c:pt>
                <c:pt idx="6692">
                  <c:v>45896</c:v>
                </c:pt>
                <c:pt idx="6693">
                  <c:v>45897</c:v>
                </c:pt>
                <c:pt idx="6694">
                  <c:v>45898</c:v>
                </c:pt>
                <c:pt idx="6695">
                  <c:v>45901</c:v>
                </c:pt>
                <c:pt idx="6696">
                  <c:v>45902</c:v>
                </c:pt>
                <c:pt idx="6697">
                  <c:v>45903</c:v>
                </c:pt>
                <c:pt idx="6698">
                  <c:v>45904</c:v>
                </c:pt>
                <c:pt idx="6699">
                  <c:v>45905</c:v>
                </c:pt>
                <c:pt idx="6700">
                  <c:v>45908</c:v>
                </c:pt>
                <c:pt idx="6701">
                  <c:v>45909</c:v>
                </c:pt>
                <c:pt idx="6702">
                  <c:v>45910</c:v>
                </c:pt>
                <c:pt idx="6703">
                  <c:v>45911</c:v>
                </c:pt>
                <c:pt idx="6704">
                  <c:v>45912</c:v>
                </c:pt>
                <c:pt idx="6705">
                  <c:v>45915</c:v>
                </c:pt>
                <c:pt idx="6706">
                  <c:v>45916</c:v>
                </c:pt>
                <c:pt idx="6707">
                  <c:v>45917</c:v>
                </c:pt>
                <c:pt idx="6708">
                  <c:v>45918</c:v>
                </c:pt>
                <c:pt idx="6709">
                  <c:v>45919</c:v>
                </c:pt>
                <c:pt idx="6710">
                  <c:v>45922</c:v>
                </c:pt>
                <c:pt idx="6711">
                  <c:v>45923</c:v>
                </c:pt>
                <c:pt idx="6712">
                  <c:v>45924</c:v>
                </c:pt>
                <c:pt idx="6713">
                  <c:v>45925</c:v>
                </c:pt>
                <c:pt idx="6714">
                  <c:v>45926</c:v>
                </c:pt>
                <c:pt idx="6715">
                  <c:v>45929</c:v>
                </c:pt>
                <c:pt idx="6716">
                  <c:v>45930</c:v>
                </c:pt>
                <c:pt idx="6717">
                  <c:v>45931</c:v>
                </c:pt>
                <c:pt idx="6718">
                  <c:v>45932</c:v>
                </c:pt>
                <c:pt idx="6719">
                  <c:v>45933</c:v>
                </c:pt>
                <c:pt idx="6720">
                  <c:v>45936</c:v>
                </c:pt>
                <c:pt idx="6721">
                  <c:v>45937</c:v>
                </c:pt>
                <c:pt idx="6722">
                  <c:v>45938</c:v>
                </c:pt>
                <c:pt idx="6723">
                  <c:v>45939</c:v>
                </c:pt>
                <c:pt idx="6724">
                  <c:v>45940</c:v>
                </c:pt>
                <c:pt idx="6725">
                  <c:v>45943</c:v>
                </c:pt>
                <c:pt idx="6726">
                  <c:v>45944</c:v>
                </c:pt>
                <c:pt idx="6727">
                  <c:v>45945</c:v>
                </c:pt>
                <c:pt idx="6728">
                  <c:v>45946</c:v>
                </c:pt>
                <c:pt idx="6729">
                  <c:v>45947</c:v>
                </c:pt>
                <c:pt idx="6730">
                  <c:v>45950</c:v>
                </c:pt>
                <c:pt idx="6731">
                  <c:v>45951</c:v>
                </c:pt>
                <c:pt idx="6732">
                  <c:v>45952</c:v>
                </c:pt>
                <c:pt idx="6733">
                  <c:v>45953</c:v>
                </c:pt>
                <c:pt idx="6734">
                  <c:v>45954</c:v>
                </c:pt>
                <c:pt idx="6735">
                  <c:v>45957</c:v>
                </c:pt>
                <c:pt idx="6736">
                  <c:v>45958</c:v>
                </c:pt>
                <c:pt idx="6737">
                  <c:v>45959</c:v>
                </c:pt>
                <c:pt idx="6738">
                  <c:v>45960</c:v>
                </c:pt>
                <c:pt idx="6739">
                  <c:v>45961</c:v>
                </c:pt>
                <c:pt idx="6740">
                  <c:v>45964</c:v>
                </c:pt>
                <c:pt idx="6741">
                  <c:v>45965</c:v>
                </c:pt>
                <c:pt idx="6742">
                  <c:v>45966</c:v>
                </c:pt>
                <c:pt idx="6743">
                  <c:v>45967</c:v>
                </c:pt>
                <c:pt idx="6744">
                  <c:v>45968</c:v>
                </c:pt>
                <c:pt idx="6745">
                  <c:v>45971</c:v>
                </c:pt>
                <c:pt idx="6746">
                  <c:v>45972</c:v>
                </c:pt>
                <c:pt idx="6747">
                  <c:v>45973</c:v>
                </c:pt>
                <c:pt idx="6748">
                  <c:v>45974</c:v>
                </c:pt>
                <c:pt idx="6749">
                  <c:v>45975</c:v>
                </c:pt>
                <c:pt idx="6750">
                  <c:v>45978</c:v>
                </c:pt>
                <c:pt idx="6751">
                  <c:v>45979</c:v>
                </c:pt>
                <c:pt idx="6752">
                  <c:v>45980</c:v>
                </c:pt>
                <c:pt idx="6753">
                  <c:v>45981</c:v>
                </c:pt>
                <c:pt idx="6754">
                  <c:v>45982</c:v>
                </c:pt>
                <c:pt idx="6755">
                  <c:v>45985</c:v>
                </c:pt>
                <c:pt idx="6756">
                  <c:v>45986</c:v>
                </c:pt>
                <c:pt idx="6757">
                  <c:v>45987</c:v>
                </c:pt>
                <c:pt idx="6758">
                  <c:v>45988</c:v>
                </c:pt>
                <c:pt idx="6759">
                  <c:v>45989</c:v>
                </c:pt>
                <c:pt idx="6760">
                  <c:v>45992</c:v>
                </c:pt>
                <c:pt idx="6761">
                  <c:v>45993</c:v>
                </c:pt>
                <c:pt idx="6762">
                  <c:v>45994</c:v>
                </c:pt>
                <c:pt idx="6763">
                  <c:v>45995</c:v>
                </c:pt>
                <c:pt idx="6764">
                  <c:v>45996</c:v>
                </c:pt>
                <c:pt idx="6765">
                  <c:v>45999</c:v>
                </c:pt>
                <c:pt idx="6766">
                  <c:v>46000</c:v>
                </c:pt>
                <c:pt idx="6767">
                  <c:v>46001</c:v>
                </c:pt>
                <c:pt idx="6768">
                  <c:v>46002</c:v>
                </c:pt>
                <c:pt idx="6769">
                  <c:v>46003</c:v>
                </c:pt>
                <c:pt idx="6770">
                  <c:v>46006</c:v>
                </c:pt>
                <c:pt idx="6771">
                  <c:v>46007</c:v>
                </c:pt>
                <c:pt idx="6772">
                  <c:v>46008</c:v>
                </c:pt>
                <c:pt idx="6773">
                  <c:v>46009</c:v>
                </c:pt>
                <c:pt idx="6774">
                  <c:v>46010</c:v>
                </c:pt>
                <c:pt idx="6775">
                  <c:v>46013</c:v>
                </c:pt>
                <c:pt idx="6776">
                  <c:v>46014</c:v>
                </c:pt>
                <c:pt idx="6777">
                  <c:v>46015</c:v>
                </c:pt>
                <c:pt idx="6778">
                  <c:v>46016</c:v>
                </c:pt>
                <c:pt idx="6779">
                  <c:v>46017</c:v>
                </c:pt>
                <c:pt idx="6780">
                  <c:v>46020</c:v>
                </c:pt>
                <c:pt idx="6781">
                  <c:v>46021</c:v>
                </c:pt>
                <c:pt idx="6782">
                  <c:v>46022</c:v>
                </c:pt>
                <c:pt idx="6783">
                  <c:v>46023</c:v>
                </c:pt>
                <c:pt idx="6784">
                  <c:v>46024</c:v>
                </c:pt>
                <c:pt idx="6785">
                  <c:v>46027</c:v>
                </c:pt>
                <c:pt idx="6786">
                  <c:v>46028</c:v>
                </c:pt>
                <c:pt idx="6787">
                  <c:v>46029</c:v>
                </c:pt>
                <c:pt idx="6788">
                  <c:v>46030</c:v>
                </c:pt>
                <c:pt idx="6789">
                  <c:v>46031</c:v>
                </c:pt>
                <c:pt idx="6790">
                  <c:v>46034</c:v>
                </c:pt>
                <c:pt idx="6791">
                  <c:v>46035</c:v>
                </c:pt>
                <c:pt idx="6792">
                  <c:v>46036</c:v>
                </c:pt>
                <c:pt idx="6793">
                  <c:v>46037</c:v>
                </c:pt>
                <c:pt idx="6794">
                  <c:v>46038</c:v>
                </c:pt>
                <c:pt idx="6795">
                  <c:v>46041</c:v>
                </c:pt>
                <c:pt idx="6796">
                  <c:v>46042</c:v>
                </c:pt>
                <c:pt idx="6797">
                  <c:v>46043</c:v>
                </c:pt>
                <c:pt idx="6798">
                  <c:v>46044</c:v>
                </c:pt>
                <c:pt idx="6799">
                  <c:v>46045</c:v>
                </c:pt>
                <c:pt idx="6800">
                  <c:v>46048</c:v>
                </c:pt>
                <c:pt idx="6801">
                  <c:v>46049</c:v>
                </c:pt>
                <c:pt idx="6802">
                  <c:v>46050</c:v>
                </c:pt>
                <c:pt idx="6803">
                  <c:v>46051</c:v>
                </c:pt>
                <c:pt idx="6804">
                  <c:v>46052</c:v>
                </c:pt>
                <c:pt idx="6805">
                  <c:v>46055</c:v>
                </c:pt>
                <c:pt idx="6806">
                  <c:v>46056</c:v>
                </c:pt>
                <c:pt idx="6807">
                  <c:v>46057</c:v>
                </c:pt>
                <c:pt idx="6808">
                  <c:v>46058</c:v>
                </c:pt>
                <c:pt idx="6809">
                  <c:v>46059</c:v>
                </c:pt>
                <c:pt idx="6810">
                  <c:v>46062</c:v>
                </c:pt>
                <c:pt idx="6811">
                  <c:v>46063</c:v>
                </c:pt>
                <c:pt idx="6812">
                  <c:v>46064</c:v>
                </c:pt>
                <c:pt idx="6813">
                  <c:v>46065</c:v>
                </c:pt>
                <c:pt idx="6814">
                  <c:v>46066</c:v>
                </c:pt>
                <c:pt idx="6815">
                  <c:v>46069</c:v>
                </c:pt>
                <c:pt idx="6816">
                  <c:v>46070</c:v>
                </c:pt>
                <c:pt idx="6817">
                  <c:v>46071</c:v>
                </c:pt>
                <c:pt idx="6818">
                  <c:v>46072</c:v>
                </c:pt>
                <c:pt idx="6819">
                  <c:v>46073</c:v>
                </c:pt>
                <c:pt idx="6820">
                  <c:v>46076</c:v>
                </c:pt>
                <c:pt idx="6821">
                  <c:v>46077</c:v>
                </c:pt>
                <c:pt idx="6822">
                  <c:v>46078</c:v>
                </c:pt>
                <c:pt idx="6823">
                  <c:v>46079</c:v>
                </c:pt>
                <c:pt idx="6824">
                  <c:v>46080</c:v>
                </c:pt>
                <c:pt idx="6825">
                  <c:v>46083</c:v>
                </c:pt>
                <c:pt idx="6826">
                  <c:v>46084</c:v>
                </c:pt>
                <c:pt idx="6827">
                  <c:v>46085</c:v>
                </c:pt>
                <c:pt idx="6828">
                  <c:v>46086</c:v>
                </c:pt>
                <c:pt idx="6829">
                  <c:v>46087</c:v>
                </c:pt>
                <c:pt idx="6830">
                  <c:v>46090</c:v>
                </c:pt>
                <c:pt idx="6831">
                  <c:v>46091</c:v>
                </c:pt>
                <c:pt idx="6832">
                  <c:v>46092</c:v>
                </c:pt>
                <c:pt idx="6833">
                  <c:v>46093</c:v>
                </c:pt>
                <c:pt idx="6834">
                  <c:v>46094</c:v>
                </c:pt>
                <c:pt idx="6835">
                  <c:v>46097</c:v>
                </c:pt>
                <c:pt idx="6836">
                  <c:v>46098</c:v>
                </c:pt>
                <c:pt idx="6837">
                  <c:v>46099</c:v>
                </c:pt>
                <c:pt idx="6838">
                  <c:v>46100</c:v>
                </c:pt>
                <c:pt idx="6839">
                  <c:v>46101</c:v>
                </c:pt>
                <c:pt idx="6840">
                  <c:v>46104</c:v>
                </c:pt>
                <c:pt idx="6841">
                  <c:v>46105</c:v>
                </c:pt>
                <c:pt idx="6842">
                  <c:v>46106</c:v>
                </c:pt>
                <c:pt idx="6843">
                  <c:v>46107</c:v>
                </c:pt>
                <c:pt idx="6844">
                  <c:v>46108</c:v>
                </c:pt>
                <c:pt idx="6845">
                  <c:v>46111</c:v>
                </c:pt>
                <c:pt idx="6846">
                  <c:v>46112</c:v>
                </c:pt>
                <c:pt idx="6847">
                  <c:v>46113</c:v>
                </c:pt>
                <c:pt idx="6848">
                  <c:v>46114</c:v>
                </c:pt>
                <c:pt idx="6849">
                  <c:v>46115</c:v>
                </c:pt>
                <c:pt idx="6850">
                  <c:v>46118</c:v>
                </c:pt>
                <c:pt idx="6851">
                  <c:v>46119</c:v>
                </c:pt>
                <c:pt idx="6852">
                  <c:v>46120</c:v>
                </c:pt>
                <c:pt idx="6853">
                  <c:v>46121</c:v>
                </c:pt>
                <c:pt idx="6854">
                  <c:v>46122</c:v>
                </c:pt>
                <c:pt idx="6855">
                  <c:v>46125</c:v>
                </c:pt>
                <c:pt idx="6856">
                  <c:v>46126</c:v>
                </c:pt>
                <c:pt idx="6857">
                  <c:v>46127</c:v>
                </c:pt>
                <c:pt idx="6858">
                  <c:v>46128</c:v>
                </c:pt>
                <c:pt idx="6859">
                  <c:v>46129</c:v>
                </c:pt>
                <c:pt idx="6860">
                  <c:v>46132</c:v>
                </c:pt>
                <c:pt idx="6861">
                  <c:v>46133</c:v>
                </c:pt>
                <c:pt idx="6862">
                  <c:v>46134</c:v>
                </c:pt>
                <c:pt idx="6863">
                  <c:v>46135</c:v>
                </c:pt>
                <c:pt idx="6864">
                  <c:v>46136</c:v>
                </c:pt>
                <c:pt idx="6865">
                  <c:v>46139</c:v>
                </c:pt>
                <c:pt idx="6866">
                  <c:v>46140</c:v>
                </c:pt>
                <c:pt idx="6867">
                  <c:v>46141</c:v>
                </c:pt>
                <c:pt idx="6868">
                  <c:v>46142</c:v>
                </c:pt>
                <c:pt idx="6869">
                  <c:v>46143</c:v>
                </c:pt>
                <c:pt idx="6870">
                  <c:v>46146</c:v>
                </c:pt>
                <c:pt idx="6871">
                  <c:v>46147</c:v>
                </c:pt>
                <c:pt idx="6872">
                  <c:v>46148</c:v>
                </c:pt>
                <c:pt idx="6873">
                  <c:v>46149</c:v>
                </c:pt>
                <c:pt idx="6874">
                  <c:v>46150</c:v>
                </c:pt>
                <c:pt idx="6875">
                  <c:v>46153</c:v>
                </c:pt>
                <c:pt idx="6876">
                  <c:v>46154</c:v>
                </c:pt>
                <c:pt idx="6877">
                  <c:v>46155</c:v>
                </c:pt>
                <c:pt idx="6878">
                  <c:v>46156</c:v>
                </c:pt>
                <c:pt idx="6879">
                  <c:v>46157</c:v>
                </c:pt>
                <c:pt idx="6880">
                  <c:v>46160</c:v>
                </c:pt>
                <c:pt idx="6881">
                  <c:v>46161</c:v>
                </c:pt>
                <c:pt idx="6882">
                  <c:v>46162</c:v>
                </c:pt>
                <c:pt idx="6883">
                  <c:v>46163</c:v>
                </c:pt>
                <c:pt idx="6884">
                  <c:v>46164</c:v>
                </c:pt>
                <c:pt idx="6885">
                  <c:v>46167</c:v>
                </c:pt>
                <c:pt idx="6886">
                  <c:v>46168</c:v>
                </c:pt>
                <c:pt idx="6887">
                  <c:v>46169</c:v>
                </c:pt>
                <c:pt idx="6888">
                  <c:v>46170</c:v>
                </c:pt>
                <c:pt idx="6889">
                  <c:v>46171</c:v>
                </c:pt>
                <c:pt idx="6890">
                  <c:v>46174</c:v>
                </c:pt>
                <c:pt idx="6891">
                  <c:v>46175</c:v>
                </c:pt>
                <c:pt idx="6892">
                  <c:v>46176</c:v>
                </c:pt>
                <c:pt idx="6893">
                  <c:v>46177</c:v>
                </c:pt>
                <c:pt idx="6894">
                  <c:v>46178</c:v>
                </c:pt>
                <c:pt idx="6895">
                  <c:v>46181</c:v>
                </c:pt>
                <c:pt idx="6896">
                  <c:v>46182</c:v>
                </c:pt>
                <c:pt idx="6897">
                  <c:v>46183</c:v>
                </c:pt>
                <c:pt idx="6898">
                  <c:v>46184</c:v>
                </c:pt>
                <c:pt idx="6899">
                  <c:v>46185</c:v>
                </c:pt>
              </c:numCache>
            </c:numRef>
          </c:cat>
          <c:val>
            <c:numRef>
              <c:f>'ECB policy rate'!$B$2:$B$6901</c:f>
              <c:numCache>
                <c:formatCode>General</c:formatCode>
                <c:ptCount val="6900"/>
                <c:pt idx="0">
                  <c:v>2</c:v>
                </c:pt>
                <c:pt idx="1">
                  <c:v>2</c:v>
                </c:pt>
                <c:pt idx="2">
                  <c:v>2</c:v>
                </c:pt>
                <c:pt idx="3">
                  <c:v>2</c:v>
                </c:pt>
                <c:pt idx="4">
                  <c:v>2</c:v>
                </c:pt>
                <c:pt idx="5">
                  <c:v>2</c:v>
                </c:pt>
                <c:pt idx="6">
                  <c:v>2</c:v>
                </c:pt>
                <c:pt idx="7">
                  <c:v>2</c:v>
                </c:pt>
                <c:pt idx="8">
                  <c:v>2</c:v>
                </c:pt>
                <c:pt idx="9">
                  <c:v>2</c:v>
                </c:pt>
                <c:pt idx="10">
                  <c:v>2</c:v>
                </c:pt>
                <c:pt idx="11">
                  <c:v>2</c:v>
                </c:pt>
                <c:pt idx="12">
                  <c:v>2</c:v>
                </c:pt>
                <c:pt idx="13">
                  <c:v>2</c:v>
                </c:pt>
                <c:pt idx="14">
                  <c:v>2</c:v>
                </c:pt>
                <c:pt idx="15">
                  <c:v>2</c:v>
                </c:pt>
                <c:pt idx="16">
                  <c:v>2</c:v>
                </c:pt>
                <c:pt idx="17">
                  <c:v>2</c:v>
                </c:pt>
                <c:pt idx="18">
                  <c:v>2</c:v>
                </c:pt>
                <c:pt idx="19">
                  <c:v>2</c:v>
                </c:pt>
                <c:pt idx="20">
                  <c:v>2</c:v>
                </c:pt>
                <c:pt idx="21">
                  <c:v>2</c:v>
                </c:pt>
                <c:pt idx="22">
                  <c:v>2</c:v>
                </c:pt>
                <c:pt idx="23">
                  <c:v>2.25</c:v>
                </c:pt>
                <c:pt idx="24">
                  <c:v>2.25</c:v>
                </c:pt>
                <c:pt idx="25">
                  <c:v>2.25</c:v>
                </c:pt>
                <c:pt idx="26">
                  <c:v>2.25</c:v>
                </c:pt>
                <c:pt idx="27">
                  <c:v>2.25</c:v>
                </c:pt>
                <c:pt idx="28">
                  <c:v>2.25</c:v>
                </c:pt>
                <c:pt idx="29">
                  <c:v>2.25</c:v>
                </c:pt>
                <c:pt idx="30">
                  <c:v>2.25</c:v>
                </c:pt>
                <c:pt idx="31">
                  <c:v>2.25</c:v>
                </c:pt>
                <c:pt idx="32">
                  <c:v>2.25</c:v>
                </c:pt>
                <c:pt idx="33">
                  <c:v>2.25</c:v>
                </c:pt>
                <c:pt idx="34">
                  <c:v>2.25</c:v>
                </c:pt>
                <c:pt idx="35">
                  <c:v>2.25</c:v>
                </c:pt>
                <c:pt idx="36">
                  <c:v>2.25</c:v>
                </c:pt>
                <c:pt idx="37">
                  <c:v>2.25</c:v>
                </c:pt>
                <c:pt idx="38">
                  <c:v>2.25</c:v>
                </c:pt>
                <c:pt idx="39">
                  <c:v>2.25</c:v>
                </c:pt>
                <c:pt idx="40">
                  <c:v>2.25</c:v>
                </c:pt>
                <c:pt idx="41">
                  <c:v>2.25</c:v>
                </c:pt>
                <c:pt idx="42">
                  <c:v>2.25</c:v>
                </c:pt>
                <c:pt idx="43">
                  <c:v>2.25</c:v>
                </c:pt>
                <c:pt idx="44">
                  <c:v>2.25</c:v>
                </c:pt>
                <c:pt idx="45">
                  <c:v>2.25</c:v>
                </c:pt>
                <c:pt idx="46">
                  <c:v>2.25</c:v>
                </c:pt>
                <c:pt idx="47">
                  <c:v>2.25</c:v>
                </c:pt>
                <c:pt idx="48">
                  <c:v>2.25</c:v>
                </c:pt>
                <c:pt idx="49">
                  <c:v>2.25</c:v>
                </c:pt>
                <c:pt idx="50">
                  <c:v>2.25</c:v>
                </c:pt>
                <c:pt idx="51">
                  <c:v>2.25</c:v>
                </c:pt>
                <c:pt idx="52">
                  <c:v>2.25</c:v>
                </c:pt>
                <c:pt idx="53">
                  <c:v>2.25</c:v>
                </c:pt>
                <c:pt idx="54">
                  <c:v>2.5</c:v>
                </c:pt>
                <c:pt idx="55">
                  <c:v>2.5</c:v>
                </c:pt>
                <c:pt idx="56">
                  <c:v>2.5</c:v>
                </c:pt>
                <c:pt idx="57">
                  <c:v>2.5</c:v>
                </c:pt>
                <c:pt idx="58">
                  <c:v>2.5</c:v>
                </c:pt>
                <c:pt idx="59">
                  <c:v>2.5</c:v>
                </c:pt>
                <c:pt idx="60">
                  <c:v>2.5</c:v>
                </c:pt>
                <c:pt idx="61">
                  <c:v>2.5</c:v>
                </c:pt>
                <c:pt idx="62">
                  <c:v>2.5</c:v>
                </c:pt>
                <c:pt idx="63">
                  <c:v>2.5</c:v>
                </c:pt>
                <c:pt idx="64">
                  <c:v>2.5</c:v>
                </c:pt>
                <c:pt idx="65">
                  <c:v>2.5</c:v>
                </c:pt>
                <c:pt idx="66">
                  <c:v>2.5</c:v>
                </c:pt>
                <c:pt idx="67">
                  <c:v>2.5</c:v>
                </c:pt>
                <c:pt idx="68">
                  <c:v>2.5</c:v>
                </c:pt>
                <c:pt idx="69">
                  <c:v>2.5</c:v>
                </c:pt>
                <c:pt idx="70">
                  <c:v>2.5</c:v>
                </c:pt>
                <c:pt idx="71">
                  <c:v>2.5</c:v>
                </c:pt>
                <c:pt idx="72">
                  <c:v>2.5</c:v>
                </c:pt>
                <c:pt idx="73">
                  <c:v>2.5</c:v>
                </c:pt>
                <c:pt idx="74">
                  <c:v>2.5</c:v>
                </c:pt>
                <c:pt idx="75">
                  <c:v>2.5</c:v>
                </c:pt>
                <c:pt idx="76">
                  <c:v>2.5</c:v>
                </c:pt>
                <c:pt idx="77">
                  <c:v>2.5</c:v>
                </c:pt>
                <c:pt idx="78">
                  <c:v>2.5</c:v>
                </c:pt>
                <c:pt idx="79">
                  <c:v>2.5</c:v>
                </c:pt>
                <c:pt idx="80">
                  <c:v>2.5</c:v>
                </c:pt>
                <c:pt idx="81">
                  <c:v>2.5</c:v>
                </c:pt>
                <c:pt idx="82">
                  <c:v>2.5</c:v>
                </c:pt>
                <c:pt idx="83">
                  <c:v>2.75</c:v>
                </c:pt>
                <c:pt idx="84">
                  <c:v>2.75</c:v>
                </c:pt>
                <c:pt idx="85">
                  <c:v>2.75</c:v>
                </c:pt>
                <c:pt idx="86">
                  <c:v>2.75</c:v>
                </c:pt>
                <c:pt idx="87">
                  <c:v>2.75</c:v>
                </c:pt>
                <c:pt idx="88">
                  <c:v>2.75</c:v>
                </c:pt>
                <c:pt idx="89">
                  <c:v>2.75</c:v>
                </c:pt>
                <c:pt idx="90">
                  <c:v>2.75</c:v>
                </c:pt>
                <c:pt idx="91">
                  <c:v>2.75</c:v>
                </c:pt>
                <c:pt idx="92">
                  <c:v>2.75</c:v>
                </c:pt>
                <c:pt idx="93">
                  <c:v>2.75</c:v>
                </c:pt>
                <c:pt idx="94">
                  <c:v>2.75</c:v>
                </c:pt>
                <c:pt idx="95">
                  <c:v>2.75</c:v>
                </c:pt>
                <c:pt idx="96">
                  <c:v>2.75</c:v>
                </c:pt>
                <c:pt idx="97">
                  <c:v>2.75</c:v>
                </c:pt>
                <c:pt idx="98">
                  <c:v>2.75</c:v>
                </c:pt>
                <c:pt idx="99">
                  <c:v>2.75</c:v>
                </c:pt>
                <c:pt idx="100">
                  <c:v>2.75</c:v>
                </c:pt>
                <c:pt idx="101">
                  <c:v>2.75</c:v>
                </c:pt>
                <c:pt idx="102">
                  <c:v>2.75</c:v>
                </c:pt>
                <c:pt idx="103">
                  <c:v>2.75</c:v>
                </c:pt>
                <c:pt idx="104">
                  <c:v>2.75</c:v>
                </c:pt>
                <c:pt idx="105">
                  <c:v>2.75</c:v>
                </c:pt>
                <c:pt idx="106">
                  <c:v>2.75</c:v>
                </c:pt>
                <c:pt idx="107">
                  <c:v>2.75</c:v>
                </c:pt>
                <c:pt idx="108">
                  <c:v>2.75</c:v>
                </c:pt>
                <c:pt idx="109">
                  <c:v>2.75</c:v>
                </c:pt>
                <c:pt idx="110">
                  <c:v>2.75</c:v>
                </c:pt>
                <c:pt idx="111">
                  <c:v>2.75</c:v>
                </c:pt>
                <c:pt idx="112">
                  <c:v>2.75</c:v>
                </c:pt>
                <c:pt idx="113">
                  <c:v>2.75</c:v>
                </c:pt>
                <c:pt idx="114">
                  <c:v>3.25</c:v>
                </c:pt>
                <c:pt idx="115">
                  <c:v>3.25</c:v>
                </c:pt>
                <c:pt idx="116">
                  <c:v>3.25</c:v>
                </c:pt>
                <c:pt idx="117">
                  <c:v>3.25</c:v>
                </c:pt>
                <c:pt idx="118">
                  <c:v>3.25</c:v>
                </c:pt>
                <c:pt idx="119">
                  <c:v>3.25</c:v>
                </c:pt>
                <c:pt idx="120">
                  <c:v>3.25</c:v>
                </c:pt>
                <c:pt idx="121">
                  <c:v>3.25</c:v>
                </c:pt>
                <c:pt idx="122">
                  <c:v>3.25</c:v>
                </c:pt>
                <c:pt idx="123">
                  <c:v>3.25</c:v>
                </c:pt>
                <c:pt idx="124">
                  <c:v>3.25</c:v>
                </c:pt>
                <c:pt idx="125">
                  <c:v>3.25</c:v>
                </c:pt>
                <c:pt idx="126">
                  <c:v>3.25</c:v>
                </c:pt>
                <c:pt idx="127">
                  <c:v>3.25</c:v>
                </c:pt>
                <c:pt idx="128">
                  <c:v>3.25</c:v>
                </c:pt>
                <c:pt idx="129">
                  <c:v>3.25</c:v>
                </c:pt>
                <c:pt idx="130">
                  <c:v>3.25</c:v>
                </c:pt>
                <c:pt idx="131">
                  <c:v>3.25</c:v>
                </c:pt>
                <c:pt idx="132">
                  <c:v>3.25</c:v>
                </c:pt>
                <c:pt idx="133">
                  <c:v>3.25</c:v>
                </c:pt>
                <c:pt idx="134">
                  <c:v>3.25</c:v>
                </c:pt>
                <c:pt idx="135">
                  <c:v>3.25</c:v>
                </c:pt>
                <c:pt idx="136">
                  <c:v>3.25</c:v>
                </c:pt>
                <c:pt idx="137">
                  <c:v>3.25</c:v>
                </c:pt>
                <c:pt idx="138">
                  <c:v>3.25</c:v>
                </c:pt>
                <c:pt idx="139">
                  <c:v>3.25</c:v>
                </c:pt>
                <c:pt idx="140">
                  <c:v>3.25</c:v>
                </c:pt>
                <c:pt idx="141">
                  <c:v>3.25</c:v>
                </c:pt>
                <c:pt idx="142">
                  <c:v>3.25</c:v>
                </c:pt>
                <c:pt idx="143">
                  <c:v>3.25</c:v>
                </c:pt>
                <c:pt idx="144">
                  <c:v>3.25</c:v>
                </c:pt>
                <c:pt idx="145">
                  <c:v>3.25</c:v>
                </c:pt>
                <c:pt idx="146">
                  <c:v>3.25</c:v>
                </c:pt>
                <c:pt idx="147">
                  <c:v>3.25</c:v>
                </c:pt>
                <c:pt idx="148">
                  <c:v>3.25</c:v>
                </c:pt>
                <c:pt idx="149">
                  <c:v>3.25</c:v>
                </c:pt>
                <c:pt idx="150">
                  <c:v>3.25</c:v>
                </c:pt>
                <c:pt idx="151">
                  <c:v>3.25</c:v>
                </c:pt>
                <c:pt idx="152">
                  <c:v>3.25</c:v>
                </c:pt>
                <c:pt idx="153">
                  <c:v>3.25</c:v>
                </c:pt>
                <c:pt idx="154">
                  <c:v>3.25</c:v>
                </c:pt>
                <c:pt idx="155">
                  <c:v>3.25</c:v>
                </c:pt>
                <c:pt idx="156">
                  <c:v>3.25</c:v>
                </c:pt>
                <c:pt idx="157">
                  <c:v>3.25</c:v>
                </c:pt>
                <c:pt idx="158">
                  <c:v>3.25</c:v>
                </c:pt>
                <c:pt idx="159">
                  <c:v>3.25</c:v>
                </c:pt>
                <c:pt idx="160">
                  <c:v>3.25</c:v>
                </c:pt>
                <c:pt idx="161">
                  <c:v>3.25</c:v>
                </c:pt>
                <c:pt idx="162">
                  <c:v>3.25</c:v>
                </c:pt>
                <c:pt idx="163">
                  <c:v>3.25</c:v>
                </c:pt>
                <c:pt idx="164">
                  <c:v>3.25</c:v>
                </c:pt>
                <c:pt idx="165">
                  <c:v>3.25</c:v>
                </c:pt>
                <c:pt idx="166">
                  <c:v>3.25</c:v>
                </c:pt>
                <c:pt idx="167">
                  <c:v>3.25</c:v>
                </c:pt>
                <c:pt idx="168">
                  <c:v>3.25</c:v>
                </c:pt>
                <c:pt idx="169">
                  <c:v>3.25</c:v>
                </c:pt>
                <c:pt idx="170">
                  <c:v>3.25</c:v>
                </c:pt>
                <c:pt idx="171">
                  <c:v>3.25</c:v>
                </c:pt>
                <c:pt idx="172">
                  <c:v>3.25</c:v>
                </c:pt>
                <c:pt idx="173">
                  <c:v>3.25</c:v>
                </c:pt>
                <c:pt idx="174">
                  <c:v>3.5</c:v>
                </c:pt>
                <c:pt idx="175">
                  <c:v>3.5</c:v>
                </c:pt>
                <c:pt idx="176">
                  <c:v>3.5</c:v>
                </c:pt>
                <c:pt idx="177">
                  <c:v>3.5</c:v>
                </c:pt>
                <c:pt idx="178">
                  <c:v>3.5</c:v>
                </c:pt>
                <c:pt idx="179">
                  <c:v>3.5</c:v>
                </c:pt>
                <c:pt idx="180">
                  <c:v>3.5</c:v>
                </c:pt>
                <c:pt idx="181">
                  <c:v>3.5</c:v>
                </c:pt>
                <c:pt idx="182">
                  <c:v>3.5</c:v>
                </c:pt>
                <c:pt idx="183">
                  <c:v>3.5</c:v>
                </c:pt>
                <c:pt idx="184">
                  <c:v>3.5</c:v>
                </c:pt>
                <c:pt idx="185">
                  <c:v>3.5</c:v>
                </c:pt>
                <c:pt idx="186">
                  <c:v>3.5</c:v>
                </c:pt>
                <c:pt idx="187">
                  <c:v>3.5</c:v>
                </c:pt>
                <c:pt idx="188">
                  <c:v>3.5</c:v>
                </c:pt>
                <c:pt idx="189">
                  <c:v>3.5</c:v>
                </c:pt>
                <c:pt idx="190">
                  <c:v>3.5</c:v>
                </c:pt>
                <c:pt idx="191">
                  <c:v>3.5</c:v>
                </c:pt>
                <c:pt idx="192">
                  <c:v>3.5</c:v>
                </c:pt>
                <c:pt idx="193">
                  <c:v>3.5</c:v>
                </c:pt>
                <c:pt idx="194">
                  <c:v>3.5</c:v>
                </c:pt>
                <c:pt idx="195">
                  <c:v>3.5</c:v>
                </c:pt>
                <c:pt idx="196">
                  <c:v>3.5</c:v>
                </c:pt>
                <c:pt idx="197">
                  <c:v>3.5</c:v>
                </c:pt>
                <c:pt idx="198">
                  <c:v>3.5</c:v>
                </c:pt>
                <c:pt idx="199">
                  <c:v>3.75</c:v>
                </c:pt>
                <c:pt idx="200">
                  <c:v>3.75</c:v>
                </c:pt>
                <c:pt idx="201">
                  <c:v>3.75</c:v>
                </c:pt>
                <c:pt idx="202">
                  <c:v>3.75</c:v>
                </c:pt>
                <c:pt idx="203">
                  <c:v>3.75</c:v>
                </c:pt>
                <c:pt idx="204">
                  <c:v>3.75</c:v>
                </c:pt>
                <c:pt idx="205">
                  <c:v>3.75</c:v>
                </c:pt>
                <c:pt idx="206">
                  <c:v>3.75</c:v>
                </c:pt>
                <c:pt idx="207">
                  <c:v>3.75</c:v>
                </c:pt>
                <c:pt idx="208">
                  <c:v>3.75</c:v>
                </c:pt>
                <c:pt idx="209">
                  <c:v>3.75</c:v>
                </c:pt>
                <c:pt idx="210">
                  <c:v>3.75</c:v>
                </c:pt>
                <c:pt idx="211">
                  <c:v>3.75</c:v>
                </c:pt>
                <c:pt idx="212">
                  <c:v>3.75</c:v>
                </c:pt>
                <c:pt idx="213">
                  <c:v>3.75</c:v>
                </c:pt>
                <c:pt idx="214">
                  <c:v>3.75</c:v>
                </c:pt>
                <c:pt idx="215">
                  <c:v>3.75</c:v>
                </c:pt>
                <c:pt idx="216">
                  <c:v>3.75</c:v>
                </c:pt>
                <c:pt idx="217">
                  <c:v>3.75</c:v>
                </c:pt>
                <c:pt idx="218">
                  <c:v>3.75</c:v>
                </c:pt>
                <c:pt idx="219">
                  <c:v>3.75</c:v>
                </c:pt>
                <c:pt idx="220">
                  <c:v>3.75</c:v>
                </c:pt>
                <c:pt idx="221">
                  <c:v>3.75</c:v>
                </c:pt>
                <c:pt idx="222">
                  <c:v>3.75</c:v>
                </c:pt>
                <c:pt idx="223">
                  <c:v>3.75</c:v>
                </c:pt>
                <c:pt idx="224">
                  <c:v>3.75</c:v>
                </c:pt>
                <c:pt idx="225">
                  <c:v>3.75</c:v>
                </c:pt>
                <c:pt idx="226">
                  <c:v>3.75</c:v>
                </c:pt>
                <c:pt idx="227">
                  <c:v>3.75</c:v>
                </c:pt>
                <c:pt idx="228">
                  <c:v>3.75</c:v>
                </c:pt>
                <c:pt idx="229">
                  <c:v>3.75</c:v>
                </c:pt>
                <c:pt idx="230">
                  <c:v>3.75</c:v>
                </c:pt>
                <c:pt idx="231">
                  <c:v>3.75</c:v>
                </c:pt>
                <c:pt idx="232">
                  <c:v>3.75</c:v>
                </c:pt>
                <c:pt idx="233">
                  <c:v>3.75</c:v>
                </c:pt>
                <c:pt idx="234">
                  <c:v>3.75</c:v>
                </c:pt>
                <c:pt idx="235">
                  <c:v>3.75</c:v>
                </c:pt>
                <c:pt idx="236">
                  <c:v>3.75</c:v>
                </c:pt>
                <c:pt idx="237">
                  <c:v>3.75</c:v>
                </c:pt>
                <c:pt idx="238">
                  <c:v>3.75</c:v>
                </c:pt>
                <c:pt idx="239">
                  <c:v>3.75</c:v>
                </c:pt>
                <c:pt idx="240">
                  <c:v>3.75</c:v>
                </c:pt>
                <c:pt idx="241">
                  <c:v>3.75</c:v>
                </c:pt>
                <c:pt idx="242">
                  <c:v>3.75</c:v>
                </c:pt>
                <c:pt idx="243">
                  <c:v>3.75</c:v>
                </c:pt>
                <c:pt idx="244">
                  <c:v>3.75</c:v>
                </c:pt>
                <c:pt idx="245">
                  <c:v>3.75</c:v>
                </c:pt>
                <c:pt idx="246">
                  <c:v>3.75</c:v>
                </c:pt>
                <c:pt idx="247">
                  <c:v>3.75</c:v>
                </c:pt>
                <c:pt idx="248">
                  <c:v>3.75</c:v>
                </c:pt>
                <c:pt idx="249">
                  <c:v>3.75</c:v>
                </c:pt>
                <c:pt idx="250">
                  <c:v>3.75</c:v>
                </c:pt>
                <c:pt idx="251">
                  <c:v>3.75</c:v>
                </c:pt>
                <c:pt idx="252">
                  <c:v>3.75</c:v>
                </c:pt>
                <c:pt idx="253">
                  <c:v>3.75</c:v>
                </c:pt>
                <c:pt idx="254">
                  <c:v>3.75</c:v>
                </c:pt>
                <c:pt idx="255">
                  <c:v>3.75</c:v>
                </c:pt>
                <c:pt idx="256">
                  <c:v>3.75</c:v>
                </c:pt>
                <c:pt idx="257">
                  <c:v>3.75</c:v>
                </c:pt>
                <c:pt idx="258">
                  <c:v>3.75</c:v>
                </c:pt>
                <c:pt idx="259">
                  <c:v>3.75</c:v>
                </c:pt>
                <c:pt idx="260">
                  <c:v>3.75</c:v>
                </c:pt>
                <c:pt idx="261">
                  <c:v>3.75</c:v>
                </c:pt>
                <c:pt idx="262">
                  <c:v>3.75</c:v>
                </c:pt>
                <c:pt idx="263">
                  <c:v>3.75</c:v>
                </c:pt>
                <c:pt idx="264">
                  <c:v>3.75</c:v>
                </c:pt>
                <c:pt idx="265">
                  <c:v>3.75</c:v>
                </c:pt>
                <c:pt idx="266">
                  <c:v>3.75</c:v>
                </c:pt>
                <c:pt idx="267">
                  <c:v>3.75</c:v>
                </c:pt>
                <c:pt idx="268">
                  <c:v>3.75</c:v>
                </c:pt>
                <c:pt idx="269">
                  <c:v>3.75</c:v>
                </c:pt>
                <c:pt idx="270">
                  <c:v>3.75</c:v>
                </c:pt>
                <c:pt idx="271">
                  <c:v>3.75</c:v>
                </c:pt>
                <c:pt idx="272">
                  <c:v>3.75</c:v>
                </c:pt>
                <c:pt idx="273">
                  <c:v>3.75</c:v>
                </c:pt>
                <c:pt idx="274">
                  <c:v>3.75</c:v>
                </c:pt>
                <c:pt idx="275">
                  <c:v>3.75</c:v>
                </c:pt>
                <c:pt idx="276">
                  <c:v>3.75</c:v>
                </c:pt>
                <c:pt idx="277">
                  <c:v>3.75</c:v>
                </c:pt>
                <c:pt idx="278">
                  <c:v>3.75</c:v>
                </c:pt>
                <c:pt idx="279">
                  <c:v>3.75</c:v>
                </c:pt>
                <c:pt idx="280">
                  <c:v>3.75</c:v>
                </c:pt>
                <c:pt idx="281">
                  <c:v>3.75</c:v>
                </c:pt>
                <c:pt idx="282">
                  <c:v>3.75</c:v>
                </c:pt>
                <c:pt idx="283">
                  <c:v>3.75</c:v>
                </c:pt>
                <c:pt idx="284">
                  <c:v>3.75</c:v>
                </c:pt>
                <c:pt idx="285">
                  <c:v>3.75</c:v>
                </c:pt>
                <c:pt idx="286">
                  <c:v>3.75</c:v>
                </c:pt>
                <c:pt idx="287">
                  <c:v>3.75</c:v>
                </c:pt>
                <c:pt idx="288">
                  <c:v>3.75</c:v>
                </c:pt>
                <c:pt idx="289">
                  <c:v>3.75</c:v>
                </c:pt>
                <c:pt idx="290">
                  <c:v>3.75</c:v>
                </c:pt>
                <c:pt idx="291">
                  <c:v>3.75</c:v>
                </c:pt>
                <c:pt idx="292">
                  <c:v>3.75</c:v>
                </c:pt>
                <c:pt idx="293">
                  <c:v>3.75</c:v>
                </c:pt>
                <c:pt idx="294">
                  <c:v>3.75</c:v>
                </c:pt>
                <c:pt idx="295">
                  <c:v>3.75</c:v>
                </c:pt>
                <c:pt idx="296">
                  <c:v>3.75</c:v>
                </c:pt>
                <c:pt idx="297">
                  <c:v>3.75</c:v>
                </c:pt>
                <c:pt idx="298">
                  <c:v>3.75</c:v>
                </c:pt>
                <c:pt idx="299">
                  <c:v>3.75</c:v>
                </c:pt>
                <c:pt idx="300">
                  <c:v>3.75</c:v>
                </c:pt>
                <c:pt idx="301">
                  <c:v>3.75</c:v>
                </c:pt>
                <c:pt idx="302">
                  <c:v>3.75</c:v>
                </c:pt>
                <c:pt idx="303">
                  <c:v>3.75</c:v>
                </c:pt>
                <c:pt idx="304">
                  <c:v>3.75</c:v>
                </c:pt>
                <c:pt idx="305">
                  <c:v>3.75</c:v>
                </c:pt>
                <c:pt idx="306">
                  <c:v>3.75</c:v>
                </c:pt>
                <c:pt idx="307">
                  <c:v>3.75</c:v>
                </c:pt>
                <c:pt idx="308">
                  <c:v>3.75</c:v>
                </c:pt>
                <c:pt idx="309">
                  <c:v>3.75</c:v>
                </c:pt>
                <c:pt idx="310">
                  <c:v>3.75</c:v>
                </c:pt>
                <c:pt idx="311">
                  <c:v>3.75</c:v>
                </c:pt>
                <c:pt idx="312">
                  <c:v>3.75</c:v>
                </c:pt>
                <c:pt idx="313">
                  <c:v>3.75</c:v>
                </c:pt>
                <c:pt idx="314">
                  <c:v>3.75</c:v>
                </c:pt>
                <c:pt idx="315">
                  <c:v>3.75</c:v>
                </c:pt>
                <c:pt idx="316">
                  <c:v>3.75</c:v>
                </c:pt>
                <c:pt idx="317">
                  <c:v>3.75</c:v>
                </c:pt>
                <c:pt idx="318">
                  <c:v>3.75</c:v>
                </c:pt>
                <c:pt idx="319">
                  <c:v>3.75</c:v>
                </c:pt>
                <c:pt idx="320">
                  <c:v>3.75</c:v>
                </c:pt>
                <c:pt idx="321">
                  <c:v>3.75</c:v>
                </c:pt>
                <c:pt idx="322">
                  <c:v>3.75</c:v>
                </c:pt>
                <c:pt idx="323">
                  <c:v>3.75</c:v>
                </c:pt>
                <c:pt idx="324">
                  <c:v>3.75</c:v>
                </c:pt>
                <c:pt idx="325">
                  <c:v>3.75</c:v>
                </c:pt>
                <c:pt idx="326">
                  <c:v>3.75</c:v>
                </c:pt>
                <c:pt idx="327">
                  <c:v>3.75</c:v>
                </c:pt>
                <c:pt idx="328">
                  <c:v>3.75</c:v>
                </c:pt>
                <c:pt idx="329">
                  <c:v>3.75</c:v>
                </c:pt>
                <c:pt idx="330">
                  <c:v>3.75</c:v>
                </c:pt>
                <c:pt idx="331">
                  <c:v>3.75</c:v>
                </c:pt>
                <c:pt idx="332">
                  <c:v>3.75</c:v>
                </c:pt>
                <c:pt idx="333">
                  <c:v>3.75</c:v>
                </c:pt>
                <c:pt idx="334">
                  <c:v>3.75</c:v>
                </c:pt>
                <c:pt idx="335">
                  <c:v>3.75</c:v>
                </c:pt>
                <c:pt idx="336">
                  <c:v>3.75</c:v>
                </c:pt>
                <c:pt idx="337">
                  <c:v>3.75</c:v>
                </c:pt>
                <c:pt idx="338">
                  <c:v>3.75</c:v>
                </c:pt>
                <c:pt idx="339">
                  <c:v>3.75</c:v>
                </c:pt>
                <c:pt idx="340">
                  <c:v>3.75</c:v>
                </c:pt>
                <c:pt idx="341">
                  <c:v>3.75</c:v>
                </c:pt>
                <c:pt idx="342">
                  <c:v>3.75</c:v>
                </c:pt>
                <c:pt idx="343">
                  <c:v>3.75</c:v>
                </c:pt>
                <c:pt idx="344">
                  <c:v>3.75</c:v>
                </c:pt>
                <c:pt idx="345">
                  <c:v>3.75</c:v>
                </c:pt>
                <c:pt idx="346">
                  <c:v>3.75</c:v>
                </c:pt>
                <c:pt idx="347">
                  <c:v>3.75</c:v>
                </c:pt>
                <c:pt idx="348">
                  <c:v>3.75</c:v>
                </c:pt>
                <c:pt idx="349">
                  <c:v>3.75</c:v>
                </c:pt>
                <c:pt idx="350">
                  <c:v>3.75</c:v>
                </c:pt>
                <c:pt idx="351">
                  <c:v>3.75</c:v>
                </c:pt>
                <c:pt idx="352">
                  <c:v>3.75</c:v>
                </c:pt>
                <c:pt idx="353">
                  <c:v>3.5</c:v>
                </c:pt>
                <c:pt idx="354">
                  <c:v>3.5</c:v>
                </c:pt>
                <c:pt idx="355">
                  <c:v>3.5</c:v>
                </c:pt>
                <c:pt idx="356">
                  <c:v>3.5</c:v>
                </c:pt>
                <c:pt idx="357">
                  <c:v>3.5</c:v>
                </c:pt>
                <c:pt idx="358">
                  <c:v>3.5</c:v>
                </c:pt>
                <c:pt idx="359">
                  <c:v>3.5</c:v>
                </c:pt>
                <c:pt idx="360">
                  <c:v>3.5</c:v>
                </c:pt>
                <c:pt idx="361">
                  <c:v>3.5</c:v>
                </c:pt>
                <c:pt idx="362">
                  <c:v>3.5</c:v>
                </c:pt>
                <c:pt idx="363">
                  <c:v>3.5</c:v>
                </c:pt>
                <c:pt idx="364">
                  <c:v>3.5</c:v>
                </c:pt>
                <c:pt idx="365">
                  <c:v>3.5</c:v>
                </c:pt>
                <c:pt idx="366">
                  <c:v>3.5</c:v>
                </c:pt>
                <c:pt idx="367">
                  <c:v>3.5</c:v>
                </c:pt>
                <c:pt idx="368">
                  <c:v>3.5</c:v>
                </c:pt>
                <c:pt idx="369">
                  <c:v>3.5</c:v>
                </c:pt>
                <c:pt idx="370">
                  <c:v>3.5</c:v>
                </c:pt>
                <c:pt idx="371">
                  <c:v>3.5</c:v>
                </c:pt>
                <c:pt idx="372">
                  <c:v>3.5</c:v>
                </c:pt>
                <c:pt idx="373">
                  <c:v>3.5</c:v>
                </c:pt>
                <c:pt idx="374">
                  <c:v>3.5</c:v>
                </c:pt>
                <c:pt idx="375">
                  <c:v>3.5</c:v>
                </c:pt>
                <c:pt idx="376">
                  <c:v>3.5</c:v>
                </c:pt>
                <c:pt idx="377">
                  <c:v>3.5</c:v>
                </c:pt>
                <c:pt idx="378">
                  <c:v>3.5</c:v>
                </c:pt>
                <c:pt idx="379">
                  <c:v>3.5</c:v>
                </c:pt>
                <c:pt idx="380">
                  <c:v>3.5</c:v>
                </c:pt>
                <c:pt idx="381">
                  <c:v>3.5</c:v>
                </c:pt>
                <c:pt idx="382">
                  <c:v>3.5</c:v>
                </c:pt>
                <c:pt idx="383">
                  <c:v>3.5</c:v>
                </c:pt>
                <c:pt idx="384">
                  <c:v>3.5</c:v>
                </c:pt>
                <c:pt idx="385">
                  <c:v>3.5</c:v>
                </c:pt>
                <c:pt idx="386">
                  <c:v>3.5</c:v>
                </c:pt>
                <c:pt idx="387">
                  <c:v>3.5</c:v>
                </c:pt>
                <c:pt idx="388">
                  <c:v>3.5</c:v>
                </c:pt>
                <c:pt idx="389">
                  <c:v>3.5</c:v>
                </c:pt>
                <c:pt idx="390">
                  <c:v>3.5</c:v>
                </c:pt>
                <c:pt idx="391">
                  <c:v>3.5</c:v>
                </c:pt>
                <c:pt idx="392">
                  <c:v>3.5</c:v>
                </c:pt>
                <c:pt idx="393">
                  <c:v>3.5</c:v>
                </c:pt>
                <c:pt idx="394">
                  <c:v>3.5</c:v>
                </c:pt>
                <c:pt idx="395">
                  <c:v>3.5</c:v>
                </c:pt>
                <c:pt idx="396">
                  <c:v>3.5</c:v>
                </c:pt>
                <c:pt idx="397">
                  <c:v>3.5</c:v>
                </c:pt>
                <c:pt idx="398">
                  <c:v>3.5</c:v>
                </c:pt>
                <c:pt idx="399">
                  <c:v>3.5</c:v>
                </c:pt>
                <c:pt idx="400">
                  <c:v>3.5</c:v>
                </c:pt>
                <c:pt idx="401">
                  <c:v>3.5</c:v>
                </c:pt>
                <c:pt idx="402">
                  <c:v>3.5</c:v>
                </c:pt>
                <c:pt idx="403">
                  <c:v>3.5</c:v>
                </c:pt>
                <c:pt idx="404">
                  <c:v>3.5</c:v>
                </c:pt>
                <c:pt idx="405">
                  <c:v>3.5</c:v>
                </c:pt>
                <c:pt idx="406">
                  <c:v>3.5</c:v>
                </c:pt>
                <c:pt idx="407">
                  <c:v>3.5</c:v>
                </c:pt>
                <c:pt idx="408">
                  <c:v>3.5</c:v>
                </c:pt>
                <c:pt idx="409">
                  <c:v>3.5</c:v>
                </c:pt>
                <c:pt idx="410">
                  <c:v>3.5</c:v>
                </c:pt>
                <c:pt idx="411">
                  <c:v>3.5</c:v>
                </c:pt>
                <c:pt idx="412">
                  <c:v>3.5</c:v>
                </c:pt>
                <c:pt idx="413">
                  <c:v>3.5</c:v>
                </c:pt>
                <c:pt idx="414">
                  <c:v>3.5</c:v>
                </c:pt>
                <c:pt idx="415">
                  <c:v>3.5</c:v>
                </c:pt>
                <c:pt idx="416">
                  <c:v>3.5</c:v>
                </c:pt>
                <c:pt idx="417">
                  <c:v>3.5</c:v>
                </c:pt>
                <c:pt idx="418">
                  <c:v>3.5</c:v>
                </c:pt>
                <c:pt idx="419">
                  <c:v>3.5</c:v>
                </c:pt>
                <c:pt idx="420">
                  <c:v>3.5</c:v>
                </c:pt>
                <c:pt idx="421">
                  <c:v>3.5</c:v>
                </c:pt>
                <c:pt idx="422">
                  <c:v>3.5</c:v>
                </c:pt>
                <c:pt idx="423">
                  <c:v>3.5</c:v>
                </c:pt>
                <c:pt idx="424">
                  <c:v>3.5</c:v>
                </c:pt>
                <c:pt idx="425">
                  <c:v>3.5</c:v>
                </c:pt>
                <c:pt idx="426">
                  <c:v>3.5</c:v>
                </c:pt>
                <c:pt idx="427">
                  <c:v>3.5</c:v>
                </c:pt>
                <c:pt idx="428">
                  <c:v>3.5</c:v>
                </c:pt>
                <c:pt idx="429">
                  <c:v>3.5</c:v>
                </c:pt>
                <c:pt idx="430">
                  <c:v>3.5</c:v>
                </c:pt>
                <c:pt idx="431">
                  <c:v>3.5</c:v>
                </c:pt>
                <c:pt idx="432">
                  <c:v>3.5</c:v>
                </c:pt>
                <c:pt idx="433">
                  <c:v>3.25</c:v>
                </c:pt>
                <c:pt idx="434">
                  <c:v>3.25</c:v>
                </c:pt>
                <c:pt idx="435">
                  <c:v>3.25</c:v>
                </c:pt>
                <c:pt idx="436">
                  <c:v>3.25</c:v>
                </c:pt>
                <c:pt idx="437">
                  <c:v>3.25</c:v>
                </c:pt>
                <c:pt idx="438">
                  <c:v>3.25</c:v>
                </c:pt>
                <c:pt idx="439">
                  <c:v>3.25</c:v>
                </c:pt>
                <c:pt idx="440">
                  <c:v>3.25</c:v>
                </c:pt>
                <c:pt idx="441">
                  <c:v>3.25</c:v>
                </c:pt>
                <c:pt idx="442">
                  <c:v>3.25</c:v>
                </c:pt>
                <c:pt idx="443">
                  <c:v>3.25</c:v>
                </c:pt>
                <c:pt idx="444">
                  <c:v>3.25</c:v>
                </c:pt>
                <c:pt idx="445">
                  <c:v>2.75</c:v>
                </c:pt>
                <c:pt idx="446">
                  <c:v>2.75</c:v>
                </c:pt>
                <c:pt idx="447">
                  <c:v>2.75</c:v>
                </c:pt>
                <c:pt idx="448">
                  <c:v>2.75</c:v>
                </c:pt>
                <c:pt idx="449">
                  <c:v>2.75</c:v>
                </c:pt>
                <c:pt idx="450">
                  <c:v>2.75</c:v>
                </c:pt>
                <c:pt idx="451">
                  <c:v>2.75</c:v>
                </c:pt>
                <c:pt idx="452">
                  <c:v>2.75</c:v>
                </c:pt>
                <c:pt idx="453">
                  <c:v>2.75</c:v>
                </c:pt>
                <c:pt idx="454">
                  <c:v>2.75</c:v>
                </c:pt>
                <c:pt idx="455">
                  <c:v>2.75</c:v>
                </c:pt>
                <c:pt idx="456">
                  <c:v>2.75</c:v>
                </c:pt>
                <c:pt idx="457">
                  <c:v>2.75</c:v>
                </c:pt>
                <c:pt idx="458">
                  <c:v>2.75</c:v>
                </c:pt>
                <c:pt idx="459">
                  <c:v>2.75</c:v>
                </c:pt>
                <c:pt idx="460">
                  <c:v>2.75</c:v>
                </c:pt>
                <c:pt idx="461">
                  <c:v>2.75</c:v>
                </c:pt>
                <c:pt idx="462">
                  <c:v>2.75</c:v>
                </c:pt>
                <c:pt idx="463">
                  <c:v>2.75</c:v>
                </c:pt>
                <c:pt idx="464">
                  <c:v>2.75</c:v>
                </c:pt>
                <c:pt idx="465">
                  <c:v>2.75</c:v>
                </c:pt>
                <c:pt idx="466">
                  <c:v>2.75</c:v>
                </c:pt>
                <c:pt idx="467">
                  <c:v>2.75</c:v>
                </c:pt>
                <c:pt idx="468">
                  <c:v>2.75</c:v>
                </c:pt>
                <c:pt idx="469">
                  <c:v>2.75</c:v>
                </c:pt>
                <c:pt idx="470">
                  <c:v>2.75</c:v>
                </c:pt>
                <c:pt idx="471">
                  <c:v>2.75</c:v>
                </c:pt>
                <c:pt idx="472">
                  <c:v>2.75</c:v>
                </c:pt>
                <c:pt idx="473">
                  <c:v>2.75</c:v>
                </c:pt>
                <c:pt idx="474">
                  <c:v>2.75</c:v>
                </c:pt>
                <c:pt idx="475">
                  <c:v>2.75</c:v>
                </c:pt>
                <c:pt idx="476">
                  <c:v>2.75</c:v>
                </c:pt>
                <c:pt idx="477">
                  <c:v>2.75</c:v>
                </c:pt>
                <c:pt idx="478">
                  <c:v>2.75</c:v>
                </c:pt>
                <c:pt idx="479">
                  <c:v>2.75</c:v>
                </c:pt>
                <c:pt idx="480">
                  <c:v>2.75</c:v>
                </c:pt>
                <c:pt idx="481">
                  <c:v>2.75</c:v>
                </c:pt>
                <c:pt idx="482">
                  <c:v>2.75</c:v>
                </c:pt>
                <c:pt idx="483">
                  <c:v>2.25</c:v>
                </c:pt>
                <c:pt idx="484">
                  <c:v>2.25</c:v>
                </c:pt>
                <c:pt idx="485">
                  <c:v>2.25</c:v>
                </c:pt>
                <c:pt idx="486">
                  <c:v>2.25</c:v>
                </c:pt>
                <c:pt idx="487">
                  <c:v>2.25</c:v>
                </c:pt>
                <c:pt idx="488">
                  <c:v>2.25</c:v>
                </c:pt>
                <c:pt idx="489">
                  <c:v>2.25</c:v>
                </c:pt>
                <c:pt idx="490">
                  <c:v>2.25</c:v>
                </c:pt>
                <c:pt idx="491">
                  <c:v>2.25</c:v>
                </c:pt>
                <c:pt idx="492">
                  <c:v>2.25</c:v>
                </c:pt>
                <c:pt idx="493">
                  <c:v>2.25</c:v>
                </c:pt>
                <c:pt idx="494">
                  <c:v>2.25</c:v>
                </c:pt>
                <c:pt idx="495">
                  <c:v>2.25</c:v>
                </c:pt>
                <c:pt idx="496">
                  <c:v>2.25</c:v>
                </c:pt>
                <c:pt idx="497">
                  <c:v>2.25</c:v>
                </c:pt>
                <c:pt idx="498">
                  <c:v>2.25</c:v>
                </c:pt>
                <c:pt idx="499">
                  <c:v>2.25</c:v>
                </c:pt>
                <c:pt idx="500">
                  <c:v>2.25</c:v>
                </c:pt>
                <c:pt idx="501">
                  <c:v>2.25</c:v>
                </c:pt>
                <c:pt idx="502">
                  <c:v>2.25</c:v>
                </c:pt>
                <c:pt idx="503">
                  <c:v>2.25</c:v>
                </c:pt>
                <c:pt idx="504">
                  <c:v>2.25</c:v>
                </c:pt>
                <c:pt idx="505">
                  <c:v>2.25</c:v>
                </c:pt>
                <c:pt idx="506">
                  <c:v>2.25</c:v>
                </c:pt>
                <c:pt idx="507">
                  <c:v>2.25</c:v>
                </c:pt>
                <c:pt idx="508">
                  <c:v>2.25</c:v>
                </c:pt>
                <c:pt idx="509">
                  <c:v>2.25</c:v>
                </c:pt>
                <c:pt idx="510">
                  <c:v>2.25</c:v>
                </c:pt>
                <c:pt idx="511">
                  <c:v>2.25</c:v>
                </c:pt>
                <c:pt idx="512">
                  <c:v>2.25</c:v>
                </c:pt>
                <c:pt idx="513">
                  <c:v>2.25</c:v>
                </c:pt>
                <c:pt idx="514">
                  <c:v>2.25</c:v>
                </c:pt>
                <c:pt idx="515">
                  <c:v>2.25</c:v>
                </c:pt>
                <c:pt idx="516">
                  <c:v>2.25</c:v>
                </c:pt>
                <c:pt idx="517">
                  <c:v>2.25</c:v>
                </c:pt>
                <c:pt idx="518">
                  <c:v>2.25</c:v>
                </c:pt>
                <c:pt idx="519">
                  <c:v>2.25</c:v>
                </c:pt>
                <c:pt idx="520">
                  <c:v>2.25</c:v>
                </c:pt>
                <c:pt idx="521">
                  <c:v>2.25</c:v>
                </c:pt>
                <c:pt idx="522">
                  <c:v>2.25</c:v>
                </c:pt>
                <c:pt idx="523">
                  <c:v>2.25</c:v>
                </c:pt>
                <c:pt idx="524">
                  <c:v>2.25</c:v>
                </c:pt>
                <c:pt idx="525">
                  <c:v>2.25</c:v>
                </c:pt>
                <c:pt idx="526">
                  <c:v>2.25</c:v>
                </c:pt>
                <c:pt idx="527">
                  <c:v>2.25</c:v>
                </c:pt>
                <c:pt idx="528">
                  <c:v>2.25</c:v>
                </c:pt>
                <c:pt idx="529">
                  <c:v>2.25</c:v>
                </c:pt>
                <c:pt idx="530">
                  <c:v>2.25</c:v>
                </c:pt>
                <c:pt idx="531">
                  <c:v>2.25</c:v>
                </c:pt>
                <c:pt idx="532">
                  <c:v>2.25</c:v>
                </c:pt>
                <c:pt idx="533">
                  <c:v>2.25</c:v>
                </c:pt>
                <c:pt idx="534">
                  <c:v>2.25</c:v>
                </c:pt>
                <c:pt idx="535">
                  <c:v>2.25</c:v>
                </c:pt>
                <c:pt idx="536">
                  <c:v>2.25</c:v>
                </c:pt>
                <c:pt idx="537">
                  <c:v>2.25</c:v>
                </c:pt>
                <c:pt idx="538">
                  <c:v>2.25</c:v>
                </c:pt>
                <c:pt idx="539">
                  <c:v>2.25</c:v>
                </c:pt>
                <c:pt idx="540">
                  <c:v>2.25</c:v>
                </c:pt>
                <c:pt idx="541">
                  <c:v>2.25</c:v>
                </c:pt>
                <c:pt idx="542">
                  <c:v>2.25</c:v>
                </c:pt>
                <c:pt idx="543">
                  <c:v>2.25</c:v>
                </c:pt>
                <c:pt idx="544">
                  <c:v>2.25</c:v>
                </c:pt>
                <c:pt idx="545">
                  <c:v>2.25</c:v>
                </c:pt>
                <c:pt idx="546">
                  <c:v>2.25</c:v>
                </c:pt>
                <c:pt idx="547">
                  <c:v>2.25</c:v>
                </c:pt>
                <c:pt idx="548">
                  <c:v>2.25</c:v>
                </c:pt>
                <c:pt idx="549">
                  <c:v>2.25</c:v>
                </c:pt>
                <c:pt idx="550">
                  <c:v>2.25</c:v>
                </c:pt>
                <c:pt idx="551">
                  <c:v>2.25</c:v>
                </c:pt>
                <c:pt idx="552">
                  <c:v>2.25</c:v>
                </c:pt>
                <c:pt idx="553">
                  <c:v>2.25</c:v>
                </c:pt>
                <c:pt idx="554">
                  <c:v>2.25</c:v>
                </c:pt>
                <c:pt idx="555">
                  <c:v>2.25</c:v>
                </c:pt>
                <c:pt idx="556">
                  <c:v>2.25</c:v>
                </c:pt>
                <c:pt idx="557">
                  <c:v>2.25</c:v>
                </c:pt>
                <c:pt idx="558">
                  <c:v>2.25</c:v>
                </c:pt>
                <c:pt idx="559">
                  <c:v>2.25</c:v>
                </c:pt>
                <c:pt idx="560">
                  <c:v>2.25</c:v>
                </c:pt>
                <c:pt idx="561">
                  <c:v>2.25</c:v>
                </c:pt>
                <c:pt idx="562">
                  <c:v>2.25</c:v>
                </c:pt>
                <c:pt idx="563">
                  <c:v>2.25</c:v>
                </c:pt>
                <c:pt idx="564">
                  <c:v>2.25</c:v>
                </c:pt>
                <c:pt idx="565">
                  <c:v>2.25</c:v>
                </c:pt>
                <c:pt idx="566">
                  <c:v>2.25</c:v>
                </c:pt>
                <c:pt idx="567">
                  <c:v>2.25</c:v>
                </c:pt>
                <c:pt idx="568">
                  <c:v>2.25</c:v>
                </c:pt>
                <c:pt idx="569">
                  <c:v>2.25</c:v>
                </c:pt>
                <c:pt idx="570">
                  <c:v>2.25</c:v>
                </c:pt>
                <c:pt idx="571">
                  <c:v>2.25</c:v>
                </c:pt>
                <c:pt idx="572">
                  <c:v>2.25</c:v>
                </c:pt>
                <c:pt idx="573">
                  <c:v>2.25</c:v>
                </c:pt>
                <c:pt idx="574">
                  <c:v>2.25</c:v>
                </c:pt>
                <c:pt idx="575">
                  <c:v>2.25</c:v>
                </c:pt>
                <c:pt idx="576">
                  <c:v>2.25</c:v>
                </c:pt>
                <c:pt idx="577">
                  <c:v>2.25</c:v>
                </c:pt>
                <c:pt idx="578">
                  <c:v>2.25</c:v>
                </c:pt>
                <c:pt idx="579">
                  <c:v>2.25</c:v>
                </c:pt>
                <c:pt idx="580">
                  <c:v>2.25</c:v>
                </c:pt>
                <c:pt idx="581">
                  <c:v>2.25</c:v>
                </c:pt>
                <c:pt idx="582">
                  <c:v>2.25</c:v>
                </c:pt>
                <c:pt idx="583">
                  <c:v>2.25</c:v>
                </c:pt>
                <c:pt idx="584">
                  <c:v>2.25</c:v>
                </c:pt>
                <c:pt idx="585">
                  <c:v>2.25</c:v>
                </c:pt>
                <c:pt idx="586">
                  <c:v>2.25</c:v>
                </c:pt>
                <c:pt idx="587">
                  <c:v>2.25</c:v>
                </c:pt>
                <c:pt idx="588">
                  <c:v>2.25</c:v>
                </c:pt>
                <c:pt idx="589">
                  <c:v>2.25</c:v>
                </c:pt>
                <c:pt idx="590">
                  <c:v>2.25</c:v>
                </c:pt>
                <c:pt idx="591">
                  <c:v>2.25</c:v>
                </c:pt>
                <c:pt idx="592">
                  <c:v>2.25</c:v>
                </c:pt>
                <c:pt idx="593">
                  <c:v>2.25</c:v>
                </c:pt>
                <c:pt idx="594">
                  <c:v>2.25</c:v>
                </c:pt>
                <c:pt idx="595">
                  <c:v>2.25</c:v>
                </c:pt>
                <c:pt idx="596">
                  <c:v>2.25</c:v>
                </c:pt>
                <c:pt idx="597">
                  <c:v>2.25</c:v>
                </c:pt>
                <c:pt idx="598">
                  <c:v>2.25</c:v>
                </c:pt>
                <c:pt idx="599">
                  <c:v>2.25</c:v>
                </c:pt>
                <c:pt idx="600">
                  <c:v>2.25</c:v>
                </c:pt>
                <c:pt idx="601">
                  <c:v>2.25</c:v>
                </c:pt>
                <c:pt idx="602">
                  <c:v>2.25</c:v>
                </c:pt>
                <c:pt idx="603">
                  <c:v>2.25</c:v>
                </c:pt>
                <c:pt idx="604">
                  <c:v>2.25</c:v>
                </c:pt>
                <c:pt idx="605">
                  <c:v>2.25</c:v>
                </c:pt>
                <c:pt idx="606">
                  <c:v>2.25</c:v>
                </c:pt>
                <c:pt idx="607">
                  <c:v>2.25</c:v>
                </c:pt>
                <c:pt idx="608">
                  <c:v>2.25</c:v>
                </c:pt>
                <c:pt idx="609">
                  <c:v>2.25</c:v>
                </c:pt>
                <c:pt idx="610">
                  <c:v>2.25</c:v>
                </c:pt>
                <c:pt idx="611">
                  <c:v>2.25</c:v>
                </c:pt>
                <c:pt idx="612">
                  <c:v>2.25</c:v>
                </c:pt>
                <c:pt idx="613">
                  <c:v>2.25</c:v>
                </c:pt>
                <c:pt idx="614">
                  <c:v>2.25</c:v>
                </c:pt>
                <c:pt idx="615">
                  <c:v>2.25</c:v>
                </c:pt>
                <c:pt idx="616">
                  <c:v>2.25</c:v>
                </c:pt>
                <c:pt idx="617">
                  <c:v>2.25</c:v>
                </c:pt>
                <c:pt idx="618">
                  <c:v>2.25</c:v>
                </c:pt>
                <c:pt idx="619">
                  <c:v>2.25</c:v>
                </c:pt>
                <c:pt idx="620">
                  <c:v>2.25</c:v>
                </c:pt>
                <c:pt idx="621">
                  <c:v>2.25</c:v>
                </c:pt>
                <c:pt idx="622">
                  <c:v>2.25</c:v>
                </c:pt>
                <c:pt idx="623">
                  <c:v>2.25</c:v>
                </c:pt>
                <c:pt idx="624">
                  <c:v>2.25</c:v>
                </c:pt>
                <c:pt idx="625">
                  <c:v>2.25</c:v>
                </c:pt>
                <c:pt idx="626">
                  <c:v>2.25</c:v>
                </c:pt>
                <c:pt idx="627">
                  <c:v>2.25</c:v>
                </c:pt>
                <c:pt idx="628">
                  <c:v>2.25</c:v>
                </c:pt>
                <c:pt idx="629">
                  <c:v>2.25</c:v>
                </c:pt>
                <c:pt idx="630">
                  <c:v>2.25</c:v>
                </c:pt>
                <c:pt idx="631">
                  <c:v>2.25</c:v>
                </c:pt>
                <c:pt idx="632">
                  <c:v>2.25</c:v>
                </c:pt>
                <c:pt idx="633">
                  <c:v>2.25</c:v>
                </c:pt>
                <c:pt idx="634">
                  <c:v>2.25</c:v>
                </c:pt>
                <c:pt idx="635">
                  <c:v>2.25</c:v>
                </c:pt>
                <c:pt idx="636">
                  <c:v>2.25</c:v>
                </c:pt>
                <c:pt idx="637">
                  <c:v>2.25</c:v>
                </c:pt>
                <c:pt idx="638">
                  <c:v>2.25</c:v>
                </c:pt>
                <c:pt idx="639">
                  <c:v>2.25</c:v>
                </c:pt>
                <c:pt idx="640">
                  <c:v>2.25</c:v>
                </c:pt>
                <c:pt idx="641">
                  <c:v>2.25</c:v>
                </c:pt>
                <c:pt idx="642">
                  <c:v>2.25</c:v>
                </c:pt>
                <c:pt idx="643">
                  <c:v>2.25</c:v>
                </c:pt>
                <c:pt idx="644">
                  <c:v>2.25</c:v>
                </c:pt>
                <c:pt idx="645">
                  <c:v>2.25</c:v>
                </c:pt>
                <c:pt idx="646">
                  <c:v>2.25</c:v>
                </c:pt>
                <c:pt idx="647">
                  <c:v>2.25</c:v>
                </c:pt>
                <c:pt idx="648">
                  <c:v>2.25</c:v>
                </c:pt>
                <c:pt idx="649">
                  <c:v>2.25</c:v>
                </c:pt>
                <c:pt idx="650">
                  <c:v>2.25</c:v>
                </c:pt>
                <c:pt idx="651">
                  <c:v>2.25</c:v>
                </c:pt>
                <c:pt idx="652">
                  <c:v>2.25</c:v>
                </c:pt>
                <c:pt idx="653">
                  <c:v>2.25</c:v>
                </c:pt>
                <c:pt idx="654">
                  <c:v>2.25</c:v>
                </c:pt>
                <c:pt idx="655">
                  <c:v>2.25</c:v>
                </c:pt>
                <c:pt idx="656">
                  <c:v>2.25</c:v>
                </c:pt>
                <c:pt idx="657">
                  <c:v>2.25</c:v>
                </c:pt>
                <c:pt idx="658">
                  <c:v>2.25</c:v>
                </c:pt>
                <c:pt idx="659">
                  <c:v>2.25</c:v>
                </c:pt>
                <c:pt idx="660">
                  <c:v>2.25</c:v>
                </c:pt>
                <c:pt idx="661">
                  <c:v>2.25</c:v>
                </c:pt>
                <c:pt idx="662">
                  <c:v>2.25</c:v>
                </c:pt>
                <c:pt idx="663">
                  <c:v>2.25</c:v>
                </c:pt>
                <c:pt idx="664">
                  <c:v>2.25</c:v>
                </c:pt>
                <c:pt idx="665">
                  <c:v>2.25</c:v>
                </c:pt>
                <c:pt idx="666">
                  <c:v>2.25</c:v>
                </c:pt>
                <c:pt idx="667">
                  <c:v>2.25</c:v>
                </c:pt>
                <c:pt idx="668">
                  <c:v>2.25</c:v>
                </c:pt>
                <c:pt idx="669">
                  <c:v>2.25</c:v>
                </c:pt>
                <c:pt idx="670">
                  <c:v>2.25</c:v>
                </c:pt>
                <c:pt idx="671">
                  <c:v>2.25</c:v>
                </c:pt>
                <c:pt idx="672">
                  <c:v>2.25</c:v>
                </c:pt>
                <c:pt idx="673">
                  <c:v>2.25</c:v>
                </c:pt>
                <c:pt idx="674">
                  <c:v>2.25</c:v>
                </c:pt>
                <c:pt idx="675">
                  <c:v>2.25</c:v>
                </c:pt>
                <c:pt idx="676">
                  <c:v>2.25</c:v>
                </c:pt>
                <c:pt idx="677">
                  <c:v>2.25</c:v>
                </c:pt>
                <c:pt idx="678">
                  <c:v>2.25</c:v>
                </c:pt>
                <c:pt idx="679">
                  <c:v>2.25</c:v>
                </c:pt>
                <c:pt idx="680">
                  <c:v>2.25</c:v>
                </c:pt>
                <c:pt idx="681">
                  <c:v>2.25</c:v>
                </c:pt>
                <c:pt idx="682">
                  <c:v>2.25</c:v>
                </c:pt>
                <c:pt idx="683">
                  <c:v>2.25</c:v>
                </c:pt>
                <c:pt idx="684">
                  <c:v>2.25</c:v>
                </c:pt>
                <c:pt idx="685">
                  <c:v>2.25</c:v>
                </c:pt>
                <c:pt idx="686">
                  <c:v>2.25</c:v>
                </c:pt>
                <c:pt idx="687">
                  <c:v>2.25</c:v>
                </c:pt>
                <c:pt idx="688">
                  <c:v>2.25</c:v>
                </c:pt>
                <c:pt idx="689">
                  <c:v>2.25</c:v>
                </c:pt>
                <c:pt idx="690">
                  <c:v>2.25</c:v>
                </c:pt>
                <c:pt idx="691">
                  <c:v>2.25</c:v>
                </c:pt>
                <c:pt idx="692">
                  <c:v>2.25</c:v>
                </c:pt>
                <c:pt idx="693">
                  <c:v>2.25</c:v>
                </c:pt>
                <c:pt idx="694">
                  <c:v>2.25</c:v>
                </c:pt>
                <c:pt idx="695">
                  <c:v>2.25</c:v>
                </c:pt>
                <c:pt idx="696">
                  <c:v>2.25</c:v>
                </c:pt>
                <c:pt idx="697">
                  <c:v>2.25</c:v>
                </c:pt>
                <c:pt idx="698">
                  <c:v>2.25</c:v>
                </c:pt>
                <c:pt idx="699">
                  <c:v>2.25</c:v>
                </c:pt>
                <c:pt idx="700">
                  <c:v>2.25</c:v>
                </c:pt>
                <c:pt idx="701">
                  <c:v>2.25</c:v>
                </c:pt>
                <c:pt idx="702">
                  <c:v>2.25</c:v>
                </c:pt>
                <c:pt idx="703">
                  <c:v>2.25</c:v>
                </c:pt>
                <c:pt idx="704">
                  <c:v>2.25</c:v>
                </c:pt>
                <c:pt idx="705">
                  <c:v>2.25</c:v>
                </c:pt>
                <c:pt idx="706">
                  <c:v>2.25</c:v>
                </c:pt>
                <c:pt idx="707">
                  <c:v>2.25</c:v>
                </c:pt>
                <c:pt idx="708">
                  <c:v>2.25</c:v>
                </c:pt>
                <c:pt idx="709">
                  <c:v>2.25</c:v>
                </c:pt>
                <c:pt idx="710">
                  <c:v>2.25</c:v>
                </c:pt>
                <c:pt idx="711">
                  <c:v>2.25</c:v>
                </c:pt>
                <c:pt idx="712">
                  <c:v>2.25</c:v>
                </c:pt>
                <c:pt idx="713">
                  <c:v>2.25</c:v>
                </c:pt>
                <c:pt idx="714">
                  <c:v>2.25</c:v>
                </c:pt>
                <c:pt idx="715">
                  <c:v>2.25</c:v>
                </c:pt>
                <c:pt idx="716">
                  <c:v>2.25</c:v>
                </c:pt>
                <c:pt idx="717">
                  <c:v>2.25</c:v>
                </c:pt>
                <c:pt idx="718">
                  <c:v>2.25</c:v>
                </c:pt>
                <c:pt idx="719">
                  <c:v>2.25</c:v>
                </c:pt>
                <c:pt idx="720">
                  <c:v>2.25</c:v>
                </c:pt>
                <c:pt idx="721">
                  <c:v>2.25</c:v>
                </c:pt>
                <c:pt idx="722">
                  <c:v>2.25</c:v>
                </c:pt>
                <c:pt idx="723">
                  <c:v>2.25</c:v>
                </c:pt>
                <c:pt idx="724">
                  <c:v>2.25</c:v>
                </c:pt>
                <c:pt idx="725">
                  <c:v>2.25</c:v>
                </c:pt>
                <c:pt idx="726">
                  <c:v>2.25</c:v>
                </c:pt>
                <c:pt idx="727">
                  <c:v>2.25</c:v>
                </c:pt>
                <c:pt idx="728">
                  <c:v>2.25</c:v>
                </c:pt>
                <c:pt idx="729">
                  <c:v>2.25</c:v>
                </c:pt>
                <c:pt idx="730">
                  <c:v>2.25</c:v>
                </c:pt>
                <c:pt idx="731">
                  <c:v>2.25</c:v>
                </c:pt>
                <c:pt idx="732">
                  <c:v>2.25</c:v>
                </c:pt>
                <c:pt idx="733">
                  <c:v>2.25</c:v>
                </c:pt>
                <c:pt idx="734">
                  <c:v>2.25</c:v>
                </c:pt>
                <c:pt idx="735">
                  <c:v>2.25</c:v>
                </c:pt>
                <c:pt idx="736">
                  <c:v>2.25</c:v>
                </c:pt>
                <c:pt idx="737">
                  <c:v>2.25</c:v>
                </c:pt>
                <c:pt idx="738">
                  <c:v>2.25</c:v>
                </c:pt>
                <c:pt idx="739">
                  <c:v>2.25</c:v>
                </c:pt>
                <c:pt idx="740">
                  <c:v>2.25</c:v>
                </c:pt>
                <c:pt idx="741">
                  <c:v>2.25</c:v>
                </c:pt>
                <c:pt idx="742">
                  <c:v>2.25</c:v>
                </c:pt>
                <c:pt idx="743">
                  <c:v>2.25</c:v>
                </c:pt>
                <c:pt idx="744">
                  <c:v>2.25</c:v>
                </c:pt>
                <c:pt idx="745">
                  <c:v>2.25</c:v>
                </c:pt>
                <c:pt idx="746">
                  <c:v>2.25</c:v>
                </c:pt>
                <c:pt idx="747">
                  <c:v>2.25</c:v>
                </c:pt>
                <c:pt idx="748">
                  <c:v>2.25</c:v>
                </c:pt>
                <c:pt idx="749">
                  <c:v>2.25</c:v>
                </c:pt>
                <c:pt idx="750">
                  <c:v>2.25</c:v>
                </c:pt>
                <c:pt idx="751">
                  <c:v>2.25</c:v>
                </c:pt>
                <c:pt idx="752">
                  <c:v>2.25</c:v>
                </c:pt>
                <c:pt idx="753">
                  <c:v>2.25</c:v>
                </c:pt>
                <c:pt idx="754">
                  <c:v>2.25</c:v>
                </c:pt>
                <c:pt idx="755">
                  <c:v>2.25</c:v>
                </c:pt>
                <c:pt idx="756">
                  <c:v>2.25</c:v>
                </c:pt>
                <c:pt idx="757">
                  <c:v>2.25</c:v>
                </c:pt>
                <c:pt idx="758">
                  <c:v>2.25</c:v>
                </c:pt>
                <c:pt idx="759">
                  <c:v>2.25</c:v>
                </c:pt>
                <c:pt idx="760">
                  <c:v>2.25</c:v>
                </c:pt>
                <c:pt idx="761">
                  <c:v>2.25</c:v>
                </c:pt>
                <c:pt idx="762">
                  <c:v>2.25</c:v>
                </c:pt>
                <c:pt idx="763">
                  <c:v>2.25</c:v>
                </c:pt>
                <c:pt idx="764">
                  <c:v>1.75</c:v>
                </c:pt>
                <c:pt idx="765">
                  <c:v>1.75</c:v>
                </c:pt>
                <c:pt idx="766">
                  <c:v>1.75</c:v>
                </c:pt>
                <c:pt idx="767">
                  <c:v>1.75</c:v>
                </c:pt>
                <c:pt idx="768">
                  <c:v>1.75</c:v>
                </c:pt>
                <c:pt idx="769">
                  <c:v>1.75</c:v>
                </c:pt>
                <c:pt idx="770">
                  <c:v>1.75</c:v>
                </c:pt>
                <c:pt idx="771">
                  <c:v>1.75</c:v>
                </c:pt>
                <c:pt idx="772">
                  <c:v>1.75</c:v>
                </c:pt>
                <c:pt idx="773">
                  <c:v>1.75</c:v>
                </c:pt>
                <c:pt idx="774">
                  <c:v>1.75</c:v>
                </c:pt>
                <c:pt idx="775">
                  <c:v>1.75</c:v>
                </c:pt>
                <c:pt idx="776">
                  <c:v>1.75</c:v>
                </c:pt>
                <c:pt idx="777">
                  <c:v>1.75</c:v>
                </c:pt>
                <c:pt idx="778">
                  <c:v>1.75</c:v>
                </c:pt>
                <c:pt idx="779">
                  <c:v>1.75</c:v>
                </c:pt>
                <c:pt idx="780">
                  <c:v>1.75</c:v>
                </c:pt>
                <c:pt idx="781">
                  <c:v>1.75</c:v>
                </c:pt>
                <c:pt idx="782">
                  <c:v>1.75</c:v>
                </c:pt>
                <c:pt idx="783">
                  <c:v>1.75</c:v>
                </c:pt>
                <c:pt idx="784">
                  <c:v>1.75</c:v>
                </c:pt>
                <c:pt idx="785">
                  <c:v>1.75</c:v>
                </c:pt>
                <c:pt idx="786">
                  <c:v>1.75</c:v>
                </c:pt>
                <c:pt idx="787">
                  <c:v>1.75</c:v>
                </c:pt>
                <c:pt idx="788">
                  <c:v>1.75</c:v>
                </c:pt>
                <c:pt idx="789">
                  <c:v>1.75</c:v>
                </c:pt>
                <c:pt idx="790">
                  <c:v>1.75</c:v>
                </c:pt>
                <c:pt idx="791">
                  <c:v>1.75</c:v>
                </c:pt>
                <c:pt idx="792">
                  <c:v>1.75</c:v>
                </c:pt>
                <c:pt idx="793">
                  <c:v>1.75</c:v>
                </c:pt>
                <c:pt idx="794">
                  <c:v>1.75</c:v>
                </c:pt>
                <c:pt idx="795">
                  <c:v>1.75</c:v>
                </c:pt>
                <c:pt idx="796">
                  <c:v>1.75</c:v>
                </c:pt>
                <c:pt idx="797">
                  <c:v>1.75</c:v>
                </c:pt>
                <c:pt idx="798">
                  <c:v>1.75</c:v>
                </c:pt>
                <c:pt idx="799">
                  <c:v>1.75</c:v>
                </c:pt>
                <c:pt idx="800">
                  <c:v>1.75</c:v>
                </c:pt>
                <c:pt idx="801">
                  <c:v>1.75</c:v>
                </c:pt>
                <c:pt idx="802">
                  <c:v>1.75</c:v>
                </c:pt>
                <c:pt idx="803">
                  <c:v>1.75</c:v>
                </c:pt>
                <c:pt idx="804">
                  <c:v>1.75</c:v>
                </c:pt>
                <c:pt idx="805">
                  <c:v>1.75</c:v>
                </c:pt>
                <c:pt idx="806">
                  <c:v>1.75</c:v>
                </c:pt>
                <c:pt idx="807">
                  <c:v>1.75</c:v>
                </c:pt>
                <c:pt idx="808">
                  <c:v>1.75</c:v>
                </c:pt>
                <c:pt idx="809">
                  <c:v>1.75</c:v>
                </c:pt>
                <c:pt idx="810">
                  <c:v>1.75</c:v>
                </c:pt>
                <c:pt idx="811">
                  <c:v>1.75</c:v>
                </c:pt>
                <c:pt idx="812">
                  <c:v>1.75</c:v>
                </c:pt>
                <c:pt idx="813">
                  <c:v>1.75</c:v>
                </c:pt>
                <c:pt idx="814">
                  <c:v>1.75</c:v>
                </c:pt>
                <c:pt idx="815">
                  <c:v>1.75</c:v>
                </c:pt>
                <c:pt idx="816">
                  <c:v>1.75</c:v>
                </c:pt>
                <c:pt idx="817">
                  <c:v>1.75</c:v>
                </c:pt>
                <c:pt idx="818">
                  <c:v>1.75</c:v>
                </c:pt>
                <c:pt idx="819">
                  <c:v>1.75</c:v>
                </c:pt>
                <c:pt idx="820">
                  <c:v>1.75</c:v>
                </c:pt>
                <c:pt idx="821">
                  <c:v>1.75</c:v>
                </c:pt>
                <c:pt idx="822">
                  <c:v>1.75</c:v>
                </c:pt>
                <c:pt idx="823">
                  <c:v>1.75</c:v>
                </c:pt>
                <c:pt idx="824">
                  <c:v>1.75</c:v>
                </c:pt>
                <c:pt idx="825">
                  <c:v>1.75</c:v>
                </c:pt>
                <c:pt idx="826">
                  <c:v>1.75</c:v>
                </c:pt>
                <c:pt idx="827">
                  <c:v>1.75</c:v>
                </c:pt>
                <c:pt idx="828">
                  <c:v>1.5</c:v>
                </c:pt>
                <c:pt idx="829">
                  <c:v>1.5</c:v>
                </c:pt>
                <c:pt idx="830">
                  <c:v>1.5</c:v>
                </c:pt>
                <c:pt idx="831">
                  <c:v>1.5</c:v>
                </c:pt>
                <c:pt idx="832">
                  <c:v>1.5</c:v>
                </c:pt>
                <c:pt idx="833">
                  <c:v>1.5</c:v>
                </c:pt>
                <c:pt idx="834">
                  <c:v>1.5</c:v>
                </c:pt>
                <c:pt idx="835">
                  <c:v>1.5</c:v>
                </c:pt>
                <c:pt idx="836">
                  <c:v>1.5</c:v>
                </c:pt>
                <c:pt idx="837">
                  <c:v>1.5</c:v>
                </c:pt>
                <c:pt idx="838">
                  <c:v>1.5</c:v>
                </c:pt>
                <c:pt idx="839">
                  <c:v>1.5</c:v>
                </c:pt>
                <c:pt idx="840">
                  <c:v>1.5</c:v>
                </c:pt>
                <c:pt idx="841">
                  <c:v>1.5</c:v>
                </c:pt>
                <c:pt idx="842">
                  <c:v>1.5</c:v>
                </c:pt>
                <c:pt idx="843">
                  <c:v>1.5</c:v>
                </c:pt>
                <c:pt idx="844">
                  <c:v>1.5</c:v>
                </c:pt>
                <c:pt idx="845">
                  <c:v>1.5</c:v>
                </c:pt>
                <c:pt idx="846">
                  <c:v>1.5</c:v>
                </c:pt>
                <c:pt idx="847">
                  <c:v>1.5</c:v>
                </c:pt>
                <c:pt idx="848">
                  <c:v>1.5</c:v>
                </c:pt>
                <c:pt idx="849">
                  <c:v>1.5</c:v>
                </c:pt>
                <c:pt idx="850">
                  <c:v>1.5</c:v>
                </c:pt>
                <c:pt idx="851">
                  <c:v>1.5</c:v>
                </c:pt>
                <c:pt idx="852">
                  <c:v>1.5</c:v>
                </c:pt>
                <c:pt idx="853">
                  <c:v>1.5</c:v>
                </c:pt>
                <c:pt idx="854">
                  <c:v>1.5</c:v>
                </c:pt>
                <c:pt idx="855">
                  <c:v>1.5</c:v>
                </c:pt>
                <c:pt idx="856">
                  <c:v>1.5</c:v>
                </c:pt>
                <c:pt idx="857">
                  <c:v>1.5</c:v>
                </c:pt>
                <c:pt idx="858">
                  <c:v>1.5</c:v>
                </c:pt>
                <c:pt idx="859">
                  <c:v>1.5</c:v>
                </c:pt>
                <c:pt idx="860">
                  <c:v>1.5</c:v>
                </c:pt>
                <c:pt idx="861">
                  <c:v>1.5</c:v>
                </c:pt>
                <c:pt idx="862">
                  <c:v>1.5</c:v>
                </c:pt>
                <c:pt idx="863">
                  <c:v>1.5</c:v>
                </c:pt>
                <c:pt idx="864">
                  <c:v>1.5</c:v>
                </c:pt>
                <c:pt idx="865">
                  <c:v>1.5</c:v>
                </c:pt>
                <c:pt idx="866">
                  <c:v>1.5</c:v>
                </c:pt>
                <c:pt idx="867">
                  <c:v>1.5</c:v>
                </c:pt>
                <c:pt idx="868">
                  <c:v>1.5</c:v>
                </c:pt>
                <c:pt idx="869">
                  <c:v>1.5</c:v>
                </c:pt>
                <c:pt idx="870">
                  <c:v>1.5</c:v>
                </c:pt>
                <c:pt idx="871">
                  <c:v>1.5</c:v>
                </c:pt>
                <c:pt idx="872">
                  <c:v>1.5</c:v>
                </c:pt>
                <c:pt idx="873">
                  <c:v>1.5</c:v>
                </c:pt>
                <c:pt idx="874">
                  <c:v>1.5</c:v>
                </c:pt>
                <c:pt idx="875">
                  <c:v>1.5</c:v>
                </c:pt>
                <c:pt idx="876">
                  <c:v>1.5</c:v>
                </c:pt>
                <c:pt idx="877">
                  <c:v>1.5</c:v>
                </c:pt>
                <c:pt idx="878">
                  <c:v>1.5</c:v>
                </c:pt>
                <c:pt idx="879">
                  <c:v>1.5</c:v>
                </c:pt>
                <c:pt idx="880">
                  <c:v>1.5</c:v>
                </c:pt>
                <c:pt idx="881">
                  <c:v>1.5</c:v>
                </c:pt>
                <c:pt idx="882">
                  <c:v>1.5</c:v>
                </c:pt>
                <c:pt idx="883">
                  <c:v>1.5</c:v>
                </c:pt>
                <c:pt idx="884">
                  <c:v>1.5</c:v>
                </c:pt>
                <c:pt idx="885">
                  <c:v>1.5</c:v>
                </c:pt>
                <c:pt idx="886">
                  <c:v>1.5</c:v>
                </c:pt>
                <c:pt idx="887">
                  <c:v>1.5</c:v>
                </c:pt>
                <c:pt idx="888">
                  <c:v>1.5</c:v>
                </c:pt>
                <c:pt idx="889">
                  <c:v>1.5</c:v>
                </c:pt>
                <c:pt idx="890">
                  <c:v>1.5</c:v>
                </c:pt>
                <c:pt idx="891">
                  <c:v>1.5</c:v>
                </c:pt>
                <c:pt idx="892">
                  <c:v>1.5</c:v>
                </c:pt>
                <c:pt idx="893">
                  <c:v>1</c:v>
                </c:pt>
                <c:pt idx="894">
                  <c:v>1</c:v>
                </c:pt>
                <c:pt idx="895">
                  <c:v>1</c:v>
                </c:pt>
                <c:pt idx="896">
                  <c:v>1</c:v>
                </c:pt>
                <c:pt idx="897">
                  <c:v>1</c:v>
                </c:pt>
                <c:pt idx="898">
                  <c:v>1</c:v>
                </c:pt>
                <c:pt idx="899">
                  <c:v>1</c:v>
                </c:pt>
                <c:pt idx="900">
                  <c:v>1</c:v>
                </c:pt>
                <c:pt idx="901">
                  <c:v>1</c:v>
                </c:pt>
                <c:pt idx="902">
                  <c:v>1</c:v>
                </c:pt>
                <c:pt idx="903">
                  <c:v>1</c:v>
                </c:pt>
                <c:pt idx="904">
                  <c:v>1</c:v>
                </c:pt>
                <c:pt idx="905">
                  <c:v>1</c:v>
                </c:pt>
                <c:pt idx="906">
                  <c:v>1</c:v>
                </c:pt>
                <c:pt idx="907">
                  <c:v>1</c:v>
                </c:pt>
                <c:pt idx="908">
                  <c:v>1</c:v>
                </c:pt>
                <c:pt idx="909">
                  <c:v>1</c:v>
                </c:pt>
                <c:pt idx="910">
                  <c:v>1</c:v>
                </c:pt>
                <c:pt idx="911">
                  <c:v>1</c:v>
                </c:pt>
                <c:pt idx="912">
                  <c:v>1</c:v>
                </c:pt>
                <c:pt idx="913">
                  <c:v>1</c:v>
                </c:pt>
                <c:pt idx="914">
                  <c:v>1</c:v>
                </c:pt>
                <c:pt idx="915">
                  <c:v>1</c:v>
                </c:pt>
                <c:pt idx="916">
                  <c:v>1</c:v>
                </c:pt>
                <c:pt idx="917">
                  <c:v>1</c:v>
                </c:pt>
                <c:pt idx="918">
                  <c:v>1</c:v>
                </c:pt>
                <c:pt idx="919">
                  <c:v>1</c:v>
                </c:pt>
                <c:pt idx="920">
                  <c:v>1</c:v>
                </c:pt>
                <c:pt idx="921">
                  <c:v>1</c:v>
                </c:pt>
                <c:pt idx="922">
                  <c:v>1</c:v>
                </c:pt>
                <c:pt idx="923">
                  <c:v>1</c:v>
                </c:pt>
                <c:pt idx="924">
                  <c:v>1</c:v>
                </c:pt>
                <c:pt idx="925">
                  <c:v>1</c:v>
                </c:pt>
                <c:pt idx="926">
                  <c:v>1</c:v>
                </c:pt>
                <c:pt idx="927">
                  <c:v>1</c:v>
                </c:pt>
                <c:pt idx="928">
                  <c:v>1</c:v>
                </c:pt>
                <c:pt idx="929">
                  <c:v>1</c:v>
                </c:pt>
                <c:pt idx="930">
                  <c:v>1</c:v>
                </c:pt>
                <c:pt idx="931">
                  <c:v>1</c:v>
                </c:pt>
                <c:pt idx="932">
                  <c:v>1</c:v>
                </c:pt>
                <c:pt idx="933">
                  <c:v>1</c:v>
                </c:pt>
                <c:pt idx="934">
                  <c:v>1</c:v>
                </c:pt>
                <c:pt idx="935">
                  <c:v>1</c:v>
                </c:pt>
                <c:pt idx="936">
                  <c:v>1</c:v>
                </c:pt>
                <c:pt idx="937">
                  <c:v>1</c:v>
                </c:pt>
                <c:pt idx="938">
                  <c:v>1</c:v>
                </c:pt>
                <c:pt idx="939">
                  <c:v>1</c:v>
                </c:pt>
                <c:pt idx="940">
                  <c:v>1</c:v>
                </c:pt>
                <c:pt idx="941">
                  <c:v>1</c:v>
                </c:pt>
                <c:pt idx="942">
                  <c:v>1</c:v>
                </c:pt>
                <c:pt idx="943">
                  <c:v>1</c:v>
                </c:pt>
                <c:pt idx="944">
                  <c:v>1</c:v>
                </c:pt>
                <c:pt idx="945">
                  <c:v>1</c:v>
                </c:pt>
                <c:pt idx="946">
                  <c:v>1</c:v>
                </c:pt>
                <c:pt idx="947">
                  <c:v>1</c:v>
                </c:pt>
                <c:pt idx="948">
                  <c:v>1</c:v>
                </c:pt>
                <c:pt idx="949">
                  <c:v>1</c:v>
                </c:pt>
                <c:pt idx="950">
                  <c:v>1</c:v>
                </c:pt>
                <c:pt idx="951">
                  <c:v>1</c:v>
                </c:pt>
                <c:pt idx="952">
                  <c:v>1</c:v>
                </c:pt>
                <c:pt idx="953">
                  <c:v>1</c:v>
                </c:pt>
                <c:pt idx="954">
                  <c:v>1</c:v>
                </c:pt>
                <c:pt idx="955">
                  <c:v>1</c:v>
                </c:pt>
                <c:pt idx="956">
                  <c:v>1</c:v>
                </c:pt>
                <c:pt idx="957">
                  <c:v>1</c:v>
                </c:pt>
                <c:pt idx="958">
                  <c:v>1</c:v>
                </c:pt>
                <c:pt idx="959">
                  <c:v>1</c:v>
                </c:pt>
                <c:pt idx="960">
                  <c:v>1</c:v>
                </c:pt>
                <c:pt idx="961">
                  <c:v>1</c:v>
                </c:pt>
                <c:pt idx="962">
                  <c:v>1</c:v>
                </c:pt>
                <c:pt idx="963">
                  <c:v>1</c:v>
                </c:pt>
                <c:pt idx="964">
                  <c:v>1</c:v>
                </c:pt>
                <c:pt idx="965">
                  <c:v>1</c:v>
                </c:pt>
                <c:pt idx="966">
                  <c:v>1</c:v>
                </c:pt>
                <c:pt idx="967">
                  <c:v>1</c:v>
                </c:pt>
                <c:pt idx="968">
                  <c:v>1</c:v>
                </c:pt>
                <c:pt idx="969">
                  <c:v>1</c:v>
                </c:pt>
                <c:pt idx="970">
                  <c:v>1</c:v>
                </c:pt>
                <c:pt idx="971">
                  <c:v>1</c:v>
                </c:pt>
                <c:pt idx="972">
                  <c:v>1</c:v>
                </c:pt>
                <c:pt idx="973">
                  <c:v>1</c:v>
                </c:pt>
                <c:pt idx="974">
                  <c:v>1</c:v>
                </c:pt>
                <c:pt idx="975">
                  <c:v>1</c:v>
                </c:pt>
                <c:pt idx="976">
                  <c:v>1</c:v>
                </c:pt>
                <c:pt idx="977">
                  <c:v>1</c:v>
                </c:pt>
                <c:pt idx="978">
                  <c:v>1</c:v>
                </c:pt>
                <c:pt idx="979">
                  <c:v>1</c:v>
                </c:pt>
                <c:pt idx="980">
                  <c:v>1</c:v>
                </c:pt>
                <c:pt idx="981">
                  <c:v>1</c:v>
                </c:pt>
                <c:pt idx="982">
                  <c:v>1</c:v>
                </c:pt>
                <c:pt idx="983">
                  <c:v>1</c:v>
                </c:pt>
                <c:pt idx="984">
                  <c:v>1</c:v>
                </c:pt>
                <c:pt idx="985">
                  <c:v>1</c:v>
                </c:pt>
                <c:pt idx="986">
                  <c:v>1</c:v>
                </c:pt>
                <c:pt idx="987">
                  <c:v>1</c:v>
                </c:pt>
                <c:pt idx="988">
                  <c:v>1</c:v>
                </c:pt>
                <c:pt idx="989">
                  <c:v>1</c:v>
                </c:pt>
                <c:pt idx="990">
                  <c:v>1</c:v>
                </c:pt>
                <c:pt idx="991">
                  <c:v>1</c:v>
                </c:pt>
                <c:pt idx="992">
                  <c:v>1</c:v>
                </c:pt>
                <c:pt idx="993">
                  <c:v>1</c:v>
                </c:pt>
                <c:pt idx="994">
                  <c:v>1</c:v>
                </c:pt>
                <c:pt idx="995">
                  <c:v>1</c:v>
                </c:pt>
                <c:pt idx="996">
                  <c:v>1</c:v>
                </c:pt>
                <c:pt idx="997">
                  <c:v>1</c:v>
                </c:pt>
                <c:pt idx="998">
                  <c:v>1</c:v>
                </c:pt>
                <c:pt idx="999">
                  <c:v>1</c:v>
                </c:pt>
                <c:pt idx="1000">
                  <c:v>1</c:v>
                </c:pt>
                <c:pt idx="1001">
                  <c:v>1</c:v>
                </c:pt>
                <c:pt idx="1002">
                  <c:v>1</c:v>
                </c:pt>
                <c:pt idx="1003">
                  <c:v>1</c:v>
                </c:pt>
                <c:pt idx="1004">
                  <c:v>1</c:v>
                </c:pt>
                <c:pt idx="1005">
                  <c:v>1</c:v>
                </c:pt>
                <c:pt idx="1006">
                  <c:v>1</c:v>
                </c:pt>
                <c:pt idx="1007">
                  <c:v>1</c:v>
                </c:pt>
                <c:pt idx="1008">
                  <c:v>1</c:v>
                </c:pt>
                <c:pt idx="1009">
                  <c:v>1</c:v>
                </c:pt>
                <c:pt idx="1010">
                  <c:v>1</c:v>
                </c:pt>
                <c:pt idx="1011">
                  <c:v>1</c:v>
                </c:pt>
                <c:pt idx="1012">
                  <c:v>1</c:v>
                </c:pt>
                <c:pt idx="1013">
                  <c:v>1</c:v>
                </c:pt>
                <c:pt idx="1014">
                  <c:v>1</c:v>
                </c:pt>
                <c:pt idx="1015">
                  <c:v>1</c:v>
                </c:pt>
                <c:pt idx="1016">
                  <c:v>1</c:v>
                </c:pt>
                <c:pt idx="1017">
                  <c:v>1</c:v>
                </c:pt>
                <c:pt idx="1018">
                  <c:v>1</c:v>
                </c:pt>
                <c:pt idx="1019">
                  <c:v>1</c:v>
                </c:pt>
                <c:pt idx="1020">
                  <c:v>1</c:v>
                </c:pt>
                <c:pt idx="1021">
                  <c:v>1</c:v>
                </c:pt>
                <c:pt idx="1022">
                  <c:v>1</c:v>
                </c:pt>
                <c:pt idx="1023">
                  <c:v>1</c:v>
                </c:pt>
                <c:pt idx="1024">
                  <c:v>1</c:v>
                </c:pt>
                <c:pt idx="1025">
                  <c:v>1</c:v>
                </c:pt>
                <c:pt idx="1026">
                  <c:v>1</c:v>
                </c:pt>
                <c:pt idx="1027">
                  <c:v>1</c:v>
                </c:pt>
                <c:pt idx="1028">
                  <c:v>1</c:v>
                </c:pt>
                <c:pt idx="1029">
                  <c:v>1</c:v>
                </c:pt>
                <c:pt idx="1030">
                  <c:v>1</c:v>
                </c:pt>
                <c:pt idx="1031">
                  <c:v>1</c:v>
                </c:pt>
                <c:pt idx="1032">
                  <c:v>1</c:v>
                </c:pt>
                <c:pt idx="1033">
                  <c:v>1</c:v>
                </c:pt>
                <c:pt idx="1034">
                  <c:v>1</c:v>
                </c:pt>
                <c:pt idx="1035">
                  <c:v>1</c:v>
                </c:pt>
                <c:pt idx="1036">
                  <c:v>1</c:v>
                </c:pt>
                <c:pt idx="1037">
                  <c:v>1</c:v>
                </c:pt>
                <c:pt idx="1038">
                  <c:v>1</c:v>
                </c:pt>
                <c:pt idx="1039">
                  <c:v>1</c:v>
                </c:pt>
                <c:pt idx="1040">
                  <c:v>1</c:v>
                </c:pt>
                <c:pt idx="1041">
                  <c:v>1</c:v>
                </c:pt>
                <c:pt idx="1042">
                  <c:v>1</c:v>
                </c:pt>
                <c:pt idx="1043">
                  <c:v>1</c:v>
                </c:pt>
                <c:pt idx="1044">
                  <c:v>1</c:v>
                </c:pt>
                <c:pt idx="1045">
                  <c:v>1</c:v>
                </c:pt>
                <c:pt idx="1046">
                  <c:v>1</c:v>
                </c:pt>
                <c:pt idx="1047">
                  <c:v>1</c:v>
                </c:pt>
                <c:pt idx="1048">
                  <c:v>1</c:v>
                </c:pt>
                <c:pt idx="1049">
                  <c:v>1</c:v>
                </c:pt>
                <c:pt idx="1050">
                  <c:v>1</c:v>
                </c:pt>
                <c:pt idx="1051">
                  <c:v>1</c:v>
                </c:pt>
                <c:pt idx="1052">
                  <c:v>1</c:v>
                </c:pt>
                <c:pt idx="1053">
                  <c:v>1</c:v>
                </c:pt>
                <c:pt idx="1054">
                  <c:v>1</c:v>
                </c:pt>
                <c:pt idx="1055">
                  <c:v>1</c:v>
                </c:pt>
                <c:pt idx="1056">
                  <c:v>1</c:v>
                </c:pt>
                <c:pt idx="1057">
                  <c:v>1</c:v>
                </c:pt>
                <c:pt idx="1058">
                  <c:v>1</c:v>
                </c:pt>
                <c:pt idx="1059">
                  <c:v>1</c:v>
                </c:pt>
                <c:pt idx="1060">
                  <c:v>1</c:v>
                </c:pt>
                <c:pt idx="1061">
                  <c:v>1</c:v>
                </c:pt>
                <c:pt idx="1062">
                  <c:v>1</c:v>
                </c:pt>
                <c:pt idx="1063">
                  <c:v>1</c:v>
                </c:pt>
                <c:pt idx="1064">
                  <c:v>1</c:v>
                </c:pt>
                <c:pt idx="1065">
                  <c:v>1</c:v>
                </c:pt>
                <c:pt idx="1066">
                  <c:v>1</c:v>
                </c:pt>
                <c:pt idx="1067">
                  <c:v>1</c:v>
                </c:pt>
                <c:pt idx="1068">
                  <c:v>1</c:v>
                </c:pt>
                <c:pt idx="1069">
                  <c:v>1</c:v>
                </c:pt>
                <c:pt idx="1070">
                  <c:v>1</c:v>
                </c:pt>
                <c:pt idx="1071">
                  <c:v>1</c:v>
                </c:pt>
                <c:pt idx="1072">
                  <c:v>1</c:v>
                </c:pt>
                <c:pt idx="1073">
                  <c:v>1</c:v>
                </c:pt>
                <c:pt idx="1074">
                  <c:v>1</c:v>
                </c:pt>
                <c:pt idx="1075">
                  <c:v>1</c:v>
                </c:pt>
                <c:pt idx="1076">
                  <c:v>1</c:v>
                </c:pt>
                <c:pt idx="1077">
                  <c:v>1</c:v>
                </c:pt>
                <c:pt idx="1078">
                  <c:v>1</c:v>
                </c:pt>
                <c:pt idx="1079">
                  <c:v>1</c:v>
                </c:pt>
                <c:pt idx="1080">
                  <c:v>1</c:v>
                </c:pt>
                <c:pt idx="1081">
                  <c:v>1</c:v>
                </c:pt>
                <c:pt idx="1082">
                  <c:v>1</c:v>
                </c:pt>
                <c:pt idx="1083">
                  <c:v>1</c:v>
                </c:pt>
                <c:pt idx="1084">
                  <c:v>1</c:v>
                </c:pt>
                <c:pt idx="1085">
                  <c:v>1</c:v>
                </c:pt>
                <c:pt idx="1086">
                  <c:v>1</c:v>
                </c:pt>
                <c:pt idx="1087">
                  <c:v>1</c:v>
                </c:pt>
                <c:pt idx="1088">
                  <c:v>1</c:v>
                </c:pt>
                <c:pt idx="1089">
                  <c:v>1</c:v>
                </c:pt>
                <c:pt idx="1090">
                  <c:v>1</c:v>
                </c:pt>
                <c:pt idx="1091">
                  <c:v>1</c:v>
                </c:pt>
                <c:pt idx="1092">
                  <c:v>1</c:v>
                </c:pt>
                <c:pt idx="1093">
                  <c:v>1</c:v>
                </c:pt>
                <c:pt idx="1094">
                  <c:v>1</c:v>
                </c:pt>
                <c:pt idx="1095">
                  <c:v>1</c:v>
                </c:pt>
                <c:pt idx="1096">
                  <c:v>1</c:v>
                </c:pt>
                <c:pt idx="1097">
                  <c:v>1</c:v>
                </c:pt>
                <c:pt idx="1098">
                  <c:v>1</c:v>
                </c:pt>
                <c:pt idx="1099">
                  <c:v>1</c:v>
                </c:pt>
                <c:pt idx="1100">
                  <c:v>1</c:v>
                </c:pt>
                <c:pt idx="1101">
                  <c:v>1</c:v>
                </c:pt>
                <c:pt idx="1102">
                  <c:v>1</c:v>
                </c:pt>
                <c:pt idx="1103">
                  <c:v>1</c:v>
                </c:pt>
                <c:pt idx="1104">
                  <c:v>1</c:v>
                </c:pt>
                <c:pt idx="1105">
                  <c:v>1</c:v>
                </c:pt>
                <c:pt idx="1106">
                  <c:v>1</c:v>
                </c:pt>
                <c:pt idx="1107">
                  <c:v>1</c:v>
                </c:pt>
                <c:pt idx="1108">
                  <c:v>1</c:v>
                </c:pt>
                <c:pt idx="1109">
                  <c:v>1</c:v>
                </c:pt>
                <c:pt idx="1110">
                  <c:v>1</c:v>
                </c:pt>
                <c:pt idx="1111">
                  <c:v>1</c:v>
                </c:pt>
                <c:pt idx="1112">
                  <c:v>1</c:v>
                </c:pt>
                <c:pt idx="1113">
                  <c:v>1</c:v>
                </c:pt>
                <c:pt idx="1114">
                  <c:v>1</c:v>
                </c:pt>
                <c:pt idx="1115">
                  <c:v>1</c:v>
                </c:pt>
                <c:pt idx="1116">
                  <c:v>1</c:v>
                </c:pt>
                <c:pt idx="1117">
                  <c:v>1</c:v>
                </c:pt>
                <c:pt idx="1118">
                  <c:v>1</c:v>
                </c:pt>
                <c:pt idx="1119">
                  <c:v>1</c:v>
                </c:pt>
                <c:pt idx="1120">
                  <c:v>1</c:v>
                </c:pt>
                <c:pt idx="1121">
                  <c:v>1</c:v>
                </c:pt>
                <c:pt idx="1122">
                  <c:v>1</c:v>
                </c:pt>
                <c:pt idx="1123">
                  <c:v>1</c:v>
                </c:pt>
                <c:pt idx="1124">
                  <c:v>1</c:v>
                </c:pt>
                <c:pt idx="1125">
                  <c:v>1</c:v>
                </c:pt>
                <c:pt idx="1126">
                  <c:v>1</c:v>
                </c:pt>
                <c:pt idx="1127">
                  <c:v>1</c:v>
                </c:pt>
                <c:pt idx="1128">
                  <c:v>1</c:v>
                </c:pt>
                <c:pt idx="1129">
                  <c:v>1</c:v>
                </c:pt>
                <c:pt idx="1130">
                  <c:v>1</c:v>
                </c:pt>
                <c:pt idx="1131">
                  <c:v>1</c:v>
                </c:pt>
                <c:pt idx="1132">
                  <c:v>1</c:v>
                </c:pt>
                <c:pt idx="1133">
                  <c:v>1</c:v>
                </c:pt>
                <c:pt idx="1134">
                  <c:v>1</c:v>
                </c:pt>
                <c:pt idx="1135">
                  <c:v>1</c:v>
                </c:pt>
                <c:pt idx="1136">
                  <c:v>1</c:v>
                </c:pt>
                <c:pt idx="1137">
                  <c:v>1</c:v>
                </c:pt>
                <c:pt idx="1138">
                  <c:v>1</c:v>
                </c:pt>
                <c:pt idx="1139">
                  <c:v>1</c:v>
                </c:pt>
                <c:pt idx="1140">
                  <c:v>1</c:v>
                </c:pt>
                <c:pt idx="1141">
                  <c:v>1</c:v>
                </c:pt>
                <c:pt idx="1142">
                  <c:v>1</c:v>
                </c:pt>
                <c:pt idx="1143">
                  <c:v>1</c:v>
                </c:pt>
                <c:pt idx="1144">
                  <c:v>1</c:v>
                </c:pt>
                <c:pt idx="1145">
                  <c:v>1</c:v>
                </c:pt>
                <c:pt idx="1146">
                  <c:v>1</c:v>
                </c:pt>
                <c:pt idx="1147">
                  <c:v>1</c:v>
                </c:pt>
                <c:pt idx="1148">
                  <c:v>1</c:v>
                </c:pt>
                <c:pt idx="1149">
                  <c:v>1</c:v>
                </c:pt>
                <c:pt idx="1150">
                  <c:v>1</c:v>
                </c:pt>
                <c:pt idx="1151">
                  <c:v>1</c:v>
                </c:pt>
                <c:pt idx="1152">
                  <c:v>1</c:v>
                </c:pt>
                <c:pt idx="1153">
                  <c:v>1</c:v>
                </c:pt>
                <c:pt idx="1154">
                  <c:v>1</c:v>
                </c:pt>
                <c:pt idx="1155">
                  <c:v>1</c:v>
                </c:pt>
                <c:pt idx="1156">
                  <c:v>1</c:v>
                </c:pt>
                <c:pt idx="1157">
                  <c:v>1</c:v>
                </c:pt>
                <c:pt idx="1158">
                  <c:v>1</c:v>
                </c:pt>
                <c:pt idx="1159">
                  <c:v>1</c:v>
                </c:pt>
                <c:pt idx="1160">
                  <c:v>1</c:v>
                </c:pt>
                <c:pt idx="1161">
                  <c:v>1</c:v>
                </c:pt>
                <c:pt idx="1162">
                  <c:v>1</c:v>
                </c:pt>
                <c:pt idx="1163">
                  <c:v>1</c:v>
                </c:pt>
                <c:pt idx="1164">
                  <c:v>1</c:v>
                </c:pt>
                <c:pt idx="1165">
                  <c:v>1</c:v>
                </c:pt>
                <c:pt idx="1166">
                  <c:v>1</c:v>
                </c:pt>
                <c:pt idx="1167">
                  <c:v>1</c:v>
                </c:pt>
                <c:pt idx="1168">
                  <c:v>1</c:v>
                </c:pt>
                <c:pt idx="1169">
                  <c:v>1</c:v>
                </c:pt>
                <c:pt idx="1170">
                  <c:v>1</c:v>
                </c:pt>
                <c:pt idx="1171">
                  <c:v>1</c:v>
                </c:pt>
                <c:pt idx="1172">
                  <c:v>1</c:v>
                </c:pt>
                <c:pt idx="1173">
                  <c:v>1</c:v>
                </c:pt>
                <c:pt idx="1174">
                  <c:v>1</c:v>
                </c:pt>
                <c:pt idx="1175">
                  <c:v>1</c:v>
                </c:pt>
                <c:pt idx="1176">
                  <c:v>1</c:v>
                </c:pt>
                <c:pt idx="1177">
                  <c:v>1</c:v>
                </c:pt>
                <c:pt idx="1178">
                  <c:v>1</c:v>
                </c:pt>
                <c:pt idx="1179">
                  <c:v>1</c:v>
                </c:pt>
                <c:pt idx="1180">
                  <c:v>1</c:v>
                </c:pt>
                <c:pt idx="1181">
                  <c:v>1</c:v>
                </c:pt>
                <c:pt idx="1182">
                  <c:v>1</c:v>
                </c:pt>
                <c:pt idx="1183">
                  <c:v>1</c:v>
                </c:pt>
                <c:pt idx="1184">
                  <c:v>1</c:v>
                </c:pt>
                <c:pt idx="1185">
                  <c:v>1</c:v>
                </c:pt>
                <c:pt idx="1186">
                  <c:v>1</c:v>
                </c:pt>
                <c:pt idx="1187">
                  <c:v>1</c:v>
                </c:pt>
                <c:pt idx="1188">
                  <c:v>1</c:v>
                </c:pt>
                <c:pt idx="1189">
                  <c:v>1</c:v>
                </c:pt>
                <c:pt idx="1190">
                  <c:v>1</c:v>
                </c:pt>
                <c:pt idx="1191">
                  <c:v>1</c:v>
                </c:pt>
                <c:pt idx="1192">
                  <c:v>1</c:v>
                </c:pt>
                <c:pt idx="1193">
                  <c:v>1</c:v>
                </c:pt>
                <c:pt idx="1194">
                  <c:v>1</c:v>
                </c:pt>
                <c:pt idx="1195">
                  <c:v>1</c:v>
                </c:pt>
                <c:pt idx="1196">
                  <c:v>1</c:v>
                </c:pt>
                <c:pt idx="1197">
                  <c:v>1</c:v>
                </c:pt>
                <c:pt idx="1198">
                  <c:v>1</c:v>
                </c:pt>
                <c:pt idx="1199">
                  <c:v>1</c:v>
                </c:pt>
                <c:pt idx="1200">
                  <c:v>1</c:v>
                </c:pt>
                <c:pt idx="1201">
                  <c:v>1</c:v>
                </c:pt>
                <c:pt idx="1202">
                  <c:v>1</c:v>
                </c:pt>
                <c:pt idx="1203">
                  <c:v>1</c:v>
                </c:pt>
                <c:pt idx="1204">
                  <c:v>1</c:v>
                </c:pt>
                <c:pt idx="1205">
                  <c:v>1</c:v>
                </c:pt>
                <c:pt idx="1206">
                  <c:v>1</c:v>
                </c:pt>
                <c:pt idx="1207">
                  <c:v>1</c:v>
                </c:pt>
                <c:pt idx="1208">
                  <c:v>1</c:v>
                </c:pt>
                <c:pt idx="1209">
                  <c:v>1</c:v>
                </c:pt>
                <c:pt idx="1210">
                  <c:v>1</c:v>
                </c:pt>
                <c:pt idx="1211">
                  <c:v>1</c:v>
                </c:pt>
                <c:pt idx="1212">
                  <c:v>1</c:v>
                </c:pt>
                <c:pt idx="1213">
                  <c:v>1</c:v>
                </c:pt>
                <c:pt idx="1214">
                  <c:v>1</c:v>
                </c:pt>
                <c:pt idx="1215">
                  <c:v>1</c:v>
                </c:pt>
                <c:pt idx="1216">
                  <c:v>1</c:v>
                </c:pt>
                <c:pt idx="1217">
                  <c:v>1</c:v>
                </c:pt>
                <c:pt idx="1218">
                  <c:v>1</c:v>
                </c:pt>
                <c:pt idx="1219">
                  <c:v>1</c:v>
                </c:pt>
                <c:pt idx="1220">
                  <c:v>1</c:v>
                </c:pt>
                <c:pt idx="1221">
                  <c:v>1</c:v>
                </c:pt>
                <c:pt idx="1222">
                  <c:v>1</c:v>
                </c:pt>
                <c:pt idx="1223">
                  <c:v>1</c:v>
                </c:pt>
                <c:pt idx="1224">
                  <c:v>1</c:v>
                </c:pt>
                <c:pt idx="1225">
                  <c:v>1</c:v>
                </c:pt>
                <c:pt idx="1226">
                  <c:v>1</c:v>
                </c:pt>
                <c:pt idx="1227">
                  <c:v>1</c:v>
                </c:pt>
                <c:pt idx="1228">
                  <c:v>1</c:v>
                </c:pt>
                <c:pt idx="1229">
                  <c:v>1</c:v>
                </c:pt>
                <c:pt idx="1230">
                  <c:v>1</c:v>
                </c:pt>
                <c:pt idx="1231">
                  <c:v>1</c:v>
                </c:pt>
                <c:pt idx="1232">
                  <c:v>1</c:v>
                </c:pt>
                <c:pt idx="1233">
                  <c:v>1</c:v>
                </c:pt>
                <c:pt idx="1234">
                  <c:v>1</c:v>
                </c:pt>
                <c:pt idx="1235">
                  <c:v>1</c:v>
                </c:pt>
                <c:pt idx="1236">
                  <c:v>1</c:v>
                </c:pt>
                <c:pt idx="1237">
                  <c:v>1</c:v>
                </c:pt>
                <c:pt idx="1238">
                  <c:v>1</c:v>
                </c:pt>
                <c:pt idx="1239">
                  <c:v>1</c:v>
                </c:pt>
                <c:pt idx="1240">
                  <c:v>1</c:v>
                </c:pt>
                <c:pt idx="1241">
                  <c:v>1</c:v>
                </c:pt>
                <c:pt idx="1242">
                  <c:v>1</c:v>
                </c:pt>
                <c:pt idx="1243">
                  <c:v>1</c:v>
                </c:pt>
                <c:pt idx="1244">
                  <c:v>1</c:v>
                </c:pt>
                <c:pt idx="1245">
                  <c:v>1</c:v>
                </c:pt>
                <c:pt idx="1246">
                  <c:v>1</c:v>
                </c:pt>
                <c:pt idx="1247">
                  <c:v>1</c:v>
                </c:pt>
                <c:pt idx="1248">
                  <c:v>1</c:v>
                </c:pt>
                <c:pt idx="1249">
                  <c:v>1</c:v>
                </c:pt>
                <c:pt idx="1250">
                  <c:v>1</c:v>
                </c:pt>
                <c:pt idx="1251">
                  <c:v>1</c:v>
                </c:pt>
                <c:pt idx="1252">
                  <c:v>1</c:v>
                </c:pt>
                <c:pt idx="1253">
                  <c:v>1</c:v>
                </c:pt>
                <c:pt idx="1254">
                  <c:v>1</c:v>
                </c:pt>
                <c:pt idx="1255">
                  <c:v>1</c:v>
                </c:pt>
                <c:pt idx="1256">
                  <c:v>1</c:v>
                </c:pt>
                <c:pt idx="1257">
                  <c:v>1</c:v>
                </c:pt>
                <c:pt idx="1258">
                  <c:v>1</c:v>
                </c:pt>
                <c:pt idx="1259">
                  <c:v>1</c:v>
                </c:pt>
                <c:pt idx="1260">
                  <c:v>1</c:v>
                </c:pt>
                <c:pt idx="1261">
                  <c:v>1</c:v>
                </c:pt>
                <c:pt idx="1262">
                  <c:v>1</c:v>
                </c:pt>
                <c:pt idx="1263">
                  <c:v>1</c:v>
                </c:pt>
                <c:pt idx="1264">
                  <c:v>1</c:v>
                </c:pt>
                <c:pt idx="1265">
                  <c:v>1</c:v>
                </c:pt>
                <c:pt idx="1266">
                  <c:v>1</c:v>
                </c:pt>
                <c:pt idx="1267">
                  <c:v>1</c:v>
                </c:pt>
                <c:pt idx="1268">
                  <c:v>1</c:v>
                </c:pt>
                <c:pt idx="1269">
                  <c:v>1</c:v>
                </c:pt>
                <c:pt idx="1270">
                  <c:v>1</c:v>
                </c:pt>
                <c:pt idx="1271">
                  <c:v>1</c:v>
                </c:pt>
                <c:pt idx="1272">
                  <c:v>1</c:v>
                </c:pt>
                <c:pt idx="1273">
                  <c:v>1</c:v>
                </c:pt>
                <c:pt idx="1274">
                  <c:v>1</c:v>
                </c:pt>
                <c:pt idx="1275">
                  <c:v>1</c:v>
                </c:pt>
                <c:pt idx="1276">
                  <c:v>1</c:v>
                </c:pt>
                <c:pt idx="1277">
                  <c:v>1</c:v>
                </c:pt>
                <c:pt idx="1278">
                  <c:v>1</c:v>
                </c:pt>
                <c:pt idx="1279">
                  <c:v>1</c:v>
                </c:pt>
                <c:pt idx="1280">
                  <c:v>1</c:v>
                </c:pt>
                <c:pt idx="1281">
                  <c:v>1</c:v>
                </c:pt>
                <c:pt idx="1282">
                  <c:v>1</c:v>
                </c:pt>
                <c:pt idx="1283">
                  <c:v>1</c:v>
                </c:pt>
                <c:pt idx="1284">
                  <c:v>1</c:v>
                </c:pt>
                <c:pt idx="1285">
                  <c:v>1</c:v>
                </c:pt>
                <c:pt idx="1286">
                  <c:v>1</c:v>
                </c:pt>
                <c:pt idx="1287">
                  <c:v>1</c:v>
                </c:pt>
                <c:pt idx="1288">
                  <c:v>1</c:v>
                </c:pt>
                <c:pt idx="1289">
                  <c:v>1</c:v>
                </c:pt>
                <c:pt idx="1290">
                  <c:v>1</c:v>
                </c:pt>
                <c:pt idx="1291">
                  <c:v>1</c:v>
                </c:pt>
                <c:pt idx="1292">
                  <c:v>1</c:v>
                </c:pt>
                <c:pt idx="1293">
                  <c:v>1</c:v>
                </c:pt>
                <c:pt idx="1294">
                  <c:v>1</c:v>
                </c:pt>
                <c:pt idx="1295">
                  <c:v>1</c:v>
                </c:pt>
                <c:pt idx="1296">
                  <c:v>1</c:v>
                </c:pt>
                <c:pt idx="1297">
                  <c:v>1</c:v>
                </c:pt>
                <c:pt idx="1298">
                  <c:v>1</c:v>
                </c:pt>
                <c:pt idx="1299">
                  <c:v>1</c:v>
                </c:pt>
                <c:pt idx="1300">
                  <c:v>1</c:v>
                </c:pt>
                <c:pt idx="1301">
                  <c:v>1</c:v>
                </c:pt>
                <c:pt idx="1302">
                  <c:v>1</c:v>
                </c:pt>
                <c:pt idx="1303">
                  <c:v>1</c:v>
                </c:pt>
                <c:pt idx="1304">
                  <c:v>1</c:v>
                </c:pt>
                <c:pt idx="1305">
                  <c:v>1</c:v>
                </c:pt>
                <c:pt idx="1306">
                  <c:v>1</c:v>
                </c:pt>
                <c:pt idx="1307">
                  <c:v>1</c:v>
                </c:pt>
                <c:pt idx="1308">
                  <c:v>1</c:v>
                </c:pt>
                <c:pt idx="1309">
                  <c:v>1</c:v>
                </c:pt>
                <c:pt idx="1310">
                  <c:v>1</c:v>
                </c:pt>
                <c:pt idx="1311">
                  <c:v>1</c:v>
                </c:pt>
                <c:pt idx="1312">
                  <c:v>1</c:v>
                </c:pt>
                <c:pt idx="1313">
                  <c:v>1</c:v>
                </c:pt>
                <c:pt idx="1314">
                  <c:v>1</c:v>
                </c:pt>
                <c:pt idx="1315">
                  <c:v>1</c:v>
                </c:pt>
                <c:pt idx="1316">
                  <c:v>1</c:v>
                </c:pt>
                <c:pt idx="1317">
                  <c:v>1</c:v>
                </c:pt>
                <c:pt idx="1318">
                  <c:v>1</c:v>
                </c:pt>
                <c:pt idx="1319">
                  <c:v>1</c:v>
                </c:pt>
                <c:pt idx="1320">
                  <c:v>1</c:v>
                </c:pt>
                <c:pt idx="1321">
                  <c:v>1</c:v>
                </c:pt>
                <c:pt idx="1322">
                  <c:v>1</c:v>
                </c:pt>
                <c:pt idx="1323">
                  <c:v>1</c:v>
                </c:pt>
                <c:pt idx="1324">
                  <c:v>1</c:v>
                </c:pt>
                <c:pt idx="1325">
                  <c:v>1</c:v>
                </c:pt>
                <c:pt idx="1326">
                  <c:v>1</c:v>
                </c:pt>
                <c:pt idx="1327">
                  <c:v>1</c:v>
                </c:pt>
                <c:pt idx="1328">
                  <c:v>1</c:v>
                </c:pt>
                <c:pt idx="1329">
                  <c:v>1</c:v>
                </c:pt>
                <c:pt idx="1330">
                  <c:v>1</c:v>
                </c:pt>
                <c:pt idx="1331">
                  <c:v>1</c:v>
                </c:pt>
                <c:pt idx="1332">
                  <c:v>1</c:v>
                </c:pt>
                <c:pt idx="1333">
                  <c:v>1</c:v>
                </c:pt>
                <c:pt idx="1334">
                  <c:v>1</c:v>
                </c:pt>
                <c:pt idx="1335">
                  <c:v>1</c:v>
                </c:pt>
                <c:pt idx="1336">
                  <c:v>1</c:v>
                </c:pt>
                <c:pt idx="1337">
                  <c:v>1</c:v>
                </c:pt>
                <c:pt idx="1338">
                  <c:v>1</c:v>
                </c:pt>
                <c:pt idx="1339">
                  <c:v>1</c:v>
                </c:pt>
                <c:pt idx="1340">
                  <c:v>1</c:v>
                </c:pt>
                <c:pt idx="1341">
                  <c:v>1</c:v>
                </c:pt>
                <c:pt idx="1342">
                  <c:v>1</c:v>
                </c:pt>
                <c:pt idx="1343">
                  <c:v>1</c:v>
                </c:pt>
                <c:pt idx="1344">
                  <c:v>1</c:v>
                </c:pt>
                <c:pt idx="1345">
                  <c:v>1</c:v>
                </c:pt>
                <c:pt idx="1346">
                  <c:v>1</c:v>
                </c:pt>
                <c:pt idx="1347">
                  <c:v>1</c:v>
                </c:pt>
                <c:pt idx="1348">
                  <c:v>1</c:v>
                </c:pt>
                <c:pt idx="1349">
                  <c:v>1</c:v>
                </c:pt>
                <c:pt idx="1350">
                  <c:v>1</c:v>
                </c:pt>
                <c:pt idx="1351">
                  <c:v>1</c:v>
                </c:pt>
                <c:pt idx="1352">
                  <c:v>1</c:v>
                </c:pt>
                <c:pt idx="1353">
                  <c:v>1</c:v>
                </c:pt>
                <c:pt idx="1354">
                  <c:v>1</c:v>
                </c:pt>
                <c:pt idx="1355">
                  <c:v>1</c:v>
                </c:pt>
                <c:pt idx="1356">
                  <c:v>1</c:v>
                </c:pt>
                <c:pt idx="1357">
                  <c:v>1</c:v>
                </c:pt>
                <c:pt idx="1358">
                  <c:v>1</c:v>
                </c:pt>
                <c:pt idx="1359">
                  <c:v>1</c:v>
                </c:pt>
                <c:pt idx="1360">
                  <c:v>1</c:v>
                </c:pt>
                <c:pt idx="1361">
                  <c:v>1</c:v>
                </c:pt>
                <c:pt idx="1362">
                  <c:v>1</c:v>
                </c:pt>
                <c:pt idx="1363">
                  <c:v>1</c:v>
                </c:pt>
                <c:pt idx="1364">
                  <c:v>1</c:v>
                </c:pt>
                <c:pt idx="1365">
                  <c:v>1</c:v>
                </c:pt>
                <c:pt idx="1366">
                  <c:v>1</c:v>
                </c:pt>
                <c:pt idx="1367">
                  <c:v>1</c:v>
                </c:pt>
                <c:pt idx="1368">
                  <c:v>1</c:v>
                </c:pt>
                <c:pt idx="1369">
                  <c:v>1</c:v>
                </c:pt>
                <c:pt idx="1370">
                  <c:v>1</c:v>
                </c:pt>
                <c:pt idx="1371">
                  <c:v>1</c:v>
                </c:pt>
                <c:pt idx="1372">
                  <c:v>1</c:v>
                </c:pt>
                <c:pt idx="1373">
                  <c:v>1</c:v>
                </c:pt>
                <c:pt idx="1374">
                  <c:v>1</c:v>
                </c:pt>
                <c:pt idx="1375">
                  <c:v>1</c:v>
                </c:pt>
                <c:pt idx="1376">
                  <c:v>1</c:v>
                </c:pt>
                <c:pt idx="1377">
                  <c:v>1</c:v>
                </c:pt>
                <c:pt idx="1378">
                  <c:v>1</c:v>
                </c:pt>
                <c:pt idx="1379">
                  <c:v>1</c:v>
                </c:pt>
                <c:pt idx="1380">
                  <c:v>1</c:v>
                </c:pt>
                <c:pt idx="1381">
                  <c:v>1</c:v>
                </c:pt>
                <c:pt idx="1382">
                  <c:v>1</c:v>
                </c:pt>
                <c:pt idx="1383">
                  <c:v>1</c:v>
                </c:pt>
                <c:pt idx="1384">
                  <c:v>1</c:v>
                </c:pt>
                <c:pt idx="1385">
                  <c:v>1</c:v>
                </c:pt>
                <c:pt idx="1386">
                  <c:v>1</c:v>
                </c:pt>
                <c:pt idx="1387">
                  <c:v>1</c:v>
                </c:pt>
                <c:pt idx="1388">
                  <c:v>1</c:v>
                </c:pt>
                <c:pt idx="1389">
                  <c:v>1</c:v>
                </c:pt>
                <c:pt idx="1390">
                  <c:v>1</c:v>
                </c:pt>
                <c:pt idx="1391">
                  <c:v>1</c:v>
                </c:pt>
                <c:pt idx="1392">
                  <c:v>1</c:v>
                </c:pt>
                <c:pt idx="1393">
                  <c:v>1</c:v>
                </c:pt>
                <c:pt idx="1394">
                  <c:v>1</c:v>
                </c:pt>
                <c:pt idx="1395">
                  <c:v>1</c:v>
                </c:pt>
                <c:pt idx="1396">
                  <c:v>1</c:v>
                </c:pt>
                <c:pt idx="1397">
                  <c:v>1</c:v>
                </c:pt>
                <c:pt idx="1398">
                  <c:v>1</c:v>
                </c:pt>
                <c:pt idx="1399">
                  <c:v>1</c:v>
                </c:pt>
                <c:pt idx="1400">
                  <c:v>1</c:v>
                </c:pt>
                <c:pt idx="1401">
                  <c:v>1</c:v>
                </c:pt>
                <c:pt idx="1402">
                  <c:v>1</c:v>
                </c:pt>
                <c:pt idx="1403">
                  <c:v>1</c:v>
                </c:pt>
                <c:pt idx="1404">
                  <c:v>1</c:v>
                </c:pt>
                <c:pt idx="1405">
                  <c:v>1</c:v>
                </c:pt>
                <c:pt idx="1406">
                  <c:v>1</c:v>
                </c:pt>
                <c:pt idx="1407">
                  <c:v>1</c:v>
                </c:pt>
                <c:pt idx="1408">
                  <c:v>1</c:v>
                </c:pt>
                <c:pt idx="1409">
                  <c:v>1</c:v>
                </c:pt>
                <c:pt idx="1410">
                  <c:v>1</c:v>
                </c:pt>
                <c:pt idx="1411">
                  <c:v>1</c:v>
                </c:pt>
                <c:pt idx="1412">
                  <c:v>1</c:v>
                </c:pt>
                <c:pt idx="1413">
                  <c:v>1</c:v>
                </c:pt>
                <c:pt idx="1414">
                  <c:v>1</c:v>
                </c:pt>
                <c:pt idx="1415">
                  <c:v>1</c:v>
                </c:pt>
                <c:pt idx="1416">
                  <c:v>1</c:v>
                </c:pt>
                <c:pt idx="1417">
                  <c:v>1</c:v>
                </c:pt>
                <c:pt idx="1418">
                  <c:v>1</c:v>
                </c:pt>
                <c:pt idx="1419">
                  <c:v>1</c:v>
                </c:pt>
                <c:pt idx="1420">
                  <c:v>1</c:v>
                </c:pt>
                <c:pt idx="1421">
                  <c:v>1</c:v>
                </c:pt>
                <c:pt idx="1422">
                  <c:v>1</c:v>
                </c:pt>
                <c:pt idx="1423">
                  <c:v>1</c:v>
                </c:pt>
                <c:pt idx="1424">
                  <c:v>1</c:v>
                </c:pt>
                <c:pt idx="1425">
                  <c:v>1</c:v>
                </c:pt>
                <c:pt idx="1426">
                  <c:v>1</c:v>
                </c:pt>
                <c:pt idx="1427">
                  <c:v>1</c:v>
                </c:pt>
                <c:pt idx="1428">
                  <c:v>1</c:v>
                </c:pt>
                <c:pt idx="1429">
                  <c:v>1</c:v>
                </c:pt>
                <c:pt idx="1430">
                  <c:v>1</c:v>
                </c:pt>
                <c:pt idx="1431">
                  <c:v>1</c:v>
                </c:pt>
                <c:pt idx="1432">
                  <c:v>1</c:v>
                </c:pt>
                <c:pt idx="1433">
                  <c:v>1</c:v>
                </c:pt>
                <c:pt idx="1434">
                  <c:v>1</c:v>
                </c:pt>
                <c:pt idx="1435">
                  <c:v>1</c:v>
                </c:pt>
                <c:pt idx="1436">
                  <c:v>1</c:v>
                </c:pt>
                <c:pt idx="1437">
                  <c:v>1</c:v>
                </c:pt>
                <c:pt idx="1438">
                  <c:v>1</c:v>
                </c:pt>
                <c:pt idx="1439">
                  <c:v>1</c:v>
                </c:pt>
                <c:pt idx="1440">
                  <c:v>1</c:v>
                </c:pt>
                <c:pt idx="1441">
                  <c:v>1</c:v>
                </c:pt>
                <c:pt idx="1442">
                  <c:v>1</c:v>
                </c:pt>
                <c:pt idx="1443">
                  <c:v>1</c:v>
                </c:pt>
                <c:pt idx="1444">
                  <c:v>1</c:v>
                </c:pt>
                <c:pt idx="1445">
                  <c:v>1</c:v>
                </c:pt>
                <c:pt idx="1446">
                  <c:v>1</c:v>
                </c:pt>
                <c:pt idx="1447">
                  <c:v>1</c:v>
                </c:pt>
                <c:pt idx="1448">
                  <c:v>1</c:v>
                </c:pt>
                <c:pt idx="1449">
                  <c:v>1</c:v>
                </c:pt>
                <c:pt idx="1450">
                  <c:v>1</c:v>
                </c:pt>
                <c:pt idx="1451">
                  <c:v>1</c:v>
                </c:pt>
                <c:pt idx="1452">
                  <c:v>1</c:v>
                </c:pt>
                <c:pt idx="1453">
                  <c:v>1</c:v>
                </c:pt>
                <c:pt idx="1454">
                  <c:v>1</c:v>
                </c:pt>
                <c:pt idx="1455">
                  <c:v>1</c:v>
                </c:pt>
                <c:pt idx="1456">
                  <c:v>1</c:v>
                </c:pt>
                <c:pt idx="1457">
                  <c:v>1</c:v>
                </c:pt>
                <c:pt idx="1458">
                  <c:v>1</c:v>
                </c:pt>
                <c:pt idx="1459">
                  <c:v>1</c:v>
                </c:pt>
                <c:pt idx="1460">
                  <c:v>1</c:v>
                </c:pt>
                <c:pt idx="1461">
                  <c:v>1</c:v>
                </c:pt>
                <c:pt idx="1462">
                  <c:v>1</c:v>
                </c:pt>
                <c:pt idx="1463">
                  <c:v>1</c:v>
                </c:pt>
                <c:pt idx="1464">
                  <c:v>1</c:v>
                </c:pt>
                <c:pt idx="1465">
                  <c:v>1</c:v>
                </c:pt>
                <c:pt idx="1466">
                  <c:v>1</c:v>
                </c:pt>
                <c:pt idx="1467">
                  <c:v>1</c:v>
                </c:pt>
                <c:pt idx="1468">
                  <c:v>1</c:v>
                </c:pt>
                <c:pt idx="1469">
                  <c:v>1</c:v>
                </c:pt>
                <c:pt idx="1470">
                  <c:v>1</c:v>
                </c:pt>
                <c:pt idx="1471">
                  <c:v>1</c:v>
                </c:pt>
                <c:pt idx="1472">
                  <c:v>1</c:v>
                </c:pt>
                <c:pt idx="1473">
                  <c:v>1</c:v>
                </c:pt>
                <c:pt idx="1474">
                  <c:v>1</c:v>
                </c:pt>
                <c:pt idx="1475">
                  <c:v>1</c:v>
                </c:pt>
                <c:pt idx="1476">
                  <c:v>1</c:v>
                </c:pt>
                <c:pt idx="1477">
                  <c:v>1</c:v>
                </c:pt>
                <c:pt idx="1478">
                  <c:v>1</c:v>
                </c:pt>
                <c:pt idx="1479">
                  <c:v>1</c:v>
                </c:pt>
                <c:pt idx="1480">
                  <c:v>1</c:v>
                </c:pt>
                <c:pt idx="1481">
                  <c:v>1</c:v>
                </c:pt>
                <c:pt idx="1482">
                  <c:v>1</c:v>
                </c:pt>
                <c:pt idx="1483">
                  <c:v>1</c:v>
                </c:pt>
                <c:pt idx="1484">
                  <c:v>1</c:v>
                </c:pt>
                <c:pt idx="1485">
                  <c:v>1</c:v>
                </c:pt>
                <c:pt idx="1486">
                  <c:v>1</c:v>
                </c:pt>
                <c:pt idx="1487">
                  <c:v>1</c:v>
                </c:pt>
                <c:pt idx="1488">
                  <c:v>1</c:v>
                </c:pt>
                <c:pt idx="1489">
                  <c:v>1</c:v>
                </c:pt>
                <c:pt idx="1490">
                  <c:v>1</c:v>
                </c:pt>
                <c:pt idx="1491">
                  <c:v>1</c:v>
                </c:pt>
                <c:pt idx="1492">
                  <c:v>1</c:v>
                </c:pt>
                <c:pt idx="1493">
                  <c:v>1</c:v>
                </c:pt>
                <c:pt idx="1494">
                  <c:v>1</c:v>
                </c:pt>
                <c:pt idx="1495">
                  <c:v>1</c:v>
                </c:pt>
                <c:pt idx="1496">
                  <c:v>1</c:v>
                </c:pt>
                <c:pt idx="1497">
                  <c:v>1</c:v>
                </c:pt>
                <c:pt idx="1498">
                  <c:v>1</c:v>
                </c:pt>
                <c:pt idx="1499">
                  <c:v>1</c:v>
                </c:pt>
                <c:pt idx="1500">
                  <c:v>1</c:v>
                </c:pt>
                <c:pt idx="1501">
                  <c:v>1</c:v>
                </c:pt>
                <c:pt idx="1502">
                  <c:v>1</c:v>
                </c:pt>
                <c:pt idx="1503">
                  <c:v>1</c:v>
                </c:pt>
                <c:pt idx="1504">
                  <c:v>1</c:v>
                </c:pt>
                <c:pt idx="1505">
                  <c:v>1</c:v>
                </c:pt>
                <c:pt idx="1506">
                  <c:v>1</c:v>
                </c:pt>
                <c:pt idx="1507">
                  <c:v>1</c:v>
                </c:pt>
                <c:pt idx="1508">
                  <c:v>1</c:v>
                </c:pt>
                <c:pt idx="1509">
                  <c:v>1</c:v>
                </c:pt>
                <c:pt idx="1510">
                  <c:v>1</c:v>
                </c:pt>
                <c:pt idx="1511">
                  <c:v>1</c:v>
                </c:pt>
                <c:pt idx="1512">
                  <c:v>1</c:v>
                </c:pt>
                <c:pt idx="1513">
                  <c:v>1</c:v>
                </c:pt>
                <c:pt idx="1514">
                  <c:v>1</c:v>
                </c:pt>
                <c:pt idx="1515">
                  <c:v>1</c:v>
                </c:pt>
                <c:pt idx="1516">
                  <c:v>1</c:v>
                </c:pt>
                <c:pt idx="1517">
                  <c:v>1</c:v>
                </c:pt>
                <c:pt idx="1518">
                  <c:v>1</c:v>
                </c:pt>
                <c:pt idx="1519">
                  <c:v>1</c:v>
                </c:pt>
                <c:pt idx="1520">
                  <c:v>1</c:v>
                </c:pt>
                <c:pt idx="1521">
                  <c:v>1</c:v>
                </c:pt>
                <c:pt idx="1522">
                  <c:v>1</c:v>
                </c:pt>
                <c:pt idx="1523">
                  <c:v>1</c:v>
                </c:pt>
                <c:pt idx="1524">
                  <c:v>1</c:v>
                </c:pt>
                <c:pt idx="1525">
                  <c:v>1</c:v>
                </c:pt>
                <c:pt idx="1526">
                  <c:v>1</c:v>
                </c:pt>
                <c:pt idx="1527">
                  <c:v>1</c:v>
                </c:pt>
                <c:pt idx="1528">
                  <c:v>1</c:v>
                </c:pt>
                <c:pt idx="1529">
                  <c:v>1</c:v>
                </c:pt>
                <c:pt idx="1530">
                  <c:v>1</c:v>
                </c:pt>
                <c:pt idx="1531">
                  <c:v>1</c:v>
                </c:pt>
                <c:pt idx="1532">
                  <c:v>1</c:v>
                </c:pt>
                <c:pt idx="1533">
                  <c:v>1</c:v>
                </c:pt>
                <c:pt idx="1534">
                  <c:v>1</c:v>
                </c:pt>
                <c:pt idx="1535">
                  <c:v>1</c:v>
                </c:pt>
                <c:pt idx="1536">
                  <c:v>1</c:v>
                </c:pt>
                <c:pt idx="1537">
                  <c:v>1</c:v>
                </c:pt>
                <c:pt idx="1538">
                  <c:v>1</c:v>
                </c:pt>
                <c:pt idx="1539">
                  <c:v>1</c:v>
                </c:pt>
                <c:pt idx="1540">
                  <c:v>1</c:v>
                </c:pt>
                <c:pt idx="1541">
                  <c:v>1</c:v>
                </c:pt>
                <c:pt idx="1542">
                  <c:v>1</c:v>
                </c:pt>
                <c:pt idx="1543">
                  <c:v>1.25</c:v>
                </c:pt>
                <c:pt idx="1544">
                  <c:v>1.25</c:v>
                </c:pt>
                <c:pt idx="1545">
                  <c:v>1.25</c:v>
                </c:pt>
                <c:pt idx="1546">
                  <c:v>1.25</c:v>
                </c:pt>
                <c:pt idx="1547">
                  <c:v>1.25</c:v>
                </c:pt>
                <c:pt idx="1548">
                  <c:v>1.25</c:v>
                </c:pt>
                <c:pt idx="1549">
                  <c:v>1.25</c:v>
                </c:pt>
                <c:pt idx="1550">
                  <c:v>1.25</c:v>
                </c:pt>
                <c:pt idx="1551">
                  <c:v>1.25</c:v>
                </c:pt>
                <c:pt idx="1552">
                  <c:v>1.25</c:v>
                </c:pt>
                <c:pt idx="1553">
                  <c:v>1.25</c:v>
                </c:pt>
                <c:pt idx="1554">
                  <c:v>1.25</c:v>
                </c:pt>
                <c:pt idx="1555">
                  <c:v>1.25</c:v>
                </c:pt>
                <c:pt idx="1556">
                  <c:v>1.25</c:v>
                </c:pt>
                <c:pt idx="1557">
                  <c:v>1.25</c:v>
                </c:pt>
                <c:pt idx="1558">
                  <c:v>1.25</c:v>
                </c:pt>
                <c:pt idx="1559">
                  <c:v>1.25</c:v>
                </c:pt>
                <c:pt idx="1560">
                  <c:v>1.25</c:v>
                </c:pt>
                <c:pt idx="1561">
                  <c:v>1.25</c:v>
                </c:pt>
                <c:pt idx="1562">
                  <c:v>1.25</c:v>
                </c:pt>
                <c:pt idx="1563">
                  <c:v>1.25</c:v>
                </c:pt>
                <c:pt idx="1564">
                  <c:v>1.25</c:v>
                </c:pt>
                <c:pt idx="1565">
                  <c:v>1.25</c:v>
                </c:pt>
                <c:pt idx="1566">
                  <c:v>1.25</c:v>
                </c:pt>
                <c:pt idx="1567">
                  <c:v>1.25</c:v>
                </c:pt>
                <c:pt idx="1568">
                  <c:v>1.25</c:v>
                </c:pt>
                <c:pt idx="1569">
                  <c:v>1.25</c:v>
                </c:pt>
                <c:pt idx="1570">
                  <c:v>1.25</c:v>
                </c:pt>
                <c:pt idx="1571">
                  <c:v>1.25</c:v>
                </c:pt>
                <c:pt idx="1572">
                  <c:v>1.25</c:v>
                </c:pt>
                <c:pt idx="1573">
                  <c:v>1.25</c:v>
                </c:pt>
                <c:pt idx="1574">
                  <c:v>1.25</c:v>
                </c:pt>
                <c:pt idx="1575">
                  <c:v>1.25</c:v>
                </c:pt>
                <c:pt idx="1576">
                  <c:v>1.25</c:v>
                </c:pt>
                <c:pt idx="1577">
                  <c:v>1.25</c:v>
                </c:pt>
                <c:pt idx="1578">
                  <c:v>1.25</c:v>
                </c:pt>
                <c:pt idx="1579">
                  <c:v>1.25</c:v>
                </c:pt>
                <c:pt idx="1580">
                  <c:v>1.25</c:v>
                </c:pt>
                <c:pt idx="1581">
                  <c:v>1.25</c:v>
                </c:pt>
                <c:pt idx="1582">
                  <c:v>1.25</c:v>
                </c:pt>
                <c:pt idx="1583">
                  <c:v>1.25</c:v>
                </c:pt>
                <c:pt idx="1584">
                  <c:v>1.25</c:v>
                </c:pt>
                <c:pt idx="1585">
                  <c:v>1.25</c:v>
                </c:pt>
                <c:pt idx="1586">
                  <c:v>1.25</c:v>
                </c:pt>
                <c:pt idx="1587">
                  <c:v>1.25</c:v>
                </c:pt>
                <c:pt idx="1588">
                  <c:v>1.25</c:v>
                </c:pt>
                <c:pt idx="1589">
                  <c:v>1.25</c:v>
                </c:pt>
                <c:pt idx="1590">
                  <c:v>1.25</c:v>
                </c:pt>
                <c:pt idx="1591">
                  <c:v>1.25</c:v>
                </c:pt>
                <c:pt idx="1592">
                  <c:v>1.25</c:v>
                </c:pt>
                <c:pt idx="1593">
                  <c:v>1.25</c:v>
                </c:pt>
                <c:pt idx="1594">
                  <c:v>1.25</c:v>
                </c:pt>
                <c:pt idx="1595">
                  <c:v>1.25</c:v>
                </c:pt>
                <c:pt idx="1596">
                  <c:v>1.25</c:v>
                </c:pt>
                <c:pt idx="1597">
                  <c:v>1.25</c:v>
                </c:pt>
                <c:pt idx="1598">
                  <c:v>1.25</c:v>
                </c:pt>
                <c:pt idx="1599">
                  <c:v>1.25</c:v>
                </c:pt>
                <c:pt idx="1600">
                  <c:v>1.25</c:v>
                </c:pt>
                <c:pt idx="1601">
                  <c:v>1.25</c:v>
                </c:pt>
                <c:pt idx="1602">
                  <c:v>1.25</c:v>
                </c:pt>
                <c:pt idx="1603">
                  <c:v>1.25</c:v>
                </c:pt>
                <c:pt idx="1604">
                  <c:v>1.25</c:v>
                </c:pt>
                <c:pt idx="1605">
                  <c:v>1.25</c:v>
                </c:pt>
                <c:pt idx="1606">
                  <c:v>1.25</c:v>
                </c:pt>
                <c:pt idx="1607">
                  <c:v>1.25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1.75</c:v>
                </c:pt>
                <c:pt idx="1679">
                  <c:v>1.75</c:v>
                </c:pt>
                <c:pt idx="1680">
                  <c:v>1.75</c:v>
                </c:pt>
                <c:pt idx="1681">
                  <c:v>1.75</c:v>
                </c:pt>
                <c:pt idx="1682">
                  <c:v>1.75</c:v>
                </c:pt>
                <c:pt idx="1683">
                  <c:v>1.75</c:v>
                </c:pt>
                <c:pt idx="1684">
                  <c:v>1.75</c:v>
                </c:pt>
                <c:pt idx="1685">
                  <c:v>1.75</c:v>
                </c:pt>
                <c:pt idx="1686">
                  <c:v>1.75</c:v>
                </c:pt>
                <c:pt idx="1687">
                  <c:v>1.75</c:v>
                </c:pt>
                <c:pt idx="1688">
                  <c:v>1.75</c:v>
                </c:pt>
                <c:pt idx="1689">
                  <c:v>1.75</c:v>
                </c:pt>
                <c:pt idx="1690">
                  <c:v>1.75</c:v>
                </c:pt>
                <c:pt idx="1691">
                  <c:v>1.75</c:v>
                </c:pt>
                <c:pt idx="1692">
                  <c:v>1.75</c:v>
                </c:pt>
                <c:pt idx="1693">
                  <c:v>1.75</c:v>
                </c:pt>
                <c:pt idx="1694">
                  <c:v>1.75</c:v>
                </c:pt>
                <c:pt idx="1695">
                  <c:v>1.75</c:v>
                </c:pt>
                <c:pt idx="1696">
                  <c:v>1.75</c:v>
                </c:pt>
                <c:pt idx="1697">
                  <c:v>1.75</c:v>
                </c:pt>
                <c:pt idx="1698">
                  <c:v>1.75</c:v>
                </c:pt>
                <c:pt idx="1699">
                  <c:v>1.75</c:v>
                </c:pt>
                <c:pt idx="1700">
                  <c:v>1.75</c:v>
                </c:pt>
                <c:pt idx="1701">
                  <c:v>1.75</c:v>
                </c:pt>
                <c:pt idx="1702">
                  <c:v>1.75</c:v>
                </c:pt>
                <c:pt idx="1703">
                  <c:v>1.75</c:v>
                </c:pt>
                <c:pt idx="1704">
                  <c:v>1.75</c:v>
                </c:pt>
                <c:pt idx="1705">
                  <c:v>1.75</c:v>
                </c:pt>
                <c:pt idx="1706">
                  <c:v>1.75</c:v>
                </c:pt>
                <c:pt idx="1707">
                  <c:v>1.75</c:v>
                </c:pt>
                <c:pt idx="1708">
                  <c:v>1.75</c:v>
                </c:pt>
                <c:pt idx="1709">
                  <c:v>1.75</c:v>
                </c:pt>
                <c:pt idx="1710">
                  <c:v>1.75</c:v>
                </c:pt>
                <c:pt idx="1711">
                  <c:v>1.75</c:v>
                </c:pt>
                <c:pt idx="1712">
                  <c:v>1.75</c:v>
                </c:pt>
                <c:pt idx="1713">
                  <c:v>1.75</c:v>
                </c:pt>
                <c:pt idx="1714">
                  <c:v>1.75</c:v>
                </c:pt>
                <c:pt idx="1715">
                  <c:v>1.75</c:v>
                </c:pt>
                <c:pt idx="1716">
                  <c:v>1.75</c:v>
                </c:pt>
                <c:pt idx="1717">
                  <c:v>1.75</c:v>
                </c:pt>
                <c:pt idx="1718">
                  <c:v>2</c:v>
                </c:pt>
                <c:pt idx="1719">
                  <c:v>2</c:v>
                </c:pt>
                <c:pt idx="1720">
                  <c:v>2</c:v>
                </c:pt>
                <c:pt idx="1721">
                  <c:v>2</c:v>
                </c:pt>
                <c:pt idx="1722">
                  <c:v>2</c:v>
                </c:pt>
                <c:pt idx="1723">
                  <c:v>2</c:v>
                </c:pt>
                <c:pt idx="1724">
                  <c:v>2</c:v>
                </c:pt>
                <c:pt idx="1725">
                  <c:v>2</c:v>
                </c:pt>
                <c:pt idx="1726">
                  <c:v>2</c:v>
                </c:pt>
                <c:pt idx="1727">
                  <c:v>2</c:v>
                </c:pt>
                <c:pt idx="1728">
                  <c:v>2</c:v>
                </c:pt>
                <c:pt idx="1729">
                  <c:v>2</c:v>
                </c:pt>
                <c:pt idx="1730">
                  <c:v>2</c:v>
                </c:pt>
                <c:pt idx="1731">
                  <c:v>2</c:v>
                </c:pt>
                <c:pt idx="1732">
                  <c:v>2</c:v>
                </c:pt>
                <c:pt idx="1733">
                  <c:v>2</c:v>
                </c:pt>
                <c:pt idx="1734">
                  <c:v>2</c:v>
                </c:pt>
                <c:pt idx="1735">
                  <c:v>2</c:v>
                </c:pt>
                <c:pt idx="1736">
                  <c:v>2</c:v>
                </c:pt>
                <c:pt idx="1737">
                  <c:v>2</c:v>
                </c:pt>
                <c:pt idx="1738">
                  <c:v>2</c:v>
                </c:pt>
                <c:pt idx="1739">
                  <c:v>2</c:v>
                </c:pt>
                <c:pt idx="1740">
                  <c:v>2</c:v>
                </c:pt>
                <c:pt idx="1741">
                  <c:v>2</c:v>
                </c:pt>
                <c:pt idx="1742">
                  <c:v>2</c:v>
                </c:pt>
                <c:pt idx="1743">
                  <c:v>2</c:v>
                </c:pt>
                <c:pt idx="1744">
                  <c:v>2</c:v>
                </c:pt>
                <c:pt idx="1745">
                  <c:v>2</c:v>
                </c:pt>
                <c:pt idx="1746">
                  <c:v>2</c:v>
                </c:pt>
                <c:pt idx="1747">
                  <c:v>2</c:v>
                </c:pt>
                <c:pt idx="1748">
                  <c:v>2</c:v>
                </c:pt>
                <c:pt idx="1749">
                  <c:v>2</c:v>
                </c:pt>
                <c:pt idx="1750">
                  <c:v>2</c:v>
                </c:pt>
                <c:pt idx="1751">
                  <c:v>2</c:v>
                </c:pt>
                <c:pt idx="1752">
                  <c:v>2</c:v>
                </c:pt>
                <c:pt idx="1753">
                  <c:v>2</c:v>
                </c:pt>
                <c:pt idx="1754">
                  <c:v>2</c:v>
                </c:pt>
                <c:pt idx="1755">
                  <c:v>2</c:v>
                </c:pt>
                <c:pt idx="1756">
                  <c:v>2</c:v>
                </c:pt>
                <c:pt idx="1757">
                  <c:v>2</c:v>
                </c:pt>
                <c:pt idx="1758">
                  <c:v>2</c:v>
                </c:pt>
                <c:pt idx="1759">
                  <c:v>2</c:v>
                </c:pt>
                <c:pt idx="1760">
                  <c:v>2</c:v>
                </c:pt>
                <c:pt idx="1761">
                  <c:v>2</c:v>
                </c:pt>
                <c:pt idx="1762">
                  <c:v>2</c:v>
                </c:pt>
                <c:pt idx="1763">
                  <c:v>2</c:v>
                </c:pt>
                <c:pt idx="1764">
                  <c:v>2.25</c:v>
                </c:pt>
                <c:pt idx="1765">
                  <c:v>2.25</c:v>
                </c:pt>
                <c:pt idx="1766">
                  <c:v>2.25</c:v>
                </c:pt>
                <c:pt idx="1767">
                  <c:v>2.25</c:v>
                </c:pt>
                <c:pt idx="1768">
                  <c:v>2.25</c:v>
                </c:pt>
                <c:pt idx="1769">
                  <c:v>2.25</c:v>
                </c:pt>
                <c:pt idx="1770">
                  <c:v>2.25</c:v>
                </c:pt>
                <c:pt idx="1771">
                  <c:v>2.25</c:v>
                </c:pt>
                <c:pt idx="1772">
                  <c:v>2.25</c:v>
                </c:pt>
                <c:pt idx="1773">
                  <c:v>2.25</c:v>
                </c:pt>
                <c:pt idx="1774">
                  <c:v>2.25</c:v>
                </c:pt>
                <c:pt idx="1775">
                  <c:v>2.25</c:v>
                </c:pt>
                <c:pt idx="1776">
                  <c:v>2.25</c:v>
                </c:pt>
                <c:pt idx="1777">
                  <c:v>2.25</c:v>
                </c:pt>
                <c:pt idx="1778">
                  <c:v>2.25</c:v>
                </c:pt>
                <c:pt idx="1779">
                  <c:v>2.25</c:v>
                </c:pt>
                <c:pt idx="1780">
                  <c:v>2.25</c:v>
                </c:pt>
                <c:pt idx="1781">
                  <c:v>2.25</c:v>
                </c:pt>
                <c:pt idx="1782">
                  <c:v>2.25</c:v>
                </c:pt>
                <c:pt idx="1783">
                  <c:v>2.25</c:v>
                </c:pt>
                <c:pt idx="1784">
                  <c:v>2.25</c:v>
                </c:pt>
                <c:pt idx="1785">
                  <c:v>2.25</c:v>
                </c:pt>
                <c:pt idx="1786">
                  <c:v>2.25</c:v>
                </c:pt>
                <c:pt idx="1787">
                  <c:v>2.25</c:v>
                </c:pt>
                <c:pt idx="1788">
                  <c:v>2.25</c:v>
                </c:pt>
                <c:pt idx="1789">
                  <c:v>2.25</c:v>
                </c:pt>
                <c:pt idx="1790">
                  <c:v>2.25</c:v>
                </c:pt>
                <c:pt idx="1791">
                  <c:v>2.25</c:v>
                </c:pt>
                <c:pt idx="1792">
                  <c:v>2.25</c:v>
                </c:pt>
                <c:pt idx="1793">
                  <c:v>2.25</c:v>
                </c:pt>
                <c:pt idx="1794">
                  <c:v>2.25</c:v>
                </c:pt>
                <c:pt idx="1795">
                  <c:v>2.25</c:v>
                </c:pt>
                <c:pt idx="1796">
                  <c:v>2.25</c:v>
                </c:pt>
                <c:pt idx="1797">
                  <c:v>2.25</c:v>
                </c:pt>
                <c:pt idx="1798">
                  <c:v>2.25</c:v>
                </c:pt>
                <c:pt idx="1799">
                  <c:v>2.25</c:v>
                </c:pt>
                <c:pt idx="1800">
                  <c:v>2.25</c:v>
                </c:pt>
                <c:pt idx="1801">
                  <c:v>2.25</c:v>
                </c:pt>
                <c:pt idx="1802">
                  <c:v>2.25</c:v>
                </c:pt>
                <c:pt idx="1803">
                  <c:v>2.25</c:v>
                </c:pt>
                <c:pt idx="1804">
                  <c:v>2.25</c:v>
                </c:pt>
                <c:pt idx="1805">
                  <c:v>2.25</c:v>
                </c:pt>
                <c:pt idx="1806">
                  <c:v>2.25</c:v>
                </c:pt>
                <c:pt idx="1807">
                  <c:v>2.25</c:v>
                </c:pt>
                <c:pt idx="1808">
                  <c:v>2.5</c:v>
                </c:pt>
                <c:pt idx="1809">
                  <c:v>2.5</c:v>
                </c:pt>
                <c:pt idx="1810">
                  <c:v>2.5</c:v>
                </c:pt>
                <c:pt idx="1811">
                  <c:v>2.5</c:v>
                </c:pt>
                <c:pt idx="1812">
                  <c:v>2.5</c:v>
                </c:pt>
                <c:pt idx="1813">
                  <c:v>2.5</c:v>
                </c:pt>
                <c:pt idx="1814">
                  <c:v>2.5</c:v>
                </c:pt>
                <c:pt idx="1815">
                  <c:v>2.5</c:v>
                </c:pt>
                <c:pt idx="1816">
                  <c:v>2.5</c:v>
                </c:pt>
                <c:pt idx="1817">
                  <c:v>2.5</c:v>
                </c:pt>
                <c:pt idx="1818">
                  <c:v>2.5</c:v>
                </c:pt>
                <c:pt idx="1819">
                  <c:v>2.5</c:v>
                </c:pt>
                <c:pt idx="1820">
                  <c:v>2.5</c:v>
                </c:pt>
                <c:pt idx="1821">
                  <c:v>2.5</c:v>
                </c:pt>
                <c:pt idx="1822">
                  <c:v>2.5</c:v>
                </c:pt>
                <c:pt idx="1823">
                  <c:v>2.5</c:v>
                </c:pt>
                <c:pt idx="1824">
                  <c:v>2.5</c:v>
                </c:pt>
                <c:pt idx="1825">
                  <c:v>2.5</c:v>
                </c:pt>
                <c:pt idx="1826">
                  <c:v>2.5</c:v>
                </c:pt>
                <c:pt idx="1827">
                  <c:v>2.5</c:v>
                </c:pt>
                <c:pt idx="1828">
                  <c:v>2.5</c:v>
                </c:pt>
                <c:pt idx="1829">
                  <c:v>2.5</c:v>
                </c:pt>
                <c:pt idx="1830">
                  <c:v>2.5</c:v>
                </c:pt>
                <c:pt idx="1831">
                  <c:v>2.5</c:v>
                </c:pt>
                <c:pt idx="1832">
                  <c:v>2.5</c:v>
                </c:pt>
                <c:pt idx="1833">
                  <c:v>2.5</c:v>
                </c:pt>
                <c:pt idx="1834">
                  <c:v>2.5</c:v>
                </c:pt>
                <c:pt idx="1835">
                  <c:v>2.5</c:v>
                </c:pt>
                <c:pt idx="1836">
                  <c:v>2.5</c:v>
                </c:pt>
                <c:pt idx="1837">
                  <c:v>2.5</c:v>
                </c:pt>
                <c:pt idx="1838">
                  <c:v>2.5</c:v>
                </c:pt>
                <c:pt idx="1839">
                  <c:v>2.5</c:v>
                </c:pt>
                <c:pt idx="1840">
                  <c:v>2.5</c:v>
                </c:pt>
                <c:pt idx="1841">
                  <c:v>2.5</c:v>
                </c:pt>
                <c:pt idx="1842">
                  <c:v>2.5</c:v>
                </c:pt>
                <c:pt idx="1843">
                  <c:v>2.5</c:v>
                </c:pt>
                <c:pt idx="1844">
                  <c:v>2.5</c:v>
                </c:pt>
                <c:pt idx="1845">
                  <c:v>2.5</c:v>
                </c:pt>
                <c:pt idx="1846">
                  <c:v>2.5</c:v>
                </c:pt>
                <c:pt idx="1847">
                  <c:v>2.5</c:v>
                </c:pt>
                <c:pt idx="1848">
                  <c:v>2.5</c:v>
                </c:pt>
                <c:pt idx="1849">
                  <c:v>2.5</c:v>
                </c:pt>
                <c:pt idx="1850">
                  <c:v>2.5</c:v>
                </c:pt>
                <c:pt idx="1851">
                  <c:v>2.5</c:v>
                </c:pt>
                <c:pt idx="1852">
                  <c:v>2.5</c:v>
                </c:pt>
                <c:pt idx="1853">
                  <c:v>2.5</c:v>
                </c:pt>
                <c:pt idx="1854">
                  <c:v>2.5</c:v>
                </c:pt>
                <c:pt idx="1855">
                  <c:v>2.5</c:v>
                </c:pt>
                <c:pt idx="1856">
                  <c:v>2.5</c:v>
                </c:pt>
                <c:pt idx="1857">
                  <c:v>2.5</c:v>
                </c:pt>
                <c:pt idx="1858">
                  <c:v>2.5</c:v>
                </c:pt>
                <c:pt idx="1859">
                  <c:v>2.5</c:v>
                </c:pt>
                <c:pt idx="1860">
                  <c:v>2.5</c:v>
                </c:pt>
                <c:pt idx="1861">
                  <c:v>2.5</c:v>
                </c:pt>
                <c:pt idx="1862">
                  <c:v>2.5</c:v>
                </c:pt>
                <c:pt idx="1863">
                  <c:v>2.5</c:v>
                </c:pt>
                <c:pt idx="1864">
                  <c:v>2.5</c:v>
                </c:pt>
                <c:pt idx="1865">
                  <c:v>2.5</c:v>
                </c:pt>
                <c:pt idx="1866">
                  <c:v>2.5</c:v>
                </c:pt>
                <c:pt idx="1867">
                  <c:v>2.5</c:v>
                </c:pt>
                <c:pt idx="1868">
                  <c:v>2.5</c:v>
                </c:pt>
                <c:pt idx="1869">
                  <c:v>2.5</c:v>
                </c:pt>
                <c:pt idx="1870">
                  <c:v>2.5</c:v>
                </c:pt>
                <c:pt idx="1871">
                  <c:v>2.5</c:v>
                </c:pt>
                <c:pt idx="1872">
                  <c:v>2.5</c:v>
                </c:pt>
                <c:pt idx="1873">
                  <c:v>2.75</c:v>
                </c:pt>
                <c:pt idx="1874">
                  <c:v>2.75</c:v>
                </c:pt>
                <c:pt idx="1875">
                  <c:v>2.75</c:v>
                </c:pt>
                <c:pt idx="1876">
                  <c:v>2.75</c:v>
                </c:pt>
                <c:pt idx="1877">
                  <c:v>2.75</c:v>
                </c:pt>
                <c:pt idx="1878">
                  <c:v>2.75</c:v>
                </c:pt>
                <c:pt idx="1879">
                  <c:v>2.75</c:v>
                </c:pt>
                <c:pt idx="1880">
                  <c:v>2.75</c:v>
                </c:pt>
                <c:pt idx="1881">
                  <c:v>2.75</c:v>
                </c:pt>
                <c:pt idx="1882">
                  <c:v>2.75</c:v>
                </c:pt>
                <c:pt idx="1883">
                  <c:v>2.75</c:v>
                </c:pt>
                <c:pt idx="1884">
                  <c:v>2.75</c:v>
                </c:pt>
                <c:pt idx="1885">
                  <c:v>2.75</c:v>
                </c:pt>
                <c:pt idx="1886">
                  <c:v>2.75</c:v>
                </c:pt>
                <c:pt idx="1887">
                  <c:v>2.75</c:v>
                </c:pt>
                <c:pt idx="1888">
                  <c:v>2.75</c:v>
                </c:pt>
                <c:pt idx="1889">
                  <c:v>2.75</c:v>
                </c:pt>
                <c:pt idx="1890">
                  <c:v>2.75</c:v>
                </c:pt>
                <c:pt idx="1891">
                  <c:v>2.75</c:v>
                </c:pt>
                <c:pt idx="1892">
                  <c:v>2.75</c:v>
                </c:pt>
                <c:pt idx="1893">
                  <c:v>2.75</c:v>
                </c:pt>
                <c:pt idx="1894">
                  <c:v>2.75</c:v>
                </c:pt>
                <c:pt idx="1895">
                  <c:v>2.75</c:v>
                </c:pt>
                <c:pt idx="1896">
                  <c:v>2.75</c:v>
                </c:pt>
                <c:pt idx="1897">
                  <c:v>2.75</c:v>
                </c:pt>
                <c:pt idx="1898">
                  <c:v>2.75</c:v>
                </c:pt>
                <c:pt idx="1899">
                  <c:v>2.75</c:v>
                </c:pt>
                <c:pt idx="1900">
                  <c:v>2.75</c:v>
                </c:pt>
                <c:pt idx="1901">
                  <c:v>2.75</c:v>
                </c:pt>
                <c:pt idx="1902">
                  <c:v>2.75</c:v>
                </c:pt>
                <c:pt idx="1903">
                  <c:v>2.75</c:v>
                </c:pt>
                <c:pt idx="1904">
                  <c:v>2.75</c:v>
                </c:pt>
                <c:pt idx="1905">
                  <c:v>2.75</c:v>
                </c:pt>
                <c:pt idx="1906">
                  <c:v>2.75</c:v>
                </c:pt>
                <c:pt idx="1907">
                  <c:v>2.75</c:v>
                </c:pt>
                <c:pt idx="1908">
                  <c:v>2.75</c:v>
                </c:pt>
                <c:pt idx="1909">
                  <c:v>2.75</c:v>
                </c:pt>
                <c:pt idx="1910">
                  <c:v>2.75</c:v>
                </c:pt>
                <c:pt idx="1911">
                  <c:v>2.75</c:v>
                </c:pt>
                <c:pt idx="1912">
                  <c:v>2.75</c:v>
                </c:pt>
                <c:pt idx="1913">
                  <c:v>2.75</c:v>
                </c:pt>
                <c:pt idx="1914">
                  <c:v>2.75</c:v>
                </c:pt>
                <c:pt idx="1915">
                  <c:v>2.75</c:v>
                </c:pt>
                <c:pt idx="1916">
                  <c:v>2.75</c:v>
                </c:pt>
                <c:pt idx="1917">
                  <c:v>2.75</c:v>
                </c:pt>
                <c:pt idx="1918">
                  <c:v>2.75</c:v>
                </c:pt>
                <c:pt idx="1919">
                  <c:v>2.75</c:v>
                </c:pt>
                <c:pt idx="1920">
                  <c:v>2.75</c:v>
                </c:pt>
                <c:pt idx="1921">
                  <c:v>2.75</c:v>
                </c:pt>
                <c:pt idx="1922">
                  <c:v>2.75</c:v>
                </c:pt>
                <c:pt idx="1923">
                  <c:v>2.75</c:v>
                </c:pt>
                <c:pt idx="1924">
                  <c:v>2.75</c:v>
                </c:pt>
                <c:pt idx="1925">
                  <c:v>2.75</c:v>
                </c:pt>
                <c:pt idx="1926">
                  <c:v>2.75</c:v>
                </c:pt>
                <c:pt idx="1927">
                  <c:v>2.75</c:v>
                </c:pt>
                <c:pt idx="1928">
                  <c:v>2.75</c:v>
                </c:pt>
                <c:pt idx="1929">
                  <c:v>2.75</c:v>
                </c:pt>
                <c:pt idx="1930">
                  <c:v>2.75</c:v>
                </c:pt>
                <c:pt idx="1931">
                  <c:v>2.75</c:v>
                </c:pt>
                <c:pt idx="1932">
                  <c:v>2.75</c:v>
                </c:pt>
                <c:pt idx="1933">
                  <c:v>2.75</c:v>
                </c:pt>
                <c:pt idx="1934">
                  <c:v>2.75</c:v>
                </c:pt>
                <c:pt idx="1935">
                  <c:v>2.75</c:v>
                </c:pt>
                <c:pt idx="1936">
                  <c:v>2.75</c:v>
                </c:pt>
                <c:pt idx="1937">
                  <c:v>3</c:v>
                </c:pt>
                <c:pt idx="1938">
                  <c:v>3</c:v>
                </c:pt>
                <c:pt idx="1939">
                  <c:v>3</c:v>
                </c:pt>
                <c:pt idx="1940">
                  <c:v>3</c:v>
                </c:pt>
                <c:pt idx="1941">
                  <c:v>3</c:v>
                </c:pt>
                <c:pt idx="1942">
                  <c:v>3</c:v>
                </c:pt>
                <c:pt idx="1943">
                  <c:v>3</c:v>
                </c:pt>
                <c:pt idx="1944">
                  <c:v>3</c:v>
                </c:pt>
                <c:pt idx="1945">
                  <c:v>3</c:v>
                </c:pt>
                <c:pt idx="1946">
                  <c:v>3</c:v>
                </c:pt>
                <c:pt idx="1947">
                  <c:v>3</c:v>
                </c:pt>
                <c:pt idx="1948">
                  <c:v>3</c:v>
                </c:pt>
                <c:pt idx="1949">
                  <c:v>3</c:v>
                </c:pt>
                <c:pt idx="1950">
                  <c:v>3</c:v>
                </c:pt>
                <c:pt idx="1951">
                  <c:v>3</c:v>
                </c:pt>
                <c:pt idx="1952">
                  <c:v>3</c:v>
                </c:pt>
                <c:pt idx="1953">
                  <c:v>3</c:v>
                </c:pt>
                <c:pt idx="1954">
                  <c:v>3</c:v>
                </c:pt>
                <c:pt idx="1955">
                  <c:v>3</c:v>
                </c:pt>
                <c:pt idx="1956">
                  <c:v>3</c:v>
                </c:pt>
                <c:pt idx="1957">
                  <c:v>3</c:v>
                </c:pt>
                <c:pt idx="1958">
                  <c:v>3</c:v>
                </c:pt>
                <c:pt idx="1959">
                  <c:v>3</c:v>
                </c:pt>
                <c:pt idx="1960">
                  <c:v>3</c:v>
                </c:pt>
                <c:pt idx="1961">
                  <c:v>3</c:v>
                </c:pt>
                <c:pt idx="1962">
                  <c:v>3</c:v>
                </c:pt>
                <c:pt idx="1963">
                  <c:v>3</c:v>
                </c:pt>
                <c:pt idx="1964">
                  <c:v>3</c:v>
                </c:pt>
                <c:pt idx="1965">
                  <c:v>3</c:v>
                </c:pt>
                <c:pt idx="1966">
                  <c:v>3</c:v>
                </c:pt>
                <c:pt idx="1967">
                  <c:v>3</c:v>
                </c:pt>
                <c:pt idx="1968">
                  <c:v>3</c:v>
                </c:pt>
                <c:pt idx="1969">
                  <c:v>3</c:v>
                </c:pt>
                <c:pt idx="1970">
                  <c:v>3</c:v>
                </c:pt>
                <c:pt idx="1971">
                  <c:v>3</c:v>
                </c:pt>
                <c:pt idx="1972">
                  <c:v>3</c:v>
                </c:pt>
                <c:pt idx="1973">
                  <c:v>3</c:v>
                </c:pt>
                <c:pt idx="1974">
                  <c:v>3</c:v>
                </c:pt>
                <c:pt idx="1975">
                  <c:v>3</c:v>
                </c:pt>
                <c:pt idx="1976">
                  <c:v>3</c:v>
                </c:pt>
                <c:pt idx="1977">
                  <c:v>3</c:v>
                </c:pt>
                <c:pt idx="1978">
                  <c:v>3</c:v>
                </c:pt>
                <c:pt idx="1979">
                  <c:v>3</c:v>
                </c:pt>
                <c:pt idx="1980">
                  <c:v>3</c:v>
                </c:pt>
                <c:pt idx="1981">
                  <c:v>3</c:v>
                </c:pt>
                <c:pt idx="1982">
                  <c:v>3</c:v>
                </c:pt>
                <c:pt idx="1983">
                  <c:v>3</c:v>
                </c:pt>
                <c:pt idx="1984">
                  <c:v>3</c:v>
                </c:pt>
                <c:pt idx="1985">
                  <c:v>3</c:v>
                </c:pt>
                <c:pt idx="1986">
                  <c:v>3</c:v>
                </c:pt>
                <c:pt idx="1987">
                  <c:v>3</c:v>
                </c:pt>
                <c:pt idx="1988">
                  <c:v>3</c:v>
                </c:pt>
                <c:pt idx="1989">
                  <c:v>3</c:v>
                </c:pt>
                <c:pt idx="1990">
                  <c:v>3</c:v>
                </c:pt>
                <c:pt idx="1991">
                  <c:v>3</c:v>
                </c:pt>
                <c:pt idx="1992">
                  <c:v>3</c:v>
                </c:pt>
                <c:pt idx="1993">
                  <c:v>3</c:v>
                </c:pt>
                <c:pt idx="1994">
                  <c:v>3</c:v>
                </c:pt>
                <c:pt idx="1995">
                  <c:v>3</c:v>
                </c:pt>
                <c:pt idx="1996">
                  <c:v>3</c:v>
                </c:pt>
                <c:pt idx="1997">
                  <c:v>3</c:v>
                </c:pt>
                <c:pt idx="1998">
                  <c:v>3</c:v>
                </c:pt>
                <c:pt idx="1999">
                  <c:v>3</c:v>
                </c:pt>
                <c:pt idx="2000">
                  <c:v>3</c:v>
                </c:pt>
                <c:pt idx="2001">
                  <c:v>3</c:v>
                </c:pt>
                <c:pt idx="2002">
                  <c:v>3</c:v>
                </c:pt>
                <c:pt idx="2003">
                  <c:v>3</c:v>
                </c:pt>
                <c:pt idx="2004">
                  <c:v>3</c:v>
                </c:pt>
                <c:pt idx="2005">
                  <c:v>3</c:v>
                </c:pt>
                <c:pt idx="2006">
                  <c:v>3</c:v>
                </c:pt>
                <c:pt idx="2007">
                  <c:v>3</c:v>
                </c:pt>
                <c:pt idx="2008">
                  <c:v>3</c:v>
                </c:pt>
                <c:pt idx="2009">
                  <c:v>3</c:v>
                </c:pt>
                <c:pt idx="2010">
                  <c:v>3</c:v>
                </c:pt>
                <c:pt idx="2011">
                  <c:v>3</c:v>
                </c:pt>
                <c:pt idx="2012">
                  <c:v>3</c:v>
                </c:pt>
                <c:pt idx="2013">
                  <c:v>3</c:v>
                </c:pt>
                <c:pt idx="2014">
                  <c:v>3</c:v>
                </c:pt>
                <c:pt idx="2015">
                  <c:v>3</c:v>
                </c:pt>
                <c:pt idx="2016">
                  <c:v>3</c:v>
                </c:pt>
                <c:pt idx="2017">
                  <c:v>3</c:v>
                </c:pt>
                <c:pt idx="2018">
                  <c:v>3</c:v>
                </c:pt>
                <c:pt idx="2019">
                  <c:v>3</c:v>
                </c:pt>
                <c:pt idx="2020">
                  <c:v>3</c:v>
                </c:pt>
                <c:pt idx="2021">
                  <c:v>3</c:v>
                </c:pt>
                <c:pt idx="2022">
                  <c:v>3</c:v>
                </c:pt>
                <c:pt idx="2023">
                  <c:v>3</c:v>
                </c:pt>
                <c:pt idx="2024">
                  <c:v>3</c:v>
                </c:pt>
                <c:pt idx="2025">
                  <c:v>3</c:v>
                </c:pt>
                <c:pt idx="2026">
                  <c:v>3</c:v>
                </c:pt>
                <c:pt idx="2027">
                  <c:v>3</c:v>
                </c:pt>
                <c:pt idx="2028">
                  <c:v>3</c:v>
                </c:pt>
                <c:pt idx="2029">
                  <c:v>3</c:v>
                </c:pt>
                <c:pt idx="2030">
                  <c:v>3</c:v>
                </c:pt>
                <c:pt idx="2031">
                  <c:v>3</c:v>
                </c:pt>
                <c:pt idx="2032">
                  <c:v>3</c:v>
                </c:pt>
                <c:pt idx="2033">
                  <c:v>3</c:v>
                </c:pt>
                <c:pt idx="2034">
                  <c:v>3</c:v>
                </c:pt>
                <c:pt idx="2035">
                  <c:v>3</c:v>
                </c:pt>
                <c:pt idx="2036">
                  <c:v>3</c:v>
                </c:pt>
                <c:pt idx="2037">
                  <c:v>3</c:v>
                </c:pt>
                <c:pt idx="2038">
                  <c:v>3</c:v>
                </c:pt>
                <c:pt idx="2039">
                  <c:v>3</c:v>
                </c:pt>
                <c:pt idx="2040">
                  <c:v>3</c:v>
                </c:pt>
                <c:pt idx="2041">
                  <c:v>3</c:v>
                </c:pt>
                <c:pt idx="2042">
                  <c:v>3</c:v>
                </c:pt>
                <c:pt idx="2043">
                  <c:v>3</c:v>
                </c:pt>
                <c:pt idx="2044">
                  <c:v>3</c:v>
                </c:pt>
                <c:pt idx="2045">
                  <c:v>3</c:v>
                </c:pt>
                <c:pt idx="2046">
                  <c:v>3</c:v>
                </c:pt>
                <c:pt idx="2047">
                  <c:v>3</c:v>
                </c:pt>
                <c:pt idx="2048">
                  <c:v>3</c:v>
                </c:pt>
                <c:pt idx="2049">
                  <c:v>3</c:v>
                </c:pt>
                <c:pt idx="2050">
                  <c:v>3</c:v>
                </c:pt>
                <c:pt idx="2051">
                  <c:v>3</c:v>
                </c:pt>
                <c:pt idx="2052">
                  <c:v>3</c:v>
                </c:pt>
                <c:pt idx="2053">
                  <c:v>3</c:v>
                </c:pt>
                <c:pt idx="2054">
                  <c:v>3</c:v>
                </c:pt>
                <c:pt idx="2055">
                  <c:v>3</c:v>
                </c:pt>
                <c:pt idx="2056">
                  <c:v>3</c:v>
                </c:pt>
                <c:pt idx="2057">
                  <c:v>3</c:v>
                </c:pt>
                <c:pt idx="2058">
                  <c:v>3</c:v>
                </c:pt>
                <c:pt idx="2059">
                  <c:v>3</c:v>
                </c:pt>
                <c:pt idx="2060">
                  <c:v>3</c:v>
                </c:pt>
                <c:pt idx="2061">
                  <c:v>3</c:v>
                </c:pt>
                <c:pt idx="2062">
                  <c:v>3</c:v>
                </c:pt>
                <c:pt idx="2063">
                  <c:v>3</c:v>
                </c:pt>
                <c:pt idx="2064">
                  <c:v>3</c:v>
                </c:pt>
                <c:pt idx="2065">
                  <c:v>3</c:v>
                </c:pt>
                <c:pt idx="2066">
                  <c:v>3</c:v>
                </c:pt>
                <c:pt idx="2067">
                  <c:v>3</c:v>
                </c:pt>
                <c:pt idx="2068">
                  <c:v>3</c:v>
                </c:pt>
                <c:pt idx="2069">
                  <c:v>3</c:v>
                </c:pt>
                <c:pt idx="2070">
                  <c:v>3</c:v>
                </c:pt>
                <c:pt idx="2071">
                  <c:v>3</c:v>
                </c:pt>
                <c:pt idx="2072">
                  <c:v>3</c:v>
                </c:pt>
                <c:pt idx="2073">
                  <c:v>3</c:v>
                </c:pt>
                <c:pt idx="2074">
                  <c:v>3</c:v>
                </c:pt>
                <c:pt idx="2075">
                  <c:v>3</c:v>
                </c:pt>
                <c:pt idx="2076">
                  <c:v>3</c:v>
                </c:pt>
                <c:pt idx="2077">
                  <c:v>3</c:v>
                </c:pt>
                <c:pt idx="2078">
                  <c:v>3</c:v>
                </c:pt>
                <c:pt idx="2079">
                  <c:v>3</c:v>
                </c:pt>
                <c:pt idx="2080">
                  <c:v>3</c:v>
                </c:pt>
                <c:pt idx="2081">
                  <c:v>3</c:v>
                </c:pt>
                <c:pt idx="2082">
                  <c:v>3</c:v>
                </c:pt>
                <c:pt idx="2083">
                  <c:v>3</c:v>
                </c:pt>
                <c:pt idx="2084">
                  <c:v>3</c:v>
                </c:pt>
                <c:pt idx="2085">
                  <c:v>3</c:v>
                </c:pt>
                <c:pt idx="2086">
                  <c:v>3</c:v>
                </c:pt>
                <c:pt idx="2087">
                  <c:v>3</c:v>
                </c:pt>
                <c:pt idx="2088">
                  <c:v>3</c:v>
                </c:pt>
                <c:pt idx="2089">
                  <c:v>3</c:v>
                </c:pt>
                <c:pt idx="2090">
                  <c:v>3</c:v>
                </c:pt>
                <c:pt idx="2091">
                  <c:v>3</c:v>
                </c:pt>
                <c:pt idx="2092">
                  <c:v>3</c:v>
                </c:pt>
                <c:pt idx="2093">
                  <c:v>3</c:v>
                </c:pt>
                <c:pt idx="2094">
                  <c:v>3</c:v>
                </c:pt>
                <c:pt idx="2095">
                  <c:v>3</c:v>
                </c:pt>
                <c:pt idx="2096">
                  <c:v>3</c:v>
                </c:pt>
                <c:pt idx="2097">
                  <c:v>3</c:v>
                </c:pt>
                <c:pt idx="2098">
                  <c:v>3</c:v>
                </c:pt>
                <c:pt idx="2099">
                  <c:v>3</c:v>
                </c:pt>
                <c:pt idx="2100">
                  <c:v>3</c:v>
                </c:pt>
                <c:pt idx="2101">
                  <c:v>3</c:v>
                </c:pt>
                <c:pt idx="2102">
                  <c:v>3</c:v>
                </c:pt>
                <c:pt idx="2103">
                  <c:v>3</c:v>
                </c:pt>
                <c:pt idx="2104">
                  <c:v>3</c:v>
                </c:pt>
                <c:pt idx="2105">
                  <c:v>3</c:v>
                </c:pt>
                <c:pt idx="2106">
                  <c:v>3</c:v>
                </c:pt>
                <c:pt idx="2107">
                  <c:v>3</c:v>
                </c:pt>
                <c:pt idx="2108">
                  <c:v>3</c:v>
                </c:pt>
                <c:pt idx="2109">
                  <c:v>3</c:v>
                </c:pt>
                <c:pt idx="2110">
                  <c:v>3</c:v>
                </c:pt>
                <c:pt idx="2111">
                  <c:v>3</c:v>
                </c:pt>
                <c:pt idx="2112">
                  <c:v>3</c:v>
                </c:pt>
                <c:pt idx="2113">
                  <c:v>3</c:v>
                </c:pt>
                <c:pt idx="2114">
                  <c:v>3</c:v>
                </c:pt>
                <c:pt idx="2115">
                  <c:v>3</c:v>
                </c:pt>
                <c:pt idx="2116">
                  <c:v>3</c:v>
                </c:pt>
                <c:pt idx="2117">
                  <c:v>3</c:v>
                </c:pt>
                <c:pt idx="2118">
                  <c:v>3</c:v>
                </c:pt>
                <c:pt idx="2119">
                  <c:v>3</c:v>
                </c:pt>
                <c:pt idx="2120">
                  <c:v>3</c:v>
                </c:pt>
                <c:pt idx="2121">
                  <c:v>3</c:v>
                </c:pt>
                <c:pt idx="2122">
                  <c:v>3</c:v>
                </c:pt>
                <c:pt idx="2123">
                  <c:v>3</c:v>
                </c:pt>
                <c:pt idx="2124">
                  <c:v>3</c:v>
                </c:pt>
                <c:pt idx="2125">
                  <c:v>3</c:v>
                </c:pt>
                <c:pt idx="2126">
                  <c:v>3</c:v>
                </c:pt>
                <c:pt idx="2127">
                  <c:v>3</c:v>
                </c:pt>
                <c:pt idx="2128">
                  <c:v>3</c:v>
                </c:pt>
                <c:pt idx="2129">
                  <c:v>3</c:v>
                </c:pt>
                <c:pt idx="2130">
                  <c:v>3</c:v>
                </c:pt>
                <c:pt idx="2131">
                  <c:v>3</c:v>
                </c:pt>
                <c:pt idx="2132">
                  <c:v>3</c:v>
                </c:pt>
                <c:pt idx="2133">
                  <c:v>3</c:v>
                </c:pt>
                <c:pt idx="2134">
                  <c:v>3</c:v>
                </c:pt>
                <c:pt idx="2135">
                  <c:v>3</c:v>
                </c:pt>
                <c:pt idx="2136">
                  <c:v>3</c:v>
                </c:pt>
                <c:pt idx="2137">
                  <c:v>3</c:v>
                </c:pt>
                <c:pt idx="2138">
                  <c:v>3</c:v>
                </c:pt>
                <c:pt idx="2139">
                  <c:v>3</c:v>
                </c:pt>
                <c:pt idx="2140">
                  <c:v>3</c:v>
                </c:pt>
                <c:pt idx="2141">
                  <c:v>3</c:v>
                </c:pt>
                <c:pt idx="2142">
                  <c:v>3</c:v>
                </c:pt>
                <c:pt idx="2143">
                  <c:v>3</c:v>
                </c:pt>
                <c:pt idx="2144">
                  <c:v>3</c:v>
                </c:pt>
                <c:pt idx="2145">
                  <c:v>3</c:v>
                </c:pt>
                <c:pt idx="2146">
                  <c:v>3</c:v>
                </c:pt>
                <c:pt idx="2147">
                  <c:v>3</c:v>
                </c:pt>
                <c:pt idx="2148">
                  <c:v>3</c:v>
                </c:pt>
                <c:pt idx="2149">
                  <c:v>3</c:v>
                </c:pt>
                <c:pt idx="2150">
                  <c:v>3</c:v>
                </c:pt>
                <c:pt idx="2151">
                  <c:v>3</c:v>
                </c:pt>
                <c:pt idx="2152">
                  <c:v>3</c:v>
                </c:pt>
                <c:pt idx="2153">
                  <c:v>3</c:v>
                </c:pt>
                <c:pt idx="2154">
                  <c:v>3</c:v>
                </c:pt>
                <c:pt idx="2155">
                  <c:v>3</c:v>
                </c:pt>
                <c:pt idx="2156">
                  <c:v>3</c:v>
                </c:pt>
                <c:pt idx="2157">
                  <c:v>3</c:v>
                </c:pt>
                <c:pt idx="2158">
                  <c:v>3</c:v>
                </c:pt>
                <c:pt idx="2159">
                  <c:v>3</c:v>
                </c:pt>
                <c:pt idx="2160">
                  <c:v>3</c:v>
                </c:pt>
                <c:pt idx="2161">
                  <c:v>3</c:v>
                </c:pt>
                <c:pt idx="2162">
                  <c:v>3</c:v>
                </c:pt>
                <c:pt idx="2163">
                  <c:v>3</c:v>
                </c:pt>
                <c:pt idx="2164">
                  <c:v>3</c:v>
                </c:pt>
                <c:pt idx="2165">
                  <c:v>3</c:v>
                </c:pt>
                <c:pt idx="2166">
                  <c:v>3</c:v>
                </c:pt>
                <c:pt idx="2167">
                  <c:v>3</c:v>
                </c:pt>
                <c:pt idx="2168">
                  <c:v>3</c:v>
                </c:pt>
                <c:pt idx="2169">
                  <c:v>3</c:v>
                </c:pt>
                <c:pt idx="2170">
                  <c:v>3</c:v>
                </c:pt>
                <c:pt idx="2171">
                  <c:v>3</c:v>
                </c:pt>
                <c:pt idx="2172">
                  <c:v>3</c:v>
                </c:pt>
                <c:pt idx="2173">
                  <c:v>3</c:v>
                </c:pt>
                <c:pt idx="2174">
                  <c:v>3</c:v>
                </c:pt>
                <c:pt idx="2175">
                  <c:v>3</c:v>
                </c:pt>
                <c:pt idx="2176">
                  <c:v>3</c:v>
                </c:pt>
                <c:pt idx="2177">
                  <c:v>3</c:v>
                </c:pt>
                <c:pt idx="2178">
                  <c:v>3</c:v>
                </c:pt>
                <c:pt idx="2179">
                  <c:v>3</c:v>
                </c:pt>
                <c:pt idx="2180">
                  <c:v>3</c:v>
                </c:pt>
                <c:pt idx="2181">
                  <c:v>3</c:v>
                </c:pt>
                <c:pt idx="2182">
                  <c:v>3</c:v>
                </c:pt>
                <c:pt idx="2183">
                  <c:v>3</c:v>
                </c:pt>
                <c:pt idx="2184">
                  <c:v>3</c:v>
                </c:pt>
                <c:pt idx="2185">
                  <c:v>3</c:v>
                </c:pt>
                <c:pt idx="2186">
                  <c:v>3</c:v>
                </c:pt>
                <c:pt idx="2187">
                  <c:v>3</c:v>
                </c:pt>
                <c:pt idx="2188">
                  <c:v>3</c:v>
                </c:pt>
                <c:pt idx="2189">
                  <c:v>3</c:v>
                </c:pt>
                <c:pt idx="2190">
                  <c:v>3</c:v>
                </c:pt>
                <c:pt idx="2191">
                  <c:v>3</c:v>
                </c:pt>
                <c:pt idx="2192">
                  <c:v>3</c:v>
                </c:pt>
                <c:pt idx="2193">
                  <c:v>3</c:v>
                </c:pt>
                <c:pt idx="2194">
                  <c:v>3</c:v>
                </c:pt>
                <c:pt idx="2195">
                  <c:v>3</c:v>
                </c:pt>
                <c:pt idx="2196">
                  <c:v>3</c:v>
                </c:pt>
                <c:pt idx="2197">
                  <c:v>3</c:v>
                </c:pt>
                <c:pt idx="2198">
                  <c:v>3</c:v>
                </c:pt>
                <c:pt idx="2199">
                  <c:v>3</c:v>
                </c:pt>
                <c:pt idx="2200">
                  <c:v>3</c:v>
                </c:pt>
                <c:pt idx="2201">
                  <c:v>3</c:v>
                </c:pt>
                <c:pt idx="2202">
                  <c:v>3</c:v>
                </c:pt>
                <c:pt idx="2203">
                  <c:v>3</c:v>
                </c:pt>
                <c:pt idx="2204">
                  <c:v>3</c:v>
                </c:pt>
                <c:pt idx="2205">
                  <c:v>3</c:v>
                </c:pt>
                <c:pt idx="2206">
                  <c:v>3</c:v>
                </c:pt>
                <c:pt idx="2207">
                  <c:v>3</c:v>
                </c:pt>
                <c:pt idx="2208">
                  <c:v>3</c:v>
                </c:pt>
                <c:pt idx="2209">
                  <c:v>3</c:v>
                </c:pt>
                <c:pt idx="2210">
                  <c:v>3</c:v>
                </c:pt>
                <c:pt idx="2211">
                  <c:v>3</c:v>
                </c:pt>
                <c:pt idx="2212">
                  <c:v>3</c:v>
                </c:pt>
                <c:pt idx="2213">
                  <c:v>3</c:v>
                </c:pt>
                <c:pt idx="2214">
                  <c:v>3</c:v>
                </c:pt>
                <c:pt idx="2215">
                  <c:v>3</c:v>
                </c:pt>
                <c:pt idx="2216">
                  <c:v>3</c:v>
                </c:pt>
                <c:pt idx="2217">
                  <c:v>3</c:v>
                </c:pt>
                <c:pt idx="2218">
                  <c:v>3.25</c:v>
                </c:pt>
                <c:pt idx="2219">
                  <c:v>3.25</c:v>
                </c:pt>
                <c:pt idx="2220">
                  <c:v>3.25</c:v>
                </c:pt>
                <c:pt idx="2221">
                  <c:v>3.25</c:v>
                </c:pt>
                <c:pt idx="2222">
                  <c:v>3.25</c:v>
                </c:pt>
                <c:pt idx="2223">
                  <c:v>3.25</c:v>
                </c:pt>
                <c:pt idx="2224">
                  <c:v>3.25</c:v>
                </c:pt>
                <c:pt idx="2225">
                  <c:v>3.25</c:v>
                </c:pt>
                <c:pt idx="2226">
                  <c:v>3.25</c:v>
                </c:pt>
                <c:pt idx="2227">
                  <c:v>3.25</c:v>
                </c:pt>
                <c:pt idx="2228">
                  <c:v>3.25</c:v>
                </c:pt>
                <c:pt idx="2229">
                  <c:v>3.25</c:v>
                </c:pt>
                <c:pt idx="2230">
                  <c:v>3.25</c:v>
                </c:pt>
                <c:pt idx="2231">
                  <c:v>3.25</c:v>
                </c:pt>
                <c:pt idx="2232">
                  <c:v>3.25</c:v>
                </c:pt>
                <c:pt idx="2233">
                  <c:v>3.25</c:v>
                </c:pt>
                <c:pt idx="2234">
                  <c:v>3.25</c:v>
                </c:pt>
                <c:pt idx="2235">
                  <c:v>3.25</c:v>
                </c:pt>
                <c:pt idx="2236">
                  <c:v>3.25</c:v>
                </c:pt>
                <c:pt idx="2237">
                  <c:v>3.25</c:v>
                </c:pt>
                <c:pt idx="2238">
                  <c:v>3.25</c:v>
                </c:pt>
                <c:pt idx="2239">
                  <c:v>3.25</c:v>
                </c:pt>
                <c:pt idx="2240">
                  <c:v>3.25</c:v>
                </c:pt>
                <c:pt idx="2241">
                  <c:v>3.25</c:v>
                </c:pt>
                <c:pt idx="2242">
                  <c:v>3.25</c:v>
                </c:pt>
                <c:pt idx="2243">
                  <c:v>3.25</c:v>
                </c:pt>
                <c:pt idx="2244">
                  <c:v>3.25</c:v>
                </c:pt>
                <c:pt idx="2245">
                  <c:v>3.25</c:v>
                </c:pt>
                <c:pt idx="2246">
                  <c:v>3.25</c:v>
                </c:pt>
                <c:pt idx="2247">
                  <c:v>3.25</c:v>
                </c:pt>
                <c:pt idx="2248">
                  <c:v>3.25</c:v>
                </c:pt>
                <c:pt idx="2249">
                  <c:v>3.25</c:v>
                </c:pt>
                <c:pt idx="2250">
                  <c:v>3.25</c:v>
                </c:pt>
                <c:pt idx="2251">
                  <c:v>3.25</c:v>
                </c:pt>
                <c:pt idx="2252">
                  <c:v>3.25</c:v>
                </c:pt>
                <c:pt idx="2253">
                  <c:v>3.25</c:v>
                </c:pt>
                <c:pt idx="2254">
                  <c:v>3.25</c:v>
                </c:pt>
                <c:pt idx="2255">
                  <c:v>3.25</c:v>
                </c:pt>
                <c:pt idx="2256">
                  <c:v>3.25</c:v>
                </c:pt>
                <c:pt idx="2257">
                  <c:v>3.25</c:v>
                </c:pt>
                <c:pt idx="2258">
                  <c:v>3.25</c:v>
                </c:pt>
                <c:pt idx="2259">
                  <c:v>3.25</c:v>
                </c:pt>
                <c:pt idx="2260">
                  <c:v>3.25</c:v>
                </c:pt>
                <c:pt idx="2261">
                  <c:v>3.25</c:v>
                </c:pt>
                <c:pt idx="2262">
                  <c:v>3.25</c:v>
                </c:pt>
                <c:pt idx="2263">
                  <c:v>3.25</c:v>
                </c:pt>
                <c:pt idx="2264">
                  <c:v>3.25</c:v>
                </c:pt>
                <c:pt idx="2265">
                  <c:v>3.25</c:v>
                </c:pt>
                <c:pt idx="2266">
                  <c:v>3.25</c:v>
                </c:pt>
                <c:pt idx="2267">
                  <c:v>3.25</c:v>
                </c:pt>
                <c:pt idx="2268">
                  <c:v>3.25</c:v>
                </c:pt>
                <c:pt idx="2269">
                  <c:v>3.25</c:v>
                </c:pt>
                <c:pt idx="2270">
                  <c:v>3.25</c:v>
                </c:pt>
                <c:pt idx="2271">
                  <c:v>3.25</c:v>
                </c:pt>
                <c:pt idx="2272">
                  <c:v>3.25</c:v>
                </c:pt>
                <c:pt idx="2273">
                  <c:v>3.25</c:v>
                </c:pt>
                <c:pt idx="2274">
                  <c:v>3.25</c:v>
                </c:pt>
                <c:pt idx="2275">
                  <c:v>3.25</c:v>
                </c:pt>
                <c:pt idx="2276">
                  <c:v>3.25</c:v>
                </c:pt>
                <c:pt idx="2277">
                  <c:v>3.25</c:v>
                </c:pt>
                <c:pt idx="2278">
                  <c:v>3.25</c:v>
                </c:pt>
                <c:pt idx="2279">
                  <c:v>3.25</c:v>
                </c:pt>
                <c:pt idx="2280">
                  <c:v>3.25</c:v>
                </c:pt>
                <c:pt idx="2281">
                  <c:v>3.25</c:v>
                </c:pt>
                <c:pt idx="2282">
                  <c:v>3.25</c:v>
                </c:pt>
                <c:pt idx="2283">
                  <c:v>3.25</c:v>
                </c:pt>
                <c:pt idx="2284">
                  <c:v>3.25</c:v>
                </c:pt>
                <c:pt idx="2285">
                  <c:v>3.25</c:v>
                </c:pt>
                <c:pt idx="2286">
                  <c:v>3.25</c:v>
                </c:pt>
                <c:pt idx="2287">
                  <c:v>2.75</c:v>
                </c:pt>
                <c:pt idx="2288">
                  <c:v>3.25</c:v>
                </c:pt>
                <c:pt idx="2289">
                  <c:v>3.25</c:v>
                </c:pt>
                <c:pt idx="2290">
                  <c:v>3.25</c:v>
                </c:pt>
                <c:pt idx="2291">
                  <c:v>3.25</c:v>
                </c:pt>
                <c:pt idx="2292">
                  <c:v>3.25</c:v>
                </c:pt>
                <c:pt idx="2293">
                  <c:v>3.25</c:v>
                </c:pt>
                <c:pt idx="2294">
                  <c:v>3.25</c:v>
                </c:pt>
                <c:pt idx="2295">
                  <c:v>3.25</c:v>
                </c:pt>
                <c:pt idx="2296">
                  <c:v>3.25</c:v>
                </c:pt>
                <c:pt idx="2297">
                  <c:v>3.25</c:v>
                </c:pt>
                <c:pt idx="2298">
                  <c:v>3.25</c:v>
                </c:pt>
                <c:pt idx="2299">
                  <c:v>3.25</c:v>
                </c:pt>
                <c:pt idx="2300">
                  <c:v>3.25</c:v>
                </c:pt>
                <c:pt idx="2301">
                  <c:v>3.25</c:v>
                </c:pt>
                <c:pt idx="2302">
                  <c:v>3.25</c:v>
                </c:pt>
                <c:pt idx="2303">
                  <c:v>3.25</c:v>
                </c:pt>
                <c:pt idx="2304">
                  <c:v>3.25</c:v>
                </c:pt>
                <c:pt idx="2305">
                  <c:v>3.25</c:v>
                </c:pt>
                <c:pt idx="2306">
                  <c:v>3.25</c:v>
                </c:pt>
                <c:pt idx="2307">
                  <c:v>3.25</c:v>
                </c:pt>
                <c:pt idx="2308">
                  <c:v>2.75</c:v>
                </c:pt>
                <c:pt idx="2309">
                  <c:v>2.75</c:v>
                </c:pt>
                <c:pt idx="2310">
                  <c:v>2.75</c:v>
                </c:pt>
                <c:pt idx="2311">
                  <c:v>2.75</c:v>
                </c:pt>
                <c:pt idx="2312">
                  <c:v>2.75</c:v>
                </c:pt>
                <c:pt idx="2313">
                  <c:v>2.75</c:v>
                </c:pt>
                <c:pt idx="2314">
                  <c:v>2.75</c:v>
                </c:pt>
                <c:pt idx="2315">
                  <c:v>2.75</c:v>
                </c:pt>
                <c:pt idx="2316">
                  <c:v>2.75</c:v>
                </c:pt>
                <c:pt idx="2317">
                  <c:v>2.75</c:v>
                </c:pt>
                <c:pt idx="2318">
                  <c:v>2.75</c:v>
                </c:pt>
                <c:pt idx="2319">
                  <c:v>2.75</c:v>
                </c:pt>
                <c:pt idx="2320">
                  <c:v>2.75</c:v>
                </c:pt>
                <c:pt idx="2321">
                  <c:v>2.75</c:v>
                </c:pt>
                <c:pt idx="2322">
                  <c:v>2.75</c:v>
                </c:pt>
                <c:pt idx="2323">
                  <c:v>2.75</c:v>
                </c:pt>
                <c:pt idx="2324">
                  <c:v>2.75</c:v>
                </c:pt>
                <c:pt idx="2325">
                  <c:v>2.75</c:v>
                </c:pt>
                <c:pt idx="2326">
                  <c:v>2.75</c:v>
                </c:pt>
                <c:pt idx="2327">
                  <c:v>2.75</c:v>
                </c:pt>
                <c:pt idx="2328">
                  <c:v>2</c:v>
                </c:pt>
                <c:pt idx="2329">
                  <c:v>2</c:v>
                </c:pt>
                <c:pt idx="2330">
                  <c:v>2</c:v>
                </c:pt>
                <c:pt idx="2331">
                  <c:v>2</c:v>
                </c:pt>
                <c:pt idx="2332">
                  <c:v>2</c:v>
                </c:pt>
                <c:pt idx="2333">
                  <c:v>2</c:v>
                </c:pt>
                <c:pt idx="2334">
                  <c:v>2</c:v>
                </c:pt>
                <c:pt idx="2335">
                  <c:v>2</c:v>
                </c:pt>
                <c:pt idx="2336">
                  <c:v>2</c:v>
                </c:pt>
                <c:pt idx="2337">
                  <c:v>2</c:v>
                </c:pt>
                <c:pt idx="2338">
                  <c:v>2</c:v>
                </c:pt>
                <c:pt idx="2339">
                  <c:v>2</c:v>
                </c:pt>
                <c:pt idx="2340">
                  <c:v>2</c:v>
                </c:pt>
                <c:pt idx="2341">
                  <c:v>2</c:v>
                </c:pt>
                <c:pt idx="2342">
                  <c:v>2</c:v>
                </c:pt>
                <c:pt idx="2343">
                  <c:v>2</c:v>
                </c:pt>
                <c:pt idx="2344">
                  <c:v>2</c:v>
                </c:pt>
                <c:pt idx="2345">
                  <c:v>2</c:v>
                </c:pt>
                <c:pt idx="2346">
                  <c:v>2</c:v>
                </c:pt>
                <c:pt idx="2347">
                  <c:v>2</c:v>
                </c:pt>
                <c:pt idx="2348">
                  <c:v>2</c:v>
                </c:pt>
                <c:pt idx="2349">
                  <c:v>2</c:v>
                </c:pt>
                <c:pt idx="2350">
                  <c:v>2</c:v>
                </c:pt>
                <c:pt idx="2351">
                  <c:v>2</c:v>
                </c:pt>
                <c:pt idx="2352">
                  <c:v>2</c:v>
                </c:pt>
                <c:pt idx="2353">
                  <c:v>2</c:v>
                </c:pt>
                <c:pt idx="2354">
                  <c:v>2</c:v>
                </c:pt>
                <c:pt idx="2355">
                  <c:v>2</c:v>
                </c:pt>
                <c:pt idx="2356">
                  <c:v>2</c:v>
                </c:pt>
                <c:pt idx="2357">
                  <c:v>2</c:v>
                </c:pt>
                <c:pt idx="2358">
                  <c:v>1</c:v>
                </c:pt>
                <c:pt idx="2359">
                  <c:v>1</c:v>
                </c:pt>
                <c:pt idx="2360">
                  <c:v>1</c:v>
                </c:pt>
                <c:pt idx="2361">
                  <c:v>1</c:v>
                </c:pt>
                <c:pt idx="2362">
                  <c:v>1</c:v>
                </c:pt>
                <c:pt idx="2363">
                  <c:v>1</c:v>
                </c:pt>
                <c:pt idx="2364">
                  <c:v>1</c:v>
                </c:pt>
                <c:pt idx="2365">
                  <c:v>1</c:v>
                </c:pt>
                <c:pt idx="2366">
                  <c:v>1</c:v>
                </c:pt>
                <c:pt idx="2367">
                  <c:v>1</c:v>
                </c:pt>
                <c:pt idx="2368">
                  <c:v>1</c:v>
                </c:pt>
                <c:pt idx="2369">
                  <c:v>1</c:v>
                </c:pt>
                <c:pt idx="2370">
                  <c:v>1</c:v>
                </c:pt>
                <c:pt idx="2371">
                  <c:v>1</c:v>
                </c:pt>
                <c:pt idx="2372">
                  <c:v>1</c:v>
                </c:pt>
                <c:pt idx="2373">
                  <c:v>1</c:v>
                </c:pt>
                <c:pt idx="2374">
                  <c:v>1</c:v>
                </c:pt>
                <c:pt idx="2375">
                  <c:v>1</c:v>
                </c:pt>
                <c:pt idx="2376">
                  <c:v>1</c:v>
                </c:pt>
                <c:pt idx="2377">
                  <c:v>1</c:v>
                </c:pt>
                <c:pt idx="2378">
                  <c:v>1</c:v>
                </c:pt>
                <c:pt idx="2379">
                  <c:v>1</c:v>
                </c:pt>
                <c:pt idx="2380">
                  <c:v>1</c:v>
                </c:pt>
                <c:pt idx="2381">
                  <c:v>1</c:v>
                </c:pt>
                <c:pt idx="2382">
                  <c:v>1</c:v>
                </c:pt>
                <c:pt idx="2383">
                  <c:v>1</c:v>
                </c:pt>
                <c:pt idx="2384">
                  <c:v>1</c:v>
                </c:pt>
                <c:pt idx="2385">
                  <c:v>1</c:v>
                </c:pt>
                <c:pt idx="2386">
                  <c:v>1</c:v>
                </c:pt>
                <c:pt idx="2387">
                  <c:v>1</c:v>
                </c:pt>
                <c:pt idx="2388">
                  <c:v>1</c:v>
                </c:pt>
                <c:pt idx="2389">
                  <c:v>1</c:v>
                </c:pt>
                <c:pt idx="2390">
                  <c:v>1</c:v>
                </c:pt>
                <c:pt idx="2391">
                  <c:v>1</c:v>
                </c:pt>
                <c:pt idx="2392">
                  <c:v>1</c:v>
                </c:pt>
                <c:pt idx="2393">
                  <c:v>0.5</c:v>
                </c:pt>
                <c:pt idx="2394">
                  <c:v>0.5</c:v>
                </c:pt>
                <c:pt idx="2395">
                  <c:v>0.5</c:v>
                </c:pt>
                <c:pt idx="2396">
                  <c:v>0.5</c:v>
                </c:pt>
                <c:pt idx="2397">
                  <c:v>0.5</c:v>
                </c:pt>
                <c:pt idx="2398">
                  <c:v>0.5</c:v>
                </c:pt>
                <c:pt idx="2399">
                  <c:v>0.5</c:v>
                </c:pt>
                <c:pt idx="2400">
                  <c:v>0.5</c:v>
                </c:pt>
                <c:pt idx="2401">
                  <c:v>0.5</c:v>
                </c:pt>
                <c:pt idx="2402">
                  <c:v>0.5</c:v>
                </c:pt>
                <c:pt idx="2403">
                  <c:v>0.5</c:v>
                </c:pt>
                <c:pt idx="2404">
                  <c:v>0.5</c:v>
                </c:pt>
                <c:pt idx="2405">
                  <c:v>0.5</c:v>
                </c:pt>
                <c:pt idx="2406">
                  <c:v>0.5</c:v>
                </c:pt>
                <c:pt idx="2407">
                  <c:v>0.5</c:v>
                </c:pt>
                <c:pt idx="2408">
                  <c:v>0.5</c:v>
                </c:pt>
                <c:pt idx="2409">
                  <c:v>0.5</c:v>
                </c:pt>
                <c:pt idx="2410">
                  <c:v>0.5</c:v>
                </c:pt>
                <c:pt idx="2411">
                  <c:v>0.5</c:v>
                </c:pt>
                <c:pt idx="2412">
                  <c:v>0.5</c:v>
                </c:pt>
                <c:pt idx="2413">
                  <c:v>0.25</c:v>
                </c:pt>
                <c:pt idx="2414">
                  <c:v>0.25</c:v>
                </c:pt>
                <c:pt idx="2415">
                  <c:v>0.25</c:v>
                </c:pt>
                <c:pt idx="2416">
                  <c:v>0.25</c:v>
                </c:pt>
                <c:pt idx="2417">
                  <c:v>0.25</c:v>
                </c:pt>
                <c:pt idx="2418">
                  <c:v>0.25</c:v>
                </c:pt>
                <c:pt idx="2419">
                  <c:v>0.25</c:v>
                </c:pt>
                <c:pt idx="2420">
                  <c:v>0.25</c:v>
                </c:pt>
                <c:pt idx="2421">
                  <c:v>0.25</c:v>
                </c:pt>
                <c:pt idx="2422">
                  <c:v>0.25</c:v>
                </c:pt>
                <c:pt idx="2423">
                  <c:v>0.25</c:v>
                </c:pt>
                <c:pt idx="2424">
                  <c:v>0.25</c:v>
                </c:pt>
                <c:pt idx="2425">
                  <c:v>0.25</c:v>
                </c:pt>
                <c:pt idx="2426">
                  <c:v>0.25</c:v>
                </c:pt>
                <c:pt idx="2427">
                  <c:v>0.25</c:v>
                </c:pt>
                <c:pt idx="2428">
                  <c:v>0.25</c:v>
                </c:pt>
                <c:pt idx="2429">
                  <c:v>0.25</c:v>
                </c:pt>
                <c:pt idx="2430">
                  <c:v>0.25</c:v>
                </c:pt>
                <c:pt idx="2431">
                  <c:v>0.25</c:v>
                </c:pt>
                <c:pt idx="2432">
                  <c:v>0.25</c:v>
                </c:pt>
                <c:pt idx="2433">
                  <c:v>0.25</c:v>
                </c:pt>
                <c:pt idx="2434">
                  <c:v>0.25</c:v>
                </c:pt>
                <c:pt idx="2435">
                  <c:v>0.25</c:v>
                </c:pt>
                <c:pt idx="2436">
                  <c:v>0.25</c:v>
                </c:pt>
                <c:pt idx="2437">
                  <c:v>0.25</c:v>
                </c:pt>
                <c:pt idx="2438">
                  <c:v>0.25</c:v>
                </c:pt>
                <c:pt idx="2439">
                  <c:v>0.25</c:v>
                </c:pt>
                <c:pt idx="2440">
                  <c:v>0.25</c:v>
                </c:pt>
                <c:pt idx="2441">
                  <c:v>0.25</c:v>
                </c:pt>
                <c:pt idx="2442">
                  <c:v>0.25</c:v>
                </c:pt>
                <c:pt idx="2443">
                  <c:v>0.25</c:v>
                </c:pt>
                <c:pt idx="2444">
                  <c:v>0.25</c:v>
                </c:pt>
                <c:pt idx="2445">
                  <c:v>0.25</c:v>
                </c:pt>
                <c:pt idx="2446">
                  <c:v>0.25</c:v>
                </c:pt>
                <c:pt idx="2447">
                  <c:v>0.25</c:v>
                </c:pt>
                <c:pt idx="2448">
                  <c:v>0.25</c:v>
                </c:pt>
                <c:pt idx="2449">
                  <c:v>0.25</c:v>
                </c:pt>
                <c:pt idx="2450">
                  <c:v>0.25</c:v>
                </c:pt>
                <c:pt idx="2451">
                  <c:v>0.25</c:v>
                </c:pt>
                <c:pt idx="2452">
                  <c:v>0.25</c:v>
                </c:pt>
                <c:pt idx="2453">
                  <c:v>0.25</c:v>
                </c:pt>
                <c:pt idx="2454">
                  <c:v>0.25</c:v>
                </c:pt>
                <c:pt idx="2455">
                  <c:v>0.25</c:v>
                </c:pt>
                <c:pt idx="2456">
                  <c:v>0.25</c:v>
                </c:pt>
                <c:pt idx="2457">
                  <c:v>0.25</c:v>
                </c:pt>
                <c:pt idx="2458">
                  <c:v>0.25</c:v>
                </c:pt>
                <c:pt idx="2459">
                  <c:v>0.25</c:v>
                </c:pt>
                <c:pt idx="2460">
                  <c:v>0.25</c:v>
                </c:pt>
                <c:pt idx="2461">
                  <c:v>0.25</c:v>
                </c:pt>
                <c:pt idx="2462">
                  <c:v>0.25</c:v>
                </c:pt>
                <c:pt idx="2463">
                  <c:v>0.25</c:v>
                </c:pt>
                <c:pt idx="2464">
                  <c:v>0.25</c:v>
                </c:pt>
                <c:pt idx="2465">
                  <c:v>0.25</c:v>
                </c:pt>
                <c:pt idx="2466">
                  <c:v>0.25</c:v>
                </c:pt>
                <c:pt idx="2467">
                  <c:v>0.25</c:v>
                </c:pt>
                <c:pt idx="2468">
                  <c:v>0.25</c:v>
                </c:pt>
                <c:pt idx="2469">
                  <c:v>0.25</c:v>
                </c:pt>
                <c:pt idx="2470">
                  <c:v>0.25</c:v>
                </c:pt>
                <c:pt idx="2471">
                  <c:v>0.25</c:v>
                </c:pt>
                <c:pt idx="2472">
                  <c:v>0.25</c:v>
                </c:pt>
                <c:pt idx="2473">
                  <c:v>0.25</c:v>
                </c:pt>
                <c:pt idx="2474">
                  <c:v>0.25</c:v>
                </c:pt>
                <c:pt idx="2475">
                  <c:v>0.25</c:v>
                </c:pt>
                <c:pt idx="2476">
                  <c:v>0.25</c:v>
                </c:pt>
                <c:pt idx="2477">
                  <c:v>0.25</c:v>
                </c:pt>
                <c:pt idx="2478">
                  <c:v>0.25</c:v>
                </c:pt>
                <c:pt idx="2479">
                  <c:v>0.25</c:v>
                </c:pt>
                <c:pt idx="2480">
                  <c:v>0.25</c:v>
                </c:pt>
                <c:pt idx="2481">
                  <c:v>0.25</c:v>
                </c:pt>
                <c:pt idx="2482">
                  <c:v>0.25</c:v>
                </c:pt>
                <c:pt idx="2483">
                  <c:v>0.25</c:v>
                </c:pt>
                <c:pt idx="2484">
                  <c:v>0.25</c:v>
                </c:pt>
                <c:pt idx="2485">
                  <c:v>0.25</c:v>
                </c:pt>
                <c:pt idx="2486">
                  <c:v>0.25</c:v>
                </c:pt>
                <c:pt idx="2487">
                  <c:v>0.25</c:v>
                </c:pt>
                <c:pt idx="2488">
                  <c:v>0.25</c:v>
                </c:pt>
                <c:pt idx="2489">
                  <c:v>0.25</c:v>
                </c:pt>
                <c:pt idx="2490">
                  <c:v>0.25</c:v>
                </c:pt>
                <c:pt idx="2491">
                  <c:v>0.25</c:v>
                </c:pt>
                <c:pt idx="2492">
                  <c:v>0.25</c:v>
                </c:pt>
                <c:pt idx="2493">
                  <c:v>0.25</c:v>
                </c:pt>
                <c:pt idx="2494">
                  <c:v>0.25</c:v>
                </c:pt>
                <c:pt idx="2495">
                  <c:v>0.25</c:v>
                </c:pt>
                <c:pt idx="2496">
                  <c:v>0.25</c:v>
                </c:pt>
                <c:pt idx="2497">
                  <c:v>0.25</c:v>
                </c:pt>
                <c:pt idx="2498">
                  <c:v>0.25</c:v>
                </c:pt>
                <c:pt idx="2499">
                  <c:v>0.25</c:v>
                </c:pt>
                <c:pt idx="2500">
                  <c:v>0.25</c:v>
                </c:pt>
                <c:pt idx="2501">
                  <c:v>0.25</c:v>
                </c:pt>
                <c:pt idx="2502">
                  <c:v>0.25</c:v>
                </c:pt>
                <c:pt idx="2503">
                  <c:v>0.25</c:v>
                </c:pt>
                <c:pt idx="2504">
                  <c:v>0.25</c:v>
                </c:pt>
                <c:pt idx="2505">
                  <c:v>0.25</c:v>
                </c:pt>
                <c:pt idx="2506">
                  <c:v>0.25</c:v>
                </c:pt>
                <c:pt idx="2507">
                  <c:v>0.25</c:v>
                </c:pt>
                <c:pt idx="2508">
                  <c:v>0.25</c:v>
                </c:pt>
                <c:pt idx="2509">
                  <c:v>0.25</c:v>
                </c:pt>
                <c:pt idx="2510">
                  <c:v>0.25</c:v>
                </c:pt>
                <c:pt idx="2511">
                  <c:v>0.25</c:v>
                </c:pt>
                <c:pt idx="2512">
                  <c:v>0.25</c:v>
                </c:pt>
                <c:pt idx="2513">
                  <c:v>0.25</c:v>
                </c:pt>
                <c:pt idx="2514">
                  <c:v>0.25</c:v>
                </c:pt>
                <c:pt idx="2515">
                  <c:v>0.25</c:v>
                </c:pt>
                <c:pt idx="2516">
                  <c:v>0.25</c:v>
                </c:pt>
                <c:pt idx="2517">
                  <c:v>0.25</c:v>
                </c:pt>
                <c:pt idx="2518">
                  <c:v>0.25</c:v>
                </c:pt>
                <c:pt idx="2519">
                  <c:v>0.25</c:v>
                </c:pt>
                <c:pt idx="2520">
                  <c:v>0.25</c:v>
                </c:pt>
                <c:pt idx="2521">
                  <c:v>0.25</c:v>
                </c:pt>
                <c:pt idx="2522">
                  <c:v>0.25</c:v>
                </c:pt>
                <c:pt idx="2523">
                  <c:v>0.25</c:v>
                </c:pt>
                <c:pt idx="2524">
                  <c:v>0.25</c:v>
                </c:pt>
                <c:pt idx="2525">
                  <c:v>0.25</c:v>
                </c:pt>
                <c:pt idx="2526">
                  <c:v>0.25</c:v>
                </c:pt>
                <c:pt idx="2527">
                  <c:v>0.25</c:v>
                </c:pt>
                <c:pt idx="2528">
                  <c:v>0.25</c:v>
                </c:pt>
                <c:pt idx="2529">
                  <c:v>0.25</c:v>
                </c:pt>
                <c:pt idx="2530">
                  <c:v>0.25</c:v>
                </c:pt>
                <c:pt idx="2531">
                  <c:v>0.25</c:v>
                </c:pt>
                <c:pt idx="2532">
                  <c:v>0.25</c:v>
                </c:pt>
                <c:pt idx="2533">
                  <c:v>0.25</c:v>
                </c:pt>
                <c:pt idx="2534">
                  <c:v>0.25</c:v>
                </c:pt>
                <c:pt idx="2535">
                  <c:v>0.25</c:v>
                </c:pt>
                <c:pt idx="2536">
                  <c:v>0.25</c:v>
                </c:pt>
                <c:pt idx="2537">
                  <c:v>0.25</c:v>
                </c:pt>
                <c:pt idx="2538">
                  <c:v>0.25</c:v>
                </c:pt>
                <c:pt idx="2539">
                  <c:v>0.25</c:v>
                </c:pt>
                <c:pt idx="2540">
                  <c:v>0.25</c:v>
                </c:pt>
                <c:pt idx="2541">
                  <c:v>0.25</c:v>
                </c:pt>
                <c:pt idx="2542">
                  <c:v>0.25</c:v>
                </c:pt>
                <c:pt idx="2543">
                  <c:v>0.25</c:v>
                </c:pt>
                <c:pt idx="2544">
                  <c:v>0.25</c:v>
                </c:pt>
                <c:pt idx="2545">
                  <c:v>0.25</c:v>
                </c:pt>
                <c:pt idx="2546">
                  <c:v>0.25</c:v>
                </c:pt>
                <c:pt idx="2547">
                  <c:v>0.25</c:v>
                </c:pt>
                <c:pt idx="2548">
                  <c:v>0.25</c:v>
                </c:pt>
                <c:pt idx="2549">
                  <c:v>0.25</c:v>
                </c:pt>
                <c:pt idx="2550">
                  <c:v>0.25</c:v>
                </c:pt>
                <c:pt idx="2551">
                  <c:v>0.25</c:v>
                </c:pt>
                <c:pt idx="2552">
                  <c:v>0.25</c:v>
                </c:pt>
                <c:pt idx="2553">
                  <c:v>0.25</c:v>
                </c:pt>
                <c:pt idx="2554">
                  <c:v>0.25</c:v>
                </c:pt>
                <c:pt idx="2555">
                  <c:v>0.25</c:v>
                </c:pt>
                <c:pt idx="2556">
                  <c:v>0.25</c:v>
                </c:pt>
                <c:pt idx="2557">
                  <c:v>0.25</c:v>
                </c:pt>
                <c:pt idx="2558">
                  <c:v>0.25</c:v>
                </c:pt>
                <c:pt idx="2559">
                  <c:v>0.25</c:v>
                </c:pt>
                <c:pt idx="2560">
                  <c:v>0.25</c:v>
                </c:pt>
                <c:pt idx="2561">
                  <c:v>0.25</c:v>
                </c:pt>
                <c:pt idx="2562">
                  <c:v>0.25</c:v>
                </c:pt>
                <c:pt idx="2563">
                  <c:v>0.25</c:v>
                </c:pt>
                <c:pt idx="2564">
                  <c:v>0.25</c:v>
                </c:pt>
                <c:pt idx="2565">
                  <c:v>0.25</c:v>
                </c:pt>
                <c:pt idx="2566">
                  <c:v>0.25</c:v>
                </c:pt>
                <c:pt idx="2567">
                  <c:v>0.25</c:v>
                </c:pt>
                <c:pt idx="2568">
                  <c:v>0.25</c:v>
                </c:pt>
                <c:pt idx="2569">
                  <c:v>0.25</c:v>
                </c:pt>
                <c:pt idx="2570">
                  <c:v>0.25</c:v>
                </c:pt>
                <c:pt idx="2571">
                  <c:v>0.25</c:v>
                </c:pt>
                <c:pt idx="2572">
                  <c:v>0.25</c:v>
                </c:pt>
                <c:pt idx="2573">
                  <c:v>0.25</c:v>
                </c:pt>
                <c:pt idx="2574">
                  <c:v>0.25</c:v>
                </c:pt>
                <c:pt idx="2575">
                  <c:v>0.25</c:v>
                </c:pt>
                <c:pt idx="2576">
                  <c:v>0.25</c:v>
                </c:pt>
                <c:pt idx="2577">
                  <c:v>0.25</c:v>
                </c:pt>
                <c:pt idx="2578">
                  <c:v>0.25</c:v>
                </c:pt>
                <c:pt idx="2579">
                  <c:v>0.25</c:v>
                </c:pt>
                <c:pt idx="2580">
                  <c:v>0.25</c:v>
                </c:pt>
                <c:pt idx="2581">
                  <c:v>0.25</c:v>
                </c:pt>
                <c:pt idx="2582">
                  <c:v>0.25</c:v>
                </c:pt>
                <c:pt idx="2583">
                  <c:v>0.25</c:v>
                </c:pt>
                <c:pt idx="2584">
                  <c:v>0.25</c:v>
                </c:pt>
                <c:pt idx="2585">
                  <c:v>0.25</c:v>
                </c:pt>
                <c:pt idx="2586">
                  <c:v>0.25</c:v>
                </c:pt>
                <c:pt idx="2587">
                  <c:v>0.25</c:v>
                </c:pt>
                <c:pt idx="2588">
                  <c:v>0.25</c:v>
                </c:pt>
                <c:pt idx="2589">
                  <c:v>0.25</c:v>
                </c:pt>
                <c:pt idx="2590">
                  <c:v>0.25</c:v>
                </c:pt>
                <c:pt idx="2591">
                  <c:v>0.25</c:v>
                </c:pt>
                <c:pt idx="2592">
                  <c:v>0.25</c:v>
                </c:pt>
                <c:pt idx="2593">
                  <c:v>0.25</c:v>
                </c:pt>
                <c:pt idx="2594">
                  <c:v>0.25</c:v>
                </c:pt>
                <c:pt idx="2595">
                  <c:v>0.25</c:v>
                </c:pt>
                <c:pt idx="2596">
                  <c:v>0.25</c:v>
                </c:pt>
                <c:pt idx="2597">
                  <c:v>0.25</c:v>
                </c:pt>
                <c:pt idx="2598">
                  <c:v>0.25</c:v>
                </c:pt>
                <c:pt idx="2599">
                  <c:v>0.25</c:v>
                </c:pt>
                <c:pt idx="2600">
                  <c:v>0.25</c:v>
                </c:pt>
                <c:pt idx="2601">
                  <c:v>0.25</c:v>
                </c:pt>
                <c:pt idx="2602">
                  <c:v>0.25</c:v>
                </c:pt>
                <c:pt idx="2603">
                  <c:v>0.25</c:v>
                </c:pt>
                <c:pt idx="2604">
                  <c:v>0.25</c:v>
                </c:pt>
                <c:pt idx="2605">
                  <c:v>0.25</c:v>
                </c:pt>
                <c:pt idx="2606">
                  <c:v>0.25</c:v>
                </c:pt>
                <c:pt idx="2607">
                  <c:v>0.25</c:v>
                </c:pt>
                <c:pt idx="2608">
                  <c:v>0.25</c:v>
                </c:pt>
                <c:pt idx="2609">
                  <c:v>0.25</c:v>
                </c:pt>
                <c:pt idx="2610">
                  <c:v>0.25</c:v>
                </c:pt>
                <c:pt idx="2611">
                  <c:v>0.25</c:v>
                </c:pt>
                <c:pt idx="2612">
                  <c:v>0.25</c:v>
                </c:pt>
                <c:pt idx="2613">
                  <c:v>0.25</c:v>
                </c:pt>
                <c:pt idx="2614">
                  <c:v>0.25</c:v>
                </c:pt>
                <c:pt idx="2615">
                  <c:v>0.25</c:v>
                </c:pt>
                <c:pt idx="2616">
                  <c:v>0.25</c:v>
                </c:pt>
                <c:pt idx="2617">
                  <c:v>0.25</c:v>
                </c:pt>
                <c:pt idx="2618">
                  <c:v>0.25</c:v>
                </c:pt>
                <c:pt idx="2619">
                  <c:v>0.25</c:v>
                </c:pt>
                <c:pt idx="2620">
                  <c:v>0.25</c:v>
                </c:pt>
                <c:pt idx="2621">
                  <c:v>0.25</c:v>
                </c:pt>
                <c:pt idx="2622">
                  <c:v>0.25</c:v>
                </c:pt>
                <c:pt idx="2623">
                  <c:v>0.25</c:v>
                </c:pt>
                <c:pt idx="2624">
                  <c:v>0.25</c:v>
                </c:pt>
                <c:pt idx="2625">
                  <c:v>0.25</c:v>
                </c:pt>
                <c:pt idx="2626">
                  <c:v>0.25</c:v>
                </c:pt>
                <c:pt idx="2627">
                  <c:v>0.25</c:v>
                </c:pt>
                <c:pt idx="2628">
                  <c:v>0.25</c:v>
                </c:pt>
                <c:pt idx="2629">
                  <c:v>0.25</c:v>
                </c:pt>
                <c:pt idx="2630">
                  <c:v>0.25</c:v>
                </c:pt>
                <c:pt idx="2631">
                  <c:v>0.25</c:v>
                </c:pt>
                <c:pt idx="2632">
                  <c:v>0.25</c:v>
                </c:pt>
                <c:pt idx="2633">
                  <c:v>0.25</c:v>
                </c:pt>
                <c:pt idx="2634">
                  <c:v>0.25</c:v>
                </c:pt>
                <c:pt idx="2635">
                  <c:v>0.25</c:v>
                </c:pt>
                <c:pt idx="2636">
                  <c:v>0.25</c:v>
                </c:pt>
                <c:pt idx="2637">
                  <c:v>0.25</c:v>
                </c:pt>
                <c:pt idx="2638">
                  <c:v>0.25</c:v>
                </c:pt>
                <c:pt idx="2639">
                  <c:v>0.25</c:v>
                </c:pt>
                <c:pt idx="2640">
                  <c:v>0.25</c:v>
                </c:pt>
                <c:pt idx="2641">
                  <c:v>0.25</c:v>
                </c:pt>
                <c:pt idx="2642">
                  <c:v>0.25</c:v>
                </c:pt>
                <c:pt idx="2643">
                  <c:v>0.25</c:v>
                </c:pt>
                <c:pt idx="2644">
                  <c:v>0.25</c:v>
                </c:pt>
                <c:pt idx="2645">
                  <c:v>0.25</c:v>
                </c:pt>
                <c:pt idx="2646">
                  <c:v>0.25</c:v>
                </c:pt>
                <c:pt idx="2647">
                  <c:v>0.25</c:v>
                </c:pt>
                <c:pt idx="2648">
                  <c:v>0.25</c:v>
                </c:pt>
                <c:pt idx="2649">
                  <c:v>0.25</c:v>
                </c:pt>
                <c:pt idx="2650">
                  <c:v>0.25</c:v>
                </c:pt>
                <c:pt idx="2651">
                  <c:v>0.25</c:v>
                </c:pt>
                <c:pt idx="2652">
                  <c:v>0.25</c:v>
                </c:pt>
                <c:pt idx="2653">
                  <c:v>0.25</c:v>
                </c:pt>
                <c:pt idx="2654">
                  <c:v>0.25</c:v>
                </c:pt>
                <c:pt idx="2655">
                  <c:v>0.25</c:v>
                </c:pt>
                <c:pt idx="2656">
                  <c:v>0.25</c:v>
                </c:pt>
                <c:pt idx="2657">
                  <c:v>0.25</c:v>
                </c:pt>
                <c:pt idx="2658">
                  <c:v>0.25</c:v>
                </c:pt>
                <c:pt idx="2659">
                  <c:v>0.25</c:v>
                </c:pt>
                <c:pt idx="2660">
                  <c:v>0.25</c:v>
                </c:pt>
                <c:pt idx="2661">
                  <c:v>0.25</c:v>
                </c:pt>
                <c:pt idx="2662">
                  <c:v>0.25</c:v>
                </c:pt>
                <c:pt idx="2663">
                  <c:v>0.25</c:v>
                </c:pt>
                <c:pt idx="2664">
                  <c:v>0.25</c:v>
                </c:pt>
                <c:pt idx="2665">
                  <c:v>0.25</c:v>
                </c:pt>
                <c:pt idx="2666">
                  <c:v>0.25</c:v>
                </c:pt>
                <c:pt idx="2667">
                  <c:v>0.25</c:v>
                </c:pt>
                <c:pt idx="2668">
                  <c:v>0.25</c:v>
                </c:pt>
                <c:pt idx="2669">
                  <c:v>0.25</c:v>
                </c:pt>
                <c:pt idx="2670">
                  <c:v>0.25</c:v>
                </c:pt>
                <c:pt idx="2671">
                  <c:v>0.25</c:v>
                </c:pt>
                <c:pt idx="2672">
                  <c:v>0.25</c:v>
                </c:pt>
                <c:pt idx="2673">
                  <c:v>0.25</c:v>
                </c:pt>
                <c:pt idx="2674">
                  <c:v>0.25</c:v>
                </c:pt>
                <c:pt idx="2675">
                  <c:v>0.25</c:v>
                </c:pt>
                <c:pt idx="2676">
                  <c:v>0.25</c:v>
                </c:pt>
                <c:pt idx="2677">
                  <c:v>0.25</c:v>
                </c:pt>
                <c:pt idx="2678">
                  <c:v>0.25</c:v>
                </c:pt>
                <c:pt idx="2679">
                  <c:v>0.25</c:v>
                </c:pt>
                <c:pt idx="2680">
                  <c:v>0.25</c:v>
                </c:pt>
                <c:pt idx="2681">
                  <c:v>0.25</c:v>
                </c:pt>
                <c:pt idx="2682">
                  <c:v>0.25</c:v>
                </c:pt>
                <c:pt idx="2683">
                  <c:v>0.25</c:v>
                </c:pt>
                <c:pt idx="2684">
                  <c:v>0.25</c:v>
                </c:pt>
                <c:pt idx="2685">
                  <c:v>0.25</c:v>
                </c:pt>
                <c:pt idx="2686">
                  <c:v>0.25</c:v>
                </c:pt>
                <c:pt idx="2687">
                  <c:v>0.25</c:v>
                </c:pt>
                <c:pt idx="2688">
                  <c:v>0.25</c:v>
                </c:pt>
                <c:pt idx="2689">
                  <c:v>0.25</c:v>
                </c:pt>
                <c:pt idx="2690">
                  <c:v>0.25</c:v>
                </c:pt>
                <c:pt idx="2691">
                  <c:v>0.25</c:v>
                </c:pt>
                <c:pt idx="2692">
                  <c:v>0.25</c:v>
                </c:pt>
                <c:pt idx="2693">
                  <c:v>0.25</c:v>
                </c:pt>
                <c:pt idx="2694">
                  <c:v>0.25</c:v>
                </c:pt>
                <c:pt idx="2695">
                  <c:v>0.25</c:v>
                </c:pt>
                <c:pt idx="2696">
                  <c:v>0.25</c:v>
                </c:pt>
                <c:pt idx="2697">
                  <c:v>0.25</c:v>
                </c:pt>
                <c:pt idx="2698">
                  <c:v>0.25</c:v>
                </c:pt>
                <c:pt idx="2699">
                  <c:v>0.25</c:v>
                </c:pt>
                <c:pt idx="2700">
                  <c:v>0.25</c:v>
                </c:pt>
                <c:pt idx="2701">
                  <c:v>0.25</c:v>
                </c:pt>
                <c:pt idx="2702">
                  <c:v>0.25</c:v>
                </c:pt>
                <c:pt idx="2703">
                  <c:v>0.25</c:v>
                </c:pt>
                <c:pt idx="2704">
                  <c:v>0.25</c:v>
                </c:pt>
                <c:pt idx="2705">
                  <c:v>0.25</c:v>
                </c:pt>
                <c:pt idx="2706">
                  <c:v>0.25</c:v>
                </c:pt>
                <c:pt idx="2707">
                  <c:v>0.25</c:v>
                </c:pt>
                <c:pt idx="2708">
                  <c:v>0.25</c:v>
                </c:pt>
                <c:pt idx="2709">
                  <c:v>0.25</c:v>
                </c:pt>
                <c:pt idx="2710">
                  <c:v>0.25</c:v>
                </c:pt>
                <c:pt idx="2711">
                  <c:v>0.25</c:v>
                </c:pt>
                <c:pt idx="2712">
                  <c:v>0.25</c:v>
                </c:pt>
                <c:pt idx="2713">
                  <c:v>0.25</c:v>
                </c:pt>
                <c:pt idx="2714">
                  <c:v>0.25</c:v>
                </c:pt>
                <c:pt idx="2715">
                  <c:v>0.25</c:v>
                </c:pt>
                <c:pt idx="2716">
                  <c:v>0.25</c:v>
                </c:pt>
                <c:pt idx="2717">
                  <c:v>0.25</c:v>
                </c:pt>
                <c:pt idx="2718">
                  <c:v>0.25</c:v>
                </c:pt>
                <c:pt idx="2719">
                  <c:v>0.25</c:v>
                </c:pt>
                <c:pt idx="2720">
                  <c:v>0.25</c:v>
                </c:pt>
                <c:pt idx="2721">
                  <c:v>0.25</c:v>
                </c:pt>
                <c:pt idx="2722">
                  <c:v>0.25</c:v>
                </c:pt>
                <c:pt idx="2723">
                  <c:v>0.25</c:v>
                </c:pt>
                <c:pt idx="2724">
                  <c:v>0.25</c:v>
                </c:pt>
                <c:pt idx="2725">
                  <c:v>0.25</c:v>
                </c:pt>
                <c:pt idx="2726">
                  <c:v>0.25</c:v>
                </c:pt>
                <c:pt idx="2727">
                  <c:v>0.25</c:v>
                </c:pt>
                <c:pt idx="2728">
                  <c:v>0.25</c:v>
                </c:pt>
                <c:pt idx="2729">
                  <c:v>0.25</c:v>
                </c:pt>
                <c:pt idx="2730">
                  <c:v>0.25</c:v>
                </c:pt>
                <c:pt idx="2731">
                  <c:v>0.25</c:v>
                </c:pt>
                <c:pt idx="2732">
                  <c:v>0.25</c:v>
                </c:pt>
                <c:pt idx="2733">
                  <c:v>0.25</c:v>
                </c:pt>
                <c:pt idx="2734">
                  <c:v>0.25</c:v>
                </c:pt>
                <c:pt idx="2735">
                  <c:v>0.25</c:v>
                </c:pt>
                <c:pt idx="2736">
                  <c:v>0.25</c:v>
                </c:pt>
                <c:pt idx="2737">
                  <c:v>0.25</c:v>
                </c:pt>
                <c:pt idx="2738">
                  <c:v>0.25</c:v>
                </c:pt>
                <c:pt idx="2739">
                  <c:v>0.25</c:v>
                </c:pt>
                <c:pt idx="2740">
                  <c:v>0.25</c:v>
                </c:pt>
                <c:pt idx="2741">
                  <c:v>0.25</c:v>
                </c:pt>
                <c:pt idx="2742">
                  <c:v>0.25</c:v>
                </c:pt>
                <c:pt idx="2743">
                  <c:v>0.25</c:v>
                </c:pt>
                <c:pt idx="2744">
                  <c:v>0.25</c:v>
                </c:pt>
                <c:pt idx="2745">
                  <c:v>0.25</c:v>
                </c:pt>
                <c:pt idx="2746">
                  <c:v>0.25</c:v>
                </c:pt>
                <c:pt idx="2747">
                  <c:v>0.25</c:v>
                </c:pt>
                <c:pt idx="2748">
                  <c:v>0.25</c:v>
                </c:pt>
                <c:pt idx="2749">
                  <c:v>0.25</c:v>
                </c:pt>
                <c:pt idx="2750">
                  <c:v>0.25</c:v>
                </c:pt>
                <c:pt idx="2751">
                  <c:v>0.25</c:v>
                </c:pt>
                <c:pt idx="2752">
                  <c:v>0.25</c:v>
                </c:pt>
                <c:pt idx="2753">
                  <c:v>0.25</c:v>
                </c:pt>
                <c:pt idx="2754">
                  <c:v>0.25</c:v>
                </c:pt>
                <c:pt idx="2755">
                  <c:v>0.25</c:v>
                </c:pt>
                <c:pt idx="2756">
                  <c:v>0.25</c:v>
                </c:pt>
                <c:pt idx="2757">
                  <c:v>0.25</c:v>
                </c:pt>
                <c:pt idx="2758">
                  <c:v>0.25</c:v>
                </c:pt>
                <c:pt idx="2759">
                  <c:v>0.25</c:v>
                </c:pt>
                <c:pt idx="2760">
                  <c:v>0.25</c:v>
                </c:pt>
                <c:pt idx="2761">
                  <c:v>0.25</c:v>
                </c:pt>
                <c:pt idx="2762">
                  <c:v>0.25</c:v>
                </c:pt>
                <c:pt idx="2763">
                  <c:v>0.25</c:v>
                </c:pt>
                <c:pt idx="2764">
                  <c:v>0.25</c:v>
                </c:pt>
                <c:pt idx="2765">
                  <c:v>0.25</c:v>
                </c:pt>
                <c:pt idx="2766">
                  <c:v>0.25</c:v>
                </c:pt>
                <c:pt idx="2767">
                  <c:v>0.25</c:v>
                </c:pt>
                <c:pt idx="2768">
                  <c:v>0.25</c:v>
                </c:pt>
                <c:pt idx="2769">
                  <c:v>0.25</c:v>
                </c:pt>
                <c:pt idx="2770">
                  <c:v>0.25</c:v>
                </c:pt>
                <c:pt idx="2771">
                  <c:v>0.25</c:v>
                </c:pt>
                <c:pt idx="2772">
                  <c:v>0.25</c:v>
                </c:pt>
                <c:pt idx="2773">
                  <c:v>0.25</c:v>
                </c:pt>
                <c:pt idx="2774">
                  <c:v>0.25</c:v>
                </c:pt>
                <c:pt idx="2775">
                  <c:v>0.25</c:v>
                </c:pt>
                <c:pt idx="2776">
                  <c:v>0.25</c:v>
                </c:pt>
                <c:pt idx="2777">
                  <c:v>0.25</c:v>
                </c:pt>
                <c:pt idx="2778">
                  <c:v>0.25</c:v>
                </c:pt>
                <c:pt idx="2779">
                  <c:v>0.25</c:v>
                </c:pt>
                <c:pt idx="2780">
                  <c:v>0.25</c:v>
                </c:pt>
                <c:pt idx="2781">
                  <c:v>0.25</c:v>
                </c:pt>
                <c:pt idx="2782">
                  <c:v>0.25</c:v>
                </c:pt>
                <c:pt idx="2783">
                  <c:v>0.25</c:v>
                </c:pt>
                <c:pt idx="2784">
                  <c:v>0.25</c:v>
                </c:pt>
                <c:pt idx="2785">
                  <c:v>0.25</c:v>
                </c:pt>
                <c:pt idx="2786">
                  <c:v>0.25</c:v>
                </c:pt>
                <c:pt idx="2787">
                  <c:v>0.25</c:v>
                </c:pt>
                <c:pt idx="2788">
                  <c:v>0.25</c:v>
                </c:pt>
                <c:pt idx="2789">
                  <c:v>0.25</c:v>
                </c:pt>
                <c:pt idx="2790">
                  <c:v>0.25</c:v>
                </c:pt>
                <c:pt idx="2791">
                  <c:v>0.25</c:v>
                </c:pt>
                <c:pt idx="2792">
                  <c:v>0.25</c:v>
                </c:pt>
                <c:pt idx="2793">
                  <c:v>0.25</c:v>
                </c:pt>
                <c:pt idx="2794">
                  <c:v>0.25</c:v>
                </c:pt>
                <c:pt idx="2795">
                  <c:v>0.25</c:v>
                </c:pt>
                <c:pt idx="2796">
                  <c:v>0.25</c:v>
                </c:pt>
                <c:pt idx="2797">
                  <c:v>0.25</c:v>
                </c:pt>
                <c:pt idx="2798">
                  <c:v>0.25</c:v>
                </c:pt>
                <c:pt idx="2799">
                  <c:v>0.25</c:v>
                </c:pt>
                <c:pt idx="2800">
                  <c:v>0.25</c:v>
                </c:pt>
                <c:pt idx="2801">
                  <c:v>0.25</c:v>
                </c:pt>
                <c:pt idx="2802">
                  <c:v>0.25</c:v>
                </c:pt>
                <c:pt idx="2803">
                  <c:v>0.25</c:v>
                </c:pt>
                <c:pt idx="2804">
                  <c:v>0.25</c:v>
                </c:pt>
                <c:pt idx="2805">
                  <c:v>0.25</c:v>
                </c:pt>
                <c:pt idx="2806">
                  <c:v>0.25</c:v>
                </c:pt>
                <c:pt idx="2807">
                  <c:v>0.25</c:v>
                </c:pt>
                <c:pt idx="2808">
                  <c:v>0.25</c:v>
                </c:pt>
                <c:pt idx="2809">
                  <c:v>0.25</c:v>
                </c:pt>
                <c:pt idx="2810">
                  <c:v>0.25</c:v>
                </c:pt>
                <c:pt idx="2811">
                  <c:v>0.25</c:v>
                </c:pt>
                <c:pt idx="2812">
                  <c:v>0.25</c:v>
                </c:pt>
                <c:pt idx="2813">
                  <c:v>0.25</c:v>
                </c:pt>
                <c:pt idx="2814">
                  <c:v>0.25</c:v>
                </c:pt>
                <c:pt idx="2815">
                  <c:v>0.25</c:v>
                </c:pt>
                <c:pt idx="2816">
                  <c:v>0.25</c:v>
                </c:pt>
                <c:pt idx="2817">
                  <c:v>0.25</c:v>
                </c:pt>
                <c:pt idx="2818">
                  <c:v>0.25</c:v>
                </c:pt>
                <c:pt idx="2819">
                  <c:v>0.25</c:v>
                </c:pt>
                <c:pt idx="2820">
                  <c:v>0.25</c:v>
                </c:pt>
                <c:pt idx="2821">
                  <c:v>0.25</c:v>
                </c:pt>
                <c:pt idx="2822">
                  <c:v>0.25</c:v>
                </c:pt>
                <c:pt idx="2823">
                  <c:v>0.25</c:v>
                </c:pt>
                <c:pt idx="2824">
                  <c:v>0.25</c:v>
                </c:pt>
                <c:pt idx="2825">
                  <c:v>0.25</c:v>
                </c:pt>
                <c:pt idx="2826">
                  <c:v>0.25</c:v>
                </c:pt>
                <c:pt idx="2827">
                  <c:v>0.25</c:v>
                </c:pt>
                <c:pt idx="2828">
                  <c:v>0.25</c:v>
                </c:pt>
                <c:pt idx="2829">
                  <c:v>0.25</c:v>
                </c:pt>
                <c:pt idx="2830">
                  <c:v>0.25</c:v>
                </c:pt>
                <c:pt idx="2831">
                  <c:v>0.25</c:v>
                </c:pt>
                <c:pt idx="2832">
                  <c:v>0.25</c:v>
                </c:pt>
                <c:pt idx="2833">
                  <c:v>0.25</c:v>
                </c:pt>
                <c:pt idx="2834">
                  <c:v>0.25</c:v>
                </c:pt>
                <c:pt idx="2835">
                  <c:v>0.25</c:v>
                </c:pt>
                <c:pt idx="2836">
                  <c:v>0.25</c:v>
                </c:pt>
                <c:pt idx="2837">
                  <c:v>0.25</c:v>
                </c:pt>
                <c:pt idx="2838">
                  <c:v>0.25</c:v>
                </c:pt>
                <c:pt idx="2839">
                  <c:v>0.25</c:v>
                </c:pt>
                <c:pt idx="2840">
                  <c:v>0.25</c:v>
                </c:pt>
                <c:pt idx="2841">
                  <c:v>0.25</c:v>
                </c:pt>
                <c:pt idx="2842">
                  <c:v>0.25</c:v>
                </c:pt>
                <c:pt idx="2843">
                  <c:v>0.25</c:v>
                </c:pt>
                <c:pt idx="2844">
                  <c:v>0.25</c:v>
                </c:pt>
                <c:pt idx="2845">
                  <c:v>0.25</c:v>
                </c:pt>
                <c:pt idx="2846">
                  <c:v>0.25</c:v>
                </c:pt>
                <c:pt idx="2847">
                  <c:v>0.25</c:v>
                </c:pt>
                <c:pt idx="2848">
                  <c:v>0.25</c:v>
                </c:pt>
                <c:pt idx="2849">
                  <c:v>0.25</c:v>
                </c:pt>
                <c:pt idx="2850">
                  <c:v>0.25</c:v>
                </c:pt>
                <c:pt idx="2851">
                  <c:v>0.25</c:v>
                </c:pt>
                <c:pt idx="2852">
                  <c:v>0.25</c:v>
                </c:pt>
                <c:pt idx="2853">
                  <c:v>0.25</c:v>
                </c:pt>
                <c:pt idx="2854">
                  <c:v>0.25</c:v>
                </c:pt>
                <c:pt idx="2855">
                  <c:v>0.25</c:v>
                </c:pt>
                <c:pt idx="2856">
                  <c:v>0.25</c:v>
                </c:pt>
                <c:pt idx="2857">
                  <c:v>0.25</c:v>
                </c:pt>
                <c:pt idx="2858">
                  <c:v>0.25</c:v>
                </c:pt>
                <c:pt idx="2859">
                  <c:v>0.25</c:v>
                </c:pt>
                <c:pt idx="2860">
                  <c:v>0.25</c:v>
                </c:pt>
                <c:pt idx="2861">
                  <c:v>0.25</c:v>
                </c:pt>
                <c:pt idx="2862">
                  <c:v>0.25</c:v>
                </c:pt>
                <c:pt idx="2863">
                  <c:v>0.25</c:v>
                </c:pt>
                <c:pt idx="2864">
                  <c:v>0.25</c:v>
                </c:pt>
                <c:pt idx="2865">
                  <c:v>0.25</c:v>
                </c:pt>
                <c:pt idx="2866">
                  <c:v>0.25</c:v>
                </c:pt>
                <c:pt idx="2867">
                  <c:v>0.25</c:v>
                </c:pt>
                <c:pt idx="2868">
                  <c:v>0.25</c:v>
                </c:pt>
                <c:pt idx="2869">
                  <c:v>0.25</c:v>
                </c:pt>
                <c:pt idx="2870">
                  <c:v>0.25</c:v>
                </c:pt>
                <c:pt idx="2871">
                  <c:v>0.25</c:v>
                </c:pt>
                <c:pt idx="2872">
                  <c:v>0.25</c:v>
                </c:pt>
                <c:pt idx="2873">
                  <c:v>0.25</c:v>
                </c:pt>
                <c:pt idx="2874">
                  <c:v>0.25</c:v>
                </c:pt>
                <c:pt idx="2875">
                  <c:v>0.25</c:v>
                </c:pt>
                <c:pt idx="2876">
                  <c:v>0.25</c:v>
                </c:pt>
                <c:pt idx="2877">
                  <c:v>0.25</c:v>
                </c:pt>
                <c:pt idx="2878">
                  <c:v>0.25</c:v>
                </c:pt>
                <c:pt idx="2879">
                  <c:v>0.25</c:v>
                </c:pt>
                <c:pt idx="2880">
                  <c:v>0.25</c:v>
                </c:pt>
                <c:pt idx="2881">
                  <c:v>0.25</c:v>
                </c:pt>
                <c:pt idx="2882">
                  <c:v>0.25</c:v>
                </c:pt>
                <c:pt idx="2883">
                  <c:v>0.25</c:v>
                </c:pt>
                <c:pt idx="2884">
                  <c:v>0.25</c:v>
                </c:pt>
                <c:pt idx="2885">
                  <c:v>0.25</c:v>
                </c:pt>
                <c:pt idx="2886">
                  <c:v>0.25</c:v>
                </c:pt>
                <c:pt idx="2887">
                  <c:v>0.25</c:v>
                </c:pt>
                <c:pt idx="2888">
                  <c:v>0.25</c:v>
                </c:pt>
                <c:pt idx="2889">
                  <c:v>0.25</c:v>
                </c:pt>
                <c:pt idx="2890">
                  <c:v>0.25</c:v>
                </c:pt>
                <c:pt idx="2891">
                  <c:v>0.25</c:v>
                </c:pt>
                <c:pt idx="2892">
                  <c:v>0.25</c:v>
                </c:pt>
                <c:pt idx="2893">
                  <c:v>0.25</c:v>
                </c:pt>
                <c:pt idx="2894">
                  <c:v>0.25</c:v>
                </c:pt>
                <c:pt idx="2895">
                  <c:v>0.25</c:v>
                </c:pt>
                <c:pt idx="2896">
                  <c:v>0.25</c:v>
                </c:pt>
                <c:pt idx="2897">
                  <c:v>0.25</c:v>
                </c:pt>
                <c:pt idx="2898">
                  <c:v>0.25</c:v>
                </c:pt>
                <c:pt idx="2899">
                  <c:v>0.25</c:v>
                </c:pt>
                <c:pt idx="2900">
                  <c:v>0.25</c:v>
                </c:pt>
                <c:pt idx="2901">
                  <c:v>0.25</c:v>
                </c:pt>
                <c:pt idx="2902">
                  <c:v>0.25</c:v>
                </c:pt>
                <c:pt idx="2903">
                  <c:v>0.25</c:v>
                </c:pt>
                <c:pt idx="2904">
                  <c:v>0.25</c:v>
                </c:pt>
                <c:pt idx="2905">
                  <c:v>0.25</c:v>
                </c:pt>
                <c:pt idx="2906">
                  <c:v>0.25</c:v>
                </c:pt>
                <c:pt idx="2907">
                  <c:v>0.25</c:v>
                </c:pt>
                <c:pt idx="2908">
                  <c:v>0.25</c:v>
                </c:pt>
                <c:pt idx="2909">
                  <c:v>0.25</c:v>
                </c:pt>
                <c:pt idx="2910">
                  <c:v>0.25</c:v>
                </c:pt>
                <c:pt idx="2911">
                  <c:v>0.25</c:v>
                </c:pt>
                <c:pt idx="2912">
                  <c:v>0.25</c:v>
                </c:pt>
                <c:pt idx="2913">
                  <c:v>0.25</c:v>
                </c:pt>
                <c:pt idx="2914">
                  <c:v>0.25</c:v>
                </c:pt>
                <c:pt idx="2915">
                  <c:v>0.25</c:v>
                </c:pt>
                <c:pt idx="2916">
                  <c:v>0.25</c:v>
                </c:pt>
                <c:pt idx="2917">
                  <c:v>0.25</c:v>
                </c:pt>
                <c:pt idx="2918">
                  <c:v>0.25</c:v>
                </c:pt>
                <c:pt idx="2919">
                  <c:v>0.25</c:v>
                </c:pt>
                <c:pt idx="2920">
                  <c:v>0.25</c:v>
                </c:pt>
                <c:pt idx="2921">
                  <c:v>0.25</c:v>
                </c:pt>
                <c:pt idx="2922">
                  <c:v>0.25</c:v>
                </c:pt>
                <c:pt idx="2923">
                  <c:v>0.25</c:v>
                </c:pt>
                <c:pt idx="2924">
                  <c:v>0.25</c:v>
                </c:pt>
                <c:pt idx="2925">
                  <c:v>0.25</c:v>
                </c:pt>
                <c:pt idx="2926">
                  <c:v>0.25</c:v>
                </c:pt>
                <c:pt idx="2927">
                  <c:v>0.25</c:v>
                </c:pt>
                <c:pt idx="2928">
                  <c:v>0.25</c:v>
                </c:pt>
                <c:pt idx="2929">
                  <c:v>0.25</c:v>
                </c:pt>
                <c:pt idx="2930">
                  <c:v>0.25</c:v>
                </c:pt>
                <c:pt idx="2931">
                  <c:v>0.25</c:v>
                </c:pt>
                <c:pt idx="2932">
                  <c:v>0.25</c:v>
                </c:pt>
                <c:pt idx="2933">
                  <c:v>0.25</c:v>
                </c:pt>
                <c:pt idx="2934">
                  <c:v>0.25</c:v>
                </c:pt>
                <c:pt idx="2935">
                  <c:v>0.25</c:v>
                </c:pt>
                <c:pt idx="2936">
                  <c:v>0.25</c:v>
                </c:pt>
                <c:pt idx="2937">
                  <c:v>0.25</c:v>
                </c:pt>
                <c:pt idx="2938">
                  <c:v>0.5</c:v>
                </c:pt>
                <c:pt idx="2939">
                  <c:v>0.5</c:v>
                </c:pt>
                <c:pt idx="2940">
                  <c:v>0.5</c:v>
                </c:pt>
                <c:pt idx="2941">
                  <c:v>0.5</c:v>
                </c:pt>
                <c:pt idx="2942">
                  <c:v>0.5</c:v>
                </c:pt>
                <c:pt idx="2943">
                  <c:v>0.5</c:v>
                </c:pt>
                <c:pt idx="2944">
                  <c:v>0.5</c:v>
                </c:pt>
                <c:pt idx="2945">
                  <c:v>0.5</c:v>
                </c:pt>
                <c:pt idx="2946">
                  <c:v>0.5</c:v>
                </c:pt>
                <c:pt idx="2947">
                  <c:v>0.5</c:v>
                </c:pt>
                <c:pt idx="2948">
                  <c:v>0.5</c:v>
                </c:pt>
                <c:pt idx="2949">
                  <c:v>0.5</c:v>
                </c:pt>
                <c:pt idx="2950">
                  <c:v>0.5</c:v>
                </c:pt>
                <c:pt idx="2951">
                  <c:v>0.5</c:v>
                </c:pt>
                <c:pt idx="2952">
                  <c:v>0.5</c:v>
                </c:pt>
                <c:pt idx="2953">
                  <c:v>0.5</c:v>
                </c:pt>
                <c:pt idx="2954">
                  <c:v>0.5</c:v>
                </c:pt>
                <c:pt idx="2955">
                  <c:v>0.5</c:v>
                </c:pt>
                <c:pt idx="2956">
                  <c:v>0.5</c:v>
                </c:pt>
                <c:pt idx="2957">
                  <c:v>0.5</c:v>
                </c:pt>
                <c:pt idx="2958">
                  <c:v>0.5</c:v>
                </c:pt>
                <c:pt idx="2959">
                  <c:v>0.5</c:v>
                </c:pt>
                <c:pt idx="2960">
                  <c:v>0.5</c:v>
                </c:pt>
                <c:pt idx="2961">
                  <c:v>0.5</c:v>
                </c:pt>
                <c:pt idx="2962">
                  <c:v>0.5</c:v>
                </c:pt>
                <c:pt idx="2963">
                  <c:v>0.5</c:v>
                </c:pt>
                <c:pt idx="2964">
                  <c:v>0.5</c:v>
                </c:pt>
                <c:pt idx="2965">
                  <c:v>0.5</c:v>
                </c:pt>
                <c:pt idx="2966">
                  <c:v>0.5</c:v>
                </c:pt>
                <c:pt idx="2967">
                  <c:v>0.5</c:v>
                </c:pt>
                <c:pt idx="2968">
                  <c:v>0.5</c:v>
                </c:pt>
                <c:pt idx="2969">
                  <c:v>0.5</c:v>
                </c:pt>
                <c:pt idx="2970">
                  <c:v>0.5</c:v>
                </c:pt>
                <c:pt idx="2971">
                  <c:v>0.5</c:v>
                </c:pt>
                <c:pt idx="2972">
                  <c:v>0.5</c:v>
                </c:pt>
                <c:pt idx="2973">
                  <c:v>0.5</c:v>
                </c:pt>
                <c:pt idx="2974">
                  <c:v>0.5</c:v>
                </c:pt>
                <c:pt idx="2975">
                  <c:v>0.5</c:v>
                </c:pt>
                <c:pt idx="2976">
                  <c:v>0.5</c:v>
                </c:pt>
                <c:pt idx="2977">
                  <c:v>0.5</c:v>
                </c:pt>
                <c:pt idx="2978">
                  <c:v>0.5</c:v>
                </c:pt>
                <c:pt idx="2979">
                  <c:v>0.5</c:v>
                </c:pt>
                <c:pt idx="2980">
                  <c:v>0.5</c:v>
                </c:pt>
                <c:pt idx="2981">
                  <c:v>0.5</c:v>
                </c:pt>
                <c:pt idx="2982">
                  <c:v>0.5</c:v>
                </c:pt>
                <c:pt idx="2983">
                  <c:v>0.5</c:v>
                </c:pt>
                <c:pt idx="2984">
                  <c:v>0.5</c:v>
                </c:pt>
                <c:pt idx="2985">
                  <c:v>0.5</c:v>
                </c:pt>
                <c:pt idx="2986">
                  <c:v>0.5</c:v>
                </c:pt>
                <c:pt idx="2987">
                  <c:v>0.5</c:v>
                </c:pt>
                <c:pt idx="2988">
                  <c:v>0.5</c:v>
                </c:pt>
                <c:pt idx="2989">
                  <c:v>0.5</c:v>
                </c:pt>
                <c:pt idx="2990">
                  <c:v>0.5</c:v>
                </c:pt>
                <c:pt idx="2991">
                  <c:v>0.5</c:v>
                </c:pt>
                <c:pt idx="2992">
                  <c:v>0.5</c:v>
                </c:pt>
                <c:pt idx="2993">
                  <c:v>0.5</c:v>
                </c:pt>
                <c:pt idx="2994">
                  <c:v>0.5</c:v>
                </c:pt>
                <c:pt idx="2995">
                  <c:v>0.5</c:v>
                </c:pt>
                <c:pt idx="2996">
                  <c:v>0.5</c:v>
                </c:pt>
                <c:pt idx="2997">
                  <c:v>0.5</c:v>
                </c:pt>
                <c:pt idx="2998">
                  <c:v>0.5</c:v>
                </c:pt>
                <c:pt idx="2999">
                  <c:v>0.5</c:v>
                </c:pt>
                <c:pt idx="3000">
                  <c:v>0.5</c:v>
                </c:pt>
                <c:pt idx="3001">
                  <c:v>0.5</c:v>
                </c:pt>
                <c:pt idx="3002">
                  <c:v>0.5</c:v>
                </c:pt>
                <c:pt idx="3003">
                  <c:v>0.75</c:v>
                </c:pt>
                <c:pt idx="3004">
                  <c:v>0.75</c:v>
                </c:pt>
                <c:pt idx="3005">
                  <c:v>0.75</c:v>
                </c:pt>
                <c:pt idx="3006">
                  <c:v>0.75</c:v>
                </c:pt>
                <c:pt idx="3007">
                  <c:v>0.75</c:v>
                </c:pt>
                <c:pt idx="3008">
                  <c:v>0.75</c:v>
                </c:pt>
                <c:pt idx="3009">
                  <c:v>0.75</c:v>
                </c:pt>
                <c:pt idx="3010">
                  <c:v>0.75</c:v>
                </c:pt>
                <c:pt idx="3011">
                  <c:v>0.75</c:v>
                </c:pt>
                <c:pt idx="3012">
                  <c:v>0.75</c:v>
                </c:pt>
                <c:pt idx="3013">
                  <c:v>0.75</c:v>
                </c:pt>
                <c:pt idx="3014">
                  <c:v>0.75</c:v>
                </c:pt>
                <c:pt idx="3015">
                  <c:v>0.75</c:v>
                </c:pt>
                <c:pt idx="3016">
                  <c:v>0.75</c:v>
                </c:pt>
                <c:pt idx="3017">
                  <c:v>0.75</c:v>
                </c:pt>
                <c:pt idx="3018">
                  <c:v>0.75</c:v>
                </c:pt>
                <c:pt idx="3019">
                  <c:v>0.75</c:v>
                </c:pt>
                <c:pt idx="3020">
                  <c:v>0.75</c:v>
                </c:pt>
                <c:pt idx="3021">
                  <c:v>0.75</c:v>
                </c:pt>
                <c:pt idx="3022">
                  <c:v>0.75</c:v>
                </c:pt>
                <c:pt idx="3023">
                  <c:v>0.75</c:v>
                </c:pt>
                <c:pt idx="3024">
                  <c:v>0.75</c:v>
                </c:pt>
                <c:pt idx="3025">
                  <c:v>0.75</c:v>
                </c:pt>
                <c:pt idx="3026">
                  <c:v>0.75</c:v>
                </c:pt>
                <c:pt idx="3027">
                  <c:v>0.75</c:v>
                </c:pt>
                <c:pt idx="3028">
                  <c:v>0.75</c:v>
                </c:pt>
                <c:pt idx="3029">
                  <c:v>0.75</c:v>
                </c:pt>
                <c:pt idx="3030">
                  <c:v>0.75</c:v>
                </c:pt>
                <c:pt idx="3031">
                  <c:v>0.75</c:v>
                </c:pt>
                <c:pt idx="3032">
                  <c:v>0.75</c:v>
                </c:pt>
                <c:pt idx="3033">
                  <c:v>0.75</c:v>
                </c:pt>
                <c:pt idx="3034">
                  <c:v>0.75</c:v>
                </c:pt>
                <c:pt idx="3035">
                  <c:v>0.75</c:v>
                </c:pt>
                <c:pt idx="3036">
                  <c:v>0.75</c:v>
                </c:pt>
                <c:pt idx="3037">
                  <c:v>0.75</c:v>
                </c:pt>
                <c:pt idx="3038">
                  <c:v>0.75</c:v>
                </c:pt>
                <c:pt idx="3039">
                  <c:v>0.75</c:v>
                </c:pt>
                <c:pt idx="3040">
                  <c:v>0.75</c:v>
                </c:pt>
                <c:pt idx="3041">
                  <c:v>0.75</c:v>
                </c:pt>
                <c:pt idx="3042">
                  <c:v>0.75</c:v>
                </c:pt>
                <c:pt idx="3043">
                  <c:v>0.75</c:v>
                </c:pt>
                <c:pt idx="3044">
                  <c:v>0.75</c:v>
                </c:pt>
                <c:pt idx="3045">
                  <c:v>0.75</c:v>
                </c:pt>
                <c:pt idx="3046">
                  <c:v>0.75</c:v>
                </c:pt>
                <c:pt idx="3047">
                  <c:v>0.75</c:v>
                </c:pt>
                <c:pt idx="3048">
                  <c:v>0.75</c:v>
                </c:pt>
                <c:pt idx="3049">
                  <c:v>0.75</c:v>
                </c:pt>
                <c:pt idx="3050">
                  <c:v>0.75</c:v>
                </c:pt>
                <c:pt idx="3051">
                  <c:v>0.75</c:v>
                </c:pt>
                <c:pt idx="3052">
                  <c:v>0.75</c:v>
                </c:pt>
                <c:pt idx="3053">
                  <c:v>0.75</c:v>
                </c:pt>
                <c:pt idx="3054">
                  <c:v>0.75</c:v>
                </c:pt>
                <c:pt idx="3055">
                  <c:v>0.75</c:v>
                </c:pt>
                <c:pt idx="3056">
                  <c:v>0.75</c:v>
                </c:pt>
                <c:pt idx="3057">
                  <c:v>0.75</c:v>
                </c:pt>
                <c:pt idx="3058">
                  <c:v>0.75</c:v>
                </c:pt>
                <c:pt idx="3059">
                  <c:v>0.75</c:v>
                </c:pt>
                <c:pt idx="3060">
                  <c:v>0.75</c:v>
                </c:pt>
                <c:pt idx="3061">
                  <c:v>0.75</c:v>
                </c:pt>
                <c:pt idx="3062">
                  <c:v>0.75</c:v>
                </c:pt>
                <c:pt idx="3063">
                  <c:v>0.75</c:v>
                </c:pt>
                <c:pt idx="3064">
                  <c:v>0.75</c:v>
                </c:pt>
                <c:pt idx="3065">
                  <c:v>0.75</c:v>
                </c:pt>
                <c:pt idx="3066">
                  <c:v>0.75</c:v>
                </c:pt>
                <c:pt idx="3067">
                  <c:v>0.75</c:v>
                </c:pt>
                <c:pt idx="3068">
                  <c:v>0.75</c:v>
                </c:pt>
                <c:pt idx="3069">
                  <c:v>0.75</c:v>
                </c:pt>
                <c:pt idx="3070">
                  <c:v>0.75</c:v>
                </c:pt>
                <c:pt idx="3071">
                  <c:v>0.75</c:v>
                </c:pt>
                <c:pt idx="3072">
                  <c:v>0.75</c:v>
                </c:pt>
                <c:pt idx="3073">
                  <c:v>0.75</c:v>
                </c:pt>
                <c:pt idx="3074">
                  <c:v>0.75</c:v>
                </c:pt>
                <c:pt idx="3075">
                  <c:v>0.75</c:v>
                </c:pt>
                <c:pt idx="3076">
                  <c:v>0.75</c:v>
                </c:pt>
                <c:pt idx="3077">
                  <c:v>0.75</c:v>
                </c:pt>
                <c:pt idx="3078">
                  <c:v>0.75</c:v>
                </c:pt>
                <c:pt idx="3079">
                  <c:v>0.75</c:v>
                </c:pt>
                <c:pt idx="3080">
                  <c:v>0.75</c:v>
                </c:pt>
                <c:pt idx="3081">
                  <c:v>0.75</c:v>
                </c:pt>
                <c:pt idx="3082">
                  <c:v>0.75</c:v>
                </c:pt>
                <c:pt idx="3083">
                  <c:v>0.75</c:v>
                </c:pt>
                <c:pt idx="3084">
                  <c:v>0.75</c:v>
                </c:pt>
                <c:pt idx="3085">
                  <c:v>0.75</c:v>
                </c:pt>
                <c:pt idx="3086">
                  <c:v>0.75</c:v>
                </c:pt>
                <c:pt idx="3087">
                  <c:v>0.75</c:v>
                </c:pt>
                <c:pt idx="3088">
                  <c:v>0.75</c:v>
                </c:pt>
                <c:pt idx="3089">
                  <c:v>0.5</c:v>
                </c:pt>
                <c:pt idx="3090">
                  <c:v>0.5</c:v>
                </c:pt>
                <c:pt idx="3091">
                  <c:v>0.5</c:v>
                </c:pt>
                <c:pt idx="3092">
                  <c:v>0.5</c:v>
                </c:pt>
                <c:pt idx="3093">
                  <c:v>0.5</c:v>
                </c:pt>
                <c:pt idx="3094">
                  <c:v>0.5</c:v>
                </c:pt>
                <c:pt idx="3095">
                  <c:v>0.5</c:v>
                </c:pt>
                <c:pt idx="3096">
                  <c:v>0.5</c:v>
                </c:pt>
                <c:pt idx="3097">
                  <c:v>0.5</c:v>
                </c:pt>
                <c:pt idx="3098">
                  <c:v>0.5</c:v>
                </c:pt>
                <c:pt idx="3099">
                  <c:v>0.5</c:v>
                </c:pt>
                <c:pt idx="3100">
                  <c:v>0.5</c:v>
                </c:pt>
                <c:pt idx="3101">
                  <c:v>0.5</c:v>
                </c:pt>
                <c:pt idx="3102">
                  <c:v>0.5</c:v>
                </c:pt>
                <c:pt idx="3103">
                  <c:v>0.5</c:v>
                </c:pt>
                <c:pt idx="3104">
                  <c:v>0.5</c:v>
                </c:pt>
                <c:pt idx="3105">
                  <c:v>0.5</c:v>
                </c:pt>
                <c:pt idx="3106">
                  <c:v>0.5</c:v>
                </c:pt>
                <c:pt idx="3107">
                  <c:v>0.5</c:v>
                </c:pt>
                <c:pt idx="3108">
                  <c:v>0.5</c:v>
                </c:pt>
                <c:pt idx="3109">
                  <c:v>0.5</c:v>
                </c:pt>
                <c:pt idx="3110">
                  <c:v>0.5</c:v>
                </c:pt>
                <c:pt idx="3111">
                  <c:v>0.5</c:v>
                </c:pt>
                <c:pt idx="3112">
                  <c:v>0.5</c:v>
                </c:pt>
                <c:pt idx="3113">
                  <c:v>0.25</c:v>
                </c:pt>
                <c:pt idx="3114">
                  <c:v>0.25</c:v>
                </c:pt>
                <c:pt idx="3115">
                  <c:v>0.25</c:v>
                </c:pt>
                <c:pt idx="3116">
                  <c:v>0.25</c:v>
                </c:pt>
                <c:pt idx="3117">
                  <c:v>0.25</c:v>
                </c:pt>
                <c:pt idx="3118">
                  <c:v>0.25</c:v>
                </c:pt>
                <c:pt idx="3119">
                  <c:v>0.25</c:v>
                </c:pt>
                <c:pt idx="3120">
                  <c:v>0.25</c:v>
                </c:pt>
                <c:pt idx="3121">
                  <c:v>0.25</c:v>
                </c:pt>
                <c:pt idx="3122">
                  <c:v>0.25</c:v>
                </c:pt>
                <c:pt idx="3123">
                  <c:v>0.25</c:v>
                </c:pt>
                <c:pt idx="3124">
                  <c:v>0.25</c:v>
                </c:pt>
                <c:pt idx="3125">
                  <c:v>0.25</c:v>
                </c:pt>
                <c:pt idx="3126">
                  <c:v>0.25</c:v>
                </c:pt>
                <c:pt idx="3127">
                  <c:v>0.25</c:v>
                </c:pt>
                <c:pt idx="3128">
                  <c:v>0.25</c:v>
                </c:pt>
                <c:pt idx="3129">
                  <c:v>0.25</c:v>
                </c:pt>
                <c:pt idx="3130">
                  <c:v>0.25</c:v>
                </c:pt>
                <c:pt idx="3131">
                  <c:v>0.25</c:v>
                </c:pt>
                <c:pt idx="3132">
                  <c:v>0.25</c:v>
                </c:pt>
                <c:pt idx="3133">
                  <c:v>0.25</c:v>
                </c:pt>
                <c:pt idx="3134">
                  <c:v>0.25</c:v>
                </c:pt>
                <c:pt idx="3135">
                  <c:v>0.25</c:v>
                </c:pt>
                <c:pt idx="3136">
                  <c:v>0.25</c:v>
                </c:pt>
                <c:pt idx="3137">
                  <c:v>0.25</c:v>
                </c:pt>
                <c:pt idx="3138">
                  <c:v>0.25</c:v>
                </c:pt>
                <c:pt idx="3139">
                  <c:v>0.25</c:v>
                </c:pt>
                <c:pt idx="3140">
                  <c:v>0.25</c:v>
                </c:pt>
                <c:pt idx="3141">
                  <c:v>0.25</c:v>
                </c:pt>
                <c:pt idx="3142">
                  <c:v>0.25</c:v>
                </c:pt>
                <c:pt idx="3143">
                  <c:v>0.25</c:v>
                </c:pt>
                <c:pt idx="3144">
                  <c:v>0.25</c:v>
                </c:pt>
                <c:pt idx="3145">
                  <c:v>0.25</c:v>
                </c:pt>
                <c:pt idx="3146">
                  <c:v>0.25</c:v>
                </c:pt>
                <c:pt idx="3147">
                  <c:v>0.25</c:v>
                </c:pt>
                <c:pt idx="3148">
                  <c:v>0.25</c:v>
                </c:pt>
                <c:pt idx="3149">
                  <c:v>0.25</c:v>
                </c:pt>
                <c:pt idx="3150">
                  <c:v>0.25</c:v>
                </c:pt>
                <c:pt idx="3151">
                  <c:v>0.25</c:v>
                </c:pt>
                <c:pt idx="3152">
                  <c:v>0.25</c:v>
                </c:pt>
                <c:pt idx="3153">
                  <c:v>0.25</c:v>
                </c:pt>
                <c:pt idx="3154">
                  <c:v>0.25</c:v>
                </c:pt>
                <c:pt idx="3155">
                  <c:v>0.25</c:v>
                </c:pt>
                <c:pt idx="3156">
                  <c:v>0.25</c:v>
                </c:pt>
                <c:pt idx="3157">
                  <c:v>0.25</c:v>
                </c:pt>
                <c:pt idx="3158">
                  <c:v>0.25</c:v>
                </c:pt>
                <c:pt idx="3159">
                  <c:v>0.25</c:v>
                </c:pt>
                <c:pt idx="3160">
                  <c:v>0.25</c:v>
                </c:pt>
                <c:pt idx="3161">
                  <c:v>0.25</c:v>
                </c:pt>
                <c:pt idx="3162">
                  <c:v>0.25</c:v>
                </c:pt>
                <c:pt idx="3163">
                  <c:v>0.25</c:v>
                </c:pt>
                <c:pt idx="3164">
                  <c:v>0.25</c:v>
                </c:pt>
                <c:pt idx="3165">
                  <c:v>0.25</c:v>
                </c:pt>
                <c:pt idx="3166">
                  <c:v>0.25</c:v>
                </c:pt>
                <c:pt idx="3167">
                  <c:v>0.25</c:v>
                </c:pt>
                <c:pt idx="3168">
                  <c:v>0.25</c:v>
                </c:pt>
                <c:pt idx="3169">
                  <c:v>0.25</c:v>
                </c:pt>
                <c:pt idx="3170">
                  <c:v>0.25</c:v>
                </c:pt>
                <c:pt idx="3171">
                  <c:v>0.25</c:v>
                </c:pt>
                <c:pt idx="3172">
                  <c:v>0.25</c:v>
                </c:pt>
                <c:pt idx="3173">
                  <c:v>0.25</c:v>
                </c:pt>
                <c:pt idx="3174">
                  <c:v>0.25</c:v>
                </c:pt>
                <c:pt idx="3175">
                  <c:v>0.25</c:v>
                </c:pt>
                <c:pt idx="3176">
                  <c:v>0.25</c:v>
                </c:pt>
                <c:pt idx="3177">
                  <c:v>0.25</c:v>
                </c:pt>
                <c:pt idx="3178">
                  <c:v>0.25</c:v>
                </c:pt>
                <c:pt idx="3179">
                  <c:v>0.25</c:v>
                </c:pt>
                <c:pt idx="3180">
                  <c:v>0.25</c:v>
                </c:pt>
                <c:pt idx="3181">
                  <c:v>0.25</c:v>
                </c:pt>
                <c:pt idx="3182">
                  <c:v>0.25</c:v>
                </c:pt>
                <c:pt idx="3183">
                  <c:v>0.25</c:v>
                </c:pt>
                <c:pt idx="3184">
                  <c:v>0.25</c:v>
                </c:pt>
                <c:pt idx="3185">
                  <c:v>0.25</c:v>
                </c:pt>
                <c:pt idx="3186">
                  <c:v>0.25</c:v>
                </c:pt>
                <c:pt idx="3187">
                  <c:v>0.25</c:v>
                </c:pt>
                <c:pt idx="3188">
                  <c:v>0.25</c:v>
                </c:pt>
                <c:pt idx="3189">
                  <c:v>0.25</c:v>
                </c:pt>
                <c:pt idx="3190">
                  <c:v>0.25</c:v>
                </c:pt>
                <c:pt idx="3191">
                  <c:v>0.25</c:v>
                </c:pt>
                <c:pt idx="3192">
                  <c:v>0.25</c:v>
                </c:pt>
                <c:pt idx="3193">
                  <c:v>0.25</c:v>
                </c:pt>
                <c:pt idx="3194">
                  <c:v>0.25</c:v>
                </c:pt>
                <c:pt idx="3195">
                  <c:v>0.25</c:v>
                </c:pt>
                <c:pt idx="3196">
                  <c:v>0.25</c:v>
                </c:pt>
                <c:pt idx="3197">
                  <c:v>0.25</c:v>
                </c:pt>
                <c:pt idx="3198">
                  <c:v>0.25</c:v>
                </c:pt>
                <c:pt idx="3199">
                  <c:v>0.25</c:v>
                </c:pt>
                <c:pt idx="3200">
                  <c:v>0.25</c:v>
                </c:pt>
                <c:pt idx="3201">
                  <c:v>0.25</c:v>
                </c:pt>
                <c:pt idx="3202">
                  <c:v>0.25</c:v>
                </c:pt>
                <c:pt idx="3203">
                  <c:v>0.25</c:v>
                </c:pt>
                <c:pt idx="3204">
                  <c:v>0.25</c:v>
                </c:pt>
                <c:pt idx="3205">
                  <c:v>0.25</c:v>
                </c:pt>
                <c:pt idx="3206">
                  <c:v>0.25</c:v>
                </c:pt>
                <c:pt idx="3207">
                  <c:v>0.25</c:v>
                </c:pt>
                <c:pt idx="3208">
                  <c:v>0.25</c:v>
                </c:pt>
                <c:pt idx="3209">
                  <c:v>0.25</c:v>
                </c:pt>
                <c:pt idx="3210">
                  <c:v>0.25</c:v>
                </c:pt>
                <c:pt idx="3211">
                  <c:v>0.25</c:v>
                </c:pt>
                <c:pt idx="3212">
                  <c:v>0.25</c:v>
                </c:pt>
                <c:pt idx="3213">
                  <c:v>0.25</c:v>
                </c:pt>
                <c:pt idx="3214">
                  <c:v>0.25</c:v>
                </c:pt>
                <c:pt idx="3215">
                  <c:v>0.25</c:v>
                </c:pt>
                <c:pt idx="3216">
                  <c:v>0.25</c:v>
                </c:pt>
                <c:pt idx="3217">
                  <c:v>0.25</c:v>
                </c:pt>
                <c:pt idx="3218">
                  <c:v>0.25</c:v>
                </c:pt>
                <c:pt idx="3219">
                  <c:v>0.25</c:v>
                </c:pt>
                <c:pt idx="3220">
                  <c:v>0.25</c:v>
                </c:pt>
                <c:pt idx="3221">
                  <c:v>0.25</c:v>
                </c:pt>
                <c:pt idx="3222">
                  <c:v>0.25</c:v>
                </c:pt>
                <c:pt idx="3223">
                  <c:v>0.25</c:v>
                </c:pt>
                <c:pt idx="3224">
                  <c:v>0.25</c:v>
                </c:pt>
                <c:pt idx="3225">
                  <c:v>0.25</c:v>
                </c:pt>
                <c:pt idx="3226">
                  <c:v>0.25</c:v>
                </c:pt>
                <c:pt idx="3227">
                  <c:v>0.25</c:v>
                </c:pt>
                <c:pt idx="3228">
                  <c:v>0.25</c:v>
                </c:pt>
                <c:pt idx="3229">
                  <c:v>0.25</c:v>
                </c:pt>
                <c:pt idx="3230">
                  <c:v>0.25</c:v>
                </c:pt>
                <c:pt idx="3231">
                  <c:v>0.25</c:v>
                </c:pt>
                <c:pt idx="3232">
                  <c:v>0.25</c:v>
                </c:pt>
                <c:pt idx="3233">
                  <c:v>0.25</c:v>
                </c:pt>
                <c:pt idx="3234">
                  <c:v>0.25</c:v>
                </c:pt>
                <c:pt idx="3235">
                  <c:v>0.25</c:v>
                </c:pt>
                <c:pt idx="3236">
                  <c:v>0.25</c:v>
                </c:pt>
                <c:pt idx="3237">
                  <c:v>0.25</c:v>
                </c:pt>
                <c:pt idx="3238">
                  <c:v>0.25</c:v>
                </c:pt>
                <c:pt idx="3239">
                  <c:v>0.25</c:v>
                </c:pt>
                <c:pt idx="3240">
                  <c:v>0.25</c:v>
                </c:pt>
                <c:pt idx="3241">
                  <c:v>0.25</c:v>
                </c:pt>
                <c:pt idx="3242">
                  <c:v>0.25</c:v>
                </c:pt>
                <c:pt idx="3243">
                  <c:v>0.25</c:v>
                </c:pt>
                <c:pt idx="3244">
                  <c:v>0.25</c:v>
                </c:pt>
                <c:pt idx="3245">
                  <c:v>0.25</c:v>
                </c:pt>
                <c:pt idx="3246">
                  <c:v>0.25</c:v>
                </c:pt>
                <c:pt idx="3247">
                  <c:v>0.25</c:v>
                </c:pt>
                <c:pt idx="3248">
                  <c:v>0.25</c:v>
                </c:pt>
                <c:pt idx="3249">
                  <c:v>0.25</c:v>
                </c:pt>
                <c:pt idx="3250">
                  <c:v>0.25</c:v>
                </c:pt>
                <c:pt idx="3251">
                  <c:v>0.25</c:v>
                </c:pt>
                <c:pt idx="3252">
                  <c:v>0.25</c:v>
                </c:pt>
                <c:pt idx="3253">
                  <c:v>0.25</c:v>
                </c:pt>
                <c:pt idx="3254">
                  <c:v>0.25</c:v>
                </c:pt>
                <c:pt idx="3255">
                  <c:v>0.25</c:v>
                </c:pt>
                <c:pt idx="3256">
                  <c:v>0.25</c:v>
                </c:pt>
                <c:pt idx="3257">
                  <c:v>0.25</c:v>
                </c:pt>
                <c:pt idx="3258">
                  <c:v>0.25</c:v>
                </c:pt>
                <c:pt idx="3259">
                  <c:v>0.25</c:v>
                </c:pt>
                <c:pt idx="3260">
                  <c:v>0.25</c:v>
                </c:pt>
                <c:pt idx="3261">
                  <c:v>0.25</c:v>
                </c:pt>
                <c:pt idx="3262">
                  <c:v>0.25</c:v>
                </c:pt>
                <c:pt idx="3263">
                  <c:v>0</c:v>
                </c:pt>
                <c:pt idx="3264">
                  <c:v>0</c:v>
                </c:pt>
                <c:pt idx="3265">
                  <c:v>0</c:v>
                </c:pt>
                <c:pt idx="3266">
                  <c:v>0</c:v>
                </c:pt>
                <c:pt idx="3267">
                  <c:v>0</c:v>
                </c:pt>
                <c:pt idx="3268">
                  <c:v>0</c:v>
                </c:pt>
                <c:pt idx="3269">
                  <c:v>0</c:v>
                </c:pt>
                <c:pt idx="3270">
                  <c:v>0</c:v>
                </c:pt>
                <c:pt idx="3271">
                  <c:v>0</c:v>
                </c:pt>
                <c:pt idx="3272">
                  <c:v>0</c:v>
                </c:pt>
                <c:pt idx="3273">
                  <c:v>0</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0</c:v>
                </c:pt>
                <c:pt idx="3293">
                  <c:v>0</c:v>
                </c:pt>
                <c:pt idx="3294">
                  <c:v>0</c:v>
                </c:pt>
                <c:pt idx="3295">
                  <c:v>0</c:v>
                </c:pt>
                <c:pt idx="3296">
                  <c:v>0</c:v>
                </c:pt>
                <c:pt idx="3297">
                  <c:v>0</c:v>
                </c:pt>
                <c:pt idx="3298">
                  <c:v>0</c:v>
                </c:pt>
                <c:pt idx="3299">
                  <c:v>0</c:v>
                </c:pt>
                <c:pt idx="3300">
                  <c:v>0</c:v>
                </c:pt>
                <c:pt idx="3301">
                  <c:v>0</c:v>
                </c:pt>
                <c:pt idx="3302">
                  <c:v>0</c:v>
                </c:pt>
                <c:pt idx="3303">
                  <c:v>0</c:v>
                </c:pt>
                <c:pt idx="3304">
                  <c:v>0</c:v>
                </c:pt>
                <c:pt idx="3305">
                  <c:v>0</c:v>
                </c:pt>
                <c:pt idx="3306">
                  <c:v>0</c:v>
                </c:pt>
                <c:pt idx="3307">
                  <c:v>0</c:v>
                </c:pt>
                <c:pt idx="3308">
                  <c:v>0</c:v>
                </c:pt>
                <c:pt idx="3309">
                  <c:v>0</c:v>
                </c:pt>
                <c:pt idx="3310">
                  <c:v>0</c:v>
                </c:pt>
                <c:pt idx="3311">
                  <c:v>0</c:v>
                </c:pt>
                <c:pt idx="3312">
                  <c:v>0</c:v>
                </c:pt>
                <c:pt idx="3313">
                  <c:v>0</c:v>
                </c:pt>
                <c:pt idx="3314">
                  <c:v>0</c:v>
                </c:pt>
                <c:pt idx="3315">
                  <c:v>0</c:v>
                </c:pt>
                <c:pt idx="3316">
                  <c:v>0</c:v>
                </c:pt>
                <c:pt idx="3317">
                  <c:v>0</c:v>
                </c:pt>
                <c:pt idx="3318">
                  <c:v>0</c:v>
                </c:pt>
                <c:pt idx="3319">
                  <c:v>0</c:v>
                </c:pt>
                <c:pt idx="3320">
                  <c:v>0</c:v>
                </c:pt>
                <c:pt idx="3321">
                  <c:v>0</c:v>
                </c:pt>
                <c:pt idx="3322">
                  <c:v>0</c:v>
                </c:pt>
                <c:pt idx="3323">
                  <c:v>0</c:v>
                </c:pt>
                <c:pt idx="3324">
                  <c:v>0</c:v>
                </c:pt>
                <c:pt idx="3325">
                  <c:v>0</c:v>
                </c:pt>
                <c:pt idx="3326">
                  <c:v>0</c:v>
                </c:pt>
                <c:pt idx="3327">
                  <c:v>0</c:v>
                </c:pt>
                <c:pt idx="3328">
                  <c:v>0</c:v>
                </c:pt>
                <c:pt idx="3329">
                  <c:v>0</c:v>
                </c:pt>
                <c:pt idx="3330">
                  <c:v>0</c:v>
                </c:pt>
                <c:pt idx="3331">
                  <c:v>0</c:v>
                </c:pt>
                <c:pt idx="3332">
                  <c:v>0</c:v>
                </c:pt>
                <c:pt idx="3333">
                  <c:v>0</c:v>
                </c:pt>
                <c:pt idx="3334">
                  <c:v>0</c:v>
                </c:pt>
                <c:pt idx="3335">
                  <c:v>0</c:v>
                </c:pt>
                <c:pt idx="3336">
                  <c:v>0</c:v>
                </c:pt>
                <c:pt idx="3337">
                  <c:v>0</c:v>
                </c:pt>
                <c:pt idx="3338">
                  <c:v>0</c:v>
                </c:pt>
                <c:pt idx="3339">
                  <c:v>0</c:v>
                </c:pt>
                <c:pt idx="3340">
                  <c:v>0</c:v>
                </c:pt>
                <c:pt idx="3341">
                  <c:v>0</c:v>
                </c:pt>
                <c:pt idx="3342">
                  <c:v>0</c:v>
                </c:pt>
                <c:pt idx="3343">
                  <c:v>0</c:v>
                </c:pt>
                <c:pt idx="3344">
                  <c:v>0</c:v>
                </c:pt>
                <c:pt idx="3345">
                  <c:v>0</c:v>
                </c:pt>
                <c:pt idx="3346">
                  <c:v>0</c:v>
                </c:pt>
                <c:pt idx="3347">
                  <c:v>0</c:v>
                </c:pt>
                <c:pt idx="3348">
                  <c:v>0</c:v>
                </c:pt>
                <c:pt idx="3349">
                  <c:v>0</c:v>
                </c:pt>
                <c:pt idx="3350">
                  <c:v>0</c:v>
                </c:pt>
                <c:pt idx="3351">
                  <c:v>0</c:v>
                </c:pt>
                <c:pt idx="3352">
                  <c:v>0</c:v>
                </c:pt>
                <c:pt idx="3353">
                  <c:v>0</c:v>
                </c:pt>
                <c:pt idx="3354">
                  <c:v>0</c:v>
                </c:pt>
                <c:pt idx="3355">
                  <c:v>0</c:v>
                </c:pt>
                <c:pt idx="3356">
                  <c:v>0</c:v>
                </c:pt>
                <c:pt idx="3357">
                  <c:v>0</c:v>
                </c:pt>
                <c:pt idx="3358">
                  <c:v>0</c:v>
                </c:pt>
                <c:pt idx="3359">
                  <c:v>0</c:v>
                </c:pt>
                <c:pt idx="3360">
                  <c:v>0</c:v>
                </c:pt>
                <c:pt idx="3361">
                  <c:v>0</c:v>
                </c:pt>
                <c:pt idx="3362">
                  <c:v>0</c:v>
                </c:pt>
                <c:pt idx="3363">
                  <c:v>0</c:v>
                </c:pt>
                <c:pt idx="3364">
                  <c:v>0</c:v>
                </c:pt>
                <c:pt idx="3365">
                  <c:v>0</c:v>
                </c:pt>
                <c:pt idx="3366">
                  <c:v>0</c:v>
                </c:pt>
                <c:pt idx="3367">
                  <c:v>0</c:v>
                </c:pt>
                <c:pt idx="3368">
                  <c:v>0</c:v>
                </c:pt>
                <c:pt idx="3369">
                  <c:v>0</c:v>
                </c:pt>
                <c:pt idx="3370">
                  <c:v>0</c:v>
                </c:pt>
                <c:pt idx="3371">
                  <c:v>0</c:v>
                </c:pt>
                <c:pt idx="3372">
                  <c:v>0</c:v>
                </c:pt>
                <c:pt idx="3373">
                  <c:v>0</c:v>
                </c:pt>
                <c:pt idx="3374">
                  <c:v>0</c:v>
                </c:pt>
                <c:pt idx="3375">
                  <c:v>0</c:v>
                </c:pt>
                <c:pt idx="3376">
                  <c:v>0</c:v>
                </c:pt>
                <c:pt idx="3377">
                  <c:v>0</c:v>
                </c:pt>
                <c:pt idx="3378">
                  <c:v>0</c:v>
                </c:pt>
                <c:pt idx="3379">
                  <c:v>0</c:v>
                </c:pt>
                <c:pt idx="3380">
                  <c:v>0</c:v>
                </c:pt>
                <c:pt idx="3381">
                  <c:v>0</c:v>
                </c:pt>
                <c:pt idx="3382">
                  <c:v>0</c:v>
                </c:pt>
                <c:pt idx="3383">
                  <c:v>0</c:v>
                </c:pt>
                <c:pt idx="3384">
                  <c:v>0</c:v>
                </c:pt>
                <c:pt idx="3385">
                  <c:v>0</c:v>
                </c:pt>
                <c:pt idx="3386">
                  <c:v>0</c:v>
                </c:pt>
                <c:pt idx="3387">
                  <c:v>0</c:v>
                </c:pt>
                <c:pt idx="3388">
                  <c:v>0</c:v>
                </c:pt>
                <c:pt idx="3389">
                  <c:v>0</c:v>
                </c:pt>
                <c:pt idx="3390">
                  <c:v>0</c:v>
                </c:pt>
                <c:pt idx="3391">
                  <c:v>0</c:v>
                </c:pt>
                <c:pt idx="3392">
                  <c:v>0</c:v>
                </c:pt>
                <c:pt idx="3393">
                  <c:v>0</c:v>
                </c:pt>
                <c:pt idx="3394">
                  <c:v>0</c:v>
                </c:pt>
                <c:pt idx="3395">
                  <c:v>0</c:v>
                </c:pt>
                <c:pt idx="3396">
                  <c:v>0</c:v>
                </c:pt>
                <c:pt idx="3397">
                  <c:v>0</c:v>
                </c:pt>
                <c:pt idx="3398">
                  <c:v>0</c:v>
                </c:pt>
                <c:pt idx="3399">
                  <c:v>0</c:v>
                </c:pt>
                <c:pt idx="3400">
                  <c:v>0</c:v>
                </c:pt>
                <c:pt idx="3401">
                  <c:v>0</c:v>
                </c:pt>
                <c:pt idx="3402">
                  <c:v>0</c:v>
                </c:pt>
                <c:pt idx="3403">
                  <c:v>0</c:v>
                </c:pt>
                <c:pt idx="3404">
                  <c:v>0</c:v>
                </c:pt>
                <c:pt idx="3405">
                  <c:v>0</c:v>
                </c:pt>
                <c:pt idx="3406">
                  <c:v>0</c:v>
                </c:pt>
                <c:pt idx="3407">
                  <c:v>0</c:v>
                </c:pt>
                <c:pt idx="3408">
                  <c:v>0</c:v>
                </c:pt>
                <c:pt idx="3409">
                  <c:v>0</c:v>
                </c:pt>
                <c:pt idx="3410">
                  <c:v>0</c:v>
                </c:pt>
                <c:pt idx="3411">
                  <c:v>0</c:v>
                </c:pt>
                <c:pt idx="3412">
                  <c:v>0</c:v>
                </c:pt>
                <c:pt idx="3413">
                  <c:v>0</c:v>
                </c:pt>
                <c:pt idx="3414">
                  <c:v>0</c:v>
                </c:pt>
                <c:pt idx="3415">
                  <c:v>0</c:v>
                </c:pt>
                <c:pt idx="3416">
                  <c:v>0</c:v>
                </c:pt>
                <c:pt idx="3417">
                  <c:v>0</c:v>
                </c:pt>
                <c:pt idx="3418">
                  <c:v>0</c:v>
                </c:pt>
                <c:pt idx="3419">
                  <c:v>0</c:v>
                </c:pt>
                <c:pt idx="3420">
                  <c:v>0</c:v>
                </c:pt>
                <c:pt idx="3421">
                  <c:v>0</c:v>
                </c:pt>
                <c:pt idx="3422">
                  <c:v>0</c:v>
                </c:pt>
                <c:pt idx="3423">
                  <c:v>0</c:v>
                </c:pt>
                <c:pt idx="3424">
                  <c:v>0</c:v>
                </c:pt>
                <c:pt idx="3425">
                  <c:v>0</c:v>
                </c:pt>
                <c:pt idx="3426">
                  <c:v>0</c:v>
                </c:pt>
                <c:pt idx="3427">
                  <c:v>0</c:v>
                </c:pt>
                <c:pt idx="3428">
                  <c:v>0</c:v>
                </c:pt>
                <c:pt idx="3429">
                  <c:v>0</c:v>
                </c:pt>
                <c:pt idx="3430">
                  <c:v>0</c:v>
                </c:pt>
                <c:pt idx="3431">
                  <c:v>0</c:v>
                </c:pt>
                <c:pt idx="3432">
                  <c:v>0</c:v>
                </c:pt>
                <c:pt idx="3433">
                  <c:v>0</c:v>
                </c:pt>
                <c:pt idx="3434">
                  <c:v>0</c:v>
                </c:pt>
                <c:pt idx="3435">
                  <c:v>0</c:v>
                </c:pt>
                <c:pt idx="3436">
                  <c:v>0</c:v>
                </c:pt>
                <c:pt idx="3437">
                  <c:v>0</c:v>
                </c:pt>
                <c:pt idx="3438">
                  <c:v>0</c:v>
                </c:pt>
                <c:pt idx="3439">
                  <c:v>0</c:v>
                </c:pt>
                <c:pt idx="3440">
                  <c:v>0</c:v>
                </c:pt>
                <c:pt idx="3441">
                  <c:v>0</c:v>
                </c:pt>
                <c:pt idx="3442">
                  <c:v>0</c:v>
                </c:pt>
                <c:pt idx="3443">
                  <c:v>0</c:v>
                </c:pt>
                <c:pt idx="3444">
                  <c:v>0</c:v>
                </c:pt>
                <c:pt idx="3445">
                  <c:v>0</c:v>
                </c:pt>
                <c:pt idx="3446">
                  <c:v>0</c:v>
                </c:pt>
                <c:pt idx="3447">
                  <c:v>0</c:v>
                </c:pt>
                <c:pt idx="3448">
                  <c:v>0</c:v>
                </c:pt>
                <c:pt idx="3449">
                  <c:v>0</c:v>
                </c:pt>
                <c:pt idx="3450">
                  <c:v>0</c:v>
                </c:pt>
                <c:pt idx="3451">
                  <c:v>0</c:v>
                </c:pt>
                <c:pt idx="3452">
                  <c:v>0</c:v>
                </c:pt>
                <c:pt idx="3453">
                  <c:v>0</c:v>
                </c:pt>
                <c:pt idx="3454">
                  <c:v>0</c:v>
                </c:pt>
                <c:pt idx="3455">
                  <c:v>0</c:v>
                </c:pt>
                <c:pt idx="3456">
                  <c:v>0</c:v>
                </c:pt>
                <c:pt idx="3457">
                  <c:v>0</c:v>
                </c:pt>
                <c:pt idx="3458">
                  <c:v>0</c:v>
                </c:pt>
                <c:pt idx="3459">
                  <c:v>0</c:v>
                </c:pt>
                <c:pt idx="3460">
                  <c:v>0</c:v>
                </c:pt>
                <c:pt idx="3461">
                  <c:v>0</c:v>
                </c:pt>
                <c:pt idx="3462">
                  <c:v>0</c:v>
                </c:pt>
                <c:pt idx="3463">
                  <c:v>0</c:v>
                </c:pt>
                <c:pt idx="3464">
                  <c:v>0</c:v>
                </c:pt>
                <c:pt idx="3465">
                  <c:v>0</c:v>
                </c:pt>
                <c:pt idx="3466">
                  <c:v>0</c:v>
                </c:pt>
                <c:pt idx="3467">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0</c:v>
                </c:pt>
                <c:pt idx="3485">
                  <c:v>0</c:v>
                </c:pt>
                <c:pt idx="3486">
                  <c:v>0</c:v>
                </c:pt>
                <c:pt idx="3487">
                  <c:v>0</c:v>
                </c:pt>
                <c:pt idx="3488">
                  <c:v>0</c:v>
                </c:pt>
                <c:pt idx="3489">
                  <c:v>0</c:v>
                </c:pt>
                <c:pt idx="3490">
                  <c:v>0</c:v>
                </c:pt>
                <c:pt idx="3491">
                  <c:v>0</c:v>
                </c:pt>
                <c:pt idx="3492">
                  <c:v>0</c:v>
                </c:pt>
                <c:pt idx="3493">
                  <c:v>0</c:v>
                </c:pt>
                <c:pt idx="3494">
                  <c:v>0</c:v>
                </c:pt>
                <c:pt idx="3495">
                  <c:v>0</c:v>
                </c:pt>
                <c:pt idx="3496">
                  <c:v>0</c:v>
                </c:pt>
                <c:pt idx="3497">
                  <c:v>0</c:v>
                </c:pt>
                <c:pt idx="3498">
                  <c:v>0</c:v>
                </c:pt>
                <c:pt idx="3499">
                  <c:v>0</c:v>
                </c:pt>
                <c:pt idx="3500">
                  <c:v>0</c:v>
                </c:pt>
                <c:pt idx="3501">
                  <c:v>0</c:v>
                </c:pt>
                <c:pt idx="3502">
                  <c:v>0</c:v>
                </c:pt>
                <c:pt idx="3503">
                  <c:v>0</c:v>
                </c:pt>
                <c:pt idx="3504">
                  <c:v>0</c:v>
                </c:pt>
                <c:pt idx="3505">
                  <c:v>0</c:v>
                </c:pt>
                <c:pt idx="3506">
                  <c:v>0</c:v>
                </c:pt>
                <c:pt idx="3507">
                  <c:v>0</c:v>
                </c:pt>
                <c:pt idx="3508">
                  <c:v>0</c:v>
                </c:pt>
                <c:pt idx="3509">
                  <c:v>0</c:v>
                </c:pt>
                <c:pt idx="3510">
                  <c:v>0</c:v>
                </c:pt>
                <c:pt idx="3511">
                  <c:v>0</c:v>
                </c:pt>
                <c:pt idx="3512">
                  <c:v>0</c:v>
                </c:pt>
                <c:pt idx="3513">
                  <c:v>0</c:v>
                </c:pt>
                <c:pt idx="3514">
                  <c:v>0</c:v>
                </c:pt>
                <c:pt idx="3515">
                  <c:v>0</c:v>
                </c:pt>
                <c:pt idx="3516">
                  <c:v>0</c:v>
                </c:pt>
                <c:pt idx="3517">
                  <c:v>0</c:v>
                </c:pt>
                <c:pt idx="3518">
                  <c:v>0</c:v>
                </c:pt>
                <c:pt idx="3519">
                  <c:v>0</c:v>
                </c:pt>
                <c:pt idx="3520">
                  <c:v>0</c:v>
                </c:pt>
                <c:pt idx="3521">
                  <c:v>0</c:v>
                </c:pt>
                <c:pt idx="3522">
                  <c:v>0</c:v>
                </c:pt>
                <c:pt idx="3523">
                  <c:v>0</c:v>
                </c:pt>
                <c:pt idx="3524">
                  <c:v>0</c:v>
                </c:pt>
                <c:pt idx="3525">
                  <c:v>0</c:v>
                </c:pt>
                <c:pt idx="3526">
                  <c:v>0</c:v>
                </c:pt>
                <c:pt idx="3527">
                  <c:v>0</c:v>
                </c:pt>
                <c:pt idx="3528">
                  <c:v>0</c:v>
                </c:pt>
                <c:pt idx="3529">
                  <c:v>0</c:v>
                </c:pt>
                <c:pt idx="3530">
                  <c:v>0</c:v>
                </c:pt>
                <c:pt idx="3531">
                  <c:v>0</c:v>
                </c:pt>
                <c:pt idx="3532">
                  <c:v>0</c:v>
                </c:pt>
                <c:pt idx="3533">
                  <c:v>0</c:v>
                </c:pt>
                <c:pt idx="3534">
                  <c:v>0</c:v>
                </c:pt>
                <c:pt idx="3535">
                  <c:v>0</c:v>
                </c:pt>
                <c:pt idx="3536">
                  <c:v>0</c:v>
                </c:pt>
                <c:pt idx="3537">
                  <c:v>0</c:v>
                </c:pt>
                <c:pt idx="3538">
                  <c:v>0</c:v>
                </c:pt>
                <c:pt idx="3539">
                  <c:v>0</c:v>
                </c:pt>
                <c:pt idx="3540">
                  <c:v>0</c:v>
                </c:pt>
                <c:pt idx="3541">
                  <c:v>0</c:v>
                </c:pt>
                <c:pt idx="3542">
                  <c:v>0</c:v>
                </c:pt>
                <c:pt idx="3543">
                  <c:v>0</c:v>
                </c:pt>
                <c:pt idx="3544">
                  <c:v>0</c:v>
                </c:pt>
                <c:pt idx="3545">
                  <c:v>0</c:v>
                </c:pt>
                <c:pt idx="3546">
                  <c:v>0</c:v>
                </c:pt>
                <c:pt idx="3547">
                  <c:v>0</c:v>
                </c:pt>
                <c:pt idx="3548">
                  <c:v>0</c:v>
                </c:pt>
                <c:pt idx="3549">
                  <c:v>0</c:v>
                </c:pt>
                <c:pt idx="3550">
                  <c:v>0</c:v>
                </c:pt>
                <c:pt idx="3551">
                  <c:v>0</c:v>
                </c:pt>
                <c:pt idx="3552">
                  <c:v>0</c:v>
                </c:pt>
                <c:pt idx="3553">
                  <c:v>0</c:v>
                </c:pt>
                <c:pt idx="3554">
                  <c:v>0</c:v>
                </c:pt>
                <c:pt idx="3555">
                  <c:v>0</c:v>
                </c:pt>
                <c:pt idx="3556">
                  <c:v>0</c:v>
                </c:pt>
                <c:pt idx="3557">
                  <c:v>0</c:v>
                </c:pt>
                <c:pt idx="3558">
                  <c:v>0</c:v>
                </c:pt>
                <c:pt idx="3559">
                  <c:v>0</c:v>
                </c:pt>
                <c:pt idx="3560">
                  <c:v>0</c:v>
                </c:pt>
                <c:pt idx="3561">
                  <c:v>0</c:v>
                </c:pt>
                <c:pt idx="3562">
                  <c:v>0</c:v>
                </c:pt>
                <c:pt idx="3563">
                  <c:v>0</c:v>
                </c:pt>
                <c:pt idx="3564">
                  <c:v>0</c:v>
                </c:pt>
                <c:pt idx="3565">
                  <c:v>0</c:v>
                </c:pt>
                <c:pt idx="3566">
                  <c:v>0</c:v>
                </c:pt>
                <c:pt idx="3567">
                  <c:v>0</c:v>
                </c:pt>
                <c:pt idx="3568">
                  <c:v>0</c:v>
                </c:pt>
                <c:pt idx="3569">
                  <c:v>0</c:v>
                </c:pt>
                <c:pt idx="3570">
                  <c:v>0</c:v>
                </c:pt>
                <c:pt idx="3571">
                  <c:v>0</c:v>
                </c:pt>
                <c:pt idx="3572">
                  <c:v>0</c:v>
                </c:pt>
                <c:pt idx="3573">
                  <c:v>0</c:v>
                </c:pt>
                <c:pt idx="3574">
                  <c:v>0</c:v>
                </c:pt>
                <c:pt idx="3575">
                  <c:v>0</c:v>
                </c:pt>
                <c:pt idx="3576">
                  <c:v>0</c:v>
                </c:pt>
                <c:pt idx="3577">
                  <c:v>0</c:v>
                </c:pt>
                <c:pt idx="3578">
                  <c:v>0</c:v>
                </c:pt>
                <c:pt idx="3579">
                  <c:v>0</c:v>
                </c:pt>
                <c:pt idx="3580">
                  <c:v>0</c:v>
                </c:pt>
                <c:pt idx="3581">
                  <c:v>0</c:v>
                </c:pt>
                <c:pt idx="3582">
                  <c:v>0</c:v>
                </c:pt>
                <c:pt idx="3583">
                  <c:v>0</c:v>
                </c:pt>
                <c:pt idx="3584">
                  <c:v>0</c:v>
                </c:pt>
                <c:pt idx="3585">
                  <c:v>0</c:v>
                </c:pt>
                <c:pt idx="3586">
                  <c:v>0</c:v>
                </c:pt>
                <c:pt idx="3587">
                  <c:v>0</c:v>
                </c:pt>
                <c:pt idx="3588">
                  <c:v>0</c:v>
                </c:pt>
                <c:pt idx="3589">
                  <c:v>0</c:v>
                </c:pt>
                <c:pt idx="3590">
                  <c:v>0</c:v>
                </c:pt>
                <c:pt idx="3591">
                  <c:v>0</c:v>
                </c:pt>
                <c:pt idx="3592">
                  <c:v>0</c:v>
                </c:pt>
                <c:pt idx="3593">
                  <c:v>0</c:v>
                </c:pt>
                <c:pt idx="3594">
                  <c:v>0</c:v>
                </c:pt>
                <c:pt idx="3595">
                  <c:v>0</c:v>
                </c:pt>
                <c:pt idx="3596">
                  <c:v>0</c:v>
                </c:pt>
                <c:pt idx="3597">
                  <c:v>0</c:v>
                </c:pt>
                <c:pt idx="3598">
                  <c:v>0</c:v>
                </c:pt>
                <c:pt idx="3599">
                  <c:v>0</c:v>
                </c:pt>
                <c:pt idx="3600">
                  <c:v>0</c:v>
                </c:pt>
                <c:pt idx="3601">
                  <c:v>0</c:v>
                </c:pt>
                <c:pt idx="3602">
                  <c:v>0</c:v>
                </c:pt>
                <c:pt idx="3603">
                  <c:v>0</c:v>
                </c:pt>
                <c:pt idx="3604">
                  <c:v>0</c:v>
                </c:pt>
                <c:pt idx="3605">
                  <c:v>0</c:v>
                </c:pt>
                <c:pt idx="3606">
                  <c:v>0</c:v>
                </c:pt>
                <c:pt idx="3607">
                  <c:v>0</c:v>
                </c:pt>
                <c:pt idx="3608">
                  <c:v>0</c:v>
                </c:pt>
                <c:pt idx="3609">
                  <c:v>0</c:v>
                </c:pt>
                <c:pt idx="3610">
                  <c:v>0</c:v>
                </c:pt>
                <c:pt idx="3611">
                  <c:v>0</c:v>
                </c:pt>
                <c:pt idx="3612">
                  <c:v>0</c:v>
                </c:pt>
                <c:pt idx="3613">
                  <c:v>0</c:v>
                </c:pt>
                <c:pt idx="3614">
                  <c:v>0</c:v>
                </c:pt>
                <c:pt idx="3615">
                  <c:v>0</c:v>
                </c:pt>
                <c:pt idx="3616">
                  <c:v>0</c:v>
                </c:pt>
                <c:pt idx="3617">
                  <c:v>0</c:v>
                </c:pt>
                <c:pt idx="3618">
                  <c:v>0</c:v>
                </c:pt>
                <c:pt idx="3619">
                  <c:v>0</c:v>
                </c:pt>
                <c:pt idx="3620">
                  <c:v>0</c:v>
                </c:pt>
                <c:pt idx="3621">
                  <c:v>0</c:v>
                </c:pt>
                <c:pt idx="3622">
                  <c:v>0</c:v>
                </c:pt>
                <c:pt idx="3623">
                  <c:v>0</c:v>
                </c:pt>
                <c:pt idx="3624">
                  <c:v>0</c:v>
                </c:pt>
                <c:pt idx="3625">
                  <c:v>0</c:v>
                </c:pt>
                <c:pt idx="3626">
                  <c:v>0</c:v>
                </c:pt>
                <c:pt idx="3627">
                  <c:v>0</c:v>
                </c:pt>
                <c:pt idx="3628">
                  <c:v>0</c:v>
                </c:pt>
                <c:pt idx="3629">
                  <c:v>0</c:v>
                </c:pt>
                <c:pt idx="3630">
                  <c:v>0</c:v>
                </c:pt>
                <c:pt idx="3631">
                  <c:v>0</c:v>
                </c:pt>
                <c:pt idx="3632">
                  <c:v>0</c:v>
                </c:pt>
                <c:pt idx="3633">
                  <c:v>0</c:v>
                </c:pt>
                <c:pt idx="3634">
                  <c:v>0</c:v>
                </c:pt>
                <c:pt idx="3635">
                  <c:v>0</c:v>
                </c:pt>
                <c:pt idx="3636">
                  <c:v>0</c:v>
                </c:pt>
                <c:pt idx="3637">
                  <c:v>0</c:v>
                </c:pt>
                <c:pt idx="3638">
                  <c:v>0</c:v>
                </c:pt>
                <c:pt idx="3639">
                  <c:v>0</c:v>
                </c:pt>
                <c:pt idx="3640">
                  <c:v>0</c:v>
                </c:pt>
                <c:pt idx="3641">
                  <c:v>0</c:v>
                </c:pt>
                <c:pt idx="3642">
                  <c:v>0</c:v>
                </c:pt>
                <c:pt idx="3643">
                  <c:v>0</c:v>
                </c:pt>
                <c:pt idx="3644">
                  <c:v>0</c:v>
                </c:pt>
                <c:pt idx="3645">
                  <c:v>0</c:v>
                </c:pt>
                <c:pt idx="3646">
                  <c:v>0</c:v>
                </c:pt>
                <c:pt idx="3647">
                  <c:v>0</c:v>
                </c:pt>
                <c:pt idx="3648">
                  <c:v>0</c:v>
                </c:pt>
                <c:pt idx="3649">
                  <c:v>0</c:v>
                </c:pt>
                <c:pt idx="3650">
                  <c:v>0</c:v>
                </c:pt>
                <c:pt idx="3651">
                  <c:v>0</c:v>
                </c:pt>
                <c:pt idx="3652">
                  <c:v>0</c:v>
                </c:pt>
                <c:pt idx="3653">
                  <c:v>0</c:v>
                </c:pt>
                <c:pt idx="3654">
                  <c:v>0</c:v>
                </c:pt>
                <c:pt idx="3655">
                  <c:v>0</c:v>
                </c:pt>
                <c:pt idx="3656">
                  <c:v>0</c:v>
                </c:pt>
                <c:pt idx="3657">
                  <c:v>0</c:v>
                </c:pt>
                <c:pt idx="3658">
                  <c:v>0</c:v>
                </c:pt>
                <c:pt idx="3659">
                  <c:v>0</c:v>
                </c:pt>
                <c:pt idx="3660">
                  <c:v>0</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c:v>
                </c:pt>
                <c:pt idx="3675">
                  <c:v>0</c:v>
                </c:pt>
                <c:pt idx="3676">
                  <c:v>0</c:v>
                </c:pt>
                <c:pt idx="3677">
                  <c:v>0</c:v>
                </c:pt>
                <c:pt idx="3678">
                  <c:v>0</c:v>
                </c:pt>
                <c:pt idx="3679">
                  <c:v>0</c:v>
                </c:pt>
                <c:pt idx="3680">
                  <c:v>0</c:v>
                </c:pt>
                <c:pt idx="3681">
                  <c:v>0</c:v>
                </c:pt>
                <c:pt idx="3682">
                  <c:v>0</c:v>
                </c:pt>
                <c:pt idx="3683">
                  <c:v>0</c:v>
                </c:pt>
                <c:pt idx="3684">
                  <c:v>0</c:v>
                </c:pt>
                <c:pt idx="3685">
                  <c:v>0</c:v>
                </c:pt>
                <c:pt idx="3686">
                  <c:v>0</c:v>
                </c:pt>
                <c:pt idx="3687">
                  <c:v>0</c:v>
                </c:pt>
                <c:pt idx="3688">
                  <c:v>0</c:v>
                </c:pt>
                <c:pt idx="3689">
                  <c:v>0</c:v>
                </c:pt>
                <c:pt idx="3690">
                  <c:v>0</c:v>
                </c:pt>
                <c:pt idx="3691">
                  <c:v>0</c:v>
                </c:pt>
                <c:pt idx="3692">
                  <c:v>0</c:v>
                </c:pt>
                <c:pt idx="3693">
                  <c:v>0</c:v>
                </c:pt>
                <c:pt idx="3694">
                  <c:v>0</c:v>
                </c:pt>
                <c:pt idx="3695">
                  <c:v>0</c:v>
                </c:pt>
                <c:pt idx="3696">
                  <c:v>0</c:v>
                </c:pt>
                <c:pt idx="3697">
                  <c:v>0</c:v>
                </c:pt>
                <c:pt idx="3698">
                  <c:v>0</c:v>
                </c:pt>
                <c:pt idx="3699">
                  <c:v>0</c:v>
                </c:pt>
                <c:pt idx="3700">
                  <c:v>0</c:v>
                </c:pt>
                <c:pt idx="3701">
                  <c:v>0</c:v>
                </c:pt>
                <c:pt idx="3702">
                  <c:v>0</c:v>
                </c:pt>
                <c:pt idx="3703">
                  <c:v>0</c:v>
                </c:pt>
                <c:pt idx="3704">
                  <c:v>0</c:v>
                </c:pt>
                <c:pt idx="3705">
                  <c:v>0</c:v>
                </c:pt>
                <c:pt idx="3706">
                  <c:v>0</c:v>
                </c:pt>
                <c:pt idx="3707">
                  <c:v>0</c:v>
                </c:pt>
                <c:pt idx="3708">
                  <c:v>0</c:v>
                </c:pt>
                <c:pt idx="3709">
                  <c:v>0</c:v>
                </c:pt>
                <c:pt idx="3710">
                  <c:v>0</c:v>
                </c:pt>
                <c:pt idx="3711">
                  <c:v>0</c:v>
                </c:pt>
                <c:pt idx="3712">
                  <c:v>0</c:v>
                </c:pt>
                <c:pt idx="3713">
                  <c:v>0</c:v>
                </c:pt>
                <c:pt idx="3714">
                  <c:v>0</c:v>
                </c:pt>
                <c:pt idx="3715">
                  <c:v>0</c:v>
                </c:pt>
                <c:pt idx="3716">
                  <c:v>0</c:v>
                </c:pt>
                <c:pt idx="3717">
                  <c:v>0</c:v>
                </c:pt>
                <c:pt idx="3718">
                  <c:v>0</c:v>
                </c:pt>
                <c:pt idx="3719">
                  <c:v>0</c:v>
                </c:pt>
                <c:pt idx="3720">
                  <c:v>0</c:v>
                </c:pt>
                <c:pt idx="3721">
                  <c:v>0</c:v>
                </c:pt>
                <c:pt idx="3722">
                  <c:v>0</c:v>
                </c:pt>
                <c:pt idx="3723">
                  <c:v>0</c:v>
                </c:pt>
                <c:pt idx="3724">
                  <c:v>0</c:v>
                </c:pt>
                <c:pt idx="3725">
                  <c:v>0</c:v>
                </c:pt>
                <c:pt idx="3726">
                  <c:v>0</c:v>
                </c:pt>
                <c:pt idx="3727">
                  <c:v>0</c:v>
                </c:pt>
                <c:pt idx="3728">
                  <c:v>0</c:v>
                </c:pt>
                <c:pt idx="3729">
                  <c:v>0</c:v>
                </c:pt>
                <c:pt idx="3730">
                  <c:v>0</c:v>
                </c:pt>
                <c:pt idx="3731">
                  <c:v>0</c:v>
                </c:pt>
                <c:pt idx="3732">
                  <c:v>0</c:v>
                </c:pt>
                <c:pt idx="3733">
                  <c:v>0</c:v>
                </c:pt>
                <c:pt idx="3734">
                  <c:v>0</c:v>
                </c:pt>
                <c:pt idx="3735">
                  <c:v>0</c:v>
                </c:pt>
                <c:pt idx="3736">
                  <c:v>0</c:v>
                </c:pt>
                <c:pt idx="3737">
                  <c:v>0</c:v>
                </c:pt>
                <c:pt idx="3738">
                  <c:v>0</c:v>
                </c:pt>
                <c:pt idx="3739">
                  <c:v>0</c:v>
                </c:pt>
                <c:pt idx="3740">
                  <c:v>0</c:v>
                </c:pt>
                <c:pt idx="3741">
                  <c:v>0</c:v>
                </c:pt>
                <c:pt idx="3742">
                  <c:v>0</c:v>
                </c:pt>
                <c:pt idx="3743">
                  <c:v>0</c:v>
                </c:pt>
                <c:pt idx="3744">
                  <c:v>0</c:v>
                </c:pt>
                <c:pt idx="3745">
                  <c:v>0</c:v>
                </c:pt>
                <c:pt idx="3746">
                  <c:v>0</c:v>
                </c:pt>
                <c:pt idx="3747">
                  <c:v>0</c:v>
                </c:pt>
                <c:pt idx="3748">
                  <c:v>0</c:v>
                </c:pt>
                <c:pt idx="3749">
                  <c:v>0</c:v>
                </c:pt>
                <c:pt idx="3750">
                  <c:v>0</c:v>
                </c:pt>
                <c:pt idx="3751">
                  <c:v>0</c:v>
                </c:pt>
                <c:pt idx="3752">
                  <c:v>0</c:v>
                </c:pt>
                <c:pt idx="3753">
                  <c:v>0</c:v>
                </c:pt>
                <c:pt idx="3754">
                  <c:v>0</c:v>
                </c:pt>
                <c:pt idx="3755">
                  <c:v>0</c:v>
                </c:pt>
                <c:pt idx="3756">
                  <c:v>0</c:v>
                </c:pt>
                <c:pt idx="3757">
                  <c:v>0</c:v>
                </c:pt>
                <c:pt idx="3758">
                  <c:v>0</c:v>
                </c:pt>
                <c:pt idx="3759">
                  <c:v>0</c:v>
                </c:pt>
                <c:pt idx="3760">
                  <c:v>0</c:v>
                </c:pt>
                <c:pt idx="3761">
                  <c:v>0</c:v>
                </c:pt>
                <c:pt idx="3762">
                  <c:v>0</c:v>
                </c:pt>
                <c:pt idx="3763">
                  <c:v>-0.1</c:v>
                </c:pt>
                <c:pt idx="3764">
                  <c:v>-0.1</c:v>
                </c:pt>
                <c:pt idx="3765">
                  <c:v>-0.1</c:v>
                </c:pt>
                <c:pt idx="3766">
                  <c:v>-0.1</c:v>
                </c:pt>
                <c:pt idx="3767">
                  <c:v>-0.1</c:v>
                </c:pt>
                <c:pt idx="3768">
                  <c:v>-0.1</c:v>
                </c:pt>
                <c:pt idx="3769">
                  <c:v>-0.1</c:v>
                </c:pt>
                <c:pt idx="3770">
                  <c:v>-0.1</c:v>
                </c:pt>
                <c:pt idx="3771">
                  <c:v>-0.1</c:v>
                </c:pt>
                <c:pt idx="3772">
                  <c:v>-0.1</c:v>
                </c:pt>
                <c:pt idx="3773">
                  <c:v>-0.1</c:v>
                </c:pt>
                <c:pt idx="3774">
                  <c:v>-0.1</c:v>
                </c:pt>
                <c:pt idx="3775">
                  <c:v>-0.1</c:v>
                </c:pt>
                <c:pt idx="3776">
                  <c:v>-0.1</c:v>
                </c:pt>
                <c:pt idx="3777">
                  <c:v>-0.1</c:v>
                </c:pt>
                <c:pt idx="3778">
                  <c:v>-0.1</c:v>
                </c:pt>
                <c:pt idx="3779">
                  <c:v>-0.1</c:v>
                </c:pt>
                <c:pt idx="3780">
                  <c:v>-0.1</c:v>
                </c:pt>
                <c:pt idx="3781">
                  <c:v>-0.1</c:v>
                </c:pt>
                <c:pt idx="3782">
                  <c:v>-0.1</c:v>
                </c:pt>
                <c:pt idx="3783">
                  <c:v>-0.1</c:v>
                </c:pt>
                <c:pt idx="3784">
                  <c:v>-0.1</c:v>
                </c:pt>
                <c:pt idx="3785">
                  <c:v>-0.1</c:v>
                </c:pt>
                <c:pt idx="3786">
                  <c:v>-0.1</c:v>
                </c:pt>
                <c:pt idx="3787">
                  <c:v>-0.1</c:v>
                </c:pt>
                <c:pt idx="3788">
                  <c:v>-0.1</c:v>
                </c:pt>
                <c:pt idx="3789">
                  <c:v>-0.1</c:v>
                </c:pt>
                <c:pt idx="3790">
                  <c:v>-0.1</c:v>
                </c:pt>
                <c:pt idx="3791">
                  <c:v>-0.1</c:v>
                </c:pt>
                <c:pt idx="3792">
                  <c:v>-0.1</c:v>
                </c:pt>
                <c:pt idx="3793">
                  <c:v>-0.1</c:v>
                </c:pt>
                <c:pt idx="3794">
                  <c:v>-0.1</c:v>
                </c:pt>
                <c:pt idx="3795">
                  <c:v>-0.1</c:v>
                </c:pt>
                <c:pt idx="3796">
                  <c:v>-0.1</c:v>
                </c:pt>
                <c:pt idx="3797">
                  <c:v>-0.1</c:v>
                </c:pt>
                <c:pt idx="3798">
                  <c:v>-0.1</c:v>
                </c:pt>
                <c:pt idx="3799">
                  <c:v>-0.1</c:v>
                </c:pt>
                <c:pt idx="3800">
                  <c:v>-0.1</c:v>
                </c:pt>
                <c:pt idx="3801">
                  <c:v>-0.1</c:v>
                </c:pt>
                <c:pt idx="3802">
                  <c:v>-0.1</c:v>
                </c:pt>
                <c:pt idx="3803">
                  <c:v>-0.1</c:v>
                </c:pt>
                <c:pt idx="3804">
                  <c:v>-0.1</c:v>
                </c:pt>
                <c:pt idx="3805">
                  <c:v>-0.1</c:v>
                </c:pt>
                <c:pt idx="3806">
                  <c:v>-0.1</c:v>
                </c:pt>
                <c:pt idx="3807">
                  <c:v>-0.1</c:v>
                </c:pt>
                <c:pt idx="3808">
                  <c:v>-0.1</c:v>
                </c:pt>
                <c:pt idx="3809">
                  <c:v>-0.1</c:v>
                </c:pt>
                <c:pt idx="3810">
                  <c:v>-0.1</c:v>
                </c:pt>
                <c:pt idx="3811">
                  <c:v>-0.1</c:v>
                </c:pt>
                <c:pt idx="3812">
                  <c:v>-0.1</c:v>
                </c:pt>
                <c:pt idx="3813">
                  <c:v>-0.1</c:v>
                </c:pt>
                <c:pt idx="3814">
                  <c:v>-0.1</c:v>
                </c:pt>
                <c:pt idx="3815">
                  <c:v>-0.1</c:v>
                </c:pt>
                <c:pt idx="3816">
                  <c:v>-0.1</c:v>
                </c:pt>
                <c:pt idx="3817">
                  <c:v>-0.1</c:v>
                </c:pt>
                <c:pt idx="3818">
                  <c:v>-0.1</c:v>
                </c:pt>
                <c:pt idx="3819">
                  <c:v>-0.1</c:v>
                </c:pt>
                <c:pt idx="3820">
                  <c:v>-0.1</c:v>
                </c:pt>
                <c:pt idx="3821">
                  <c:v>-0.1</c:v>
                </c:pt>
                <c:pt idx="3822">
                  <c:v>-0.1</c:v>
                </c:pt>
                <c:pt idx="3823">
                  <c:v>-0.1</c:v>
                </c:pt>
                <c:pt idx="3824">
                  <c:v>-0.1</c:v>
                </c:pt>
                <c:pt idx="3825">
                  <c:v>-0.1</c:v>
                </c:pt>
                <c:pt idx="3826">
                  <c:v>-0.1</c:v>
                </c:pt>
                <c:pt idx="3827">
                  <c:v>-0.1</c:v>
                </c:pt>
                <c:pt idx="3828">
                  <c:v>-0.2</c:v>
                </c:pt>
                <c:pt idx="3829">
                  <c:v>-0.2</c:v>
                </c:pt>
                <c:pt idx="3830">
                  <c:v>-0.2</c:v>
                </c:pt>
                <c:pt idx="3831">
                  <c:v>-0.2</c:v>
                </c:pt>
                <c:pt idx="3832">
                  <c:v>-0.2</c:v>
                </c:pt>
                <c:pt idx="3833">
                  <c:v>-0.2</c:v>
                </c:pt>
                <c:pt idx="3834">
                  <c:v>-0.2</c:v>
                </c:pt>
                <c:pt idx="3835">
                  <c:v>-0.2</c:v>
                </c:pt>
                <c:pt idx="3836">
                  <c:v>-0.2</c:v>
                </c:pt>
                <c:pt idx="3837">
                  <c:v>-0.2</c:v>
                </c:pt>
                <c:pt idx="3838">
                  <c:v>-0.2</c:v>
                </c:pt>
                <c:pt idx="3839">
                  <c:v>-0.2</c:v>
                </c:pt>
                <c:pt idx="3840">
                  <c:v>-0.2</c:v>
                </c:pt>
                <c:pt idx="3841">
                  <c:v>-0.2</c:v>
                </c:pt>
                <c:pt idx="3842">
                  <c:v>-0.2</c:v>
                </c:pt>
                <c:pt idx="3843">
                  <c:v>-0.2</c:v>
                </c:pt>
                <c:pt idx="3844">
                  <c:v>-0.2</c:v>
                </c:pt>
                <c:pt idx="3845">
                  <c:v>-0.2</c:v>
                </c:pt>
                <c:pt idx="3846">
                  <c:v>-0.2</c:v>
                </c:pt>
                <c:pt idx="3847">
                  <c:v>-0.2</c:v>
                </c:pt>
                <c:pt idx="3848">
                  <c:v>-0.2</c:v>
                </c:pt>
                <c:pt idx="3849">
                  <c:v>-0.2</c:v>
                </c:pt>
                <c:pt idx="3850">
                  <c:v>-0.2</c:v>
                </c:pt>
                <c:pt idx="3851">
                  <c:v>-0.2</c:v>
                </c:pt>
                <c:pt idx="3852">
                  <c:v>-0.2</c:v>
                </c:pt>
                <c:pt idx="3853">
                  <c:v>-0.2</c:v>
                </c:pt>
                <c:pt idx="3854">
                  <c:v>-0.2</c:v>
                </c:pt>
                <c:pt idx="3855">
                  <c:v>-0.2</c:v>
                </c:pt>
                <c:pt idx="3856">
                  <c:v>-0.2</c:v>
                </c:pt>
                <c:pt idx="3857">
                  <c:v>-0.2</c:v>
                </c:pt>
                <c:pt idx="3858">
                  <c:v>-0.2</c:v>
                </c:pt>
                <c:pt idx="3859">
                  <c:v>-0.2</c:v>
                </c:pt>
                <c:pt idx="3860">
                  <c:v>-0.2</c:v>
                </c:pt>
                <c:pt idx="3861">
                  <c:v>-0.2</c:v>
                </c:pt>
                <c:pt idx="3862">
                  <c:v>-0.2</c:v>
                </c:pt>
                <c:pt idx="3863">
                  <c:v>-0.2</c:v>
                </c:pt>
                <c:pt idx="3864">
                  <c:v>-0.2</c:v>
                </c:pt>
                <c:pt idx="3865">
                  <c:v>-0.2</c:v>
                </c:pt>
                <c:pt idx="3866">
                  <c:v>-0.2</c:v>
                </c:pt>
                <c:pt idx="3867">
                  <c:v>-0.2</c:v>
                </c:pt>
                <c:pt idx="3868">
                  <c:v>-0.2</c:v>
                </c:pt>
                <c:pt idx="3869">
                  <c:v>-0.2</c:v>
                </c:pt>
                <c:pt idx="3870">
                  <c:v>-0.2</c:v>
                </c:pt>
                <c:pt idx="3871">
                  <c:v>-0.2</c:v>
                </c:pt>
                <c:pt idx="3872">
                  <c:v>-0.2</c:v>
                </c:pt>
                <c:pt idx="3873">
                  <c:v>-0.2</c:v>
                </c:pt>
                <c:pt idx="3874">
                  <c:v>-0.2</c:v>
                </c:pt>
                <c:pt idx="3875">
                  <c:v>-0.2</c:v>
                </c:pt>
                <c:pt idx="3876">
                  <c:v>-0.2</c:v>
                </c:pt>
                <c:pt idx="3877">
                  <c:v>-0.2</c:v>
                </c:pt>
                <c:pt idx="3878">
                  <c:v>-0.2</c:v>
                </c:pt>
                <c:pt idx="3879">
                  <c:v>-0.2</c:v>
                </c:pt>
                <c:pt idx="3880">
                  <c:v>-0.2</c:v>
                </c:pt>
                <c:pt idx="3881">
                  <c:v>-0.2</c:v>
                </c:pt>
                <c:pt idx="3882">
                  <c:v>-0.2</c:v>
                </c:pt>
                <c:pt idx="3883">
                  <c:v>-0.2</c:v>
                </c:pt>
                <c:pt idx="3884">
                  <c:v>-0.2</c:v>
                </c:pt>
                <c:pt idx="3885">
                  <c:v>-0.2</c:v>
                </c:pt>
                <c:pt idx="3886">
                  <c:v>-0.2</c:v>
                </c:pt>
                <c:pt idx="3887">
                  <c:v>-0.2</c:v>
                </c:pt>
                <c:pt idx="3888">
                  <c:v>-0.2</c:v>
                </c:pt>
                <c:pt idx="3889">
                  <c:v>-0.2</c:v>
                </c:pt>
                <c:pt idx="3890">
                  <c:v>-0.2</c:v>
                </c:pt>
                <c:pt idx="3891">
                  <c:v>-0.2</c:v>
                </c:pt>
                <c:pt idx="3892">
                  <c:v>-0.2</c:v>
                </c:pt>
                <c:pt idx="3893">
                  <c:v>-0.2</c:v>
                </c:pt>
                <c:pt idx="3894">
                  <c:v>-0.2</c:v>
                </c:pt>
                <c:pt idx="3895">
                  <c:v>-0.2</c:v>
                </c:pt>
                <c:pt idx="3896">
                  <c:v>-0.2</c:v>
                </c:pt>
                <c:pt idx="3897">
                  <c:v>-0.2</c:v>
                </c:pt>
                <c:pt idx="3898">
                  <c:v>-0.2</c:v>
                </c:pt>
                <c:pt idx="3899">
                  <c:v>-0.2</c:v>
                </c:pt>
                <c:pt idx="3900">
                  <c:v>-0.2</c:v>
                </c:pt>
                <c:pt idx="3901">
                  <c:v>-0.2</c:v>
                </c:pt>
                <c:pt idx="3902">
                  <c:v>-0.2</c:v>
                </c:pt>
                <c:pt idx="3903">
                  <c:v>-0.2</c:v>
                </c:pt>
                <c:pt idx="3904">
                  <c:v>-0.2</c:v>
                </c:pt>
                <c:pt idx="3905">
                  <c:v>-0.2</c:v>
                </c:pt>
                <c:pt idx="3906">
                  <c:v>-0.2</c:v>
                </c:pt>
                <c:pt idx="3907">
                  <c:v>-0.2</c:v>
                </c:pt>
                <c:pt idx="3908">
                  <c:v>-0.2</c:v>
                </c:pt>
                <c:pt idx="3909">
                  <c:v>-0.2</c:v>
                </c:pt>
                <c:pt idx="3910">
                  <c:v>-0.2</c:v>
                </c:pt>
                <c:pt idx="3911">
                  <c:v>-0.2</c:v>
                </c:pt>
                <c:pt idx="3912">
                  <c:v>-0.2</c:v>
                </c:pt>
                <c:pt idx="3913">
                  <c:v>-0.2</c:v>
                </c:pt>
                <c:pt idx="3914">
                  <c:v>-0.2</c:v>
                </c:pt>
                <c:pt idx="3915">
                  <c:v>-0.2</c:v>
                </c:pt>
                <c:pt idx="3916">
                  <c:v>-0.2</c:v>
                </c:pt>
                <c:pt idx="3917">
                  <c:v>-0.2</c:v>
                </c:pt>
                <c:pt idx="3918">
                  <c:v>-0.2</c:v>
                </c:pt>
                <c:pt idx="3919">
                  <c:v>-0.2</c:v>
                </c:pt>
                <c:pt idx="3920">
                  <c:v>-0.2</c:v>
                </c:pt>
                <c:pt idx="3921">
                  <c:v>-0.2</c:v>
                </c:pt>
                <c:pt idx="3922">
                  <c:v>-0.2</c:v>
                </c:pt>
                <c:pt idx="3923">
                  <c:v>-0.2</c:v>
                </c:pt>
                <c:pt idx="3924">
                  <c:v>-0.2</c:v>
                </c:pt>
                <c:pt idx="3925">
                  <c:v>-0.2</c:v>
                </c:pt>
                <c:pt idx="3926">
                  <c:v>-0.2</c:v>
                </c:pt>
                <c:pt idx="3927">
                  <c:v>-0.2</c:v>
                </c:pt>
                <c:pt idx="3928">
                  <c:v>-0.2</c:v>
                </c:pt>
                <c:pt idx="3929">
                  <c:v>-0.2</c:v>
                </c:pt>
                <c:pt idx="3930">
                  <c:v>-0.2</c:v>
                </c:pt>
                <c:pt idx="3931">
                  <c:v>-0.2</c:v>
                </c:pt>
                <c:pt idx="3932">
                  <c:v>-0.2</c:v>
                </c:pt>
                <c:pt idx="3933">
                  <c:v>-0.2</c:v>
                </c:pt>
                <c:pt idx="3934">
                  <c:v>-0.2</c:v>
                </c:pt>
                <c:pt idx="3935">
                  <c:v>-0.2</c:v>
                </c:pt>
                <c:pt idx="3936">
                  <c:v>-0.2</c:v>
                </c:pt>
                <c:pt idx="3937">
                  <c:v>-0.2</c:v>
                </c:pt>
                <c:pt idx="3938">
                  <c:v>-0.2</c:v>
                </c:pt>
                <c:pt idx="3939">
                  <c:v>-0.2</c:v>
                </c:pt>
                <c:pt idx="3940">
                  <c:v>-0.2</c:v>
                </c:pt>
                <c:pt idx="3941">
                  <c:v>-0.2</c:v>
                </c:pt>
                <c:pt idx="3942">
                  <c:v>-0.2</c:v>
                </c:pt>
                <c:pt idx="3943">
                  <c:v>-0.2</c:v>
                </c:pt>
                <c:pt idx="3944">
                  <c:v>-0.2</c:v>
                </c:pt>
                <c:pt idx="3945">
                  <c:v>-0.2</c:v>
                </c:pt>
                <c:pt idx="3946">
                  <c:v>-0.2</c:v>
                </c:pt>
                <c:pt idx="3947">
                  <c:v>-0.2</c:v>
                </c:pt>
                <c:pt idx="3948">
                  <c:v>-0.2</c:v>
                </c:pt>
                <c:pt idx="3949">
                  <c:v>-0.2</c:v>
                </c:pt>
                <c:pt idx="3950">
                  <c:v>-0.2</c:v>
                </c:pt>
                <c:pt idx="3951">
                  <c:v>-0.2</c:v>
                </c:pt>
                <c:pt idx="3952">
                  <c:v>-0.2</c:v>
                </c:pt>
                <c:pt idx="3953">
                  <c:v>-0.2</c:v>
                </c:pt>
                <c:pt idx="3954">
                  <c:v>-0.2</c:v>
                </c:pt>
                <c:pt idx="3955">
                  <c:v>-0.2</c:v>
                </c:pt>
                <c:pt idx="3956">
                  <c:v>-0.2</c:v>
                </c:pt>
                <c:pt idx="3957">
                  <c:v>-0.2</c:v>
                </c:pt>
                <c:pt idx="3958">
                  <c:v>-0.2</c:v>
                </c:pt>
                <c:pt idx="3959">
                  <c:v>-0.2</c:v>
                </c:pt>
                <c:pt idx="3960">
                  <c:v>-0.2</c:v>
                </c:pt>
                <c:pt idx="3961">
                  <c:v>-0.2</c:v>
                </c:pt>
                <c:pt idx="3962">
                  <c:v>-0.2</c:v>
                </c:pt>
                <c:pt idx="3963">
                  <c:v>-0.2</c:v>
                </c:pt>
                <c:pt idx="3964">
                  <c:v>-0.2</c:v>
                </c:pt>
                <c:pt idx="3965">
                  <c:v>-0.2</c:v>
                </c:pt>
                <c:pt idx="3966">
                  <c:v>-0.2</c:v>
                </c:pt>
                <c:pt idx="3967">
                  <c:v>-0.2</c:v>
                </c:pt>
                <c:pt idx="3968">
                  <c:v>-0.2</c:v>
                </c:pt>
                <c:pt idx="3969">
                  <c:v>-0.2</c:v>
                </c:pt>
                <c:pt idx="3970">
                  <c:v>-0.2</c:v>
                </c:pt>
                <c:pt idx="3971">
                  <c:v>-0.2</c:v>
                </c:pt>
                <c:pt idx="3972">
                  <c:v>-0.2</c:v>
                </c:pt>
                <c:pt idx="3973">
                  <c:v>-0.2</c:v>
                </c:pt>
                <c:pt idx="3974">
                  <c:v>-0.2</c:v>
                </c:pt>
                <c:pt idx="3975">
                  <c:v>-0.2</c:v>
                </c:pt>
                <c:pt idx="3976">
                  <c:v>-0.2</c:v>
                </c:pt>
                <c:pt idx="3977">
                  <c:v>-0.2</c:v>
                </c:pt>
                <c:pt idx="3978">
                  <c:v>-0.2</c:v>
                </c:pt>
                <c:pt idx="3979">
                  <c:v>-0.2</c:v>
                </c:pt>
                <c:pt idx="3980">
                  <c:v>-0.2</c:v>
                </c:pt>
                <c:pt idx="3981">
                  <c:v>-0.2</c:v>
                </c:pt>
                <c:pt idx="3982">
                  <c:v>-0.2</c:v>
                </c:pt>
                <c:pt idx="3983">
                  <c:v>-0.2</c:v>
                </c:pt>
                <c:pt idx="3984">
                  <c:v>-0.2</c:v>
                </c:pt>
                <c:pt idx="3985">
                  <c:v>-0.2</c:v>
                </c:pt>
                <c:pt idx="3986">
                  <c:v>-0.2</c:v>
                </c:pt>
                <c:pt idx="3987">
                  <c:v>-0.2</c:v>
                </c:pt>
                <c:pt idx="3988">
                  <c:v>-0.2</c:v>
                </c:pt>
                <c:pt idx="3989">
                  <c:v>-0.2</c:v>
                </c:pt>
                <c:pt idx="3990">
                  <c:v>-0.2</c:v>
                </c:pt>
                <c:pt idx="3991">
                  <c:v>-0.2</c:v>
                </c:pt>
                <c:pt idx="3992">
                  <c:v>-0.2</c:v>
                </c:pt>
                <c:pt idx="3993">
                  <c:v>-0.2</c:v>
                </c:pt>
                <c:pt idx="3994">
                  <c:v>-0.2</c:v>
                </c:pt>
                <c:pt idx="3995">
                  <c:v>-0.2</c:v>
                </c:pt>
                <c:pt idx="3996">
                  <c:v>-0.2</c:v>
                </c:pt>
                <c:pt idx="3997">
                  <c:v>-0.2</c:v>
                </c:pt>
                <c:pt idx="3998">
                  <c:v>-0.2</c:v>
                </c:pt>
                <c:pt idx="3999">
                  <c:v>-0.2</c:v>
                </c:pt>
                <c:pt idx="4000">
                  <c:v>-0.2</c:v>
                </c:pt>
                <c:pt idx="4001">
                  <c:v>-0.2</c:v>
                </c:pt>
                <c:pt idx="4002">
                  <c:v>-0.2</c:v>
                </c:pt>
                <c:pt idx="4003">
                  <c:v>-0.2</c:v>
                </c:pt>
                <c:pt idx="4004">
                  <c:v>-0.2</c:v>
                </c:pt>
                <c:pt idx="4005">
                  <c:v>-0.2</c:v>
                </c:pt>
                <c:pt idx="4006">
                  <c:v>-0.2</c:v>
                </c:pt>
                <c:pt idx="4007">
                  <c:v>-0.2</c:v>
                </c:pt>
                <c:pt idx="4008">
                  <c:v>-0.2</c:v>
                </c:pt>
                <c:pt idx="4009">
                  <c:v>-0.2</c:v>
                </c:pt>
                <c:pt idx="4010">
                  <c:v>-0.2</c:v>
                </c:pt>
                <c:pt idx="4011">
                  <c:v>-0.2</c:v>
                </c:pt>
                <c:pt idx="4012">
                  <c:v>-0.2</c:v>
                </c:pt>
                <c:pt idx="4013">
                  <c:v>-0.2</c:v>
                </c:pt>
                <c:pt idx="4014">
                  <c:v>-0.2</c:v>
                </c:pt>
                <c:pt idx="4015">
                  <c:v>-0.2</c:v>
                </c:pt>
                <c:pt idx="4016">
                  <c:v>-0.2</c:v>
                </c:pt>
                <c:pt idx="4017">
                  <c:v>-0.2</c:v>
                </c:pt>
                <c:pt idx="4018">
                  <c:v>-0.2</c:v>
                </c:pt>
                <c:pt idx="4019">
                  <c:v>-0.2</c:v>
                </c:pt>
                <c:pt idx="4020">
                  <c:v>-0.2</c:v>
                </c:pt>
                <c:pt idx="4021">
                  <c:v>-0.2</c:v>
                </c:pt>
                <c:pt idx="4022">
                  <c:v>-0.2</c:v>
                </c:pt>
                <c:pt idx="4023">
                  <c:v>-0.2</c:v>
                </c:pt>
                <c:pt idx="4024">
                  <c:v>-0.2</c:v>
                </c:pt>
                <c:pt idx="4025">
                  <c:v>-0.2</c:v>
                </c:pt>
                <c:pt idx="4026">
                  <c:v>-0.2</c:v>
                </c:pt>
                <c:pt idx="4027">
                  <c:v>-0.2</c:v>
                </c:pt>
                <c:pt idx="4028">
                  <c:v>-0.2</c:v>
                </c:pt>
                <c:pt idx="4029">
                  <c:v>-0.2</c:v>
                </c:pt>
                <c:pt idx="4030">
                  <c:v>-0.2</c:v>
                </c:pt>
                <c:pt idx="4031">
                  <c:v>-0.2</c:v>
                </c:pt>
                <c:pt idx="4032">
                  <c:v>-0.2</c:v>
                </c:pt>
                <c:pt idx="4033">
                  <c:v>-0.2</c:v>
                </c:pt>
                <c:pt idx="4034">
                  <c:v>-0.2</c:v>
                </c:pt>
                <c:pt idx="4035">
                  <c:v>-0.2</c:v>
                </c:pt>
                <c:pt idx="4036">
                  <c:v>-0.2</c:v>
                </c:pt>
                <c:pt idx="4037">
                  <c:v>-0.2</c:v>
                </c:pt>
                <c:pt idx="4038">
                  <c:v>-0.2</c:v>
                </c:pt>
                <c:pt idx="4039">
                  <c:v>-0.2</c:v>
                </c:pt>
                <c:pt idx="4040">
                  <c:v>-0.2</c:v>
                </c:pt>
                <c:pt idx="4041">
                  <c:v>-0.2</c:v>
                </c:pt>
                <c:pt idx="4042">
                  <c:v>-0.2</c:v>
                </c:pt>
                <c:pt idx="4043">
                  <c:v>-0.2</c:v>
                </c:pt>
                <c:pt idx="4044">
                  <c:v>-0.2</c:v>
                </c:pt>
                <c:pt idx="4045">
                  <c:v>-0.2</c:v>
                </c:pt>
                <c:pt idx="4046">
                  <c:v>-0.2</c:v>
                </c:pt>
                <c:pt idx="4047">
                  <c:v>-0.2</c:v>
                </c:pt>
                <c:pt idx="4048">
                  <c:v>-0.2</c:v>
                </c:pt>
                <c:pt idx="4049">
                  <c:v>-0.2</c:v>
                </c:pt>
                <c:pt idx="4050">
                  <c:v>-0.2</c:v>
                </c:pt>
                <c:pt idx="4051">
                  <c:v>-0.2</c:v>
                </c:pt>
                <c:pt idx="4052">
                  <c:v>-0.2</c:v>
                </c:pt>
                <c:pt idx="4053">
                  <c:v>-0.2</c:v>
                </c:pt>
                <c:pt idx="4054">
                  <c:v>-0.2</c:v>
                </c:pt>
                <c:pt idx="4055">
                  <c:v>-0.2</c:v>
                </c:pt>
                <c:pt idx="4056">
                  <c:v>-0.2</c:v>
                </c:pt>
                <c:pt idx="4057">
                  <c:v>-0.2</c:v>
                </c:pt>
                <c:pt idx="4058">
                  <c:v>-0.2</c:v>
                </c:pt>
                <c:pt idx="4059">
                  <c:v>-0.2</c:v>
                </c:pt>
                <c:pt idx="4060">
                  <c:v>-0.2</c:v>
                </c:pt>
                <c:pt idx="4061">
                  <c:v>-0.2</c:v>
                </c:pt>
                <c:pt idx="4062">
                  <c:v>-0.2</c:v>
                </c:pt>
                <c:pt idx="4063">
                  <c:v>-0.2</c:v>
                </c:pt>
                <c:pt idx="4064">
                  <c:v>-0.2</c:v>
                </c:pt>
                <c:pt idx="4065">
                  <c:v>-0.2</c:v>
                </c:pt>
                <c:pt idx="4066">
                  <c:v>-0.2</c:v>
                </c:pt>
                <c:pt idx="4067">
                  <c:v>-0.2</c:v>
                </c:pt>
                <c:pt idx="4068">
                  <c:v>-0.2</c:v>
                </c:pt>
                <c:pt idx="4069">
                  <c:v>-0.2</c:v>
                </c:pt>
                <c:pt idx="4070">
                  <c:v>-0.2</c:v>
                </c:pt>
                <c:pt idx="4071">
                  <c:v>-0.2</c:v>
                </c:pt>
                <c:pt idx="4072">
                  <c:v>-0.2</c:v>
                </c:pt>
                <c:pt idx="4073">
                  <c:v>-0.2</c:v>
                </c:pt>
                <c:pt idx="4074">
                  <c:v>-0.2</c:v>
                </c:pt>
                <c:pt idx="4075">
                  <c:v>-0.2</c:v>
                </c:pt>
                <c:pt idx="4076">
                  <c:v>-0.2</c:v>
                </c:pt>
                <c:pt idx="4077">
                  <c:v>-0.2</c:v>
                </c:pt>
                <c:pt idx="4078">
                  <c:v>-0.2</c:v>
                </c:pt>
                <c:pt idx="4079">
                  <c:v>-0.2</c:v>
                </c:pt>
                <c:pt idx="4080">
                  <c:v>-0.2</c:v>
                </c:pt>
                <c:pt idx="4081">
                  <c:v>-0.2</c:v>
                </c:pt>
                <c:pt idx="4082">
                  <c:v>-0.2</c:v>
                </c:pt>
                <c:pt idx="4083">
                  <c:v>-0.2</c:v>
                </c:pt>
                <c:pt idx="4084">
                  <c:v>-0.2</c:v>
                </c:pt>
                <c:pt idx="4085">
                  <c:v>-0.2</c:v>
                </c:pt>
                <c:pt idx="4086">
                  <c:v>-0.2</c:v>
                </c:pt>
                <c:pt idx="4087">
                  <c:v>-0.2</c:v>
                </c:pt>
                <c:pt idx="4088">
                  <c:v>-0.2</c:v>
                </c:pt>
                <c:pt idx="4089">
                  <c:v>-0.2</c:v>
                </c:pt>
                <c:pt idx="4090">
                  <c:v>-0.2</c:v>
                </c:pt>
                <c:pt idx="4091">
                  <c:v>-0.2</c:v>
                </c:pt>
                <c:pt idx="4092">
                  <c:v>-0.2</c:v>
                </c:pt>
                <c:pt idx="4093">
                  <c:v>-0.2</c:v>
                </c:pt>
                <c:pt idx="4094">
                  <c:v>-0.2</c:v>
                </c:pt>
                <c:pt idx="4095">
                  <c:v>-0.2</c:v>
                </c:pt>
                <c:pt idx="4096">
                  <c:v>-0.2</c:v>
                </c:pt>
                <c:pt idx="4097">
                  <c:v>-0.2</c:v>
                </c:pt>
                <c:pt idx="4098">
                  <c:v>-0.2</c:v>
                </c:pt>
                <c:pt idx="4099">
                  <c:v>-0.2</c:v>
                </c:pt>
                <c:pt idx="4100">
                  <c:v>-0.2</c:v>
                </c:pt>
                <c:pt idx="4101">
                  <c:v>-0.2</c:v>
                </c:pt>
                <c:pt idx="4102">
                  <c:v>-0.2</c:v>
                </c:pt>
                <c:pt idx="4103">
                  <c:v>-0.2</c:v>
                </c:pt>
                <c:pt idx="4104">
                  <c:v>-0.2</c:v>
                </c:pt>
                <c:pt idx="4105">
                  <c:v>-0.2</c:v>
                </c:pt>
                <c:pt idx="4106">
                  <c:v>-0.2</c:v>
                </c:pt>
                <c:pt idx="4107">
                  <c:v>-0.2</c:v>
                </c:pt>
                <c:pt idx="4108">
                  <c:v>-0.2</c:v>
                </c:pt>
                <c:pt idx="4109">
                  <c:v>-0.2</c:v>
                </c:pt>
                <c:pt idx="4110">
                  <c:v>-0.2</c:v>
                </c:pt>
                <c:pt idx="4111">
                  <c:v>-0.2</c:v>
                </c:pt>
                <c:pt idx="4112">
                  <c:v>-0.2</c:v>
                </c:pt>
                <c:pt idx="4113">
                  <c:v>-0.2</c:v>
                </c:pt>
                <c:pt idx="4114">
                  <c:v>-0.2</c:v>
                </c:pt>
                <c:pt idx="4115">
                  <c:v>-0.2</c:v>
                </c:pt>
                <c:pt idx="4116">
                  <c:v>-0.2</c:v>
                </c:pt>
                <c:pt idx="4117">
                  <c:v>-0.2</c:v>
                </c:pt>
                <c:pt idx="4118">
                  <c:v>-0.2</c:v>
                </c:pt>
                <c:pt idx="4119">
                  <c:v>-0.2</c:v>
                </c:pt>
                <c:pt idx="4120">
                  <c:v>-0.2</c:v>
                </c:pt>
                <c:pt idx="4121">
                  <c:v>-0.2</c:v>
                </c:pt>
                <c:pt idx="4122">
                  <c:v>-0.2</c:v>
                </c:pt>
                <c:pt idx="4123">
                  <c:v>-0.2</c:v>
                </c:pt>
                <c:pt idx="4124">
                  <c:v>-0.2</c:v>
                </c:pt>
                <c:pt idx="4125">
                  <c:v>-0.2</c:v>
                </c:pt>
                <c:pt idx="4126">
                  <c:v>-0.2</c:v>
                </c:pt>
                <c:pt idx="4127">
                  <c:v>-0.2</c:v>
                </c:pt>
                <c:pt idx="4128">
                  <c:v>-0.2</c:v>
                </c:pt>
                <c:pt idx="4129">
                  <c:v>-0.2</c:v>
                </c:pt>
                <c:pt idx="4130">
                  <c:v>-0.2</c:v>
                </c:pt>
                <c:pt idx="4131">
                  <c:v>-0.2</c:v>
                </c:pt>
                <c:pt idx="4132">
                  <c:v>-0.2</c:v>
                </c:pt>
                <c:pt idx="4133">
                  <c:v>-0.2</c:v>
                </c:pt>
                <c:pt idx="4134">
                  <c:v>-0.2</c:v>
                </c:pt>
                <c:pt idx="4135">
                  <c:v>-0.2</c:v>
                </c:pt>
                <c:pt idx="4136">
                  <c:v>-0.2</c:v>
                </c:pt>
                <c:pt idx="4137">
                  <c:v>-0.2</c:v>
                </c:pt>
                <c:pt idx="4138">
                  <c:v>-0.2</c:v>
                </c:pt>
                <c:pt idx="4139">
                  <c:v>-0.2</c:v>
                </c:pt>
                <c:pt idx="4140">
                  <c:v>-0.2</c:v>
                </c:pt>
                <c:pt idx="4141">
                  <c:v>-0.2</c:v>
                </c:pt>
                <c:pt idx="4142">
                  <c:v>-0.2</c:v>
                </c:pt>
                <c:pt idx="4143">
                  <c:v>-0.2</c:v>
                </c:pt>
                <c:pt idx="4144">
                  <c:v>-0.2</c:v>
                </c:pt>
                <c:pt idx="4145">
                  <c:v>-0.2</c:v>
                </c:pt>
                <c:pt idx="4146">
                  <c:v>-0.2</c:v>
                </c:pt>
                <c:pt idx="4147">
                  <c:v>-0.2</c:v>
                </c:pt>
                <c:pt idx="4148">
                  <c:v>-0.2</c:v>
                </c:pt>
                <c:pt idx="4149">
                  <c:v>-0.2</c:v>
                </c:pt>
                <c:pt idx="4150">
                  <c:v>-0.2</c:v>
                </c:pt>
                <c:pt idx="4151">
                  <c:v>-0.2</c:v>
                </c:pt>
                <c:pt idx="4152">
                  <c:v>-0.2</c:v>
                </c:pt>
                <c:pt idx="4153">
                  <c:v>-0.3</c:v>
                </c:pt>
                <c:pt idx="4154">
                  <c:v>-0.3</c:v>
                </c:pt>
                <c:pt idx="4155">
                  <c:v>-0.3</c:v>
                </c:pt>
                <c:pt idx="4156">
                  <c:v>-0.3</c:v>
                </c:pt>
                <c:pt idx="4157">
                  <c:v>-0.3</c:v>
                </c:pt>
                <c:pt idx="4158">
                  <c:v>-0.3</c:v>
                </c:pt>
                <c:pt idx="4159">
                  <c:v>-0.3</c:v>
                </c:pt>
                <c:pt idx="4160">
                  <c:v>-0.3</c:v>
                </c:pt>
                <c:pt idx="4161">
                  <c:v>-0.3</c:v>
                </c:pt>
                <c:pt idx="4162">
                  <c:v>-0.3</c:v>
                </c:pt>
                <c:pt idx="4163">
                  <c:v>-0.3</c:v>
                </c:pt>
                <c:pt idx="4164">
                  <c:v>-0.3</c:v>
                </c:pt>
                <c:pt idx="4165">
                  <c:v>-0.3</c:v>
                </c:pt>
                <c:pt idx="4166">
                  <c:v>-0.3</c:v>
                </c:pt>
                <c:pt idx="4167">
                  <c:v>-0.3</c:v>
                </c:pt>
                <c:pt idx="4168">
                  <c:v>-0.3</c:v>
                </c:pt>
                <c:pt idx="4169">
                  <c:v>-0.3</c:v>
                </c:pt>
                <c:pt idx="4170">
                  <c:v>-0.3</c:v>
                </c:pt>
                <c:pt idx="4171">
                  <c:v>-0.3</c:v>
                </c:pt>
                <c:pt idx="4172">
                  <c:v>-0.3</c:v>
                </c:pt>
                <c:pt idx="4173">
                  <c:v>-0.3</c:v>
                </c:pt>
                <c:pt idx="4174">
                  <c:v>-0.3</c:v>
                </c:pt>
                <c:pt idx="4175">
                  <c:v>-0.3</c:v>
                </c:pt>
                <c:pt idx="4176">
                  <c:v>-0.3</c:v>
                </c:pt>
                <c:pt idx="4177">
                  <c:v>-0.3</c:v>
                </c:pt>
                <c:pt idx="4178">
                  <c:v>-0.3</c:v>
                </c:pt>
                <c:pt idx="4179">
                  <c:v>-0.3</c:v>
                </c:pt>
                <c:pt idx="4180">
                  <c:v>-0.3</c:v>
                </c:pt>
                <c:pt idx="4181">
                  <c:v>-0.3</c:v>
                </c:pt>
                <c:pt idx="4182">
                  <c:v>-0.3</c:v>
                </c:pt>
                <c:pt idx="4183">
                  <c:v>-0.3</c:v>
                </c:pt>
                <c:pt idx="4184">
                  <c:v>-0.3</c:v>
                </c:pt>
                <c:pt idx="4185">
                  <c:v>-0.3</c:v>
                </c:pt>
                <c:pt idx="4186">
                  <c:v>-0.3</c:v>
                </c:pt>
                <c:pt idx="4187">
                  <c:v>-0.3</c:v>
                </c:pt>
                <c:pt idx="4188">
                  <c:v>-0.3</c:v>
                </c:pt>
                <c:pt idx="4189">
                  <c:v>-0.3</c:v>
                </c:pt>
                <c:pt idx="4190">
                  <c:v>-0.3</c:v>
                </c:pt>
                <c:pt idx="4191">
                  <c:v>-0.3</c:v>
                </c:pt>
                <c:pt idx="4192">
                  <c:v>-0.3</c:v>
                </c:pt>
                <c:pt idx="4193">
                  <c:v>-0.3</c:v>
                </c:pt>
                <c:pt idx="4194">
                  <c:v>-0.3</c:v>
                </c:pt>
                <c:pt idx="4195">
                  <c:v>-0.3</c:v>
                </c:pt>
                <c:pt idx="4196">
                  <c:v>-0.3</c:v>
                </c:pt>
                <c:pt idx="4197">
                  <c:v>-0.3</c:v>
                </c:pt>
                <c:pt idx="4198">
                  <c:v>-0.3</c:v>
                </c:pt>
                <c:pt idx="4199">
                  <c:v>-0.3</c:v>
                </c:pt>
                <c:pt idx="4200">
                  <c:v>-0.3</c:v>
                </c:pt>
                <c:pt idx="4201">
                  <c:v>-0.3</c:v>
                </c:pt>
                <c:pt idx="4202">
                  <c:v>-0.3</c:v>
                </c:pt>
                <c:pt idx="4203">
                  <c:v>-0.3</c:v>
                </c:pt>
                <c:pt idx="4204">
                  <c:v>-0.3</c:v>
                </c:pt>
                <c:pt idx="4205">
                  <c:v>-0.3</c:v>
                </c:pt>
                <c:pt idx="4206">
                  <c:v>-0.3</c:v>
                </c:pt>
                <c:pt idx="4207">
                  <c:v>-0.3</c:v>
                </c:pt>
                <c:pt idx="4208">
                  <c:v>-0.3</c:v>
                </c:pt>
                <c:pt idx="4209">
                  <c:v>-0.3</c:v>
                </c:pt>
                <c:pt idx="4210">
                  <c:v>-0.3</c:v>
                </c:pt>
                <c:pt idx="4211">
                  <c:v>-0.3</c:v>
                </c:pt>
                <c:pt idx="4212">
                  <c:v>-0.3</c:v>
                </c:pt>
                <c:pt idx="4213">
                  <c:v>-0.3</c:v>
                </c:pt>
                <c:pt idx="4214">
                  <c:v>-0.3</c:v>
                </c:pt>
                <c:pt idx="4215">
                  <c:v>-0.3</c:v>
                </c:pt>
                <c:pt idx="4216">
                  <c:v>-0.3</c:v>
                </c:pt>
                <c:pt idx="4217">
                  <c:v>-0.3</c:v>
                </c:pt>
                <c:pt idx="4218">
                  <c:v>-0.3</c:v>
                </c:pt>
                <c:pt idx="4219">
                  <c:v>-0.3</c:v>
                </c:pt>
                <c:pt idx="4220">
                  <c:v>-0.3</c:v>
                </c:pt>
                <c:pt idx="4221">
                  <c:v>-0.3</c:v>
                </c:pt>
                <c:pt idx="4222">
                  <c:v>-0.3</c:v>
                </c:pt>
                <c:pt idx="4223">
                  <c:v>-0.4</c:v>
                </c:pt>
                <c:pt idx="4224">
                  <c:v>-0.4</c:v>
                </c:pt>
                <c:pt idx="4225">
                  <c:v>-0.4</c:v>
                </c:pt>
                <c:pt idx="4226">
                  <c:v>-0.4</c:v>
                </c:pt>
                <c:pt idx="4227">
                  <c:v>-0.4</c:v>
                </c:pt>
                <c:pt idx="4228">
                  <c:v>-0.4</c:v>
                </c:pt>
                <c:pt idx="4229">
                  <c:v>-0.4</c:v>
                </c:pt>
                <c:pt idx="4230">
                  <c:v>-0.4</c:v>
                </c:pt>
                <c:pt idx="4231">
                  <c:v>-0.4</c:v>
                </c:pt>
                <c:pt idx="4232">
                  <c:v>-0.4</c:v>
                </c:pt>
                <c:pt idx="4233">
                  <c:v>-0.4</c:v>
                </c:pt>
                <c:pt idx="4234">
                  <c:v>-0.4</c:v>
                </c:pt>
                <c:pt idx="4235">
                  <c:v>-0.4</c:v>
                </c:pt>
                <c:pt idx="4236">
                  <c:v>-0.4</c:v>
                </c:pt>
                <c:pt idx="4237">
                  <c:v>-0.4</c:v>
                </c:pt>
                <c:pt idx="4238">
                  <c:v>-0.4</c:v>
                </c:pt>
                <c:pt idx="4239">
                  <c:v>-0.4</c:v>
                </c:pt>
                <c:pt idx="4240">
                  <c:v>-0.4</c:v>
                </c:pt>
                <c:pt idx="4241">
                  <c:v>-0.4</c:v>
                </c:pt>
                <c:pt idx="4242">
                  <c:v>-0.4</c:v>
                </c:pt>
                <c:pt idx="4243">
                  <c:v>-0.4</c:v>
                </c:pt>
                <c:pt idx="4244">
                  <c:v>-0.4</c:v>
                </c:pt>
                <c:pt idx="4245">
                  <c:v>-0.4</c:v>
                </c:pt>
                <c:pt idx="4246">
                  <c:v>-0.4</c:v>
                </c:pt>
                <c:pt idx="4247">
                  <c:v>-0.4</c:v>
                </c:pt>
                <c:pt idx="4248">
                  <c:v>-0.4</c:v>
                </c:pt>
                <c:pt idx="4249">
                  <c:v>-0.4</c:v>
                </c:pt>
                <c:pt idx="4250">
                  <c:v>-0.4</c:v>
                </c:pt>
                <c:pt idx="4251">
                  <c:v>-0.4</c:v>
                </c:pt>
                <c:pt idx="4252">
                  <c:v>-0.4</c:v>
                </c:pt>
                <c:pt idx="4253">
                  <c:v>-0.4</c:v>
                </c:pt>
                <c:pt idx="4254">
                  <c:v>-0.4</c:v>
                </c:pt>
                <c:pt idx="4255">
                  <c:v>-0.4</c:v>
                </c:pt>
                <c:pt idx="4256">
                  <c:v>-0.4</c:v>
                </c:pt>
                <c:pt idx="4257">
                  <c:v>-0.4</c:v>
                </c:pt>
                <c:pt idx="4258">
                  <c:v>-0.4</c:v>
                </c:pt>
                <c:pt idx="4259">
                  <c:v>-0.4</c:v>
                </c:pt>
                <c:pt idx="4260">
                  <c:v>-0.4</c:v>
                </c:pt>
                <c:pt idx="4261">
                  <c:v>-0.4</c:v>
                </c:pt>
                <c:pt idx="4262">
                  <c:v>-0.4</c:v>
                </c:pt>
                <c:pt idx="4263">
                  <c:v>-0.4</c:v>
                </c:pt>
                <c:pt idx="4264">
                  <c:v>-0.4</c:v>
                </c:pt>
                <c:pt idx="4265">
                  <c:v>-0.4</c:v>
                </c:pt>
                <c:pt idx="4266">
                  <c:v>-0.4</c:v>
                </c:pt>
                <c:pt idx="4267">
                  <c:v>-0.4</c:v>
                </c:pt>
                <c:pt idx="4268">
                  <c:v>-0.4</c:v>
                </c:pt>
                <c:pt idx="4269">
                  <c:v>-0.4</c:v>
                </c:pt>
                <c:pt idx="4270">
                  <c:v>-0.4</c:v>
                </c:pt>
                <c:pt idx="4271">
                  <c:v>-0.4</c:v>
                </c:pt>
                <c:pt idx="4272">
                  <c:v>-0.4</c:v>
                </c:pt>
                <c:pt idx="4273">
                  <c:v>-0.4</c:v>
                </c:pt>
                <c:pt idx="4274">
                  <c:v>-0.4</c:v>
                </c:pt>
                <c:pt idx="4275">
                  <c:v>-0.4</c:v>
                </c:pt>
                <c:pt idx="4276">
                  <c:v>-0.4</c:v>
                </c:pt>
                <c:pt idx="4277">
                  <c:v>-0.4</c:v>
                </c:pt>
                <c:pt idx="4278">
                  <c:v>-0.4</c:v>
                </c:pt>
                <c:pt idx="4279">
                  <c:v>-0.4</c:v>
                </c:pt>
                <c:pt idx="4280">
                  <c:v>-0.4</c:v>
                </c:pt>
                <c:pt idx="4281">
                  <c:v>-0.4</c:v>
                </c:pt>
                <c:pt idx="4282">
                  <c:v>-0.4</c:v>
                </c:pt>
                <c:pt idx="4283">
                  <c:v>-0.4</c:v>
                </c:pt>
                <c:pt idx="4284">
                  <c:v>-0.4</c:v>
                </c:pt>
                <c:pt idx="4285">
                  <c:v>-0.4</c:v>
                </c:pt>
                <c:pt idx="4286">
                  <c:v>-0.4</c:v>
                </c:pt>
                <c:pt idx="4287">
                  <c:v>-0.4</c:v>
                </c:pt>
                <c:pt idx="4288">
                  <c:v>-0.4</c:v>
                </c:pt>
                <c:pt idx="4289">
                  <c:v>-0.4</c:v>
                </c:pt>
                <c:pt idx="4290">
                  <c:v>-0.4</c:v>
                </c:pt>
                <c:pt idx="4291">
                  <c:v>-0.4</c:v>
                </c:pt>
                <c:pt idx="4292">
                  <c:v>-0.4</c:v>
                </c:pt>
                <c:pt idx="4293">
                  <c:v>-0.4</c:v>
                </c:pt>
                <c:pt idx="4294">
                  <c:v>-0.4</c:v>
                </c:pt>
                <c:pt idx="4295">
                  <c:v>-0.4</c:v>
                </c:pt>
                <c:pt idx="4296">
                  <c:v>-0.4</c:v>
                </c:pt>
                <c:pt idx="4297">
                  <c:v>-0.4</c:v>
                </c:pt>
                <c:pt idx="4298">
                  <c:v>-0.4</c:v>
                </c:pt>
                <c:pt idx="4299">
                  <c:v>-0.4</c:v>
                </c:pt>
                <c:pt idx="4300">
                  <c:v>-0.4</c:v>
                </c:pt>
                <c:pt idx="4301">
                  <c:v>-0.4</c:v>
                </c:pt>
                <c:pt idx="4302">
                  <c:v>-0.4</c:v>
                </c:pt>
                <c:pt idx="4303">
                  <c:v>-0.4</c:v>
                </c:pt>
                <c:pt idx="4304">
                  <c:v>-0.4</c:v>
                </c:pt>
                <c:pt idx="4305">
                  <c:v>-0.4</c:v>
                </c:pt>
                <c:pt idx="4306">
                  <c:v>-0.4</c:v>
                </c:pt>
                <c:pt idx="4307">
                  <c:v>-0.4</c:v>
                </c:pt>
                <c:pt idx="4308">
                  <c:v>-0.4</c:v>
                </c:pt>
                <c:pt idx="4309">
                  <c:v>-0.4</c:v>
                </c:pt>
                <c:pt idx="4310">
                  <c:v>-0.4</c:v>
                </c:pt>
                <c:pt idx="4311">
                  <c:v>-0.4</c:v>
                </c:pt>
                <c:pt idx="4312">
                  <c:v>-0.4</c:v>
                </c:pt>
                <c:pt idx="4313">
                  <c:v>-0.4</c:v>
                </c:pt>
                <c:pt idx="4314">
                  <c:v>-0.4</c:v>
                </c:pt>
                <c:pt idx="4315">
                  <c:v>-0.4</c:v>
                </c:pt>
                <c:pt idx="4316">
                  <c:v>-0.4</c:v>
                </c:pt>
                <c:pt idx="4317">
                  <c:v>-0.4</c:v>
                </c:pt>
                <c:pt idx="4318">
                  <c:v>-0.4</c:v>
                </c:pt>
                <c:pt idx="4319">
                  <c:v>-0.4</c:v>
                </c:pt>
                <c:pt idx="4320">
                  <c:v>-0.4</c:v>
                </c:pt>
                <c:pt idx="4321">
                  <c:v>-0.4</c:v>
                </c:pt>
                <c:pt idx="4322">
                  <c:v>-0.4</c:v>
                </c:pt>
                <c:pt idx="4323">
                  <c:v>-0.4</c:v>
                </c:pt>
                <c:pt idx="4324">
                  <c:v>-0.4</c:v>
                </c:pt>
                <c:pt idx="4325">
                  <c:v>-0.4</c:v>
                </c:pt>
                <c:pt idx="4326">
                  <c:v>-0.4</c:v>
                </c:pt>
                <c:pt idx="4327">
                  <c:v>-0.4</c:v>
                </c:pt>
                <c:pt idx="4328">
                  <c:v>-0.4</c:v>
                </c:pt>
                <c:pt idx="4329">
                  <c:v>-0.4</c:v>
                </c:pt>
                <c:pt idx="4330">
                  <c:v>-0.4</c:v>
                </c:pt>
                <c:pt idx="4331">
                  <c:v>-0.4</c:v>
                </c:pt>
                <c:pt idx="4332">
                  <c:v>-0.4</c:v>
                </c:pt>
                <c:pt idx="4333">
                  <c:v>-0.4</c:v>
                </c:pt>
                <c:pt idx="4334">
                  <c:v>-0.4</c:v>
                </c:pt>
                <c:pt idx="4335">
                  <c:v>-0.4</c:v>
                </c:pt>
                <c:pt idx="4336">
                  <c:v>-0.4</c:v>
                </c:pt>
                <c:pt idx="4337">
                  <c:v>-0.4</c:v>
                </c:pt>
                <c:pt idx="4338">
                  <c:v>-0.4</c:v>
                </c:pt>
                <c:pt idx="4339">
                  <c:v>-0.4</c:v>
                </c:pt>
                <c:pt idx="4340">
                  <c:v>-0.4</c:v>
                </c:pt>
                <c:pt idx="4341">
                  <c:v>-0.4</c:v>
                </c:pt>
                <c:pt idx="4342">
                  <c:v>-0.4</c:v>
                </c:pt>
                <c:pt idx="4343">
                  <c:v>-0.4</c:v>
                </c:pt>
                <c:pt idx="4344">
                  <c:v>-0.4</c:v>
                </c:pt>
                <c:pt idx="4345">
                  <c:v>-0.4</c:v>
                </c:pt>
                <c:pt idx="4346">
                  <c:v>-0.4</c:v>
                </c:pt>
                <c:pt idx="4347">
                  <c:v>-0.4</c:v>
                </c:pt>
                <c:pt idx="4348">
                  <c:v>-0.4</c:v>
                </c:pt>
                <c:pt idx="4349">
                  <c:v>-0.4</c:v>
                </c:pt>
                <c:pt idx="4350">
                  <c:v>-0.4</c:v>
                </c:pt>
                <c:pt idx="4351">
                  <c:v>-0.4</c:v>
                </c:pt>
                <c:pt idx="4352">
                  <c:v>-0.4</c:v>
                </c:pt>
                <c:pt idx="4353">
                  <c:v>-0.4</c:v>
                </c:pt>
                <c:pt idx="4354">
                  <c:v>-0.4</c:v>
                </c:pt>
                <c:pt idx="4355">
                  <c:v>-0.4</c:v>
                </c:pt>
                <c:pt idx="4356">
                  <c:v>-0.4</c:v>
                </c:pt>
                <c:pt idx="4357">
                  <c:v>-0.4</c:v>
                </c:pt>
                <c:pt idx="4358">
                  <c:v>-0.4</c:v>
                </c:pt>
                <c:pt idx="4359">
                  <c:v>-0.4</c:v>
                </c:pt>
                <c:pt idx="4360">
                  <c:v>-0.4</c:v>
                </c:pt>
                <c:pt idx="4361">
                  <c:v>-0.4</c:v>
                </c:pt>
                <c:pt idx="4362">
                  <c:v>-0.4</c:v>
                </c:pt>
                <c:pt idx="4363">
                  <c:v>-0.4</c:v>
                </c:pt>
                <c:pt idx="4364">
                  <c:v>-0.4</c:v>
                </c:pt>
                <c:pt idx="4365">
                  <c:v>-0.4</c:v>
                </c:pt>
                <c:pt idx="4366">
                  <c:v>-0.4</c:v>
                </c:pt>
                <c:pt idx="4367">
                  <c:v>-0.4</c:v>
                </c:pt>
                <c:pt idx="4368">
                  <c:v>-0.4</c:v>
                </c:pt>
                <c:pt idx="4369">
                  <c:v>-0.4</c:v>
                </c:pt>
                <c:pt idx="4370">
                  <c:v>-0.4</c:v>
                </c:pt>
                <c:pt idx="4371">
                  <c:v>-0.4</c:v>
                </c:pt>
                <c:pt idx="4372">
                  <c:v>-0.4</c:v>
                </c:pt>
                <c:pt idx="4373">
                  <c:v>-0.4</c:v>
                </c:pt>
                <c:pt idx="4374">
                  <c:v>-0.4</c:v>
                </c:pt>
                <c:pt idx="4375">
                  <c:v>-0.4</c:v>
                </c:pt>
                <c:pt idx="4376">
                  <c:v>-0.4</c:v>
                </c:pt>
                <c:pt idx="4377">
                  <c:v>-0.4</c:v>
                </c:pt>
                <c:pt idx="4378">
                  <c:v>-0.4</c:v>
                </c:pt>
                <c:pt idx="4379">
                  <c:v>-0.4</c:v>
                </c:pt>
                <c:pt idx="4380">
                  <c:v>-0.4</c:v>
                </c:pt>
                <c:pt idx="4381">
                  <c:v>-0.4</c:v>
                </c:pt>
                <c:pt idx="4382">
                  <c:v>-0.4</c:v>
                </c:pt>
                <c:pt idx="4383">
                  <c:v>-0.4</c:v>
                </c:pt>
                <c:pt idx="4384">
                  <c:v>-0.4</c:v>
                </c:pt>
                <c:pt idx="4385">
                  <c:v>-0.4</c:v>
                </c:pt>
                <c:pt idx="4386">
                  <c:v>-0.4</c:v>
                </c:pt>
                <c:pt idx="4387">
                  <c:v>-0.4</c:v>
                </c:pt>
                <c:pt idx="4388">
                  <c:v>-0.4</c:v>
                </c:pt>
                <c:pt idx="4389">
                  <c:v>-0.4</c:v>
                </c:pt>
                <c:pt idx="4390">
                  <c:v>-0.4</c:v>
                </c:pt>
                <c:pt idx="4391">
                  <c:v>-0.4</c:v>
                </c:pt>
                <c:pt idx="4392">
                  <c:v>-0.4</c:v>
                </c:pt>
                <c:pt idx="4393">
                  <c:v>-0.4</c:v>
                </c:pt>
                <c:pt idx="4394">
                  <c:v>-0.4</c:v>
                </c:pt>
                <c:pt idx="4395">
                  <c:v>-0.4</c:v>
                </c:pt>
                <c:pt idx="4396">
                  <c:v>-0.4</c:v>
                </c:pt>
                <c:pt idx="4397">
                  <c:v>-0.4</c:v>
                </c:pt>
                <c:pt idx="4398">
                  <c:v>-0.4</c:v>
                </c:pt>
                <c:pt idx="4399">
                  <c:v>-0.4</c:v>
                </c:pt>
                <c:pt idx="4400">
                  <c:v>-0.4</c:v>
                </c:pt>
                <c:pt idx="4401">
                  <c:v>-0.4</c:v>
                </c:pt>
                <c:pt idx="4402">
                  <c:v>-0.4</c:v>
                </c:pt>
                <c:pt idx="4403">
                  <c:v>-0.4</c:v>
                </c:pt>
                <c:pt idx="4404">
                  <c:v>-0.4</c:v>
                </c:pt>
                <c:pt idx="4405">
                  <c:v>-0.4</c:v>
                </c:pt>
                <c:pt idx="4406">
                  <c:v>-0.4</c:v>
                </c:pt>
                <c:pt idx="4407">
                  <c:v>-0.4</c:v>
                </c:pt>
                <c:pt idx="4408">
                  <c:v>-0.4</c:v>
                </c:pt>
                <c:pt idx="4409">
                  <c:v>-0.4</c:v>
                </c:pt>
                <c:pt idx="4410">
                  <c:v>-0.4</c:v>
                </c:pt>
                <c:pt idx="4411">
                  <c:v>-0.4</c:v>
                </c:pt>
                <c:pt idx="4412">
                  <c:v>-0.4</c:v>
                </c:pt>
                <c:pt idx="4413">
                  <c:v>-0.4</c:v>
                </c:pt>
                <c:pt idx="4414">
                  <c:v>-0.4</c:v>
                </c:pt>
                <c:pt idx="4415">
                  <c:v>-0.4</c:v>
                </c:pt>
                <c:pt idx="4416">
                  <c:v>-0.4</c:v>
                </c:pt>
                <c:pt idx="4417">
                  <c:v>-0.4</c:v>
                </c:pt>
                <c:pt idx="4418">
                  <c:v>-0.4</c:v>
                </c:pt>
                <c:pt idx="4419">
                  <c:v>-0.4</c:v>
                </c:pt>
                <c:pt idx="4420">
                  <c:v>-0.4</c:v>
                </c:pt>
                <c:pt idx="4421">
                  <c:v>-0.4</c:v>
                </c:pt>
                <c:pt idx="4422">
                  <c:v>-0.4</c:v>
                </c:pt>
                <c:pt idx="4423">
                  <c:v>-0.4</c:v>
                </c:pt>
                <c:pt idx="4424">
                  <c:v>-0.4</c:v>
                </c:pt>
                <c:pt idx="4425">
                  <c:v>-0.4</c:v>
                </c:pt>
                <c:pt idx="4426">
                  <c:v>-0.4</c:v>
                </c:pt>
                <c:pt idx="4427">
                  <c:v>-0.4</c:v>
                </c:pt>
                <c:pt idx="4428">
                  <c:v>-0.4</c:v>
                </c:pt>
                <c:pt idx="4429">
                  <c:v>-0.4</c:v>
                </c:pt>
                <c:pt idx="4430">
                  <c:v>-0.4</c:v>
                </c:pt>
                <c:pt idx="4431">
                  <c:v>-0.4</c:v>
                </c:pt>
                <c:pt idx="4432">
                  <c:v>-0.4</c:v>
                </c:pt>
                <c:pt idx="4433">
                  <c:v>-0.4</c:v>
                </c:pt>
                <c:pt idx="4434">
                  <c:v>-0.4</c:v>
                </c:pt>
                <c:pt idx="4435">
                  <c:v>-0.4</c:v>
                </c:pt>
                <c:pt idx="4436">
                  <c:v>-0.4</c:v>
                </c:pt>
                <c:pt idx="4437">
                  <c:v>-0.4</c:v>
                </c:pt>
                <c:pt idx="4438">
                  <c:v>-0.4</c:v>
                </c:pt>
                <c:pt idx="4439">
                  <c:v>-0.4</c:v>
                </c:pt>
                <c:pt idx="4440">
                  <c:v>-0.4</c:v>
                </c:pt>
                <c:pt idx="4441">
                  <c:v>-0.4</c:v>
                </c:pt>
                <c:pt idx="4442">
                  <c:v>-0.4</c:v>
                </c:pt>
                <c:pt idx="4443">
                  <c:v>-0.4</c:v>
                </c:pt>
                <c:pt idx="4444">
                  <c:v>-0.4</c:v>
                </c:pt>
                <c:pt idx="4445">
                  <c:v>-0.4</c:v>
                </c:pt>
                <c:pt idx="4446">
                  <c:v>-0.4</c:v>
                </c:pt>
                <c:pt idx="4447">
                  <c:v>-0.4</c:v>
                </c:pt>
                <c:pt idx="4448">
                  <c:v>-0.4</c:v>
                </c:pt>
                <c:pt idx="4449">
                  <c:v>-0.4</c:v>
                </c:pt>
                <c:pt idx="4450">
                  <c:v>-0.4</c:v>
                </c:pt>
                <c:pt idx="4451">
                  <c:v>-0.4</c:v>
                </c:pt>
                <c:pt idx="4452">
                  <c:v>-0.4</c:v>
                </c:pt>
                <c:pt idx="4453">
                  <c:v>-0.4</c:v>
                </c:pt>
                <c:pt idx="4454">
                  <c:v>-0.4</c:v>
                </c:pt>
                <c:pt idx="4455">
                  <c:v>-0.4</c:v>
                </c:pt>
                <c:pt idx="4456">
                  <c:v>-0.4</c:v>
                </c:pt>
                <c:pt idx="4457">
                  <c:v>-0.4</c:v>
                </c:pt>
                <c:pt idx="4458">
                  <c:v>-0.4</c:v>
                </c:pt>
                <c:pt idx="4459">
                  <c:v>-0.4</c:v>
                </c:pt>
                <c:pt idx="4460">
                  <c:v>-0.4</c:v>
                </c:pt>
                <c:pt idx="4461">
                  <c:v>-0.4</c:v>
                </c:pt>
                <c:pt idx="4462">
                  <c:v>-0.4</c:v>
                </c:pt>
                <c:pt idx="4463">
                  <c:v>-0.4</c:v>
                </c:pt>
                <c:pt idx="4464">
                  <c:v>-0.4</c:v>
                </c:pt>
                <c:pt idx="4465">
                  <c:v>-0.4</c:v>
                </c:pt>
                <c:pt idx="4466">
                  <c:v>-0.4</c:v>
                </c:pt>
                <c:pt idx="4467">
                  <c:v>-0.4</c:v>
                </c:pt>
                <c:pt idx="4468">
                  <c:v>-0.4</c:v>
                </c:pt>
                <c:pt idx="4469">
                  <c:v>-0.4</c:v>
                </c:pt>
                <c:pt idx="4470">
                  <c:v>-0.4</c:v>
                </c:pt>
                <c:pt idx="4471">
                  <c:v>-0.4</c:v>
                </c:pt>
                <c:pt idx="4472">
                  <c:v>-0.4</c:v>
                </c:pt>
                <c:pt idx="4473">
                  <c:v>-0.4</c:v>
                </c:pt>
                <c:pt idx="4474">
                  <c:v>-0.4</c:v>
                </c:pt>
                <c:pt idx="4475">
                  <c:v>-0.4</c:v>
                </c:pt>
                <c:pt idx="4476">
                  <c:v>-0.4</c:v>
                </c:pt>
                <c:pt idx="4477">
                  <c:v>-0.4</c:v>
                </c:pt>
                <c:pt idx="4478">
                  <c:v>-0.4</c:v>
                </c:pt>
                <c:pt idx="4479">
                  <c:v>-0.4</c:v>
                </c:pt>
                <c:pt idx="4480">
                  <c:v>-0.4</c:v>
                </c:pt>
                <c:pt idx="4481">
                  <c:v>-0.4</c:v>
                </c:pt>
                <c:pt idx="4482">
                  <c:v>-0.4</c:v>
                </c:pt>
                <c:pt idx="4483">
                  <c:v>-0.4</c:v>
                </c:pt>
                <c:pt idx="4484">
                  <c:v>-0.4</c:v>
                </c:pt>
                <c:pt idx="4485">
                  <c:v>-0.4</c:v>
                </c:pt>
                <c:pt idx="4486">
                  <c:v>-0.4</c:v>
                </c:pt>
                <c:pt idx="4487">
                  <c:v>-0.4</c:v>
                </c:pt>
                <c:pt idx="4488">
                  <c:v>-0.4</c:v>
                </c:pt>
                <c:pt idx="4489">
                  <c:v>-0.4</c:v>
                </c:pt>
                <c:pt idx="4490">
                  <c:v>-0.4</c:v>
                </c:pt>
                <c:pt idx="4491">
                  <c:v>-0.4</c:v>
                </c:pt>
                <c:pt idx="4492">
                  <c:v>-0.4</c:v>
                </c:pt>
                <c:pt idx="4493">
                  <c:v>-0.4</c:v>
                </c:pt>
                <c:pt idx="4494">
                  <c:v>-0.4</c:v>
                </c:pt>
                <c:pt idx="4495">
                  <c:v>-0.4</c:v>
                </c:pt>
                <c:pt idx="4496">
                  <c:v>-0.4</c:v>
                </c:pt>
                <c:pt idx="4497">
                  <c:v>-0.4</c:v>
                </c:pt>
                <c:pt idx="4498">
                  <c:v>-0.4</c:v>
                </c:pt>
                <c:pt idx="4499">
                  <c:v>-0.4</c:v>
                </c:pt>
                <c:pt idx="4500">
                  <c:v>-0.4</c:v>
                </c:pt>
                <c:pt idx="4501">
                  <c:v>-0.4</c:v>
                </c:pt>
                <c:pt idx="4502">
                  <c:v>-0.4</c:v>
                </c:pt>
                <c:pt idx="4503">
                  <c:v>-0.4</c:v>
                </c:pt>
                <c:pt idx="4504">
                  <c:v>-0.4</c:v>
                </c:pt>
                <c:pt idx="4505">
                  <c:v>-0.4</c:v>
                </c:pt>
                <c:pt idx="4506">
                  <c:v>-0.4</c:v>
                </c:pt>
                <c:pt idx="4507">
                  <c:v>-0.4</c:v>
                </c:pt>
                <c:pt idx="4508">
                  <c:v>-0.4</c:v>
                </c:pt>
                <c:pt idx="4509">
                  <c:v>-0.4</c:v>
                </c:pt>
                <c:pt idx="4510">
                  <c:v>-0.4</c:v>
                </c:pt>
                <c:pt idx="4511">
                  <c:v>-0.4</c:v>
                </c:pt>
                <c:pt idx="4512">
                  <c:v>-0.4</c:v>
                </c:pt>
                <c:pt idx="4513">
                  <c:v>-0.4</c:v>
                </c:pt>
                <c:pt idx="4514">
                  <c:v>-0.4</c:v>
                </c:pt>
                <c:pt idx="4515">
                  <c:v>-0.4</c:v>
                </c:pt>
                <c:pt idx="4516">
                  <c:v>-0.4</c:v>
                </c:pt>
                <c:pt idx="4517">
                  <c:v>-0.4</c:v>
                </c:pt>
                <c:pt idx="4518">
                  <c:v>-0.4</c:v>
                </c:pt>
                <c:pt idx="4519">
                  <c:v>-0.4</c:v>
                </c:pt>
                <c:pt idx="4520">
                  <c:v>-0.4</c:v>
                </c:pt>
                <c:pt idx="4521">
                  <c:v>-0.4</c:v>
                </c:pt>
                <c:pt idx="4522">
                  <c:v>-0.4</c:v>
                </c:pt>
                <c:pt idx="4523">
                  <c:v>-0.4</c:v>
                </c:pt>
                <c:pt idx="4524">
                  <c:v>-0.4</c:v>
                </c:pt>
                <c:pt idx="4525">
                  <c:v>-0.4</c:v>
                </c:pt>
                <c:pt idx="4526">
                  <c:v>-0.4</c:v>
                </c:pt>
                <c:pt idx="4527">
                  <c:v>-0.4</c:v>
                </c:pt>
                <c:pt idx="4528">
                  <c:v>-0.4</c:v>
                </c:pt>
                <c:pt idx="4529">
                  <c:v>-0.4</c:v>
                </c:pt>
                <c:pt idx="4530">
                  <c:v>-0.4</c:v>
                </c:pt>
                <c:pt idx="4531">
                  <c:v>-0.4</c:v>
                </c:pt>
                <c:pt idx="4532">
                  <c:v>-0.4</c:v>
                </c:pt>
                <c:pt idx="4533">
                  <c:v>-0.4</c:v>
                </c:pt>
                <c:pt idx="4534">
                  <c:v>-0.4</c:v>
                </c:pt>
                <c:pt idx="4535">
                  <c:v>-0.4</c:v>
                </c:pt>
                <c:pt idx="4536">
                  <c:v>-0.4</c:v>
                </c:pt>
                <c:pt idx="4537">
                  <c:v>-0.4</c:v>
                </c:pt>
                <c:pt idx="4538">
                  <c:v>-0.4</c:v>
                </c:pt>
                <c:pt idx="4539">
                  <c:v>-0.4</c:v>
                </c:pt>
                <c:pt idx="4540">
                  <c:v>-0.4</c:v>
                </c:pt>
                <c:pt idx="4541">
                  <c:v>-0.4</c:v>
                </c:pt>
                <c:pt idx="4542">
                  <c:v>-0.4</c:v>
                </c:pt>
                <c:pt idx="4543">
                  <c:v>-0.4</c:v>
                </c:pt>
                <c:pt idx="4544">
                  <c:v>-0.4</c:v>
                </c:pt>
                <c:pt idx="4545">
                  <c:v>-0.4</c:v>
                </c:pt>
                <c:pt idx="4546">
                  <c:v>-0.4</c:v>
                </c:pt>
                <c:pt idx="4547">
                  <c:v>-0.4</c:v>
                </c:pt>
                <c:pt idx="4548">
                  <c:v>-0.4</c:v>
                </c:pt>
                <c:pt idx="4549">
                  <c:v>-0.4</c:v>
                </c:pt>
                <c:pt idx="4550">
                  <c:v>-0.4</c:v>
                </c:pt>
                <c:pt idx="4551">
                  <c:v>-0.4</c:v>
                </c:pt>
                <c:pt idx="4552">
                  <c:v>-0.4</c:v>
                </c:pt>
                <c:pt idx="4553">
                  <c:v>-0.4</c:v>
                </c:pt>
                <c:pt idx="4554">
                  <c:v>-0.4</c:v>
                </c:pt>
                <c:pt idx="4555">
                  <c:v>-0.4</c:v>
                </c:pt>
                <c:pt idx="4556">
                  <c:v>-0.4</c:v>
                </c:pt>
                <c:pt idx="4557">
                  <c:v>-0.4</c:v>
                </c:pt>
                <c:pt idx="4558">
                  <c:v>-0.4</c:v>
                </c:pt>
                <c:pt idx="4559">
                  <c:v>-0.4</c:v>
                </c:pt>
                <c:pt idx="4560">
                  <c:v>-0.4</c:v>
                </c:pt>
                <c:pt idx="4561">
                  <c:v>-0.4</c:v>
                </c:pt>
                <c:pt idx="4562">
                  <c:v>-0.4</c:v>
                </c:pt>
                <c:pt idx="4563">
                  <c:v>-0.4</c:v>
                </c:pt>
                <c:pt idx="4564">
                  <c:v>-0.4</c:v>
                </c:pt>
                <c:pt idx="4565">
                  <c:v>-0.4</c:v>
                </c:pt>
                <c:pt idx="4566">
                  <c:v>-0.4</c:v>
                </c:pt>
                <c:pt idx="4567">
                  <c:v>-0.4</c:v>
                </c:pt>
                <c:pt idx="4568">
                  <c:v>-0.4</c:v>
                </c:pt>
                <c:pt idx="4569">
                  <c:v>-0.4</c:v>
                </c:pt>
                <c:pt idx="4570">
                  <c:v>-0.4</c:v>
                </c:pt>
                <c:pt idx="4571">
                  <c:v>-0.4</c:v>
                </c:pt>
                <c:pt idx="4572">
                  <c:v>-0.4</c:v>
                </c:pt>
                <c:pt idx="4573">
                  <c:v>-0.4</c:v>
                </c:pt>
                <c:pt idx="4574">
                  <c:v>-0.4</c:v>
                </c:pt>
                <c:pt idx="4575">
                  <c:v>-0.4</c:v>
                </c:pt>
                <c:pt idx="4576">
                  <c:v>-0.4</c:v>
                </c:pt>
                <c:pt idx="4577">
                  <c:v>-0.4</c:v>
                </c:pt>
                <c:pt idx="4578">
                  <c:v>-0.4</c:v>
                </c:pt>
                <c:pt idx="4579">
                  <c:v>-0.4</c:v>
                </c:pt>
                <c:pt idx="4580">
                  <c:v>-0.4</c:v>
                </c:pt>
                <c:pt idx="4581">
                  <c:v>-0.4</c:v>
                </c:pt>
                <c:pt idx="4582">
                  <c:v>-0.4</c:v>
                </c:pt>
                <c:pt idx="4583">
                  <c:v>-0.4</c:v>
                </c:pt>
                <c:pt idx="4584">
                  <c:v>-0.4</c:v>
                </c:pt>
                <c:pt idx="4585">
                  <c:v>-0.4</c:v>
                </c:pt>
                <c:pt idx="4586">
                  <c:v>-0.4</c:v>
                </c:pt>
                <c:pt idx="4587">
                  <c:v>-0.4</c:v>
                </c:pt>
                <c:pt idx="4588">
                  <c:v>-0.4</c:v>
                </c:pt>
                <c:pt idx="4589">
                  <c:v>-0.4</c:v>
                </c:pt>
                <c:pt idx="4590">
                  <c:v>-0.4</c:v>
                </c:pt>
                <c:pt idx="4591">
                  <c:v>-0.4</c:v>
                </c:pt>
                <c:pt idx="4592">
                  <c:v>-0.4</c:v>
                </c:pt>
                <c:pt idx="4593">
                  <c:v>-0.4</c:v>
                </c:pt>
                <c:pt idx="4594">
                  <c:v>-0.4</c:v>
                </c:pt>
                <c:pt idx="4595">
                  <c:v>-0.4</c:v>
                </c:pt>
                <c:pt idx="4596">
                  <c:v>-0.4</c:v>
                </c:pt>
                <c:pt idx="4597">
                  <c:v>-0.4</c:v>
                </c:pt>
                <c:pt idx="4598">
                  <c:v>-0.4</c:v>
                </c:pt>
                <c:pt idx="4599">
                  <c:v>-0.4</c:v>
                </c:pt>
                <c:pt idx="4600">
                  <c:v>-0.4</c:v>
                </c:pt>
                <c:pt idx="4601">
                  <c:v>-0.4</c:v>
                </c:pt>
                <c:pt idx="4602">
                  <c:v>-0.4</c:v>
                </c:pt>
                <c:pt idx="4603">
                  <c:v>-0.4</c:v>
                </c:pt>
                <c:pt idx="4604">
                  <c:v>-0.4</c:v>
                </c:pt>
                <c:pt idx="4605">
                  <c:v>-0.4</c:v>
                </c:pt>
                <c:pt idx="4606">
                  <c:v>-0.4</c:v>
                </c:pt>
                <c:pt idx="4607">
                  <c:v>-0.4</c:v>
                </c:pt>
                <c:pt idx="4608">
                  <c:v>-0.4</c:v>
                </c:pt>
                <c:pt idx="4609">
                  <c:v>-0.4</c:v>
                </c:pt>
                <c:pt idx="4610">
                  <c:v>-0.4</c:v>
                </c:pt>
                <c:pt idx="4611">
                  <c:v>-0.4</c:v>
                </c:pt>
                <c:pt idx="4612">
                  <c:v>-0.4</c:v>
                </c:pt>
                <c:pt idx="4613">
                  <c:v>-0.4</c:v>
                </c:pt>
                <c:pt idx="4614">
                  <c:v>-0.4</c:v>
                </c:pt>
                <c:pt idx="4615">
                  <c:v>-0.4</c:v>
                </c:pt>
                <c:pt idx="4616">
                  <c:v>-0.4</c:v>
                </c:pt>
                <c:pt idx="4617">
                  <c:v>-0.4</c:v>
                </c:pt>
                <c:pt idx="4618">
                  <c:v>-0.4</c:v>
                </c:pt>
                <c:pt idx="4619">
                  <c:v>-0.4</c:v>
                </c:pt>
                <c:pt idx="4620">
                  <c:v>-0.4</c:v>
                </c:pt>
                <c:pt idx="4621">
                  <c:v>-0.4</c:v>
                </c:pt>
                <c:pt idx="4622">
                  <c:v>-0.4</c:v>
                </c:pt>
                <c:pt idx="4623">
                  <c:v>-0.4</c:v>
                </c:pt>
                <c:pt idx="4624">
                  <c:v>-0.4</c:v>
                </c:pt>
                <c:pt idx="4625">
                  <c:v>-0.4</c:v>
                </c:pt>
                <c:pt idx="4626">
                  <c:v>-0.4</c:v>
                </c:pt>
                <c:pt idx="4627">
                  <c:v>-0.4</c:v>
                </c:pt>
                <c:pt idx="4628">
                  <c:v>-0.4</c:v>
                </c:pt>
                <c:pt idx="4629">
                  <c:v>-0.4</c:v>
                </c:pt>
                <c:pt idx="4630">
                  <c:v>-0.4</c:v>
                </c:pt>
                <c:pt idx="4631">
                  <c:v>-0.4</c:v>
                </c:pt>
                <c:pt idx="4632">
                  <c:v>-0.4</c:v>
                </c:pt>
                <c:pt idx="4633">
                  <c:v>-0.4</c:v>
                </c:pt>
                <c:pt idx="4634">
                  <c:v>-0.4</c:v>
                </c:pt>
                <c:pt idx="4635">
                  <c:v>-0.4</c:v>
                </c:pt>
                <c:pt idx="4636">
                  <c:v>-0.4</c:v>
                </c:pt>
                <c:pt idx="4637">
                  <c:v>-0.4</c:v>
                </c:pt>
                <c:pt idx="4638">
                  <c:v>-0.4</c:v>
                </c:pt>
                <c:pt idx="4639">
                  <c:v>-0.4</c:v>
                </c:pt>
                <c:pt idx="4640">
                  <c:v>-0.4</c:v>
                </c:pt>
                <c:pt idx="4641">
                  <c:v>-0.4</c:v>
                </c:pt>
                <c:pt idx="4642">
                  <c:v>-0.4</c:v>
                </c:pt>
                <c:pt idx="4643">
                  <c:v>-0.4</c:v>
                </c:pt>
                <c:pt idx="4644">
                  <c:v>-0.4</c:v>
                </c:pt>
                <c:pt idx="4645">
                  <c:v>-0.4</c:v>
                </c:pt>
                <c:pt idx="4646">
                  <c:v>-0.4</c:v>
                </c:pt>
                <c:pt idx="4647">
                  <c:v>-0.4</c:v>
                </c:pt>
                <c:pt idx="4648">
                  <c:v>-0.4</c:v>
                </c:pt>
                <c:pt idx="4649">
                  <c:v>-0.4</c:v>
                </c:pt>
                <c:pt idx="4650">
                  <c:v>-0.4</c:v>
                </c:pt>
                <c:pt idx="4651">
                  <c:v>-0.4</c:v>
                </c:pt>
                <c:pt idx="4652">
                  <c:v>-0.4</c:v>
                </c:pt>
                <c:pt idx="4653">
                  <c:v>-0.4</c:v>
                </c:pt>
                <c:pt idx="4654">
                  <c:v>-0.4</c:v>
                </c:pt>
                <c:pt idx="4655">
                  <c:v>-0.4</c:v>
                </c:pt>
                <c:pt idx="4656">
                  <c:v>-0.4</c:v>
                </c:pt>
                <c:pt idx="4657">
                  <c:v>-0.4</c:v>
                </c:pt>
                <c:pt idx="4658">
                  <c:v>-0.4</c:v>
                </c:pt>
                <c:pt idx="4659">
                  <c:v>-0.4</c:v>
                </c:pt>
                <c:pt idx="4660">
                  <c:v>-0.4</c:v>
                </c:pt>
                <c:pt idx="4661">
                  <c:v>-0.4</c:v>
                </c:pt>
                <c:pt idx="4662">
                  <c:v>-0.4</c:v>
                </c:pt>
                <c:pt idx="4663">
                  <c:v>-0.4</c:v>
                </c:pt>
                <c:pt idx="4664">
                  <c:v>-0.4</c:v>
                </c:pt>
                <c:pt idx="4665">
                  <c:v>-0.4</c:v>
                </c:pt>
                <c:pt idx="4666">
                  <c:v>-0.4</c:v>
                </c:pt>
                <c:pt idx="4667">
                  <c:v>-0.4</c:v>
                </c:pt>
                <c:pt idx="4668">
                  <c:v>-0.4</c:v>
                </c:pt>
                <c:pt idx="4669">
                  <c:v>-0.4</c:v>
                </c:pt>
                <c:pt idx="4670">
                  <c:v>-0.4</c:v>
                </c:pt>
                <c:pt idx="4671">
                  <c:v>-0.4</c:v>
                </c:pt>
                <c:pt idx="4672">
                  <c:v>-0.4</c:v>
                </c:pt>
                <c:pt idx="4673">
                  <c:v>-0.4</c:v>
                </c:pt>
                <c:pt idx="4674">
                  <c:v>-0.4</c:v>
                </c:pt>
                <c:pt idx="4675">
                  <c:v>-0.4</c:v>
                </c:pt>
                <c:pt idx="4676">
                  <c:v>-0.4</c:v>
                </c:pt>
                <c:pt idx="4677">
                  <c:v>-0.4</c:v>
                </c:pt>
                <c:pt idx="4678">
                  <c:v>-0.4</c:v>
                </c:pt>
                <c:pt idx="4679">
                  <c:v>-0.4</c:v>
                </c:pt>
                <c:pt idx="4680">
                  <c:v>-0.4</c:v>
                </c:pt>
                <c:pt idx="4681">
                  <c:v>-0.4</c:v>
                </c:pt>
                <c:pt idx="4682">
                  <c:v>-0.4</c:v>
                </c:pt>
                <c:pt idx="4683">
                  <c:v>-0.4</c:v>
                </c:pt>
                <c:pt idx="4684">
                  <c:v>-0.4</c:v>
                </c:pt>
                <c:pt idx="4685">
                  <c:v>-0.4</c:v>
                </c:pt>
                <c:pt idx="4686">
                  <c:v>-0.4</c:v>
                </c:pt>
                <c:pt idx="4687">
                  <c:v>-0.4</c:v>
                </c:pt>
                <c:pt idx="4688">
                  <c:v>-0.4</c:v>
                </c:pt>
                <c:pt idx="4689">
                  <c:v>-0.4</c:v>
                </c:pt>
                <c:pt idx="4690">
                  <c:v>-0.4</c:v>
                </c:pt>
                <c:pt idx="4691">
                  <c:v>-0.4</c:v>
                </c:pt>
                <c:pt idx="4692">
                  <c:v>-0.4</c:v>
                </c:pt>
                <c:pt idx="4693">
                  <c:v>-0.4</c:v>
                </c:pt>
                <c:pt idx="4694">
                  <c:v>-0.4</c:v>
                </c:pt>
                <c:pt idx="4695">
                  <c:v>-0.4</c:v>
                </c:pt>
                <c:pt idx="4696">
                  <c:v>-0.4</c:v>
                </c:pt>
                <c:pt idx="4697">
                  <c:v>-0.4</c:v>
                </c:pt>
                <c:pt idx="4698">
                  <c:v>-0.4</c:v>
                </c:pt>
                <c:pt idx="4699">
                  <c:v>-0.4</c:v>
                </c:pt>
                <c:pt idx="4700">
                  <c:v>-0.4</c:v>
                </c:pt>
                <c:pt idx="4701">
                  <c:v>-0.4</c:v>
                </c:pt>
                <c:pt idx="4702">
                  <c:v>-0.4</c:v>
                </c:pt>
                <c:pt idx="4703">
                  <c:v>-0.4</c:v>
                </c:pt>
                <c:pt idx="4704">
                  <c:v>-0.4</c:v>
                </c:pt>
                <c:pt idx="4705">
                  <c:v>-0.4</c:v>
                </c:pt>
                <c:pt idx="4706">
                  <c:v>-0.4</c:v>
                </c:pt>
                <c:pt idx="4707">
                  <c:v>-0.4</c:v>
                </c:pt>
                <c:pt idx="4708">
                  <c:v>-0.4</c:v>
                </c:pt>
                <c:pt idx="4709">
                  <c:v>-0.4</c:v>
                </c:pt>
                <c:pt idx="4710">
                  <c:v>-0.4</c:v>
                </c:pt>
                <c:pt idx="4711">
                  <c:v>-0.4</c:v>
                </c:pt>
                <c:pt idx="4712">
                  <c:v>-0.4</c:v>
                </c:pt>
                <c:pt idx="4713">
                  <c:v>-0.4</c:v>
                </c:pt>
                <c:pt idx="4714">
                  <c:v>-0.4</c:v>
                </c:pt>
                <c:pt idx="4715">
                  <c:v>-0.4</c:v>
                </c:pt>
                <c:pt idx="4716">
                  <c:v>-0.4</c:v>
                </c:pt>
                <c:pt idx="4717">
                  <c:v>-0.4</c:v>
                </c:pt>
                <c:pt idx="4718">
                  <c:v>-0.4</c:v>
                </c:pt>
                <c:pt idx="4719">
                  <c:v>-0.4</c:v>
                </c:pt>
                <c:pt idx="4720">
                  <c:v>-0.4</c:v>
                </c:pt>
                <c:pt idx="4721">
                  <c:v>-0.4</c:v>
                </c:pt>
                <c:pt idx="4722">
                  <c:v>-0.4</c:v>
                </c:pt>
                <c:pt idx="4723">
                  <c:v>-0.4</c:v>
                </c:pt>
                <c:pt idx="4724">
                  <c:v>-0.4</c:v>
                </c:pt>
                <c:pt idx="4725">
                  <c:v>-0.4</c:v>
                </c:pt>
                <c:pt idx="4726">
                  <c:v>-0.4</c:v>
                </c:pt>
                <c:pt idx="4727">
                  <c:v>-0.4</c:v>
                </c:pt>
                <c:pt idx="4728">
                  <c:v>-0.4</c:v>
                </c:pt>
                <c:pt idx="4729">
                  <c:v>-0.4</c:v>
                </c:pt>
                <c:pt idx="4730">
                  <c:v>-0.4</c:v>
                </c:pt>
                <c:pt idx="4731">
                  <c:v>-0.4</c:v>
                </c:pt>
                <c:pt idx="4732">
                  <c:v>-0.4</c:v>
                </c:pt>
                <c:pt idx="4733">
                  <c:v>-0.4</c:v>
                </c:pt>
                <c:pt idx="4734">
                  <c:v>-0.4</c:v>
                </c:pt>
                <c:pt idx="4735">
                  <c:v>-0.4</c:v>
                </c:pt>
                <c:pt idx="4736">
                  <c:v>-0.4</c:v>
                </c:pt>
                <c:pt idx="4737">
                  <c:v>-0.4</c:v>
                </c:pt>
                <c:pt idx="4738">
                  <c:v>-0.4</c:v>
                </c:pt>
                <c:pt idx="4739">
                  <c:v>-0.4</c:v>
                </c:pt>
                <c:pt idx="4740">
                  <c:v>-0.4</c:v>
                </c:pt>
                <c:pt idx="4741">
                  <c:v>-0.4</c:v>
                </c:pt>
                <c:pt idx="4742">
                  <c:v>-0.4</c:v>
                </c:pt>
                <c:pt idx="4743">
                  <c:v>-0.4</c:v>
                </c:pt>
                <c:pt idx="4744">
                  <c:v>-0.4</c:v>
                </c:pt>
                <c:pt idx="4745">
                  <c:v>-0.4</c:v>
                </c:pt>
                <c:pt idx="4746">
                  <c:v>-0.4</c:v>
                </c:pt>
                <c:pt idx="4747">
                  <c:v>-0.4</c:v>
                </c:pt>
                <c:pt idx="4748">
                  <c:v>-0.4</c:v>
                </c:pt>
                <c:pt idx="4749">
                  <c:v>-0.4</c:v>
                </c:pt>
                <c:pt idx="4750">
                  <c:v>-0.4</c:v>
                </c:pt>
                <c:pt idx="4751">
                  <c:v>-0.4</c:v>
                </c:pt>
                <c:pt idx="4752">
                  <c:v>-0.4</c:v>
                </c:pt>
                <c:pt idx="4753">
                  <c:v>-0.4</c:v>
                </c:pt>
                <c:pt idx="4754">
                  <c:v>-0.4</c:v>
                </c:pt>
                <c:pt idx="4755">
                  <c:v>-0.4</c:v>
                </c:pt>
                <c:pt idx="4756">
                  <c:v>-0.4</c:v>
                </c:pt>
                <c:pt idx="4757">
                  <c:v>-0.4</c:v>
                </c:pt>
                <c:pt idx="4758">
                  <c:v>-0.4</c:v>
                </c:pt>
                <c:pt idx="4759">
                  <c:v>-0.4</c:v>
                </c:pt>
                <c:pt idx="4760">
                  <c:v>-0.4</c:v>
                </c:pt>
                <c:pt idx="4761">
                  <c:v>-0.4</c:v>
                </c:pt>
                <c:pt idx="4762">
                  <c:v>-0.4</c:v>
                </c:pt>
                <c:pt idx="4763">
                  <c:v>-0.4</c:v>
                </c:pt>
                <c:pt idx="4764">
                  <c:v>-0.4</c:v>
                </c:pt>
                <c:pt idx="4765">
                  <c:v>-0.4</c:v>
                </c:pt>
                <c:pt idx="4766">
                  <c:v>-0.4</c:v>
                </c:pt>
                <c:pt idx="4767">
                  <c:v>-0.4</c:v>
                </c:pt>
                <c:pt idx="4768">
                  <c:v>-0.4</c:v>
                </c:pt>
                <c:pt idx="4769">
                  <c:v>-0.4</c:v>
                </c:pt>
                <c:pt idx="4770">
                  <c:v>-0.4</c:v>
                </c:pt>
                <c:pt idx="4771">
                  <c:v>-0.4</c:v>
                </c:pt>
                <c:pt idx="4772">
                  <c:v>-0.4</c:v>
                </c:pt>
                <c:pt idx="4773">
                  <c:v>-0.4</c:v>
                </c:pt>
                <c:pt idx="4774">
                  <c:v>-0.4</c:v>
                </c:pt>
                <c:pt idx="4775">
                  <c:v>-0.4</c:v>
                </c:pt>
                <c:pt idx="4776">
                  <c:v>-0.4</c:v>
                </c:pt>
                <c:pt idx="4777">
                  <c:v>-0.4</c:v>
                </c:pt>
                <c:pt idx="4778">
                  <c:v>-0.4</c:v>
                </c:pt>
                <c:pt idx="4779">
                  <c:v>-0.4</c:v>
                </c:pt>
                <c:pt idx="4780">
                  <c:v>-0.4</c:v>
                </c:pt>
                <c:pt idx="4781">
                  <c:v>-0.4</c:v>
                </c:pt>
                <c:pt idx="4782">
                  <c:v>-0.4</c:v>
                </c:pt>
                <c:pt idx="4783">
                  <c:v>-0.4</c:v>
                </c:pt>
                <c:pt idx="4784">
                  <c:v>-0.4</c:v>
                </c:pt>
                <c:pt idx="4785">
                  <c:v>-0.4</c:v>
                </c:pt>
                <c:pt idx="4786">
                  <c:v>-0.4</c:v>
                </c:pt>
                <c:pt idx="4787">
                  <c:v>-0.4</c:v>
                </c:pt>
                <c:pt idx="4788">
                  <c:v>-0.4</c:v>
                </c:pt>
                <c:pt idx="4789">
                  <c:v>-0.4</c:v>
                </c:pt>
                <c:pt idx="4790">
                  <c:v>-0.4</c:v>
                </c:pt>
                <c:pt idx="4791">
                  <c:v>-0.4</c:v>
                </c:pt>
                <c:pt idx="4792">
                  <c:v>-0.4</c:v>
                </c:pt>
                <c:pt idx="4793">
                  <c:v>-0.4</c:v>
                </c:pt>
                <c:pt idx="4794">
                  <c:v>-0.4</c:v>
                </c:pt>
                <c:pt idx="4795">
                  <c:v>-0.4</c:v>
                </c:pt>
                <c:pt idx="4796">
                  <c:v>-0.4</c:v>
                </c:pt>
                <c:pt idx="4797">
                  <c:v>-0.4</c:v>
                </c:pt>
                <c:pt idx="4798">
                  <c:v>-0.4</c:v>
                </c:pt>
                <c:pt idx="4799">
                  <c:v>-0.4</c:v>
                </c:pt>
                <c:pt idx="4800">
                  <c:v>-0.4</c:v>
                </c:pt>
                <c:pt idx="4801">
                  <c:v>-0.4</c:v>
                </c:pt>
                <c:pt idx="4802">
                  <c:v>-0.4</c:v>
                </c:pt>
                <c:pt idx="4803">
                  <c:v>-0.4</c:v>
                </c:pt>
                <c:pt idx="4804">
                  <c:v>-0.4</c:v>
                </c:pt>
                <c:pt idx="4805">
                  <c:v>-0.4</c:v>
                </c:pt>
                <c:pt idx="4806">
                  <c:v>-0.4</c:v>
                </c:pt>
                <c:pt idx="4807">
                  <c:v>-0.4</c:v>
                </c:pt>
                <c:pt idx="4808">
                  <c:v>-0.4</c:v>
                </c:pt>
                <c:pt idx="4809">
                  <c:v>-0.4</c:v>
                </c:pt>
                <c:pt idx="4810">
                  <c:v>-0.4</c:v>
                </c:pt>
                <c:pt idx="4811">
                  <c:v>-0.4</c:v>
                </c:pt>
                <c:pt idx="4812">
                  <c:v>-0.4</c:v>
                </c:pt>
                <c:pt idx="4813">
                  <c:v>-0.4</c:v>
                </c:pt>
                <c:pt idx="4814">
                  <c:v>-0.4</c:v>
                </c:pt>
                <c:pt idx="4815">
                  <c:v>-0.4</c:v>
                </c:pt>
                <c:pt idx="4816">
                  <c:v>-0.4</c:v>
                </c:pt>
                <c:pt idx="4817">
                  <c:v>-0.4</c:v>
                </c:pt>
                <c:pt idx="4818">
                  <c:v>-0.4</c:v>
                </c:pt>
                <c:pt idx="4819">
                  <c:v>-0.4</c:v>
                </c:pt>
                <c:pt idx="4820">
                  <c:v>-0.4</c:v>
                </c:pt>
                <c:pt idx="4821">
                  <c:v>-0.4</c:v>
                </c:pt>
                <c:pt idx="4822">
                  <c:v>-0.4</c:v>
                </c:pt>
                <c:pt idx="4823">
                  <c:v>-0.4</c:v>
                </c:pt>
                <c:pt idx="4824">
                  <c:v>-0.4</c:v>
                </c:pt>
                <c:pt idx="4825">
                  <c:v>-0.4</c:v>
                </c:pt>
                <c:pt idx="4826">
                  <c:v>-0.4</c:v>
                </c:pt>
                <c:pt idx="4827">
                  <c:v>-0.4</c:v>
                </c:pt>
                <c:pt idx="4828">
                  <c:v>-0.4</c:v>
                </c:pt>
                <c:pt idx="4829">
                  <c:v>-0.4</c:v>
                </c:pt>
                <c:pt idx="4830">
                  <c:v>-0.4</c:v>
                </c:pt>
                <c:pt idx="4831">
                  <c:v>-0.4</c:v>
                </c:pt>
                <c:pt idx="4832">
                  <c:v>-0.4</c:v>
                </c:pt>
                <c:pt idx="4833">
                  <c:v>-0.4</c:v>
                </c:pt>
                <c:pt idx="4834">
                  <c:v>-0.4</c:v>
                </c:pt>
                <c:pt idx="4835">
                  <c:v>-0.4</c:v>
                </c:pt>
                <c:pt idx="4836">
                  <c:v>-0.4</c:v>
                </c:pt>
                <c:pt idx="4837">
                  <c:v>-0.4</c:v>
                </c:pt>
                <c:pt idx="4838">
                  <c:v>-0.4</c:v>
                </c:pt>
                <c:pt idx="4839">
                  <c:v>-0.4</c:v>
                </c:pt>
                <c:pt idx="4840">
                  <c:v>-0.4</c:v>
                </c:pt>
                <c:pt idx="4841">
                  <c:v>-0.4</c:v>
                </c:pt>
                <c:pt idx="4842">
                  <c:v>-0.4</c:v>
                </c:pt>
                <c:pt idx="4843">
                  <c:v>-0.4</c:v>
                </c:pt>
                <c:pt idx="4844">
                  <c:v>-0.4</c:v>
                </c:pt>
                <c:pt idx="4845">
                  <c:v>-0.4</c:v>
                </c:pt>
                <c:pt idx="4846">
                  <c:v>-0.4</c:v>
                </c:pt>
                <c:pt idx="4847">
                  <c:v>-0.4</c:v>
                </c:pt>
                <c:pt idx="4848">
                  <c:v>-0.4</c:v>
                </c:pt>
                <c:pt idx="4849">
                  <c:v>-0.4</c:v>
                </c:pt>
                <c:pt idx="4850">
                  <c:v>-0.4</c:v>
                </c:pt>
                <c:pt idx="4851">
                  <c:v>-0.4</c:v>
                </c:pt>
                <c:pt idx="4852">
                  <c:v>-0.4</c:v>
                </c:pt>
                <c:pt idx="4853">
                  <c:v>-0.4</c:v>
                </c:pt>
                <c:pt idx="4854">
                  <c:v>-0.4</c:v>
                </c:pt>
                <c:pt idx="4855">
                  <c:v>-0.4</c:v>
                </c:pt>
                <c:pt idx="4856">
                  <c:v>-0.4</c:v>
                </c:pt>
                <c:pt idx="4857">
                  <c:v>-0.4</c:v>
                </c:pt>
                <c:pt idx="4858">
                  <c:v>-0.4</c:v>
                </c:pt>
                <c:pt idx="4859">
                  <c:v>-0.4</c:v>
                </c:pt>
                <c:pt idx="4860">
                  <c:v>-0.4</c:v>
                </c:pt>
                <c:pt idx="4861">
                  <c:v>-0.4</c:v>
                </c:pt>
                <c:pt idx="4862">
                  <c:v>-0.4</c:v>
                </c:pt>
                <c:pt idx="4863">
                  <c:v>-0.4</c:v>
                </c:pt>
                <c:pt idx="4864">
                  <c:v>-0.4</c:v>
                </c:pt>
                <c:pt idx="4865">
                  <c:v>-0.4</c:v>
                </c:pt>
                <c:pt idx="4866">
                  <c:v>-0.4</c:v>
                </c:pt>
                <c:pt idx="4867">
                  <c:v>-0.4</c:v>
                </c:pt>
                <c:pt idx="4868">
                  <c:v>-0.4</c:v>
                </c:pt>
                <c:pt idx="4869">
                  <c:v>-0.4</c:v>
                </c:pt>
                <c:pt idx="4870">
                  <c:v>-0.4</c:v>
                </c:pt>
                <c:pt idx="4871">
                  <c:v>-0.4</c:v>
                </c:pt>
                <c:pt idx="4872">
                  <c:v>-0.4</c:v>
                </c:pt>
                <c:pt idx="4873">
                  <c:v>-0.4</c:v>
                </c:pt>
                <c:pt idx="4874">
                  <c:v>-0.4</c:v>
                </c:pt>
                <c:pt idx="4875">
                  <c:v>-0.4</c:v>
                </c:pt>
                <c:pt idx="4876">
                  <c:v>-0.4</c:v>
                </c:pt>
                <c:pt idx="4877">
                  <c:v>-0.4</c:v>
                </c:pt>
                <c:pt idx="4878">
                  <c:v>-0.4</c:v>
                </c:pt>
                <c:pt idx="4879">
                  <c:v>-0.4</c:v>
                </c:pt>
                <c:pt idx="4880">
                  <c:v>-0.4</c:v>
                </c:pt>
                <c:pt idx="4881">
                  <c:v>-0.4</c:v>
                </c:pt>
                <c:pt idx="4882">
                  <c:v>-0.4</c:v>
                </c:pt>
                <c:pt idx="4883">
                  <c:v>-0.4</c:v>
                </c:pt>
                <c:pt idx="4884">
                  <c:v>-0.4</c:v>
                </c:pt>
                <c:pt idx="4885">
                  <c:v>-0.4</c:v>
                </c:pt>
                <c:pt idx="4886">
                  <c:v>-0.4</c:v>
                </c:pt>
                <c:pt idx="4887">
                  <c:v>-0.4</c:v>
                </c:pt>
                <c:pt idx="4888">
                  <c:v>-0.4</c:v>
                </c:pt>
                <c:pt idx="4889">
                  <c:v>-0.4</c:v>
                </c:pt>
                <c:pt idx="4890">
                  <c:v>-0.4</c:v>
                </c:pt>
                <c:pt idx="4891">
                  <c:v>-0.4</c:v>
                </c:pt>
                <c:pt idx="4892">
                  <c:v>-0.4</c:v>
                </c:pt>
                <c:pt idx="4893">
                  <c:v>-0.4</c:v>
                </c:pt>
                <c:pt idx="4894">
                  <c:v>-0.4</c:v>
                </c:pt>
                <c:pt idx="4895">
                  <c:v>-0.4</c:v>
                </c:pt>
                <c:pt idx="4896">
                  <c:v>-0.4</c:v>
                </c:pt>
                <c:pt idx="4897">
                  <c:v>-0.4</c:v>
                </c:pt>
                <c:pt idx="4898">
                  <c:v>-0.4</c:v>
                </c:pt>
                <c:pt idx="4899">
                  <c:v>-0.4</c:v>
                </c:pt>
                <c:pt idx="4900">
                  <c:v>-0.4</c:v>
                </c:pt>
                <c:pt idx="4901">
                  <c:v>-0.4</c:v>
                </c:pt>
                <c:pt idx="4902">
                  <c:v>-0.4</c:v>
                </c:pt>
                <c:pt idx="4903">
                  <c:v>-0.4</c:v>
                </c:pt>
                <c:pt idx="4904">
                  <c:v>-0.4</c:v>
                </c:pt>
                <c:pt idx="4905">
                  <c:v>-0.4</c:v>
                </c:pt>
                <c:pt idx="4906">
                  <c:v>-0.4</c:v>
                </c:pt>
                <c:pt idx="4907">
                  <c:v>-0.4</c:v>
                </c:pt>
                <c:pt idx="4908">
                  <c:v>-0.4</c:v>
                </c:pt>
                <c:pt idx="4909">
                  <c:v>-0.4</c:v>
                </c:pt>
                <c:pt idx="4910">
                  <c:v>-0.4</c:v>
                </c:pt>
                <c:pt idx="4911">
                  <c:v>-0.4</c:v>
                </c:pt>
                <c:pt idx="4912">
                  <c:v>-0.4</c:v>
                </c:pt>
                <c:pt idx="4913">
                  <c:v>-0.4</c:v>
                </c:pt>
                <c:pt idx="4914">
                  <c:v>-0.4</c:v>
                </c:pt>
                <c:pt idx="4915">
                  <c:v>-0.4</c:v>
                </c:pt>
                <c:pt idx="4916">
                  <c:v>-0.4</c:v>
                </c:pt>
                <c:pt idx="4917">
                  <c:v>-0.4</c:v>
                </c:pt>
                <c:pt idx="4918">
                  <c:v>-0.4</c:v>
                </c:pt>
                <c:pt idx="4919">
                  <c:v>-0.4</c:v>
                </c:pt>
                <c:pt idx="4920">
                  <c:v>-0.4</c:v>
                </c:pt>
                <c:pt idx="4921">
                  <c:v>-0.4</c:v>
                </c:pt>
                <c:pt idx="4922">
                  <c:v>-0.4</c:v>
                </c:pt>
                <c:pt idx="4923">
                  <c:v>-0.4</c:v>
                </c:pt>
                <c:pt idx="4924">
                  <c:v>-0.4</c:v>
                </c:pt>
                <c:pt idx="4925">
                  <c:v>-0.4</c:v>
                </c:pt>
                <c:pt idx="4926">
                  <c:v>-0.4</c:v>
                </c:pt>
                <c:pt idx="4927">
                  <c:v>-0.4</c:v>
                </c:pt>
                <c:pt idx="4928">
                  <c:v>-0.4</c:v>
                </c:pt>
                <c:pt idx="4929">
                  <c:v>-0.4</c:v>
                </c:pt>
                <c:pt idx="4930">
                  <c:v>-0.4</c:v>
                </c:pt>
                <c:pt idx="4931">
                  <c:v>-0.4</c:v>
                </c:pt>
                <c:pt idx="4932">
                  <c:v>-0.4</c:v>
                </c:pt>
                <c:pt idx="4933">
                  <c:v>-0.4</c:v>
                </c:pt>
                <c:pt idx="4934">
                  <c:v>-0.4</c:v>
                </c:pt>
                <c:pt idx="4935">
                  <c:v>-0.4</c:v>
                </c:pt>
                <c:pt idx="4936">
                  <c:v>-0.4</c:v>
                </c:pt>
                <c:pt idx="4937">
                  <c:v>-0.4</c:v>
                </c:pt>
                <c:pt idx="4938">
                  <c:v>-0.4</c:v>
                </c:pt>
                <c:pt idx="4939">
                  <c:v>-0.4</c:v>
                </c:pt>
                <c:pt idx="4940">
                  <c:v>-0.4</c:v>
                </c:pt>
                <c:pt idx="4941">
                  <c:v>-0.4</c:v>
                </c:pt>
                <c:pt idx="4942">
                  <c:v>-0.4</c:v>
                </c:pt>
                <c:pt idx="4943">
                  <c:v>-0.4</c:v>
                </c:pt>
                <c:pt idx="4944">
                  <c:v>-0.4</c:v>
                </c:pt>
                <c:pt idx="4945">
                  <c:v>-0.4</c:v>
                </c:pt>
                <c:pt idx="4946">
                  <c:v>-0.4</c:v>
                </c:pt>
                <c:pt idx="4947">
                  <c:v>-0.4</c:v>
                </c:pt>
                <c:pt idx="4948">
                  <c:v>-0.4</c:v>
                </c:pt>
                <c:pt idx="4949">
                  <c:v>-0.4</c:v>
                </c:pt>
                <c:pt idx="4950">
                  <c:v>-0.4</c:v>
                </c:pt>
                <c:pt idx="4951">
                  <c:v>-0.4</c:v>
                </c:pt>
                <c:pt idx="4952">
                  <c:v>-0.4</c:v>
                </c:pt>
                <c:pt idx="4953">
                  <c:v>-0.4</c:v>
                </c:pt>
                <c:pt idx="4954">
                  <c:v>-0.4</c:v>
                </c:pt>
                <c:pt idx="4955">
                  <c:v>-0.4</c:v>
                </c:pt>
                <c:pt idx="4956">
                  <c:v>-0.4</c:v>
                </c:pt>
                <c:pt idx="4957">
                  <c:v>-0.4</c:v>
                </c:pt>
                <c:pt idx="4958">
                  <c:v>-0.4</c:v>
                </c:pt>
                <c:pt idx="4959">
                  <c:v>-0.4</c:v>
                </c:pt>
                <c:pt idx="4960">
                  <c:v>-0.4</c:v>
                </c:pt>
                <c:pt idx="4961">
                  <c:v>-0.4</c:v>
                </c:pt>
                <c:pt idx="4962">
                  <c:v>-0.4</c:v>
                </c:pt>
                <c:pt idx="4963">
                  <c:v>-0.4</c:v>
                </c:pt>
                <c:pt idx="4964">
                  <c:v>-0.4</c:v>
                </c:pt>
                <c:pt idx="4965">
                  <c:v>-0.4</c:v>
                </c:pt>
                <c:pt idx="4966">
                  <c:v>-0.4</c:v>
                </c:pt>
                <c:pt idx="4967">
                  <c:v>-0.4</c:v>
                </c:pt>
                <c:pt idx="4968">
                  <c:v>-0.4</c:v>
                </c:pt>
                <c:pt idx="4969">
                  <c:v>-0.4</c:v>
                </c:pt>
                <c:pt idx="4970">
                  <c:v>-0.4</c:v>
                </c:pt>
                <c:pt idx="4971">
                  <c:v>-0.4</c:v>
                </c:pt>
                <c:pt idx="4972">
                  <c:v>-0.4</c:v>
                </c:pt>
                <c:pt idx="4973">
                  <c:v>-0.4</c:v>
                </c:pt>
                <c:pt idx="4974">
                  <c:v>-0.4</c:v>
                </c:pt>
                <c:pt idx="4975">
                  <c:v>-0.4</c:v>
                </c:pt>
                <c:pt idx="4976">
                  <c:v>-0.4</c:v>
                </c:pt>
                <c:pt idx="4977">
                  <c:v>-0.4</c:v>
                </c:pt>
                <c:pt idx="4978">
                  <c:v>-0.4</c:v>
                </c:pt>
                <c:pt idx="4979">
                  <c:v>-0.4</c:v>
                </c:pt>
                <c:pt idx="4980">
                  <c:v>-0.4</c:v>
                </c:pt>
                <c:pt idx="4981">
                  <c:v>-0.4</c:v>
                </c:pt>
                <c:pt idx="4982">
                  <c:v>-0.4</c:v>
                </c:pt>
                <c:pt idx="4983">
                  <c:v>-0.4</c:v>
                </c:pt>
                <c:pt idx="4984">
                  <c:v>-0.4</c:v>
                </c:pt>
                <c:pt idx="4985">
                  <c:v>-0.4</c:v>
                </c:pt>
                <c:pt idx="4986">
                  <c:v>-0.4</c:v>
                </c:pt>
                <c:pt idx="4987">
                  <c:v>-0.4</c:v>
                </c:pt>
                <c:pt idx="4988">
                  <c:v>-0.4</c:v>
                </c:pt>
                <c:pt idx="4989">
                  <c:v>-0.4</c:v>
                </c:pt>
                <c:pt idx="4990">
                  <c:v>-0.4</c:v>
                </c:pt>
                <c:pt idx="4991">
                  <c:v>-0.4</c:v>
                </c:pt>
                <c:pt idx="4992">
                  <c:v>-0.4</c:v>
                </c:pt>
                <c:pt idx="4993">
                  <c:v>-0.4</c:v>
                </c:pt>
                <c:pt idx="4994">
                  <c:v>-0.4</c:v>
                </c:pt>
                <c:pt idx="4995">
                  <c:v>-0.4</c:v>
                </c:pt>
                <c:pt idx="4996">
                  <c:v>-0.4</c:v>
                </c:pt>
                <c:pt idx="4997">
                  <c:v>-0.4</c:v>
                </c:pt>
                <c:pt idx="4998">
                  <c:v>-0.4</c:v>
                </c:pt>
                <c:pt idx="4999">
                  <c:v>-0.4</c:v>
                </c:pt>
                <c:pt idx="5000">
                  <c:v>-0.4</c:v>
                </c:pt>
                <c:pt idx="5001">
                  <c:v>-0.4</c:v>
                </c:pt>
                <c:pt idx="5002">
                  <c:v>-0.4</c:v>
                </c:pt>
                <c:pt idx="5003">
                  <c:v>-0.4</c:v>
                </c:pt>
                <c:pt idx="5004">
                  <c:v>-0.4</c:v>
                </c:pt>
                <c:pt idx="5005">
                  <c:v>-0.4</c:v>
                </c:pt>
                <c:pt idx="5006">
                  <c:v>-0.4</c:v>
                </c:pt>
                <c:pt idx="5007">
                  <c:v>-0.4</c:v>
                </c:pt>
                <c:pt idx="5008">
                  <c:v>-0.4</c:v>
                </c:pt>
                <c:pt idx="5009">
                  <c:v>-0.4</c:v>
                </c:pt>
                <c:pt idx="5010">
                  <c:v>-0.4</c:v>
                </c:pt>
                <c:pt idx="5011">
                  <c:v>-0.4</c:v>
                </c:pt>
                <c:pt idx="5012">
                  <c:v>-0.4</c:v>
                </c:pt>
                <c:pt idx="5013">
                  <c:v>-0.4</c:v>
                </c:pt>
                <c:pt idx="5014">
                  <c:v>-0.4</c:v>
                </c:pt>
                <c:pt idx="5015">
                  <c:v>-0.4</c:v>
                </c:pt>
                <c:pt idx="5016">
                  <c:v>-0.4</c:v>
                </c:pt>
                <c:pt idx="5017">
                  <c:v>-0.4</c:v>
                </c:pt>
                <c:pt idx="5018">
                  <c:v>-0.4</c:v>
                </c:pt>
                <c:pt idx="5019">
                  <c:v>-0.4</c:v>
                </c:pt>
                <c:pt idx="5020">
                  <c:v>-0.4</c:v>
                </c:pt>
                <c:pt idx="5021">
                  <c:v>-0.4</c:v>
                </c:pt>
                <c:pt idx="5022">
                  <c:v>-0.4</c:v>
                </c:pt>
                <c:pt idx="5023">
                  <c:v>-0.4</c:v>
                </c:pt>
                <c:pt idx="5024">
                  <c:v>-0.4</c:v>
                </c:pt>
                <c:pt idx="5025">
                  <c:v>-0.4</c:v>
                </c:pt>
                <c:pt idx="5026">
                  <c:v>-0.4</c:v>
                </c:pt>
                <c:pt idx="5027">
                  <c:v>-0.4</c:v>
                </c:pt>
                <c:pt idx="5028">
                  <c:v>-0.4</c:v>
                </c:pt>
                <c:pt idx="5029">
                  <c:v>-0.4</c:v>
                </c:pt>
                <c:pt idx="5030">
                  <c:v>-0.4</c:v>
                </c:pt>
                <c:pt idx="5031">
                  <c:v>-0.4</c:v>
                </c:pt>
                <c:pt idx="5032">
                  <c:v>-0.4</c:v>
                </c:pt>
                <c:pt idx="5033">
                  <c:v>-0.4</c:v>
                </c:pt>
                <c:pt idx="5034">
                  <c:v>-0.4</c:v>
                </c:pt>
                <c:pt idx="5035">
                  <c:v>-0.4</c:v>
                </c:pt>
                <c:pt idx="5036">
                  <c:v>-0.4</c:v>
                </c:pt>
                <c:pt idx="5037">
                  <c:v>-0.4</c:v>
                </c:pt>
                <c:pt idx="5038">
                  <c:v>-0.4</c:v>
                </c:pt>
                <c:pt idx="5039">
                  <c:v>-0.4</c:v>
                </c:pt>
                <c:pt idx="5040">
                  <c:v>-0.4</c:v>
                </c:pt>
                <c:pt idx="5041">
                  <c:v>-0.4</c:v>
                </c:pt>
                <c:pt idx="5042">
                  <c:v>-0.4</c:v>
                </c:pt>
                <c:pt idx="5043">
                  <c:v>-0.4</c:v>
                </c:pt>
                <c:pt idx="5044">
                  <c:v>-0.4</c:v>
                </c:pt>
                <c:pt idx="5045">
                  <c:v>-0.4</c:v>
                </c:pt>
                <c:pt idx="5046">
                  <c:v>-0.4</c:v>
                </c:pt>
                <c:pt idx="5047">
                  <c:v>-0.4</c:v>
                </c:pt>
                <c:pt idx="5048">
                  <c:v>-0.4</c:v>
                </c:pt>
                <c:pt idx="5049">
                  <c:v>-0.4</c:v>
                </c:pt>
                <c:pt idx="5050">
                  <c:v>-0.4</c:v>
                </c:pt>
                <c:pt idx="5051">
                  <c:v>-0.4</c:v>
                </c:pt>
                <c:pt idx="5052">
                  <c:v>-0.4</c:v>
                </c:pt>
                <c:pt idx="5053">
                  <c:v>-0.4</c:v>
                </c:pt>
                <c:pt idx="5054">
                  <c:v>-0.4</c:v>
                </c:pt>
                <c:pt idx="5055">
                  <c:v>-0.4</c:v>
                </c:pt>
                <c:pt idx="5056">
                  <c:v>-0.4</c:v>
                </c:pt>
                <c:pt idx="5057">
                  <c:v>-0.4</c:v>
                </c:pt>
                <c:pt idx="5058">
                  <c:v>-0.4</c:v>
                </c:pt>
                <c:pt idx="5059">
                  <c:v>-0.4</c:v>
                </c:pt>
                <c:pt idx="5060">
                  <c:v>-0.4</c:v>
                </c:pt>
                <c:pt idx="5061">
                  <c:v>-0.4</c:v>
                </c:pt>
                <c:pt idx="5062">
                  <c:v>-0.4</c:v>
                </c:pt>
                <c:pt idx="5063">
                  <c:v>-0.4</c:v>
                </c:pt>
                <c:pt idx="5064">
                  <c:v>-0.4</c:v>
                </c:pt>
                <c:pt idx="5065">
                  <c:v>-0.4</c:v>
                </c:pt>
                <c:pt idx="5066">
                  <c:v>-0.4</c:v>
                </c:pt>
                <c:pt idx="5067">
                  <c:v>-0.4</c:v>
                </c:pt>
                <c:pt idx="5068">
                  <c:v>-0.4</c:v>
                </c:pt>
                <c:pt idx="5069">
                  <c:v>-0.4</c:v>
                </c:pt>
                <c:pt idx="5070">
                  <c:v>-0.4</c:v>
                </c:pt>
                <c:pt idx="5071">
                  <c:v>-0.4</c:v>
                </c:pt>
                <c:pt idx="5072">
                  <c:v>-0.4</c:v>
                </c:pt>
                <c:pt idx="5073">
                  <c:v>-0.4</c:v>
                </c:pt>
                <c:pt idx="5074">
                  <c:v>-0.4</c:v>
                </c:pt>
                <c:pt idx="5075">
                  <c:v>-0.4</c:v>
                </c:pt>
                <c:pt idx="5076">
                  <c:v>-0.4</c:v>
                </c:pt>
                <c:pt idx="5077">
                  <c:v>-0.4</c:v>
                </c:pt>
                <c:pt idx="5078">
                  <c:v>-0.4</c:v>
                </c:pt>
                <c:pt idx="5079">
                  <c:v>-0.4</c:v>
                </c:pt>
                <c:pt idx="5080">
                  <c:v>-0.4</c:v>
                </c:pt>
                <c:pt idx="5081">
                  <c:v>-0.4</c:v>
                </c:pt>
                <c:pt idx="5082">
                  <c:v>-0.4</c:v>
                </c:pt>
                <c:pt idx="5083">
                  <c:v>-0.4</c:v>
                </c:pt>
                <c:pt idx="5084">
                  <c:v>-0.4</c:v>
                </c:pt>
                <c:pt idx="5085">
                  <c:v>-0.4</c:v>
                </c:pt>
                <c:pt idx="5086">
                  <c:v>-0.4</c:v>
                </c:pt>
                <c:pt idx="5087">
                  <c:v>-0.4</c:v>
                </c:pt>
                <c:pt idx="5088">
                  <c:v>-0.4</c:v>
                </c:pt>
                <c:pt idx="5089">
                  <c:v>-0.4</c:v>
                </c:pt>
                <c:pt idx="5090">
                  <c:v>-0.4</c:v>
                </c:pt>
                <c:pt idx="5091">
                  <c:v>-0.4</c:v>
                </c:pt>
                <c:pt idx="5092">
                  <c:v>-0.4</c:v>
                </c:pt>
                <c:pt idx="5093">
                  <c:v>-0.4</c:v>
                </c:pt>
                <c:pt idx="5094">
                  <c:v>-0.4</c:v>
                </c:pt>
                <c:pt idx="5095">
                  <c:v>-0.4</c:v>
                </c:pt>
                <c:pt idx="5096">
                  <c:v>-0.4</c:v>
                </c:pt>
                <c:pt idx="5097">
                  <c:v>-0.4</c:v>
                </c:pt>
                <c:pt idx="5098">
                  <c:v>-0.4</c:v>
                </c:pt>
                <c:pt idx="5099">
                  <c:v>-0.4</c:v>
                </c:pt>
                <c:pt idx="5100">
                  <c:v>-0.4</c:v>
                </c:pt>
                <c:pt idx="5101">
                  <c:v>-0.4</c:v>
                </c:pt>
                <c:pt idx="5102">
                  <c:v>-0.4</c:v>
                </c:pt>
                <c:pt idx="5103">
                  <c:v>-0.4</c:v>
                </c:pt>
                <c:pt idx="5104">
                  <c:v>-0.4</c:v>
                </c:pt>
                <c:pt idx="5105">
                  <c:v>-0.4</c:v>
                </c:pt>
                <c:pt idx="5106">
                  <c:v>-0.4</c:v>
                </c:pt>
                <c:pt idx="5107">
                  <c:v>-0.4</c:v>
                </c:pt>
                <c:pt idx="5108">
                  <c:v>-0.4</c:v>
                </c:pt>
                <c:pt idx="5109">
                  <c:v>-0.4</c:v>
                </c:pt>
                <c:pt idx="5110">
                  <c:v>-0.4</c:v>
                </c:pt>
                <c:pt idx="5111">
                  <c:v>-0.4</c:v>
                </c:pt>
                <c:pt idx="5112">
                  <c:v>-0.4</c:v>
                </c:pt>
                <c:pt idx="5113">
                  <c:v>-0.4</c:v>
                </c:pt>
                <c:pt idx="5114">
                  <c:v>-0.4</c:v>
                </c:pt>
                <c:pt idx="5115">
                  <c:v>-0.4</c:v>
                </c:pt>
                <c:pt idx="5116">
                  <c:v>-0.4</c:v>
                </c:pt>
                <c:pt idx="5117">
                  <c:v>-0.4</c:v>
                </c:pt>
                <c:pt idx="5118">
                  <c:v>-0.4</c:v>
                </c:pt>
                <c:pt idx="5119">
                  <c:v>-0.4</c:v>
                </c:pt>
                <c:pt idx="5120">
                  <c:v>-0.4</c:v>
                </c:pt>
                <c:pt idx="5121">
                  <c:v>-0.4</c:v>
                </c:pt>
                <c:pt idx="5122">
                  <c:v>-0.4</c:v>
                </c:pt>
                <c:pt idx="5123">
                  <c:v>-0.4</c:v>
                </c:pt>
                <c:pt idx="5124">
                  <c:v>-0.4</c:v>
                </c:pt>
                <c:pt idx="5125">
                  <c:v>-0.4</c:v>
                </c:pt>
                <c:pt idx="5126">
                  <c:v>-0.4</c:v>
                </c:pt>
                <c:pt idx="5127">
                  <c:v>-0.4</c:v>
                </c:pt>
                <c:pt idx="5128">
                  <c:v>-0.4</c:v>
                </c:pt>
                <c:pt idx="5129">
                  <c:v>-0.4</c:v>
                </c:pt>
                <c:pt idx="5130">
                  <c:v>-0.4</c:v>
                </c:pt>
                <c:pt idx="5131">
                  <c:v>-0.4</c:v>
                </c:pt>
                <c:pt idx="5132">
                  <c:v>-0.4</c:v>
                </c:pt>
                <c:pt idx="5133">
                  <c:v>-0.4</c:v>
                </c:pt>
                <c:pt idx="5134">
                  <c:v>-0.4</c:v>
                </c:pt>
                <c:pt idx="5135">
                  <c:v>-0.4</c:v>
                </c:pt>
                <c:pt idx="5136">
                  <c:v>-0.4</c:v>
                </c:pt>
                <c:pt idx="5137">
                  <c:v>-0.4</c:v>
                </c:pt>
                <c:pt idx="5138">
                  <c:v>-0.5</c:v>
                </c:pt>
                <c:pt idx="5139">
                  <c:v>-0.5</c:v>
                </c:pt>
                <c:pt idx="5140">
                  <c:v>-0.5</c:v>
                </c:pt>
                <c:pt idx="5141">
                  <c:v>-0.5</c:v>
                </c:pt>
                <c:pt idx="5142">
                  <c:v>-0.5</c:v>
                </c:pt>
                <c:pt idx="5143">
                  <c:v>-0.5</c:v>
                </c:pt>
                <c:pt idx="5144">
                  <c:v>-0.5</c:v>
                </c:pt>
                <c:pt idx="5145">
                  <c:v>-0.5</c:v>
                </c:pt>
                <c:pt idx="5146">
                  <c:v>-0.5</c:v>
                </c:pt>
                <c:pt idx="5147">
                  <c:v>-0.5</c:v>
                </c:pt>
                <c:pt idx="5148">
                  <c:v>-0.5</c:v>
                </c:pt>
                <c:pt idx="5149">
                  <c:v>-0.5</c:v>
                </c:pt>
                <c:pt idx="5150">
                  <c:v>-0.5</c:v>
                </c:pt>
                <c:pt idx="5151">
                  <c:v>-0.5</c:v>
                </c:pt>
                <c:pt idx="5152">
                  <c:v>-0.5</c:v>
                </c:pt>
                <c:pt idx="5153">
                  <c:v>-0.5</c:v>
                </c:pt>
                <c:pt idx="5154">
                  <c:v>-0.5</c:v>
                </c:pt>
                <c:pt idx="5155">
                  <c:v>-0.5</c:v>
                </c:pt>
                <c:pt idx="5156">
                  <c:v>-0.5</c:v>
                </c:pt>
                <c:pt idx="5157">
                  <c:v>-0.5</c:v>
                </c:pt>
                <c:pt idx="5158">
                  <c:v>-0.5</c:v>
                </c:pt>
                <c:pt idx="5159">
                  <c:v>-0.5</c:v>
                </c:pt>
                <c:pt idx="5160">
                  <c:v>-0.5</c:v>
                </c:pt>
                <c:pt idx="5161">
                  <c:v>-0.5</c:v>
                </c:pt>
                <c:pt idx="5162">
                  <c:v>-0.5</c:v>
                </c:pt>
                <c:pt idx="5163">
                  <c:v>-0.5</c:v>
                </c:pt>
                <c:pt idx="5164">
                  <c:v>-0.5</c:v>
                </c:pt>
                <c:pt idx="5165">
                  <c:v>-0.5</c:v>
                </c:pt>
                <c:pt idx="5166">
                  <c:v>-0.5</c:v>
                </c:pt>
                <c:pt idx="5167">
                  <c:v>-0.5</c:v>
                </c:pt>
                <c:pt idx="5168">
                  <c:v>-0.5</c:v>
                </c:pt>
                <c:pt idx="5169">
                  <c:v>-0.5</c:v>
                </c:pt>
                <c:pt idx="5170">
                  <c:v>-0.5</c:v>
                </c:pt>
                <c:pt idx="5171">
                  <c:v>-0.5</c:v>
                </c:pt>
                <c:pt idx="5172">
                  <c:v>-0.5</c:v>
                </c:pt>
                <c:pt idx="5173">
                  <c:v>-0.5</c:v>
                </c:pt>
                <c:pt idx="5174">
                  <c:v>-0.5</c:v>
                </c:pt>
                <c:pt idx="5175">
                  <c:v>-0.5</c:v>
                </c:pt>
                <c:pt idx="5176">
                  <c:v>-0.5</c:v>
                </c:pt>
                <c:pt idx="5177">
                  <c:v>-0.5</c:v>
                </c:pt>
                <c:pt idx="5178">
                  <c:v>-0.5</c:v>
                </c:pt>
                <c:pt idx="5179">
                  <c:v>-0.5</c:v>
                </c:pt>
                <c:pt idx="5180">
                  <c:v>-0.5</c:v>
                </c:pt>
                <c:pt idx="5181">
                  <c:v>-0.5</c:v>
                </c:pt>
                <c:pt idx="5182">
                  <c:v>-0.5</c:v>
                </c:pt>
                <c:pt idx="5183">
                  <c:v>-0.5</c:v>
                </c:pt>
                <c:pt idx="5184">
                  <c:v>-0.5</c:v>
                </c:pt>
                <c:pt idx="5185">
                  <c:v>-0.5</c:v>
                </c:pt>
                <c:pt idx="5186">
                  <c:v>-0.5</c:v>
                </c:pt>
                <c:pt idx="5187">
                  <c:v>-0.5</c:v>
                </c:pt>
                <c:pt idx="5188">
                  <c:v>-0.5</c:v>
                </c:pt>
                <c:pt idx="5189">
                  <c:v>-0.5</c:v>
                </c:pt>
                <c:pt idx="5190">
                  <c:v>-0.5</c:v>
                </c:pt>
                <c:pt idx="5191">
                  <c:v>-0.5</c:v>
                </c:pt>
                <c:pt idx="5192">
                  <c:v>-0.5</c:v>
                </c:pt>
                <c:pt idx="5193">
                  <c:v>-0.5</c:v>
                </c:pt>
                <c:pt idx="5194">
                  <c:v>-0.5</c:v>
                </c:pt>
                <c:pt idx="5195">
                  <c:v>-0.5</c:v>
                </c:pt>
                <c:pt idx="5196">
                  <c:v>-0.5</c:v>
                </c:pt>
                <c:pt idx="5197">
                  <c:v>-0.5</c:v>
                </c:pt>
                <c:pt idx="5198">
                  <c:v>-0.5</c:v>
                </c:pt>
                <c:pt idx="5199">
                  <c:v>-0.5</c:v>
                </c:pt>
                <c:pt idx="5200">
                  <c:v>-0.5</c:v>
                </c:pt>
                <c:pt idx="5201">
                  <c:v>-0.5</c:v>
                </c:pt>
                <c:pt idx="5202">
                  <c:v>-0.5</c:v>
                </c:pt>
                <c:pt idx="5203">
                  <c:v>-0.5</c:v>
                </c:pt>
                <c:pt idx="5204">
                  <c:v>-0.5</c:v>
                </c:pt>
                <c:pt idx="5205">
                  <c:v>-0.5</c:v>
                </c:pt>
                <c:pt idx="5206">
                  <c:v>-0.5</c:v>
                </c:pt>
                <c:pt idx="5207">
                  <c:v>-0.5</c:v>
                </c:pt>
                <c:pt idx="5208">
                  <c:v>-0.5</c:v>
                </c:pt>
                <c:pt idx="5209">
                  <c:v>-0.5</c:v>
                </c:pt>
                <c:pt idx="5210">
                  <c:v>-0.5</c:v>
                </c:pt>
                <c:pt idx="5211">
                  <c:v>-0.5</c:v>
                </c:pt>
                <c:pt idx="5212">
                  <c:v>-0.5</c:v>
                </c:pt>
                <c:pt idx="5213">
                  <c:v>-0.5</c:v>
                </c:pt>
                <c:pt idx="5214">
                  <c:v>-0.5</c:v>
                </c:pt>
                <c:pt idx="5215">
                  <c:v>-0.5</c:v>
                </c:pt>
                <c:pt idx="5216">
                  <c:v>-0.5</c:v>
                </c:pt>
                <c:pt idx="5217">
                  <c:v>-0.5</c:v>
                </c:pt>
                <c:pt idx="5218">
                  <c:v>-0.5</c:v>
                </c:pt>
                <c:pt idx="5219">
                  <c:v>-0.5</c:v>
                </c:pt>
                <c:pt idx="5220">
                  <c:v>-0.5</c:v>
                </c:pt>
                <c:pt idx="5221">
                  <c:v>-0.5</c:v>
                </c:pt>
                <c:pt idx="5222">
                  <c:v>-0.5</c:v>
                </c:pt>
                <c:pt idx="5223">
                  <c:v>-0.5</c:v>
                </c:pt>
                <c:pt idx="5224">
                  <c:v>-0.5</c:v>
                </c:pt>
                <c:pt idx="5225">
                  <c:v>-0.5</c:v>
                </c:pt>
                <c:pt idx="5226">
                  <c:v>-0.5</c:v>
                </c:pt>
                <c:pt idx="5227">
                  <c:v>-0.5</c:v>
                </c:pt>
                <c:pt idx="5228">
                  <c:v>-0.5</c:v>
                </c:pt>
                <c:pt idx="5229">
                  <c:v>-0.5</c:v>
                </c:pt>
                <c:pt idx="5230">
                  <c:v>-0.5</c:v>
                </c:pt>
                <c:pt idx="5231">
                  <c:v>-0.5</c:v>
                </c:pt>
                <c:pt idx="5232">
                  <c:v>-0.5</c:v>
                </c:pt>
                <c:pt idx="5233">
                  <c:v>-0.5</c:v>
                </c:pt>
                <c:pt idx="5234">
                  <c:v>-0.5</c:v>
                </c:pt>
                <c:pt idx="5235">
                  <c:v>-0.5</c:v>
                </c:pt>
                <c:pt idx="5236">
                  <c:v>-0.5</c:v>
                </c:pt>
                <c:pt idx="5237">
                  <c:v>-0.5</c:v>
                </c:pt>
                <c:pt idx="5238">
                  <c:v>-0.5</c:v>
                </c:pt>
                <c:pt idx="5239">
                  <c:v>-0.5</c:v>
                </c:pt>
                <c:pt idx="5240">
                  <c:v>-0.5</c:v>
                </c:pt>
                <c:pt idx="5241">
                  <c:v>-0.5</c:v>
                </c:pt>
                <c:pt idx="5242">
                  <c:v>-0.5</c:v>
                </c:pt>
                <c:pt idx="5243">
                  <c:v>-0.5</c:v>
                </c:pt>
                <c:pt idx="5244">
                  <c:v>-0.5</c:v>
                </c:pt>
                <c:pt idx="5245">
                  <c:v>-0.5</c:v>
                </c:pt>
                <c:pt idx="5246">
                  <c:v>-0.5</c:v>
                </c:pt>
                <c:pt idx="5247">
                  <c:v>-0.5</c:v>
                </c:pt>
                <c:pt idx="5248">
                  <c:v>-0.5</c:v>
                </c:pt>
                <c:pt idx="5249">
                  <c:v>-0.5</c:v>
                </c:pt>
                <c:pt idx="5250">
                  <c:v>-0.5</c:v>
                </c:pt>
                <c:pt idx="5251">
                  <c:v>-0.5</c:v>
                </c:pt>
                <c:pt idx="5252">
                  <c:v>-0.5</c:v>
                </c:pt>
                <c:pt idx="5253">
                  <c:v>-0.5</c:v>
                </c:pt>
                <c:pt idx="5254">
                  <c:v>-0.5</c:v>
                </c:pt>
                <c:pt idx="5255">
                  <c:v>-0.5</c:v>
                </c:pt>
                <c:pt idx="5256">
                  <c:v>-0.5</c:v>
                </c:pt>
                <c:pt idx="5257">
                  <c:v>-0.5</c:v>
                </c:pt>
                <c:pt idx="5258">
                  <c:v>-0.5</c:v>
                </c:pt>
                <c:pt idx="5259">
                  <c:v>-0.5</c:v>
                </c:pt>
                <c:pt idx="5260">
                  <c:v>-0.5</c:v>
                </c:pt>
                <c:pt idx="5261">
                  <c:v>-0.5</c:v>
                </c:pt>
                <c:pt idx="5262">
                  <c:v>-0.5</c:v>
                </c:pt>
                <c:pt idx="5263">
                  <c:v>-0.5</c:v>
                </c:pt>
                <c:pt idx="5264">
                  <c:v>-0.5</c:v>
                </c:pt>
                <c:pt idx="5265">
                  <c:v>-0.5</c:v>
                </c:pt>
                <c:pt idx="5266">
                  <c:v>-0.5</c:v>
                </c:pt>
                <c:pt idx="5267">
                  <c:v>-0.5</c:v>
                </c:pt>
                <c:pt idx="5268">
                  <c:v>-0.5</c:v>
                </c:pt>
                <c:pt idx="5269">
                  <c:v>-0.5</c:v>
                </c:pt>
                <c:pt idx="5270">
                  <c:v>-0.5</c:v>
                </c:pt>
                <c:pt idx="5271">
                  <c:v>-0.5</c:v>
                </c:pt>
                <c:pt idx="5272">
                  <c:v>-0.5</c:v>
                </c:pt>
                <c:pt idx="5273">
                  <c:v>-0.5</c:v>
                </c:pt>
                <c:pt idx="5274">
                  <c:v>-0.5</c:v>
                </c:pt>
                <c:pt idx="5275">
                  <c:v>-0.5</c:v>
                </c:pt>
                <c:pt idx="5276">
                  <c:v>-0.5</c:v>
                </c:pt>
                <c:pt idx="5277">
                  <c:v>-0.5</c:v>
                </c:pt>
                <c:pt idx="5278">
                  <c:v>-0.5</c:v>
                </c:pt>
                <c:pt idx="5279">
                  <c:v>-0.5</c:v>
                </c:pt>
                <c:pt idx="5280">
                  <c:v>-0.5</c:v>
                </c:pt>
                <c:pt idx="5281">
                  <c:v>-0.5</c:v>
                </c:pt>
                <c:pt idx="5282">
                  <c:v>-0.5</c:v>
                </c:pt>
                <c:pt idx="5283">
                  <c:v>-0.5</c:v>
                </c:pt>
                <c:pt idx="5284">
                  <c:v>-0.5</c:v>
                </c:pt>
                <c:pt idx="5285">
                  <c:v>-0.5</c:v>
                </c:pt>
                <c:pt idx="5286">
                  <c:v>-0.5</c:v>
                </c:pt>
                <c:pt idx="5287">
                  <c:v>-0.5</c:v>
                </c:pt>
                <c:pt idx="5288">
                  <c:v>-0.5</c:v>
                </c:pt>
                <c:pt idx="5289">
                  <c:v>-0.5</c:v>
                </c:pt>
                <c:pt idx="5290">
                  <c:v>-0.5</c:v>
                </c:pt>
                <c:pt idx="5291">
                  <c:v>-0.5</c:v>
                </c:pt>
                <c:pt idx="5292">
                  <c:v>-0.5</c:v>
                </c:pt>
                <c:pt idx="5293">
                  <c:v>-0.5</c:v>
                </c:pt>
                <c:pt idx="5294">
                  <c:v>-0.5</c:v>
                </c:pt>
                <c:pt idx="5295">
                  <c:v>-0.5</c:v>
                </c:pt>
                <c:pt idx="5296">
                  <c:v>-0.5</c:v>
                </c:pt>
                <c:pt idx="5297">
                  <c:v>-0.5</c:v>
                </c:pt>
                <c:pt idx="5298">
                  <c:v>-0.5</c:v>
                </c:pt>
                <c:pt idx="5299">
                  <c:v>-0.5</c:v>
                </c:pt>
                <c:pt idx="5300">
                  <c:v>-0.5</c:v>
                </c:pt>
                <c:pt idx="5301">
                  <c:v>-0.5</c:v>
                </c:pt>
                <c:pt idx="5302">
                  <c:v>-0.5</c:v>
                </c:pt>
                <c:pt idx="5303">
                  <c:v>-0.5</c:v>
                </c:pt>
                <c:pt idx="5304">
                  <c:v>-0.5</c:v>
                </c:pt>
                <c:pt idx="5305">
                  <c:v>-0.5</c:v>
                </c:pt>
                <c:pt idx="5306">
                  <c:v>-0.5</c:v>
                </c:pt>
                <c:pt idx="5307">
                  <c:v>-0.5</c:v>
                </c:pt>
                <c:pt idx="5308">
                  <c:v>-0.5</c:v>
                </c:pt>
                <c:pt idx="5309">
                  <c:v>-0.5</c:v>
                </c:pt>
                <c:pt idx="5310">
                  <c:v>-0.5</c:v>
                </c:pt>
                <c:pt idx="5311">
                  <c:v>-0.5</c:v>
                </c:pt>
                <c:pt idx="5312">
                  <c:v>-0.5</c:v>
                </c:pt>
                <c:pt idx="5313">
                  <c:v>-0.5</c:v>
                </c:pt>
                <c:pt idx="5314">
                  <c:v>-0.5</c:v>
                </c:pt>
                <c:pt idx="5315">
                  <c:v>-0.5</c:v>
                </c:pt>
                <c:pt idx="5316">
                  <c:v>-0.5</c:v>
                </c:pt>
                <c:pt idx="5317">
                  <c:v>-0.5</c:v>
                </c:pt>
                <c:pt idx="5318">
                  <c:v>-0.5</c:v>
                </c:pt>
                <c:pt idx="5319">
                  <c:v>-0.5</c:v>
                </c:pt>
                <c:pt idx="5320">
                  <c:v>-0.5</c:v>
                </c:pt>
                <c:pt idx="5321">
                  <c:v>-0.5</c:v>
                </c:pt>
                <c:pt idx="5322">
                  <c:v>-0.5</c:v>
                </c:pt>
                <c:pt idx="5323">
                  <c:v>-0.5</c:v>
                </c:pt>
                <c:pt idx="5324">
                  <c:v>-0.5</c:v>
                </c:pt>
                <c:pt idx="5325">
                  <c:v>-0.5</c:v>
                </c:pt>
                <c:pt idx="5326">
                  <c:v>-0.5</c:v>
                </c:pt>
                <c:pt idx="5327">
                  <c:v>-0.5</c:v>
                </c:pt>
                <c:pt idx="5328">
                  <c:v>-0.5</c:v>
                </c:pt>
                <c:pt idx="5329">
                  <c:v>-0.5</c:v>
                </c:pt>
                <c:pt idx="5330">
                  <c:v>-0.5</c:v>
                </c:pt>
                <c:pt idx="5331">
                  <c:v>-0.5</c:v>
                </c:pt>
                <c:pt idx="5332">
                  <c:v>-0.5</c:v>
                </c:pt>
                <c:pt idx="5333">
                  <c:v>-0.5</c:v>
                </c:pt>
                <c:pt idx="5334">
                  <c:v>-0.5</c:v>
                </c:pt>
                <c:pt idx="5335">
                  <c:v>-0.5</c:v>
                </c:pt>
                <c:pt idx="5336">
                  <c:v>-0.5</c:v>
                </c:pt>
                <c:pt idx="5337">
                  <c:v>-0.5</c:v>
                </c:pt>
                <c:pt idx="5338">
                  <c:v>-0.5</c:v>
                </c:pt>
                <c:pt idx="5339">
                  <c:v>-0.5</c:v>
                </c:pt>
                <c:pt idx="5340">
                  <c:v>-0.5</c:v>
                </c:pt>
                <c:pt idx="5341">
                  <c:v>-0.5</c:v>
                </c:pt>
                <c:pt idx="5342">
                  <c:v>-0.5</c:v>
                </c:pt>
                <c:pt idx="5343">
                  <c:v>-0.5</c:v>
                </c:pt>
                <c:pt idx="5344">
                  <c:v>-0.5</c:v>
                </c:pt>
                <c:pt idx="5345">
                  <c:v>-0.5</c:v>
                </c:pt>
                <c:pt idx="5346">
                  <c:v>-0.5</c:v>
                </c:pt>
                <c:pt idx="5347">
                  <c:v>-0.5</c:v>
                </c:pt>
                <c:pt idx="5348">
                  <c:v>-0.5</c:v>
                </c:pt>
                <c:pt idx="5349">
                  <c:v>-0.5</c:v>
                </c:pt>
                <c:pt idx="5350">
                  <c:v>-0.5</c:v>
                </c:pt>
                <c:pt idx="5351">
                  <c:v>-0.5</c:v>
                </c:pt>
                <c:pt idx="5352">
                  <c:v>-0.5</c:v>
                </c:pt>
                <c:pt idx="5353">
                  <c:v>-0.5</c:v>
                </c:pt>
                <c:pt idx="5354">
                  <c:v>-0.5</c:v>
                </c:pt>
                <c:pt idx="5355">
                  <c:v>-0.5</c:v>
                </c:pt>
                <c:pt idx="5356">
                  <c:v>-0.5</c:v>
                </c:pt>
                <c:pt idx="5357">
                  <c:v>-0.5</c:v>
                </c:pt>
                <c:pt idx="5358">
                  <c:v>-0.5</c:v>
                </c:pt>
                <c:pt idx="5359">
                  <c:v>-0.5</c:v>
                </c:pt>
                <c:pt idx="5360">
                  <c:v>-0.5</c:v>
                </c:pt>
                <c:pt idx="5361">
                  <c:v>-0.5</c:v>
                </c:pt>
                <c:pt idx="5362">
                  <c:v>-0.5</c:v>
                </c:pt>
                <c:pt idx="5363">
                  <c:v>-0.5</c:v>
                </c:pt>
                <c:pt idx="5364">
                  <c:v>-0.5</c:v>
                </c:pt>
                <c:pt idx="5365">
                  <c:v>-0.5</c:v>
                </c:pt>
                <c:pt idx="5366">
                  <c:v>-0.5</c:v>
                </c:pt>
                <c:pt idx="5367">
                  <c:v>-0.5</c:v>
                </c:pt>
                <c:pt idx="5368">
                  <c:v>-0.5</c:v>
                </c:pt>
                <c:pt idx="5369">
                  <c:v>-0.5</c:v>
                </c:pt>
                <c:pt idx="5370">
                  <c:v>-0.5</c:v>
                </c:pt>
                <c:pt idx="5371">
                  <c:v>-0.5</c:v>
                </c:pt>
                <c:pt idx="5372">
                  <c:v>-0.5</c:v>
                </c:pt>
                <c:pt idx="5373">
                  <c:v>-0.5</c:v>
                </c:pt>
                <c:pt idx="5374">
                  <c:v>-0.5</c:v>
                </c:pt>
                <c:pt idx="5375">
                  <c:v>-0.5</c:v>
                </c:pt>
                <c:pt idx="5376">
                  <c:v>-0.5</c:v>
                </c:pt>
                <c:pt idx="5377">
                  <c:v>-0.5</c:v>
                </c:pt>
                <c:pt idx="5378">
                  <c:v>-0.5</c:v>
                </c:pt>
                <c:pt idx="5379">
                  <c:v>-0.5</c:v>
                </c:pt>
                <c:pt idx="5380">
                  <c:v>-0.5</c:v>
                </c:pt>
                <c:pt idx="5381">
                  <c:v>-0.5</c:v>
                </c:pt>
                <c:pt idx="5382">
                  <c:v>-0.5</c:v>
                </c:pt>
                <c:pt idx="5383">
                  <c:v>-0.5</c:v>
                </c:pt>
                <c:pt idx="5384">
                  <c:v>-0.5</c:v>
                </c:pt>
                <c:pt idx="5385">
                  <c:v>-0.5</c:v>
                </c:pt>
                <c:pt idx="5386">
                  <c:v>-0.5</c:v>
                </c:pt>
                <c:pt idx="5387">
                  <c:v>-0.5</c:v>
                </c:pt>
                <c:pt idx="5388">
                  <c:v>-0.5</c:v>
                </c:pt>
                <c:pt idx="5389">
                  <c:v>-0.5</c:v>
                </c:pt>
                <c:pt idx="5390">
                  <c:v>-0.5</c:v>
                </c:pt>
                <c:pt idx="5391">
                  <c:v>-0.5</c:v>
                </c:pt>
                <c:pt idx="5392">
                  <c:v>-0.5</c:v>
                </c:pt>
                <c:pt idx="5393">
                  <c:v>-0.5</c:v>
                </c:pt>
                <c:pt idx="5394">
                  <c:v>-0.5</c:v>
                </c:pt>
                <c:pt idx="5395">
                  <c:v>-0.5</c:v>
                </c:pt>
                <c:pt idx="5396">
                  <c:v>-0.5</c:v>
                </c:pt>
                <c:pt idx="5397">
                  <c:v>-0.5</c:v>
                </c:pt>
                <c:pt idx="5398">
                  <c:v>-0.5</c:v>
                </c:pt>
                <c:pt idx="5399">
                  <c:v>-0.5</c:v>
                </c:pt>
                <c:pt idx="5400">
                  <c:v>-0.5</c:v>
                </c:pt>
                <c:pt idx="5401">
                  <c:v>-0.5</c:v>
                </c:pt>
                <c:pt idx="5402">
                  <c:v>-0.5</c:v>
                </c:pt>
                <c:pt idx="5403">
                  <c:v>-0.5</c:v>
                </c:pt>
                <c:pt idx="5404">
                  <c:v>-0.5</c:v>
                </c:pt>
                <c:pt idx="5405">
                  <c:v>-0.5</c:v>
                </c:pt>
                <c:pt idx="5406">
                  <c:v>-0.5</c:v>
                </c:pt>
                <c:pt idx="5407">
                  <c:v>-0.5</c:v>
                </c:pt>
                <c:pt idx="5408">
                  <c:v>-0.5</c:v>
                </c:pt>
                <c:pt idx="5409">
                  <c:v>-0.5</c:v>
                </c:pt>
                <c:pt idx="5410">
                  <c:v>-0.5</c:v>
                </c:pt>
                <c:pt idx="5411">
                  <c:v>-0.5</c:v>
                </c:pt>
                <c:pt idx="5412">
                  <c:v>-0.5</c:v>
                </c:pt>
                <c:pt idx="5413">
                  <c:v>-0.5</c:v>
                </c:pt>
                <c:pt idx="5414">
                  <c:v>-0.5</c:v>
                </c:pt>
                <c:pt idx="5415">
                  <c:v>-0.5</c:v>
                </c:pt>
                <c:pt idx="5416">
                  <c:v>-0.5</c:v>
                </c:pt>
                <c:pt idx="5417">
                  <c:v>-0.5</c:v>
                </c:pt>
                <c:pt idx="5418">
                  <c:v>-0.5</c:v>
                </c:pt>
                <c:pt idx="5419">
                  <c:v>-0.5</c:v>
                </c:pt>
                <c:pt idx="5420">
                  <c:v>-0.5</c:v>
                </c:pt>
                <c:pt idx="5421">
                  <c:v>-0.5</c:v>
                </c:pt>
                <c:pt idx="5422">
                  <c:v>-0.5</c:v>
                </c:pt>
                <c:pt idx="5423">
                  <c:v>-0.5</c:v>
                </c:pt>
                <c:pt idx="5424">
                  <c:v>-0.5</c:v>
                </c:pt>
                <c:pt idx="5425">
                  <c:v>-0.5</c:v>
                </c:pt>
                <c:pt idx="5426">
                  <c:v>-0.5</c:v>
                </c:pt>
                <c:pt idx="5427">
                  <c:v>-0.5</c:v>
                </c:pt>
                <c:pt idx="5428">
                  <c:v>-0.5</c:v>
                </c:pt>
                <c:pt idx="5429">
                  <c:v>-0.5</c:v>
                </c:pt>
                <c:pt idx="5430">
                  <c:v>-0.5</c:v>
                </c:pt>
                <c:pt idx="5431">
                  <c:v>-0.5</c:v>
                </c:pt>
                <c:pt idx="5432">
                  <c:v>-0.5</c:v>
                </c:pt>
                <c:pt idx="5433">
                  <c:v>-0.5</c:v>
                </c:pt>
                <c:pt idx="5434">
                  <c:v>-0.5</c:v>
                </c:pt>
                <c:pt idx="5435">
                  <c:v>-0.5</c:v>
                </c:pt>
                <c:pt idx="5436">
                  <c:v>-0.5</c:v>
                </c:pt>
                <c:pt idx="5437">
                  <c:v>-0.5</c:v>
                </c:pt>
                <c:pt idx="5438">
                  <c:v>-0.5</c:v>
                </c:pt>
                <c:pt idx="5439">
                  <c:v>-0.5</c:v>
                </c:pt>
                <c:pt idx="5440">
                  <c:v>-0.5</c:v>
                </c:pt>
                <c:pt idx="5441">
                  <c:v>-0.5</c:v>
                </c:pt>
                <c:pt idx="5442">
                  <c:v>-0.5</c:v>
                </c:pt>
                <c:pt idx="5443">
                  <c:v>-0.5</c:v>
                </c:pt>
                <c:pt idx="5444">
                  <c:v>-0.5</c:v>
                </c:pt>
                <c:pt idx="5445">
                  <c:v>-0.5</c:v>
                </c:pt>
                <c:pt idx="5446">
                  <c:v>-0.5</c:v>
                </c:pt>
                <c:pt idx="5447">
                  <c:v>-0.5</c:v>
                </c:pt>
                <c:pt idx="5448">
                  <c:v>-0.5</c:v>
                </c:pt>
                <c:pt idx="5449">
                  <c:v>-0.5</c:v>
                </c:pt>
                <c:pt idx="5450">
                  <c:v>-0.5</c:v>
                </c:pt>
                <c:pt idx="5451">
                  <c:v>-0.5</c:v>
                </c:pt>
                <c:pt idx="5452">
                  <c:v>-0.5</c:v>
                </c:pt>
                <c:pt idx="5453">
                  <c:v>-0.5</c:v>
                </c:pt>
                <c:pt idx="5454">
                  <c:v>-0.5</c:v>
                </c:pt>
                <c:pt idx="5455">
                  <c:v>-0.5</c:v>
                </c:pt>
                <c:pt idx="5456">
                  <c:v>-0.5</c:v>
                </c:pt>
                <c:pt idx="5457">
                  <c:v>-0.5</c:v>
                </c:pt>
                <c:pt idx="5458">
                  <c:v>-0.5</c:v>
                </c:pt>
                <c:pt idx="5459">
                  <c:v>-0.5</c:v>
                </c:pt>
                <c:pt idx="5460">
                  <c:v>-0.5</c:v>
                </c:pt>
                <c:pt idx="5461">
                  <c:v>-0.5</c:v>
                </c:pt>
                <c:pt idx="5462">
                  <c:v>-0.5</c:v>
                </c:pt>
                <c:pt idx="5463">
                  <c:v>-0.5</c:v>
                </c:pt>
                <c:pt idx="5464">
                  <c:v>-0.5</c:v>
                </c:pt>
                <c:pt idx="5465">
                  <c:v>-0.5</c:v>
                </c:pt>
                <c:pt idx="5466">
                  <c:v>-0.5</c:v>
                </c:pt>
                <c:pt idx="5467">
                  <c:v>-0.5</c:v>
                </c:pt>
                <c:pt idx="5468">
                  <c:v>-0.5</c:v>
                </c:pt>
                <c:pt idx="5469">
                  <c:v>-0.5</c:v>
                </c:pt>
                <c:pt idx="5470">
                  <c:v>-0.5</c:v>
                </c:pt>
                <c:pt idx="5471">
                  <c:v>-0.5</c:v>
                </c:pt>
                <c:pt idx="5472">
                  <c:v>-0.5</c:v>
                </c:pt>
                <c:pt idx="5473">
                  <c:v>-0.5</c:v>
                </c:pt>
                <c:pt idx="5474">
                  <c:v>-0.5</c:v>
                </c:pt>
                <c:pt idx="5475">
                  <c:v>-0.5</c:v>
                </c:pt>
                <c:pt idx="5476">
                  <c:v>-0.5</c:v>
                </c:pt>
                <c:pt idx="5477">
                  <c:v>-0.5</c:v>
                </c:pt>
                <c:pt idx="5478">
                  <c:v>-0.5</c:v>
                </c:pt>
                <c:pt idx="5479">
                  <c:v>-0.5</c:v>
                </c:pt>
                <c:pt idx="5480">
                  <c:v>-0.5</c:v>
                </c:pt>
                <c:pt idx="5481">
                  <c:v>-0.5</c:v>
                </c:pt>
                <c:pt idx="5482">
                  <c:v>-0.5</c:v>
                </c:pt>
                <c:pt idx="5483">
                  <c:v>-0.5</c:v>
                </c:pt>
                <c:pt idx="5484">
                  <c:v>-0.5</c:v>
                </c:pt>
                <c:pt idx="5485">
                  <c:v>-0.5</c:v>
                </c:pt>
                <c:pt idx="5486">
                  <c:v>-0.5</c:v>
                </c:pt>
                <c:pt idx="5487">
                  <c:v>-0.5</c:v>
                </c:pt>
                <c:pt idx="5488">
                  <c:v>-0.5</c:v>
                </c:pt>
                <c:pt idx="5489">
                  <c:v>-0.5</c:v>
                </c:pt>
                <c:pt idx="5490">
                  <c:v>-0.5</c:v>
                </c:pt>
                <c:pt idx="5491">
                  <c:v>-0.5</c:v>
                </c:pt>
                <c:pt idx="5492">
                  <c:v>-0.5</c:v>
                </c:pt>
                <c:pt idx="5493">
                  <c:v>-0.5</c:v>
                </c:pt>
                <c:pt idx="5494">
                  <c:v>-0.5</c:v>
                </c:pt>
                <c:pt idx="5495">
                  <c:v>-0.5</c:v>
                </c:pt>
                <c:pt idx="5496">
                  <c:v>-0.5</c:v>
                </c:pt>
                <c:pt idx="5497">
                  <c:v>-0.5</c:v>
                </c:pt>
                <c:pt idx="5498">
                  <c:v>-0.5</c:v>
                </c:pt>
                <c:pt idx="5499">
                  <c:v>-0.5</c:v>
                </c:pt>
                <c:pt idx="5500">
                  <c:v>-0.5</c:v>
                </c:pt>
                <c:pt idx="5501">
                  <c:v>-0.5</c:v>
                </c:pt>
                <c:pt idx="5502">
                  <c:v>-0.5</c:v>
                </c:pt>
                <c:pt idx="5503">
                  <c:v>-0.5</c:v>
                </c:pt>
                <c:pt idx="5504">
                  <c:v>-0.5</c:v>
                </c:pt>
                <c:pt idx="5505">
                  <c:v>-0.5</c:v>
                </c:pt>
                <c:pt idx="5506">
                  <c:v>-0.5</c:v>
                </c:pt>
                <c:pt idx="5507">
                  <c:v>-0.5</c:v>
                </c:pt>
                <c:pt idx="5508">
                  <c:v>-0.5</c:v>
                </c:pt>
                <c:pt idx="5509">
                  <c:v>-0.5</c:v>
                </c:pt>
                <c:pt idx="5510">
                  <c:v>-0.5</c:v>
                </c:pt>
                <c:pt idx="5511">
                  <c:v>-0.5</c:v>
                </c:pt>
                <c:pt idx="5512">
                  <c:v>-0.5</c:v>
                </c:pt>
                <c:pt idx="5513">
                  <c:v>-0.5</c:v>
                </c:pt>
                <c:pt idx="5514">
                  <c:v>-0.5</c:v>
                </c:pt>
                <c:pt idx="5515">
                  <c:v>-0.5</c:v>
                </c:pt>
                <c:pt idx="5516">
                  <c:v>-0.5</c:v>
                </c:pt>
                <c:pt idx="5517">
                  <c:v>-0.5</c:v>
                </c:pt>
                <c:pt idx="5518">
                  <c:v>-0.5</c:v>
                </c:pt>
                <c:pt idx="5519">
                  <c:v>-0.5</c:v>
                </c:pt>
                <c:pt idx="5520">
                  <c:v>-0.5</c:v>
                </c:pt>
                <c:pt idx="5521">
                  <c:v>-0.5</c:v>
                </c:pt>
                <c:pt idx="5522">
                  <c:v>-0.5</c:v>
                </c:pt>
                <c:pt idx="5523">
                  <c:v>-0.5</c:v>
                </c:pt>
                <c:pt idx="5524">
                  <c:v>-0.5</c:v>
                </c:pt>
                <c:pt idx="5525">
                  <c:v>-0.5</c:v>
                </c:pt>
                <c:pt idx="5526">
                  <c:v>-0.5</c:v>
                </c:pt>
                <c:pt idx="5527">
                  <c:v>-0.5</c:v>
                </c:pt>
                <c:pt idx="5528">
                  <c:v>-0.5</c:v>
                </c:pt>
                <c:pt idx="5529">
                  <c:v>-0.5</c:v>
                </c:pt>
                <c:pt idx="5530">
                  <c:v>-0.5</c:v>
                </c:pt>
                <c:pt idx="5531">
                  <c:v>-0.5</c:v>
                </c:pt>
                <c:pt idx="5532">
                  <c:v>-0.5</c:v>
                </c:pt>
                <c:pt idx="5533">
                  <c:v>-0.5</c:v>
                </c:pt>
                <c:pt idx="5534">
                  <c:v>-0.5</c:v>
                </c:pt>
                <c:pt idx="5535">
                  <c:v>-0.5</c:v>
                </c:pt>
                <c:pt idx="5536">
                  <c:v>-0.5</c:v>
                </c:pt>
                <c:pt idx="5537">
                  <c:v>-0.5</c:v>
                </c:pt>
                <c:pt idx="5538">
                  <c:v>-0.5</c:v>
                </c:pt>
                <c:pt idx="5539">
                  <c:v>-0.5</c:v>
                </c:pt>
                <c:pt idx="5540">
                  <c:v>-0.5</c:v>
                </c:pt>
                <c:pt idx="5541">
                  <c:v>-0.5</c:v>
                </c:pt>
                <c:pt idx="5542">
                  <c:v>-0.5</c:v>
                </c:pt>
                <c:pt idx="5543">
                  <c:v>-0.5</c:v>
                </c:pt>
                <c:pt idx="5544">
                  <c:v>-0.5</c:v>
                </c:pt>
                <c:pt idx="5545">
                  <c:v>-0.5</c:v>
                </c:pt>
                <c:pt idx="5546">
                  <c:v>-0.5</c:v>
                </c:pt>
                <c:pt idx="5547">
                  <c:v>-0.5</c:v>
                </c:pt>
                <c:pt idx="5548">
                  <c:v>-0.5</c:v>
                </c:pt>
                <c:pt idx="5549">
                  <c:v>-0.5</c:v>
                </c:pt>
                <c:pt idx="5550">
                  <c:v>-0.5</c:v>
                </c:pt>
                <c:pt idx="5551">
                  <c:v>-0.5</c:v>
                </c:pt>
                <c:pt idx="5552">
                  <c:v>-0.5</c:v>
                </c:pt>
                <c:pt idx="5553">
                  <c:v>-0.5</c:v>
                </c:pt>
                <c:pt idx="5554">
                  <c:v>-0.5</c:v>
                </c:pt>
                <c:pt idx="5555">
                  <c:v>-0.5</c:v>
                </c:pt>
                <c:pt idx="5556">
                  <c:v>-0.5</c:v>
                </c:pt>
                <c:pt idx="5557">
                  <c:v>-0.5</c:v>
                </c:pt>
                <c:pt idx="5558">
                  <c:v>-0.5</c:v>
                </c:pt>
                <c:pt idx="5559">
                  <c:v>-0.5</c:v>
                </c:pt>
                <c:pt idx="5560">
                  <c:v>-0.5</c:v>
                </c:pt>
                <c:pt idx="5561">
                  <c:v>-0.5</c:v>
                </c:pt>
                <c:pt idx="5562">
                  <c:v>-0.5</c:v>
                </c:pt>
                <c:pt idx="5563">
                  <c:v>-0.5</c:v>
                </c:pt>
                <c:pt idx="5564">
                  <c:v>-0.5</c:v>
                </c:pt>
                <c:pt idx="5565">
                  <c:v>-0.5</c:v>
                </c:pt>
                <c:pt idx="5566">
                  <c:v>-0.5</c:v>
                </c:pt>
                <c:pt idx="5567">
                  <c:v>-0.5</c:v>
                </c:pt>
                <c:pt idx="5568">
                  <c:v>-0.5</c:v>
                </c:pt>
                <c:pt idx="5569">
                  <c:v>-0.5</c:v>
                </c:pt>
                <c:pt idx="5570">
                  <c:v>-0.5</c:v>
                </c:pt>
                <c:pt idx="5571">
                  <c:v>-0.5</c:v>
                </c:pt>
                <c:pt idx="5572">
                  <c:v>-0.5</c:v>
                </c:pt>
                <c:pt idx="5573">
                  <c:v>-0.5</c:v>
                </c:pt>
                <c:pt idx="5574">
                  <c:v>-0.5</c:v>
                </c:pt>
                <c:pt idx="5575">
                  <c:v>-0.5</c:v>
                </c:pt>
                <c:pt idx="5576">
                  <c:v>-0.5</c:v>
                </c:pt>
                <c:pt idx="5577">
                  <c:v>-0.5</c:v>
                </c:pt>
                <c:pt idx="5578">
                  <c:v>-0.5</c:v>
                </c:pt>
                <c:pt idx="5579">
                  <c:v>-0.5</c:v>
                </c:pt>
                <c:pt idx="5580">
                  <c:v>-0.5</c:v>
                </c:pt>
                <c:pt idx="5581">
                  <c:v>-0.5</c:v>
                </c:pt>
                <c:pt idx="5582">
                  <c:v>-0.5</c:v>
                </c:pt>
                <c:pt idx="5583">
                  <c:v>-0.5</c:v>
                </c:pt>
                <c:pt idx="5584">
                  <c:v>-0.5</c:v>
                </c:pt>
                <c:pt idx="5585">
                  <c:v>-0.5</c:v>
                </c:pt>
                <c:pt idx="5586">
                  <c:v>-0.5</c:v>
                </c:pt>
                <c:pt idx="5587">
                  <c:v>-0.5</c:v>
                </c:pt>
                <c:pt idx="5588">
                  <c:v>-0.5</c:v>
                </c:pt>
                <c:pt idx="5589">
                  <c:v>-0.5</c:v>
                </c:pt>
                <c:pt idx="5590">
                  <c:v>-0.5</c:v>
                </c:pt>
                <c:pt idx="5591">
                  <c:v>-0.5</c:v>
                </c:pt>
                <c:pt idx="5592">
                  <c:v>-0.5</c:v>
                </c:pt>
                <c:pt idx="5593">
                  <c:v>-0.5</c:v>
                </c:pt>
                <c:pt idx="5594">
                  <c:v>-0.5</c:v>
                </c:pt>
                <c:pt idx="5595">
                  <c:v>-0.5</c:v>
                </c:pt>
                <c:pt idx="5596">
                  <c:v>-0.5</c:v>
                </c:pt>
                <c:pt idx="5597">
                  <c:v>-0.5</c:v>
                </c:pt>
                <c:pt idx="5598">
                  <c:v>-0.5</c:v>
                </c:pt>
                <c:pt idx="5599">
                  <c:v>-0.5</c:v>
                </c:pt>
                <c:pt idx="5600">
                  <c:v>-0.5</c:v>
                </c:pt>
                <c:pt idx="5601">
                  <c:v>-0.5</c:v>
                </c:pt>
                <c:pt idx="5602">
                  <c:v>-0.5</c:v>
                </c:pt>
                <c:pt idx="5603">
                  <c:v>-0.5</c:v>
                </c:pt>
                <c:pt idx="5604">
                  <c:v>-0.5</c:v>
                </c:pt>
                <c:pt idx="5605">
                  <c:v>-0.5</c:v>
                </c:pt>
                <c:pt idx="5606">
                  <c:v>-0.5</c:v>
                </c:pt>
                <c:pt idx="5607">
                  <c:v>-0.5</c:v>
                </c:pt>
                <c:pt idx="5608">
                  <c:v>-0.5</c:v>
                </c:pt>
                <c:pt idx="5609">
                  <c:v>-0.5</c:v>
                </c:pt>
                <c:pt idx="5610">
                  <c:v>-0.5</c:v>
                </c:pt>
                <c:pt idx="5611">
                  <c:v>-0.5</c:v>
                </c:pt>
                <c:pt idx="5612">
                  <c:v>-0.5</c:v>
                </c:pt>
                <c:pt idx="5613">
                  <c:v>-0.5</c:v>
                </c:pt>
                <c:pt idx="5614">
                  <c:v>-0.5</c:v>
                </c:pt>
                <c:pt idx="5615">
                  <c:v>-0.5</c:v>
                </c:pt>
                <c:pt idx="5616">
                  <c:v>-0.5</c:v>
                </c:pt>
                <c:pt idx="5617">
                  <c:v>-0.5</c:v>
                </c:pt>
                <c:pt idx="5618">
                  <c:v>-0.5</c:v>
                </c:pt>
                <c:pt idx="5619">
                  <c:v>-0.5</c:v>
                </c:pt>
                <c:pt idx="5620">
                  <c:v>-0.5</c:v>
                </c:pt>
                <c:pt idx="5621">
                  <c:v>-0.5</c:v>
                </c:pt>
                <c:pt idx="5622">
                  <c:v>-0.5</c:v>
                </c:pt>
                <c:pt idx="5623">
                  <c:v>-0.5</c:v>
                </c:pt>
                <c:pt idx="5624">
                  <c:v>-0.5</c:v>
                </c:pt>
                <c:pt idx="5625">
                  <c:v>-0.5</c:v>
                </c:pt>
                <c:pt idx="5626">
                  <c:v>-0.5</c:v>
                </c:pt>
                <c:pt idx="5627">
                  <c:v>-0.5</c:v>
                </c:pt>
                <c:pt idx="5628">
                  <c:v>-0.5</c:v>
                </c:pt>
                <c:pt idx="5629">
                  <c:v>-0.5</c:v>
                </c:pt>
                <c:pt idx="5630">
                  <c:v>-0.5</c:v>
                </c:pt>
                <c:pt idx="5631">
                  <c:v>-0.5</c:v>
                </c:pt>
                <c:pt idx="5632">
                  <c:v>-0.5</c:v>
                </c:pt>
                <c:pt idx="5633">
                  <c:v>-0.5</c:v>
                </c:pt>
                <c:pt idx="5634">
                  <c:v>-0.5</c:v>
                </c:pt>
                <c:pt idx="5635">
                  <c:v>-0.5</c:v>
                </c:pt>
                <c:pt idx="5636">
                  <c:v>-0.5</c:v>
                </c:pt>
                <c:pt idx="5637">
                  <c:v>-0.5</c:v>
                </c:pt>
                <c:pt idx="5638">
                  <c:v>-0.5</c:v>
                </c:pt>
                <c:pt idx="5639">
                  <c:v>-0.5</c:v>
                </c:pt>
                <c:pt idx="5640">
                  <c:v>-0.5</c:v>
                </c:pt>
                <c:pt idx="5641">
                  <c:v>-0.5</c:v>
                </c:pt>
                <c:pt idx="5642">
                  <c:v>-0.5</c:v>
                </c:pt>
                <c:pt idx="5643">
                  <c:v>-0.5</c:v>
                </c:pt>
                <c:pt idx="5644">
                  <c:v>-0.5</c:v>
                </c:pt>
                <c:pt idx="5645">
                  <c:v>-0.5</c:v>
                </c:pt>
                <c:pt idx="5646">
                  <c:v>-0.5</c:v>
                </c:pt>
                <c:pt idx="5647">
                  <c:v>-0.5</c:v>
                </c:pt>
                <c:pt idx="5648">
                  <c:v>-0.5</c:v>
                </c:pt>
                <c:pt idx="5649">
                  <c:v>-0.5</c:v>
                </c:pt>
                <c:pt idx="5650">
                  <c:v>-0.5</c:v>
                </c:pt>
                <c:pt idx="5651">
                  <c:v>-0.5</c:v>
                </c:pt>
                <c:pt idx="5652">
                  <c:v>-0.5</c:v>
                </c:pt>
                <c:pt idx="5653">
                  <c:v>-0.5</c:v>
                </c:pt>
                <c:pt idx="5654">
                  <c:v>-0.5</c:v>
                </c:pt>
                <c:pt idx="5655">
                  <c:v>-0.5</c:v>
                </c:pt>
                <c:pt idx="5656">
                  <c:v>-0.5</c:v>
                </c:pt>
                <c:pt idx="5657">
                  <c:v>-0.5</c:v>
                </c:pt>
                <c:pt idx="5658">
                  <c:v>-0.5</c:v>
                </c:pt>
                <c:pt idx="5659">
                  <c:v>-0.5</c:v>
                </c:pt>
                <c:pt idx="5660">
                  <c:v>-0.5</c:v>
                </c:pt>
                <c:pt idx="5661">
                  <c:v>-0.5</c:v>
                </c:pt>
                <c:pt idx="5662">
                  <c:v>-0.5</c:v>
                </c:pt>
                <c:pt idx="5663">
                  <c:v>-0.5</c:v>
                </c:pt>
                <c:pt idx="5664">
                  <c:v>-0.5</c:v>
                </c:pt>
                <c:pt idx="5665">
                  <c:v>-0.5</c:v>
                </c:pt>
                <c:pt idx="5666">
                  <c:v>-0.5</c:v>
                </c:pt>
                <c:pt idx="5667">
                  <c:v>-0.5</c:v>
                </c:pt>
                <c:pt idx="5668">
                  <c:v>-0.5</c:v>
                </c:pt>
                <c:pt idx="5669">
                  <c:v>-0.5</c:v>
                </c:pt>
                <c:pt idx="5670">
                  <c:v>-0.5</c:v>
                </c:pt>
                <c:pt idx="5671">
                  <c:v>-0.5</c:v>
                </c:pt>
                <c:pt idx="5672">
                  <c:v>-0.5</c:v>
                </c:pt>
                <c:pt idx="5673">
                  <c:v>-0.5</c:v>
                </c:pt>
                <c:pt idx="5674">
                  <c:v>-0.5</c:v>
                </c:pt>
                <c:pt idx="5675">
                  <c:v>-0.5</c:v>
                </c:pt>
                <c:pt idx="5676">
                  <c:v>-0.5</c:v>
                </c:pt>
                <c:pt idx="5677">
                  <c:v>-0.5</c:v>
                </c:pt>
                <c:pt idx="5678">
                  <c:v>-0.5</c:v>
                </c:pt>
                <c:pt idx="5679">
                  <c:v>-0.5</c:v>
                </c:pt>
                <c:pt idx="5680">
                  <c:v>-0.5</c:v>
                </c:pt>
                <c:pt idx="5681">
                  <c:v>-0.5</c:v>
                </c:pt>
                <c:pt idx="5682">
                  <c:v>-0.5</c:v>
                </c:pt>
                <c:pt idx="5683">
                  <c:v>-0.5</c:v>
                </c:pt>
                <c:pt idx="5684">
                  <c:v>-0.5</c:v>
                </c:pt>
                <c:pt idx="5685">
                  <c:v>-0.5</c:v>
                </c:pt>
                <c:pt idx="5686">
                  <c:v>-0.5</c:v>
                </c:pt>
                <c:pt idx="5687">
                  <c:v>-0.5</c:v>
                </c:pt>
                <c:pt idx="5688">
                  <c:v>-0.5</c:v>
                </c:pt>
                <c:pt idx="5689">
                  <c:v>-0.5</c:v>
                </c:pt>
                <c:pt idx="5690">
                  <c:v>-0.5</c:v>
                </c:pt>
                <c:pt idx="5691">
                  <c:v>-0.5</c:v>
                </c:pt>
                <c:pt idx="5692">
                  <c:v>-0.5</c:v>
                </c:pt>
                <c:pt idx="5693">
                  <c:v>-0.5</c:v>
                </c:pt>
                <c:pt idx="5694">
                  <c:v>-0.5</c:v>
                </c:pt>
                <c:pt idx="5695">
                  <c:v>-0.5</c:v>
                </c:pt>
                <c:pt idx="5696">
                  <c:v>-0.5</c:v>
                </c:pt>
                <c:pt idx="5697">
                  <c:v>-0.5</c:v>
                </c:pt>
                <c:pt idx="5698">
                  <c:v>-0.5</c:v>
                </c:pt>
                <c:pt idx="5699">
                  <c:v>-0.5</c:v>
                </c:pt>
                <c:pt idx="5700">
                  <c:v>-0.5</c:v>
                </c:pt>
                <c:pt idx="5701">
                  <c:v>-0.5</c:v>
                </c:pt>
                <c:pt idx="5702">
                  <c:v>-0.5</c:v>
                </c:pt>
                <c:pt idx="5703">
                  <c:v>-0.5</c:v>
                </c:pt>
                <c:pt idx="5704">
                  <c:v>-0.5</c:v>
                </c:pt>
                <c:pt idx="5705">
                  <c:v>-0.5</c:v>
                </c:pt>
                <c:pt idx="5706">
                  <c:v>-0.5</c:v>
                </c:pt>
                <c:pt idx="5707">
                  <c:v>-0.5</c:v>
                </c:pt>
                <c:pt idx="5708">
                  <c:v>-0.5</c:v>
                </c:pt>
                <c:pt idx="5709">
                  <c:v>-0.5</c:v>
                </c:pt>
                <c:pt idx="5710">
                  <c:v>-0.5</c:v>
                </c:pt>
                <c:pt idx="5711">
                  <c:v>-0.5</c:v>
                </c:pt>
                <c:pt idx="5712">
                  <c:v>-0.5</c:v>
                </c:pt>
                <c:pt idx="5713">
                  <c:v>-0.5</c:v>
                </c:pt>
                <c:pt idx="5714">
                  <c:v>-0.5</c:v>
                </c:pt>
                <c:pt idx="5715">
                  <c:v>-0.5</c:v>
                </c:pt>
                <c:pt idx="5716">
                  <c:v>-0.5</c:v>
                </c:pt>
                <c:pt idx="5717">
                  <c:v>-0.5</c:v>
                </c:pt>
                <c:pt idx="5718">
                  <c:v>-0.5</c:v>
                </c:pt>
                <c:pt idx="5719">
                  <c:v>-0.5</c:v>
                </c:pt>
                <c:pt idx="5720">
                  <c:v>-0.5</c:v>
                </c:pt>
                <c:pt idx="5721">
                  <c:v>-0.5</c:v>
                </c:pt>
                <c:pt idx="5722">
                  <c:v>-0.5</c:v>
                </c:pt>
                <c:pt idx="5723">
                  <c:v>-0.5</c:v>
                </c:pt>
                <c:pt idx="5724">
                  <c:v>-0.5</c:v>
                </c:pt>
                <c:pt idx="5725">
                  <c:v>-0.5</c:v>
                </c:pt>
                <c:pt idx="5726">
                  <c:v>-0.5</c:v>
                </c:pt>
                <c:pt idx="5727">
                  <c:v>-0.5</c:v>
                </c:pt>
                <c:pt idx="5728">
                  <c:v>-0.5</c:v>
                </c:pt>
                <c:pt idx="5729">
                  <c:v>-0.5</c:v>
                </c:pt>
                <c:pt idx="5730">
                  <c:v>-0.5</c:v>
                </c:pt>
                <c:pt idx="5731">
                  <c:v>-0.5</c:v>
                </c:pt>
                <c:pt idx="5732">
                  <c:v>-0.5</c:v>
                </c:pt>
                <c:pt idx="5733">
                  <c:v>-0.5</c:v>
                </c:pt>
                <c:pt idx="5734">
                  <c:v>-0.5</c:v>
                </c:pt>
                <c:pt idx="5735">
                  <c:v>-0.5</c:v>
                </c:pt>
                <c:pt idx="5736">
                  <c:v>-0.5</c:v>
                </c:pt>
                <c:pt idx="5737">
                  <c:v>-0.5</c:v>
                </c:pt>
                <c:pt idx="5738">
                  <c:v>-0.5</c:v>
                </c:pt>
                <c:pt idx="5739">
                  <c:v>-0.5</c:v>
                </c:pt>
                <c:pt idx="5740">
                  <c:v>-0.5</c:v>
                </c:pt>
                <c:pt idx="5741">
                  <c:v>-0.5</c:v>
                </c:pt>
                <c:pt idx="5742">
                  <c:v>-0.5</c:v>
                </c:pt>
                <c:pt idx="5743">
                  <c:v>-0.5</c:v>
                </c:pt>
                <c:pt idx="5744">
                  <c:v>-0.5</c:v>
                </c:pt>
                <c:pt idx="5745">
                  <c:v>-0.5</c:v>
                </c:pt>
                <c:pt idx="5746">
                  <c:v>-0.5</c:v>
                </c:pt>
                <c:pt idx="5747">
                  <c:v>-0.5</c:v>
                </c:pt>
                <c:pt idx="5748">
                  <c:v>-0.5</c:v>
                </c:pt>
                <c:pt idx="5749">
                  <c:v>-0.5</c:v>
                </c:pt>
                <c:pt idx="5750">
                  <c:v>-0.5</c:v>
                </c:pt>
                <c:pt idx="5751">
                  <c:v>-0.5</c:v>
                </c:pt>
                <c:pt idx="5752">
                  <c:v>-0.5</c:v>
                </c:pt>
                <c:pt idx="5753">
                  <c:v>-0.5</c:v>
                </c:pt>
                <c:pt idx="5754">
                  <c:v>-0.5</c:v>
                </c:pt>
                <c:pt idx="5755">
                  <c:v>-0.5</c:v>
                </c:pt>
                <c:pt idx="5756">
                  <c:v>-0.5</c:v>
                </c:pt>
                <c:pt idx="5757">
                  <c:v>-0.5</c:v>
                </c:pt>
                <c:pt idx="5758">
                  <c:v>-0.5</c:v>
                </c:pt>
                <c:pt idx="5759">
                  <c:v>-0.5</c:v>
                </c:pt>
                <c:pt idx="5760">
                  <c:v>-0.5</c:v>
                </c:pt>
                <c:pt idx="5761">
                  <c:v>-0.5</c:v>
                </c:pt>
                <c:pt idx="5762">
                  <c:v>-0.5</c:v>
                </c:pt>
                <c:pt idx="5763">
                  <c:v>-0.5</c:v>
                </c:pt>
                <c:pt idx="5764">
                  <c:v>-0.5</c:v>
                </c:pt>
                <c:pt idx="5765">
                  <c:v>-0.5</c:v>
                </c:pt>
                <c:pt idx="5766">
                  <c:v>-0.5</c:v>
                </c:pt>
                <c:pt idx="5767">
                  <c:v>-0.5</c:v>
                </c:pt>
                <c:pt idx="5768">
                  <c:v>-0.5</c:v>
                </c:pt>
                <c:pt idx="5769">
                  <c:v>-0.5</c:v>
                </c:pt>
                <c:pt idx="5770">
                  <c:v>-0.5</c:v>
                </c:pt>
                <c:pt idx="5771">
                  <c:v>-0.5</c:v>
                </c:pt>
                <c:pt idx="5772">
                  <c:v>-0.5</c:v>
                </c:pt>
                <c:pt idx="5773">
                  <c:v>-0.5</c:v>
                </c:pt>
                <c:pt idx="5774">
                  <c:v>-0.5</c:v>
                </c:pt>
                <c:pt idx="5775">
                  <c:v>-0.5</c:v>
                </c:pt>
                <c:pt idx="5776">
                  <c:v>-0.5</c:v>
                </c:pt>
                <c:pt idx="5777">
                  <c:v>-0.5</c:v>
                </c:pt>
                <c:pt idx="5778">
                  <c:v>-0.5</c:v>
                </c:pt>
                <c:pt idx="5779">
                  <c:v>-0.5</c:v>
                </c:pt>
                <c:pt idx="5780">
                  <c:v>-0.5</c:v>
                </c:pt>
                <c:pt idx="5781">
                  <c:v>-0.5</c:v>
                </c:pt>
                <c:pt idx="5782">
                  <c:v>-0.5</c:v>
                </c:pt>
                <c:pt idx="5783">
                  <c:v>-0.5</c:v>
                </c:pt>
                <c:pt idx="5784">
                  <c:v>-0.5</c:v>
                </c:pt>
                <c:pt idx="5785">
                  <c:v>-0.5</c:v>
                </c:pt>
                <c:pt idx="5786">
                  <c:v>-0.5</c:v>
                </c:pt>
                <c:pt idx="5787">
                  <c:v>-0.5</c:v>
                </c:pt>
                <c:pt idx="5788">
                  <c:v>-0.5</c:v>
                </c:pt>
                <c:pt idx="5789">
                  <c:v>-0.5</c:v>
                </c:pt>
                <c:pt idx="5790">
                  <c:v>-0.5</c:v>
                </c:pt>
                <c:pt idx="5791">
                  <c:v>-0.5</c:v>
                </c:pt>
                <c:pt idx="5792">
                  <c:v>-0.5</c:v>
                </c:pt>
                <c:pt idx="5793">
                  <c:v>-0.5</c:v>
                </c:pt>
                <c:pt idx="5794">
                  <c:v>-0.5</c:v>
                </c:pt>
                <c:pt idx="5795">
                  <c:v>-0.5</c:v>
                </c:pt>
                <c:pt idx="5796">
                  <c:v>-0.5</c:v>
                </c:pt>
                <c:pt idx="5797">
                  <c:v>-0.5</c:v>
                </c:pt>
                <c:pt idx="5798">
                  <c:v>-0.5</c:v>
                </c:pt>
                <c:pt idx="5799">
                  <c:v>-0.5</c:v>
                </c:pt>
                <c:pt idx="5800">
                  <c:v>-0.5</c:v>
                </c:pt>
                <c:pt idx="5801">
                  <c:v>-0.5</c:v>
                </c:pt>
                <c:pt idx="5802">
                  <c:v>-0.5</c:v>
                </c:pt>
                <c:pt idx="5803">
                  <c:v>-0.5</c:v>
                </c:pt>
                <c:pt idx="5804">
                  <c:v>-0.5</c:v>
                </c:pt>
                <c:pt idx="5805">
                  <c:v>-0.5</c:v>
                </c:pt>
                <c:pt idx="5806">
                  <c:v>-0.5</c:v>
                </c:pt>
                <c:pt idx="5807">
                  <c:v>-0.5</c:v>
                </c:pt>
                <c:pt idx="5808">
                  <c:v>-0.5</c:v>
                </c:pt>
                <c:pt idx="5809">
                  <c:v>-0.5</c:v>
                </c:pt>
                <c:pt idx="5810">
                  <c:v>-0.5</c:v>
                </c:pt>
                <c:pt idx="5811">
                  <c:v>-0.5</c:v>
                </c:pt>
                <c:pt idx="5812">
                  <c:v>-0.5</c:v>
                </c:pt>
                <c:pt idx="5813">
                  <c:v>-0.5</c:v>
                </c:pt>
                <c:pt idx="5814">
                  <c:v>-0.5</c:v>
                </c:pt>
                <c:pt idx="5815">
                  <c:v>-0.5</c:v>
                </c:pt>
                <c:pt idx="5816">
                  <c:v>-0.5</c:v>
                </c:pt>
                <c:pt idx="5817">
                  <c:v>-0.5</c:v>
                </c:pt>
                <c:pt idx="5818">
                  <c:v>-0.5</c:v>
                </c:pt>
                <c:pt idx="5819">
                  <c:v>-0.5</c:v>
                </c:pt>
                <c:pt idx="5820">
                  <c:v>-0.5</c:v>
                </c:pt>
                <c:pt idx="5821">
                  <c:v>-0.5</c:v>
                </c:pt>
                <c:pt idx="5822">
                  <c:v>-0.5</c:v>
                </c:pt>
                <c:pt idx="5823">
                  <c:v>-0.5</c:v>
                </c:pt>
                <c:pt idx="5824">
                  <c:v>-0.5</c:v>
                </c:pt>
                <c:pt idx="5825">
                  <c:v>-0.5</c:v>
                </c:pt>
                <c:pt idx="5826">
                  <c:v>-0.5</c:v>
                </c:pt>
                <c:pt idx="5827">
                  <c:v>-0.5</c:v>
                </c:pt>
                <c:pt idx="5828">
                  <c:v>-0.5</c:v>
                </c:pt>
                <c:pt idx="5829">
                  <c:v>-0.5</c:v>
                </c:pt>
                <c:pt idx="5830">
                  <c:v>-0.5</c:v>
                </c:pt>
                <c:pt idx="5831">
                  <c:v>-0.5</c:v>
                </c:pt>
                <c:pt idx="5832">
                  <c:v>-0.5</c:v>
                </c:pt>
                <c:pt idx="5833">
                  <c:v>-0.5</c:v>
                </c:pt>
                <c:pt idx="5834">
                  <c:v>-0.5</c:v>
                </c:pt>
                <c:pt idx="5835">
                  <c:v>-0.5</c:v>
                </c:pt>
                <c:pt idx="5836">
                  <c:v>-0.5</c:v>
                </c:pt>
                <c:pt idx="5837">
                  <c:v>-0.5</c:v>
                </c:pt>
                <c:pt idx="5838">
                  <c:v>-0.5</c:v>
                </c:pt>
                <c:pt idx="5839">
                  <c:v>-0.5</c:v>
                </c:pt>
                <c:pt idx="5840">
                  <c:v>-0.5</c:v>
                </c:pt>
                <c:pt idx="5841">
                  <c:v>-0.5</c:v>
                </c:pt>
                <c:pt idx="5842">
                  <c:v>-0.5</c:v>
                </c:pt>
                <c:pt idx="5843">
                  <c:v>-0.5</c:v>
                </c:pt>
                <c:pt idx="5844">
                  <c:v>-0.5</c:v>
                </c:pt>
                <c:pt idx="5845">
                  <c:v>-0.5</c:v>
                </c:pt>
                <c:pt idx="5846">
                  <c:v>-0.5</c:v>
                </c:pt>
                <c:pt idx="5847">
                  <c:v>-0.5</c:v>
                </c:pt>
                <c:pt idx="5848">
                  <c:v>-0.5</c:v>
                </c:pt>
                <c:pt idx="5849">
                  <c:v>-0.5</c:v>
                </c:pt>
                <c:pt idx="5850">
                  <c:v>-0.5</c:v>
                </c:pt>
                <c:pt idx="5851">
                  <c:v>-0.5</c:v>
                </c:pt>
                <c:pt idx="5852">
                  <c:v>-0.5</c:v>
                </c:pt>
                <c:pt idx="5853">
                  <c:v>-0.5</c:v>
                </c:pt>
                <c:pt idx="5854">
                  <c:v>-0.5</c:v>
                </c:pt>
                <c:pt idx="5855">
                  <c:v>-0.5</c:v>
                </c:pt>
                <c:pt idx="5856">
                  <c:v>-0.5</c:v>
                </c:pt>
                <c:pt idx="5857">
                  <c:v>-0.5</c:v>
                </c:pt>
                <c:pt idx="5858">
                  <c:v>-0.5</c:v>
                </c:pt>
                <c:pt idx="5859">
                  <c:v>-0.5</c:v>
                </c:pt>
                <c:pt idx="5860">
                  <c:v>-0.5</c:v>
                </c:pt>
                <c:pt idx="5861">
                  <c:v>-0.5</c:v>
                </c:pt>
                <c:pt idx="5862">
                  <c:v>-0.5</c:v>
                </c:pt>
                <c:pt idx="5863">
                  <c:v>-0.5</c:v>
                </c:pt>
                <c:pt idx="5864">
                  <c:v>-0.5</c:v>
                </c:pt>
                <c:pt idx="5865">
                  <c:v>-0.5</c:v>
                </c:pt>
                <c:pt idx="5866">
                  <c:v>-0.5</c:v>
                </c:pt>
                <c:pt idx="5867">
                  <c:v>-0.5</c:v>
                </c:pt>
                <c:pt idx="5868">
                  <c:v>-0.5</c:v>
                </c:pt>
                <c:pt idx="5869">
                  <c:v>-0.5</c:v>
                </c:pt>
                <c:pt idx="5870">
                  <c:v>-0.5</c:v>
                </c:pt>
                <c:pt idx="5871">
                  <c:v>-0.5</c:v>
                </c:pt>
                <c:pt idx="5872">
                  <c:v>-0.5</c:v>
                </c:pt>
                <c:pt idx="5873">
                  <c:v>-0.5</c:v>
                </c:pt>
                <c:pt idx="5874">
                  <c:v>-0.5</c:v>
                </c:pt>
                <c:pt idx="5875">
                  <c:v>-0.5</c:v>
                </c:pt>
                <c:pt idx="5876">
                  <c:v>-0.5</c:v>
                </c:pt>
                <c:pt idx="5877">
                  <c:v>-0.5</c:v>
                </c:pt>
                <c:pt idx="5878">
                  <c:v>-0.5</c:v>
                </c:pt>
                <c:pt idx="5879">
                  <c:v>-0.5</c:v>
                </c:pt>
                <c:pt idx="5880">
                  <c:v>-0.5</c:v>
                </c:pt>
                <c:pt idx="5881">
                  <c:v>-0.5</c:v>
                </c:pt>
                <c:pt idx="5882">
                  <c:v>-0.5</c:v>
                </c:pt>
                <c:pt idx="5883">
                  <c:v>0</c:v>
                </c:pt>
                <c:pt idx="5884">
                  <c:v>0</c:v>
                </c:pt>
                <c:pt idx="5885">
                  <c:v>0</c:v>
                </c:pt>
                <c:pt idx="5886">
                  <c:v>0</c:v>
                </c:pt>
                <c:pt idx="5887">
                  <c:v>0</c:v>
                </c:pt>
                <c:pt idx="5888">
                  <c:v>0</c:v>
                </c:pt>
                <c:pt idx="5889">
                  <c:v>0</c:v>
                </c:pt>
                <c:pt idx="5890">
                  <c:v>0</c:v>
                </c:pt>
                <c:pt idx="5891">
                  <c:v>0</c:v>
                </c:pt>
                <c:pt idx="5892">
                  <c:v>0</c:v>
                </c:pt>
                <c:pt idx="5893">
                  <c:v>0</c:v>
                </c:pt>
                <c:pt idx="5894">
                  <c:v>0</c:v>
                </c:pt>
                <c:pt idx="5895">
                  <c:v>0</c:v>
                </c:pt>
                <c:pt idx="5896">
                  <c:v>0</c:v>
                </c:pt>
                <c:pt idx="5897">
                  <c:v>0</c:v>
                </c:pt>
                <c:pt idx="5898">
                  <c:v>0</c:v>
                </c:pt>
                <c:pt idx="5899">
                  <c:v>0</c:v>
                </c:pt>
                <c:pt idx="5900">
                  <c:v>0</c:v>
                </c:pt>
                <c:pt idx="5901">
                  <c:v>0</c:v>
                </c:pt>
                <c:pt idx="5902">
                  <c:v>0</c:v>
                </c:pt>
                <c:pt idx="5903">
                  <c:v>0</c:v>
                </c:pt>
                <c:pt idx="5904">
                  <c:v>0</c:v>
                </c:pt>
                <c:pt idx="5905">
                  <c:v>0</c:v>
                </c:pt>
                <c:pt idx="5906">
                  <c:v>0</c:v>
                </c:pt>
                <c:pt idx="5907">
                  <c:v>0</c:v>
                </c:pt>
                <c:pt idx="5908">
                  <c:v>0</c:v>
                </c:pt>
                <c:pt idx="5909">
                  <c:v>0</c:v>
                </c:pt>
                <c:pt idx="5910">
                  <c:v>0</c:v>
                </c:pt>
                <c:pt idx="5911">
                  <c:v>0</c:v>
                </c:pt>
                <c:pt idx="5912">
                  <c:v>0</c:v>
                </c:pt>
                <c:pt idx="5913">
                  <c:v>0</c:v>
                </c:pt>
                <c:pt idx="5914">
                  <c:v>0</c:v>
                </c:pt>
                <c:pt idx="5915">
                  <c:v>0</c:v>
                </c:pt>
                <c:pt idx="5916">
                  <c:v>0</c:v>
                </c:pt>
                <c:pt idx="5917">
                  <c:v>0</c:v>
                </c:pt>
                <c:pt idx="5918">
                  <c:v>0.75</c:v>
                </c:pt>
                <c:pt idx="5919">
                  <c:v>0.75</c:v>
                </c:pt>
                <c:pt idx="5920">
                  <c:v>0.75</c:v>
                </c:pt>
                <c:pt idx="5921">
                  <c:v>0.75</c:v>
                </c:pt>
                <c:pt idx="5922">
                  <c:v>0.75</c:v>
                </c:pt>
                <c:pt idx="5923">
                  <c:v>0.75</c:v>
                </c:pt>
                <c:pt idx="5924">
                  <c:v>0.75</c:v>
                </c:pt>
                <c:pt idx="5925">
                  <c:v>0.75</c:v>
                </c:pt>
                <c:pt idx="5926">
                  <c:v>0.75</c:v>
                </c:pt>
                <c:pt idx="5927">
                  <c:v>0.75</c:v>
                </c:pt>
                <c:pt idx="5928">
                  <c:v>0.75</c:v>
                </c:pt>
                <c:pt idx="5929">
                  <c:v>0.75</c:v>
                </c:pt>
                <c:pt idx="5930">
                  <c:v>0.75</c:v>
                </c:pt>
                <c:pt idx="5931">
                  <c:v>0.75</c:v>
                </c:pt>
                <c:pt idx="5932">
                  <c:v>0.75</c:v>
                </c:pt>
                <c:pt idx="5933">
                  <c:v>0.75</c:v>
                </c:pt>
                <c:pt idx="5934">
                  <c:v>0.75</c:v>
                </c:pt>
                <c:pt idx="5935">
                  <c:v>0.75</c:v>
                </c:pt>
                <c:pt idx="5936">
                  <c:v>0.75</c:v>
                </c:pt>
                <c:pt idx="5937">
                  <c:v>0.75</c:v>
                </c:pt>
                <c:pt idx="5938">
                  <c:v>0.75</c:v>
                </c:pt>
                <c:pt idx="5939">
                  <c:v>0.75</c:v>
                </c:pt>
                <c:pt idx="5940">
                  <c:v>0.75</c:v>
                </c:pt>
                <c:pt idx="5941">
                  <c:v>0.75</c:v>
                </c:pt>
                <c:pt idx="5942">
                  <c:v>0.75</c:v>
                </c:pt>
                <c:pt idx="5943">
                  <c:v>0.75</c:v>
                </c:pt>
                <c:pt idx="5944">
                  <c:v>0.75</c:v>
                </c:pt>
                <c:pt idx="5945">
                  <c:v>0.75</c:v>
                </c:pt>
                <c:pt idx="5946">
                  <c:v>0.75</c:v>
                </c:pt>
                <c:pt idx="5947">
                  <c:v>0.75</c:v>
                </c:pt>
                <c:pt idx="5948">
                  <c:v>0.75</c:v>
                </c:pt>
                <c:pt idx="5949">
                  <c:v>0.75</c:v>
                </c:pt>
                <c:pt idx="5950">
                  <c:v>0.75</c:v>
                </c:pt>
                <c:pt idx="5951">
                  <c:v>0.75</c:v>
                </c:pt>
                <c:pt idx="5952">
                  <c:v>0.75</c:v>
                </c:pt>
                <c:pt idx="5953">
                  <c:v>1.5</c:v>
                </c:pt>
                <c:pt idx="5954">
                  <c:v>1.5</c:v>
                </c:pt>
                <c:pt idx="5955">
                  <c:v>1.5</c:v>
                </c:pt>
                <c:pt idx="5956">
                  <c:v>1.5</c:v>
                </c:pt>
                <c:pt idx="5957">
                  <c:v>1.5</c:v>
                </c:pt>
                <c:pt idx="5958">
                  <c:v>1.5</c:v>
                </c:pt>
                <c:pt idx="5959">
                  <c:v>1.5</c:v>
                </c:pt>
                <c:pt idx="5960">
                  <c:v>1.5</c:v>
                </c:pt>
                <c:pt idx="5961">
                  <c:v>1.5</c:v>
                </c:pt>
                <c:pt idx="5962">
                  <c:v>1.5</c:v>
                </c:pt>
                <c:pt idx="5963">
                  <c:v>1.5</c:v>
                </c:pt>
                <c:pt idx="5964">
                  <c:v>1.5</c:v>
                </c:pt>
                <c:pt idx="5965">
                  <c:v>1.5</c:v>
                </c:pt>
                <c:pt idx="5966">
                  <c:v>1.5</c:v>
                </c:pt>
                <c:pt idx="5967">
                  <c:v>1.5</c:v>
                </c:pt>
                <c:pt idx="5968">
                  <c:v>1.5</c:v>
                </c:pt>
                <c:pt idx="5969">
                  <c:v>1.5</c:v>
                </c:pt>
                <c:pt idx="5970">
                  <c:v>1.5</c:v>
                </c:pt>
                <c:pt idx="5971">
                  <c:v>1.5</c:v>
                </c:pt>
                <c:pt idx="5972">
                  <c:v>1.5</c:v>
                </c:pt>
                <c:pt idx="5973">
                  <c:v>1.5</c:v>
                </c:pt>
                <c:pt idx="5974">
                  <c:v>1.5</c:v>
                </c:pt>
                <c:pt idx="5975">
                  <c:v>1.5</c:v>
                </c:pt>
                <c:pt idx="5976">
                  <c:v>1.5</c:v>
                </c:pt>
                <c:pt idx="5977">
                  <c:v>1.5</c:v>
                </c:pt>
                <c:pt idx="5978">
                  <c:v>1.5</c:v>
                </c:pt>
                <c:pt idx="5979">
                  <c:v>1.5</c:v>
                </c:pt>
                <c:pt idx="5980">
                  <c:v>1.5</c:v>
                </c:pt>
                <c:pt idx="5981">
                  <c:v>1.5</c:v>
                </c:pt>
                <c:pt idx="5982">
                  <c:v>1.5</c:v>
                </c:pt>
                <c:pt idx="5983">
                  <c:v>1.5</c:v>
                </c:pt>
                <c:pt idx="5984">
                  <c:v>1.5</c:v>
                </c:pt>
                <c:pt idx="5985">
                  <c:v>1.5</c:v>
                </c:pt>
                <c:pt idx="5986">
                  <c:v>1.5</c:v>
                </c:pt>
                <c:pt idx="5987">
                  <c:v>1.5</c:v>
                </c:pt>
                <c:pt idx="5988">
                  <c:v>2</c:v>
                </c:pt>
                <c:pt idx="5989">
                  <c:v>2</c:v>
                </c:pt>
                <c:pt idx="5990">
                  <c:v>2</c:v>
                </c:pt>
                <c:pt idx="5991">
                  <c:v>2</c:v>
                </c:pt>
                <c:pt idx="5992">
                  <c:v>2</c:v>
                </c:pt>
                <c:pt idx="5993">
                  <c:v>2</c:v>
                </c:pt>
                <c:pt idx="5994">
                  <c:v>2</c:v>
                </c:pt>
                <c:pt idx="5995">
                  <c:v>2</c:v>
                </c:pt>
                <c:pt idx="5996">
                  <c:v>2</c:v>
                </c:pt>
                <c:pt idx="5997">
                  <c:v>2</c:v>
                </c:pt>
                <c:pt idx="5998">
                  <c:v>2</c:v>
                </c:pt>
                <c:pt idx="5999">
                  <c:v>2</c:v>
                </c:pt>
                <c:pt idx="6000">
                  <c:v>2</c:v>
                </c:pt>
                <c:pt idx="6001">
                  <c:v>2</c:v>
                </c:pt>
                <c:pt idx="6002">
                  <c:v>2</c:v>
                </c:pt>
                <c:pt idx="6003">
                  <c:v>2</c:v>
                </c:pt>
                <c:pt idx="6004">
                  <c:v>2</c:v>
                </c:pt>
                <c:pt idx="6005">
                  <c:v>2</c:v>
                </c:pt>
                <c:pt idx="6006">
                  <c:v>2</c:v>
                </c:pt>
                <c:pt idx="6007">
                  <c:v>2</c:v>
                </c:pt>
                <c:pt idx="6008">
                  <c:v>2</c:v>
                </c:pt>
                <c:pt idx="6009">
                  <c:v>2</c:v>
                </c:pt>
                <c:pt idx="6010">
                  <c:v>2</c:v>
                </c:pt>
                <c:pt idx="6011">
                  <c:v>2</c:v>
                </c:pt>
                <c:pt idx="6012">
                  <c:v>2</c:v>
                </c:pt>
                <c:pt idx="6013">
                  <c:v>2</c:v>
                </c:pt>
                <c:pt idx="6014">
                  <c:v>2</c:v>
                </c:pt>
                <c:pt idx="6015">
                  <c:v>2</c:v>
                </c:pt>
                <c:pt idx="6016">
                  <c:v>2</c:v>
                </c:pt>
                <c:pt idx="6017">
                  <c:v>2</c:v>
                </c:pt>
                <c:pt idx="6018">
                  <c:v>2</c:v>
                </c:pt>
                <c:pt idx="6019">
                  <c:v>2</c:v>
                </c:pt>
                <c:pt idx="6020">
                  <c:v>2</c:v>
                </c:pt>
                <c:pt idx="6021">
                  <c:v>2</c:v>
                </c:pt>
                <c:pt idx="6022">
                  <c:v>2</c:v>
                </c:pt>
                <c:pt idx="6023">
                  <c:v>2.5</c:v>
                </c:pt>
                <c:pt idx="6024">
                  <c:v>2.5</c:v>
                </c:pt>
                <c:pt idx="6025">
                  <c:v>2.5</c:v>
                </c:pt>
                <c:pt idx="6026">
                  <c:v>2.5</c:v>
                </c:pt>
                <c:pt idx="6027">
                  <c:v>2.5</c:v>
                </c:pt>
                <c:pt idx="6028">
                  <c:v>2.5</c:v>
                </c:pt>
                <c:pt idx="6029">
                  <c:v>2.5</c:v>
                </c:pt>
                <c:pt idx="6030">
                  <c:v>2.5</c:v>
                </c:pt>
                <c:pt idx="6031">
                  <c:v>2.5</c:v>
                </c:pt>
                <c:pt idx="6032">
                  <c:v>2.5</c:v>
                </c:pt>
                <c:pt idx="6033">
                  <c:v>2.5</c:v>
                </c:pt>
                <c:pt idx="6034">
                  <c:v>2.5</c:v>
                </c:pt>
                <c:pt idx="6035">
                  <c:v>2.5</c:v>
                </c:pt>
                <c:pt idx="6036">
                  <c:v>2.5</c:v>
                </c:pt>
                <c:pt idx="6037">
                  <c:v>2.5</c:v>
                </c:pt>
                <c:pt idx="6038">
                  <c:v>2.5</c:v>
                </c:pt>
                <c:pt idx="6039">
                  <c:v>2.5</c:v>
                </c:pt>
                <c:pt idx="6040">
                  <c:v>2.5</c:v>
                </c:pt>
                <c:pt idx="6041">
                  <c:v>2.5</c:v>
                </c:pt>
                <c:pt idx="6042">
                  <c:v>2.5</c:v>
                </c:pt>
                <c:pt idx="6043">
                  <c:v>2.5</c:v>
                </c:pt>
                <c:pt idx="6044">
                  <c:v>2.5</c:v>
                </c:pt>
                <c:pt idx="6045">
                  <c:v>2.5</c:v>
                </c:pt>
                <c:pt idx="6046">
                  <c:v>2.5</c:v>
                </c:pt>
                <c:pt idx="6047">
                  <c:v>2.5</c:v>
                </c:pt>
                <c:pt idx="6048">
                  <c:v>2.5</c:v>
                </c:pt>
                <c:pt idx="6049">
                  <c:v>2.5</c:v>
                </c:pt>
                <c:pt idx="6050">
                  <c:v>2.5</c:v>
                </c:pt>
                <c:pt idx="6051">
                  <c:v>2.5</c:v>
                </c:pt>
                <c:pt idx="6052">
                  <c:v>2.5</c:v>
                </c:pt>
                <c:pt idx="6053">
                  <c:v>3</c:v>
                </c:pt>
                <c:pt idx="6054">
                  <c:v>3</c:v>
                </c:pt>
                <c:pt idx="6055">
                  <c:v>3</c:v>
                </c:pt>
                <c:pt idx="6056">
                  <c:v>3</c:v>
                </c:pt>
                <c:pt idx="6057">
                  <c:v>3</c:v>
                </c:pt>
                <c:pt idx="6058">
                  <c:v>3</c:v>
                </c:pt>
                <c:pt idx="6059">
                  <c:v>3</c:v>
                </c:pt>
                <c:pt idx="6060">
                  <c:v>3</c:v>
                </c:pt>
                <c:pt idx="6061">
                  <c:v>3</c:v>
                </c:pt>
                <c:pt idx="6062">
                  <c:v>3</c:v>
                </c:pt>
                <c:pt idx="6063">
                  <c:v>3</c:v>
                </c:pt>
                <c:pt idx="6064">
                  <c:v>3</c:v>
                </c:pt>
                <c:pt idx="6065">
                  <c:v>3</c:v>
                </c:pt>
                <c:pt idx="6066">
                  <c:v>3</c:v>
                </c:pt>
                <c:pt idx="6067">
                  <c:v>3</c:v>
                </c:pt>
                <c:pt idx="6068">
                  <c:v>3</c:v>
                </c:pt>
                <c:pt idx="6069">
                  <c:v>3</c:v>
                </c:pt>
                <c:pt idx="6070">
                  <c:v>3</c:v>
                </c:pt>
                <c:pt idx="6071">
                  <c:v>3</c:v>
                </c:pt>
                <c:pt idx="6072">
                  <c:v>3</c:v>
                </c:pt>
                <c:pt idx="6073">
                  <c:v>3</c:v>
                </c:pt>
                <c:pt idx="6074">
                  <c:v>3</c:v>
                </c:pt>
                <c:pt idx="6075">
                  <c:v>3</c:v>
                </c:pt>
                <c:pt idx="6076">
                  <c:v>3</c:v>
                </c:pt>
                <c:pt idx="6077">
                  <c:v>3</c:v>
                </c:pt>
                <c:pt idx="6078">
                  <c:v>3</c:v>
                </c:pt>
                <c:pt idx="6079">
                  <c:v>3</c:v>
                </c:pt>
                <c:pt idx="6080">
                  <c:v>3</c:v>
                </c:pt>
                <c:pt idx="6081">
                  <c:v>3</c:v>
                </c:pt>
                <c:pt idx="6082">
                  <c:v>3</c:v>
                </c:pt>
                <c:pt idx="6083">
                  <c:v>3</c:v>
                </c:pt>
                <c:pt idx="6084">
                  <c:v>3</c:v>
                </c:pt>
                <c:pt idx="6085">
                  <c:v>3</c:v>
                </c:pt>
                <c:pt idx="6086">
                  <c:v>3</c:v>
                </c:pt>
                <c:pt idx="6087">
                  <c:v>3</c:v>
                </c:pt>
                <c:pt idx="6088">
                  <c:v>3.25</c:v>
                </c:pt>
                <c:pt idx="6089">
                  <c:v>3.25</c:v>
                </c:pt>
                <c:pt idx="6090">
                  <c:v>3.25</c:v>
                </c:pt>
                <c:pt idx="6091">
                  <c:v>3.25</c:v>
                </c:pt>
                <c:pt idx="6092">
                  <c:v>3.25</c:v>
                </c:pt>
                <c:pt idx="6093">
                  <c:v>3.25</c:v>
                </c:pt>
                <c:pt idx="6094">
                  <c:v>3.25</c:v>
                </c:pt>
                <c:pt idx="6095">
                  <c:v>3.25</c:v>
                </c:pt>
                <c:pt idx="6096">
                  <c:v>3.25</c:v>
                </c:pt>
                <c:pt idx="6097">
                  <c:v>3.25</c:v>
                </c:pt>
                <c:pt idx="6098">
                  <c:v>3.25</c:v>
                </c:pt>
                <c:pt idx="6099">
                  <c:v>3.25</c:v>
                </c:pt>
                <c:pt idx="6100">
                  <c:v>3.25</c:v>
                </c:pt>
                <c:pt idx="6101">
                  <c:v>3.25</c:v>
                </c:pt>
                <c:pt idx="6102">
                  <c:v>3.25</c:v>
                </c:pt>
                <c:pt idx="6103">
                  <c:v>3.25</c:v>
                </c:pt>
                <c:pt idx="6104">
                  <c:v>3.25</c:v>
                </c:pt>
                <c:pt idx="6105">
                  <c:v>3.25</c:v>
                </c:pt>
                <c:pt idx="6106">
                  <c:v>3.25</c:v>
                </c:pt>
                <c:pt idx="6107">
                  <c:v>3.25</c:v>
                </c:pt>
                <c:pt idx="6108">
                  <c:v>3.25</c:v>
                </c:pt>
                <c:pt idx="6109">
                  <c:v>3.25</c:v>
                </c:pt>
                <c:pt idx="6110">
                  <c:v>3.25</c:v>
                </c:pt>
                <c:pt idx="6111">
                  <c:v>3.25</c:v>
                </c:pt>
                <c:pt idx="6112">
                  <c:v>3.25</c:v>
                </c:pt>
                <c:pt idx="6113">
                  <c:v>3.25</c:v>
                </c:pt>
                <c:pt idx="6114">
                  <c:v>3.25</c:v>
                </c:pt>
                <c:pt idx="6115">
                  <c:v>3.25</c:v>
                </c:pt>
                <c:pt idx="6116">
                  <c:v>3.25</c:v>
                </c:pt>
                <c:pt idx="6117">
                  <c:v>3.25</c:v>
                </c:pt>
                <c:pt idx="6118">
                  <c:v>3.5</c:v>
                </c:pt>
                <c:pt idx="6119">
                  <c:v>3.5</c:v>
                </c:pt>
                <c:pt idx="6120">
                  <c:v>3.5</c:v>
                </c:pt>
                <c:pt idx="6121">
                  <c:v>3.5</c:v>
                </c:pt>
                <c:pt idx="6122">
                  <c:v>3.5</c:v>
                </c:pt>
                <c:pt idx="6123">
                  <c:v>3.5</c:v>
                </c:pt>
                <c:pt idx="6124">
                  <c:v>3.5</c:v>
                </c:pt>
                <c:pt idx="6125">
                  <c:v>3.5</c:v>
                </c:pt>
                <c:pt idx="6126">
                  <c:v>3.5</c:v>
                </c:pt>
                <c:pt idx="6127">
                  <c:v>3.5</c:v>
                </c:pt>
                <c:pt idx="6128">
                  <c:v>3.5</c:v>
                </c:pt>
                <c:pt idx="6129">
                  <c:v>3.5</c:v>
                </c:pt>
                <c:pt idx="6130">
                  <c:v>3.5</c:v>
                </c:pt>
                <c:pt idx="6131">
                  <c:v>3.5</c:v>
                </c:pt>
                <c:pt idx="6132">
                  <c:v>3.5</c:v>
                </c:pt>
                <c:pt idx="6133">
                  <c:v>3.5</c:v>
                </c:pt>
                <c:pt idx="6134">
                  <c:v>3.5</c:v>
                </c:pt>
                <c:pt idx="6135">
                  <c:v>3.5</c:v>
                </c:pt>
                <c:pt idx="6136">
                  <c:v>3.5</c:v>
                </c:pt>
                <c:pt idx="6137">
                  <c:v>3.5</c:v>
                </c:pt>
                <c:pt idx="6138">
                  <c:v>3.5</c:v>
                </c:pt>
                <c:pt idx="6139">
                  <c:v>3.5</c:v>
                </c:pt>
                <c:pt idx="6140">
                  <c:v>3.5</c:v>
                </c:pt>
                <c:pt idx="6141">
                  <c:v>3.5</c:v>
                </c:pt>
                <c:pt idx="6142">
                  <c:v>3.5</c:v>
                </c:pt>
                <c:pt idx="6143">
                  <c:v>3.5</c:v>
                </c:pt>
                <c:pt idx="6144">
                  <c:v>3.5</c:v>
                </c:pt>
                <c:pt idx="6145">
                  <c:v>3.5</c:v>
                </c:pt>
                <c:pt idx="6146">
                  <c:v>3.5</c:v>
                </c:pt>
                <c:pt idx="6147">
                  <c:v>3.5</c:v>
                </c:pt>
                <c:pt idx="6148">
                  <c:v>3.75</c:v>
                </c:pt>
                <c:pt idx="6149">
                  <c:v>3.75</c:v>
                </c:pt>
                <c:pt idx="6150">
                  <c:v>3.75</c:v>
                </c:pt>
                <c:pt idx="6151">
                  <c:v>3.75</c:v>
                </c:pt>
                <c:pt idx="6152">
                  <c:v>3.75</c:v>
                </c:pt>
                <c:pt idx="6153">
                  <c:v>3.75</c:v>
                </c:pt>
                <c:pt idx="6154">
                  <c:v>3.75</c:v>
                </c:pt>
                <c:pt idx="6155">
                  <c:v>3.75</c:v>
                </c:pt>
                <c:pt idx="6156">
                  <c:v>3.75</c:v>
                </c:pt>
                <c:pt idx="6157">
                  <c:v>3.75</c:v>
                </c:pt>
                <c:pt idx="6158">
                  <c:v>3.75</c:v>
                </c:pt>
                <c:pt idx="6159">
                  <c:v>3.75</c:v>
                </c:pt>
                <c:pt idx="6160">
                  <c:v>3.75</c:v>
                </c:pt>
                <c:pt idx="6161">
                  <c:v>3.75</c:v>
                </c:pt>
                <c:pt idx="6162">
                  <c:v>3.75</c:v>
                </c:pt>
                <c:pt idx="6163">
                  <c:v>3.75</c:v>
                </c:pt>
                <c:pt idx="6164">
                  <c:v>3.75</c:v>
                </c:pt>
                <c:pt idx="6165">
                  <c:v>3.75</c:v>
                </c:pt>
                <c:pt idx="6166">
                  <c:v>3.75</c:v>
                </c:pt>
                <c:pt idx="6167">
                  <c:v>3.75</c:v>
                </c:pt>
                <c:pt idx="6168">
                  <c:v>3.75</c:v>
                </c:pt>
                <c:pt idx="6169">
                  <c:v>3.75</c:v>
                </c:pt>
                <c:pt idx="6170">
                  <c:v>3.75</c:v>
                </c:pt>
                <c:pt idx="6171">
                  <c:v>3.75</c:v>
                </c:pt>
                <c:pt idx="6172">
                  <c:v>3.75</c:v>
                </c:pt>
                <c:pt idx="6173">
                  <c:v>3.75</c:v>
                </c:pt>
                <c:pt idx="6174">
                  <c:v>3.75</c:v>
                </c:pt>
                <c:pt idx="6175">
                  <c:v>3.75</c:v>
                </c:pt>
                <c:pt idx="6176">
                  <c:v>3.75</c:v>
                </c:pt>
                <c:pt idx="6177">
                  <c:v>3.75</c:v>
                </c:pt>
                <c:pt idx="6178">
                  <c:v>3.75</c:v>
                </c:pt>
                <c:pt idx="6179">
                  <c:v>3.75</c:v>
                </c:pt>
                <c:pt idx="6180">
                  <c:v>3.75</c:v>
                </c:pt>
                <c:pt idx="6181">
                  <c:v>3.75</c:v>
                </c:pt>
                <c:pt idx="6182">
                  <c:v>3.75</c:v>
                </c:pt>
                <c:pt idx="6183">
                  <c:v>4</c:v>
                </c:pt>
                <c:pt idx="6184">
                  <c:v>4</c:v>
                </c:pt>
                <c:pt idx="6185">
                  <c:v>4</c:v>
                </c:pt>
                <c:pt idx="6186">
                  <c:v>4</c:v>
                </c:pt>
                <c:pt idx="6187">
                  <c:v>4</c:v>
                </c:pt>
                <c:pt idx="6188">
                  <c:v>4</c:v>
                </c:pt>
                <c:pt idx="6189">
                  <c:v>4</c:v>
                </c:pt>
                <c:pt idx="6190">
                  <c:v>4</c:v>
                </c:pt>
                <c:pt idx="6191">
                  <c:v>4</c:v>
                </c:pt>
                <c:pt idx="6192">
                  <c:v>4</c:v>
                </c:pt>
                <c:pt idx="6193">
                  <c:v>4</c:v>
                </c:pt>
                <c:pt idx="6194">
                  <c:v>4</c:v>
                </c:pt>
                <c:pt idx="6195">
                  <c:v>4</c:v>
                </c:pt>
                <c:pt idx="6196">
                  <c:v>4</c:v>
                </c:pt>
                <c:pt idx="6197">
                  <c:v>4</c:v>
                </c:pt>
                <c:pt idx="6198">
                  <c:v>4</c:v>
                </c:pt>
                <c:pt idx="6199">
                  <c:v>4</c:v>
                </c:pt>
                <c:pt idx="6200">
                  <c:v>4</c:v>
                </c:pt>
                <c:pt idx="6201">
                  <c:v>4</c:v>
                </c:pt>
                <c:pt idx="6202">
                  <c:v>4</c:v>
                </c:pt>
                <c:pt idx="6203">
                  <c:v>4</c:v>
                </c:pt>
                <c:pt idx="6204">
                  <c:v>4</c:v>
                </c:pt>
                <c:pt idx="6205">
                  <c:v>4</c:v>
                </c:pt>
                <c:pt idx="6206">
                  <c:v>4</c:v>
                </c:pt>
                <c:pt idx="6207">
                  <c:v>4</c:v>
                </c:pt>
                <c:pt idx="6208">
                  <c:v>4</c:v>
                </c:pt>
                <c:pt idx="6209">
                  <c:v>4</c:v>
                </c:pt>
                <c:pt idx="6210">
                  <c:v>4</c:v>
                </c:pt>
                <c:pt idx="6211">
                  <c:v>4</c:v>
                </c:pt>
                <c:pt idx="6212">
                  <c:v>4</c:v>
                </c:pt>
                <c:pt idx="6213">
                  <c:v>4</c:v>
                </c:pt>
                <c:pt idx="6214">
                  <c:v>4</c:v>
                </c:pt>
                <c:pt idx="6215">
                  <c:v>4</c:v>
                </c:pt>
                <c:pt idx="6216">
                  <c:v>4</c:v>
                </c:pt>
                <c:pt idx="6217">
                  <c:v>4</c:v>
                </c:pt>
                <c:pt idx="6218">
                  <c:v>4</c:v>
                </c:pt>
                <c:pt idx="6219">
                  <c:v>4</c:v>
                </c:pt>
                <c:pt idx="6220">
                  <c:v>4</c:v>
                </c:pt>
                <c:pt idx="6221">
                  <c:v>4</c:v>
                </c:pt>
                <c:pt idx="6222">
                  <c:v>4</c:v>
                </c:pt>
                <c:pt idx="6223">
                  <c:v>4</c:v>
                </c:pt>
                <c:pt idx="6224">
                  <c:v>4</c:v>
                </c:pt>
                <c:pt idx="6225">
                  <c:v>4</c:v>
                </c:pt>
                <c:pt idx="6226">
                  <c:v>4</c:v>
                </c:pt>
                <c:pt idx="6227">
                  <c:v>4</c:v>
                </c:pt>
                <c:pt idx="6228">
                  <c:v>4</c:v>
                </c:pt>
                <c:pt idx="6229">
                  <c:v>4</c:v>
                </c:pt>
                <c:pt idx="6230">
                  <c:v>4</c:v>
                </c:pt>
                <c:pt idx="6231">
                  <c:v>4</c:v>
                </c:pt>
                <c:pt idx="6232">
                  <c:v>4</c:v>
                </c:pt>
                <c:pt idx="6233">
                  <c:v>4</c:v>
                </c:pt>
                <c:pt idx="6234">
                  <c:v>4</c:v>
                </c:pt>
                <c:pt idx="6235">
                  <c:v>4</c:v>
                </c:pt>
                <c:pt idx="6236">
                  <c:v>4</c:v>
                </c:pt>
                <c:pt idx="6237">
                  <c:v>4</c:v>
                </c:pt>
                <c:pt idx="6238">
                  <c:v>4</c:v>
                </c:pt>
                <c:pt idx="6239">
                  <c:v>4</c:v>
                </c:pt>
                <c:pt idx="6240">
                  <c:v>4</c:v>
                </c:pt>
                <c:pt idx="6241">
                  <c:v>4</c:v>
                </c:pt>
                <c:pt idx="6242">
                  <c:v>4</c:v>
                </c:pt>
                <c:pt idx="6243">
                  <c:v>4</c:v>
                </c:pt>
                <c:pt idx="6244">
                  <c:v>4</c:v>
                </c:pt>
                <c:pt idx="6245">
                  <c:v>4</c:v>
                </c:pt>
                <c:pt idx="6246">
                  <c:v>4</c:v>
                </c:pt>
                <c:pt idx="6247">
                  <c:v>4</c:v>
                </c:pt>
                <c:pt idx="6248">
                  <c:v>4</c:v>
                </c:pt>
                <c:pt idx="6249">
                  <c:v>4</c:v>
                </c:pt>
                <c:pt idx="6250">
                  <c:v>4</c:v>
                </c:pt>
                <c:pt idx="6251">
                  <c:v>4</c:v>
                </c:pt>
                <c:pt idx="6252">
                  <c:v>4</c:v>
                </c:pt>
                <c:pt idx="6253">
                  <c:v>4</c:v>
                </c:pt>
                <c:pt idx="6254">
                  <c:v>4</c:v>
                </c:pt>
                <c:pt idx="6255">
                  <c:v>4</c:v>
                </c:pt>
                <c:pt idx="6256">
                  <c:v>4</c:v>
                </c:pt>
                <c:pt idx="6257">
                  <c:v>4</c:v>
                </c:pt>
                <c:pt idx="6258">
                  <c:v>4</c:v>
                </c:pt>
                <c:pt idx="6259">
                  <c:v>4</c:v>
                </c:pt>
                <c:pt idx="6260">
                  <c:v>4</c:v>
                </c:pt>
                <c:pt idx="6261">
                  <c:v>4</c:v>
                </c:pt>
                <c:pt idx="6262">
                  <c:v>4</c:v>
                </c:pt>
                <c:pt idx="6263">
                  <c:v>4</c:v>
                </c:pt>
                <c:pt idx="6264">
                  <c:v>4</c:v>
                </c:pt>
                <c:pt idx="6265">
                  <c:v>4</c:v>
                </c:pt>
                <c:pt idx="6266">
                  <c:v>4</c:v>
                </c:pt>
                <c:pt idx="6267">
                  <c:v>4</c:v>
                </c:pt>
                <c:pt idx="6268">
                  <c:v>4</c:v>
                </c:pt>
                <c:pt idx="6269">
                  <c:v>4</c:v>
                </c:pt>
                <c:pt idx="6270">
                  <c:v>4</c:v>
                </c:pt>
                <c:pt idx="6271">
                  <c:v>4</c:v>
                </c:pt>
                <c:pt idx="6272">
                  <c:v>4</c:v>
                </c:pt>
                <c:pt idx="6273">
                  <c:v>4</c:v>
                </c:pt>
                <c:pt idx="6274">
                  <c:v>4</c:v>
                </c:pt>
                <c:pt idx="6275">
                  <c:v>4</c:v>
                </c:pt>
                <c:pt idx="6276">
                  <c:v>4</c:v>
                </c:pt>
                <c:pt idx="6277">
                  <c:v>4</c:v>
                </c:pt>
                <c:pt idx="6278">
                  <c:v>4</c:v>
                </c:pt>
                <c:pt idx="6279">
                  <c:v>4</c:v>
                </c:pt>
                <c:pt idx="6280">
                  <c:v>4</c:v>
                </c:pt>
                <c:pt idx="6281">
                  <c:v>4</c:v>
                </c:pt>
                <c:pt idx="6282">
                  <c:v>4</c:v>
                </c:pt>
                <c:pt idx="6283">
                  <c:v>4</c:v>
                </c:pt>
                <c:pt idx="6284">
                  <c:v>4</c:v>
                </c:pt>
                <c:pt idx="6285">
                  <c:v>4</c:v>
                </c:pt>
                <c:pt idx="6286">
                  <c:v>4</c:v>
                </c:pt>
                <c:pt idx="6287">
                  <c:v>4</c:v>
                </c:pt>
                <c:pt idx="6288">
                  <c:v>4</c:v>
                </c:pt>
                <c:pt idx="6289">
                  <c:v>4</c:v>
                </c:pt>
                <c:pt idx="6290">
                  <c:v>4</c:v>
                </c:pt>
                <c:pt idx="6291">
                  <c:v>4</c:v>
                </c:pt>
                <c:pt idx="6292">
                  <c:v>4</c:v>
                </c:pt>
                <c:pt idx="6293">
                  <c:v>4</c:v>
                </c:pt>
                <c:pt idx="6294">
                  <c:v>4</c:v>
                </c:pt>
                <c:pt idx="6295">
                  <c:v>4</c:v>
                </c:pt>
                <c:pt idx="6296">
                  <c:v>4</c:v>
                </c:pt>
                <c:pt idx="6297">
                  <c:v>4</c:v>
                </c:pt>
                <c:pt idx="6298">
                  <c:v>4</c:v>
                </c:pt>
                <c:pt idx="6299">
                  <c:v>4</c:v>
                </c:pt>
                <c:pt idx="6300">
                  <c:v>4</c:v>
                </c:pt>
                <c:pt idx="6301">
                  <c:v>4</c:v>
                </c:pt>
                <c:pt idx="6302">
                  <c:v>4</c:v>
                </c:pt>
                <c:pt idx="6303">
                  <c:v>4</c:v>
                </c:pt>
                <c:pt idx="6304">
                  <c:v>4</c:v>
                </c:pt>
                <c:pt idx="6305">
                  <c:v>4</c:v>
                </c:pt>
                <c:pt idx="6306">
                  <c:v>4</c:v>
                </c:pt>
                <c:pt idx="6307">
                  <c:v>4</c:v>
                </c:pt>
                <c:pt idx="6308">
                  <c:v>4</c:v>
                </c:pt>
                <c:pt idx="6309">
                  <c:v>4</c:v>
                </c:pt>
                <c:pt idx="6310">
                  <c:v>4</c:v>
                </c:pt>
                <c:pt idx="6311">
                  <c:v>4</c:v>
                </c:pt>
                <c:pt idx="6312">
                  <c:v>4</c:v>
                </c:pt>
                <c:pt idx="6313">
                  <c:v>4</c:v>
                </c:pt>
                <c:pt idx="6314">
                  <c:v>4</c:v>
                </c:pt>
                <c:pt idx="6315">
                  <c:v>4</c:v>
                </c:pt>
                <c:pt idx="6316">
                  <c:v>4</c:v>
                </c:pt>
                <c:pt idx="6317">
                  <c:v>4</c:v>
                </c:pt>
                <c:pt idx="6318">
                  <c:v>4</c:v>
                </c:pt>
                <c:pt idx="6319">
                  <c:v>4</c:v>
                </c:pt>
                <c:pt idx="6320">
                  <c:v>4</c:v>
                </c:pt>
                <c:pt idx="6321">
                  <c:v>4</c:v>
                </c:pt>
                <c:pt idx="6322">
                  <c:v>4</c:v>
                </c:pt>
                <c:pt idx="6323">
                  <c:v>4</c:v>
                </c:pt>
                <c:pt idx="6324">
                  <c:v>4</c:v>
                </c:pt>
                <c:pt idx="6325">
                  <c:v>4</c:v>
                </c:pt>
                <c:pt idx="6326">
                  <c:v>4</c:v>
                </c:pt>
                <c:pt idx="6327">
                  <c:v>4</c:v>
                </c:pt>
                <c:pt idx="6328">
                  <c:v>4</c:v>
                </c:pt>
                <c:pt idx="6329">
                  <c:v>4</c:v>
                </c:pt>
                <c:pt idx="6330">
                  <c:v>4</c:v>
                </c:pt>
                <c:pt idx="6331">
                  <c:v>4</c:v>
                </c:pt>
                <c:pt idx="6332">
                  <c:v>4</c:v>
                </c:pt>
                <c:pt idx="6333">
                  <c:v>4</c:v>
                </c:pt>
                <c:pt idx="6334">
                  <c:v>4</c:v>
                </c:pt>
                <c:pt idx="6335">
                  <c:v>4</c:v>
                </c:pt>
                <c:pt idx="6336">
                  <c:v>4</c:v>
                </c:pt>
                <c:pt idx="6337">
                  <c:v>4</c:v>
                </c:pt>
                <c:pt idx="6338">
                  <c:v>4</c:v>
                </c:pt>
                <c:pt idx="6339">
                  <c:v>4</c:v>
                </c:pt>
                <c:pt idx="6340">
                  <c:v>4</c:v>
                </c:pt>
                <c:pt idx="6341">
                  <c:v>4</c:v>
                </c:pt>
                <c:pt idx="6342">
                  <c:v>4</c:v>
                </c:pt>
                <c:pt idx="6343">
                  <c:v>4</c:v>
                </c:pt>
                <c:pt idx="6344">
                  <c:v>4</c:v>
                </c:pt>
                <c:pt idx="6345">
                  <c:v>4</c:v>
                </c:pt>
                <c:pt idx="6346">
                  <c:v>4</c:v>
                </c:pt>
                <c:pt idx="6347">
                  <c:v>4</c:v>
                </c:pt>
                <c:pt idx="6348">
                  <c:v>4</c:v>
                </c:pt>
                <c:pt idx="6349">
                  <c:v>4</c:v>
                </c:pt>
                <c:pt idx="6350">
                  <c:v>4</c:v>
                </c:pt>
                <c:pt idx="6351">
                  <c:v>4</c:v>
                </c:pt>
                <c:pt idx="6352">
                  <c:v>4</c:v>
                </c:pt>
                <c:pt idx="6353">
                  <c:v>4</c:v>
                </c:pt>
                <c:pt idx="6354">
                  <c:v>4</c:v>
                </c:pt>
                <c:pt idx="6355">
                  <c:v>4</c:v>
                </c:pt>
                <c:pt idx="6356">
                  <c:v>4</c:v>
                </c:pt>
                <c:pt idx="6357">
                  <c:v>4</c:v>
                </c:pt>
                <c:pt idx="6358">
                  <c:v>4</c:v>
                </c:pt>
                <c:pt idx="6359">
                  <c:v>4</c:v>
                </c:pt>
                <c:pt idx="6360">
                  <c:v>4</c:v>
                </c:pt>
                <c:pt idx="6361">
                  <c:v>4</c:v>
                </c:pt>
                <c:pt idx="6362">
                  <c:v>4</c:v>
                </c:pt>
                <c:pt idx="6363">
                  <c:v>4</c:v>
                </c:pt>
                <c:pt idx="6364">
                  <c:v>4</c:v>
                </c:pt>
                <c:pt idx="6365">
                  <c:v>4</c:v>
                </c:pt>
                <c:pt idx="6366">
                  <c:v>4</c:v>
                </c:pt>
                <c:pt idx="6367">
                  <c:v>4</c:v>
                </c:pt>
                <c:pt idx="6368">
                  <c:v>4</c:v>
                </c:pt>
                <c:pt idx="6369">
                  <c:v>4</c:v>
                </c:pt>
                <c:pt idx="6370">
                  <c:v>4</c:v>
                </c:pt>
                <c:pt idx="6371">
                  <c:v>4</c:v>
                </c:pt>
                <c:pt idx="6372">
                  <c:v>4</c:v>
                </c:pt>
                <c:pt idx="6373">
                  <c:v>3.75</c:v>
                </c:pt>
                <c:pt idx="6374">
                  <c:v>3.75</c:v>
                </c:pt>
                <c:pt idx="6375">
                  <c:v>3.75</c:v>
                </c:pt>
                <c:pt idx="6376">
                  <c:v>3.75</c:v>
                </c:pt>
                <c:pt idx="6377">
                  <c:v>3.75</c:v>
                </c:pt>
                <c:pt idx="6378">
                  <c:v>3.75</c:v>
                </c:pt>
                <c:pt idx="6379">
                  <c:v>3.75</c:v>
                </c:pt>
                <c:pt idx="6380">
                  <c:v>3.75</c:v>
                </c:pt>
                <c:pt idx="6381">
                  <c:v>3.75</c:v>
                </c:pt>
                <c:pt idx="6382">
                  <c:v>3.75</c:v>
                </c:pt>
                <c:pt idx="6383">
                  <c:v>3.75</c:v>
                </c:pt>
                <c:pt idx="6384">
                  <c:v>3.75</c:v>
                </c:pt>
                <c:pt idx="6385">
                  <c:v>3.75</c:v>
                </c:pt>
                <c:pt idx="6386">
                  <c:v>3.75</c:v>
                </c:pt>
                <c:pt idx="6387">
                  <c:v>3.75</c:v>
                </c:pt>
                <c:pt idx="6388">
                  <c:v>3.75</c:v>
                </c:pt>
                <c:pt idx="6389">
                  <c:v>3.75</c:v>
                </c:pt>
                <c:pt idx="6390">
                  <c:v>3.75</c:v>
                </c:pt>
                <c:pt idx="6391">
                  <c:v>3.75</c:v>
                </c:pt>
                <c:pt idx="6392">
                  <c:v>3.75</c:v>
                </c:pt>
                <c:pt idx="6393">
                  <c:v>3.75</c:v>
                </c:pt>
                <c:pt idx="6394">
                  <c:v>3.75</c:v>
                </c:pt>
                <c:pt idx="6395">
                  <c:v>3.75</c:v>
                </c:pt>
                <c:pt idx="6396">
                  <c:v>3.75</c:v>
                </c:pt>
                <c:pt idx="6397">
                  <c:v>3.75</c:v>
                </c:pt>
                <c:pt idx="6398">
                  <c:v>3.75</c:v>
                </c:pt>
                <c:pt idx="6399">
                  <c:v>3.75</c:v>
                </c:pt>
                <c:pt idx="6400">
                  <c:v>3.75</c:v>
                </c:pt>
                <c:pt idx="6401">
                  <c:v>3.75</c:v>
                </c:pt>
                <c:pt idx="6402">
                  <c:v>3.75</c:v>
                </c:pt>
                <c:pt idx="6403">
                  <c:v>3.75</c:v>
                </c:pt>
                <c:pt idx="6404">
                  <c:v>3.75</c:v>
                </c:pt>
                <c:pt idx="6405">
                  <c:v>3.75</c:v>
                </c:pt>
                <c:pt idx="6406">
                  <c:v>3.75</c:v>
                </c:pt>
                <c:pt idx="6407">
                  <c:v>3.75</c:v>
                </c:pt>
                <c:pt idx="6408">
                  <c:v>3.75</c:v>
                </c:pt>
                <c:pt idx="6409">
                  <c:v>3.75</c:v>
                </c:pt>
                <c:pt idx="6410">
                  <c:v>3.75</c:v>
                </c:pt>
                <c:pt idx="6411">
                  <c:v>3.75</c:v>
                </c:pt>
                <c:pt idx="6412">
                  <c:v>3.75</c:v>
                </c:pt>
                <c:pt idx="6413">
                  <c:v>3.75</c:v>
                </c:pt>
                <c:pt idx="6414">
                  <c:v>3.75</c:v>
                </c:pt>
                <c:pt idx="6415">
                  <c:v>3.75</c:v>
                </c:pt>
                <c:pt idx="6416">
                  <c:v>3.75</c:v>
                </c:pt>
                <c:pt idx="6417">
                  <c:v>3.75</c:v>
                </c:pt>
                <c:pt idx="6418">
                  <c:v>3.75</c:v>
                </c:pt>
                <c:pt idx="6419">
                  <c:v>3.75</c:v>
                </c:pt>
                <c:pt idx="6420">
                  <c:v>3.75</c:v>
                </c:pt>
                <c:pt idx="6421">
                  <c:v>3.75</c:v>
                </c:pt>
                <c:pt idx="6422">
                  <c:v>3.75</c:v>
                </c:pt>
                <c:pt idx="6423">
                  <c:v>3.75</c:v>
                </c:pt>
                <c:pt idx="6424">
                  <c:v>3.75</c:v>
                </c:pt>
                <c:pt idx="6425">
                  <c:v>3.75</c:v>
                </c:pt>
                <c:pt idx="6426">
                  <c:v>3.75</c:v>
                </c:pt>
                <c:pt idx="6427">
                  <c:v>3.75</c:v>
                </c:pt>
                <c:pt idx="6428">
                  <c:v>3.75</c:v>
                </c:pt>
                <c:pt idx="6429">
                  <c:v>3.75</c:v>
                </c:pt>
                <c:pt idx="6430">
                  <c:v>3.75</c:v>
                </c:pt>
                <c:pt idx="6431">
                  <c:v>3.75</c:v>
                </c:pt>
                <c:pt idx="6432">
                  <c:v>3.75</c:v>
                </c:pt>
                <c:pt idx="6433">
                  <c:v>3.75</c:v>
                </c:pt>
                <c:pt idx="6434">
                  <c:v>3.75</c:v>
                </c:pt>
                <c:pt idx="6435">
                  <c:v>3.75</c:v>
                </c:pt>
                <c:pt idx="6436">
                  <c:v>3.75</c:v>
                </c:pt>
                <c:pt idx="6437">
                  <c:v>3.75</c:v>
                </c:pt>
                <c:pt idx="6438">
                  <c:v>3.75</c:v>
                </c:pt>
                <c:pt idx="6439">
                  <c:v>3.75</c:v>
                </c:pt>
                <c:pt idx="6440">
                  <c:v>3.75</c:v>
                </c:pt>
                <c:pt idx="6441">
                  <c:v>3.75</c:v>
                </c:pt>
                <c:pt idx="6442">
                  <c:v>3.75</c:v>
                </c:pt>
                <c:pt idx="6443">
                  <c:v>3.5</c:v>
                </c:pt>
                <c:pt idx="6444">
                  <c:v>3.5</c:v>
                </c:pt>
                <c:pt idx="6445">
                  <c:v>3.5</c:v>
                </c:pt>
                <c:pt idx="6446">
                  <c:v>3.5</c:v>
                </c:pt>
                <c:pt idx="6447">
                  <c:v>3.5</c:v>
                </c:pt>
                <c:pt idx="6448">
                  <c:v>3.5</c:v>
                </c:pt>
                <c:pt idx="6449">
                  <c:v>3.5</c:v>
                </c:pt>
                <c:pt idx="6450">
                  <c:v>3.5</c:v>
                </c:pt>
                <c:pt idx="6451">
                  <c:v>3.5</c:v>
                </c:pt>
                <c:pt idx="6452">
                  <c:v>3.5</c:v>
                </c:pt>
                <c:pt idx="6453">
                  <c:v>3.5</c:v>
                </c:pt>
                <c:pt idx="6454">
                  <c:v>3.5</c:v>
                </c:pt>
                <c:pt idx="6455">
                  <c:v>3.5</c:v>
                </c:pt>
                <c:pt idx="6456">
                  <c:v>3.5</c:v>
                </c:pt>
                <c:pt idx="6457">
                  <c:v>3.5</c:v>
                </c:pt>
                <c:pt idx="6458">
                  <c:v>3.5</c:v>
                </c:pt>
                <c:pt idx="6459">
                  <c:v>3.5</c:v>
                </c:pt>
                <c:pt idx="6460">
                  <c:v>3.5</c:v>
                </c:pt>
                <c:pt idx="6461">
                  <c:v>3.5</c:v>
                </c:pt>
                <c:pt idx="6462">
                  <c:v>3.5</c:v>
                </c:pt>
                <c:pt idx="6463">
                  <c:v>3.5</c:v>
                </c:pt>
                <c:pt idx="6464">
                  <c:v>3.5</c:v>
                </c:pt>
                <c:pt idx="6465">
                  <c:v>3.5</c:v>
                </c:pt>
                <c:pt idx="6466">
                  <c:v>3.5</c:v>
                </c:pt>
                <c:pt idx="6467">
                  <c:v>3.5</c:v>
                </c:pt>
                <c:pt idx="6468">
                  <c:v>3.25</c:v>
                </c:pt>
                <c:pt idx="6469">
                  <c:v>3.25</c:v>
                </c:pt>
                <c:pt idx="6470">
                  <c:v>3.25</c:v>
                </c:pt>
                <c:pt idx="6471">
                  <c:v>3.25</c:v>
                </c:pt>
                <c:pt idx="6472">
                  <c:v>3.25</c:v>
                </c:pt>
                <c:pt idx="6473">
                  <c:v>3.25</c:v>
                </c:pt>
                <c:pt idx="6474">
                  <c:v>3.25</c:v>
                </c:pt>
                <c:pt idx="6475">
                  <c:v>3.25</c:v>
                </c:pt>
                <c:pt idx="6476">
                  <c:v>3.25</c:v>
                </c:pt>
                <c:pt idx="6477">
                  <c:v>3.25</c:v>
                </c:pt>
                <c:pt idx="6478">
                  <c:v>3.25</c:v>
                </c:pt>
                <c:pt idx="6479">
                  <c:v>3.25</c:v>
                </c:pt>
                <c:pt idx="6480">
                  <c:v>3.25</c:v>
                </c:pt>
                <c:pt idx="6481">
                  <c:v>3.25</c:v>
                </c:pt>
                <c:pt idx="6482">
                  <c:v>3.25</c:v>
                </c:pt>
                <c:pt idx="6483">
                  <c:v>3.25</c:v>
                </c:pt>
                <c:pt idx="6484">
                  <c:v>3.25</c:v>
                </c:pt>
                <c:pt idx="6485">
                  <c:v>3.25</c:v>
                </c:pt>
                <c:pt idx="6486">
                  <c:v>3.25</c:v>
                </c:pt>
                <c:pt idx="6487">
                  <c:v>3.25</c:v>
                </c:pt>
                <c:pt idx="6488">
                  <c:v>3.25</c:v>
                </c:pt>
                <c:pt idx="6489">
                  <c:v>3.25</c:v>
                </c:pt>
                <c:pt idx="6490">
                  <c:v>3.25</c:v>
                </c:pt>
                <c:pt idx="6491">
                  <c:v>3.25</c:v>
                </c:pt>
                <c:pt idx="6492">
                  <c:v>3.25</c:v>
                </c:pt>
                <c:pt idx="6493">
                  <c:v>3.25</c:v>
                </c:pt>
                <c:pt idx="6494">
                  <c:v>3.25</c:v>
                </c:pt>
                <c:pt idx="6495">
                  <c:v>3.25</c:v>
                </c:pt>
                <c:pt idx="6496">
                  <c:v>3.25</c:v>
                </c:pt>
                <c:pt idx="6497">
                  <c:v>3.25</c:v>
                </c:pt>
                <c:pt idx="6498">
                  <c:v>3.25</c:v>
                </c:pt>
                <c:pt idx="6499">
                  <c:v>3.25</c:v>
                </c:pt>
                <c:pt idx="6500">
                  <c:v>3.25</c:v>
                </c:pt>
                <c:pt idx="6501">
                  <c:v>3.25</c:v>
                </c:pt>
                <c:pt idx="6502">
                  <c:v>3.25</c:v>
                </c:pt>
                <c:pt idx="6503">
                  <c:v>3.25</c:v>
                </c:pt>
                <c:pt idx="6504">
                  <c:v>3.25</c:v>
                </c:pt>
                <c:pt idx="6505">
                  <c:v>3.25</c:v>
                </c:pt>
                <c:pt idx="6506">
                  <c:v>3.25</c:v>
                </c:pt>
                <c:pt idx="6507">
                  <c:v>3.25</c:v>
                </c:pt>
                <c:pt idx="6508">
                  <c:v>3</c:v>
                </c:pt>
                <c:pt idx="6509">
                  <c:v>3</c:v>
                </c:pt>
                <c:pt idx="6510">
                  <c:v>3</c:v>
                </c:pt>
                <c:pt idx="6511">
                  <c:v>3</c:v>
                </c:pt>
                <c:pt idx="6512">
                  <c:v>3</c:v>
                </c:pt>
                <c:pt idx="6513">
                  <c:v>3</c:v>
                </c:pt>
                <c:pt idx="6514">
                  <c:v>3</c:v>
                </c:pt>
                <c:pt idx="6515">
                  <c:v>3</c:v>
                </c:pt>
                <c:pt idx="6516">
                  <c:v>3</c:v>
                </c:pt>
                <c:pt idx="6517">
                  <c:v>3</c:v>
                </c:pt>
                <c:pt idx="6518">
                  <c:v>3</c:v>
                </c:pt>
                <c:pt idx="6519">
                  <c:v>3</c:v>
                </c:pt>
                <c:pt idx="6520">
                  <c:v>3</c:v>
                </c:pt>
                <c:pt idx="6521">
                  <c:v>3</c:v>
                </c:pt>
                <c:pt idx="6522">
                  <c:v>3</c:v>
                </c:pt>
                <c:pt idx="6523">
                  <c:v>3</c:v>
                </c:pt>
                <c:pt idx="6524">
                  <c:v>3</c:v>
                </c:pt>
                <c:pt idx="6525">
                  <c:v>3</c:v>
                </c:pt>
                <c:pt idx="6526">
                  <c:v>3</c:v>
                </c:pt>
                <c:pt idx="6527">
                  <c:v>3</c:v>
                </c:pt>
                <c:pt idx="6528">
                  <c:v>3</c:v>
                </c:pt>
                <c:pt idx="6529">
                  <c:v>3</c:v>
                </c:pt>
                <c:pt idx="6530">
                  <c:v>3</c:v>
                </c:pt>
                <c:pt idx="6531">
                  <c:v>3</c:v>
                </c:pt>
                <c:pt idx="6532">
                  <c:v>3</c:v>
                </c:pt>
                <c:pt idx="6533">
                  <c:v>3</c:v>
                </c:pt>
                <c:pt idx="6534">
                  <c:v>3</c:v>
                </c:pt>
                <c:pt idx="6535">
                  <c:v>3</c:v>
                </c:pt>
                <c:pt idx="6536">
                  <c:v>3</c:v>
                </c:pt>
                <c:pt idx="6537">
                  <c:v>3</c:v>
                </c:pt>
                <c:pt idx="6538">
                  <c:v>3</c:v>
                </c:pt>
                <c:pt idx="6539">
                  <c:v>3</c:v>
                </c:pt>
                <c:pt idx="6540">
                  <c:v>3</c:v>
                </c:pt>
                <c:pt idx="6541">
                  <c:v>3</c:v>
                </c:pt>
                <c:pt idx="6542">
                  <c:v>3</c:v>
                </c:pt>
                <c:pt idx="6543">
                  <c:v>2.75</c:v>
                </c:pt>
                <c:pt idx="6544">
                  <c:v>2.75</c:v>
                </c:pt>
                <c:pt idx="6545">
                  <c:v>2.75</c:v>
                </c:pt>
                <c:pt idx="6546">
                  <c:v>2.75</c:v>
                </c:pt>
                <c:pt idx="6547">
                  <c:v>2.75</c:v>
                </c:pt>
                <c:pt idx="6548">
                  <c:v>2.75</c:v>
                </c:pt>
                <c:pt idx="6549">
                  <c:v>2.75</c:v>
                </c:pt>
                <c:pt idx="6550">
                  <c:v>2.75</c:v>
                </c:pt>
                <c:pt idx="6551">
                  <c:v>2.75</c:v>
                </c:pt>
                <c:pt idx="6552">
                  <c:v>2.75</c:v>
                </c:pt>
                <c:pt idx="6553">
                  <c:v>2.75</c:v>
                </c:pt>
                <c:pt idx="6554">
                  <c:v>2.75</c:v>
                </c:pt>
                <c:pt idx="6555">
                  <c:v>2.75</c:v>
                </c:pt>
                <c:pt idx="6556">
                  <c:v>2.75</c:v>
                </c:pt>
                <c:pt idx="6557">
                  <c:v>2.75</c:v>
                </c:pt>
                <c:pt idx="6558">
                  <c:v>2.75</c:v>
                </c:pt>
                <c:pt idx="6559">
                  <c:v>2.75</c:v>
                </c:pt>
                <c:pt idx="6560">
                  <c:v>2.75</c:v>
                </c:pt>
                <c:pt idx="6561">
                  <c:v>2.75</c:v>
                </c:pt>
                <c:pt idx="6562">
                  <c:v>2.75</c:v>
                </c:pt>
                <c:pt idx="6563">
                  <c:v>2.75</c:v>
                </c:pt>
                <c:pt idx="6564">
                  <c:v>2.75</c:v>
                </c:pt>
                <c:pt idx="6565">
                  <c:v>2.75</c:v>
                </c:pt>
                <c:pt idx="6566">
                  <c:v>2.75</c:v>
                </c:pt>
                <c:pt idx="6567">
                  <c:v>2.75</c:v>
                </c:pt>
                <c:pt idx="6568">
                  <c:v>2.5</c:v>
                </c:pt>
                <c:pt idx="6569">
                  <c:v>2.5</c:v>
                </c:pt>
                <c:pt idx="6570">
                  <c:v>2.5</c:v>
                </c:pt>
                <c:pt idx="6571">
                  <c:v>2.5</c:v>
                </c:pt>
                <c:pt idx="6572">
                  <c:v>2.5</c:v>
                </c:pt>
                <c:pt idx="6573">
                  <c:v>2.5</c:v>
                </c:pt>
                <c:pt idx="6574">
                  <c:v>2.5</c:v>
                </c:pt>
                <c:pt idx="6575">
                  <c:v>2.5</c:v>
                </c:pt>
                <c:pt idx="6576">
                  <c:v>2.5</c:v>
                </c:pt>
                <c:pt idx="6577">
                  <c:v>2.5</c:v>
                </c:pt>
                <c:pt idx="6578">
                  <c:v>2.5</c:v>
                </c:pt>
                <c:pt idx="6579">
                  <c:v>2.5</c:v>
                </c:pt>
                <c:pt idx="6580">
                  <c:v>2.5</c:v>
                </c:pt>
                <c:pt idx="6581">
                  <c:v>2.5</c:v>
                </c:pt>
                <c:pt idx="6582">
                  <c:v>2.5</c:v>
                </c:pt>
                <c:pt idx="6583">
                  <c:v>2.5</c:v>
                </c:pt>
                <c:pt idx="6584">
                  <c:v>2.5</c:v>
                </c:pt>
                <c:pt idx="6585">
                  <c:v>2.5</c:v>
                </c:pt>
                <c:pt idx="6586">
                  <c:v>2.5</c:v>
                </c:pt>
                <c:pt idx="6587">
                  <c:v>2.5</c:v>
                </c:pt>
                <c:pt idx="6588">
                  <c:v>2.5</c:v>
                </c:pt>
                <c:pt idx="6589">
                  <c:v>2.5</c:v>
                </c:pt>
                <c:pt idx="6590">
                  <c:v>2.5</c:v>
                </c:pt>
                <c:pt idx="6591">
                  <c:v>2.5</c:v>
                </c:pt>
                <c:pt idx="6592">
                  <c:v>2.5</c:v>
                </c:pt>
                <c:pt idx="6593">
                  <c:v>2.5</c:v>
                </c:pt>
                <c:pt idx="6594">
                  <c:v>2.5</c:v>
                </c:pt>
                <c:pt idx="6595">
                  <c:v>2.5</c:v>
                </c:pt>
                <c:pt idx="6596">
                  <c:v>2.5</c:v>
                </c:pt>
                <c:pt idx="6597">
                  <c:v>2.5</c:v>
                </c:pt>
                <c:pt idx="6598">
                  <c:v>2.25</c:v>
                </c:pt>
                <c:pt idx="6599">
                  <c:v>2.25</c:v>
                </c:pt>
                <c:pt idx="6600">
                  <c:v>2.25</c:v>
                </c:pt>
                <c:pt idx="6601">
                  <c:v>2.25</c:v>
                </c:pt>
                <c:pt idx="6602">
                  <c:v>2.25</c:v>
                </c:pt>
                <c:pt idx="6603">
                  <c:v>2.25</c:v>
                </c:pt>
                <c:pt idx="6604">
                  <c:v>2.25</c:v>
                </c:pt>
                <c:pt idx="6605">
                  <c:v>2.25</c:v>
                </c:pt>
                <c:pt idx="6606">
                  <c:v>2.25</c:v>
                </c:pt>
                <c:pt idx="6607">
                  <c:v>2.25</c:v>
                </c:pt>
                <c:pt idx="6608">
                  <c:v>2.25</c:v>
                </c:pt>
                <c:pt idx="6609">
                  <c:v>2.25</c:v>
                </c:pt>
                <c:pt idx="6610">
                  <c:v>2.25</c:v>
                </c:pt>
                <c:pt idx="6611">
                  <c:v>2.25</c:v>
                </c:pt>
                <c:pt idx="6612">
                  <c:v>2.25</c:v>
                </c:pt>
                <c:pt idx="6613">
                  <c:v>2.25</c:v>
                </c:pt>
                <c:pt idx="6614">
                  <c:v>2.25</c:v>
                </c:pt>
                <c:pt idx="6615">
                  <c:v>2.25</c:v>
                </c:pt>
                <c:pt idx="6616">
                  <c:v>2.25</c:v>
                </c:pt>
                <c:pt idx="6617">
                  <c:v>2.25</c:v>
                </c:pt>
                <c:pt idx="6618">
                  <c:v>2.25</c:v>
                </c:pt>
                <c:pt idx="6619">
                  <c:v>2.25</c:v>
                </c:pt>
                <c:pt idx="6620">
                  <c:v>2.25</c:v>
                </c:pt>
                <c:pt idx="6621">
                  <c:v>2.25</c:v>
                </c:pt>
                <c:pt idx="6622">
                  <c:v>2.25</c:v>
                </c:pt>
                <c:pt idx="6623">
                  <c:v>2.25</c:v>
                </c:pt>
                <c:pt idx="6624">
                  <c:v>2.25</c:v>
                </c:pt>
                <c:pt idx="6625">
                  <c:v>2.25</c:v>
                </c:pt>
                <c:pt idx="6626">
                  <c:v>2.25</c:v>
                </c:pt>
                <c:pt idx="6627">
                  <c:v>2.25</c:v>
                </c:pt>
                <c:pt idx="6628">
                  <c:v>2.25</c:v>
                </c:pt>
                <c:pt idx="6629">
                  <c:v>2.25</c:v>
                </c:pt>
                <c:pt idx="6630">
                  <c:v>2.25</c:v>
                </c:pt>
                <c:pt idx="6631">
                  <c:v>2.25</c:v>
                </c:pt>
                <c:pt idx="6632">
                  <c:v>2.25</c:v>
                </c:pt>
                <c:pt idx="6633">
                  <c:v>2</c:v>
                </c:pt>
                <c:pt idx="6634">
                  <c:v>2</c:v>
                </c:pt>
                <c:pt idx="6635">
                  <c:v>2</c:v>
                </c:pt>
                <c:pt idx="6636">
                  <c:v>2</c:v>
                </c:pt>
                <c:pt idx="6637">
                  <c:v>2</c:v>
                </c:pt>
                <c:pt idx="6638">
                  <c:v>2</c:v>
                </c:pt>
                <c:pt idx="6639">
                  <c:v>2</c:v>
                </c:pt>
                <c:pt idx="6640">
                  <c:v>2</c:v>
                </c:pt>
                <c:pt idx="6641">
                  <c:v>2</c:v>
                </c:pt>
                <c:pt idx="6642">
                  <c:v>2</c:v>
                </c:pt>
                <c:pt idx="6643">
                  <c:v>2</c:v>
                </c:pt>
                <c:pt idx="6644">
                  <c:v>2</c:v>
                </c:pt>
                <c:pt idx="6645">
                  <c:v>2</c:v>
                </c:pt>
                <c:pt idx="6646">
                  <c:v>2</c:v>
                </c:pt>
                <c:pt idx="6647">
                  <c:v>2</c:v>
                </c:pt>
                <c:pt idx="6648">
                  <c:v>2</c:v>
                </c:pt>
                <c:pt idx="6649">
                  <c:v>2</c:v>
                </c:pt>
                <c:pt idx="6650">
                  <c:v>2</c:v>
                </c:pt>
                <c:pt idx="6651">
                  <c:v>2</c:v>
                </c:pt>
                <c:pt idx="6652">
                  <c:v>2</c:v>
                </c:pt>
                <c:pt idx="6653">
                  <c:v>2</c:v>
                </c:pt>
                <c:pt idx="6654">
                  <c:v>2</c:v>
                </c:pt>
                <c:pt idx="6655">
                  <c:v>2</c:v>
                </c:pt>
                <c:pt idx="6656">
                  <c:v>2</c:v>
                </c:pt>
                <c:pt idx="6657">
                  <c:v>2</c:v>
                </c:pt>
                <c:pt idx="6658">
                  <c:v>2</c:v>
                </c:pt>
                <c:pt idx="6659">
                  <c:v>2</c:v>
                </c:pt>
                <c:pt idx="6660">
                  <c:v>2</c:v>
                </c:pt>
                <c:pt idx="6661">
                  <c:v>2</c:v>
                </c:pt>
                <c:pt idx="6662">
                  <c:v>2</c:v>
                </c:pt>
                <c:pt idx="6663">
                  <c:v>2</c:v>
                </c:pt>
                <c:pt idx="6664">
                  <c:v>2</c:v>
                </c:pt>
                <c:pt idx="6665">
                  <c:v>2</c:v>
                </c:pt>
                <c:pt idx="6666">
                  <c:v>2</c:v>
                </c:pt>
                <c:pt idx="6667">
                  <c:v>2</c:v>
                </c:pt>
                <c:pt idx="6668">
                  <c:v>2</c:v>
                </c:pt>
                <c:pt idx="6669">
                  <c:v>2</c:v>
                </c:pt>
                <c:pt idx="6670">
                  <c:v>2</c:v>
                </c:pt>
                <c:pt idx="6671">
                  <c:v>2</c:v>
                </c:pt>
                <c:pt idx="6672">
                  <c:v>2</c:v>
                </c:pt>
                <c:pt idx="6673">
                  <c:v>2</c:v>
                </c:pt>
                <c:pt idx="6674">
                  <c:v>2</c:v>
                </c:pt>
                <c:pt idx="6675">
                  <c:v>2</c:v>
                </c:pt>
                <c:pt idx="6676">
                  <c:v>2</c:v>
                </c:pt>
                <c:pt idx="6677">
                  <c:v>2</c:v>
                </c:pt>
                <c:pt idx="6678">
                  <c:v>2</c:v>
                </c:pt>
                <c:pt idx="6679">
                  <c:v>2</c:v>
                </c:pt>
                <c:pt idx="6680">
                  <c:v>2</c:v>
                </c:pt>
                <c:pt idx="6681">
                  <c:v>2</c:v>
                </c:pt>
                <c:pt idx="6682">
                  <c:v>2</c:v>
                </c:pt>
                <c:pt idx="6683">
                  <c:v>2</c:v>
                </c:pt>
                <c:pt idx="6684">
                  <c:v>2</c:v>
                </c:pt>
                <c:pt idx="6685">
                  <c:v>2</c:v>
                </c:pt>
                <c:pt idx="6686">
                  <c:v>2</c:v>
                </c:pt>
                <c:pt idx="6687">
                  <c:v>2</c:v>
                </c:pt>
                <c:pt idx="6688">
                  <c:v>2</c:v>
                </c:pt>
                <c:pt idx="6689">
                  <c:v>2</c:v>
                </c:pt>
                <c:pt idx="6690">
                  <c:v>2</c:v>
                </c:pt>
                <c:pt idx="6691">
                  <c:v>2</c:v>
                </c:pt>
                <c:pt idx="6692">
                  <c:v>2</c:v>
                </c:pt>
                <c:pt idx="6693">
                  <c:v>2</c:v>
                </c:pt>
                <c:pt idx="6694">
                  <c:v>2</c:v>
                </c:pt>
                <c:pt idx="6695">
                  <c:v>2</c:v>
                </c:pt>
                <c:pt idx="6696">
                  <c:v>2</c:v>
                </c:pt>
                <c:pt idx="6697">
                  <c:v>2</c:v>
                </c:pt>
                <c:pt idx="6698">
                  <c:v>2</c:v>
                </c:pt>
                <c:pt idx="6699">
                  <c:v>2</c:v>
                </c:pt>
                <c:pt idx="6700">
                  <c:v>2</c:v>
                </c:pt>
                <c:pt idx="6701">
                  <c:v>2</c:v>
                </c:pt>
                <c:pt idx="6702">
                  <c:v>2</c:v>
                </c:pt>
                <c:pt idx="6703">
                  <c:v>2</c:v>
                </c:pt>
                <c:pt idx="6704">
                  <c:v>2</c:v>
                </c:pt>
                <c:pt idx="6705">
                  <c:v>2</c:v>
                </c:pt>
                <c:pt idx="6706">
                  <c:v>2</c:v>
                </c:pt>
                <c:pt idx="6707">
                  <c:v>2</c:v>
                </c:pt>
                <c:pt idx="6708">
                  <c:v>2</c:v>
                </c:pt>
                <c:pt idx="6709">
                  <c:v>2</c:v>
                </c:pt>
                <c:pt idx="6710">
                  <c:v>2</c:v>
                </c:pt>
                <c:pt idx="6711">
                  <c:v>2</c:v>
                </c:pt>
                <c:pt idx="6712">
                  <c:v>2</c:v>
                </c:pt>
                <c:pt idx="6713">
                  <c:v>2</c:v>
                </c:pt>
                <c:pt idx="6714">
                  <c:v>2</c:v>
                </c:pt>
                <c:pt idx="6715">
                  <c:v>2</c:v>
                </c:pt>
                <c:pt idx="6716">
                  <c:v>2</c:v>
                </c:pt>
                <c:pt idx="6717">
                  <c:v>2</c:v>
                </c:pt>
                <c:pt idx="6718">
                  <c:v>2</c:v>
                </c:pt>
                <c:pt idx="6719">
                  <c:v>2</c:v>
                </c:pt>
                <c:pt idx="6720">
                  <c:v>2</c:v>
                </c:pt>
                <c:pt idx="6721">
                  <c:v>2</c:v>
                </c:pt>
                <c:pt idx="6722">
                  <c:v>2</c:v>
                </c:pt>
                <c:pt idx="6723">
                  <c:v>2</c:v>
                </c:pt>
                <c:pt idx="6724">
                  <c:v>2</c:v>
                </c:pt>
                <c:pt idx="6725">
                  <c:v>2</c:v>
                </c:pt>
                <c:pt idx="6726">
                  <c:v>2</c:v>
                </c:pt>
                <c:pt idx="6727">
                  <c:v>2</c:v>
                </c:pt>
                <c:pt idx="6728">
                  <c:v>2</c:v>
                </c:pt>
                <c:pt idx="6729">
                  <c:v>2</c:v>
                </c:pt>
                <c:pt idx="6730">
                  <c:v>2</c:v>
                </c:pt>
                <c:pt idx="6731">
                  <c:v>2</c:v>
                </c:pt>
                <c:pt idx="6732">
                  <c:v>2</c:v>
                </c:pt>
                <c:pt idx="6733">
                  <c:v>2</c:v>
                </c:pt>
                <c:pt idx="6734">
                  <c:v>2</c:v>
                </c:pt>
                <c:pt idx="6735">
                  <c:v>2</c:v>
                </c:pt>
                <c:pt idx="6736">
                  <c:v>2</c:v>
                </c:pt>
                <c:pt idx="6737">
                  <c:v>2</c:v>
                </c:pt>
                <c:pt idx="6738">
                  <c:v>2</c:v>
                </c:pt>
                <c:pt idx="6739">
                  <c:v>2</c:v>
                </c:pt>
                <c:pt idx="6740">
                  <c:v>2</c:v>
                </c:pt>
                <c:pt idx="6741">
                  <c:v>2</c:v>
                </c:pt>
                <c:pt idx="6742">
                  <c:v>2</c:v>
                </c:pt>
                <c:pt idx="6743">
                  <c:v>2</c:v>
                </c:pt>
                <c:pt idx="6744">
                  <c:v>2</c:v>
                </c:pt>
                <c:pt idx="6745">
                  <c:v>2</c:v>
                </c:pt>
                <c:pt idx="6746">
                  <c:v>2</c:v>
                </c:pt>
                <c:pt idx="6747">
                  <c:v>2</c:v>
                </c:pt>
                <c:pt idx="6748">
                  <c:v>2</c:v>
                </c:pt>
                <c:pt idx="6749">
                  <c:v>2</c:v>
                </c:pt>
                <c:pt idx="6750">
                  <c:v>2</c:v>
                </c:pt>
                <c:pt idx="6751">
                  <c:v>2</c:v>
                </c:pt>
                <c:pt idx="6752">
                  <c:v>2</c:v>
                </c:pt>
                <c:pt idx="6753">
                  <c:v>2</c:v>
                </c:pt>
                <c:pt idx="6754">
                  <c:v>2</c:v>
                </c:pt>
                <c:pt idx="6755">
                  <c:v>2</c:v>
                </c:pt>
                <c:pt idx="6756">
                  <c:v>2</c:v>
                </c:pt>
                <c:pt idx="6757">
                  <c:v>2</c:v>
                </c:pt>
                <c:pt idx="6758">
                  <c:v>2</c:v>
                </c:pt>
                <c:pt idx="6759">
                  <c:v>2</c:v>
                </c:pt>
                <c:pt idx="6760">
                  <c:v>2</c:v>
                </c:pt>
                <c:pt idx="6761">
                  <c:v>2</c:v>
                </c:pt>
                <c:pt idx="6762">
                  <c:v>2</c:v>
                </c:pt>
                <c:pt idx="6763">
                  <c:v>2</c:v>
                </c:pt>
                <c:pt idx="6764">
                  <c:v>2</c:v>
                </c:pt>
                <c:pt idx="6765">
                  <c:v>2</c:v>
                </c:pt>
                <c:pt idx="6766">
                  <c:v>2</c:v>
                </c:pt>
                <c:pt idx="6767">
                  <c:v>2</c:v>
                </c:pt>
                <c:pt idx="6768">
                  <c:v>2</c:v>
                </c:pt>
                <c:pt idx="6769">
                  <c:v>2</c:v>
                </c:pt>
                <c:pt idx="6770">
                  <c:v>2</c:v>
                </c:pt>
                <c:pt idx="6771">
                  <c:v>2</c:v>
                </c:pt>
                <c:pt idx="6772">
                  <c:v>2</c:v>
                </c:pt>
                <c:pt idx="6773">
                  <c:v>2</c:v>
                </c:pt>
                <c:pt idx="6774">
                  <c:v>2</c:v>
                </c:pt>
                <c:pt idx="6775">
                  <c:v>2</c:v>
                </c:pt>
                <c:pt idx="6776">
                  <c:v>2</c:v>
                </c:pt>
                <c:pt idx="6777">
                  <c:v>2</c:v>
                </c:pt>
                <c:pt idx="6778">
                  <c:v>2</c:v>
                </c:pt>
                <c:pt idx="6779">
                  <c:v>2</c:v>
                </c:pt>
                <c:pt idx="6780">
                  <c:v>2</c:v>
                </c:pt>
                <c:pt idx="6781">
                  <c:v>2</c:v>
                </c:pt>
                <c:pt idx="6782">
                  <c:v>2</c:v>
                </c:pt>
                <c:pt idx="6783">
                  <c:v>2</c:v>
                </c:pt>
                <c:pt idx="6784">
                  <c:v>2</c:v>
                </c:pt>
                <c:pt idx="6785">
                  <c:v>2</c:v>
                </c:pt>
                <c:pt idx="6786">
                  <c:v>2</c:v>
                </c:pt>
                <c:pt idx="6787">
                  <c:v>2</c:v>
                </c:pt>
                <c:pt idx="6788">
                  <c:v>2</c:v>
                </c:pt>
                <c:pt idx="6789">
                  <c:v>2</c:v>
                </c:pt>
                <c:pt idx="6790">
                  <c:v>2</c:v>
                </c:pt>
                <c:pt idx="6791">
                  <c:v>2</c:v>
                </c:pt>
                <c:pt idx="6792">
                  <c:v>2</c:v>
                </c:pt>
                <c:pt idx="6793">
                  <c:v>2</c:v>
                </c:pt>
                <c:pt idx="6794">
                  <c:v>2</c:v>
                </c:pt>
                <c:pt idx="6795">
                  <c:v>2</c:v>
                </c:pt>
                <c:pt idx="6796">
                  <c:v>2</c:v>
                </c:pt>
                <c:pt idx="6797">
                  <c:v>2</c:v>
                </c:pt>
                <c:pt idx="6798">
                  <c:v>2</c:v>
                </c:pt>
                <c:pt idx="6799">
                  <c:v>2</c:v>
                </c:pt>
                <c:pt idx="6800">
                  <c:v>2</c:v>
                </c:pt>
                <c:pt idx="6801">
                  <c:v>2</c:v>
                </c:pt>
                <c:pt idx="6802">
                  <c:v>2</c:v>
                </c:pt>
                <c:pt idx="6803">
                  <c:v>2</c:v>
                </c:pt>
                <c:pt idx="6804">
                  <c:v>2</c:v>
                </c:pt>
                <c:pt idx="6805">
                  <c:v>2</c:v>
                </c:pt>
                <c:pt idx="6806">
                  <c:v>2</c:v>
                </c:pt>
                <c:pt idx="6807">
                  <c:v>2</c:v>
                </c:pt>
                <c:pt idx="6808">
                  <c:v>2</c:v>
                </c:pt>
                <c:pt idx="6809">
                  <c:v>2</c:v>
                </c:pt>
                <c:pt idx="6810">
                  <c:v>2</c:v>
                </c:pt>
                <c:pt idx="6811">
                  <c:v>2</c:v>
                </c:pt>
                <c:pt idx="6812">
                  <c:v>2</c:v>
                </c:pt>
                <c:pt idx="6813">
                  <c:v>2</c:v>
                </c:pt>
                <c:pt idx="6814">
                  <c:v>2</c:v>
                </c:pt>
                <c:pt idx="6815">
                  <c:v>2</c:v>
                </c:pt>
                <c:pt idx="6816">
                  <c:v>2</c:v>
                </c:pt>
                <c:pt idx="6817">
                  <c:v>2</c:v>
                </c:pt>
                <c:pt idx="6818">
                  <c:v>2</c:v>
                </c:pt>
                <c:pt idx="6819">
                  <c:v>2</c:v>
                </c:pt>
                <c:pt idx="6820">
                  <c:v>2</c:v>
                </c:pt>
                <c:pt idx="6821">
                  <c:v>2</c:v>
                </c:pt>
                <c:pt idx="6822">
                  <c:v>2</c:v>
                </c:pt>
                <c:pt idx="6823">
                  <c:v>2</c:v>
                </c:pt>
                <c:pt idx="6824">
                  <c:v>2</c:v>
                </c:pt>
                <c:pt idx="6825">
                  <c:v>2</c:v>
                </c:pt>
                <c:pt idx="6826">
                  <c:v>2</c:v>
                </c:pt>
                <c:pt idx="6827">
                  <c:v>2</c:v>
                </c:pt>
                <c:pt idx="6828">
                  <c:v>2</c:v>
                </c:pt>
                <c:pt idx="6829">
                  <c:v>2</c:v>
                </c:pt>
                <c:pt idx="6830">
                  <c:v>2</c:v>
                </c:pt>
                <c:pt idx="6831">
                  <c:v>2</c:v>
                </c:pt>
                <c:pt idx="6832">
                  <c:v>2</c:v>
                </c:pt>
                <c:pt idx="6833">
                  <c:v>2</c:v>
                </c:pt>
                <c:pt idx="6834">
                  <c:v>2</c:v>
                </c:pt>
                <c:pt idx="6835">
                  <c:v>2</c:v>
                </c:pt>
                <c:pt idx="6836">
                  <c:v>2</c:v>
                </c:pt>
                <c:pt idx="6837">
                  <c:v>2</c:v>
                </c:pt>
                <c:pt idx="6838">
                  <c:v>2</c:v>
                </c:pt>
                <c:pt idx="6839">
                  <c:v>2</c:v>
                </c:pt>
                <c:pt idx="6840">
                  <c:v>2</c:v>
                </c:pt>
                <c:pt idx="6841">
                  <c:v>2</c:v>
                </c:pt>
                <c:pt idx="6842">
                  <c:v>2</c:v>
                </c:pt>
                <c:pt idx="6843">
                  <c:v>2</c:v>
                </c:pt>
                <c:pt idx="6844">
                  <c:v>2</c:v>
                </c:pt>
                <c:pt idx="6845">
                  <c:v>2</c:v>
                </c:pt>
                <c:pt idx="6846">
                  <c:v>2</c:v>
                </c:pt>
                <c:pt idx="6847">
                  <c:v>2</c:v>
                </c:pt>
                <c:pt idx="6848">
                  <c:v>2</c:v>
                </c:pt>
                <c:pt idx="6849">
                  <c:v>2</c:v>
                </c:pt>
                <c:pt idx="6850">
                  <c:v>2</c:v>
                </c:pt>
                <c:pt idx="6851">
                  <c:v>2</c:v>
                </c:pt>
                <c:pt idx="6852">
                  <c:v>2</c:v>
                </c:pt>
                <c:pt idx="6853">
                  <c:v>2</c:v>
                </c:pt>
                <c:pt idx="6854">
                  <c:v>2</c:v>
                </c:pt>
                <c:pt idx="6855">
                  <c:v>2</c:v>
                </c:pt>
                <c:pt idx="6856">
                  <c:v>2</c:v>
                </c:pt>
                <c:pt idx="6857">
                  <c:v>2</c:v>
                </c:pt>
                <c:pt idx="6858">
                  <c:v>2</c:v>
                </c:pt>
                <c:pt idx="6859">
                  <c:v>2</c:v>
                </c:pt>
                <c:pt idx="6860">
                  <c:v>2</c:v>
                </c:pt>
                <c:pt idx="6861">
                  <c:v>2</c:v>
                </c:pt>
                <c:pt idx="6862">
                  <c:v>2</c:v>
                </c:pt>
                <c:pt idx="6863">
                  <c:v>2</c:v>
                </c:pt>
                <c:pt idx="6864">
                  <c:v>2</c:v>
                </c:pt>
                <c:pt idx="6865">
                  <c:v>2</c:v>
                </c:pt>
                <c:pt idx="6866">
                  <c:v>2</c:v>
                </c:pt>
                <c:pt idx="6867">
                  <c:v>2</c:v>
                </c:pt>
                <c:pt idx="6868">
                  <c:v>2</c:v>
                </c:pt>
                <c:pt idx="6869">
                  <c:v>2</c:v>
                </c:pt>
                <c:pt idx="6870">
                  <c:v>2</c:v>
                </c:pt>
                <c:pt idx="6871">
                  <c:v>2</c:v>
                </c:pt>
                <c:pt idx="6872">
                  <c:v>2</c:v>
                </c:pt>
                <c:pt idx="6873">
                  <c:v>2</c:v>
                </c:pt>
                <c:pt idx="6874">
                  <c:v>2</c:v>
                </c:pt>
                <c:pt idx="6875">
                  <c:v>2</c:v>
                </c:pt>
                <c:pt idx="6876">
                  <c:v>2</c:v>
                </c:pt>
                <c:pt idx="6877">
                  <c:v>2</c:v>
                </c:pt>
                <c:pt idx="6878">
                  <c:v>2</c:v>
                </c:pt>
                <c:pt idx="6879">
                  <c:v>2</c:v>
                </c:pt>
                <c:pt idx="6880">
                  <c:v>2</c:v>
                </c:pt>
                <c:pt idx="6881">
                  <c:v>2</c:v>
                </c:pt>
                <c:pt idx="6882">
                  <c:v>2</c:v>
                </c:pt>
                <c:pt idx="6883">
                  <c:v>2</c:v>
                </c:pt>
                <c:pt idx="6884">
                  <c:v>2</c:v>
                </c:pt>
                <c:pt idx="6885">
                  <c:v>2</c:v>
                </c:pt>
                <c:pt idx="6886">
                  <c:v>2</c:v>
                </c:pt>
                <c:pt idx="6887">
                  <c:v>2</c:v>
                </c:pt>
                <c:pt idx="6888">
                  <c:v>2</c:v>
                </c:pt>
                <c:pt idx="6889">
                  <c:v>2</c:v>
                </c:pt>
                <c:pt idx="6890">
                  <c:v>2</c:v>
                </c:pt>
                <c:pt idx="6891">
                  <c:v>2</c:v>
                </c:pt>
                <c:pt idx="6892">
                  <c:v>2</c:v>
                </c:pt>
                <c:pt idx="6893">
                  <c:v>2</c:v>
                </c:pt>
                <c:pt idx="6894">
                  <c:v>2</c:v>
                </c:pt>
                <c:pt idx="6895">
                  <c:v>2</c:v>
                </c:pt>
                <c:pt idx="6896">
                  <c:v>2</c:v>
                </c:pt>
                <c:pt idx="6897">
                  <c:v>2</c:v>
                </c:pt>
                <c:pt idx="6898">
                  <c:v>2.25</c:v>
                </c:pt>
                <c:pt idx="6899">
                  <c:v>2.25</c:v>
                </c:pt>
              </c:numCache>
            </c:numRef>
          </c:val>
          <c:smooth val="0"/>
          <c:extLst>
            <c:ext xmlns:c16="http://schemas.microsoft.com/office/drawing/2014/chart" uri="{C3380CC4-5D6E-409C-BE32-E72D297353CC}">
              <c16:uniqueId val="{00000000-D22B-475B-A0FA-89D1C034EBC2}"/>
            </c:ext>
          </c:extLst>
        </c:ser>
        <c:ser>
          <c:idx val="1"/>
          <c:order val="1"/>
          <c:tx>
            <c:strRef>
              <c:f>'ECB policy rate'!$C$1</c:f>
              <c:strCache>
                <c:ptCount val="1"/>
                <c:pt idx="0">
                  <c:v>欧洲央行最低再融资利率，%</c:v>
                </c:pt>
              </c:strCache>
            </c:strRef>
          </c:tx>
          <c:spPr>
            <a:ln w="25400" cap="rnd">
              <a:solidFill>
                <a:srgbClr val="2E3160"/>
              </a:solidFill>
              <a:round/>
            </a:ln>
            <a:effectLst/>
          </c:spPr>
          <c:marker>
            <c:symbol val="none"/>
          </c:marker>
          <c:cat>
            <c:numRef>
              <c:f>'ECB policy rate'!$A$2:$A$6901</c:f>
              <c:numCache>
                <c:formatCode>m/d/yyyy</c:formatCode>
                <c:ptCount val="6900"/>
                <c:pt idx="0">
                  <c:v>36528</c:v>
                </c:pt>
                <c:pt idx="1">
                  <c:v>36529</c:v>
                </c:pt>
                <c:pt idx="2">
                  <c:v>36530</c:v>
                </c:pt>
                <c:pt idx="3">
                  <c:v>36531</c:v>
                </c:pt>
                <c:pt idx="4">
                  <c:v>36532</c:v>
                </c:pt>
                <c:pt idx="5">
                  <c:v>36535</c:v>
                </c:pt>
                <c:pt idx="6">
                  <c:v>36536</c:v>
                </c:pt>
                <c:pt idx="7">
                  <c:v>36537</c:v>
                </c:pt>
                <c:pt idx="8">
                  <c:v>36538</c:v>
                </c:pt>
                <c:pt idx="9">
                  <c:v>36539</c:v>
                </c:pt>
                <c:pt idx="10">
                  <c:v>36542</c:v>
                </c:pt>
                <c:pt idx="11">
                  <c:v>36543</c:v>
                </c:pt>
                <c:pt idx="12">
                  <c:v>36544</c:v>
                </c:pt>
                <c:pt idx="13">
                  <c:v>36545</c:v>
                </c:pt>
                <c:pt idx="14">
                  <c:v>36546</c:v>
                </c:pt>
                <c:pt idx="15">
                  <c:v>36549</c:v>
                </c:pt>
                <c:pt idx="16">
                  <c:v>36550</c:v>
                </c:pt>
                <c:pt idx="17">
                  <c:v>36551</c:v>
                </c:pt>
                <c:pt idx="18">
                  <c:v>36552</c:v>
                </c:pt>
                <c:pt idx="19">
                  <c:v>36553</c:v>
                </c:pt>
                <c:pt idx="20">
                  <c:v>36556</c:v>
                </c:pt>
                <c:pt idx="21">
                  <c:v>36557</c:v>
                </c:pt>
                <c:pt idx="22">
                  <c:v>36558</c:v>
                </c:pt>
                <c:pt idx="23">
                  <c:v>36559</c:v>
                </c:pt>
                <c:pt idx="24">
                  <c:v>36560</c:v>
                </c:pt>
                <c:pt idx="25">
                  <c:v>36563</c:v>
                </c:pt>
                <c:pt idx="26">
                  <c:v>36564</c:v>
                </c:pt>
                <c:pt idx="27">
                  <c:v>36565</c:v>
                </c:pt>
                <c:pt idx="28">
                  <c:v>36566</c:v>
                </c:pt>
                <c:pt idx="29">
                  <c:v>36567</c:v>
                </c:pt>
                <c:pt idx="30">
                  <c:v>36570</c:v>
                </c:pt>
                <c:pt idx="31">
                  <c:v>36571</c:v>
                </c:pt>
                <c:pt idx="32">
                  <c:v>36572</c:v>
                </c:pt>
                <c:pt idx="33">
                  <c:v>36573</c:v>
                </c:pt>
                <c:pt idx="34">
                  <c:v>36574</c:v>
                </c:pt>
                <c:pt idx="35">
                  <c:v>36577</c:v>
                </c:pt>
                <c:pt idx="36">
                  <c:v>36578</c:v>
                </c:pt>
                <c:pt idx="37">
                  <c:v>36579</c:v>
                </c:pt>
                <c:pt idx="38">
                  <c:v>36580</c:v>
                </c:pt>
                <c:pt idx="39">
                  <c:v>36581</c:v>
                </c:pt>
                <c:pt idx="40">
                  <c:v>36584</c:v>
                </c:pt>
                <c:pt idx="41">
                  <c:v>36585</c:v>
                </c:pt>
                <c:pt idx="42">
                  <c:v>36586</c:v>
                </c:pt>
                <c:pt idx="43">
                  <c:v>36587</c:v>
                </c:pt>
                <c:pt idx="44">
                  <c:v>36588</c:v>
                </c:pt>
                <c:pt idx="45">
                  <c:v>36591</c:v>
                </c:pt>
                <c:pt idx="46">
                  <c:v>36592</c:v>
                </c:pt>
                <c:pt idx="47">
                  <c:v>36593</c:v>
                </c:pt>
                <c:pt idx="48">
                  <c:v>36594</c:v>
                </c:pt>
                <c:pt idx="49">
                  <c:v>36595</c:v>
                </c:pt>
                <c:pt idx="50">
                  <c:v>36598</c:v>
                </c:pt>
                <c:pt idx="51">
                  <c:v>36599</c:v>
                </c:pt>
                <c:pt idx="52">
                  <c:v>36600</c:v>
                </c:pt>
                <c:pt idx="53">
                  <c:v>36601</c:v>
                </c:pt>
                <c:pt idx="54">
                  <c:v>36602</c:v>
                </c:pt>
                <c:pt idx="55">
                  <c:v>36605</c:v>
                </c:pt>
                <c:pt idx="56">
                  <c:v>36606</c:v>
                </c:pt>
                <c:pt idx="57">
                  <c:v>36607</c:v>
                </c:pt>
                <c:pt idx="58">
                  <c:v>36608</c:v>
                </c:pt>
                <c:pt idx="59">
                  <c:v>36609</c:v>
                </c:pt>
                <c:pt idx="60">
                  <c:v>36612</c:v>
                </c:pt>
                <c:pt idx="61">
                  <c:v>36613</c:v>
                </c:pt>
                <c:pt idx="62">
                  <c:v>36614</c:v>
                </c:pt>
                <c:pt idx="63">
                  <c:v>36615</c:v>
                </c:pt>
                <c:pt idx="64">
                  <c:v>36616</c:v>
                </c:pt>
                <c:pt idx="65">
                  <c:v>36619</c:v>
                </c:pt>
                <c:pt idx="66">
                  <c:v>36620</c:v>
                </c:pt>
                <c:pt idx="67">
                  <c:v>36621</c:v>
                </c:pt>
                <c:pt idx="68">
                  <c:v>36622</c:v>
                </c:pt>
                <c:pt idx="69">
                  <c:v>36623</c:v>
                </c:pt>
                <c:pt idx="70">
                  <c:v>36626</c:v>
                </c:pt>
                <c:pt idx="71">
                  <c:v>36627</c:v>
                </c:pt>
                <c:pt idx="72">
                  <c:v>36628</c:v>
                </c:pt>
                <c:pt idx="73">
                  <c:v>36629</c:v>
                </c:pt>
                <c:pt idx="74">
                  <c:v>36630</c:v>
                </c:pt>
                <c:pt idx="75">
                  <c:v>36633</c:v>
                </c:pt>
                <c:pt idx="76">
                  <c:v>36634</c:v>
                </c:pt>
                <c:pt idx="77">
                  <c:v>36635</c:v>
                </c:pt>
                <c:pt idx="78">
                  <c:v>36636</c:v>
                </c:pt>
                <c:pt idx="79">
                  <c:v>36637</c:v>
                </c:pt>
                <c:pt idx="80">
                  <c:v>36640</c:v>
                </c:pt>
                <c:pt idx="81">
                  <c:v>36641</c:v>
                </c:pt>
                <c:pt idx="82">
                  <c:v>36642</c:v>
                </c:pt>
                <c:pt idx="83">
                  <c:v>36643</c:v>
                </c:pt>
                <c:pt idx="84">
                  <c:v>36644</c:v>
                </c:pt>
                <c:pt idx="85">
                  <c:v>36647</c:v>
                </c:pt>
                <c:pt idx="86">
                  <c:v>36648</c:v>
                </c:pt>
                <c:pt idx="87">
                  <c:v>36649</c:v>
                </c:pt>
                <c:pt idx="88">
                  <c:v>36650</c:v>
                </c:pt>
                <c:pt idx="89">
                  <c:v>36651</c:v>
                </c:pt>
                <c:pt idx="90">
                  <c:v>36654</c:v>
                </c:pt>
                <c:pt idx="91">
                  <c:v>36655</c:v>
                </c:pt>
                <c:pt idx="92">
                  <c:v>36656</c:v>
                </c:pt>
                <c:pt idx="93">
                  <c:v>36657</c:v>
                </c:pt>
                <c:pt idx="94">
                  <c:v>36658</c:v>
                </c:pt>
                <c:pt idx="95">
                  <c:v>36661</c:v>
                </c:pt>
                <c:pt idx="96">
                  <c:v>36662</c:v>
                </c:pt>
                <c:pt idx="97">
                  <c:v>36663</c:v>
                </c:pt>
                <c:pt idx="98">
                  <c:v>36664</c:v>
                </c:pt>
                <c:pt idx="99">
                  <c:v>36665</c:v>
                </c:pt>
                <c:pt idx="100">
                  <c:v>36668</c:v>
                </c:pt>
                <c:pt idx="101">
                  <c:v>36669</c:v>
                </c:pt>
                <c:pt idx="102">
                  <c:v>36670</c:v>
                </c:pt>
                <c:pt idx="103">
                  <c:v>36671</c:v>
                </c:pt>
                <c:pt idx="104">
                  <c:v>36672</c:v>
                </c:pt>
                <c:pt idx="105">
                  <c:v>36675</c:v>
                </c:pt>
                <c:pt idx="106">
                  <c:v>36676</c:v>
                </c:pt>
                <c:pt idx="107">
                  <c:v>36677</c:v>
                </c:pt>
                <c:pt idx="108">
                  <c:v>36678</c:v>
                </c:pt>
                <c:pt idx="109">
                  <c:v>36679</c:v>
                </c:pt>
                <c:pt idx="110">
                  <c:v>36682</c:v>
                </c:pt>
                <c:pt idx="111">
                  <c:v>36683</c:v>
                </c:pt>
                <c:pt idx="112">
                  <c:v>36684</c:v>
                </c:pt>
                <c:pt idx="113">
                  <c:v>36685</c:v>
                </c:pt>
                <c:pt idx="114">
                  <c:v>36686</c:v>
                </c:pt>
                <c:pt idx="115">
                  <c:v>36689</c:v>
                </c:pt>
                <c:pt idx="116">
                  <c:v>36690</c:v>
                </c:pt>
                <c:pt idx="117">
                  <c:v>36691</c:v>
                </c:pt>
                <c:pt idx="118">
                  <c:v>36692</c:v>
                </c:pt>
                <c:pt idx="119">
                  <c:v>36693</c:v>
                </c:pt>
                <c:pt idx="120">
                  <c:v>36696</c:v>
                </c:pt>
                <c:pt idx="121">
                  <c:v>36697</c:v>
                </c:pt>
                <c:pt idx="122">
                  <c:v>36698</c:v>
                </c:pt>
                <c:pt idx="123">
                  <c:v>36699</c:v>
                </c:pt>
                <c:pt idx="124">
                  <c:v>36700</c:v>
                </c:pt>
                <c:pt idx="125">
                  <c:v>36703</c:v>
                </c:pt>
                <c:pt idx="126">
                  <c:v>36704</c:v>
                </c:pt>
                <c:pt idx="127">
                  <c:v>36705</c:v>
                </c:pt>
                <c:pt idx="128">
                  <c:v>36706</c:v>
                </c:pt>
                <c:pt idx="129">
                  <c:v>36707</c:v>
                </c:pt>
                <c:pt idx="130">
                  <c:v>36710</c:v>
                </c:pt>
                <c:pt idx="131">
                  <c:v>36711</c:v>
                </c:pt>
                <c:pt idx="132">
                  <c:v>36712</c:v>
                </c:pt>
                <c:pt idx="133">
                  <c:v>36713</c:v>
                </c:pt>
                <c:pt idx="134">
                  <c:v>36714</c:v>
                </c:pt>
                <c:pt idx="135">
                  <c:v>36717</c:v>
                </c:pt>
                <c:pt idx="136">
                  <c:v>36718</c:v>
                </c:pt>
                <c:pt idx="137">
                  <c:v>36719</c:v>
                </c:pt>
                <c:pt idx="138">
                  <c:v>36720</c:v>
                </c:pt>
                <c:pt idx="139">
                  <c:v>36721</c:v>
                </c:pt>
                <c:pt idx="140">
                  <c:v>36724</c:v>
                </c:pt>
                <c:pt idx="141">
                  <c:v>36725</c:v>
                </c:pt>
                <c:pt idx="142">
                  <c:v>36726</c:v>
                </c:pt>
                <c:pt idx="143">
                  <c:v>36727</c:v>
                </c:pt>
                <c:pt idx="144">
                  <c:v>36728</c:v>
                </c:pt>
                <c:pt idx="145">
                  <c:v>36731</c:v>
                </c:pt>
                <c:pt idx="146">
                  <c:v>36732</c:v>
                </c:pt>
                <c:pt idx="147">
                  <c:v>36733</c:v>
                </c:pt>
                <c:pt idx="148">
                  <c:v>36734</c:v>
                </c:pt>
                <c:pt idx="149">
                  <c:v>36735</c:v>
                </c:pt>
                <c:pt idx="150">
                  <c:v>36738</c:v>
                </c:pt>
                <c:pt idx="151">
                  <c:v>36739</c:v>
                </c:pt>
                <c:pt idx="152">
                  <c:v>36740</c:v>
                </c:pt>
                <c:pt idx="153">
                  <c:v>36741</c:v>
                </c:pt>
                <c:pt idx="154">
                  <c:v>36742</c:v>
                </c:pt>
                <c:pt idx="155">
                  <c:v>36745</c:v>
                </c:pt>
                <c:pt idx="156">
                  <c:v>36746</c:v>
                </c:pt>
                <c:pt idx="157">
                  <c:v>36747</c:v>
                </c:pt>
                <c:pt idx="158">
                  <c:v>36748</c:v>
                </c:pt>
                <c:pt idx="159">
                  <c:v>36749</c:v>
                </c:pt>
                <c:pt idx="160">
                  <c:v>36752</c:v>
                </c:pt>
                <c:pt idx="161">
                  <c:v>36753</c:v>
                </c:pt>
                <c:pt idx="162">
                  <c:v>36754</c:v>
                </c:pt>
                <c:pt idx="163">
                  <c:v>36755</c:v>
                </c:pt>
                <c:pt idx="164">
                  <c:v>36756</c:v>
                </c:pt>
                <c:pt idx="165">
                  <c:v>36759</c:v>
                </c:pt>
                <c:pt idx="166">
                  <c:v>36760</c:v>
                </c:pt>
                <c:pt idx="167">
                  <c:v>36761</c:v>
                </c:pt>
                <c:pt idx="168">
                  <c:v>36762</c:v>
                </c:pt>
                <c:pt idx="169">
                  <c:v>36763</c:v>
                </c:pt>
                <c:pt idx="170">
                  <c:v>36766</c:v>
                </c:pt>
                <c:pt idx="171">
                  <c:v>36767</c:v>
                </c:pt>
                <c:pt idx="172">
                  <c:v>36768</c:v>
                </c:pt>
                <c:pt idx="173">
                  <c:v>36769</c:v>
                </c:pt>
                <c:pt idx="174">
                  <c:v>36770</c:v>
                </c:pt>
                <c:pt idx="175">
                  <c:v>36773</c:v>
                </c:pt>
                <c:pt idx="176">
                  <c:v>36774</c:v>
                </c:pt>
                <c:pt idx="177">
                  <c:v>36775</c:v>
                </c:pt>
                <c:pt idx="178">
                  <c:v>36776</c:v>
                </c:pt>
                <c:pt idx="179">
                  <c:v>36777</c:v>
                </c:pt>
                <c:pt idx="180">
                  <c:v>36780</c:v>
                </c:pt>
                <c:pt idx="181">
                  <c:v>36781</c:v>
                </c:pt>
                <c:pt idx="182">
                  <c:v>36782</c:v>
                </c:pt>
                <c:pt idx="183">
                  <c:v>36783</c:v>
                </c:pt>
                <c:pt idx="184">
                  <c:v>36784</c:v>
                </c:pt>
                <c:pt idx="185">
                  <c:v>36787</c:v>
                </c:pt>
                <c:pt idx="186">
                  <c:v>36788</c:v>
                </c:pt>
                <c:pt idx="187">
                  <c:v>36789</c:v>
                </c:pt>
                <c:pt idx="188">
                  <c:v>36790</c:v>
                </c:pt>
                <c:pt idx="189">
                  <c:v>36791</c:v>
                </c:pt>
                <c:pt idx="190">
                  <c:v>36794</c:v>
                </c:pt>
                <c:pt idx="191">
                  <c:v>36795</c:v>
                </c:pt>
                <c:pt idx="192">
                  <c:v>36796</c:v>
                </c:pt>
                <c:pt idx="193">
                  <c:v>36797</c:v>
                </c:pt>
                <c:pt idx="194">
                  <c:v>36798</c:v>
                </c:pt>
                <c:pt idx="195">
                  <c:v>36801</c:v>
                </c:pt>
                <c:pt idx="196">
                  <c:v>36802</c:v>
                </c:pt>
                <c:pt idx="197">
                  <c:v>36803</c:v>
                </c:pt>
                <c:pt idx="198">
                  <c:v>36804</c:v>
                </c:pt>
                <c:pt idx="199">
                  <c:v>36805</c:v>
                </c:pt>
                <c:pt idx="200">
                  <c:v>36808</c:v>
                </c:pt>
                <c:pt idx="201">
                  <c:v>36809</c:v>
                </c:pt>
                <c:pt idx="202">
                  <c:v>36810</c:v>
                </c:pt>
                <c:pt idx="203">
                  <c:v>36811</c:v>
                </c:pt>
                <c:pt idx="204">
                  <c:v>36812</c:v>
                </c:pt>
                <c:pt idx="205">
                  <c:v>36815</c:v>
                </c:pt>
                <c:pt idx="206">
                  <c:v>36816</c:v>
                </c:pt>
                <c:pt idx="207">
                  <c:v>36817</c:v>
                </c:pt>
                <c:pt idx="208">
                  <c:v>36818</c:v>
                </c:pt>
                <c:pt idx="209">
                  <c:v>36819</c:v>
                </c:pt>
                <c:pt idx="210">
                  <c:v>36822</c:v>
                </c:pt>
                <c:pt idx="211">
                  <c:v>36823</c:v>
                </c:pt>
                <c:pt idx="212">
                  <c:v>36824</c:v>
                </c:pt>
                <c:pt idx="213">
                  <c:v>36825</c:v>
                </c:pt>
                <c:pt idx="214">
                  <c:v>36826</c:v>
                </c:pt>
                <c:pt idx="215">
                  <c:v>36829</c:v>
                </c:pt>
                <c:pt idx="216">
                  <c:v>36830</c:v>
                </c:pt>
                <c:pt idx="217">
                  <c:v>36831</c:v>
                </c:pt>
                <c:pt idx="218">
                  <c:v>36832</c:v>
                </c:pt>
                <c:pt idx="219">
                  <c:v>36833</c:v>
                </c:pt>
                <c:pt idx="220">
                  <c:v>36836</c:v>
                </c:pt>
                <c:pt idx="221">
                  <c:v>36837</c:v>
                </c:pt>
                <c:pt idx="222">
                  <c:v>36838</c:v>
                </c:pt>
                <c:pt idx="223">
                  <c:v>36839</c:v>
                </c:pt>
                <c:pt idx="224">
                  <c:v>36840</c:v>
                </c:pt>
                <c:pt idx="225">
                  <c:v>36843</c:v>
                </c:pt>
                <c:pt idx="226">
                  <c:v>36844</c:v>
                </c:pt>
                <c:pt idx="227">
                  <c:v>36845</c:v>
                </c:pt>
                <c:pt idx="228">
                  <c:v>36846</c:v>
                </c:pt>
                <c:pt idx="229">
                  <c:v>36847</c:v>
                </c:pt>
                <c:pt idx="230">
                  <c:v>36850</c:v>
                </c:pt>
                <c:pt idx="231">
                  <c:v>36851</c:v>
                </c:pt>
                <c:pt idx="232">
                  <c:v>36852</c:v>
                </c:pt>
                <c:pt idx="233">
                  <c:v>36853</c:v>
                </c:pt>
                <c:pt idx="234">
                  <c:v>36854</c:v>
                </c:pt>
                <c:pt idx="235">
                  <c:v>36857</c:v>
                </c:pt>
                <c:pt idx="236">
                  <c:v>36858</c:v>
                </c:pt>
                <c:pt idx="237">
                  <c:v>36859</c:v>
                </c:pt>
                <c:pt idx="238">
                  <c:v>36860</c:v>
                </c:pt>
                <c:pt idx="239">
                  <c:v>36861</c:v>
                </c:pt>
                <c:pt idx="240">
                  <c:v>36864</c:v>
                </c:pt>
                <c:pt idx="241">
                  <c:v>36865</c:v>
                </c:pt>
                <c:pt idx="242">
                  <c:v>36866</c:v>
                </c:pt>
                <c:pt idx="243">
                  <c:v>36867</c:v>
                </c:pt>
                <c:pt idx="244">
                  <c:v>36868</c:v>
                </c:pt>
                <c:pt idx="245">
                  <c:v>36871</c:v>
                </c:pt>
                <c:pt idx="246">
                  <c:v>36872</c:v>
                </c:pt>
                <c:pt idx="247">
                  <c:v>36873</c:v>
                </c:pt>
                <c:pt idx="248">
                  <c:v>36874</c:v>
                </c:pt>
                <c:pt idx="249">
                  <c:v>36875</c:v>
                </c:pt>
                <c:pt idx="250">
                  <c:v>36878</c:v>
                </c:pt>
                <c:pt idx="251">
                  <c:v>36879</c:v>
                </c:pt>
                <c:pt idx="252">
                  <c:v>36880</c:v>
                </c:pt>
                <c:pt idx="253">
                  <c:v>36881</c:v>
                </c:pt>
                <c:pt idx="254">
                  <c:v>36882</c:v>
                </c:pt>
                <c:pt idx="255">
                  <c:v>36885</c:v>
                </c:pt>
                <c:pt idx="256">
                  <c:v>36886</c:v>
                </c:pt>
                <c:pt idx="257">
                  <c:v>36887</c:v>
                </c:pt>
                <c:pt idx="258">
                  <c:v>36888</c:v>
                </c:pt>
                <c:pt idx="259">
                  <c:v>36889</c:v>
                </c:pt>
                <c:pt idx="260">
                  <c:v>36892</c:v>
                </c:pt>
                <c:pt idx="261">
                  <c:v>36893</c:v>
                </c:pt>
                <c:pt idx="262">
                  <c:v>36894</c:v>
                </c:pt>
                <c:pt idx="263">
                  <c:v>36895</c:v>
                </c:pt>
                <c:pt idx="264">
                  <c:v>36896</c:v>
                </c:pt>
                <c:pt idx="265">
                  <c:v>36899</c:v>
                </c:pt>
                <c:pt idx="266">
                  <c:v>36900</c:v>
                </c:pt>
                <c:pt idx="267">
                  <c:v>36901</c:v>
                </c:pt>
                <c:pt idx="268">
                  <c:v>36902</c:v>
                </c:pt>
                <c:pt idx="269">
                  <c:v>36903</c:v>
                </c:pt>
                <c:pt idx="270">
                  <c:v>36906</c:v>
                </c:pt>
                <c:pt idx="271">
                  <c:v>36907</c:v>
                </c:pt>
                <c:pt idx="272">
                  <c:v>36908</c:v>
                </c:pt>
                <c:pt idx="273">
                  <c:v>36909</c:v>
                </c:pt>
                <c:pt idx="274">
                  <c:v>36910</c:v>
                </c:pt>
                <c:pt idx="275">
                  <c:v>36913</c:v>
                </c:pt>
                <c:pt idx="276">
                  <c:v>36914</c:v>
                </c:pt>
                <c:pt idx="277">
                  <c:v>36915</c:v>
                </c:pt>
                <c:pt idx="278">
                  <c:v>36916</c:v>
                </c:pt>
                <c:pt idx="279">
                  <c:v>36917</c:v>
                </c:pt>
                <c:pt idx="280">
                  <c:v>36920</c:v>
                </c:pt>
                <c:pt idx="281">
                  <c:v>36921</c:v>
                </c:pt>
                <c:pt idx="282">
                  <c:v>36922</c:v>
                </c:pt>
                <c:pt idx="283">
                  <c:v>36923</c:v>
                </c:pt>
                <c:pt idx="284">
                  <c:v>36924</c:v>
                </c:pt>
                <c:pt idx="285">
                  <c:v>36927</c:v>
                </c:pt>
                <c:pt idx="286">
                  <c:v>36928</c:v>
                </c:pt>
                <c:pt idx="287">
                  <c:v>36929</c:v>
                </c:pt>
                <c:pt idx="288">
                  <c:v>36930</c:v>
                </c:pt>
                <c:pt idx="289">
                  <c:v>36931</c:v>
                </c:pt>
                <c:pt idx="290">
                  <c:v>36934</c:v>
                </c:pt>
                <c:pt idx="291">
                  <c:v>36935</c:v>
                </c:pt>
                <c:pt idx="292">
                  <c:v>36936</c:v>
                </c:pt>
                <c:pt idx="293">
                  <c:v>36937</c:v>
                </c:pt>
                <c:pt idx="294">
                  <c:v>36938</c:v>
                </c:pt>
                <c:pt idx="295">
                  <c:v>36941</c:v>
                </c:pt>
                <c:pt idx="296">
                  <c:v>36942</c:v>
                </c:pt>
                <c:pt idx="297">
                  <c:v>36943</c:v>
                </c:pt>
                <c:pt idx="298">
                  <c:v>36944</c:v>
                </c:pt>
                <c:pt idx="299">
                  <c:v>36945</c:v>
                </c:pt>
                <c:pt idx="300">
                  <c:v>36948</c:v>
                </c:pt>
                <c:pt idx="301">
                  <c:v>36949</c:v>
                </c:pt>
                <c:pt idx="302">
                  <c:v>36950</c:v>
                </c:pt>
                <c:pt idx="303">
                  <c:v>36951</c:v>
                </c:pt>
                <c:pt idx="304">
                  <c:v>36952</c:v>
                </c:pt>
                <c:pt idx="305">
                  <c:v>36955</c:v>
                </c:pt>
                <c:pt idx="306">
                  <c:v>36956</c:v>
                </c:pt>
                <c:pt idx="307">
                  <c:v>36957</c:v>
                </c:pt>
                <c:pt idx="308">
                  <c:v>36958</c:v>
                </c:pt>
                <c:pt idx="309">
                  <c:v>36959</c:v>
                </c:pt>
                <c:pt idx="310">
                  <c:v>36962</c:v>
                </c:pt>
                <c:pt idx="311">
                  <c:v>36963</c:v>
                </c:pt>
                <c:pt idx="312">
                  <c:v>36964</c:v>
                </c:pt>
                <c:pt idx="313">
                  <c:v>36965</c:v>
                </c:pt>
                <c:pt idx="314">
                  <c:v>36966</c:v>
                </c:pt>
                <c:pt idx="315">
                  <c:v>36969</c:v>
                </c:pt>
                <c:pt idx="316">
                  <c:v>36970</c:v>
                </c:pt>
                <c:pt idx="317">
                  <c:v>36971</c:v>
                </c:pt>
                <c:pt idx="318">
                  <c:v>36972</c:v>
                </c:pt>
                <c:pt idx="319">
                  <c:v>36973</c:v>
                </c:pt>
                <c:pt idx="320">
                  <c:v>36976</c:v>
                </c:pt>
                <c:pt idx="321">
                  <c:v>36977</c:v>
                </c:pt>
                <c:pt idx="322">
                  <c:v>36978</c:v>
                </c:pt>
                <c:pt idx="323">
                  <c:v>36979</c:v>
                </c:pt>
                <c:pt idx="324">
                  <c:v>36980</c:v>
                </c:pt>
                <c:pt idx="325">
                  <c:v>36983</c:v>
                </c:pt>
                <c:pt idx="326">
                  <c:v>36984</c:v>
                </c:pt>
                <c:pt idx="327">
                  <c:v>36985</c:v>
                </c:pt>
                <c:pt idx="328">
                  <c:v>36986</c:v>
                </c:pt>
                <c:pt idx="329">
                  <c:v>36987</c:v>
                </c:pt>
                <c:pt idx="330">
                  <c:v>36990</c:v>
                </c:pt>
                <c:pt idx="331">
                  <c:v>36991</c:v>
                </c:pt>
                <c:pt idx="332">
                  <c:v>36992</c:v>
                </c:pt>
                <c:pt idx="333">
                  <c:v>36993</c:v>
                </c:pt>
                <c:pt idx="334">
                  <c:v>36994</c:v>
                </c:pt>
                <c:pt idx="335">
                  <c:v>36997</c:v>
                </c:pt>
                <c:pt idx="336">
                  <c:v>36998</c:v>
                </c:pt>
                <c:pt idx="337">
                  <c:v>36999</c:v>
                </c:pt>
                <c:pt idx="338">
                  <c:v>37000</c:v>
                </c:pt>
                <c:pt idx="339">
                  <c:v>37001</c:v>
                </c:pt>
                <c:pt idx="340">
                  <c:v>37004</c:v>
                </c:pt>
                <c:pt idx="341">
                  <c:v>37005</c:v>
                </c:pt>
                <c:pt idx="342">
                  <c:v>37006</c:v>
                </c:pt>
                <c:pt idx="343">
                  <c:v>37007</c:v>
                </c:pt>
                <c:pt idx="344">
                  <c:v>37008</c:v>
                </c:pt>
                <c:pt idx="345">
                  <c:v>37011</c:v>
                </c:pt>
                <c:pt idx="346">
                  <c:v>37012</c:v>
                </c:pt>
                <c:pt idx="347">
                  <c:v>37013</c:v>
                </c:pt>
                <c:pt idx="348">
                  <c:v>37014</c:v>
                </c:pt>
                <c:pt idx="349">
                  <c:v>37015</c:v>
                </c:pt>
                <c:pt idx="350">
                  <c:v>37018</c:v>
                </c:pt>
                <c:pt idx="351">
                  <c:v>37019</c:v>
                </c:pt>
                <c:pt idx="352">
                  <c:v>37020</c:v>
                </c:pt>
                <c:pt idx="353">
                  <c:v>37021</c:v>
                </c:pt>
                <c:pt idx="354">
                  <c:v>37022</c:v>
                </c:pt>
                <c:pt idx="355">
                  <c:v>37025</c:v>
                </c:pt>
                <c:pt idx="356">
                  <c:v>37026</c:v>
                </c:pt>
                <c:pt idx="357">
                  <c:v>37027</c:v>
                </c:pt>
                <c:pt idx="358">
                  <c:v>37028</c:v>
                </c:pt>
                <c:pt idx="359">
                  <c:v>37029</c:v>
                </c:pt>
                <c:pt idx="360">
                  <c:v>37032</c:v>
                </c:pt>
                <c:pt idx="361">
                  <c:v>37033</c:v>
                </c:pt>
                <c:pt idx="362">
                  <c:v>37034</c:v>
                </c:pt>
                <c:pt idx="363">
                  <c:v>37035</c:v>
                </c:pt>
                <c:pt idx="364">
                  <c:v>37036</c:v>
                </c:pt>
                <c:pt idx="365">
                  <c:v>37039</c:v>
                </c:pt>
                <c:pt idx="366">
                  <c:v>37040</c:v>
                </c:pt>
                <c:pt idx="367">
                  <c:v>37041</c:v>
                </c:pt>
                <c:pt idx="368">
                  <c:v>37042</c:v>
                </c:pt>
                <c:pt idx="369">
                  <c:v>37043</c:v>
                </c:pt>
                <c:pt idx="370">
                  <c:v>37046</c:v>
                </c:pt>
                <c:pt idx="371">
                  <c:v>37047</c:v>
                </c:pt>
                <c:pt idx="372">
                  <c:v>37048</c:v>
                </c:pt>
                <c:pt idx="373">
                  <c:v>37049</c:v>
                </c:pt>
                <c:pt idx="374">
                  <c:v>37050</c:v>
                </c:pt>
                <c:pt idx="375">
                  <c:v>37053</c:v>
                </c:pt>
                <c:pt idx="376">
                  <c:v>37054</c:v>
                </c:pt>
                <c:pt idx="377">
                  <c:v>37055</c:v>
                </c:pt>
                <c:pt idx="378">
                  <c:v>37056</c:v>
                </c:pt>
                <c:pt idx="379">
                  <c:v>37057</c:v>
                </c:pt>
                <c:pt idx="380">
                  <c:v>37060</c:v>
                </c:pt>
                <c:pt idx="381">
                  <c:v>37061</c:v>
                </c:pt>
                <c:pt idx="382">
                  <c:v>37062</c:v>
                </c:pt>
                <c:pt idx="383">
                  <c:v>37063</c:v>
                </c:pt>
                <c:pt idx="384">
                  <c:v>37064</c:v>
                </c:pt>
                <c:pt idx="385">
                  <c:v>37067</c:v>
                </c:pt>
                <c:pt idx="386">
                  <c:v>37068</c:v>
                </c:pt>
                <c:pt idx="387">
                  <c:v>37069</c:v>
                </c:pt>
                <c:pt idx="388">
                  <c:v>37070</c:v>
                </c:pt>
                <c:pt idx="389">
                  <c:v>37071</c:v>
                </c:pt>
                <c:pt idx="390">
                  <c:v>37074</c:v>
                </c:pt>
                <c:pt idx="391">
                  <c:v>37075</c:v>
                </c:pt>
                <c:pt idx="392">
                  <c:v>37076</c:v>
                </c:pt>
                <c:pt idx="393">
                  <c:v>37077</c:v>
                </c:pt>
                <c:pt idx="394">
                  <c:v>37078</c:v>
                </c:pt>
                <c:pt idx="395">
                  <c:v>37081</c:v>
                </c:pt>
                <c:pt idx="396">
                  <c:v>37082</c:v>
                </c:pt>
                <c:pt idx="397">
                  <c:v>37083</c:v>
                </c:pt>
                <c:pt idx="398">
                  <c:v>37084</c:v>
                </c:pt>
                <c:pt idx="399">
                  <c:v>37085</c:v>
                </c:pt>
                <c:pt idx="400">
                  <c:v>37088</c:v>
                </c:pt>
                <c:pt idx="401">
                  <c:v>37089</c:v>
                </c:pt>
                <c:pt idx="402">
                  <c:v>37090</c:v>
                </c:pt>
                <c:pt idx="403">
                  <c:v>37091</c:v>
                </c:pt>
                <c:pt idx="404">
                  <c:v>37092</c:v>
                </c:pt>
                <c:pt idx="405">
                  <c:v>37095</c:v>
                </c:pt>
                <c:pt idx="406">
                  <c:v>37096</c:v>
                </c:pt>
                <c:pt idx="407">
                  <c:v>37097</c:v>
                </c:pt>
                <c:pt idx="408">
                  <c:v>37098</c:v>
                </c:pt>
                <c:pt idx="409">
                  <c:v>37099</c:v>
                </c:pt>
                <c:pt idx="410">
                  <c:v>37102</c:v>
                </c:pt>
                <c:pt idx="411">
                  <c:v>37103</c:v>
                </c:pt>
                <c:pt idx="412">
                  <c:v>37104</c:v>
                </c:pt>
                <c:pt idx="413">
                  <c:v>37105</c:v>
                </c:pt>
                <c:pt idx="414">
                  <c:v>37106</c:v>
                </c:pt>
                <c:pt idx="415">
                  <c:v>37109</c:v>
                </c:pt>
                <c:pt idx="416">
                  <c:v>37110</c:v>
                </c:pt>
                <c:pt idx="417">
                  <c:v>37111</c:v>
                </c:pt>
                <c:pt idx="418">
                  <c:v>37112</c:v>
                </c:pt>
                <c:pt idx="419">
                  <c:v>37113</c:v>
                </c:pt>
                <c:pt idx="420">
                  <c:v>37116</c:v>
                </c:pt>
                <c:pt idx="421">
                  <c:v>37117</c:v>
                </c:pt>
                <c:pt idx="422">
                  <c:v>37118</c:v>
                </c:pt>
                <c:pt idx="423">
                  <c:v>37119</c:v>
                </c:pt>
                <c:pt idx="424">
                  <c:v>37120</c:v>
                </c:pt>
                <c:pt idx="425">
                  <c:v>37123</c:v>
                </c:pt>
                <c:pt idx="426">
                  <c:v>37124</c:v>
                </c:pt>
                <c:pt idx="427">
                  <c:v>37125</c:v>
                </c:pt>
                <c:pt idx="428">
                  <c:v>37126</c:v>
                </c:pt>
                <c:pt idx="429">
                  <c:v>37127</c:v>
                </c:pt>
                <c:pt idx="430">
                  <c:v>37130</c:v>
                </c:pt>
                <c:pt idx="431">
                  <c:v>37131</c:v>
                </c:pt>
                <c:pt idx="432">
                  <c:v>37132</c:v>
                </c:pt>
                <c:pt idx="433">
                  <c:v>37133</c:v>
                </c:pt>
                <c:pt idx="434">
                  <c:v>37134</c:v>
                </c:pt>
                <c:pt idx="435">
                  <c:v>37137</c:v>
                </c:pt>
                <c:pt idx="436">
                  <c:v>37138</c:v>
                </c:pt>
                <c:pt idx="437">
                  <c:v>37139</c:v>
                </c:pt>
                <c:pt idx="438">
                  <c:v>37140</c:v>
                </c:pt>
                <c:pt idx="439">
                  <c:v>37141</c:v>
                </c:pt>
                <c:pt idx="440">
                  <c:v>37144</c:v>
                </c:pt>
                <c:pt idx="441">
                  <c:v>37145</c:v>
                </c:pt>
                <c:pt idx="442">
                  <c:v>37146</c:v>
                </c:pt>
                <c:pt idx="443">
                  <c:v>37147</c:v>
                </c:pt>
                <c:pt idx="444">
                  <c:v>37148</c:v>
                </c:pt>
                <c:pt idx="445">
                  <c:v>37151</c:v>
                </c:pt>
                <c:pt idx="446">
                  <c:v>37152</c:v>
                </c:pt>
                <c:pt idx="447">
                  <c:v>37153</c:v>
                </c:pt>
                <c:pt idx="448">
                  <c:v>37154</c:v>
                </c:pt>
                <c:pt idx="449">
                  <c:v>37155</c:v>
                </c:pt>
                <c:pt idx="450">
                  <c:v>37158</c:v>
                </c:pt>
                <c:pt idx="451">
                  <c:v>37159</c:v>
                </c:pt>
                <c:pt idx="452">
                  <c:v>37160</c:v>
                </c:pt>
                <c:pt idx="453">
                  <c:v>37161</c:v>
                </c:pt>
                <c:pt idx="454">
                  <c:v>37162</c:v>
                </c:pt>
                <c:pt idx="455">
                  <c:v>37165</c:v>
                </c:pt>
                <c:pt idx="456">
                  <c:v>37166</c:v>
                </c:pt>
                <c:pt idx="457">
                  <c:v>37167</c:v>
                </c:pt>
                <c:pt idx="458">
                  <c:v>37168</c:v>
                </c:pt>
                <c:pt idx="459">
                  <c:v>37169</c:v>
                </c:pt>
                <c:pt idx="460">
                  <c:v>37172</c:v>
                </c:pt>
                <c:pt idx="461">
                  <c:v>37173</c:v>
                </c:pt>
                <c:pt idx="462">
                  <c:v>37174</c:v>
                </c:pt>
                <c:pt idx="463">
                  <c:v>37175</c:v>
                </c:pt>
                <c:pt idx="464">
                  <c:v>37176</c:v>
                </c:pt>
                <c:pt idx="465">
                  <c:v>37179</c:v>
                </c:pt>
                <c:pt idx="466">
                  <c:v>37180</c:v>
                </c:pt>
                <c:pt idx="467">
                  <c:v>37181</c:v>
                </c:pt>
                <c:pt idx="468">
                  <c:v>37182</c:v>
                </c:pt>
                <c:pt idx="469">
                  <c:v>37183</c:v>
                </c:pt>
                <c:pt idx="470">
                  <c:v>37186</c:v>
                </c:pt>
                <c:pt idx="471">
                  <c:v>37187</c:v>
                </c:pt>
                <c:pt idx="472">
                  <c:v>37188</c:v>
                </c:pt>
                <c:pt idx="473">
                  <c:v>37189</c:v>
                </c:pt>
                <c:pt idx="474">
                  <c:v>37190</c:v>
                </c:pt>
                <c:pt idx="475">
                  <c:v>37193</c:v>
                </c:pt>
                <c:pt idx="476">
                  <c:v>37194</c:v>
                </c:pt>
                <c:pt idx="477">
                  <c:v>37195</c:v>
                </c:pt>
                <c:pt idx="478">
                  <c:v>37196</c:v>
                </c:pt>
                <c:pt idx="479">
                  <c:v>37197</c:v>
                </c:pt>
                <c:pt idx="480">
                  <c:v>37200</c:v>
                </c:pt>
                <c:pt idx="481">
                  <c:v>37201</c:v>
                </c:pt>
                <c:pt idx="482">
                  <c:v>37202</c:v>
                </c:pt>
                <c:pt idx="483">
                  <c:v>37203</c:v>
                </c:pt>
                <c:pt idx="484">
                  <c:v>37204</c:v>
                </c:pt>
                <c:pt idx="485">
                  <c:v>37207</c:v>
                </c:pt>
                <c:pt idx="486">
                  <c:v>37208</c:v>
                </c:pt>
                <c:pt idx="487">
                  <c:v>37209</c:v>
                </c:pt>
                <c:pt idx="488">
                  <c:v>37210</c:v>
                </c:pt>
                <c:pt idx="489">
                  <c:v>37211</c:v>
                </c:pt>
                <c:pt idx="490">
                  <c:v>37214</c:v>
                </c:pt>
                <c:pt idx="491">
                  <c:v>37215</c:v>
                </c:pt>
                <c:pt idx="492">
                  <c:v>37216</c:v>
                </c:pt>
                <c:pt idx="493">
                  <c:v>37217</c:v>
                </c:pt>
                <c:pt idx="494">
                  <c:v>37218</c:v>
                </c:pt>
                <c:pt idx="495">
                  <c:v>37221</c:v>
                </c:pt>
                <c:pt idx="496">
                  <c:v>37222</c:v>
                </c:pt>
                <c:pt idx="497">
                  <c:v>37223</c:v>
                </c:pt>
                <c:pt idx="498">
                  <c:v>37224</c:v>
                </c:pt>
                <c:pt idx="499">
                  <c:v>37225</c:v>
                </c:pt>
                <c:pt idx="500">
                  <c:v>37228</c:v>
                </c:pt>
                <c:pt idx="501">
                  <c:v>37229</c:v>
                </c:pt>
                <c:pt idx="502">
                  <c:v>37230</c:v>
                </c:pt>
                <c:pt idx="503">
                  <c:v>37231</c:v>
                </c:pt>
                <c:pt idx="504">
                  <c:v>37232</c:v>
                </c:pt>
                <c:pt idx="505">
                  <c:v>37235</c:v>
                </c:pt>
                <c:pt idx="506">
                  <c:v>37236</c:v>
                </c:pt>
                <c:pt idx="507">
                  <c:v>37237</c:v>
                </c:pt>
                <c:pt idx="508">
                  <c:v>37238</c:v>
                </c:pt>
                <c:pt idx="509">
                  <c:v>37239</c:v>
                </c:pt>
                <c:pt idx="510">
                  <c:v>37242</c:v>
                </c:pt>
                <c:pt idx="511">
                  <c:v>37243</c:v>
                </c:pt>
                <c:pt idx="512">
                  <c:v>37244</c:v>
                </c:pt>
                <c:pt idx="513">
                  <c:v>37245</c:v>
                </c:pt>
                <c:pt idx="514">
                  <c:v>37246</c:v>
                </c:pt>
                <c:pt idx="515">
                  <c:v>37249</c:v>
                </c:pt>
                <c:pt idx="516">
                  <c:v>37250</c:v>
                </c:pt>
                <c:pt idx="517">
                  <c:v>37251</c:v>
                </c:pt>
                <c:pt idx="518">
                  <c:v>37252</c:v>
                </c:pt>
                <c:pt idx="519">
                  <c:v>37253</c:v>
                </c:pt>
                <c:pt idx="520">
                  <c:v>37256</c:v>
                </c:pt>
                <c:pt idx="521">
                  <c:v>37257</c:v>
                </c:pt>
                <c:pt idx="522">
                  <c:v>37258</c:v>
                </c:pt>
                <c:pt idx="523">
                  <c:v>37259</c:v>
                </c:pt>
                <c:pt idx="524">
                  <c:v>37260</c:v>
                </c:pt>
                <c:pt idx="525">
                  <c:v>37263</c:v>
                </c:pt>
                <c:pt idx="526">
                  <c:v>37264</c:v>
                </c:pt>
                <c:pt idx="527">
                  <c:v>37265</c:v>
                </c:pt>
                <c:pt idx="528">
                  <c:v>37266</c:v>
                </c:pt>
                <c:pt idx="529">
                  <c:v>37267</c:v>
                </c:pt>
                <c:pt idx="530">
                  <c:v>37270</c:v>
                </c:pt>
                <c:pt idx="531">
                  <c:v>37271</c:v>
                </c:pt>
                <c:pt idx="532">
                  <c:v>37272</c:v>
                </c:pt>
                <c:pt idx="533">
                  <c:v>37273</c:v>
                </c:pt>
                <c:pt idx="534">
                  <c:v>37274</c:v>
                </c:pt>
                <c:pt idx="535">
                  <c:v>37277</c:v>
                </c:pt>
                <c:pt idx="536">
                  <c:v>37278</c:v>
                </c:pt>
                <c:pt idx="537">
                  <c:v>37279</c:v>
                </c:pt>
                <c:pt idx="538">
                  <c:v>37280</c:v>
                </c:pt>
                <c:pt idx="539">
                  <c:v>37281</c:v>
                </c:pt>
                <c:pt idx="540">
                  <c:v>37284</c:v>
                </c:pt>
                <c:pt idx="541">
                  <c:v>37285</c:v>
                </c:pt>
                <c:pt idx="542">
                  <c:v>37286</c:v>
                </c:pt>
                <c:pt idx="543">
                  <c:v>37287</c:v>
                </c:pt>
                <c:pt idx="544">
                  <c:v>37288</c:v>
                </c:pt>
                <c:pt idx="545">
                  <c:v>37291</c:v>
                </c:pt>
                <c:pt idx="546">
                  <c:v>37292</c:v>
                </c:pt>
                <c:pt idx="547">
                  <c:v>37293</c:v>
                </c:pt>
                <c:pt idx="548">
                  <c:v>37294</c:v>
                </c:pt>
                <c:pt idx="549">
                  <c:v>37295</c:v>
                </c:pt>
                <c:pt idx="550">
                  <c:v>37298</c:v>
                </c:pt>
                <c:pt idx="551">
                  <c:v>37299</c:v>
                </c:pt>
                <c:pt idx="552">
                  <c:v>37300</c:v>
                </c:pt>
                <c:pt idx="553">
                  <c:v>37301</c:v>
                </c:pt>
                <c:pt idx="554">
                  <c:v>37302</c:v>
                </c:pt>
                <c:pt idx="555">
                  <c:v>37305</c:v>
                </c:pt>
                <c:pt idx="556">
                  <c:v>37306</c:v>
                </c:pt>
                <c:pt idx="557">
                  <c:v>37307</c:v>
                </c:pt>
                <c:pt idx="558">
                  <c:v>37308</c:v>
                </c:pt>
                <c:pt idx="559">
                  <c:v>37309</c:v>
                </c:pt>
                <c:pt idx="560">
                  <c:v>37312</c:v>
                </c:pt>
                <c:pt idx="561">
                  <c:v>37313</c:v>
                </c:pt>
                <c:pt idx="562">
                  <c:v>37314</c:v>
                </c:pt>
                <c:pt idx="563">
                  <c:v>37315</c:v>
                </c:pt>
                <c:pt idx="564">
                  <c:v>37316</c:v>
                </c:pt>
                <c:pt idx="565">
                  <c:v>37319</c:v>
                </c:pt>
                <c:pt idx="566">
                  <c:v>37320</c:v>
                </c:pt>
                <c:pt idx="567">
                  <c:v>37321</c:v>
                </c:pt>
                <c:pt idx="568">
                  <c:v>37322</c:v>
                </c:pt>
                <c:pt idx="569">
                  <c:v>37323</c:v>
                </c:pt>
                <c:pt idx="570">
                  <c:v>37326</c:v>
                </c:pt>
                <c:pt idx="571">
                  <c:v>37327</c:v>
                </c:pt>
                <c:pt idx="572">
                  <c:v>37328</c:v>
                </c:pt>
                <c:pt idx="573">
                  <c:v>37329</c:v>
                </c:pt>
                <c:pt idx="574">
                  <c:v>37330</c:v>
                </c:pt>
                <c:pt idx="575">
                  <c:v>37333</c:v>
                </c:pt>
                <c:pt idx="576">
                  <c:v>37334</c:v>
                </c:pt>
                <c:pt idx="577">
                  <c:v>37335</c:v>
                </c:pt>
                <c:pt idx="578">
                  <c:v>37336</c:v>
                </c:pt>
                <c:pt idx="579">
                  <c:v>37337</c:v>
                </c:pt>
                <c:pt idx="580">
                  <c:v>37340</c:v>
                </c:pt>
                <c:pt idx="581">
                  <c:v>37341</c:v>
                </c:pt>
                <c:pt idx="582">
                  <c:v>37342</c:v>
                </c:pt>
                <c:pt idx="583">
                  <c:v>37343</c:v>
                </c:pt>
                <c:pt idx="584">
                  <c:v>37344</c:v>
                </c:pt>
                <c:pt idx="585">
                  <c:v>37347</c:v>
                </c:pt>
                <c:pt idx="586">
                  <c:v>37348</c:v>
                </c:pt>
                <c:pt idx="587">
                  <c:v>37349</c:v>
                </c:pt>
                <c:pt idx="588">
                  <c:v>37350</c:v>
                </c:pt>
                <c:pt idx="589">
                  <c:v>37351</c:v>
                </c:pt>
                <c:pt idx="590">
                  <c:v>37354</c:v>
                </c:pt>
                <c:pt idx="591">
                  <c:v>37355</c:v>
                </c:pt>
                <c:pt idx="592">
                  <c:v>37356</c:v>
                </c:pt>
                <c:pt idx="593">
                  <c:v>37357</c:v>
                </c:pt>
                <c:pt idx="594">
                  <c:v>37358</c:v>
                </c:pt>
                <c:pt idx="595">
                  <c:v>37361</c:v>
                </c:pt>
                <c:pt idx="596">
                  <c:v>37362</c:v>
                </c:pt>
                <c:pt idx="597">
                  <c:v>37363</c:v>
                </c:pt>
                <c:pt idx="598">
                  <c:v>37364</c:v>
                </c:pt>
                <c:pt idx="599">
                  <c:v>37365</c:v>
                </c:pt>
                <c:pt idx="600">
                  <c:v>37368</c:v>
                </c:pt>
                <c:pt idx="601">
                  <c:v>37369</c:v>
                </c:pt>
                <c:pt idx="602">
                  <c:v>37370</c:v>
                </c:pt>
                <c:pt idx="603">
                  <c:v>37371</c:v>
                </c:pt>
                <c:pt idx="604">
                  <c:v>37372</c:v>
                </c:pt>
                <c:pt idx="605">
                  <c:v>37375</c:v>
                </c:pt>
                <c:pt idx="606">
                  <c:v>37376</c:v>
                </c:pt>
                <c:pt idx="607">
                  <c:v>37377</c:v>
                </c:pt>
                <c:pt idx="608">
                  <c:v>37378</c:v>
                </c:pt>
                <c:pt idx="609">
                  <c:v>37379</c:v>
                </c:pt>
                <c:pt idx="610">
                  <c:v>37382</c:v>
                </c:pt>
                <c:pt idx="611">
                  <c:v>37383</c:v>
                </c:pt>
                <c:pt idx="612">
                  <c:v>37384</c:v>
                </c:pt>
                <c:pt idx="613">
                  <c:v>37385</c:v>
                </c:pt>
                <c:pt idx="614">
                  <c:v>37386</c:v>
                </c:pt>
                <c:pt idx="615">
                  <c:v>37389</c:v>
                </c:pt>
                <c:pt idx="616">
                  <c:v>37390</c:v>
                </c:pt>
                <c:pt idx="617">
                  <c:v>37391</c:v>
                </c:pt>
                <c:pt idx="618">
                  <c:v>37392</c:v>
                </c:pt>
                <c:pt idx="619">
                  <c:v>37393</c:v>
                </c:pt>
                <c:pt idx="620">
                  <c:v>37396</c:v>
                </c:pt>
                <c:pt idx="621">
                  <c:v>37397</c:v>
                </c:pt>
                <c:pt idx="622">
                  <c:v>37398</c:v>
                </c:pt>
                <c:pt idx="623">
                  <c:v>37399</c:v>
                </c:pt>
                <c:pt idx="624">
                  <c:v>37400</c:v>
                </c:pt>
                <c:pt idx="625">
                  <c:v>37403</c:v>
                </c:pt>
                <c:pt idx="626">
                  <c:v>37404</c:v>
                </c:pt>
                <c:pt idx="627">
                  <c:v>37405</c:v>
                </c:pt>
                <c:pt idx="628">
                  <c:v>37406</c:v>
                </c:pt>
                <c:pt idx="629">
                  <c:v>37407</c:v>
                </c:pt>
                <c:pt idx="630">
                  <c:v>37410</c:v>
                </c:pt>
                <c:pt idx="631">
                  <c:v>37411</c:v>
                </c:pt>
                <c:pt idx="632">
                  <c:v>37412</c:v>
                </c:pt>
                <c:pt idx="633">
                  <c:v>37413</c:v>
                </c:pt>
                <c:pt idx="634">
                  <c:v>37414</c:v>
                </c:pt>
                <c:pt idx="635">
                  <c:v>37417</c:v>
                </c:pt>
                <c:pt idx="636">
                  <c:v>37418</c:v>
                </c:pt>
                <c:pt idx="637">
                  <c:v>37419</c:v>
                </c:pt>
                <c:pt idx="638">
                  <c:v>37420</c:v>
                </c:pt>
                <c:pt idx="639">
                  <c:v>37421</c:v>
                </c:pt>
                <c:pt idx="640">
                  <c:v>37424</c:v>
                </c:pt>
                <c:pt idx="641">
                  <c:v>37425</c:v>
                </c:pt>
                <c:pt idx="642">
                  <c:v>37426</c:v>
                </c:pt>
                <c:pt idx="643">
                  <c:v>37427</c:v>
                </c:pt>
                <c:pt idx="644">
                  <c:v>37428</c:v>
                </c:pt>
                <c:pt idx="645">
                  <c:v>37431</c:v>
                </c:pt>
                <c:pt idx="646">
                  <c:v>37432</c:v>
                </c:pt>
                <c:pt idx="647">
                  <c:v>37433</c:v>
                </c:pt>
                <c:pt idx="648">
                  <c:v>37434</c:v>
                </c:pt>
                <c:pt idx="649">
                  <c:v>37435</c:v>
                </c:pt>
                <c:pt idx="650">
                  <c:v>37438</c:v>
                </c:pt>
                <c:pt idx="651">
                  <c:v>37439</c:v>
                </c:pt>
                <c:pt idx="652">
                  <c:v>37440</c:v>
                </c:pt>
                <c:pt idx="653">
                  <c:v>37441</c:v>
                </c:pt>
                <c:pt idx="654">
                  <c:v>37442</c:v>
                </c:pt>
                <c:pt idx="655">
                  <c:v>37445</c:v>
                </c:pt>
                <c:pt idx="656">
                  <c:v>37446</c:v>
                </c:pt>
                <c:pt idx="657">
                  <c:v>37447</c:v>
                </c:pt>
                <c:pt idx="658">
                  <c:v>37448</c:v>
                </c:pt>
                <c:pt idx="659">
                  <c:v>37449</c:v>
                </c:pt>
                <c:pt idx="660">
                  <c:v>37452</c:v>
                </c:pt>
                <c:pt idx="661">
                  <c:v>37453</c:v>
                </c:pt>
                <c:pt idx="662">
                  <c:v>37454</c:v>
                </c:pt>
                <c:pt idx="663">
                  <c:v>37455</c:v>
                </c:pt>
                <c:pt idx="664">
                  <c:v>37456</c:v>
                </c:pt>
                <c:pt idx="665">
                  <c:v>37459</c:v>
                </c:pt>
                <c:pt idx="666">
                  <c:v>37460</c:v>
                </c:pt>
                <c:pt idx="667">
                  <c:v>37461</c:v>
                </c:pt>
                <c:pt idx="668">
                  <c:v>37462</c:v>
                </c:pt>
                <c:pt idx="669">
                  <c:v>37463</c:v>
                </c:pt>
                <c:pt idx="670">
                  <c:v>37466</c:v>
                </c:pt>
                <c:pt idx="671">
                  <c:v>37467</c:v>
                </c:pt>
                <c:pt idx="672">
                  <c:v>37468</c:v>
                </c:pt>
                <c:pt idx="673">
                  <c:v>37469</c:v>
                </c:pt>
                <c:pt idx="674">
                  <c:v>37470</c:v>
                </c:pt>
                <c:pt idx="675">
                  <c:v>37473</c:v>
                </c:pt>
                <c:pt idx="676">
                  <c:v>37474</c:v>
                </c:pt>
                <c:pt idx="677">
                  <c:v>37475</c:v>
                </c:pt>
                <c:pt idx="678">
                  <c:v>37476</c:v>
                </c:pt>
                <c:pt idx="679">
                  <c:v>37477</c:v>
                </c:pt>
                <c:pt idx="680">
                  <c:v>37480</c:v>
                </c:pt>
                <c:pt idx="681">
                  <c:v>37481</c:v>
                </c:pt>
                <c:pt idx="682">
                  <c:v>37482</c:v>
                </c:pt>
                <c:pt idx="683">
                  <c:v>37483</c:v>
                </c:pt>
                <c:pt idx="684">
                  <c:v>37484</c:v>
                </c:pt>
                <c:pt idx="685">
                  <c:v>37487</c:v>
                </c:pt>
                <c:pt idx="686">
                  <c:v>37488</c:v>
                </c:pt>
                <c:pt idx="687">
                  <c:v>37489</c:v>
                </c:pt>
                <c:pt idx="688">
                  <c:v>37490</c:v>
                </c:pt>
                <c:pt idx="689">
                  <c:v>37491</c:v>
                </c:pt>
                <c:pt idx="690">
                  <c:v>37494</c:v>
                </c:pt>
                <c:pt idx="691">
                  <c:v>37495</c:v>
                </c:pt>
                <c:pt idx="692">
                  <c:v>37496</c:v>
                </c:pt>
                <c:pt idx="693">
                  <c:v>37497</c:v>
                </c:pt>
                <c:pt idx="694">
                  <c:v>37498</c:v>
                </c:pt>
                <c:pt idx="695">
                  <c:v>37501</c:v>
                </c:pt>
                <c:pt idx="696">
                  <c:v>37502</c:v>
                </c:pt>
                <c:pt idx="697">
                  <c:v>37503</c:v>
                </c:pt>
                <c:pt idx="698">
                  <c:v>37504</c:v>
                </c:pt>
                <c:pt idx="699">
                  <c:v>37505</c:v>
                </c:pt>
                <c:pt idx="700">
                  <c:v>37508</c:v>
                </c:pt>
                <c:pt idx="701">
                  <c:v>37509</c:v>
                </c:pt>
                <c:pt idx="702">
                  <c:v>37510</c:v>
                </c:pt>
                <c:pt idx="703">
                  <c:v>37511</c:v>
                </c:pt>
                <c:pt idx="704">
                  <c:v>37512</c:v>
                </c:pt>
                <c:pt idx="705">
                  <c:v>37515</c:v>
                </c:pt>
                <c:pt idx="706">
                  <c:v>37516</c:v>
                </c:pt>
                <c:pt idx="707">
                  <c:v>37517</c:v>
                </c:pt>
                <c:pt idx="708">
                  <c:v>37518</c:v>
                </c:pt>
                <c:pt idx="709">
                  <c:v>37519</c:v>
                </c:pt>
                <c:pt idx="710">
                  <c:v>37522</c:v>
                </c:pt>
                <c:pt idx="711">
                  <c:v>37523</c:v>
                </c:pt>
                <c:pt idx="712">
                  <c:v>37524</c:v>
                </c:pt>
                <c:pt idx="713">
                  <c:v>37525</c:v>
                </c:pt>
                <c:pt idx="714">
                  <c:v>37526</c:v>
                </c:pt>
                <c:pt idx="715">
                  <c:v>37529</c:v>
                </c:pt>
                <c:pt idx="716">
                  <c:v>37530</c:v>
                </c:pt>
                <c:pt idx="717">
                  <c:v>37531</c:v>
                </c:pt>
                <c:pt idx="718">
                  <c:v>37532</c:v>
                </c:pt>
                <c:pt idx="719">
                  <c:v>37533</c:v>
                </c:pt>
                <c:pt idx="720">
                  <c:v>37536</c:v>
                </c:pt>
                <c:pt idx="721">
                  <c:v>37537</c:v>
                </c:pt>
                <c:pt idx="722">
                  <c:v>37538</c:v>
                </c:pt>
                <c:pt idx="723">
                  <c:v>37539</c:v>
                </c:pt>
                <c:pt idx="724">
                  <c:v>37540</c:v>
                </c:pt>
                <c:pt idx="725">
                  <c:v>37543</c:v>
                </c:pt>
                <c:pt idx="726">
                  <c:v>37544</c:v>
                </c:pt>
                <c:pt idx="727">
                  <c:v>37545</c:v>
                </c:pt>
                <c:pt idx="728">
                  <c:v>37546</c:v>
                </c:pt>
                <c:pt idx="729">
                  <c:v>37547</c:v>
                </c:pt>
                <c:pt idx="730">
                  <c:v>37550</c:v>
                </c:pt>
                <c:pt idx="731">
                  <c:v>37551</c:v>
                </c:pt>
                <c:pt idx="732">
                  <c:v>37552</c:v>
                </c:pt>
                <c:pt idx="733">
                  <c:v>37553</c:v>
                </c:pt>
                <c:pt idx="734">
                  <c:v>37554</c:v>
                </c:pt>
                <c:pt idx="735">
                  <c:v>37557</c:v>
                </c:pt>
                <c:pt idx="736">
                  <c:v>37558</c:v>
                </c:pt>
                <c:pt idx="737">
                  <c:v>37559</c:v>
                </c:pt>
                <c:pt idx="738">
                  <c:v>37560</c:v>
                </c:pt>
                <c:pt idx="739">
                  <c:v>37561</c:v>
                </c:pt>
                <c:pt idx="740">
                  <c:v>37564</c:v>
                </c:pt>
                <c:pt idx="741">
                  <c:v>37565</c:v>
                </c:pt>
                <c:pt idx="742">
                  <c:v>37566</c:v>
                </c:pt>
                <c:pt idx="743">
                  <c:v>37567</c:v>
                </c:pt>
                <c:pt idx="744">
                  <c:v>37568</c:v>
                </c:pt>
                <c:pt idx="745">
                  <c:v>37571</c:v>
                </c:pt>
                <c:pt idx="746">
                  <c:v>37572</c:v>
                </c:pt>
                <c:pt idx="747">
                  <c:v>37573</c:v>
                </c:pt>
                <c:pt idx="748">
                  <c:v>37574</c:v>
                </c:pt>
                <c:pt idx="749">
                  <c:v>37575</c:v>
                </c:pt>
                <c:pt idx="750">
                  <c:v>37578</c:v>
                </c:pt>
                <c:pt idx="751">
                  <c:v>37579</c:v>
                </c:pt>
                <c:pt idx="752">
                  <c:v>37580</c:v>
                </c:pt>
                <c:pt idx="753">
                  <c:v>37581</c:v>
                </c:pt>
                <c:pt idx="754">
                  <c:v>37582</c:v>
                </c:pt>
                <c:pt idx="755">
                  <c:v>37585</c:v>
                </c:pt>
                <c:pt idx="756">
                  <c:v>37586</c:v>
                </c:pt>
                <c:pt idx="757">
                  <c:v>37587</c:v>
                </c:pt>
                <c:pt idx="758">
                  <c:v>37588</c:v>
                </c:pt>
                <c:pt idx="759">
                  <c:v>37589</c:v>
                </c:pt>
                <c:pt idx="760">
                  <c:v>37592</c:v>
                </c:pt>
                <c:pt idx="761">
                  <c:v>37593</c:v>
                </c:pt>
                <c:pt idx="762">
                  <c:v>37594</c:v>
                </c:pt>
                <c:pt idx="763">
                  <c:v>37595</c:v>
                </c:pt>
                <c:pt idx="764">
                  <c:v>37596</c:v>
                </c:pt>
                <c:pt idx="765">
                  <c:v>37599</c:v>
                </c:pt>
                <c:pt idx="766">
                  <c:v>37600</c:v>
                </c:pt>
                <c:pt idx="767">
                  <c:v>37601</c:v>
                </c:pt>
                <c:pt idx="768">
                  <c:v>37602</c:v>
                </c:pt>
                <c:pt idx="769">
                  <c:v>37603</c:v>
                </c:pt>
                <c:pt idx="770">
                  <c:v>37606</c:v>
                </c:pt>
                <c:pt idx="771">
                  <c:v>37607</c:v>
                </c:pt>
                <c:pt idx="772">
                  <c:v>37608</c:v>
                </c:pt>
                <c:pt idx="773">
                  <c:v>37609</c:v>
                </c:pt>
                <c:pt idx="774">
                  <c:v>37610</c:v>
                </c:pt>
                <c:pt idx="775">
                  <c:v>37613</c:v>
                </c:pt>
                <c:pt idx="776">
                  <c:v>37614</c:v>
                </c:pt>
                <c:pt idx="777">
                  <c:v>37615</c:v>
                </c:pt>
                <c:pt idx="778">
                  <c:v>37616</c:v>
                </c:pt>
                <c:pt idx="779">
                  <c:v>37617</c:v>
                </c:pt>
                <c:pt idx="780">
                  <c:v>37620</c:v>
                </c:pt>
                <c:pt idx="781">
                  <c:v>37621</c:v>
                </c:pt>
                <c:pt idx="782">
                  <c:v>37622</c:v>
                </c:pt>
                <c:pt idx="783">
                  <c:v>37623</c:v>
                </c:pt>
                <c:pt idx="784">
                  <c:v>37624</c:v>
                </c:pt>
                <c:pt idx="785">
                  <c:v>37627</c:v>
                </c:pt>
                <c:pt idx="786">
                  <c:v>37628</c:v>
                </c:pt>
                <c:pt idx="787">
                  <c:v>37629</c:v>
                </c:pt>
                <c:pt idx="788">
                  <c:v>37630</c:v>
                </c:pt>
                <c:pt idx="789">
                  <c:v>37631</c:v>
                </c:pt>
                <c:pt idx="790">
                  <c:v>37634</c:v>
                </c:pt>
                <c:pt idx="791">
                  <c:v>37635</c:v>
                </c:pt>
                <c:pt idx="792">
                  <c:v>37636</c:v>
                </c:pt>
                <c:pt idx="793">
                  <c:v>37637</c:v>
                </c:pt>
                <c:pt idx="794">
                  <c:v>37638</c:v>
                </c:pt>
                <c:pt idx="795">
                  <c:v>37641</c:v>
                </c:pt>
                <c:pt idx="796">
                  <c:v>37642</c:v>
                </c:pt>
                <c:pt idx="797">
                  <c:v>37643</c:v>
                </c:pt>
                <c:pt idx="798">
                  <c:v>37644</c:v>
                </c:pt>
                <c:pt idx="799">
                  <c:v>37645</c:v>
                </c:pt>
                <c:pt idx="800">
                  <c:v>37648</c:v>
                </c:pt>
                <c:pt idx="801">
                  <c:v>37649</c:v>
                </c:pt>
                <c:pt idx="802">
                  <c:v>37650</c:v>
                </c:pt>
                <c:pt idx="803">
                  <c:v>37651</c:v>
                </c:pt>
                <c:pt idx="804">
                  <c:v>37652</c:v>
                </c:pt>
                <c:pt idx="805">
                  <c:v>37655</c:v>
                </c:pt>
                <c:pt idx="806">
                  <c:v>37656</c:v>
                </c:pt>
                <c:pt idx="807">
                  <c:v>37657</c:v>
                </c:pt>
                <c:pt idx="808">
                  <c:v>37658</c:v>
                </c:pt>
                <c:pt idx="809">
                  <c:v>37659</c:v>
                </c:pt>
                <c:pt idx="810">
                  <c:v>37662</c:v>
                </c:pt>
                <c:pt idx="811">
                  <c:v>37663</c:v>
                </c:pt>
                <c:pt idx="812">
                  <c:v>37664</c:v>
                </c:pt>
                <c:pt idx="813">
                  <c:v>37665</c:v>
                </c:pt>
                <c:pt idx="814">
                  <c:v>37666</c:v>
                </c:pt>
                <c:pt idx="815">
                  <c:v>37669</c:v>
                </c:pt>
                <c:pt idx="816">
                  <c:v>37670</c:v>
                </c:pt>
                <c:pt idx="817">
                  <c:v>37671</c:v>
                </c:pt>
                <c:pt idx="818">
                  <c:v>37672</c:v>
                </c:pt>
                <c:pt idx="819">
                  <c:v>37673</c:v>
                </c:pt>
                <c:pt idx="820">
                  <c:v>37676</c:v>
                </c:pt>
                <c:pt idx="821">
                  <c:v>37677</c:v>
                </c:pt>
                <c:pt idx="822">
                  <c:v>37678</c:v>
                </c:pt>
                <c:pt idx="823">
                  <c:v>37679</c:v>
                </c:pt>
                <c:pt idx="824">
                  <c:v>37680</c:v>
                </c:pt>
                <c:pt idx="825">
                  <c:v>37683</c:v>
                </c:pt>
                <c:pt idx="826">
                  <c:v>37684</c:v>
                </c:pt>
                <c:pt idx="827">
                  <c:v>37685</c:v>
                </c:pt>
                <c:pt idx="828">
                  <c:v>37686</c:v>
                </c:pt>
                <c:pt idx="829">
                  <c:v>37687</c:v>
                </c:pt>
                <c:pt idx="830">
                  <c:v>37690</c:v>
                </c:pt>
                <c:pt idx="831">
                  <c:v>37691</c:v>
                </c:pt>
                <c:pt idx="832">
                  <c:v>37692</c:v>
                </c:pt>
                <c:pt idx="833">
                  <c:v>37693</c:v>
                </c:pt>
                <c:pt idx="834">
                  <c:v>37694</c:v>
                </c:pt>
                <c:pt idx="835">
                  <c:v>37697</c:v>
                </c:pt>
                <c:pt idx="836">
                  <c:v>37698</c:v>
                </c:pt>
                <c:pt idx="837">
                  <c:v>37699</c:v>
                </c:pt>
                <c:pt idx="838">
                  <c:v>37700</c:v>
                </c:pt>
                <c:pt idx="839">
                  <c:v>37701</c:v>
                </c:pt>
                <c:pt idx="840">
                  <c:v>37704</c:v>
                </c:pt>
                <c:pt idx="841">
                  <c:v>37705</c:v>
                </c:pt>
                <c:pt idx="842">
                  <c:v>37706</c:v>
                </c:pt>
                <c:pt idx="843">
                  <c:v>37707</c:v>
                </c:pt>
                <c:pt idx="844">
                  <c:v>37708</c:v>
                </c:pt>
                <c:pt idx="845">
                  <c:v>37711</c:v>
                </c:pt>
                <c:pt idx="846">
                  <c:v>37712</c:v>
                </c:pt>
                <c:pt idx="847">
                  <c:v>37713</c:v>
                </c:pt>
                <c:pt idx="848">
                  <c:v>37714</c:v>
                </c:pt>
                <c:pt idx="849">
                  <c:v>37715</c:v>
                </c:pt>
                <c:pt idx="850">
                  <c:v>37718</c:v>
                </c:pt>
                <c:pt idx="851">
                  <c:v>37719</c:v>
                </c:pt>
                <c:pt idx="852">
                  <c:v>37720</c:v>
                </c:pt>
                <c:pt idx="853">
                  <c:v>37721</c:v>
                </c:pt>
                <c:pt idx="854">
                  <c:v>37722</c:v>
                </c:pt>
                <c:pt idx="855">
                  <c:v>37725</c:v>
                </c:pt>
                <c:pt idx="856">
                  <c:v>37726</c:v>
                </c:pt>
                <c:pt idx="857">
                  <c:v>37727</c:v>
                </c:pt>
                <c:pt idx="858">
                  <c:v>37728</c:v>
                </c:pt>
                <c:pt idx="859">
                  <c:v>37729</c:v>
                </c:pt>
                <c:pt idx="860">
                  <c:v>37732</c:v>
                </c:pt>
                <c:pt idx="861">
                  <c:v>37733</c:v>
                </c:pt>
                <c:pt idx="862">
                  <c:v>37734</c:v>
                </c:pt>
                <c:pt idx="863">
                  <c:v>37735</c:v>
                </c:pt>
                <c:pt idx="864">
                  <c:v>37736</c:v>
                </c:pt>
                <c:pt idx="865">
                  <c:v>37739</c:v>
                </c:pt>
                <c:pt idx="866">
                  <c:v>37740</c:v>
                </c:pt>
                <c:pt idx="867">
                  <c:v>37741</c:v>
                </c:pt>
                <c:pt idx="868">
                  <c:v>37742</c:v>
                </c:pt>
                <c:pt idx="869">
                  <c:v>37743</c:v>
                </c:pt>
                <c:pt idx="870">
                  <c:v>37746</c:v>
                </c:pt>
                <c:pt idx="871">
                  <c:v>37747</c:v>
                </c:pt>
                <c:pt idx="872">
                  <c:v>37748</c:v>
                </c:pt>
                <c:pt idx="873">
                  <c:v>37749</c:v>
                </c:pt>
                <c:pt idx="874">
                  <c:v>37750</c:v>
                </c:pt>
                <c:pt idx="875">
                  <c:v>37753</c:v>
                </c:pt>
                <c:pt idx="876">
                  <c:v>37754</c:v>
                </c:pt>
                <c:pt idx="877">
                  <c:v>37755</c:v>
                </c:pt>
                <c:pt idx="878">
                  <c:v>37756</c:v>
                </c:pt>
                <c:pt idx="879">
                  <c:v>37757</c:v>
                </c:pt>
                <c:pt idx="880">
                  <c:v>37760</c:v>
                </c:pt>
                <c:pt idx="881">
                  <c:v>37761</c:v>
                </c:pt>
                <c:pt idx="882">
                  <c:v>37762</c:v>
                </c:pt>
                <c:pt idx="883">
                  <c:v>37763</c:v>
                </c:pt>
                <c:pt idx="884">
                  <c:v>37764</c:v>
                </c:pt>
                <c:pt idx="885">
                  <c:v>37767</c:v>
                </c:pt>
                <c:pt idx="886">
                  <c:v>37768</c:v>
                </c:pt>
                <c:pt idx="887">
                  <c:v>37769</c:v>
                </c:pt>
                <c:pt idx="888">
                  <c:v>37770</c:v>
                </c:pt>
                <c:pt idx="889">
                  <c:v>37771</c:v>
                </c:pt>
                <c:pt idx="890">
                  <c:v>37774</c:v>
                </c:pt>
                <c:pt idx="891">
                  <c:v>37775</c:v>
                </c:pt>
                <c:pt idx="892">
                  <c:v>37776</c:v>
                </c:pt>
                <c:pt idx="893">
                  <c:v>37777</c:v>
                </c:pt>
                <c:pt idx="894">
                  <c:v>37778</c:v>
                </c:pt>
                <c:pt idx="895">
                  <c:v>37781</c:v>
                </c:pt>
                <c:pt idx="896">
                  <c:v>37782</c:v>
                </c:pt>
                <c:pt idx="897">
                  <c:v>37783</c:v>
                </c:pt>
                <c:pt idx="898">
                  <c:v>37784</c:v>
                </c:pt>
                <c:pt idx="899">
                  <c:v>37785</c:v>
                </c:pt>
                <c:pt idx="900">
                  <c:v>37788</c:v>
                </c:pt>
                <c:pt idx="901">
                  <c:v>37789</c:v>
                </c:pt>
                <c:pt idx="902">
                  <c:v>37790</c:v>
                </c:pt>
                <c:pt idx="903">
                  <c:v>37791</c:v>
                </c:pt>
                <c:pt idx="904">
                  <c:v>37792</c:v>
                </c:pt>
                <c:pt idx="905">
                  <c:v>37795</c:v>
                </c:pt>
                <c:pt idx="906">
                  <c:v>37796</c:v>
                </c:pt>
                <c:pt idx="907">
                  <c:v>37797</c:v>
                </c:pt>
                <c:pt idx="908">
                  <c:v>37798</c:v>
                </c:pt>
                <c:pt idx="909">
                  <c:v>37799</c:v>
                </c:pt>
                <c:pt idx="910">
                  <c:v>37802</c:v>
                </c:pt>
                <c:pt idx="911">
                  <c:v>37803</c:v>
                </c:pt>
                <c:pt idx="912">
                  <c:v>37804</c:v>
                </c:pt>
                <c:pt idx="913">
                  <c:v>37805</c:v>
                </c:pt>
                <c:pt idx="914">
                  <c:v>37806</c:v>
                </c:pt>
                <c:pt idx="915">
                  <c:v>37809</c:v>
                </c:pt>
                <c:pt idx="916">
                  <c:v>37810</c:v>
                </c:pt>
                <c:pt idx="917">
                  <c:v>37811</c:v>
                </c:pt>
                <c:pt idx="918">
                  <c:v>37812</c:v>
                </c:pt>
                <c:pt idx="919">
                  <c:v>37813</c:v>
                </c:pt>
                <c:pt idx="920">
                  <c:v>37816</c:v>
                </c:pt>
                <c:pt idx="921">
                  <c:v>37817</c:v>
                </c:pt>
                <c:pt idx="922">
                  <c:v>37818</c:v>
                </c:pt>
                <c:pt idx="923">
                  <c:v>37819</c:v>
                </c:pt>
                <c:pt idx="924">
                  <c:v>37820</c:v>
                </c:pt>
                <c:pt idx="925">
                  <c:v>37823</c:v>
                </c:pt>
                <c:pt idx="926">
                  <c:v>37824</c:v>
                </c:pt>
                <c:pt idx="927">
                  <c:v>37825</c:v>
                </c:pt>
                <c:pt idx="928">
                  <c:v>37826</c:v>
                </c:pt>
                <c:pt idx="929">
                  <c:v>37827</c:v>
                </c:pt>
                <c:pt idx="930">
                  <c:v>37830</c:v>
                </c:pt>
                <c:pt idx="931">
                  <c:v>37831</c:v>
                </c:pt>
                <c:pt idx="932">
                  <c:v>37832</c:v>
                </c:pt>
                <c:pt idx="933">
                  <c:v>37833</c:v>
                </c:pt>
                <c:pt idx="934">
                  <c:v>37834</c:v>
                </c:pt>
                <c:pt idx="935">
                  <c:v>37837</c:v>
                </c:pt>
                <c:pt idx="936">
                  <c:v>37838</c:v>
                </c:pt>
                <c:pt idx="937">
                  <c:v>37839</c:v>
                </c:pt>
                <c:pt idx="938">
                  <c:v>37840</c:v>
                </c:pt>
                <c:pt idx="939">
                  <c:v>37841</c:v>
                </c:pt>
                <c:pt idx="940">
                  <c:v>37844</c:v>
                </c:pt>
                <c:pt idx="941">
                  <c:v>37845</c:v>
                </c:pt>
                <c:pt idx="942">
                  <c:v>37846</c:v>
                </c:pt>
                <c:pt idx="943">
                  <c:v>37847</c:v>
                </c:pt>
                <c:pt idx="944">
                  <c:v>37848</c:v>
                </c:pt>
                <c:pt idx="945">
                  <c:v>37851</c:v>
                </c:pt>
                <c:pt idx="946">
                  <c:v>37852</c:v>
                </c:pt>
                <c:pt idx="947">
                  <c:v>37853</c:v>
                </c:pt>
                <c:pt idx="948">
                  <c:v>37854</c:v>
                </c:pt>
                <c:pt idx="949">
                  <c:v>37855</c:v>
                </c:pt>
                <c:pt idx="950">
                  <c:v>37858</c:v>
                </c:pt>
                <c:pt idx="951">
                  <c:v>37859</c:v>
                </c:pt>
                <c:pt idx="952">
                  <c:v>37860</c:v>
                </c:pt>
                <c:pt idx="953">
                  <c:v>37861</c:v>
                </c:pt>
                <c:pt idx="954">
                  <c:v>37862</c:v>
                </c:pt>
                <c:pt idx="955">
                  <c:v>37865</c:v>
                </c:pt>
                <c:pt idx="956">
                  <c:v>37866</c:v>
                </c:pt>
                <c:pt idx="957">
                  <c:v>37867</c:v>
                </c:pt>
                <c:pt idx="958">
                  <c:v>37868</c:v>
                </c:pt>
                <c:pt idx="959">
                  <c:v>37869</c:v>
                </c:pt>
                <c:pt idx="960">
                  <c:v>37872</c:v>
                </c:pt>
                <c:pt idx="961">
                  <c:v>37873</c:v>
                </c:pt>
                <c:pt idx="962">
                  <c:v>37874</c:v>
                </c:pt>
                <c:pt idx="963">
                  <c:v>37875</c:v>
                </c:pt>
                <c:pt idx="964">
                  <c:v>37876</c:v>
                </c:pt>
                <c:pt idx="965">
                  <c:v>37879</c:v>
                </c:pt>
                <c:pt idx="966">
                  <c:v>37880</c:v>
                </c:pt>
                <c:pt idx="967">
                  <c:v>37881</c:v>
                </c:pt>
                <c:pt idx="968">
                  <c:v>37882</c:v>
                </c:pt>
                <c:pt idx="969">
                  <c:v>37883</c:v>
                </c:pt>
                <c:pt idx="970">
                  <c:v>37886</c:v>
                </c:pt>
                <c:pt idx="971">
                  <c:v>37887</c:v>
                </c:pt>
                <c:pt idx="972">
                  <c:v>37888</c:v>
                </c:pt>
                <c:pt idx="973">
                  <c:v>37889</c:v>
                </c:pt>
                <c:pt idx="974">
                  <c:v>37890</c:v>
                </c:pt>
                <c:pt idx="975">
                  <c:v>37893</c:v>
                </c:pt>
                <c:pt idx="976">
                  <c:v>37894</c:v>
                </c:pt>
                <c:pt idx="977">
                  <c:v>37895</c:v>
                </c:pt>
                <c:pt idx="978">
                  <c:v>37896</c:v>
                </c:pt>
                <c:pt idx="979">
                  <c:v>37897</c:v>
                </c:pt>
                <c:pt idx="980">
                  <c:v>37900</c:v>
                </c:pt>
                <c:pt idx="981">
                  <c:v>37901</c:v>
                </c:pt>
                <c:pt idx="982">
                  <c:v>37902</c:v>
                </c:pt>
                <c:pt idx="983">
                  <c:v>37903</c:v>
                </c:pt>
                <c:pt idx="984">
                  <c:v>37904</c:v>
                </c:pt>
                <c:pt idx="985">
                  <c:v>37907</c:v>
                </c:pt>
                <c:pt idx="986">
                  <c:v>37908</c:v>
                </c:pt>
                <c:pt idx="987">
                  <c:v>37909</c:v>
                </c:pt>
                <c:pt idx="988">
                  <c:v>37910</c:v>
                </c:pt>
                <c:pt idx="989">
                  <c:v>37911</c:v>
                </c:pt>
                <c:pt idx="990">
                  <c:v>37914</c:v>
                </c:pt>
                <c:pt idx="991">
                  <c:v>37915</c:v>
                </c:pt>
                <c:pt idx="992">
                  <c:v>37916</c:v>
                </c:pt>
                <c:pt idx="993">
                  <c:v>37917</c:v>
                </c:pt>
                <c:pt idx="994">
                  <c:v>37918</c:v>
                </c:pt>
                <c:pt idx="995">
                  <c:v>37921</c:v>
                </c:pt>
                <c:pt idx="996">
                  <c:v>37922</c:v>
                </c:pt>
                <c:pt idx="997">
                  <c:v>37923</c:v>
                </c:pt>
                <c:pt idx="998">
                  <c:v>37924</c:v>
                </c:pt>
                <c:pt idx="999">
                  <c:v>37925</c:v>
                </c:pt>
                <c:pt idx="1000">
                  <c:v>37928</c:v>
                </c:pt>
                <c:pt idx="1001">
                  <c:v>37929</c:v>
                </c:pt>
                <c:pt idx="1002">
                  <c:v>37930</c:v>
                </c:pt>
                <c:pt idx="1003">
                  <c:v>37931</c:v>
                </c:pt>
                <c:pt idx="1004">
                  <c:v>37932</c:v>
                </c:pt>
                <c:pt idx="1005">
                  <c:v>37935</c:v>
                </c:pt>
                <c:pt idx="1006">
                  <c:v>37936</c:v>
                </c:pt>
                <c:pt idx="1007">
                  <c:v>37937</c:v>
                </c:pt>
                <c:pt idx="1008">
                  <c:v>37938</c:v>
                </c:pt>
                <c:pt idx="1009">
                  <c:v>37939</c:v>
                </c:pt>
                <c:pt idx="1010">
                  <c:v>37942</c:v>
                </c:pt>
                <c:pt idx="1011">
                  <c:v>37943</c:v>
                </c:pt>
                <c:pt idx="1012">
                  <c:v>37944</c:v>
                </c:pt>
                <c:pt idx="1013">
                  <c:v>37945</c:v>
                </c:pt>
                <c:pt idx="1014">
                  <c:v>37946</c:v>
                </c:pt>
                <c:pt idx="1015">
                  <c:v>37949</c:v>
                </c:pt>
                <c:pt idx="1016">
                  <c:v>37950</c:v>
                </c:pt>
                <c:pt idx="1017">
                  <c:v>37951</c:v>
                </c:pt>
                <c:pt idx="1018">
                  <c:v>37952</c:v>
                </c:pt>
                <c:pt idx="1019">
                  <c:v>37953</c:v>
                </c:pt>
                <c:pt idx="1020">
                  <c:v>37956</c:v>
                </c:pt>
                <c:pt idx="1021">
                  <c:v>37957</c:v>
                </c:pt>
                <c:pt idx="1022">
                  <c:v>37958</c:v>
                </c:pt>
                <c:pt idx="1023">
                  <c:v>37959</c:v>
                </c:pt>
                <c:pt idx="1024">
                  <c:v>37960</c:v>
                </c:pt>
                <c:pt idx="1025">
                  <c:v>37963</c:v>
                </c:pt>
                <c:pt idx="1026">
                  <c:v>37964</c:v>
                </c:pt>
                <c:pt idx="1027">
                  <c:v>37965</c:v>
                </c:pt>
                <c:pt idx="1028">
                  <c:v>37966</c:v>
                </c:pt>
                <c:pt idx="1029">
                  <c:v>37967</c:v>
                </c:pt>
                <c:pt idx="1030">
                  <c:v>37970</c:v>
                </c:pt>
                <c:pt idx="1031">
                  <c:v>37971</c:v>
                </c:pt>
                <c:pt idx="1032">
                  <c:v>37972</c:v>
                </c:pt>
                <c:pt idx="1033">
                  <c:v>37973</c:v>
                </c:pt>
                <c:pt idx="1034">
                  <c:v>37974</c:v>
                </c:pt>
                <c:pt idx="1035">
                  <c:v>37977</c:v>
                </c:pt>
                <c:pt idx="1036">
                  <c:v>37978</c:v>
                </c:pt>
                <c:pt idx="1037">
                  <c:v>37979</c:v>
                </c:pt>
                <c:pt idx="1038">
                  <c:v>37980</c:v>
                </c:pt>
                <c:pt idx="1039">
                  <c:v>37981</c:v>
                </c:pt>
                <c:pt idx="1040">
                  <c:v>37984</c:v>
                </c:pt>
                <c:pt idx="1041">
                  <c:v>37985</c:v>
                </c:pt>
                <c:pt idx="1042">
                  <c:v>37986</c:v>
                </c:pt>
                <c:pt idx="1043">
                  <c:v>37987</c:v>
                </c:pt>
                <c:pt idx="1044">
                  <c:v>37988</c:v>
                </c:pt>
                <c:pt idx="1045">
                  <c:v>37991</c:v>
                </c:pt>
                <c:pt idx="1046">
                  <c:v>37992</c:v>
                </c:pt>
                <c:pt idx="1047">
                  <c:v>37993</c:v>
                </c:pt>
                <c:pt idx="1048">
                  <c:v>37994</c:v>
                </c:pt>
                <c:pt idx="1049">
                  <c:v>37995</c:v>
                </c:pt>
                <c:pt idx="1050">
                  <c:v>37998</c:v>
                </c:pt>
                <c:pt idx="1051">
                  <c:v>37999</c:v>
                </c:pt>
                <c:pt idx="1052">
                  <c:v>38000</c:v>
                </c:pt>
                <c:pt idx="1053">
                  <c:v>38001</c:v>
                </c:pt>
                <c:pt idx="1054">
                  <c:v>38002</c:v>
                </c:pt>
                <c:pt idx="1055">
                  <c:v>38005</c:v>
                </c:pt>
                <c:pt idx="1056">
                  <c:v>38006</c:v>
                </c:pt>
                <c:pt idx="1057">
                  <c:v>38007</c:v>
                </c:pt>
                <c:pt idx="1058">
                  <c:v>38008</c:v>
                </c:pt>
                <c:pt idx="1059">
                  <c:v>38009</c:v>
                </c:pt>
                <c:pt idx="1060">
                  <c:v>38012</c:v>
                </c:pt>
                <c:pt idx="1061">
                  <c:v>38013</c:v>
                </c:pt>
                <c:pt idx="1062">
                  <c:v>38014</c:v>
                </c:pt>
                <c:pt idx="1063">
                  <c:v>38015</c:v>
                </c:pt>
                <c:pt idx="1064">
                  <c:v>38016</c:v>
                </c:pt>
                <c:pt idx="1065">
                  <c:v>38019</c:v>
                </c:pt>
                <c:pt idx="1066">
                  <c:v>38020</c:v>
                </c:pt>
                <c:pt idx="1067">
                  <c:v>38021</c:v>
                </c:pt>
                <c:pt idx="1068">
                  <c:v>38022</c:v>
                </c:pt>
                <c:pt idx="1069">
                  <c:v>38023</c:v>
                </c:pt>
                <c:pt idx="1070">
                  <c:v>38026</c:v>
                </c:pt>
                <c:pt idx="1071">
                  <c:v>38027</c:v>
                </c:pt>
                <c:pt idx="1072">
                  <c:v>38028</c:v>
                </c:pt>
                <c:pt idx="1073">
                  <c:v>38029</c:v>
                </c:pt>
                <c:pt idx="1074">
                  <c:v>38030</c:v>
                </c:pt>
                <c:pt idx="1075">
                  <c:v>38033</c:v>
                </c:pt>
                <c:pt idx="1076">
                  <c:v>38034</c:v>
                </c:pt>
                <c:pt idx="1077">
                  <c:v>38035</c:v>
                </c:pt>
                <c:pt idx="1078">
                  <c:v>38036</c:v>
                </c:pt>
                <c:pt idx="1079">
                  <c:v>38037</c:v>
                </c:pt>
                <c:pt idx="1080">
                  <c:v>38040</c:v>
                </c:pt>
                <c:pt idx="1081">
                  <c:v>38041</c:v>
                </c:pt>
                <c:pt idx="1082">
                  <c:v>38042</c:v>
                </c:pt>
                <c:pt idx="1083">
                  <c:v>38043</c:v>
                </c:pt>
                <c:pt idx="1084">
                  <c:v>38044</c:v>
                </c:pt>
                <c:pt idx="1085">
                  <c:v>38047</c:v>
                </c:pt>
                <c:pt idx="1086">
                  <c:v>38048</c:v>
                </c:pt>
                <c:pt idx="1087">
                  <c:v>38049</c:v>
                </c:pt>
                <c:pt idx="1088">
                  <c:v>38050</c:v>
                </c:pt>
                <c:pt idx="1089">
                  <c:v>38051</c:v>
                </c:pt>
                <c:pt idx="1090">
                  <c:v>38054</c:v>
                </c:pt>
                <c:pt idx="1091">
                  <c:v>38055</c:v>
                </c:pt>
                <c:pt idx="1092">
                  <c:v>38056</c:v>
                </c:pt>
                <c:pt idx="1093">
                  <c:v>38057</c:v>
                </c:pt>
                <c:pt idx="1094">
                  <c:v>38058</c:v>
                </c:pt>
                <c:pt idx="1095">
                  <c:v>38061</c:v>
                </c:pt>
                <c:pt idx="1096">
                  <c:v>38062</c:v>
                </c:pt>
                <c:pt idx="1097">
                  <c:v>38063</c:v>
                </c:pt>
                <c:pt idx="1098">
                  <c:v>38064</c:v>
                </c:pt>
                <c:pt idx="1099">
                  <c:v>38065</c:v>
                </c:pt>
                <c:pt idx="1100">
                  <c:v>38068</c:v>
                </c:pt>
                <c:pt idx="1101">
                  <c:v>38069</c:v>
                </c:pt>
                <c:pt idx="1102">
                  <c:v>38070</c:v>
                </c:pt>
                <c:pt idx="1103">
                  <c:v>38071</c:v>
                </c:pt>
                <c:pt idx="1104">
                  <c:v>38072</c:v>
                </c:pt>
                <c:pt idx="1105">
                  <c:v>38075</c:v>
                </c:pt>
                <c:pt idx="1106">
                  <c:v>38076</c:v>
                </c:pt>
                <c:pt idx="1107">
                  <c:v>38077</c:v>
                </c:pt>
                <c:pt idx="1108">
                  <c:v>38078</c:v>
                </c:pt>
                <c:pt idx="1109">
                  <c:v>38079</c:v>
                </c:pt>
                <c:pt idx="1110">
                  <c:v>38082</c:v>
                </c:pt>
                <c:pt idx="1111">
                  <c:v>38083</c:v>
                </c:pt>
                <c:pt idx="1112">
                  <c:v>38084</c:v>
                </c:pt>
                <c:pt idx="1113">
                  <c:v>38085</c:v>
                </c:pt>
                <c:pt idx="1114">
                  <c:v>38086</c:v>
                </c:pt>
                <c:pt idx="1115">
                  <c:v>38089</c:v>
                </c:pt>
                <c:pt idx="1116">
                  <c:v>38090</c:v>
                </c:pt>
                <c:pt idx="1117">
                  <c:v>38091</c:v>
                </c:pt>
                <c:pt idx="1118">
                  <c:v>38092</c:v>
                </c:pt>
                <c:pt idx="1119">
                  <c:v>38093</c:v>
                </c:pt>
                <c:pt idx="1120">
                  <c:v>38096</c:v>
                </c:pt>
                <c:pt idx="1121">
                  <c:v>38097</c:v>
                </c:pt>
                <c:pt idx="1122">
                  <c:v>38098</c:v>
                </c:pt>
                <c:pt idx="1123">
                  <c:v>38099</c:v>
                </c:pt>
                <c:pt idx="1124">
                  <c:v>38100</c:v>
                </c:pt>
                <c:pt idx="1125">
                  <c:v>38103</c:v>
                </c:pt>
                <c:pt idx="1126">
                  <c:v>38104</c:v>
                </c:pt>
                <c:pt idx="1127">
                  <c:v>38105</c:v>
                </c:pt>
                <c:pt idx="1128">
                  <c:v>38106</c:v>
                </c:pt>
                <c:pt idx="1129">
                  <c:v>38107</c:v>
                </c:pt>
                <c:pt idx="1130">
                  <c:v>38110</c:v>
                </c:pt>
                <c:pt idx="1131">
                  <c:v>38111</c:v>
                </c:pt>
                <c:pt idx="1132">
                  <c:v>38112</c:v>
                </c:pt>
                <c:pt idx="1133">
                  <c:v>38113</c:v>
                </c:pt>
                <c:pt idx="1134">
                  <c:v>38114</c:v>
                </c:pt>
                <c:pt idx="1135">
                  <c:v>38117</c:v>
                </c:pt>
                <c:pt idx="1136">
                  <c:v>38118</c:v>
                </c:pt>
                <c:pt idx="1137">
                  <c:v>38119</c:v>
                </c:pt>
                <c:pt idx="1138">
                  <c:v>38120</c:v>
                </c:pt>
                <c:pt idx="1139">
                  <c:v>38121</c:v>
                </c:pt>
                <c:pt idx="1140">
                  <c:v>38124</c:v>
                </c:pt>
                <c:pt idx="1141">
                  <c:v>38125</c:v>
                </c:pt>
                <c:pt idx="1142">
                  <c:v>38126</c:v>
                </c:pt>
                <c:pt idx="1143">
                  <c:v>38127</c:v>
                </c:pt>
                <c:pt idx="1144">
                  <c:v>38128</c:v>
                </c:pt>
                <c:pt idx="1145">
                  <c:v>38131</c:v>
                </c:pt>
                <c:pt idx="1146">
                  <c:v>38132</c:v>
                </c:pt>
                <c:pt idx="1147">
                  <c:v>38133</c:v>
                </c:pt>
                <c:pt idx="1148">
                  <c:v>38134</c:v>
                </c:pt>
                <c:pt idx="1149">
                  <c:v>38135</c:v>
                </c:pt>
                <c:pt idx="1150">
                  <c:v>38138</c:v>
                </c:pt>
                <c:pt idx="1151">
                  <c:v>38139</c:v>
                </c:pt>
                <c:pt idx="1152">
                  <c:v>38140</c:v>
                </c:pt>
                <c:pt idx="1153">
                  <c:v>38141</c:v>
                </c:pt>
                <c:pt idx="1154">
                  <c:v>38142</c:v>
                </c:pt>
                <c:pt idx="1155">
                  <c:v>38145</c:v>
                </c:pt>
                <c:pt idx="1156">
                  <c:v>38146</c:v>
                </c:pt>
                <c:pt idx="1157">
                  <c:v>38147</c:v>
                </c:pt>
                <c:pt idx="1158">
                  <c:v>38148</c:v>
                </c:pt>
                <c:pt idx="1159">
                  <c:v>38149</c:v>
                </c:pt>
                <c:pt idx="1160">
                  <c:v>38152</c:v>
                </c:pt>
                <c:pt idx="1161">
                  <c:v>38153</c:v>
                </c:pt>
                <c:pt idx="1162">
                  <c:v>38154</c:v>
                </c:pt>
                <c:pt idx="1163">
                  <c:v>38155</c:v>
                </c:pt>
                <c:pt idx="1164">
                  <c:v>38156</c:v>
                </c:pt>
                <c:pt idx="1165">
                  <c:v>38159</c:v>
                </c:pt>
                <c:pt idx="1166">
                  <c:v>38160</c:v>
                </c:pt>
                <c:pt idx="1167">
                  <c:v>38161</c:v>
                </c:pt>
                <c:pt idx="1168">
                  <c:v>38162</c:v>
                </c:pt>
                <c:pt idx="1169">
                  <c:v>38163</c:v>
                </c:pt>
                <c:pt idx="1170">
                  <c:v>38166</c:v>
                </c:pt>
                <c:pt idx="1171">
                  <c:v>38167</c:v>
                </c:pt>
                <c:pt idx="1172">
                  <c:v>38168</c:v>
                </c:pt>
                <c:pt idx="1173">
                  <c:v>38169</c:v>
                </c:pt>
                <c:pt idx="1174">
                  <c:v>38170</c:v>
                </c:pt>
                <c:pt idx="1175">
                  <c:v>38173</c:v>
                </c:pt>
                <c:pt idx="1176">
                  <c:v>38174</c:v>
                </c:pt>
                <c:pt idx="1177">
                  <c:v>38175</c:v>
                </c:pt>
                <c:pt idx="1178">
                  <c:v>38176</c:v>
                </c:pt>
                <c:pt idx="1179">
                  <c:v>38177</c:v>
                </c:pt>
                <c:pt idx="1180">
                  <c:v>38180</c:v>
                </c:pt>
                <c:pt idx="1181">
                  <c:v>38181</c:v>
                </c:pt>
                <c:pt idx="1182">
                  <c:v>38182</c:v>
                </c:pt>
                <c:pt idx="1183">
                  <c:v>38183</c:v>
                </c:pt>
                <c:pt idx="1184">
                  <c:v>38184</c:v>
                </c:pt>
                <c:pt idx="1185">
                  <c:v>38187</c:v>
                </c:pt>
                <c:pt idx="1186">
                  <c:v>38188</c:v>
                </c:pt>
                <c:pt idx="1187">
                  <c:v>38189</c:v>
                </c:pt>
                <c:pt idx="1188">
                  <c:v>38190</c:v>
                </c:pt>
                <c:pt idx="1189">
                  <c:v>38191</c:v>
                </c:pt>
                <c:pt idx="1190">
                  <c:v>38194</c:v>
                </c:pt>
                <c:pt idx="1191">
                  <c:v>38195</c:v>
                </c:pt>
                <c:pt idx="1192">
                  <c:v>38196</c:v>
                </c:pt>
                <c:pt idx="1193">
                  <c:v>38197</c:v>
                </c:pt>
                <c:pt idx="1194">
                  <c:v>38198</c:v>
                </c:pt>
                <c:pt idx="1195">
                  <c:v>38201</c:v>
                </c:pt>
                <c:pt idx="1196">
                  <c:v>38202</c:v>
                </c:pt>
                <c:pt idx="1197">
                  <c:v>38203</c:v>
                </c:pt>
                <c:pt idx="1198">
                  <c:v>38204</c:v>
                </c:pt>
                <c:pt idx="1199">
                  <c:v>38205</c:v>
                </c:pt>
                <c:pt idx="1200">
                  <c:v>38208</c:v>
                </c:pt>
                <c:pt idx="1201">
                  <c:v>38209</c:v>
                </c:pt>
                <c:pt idx="1202">
                  <c:v>38210</c:v>
                </c:pt>
                <c:pt idx="1203">
                  <c:v>38211</c:v>
                </c:pt>
                <c:pt idx="1204">
                  <c:v>38212</c:v>
                </c:pt>
                <c:pt idx="1205">
                  <c:v>38215</c:v>
                </c:pt>
                <c:pt idx="1206">
                  <c:v>38216</c:v>
                </c:pt>
                <c:pt idx="1207">
                  <c:v>38217</c:v>
                </c:pt>
                <c:pt idx="1208">
                  <c:v>38218</c:v>
                </c:pt>
                <c:pt idx="1209">
                  <c:v>38219</c:v>
                </c:pt>
                <c:pt idx="1210">
                  <c:v>38222</c:v>
                </c:pt>
                <c:pt idx="1211">
                  <c:v>38223</c:v>
                </c:pt>
                <c:pt idx="1212">
                  <c:v>38224</c:v>
                </c:pt>
                <c:pt idx="1213">
                  <c:v>38225</c:v>
                </c:pt>
                <c:pt idx="1214">
                  <c:v>38226</c:v>
                </c:pt>
                <c:pt idx="1215">
                  <c:v>38229</c:v>
                </c:pt>
                <c:pt idx="1216">
                  <c:v>38230</c:v>
                </c:pt>
                <c:pt idx="1217">
                  <c:v>38231</c:v>
                </c:pt>
                <c:pt idx="1218">
                  <c:v>38232</c:v>
                </c:pt>
                <c:pt idx="1219">
                  <c:v>38233</c:v>
                </c:pt>
                <c:pt idx="1220">
                  <c:v>38236</c:v>
                </c:pt>
                <c:pt idx="1221">
                  <c:v>38237</c:v>
                </c:pt>
                <c:pt idx="1222">
                  <c:v>38238</c:v>
                </c:pt>
                <c:pt idx="1223">
                  <c:v>38239</c:v>
                </c:pt>
                <c:pt idx="1224">
                  <c:v>38240</c:v>
                </c:pt>
                <c:pt idx="1225">
                  <c:v>38243</c:v>
                </c:pt>
                <c:pt idx="1226">
                  <c:v>38244</c:v>
                </c:pt>
                <c:pt idx="1227">
                  <c:v>38245</c:v>
                </c:pt>
                <c:pt idx="1228">
                  <c:v>38246</c:v>
                </c:pt>
                <c:pt idx="1229">
                  <c:v>38247</c:v>
                </c:pt>
                <c:pt idx="1230">
                  <c:v>38250</c:v>
                </c:pt>
                <c:pt idx="1231">
                  <c:v>38251</c:v>
                </c:pt>
                <c:pt idx="1232">
                  <c:v>38252</c:v>
                </c:pt>
                <c:pt idx="1233">
                  <c:v>38253</c:v>
                </c:pt>
                <c:pt idx="1234">
                  <c:v>38254</c:v>
                </c:pt>
                <c:pt idx="1235">
                  <c:v>38257</c:v>
                </c:pt>
                <c:pt idx="1236">
                  <c:v>38258</c:v>
                </c:pt>
                <c:pt idx="1237">
                  <c:v>38259</c:v>
                </c:pt>
                <c:pt idx="1238">
                  <c:v>38260</c:v>
                </c:pt>
                <c:pt idx="1239">
                  <c:v>38261</c:v>
                </c:pt>
                <c:pt idx="1240">
                  <c:v>38264</c:v>
                </c:pt>
                <c:pt idx="1241">
                  <c:v>38265</c:v>
                </c:pt>
                <c:pt idx="1242">
                  <c:v>38266</c:v>
                </c:pt>
                <c:pt idx="1243">
                  <c:v>38267</c:v>
                </c:pt>
                <c:pt idx="1244">
                  <c:v>38268</c:v>
                </c:pt>
                <c:pt idx="1245">
                  <c:v>38271</c:v>
                </c:pt>
                <c:pt idx="1246">
                  <c:v>38272</c:v>
                </c:pt>
                <c:pt idx="1247">
                  <c:v>38273</c:v>
                </c:pt>
                <c:pt idx="1248">
                  <c:v>38274</c:v>
                </c:pt>
                <c:pt idx="1249">
                  <c:v>38275</c:v>
                </c:pt>
                <c:pt idx="1250">
                  <c:v>38278</c:v>
                </c:pt>
                <c:pt idx="1251">
                  <c:v>38279</c:v>
                </c:pt>
                <c:pt idx="1252">
                  <c:v>38280</c:v>
                </c:pt>
                <c:pt idx="1253">
                  <c:v>38281</c:v>
                </c:pt>
                <c:pt idx="1254">
                  <c:v>38282</c:v>
                </c:pt>
                <c:pt idx="1255">
                  <c:v>38285</c:v>
                </c:pt>
                <c:pt idx="1256">
                  <c:v>38286</c:v>
                </c:pt>
                <c:pt idx="1257">
                  <c:v>38287</c:v>
                </c:pt>
                <c:pt idx="1258">
                  <c:v>38288</c:v>
                </c:pt>
                <c:pt idx="1259">
                  <c:v>38289</c:v>
                </c:pt>
                <c:pt idx="1260">
                  <c:v>38292</c:v>
                </c:pt>
                <c:pt idx="1261">
                  <c:v>38293</c:v>
                </c:pt>
                <c:pt idx="1262">
                  <c:v>38294</c:v>
                </c:pt>
                <c:pt idx="1263">
                  <c:v>38295</c:v>
                </c:pt>
                <c:pt idx="1264">
                  <c:v>38296</c:v>
                </c:pt>
                <c:pt idx="1265">
                  <c:v>38299</c:v>
                </c:pt>
                <c:pt idx="1266">
                  <c:v>38300</c:v>
                </c:pt>
                <c:pt idx="1267">
                  <c:v>38301</c:v>
                </c:pt>
                <c:pt idx="1268">
                  <c:v>38302</c:v>
                </c:pt>
                <c:pt idx="1269">
                  <c:v>38303</c:v>
                </c:pt>
                <c:pt idx="1270">
                  <c:v>38306</c:v>
                </c:pt>
                <c:pt idx="1271">
                  <c:v>38307</c:v>
                </c:pt>
                <c:pt idx="1272">
                  <c:v>38308</c:v>
                </c:pt>
                <c:pt idx="1273">
                  <c:v>38309</c:v>
                </c:pt>
                <c:pt idx="1274">
                  <c:v>38310</c:v>
                </c:pt>
                <c:pt idx="1275">
                  <c:v>38313</c:v>
                </c:pt>
                <c:pt idx="1276">
                  <c:v>38314</c:v>
                </c:pt>
                <c:pt idx="1277">
                  <c:v>38315</c:v>
                </c:pt>
                <c:pt idx="1278">
                  <c:v>38316</c:v>
                </c:pt>
                <c:pt idx="1279">
                  <c:v>38317</c:v>
                </c:pt>
                <c:pt idx="1280">
                  <c:v>38320</c:v>
                </c:pt>
                <c:pt idx="1281">
                  <c:v>38321</c:v>
                </c:pt>
                <c:pt idx="1282">
                  <c:v>38322</c:v>
                </c:pt>
                <c:pt idx="1283">
                  <c:v>38323</c:v>
                </c:pt>
                <c:pt idx="1284">
                  <c:v>38324</c:v>
                </c:pt>
                <c:pt idx="1285">
                  <c:v>38327</c:v>
                </c:pt>
                <c:pt idx="1286">
                  <c:v>38328</c:v>
                </c:pt>
                <c:pt idx="1287">
                  <c:v>38329</c:v>
                </c:pt>
                <c:pt idx="1288">
                  <c:v>38330</c:v>
                </c:pt>
                <c:pt idx="1289">
                  <c:v>38331</c:v>
                </c:pt>
                <c:pt idx="1290">
                  <c:v>38334</c:v>
                </c:pt>
                <c:pt idx="1291">
                  <c:v>38335</c:v>
                </c:pt>
                <c:pt idx="1292">
                  <c:v>38336</c:v>
                </c:pt>
                <c:pt idx="1293">
                  <c:v>38337</c:v>
                </c:pt>
                <c:pt idx="1294">
                  <c:v>38338</c:v>
                </c:pt>
                <c:pt idx="1295">
                  <c:v>38341</c:v>
                </c:pt>
                <c:pt idx="1296">
                  <c:v>38342</c:v>
                </c:pt>
                <c:pt idx="1297">
                  <c:v>38343</c:v>
                </c:pt>
                <c:pt idx="1298">
                  <c:v>38344</c:v>
                </c:pt>
                <c:pt idx="1299">
                  <c:v>38345</c:v>
                </c:pt>
                <c:pt idx="1300">
                  <c:v>38348</c:v>
                </c:pt>
                <c:pt idx="1301">
                  <c:v>38349</c:v>
                </c:pt>
                <c:pt idx="1302">
                  <c:v>38350</c:v>
                </c:pt>
                <c:pt idx="1303">
                  <c:v>38351</c:v>
                </c:pt>
                <c:pt idx="1304">
                  <c:v>38352</c:v>
                </c:pt>
                <c:pt idx="1305">
                  <c:v>38355</c:v>
                </c:pt>
                <c:pt idx="1306">
                  <c:v>38356</c:v>
                </c:pt>
                <c:pt idx="1307">
                  <c:v>38357</c:v>
                </c:pt>
                <c:pt idx="1308">
                  <c:v>38358</c:v>
                </c:pt>
                <c:pt idx="1309">
                  <c:v>38359</c:v>
                </c:pt>
                <c:pt idx="1310">
                  <c:v>38362</c:v>
                </c:pt>
                <c:pt idx="1311">
                  <c:v>38363</c:v>
                </c:pt>
                <c:pt idx="1312">
                  <c:v>38364</c:v>
                </c:pt>
                <c:pt idx="1313">
                  <c:v>38365</c:v>
                </c:pt>
                <c:pt idx="1314">
                  <c:v>38366</c:v>
                </c:pt>
                <c:pt idx="1315">
                  <c:v>38369</c:v>
                </c:pt>
                <c:pt idx="1316">
                  <c:v>38370</c:v>
                </c:pt>
                <c:pt idx="1317">
                  <c:v>38371</c:v>
                </c:pt>
                <c:pt idx="1318">
                  <c:v>38372</c:v>
                </c:pt>
                <c:pt idx="1319">
                  <c:v>38373</c:v>
                </c:pt>
                <c:pt idx="1320">
                  <c:v>38376</c:v>
                </c:pt>
                <c:pt idx="1321">
                  <c:v>38377</c:v>
                </c:pt>
                <c:pt idx="1322">
                  <c:v>38378</c:v>
                </c:pt>
                <c:pt idx="1323">
                  <c:v>38379</c:v>
                </c:pt>
                <c:pt idx="1324">
                  <c:v>38380</c:v>
                </c:pt>
                <c:pt idx="1325">
                  <c:v>38383</c:v>
                </c:pt>
                <c:pt idx="1326">
                  <c:v>38384</c:v>
                </c:pt>
                <c:pt idx="1327">
                  <c:v>38385</c:v>
                </c:pt>
                <c:pt idx="1328">
                  <c:v>38386</c:v>
                </c:pt>
                <c:pt idx="1329">
                  <c:v>38387</c:v>
                </c:pt>
                <c:pt idx="1330">
                  <c:v>38390</c:v>
                </c:pt>
                <c:pt idx="1331">
                  <c:v>38391</c:v>
                </c:pt>
                <c:pt idx="1332">
                  <c:v>38392</c:v>
                </c:pt>
                <c:pt idx="1333">
                  <c:v>38393</c:v>
                </c:pt>
                <c:pt idx="1334">
                  <c:v>38394</c:v>
                </c:pt>
                <c:pt idx="1335">
                  <c:v>38397</c:v>
                </c:pt>
                <c:pt idx="1336">
                  <c:v>38398</c:v>
                </c:pt>
                <c:pt idx="1337">
                  <c:v>38399</c:v>
                </c:pt>
                <c:pt idx="1338">
                  <c:v>38400</c:v>
                </c:pt>
                <c:pt idx="1339">
                  <c:v>38401</c:v>
                </c:pt>
                <c:pt idx="1340">
                  <c:v>38404</c:v>
                </c:pt>
                <c:pt idx="1341">
                  <c:v>38405</c:v>
                </c:pt>
                <c:pt idx="1342">
                  <c:v>38406</c:v>
                </c:pt>
                <c:pt idx="1343">
                  <c:v>38407</c:v>
                </c:pt>
                <c:pt idx="1344">
                  <c:v>38408</c:v>
                </c:pt>
                <c:pt idx="1345">
                  <c:v>38411</c:v>
                </c:pt>
                <c:pt idx="1346">
                  <c:v>38412</c:v>
                </c:pt>
                <c:pt idx="1347">
                  <c:v>38413</c:v>
                </c:pt>
                <c:pt idx="1348">
                  <c:v>38414</c:v>
                </c:pt>
                <c:pt idx="1349">
                  <c:v>38415</c:v>
                </c:pt>
                <c:pt idx="1350">
                  <c:v>38418</c:v>
                </c:pt>
                <c:pt idx="1351">
                  <c:v>38419</c:v>
                </c:pt>
                <c:pt idx="1352">
                  <c:v>38420</c:v>
                </c:pt>
                <c:pt idx="1353">
                  <c:v>38421</c:v>
                </c:pt>
                <c:pt idx="1354">
                  <c:v>38422</c:v>
                </c:pt>
                <c:pt idx="1355">
                  <c:v>38425</c:v>
                </c:pt>
                <c:pt idx="1356">
                  <c:v>38426</c:v>
                </c:pt>
                <c:pt idx="1357">
                  <c:v>38427</c:v>
                </c:pt>
                <c:pt idx="1358">
                  <c:v>38428</c:v>
                </c:pt>
                <c:pt idx="1359">
                  <c:v>38429</c:v>
                </c:pt>
                <c:pt idx="1360">
                  <c:v>38432</c:v>
                </c:pt>
                <c:pt idx="1361">
                  <c:v>38433</c:v>
                </c:pt>
                <c:pt idx="1362">
                  <c:v>38434</c:v>
                </c:pt>
                <c:pt idx="1363">
                  <c:v>38435</c:v>
                </c:pt>
                <c:pt idx="1364">
                  <c:v>38436</c:v>
                </c:pt>
                <c:pt idx="1365">
                  <c:v>38439</c:v>
                </c:pt>
                <c:pt idx="1366">
                  <c:v>38440</c:v>
                </c:pt>
                <c:pt idx="1367">
                  <c:v>38441</c:v>
                </c:pt>
                <c:pt idx="1368">
                  <c:v>38442</c:v>
                </c:pt>
                <c:pt idx="1369">
                  <c:v>38443</c:v>
                </c:pt>
                <c:pt idx="1370">
                  <c:v>38446</c:v>
                </c:pt>
                <c:pt idx="1371">
                  <c:v>38447</c:v>
                </c:pt>
                <c:pt idx="1372">
                  <c:v>38448</c:v>
                </c:pt>
                <c:pt idx="1373">
                  <c:v>38449</c:v>
                </c:pt>
                <c:pt idx="1374">
                  <c:v>38450</c:v>
                </c:pt>
                <c:pt idx="1375">
                  <c:v>38453</c:v>
                </c:pt>
                <c:pt idx="1376">
                  <c:v>38454</c:v>
                </c:pt>
                <c:pt idx="1377">
                  <c:v>38455</c:v>
                </c:pt>
                <c:pt idx="1378">
                  <c:v>38456</c:v>
                </c:pt>
                <c:pt idx="1379">
                  <c:v>38457</c:v>
                </c:pt>
                <c:pt idx="1380">
                  <c:v>38460</c:v>
                </c:pt>
                <c:pt idx="1381">
                  <c:v>38461</c:v>
                </c:pt>
                <c:pt idx="1382">
                  <c:v>38462</c:v>
                </c:pt>
                <c:pt idx="1383">
                  <c:v>38463</c:v>
                </c:pt>
                <c:pt idx="1384">
                  <c:v>38464</c:v>
                </c:pt>
                <c:pt idx="1385">
                  <c:v>38467</c:v>
                </c:pt>
                <c:pt idx="1386">
                  <c:v>38468</c:v>
                </c:pt>
                <c:pt idx="1387">
                  <c:v>38469</c:v>
                </c:pt>
                <c:pt idx="1388">
                  <c:v>38470</c:v>
                </c:pt>
                <c:pt idx="1389">
                  <c:v>38471</c:v>
                </c:pt>
                <c:pt idx="1390">
                  <c:v>38474</c:v>
                </c:pt>
                <c:pt idx="1391">
                  <c:v>38475</c:v>
                </c:pt>
                <c:pt idx="1392">
                  <c:v>38476</c:v>
                </c:pt>
                <c:pt idx="1393">
                  <c:v>38477</c:v>
                </c:pt>
                <c:pt idx="1394">
                  <c:v>38478</c:v>
                </c:pt>
                <c:pt idx="1395">
                  <c:v>38481</c:v>
                </c:pt>
                <c:pt idx="1396">
                  <c:v>38482</c:v>
                </c:pt>
                <c:pt idx="1397">
                  <c:v>38483</c:v>
                </c:pt>
                <c:pt idx="1398">
                  <c:v>38484</c:v>
                </c:pt>
                <c:pt idx="1399">
                  <c:v>38485</c:v>
                </c:pt>
                <c:pt idx="1400">
                  <c:v>38488</c:v>
                </c:pt>
                <c:pt idx="1401">
                  <c:v>38489</c:v>
                </c:pt>
                <c:pt idx="1402">
                  <c:v>38490</c:v>
                </c:pt>
                <c:pt idx="1403">
                  <c:v>38491</c:v>
                </c:pt>
                <c:pt idx="1404">
                  <c:v>38492</c:v>
                </c:pt>
                <c:pt idx="1405">
                  <c:v>38495</c:v>
                </c:pt>
                <c:pt idx="1406">
                  <c:v>38496</c:v>
                </c:pt>
                <c:pt idx="1407">
                  <c:v>38497</c:v>
                </c:pt>
                <c:pt idx="1408">
                  <c:v>38498</c:v>
                </c:pt>
                <c:pt idx="1409">
                  <c:v>38499</c:v>
                </c:pt>
                <c:pt idx="1410">
                  <c:v>38502</c:v>
                </c:pt>
                <c:pt idx="1411">
                  <c:v>38503</c:v>
                </c:pt>
                <c:pt idx="1412">
                  <c:v>38504</c:v>
                </c:pt>
                <c:pt idx="1413">
                  <c:v>38505</c:v>
                </c:pt>
                <c:pt idx="1414">
                  <c:v>38506</c:v>
                </c:pt>
                <c:pt idx="1415">
                  <c:v>38509</c:v>
                </c:pt>
                <c:pt idx="1416">
                  <c:v>38510</c:v>
                </c:pt>
                <c:pt idx="1417">
                  <c:v>38511</c:v>
                </c:pt>
                <c:pt idx="1418">
                  <c:v>38512</c:v>
                </c:pt>
                <c:pt idx="1419">
                  <c:v>38513</c:v>
                </c:pt>
                <c:pt idx="1420">
                  <c:v>38516</c:v>
                </c:pt>
                <c:pt idx="1421">
                  <c:v>38517</c:v>
                </c:pt>
                <c:pt idx="1422">
                  <c:v>38518</c:v>
                </c:pt>
                <c:pt idx="1423">
                  <c:v>38519</c:v>
                </c:pt>
                <c:pt idx="1424">
                  <c:v>38520</c:v>
                </c:pt>
                <c:pt idx="1425">
                  <c:v>38523</c:v>
                </c:pt>
                <c:pt idx="1426">
                  <c:v>38524</c:v>
                </c:pt>
                <c:pt idx="1427">
                  <c:v>38525</c:v>
                </c:pt>
                <c:pt idx="1428">
                  <c:v>38526</c:v>
                </c:pt>
                <c:pt idx="1429">
                  <c:v>38527</c:v>
                </c:pt>
                <c:pt idx="1430">
                  <c:v>38530</c:v>
                </c:pt>
                <c:pt idx="1431">
                  <c:v>38531</c:v>
                </c:pt>
                <c:pt idx="1432">
                  <c:v>38532</c:v>
                </c:pt>
                <c:pt idx="1433">
                  <c:v>38533</c:v>
                </c:pt>
                <c:pt idx="1434">
                  <c:v>38534</c:v>
                </c:pt>
                <c:pt idx="1435">
                  <c:v>38537</c:v>
                </c:pt>
                <c:pt idx="1436">
                  <c:v>38538</c:v>
                </c:pt>
                <c:pt idx="1437">
                  <c:v>38539</c:v>
                </c:pt>
                <c:pt idx="1438">
                  <c:v>38540</c:v>
                </c:pt>
                <c:pt idx="1439">
                  <c:v>38541</c:v>
                </c:pt>
                <c:pt idx="1440">
                  <c:v>38544</c:v>
                </c:pt>
                <c:pt idx="1441">
                  <c:v>38545</c:v>
                </c:pt>
                <c:pt idx="1442">
                  <c:v>38546</c:v>
                </c:pt>
                <c:pt idx="1443">
                  <c:v>38547</c:v>
                </c:pt>
                <c:pt idx="1444">
                  <c:v>38548</c:v>
                </c:pt>
                <c:pt idx="1445">
                  <c:v>38551</c:v>
                </c:pt>
                <c:pt idx="1446">
                  <c:v>38552</c:v>
                </c:pt>
                <c:pt idx="1447">
                  <c:v>38553</c:v>
                </c:pt>
                <c:pt idx="1448">
                  <c:v>38554</c:v>
                </c:pt>
                <c:pt idx="1449">
                  <c:v>38555</c:v>
                </c:pt>
                <c:pt idx="1450">
                  <c:v>38558</c:v>
                </c:pt>
                <c:pt idx="1451">
                  <c:v>38559</c:v>
                </c:pt>
                <c:pt idx="1452">
                  <c:v>38560</c:v>
                </c:pt>
                <c:pt idx="1453">
                  <c:v>38561</c:v>
                </c:pt>
                <c:pt idx="1454">
                  <c:v>38562</c:v>
                </c:pt>
                <c:pt idx="1455">
                  <c:v>38565</c:v>
                </c:pt>
                <c:pt idx="1456">
                  <c:v>38566</c:v>
                </c:pt>
                <c:pt idx="1457">
                  <c:v>38567</c:v>
                </c:pt>
                <c:pt idx="1458">
                  <c:v>38568</c:v>
                </c:pt>
                <c:pt idx="1459">
                  <c:v>38569</c:v>
                </c:pt>
                <c:pt idx="1460">
                  <c:v>38572</c:v>
                </c:pt>
                <c:pt idx="1461">
                  <c:v>38573</c:v>
                </c:pt>
                <c:pt idx="1462">
                  <c:v>38574</c:v>
                </c:pt>
                <c:pt idx="1463">
                  <c:v>38575</c:v>
                </c:pt>
                <c:pt idx="1464">
                  <c:v>38576</c:v>
                </c:pt>
                <c:pt idx="1465">
                  <c:v>38579</c:v>
                </c:pt>
                <c:pt idx="1466">
                  <c:v>38580</c:v>
                </c:pt>
                <c:pt idx="1467">
                  <c:v>38581</c:v>
                </c:pt>
                <c:pt idx="1468">
                  <c:v>38582</c:v>
                </c:pt>
                <c:pt idx="1469">
                  <c:v>38583</c:v>
                </c:pt>
                <c:pt idx="1470">
                  <c:v>38586</c:v>
                </c:pt>
                <c:pt idx="1471">
                  <c:v>38587</c:v>
                </c:pt>
                <c:pt idx="1472">
                  <c:v>38588</c:v>
                </c:pt>
                <c:pt idx="1473">
                  <c:v>38589</c:v>
                </c:pt>
                <c:pt idx="1474">
                  <c:v>38590</c:v>
                </c:pt>
                <c:pt idx="1475">
                  <c:v>38593</c:v>
                </c:pt>
                <c:pt idx="1476">
                  <c:v>38594</c:v>
                </c:pt>
                <c:pt idx="1477">
                  <c:v>38595</c:v>
                </c:pt>
                <c:pt idx="1478">
                  <c:v>38596</c:v>
                </c:pt>
                <c:pt idx="1479">
                  <c:v>38597</c:v>
                </c:pt>
                <c:pt idx="1480">
                  <c:v>38600</c:v>
                </c:pt>
                <c:pt idx="1481">
                  <c:v>38601</c:v>
                </c:pt>
                <c:pt idx="1482">
                  <c:v>38602</c:v>
                </c:pt>
                <c:pt idx="1483">
                  <c:v>38603</c:v>
                </c:pt>
                <c:pt idx="1484">
                  <c:v>38604</c:v>
                </c:pt>
                <c:pt idx="1485">
                  <c:v>38607</c:v>
                </c:pt>
                <c:pt idx="1486">
                  <c:v>38608</c:v>
                </c:pt>
                <c:pt idx="1487">
                  <c:v>38609</c:v>
                </c:pt>
                <c:pt idx="1488">
                  <c:v>38610</c:v>
                </c:pt>
                <c:pt idx="1489">
                  <c:v>38611</c:v>
                </c:pt>
                <c:pt idx="1490">
                  <c:v>38614</c:v>
                </c:pt>
                <c:pt idx="1491">
                  <c:v>38615</c:v>
                </c:pt>
                <c:pt idx="1492">
                  <c:v>38616</c:v>
                </c:pt>
                <c:pt idx="1493">
                  <c:v>38617</c:v>
                </c:pt>
                <c:pt idx="1494">
                  <c:v>38618</c:v>
                </c:pt>
                <c:pt idx="1495">
                  <c:v>38621</c:v>
                </c:pt>
                <c:pt idx="1496">
                  <c:v>38622</c:v>
                </c:pt>
                <c:pt idx="1497">
                  <c:v>38623</c:v>
                </c:pt>
                <c:pt idx="1498">
                  <c:v>38624</c:v>
                </c:pt>
                <c:pt idx="1499">
                  <c:v>38625</c:v>
                </c:pt>
                <c:pt idx="1500">
                  <c:v>38628</c:v>
                </c:pt>
                <c:pt idx="1501">
                  <c:v>38629</c:v>
                </c:pt>
                <c:pt idx="1502">
                  <c:v>38630</c:v>
                </c:pt>
                <c:pt idx="1503">
                  <c:v>38631</c:v>
                </c:pt>
                <c:pt idx="1504">
                  <c:v>38632</c:v>
                </c:pt>
                <c:pt idx="1505">
                  <c:v>38635</c:v>
                </c:pt>
                <c:pt idx="1506">
                  <c:v>38636</c:v>
                </c:pt>
                <c:pt idx="1507">
                  <c:v>38637</c:v>
                </c:pt>
                <c:pt idx="1508">
                  <c:v>38638</c:v>
                </c:pt>
                <c:pt idx="1509">
                  <c:v>38639</c:v>
                </c:pt>
                <c:pt idx="1510">
                  <c:v>38642</c:v>
                </c:pt>
                <c:pt idx="1511">
                  <c:v>38643</c:v>
                </c:pt>
                <c:pt idx="1512">
                  <c:v>38644</c:v>
                </c:pt>
                <c:pt idx="1513">
                  <c:v>38645</c:v>
                </c:pt>
                <c:pt idx="1514">
                  <c:v>38646</c:v>
                </c:pt>
                <c:pt idx="1515">
                  <c:v>38649</c:v>
                </c:pt>
                <c:pt idx="1516">
                  <c:v>38650</c:v>
                </c:pt>
                <c:pt idx="1517">
                  <c:v>38651</c:v>
                </c:pt>
                <c:pt idx="1518">
                  <c:v>38652</c:v>
                </c:pt>
                <c:pt idx="1519">
                  <c:v>38653</c:v>
                </c:pt>
                <c:pt idx="1520">
                  <c:v>38656</c:v>
                </c:pt>
                <c:pt idx="1521">
                  <c:v>38657</c:v>
                </c:pt>
                <c:pt idx="1522">
                  <c:v>38658</c:v>
                </c:pt>
                <c:pt idx="1523">
                  <c:v>38659</c:v>
                </c:pt>
                <c:pt idx="1524">
                  <c:v>38660</c:v>
                </c:pt>
                <c:pt idx="1525">
                  <c:v>38663</c:v>
                </c:pt>
                <c:pt idx="1526">
                  <c:v>38664</c:v>
                </c:pt>
                <c:pt idx="1527">
                  <c:v>38665</c:v>
                </c:pt>
                <c:pt idx="1528">
                  <c:v>38666</c:v>
                </c:pt>
                <c:pt idx="1529">
                  <c:v>38667</c:v>
                </c:pt>
                <c:pt idx="1530">
                  <c:v>38670</c:v>
                </c:pt>
                <c:pt idx="1531">
                  <c:v>38671</c:v>
                </c:pt>
                <c:pt idx="1532">
                  <c:v>38672</c:v>
                </c:pt>
                <c:pt idx="1533">
                  <c:v>38673</c:v>
                </c:pt>
                <c:pt idx="1534">
                  <c:v>38674</c:v>
                </c:pt>
                <c:pt idx="1535">
                  <c:v>38677</c:v>
                </c:pt>
                <c:pt idx="1536">
                  <c:v>38678</c:v>
                </c:pt>
                <c:pt idx="1537">
                  <c:v>38679</c:v>
                </c:pt>
                <c:pt idx="1538">
                  <c:v>38680</c:v>
                </c:pt>
                <c:pt idx="1539">
                  <c:v>38681</c:v>
                </c:pt>
                <c:pt idx="1540">
                  <c:v>38684</c:v>
                </c:pt>
                <c:pt idx="1541">
                  <c:v>38685</c:v>
                </c:pt>
                <c:pt idx="1542">
                  <c:v>38686</c:v>
                </c:pt>
                <c:pt idx="1543">
                  <c:v>38687</c:v>
                </c:pt>
                <c:pt idx="1544">
                  <c:v>38688</c:v>
                </c:pt>
                <c:pt idx="1545">
                  <c:v>38691</c:v>
                </c:pt>
                <c:pt idx="1546">
                  <c:v>38692</c:v>
                </c:pt>
                <c:pt idx="1547">
                  <c:v>38693</c:v>
                </c:pt>
                <c:pt idx="1548">
                  <c:v>38694</c:v>
                </c:pt>
                <c:pt idx="1549">
                  <c:v>38695</c:v>
                </c:pt>
                <c:pt idx="1550">
                  <c:v>38698</c:v>
                </c:pt>
                <c:pt idx="1551">
                  <c:v>38699</c:v>
                </c:pt>
                <c:pt idx="1552">
                  <c:v>38700</c:v>
                </c:pt>
                <c:pt idx="1553">
                  <c:v>38701</c:v>
                </c:pt>
                <c:pt idx="1554">
                  <c:v>38702</c:v>
                </c:pt>
                <c:pt idx="1555">
                  <c:v>38705</c:v>
                </c:pt>
                <c:pt idx="1556">
                  <c:v>38706</c:v>
                </c:pt>
                <c:pt idx="1557">
                  <c:v>38707</c:v>
                </c:pt>
                <c:pt idx="1558">
                  <c:v>38708</c:v>
                </c:pt>
                <c:pt idx="1559">
                  <c:v>38709</c:v>
                </c:pt>
                <c:pt idx="1560">
                  <c:v>38712</c:v>
                </c:pt>
                <c:pt idx="1561">
                  <c:v>38713</c:v>
                </c:pt>
                <c:pt idx="1562">
                  <c:v>38714</c:v>
                </c:pt>
                <c:pt idx="1563">
                  <c:v>38715</c:v>
                </c:pt>
                <c:pt idx="1564">
                  <c:v>38716</c:v>
                </c:pt>
                <c:pt idx="1565">
                  <c:v>38719</c:v>
                </c:pt>
                <c:pt idx="1566">
                  <c:v>38720</c:v>
                </c:pt>
                <c:pt idx="1567">
                  <c:v>38721</c:v>
                </c:pt>
                <c:pt idx="1568">
                  <c:v>38722</c:v>
                </c:pt>
                <c:pt idx="1569">
                  <c:v>38723</c:v>
                </c:pt>
                <c:pt idx="1570">
                  <c:v>38726</c:v>
                </c:pt>
                <c:pt idx="1571">
                  <c:v>38727</c:v>
                </c:pt>
                <c:pt idx="1572">
                  <c:v>38728</c:v>
                </c:pt>
                <c:pt idx="1573">
                  <c:v>38729</c:v>
                </c:pt>
                <c:pt idx="1574">
                  <c:v>38730</c:v>
                </c:pt>
                <c:pt idx="1575">
                  <c:v>38733</c:v>
                </c:pt>
                <c:pt idx="1576">
                  <c:v>38734</c:v>
                </c:pt>
                <c:pt idx="1577">
                  <c:v>38735</c:v>
                </c:pt>
                <c:pt idx="1578">
                  <c:v>38736</c:v>
                </c:pt>
                <c:pt idx="1579">
                  <c:v>38737</c:v>
                </c:pt>
                <c:pt idx="1580">
                  <c:v>38740</c:v>
                </c:pt>
                <c:pt idx="1581">
                  <c:v>38741</c:v>
                </c:pt>
                <c:pt idx="1582">
                  <c:v>38742</c:v>
                </c:pt>
                <c:pt idx="1583">
                  <c:v>38743</c:v>
                </c:pt>
                <c:pt idx="1584">
                  <c:v>38744</c:v>
                </c:pt>
                <c:pt idx="1585">
                  <c:v>38747</c:v>
                </c:pt>
                <c:pt idx="1586">
                  <c:v>38748</c:v>
                </c:pt>
                <c:pt idx="1587">
                  <c:v>38749</c:v>
                </c:pt>
                <c:pt idx="1588">
                  <c:v>38750</c:v>
                </c:pt>
                <c:pt idx="1589">
                  <c:v>38751</c:v>
                </c:pt>
                <c:pt idx="1590">
                  <c:v>38754</c:v>
                </c:pt>
                <c:pt idx="1591">
                  <c:v>38755</c:v>
                </c:pt>
                <c:pt idx="1592">
                  <c:v>38756</c:v>
                </c:pt>
                <c:pt idx="1593">
                  <c:v>38757</c:v>
                </c:pt>
                <c:pt idx="1594">
                  <c:v>38758</c:v>
                </c:pt>
                <c:pt idx="1595">
                  <c:v>38761</c:v>
                </c:pt>
                <c:pt idx="1596">
                  <c:v>38762</c:v>
                </c:pt>
                <c:pt idx="1597">
                  <c:v>38763</c:v>
                </c:pt>
                <c:pt idx="1598">
                  <c:v>38764</c:v>
                </c:pt>
                <c:pt idx="1599">
                  <c:v>38765</c:v>
                </c:pt>
                <c:pt idx="1600">
                  <c:v>38768</c:v>
                </c:pt>
                <c:pt idx="1601">
                  <c:v>38769</c:v>
                </c:pt>
                <c:pt idx="1602">
                  <c:v>38770</c:v>
                </c:pt>
                <c:pt idx="1603">
                  <c:v>38771</c:v>
                </c:pt>
                <c:pt idx="1604">
                  <c:v>38772</c:v>
                </c:pt>
                <c:pt idx="1605">
                  <c:v>38775</c:v>
                </c:pt>
                <c:pt idx="1606">
                  <c:v>38776</c:v>
                </c:pt>
                <c:pt idx="1607">
                  <c:v>38777</c:v>
                </c:pt>
                <c:pt idx="1608">
                  <c:v>38778</c:v>
                </c:pt>
                <c:pt idx="1609">
                  <c:v>38779</c:v>
                </c:pt>
                <c:pt idx="1610">
                  <c:v>38782</c:v>
                </c:pt>
                <c:pt idx="1611">
                  <c:v>38783</c:v>
                </c:pt>
                <c:pt idx="1612">
                  <c:v>38784</c:v>
                </c:pt>
                <c:pt idx="1613">
                  <c:v>38785</c:v>
                </c:pt>
                <c:pt idx="1614">
                  <c:v>38786</c:v>
                </c:pt>
                <c:pt idx="1615">
                  <c:v>38789</c:v>
                </c:pt>
                <c:pt idx="1616">
                  <c:v>38790</c:v>
                </c:pt>
                <c:pt idx="1617">
                  <c:v>38791</c:v>
                </c:pt>
                <c:pt idx="1618">
                  <c:v>38792</c:v>
                </c:pt>
                <c:pt idx="1619">
                  <c:v>38793</c:v>
                </c:pt>
                <c:pt idx="1620">
                  <c:v>38796</c:v>
                </c:pt>
                <c:pt idx="1621">
                  <c:v>38797</c:v>
                </c:pt>
                <c:pt idx="1622">
                  <c:v>38798</c:v>
                </c:pt>
                <c:pt idx="1623">
                  <c:v>38799</c:v>
                </c:pt>
                <c:pt idx="1624">
                  <c:v>38800</c:v>
                </c:pt>
                <c:pt idx="1625">
                  <c:v>38803</c:v>
                </c:pt>
                <c:pt idx="1626">
                  <c:v>38804</c:v>
                </c:pt>
                <c:pt idx="1627">
                  <c:v>38805</c:v>
                </c:pt>
                <c:pt idx="1628">
                  <c:v>38806</c:v>
                </c:pt>
                <c:pt idx="1629">
                  <c:v>38807</c:v>
                </c:pt>
                <c:pt idx="1630">
                  <c:v>38810</c:v>
                </c:pt>
                <c:pt idx="1631">
                  <c:v>38811</c:v>
                </c:pt>
                <c:pt idx="1632">
                  <c:v>38812</c:v>
                </c:pt>
                <c:pt idx="1633">
                  <c:v>38813</c:v>
                </c:pt>
                <c:pt idx="1634">
                  <c:v>38814</c:v>
                </c:pt>
                <c:pt idx="1635">
                  <c:v>38817</c:v>
                </c:pt>
                <c:pt idx="1636">
                  <c:v>38818</c:v>
                </c:pt>
                <c:pt idx="1637">
                  <c:v>38819</c:v>
                </c:pt>
                <c:pt idx="1638">
                  <c:v>38820</c:v>
                </c:pt>
                <c:pt idx="1639">
                  <c:v>38821</c:v>
                </c:pt>
                <c:pt idx="1640">
                  <c:v>38824</c:v>
                </c:pt>
                <c:pt idx="1641">
                  <c:v>38825</c:v>
                </c:pt>
                <c:pt idx="1642">
                  <c:v>38826</c:v>
                </c:pt>
                <c:pt idx="1643">
                  <c:v>38827</c:v>
                </c:pt>
                <c:pt idx="1644">
                  <c:v>38828</c:v>
                </c:pt>
                <c:pt idx="1645">
                  <c:v>38831</c:v>
                </c:pt>
                <c:pt idx="1646">
                  <c:v>38832</c:v>
                </c:pt>
                <c:pt idx="1647">
                  <c:v>38833</c:v>
                </c:pt>
                <c:pt idx="1648">
                  <c:v>38834</c:v>
                </c:pt>
                <c:pt idx="1649">
                  <c:v>38835</c:v>
                </c:pt>
                <c:pt idx="1650">
                  <c:v>38838</c:v>
                </c:pt>
                <c:pt idx="1651">
                  <c:v>38839</c:v>
                </c:pt>
                <c:pt idx="1652">
                  <c:v>38840</c:v>
                </c:pt>
                <c:pt idx="1653">
                  <c:v>38841</c:v>
                </c:pt>
                <c:pt idx="1654">
                  <c:v>38842</c:v>
                </c:pt>
                <c:pt idx="1655">
                  <c:v>38845</c:v>
                </c:pt>
                <c:pt idx="1656">
                  <c:v>38846</c:v>
                </c:pt>
                <c:pt idx="1657">
                  <c:v>38847</c:v>
                </c:pt>
                <c:pt idx="1658">
                  <c:v>38848</c:v>
                </c:pt>
                <c:pt idx="1659">
                  <c:v>38849</c:v>
                </c:pt>
                <c:pt idx="1660">
                  <c:v>38852</c:v>
                </c:pt>
                <c:pt idx="1661">
                  <c:v>38853</c:v>
                </c:pt>
                <c:pt idx="1662">
                  <c:v>38854</c:v>
                </c:pt>
                <c:pt idx="1663">
                  <c:v>38855</c:v>
                </c:pt>
                <c:pt idx="1664">
                  <c:v>38856</c:v>
                </c:pt>
                <c:pt idx="1665">
                  <c:v>38859</c:v>
                </c:pt>
                <c:pt idx="1666">
                  <c:v>38860</c:v>
                </c:pt>
                <c:pt idx="1667">
                  <c:v>38861</c:v>
                </c:pt>
                <c:pt idx="1668">
                  <c:v>38862</c:v>
                </c:pt>
                <c:pt idx="1669">
                  <c:v>38863</c:v>
                </c:pt>
                <c:pt idx="1670">
                  <c:v>38866</c:v>
                </c:pt>
                <c:pt idx="1671">
                  <c:v>38867</c:v>
                </c:pt>
                <c:pt idx="1672">
                  <c:v>38868</c:v>
                </c:pt>
                <c:pt idx="1673">
                  <c:v>38869</c:v>
                </c:pt>
                <c:pt idx="1674">
                  <c:v>38870</c:v>
                </c:pt>
                <c:pt idx="1675">
                  <c:v>38873</c:v>
                </c:pt>
                <c:pt idx="1676">
                  <c:v>38874</c:v>
                </c:pt>
                <c:pt idx="1677">
                  <c:v>38875</c:v>
                </c:pt>
                <c:pt idx="1678">
                  <c:v>38876</c:v>
                </c:pt>
                <c:pt idx="1679">
                  <c:v>38877</c:v>
                </c:pt>
                <c:pt idx="1680">
                  <c:v>38880</c:v>
                </c:pt>
                <c:pt idx="1681">
                  <c:v>38881</c:v>
                </c:pt>
                <c:pt idx="1682">
                  <c:v>38882</c:v>
                </c:pt>
                <c:pt idx="1683">
                  <c:v>38883</c:v>
                </c:pt>
                <c:pt idx="1684">
                  <c:v>38884</c:v>
                </c:pt>
                <c:pt idx="1685">
                  <c:v>38887</c:v>
                </c:pt>
                <c:pt idx="1686">
                  <c:v>38888</c:v>
                </c:pt>
                <c:pt idx="1687">
                  <c:v>38889</c:v>
                </c:pt>
                <c:pt idx="1688">
                  <c:v>38890</c:v>
                </c:pt>
                <c:pt idx="1689">
                  <c:v>38891</c:v>
                </c:pt>
                <c:pt idx="1690">
                  <c:v>38894</c:v>
                </c:pt>
                <c:pt idx="1691">
                  <c:v>38895</c:v>
                </c:pt>
                <c:pt idx="1692">
                  <c:v>38896</c:v>
                </c:pt>
                <c:pt idx="1693">
                  <c:v>38897</c:v>
                </c:pt>
                <c:pt idx="1694">
                  <c:v>38898</c:v>
                </c:pt>
                <c:pt idx="1695">
                  <c:v>38901</c:v>
                </c:pt>
                <c:pt idx="1696">
                  <c:v>38902</c:v>
                </c:pt>
                <c:pt idx="1697">
                  <c:v>38903</c:v>
                </c:pt>
                <c:pt idx="1698">
                  <c:v>38904</c:v>
                </c:pt>
                <c:pt idx="1699">
                  <c:v>38905</c:v>
                </c:pt>
                <c:pt idx="1700">
                  <c:v>38908</c:v>
                </c:pt>
                <c:pt idx="1701">
                  <c:v>38909</c:v>
                </c:pt>
                <c:pt idx="1702">
                  <c:v>38910</c:v>
                </c:pt>
                <c:pt idx="1703">
                  <c:v>38911</c:v>
                </c:pt>
                <c:pt idx="1704">
                  <c:v>38912</c:v>
                </c:pt>
                <c:pt idx="1705">
                  <c:v>38915</c:v>
                </c:pt>
                <c:pt idx="1706">
                  <c:v>38916</c:v>
                </c:pt>
                <c:pt idx="1707">
                  <c:v>38917</c:v>
                </c:pt>
                <c:pt idx="1708">
                  <c:v>38918</c:v>
                </c:pt>
                <c:pt idx="1709">
                  <c:v>38919</c:v>
                </c:pt>
                <c:pt idx="1710">
                  <c:v>38922</c:v>
                </c:pt>
                <c:pt idx="1711">
                  <c:v>38923</c:v>
                </c:pt>
                <c:pt idx="1712">
                  <c:v>38924</c:v>
                </c:pt>
                <c:pt idx="1713">
                  <c:v>38925</c:v>
                </c:pt>
                <c:pt idx="1714">
                  <c:v>38926</c:v>
                </c:pt>
                <c:pt idx="1715">
                  <c:v>38929</c:v>
                </c:pt>
                <c:pt idx="1716">
                  <c:v>38930</c:v>
                </c:pt>
                <c:pt idx="1717">
                  <c:v>38931</c:v>
                </c:pt>
                <c:pt idx="1718">
                  <c:v>38932</c:v>
                </c:pt>
                <c:pt idx="1719">
                  <c:v>38933</c:v>
                </c:pt>
                <c:pt idx="1720">
                  <c:v>38936</c:v>
                </c:pt>
                <c:pt idx="1721">
                  <c:v>38937</c:v>
                </c:pt>
                <c:pt idx="1722">
                  <c:v>38938</c:v>
                </c:pt>
                <c:pt idx="1723">
                  <c:v>38939</c:v>
                </c:pt>
                <c:pt idx="1724">
                  <c:v>38940</c:v>
                </c:pt>
                <c:pt idx="1725">
                  <c:v>38943</c:v>
                </c:pt>
                <c:pt idx="1726">
                  <c:v>38944</c:v>
                </c:pt>
                <c:pt idx="1727">
                  <c:v>38945</c:v>
                </c:pt>
                <c:pt idx="1728">
                  <c:v>38946</c:v>
                </c:pt>
                <c:pt idx="1729">
                  <c:v>38947</c:v>
                </c:pt>
                <c:pt idx="1730">
                  <c:v>38950</c:v>
                </c:pt>
                <c:pt idx="1731">
                  <c:v>38951</c:v>
                </c:pt>
                <c:pt idx="1732">
                  <c:v>38952</c:v>
                </c:pt>
                <c:pt idx="1733">
                  <c:v>38953</c:v>
                </c:pt>
                <c:pt idx="1734">
                  <c:v>38954</c:v>
                </c:pt>
                <c:pt idx="1735">
                  <c:v>38957</c:v>
                </c:pt>
                <c:pt idx="1736">
                  <c:v>38958</c:v>
                </c:pt>
                <c:pt idx="1737">
                  <c:v>38959</c:v>
                </c:pt>
                <c:pt idx="1738">
                  <c:v>38960</c:v>
                </c:pt>
                <c:pt idx="1739">
                  <c:v>38961</c:v>
                </c:pt>
                <c:pt idx="1740">
                  <c:v>38964</c:v>
                </c:pt>
                <c:pt idx="1741">
                  <c:v>38965</c:v>
                </c:pt>
                <c:pt idx="1742">
                  <c:v>38966</c:v>
                </c:pt>
                <c:pt idx="1743">
                  <c:v>38967</c:v>
                </c:pt>
                <c:pt idx="1744">
                  <c:v>38968</c:v>
                </c:pt>
                <c:pt idx="1745">
                  <c:v>38971</c:v>
                </c:pt>
                <c:pt idx="1746">
                  <c:v>38972</c:v>
                </c:pt>
                <c:pt idx="1747">
                  <c:v>38973</c:v>
                </c:pt>
                <c:pt idx="1748">
                  <c:v>38974</c:v>
                </c:pt>
                <c:pt idx="1749">
                  <c:v>38975</c:v>
                </c:pt>
                <c:pt idx="1750">
                  <c:v>38978</c:v>
                </c:pt>
                <c:pt idx="1751">
                  <c:v>38979</c:v>
                </c:pt>
                <c:pt idx="1752">
                  <c:v>38980</c:v>
                </c:pt>
                <c:pt idx="1753">
                  <c:v>38981</c:v>
                </c:pt>
                <c:pt idx="1754">
                  <c:v>38982</c:v>
                </c:pt>
                <c:pt idx="1755">
                  <c:v>38985</c:v>
                </c:pt>
                <c:pt idx="1756">
                  <c:v>38986</c:v>
                </c:pt>
                <c:pt idx="1757">
                  <c:v>38987</c:v>
                </c:pt>
                <c:pt idx="1758">
                  <c:v>38988</c:v>
                </c:pt>
                <c:pt idx="1759">
                  <c:v>38989</c:v>
                </c:pt>
                <c:pt idx="1760">
                  <c:v>38992</c:v>
                </c:pt>
                <c:pt idx="1761">
                  <c:v>38993</c:v>
                </c:pt>
                <c:pt idx="1762">
                  <c:v>38994</c:v>
                </c:pt>
                <c:pt idx="1763">
                  <c:v>38995</c:v>
                </c:pt>
                <c:pt idx="1764">
                  <c:v>38996</c:v>
                </c:pt>
                <c:pt idx="1765">
                  <c:v>38999</c:v>
                </c:pt>
                <c:pt idx="1766">
                  <c:v>39000</c:v>
                </c:pt>
                <c:pt idx="1767">
                  <c:v>39001</c:v>
                </c:pt>
                <c:pt idx="1768">
                  <c:v>39002</c:v>
                </c:pt>
                <c:pt idx="1769">
                  <c:v>39003</c:v>
                </c:pt>
                <c:pt idx="1770">
                  <c:v>39006</c:v>
                </c:pt>
                <c:pt idx="1771">
                  <c:v>39007</c:v>
                </c:pt>
                <c:pt idx="1772">
                  <c:v>39008</c:v>
                </c:pt>
                <c:pt idx="1773">
                  <c:v>39009</c:v>
                </c:pt>
                <c:pt idx="1774">
                  <c:v>39010</c:v>
                </c:pt>
                <c:pt idx="1775">
                  <c:v>39013</c:v>
                </c:pt>
                <c:pt idx="1776">
                  <c:v>39014</c:v>
                </c:pt>
                <c:pt idx="1777">
                  <c:v>39015</c:v>
                </c:pt>
                <c:pt idx="1778">
                  <c:v>39016</c:v>
                </c:pt>
                <c:pt idx="1779">
                  <c:v>39017</c:v>
                </c:pt>
                <c:pt idx="1780">
                  <c:v>39020</c:v>
                </c:pt>
                <c:pt idx="1781">
                  <c:v>39021</c:v>
                </c:pt>
                <c:pt idx="1782">
                  <c:v>39022</c:v>
                </c:pt>
                <c:pt idx="1783">
                  <c:v>39023</c:v>
                </c:pt>
                <c:pt idx="1784">
                  <c:v>39024</c:v>
                </c:pt>
                <c:pt idx="1785">
                  <c:v>39027</c:v>
                </c:pt>
                <c:pt idx="1786">
                  <c:v>39028</c:v>
                </c:pt>
                <c:pt idx="1787">
                  <c:v>39029</c:v>
                </c:pt>
                <c:pt idx="1788">
                  <c:v>39030</c:v>
                </c:pt>
                <c:pt idx="1789">
                  <c:v>39031</c:v>
                </c:pt>
                <c:pt idx="1790">
                  <c:v>39034</c:v>
                </c:pt>
                <c:pt idx="1791">
                  <c:v>39035</c:v>
                </c:pt>
                <c:pt idx="1792">
                  <c:v>39036</c:v>
                </c:pt>
                <c:pt idx="1793">
                  <c:v>39037</c:v>
                </c:pt>
                <c:pt idx="1794">
                  <c:v>39038</c:v>
                </c:pt>
                <c:pt idx="1795">
                  <c:v>39041</c:v>
                </c:pt>
                <c:pt idx="1796">
                  <c:v>39042</c:v>
                </c:pt>
                <c:pt idx="1797">
                  <c:v>39043</c:v>
                </c:pt>
                <c:pt idx="1798">
                  <c:v>39044</c:v>
                </c:pt>
                <c:pt idx="1799">
                  <c:v>39045</c:v>
                </c:pt>
                <c:pt idx="1800">
                  <c:v>39048</c:v>
                </c:pt>
                <c:pt idx="1801">
                  <c:v>39049</c:v>
                </c:pt>
                <c:pt idx="1802">
                  <c:v>39050</c:v>
                </c:pt>
                <c:pt idx="1803">
                  <c:v>39051</c:v>
                </c:pt>
                <c:pt idx="1804">
                  <c:v>39052</c:v>
                </c:pt>
                <c:pt idx="1805">
                  <c:v>39055</c:v>
                </c:pt>
                <c:pt idx="1806">
                  <c:v>39056</c:v>
                </c:pt>
                <c:pt idx="1807">
                  <c:v>39057</c:v>
                </c:pt>
                <c:pt idx="1808">
                  <c:v>39058</c:v>
                </c:pt>
                <c:pt idx="1809">
                  <c:v>39059</c:v>
                </c:pt>
                <c:pt idx="1810">
                  <c:v>39062</c:v>
                </c:pt>
                <c:pt idx="1811">
                  <c:v>39063</c:v>
                </c:pt>
                <c:pt idx="1812">
                  <c:v>39064</c:v>
                </c:pt>
                <c:pt idx="1813">
                  <c:v>39065</c:v>
                </c:pt>
                <c:pt idx="1814">
                  <c:v>39066</c:v>
                </c:pt>
                <c:pt idx="1815">
                  <c:v>39069</c:v>
                </c:pt>
                <c:pt idx="1816">
                  <c:v>39070</c:v>
                </c:pt>
                <c:pt idx="1817">
                  <c:v>39071</c:v>
                </c:pt>
                <c:pt idx="1818">
                  <c:v>39072</c:v>
                </c:pt>
                <c:pt idx="1819">
                  <c:v>39073</c:v>
                </c:pt>
                <c:pt idx="1820">
                  <c:v>39076</c:v>
                </c:pt>
                <c:pt idx="1821">
                  <c:v>39077</c:v>
                </c:pt>
                <c:pt idx="1822">
                  <c:v>39078</c:v>
                </c:pt>
                <c:pt idx="1823">
                  <c:v>39079</c:v>
                </c:pt>
                <c:pt idx="1824">
                  <c:v>39080</c:v>
                </c:pt>
                <c:pt idx="1825">
                  <c:v>39083</c:v>
                </c:pt>
                <c:pt idx="1826">
                  <c:v>39084</c:v>
                </c:pt>
                <c:pt idx="1827">
                  <c:v>39085</c:v>
                </c:pt>
                <c:pt idx="1828">
                  <c:v>39086</c:v>
                </c:pt>
                <c:pt idx="1829">
                  <c:v>39087</c:v>
                </c:pt>
                <c:pt idx="1830">
                  <c:v>39090</c:v>
                </c:pt>
                <c:pt idx="1831">
                  <c:v>39091</c:v>
                </c:pt>
                <c:pt idx="1832">
                  <c:v>39092</c:v>
                </c:pt>
                <c:pt idx="1833">
                  <c:v>39093</c:v>
                </c:pt>
                <c:pt idx="1834">
                  <c:v>39094</c:v>
                </c:pt>
                <c:pt idx="1835">
                  <c:v>39097</c:v>
                </c:pt>
                <c:pt idx="1836">
                  <c:v>39098</c:v>
                </c:pt>
                <c:pt idx="1837">
                  <c:v>39099</c:v>
                </c:pt>
                <c:pt idx="1838">
                  <c:v>39100</c:v>
                </c:pt>
                <c:pt idx="1839">
                  <c:v>39101</c:v>
                </c:pt>
                <c:pt idx="1840">
                  <c:v>39104</c:v>
                </c:pt>
                <c:pt idx="1841">
                  <c:v>39105</c:v>
                </c:pt>
                <c:pt idx="1842">
                  <c:v>39106</c:v>
                </c:pt>
                <c:pt idx="1843">
                  <c:v>39107</c:v>
                </c:pt>
                <c:pt idx="1844">
                  <c:v>39108</c:v>
                </c:pt>
                <c:pt idx="1845">
                  <c:v>39111</c:v>
                </c:pt>
                <c:pt idx="1846">
                  <c:v>39112</c:v>
                </c:pt>
                <c:pt idx="1847">
                  <c:v>39113</c:v>
                </c:pt>
                <c:pt idx="1848">
                  <c:v>39114</c:v>
                </c:pt>
                <c:pt idx="1849">
                  <c:v>39115</c:v>
                </c:pt>
                <c:pt idx="1850">
                  <c:v>39118</c:v>
                </c:pt>
                <c:pt idx="1851">
                  <c:v>39119</c:v>
                </c:pt>
                <c:pt idx="1852">
                  <c:v>39120</c:v>
                </c:pt>
                <c:pt idx="1853">
                  <c:v>39121</c:v>
                </c:pt>
                <c:pt idx="1854">
                  <c:v>39122</c:v>
                </c:pt>
                <c:pt idx="1855">
                  <c:v>39125</c:v>
                </c:pt>
                <c:pt idx="1856">
                  <c:v>39126</c:v>
                </c:pt>
                <c:pt idx="1857">
                  <c:v>39127</c:v>
                </c:pt>
                <c:pt idx="1858">
                  <c:v>39128</c:v>
                </c:pt>
                <c:pt idx="1859">
                  <c:v>39129</c:v>
                </c:pt>
                <c:pt idx="1860">
                  <c:v>39132</c:v>
                </c:pt>
                <c:pt idx="1861">
                  <c:v>39133</c:v>
                </c:pt>
                <c:pt idx="1862">
                  <c:v>39134</c:v>
                </c:pt>
                <c:pt idx="1863">
                  <c:v>39135</c:v>
                </c:pt>
                <c:pt idx="1864">
                  <c:v>39136</c:v>
                </c:pt>
                <c:pt idx="1865">
                  <c:v>39139</c:v>
                </c:pt>
                <c:pt idx="1866">
                  <c:v>39140</c:v>
                </c:pt>
                <c:pt idx="1867">
                  <c:v>39141</c:v>
                </c:pt>
                <c:pt idx="1868">
                  <c:v>39142</c:v>
                </c:pt>
                <c:pt idx="1869">
                  <c:v>39143</c:v>
                </c:pt>
                <c:pt idx="1870">
                  <c:v>39146</c:v>
                </c:pt>
                <c:pt idx="1871">
                  <c:v>39147</c:v>
                </c:pt>
                <c:pt idx="1872">
                  <c:v>39148</c:v>
                </c:pt>
                <c:pt idx="1873">
                  <c:v>39149</c:v>
                </c:pt>
                <c:pt idx="1874">
                  <c:v>39150</c:v>
                </c:pt>
                <c:pt idx="1875">
                  <c:v>39153</c:v>
                </c:pt>
                <c:pt idx="1876">
                  <c:v>39154</c:v>
                </c:pt>
                <c:pt idx="1877">
                  <c:v>39155</c:v>
                </c:pt>
                <c:pt idx="1878">
                  <c:v>39156</c:v>
                </c:pt>
                <c:pt idx="1879">
                  <c:v>39157</c:v>
                </c:pt>
                <c:pt idx="1880">
                  <c:v>39160</c:v>
                </c:pt>
                <c:pt idx="1881">
                  <c:v>39161</c:v>
                </c:pt>
                <c:pt idx="1882">
                  <c:v>39162</c:v>
                </c:pt>
                <c:pt idx="1883">
                  <c:v>39163</c:v>
                </c:pt>
                <c:pt idx="1884">
                  <c:v>39164</c:v>
                </c:pt>
                <c:pt idx="1885">
                  <c:v>39167</c:v>
                </c:pt>
                <c:pt idx="1886">
                  <c:v>39168</c:v>
                </c:pt>
                <c:pt idx="1887">
                  <c:v>39169</c:v>
                </c:pt>
                <c:pt idx="1888">
                  <c:v>39170</c:v>
                </c:pt>
                <c:pt idx="1889">
                  <c:v>39171</c:v>
                </c:pt>
                <c:pt idx="1890">
                  <c:v>39174</c:v>
                </c:pt>
                <c:pt idx="1891">
                  <c:v>39175</c:v>
                </c:pt>
                <c:pt idx="1892">
                  <c:v>39176</c:v>
                </c:pt>
                <c:pt idx="1893">
                  <c:v>39177</c:v>
                </c:pt>
                <c:pt idx="1894">
                  <c:v>39178</c:v>
                </c:pt>
                <c:pt idx="1895">
                  <c:v>39181</c:v>
                </c:pt>
                <c:pt idx="1896">
                  <c:v>39182</c:v>
                </c:pt>
                <c:pt idx="1897">
                  <c:v>39183</c:v>
                </c:pt>
                <c:pt idx="1898">
                  <c:v>39184</c:v>
                </c:pt>
                <c:pt idx="1899">
                  <c:v>39185</c:v>
                </c:pt>
                <c:pt idx="1900">
                  <c:v>39188</c:v>
                </c:pt>
                <c:pt idx="1901">
                  <c:v>39189</c:v>
                </c:pt>
                <c:pt idx="1902">
                  <c:v>39190</c:v>
                </c:pt>
                <c:pt idx="1903">
                  <c:v>39191</c:v>
                </c:pt>
                <c:pt idx="1904">
                  <c:v>39192</c:v>
                </c:pt>
                <c:pt idx="1905">
                  <c:v>39195</c:v>
                </c:pt>
                <c:pt idx="1906">
                  <c:v>39196</c:v>
                </c:pt>
                <c:pt idx="1907">
                  <c:v>39197</c:v>
                </c:pt>
                <c:pt idx="1908">
                  <c:v>39198</c:v>
                </c:pt>
                <c:pt idx="1909">
                  <c:v>39199</c:v>
                </c:pt>
                <c:pt idx="1910">
                  <c:v>39202</c:v>
                </c:pt>
                <c:pt idx="1911">
                  <c:v>39203</c:v>
                </c:pt>
                <c:pt idx="1912">
                  <c:v>39204</c:v>
                </c:pt>
                <c:pt idx="1913">
                  <c:v>39205</c:v>
                </c:pt>
                <c:pt idx="1914">
                  <c:v>39206</c:v>
                </c:pt>
                <c:pt idx="1915">
                  <c:v>39209</c:v>
                </c:pt>
                <c:pt idx="1916">
                  <c:v>39210</c:v>
                </c:pt>
                <c:pt idx="1917">
                  <c:v>39211</c:v>
                </c:pt>
                <c:pt idx="1918">
                  <c:v>39212</c:v>
                </c:pt>
                <c:pt idx="1919">
                  <c:v>39213</c:v>
                </c:pt>
                <c:pt idx="1920">
                  <c:v>39216</c:v>
                </c:pt>
                <c:pt idx="1921">
                  <c:v>39217</c:v>
                </c:pt>
                <c:pt idx="1922">
                  <c:v>39218</c:v>
                </c:pt>
                <c:pt idx="1923">
                  <c:v>39219</c:v>
                </c:pt>
                <c:pt idx="1924">
                  <c:v>39220</c:v>
                </c:pt>
                <c:pt idx="1925">
                  <c:v>39223</c:v>
                </c:pt>
                <c:pt idx="1926">
                  <c:v>39224</c:v>
                </c:pt>
                <c:pt idx="1927">
                  <c:v>39225</c:v>
                </c:pt>
                <c:pt idx="1928">
                  <c:v>39226</c:v>
                </c:pt>
                <c:pt idx="1929">
                  <c:v>39227</c:v>
                </c:pt>
                <c:pt idx="1930">
                  <c:v>39230</c:v>
                </c:pt>
                <c:pt idx="1931">
                  <c:v>39231</c:v>
                </c:pt>
                <c:pt idx="1932">
                  <c:v>39232</c:v>
                </c:pt>
                <c:pt idx="1933">
                  <c:v>39233</c:v>
                </c:pt>
                <c:pt idx="1934">
                  <c:v>39234</c:v>
                </c:pt>
                <c:pt idx="1935">
                  <c:v>39237</c:v>
                </c:pt>
                <c:pt idx="1936">
                  <c:v>39238</c:v>
                </c:pt>
                <c:pt idx="1937">
                  <c:v>39239</c:v>
                </c:pt>
                <c:pt idx="1938">
                  <c:v>39240</c:v>
                </c:pt>
                <c:pt idx="1939">
                  <c:v>39241</c:v>
                </c:pt>
                <c:pt idx="1940">
                  <c:v>39244</c:v>
                </c:pt>
                <c:pt idx="1941">
                  <c:v>39245</c:v>
                </c:pt>
                <c:pt idx="1942">
                  <c:v>39246</c:v>
                </c:pt>
                <c:pt idx="1943">
                  <c:v>39247</c:v>
                </c:pt>
                <c:pt idx="1944">
                  <c:v>39248</c:v>
                </c:pt>
                <c:pt idx="1945">
                  <c:v>39251</c:v>
                </c:pt>
                <c:pt idx="1946">
                  <c:v>39252</c:v>
                </c:pt>
                <c:pt idx="1947">
                  <c:v>39253</c:v>
                </c:pt>
                <c:pt idx="1948">
                  <c:v>39254</c:v>
                </c:pt>
                <c:pt idx="1949">
                  <c:v>39255</c:v>
                </c:pt>
                <c:pt idx="1950">
                  <c:v>39258</c:v>
                </c:pt>
                <c:pt idx="1951">
                  <c:v>39259</c:v>
                </c:pt>
                <c:pt idx="1952">
                  <c:v>39260</c:v>
                </c:pt>
                <c:pt idx="1953">
                  <c:v>39261</c:v>
                </c:pt>
                <c:pt idx="1954">
                  <c:v>39262</c:v>
                </c:pt>
                <c:pt idx="1955">
                  <c:v>39265</c:v>
                </c:pt>
                <c:pt idx="1956">
                  <c:v>39266</c:v>
                </c:pt>
                <c:pt idx="1957">
                  <c:v>39267</c:v>
                </c:pt>
                <c:pt idx="1958">
                  <c:v>39268</c:v>
                </c:pt>
                <c:pt idx="1959">
                  <c:v>39269</c:v>
                </c:pt>
                <c:pt idx="1960">
                  <c:v>39272</c:v>
                </c:pt>
                <c:pt idx="1961">
                  <c:v>39273</c:v>
                </c:pt>
                <c:pt idx="1962">
                  <c:v>39274</c:v>
                </c:pt>
                <c:pt idx="1963">
                  <c:v>39275</c:v>
                </c:pt>
                <c:pt idx="1964">
                  <c:v>39276</c:v>
                </c:pt>
                <c:pt idx="1965">
                  <c:v>39279</c:v>
                </c:pt>
                <c:pt idx="1966">
                  <c:v>39280</c:v>
                </c:pt>
                <c:pt idx="1967">
                  <c:v>39281</c:v>
                </c:pt>
                <c:pt idx="1968">
                  <c:v>39282</c:v>
                </c:pt>
                <c:pt idx="1969">
                  <c:v>39283</c:v>
                </c:pt>
                <c:pt idx="1970">
                  <c:v>39286</c:v>
                </c:pt>
                <c:pt idx="1971">
                  <c:v>39287</c:v>
                </c:pt>
                <c:pt idx="1972">
                  <c:v>39288</c:v>
                </c:pt>
                <c:pt idx="1973">
                  <c:v>39289</c:v>
                </c:pt>
                <c:pt idx="1974">
                  <c:v>39290</c:v>
                </c:pt>
                <c:pt idx="1975">
                  <c:v>39293</c:v>
                </c:pt>
                <c:pt idx="1976">
                  <c:v>39294</c:v>
                </c:pt>
                <c:pt idx="1977">
                  <c:v>39295</c:v>
                </c:pt>
                <c:pt idx="1978">
                  <c:v>39296</c:v>
                </c:pt>
                <c:pt idx="1979">
                  <c:v>39297</c:v>
                </c:pt>
                <c:pt idx="1980">
                  <c:v>39300</c:v>
                </c:pt>
                <c:pt idx="1981">
                  <c:v>39301</c:v>
                </c:pt>
                <c:pt idx="1982">
                  <c:v>39302</c:v>
                </c:pt>
                <c:pt idx="1983">
                  <c:v>39303</c:v>
                </c:pt>
                <c:pt idx="1984">
                  <c:v>39304</c:v>
                </c:pt>
                <c:pt idx="1985">
                  <c:v>39307</c:v>
                </c:pt>
                <c:pt idx="1986">
                  <c:v>39308</c:v>
                </c:pt>
                <c:pt idx="1987">
                  <c:v>39309</c:v>
                </c:pt>
                <c:pt idx="1988">
                  <c:v>39310</c:v>
                </c:pt>
                <c:pt idx="1989">
                  <c:v>39311</c:v>
                </c:pt>
                <c:pt idx="1990">
                  <c:v>39314</c:v>
                </c:pt>
                <c:pt idx="1991">
                  <c:v>39315</c:v>
                </c:pt>
                <c:pt idx="1992">
                  <c:v>39316</c:v>
                </c:pt>
                <c:pt idx="1993">
                  <c:v>39317</c:v>
                </c:pt>
                <c:pt idx="1994">
                  <c:v>39318</c:v>
                </c:pt>
                <c:pt idx="1995">
                  <c:v>39321</c:v>
                </c:pt>
                <c:pt idx="1996">
                  <c:v>39322</c:v>
                </c:pt>
                <c:pt idx="1997">
                  <c:v>39323</c:v>
                </c:pt>
                <c:pt idx="1998">
                  <c:v>39324</c:v>
                </c:pt>
                <c:pt idx="1999">
                  <c:v>39325</c:v>
                </c:pt>
                <c:pt idx="2000">
                  <c:v>39328</c:v>
                </c:pt>
                <c:pt idx="2001">
                  <c:v>39329</c:v>
                </c:pt>
                <c:pt idx="2002">
                  <c:v>39330</c:v>
                </c:pt>
                <c:pt idx="2003">
                  <c:v>39331</c:v>
                </c:pt>
                <c:pt idx="2004">
                  <c:v>39332</c:v>
                </c:pt>
                <c:pt idx="2005">
                  <c:v>39335</c:v>
                </c:pt>
                <c:pt idx="2006">
                  <c:v>39336</c:v>
                </c:pt>
                <c:pt idx="2007">
                  <c:v>39337</c:v>
                </c:pt>
                <c:pt idx="2008">
                  <c:v>39338</c:v>
                </c:pt>
                <c:pt idx="2009">
                  <c:v>39339</c:v>
                </c:pt>
                <c:pt idx="2010">
                  <c:v>39342</c:v>
                </c:pt>
                <c:pt idx="2011">
                  <c:v>39343</c:v>
                </c:pt>
                <c:pt idx="2012">
                  <c:v>39344</c:v>
                </c:pt>
                <c:pt idx="2013">
                  <c:v>39345</c:v>
                </c:pt>
                <c:pt idx="2014">
                  <c:v>39346</c:v>
                </c:pt>
                <c:pt idx="2015">
                  <c:v>39349</c:v>
                </c:pt>
                <c:pt idx="2016">
                  <c:v>39350</c:v>
                </c:pt>
                <c:pt idx="2017">
                  <c:v>39351</c:v>
                </c:pt>
                <c:pt idx="2018">
                  <c:v>39352</c:v>
                </c:pt>
                <c:pt idx="2019">
                  <c:v>39353</c:v>
                </c:pt>
                <c:pt idx="2020">
                  <c:v>39356</c:v>
                </c:pt>
                <c:pt idx="2021">
                  <c:v>39357</c:v>
                </c:pt>
                <c:pt idx="2022">
                  <c:v>39358</c:v>
                </c:pt>
                <c:pt idx="2023">
                  <c:v>39359</c:v>
                </c:pt>
                <c:pt idx="2024">
                  <c:v>39360</c:v>
                </c:pt>
                <c:pt idx="2025">
                  <c:v>39363</c:v>
                </c:pt>
                <c:pt idx="2026">
                  <c:v>39364</c:v>
                </c:pt>
                <c:pt idx="2027">
                  <c:v>39365</c:v>
                </c:pt>
                <c:pt idx="2028">
                  <c:v>39366</c:v>
                </c:pt>
                <c:pt idx="2029">
                  <c:v>39367</c:v>
                </c:pt>
                <c:pt idx="2030">
                  <c:v>39370</c:v>
                </c:pt>
                <c:pt idx="2031">
                  <c:v>39371</c:v>
                </c:pt>
                <c:pt idx="2032">
                  <c:v>39372</c:v>
                </c:pt>
                <c:pt idx="2033">
                  <c:v>39373</c:v>
                </c:pt>
                <c:pt idx="2034">
                  <c:v>39374</c:v>
                </c:pt>
                <c:pt idx="2035">
                  <c:v>39377</c:v>
                </c:pt>
                <c:pt idx="2036">
                  <c:v>39378</c:v>
                </c:pt>
                <c:pt idx="2037">
                  <c:v>39379</c:v>
                </c:pt>
                <c:pt idx="2038">
                  <c:v>39380</c:v>
                </c:pt>
                <c:pt idx="2039">
                  <c:v>39381</c:v>
                </c:pt>
                <c:pt idx="2040">
                  <c:v>39384</c:v>
                </c:pt>
                <c:pt idx="2041">
                  <c:v>39385</c:v>
                </c:pt>
                <c:pt idx="2042">
                  <c:v>39386</c:v>
                </c:pt>
                <c:pt idx="2043">
                  <c:v>39387</c:v>
                </c:pt>
                <c:pt idx="2044">
                  <c:v>39388</c:v>
                </c:pt>
                <c:pt idx="2045">
                  <c:v>39391</c:v>
                </c:pt>
                <c:pt idx="2046">
                  <c:v>39392</c:v>
                </c:pt>
                <c:pt idx="2047">
                  <c:v>39393</c:v>
                </c:pt>
                <c:pt idx="2048">
                  <c:v>39394</c:v>
                </c:pt>
                <c:pt idx="2049">
                  <c:v>39395</c:v>
                </c:pt>
                <c:pt idx="2050">
                  <c:v>39398</c:v>
                </c:pt>
                <c:pt idx="2051">
                  <c:v>39399</c:v>
                </c:pt>
                <c:pt idx="2052">
                  <c:v>39400</c:v>
                </c:pt>
                <c:pt idx="2053">
                  <c:v>39401</c:v>
                </c:pt>
                <c:pt idx="2054">
                  <c:v>39402</c:v>
                </c:pt>
                <c:pt idx="2055">
                  <c:v>39405</c:v>
                </c:pt>
                <c:pt idx="2056">
                  <c:v>39406</c:v>
                </c:pt>
                <c:pt idx="2057">
                  <c:v>39407</c:v>
                </c:pt>
                <c:pt idx="2058">
                  <c:v>39408</c:v>
                </c:pt>
                <c:pt idx="2059">
                  <c:v>39409</c:v>
                </c:pt>
                <c:pt idx="2060">
                  <c:v>39412</c:v>
                </c:pt>
                <c:pt idx="2061">
                  <c:v>39413</c:v>
                </c:pt>
                <c:pt idx="2062">
                  <c:v>39414</c:v>
                </c:pt>
                <c:pt idx="2063">
                  <c:v>39415</c:v>
                </c:pt>
                <c:pt idx="2064">
                  <c:v>39416</c:v>
                </c:pt>
                <c:pt idx="2065">
                  <c:v>39419</c:v>
                </c:pt>
                <c:pt idx="2066">
                  <c:v>39420</c:v>
                </c:pt>
                <c:pt idx="2067">
                  <c:v>39421</c:v>
                </c:pt>
                <c:pt idx="2068">
                  <c:v>39422</c:v>
                </c:pt>
                <c:pt idx="2069">
                  <c:v>39423</c:v>
                </c:pt>
                <c:pt idx="2070">
                  <c:v>39426</c:v>
                </c:pt>
                <c:pt idx="2071">
                  <c:v>39427</c:v>
                </c:pt>
                <c:pt idx="2072">
                  <c:v>39428</c:v>
                </c:pt>
                <c:pt idx="2073">
                  <c:v>39429</c:v>
                </c:pt>
                <c:pt idx="2074">
                  <c:v>39430</c:v>
                </c:pt>
                <c:pt idx="2075">
                  <c:v>39433</c:v>
                </c:pt>
                <c:pt idx="2076">
                  <c:v>39434</c:v>
                </c:pt>
                <c:pt idx="2077">
                  <c:v>39435</c:v>
                </c:pt>
                <c:pt idx="2078">
                  <c:v>39436</c:v>
                </c:pt>
                <c:pt idx="2079">
                  <c:v>39437</c:v>
                </c:pt>
                <c:pt idx="2080">
                  <c:v>39440</c:v>
                </c:pt>
                <c:pt idx="2081">
                  <c:v>39441</c:v>
                </c:pt>
                <c:pt idx="2082">
                  <c:v>39442</c:v>
                </c:pt>
                <c:pt idx="2083">
                  <c:v>39443</c:v>
                </c:pt>
                <c:pt idx="2084">
                  <c:v>39444</c:v>
                </c:pt>
                <c:pt idx="2085">
                  <c:v>39447</c:v>
                </c:pt>
                <c:pt idx="2086">
                  <c:v>39448</c:v>
                </c:pt>
                <c:pt idx="2087">
                  <c:v>39449</c:v>
                </c:pt>
                <c:pt idx="2088">
                  <c:v>39450</c:v>
                </c:pt>
                <c:pt idx="2089">
                  <c:v>39451</c:v>
                </c:pt>
                <c:pt idx="2090">
                  <c:v>39454</c:v>
                </c:pt>
                <c:pt idx="2091">
                  <c:v>39455</c:v>
                </c:pt>
                <c:pt idx="2092">
                  <c:v>39456</c:v>
                </c:pt>
                <c:pt idx="2093">
                  <c:v>39457</c:v>
                </c:pt>
                <c:pt idx="2094">
                  <c:v>39458</c:v>
                </c:pt>
                <c:pt idx="2095">
                  <c:v>39461</c:v>
                </c:pt>
                <c:pt idx="2096">
                  <c:v>39462</c:v>
                </c:pt>
                <c:pt idx="2097">
                  <c:v>39463</c:v>
                </c:pt>
                <c:pt idx="2098">
                  <c:v>39464</c:v>
                </c:pt>
                <c:pt idx="2099">
                  <c:v>39465</c:v>
                </c:pt>
                <c:pt idx="2100">
                  <c:v>39468</c:v>
                </c:pt>
                <c:pt idx="2101">
                  <c:v>39469</c:v>
                </c:pt>
                <c:pt idx="2102">
                  <c:v>39470</c:v>
                </c:pt>
                <c:pt idx="2103">
                  <c:v>39471</c:v>
                </c:pt>
                <c:pt idx="2104">
                  <c:v>39472</c:v>
                </c:pt>
                <c:pt idx="2105">
                  <c:v>39475</c:v>
                </c:pt>
                <c:pt idx="2106">
                  <c:v>39476</c:v>
                </c:pt>
                <c:pt idx="2107">
                  <c:v>39477</c:v>
                </c:pt>
                <c:pt idx="2108">
                  <c:v>39478</c:v>
                </c:pt>
                <c:pt idx="2109">
                  <c:v>39479</c:v>
                </c:pt>
                <c:pt idx="2110">
                  <c:v>39482</c:v>
                </c:pt>
                <c:pt idx="2111">
                  <c:v>39483</c:v>
                </c:pt>
                <c:pt idx="2112">
                  <c:v>39484</c:v>
                </c:pt>
                <c:pt idx="2113">
                  <c:v>39485</c:v>
                </c:pt>
                <c:pt idx="2114">
                  <c:v>39486</c:v>
                </c:pt>
                <c:pt idx="2115">
                  <c:v>39489</c:v>
                </c:pt>
                <c:pt idx="2116">
                  <c:v>39490</c:v>
                </c:pt>
                <c:pt idx="2117">
                  <c:v>39491</c:v>
                </c:pt>
                <c:pt idx="2118">
                  <c:v>39492</c:v>
                </c:pt>
                <c:pt idx="2119">
                  <c:v>39493</c:v>
                </c:pt>
                <c:pt idx="2120">
                  <c:v>39496</c:v>
                </c:pt>
                <c:pt idx="2121">
                  <c:v>39497</c:v>
                </c:pt>
                <c:pt idx="2122">
                  <c:v>39498</c:v>
                </c:pt>
                <c:pt idx="2123">
                  <c:v>39499</c:v>
                </c:pt>
                <c:pt idx="2124">
                  <c:v>39500</c:v>
                </c:pt>
                <c:pt idx="2125">
                  <c:v>39503</c:v>
                </c:pt>
                <c:pt idx="2126">
                  <c:v>39504</c:v>
                </c:pt>
                <c:pt idx="2127">
                  <c:v>39505</c:v>
                </c:pt>
                <c:pt idx="2128">
                  <c:v>39506</c:v>
                </c:pt>
                <c:pt idx="2129">
                  <c:v>39507</c:v>
                </c:pt>
                <c:pt idx="2130">
                  <c:v>39510</c:v>
                </c:pt>
                <c:pt idx="2131">
                  <c:v>39511</c:v>
                </c:pt>
                <c:pt idx="2132">
                  <c:v>39512</c:v>
                </c:pt>
                <c:pt idx="2133">
                  <c:v>39513</c:v>
                </c:pt>
                <c:pt idx="2134">
                  <c:v>39514</c:v>
                </c:pt>
                <c:pt idx="2135">
                  <c:v>39517</c:v>
                </c:pt>
                <c:pt idx="2136">
                  <c:v>39518</c:v>
                </c:pt>
                <c:pt idx="2137">
                  <c:v>39519</c:v>
                </c:pt>
                <c:pt idx="2138">
                  <c:v>39520</c:v>
                </c:pt>
                <c:pt idx="2139">
                  <c:v>39521</c:v>
                </c:pt>
                <c:pt idx="2140">
                  <c:v>39524</c:v>
                </c:pt>
                <c:pt idx="2141">
                  <c:v>39525</c:v>
                </c:pt>
                <c:pt idx="2142">
                  <c:v>39526</c:v>
                </c:pt>
                <c:pt idx="2143">
                  <c:v>39527</c:v>
                </c:pt>
                <c:pt idx="2144">
                  <c:v>39528</c:v>
                </c:pt>
                <c:pt idx="2145">
                  <c:v>39531</c:v>
                </c:pt>
                <c:pt idx="2146">
                  <c:v>39532</c:v>
                </c:pt>
                <c:pt idx="2147">
                  <c:v>39533</c:v>
                </c:pt>
                <c:pt idx="2148">
                  <c:v>39534</c:v>
                </c:pt>
                <c:pt idx="2149">
                  <c:v>39535</c:v>
                </c:pt>
                <c:pt idx="2150">
                  <c:v>39538</c:v>
                </c:pt>
                <c:pt idx="2151">
                  <c:v>39539</c:v>
                </c:pt>
                <c:pt idx="2152">
                  <c:v>39540</c:v>
                </c:pt>
                <c:pt idx="2153">
                  <c:v>39541</c:v>
                </c:pt>
                <c:pt idx="2154">
                  <c:v>39542</c:v>
                </c:pt>
                <c:pt idx="2155">
                  <c:v>39545</c:v>
                </c:pt>
                <c:pt idx="2156">
                  <c:v>39546</c:v>
                </c:pt>
                <c:pt idx="2157">
                  <c:v>39547</c:v>
                </c:pt>
                <c:pt idx="2158">
                  <c:v>39548</c:v>
                </c:pt>
                <c:pt idx="2159">
                  <c:v>39549</c:v>
                </c:pt>
                <c:pt idx="2160">
                  <c:v>39552</c:v>
                </c:pt>
                <c:pt idx="2161">
                  <c:v>39553</c:v>
                </c:pt>
                <c:pt idx="2162">
                  <c:v>39554</c:v>
                </c:pt>
                <c:pt idx="2163">
                  <c:v>39555</c:v>
                </c:pt>
                <c:pt idx="2164">
                  <c:v>39556</c:v>
                </c:pt>
                <c:pt idx="2165">
                  <c:v>39559</c:v>
                </c:pt>
                <c:pt idx="2166">
                  <c:v>39560</c:v>
                </c:pt>
                <c:pt idx="2167">
                  <c:v>39561</c:v>
                </c:pt>
                <c:pt idx="2168">
                  <c:v>39562</c:v>
                </c:pt>
                <c:pt idx="2169">
                  <c:v>39563</c:v>
                </c:pt>
                <c:pt idx="2170">
                  <c:v>39566</c:v>
                </c:pt>
                <c:pt idx="2171">
                  <c:v>39567</c:v>
                </c:pt>
                <c:pt idx="2172">
                  <c:v>39568</c:v>
                </c:pt>
                <c:pt idx="2173">
                  <c:v>39569</c:v>
                </c:pt>
                <c:pt idx="2174">
                  <c:v>39570</c:v>
                </c:pt>
                <c:pt idx="2175">
                  <c:v>39573</c:v>
                </c:pt>
                <c:pt idx="2176">
                  <c:v>39574</c:v>
                </c:pt>
                <c:pt idx="2177">
                  <c:v>39575</c:v>
                </c:pt>
                <c:pt idx="2178">
                  <c:v>39576</c:v>
                </c:pt>
                <c:pt idx="2179">
                  <c:v>39577</c:v>
                </c:pt>
                <c:pt idx="2180">
                  <c:v>39580</c:v>
                </c:pt>
                <c:pt idx="2181">
                  <c:v>39581</c:v>
                </c:pt>
                <c:pt idx="2182">
                  <c:v>39582</c:v>
                </c:pt>
                <c:pt idx="2183">
                  <c:v>39583</c:v>
                </c:pt>
                <c:pt idx="2184">
                  <c:v>39584</c:v>
                </c:pt>
                <c:pt idx="2185">
                  <c:v>39587</c:v>
                </c:pt>
                <c:pt idx="2186">
                  <c:v>39588</c:v>
                </c:pt>
                <c:pt idx="2187">
                  <c:v>39589</c:v>
                </c:pt>
                <c:pt idx="2188">
                  <c:v>39590</c:v>
                </c:pt>
                <c:pt idx="2189">
                  <c:v>39591</c:v>
                </c:pt>
                <c:pt idx="2190">
                  <c:v>39594</c:v>
                </c:pt>
                <c:pt idx="2191">
                  <c:v>39595</c:v>
                </c:pt>
                <c:pt idx="2192">
                  <c:v>39596</c:v>
                </c:pt>
                <c:pt idx="2193">
                  <c:v>39597</c:v>
                </c:pt>
                <c:pt idx="2194">
                  <c:v>39598</c:v>
                </c:pt>
                <c:pt idx="2195">
                  <c:v>39601</c:v>
                </c:pt>
                <c:pt idx="2196">
                  <c:v>39602</c:v>
                </c:pt>
                <c:pt idx="2197">
                  <c:v>39603</c:v>
                </c:pt>
                <c:pt idx="2198">
                  <c:v>39604</c:v>
                </c:pt>
                <c:pt idx="2199">
                  <c:v>39605</c:v>
                </c:pt>
                <c:pt idx="2200">
                  <c:v>39608</c:v>
                </c:pt>
                <c:pt idx="2201">
                  <c:v>39609</c:v>
                </c:pt>
                <c:pt idx="2202">
                  <c:v>39610</c:v>
                </c:pt>
                <c:pt idx="2203">
                  <c:v>39611</c:v>
                </c:pt>
                <c:pt idx="2204">
                  <c:v>39612</c:v>
                </c:pt>
                <c:pt idx="2205">
                  <c:v>39615</c:v>
                </c:pt>
                <c:pt idx="2206">
                  <c:v>39616</c:v>
                </c:pt>
                <c:pt idx="2207">
                  <c:v>39617</c:v>
                </c:pt>
                <c:pt idx="2208">
                  <c:v>39618</c:v>
                </c:pt>
                <c:pt idx="2209">
                  <c:v>39619</c:v>
                </c:pt>
                <c:pt idx="2210">
                  <c:v>39622</c:v>
                </c:pt>
                <c:pt idx="2211">
                  <c:v>39623</c:v>
                </c:pt>
                <c:pt idx="2212">
                  <c:v>39624</c:v>
                </c:pt>
                <c:pt idx="2213">
                  <c:v>39625</c:v>
                </c:pt>
                <c:pt idx="2214">
                  <c:v>39626</c:v>
                </c:pt>
                <c:pt idx="2215">
                  <c:v>39629</c:v>
                </c:pt>
                <c:pt idx="2216">
                  <c:v>39630</c:v>
                </c:pt>
                <c:pt idx="2217">
                  <c:v>39631</c:v>
                </c:pt>
                <c:pt idx="2218">
                  <c:v>39632</c:v>
                </c:pt>
                <c:pt idx="2219">
                  <c:v>39633</c:v>
                </c:pt>
                <c:pt idx="2220">
                  <c:v>39636</c:v>
                </c:pt>
                <c:pt idx="2221">
                  <c:v>39637</c:v>
                </c:pt>
                <c:pt idx="2222">
                  <c:v>39638</c:v>
                </c:pt>
                <c:pt idx="2223">
                  <c:v>39639</c:v>
                </c:pt>
                <c:pt idx="2224">
                  <c:v>39640</c:v>
                </c:pt>
                <c:pt idx="2225">
                  <c:v>39643</c:v>
                </c:pt>
                <c:pt idx="2226">
                  <c:v>39644</c:v>
                </c:pt>
                <c:pt idx="2227">
                  <c:v>39645</c:v>
                </c:pt>
                <c:pt idx="2228">
                  <c:v>39646</c:v>
                </c:pt>
                <c:pt idx="2229">
                  <c:v>39647</c:v>
                </c:pt>
                <c:pt idx="2230">
                  <c:v>39650</c:v>
                </c:pt>
                <c:pt idx="2231">
                  <c:v>39651</c:v>
                </c:pt>
                <c:pt idx="2232">
                  <c:v>39652</c:v>
                </c:pt>
                <c:pt idx="2233">
                  <c:v>39653</c:v>
                </c:pt>
                <c:pt idx="2234">
                  <c:v>39654</c:v>
                </c:pt>
                <c:pt idx="2235">
                  <c:v>39657</c:v>
                </c:pt>
                <c:pt idx="2236">
                  <c:v>39658</c:v>
                </c:pt>
                <c:pt idx="2237">
                  <c:v>39659</c:v>
                </c:pt>
                <c:pt idx="2238">
                  <c:v>39660</c:v>
                </c:pt>
                <c:pt idx="2239">
                  <c:v>39661</c:v>
                </c:pt>
                <c:pt idx="2240">
                  <c:v>39664</c:v>
                </c:pt>
                <c:pt idx="2241">
                  <c:v>39665</c:v>
                </c:pt>
                <c:pt idx="2242">
                  <c:v>39666</c:v>
                </c:pt>
                <c:pt idx="2243">
                  <c:v>39667</c:v>
                </c:pt>
                <c:pt idx="2244">
                  <c:v>39668</c:v>
                </c:pt>
                <c:pt idx="2245">
                  <c:v>39671</c:v>
                </c:pt>
                <c:pt idx="2246">
                  <c:v>39672</c:v>
                </c:pt>
                <c:pt idx="2247">
                  <c:v>39673</c:v>
                </c:pt>
                <c:pt idx="2248">
                  <c:v>39674</c:v>
                </c:pt>
                <c:pt idx="2249">
                  <c:v>39675</c:v>
                </c:pt>
                <c:pt idx="2250">
                  <c:v>39678</c:v>
                </c:pt>
                <c:pt idx="2251">
                  <c:v>39679</c:v>
                </c:pt>
                <c:pt idx="2252">
                  <c:v>39680</c:v>
                </c:pt>
                <c:pt idx="2253">
                  <c:v>39681</c:v>
                </c:pt>
                <c:pt idx="2254">
                  <c:v>39682</c:v>
                </c:pt>
                <c:pt idx="2255">
                  <c:v>39685</c:v>
                </c:pt>
                <c:pt idx="2256">
                  <c:v>39686</c:v>
                </c:pt>
                <c:pt idx="2257">
                  <c:v>39687</c:v>
                </c:pt>
                <c:pt idx="2258">
                  <c:v>39688</c:v>
                </c:pt>
                <c:pt idx="2259">
                  <c:v>39689</c:v>
                </c:pt>
                <c:pt idx="2260">
                  <c:v>39692</c:v>
                </c:pt>
                <c:pt idx="2261">
                  <c:v>39693</c:v>
                </c:pt>
                <c:pt idx="2262">
                  <c:v>39694</c:v>
                </c:pt>
                <c:pt idx="2263">
                  <c:v>39695</c:v>
                </c:pt>
                <c:pt idx="2264">
                  <c:v>39696</c:v>
                </c:pt>
                <c:pt idx="2265">
                  <c:v>39699</c:v>
                </c:pt>
                <c:pt idx="2266">
                  <c:v>39700</c:v>
                </c:pt>
                <c:pt idx="2267">
                  <c:v>39701</c:v>
                </c:pt>
                <c:pt idx="2268">
                  <c:v>39702</c:v>
                </c:pt>
                <c:pt idx="2269">
                  <c:v>39703</c:v>
                </c:pt>
                <c:pt idx="2270">
                  <c:v>39706</c:v>
                </c:pt>
                <c:pt idx="2271">
                  <c:v>39707</c:v>
                </c:pt>
                <c:pt idx="2272">
                  <c:v>39708</c:v>
                </c:pt>
                <c:pt idx="2273">
                  <c:v>39709</c:v>
                </c:pt>
                <c:pt idx="2274">
                  <c:v>39710</c:v>
                </c:pt>
                <c:pt idx="2275">
                  <c:v>39713</c:v>
                </c:pt>
                <c:pt idx="2276">
                  <c:v>39714</c:v>
                </c:pt>
                <c:pt idx="2277">
                  <c:v>39715</c:v>
                </c:pt>
                <c:pt idx="2278">
                  <c:v>39716</c:v>
                </c:pt>
                <c:pt idx="2279">
                  <c:v>39717</c:v>
                </c:pt>
                <c:pt idx="2280">
                  <c:v>39720</c:v>
                </c:pt>
                <c:pt idx="2281">
                  <c:v>39721</c:v>
                </c:pt>
                <c:pt idx="2282">
                  <c:v>39722</c:v>
                </c:pt>
                <c:pt idx="2283">
                  <c:v>39723</c:v>
                </c:pt>
                <c:pt idx="2284">
                  <c:v>39724</c:v>
                </c:pt>
                <c:pt idx="2285">
                  <c:v>39727</c:v>
                </c:pt>
                <c:pt idx="2286">
                  <c:v>39728</c:v>
                </c:pt>
                <c:pt idx="2287">
                  <c:v>39729</c:v>
                </c:pt>
                <c:pt idx="2288">
                  <c:v>39730</c:v>
                </c:pt>
                <c:pt idx="2289">
                  <c:v>39731</c:v>
                </c:pt>
                <c:pt idx="2290">
                  <c:v>39734</c:v>
                </c:pt>
                <c:pt idx="2291">
                  <c:v>39735</c:v>
                </c:pt>
                <c:pt idx="2292">
                  <c:v>39736</c:v>
                </c:pt>
                <c:pt idx="2293">
                  <c:v>39737</c:v>
                </c:pt>
                <c:pt idx="2294">
                  <c:v>39738</c:v>
                </c:pt>
                <c:pt idx="2295">
                  <c:v>39741</c:v>
                </c:pt>
                <c:pt idx="2296">
                  <c:v>39742</c:v>
                </c:pt>
                <c:pt idx="2297">
                  <c:v>39743</c:v>
                </c:pt>
                <c:pt idx="2298">
                  <c:v>39744</c:v>
                </c:pt>
                <c:pt idx="2299">
                  <c:v>39745</c:v>
                </c:pt>
                <c:pt idx="2300">
                  <c:v>39748</c:v>
                </c:pt>
                <c:pt idx="2301">
                  <c:v>39749</c:v>
                </c:pt>
                <c:pt idx="2302">
                  <c:v>39750</c:v>
                </c:pt>
                <c:pt idx="2303">
                  <c:v>39751</c:v>
                </c:pt>
                <c:pt idx="2304">
                  <c:v>39752</c:v>
                </c:pt>
                <c:pt idx="2305">
                  <c:v>39755</c:v>
                </c:pt>
                <c:pt idx="2306">
                  <c:v>39756</c:v>
                </c:pt>
                <c:pt idx="2307">
                  <c:v>39757</c:v>
                </c:pt>
                <c:pt idx="2308">
                  <c:v>39758</c:v>
                </c:pt>
                <c:pt idx="2309">
                  <c:v>39759</c:v>
                </c:pt>
                <c:pt idx="2310">
                  <c:v>39762</c:v>
                </c:pt>
                <c:pt idx="2311">
                  <c:v>39763</c:v>
                </c:pt>
                <c:pt idx="2312">
                  <c:v>39764</c:v>
                </c:pt>
                <c:pt idx="2313">
                  <c:v>39765</c:v>
                </c:pt>
                <c:pt idx="2314">
                  <c:v>39766</c:v>
                </c:pt>
                <c:pt idx="2315">
                  <c:v>39769</c:v>
                </c:pt>
                <c:pt idx="2316">
                  <c:v>39770</c:v>
                </c:pt>
                <c:pt idx="2317">
                  <c:v>39771</c:v>
                </c:pt>
                <c:pt idx="2318">
                  <c:v>39772</c:v>
                </c:pt>
                <c:pt idx="2319">
                  <c:v>39773</c:v>
                </c:pt>
                <c:pt idx="2320">
                  <c:v>39776</c:v>
                </c:pt>
                <c:pt idx="2321">
                  <c:v>39777</c:v>
                </c:pt>
                <c:pt idx="2322">
                  <c:v>39778</c:v>
                </c:pt>
                <c:pt idx="2323">
                  <c:v>39779</c:v>
                </c:pt>
                <c:pt idx="2324">
                  <c:v>39780</c:v>
                </c:pt>
                <c:pt idx="2325">
                  <c:v>39783</c:v>
                </c:pt>
                <c:pt idx="2326">
                  <c:v>39784</c:v>
                </c:pt>
                <c:pt idx="2327">
                  <c:v>39785</c:v>
                </c:pt>
                <c:pt idx="2328">
                  <c:v>39786</c:v>
                </c:pt>
                <c:pt idx="2329">
                  <c:v>39787</c:v>
                </c:pt>
                <c:pt idx="2330">
                  <c:v>39790</c:v>
                </c:pt>
                <c:pt idx="2331">
                  <c:v>39791</c:v>
                </c:pt>
                <c:pt idx="2332">
                  <c:v>39792</c:v>
                </c:pt>
                <c:pt idx="2333">
                  <c:v>39793</c:v>
                </c:pt>
                <c:pt idx="2334">
                  <c:v>39794</c:v>
                </c:pt>
                <c:pt idx="2335">
                  <c:v>39797</c:v>
                </c:pt>
                <c:pt idx="2336">
                  <c:v>39798</c:v>
                </c:pt>
                <c:pt idx="2337">
                  <c:v>39799</c:v>
                </c:pt>
                <c:pt idx="2338">
                  <c:v>39800</c:v>
                </c:pt>
                <c:pt idx="2339">
                  <c:v>39801</c:v>
                </c:pt>
                <c:pt idx="2340">
                  <c:v>39804</c:v>
                </c:pt>
                <c:pt idx="2341">
                  <c:v>39805</c:v>
                </c:pt>
                <c:pt idx="2342">
                  <c:v>39806</c:v>
                </c:pt>
                <c:pt idx="2343">
                  <c:v>39807</c:v>
                </c:pt>
                <c:pt idx="2344">
                  <c:v>39808</c:v>
                </c:pt>
                <c:pt idx="2345">
                  <c:v>39811</c:v>
                </c:pt>
                <c:pt idx="2346">
                  <c:v>39812</c:v>
                </c:pt>
                <c:pt idx="2347">
                  <c:v>39813</c:v>
                </c:pt>
                <c:pt idx="2348">
                  <c:v>39814</c:v>
                </c:pt>
                <c:pt idx="2349">
                  <c:v>39815</c:v>
                </c:pt>
                <c:pt idx="2350">
                  <c:v>39818</c:v>
                </c:pt>
                <c:pt idx="2351">
                  <c:v>39819</c:v>
                </c:pt>
                <c:pt idx="2352">
                  <c:v>39820</c:v>
                </c:pt>
                <c:pt idx="2353">
                  <c:v>39821</c:v>
                </c:pt>
                <c:pt idx="2354">
                  <c:v>39822</c:v>
                </c:pt>
                <c:pt idx="2355">
                  <c:v>39825</c:v>
                </c:pt>
                <c:pt idx="2356">
                  <c:v>39826</c:v>
                </c:pt>
                <c:pt idx="2357">
                  <c:v>39827</c:v>
                </c:pt>
                <c:pt idx="2358">
                  <c:v>39828</c:v>
                </c:pt>
                <c:pt idx="2359">
                  <c:v>39829</c:v>
                </c:pt>
                <c:pt idx="2360">
                  <c:v>39832</c:v>
                </c:pt>
                <c:pt idx="2361">
                  <c:v>39833</c:v>
                </c:pt>
                <c:pt idx="2362">
                  <c:v>39834</c:v>
                </c:pt>
                <c:pt idx="2363">
                  <c:v>39835</c:v>
                </c:pt>
                <c:pt idx="2364">
                  <c:v>39836</c:v>
                </c:pt>
                <c:pt idx="2365">
                  <c:v>39839</c:v>
                </c:pt>
                <c:pt idx="2366">
                  <c:v>39840</c:v>
                </c:pt>
                <c:pt idx="2367">
                  <c:v>39841</c:v>
                </c:pt>
                <c:pt idx="2368">
                  <c:v>39842</c:v>
                </c:pt>
                <c:pt idx="2369">
                  <c:v>39843</c:v>
                </c:pt>
                <c:pt idx="2370">
                  <c:v>39846</c:v>
                </c:pt>
                <c:pt idx="2371">
                  <c:v>39847</c:v>
                </c:pt>
                <c:pt idx="2372">
                  <c:v>39848</c:v>
                </c:pt>
                <c:pt idx="2373">
                  <c:v>39849</c:v>
                </c:pt>
                <c:pt idx="2374">
                  <c:v>39850</c:v>
                </c:pt>
                <c:pt idx="2375">
                  <c:v>39853</c:v>
                </c:pt>
                <c:pt idx="2376">
                  <c:v>39854</c:v>
                </c:pt>
                <c:pt idx="2377">
                  <c:v>39855</c:v>
                </c:pt>
                <c:pt idx="2378">
                  <c:v>39856</c:v>
                </c:pt>
                <c:pt idx="2379">
                  <c:v>39857</c:v>
                </c:pt>
                <c:pt idx="2380">
                  <c:v>39860</c:v>
                </c:pt>
                <c:pt idx="2381">
                  <c:v>39861</c:v>
                </c:pt>
                <c:pt idx="2382">
                  <c:v>39862</c:v>
                </c:pt>
                <c:pt idx="2383">
                  <c:v>39863</c:v>
                </c:pt>
                <c:pt idx="2384">
                  <c:v>39864</c:v>
                </c:pt>
                <c:pt idx="2385">
                  <c:v>39867</c:v>
                </c:pt>
                <c:pt idx="2386">
                  <c:v>39868</c:v>
                </c:pt>
                <c:pt idx="2387">
                  <c:v>39869</c:v>
                </c:pt>
                <c:pt idx="2388">
                  <c:v>39870</c:v>
                </c:pt>
                <c:pt idx="2389">
                  <c:v>39871</c:v>
                </c:pt>
                <c:pt idx="2390">
                  <c:v>39874</c:v>
                </c:pt>
                <c:pt idx="2391">
                  <c:v>39875</c:v>
                </c:pt>
                <c:pt idx="2392">
                  <c:v>39876</c:v>
                </c:pt>
                <c:pt idx="2393">
                  <c:v>39877</c:v>
                </c:pt>
                <c:pt idx="2394">
                  <c:v>39878</c:v>
                </c:pt>
                <c:pt idx="2395">
                  <c:v>39881</c:v>
                </c:pt>
                <c:pt idx="2396">
                  <c:v>39882</c:v>
                </c:pt>
                <c:pt idx="2397">
                  <c:v>39883</c:v>
                </c:pt>
                <c:pt idx="2398">
                  <c:v>39884</c:v>
                </c:pt>
                <c:pt idx="2399">
                  <c:v>39885</c:v>
                </c:pt>
                <c:pt idx="2400">
                  <c:v>39888</c:v>
                </c:pt>
                <c:pt idx="2401">
                  <c:v>39889</c:v>
                </c:pt>
                <c:pt idx="2402">
                  <c:v>39890</c:v>
                </c:pt>
                <c:pt idx="2403">
                  <c:v>39891</c:v>
                </c:pt>
                <c:pt idx="2404">
                  <c:v>39892</c:v>
                </c:pt>
                <c:pt idx="2405">
                  <c:v>39895</c:v>
                </c:pt>
                <c:pt idx="2406">
                  <c:v>39896</c:v>
                </c:pt>
                <c:pt idx="2407">
                  <c:v>39897</c:v>
                </c:pt>
                <c:pt idx="2408">
                  <c:v>39898</c:v>
                </c:pt>
                <c:pt idx="2409">
                  <c:v>39899</c:v>
                </c:pt>
                <c:pt idx="2410">
                  <c:v>39902</c:v>
                </c:pt>
                <c:pt idx="2411">
                  <c:v>39903</c:v>
                </c:pt>
                <c:pt idx="2412">
                  <c:v>39904</c:v>
                </c:pt>
                <c:pt idx="2413">
                  <c:v>39905</c:v>
                </c:pt>
                <c:pt idx="2414">
                  <c:v>39906</c:v>
                </c:pt>
                <c:pt idx="2415">
                  <c:v>39909</c:v>
                </c:pt>
                <c:pt idx="2416">
                  <c:v>39910</c:v>
                </c:pt>
                <c:pt idx="2417">
                  <c:v>39911</c:v>
                </c:pt>
                <c:pt idx="2418">
                  <c:v>39912</c:v>
                </c:pt>
                <c:pt idx="2419">
                  <c:v>39913</c:v>
                </c:pt>
                <c:pt idx="2420">
                  <c:v>39916</c:v>
                </c:pt>
                <c:pt idx="2421">
                  <c:v>39917</c:v>
                </c:pt>
                <c:pt idx="2422">
                  <c:v>39918</c:v>
                </c:pt>
                <c:pt idx="2423">
                  <c:v>39919</c:v>
                </c:pt>
                <c:pt idx="2424">
                  <c:v>39920</c:v>
                </c:pt>
                <c:pt idx="2425">
                  <c:v>39923</c:v>
                </c:pt>
                <c:pt idx="2426">
                  <c:v>39924</c:v>
                </c:pt>
                <c:pt idx="2427">
                  <c:v>39925</c:v>
                </c:pt>
                <c:pt idx="2428">
                  <c:v>39926</c:v>
                </c:pt>
                <c:pt idx="2429">
                  <c:v>39927</c:v>
                </c:pt>
                <c:pt idx="2430">
                  <c:v>39930</c:v>
                </c:pt>
                <c:pt idx="2431">
                  <c:v>39931</c:v>
                </c:pt>
                <c:pt idx="2432">
                  <c:v>39932</c:v>
                </c:pt>
                <c:pt idx="2433">
                  <c:v>39933</c:v>
                </c:pt>
                <c:pt idx="2434">
                  <c:v>39934</c:v>
                </c:pt>
                <c:pt idx="2435">
                  <c:v>39937</c:v>
                </c:pt>
                <c:pt idx="2436">
                  <c:v>39938</c:v>
                </c:pt>
                <c:pt idx="2437">
                  <c:v>39939</c:v>
                </c:pt>
                <c:pt idx="2438">
                  <c:v>39940</c:v>
                </c:pt>
                <c:pt idx="2439">
                  <c:v>39941</c:v>
                </c:pt>
                <c:pt idx="2440">
                  <c:v>39944</c:v>
                </c:pt>
                <c:pt idx="2441">
                  <c:v>39945</c:v>
                </c:pt>
                <c:pt idx="2442">
                  <c:v>39946</c:v>
                </c:pt>
                <c:pt idx="2443">
                  <c:v>39947</c:v>
                </c:pt>
                <c:pt idx="2444">
                  <c:v>39948</c:v>
                </c:pt>
                <c:pt idx="2445">
                  <c:v>39951</c:v>
                </c:pt>
                <c:pt idx="2446">
                  <c:v>39952</c:v>
                </c:pt>
                <c:pt idx="2447">
                  <c:v>39953</c:v>
                </c:pt>
                <c:pt idx="2448">
                  <c:v>39954</c:v>
                </c:pt>
                <c:pt idx="2449">
                  <c:v>39955</c:v>
                </c:pt>
                <c:pt idx="2450">
                  <c:v>39958</c:v>
                </c:pt>
                <c:pt idx="2451">
                  <c:v>39959</c:v>
                </c:pt>
                <c:pt idx="2452">
                  <c:v>39960</c:v>
                </c:pt>
                <c:pt idx="2453">
                  <c:v>39961</c:v>
                </c:pt>
                <c:pt idx="2454">
                  <c:v>39962</c:v>
                </c:pt>
                <c:pt idx="2455">
                  <c:v>39965</c:v>
                </c:pt>
                <c:pt idx="2456">
                  <c:v>39966</c:v>
                </c:pt>
                <c:pt idx="2457">
                  <c:v>39967</c:v>
                </c:pt>
                <c:pt idx="2458">
                  <c:v>39968</c:v>
                </c:pt>
                <c:pt idx="2459">
                  <c:v>39969</c:v>
                </c:pt>
                <c:pt idx="2460">
                  <c:v>39972</c:v>
                </c:pt>
                <c:pt idx="2461">
                  <c:v>39973</c:v>
                </c:pt>
                <c:pt idx="2462">
                  <c:v>39974</c:v>
                </c:pt>
                <c:pt idx="2463">
                  <c:v>39975</c:v>
                </c:pt>
                <c:pt idx="2464">
                  <c:v>39976</c:v>
                </c:pt>
                <c:pt idx="2465">
                  <c:v>39979</c:v>
                </c:pt>
                <c:pt idx="2466">
                  <c:v>39980</c:v>
                </c:pt>
                <c:pt idx="2467">
                  <c:v>39981</c:v>
                </c:pt>
                <c:pt idx="2468">
                  <c:v>39982</c:v>
                </c:pt>
                <c:pt idx="2469">
                  <c:v>39983</c:v>
                </c:pt>
                <c:pt idx="2470">
                  <c:v>39986</c:v>
                </c:pt>
                <c:pt idx="2471">
                  <c:v>39987</c:v>
                </c:pt>
                <c:pt idx="2472">
                  <c:v>39988</c:v>
                </c:pt>
                <c:pt idx="2473">
                  <c:v>39989</c:v>
                </c:pt>
                <c:pt idx="2474">
                  <c:v>39990</c:v>
                </c:pt>
                <c:pt idx="2475">
                  <c:v>39993</c:v>
                </c:pt>
                <c:pt idx="2476">
                  <c:v>39994</c:v>
                </c:pt>
                <c:pt idx="2477">
                  <c:v>39995</c:v>
                </c:pt>
                <c:pt idx="2478">
                  <c:v>39996</c:v>
                </c:pt>
                <c:pt idx="2479">
                  <c:v>39997</c:v>
                </c:pt>
                <c:pt idx="2480">
                  <c:v>40000</c:v>
                </c:pt>
                <c:pt idx="2481">
                  <c:v>40001</c:v>
                </c:pt>
                <c:pt idx="2482">
                  <c:v>40002</c:v>
                </c:pt>
                <c:pt idx="2483">
                  <c:v>40003</c:v>
                </c:pt>
                <c:pt idx="2484">
                  <c:v>40004</c:v>
                </c:pt>
                <c:pt idx="2485">
                  <c:v>40007</c:v>
                </c:pt>
                <c:pt idx="2486">
                  <c:v>40008</c:v>
                </c:pt>
                <c:pt idx="2487">
                  <c:v>40009</c:v>
                </c:pt>
                <c:pt idx="2488">
                  <c:v>40010</c:v>
                </c:pt>
                <c:pt idx="2489">
                  <c:v>40011</c:v>
                </c:pt>
                <c:pt idx="2490">
                  <c:v>40014</c:v>
                </c:pt>
                <c:pt idx="2491">
                  <c:v>40015</c:v>
                </c:pt>
                <c:pt idx="2492">
                  <c:v>40016</c:v>
                </c:pt>
                <c:pt idx="2493">
                  <c:v>40017</c:v>
                </c:pt>
                <c:pt idx="2494">
                  <c:v>40018</c:v>
                </c:pt>
                <c:pt idx="2495">
                  <c:v>40021</c:v>
                </c:pt>
                <c:pt idx="2496">
                  <c:v>40022</c:v>
                </c:pt>
                <c:pt idx="2497">
                  <c:v>40023</c:v>
                </c:pt>
                <c:pt idx="2498">
                  <c:v>40024</c:v>
                </c:pt>
                <c:pt idx="2499">
                  <c:v>40025</c:v>
                </c:pt>
                <c:pt idx="2500">
                  <c:v>40028</c:v>
                </c:pt>
                <c:pt idx="2501">
                  <c:v>40029</c:v>
                </c:pt>
                <c:pt idx="2502">
                  <c:v>40030</c:v>
                </c:pt>
                <c:pt idx="2503">
                  <c:v>40031</c:v>
                </c:pt>
                <c:pt idx="2504">
                  <c:v>40032</c:v>
                </c:pt>
                <c:pt idx="2505">
                  <c:v>40035</c:v>
                </c:pt>
                <c:pt idx="2506">
                  <c:v>40036</c:v>
                </c:pt>
                <c:pt idx="2507">
                  <c:v>40037</c:v>
                </c:pt>
                <c:pt idx="2508">
                  <c:v>40038</c:v>
                </c:pt>
                <c:pt idx="2509">
                  <c:v>40039</c:v>
                </c:pt>
                <c:pt idx="2510">
                  <c:v>40042</c:v>
                </c:pt>
                <c:pt idx="2511">
                  <c:v>40043</c:v>
                </c:pt>
                <c:pt idx="2512">
                  <c:v>40044</c:v>
                </c:pt>
                <c:pt idx="2513">
                  <c:v>40045</c:v>
                </c:pt>
                <c:pt idx="2514">
                  <c:v>40046</c:v>
                </c:pt>
                <c:pt idx="2515">
                  <c:v>40049</c:v>
                </c:pt>
                <c:pt idx="2516">
                  <c:v>40050</c:v>
                </c:pt>
                <c:pt idx="2517">
                  <c:v>40051</c:v>
                </c:pt>
                <c:pt idx="2518">
                  <c:v>40052</c:v>
                </c:pt>
                <c:pt idx="2519">
                  <c:v>40053</c:v>
                </c:pt>
                <c:pt idx="2520">
                  <c:v>40056</c:v>
                </c:pt>
                <c:pt idx="2521">
                  <c:v>40057</c:v>
                </c:pt>
                <c:pt idx="2522">
                  <c:v>40058</c:v>
                </c:pt>
                <c:pt idx="2523">
                  <c:v>40059</c:v>
                </c:pt>
                <c:pt idx="2524">
                  <c:v>40060</c:v>
                </c:pt>
                <c:pt idx="2525">
                  <c:v>40063</c:v>
                </c:pt>
                <c:pt idx="2526">
                  <c:v>40064</c:v>
                </c:pt>
                <c:pt idx="2527">
                  <c:v>40065</c:v>
                </c:pt>
                <c:pt idx="2528">
                  <c:v>40066</c:v>
                </c:pt>
                <c:pt idx="2529">
                  <c:v>40067</c:v>
                </c:pt>
                <c:pt idx="2530">
                  <c:v>40070</c:v>
                </c:pt>
                <c:pt idx="2531">
                  <c:v>40071</c:v>
                </c:pt>
                <c:pt idx="2532">
                  <c:v>40072</c:v>
                </c:pt>
                <c:pt idx="2533">
                  <c:v>40073</c:v>
                </c:pt>
                <c:pt idx="2534">
                  <c:v>40074</c:v>
                </c:pt>
                <c:pt idx="2535">
                  <c:v>40077</c:v>
                </c:pt>
                <c:pt idx="2536">
                  <c:v>40078</c:v>
                </c:pt>
                <c:pt idx="2537">
                  <c:v>40079</c:v>
                </c:pt>
                <c:pt idx="2538">
                  <c:v>40080</c:v>
                </c:pt>
                <c:pt idx="2539">
                  <c:v>40081</c:v>
                </c:pt>
                <c:pt idx="2540">
                  <c:v>40084</c:v>
                </c:pt>
                <c:pt idx="2541">
                  <c:v>40085</c:v>
                </c:pt>
                <c:pt idx="2542">
                  <c:v>40086</c:v>
                </c:pt>
                <c:pt idx="2543">
                  <c:v>40087</c:v>
                </c:pt>
                <c:pt idx="2544">
                  <c:v>40088</c:v>
                </c:pt>
                <c:pt idx="2545">
                  <c:v>40091</c:v>
                </c:pt>
                <c:pt idx="2546">
                  <c:v>40092</c:v>
                </c:pt>
                <c:pt idx="2547">
                  <c:v>40093</c:v>
                </c:pt>
                <c:pt idx="2548">
                  <c:v>40094</c:v>
                </c:pt>
                <c:pt idx="2549">
                  <c:v>40095</c:v>
                </c:pt>
                <c:pt idx="2550">
                  <c:v>40098</c:v>
                </c:pt>
                <c:pt idx="2551">
                  <c:v>40099</c:v>
                </c:pt>
                <c:pt idx="2552">
                  <c:v>40100</c:v>
                </c:pt>
                <c:pt idx="2553">
                  <c:v>40101</c:v>
                </c:pt>
                <c:pt idx="2554">
                  <c:v>40102</c:v>
                </c:pt>
                <c:pt idx="2555">
                  <c:v>40105</c:v>
                </c:pt>
                <c:pt idx="2556">
                  <c:v>40106</c:v>
                </c:pt>
                <c:pt idx="2557">
                  <c:v>40107</c:v>
                </c:pt>
                <c:pt idx="2558">
                  <c:v>40108</c:v>
                </c:pt>
                <c:pt idx="2559">
                  <c:v>40109</c:v>
                </c:pt>
                <c:pt idx="2560">
                  <c:v>40112</c:v>
                </c:pt>
                <c:pt idx="2561">
                  <c:v>40113</c:v>
                </c:pt>
                <c:pt idx="2562">
                  <c:v>40114</c:v>
                </c:pt>
                <c:pt idx="2563">
                  <c:v>40115</c:v>
                </c:pt>
                <c:pt idx="2564">
                  <c:v>40116</c:v>
                </c:pt>
                <c:pt idx="2565">
                  <c:v>40119</c:v>
                </c:pt>
                <c:pt idx="2566">
                  <c:v>40120</c:v>
                </c:pt>
                <c:pt idx="2567">
                  <c:v>40121</c:v>
                </c:pt>
                <c:pt idx="2568">
                  <c:v>40122</c:v>
                </c:pt>
                <c:pt idx="2569">
                  <c:v>40123</c:v>
                </c:pt>
                <c:pt idx="2570">
                  <c:v>40126</c:v>
                </c:pt>
                <c:pt idx="2571">
                  <c:v>40127</c:v>
                </c:pt>
                <c:pt idx="2572">
                  <c:v>40128</c:v>
                </c:pt>
                <c:pt idx="2573">
                  <c:v>40129</c:v>
                </c:pt>
                <c:pt idx="2574">
                  <c:v>40130</c:v>
                </c:pt>
                <c:pt idx="2575">
                  <c:v>40133</c:v>
                </c:pt>
                <c:pt idx="2576">
                  <c:v>40134</c:v>
                </c:pt>
                <c:pt idx="2577">
                  <c:v>40135</c:v>
                </c:pt>
                <c:pt idx="2578">
                  <c:v>40136</c:v>
                </c:pt>
                <c:pt idx="2579">
                  <c:v>40137</c:v>
                </c:pt>
                <c:pt idx="2580">
                  <c:v>40140</c:v>
                </c:pt>
                <c:pt idx="2581">
                  <c:v>40141</c:v>
                </c:pt>
                <c:pt idx="2582">
                  <c:v>40142</c:v>
                </c:pt>
                <c:pt idx="2583">
                  <c:v>40143</c:v>
                </c:pt>
                <c:pt idx="2584">
                  <c:v>40144</c:v>
                </c:pt>
                <c:pt idx="2585">
                  <c:v>40147</c:v>
                </c:pt>
                <c:pt idx="2586">
                  <c:v>40148</c:v>
                </c:pt>
                <c:pt idx="2587">
                  <c:v>40149</c:v>
                </c:pt>
                <c:pt idx="2588">
                  <c:v>40150</c:v>
                </c:pt>
                <c:pt idx="2589">
                  <c:v>40151</c:v>
                </c:pt>
                <c:pt idx="2590">
                  <c:v>40154</c:v>
                </c:pt>
                <c:pt idx="2591">
                  <c:v>40155</c:v>
                </c:pt>
                <c:pt idx="2592">
                  <c:v>40156</c:v>
                </c:pt>
                <c:pt idx="2593">
                  <c:v>40157</c:v>
                </c:pt>
                <c:pt idx="2594">
                  <c:v>40158</c:v>
                </c:pt>
                <c:pt idx="2595">
                  <c:v>40161</c:v>
                </c:pt>
                <c:pt idx="2596">
                  <c:v>40162</c:v>
                </c:pt>
                <c:pt idx="2597">
                  <c:v>40163</c:v>
                </c:pt>
                <c:pt idx="2598">
                  <c:v>40164</c:v>
                </c:pt>
                <c:pt idx="2599">
                  <c:v>40165</c:v>
                </c:pt>
                <c:pt idx="2600">
                  <c:v>40168</c:v>
                </c:pt>
                <c:pt idx="2601">
                  <c:v>40169</c:v>
                </c:pt>
                <c:pt idx="2602">
                  <c:v>40170</c:v>
                </c:pt>
                <c:pt idx="2603">
                  <c:v>40171</c:v>
                </c:pt>
                <c:pt idx="2604">
                  <c:v>40172</c:v>
                </c:pt>
                <c:pt idx="2605">
                  <c:v>40175</c:v>
                </c:pt>
                <c:pt idx="2606">
                  <c:v>40176</c:v>
                </c:pt>
                <c:pt idx="2607">
                  <c:v>40177</c:v>
                </c:pt>
                <c:pt idx="2608">
                  <c:v>40178</c:v>
                </c:pt>
                <c:pt idx="2609">
                  <c:v>40179</c:v>
                </c:pt>
                <c:pt idx="2610">
                  <c:v>40182</c:v>
                </c:pt>
                <c:pt idx="2611">
                  <c:v>40183</c:v>
                </c:pt>
                <c:pt idx="2612">
                  <c:v>40184</c:v>
                </c:pt>
                <c:pt idx="2613">
                  <c:v>40185</c:v>
                </c:pt>
                <c:pt idx="2614">
                  <c:v>40186</c:v>
                </c:pt>
                <c:pt idx="2615">
                  <c:v>40189</c:v>
                </c:pt>
                <c:pt idx="2616">
                  <c:v>40190</c:v>
                </c:pt>
                <c:pt idx="2617">
                  <c:v>40191</c:v>
                </c:pt>
                <c:pt idx="2618">
                  <c:v>40192</c:v>
                </c:pt>
                <c:pt idx="2619">
                  <c:v>40193</c:v>
                </c:pt>
                <c:pt idx="2620">
                  <c:v>40196</c:v>
                </c:pt>
                <c:pt idx="2621">
                  <c:v>40197</c:v>
                </c:pt>
                <c:pt idx="2622">
                  <c:v>40198</c:v>
                </c:pt>
                <c:pt idx="2623">
                  <c:v>40199</c:v>
                </c:pt>
                <c:pt idx="2624">
                  <c:v>40200</c:v>
                </c:pt>
                <c:pt idx="2625">
                  <c:v>40203</c:v>
                </c:pt>
                <c:pt idx="2626">
                  <c:v>40204</c:v>
                </c:pt>
                <c:pt idx="2627">
                  <c:v>40205</c:v>
                </c:pt>
                <c:pt idx="2628">
                  <c:v>40206</c:v>
                </c:pt>
                <c:pt idx="2629">
                  <c:v>40207</c:v>
                </c:pt>
                <c:pt idx="2630">
                  <c:v>40210</c:v>
                </c:pt>
                <c:pt idx="2631">
                  <c:v>40211</c:v>
                </c:pt>
                <c:pt idx="2632">
                  <c:v>40212</c:v>
                </c:pt>
                <c:pt idx="2633">
                  <c:v>40213</c:v>
                </c:pt>
                <c:pt idx="2634">
                  <c:v>40214</c:v>
                </c:pt>
                <c:pt idx="2635">
                  <c:v>40217</c:v>
                </c:pt>
                <c:pt idx="2636">
                  <c:v>40218</c:v>
                </c:pt>
                <c:pt idx="2637">
                  <c:v>40219</c:v>
                </c:pt>
                <c:pt idx="2638">
                  <c:v>40220</c:v>
                </c:pt>
                <c:pt idx="2639">
                  <c:v>40221</c:v>
                </c:pt>
                <c:pt idx="2640">
                  <c:v>40224</c:v>
                </c:pt>
                <c:pt idx="2641">
                  <c:v>40225</c:v>
                </c:pt>
                <c:pt idx="2642">
                  <c:v>40226</c:v>
                </c:pt>
                <c:pt idx="2643">
                  <c:v>40227</c:v>
                </c:pt>
                <c:pt idx="2644">
                  <c:v>40228</c:v>
                </c:pt>
                <c:pt idx="2645">
                  <c:v>40231</c:v>
                </c:pt>
                <c:pt idx="2646">
                  <c:v>40232</c:v>
                </c:pt>
                <c:pt idx="2647">
                  <c:v>40233</c:v>
                </c:pt>
                <c:pt idx="2648">
                  <c:v>40234</c:v>
                </c:pt>
                <c:pt idx="2649">
                  <c:v>40235</c:v>
                </c:pt>
                <c:pt idx="2650">
                  <c:v>40238</c:v>
                </c:pt>
                <c:pt idx="2651">
                  <c:v>40239</c:v>
                </c:pt>
                <c:pt idx="2652">
                  <c:v>40240</c:v>
                </c:pt>
                <c:pt idx="2653">
                  <c:v>40241</c:v>
                </c:pt>
                <c:pt idx="2654">
                  <c:v>40242</c:v>
                </c:pt>
                <c:pt idx="2655">
                  <c:v>40245</c:v>
                </c:pt>
                <c:pt idx="2656">
                  <c:v>40246</c:v>
                </c:pt>
                <c:pt idx="2657">
                  <c:v>40247</c:v>
                </c:pt>
                <c:pt idx="2658">
                  <c:v>40248</c:v>
                </c:pt>
                <c:pt idx="2659">
                  <c:v>40249</c:v>
                </c:pt>
                <c:pt idx="2660">
                  <c:v>40252</c:v>
                </c:pt>
                <c:pt idx="2661">
                  <c:v>40253</c:v>
                </c:pt>
                <c:pt idx="2662">
                  <c:v>40254</c:v>
                </c:pt>
                <c:pt idx="2663">
                  <c:v>40255</c:v>
                </c:pt>
                <c:pt idx="2664">
                  <c:v>40256</c:v>
                </c:pt>
                <c:pt idx="2665">
                  <c:v>40259</c:v>
                </c:pt>
                <c:pt idx="2666">
                  <c:v>40260</c:v>
                </c:pt>
                <c:pt idx="2667">
                  <c:v>40261</c:v>
                </c:pt>
                <c:pt idx="2668">
                  <c:v>40262</c:v>
                </c:pt>
                <c:pt idx="2669">
                  <c:v>40263</c:v>
                </c:pt>
                <c:pt idx="2670">
                  <c:v>40266</c:v>
                </c:pt>
                <c:pt idx="2671">
                  <c:v>40267</c:v>
                </c:pt>
                <c:pt idx="2672">
                  <c:v>40268</c:v>
                </c:pt>
                <c:pt idx="2673">
                  <c:v>40269</c:v>
                </c:pt>
                <c:pt idx="2674">
                  <c:v>40270</c:v>
                </c:pt>
                <c:pt idx="2675">
                  <c:v>40273</c:v>
                </c:pt>
                <c:pt idx="2676">
                  <c:v>40274</c:v>
                </c:pt>
                <c:pt idx="2677">
                  <c:v>40275</c:v>
                </c:pt>
                <c:pt idx="2678">
                  <c:v>40276</c:v>
                </c:pt>
                <c:pt idx="2679">
                  <c:v>40277</c:v>
                </c:pt>
                <c:pt idx="2680">
                  <c:v>40280</c:v>
                </c:pt>
                <c:pt idx="2681">
                  <c:v>40281</c:v>
                </c:pt>
                <c:pt idx="2682">
                  <c:v>40282</c:v>
                </c:pt>
                <c:pt idx="2683">
                  <c:v>40283</c:v>
                </c:pt>
                <c:pt idx="2684">
                  <c:v>40284</c:v>
                </c:pt>
                <c:pt idx="2685">
                  <c:v>40287</c:v>
                </c:pt>
                <c:pt idx="2686">
                  <c:v>40288</c:v>
                </c:pt>
                <c:pt idx="2687">
                  <c:v>40289</c:v>
                </c:pt>
                <c:pt idx="2688">
                  <c:v>40290</c:v>
                </c:pt>
                <c:pt idx="2689">
                  <c:v>40291</c:v>
                </c:pt>
                <c:pt idx="2690">
                  <c:v>40294</c:v>
                </c:pt>
                <c:pt idx="2691">
                  <c:v>40295</c:v>
                </c:pt>
                <c:pt idx="2692">
                  <c:v>40296</c:v>
                </c:pt>
                <c:pt idx="2693">
                  <c:v>40297</c:v>
                </c:pt>
                <c:pt idx="2694">
                  <c:v>40298</c:v>
                </c:pt>
                <c:pt idx="2695">
                  <c:v>40301</c:v>
                </c:pt>
                <c:pt idx="2696">
                  <c:v>40302</c:v>
                </c:pt>
                <c:pt idx="2697">
                  <c:v>40303</c:v>
                </c:pt>
                <c:pt idx="2698">
                  <c:v>40304</c:v>
                </c:pt>
                <c:pt idx="2699">
                  <c:v>40305</c:v>
                </c:pt>
                <c:pt idx="2700">
                  <c:v>40308</c:v>
                </c:pt>
                <c:pt idx="2701">
                  <c:v>40309</c:v>
                </c:pt>
                <c:pt idx="2702">
                  <c:v>40310</c:v>
                </c:pt>
                <c:pt idx="2703">
                  <c:v>40311</c:v>
                </c:pt>
                <c:pt idx="2704">
                  <c:v>40312</c:v>
                </c:pt>
                <c:pt idx="2705">
                  <c:v>40315</c:v>
                </c:pt>
                <c:pt idx="2706">
                  <c:v>40316</c:v>
                </c:pt>
                <c:pt idx="2707">
                  <c:v>40317</c:v>
                </c:pt>
                <c:pt idx="2708">
                  <c:v>40318</c:v>
                </c:pt>
                <c:pt idx="2709">
                  <c:v>40319</c:v>
                </c:pt>
                <c:pt idx="2710">
                  <c:v>40322</c:v>
                </c:pt>
                <c:pt idx="2711">
                  <c:v>40323</c:v>
                </c:pt>
                <c:pt idx="2712">
                  <c:v>40324</c:v>
                </c:pt>
                <c:pt idx="2713">
                  <c:v>40325</c:v>
                </c:pt>
                <c:pt idx="2714">
                  <c:v>40326</c:v>
                </c:pt>
                <c:pt idx="2715">
                  <c:v>40329</c:v>
                </c:pt>
                <c:pt idx="2716">
                  <c:v>40330</c:v>
                </c:pt>
                <c:pt idx="2717">
                  <c:v>40331</c:v>
                </c:pt>
                <c:pt idx="2718">
                  <c:v>40332</c:v>
                </c:pt>
                <c:pt idx="2719">
                  <c:v>40333</c:v>
                </c:pt>
                <c:pt idx="2720">
                  <c:v>40336</c:v>
                </c:pt>
                <c:pt idx="2721">
                  <c:v>40337</c:v>
                </c:pt>
                <c:pt idx="2722">
                  <c:v>40338</c:v>
                </c:pt>
                <c:pt idx="2723">
                  <c:v>40339</c:v>
                </c:pt>
                <c:pt idx="2724">
                  <c:v>40340</c:v>
                </c:pt>
                <c:pt idx="2725">
                  <c:v>40343</c:v>
                </c:pt>
                <c:pt idx="2726">
                  <c:v>40344</c:v>
                </c:pt>
                <c:pt idx="2727">
                  <c:v>40345</c:v>
                </c:pt>
                <c:pt idx="2728">
                  <c:v>40346</c:v>
                </c:pt>
                <c:pt idx="2729">
                  <c:v>40347</c:v>
                </c:pt>
                <c:pt idx="2730">
                  <c:v>40350</c:v>
                </c:pt>
                <c:pt idx="2731">
                  <c:v>40351</c:v>
                </c:pt>
                <c:pt idx="2732">
                  <c:v>40352</c:v>
                </c:pt>
                <c:pt idx="2733">
                  <c:v>40353</c:v>
                </c:pt>
                <c:pt idx="2734">
                  <c:v>40354</c:v>
                </c:pt>
                <c:pt idx="2735">
                  <c:v>40357</c:v>
                </c:pt>
                <c:pt idx="2736">
                  <c:v>40358</c:v>
                </c:pt>
                <c:pt idx="2737">
                  <c:v>40359</c:v>
                </c:pt>
                <c:pt idx="2738">
                  <c:v>40360</c:v>
                </c:pt>
                <c:pt idx="2739">
                  <c:v>40361</c:v>
                </c:pt>
                <c:pt idx="2740">
                  <c:v>40364</c:v>
                </c:pt>
                <c:pt idx="2741">
                  <c:v>40365</c:v>
                </c:pt>
                <c:pt idx="2742">
                  <c:v>40366</c:v>
                </c:pt>
                <c:pt idx="2743">
                  <c:v>40367</c:v>
                </c:pt>
                <c:pt idx="2744">
                  <c:v>40368</c:v>
                </c:pt>
                <c:pt idx="2745">
                  <c:v>40371</c:v>
                </c:pt>
                <c:pt idx="2746">
                  <c:v>40372</c:v>
                </c:pt>
                <c:pt idx="2747">
                  <c:v>40373</c:v>
                </c:pt>
                <c:pt idx="2748">
                  <c:v>40374</c:v>
                </c:pt>
                <c:pt idx="2749">
                  <c:v>40375</c:v>
                </c:pt>
                <c:pt idx="2750">
                  <c:v>40378</c:v>
                </c:pt>
                <c:pt idx="2751">
                  <c:v>40379</c:v>
                </c:pt>
                <c:pt idx="2752">
                  <c:v>40380</c:v>
                </c:pt>
                <c:pt idx="2753">
                  <c:v>40381</c:v>
                </c:pt>
                <c:pt idx="2754">
                  <c:v>40382</c:v>
                </c:pt>
                <c:pt idx="2755">
                  <c:v>40385</c:v>
                </c:pt>
                <c:pt idx="2756">
                  <c:v>40386</c:v>
                </c:pt>
                <c:pt idx="2757">
                  <c:v>40387</c:v>
                </c:pt>
                <c:pt idx="2758">
                  <c:v>40388</c:v>
                </c:pt>
                <c:pt idx="2759">
                  <c:v>40389</c:v>
                </c:pt>
                <c:pt idx="2760">
                  <c:v>40392</c:v>
                </c:pt>
                <c:pt idx="2761">
                  <c:v>40393</c:v>
                </c:pt>
                <c:pt idx="2762">
                  <c:v>40394</c:v>
                </c:pt>
                <c:pt idx="2763">
                  <c:v>40395</c:v>
                </c:pt>
                <c:pt idx="2764">
                  <c:v>40396</c:v>
                </c:pt>
                <c:pt idx="2765">
                  <c:v>40399</c:v>
                </c:pt>
                <c:pt idx="2766">
                  <c:v>40400</c:v>
                </c:pt>
                <c:pt idx="2767">
                  <c:v>40401</c:v>
                </c:pt>
                <c:pt idx="2768">
                  <c:v>40402</c:v>
                </c:pt>
                <c:pt idx="2769">
                  <c:v>40403</c:v>
                </c:pt>
                <c:pt idx="2770">
                  <c:v>40406</c:v>
                </c:pt>
                <c:pt idx="2771">
                  <c:v>40407</c:v>
                </c:pt>
                <c:pt idx="2772">
                  <c:v>40408</c:v>
                </c:pt>
                <c:pt idx="2773">
                  <c:v>40409</c:v>
                </c:pt>
                <c:pt idx="2774">
                  <c:v>40410</c:v>
                </c:pt>
                <c:pt idx="2775">
                  <c:v>40413</c:v>
                </c:pt>
                <c:pt idx="2776">
                  <c:v>40414</c:v>
                </c:pt>
                <c:pt idx="2777">
                  <c:v>40415</c:v>
                </c:pt>
                <c:pt idx="2778">
                  <c:v>40416</c:v>
                </c:pt>
                <c:pt idx="2779">
                  <c:v>40417</c:v>
                </c:pt>
                <c:pt idx="2780">
                  <c:v>40420</c:v>
                </c:pt>
                <c:pt idx="2781">
                  <c:v>40421</c:v>
                </c:pt>
                <c:pt idx="2782">
                  <c:v>40422</c:v>
                </c:pt>
                <c:pt idx="2783">
                  <c:v>40423</c:v>
                </c:pt>
                <c:pt idx="2784">
                  <c:v>40424</c:v>
                </c:pt>
                <c:pt idx="2785">
                  <c:v>40427</c:v>
                </c:pt>
                <c:pt idx="2786">
                  <c:v>40428</c:v>
                </c:pt>
                <c:pt idx="2787">
                  <c:v>40429</c:v>
                </c:pt>
                <c:pt idx="2788">
                  <c:v>40430</c:v>
                </c:pt>
                <c:pt idx="2789">
                  <c:v>40431</c:v>
                </c:pt>
                <c:pt idx="2790">
                  <c:v>40434</c:v>
                </c:pt>
                <c:pt idx="2791">
                  <c:v>40435</c:v>
                </c:pt>
                <c:pt idx="2792">
                  <c:v>40436</c:v>
                </c:pt>
                <c:pt idx="2793">
                  <c:v>40437</c:v>
                </c:pt>
                <c:pt idx="2794">
                  <c:v>40438</c:v>
                </c:pt>
                <c:pt idx="2795">
                  <c:v>40441</c:v>
                </c:pt>
                <c:pt idx="2796">
                  <c:v>40442</c:v>
                </c:pt>
                <c:pt idx="2797">
                  <c:v>40443</c:v>
                </c:pt>
                <c:pt idx="2798">
                  <c:v>40444</c:v>
                </c:pt>
                <c:pt idx="2799">
                  <c:v>40445</c:v>
                </c:pt>
                <c:pt idx="2800">
                  <c:v>40448</c:v>
                </c:pt>
                <c:pt idx="2801">
                  <c:v>40449</c:v>
                </c:pt>
                <c:pt idx="2802">
                  <c:v>40450</c:v>
                </c:pt>
                <c:pt idx="2803">
                  <c:v>40451</c:v>
                </c:pt>
                <c:pt idx="2804">
                  <c:v>40452</c:v>
                </c:pt>
                <c:pt idx="2805">
                  <c:v>40455</c:v>
                </c:pt>
                <c:pt idx="2806">
                  <c:v>40456</c:v>
                </c:pt>
                <c:pt idx="2807">
                  <c:v>40457</c:v>
                </c:pt>
                <c:pt idx="2808">
                  <c:v>40458</c:v>
                </c:pt>
                <c:pt idx="2809">
                  <c:v>40459</c:v>
                </c:pt>
                <c:pt idx="2810">
                  <c:v>40462</c:v>
                </c:pt>
                <c:pt idx="2811">
                  <c:v>40463</c:v>
                </c:pt>
                <c:pt idx="2812">
                  <c:v>40464</c:v>
                </c:pt>
                <c:pt idx="2813">
                  <c:v>40465</c:v>
                </c:pt>
                <c:pt idx="2814">
                  <c:v>40466</c:v>
                </c:pt>
                <c:pt idx="2815">
                  <c:v>40469</c:v>
                </c:pt>
                <c:pt idx="2816">
                  <c:v>40470</c:v>
                </c:pt>
                <c:pt idx="2817">
                  <c:v>40471</c:v>
                </c:pt>
                <c:pt idx="2818">
                  <c:v>40472</c:v>
                </c:pt>
                <c:pt idx="2819">
                  <c:v>40473</c:v>
                </c:pt>
                <c:pt idx="2820">
                  <c:v>40476</c:v>
                </c:pt>
                <c:pt idx="2821">
                  <c:v>40477</c:v>
                </c:pt>
                <c:pt idx="2822">
                  <c:v>40478</c:v>
                </c:pt>
                <c:pt idx="2823">
                  <c:v>40479</c:v>
                </c:pt>
                <c:pt idx="2824">
                  <c:v>40480</c:v>
                </c:pt>
                <c:pt idx="2825">
                  <c:v>40483</c:v>
                </c:pt>
                <c:pt idx="2826">
                  <c:v>40484</c:v>
                </c:pt>
                <c:pt idx="2827">
                  <c:v>40485</c:v>
                </c:pt>
                <c:pt idx="2828">
                  <c:v>40486</c:v>
                </c:pt>
                <c:pt idx="2829">
                  <c:v>40487</c:v>
                </c:pt>
                <c:pt idx="2830">
                  <c:v>40490</c:v>
                </c:pt>
                <c:pt idx="2831">
                  <c:v>40491</c:v>
                </c:pt>
                <c:pt idx="2832">
                  <c:v>40492</c:v>
                </c:pt>
                <c:pt idx="2833">
                  <c:v>40493</c:v>
                </c:pt>
                <c:pt idx="2834">
                  <c:v>40494</c:v>
                </c:pt>
                <c:pt idx="2835">
                  <c:v>40497</c:v>
                </c:pt>
                <c:pt idx="2836">
                  <c:v>40498</c:v>
                </c:pt>
                <c:pt idx="2837">
                  <c:v>40499</c:v>
                </c:pt>
                <c:pt idx="2838">
                  <c:v>40500</c:v>
                </c:pt>
                <c:pt idx="2839">
                  <c:v>40501</c:v>
                </c:pt>
                <c:pt idx="2840">
                  <c:v>40504</c:v>
                </c:pt>
                <c:pt idx="2841">
                  <c:v>40505</c:v>
                </c:pt>
                <c:pt idx="2842">
                  <c:v>40506</c:v>
                </c:pt>
                <c:pt idx="2843">
                  <c:v>40507</c:v>
                </c:pt>
                <c:pt idx="2844">
                  <c:v>40508</c:v>
                </c:pt>
                <c:pt idx="2845">
                  <c:v>40511</c:v>
                </c:pt>
                <c:pt idx="2846">
                  <c:v>40512</c:v>
                </c:pt>
                <c:pt idx="2847">
                  <c:v>40513</c:v>
                </c:pt>
                <c:pt idx="2848">
                  <c:v>40514</c:v>
                </c:pt>
                <c:pt idx="2849">
                  <c:v>40515</c:v>
                </c:pt>
                <c:pt idx="2850">
                  <c:v>40518</c:v>
                </c:pt>
                <c:pt idx="2851">
                  <c:v>40519</c:v>
                </c:pt>
                <c:pt idx="2852">
                  <c:v>40520</c:v>
                </c:pt>
                <c:pt idx="2853">
                  <c:v>40521</c:v>
                </c:pt>
                <c:pt idx="2854">
                  <c:v>40522</c:v>
                </c:pt>
                <c:pt idx="2855">
                  <c:v>40525</c:v>
                </c:pt>
                <c:pt idx="2856">
                  <c:v>40526</c:v>
                </c:pt>
                <c:pt idx="2857">
                  <c:v>40527</c:v>
                </c:pt>
                <c:pt idx="2858">
                  <c:v>40528</c:v>
                </c:pt>
                <c:pt idx="2859">
                  <c:v>40529</c:v>
                </c:pt>
                <c:pt idx="2860">
                  <c:v>40532</c:v>
                </c:pt>
                <c:pt idx="2861">
                  <c:v>40533</c:v>
                </c:pt>
                <c:pt idx="2862">
                  <c:v>40534</c:v>
                </c:pt>
                <c:pt idx="2863">
                  <c:v>40535</c:v>
                </c:pt>
                <c:pt idx="2864">
                  <c:v>40536</c:v>
                </c:pt>
                <c:pt idx="2865">
                  <c:v>40539</c:v>
                </c:pt>
                <c:pt idx="2866">
                  <c:v>40540</c:v>
                </c:pt>
                <c:pt idx="2867">
                  <c:v>40541</c:v>
                </c:pt>
                <c:pt idx="2868">
                  <c:v>40542</c:v>
                </c:pt>
                <c:pt idx="2869">
                  <c:v>40543</c:v>
                </c:pt>
                <c:pt idx="2870">
                  <c:v>40546</c:v>
                </c:pt>
                <c:pt idx="2871">
                  <c:v>40547</c:v>
                </c:pt>
                <c:pt idx="2872">
                  <c:v>40548</c:v>
                </c:pt>
                <c:pt idx="2873">
                  <c:v>40549</c:v>
                </c:pt>
                <c:pt idx="2874">
                  <c:v>40550</c:v>
                </c:pt>
                <c:pt idx="2875">
                  <c:v>40553</c:v>
                </c:pt>
                <c:pt idx="2876">
                  <c:v>40554</c:v>
                </c:pt>
                <c:pt idx="2877">
                  <c:v>40555</c:v>
                </c:pt>
                <c:pt idx="2878">
                  <c:v>40556</c:v>
                </c:pt>
                <c:pt idx="2879">
                  <c:v>40557</c:v>
                </c:pt>
                <c:pt idx="2880">
                  <c:v>40560</c:v>
                </c:pt>
                <c:pt idx="2881">
                  <c:v>40561</c:v>
                </c:pt>
                <c:pt idx="2882">
                  <c:v>40562</c:v>
                </c:pt>
                <c:pt idx="2883">
                  <c:v>40563</c:v>
                </c:pt>
                <c:pt idx="2884">
                  <c:v>40564</c:v>
                </c:pt>
                <c:pt idx="2885">
                  <c:v>40567</c:v>
                </c:pt>
                <c:pt idx="2886">
                  <c:v>40568</c:v>
                </c:pt>
                <c:pt idx="2887">
                  <c:v>40569</c:v>
                </c:pt>
                <c:pt idx="2888">
                  <c:v>40570</c:v>
                </c:pt>
                <c:pt idx="2889">
                  <c:v>40571</c:v>
                </c:pt>
                <c:pt idx="2890">
                  <c:v>40574</c:v>
                </c:pt>
                <c:pt idx="2891">
                  <c:v>40575</c:v>
                </c:pt>
                <c:pt idx="2892">
                  <c:v>40576</c:v>
                </c:pt>
                <c:pt idx="2893">
                  <c:v>40577</c:v>
                </c:pt>
                <c:pt idx="2894">
                  <c:v>40578</c:v>
                </c:pt>
                <c:pt idx="2895">
                  <c:v>40581</c:v>
                </c:pt>
                <c:pt idx="2896">
                  <c:v>40582</c:v>
                </c:pt>
                <c:pt idx="2897">
                  <c:v>40583</c:v>
                </c:pt>
                <c:pt idx="2898">
                  <c:v>40584</c:v>
                </c:pt>
                <c:pt idx="2899">
                  <c:v>40585</c:v>
                </c:pt>
                <c:pt idx="2900">
                  <c:v>40588</c:v>
                </c:pt>
                <c:pt idx="2901">
                  <c:v>40589</c:v>
                </c:pt>
                <c:pt idx="2902">
                  <c:v>40590</c:v>
                </c:pt>
                <c:pt idx="2903">
                  <c:v>40591</c:v>
                </c:pt>
                <c:pt idx="2904">
                  <c:v>40592</c:v>
                </c:pt>
                <c:pt idx="2905">
                  <c:v>40595</c:v>
                </c:pt>
                <c:pt idx="2906">
                  <c:v>40596</c:v>
                </c:pt>
                <c:pt idx="2907">
                  <c:v>40597</c:v>
                </c:pt>
                <c:pt idx="2908">
                  <c:v>40598</c:v>
                </c:pt>
                <c:pt idx="2909">
                  <c:v>40599</c:v>
                </c:pt>
                <c:pt idx="2910">
                  <c:v>40602</c:v>
                </c:pt>
                <c:pt idx="2911">
                  <c:v>40603</c:v>
                </c:pt>
                <c:pt idx="2912">
                  <c:v>40604</c:v>
                </c:pt>
                <c:pt idx="2913">
                  <c:v>40605</c:v>
                </c:pt>
                <c:pt idx="2914">
                  <c:v>40606</c:v>
                </c:pt>
                <c:pt idx="2915">
                  <c:v>40609</c:v>
                </c:pt>
                <c:pt idx="2916">
                  <c:v>40610</c:v>
                </c:pt>
                <c:pt idx="2917">
                  <c:v>40611</c:v>
                </c:pt>
                <c:pt idx="2918">
                  <c:v>40612</c:v>
                </c:pt>
                <c:pt idx="2919">
                  <c:v>40613</c:v>
                </c:pt>
                <c:pt idx="2920">
                  <c:v>40616</c:v>
                </c:pt>
                <c:pt idx="2921">
                  <c:v>40617</c:v>
                </c:pt>
                <c:pt idx="2922">
                  <c:v>40618</c:v>
                </c:pt>
                <c:pt idx="2923">
                  <c:v>40619</c:v>
                </c:pt>
                <c:pt idx="2924">
                  <c:v>40620</c:v>
                </c:pt>
                <c:pt idx="2925">
                  <c:v>40623</c:v>
                </c:pt>
                <c:pt idx="2926">
                  <c:v>40624</c:v>
                </c:pt>
                <c:pt idx="2927">
                  <c:v>40625</c:v>
                </c:pt>
                <c:pt idx="2928">
                  <c:v>40626</c:v>
                </c:pt>
                <c:pt idx="2929">
                  <c:v>40627</c:v>
                </c:pt>
                <c:pt idx="2930">
                  <c:v>40630</c:v>
                </c:pt>
                <c:pt idx="2931">
                  <c:v>40631</c:v>
                </c:pt>
                <c:pt idx="2932">
                  <c:v>40632</c:v>
                </c:pt>
                <c:pt idx="2933">
                  <c:v>40633</c:v>
                </c:pt>
                <c:pt idx="2934">
                  <c:v>40634</c:v>
                </c:pt>
                <c:pt idx="2935">
                  <c:v>40637</c:v>
                </c:pt>
                <c:pt idx="2936">
                  <c:v>40638</c:v>
                </c:pt>
                <c:pt idx="2937">
                  <c:v>40639</c:v>
                </c:pt>
                <c:pt idx="2938">
                  <c:v>40640</c:v>
                </c:pt>
                <c:pt idx="2939">
                  <c:v>40641</c:v>
                </c:pt>
                <c:pt idx="2940">
                  <c:v>40644</c:v>
                </c:pt>
                <c:pt idx="2941">
                  <c:v>40645</c:v>
                </c:pt>
                <c:pt idx="2942">
                  <c:v>40646</c:v>
                </c:pt>
                <c:pt idx="2943">
                  <c:v>40647</c:v>
                </c:pt>
                <c:pt idx="2944">
                  <c:v>40648</c:v>
                </c:pt>
                <c:pt idx="2945">
                  <c:v>40651</c:v>
                </c:pt>
                <c:pt idx="2946">
                  <c:v>40652</c:v>
                </c:pt>
                <c:pt idx="2947">
                  <c:v>40653</c:v>
                </c:pt>
                <c:pt idx="2948">
                  <c:v>40654</c:v>
                </c:pt>
                <c:pt idx="2949">
                  <c:v>40655</c:v>
                </c:pt>
                <c:pt idx="2950">
                  <c:v>40658</c:v>
                </c:pt>
                <c:pt idx="2951">
                  <c:v>40659</c:v>
                </c:pt>
                <c:pt idx="2952">
                  <c:v>40660</c:v>
                </c:pt>
                <c:pt idx="2953">
                  <c:v>40661</c:v>
                </c:pt>
                <c:pt idx="2954">
                  <c:v>40662</c:v>
                </c:pt>
                <c:pt idx="2955">
                  <c:v>40665</c:v>
                </c:pt>
                <c:pt idx="2956">
                  <c:v>40666</c:v>
                </c:pt>
                <c:pt idx="2957">
                  <c:v>40667</c:v>
                </c:pt>
                <c:pt idx="2958">
                  <c:v>40668</c:v>
                </c:pt>
                <c:pt idx="2959">
                  <c:v>40669</c:v>
                </c:pt>
                <c:pt idx="2960">
                  <c:v>40672</c:v>
                </c:pt>
                <c:pt idx="2961">
                  <c:v>40673</c:v>
                </c:pt>
                <c:pt idx="2962">
                  <c:v>40674</c:v>
                </c:pt>
                <c:pt idx="2963">
                  <c:v>40675</c:v>
                </c:pt>
                <c:pt idx="2964">
                  <c:v>40676</c:v>
                </c:pt>
                <c:pt idx="2965">
                  <c:v>40679</c:v>
                </c:pt>
                <c:pt idx="2966">
                  <c:v>40680</c:v>
                </c:pt>
                <c:pt idx="2967">
                  <c:v>40681</c:v>
                </c:pt>
                <c:pt idx="2968">
                  <c:v>40682</c:v>
                </c:pt>
                <c:pt idx="2969">
                  <c:v>40683</c:v>
                </c:pt>
                <c:pt idx="2970">
                  <c:v>40686</c:v>
                </c:pt>
                <c:pt idx="2971">
                  <c:v>40687</c:v>
                </c:pt>
                <c:pt idx="2972">
                  <c:v>40688</c:v>
                </c:pt>
                <c:pt idx="2973">
                  <c:v>40689</c:v>
                </c:pt>
                <c:pt idx="2974">
                  <c:v>40690</c:v>
                </c:pt>
                <c:pt idx="2975">
                  <c:v>40693</c:v>
                </c:pt>
                <c:pt idx="2976">
                  <c:v>40694</c:v>
                </c:pt>
                <c:pt idx="2977">
                  <c:v>40695</c:v>
                </c:pt>
                <c:pt idx="2978">
                  <c:v>40696</c:v>
                </c:pt>
                <c:pt idx="2979">
                  <c:v>40697</c:v>
                </c:pt>
                <c:pt idx="2980">
                  <c:v>40700</c:v>
                </c:pt>
                <c:pt idx="2981">
                  <c:v>40701</c:v>
                </c:pt>
                <c:pt idx="2982">
                  <c:v>40702</c:v>
                </c:pt>
                <c:pt idx="2983">
                  <c:v>40703</c:v>
                </c:pt>
                <c:pt idx="2984">
                  <c:v>40704</c:v>
                </c:pt>
                <c:pt idx="2985">
                  <c:v>40707</c:v>
                </c:pt>
                <c:pt idx="2986">
                  <c:v>40708</c:v>
                </c:pt>
                <c:pt idx="2987">
                  <c:v>40709</c:v>
                </c:pt>
                <c:pt idx="2988">
                  <c:v>40710</c:v>
                </c:pt>
                <c:pt idx="2989">
                  <c:v>40711</c:v>
                </c:pt>
                <c:pt idx="2990">
                  <c:v>40714</c:v>
                </c:pt>
                <c:pt idx="2991">
                  <c:v>40715</c:v>
                </c:pt>
                <c:pt idx="2992">
                  <c:v>40716</c:v>
                </c:pt>
                <c:pt idx="2993">
                  <c:v>40717</c:v>
                </c:pt>
                <c:pt idx="2994">
                  <c:v>40718</c:v>
                </c:pt>
                <c:pt idx="2995">
                  <c:v>40721</c:v>
                </c:pt>
                <c:pt idx="2996">
                  <c:v>40722</c:v>
                </c:pt>
                <c:pt idx="2997">
                  <c:v>40723</c:v>
                </c:pt>
                <c:pt idx="2998">
                  <c:v>40724</c:v>
                </c:pt>
                <c:pt idx="2999">
                  <c:v>40725</c:v>
                </c:pt>
                <c:pt idx="3000">
                  <c:v>40728</c:v>
                </c:pt>
                <c:pt idx="3001">
                  <c:v>40729</c:v>
                </c:pt>
                <c:pt idx="3002">
                  <c:v>40730</c:v>
                </c:pt>
                <c:pt idx="3003">
                  <c:v>40731</c:v>
                </c:pt>
                <c:pt idx="3004">
                  <c:v>40732</c:v>
                </c:pt>
                <c:pt idx="3005">
                  <c:v>40735</c:v>
                </c:pt>
                <c:pt idx="3006">
                  <c:v>40736</c:v>
                </c:pt>
                <c:pt idx="3007">
                  <c:v>40737</c:v>
                </c:pt>
                <c:pt idx="3008">
                  <c:v>40738</c:v>
                </c:pt>
                <c:pt idx="3009">
                  <c:v>40739</c:v>
                </c:pt>
                <c:pt idx="3010">
                  <c:v>40742</c:v>
                </c:pt>
                <c:pt idx="3011">
                  <c:v>40743</c:v>
                </c:pt>
                <c:pt idx="3012">
                  <c:v>40744</c:v>
                </c:pt>
                <c:pt idx="3013">
                  <c:v>40745</c:v>
                </c:pt>
                <c:pt idx="3014">
                  <c:v>40746</c:v>
                </c:pt>
                <c:pt idx="3015">
                  <c:v>40749</c:v>
                </c:pt>
                <c:pt idx="3016">
                  <c:v>40750</c:v>
                </c:pt>
                <c:pt idx="3017">
                  <c:v>40751</c:v>
                </c:pt>
                <c:pt idx="3018">
                  <c:v>40752</c:v>
                </c:pt>
                <c:pt idx="3019">
                  <c:v>40753</c:v>
                </c:pt>
                <c:pt idx="3020">
                  <c:v>40756</c:v>
                </c:pt>
                <c:pt idx="3021">
                  <c:v>40757</c:v>
                </c:pt>
                <c:pt idx="3022">
                  <c:v>40758</c:v>
                </c:pt>
                <c:pt idx="3023">
                  <c:v>40759</c:v>
                </c:pt>
                <c:pt idx="3024">
                  <c:v>40760</c:v>
                </c:pt>
                <c:pt idx="3025">
                  <c:v>40763</c:v>
                </c:pt>
                <c:pt idx="3026">
                  <c:v>40764</c:v>
                </c:pt>
                <c:pt idx="3027">
                  <c:v>40765</c:v>
                </c:pt>
                <c:pt idx="3028">
                  <c:v>40766</c:v>
                </c:pt>
                <c:pt idx="3029">
                  <c:v>40767</c:v>
                </c:pt>
                <c:pt idx="3030">
                  <c:v>40770</c:v>
                </c:pt>
                <c:pt idx="3031">
                  <c:v>40771</c:v>
                </c:pt>
                <c:pt idx="3032">
                  <c:v>40772</c:v>
                </c:pt>
                <c:pt idx="3033">
                  <c:v>40773</c:v>
                </c:pt>
                <c:pt idx="3034">
                  <c:v>40774</c:v>
                </c:pt>
                <c:pt idx="3035">
                  <c:v>40777</c:v>
                </c:pt>
                <c:pt idx="3036">
                  <c:v>40778</c:v>
                </c:pt>
                <c:pt idx="3037">
                  <c:v>40779</c:v>
                </c:pt>
                <c:pt idx="3038">
                  <c:v>40780</c:v>
                </c:pt>
                <c:pt idx="3039">
                  <c:v>40781</c:v>
                </c:pt>
                <c:pt idx="3040">
                  <c:v>40784</c:v>
                </c:pt>
                <c:pt idx="3041">
                  <c:v>40785</c:v>
                </c:pt>
                <c:pt idx="3042">
                  <c:v>40786</c:v>
                </c:pt>
                <c:pt idx="3043">
                  <c:v>40787</c:v>
                </c:pt>
                <c:pt idx="3044">
                  <c:v>40788</c:v>
                </c:pt>
                <c:pt idx="3045">
                  <c:v>40791</c:v>
                </c:pt>
                <c:pt idx="3046">
                  <c:v>40792</c:v>
                </c:pt>
                <c:pt idx="3047">
                  <c:v>40793</c:v>
                </c:pt>
                <c:pt idx="3048">
                  <c:v>40794</c:v>
                </c:pt>
                <c:pt idx="3049">
                  <c:v>40795</c:v>
                </c:pt>
                <c:pt idx="3050">
                  <c:v>40798</c:v>
                </c:pt>
                <c:pt idx="3051">
                  <c:v>40799</c:v>
                </c:pt>
                <c:pt idx="3052">
                  <c:v>40800</c:v>
                </c:pt>
                <c:pt idx="3053">
                  <c:v>40801</c:v>
                </c:pt>
                <c:pt idx="3054">
                  <c:v>40802</c:v>
                </c:pt>
                <c:pt idx="3055">
                  <c:v>40805</c:v>
                </c:pt>
                <c:pt idx="3056">
                  <c:v>40806</c:v>
                </c:pt>
                <c:pt idx="3057">
                  <c:v>40807</c:v>
                </c:pt>
                <c:pt idx="3058">
                  <c:v>40808</c:v>
                </c:pt>
                <c:pt idx="3059">
                  <c:v>40809</c:v>
                </c:pt>
                <c:pt idx="3060">
                  <c:v>40812</c:v>
                </c:pt>
                <c:pt idx="3061">
                  <c:v>40813</c:v>
                </c:pt>
                <c:pt idx="3062">
                  <c:v>40814</c:v>
                </c:pt>
                <c:pt idx="3063">
                  <c:v>40815</c:v>
                </c:pt>
                <c:pt idx="3064">
                  <c:v>40816</c:v>
                </c:pt>
                <c:pt idx="3065">
                  <c:v>40819</c:v>
                </c:pt>
                <c:pt idx="3066">
                  <c:v>40820</c:v>
                </c:pt>
                <c:pt idx="3067">
                  <c:v>40821</c:v>
                </c:pt>
                <c:pt idx="3068">
                  <c:v>40822</c:v>
                </c:pt>
                <c:pt idx="3069">
                  <c:v>40823</c:v>
                </c:pt>
                <c:pt idx="3070">
                  <c:v>40826</c:v>
                </c:pt>
                <c:pt idx="3071">
                  <c:v>40827</c:v>
                </c:pt>
                <c:pt idx="3072">
                  <c:v>40828</c:v>
                </c:pt>
                <c:pt idx="3073">
                  <c:v>40829</c:v>
                </c:pt>
                <c:pt idx="3074">
                  <c:v>40830</c:v>
                </c:pt>
                <c:pt idx="3075">
                  <c:v>40833</c:v>
                </c:pt>
                <c:pt idx="3076">
                  <c:v>40834</c:v>
                </c:pt>
                <c:pt idx="3077">
                  <c:v>40835</c:v>
                </c:pt>
                <c:pt idx="3078">
                  <c:v>40836</c:v>
                </c:pt>
                <c:pt idx="3079">
                  <c:v>40837</c:v>
                </c:pt>
                <c:pt idx="3080">
                  <c:v>40840</c:v>
                </c:pt>
                <c:pt idx="3081">
                  <c:v>40841</c:v>
                </c:pt>
                <c:pt idx="3082">
                  <c:v>40842</c:v>
                </c:pt>
                <c:pt idx="3083">
                  <c:v>40843</c:v>
                </c:pt>
                <c:pt idx="3084">
                  <c:v>40844</c:v>
                </c:pt>
                <c:pt idx="3085">
                  <c:v>40847</c:v>
                </c:pt>
                <c:pt idx="3086">
                  <c:v>40848</c:v>
                </c:pt>
                <c:pt idx="3087">
                  <c:v>40849</c:v>
                </c:pt>
                <c:pt idx="3088">
                  <c:v>40850</c:v>
                </c:pt>
                <c:pt idx="3089">
                  <c:v>40851</c:v>
                </c:pt>
                <c:pt idx="3090">
                  <c:v>40854</c:v>
                </c:pt>
                <c:pt idx="3091">
                  <c:v>40855</c:v>
                </c:pt>
                <c:pt idx="3092">
                  <c:v>40856</c:v>
                </c:pt>
                <c:pt idx="3093">
                  <c:v>40857</c:v>
                </c:pt>
                <c:pt idx="3094">
                  <c:v>40858</c:v>
                </c:pt>
                <c:pt idx="3095">
                  <c:v>40861</c:v>
                </c:pt>
                <c:pt idx="3096">
                  <c:v>40862</c:v>
                </c:pt>
                <c:pt idx="3097">
                  <c:v>40863</c:v>
                </c:pt>
                <c:pt idx="3098">
                  <c:v>40864</c:v>
                </c:pt>
                <c:pt idx="3099">
                  <c:v>40865</c:v>
                </c:pt>
                <c:pt idx="3100">
                  <c:v>40868</c:v>
                </c:pt>
                <c:pt idx="3101">
                  <c:v>40869</c:v>
                </c:pt>
                <c:pt idx="3102">
                  <c:v>40870</c:v>
                </c:pt>
                <c:pt idx="3103">
                  <c:v>40871</c:v>
                </c:pt>
                <c:pt idx="3104">
                  <c:v>40872</c:v>
                </c:pt>
                <c:pt idx="3105">
                  <c:v>40875</c:v>
                </c:pt>
                <c:pt idx="3106">
                  <c:v>40876</c:v>
                </c:pt>
                <c:pt idx="3107">
                  <c:v>40877</c:v>
                </c:pt>
                <c:pt idx="3108">
                  <c:v>40878</c:v>
                </c:pt>
                <c:pt idx="3109">
                  <c:v>40879</c:v>
                </c:pt>
                <c:pt idx="3110">
                  <c:v>40882</c:v>
                </c:pt>
                <c:pt idx="3111">
                  <c:v>40883</c:v>
                </c:pt>
                <c:pt idx="3112">
                  <c:v>40884</c:v>
                </c:pt>
                <c:pt idx="3113">
                  <c:v>40885</c:v>
                </c:pt>
                <c:pt idx="3114">
                  <c:v>40886</c:v>
                </c:pt>
                <c:pt idx="3115">
                  <c:v>40889</c:v>
                </c:pt>
                <c:pt idx="3116">
                  <c:v>40890</c:v>
                </c:pt>
                <c:pt idx="3117">
                  <c:v>40891</c:v>
                </c:pt>
                <c:pt idx="3118">
                  <c:v>40892</c:v>
                </c:pt>
                <c:pt idx="3119">
                  <c:v>40893</c:v>
                </c:pt>
                <c:pt idx="3120">
                  <c:v>40896</c:v>
                </c:pt>
                <c:pt idx="3121">
                  <c:v>40897</c:v>
                </c:pt>
                <c:pt idx="3122">
                  <c:v>40898</c:v>
                </c:pt>
                <c:pt idx="3123">
                  <c:v>40899</c:v>
                </c:pt>
                <c:pt idx="3124">
                  <c:v>40900</c:v>
                </c:pt>
                <c:pt idx="3125">
                  <c:v>40903</c:v>
                </c:pt>
                <c:pt idx="3126">
                  <c:v>40904</c:v>
                </c:pt>
                <c:pt idx="3127">
                  <c:v>40905</c:v>
                </c:pt>
                <c:pt idx="3128">
                  <c:v>40906</c:v>
                </c:pt>
                <c:pt idx="3129">
                  <c:v>40907</c:v>
                </c:pt>
                <c:pt idx="3130">
                  <c:v>40910</c:v>
                </c:pt>
                <c:pt idx="3131">
                  <c:v>40911</c:v>
                </c:pt>
                <c:pt idx="3132">
                  <c:v>40912</c:v>
                </c:pt>
                <c:pt idx="3133">
                  <c:v>40913</c:v>
                </c:pt>
                <c:pt idx="3134">
                  <c:v>40914</c:v>
                </c:pt>
                <c:pt idx="3135">
                  <c:v>40917</c:v>
                </c:pt>
                <c:pt idx="3136">
                  <c:v>40918</c:v>
                </c:pt>
                <c:pt idx="3137">
                  <c:v>40919</c:v>
                </c:pt>
                <c:pt idx="3138">
                  <c:v>40920</c:v>
                </c:pt>
                <c:pt idx="3139">
                  <c:v>40921</c:v>
                </c:pt>
                <c:pt idx="3140">
                  <c:v>40924</c:v>
                </c:pt>
                <c:pt idx="3141">
                  <c:v>40925</c:v>
                </c:pt>
                <c:pt idx="3142">
                  <c:v>40926</c:v>
                </c:pt>
                <c:pt idx="3143">
                  <c:v>40927</c:v>
                </c:pt>
                <c:pt idx="3144">
                  <c:v>40928</c:v>
                </c:pt>
                <c:pt idx="3145">
                  <c:v>40931</c:v>
                </c:pt>
                <c:pt idx="3146">
                  <c:v>40932</c:v>
                </c:pt>
                <c:pt idx="3147">
                  <c:v>40933</c:v>
                </c:pt>
                <c:pt idx="3148">
                  <c:v>40934</c:v>
                </c:pt>
                <c:pt idx="3149">
                  <c:v>40935</c:v>
                </c:pt>
                <c:pt idx="3150">
                  <c:v>40938</c:v>
                </c:pt>
                <c:pt idx="3151">
                  <c:v>40939</c:v>
                </c:pt>
                <c:pt idx="3152">
                  <c:v>40940</c:v>
                </c:pt>
                <c:pt idx="3153">
                  <c:v>40941</c:v>
                </c:pt>
                <c:pt idx="3154">
                  <c:v>40942</c:v>
                </c:pt>
                <c:pt idx="3155">
                  <c:v>40945</c:v>
                </c:pt>
                <c:pt idx="3156">
                  <c:v>40946</c:v>
                </c:pt>
                <c:pt idx="3157">
                  <c:v>40947</c:v>
                </c:pt>
                <c:pt idx="3158">
                  <c:v>40948</c:v>
                </c:pt>
                <c:pt idx="3159">
                  <c:v>40949</c:v>
                </c:pt>
                <c:pt idx="3160">
                  <c:v>40952</c:v>
                </c:pt>
                <c:pt idx="3161">
                  <c:v>40953</c:v>
                </c:pt>
                <c:pt idx="3162">
                  <c:v>40954</c:v>
                </c:pt>
                <c:pt idx="3163">
                  <c:v>40955</c:v>
                </c:pt>
                <c:pt idx="3164">
                  <c:v>40956</c:v>
                </c:pt>
                <c:pt idx="3165">
                  <c:v>40959</c:v>
                </c:pt>
                <c:pt idx="3166">
                  <c:v>40960</c:v>
                </c:pt>
                <c:pt idx="3167">
                  <c:v>40961</c:v>
                </c:pt>
                <c:pt idx="3168">
                  <c:v>40962</c:v>
                </c:pt>
                <c:pt idx="3169">
                  <c:v>40963</c:v>
                </c:pt>
                <c:pt idx="3170">
                  <c:v>40966</c:v>
                </c:pt>
                <c:pt idx="3171">
                  <c:v>40967</c:v>
                </c:pt>
                <c:pt idx="3172">
                  <c:v>40968</c:v>
                </c:pt>
                <c:pt idx="3173">
                  <c:v>40969</c:v>
                </c:pt>
                <c:pt idx="3174">
                  <c:v>40970</c:v>
                </c:pt>
                <c:pt idx="3175">
                  <c:v>40973</c:v>
                </c:pt>
                <c:pt idx="3176">
                  <c:v>40974</c:v>
                </c:pt>
                <c:pt idx="3177">
                  <c:v>40975</c:v>
                </c:pt>
                <c:pt idx="3178">
                  <c:v>40976</c:v>
                </c:pt>
                <c:pt idx="3179">
                  <c:v>40977</c:v>
                </c:pt>
                <c:pt idx="3180">
                  <c:v>40980</c:v>
                </c:pt>
                <c:pt idx="3181">
                  <c:v>40981</c:v>
                </c:pt>
                <c:pt idx="3182">
                  <c:v>40982</c:v>
                </c:pt>
                <c:pt idx="3183">
                  <c:v>40983</c:v>
                </c:pt>
                <c:pt idx="3184">
                  <c:v>40984</c:v>
                </c:pt>
                <c:pt idx="3185">
                  <c:v>40987</c:v>
                </c:pt>
                <c:pt idx="3186">
                  <c:v>40988</c:v>
                </c:pt>
                <c:pt idx="3187">
                  <c:v>40989</c:v>
                </c:pt>
                <c:pt idx="3188">
                  <c:v>40990</c:v>
                </c:pt>
                <c:pt idx="3189">
                  <c:v>40991</c:v>
                </c:pt>
                <c:pt idx="3190">
                  <c:v>40994</c:v>
                </c:pt>
                <c:pt idx="3191">
                  <c:v>40995</c:v>
                </c:pt>
                <c:pt idx="3192">
                  <c:v>40996</c:v>
                </c:pt>
                <c:pt idx="3193">
                  <c:v>40997</c:v>
                </c:pt>
                <c:pt idx="3194">
                  <c:v>40998</c:v>
                </c:pt>
                <c:pt idx="3195">
                  <c:v>41001</c:v>
                </c:pt>
                <c:pt idx="3196">
                  <c:v>41002</c:v>
                </c:pt>
                <c:pt idx="3197">
                  <c:v>41003</c:v>
                </c:pt>
                <c:pt idx="3198">
                  <c:v>41004</c:v>
                </c:pt>
                <c:pt idx="3199">
                  <c:v>41005</c:v>
                </c:pt>
                <c:pt idx="3200">
                  <c:v>41008</c:v>
                </c:pt>
                <c:pt idx="3201">
                  <c:v>41009</c:v>
                </c:pt>
                <c:pt idx="3202">
                  <c:v>41010</c:v>
                </c:pt>
                <c:pt idx="3203">
                  <c:v>41011</c:v>
                </c:pt>
                <c:pt idx="3204">
                  <c:v>41012</c:v>
                </c:pt>
                <c:pt idx="3205">
                  <c:v>41015</c:v>
                </c:pt>
                <c:pt idx="3206">
                  <c:v>41016</c:v>
                </c:pt>
                <c:pt idx="3207">
                  <c:v>41017</c:v>
                </c:pt>
                <c:pt idx="3208">
                  <c:v>41018</c:v>
                </c:pt>
                <c:pt idx="3209">
                  <c:v>41019</c:v>
                </c:pt>
                <c:pt idx="3210">
                  <c:v>41022</c:v>
                </c:pt>
                <c:pt idx="3211">
                  <c:v>41023</c:v>
                </c:pt>
                <c:pt idx="3212">
                  <c:v>41024</c:v>
                </c:pt>
                <c:pt idx="3213">
                  <c:v>41025</c:v>
                </c:pt>
                <c:pt idx="3214">
                  <c:v>41026</c:v>
                </c:pt>
                <c:pt idx="3215">
                  <c:v>41029</c:v>
                </c:pt>
                <c:pt idx="3216">
                  <c:v>41030</c:v>
                </c:pt>
                <c:pt idx="3217">
                  <c:v>41031</c:v>
                </c:pt>
                <c:pt idx="3218">
                  <c:v>41032</c:v>
                </c:pt>
                <c:pt idx="3219">
                  <c:v>41033</c:v>
                </c:pt>
                <c:pt idx="3220">
                  <c:v>41036</c:v>
                </c:pt>
                <c:pt idx="3221">
                  <c:v>41037</c:v>
                </c:pt>
                <c:pt idx="3222">
                  <c:v>41038</c:v>
                </c:pt>
                <c:pt idx="3223">
                  <c:v>41039</c:v>
                </c:pt>
                <c:pt idx="3224">
                  <c:v>41040</c:v>
                </c:pt>
                <c:pt idx="3225">
                  <c:v>41043</c:v>
                </c:pt>
                <c:pt idx="3226">
                  <c:v>41044</c:v>
                </c:pt>
                <c:pt idx="3227">
                  <c:v>41045</c:v>
                </c:pt>
                <c:pt idx="3228">
                  <c:v>41046</c:v>
                </c:pt>
                <c:pt idx="3229">
                  <c:v>41047</c:v>
                </c:pt>
                <c:pt idx="3230">
                  <c:v>41050</c:v>
                </c:pt>
                <c:pt idx="3231">
                  <c:v>41051</c:v>
                </c:pt>
                <c:pt idx="3232">
                  <c:v>41052</c:v>
                </c:pt>
                <c:pt idx="3233">
                  <c:v>41053</c:v>
                </c:pt>
                <c:pt idx="3234">
                  <c:v>41054</c:v>
                </c:pt>
                <c:pt idx="3235">
                  <c:v>41057</c:v>
                </c:pt>
                <c:pt idx="3236">
                  <c:v>41058</c:v>
                </c:pt>
                <c:pt idx="3237">
                  <c:v>41059</c:v>
                </c:pt>
                <c:pt idx="3238">
                  <c:v>41060</c:v>
                </c:pt>
                <c:pt idx="3239">
                  <c:v>41061</c:v>
                </c:pt>
                <c:pt idx="3240">
                  <c:v>41064</c:v>
                </c:pt>
                <c:pt idx="3241">
                  <c:v>41065</c:v>
                </c:pt>
                <c:pt idx="3242">
                  <c:v>41066</c:v>
                </c:pt>
                <c:pt idx="3243">
                  <c:v>41067</c:v>
                </c:pt>
                <c:pt idx="3244">
                  <c:v>41068</c:v>
                </c:pt>
                <c:pt idx="3245">
                  <c:v>41071</c:v>
                </c:pt>
                <c:pt idx="3246">
                  <c:v>41072</c:v>
                </c:pt>
                <c:pt idx="3247">
                  <c:v>41073</c:v>
                </c:pt>
                <c:pt idx="3248">
                  <c:v>41074</c:v>
                </c:pt>
                <c:pt idx="3249">
                  <c:v>41075</c:v>
                </c:pt>
                <c:pt idx="3250">
                  <c:v>41078</c:v>
                </c:pt>
                <c:pt idx="3251">
                  <c:v>41079</c:v>
                </c:pt>
                <c:pt idx="3252">
                  <c:v>41080</c:v>
                </c:pt>
                <c:pt idx="3253">
                  <c:v>41081</c:v>
                </c:pt>
                <c:pt idx="3254">
                  <c:v>41082</c:v>
                </c:pt>
                <c:pt idx="3255">
                  <c:v>41085</c:v>
                </c:pt>
                <c:pt idx="3256">
                  <c:v>41086</c:v>
                </c:pt>
                <c:pt idx="3257">
                  <c:v>41087</c:v>
                </c:pt>
                <c:pt idx="3258">
                  <c:v>41088</c:v>
                </c:pt>
                <c:pt idx="3259">
                  <c:v>41089</c:v>
                </c:pt>
                <c:pt idx="3260">
                  <c:v>41092</c:v>
                </c:pt>
                <c:pt idx="3261">
                  <c:v>41093</c:v>
                </c:pt>
                <c:pt idx="3262">
                  <c:v>41094</c:v>
                </c:pt>
                <c:pt idx="3263">
                  <c:v>41095</c:v>
                </c:pt>
                <c:pt idx="3264">
                  <c:v>41096</c:v>
                </c:pt>
                <c:pt idx="3265">
                  <c:v>41099</c:v>
                </c:pt>
                <c:pt idx="3266">
                  <c:v>41100</c:v>
                </c:pt>
                <c:pt idx="3267">
                  <c:v>41101</c:v>
                </c:pt>
                <c:pt idx="3268">
                  <c:v>41102</c:v>
                </c:pt>
                <c:pt idx="3269">
                  <c:v>41103</c:v>
                </c:pt>
                <c:pt idx="3270">
                  <c:v>41106</c:v>
                </c:pt>
                <c:pt idx="3271">
                  <c:v>41107</c:v>
                </c:pt>
                <c:pt idx="3272">
                  <c:v>41108</c:v>
                </c:pt>
                <c:pt idx="3273">
                  <c:v>41109</c:v>
                </c:pt>
                <c:pt idx="3274">
                  <c:v>41110</c:v>
                </c:pt>
                <c:pt idx="3275">
                  <c:v>41113</c:v>
                </c:pt>
                <c:pt idx="3276">
                  <c:v>41114</c:v>
                </c:pt>
                <c:pt idx="3277">
                  <c:v>41115</c:v>
                </c:pt>
                <c:pt idx="3278">
                  <c:v>41116</c:v>
                </c:pt>
                <c:pt idx="3279">
                  <c:v>41117</c:v>
                </c:pt>
                <c:pt idx="3280">
                  <c:v>41120</c:v>
                </c:pt>
                <c:pt idx="3281">
                  <c:v>41121</c:v>
                </c:pt>
                <c:pt idx="3282">
                  <c:v>41122</c:v>
                </c:pt>
                <c:pt idx="3283">
                  <c:v>41123</c:v>
                </c:pt>
                <c:pt idx="3284">
                  <c:v>41124</c:v>
                </c:pt>
                <c:pt idx="3285">
                  <c:v>41127</c:v>
                </c:pt>
                <c:pt idx="3286">
                  <c:v>41128</c:v>
                </c:pt>
                <c:pt idx="3287">
                  <c:v>41129</c:v>
                </c:pt>
                <c:pt idx="3288">
                  <c:v>41130</c:v>
                </c:pt>
                <c:pt idx="3289">
                  <c:v>41131</c:v>
                </c:pt>
                <c:pt idx="3290">
                  <c:v>41134</c:v>
                </c:pt>
                <c:pt idx="3291">
                  <c:v>41135</c:v>
                </c:pt>
                <c:pt idx="3292">
                  <c:v>41136</c:v>
                </c:pt>
                <c:pt idx="3293">
                  <c:v>41137</c:v>
                </c:pt>
                <c:pt idx="3294">
                  <c:v>41138</c:v>
                </c:pt>
                <c:pt idx="3295">
                  <c:v>41141</c:v>
                </c:pt>
                <c:pt idx="3296">
                  <c:v>41142</c:v>
                </c:pt>
                <c:pt idx="3297">
                  <c:v>41143</c:v>
                </c:pt>
                <c:pt idx="3298">
                  <c:v>41144</c:v>
                </c:pt>
                <c:pt idx="3299">
                  <c:v>41145</c:v>
                </c:pt>
                <c:pt idx="3300">
                  <c:v>41148</c:v>
                </c:pt>
                <c:pt idx="3301">
                  <c:v>41149</c:v>
                </c:pt>
                <c:pt idx="3302">
                  <c:v>41150</c:v>
                </c:pt>
                <c:pt idx="3303">
                  <c:v>41151</c:v>
                </c:pt>
                <c:pt idx="3304">
                  <c:v>41152</c:v>
                </c:pt>
                <c:pt idx="3305">
                  <c:v>41155</c:v>
                </c:pt>
                <c:pt idx="3306">
                  <c:v>41156</c:v>
                </c:pt>
                <c:pt idx="3307">
                  <c:v>41157</c:v>
                </c:pt>
                <c:pt idx="3308">
                  <c:v>41158</c:v>
                </c:pt>
                <c:pt idx="3309">
                  <c:v>41159</c:v>
                </c:pt>
                <c:pt idx="3310">
                  <c:v>41162</c:v>
                </c:pt>
                <c:pt idx="3311">
                  <c:v>41163</c:v>
                </c:pt>
                <c:pt idx="3312">
                  <c:v>41164</c:v>
                </c:pt>
                <c:pt idx="3313">
                  <c:v>41165</c:v>
                </c:pt>
                <c:pt idx="3314">
                  <c:v>41166</c:v>
                </c:pt>
                <c:pt idx="3315">
                  <c:v>41169</c:v>
                </c:pt>
                <c:pt idx="3316">
                  <c:v>41170</c:v>
                </c:pt>
                <c:pt idx="3317">
                  <c:v>41171</c:v>
                </c:pt>
                <c:pt idx="3318">
                  <c:v>41172</c:v>
                </c:pt>
                <c:pt idx="3319">
                  <c:v>41173</c:v>
                </c:pt>
                <c:pt idx="3320">
                  <c:v>41176</c:v>
                </c:pt>
                <c:pt idx="3321">
                  <c:v>41177</c:v>
                </c:pt>
                <c:pt idx="3322">
                  <c:v>41178</c:v>
                </c:pt>
                <c:pt idx="3323">
                  <c:v>41179</c:v>
                </c:pt>
                <c:pt idx="3324">
                  <c:v>41180</c:v>
                </c:pt>
                <c:pt idx="3325">
                  <c:v>41183</c:v>
                </c:pt>
                <c:pt idx="3326">
                  <c:v>41184</c:v>
                </c:pt>
                <c:pt idx="3327">
                  <c:v>41185</c:v>
                </c:pt>
                <c:pt idx="3328">
                  <c:v>41186</c:v>
                </c:pt>
                <c:pt idx="3329">
                  <c:v>41187</c:v>
                </c:pt>
                <c:pt idx="3330">
                  <c:v>41190</c:v>
                </c:pt>
                <c:pt idx="3331">
                  <c:v>41191</c:v>
                </c:pt>
                <c:pt idx="3332">
                  <c:v>41192</c:v>
                </c:pt>
                <c:pt idx="3333">
                  <c:v>41193</c:v>
                </c:pt>
                <c:pt idx="3334">
                  <c:v>41194</c:v>
                </c:pt>
                <c:pt idx="3335">
                  <c:v>41197</c:v>
                </c:pt>
                <c:pt idx="3336">
                  <c:v>41198</c:v>
                </c:pt>
                <c:pt idx="3337">
                  <c:v>41199</c:v>
                </c:pt>
                <c:pt idx="3338">
                  <c:v>41200</c:v>
                </c:pt>
                <c:pt idx="3339">
                  <c:v>41201</c:v>
                </c:pt>
                <c:pt idx="3340">
                  <c:v>41204</c:v>
                </c:pt>
                <c:pt idx="3341">
                  <c:v>41205</c:v>
                </c:pt>
                <c:pt idx="3342">
                  <c:v>41206</c:v>
                </c:pt>
                <c:pt idx="3343">
                  <c:v>41207</c:v>
                </c:pt>
                <c:pt idx="3344">
                  <c:v>41208</c:v>
                </c:pt>
                <c:pt idx="3345">
                  <c:v>41211</c:v>
                </c:pt>
                <c:pt idx="3346">
                  <c:v>41212</c:v>
                </c:pt>
                <c:pt idx="3347">
                  <c:v>41213</c:v>
                </c:pt>
                <c:pt idx="3348">
                  <c:v>41214</c:v>
                </c:pt>
                <c:pt idx="3349">
                  <c:v>41215</c:v>
                </c:pt>
                <c:pt idx="3350">
                  <c:v>41218</c:v>
                </c:pt>
                <c:pt idx="3351">
                  <c:v>41219</c:v>
                </c:pt>
                <c:pt idx="3352">
                  <c:v>41220</c:v>
                </c:pt>
                <c:pt idx="3353">
                  <c:v>41221</c:v>
                </c:pt>
                <c:pt idx="3354">
                  <c:v>41222</c:v>
                </c:pt>
                <c:pt idx="3355">
                  <c:v>41225</c:v>
                </c:pt>
                <c:pt idx="3356">
                  <c:v>41226</c:v>
                </c:pt>
                <c:pt idx="3357">
                  <c:v>41227</c:v>
                </c:pt>
                <c:pt idx="3358">
                  <c:v>41228</c:v>
                </c:pt>
                <c:pt idx="3359">
                  <c:v>41229</c:v>
                </c:pt>
                <c:pt idx="3360">
                  <c:v>41232</c:v>
                </c:pt>
                <c:pt idx="3361">
                  <c:v>41233</c:v>
                </c:pt>
                <c:pt idx="3362">
                  <c:v>41234</c:v>
                </c:pt>
                <c:pt idx="3363">
                  <c:v>41235</c:v>
                </c:pt>
                <c:pt idx="3364">
                  <c:v>41236</c:v>
                </c:pt>
                <c:pt idx="3365">
                  <c:v>41239</c:v>
                </c:pt>
                <c:pt idx="3366">
                  <c:v>41240</c:v>
                </c:pt>
                <c:pt idx="3367">
                  <c:v>41241</c:v>
                </c:pt>
                <c:pt idx="3368">
                  <c:v>41242</c:v>
                </c:pt>
                <c:pt idx="3369">
                  <c:v>41243</c:v>
                </c:pt>
                <c:pt idx="3370">
                  <c:v>41246</c:v>
                </c:pt>
                <c:pt idx="3371">
                  <c:v>41247</c:v>
                </c:pt>
                <c:pt idx="3372">
                  <c:v>41248</c:v>
                </c:pt>
                <c:pt idx="3373">
                  <c:v>41249</c:v>
                </c:pt>
                <c:pt idx="3374">
                  <c:v>41250</c:v>
                </c:pt>
                <c:pt idx="3375">
                  <c:v>41253</c:v>
                </c:pt>
                <c:pt idx="3376">
                  <c:v>41254</c:v>
                </c:pt>
                <c:pt idx="3377">
                  <c:v>41255</c:v>
                </c:pt>
                <c:pt idx="3378">
                  <c:v>41256</c:v>
                </c:pt>
                <c:pt idx="3379">
                  <c:v>41257</c:v>
                </c:pt>
                <c:pt idx="3380">
                  <c:v>41260</c:v>
                </c:pt>
                <c:pt idx="3381">
                  <c:v>41261</c:v>
                </c:pt>
                <c:pt idx="3382">
                  <c:v>41262</c:v>
                </c:pt>
                <c:pt idx="3383">
                  <c:v>41263</c:v>
                </c:pt>
                <c:pt idx="3384">
                  <c:v>41264</c:v>
                </c:pt>
                <c:pt idx="3385">
                  <c:v>41267</c:v>
                </c:pt>
                <c:pt idx="3386">
                  <c:v>41268</c:v>
                </c:pt>
                <c:pt idx="3387">
                  <c:v>41269</c:v>
                </c:pt>
                <c:pt idx="3388">
                  <c:v>41270</c:v>
                </c:pt>
                <c:pt idx="3389">
                  <c:v>41271</c:v>
                </c:pt>
                <c:pt idx="3390">
                  <c:v>41274</c:v>
                </c:pt>
                <c:pt idx="3391">
                  <c:v>41275</c:v>
                </c:pt>
                <c:pt idx="3392">
                  <c:v>41276</c:v>
                </c:pt>
                <c:pt idx="3393">
                  <c:v>41277</c:v>
                </c:pt>
                <c:pt idx="3394">
                  <c:v>41278</c:v>
                </c:pt>
                <c:pt idx="3395">
                  <c:v>41281</c:v>
                </c:pt>
                <c:pt idx="3396">
                  <c:v>41282</c:v>
                </c:pt>
                <c:pt idx="3397">
                  <c:v>41283</c:v>
                </c:pt>
                <c:pt idx="3398">
                  <c:v>41284</c:v>
                </c:pt>
                <c:pt idx="3399">
                  <c:v>41285</c:v>
                </c:pt>
                <c:pt idx="3400">
                  <c:v>41288</c:v>
                </c:pt>
                <c:pt idx="3401">
                  <c:v>41289</c:v>
                </c:pt>
                <c:pt idx="3402">
                  <c:v>41290</c:v>
                </c:pt>
                <c:pt idx="3403">
                  <c:v>41291</c:v>
                </c:pt>
                <c:pt idx="3404">
                  <c:v>41292</c:v>
                </c:pt>
                <c:pt idx="3405">
                  <c:v>41295</c:v>
                </c:pt>
                <c:pt idx="3406">
                  <c:v>41296</c:v>
                </c:pt>
                <c:pt idx="3407">
                  <c:v>41297</c:v>
                </c:pt>
                <c:pt idx="3408">
                  <c:v>41298</c:v>
                </c:pt>
                <c:pt idx="3409">
                  <c:v>41299</c:v>
                </c:pt>
                <c:pt idx="3410">
                  <c:v>41302</c:v>
                </c:pt>
                <c:pt idx="3411">
                  <c:v>41303</c:v>
                </c:pt>
                <c:pt idx="3412">
                  <c:v>41304</c:v>
                </c:pt>
                <c:pt idx="3413">
                  <c:v>41305</c:v>
                </c:pt>
                <c:pt idx="3414">
                  <c:v>41306</c:v>
                </c:pt>
                <c:pt idx="3415">
                  <c:v>41309</c:v>
                </c:pt>
                <c:pt idx="3416">
                  <c:v>41310</c:v>
                </c:pt>
                <c:pt idx="3417">
                  <c:v>41311</c:v>
                </c:pt>
                <c:pt idx="3418">
                  <c:v>41312</c:v>
                </c:pt>
                <c:pt idx="3419">
                  <c:v>41313</c:v>
                </c:pt>
                <c:pt idx="3420">
                  <c:v>41316</c:v>
                </c:pt>
                <c:pt idx="3421">
                  <c:v>41317</c:v>
                </c:pt>
                <c:pt idx="3422">
                  <c:v>41318</c:v>
                </c:pt>
                <c:pt idx="3423">
                  <c:v>41319</c:v>
                </c:pt>
                <c:pt idx="3424">
                  <c:v>41320</c:v>
                </c:pt>
                <c:pt idx="3425">
                  <c:v>41323</c:v>
                </c:pt>
                <c:pt idx="3426">
                  <c:v>41324</c:v>
                </c:pt>
                <c:pt idx="3427">
                  <c:v>41325</c:v>
                </c:pt>
                <c:pt idx="3428">
                  <c:v>41326</c:v>
                </c:pt>
                <c:pt idx="3429">
                  <c:v>41327</c:v>
                </c:pt>
                <c:pt idx="3430">
                  <c:v>41330</c:v>
                </c:pt>
                <c:pt idx="3431">
                  <c:v>41331</c:v>
                </c:pt>
                <c:pt idx="3432">
                  <c:v>41332</c:v>
                </c:pt>
                <c:pt idx="3433">
                  <c:v>41333</c:v>
                </c:pt>
                <c:pt idx="3434">
                  <c:v>41334</c:v>
                </c:pt>
                <c:pt idx="3435">
                  <c:v>41337</c:v>
                </c:pt>
                <c:pt idx="3436">
                  <c:v>41338</c:v>
                </c:pt>
                <c:pt idx="3437">
                  <c:v>41339</c:v>
                </c:pt>
                <c:pt idx="3438">
                  <c:v>41340</c:v>
                </c:pt>
                <c:pt idx="3439">
                  <c:v>41341</c:v>
                </c:pt>
                <c:pt idx="3440">
                  <c:v>41344</c:v>
                </c:pt>
                <c:pt idx="3441">
                  <c:v>41345</c:v>
                </c:pt>
                <c:pt idx="3442">
                  <c:v>41346</c:v>
                </c:pt>
                <c:pt idx="3443">
                  <c:v>41347</c:v>
                </c:pt>
                <c:pt idx="3444">
                  <c:v>41348</c:v>
                </c:pt>
                <c:pt idx="3445">
                  <c:v>41351</c:v>
                </c:pt>
                <c:pt idx="3446">
                  <c:v>41352</c:v>
                </c:pt>
                <c:pt idx="3447">
                  <c:v>41353</c:v>
                </c:pt>
                <c:pt idx="3448">
                  <c:v>41354</c:v>
                </c:pt>
                <c:pt idx="3449">
                  <c:v>41355</c:v>
                </c:pt>
                <c:pt idx="3450">
                  <c:v>41358</c:v>
                </c:pt>
                <c:pt idx="3451">
                  <c:v>41359</c:v>
                </c:pt>
                <c:pt idx="3452">
                  <c:v>41360</c:v>
                </c:pt>
                <c:pt idx="3453">
                  <c:v>41361</c:v>
                </c:pt>
                <c:pt idx="3454">
                  <c:v>41362</c:v>
                </c:pt>
                <c:pt idx="3455">
                  <c:v>41365</c:v>
                </c:pt>
                <c:pt idx="3456">
                  <c:v>41366</c:v>
                </c:pt>
                <c:pt idx="3457">
                  <c:v>41367</c:v>
                </c:pt>
                <c:pt idx="3458">
                  <c:v>41368</c:v>
                </c:pt>
                <c:pt idx="3459">
                  <c:v>41369</c:v>
                </c:pt>
                <c:pt idx="3460">
                  <c:v>41372</c:v>
                </c:pt>
                <c:pt idx="3461">
                  <c:v>41373</c:v>
                </c:pt>
                <c:pt idx="3462">
                  <c:v>41374</c:v>
                </c:pt>
                <c:pt idx="3463">
                  <c:v>41375</c:v>
                </c:pt>
                <c:pt idx="3464">
                  <c:v>41376</c:v>
                </c:pt>
                <c:pt idx="3465">
                  <c:v>41379</c:v>
                </c:pt>
                <c:pt idx="3466">
                  <c:v>41380</c:v>
                </c:pt>
                <c:pt idx="3467">
                  <c:v>41381</c:v>
                </c:pt>
                <c:pt idx="3468">
                  <c:v>41382</c:v>
                </c:pt>
                <c:pt idx="3469">
                  <c:v>41383</c:v>
                </c:pt>
                <c:pt idx="3470">
                  <c:v>41386</c:v>
                </c:pt>
                <c:pt idx="3471">
                  <c:v>41387</c:v>
                </c:pt>
                <c:pt idx="3472">
                  <c:v>41388</c:v>
                </c:pt>
                <c:pt idx="3473">
                  <c:v>41389</c:v>
                </c:pt>
                <c:pt idx="3474">
                  <c:v>41390</c:v>
                </c:pt>
                <c:pt idx="3475">
                  <c:v>41393</c:v>
                </c:pt>
                <c:pt idx="3476">
                  <c:v>41394</c:v>
                </c:pt>
                <c:pt idx="3477">
                  <c:v>41395</c:v>
                </c:pt>
                <c:pt idx="3478">
                  <c:v>41396</c:v>
                </c:pt>
                <c:pt idx="3479">
                  <c:v>41397</c:v>
                </c:pt>
                <c:pt idx="3480">
                  <c:v>41400</c:v>
                </c:pt>
                <c:pt idx="3481">
                  <c:v>41401</c:v>
                </c:pt>
                <c:pt idx="3482">
                  <c:v>41402</c:v>
                </c:pt>
                <c:pt idx="3483">
                  <c:v>41403</c:v>
                </c:pt>
                <c:pt idx="3484">
                  <c:v>41404</c:v>
                </c:pt>
                <c:pt idx="3485">
                  <c:v>41407</c:v>
                </c:pt>
                <c:pt idx="3486">
                  <c:v>41408</c:v>
                </c:pt>
                <c:pt idx="3487">
                  <c:v>41409</c:v>
                </c:pt>
                <c:pt idx="3488">
                  <c:v>41410</c:v>
                </c:pt>
                <c:pt idx="3489">
                  <c:v>41411</c:v>
                </c:pt>
                <c:pt idx="3490">
                  <c:v>41414</c:v>
                </c:pt>
                <c:pt idx="3491">
                  <c:v>41415</c:v>
                </c:pt>
                <c:pt idx="3492">
                  <c:v>41416</c:v>
                </c:pt>
                <c:pt idx="3493">
                  <c:v>41417</c:v>
                </c:pt>
                <c:pt idx="3494">
                  <c:v>41418</c:v>
                </c:pt>
                <c:pt idx="3495">
                  <c:v>41421</c:v>
                </c:pt>
                <c:pt idx="3496">
                  <c:v>41422</c:v>
                </c:pt>
                <c:pt idx="3497">
                  <c:v>41423</c:v>
                </c:pt>
                <c:pt idx="3498">
                  <c:v>41424</c:v>
                </c:pt>
                <c:pt idx="3499">
                  <c:v>41425</c:v>
                </c:pt>
                <c:pt idx="3500">
                  <c:v>41428</c:v>
                </c:pt>
                <c:pt idx="3501">
                  <c:v>41429</c:v>
                </c:pt>
                <c:pt idx="3502">
                  <c:v>41430</c:v>
                </c:pt>
                <c:pt idx="3503">
                  <c:v>41431</c:v>
                </c:pt>
                <c:pt idx="3504">
                  <c:v>41432</c:v>
                </c:pt>
                <c:pt idx="3505">
                  <c:v>41435</c:v>
                </c:pt>
                <c:pt idx="3506">
                  <c:v>41436</c:v>
                </c:pt>
                <c:pt idx="3507">
                  <c:v>41437</c:v>
                </c:pt>
                <c:pt idx="3508">
                  <c:v>41438</c:v>
                </c:pt>
                <c:pt idx="3509">
                  <c:v>41439</c:v>
                </c:pt>
                <c:pt idx="3510">
                  <c:v>41442</c:v>
                </c:pt>
                <c:pt idx="3511">
                  <c:v>41443</c:v>
                </c:pt>
                <c:pt idx="3512">
                  <c:v>41444</c:v>
                </c:pt>
                <c:pt idx="3513">
                  <c:v>41445</c:v>
                </c:pt>
                <c:pt idx="3514">
                  <c:v>41446</c:v>
                </c:pt>
                <c:pt idx="3515">
                  <c:v>41449</c:v>
                </c:pt>
                <c:pt idx="3516">
                  <c:v>41450</c:v>
                </c:pt>
                <c:pt idx="3517">
                  <c:v>41451</c:v>
                </c:pt>
                <c:pt idx="3518">
                  <c:v>41452</c:v>
                </c:pt>
                <c:pt idx="3519">
                  <c:v>41453</c:v>
                </c:pt>
                <c:pt idx="3520">
                  <c:v>41456</c:v>
                </c:pt>
                <c:pt idx="3521">
                  <c:v>41457</c:v>
                </c:pt>
                <c:pt idx="3522">
                  <c:v>41458</c:v>
                </c:pt>
                <c:pt idx="3523">
                  <c:v>41459</c:v>
                </c:pt>
                <c:pt idx="3524">
                  <c:v>41460</c:v>
                </c:pt>
                <c:pt idx="3525">
                  <c:v>41463</c:v>
                </c:pt>
                <c:pt idx="3526">
                  <c:v>41464</c:v>
                </c:pt>
                <c:pt idx="3527">
                  <c:v>41465</c:v>
                </c:pt>
                <c:pt idx="3528">
                  <c:v>41466</c:v>
                </c:pt>
                <c:pt idx="3529">
                  <c:v>41467</c:v>
                </c:pt>
                <c:pt idx="3530">
                  <c:v>41470</c:v>
                </c:pt>
                <c:pt idx="3531">
                  <c:v>41471</c:v>
                </c:pt>
                <c:pt idx="3532">
                  <c:v>41472</c:v>
                </c:pt>
                <c:pt idx="3533">
                  <c:v>41473</c:v>
                </c:pt>
                <c:pt idx="3534">
                  <c:v>41474</c:v>
                </c:pt>
                <c:pt idx="3535">
                  <c:v>41477</c:v>
                </c:pt>
                <c:pt idx="3536">
                  <c:v>41478</c:v>
                </c:pt>
                <c:pt idx="3537">
                  <c:v>41479</c:v>
                </c:pt>
                <c:pt idx="3538">
                  <c:v>41480</c:v>
                </c:pt>
                <c:pt idx="3539">
                  <c:v>41481</c:v>
                </c:pt>
                <c:pt idx="3540">
                  <c:v>41484</c:v>
                </c:pt>
                <c:pt idx="3541">
                  <c:v>41485</c:v>
                </c:pt>
                <c:pt idx="3542">
                  <c:v>41486</c:v>
                </c:pt>
                <c:pt idx="3543">
                  <c:v>41487</c:v>
                </c:pt>
                <c:pt idx="3544">
                  <c:v>41488</c:v>
                </c:pt>
                <c:pt idx="3545">
                  <c:v>41491</c:v>
                </c:pt>
                <c:pt idx="3546">
                  <c:v>41492</c:v>
                </c:pt>
                <c:pt idx="3547">
                  <c:v>41493</c:v>
                </c:pt>
                <c:pt idx="3548">
                  <c:v>41494</c:v>
                </c:pt>
                <c:pt idx="3549">
                  <c:v>41495</c:v>
                </c:pt>
                <c:pt idx="3550">
                  <c:v>41498</c:v>
                </c:pt>
                <c:pt idx="3551">
                  <c:v>41499</c:v>
                </c:pt>
                <c:pt idx="3552">
                  <c:v>41500</c:v>
                </c:pt>
                <c:pt idx="3553">
                  <c:v>41501</c:v>
                </c:pt>
                <c:pt idx="3554">
                  <c:v>41502</c:v>
                </c:pt>
                <c:pt idx="3555">
                  <c:v>41505</c:v>
                </c:pt>
                <c:pt idx="3556">
                  <c:v>41506</c:v>
                </c:pt>
                <c:pt idx="3557">
                  <c:v>41507</c:v>
                </c:pt>
                <c:pt idx="3558">
                  <c:v>41508</c:v>
                </c:pt>
                <c:pt idx="3559">
                  <c:v>41509</c:v>
                </c:pt>
                <c:pt idx="3560">
                  <c:v>41512</c:v>
                </c:pt>
                <c:pt idx="3561">
                  <c:v>41513</c:v>
                </c:pt>
                <c:pt idx="3562">
                  <c:v>41514</c:v>
                </c:pt>
                <c:pt idx="3563">
                  <c:v>41515</c:v>
                </c:pt>
                <c:pt idx="3564">
                  <c:v>41516</c:v>
                </c:pt>
                <c:pt idx="3565">
                  <c:v>41519</c:v>
                </c:pt>
                <c:pt idx="3566">
                  <c:v>41520</c:v>
                </c:pt>
                <c:pt idx="3567">
                  <c:v>41521</c:v>
                </c:pt>
                <c:pt idx="3568">
                  <c:v>41522</c:v>
                </c:pt>
                <c:pt idx="3569">
                  <c:v>41523</c:v>
                </c:pt>
                <c:pt idx="3570">
                  <c:v>41526</c:v>
                </c:pt>
                <c:pt idx="3571">
                  <c:v>41527</c:v>
                </c:pt>
                <c:pt idx="3572">
                  <c:v>41528</c:v>
                </c:pt>
                <c:pt idx="3573">
                  <c:v>41529</c:v>
                </c:pt>
                <c:pt idx="3574">
                  <c:v>41530</c:v>
                </c:pt>
                <c:pt idx="3575">
                  <c:v>41533</c:v>
                </c:pt>
                <c:pt idx="3576">
                  <c:v>41534</c:v>
                </c:pt>
                <c:pt idx="3577">
                  <c:v>41535</c:v>
                </c:pt>
                <c:pt idx="3578">
                  <c:v>41536</c:v>
                </c:pt>
                <c:pt idx="3579">
                  <c:v>41537</c:v>
                </c:pt>
                <c:pt idx="3580">
                  <c:v>41540</c:v>
                </c:pt>
                <c:pt idx="3581">
                  <c:v>41541</c:v>
                </c:pt>
                <c:pt idx="3582">
                  <c:v>41542</c:v>
                </c:pt>
                <c:pt idx="3583">
                  <c:v>41543</c:v>
                </c:pt>
                <c:pt idx="3584">
                  <c:v>41544</c:v>
                </c:pt>
                <c:pt idx="3585">
                  <c:v>41547</c:v>
                </c:pt>
                <c:pt idx="3586">
                  <c:v>41548</c:v>
                </c:pt>
                <c:pt idx="3587">
                  <c:v>41549</c:v>
                </c:pt>
                <c:pt idx="3588">
                  <c:v>41550</c:v>
                </c:pt>
                <c:pt idx="3589">
                  <c:v>41551</c:v>
                </c:pt>
                <c:pt idx="3590">
                  <c:v>41554</c:v>
                </c:pt>
                <c:pt idx="3591">
                  <c:v>41555</c:v>
                </c:pt>
                <c:pt idx="3592">
                  <c:v>41556</c:v>
                </c:pt>
                <c:pt idx="3593">
                  <c:v>41557</c:v>
                </c:pt>
                <c:pt idx="3594">
                  <c:v>41558</c:v>
                </c:pt>
                <c:pt idx="3595">
                  <c:v>41561</c:v>
                </c:pt>
                <c:pt idx="3596">
                  <c:v>41562</c:v>
                </c:pt>
                <c:pt idx="3597">
                  <c:v>41563</c:v>
                </c:pt>
                <c:pt idx="3598">
                  <c:v>41564</c:v>
                </c:pt>
                <c:pt idx="3599">
                  <c:v>41565</c:v>
                </c:pt>
                <c:pt idx="3600">
                  <c:v>41568</c:v>
                </c:pt>
                <c:pt idx="3601">
                  <c:v>41569</c:v>
                </c:pt>
                <c:pt idx="3602">
                  <c:v>41570</c:v>
                </c:pt>
                <c:pt idx="3603">
                  <c:v>41571</c:v>
                </c:pt>
                <c:pt idx="3604">
                  <c:v>41572</c:v>
                </c:pt>
                <c:pt idx="3605">
                  <c:v>41575</c:v>
                </c:pt>
                <c:pt idx="3606">
                  <c:v>41576</c:v>
                </c:pt>
                <c:pt idx="3607">
                  <c:v>41577</c:v>
                </c:pt>
                <c:pt idx="3608">
                  <c:v>41578</c:v>
                </c:pt>
                <c:pt idx="3609">
                  <c:v>41579</c:v>
                </c:pt>
                <c:pt idx="3610">
                  <c:v>41582</c:v>
                </c:pt>
                <c:pt idx="3611">
                  <c:v>41583</c:v>
                </c:pt>
                <c:pt idx="3612">
                  <c:v>41584</c:v>
                </c:pt>
                <c:pt idx="3613">
                  <c:v>41585</c:v>
                </c:pt>
                <c:pt idx="3614">
                  <c:v>41586</c:v>
                </c:pt>
                <c:pt idx="3615">
                  <c:v>41589</c:v>
                </c:pt>
                <c:pt idx="3616">
                  <c:v>41590</c:v>
                </c:pt>
                <c:pt idx="3617">
                  <c:v>41591</c:v>
                </c:pt>
                <c:pt idx="3618">
                  <c:v>41592</c:v>
                </c:pt>
                <c:pt idx="3619">
                  <c:v>41593</c:v>
                </c:pt>
                <c:pt idx="3620">
                  <c:v>41596</c:v>
                </c:pt>
                <c:pt idx="3621">
                  <c:v>41597</c:v>
                </c:pt>
                <c:pt idx="3622">
                  <c:v>41598</c:v>
                </c:pt>
                <c:pt idx="3623">
                  <c:v>41599</c:v>
                </c:pt>
                <c:pt idx="3624">
                  <c:v>41600</c:v>
                </c:pt>
                <c:pt idx="3625">
                  <c:v>41603</c:v>
                </c:pt>
                <c:pt idx="3626">
                  <c:v>41604</c:v>
                </c:pt>
                <c:pt idx="3627">
                  <c:v>41605</c:v>
                </c:pt>
                <c:pt idx="3628">
                  <c:v>41606</c:v>
                </c:pt>
                <c:pt idx="3629">
                  <c:v>41607</c:v>
                </c:pt>
                <c:pt idx="3630">
                  <c:v>41610</c:v>
                </c:pt>
                <c:pt idx="3631">
                  <c:v>41611</c:v>
                </c:pt>
                <c:pt idx="3632">
                  <c:v>41612</c:v>
                </c:pt>
                <c:pt idx="3633">
                  <c:v>41613</c:v>
                </c:pt>
                <c:pt idx="3634">
                  <c:v>41614</c:v>
                </c:pt>
                <c:pt idx="3635">
                  <c:v>41617</c:v>
                </c:pt>
                <c:pt idx="3636">
                  <c:v>41618</c:v>
                </c:pt>
                <c:pt idx="3637">
                  <c:v>41619</c:v>
                </c:pt>
                <c:pt idx="3638">
                  <c:v>41620</c:v>
                </c:pt>
                <c:pt idx="3639">
                  <c:v>41621</c:v>
                </c:pt>
                <c:pt idx="3640">
                  <c:v>41624</c:v>
                </c:pt>
                <c:pt idx="3641">
                  <c:v>41625</c:v>
                </c:pt>
                <c:pt idx="3642">
                  <c:v>41626</c:v>
                </c:pt>
                <c:pt idx="3643">
                  <c:v>41627</c:v>
                </c:pt>
                <c:pt idx="3644">
                  <c:v>41628</c:v>
                </c:pt>
                <c:pt idx="3645">
                  <c:v>41631</c:v>
                </c:pt>
                <c:pt idx="3646">
                  <c:v>41632</c:v>
                </c:pt>
                <c:pt idx="3647">
                  <c:v>41633</c:v>
                </c:pt>
                <c:pt idx="3648">
                  <c:v>41634</c:v>
                </c:pt>
                <c:pt idx="3649">
                  <c:v>41635</c:v>
                </c:pt>
                <c:pt idx="3650">
                  <c:v>41638</c:v>
                </c:pt>
                <c:pt idx="3651">
                  <c:v>41639</c:v>
                </c:pt>
                <c:pt idx="3652">
                  <c:v>41640</c:v>
                </c:pt>
                <c:pt idx="3653">
                  <c:v>41641</c:v>
                </c:pt>
                <c:pt idx="3654">
                  <c:v>41642</c:v>
                </c:pt>
                <c:pt idx="3655">
                  <c:v>41645</c:v>
                </c:pt>
                <c:pt idx="3656">
                  <c:v>41646</c:v>
                </c:pt>
                <c:pt idx="3657">
                  <c:v>41647</c:v>
                </c:pt>
                <c:pt idx="3658">
                  <c:v>41648</c:v>
                </c:pt>
                <c:pt idx="3659">
                  <c:v>41649</c:v>
                </c:pt>
                <c:pt idx="3660">
                  <c:v>41652</c:v>
                </c:pt>
                <c:pt idx="3661">
                  <c:v>41653</c:v>
                </c:pt>
                <c:pt idx="3662">
                  <c:v>41654</c:v>
                </c:pt>
                <c:pt idx="3663">
                  <c:v>41655</c:v>
                </c:pt>
                <c:pt idx="3664">
                  <c:v>41656</c:v>
                </c:pt>
                <c:pt idx="3665">
                  <c:v>41659</c:v>
                </c:pt>
                <c:pt idx="3666">
                  <c:v>41660</c:v>
                </c:pt>
                <c:pt idx="3667">
                  <c:v>41661</c:v>
                </c:pt>
                <c:pt idx="3668">
                  <c:v>41662</c:v>
                </c:pt>
                <c:pt idx="3669">
                  <c:v>41663</c:v>
                </c:pt>
                <c:pt idx="3670">
                  <c:v>41666</c:v>
                </c:pt>
                <c:pt idx="3671">
                  <c:v>41667</c:v>
                </c:pt>
                <c:pt idx="3672">
                  <c:v>41668</c:v>
                </c:pt>
                <c:pt idx="3673">
                  <c:v>41669</c:v>
                </c:pt>
                <c:pt idx="3674">
                  <c:v>41670</c:v>
                </c:pt>
                <c:pt idx="3675">
                  <c:v>41673</c:v>
                </c:pt>
                <c:pt idx="3676">
                  <c:v>41674</c:v>
                </c:pt>
                <c:pt idx="3677">
                  <c:v>41675</c:v>
                </c:pt>
                <c:pt idx="3678">
                  <c:v>41676</c:v>
                </c:pt>
                <c:pt idx="3679">
                  <c:v>41677</c:v>
                </c:pt>
                <c:pt idx="3680">
                  <c:v>41680</c:v>
                </c:pt>
                <c:pt idx="3681">
                  <c:v>41681</c:v>
                </c:pt>
                <c:pt idx="3682">
                  <c:v>41682</c:v>
                </c:pt>
                <c:pt idx="3683">
                  <c:v>41683</c:v>
                </c:pt>
                <c:pt idx="3684">
                  <c:v>41684</c:v>
                </c:pt>
                <c:pt idx="3685">
                  <c:v>41687</c:v>
                </c:pt>
                <c:pt idx="3686">
                  <c:v>41688</c:v>
                </c:pt>
                <c:pt idx="3687">
                  <c:v>41689</c:v>
                </c:pt>
                <c:pt idx="3688">
                  <c:v>41690</c:v>
                </c:pt>
                <c:pt idx="3689">
                  <c:v>41691</c:v>
                </c:pt>
                <c:pt idx="3690">
                  <c:v>41694</c:v>
                </c:pt>
                <c:pt idx="3691">
                  <c:v>41695</c:v>
                </c:pt>
                <c:pt idx="3692">
                  <c:v>41696</c:v>
                </c:pt>
                <c:pt idx="3693">
                  <c:v>41697</c:v>
                </c:pt>
                <c:pt idx="3694">
                  <c:v>41698</c:v>
                </c:pt>
                <c:pt idx="3695">
                  <c:v>41701</c:v>
                </c:pt>
                <c:pt idx="3696">
                  <c:v>41702</c:v>
                </c:pt>
                <c:pt idx="3697">
                  <c:v>41703</c:v>
                </c:pt>
                <c:pt idx="3698">
                  <c:v>41704</c:v>
                </c:pt>
                <c:pt idx="3699">
                  <c:v>41705</c:v>
                </c:pt>
                <c:pt idx="3700">
                  <c:v>41708</c:v>
                </c:pt>
                <c:pt idx="3701">
                  <c:v>41709</c:v>
                </c:pt>
                <c:pt idx="3702">
                  <c:v>41710</c:v>
                </c:pt>
                <c:pt idx="3703">
                  <c:v>41711</c:v>
                </c:pt>
                <c:pt idx="3704">
                  <c:v>41712</c:v>
                </c:pt>
                <c:pt idx="3705">
                  <c:v>41715</c:v>
                </c:pt>
                <c:pt idx="3706">
                  <c:v>41716</c:v>
                </c:pt>
                <c:pt idx="3707">
                  <c:v>41717</c:v>
                </c:pt>
                <c:pt idx="3708">
                  <c:v>41718</c:v>
                </c:pt>
                <c:pt idx="3709">
                  <c:v>41719</c:v>
                </c:pt>
                <c:pt idx="3710">
                  <c:v>41722</c:v>
                </c:pt>
                <c:pt idx="3711">
                  <c:v>41723</c:v>
                </c:pt>
                <c:pt idx="3712">
                  <c:v>41724</c:v>
                </c:pt>
                <c:pt idx="3713">
                  <c:v>41725</c:v>
                </c:pt>
                <c:pt idx="3714">
                  <c:v>41726</c:v>
                </c:pt>
                <c:pt idx="3715">
                  <c:v>41729</c:v>
                </c:pt>
                <c:pt idx="3716">
                  <c:v>41730</c:v>
                </c:pt>
                <c:pt idx="3717">
                  <c:v>41731</c:v>
                </c:pt>
                <c:pt idx="3718">
                  <c:v>41732</c:v>
                </c:pt>
                <c:pt idx="3719">
                  <c:v>41733</c:v>
                </c:pt>
                <c:pt idx="3720">
                  <c:v>41736</c:v>
                </c:pt>
                <c:pt idx="3721">
                  <c:v>41737</c:v>
                </c:pt>
                <c:pt idx="3722">
                  <c:v>41738</c:v>
                </c:pt>
                <c:pt idx="3723">
                  <c:v>41739</c:v>
                </c:pt>
                <c:pt idx="3724">
                  <c:v>41740</c:v>
                </c:pt>
                <c:pt idx="3725">
                  <c:v>41743</c:v>
                </c:pt>
                <c:pt idx="3726">
                  <c:v>41744</c:v>
                </c:pt>
                <c:pt idx="3727">
                  <c:v>41745</c:v>
                </c:pt>
                <c:pt idx="3728">
                  <c:v>41746</c:v>
                </c:pt>
                <c:pt idx="3729">
                  <c:v>41747</c:v>
                </c:pt>
                <c:pt idx="3730">
                  <c:v>41750</c:v>
                </c:pt>
                <c:pt idx="3731">
                  <c:v>41751</c:v>
                </c:pt>
                <c:pt idx="3732">
                  <c:v>41752</c:v>
                </c:pt>
                <c:pt idx="3733">
                  <c:v>41753</c:v>
                </c:pt>
                <c:pt idx="3734">
                  <c:v>41754</c:v>
                </c:pt>
                <c:pt idx="3735">
                  <c:v>41757</c:v>
                </c:pt>
                <c:pt idx="3736">
                  <c:v>41758</c:v>
                </c:pt>
                <c:pt idx="3737">
                  <c:v>41759</c:v>
                </c:pt>
                <c:pt idx="3738">
                  <c:v>41760</c:v>
                </c:pt>
                <c:pt idx="3739">
                  <c:v>41761</c:v>
                </c:pt>
                <c:pt idx="3740">
                  <c:v>41764</c:v>
                </c:pt>
                <c:pt idx="3741">
                  <c:v>41765</c:v>
                </c:pt>
                <c:pt idx="3742">
                  <c:v>41766</c:v>
                </c:pt>
                <c:pt idx="3743">
                  <c:v>41767</c:v>
                </c:pt>
                <c:pt idx="3744">
                  <c:v>41768</c:v>
                </c:pt>
                <c:pt idx="3745">
                  <c:v>41771</c:v>
                </c:pt>
                <c:pt idx="3746">
                  <c:v>41772</c:v>
                </c:pt>
                <c:pt idx="3747">
                  <c:v>41773</c:v>
                </c:pt>
                <c:pt idx="3748">
                  <c:v>41774</c:v>
                </c:pt>
                <c:pt idx="3749">
                  <c:v>41775</c:v>
                </c:pt>
                <c:pt idx="3750">
                  <c:v>41778</c:v>
                </c:pt>
                <c:pt idx="3751">
                  <c:v>41779</c:v>
                </c:pt>
                <c:pt idx="3752">
                  <c:v>41780</c:v>
                </c:pt>
                <c:pt idx="3753">
                  <c:v>41781</c:v>
                </c:pt>
                <c:pt idx="3754">
                  <c:v>41782</c:v>
                </c:pt>
                <c:pt idx="3755">
                  <c:v>41785</c:v>
                </c:pt>
                <c:pt idx="3756">
                  <c:v>41786</c:v>
                </c:pt>
                <c:pt idx="3757">
                  <c:v>41787</c:v>
                </c:pt>
                <c:pt idx="3758">
                  <c:v>41788</c:v>
                </c:pt>
                <c:pt idx="3759">
                  <c:v>41789</c:v>
                </c:pt>
                <c:pt idx="3760">
                  <c:v>41792</c:v>
                </c:pt>
                <c:pt idx="3761">
                  <c:v>41793</c:v>
                </c:pt>
                <c:pt idx="3762">
                  <c:v>41794</c:v>
                </c:pt>
                <c:pt idx="3763">
                  <c:v>41795</c:v>
                </c:pt>
                <c:pt idx="3764">
                  <c:v>41796</c:v>
                </c:pt>
                <c:pt idx="3765">
                  <c:v>41799</c:v>
                </c:pt>
                <c:pt idx="3766">
                  <c:v>41800</c:v>
                </c:pt>
                <c:pt idx="3767">
                  <c:v>41801</c:v>
                </c:pt>
                <c:pt idx="3768">
                  <c:v>41802</c:v>
                </c:pt>
                <c:pt idx="3769">
                  <c:v>41803</c:v>
                </c:pt>
                <c:pt idx="3770">
                  <c:v>41806</c:v>
                </c:pt>
                <c:pt idx="3771">
                  <c:v>41807</c:v>
                </c:pt>
                <c:pt idx="3772">
                  <c:v>41808</c:v>
                </c:pt>
                <c:pt idx="3773">
                  <c:v>41809</c:v>
                </c:pt>
                <c:pt idx="3774">
                  <c:v>41810</c:v>
                </c:pt>
                <c:pt idx="3775">
                  <c:v>41813</c:v>
                </c:pt>
                <c:pt idx="3776">
                  <c:v>41814</c:v>
                </c:pt>
                <c:pt idx="3777">
                  <c:v>41815</c:v>
                </c:pt>
                <c:pt idx="3778">
                  <c:v>41816</c:v>
                </c:pt>
                <c:pt idx="3779">
                  <c:v>41817</c:v>
                </c:pt>
                <c:pt idx="3780">
                  <c:v>41820</c:v>
                </c:pt>
                <c:pt idx="3781">
                  <c:v>41821</c:v>
                </c:pt>
                <c:pt idx="3782">
                  <c:v>41822</c:v>
                </c:pt>
                <c:pt idx="3783">
                  <c:v>41823</c:v>
                </c:pt>
                <c:pt idx="3784">
                  <c:v>41824</c:v>
                </c:pt>
                <c:pt idx="3785">
                  <c:v>41827</c:v>
                </c:pt>
                <c:pt idx="3786">
                  <c:v>41828</c:v>
                </c:pt>
                <c:pt idx="3787">
                  <c:v>41829</c:v>
                </c:pt>
                <c:pt idx="3788">
                  <c:v>41830</c:v>
                </c:pt>
                <c:pt idx="3789">
                  <c:v>41831</c:v>
                </c:pt>
                <c:pt idx="3790">
                  <c:v>41834</c:v>
                </c:pt>
                <c:pt idx="3791">
                  <c:v>41835</c:v>
                </c:pt>
                <c:pt idx="3792">
                  <c:v>41836</c:v>
                </c:pt>
                <c:pt idx="3793">
                  <c:v>41837</c:v>
                </c:pt>
                <c:pt idx="3794">
                  <c:v>41838</c:v>
                </c:pt>
                <c:pt idx="3795">
                  <c:v>41841</c:v>
                </c:pt>
                <c:pt idx="3796">
                  <c:v>41842</c:v>
                </c:pt>
                <c:pt idx="3797">
                  <c:v>41843</c:v>
                </c:pt>
                <c:pt idx="3798">
                  <c:v>41844</c:v>
                </c:pt>
                <c:pt idx="3799">
                  <c:v>41845</c:v>
                </c:pt>
                <c:pt idx="3800">
                  <c:v>41848</c:v>
                </c:pt>
                <c:pt idx="3801">
                  <c:v>41849</c:v>
                </c:pt>
                <c:pt idx="3802">
                  <c:v>41850</c:v>
                </c:pt>
                <c:pt idx="3803">
                  <c:v>41851</c:v>
                </c:pt>
                <c:pt idx="3804">
                  <c:v>41852</c:v>
                </c:pt>
                <c:pt idx="3805">
                  <c:v>41855</c:v>
                </c:pt>
                <c:pt idx="3806">
                  <c:v>41856</c:v>
                </c:pt>
                <c:pt idx="3807">
                  <c:v>41857</c:v>
                </c:pt>
                <c:pt idx="3808">
                  <c:v>41858</c:v>
                </c:pt>
                <c:pt idx="3809">
                  <c:v>41859</c:v>
                </c:pt>
                <c:pt idx="3810">
                  <c:v>41862</c:v>
                </c:pt>
                <c:pt idx="3811">
                  <c:v>41863</c:v>
                </c:pt>
                <c:pt idx="3812">
                  <c:v>41864</c:v>
                </c:pt>
                <c:pt idx="3813">
                  <c:v>41865</c:v>
                </c:pt>
                <c:pt idx="3814">
                  <c:v>41866</c:v>
                </c:pt>
                <c:pt idx="3815">
                  <c:v>41869</c:v>
                </c:pt>
                <c:pt idx="3816">
                  <c:v>41870</c:v>
                </c:pt>
                <c:pt idx="3817">
                  <c:v>41871</c:v>
                </c:pt>
                <c:pt idx="3818">
                  <c:v>41872</c:v>
                </c:pt>
                <c:pt idx="3819">
                  <c:v>41873</c:v>
                </c:pt>
                <c:pt idx="3820">
                  <c:v>41876</c:v>
                </c:pt>
                <c:pt idx="3821">
                  <c:v>41877</c:v>
                </c:pt>
                <c:pt idx="3822">
                  <c:v>41878</c:v>
                </c:pt>
                <c:pt idx="3823">
                  <c:v>41879</c:v>
                </c:pt>
                <c:pt idx="3824">
                  <c:v>41880</c:v>
                </c:pt>
                <c:pt idx="3825">
                  <c:v>41883</c:v>
                </c:pt>
                <c:pt idx="3826">
                  <c:v>41884</c:v>
                </c:pt>
                <c:pt idx="3827">
                  <c:v>41885</c:v>
                </c:pt>
                <c:pt idx="3828">
                  <c:v>41886</c:v>
                </c:pt>
                <c:pt idx="3829">
                  <c:v>41887</c:v>
                </c:pt>
                <c:pt idx="3830">
                  <c:v>41890</c:v>
                </c:pt>
                <c:pt idx="3831">
                  <c:v>41891</c:v>
                </c:pt>
                <c:pt idx="3832">
                  <c:v>41892</c:v>
                </c:pt>
                <c:pt idx="3833">
                  <c:v>41893</c:v>
                </c:pt>
                <c:pt idx="3834">
                  <c:v>41894</c:v>
                </c:pt>
                <c:pt idx="3835">
                  <c:v>41897</c:v>
                </c:pt>
                <c:pt idx="3836">
                  <c:v>41898</c:v>
                </c:pt>
                <c:pt idx="3837">
                  <c:v>41899</c:v>
                </c:pt>
                <c:pt idx="3838">
                  <c:v>41900</c:v>
                </c:pt>
                <c:pt idx="3839">
                  <c:v>41901</c:v>
                </c:pt>
                <c:pt idx="3840">
                  <c:v>41904</c:v>
                </c:pt>
                <c:pt idx="3841">
                  <c:v>41905</c:v>
                </c:pt>
                <c:pt idx="3842">
                  <c:v>41906</c:v>
                </c:pt>
                <c:pt idx="3843">
                  <c:v>41907</c:v>
                </c:pt>
                <c:pt idx="3844">
                  <c:v>41908</c:v>
                </c:pt>
                <c:pt idx="3845">
                  <c:v>41911</c:v>
                </c:pt>
                <c:pt idx="3846">
                  <c:v>41912</c:v>
                </c:pt>
                <c:pt idx="3847">
                  <c:v>41913</c:v>
                </c:pt>
                <c:pt idx="3848">
                  <c:v>41914</c:v>
                </c:pt>
                <c:pt idx="3849">
                  <c:v>41915</c:v>
                </c:pt>
                <c:pt idx="3850">
                  <c:v>41918</c:v>
                </c:pt>
                <c:pt idx="3851">
                  <c:v>41919</c:v>
                </c:pt>
                <c:pt idx="3852">
                  <c:v>41920</c:v>
                </c:pt>
                <c:pt idx="3853">
                  <c:v>41921</c:v>
                </c:pt>
                <c:pt idx="3854">
                  <c:v>41922</c:v>
                </c:pt>
                <c:pt idx="3855">
                  <c:v>41925</c:v>
                </c:pt>
                <c:pt idx="3856">
                  <c:v>41926</c:v>
                </c:pt>
                <c:pt idx="3857">
                  <c:v>41927</c:v>
                </c:pt>
                <c:pt idx="3858">
                  <c:v>41928</c:v>
                </c:pt>
                <c:pt idx="3859">
                  <c:v>41929</c:v>
                </c:pt>
                <c:pt idx="3860">
                  <c:v>41932</c:v>
                </c:pt>
                <c:pt idx="3861">
                  <c:v>41933</c:v>
                </c:pt>
                <c:pt idx="3862">
                  <c:v>41934</c:v>
                </c:pt>
                <c:pt idx="3863">
                  <c:v>41935</c:v>
                </c:pt>
                <c:pt idx="3864">
                  <c:v>41936</c:v>
                </c:pt>
                <c:pt idx="3865">
                  <c:v>41939</c:v>
                </c:pt>
                <c:pt idx="3866">
                  <c:v>41940</c:v>
                </c:pt>
                <c:pt idx="3867">
                  <c:v>41941</c:v>
                </c:pt>
                <c:pt idx="3868">
                  <c:v>41942</c:v>
                </c:pt>
                <c:pt idx="3869">
                  <c:v>41943</c:v>
                </c:pt>
                <c:pt idx="3870">
                  <c:v>41946</c:v>
                </c:pt>
                <c:pt idx="3871">
                  <c:v>41947</c:v>
                </c:pt>
                <c:pt idx="3872">
                  <c:v>41948</c:v>
                </c:pt>
                <c:pt idx="3873">
                  <c:v>41949</c:v>
                </c:pt>
                <c:pt idx="3874">
                  <c:v>41950</c:v>
                </c:pt>
                <c:pt idx="3875">
                  <c:v>41953</c:v>
                </c:pt>
                <c:pt idx="3876">
                  <c:v>41954</c:v>
                </c:pt>
                <c:pt idx="3877">
                  <c:v>41955</c:v>
                </c:pt>
                <c:pt idx="3878">
                  <c:v>41956</c:v>
                </c:pt>
                <c:pt idx="3879">
                  <c:v>41957</c:v>
                </c:pt>
                <c:pt idx="3880">
                  <c:v>41960</c:v>
                </c:pt>
                <c:pt idx="3881">
                  <c:v>41961</c:v>
                </c:pt>
                <c:pt idx="3882">
                  <c:v>41962</c:v>
                </c:pt>
                <c:pt idx="3883">
                  <c:v>41963</c:v>
                </c:pt>
                <c:pt idx="3884">
                  <c:v>41964</c:v>
                </c:pt>
                <c:pt idx="3885">
                  <c:v>41967</c:v>
                </c:pt>
                <c:pt idx="3886">
                  <c:v>41968</c:v>
                </c:pt>
                <c:pt idx="3887">
                  <c:v>41969</c:v>
                </c:pt>
                <c:pt idx="3888">
                  <c:v>41970</c:v>
                </c:pt>
                <c:pt idx="3889">
                  <c:v>41971</c:v>
                </c:pt>
                <c:pt idx="3890">
                  <c:v>41974</c:v>
                </c:pt>
                <c:pt idx="3891">
                  <c:v>41975</c:v>
                </c:pt>
                <c:pt idx="3892">
                  <c:v>41976</c:v>
                </c:pt>
                <c:pt idx="3893">
                  <c:v>41977</c:v>
                </c:pt>
                <c:pt idx="3894">
                  <c:v>41978</c:v>
                </c:pt>
                <c:pt idx="3895">
                  <c:v>41981</c:v>
                </c:pt>
                <c:pt idx="3896">
                  <c:v>41982</c:v>
                </c:pt>
                <c:pt idx="3897">
                  <c:v>41983</c:v>
                </c:pt>
                <c:pt idx="3898">
                  <c:v>41984</c:v>
                </c:pt>
                <c:pt idx="3899">
                  <c:v>41985</c:v>
                </c:pt>
                <c:pt idx="3900">
                  <c:v>41988</c:v>
                </c:pt>
                <c:pt idx="3901">
                  <c:v>41989</c:v>
                </c:pt>
                <c:pt idx="3902">
                  <c:v>41990</c:v>
                </c:pt>
                <c:pt idx="3903">
                  <c:v>41991</c:v>
                </c:pt>
                <c:pt idx="3904">
                  <c:v>41992</c:v>
                </c:pt>
                <c:pt idx="3905">
                  <c:v>41995</c:v>
                </c:pt>
                <c:pt idx="3906">
                  <c:v>41996</c:v>
                </c:pt>
                <c:pt idx="3907">
                  <c:v>41997</c:v>
                </c:pt>
                <c:pt idx="3908">
                  <c:v>41998</c:v>
                </c:pt>
                <c:pt idx="3909">
                  <c:v>41999</c:v>
                </c:pt>
                <c:pt idx="3910">
                  <c:v>42002</c:v>
                </c:pt>
                <c:pt idx="3911">
                  <c:v>42003</c:v>
                </c:pt>
                <c:pt idx="3912">
                  <c:v>42004</c:v>
                </c:pt>
                <c:pt idx="3913">
                  <c:v>42005</c:v>
                </c:pt>
                <c:pt idx="3914">
                  <c:v>42006</c:v>
                </c:pt>
                <c:pt idx="3915">
                  <c:v>42009</c:v>
                </c:pt>
                <c:pt idx="3916">
                  <c:v>42010</c:v>
                </c:pt>
                <c:pt idx="3917">
                  <c:v>42011</c:v>
                </c:pt>
                <c:pt idx="3918">
                  <c:v>42012</c:v>
                </c:pt>
                <c:pt idx="3919">
                  <c:v>42013</c:v>
                </c:pt>
                <c:pt idx="3920">
                  <c:v>42016</c:v>
                </c:pt>
                <c:pt idx="3921">
                  <c:v>42017</c:v>
                </c:pt>
                <c:pt idx="3922">
                  <c:v>42018</c:v>
                </c:pt>
                <c:pt idx="3923">
                  <c:v>42019</c:v>
                </c:pt>
                <c:pt idx="3924">
                  <c:v>42020</c:v>
                </c:pt>
                <c:pt idx="3925">
                  <c:v>42023</c:v>
                </c:pt>
                <c:pt idx="3926">
                  <c:v>42024</c:v>
                </c:pt>
                <c:pt idx="3927">
                  <c:v>42025</c:v>
                </c:pt>
                <c:pt idx="3928">
                  <c:v>42026</c:v>
                </c:pt>
                <c:pt idx="3929">
                  <c:v>42027</c:v>
                </c:pt>
                <c:pt idx="3930">
                  <c:v>42030</c:v>
                </c:pt>
                <c:pt idx="3931">
                  <c:v>42031</c:v>
                </c:pt>
                <c:pt idx="3932">
                  <c:v>42032</c:v>
                </c:pt>
                <c:pt idx="3933">
                  <c:v>42033</c:v>
                </c:pt>
                <c:pt idx="3934">
                  <c:v>42034</c:v>
                </c:pt>
                <c:pt idx="3935">
                  <c:v>42037</c:v>
                </c:pt>
                <c:pt idx="3936">
                  <c:v>42038</c:v>
                </c:pt>
                <c:pt idx="3937">
                  <c:v>42039</c:v>
                </c:pt>
                <c:pt idx="3938">
                  <c:v>42040</c:v>
                </c:pt>
                <c:pt idx="3939">
                  <c:v>42041</c:v>
                </c:pt>
                <c:pt idx="3940">
                  <c:v>42044</c:v>
                </c:pt>
                <c:pt idx="3941">
                  <c:v>42045</c:v>
                </c:pt>
                <c:pt idx="3942">
                  <c:v>42046</c:v>
                </c:pt>
                <c:pt idx="3943">
                  <c:v>42047</c:v>
                </c:pt>
                <c:pt idx="3944">
                  <c:v>42048</c:v>
                </c:pt>
                <c:pt idx="3945">
                  <c:v>42051</c:v>
                </c:pt>
                <c:pt idx="3946">
                  <c:v>42052</c:v>
                </c:pt>
                <c:pt idx="3947">
                  <c:v>42053</c:v>
                </c:pt>
                <c:pt idx="3948">
                  <c:v>42054</c:v>
                </c:pt>
                <c:pt idx="3949">
                  <c:v>42055</c:v>
                </c:pt>
                <c:pt idx="3950">
                  <c:v>42058</c:v>
                </c:pt>
                <c:pt idx="3951">
                  <c:v>42059</c:v>
                </c:pt>
                <c:pt idx="3952">
                  <c:v>42060</c:v>
                </c:pt>
                <c:pt idx="3953">
                  <c:v>42061</c:v>
                </c:pt>
                <c:pt idx="3954">
                  <c:v>42062</c:v>
                </c:pt>
                <c:pt idx="3955">
                  <c:v>42065</c:v>
                </c:pt>
                <c:pt idx="3956">
                  <c:v>42066</c:v>
                </c:pt>
                <c:pt idx="3957">
                  <c:v>42067</c:v>
                </c:pt>
                <c:pt idx="3958">
                  <c:v>42068</c:v>
                </c:pt>
                <c:pt idx="3959">
                  <c:v>42069</c:v>
                </c:pt>
                <c:pt idx="3960">
                  <c:v>42072</c:v>
                </c:pt>
                <c:pt idx="3961">
                  <c:v>42073</c:v>
                </c:pt>
                <c:pt idx="3962">
                  <c:v>42074</c:v>
                </c:pt>
                <c:pt idx="3963">
                  <c:v>42075</c:v>
                </c:pt>
                <c:pt idx="3964">
                  <c:v>42076</c:v>
                </c:pt>
                <c:pt idx="3965">
                  <c:v>42079</c:v>
                </c:pt>
                <c:pt idx="3966">
                  <c:v>42080</c:v>
                </c:pt>
                <c:pt idx="3967">
                  <c:v>42081</c:v>
                </c:pt>
                <c:pt idx="3968">
                  <c:v>42082</c:v>
                </c:pt>
                <c:pt idx="3969">
                  <c:v>42083</c:v>
                </c:pt>
                <c:pt idx="3970">
                  <c:v>42086</c:v>
                </c:pt>
                <c:pt idx="3971">
                  <c:v>42087</c:v>
                </c:pt>
                <c:pt idx="3972">
                  <c:v>42088</c:v>
                </c:pt>
                <c:pt idx="3973">
                  <c:v>42089</c:v>
                </c:pt>
                <c:pt idx="3974">
                  <c:v>42090</c:v>
                </c:pt>
                <c:pt idx="3975">
                  <c:v>42093</c:v>
                </c:pt>
                <c:pt idx="3976">
                  <c:v>42094</c:v>
                </c:pt>
                <c:pt idx="3977">
                  <c:v>42095</c:v>
                </c:pt>
                <c:pt idx="3978">
                  <c:v>42096</c:v>
                </c:pt>
                <c:pt idx="3979">
                  <c:v>42097</c:v>
                </c:pt>
                <c:pt idx="3980">
                  <c:v>42100</c:v>
                </c:pt>
                <c:pt idx="3981">
                  <c:v>42101</c:v>
                </c:pt>
                <c:pt idx="3982">
                  <c:v>42102</c:v>
                </c:pt>
                <c:pt idx="3983">
                  <c:v>42103</c:v>
                </c:pt>
                <c:pt idx="3984">
                  <c:v>42104</c:v>
                </c:pt>
                <c:pt idx="3985">
                  <c:v>42107</c:v>
                </c:pt>
                <c:pt idx="3986">
                  <c:v>42108</c:v>
                </c:pt>
                <c:pt idx="3987">
                  <c:v>42109</c:v>
                </c:pt>
                <c:pt idx="3988">
                  <c:v>42110</c:v>
                </c:pt>
                <c:pt idx="3989">
                  <c:v>42111</c:v>
                </c:pt>
                <c:pt idx="3990">
                  <c:v>42114</c:v>
                </c:pt>
                <c:pt idx="3991">
                  <c:v>42115</c:v>
                </c:pt>
                <c:pt idx="3992">
                  <c:v>42116</c:v>
                </c:pt>
                <c:pt idx="3993">
                  <c:v>42117</c:v>
                </c:pt>
                <c:pt idx="3994">
                  <c:v>42118</c:v>
                </c:pt>
                <c:pt idx="3995">
                  <c:v>42121</c:v>
                </c:pt>
                <c:pt idx="3996">
                  <c:v>42122</c:v>
                </c:pt>
                <c:pt idx="3997">
                  <c:v>42123</c:v>
                </c:pt>
                <c:pt idx="3998">
                  <c:v>42124</c:v>
                </c:pt>
                <c:pt idx="3999">
                  <c:v>42125</c:v>
                </c:pt>
                <c:pt idx="4000">
                  <c:v>42128</c:v>
                </c:pt>
                <c:pt idx="4001">
                  <c:v>42129</c:v>
                </c:pt>
                <c:pt idx="4002">
                  <c:v>42130</c:v>
                </c:pt>
                <c:pt idx="4003">
                  <c:v>42131</c:v>
                </c:pt>
                <c:pt idx="4004">
                  <c:v>42132</c:v>
                </c:pt>
                <c:pt idx="4005">
                  <c:v>42135</c:v>
                </c:pt>
                <c:pt idx="4006">
                  <c:v>42136</c:v>
                </c:pt>
                <c:pt idx="4007">
                  <c:v>42137</c:v>
                </c:pt>
                <c:pt idx="4008">
                  <c:v>42138</c:v>
                </c:pt>
                <c:pt idx="4009">
                  <c:v>42139</c:v>
                </c:pt>
                <c:pt idx="4010">
                  <c:v>42142</c:v>
                </c:pt>
                <c:pt idx="4011">
                  <c:v>42143</c:v>
                </c:pt>
                <c:pt idx="4012">
                  <c:v>42144</c:v>
                </c:pt>
                <c:pt idx="4013">
                  <c:v>42145</c:v>
                </c:pt>
                <c:pt idx="4014">
                  <c:v>42146</c:v>
                </c:pt>
                <c:pt idx="4015">
                  <c:v>42149</c:v>
                </c:pt>
                <c:pt idx="4016">
                  <c:v>42150</c:v>
                </c:pt>
                <c:pt idx="4017">
                  <c:v>42151</c:v>
                </c:pt>
                <c:pt idx="4018">
                  <c:v>42152</c:v>
                </c:pt>
                <c:pt idx="4019">
                  <c:v>42153</c:v>
                </c:pt>
                <c:pt idx="4020">
                  <c:v>42156</c:v>
                </c:pt>
                <c:pt idx="4021">
                  <c:v>42157</c:v>
                </c:pt>
                <c:pt idx="4022">
                  <c:v>42158</c:v>
                </c:pt>
                <c:pt idx="4023">
                  <c:v>42159</c:v>
                </c:pt>
                <c:pt idx="4024">
                  <c:v>42160</c:v>
                </c:pt>
                <c:pt idx="4025">
                  <c:v>42163</c:v>
                </c:pt>
                <c:pt idx="4026">
                  <c:v>42164</c:v>
                </c:pt>
                <c:pt idx="4027">
                  <c:v>42165</c:v>
                </c:pt>
                <c:pt idx="4028">
                  <c:v>42166</c:v>
                </c:pt>
                <c:pt idx="4029">
                  <c:v>42167</c:v>
                </c:pt>
                <c:pt idx="4030">
                  <c:v>42170</c:v>
                </c:pt>
                <c:pt idx="4031">
                  <c:v>42171</c:v>
                </c:pt>
                <c:pt idx="4032">
                  <c:v>42172</c:v>
                </c:pt>
                <c:pt idx="4033">
                  <c:v>42173</c:v>
                </c:pt>
                <c:pt idx="4034">
                  <c:v>42174</c:v>
                </c:pt>
                <c:pt idx="4035">
                  <c:v>42177</c:v>
                </c:pt>
                <c:pt idx="4036">
                  <c:v>42178</c:v>
                </c:pt>
                <c:pt idx="4037">
                  <c:v>42179</c:v>
                </c:pt>
                <c:pt idx="4038">
                  <c:v>42180</c:v>
                </c:pt>
                <c:pt idx="4039">
                  <c:v>42181</c:v>
                </c:pt>
                <c:pt idx="4040">
                  <c:v>42184</c:v>
                </c:pt>
                <c:pt idx="4041">
                  <c:v>42185</c:v>
                </c:pt>
                <c:pt idx="4042">
                  <c:v>42186</c:v>
                </c:pt>
                <c:pt idx="4043">
                  <c:v>42187</c:v>
                </c:pt>
                <c:pt idx="4044">
                  <c:v>42188</c:v>
                </c:pt>
                <c:pt idx="4045">
                  <c:v>42191</c:v>
                </c:pt>
                <c:pt idx="4046">
                  <c:v>42192</c:v>
                </c:pt>
                <c:pt idx="4047">
                  <c:v>42193</c:v>
                </c:pt>
                <c:pt idx="4048">
                  <c:v>42194</c:v>
                </c:pt>
                <c:pt idx="4049">
                  <c:v>42195</c:v>
                </c:pt>
                <c:pt idx="4050">
                  <c:v>42198</c:v>
                </c:pt>
                <c:pt idx="4051">
                  <c:v>42199</c:v>
                </c:pt>
                <c:pt idx="4052">
                  <c:v>42200</c:v>
                </c:pt>
                <c:pt idx="4053">
                  <c:v>42201</c:v>
                </c:pt>
                <c:pt idx="4054">
                  <c:v>42202</c:v>
                </c:pt>
                <c:pt idx="4055">
                  <c:v>42205</c:v>
                </c:pt>
                <c:pt idx="4056">
                  <c:v>42206</c:v>
                </c:pt>
                <c:pt idx="4057">
                  <c:v>42207</c:v>
                </c:pt>
                <c:pt idx="4058">
                  <c:v>42208</c:v>
                </c:pt>
                <c:pt idx="4059">
                  <c:v>42209</c:v>
                </c:pt>
                <c:pt idx="4060">
                  <c:v>42212</c:v>
                </c:pt>
                <c:pt idx="4061">
                  <c:v>42213</c:v>
                </c:pt>
                <c:pt idx="4062">
                  <c:v>42214</c:v>
                </c:pt>
                <c:pt idx="4063">
                  <c:v>42215</c:v>
                </c:pt>
                <c:pt idx="4064">
                  <c:v>42216</c:v>
                </c:pt>
                <c:pt idx="4065">
                  <c:v>42219</c:v>
                </c:pt>
                <c:pt idx="4066">
                  <c:v>42220</c:v>
                </c:pt>
                <c:pt idx="4067">
                  <c:v>42221</c:v>
                </c:pt>
                <c:pt idx="4068">
                  <c:v>42222</c:v>
                </c:pt>
                <c:pt idx="4069">
                  <c:v>42223</c:v>
                </c:pt>
                <c:pt idx="4070">
                  <c:v>42226</c:v>
                </c:pt>
                <c:pt idx="4071">
                  <c:v>42227</c:v>
                </c:pt>
                <c:pt idx="4072">
                  <c:v>42228</c:v>
                </c:pt>
                <c:pt idx="4073">
                  <c:v>42229</c:v>
                </c:pt>
                <c:pt idx="4074">
                  <c:v>42230</c:v>
                </c:pt>
                <c:pt idx="4075">
                  <c:v>42233</c:v>
                </c:pt>
                <c:pt idx="4076">
                  <c:v>42234</c:v>
                </c:pt>
                <c:pt idx="4077">
                  <c:v>42235</c:v>
                </c:pt>
                <c:pt idx="4078">
                  <c:v>42236</c:v>
                </c:pt>
                <c:pt idx="4079">
                  <c:v>42237</c:v>
                </c:pt>
                <c:pt idx="4080">
                  <c:v>42240</c:v>
                </c:pt>
                <c:pt idx="4081">
                  <c:v>42241</c:v>
                </c:pt>
                <c:pt idx="4082">
                  <c:v>42242</c:v>
                </c:pt>
                <c:pt idx="4083">
                  <c:v>42243</c:v>
                </c:pt>
                <c:pt idx="4084">
                  <c:v>42244</c:v>
                </c:pt>
                <c:pt idx="4085">
                  <c:v>42247</c:v>
                </c:pt>
                <c:pt idx="4086">
                  <c:v>42248</c:v>
                </c:pt>
                <c:pt idx="4087">
                  <c:v>42249</c:v>
                </c:pt>
                <c:pt idx="4088">
                  <c:v>42250</c:v>
                </c:pt>
                <c:pt idx="4089">
                  <c:v>42251</c:v>
                </c:pt>
                <c:pt idx="4090">
                  <c:v>42254</c:v>
                </c:pt>
                <c:pt idx="4091">
                  <c:v>42255</c:v>
                </c:pt>
                <c:pt idx="4092">
                  <c:v>42256</c:v>
                </c:pt>
                <c:pt idx="4093">
                  <c:v>42257</c:v>
                </c:pt>
                <c:pt idx="4094">
                  <c:v>42258</c:v>
                </c:pt>
                <c:pt idx="4095">
                  <c:v>42261</c:v>
                </c:pt>
                <c:pt idx="4096">
                  <c:v>42262</c:v>
                </c:pt>
                <c:pt idx="4097">
                  <c:v>42263</c:v>
                </c:pt>
                <c:pt idx="4098">
                  <c:v>42264</c:v>
                </c:pt>
                <c:pt idx="4099">
                  <c:v>42265</c:v>
                </c:pt>
                <c:pt idx="4100">
                  <c:v>42268</c:v>
                </c:pt>
                <c:pt idx="4101">
                  <c:v>42269</c:v>
                </c:pt>
                <c:pt idx="4102">
                  <c:v>42270</c:v>
                </c:pt>
                <c:pt idx="4103">
                  <c:v>42271</c:v>
                </c:pt>
                <c:pt idx="4104">
                  <c:v>42272</c:v>
                </c:pt>
                <c:pt idx="4105">
                  <c:v>42275</c:v>
                </c:pt>
                <c:pt idx="4106">
                  <c:v>42276</c:v>
                </c:pt>
                <c:pt idx="4107">
                  <c:v>42277</c:v>
                </c:pt>
                <c:pt idx="4108">
                  <c:v>42278</c:v>
                </c:pt>
                <c:pt idx="4109">
                  <c:v>42279</c:v>
                </c:pt>
                <c:pt idx="4110">
                  <c:v>42282</c:v>
                </c:pt>
                <c:pt idx="4111">
                  <c:v>42283</c:v>
                </c:pt>
                <c:pt idx="4112">
                  <c:v>42284</c:v>
                </c:pt>
                <c:pt idx="4113">
                  <c:v>42285</c:v>
                </c:pt>
                <c:pt idx="4114">
                  <c:v>42286</c:v>
                </c:pt>
                <c:pt idx="4115">
                  <c:v>42289</c:v>
                </c:pt>
                <c:pt idx="4116">
                  <c:v>42290</c:v>
                </c:pt>
                <c:pt idx="4117">
                  <c:v>42291</c:v>
                </c:pt>
                <c:pt idx="4118">
                  <c:v>42292</c:v>
                </c:pt>
                <c:pt idx="4119">
                  <c:v>42293</c:v>
                </c:pt>
                <c:pt idx="4120">
                  <c:v>42296</c:v>
                </c:pt>
                <c:pt idx="4121">
                  <c:v>42297</c:v>
                </c:pt>
                <c:pt idx="4122">
                  <c:v>42298</c:v>
                </c:pt>
                <c:pt idx="4123">
                  <c:v>42299</c:v>
                </c:pt>
                <c:pt idx="4124">
                  <c:v>42300</c:v>
                </c:pt>
                <c:pt idx="4125">
                  <c:v>42303</c:v>
                </c:pt>
                <c:pt idx="4126">
                  <c:v>42304</c:v>
                </c:pt>
                <c:pt idx="4127">
                  <c:v>42305</c:v>
                </c:pt>
                <c:pt idx="4128">
                  <c:v>42306</c:v>
                </c:pt>
                <c:pt idx="4129">
                  <c:v>42307</c:v>
                </c:pt>
                <c:pt idx="4130">
                  <c:v>42310</c:v>
                </c:pt>
                <c:pt idx="4131">
                  <c:v>42311</c:v>
                </c:pt>
                <c:pt idx="4132">
                  <c:v>42312</c:v>
                </c:pt>
                <c:pt idx="4133">
                  <c:v>42313</c:v>
                </c:pt>
                <c:pt idx="4134">
                  <c:v>42314</c:v>
                </c:pt>
                <c:pt idx="4135">
                  <c:v>42317</c:v>
                </c:pt>
                <c:pt idx="4136">
                  <c:v>42318</c:v>
                </c:pt>
                <c:pt idx="4137">
                  <c:v>42319</c:v>
                </c:pt>
                <c:pt idx="4138">
                  <c:v>42320</c:v>
                </c:pt>
                <c:pt idx="4139">
                  <c:v>42321</c:v>
                </c:pt>
                <c:pt idx="4140">
                  <c:v>42324</c:v>
                </c:pt>
                <c:pt idx="4141">
                  <c:v>42325</c:v>
                </c:pt>
                <c:pt idx="4142">
                  <c:v>42326</c:v>
                </c:pt>
                <c:pt idx="4143">
                  <c:v>42327</c:v>
                </c:pt>
                <c:pt idx="4144">
                  <c:v>42328</c:v>
                </c:pt>
                <c:pt idx="4145">
                  <c:v>42331</c:v>
                </c:pt>
                <c:pt idx="4146">
                  <c:v>42332</c:v>
                </c:pt>
                <c:pt idx="4147">
                  <c:v>42333</c:v>
                </c:pt>
                <c:pt idx="4148">
                  <c:v>42334</c:v>
                </c:pt>
                <c:pt idx="4149">
                  <c:v>42335</c:v>
                </c:pt>
                <c:pt idx="4150">
                  <c:v>42338</c:v>
                </c:pt>
                <c:pt idx="4151">
                  <c:v>42339</c:v>
                </c:pt>
                <c:pt idx="4152">
                  <c:v>42340</c:v>
                </c:pt>
                <c:pt idx="4153">
                  <c:v>42341</c:v>
                </c:pt>
                <c:pt idx="4154">
                  <c:v>42342</c:v>
                </c:pt>
                <c:pt idx="4155">
                  <c:v>42345</c:v>
                </c:pt>
                <c:pt idx="4156">
                  <c:v>42346</c:v>
                </c:pt>
                <c:pt idx="4157">
                  <c:v>42347</c:v>
                </c:pt>
                <c:pt idx="4158">
                  <c:v>42348</c:v>
                </c:pt>
                <c:pt idx="4159">
                  <c:v>42349</c:v>
                </c:pt>
                <c:pt idx="4160">
                  <c:v>42352</c:v>
                </c:pt>
                <c:pt idx="4161">
                  <c:v>42353</c:v>
                </c:pt>
                <c:pt idx="4162">
                  <c:v>42354</c:v>
                </c:pt>
                <c:pt idx="4163">
                  <c:v>42355</c:v>
                </c:pt>
                <c:pt idx="4164">
                  <c:v>42356</c:v>
                </c:pt>
                <c:pt idx="4165">
                  <c:v>42359</c:v>
                </c:pt>
                <c:pt idx="4166">
                  <c:v>42360</c:v>
                </c:pt>
                <c:pt idx="4167">
                  <c:v>42361</c:v>
                </c:pt>
                <c:pt idx="4168">
                  <c:v>42362</c:v>
                </c:pt>
                <c:pt idx="4169">
                  <c:v>42363</c:v>
                </c:pt>
                <c:pt idx="4170">
                  <c:v>42366</c:v>
                </c:pt>
                <c:pt idx="4171">
                  <c:v>42367</c:v>
                </c:pt>
                <c:pt idx="4172">
                  <c:v>42368</c:v>
                </c:pt>
                <c:pt idx="4173">
                  <c:v>42369</c:v>
                </c:pt>
                <c:pt idx="4174">
                  <c:v>42370</c:v>
                </c:pt>
                <c:pt idx="4175">
                  <c:v>42373</c:v>
                </c:pt>
                <c:pt idx="4176">
                  <c:v>42374</c:v>
                </c:pt>
                <c:pt idx="4177">
                  <c:v>42375</c:v>
                </c:pt>
                <c:pt idx="4178">
                  <c:v>42376</c:v>
                </c:pt>
                <c:pt idx="4179">
                  <c:v>42377</c:v>
                </c:pt>
                <c:pt idx="4180">
                  <c:v>42380</c:v>
                </c:pt>
                <c:pt idx="4181">
                  <c:v>42381</c:v>
                </c:pt>
                <c:pt idx="4182">
                  <c:v>42382</c:v>
                </c:pt>
                <c:pt idx="4183">
                  <c:v>42383</c:v>
                </c:pt>
                <c:pt idx="4184">
                  <c:v>42384</c:v>
                </c:pt>
                <c:pt idx="4185">
                  <c:v>42387</c:v>
                </c:pt>
                <c:pt idx="4186">
                  <c:v>42388</c:v>
                </c:pt>
                <c:pt idx="4187">
                  <c:v>42389</c:v>
                </c:pt>
                <c:pt idx="4188">
                  <c:v>42390</c:v>
                </c:pt>
                <c:pt idx="4189">
                  <c:v>42391</c:v>
                </c:pt>
                <c:pt idx="4190">
                  <c:v>42394</c:v>
                </c:pt>
                <c:pt idx="4191">
                  <c:v>42395</c:v>
                </c:pt>
                <c:pt idx="4192">
                  <c:v>42396</c:v>
                </c:pt>
                <c:pt idx="4193">
                  <c:v>42397</c:v>
                </c:pt>
                <c:pt idx="4194">
                  <c:v>42398</c:v>
                </c:pt>
                <c:pt idx="4195">
                  <c:v>42401</c:v>
                </c:pt>
                <c:pt idx="4196">
                  <c:v>42402</c:v>
                </c:pt>
                <c:pt idx="4197">
                  <c:v>42403</c:v>
                </c:pt>
                <c:pt idx="4198">
                  <c:v>42404</c:v>
                </c:pt>
                <c:pt idx="4199">
                  <c:v>42405</c:v>
                </c:pt>
                <c:pt idx="4200">
                  <c:v>42408</c:v>
                </c:pt>
                <c:pt idx="4201">
                  <c:v>42409</c:v>
                </c:pt>
                <c:pt idx="4202">
                  <c:v>42410</c:v>
                </c:pt>
                <c:pt idx="4203">
                  <c:v>42411</c:v>
                </c:pt>
                <c:pt idx="4204">
                  <c:v>42412</c:v>
                </c:pt>
                <c:pt idx="4205">
                  <c:v>42415</c:v>
                </c:pt>
                <c:pt idx="4206">
                  <c:v>42416</c:v>
                </c:pt>
                <c:pt idx="4207">
                  <c:v>42417</c:v>
                </c:pt>
                <c:pt idx="4208">
                  <c:v>42418</c:v>
                </c:pt>
                <c:pt idx="4209">
                  <c:v>42419</c:v>
                </c:pt>
                <c:pt idx="4210">
                  <c:v>42422</c:v>
                </c:pt>
                <c:pt idx="4211">
                  <c:v>42423</c:v>
                </c:pt>
                <c:pt idx="4212">
                  <c:v>42424</c:v>
                </c:pt>
                <c:pt idx="4213">
                  <c:v>42425</c:v>
                </c:pt>
                <c:pt idx="4214">
                  <c:v>42426</c:v>
                </c:pt>
                <c:pt idx="4215">
                  <c:v>42429</c:v>
                </c:pt>
                <c:pt idx="4216">
                  <c:v>42430</c:v>
                </c:pt>
                <c:pt idx="4217">
                  <c:v>42431</c:v>
                </c:pt>
                <c:pt idx="4218">
                  <c:v>42432</c:v>
                </c:pt>
                <c:pt idx="4219">
                  <c:v>42433</c:v>
                </c:pt>
                <c:pt idx="4220">
                  <c:v>42436</c:v>
                </c:pt>
                <c:pt idx="4221">
                  <c:v>42437</c:v>
                </c:pt>
                <c:pt idx="4222">
                  <c:v>42438</c:v>
                </c:pt>
                <c:pt idx="4223">
                  <c:v>42439</c:v>
                </c:pt>
                <c:pt idx="4224">
                  <c:v>42440</c:v>
                </c:pt>
                <c:pt idx="4225">
                  <c:v>42443</c:v>
                </c:pt>
                <c:pt idx="4226">
                  <c:v>42444</c:v>
                </c:pt>
                <c:pt idx="4227">
                  <c:v>42445</c:v>
                </c:pt>
                <c:pt idx="4228">
                  <c:v>42446</c:v>
                </c:pt>
                <c:pt idx="4229">
                  <c:v>42447</c:v>
                </c:pt>
                <c:pt idx="4230">
                  <c:v>42450</c:v>
                </c:pt>
                <c:pt idx="4231">
                  <c:v>42451</c:v>
                </c:pt>
                <c:pt idx="4232">
                  <c:v>42452</c:v>
                </c:pt>
                <c:pt idx="4233">
                  <c:v>42453</c:v>
                </c:pt>
                <c:pt idx="4234">
                  <c:v>42454</c:v>
                </c:pt>
                <c:pt idx="4235">
                  <c:v>42457</c:v>
                </c:pt>
                <c:pt idx="4236">
                  <c:v>42458</c:v>
                </c:pt>
                <c:pt idx="4237">
                  <c:v>42459</c:v>
                </c:pt>
                <c:pt idx="4238">
                  <c:v>42460</c:v>
                </c:pt>
                <c:pt idx="4239">
                  <c:v>42461</c:v>
                </c:pt>
                <c:pt idx="4240">
                  <c:v>42464</c:v>
                </c:pt>
                <c:pt idx="4241">
                  <c:v>42465</c:v>
                </c:pt>
                <c:pt idx="4242">
                  <c:v>42466</c:v>
                </c:pt>
                <c:pt idx="4243">
                  <c:v>42467</c:v>
                </c:pt>
                <c:pt idx="4244">
                  <c:v>42468</c:v>
                </c:pt>
                <c:pt idx="4245">
                  <c:v>42471</c:v>
                </c:pt>
                <c:pt idx="4246">
                  <c:v>42472</c:v>
                </c:pt>
                <c:pt idx="4247">
                  <c:v>42473</c:v>
                </c:pt>
                <c:pt idx="4248">
                  <c:v>42474</c:v>
                </c:pt>
                <c:pt idx="4249">
                  <c:v>42475</c:v>
                </c:pt>
                <c:pt idx="4250">
                  <c:v>42478</c:v>
                </c:pt>
                <c:pt idx="4251">
                  <c:v>42479</c:v>
                </c:pt>
                <c:pt idx="4252">
                  <c:v>42480</c:v>
                </c:pt>
                <c:pt idx="4253">
                  <c:v>42481</c:v>
                </c:pt>
                <c:pt idx="4254">
                  <c:v>42482</c:v>
                </c:pt>
                <c:pt idx="4255">
                  <c:v>42485</c:v>
                </c:pt>
                <c:pt idx="4256">
                  <c:v>42486</c:v>
                </c:pt>
                <c:pt idx="4257">
                  <c:v>42487</c:v>
                </c:pt>
                <c:pt idx="4258">
                  <c:v>42488</c:v>
                </c:pt>
                <c:pt idx="4259">
                  <c:v>42489</c:v>
                </c:pt>
                <c:pt idx="4260">
                  <c:v>42492</c:v>
                </c:pt>
                <c:pt idx="4261">
                  <c:v>42493</c:v>
                </c:pt>
                <c:pt idx="4262">
                  <c:v>42494</c:v>
                </c:pt>
                <c:pt idx="4263">
                  <c:v>42495</c:v>
                </c:pt>
                <c:pt idx="4264">
                  <c:v>42496</c:v>
                </c:pt>
                <c:pt idx="4265">
                  <c:v>42499</c:v>
                </c:pt>
                <c:pt idx="4266">
                  <c:v>42500</c:v>
                </c:pt>
                <c:pt idx="4267">
                  <c:v>42501</c:v>
                </c:pt>
                <c:pt idx="4268">
                  <c:v>42502</c:v>
                </c:pt>
                <c:pt idx="4269">
                  <c:v>42503</c:v>
                </c:pt>
                <c:pt idx="4270">
                  <c:v>42506</c:v>
                </c:pt>
                <c:pt idx="4271">
                  <c:v>42507</c:v>
                </c:pt>
                <c:pt idx="4272">
                  <c:v>42508</c:v>
                </c:pt>
                <c:pt idx="4273">
                  <c:v>42509</c:v>
                </c:pt>
                <c:pt idx="4274">
                  <c:v>42510</c:v>
                </c:pt>
                <c:pt idx="4275">
                  <c:v>42513</c:v>
                </c:pt>
                <c:pt idx="4276">
                  <c:v>42514</c:v>
                </c:pt>
                <c:pt idx="4277">
                  <c:v>42515</c:v>
                </c:pt>
                <c:pt idx="4278">
                  <c:v>42516</c:v>
                </c:pt>
                <c:pt idx="4279">
                  <c:v>42517</c:v>
                </c:pt>
                <c:pt idx="4280">
                  <c:v>42520</c:v>
                </c:pt>
                <c:pt idx="4281">
                  <c:v>42521</c:v>
                </c:pt>
                <c:pt idx="4282">
                  <c:v>42522</c:v>
                </c:pt>
                <c:pt idx="4283">
                  <c:v>42523</c:v>
                </c:pt>
                <c:pt idx="4284">
                  <c:v>42524</c:v>
                </c:pt>
                <c:pt idx="4285">
                  <c:v>42527</c:v>
                </c:pt>
                <c:pt idx="4286">
                  <c:v>42528</c:v>
                </c:pt>
                <c:pt idx="4287">
                  <c:v>42529</c:v>
                </c:pt>
                <c:pt idx="4288">
                  <c:v>42530</c:v>
                </c:pt>
                <c:pt idx="4289">
                  <c:v>42531</c:v>
                </c:pt>
                <c:pt idx="4290">
                  <c:v>42534</c:v>
                </c:pt>
                <c:pt idx="4291">
                  <c:v>42535</c:v>
                </c:pt>
                <c:pt idx="4292">
                  <c:v>42536</c:v>
                </c:pt>
                <c:pt idx="4293">
                  <c:v>42537</c:v>
                </c:pt>
                <c:pt idx="4294">
                  <c:v>42538</c:v>
                </c:pt>
                <c:pt idx="4295">
                  <c:v>42541</c:v>
                </c:pt>
                <c:pt idx="4296">
                  <c:v>42542</c:v>
                </c:pt>
                <c:pt idx="4297">
                  <c:v>42543</c:v>
                </c:pt>
                <c:pt idx="4298">
                  <c:v>42544</c:v>
                </c:pt>
                <c:pt idx="4299">
                  <c:v>42545</c:v>
                </c:pt>
                <c:pt idx="4300">
                  <c:v>42548</c:v>
                </c:pt>
                <c:pt idx="4301">
                  <c:v>42549</c:v>
                </c:pt>
                <c:pt idx="4302">
                  <c:v>42550</c:v>
                </c:pt>
                <c:pt idx="4303">
                  <c:v>42551</c:v>
                </c:pt>
                <c:pt idx="4304">
                  <c:v>42552</c:v>
                </c:pt>
                <c:pt idx="4305">
                  <c:v>42555</c:v>
                </c:pt>
                <c:pt idx="4306">
                  <c:v>42556</c:v>
                </c:pt>
                <c:pt idx="4307">
                  <c:v>42557</c:v>
                </c:pt>
                <c:pt idx="4308">
                  <c:v>42558</c:v>
                </c:pt>
                <c:pt idx="4309">
                  <c:v>42559</c:v>
                </c:pt>
                <c:pt idx="4310">
                  <c:v>42562</c:v>
                </c:pt>
                <c:pt idx="4311">
                  <c:v>42563</c:v>
                </c:pt>
                <c:pt idx="4312">
                  <c:v>42564</c:v>
                </c:pt>
                <c:pt idx="4313">
                  <c:v>42565</c:v>
                </c:pt>
                <c:pt idx="4314">
                  <c:v>42566</c:v>
                </c:pt>
                <c:pt idx="4315">
                  <c:v>42569</c:v>
                </c:pt>
                <c:pt idx="4316">
                  <c:v>42570</c:v>
                </c:pt>
                <c:pt idx="4317">
                  <c:v>42571</c:v>
                </c:pt>
                <c:pt idx="4318">
                  <c:v>42572</c:v>
                </c:pt>
                <c:pt idx="4319">
                  <c:v>42573</c:v>
                </c:pt>
                <c:pt idx="4320">
                  <c:v>42576</c:v>
                </c:pt>
                <c:pt idx="4321">
                  <c:v>42577</c:v>
                </c:pt>
                <c:pt idx="4322">
                  <c:v>42578</c:v>
                </c:pt>
                <c:pt idx="4323">
                  <c:v>42579</c:v>
                </c:pt>
                <c:pt idx="4324">
                  <c:v>42580</c:v>
                </c:pt>
                <c:pt idx="4325">
                  <c:v>42583</c:v>
                </c:pt>
                <c:pt idx="4326">
                  <c:v>42584</c:v>
                </c:pt>
                <c:pt idx="4327">
                  <c:v>42585</c:v>
                </c:pt>
                <c:pt idx="4328">
                  <c:v>42586</c:v>
                </c:pt>
                <c:pt idx="4329">
                  <c:v>42587</c:v>
                </c:pt>
                <c:pt idx="4330">
                  <c:v>42590</c:v>
                </c:pt>
                <c:pt idx="4331">
                  <c:v>42591</c:v>
                </c:pt>
                <c:pt idx="4332">
                  <c:v>42592</c:v>
                </c:pt>
                <c:pt idx="4333">
                  <c:v>42593</c:v>
                </c:pt>
                <c:pt idx="4334">
                  <c:v>42594</c:v>
                </c:pt>
                <c:pt idx="4335">
                  <c:v>42597</c:v>
                </c:pt>
                <c:pt idx="4336">
                  <c:v>42598</c:v>
                </c:pt>
                <c:pt idx="4337">
                  <c:v>42599</c:v>
                </c:pt>
                <c:pt idx="4338">
                  <c:v>42600</c:v>
                </c:pt>
                <c:pt idx="4339">
                  <c:v>42601</c:v>
                </c:pt>
                <c:pt idx="4340">
                  <c:v>42604</c:v>
                </c:pt>
                <c:pt idx="4341">
                  <c:v>42605</c:v>
                </c:pt>
                <c:pt idx="4342">
                  <c:v>42606</c:v>
                </c:pt>
                <c:pt idx="4343">
                  <c:v>42607</c:v>
                </c:pt>
                <c:pt idx="4344">
                  <c:v>42608</c:v>
                </c:pt>
                <c:pt idx="4345">
                  <c:v>42611</c:v>
                </c:pt>
                <c:pt idx="4346">
                  <c:v>42612</c:v>
                </c:pt>
                <c:pt idx="4347">
                  <c:v>42613</c:v>
                </c:pt>
                <c:pt idx="4348">
                  <c:v>42614</c:v>
                </c:pt>
                <c:pt idx="4349">
                  <c:v>42615</c:v>
                </c:pt>
                <c:pt idx="4350">
                  <c:v>42618</c:v>
                </c:pt>
                <c:pt idx="4351">
                  <c:v>42619</c:v>
                </c:pt>
                <c:pt idx="4352">
                  <c:v>42620</c:v>
                </c:pt>
                <c:pt idx="4353">
                  <c:v>42621</c:v>
                </c:pt>
                <c:pt idx="4354">
                  <c:v>42622</c:v>
                </c:pt>
                <c:pt idx="4355">
                  <c:v>42625</c:v>
                </c:pt>
                <c:pt idx="4356">
                  <c:v>42626</c:v>
                </c:pt>
                <c:pt idx="4357">
                  <c:v>42627</c:v>
                </c:pt>
                <c:pt idx="4358">
                  <c:v>42628</c:v>
                </c:pt>
                <c:pt idx="4359">
                  <c:v>42629</c:v>
                </c:pt>
                <c:pt idx="4360">
                  <c:v>42632</c:v>
                </c:pt>
                <c:pt idx="4361">
                  <c:v>42633</c:v>
                </c:pt>
                <c:pt idx="4362">
                  <c:v>42634</c:v>
                </c:pt>
                <c:pt idx="4363">
                  <c:v>42635</c:v>
                </c:pt>
                <c:pt idx="4364">
                  <c:v>42636</c:v>
                </c:pt>
                <c:pt idx="4365">
                  <c:v>42639</c:v>
                </c:pt>
                <c:pt idx="4366">
                  <c:v>42640</c:v>
                </c:pt>
                <c:pt idx="4367">
                  <c:v>42641</c:v>
                </c:pt>
                <c:pt idx="4368">
                  <c:v>42642</c:v>
                </c:pt>
                <c:pt idx="4369">
                  <c:v>42643</c:v>
                </c:pt>
                <c:pt idx="4370">
                  <c:v>42646</c:v>
                </c:pt>
                <c:pt idx="4371">
                  <c:v>42647</c:v>
                </c:pt>
                <c:pt idx="4372">
                  <c:v>42648</c:v>
                </c:pt>
                <c:pt idx="4373">
                  <c:v>42649</c:v>
                </c:pt>
                <c:pt idx="4374">
                  <c:v>42650</c:v>
                </c:pt>
                <c:pt idx="4375">
                  <c:v>42653</c:v>
                </c:pt>
                <c:pt idx="4376">
                  <c:v>42654</c:v>
                </c:pt>
                <c:pt idx="4377">
                  <c:v>42655</c:v>
                </c:pt>
                <c:pt idx="4378">
                  <c:v>42656</c:v>
                </c:pt>
                <c:pt idx="4379">
                  <c:v>42657</c:v>
                </c:pt>
                <c:pt idx="4380">
                  <c:v>42660</c:v>
                </c:pt>
                <c:pt idx="4381">
                  <c:v>42661</c:v>
                </c:pt>
                <c:pt idx="4382">
                  <c:v>42662</c:v>
                </c:pt>
                <c:pt idx="4383">
                  <c:v>42663</c:v>
                </c:pt>
                <c:pt idx="4384">
                  <c:v>42664</c:v>
                </c:pt>
                <c:pt idx="4385">
                  <c:v>42667</c:v>
                </c:pt>
                <c:pt idx="4386">
                  <c:v>42668</c:v>
                </c:pt>
                <c:pt idx="4387">
                  <c:v>42669</c:v>
                </c:pt>
                <c:pt idx="4388">
                  <c:v>42670</c:v>
                </c:pt>
                <c:pt idx="4389">
                  <c:v>42671</c:v>
                </c:pt>
                <c:pt idx="4390">
                  <c:v>42674</c:v>
                </c:pt>
                <c:pt idx="4391">
                  <c:v>42675</c:v>
                </c:pt>
                <c:pt idx="4392">
                  <c:v>42676</c:v>
                </c:pt>
                <c:pt idx="4393">
                  <c:v>42677</c:v>
                </c:pt>
                <c:pt idx="4394">
                  <c:v>42678</c:v>
                </c:pt>
                <c:pt idx="4395">
                  <c:v>42681</c:v>
                </c:pt>
                <c:pt idx="4396">
                  <c:v>42682</c:v>
                </c:pt>
                <c:pt idx="4397">
                  <c:v>42683</c:v>
                </c:pt>
                <c:pt idx="4398">
                  <c:v>42684</c:v>
                </c:pt>
                <c:pt idx="4399">
                  <c:v>42685</c:v>
                </c:pt>
                <c:pt idx="4400">
                  <c:v>42688</c:v>
                </c:pt>
                <c:pt idx="4401">
                  <c:v>42689</c:v>
                </c:pt>
                <c:pt idx="4402">
                  <c:v>42690</c:v>
                </c:pt>
                <c:pt idx="4403">
                  <c:v>42691</c:v>
                </c:pt>
                <c:pt idx="4404">
                  <c:v>42692</c:v>
                </c:pt>
                <c:pt idx="4405">
                  <c:v>42695</c:v>
                </c:pt>
                <c:pt idx="4406">
                  <c:v>42696</c:v>
                </c:pt>
                <c:pt idx="4407">
                  <c:v>42697</c:v>
                </c:pt>
                <c:pt idx="4408">
                  <c:v>42698</c:v>
                </c:pt>
                <c:pt idx="4409">
                  <c:v>42699</c:v>
                </c:pt>
                <c:pt idx="4410">
                  <c:v>42702</c:v>
                </c:pt>
                <c:pt idx="4411">
                  <c:v>42703</c:v>
                </c:pt>
                <c:pt idx="4412">
                  <c:v>42704</c:v>
                </c:pt>
                <c:pt idx="4413">
                  <c:v>42705</c:v>
                </c:pt>
                <c:pt idx="4414">
                  <c:v>42706</c:v>
                </c:pt>
                <c:pt idx="4415">
                  <c:v>42709</c:v>
                </c:pt>
                <c:pt idx="4416">
                  <c:v>42710</c:v>
                </c:pt>
                <c:pt idx="4417">
                  <c:v>42711</c:v>
                </c:pt>
                <c:pt idx="4418">
                  <c:v>42712</c:v>
                </c:pt>
                <c:pt idx="4419">
                  <c:v>42713</c:v>
                </c:pt>
                <c:pt idx="4420">
                  <c:v>42716</c:v>
                </c:pt>
                <c:pt idx="4421">
                  <c:v>42717</c:v>
                </c:pt>
                <c:pt idx="4422">
                  <c:v>42718</c:v>
                </c:pt>
                <c:pt idx="4423">
                  <c:v>42719</c:v>
                </c:pt>
                <c:pt idx="4424">
                  <c:v>42720</c:v>
                </c:pt>
                <c:pt idx="4425">
                  <c:v>42723</c:v>
                </c:pt>
                <c:pt idx="4426">
                  <c:v>42724</c:v>
                </c:pt>
                <c:pt idx="4427">
                  <c:v>42725</c:v>
                </c:pt>
                <c:pt idx="4428">
                  <c:v>42726</c:v>
                </c:pt>
                <c:pt idx="4429">
                  <c:v>42727</c:v>
                </c:pt>
                <c:pt idx="4430">
                  <c:v>42730</c:v>
                </c:pt>
                <c:pt idx="4431">
                  <c:v>42731</c:v>
                </c:pt>
                <c:pt idx="4432">
                  <c:v>42732</c:v>
                </c:pt>
                <c:pt idx="4433">
                  <c:v>42733</c:v>
                </c:pt>
                <c:pt idx="4434">
                  <c:v>42734</c:v>
                </c:pt>
                <c:pt idx="4435">
                  <c:v>42737</c:v>
                </c:pt>
                <c:pt idx="4436">
                  <c:v>42738</c:v>
                </c:pt>
                <c:pt idx="4437">
                  <c:v>42739</c:v>
                </c:pt>
                <c:pt idx="4438">
                  <c:v>42740</c:v>
                </c:pt>
                <c:pt idx="4439">
                  <c:v>42741</c:v>
                </c:pt>
                <c:pt idx="4440">
                  <c:v>42744</c:v>
                </c:pt>
                <c:pt idx="4441">
                  <c:v>42745</c:v>
                </c:pt>
                <c:pt idx="4442">
                  <c:v>42746</c:v>
                </c:pt>
                <c:pt idx="4443">
                  <c:v>42747</c:v>
                </c:pt>
                <c:pt idx="4444">
                  <c:v>42748</c:v>
                </c:pt>
                <c:pt idx="4445">
                  <c:v>42751</c:v>
                </c:pt>
                <c:pt idx="4446">
                  <c:v>42752</c:v>
                </c:pt>
                <c:pt idx="4447">
                  <c:v>42753</c:v>
                </c:pt>
                <c:pt idx="4448">
                  <c:v>42754</c:v>
                </c:pt>
                <c:pt idx="4449">
                  <c:v>42755</c:v>
                </c:pt>
                <c:pt idx="4450">
                  <c:v>42758</c:v>
                </c:pt>
                <c:pt idx="4451">
                  <c:v>42759</c:v>
                </c:pt>
                <c:pt idx="4452">
                  <c:v>42760</c:v>
                </c:pt>
                <c:pt idx="4453">
                  <c:v>42761</c:v>
                </c:pt>
                <c:pt idx="4454">
                  <c:v>42762</c:v>
                </c:pt>
                <c:pt idx="4455">
                  <c:v>42765</c:v>
                </c:pt>
                <c:pt idx="4456">
                  <c:v>42766</c:v>
                </c:pt>
                <c:pt idx="4457">
                  <c:v>42767</c:v>
                </c:pt>
                <c:pt idx="4458">
                  <c:v>42768</c:v>
                </c:pt>
                <c:pt idx="4459">
                  <c:v>42769</c:v>
                </c:pt>
                <c:pt idx="4460">
                  <c:v>42772</c:v>
                </c:pt>
                <c:pt idx="4461">
                  <c:v>42773</c:v>
                </c:pt>
                <c:pt idx="4462">
                  <c:v>42774</c:v>
                </c:pt>
                <c:pt idx="4463">
                  <c:v>42775</c:v>
                </c:pt>
                <c:pt idx="4464">
                  <c:v>42776</c:v>
                </c:pt>
                <c:pt idx="4465">
                  <c:v>42779</c:v>
                </c:pt>
                <c:pt idx="4466">
                  <c:v>42780</c:v>
                </c:pt>
                <c:pt idx="4467">
                  <c:v>42781</c:v>
                </c:pt>
                <c:pt idx="4468">
                  <c:v>42782</c:v>
                </c:pt>
                <c:pt idx="4469">
                  <c:v>42783</c:v>
                </c:pt>
                <c:pt idx="4470">
                  <c:v>42786</c:v>
                </c:pt>
                <c:pt idx="4471">
                  <c:v>42787</c:v>
                </c:pt>
                <c:pt idx="4472">
                  <c:v>42788</c:v>
                </c:pt>
                <c:pt idx="4473">
                  <c:v>42789</c:v>
                </c:pt>
                <c:pt idx="4474">
                  <c:v>42790</c:v>
                </c:pt>
                <c:pt idx="4475">
                  <c:v>42793</c:v>
                </c:pt>
                <c:pt idx="4476">
                  <c:v>42794</c:v>
                </c:pt>
                <c:pt idx="4477">
                  <c:v>42795</c:v>
                </c:pt>
                <c:pt idx="4478">
                  <c:v>42796</c:v>
                </c:pt>
                <c:pt idx="4479">
                  <c:v>42797</c:v>
                </c:pt>
                <c:pt idx="4480">
                  <c:v>42800</c:v>
                </c:pt>
                <c:pt idx="4481">
                  <c:v>42801</c:v>
                </c:pt>
                <c:pt idx="4482">
                  <c:v>42802</c:v>
                </c:pt>
                <c:pt idx="4483">
                  <c:v>42803</c:v>
                </c:pt>
                <c:pt idx="4484">
                  <c:v>42804</c:v>
                </c:pt>
                <c:pt idx="4485">
                  <c:v>42807</c:v>
                </c:pt>
                <c:pt idx="4486">
                  <c:v>42808</c:v>
                </c:pt>
                <c:pt idx="4487">
                  <c:v>42809</c:v>
                </c:pt>
                <c:pt idx="4488">
                  <c:v>42810</c:v>
                </c:pt>
                <c:pt idx="4489">
                  <c:v>42811</c:v>
                </c:pt>
                <c:pt idx="4490">
                  <c:v>42814</c:v>
                </c:pt>
                <c:pt idx="4491">
                  <c:v>42815</c:v>
                </c:pt>
                <c:pt idx="4492">
                  <c:v>42816</c:v>
                </c:pt>
                <c:pt idx="4493">
                  <c:v>42817</c:v>
                </c:pt>
                <c:pt idx="4494">
                  <c:v>42818</c:v>
                </c:pt>
                <c:pt idx="4495">
                  <c:v>42821</c:v>
                </c:pt>
                <c:pt idx="4496">
                  <c:v>42822</c:v>
                </c:pt>
                <c:pt idx="4497">
                  <c:v>42823</c:v>
                </c:pt>
                <c:pt idx="4498">
                  <c:v>42824</c:v>
                </c:pt>
                <c:pt idx="4499">
                  <c:v>42825</c:v>
                </c:pt>
                <c:pt idx="4500">
                  <c:v>42828</c:v>
                </c:pt>
                <c:pt idx="4501">
                  <c:v>42829</c:v>
                </c:pt>
                <c:pt idx="4502">
                  <c:v>42830</c:v>
                </c:pt>
                <c:pt idx="4503">
                  <c:v>42831</c:v>
                </c:pt>
                <c:pt idx="4504">
                  <c:v>42832</c:v>
                </c:pt>
                <c:pt idx="4505">
                  <c:v>42835</c:v>
                </c:pt>
                <c:pt idx="4506">
                  <c:v>42836</c:v>
                </c:pt>
                <c:pt idx="4507">
                  <c:v>42837</c:v>
                </c:pt>
                <c:pt idx="4508">
                  <c:v>42838</c:v>
                </c:pt>
                <c:pt idx="4509">
                  <c:v>42839</c:v>
                </c:pt>
                <c:pt idx="4510">
                  <c:v>42842</c:v>
                </c:pt>
                <c:pt idx="4511">
                  <c:v>42843</c:v>
                </c:pt>
                <c:pt idx="4512">
                  <c:v>42844</c:v>
                </c:pt>
                <c:pt idx="4513">
                  <c:v>42845</c:v>
                </c:pt>
                <c:pt idx="4514">
                  <c:v>42846</c:v>
                </c:pt>
                <c:pt idx="4515">
                  <c:v>42849</c:v>
                </c:pt>
                <c:pt idx="4516">
                  <c:v>42850</c:v>
                </c:pt>
                <c:pt idx="4517">
                  <c:v>42851</c:v>
                </c:pt>
                <c:pt idx="4518">
                  <c:v>42852</c:v>
                </c:pt>
                <c:pt idx="4519">
                  <c:v>42853</c:v>
                </c:pt>
                <c:pt idx="4520">
                  <c:v>42856</c:v>
                </c:pt>
                <c:pt idx="4521">
                  <c:v>42857</c:v>
                </c:pt>
                <c:pt idx="4522">
                  <c:v>42858</c:v>
                </c:pt>
                <c:pt idx="4523">
                  <c:v>42859</c:v>
                </c:pt>
                <c:pt idx="4524">
                  <c:v>42860</c:v>
                </c:pt>
                <c:pt idx="4525">
                  <c:v>42863</c:v>
                </c:pt>
                <c:pt idx="4526">
                  <c:v>42864</c:v>
                </c:pt>
                <c:pt idx="4527">
                  <c:v>42865</c:v>
                </c:pt>
                <c:pt idx="4528">
                  <c:v>42866</c:v>
                </c:pt>
                <c:pt idx="4529">
                  <c:v>42867</c:v>
                </c:pt>
                <c:pt idx="4530">
                  <c:v>42870</c:v>
                </c:pt>
                <c:pt idx="4531">
                  <c:v>42871</c:v>
                </c:pt>
                <c:pt idx="4532">
                  <c:v>42872</c:v>
                </c:pt>
                <c:pt idx="4533">
                  <c:v>42873</c:v>
                </c:pt>
                <c:pt idx="4534">
                  <c:v>42874</c:v>
                </c:pt>
                <c:pt idx="4535">
                  <c:v>42877</c:v>
                </c:pt>
                <c:pt idx="4536">
                  <c:v>42878</c:v>
                </c:pt>
                <c:pt idx="4537">
                  <c:v>42879</c:v>
                </c:pt>
                <c:pt idx="4538">
                  <c:v>42880</c:v>
                </c:pt>
                <c:pt idx="4539">
                  <c:v>42881</c:v>
                </c:pt>
                <c:pt idx="4540">
                  <c:v>42884</c:v>
                </c:pt>
                <c:pt idx="4541">
                  <c:v>42885</c:v>
                </c:pt>
                <c:pt idx="4542">
                  <c:v>42886</c:v>
                </c:pt>
                <c:pt idx="4543">
                  <c:v>42887</c:v>
                </c:pt>
                <c:pt idx="4544">
                  <c:v>42888</c:v>
                </c:pt>
                <c:pt idx="4545">
                  <c:v>42891</c:v>
                </c:pt>
                <c:pt idx="4546">
                  <c:v>42892</c:v>
                </c:pt>
                <c:pt idx="4547">
                  <c:v>42893</c:v>
                </c:pt>
                <c:pt idx="4548">
                  <c:v>42894</c:v>
                </c:pt>
                <c:pt idx="4549">
                  <c:v>42895</c:v>
                </c:pt>
                <c:pt idx="4550">
                  <c:v>42898</c:v>
                </c:pt>
                <c:pt idx="4551">
                  <c:v>42899</c:v>
                </c:pt>
                <c:pt idx="4552">
                  <c:v>42900</c:v>
                </c:pt>
                <c:pt idx="4553">
                  <c:v>42901</c:v>
                </c:pt>
                <c:pt idx="4554">
                  <c:v>42902</c:v>
                </c:pt>
                <c:pt idx="4555">
                  <c:v>42905</c:v>
                </c:pt>
                <c:pt idx="4556">
                  <c:v>42906</c:v>
                </c:pt>
                <c:pt idx="4557">
                  <c:v>42907</c:v>
                </c:pt>
                <c:pt idx="4558">
                  <c:v>42908</c:v>
                </c:pt>
                <c:pt idx="4559">
                  <c:v>42909</c:v>
                </c:pt>
                <c:pt idx="4560">
                  <c:v>42912</c:v>
                </c:pt>
                <c:pt idx="4561">
                  <c:v>42913</c:v>
                </c:pt>
                <c:pt idx="4562">
                  <c:v>42914</c:v>
                </c:pt>
                <c:pt idx="4563">
                  <c:v>42915</c:v>
                </c:pt>
                <c:pt idx="4564">
                  <c:v>42916</c:v>
                </c:pt>
                <c:pt idx="4565">
                  <c:v>42919</c:v>
                </c:pt>
                <c:pt idx="4566">
                  <c:v>42920</c:v>
                </c:pt>
                <c:pt idx="4567">
                  <c:v>42921</c:v>
                </c:pt>
                <c:pt idx="4568">
                  <c:v>42922</c:v>
                </c:pt>
                <c:pt idx="4569">
                  <c:v>42923</c:v>
                </c:pt>
                <c:pt idx="4570">
                  <c:v>42926</c:v>
                </c:pt>
                <c:pt idx="4571">
                  <c:v>42927</c:v>
                </c:pt>
                <c:pt idx="4572">
                  <c:v>42928</c:v>
                </c:pt>
                <c:pt idx="4573">
                  <c:v>42929</c:v>
                </c:pt>
                <c:pt idx="4574">
                  <c:v>42930</c:v>
                </c:pt>
                <c:pt idx="4575">
                  <c:v>42933</c:v>
                </c:pt>
                <c:pt idx="4576">
                  <c:v>42934</c:v>
                </c:pt>
                <c:pt idx="4577">
                  <c:v>42935</c:v>
                </c:pt>
                <c:pt idx="4578">
                  <c:v>42936</c:v>
                </c:pt>
                <c:pt idx="4579">
                  <c:v>42937</c:v>
                </c:pt>
                <c:pt idx="4580">
                  <c:v>42940</c:v>
                </c:pt>
                <c:pt idx="4581">
                  <c:v>42941</c:v>
                </c:pt>
                <c:pt idx="4582">
                  <c:v>42942</c:v>
                </c:pt>
                <c:pt idx="4583">
                  <c:v>42943</c:v>
                </c:pt>
                <c:pt idx="4584">
                  <c:v>42944</c:v>
                </c:pt>
                <c:pt idx="4585">
                  <c:v>42947</c:v>
                </c:pt>
                <c:pt idx="4586">
                  <c:v>42948</c:v>
                </c:pt>
                <c:pt idx="4587">
                  <c:v>42949</c:v>
                </c:pt>
                <c:pt idx="4588">
                  <c:v>42950</c:v>
                </c:pt>
                <c:pt idx="4589">
                  <c:v>42951</c:v>
                </c:pt>
                <c:pt idx="4590">
                  <c:v>42954</c:v>
                </c:pt>
                <c:pt idx="4591">
                  <c:v>42955</c:v>
                </c:pt>
                <c:pt idx="4592">
                  <c:v>42956</c:v>
                </c:pt>
                <c:pt idx="4593">
                  <c:v>42957</c:v>
                </c:pt>
                <c:pt idx="4594">
                  <c:v>42958</c:v>
                </c:pt>
                <c:pt idx="4595">
                  <c:v>42961</c:v>
                </c:pt>
                <c:pt idx="4596">
                  <c:v>42962</c:v>
                </c:pt>
                <c:pt idx="4597">
                  <c:v>42963</c:v>
                </c:pt>
                <c:pt idx="4598">
                  <c:v>42964</c:v>
                </c:pt>
                <c:pt idx="4599">
                  <c:v>42965</c:v>
                </c:pt>
                <c:pt idx="4600">
                  <c:v>42968</c:v>
                </c:pt>
                <c:pt idx="4601">
                  <c:v>42969</c:v>
                </c:pt>
                <c:pt idx="4602">
                  <c:v>42970</c:v>
                </c:pt>
                <c:pt idx="4603">
                  <c:v>42971</c:v>
                </c:pt>
                <c:pt idx="4604">
                  <c:v>42972</c:v>
                </c:pt>
                <c:pt idx="4605">
                  <c:v>42975</c:v>
                </c:pt>
                <c:pt idx="4606">
                  <c:v>42976</c:v>
                </c:pt>
                <c:pt idx="4607">
                  <c:v>42977</c:v>
                </c:pt>
                <c:pt idx="4608">
                  <c:v>42978</c:v>
                </c:pt>
                <c:pt idx="4609">
                  <c:v>42979</c:v>
                </c:pt>
                <c:pt idx="4610">
                  <c:v>42982</c:v>
                </c:pt>
                <c:pt idx="4611">
                  <c:v>42983</c:v>
                </c:pt>
                <c:pt idx="4612">
                  <c:v>42984</c:v>
                </c:pt>
                <c:pt idx="4613">
                  <c:v>42985</c:v>
                </c:pt>
                <c:pt idx="4614">
                  <c:v>42986</c:v>
                </c:pt>
                <c:pt idx="4615">
                  <c:v>42989</c:v>
                </c:pt>
                <c:pt idx="4616">
                  <c:v>42990</c:v>
                </c:pt>
                <c:pt idx="4617">
                  <c:v>42991</c:v>
                </c:pt>
                <c:pt idx="4618">
                  <c:v>42992</c:v>
                </c:pt>
                <c:pt idx="4619">
                  <c:v>42993</c:v>
                </c:pt>
                <c:pt idx="4620">
                  <c:v>42996</c:v>
                </c:pt>
                <c:pt idx="4621">
                  <c:v>42997</c:v>
                </c:pt>
                <c:pt idx="4622">
                  <c:v>42998</c:v>
                </c:pt>
                <c:pt idx="4623">
                  <c:v>42999</c:v>
                </c:pt>
                <c:pt idx="4624">
                  <c:v>43000</c:v>
                </c:pt>
                <c:pt idx="4625">
                  <c:v>43003</c:v>
                </c:pt>
                <c:pt idx="4626">
                  <c:v>43004</c:v>
                </c:pt>
                <c:pt idx="4627">
                  <c:v>43005</c:v>
                </c:pt>
                <c:pt idx="4628">
                  <c:v>43006</c:v>
                </c:pt>
                <c:pt idx="4629">
                  <c:v>43007</c:v>
                </c:pt>
                <c:pt idx="4630">
                  <c:v>43010</c:v>
                </c:pt>
                <c:pt idx="4631">
                  <c:v>43011</c:v>
                </c:pt>
                <c:pt idx="4632">
                  <c:v>43012</c:v>
                </c:pt>
                <c:pt idx="4633">
                  <c:v>43013</c:v>
                </c:pt>
                <c:pt idx="4634">
                  <c:v>43014</c:v>
                </c:pt>
                <c:pt idx="4635">
                  <c:v>43017</c:v>
                </c:pt>
                <c:pt idx="4636">
                  <c:v>43018</c:v>
                </c:pt>
                <c:pt idx="4637">
                  <c:v>43019</c:v>
                </c:pt>
                <c:pt idx="4638">
                  <c:v>43020</c:v>
                </c:pt>
                <c:pt idx="4639">
                  <c:v>43021</c:v>
                </c:pt>
                <c:pt idx="4640">
                  <c:v>43024</c:v>
                </c:pt>
                <c:pt idx="4641">
                  <c:v>43025</c:v>
                </c:pt>
                <c:pt idx="4642">
                  <c:v>43026</c:v>
                </c:pt>
                <c:pt idx="4643">
                  <c:v>43027</c:v>
                </c:pt>
                <c:pt idx="4644">
                  <c:v>43028</c:v>
                </c:pt>
                <c:pt idx="4645">
                  <c:v>43031</c:v>
                </c:pt>
                <c:pt idx="4646">
                  <c:v>43032</c:v>
                </c:pt>
                <c:pt idx="4647">
                  <c:v>43033</c:v>
                </c:pt>
                <c:pt idx="4648">
                  <c:v>43034</c:v>
                </c:pt>
                <c:pt idx="4649">
                  <c:v>43035</c:v>
                </c:pt>
                <c:pt idx="4650">
                  <c:v>43038</c:v>
                </c:pt>
                <c:pt idx="4651">
                  <c:v>43039</c:v>
                </c:pt>
                <c:pt idx="4652">
                  <c:v>43040</c:v>
                </c:pt>
                <c:pt idx="4653">
                  <c:v>43041</c:v>
                </c:pt>
                <c:pt idx="4654">
                  <c:v>43042</c:v>
                </c:pt>
                <c:pt idx="4655">
                  <c:v>43045</c:v>
                </c:pt>
                <c:pt idx="4656">
                  <c:v>43046</c:v>
                </c:pt>
                <c:pt idx="4657">
                  <c:v>43047</c:v>
                </c:pt>
                <c:pt idx="4658">
                  <c:v>43048</c:v>
                </c:pt>
                <c:pt idx="4659">
                  <c:v>43049</c:v>
                </c:pt>
                <c:pt idx="4660">
                  <c:v>43052</c:v>
                </c:pt>
                <c:pt idx="4661">
                  <c:v>43053</c:v>
                </c:pt>
                <c:pt idx="4662">
                  <c:v>43054</c:v>
                </c:pt>
                <c:pt idx="4663">
                  <c:v>43055</c:v>
                </c:pt>
                <c:pt idx="4664">
                  <c:v>43056</c:v>
                </c:pt>
                <c:pt idx="4665">
                  <c:v>43059</c:v>
                </c:pt>
                <c:pt idx="4666">
                  <c:v>43060</c:v>
                </c:pt>
                <c:pt idx="4667">
                  <c:v>43061</c:v>
                </c:pt>
                <c:pt idx="4668">
                  <c:v>43062</c:v>
                </c:pt>
                <c:pt idx="4669">
                  <c:v>43063</c:v>
                </c:pt>
                <c:pt idx="4670">
                  <c:v>43066</c:v>
                </c:pt>
                <c:pt idx="4671">
                  <c:v>43067</c:v>
                </c:pt>
                <c:pt idx="4672">
                  <c:v>43068</c:v>
                </c:pt>
                <c:pt idx="4673">
                  <c:v>43069</c:v>
                </c:pt>
                <c:pt idx="4674">
                  <c:v>43070</c:v>
                </c:pt>
                <c:pt idx="4675">
                  <c:v>43073</c:v>
                </c:pt>
                <c:pt idx="4676">
                  <c:v>43074</c:v>
                </c:pt>
                <c:pt idx="4677">
                  <c:v>43075</c:v>
                </c:pt>
                <c:pt idx="4678">
                  <c:v>43076</c:v>
                </c:pt>
                <c:pt idx="4679">
                  <c:v>43077</c:v>
                </c:pt>
                <c:pt idx="4680">
                  <c:v>43080</c:v>
                </c:pt>
                <c:pt idx="4681">
                  <c:v>43081</c:v>
                </c:pt>
                <c:pt idx="4682">
                  <c:v>43082</c:v>
                </c:pt>
                <c:pt idx="4683">
                  <c:v>43083</c:v>
                </c:pt>
                <c:pt idx="4684">
                  <c:v>43084</c:v>
                </c:pt>
                <c:pt idx="4685">
                  <c:v>43087</c:v>
                </c:pt>
                <c:pt idx="4686">
                  <c:v>43088</c:v>
                </c:pt>
                <c:pt idx="4687">
                  <c:v>43089</c:v>
                </c:pt>
                <c:pt idx="4688">
                  <c:v>43090</c:v>
                </c:pt>
                <c:pt idx="4689">
                  <c:v>43091</c:v>
                </c:pt>
                <c:pt idx="4690">
                  <c:v>43094</c:v>
                </c:pt>
                <c:pt idx="4691">
                  <c:v>43095</c:v>
                </c:pt>
                <c:pt idx="4692">
                  <c:v>43096</c:v>
                </c:pt>
                <c:pt idx="4693">
                  <c:v>43097</c:v>
                </c:pt>
                <c:pt idx="4694">
                  <c:v>43098</c:v>
                </c:pt>
                <c:pt idx="4695">
                  <c:v>43101</c:v>
                </c:pt>
                <c:pt idx="4696">
                  <c:v>43102</c:v>
                </c:pt>
                <c:pt idx="4697">
                  <c:v>43103</c:v>
                </c:pt>
                <c:pt idx="4698">
                  <c:v>43104</c:v>
                </c:pt>
                <c:pt idx="4699">
                  <c:v>43105</c:v>
                </c:pt>
                <c:pt idx="4700">
                  <c:v>43108</c:v>
                </c:pt>
                <c:pt idx="4701">
                  <c:v>43109</c:v>
                </c:pt>
                <c:pt idx="4702">
                  <c:v>43110</c:v>
                </c:pt>
                <c:pt idx="4703">
                  <c:v>43111</c:v>
                </c:pt>
                <c:pt idx="4704">
                  <c:v>43112</c:v>
                </c:pt>
                <c:pt idx="4705">
                  <c:v>43115</c:v>
                </c:pt>
                <c:pt idx="4706">
                  <c:v>43116</c:v>
                </c:pt>
                <c:pt idx="4707">
                  <c:v>43117</c:v>
                </c:pt>
                <c:pt idx="4708">
                  <c:v>43118</c:v>
                </c:pt>
                <c:pt idx="4709">
                  <c:v>43119</c:v>
                </c:pt>
                <c:pt idx="4710">
                  <c:v>43122</c:v>
                </c:pt>
                <c:pt idx="4711">
                  <c:v>43123</c:v>
                </c:pt>
                <c:pt idx="4712">
                  <c:v>43124</c:v>
                </c:pt>
                <c:pt idx="4713">
                  <c:v>43125</c:v>
                </c:pt>
                <c:pt idx="4714">
                  <c:v>43126</c:v>
                </c:pt>
                <c:pt idx="4715">
                  <c:v>43129</c:v>
                </c:pt>
                <c:pt idx="4716">
                  <c:v>43130</c:v>
                </c:pt>
                <c:pt idx="4717">
                  <c:v>43131</c:v>
                </c:pt>
                <c:pt idx="4718">
                  <c:v>43132</c:v>
                </c:pt>
                <c:pt idx="4719">
                  <c:v>43133</c:v>
                </c:pt>
                <c:pt idx="4720">
                  <c:v>43136</c:v>
                </c:pt>
                <c:pt idx="4721">
                  <c:v>43137</c:v>
                </c:pt>
                <c:pt idx="4722">
                  <c:v>43138</c:v>
                </c:pt>
                <c:pt idx="4723">
                  <c:v>43139</c:v>
                </c:pt>
                <c:pt idx="4724">
                  <c:v>43140</c:v>
                </c:pt>
                <c:pt idx="4725">
                  <c:v>43143</c:v>
                </c:pt>
                <c:pt idx="4726">
                  <c:v>43144</c:v>
                </c:pt>
                <c:pt idx="4727">
                  <c:v>43145</c:v>
                </c:pt>
                <c:pt idx="4728">
                  <c:v>43146</c:v>
                </c:pt>
                <c:pt idx="4729">
                  <c:v>43147</c:v>
                </c:pt>
                <c:pt idx="4730">
                  <c:v>43150</c:v>
                </c:pt>
                <c:pt idx="4731">
                  <c:v>43151</c:v>
                </c:pt>
                <c:pt idx="4732">
                  <c:v>43152</c:v>
                </c:pt>
                <c:pt idx="4733">
                  <c:v>43153</c:v>
                </c:pt>
                <c:pt idx="4734">
                  <c:v>43154</c:v>
                </c:pt>
                <c:pt idx="4735">
                  <c:v>43157</c:v>
                </c:pt>
                <c:pt idx="4736">
                  <c:v>43158</c:v>
                </c:pt>
                <c:pt idx="4737">
                  <c:v>43159</c:v>
                </c:pt>
                <c:pt idx="4738">
                  <c:v>43160</c:v>
                </c:pt>
                <c:pt idx="4739">
                  <c:v>43161</c:v>
                </c:pt>
                <c:pt idx="4740">
                  <c:v>43164</c:v>
                </c:pt>
                <c:pt idx="4741">
                  <c:v>43165</c:v>
                </c:pt>
                <c:pt idx="4742">
                  <c:v>43166</c:v>
                </c:pt>
                <c:pt idx="4743">
                  <c:v>43167</c:v>
                </c:pt>
                <c:pt idx="4744">
                  <c:v>43168</c:v>
                </c:pt>
                <c:pt idx="4745">
                  <c:v>43171</c:v>
                </c:pt>
                <c:pt idx="4746">
                  <c:v>43172</c:v>
                </c:pt>
                <c:pt idx="4747">
                  <c:v>43173</c:v>
                </c:pt>
                <c:pt idx="4748">
                  <c:v>43174</c:v>
                </c:pt>
                <c:pt idx="4749">
                  <c:v>43175</c:v>
                </c:pt>
                <c:pt idx="4750">
                  <c:v>43178</c:v>
                </c:pt>
                <c:pt idx="4751">
                  <c:v>43179</c:v>
                </c:pt>
                <c:pt idx="4752">
                  <c:v>43180</c:v>
                </c:pt>
                <c:pt idx="4753">
                  <c:v>43181</c:v>
                </c:pt>
                <c:pt idx="4754">
                  <c:v>43182</c:v>
                </c:pt>
                <c:pt idx="4755">
                  <c:v>43185</c:v>
                </c:pt>
                <c:pt idx="4756">
                  <c:v>43186</c:v>
                </c:pt>
                <c:pt idx="4757">
                  <c:v>43187</c:v>
                </c:pt>
                <c:pt idx="4758">
                  <c:v>43188</c:v>
                </c:pt>
                <c:pt idx="4759">
                  <c:v>43189</c:v>
                </c:pt>
                <c:pt idx="4760">
                  <c:v>43192</c:v>
                </c:pt>
                <c:pt idx="4761">
                  <c:v>43193</c:v>
                </c:pt>
                <c:pt idx="4762">
                  <c:v>43194</c:v>
                </c:pt>
                <c:pt idx="4763">
                  <c:v>43195</c:v>
                </c:pt>
                <c:pt idx="4764">
                  <c:v>43196</c:v>
                </c:pt>
                <c:pt idx="4765">
                  <c:v>43199</c:v>
                </c:pt>
                <c:pt idx="4766">
                  <c:v>43200</c:v>
                </c:pt>
                <c:pt idx="4767">
                  <c:v>43201</c:v>
                </c:pt>
                <c:pt idx="4768">
                  <c:v>43202</c:v>
                </c:pt>
                <c:pt idx="4769">
                  <c:v>43203</c:v>
                </c:pt>
                <c:pt idx="4770">
                  <c:v>43206</c:v>
                </c:pt>
                <c:pt idx="4771">
                  <c:v>43207</c:v>
                </c:pt>
                <c:pt idx="4772">
                  <c:v>43208</c:v>
                </c:pt>
                <c:pt idx="4773">
                  <c:v>43209</c:v>
                </c:pt>
                <c:pt idx="4774">
                  <c:v>43210</c:v>
                </c:pt>
                <c:pt idx="4775">
                  <c:v>43213</c:v>
                </c:pt>
                <c:pt idx="4776">
                  <c:v>43214</c:v>
                </c:pt>
                <c:pt idx="4777">
                  <c:v>43215</c:v>
                </c:pt>
                <c:pt idx="4778">
                  <c:v>43216</c:v>
                </c:pt>
                <c:pt idx="4779">
                  <c:v>43217</c:v>
                </c:pt>
                <c:pt idx="4780">
                  <c:v>43220</c:v>
                </c:pt>
                <c:pt idx="4781">
                  <c:v>43221</c:v>
                </c:pt>
                <c:pt idx="4782">
                  <c:v>43222</c:v>
                </c:pt>
                <c:pt idx="4783">
                  <c:v>43223</c:v>
                </c:pt>
                <c:pt idx="4784">
                  <c:v>43224</c:v>
                </c:pt>
                <c:pt idx="4785">
                  <c:v>43227</c:v>
                </c:pt>
                <c:pt idx="4786">
                  <c:v>43228</c:v>
                </c:pt>
                <c:pt idx="4787">
                  <c:v>43229</c:v>
                </c:pt>
                <c:pt idx="4788">
                  <c:v>43230</c:v>
                </c:pt>
                <c:pt idx="4789">
                  <c:v>43231</c:v>
                </c:pt>
                <c:pt idx="4790">
                  <c:v>43234</c:v>
                </c:pt>
                <c:pt idx="4791">
                  <c:v>43235</c:v>
                </c:pt>
                <c:pt idx="4792">
                  <c:v>43236</c:v>
                </c:pt>
                <c:pt idx="4793">
                  <c:v>43237</c:v>
                </c:pt>
                <c:pt idx="4794">
                  <c:v>43238</c:v>
                </c:pt>
                <c:pt idx="4795">
                  <c:v>43241</c:v>
                </c:pt>
                <c:pt idx="4796">
                  <c:v>43242</c:v>
                </c:pt>
                <c:pt idx="4797">
                  <c:v>43243</c:v>
                </c:pt>
                <c:pt idx="4798">
                  <c:v>43244</c:v>
                </c:pt>
                <c:pt idx="4799">
                  <c:v>43245</c:v>
                </c:pt>
                <c:pt idx="4800">
                  <c:v>43248</c:v>
                </c:pt>
                <c:pt idx="4801">
                  <c:v>43249</c:v>
                </c:pt>
                <c:pt idx="4802">
                  <c:v>43250</c:v>
                </c:pt>
                <c:pt idx="4803">
                  <c:v>43251</c:v>
                </c:pt>
                <c:pt idx="4804">
                  <c:v>43252</c:v>
                </c:pt>
                <c:pt idx="4805">
                  <c:v>43255</c:v>
                </c:pt>
                <c:pt idx="4806">
                  <c:v>43256</c:v>
                </c:pt>
                <c:pt idx="4807">
                  <c:v>43257</c:v>
                </c:pt>
                <c:pt idx="4808">
                  <c:v>43258</c:v>
                </c:pt>
                <c:pt idx="4809">
                  <c:v>43259</c:v>
                </c:pt>
                <c:pt idx="4810">
                  <c:v>43262</c:v>
                </c:pt>
                <c:pt idx="4811">
                  <c:v>43263</c:v>
                </c:pt>
                <c:pt idx="4812">
                  <c:v>43264</c:v>
                </c:pt>
                <c:pt idx="4813">
                  <c:v>43265</c:v>
                </c:pt>
                <c:pt idx="4814">
                  <c:v>43266</c:v>
                </c:pt>
                <c:pt idx="4815">
                  <c:v>43269</c:v>
                </c:pt>
                <c:pt idx="4816">
                  <c:v>43270</c:v>
                </c:pt>
                <c:pt idx="4817">
                  <c:v>43271</c:v>
                </c:pt>
                <c:pt idx="4818">
                  <c:v>43272</c:v>
                </c:pt>
                <c:pt idx="4819">
                  <c:v>43273</c:v>
                </c:pt>
                <c:pt idx="4820">
                  <c:v>43276</c:v>
                </c:pt>
                <c:pt idx="4821">
                  <c:v>43277</c:v>
                </c:pt>
                <c:pt idx="4822">
                  <c:v>43278</c:v>
                </c:pt>
                <c:pt idx="4823">
                  <c:v>43279</c:v>
                </c:pt>
                <c:pt idx="4824">
                  <c:v>43280</c:v>
                </c:pt>
                <c:pt idx="4825">
                  <c:v>43283</c:v>
                </c:pt>
                <c:pt idx="4826">
                  <c:v>43284</c:v>
                </c:pt>
                <c:pt idx="4827">
                  <c:v>43285</c:v>
                </c:pt>
                <c:pt idx="4828">
                  <c:v>43286</c:v>
                </c:pt>
                <c:pt idx="4829">
                  <c:v>43287</c:v>
                </c:pt>
                <c:pt idx="4830">
                  <c:v>43290</c:v>
                </c:pt>
                <c:pt idx="4831">
                  <c:v>43291</c:v>
                </c:pt>
                <c:pt idx="4832">
                  <c:v>43292</c:v>
                </c:pt>
                <c:pt idx="4833">
                  <c:v>43293</c:v>
                </c:pt>
                <c:pt idx="4834">
                  <c:v>43294</c:v>
                </c:pt>
                <c:pt idx="4835">
                  <c:v>43297</c:v>
                </c:pt>
                <c:pt idx="4836">
                  <c:v>43298</c:v>
                </c:pt>
                <c:pt idx="4837">
                  <c:v>43299</c:v>
                </c:pt>
                <c:pt idx="4838">
                  <c:v>43300</c:v>
                </c:pt>
                <c:pt idx="4839">
                  <c:v>43301</c:v>
                </c:pt>
                <c:pt idx="4840">
                  <c:v>43304</c:v>
                </c:pt>
                <c:pt idx="4841">
                  <c:v>43305</c:v>
                </c:pt>
                <c:pt idx="4842">
                  <c:v>43306</c:v>
                </c:pt>
                <c:pt idx="4843">
                  <c:v>43307</c:v>
                </c:pt>
                <c:pt idx="4844">
                  <c:v>43308</c:v>
                </c:pt>
                <c:pt idx="4845">
                  <c:v>43311</c:v>
                </c:pt>
                <c:pt idx="4846">
                  <c:v>43312</c:v>
                </c:pt>
                <c:pt idx="4847">
                  <c:v>43313</c:v>
                </c:pt>
                <c:pt idx="4848">
                  <c:v>43314</c:v>
                </c:pt>
                <c:pt idx="4849">
                  <c:v>43315</c:v>
                </c:pt>
                <c:pt idx="4850">
                  <c:v>43318</c:v>
                </c:pt>
                <c:pt idx="4851">
                  <c:v>43319</c:v>
                </c:pt>
                <c:pt idx="4852">
                  <c:v>43320</c:v>
                </c:pt>
                <c:pt idx="4853">
                  <c:v>43321</c:v>
                </c:pt>
                <c:pt idx="4854">
                  <c:v>43322</c:v>
                </c:pt>
                <c:pt idx="4855">
                  <c:v>43325</c:v>
                </c:pt>
                <c:pt idx="4856">
                  <c:v>43326</c:v>
                </c:pt>
                <c:pt idx="4857">
                  <c:v>43327</c:v>
                </c:pt>
                <c:pt idx="4858">
                  <c:v>43328</c:v>
                </c:pt>
                <c:pt idx="4859">
                  <c:v>43329</c:v>
                </c:pt>
                <c:pt idx="4860">
                  <c:v>43332</c:v>
                </c:pt>
                <c:pt idx="4861">
                  <c:v>43333</c:v>
                </c:pt>
                <c:pt idx="4862">
                  <c:v>43334</c:v>
                </c:pt>
                <c:pt idx="4863">
                  <c:v>43335</c:v>
                </c:pt>
                <c:pt idx="4864">
                  <c:v>43336</c:v>
                </c:pt>
                <c:pt idx="4865">
                  <c:v>43339</c:v>
                </c:pt>
                <c:pt idx="4866">
                  <c:v>43340</c:v>
                </c:pt>
                <c:pt idx="4867">
                  <c:v>43341</c:v>
                </c:pt>
                <c:pt idx="4868">
                  <c:v>43342</c:v>
                </c:pt>
                <c:pt idx="4869">
                  <c:v>43343</c:v>
                </c:pt>
                <c:pt idx="4870">
                  <c:v>43346</c:v>
                </c:pt>
                <c:pt idx="4871">
                  <c:v>43347</c:v>
                </c:pt>
                <c:pt idx="4872">
                  <c:v>43348</c:v>
                </c:pt>
                <c:pt idx="4873">
                  <c:v>43349</c:v>
                </c:pt>
                <c:pt idx="4874">
                  <c:v>43350</c:v>
                </c:pt>
                <c:pt idx="4875">
                  <c:v>43353</c:v>
                </c:pt>
                <c:pt idx="4876">
                  <c:v>43354</c:v>
                </c:pt>
                <c:pt idx="4877">
                  <c:v>43355</c:v>
                </c:pt>
                <c:pt idx="4878">
                  <c:v>43356</c:v>
                </c:pt>
                <c:pt idx="4879">
                  <c:v>43357</c:v>
                </c:pt>
                <c:pt idx="4880">
                  <c:v>43360</c:v>
                </c:pt>
                <c:pt idx="4881">
                  <c:v>43361</c:v>
                </c:pt>
                <c:pt idx="4882">
                  <c:v>43362</c:v>
                </c:pt>
                <c:pt idx="4883">
                  <c:v>43363</c:v>
                </c:pt>
                <c:pt idx="4884">
                  <c:v>43364</c:v>
                </c:pt>
                <c:pt idx="4885">
                  <c:v>43367</c:v>
                </c:pt>
                <c:pt idx="4886">
                  <c:v>43368</c:v>
                </c:pt>
                <c:pt idx="4887">
                  <c:v>43369</c:v>
                </c:pt>
                <c:pt idx="4888">
                  <c:v>43370</c:v>
                </c:pt>
                <c:pt idx="4889">
                  <c:v>43371</c:v>
                </c:pt>
                <c:pt idx="4890">
                  <c:v>43374</c:v>
                </c:pt>
                <c:pt idx="4891">
                  <c:v>43375</c:v>
                </c:pt>
                <c:pt idx="4892">
                  <c:v>43376</c:v>
                </c:pt>
                <c:pt idx="4893">
                  <c:v>43377</c:v>
                </c:pt>
                <c:pt idx="4894">
                  <c:v>43378</c:v>
                </c:pt>
                <c:pt idx="4895">
                  <c:v>43381</c:v>
                </c:pt>
                <c:pt idx="4896">
                  <c:v>43382</c:v>
                </c:pt>
                <c:pt idx="4897">
                  <c:v>43383</c:v>
                </c:pt>
                <c:pt idx="4898">
                  <c:v>43384</c:v>
                </c:pt>
                <c:pt idx="4899">
                  <c:v>43385</c:v>
                </c:pt>
                <c:pt idx="4900">
                  <c:v>43388</c:v>
                </c:pt>
                <c:pt idx="4901">
                  <c:v>43389</c:v>
                </c:pt>
                <c:pt idx="4902">
                  <c:v>43390</c:v>
                </c:pt>
                <c:pt idx="4903">
                  <c:v>43391</c:v>
                </c:pt>
                <c:pt idx="4904">
                  <c:v>43392</c:v>
                </c:pt>
                <c:pt idx="4905">
                  <c:v>43395</c:v>
                </c:pt>
                <c:pt idx="4906">
                  <c:v>43396</c:v>
                </c:pt>
                <c:pt idx="4907">
                  <c:v>43397</c:v>
                </c:pt>
                <c:pt idx="4908">
                  <c:v>43398</c:v>
                </c:pt>
                <c:pt idx="4909">
                  <c:v>43399</c:v>
                </c:pt>
                <c:pt idx="4910">
                  <c:v>43402</c:v>
                </c:pt>
                <c:pt idx="4911">
                  <c:v>43403</c:v>
                </c:pt>
                <c:pt idx="4912">
                  <c:v>43404</c:v>
                </c:pt>
                <c:pt idx="4913">
                  <c:v>43405</c:v>
                </c:pt>
                <c:pt idx="4914">
                  <c:v>43406</c:v>
                </c:pt>
                <c:pt idx="4915">
                  <c:v>43409</c:v>
                </c:pt>
                <c:pt idx="4916">
                  <c:v>43410</c:v>
                </c:pt>
                <c:pt idx="4917">
                  <c:v>43411</c:v>
                </c:pt>
                <c:pt idx="4918">
                  <c:v>43412</c:v>
                </c:pt>
                <c:pt idx="4919">
                  <c:v>43413</c:v>
                </c:pt>
                <c:pt idx="4920">
                  <c:v>43416</c:v>
                </c:pt>
                <c:pt idx="4921">
                  <c:v>43417</c:v>
                </c:pt>
                <c:pt idx="4922">
                  <c:v>43418</c:v>
                </c:pt>
                <c:pt idx="4923">
                  <c:v>43419</c:v>
                </c:pt>
                <c:pt idx="4924">
                  <c:v>43420</c:v>
                </c:pt>
                <c:pt idx="4925">
                  <c:v>43423</c:v>
                </c:pt>
                <c:pt idx="4926">
                  <c:v>43424</c:v>
                </c:pt>
                <c:pt idx="4927">
                  <c:v>43425</c:v>
                </c:pt>
                <c:pt idx="4928">
                  <c:v>43426</c:v>
                </c:pt>
                <c:pt idx="4929">
                  <c:v>43427</c:v>
                </c:pt>
                <c:pt idx="4930">
                  <c:v>43430</c:v>
                </c:pt>
                <c:pt idx="4931">
                  <c:v>43431</c:v>
                </c:pt>
                <c:pt idx="4932">
                  <c:v>43432</c:v>
                </c:pt>
                <c:pt idx="4933">
                  <c:v>43433</c:v>
                </c:pt>
                <c:pt idx="4934">
                  <c:v>43434</c:v>
                </c:pt>
                <c:pt idx="4935">
                  <c:v>43437</c:v>
                </c:pt>
                <c:pt idx="4936">
                  <c:v>43438</c:v>
                </c:pt>
                <c:pt idx="4937">
                  <c:v>43439</c:v>
                </c:pt>
                <c:pt idx="4938">
                  <c:v>43440</c:v>
                </c:pt>
                <c:pt idx="4939">
                  <c:v>43441</c:v>
                </c:pt>
                <c:pt idx="4940">
                  <c:v>43444</c:v>
                </c:pt>
                <c:pt idx="4941">
                  <c:v>43445</c:v>
                </c:pt>
                <c:pt idx="4942">
                  <c:v>43446</c:v>
                </c:pt>
                <c:pt idx="4943">
                  <c:v>43447</c:v>
                </c:pt>
                <c:pt idx="4944">
                  <c:v>43448</c:v>
                </c:pt>
                <c:pt idx="4945">
                  <c:v>43451</c:v>
                </c:pt>
                <c:pt idx="4946">
                  <c:v>43452</c:v>
                </c:pt>
                <c:pt idx="4947">
                  <c:v>43453</c:v>
                </c:pt>
                <c:pt idx="4948">
                  <c:v>43454</c:v>
                </c:pt>
                <c:pt idx="4949">
                  <c:v>43455</c:v>
                </c:pt>
                <c:pt idx="4950">
                  <c:v>43458</c:v>
                </c:pt>
                <c:pt idx="4951">
                  <c:v>43459</c:v>
                </c:pt>
                <c:pt idx="4952">
                  <c:v>43460</c:v>
                </c:pt>
                <c:pt idx="4953">
                  <c:v>43461</c:v>
                </c:pt>
                <c:pt idx="4954">
                  <c:v>43462</c:v>
                </c:pt>
                <c:pt idx="4955">
                  <c:v>43465</c:v>
                </c:pt>
                <c:pt idx="4956">
                  <c:v>43466</c:v>
                </c:pt>
                <c:pt idx="4957">
                  <c:v>43467</c:v>
                </c:pt>
                <c:pt idx="4958">
                  <c:v>43468</c:v>
                </c:pt>
                <c:pt idx="4959">
                  <c:v>43469</c:v>
                </c:pt>
                <c:pt idx="4960">
                  <c:v>43472</c:v>
                </c:pt>
                <c:pt idx="4961">
                  <c:v>43473</c:v>
                </c:pt>
                <c:pt idx="4962">
                  <c:v>43474</c:v>
                </c:pt>
                <c:pt idx="4963">
                  <c:v>43475</c:v>
                </c:pt>
                <c:pt idx="4964">
                  <c:v>43476</c:v>
                </c:pt>
                <c:pt idx="4965">
                  <c:v>43479</c:v>
                </c:pt>
                <c:pt idx="4966">
                  <c:v>43480</c:v>
                </c:pt>
                <c:pt idx="4967">
                  <c:v>43481</c:v>
                </c:pt>
                <c:pt idx="4968">
                  <c:v>43482</c:v>
                </c:pt>
                <c:pt idx="4969">
                  <c:v>43483</c:v>
                </c:pt>
                <c:pt idx="4970">
                  <c:v>43486</c:v>
                </c:pt>
                <c:pt idx="4971">
                  <c:v>43487</c:v>
                </c:pt>
                <c:pt idx="4972">
                  <c:v>43488</c:v>
                </c:pt>
                <c:pt idx="4973">
                  <c:v>43489</c:v>
                </c:pt>
                <c:pt idx="4974">
                  <c:v>43490</c:v>
                </c:pt>
                <c:pt idx="4975">
                  <c:v>43493</c:v>
                </c:pt>
                <c:pt idx="4976">
                  <c:v>43494</c:v>
                </c:pt>
                <c:pt idx="4977">
                  <c:v>43495</c:v>
                </c:pt>
                <c:pt idx="4978">
                  <c:v>43496</c:v>
                </c:pt>
                <c:pt idx="4979">
                  <c:v>43497</c:v>
                </c:pt>
                <c:pt idx="4980">
                  <c:v>43500</c:v>
                </c:pt>
                <c:pt idx="4981">
                  <c:v>43501</c:v>
                </c:pt>
                <c:pt idx="4982">
                  <c:v>43502</c:v>
                </c:pt>
                <c:pt idx="4983">
                  <c:v>43503</c:v>
                </c:pt>
                <c:pt idx="4984">
                  <c:v>43504</c:v>
                </c:pt>
                <c:pt idx="4985">
                  <c:v>43507</c:v>
                </c:pt>
                <c:pt idx="4986">
                  <c:v>43508</c:v>
                </c:pt>
                <c:pt idx="4987">
                  <c:v>43509</c:v>
                </c:pt>
                <c:pt idx="4988">
                  <c:v>43510</c:v>
                </c:pt>
                <c:pt idx="4989">
                  <c:v>43511</c:v>
                </c:pt>
                <c:pt idx="4990">
                  <c:v>43514</c:v>
                </c:pt>
                <c:pt idx="4991">
                  <c:v>43515</c:v>
                </c:pt>
                <c:pt idx="4992">
                  <c:v>43516</c:v>
                </c:pt>
                <c:pt idx="4993">
                  <c:v>43517</c:v>
                </c:pt>
                <c:pt idx="4994">
                  <c:v>43518</c:v>
                </c:pt>
                <c:pt idx="4995">
                  <c:v>43521</c:v>
                </c:pt>
                <c:pt idx="4996">
                  <c:v>43522</c:v>
                </c:pt>
                <c:pt idx="4997">
                  <c:v>43523</c:v>
                </c:pt>
                <c:pt idx="4998">
                  <c:v>43524</c:v>
                </c:pt>
                <c:pt idx="4999">
                  <c:v>43525</c:v>
                </c:pt>
                <c:pt idx="5000">
                  <c:v>43528</c:v>
                </c:pt>
                <c:pt idx="5001">
                  <c:v>43529</c:v>
                </c:pt>
                <c:pt idx="5002">
                  <c:v>43530</c:v>
                </c:pt>
                <c:pt idx="5003">
                  <c:v>43531</c:v>
                </c:pt>
                <c:pt idx="5004">
                  <c:v>43532</c:v>
                </c:pt>
                <c:pt idx="5005">
                  <c:v>43535</c:v>
                </c:pt>
                <c:pt idx="5006">
                  <c:v>43536</c:v>
                </c:pt>
                <c:pt idx="5007">
                  <c:v>43537</c:v>
                </c:pt>
                <c:pt idx="5008">
                  <c:v>43538</c:v>
                </c:pt>
                <c:pt idx="5009">
                  <c:v>43539</c:v>
                </c:pt>
                <c:pt idx="5010">
                  <c:v>43542</c:v>
                </c:pt>
                <c:pt idx="5011">
                  <c:v>43543</c:v>
                </c:pt>
                <c:pt idx="5012">
                  <c:v>43544</c:v>
                </c:pt>
                <c:pt idx="5013">
                  <c:v>43545</c:v>
                </c:pt>
                <c:pt idx="5014">
                  <c:v>43546</c:v>
                </c:pt>
                <c:pt idx="5015">
                  <c:v>43549</c:v>
                </c:pt>
                <c:pt idx="5016">
                  <c:v>43550</c:v>
                </c:pt>
                <c:pt idx="5017">
                  <c:v>43551</c:v>
                </c:pt>
                <c:pt idx="5018">
                  <c:v>43552</c:v>
                </c:pt>
                <c:pt idx="5019">
                  <c:v>43553</c:v>
                </c:pt>
                <c:pt idx="5020">
                  <c:v>43556</c:v>
                </c:pt>
                <c:pt idx="5021">
                  <c:v>43557</c:v>
                </c:pt>
                <c:pt idx="5022">
                  <c:v>43558</c:v>
                </c:pt>
                <c:pt idx="5023">
                  <c:v>43559</c:v>
                </c:pt>
                <c:pt idx="5024">
                  <c:v>43560</c:v>
                </c:pt>
                <c:pt idx="5025">
                  <c:v>43563</c:v>
                </c:pt>
                <c:pt idx="5026">
                  <c:v>43564</c:v>
                </c:pt>
                <c:pt idx="5027">
                  <c:v>43565</c:v>
                </c:pt>
                <c:pt idx="5028">
                  <c:v>43566</c:v>
                </c:pt>
                <c:pt idx="5029">
                  <c:v>43567</c:v>
                </c:pt>
                <c:pt idx="5030">
                  <c:v>43570</c:v>
                </c:pt>
                <c:pt idx="5031">
                  <c:v>43571</c:v>
                </c:pt>
                <c:pt idx="5032">
                  <c:v>43572</c:v>
                </c:pt>
                <c:pt idx="5033">
                  <c:v>43573</c:v>
                </c:pt>
                <c:pt idx="5034">
                  <c:v>43574</c:v>
                </c:pt>
                <c:pt idx="5035">
                  <c:v>43577</c:v>
                </c:pt>
                <c:pt idx="5036">
                  <c:v>43578</c:v>
                </c:pt>
                <c:pt idx="5037">
                  <c:v>43579</c:v>
                </c:pt>
                <c:pt idx="5038">
                  <c:v>43580</c:v>
                </c:pt>
                <c:pt idx="5039">
                  <c:v>43581</c:v>
                </c:pt>
                <c:pt idx="5040">
                  <c:v>43584</c:v>
                </c:pt>
                <c:pt idx="5041">
                  <c:v>43585</c:v>
                </c:pt>
                <c:pt idx="5042">
                  <c:v>43586</c:v>
                </c:pt>
                <c:pt idx="5043">
                  <c:v>43587</c:v>
                </c:pt>
                <c:pt idx="5044">
                  <c:v>43588</c:v>
                </c:pt>
                <c:pt idx="5045">
                  <c:v>43591</c:v>
                </c:pt>
                <c:pt idx="5046">
                  <c:v>43592</c:v>
                </c:pt>
                <c:pt idx="5047">
                  <c:v>43593</c:v>
                </c:pt>
                <c:pt idx="5048">
                  <c:v>43594</c:v>
                </c:pt>
                <c:pt idx="5049">
                  <c:v>43595</c:v>
                </c:pt>
                <c:pt idx="5050">
                  <c:v>43598</c:v>
                </c:pt>
                <c:pt idx="5051">
                  <c:v>43599</c:v>
                </c:pt>
                <c:pt idx="5052">
                  <c:v>43600</c:v>
                </c:pt>
                <c:pt idx="5053">
                  <c:v>43601</c:v>
                </c:pt>
                <c:pt idx="5054">
                  <c:v>43602</c:v>
                </c:pt>
                <c:pt idx="5055">
                  <c:v>43605</c:v>
                </c:pt>
                <c:pt idx="5056">
                  <c:v>43606</c:v>
                </c:pt>
                <c:pt idx="5057">
                  <c:v>43607</c:v>
                </c:pt>
                <c:pt idx="5058">
                  <c:v>43608</c:v>
                </c:pt>
                <c:pt idx="5059">
                  <c:v>43609</c:v>
                </c:pt>
                <c:pt idx="5060">
                  <c:v>43612</c:v>
                </c:pt>
                <c:pt idx="5061">
                  <c:v>43613</c:v>
                </c:pt>
                <c:pt idx="5062">
                  <c:v>43614</c:v>
                </c:pt>
                <c:pt idx="5063">
                  <c:v>43615</c:v>
                </c:pt>
                <c:pt idx="5064">
                  <c:v>43616</c:v>
                </c:pt>
                <c:pt idx="5065">
                  <c:v>43619</c:v>
                </c:pt>
                <c:pt idx="5066">
                  <c:v>43620</c:v>
                </c:pt>
                <c:pt idx="5067">
                  <c:v>43621</c:v>
                </c:pt>
                <c:pt idx="5068">
                  <c:v>43622</c:v>
                </c:pt>
                <c:pt idx="5069">
                  <c:v>43623</c:v>
                </c:pt>
                <c:pt idx="5070">
                  <c:v>43626</c:v>
                </c:pt>
                <c:pt idx="5071">
                  <c:v>43627</c:v>
                </c:pt>
                <c:pt idx="5072">
                  <c:v>43628</c:v>
                </c:pt>
                <c:pt idx="5073">
                  <c:v>43629</c:v>
                </c:pt>
                <c:pt idx="5074">
                  <c:v>43630</c:v>
                </c:pt>
                <c:pt idx="5075">
                  <c:v>43633</c:v>
                </c:pt>
                <c:pt idx="5076">
                  <c:v>43634</c:v>
                </c:pt>
                <c:pt idx="5077">
                  <c:v>43635</c:v>
                </c:pt>
                <c:pt idx="5078">
                  <c:v>43636</c:v>
                </c:pt>
                <c:pt idx="5079">
                  <c:v>43637</c:v>
                </c:pt>
                <c:pt idx="5080">
                  <c:v>43640</c:v>
                </c:pt>
                <c:pt idx="5081">
                  <c:v>43641</c:v>
                </c:pt>
                <c:pt idx="5082">
                  <c:v>43642</c:v>
                </c:pt>
                <c:pt idx="5083">
                  <c:v>43643</c:v>
                </c:pt>
                <c:pt idx="5084">
                  <c:v>43644</c:v>
                </c:pt>
                <c:pt idx="5085">
                  <c:v>43647</c:v>
                </c:pt>
                <c:pt idx="5086">
                  <c:v>43648</c:v>
                </c:pt>
                <c:pt idx="5087">
                  <c:v>43649</c:v>
                </c:pt>
                <c:pt idx="5088">
                  <c:v>43650</c:v>
                </c:pt>
                <c:pt idx="5089">
                  <c:v>43651</c:v>
                </c:pt>
                <c:pt idx="5090">
                  <c:v>43654</c:v>
                </c:pt>
                <c:pt idx="5091">
                  <c:v>43655</c:v>
                </c:pt>
                <c:pt idx="5092">
                  <c:v>43656</c:v>
                </c:pt>
                <c:pt idx="5093">
                  <c:v>43657</c:v>
                </c:pt>
                <c:pt idx="5094">
                  <c:v>43658</c:v>
                </c:pt>
                <c:pt idx="5095">
                  <c:v>43661</c:v>
                </c:pt>
                <c:pt idx="5096">
                  <c:v>43662</c:v>
                </c:pt>
                <c:pt idx="5097">
                  <c:v>43663</c:v>
                </c:pt>
                <c:pt idx="5098">
                  <c:v>43664</c:v>
                </c:pt>
                <c:pt idx="5099">
                  <c:v>43665</c:v>
                </c:pt>
                <c:pt idx="5100">
                  <c:v>43668</c:v>
                </c:pt>
                <c:pt idx="5101">
                  <c:v>43669</c:v>
                </c:pt>
                <c:pt idx="5102">
                  <c:v>43670</c:v>
                </c:pt>
                <c:pt idx="5103">
                  <c:v>43671</c:v>
                </c:pt>
                <c:pt idx="5104">
                  <c:v>43672</c:v>
                </c:pt>
                <c:pt idx="5105">
                  <c:v>43675</c:v>
                </c:pt>
                <c:pt idx="5106">
                  <c:v>43676</c:v>
                </c:pt>
                <c:pt idx="5107">
                  <c:v>43677</c:v>
                </c:pt>
                <c:pt idx="5108">
                  <c:v>43678</c:v>
                </c:pt>
                <c:pt idx="5109">
                  <c:v>43679</c:v>
                </c:pt>
                <c:pt idx="5110">
                  <c:v>43682</c:v>
                </c:pt>
                <c:pt idx="5111">
                  <c:v>43683</c:v>
                </c:pt>
                <c:pt idx="5112">
                  <c:v>43684</c:v>
                </c:pt>
                <c:pt idx="5113">
                  <c:v>43685</c:v>
                </c:pt>
                <c:pt idx="5114">
                  <c:v>43686</c:v>
                </c:pt>
                <c:pt idx="5115">
                  <c:v>43689</c:v>
                </c:pt>
                <c:pt idx="5116">
                  <c:v>43690</c:v>
                </c:pt>
                <c:pt idx="5117">
                  <c:v>43691</c:v>
                </c:pt>
                <c:pt idx="5118">
                  <c:v>43692</c:v>
                </c:pt>
                <c:pt idx="5119">
                  <c:v>43693</c:v>
                </c:pt>
                <c:pt idx="5120">
                  <c:v>43696</c:v>
                </c:pt>
                <c:pt idx="5121">
                  <c:v>43697</c:v>
                </c:pt>
                <c:pt idx="5122">
                  <c:v>43698</c:v>
                </c:pt>
                <c:pt idx="5123">
                  <c:v>43699</c:v>
                </c:pt>
                <c:pt idx="5124">
                  <c:v>43700</c:v>
                </c:pt>
                <c:pt idx="5125">
                  <c:v>43703</c:v>
                </c:pt>
                <c:pt idx="5126">
                  <c:v>43704</c:v>
                </c:pt>
                <c:pt idx="5127">
                  <c:v>43705</c:v>
                </c:pt>
                <c:pt idx="5128">
                  <c:v>43706</c:v>
                </c:pt>
                <c:pt idx="5129">
                  <c:v>43707</c:v>
                </c:pt>
                <c:pt idx="5130">
                  <c:v>43710</c:v>
                </c:pt>
                <c:pt idx="5131">
                  <c:v>43711</c:v>
                </c:pt>
                <c:pt idx="5132">
                  <c:v>43712</c:v>
                </c:pt>
                <c:pt idx="5133">
                  <c:v>43713</c:v>
                </c:pt>
                <c:pt idx="5134">
                  <c:v>43714</c:v>
                </c:pt>
                <c:pt idx="5135">
                  <c:v>43717</c:v>
                </c:pt>
                <c:pt idx="5136">
                  <c:v>43718</c:v>
                </c:pt>
                <c:pt idx="5137">
                  <c:v>43719</c:v>
                </c:pt>
                <c:pt idx="5138">
                  <c:v>43720</c:v>
                </c:pt>
                <c:pt idx="5139">
                  <c:v>43721</c:v>
                </c:pt>
                <c:pt idx="5140">
                  <c:v>43724</c:v>
                </c:pt>
                <c:pt idx="5141">
                  <c:v>43725</c:v>
                </c:pt>
                <c:pt idx="5142">
                  <c:v>43726</c:v>
                </c:pt>
                <c:pt idx="5143">
                  <c:v>43727</c:v>
                </c:pt>
                <c:pt idx="5144">
                  <c:v>43728</c:v>
                </c:pt>
                <c:pt idx="5145">
                  <c:v>43731</c:v>
                </c:pt>
                <c:pt idx="5146">
                  <c:v>43732</c:v>
                </c:pt>
                <c:pt idx="5147">
                  <c:v>43733</c:v>
                </c:pt>
                <c:pt idx="5148">
                  <c:v>43734</c:v>
                </c:pt>
                <c:pt idx="5149">
                  <c:v>43735</c:v>
                </c:pt>
                <c:pt idx="5150">
                  <c:v>43738</c:v>
                </c:pt>
                <c:pt idx="5151">
                  <c:v>43739</c:v>
                </c:pt>
                <c:pt idx="5152">
                  <c:v>43740</c:v>
                </c:pt>
                <c:pt idx="5153">
                  <c:v>43741</c:v>
                </c:pt>
                <c:pt idx="5154">
                  <c:v>43742</c:v>
                </c:pt>
                <c:pt idx="5155">
                  <c:v>43745</c:v>
                </c:pt>
                <c:pt idx="5156">
                  <c:v>43746</c:v>
                </c:pt>
                <c:pt idx="5157">
                  <c:v>43747</c:v>
                </c:pt>
                <c:pt idx="5158">
                  <c:v>43748</c:v>
                </c:pt>
                <c:pt idx="5159">
                  <c:v>43749</c:v>
                </c:pt>
                <c:pt idx="5160">
                  <c:v>43752</c:v>
                </c:pt>
                <c:pt idx="5161">
                  <c:v>43753</c:v>
                </c:pt>
                <c:pt idx="5162">
                  <c:v>43754</c:v>
                </c:pt>
                <c:pt idx="5163">
                  <c:v>43755</c:v>
                </c:pt>
                <c:pt idx="5164">
                  <c:v>43756</c:v>
                </c:pt>
                <c:pt idx="5165">
                  <c:v>43759</c:v>
                </c:pt>
                <c:pt idx="5166">
                  <c:v>43760</c:v>
                </c:pt>
                <c:pt idx="5167">
                  <c:v>43761</c:v>
                </c:pt>
                <c:pt idx="5168">
                  <c:v>43762</c:v>
                </c:pt>
                <c:pt idx="5169">
                  <c:v>43763</c:v>
                </c:pt>
                <c:pt idx="5170">
                  <c:v>43766</c:v>
                </c:pt>
                <c:pt idx="5171">
                  <c:v>43767</c:v>
                </c:pt>
                <c:pt idx="5172">
                  <c:v>43768</c:v>
                </c:pt>
                <c:pt idx="5173">
                  <c:v>43769</c:v>
                </c:pt>
                <c:pt idx="5174">
                  <c:v>43770</c:v>
                </c:pt>
                <c:pt idx="5175">
                  <c:v>43773</c:v>
                </c:pt>
                <c:pt idx="5176">
                  <c:v>43774</c:v>
                </c:pt>
                <c:pt idx="5177">
                  <c:v>43775</c:v>
                </c:pt>
                <c:pt idx="5178">
                  <c:v>43776</c:v>
                </c:pt>
                <c:pt idx="5179">
                  <c:v>43777</c:v>
                </c:pt>
                <c:pt idx="5180">
                  <c:v>43780</c:v>
                </c:pt>
                <c:pt idx="5181">
                  <c:v>43781</c:v>
                </c:pt>
                <c:pt idx="5182">
                  <c:v>43782</c:v>
                </c:pt>
                <c:pt idx="5183">
                  <c:v>43783</c:v>
                </c:pt>
                <c:pt idx="5184">
                  <c:v>43784</c:v>
                </c:pt>
                <c:pt idx="5185">
                  <c:v>43787</c:v>
                </c:pt>
                <c:pt idx="5186">
                  <c:v>43788</c:v>
                </c:pt>
                <c:pt idx="5187">
                  <c:v>43789</c:v>
                </c:pt>
                <c:pt idx="5188">
                  <c:v>43790</c:v>
                </c:pt>
                <c:pt idx="5189">
                  <c:v>43791</c:v>
                </c:pt>
                <c:pt idx="5190">
                  <c:v>43794</c:v>
                </c:pt>
                <c:pt idx="5191">
                  <c:v>43795</c:v>
                </c:pt>
                <c:pt idx="5192">
                  <c:v>43796</c:v>
                </c:pt>
                <c:pt idx="5193">
                  <c:v>43797</c:v>
                </c:pt>
                <c:pt idx="5194">
                  <c:v>43798</c:v>
                </c:pt>
                <c:pt idx="5195">
                  <c:v>43801</c:v>
                </c:pt>
                <c:pt idx="5196">
                  <c:v>43802</c:v>
                </c:pt>
                <c:pt idx="5197">
                  <c:v>43803</c:v>
                </c:pt>
                <c:pt idx="5198">
                  <c:v>43804</c:v>
                </c:pt>
                <c:pt idx="5199">
                  <c:v>43805</c:v>
                </c:pt>
                <c:pt idx="5200">
                  <c:v>43808</c:v>
                </c:pt>
                <c:pt idx="5201">
                  <c:v>43809</c:v>
                </c:pt>
                <c:pt idx="5202">
                  <c:v>43810</c:v>
                </c:pt>
                <c:pt idx="5203">
                  <c:v>43811</c:v>
                </c:pt>
                <c:pt idx="5204">
                  <c:v>43812</c:v>
                </c:pt>
                <c:pt idx="5205">
                  <c:v>43815</c:v>
                </c:pt>
                <c:pt idx="5206">
                  <c:v>43816</c:v>
                </c:pt>
                <c:pt idx="5207">
                  <c:v>43817</c:v>
                </c:pt>
                <c:pt idx="5208">
                  <c:v>43818</c:v>
                </c:pt>
                <c:pt idx="5209">
                  <c:v>43819</c:v>
                </c:pt>
                <c:pt idx="5210">
                  <c:v>43822</c:v>
                </c:pt>
                <c:pt idx="5211">
                  <c:v>43823</c:v>
                </c:pt>
                <c:pt idx="5212">
                  <c:v>43824</c:v>
                </c:pt>
                <c:pt idx="5213">
                  <c:v>43825</c:v>
                </c:pt>
                <c:pt idx="5214">
                  <c:v>43826</c:v>
                </c:pt>
                <c:pt idx="5215">
                  <c:v>43829</c:v>
                </c:pt>
                <c:pt idx="5216">
                  <c:v>43830</c:v>
                </c:pt>
                <c:pt idx="5217">
                  <c:v>43831</c:v>
                </c:pt>
                <c:pt idx="5218">
                  <c:v>43832</c:v>
                </c:pt>
                <c:pt idx="5219">
                  <c:v>43833</c:v>
                </c:pt>
                <c:pt idx="5220">
                  <c:v>43836</c:v>
                </c:pt>
                <c:pt idx="5221">
                  <c:v>43837</c:v>
                </c:pt>
                <c:pt idx="5222">
                  <c:v>43838</c:v>
                </c:pt>
                <c:pt idx="5223">
                  <c:v>43839</c:v>
                </c:pt>
                <c:pt idx="5224">
                  <c:v>43840</c:v>
                </c:pt>
                <c:pt idx="5225">
                  <c:v>43843</c:v>
                </c:pt>
                <c:pt idx="5226">
                  <c:v>43844</c:v>
                </c:pt>
                <c:pt idx="5227">
                  <c:v>43845</c:v>
                </c:pt>
                <c:pt idx="5228">
                  <c:v>43846</c:v>
                </c:pt>
                <c:pt idx="5229">
                  <c:v>43847</c:v>
                </c:pt>
                <c:pt idx="5230">
                  <c:v>43850</c:v>
                </c:pt>
                <c:pt idx="5231">
                  <c:v>43851</c:v>
                </c:pt>
                <c:pt idx="5232">
                  <c:v>43852</c:v>
                </c:pt>
                <c:pt idx="5233">
                  <c:v>43853</c:v>
                </c:pt>
                <c:pt idx="5234">
                  <c:v>43854</c:v>
                </c:pt>
                <c:pt idx="5235">
                  <c:v>43857</c:v>
                </c:pt>
                <c:pt idx="5236">
                  <c:v>43858</c:v>
                </c:pt>
                <c:pt idx="5237">
                  <c:v>43859</c:v>
                </c:pt>
                <c:pt idx="5238">
                  <c:v>43860</c:v>
                </c:pt>
                <c:pt idx="5239">
                  <c:v>43861</c:v>
                </c:pt>
                <c:pt idx="5240">
                  <c:v>43864</c:v>
                </c:pt>
                <c:pt idx="5241">
                  <c:v>43865</c:v>
                </c:pt>
                <c:pt idx="5242">
                  <c:v>43866</c:v>
                </c:pt>
                <c:pt idx="5243">
                  <c:v>43867</c:v>
                </c:pt>
                <c:pt idx="5244">
                  <c:v>43868</c:v>
                </c:pt>
                <c:pt idx="5245">
                  <c:v>43871</c:v>
                </c:pt>
                <c:pt idx="5246">
                  <c:v>43872</c:v>
                </c:pt>
                <c:pt idx="5247">
                  <c:v>43873</c:v>
                </c:pt>
                <c:pt idx="5248">
                  <c:v>43874</c:v>
                </c:pt>
                <c:pt idx="5249">
                  <c:v>43875</c:v>
                </c:pt>
                <c:pt idx="5250">
                  <c:v>43878</c:v>
                </c:pt>
                <c:pt idx="5251">
                  <c:v>43879</c:v>
                </c:pt>
                <c:pt idx="5252">
                  <c:v>43880</c:v>
                </c:pt>
                <c:pt idx="5253">
                  <c:v>43881</c:v>
                </c:pt>
                <c:pt idx="5254">
                  <c:v>43882</c:v>
                </c:pt>
                <c:pt idx="5255">
                  <c:v>43885</c:v>
                </c:pt>
                <c:pt idx="5256">
                  <c:v>43886</c:v>
                </c:pt>
                <c:pt idx="5257">
                  <c:v>43887</c:v>
                </c:pt>
                <c:pt idx="5258">
                  <c:v>43888</c:v>
                </c:pt>
                <c:pt idx="5259">
                  <c:v>43889</c:v>
                </c:pt>
                <c:pt idx="5260">
                  <c:v>43892</c:v>
                </c:pt>
                <c:pt idx="5261">
                  <c:v>43893</c:v>
                </c:pt>
                <c:pt idx="5262">
                  <c:v>43894</c:v>
                </c:pt>
                <c:pt idx="5263">
                  <c:v>43895</c:v>
                </c:pt>
                <c:pt idx="5264">
                  <c:v>43896</c:v>
                </c:pt>
                <c:pt idx="5265">
                  <c:v>43899</c:v>
                </c:pt>
                <c:pt idx="5266">
                  <c:v>43900</c:v>
                </c:pt>
                <c:pt idx="5267">
                  <c:v>43901</c:v>
                </c:pt>
                <c:pt idx="5268">
                  <c:v>43902</c:v>
                </c:pt>
                <c:pt idx="5269">
                  <c:v>43903</c:v>
                </c:pt>
                <c:pt idx="5270">
                  <c:v>43906</c:v>
                </c:pt>
                <c:pt idx="5271">
                  <c:v>43907</c:v>
                </c:pt>
                <c:pt idx="5272">
                  <c:v>43908</c:v>
                </c:pt>
                <c:pt idx="5273">
                  <c:v>43909</c:v>
                </c:pt>
                <c:pt idx="5274">
                  <c:v>43910</c:v>
                </c:pt>
                <c:pt idx="5275">
                  <c:v>43913</c:v>
                </c:pt>
                <c:pt idx="5276">
                  <c:v>43914</c:v>
                </c:pt>
                <c:pt idx="5277">
                  <c:v>43915</c:v>
                </c:pt>
                <c:pt idx="5278">
                  <c:v>43916</c:v>
                </c:pt>
                <c:pt idx="5279">
                  <c:v>43917</c:v>
                </c:pt>
                <c:pt idx="5280">
                  <c:v>43920</c:v>
                </c:pt>
                <c:pt idx="5281">
                  <c:v>43921</c:v>
                </c:pt>
                <c:pt idx="5282">
                  <c:v>43922</c:v>
                </c:pt>
                <c:pt idx="5283">
                  <c:v>43923</c:v>
                </c:pt>
                <c:pt idx="5284">
                  <c:v>43924</c:v>
                </c:pt>
                <c:pt idx="5285">
                  <c:v>43927</c:v>
                </c:pt>
                <c:pt idx="5286">
                  <c:v>43928</c:v>
                </c:pt>
                <c:pt idx="5287">
                  <c:v>43929</c:v>
                </c:pt>
                <c:pt idx="5288">
                  <c:v>43930</c:v>
                </c:pt>
                <c:pt idx="5289">
                  <c:v>43931</c:v>
                </c:pt>
                <c:pt idx="5290">
                  <c:v>43934</c:v>
                </c:pt>
                <c:pt idx="5291">
                  <c:v>43935</c:v>
                </c:pt>
                <c:pt idx="5292">
                  <c:v>43936</c:v>
                </c:pt>
                <c:pt idx="5293">
                  <c:v>43937</c:v>
                </c:pt>
                <c:pt idx="5294">
                  <c:v>43938</c:v>
                </c:pt>
                <c:pt idx="5295">
                  <c:v>43941</c:v>
                </c:pt>
                <c:pt idx="5296">
                  <c:v>43942</c:v>
                </c:pt>
                <c:pt idx="5297">
                  <c:v>43943</c:v>
                </c:pt>
                <c:pt idx="5298">
                  <c:v>43944</c:v>
                </c:pt>
                <c:pt idx="5299">
                  <c:v>43945</c:v>
                </c:pt>
                <c:pt idx="5300">
                  <c:v>43948</c:v>
                </c:pt>
                <c:pt idx="5301">
                  <c:v>43949</c:v>
                </c:pt>
                <c:pt idx="5302">
                  <c:v>43950</c:v>
                </c:pt>
                <c:pt idx="5303">
                  <c:v>43951</c:v>
                </c:pt>
                <c:pt idx="5304">
                  <c:v>43952</c:v>
                </c:pt>
                <c:pt idx="5305">
                  <c:v>43955</c:v>
                </c:pt>
                <c:pt idx="5306">
                  <c:v>43956</c:v>
                </c:pt>
                <c:pt idx="5307">
                  <c:v>43957</c:v>
                </c:pt>
                <c:pt idx="5308">
                  <c:v>43958</c:v>
                </c:pt>
                <c:pt idx="5309">
                  <c:v>43959</c:v>
                </c:pt>
                <c:pt idx="5310">
                  <c:v>43962</c:v>
                </c:pt>
                <c:pt idx="5311">
                  <c:v>43963</c:v>
                </c:pt>
                <c:pt idx="5312">
                  <c:v>43964</c:v>
                </c:pt>
                <c:pt idx="5313">
                  <c:v>43965</c:v>
                </c:pt>
                <c:pt idx="5314">
                  <c:v>43966</c:v>
                </c:pt>
                <c:pt idx="5315">
                  <c:v>43969</c:v>
                </c:pt>
                <c:pt idx="5316">
                  <c:v>43970</c:v>
                </c:pt>
                <c:pt idx="5317">
                  <c:v>43971</c:v>
                </c:pt>
                <c:pt idx="5318">
                  <c:v>43972</c:v>
                </c:pt>
                <c:pt idx="5319">
                  <c:v>43973</c:v>
                </c:pt>
                <c:pt idx="5320">
                  <c:v>43976</c:v>
                </c:pt>
                <c:pt idx="5321">
                  <c:v>43977</c:v>
                </c:pt>
                <c:pt idx="5322">
                  <c:v>43978</c:v>
                </c:pt>
                <c:pt idx="5323">
                  <c:v>43979</c:v>
                </c:pt>
                <c:pt idx="5324">
                  <c:v>43980</c:v>
                </c:pt>
                <c:pt idx="5325">
                  <c:v>43983</c:v>
                </c:pt>
                <c:pt idx="5326">
                  <c:v>43984</c:v>
                </c:pt>
                <c:pt idx="5327">
                  <c:v>43985</c:v>
                </c:pt>
                <c:pt idx="5328">
                  <c:v>43986</c:v>
                </c:pt>
                <c:pt idx="5329">
                  <c:v>43987</c:v>
                </c:pt>
                <c:pt idx="5330">
                  <c:v>43990</c:v>
                </c:pt>
                <c:pt idx="5331">
                  <c:v>43991</c:v>
                </c:pt>
                <c:pt idx="5332">
                  <c:v>43992</c:v>
                </c:pt>
                <c:pt idx="5333">
                  <c:v>43993</c:v>
                </c:pt>
                <c:pt idx="5334">
                  <c:v>43994</c:v>
                </c:pt>
                <c:pt idx="5335">
                  <c:v>43997</c:v>
                </c:pt>
                <c:pt idx="5336">
                  <c:v>43998</c:v>
                </c:pt>
                <c:pt idx="5337">
                  <c:v>43999</c:v>
                </c:pt>
                <c:pt idx="5338">
                  <c:v>44000</c:v>
                </c:pt>
                <c:pt idx="5339">
                  <c:v>44001</c:v>
                </c:pt>
                <c:pt idx="5340">
                  <c:v>44004</c:v>
                </c:pt>
                <c:pt idx="5341">
                  <c:v>44005</c:v>
                </c:pt>
                <c:pt idx="5342">
                  <c:v>44006</c:v>
                </c:pt>
                <c:pt idx="5343">
                  <c:v>44007</c:v>
                </c:pt>
                <c:pt idx="5344">
                  <c:v>44008</c:v>
                </c:pt>
                <c:pt idx="5345">
                  <c:v>44011</c:v>
                </c:pt>
                <c:pt idx="5346">
                  <c:v>44012</c:v>
                </c:pt>
                <c:pt idx="5347">
                  <c:v>44013</c:v>
                </c:pt>
                <c:pt idx="5348">
                  <c:v>44014</c:v>
                </c:pt>
                <c:pt idx="5349">
                  <c:v>44015</c:v>
                </c:pt>
                <c:pt idx="5350">
                  <c:v>44018</c:v>
                </c:pt>
                <c:pt idx="5351">
                  <c:v>44019</c:v>
                </c:pt>
                <c:pt idx="5352">
                  <c:v>44020</c:v>
                </c:pt>
                <c:pt idx="5353">
                  <c:v>44021</c:v>
                </c:pt>
                <c:pt idx="5354">
                  <c:v>44022</c:v>
                </c:pt>
                <c:pt idx="5355">
                  <c:v>44025</c:v>
                </c:pt>
                <c:pt idx="5356">
                  <c:v>44026</c:v>
                </c:pt>
                <c:pt idx="5357">
                  <c:v>44027</c:v>
                </c:pt>
                <c:pt idx="5358">
                  <c:v>44028</c:v>
                </c:pt>
                <c:pt idx="5359">
                  <c:v>44029</c:v>
                </c:pt>
                <c:pt idx="5360">
                  <c:v>44032</c:v>
                </c:pt>
                <c:pt idx="5361">
                  <c:v>44033</c:v>
                </c:pt>
                <c:pt idx="5362">
                  <c:v>44034</c:v>
                </c:pt>
                <c:pt idx="5363">
                  <c:v>44035</c:v>
                </c:pt>
                <c:pt idx="5364">
                  <c:v>44036</c:v>
                </c:pt>
                <c:pt idx="5365">
                  <c:v>44039</c:v>
                </c:pt>
                <c:pt idx="5366">
                  <c:v>44040</c:v>
                </c:pt>
                <c:pt idx="5367">
                  <c:v>44041</c:v>
                </c:pt>
                <c:pt idx="5368">
                  <c:v>44042</c:v>
                </c:pt>
                <c:pt idx="5369">
                  <c:v>44043</c:v>
                </c:pt>
                <c:pt idx="5370">
                  <c:v>44046</c:v>
                </c:pt>
                <c:pt idx="5371">
                  <c:v>44047</c:v>
                </c:pt>
                <c:pt idx="5372">
                  <c:v>44048</c:v>
                </c:pt>
                <c:pt idx="5373">
                  <c:v>44049</c:v>
                </c:pt>
                <c:pt idx="5374">
                  <c:v>44050</c:v>
                </c:pt>
                <c:pt idx="5375">
                  <c:v>44053</c:v>
                </c:pt>
                <c:pt idx="5376">
                  <c:v>44054</c:v>
                </c:pt>
                <c:pt idx="5377">
                  <c:v>44055</c:v>
                </c:pt>
                <c:pt idx="5378">
                  <c:v>44056</c:v>
                </c:pt>
                <c:pt idx="5379">
                  <c:v>44057</c:v>
                </c:pt>
                <c:pt idx="5380">
                  <c:v>44060</c:v>
                </c:pt>
                <c:pt idx="5381">
                  <c:v>44061</c:v>
                </c:pt>
                <c:pt idx="5382">
                  <c:v>44062</c:v>
                </c:pt>
                <c:pt idx="5383">
                  <c:v>44063</c:v>
                </c:pt>
                <c:pt idx="5384">
                  <c:v>44064</c:v>
                </c:pt>
                <c:pt idx="5385">
                  <c:v>44067</c:v>
                </c:pt>
                <c:pt idx="5386">
                  <c:v>44068</c:v>
                </c:pt>
                <c:pt idx="5387">
                  <c:v>44069</c:v>
                </c:pt>
                <c:pt idx="5388">
                  <c:v>44070</c:v>
                </c:pt>
                <c:pt idx="5389">
                  <c:v>44071</c:v>
                </c:pt>
                <c:pt idx="5390">
                  <c:v>44074</c:v>
                </c:pt>
                <c:pt idx="5391">
                  <c:v>44075</c:v>
                </c:pt>
                <c:pt idx="5392">
                  <c:v>44076</c:v>
                </c:pt>
                <c:pt idx="5393">
                  <c:v>44077</c:v>
                </c:pt>
                <c:pt idx="5394">
                  <c:v>44078</c:v>
                </c:pt>
                <c:pt idx="5395">
                  <c:v>44081</c:v>
                </c:pt>
                <c:pt idx="5396">
                  <c:v>44082</c:v>
                </c:pt>
                <c:pt idx="5397">
                  <c:v>44083</c:v>
                </c:pt>
                <c:pt idx="5398">
                  <c:v>44084</c:v>
                </c:pt>
                <c:pt idx="5399">
                  <c:v>44085</c:v>
                </c:pt>
                <c:pt idx="5400">
                  <c:v>44088</c:v>
                </c:pt>
                <c:pt idx="5401">
                  <c:v>44089</c:v>
                </c:pt>
                <c:pt idx="5402">
                  <c:v>44090</c:v>
                </c:pt>
                <c:pt idx="5403">
                  <c:v>44091</c:v>
                </c:pt>
                <c:pt idx="5404">
                  <c:v>44092</c:v>
                </c:pt>
                <c:pt idx="5405">
                  <c:v>44095</c:v>
                </c:pt>
                <c:pt idx="5406">
                  <c:v>44096</c:v>
                </c:pt>
                <c:pt idx="5407">
                  <c:v>44097</c:v>
                </c:pt>
                <c:pt idx="5408">
                  <c:v>44098</c:v>
                </c:pt>
                <c:pt idx="5409">
                  <c:v>44099</c:v>
                </c:pt>
                <c:pt idx="5410">
                  <c:v>44102</c:v>
                </c:pt>
                <c:pt idx="5411">
                  <c:v>44103</c:v>
                </c:pt>
                <c:pt idx="5412">
                  <c:v>44104</c:v>
                </c:pt>
                <c:pt idx="5413">
                  <c:v>44105</c:v>
                </c:pt>
                <c:pt idx="5414">
                  <c:v>44106</c:v>
                </c:pt>
                <c:pt idx="5415">
                  <c:v>44109</c:v>
                </c:pt>
                <c:pt idx="5416">
                  <c:v>44110</c:v>
                </c:pt>
                <c:pt idx="5417">
                  <c:v>44111</c:v>
                </c:pt>
                <c:pt idx="5418">
                  <c:v>44112</c:v>
                </c:pt>
                <c:pt idx="5419">
                  <c:v>44113</c:v>
                </c:pt>
                <c:pt idx="5420">
                  <c:v>44116</c:v>
                </c:pt>
                <c:pt idx="5421">
                  <c:v>44117</c:v>
                </c:pt>
                <c:pt idx="5422">
                  <c:v>44118</c:v>
                </c:pt>
                <c:pt idx="5423">
                  <c:v>44119</c:v>
                </c:pt>
                <c:pt idx="5424">
                  <c:v>44120</c:v>
                </c:pt>
                <c:pt idx="5425">
                  <c:v>44123</c:v>
                </c:pt>
                <c:pt idx="5426">
                  <c:v>44124</c:v>
                </c:pt>
                <c:pt idx="5427">
                  <c:v>44125</c:v>
                </c:pt>
                <c:pt idx="5428">
                  <c:v>44126</c:v>
                </c:pt>
                <c:pt idx="5429">
                  <c:v>44127</c:v>
                </c:pt>
                <c:pt idx="5430">
                  <c:v>44130</c:v>
                </c:pt>
                <c:pt idx="5431">
                  <c:v>44131</c:v>
                </c:pt>
                <c:pt idx="5432">
                  <c:v>44132</c:v>
                </c:pt>
                <c:pt idx="5433">
                  <c:v>44133</c:v>
                </c:pt>
                <c:pt idx="5434">
                  <c:v>44134</c:v>
                </c:pt>
                <c:pt idx="5435">
                  <c:v>44137</c:v>
                </c:pt>
                <c:pt idx="5436">
                  <c:v>44138</c:v>
                </c:pt>
                <c:pt idx="5437">
                  <c:v>44139</c:v>
                </c:pt>
                <c:pt idx="5438">
                  <c:v>44140</c:v>
                </c:pt>
                <c:pt idx="5439">
                  <c:v>44141</c:v>
                </c:pt>
                <c:pt idx="5440">
                  <c:v>44144</c:v>
                </c:pt>
                <c:pt idx="5441">
                  <c:v>44145</c:v>
                </c:pt>
                <c:pt idx="5442">
                  <c:v>44146</c:v>
                </c:pt>
                <c:pt idx="5443">
                  <c:v>44147</c:v>
                </c:pt>
                <c:pt idx="5444">
                  <c:v>44148</c:v>
                </c:pt>
                <c:pt idx="5445">
                  <c:v>44151</c:v>
                </c:pt>
                <c:pt idx="5446">
                  <c:v>44152</c:v>
                </c:pt>
                <c:pt idx="5447">
                  <c:v>44153</c:v>
                </c:pt>
                <c:pt idx="5448">
                  <c:v>44154</c:v>
                </c:pt>
                <c:pt idx="5449">
                  <c:v>44155</c:v>
                </c:pt>
                <c:pt idx="5450">
                  <c:v>44158</c:v>
                </c:pt>
                <c:pt idx="5451">
                  <c:v>44159</c:v>
                </c:pt>
                <c:pt idx="5452">
                  <c:v>44160</c:v>
                </c:pt>
                <c:pt idx="5453">
                  <c:v>44161</c:v>
                </c:pt>
                <c:pt idx="5454">
                  <c:v>44162</c:v>
                </c:pt>
                <c:pt idx="5455">
                  <c:v>44165</c:v>
                </c:pt>
                <c:pt idx="5456">
                  <c:v>44166</c:v>
                </c:pt>
                <c:pt idx="5457">
                  <c:v>44167</c:v>
                </c:pt>
                <c:pt idx="5458">
                  <c:v>44168</c:v>
                </c:pt>
                <c:pt idx="5459">
                  <c:v>44169</c:v>
                </c:pt>
                <c:pt idx="5460">
                  <c:v>44172</c:v>
                </c:pt>
                <c:pt idx="5461">
                  <c:v>44173</c:v>
                </c:pt>
                <c:pt idx="5462">
                  <c:v>44174</c:v>
                </c:pt>
                <c:pt idx="5463">
                  <c:v>44175</c:v>
                </c:pt>
                <c:pt idx="5464">
                  <c:v>44176</c:v>
                </c:pt>
                <c:pt idx="5465">
                  <c:v>44179</c:v>
                </c:pt>
                <c:pt idx="5466">
                  <c:v>44180</c:v>
                </c:pt>
                <c:pt idx="5467">
                  <c:v>44181</c:v>
                </c:pt>
                <c:pt idx="5468">
                  <c:v>44182</c:v>
                </c:pt>
                <c:pt idx="5469">
                  <c:v>44183</c:v>
                </c:pt>
                <c:pt idx="5470">
                  <c:v>44186</c:v>
                </c:pt>
                <c:pt idx="5471">
                  <c:v>44187</c:v>
                </c:pt>
                <c:pt idx="5472">
                  <c:v>44188</c:v>
                </c:pt>
                <c:pt idx="5473">
                  <c:v>44189</c:v>
                </c:pt>
                <c:pt idx="5474">
                  <c:v>44190</c:v>
                </c:pt>
                <c:pt idx="5475">
                  <c:v>44193</c:v>
                </c:pt>
                <c:pt idx="5476">
                  <c:v>44194</c:v>
                </c:pt>
                <c:pt idx="5477">
                  <c:v>44195</c:v>
                </c:pt>
                <c:pt idx="5478">
                  <c:v>44196</c:v>
                </c:pt>
                <c:pt idx="5479">
                  <c:v>44197</c:v>
                </c:pt>
                <c:pt idx="5480">
                  <c:v>44200</c:v>
                </c:pt>
                <c:pt idx="5481">
                  <c:v>44201</c:v>
                </c:pt>
                <c:pt idx="5482">
                  <c:v>44202</c:v>
                </c:pt>
                <c:pt idx="5483">
                  <c:v>44203</c:v>
                </c:pt>
                <c:pt idx="5484">
                  <c:v>44204</c:v>
                </c:pt>
                <c:pt idx="5485">
                  <c:v>44207</c:v>
                </c:pt>
                <c:pt idx="5486">
                  <c:v>44208</c:v>
                </c:pt>
                <c:pt idx="5487">
                  <c:v>44209</c:v>
                </c:pt>
                <c:pt idx="5488">
                  <c:v>44210</c:v>
                </c:pt>
                <c:pt idx="5489">
                  <c:v>44211</c:v>
                </c:pt>
                <c:pt idx="5490">
                  <c:v>44214</c:v>
                </c:pt>
                <c:pt idx="5491">
                  <c:v>44215</c:v>
                </c:pt>
                <c:pt idx="5492">
                  <c:v>44216</c:v>
                </c:pt>
                <c:pt idx="5493">
                  <c:v>44217</c:v>
                </c:pt>
                <c:pt idx="5494">
                  <c:v>44218</c:v>
                </c:pt>
                <c:pt idx="5495">
                  <c:v>44221</c:v>
                </c:pt>
                <c:pt idx="5496">
                  <c:v>44222</c:v>
                </c:pt>
                <c:pt idx="5497">
                  <c:v>44223</c:v>
                </c:pt>
                <c:pt idx="5498">
                  <c:v>44224</c:v>
                </c:pt>
                <c:pt idx="5499">
                  <c:v>44225</c:v>
                </c:pt>
                <c:pt idx="5500">
                  <c:v>44228</c:v>
                </c:pt>
                <c:pt idx="5501">
                  <c:v>44229</c:v>
                </c:pt>
                <c:pt idx="5502">
                  <c:v>44230</c:v>
                </c:pt>
                <c:pt idx="5503">
                  <c:v>44231</c:v>
                </c:pt>
                <c:pt idx="5504">
                  <c:v>44232</c:v>
                </c:pt>
                <c:pt idx="5505">
                  <c:v>44235</c:v>
                </c:pt>
                <c:pt idx="5506">
                  <c:v>44236</c:v>
                </c:pt>
                <c:pt idx="5507">
                  <c:v>44237</c:v>
                </c:pt>
                <c:pt idx="5508">
                  <c:v>44238</c:v>
                </c:pt>
                <c:pt idx="5509">
                  <c:v>44239</c:v>
                </c:pt>
                <c:pt idx="5510">
                  <c:v>44242</c:v>
                </c:pt>
                <c:pt idx="5511">
                  <c:v>44243</c:v>
                </c:pt>
                <c:pt idx="5512">
                  <c:v>44244</c:v>
                </c:pt>
                <c:pt idx="5513">
                  <c:v>44245</c:v>
                </c:pt>
                <c:pt idx="5514">
                  <c:v>44246</c:v>
                </c:pt>
                <c:pt idx="5515">
                  <c:v>44249</c:v>
                </c:pt>
                <c:pt idx="5516">
                  <c:v>44250</c:v>
                </c:pt>
                <c:pt idx="5517">
                  <c:v>44251</c:v>
                </c:pt>
                <c:pt idx="5518">
                  <c:v>44252</c:v>
                </c:pt>
                <c:pt idx="5519">
                  <c:v>44253</c:v>
                </c:pt>
                <c:pt idx="5520">
                  <c:v>44256</c:v>
                </c:pt>
                <c:pt idx="5521">
                  <c:v>44257</c:v>
                </c:pt>
                <c:pt idx="5522">
                  <c:v>44258</c:v>
                </c:pt>
                <c:pt idx="5523">
                  <c:v>44259</c:v>
                </c:pt>
                <c:pt idx="5524">
                  <c:v>44260</c:v>
                </c:pt>
                <c:pt idx="5525">
                  <c:v>44263</c:v>
                </c:pt>
                <c:pt idx="5526">
                  <c:v>44264</c:v>
                </c:pt>
                <c:pt idx="5527">
                  <c:v>44265</c:v>
                </c:pt>
                <c:pt idx="5528">
                  <c:v>44266</c:v>
                </c:pt>
                <c:pt idx="5529">
                  <c:v>44267</c:v>
                </c:pt>
                <c:pt idx="5530">
                  <c:v>44270</c:v>
                </c:pt>
                <c:pt idx="5531">
                  <c:v>44271</c:v>
                </c:pt>
                <c:pt idx="5532">
                  <c:v>44272</c:v>
                </c:pt>
                <c:pt idx="5533">
                  <c:v>44273</c:v>
                </c:pt>
                <c:pt idx="5534">
                  <c:v>44274</c:v>
                </c:pt>
                <c:pt idx="5535">
                  <c:v>44277</c:v>
                </c:pt>
                <c:pt idx="5536">
                  <c:v>44278</c:v>
                </c:pt>
                <c:pt idx="5537">
                  <c:v>44279</c:v>
                </c:pt>
                <c:pt idx="5538">
                  <c:v>44280</c:v>
                </c:pt>
                <c:pt idx="5539">
                  <c:v>44281</c:v>
                </c:pt>
                <c:pt idx="5540">
                  <c:v>44284</c:v>
                </c:pt>
                <c:pt idx="5541">
                  <c:v>44285</c:v>
                </c:pt>
                <c:pt idx="5542">
                  <c:v>44286</c:v>
                </c:pt>
                <c:pt idx="5543">
                  <c:v>44287</c:v>
                </c:pt>
                <c:pt idx="5544">
                  <c:v>44288</c:v>
                </c:pt>
                <c:pt idx="5545">
                  <c:v>44291</c:v>
                </c:pt>
                <c:pt idx="5546">
                  <c:v>44292</c:v>
                </c:pt>
                <c:pt idx="5547">
                  <c:v>44293</c:v>
                </c:pt>
                <c:pt idx="5548">
                  <c:v>44294</c:v>
                </c:pt>
                <c:pt idx="5549">
                  <c:v>44295</c:v>
                </c:pt>
                <c:pt idx="5550">
                  <c:v>44298</c:v>
                </c:pt>
                <c:pt idx="5551">
                  <c:v>44299</c:v>
                </c:pt>
                <c:pt idx="5552">
                  <c:v>44300</c:v>
                </c:pt>
                <c:pt idx="5553">
                  <c:v>44301</c:v>
                </c:pt>
                <c:pt idx="5554">
                  <c:v>44302</c:v>
                </c:pt>
                <c:pt idx="5555">
                  <c:v>44305</c:v>
                </c:pt>
                <c:pt idx="5556">
                  <c:v>44306</c:v>
                </c:pt>
                <c:pt idx="5557">
                  <c:v>44307</c:v>
                </c:pt>
                <c:pt idx="5558">
                  <c:v>44308</c:v>
                </c:pt>
                <c:pt idx="5559">
                  <c:v>44309</c:v>
                </c:pt>
                <c:pt idx="5560">
                  <c:v>44312</c:v>
                </c:pt>
                <c:pt idx="5561">
                  <c:v>44313</c:v>
                </c:pt>
                <c:pt idx="5562">
                  <c:v>44314</c:v>
                </c:pt>
                <c:pt idx="5563">
                  <c:v>44315</c:v>
                </c:pt>
                <c:pt idx="5564">
                  <c:v>44316</c:v>
                </c:pt>
                <c:pt idx="5565">
                  <c:v>44319</c:v>
                </c:pt>
                <c:pt idx="5566">
                  <c:v>44320</c:v>
                </c:pt>
                <c:pt idx="5567">
                  <c:v>44321</c:v>
                </c:pt>
                <c:pt idx="5568">
                  <c:v>44322</c:v>
                </c:pt>
                <c:pt idx="5569">
                  <c:v>44323</c:v>
                </c:pt>
                <c:pt idx="5570">
                  <c:v>44326</c:v>
                </c:pt>
                <c:pt idx="5571">
                  <c:v>44327</c:v>
                </c:pt>
                <c:pt idx="5572">
                  <c:v>44328</c:v>
                </c:pt>
                <c:pt idx="5573">
                  <c:v>44329</c:v>
                </c:pt>
                <c:pt idx="5574">
                  <c:v>44330</c:v>
                </c:pt>
                <c:pt idx="5575">
                  <c:v>44333</c:v>
                </c:pt>
                <c:pt idx="5576">
                  <c:v>44334</c:v>
                </c:pt>
                <c:pt idx="5577">
                  <c:v>44335</c:v>
                </c:pt>
                <c:pt idx="5578">
                  <c:v>44336</c:v>
                </c:pt>
                <c:pt idx="5579">
                  <c:v>44337</c:v>
                </c:pt>
                <c:pt idx="5580">
                  <c:v>44340</c:v>
                </c:pt>
                <c:pt idx="5581">
                  <c:v>44341</c:v>
                </c:pt>
                <c:pt idx="5582">
                  <c:v>44342</c:v>
                </c:pt>
                <c:pt idx="5583">
                  <c:v>44343</c:v>
                </c:pt>
                <c:pt idx="5584">
                  <c:v>44344</c:v>
                </c:pt>
                <c:pt idx="5585">
                  <c:v>44347</c:v>
                </c:pt>
                <c:pt idx="5586">
                  <c:v>44348</c:v>
                </c:pt>
                <c:pt idx="5587">
                  <c:v>44349</c:v>
                </c:pt>
                <c:pt idx="5588">
                  <c:v>44350</c:v>
                </c:pt>
                <c:pt idx="5589">
                  <c:v>44351</c:v>
                </c:pt>
                <c:pt idx="5590">
                  <c:v>44354</c:v>
                </c:pt>
                <c:pt idx="5591">
                  <c:v>44355</c:v>
                </c:pt>
                <c:pt idx="5592">
                  <c:v>44356</c:v>
                </c:pt>
                <c:pt idx="5593">
                  <c:v>44357</c:v>
                </c:pt>
                <c:pt idx="5594">
                  <c:v>44358</c:v>
                </c:pt>
                <c:pt idx="5595">
                  <c:v>44361</c:v>
                </c:pt>
                <c:pt idx="5596">
                  <c:v>44362</c:v>
                </c:pt>
                <c:pt idx="5597">
                  <c:v>44363</c:v>
                </c:pt>
                <c:pt idx="5598">
                  <c:v>44364</c:v>
                </c:pt>
                <c:pt idx="5599">
                  <c:v>44365</c:v>
                </c:pt>
                <c:pt idx="5600">
                  <c:v>44368</c:v>
                </c:pt>
                <c:pt idx="5601">
                  <c:v>44369</c:v>
                </c:pt>
                <c:pt idx="5602">
                  <c:v>44370</c:v>
                </c:pt>
                <c:pt idx="5603">
                  <c:v>44371</c:v>
                </c:pt>
                <c:pt idx="5604">
                  <c:v>44372</c:v>
                </c:pt>
                <c:pt idx="5605">
                  <c:v>44375</c:v>
                </c:pt>
                <c:pt idx="5606">
                  <c:v>44376</c:v>
                </c:pt>
                <c:pt idx="5607">
                  <c:v>44377</c:v>
                </c:pt>
                <c:pt idx="5608">
                  <c:v>44378</c:v>
                </c:pt>
                <c:pt idx="5609">
                  <c:v>44379</c:v>
                </c:pt>
                <c:pt idx="5610">
                  <c:v>44382</c:v>
                </c:pt>
                <c:pt idx="5611">
                  <c:v>44383</c:v>
                </c:pt>
                <c:pt idx="5612">
                  <c:v>44384</c:v>
                </c:pt>
                <c:pt idx="5613">
                  <c:v>44385</c:v>
                </c:pt>
                <c:pt idx="5614">
                  <c:v>44386</c:v>
                </c:pt>
                <c:pt idx="5615">
                  <c:v>44389</c:v>
                </c:pt>
                <c:pt idx="5616">
                  <c:v>44390</c:v>
                </c:pt>
                <c:pt idx="5617">
                  <c:v>44391</c:v>
                </c:pt>
                <c:pt idx="5618">
                  <c:v>44392</c:v>
                </c:pt>
                <c:pt idx="5619">
                  <c:v>44393</c:v>
                </c:pt>
                <c:pt idx="5620">
                  <c:v>44396</c:v>
                </c:pt>
                <c:pt idx="5621">
                  <c:v>44397</c:v>
                </c:pt>
                <c:pt idx="5622">
                  <c:v>44398</c:v>
                </c:pt>
                <c:pt idx="5623">
                  <c:v>44399</c:v>
                </c:pt>
                <c:pt idx="5624">
                  <c:v>44400</c:v>
                </c:pt>
                <c:pt idx="5625">
                  <c:v>44403</c:v>
                </c:pt>
                <c:pt idx="5626">
                  <c:v>44404</c:v>
                </c:pt>
                <c:pt idx="5627">
                  <c:v>44405</c:v>
                </c:pt>
                <c:pt idx="5628">
                  <c:v>44406</c:v>
                </c:pt>
                <c:pt idx="5629">
                  <c:v>44407</c:v>
                </c:pt>
                <c:pt idx="5630">
                  <c:v>44410</c:v>
                </c:pt>
                <c:pt idx="5631">
                  <c:v>44411</c:v>
                </c:pt>
                <c:pt idx="5632">
                  <c:v>44412</c:v>
                </c:pt>
                <c:pt idx="5633">
                  <c:v>44413</c:v>
                </c:pt>
                <c:pt idx="5634">
                  <c:v>44414</c:v>
                </c:pt>
                <c:pt idx="5635">
                  <c:v>44417</c:v>
                </c:pt>
                <c:pt idx="5636">
                  <c:v>44418</c:v>
                </c:pt>
                <c:pt idx="5637">
                  <c:v>44419</c:v>
                </c:pt>
                <c:pt idx="5638">
                  <c:v>44420</c:v>
                </c:pt>
                <c:pt idx="5639">
                  <c:v>44421</c:v>
                </c:pt>
                <c:pt idx="5640">
                  <c:v>44424</c:v>
                </c:pt>
                <c:pt idx="5641">
                  <c:v>44425</c:v>
                </c:pt>
                <c:pt idx="5642">
                  <c:v>44426</c:v>
                </c:pt>
                <c:pt idx="5643">
                  <c:v>44427</c:v>
                </c:pt>
                <c:pt idx="5644">
                  <c:v>44428</c:v>
                </c:pt>
                <c:pt idx="5645">
                  <c:v>44431</c:v>
                </c:pt>
                <c:pt idx="5646">
                  <c:v>44432</c:v>
                </c:pt>
                <c:pt idx="5647">
                  <c:v>44433</c:v>
                </c:pt>
                <c:pt idx="5648">
                  <c:v>44434</c:v>
                </c:pt>
                <c:pt idx="5649">
                  <c:v>44435</c:v>
                </c:pt>
                <c:pt idx="5650">
                  <c:v>44438</c:v>
                </c:pt>
                <c:pt idx="5651">
                  <c:v>44439</c:v>
                </c:pt>
                <c:pt idx="5652">
                  <c:v>44440</c:v>
                </c:pt>
                <c:pt idx="5653">
                  <c:v>44441</c:v>
                </c:pt>
                <c:pt idx="5654">
                  <c:v>44442</c:v>
                </c:pt>
                <c:pt idx="5655">
                  <c:v>44445</c:v>
                </c:pt>
                <c:pt idx="5656">
                  <c:v>44446</c:v>
                </c:pt>
                <c:pt idx="5657">
                  <c:v>44447</c:v>
                </c:pt>
                <c:pt idx="5658">
                  <c:v>44448</c:v>
                </c:pt>
                <c:pt idx="5659">
                  <c:v>44449</c:v>
                </c:pt>
                <c:pt idx="5660">
                  <c:v>44452</c:v>
                </c:pt>
                <c:pt idx="5661">
                  <c:v>44453</c:v>
                </c:pt>
                <c:pt idx="5662">
                  <c:v>44454</c:v>
                </c:pt>
                <c:pt idx="5663">
                  <c:v>44455</c:v>
                </c:pt>
                <c:pt idx="5664">
                  <c:v>44456</c:v>
                </c:pt>
                <c:pt idx="5665">
                  <c:v>44459</c:v>
                </c:pt>
                <c:pt idx="5666">
                  <c:v>44460</c:v>
                </c:pt>
                <c:pt idx="5667">
                  <c:v>44461</c:v>
                </c:pt>
                <c:pt idx="5668">
                  <c:v>44462</c:v>
                </c:pt>
                <c:pt idx="5669">
                  <c:v>44463</c:v>
                </c:pt>
                <c:pt idx="5670">
                  <c:v>44466</c:v>
                </c:pt>
                <c:pt idx="5671">
                  <c:v>44467</c:v>
                </c:pt>
                <c:pt idx="5672">
                  <c:v>44468</c:v>
                </c:pt>
                <c:pt idx="5673">
                  <c:v>44469</c:v>
                </c:pt>
                <c:pt idx="5674">
                  <c:v>44470</c:v>
                </c:pt>
                <c:pt idx="5675">
                  <c:v>44473</c:v>
                </c:pt>
                <c:pt idx="5676">
                  <c:v>44474</c:v>
                </c:pt>
                <c:pt idx="5677">
                  <c:v>44475</c:v>
                </c:pt>
                <c:pt idx="5678">
                  <c:v>44476</c:v>
                </c:pt>
                <c:pt idx="5679">
                  <c:v>44477</c:v>
                </c:pt>
                <c:pt idx="5680">
                  <c:v>44480</c:v>
                </c:pt>
                <c:pt idx="5681">
                  <c:v>44481</c:v>
                </c:pt>
                <c:pt idx="5682">
                  <c:v>44482</c:v>
                </c:pt>
                <c:pt idx="5683">
                  <c:v>44483</c:v>
                </c:pt>
                <c:pt idx="5684">
                  <c:v>44484</c:v>
                </c:pt>
                <c:pt idx="5685">
                  <c:v>44487</c:v>
                </c:pt>
                <c:pt idx="5686">
                  <c:v>44488</c:v>
                </c:pt>
                <c:pt idx="5687">
                  <c:v>44489</c:v>
                </c:pt>
                <c:pt idx="5688">
                  <c:v>44490</c:v>
                </c:pt>
                <c:pt idx="5689">
                  <c:v>44491</c:v>
                </c:pt>
                <c:pt idx="5690">
                  <c:v>44494</c:v>
                </c:pt>
                <c:pt idx="5691">
                  <c:v>44495</c:v>
                </c:pt>
                <c:pt idx="5692">
                  <c:v>44496</c:v>
                </c:pt>
                <c:pt idx="5693">
                  <c:v>44497</c:v>
                </c:pt>
                <c:pt idx="5694">
                  <c:v>44498</c:v>
                </c:pt>
                <c:pt idx="5695">
                  <c:v>44501</c:v>
                </c:pt>
                <c:pt idx="5696">
                  <c:v>44502</c:v>
                </c:pt>
                <c:pt idx="5697">
                  <c:v>44503</c:v>
                </c:pt>
                <c:pt idx="5698">
                  <c:v>44504</c:v>
                </c:pt>
                <c:pt idx="5699">
                  <c:v>44505</c:v>
                </c:pt>
                <c:pt idx="5700">
                  <c:v>44508</c:v>
                </c:pt>
                <c:pt idx="5701">
                  <c:v>44509</c:v>
                </c:pt>
                <c:pt idx="5702">
                  <c:v>44510</c:v>
                </c:pt>
                <c:pt idx="5703">
                  <c:v>44511</c:v>
                </c:pt>
                <c:pt idx="5704">
                  <c:v>44512</c:v>
                </c:pt>
                <c:pt idx="5705">
                  <c:v>44515</c:v>
                </c:pt>
                <c:pt idx="5706">
                  <c:v>44516</c:v>
                </c:pt>
                <c:pt idx="5707">
                  <c:v>44517</c:v>
                </c:pt>
                <c:pt idx="5708">
                  <c:v>44518</c:v>
                </c:pt>
                <c:pt idx="5709">
                  <c:v>44519</c:v>
                </c:pt>
                <c:pt idx="5710">
                  <c:v>44522</c:v>
                </c:pt>
                <c:pt idx="5711">
                  <c:v>44523</c:v>
                </c:pt>
                <c:pt idx="5712">
                  <c:v>44524</c:v>
                </c:pt>
                <c:pt idx="5713">
                  <c:v>44525</c:v>
                </c:pt>
                <c:pt idx="5714">
                  <c:v>44526</c:v>
                </c:pt>
                <c:pt idx="5715">
                  <c:v>44529</c:v>
                </c:pt>
                <c:pt idx="5716">
                  <c:v>44530</c:v>
                </c:pt>
                <c:pt idx="5717">
                  <c:v>44531</c:v>
                </c:pt>
                <c:pt idx="5718">
                  <c:v>44532</c:v>
                </c:pt>
                <c:pt idx="5719">
                  <c:v>44533</c:v>
                </c:pt>
                <c:pt idx="5720">
                  <c:v>44536</c:v>
                </c:pt>
                <c:pt idx="5721">
                  <c:v>44537</c:v>
                </c:pt>
                <c:pt idx="5722">
                  <c:v>44538</c:v>
                </c:pt>
                <c:pt idx="5723">
                  <c:v>44539</c:v>
                </c:pt>
                <c:pt idx="5724">
                  <c:v>44540</c:v>
                </c:pt>
                <c:pt idx="5725">
                  <c:v>44543</c:v>
                </c:pt>
                <c:pt idx="5726">
                  <c:v>44544</c:v>
                </c:pt>
                <c:pt idx="5727">
                  <c:v>44545</c:v>
                </c:pt>
                <c:pt idx="5728">
                  <c:v>44546</c:v>
                </c:pt>
                <c:pt idx="5729">
                  <c:v>44547</c:v>
                </c:pt>
                <c:pt idx="5730">
                  <c:v>44550</c:v>
                </c:pt>
                <c:pt idx="5731">
                  <c:v>44551</c:v>
                </c:pt>
                <c:pt idx="5732">
                  <c:v>44552</c:v>
                </c:pt>
                <c:pt idx="5733">
                  <c:v>44553</c:v>
                </c:pt>
                <c:pt idx="5734">
                  <c:v>44554</c:v>
                </c:pt>
                <c:pt idx="5735">
                  <c:v>44557</c:v>
                </c:pt>
                <c:pt idx="5736">
                  <c:v>44558</c:v>
                </c:pt>
                <c:pt idx="5737">
                  <c:v>44559</c:v>
                </c:pt>
                <c:pt idx="5738">
                  <c:v>44560</c:v>
                </c:pt>
                <c:pt idx="5739">
                  <c:v>44561</c:v>
                </c:pt>
                <c:pt idx="5740">
                  <c:v>44564</c:v>
                </c:pt>
                <c:pt idx="5741">
                  <c:v>44565</c:v>
                </c:pt>
                <c:pt idx="5742">
                  <c:v>44566</c:v>
                </c:pt>
                <c:pt idx="5743">
                  <c:v>44567</c:v>
                </c:pt>
                <c:pt idx="5744">
                  <c:v>44568</c:v>
                </c:pt>
                <c:pt idx="5745">
                  <c:v>44571</c:v>
                </c:pt>
                <c:pt idx="5746">
                  <c:v>44572</c:v>
                </c:pt>
                <c:pt idx="5747">
                  <c:v>44573</c:v>
                </c:pt>
                <c:pt idx="5748">
                  <c:v>44574</c:v>
                </c:pt>
                <c:pt idx="5749">
                  <c:v>44575</c:v>
                </c:pt>
                <c:pt idx="5750">
                  <c:v>44578</c:v>
                </c:pt>
                <c:pt idx="5751">
                  <c:v>44579</c:v>
                </c:pt>
                <c:pt idx="5752">
                  <c:v>44580</c:v>
                </c:pt>
                <c:pt idx="5753">
                  <c:v>44581</c:v>
                </c:pt>
                <c:pt idx="5754">
                  <c:v>44582</c:v>
                </c:pt>
                <c:pt idx="5755">
                  <c:v>44585</c:v>
                </c:pt>
                <c:pt idx="5756">
                  <c:v>44586</c:v>
                </c:pt>
                <c:pt idx="5757">
                  <c:v>44587</c:v>
                </c:pt>
                <c:pt idx="5758">
                  <c:v>44588</c:v>
                </c:pt>
                <c:pt idx="5759">
                  <c:v>44589</c:v>
                </c:pt>
                <c:pt idx="5760">
                  <c:v>44592</c:v>
                </c:pt>
                <c:pt idx="5761">
                  <c:v>44593</c:v>
                </c:pt>
                <c:pt idx="5762">
                  <c:v>44594</c:v>
                </c:pt>
                <c:pt idx="5763">
                  <c:v>44595</c:v>
                </c:pt>
                <c:pt idx="5764">
                  <c:v>44596</c:v>
                </c:pt>
                <c:pt idx="5765">
                  <c:v>44599</c:v>
                </c:pt>
                <c:pt idx="5766">
                  <c:v>44600</c:v>
                </c:pt>
                <c:pt idx="5767">
                  <c:v>44601</c:v>
                </c:pt>
                <c:pt idx="5768">
                  <c:v>44602</c:v>
                </c:pt>
                <c:pt idx="5769">
                  <c:v>44603</c:v>
                </c:pt>
                <c:pt idx="5770">
                  <c:v>44606</c:v>
                </c:pt>
                <c:pt idx="5771">
                  <c:v>44607</c:v>
                </c:pt>
                <c:pt idx="5772">
                  <c:v>44608</c:v>
                </c:pt>
                <c:pt idx="5773">
                  <c:v>44609</c:v>
                </c:pt>
                <c:pt idx="5774">
                  <c:v>44610</c:v>
                </c:pt>
                <c:pt idx="5775">
                  <c:v>44613</c:v>
                </c:pt>
                <c:pt idx="5776">
                  <c:v>44614</c:v>
                </c:pt>
                <c:pt idx="5777">
                  <c:v>44615</c:v>
                </c:pt>
                <c:pt idx="5778">
                  <c:v>44616</c:v>
                </c:pt>
                <c:pt idx="5779">
                  <c:v>44617</c:v>
                </c:pt>
                <c:pt idx="5780">
                  <c:v>44620</c:v>
                </c:pt>
                <c:pt idx="5781">
                  <c:v>44621</c:v>
                </c:pt>
                <c:pt idx="5782">
                  <c:v>44622</c:v>
                </c:pt>
                <c:pt idx="5783">
                  <c:v>44623</c:v>
                </c:pt>
                <c:pt idx="5784">
                  <c:v>44624</c:v>
                </c:pt>
                <c:pt idx="5785">
                  <c:v>44627</c:v>
                </c:pt>
                <c:pt idx="5786">
                  <c:v>44628</c:v>
                </c:pt>
                <c:pt idx="5787">
                  <c:v>44629</c:v>
                </c:pt>
                <c:pt idx="5788">
                  <c:v>44630</c:v>
                </c:pt>
                <c:pt idx="5789">
                  <c:v>44631</c:v>
                </c:pt>
                <c:pt idx="5790">
                  <c:v>44634</c:v>
                </c:pt>
                <c:pt idx="5791">
                  <c:v>44635</c:v>
                </c:pt>
                <c:pt idx="5792">
                  <c:v>44636</c:v>
                </c:pt>
                <c:pt idx="5793">
                  <c:v>44637</c:v>
                </c:pt>
                <c:pt idx="5794">
                  <c:v>44638</c:v>
                </c:pt>
                <c:pt idx="5795">
                  <c:v>44641</c:v>
                </c:pt>
                <c:pt idx="5796">
                  <c:v>44642</c:v>
                </c:pt>
                <c:pt idx="5797">
                  <c:v>44643</c:v>
                </c:pt>
                <c:pt idx="5798">
                  <c:v>44644</c:v>
                </c:pt>
                <c:pt idx="5799">
                  <c:v>44645</c:v>
                </c:pt>
                <c:pt idx="5800">
                  <c:v>44648</c:v>
                </c:pt>
                <c:pt idx="5801">
                  <c:v>44649</c:v>
                </c:pt>
                <c:pt idx="5802">
                  <c:v>44650</c:v>
                </c:pt>
                <c:pt idx="5803">
                  <c:v>44651</c:v>
                </c:pt>
                <c:pt idx="5804">
                  <c:v>44652</c:v>
                </c:pt>
                <c:pt idx="5805">
                  <c:v>44655</c:v>
                </c:pt>
                <c:pt idx="5806">
                  <c:v>44656</c:v>
                </c:pt>
                <c:pt idx="5807">
                  <c:v>44657</c:v>
                </c:pt>
                <c:pt idx="5808">
                  <c:v>44658</c:v>
                </c:pt>
                <c:pt idx="5809">
                  <c:v>44659</c:v>
                </c:pt>
                <c:pt idx="5810">
                  <c:v>44662</c:v>
                </c:pt>
                <c:pt idx="5811">
                  <c:v>44663</c:v>
                </c:pt>
                <c:pt idx="5812">
                  <c:v>44664</c:v>
                </c:pt>
                <c:pt idx="5813">
                  <c:v>44665</c:v>
                </c:pt>
                <c:pt idx="5814">
                  <c:v>44666</c:v>
                </c:pt>
                <c:pt idx="5815">
                  <c:v>44669</c:v>
                </c:pt>
                <c:pt idx="5816">
                  <c:v>44670</c:v>
                </c:pt>
                <c:pt idx="5817">
                  <c:v>44671</c:v>
                </c:pt>
                <c:pt idx="5818">
                  <c:v>44672</c:v>
                </c:pt>
                <c:pt idx="5819">
                  <c:v>44673</c:v>
                </c:pt>
                <c:pt idx="5820">
                  <c:v>44676</c:v>
                </c:pt>
                <c:pt idx="5821">
                  <c:v>44677</c:v>
                </c:pt>
                <c:pt idx="5822">
                  <c:v>44678</c:v>
                </c:pt>
                <c:pt idx="5823">
                  <c:v>44679</c:v>
                </c:pt>
                <c:pt idx="5824">
                  <c:v>44680</c:v>
                </c:pt>
                <c:pt idx="5825">
                  <c:v>44683</c:v>
                </c:pt>
                <c:pt idx="5826">
                  <c:v>44684</c:v>
                </c:pt>
                <c:pt idx="5827">
                  <c:v>44685</c:v>
                </c:pt>
                <c:pt idx="5828">
                  <c:v>44686</c:v>
                </c:pt>
                <c:pt idx="5829">
                  <c:v>44687</c:v>
                </c:pt>
                <c:pt idx="5830">
                  <c:v>44690</c:v>
                </c:pt>
                <c:pt idx="5831">
                  <c:v>44691</c:v>
                </c:pt>
                <c:pt idx="5832">
                  <c:v>44692</c:v>
                </c:pt>
                <c:pt idx="5833">
                  <c:v>44693</c:v>
                </c:pt>
                <c:pt idx="5834">
                  <c:v>44694</c:v>
                </c:pt>
                <c:pt idx="5835">
                  <c:v>44697</c:v>
                </c:pt>
                <c:pt idx="5836">
                  <c:v>44698</c:v>
                </c:pt>
                <c:pt idx="5837">
                  <c:v>44699</c:v>
                </c:pt>
                <c:pt idx="5838">
                  <c:v>44700</c:v>
                </c:pt>
                <c:pt idx="5839">
                  <c:v>44701</c:v>
                </c:pt>
                <c:pt idx="5840">
                  <c:v>44704</c:v>
                </c:pt>
                <c:pt idx="5841">
                  <c:v>44705</c:v>
                </c:pt>
                <c:pt idx="5842">
                  <c:v>44706</c:v>
                </c:pt>
                <c:pt idx="5843">
                  <c:v>44707</c:v>
                </c:pt>
                <c:pt idx="5844">
                  <c:v>44708</c:v>
                </c:pt>
                <c:pt idx="5845">
                  <c:v>44711</c:v>
                </c:pt>
                <c:pt idx="5846">
                  <c:v>44712</c:v>
                </c:pt>
                <c:pt idx="5847">
                  <c:v>44713</c:v>
                </c:pt>
                <c:pt idx="5848">
                  <c:v>44714</c:v>
                </c:pt>
                <c:pt idx="5849">
                  <c:v>44715</c:v>
                </c:pt>
                <c:pt idx="5850">
                  <c:v>44718</c:v>
                </c:pt>
                <c:pt idx="5851">
                  <c:v>44719</c:v>
                </c:pt>
                <c:pt idx="5852">
                  <c:v>44720</c:v>
                </c:pt>
                <c:pt idx="5853">
                  <c:v>44721</c:v>
                </c:pt>
                <c:pt idx="5854">
                  <c:v>44722</c:v>
                </c:pt>
                <c:pt idx="5855">
                  <c:v>44725</c:v>
                </c:pt>
                <c:pt idx="5856">
                  <c:v>44726</c:v>
                </c:pt>
                <c:pt idx="5857">
                  <c:v>44727</c:v>
                </c:pt>
                <c:pt idx="5858">
                  <c:v>44728</c:v>
                </c:pt>
                <c:pt idx="5859">
                  <c:v>44729</c:v>
                </c:pt>
                <c:pt idx="5860">
                  <c:v>44732</c:v>
                </c:pt>
                <c:pt idx="5861">
                  <c:v>44733</c:v>
                </c:pt>
                <c:pt idx="5862">
                  <c:v>44734</c:v>
                </c:pt>
                <c:pt idx="5863">
                  <c:v>44735</c:v>
                </c:pt>
                <c:pt idx="5864">
                  <c:v>44736</c:v>
                </c:pt>
                <c:pt idx="5865">
                  <c:v>44739</c:v>
                </c:pt>
                <c:pt idx="5866">
                  <c:v>44740</c:v>
                </c:pt>
                <c:pt idx="5867">
                  <c:v>44741</c:v>
                </c:pt>
                <c:pt idx="5868">
                  <c:v>44742</c:v>
                </c:pt>
                <c:pt idx="5869">
                  <c:v>44743</c:v>
                </c:pt>
                <c:pt idx="5870">
                  <c:v>44746</c:v>
                </c:pt>
                <c:pt idx="5871">
                  <c:v>44747</c:v>
                </c:pt>
                <c:pt idx="5872">
                  <c:v>44748</c:v>
                </c:pt>
                <c:pt idx="5873">
                  <c:v>44749</c:v>
                </c:pt>
                <c:pt idx="5874">
                  <c:v>44750</c:v>
                </c:pt>
                <c:pt idx="5875">
                  <c:v>44753</c:v>
                </c:pt>
                <c:pt idx="5876">
                  <c:v>44754</c:v>
                </c:pt>
                <c:pt idx="5877">
                  <c:v>44755</c:v>
                </c:pt>
                <c:pt idx="5878">
                  <c:v>44756</c:v>
                </c:pt>
                <c:pt idx="5879">
                  <c:v>44757</c:v>
                </c:pt>
                <c:pt idx="5880">
                  <c:v>44760</c:v>
                </c:pt>
                <c:pt idx="5881">
                  <c:v>44761</c:v>
                </c:pt>
                <c:pt idx="5882">
                  <c:v>44762</c:v>
                </c:pt>
                <c:pt idx="5883">
                  <c:v>44763</c:v>
                </c:pt>
                <c:pt idx="5884">
                  <c:v>44764</c:v>
                </c:pt>
                <c:pt idx="5885">
                  <c:v>44767</c:v>
                </c:pt>
                <c:pt idx="5886">
                  <c:v>44768</c:v>
                </c:pt>
                <c:pt idx="5887">
                  <c:v>44769</c:v>
                </c:pt>
                <c:pt idx="5888">
                  <c:v>44770</c:v>
                </c:pt>
                <c:pt idx="5889">
                  <c:v>44771</c:v>
                </c:pt>
                <c:pt idx="5890">
                  <c:v>44774</c:v>
                </c:pt>
                <c:pt idx="5891">
                  <c:v>44775</c:v>
                </c:pt>
                <c:pt idx="5892">
                  <c:v>44776</c:v>
                </c:pt>
                <c:pt idx="5893">
                  <c:v>44777</c:v>
                </c:pt>
                <c:pt idx="5894">
                  <c:v>44778</c:v>
                </c:pt>
                <c:pt idx="5895">
                  <c:v>44781</c:v>
                </c:pt>
                <c:pt idx="5896">
                  <c:v>44782</c:v>
                </c:pt>
                <c:pt idx="5897">
                  <c:v>44783</c:v>
                </c:pt>
                <c:pt idx="5898">
                  <c:v>44784</c:v>
                </c:pt>
                <c:pt idx="5899">
                  <c:v>44785</c:v>
                </c:pt>
                <c:pt idx="5900">
                  <c:v>44788</c:v>
                </c:pt>
                <c:pt idx="5901">
                  <c:v>44789</c:v>
                </c:pt>
                <c:pt idx="5902">
                  <c:v>44790</c:v>
                </c:pt>
                <c:pt idx="5903">
                  <c:v>44791</c:v>
                </c:pt>
                <c:pt idx="5904">
                  <c:v>44792</c:v>
                </c:pt>
                <c:pt idx="5905">
                  <c:v>44795</c:v>
                </c:pt>
                <c:pt idx="5906">
                  <c:v>44796</c:v>
                </c:pt>
                <c:pt idx="5907">
                  <c:v>44797</c:v>
                </c:pt>
                <c:pt idx="5908">
                  <c:v>44798</c:v>
                </c:pt>
                <c:pt idx="5909">
                  <c:v>44799</c:v>
                </c:pt>
                <c:pt idx="5910">
                  <c:v>44802</c:v>
                </c:pt>
                <c:pt idx="5911">
                  <c:v>44803</c:v>
                </c:pt>
                <c:pt idx="5912">
                  <c:v>44804</c:v>
                </c:pt>
                <c:pt idx="5913">
                  <c:v>44805</c:v>
                </c:pt>
                <c:pt idx="5914">
                  <c:v>44806</c:v>
                </c:pt>
                <c:pt idx="5915">
                  <c:v>44809</c:v>
                </c:pt>
                <c:pt idx="5916">
                  <c:v>44810</c:v>
                </c:pt>
                <c:pt idx="5917">
                  <c:v>44811</c:v>
                </c:pt>
                <c:pt idx="5918">
                  <c:v>44812</c:v>
                </c:pt>
                <c:pt idx="5919">
                  <c:v>44813</c:v>
                </c:pt>
                <c:pt idx="5920">
                  <c:v>44816</c:v>
                </c:pt>
                <c:pt idx="5921">
                  <c:v>44817</c:v>
                </c:pt>
                <c:pt idx="5922">
                  <c:v>44818</c:v>
                </c:pt>
                <c:pt idx="5923">
                  <c:v>44819</c:v>
                </c:pt>
                <c:pt idx="5924">
                  <c:v>44820</c:v>
                </c:pt>
                <c:pt idx="5925">
                  <c:v>44823</c:v>
                </c:pt>
                <c:pt idx="5926">
                  <c:v>44824</c:v>
                </c:pt>
                <c:pt idx="5927">
                  <c:v>44825</c:v>
                </c:pt>
                <c:pt idx="5928">
                  <c:v>44826</c:v>
                </c:pt>
                <c:pt idx="5929">
                  <c:v>44827</c:v>
                </c:pt>
                <c:pt idx="5930">
                  <c:v>44830</c:v>
                </c:pt>
                <c:pt idx="5931">
                  <c:v>44831</c:v>
                </c:pt>
                <c:pt idx="5932">
                  <c:v>44832</c:v>
                </c:pt>
                <c:pt idx="5933">
                  <c:v>44833</c:v>
                </c:pt>
                <c:pt idx="5934">
                  <c:v>44834</c:v>
                </c:pt>
                <c:pt idx="5935">
                  <c:v>44837</c:v>
                </c:pt>
                <c:pt idx="5936">
                  <c:v>44838</c:v>
                </c:pt>
                <c:pt idx="5937">
                  <c:v>44839</c:v>
                </c:pt>
                <c:pt idx="5938">
                  <c:v>44840</c:v>
                </c:pt>
                <c:pt idx="5939">
                  <c:v>44841</c:v>
                </c:pt>
                <c:pt idx="5940">
                  <c:v>44844</c:v>
                </c:pt>
                <c:pt idx="5941">
                  <c:v>44845</c:v>
                </c:pt>
                <c:pt idx="5942">
                  <c:v>44846</c:v>
                </c:pt>
                <c:pt idx="5943">
                  <c:v>44847</c:v>
                </c:pt>
                <c:pt idx="5944">
                  <c:v>44848</c:v>
                </c:pt>
                <c:pt idx="5945">
                  <c:v>44851</c:v>
                </c:pt>
                <c:pt idx="5946">
                  <c:v>44852</c:v>
                </c:pt>
                <c:pt idx="5947">
                  <c:v>44853</c:v>
                </c:pt>
                <c:pt idx="5948">
                  <c:v>44854</c:v>
                </c:pt>
                <c:pt idx="5949">
                  <c:v>44855</c:v>
                </c:pt>
                <c:pt idx="5950">
                  <c:v>44858</c:v>
                </c:pt>
                <c:pt idx="5951">
                  <c:v>44859</c:v>
                </c:pt>
                <c:pt idx="5952">
                  <c:v>44860</c:v>
                </c:pt>
                <c:pt idx="5953">
                  <c:v>44861</c:v>
                </c:pt>
                <c:pt idx="5954">
                  <c:v>44862</c:v>
                </c:pt>
                <c:pt idx="5955">
                  <c:v>44865</c:v>
                </c:pt>
                <c:pt idx="5956">
                  <c:v>44866</c:v>
                </c:pt>
                <c:pt idx="5957">
                  <c:v>44867</c:v>
                </c:pt>
                <c:pt idx="5958">
                  <c:v>44868</c:v>
                </c:pt>
                <c:pt idx="5959">
                  <c:v>44869</c:v>
                </c:pt>
                <c:pt idx="5960">
                  <c:v>44872</c:v>
                </c:pt>
                <c:pt idx="5961">
                  <c:v>44873</c:v>
                </c:pt>
                <c:pt idx="5962">
                  <c:v>44874</c:v>
                </c:pt>
                <c:pt idx="5963">
                  <c:v>44875</c:v>
                </c:pt>
                <c:pt idx="5964">
                  <c:v>44876</c:v>
                </c:pt>
                <c:pt idx="5965">
                  <c:v>44879</c:v>
                </c:pt>
                <c:pt idx="5966">
                  <c:v>44880</c:v>
                </c:pt>
                <c:pt idx="5967">
                  <c:v>44881</c:v>
                </c:pt>
                <c:pt idx="5968">
                  <c:v>44882</c:v>
                </c:pt>
                <c:pt idx="5969">
                  <c:v>44883</c:v>
                </c:pt>
                <c:pt idx="5970">
                  <c:v>44886</c:v>
                </c:pt>
                <c:pt idx="5971">
                  <c:v>44887</c:v>
                </c:pt>
                <c:pt idx="5972">
                  <c:v>44888</c:v>
                </c:pt>
                <c:pt idx="5973">
                  <c:v>44889</c:v>
                </c:pt>
                <c:pt idx="5974">
                  <c:v>44890</c:v>
                </c:pt>
                <c:pt idx="5975">
                  <c:v>44893</c:v>
                </c:pt>
                <c:pt idx="5976">
                  <c:v>44894</c:v>
                </c:pt>
                <c:pt idx="5977">
                  <c:v>44895</c:v>
                </c:pt>
                <c:pt idx="5978">
                  <c:v>44896</c:v>
                </c:pt>
                <c:pt idx="5979">
                  <c:v>44897</c:v>
                </c:pt>
                <c:pt idx="5980">
                  <c:v>44900</c:v>
                </c:pt>
                <c:pt idx="5981">
                  <c:v>44901</c:v>
                </c:pt>
                <c:pt idx="5982">
                  <c:v>44902</c:v>
                </c:pt>
                <c:pt idx="5983">
                  <c:v>44903</c:v>
                </c:pt>
                <c:pt idx="5984">
                  <c:v>44904</c:v>
                </c:pt>
                <c:pt idx="5985">
                  <c:v>44907</c:v>
                </c:pt>
                <c:pt idx="5986">
                  <c:v>44908</c:v>
                </c:pt>
                <c:pt idx="5987">
                  <c:v>44909</c:v>
                </c:pt>
                <c:pt idx="5988">
                  <c:v>44910</c:v>
                </c:pt>
                <c:pt idx="5989">
                  <c:v>44911</c:v>
                </c:pt>
                <c:pt idx="5990">
                  <c:v>44914</c:v>
                </c:pt>
                <c:pt idx="5991">
                  <c:v>44915</c:v>
                </c:pt>
                <c:pt idx="5992">
                  <c:v>44916</c:v>
                </c:pt>
                <c:pt idx="5993">
                  <c:v>44917</c:v>
                </c:pt>
                <c:pt idx="5994">
                  <c:v>44918</c:v>
                </c:pt>
                <c:pt idx="5995">
                  <c:v>44921</c:v>
                </c:pt>
                <c:pt idx="5996">
                  <c:v>44922</c:v>
                </c:pt>
                <c:pt idx="5997">
                  <c:v>44923</c:v>
                </c:pt>
                <c:pt idx="5998">
                  <c:v>44924</c:v>
                </c:pt>
                <c:pt idx="5999">
                  <c:v>44925</c:v>
                </c:pt>
                <c:pt idx="6000">
                  <c:v>44928</c:v>
                </c:pt>
                <c:pt idx="6001">
                  <c:v>44929</c:v>
                </c:pt>
                <c:pt idx="6002">
                  <c:v>44930</c:v>
                </c:pt>
                <c:pt idx="6003">
                  <c:v>44931</c:v>
                </c:pt>
                <c:pt idx="6004">
                  <c:v>44932</c:v>
                </c:pt>
                <c:pt idx="6005">
                  <c:v>44935</c:v>
                </c:pt>
                <c:pt idx="6006">
                  <c:v>44936</c:v>
                </c:pt>
                <c:pt idx="6007">
                  <c:v>44937</c:v>
                </c:pt>
                <c:pt idx="6008">
                  <c:v>44938</c:v>
                </c:pt>
                <c:pt idx="6009">
                  <c:v>44939</c:v>
                </c:pt>
                <c:pt idx="6010">
                  <c:v>44942</c:v>
                </c:pt>
                <c:pt idx="6011">
                  <c:v>44943</c:v>
                </c:pt>
                <c:pt idx="6012">
                  <c:v>44944</c:v>
                </c:pt>
                <c:pt idx="6013">
                  <c:v>44945</c:v>
                </c:pt>
                <c:pt idx="6014">
                  <c:v>44946</c:v>
                </c:pt>
                <c:pt idx="6015">
                  <c:v>44949</c:v>
                </c:pt>
                <c:pt idx="6016">
                  <c:v>44950</c:v>
                </c:pt>
                <c:pt idx="6017">
                  <c:v>44951</c:v>
                </c:pt>
                <c:pt idx="6018">
                  <c:v>44952</c:v>
                </c:pt>
                <c:pt idx="6019">
                  <c:v>44953</c:v>
                </c:pt>
                <c:pt idx="6020">
                  <c:v>44956</c:v>
                </c:pt>
                <c:pt idx="6021">
                  <c:v>44957</c:v>
                </c:pt>
                <c:pt idx="6022">
                  <c:v>44958</c:v>
                </c:pt>
                <c:pt idx="6023">
                  <c:v>44959</c:v>
                </c:pt>
                <c:pt idx="6024">
                  <c:v>44960</c:v>
                </c:pt>
                <c:pt idx="6025">
                  <c:v>44963</c:v>
                </c:pt>
                <c:pt idx="6026">
                  <c:v>44964</c:v>
                </c:pt>
                <c:pt idx="6027">
                  <c:v>44965</c:v>
                </c:pt>
                <c:pt idx="6028">
                  <c:v>44966</c:v>
                </c:pt>
                <c:pt idx="6029">
                  <c:v>44967</c:v>
                </c:pt>
                <c:pt idx="6030">
                  <c:v>44970</c:v>
                </c:pt>
                <c:pt idx="6031">
                  <c:v>44971</c:v>
                </c:pt>
                <c:pt idx="6032">
                  <c:v>44972</c:v>
                </c:pt>
                <c:pt idx="6033">
                  <c:v>44973</c:v>
                </c:pt>
                <c:pt idx="6034">
                  <c:v>44974</c:v>
                </c:pt>
                <c:pt idx="6035">
                  <c:v>44977</c:v>
                </c:pt>
                <c:pt idx="6036">
                  <c:v>44978</c:v>
                </c:pt>
                <c:pt idx="6037">
                  <c:v>44979</c:v>
                </c:pt>
                <c:pt idx="6038">
                  <c:v>44980</c:v>
                </c:pt>
                <c:pt idx="6039">
                  <c:v>44981</c:v>
                </c:pt>
                <c:pt idx="6040">
                  <c:v>44984</c:v>
                </c:pt>
                <c:pt idx="6041">
                  <c:v>44985</c:v>
                </c:pt>
                <c:pt idx="6042">
                  <c:v>44986</c:v>
                </c:pt>
                <c:pt idx="6043">
                  <c:v>44987</c:v>
                </c:pt>
                <c:pt idx="6044">
                  <c:v>44988</c:v>
                </c:pt>
                <c:pt idx="6045">
                  <c:v>44991</c:v>
                </c:pt>
                <c:pt idx="6046">
                  <c:v>44992</c:v>
                </c:pt>
                <c:pt idx="6047">
                  <c:v>44993</c:v>
                </c:pt>
                <c:pt idx="6048">
                  <c:v>44994</c:v>
                </c:pt>
                <c:pt idx="6049">
                  <c:v>44995</c:v>
                </c:pt>
                <c:pt idx="6050">
                  <c:v>44998</c:v>
                </c:pt>
                <c:pt idx="6051">
                  <c:v>44999</c:v>
                </c:pt>
                <c:pt idx="6052">
                  <c:v>45000</c:v>
                </c:pt>
                <c:pt idx="6053">
                  <c:v>45001</c:v>
                </c:pt>
                <c:pt idx="6054">
                  <c:v>45002</c:v>
                </c:pt>
                <c:pt idx="6055">
                  <c:v>45005</c:v>
                </c:pt>
                <c:pt idx="6056">
                  <c:v>45006</c:v>
                </c:pt>
                <c:pt idx="6057">
                  <c:v>45007</c:v>
                </c:pt>
                <c:pt idx="6058">
                  <c:v>45008</c:v>
                </c:pt>
                <c:pt idx="6059">
                  <c:v>45009</c:v>
                </c:pt>
                <c:pt idx="6060">
                  <c:v>45012</c:v>
                </c:pt>
                <c:pt idx="6061">
                  <c:v>45013</c:v>
                </c:pt>
                <c:pt idx="6062">
                  <c:v>45014</c:v>
                </c:pt>
                <c:pt idx="6063">
                  <c:v>45015</c:v>
                </c:pt>
                <c:pt idx="6064">
                  <c:v>45016</c:v>
                </c:pt>
                <c:pt idx="6065">
                  <c:v>45019</c:v>
                </c:pt>
                <c:pt idx="6066">
                  <c:v>45020</c:v>
                </c:pt>
                <c:pt idx="6067">
                  <c:v>45021</c:v>
                </c:pt>
                <c:pt idx="6068">
                  <c:v>45022</c:v>
                </c:pt>
                <c:pt idx="6069">
                  <c:v>45023</c:v>
                </c:pt>
                <c:pt idx="6070">
                  <c:v>45026</c:v>
                </c:pt>
                <c:pt idx="6071">
                  <c:v>45027</c:v>
                </c:pt>
                <c:pt idx="6072">
                  <c:v>45028</c:v>
                </c:pt>
                <c:pt idx="6073">
                  <c:v>45029</c:v>
                </c:pt>
                <c:pt idx="6074">
                  <c:v>45030</c:v>
                </c:pt>
                <c:pt idx="6075">
                  <c:v>45033</c:v>
                </c:pt>
                <c:pt idx="6076">
                  <c:v>45034</c:v>
                </c:pt>
                <c:pt idx="6077">
                  <c:v>45035</c:v>
                </c:pt>
                <c:pt idx="6078">
                  <c:v>45036</c:v>
                </c:pt>
                <c:pt idx="6079">
                  <c:v>45037</c:v>
                </c:pt>
                <c:pt idx="6080">
                  <c:v>45040</c:v>
                </c:pt>
                <c:pt idx="6081">
                  <c:v>45041</c:v>
                </c:pt>
                <c:pt idx="6082">
                  <c:v>45042</c:v>
                </c:pt>
                <c:pt idx="6083">
                  <c:v>45043</c:v>
                </c:pt>
                <c:pt idx="6084">
                  <c:v>45044</c:v>
                </c:pt>
                <c:pt idx="6085">
                  <c:v>45047</c:v>
                </c:pt>
                <c:pt idx="6086">
                  <c:v>45048</c:v>
                </c:pt>
                <c:pt idx="6087">
                  <c:v>45049</c:v>
                </c:pt>
                <c:pt idx="6088">
                  <c:v>45050</c:v>
                </c:pt>
                <c:pt idx="6089">
                  <c:v>45051</c:v>
                </c:pt>
                <c:pt idx="6090">
                  <c:v>45054</c:v>
                </c:pt>
                <c:pt idx="6091">
                  <c:v>45055</c:v>
                </c:pt>
                <c:pt idx="6092">
                  <c:v>45056</c:v>
                </c:pt>
                <c:pt idx="6093">
                  <c:v>45057</c:v>
                </c:pt>
                <c:pt idx="6094">
                  <c:v>45058</c:v>
                </c:pt>
                <c:pt idx="6095">
                  <c:v>45061</c:v>
                </c:pt>
                <c:pt idx="6096">
                  <c:v>45062</c:v>
                </c:pt>
                <c:pt idx="6097">
                  <c:v>45063</c:v>
                </c:pt>
                <c:pt idx="6098">
                  <c:v>45064</c:v>
                </c:pt>
                <c:pt idx="6099">
                  <c:v>45065</c:v>
                </c:pt>
                <c:pt idx="6100">
                  <c:v>45068</c:v>
                </c:pt>
                <c:pt idx="6101">
                  <c:v>45069</c:v>
                </c:pt>
                <c:pt idx="6102">
                  <c:v>45070</c:v>
                </c:pt>
                <c:pt idx="6103">
                  <c:v>45071</c:v>
                </c:pt>
                <c:pt idx="6104">
                  <c:v>45072</c:v>
                </c:pt>
                <c:pt idx="6105">
                  <c:v>45075</c:v>
                </c:pt>
                <c:pt idx="6106">
                  <c:v>45076</c:v>
                </c:pt>
                <c:pt idx="6107">
                  <c:v>45077</c:v>
                </c:pt>
                <c:pt idx="6108">
                  <c:v>45078</c:v>
                </c:pt>
                <c:pt idx="6109">
                  <c:v>45079</c:v>
                </c:pt>
                <c:pt idx="6110">
                  <c:v>45082</c:v>
                </c:pt>
                <c:pt idx="6111">
                  <c:v>45083</c:v>
                </c:pt>
                <c:pt idx="6112">
                  <c:v>45084</c:v>
                </c:pt>
                <c:pt idx="6113">
                  <c:v>45085</c:v>
                </c:pt>
                <c:pt idx="6114">
                  <c:v>45086</c:v>
                </c:pt>
                <c:pt idx="6115">
                  <c:v>45089</c:v>
                </c:pt>
                <c:pt idx="6116">
                  <c:v>45090</c:v>
                </c:pt>
                <c:pt idx="6117">
                  <c:v>45091</c:v>
                </c:pt>
                <c:pt idx="6118">
                  <c:v>45092</c:v>
                </c:pt>
                <c:pt idx="6119">
                  <c:v>45093</c:v>
                </c:pt>
                <c:pt idx="6120">
                  <c:v>45096</c:v>
                </c:pt>
                <c:pt idx="6121">
                  <c:v>45097</c:v>
                </c:pt>
                <c:pt idx="6122">
                  <c:v>45098</c:v>
                </c:pt>
                <c:pt idx="6123">
                  <c:v>45099</c:v>
                </c:pt>
                <c:pt idx="6124">
                  <c:v>45100</c:v>
                </c:pt>
                <c:pt idx="6125">
                  <c:v>45103</c:v>
                </c:pt>
                <c:pt idx="6126">
                  <c:v>45104</c:v>
                </c:pt>
                <c:pt idx="6127">
                  <c:v>45105</c:v>
                </c:pt>
                <c:pt idx="6128">
                  <c:v>45106</c:v>
                </c:pt>
                <c:pt idx="6129">
                  <c:v>45107</c:v>
                </c:pt>
                <c:pt idx="6130">
                  <c:v>45110</c:v>
                </c:pt>
                <c:pt idx="6131">
                  <c:v>45111</c:v>
                </c:pt>
                <c:pt idx="6132">
                  <c:v>45112</c:v>
                </c:pt>
                <c:pt idx="6133">
                  <c:v>45113</c:v>
                </c:pt>
                <c:pt idx="6134">
                  <c:v>45114</c:v>
                </c:pt>
                <c:pt idx="6135">
                  <c:v>45117</c:v>
                </c:pt>
                <c:pt idx="6136">
                  <c:v>45118</c:v>
                </c:pt>
                <c:pt idx="6137">
                  <c:v>45119</c:v>
                </c:pt>
                <c:pt idx="6138">
                  <c:v>45120</c:v>
                </c:pt>
                <c:pt idx="6139">
                  <c:v>45121</c:v>
                </c:pt>
                <c:pt idx="6140">
                  <c:v>45124</c:v>
                </c:pt>
                <c:pt idx="6141">
                  <c:v>45125</c:v>
                </c:pt>
                <c:pt idx="6142">
                  <c:v>45126</c:v>
                </c:pt>
                <c:pt idx="6143">
                  <c:v>45127</c:v>
                </c:pt>
                <c:pt idx="6144">
                  <c:v>45128</c:v>
                </c:pt>
                <c:pt idx="6145">
                  <c:v>45131</c:v>
                </c:pt>
                <c:pt idx="6146">
                  <c:v>45132</c:v>
                </c:pt>
                <c:pt idx="6147">
                  <c:v>45133</c:v>
                </c:pt>
                <c:pt idx="6148">
                  <c:v>45134</c:v>
                </c:pt>
                <c:pt idx="6149">
                  <c:v>45135</c:v>
                </c:pt>
                <c:pt idx="6150">
                  <c:v>45138</c:v>
                </c:pt>
                <c:pt idx="6151">
                  <c:v>45139</c:v>
                </c:pt>
                <c:pt idx="6152">
                  <c:v>45140</c:v>
                </c:pt>
                <c:pt idx="6153">
                  <c:v>45141</c:v>
                </c:pt>
                <c:pt idx="6154">
                  <c:v>45142</c:v>
                </c:pt>
                <c:pt idx="6155">
                  <c:v>45145</c:v>
                </c:pt>
                <c:pt idx="6156">
                  <c:v>45146</c:v>
                </c:pt>
                <c:pt idx="6157">
                  <c:v>45147</c:v>
                </c:pt>
                <c:pt idx="6158">
                  <c:v>45148</c:v>
                </c:pt>
                <c:pt idx="6159">
                  <c:v>45149</c:v>
                </c:pt>
                <c:pt idx="6160">
                  <c:v>45152</c:v>
                </c:pt>
                <c:pt idx="6161">
                  <c:v>45153</c:v>
                </c:pt>
                <c:pt idx="6162">
                  <c:v>45154</c:v>
                </c:pt>
                <c:pt idx="6163">
                  <c:v>45155</c:v>
                </c:pt>
                <c:pt idx="6164">
                  <c:v>45156</c:v>
                </c:pt>
                <c:pt idx="6165">
                  <c:v>45159</c:v>
                </c:pt>
                <c:pt idx="6166">
                  <c:v>45160</c:v>
                </c:pt>
                <c:pt idx="6167">
                  <c:v>45161</c:v>
                </c:pt>
                <c:pt idx="6168">
                  <c:v>45162</c:v>
                </c:pt>
                <c:pt idx="6169">
                  <c:v>45163</c:v>
                </c:pt>
                <c:pt idx="6170">
                  <c:v>45166</c:v>
                </c:pt>
                <c:pt idx="6171">
                  <c:v>45167</c:v>
                </c:pt>
                <c:pt idx="6172">
                  <c:v>45168</c:v>
                </c:pt>
                <c:pt idx="6173">
                  <c:v>45169</c:v>
                </c:pt>
                <c:pt idx="6174">
                  <c:v>45170</c:v>
                </c:pt>
                <c:pt idx="6175">
                  <c:v>45173</c:v>
                </c:pt>
                <c:pt idx="6176">
                  <c:v>45174</c:v>
                </c:pt>
                <c:pt idx="6177">
                  <c:v>45175</c:v>
                </c:pt>
                <c:pt idx="6178">
                  <c:v>45176</c:v>
                </c:pt>
                <c:pt idx="6179">
                  <c:v>45177</c:v>
                </c:pt>
                <c:pt idx="6180">
                  <c:v>45180</c:v>
                </c:pt>
                <c:pt idx="6181">
                  <c:v>45181</c:v>
                </c:pt>
                <c:pt idx="6182">
                  <c:v>45182</c:v>
                </c:pt>
                <c:pt idx="6183">
                  <c:v>45183</c:v>
                </c:pt>
                <c:pt idx="6184">
                  <c:v>45184</c:v>
                </c:pt>
                <c:pt idx="6185">
                  <c:v>45187</c:v>
                </c:pt>
                <c:pt idx="6186">
                  <c:v>45188</c:v>
                </c:pt>
                <c:pt idx="6187">
                  <c:v>45189</c:v>
                </c:pt>
                <c:pt idx="6188">
                  <c:v>45190</c:v>
                </c:pt>
                <c:pt idx="6189">
                  <c:v>45191</c:v>
                </c:pt>
                <c:pt idx="6190">
                  <c:v>45194</c:v>
                </c:pt>
                <c:pt idx="6191">
                  <c:v>45195</c:v>
                </c:pt>
                <c:pt idx="6192">
                  <c:v>45196</c:v>
                </c:pt>
                <c:pt idx="6193">
                  <c:v>45197</c:v>
                </c:pt>
                <c:pt idx="6194">
                  <c:v>45198</c:v>
                </c:pt>
                <c:pt idx="6195">
                  <c:v>45201</c:v>
                </c:pt>
                <c:pt idx="6196">
                  <c:v>45202</c:v>
                </c:pt>
                <c:pt idx="6197">
                  <c:v>45203</c:v>
                </c:pt>
                <c:pt idx="6198">
                  <c:v>45204</c:v>
                </c:pt>
                <c:pt idx="6199">
                  <c:v>45205</c:v>
                </c:pt>
                <c:pt idx="6200">
                  <c:v>45208</c:v>
                </c:pt>
                <c:pt idx="6201">
                  <c:v>45209</c:v>
                </c:pt>
                <c:pt idx="6202">
                  <c:v>45210</c:v>
                </c:pt>
                <c:pt idx="6203">
                  <c:v>45211</c:v>
                </c:pt>
                <c:pt idx="6204">
                  <c:v>45212</c:v>
                </c:pt>
                <c:pt idx="6205">
                  <c:v>45215</c:v>
                </c:pt>
                <c:pt idx="6206">
                  <c:v>45216</c:v>
                </c:pt>
                <c:pt idx="6207">
                  <c:v>45217</c:v>
                </c:pt>
                <c:pt idx="6208">
                  <c:v>45218</c:v>
                </c:pt>
                <c:pt idx="6209">
                  <c:v>45219</c:v>
                </c:pt>
                <c:pt idx="6210">
                  <c:v>45222</c:v>
                </c:pt>
                <c:pt idx="6211">
                  <c:v>45223</c:v>
                </c:pt>
                <c:pt idx="6212">
                  <c:v>45224</c:v>
                </c:pt>
                <c:pt idx="6213">
                  <c:v>45225</c:v>
                </c:pt>
                <c:pt idx="6214">
                  <c:v>45226</c:v>
                </c:pt>
                <c:pt idx="6215">
                  <c:v>45229</c:v>
                </c:pt>
                <c:pt idx="6216">
                  <c:v>45230</c:v>
                </c:pt>
                <c:pt idx="6217">
                  <c:v>45231</c:v>
                </c:pt>
                <c:pt idx="6218">
                  <c:v>45232</c:v>
                </c:pt>
                <c:pt idx="6219">
                  <c:v>45233</c:v>
                </c:pt>
                <c:pt idx="6220">
                  <c:v>45236</c:v>
                </c:pt>
                <c:pt idx="6221">
                  <c:v>45237</c:v>
                </c:pt>
                <c:pt idx="6222">
                  <c:v>45238</c:v>
                </c:pt>
                <c:pt idx="6223">
                  <c:v>45239</c:v>
                </c:pt>
                <c:pt idx="6224">
                  <c:v>45240</c:v>
                </c:pt>
                <c:pt idx="6225">
                  <c:v>45243</c:v>
                </c:pt>
                <c:pt idx="6226">
                  <c:v>45244</c:v>
                </c:pt>
                <c:pt idx="6227">
                  <c:v>45245</c:v>
                </c:pt>
                <c:pt idx="6228">
                  <c:v>45246</c:v>
                </c:pt>
                <c:pt idx="6229">
                  <c:v>45247</c:v>
                </c:pt>
                <c:pt idx="6230">
                  <c:v>45250</c:v>
                </c:pt>
                <c:pt idx="6231">
                  <c:v>45251</c:v>
                </c:pt>
                <c:pt idx="6232">
                  <c:v>45252</c:v>
                </c:pt>
                <c:pt idx="6233">
                  <c:v>45253</c:v>
                </c:pt>
                <c:pt idx="6234">
                  <c:v>45254</c:v>
                </c:pt>
                <c:pt idx="6235">
                  <c:v>45257</c:v>
                </c:pt>
                <c:pt idx="6236">
                  <c:v>45258</c:v>
                </c:pt>
                <c:pt idx="6237">
                  <c:v>45259</c:v>
                </c:pt>
                <c:pt idx="6238">
                  <c:v>45260</c:v>
                </c:pt>
                <c:pt idx="6239">
                  <c:v>45261</c:v>
                </c:pt>
                <c:pt idx="6240">
                  <c:v>45264</c:v>
                </c:pt>
                <c:pt idx="6241">
                  <c:v>45265</c:v>
                </c:pt>
                <c:pt idx="6242">
                  <c:v>45266</c:v>
                </c:pt>
                <c:pt idx="6243">
                  <c:v>45267</c:v>
                </c:pt>
                <c:pt idx="6244">
                  <c:v>45268</c:v>
                </c:pt>
                <c:pt idx="6245">
                  <c:v>45271</c:v>
                </c:pt>
                <c:pt idx="6246">
                  <c:v>45272</c:v>
                </c:pt>
                <c:pt idx="6247">
                  <c:v>45273</c:v>
                </c:pt>
                <c:pt idx="6248">
                  <c:v>45274</c:v>
                </c:pt>
                <c:pt idx="6249">
                  <c:v>45275</c:v>
                </c:pt>
                <c:pt idx="6250">
                  <c:v>45278</c:v>
                </c:pt>
                <c:pt idx="6251">
                  <c:v>45279</c:v>
                </c:pt>
                <c:pt idx="6252">
                  <c:v>45280</c:v>
                </c:pt>
                <c:pt idx="6253">
                  <c:v>45281</c:v>
                </c:pt>
                <c:pt idx="6254">
                  <c:v>45282</c:v>
                </c:pt>
                <c:pt idx="6255">
                  <c:v>45285</c:v>
                </c:pt>
                <c:pt idx="6256">
                  <c:v>45286</c:v>
                </c:pt>
                <c:pt idx="6257">
                  <c:v>45287</c:v>
                </c:pt>
                <c:pt idx="6258">
                  <c:v>45288</c:v>
                </c:pt>
                <c:pt idx="6259">
                  <c:v>45289</c:v>
                </c:pt>
                <c:pt idx="6260">
                  <c:v>45292</c:v>
                </c:pt>
                <c:pt idx="6261">
                  <c:v>45293</c:v>
                </c:pt>
                <c:pt idx="6262">
                  <c:v>45294</c:v>
                </c:pt>
                <c:pt idx="6263">
                  <c:v>45295</c:v>
                </c:pt>
                <c:pt idx="6264">
                  <c:v>45296</c:v>
                </c:pt>
                <c:pt idx="6265">
                  <c:v>45299</c:v>
                </c:pt>
                <c:pt idx="6266">
                  <c:v>45300</c:v>
                </c:pt>
                <c:pt idx="6267">
                  <c:v>45301</c:v>
                </c:pt>
                <c:pt idx="6268">
                  <c:v>45302</c:v>
                </c:pt>
                <c:pt idx="6269">
                  <c:v>45303</c:v>
                </c:pt>
                <c:pt idx="6270">
                  <c:v>45306</c:v>
                </c:pt>
                <c:pt idx="6271">
                  <c:v>45307</c:v>
                </c:pt>
                <c:pt idx="6272">
                  <c:v>45308</c:v>
                </c:pt>
                <c:pt idx="6273">
                  <c:v>45309</c:v>
                </c:pt>
                <c:pt idx="6274">
                  <c:v>45310</c:v>
                </c:pt>
                <c:pt idx="6275">
                  <c:v>45313</c:v>
                </c:pt>
                <c:pt idx="6276">
                  <c:v>45314</c:v>
                </c:pt>
                <c:pt idx="6277">
                  <c:v>45315</c:v>
                </c:pt>
                <c:pt idx="6278">
                  <c:v>45316</c:v>
                </c:pt>
                <c:pt idx="6279">
                  <c:v>45317</c:v>
                </c:pt>
                <c:pt idx="6280">
                  <c:v>45320</c:v>
                </c:pt>
                <c:pt idx="6281">
                  <c:v>45321</c:v>
                </c:pt>
                <c:pt idx="6282">
                  <c:v>45322</c:v>
                </c:pt>
                <c:pt idx="6283">
                  <c:v>45323</c:v>
                </c:pt>
                <c:pt idx="6284">
                  <c:v>45324</c:v>
                </c:pt>
                <c:pt idx="6285">
                  <c:v>45327</c:v>
                </c:pt>
                <c:pt idx="6286">
                  <c:v>45328</c:v>
                </c:pt>
                <c:pt idx="6287">
                  <c:v>45329</c:v>
                </c:pt>
                <c:pt idx="6288">
                  <c:v>45330</c:v>
                </c:pt>
                <c:pt idx="6289">
                  <c:v>45331</c:v>
                </c:pt>
                <c:pt idx="6290">
                  <c:v>45334</c:v>
                </c:pt>
                <c:pt idx="6291">
                  <c:v>45335</c:v>
                </c:pt>
                <c:pt idx="6292">
                  <c:v>45336</c:v>
                </c:pt>
                <c:pt idx="6293">
                  <c:v>45337</c:v>
                </c:pt>
                <c:pt idx="6294">
                  <c:v>45338</c:v>
                </c:pt>
                <c:pt idx="6295">
                  <c:v>45341</c:v>
                </c:pt>
                <c:pt idx="6296">
                  <c:v>45342</c:v>
                </c:pt>
                <c:pt idx="6297">
                  <c:v>45343</c:v>
                </c:pt>
                <c:pt idx="6298">
                  <c:v>45344</c:v>
                </c:pt>
                <c:pt idx="6299">
                  <c:v>45345</c:v>
                </c:pt>
                <c:pt idx="6300">
                  <c:v>45348</c:v>
                </c:pt>
                <c:pt idx="6301">
                  <c:v>45349</c:v>
                </c:pt>
                <c:pt idx="6302">
                  <c:v>45350</c:v>
                </c:pt>
                <c:pt idx="6303">
                  <c:v>45351</c:v>
                </c:pt>
                <c:pt idx="6304">
                  <c:v>45352</c:v>
                </c:pt>
                <c:pt idx="6305">
                  <c:v>45355</c:v>
                </c:pt>
                <c:pt idx="6306">
                  <c:v>45356</c:v>
                </c:pt>
                <c:pt idx="6307">
                  <c:v>45357</c:v>
                </c:pt>
                <c:pt idx="6308">
                  <c:v>45358</c:v>
                </c:pt>
                <c:pt idx="6309">
                  <c:v>45359</c:v>
                </c:pt>
                <c:pt idx="6310">
                  <c:v>45362</c:v>
                </c:pt>
                <c:pt idx="6311">
                  <c:v>45363</c:v>
                </c:pt>
                <c:pt idx="6312">
                  <c:v>45364</c:v>
                </c:pt>
                <c:pt idx="6313">
                  <c:v>45365</c:v>
                </c:pt>
                <c:pt idx="6314">
                  <c:v>45366</c:v>
                </c:pt>
                <c:pt idx="6315">
                  <c:v>45369</c:v>
                </c:pt>
                <c:pt idx="6316">
                  <c:v>45370</c:v>
                </c:pt>
                <c:pt idx="6317">
                  <c:v>45371</c:v>
                </c:pt>
                <c:pt idx="6318">
                  <c:v>45372</c:v>
                </c:pt>
                <c:pt idx="6319">
                  <c:v>45373</c:v>
                </c:pt>
                <c:pt idx="6320">
                  <c:v>45376</c:v>
                </c:pt>
                <c:pt idx="6321">
                  <c:v>45377</c:v>
                </c:pt>
                <c:pt idx="6322">
                  <c:v>45378</c:v>
                </c:pt>
                <c:pt idx="6323">
                  <c:v>45379</c:v>
                </c:pt>
                <c:pt idx="6324">
                  <c:v>45380</c:v>
                </c:pt>
                <c:pt idx="6325">
                  <c:v>45383</c:v>
                </c:pt>
                <c:pt idx="6326">
                  <c:v>45384</c:v>
                </c:pt>
                <c:pt idx="6327">
                  <c:v>45385</c:v>
                </c:pt>
                <c:pt idx="6328">
                  <c:v>45386</c:v>
                </c:pt>
                <c:pt idx="6329">
                  <c:v>45387</c:v>
                </c:pt>
                <c:pt idx="6330">
                  <c:v>45390</c:v>
                </c:pt>
                <c:pt idx="6331">
                  <c:v>45391</c:v>
                </c:pt>
                <c:pt idx="6332">
                  <c:v>45392</c:v>
                </c:pt>
                <c:pt idx="6333">
                  <c:v>45393</c:v>
                </c:pt>
                <c:pt idx="6334">
                  <c:v>45394</c:v>
                </c:pt>
                <c:pt idx="6335">
                  <c:v>45397</c:v>
                </c:pt>
                <c:pt idx="6336">
                  <c:v>45398</c:v>
                </c:pt>
                <c:pt idx="6337">
                  <c:v>45399</c:v>
                </c:pt>
                <c:pt idx="6338">
                  <c:v>45400</c:v>
                </c:pt>
                <c:pt idx="6339">
                  <c:v>45401</c:v>
                </c:pt>
                <c:pt idx="6340">
                  <c:v>45404</c:v>
                </c:pt>
                <c:pt idx="6341">
                  <c:v>45405</c:v>
                </c:pt>
                <c:pt idx="6342">
                  <c:v>45406</c:v>
                </c:pt>
                <c:pt idx="6343">
                  <c:v>45407</c:v>
                </c:pt>
                <c:pt idx="6344">
                  <c:v>45408</c:v>
                </c:pt>
                <c:pt idx="6345">
                  <c:v>45411</c:v>
                </c:pt>
                <c:pt idx="6346">
                  <c:v>45412</c:v>
                </c:pt>
                <c:pt idx="6347">
                  <c:v>45413</c:v>
                </c:pt>
                <c:pt idx="6348">
                  <c:v>45414</c:v>
                </c:pt>
                <c:pt idx="6349">
                  <c:v>45415</c:v>
                </c:pt>
                <c:pt idx="6350">
                  <c:v>45418</c:v>
                </c:pt>
                <c:pt idx="6351">
                  <c:v>45419</c:v>
                </c:pt>
                <c:pt idx="6352">
                  <c:v>45420</c:v>
                </c:pt>
                <c:pt idx="6353">
                  <c:v>45421</c:v>
                </c:pt>
                <c:pt idx="6354">
                  <c:v>45422</c:v>
                </c:pt>
                <c:pt idx="6355">
                  <c:v>45425</c:v>
                </c:pt>
                <c:pt idx="6356">
                  <c:v>45426</c:v>
                </c:pt>
                <c:pt idx="6357">
                  <c:v>45427</c:v>
                </c:pt>
                <c:pt idx="6358">
                  <c:v>45428</c:v>
                </c:pt>
                <c:pt idx="6359">
                  <c:v>45429</c:v>
                </c:pt>
                <c:pt idx="6360">
                  <c:v>45432</c:v>
                </c:pt>
                <c:pt idx="6361">
                  <c:v>45433</c:v>
                </c:pt>
                <c:pt idx="6362">
                  <c:v>45434</c:v>
                </c:pt>
                <c:pt idx="6363">
                  <c:v>45435</c:v>
                </c:pt>
                <c:pt idx="6364">
                  <c:v>45436</c:v>
                </c:pt>
                <c:pt idx="6365">
                  <c:v>45439</c:v>
                </c:pt>
                <c:pt idx="6366">
                  <c:v>45440</c:v>
                </c:pt>
                <c:pt idx="6367">
                  <c:v>45441</c:v>
                </c:pt>
                <c:pt idx="6368">
                  <c:v>45442</c:v>
                </c:pt>
                <c:pt idx="6369">
                  <c:v>45443</c:v>
                </c:pt>
                <c:pt idx="6370">
                  <c:v>45446</c:v>
                </c:pt>
                <c:pt idx="6371">
                  <c:v>45447</c:v>
                </c:pt>
                <c:pt idx="6372">
                  <c:v>45448</c:v>
                </c:pt>
                <c:pt idx="6373">
                  <c:v>45449</c:v>
                </c:pt>
                <c:pt idx="6374">
                  <c:v>45450</c:v>
                </c:pt>
                <c:pt idx="6375">
                  <c:v>45453</c:v>
                </c:pt>
                <c:pt idx="6376">
                  <c:v>45454</c:v>
                </c:pt>
                <c:pt idx="6377">
                  <c:v>45455</c:v>
                </c:pt>
                <c:pt idx="6378">
                  <c:v>45456</c:v>
                </c:pt>
                <c:pt idx="6379">
                  <c:v>45457</c:v>
                </c:pt>
                <c:pt idx="6380">
                  <c:v>45460</c:v>
                </c:pt>
                <c:pt idx="6381">
                  <c:v>45461</c:v>
                </c:pt>
                <c:pt idx="6382">
                  <c:v>45462</c:v>
                </c:pt>
                <c:pt idx="6383">
                  <c:v>45463</c:v>
                </c:pt>
                <c:pt idx="6384">
                  <c:v>45464</c:v>
                </c:pt>
                <c:pt idx="6385">
                  <c:v>45467</c:v>
                </c:pt>
                <c:pt idx="6386">
                  <c:v>45468</c:v>
                </c:pt>
                <c:pt idx="6387">
                  <c:v>45469</c:v>
                </c:pt>
                <c:pt idx="6388">
                  <c:v>45470</c:v>
                </c:pt>
                <c:pt idx="6389">
                  <c:v>45471</c:v>
                </c:pt>
                <c:pt idx="6390">
                  <c:v>45474</c:v>
                </c:pt>
                <c:pt idx="6391">
                  <c:v>45475</c:v>
                </c:pt>
                <c:pt idx="6392">
                  <c:v>45476</c:v>
                </c:pt>
                <c:pt idx="6393">
                  <c:v>45477</c:v>
                </c:pt>
                <c:pt idx="6394">
                  <c:v>45478</c:v>
                </c:pt>
                <c:pt idx="6395">
                  <c:v>45481</c:v>
                </c:pt>
                <c:pt idx="6396">
                  <c:v>45482</c:v>
                </c:pt>
                <c:pt idx="6397">
                  <c:v>45483</c:v>
                </c:pt>
                <c:pt idx="6398">
                  <c:v>45484</c:v>
                </c:pt>
                <c:pt idx="6399">
                  <c:v>45485</c:v>
                </c:pt>
                <c:pt idx="6400">
                  <c:v>45488</c:v>
                </c:pt>
                <c:pt idx="6401">
                  <c:v>45489</c:v>
                </c:pt>
                <c:pt idx="6402">
                  <c:v>45490</c:v>
                </c:pt>
                <c:pt idx="6403">
                  <c:v>45491</c:v>
                </c:pt>
                <c:pt idx="6404">
                  <c:v>45492</c:v>
                </c:pt>
                <c:pt idx="6405">
                  <c:v>45495</c:v>
                </c:pt>
                <c:pt idx="6406">
                  <c:v>45496</c:v>
                </c:pt>
                <c:pt idx="6407">
                  <c:v>45497</c:v>
                </c:pt>
                <c:pt idx="6408">
                  <c:v>45498</c:v>
                </c:pt>
                <c:pt idx="6409">
                  <c:v>45499</c:v>
                </c:pt>
                <c:pt idx="6410">
                  <c:v>45502</c:v>
                </c:pt>
                <c:pt idx="6411">
                  <c:v>45503</c:v>
                </c:pt>
                <c:pt idx="6412">
                  <c:v>45504</c:v>
                </c:pt>
                <c:pt idx="6413">
                  <c:v>45505</c:v>
                </c:pt>
                <c:pt idx="6414">
                  <c:v>45506</c:v>
                </c:pt>
                <c:pt idx="6415">
                  <c:v>45509</c:v>
                </c:pt>
                <c:pt idx="6416">
                  <c:v>45510</c:v>
                </c:pt>
                <c:pt idx="6417">
                  <c:v>45511</c:v>
                </c:pt>
                <c:pt idx="6418">
                  <c:v>45512</c:v>
                </c:pt>
                <c:pt idx="6419">
                  <c:v>45513</c:v>
                </c:pt>
                <c:pt idx="6420">
                  <c:v>45516</c:v>
                </c:pt>
                <c:pt idx="6421">
                  <c:v>45517</c:v>
                </c:pt>
                <c:pt idx="6422">
                  <c:v>45518</c:v>
                </c:pt>
                <c:pt idx="6423">
                  <c:v>45519</c:v>
                </c:pt>
                <c:pt idx="6424">
                  <c:v>45520</c:v>
                </c:pt>
                <c:pt idx="6425">
                  <c:v>45523</c:v>
                </c:pt>
                <c:pt idx="6426">
                  <c:v>45524</c:v>
                </c:pt>
                <c:pt idx="6427">
                  <c:v>45525</c:v>
                </c:pt>
                <c:pt idx="6428">
                  <c:v>45526</c:v>
                </c:pt>
                <c:pt idx="6429">
                  <c:v>45527</c:v>
                </c:pt>
                <c:pt idx="6430">
                  <c:v>45530</c:v>
                </c:pt>
                <c:pt idx="6431">
                  <c:v>45531</c:v>
                </c:pt>
                <c:pt idx="6432">
                  <c:v>45532</c:v>
                </c:pt>
                <c:pt idx="6433">
                  <c:v>45533</c:v>
                </c:pt>
                <c:pt idx="6434">
                  <c:v>45534</c:v>
                </c:pt>
                <c:pt idx="6435">
                  <c:v>45537</c:v>
                </c:pt>
                <c:pt idx="6436">
                  <c:v>45538</c:v>
                </c:pt>
                <c:pt idx="6437">
                  <c:v>45539</c:v>
                </c:pt>
                <c:pt idx="6438">
                  <c:v>45540</c:v>
                </c:pt>
                <c:pt idx="6439">
                  <c:v>45541</c:v>
                </c:pt>
                <c:pt idx="6440">
                  <c:v>45544</c:v>
                </c:pt>
                <c:pt idx="6441">
                  <c:v>45545</c:v>
                </c:pt>
                <c:pt idx="6442">
                  <c:v>45546</c:v>
                </c:pt>
                <c:pt idx="6443">
                  <c:v>45547</c:v>
                </c:pt>
                <c:pt idx="6444">
                  <c:v>45548</c:v>
                </c:pt>
                <c:pt idx="6445">
                  <c:v>45551</c:v>
                </c:pt>
                <c:pt idx="6446">
                  <c:v>45552</c:v>
                </c:pt>
                <c:pt idx="6447">
                  <c:v>45553</c:v>
                </c:pt>
                <c:pt idx="6448">
                  <c:v>45554</c:v>
                </c:pt>
                <c:pt idx="6449">
                  <c:v>45555</c:v>
                </c:pt>
                <c:pt idx="6450">
                  <c:v>45558</c:v>
                </c:pt>
                <c:pt idx="6451">
                  <c:v>45559</c:v>
                </c:pt>
                <c:pt idx="6452">
                  <c:v>45560</c:v>
                </c:pt>
                <c:pt idx="6453">
                  <c:v>45561</c:v>
                </c:pt>
                <c:pt idx="6454">
                  <c:v>45562</c:v>
                </c:pt>
                <c:pt idx="6455">
                  <c:v>45565</c:v>
                </c:pt>
                <c:pt idx="6456">
                  <c:v>45566</c:v>
                </c:pt>
                <c:pt idx="6457">
                  <c:v>45567</c:v>
                </c:pt>
                <c:pt idx="6458">
                  <c:v>45568</c:v>
                </c:pt>
                <c:pt idx="6459">
                  <c:v>45569</c:v>
                </c:pt>
                <c:pt idx="6460">
                  <c:v>45572</c:v>
                </c:pt>
                <c:pt idx="6461">
                  <c:v>45573</c:v>
                </c:pt>
                <c:pt idx="6462">
                  <c:v>45574</c:v>
                </c:pt>
                <c:pt idx="6463">
                  <c:v>45575</c:v>
                </c:pt>
                <c:pt idx="6464">
                  <c:v>45576</c:v>
                </c:pt>
                <c:pt idx="6465">
                  <c:v>45579</c:v>
                </c:pt>
                <c:pt idx="6466">
                  <c:v>45580</c:v>
                </c:pt>
                <c:pt idx="6467">
                  <c:v>45581</c:v>
                </c:pt>
                <c:pt idx="6468">
                  <c:v>45582</c:v>
                </c:pt>
                <c:pt idx="6469">
                  <c:v>45583</c:v>
                </c:pt>
                <c:pt idx="6470">
                  <c:v>45586</c:v>
                </c:pt>
                <c:pt idx="6471">
                  <c:v>45587</c:v>
                </c:pt>
                <c:pt idx="6472">
                  <c:v>45588</c:v>
                </c:pt>
                <c:pt idx="6473">
                  <c:v>45589</c:v>
                </c:pt>
                <c:pt idx="6474">
                  <c:v>45590</c:v>
                </c:pt>
                <c:pt idx="6475">
                  <c:v>45593</c:v>
                </c:pt>
                <c:pt idx="6476">
                  <c:v>45594</c:v>
                </c:pt>
                <c:pt idx="6477">
                  <c:v>45595</c:v>
                </c:pt>
                <c:pt idx="6478">
                  <c:v>45596</c:v>
                </c:pt>
                <c:pt idx="6479">
                  <c:v>45597</c:v>
                </c:pt>
                <c:pt idx="6480">
                  <c:v>45600</c:v>
                </c:pt>
                <c:pt idx="6481">
                  <c:v>45601</c:v>
                </c:pt>
                <c:pt idx="6482">
                  <c:v>45602</c:v>
                </c:pt>
                <c:pt idx="6483">
                  <c:v>45603</c:v>
                </c:pt>
                <c:pt idx="6484">
                  <c:v>45604</c:v>
                </c:pt>
                <c:pt idx="6485">
                  <c:v>45607</c:v>
                </c:pt>
                <c:pt idx="6486">
                  <c:v>45608</c:v>
                </c:pt>
                <c:pt idx="6487">
                  <c:v>45609</c:v>
                </c:pt>
                <c:pt idx="6488">
                  <c:v>45610</c:v>
                </c:pt>
                <c:pt idx="6489">
                  <c:v>45611</c:v>
                </c:pt>
                <c:pt idx="6490">
                  <c:v>45614</c:v>
                </c:pt>
                <c:pt idx="6491">
                  <c:v>45615</c:v>
                </c:pt>
                <c:pt idx="6492">
                  <c:v>45616</c:v>
                </c:pt>
                <c:pt idx="6493">
                  <c:v>45617</c:v>
                </c:pt>
                <c:pt idx="6494">
                  <c:v>45618</c:v>
                </c:pt>
                <c:pt idx="6495">
                  <c:v>45621</c:v>
                </c:pt>
                <c:pt idx="6496">
                  <c:v>45622</c:v>
                </c:pt>
                <c:pt idx="6497">
                  <c:v>45623</c:v>
                </c:pt>
                <c:pt idx="6498">
                  <c:v>45624</c:v>
                </c:pt>
                <c:pt idx="6499">
                  <c:v>45625</c:v>
                </c:pt>
                <c:pt idx="6500">
                  <c:v>45628</c:v>
                </c:pt>
                <c:pt idx="6501">
                  <c:v>45629</c:v>
                </c:pt>
                <c:pt idx="6502">
                  <c:v>45630</c:v>
                </c:pt>
                <c:pt idx="6503">
                  <c:v>45631</c:v>
                </c:pt>
                <c:pt idx="6504">
                  <c:v>45632</c:v>
                </c:pt>
                <c:pt idx="6505">
                  <c:v>45635</c:v>
                </c:pt>
                <c:pt idx="6506">
                  <c:v>45636</c:v>
                </c:pt>
                <c:pt idx="6507">
                  <c:v>45637</c:v>
                </c:pt>
                <c:pt idx="6508">
                  <c:v>45638</c:v>
                </c:pt>
                <c:pt idx="6509">
                  <c:v>45639</c:v>
                </c:pt>
                <c:pt idx="6510">
                  <c:v>45642</c:v>
                </c:pt>
                <c:pt idx="6511">
                  <c:v>45643</c:v>
                </c:pt>
                <c:pt idx="6512">
                  <c:v>45644</c:v>
                </c:pt>
                <c:pt idx="6513">
                  <c:v>45645</c:v>
                </c:pt>
                <c:pt idx="6514">
                  <c:v>45646</c:v>
                </c:pt>
                <c:pt idx="6515">
                  <c:v>45649</c:v>
                </c:pt>
                <c:pt idx="6516">
                  <c:v>45650</c:v>
                </c:pt>
                <c:pt idx="6517">
                  <c:v>45651</c:v>
                </c:pt>
                <c:pt idx="6518">
                  <c:v>45652</c:v>
                </c:pt>
                <c:pt idx="6519">
                  <c:v>45653</c:v>
                </c:pt>
                <c:pt idx="6520">
                  <c:v>45656</c:v>
                </c:pt>
                <c:pt idx="6521">
                  <c:v>45657</c:v>
                </c:pt>
                <c:pt idx="6522">
                  <c:v>45658</c:v>
                </c:pt>
                <c:pt idx="6523">
                  <c:v>45659</c:v>
                </c:pt>
                <c:pt idx="6524">
                  <c:v>45660</c:v>
                </c:pt>
                <c:pt idx="6525">
                  <c:v>45663</c:v>
                </c:pt>
                <c:pt idx="6526">
                  <c:v>45664</c:v>
                </c:pt>
                <c:pt idx="6527">
                  <c:v>45665</c:v>
                </c:pt>
                <c:pt idx="6528">
                  <c:v>45666</c:v>
                </c:pt>
                <c:pt idx="6529">
                  <c:v>45667</c:v>
                </c:pt>
                <c:pt idx="6530">
                  <c:v>45670</c:v>
                </c:pt>
                <c:pt idx="6531">
                  <c:v>45671</c:v>
                </c:pt>
                <c:pt idx="6532">
                  <c:v>45672</c:v>
                </c:pt>
                <c:pt idx="6533">
                  <c:v>45673</c:v>
                </c:pt>
                <c:pt idx="6534">
                  <c:v>45674</c:v>
                </c:pt>
                <c:pt idx="6535">
                  <c:v>45677</c:v>
                </c:pt>
                <c:pt idx="6536">
                  <c:v>45678</c:v>
                </c:pt>
                <c:pt idx="6537">
                  <c:v>45679</c:v>
                </c:pt>
                <c:pt idx="6538">
                  <c:v>45680</c:v>
                </c:pt>
                <c:pt idx="6539">
                  <c:v>45681</c:v>
                </c:pt>
                <c:pt idx="6540">
                  <c:v>45684</c:v>
                </c:pt>
                <c:pt idx="6541">
                  <c:v>45685</c:v>
                </c:pt>
                <c:pt idx="6542">
                  <c:v>45686</c:v>
                </c:pt>
                <c:pt idx="6543">
                  <c:v>45687</c:v>
                </c:pt>
                <c:pt idx="6544">
                  <c:v>45688</c:v>
                </c:pt>
                <c:pt idx="6545">
                  <c:v>45691</c:v>
                </c:pt>
                <c:pt idx="6546">
                  <c:v>45692</c:v>
                </c:pt>
                <c:pt idx="6547">
                  <c:v>45693</c:v>
                </c:pt>
                <c:pt idx="6548">
                  <c:v>45694</c:v>
                </c:pt>
                <c:pt idx="6549">
                  <c:v>45695</c:v>
                </c:pt>
                <c:pt idx="6550">
                  <c:v>45698</c:v>
                </c:pt>
                <c:pt idx="6551">
                  <c:v>45699</c:v>
                </c:pt>
                <c:pt idx="6552">
                  <c:v>45700</c:v>
                </c:pt>
                <c:pt idx="6553">
                  <c:v>45701</c:v>
                </c:pt>
                <c:pt idx="6554">
                  <c:v>45702</c:v>
                </c:pt>
                <c:pt idx="6555">
                  <c:v>45705</c:v>
                </c:pt>
                <c:pt idx="6556">
                  <c:v>45706</c:v>
                </c:pt>
                <c:pt idx="6557">
                  <c:v>45707</c:v>
                </c:pt>
                <c:pt idx="6558">
                  <c:v>45708</c:v>
                </c:pt>
                <c:pt idx="6559">
                  <c:v>45709</c:v>
                </c:pt>
                <c:pt idx="6560">
                  <c:v>45712</c:v>
                </c:pt>
                <c:pt idx="6561">
                  <c:v>45713</c:v>
                </c:pt>
                <c:pt idx="6562">
                  <c:v>45714</c:v>
                </c:pt>
                <c:pt idx="6563">
                  <c:v>45715</c:v>
                </c:pt>
                <c:pt idx="6564">
                  <c:v>45716</c:v>
                </c:pt>
                <c:pt idx="6565">
                  <c:v>45719</c:v>
                </c:pt>
                <c:pt idx="6566">
                  <c:v>45720</c:v>
                </c:pt>
                <c:pt idx="6567">
                  <c:v>45721</c:v>
                </c:pt>
                <c:pt idx="6568">
                  <c:v>45722</c:v>
                </c:pt>
                <c:pt idx="6569">
                  <c:v>45723</c:v>
                </c:pt>
                <c:pt idx="6570">
                  <c:v>45726</c:v>
                </c:pt>
                <c:pt idx="6571">
                  <c:v>45727</c:v>
                </c:pt>
                <c:pt idx="6572">
                  <c:v>45728</c:v>
                </c:pt>
                <c:pt idx="6573">
                  <c:v>45729</c:v>
                </c:pt>
                <c:pt idx="6574">
                  <c:v>45730</c:v>
                </c:pt>
                <c:pt idx="6575">
                  <c:v>45733</c:v>
                </c:pt>
                <c:pt idx="6576">
                  <c:v>45734</c:v>
                </c:pt>
                <c:pt idx="6577">
                  <c:v>45735</c:v>
                </c:pt>
                <c:pt idx="6578">
                  <c:v>45736</c:v>
                </c:pt>
                <c:pt idx="6579">
                  <c:v>45737</c:v>
                </c:pt>
                <c:pt idx="6580">
                  <c:v>45740</c:v>
                </c:pt>
                <c:pt idx="6581">
                  <c:v>45741</c:v>
                </c:pt>
                <c:pt idx="6582">
                  <c:v>45742</c:v>
                </c:pt>
                <c:pt idx="6583">
                  <c:v>45743</c:v>
                </c:pt>
                <c:pt idx="6584">
                  <c:v>45744</c:v>
                </c:pt>
                <c:pt idx="6585">
                  <c:v>45747</c:v>
                </c:pt>
                <c:pt idx="6586">
                  <c:v>45748</c:v>
                </c:pt>
                <c:pt idx="6587">
                  <c:v>45749</c:v>
                </c:pt>
                <c:pt idx="6588">
                  <c:v>45750</c:v>
                </c:pt>
                <c:pt idx="6589">
                  <c:v>45751</c:v>
                </c:pt>
                <c:pt idx="6590">
                  <c:v>45754</c:v>
                </c:pt>
                <c:pt idx="6591">
                  <c:v>45755</c:v>
                </c:pt>
                <c:pt idx="6592">
                  <c:v>45756</c:v>
                </c:pt>
                <c:pt idx="6593">
                  <c:v>45757</c:v>
                </c:pt>
                <c:pt idx="6594">
                  <c:v>45758</c:v>
                </c:pt>
                <c:pt idx="6595">
                  <c:v>45761</c:v>
                </c:pt>
                <c:pt idx="6596">
                  <c:v>45762</c:v>
                </c:pt>
                <c:pt idx="6597">
                  <c:v>45763</c:v>
                </c:pt>
                <c:pt idx="6598">
                  <c:v>45764</c:v>
                </c:pt>
                <c:pt idx="6599">
                  <c:v>45765</c:v>
                </c:pt>
                <c:pt idx="6600">
                  <c:v>45768</c:v>
                </c:pt>
                <c:pt idx="6601">
                  <c:v>45769</c:v>
                </c:pt>
                <c:pt idx="6602">
                  <c:v>45770</c:v>
                </c:pt>
                <c:pt idx="6603">
                  <c:v>45771</c:v>
                </c:pt>
                <c:pt idx="6604">
                  <c:v>45772</c:v>
                </c:pt>
                <c:pt idx="6605">
                  <c:v>45775</c:v>
                </c:pt>
                <c:pt idx="6606">
                  <c:v>45776</c:v>
                </c:pt>
                <c:pt idx="6607">
                  <c:v>45777</c:v>
                </c:pt>
                <c:pt idx="6608">
                  <c:v>45778</c:v>
                </c:pt>
                <c:pt idx="6609">
                  <c:v>45779</c:v>
                </c:pt>
                <c:pt idx="6610">
                  <c:v>45782</c:v>
                </c:pt>
                <c:pt idx="6611">
                  <c:v>45783</c:v>
                </c:pt>
                <c:pt idx="6612">
                  <c:v>45784</c:v>
                </c:pt>
                <c:pt idx="6613">
                  <c:v>45785</c:v>
                </c:pt>
                <c:pt idx="6614">
                  <c:v>45786</c:v>
                </c:pt>
                <c:pt idx="6615">
                  <c:v>45789</c:v>
                </c:pt>
                <c:pt idx="6616">
                  <c:v>45790</c:v>
                </c:pt>
                <c:pt idx="6617">
                  <c:v>45791</c:v>
                </c:pt>
                <c:pt idx="6618">
                  <c:v>45792</c:v>
                </c:pt>
                <c:pt idx="6619">
                  <c:v>45793</c:v>
                </c:pt>
                <c:pt idx="6620">
                  <c:v>45796</c:v>
                </c:pt>
                <c:pt idx="6621">
                  <c:v>45797</c:v>
                </c:pt>
                <c:pt idx="6622">
                  <c:v>45798</c:v>
                </c:pt>
                <c:pt idx="6623">
                  <c:v>45799</c:v>
                </c:pt>
                <c:pt idx="6624">
                  <c:v>45800</c:v>
                </c:pt>
                <c:pt idx="6625">
                  <c:v>45803</c:v>
                </c:pt>
                <c:pt idx="6626">
                  <c:v>45804</c:v>
                </c:pt>
                <c:pt idx="6627">
                  <c:v>45805</c:v>
                </c:pt>
                <c:pt idx="6628">
                  <c:v>45806</c:v>
                </c:pt>
                <c:pt idx="6629">
                  <c:v>45807</c:v>
                </c:pt>
                <c:pt idx="6630">
                  <c:v>45810</c:v>
                </c:pt>
                <c:pt idx="6631">
                  <c:v>45811</c:v>
                </c:pt>
                <c:pt idx="6632">
                  <c:v>45812</c:v>
                </c:pt>
                <c:pt idx="6633">
                  <c:v>45813</c:v>
                </c:pt>
                <c:pt idx="6634">
                  <c:v>45814</c:v>
                </c:pt>
                <c:pt idx="6635">
                  <c:v>45817</c:v>
                </c:pt>
                <c:pt idx="6636">
                  <c:v>45818</c:v>
                </c:pt>
                <c:pt idx="6637">
                  <c:v>45819</c:v>
                </c:pt>
                <c:pt idx="6638">
                  <c:v>45820</c:v>
                </c:pt>
                <c:pt idx="6639">
                  <c:v>45821</c:v>
                </c:pt>
                <c:pt idx="6640">
                  <c:v>45824</c:v>
                </c:pt>
                <c:pt idx="6641">
                  <c:v>45825</c:v>
                </c:pt>
                <c:pt idx="6642">
                  <c:v>45826</c:v>
                </c:pt>
                <c:pt idx="6643">
                  <c:v>45827</c:v>
                </c:pt>
                <c:pt idx="6644">
                  <c:v>45828</c:v>
                </c:pt>
                <c:pt idx="6645">
                  <c:v>45831</c:v>
                </c:pt>
                <c:pt idx="6646">
                  <c:v>45832</c:v>
                </c:pt>
                <c:pt idx="6647">
                  <c:v>45833</c:v>
                </c:pt>
                <c:pt idx="6648">
                  <c:v>45834</c:v>
                </c:pt>
                <c:pt idx="6649">
                  <c:v>45835</c:v>
                </c:pt>
                <c:pt idx="6650">
                  <c:v>45838</c:v>
                </c:pt>
                <c:pt idx="6651">
                  <c:v>45839</c:v>
                </c:pt>
                <c:pt idx="6652">
                  <c:v>45840</c:v>
                </c:pt>
                <c:pt idx="6653">
                  <c:v>45841</c:v>
                </c:pt>
                <c:pt idx="6654">
                  <c:v>45842</c:v>
                </c:pt>
                <c:pt idx="6655">
                  <c:v>45845</c:v>
                </c:pt>
                <c:pt idx="6656">
                  <c:v>45846</c:v>
                </c:pt>
                <c:pt idx="6657">
                  <c:v>45847</c:v>
                </c:pt>
                <c:pt idx="6658">
                  <c:v>45848</c:v>
                </c:pt>
                <c:pt idx="6659">
                  <c:v>45849</c:v>
                </c:pt>
                <c:pt idx="6660">
                  <c:v>45852</c:v>
                </c:pt>
                <c:pt idx="6661">
                  <c:v>45853</c:v>
                </c:pt>
                <c:pt idx="6662">
                  <c:v>45854</c:v>
                </c:pt>
                <c:pt idx="6663">
                  <c:v>45855</c:v>
                </c:pt>
                <c:pt idx="6664">
                  <c:v>45856</c:v>
                </c:pt>
                <c:pt idx="6665">
                  <c:v>45859</c:v>
                </c:pt>
                <c:pt idx="6666">
                  <c:v>45860</c:v>
                </c:pt>
                <c:pt idx="6667">
                  <c:v>45861</c:v>
                </c:pt>
                <c:pt idx="6668">
                  <c:v>45862</c:v>
                </c:pt>
                <c:pt idx="6669">
                  <c:v>45863</c:v>
                </c:pt>
                <c:pt idx="6670">
                  <c:v>45866</c:v>
                </c:pt>
                <c:pt idx="6671">
                  <c:v>45867</c:v>
                </c:pt>
                <c:pt idx="6672">
                  <c:v>45868</c:v>
                </c:pt>
                <c:pt idx="6673">
                  <c:v>45869</c:v>
                </c:pt>
                <c:pt idx="6674">
                  <c:v>45870</c:v>
                </c:pt>
                <c:pt idx="6675">
                  <c:v>45873</c:v>
                </c:pt>
                <c:pt idx="6676">
                  <c:v>45874</c:v>
                </c:pt>
                <c:pt idx="6677">
                  <c:v>45875</c:v>
                </c:pt>
                <c:pt idx="6678">
                  <c:v>45876</c:v>
                </c:pt>
                <c:pt idx="6679">
                  <c:v>45877</c:v>
                </c:pt>
                <c:pt idx="6680">
                  <c:v>45880</c:v>
                </c:pt>
                <c:pt idx="6681">
                  <c:v>45881</c:v>
                </c:pt>
                <c:pt idx="6682">
                  <c:v>45882</c:v>
                </c:pt>
                <c:pt idx="6683">
                  <c:v>45883</c:v>
                </c:pt>
                <c:pt idx="6684">
                  <c:v>45884</c:v>
                </c:pt>
                <c:pt idx="6685">
                  <c:v>45887</c:v>
                </c:pt>
                <c:pt idx="6686">
                  <c:v>45888</c:v>
                </c:pt>
                <c:pt idx="6687">
                  <c:v>45889</c:v>
                </c:pt>
                <c:pt idx="6688">
                  <c:v>45890</c:v>
                </c:pt>
                <c:pt idx="6689">
                  <c:v>45891</c:v>
                </c:pt>
                <c:pt idx="6690">
                  <c:v>45894</c:v>
                </c:pt>
                <c:pt idx="6691">
                  <c:v>45895</c:v>
                </c:pt>
                <c:pt idx="6692">
                  <c:v>45896</c:v>
                </c:pt>
                <c:pt idx="6693">
                  <c:v>45897</c:v>
                </c:pt>
                <c:pt idx="6694">
                  <c:v>45898</c:v>
                </c:pt>
                <c:pt idx="6695">
                  <c:v>45901</c:v>
                </c:pt>
                <c:pt idx="6696">
                  <c:v>45902</c:v>
                </c:pt>
                <c:pt idx="6697">
                  <c:v>45903</c:v>
                </c:pt>
                <c:pt idx="6698">
                  <c:v>45904</c:v>
                </c:pt>
                <c:pt idx="6699">
                  <c:v>45905</c:v>
                </c:pt>
                <c:pt idx="6700">
                  <c:v>45908</c:v>
                </c:pt>
                <c:pt idx="6701">
                  <c:v>45909</c:v>
                </c:pt>
                <c:pt idx="6702">
                  <c:v>45910</c:v>
                </c:pt>
                <c:pt idx="6703">
                  <c:v>45911</c:v>
                </c:pt>
                <c:pt idx="6704">
                  <c:v>45912</c:v>
                </c:pt>
                <c:pt idx="6705">
                  <c:v>45915</c:v>
                </c:pt>
                <c:pt idx="6706">
                  <c:v>45916</c:v>
                </c:pt>
                <c:pt idx="6707">
                  <c:v>45917</c:v>
                </c:pt>
                <c:pt idx="6708">
                  <c:v>45918</c:v>
                </c:pt>
                <c:pt idx="6709">
                  <c:v>45919</c:v>
                </c:pt>
                <c:pt idx="6710">
                  <c:v>45922</c:v>
                </c:pt>
                <c:pt idx="6711">
                  <c:v>45923</c:v>
                </c:pt>
                <c:pt idx="6712">
                  <c:v>45924</c:v>
                </c:pt>
                <c:pt idx="6713">
                  <c:v>45925</c:v>
                </c:pt>
                <c:pt idx="6714">
                  <c:v>45926</c:v>
                </c:pt>
                <c:pt idx="6715">
                  <c:v>45929</c:v>
                </c:pt>
                <c:pt idx="6716">
                  <c:v>45930</c:v>
                </c:pt>
                <c:pt idx="6717">
                  <c:v>45931</c:v>
                </c:pt>
                <c:pt idx="6718">
                  <c:v>45932</c:v>
                </c:pt>
                <c:pt idx="6719">
                  <c:v>45933</c:v>
                </c:pt>
                <c:pt idx="6720">
                  <c:v>45936</c:v>
                </c:pt>
                <c:pt idx="6721">
                  <c:v>45937</c:v>
                </c:pt>
                <c:pt idx="6722">
                  <c:v>45938</c:v>
                </c:pt>
                <c:pt idx="6723">
                  <c:v>45939</c:v>
                </c:pt>
                <c:pt idx="6724">
                  <c:v>45940</c:v>
                </c:pt>
                <c:pt idx="6725">
                  <c:v>45943</c:v>
                </c:pt>
                <c:pt idx="6726">
                  <c:v>45944</c:v>
                </c:pt>
                <c:pt idx="6727">
                  <c:v>45945</c:v>
                </c:pt>
                <c:pt idx="6728">
                  <c:v>45946</c:v>
                </c:pt>
                <c:pt idx="6729">
                  <c:v>45947</c:v>
                </c:pt>
                <c:pt idx="6730">
                  <c:v>45950</c:v>
                </c:pt>
                <c:pt idx="6731">
                  <c:v>45951</c:v>
                </c:pt>
                <c:pt idx="6732">
                  <c:v>45952</c:v>
                </c:pt>
                <c:pt idx="6733">
                  <c:v>45953</c:v>
                </c:pt>
                <c:pt idx="6734">
                  <c:v>45954</c:v>
                </c:pt>
                <c:pt idx="6735">
                  <c:v>45957</c:v>
                </c:pt>
                <c:pt idx="6736">
                  <c:v>45958</c:v>
                </c:pt>
                <c:pt idx="6737">
                  <c:v>45959</c:v>
                </c:pt>
                <c:pt idx="6738">
                  <c:v>45960</c:v>
                </c:pt>
                <c:pt idx="6739">
                  <c:v>45961</c:v>
                </c:pt>
                <c:pt idx="6740">
                  <c:v>45964</c:v>
                </c:pt>
                <c:pt idx="6741">
                  <c:v>45965</c:v>
                </c:pt>
                <c:pt idx="6742">
                  <c:v>45966</c:v>
                </c:pt>
                <c:pt idx="6743">
                  <c:v>45967</c:v>
                </c:pt>
                <c:pt idx="6744">
                  <c:v>45968</c:v>
                </c:pt>
                <c:pt idx="6745">
                  <c:v>45971</c:v>
                </c:pt>
                <c:pt idx="6746">
                  <c:v>45972</c:v>
                </c:pt>
                <c:pt idx="6747">
                  <c:v>45973</c:v>
                </c:pt>
                <c:pt idx="6748">
                  <c:v>45974</c:v>
                </c:pt>
                <c:pt idx="6749">
                  <c:v>45975</c:v>
                </c:pt>
                <c:pt idx="6750">
                  <c:v>45978</c:v>
                </c:pt>
                <c:pt idx="6751">
                  <c:v>45979</c:v>
                </c:pt>
                <c:pt idx="6752">
                  <c:v>45980</c:v>
                </c:pt>
                <c:pt idx="6753">
                  <c:v>45981</c:v>
                </c:pt>
                <c:pt idx="6754">
                  <c:v>45982</c:v>
                </c:pt>
                <c:pt idx="6755">
                  <c:v>45985</c:v>
                </c:pt>
                <c:pt idx="6756">
                  <c:v>45986</c:v>
                </c:pt>
                <c:pt idx="6757">
                  <c:v>45987</c:v>
                </c:pt>
                <c:pt idx="6758">
                  <c:v>45988</c:v>
                </c:pt>
                <c:pt idx="6759">
                  <c:v>45989</c:v>
                </c:pt>
                <c:pt idx="6760">
                  <c:v>45992</c:v>
                </c:pt>
                <c:pt idx="6761">
                  <c:v>45993</c:v>
                </c:pt>
                <c:pt idx="6762">
                  <c:v>45994</c:v>
                </c:pt>
                <c:pt idx="6763">
                  <c:v>45995</c:v>
                </c:pt>
                <c:pt idx="6764">
                  <c:v>45996</c:v>
                </c:pt>
                <c:pt idx="6765">
                  <c:v>45999</c:v>
                </c:pt>
                <c:pt idx="6766">
                  <c:v>46000</c:v>
                </c:pt>
                <c:pt idx="6767">
                  <c:v>46001</c:v>
                </c:pt>
                <c:pt idx="6768">
                  <c:v>46002</c:v>
                </c:pt>
                <c:pt idx="6769">
                  <c:v>46003</c:v>
                </c:pt>
                <c:pt idx="6770">
                  <c:v>46006</c:v>
                </c:pt>
                <c:pt idx="6771">
                  <c:v>46007</c:v>
                </c:pt>
                <c:pt idx="6772">
                  <c:v>46008</c:v>
                </c:pt>
                <c:pt idx="6773">
                  <c:v>46009</c:v>
                </c:pt>
                <c:pt idx="6774">
                  <c:v>46010</c:v>
                </c:pt>
                <c:pt idx="6775">
                  <c:v>46013</c:v>
                </c:pt>
                <c:pt idx="6776">
                  <c:v>46014</c:v>
                </c:pt>
                <c:pt idx="6777">
                  <c:v>46015</c:v>
                </c:pt>
                <c:pt idx="6778">
                  <c:v>46016</c:v>
                </c:pt>
                <c:pt idx="6779">
                  <c:v>46017</c:v>
                </c:pt>
                <c:pt idx="6780">
                  <c:v>46020</c:v>
                </c:pt>
                <c:pt idx="6781">
                  <c:v>46021</c:v>
                </c:pt>
                <c:pt idx="6782">
                  <c:v>46022</c:v>
                </c:pt>
                <c:pt idx="6783">
                  <c:v>46023</c:v>
                </c:pt>
                <c:pt idx="6784">
                  <c:v>46024</c:v>
                </c:pt>
                <c:pt idx="6785">
                  <c:v>46027</c:v>
                </c:pt>
                <c:pt idx="6786">
                  <c:v>46028</c:v>
                </c:pt>
                <c:pt idx="6787">
                  <c:v>46029</c:v>
                </c:pt>
                <c:pt idx="6788">
                  <c:v>46030</c:v>
                </c:pt>
                <c:pt idx="6789">
                  <c:v>46031</c:v>
                </c:pt>
                <c:pt idx="6790">
                  <c:v>46034</c:v>
                </c:pt>
                <c:pt idx="6791">
                  <c:v>46035</c:v>
                </c:pt>
                <c:pt idx="6792">
                  <c:v>46036</c:v>
                </c:pt>
                <c:pt idx="6793">
                  <c:v>46037</c:v>
                </c:pt>
                <c:pt idx="6794">
                  <c:v>46038</c:v>
                </c:pt>
                <c:pt idx="6795">
                  <c:v>46041</c:v>
                </c:pt>
                <c:pt idx="6796">
                  <c:v>46042</c:v>
                </c:pt>
                <c:pt idx="6797">
                  <c:v>46043</c:v>
                </c:pt>
                <c:pt idx="6798">
                  <c:v>46044</c:v>
                </c:pt>
                <c:pt idx="6799">
                  <c:v>46045</c:v>
                </c:pt>
                <c:pt idx="6800">
                  <c:v>46048</c:v>
                </c:pt>
                <c:pt idx="6801">
                  <c:v>46049</c:v>
                </c:pt>
                <c:pt idx="6802">
                  <c:v>46050</c:v>
                </c:pt>
                <c:pt idx="6803">
                  <c:v>46051</c:v>
                </c:pt>
                <c:pt idx="6804">
                  <c:v>46052</c:v>
                </c:pt>
                <c:pt idx="6805">
                  <c:v>46055</c:v>
                </c:pt>
                <c:pt idx="6806">
                  <c:v>46056</c:v>
                </c:pt>
                <c:pt idx="6807">
                  <c:v>46057</c:v>
                </c:pt>
                <c:pt idx="6808">
                  <c:v>46058</c:v>
                </c:pt>
                <c:pt idx="6809">
                  <c:v>46059</c:v>
                </c:pt>
                <c:pt idx="6810">
                  <c:v>46062</c:v>
                </c:pt>
                <c:pt idx="6811">
                  <c:v>46063</c:v>
                </c:pt>
                <c:pt idx="6812">
                  <c:v>46064</c:v>
                </c:pt>
                <c:pt idx="6813">
                  <c:v>46065</c:v>
                </c:pt>
                <c:pt idx="6814">
                  <c:v>46066</c:v>
                </c:pt>
                <c:pt idx="6815">
                  <c:v>46069</c:v>
                </c:pt>
                <c:pt idx="6816">
                  <c:v>46070</c:v>
                </c:pt>
                <c:pt idx="6817">
                  <c:v>46071</c:v>
                </c:pt>
                <c:pt idx="6818">
                  <c:v>46072</c:v>
                </c:pt>
                <c:pt idx="6819">
                  <c:v>46073</c:v>
                </c:pt>
                <c:pt idx="6820">
                  <c:v>46076</c:v>
                </c:pt>
                <c:pt idx="6821">
                  <c:v>46077</c:v>
                </c:pt>
                <c:pt idx="6822">
                  <c:v>46078</c:v>
                </c:pt>
                <c:pt idx="6823">
                  <c:v>46079</c:v>
                </c:pt>
                <c:pt idx="6824">
                  <c:v>46080</c:v>
                </c:pt>
                <c:pt idx="6825">
                  <c:v>46083</c:v>
                </c:pt>
                <c:pt idx="6826">
                  <c:v>46084</c:v>
                </c:pt>
                <c:pt idx="6827">
                  <c:v>46085</c:v>
                </c:pt>
                <c:pt idx="6828">
                  <c:v>46086</c:v>
                </c:pt>
                <c:pt idx="6829">
                  <c:v>46087</c:v>
                </c:pt>
                <c:pt idx="6830">
                  <c:v>46090</c:v>
                </c:pt>
                <c:pt idx="6831">
                  <c:v>46091</c:v>
                </c:pt>
                <c:pt idx="6832">
                  <c:v>46092</c:v>
                </c:pt>
                <c:pt idx="6833">
                  <c:v>46093</c:v>
                </c:pt>
                <c:pt idx="6834">
                  <c:v>46094</c:v>
                </c:pt>
                <c:pt idx="6835">
                  <c:v>46097</c:v>
                </c:pt>
                <c:pt idx="6836">
                  <c:v>46098</c:v>
                </c:pt>
                <c:pt idx="6837">
                  <c:v>46099</c:v>
                </c:pt>
                <c:pt idx="6838">
                  <c:v>46100</c:v>
                </c:pt>
                <c:pt idx="6839">
                  <c:v>46101</c:v>
                </c:pt>
                <c:pt idx="6840">
                  <c:v>46104</c:v>
                </c:pt>
                <c:pt idx="6841">
                  <c:v>46105</c:v>
                </c:pt>
                <c:pt idx="6842">
                  <c:v>46106</c:v>
                </c:pt>
                <c:pt idx="6843">
                  <c:v>46107</c:v>
                </c:pt>
                <c:pt idx="6844">
                  <c:v>46108</c:v>
                </c:pt>
                <c:pt idx="6845">
                  <c:v>46111</c:v>
                </c:pt>
                <c:pt idx="6846">
                  <c:v>46112</c:v>
                </c:pt>
                <c:pt idx="6847">
                  <c:v>46113</c:v>
                </c:pt>
                <c:pt idx="6848">
                  <c:v>46114</c:v>
                </c:pt>
                <c:pt idx="6849">
                  <c:v>46115</c:v>
                </c:pt>
                <c:pt idx="6850">
                  <c:v>46118</c:v>
                </c:pt>
                <c:pt idx="6851">
                  <c:v>46119</c:v>
                </c:pt>
                <c:pt idx="6852">
                  <c:v>46120</c:v>
                </c:pt>
                <c:pt idx="6853">
                  <c:v>46121</c:v>
                </c:pt>
                <c:pt idx="6854">
                  <c:v>46122</c:v>
                </c:pt>
                <c:pt idx="6855">
                  <c:v>46125</c:v>
                </c:pt>
                <c:pt idx="6856">
                  <c:v>46126</c:v>
                </c:pt>
                <c:pt idx="6857">
                  <c:v>46127</c:v>
                </c:pt>
                <c:pt idx="6858">
                  <c:v>46128</c:v>
                </c:pt>
                <c:pt idx="6859">
                  <c:v>46129</c:v>
                </c:pt>
                <c:pt idx="6860">
                  <c:v>46132</c:v>
                </c:pt>
                <c:pt idx="6861">
                  <c:v>46133</c:v>
                </c:pt>
                <c:pt idx="6862">
                  <c:v>46134</c:v>
                </c:pt>
                <c:pt idx="6863">
                  <c:v>46135</c:v>
                </c:pt>
                <c:pt idx="6864">
                  <c:v>46136</c:v>
                </c:pt>
                <c:pt idx="6865">
                  <c:v>46139</c:v>
                </c:pt>
                <c:pt idx="6866">
                  <c:v>46140</c:v>
                </c:pt>
                <c:pt idx="6867">
                  <c:v>46141</c:v>
                </c:pt>
                <c:pt idx="6868">
                  <c:v>46142</c:v>
                </c:pt>
                <c:pt idx="6869">
                  <c:v>46143</c:v>
                </c:pt>
                <c:pt idx="6870">
                  <c:v>46146</c:v>
                </c:pt>
                <c:pt idx="6871">
                  <c:v>46147</c:v>
                </c:pt>
                <c:pt idx="6872">
                  <c:v>46148</c:v>
                </c:pt>
                <c:pt idx="6873">
                  <c:v>46149</c:v>
                </c:pt>
                <c:pt idx="6874">
                  <c:v>46150</c:v>
                </c:pt>
                <c:pt idx="6875">
                  <c:v>46153</c:v>
                </c:pt>
                <c:pt idx="6876">
                  <c:v>46154</c:v>
                </c:pt>
                <c:pt idx="6877">
                  <c:v>46155</c:v>
                </c:pt>
                <c:pt idx="6878">
                  <c:v>46156</c:v>
                </c:pt>
                <c:pt idx="6879">
                  <c:v>46157</c:v>
                </c:pt>
                <c:pt idx="6880">
                  <c:v>46160</c:v>
                </c:pt>
                <c:pt idx="6881">
                  <c:v>46161</c:v>
                </c:pt>
                <c:pt idx="6882">
                  <c:v>46162</c:v>
                </c:pt>
                <c:pt idx="6883">
                  <c:v>46163</c:v>
                </c:pt>
                <c:pt idx="6884">
                  <c:v>46164</c:v>
                </c:pt>
                <c:pt idx="6885">
                  <c:v>46167</c:v>
                </c:pt>
                <c:pt idx="6886">
                  <c:v>46168</c:v>
                </c:pt>
                <c:pt idx="6887">
                  <c:v>46169</c:v>
                </c:pt>
                <c:pt idx="6888">
                  <c:v>46170</c:v>
                </c:pt>
                <c:pt idx="6889">
                  <c:v>46171</c:v>
                </c:pt>
                <c:pt idx="6890">
                  <c:v>46174</c:v>
                </c:pt>
                <c:pt idx="6891">
                  <c:v>46175</c:v>
                </c:pt>
                <c:pt idx="6892">
                  <c:v>46176</c:v>
                </c:pt>
                <c:pt idx="6893">
                  <c:v>46177</c:v>
                </c:pt>
                <c:pt idx="6894">
                  <c:v>46178</c:v>
                </c:pt>
                <c:pt idx="6895">
                  <c:v>46181</c:v>
                </c:pt>
                <c:pt idx="6896">
                  <c:v>46182</c:v>
                </c:pt>
                <c:pt idx="6897">
                  <c:v>46183</c:v>
                </c:pt>
                <c:pt idx="6898">
                  <c:v>46184</c:v>
                </c:pt>
                <c:pt idx="6899">
                  <c:v>46185</c:v>
                </c:pt>
              </c:numCache>
            </c:numRef>
          </c:cat>
          <c:val>
            <c:numRef>
              <c:f>'ECB policy rate'!$C$2:$C$6901</c:f>
              <c:numCache>
                <c:formatCode>General</c:formatCode>
                <c:ptCount val="6900"/>
                <c:pt idx="0">
                  <c:v>3</c:v>
                </c:pt>
                <c:pt idx="1">
                  <c:v>3</c:v>
                </c:pt>
                <c:pt idx="2">
                  <c:v>3</c:v>
                </c:pt>
                <c:pt idx="3">
                  <c:v>3</c:v>
                </c:pt>
                <c:pt idx="4">
                  <c:v>3</c:v>
                </c:pt>
                <c:pt idx="5">
                  <c:v>3</c:v>
                </c:pt>
                <c:pt idx="6">
                  <c:v>3</c:v>
                </c:pt>
                <c:pt idx="7">
                  <c:v>3</c:v>
                </c:pt>
                <c:pt idx="8">
                  <c:v>3</c:v>
                </c:pt>
                <c:pt idx="9">
                  <c:v>3</c:v>
                </c:pt>
                <c:pt idx="10">
                  <c:v>3</c:v>
                </c:pt>
                <c:pt idx="11">
                  <c:v>3</c:v>
                </c:pt>
                <c:pt idx="12">
                  <c:v>3</c:v>
                </c:pt>
                <c:pt idx="13">
                  <c:v>3</c:v>
                </c:pt>
                <c:pt idx="14">
                  <c:v>3</c:v>
                </c:pt>
                <c:pt idx="15">
                  <c:v>3</c:v>
                </c:pt>
                <c:pt idx="16">
                  <c:v>3</c:v>
                </c:pt>
                <c:pt idx="17">
                  <c:v>3</c:v>
                </c:pt>
                <c:pt idx="18">
                  <c:v>3</c:v>
                </c:pt>
                <c:pt idx="19">
                  <c:v>3</c:v>
                </c:pt>
                <c:pt idx="20">
                  <c:v>3</c:v>
                </c:pt>
                <c:pt idx="21">
                  <c:v>3</c:v>
                </c:pt>
                <c:pt idx="22">
                  <c:v>3</c:v>
                </c:pt>
                <c:pt idx="23">
                  <c:v>3.25</c:v>
                </c:pt>
                <c:pt idx="24">
                  <c:v>3.25</c:v>
                </c:pt>
                <c:pt idx="25">
                  <c:v>3.25</c:v>
                </c:pt>
                <c:pt idx="26">
                  <c:v>3.25</c:v>
                </c:pt>
                <c:pt idx="27">
                  <c:v>3.25</c:v>
                </c:pt>
                <c:pt idx="28">
                  <c:v>3.25</c:v>
                </c:pt>
                <c:pt idx="29">
                  <c:v>3.25</c:v>
                </c:pt>
                <c:pt idx="30">
                  <c:v>3.25</c:v>
                </c:pt>
                <c:pt idx="31">
                  <c:v>3.25</c:v>
                </c:pt>
                <c:pt idx="32">
                  <c:v>3.25</c:v>
                </c:pt>
                <c:pt idx="33">
                  <c:v>3.25</c:v>
                </c:pt>
                <c:pt idx="34">
                  <c:v>3.25</c:v>
                </c:pt>
                <c:pt idx="35">
                  <c:v>3.25</c:v>
                </c:pt>
                <c:pt idx="36">
                  <c:v>3.25</c:v>
                </c:pt>
                <c:pt idx="37">
                  <c:v>3.25</c:v>
                </c:pt>
                <c:pt idx="38">
                  <c:v>3.25</c:v>
                </c:pt>
                <c:pt idx="39">
                  <c:v>3.25</c:v>
                </c:pt>
                <c:pt idx="40">
                  <c:v>3.25</c:v>
                </c:pt>
                <c:pt idx="41">
                  <c:v>3.25</c:v>
                </c:pt>
                <c:pt idx="42">
                  <c:v>3.25</c:v>
                </c:pt>
                <c:pt idx="43">
                  <c:v>3.25</c:v>
                </c:pt>
                <c:pt idx="44">
                  <c:v>3.25</c:v>
                </c:pt>
                <c:pt idx="45">
                  <c:v>3.25</c:v>
                </c:pt>
                <c:pt idx="46">
                  <c:v>3.25</c:v>
                </c:pt>
                <c:pt idx="47">
                  <c:v>3.25</c:v>
                </c:pt>
                <c:pt idx="48">
                  <c:v>3.25</c:v>
                </c:pt>
                <c:pt idx="49">
                  <c:v>3.25</c:v>
                </c:pt>
                <c:pt idx="50">
                  <c:v>3.25</c:v>
                </c:pt>
                <c:pt idx="51">
                  <c:v>3.25</c:v>
                </c:pt>
                <c:pt idx="52">
                  <c:v>3.25</c:v>
                </c:pt>
                <c:pt idx="53">
                  <c:v>3.5</c:v>
                </c:pt>
                <c:pt idx="54">
                  <c:v>3.5</c:v>
                </c:pt>
                <c:pt idx="55">
                  <c:v>3.5</c:v>
                </c:pt>
                <c:pt idx="56">
                  <c:v>3.5</c:v>
                </c:pt>
                <c:pt idx="57">
                  <c:v>3.5</c:v>
                </c:pt>
                <c:pt idx="58">
                  <c:v>3.5</c:v>
                </c:pt>
                <c:pt idx="59">
                  <c:v>3.5</c:v>
                </c:pt>
                <c:pt idx="60">
                  <c:v>3.5</c:v>
                </c:pt>
                <c:pt idx="61">
                  <c:v>3.5</c:v>
                </c:pt>
                <c:pt idx="62">
                  <c:v>3.5</c:v>
                </c:pt>
                <c:pt idx="63">
                  <c:v>3.5</c:v>
                </c:pt>
                <c:pt idx="64">
                  <c:v>3.5</c:v>
                </c:pt>
                <c:pt idx="65">
                  <c:v>3.5</c:v>
                </c:pt>
                <c:pt idx="66">
                  <c:v>3.5</c:v>
                </c:pt>
                <c:pt idx="67">
                  <c:v>3.5</c:v>
                </c:pt>
                <c:pt idx="68">
                  <c:v>3.5</c:v>
                </c:pt>
                <c:pt idx="69">
                  <c:v>3.5</c:v>
                </c:pt>
                <c:pt idx="70">
                  <c:v>3.5</c:v>
                </c:pt>
                <c:pt idx="71">
                  <c:v>3.5</c:v>
                </c:pt>
                <c:pt idx="72">
                  <c:v>3.5</c:v>
                </c:pt>
                <c:pt idx="73">
                  <c:v>3.5</c:v>
                </c:pt>
                <c:pt idx="74">
                  <c:v>3.5</c:v>
                </c:pt>
                <c:pt idx="75">
                  <c:v>3.5</c:v>
                </c:pt>
                <c:pt idx="76">
                  <c:v>3.5</c:v>
                </c:pt>
                <c:pt idx="77">
                  <c:v>3.5</c:v>
                </c:pt>
                <c:pt idx="78">
                  <c:v>3.5</c:v>
                </c:pt>
                <c:pt idx="79">
                  <c:v>3.5</c:v>
                </c:pt>
                <c:pt idx="80">
                  <c:v>3.5</c:v>
                </c:pt>
                <c:pt idx="81">
                  <c:v>3.5</c:v>
                </c:pt>
                <c:pt idx="82">
                  <c:v>3.5</c:v>
                </c:pt>
                <c:pt idx="83">
                  <c:v>3.75</c:v>
                </c:pt>
                <c:pt idx="84">
                  <c:v>3.75</c:v>
                </c:pt>
                <c:pt idx="85">
                  <c:v>3.75</c:v>
                </c:pt>
                <c:pt idx="86">
                  <c:v>3.75</c:v>
                </c:pt>
                <c:pt idx="87">
                  <c:v>3.75</c:v>
                </c:pt>
                <c:pt idx="88">
                  <c:v>3.75</c:v>
                </c:pt>
                <c:pt idx="89">
                  <c:v>3.75</c:v>
                </c:pt>
                <c:pt idx="90">
                  <c:v>3.75</c:v>
                </c:pt>
                <c:pt idx="91">
                  <c:v>3.75</c:v>
                </c:pt>
                <c:pt idx="92">
                  <c:v>3.75</c:v>
                </c:pt>
                <c:pt idx="93">
                  <c:v>3.75</c:v>
                </c:pt>
                <c:pt idx="94">
                  <c:v>3.75</c:v>
                </c:pt>
                <c:pt idx="95">
                  <c:v>3.75</c:v>
                </c:pt>
                <c:pt idx="96">
                  <c:v>3.75</c:v>
                </c:pt>
                <c:pt idx="97">
                  <c:v>3.75</c:v>
                </c:pt>
                <c:pt idx="98">
                  <c:v>3.75</c:v>
                </c:pt>
                <c:pt idx="99">
                  <c:v>3.75</c:v>
                </c:pt>
                <c:pt idx="100">
                  <c:v>3.75</c:v>
                </c:pt>
                <c:pt idx="101">
                  <c:v>3.75</c:v>
                </c:pt>
                <c:pt idx="102">
                  <c:v>3.75</c:v>
                </c:pt>
                <c:pt idx="103">
                  <c:v>3.75</c:v>
                </c:pt>
                <c:pt idx="104">
                  <c:v>3.75</c:v>
                </c:pt>
                <c:pt idx="105">
                  <c:v>3.75</c:v>
                </c:pt>
                <c:pt idx="106">
                  <c:v>3.75</c:v>
                </c:pt>
                <c:pt idx="107">
                  <c:v>3.75</c:v>
                </c:pt>
                <c:pt idx="108">
                  <c:v>3.75</c:v>
                </c:pt>
                <c:pt idx="109">
                  <c:v>3.75</c:v>
                </c:pt>
                <c:pt idx="110">
                  <c:v>3.75</c:v>
                </c:pt>
                <c:pt idx="111">
                  <c:v>3.75</c:v>
                </c:pt>
                <c:pt idx="112">
                  <c:v>3.75</c:v>
                </c:pt>
                <c:pt idx="113">
                  <c:v>4.25</c:v>
                </c:pt>
                <c:pt idx="114">
                  <c:v>4.25</c:v>
                </c:pt>
                <c:pt idx="115">
                  <c:v>4.25</c:v>
                </c:pt>
                <c:pt idx="116">
                  <c:v>4.25</c:v>
                </c:pt>
                <c:pt idx="117">
                  <c:v>4.25</c:v>
                </c:pt>
                <c:pt idx="118">
                  <c:v>4.25</c:v>
                </c:pt>
                <c:pt idx="119">
                  <c:v>4.25</c:v>
                </c:pt>
                <c:pt idx="120">
                  <c:v>4.25</c:v>
                </c:pt>
                <c:pt idx="121">
                  <c:v>4.25</c:v>
                </c:pt>
                <c:pt idx="122">
                  <c:v>4.25</c:v>
                </c:pt>
                <c:pt idx="123">
                  <c:v>4.25</c:v>
                </c:pt>
                <c:pt idx="124">
                  <c:v>4.25</c:v>
                </c:pt>
                <c:pt idx="125">
                  <c:v>4.25</c:v>
                </c:pt>
                <c:pt idx="126">
                  <c:v>4.25</c:v>
                </c:pt>
                <c:pt idx="127">
                  <c:v>4.25</c:v>
                </c:pt>
                <c:pt idx="128">
                  <c:v>4.25</c:v>
                </c:pt>
                <c:pt idx="129">
                  <c:v>4.25</c:v>
                </c:pt>
                <c:pt idx="130">
                  <c:v>4.25</c:v>
                </c:pt>
                <c:pt idx="131">
                  <c:v>4.25</c:v>
                </c:pt>
                <c:pt idx="132">
                  <c:v>4.25</c:v>
                </c:pt>
                <c:pt idx="133">
                  <c:v>4.25</c:v>
                </c:pt>
                <c:pt idx="134">
                  <c:v>4.25</c:v>
                </c:pt>
                <c:pt idx="135">
                  <c:v>4.25</c:v>
                </c:pt>
                <c:pt idx="136">
                  <c:v>4.25</c:v>
                </c:pt>
                <c:pt idx="137">
                  <c:v>4.25</c:v>
                </c:pt>
                <c:pt idx="138">
                  <c:v>4.25</c:v>
                </c:pt>
                <c:pt idx="139">
                  <c:v>4.25</c:v>
                </c:pt>
                <c:pt idx="140">
                  <c:v>4.25</c:v>
                </c:pt>
                <c:pt idx="141">
                  <c:v>4.25</c:v>
                </c:pt>
                <c:pt idx="142">
                  <c:v>4.25</c:v>
                </c:pt>
                <c:pt idx="143">
                  <c:v>4.25</c:v>
                </c:pt>
                <c:pt idx="144">
                  <c:v>4.25</c:v>
                </c:pt>
                <c:pt idx="145">
                  <c:v>4.25</c:v>
                </c:pt>
                <c:pt idx="146">
                  <c:v>4.25</c:v>
                </c:pt>
                <c:pt idx="147">
                  <c:v>4.25</c:v>
                </c:pt>
                <c:pt idx="148">
                  <c:v>4.25</c:v>
                </c:pt>
                <c:pt idx="149">
                  <c:v>4.25</c:v>
                </c:pt>
                <c:pt idx="150">
                  <c:v>4.25</c:v>
                </c:pt>
                <c:pt idx="151">
                  <c:v>4.25</c:v>
                </c:pt>
                <c:pt idx="152">
                  <c:v>4.25</c:v>
                </c:pt>
                <c:pt idx="153">
                  <c:v>4.25</c:v>
                </c:pt>
                <c:pt idx="154">
                  <c:v>4.25</c:v>
                </c:pt>
                <c:pt idx="155">
                  <c:v>4.25</c:v>
                </c:pt>
                <c:pt idx="156">
                  <c:v>4.25</c:v>
                </c:pt>
                <c:pt idx="157">
                  <c:v>4.25</c:v>
                </c:pt>
                <c:pt idx="158">
                  <c:v>4.25</c:v>
                </c:pt>
                <c:pt idx="159">
                  <c:v>4.25</c:v>
                </c:pt>
                <c:pt idx="160">
                  <c:v>4.25</c:v>
                </c:pt>
                <c:pt idx="161">
                  <c:v>4.25</c:v>
                </c:pt>
                <c:pt idx="162">
                  <c:v>4.25</c:v>
                </c:pt>
                <c:pt idx="163">
                  <c:v>4.25</c:v>
                </c:pt>
                <c:pt idx="164">
                  <c:v>4.25</c:v>
                </c:pt>
                <c:pt idx="165">
                  <c:v>4.25</c:v>
                </c:pt>
                <c:pt idx="166">
                  <c:v>4.25</c:v>
                </c:pt>
                <c:pt idx="167">
                  <c:v>4.25</c:v>
                </c:pt>
                <c:pt idx="168">
                  <c:v>4.25</c:v>
                </c:pt>
                <c:pt idx="169">
                  <c:v>4.25</c:v>
                </c:pt>
                <c:pt idx="170">
                  <c:v>4.25</c:v>
                </c:pt>
                <c:pt idx="171">
                  <c:v>4.25</c:v>
                </c:pt>
                <c:pt idx="172">
                  <c:v>4.25</c:v>
                </c:pt>
                <c:pt idx="173">
                  <c:v>4.5</c:v>
                </c:pt>
                <c:pt idx="174">
                  <c:v>4.5</c:v>
                </c:pt>
                <c:pt idx="175">
                  <c:v>4.5</c:v>
                </c:pt>
                <c:pt idx="176">
                  <c:v>4.5</c:v>
                </c:pt>
                <c:pt idx="177">
                  <c:v>4.5</c:v>
                </c:pt>
                <c:pt idx="178">
                  <c:v>4.5</c:v>
                </c:pt>
                <c:pt idx="179">
                  <c:v>4.5</c:v>
                </c:pt>
                <c:pt idx="180">
                  <c:v>4.5</c:v>
                </c:pt>
                <c:pt idx="181">
                  <c:v>4.5</c:v>
                </c:pt>
                <c:pt idx="182">
                  <c:v>4.5</c:v>
                </c:pt>
                <c:pt idx="183">
                  <c:v>4.5</c:v>
                </c:pt>
                <c:pt idx="184">
                  <c:v>4.5</c:v>
                </c:pt>
                <c:pt idx="185">
                  <c:v>4.5</c:v>
                </c:pt>
                <c:pt idx="186">
                  <c:v>4.5</c:v>
                </c:pt>
                <c:pt idx="187">
                  <c:v>4.5</c:v>
                </c:pt>
                <c:pt idx="188">
                  <c:v>4.5</c:v>
                </c:pt>
                <c:pt idx="189">
                  <c:v>4.5</c:v>
                </c:pt>
                <c:pt idx="190">
                  <c:v>4.5</c:v>
                </c:pt>
                <c:pt idx="191">
                  <c:v>4.5</c:v>
                </c:pt>
                <c:pt idx="192">
                  <c:v>4.5</c:v>
                </c:pt>
                <c:pt idx="193">
                  <c:v>4.5</c:v>
                </c:pt>
                <c:pt idx="194">
                  <c:v>4.5</c:v>
                </c:pt>
                <c:pt idx="195">
                  <c:v>4.5</c:v>
                </c:pt>
                <c:pt idx="196">
                  <c:v>4.5</c:v>
                </c:pt>
                <c:pt idx="197">
                  <c:v>4.5</c:v>
                </c:pt>
                <c:pt idx="198">
                  <c:v>4.75</c:v>
                </c:pt>
                <c:pt idx="199">
                  <c:v>4.75</c:v>
                </c:pt>
                <c:pt idx="200">
                  <c:v>4.75</c:v>
                </c:pt>
                <c:pt idx="201">
                  <c:v>4.75</c:v>
                </c:pt>
                <c:pt idx="202">
                  <c:v>4.75</c:v>
                </c:pt>
                <c:pt idx="203">
                  <c:v>4.75</c:v>
                </c:pt>
                <c:pt idx="204">
                  <c:v>4.75</c:v>
                </c:pt>
                <c:pt idx="205">
                  <c:v>4.75</c:v>
                </c:pt>
                <c:pt idx="206">
                  <c:v>4.75</c:v>
                </c:pt>
                <c:pt idx="207">
                  <c:v>4.75</c:v>
                </c:pt>
                <c:pt idx="208">
                  <c:v>4.75</c:v>
                </c:pt>
                <c:pt idx="209">
                  <c:v>4.75</c:v>
                </c:pt>
                <c:pt idx="210">
                  <c:v>4.75</c:v>
                </c:pt>
                <c:pt idx="211">
                  <c:v>4.75</c:v>
                </c:pt>
                <c:pt idx="212">
                  <c:v>4.75</c:v>
                </c:pt>
                <c:pt idx="213">
                  <c:v>4.75</c:v>
                </c:pt>
                <c:pt idx="214">
                  <c:v>4.75</c:v>
                </c:pt>
                <c:pt idx="215">
                  <c:v>4.75</c:v>
                </c:pt>
                <c:pt idx="216">
                  <c:v>4.75</c:v>
                </c:pt>
                <c:pt idx="217">
                  <c:v>4.75</c:v>
                </c:pt>
                <c:pt idx="218">
                  <c:v>4.75</c:v>
                </c:pt>
                <c:pt idx="219">
                  <c:v>4.75</c:v>
                </c:pt>
                <c:pt idx="220">
                  <c:v>4.75</c:v>
                </c:pt>
                <c:pt idx="221">
                  <c:v>4.75</c:v>
                </c:pt>
                <c:pt idx="222">
                  <c:v>4.75</c:v>
                </c:pt>
                <c:pt idx="223">
                  <c:v>4.75</c:v>
                </c:pt>
                <c:pt idx="224">
                  <c:v>4.75</c:v>
                </c:pt>
                <c:pt idx="225">
                  <c:v>4.75</c:v>
                </c:pt>
                <c:pt idx="226">
                  <c:v>4.75</c:v>
                </c:pt>
                <c:pt idx="227">
                  <c:v>4.75</c:v>
                </c:pt>
                <c:pt idx="228">
                  <c:v>4.75</c:v>
                </c:pt>
                <c:pt idx="229">
                  <c:v>4.75</c:v>
                </c:pt>
                <c:pt idx="230">
                  <c:v>4.75</c:v>
                </c:pt>
                <c:pt idx="231">
                  <c:v>4.75</c:v>
                </c:pt>
                <c:pt idx="232">
                  <c:v>4.75</c:v>
                </c:pt>
                <c:pt idx="233">
                  <c:v>4.75</c:v>
                </c:pt>
                <c:pt idx="234">
                  <c:v>4.75</c:v>
                </c:pt>
                <c:pt idx="235">
                  <c:v>4.75</c:v>
                </c:pt>
                <c:pt idx="236">
                  <c:v>4.75</c:v>
                </c:pt>
                <c:pt idx="237">
                  <c:v>4.75</c:v>
                </c:pt>
                <c:pt idx="238">
                  <c:v>4.75</c:v>
                </c:pt>
                <c:pt idx="239">
                  <c:v>4.75</c:v>
                </c:pt>
                <c:pt idx="240">
                  <c:v>4.75</c:v>
                </c:pt>
                <c:pt idx="241">
                  <c:v>4.75</c:v>
                </c:pt>
                <c:pt idx="242">
                  <c:v>4.75</c:v>
                </c:pt>
                <c:pt idx="243">
                  <c:v>4.75</c:v>
                </c:pt>
                <c:pt idx="244">
                  <c:v>4.75</c:v>
                </c:pt>
                <c:pt idx="245">
                  <c:v>4.75</c:v>
                </c:pt>
                <c:pt idx="246">
                  <c:v>4.75</c:v>
                </c:pt>
                <c:pt idx="247">
                  <c:v>4.75</c:v>
                </c:pt>
                <c:pt idx="248">
                  <c:v>4.75</c:v>
                </c:pt>
                <c:pt idx="249">
                  <c:v>4.75</c:v>
                </c:pt>
                <c:pt idx="250">
                  <c:v>4.75</c:v>
                </c:pt>
                <c:pt idx="251">
                  <c:v>4.75</c:v>
                </c:pt>
                <c:pt idx="252">
                  <c:v>4.75</c:v>
                </c:pt>
                <c:pt idx="253">
                  <c:v>4.75</c:v>
                </c:pt>
                <c:pt idx="254">
                  <c:v>4.75</c:v>
                </c:pt>
                <c:pt idx="255">
                  <c:v>4.75</c:v>
                </c:pt>
                <c:pt idx="256">
                  <c:v>4.75</c:v>
                </c:pt>
                <c:pt idx="257">
                  <c:v>4.75</c:v>
                </c:pt>
                <c:pt idx="258">
                  <c:v>4.75</c:v>
                </c:pt>
                <c:pt idx="259">
                  <c:v>4.75</c:v>
                </c:pt>
                <c:pt idx="260">
                  <c:v>4.75</c:v>
                </c:pt>
                <c:pt idx="261">
                  <c:v>4.75</c:v>
                </c:pt>
                <c:pt idx="262">
                  <c:v>4.75</c:v>
                </c:pt>
                <c:pt idx="263">
                  <c:v>4.75</c:v>
                </c:pt>
                <c:pt idx="264">
                  <c:v>4.75</c:v>
                </c:pt>
                <c:pt idx="265">
                  <c:v>4.75</c:v>
                </c:pt>
                <c:pt idx="266">
                  <c:v>4.75</c:v>
                </c:pt>
                <c:pt idx="267">
                  <c:v>4.75</c:v>
                </c:pt>
                <c:pt idx="268">
                  <c:v>4.75</c:v>
                </c:pt>
                <c:pt idx="269">
                  <c:v>4.75</c:v>
                </c:pt>
                <c:pt idx="270">
                  <c:v>4.75</c:v>
                </c:pt>
                <c:pt idx="271">
                  <c:v>4.75</c:v>
                </c:pt>
                <c:pt idx="272">
                  <c:v>4.75</c:v>
                </c:pt>
                <c:pt idx="273">
                  <c:v>4.75</c:v>
                </c:pt>
                <c:pt idx="274">
                  <c:v>4.75</c:v>
                </c:pt>
                <c:pt idx="275">
                  <c:v>4.75</c:v>
                </c:pt>
                <c:pt idx="276">
                  <c:v>4.75</c:v>
                </c:pt>
                <c:pt idx="277">
                  <c:v>4.75</c:v>
                </c:pt>
                <c:pt idx="278">
                  <c:v>4.75</c:v>
                </c:pt>
                <c:pt idx="279">
                  <c:v>4.75</c:v>
                </c:pt>
                <c:pt idx="280">
                  <c:v>4.75</c:v>
                </c:pt>
                <c:pt idx="281">
                  <c:v>4.75</c:v>
                </c:pt>
                <c:pt idx="282">
                  <c:v>4.75</c:v>
                </c:pt>
                <c:pt idx="283">
                  <c:v>4.75</c:v>
                </c:pt>
                <c:pt idx="284">
                  <c:v>4.75</c:v>
                </c:pt>
                <c:pt idx="285">
                  <c:v>4.75</c:v>
                </c:pt>
                <c:pt idx="286">
                  <c:v>4.75</c:v>
                </c:pt>
                <c:pt idx="287">
                  <c:v>4.75</c:v>
                </c:pt>
                <c:pt idx="288">
                  <c:v>4.75</c:v>
                </c:pt>
                <c:pt idx="289">
                  <c:v>4.75</c:v>
                </c:pt>
                <c:pt idx="290">
                  <c:v>4.75</c:v>
                </c:pt>
                <c:pt idx="291">
                  <c:v>4.75</c:v>
                </c:pt>
                <c:pt idx="292">
                  <c:v>4.75</c:v>
                </c:pt>
                <c:pt idx="293">
                  <c:v>4.75</c:v>
                </c:pt>
                <c:pt idx="294">
                  <c:v>4.75</c:v>
                </c:pt>
                <c:pt idx="295">
                  <c:v>4.75</c:v>
                </c:pt>
                <c:pt idx="296">
                  <c:v>4.75</c:v>
                </c:pt>
                <c:pt idx="297">
                  <c:v>4.75</c:v>
                </c:pt>
                <c:pt idx="298">
                  <c:v>4.75</c:v>
                </c:pt>
                <c:pt idx="299">
                  <c:v>4.75</c:v>
                </c:pt>
                <c:pt idx="300">
                  <c:v>4.75</c:v>
                </c:pt>
                <c:pt idx="301">
                  <c:v>4.75</c:v>
                </c:pt>
                <c:pt idx="302">
                  <c:v>4.75</c:v>
                </c:pt>
                <c:pt idx="303">
                  <c:v>4.75</c:v>
                </c:pt>
                <c:pt idx="304">
                  <c:v>4.75</c:v>
                </c:pt>
                <c:pt idx="305">
                  <c:v>4.75</c:v>
                </c:pt>
                <c:pt idx="306">
                  <c:v>4.75</c:v>
                </c:pt>
                <c:pt idx="307">
                  <c:v>4.75</c:v>
                </c:pt>
                <c:pt idx="308">
                  <c:v>4.75</c:v>
                </c:pt>
                <c:pt idx="309">
                  <c:v>4.75</c:v>
                </c:pt>
                <c:pt idx="310">
                  <c:v>4.75</c:v>
                </c:pt>
                <c:pt idx="311">
                  <c:v>4.75</c:v>
                </c:pt>
                <c:pt idx="312">
                  <c:v>4.75</c:v>
                </c:pt>
                <c:pt idx="313">
                  <c:v>4.75</c:v>
                </c:pt>
                <c:pt idx="314">
                  <c:v>4.75</c:v>
                </c:pt>
                <c:pt idx="315">
                  <c:v>4.75</c:v>
                </c:pt>
                <c:pt idx="316">
                  <c:v>4.75</c:v>
                </c:pt>
                <c:pt idx="317">
                  <c:v>4.75</c:v>
                </c:pt>
                <c:pt idx="318">
                  <c:v>4.75</c:v>
                </c:pt>
                <c:pt idx="319">
                  <c:v>4.75</c:v>
                </c:pt>
                <c:pt idx="320">
                  <c:v>4.75</c:v>
                </c:pt>
                <c:pt idx="321">
                  <c:v>4.75</c:v>
                </c:pt>
                <c:pt idx="322">
                  <c:v>4.75</c:v>
                </c:pt>
                <c:pt idx="323">
                  <c:v>4.75</c:v>
                </c:pt>
                <c:pt idx="324">
                  <c:v>4.75</c:v>
                </c:pt>
                <c:pt idx="325">
                  <c:v>4.75</c:v>
                </c:pt>
                <c:pt idx="326">
                  <c:v>4.75</c:v>
                </c:pt>
                <c:pt idx="327">
                  <c:v>4.75</c:v>
                </c:pt>
                <c:pt idx="328">
                  <c:v>4.75</c:v>
                </c:pt>
                <c:pt idx="329">
                  <c:v>4.75</c:v>
                </c:pt>
                <c:pt idx="330">
                  <c:v>4.75</c:v>
                </c:pt>
                <c:pt idx="331">
                  <c:v>4.75</c:v>
                </c:pt>
                <c:pt idx="332">
                  <c:v>4.75</c:v>
                </c:pt>
                <c:pt idx="333">
                  <c:v>4.75</c:v>
                </c:pt>
                <c:pt idx="334">
                  <c:v>4.75</c:v>
                </c:pt>
                <c:pt idx="335">
                  <c:v>4.75</c:v>
                </c:pt>
                <c:pt idx="336">
                  <c:v>4.75</c:v>
                </c:pt>
                <c:pt idx="337">
                  <c:v>4.75</c:v>
                </c:pt>
                <c:pt idx="338">
                  <c:v>4.75</c:v>
                </c:pt>
                <c:pt idx="339">
                  <c:v>4.75</c:v>
                </c:pt>
                <c:pt idx="340">
                  <c:v>4.75</c:v>
                </c:pt>
                <c:pt idx="341">
                  <c:v>4.75</c:v>
                </c:pt>
                <c:pt idx="342">
                  <c:v>4.75</c:v>
                </c:pt>
                <c:pt idx="343">
                  <c:v>4.75</c:v>
                </c:pt>
                <c:pt idx="344">
                  <c:v>4.75</c:v>
                </c:pt>
                <c:pt idx="345">
                  <c:v>4.75</c:v>
                </c:pt>
                <c:pt idx="346">
                  <c:v>4.75</c:v>
                </c:pt>
                <c:pt idx="347">
                  <c:v>4.75</c:v>
                </c:pt>
                <c:pt idx="348">
                  <c:v>4.75</c:v>
                </c:pt>
                <c:pt idx="349">
                  <c:v>4.75</c:v>
                </c:pt>
                <c:pt idx="350">
                  <c:v>4.75</c:v>
                </c:pt>
                <c:pt idx="351">
                  <c:v>4.75</c:v>
                </c:pt>
                <c:pt idx="352">
                  <c:v>4.75</c:v>
                </c:pt>
                <c:pt idx="353">
                  <c:v>4.5</c:v>
                </c:pt>
                <c:pt idx="354">
                  <c:v>4.5</c:v>
                </c:pt>
                <c:pt idx="355">
                  <c:v>4.5</c:v>
                </c:pt>
                <c:pt idx="356">
                  <c:v>4.5</c:v>
                </c:pt>
                <c:pt idx="357">
                  <c:v>4.5</c:v>
                </c:pt>
                <c:pt idx="358">
                  <c:v>4.5</c:v>
                </c:pt>
                <c:pt idx="359">
                  <c:v>4.5</c:v>
                </c:pt>
                <c:pt idx="360">
                  <c:v>4.5</c:v>
                </c:pt>
                <c:pt idx="361">
                  <c:v>4.5</c:v>
                </c:pt>
                <c:pt idx="362">
                  <c:v>4.5</c:v>
                </c:pt>
                <c:pt idx="363">
                  <c:v>4.5</c:v>
                </c:pt>
                <c:pt idx="364">
                  <c:v>4.5</c:v>
                </c:pt>
                <c:pt idx="365">
                  <c:v>4.5</c:v>
                </c:pt>
                <c:pt idx="366">
                  <c:v>4.5</c:v>
                </c:pt>
                <c:pt idx="367">
                  <c:v>4.5</c:v>
                </c:pt>
                <c:pt idx="368">
                  <c:v>4.5</c:v>
                </c:pt>
                <c:pt idx="369">
                  <c:v>4.5</c:v>
                </c:pt>
                <c:pt idx="370">
                  <c:v>4.5</c:v>
                </c:pt>
                <c:pt idx="371">
                  <c:v>4.5</c:v>
                </c:pt>
                <c:pt idx="372">
                  <c:v>4.5</c:v>
                </c:pt>
                <c:pt idx="373">
                  <c:v>4.5</c:v>
                </c:pt>
                <c:pt idx="374">
                  <c:v>4.5</c:v>
                </c:pt>
                <c:pt idx="375">
                  <c:v>4.5</c:v>
                </c:pt>
                <c:pt idx="376">
                  <c:v>4.5</c:v>
                </c:pt>
                <c:pt idx="377">
                  <c:v>4.5</c:v>
                </c:pt>
                <c:pt idx="378">
                  <c:v>4.5</c:v>
                </c:pt>
                <c:pt idx="379">
                  <c:v>4.5</c:v>
                </c:pt>
                <c:pt idx="380">
                  <c:v>4.5</c:v>
                </c:pt>
                <c:pt idx="381">
                  <c:v>4.5</c:v>
                </c:pt>
                <c:pt idx="382">
                  <c:v>4.5</c:v>
                </c:pt>
                <c:pt idx="383">
                  <c:v>4.5</c:v>
                </c:pt>
                <c:pt idx="384">
                  <c:v>4.5</c:v>
                </c:pt>
                <c:pt idx="385">
                  <c:v>4.5</c:v>
                </c:pt>
                <c:pt idx="386">
                  <c:v>4.5</c:v>
                </c:pt>
                <c:pt idx="387">
                  <c:v>4.5</c:v>
                </c:pt>
                <c:pt idx="388">
                  <c:v>4.5</c:v>
                </c:pt>
                <c:pt idx="389">
                  <c:v>4.5</c:v>
                </c:pt>
                <c:pt idx="390">
                  <c:v>4.5</c:v>
                </c:pt>
                <c:pt idx="391">
                  <c:v>4.5</c:v>
                </c:pt>
                <c:pt idx="392">
                  <c:v>4.5</c:v>
                </c:pt>
                <c:pt idx="393">
                  <c:v>4.5</c:v>
                </c:pt>
                <c:pt idx="394">
                  <c:v>4.5</c:v>
                </c:pt>
                <c:pt idx="395">
                  <c:v>4.5</c:v>
                </c:pt>
                <c:pt idx="396">
                  <c:v>4.5</c:v>
                </c:pt>
                <c:pt idx="397">
                  <c:v>4.5</c:v>
                </c:pt>
                <c:pt idx="398">
                  <c:v>4.5</c:v>
                </c:pt>
                <c:pt idx="399">
                  <c:v>4.5</c:v>
                </c:pt>
                <c:pt idx="400">
                  <c:v>4.5</c:v>
                </c:pt>
                <c:pt idx="401">
                  <c:v>4.5</c:v>
                </c:pt>
                <c:pt idx="402">
                  <c:v>4.5</c:v>
                </c:pt>
                <c:pt idx="403">
                  <c:v>4.5</c:v>
                </c:pt>
                <c:pt idx="404">
                  <c:v>4.5</c:v>
                </c:pt>
                <c:pt idx="405">
                  <c:v>4.5</c:v>
                </c:pt>
                <c:pt idx="406">
                  <c:v>4.5</c:v>
                </c:pt>
                <c:pt idx="407">
                  <c:v>4.5</c:v>
                </c:pt>
                <c:pt idx="408">
                  <c:v>4.5</c:v>
                </c:pt>
                <c:pt idx="409">
                  <c:v>4.5</c:v>
                </c:pt>
                <c:pt idx="410">
                  <c:v>4.5</c:v>
                </c:pt>
                <c:pt idx="411">
                  <c:v>4.5</c:v>
                </c:pt>
                <c:pt idx="412">
                  <c:v>4.5</c:v>
                </c:pt>
                <c:pt idx="413">
                  <c:v>4.5</c:v>
                </c:pt>
                <c:pt idx="414">
                  <c:v>4.5</c:v>
                </c:pt>
                <c:pt idx="415">
                  <c:v>4.5</c:v>
                </c:pt>
                <c:pt idx="416">
                  <c:v>4.5</c:v>
                </c:pt>
                <c:pt idx="417">
                  <c:v>4.5</c:v>
                </c:pt>
                <c:pt idx="418">
                  <c:v>4.5</c:v>
                </c:pt>
                <c:pt idx="419">
                  <c:v>4.5</c:v>
                </c:pt>
                <c:pt idx="420">
                  <c:v>4.5</c:v>
                </c:pt>
                <c:pt idx="421">
                  <c:v>4.5</c:v>
                </c:pt>
                <c:pt idx="422">
                  <c:v>4.5</c:v>
                </c:pt>
                <c:pt idx="423">
                  <c:v>4.5</c:v>
                </c:pt>
                <c:pt idx="424">
                  <c:v>4.5</c:v>
                </c:pt>
                <c:pt idx="425">
                  <c:v>4.5</c:v>
                </c:pt>
                <c:pt idx="426">
                  <c:v>4.5</c:v>
                </c:pt>
                <c:pt idx="427">
                  <c:v>4.5</c:v>
                </c:pt>
                <c:pt idx="428">
                  <c:v>4.5</c:v>
                </c:pt>
                <c:pt idx="429">
                  <c:v>4.5</c:v>
                </c:pt>
                <c:pt idx="430">
                  <c:v>4.5</c:v>
                </c:pt>
                <c:pt idx="431">
                  <c:v>4.5</c:v>
                </c:pt>
                <c:pt idx="432">
                  <c:v>4.5</c:v>
                </c:pt>
                <c:pt idx="433">
                  <c:v>4.25</c:v>
                </c:pt>
                <c:pt idx="434">
                  <c:v>4.25</c:v>
                </c:pt>
                <c:pt idx="435">
                  <c:v>4.25</c:v>
                </c:pt>
                <c:pt idx="436">
                  <c:v>4.25</c:v>
                </c:pt>
                <c:pt idx="437">
                  <c:v>4.25</c:v>
                </c:pt>
                <c:pt idx="438">
                  <c:v>4.25</c:v>
                </c:pt>
                <c:pt idx="439">
                  <c:v>4.25</c:v>
                </c:pt>
                <c:pt idx="440">
                  <c:v>4.25</c:v>
                </c:pt>
                <c:pt idx="441">
                  <c:v>4.25</c:v>
                </c:pt>
                <c:pt idx="442">
                  <c:v>4.25</c:v>
                </c:pt>
                <c:pt idx="443">
                  <c:v>4.25</c:v>
                </c:pt>
                <c:pt idx="444">
                  <c:v>4.25</c:v>
                </c:pt>
                <c:pt idx="445">
                  <c:v>3.75</c:v>
                </c:pt>
                <c:pt idx="446">
                  <c:v>3.75</c:v>
                </c:pt>
                <c:pt idx="447">
                  <c:v>3.75</c:v>
                </c:pt>
                <c:pt idx="448">
                  <c:v>3.75</c:v>
                </c:pt>
                <c:pt idx="449">
                  <c:v>3.75</c:v>
                </c:pt>
                <c:pt idx="450">
                  <c:v>3.75</c:v>
                </c:pt>
                <c:pt idx="451">
                  <c:v>3.75</c:v>
                </c:pt>
                <c:pt idx="452">
                  <c:v>3.75</c:v>
                </c:pt>
                <c:pt idx="453">
                  <c:v>3.75</c:v>
                </c:pt>
                <c:pt idx="454">
                  <c:v>3.75</c:v>
                </c:pt>
                <c:pt idx="455">
                  <c:v>3.75</c:v>
                </c:pt>
                <c:pt idx="456">
                  <c:v>3.75</c:v>
                </c:pt>
                <c:pt idx="457">
                  <c:v>3.75</c:v>
                </c:pt>
                <c:pt idx="458">
                  <c:v>3.75</c:v>
                </c:pt>
                <c:pt idx="459">
                  <c:v>3.75</c:v>
                </c:pt>
                <c:pt idx="460">
                  <c:v>3.75</c:v>
                </c:pt>
                <c:pt idx="461">
                  <c:v>3.75</c:v>
                </c:pt>
                <c:pt idx="462">
                  <c:v>3.75</c:v>
                </c:pt>
                <c:pt idx="463">
                  <c:v>3.75</c:v>
                </c:pt>
                <c:pt idx="464">
                  <c:v>3.75</c:v>
                </c:pt>
                <c:pt idx="465">
                  <c:v>3.75</c:v>
                </c:pt>
                <c:pt idx="466">
                  <c:v>3.75</c:v>
                </c:pt>
                <c:pt idx="467">
                  <c:v>3.75</c:v>
                </c:pt>
                <c:pt idx="468">
                  <c:v>3.75</c:v>
                </c:pt>
                <c:pt idx="469">
                  <c:v>3.75</c:v>
                </c:pt>
                <c:pt idx="470">
                  <c:v>3.75</c:v>
                </c:pt>
                <c:pt idx="471">
                  <c:v>3.75</c:v>
                </c:pt>
                <c:pt idx="472">
                  <c:v>3.75</c:v>
                </c:pt>
                <c:pt idx="473">
                  <c:v>3.75</c:v>
                </c:pt>
                <c:pt idx="474">
                  <c:v>3.75</c:v>
                </c:pt>
                <c:pt idx="475">
                  <c:v>3.75</c:v>
                </c:pt>
                <c:pt idx="476">
                  <c:v>3.75</c:v>
                </c:pt>
                <c:pt idx="477">
                  <c:v>3.75</c:v>
                </c:pt>
                <c:pt idx="478">
                  <c:v>3.75</c:v>
                </c:pt>
                <c:pt idx="479">
                  <c:v>3.75</c:v>
                </c:pt>
                <c:pt idx="480">
                  <c:v>3.75</c:v>
                </c:pt>
                <c:pt idx="481">
                  <c:v>3.75</c:v>
                </c:pt>
                <c:pt idx="482">
                  <c:v>3.75</c:v>
                </c:pt>
                <c:pt idx="483">
                  <c:v>3.25</c:v>
                </c:pt>
                <c:pt idx="484">
                  <c:v>3.25</c:v>
                </c:pt>
                <c:pt idx="485">
                  <c:v>3.25</c:v>
                </c:pt>
                <c:pt idx="486">
                  <c:v>3.25</c:v>
                </c:pt>
                <c:pt idx="487">
                  <c:v>3.25</c:v>
                </c:pt>
                <c:pt idx="488">
                  <c:v>3.25</c:v>
                </c:pt>
                <c:pt idx="489">
                  <c:v>3.25</c:v>
                </c:pt>
                <c:pt idx="490">
                  <c:v>3.25</c:v>
                </c:pt>
                <c:pt idx="491">
                  <c:v>3.25</c:v>
                </c:pt>
                <c:pt idx="492">
                  <c:v>3.25</c:v>
                </c:pt>
                <c:pt idx="493">
                  <c:v>3.25</c:v>
                </c:pt>
                <c:pt idx="494">
                  <c:v>3.25</c:v>
                </c:pt>
                <c:pt idx="495">
                  <c:v>3.25</c:v>
                </c:pt>
                <c:pt idx="496">
                  <c:v>3.25</c:v>
                </c:pt>
                <c:pt idx="497">
                  <c:v>3.25</c:v>
                </c:pt>
                <c:pt idx="498">
                  <c:v>3.25</c:v>
                </c:pt>
                <c:pt idx="499">
                  <c:v>3.25</c:v>
                </c:pt>
                <c:pt idx="500">
                  <c:v>3.25</c:v>
                </c:pt>
                <c:pt idx="501">
                  <c:v>3.25</c:v>
                </c:pt>
                <c:pt idx="502">
                  <c:v>3.25</c:v>
                </c:pt>
                <c:pt idx="503">
                  <c:v>3.25</c:v>
                </c:pt>
                <c:pt idx="504">
                  <c:v>3.25</c:v>
                </c:pt>
                <c:pt idx="505">
                  <c:v>3.25</c:v>
                </c:pt>
                <c:pt idx="506">
                  <c:v>3.25</c:v>
                </c:pt>
                <c:pt idx="507">
                  <c:v>3.25</c:v>
                </c:pt>
                <c:pt idx="508">
                  <c:v>3.25</c:v>
                </c:pt>
                <c:pt idx="509">
                  <c:v>3.25</c:v>
                </c:pt>
                <c:pt idx="510">
                  <c:v>3.25</c:v>
                </c:pt>
                <c:pt idx="511">
                  <c:v>3.25</c:v>
                </c:pt>
                <c:pt idx="512">
                  <c:v>3.25</c:v>
                </c:pt>
                <c:pt idx="513">
                  <c:v>3.25</c:v>
                </c:pt>
                <c:pt idx="514">
                  <c:v>3.25</c:v>
                </c:pt>
                <c:pt idx="515">
                  <c:v>3.25</c:v>
                </c:pt>
                <c:pt idx="516">
                  <c:v>3.25</c:v>
                </c:pt>
                <c:pt idx="517">
                  <c:v>3.25</c:v>
                </c:pt>
                <c:pt idx="518">
                  <c:v>3.25</c:v>
                </c:pt>
                <c:pt idx="519">
                  <c:v>3.25</c:v>
                </c:pt>
                <c:pt idx="520">
                  <c:v>3.25</c:v>
                </c:pt>
                <c:pt idx="521">
                  <c:v>3.25</c:v>
                </c:pt>
                <c:pt idx="522">
                  <c:v>3.25</c:v>
                </c:pt>
                <c:pt idx="523">
                  <c:v>3.25</c:v>
                </c:pt>
                <c:pt idx="524">
                  <c:v>3.25</c:v>
                </c:pt>
                <c:pt idx="525">
                  <c:v>3.25</c:v>
                </c:pt>
                <c:pt idx="526">
                  <c:v>3.25</c:v>
                </c:pt>
                <c:pt idx="527">
                  <c:v>3.25</c:v>
                </c:pt>
                <c:pt idx="528">
                  <c:v>3.25</c:v>
                </c:pt>
                <c:pt idx="529">
                  <c:v>3.25</c:v>
                </c:pt>
                <c:pt idx="530">
                  <c:v>3.25</c:v>
                </c:pt>
                <c:pt idx="531">
                  <c:v>3.25</c:v>
                </c:pt>
                <c:pt idx="532">
                  <c:v>3.25</c:v>
                </c:pt>
                <c:pt idx="533">
                  <c:v>3.25</c:v>
                </c:pt>
                <c:pt idx="534">
                  <c:v>3.25</c:v>
                </c:pt>
                <c:pt idx="535">
                  <c:v>3.25</c:v>
                </c:pt>
                <c:pt idx="536">
                  <c:v>3.25</c:v>
                </c:pt>
                <c:pt idx="537">
                  <c:v>3.25</c:v>
                </c:pt>
                <c:pt idx="538">
                  <c:v>3.25</c:v>
                </c:pt>
                <c:pt idx="539">
                  <c:v>3.25</c:v>
                </c:pt>
                <c:pt idx="540">
                  <c:v>3.25</c:v>
                </c:pt>
                <c:pt idx="541">
                  <c:v>3.25</c:v>
                </c:pt>
                <c:pt idx="542">
                  <c:v>3.25</c:v>
                </c:pt>
                <c:pt idx="543">
                  <c:v>3.25</c:v>
                </c:pt>
                <c:pt idx="544">
                  <c:v>3.25</c:v>
                </c:pt>
                <c:pt idx="545">
                  <c:v>3.25</c:v>
                </c:pt>
                <c:pt idx="546">
                  <c:v>3.25</c:v>
                </c:pt>
                <c:pt idx="547">
                  <c:v>3.25</c:v>
                </c:pt>
                <c:pt idx="548">
                  <c:v>3.25</c:v>
                </c:pt>
                <c:pt idx="549">
                  <c:v>3.25</c:v>
                </c:pt>
                <c:pt idx="550">
                  <c:v>3.25</c:v>
                </c:pt>
                <c:pt idx="551">
                  <c:v>3.25</c:v>
                </c:pt>
                <c:pt idx="552">
                  <c:v>3.25</c:v>
                </c:pt>
                <c:pt idx="553">
                  <c:v>3.25</c:v>
                </c:pt>
                <c:pt idx="554">
                  <c:v>3.25</c:v>
                </c:pt>
                <c:pt idx="555">
                  <c:v>3.25</c:v>
                </c:pt>
                <c:pt idx="556">
                  <c:v>3.25</c:v>
                </c:pt>
                <c:pt idx="557">
                  <c:v>3.25</c:v>
                </c:pt>
                <c:pt idx="558">
                  <c:v>3.25</c:v>
                </c:pt>
                <c:pt idx="559">
                  <c:v>3.25</c:v>
                </c:pt>
                <c:pt idx="560">
                  <c:v>3.25</c:v>
                </c:pt>
                <c:pt idx="561">
                  <c:v>3.25</c:v>
                </c:pt>
                <c:pt idx="562">
                  <c:v>3.25</c:v>
                </c:pt>
                <c:pt idx="563">
                  <c:v>3.25</c:v>
                </c:pt>
                <c:pt idx="564">
                  <c:v>3.25</c:v>
                </c:pt>
                <c:pt idx="565">
                  <c:v>3.25</c:v>
                </c:pt>
                <c:pt idx="566">
                  <c:v>3.25</c:v>
                </c:pt>
                <c:pt idx="567">
                  <c:v>3.25</c:v>
                </c:pt>
                <c:pt idx="568">
                  <c:v>3.25</c:v>
                </c:pt>
                <c:pt idx="569">
                  <c:v>3.25</c:v>
                </c:pt>
                <c:pt idx="570">
                  <c:v>3.25</c:v>
                </c:pt>
                <c:pt idx="571">
                  <c:v>3.25</c:v>
                </c:pt>
                <c:pt idx="572">
                  <c:v>3.25</c:v>
                </c:pt>
                <c:pt idx="573">
                  <c:v>3.25</c:v>
                </c:pt>
                <c:pt idx="574">
                  <c:v>3.25</c:v>
                </c:pt>
                <c:pt idx="575">
                  <c:v>3.25</c:v>
                </c:pt>
                <c:pt idx="576">
                  <c:v>3.25</c:v>
                </c:pt>
                <c:pt idx="577">
                  <c:v>3.25</c:v>
                </c:pt>
                <c:pt idx="578">
                  <c:v>3.25</c:v>
                </c:pt>
                <c:pt idx="579">
                  <c:v>3.25</c:v>
                </c:pt>
                <c:pt idx="580">
                  <c:v>3.25</c:v>
                </c:pt>
                <c:pt idx="581">
                  <c:v>3.25</c:v>
                </c:pt>
                <c:pt idx="582">
                  <c:v>3.25</c:v>
                </c:pt>
                <c:pt idx="583">
                  <c:v>3.25</c:v>
                </c:pt>
                <c:pt idx="584">
                  <c:v>3.25</c:v>
                </c:pt>
                <c:pt idx="585">
                  <c:v>3.25</c:v>
                </c:pt>
                <c:pt idx="586">
                  <c:v>3.25</c:v>
                </c:pt>
                <c:pt idx="587">
                  <c:v>3.25</c:v>
                </c:pt>
                <c:pt idx="588">
                  <c:v>3.25</c:v>
                </c:pt>
                <c:pt idx="589">
                  <c:v>3.25</c:v>
                </c:pt>
                <c:pt idx="590">
                  <c:v>3.25</c:v>
                </c:pt>
                <c:pt idx="591">
                  <c:v>3.25</c:v>
                </c:pt>
                <c:pt idx="592">
                  <c:v>3.25</c:v>
                </c:pt>
                <c:pt idx="593">
                  <c:v>3.25</c:v>
                </c:pt>
                <c:pt idx="594">
                  <c:v>3.25</c:v>
                </c:pt>
                <c:pt idx="595">
                  <c:v>3.25</c:v>
                </c:pt>
                <c:pt idx="596">
                  <c:v>3.25</c:v>
                </c:pt>
                <c:pt idx="597">
                  <c:v>3.25</c:v>
                </c:pt>
                <c:pt idx="598">
                  <c:v>3.25</c:v>
                </c:pt>
                <c:pt idx="599">
                  <c:v>3.25</c:v>
                </c:pt>
                <c:pt idx="600">
                  <c:v>3.25</c:v>
                </c:pt>
                <c:pt idx="601">
                  <c:v>3.25</c:v>
                </c:pt>
                <c:pt idx="602">
                  <c:v>3.25</c:v>
                </c:pt>
                <c:pt idx="603">
                  <c:v>3.25</c:v>
                </c:pt>
                <c:pt idx="604">
                  <c:v>3.25</c:v>
                </c:pt>
                <c:pt idx="605">
                  <c:v>3.25</c:v>
                </c:pt>
                <c:pt idx="606">
                  <c:v>3.25</c:v>
                </c:pt>
                <c:pt idx="607">
                  <c:v>3.25</c:v>
                </c:pt>
                <c:pt idx="608">
                  <c:v>3.25</c:v>
                </c:pt>
                <c:pt idx="609">
                  <c:v>3.25</c:v>
                </c:pt>
                <c:pt idx="610">
                  <c:v>3.25</c:v>
                </c:pt>
                <c:pt idx="611">
                  <c:v>3.25</c:v>
                </c:pt>
                <c:pt idx="612">
                  <c:v>3.25</c:v>
                </c:pt>
                <c:pt idx="613">
                  <c:v>3.25</c:v>
                </c:pt>
                <c:pt idx="614">
                  <c:v>3.25</c:v>
                </c:pt>
                <c:pt idx="615">
                  <c:v>3.25</c:v>
                </c:pt>
                <c:pt idx="616">
                  <c:v>3.25</c:v>
                </c:pt>
                <c:pt idx="617">
                  <c:v>3.25</c:v>
                </c:pt>
                <c:pt idx="618">
                  <c:v>3.25</c:v>
                </c:pt>
                <c:pt idx="619">
                  <c:v>3.25</c:v>
                </c:pt>
                <c:pt idx="620">
                  <c:v>3.25</c:v>
                </c:pt>
                <c:pt idx="621">
                  <c:v>3.25</c:v>
                </c:pt>
                <c:pt idx="622">
                  <c:v>3.25</c:v>
                </c:pt>
                <c:pt idx="623">
                  <c:v>3.25</c:v>
                </c:pt>
                <c:pt idx="624">
                  <c:v>3.25</c:v>
                </c:pt>
                <c:pt idx="625">
                  <c:v>3.25</c:v>
                </c:pt>
                <c:pt idx="626">
                  <c:v>3.25</c:v>
                </c:pt>
                <c:pt idx="627">
                  <c:v>3.25</c:v>
                </c:pt>
                <c:pt idx="628">
                  <c:v>3.25</c:v>
                </c:pt>
                <c:pt idx="629">
                  <c:v>3.25</c:v>
                </c:pt>
                <c:pt idx="630">
                  <c:v>3.25</c:v>
                </c:pt>
                <c:pt idx="631">
                  <c:v>3.25</c:v>
                </c:pt>
                <c:pt idx="632">
                  <c:v>3.25</c:v>
                </c:pt>
                <c:pt idx="633">
                  <c:v>3.25</c:v>
                </c:pt>
                <c:pt idx="634">
                  <c:v>3.25</c:v>
                </c:pt>
                <c:pt idx="635">
                  <c:v>3.25</c:v>
                </c:pt>
                <c:pt idx="636">
                  <c:v>3.25</c:v>
                </c:pt>
                <c:pt idx="637">
                  <c:v>3.25</c:v>
                </c:pt>
                <c:pt idx="638">
                  <c:v>3.25</c:v>
                </c:pt>
                <c:pt idx="639">
                  <c:v>3.25</c:v>
                </c:pt>
                <c:pt idx="640">
                  <c:v>3.25</c:v>
                </c:pt>
                <c:pt idx="641">
                  <c:v>3.25</c:v>
                </c:pt>
                <c:pt idx="642">
                  <c:v>3.25</c:v>
                </c:pt>
                <c:pt idx="643">
                  <c:v>3.25</c:v>
                </c:pt>
                <c:pt idx="644">
                  <c:v>3.25</c:v>
                </c:pt>
                <c:pt idx="645">
                  <c:v>3.25</c:v>
                </c:pt>
                <c:pt idx="646">
                  <c:v>3.25</c:v>
                </c:pt>
                <c:pt idx="647">
                  <c:v>3.25</c:v>
                </c:pt>
                <c:pt idx="648">
                  <c:v>3.25</c:v>
                </c:pt>
                <c:pt idx="649">
                  <c:v>3.25</c:v>
                </c:pt>
                <c:pt idx="650">
                  <c:v>3.25</c:v>
                </c:pt>
                <c:pt idx="651">
                  <c:v>3.25</c:v>
                </c:pt>
                <c:pt idx="652">
                  <c:v>3.25</c:v>
                </c:pt>
                <c:pt idx="653">
                  <c:v>3.25</c:v>
                </c:pt>
                <c:pt idx="654">
                  <c:v>3.25</c:v>
                </c:pt>
                <c:pt idx="655">
                  <c:v>3.25</c:v>
                </c:pt>
                <c:pt idx="656">
                  <c:v>3.25</c:v>
                </c:pt>
                <c:pt idx="657">
                  <c:v>3.25</c:v>
                </c:pt>
                <c:pt idx="658">
                  <c:v>3.25</c:v>
                </c:pt>
                <c:pt idx="659">
                  <c:v>3.25</c:v>
                </c:pt>
                <c:pt idx="660">
                  <c:v>3.25</c:v>
                </c:pt>
                <c:pt idx="661">
                  <c:v>3.25</c:v>
                </c:pt>
                <c:pt idx="662">
                  <c:v>3.25</c:v>
                </c:pt>
                <c:pt idx="663">
                  <c:v>3.25</c:v>
                </c:pt>
                <c:pt idx="664">
                  <c:v>3.25</c:v>
                </c:pt>
                <c:pt idx="665">
                  <c:v>3.25</c:v>
                </c:pt>
                <c:pt idx="666">
                  <c:v>3.25</c:v>
                </c:pt>
                <c:pt idx="667">
                  <c:v>3.25</c:v>
                </c:pt>
                <c:pt idx="668">
                  <c:v>3.25</c:v>
                </c:pt>
                <c:pt idx="669">
                  <c:v>3.25</c:v>
                </c:pt>
                <c:pt idx="670">
                  <c:v>3.25</c:v>
                </c:pt>
                <c:pt idx="671">
                  <c:v>3.25</c:v>
                </c:pt>
                <c:pt idx="672">
                  <c:v>3.25</c:v>
                </c:pt>
                <c:pt idx="673">
                  <c:v>3.25</c:v>
                </c:pt>
                <c:pt idx="674">
                  <c:v>3.25</c:v>
                </c:pt>
                <c:pt idx="675">
                  <c:v>3.25</c:v>
                </c:pt>
                <c:pt idx="676">
                  <c:v>3.25</c:v>
                </c:pt>
                <c:pt idx="677">
                  <c:v>3.25</c:v>
                </c:pt>
                <c:pt idx="678">
                  <c:v>3.25</c:v>
                </c:pt>
                <c:pt idx="679">
                  <c:v>3.25</c:v>
                </c:pt>
                <c:pt idx="680">
                  <c:v>3.25</c:v>
                </c:pt>
                <c:pt idx="681">
                  <c:v>3.25</c:v>
                </c:pt>
                <c:pt idx="682">
                  <c:v>3.25</c:v>
                </c:pt>
                <c:pt idx="683">
                  <c:v>3.25</c:v>
                </c:pt>
                <c:pt idx="684">
                  <c:v>3.25</c:v>
                </c:pt>
                <c:pt idx="685">
                  <c:v>3.25</c:v>
                </c:pt>
                <c:pt idx="686">
                  <c:v>3.25</c:v>
                </c:pt>
                <c:pt idx="687">
                  <c:v>3.25</c:v>
                </c:pt>
                <c:pt idx="688">
                  <c:v>3.25</c:v>
                </c:pt>
                <c:pt idx="689">
                  <c:v>3.25</c:v>
                </c:pt>
                <c:pt idx="690">
                  <c:v>3.25</c:v>
                </c:pt>
                <c:pt idx="691">
                  <c:v>3.25</c:v>
                </c:pt>
                <c:pt idx="692">
                  <c:v>3.25</c:v>
                </c:pt>
                <c:pt idx="693">
                  <c:v>3.25</c:v>
                </c:pt>
                <c:pt idx="694">
                  <c:v>3.25</c:v>
                </c:pt>
                <c:pt idx="695">
                  <c:v>3.25</c:v>
                </c:pt>
                <c:pt idx="696">
                  <c:v>3.25</c:v>
                </c:pt>
                <c:pt idx="697">
                  <c:v>3.25</c:v>
                </c:pt>
                <c:pt idx="698">
                  <c:v>3.25</c:v>
                </c:pt>
                <c:pt idx="699">
                  <c:v>3.25</c:v>
                </c:pt>
                <c:pt idx="700">
                  <c:v>3.25</c:v>
                </c:pt>
                <c:pt idx="701">
                  <c:v>3.25</c:v>
                </c:pt>
                <c:pt idx="702">
                  <c:v>3.25</c:v>
                </c:pt>
                <c:pt idx="703">
                  <c:v>3.25</c:v>
                </c:pt>
                <c:pt idx="704">
                  <c:v>3.25</c:v>
                </c:pt>
                <c:pt idx="705">
                  <c:v>3.25</c:v>
                </c:pt>
                <c:pt idx="706">
                  <c:v>3.25</c:v>
                </c:pt>
                <c:pt idx="707">
                  <c:v>3.25</c:v>
                </c:pt>
                <c:pt idx="708">
                  <c:v>3.25</c:v>
                </c:pt>
                <c:pt idx="709">
                  <c:v>3.25</c:v>
                </c:pt>
                <c:pt idx="710">
                  <c:v>3.25</c:v>
                </c:pt>
                <c:pt idx="711">
                  <c:v>3.25</c:v>
                </c:pt>
                <c:pt idx="712">
                  <c:v>3.25</c:v>
                </c:pt>
                <c:pt idx="713">
                  <c:v>3.25</c:v>
                </c:pt>
                <c:pt idx="714">
                  <c:v>3.25</c:v>
                </c:pt>
                <c:pt idx="715">
                  <c:v>3.25</c:v>
                </c:pt>
                <c:pt idx="716">
                  <c:v>3.25</c:v>
                </c:pt>
                <c:pt idx="717">
                  <c:v>3.25</c:v>
                </c:pt>
                <c:pt idx="718">
                  <c:v>3.25</c:v>
                </c:pt>
                <c:pt idx="719">
                  <c:v>3.25</c:v>
                </c:pt>
                <c:pt idx="720">
                  <c:v>3.25</c:v>
                </c:pt>
                <c:pt idx="721">
                  <c:v>3.25</c:v>
                </c:pt>
                <c:pt idx="722">
                  <c:v>3.25</c:v>
                </c:pt>
                <c:pt idx="723">
                  <c:v>3.25</c:v>
                </c:pt>
                <c:pt idx="724">
                  <c:v>3.25</c:v>
                </c:pt>
                <c:pt idx="725">
                  <c:v>3.25</c:v>
                </c:pt>
                <c:pt idx="726">
                  <c:v>3.25</c:v>
                </c:pt>
                <c:pt idx="727">
                  <c:v>3.25</c:v>
                </c:pt>
                <c:pt idx="728">
                  <c:v>3.25</c:v>
                </c:pt>
                <c:pt idx="729">
                  <c:v>3.25</c:v>
                </c:pt>
                <c:pt idx="730">
                  <c:v>3.25</c:v>
                </c:pt>
                <c:pt idx="731">
                  <c:v>3.25</c:v>
                </c:pt>
                <c:pt idx="732">
                  <c:v>3.25</c:v>
                </c:pt>
                <c:pt idx="733">
                  <c:v>3.25</c:v>
                </c:pt>
                <c:pt idx="734">
                  <c:v>3.25</c:v>
                </c:pt>
                <c:pt idx="735">
                  <c:v>3.25</c:v>
                </c:pt>
                <c:pt idx="736">
                  <c:v>3.25</c:v>
                </c:pt>
                <c:pt idx="737">
                  <c:v>3.25</c:v>
                </c:pt>
                <c:pt idx="738">
                  <c:v>3.25</c:v>
                </c:pt>
                <c:pt idx="739">
                  <c:v>3.25</c:v>
                </c:pt>
                <c:pt idx="740">
                  <c:v>3.25</c:v>
                </c:pt>
                <c:pt idx="741">
                  <c:v>3.25</c:v>
                </c:pt>
                <c:pt idx="742">
                  <c:v>3.25</c:v>
                </c:pt>
                <c:pt idx="743">
                  <c:v>3.25</c:v>
                </c:pt>
                <c:pt idx="744">
                  <c:v>3.25</c:v>
                </c:pt>
                <c:pt idx="745">
                  <c:v>3.25</c:v>
                </c:pt>
                <c:pt idx="746">
                  <c:v>3.25</c:v>
                </c:pt>
                <c:pt idx="747">
                  <c:v>3.25</c:v>
                </c:pt>
                <c:pt idx="748">
                  <c:v>3.25</c:v>
                </c:pt>
                <c:pt idx="749">
                  <c:v>3.25</c:v>
                </c:pt>
                <c:pt idx="750">
                  <c:v>3.25</c:v>
                </c:pt>
                <c:pt idx="751">
                  <c:v>3.25</c:v>
                </c:pt>
                <c:pt idx="752">
                  <c:v>3.25</c:v>
                </c:pt>
                <c:pt idx="753">
                  <c:v>3.25</c:v>
                </c:pt>
                <c:pt idx="754">
                  <c:v>3.25</c:v>
                </c:pt>
                <c:pt idx="755">
                  <c:v>3.25</c:v>
                </c:pt>
                <c:pt idx="756">
                  <c:v>3.25</c:v>
                </c:pt>
                <c:pt idx="757">
                  <c:v>3.25</c:v>
                </c:pt>
                <c:pt idx="758">
                  <c:v>3.25</c:v>
                </c:pt>
                <c:pt idx="759">
                  <c:v>3.25</c:v>
                </c:pt>
                <c:pt idx="760">
                  <c:v>3.25</c:v>
                </c:pt>
                <c:pt idx="761">
                  <c:v>3.25</c:v>
                </c:pt>
                <c:pt idx="762">
                  <c:v>3.25</c:v>
                </c:pt>
                <c:pt idx="763">
                  <c:v>2.75</c:v>
                </c:pt>
                <c:pt idx="764">
                  <c:v>2.75</c:v>
                </c:pt>
                <c:pt idx="765">
                  <c:v>2.75</c:v>
                </c:pt>
                <c:pt idx="766">
                  <c:v>2.75</c:v>
                </c:pt>
                <c:pt idx="767">
                  <c:v>2.75</c:v>
                </c:pt>
                <c:pt idx="768">
                  <c:v>2.75</c:v>
                </c:pt>
                <c:pt idx="769">
                  <c:v>2.75</c:v>
                </c:pt>
                <c:pt idx="770">
                  <c:v>2.75</c:v>
                </c:pt>
                <c:pt idx="771">
                  <c:v>2.75</c:v>
                </c:pt>
                <c:pt idx="772">
                  <c:v>2.75</c:v>
                </c:pt>
                <c:pt idx="773">
                  <c:v>2.75</c:v>
                </c:pt>
                <c:pt idx="774">
                  <c:v>2.75</c:v>
                </c:pt>
                <c:pt idx="775">
                  <c:v>2.75</c:v>
                </c:pt>
                <c:pt idx="776">
                  <c:v>2.75</c:v>
                </c:pt>
                <c:pt idx="777">
                  <c:v>2.75</c:v>
                </c:pt>
                <c:pt idx="778">
                  <c:v>2.75</c:v>
                </c:pt>
                <c:pt idx="779">
                  <c:v>2.75</c:v>
                </c:pt>
                <c:pt idx="780">
                  <c:v>2.75</c:v>
                </c:pt>
                <c:pt idx="781">
                  <c:v>2.75</c:v>
                </c:pt>
                <c:pt idx="782">
                  <c:v>2.75</c:v>
                </c:pt>
                <c:pt idx="783">
                  <c:v>2.75</c:v>
                </c:pt>
                <c:pt idx="784">
                  <c:v>2.75</c:v>
                </c:pt>
                <c:pt idx="785">
                  <c:v>2.75</c:v>
                </c:pt>
                <c:pt idx="786">
                  <c:v>2.75</c:v>
                </c:pt>
                <c:pt idx="787">
                  <c:v>2.75</c:v>
                </c:pt>
                <c:pt idx="788">
                  <c:v>2.75</c:v>
                </c:pt>
                <c:pt idx="789">
                  <c:v>2.75</c:v>
                </c:pt>
                <c:pt idx="790">
                  <c:v>2.75</c:v>
                </c:pt>
                <c:pt idx="791">
                  <c:v>2.75</c:v>
                </c:pt>
                <c:pt idx="792">
                  <c:v>2.75</c:v>
                </c:pt>
                <c:pt idx="793">
                  <c:v>2.75</c:v>
                </c:pt>
                <c:pt idx="794">
                  <c:v>2.75</c:v>
                </c:pt>
                <c:pt idx="795">
                  <c:v>2.75</c:v>
                </c:pt>
                <c:pt idx="796">
                  <c:v>2.75</c:v>
                </c:pt>
                <c:pt idx="797">
                  <c:v>2.75</c:v>
                </c:pt>
                <c:pt idx="798">
                  <c:v>2.75</c:v>
                </c:pt>
                <c:pt idx="799">
                  <c:v>2.75</c:v>
                </c:pt>
                <c:pt idx="800">
                  <c:v>2.75</c:v>
                </c:pt>
                <c:pt idx="801">
                  <c:v>2.75</c:v>
                </c:pt>
                <c:pt idx="802">
                  <c:v>2.75</c:v>
                </c:pt>
                <c:pt idx="803">
                  <c:v>2.75</c:v>
                </c:pt>
                <c:pt idx="804">
                  <c:v>2.75</c:v>
                </c:pt>
                <c:pt idx="805">
                  <c:v>2.75</c:v>
                </c:pt>
                <c:pt idx="806">
                  <c:v>2.75</c:v>
                </c:pt>
                <c:pt idx="807">
                  <c:v>2.75</c:v>
                </c:pt>
                <c:pt idx="808">
                  <c:v>2.75</c:v>
                </c:pt>
                <c:pt idx="809">
                  <c:v>2.75</c:v>
                </c:pt>
                <c:pt idx="810">
                  <c:v>2.75</c:v>
                </c:pt>
                <c:pt idx="811">
                  <c:v>2.75</c:v>
                </c:pt>
                <c:pt idx="812">
                  <c:v>2.75</c:v>
                </c:pt>
                <c:pt idx="813">
                  <c:v>2.75</c:v>
                </c:pt>
                <c:pt idx="814">
                  <c:v>2.75</c:v>
                </c:pt>
                <c:pt idx="815">
                  <c:v>2.75</c:v>
                </c:pt>
                <c:pt idx="816">
                  <c:v>2.75</c:v>
                </c:pt>
                <c:pt idx="817">
                  <c:v>2.75</c:v>
                </c:pt>
                <c:pt idx="818">
                  <c:v>2.75</c:v>
                </c:pt>
                <c:pt idx="819">
                  <c:v>2.75</c:v>
                </c:pt>
                <c:pt idx="820">
                  <c:v>2.75</c:v>
                </c:pt>
                <c:pt idx="821">
                  <c:v>2.75</c:v>
                </c:pt>
                <c:pt idx="822">
                  <c:v>2.75</c:v>
                </c:pt>
                <c:pt idx="823">
                  <c:v>2.75</c:v>
                </c:pt>
                <c:pt idx="824">
                  <c:v>2.75</c:v>
                </c:pt>
                <c:pt idx="825">
                  <c:v>2.75</c:v>
                </c:pt>
                <c:pt idx="826">
                  <c:v>2.75</c:v>
                </c:pt>
                <c:pt idx="827">
                  <c:v>2.75</c:v>
                </c:pt>
                <c:pt idx="828">
                  <c:v>2.5</c:v>
                </c:pt>
                <c:pt idx="829">
                  <c:v>2.5</c:v>
                </c:pt>
                <c:pt idx="830">
                  <c:v>2.5</c:v>
                </c:pt>
                <c:pt idx="831">
                  <c:v>2.5</c:v>
                </c:pt>
                <c:pt idx="832">
                  <c:v>2.5</c:v>
                </c:pt>
                <c:pt idx="833">
                  <c:v>2.5</c:v>
                </c:pt>
                <c:pt idx="834">
                  <c:v>2.5</c:v>
                </c:pt>
                <c:pt idx="835">
                  <c:v>2.5</c:v>
                </c:pt>
                <c:pt idx="836">
                  <c:v>2.5</c:v>
                </c:pt>
                <c:pt idx="837">
                  <c:v>2.5</c:v>
                </c:pt>
                <c:pt idx="838">
                  <c:v>2.5</c:v>
                </c:pt>
                <c:pt idx="839">
                  <c:v>2.5</c:v>
                </c:pt>
                <c:pt idx="840">
                  <c:v>2.5</c:v>
                </c:pt>
                <c:pt idx="841">
                  <c:v>2.5</c:v>
                </c:pt>
                <c:pt idx="842">
                  <c:v>2.5</c:v>
                </c:pt>
                <c:pt idx="843">
                  <c:v>2.5</c:v>
                </c:pt>
                <c:pt idx="844">
                  <c:v>2.5</c:v>
                </c:pt>
                <c:pt idx="845">
                  <c:v>2.5</c:v>
                </c:pt>
                <c:pt idx="846">
                  <c:v>2.5</c:v>
                </c:pt>
                <c:pt idx="847">
                  <c:v>2.5</c:v>
                </c:pt>
                <c:pt idx="848">
                  <c:v>2.5</c:v>
                </c:pt>
                <c:pt idx="849">
                  <c:v>2.5</c:v>
                </c:pt>
                <c:pt idx="850">
                  <c:v>2.5</c:v>
                </c:pt>
                <c:pt idx="851">
                  <c:v>2.5</c:v>
                </c:pt>
                <c:pt idx="852">
                  <c:v>2.5</c:v>
                </c:pt>
                <c:pt idx="853">
                  <c:v>2.5</c:v>
                </c:pt>
                <c:pt idx="854">
                  <c:v>2.5</c:v>
                </c:pt>
                <c:pt idx="855">
                  <c:v>2.5</c:v>
                </c:pt>
                <c:pt idx="856">
                  <c:v>2.5</c:v>
                </c:pt>
                <c:pt idx="857">
                  <c:v>2.5</c:v>
                </c:pt>
                <c:pt idx="858">
                  <c:v>2.5</c:v>
                </c:pt>
                <c:pt idx="859">
                  <c:v>2.5</c:v>
                </c:pt>
                <c:pt idx="860">
                  <c:v>2.5</c:v>
                </c:pt>
                <c:pt idx="861">
                  <c:v>2.5</c:v>
                </c:pt>
                <c:pt idx="862">
                  <c:v>2.5</c:v>
                </c:pt>
                <c:pt idx="863">
                  <c:v>2.5</c:v>
                </c:pt>
                <c:pt idx="864">
                  <c:v>2.5</c:v>
                </c:pt>
                <c:pt idx="865">
                  <c:v>2.5</c:v>
                </c:pt>
                <c:pt idx="866">
                  <c:v>2.5</c:v>
                </c:pt>
                <c:pt idx="867">
                  <c:v>2.5</c:v>
                </c:pt>
                <c:pt idx="868">
                  <c:v>2.5</c:v>
                </c:pt>
                <c:pt idx="869">
                  <c:v>2.5</c:v>
                </c:pt>
                <c:pt idx="870">
                  <c:v>2.5</c:v>
                </c:pt>
                <c:pt idx="871">
                  <c:v>2.5</c:v>
                </c:pt>
                <c:pt idx="872">
                  <c:v>2.5</c:v>
                </c:pt>
                <c:pt idx="873">
                  <c:v>2.5</c:v>
                </c:pt>
                <c:pt idx="874">
                  <c:v>2.5</c:v>
                </c:pt>
                <c:pt idx="875">
                  <c:v>2.5</c:v>
                </c:pt>
                <c:pt idx="876">
                  <c:v>2.5</c:v>
                </c:pt>
                <c:pt idx="877">
                  <c:v>2.5</c:v>
                </c:pt>
                <c:pt idx="878">
                  <c:v>2.5</c:v>
                </c:pt>
                <c:pt idx="879">
                  <c:v>2.5</c:v>
                </c:pt>
                <c:pt idx="880">
                  <c:v>2.5</c:v>
                </c:pt>
                <c:pt idx="881">
                  <c:v>2.5</c:v>
                </c:pt>
                <c:pt idx="882">
                  <c:v>2.5</c:v>
                </c:pt>
                <c:pt idx="883">
                  <c:v>2.5</c:v>
                </c:pt>
                <c:pt idx="884">
                  <c:v>2.5</c:v>
                </c:pt>
                <c:pt idx="885">
                  <c:v>2.5</c:v>
                </c:pt>
                <c:pt idx="886">
                  <c:v>2.5</c:v>
                </c:pt>
                <c:pt idx="887">
                  <c:v>2.5</c:v>
                </c:pt>
                <c:pt idx="888">
                  <c:v>2.5</c:v>
                </c:pt>
                <c:pt idx="889">
                  <c:v>2.5</c:v>
                </c:pt>
                <c:pt idx="890">
                  <c:v>2.5</c:v>
                </c:pt>
                <c:pt idx="891">
                  <c:v>2.5</c:v>
                </c:pt>
                <c:pt idx="892">
                  <c:v>2.5</c:v>
                </c:pt>
                <c:pt idx="893">
                  <c:v>2</c:v>
                </c:pt>
                <c:pt idx="894">
                  <c:v>2</c:v>
                </c:pt>
                <c:pt idx="895">
                  <c:v>2</c:v>
                </c:pt>
                <c:pt idx="896">
                  <c:v>2</c:v>
                </c:pt>
                <c:pt idx="897">
                  <c:v>2</c:v>
                </c:pt>
                <c:pt idx="898">
                  <c:v>2</c:v>
                </c:pt>
                <c:pt idx="899">
                  <c:v>2</c:v>
                </c:pt>
                <c:pt idx="900">
                  <c:v>2</c:v>
                </c:pt>
                <c:pt idx="901">
                  <c:v>2</c:v>
                </c:pt>
                <c:pt idx="902">
                  <c:v>2</c:v>
                </c:pt>
                <c:pt idx="903">
                  <c:v>2</c:v>
                </c:pt>
                <c:pt idx="904">
                  <c:v>2</c:v>
                </c:pt>
                <c:pt idx="905">
                  <c:v>2</c:v>
                </c:pt>
                <c:pt idx="906">
                  <c:v>2</c:v>
                </c:pt>
                <c:pt idx="907">
                  <c:v>2</c:v>
                </c:pt>
                <c:pt idx="908">
                  <c:v>2</c:v>
                </c:pt>
                <c:pt idx="909">
                  <c:v>2</c:v>
                </c:pt>
                <c:pt idx="910">
                  <c:v>2</c:v>
                </c:pt>
                <c:pt idx="911">
                  <c:v>2</c:v>
                </c:pt>
                <c:pt idx="912">
                  <c:v>2</c:v>
                </c:pt>
                <c:pt idx="913">
                  <c:v>2</c:v>
                </c:pt>
                <c:pt idx="914">
                  <c:v>2</c:v>
                </c:pt>
                <c:pt idx="915">
                  <c:v>2</c:v>
                </c:pt>
                <c:pt idx="916">
                  <c:v>2</c:v>
                </c:pt>
                <c:pt idx="917">
                  <c:v>2</c:v>
                </c:pt>
                <c:pt idx="918">
                  <c:v>2</c:v>
                </c:pt>
                <c:pt idx="919">
                  <c:v>2</c:v>
                </c:pt>
                <c:pt idx="920">
                  <c:v>2</c:v>
                </c:pt>
                <c:pt idx="921">
                  <c:v>2</c:v>
                </c:pt>
                <c:pt idx="922">
                  <c:v>2</c:v>
                </c:pt>
                <c:pt idx="923">
                  <c:v>2</c:v>
                </c:pt>
                <c:pt idx="924">
                  <c:v>2</c:v>
                </c:pt>
                <c:pt idx="925">
                  <c:v>2</c:v>
                </c:pt>
                <c:pt idx="926">
                  <c:v>2</c:v>
                </c:pt>
                <c:pt idx="927">
                  <c:v>2</c:v>
                </c:pt>
                <c:pt idx="928">
                  <c:v>2</c:v>
                </c:pt>
                <c:pt idx="929">
                  <c:v>2</c:v>
                </c:pt>
                <c:pt idx="930">
                  <c:v>2</c:v>
                </c:pt>
                <c:pt idx="931">
                  <c:v>2</c:v>
                </c:pt>
                <c:pt idx="932">
                  <c:v>2</c:v>
                </c:pt>
                <c:pt idx="933">
                  <c:v>2</c:v>
                </c:pt>
                <c:pt idx="934">
                  <c:v>2</c:v>
                </c:pt>
                <c:pt idx="935">
                  <c:v>2</c:v>
                </c:pt>
                <c:pt idx="936">
                  <c:v>2</c:v>
                </c:pt>
                <c:pt idx="937">
                  <c:v>2</c:v>
                </c:pt>
                <c:pt idx="938">
                  <c:v>2</c:v>
                </c:pt>
                <c:pt idx="939">
                  <c:v>2</c:v>
                </c:pt>
                <c:pt idx="940">
                  <c:v>2</c:v>
                </c:pt>
                <c:pt idx="941">
                  <c:v>2</c:v>
                </c:pt>
                <c:pt idx="942">
                  <c:v>2</c:v>
                </c:pt>
                <c:pt idx="943">
                  <c:v>2</c:v>
                </c:pt>
                <c:pt idx="944">
                  <c:v>2</c:v>
                </c:pt>
                <c:pt idx="945">
                  <c:v>2</c:v>
                </c:pt>
                <c:pt idx="946">
                  <c:v>2</c:v>
                </c:pt>
                <c:pt idx="947">
                  <c:v>2</c:v>
                </c:pt>
                <c:pt idx="948">
                  <c:v>2</c:v>
                </c:pt>
                <c:pt idx="949">
                  <c:v>2</c:v>
                </c:pt>
                <c:pt idx="950">
                  <c:v>2</c:v>
                </c:pt>
                <c:pt idx="951">
                  <c:v>2</c:v>
                </c:pt>
                <c:pt idx="952">
                  <c:v>2</c:v>
                </c:pt>
                <c:pt idx="953">
                  <c:v>2</c:v>
                </c:pt>
                <c:pt idx="954">
                  <c:v>2</c:v>
                </c:pt>
                <c:pt idx="955">
                  <c:v>2</c:v>
                </c:pt>
                <c:pt idx="956">
                  <c:v>2</c:v>
                </c:pt>
                <c:pt idx="957">
                  <c:v>2</c:v>
                </c:pt>
                <c:pt idx="958">
                  <c:v>2</c:v>
                </c:pt>
                <c:pt idx="959">
                  <c:v>2</c:v>
                </c:pt>
                <c:pt idx="960">
                  <c:v>2</c:v>
                </c:pt>
                <c:pt idx="961">
                  <c:v>2</c:v>
                </c:pt>
                <c:pt idx="962">
                  <c:v>2</c:v>
                </c:pt>
                <c:pt idx="963">
                  <c:v>2</c:v>
                </c:pt>
                <c:pt idx="964">
                  <c:v>2</c:v>
                </c:pt>
                <c:pt idx="965">
                  <c:v>2</c:v>
                </c:pt>
                <c:pt idx="966">
                  <c:v>2</c:v>
                </c:pt>
                <c:pt idx="967">
                  <c:v>2</c:v>
                </c:pt>
                <c:pt idx="968">
                  <c:v>2</c:v>
                </c:pt>
                <c:pt idx="969">
                  <c:v>2</c:v>
                </c:pt>
                <c:pt idx="970">
                  <c:v>2</c:v>
                </c:pt>
                <c:pt idx="971">
                  <c:v>2</c:v>
                </c:pt>
                <c:pt idx="972">
                  <c:v>2</c:v>
                </c:pt>
                <c:pt idx="973">
                  <c:v>2</c:v>
                </c:pt>
                <c:pt idx="974">
                  <c:v>2</c:v>
                </c:pt>
                <c:pt idx="975">
                  <c:v>2</c:v>
                </c:pt>
                <c:pt idx="976">
                  <c:v>2</c:v>
                </c:pt>
                <c:pt idx="977">
                  <c:v>2</c:v>
                </c:pt>
                <c:pt idx="978">
                  <c:v>2</c:v>
                </c:pt>
                <c:pt idx="979">
                  <c:v>2</c:v>
                </c:pt>
                <c:pt idx="980">
                  <c:v>2</c:v>
                </c:pt>
                <c:pt idx="981">
                  <c:v>2</c:v>
                </c:pt>
                <c:pt idx="982">
                  <c:v>2</c:v>
                </c:pt>
                <c:pt idx="983">
                  <c:v>2</c:v>
                </c:pt>
                <c:pt idx="984">
                  <c:v>2</c:v>
                </c:pt>
                <c:pt idx="985">
                  <c:v>2</c:v>
                </c:pt>
                <c:pt idx="986">
                  <c:v>2</c:v>
                </c:pt>
                <c:pt idx="987">
                  <c:v>2</c:v>
                </c:pt>
                <c:pt idx="988">
                  <c:v>2</c:v>
                </c:pt>
                <c:pt idx="989">
                  <c:v>2</c:v>
                </c:pt>
                <c:pt idx="990">
                  <c:v>2</c:v>
                </c:pt>
                <c:pt idx="991">
                  <c:v>2</c:v>
                </c:pt>
                <c:pt idx="992">
                  <c:v>2</c:v>
                </c:pt>
                <c:pt idx="993">
                  <c:v>2</c:v>
                </c:pt>
                <c:pt idx="994">
                  <c:v>2</c:v>
                </c:pt>
                <c:pt idx="995">
                  <c:v>2</c:v>
                </c:pt>
                <c:pt idx="996">
                  <c:v>2</c:v>
                </c:pt>
                <c:pt idx="997">
                  <c:v>2</c:v>
                </c:pt>
                <c:pt idx="998">
                  <c:v>2</c:v>
                </c:pt>
                <c:pt idx="999">
                  <c:v>2</c:v>
                </c:pt>
                <c:pt idx="1000">
                  <c:v>2</c:v>
                </c:pt>
                <c:pt idx="1001">
                  <c:v>2</c:v>
                </c:pt>
                <c:pt idx="1002">
                  <c:v>2</c:v>
                </c:pt>
                <c:pt idx="1003">
                  <c:v>2</c:v>
                </c:pt>
                <c:pt idx="1004">
                  <c:v>2</c:v>
                </c:pt>
                <c:pt idx="1005">
                  <c:v>2</c:v>
                </c:pt>
                <c:pt idx="1006">
                  <c:v>2</c:v>
                </c:pt>
                <c:pt idx="1007">
                  <c:v>2</c:v>
                </c:pt>
                <c:pt idx="1008">
                  <c:v>2</c:v>
                </c:pt>
                <c:pt idx="1009">
                  <c:v>2</c:v>
                </c:pt>
                <c:pt idx="1010">
                  <c:v>2</c:v>
                </c:pt>
                <c:pt idx="1011">
                  <c:v>2</c:v>
                </c:pt>
                <c:pt idx="1012">
                  <c:v>2</c:v>
                </c:pt>
                <c:pt idx="1013">
                  <c:v>2</c:v>
                </c:pt>
                <c:pt idx="1014">
                  <c:v>2</c:v>
                </c:pt>
                <c:pt idx="1015">
                  <c:v>2</c:v>
                </c:pt>
                <c:pt idx="1016">
                  <c:v>2</c:v>
                </c:pt>
                <c:pt idx="1017">
                  <c:v>2</c:v>
                </c:pt>
                <c:pt idx="1018">
                  <c:v>2</c:v>
                </c:pt>
                <c:pt idx="1019">
                  <c:v>2</c:v>
                </c:pt>
                <c:pt idx="1020">
                  <c:v>2</c:v>
                </c:pt>
                <c:pt idx="1021">
                  <c:v>2</c:v>
                </c:pt>
                <c:pt idx="1022">
                  <c:v>2</c:v>
                </c:pt>
                <c:pt idx="1023">
                  <c:v>2</c:v>
                </c:pt>
                <c:pt idx="1024">
                  <c:v>2</c:v>
                </c:pt>
                <c:pt idx="1025">
                  <c:v>2</c:v>
                </c:pt>
                <c:pt idx="1026">
                  <c:v>2</c:v>
                </c:pt>
                <c:pt idx="1027">
                  <c:v>2</c:v>
                </c:pt>
                <c:pt idx="1028">
                  <c:v>2</c:v>
                </c:pt>
                <c:pt idx="1029">
                  <c:v>2</c:v>
                </c:pt>
                <c:pt idx="1030">
                  <c:v>2</c:v>
                </c:pt>
                <c:pt idx="1031">
                  <c:v>2</c:v>
                </c:pt>
                <c:pt idx="1032">
                  <c:v>2</c:v>
                </c:pt>
                <c:pt idx="1033">
                  <c:v>2</c:v>
                </c:pt>
                <c:pt idx="1034">
                  <c:v>2</c:v>
                </c:pt>
                <c:pt idx="1035">
                  <c:v>2</c:v>
                </c:pt>
                <c:pt idx="1036">
                  <c:v>2</c:v>
                </c:pt>
                <c:pt idx="1037">
                  <c:v>2</c:v>
                </c:pt>
                <c:pt idx="1038">
                  <c:v>2</c:v>
                </c:pt>
                <c:pt idx="1039">
                  <c:v>2</c:v>
                </c:pt>
                <c:pt idx="1040">
                  <c:v>2</c:v>
                </c:pt>
                <c:pt idx="1041">
                  <c:v>2</c:v>
                </c:pt>
                <c:pt idx="1042">
                  <c:v>2</c:v>
                </c:pt>
                <c:pt idx="1043">
                  <c:v>2</c:v>
                </c:pt>
                <c:pt idx="1044">
                  <c:v>2</c:v>
                </c:pt>
                <c:pt idx="1045">
                  <c:v>2</c:v>
                </c:pt>
                <c:pt idx="1046">
                  <c:v>2</c:v>
                </c:pt>
                <c:pt idx="1047">
                  <c:v>2</c:v>
                </c:pt>
                <c:pt idx="1048">
                  <c:v>2</c:v>
                </c:pt>
                <c:pt idx="1049">
                  <c:v>2</c:v>
                </c:pt>
                <c:pt idx="1050">
                  <c:v>2</c:v>
                </c:pt>
                <c:pt idx="1051">
                  <c:v>2</c:v>
                </c:pt>
                <c:pt idx="1052">
                  <c:v>2</c:v>
                </c:pt>
                <c:pt idx="1053">
                  <c:v>2</c:v>
                </c:pt>
                <c:pt idx="1054">
                  <c:v>2</c:v>
                </c:pt>
                <c:pt idx="1055">
                  <c:v>2</c:v>
                </c:pt>
                <c:pt idx="1056">
                  <c:v>2</c:v>
                </c:pt>
                <c:pt idx="1057">
                  <c:v>2</c:v>
                </c:pt>
                <c:pt idx="1058">
                  <c:v>2</c:v>
                </c:pt>
                <c:pt idx="1059">
                  <c:v>2</c:v>
                </c:pt>
                <c:pt idx="1060">
                  <c:v>2</c:v>
                </c:pt>
                <c:pt idx="1061">
                  <c:v>2</c:v>
                </c:pt>
                <c:pt idx="1062">
                  <c:v>2</c:v>
                </c:pt>
                <c:pt idx="1063">
                  <c:v>2</c:v>
                </c:pt>
                <c:pt idx="1064">
                  <c:v>2</c:v>
                </c:pt>
                <c:pt idx="1065">
                  <c:v>2</c:v>
                </c:pt>
                <c:pt idx="1066">
                  <c:v>2</c:v>
                </c:pt>
                <c:pt idx="1067">
                  <c:v>2</c:v>
                </c:pt>
                <c:pt idx="1068">
                  <c:v>2</c:v>
                </c:pt>
                <c:pt idx="1069">
                  <c:v>2</c:v>
                </c:pt>
                <c:pt idx="1070">
                  <c:v>2</c:v>
                </c:pt>
                <c:pt idx="1071">
                  <c:v>2</c:v>
                </c:pt>
                <c:pt idx="1072">
                  <c:v>2</c:v>
                </c:pt>
                <c:pt idx="1073">
                  <c:v>2</c:v>
                </c:pt>
                <c:pt idx="1074">
                  <c:v>2</c:v>
                </c:pt>
                <c:pt idx="1075">
                  <c:v>2</c:v>
                </c:pt>
                <c:pt idx="1076">
                  <c:v>2</c:v>
                </c:pt>
                <c:pt idx="1077">
                  <c:v>2</c:v>
                </c:pt>
                <c:pt idx="1078">
                  <c:v>2</c:v>
                </c:pt>
                <c:pt idx="1079">
                  <c:v>2</c:v>
                </c:pt>
                <c:pt idx="1080">
                  <c:v>2</c:v>
                </c:pt>
                <c:pt idx="1081">
                  <c:v>2</c:v>
                </c:pt>
                <c:pt idx="1082">
                  <c:v>2</c:v>
                </c:pt>
                <c:pt idx="1083">
                  <c:v>2</c:v>
                </c:pt>
                <c:pt idx="1084">
                  <c:v>2</c:v>
                </c:pt>
                <c:pt idx="1085">
                  <c:v>2</c:v>
                </c:pt>
                <c:pt idx="1086">
                  <c:v>2</c:v>
                </c:pt>
                <c:pt idx="1087">
                  <c:v>2</c:v>
                </c:pt>
                <c:pt idx="1088">
                  <c:v>2</c:v>
                </c:pt>
                <c:pt idx="1089">
                  <c:v>2</c:v>
                </c:pt>
                <c:pt idx="1090">
                  <c:v>2</c:v>
                </c:pt>
                <c:pt idx="1091">
                  <c:v>2</c:v>
                </c:pt>
                <c:pt idx="1092">
                  <c:v>2</c:v>
                </c:pt>
                <c:pt idx="1093">
                  <c:v>2</c:v>
                </c:pt>
                <c:pt idx="1094">
                  <c:v>2</c:v>
                </c:pt>
                <c:pt idx="1095">
                  <c:v>2</c:v>
                </c:pt>
                <c:pt idx="1096">
                  <c:v>2</c:v>
                </c:pt>
                <c:pt idx="1097">
                  <c:v>2</c:v>
                </c:pt>
                <c:pt idx="1098">
                  <c:v>2</c:v>
                </c:pt>
                <c:pt idx="1099">
                  <c:v>2</c:v>
                </c:pt>
                <c:pt idx="1100">
                  <c:v>2</c:v>
                </c:pt>
                <c:pt idx="1101">
                  <c:v>2</c:v>
                </c:pt>
                <c:pt idx="1102">
                  <c:v>2</c:v>
                </c:pt>
                <c:pt idx="1103">
                  <c:v>2</c:v>
                </c:pt>
                <c:pt idx="1104">
                  <c:v>2</c:v>
                </c:pt>
                <c:pt idx="1105">
                  <c:v>2</c:v>
                </c:pt>
                <c:pt idx="1106">
                  <c:v>2</c:v>
                </c:pt>
                <c:pt idx="1107">
                  <c:v>2</c:v>
                </c:pt>
                <c:pt idx="1108">
                  <c:v>2</c:v>
                </c:pt>
                <c:pt idx="1109">
                  <c:v>2</c:v>
                </c:pt>
                <c:pt idx="1110">
                  <c:v>2</c:v>
                </c:pt>
                <c:pt idx="1111">
                  <c:v>2</c:v>
                </c:pt>
                <c:pt idx="1112">
                  <c:v>2</c:v>
                </c:pt>
                <c:pt idx="1113">
                  <c:v>2</c:v>
                </c:pt>
                <c:pt idx="1114">
                  <c:v>2</c:v>
                </c:pt>
                <c:pt idx="1115">
                  <c:v>2</c:v>
                </c:pt>
                <c:pt idx="1116">
                  <c:v>2</c:v>
                </c:pt>
                <c:pt idx="1117">
                  <c:v>2</c:v>
                </c:pt>
                <c:pt idx="1118">
                  <c:v>2</c:v>
                </c:pt>
                <c:pt idx="1119">
                  <c:v>2</c:v>
                </c:pt>
                <c:pt idx="1120">
                  <c:v>2</c:v>
                </c:pt>
                <c:pt idx="1121">
                  <c:v>2</c:v>
                </c:pt>
                <c:pt idx="1122">
                  <c:v>2</c:v>
                </c:pt>
                <c:pt idx="1123">
                  <c:v>2</c:v>
                </c:pt>
                <c:pt idx="1124">
                  <c:v>2</c:v>
                </c:pt>
                <c:pt idx="1125">
                  <c:v>2</c:v>
                </c:pt>
                <c:pt idx="1126">
                  <c:v>2</c:v>
                </c:pt>
                <c:pt idx="1127">
                  <c:v>2</c:v>
                </c:pt>
                <c:pt idx="1128">
                  <c:v>2</c:v>
                </c:pt>
                <c:pt idx="1129">
                  <c:v>2</c:v>
                </c:pt>
                <c:pt idx="1130">
                  <c:v>2</c:v>
                </c:pt>
                <c:pt idx="1131">
                  <c:v>2</c:v>
                </c:pt>
                <c:pt idx="1132">
                  <c:v>2</c:v>
                </c:pt>
                <c:pt idx="1133">
                  <c:v>2</c:v>
                </c:pt>
                <c:pt idx="1134">
                  <c:v>2</c:v>
                </c:pt>
                <c:pt idx="1135">
                  <c:v>2</c:v>
                </c:pt>
                <c:pt idx="1136">
                  <c:v>2</c:v>
                </c:pt>
                <c:pt idx="1137">
                  <c:v>2</c:v>
                </c:pt>
                <c:pt idx="1138">
                  <c:v>2</c:v>
                </c:pt>
                <c:pt idx="1139">
                  <c:v>2</c:v>
                </c:pt>
                <c:pt idx="1140">
                  <c:v>2</c:v>
                </c:pt>
                <c:pt idx="1141">
                  <c:v>2</c:v>
                </c:pt>
                <c:pt idx="1142">
                  <c:v>2</c:v>
                </c:pt>
                <c:pt idx="1143">
                  <c:v>2</c:v>
                </c:pt>
                <c:pt idx="1144">
                  <c:v>2</c:v>
                </c:pt>
                <c:pt idx="1145">
                  <c:v>2</c:v>
                </c:pt>
                <c:pt idx="1146">
                  <c:v>2</c:v>
                </c:pt>
                <c:pt idx="1147">
                  <c:v>2</c:v>
                </c:pt>
                <c:pt idx="1148">
                  <c:v>2</c:v>
                </c:pt>
                <c:pt idx="1149">
                  <c:v>2</c:v>
                </c:pt>
                <c:pt idx="1150">
                  <c:v>2</c:v>
                </c:pt>
                <c:pt idx="1151">
                  <c:v>2</c:v>
                </c:pt>
                <c:pt idx="1152">
                  <c:v>2</c:v>
                </c:pt>
                <c:pt idx="1153">
                  <c:v>2</c:v>
                </c:pt>
                <c:pt idx="1154">
                  <c:v>2</c:v>
                </c:pt>
                <c:pt idx="1155">
                  <c:v>2</c:v>
                </c:pt>
                <c:pt idx="1156">
                  <c:v>2</c:v>
                </c:pt>
                <c:pt idx="1157">
                  <c:v>2</c:v>
                </c:pt>
                <c:pt idx="1158">
                  <c:v>2</c:v>
                </c:pt>
                <c:pt idx="1159">
                  <c:v>2</c:v>
                </c:pt>
                <c:pt idx="1160">
                  <c:v>2</c:v>
                </c:pt>
                <c:pt idx="1161">
                  <c:v>2</c:v>
                </c:pt>
                <c:pt idx="1162">
                  <c:v>2</c:v>
                </c:pt>
                <c:pt idx="1163">
                  <c:v>2</c:v>
                </c:pt>
                <c:pt idx="1164">
                  <c:v>2</c:v>
                </c:pt>
                <c:pt idx="1165">
                  <c:v>2</c:v>
                </c:pt>
                <c:pt idx="1166">
                  <c:v>2</c:v>
                </c:pt>
                <c:pt idx="1167">
                  <c:v>2</c:v>
                </c:pt>
                <c:pt idx="1168">
                  <c:v>2</c:v>
                </c:pt>
                <c:pt idx="1169">
                  <c:v>2</c:v>
                </c:pt>
                <c:pt idx="1170">
                  <c:v>2</c:v>
                </c:pt>
                <c:pt idx="1171">
                  <c:v>2</c:v>
                </c:pt>
                <c:pt idx="1172">
                  <c:v>2</c:v>
                </c:pt>
                <c:pt idx="1173">
                  <c:v>2</c:v>
                </c:pt>
                <c:pt idx="1174">
                  <c:v>2</c:v>
                </c:pt>
                <c:pt idx="1175">
                  <c:v>2</c:v>
                </c:pt>
                <c:pt idx="1176">
                  <c:v>2</c:v>
                </c:pt>
                <c:pt idx="1177">
                  <c:v>2</c:v>
                </c:pt>
                <c:pt idx="1178">
                  <c:v>2</c:v>
                </c:pt>
                <c:pt idx="1179">
                  <c:v>2</c:v>
                </c:pt>
                <c:pt idx="1180">
                  <c:v>2</c:v>
                </c:pt>
                <c:pt idx="1181">
                  <c:v>2</c:v>
                </c:pt>
                <c:pt idx="1182">
                  <c:v>2</c:v>
                </c:pt>
                <c:pt idx="1183">
                  <c:v>2</c:v>
                </c:pt>
                <c:pt idx="1184">
                  <c:v>2</c:v>
                </c:pt>
                <c:pt idx="1185">
                  <c:v>2</c:v>
                </c:pt>
                <c:pt idx="1186">
                  <c:v>2</c:v>
                </c:pt>
                <c:pt idx="1187">
                  <c:v>2</c:v>
                </c:pt>
                <c:pt idx="1188">
                  <c:v>2</c:v>
                </c:pt>
                <c:pt idx="1189">
                  <c:v>2</c:v>
                </c:pt>
                <c:pt idx="1190">
                  <c:v>2</c:v>
                </c:pt>
                <c:pt idx="1191">
                  <c:v>2</c:v>
                </c:pt>
                <c:pt idx="1192">
                  <c:v>2</c:v>
                </c:pt>
                <c:pt idx="1193">
                  <c:v>2</c:v>
                </c:pt>
                <c:pt idx="1194">
                  <c:v>2</c:v>
                </c:pt>
                <c:pt idx="1195">
                  <c:v>2</c:v>
                </c:pt>
                <c:pt idx="1196">
                  <c:v>2</c:v>
                </c:pt>
                <c:pt idx="1197">
                  <c:v>2</c:v>
                </c:pt>
                <c:pt idx="1198">
                  <c:v>2</c:v>
                </c:pt>
                <c:pt idx="1199">
                  <c:v>2</c:v>
                </c:pt>
                <c:pt idx="1200">
                  <c:v>2</c:v>
                </c:pt>
                <c:pt idx="1201">
                  <c:v>2</c:v>
                </c:pt>
                <c:pt idx="1202">
                  <c:v>2</c:v>
                </c:pt>
                <c:pt idx="1203">
                  <c:v>2</c:v>
                </c:pt>
                <c:pt idx="1204">
                  <c:v>2</c:v>
                </c:pt>
                <c:pt idx="1205">
                  <c:v>2</c:v>
                </c:pt>
                <c:pt idx="1206">
                  <c:v>2</c:v>
                </c:pt>
                <c:pt idx="1207">
                  <c:v>2</c:v>
                </c:pt>
                <c:pt idx="1208">
                  <c:v>2</c:v>
                </c:pt>
                <c:pt idx="1209">
                  <c:v>2</c:v>
                </c:pt>
                <c:pt idx="1210">
                  <c:v>2</c:v>
                </c:pt>
                <c:pt idx="1211">
                  <c:v>2</c:v>
                </c:pt>
                <c:pt idx="1212">
                  <c:v>2</c:v>
                </c:pt>
                <c:pt idx="1213">
                  <c:v>2</c:v>
                </c:pt>
                <c:pt idx="1214">
                  <c:v>2</c:v>
                </c:pt>
                <c:pt idx="1215">
                  <c:v>2</c:v>
                </c:pt>
                <c:pt idx="1216">
                  <c:v>2</c:v>
                </c:pt>
                <c:pt idx="1217">
                  <c:v>2</c:v>
                </c:pt>
                <c:pt idx="1218">
                  <c:v>2</c:v>
                </c:pt>
                <c:pt idx="1219">
                  <c:v>2</c:v>
                </c:pt>
                <c:pt idx="1220">
                  <c:v>2</c:v>
                </c:pt>
                <c:pt idx="1221">
                  <c:v>2</c:v>
                </c:pt>
                <c:pt idx="1222">
                  <c:v>2</c:v>
                </c:pt>
                <c:pt idx="1223">
                  <c:v>2</c:v>
                </c:pt>
                <c:pt idx="1224">
                  <c:v>2</c:v>
                </c:pt>
                <c:pt idx="1225">
                  <c:v>2</c:v>
                </c:pt>
                <c:pt idx="1226">
                  <c:v>2</c:v>
                </c:pt>
                <c:pt idx="1227">
                  <c:v>2</c:v>
                </c:pt>
                <c:pt idx="1228">
                  <c:v>2</c:v>
                </c:pt>
                <c:pt idx="1229">
                  <c:v>2</c:v>
                </c:pt>
                <c:pt idx="1230">
                  <c:v>2</c:v>
                </c:pt>
                <c:pt idx="1231">
                  <c:v>2</c:v>
                </c:pt>
                <c:pt idx="1232">
                  <c:v>2</c:v>
                </c:pt>
                <c:pt idx="1233">
                  <c:v>2</c:v>
                </c:pt>
                <c:pt idx="1234">
                  <c:v>2</c:v>
                </c:pt>
                <c:pt idx="1235">
                  <c:v>2</c:v>
                </c:pt>
                <c:pt idx="1236">
                  <c:v>2</c:v>
                </c:pt>
                <c:pt idx="1237">
                  <c:v>2</c:v>
                </c:pt>
                <c:pt idx="1238">
                  <c:v>2</c:v>
                </c:pt>
                <c:pt idx="1239">
                  <c:v>2</c:v>
                </c:pt>
                <c:pt idx="1240">
                  <c:v>2</c:v>
                </c:pt>
                <c:pt idx="1241">
                  <c:v>2</c:v>
                </c:pt>
                <c:pt idx="1242">
                  <c:v>2</c:v>
                </c:pt>
                <c:pt idx="1243">
                  <c:v>2</c:v>
                </c:pt>
                <c:pt idx="1244">
                  <c:v>2</c:v>
                </c:pt>
                <c:pt idx="1245">
                  <c:v>2</c:v>
                </c:pt>
                <c:pt idx="1246">
                  <c:v>2</c:v>
                </c:pt>
                <c:pt idx="1247">
                  <c:v>2</c:v>
                </c:pt>
                <c:pt idx="1248">
                  <c:v>2</c:v>
                </c:pt>
                <c:pt idx="1249">
                  <c:v>2</c:v>
                </c:pt>
                <c:pt idx="1250">
                  <c:v>2</c:v>
                </c:pt>
                <c:pt idx="1251">
                  <c:v>2</c:v>
                </c:pt>
                <c:pt idx="1252">
                  <c:v>2</c:v>
                </c:pt>
                <c:pt idx="1253">
                  <c:v>2</c:v>
                </c:pt>
                <c:pt idx="1254">
                  <c:v>2</c:v>
                </c:pt>
                <c:pt idx="1255">
                  <c:v>2</c:v>
                </c:pt>
                <c:pt idx="1256">
                  <c:v>2</c:v>
                </c:pt>
                <c:pt idx="1257">
                  <c:v>2</c:v>
                </c:pt>
                <c:pt idx="1258">
                  <c:v>2</c:v>
                </c:pt>
                <c:pt idx="1259">
                  <c:v>2</c:v>
                </c:pt>
                <c:pt idx="1260">
                  <c:v>2</c:v>
                </c:pt>
                <c:pt idx="1261">
                  <c:v>2</c:v>
                </c:pt>
                <c:pt idx="1262">
                  <c:v>2</c:v>
                </c:pt>
                <c:pt idx="1263">
                  <c:v>2</c:v>
                </c:pt>
                <c:pt idx="1264">
                  <c:v>2</c:v>
                </c:pt>
                <c:pt idx="1265">
                  <c:v>2</c:v>
                </c:pt>
                <c:pt idx="1266">
                  <c:v>2</c:v>
                </c:pt>
                <c:pt idx="1267">
                  <c:v>2</c:v>
                </c:pt>
                <c:pt idx="1268">
                  <c:v>2</c:v>
                </c:pt>
                <c:pt idx="1269">
                  <c:v>2</c:v>
                </c:pt>
                <c:pt idx="1270">
                  <c:v>2</c:v>
                </c:pt>
                <c:pt idx="1271">
                  <c:v>2</c:v>
                </c:pt>
                <c:pt idx="1272">
                  <c:v>2</c:v>
                </c:pt>
                <c:pt idx="1273">
                  <c:v>2</c:v>
                </c:pt>
                <c:pt idx="1274">
                  <c:v>2</c:v>
                </c:pt>
                <c:pt idx="1275">
                  <c:v>2</c:v>
                </c:pt>
                <c:pt idx="1276">
                  <c:v>2</c:v>
                </c:pt>
                <c:pt idx="1277">
                  <c:v>2</c:v>
                </c:pt>
                <c:pt idx="1278">
                  <c:v>2</c:v>
                </c:pt>
                <c:pt idx="1279">
                  <c:v>2</c:v>
                </c:pt>
                <c:pt idx="1280">
                  <c:v>2</c:v>
                </c:pt>
                <c:pt idx="1281">
                  <c:v>2</c:v>
                </c:pt>
                <c:pt idx="1282">
                  <c:v>2</c:v>
                </c:pt>
                <c:pt idx="1283">
                  <c:v>2</c:v>
                </c:pt>
                <c:pt idx="1284">
                  <c:v>2</c:v>
                </c:pt>
                <c:pt idx="1285">
                  <c:v>2</c:v>
                </c:pt>
                <c:pt idx="1286">
                  <c:v>2</c:v>
                </c:pt>
                <c:pt idx="1287">
                  <c:v>2</c:v>
                </c:pt>
                <c:pt idx="1288">
                  <c:v>2</c:v>
                </c:pt>
                <c:pt idx="1289">
                  <c:v>2</c:v>
                </c:pt>
                <c:pt idx="1290">
                  <c:v>2</c:v>
                </c:pt>
                <c:pt idx="1291">
                  <c:v>2</c:v>
                </c:pt>
                <c:pt idx="1292">
                  <c:v>2</c:v>
                </c:pt>
                <c:pt idx="1293">
                  <c:v>2</c:v>
                </c:pt>
                <c:pt idx="1294">
                  <c:v>2</c:v>
                </c:pt>
                <c:pt idx="1295">
                  <c:v>2</c:v>
                </c:pt>
                <c:pt idx="1296">
                  <c:v>2</c:v>
                </c:pt>
                <c:pt idx="1297">
                  <c:v>2</c:v>
                </c:pt>
                <c:pt idx="1298">
                  <c:v>2</c:v>
                </c:pt>
                <c:pt idx="1299">
                  <c:v>2</c:v>
                </c:pt>
                <c:pt idx="1300">
                  <c:v>2</c:v>
                </c:pt>
                <c:pt idx="1301">
                  <c:v>2</c:v>
                </c:pt>
                <c:pt idx="1302">
                  <c:v>2</c:v>
                </c:pt>
                <c:pt idx="1303">
                  <c:v>2</c:v>
                </c:pt>
                <c:pt idx="1304">
                  <c:v>2</c:v>
                </c:pt>
                <c:pt idx="1305">
                  <c:v>2</c:v>
                </c:pt>
                <c:pt idx="1306">
                  <c:v>2</c:v>
                </c:pt>
                <c:pt idx="1307">
                  <c:v>2</c:v>
                </c:pt>
                <c:pt idx="1308">
                  <c:v>2</c:v>
                </c:pt>
                <c:pt idx="1309">
                  <c:v>2</c:v>
                </c:pt>
                <c:pt idx="1310">
                  <c:v>2</c:v>
                </c:pt>
                <c:pt idx="1311">
                  <c:v>2</c:v>
                </c:pt>
                <c:pt idx="1312">
                  <c:v>2</c:v>
                </c:pt>
                <c:pt idx="1313">
                  <c:v>2</c:v>
                </c:pt>
                <c:pt idx="1314">
                  <c:v>2</c:v>
                </c:pt>
                <c:pt idx="1315">
                  <c:v>2</c:v>
                </c:pt>
                <c:pt idx="1316">
                  <c:v>2</c:v>
                </c:pt>
                <c:pt idx="1317">
                  <c:v>2</c:v>
                </c:pt>
                <c:pt idx="1318">
                  <c:v>2</c:v>
                </c:pt>
                <c:pt idx="1319">
                  <c:v>2</c:v>
                </c:pt>
                <c:pt idx="1320">
                  <c:v>2</c:v>
                </c:pt>
                <c:pt idx="1321">
                  <c:v>2</c:v>
                </c:pt>
                <c:pt idx="1322">
                  <c:v>2</c:v>
                </c:pt>
                <c:pt idx="1323">
                  <c:v>2</c:v>
                </c:pt>
                <c:pt idx="1324">
                  <c:v>2</c:v>
                </c:pt>
                <c:pt idx="1325">
                  <c:v>2</c:v>
                </c:pt>
                <c:pt idx="1326">
                  <c:v>2</c:v>
                </c:pt>
                <c:pt idx="1327">
                  <c:v>2</c:v>
                </c:pt>
                <c:pt idx="1328">
                  <c:v>2</c:v>
                </c:pt>
                <c:pt idx="1329">
                  <c:v>2</c:v>
                </c:pt>
                <c:pt idx="1330">
                  <c:v>2</c:v>
                </c:pt>
                <c:pt idx="1331">
                  <c:v>2</c:v>
                </c:pt>
                <c:pt idx="1332">
                  <c:v>2</c:v>
                </c:pt>
                <c:pt idx="1333">
                  <c:v>2</c:v>
                </c:pt>
                <c:pt idx="1334">
                  <c:v>2</c:v>
                </c:pt>
                <c:pt idx="1335">
                  <c:v>2</c:v>
                </c:pt>
                <c:pt idx="1336">
                  <c:v>2</c:v>
                </c:pt>
                <c:pt idx="1337">
                  <c:v>2</c:v>
                </c:pt>
                <c:pt idx="1338">
                  <c:v>2</c:v>
                </c:pt>
                <c:pt idx="1339">
                  <c:v>2</c:v>
                </c:pt>
                <c:pt idx="1340">
                  <c:v>2</c:v>
                </c:pt>
                <c:pt idx="1341">
                  <c:v>2</c:v>
                </c:pt>
                <c:pt idx="1342">
                  <c:v>2</c:v>
                </c:pt>
                <c:pt idx="1343">
                  <c:v>2</c:v>
                </c:pt>
                <c:pt idx="1344">
                  <c:v>2</c:v>
                </c:pt>
                <c:pt idx="1345">
                  <c:v>2</c:v>
                </c:pt>
                <c:pt idx="1346">
                  <c:v>2</c:v>
                </c:pt>
                <c:pt idx="1347">
                  <c:v>2</c:v>
                </c:pt>
                <c:pt idx="1348">
                  <c:v>2</c:v>
                </c:pt>
                <c:pt idx="1349">
                  <c:v>2</c:v>
                </c:pt>
                <c:pt idx="1350">
                  <c:v>2</c:v>
                </c:pt>
                <c:pt idx="1351">
                  <c:v>2</c:v>
                </c:pt>
                <c:pt idx="1352">
                  <c:v>2</c:v>
                </c:pt>
                <c:pt idx="1353">
                  <c:v>2</c:v>
                </c:pt>
                <c:pt idx="1354">
                  <c:v>2</c:v>
                </c:pt>
                <c:pt idx="1355">
                  <c:v>2</c:v>
                </c:pt>
                <c:pt idx="1356">
                  <c:v>2</c:v>
                </c:pt>
                <c:pt idx="1357">
                  <c:v>2</c:v>
                </c:pt>
                <c:pt idx="1358">
                  <c:v>2</c:v>
                </c:pt>
                <c:pt idx="1359">
                  <c:v>2</c:v>
                </c:pt>
                <c:pt idx="1360">
                  <c:v>2</c:v>
                </c:pt>
                <c:pt idx="1361">
                  <c:v>2</c:v>
                </c:pt>
                <c:pt idx="1362">
                  <c:v>2</c:v>
                </c:pt>
                <c:pt idx="1363">
                  <c:v>2</c:v>
                </c:pt>
                <c:pt idx="1364">
                  <c:v>2</c:v>
                </c:pt>
                <c:pt idx="1365">
                  <c:v>2</c:v>
                </c:pt>
                <c:pt idx="1366">
                  <c:v>2</c:v>
                </c:pt>
                <c:pt idx="1367">
                  <c:v>2</c:v>
                </c:pt>
                <c:pt idx="1368">
                  <c:v>2</c:v>
                </c:pt>
                <c:pt idx="1369">
                  <c:v>2</c:v>
                </c:pt>
                <c:pt idx="1370">
                  <c:v>2</c:v>
                </c:pt>
                <c:pt idx="1371">
                  <c:v>2</c:v>
                </c:pt>
                <c:pt idx="1372">
                  <c:v>2</c:v>
                </c:pt>
                <c:pt idx="1373">
                  <c:v>2</c:v>
                </c:pt>
                <c:pt idx="1374">
                  <c:v>2</c:v>
                </c:pt>
                <c:pt idx="1375">
                  <c:v>2</c:v>
                </c:pt>
                <c:pt idx="1376">
                  <c:v>2</c:v>
                </c:pt>
                <c:pt idx="1377">
                  <c:v>2</c:v>
                </c:pt>
                <c:pt idx="1378">
                  <c:v>2</c:v>
                </c:pt>
                <c:pt idx="1379">
                  <c:v>2</c:v>
                </c:pt>
                <c:pt idx="1380">
                  <c:v>2</c:v>
                </c:pt>
                <c:pt idx="1381">
                  <c:v>2</c:v>
                </c:pt>
                <c:pt idx="1382">
                  <c:v>2</c:v>
                </c:pt>
                <c:pt idx="1383">
                  <c:v>2</c:v>
                </c:pt>
                <c:pt idx="1384">
                  <c:v>2</c:v>
                </c:pt>
                <c:pt idx="1385">
                  <c:v>2</c:v>
                </c:pt>
                <c:pt idx="1386">
                  <c:v>2</c:v>
                </c:pt>
                <c:pt idx="1387">
                  <c:v>2</c:v>
                </c:pt>
                <c:pt idx="1388">
                  <c:v>2</c:v>
                </c:pt>
                <c:pt idx="1389">
                  <c:v>2</c:v>
                </c:pt>
                <c:pt idx="1390">
                  <c:v>2</c:v>
                </c:pt>
                <c:pt idx="1391">
                  <c:v>2</c:v>
                </c:pt>
                <c:pt idx="1392">
                  <c:v>2</c:v>
                </c:pt>
                <c:pt idx="1393">
                  <c:v>2</c:v>
                </c:pt>
                <c:pt idx="1394">
                  <c:v>2</c:v>
                </c:pt>
                <c:pt idx="1395">
                  <c:v>2</c:v>
                </c:pt>
                <c:pt idx="1396">
                  <c:v>2</c:v>
                </c:pt>
                <c:pt idx="1397">
                  <c:v>2</c:v>
                </c:pt>
                <c:pt idx="1398">
                  <c:v>2</c:v>
                </c:pt>
                <c:pt idx="1399">
                  <c:v>2</c:v>
                </c:pt>
                <c:pt idx="1400">
                  <c:v>2</c:v>
                </c:pt>
                <c:pt idx="1401">
                  <c:v>2</c:v>
                </c:pt>
                <c:pt idx="1402">
                  <c:v>2</c:v>
                </c:pt>
                <c:pt idx="1403">
                  <c:v>2</c:v>
                </c:pt>
                <c:pt idx="1404">
                  <c:v>2</c:v>
                </c:pt>
                <c:pt idx="1405">
                  <c:v>2</c:v>
                </c:pt>
                <c:pt idx="1406">
                  <c:v>2</c:v>
                </c:pt>
                <c:pt idx="1407">
                  <c:v>2</c:v>
                </c:pt>
                <c:pt idx="1408">
                  <c:v>2</c:v>
                </c:pt>
                <c:pt idx="1409">
                  <c:v>2</c:v>
                </c:pt>
                <c:pt idx="1410">
                  <c:v>2</c:v>
                </c:pt>
                <c:pt idx="1411">
                  <c:v>2</c:v>
                </c:pt>
                <c:pt idx="1412">
                  <c:v>2</c:v>
                </c:pt>
                <c:pt idx="1413">
                  <c:v>2</c:v>
                </c:pt>
                <c:pt idx="1414">
                  <c:v>2</c:v>
                </c:pt>
                <c:pt idx="1415">
                  <c:v>2</c:v>
                </c:pt>
                <c:pt idx="1416">
                  <c:v>2</c:v>
                </c:pt>
                <c:pt idx="1417">
                  <c:v>2</c:v>
                </c:pt>
                <c:pt idx="1418">
                  <c:v>2</c:v>
                </c:pt>
                <c:pt idx="1419">
                  <c:v>2</c:v>
                </c:pt>
                <c:pt idx="1420">
                  <c:v>2</c:v>
                </c:pt>
                <c:pt idx="1421">
                  <c:v>2</c:v>
                </c:pt>
                <c:pt idx="1422">
                  <c:v>2</c:v>
                </c:pt>
                <c:pt idx="1423">
                  <c:v>2</c:v>
                </c:pt>
                <c:pt idx="1424">
                  <c:v>2</c:v>
                </c:pt>
                <c:pt idx="1425">
                  <c:v>2</c:v>
                </c:pt>
                <c:pt idx="1426">
                  <c:v>2</c:v>
                </c:pt>
                <c:pt idx="1427">
                  <c:v>2</c:v>
                </c:pt>
                <c:pt idx="1428">
                  <c:v>2</c:v>
                </c:pt>
                <c:pt idx="1429">
                  <c:v>2</c:v>
                </c:pt>
                <c:pt idx="1430">
                  <c:v>2</c:v>
                </c:pt>
                <c:pt idx="1431">
                  <c:v>2</c:v>
                </c:pt>
                <c:pt idx="1432">
                  <c:v>2</c:v>
                </c:pt>
                <c:pt idx="1433">
                  <c:v>2</c:v>
                </c:pt>
                <c:pt idx="1434">
                  <c:v>2</c:v>
                </c:pt>
                <c:pt idx="1435">
                  <c:v>2</c:v>
                </c:pt>
                <c:pt idx="1436">
                  <c:v>2</c:v>
                </c:pt>
                <c:pt idx="1437">
                  <c:v>2</c:v>
                </c:pt>
                <c:pt idx="1438">
                  <c:v>2</c:v>
                </c:pt>
                <c:pt idx="1439">
                  <c:v>2</c:v>
                </c:pt>
                <c:pt idx="1440">
                  <c:v>2</c:v>
                </c:pt>
                <c:pt idx="1441">
                  <c:v>2</c:v>
                </c:pt>
                <c:pt idx="1442">
                  <c:v>2</c:v>
                </c:pt>
                <c:pt idx="1443">
                  <c:v>2</c:v>
                </c:pt>
                <c:pt idx="1444">
                  <c:v>2</c:v>
                </c:pt>
                <c:pt idx="1445">
                  <c:v>2</c:v>
                </c:pt>
                <c:pt idx="1446">
                  <c:v>2</c:v>
                </c:pt>
                <c:pt idx="1447">
                  <c:v>2</c:v>
                </c:pt>
                <c:pt idx="1448">
                  <c:v>2</c:v>
                </c:pt>
                <c:pt idx="1449">
                  <c:v>2</c:v>
                </c:pt>
                <c:pt idx="1450">
                  <c:v>2</c:v>
                </c:pt>
                <c:pt idx="1451">
                  <c:v>2</c:v>
                </c:pt>
                <c:pt idx="1452">
                  <c:v>2</c:v>
                </c:pt>
                <c:pt idx="1453">
                  <c:v>2</c:v>
                </c:pt>
                <c:pt idx="1454">
                  <c:v>2</c:v>
                </c:pt>
                <c:pt idx="1455">
                  <c:v>2</c:v>
                </c:pt>
                <c:pt idx="1456">
                  <c:v>2</c:v>
                </c:pt>
                <c:pt idx="1457">
                  <c:v>2</c:v>
                </c:pt>
                <c:pt idx="1458">
                  <c:v>2</c:v>
                </c:pt>
                <c:pt idx="1459">
                  <c:v>2</c:v>
                </c:pt>
                <c:pt idx="1460">
                  <c:v>2</c:v>
                </c:pt>
                <c:pt idx="1461">
                  <c:v>2</c:v>
                </c:pt>
                <c:pt idx="1462">
                  <c:v>2</c:v>
                </c:pt>
                <c:pt idx="1463">
                  <c:v>2</c:v>
                </c:pt>
                <c:pt idx="1464">
                  <c:v>2</c:v>
                </c:pt>
                <c:pt idx="1465">
                  <c:v>2</c:v>
                </c:pt>
                <c:pt idx="1466">
                  <c:v>2</c:v>
                </c:pt>
                <c:pt idx="1467">
                  <c:v>2</c:v>
                </c:pt>
                <c:pt idx="1468">
                  <c:v>2</c:v>
                </c:pt>
                <c:pt idx="1469">
                  <c:v>2</c:v>
                </c:pt>
                <c:pt idx="1470">
                  <c:v>2</c:v>
                </c:pt>
                <c:pt idx="1471">
                  <c:v>2</c:v>
                </c:pt>
                <c:pt idx="1472">
                  <c:v>2</c:v>
                </c:pt>
                <c:pt idx="1473">
                  <c:v>2</c:v>
                </c:pt>
                <c:pt idx="1474">
                  <c:v>2</c:v>
                </c:pt>
                <c:pt idx="1475">
                  <c:v>2</c:v>
                </c:pt>
                <c:pt idx="1476">
                  <c:v>2</c:v>
                </c:pt>
                <c:pt idx="1477">
                  <c:v>2</c:v>
                </c:pt>
                <c:pt idx="1478">
                  <c:v>2</c:v>
                </c:pt>
                <c:pt idx="1479">
                  <c:v>2</c:v>
                </c:pt>
                <c:pt idx="1480">
                  <c:v>2</c:v>
                </c:pt>
                <c:pt idx="1481">
                  <c:v>2</c:v>
                </c:pt>
                <c:pt idx="1482">
                  <c:v>2</c:v>
                </c:pt>
                <c:pt idx="1483">
                  <c:v>2</c:v>
                </c:pt>
                <c:pt idx="1484">
                  <c:v>2</c:v>
                </c:pt>
                <c:pt idx="1485">
                  <c:v>2</c:v>
                </c:pt>
                <c:pt idx="1486">
                  <c:v>2</c:v>
                </c:pt>
                <c:pt idx="1487">
                  <c:v>2</c:v>
                </c:pt>
                <c:pt idx="1488">
                  <c:v>2</c:v>
                </c:pt>
                <c:pt idx="1489">
                  <c:v>2</c:v>
                </c:pt>
                <c:pt idx="1490">
                  <c:v>2</c:v>
                </c:pt>
                <c:pt idx="1491">
                  <c:v>2</c:v>
                </c:pt>
                <c:pt idx="1492">
                  <c:v>2</c:v>
                </c:pt>
                <c:pt idx="1493">
                  <c:v>2</c:v>
                </c:pt>
                <c:pt idx="1494">
                  <c:v>2</c:v>
                </c:pt>
                <c:pt idx="1495">
                  <c:v>2</c:v>
                </c:pt>
                <c:pt idx="1496">
                  <c:v>2</c:v>
                </c:pt>
                <c:pt idx="1497">
                  <c:v>2</c:v>
                </c:pt>
                <c:pt idx="1498">
                  <c:v>2</c:v>
                </c:pt>
                <c:pt idx="1499">
                  <c:v>2</c:v>
                </c:pt>
                <c:pt idx="1500">
                  <c:v>2</c:v>
                </c:pt>
                <c:pt idx="1501">
                  <c:v>2</c:v>
                </c:pt>
                <c:pt idx="1502">
                  <c:v>2</c:v>
                </c:pt>
                <c:pt idx="1503">
                  <c:v>2</c:v>
                </c:pt>
                <c:pt idx="1504">
                  <c:v>2</c:v>
                </c:pt>
                <c:pt idx="1505">
                  <c:v>2</c:v>
                </c:pt>
                <c:pt idx="1506">
                  <c:v>2</c:v>
                </c:pt>
                <c:pt idx="1507">
                  <c:v>2</c:v>
                </c:pt>
                <c:pt idx="1508">
                  <c:v>2</c:v>
                </c:pt>
                <c:pt idx="1509">
                  <c:v>2</c:v>
                </c:pt>
                <c:pt idx="1510">
                  <c:v>2</c:v>
                </c:pt>
                <c:pt idx="1511">
                  <c:v>2</c:v>
                </c:pt>
                <c:pt idx="1512">
                  <c:v>2</c:v>
                </c:pt>
                <c:pt idx="1513">
                  <c:v>2</c:v>
                </c:pt>
                <c:pt idx="1514">
                  <c:v>2</c:v>
                </c:pt>
                <c:pt idx="1515">
                  <c:v>2</c:v>
                </c:pt>
                <c:pt idx="1516">
                  <c:v>2</c:v>
                </c:pt>
                <c:pt idx="1517">
                  <c:v>2</c:v>
                </c:pt>
                <c:pt idx="1518">
                  <c:v>2</c:v>
                </c:pt>
                <c:pt idx="1519">
                  <c:v>2</c:v>
                </c:pt>
                <c:pt idx="1520">
                  <c:v>2</c:v>
                </c:pt>
                <c:pt idx="1521">
                  <c:v>2</c:v>
                </c:pt>
                <c:pt idx="1522">
                  <c:v>2</c:v>
                </c:pt>
                <c:pt idx="1523">
                  <c:v>2</c:v>
                </c:pt>
                <c:pt idx="1524">
                  <c:v>2</c:v>
                </c:pt>
                <c:pt idx="1525">
                  <c:v>2</c:v>
                </c:pt>
                <c:pt idx="1526">
                  <c:v>2</c:v>
                </c:pt>
                <c:pt idx="1527">
                  <c:v>2</c:v>
                </c:pt>
                <c:pt idx="1528">
                  <c:v>2</c:v>
                </c:pt>
                <c:pt idx="1529">
                  <c:v>2</c:v>
                </c:pt>
                <c:pt idx="1530">
                  <c:v>2</c:v>
                </c:pt>
                <c:pt idx="1531">
                  <c:v>2</c:v>
                </c:pt>
                <c:pt idx="1532">
                  <c:v>2</c:v>
                </c:pt>
                <c:pt idx="1533">
                  <c:v>2</c:v>
                </c:pt>
                <c:pt idx="1534">
                  <c:v>2</c:v>
                </c:pt>
                <c:pt idx="1535">
                  <c:v>2</c:v>
                </c:pt>
                <c:pt idx="1536">
                  <c:v>2</c:v>
                </c:pt>
                <c:pt idx="1537">
                  <c:v>2</c:v>
                </c:pt>
                <c:pt idx="1538">
                  <c:v>2</c:v>
                </c:pt>
                <c:pt idx="1539">
                  <c:v>2</c:v>
                </c:pt>
                <c:pt idx="1540">
                  <c:v>2</c:v>
                </c:pt>
                <c:pt idx="1541">
                  <c:v>2</c:v>
                </c:pt>
                <c:pt idx="1542">
                  <c:v>2</c:v>
                </c:pt>
                <c:pt idx="1543">
                  <c:v>2.25</c:v>
                </c:pt>
                <c:pt idx="1544">
                  <c:v>2.25</c:v>
                </c:pt>
                <c:pt idx="1545">
                  <c:v>2.25</c:v>
                </c:pt>
                <c:pt idx="1546">
                  <c:v>2.25</c:v>
                </c:pt>
                <c:pt idx="1547">
                  <c:v>2.25</c:v>
                </c:pt>
                <c:pt idx="1548">
                  <c:v>2.25</c:v>
                </c:pt>
                <c:pt idx="1549">
                  <c:v>2.25</c:v>
                </c:pt>
                <c:pt idx="1550">
                  <c:v>2.25</c:v>
                </c:pt>
                <c:pt idx="1551">
                  <c:v>2.25</c:v>
                </c:pt>
                <c:pt idx="1552">
                  <c:v>2.25</c:v>
                </c:pt>
                <c:pt idx="1553">
                  <c:v>2.25</c:v>
                </c:pt>
                <c:pt idx="1554">
                  <c:v>2.25</c:v>
                </c:pt>
                <c:pt idx="1555">
                  <c:v>2.25</c:v>
                </c:pt>
                <c:pt idx="1556">
                  <c:v>2.25</c:v>
                </c:pt>
                <c:pt idx="1557">
                  <c:v>2.25</c:v>
                </c:pt>
                <c:pt idx="1558">
                  <c:v>2.25</c:v>
                </c:pt>
                <c:pt idx="1559">
                  <c:v>2.25</c:v>
                </c:pt>
                <c:pt idx="1560">
                  <c:v>2.25</c:v>
                </c:pt>
                <c:pt idx="1561">
                  <c:v>2.25</c:v>
                </c:pt>
                <c:pt idx="1562">
                  <c:v>2.25</c:v>
                </c:pt>
                <c:pt idx="1563">
                  <c:v>2.25</c:v>
                </c:pt>
                <c:pt idx="1564">
                  <c:v>2.25</c:v>
                </c:pt>
                <c:pt idx="1565">
                  <c:v>2.25</c:v>
                </c:pt>
                <c:pt idx="1566">
                  <c:v>2.25</c:v>
                </c:pt>
                <c:pt idx="1567">
                  <c:v>2.25</c:v>
                </c:pt>
                <c:pt idx="1568">
                  <c:v>2.25</c:v>
                </c:pt>
                <c:pt idx="1569">
                  <c:v>2.25</c:v>
                </c:pt>
                <c:pt idx="1570">
                  <c:v>2.25</c:v>
                </c:pt>
                <c:pt idx="1571">
                  <c:v>2.25</c:v>
                </c:pt>
                <c:pt idx="1572">
                  <c:v>2.25</c:v>
                </c:pt>
                <c:pt idx="1573">
                  <c:v>2.25</c:v>
                </c:pt>
                <c:pt idx="1574">
                  <c:v>2.25</c:v>
                </c:pt>
                <c:pt idx="1575">
                  <c:v>2.25</c:v>
                </c:pt>
                <c:pt idx="1576">
                  <c:v>2.25</c:v>
                </c:pt>
                <c:pt idx="1577">
                  <c:v>2.25</c:v>
                </c:pt>
                <c:pt idx="1578">
                  <c:v>2.25</c:v>
                </c:pt>
                <c:pt idx="1579">
                  <c:v>2.25</c:v>
                </c:pt>
                <c:pt idx="1580">
                  <c:v>2.25</c:v>
                </c:pt>
                <c:pt idx="1581">
                  <c:v>2.25</c:v>
                </c:pt>
                <c:pt idx="1582">
                  <c:v>2.25</c:v>
                </c:pt>
                <c:pt idx="1583">
                  <c:v>2.25</c:v>
                </c:pt>
                <c:pt idx="1584">
                  <c:v>2.25</c:v>
                </c:pt>
                <c:pt idx="1585">
                  <c:v>2.25</c:v>
                </c:pt>
                <c:pt idx="1586">
                  <c:v>2.25</c:v>
                </c:pt>
                <c:pt idx="1587">
                  <c:v>2.25</c:v>
                </c:pt>
                <c:pt idx="1588">
                  <c:v>2.25</c:v>
                </c:pt>
                <c:pt idx="1589">
                  <c:v>2.25</c:v>
                </c:pt>
                <c:pt idx="1590">
                  <c:v>2.25</c:v>
                </c:pt>
                <c:pt idx="1591">
                  <c:v>2.25</c:v>
                </c:pt>
                <c:pt idx="1592">
                  <c:v>2.25</c:v>
                </c:pt>
                <c:pt idx="1593">
                  <c:v>2.25</c:v>
                </c:pt>
                <c:pt idx="1594">
                  <c:v>2.25</c:v>
                </c:pt>
                <c:pt idx="1595">
                  <c:v>2.25</c:v>
                </c:pt>
                <c:pt idx="1596">
                  <c:v>2.25</c:v>
                </c:pt>
                <c:pt idx="1597">
                  <c:v>2.25</c:v>
                </c:pt>
                <c:pt idx="1598">
                  <c:v>2.25</c:v>
                </c:pt>
                <c:pt idx="1599">
                  <c:v>2.25</c:v>
                </c:pt>
                <c:pt idx="1600">
                  <c:v>2.25</c:v>
                </c:pt>
                <c:pt idx="1601">
                  <c:v>2.25</c:v>
                </c:pt>
                <c:pt idx="1602">
                  <c:v>2.25</c:v>
                </c:pt>
                <c:pt idx="1603">
                  <c:v>2.25</c:v>
                </c:pt>
                <c:pt idx="1604">
                  <c:v>2.25</c:v>
                </c:pt>
                <c:pt idx="1605">
                  <c:v>2.25</c:v>
                </c:pt>
                <c:pt idx="1606">
                  <c:v>2.25</c:v>
                </c:pt>
                <c:pt idx="1607">
                  <c:v>2.25</c:v>
                </c:pt>
                <c:pt idx="1608">
                  <c:v>2.5</c:v>
                </c:pt>
                <c:pt idx="1609">
                  <c:v>2.5</c:v>
                </c:pt>
                <c:pt idx="1610">
                  <c:v>2.5</c:v>
                </c:pt>
                <c:pt idx="1611">
                  <c:v>2.5</c:v>
                </c:pt>
                <c:pt idx="1612">
                  <c:v>2.5</c:v>
                </c:pt>
                <c:pt idx="1613">
                  <c:v>2.5</c:v>
                </c:pt>
                <c:pt idx="1614">
                  <c:v>2.5</c:v>
                </c:pt>
                <c:pt idx="1615">
                  <c:v>2.5</c:v>
                </c:pt>
                <c:pt idx="1616">
                  <c:v>2.5</c:v>
                </c:pt>
                <c:pt idx="1617">
                  <c:v>2.5</c:v>
                </c:pt>
                <c:pt idx="1618">
                  <c:v>2.5</c:v>
                </c:pt>
                <c:pt idx="1619">
                  <c:v>2.5</c:v>
                </c:pt>
                <c:pt idx="1620">
                  <c:v>2.5</c:v>
                </c:pt>
                <c:pt idx="1621">
                  <c:v>2.5</c:v>
                </c:pt>
                <c:pt idx="1622">
                  <c:v>2.5</c:v>
                </c:pt>
                <c:pt idx="1623">
                  <c:v>2.5</c:v>
                </c:pt>
                <c:pt idx="1624">
                  <c:v>2.5</c:v>
                </c:pt>
                <c:pt idx="1625">
                  <c:v>2.5</c:v>
                </c:pt>
                <c:pt idx="1626">
                  <c:v>2.5</c:v>
                </c:pt>
                <c:pt idx="1627">
                  <c:v>2.5</c:v>
                </c:pt>
                <c:pt idx="1628">
                  <c:v>2.5</c:v>
                </c:pt>
                <c:pt idx="1629">
                  <c:v>2.5</c:v>
                </c:pt>
                <c:pt idx="1630">
                  <c:v>2.5</c:v>
                </c:pt>
                <c:pt idx="1631">
                  <c:v>2.5</c:v>
                </c:pt>
                <c:pt idx="1632">
                  <c:v>2.5</c:v>
                </c:pt>
                <c:pt idx="1633">
                  <c:v>2.5</c:v>
                </c:pt>
                <c:pt idx="1634">
                  <c:v>2.5</c:v>
                </c:pt>
                <c:pt idx="1635">
                  <c:v>2.5</c:v>
                </c:pt>
                <c:pt idx="1636">
                  <c:v>2.5</c:v>
                </c:pt>
                <c:pt idx="1637">
                  <c:v>2.5</c:v>
                </c:pt>
                <c:pt idx="1638">
                  <c:v>2.5</c:v>
                </c:pt>
                <c:pt idx="1639">
                  <c:v>2.5</c:v>
                </c:pt>
                <c:pt idx="1640">
                  <c:v>2.5</c:v>
                </c:pt>
                <c:pt idx="1641">
                  <c:v>2.5</c:v>
                </c:pt>
                <c:pt idx="1642">
                  <c:v>2.5</c:v>
                </c:pt>
                <c:pt idx="1643">
                  <c:v>2.5</c:v>
                </c:pt>
                <c:pt idx="1644">
                  <c:v>2.5</c:v>
                </c:pt>
                <c:pt idx="1645">
                  <c:v>2.5</c:v>
                </c:pt>
                <c:pt idx="1646">
                  <c:v>2.5</c:v>
                </c:pt>
                <c:pt idx="1647">
                  <c:v>2.5</c:v>
                </c:pt>
                <c:pt idx="1648">
                  <c:v>2.5</c:v>
                </c:pt>
                <c:pt idx="1649">
                  <c:v>2.5</c:v>
                </c:pt>
                <c:pt idx="1650">
                  <c:v>2.5</c:v>
                </c:pt>
                <c:pt idx="1651">
                  <c:v>2.5</c:v>
                </c:pt>
                <c:pt idx="1652">
                  <c:v>2.5</c:v>
                </c:pt>
                <c:pt idx="1653">
                  <c:v>2.5</c:v>
                </c:pt>
                <c:pt idx="1654">
                  <c:v>2.5</c:v>
                </c:pt>
                <c:pt idx="1655">
                  <c:v>2.5</c:v>
                </c:pt>
                <c:pt idx="1656">
                  <c:v>2.5</c:v>
                </c:pt>
                <c:pt idx="1657">
                  <c:v>2.5</c:v>
                </c:pt>
                <c:pt idx="1658">
                  <c:v>2.5</c:v>
                </c:pt>
                <c:pt idx="1659">
                  <c:v>2.5</c:v>
                </c:pt>
                <c:pt idx="1660">
                  <c:v>2.5</c:v>
                </c:pt>
                <c:pt idx="1661">
                  <c:v>2.5</c:v>
                </c:pt>
                <c:pt idx="1662">
                  <c:v>2.5</c:v>
                </c:pt>
                <c:pt idx="1663">
                  <c:v>2.5</c:v>
                </c:pt>
                <c:pt idx="1664">
                  <c:v>2.5</c:v>
                </c:pt>
                <c:pt idx="1665">
                  <c:v>2.5</c:v>
                </c:pt>
                <c:pt idx="1666">
                  <c:v>2.5</c:v>
                </c:pt>
                <c:pt idx="1667">
                  <c:v>2.5</c:v>
                </c:pt>
                <c:pt idx="1668">
                  <c:v>2.5</c:v>
                </c:pt>
                <c:pt idx="1669">
                  <c:v>2.5</c:v>
                </c:pt>
                <c:pt idx="1670">
                  <c:v>2.5</c:v>
                </c:pt>
                <c:pt idx="1671">
                  <c:v>2.5</c:v>
                </c:pt>
                <c:pt idx="1672">
                  <c:v>2.5</c:v>
                </c:pt>
                <c:pt idx="1673">
                  <c:v>2.5</c:v>
                </c:pt>
                <c:pt idx="1674">
                  <c:v>2.5</c:v>
                </c:pt>
                <c:pt idx="1675">
                  <c:v>2.5</c:v>
                </c:pt>
                <c:pt idx="1676">
                  <c:v>2.5</c:v>
                </c:pt>
                <c:pt idx="1677">
                  <c:v>2.5</c:v>
                </c:pt>
                <c:pt idx="1678">
                  <c:v>2.75</c:v>
                </c:pt>
                <c:pt idx="1679">
                  <c:v>2.75</c:v>
                </c:pt>
                <c:pt idx="1680">
                  <c:v>2.75</c:v>
                </c:pt>
                <c:pt idx="1681">
                  <c:v>2.75</c:v>
                </c:pt>
                <c:pt idx="1682">
                  <c:v>2.75</c:v>
                </c:pt>
                <c:pt idx="1683">
                  <c:v>2.75</c:v>
                </c:pt>
                <c:pt idx="1684">
                  <c:v>2.75</c:v>
                </c:pt>
                <c:pt idx="1685">
                  <c:v>2.75</c:v>
                </c:pt>
                <c:pt idx="1686">
                  <c:v>2.75</c:v>
                </c:pt>
                <c:pt idx="1687">
                  <c:v>2.75</c:v>
                </c:pt>
                <c:pt idx="1688">
                  <c:v>2.75</c:v>
                </c:pt>
                <c:pt idx="1689">
                  <c:v>2.75</c:v>
                </c:pt>
                <c:pt idx="1690">
                  <c:v>2.75</c:v>
                </c:pt>
                <c:pt idx="1691">
                  <c:v>2.75</c:v>
                </c:pt>
                <c:pt idx="1692">
                  <c:v>2.75</c:v>
                </c:pt>
                <c:pt idx="1693">
                  <c:v>2.75</c:v>
                </c:pt>
                <c:pt idx="1694">
                  <c:v>2.75</c:v>
                </c:pt>
                <c:pt idx="1695">
                  <c:v>2.75</c:v>
                </c:pt>
                <c:pt idx="1696">
                  <c:v>2.75</c:v>
                </c:pt>
                <c:pt idx="1697">
                  <c:v>2.75</c:v>
                </c:pt>
                <c:pt idx="1698">
                  <c:v>2.75</c:v>
                </c:pt>
                <c:pt idx="1699">
                  <c:v>2.75</c:v>
                </c:pt>
                <c:pt idx="1700">
                  <c:v>2.75</c:v>
                </c:pt>
                <c:pt idx="1701">
                  <c:v>2.75</c:v>
                </c:pt>
                <c:pt idx="1702">
                  <c:v>2.75</c:v>
                </c:pt>
                <c:pt idx="1703">
                  <c:v>2.75</c:v>
                </c:pt>
                <c:pt idx="1704">
                  <c:v>2.75</c:v>
                </c:pt>
                <c:pt idx="1705">
                  <c:v>2.75</c:v>
                </c:pt>
                <c:pt idx="1706">
                  <c:v>2.75</c:v>
                </c:pt>
                <c:pt idx="1707">
                  <c:v>2.75</c:v>
                </c:pt>
                <c:pt idx="1708">
                  <c:v>2.75</c:v>
                </c:pt>
                <c:pt idx="1709">
                  <c:v>2.75</c:v>
                </c:pt>
                <c:pt idx="1710">
                  <c:v>2.75</c:v>
                </c:pt>
                <c:pt idx="1711">
                  <c:v>2.75</c:v>
                </c:pt>
                <c:pt idx="1712">
                  <c:v>2.75</c:v>
                </c:pt>
                <c:pt idx="1713">
                  <c:v>2.75</c:v>
                </c:pt>
                <c:pt idx="1714">
                  <c:v>2.75</c:v>
                </c:pt>
                <c:pt idx="1715">
                  <c:v>2.75</c:v>
                </c:pt>
                <c:pt idx="1716">
                  <c:v>2.75</c:v>
                </c:pt>
                <c:pt idx="1717">
                  <c:v>2.75</c:v>
                </c:pt>
                <c:pt idx="1718">
                  <c:v>3</c:v>
                </c:pt>
                <c:pt idx="1719">
                  <c:v>3</c:v>
                </c:pt>
                <c:pt idx="1720">
                  <c:v>3</c:v>
                </c:pt>
                <c:pt idx="1721">
                  <c:v>3</c:v>
                </c:pt>
                <c:pt idx="1722">
                  <c:v>3</c:v>
                </c:pt>
                <c:pt idx="1723">
                  <c:v>3</c:v>
                </c:pt>
                <c:pt idx="1724">
                  <c:v>3</c:v>
                </c:pt>
                <c:pt idx="1725">
                  <c:v>3</c:v>
                </c:pt>
                <c:pt idx="1726">
                  <c:v>3</c:v>
                </c:pt>
                <c:pt idx="1727">
                  <c:v>3</c:v>
                </c:pt>
                <c:pt idx="1728">
                  <c:v>3</c:v>
                </c:pt>
                <c:pt idx="1729">
                  <c:v>3</c:v>
                </c:pt>
                <c:pt idx="1730">
                  <c:v>3</c:v>
                </c:pt>
                <c:pt idx="1731">
                  <c:v>3</c:v>
                </c:pt>
                <c:pt idx="1732">
                  <c:v>3</c:v>
                </c:pt>
                <c:pt idx="1733">
                  <c:v>3</c:v>
                </c:pt>
                <c:pt idx="1734">
                  <c:v>3</c:v>
                </c:pt>
                <c:pt idx="1735">
                  <c:v>3</c:v>
                </c:pt>
                <c:pt idx="1736">
                  <c:v>3</c:v>
                </c:pt>
                <c:pt idx="1737">
                  <c:v>3</c:v>
                </c:pt>
                <c:pt idx="1738">
                  <c:v>3</c:v>
                </c:pt>
                <c:pt idx="1739">
                  <c:v>3</c:v>
                </c:pt>
                <c:pt idx="1740">
                  <c:v>3</c:v>
                </c:pt>
                <c:pt idx="1741">
                  <c:v>3</c:v>
                </c:pt>
                <c:pt idx="1742">
                  <c:v>3</c:v>
                </c:pt>
                <c:pt idx="1743">
                  <c:v>3</c:v>
                </c:pt>
                <c:pt idx="1744">
                  <c:v>3</c:v>
                </c:pt>
                <c:pt idx="1745">
                  <c:v>3</c:v>
                </c:pt>
                <c:pt idx="1746">
                  <c:v>3</c:v>
                </c:pt>
                <c:pt idx="1747">
                  <c:v>3</c:v>
                </c:pt>
                <c:pt idx="1748">
                  <c:v>3</c:v>
                </c:pt>
                <c:pt idx="1749">
                  <c:v>3</c:v>
                </c:pt>
                <c:pt idx="1750">
                  <c:v>3</c:v>
                </c:pt>
                <c:pt idx="1751">
                  <c:v>3</c:v>
                </c:pt>
                <c:pt idx="1752">
                  <c:v>3</c:v>
                </c:pt>
                <c:pt idx="1753">
                  <c:v>3</c:v>
                </c:pt>
                <c:pt idx="1754">
                  <c:v>3</c:v>
                </c:pt>
                <c:pt idx="1755">
                  <c:v>3</c:v>
                </c:pt>
                <c:pt idx="1756">
                  <c:v>3</c:v>
                </c:pt>
                <c:pt idx="1757">
                  <c:v>3</c:v>
                </c:pt>
                <c:pt idx="1758">
                  <c:v>3</c:v>
                </c:pt>
                <c:pt idx="1759">
                  <c:v>3</c:v>
                </c:pt>
                <c:pt idx="1760">
                  <c:v>3</c:v>
                </c:pt>
                <c:pt idx="1761">
                  <c:v>3</c:v>
                </c:pt>
                <c:pt idx="1762">
                  <c:v>3</c:v>
                </c:pt>
                <c:pt idx="1763">
                  <c:v>3.25</c:v>
                </c:pt>
                <c:pt idx="1764">
                  <c:v>3.25</c:v>
                </c:pt>
                <c:pt idx="1765">
                  <c:v>3.25</c:v>
                </c:pt>
                <c:pt idx="1766">
                  <c:v>3.25</c:v>
                </c:pt>
                <c:pt idx="1767">
                  <c:v>3.25</c:v>
                </c:pt>
                <c:pt idx="1768">
                  <c:v>3.25</c:v>
                </c:pt>
                <c:pt idx="1769">
                  <c:v>3.25</c:v>
                </c:pt>
                <c:pt idx="1770">
                  <c:v>3.25</c:v>
                </c:pt>
                <c:pt idx="1771">
                  <c:v>3.25</c:v>
                </c:pt>
                <c:pt idx="1772">
                  <c:v>3.25</c:v>
                </c:pt>
                <c:pt idx="1773">
                  <c:v>3.25</c:v>
                </c:pt>
                <c:pt idx="1774">
                  <c:v>3.25</c:v>
                </c:pt>
                <c:pt idx="1775">
                  <c:v>3.25</c:v>
                </c:pt>
                <c:pt idx="1776">
                  <c:v>3.25</c:v>
                </c:pt>
                <c:pt idx="1777">
                  <c:v>3.25</c:v>
                </c:pt>
                <c:pt idx="1778">
                  <c:v>3.25</c:v>
                </c:pt>
                <c:pt idx="1779">
                  <c:v>3.25</c:v>
                </c:pt>
                <c:pt idx="1780">
                  <c:v>3.25</c:v>
                </c:pt>
                <c:pt idx="1781">
                  <c:v>3.25</c:v>
                </c:pt>
                <c:pt idx="1782">
                  <c:v>3.25</c:v>
                </c:pt>
                <c:pt idx="1783">
                  <c:v>3.25</c:v>
                </c:pt>
                <c:pt idx="1784">
                  <c:v>3.25</c:v>
                </c:pt>
                <c:pt idx="1785">
                  <c:v>3.25</c:v>
                </c:pt>
                <c:pt idx="1786">
                  <c:v>3.25</c:v>
                </c:pt>
                <c:pt idx="1787">
                  <c:v>3.25</c:v>
                </c:pt>
                <c:pt idx="1788">
                  <c:v>3.25</c:v>
                </c:pt>
                <c:pt idx="1789">
                  <c:v>3.25</c:v>
                </c:pt>
                <c:pt idx="1790">
                  <c:v>3.25</c:v>
                </c:pt>
                <c:pt idx="1791">
                  <c:v>3.25</c:v>
                </c:pt>
                <c:pt idx="1792">
                  <c:v>3.25</c:v>
                </c:pt>
                <c:pt idx="1793">
                  <c:v>3.25</c:v>
                </c:pt>
                <c:pt idx="1794">
                  <c:v>3.25</c:v>
                </c:pt>
                <c:pt idx="1795">
                  <c:v>3.25</c:v>
                </c:pt>
                <c:pt idx="1796">
                  <c:v>3.25</c:v>
                </c:pt>
                <c:pt idx="1797">
                  <c:v>3.25</c:v>
                </c:pt>
                <c:pt idx="1798">
                  <c:v>3.25</c:v>
                </c:pt>
                <c:pt idx="1799">
                  <c:v>3.25</c:v>
                </c:pt>
                <c:pt idx="1800">
                  <c:v>3.25</c:v>
                </c:pt>
                <c:pt idx="1801">
                  <c:v>3.25</c:v>
                </c:pt>
                <c:pt idx="1802">
                  <c:v>3.25</c:v>
                </c:pt>
                <c:pt idx="1803">
                  <c:v>3.25</c:v>
                </c:pt>
                <c:pt idx="1804">
                  <c:v>3.25</c:v>
                </c:pt>
                <c:pt idx="1805">
                  <c:v>3.25</c:v>
                </c:pt>
                <c:pt idx="1806">
                  <c:v>3.25</c:v>
                </c:pt>
                <c:pt idx="1807">
                  <c:v>3.25</c:v>
                </c:pt>
                <c:pt idx="1808">
                  <c:v>3.5</c:v>
                </c:pt>
                <c:pt idx="1809">
                  <c:v>3.5</c:v>
                </c:pt>
                <c:pt idx="1810">
                  <c:v>3.5</c:v>
                </c:pt>
                <c:pt idx="1811">
                  <c:v>3.5</c:v>
                </c:pt>
                <c:pt idx="1812">
                  <c:v>3.5</c:v>
                </c:pt>
                <c:pt idx="1813">
                  <c:v>3.5</c:v>
                </c:pt>
                <c:pt idx="1814">
                  <c:v>3.5</c:v>
                </c:pt>
                <c:pt idx="1815">
                  <c:v>3.5</c:v>
                </c:pt>
                <c:pt idx="1816">
                  <c:v>3.5</c:v>
                </c:pt>
                <c:pt idx="1817">
                  <c:v>3.5</c:v>
                </c:pt>
                <c:pt idx="1818">
                  <c:v>3.5</c:v>
                </c:pt>
                <c:pt idx="1819">
                  <c:v>3.5</c:v>
                </c:pt>
                <c:pt idx="1820">
                  <c:v>3.5</c:v>
                </c:pt>
                <c:pt idx="1821">
                  <c:v>3.5</c:v>
                </c:pt>
                <c:pt idx="1822">
                  <c:v>3.5</c:v>
                </c:pt>
                <c:pt idx="1823">
                  <c:v>3.5</c:v>
                </c:pt>
                <c:pt idx="1824">
                  <c:v>3.5</c:v>
                </c:pt>
                <c:pt idx="1825">
                  <c:v>3.5</c:v>
                </c:pt>
                <c:pt idx="1826">
                  <c:v>3.5</c:v>
                </c:pt>
                <c:pt idx="1827">
                  <c:v>3.5</c:v>
                </c:pt>
                <c:pt idx="1828">
                  <c:v>3.5</c:v>
                </c:pt>
                <c:pt idx="1829">
                  <c:v>3.5</c:v>
                </c:pt>
                <c:pt idx="1830">
                  <c:v>3.5</c:v>
                </c:pt>
                <c:pt idx="1831">
                  <c:v>3.5</c:v>
                </c:pt>
                <c:pt idx="1832">
                  <c:v>3.5</c:v>
                </c:pt>
                <c:pt idx="1833">
                  <c:v>3.5</c:v>
                </c:pt>
                <c:pt idx="1834">
                  <c:v>3.5</c:v>
                </c:pt>
                <c:pt idx="1835">
                  <c:v>3.5</c:v>
                </c:pt>
                <c:pt idx="1836">
                  <c:v>3.5</c:v>
                </c:pt>
                <c:pt idx="1837">
                  <c:v>3.5</c:v>
                </c:pt>
                <c:pt idx="1838">
                  <c:v>3.5</c:v>
                </c:pt>
                <c:pt idx="1839">
                  <c:v>3.5</c:v>
                </c:pt>
                <c:pt idx="1840">
                  <c:v>3.5</c:v>
                </c:pt>
                <c:pt idx="1841">
                  <c:v>3.5</c:v>
                </c:pt>
                <c:pt idx="1842">
                  <c:v>3.5</c:v>
                </c:pt>
                <c:pt idx="1843">
                  <c:v>3.5</c:v>
                </c:pt>
                <c:pt idx="1844">
                  <c:v>3.5</c:v>
                </c:pt>
                <c:pt idx="1845">
                  <c:v>3.5</c:v>
                </c:pt>
                <c:pt idx="1846">
                  <c:v>3.5</c:v>
                </c:pt>
                <c:pt idx="1847">
                  <c:v>3.5</c:v>
                </c:pt>
                <c:pt idx="1848">
                  <c:v>3.5</c:v>
                </c:pt>
                <c:pt idx="1849">
                  <c:v>3.5</c:v>
                </c:pt>
                <c:pt idx="1850">
                  <c:v>3.5</c:v>
                </c:pt>
                <c:pt idx="1851">
                  <c:v>3.5</c:v>
                </c:pt>
                <c:pt idx="1852">
                  <c:v>3.5</c:v>
                </c:pt>
                <c:pt idx="1853">
                  <c:v>3.5</c:v>
                </c:pt>
                <c:pt idx="1854">
                  <c:v>3.5</c:v>
                </c:pt>
                <c:pt idx="1855">
                  <c:v>3.5</c:v>
                </c:pt>
                <c:pt idx="1856">
                  <c:v>3.5</c:v>
                </c:pt>
                <c:pt idx="1857">
                  <c:v>3.5</c:v>
                </c:pt>
                <c:pt idx="1858">
                  <c:v>3.5</c:v>
                </c:pt>
                <c:pt idx="1859">
                  <c:v>3.5</c:v>
                </c:pt>
                <c:pt idx="1860">
                  <c:v>3.5</c:v>
                </c:pt>
                <c:pt idx="1861">
                  <c:v>3.5</c:v>
                </c:pt>
                <c:pt idx="1862">
                  <c:v>3.5</c:v>
                </c:pt>
                <c:pt idx="1863">
                  <c:v>3.5</c:v>
                </c:pt>
                <c:pt idx="1864">
                  <c:v>3.5</c:v>
                </c:pt>
                <c:pt idx="1865">
                  <c:v>3.5</c:v>
                </c:pt>
                <c:pt idx="1866">
                  <c:v>3.5</c:v>
                </c:pt>
                <c:pt idx="1867">
                  <c:v>3.5</c:v>
                </c:pt>
                <c:pt idx="1868">
                  <c:v>3.5</c:v>
                </c:pt>
                <c:pt idx="1869">
                  <c:v>3.5</c:v>
                </c:pt>
                <c:pt idx="1870">
                  <c:v>3.5</c:v>
                </c:pt>
                <c:pt idx="1871">
                  <c:v>3.5</c:v>
                </c:pt>
                <c:pt idx="1872">
                  <c:v>3.5</c:v>
                </c:pt>
                <c:pt idx="1873">
                  <c:v>3.75</c:v>
                </c:pt>
                <c:pt idx="1874">
                  <c:v>3.75</c:v>
                </c:pt>
                <c:pt idx="1875">
                  <c:v>3.75</c:v>
                </c:pt>
                <c:pt idx="1876">
                  <c:v>3.75</c:v>
                </c:pt>
                <c:pt idx="1877">
                  <c:v>3.75</c:v>
                </c:pt>
                <c:pt idx="1878">
                  <c:v>3.75</c:v>
                </c:pt>
                <c:pt idx="1879">
                  <c:v>3.75</c:v>
                </c:pt>
                <c:pt idx="1880">
                  <c:v>3.75</c:v>
                </c:pt>
                <c:pt idx="1881">
                  <c:v>3.75</c:v>
                </c:pt>
                <c:pt idx="1882">
                  <c:v>3.75</c:v>
                </c:pt>
                <c:pt idx="1883">
                  <c:v>3.75</c:v>
                </c:pt>
                <c:pt idx="1884">
                  <c:v>3.75</c:v>
                </c:pt>
                <c:pt idx="1885">
                  <c:v>3.75</c:v>
                </c:pt>
                <c:pt idx="1886">
                  <c:v>3.75</c:v>
                </c:pt>
                <c:pt idx="1887">
                  <c:v>3.75</c:v>
                </c:pt>
                <c:pt idx="1888">
                  <c:v>3.75</c:v>
                </c:pt>
                <c:pt idx="1889">
                  <c:v>3.75</c:v>
                </c:pt>
                <c:pt idx="1890">
                  <c:v>3.75</c:v>
                </c:pt>
                <c:pt idx="1891">
                  <c:v>3.75</c:v>
                </c:pt>
                <c:pt idx="1892">
                  <c:v>3.75</c:v>
                </c:pt>
                <c:pt idx="1893">
                  <c:v>3.75</c:v>
                </c:pt>
                <c:pt idx="1894">
                  <c:v>3.75</c:v>
                </c:pt>
                <c:pt idx="1895">
                  <c:v>3.75</c:v>
                </c:pt>
                <c:pt idx="1896">
                  <c:v>3.75</c:v>
                </c:pt>
                <c:pt idx="1897">
                  <c:v>3.75</c:v>
                </c:pt>
                <c:pt idx="1898">
                  <c:v>3.75</c:v>
                </c:pt>
                <c:pt idx="1899">
                  <c:v>3.75</c:v>
                </c:pt>
                <c:pt idx="1900">
                  <c:v>3.75</c:v>
                </c:pt>
                <c:pt idx="1901">
                  <c:v>3.75</c:v>
                </c:pt>
                <c:pt idx="1902">
                  <c:v>3.75</c:v>
                </c:pt>
                <c:pt idx="1903">
                  <c:v>3.75</c:v>
                </c:pt>
                <c:pt idx="1904">
                  <c:v>3.75</c:v>
                </c:pt>
                <c:pt idx="1905">
                  <c:v>3.75</c:v>
                </c:pt>
                <c:pt idx="1906">
                  <c:v>3.75</c:v>
                </c:pt>
                <c:pt idx="1907">
                  <c:v>3.75</c:v>
                </c:pt>
                <c:pt idx="1908">
                  <c:v>3.75</c:v>
                </c:pt>
                <c:pt idx="1909">
                  <c:v>3.75</c:v>
                </c:pt>
                <c:pt idx="1910">
                  <c:v>3.75</c:v>
                </c:pt>
                <c:pt idx="1911">
                  <c:v>3.75</c:v>
                </c:pt>
                <c:pt idx="1912">
                  <c:v>3.75</c:v>
                </c:pt>
                <c:pt idx="1913">
                  <c:v>3.75</c:v>
                </c:pt>
                <c:pt idx="1914">
                  <c:v>3.75</c:v>
                </c:pt>
                <c:pt idx="1915">
                  <c:v>3.75</c:v>
                </c:pt>
                <c:pt idx="1916">
                  <c:v>3.75</c:v>
                </c:pt>
                <c:pt idx="1917">
                  <c:v>3.75</c:v>
                </c:pt>
                <c:pt idx="1918">
                  <c:v>3.75</c:v>
                </c:pt>
                <c:pt idx="1919">
                  <c:v>3.75</c:v>
                </c:pt>
                <c:pt idx="1920">
                  <c:v>3.75</c:v>
                </c:pt>
                <c:pt idx="1921">
                  <c:v>3.75</c:v>
                </c:pt>
                <c:pt idx="1922">
                  <c:v>3.75</c:v>
                </c:pt>
                <c:pt idx="1923">
                  <c:v>3.75</c:v>
                </c:pt>
                <c:pt idx="1924">
                  <c:v>3.75</c:v>
                </c:pt>
                <c:pt idx="1925">
                  <c:v>3.75</c:v>
                </c:pt>
                <c:pt idx="1926">
                  <c:v>3.75</c:v>
                </c:pt>
                <c:pt idx="1927">
                  <c:v>3.75</c:v>
                </c:pt>
                <c:pt idx="1928">
                  <c:v>3.75</c:v>
                </c:pt>
                <c:pt idx="1929">
                  <c:v>3.75</c:v>
                </c:pt>
                <c:pt idx="1930">
                  <c:v>3.75</c:v>
                </c:pt>
                <c:pt idx="1931">
                  <c:v>3.75</c:v>
                </c:pt>
                <c:pt idx="1932">
                  <c:v>3.75</c:v>
                </c:pt>
                <c:pt idx="1933">
                  <c:v>3.75</c:v>
                </c:pt>
                <c:pt idx="1934">
                  <c:v>3.75</c:v>
                </c:pt>
                <c:pt idx="1935">
                  <c:v>3.75</c:v>
                </c:pt>
                <c:pt idx="1936">
                  <c:v>3.75</c:v>
                </c:pt>
                <c:pt idx="1937">
                  <c:v>4</c:v>
                </c:pt>
                <c:pt idx="1938">
                  <c:v>4</c:v>
                </c:pt>
                <c:pt idx="1939">
                  <c:v>4</c:v>
                </c:pt>
                <c:pt idx="1940">
                  <c:v>4</c:v>
                </c:pt>
                <c:pt idx="1941">
                  <c:v>4</c:v>
                </c:pt>
                <c:pt idx="1942">
                  <c:v>4</c:v>
                </c:pt>
                <c:pt idx="1943">
                  <c:v>4</c:v>
                </c:pt>
                <c:pt idx="1944">
                  <c:v>4</c:v>
                </c:pt>
                <c:pt idx="1945">
                  <c:v>4</c:v>
                </c:pt>
                <c:pt idx="1946">
                  <c:v>4</c:v>
                </c:pt>
                <c:pt idx="1947">
                  <c:v>4</c:v>
                </c:pt>
                <c:pt idx="1948">
                  <c:v>4</c:v>
                </c:pt>
                <c:pt idx="1949">
                  <c:v>4</c:v>
                </c:pt>
                <c:pt idx="1950">
                  <c:v>4</c:v>
                </c:pt>
                <c:pt idx="1951">
                  <c:v>4</c:v>
                </c:pt>
                <c:pt idx="1952">
                  <c:v>4</c:v>
                </c:pt>
                <c:pt idx="1953">
                  <c:v>4</c:v>
                </c:pt>
                <c:pt idx="1954">
                  <c:v>4</c:v>
                </c:pt>
                <c:pt idx="1955">
                  <c:v>4</c:v>
                </c:pt>
                <c:pt idx="1956">
                  <c:v>4</c:v>
                </c:pt>
                <c:pt idx="1957">
                  <c:v>4</c:v>
                </c:pt>
                <c:pt idx="1958">
                  <c:v>4</c:v>
                </c:pt>
                <c:pt idx="1959">
                  <c:v>4</c:v>
                </c:pt>
                <c:pt idx="1960">
                  <c:v>4</c:v>
                </c:pt>
                <c:pt idx="1961">
                  <c:v>4</c:v>
                </c:pt>
                <c:pt idx="1962">
                  <c:v>4</c:v>
                </c:pt>
                <c:pt idx="1963">
                  <c:v>4</c:v>
                </c:pt>
                <c:pt idx="1964">
                  <c:v>4</c:v>
                </c:pt>
                <c:pt idx="1965">
                  <c:v>4</c:v>
                </c:pt>
                <c:pt idx="1966">
                  <c:v>4</c:v>
                </c:pt>
                <c:pt idx="1967">
                  <c:v>4</c:v>
                </c:pt>
                <c:pt idx="1968">
                  <c:v>4</c:v>
                </c:pt>
                <c:pt idx="1969">
                  <c:v>4</c:v>
                </c:pt>
                <c:pt idx="1970">
                  <c:v>4</c:v>
                </c:pt>
                <c:pt idx="1971">
                  <c:v>4</c:v>
                </c:pt>
                <c:pt idx="1972">
                  <c:v>4</c:v>
                </c:pt>
                <c:pt idx="1973">
                  <c:v>4</c:v>
                </c:pt>
                <c:pt idx="1974">
                  <c:v>4</c:v>
                </c:pt>
                <c:pt idx="1975">
                  <c:v>4</c:v>
                </c:pt>
                <c:pt idx="1976">
                  <c:v>4</c:v>
                </c:pt>
                <c:pt idx="1977">
                  <c:v>4</c:v>
                </c:pt>
                <c:pt idx="1978">
                  <c:v>4</c:v>
                </c:pt>
                <c:pt idx="1979">
                  <c:v>4</c:v>
                </c:pt>
                <c:pt idx="1980">
                  <c:v>4</c:v>
                </c:pt>
                <c:pt idx="1981">
                  <c:v>4</c:v>
                </c:pt>
                <c:pt idx="1982">
                  <c:v>4</c:v>
                </c:pt>
                <c:pt idx="1983">
                  <c:v>4</c:v>
                </c:pt>
                <c:pt idx="1984">
                  <c:v>4</c:v>
                </c:pt>
                <c:pt idx="1985">
                  <c:v>4</c:v>
                </c:pt>
                <c:pt idx="1986">
                  <c:v>4</c:v>
                </c:pt>
                <c:pt idx="1987">
                  <c:v>4</c:v>
                </c:pt>
                <c:pt idx="1988">
                  <c:v>4</c:v>
                </c:pt>
                <c:pt idx="1989">
                  <c:v>4</c:v>
                </c:pt>
                <c:pt idx="1990">
                  <c:v>4</c:v>
                </c:pt>
                <c:pt idx="1991">
                  <c:v>4</c:v>
                </c:pt>
                <c:pt idx="1992">
                  <c:v>4</c:v>
                </c:pt>
                <c:pt idx="1993">
                  <c:v>4</c:v>
                </c:pt>
                <c:pt idx="1994">
                  <c:v>4</c:v>
                </c:pt>
                <c:pt idx="1995">
                  <c:v>4</c:v>
                </c:pt>
                <c:pt idx="1996">
                  <c:v>4</c:v>
                </c:pt>
                <c:pt idx="1997">
                  <c:v>4</c:v>
                </c:pt>
                <c:pt idx="1998">
                  <c:v>4</c:v>
                </c:pt>
                <c:pt idx="1999">
                  <c:v>4</c:v>
                </c:pt>
                <c:pt idx="2000">
                  <c:v>4</c:v>
                </c:pt>
                <c:pt idx="2001">
                  <c:v>4</c:v>
                </c:pt>
                <c:pt idx="2002">
                  <c:v>4</c:v>
                </c:pt>
                <c:pt idx="2003">
                  <c:v>4</c:v>
                </c:pt>
                <c:pt idx="2004">
                  <c:v>4</c:v>
                </c:pt>
                <c:pt idx="2005">
                  <c:v>4</c:v>
                </c:pt>
                <c:pt idx="2006">
                  <c:v>4</c:v>
                </c:pt>
                <c:pt idx="2007">
                  <c:v>4</c:v>
                </c:pt>
                <c:pt idx="2008">
                  <c:v>4</c:v>
                </c:pt>
                <c:pt idx="2009">
                  <c:v>4</c:v>
                </c:pt>
                <c:pt idx="2010">
                  <c:v>4</c:v>
                </c:pt>
                <c:pt idx="2011">
                  <c:v>4</c:v>
                </c:pt>
                <c:pt idx="2012">
                  <c:v>4</c:v>
                </c:pt>
                <c:pt idx="2013">
                  <c:v>4</c:v>
                </c:pt>
                <c:pt idx="2014">
                  <c:v>4</c:v>
                </c:pt>
                <c:pt idx="2015">
                  <c:v>4</c:v>
                </c:pt>
                <c:pt idx="2016">
                  <c:v>4</c:v>
                </c:pt>
                <c:pt idx="2017">
                  <c:v>4</c:v>
                </c:pt>
                <c:pt idx="2018">
                  <c:v>4</c:v>
                </c:pt>
                <c:pt idx="2019">
                  <c:v>4</c:v>
                </c:pt>
                <c:pt idx="2020">
                  <c:v>4</c:v>
                </c:pt>
                <c:pt idx="2021">
                  <c:v>4</c:v>
                </c:pt>
                <c:pt idx="2022">
                  <c:v>4</c:v>
                </c:pt>
                <c:pt idx="2023">
                  <c:v>4</c:v>
                </c:pt>
                <c:pt idx="2024">
                  <c:v>4</c:v>
                </c:pt>
                <c:pt idx="2025">
                  <c:v>4</c:v>
                </c:pt>
                <c:pt idx="2026">
                  <c:v>4</c:v>
                </c:pt>
                <c:pt idx="2027">
                  <c:v>4</c:v>
                </c:pt>
                <c:pt idx="2028">
                  <c:v>4</c:v>
                </c:pt>
                <c:pt idx="2029">
                  <c:v>4</c:v>
                </c:pt>
                <c:pt idx="2030">
                  <c:v>4</c:v>
                </c:pt>
                <c:pt idx="2031">
                  <c:v>4</c:v>
                </c:pt>
                <c:pt idx="2032">
                  <c:v>4</c:v>
                </c:pt>
                <c:pt idx="2033">
                  <c:v>4</c:v>
                </c:pt>
                <c:pt idx="2034">
                  <c:v>4</c:v>
                </c:pt>
                <c:pt idx="2035">
                  <c:v>4</c:v>
                </c:pt>
                <c:pt idx="2036">
                  <c:v>4</c:v>
                </c:pt>
                <c:pt idx="2037">
                  <c:v>4</c:v>
                </c:pt>
                <c:pt idx="2038">
                  <c:v>4</c:v>
                </c:pt>
                <c:pt idx="2039">
                  <c:v>4</c:v>
                </c:pt>
                <c:pt idx="2040">
                  <c:v>4</c:v>
                </c:pt>
                <c:pt idx="2041">
                  <c:v>4</c:v>
                </c:pt>
                <c:pt idx="2042">
                  <c:v>4</c:v>
                </c:pt>
                <c:pt idx="2043">
                  <c:v>4</c:v>
                </c:pt>
                <c:pt idx="2044">
                  <c:v>4</c:v>
                </c:pt>
                <c:pt idx="2045">
                  <c:v>4</c:v>
                </c:pt>
                <c:pt idx="2046">
                  <c:v>4</c:v>
                </c:pt>
                <c:pt idx="2047">
                  <c:v>4</c:v>
                </c:pt>
                <c:pt idx="2048">
                  <c:v>4</c:v>
                </c:pt>
                <c:pt idx="2049">
                  <c:v>4</c:v>
                </c:pt>
                <c:pt idx="2050">
                  <c:v>4</c:v>
                </c:pt>
                <c:pt idx="2051">
                  <c:v>4</c:v>
                </c:pt>
                <c:pt idx="2052">
                  <c:v>4</c:v>
                </c:pt>
                <c:pt idx="2053">
                  <c:v>4</c:v>
                </c:pt>
                <c:pt idx="2054">
                  <c:v>4</c:v>
                </c:pt>
                <c:pt idx="2055">
                  <c:v>4</c:v>
                </c:pt>
                <c:pt idx="2056">
                  <c:v>4</c:v>
                </c:pt>
                <c:pt idx="2057">
                  <c:v>4</c:v>
                </c:pt>
                <c:pt idx="2058">
                  <c:v>4</c:v>
                </c:pt>
                <c:pt idx="2059">
                  <c:v>4</c:v>
                </c:pt>
                <c:pt idx="2060">
                  <c:v>4</c:v>
                </c:pt>
                <c:pt idx="2061">
                  <c:v>4</c:v>
                </c:pt>
                <c:pt idx="2062">
                  <c:v>4</c:v>
                </c:pt>
                <c:pt idx="2063">
                  <c:v>4</c:v>
                </c:pt>
                <c:pt idx="2064">
                  <c:v>4</c:v>
                </c:pt>
                <c:pt idx="2065">
                  <c:v>4</c:v>
                </c:pt>
                <c:pt idx="2066">
                  <c:v>4</c:v>
                </c:pt>
                <c:pt idx="2067">
                  <c:v>4</c:v>
                </c:pt>
                <c:pt idx="2068">
                  <c:v>4</c:v>
                </c:pt>
                <c:pt idx="2069">
                  <c:v>4</c:v>
                </c:pt>
                <c:pt idx="2070">
                  <c:v>4</c:v>
                </c:pt>
                <c:pt idx="2071">
                  <c:v>4</c:v>
                </c:pt>
                <c:pt idx="2072">
                  <c:v>4</c:v>
                </c:pt>
                <c:pt idx="2073">
                  <c:v>4</c:v>
                </c:pt>
                <c:pt idx="2074">
                  <c:v>4</c:v>
                </c:pt>
                <c:pt idx="2075">
                  <c:v>4</c:v>
                </c:pt>
                <c:pt idx="2076">
                  <c:v>4</c:v>
                </c:pt>
                <c:pt idx="2077">
                  <c:v>4</c:v>
                </c:pt>
                <c:pt idx="2078">
                  <c:v>4</c:v>
                </c:pt>
                <c:pt idx="2079">
                  <c:v>4</c:v>
                </c:pt>
                <c:pt idx="2080">
                  <c:v>4</c:v>
                </c:pt>
                <c:pt idx="2081">
                  <c:v>4</c:v>
                </c:pt>
                <c:pt idx="2082">
                  <c:v>4</c:v>
                </c:pt>
                <c:pt idx="2083">
                  <c:v>4</c:v>
                </c:pt>
                <c:pt idx="2084">
                  <c:v>4</c:v>
                </c:pt>
                <c:pt idx="2085">
                  <c:v>4</c:v>
                </c:pt>
                <c:pt idx="2086">
                  <c:v>4</c:v>
                </c:pt>
                <c:pt idx="2087">
                  <c:v>4</c:v>
                </c:pt>
                <c:pt idx="2088">
                  <c:v>4</c:v>
                </c:pt>
                <c:pt idx="2089">
                  <c:v>4</c:v>
                </c:pt>
                <c:pt idx="2090">
                  <c:v>4</c:v>
                </c:pt>
                <c:pt idx="2091">
                  <c:v>4</c:v>
                </c:pt>
                <c:pt idx="2092">
                  <c:v>4</c:v>
                </c:pt>
                <c:pt idx="2093">
                  <c:v>4</c:v>
                </c:pt>
                <c:pt idx="2094">
                  <c:v>4</c:v>
                </c:pt>
                <c:pt idx="2095">
                  <c:v>4</c:v>
                </c:pt>
                <c:pt idx="2096">
                  <c:v>4</c:v>
                </c:pt>
                <c:pt idx="2097">
                  <c:v>4</c:v>
                </c:pt>
                <c:pt idx="2098">
                  <c:v>4</c:v>
                </c:pt>
                <c:pt idx="2099">
                  <c:v>4</c:v>
                </c:pt>
                <c:pt idx="2100">
                  <c:v>4</c:v>
                </c:pt>
                <c:pt idx="2101">
                  <c:v>4</c:v>
                </c:pt>
                <c:pt idx="2102">
                  <c:v>4</c:v>
                </c:pt>
                <c:pt idx="2103">
                  <c:v>4</c:v>
                </c:pt>
                <c:pt idx="2104">
                  <c:v>4</c:v>
                </c:pt>
                <c:pt idx="2105">
                  <c:v>4</c:v>
                </c:pt>
                <c:pt idx="2106">
                  <c:v>4</c:v>
                </c:pt>
                <c:pt idx="2107">
                  <c:v>4</c:v>
                </c:pt>
                <c:pt idx="2108">
                  <c:v>4</c:v>
                </c:pt>
                <c:pt idx="2109">
                  <c:v>4</c:v>
                </c:pt>
                <c:pt idx="2110">
                  <c:v>4</c:v>
                </c:pt>
                <c:pt idx="2111">
                  <c:v>4</c:v>
                </c:pt>
                <c:pt idx="2112">
                  <c:v>4</c:v>
                </c:pt>
                <c:pt idx="2113">
                  <c:v>4</c:v>
                </c:pt>
                <c:pt idx="2114">
                  <c:v>4</c:v>
                </c:pt>
                <c:pt idx="2115">
                  <c:v>4</c:v>
                </c:pt>
                <c:pt idx="2116">
                  <c:v>4</c:v>
                </c:pt>
                <c:pt idx="2117">
                  <c:v>4</c:v>
                </c:pt>
                <c:pt idx="2118">
                  <c:v>4</c:v>
                </c:pt>
                <c:pt idx="2119">
                  <c:v>4</c:v>
                </c:pt>
                <c:pt idx="2120">
                  <c:v>4</c:v>
                </c:pt>
                <c:pt idx="2121">
                  <c:v>4</c:v>
                </c:pt>
                <c:pt idx="2122">
                  <c:v>4</c:v>
                </c:pt>
                <c:pt idx="2123">
                  <c:v>4</c:v>
                </c:pt>
                <c:pt idx="2124">
                  <c:v>4</c:v>
                </c:pt>
                <c:pt idx="2125">
                  <c:v>4</c:v>
                </c:pt>
                <c:pt idx="2126">
                  <c:v>4</c:v>
                </c:pt>
                <c:pt idx="2127">
                  <c:v>4</c:v>
                </c:pt>
                <c:pt idx="2128">
                  <c:v>4</c:v>
                </c:pt>
                <c:pt idx="2129">
                  <c:v>4</c:v>
                </c:pt>
                <c:pt idx="2130">
                  <c:v>4</c:v>
                </c:pt>
                <c:pt idx="2131">
                  <c:v>4</c:v>
                </c:pt>
                <c:pt idx="2132">
                  <c:v>4</c:v>
                </c:pt>
                <c:pt idx="2133">
                  <c:v>4</c:v>
                </c:pt>
                <c:pt idx="2134">
                  <c:v>4</c:v>
                </c:pt>
                <c:pt idx="2135">
                  <c:v>4</c:v>
                </c:pt>
                <c:pt idx="2136">
                  <c:v>4</c:v>
                </c:pt>
                <c:pt idx="2137">
                  <c:v>4</c:v>
                </c:pt>
                <c:pt idx="2138">
                  <c:v>4</c:v>
                </c:pt>
                <c:pt idx="2139">
                  <c:v>4</c:v>
                </c:pt>
                <c:pt idx="2140">
                  <c:v>4</c:v>
                </c:pt>
                <c:pt idx="2141">
                  <c:v>4</c:v>
                </c:pt>
                <c:pt idx="2142">
                  <c:v>4</c:v>
                </c:pt>
                <c:pt idx="2143">
                  <c:v>4</c:v>
                </c:pt>
                <c:pt idx="2144">
                  <c:v>4</c:v>
                </c:pt>
                <c:pt idx="2145">
                  <c:v>4</c:v>
                </c:pt>
                <c:pt idx="2146">
                  <c:v>4</c:v>
                </c:pt>
                <c:pt idx="2147">
                  <c:v>4</c:v>
                </c:pt>
                <c:pt idx="2148">
                  <c:v>4</c:v>
                </c:pt>
                <c:pt idx="2149">
                  <c:v>4</c:v>
                </c:pt>
                <c:pt idx="2150">
                  <c:v>4</c:v>
                </c:pt>
                <c:pt idx="2151">
                  <c:v>4</c:v>
                </c:pt>
                <c:pt idx="2152">
                  <c:v>4</c:v>
                </c:pt>
                <c:pt idx="2153">
                  <c:v>4</c:v>
                </c:pt>
                <c:pt idx="2154">
                  <c:v>4</c:v>
                </c:pt>
                <c:pt idx="2155">
                  <c:v>4</c:v>
                </c:pt>
                <c:pt idx="2156">
                  <c:v>4</c:v>
                </c:pt>
                <c:pt idx="2157">
                  <c:v>4</c:v>
                </c:pt>
                <c:pt idx="2158">
                  <c:v>4</c:v>
                </c:pt>
                <c:pt idx="2159">
                  <c:v>4</c:v>
                </c:pt>
                <c:pt idx="2160">
                  <c:v>4</c:v>
                </c:pt>
                <c:pt idx="2161">
                  <c:v>4</c:v>
                </c:pt>
                <c:pt idx="2162">
                  <c:v>4</c:v>
                </c:pt>
                <c:pt idx="2163">
                  <c:v>4</c:v>
                </c:pt>
                <c:pt idx="2164">
                  <c:v>4</c:v>
                </c:pt>
                <c:pt idx="2165">
                  <c:v>4</c:v>
                </c:pt>
                <c:pt idx="2166">
                  <c:v>4</c:v>
                </c:pt>
                <c:pt idx="2167">
                  <c:v>4</c:v>
                </c:pt>
                <c:pt idx="2168">
                  <c:v>4</c:v>
                </c:pt>
                <c:pt idx="2169">
                  <c:v>4</c:v>
                </c:pt>
                <c:pt idx="2170">
                  <c:v>4</c:v>
                </c:pt>
                <c:pt idx="2171">
                  <c:v>4</c:v>
                </c:pt>
                <c:pt idx="2172">
                  <c:v>4</c:v>
                </c:pt>
                <c:pt idx="2173">
                  <c:v>4</c:v>
                </c:pt>
                <c:pt idx="2174">
                  <c:v>4</c:v>
                </c:pt>
                <c:pt idx="2175">
                  <c:v>4</c:v>
                </c:pt>
                <c:pt idx="2176">
                  <c:v>4</c:v>
                </c:pt>
                <c:pt idx="2177">
                  <c:v>4</c:v>
                </c:pt>
                <c:pt idx="2178">
                  <c:v>4</c:v>
                </c:pt>
                <c:pt idx="2179">
                  <c:v>4</c:v>
                </c:pt>
                <c:pt idx="2180">
                  <c:v>4</c:v>
                </c:pt>
                <c:pt idx="2181">
                  <c:v>4</c:v>
                </c:pt>
                <c:pt idx="2182">
                  <c:v>4</c:v>
                </c:pt>
                <c:pt idx="2183">
                  <c:v>4</c:v>
                </c:pt>
                <c:pt idx="2184">
                  <c:v>4</c:v>
                </c:pt>
                <c:pt idx="2185">
                  <c:v>4</c:v>
                </c:pt>
                <c:pt idx="2186">
                  <c:v>4</c:v>
                </c:pt>
                <c:pt idx="2187">
                  <c:v>4</c:v>
                </c:pt>
                <c:pt idx="2188">
                  <c:v>4</c:v>
                </c:pt>
                <c:pt idx="2189">
                  <c:v>4</c:v>
                </c:pt>
                <c:pt idx="2190">
                  <c:v>4</c:v>
                </c:pt>
                <c:pt idx="2191">
                  <c:v>4</c:v>
                </c:pt>
                <c:pt idx="2192">
                  <c:v>4</c:v>
                </c:pt>
                <c:pt idx="2193">
                  <c:v>4</c:v>
                </c:pt>
                <c:pt idx="2194">
                  <c:v>4</c:v>
                </c:pt>
                <c:pt idx="2195">
                  <c:v>4</c:v>
                </c:pt>
                <c:pt idx="2196">
                  <c:v>4</c:v>
                </c:pt>
                <c:pt idx="2197">
                  <c:v>4</c:v>
                </c:pt>
                <c:pt idx="2198">
                  <c:v>4</c:v>
                </c:pt>
                <c:pt idx="2199">
                  <c:v>4</c:v>
                </c:pt>
                <c:pt idx="2200">
                  <c:v>4</c:v>
                </c:pt>
                <c:pt idx="2201">
                  <c:v>4</c:v>
                </c:pt>
                <c:pt idx="2202">
                  <c:v>4</c:v>
                </c:pt>
                <c:pt idx="2203">
                  <c:v>4</c:v>
                </c:pt>
                <c:pt idx="2204">
                  <c:v>4</c:v>
                </c:pt>
                <c:pt idx="2205">
                  <c:v>4</c:v>
                </c:pt>
                <c:pt idx="2206">
                  <c:v>4</c:v>
                </c:pt>
                <c:pt idx="2207">
                  <c:v>4</c:v>
                </c:pt>
                <c:pt idx="2208">
                  <c:v>4</c:v>
                </c:pt>
                <c:pt idx="2209">
                  <c:v>4</c:v>
                </c:pt>
                <c:pt idx="2210">
                  <c:v>4</c:v>
                </c:pt>
                <c:pt idx="2211">
                  <c:v>4</c:v>
                </c:pt>
                <c:pt idx="2212">
                  <c:v>4</c:v>
                </c:pt>
                <c:pt idx="2213">
                  <c:v>4</c:v>
                </c:pt>
                <c:pt idx="2214">
                  <c:v>4</c:v>
                </c:pt>
                <c:pt idx="2215">
                  <c:v>4</c:v>
                </c:pt>
                <c:pt idx="2216">
                  <c:v>4</c:v>
                </c:pt>
                <c:pt idx="2217">
                  <c:v>4</c:v>
                </c:pt>
                <c:pt idx="2218">
                  <c:v>4.25</c:v>
                </c:pt>
                <c:pt idx="2219">
                  <c:v>4.25</c:v>
                </c:pt>
                <c:pt idx="2220">
                  <c:v>4.25</c:v>
                </c:pt>
                <c:pt idx="2221">
                  <c:v>4.25</c:v>
                </c:pt>
                <c:pt idx="2222">
                  <c:v>4.25</c:v>
                </c:pt>
                <c:pt idx="2223">
                  <c:v>4.25</c:v>
                </c:pt>
                <c:pt idx="2224">
                  <c:v>4.25</c:v>
                </c:pt>
                <c:pt idx="2225">
                  <c:v>4.25</c:v>
                </c:pt>
                <c:pt idx="2226">
                  <c:v>4.25</c:v>
                </c:pt>
                <c:pt idx="2227">
                  <c:v>4.25</c:v>
                </c:pt>
                <c:pt idx="2228">
                  <c:v>4.25</c:v>
                </c:pt>
                <c:pt idx="2229">
                  <c:v>4.25</c:v>
                </c:pt>
                <c:pt idx="2230">
                  <c:v>4.25</c:v>
                </c:pt>
                <c:pt idx="2231">
                  <c:v>4.25</c:v>
                </c:pt>
                <c:pt idx="2232">
                  <c:v>4.25</c:v>
                </c:pt>
                <c:pt idx="2233">
                  <c:v>4.25</c:v>
                </c:pt>
                <c:pt idx="2234">
                  <c:v>4.25</c:v>
                </c:pt>
                <c:pt idx="2235">
                  <c:v>4.25</c:v>
                </c:pt>
                <c:pt idx="2236">
                  <c:v>4.25</c:v>
                </c:pt>
                <c:pt idx="2237">
                  <c:v>4.25</c:v>
                </c:pt>
                <c:pt idx="2238">
                  <c:v>4.25</c:v>
                </c:pt>
                <c:pt idx="2239">
                  <c:v>4.25</c:v>
                </c:pt>
                <c:pt idx="2240">
                  <c:v>4.25</c:v>
                </c:pt>
                <c:pt idx="2241">
                  <c:v>4.25</c:v>
                </c:pt>
                <c:pt idx="2242">
                  <c:v>4.25</c:v>
                </c:pt>
                <c:pt idx="2243">
                  <c:v>4.25</c:v>
                </c:pt>
                <c:pt idx="2244">
                  <c:v>4.25</c:v>
                </c:pt>
                <c:pt idx="2245">
                  <c:v>4.25</c:v>
                </c:pt>
                <c:pt idx="2246">
                  <c:v>4.25</c:v>
                </c:pt>
                <c:pt idx="2247">
                  <c:v>4.25</c:v>
                </c:pt>
                <c:pt idx="2248">
                  <c:v>4.25</c:v>
                </c:pt>
                <c:pt idx="2249">
                  <c:v>4.25</c:v>
                </c:pt>
                <c:pt idx="2250">
                  <c:v>4.25</c:v>
                </c:pt>
                <c:pt idx="2251">
                  <c:v>4.25</c:v>
                </c:pt>
                <c:pt idx="2252">
                  <c:v>4.25</c:v>
                </c:pt>
                <c:pt idx="2253">
                  <c:v>4.25</c:v>
                </c:pt>
                <c:pt idx="2254">
                  <c:v>4.25</c:v>
                </c:pt>
                <c:pt idx="2255">
                  <c:v>4.25</c:v>
                </c:pt>
                <c:pt idx="2256">
                  <c:v>4.25</c:v>
                </c:pt>
                <c:pt idx="2257">
                  <c:v>4.25</c:v>
                </c:pt>
                <c:pt idx="2258">
                  <c:v>4.25</c:v>
                </c:pt>
                <c:pt idx="2259">
                  <c:v>4.25</c:v>
                </c:pt>
                <c:pt idx="2260">
                  <c:v>4.25</c:v>
                </c:pt>
                <c:pt idx="2261">
                  <c:v>4.25</c:v>
                </c:pt>
                <c:pt idx="2262">
                  <c:v>4.25</c:v>
                </c:pt>
                <c:pt idx="2263">
                  <c:v>4.25</c:v>
                </c:pt>
                <c:pt idx="2264">
                  <c:v>4.25</c:v>
                </c:pt>
                <c:pt idx="2265">
                  <c:v>4.25</c:v>
                </c:pt>
                <c:pt idx="2266">
                  <c:v>4.25</c:v>
                </c:pt>
                <c:pt idx="2267">
                  <c:v>4.25</c:v>
                </c:pt>
                <c:pt idx="2268">
                  <c:v>4.25</c:v>
                </c:pt>
                <c:pt idx="2269">
                  <c:v>4.25</c:v>
                </c:pt>
                <c:pt idx="2270">
                  <c:v>4.25</c:v>
                </c:pt>
                <c:pt idx="2271">
                  <c:v>4.25</c:v>
                </c:pt>
                <c:pt idx="2272">
                  <c:v>4.25</c:v>
                </c:pt>
                <c:pt idx="2273">
                  <c:v>4.25</c:v>
                </c:pt>
                <c:pt idx="2274">
                  <c:v>4.25</c:v>
                </c:pt>
                <c:pt idx="2275">
                  <c:v>4.25</c:v>
                </c:pt>
                <c:pt idx="2276">
                  <c:v>4.25</c:v>
                </c:pt>
                <c:pt idx="2277">
                  <c:v>4.25</c:v>
                </c:pt>
                <c:pt idx="2278">
                  <c:v>4.25</c:v>
                </c:pt>
                <c:pt idx="2279">
                  <c:v>4.25</c:v>
                </c:pt>
                <c:pt idx="2280">
                  <c:v>4.25</c:v>
                </c:pt>
                <c:pt idx="2281">
                  <c:v>4.25</c:v>
                </c:pt>
                <c:pt idx="2282">
                  <c:v>4.25</c:v>
                </c:pt>
                <c:pt idx="2283">
                  <c:v>4.25</c:v>
                </c:pt>
                <c:pt idx="2284">
                  <c:v>4.25</c:v>
                </c:pt>
                <c:pt idx="2285">
                  <c:v>4.25</c:v>
                </c:pt>
                <c:pt idx="2286">
                  <c:v>4.25</c:v>
                </c:pt>
                <c:pt idx="2287">
                  <c:v>3.75</c:v>
                </c:pt>
                <c:pt idx="2288">
                  <c:v>3.75</c:v>
                </c:pt>
                <c:pt idx="2289">
                  <c:v>3.75</c:v>
                </c:pt>
                <c:pt idx="2290">
                  <c:v>3.75</c:v>
                </c:pt>
                <c:pt idx="2291">
                  <c:v>3.75</c:v>
                </c:pt>
                <c:pt idx="2292">
                  <c:v>3.75</c:v>
                </c:pt>
                <c:pt idx="2293">
                  <c:v>3.75</c:v>
                </c:pt>
                <c:pt idx="2294">
                  <c:v>3.75</c:v>
                </c:pt>
                <c:pt idx="2295">
                  <c:v>3.75</c:v>
                </c:pt>
                <c:pt idx="2296">
                  <c:v>3.75</c:v>
                </c:pt>
                <c:pt idx="2297">
                  <c:v>3.75</c:v>
                </c:pt>
                <c:pt idx="2298">
                  <c:v>3.75</c:v>
                </c:pt>
                <c:pt idx="2299">
                  <c:v>3.75</c:v>
                </c:pt>
                <c:pt idx="2300">
                  <c:v>3.75</c:v>
                </c:pt>
                <c:pt idx="2301">
                  <c:v>3.75</c:v>
                </c:pt>
                <c:pt idx="2302">
                  <c:v>3.75</c:v>
                </c:pt>
                <c:pt idx="2303">
                  <c:v>3.75</c:v>
                </c:pt>
                <c:pt idx="2304">
                  <c:v>3.75</c:v>
                </c:pt>
                <c:pt idx="2305">
                  <c:v>3.75</c:v>
                </c:pt>
                <c:pt idx="2306">
                  <c:v>3.75</c:v>
                </c:pt>
                <c:pt idx="2307">
                  <c:v>3.75</c:v>
                </c:pt>
                <c:pt idx="2308">
                  <c:v>3.25</c:v>
                </c:pt>
                <c:pt idx="2309">
                  <c:v>3.25</c:v>
                </c:pt>
                <c:pt idx="2310">
                  <c:v>3.25</c:v>
                </c:pt>
                <c:pt idx="2311">
                  <c:v>3.25</c:v>
                </c:pt>
                <c:pt idx="2312">
                  <c:v>3.25</c:v>
                </c:pt>
                <c:pt idx="2313">
                  <c:v>3.25</c:v>
                </c:pt>
                <c:pt idx="2314">
                  <c:v>3.25</c:v>
                </c:pt>
                <c:pt idx="2315">
                  <c:v>3.25</c:v>
                </c:pt>
                <c:pt idx="2316">
                  <c:v>3.25</c:v>
                </c:pt>
                <c:pt idx="2317">
                  <c:v>3.25</c:v>
                </c:pt>
                <c:pt idx="2318">
                  <c:v>3.25</c:v>
                </c:pt>
                <c:pt idx="2319">
                  <c:v>3.25</c:v>
                </c:pt>
                <c:pt idx="2320">
                  <c:v>3.25</c:v>
                </c:pt>
                <c:pt idx="2321">
                  <c:v>3.25</c:v>
                </c:pt>
                <c:pt idx="2322">
                  <c:v>3.25</c:v>
                </c:pt>
                <c:pt idx="2323">
                  <c:v>3.25</c:v>
                </c:pt>
                <c:pt idx="2324">
                  <c:v>3.25</c:v>
                </c:pt>
                <c:pt idx="2325">
                  <c:v>3.25</c:v>
                </c:pt>
                <c:pt idx="2326">
                  <c:v>3.25</c:v>
                </c:pt>
                <c:pt idx="2327">
                  <c:v>3.25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c:v>
                </c:pt>
                <c:pt idx="2359">
                  <c:v>2</c:v>
                </c:pt>
                <c:pt idx="2360">
                  <c:v>2</c:v>
                </c:pt>
                <c:pt idx="2361">
                  <c:v>2</c:v>
                </c:pt>
                <c:pt idx="2362">
                  <c:v>2</c:v>
                </c:pt>
                <c:pt idx="2363">
                  <c:v>2</c:v>
                </c:pt>
                <c:pt idx="2364">
                  <c:v>2</c:v>
                </c:pt>
                <c:pt idx="2365">
                  <c:v>2</c:v>
                </c:pt>
                <c:pt idx="2366">
                  <c:v>2</c:v>
                </c:pt>
                <c:pt idx="2367">
                  <c:v>2</c:v>
                </c:pt>
                <c:pt idx="2368">
                  <c:v>2</c:v>
                </c:pt>
                <c:pt idx="2369">
                  <c:v>2</c:v>
                </c:pt>
                <c:pt idx="2370">
                  <c:v>2</c:v>
                </c:pt>
                <c:pt idx="2371">
                  <c:v>2</c:v>
                </c:pt>
                <c:pt idx="2372">
                  <c:v>2</c:v>
                </c:pt>
                <c:pt idx="2373">
                  <c:v>2</c:v>
                </c:pt>
                <c:pt idx="2374">
                  <c:v>2</c:v>
                </c:pt>
                <c:pt idx="2375">
                  <c:v>2</c:v>
                </c:pt>
                <c:pt idx="2376">
                  <c:v>2</c:v>
                </c:pt>
                <c:pt idx="2377">
                  <c:v>2</c:v>
                </c:pt>
                <c:pt idx="2378">
                  <c:v>2</c:v>
                </c:pt>
                <c:pt idx="2379">
                  <c:v>2</c:v>
                </c:pt>
                <c:pt idx="2380">
                  <c:v>2</c:v>
                </c:pt>
                <c:pt idx="2381">
                  <c:v>2</c:v>
                </c:pt>
                <c:pt idx="2382">
                  <c:v>2</c:v>
                </c:pt>
                <c:pt idx="2383">
                  <c:v>2</c:v>
                </c:pt>
                <c:pt idx="2384">
                  <c:v>2</c:v>
                </c:pt>
                <c:pt idx="2385">
                  <c:v>2</c:v>
                </c:pt>
                <c:pt idx="2386">
                  <c:v>2</c:v>
                </c:pt>
                <c:pt idx="2387">
                  <c:v>2</c:v>
                </c:pt>
                <c:pt idx="2388">
                  <c:v>2</c:v>
                </c:pt>
                <c:pt idx="2389">
                  <c:v>2</c:v>
                </c:pt>
                <c:pt idx="2390">
                  <c:v>2</c:v>
                </c:pt>
                <c:pt idx="2391">
                  <c:v>2</c:v>
                </c:pt>
                <c:pt idx="2392">
                  <c:v>2</c:v>
                </c:pt>
                <c:pt idx="2393">
                  <c:v>1.5</c:v>
                </c:pt>
                <c:pt idx="2394">
                  <c:v>1.5</c:v>
                </c:pt>
                <c:pt idx="2395">
                  <c:v>1.5</c:v>
                </c:pt>
                <c:pt idx="2396">
                  <c:v>1.5</c:v>
                </c:pt>
                <c:pt idx="2397">
                  <c:v>1.5</c:v>
                </c:pt>
                <c:pt idx="2398">
                  <c:v>1.5</c:v>
                </c:pt>
                <c:pt idx="2399">
                  <c:v>1.5</c:v>
                </c:pt>
                <c:pt idx="2400">
                  <c:v>1.5</c:v>
                </c:pt>
                <c:pt idx="2401">
                  <c:v>1.5</c:v>
                </c:pt>
                <c:pt idx="2402">
                  <c:v>1.5</c:v>
                </c:pt>
                <c:pt idx="2403">
                  <c:v>1.5</c:v>
                </c:pt>
                <c:pt idx="2404">
                  <c:v>1.5</c:v>
                </c:pt>
                <c:pt idx="2405">
                  <c:v>1.5</c:v>
                </c:pt>
                <c:pt idx="2406">
                  <c:v>1.5</c:v>
                </c:pt>
                <c:pt idx="2407">
                  <c:v>1.5</c:v>
                </c:pt>
                <c:pt idx="2408">
                  <c:v>1.5</c:v>
                </c:pt>
                <c:pt idx="2409">
                  <c:v>1.5</c:v>
                </c:pt>
                <c:pt idx="2410">
                  <c:v>1.5</c:v>
                </c:pt>
                <c:pt idx="2411">
                  <c:v>1.5</c:v>
                </c:pt>
                <c:pt idx="2412">
                  <c:v>1.5</c:v>
                </c:pt>
                <c:pt idx="2413">
                  <c:v>1.25</c:v>
                </c:pt>
                <c:pt idx="2414">
                  <c:v>1.25</c:v>
                </c:pt>
                <c:pt idx="2415">
                  <c:v>1.25</c:v>
                </c:pt>
                <c:pt idx="2416">
                  <c:v>1.25</c:v>
                </c:pt>
                <c:pt idx="2417">
                  <c:v>1.25</c:v>
                </c:pt>
                <c:pt idx="2418">
                  <c:v>1.25</c:v>
                </c:pt>
                <c:pt idx="2419">
                  <c:v>1.25</c:v>
                </c:pt>
                <c:pt idx="2420">
                  <c:v>1.25</c:v>
                </c:pt>
                <c:pt idx="2421">
                  <c:v>1.25</c:v>
                </c:pt>
                <c:pt idx="2422">
                  <c:v>1.25</c:v>
                </c:pt>
                <c:pt idx="2423">
                  <c:v>1.25</c:v>
                </c:pt>
                <c:pt idx="2424">
                  <c:v>1.25</c:v>
                </c:pt>
                <c:pt idx="2425">
                  <c:v>1.25</c:v>
                </c:pt>
                <c:pt idx="2426">
                  <c:v>1.25</c:v>
                </c:pt>
                <c:pt idx="2427">
                  <c:v>1.25</c:v>
                </c:pt>
                <c:pt idx="2428">
                  <c:v>1.25</c:v>
                </c:pt>
                <c:pt idx="2429">
                  <c:v>1.25</c:v>
                </c:pt>
                <c:pt idx="2430">
                  <c:v>1.25</c:v>
                </c:pt>
                <c:pt idx="2431">
                  <c:v>1.25</c:v>
                </c:pt>
                <c:pt idx="2432">
                  <c:v>1.25</c:v>
                </c:pt>
                <c:pt idx="2433">
                  <c:v>1.25</c:v>
                </c:pt>
                <c:pt idx="2434">
                  <c:v>1.25</c:v>
                </c:pt>
                <c:pt idx="2435">
                  <c:v>1.25</c:v>
                </c:pt>
                <c:pt idx="2436">
                  <c:v>1.25</c:v>
                </c:pt>
                <c:pt idx="2437">
                  <c:v>1.25</c:v>
                </c:pt>
                <c:pt idx="2438">
                  <c:v>1</c:v>
                </c:pt>
                <c:pt idx="2439">
                  <c:v>1</c:v>
                </c:pt>
                <c:pt idx="2440">
                  <c:v>1</c:v>
                </c:pt>
                <c:pt idx="2441">
                  <c:v>1</c:v>
                </c:pt>
                <c:pt idx="2442">
                  <c:v>1</c:v>
                </c:pt>
                <c:pt idx="2443">
                  <c:v>1</c:v>
                </c:pt>
                <c:pt idx="2444">
                  <c:v>1</c:v>
                </c:pt>
                <c:pt idx="2445">
                  <c:v>1</c:v>
                </c:pt>
                <c:pt idx="2446">
                  <c:v>1</c:v>
                </c:pt>
                <c:pt idx="2447">
                  <c:v>1</c:v>
                </c:pt>
                <c:pt idx="2448">
                  <c:v>1</c:v>
                </c:pt>
                <c:pt idx="2449">
                  <c:v>1</c:v>
                </c:pt>
                <c:pt idx="2450">
                  <c:v>1</c:v>
                </c:pt>
                <c:pt idx="2451">
                  <c:v>1</c:v>
                </c:pt>
                <c:pt idx="2452">
                  <c:v>1</c:v>
                </c:pt>
                <c:pt idx="2453">
                  <c:v>1</c:v>
                </c:pt>
                <c:pt idx="2454">
                  <c:v>1</c:v>
                </c:pt>
                <c:pt idx="2455">
                  <c:v>1</c:v>
                </c:pt>
                <c:pt idx="2456">
                  <c:v>1</c:v>
                </c:pt>
                <c:pt idx="2457">
                  <c:v>1</c:v>
                </c:pt>
                <c:pt idx="2458">
                  <c:v>1</c:v>
                </c:pt>
                <c:pt idx="2459">
                  <c:v>1</c:v>
                </c:pt>
                <c:pt idx="2460">
                  <c:v>1</c:v>
                </c:pt>
                <c:pt idx="2461">
                  <c:v>1</c:v>
                </c:pt>
                <c:pt idx="2462">
                  <c:v>1</c:v>
                </c:pt>
                <c:pt idx="2463">
                  <c:v>1</c:v>
                </c:pt>
                <c:pt idx="2464">
                  <c:v>1</c:v>
                </c:pt>
                <c:pt idx="2465">
                  <c:v>1</c:v>
                </c:pt>
                <c:pt idx="2466">
                  <c:v>1</c:v>
                </c:pt>
                <c:pt idx="2467">
                  <c:v>1</c:v>
                </c:pt>
                <c:pt idx="2468">
                  <c:v>1</c:v>
                </c:pt>
                <c:pt idx="2469">
                  <c:v>1</c:v>
                </c:pt>
                <c:pt idx="2470">
                  <c:v>1</c:v>
                </c:pt>
                <c:pt idx="2471">
                  <c:v>1</c:v>
                </c:pt>
                <c:pt idx="2472">
                  <c:v>1</c:v>
                </c:pt>
                <c:pt idx="2473">
                  <c:v>1</c:v>
                </c:pt>
                <c:pt idx="2474">
                  <c:v>1</c:v>
                </c:pt>
                <c:pt idx="2475">
                  <c:v>1</c:v>
                </c:pt>
                <c:pt idx="2476">
                  <c:v>1</c:v>
                </c:pt>
                <c:pt idx="2477">
                  <c:v>1</c:v>
                </c:pt>
                <c:pt idx="2478">
                  <c:v>1</c:v>
                </c:pt>
                <c:pt idx="2479">
                  <c:v>1</c:v>
                </c:pt>
                <c:pt idx="2480">
                  <c:v>1</c:v>
                </c:pt>
                <c:pt idx="2481">
                  <c:v>1</c:v>
                </c:pt>
                <c:pt idx="2482">
                  <c:v>1</c:v>
                </c:pt>
                <c:pt idx="2483">
                  <c:v>1</c:v>
                </c:pt>
                <c:pt idx="2484">
                  <c:v>1</c:v>
                </c:pt>
                <c:pt idx="2485">
                  <c:v>1</c:v>
                </c:pt>
                <c:pt idx="2486">
                  <c:v>1</c:v>
                </c:pt>
                <c:pt idx="2487">
                  <c:v>1</c:v>
                </c:pt>
                <c:pt idx="2488">
                  <c:v>1</c:v>
                </c:pt>
                <c:pt idx="2489">
                  <c:v>1</c:v>
                </c:pt>
                <c:pt idx="2490">
                  <c:v>1</c:v>
                </c:pt>
                <c:pt idx="2491">
                  <c:v>1</c:v>
                </c:pt>
                <c:pt idx="2492">
                  <c:v>1</c:v>
                </c:pt>
                <c:pt idx="2493">
                  <c:v>1</c:v>
                </c:pt>
                <c:pt idx="2494">
                  <c:v>1</c:v>
                </c:pt>
                <c:pt idx="2495">
                  <c:v>1</c:v>
                </c:pt>
                <c:pt idx="2496">
                  <c:v>1</c:v>
                </c:pt>
                <c:pt idx="2497">
                  <c:v>1</c:v>
                </c:pt>
                <c:pt idx="2498">
                  <c:v>1</c:v>
                </c:pt>
                <c:pt idx="2499">
                  <c:v>1</c:v>
                </c:pt>
                <c:pt idx="2500">
                  <c:v>1</c:v>
                </c:pt>
                <c:pt idx="2501">
                  <c:v>1</c:v>
                </c:pt>
                <c:pt idx="2502">
                  <c:v>1</c:v>
                </c:pt>
                <c:pt idx="2503">
                  <c:v>1</c:v>
                </c:pt>
                <c:pt idx="2504">
                  <c:v>1</c:v>
                </c:pt>
                <c:pt idx="2505">
                  <c:v>1</c:v>
                </c:pt>
                <c:pt idx="2506">
                  <c:v>1</c:v>
                </c:pt>
                <c:pt idx="2507">
                  <c:v>1</c:v>
                </c:pt>
                <c:pt idx="2508">
                  <c:v>1</c:v>
                </c:pt>
                <c:pt idx="2509">
                  <c:v>1</c:v>
                </c:pt>
                <c:pt idx="2510">
                  <c:v>1</c:v>
                </c:pt>
                <c:pt idx="2511">
                  <c:v>1</c:v>
                </c:pt>
                <c:pt idx="2512">
                  <c:v>1</c:v>
                </c:pt>
                <c:pt idx="2513">
                  <c:v>1</c:v>
                </c:pt>
                <c:pt idx="2514">
                  <c:v>1</c:v>
                </c:pt>
                <c:pt idx="2515">
                  <c:v>1</c:v>
                </c:pt>
                <c:pt idx="2516">
                  <c:v>1</c:v>
                </c:pt>
                <c:pt idx="2517">
                  <c:v>1</c:v>
                </c:pt>
                <c:pt idx="2518">
                  <c:v>1</c:v>
                </c:pt>
                <c:pt idx="2519">
                  <c:v>1</c:v>
                </c:pt>
                <c:pt idx="2520">
                  <c:v>1</c:v>
                </c:pt>
                <c:pt idx="2521">
                  <c:v>1</c:v>
                </c:pt>
                <c:pt idx="2522">
                  <c:v>1</c:v>
                </c:pt>
                <c:pt idx="2523">
                  <c:v>1</c:v>
                </c:pt>
                <c:pt idx="2524">
                  <c:v>1</c:v>
                </c:pt>
                <c:pt idx="2525">
                  <c:v>1</c:v>
                </c:pt>
                <c:pt idx="2526">
                  <c:v>1</c:v>
                </c:pt>
                <c:pt idx="2527">
                  <c:v>1</c:v>
                </c:pt>
                <c:pt idx="2528">
                  <c:v>1</c:v>
                </c:pt>
                <c:pt idx="2529">
                  <c:v>1</c:v>
                </c:pt>
                <c:pt idx="2530">
                  <c:v>1</c:v>
                </c:pt>
                <c:pt idx="2531">
                  <c:v>1</c:v>
                </c:pt>
                <c:pt idx="2532">
                  <c:v>1</c:v>
                </c:pt>
                <c:pt idx="2533">
                  <c:v>1</c:v>
                </c:pt>
                <c:pt idx="2534">
                  <c:v>1</c:v>
                </c:pt>
                <c:pt idx="2535">
                  <c:v>1</c:v>
                </c:pt>
                <c:pt idx="2536">
                  <c:v>1</c:v>
                </c:pt>
                <c:pt idx="2537">
                  <c:v>1</c:v>
                </c:pt>
                <c:pt idx="2538">
                  <c:v>1</c:v>
                </c:pt>
                <c:pt idx="2539">
                  <c:v>1</c:v>
                </c:pt>
                <c:pt idx="2540">
                  <c:v>1</c:v>
                </c:pt>
                <c:pt idx="2541">
                  <c:v>1</c:v>
                </c:pt>
                <c:pt idx="2542">
                  <c:v>1</c:v>
                </c:pt>
                <c:pt idx="2543">
                  <c:v>1</c:v>
                </c:pt>
                <c:pt idx="2544">
                  <c:v>1</c:v>
                </c:pt>
                <c:pt idx="2545">
                  <c:v>1</c:v>
                </c:pt>
                <c:pt idx="2546">
                  <c:v>1</c:v>
                </c:pt>
                <c:pt idx="2547">
                  <c:v>1</c:v>
                </c:pt>
                <c:pt idx="2548">
                  <c:v>1</c:v>
                </c:pt>
                <c:pt idx="2549">
                  <c:v>1</c:v>
                </c:pt>
                <c:pt idx="2550">
                  <c:v>1</c:v>
                </c:pt>
                <c:pt idx="2551">
                  <c:v>1</c:v>
                </c:pt>
                <c:pt idx="2552">
                  <c:v>1</c:v>
                </c:pt>
                <c:pt idx="2553">
                  <c:v>1</c:v>
                </c:pt>
                <c:pt idx="2554">
                  <c:v>1</c:v>
                </c:pt>
                <c:pt idx="2555">
                  <c:v>1</c:v>
                </c:pt>
                <c:pt idx="2556">
                  <c:v>1</c:v>
                </c:pt>
                <c:pt idx="2557">
                  <c:v>1</c:v>
                </c:pt>
                <c:pt idx="2558">
                  <c:v>1</c:v>
                </c:pt>
                <c:pt idx="2559">
                  <c:v>1</c:v>
                </c:pt>
                <c:pt idx="2560">
                  <c:v>1</c:v>
                </c:pt>
                <c:pt idx="2561">
                  <c:v>1</c:v>
                </c:pt>
                <c:pt idx="2562">
                  <c:v>1</c:v>
                </c:pt>
                <c:pt idx="2563">
                  <c:v>1</c:v>
                </c:pt>
                <c:pt idx="2564">
                  <c:v>1</c:v>
                </c:pt>
                <c:pt idx="2565">
                  <c:v>1</c:v>
                </c:pt>
                <c:pt idx="2566">
                  <c:v>1</c:v>
                </c:pt>
                <c:pt idx="2567">
                  <c:v>1</c:v>
                </c:pt>
                <c:pt idx="2568">
                  <c:v>1</c:v>
                </c:pt>
                <c:pt idx="2569">
                  <c:v>1</c:v>
                </c:pt>
                <c:pt idx="2570">
                  <c:v>1</c:v>
                </c:pt>
                <c:pt idx="2571">
                  <c:v>1</c:v>
                </c:pt>
                <c:pt idx="2572">
                  <c:v>1</c:v>
                </c:pt>
                <c:pt idx="2573">
                  <c:v>1</c:v>
                </c:pt>
                <c:pt idx="2574">
                  <c:v>1</c:v>
                </c:pt>
                <c:pt idx="2575">
                  <c:v>1</c:v>
                </c:pt>
                <c:pt idx="2576">
                  <c:v>1</c:v>
                </c:pt>
                <c:pt idx="2577">
                  <c:v>1</c:v>
                </c:pt>
                <c:pt idx="2578">
                  <c:v>1</c:v>
                </c:pt>
                <c:pt idx="2579">
                  <c:v>1</c:v>
                </c:pt>
                <c:pt idx="2580">
                  <c:v>1</c:v>
                </c:pt>
                <c:pt idx="2581">
                  <c:v>1</c:v>
                </c:pt>
                <c:pt idx="2582">
                  <c:v>1</c:v>
                </c:pt>
                <c:pt idx="2583">
                  <c:v>1</c:v>
                </c:pt>
                <c:pt idx="2584">
                  <c:v>1</c:v>
                </c:pt>
                <c:pt idx="2585">
                  <c:v>1</c:v>
                </c:pt>
                <c:pt idx="2586">
                  <c:v>1</c:v>
                </c:pt>
                <c:pt idx="2587">
                  <c:v>1</c:v>
                </c:pt>
                <c:pt idx="2588">
                  <c:v>1</c:v>
                </c:pt>
                <c:pt idx="2589">
                  <c:v>1</c:v>
                </c:pt>
                <c:pt idx="2590">
                  <c:v>1</c:v>
                </c:pt>
                <c:pt idx="2591">
                  <c:v>1</c:v>
                </c:pt>
                <c:pt idx="2592">
                  <c:v>1</c:v>
                </c:pt>
                <c:pt idx="2593">
                  <c:v>1</c:v>
                </c:pt>
                <c:pt idx="2594">
                  <c:v>1</c:v>
                </c:pt>
                <c:pt idx="2595">
                  <c:v>1</c:v>
                </c:pt>
                <c:pt idx="2596">
                  <c:v>1</c:v>
                </c:pt>
                <c:pt idx="2597">
                  <c:v>1</c:v>
                </c:pt>
                <c:pt idx="2598">
                  <c:v>1</c:v>
                </c:pt>
                <c:pt idx="2599">
                  <c:v>1</c:v>
                </c:pt>
                <c:pt idx="2600">
                  <c:v>1</c:v>
                </c:pt>
                <c:pt idx="2601">
                  <c:v>1</c:v>
                </c:pt>
                <c:pt idx="2602">
                  <c:v>1</c:v>
                </c:pt>
                <c:pt idx="2603">
                  <c:v>1</c:v>
                </c:pt>
                <c:pt idx="2604">
                  <c:v>1</c:v>
                </c:pt>
                <c:pt idx="2605">
                  <c:v>1</c:v>
                </c:pt>
                <c:pt idx="2606">
                  <c:v>1</c:v>
                </c:pt>
                <c:pt idx="2607">
                  <c:v>1</c:v>
                </c:pt>
                <c:pt idx="2608">
                  <c:v>1</c:v>
                </c:pt>
                <c:pt idx="2609">
                  <c:v>1</c:v>
                </c:pt>
                <c:pt idx="2610">
                  <c:v>1</c:v>
                </c:pt>
                <c:pt idx="2611">
                  <c:v>1</c:v>
                </c:pt>
                <c:pt idx="2612">
                  <c:v>1</c:v>
                </c:pt>
                <c:pt idx="2613">
                  <c:v>1</c:v>
                </c:pt>
                <c:pt idx="2614">
                  <c:v>1</c:v>
                </c:pt>
                <c:pt idx="2615">
                  <c:v>1</c:v>
                </c:pt>
                <c:pt idx="2616">
                  <c:v>1</c:v>
                </c:pt>
                <c:pt idx="2617">
                  <c:v>1</c:v>
                </c:pt>
                <c:pt idx="2618">
                  <c:v>1</c:v>
                </c:pt>
                <c:pt idx="2619">
                  <c:v>1</c:v>
                </c:pt>
                <c:pt idx="2620">
                  <c:v>1</c:v>
                </c:pt>
                <c:pt idx="2621">
                  <c:v>1</c:v>
                </c:pt>
                <c:pt idx="2622">
                  <c:v>1</c:v>
                </c:pt>
                <c:pt idx="2623">
                  <c:v>1</c:v>
                </c:pt>
                <c:pt idx="2624">
                  <c:v>1</c:v>
                </c:pt>
                <c:pt idx="2625">
                  <c:v>1</c:v>
                </c:pt>
                <c:pt idx="2626">
                  <c:v>1</c:v>
                </c:pt>
                <c:pt idx="2627">
                  <c:v>1</c:v>
                </c:pt>
                <c:pt idx="2628">
                  <c:v>1</c:v>
                </c:pt>
                <c:pt idx="2629">
                  <c:v>1</c:v>
                </c:pt>
                <c:pt idx="2630">
                  <c:v>1</c:v>
                </c:pt>
                <c:pt idx="2631">
                  <c:v>1</c:v>
                </c:pt>
                <c:pt idx="2632">
                  <c:v>1</c:v>
                </c:pt>
                <c:pt idx="2633">
                  <c:v>1</c:v>
                </c:pt>
                <c:pt idx="2634">
                  <c:v>1</c:v>
                </c:pt>
                <c:pt idx="2635">
                  <c:v>1</c:v>
                </c:pt>
                <c:pt idx="2636">
                  <c:v>1</c:v>
                </c:pt>
                <c:pt idx="2637">
                  <c:v>1</c:v>
                </c:pt>
                <c:pt idx="2638">
                  <c:v>1</c:v>
                </c:pt>
                <c:pt idx="2639">
                  <c:v>1</c:v>
                </c:pt>
                <c:pt idx="2640">
                  <c:v>1</c:v>
                </c:pt>
                <c:pt idx="2641">
                  <c:v>1</c:v>
                </c:pt>
                <c:pt idx="2642">
                  <c:v>1</c:v>
                </c:pt>
                <c:pt idx="2643">
                  <c:v>1</c:v>
                </c:pt>
                <c:pt idx="2644">
                  <c:v>1</c:v>
                </c:pt>
                <c:pt idx="2645">
                  <c:v>1</c:v>
                </c:pt>
                <c:pt idx="2646">
                  <c:v>1</c:v>
                </c:pt>
                <c:pt idx="2647">
                  <c:v>1</c:v>
                </c:pt>
                <c:pt idx="2648">
                  <c:v>1</c:v>
                </c:pt>
                <c:pt idx="2649">
                  <c:v>1</c:v>
                </c:pt>
                <c:pt idx="2650">
                  <c:v>1</c:v>
                </c:pt>
                <c:pt idx="2651">
                  <c:v>1</c:v>
                </c:pt>
                <c:pt idx="2652">
                  <c:v>1</c:v>
                </c:pt>
                <c:pt idx="2653">
                  <c:v>1</c:v>
                </c:pt>
                <c:pt idx="2654">
                  <c:v>1</c:v>
                </c:pt>
                <c:pt idx="2655">
                  <c:v>1</c:v>
                </c:pt>
                <c:pt idx="2656">
                  <c:v>1</c:v>
                </c:pt>
                <c:pt idx="2657">
                  <c:v>1</c:v>
                </c:pt>
                <c:pt idx="2658">
                  <c:v>1</c:v>
                </c:pt>
                <c:pt idx="2659">
                  <c:v>1</c:v>
                </c:pt>
                <c:pt idx="2660">
                  <c:v>1</c:v>
                </c:pt>
                <c:pt idx="2661">
                  <c:v>1</c:v>
                </c:pt>
                <c:pt idx="2662">
                  <c:v>1</c:v>
                </c:pt>
                <c:pt idx="2663">
                  <c:v>1</c:v>
                </c:pt>
                <c:pt idx="2664">
                  <c:v>1</c:v>
                </c:pt>
                <c:pt idx="2665">
                  <c:v>1</c:v>
                </c:pt>
                <c:pt idx="2666">
                  <c:v>1</c:v>
                </c:pt>
                <c:pt idx="2667">
                  <c:v>1</c:v>
                </c:pt>
                <c:pt idx="2668">
                  <c:v>1</c:v>
                </c:pt>
                <c:pt idx="2669">
                  <c:v>1</c:v>
                </c:pt>
                <c:pt idx="2670">
                  <c:v>1</c:v>
                </c:pt>
                <c:pt idx="2671">
                  <c:v>1</c:v>
                </c:pt>
                <c:pt idx="2672">
                  <c:v>1</c:v>
                </c:pt>
                <c:pt idx="2673">
                  <c:v>1</c:v>
                </c:pt>
                <c:pt idx="2674">
                  <c:v>1</c:v>
                </c:pt>
                <c:pt idx="2675">
                  <c:v>1</c:v>
                </c:pt>
                <c:pt idx="2676">
                  <c:v>1</c:v>
                </c:pt>
                <c:pt idx="2677">
                  <c:v>1</c:v>
                </c:pt>
                <c:pt idx="2678">
                  <c:v>1</c:v>
                </c:pt>
                <c:pt idx="2679">
                  <c:v>1</c:v>
                </c:pt>
                <c:pt idx="2680">
                  <c:v>1</c:v>
                </c:pt>
                <c:pt idx="2681">
                  <c:v>1</c:v>
                </c:pt>
                <c:pt idx="2682">
                  <c:v>1</c:v>
                </c:pt>
                <c:pt idx="2683">
                  <c:v>1</c:v>
                </c:pt>
                <c:pt idx="2684">
                  <c:v>1</c:v>
                </c:pt>
                <c:pt idx="2685">
                  <c:v>1</c:v>
                </c:pt>
                <c:pt idx="2686">
                  <c:v>1</c:v>
                </c:pt>
                <c:pt idx="2687">
                  <c:v>1</c:v>
                </c:pt>
                <c:pt idx="2688">
                  <c:v>1</c:v>
                </c:pt>
                <c:pt idx="2689">
                  <c:v>1</c:v>
                </c:pt>
                <c:pt idx="2690">
                  <c:v>1</c:v>
                </c:pt>
                <c:pt idx="2691">
                  <c:v>1</c:v>
                </c:pt>
                <c:pt idx="2692">
                  <c:v>1</c:v>
                </c:pt>
                <c:pt idx="2693">
                  <c:v>1</c:v>
                </c:pt>
                <c:pt idx="2694">
                  <c:v>1</c:v>
                </c:pt>
                <c:pt idx="2695">
                  <c:v>1</c:v>
                </c:pt>
                <c:pt idx="2696">
                  <c:v>1</c:v>
                </c:pt>
                <c:pt idx="2697">
                  <c:v>1</c:v>
                </c:pt>
                <c:pt idx="2698">
                  <c:v>1</c:v>
                </c:pt>
                <c:pt idx="2699">
                  <c:v>1</c:v>
                </c:pt>
                <c:pt idx="2700">
                  <c:v>1</c:v>
                </c:pt>
                <c:pt idx="2701">
                  <c:v>1</c:v>
                </c:pt>
                <c:pt idx="2702">
                  <c:v>1</c:v>
                </c:pt>
                <c:pt idx="2703">
                  <c:v>1</c:v>
                </c:pt>
                <c:pt idx="2704">
                  <c:v>1</c:v>
                </c:pt>
                <c:pt idx="2705">
                  <c:v>1</c:v>
                </c:pt>
                <c:pt idx="2706">
                  <c:v>1</c:v>
                </c:pt>
                <c:pt idx="2707">
                  <c:v>1</c:v>
                </c:pt>
                <c:pt idx="2708">
                  <c:v>1</c:v>
                </c:pt>
                <c:pt idx="2709">
                  <c:v>1</c:v>
                </c:pt>
                <c:pt idx="2710">
                  <c:v>1</c:v>
                </c:pt>
                <c:pt idx="2711">
                  <c:v>1</c:v>
                </c:pt>
                <c:pt idx="2712">
                  <c:v>1</c:v>
                </c:pt>
                <c:pt idx="2713">
                  <c:v>1</c:v>
                </c:pt>
                <c:pt idx="2714">
                  <c:v>1</c:v>
                </c:pt>
                <c:pt idx="2715">
                  <c:v>1</c:v>
                </c:pt>
                <c:pt idx="2716">
                  <c:v>1</c:v>
                </c:pt>
                <c:pt idx="2717">
                  <c:v>1</c:v>
                </c:pt>
                <c:pt idx="2718">
                  <c:v>1</c:v>
                </c:pt>
                <c:pt idx="2719">
                  <c:v>1</c:v>
                </c:pt>
                <c:pt idx="2720">
                  <c:v>1</c:v>
                </c:pt>
                <c:pt idx="2721">
                  <c:v>1</c:v>
                </c:pt>
                <c:pt idx="2722">
                  <c:v>1</c:v>
                </c:pt>
                <c:pt idx="2723">
                  <c:v>1</c:v>
                </c:pt>
                <c:pt idx="2724">
                  <c:v>1</c:v>
                </c:pt>
                <c:pt idx="2725">
                  <c:v>1</c:v>
                </c:pt>
                <c:pt idx="2726">
                  <c:v>1</c:v>
                </c:pt>
                <c:pt idx="2727">
                  <c:v>1</c:v>
                </c:pt>
                <c:pt idx="2728">
                  <c:v>1</c:v>
                </c:pt>
                <c:pt idx="2729">
                  <c:v>1</c:v>
                </c:pt>
                <c:pt idx="2730">
                  <c:v>1</c:v>
                </c:pt>
                <c:pt idx="2731">
                  <c:v>1</c:v>
                </c:pt>
                <c:pt idx="2732">
                  <c:v>1</c:v>
                </c:pt>
                <c:pt idx="2733">
                  <c:v>1</c:v>
                </c:pt>
                <c:pt idx="2734">
                  <c:v>1</c:v>
                </c:pt>
                <c:pt idx="2735">
                  <c:v>1</c:v>
                </c:pt>
                <c:pt idx="2736">
                  <c:v>1</c:v>
                </c:pt>
                <c:pt idx="2737">
                  <c:v>1</c:v>
                </c:pt>
                <c:pt idx="2738">
                  <c:v>1</c:v>
                </c:pt>
                <c:pt idx="2739">
                  <c:v>1</c:v>
                </c:pt>
                <c:pt idx="2740">
                  <c:v>1</c:v>
                </c:pt>
                <c:pt idx="2741">
                  <c:v>1</c:v>
                </c:pt>
                <c:pt idx="2742">
                  <c:v>1</c:v>
                </c:pt>
                <c:pt idx="2743">
                  <c:v>1</c:v>
                </c:pt>
                <c:pt idx="2744">
                  <c:v>1</c:v>
                </c:pt>
                <c:pt idx="2745">
                  <c:v>1</c:v>
                </c:pt>
                <c:pt idx="2746">
                  <c:v>1</c:v>
                </c:pt>
                <c:pt idx="2747">
                  <c:v>1</c:v>
                </c:pt>
                <c:pt idx="2748">
                  <c:v>1</c:v>
                </c:pt>
                <c:pt idx="2749">
                  <c:v>1</c:v>
                </c:pt>
                <c:pt idx="2750">
                  <c:v>1</c:v>
                </c:pt>
                <c:pt idx="2751">
                  <c:v>1</c:v>
                </c:pt>
                <c:pt idx="2752">
                  <c:v>1</c:v>
                </c:pt>
                <c:pt idx="2753">
                  <c:v>1</c:v>
                </c:pt>
                <c:pt idx="2754">
                  <c:v>1</c:v>
                </c:pt>
                <c:pt idx="2755">
                  <c:v>1</c:v>
                </c:pt>
                <c:pt idx="2756">
                  <c:v>1</c:v>
                </c:pt>
                <c:pt idx="2757">
                  <c:v>1</c:v>
                </c:pt>
                <c:pt idx="2758">
                  <c:v>1</c:v>
                </c:pt>
                <c:pt idx="2759">
                  <c:v>1</c:v>
                </c:pt>
                <c:pt idx="2760">
                  <c:v>1</c:v>
                </c:pt>
                <c:pt idx="2761">
                  <c:v>1</c:v>
                </c:pt>
                <c:pt idx="2762">
                  <c:v>1</c:v>
                </c:pt>
                <c:pt idx="2763">
                  <c:v>1</c:v>
                </c:pt>
                <c:pt idx="2764">
                  <c:v>1</c:v>
                </c:pt>
                <c:pt idx="2765">
                  <c:v>1</c:v>
                </c:pt>
                <c:pt idx="2766">
                  <c:v>1</c:v>
                </c:pt>
                <c:pt idx="2767">
                  <c:v>1</c:v>
                </c:pt>
                <c:pt idx="2768">
                  <c:v>1</c:v>
                </c:pt>
                <c:pt idx="2769">
                  <c:v>1</c:v>
                </c:pt>
                <c:pt idx="2770">
                  <c:v>1</c:v>
                </c:pt>
                <c:pt idx="2771">
                  <c:v>1</c:v>
                </c:pt>
                <c:pt idx="2772">
                  <c:v>1</c:v>
                </c:pt>
                <c:pt idx="2773">
                  <c:v>1</c:v>
                </c:pt>
                <c:pt idx="2774">
                  <c:v>1</c:v>
                </c:pt>
                <c:pt idx="2775">
                  <c:v>1</c:v>
                </c:pt>
                <c:pt idx="2776">
                  <c:v>1</c:v>
                </c:pt>
                <c:pt idx="2777">
                  <c:v>1</c:v>
                </c:pt>
                <c:pt idx="2778">
                  <c:v>1</c:v>
                </c:pt>
                <c:pt idx="2779">
                  <c:v>1</c:v>
                </c:pt>
                <c:pt idx="2780">
                  <c:v>1</c:v>
                </c:pt>
                <c:pt idx="2781">
                  <c:v>1</c:v>
                </c:pt>
                <c:pt idx="2782">
                  <c:v>1</c:v>
                </c:pt>
                <c:pt idx="2783">
                  <c:v>1</c:v>
                </c:pt>
                <c:pt idx="2784">
                  <c:v>1</c:v>
                </c:pt>
                <c:pt idx="2785">
                  <c:v>1</c:v>
                </c:pt>
                <c:pt idx="2786">
                  <c:v>1</c:v>
                </c:pt>
                <c:pt idx="2787">
                  <c:v>1</c:v>
                </c:pt>
                <c:pt idx="2788">
                  <c:v>1</c:v>
                </c:pt>
                <c:pt idx="2789">
                  <c:v>1</c:v>
                </c:pt>
                <c:pt idx="2790">
                  <c:v>1</c:v>
                </c:pt>
                <c:pt idx="2791">
                  <c:v>1</c:v>
                </c:pt>
                <c:pt idx="2792">
                  <c:v>1</c:v>
                </c:pt>
                <c:pt idx="2793">
                  <c:v>1</c:v>
                </c:pt>
                <c:pt idx="2794">
                  <c:v>1</c:v>
                </c:pt>
                <c:pt idx="2795">
                  <c:v>1</c:v>
                </c:pt>
                <c:pt idx="2796">
                  <c:v>1</c:v>
                </c:pt>
                <c:pt idx="2797">
                  <c:v>1</c:v>
                </c:pt>
                <c:pt idx="2798">
                  <c:v>1</c:v>
                </c:pt>
                <c:pt idx="2799">
                  <c:v>1</c:v>
                </c:pt>
                <c:pt idx="2800">
                  <c:v>1</c:v>
                </c:pt>
                <c:pt idx="2801">
                  <c:v>1</c:v>
                </c:pt>
                <c:pt idx="2802">
                  <c:v>1</c:v>
                </c:pt>
                <c:pt idx="2803">
                  <c:v>1</c:v>
                </c:pt>
                <c:pt idx="2804">
                  <c:v>1</c:v>
                </c:pt>
                <c:pt idx="2805">
                  <c:v>1</c:v>
                </c:pt>
                <c:pt idx="2806">
                  <c:v>1</c:v>
                </c:pt>
                <c:pt idx="2807">
                  <c:v>1</c:v>
                </c:pt>
                <c:pt idx="2808">
                  <c:v>1</c:v>
                </c:pt>
                <c:pt idx="2809">
                  <c:v>1</c:v>
                </c:pt>
                <c:pt idx="2810">
                  <c:v>1</c:v>
                </c:pt>
                <c:pt idx="2811">
                  <c:v>1</c:v>
                </c:pt>
                <c:pt idx="2812">
                  <c:v>1</c:v>
                </c:pt>
                <c:pt idx="2813">
                  <c:v>1</c:v>
                </c:pt>
                <c:pt idx="2814">
                  <c:v>1</c:v>
                </c:pt>
                <c:pt idx="2815">
                  <c:v>1</c:v>
                </c:pt>
                <c:pt idx="2816">
                  <c:v>1</c:v>
                </c:pt>
                <c:pt idx="2817">
                  <c:v>1</c:v>
                </c:pt>
                <c:pt idx="2818">
                  <c:v>1</c:v>
                </c:pt>
                <c:pt idx="2819">
                  <c:v>1</c:v>
                </c:pt>
                <c:pt idx="2820">
                  <c:v>1</c:v>
                </c:pt>
                <c:pt idx="2821">
                  <c:v>1</c:v>
                </c:pt>
                <c:pt idx="2822">
                  <c:v>1</c:v>
                </c:pt>
                <c:pt idx="2823">
                  <c:v>1</c:v>
                </c:pt>
                <c:pt idx="2824">
                  <c:v>1</c:v>
                </c:pt>
                <c:pt idx="2825">
                  <c:v>1</c:v>
                </c:pt>
                <c:pt idx="2826">
                  <c:v>1</c:v>
                </c:pt>
                <c:pt idx="2827">
                  <c:v>1</c:v>
                </c:pt>
                <c:pt idx="2828">
                  <c:v>1</c:v>
                </c:pt>
                <c:pt idx="2829">
                  <c:v>1</c:v>
                </c:pt>
                <c:pt idx="2830">
                  <c:v>1</c:v>
                </c:pt>
                <c:pt idx="2831">
                  <c:v>1</c:v>
                </c:pt>
                <c:pt idx="2832">
                  <c:v>1</c:v>
                </c:pt>
                <c:pt idx="2833">
                  <c:v>1</c:v>
                </c:pt>
                <c:pt idx="2834">
                  <c:v>1</c:v>
                </c:pt>
                <c:pt idx="2835">
                  <c:v>1</c:v>
                </c:pt>
                <c:pt idx="2836">
                  <c:v>1</c:v>
                </c:pt>
                <c:pt idx="2837">
                  <c:v>1</c:v>
                </c:pt>
                <c:pt idx="2838">
                  <c:v>1</c:v>
                </c:pt>
                <c:pt idx="2839">
                  <c:v>1</c:v>
                </c:pt>
                <c:pt idx="2840">
                  <c:v>1</c:v>
                </c:pt>
                <c:pt idx="2841">
                  <c:v>1</c:v>
                </c:pt>
                <c:pt idx="2842">
                  <c:v>1</c:v>
                </c:pt>
                <c:pt idx="2843">
                  <c:v>1</c:v>
                </c:pt>
                <c:pt idx="2844">
                  <c:v>1</c:v>
                </c:pt>
                <c:pt idx="2845">
                  <c:v>1</c:v>
                </c:pt>
                <c:pt idx="2846">
                  <c:v>1</c:v>
                </c:pt>
                <c:pt idx="2847">
                  <c:v>1</c:v>
                </c:pt>
                <c:pt idx="2848">
                  <c:v>1</c:v>
                </c:pt>
                <c:pt idx="2849">
                  <c:v>1</c:v>
                </c:pt>
                <c:pt idx="2850">
                  <c:v>1</c:v>
                </c:pt>
                <c:pt idx="2851">
                  <c:v>1</c:v>
                </c:pt>
                <c:pt idx="2852">
                  <c:v>1</c:v>
                </c:pt>
                <c:pt idx="2853">
                  <c:v>1</c:v>
                </c:pt>
                <c:pt idx="2854">
                  <c:v>1</c:v>
                </c:pt>
                <c:pt idx="2855">
                  <c:v>1</c:v>
                </c:pt>
                <c:pt idx="2856">
                  <c:v>1</c:v>
                </c:pt>
                <c:pt idx="2857">
                  <c:v>1</c:v>
                </c:pt>
                <c:pt idx="2858">
                  <c:v>1</c:v>
                </c:pt>
                <c:pt idx="2859">
                  <c:v>1</c:v>
                </c:pt>
                <c:pt idx="2860">
                  <c:v>1</c:v>
                </c:pt>
                <c:pt idx="2861">
                  <c:v>1</c:v>
                </c:pt>
                <c:pt idx="2862">
                  <c:v>1</c:v>
                </c:pt>
                <c:pt idx="2863">
                  <c:v>1</c:v>
                </c:pt>
                <c:pt idx="2864">
                  <c:v>1</c:v>
                </c:pt>
                <c:pt idx="2865">
                  <c:v>1</c:v>
                </c:pt>
                <c:pt idx="2866">
                  <c:v>1</c:v>
                </c:pt>
                <c:pt idx="2867">
                  <c:v>1</c:v>
                </c:pt>
                <c:pt idx="2868">
                  <c:v>1</c:v>
                </c:pt>
                <c:pt idx="2869">
                  <c:v>1</c:v>
                </c:pt>
                <c:pt idx="2870">
                  <c:v>1</c:v>
                </c:pt>
                <c:pt idx="2871">
                  <c:v>1</c:v>
                </c:pt>
                <c:pt idx="2872">
                  <c:v>1</c:v>
                </c:pt>
                <c:pt idx="2873">
                  <c:v>1</c:v>
                </c:pt>
                <c:pt idx="2874">
                  <c:v>1</c:v>
                </c:pt>
                <c:pt idx="2875">
                  <c:v>1</c:v>
                </c:pt>
                <c:pt idx="2876">
                  <c:v>1</c:v>
                </c:pt>
                <c:pt idx="2877">
                  <c:v>1</c:v>
                </c:pt>
                <c:pt idx="2878">
                  <c:v>1</c:v>
                </c:pt>
                <c:pt idx="2879">
                  <c:v>1</c:v>
                </c:pt>
                <c:pt idx="2880">
                  <c:v>1</c:v>
                </c:pt>
                <c:pt idx="2881">
                  <c:v>1</c:v>
                </c:pt>
                <c:pt idx="2882">
                  <c:v>1</c:v>
                </c:pt>
                <c:pt idx="2883">
                  <c:v>1</c:v>
                </c:pt>
                <c:pt idx="2884">
                  <c:v>1</c:v>
                </c:pt>
                <c:pt idx="2885">
                  <c:v>1</c:v>
                </c:pt>
                <c:pt idx="2886">
                  <c:v>1</c:v>
                </c:pt>
                <c:pt idx="2887">
                  <c:v>1</c:v>
                </c:pt>
                <c:pt idx="2888">
                  <c:v>1</c:v>
                </c:pt>
                <c:pt idx="2889">
                  <c:v>1</c:v>
                </c:pt>
                <c:pt idx="2890">
                  <c:v>1</c:v>
                </c:pt>
                <c:pt idx="2891">
                  <c:v>1</c:v>
                </c:pt>
                <c:pt idx="2892">
                  <c:v>1</c:v>
                </c:pt>
                <c:pt idx="2893">
                  <c:v>1</c:v>
                </c:pt>
                <c:pt idx="2894">
                  <c:v>1</c:v>
                </c:pt>
                <c:pt idx="2895">
                  <c:v>1</c:v>
                </c:pt>
                <c:pt idx="2896">
                  <c:v>1</c:v>
                </c:pt>
                <c:pt idx="2897">
                  <c:v>1</c:v>
                </c:pt>
                <c:pt idx="2898">
                  <c:v>1</c:v>
                </c:pt>
                <c:pt idx="2899">
                  <c:v>1</c:v>
                </c:pt>
                <c:pt idx="2900">
                  <c:v>1</c:v>
                </c:pt>
                <c:pt idx="2901">
                  <c:v>1</c:v>
                </c:pt>
                <c:pt idx="2902">
                  <c:v>1</c:v>
                </c:pt>
                <c:pt idx="2903">
                  <c:v>1</c:v>
                </c:pt>
                <c:pt idx="2904">
                  <c:v>1</c:v>
                </c:pt>
                <c:pt idx="2905">
                  <c:v>1</c:v>
                </c:pt>
                <c:pt idx="2906">
                  <c:v>1</c:v>
                </c:pt>
                <c:pt idx="2907">
                  <c:v>1</c:v>
                </c:pt>
                <c:pt idx="2908">
                  <c:v>1</c:v>
                </c:pt>
                <c:pt idx="2909">
                  <c:v>1</c:v>
                </c:pt>
                <c:pt idx="2910">
                  <c:v>1</c:v>
                </c:pt>
                <c:pt idx="2911">
                  <c:v>1</c:v>
                </c:pt>
                <c:pt idx="2912">
                  <c:v>1</c:v>
                </c:pt>
                <c:pt idx="2913">
                  <c:v>1</c:v>
                </c:pt>
                <c:pt idx="2914">
                  <c:v>1</c:v>
                </c:pt>
                <c:pt idx="2915">
                  <c:v>1</c:v>
                </c:pt>
                <c:pt idx="2916">
                  <c:v>1</c:v>
                </c:pt>
                <c:pt idx="2917">
                  <c:v>1</c:v>
                </c:pt>
                <c:pt idx="2918">
                  <c:v>1</c:v>
                </c:pt>
                <c:pt idx="2919">
                  <c:v>1</c:v>
                </c:pt>
                <c:pt idx="2920">
                  <c:v>1</c:v>
                </c:pt>
                <c:pt idx="2921">
                  <c:v>1</c:v>
                </c:pt>
                <c:pt idx="2922">
                  <c:v>1</c:v>
                </c:pt>
                <c:pt idx="2923">
                  <c:v>1</c:v>
                </c:pt>
                <c:pt idx="2924">
                  <c:v>1</c:v>
                </c:pt>
                <c:pt idx="2925">
                  <c:v>1</c:v>
                </c:pt>
                <c:pt idx="2926">
                  <c:v>1</c:v>
                </c:pt>
                <c:pt idx="2927">
                  <c:v>1</c:v>
                </c:pt>
                <c:pt idx="2928">
                  <c:v>1</c:v>
                </c:pt>
                <c:pt idx="2929">
                  <c:v>1</c:v>
                </c:pt>
                <c:pt idx="2930">
                  <c:v>1</c:v>
                </c:pt>
                <c:pt idx="2931">
                  <c:v>1</c:v>
                </c:pt>
                <c:pt idx="2932">
                  <c:v>1</c:v>
                </c:pt>
                <c:pt idx="2933">
                  <c:v>1</c:v>
                </c:pt>
                <c:pt idx="2934">
                  <c:v>1</c:v>
                </c:pt>
                <c:pt idx="2935">
                  <c:v>1</c:v>
                </c:pt>
                <c:pt idx="2936">
                  <c:v>1</c:v>
                </c:pt>
                <c:pt idx="2937">
                  <c:v>1</c:v>
                </c:pt>
                <c:pt idx="2938">
                  <c:v>1.25</c:v>
                </c:pt>
                <c:pt idx="2939">
                  <c:v>1.25</c:v>
                </c:pt>
                <c:pt idx="2940">
                  <c:v>1.25</c:v>
                </c:pt>
                <c:pt idx="2941">
                  <c:v>1.25</c:v>
                </c:pt>
                <c:pt idx="2942">
                  <c:v>1.25</c:v>
                </c:pt>
                <c:pt idx="2943">
                  <c:v>1.25</c:v>
                </c:pt>
                <c:pt idx="2944">
                  <c:v>1.25</c:v>
                </c:pt>
                <c:pt idx="2945">
                  <c:v>1.25</c:v>
                </c:pt>
                <c:pt idx="2946">
                  <c:v>1.25</c:v>
                </c:pt>
                <c:pt idx="2947">
                  <c:v>1.25</c:v>
                </c:pt>
                <c:pt idx="2948">
                  <c:v>1.25</c:v>
                </c:pt>
                <c:pt idx="2949">
                  <c:v>1.25</c:v>
                </c:pt>
                <c:pt idx="2950">
                  <c:v>1.25</c:v>
                </c:pt>
                <c:pt idx="2951">
                  <c:v>1.25</c:v>
                </c:pt>
                <c:pt idx="2952">
                  <c:v>1.25</c:v>
                </c:pt>
                <c:pt idx="2953">
                  <c:v>1.25</c:v>
                </c:pt>
                <c:pt idx="2954">
                  <c:v>1.25</c:v>
                </c:pt>
                <c:pt idx="2955">
                  <c:v>1.25</c:v>
                </c:pt>
                <c:pt idx="2956">
                  <c:v>1.25</c:v>
                </c:pt>
                <c:pt idx="2957">
                  <c:v>1.25</c:v>
                </c:pt>
                <c:pt idx="2958">
                  <c:v>1.25</c:v>
                </c:pt>
                <c:pt idx="2959">
                  <c:v>1.25</c:v>
                </c:pt>
                <c:pt idx="2960">
                  <c:v>1.25</c:v>
                </c:pt>
                <c:pt idx="2961">
                  <c:v>1.25</c:v>
                </c:pt>
                <c:pt idx="2962">
                  <c:v>1.25</c:v>
                </c:pt>
                <c:pt idx="2963">
                  <c:v>1.25</c:v>
                </c:pt>
                <c:pt idx="2964">
                  <c:v>1.25</c:v>
                </c:pt>
                <c:pt idx="2965">
                  <c:v>1.25</c:v>
                </c:pt>
                <c:pt idx="2966">
                  <c:v>1.25</c:v>
                </c:pt>
                <c:pt idx="2967">
                  <c:v>1.25</c:v>
                </c:pt>
                <c:pt idx="2968">
                  <c:v>1.25</c:v>
                </c:pt>
                <c:pt idx="2969">
                  <c:v>1.25</c:v>
                </c:pt>
                <c:pt idx="2970">
                  <c:v>1.25</c:v>
                </c:pt>
                <c:pt idx="2971">
                  <c:v>1.25</c:v>
                </c:pt>
                <c:pt idx="2972">
                  <c:v>1.25</c:v>
                </c:pt>
                <c:pt idx="2973">
                  <c:v>1.25</c:v>
                </c:pt>
                <c:pt idx="2974">
                  <c:v>1.25</c:v>
                </c:pt>
                <c:pt idx="2975">
                  <c:v>1.25</c:v>
                </c:pt>
                <c:pt idx="2976">
                  <c:v>1.25</c:v>
                </c:pt>
                <c:pt idx="2977">
                  <c:v>1.25</c:v>
                </c:pt>
                <c:pt idx="2978">
                  <c:v>1.25</c:v>
                </c:pt>
                <c:pt idx="2979">
                  <c:v>1.25</c:v>
                </c:pt>
                <c:pt idx="2980">
                  <c:v>1.25</c:v>
                </c:pt>
                <c:pt idx="2981">
                  <c:v>1.25</c:v>
                </c:pt>
                <c:pt idx="2982">
                  <c:v>1.25</c:v>
                </c:pt>
                <c:pt idx="2983">
                  <c:v>1.25</c:v>
                </c:pt>
                <c:pt idx="2984">
                  <c:v>1.25</c:v>
                </c:pt>
                <c:pt idx="2985">
                  <c:v>1.25</c:v>
                </c:pt>
                <c:pt idx="2986">
                  <c:v>1.25</c:v>
                </c:pt>
                <c:pt idx="2987">
                  <c:v>1.25</c:v>
                </c:pt>
                <c:pt idx="2988">
                  <c:v>1.25</c:v>
                </c:pt>
                <c:pt idx="2989">
                  <c:v>1.25</c:v>
                </c:pt>
                <c:pt idx="2990">
                  <c:v>1.25</c:v>
                </c:pt>
                <c:pt idx="2991">
                  <c:v>1.25</c:v>
                </c:pt>
                <c:pt idx="2992">
                  <c:v>1.25</c:v>
                </c:pt>
                <c:pt idx="2993">
                  <c:v>1.25</c:v>
                </c:pt>
                <c:pt idx="2994">
                  <c:v>1.25</c:v>
                </c:pt>
                <c:pt idx="2995">
                  <c:v>1.25</c:v>
                </c:pt>
                <c:pt idx="2996">
                  <c:v>1.25</c:v>
                </c:pt>
                <c:pt idx="2997">
                  <c:v>1.25</c:v>
                </c:pt>
                <c:pt idx="2998">
                  <c:v>1.25</c:v>
                </c:pt>
                <c:pt idx="2999">
                  <c:v>1.25</c:v>
                </c:pt>
                <c:pt idx="3000">
                  <c:v>1.25</c:v>
                </c:pt>
                <c:pt idx="3001">
                  <c:v>1.25</c:v>
                </c:pt>
                <c:pt idx="3002">
                  <c:v>1.25</c:v>
                </c:pt>
                <c:pt idx="3003">
                  <c:v>1.5</c:v>
                </c:pt>
                <c:pt idx="3004">
                  <c:v>1.5</c:v>
                </c:pt>
                <c:pt idx="3005">
                  <c:v>1.5</c:v>
                </c:pt>
                <c:pt idx="3006">
                  <c:v>1.5</c:v>
                </c:pt>
                <c:pt idx="3007">
                  <c:v>1.5</c:v>
                </c:pt>
                <c:pt idx="3008">
                  <c:v>1.5</c:v>
                </c:pt>
                <c:pt idx="3009">
                  <c:v>1.5</c:v>
                </c:pt>
                <c:pt idx="3010">
                  <c:v>1.5</c:v>
                </c:pt>
                <c:pt idx="3011">
                  <c:v>1.5</c:v>
                </c:pt>
                <c:pt idx="3012">
                  <c:v>1.5</c:v>
                </c:pt>
                <c:pt idx="3013">
                  <c:v>1.5</c:v>
                </c:pt>
                <c:pt idx="3014">
                  <c:v>1.5</c:v>
                </c:pt>
                <c:pt idx="3015">
                  <c:v>1.5</c:v>
                </c:pt>
                <c:pt idx="3016">
                  <c:v>1.5</c:v>
                </c:pt>
                <c:pt idx="3017">
                  <c:v>1.5</c:v>
                </c:pt>
                <c:pt idx="3018">
                  <c:v>1.5</c:v>
                </c:pt>
                <c:pt idx="3019">
                  <c:v>1.5</c:v>
                </c:pt>
                <c:pt idx="3020">
                  <c:v>1.5</c:v>
                </c:pt>
                <c:pt idx="3021">
                  <c:v>1.5</c:v>
                </c:pt>
                <c:pt idx="3022">
                  <c:v>1.5</c:v>
                </c:pt>
                <c:pt idx="3023">
                  <c:v>1.5</c:v>
                </c:pt>
                <c:pt idx="3024">
                  <c:v>1.5</c:v>
                </c:pt>
                <c:pt idx="3025">
                  <c:v>1.5</c:v>
                </c:pt>
                <c:pt idx="3026">
                  <c:v>1.5</c:v>
                </c:pt>
                <c:pt idx="3027">
                  <c:v>1.5</c:v>
                </c:pt>
                <c:pt idx="3028">
                  <c:v>1.5</c:v>
                </c:pt>
                <c:pt idx="3029">
                  <c:v>1.5</c:v>
                </c:pt>
                <c:pt idx="3030">
                  <c:v>1.5</c:v>
                </c:pt>
                <c:pt idx="3031">
                  <c:v>1.5</c:v>
                </c:pt>
                <c:pt idx="3032">
                  <c:v>1.5</c:v>
                </c:pt>
                <c:pt idx="3033">
                  <c:v>1.5</c:v>
                </c:pt>
                <c:pt idx="3034">
                  <c:v>1.5</c:v>
                </c:pt>
                <c:pt idx="3035">
                  <c:v>1.5</c:v>
                </c:pt>
                <c:pt idx="3036">
                  <c:v>1.5</c:v>
                </c:pt>
                <c:pt idx="3037">
                  <c:v>1.5</c:v>
                </c:pt>
                <c:pt idx="3038">
                  <c:v>1.5</c:v>
                </c:pt>
                <c:pt idx="3039">
                  <c:v>1.5</c:v>
                </c:pt>
                <c:pt idx="3040">
                  <c:v>1.5</c:v>
                </c:pt>
                <c:pt idx="3041">
                  <c:v>1.5</c:v>
                </c:pt>
                <c:pt idx="3042">
                  <c:v>1.5</c:v>
                </c:pt>
                <c:pt idx="3043">
                  <c:v>1.5</c:v>
                </c:pt>
                <c:pt idx="3044">
                  <c:v>1.5</c:v>
                </c:pt>
                <c:pt idx="3045">
                  <c:v>1.5</c:v>
                </c:pt>
                <c:pt idx="3046">
                  <c:v>1.5</c:v>
                </c:pt>
                <c:pt idx="3047">
                  <c:v>1.5</c:v>
                </c:pt>
                <c:pt idx="3048">
                  <c:v>1.5</c:v>
                </c:pt>
                <c:pt idx="3049">
                  <c:v>1.5</c:v>
                </c:pt>
                <c:pt idx="3050">
                  <c:v>1.5</c:v>
                </c:pt>
                <c:pt idx="3051">
                  <c:v>1.5</c:v>
                </c:pt>
                <c:pt idx="3052">
                  <c:v>1.5</c:v>
                </c:pt>
                <c:pt idx="3053">
                  <c:v>1.5</c:v>
                </c:pt>
                <c:pt idx="3054">
                  <c:v>1.5</c:v>
                </c:pt>
                <c:pt idx="3055">
                  <c:v>1.5</c:v>
                </c:pt>
                <c:pt idx="3056">
                  <c:v>1.5</c:v>
                </c:pt>
                <c:pt idx="3057">
                  <c:v>1.5</c:v>
                </c:pt>
                <c:pt idx="3058">
                  <c:v>1.5</c:v>
                </c:pt>
                <c:pt idx="3059">
                  <c:v>1.5</c:v>
                </c:pt>
                <c:pt idx="3060">
                  <c:v>1.5</c:v>
                </c:pt>
                <c:pt idx="3061">
                  <c:v>1.5</c:v>
                </c:pt>
                <c:pt idx="3062">
                  <c:v>1.5</c:v>
                </c:pt>
                <c:pt idx="3063">
                  <c:v>1.5</c:v>
                </c:pt>
                <c:pt idx="3064">
                  <c:v>1.5</c:v>
                </c:pt>
                <c:pt idx="3065">
                  <c:v>1.5</c:v>
                </c:pt>
                <c:pt idx="3066">
                  <c:v>1.5</c:v>
                </c:pt>
                <c:pt idx="3067">
                  <c:v>1.5</c:v>
                </c:pt>
                <c:pt idx="3068">
                  <c:v>1.5</c:v>
                </c:pt>
                <c:pt idx="3069">
                  <c:v>1.5</c:v>
                </c:pt>
                <c:pt idx="3070">
                  <c:v>1.5</c:v>
                </c:pt>
                <c:pt idx="3071">
                  <c:v>1.5</c:v>
                </c:pt>
                <c:pt idx="3072">
                  <c:v>1.5</c:v>
                </c:pt>
                <c:pt idx="3073">
                  <c:v>1.5</c:v>
                </c:pt>
                <c:pt idx="3074">
                  <c:v>1.5</c:v>
                </c:pt>
                <c:pt idx="3075">
                  <c:v>1.5</c:v>
                </c:pt>
                <c:pt idx="3076">
                  <c:v>1.5</c:v>
                </c:pt>
                <c:pt idx="3077">
                  <c:v>1.5</c:v>
                </c:pt>
                <c:pt idx="3078">
                  <c:v>1.5</c:v>
                </c:pt>
                <c:pt idx="3079">
                  <c:v>1.5</c:v>
                </c:pt>
                <c:pt idx="3080">
                  <c:v>1.5</c:v>
                </c:pt>
                <c:pt idx="3081">
                  <c:v>1.5</c:v>
                </c:pt>
                <c:pt idx="3082">
                  <c:v>1.5</c:v>
                </c:pt>
                <c:pt idx="3083">
                  <c:v>1.5</c:v>
                </c:pt>
                <c:pt idx="3084">
                  <c:v>1.5</c:v>
                </c:pt>
                <c:pt idx="3085">
                  <c:v>1.5</c:v>
                </c:pt>
                <c:pt idx="3086">
                  <c:v>1.5</c:v>
                </c:pt>
                <c:pt idx="3087">
                  <c:v>1.5</c:v>
                </c:pt>
                <c:pt idx="3088">
                  <c:v>1.25</c:v>
                </c:pt>
                <c:pt idx="3089">
                  <c:v>1.25</c:v>
                </c:pt>
                <c:pt idx="3090">
                  <c:v>1.25</c:v>
                </c:pt>
                <c:pt idx="3091">
                  <c:v>1.25</c:v>
                </c:pt>
                <c:pt idx="3092">
                  <c:v>1.25</c:v>
                </c:pt>
                <c:pt idx="3093">
                  <c:v>1.25</c:v>
                </c:pt>
                <c:pt idx="3094">
                  <c:v>1.25</c:v>
                </c:pt>
                <c:pt idx="3095">
                  <c:v>1.25</c:v>
                </c:pt>
                <c:pt idx="3096">
                  <c:v>1.25</c:v>
                </c:pt>
                <c:pt idx="3097">
                  <c:v>1.25</c:v>
                </c:pt>
                <c:pt idx="3098">
                  <c:v>1.25</c:v>
                </c:pt>
                <c:pt idx="3099">
                  <c:v>1.25</c:v>
                </c:pt>
                <c:pt idx="3100">
                  <c:v>1.25</c:v>
                </c:pt>
                <c:pt idx="3101">
                  <c:v>1.25</c:v>
                </c:pt>
                <c:pt idx="3102">
                  <c:v>1.25</c:v>
                </c:pt>
                <c:pt idx="3103">
                  <c:v>1.25</c:v>
                </c:pt>
                <c:pt idx="3104">
                  <c:v>1.25</c:v>
                </c:pt>
                <c:pt idx="3105">
                  <c:v>1.25</c:v>
                </c:pt>
                <c:pt idx="3106">
                  <c:v>1.25</c:v>
                </c:pt>
                <c:pt idx="3107">
                  <c:v>1.25</c:v>
                </c:pt>
                <c:pt idx="3108">
                  <c:v>1.25</c:v>
                </c:pt>
                <c:pt idx="3109">
                  <c:v>1.25</c:v>
                </c:pt>
                <c:pt idx="3110">
                  <c:v>1.25</c:v>
                </c:pt>
                <c:pt idx="3111">
                  <c:v>1.25</c:v>
                </c:pt>
                <c:pt idx="3112">
                  <c:v>1.25</c:v>
                </c:pt>
                <c:pt idx="3113">
                  <c:v>1</c:v>
                </c:pt>
                <c:pt idx="3114">
                  <c:v>1</c:v>
                </c:pt>
                <c:pt idx="3115">
                  <c:v>1</c:v>
                </c:pt>
                <c:pt idx="3116">
                  <c:v>1</c:v>
                </c:pt>
                <c:pt idx="3117">
                  <c:v>1</c:v>
                </c:pt>
                <c:pt idx="3118">
                  <c:v>1</c:v>
                </c:pt>
                <c:pt idx="3119">
                  <c:v>1</c:v>
                </c:pt>
                <c:pt idx="3120">
                  <c:v>1</c:v>
                </c:pt>
                <c:pt idx="3121">
                  <c:v>1</c:v>
                </c:pt>
                <c:pt idx="3122">
                  <c:v>1</c:v>
                </c:pt>
                <c:pt idx="3123">
                  <c:v>1</c:v>
                </c:pt>
                <c:pt idx="3124">
                  <c:v>1</c:v>
                </c:pt>
                <c:pt idx="3125">
                  <c:v>1</c:v>
                </c:pt>
                <c:pt idx="3126">
                  <c:v>1</c:v>
                </c:pt>
                <c:pt idx="3127">
                  <c:v>1</c:v>
                </c:pt>
                <c:pt idx="3128">
                  <c:v>1</c:v>
                </c:pt>
                <c:pt idx="3129">
                  <c:v>1</c:v>
                </c:pt>
                <c:pt idx="3130">
                  <c:v>1</c:v>
                </c:pt>
                <c:pt idx="3131">
                  <c:v>1</c:v>
                </c:pt>
                <c:pt idx="3132">
                  <c:v>1</c:v>
                </c:pt>
                <c:pt idx="3133">
                  <c:v>1</c:v>
                </c:pt>
                <c:pt idx="3134">
                  <c:v>1</c:v>
                </c:pt>
                <c:pt idx="3135">
                  <c:v>1</c:v>
                </c:pt>
                <c:pt idx="3136">
                  <c:v>1</c:v>
                </c:pt>
                <c:pt idx="3137">
                  <c:v>1</c:v>
                </c:pt>
                <c:pt idx="3138">
                  <c:v>1</c:v>
                </c:pt>
                <c:pt idx="3139">
                  <c:v>1</c:v>
                </c:pt>
                <c:pt idx="3140">
                  <c:v>1</c:v>
                </c:pt>
                <c:pt idx="3141">
                  <c:v>1</c:v>
                </c:pt>
                <c:pt idx="3142">
                  <c:v>1</c:v>
                </c:pt>
                <c:pt idx="3143">
                  <c:v>1</c:v>
                </c:pt>
                <c:pt idx="3144">
                  <c:v>1</c:v>
                </c:pt>
                <c:pt idx="3145">
                  <c:v>1</c:v>
                </c:pt>
                <c:pt idx="3146">
                  <c:v>1</c:v>
                </c:pt>
                <c:pt idx="3147">
                  <c:v>1</c:v>
                </c:pt>
                <c:pt idx="3148">
                  <c:v>1</c:v>
                </c:pt>
                <c:pt idx="3149">
                  <c:v>1</c:v>
                </c:pt>
                <c:pt idx="3150">
                  <c:v>1</c:v>
                </c:pt>
                <c:pt idx="3151">
                  <c:v>1</c:v>
                </c:pt>
                <c:pt idx="3152">
                  <c:v>1</c:v>
                </c:pt>
                <c:pt idx="3153">
                  <c:v>1</c:v>
                </c:pt>
                <c:pt idx="3154">
                  <c:v>1</c:v>
                </c:pt>
                <c:pt idx="3155">
                  <c:v>1</c:v>
                </c:pt>
                <c:pt idx="3156">
                  <c:v>1</c:v>
                </c:pt>
                <c:pt idx="3157">
                  <c:v>1</c:v>
                </c:pt>
                <c:pt idx="3158">
                  <c:v>1</c:v>
                </c:pt>
                <c:pt idx="3159">
                  <c:v>1</c:v>
                </c:pt>
                <c:pt idx="3160">
                  <c:v>1</c:v>
                </c:pt>
                <c:pt idx="3161">
                  <c:v>1</c:v>
                </c:pt>
                <c:pt idx="3162">
                  <c:v>1</c:v>
                </c:pt>
                <c:pt idx="3163">
                  <c:v>1</c:v>
                </c:pt>
                <c:pt idx="3164">
                  <c:v>1</c:v>
                </c:pt>
                <c:pt idx="3165">
                  <c:v>1</c:v>
                </c:pt>
                <c:pt idx="3166">
                  <c:v>1</c:v>
                </c:pt>
                <c:pt idx="3167">
                  <c:v>1</c:v>
                </c:pt>
                <c:pt idx="3168">
                  <c:v>1</c:v>
                </c:pt>
                <c:pt idx="3169">
                  <c:v>1</c:v>
                </c:pt>
                <c:pt idx="3170">
                  <c:v>1</c:v>
                </c:pt>
                <c:pt idx="3171">
                  <c:v>1</c:v>
                </c:pt>
                <c:pt idx="3172">
                  <c:v>1</c:v>
                </c:pt>
                <c:pt idx="3173">
                  <c:v>1</c:v>
                </c:pt>
                <c:pt idx="3174">
                  <c:v>1</c:v>
                </c:pt>
                <c:pt idx="3175">
                  <c:v>1</c:v>
                </c:pt>
                <c:pt idx="3176">
                  <c:v>1</c:v>
                </c:pt>
                <c:pt idx="3177">
                  <c:v>1</c:v>
                </c:pt>
                <c:pt idx="3178">
                  <c:v>1</c:v>
                </c:pt>
                <c:pt idx="3179">
                  <c:v>1</c:v>
                </c:pt>
                <c:pt idx="3180">
                  <c:v>1</c:v>
                </c:pt>
                <c:pt idx="3181">
                  <c:v>1</c:v>
                </c:pt>
                <c:pt idx="3182">
                  <c:v>1</c:v>
                </c:pt>
                <c:pt idx="3183">
                  <c:v>1</c:v>
                </c:pt>
                <c:pt idx="3184">
                  <c:v>1</c:v>
                </c:pt>
                <c:pt idx="3185">
                  <c:v>1</c:v>
                </c:pt>
                <c:pt idx="3186">
                  <c:v>1</c:v>
                </c:pt>
                <c:pt idx="3187">
                  <c:v>1</c:v>
                </c:pt>
                <c:pt idx="3188">
                  <c:v>1</c:v>
                </c:pt>
                <c:pt idx="3189">
                  <c:v>1</c:v>
                </c:pt>
                <c:pt idx="3190">
                  <c:v>1</c:v>
                </c:pt>
                <c:pt idx="3191">
                  <c:v>1</c:v>
                </c:pt>
                <c:pt idx="3192">
                  <c:v>1</c:v>
                </c:pt>
                <c:pt idx="3193">
                  <c:v>1</c:v>
                </c:pt>
                <c:pt idx="3194">
                  <c:v>1</c:v>
                </c:pt>
                <c:pt idx="3195">
                  <c:v>1</c:v>
                </c:pt>
                <c:pt idx="3196">
                  <c:v>1</c:v>
                </c:pt>
                <c:pt idx="3197">
                  <c:v>1</c:v>
                </c:pt>
                <c:pt idx="3198">
                  <c:v>1</c:v>
                </c:pt>
                <c:pt idx="3199">
                  <c:v>1</c:v>
                </c:pt>
                <c:pt idx="3200">
                  <c:v>1</c:v>
                </c:pt>
                <c:pt idx="3201">
                  <c:v>1</c:v>
                </c:pt>
                <c:pt idx="3202">
                  <c:v>1</c:v>
                </c:pt>
                <c:pt idx="3203">
                  <c:v>1</c:v>
                </c:pt>
                <c:pt idx="3204">
                  <c:v>1</c:v>
                </c:pt>
                <c:pt idx="3205">
                  <c:v>1</c:v>
                </c:pt>
                <c:pt idx="3206">
                  <c:v>1</c:v>
                </c:pt>
                <c:pt idx="3207">
                  <c:v>1</c:v>
                </c:pt>
                <c:pt idx="3208">
                  <c:v>1</c:v>
                </c:pt>
                <c:pt idx="3209">
                  <c:v>1</c:v>
                </c:pt>
                <c:pt idx="3210">
                  <c:v>1</c:v>
                </c:pt>
                <c:pt idx="3211">
                  <c:v>1</c:v>
                </c:pt>
                <c:pt idx="3212">
                  <c:v>1</c:v>
                </c:pt>
                <c:pt idx="3213">
                  <c:v>1</c:v>
                </c:pt>
                <c:pt idx="3214">
                  <c:v>1</c:v>
                </c:pt>
                <c:pt idx="3215">
                  <c:v>1</c:v>
                </c:pt>
                <c:pt idx="3216">
                  <c:v>1</c:v>
                </c:pt>
                <c:pt idx="3217">
                  <c:v>1</c:v>
                </c:pt>
                <c:pt idx="3218">
                  <c:v>1</c:v>
                </c:pt>
                <c:pt idx="3219">
                  <c:v>1</c:v>
                </c:pt>
                <c:pt idx="3220">
                  <c:v>1</c:v>
                </c:pt>
                <c:pt idx="3221">
                  <c:v>1</c:v>
                </c:pt>
                <c:pt idx="3222">
                  <c:v>1</c:v>
                </c:pt>
                <c:pt idx="3223">
                  <c:v>1</c:v>
                </c:pt>
                <c:pt idx="3224">
                  <c:v>1</c:v>
                </c:pt>
                <c:pt idx="3225">
                  <c:v>1</c:v>
                </c:pt>
                <c:pt idx="3226">
                  <c:v>1</c:v>
                </c:pt>
                <c:pt idx="3227">
                  <c:v>1</c:v>
                </c:pt>
                <c:pt idx="3228">
                  <c:v>1</c:v>
                </c:pt>
                <c:pt idx="3229">
                  <c:v>1</c:v>
                </c:pt>
                <c:pt idx="3230">
                  <c:v>1</c:v>
                </c:pt>
                <c:pt idx="3231">
                  <c:v>1</c:v>
                </c:pt>
                <c:pt idx="3232">
                  <c:v>1</c:v>
                </c:pt>
                <c:pt idx="3233">
                  <c:v>1</c:v>
                </c:pt>
                <c:pt idx="3234">
                  <c:v>1</c:v>
                </c:pt>
                <c:pt idx="3235">
                  <c:v>1</c:v>
                </c:pt>
                <c:pt idx="3236">
                  <c:v>1</c:v>
                </c:pt>
                <c:pt idx="3237">
                  <c:v>1</c:v>
                </c:pt>
                <c:pt idx="3238">
                  <c:v>1</c:v>
                </c:pt>
                <c:pt idx="3239">
                  <c:v>1</c:v>
                </c:pt>
                <c:pt idx="3240">
                  <c:v>1</c:v>
                </c:pt>
                <c:pt idx="3241">
                  <c:v>1</c:v>
                </c:pt>
                <c:pt idx="3242">
                  <c:v>1</c:v>
                </c:pt>
                <c:pt idx="3243">
                  <c:v>1</c:v>
                </c:pt>
                <c:pt idx="3244">
                  <c:v>1</c:v>
                </c:pt>
                <c:pt idx="3245">
                  <c:v>1</c:v>
                </c:pt>
                <c:pt idx="3246">
                  <c:v>1</c:v>
                </c:pt>
                <c:pt idx="3247">
                  <c:v>1</c:v>
                </c:pt>
                <c:pt idx="3248">
                  <c:v>1</c:v>
                </c:pt>
                <c:pt idx="3249">
                  <c:v>1</c:v>
                </c:pt>
                <c:pt idx="3250">
                  <c:v>1</c:v>
                </c:pt>
                <c:pt idx="3251">
                  <c:v>1</c:v>
                </c:pt>
                <c:pt idx="3252">
                  <c:v>1</c:v>
                </c:pt>
                <c:pt idx="3253">
                  <c:v>1</c:v>
                </c:pt>
                <c:pt idx="3254">
                  <c:v>1</c:v>
                </c:pt>
                <c:pt idx="3255">
                  <c:v>1</c:v>
                </c:pt>
                <c:pt idx="3256">
                  <c:v>1</c:v>
                </c:pt>
                <c:pt idx="3257">
                  <c:v>1</c:v>
                </c:pt>
                <c:pt idx="3258">
                  <c:v>1</c:v>
                </c:pt>
                <c:pt idx="3259">
                  <c:v>1</c:v>
                </c:pt>
                <c:pt idx="3260">
                  <c:v>1</c:v>
                </c:pt>
                <c:pt idx="3261">
                  <c:v>1</c:v>
                </c:pt>
                <c:pt idx="3262">
                  <c:v>1</c:v>
                </c:pt>
                <c:pt idx="3263">
                  <c:v>0.75</c:v>
                </c:pt>
                <c:pt idx="3264">
                  <c:v>0.75</c:v>
                </c:pt>
                <c:pt idx="3265">
                  <c:v>0.75</c:v>
                </c:pt>
                <c:pt idx="3266">
                  <c:v>0.75</c:v>
                </c:pt>
                <c:pt idx="3267">
                  <c:v>0.75</c:v>
                </c:pt>
                <c:pt idx="3268">
                  <c:v>0.75</c:v>
                </c:pt>
                <c:pt idx="3269">
                  <c:v>0.75</c:v>
                </c:pt>
                <c:pt idx="3270">
                  <c:v>0.75</c:v>
                </c:pt>
                <c:pt idx="3271">
                  <c:v>0.75</c:v>
                </c:pt>
                <c:pt idx="3272">
                  <c:v>0.75</c:v>
                </c:pt>
                <c:pt idx="3273">
                  <c:v>0.75</c:v>
                </c:pt>
                <c:pt idx="3274">
                  <c:v>0.75</c:v>
                </c:pt>
                <c:pt idx="3275">
                  <c:v>0.75</c:v>
                </c:pt>
                <c:pt idx="3276">
                  <c:v>0.75</c:v>
                </c:pt>
                <c:pt idx="3277">
                  <c:v>0.75</c:v>
                </c:pt>
                <c:pt idx="3278">
                  <c:v>0.75</c:v>
                </c:pt>
                <c:pt idx="3279">
                  <c:v>0.75</c:v>
                </c:pt>
                <c:pt idx="3280">
                  <c:v>0.75</c:v>
                </c:pt>
                <c:pt idx="3281">
                  <c:v>0.75</c:v>
                </c:pt>
                <c:pt idx="3282">
                  <c:v>0.75</c:v>
                </c:pt>
                <c:pt idx="3283">
                  <c:v>0.75</c:v>
                </c:pt>
                <c:pt idx="3284">
                  <c:v>0.75</c:v>
                </c:pt>
                <c:pt idx="3285">
                  <c:v>0.75</c:v>
                </c:pt>
                <c:pt idx="3286">
                  <c:v>0.75</c:v>
                </c:pt>
                <c:pt idx="3287">
                  <c:v>0.75</c:v>
                </c:pt>
                <c:pt idx="3288">
                  <c:v>0.75</c:v>
                </c:pt>
                <c:pt idx="3289">
                  <c:v>0.75</c:v>
                </c:pt>
                <c:pt idx="3290">
                  <c:v>0.75</c:v>
                </c:pt>
                <c:pt idx="3291">
                  <c:v>0.75</c:v>
                </c:pt>
                <c:pt idx="3292">
                  <c:v>0.75</c:v>
                </c:pt>
                <c:pt idx="3293">
                  <c:v>0.75</c:v>
                </c:pt>
                <c:pt idx="3294">
                  <c:v>0.75</c:v>
                </c:pt>
                <c:pt idx="3295">
                  <c:v>0.75</c:v>
                </c:pt>
                <c:pt idx="3296">
                  <c:v>0.75</c:v>
                </c:pt>
                <c:pt idx="3297">
                  <c:v>0.75</c:v>
                </c:pt>
                <c:pt idx="3298">
                  <c:v>0.75</c:v>
                </c:pt>
                <c:pt idx="3299">
                  <c:v>0.75</c:v>
                </c:pt>
                <c:pt idx="3300">
                  <c:v>0.75</c:v>
                </c:pt>
                <c:pt idx="3301">
                  <c:v>0.75</c:v>
                </c:pt>
                <c:pt idx="3302">
                  <c:v>0.75</c:v>
                </c:pt>
                <c:pt idx="3303">
                  <c:v>0.75</c:v>
                </c:pt>
                <c:pt idx="3304">
                  <c:v>0.75</c:v>
                </c:pt>
                <c:pt idx="3305">
                  <c:v>0.75</c:v>
                </c:pt>
                <c:pt idx="3306">
                  <c:v>0.75</c:v>
                </c:pt>
                <c:pt idx="3307">
                  <c:v>0.75</c:v>
                </c:pt>
                <c:pt idx="3308">
                  <c:v>0.75</c:v>
                </c:pt>
                <c:pt idx="3309">
                  <c:v>0.75</c:v>
                </c:pt>
                <c:pt idx="3310">
                  <c:v>0.75</c:v>
                </c:pt>
                <c:pt idx="3311">
                  <c:v>0.75</c:v>
                </c:pt>
                <c:pt idx="3312">
                  <c:v>0.75</c:v>
                </c:pt>
                <c:pt idx="3313">
                  <c:v>0.75</c:v>
                </c:pt>
                <c:pt idx="3314">
                  <c:v>0.75</c:v>
                </c:pt>
                <c:pt idx="3315">
                  <c:v>0.75</c:v>
                </c:pt>
                <c:pt idx="3316">
                  <c:v>0.75</c:v>
                </c:pt>
                <c:pt idx="3317">
                  <c:v>0.75</c:v>
                </c:pt>
                <c:pt idx="3318">
                  <c:v>0.75</c:v>
                </c:pt>
                <c:pt idx="3319">
                  <c:v>0.75</c:v>
                </c:pt>
                <c:pt idx="3320">
                  <c:v>0.75</c:v>
                </c:pt>
                <c:pt idx="3321">
                  <c:v>0.75</c:v>
                </c:pt>
                <c:pt idx="3322">
                  <c:v>0.75</c:v>
                </c:pt>
                <c:pt idx="3323">
                  <c:v>0.75</c:v>
                </c:pt>
                <c:pt idx="3324">
                  <c:v>0.75</c:v>
                </c:pt>
                <c:pt idx="3325">
                  <c:v>0.75</c:v>
                </c:pt>
                <c:pt idx="3326">
                  <c:v>0.75</c:v>
                </c:pt>
                <c:pt idx="3327">
                  <c:v>0.75</c:v>
                </c:pt>
                <c:pt idx="3328">
                  <c:v>0.75</c:v>
                </c:pt>
                <c:pt idx="3329">
                  <c:v>0.75</c:v>
                </c:pt>
                <c:pt idx="3330">
                  <c:v>0.75</c:v>
                </c:pt>
                <c:pt idx="3331">
                  <c:v>0.75</c:v>
                </c:pt>
                <c:pt idx="3332">
                  <c:v>0.75</c:v>
                </c:pt>
                <c:pt idx="3333">
                  <c:v>0.75</c:v>
                </c:pt>
                <c:pt idx="3334">
                  <c:v>0.75</c:v>
                </c:pt>
                <c:pt idx="3335">
                  <c:v>0.75</c:v>
                </c:pt>
                <c:pt idx="3336">
                  <c:v>0.75</c:v>
                </c:pt>
                <c:pt idx="3337">
                  <c:v>0.75</c:v>
                </c:pt>
                <c:pt idx="3338">
                  <c:v>0.75</c:v>
                </c:pt>
                <c:pt idx="3339">
                  <c:v>0.75</c:v>
                </c:pt>
                <c:pt idx="3340">
                  <c:v>0.75</c:v>
                </c:pt>
                <c:pt idx="3341">
                  <c:v>0.75</c:v>
                </c:pt>
                <c:pt idx="3342">
                  <c:v>0.75</c:v>
                </c:pt>
                <c:pt idx="3343">
                  <c:v>0.75</c:v>
                </c:pt>
                <c:pt idx="3344">
                  <c:v>0.75</c:v>
                </c:pt>
                <c:pt idx="3345">
                  <c:v>0.75</c:v>
                </c:pt>
                <c:pt idx="3346">
                  <c:v>0.75</c:v>
                </c:pt>
                <c:pt idx="3347">
                  <c:v>0.75</c:v>
                </c:pt>
                <c:pt idx="3348">
                  <c:v>0.75</c:v>
                </c:pt>
                <c:pt idx="3349">
                  <c:v>0.75</c:v>
                </c:pt>
                <c:pt idx="3350">
                  <c:v>0.75</c:v>
                </c:pt>
                <c:pt idx="3351">
                  <c:v>0.75</c:v>
                </c:pt>
                <c:pt idx="3352">
                  <c:v>0.75</c:v>
                </c:pt>
                <c:pt idx="3353">
                  <c:v>0.75</c:v>
                </c:pt>
                <c:pt idx="3354">
                  <c:v>0.75</c:v>
                </c:pt>
                <c:pt idx="3355">
                  <c:v>0.75</c:v>
                </c:pt>
                <c:pt idx="3356">
                  <c:v>0.75</c:v>
                </c:pt>
                <c:pt idx="3357">
                  <c:v>0.75</c:v>
                </c:pt>
                <c:pt idx="3358">
                  <c:v>0.75</c:v>
                </c:pt>
                <c:pt idx="3359">
                  <c:v>0.75</c:v>
                </c:pt>
                <c:pt idx="3360">
                  <c:v>0.75</c:v>
                </c:pt>
                <c:pt idx="3361">
                  <c:v>0.75</c:v>
                </c:pt>
                <c:pt idx="3362">
                  <c:v>0.75</c:v>
                </c:pt>
                <c:pt idx="3363">
                  <c:v>0.75</c:v>
                </c:pt>
                <c:pt idx="3364">
                  <c:v>0.75</c:v>
                </c:pt>
                <c:pt idx="3365">
                  <c:v>0.75</c:v>
                </c:pt>
                <c:pt idx="3366">
                  <c:v>0.75</c:v>
                </c:pt>
                <c:pt idx="3367">
                  <c:v>0.75</c:v>
                </c:pt>
                <c:pt idx="3368">
                  <c:v>0.75</c:v>
                </c:pt>
                <c:pt idx="3369">
                  <c:v>0.75</c:v>
                </c:pt>
                <c:pt idx="3370">
                  <c:v>0.75</c:v>
                </c:pt>
                <c:pt idx="3371">
                  <c:v>0.75</c:v>
                </c:pt>
                <c:pt idx="3372">
                  <c:v>0.75</c:v>
                </c:pt>
                <c:pt idx="3373">
                  <c:v>0.75</c:v>
                </c:pt>
                <c:pt idx="3374">
                  <c:v>0.75</c:v>
                </c:pt>
                <c:pt idx="3375">
                  <c:v>0.75</c:v>
                </c:pt>
                <c:pt idx="3376">
                  <c:v>0.75</c:v>
                </c:pt>
                <c:pt idx="3377">
                  <c:v>0.75</c:v>
                </c:pt>
                <c:pt idx="3378">
                  <c:v>0.75</c:v>
                </c:pt>
                <c:pt idx="3379">
                  <c:v>0.75</c:v>
                </c:pt>
                <c:pt idx="3380">
                  <c:v>0.75</c:v>
                </c:pt>
                <c:pt idx="3381">
                  <c:v>0.75</c:v>
                </c:pt>
                <c:pt idx="3382">
                  <c:v>0.75</c:v>
                </c:pt>
                <c:pt idx="3383">
                  <c:v>0.75</c:v>
                </c:pt>
                <c:pt idx="3384">
                  <c:v>0.75</c:v>
                </c:pt>
                <c:pt idx="3385">
                  <c:v>0.75</c:v>
                </c:pt>
                <c:pt idx="3386">
                  <c:v>0.75</c:v>
                </c:pt>
                <c:pt idx="3387">
                  <c:v>0.75</c:v>
                </c:pt>
                <c:pt idx="3388">
                  <c:v>0.75</c:v>
                </c:pt>
                <c:pt idx="3389">
                  <c:v>0.75</c:v>
                </c:pt>
                <c:pt idx="3390">
                  <c:v>0.75</c:v>
                </c:pt>
                <c:pt idx="3391">
                  <c:v>0.75</c:v>
                </c:pt>
                <c:pt idx="3392">
                  <c:v>0.75</c:v>
                </c:pt>
                <c:pt idx="3393">
                  <c:v>0.75</c:v>
                </c:pt>
                <c:pt idx="3394">
                  <c:v>0.75</c:v>
                </c:pt>
                <c:pt idx="3395">
                  <c:v>0.75</c:v>
                </c:pt>
                <c:pt idx="3396">
                  <c:v>0.75</c:v>
                </c:pt>
                <c:pt idx="3397">
                  <c:v>0.75</c:v>
                </c:pt>
                <c:pt idx="3398">
                  <c:v>0.75</c:v>
                </c:pt>
                <c:pt idx="3399">
                  <c:v>0.75</c:v>
                </c:pt>
                <c:pt idx="3400">
                  <c:v>0.75</c:v>
                </c:pt>
                <c:pt idx="3401">
                  <c:v>0.75</c:v>
                </c:pt>
                <c:pt idx="3402">
                  <c:v>0.75</c:v>
                </c:pt>
                <c:pt idx="3403">
                  <c:v>0.75</c:v>
                </c:pt>
                <c:pt idx="3404">
                  <c:v>0.75</c:v>
                </c:pt>
                <c:pt idx="3405">
                  <c:v>0.75</c:v>
                </c:pt>
                <c:pt idx="3406">
                  <c:v>0.75</c:v>
                </c:pt>
                <c:pt idx="3407">
                  <c:v>0.75</c:v>
                </c:pt>
                <c:pt idx="3408">
                  <c:v>0.75</c:v>
                </c:pt>
                <c:pt idx="3409">
                  <c:v>0.75</c:v>
                </c:pt>
                <c:pt idx="3410">
                  <c:v>0.75</c:v>
                </c:pt>
                <c:pt idx="3411">
                  <c:v>0.75</c:v>
                </c:pt>
                <c:pt idx="3412">
                  <c:v>0.75</c:v>
                </c:pt>
                <c:pt idx="3413">
                  <c:v>0.75</c:v>
                </c:pt>
                <c:pt idx="3414">
                  <c:v>0.75</c:v>
                </c:pt>
                <c:pt idx="3415">
                  <c:v>0.75</c:v>
                </c:pt>
                <c:pt idx="3416">
                  <c:v>0.75</c:v>
                </c:pt>
                <c:pt idx="3417">
                  <c:v>0.75</c:v>
                </c:pt>
                <c:pt idx="3418">
                  <c:v>0.75</c:v>
                </c:pt>
                <c:pt idx="3419">
                  <c:v>0.75</c:v>
                </c:pt>
                <c:pt idx="3420">
                  <c:v>0.75</c:v>
                </c:pt>
                <c:pt idx="3421">
                  <c:v>0.75</c:v>
                </c:pt>
                <c:pt idx="3422">
                  <c:v>0.75</c:v>
                </c:pt>
                <c:pt idx="3423">
                  <c:v>0.75</c:v>
                </c:pt>
                <c:pt idx="3424">
                  <c:v>0.75</c:v>
                </c:pt>
                <c:pt idx="3425">
                  <c:v>0.75</c:v>
                </c:pt>
                <c:pt idx="3426">
                  <c:v>0.75</c:v>
                </c:pt>
                <c:pt idx="3427">
                  <c:v>0.75</c:v>
                </c:pt>
                <c:pt idx="3428">
                  <c:v>0.75</c:v>
                </c:pt>
                <c:pt idx="3429">
                  <c:v>0.75</c:v>
                </c:pt>
                <c:pt idx="3430">
                  <c:v>0.75</c:v>
                </c:pt>
                <c:pt idx="3431">
                  <c:v>0.75</c:v>
                </c:pt>
                <c:pt idx="3432">
                  <c:v>0.75</c:v>
                </c:pt>
                <c:pt idx="3433">
                  <c:v>0.75</c:v>
                </c:pt>
                <c:pt idx="3434">
                  <c:v>0.75</c:v>
                </c:pt>
                <c:pt idx="3435">
                  <c:v>0.75</c:v>
                </c:pt>
                <c:pt idx="3436">
                  <c:v>0.75</c:v>
                </c:pt>
                <c:pt idx="3437">
                  <c:v>0.75</c:v>
                </c:pt>
                <c:pt idx="3438">
                  <c:v>0.75</c:v>
                </c:pt>
                <c:pt idx="3439">
                  <c:v>0.75</c:v>
                </c:pt>
                <c:pt idx="3440">
                  <c:v>0.75</c:v>
                </c:pt>
                <c:pt idx="3441">
                  <c:v>0.75</c:v>
                </c:pt>
                <c:pt idx="3442">
                  <c:v>0.75</c:v>
                </c:pt>
                <c:pt idx="3443">
                  <c:v>0.75</c:v>
                </c:pt>
                <c:pt idx="3444">
                  <c:v>0.75</c:v>
                </c:pt>
                <c:pt idx="3445">
                  <c:v>0.75</c:v>
                </c:pt>
                <c:pt idx="3446">
                  <c:v>0.75</c:v>
                </c:pt>
                <c:pt idx="3447">
                  <c:v>0.75</c:v>
                </c:pt>
                <c:pt idx="3448">
                  <c:v>0.75</c:v>
                </c:pt>
                <c:pt idx="3449">
                  <c:v>0.75</c:v>
                </c:pt>
                <c:pt idx="3450">
                  <c:v>0.75</c:v>
                </c:pt>
                <c:pt idx="3451">
                  <c:v>0.75</c:v>
                </c:pt>
                <c:pt idx="3452">
                  <c:v>0.75</c:v>
                </c:pt>
                <c:pt idx="3453">
                  <c:v>0.75</c:v>
                </c:pt>
                <c:pt idx="3454">
                  <c:v>0.75</c:v>
                </c:pt>
                <c:pt idx="3455">
                  <c:v>0.75</c:v>
                </c:pt>
                <c:pt idx="3456">
                  <c:v>0.75</c:v>
                </c:pt>
                <c:pt idx="3457">
                  <c:v>0.75</c:v>
                </c:pt>
                <c:pt idx="3458">
                  <c:v>0.75</c:v>
                </c:pt>
                <c:pt idx="3459">
                  <c:v>0.75</c:v>
                </c:pt>
                <c:pt idx="3460">
                  <c:v>0.75</c:v>
                </c:pt>
                <c:pt idx="3461">
                  <c:v>0.75</c:v>
                </c:pt>
                <c:pt idx="3462">
                  <c:v>0.75</c:v>
                </c:pt>
                <c:pt idx="3463">
                  <c:v>0.75</c:v>
                </c:pt>
                <c:pt idx="3464">
                  <c:v>0.75</c:v>
                </c:pt>
                <c:pt idx="3465">
                  <c:v>0.75</c:v>
                </c:pt>
                <c:pt idx="3466">
                  <c:v>0.75</c:v>
                </c:pt>
                <c:pt idx="3467">
                  <c:v>0.75</c:v>
                </c:pt>
                <c:pt idx="3468">
                  <c:v>0.75</c:v>
                </c:pt>
                <c:pt idx="3469">
                  <c:v>0.75</c:v>
                </c:pt>
                <c:pt idx="3470">
                  <c:v>0.75</c:v>
                </c:pt>
                <c:pt idx="3471">
                  <c:v>0.75</c:v>
                </c:pt>
                <c:pt idx="3472">
                  <c:v>0.75</c:v>
                </c:pt>
                <c:pt idx="3473">
                  <c:v>0.75</c:v>
                </c:pt>
                <c:pt idx="3474">
                  <c:v>0.75</c:v>
                </c:pt>
                <c:pt idx="3475">
                  <c:v>0.75</c:v>
                </c:pt>
                <c:pt idx="3476">
                  <c:v>0.75</c:v>
                </c:pt>
                <c:pt idx="3477">
                  <c:v>0.75</c:v>
                </c:pt>
                <c:pt idx="3478">
                  <c:v>0.5</c:v>
                </c:pt>
                <c:pt idx="3479">
                  <c:v>0.5</c:v>
                </c:pt>
                <c:pt idx="3480">
                  <c:v>0.5</c:v>
                </c:pt>
                <c:pt idx="3481">
                  <c:v>0.5</c:v>
                </c:pt>
                <c:pt idx="3482">
                  <c:v>0.5</c:v>
                </c:pt>
                <c:pt idx="3483">
                  <c:v>0.5</c:v>
                </c:pt>
                <c:pt idx="3484">
                  <c:v>0.5</c:v>
                </c:pt>
                <c:pt idx="3485">
                  <c:v>0.5</c:v>
                </c:pt>
                <c:pt idx="3486">
                  <c:v>0.5</c:v>
                </c:pt>
                <c:pt idx="3487">
                  <c:v>0.5</c:v>
                </c:pt>
                <c:pt idx="3488">
                  <c:v>0.5</c:v>
                </c:pt>
                <c:pt idx="3489">
                  <c:v>0.5</c:v>
                </c:pt>
                <c:pt idx="3490">
                  <c:v>0.5</c:v>
                </c:pt>
                <c:pt idx="3491">
                  <c:v>0.5</c:v>
                </c:pt>
                <c:pt idx="3492">
                  <c:v>0.5</c:v>
                </c:pt>
                <c:pt idx="3493">
                  <c:v>0.5</c:v>
                </c:pt>
                <c:pt idx="3494">
                  <c:v>0.5</c:v>
                </c:pt>
                <c:pt idx="3495">
                  <c:v>0.5</c:v>
                </c:pt>
                <c:pt idx="3496">
                  <c:v>0.5</c:v>
                </c:pt>
                <c:pt idx="3497">
                  <c:v>0.5</c:v>
                </c:pt>
                <c:pt idx="3498">
                  <c:v>0.5</c:v>
                </c:pt>
                <c:pt idx="3499">
                  <c:v>0.5</c:v>
                </c:pt>
                <c:pt idx="3500">
                  <c:v>0.5</c:v>
                </c:pt>
                <c:pt idx="3501">
                  <c:v>0.5</c:v>
                </c:pt>
                <c:pt idx="3502">
                  <c:v>0.5</c:v>
                </c:pt>
                <c:pt idx="3503">
                  <c:v>0.5</c:v>
                </c:pt>
                <c:pt idx="3504">
                  <c:v>0.5</c:v>
                </c:pt>
                <c:pt idx="3505">
                  <c:v>0.5</c:v>
                </c:pt>
                <c:pt idx="3506">
                  <c:v>0.5</c:v>
                </c:pt>
                <c:pt idx="3507">
                  <c:v>0.5</c:v>
                </c:pt>
                <c:pt idx="3508">
                  <c:v>0.5</c:v>
                </c:pt>
                <c:pt idx="3509">
                  <c:v>0.5</c:v>
                </c:pt>
                <c:pt idx="3510">
                  <c:v>0.5</c:v>
                </c:pt>
                <c:pt idx="3511">
                  <c:v>0.5</c:v>
                </c:pt>
                <c:pt idx="3512">
                  <c:v>0.5</c:v>
                </c:pt>
                <c:pt idx="3513">
                  <c:v>0.5</c:v>
                </c:pt>
                <c:pt idx="3514">
                  <c:v>0.5</c:v>
                </c:pt>
                <c:pt idx="3515">
                  <c:v>0.5</c:v>
                </c:pt>
                <c:pt idx="3516">
                  <c:v>0.5</c:v>
                </c:pt>
                <c:pt idx="3517">
                  <c:v>0.5</c:v>
                </c:pt>
                <c:pt idx="3518">
                  <c:v>0.5</c:v>
                </c:pt>
                <c:pt idx="3519">
                  <c:v>0.5</c:v>
                </c:pt>
                <c:pt idx="3520">
                  <c:v>0.5</c:v>
                </c:pt>
                <c:pt idx="3521">
                  <c:v>0.5</c:v>
                </c:pt>
                <c:pt idx="3522">
                  <c:v>0.5</c:v>
                </c:pt>
                <c:pt idx="3523">
                  <c:v>0.5</c:v>
                </c:pt>
                <c:pt idx="3524">
                  <c:v>0.5</c:v>
                </c:pt>
                <c:pt idx="3525">
                  <c:v>0.5</c:v>
                </c:pt>
                <c:pt idx="3526">
                  <c:v>0.5</c:v>
                </c:pt>
                <c:pt idx="3527">
                  <c:v>0.5</c:v>
                </c:pt>
                <c:pt idx="3528">
                  <c:v>0.5</c:v>
                </c:pt>
                <c:pt idx="3529">
                  <c:v>0.5</c:v>
                </c:pt>
                <c:pt idx="3530">
                  <c:v>0.5</c:v>
                </c:pt>
                <c:pt idx="3531">
                  <c:v>0.5</c:v>
                </c:pt>
                <c:pt idx="3532">
                  <c:v>0.5</c:v>
                </c:pt>
                <c:pt idx="3533">
                  <c:v>0.5</c:v>
                </c:pt>
                <c:pt idx="3534">
                  <c:v>0.5</c:v>
                </c:pt>
                <c:pt idx="3535">
                  <c:v>0.5</c:v>
                </c:pt>
                <c:pt idx="3536">
                  <c:v>0.5</c:v>
                </c:pt>
                <c:pt idx="3537">
                  <c:v>0.5</c:v>
                </c:pt>
                <c:pt idx="3538">
                  <c:v>0.5</c:v>
                </c:pt>
                <c:pt idx="3539">
                  <c:v>0.5</c:v>
                </c:pt>
                <c:pt idx="3540">
                  <c:v>0.5</c:v>
                </c:pt>
                <c:pt idx="3541">
                  <c:v>0.5</c:v>
                </c:pt>
                <c:pt idx="3542">
                  <c:v>0.5</c:v>
                </c:pt>
                <c:pt idx="3543">
                  <c:v>0.5</c:v>
                </c:pt>
                <c:pt idx="3544">
                  <c:v>0.5</c:v>
                </c:pt>
                <c:pt idx="3545">
                  <c:v>0.5</c:v>
                </c:pt>
                <c:pt idx="3546">
                  <c:v>0.5</c:v>
                </c:pt>
                <c:pt idx="3547">
                  <c:v>0.5</c:v>
                </c:pt>
                <c:pt idx="3548">
                  <c:v>0.5</c:v>
                </c:pt>
                <c:pt idx="3549">
                  <c:v>0.5</c:v>
                </c:pt>
                <c:pt idx="3550">
                  <c:v>0.5</c:v>
                </c:pt>
                <c:pt idx="3551">
                  <c:v>0.5</c:v>
                </c:pt>
                <c:pt idx="3552">
                  <c:v>0.5</c:v>
                </c:pt>
                <c:pt idx="3553">
                  <c:v>0.5</c:v>
                </c:pt>
                <c:pt idx="3554">
                  <c:v>0.5</c:v>
                </c:pt>
                <c:pt idx="3555">
                  <c:v>0.5</c:v>
                </c:pt>
                <c:pt idx="3556">
                  <c:v>0.5</c:v>
                </c:pt>
                <c:pt idx="3557">
                  <c:v>0.5</c:v>
                </c:pt>
                <c:pt idx="3558">
                  <c:v>0.5</c:v>
                </c:pt>
                <c:pt idx="3559">
                  <c:v>0.5</c:v>
                </c:pt>
                <c:pt idx="3560">
                  <c:v>0.5</c:v>
                </c:pt>
                <c:pt idx="3561">
                  <c:v>0.5</c:v>
                </c:pt>
                <c:pt idx="3562">
                  <c:v>0.5</c:v>
                </c:pt>
                <c:pt idx="3563">
                  <c:v>0.5</c:v>
                </c:pt>
                <c:pt idx="3564">
                  <c:v>0.5</c:v>
                </c:pt>
                <c:pt idx="3565">
                  <c:v>0.5</c:v>
                </c:pt>
                <c:pt idx="3566">
                  <c:v>0.5</c:v>
                </c:pt>
                <c:pt idx="3567">
                  <c:v>0.5</c:v>
                </c:pt>
                <c:pt idx="3568">
                  <c:v>0.5</c:v>
                </c:pt>
                <c:pt idx="3569">
                  <c:v>0.5</c:v>
                </c:pt>
                <c:pt idx="3570">
                  <c:v>0.5</c:v>
                </c:pt>
                <c:pt idx="3571">
                  <c:v>0.5</c:v>
                </c:pt>
                <c:pt idx="3572">
                  <c:v>0.5</c:v>
                </c:pt>
                <c:pt idx="3573">
                  <c:v>0.5</c:v>
                </c:pt>
                <c:pt idx="3574">
                  <c:v>0.5</c:v>
                </c:pt>
                <c:pt idx="3575">
                  <c:v>0.5</c:v>
                </c:pt>
                <c:pt idx="3576">
                  <c:v>0.5</c:v>
                </c:pt>
                <c:pt idx="3577">
                  <c:v>0.5</c:v>
                </c:pt>
                <c:pt idx="3578">
                  <c:v>0.5</c:v>
                </c:pt>
                <c:pt idx="3579">
                  <c:v>0.5</c:v>
                </c:pt>
                <c:pt idx="3580">
                  <c:v>0.5</c:v>
                </c:pt>
                <c:pt idx="3581">
                  <c:v>0.5</c:v>
                </c:pt>
                <c:pt idx="3582">
                  <c:v>0.5</c:v>
                </c:pt>
                <c:pt idx="3583">
                  <c:v>0.5</c:v>
                </c:pt>
                <c:pt idx="3584">
                  <c:v>0.5</c:v>
                </c:pt>
                <c:pt idx="3585">
                  <c:v>0.5</c:v>
                </c:pt>
                <c:pt idx="3586">
                  <c:v>0.5</c:v>
                </c:pt>
                <c:pt idx="3587">
                  <c:v>0.5</c:v>
                </c:pt>
                <c:pt idx="3588">
                  <c:v>0.5</c:v>
                </c:pt>
                <c:pt idx="3589">
                  <c:v>0.5</c:v>
                </c:pt>
                <c:pt idx="3590">
                  <c:v>0.5</c:v>
                </c:pt>
                <c:pt idx="3591">
                  <c:v>0.5</c:v>
                </c:pt>
                <c:pt idx="3592">
                  <c:v>0.5</c:v>
                </c:pt>
                <c:pt idx="3593">
                  <c:v>0.5</c:v>
                </c:pt>
                <c:pt idx="3594">
                  <c:v>0.5</c:v>
                </c:pt>
                <c:pt idx="3595">
                  <c:v>0.5</c:v>
                </c:pt>
                <c:pt idx="3596">
                  <c:v>0.5</c:v>
                </c:pt>
                <c:pt idx="3597">
                  <c:v>0.5</c:v>
                </c:pt>
                <c:pt idx="3598">
                  <c:v>0.5</c:v>
                </c:pt>
                <c:pt idx="3599">
                  <c:v>0.5</c:v>
                </c:pt>
                <c:pt idx="3600">
                  <c:v>0.5</c:v>
                </c:pt>
                <c:pt idx="3601">
                  <c:v>0.5</c:v>
                </c:pt>
                <c:pt idx="3602">
                  <c:v>0.5</c:v>
                </c:pt>
                <c:pt idx="3603">
                  <c:v>0.5</c:v>
                </c:pt>
                <c:pt idx="3604">
                  <c:v>0.5</c:v>
                </c:pt>
                <c:pt idx="3605">
                  <c:v>0.5</c:v>
                </c:pt>
                <c:pt idx="3606">
                  <c:v>0.5</c:v>
                </c:pt>
                <c:pt idx="3607">
                  <c:v>0.5</c:v>
                </c:pt>
                <c:pt idx="3608">
                  <c:v>0.5</c:v>
                </c:pt>
                <c:pt idx="3609">
                  <c:v>0.5</c:v>
                </c:pt>
                <c:pt idx="3610">
                  <c:v>0.5</c:v>
                </c:pt>
                <c:pt idx="3611">
                  <c:v>0.5</c:v>
                </c:pt>
                <c:pt idx="3612">
                  <c:v>0.5</c:v>
                </c:pt>
                <c:pt idx="3613">
                  <c:v>0.25</c:v>
                </c:pt>
                <c:pt idx="3614">
                  <c:v>0.25</c:v>
                </c:pt>
                <c:pt idx="3615">
                  <c:v>0.25</c:v>
                </c:pt>
                <c:pt idx="3616">
                  <c:v>0.25</c:v>
                </c:pt>
                <c:pt idx="3617">
                  <c:v>0.25</c:v>
                </c:pt>
                <c:pt idx="3618">
                  <c:v>0.25</c:v>
                </c:pt>
                <c:pt idx="3619">
                  <c:v>0.25</c:v>
                </c:pt>
                <c:pt idx="3620">
                  <c:v>0.25</c:v>
                </c:pt>
                <c:pt idx="3621">
                  <c:v>0.25</c:v>
                </c:pt>
                <c:pt idx="3622">
                  <c:v>0.25</c:v>
                </c:pt>
                <c:pt idx="3623">
                  <c:v>0.25</c:v>
                </c:pt>
                <c:pt idx="3624">
                  <c:v>0.25</c:v>
                </c:pt>
                <c:pt idx="3625">
                  <c:v>0.25</c:v>
                </c:pt>
                <c:pt idx="3626">
                  <c:v>0.25</c:v>
                </c:pt>
                <c:pt idx="3627">
                  <c:v>0.25</c:v>
                </c:pt>
                <c:pt idx="3628">
                  <c:v>0.25</c:v>
                </c:pt>
                <c:pt idx="3629">
                  <c:v>0.25</c:v>
                </c:pt>
                <c:pt idx="3630">
                  <c:v>0.25</c:v>
                </c:pt>
                <c:pt idx="3631">
                  <c:v>0.25</c:v>
                </c:pt>
                <c:pt idx="3632">
                  <c:v>0.25</c:v>
                </c:pt>
                <c:pt idx="3633">
                  <c:v>0.25</c:v>
                </c:pt>
                <c:pt idx="3634">
                  <c:v>0.25</c:v>
                </c:pt>
                <c:pt idx="3635">
                  <c:v>0.25</c:v>
                </c:pt>
                <c:pt idx="3636">
                  <c:v>0.25</c:v>
                </c:pt>
                <c:pt idx="3637">
                  <c:v>0.25</c:v>
                </c:pt>
                <c:pt idx="3638">
                  <c:v>0.25</c:v>
                </c:pt>
                <c:pt idx="3639">
                  <c:v>0.25</c:v>
                </c:pt>
                <c:pt idx="3640">
                  <c:v>0.25</c:v>
                </c:pt>
                <c:pt idx="3641">
                  <c:v>0.25</c:v>
                </c:pt>
                <c:pt idx="3642">
                  <c:v>0.25</c:v>
                </c:pt>
                <c:pt idx="3643">
                  <c:v>0.25</c:v>
                </c:pt>
                <c:pt idx="3644">
                  <c:v>0.25</c:v>
                </c:pt>
                <c:pt idx="3645">
                  <c:v>0.25</c:v>
                </c:pt>
                <c:pt idx="3646">
                  <c:v>0.25</c:v>
                </c:pt>
                <c:pt idx="3647">
                  <c:v>0.25</c:v>
                </c:pt>
                <c:pt idx="3648">
                  <c:v>0.25</c:v>
                </c:pt>
                <c:pt idx="3649">
                  <c:v>0.25</c:v>
                </c:pt>
                <c:pt idx="3650">
                  <c:v>0.25</c:v>
                </c:pt>
                <c:pt idx="3651">
                  <c:v>0.25</c:v>
                </c:pt>
                <c:pt idx="3652">
                  <c:v>0.25</c:v>
                </c:pt>
                <c:pt idx="3653">
                  <c:v>0.25</c:v>
                </c:pt>
                <c:pt idx="3654">
                  <c:v>0.25</c:v>
                </c:pt>
                <c:pt idx="3655">
                  <c:v>0.25</c:v>
                </c:pt>
                <c:pt idx="3656">
                  <c:v>0.25</c:v>
                </c:pt>
                <c:pt idx="3657">
                  <c:v>0.25</c:v>
                </c:pt>
                <c:pt idx="3658">
                  <c:v>0.25</c:v>
                </c:pt>
                <c:pt idx="3659">
                  <c:v>0.25</c:v>
                </c:pt>
                <c:pt idx="3660">
                  <c:v>0.25</c:v>
                </c:pt>
                <c:pt idx="3661">
                  <c:v>0.25</c:v>
                </c:pt>
                <c:pt idx="3662">
                  <c:v>0.25</c:v>
                </c:pt>
                <c:pt idx="3663">
                  <c:v>0.25</c:v>
                </c:pt>
                <c:pt idx="3664">
                  <c:v>0.25</c:v>
                </c:pt>
                <c:pt idx="3665">
                  <c:v>0.25</c:v>
                </c:pt>
                <c:pt idx="3666">
                  <c:v>0.25</c:v>
                </c:pt>
                <c:pt idx="3667">
                  <c:v>0.25</c:v>
                </c:pt>
                <c:pt idx="3668">
                  <c:v>0.25</c:v>
                </c:pt>
                <c:pt idx="3669">
                  <c:v>0.25</c:v>
                </c:pt>
                <c:pt idx="3670">
                  <c:v>0.25</c:v>
                </c:pt>
                <c:pt idx="3671">
                  <c:v>0.25</c:v>
                </c:pt>
                <c:pt idx="3672">
                  <c:v>0.25</c:v>
                </c:pt>
                <c:pt idx="3673">
                  <c:v>0.25</c:v>
                </c:pt>
                <c:pt idx="3674">
                  <c:v>0.25</c:v>
                </c:pt>
                <c:pt idx="3675">
                  <c:v>0.25</c:v>
                </c:pt>
                <c:pt idx="3676">
                  <c:v>0.25</c:v>
                </c:pt>
                <c:pt idx="3677">
                  <c:v>0.25</c:v>
                </c:pt>
                <c:pt idx="3678">
                  <c:v>0.25</c:v>
                </c:pt>
                <c:pt idx="3679">
                  <c:v>0.25</c:v>
                </c:pt>
                <c:pt idx="3680">
                  <c:v>0.25</c:v>
                </c:pt>
                <c:pt idx="3681">
                  <c:v>0.25</c:v>
                </c:pt>
                <c:pt idx="3682">
                  <c:v>0.25</c:v>
                </c:pt>
                <c:pt idx="3683">
                  <c:v>0.25</c:v>
                </c:pt>
                <c:pt idx="3684">
                  <c:v>0.25</c:v>
                </c:pt>
                <c:pt idx="3685">
                  <c:v>0.25</c:v>
                </c:pt>
                <c:pt idx="3686">
                  <c:v>0.25</c:v>
                </c:pt>
                <c:pt idx="3687">
                  <c:v>0.25</c:v>
                </c:pt>
                <c:pt idx="3688">
                  <c:v>0.25</c:v>
                </c:pt>
                <c:pt idx="3689">
                  <c:v>0.25</c:v>
                </c:pt>
                <c:pt idx="3690">
                  <c:v>0.25</c:v>
                </c:pt>
                <c:pt idx="3691">
                  <c:v>0.25</c:v>
                </c:pt>
                <c:pt idx="3692">
                  <c:v>0.25</c:v>
                </c:pt>
                <c:pt idx="3693">
                  <c:v>0.25</c:v>
                </c:pt>
                <c:pt idx="3694">
                  <c:v>0.25</c:v>
                </c:pt>
                <c:pt idx="3695">
                  <c:v>0.25</c:v>
                </c:pt>
                <c:pt idx="3696">
                  <c:v>0.25</c:v>
                </c:pt>
                <c:pt idx="3697">
                  <c:v>0.25</c:v>
                </c:pt>
                <c:pt idx="3698">
                  <c:v>0.25</c:v>
                </c:pt>
                <c:pt idx="3699">
                  <c:v>0.25</c:v>
                </c:pt>
                <c:pt idx="3700">
                  <c:v>0.25</c:v>
                </c:pt>
                <c:pt idx="3701">
                  <c:v>0.25</c:v>
                </c:pt>
                <c:pt idx="3702">
                  <c:v>0.25</c:v>
                </c:pt>
                <c:pt idx="3703">
                  <c:v>0.25</c:v>
                </c:pt>
                <c:pt idx="3704">
                  <c:v>0.25</c:v>
                </c:pt>
                <c:pt idx="3705">
                  <c:v>0.25</c:v>
                </c:pt>
                <c:pt idx="3706">
                  <c:v>0.25</c:v>
                </c:pt>
                <c:pt idx="3707">
                  <c:v>0.25</c:v>
                </c:pt>
                <c:pt idx="3708">
                  <c:v>0.25</c:v>
                </c:pt>
                <c:pt idx="3709">
                  <c:v>0.25</c:v>
                </c:pt>
                <c:pt idx="3710">
                  <c:v>0.25</c:v>
                </c:pt>
                <c:pt idx="3711">
                  <c:v>0.25</c:v>
                </c:pt>
                <c:pt idx="3712">
                  <c:v>0.25</c:v>
                </c:pt>
                <c:pt idx="3713">
                  <c:v>0.25</c:v>
                </c:pt>
                <c:pt idx="3714">
                  <c:v>0.25</c:v>
                </c:pt>
                <c:pt idx="3715">
                  <c:v>0.25</c:v>
                </c:pt>
                <c:pt idx="3716">
                  <c:v>0.25</c:v>
                </c:pt>
                <c:pt idx="3717">
                  <c:v>0.25</c:v>
                </c:pt>
                <c:pt idx="3718">
                  <c:v>0.25</c:v>
                </c:pt>
                <c:pt idx="3719">
                  <c:v>0.25</c:v>
                </c:pt>
                <c:pt idx="3720">
                  <c:v>0.25</c:v>
                </c:pt>
                <c:pt idx="3721">
                  <c:v>0.25</c:v>
                </c:pt>
                <c:pt idx="3722">
                  <c:v>0.25</c:v>
                </c:pt>
                <c:pt idx="3723">
                  <c:v>0.25</c:v>
                </c:pt>
                <c:pt idx="3724">
                  <c:v>0.25</c:v>
                </c:pt>
                <c:pt idx="3725">
                  <c:v>0.25</c:v>
                </c:pt>
                <c:pt idx="3726">
                  <c:v>0.25</c:v>
                </c:pt>
                <c:pt idx="3727">
                  <c:v>0.25</c:v>
                </c:pt>
                <c:pt idx="3728">
                  <c:v>0.25</c:v>
                </c:pt>
                <c:pt idx="3729">
                  <c:v>0.25</c:v>
                </c:pt>
                <c:pt idx="3730">
                  <c:v>0.25</c:v>
                </c:pt>
                <c:pt idx="3731">
                  <c:v>0.25</c:v>
                </c:pt>
                <c:pt idx="3732">
                  <c:v>0.25</c:v>
                </c:pt>
                <c:pt idx="3733">
                  <c:v>0.25</c:v>
                </c:pt>
                <c:pt idx="3734">
                  <c:v>0.25</c:v>
                </c:pt>
                <c:pt idx="3735">
                  <c:v>0.25</c:v>
                </c:pt>
                <c:pt idx="3736">
                  <c:v>0.25</c:v>
                </c:pt>
                <c:pt idx="3737">
                  <c:v>0.25</c:v>
                </c:pt>
                <c:pt idx="3738">
                  <c:v>0.25</c:v>
                </c:pt>
                <c:pt idx="3739">
                  <c:v>0.25</c:v>
                </c:pt>
                <c:pt idx="3740">
                  <c:v>0.25</c:v>
                </c:pt>
                <c:pt idx="3741">
                  <c:v>0.25</c:v>
                </c:pt>
                <c:pt idx="3742">
                  <c:v>0.25</c:v>
                </c:pt>
                <c:pt idx="3743">
                  <c:v>0.25</c:v>
                </c:pt>
                <c:pt idx="3744">
                  <c:v>0.25</c:v>
                </c:pt>
                <c:pt idx="3745">
                  <c:v>0.25</c:v>
                </c:pt>
                <c:pt idx="3746">
                  <c:v>0.25</c:v>
                </c:pt>
                <c:pt idx="3747">
                  <c:v>0.25</c:v>
                </c:pt>
                <c:pt idx="3748">
                  <c:v>0.25</c:v>
                </c:pt>
                <c:pt idx="3749">
                  <c:v>0.25</c:v>
                </c:pt>
                <c:pt idx="3750">
                  <c:v>0.25</c:v>
                </c:pt>
                <c:pt idx="3751">
                  <c:v>0.25</c:v>
                </c:pt>
                <c:pt idx="3752">
                  <c:v>0.25</c:v>
                </c:pt>
                <c:pt idx="3753">
                  <c:v>0.25</c:v>
                </c:pt>
                <c:pt idx="3754">
                  <c:v>0.25</c:v>
                </c:pt>
                <c:pt idx="3755">
                  <c:v>0.25</c:v>
                </c:pt>
                <c:pt idx="3756">
                  <c:v>0.25</c:v>
                </c:pt>
                <c:pt idx="3757">
                  <c:v>0.25</c:v>
                </c:pt>
                <c:pt idx="3758">
                  <c:v>0.25</c:v>
                </c:pt>
                <c:pt idx="3759">
                  <c:v>0.25</c:v>
                </c:pt>
                <c:pt idx="3760">
                  <c:v>0.25</c:v>
                </c:pt>
                <c:pt idx="3761">
                  <c:v>0.25</c:v>
                </c:pt>
                <c:pt idx="3762">
                  <c:v>0.25</c:v>
                </c:pt>
                <c:pt idx="3763">
                  <c:v>0.15</c:v>
                </c:pt>
                <c:pt idx="3764">
                  <c:v>0.15</c:v>
                </c:pt>
                <c:pt idx="3765">
                  <c:v>0.15</c:v>
                </c:pt>
                <c:pt idx="3766">
                  <c:v>0.15</c:v>
                </c:pt>
                <c:pt idx="3767">
                  <c:v>0.15</c:v>
                </c:pt>
                <c:pt idx="3768">
                  <c:v>0.15</c:v>
                </c:pt>
                <c:pt idx="3769">
                  <c:v>0.15</c:v>
                </c:pt>
                <c:pt idx="3770">
                  <c:v>0.15</c:v>
                </c:pt>
                <c:pt idx="3771">
                  <c:v>0.15</c:v>
                </c:pt>
                <c:pt idx="3772">
                  <c:v>0.15</c:v>
                </c:pt>
                <c:pt idx="3773">
                  <c:v>0.15</c:v>
                </c:pt>
                <c:pt idx="3774">
                  <c:v>0.15</c:v>
                </c:pt>
                <c:pt idx="3775">
                  <c:v>0.15</c:v>
                </c:pt>
                <c:pt idx="3776">
                  <c:v>0.15</c:v>
                </c:pt>
                <c:pt idx="3777">
                  <c:v>0.15</c:v>
                </c:pt>
                <c:pt idx="3778">
                  <c:v>0.15</c:v>
                </c:pt>
                <c:pt idx="3779">
                  <c:v>0.15</c:v>
                </c:pt>
                <c:pt idx="3780">
                  <c:v>0.15</c:v>
                </c:pt>
                <c:pt idx="3781">
                  <c:v>0.15</c:v>
                </c:pt>
                <c:pt idx="3782">
                  <c:v>0.15</c:v>
                </c:pt>
                <c:pt idx="3783">
                  <c:v>0.15</c:v>
                </c:pt>
                <c:pt idx="3784">
                  <c:v>0.15</c:v>
                </c:pt>
                <c:pt idx="3785">
                  <c:v>0.15</c:v>
                </c:pt>
                <c:pt idx="3786">
                  <c:v>0.15</c:v>
                </c:pt>
                <c:pt idx="3787">
                  <c:v>0.15</c:v>
                </c:pt>
                <c:pt idx="3788">
                  <c:v>0.15</c:v>
                </c:pt>
                <c:pt idx="3789">
                  <c:v>0.15</c:v>
                </c:pt>
                <c:pt idx="3790">
                  <c:v>0.15</c:v>
                </c:pt>
                <c:pt idx="3791">
                  <c:v>0.15</c:v>
                </c:pt>
                <c:pt idx="3792">
                  <c:v>0.15</c:v>
                </c:pt>
                <c:pt idx="3793">
                  <c:v>0.15</c:v>
                </c:pt>
                <c:pt idx="3794">
                  <c:v>0.15</c:v>
                </c:pt>
                <c:pt idx="3795">
                  <c:v>0.15</c:v>
                </c:pt>
                <c:pt idx="3796">
                  <c:v>0.15</c:v>
                </c:pt>
                <c:pt idx="3797">
                  <c:v>0.15</c:v>
                </c:pt>
                <c:pt idx="3798">
                  <c:v>0.15</c:v>
                </c:pt>
                <c:pt idx="3799">
                  <c:v>0.15</c:v>
                </c:pt>
                <c:pt idx="3800">
                  <c:v>0.15</c:v>
                </c:pt>
                <c:pt idx="3801">
                  <c:v>0.15</c:v>
                </c:pt>
                <c:pt idx="3802">
                  <c:v>0.15</c:v>
                </c:pt>
                <c:pt idx="3803">
                  <c:v>0.15</c:v>
                </c:pt>
                <c:pt idx="3804">
                  <c:v>0.15</c:v>
                </c:pt>
                <c:pt idx="3805">
                  <c:v>0.15</c:v>
                </c:pt>
                <c:pt idx="3806">
                  <c:v>0.15</c:v>
                </c:pt>
                <c:pt idx="3807">
                  <c:v>0.15</c:v>
                </c:pt>
                <c:pt idx="3808">
                  <c:v>0.15</c:v>
                </c:pt>
                <c:pt idx="3809">
                  <c:v>0.15</c:v>
                </c:pt>
                <c:pt idx="3810">
                  <c:v>0.15</c:v>
                </c:pt>
                <c:pt idx="3811">
                  <c:v>0.15</c:v>
                </c:pt>
                <c:pt idx="3812">
                  <c:v>0.15</c:v>
                </c:pt>
                <c:pt idx="3813">
                  <c:v>0.15</c:v>
                </c:pt>
                <c:pt idx="3814">
                  <c:v>0.15</c:v>
                </c:pt>
                <c:pt idx="3815">
                  <c:v>0.15</c:v>
                </c:pt>
                <c:pt idx="3816">
                  <c:v>0.15</c:v>
                </c:pt>
                <c:pt idx="3817">
                  <c:v>0.15</c:v>
                </c:pt>
                <c:pt idx="3818">
                  <c:v>0.15</c:v>
                </c:pt>
                <c:pt idx="3819">
                  <c:v>0.15</c:v>
                </c:pt>
                <c:pt idx="3820">
                  <c:v>0.15</c:v>
                </c:pt>
                <c:pt idx="3821">
                  <c:v>0.15</c:v>
                </c:pt>
                <c:pt idx="3822">
                  <c:v>0.15</c:v>
                </c:pt>
                <c:pt idx="3823">
                  <c:v>0.15</c:v>
                </c:pt>
                <c:pt idx="3824">
                  <c:v>0.15</c:v>
                </c:pt>
                <c:pt idx="3825">
                  <c:v>0.15</c:v>
                </c:pt>
                <c:pt idx="3826">
                  <c:v>0.15</c:v>
                </c:pt>
                <c:pt idx="3827">
                  <c:v>0.15</c:v>
                </c:pt>
                <c:pt idx="3828">
                  <c:v>0.05</c:v>
                </c:pt>
                <c:pt idx="3829">
                  <c:v>0.05</c:v>
                </c:pt>
                <c:pt idx="3830">
                  <c:v>0.05</c:v>
                </c:pt>
                <c:pt idx="3831">
                  <c:v>0.05</c:v>
                </c:pt>
                <c:pt idx="3832">
                  <c:v>0.05</c:v>
                </c:pt>
                <c:pt idx="3833">
                  <c:v>0.05</c:v>
                </c:pt>
                <c:pt idx="3834">
                  <c:v>0.05</c:v>
                </c:pt>
                <c:pt idx="3835">
                  <c:v>0.05</c:v>
                </c:pt>
                <c:pt idx="3836">
                  <c:v>0.05</c:v>
                </c:pt>
                <c:pt idx="3837">
                  <c:v>0.05</c:v>
                </c:pt>
                <c:pt idx="3838">
                  <c:v>0.05</c:v>
                </c:pt>
                <c:pt idx="3839">
                  <c:v>0.05</c:v>
                </c:pt>
                <c:pt idx="3840">
                  <c:v>0.05</c:v>
                </c:pt>
                <c:pt idx="3841">
                  <c:v>0.05</c:v>
                </c:pt>
                <c:pt idx="3842">
                  <c:v>0.05</c:v>
                </c:pt>
                <c:pt idx="3843">
                  <c:v>0.05</c:v>
                </c:pt>
                <c:pt idx="3844">
                  <c:v>0.05</c:v>
                </c:pt>
                <c:pt idx="3845">
                  <c:v>0.05</c:v>
                </c:pt>
                <c:pt idx="3846">
                  <c:v>0.05</c:v>
                </c:pt>
                <c:pt idx="3847">
                  <c:v>0.05</c:v>
                </c:pt>
                <c:pt idx="3848">
                  <c:v>0.05</c:v>
                </c:pt>
                <c:pt idx="3849">
                  <c:v>0.05</c:v>
                </c:pt>
                <c:pt idx="3850">
                  <c:v>0.05</c:v>
                </c:pt>
                <c:pt idx="3851">
                  <c:v>0.05</c:v>
                </c:pt>
                <c:pt idx="3852">
                  <c:v>0.05</c:v>
                </c:pt>
                <c:pt idx="3853">
                  <c:v>0.05</c:v>
                </c:pt>
                <c:pt idx="3854">
                  <c:v>0.05</c:v>
                </c:pt>
                <c:pt idx="3855">
                  <c:v>0.05</c:v>
                </c:pt>
                <c:pt idx="3856">
                  <c:v>0.05</c:v>
                </c:pt>
                <c:pt idx="3857">
                  <c:v>0.05</c:v>
                </c:pt>
                <c:pt idx="3858">
                  <c:v>0.05</c:v>
                </c:pt>
                <c:pt idx="3859">
                  <c:v>0.05</c:v>
                </c:pt>
                <c:pt idx="3860">
                  <c:v>0.05</c:v>
                </c:pt>
                <c:pt idx="3861">
                  <c:v>0.05</c:v>
                </c:pt>
                <c:pt idx="3862">
                  <c:v>0.05</c:v>
                </c:pt>
                <c:pt idx="3863">
                  <c:v>0.05</c:v>
                </c:pt>
                <c:pt idx="3864">
                  <c:v>0.05</c:v>
                </c:pt>
                <c:pt idx="3865">
                  <c:v>0.05</c:v>
                </c:pt>
                <c:pt idx="3866">
                  <c:v>0.05</c:v>
                </c:pt>
                <c:pt idx="3867">
                  <c:v>0.05</c:v>
                </c:pt>
                <c:pt idx="3868">
                  <c:v>0.05</c:v>
                </c:pt>
                <c:pt idx="3869">
                  <c:v>0.05</c:v>
                </c:pt>
                <c:pt idx="3870">
                  <c:v>0.05</c:v>
                </c:pt>
                <c:pt idx="3871">
                  <c:v>0.05</c:v>
                </c:pt>
                <c:pt idx="3872">
                  <c:v>0.05</c:v>
                </c:pt>
                <c:pt idx="3873">
                  <c:v>0.05</c:v>
                </c:pt>
                <c:pt idx="3874">
                  <c:v>0.05</c:v>
                </c:pt>
                <c:pt idx="3875">
                  <c:v>0.05</c:v>
                </c:pt>
                <c:pt idx="3876">
                  <c:v>0.05</c:v>
                </c:pt>
                <c:pt idx="3877">
                  <c:v>0.05</c:v>
                </c:pt>
                <c:pt idx="3878">
                  <c:v>0.05</c:v>
                </c:pt>
                <c:pt idx="3879">
                  <c:v>0.05</c:v>
                </c:pt>
                <c:pt idx="3880">
                  <c:v>0.05</c:v>
                </c:pt>
                <c:pt idx="3881">
                  <c:v>0.05</c:v>
                </c:pt>
                <c:pt idx="3882">
                  <c:v>0.05</c:v>
                </c:pt>
                <c:pt idx="3883">
                  <c:v>0.05</c:v>
                </c:pt>
                <c:pt idx="3884">
                  <c:v>0.05</c:v>
                </c:pt>
                <c:pt idx="3885">
                  <c:v>0.05</c:v>
                </c:pt>
                <c:pt idx="3886">
                  <c:v>0.05</c:v>
                </c:pt>
                <c:pt idx="3887">
                  <c:v>0.05</c:v>
                </c:pt>
                <c:pt idx="3888">
                  <c:v>0.05</c:v>
                </c:pt>
                <c:pt idx="3889">
                  <c:v>0.05</c:v>
                </c:pt>
                <c:pt idx="3890">
                  <c:v>0.05</c:v>
                </c:pt>
                <c:pt idx="3891">
                  <c:v>0.05</c:v>
                </c:pt>
                <c:pt idx="3892">
                  <c:v>0.05</c:v>
                </c:pt>
                <c:pt idx="3893">
                  <c:v>0.05</c:v>
                </c:pt>
                <c:pt idx="3894">
                  <c:v>0.05</c:v>
                </c:pt>
                <c:pt idx="3895">
                  <c:v>0.05</c:v>
                </c:pt>
                <c:pt idx="3896">
                  <c:v>0.05</c:v>
                </c:pt>
                <c:pt idx="3897">
                  <c:v>0.05</c:v>
                </c:pt>
                <c:pt idx="3898">
                  <c:v>0.05</c:v>
                </c:pt>
                <c:pt idx="3899">
                  <c:v>0.05</c:v>
                </c:pt>
                <c:pt idx="3900">
                  <c:v>0.05</c:v>
                </c:pt>
                <c:pt idx="3901">
                  <c:v>0.05</c:v>
                </c:pt>
                <c:pt idx="3902">
                  <c:v>0.05</c:v>
                </c:pt>
                <c:pt idx="3903">
                  <c:v>0.05</c:v>
                </c:pt>
                <c:pt idx="3904">
                  <c:v>0.05</c:v>
                </c:pt>
                <c:pt idx="3905">
                  <c:v>0.05</c:v>
                </c:pt>
                <c:pt idx="3906">
                  <c:v>0.05</c:v>
                </c:pt>
                <c:pt idx="3907">
                  <c:v>0.05</c:v>
                </c:pt>
                <c:pt idx="3908">
                  <c:v>0.05</c:v>
                </c:pt>
                <c:pt idx="3909">
                  <c:v>0.05</c:v>
                </c:pt>
                <c:pt idx="3910">
                  <c:v>0.05</c:v>
                </c:pt>
                <c:pt idx="3911">
                  <c:v>0.05</c:v>
                </c:pt>
                <c:pt idx="3912">
                  <c:v>0.05</c:v>
                </c:pt>
                <c:pt idx="3913">
                  <c:v>0.05</c:v>
                </c:pt>
                <c:pt idx="3914">
                  <c:v>0.05</c:v>
                </c:pt>
                <c:pt idx="3915">
                  <c:v>0.05</c:v>
                </c:pt>
                <c:pt idx="3916">
                  <c:v>0.05</c:v>
                </c:pt>
                <c:pt idx="3917">
                  <c:v>0.05</c:v>
                </c:pt>
                <c:pt idx="3918">
                  <c:v>0.05</c:v>
                </c:pt>
                <c:pt idx="3919">
                  <c:v>0.05</c:v>
                </c:pt>
                <c:pt idx="3920">
                  <c:v>0.05</c:v>
                </c:pt>
                <c:pt idx="3921">
                  <c:v>0.05</c:v>
                </c:pt>
                <c:pt idx="3922">
                  <c:v>0.05</c:v>
                </c:pt>
                <c:pt idx="3923">
                  <c:v>0.05</c:v>
                </c:pt>
                <c:pt idx="3924">
                  <c:v>0.05</c:v>
                </c:pt>
                <c:pt idx="3925">
                  <c:v>0.05</c:v>
                </c:pt>
                <c:pt idx="3926">
                  <c:v>0.05</c:v>
                </c:pt>
                <c:pt idx="3927">
                  <c:v>0.05</c:v>
                </c:pt>
                <c:pt idx="3928">
                  <c:v>0.05</c:v>
                </c:pt>
                <c:pt idx="3929">
                  <c:v>0.05</c:v>
                </c:pt>
                <c:pt idx="3930">
                  <c:v>0.05</c:v>
                </c:pt>
                <c:pt idx="3931">
                  <c:v>0.05</c:v>
                </c:pt>
                <c:pt idx="3932">
                  <c:v>0.05</c:v>
                </c:pt>
                <c:pt idx="3933">
                  <c:v>0.05</c:v>
                </c:pt>
                <c:pt idx="3934">
                  <c:v>0.05</c:v>
                </c:pt>
                <c:pt idx="3935">
                  <c:v>0.05</c:v>
                </c:pt>
                <c:pt idx="3936">
                  <c:v>0.05</c:v>
                </c:pt>
                <c:pt idx="3937">
                  <c:v>0.05</c:v>
                </c:pt>
                <c:pt idx="3938">
                  <c:v>0.05</c:v>
                </c:pt>
                <c:pt idx="3939">
                  <c:v>0.05</c:v>
                </c:pt>
                <c:pt idx="3940">
                  <c:v>0.05</c:v>
                </c:pt>
                <c:pt idx="3941">
                  <c:v>0.05</c:v>
                </c:pt>
                <c:pt idx="3942">
                  <c:v>0.05</c:v>
                </c:pt>
                <c:pt idx="3943">
                  <c:v>0.05</c:v>
                </c:pt>
                <c:pt idx="3944">
                  <c:v>0.05</c:v>
                </c:pt>
                <c:pt idx="3945">
                  <c:v>0.05</c:v>
                </c:pt>
                <c:pt idx="3946">
                  <c:v>0.05</c:v>
                </c:pt>
                <c:pt idx="3947">
                  <c:v>0.05</c:v>
                </c:pt>
                <c:pt idx="3948">
                  <c:v>0.05</c:v>
                </c:pt>
                <c:pt idx="3949">
                  <c:v>0.05</c:v>
                </c:pt>
                <c:pt idx="3950">
                  <c:v>0.05</c:v>
                </c:pt>
                <c:pt idx="3951">
                  <c:v>0.05</c:v>
                </c:pt>
                <c:pt idx="3952">
                  <c:v>0.05</c:v>
                </c:pt>
                <c:pt idx="3953">
                  <c:v>0.05</c:v>
                </c:pt>
                <c:pt idx="3954">
                  <c:v>0.05</c:v>
                </c:pt>
                <c:pt idx="3955">
                  <c:v>0.05</c:v>
                </c:pt>
                <c:pt idx="3956">
                  <c:v>0.05</c:v>
                </c:pt>
                <c:pt idx="3957">
                  <c:v>0.05</c:v>
                </c:pt>
                <c:pt idx="3958">
                  <c:v>0.05</c:v>
                </c:pt>
                <c:pt idx="3959">
                  <c:v>0.05</c:v>
                </c:pt>
                <c:pt idx="3960">
                  <c:v>0.05</c:v>
                </c:pt>
                <c:pt idx="3961">
                  <c:v>0.05</c:v>
                </c:pt>
                <c:pt idx="3962">
                  <c:v>0.05</c:v>
                </c:pt>
                <c:pt idx="3963">
                  <c:v>0.05</c:v>
                </c:pt>
                <c:pt idx="3964">
                  <c:v>0.05</c:v>
                </c:pt>
                <c:pt idx="3965">
                  <c:v>0.05</c:v>
                </c:pt>
                <c:pt idx="3966">
                  <c:v>0.05</c:v>
                </c:pt>
                <c:pt idx="3967">
                  <c:v>0.05</c:v>
                </c:pt>
                <c:pt idx="3968">
                  <c:v>0.05</c:v>
                </c:pt>
                <c:pt idx="3969">
                  <c:v>0.05</c:v>
                </c:pt>
                <c:pt idx="3970">
                  <c:v>0.05</c:v>
                </c:pt>
                <c:pt idx="3971">
                  <c:v>0.05</c:v>
                </c:pt>
                <c:pt idx="3972">
                  <c:v>0.05</c:v>
                </c:pt>
                <c:pt idx="3973">
                  <c:v>0.05</c:v>
                </c:pt>
                <c:pt idx="3974">
                  <c:v>0.05</c:v>
                </c:pt>
                <c:pt idx="3975">
                  <c:v>0.05</c:v>
                </c:pt>
                <c:pt idx="3976">
                  <c:v>0.05</c:v>
                </c:pt>
                <c:pt idx="3977">
                  <c:v>0.05</c:v>
                </c:pt>
                <c:pt idx="3978">
                  <c:v>0.05</c:v>
                </c:pt>
                <c:pt idx="3979">
                  <c:v>0.05</c:v>
                </c:pt>
                <c:pt idx="3980">
                  <c:v>0.05</c:v>
                </c:pt>
                <c:pt idx="3981">
                  <c:v>0.05</c:v>
                </c:pt>
                <c:pt idx="3982">
                  <c:v>0.05</c:v>
                </c:pt>
                <c:pt idx="3983">
                  <c:v>0.05</c:v>
                </c:pt>
                <c:pt idx="3984">
                  <c:v>0.05</c:v>
                </c:pt>
                <c:pt idx="3985">
                  <c:v>0.05</c:v>
                </c:pt>
                <c:pt idx="3986">
                  <c:v>0.05</c:v>
                </c:pt>
                <c:pt idx="3987">
                  <c:v>0.05</c:v>
                </c:pt>
                <c:pt idx="3988">
                  <c:v>0.05</c:v>
                </c:pt>
                <c:pt idx="3989">
                  <c:v>0.05</c:v>
                </c:pt>
                <c:pt idx="3990">
                  <c:v>0.05</c:v>
                </c:pt>
                <c:pt idx="3991">
                  <c:v>0.05</c:v>
                </c:pt>
                <c:pt idx="3992">
                  <c:v>0.05</c:v>
                </c:pt>
                <c:pt idx="3993">
                  <c:v>0.05</c:v>
                </c:pt>
                <c:pt idx="3994">
                  <c:v>0.05</c:v>
                </c:pt>
                <c:pt idx="3995">
                  <c:v>0.05</c:v>
                </c:pt>
                <c:pt idx="3996">
                  <c:v>0.05</c:v>
                </c:pt>
                <c:pt idx="3997">
                  <c:v>0.05</c:v>
                </c:pt>
                <c:pt idx="3998">
                  <c:v>0.05</c:v>
                </c:pt>
                <c:pt idx="3999">
                  <c:v>0.05</c:v>
                </c:pt>
                <c:pt idx="4000">
                  <c:v>0.05</c:v>
                </c:pt>
                <c:pt idx="4001">
                  <c:v>0.05</c:v>
                </c:pt>
                <c:pt idx="4002">
                  <c:v>0.05</c:v>
                </c:pt>
                <c:pt idx="4003">
                  <c:v>0.05</c:v>
                </c:pt>
                <c:pt idx="4004">
                  <c:v>0.05</c:v>
                </c:pt>
                <c:pt idx="4005">
                  <c:v>0.05</c:v>
                </c:pt>
                <c:pt idx="4006">
                  <c:v>0.05</c:v>
                </c:pt>
                <c:pt idx="4007">
                  <c:v>0.05</c:v>
                </c:pt>
                <c:pt idx="4008">
                  <c:v>0.05</c:v>
                </c:pt>
                <c:pt idx="4009">
                  <c:v>0.05</c:v>
                </c:pt>
                <c:pt idx="4010">
                  <c:v>0.05</c:v>
                </c:pt>
                <c:pt idx="4011">
                  <c:v>0.05</c:v>
                </c:pt>
                <c:pt idx="4012">
                  <c:v>0.05</c:v>
                </c:pt>
                <c:pt idx="4013">
                  <c:v>0.05</c:v>
                </c:pt>
                <c:pt idx="4014">
                  <c:v>0.05</c:v>
                </c:pt>
                <c:pt idx="4015">
                  <c:v>0.05</c:v>
                </c:pt>
                <c:pt idx="4016">
                  <c:v>0.05</c:v>
                </c:pt>
                <c:pt idx="4017">
                  <c:v>0.05</c:v>
                </c:pt>
                <c:pt idx="4018">
                  <c:v>0.05</c:v>
                </c:pt>
                <c:pt idx="4019">
                  <c:v>0.05</c:v>
                </c:pt>
                <c:pt idx="4020">
                  <c:v>0.05</c:v>
                </c:pt>
                <c:pt idx="4021">
                  <c:v>0.05</c:v>
                </c:pt>
                <c:pt idx="4022">
                  <c:v>0.05</c:v>
                </c:pt>
                <c:pt idx="4023">
                  <c:v>0.05</c:v>
                </c:pt>
                <c:pt idx="4024">
                  <c:v>0.05</c:v>
                </c:pt>
                <c:pt idx="4025">
                  <c:v>0.05</c:v>
                </c:pt>
                <c:pt idx="4026">
                  <c:v>0.05</c:v>
                </c:pt>
                <c:pt idx="4027">
                  <c:v>0.05</c:v>
                </c:pt>
                <c:pt idx="4028">
                  <c:v>0.05</c:v>
                </c:pt>
                <c:pt idx="4029">
                  <c:v>0.05</c:v>
                </c:pt>
                <c:pt idx="4030">
                  <c:v>0.05</c:v>
                </c:pt>
                <c:pt idx="4031">
                  <c:v>0.05</c:v>
                </c:pt>
                <c:pt idx="4032">
                  <c:v>0.05</c:v>
                </c:pt>
                <c:pt idx="4033">
                  <c:v>0.05</c:v>
                </c:pt>
                <c:pt idx="4034">
                  <c:v>0.05</c:v>
                </c:pt>
                <c:pt idx="4035">
                  <c:v>0.05</c:v>
                </c:pt>
                <c:pt idx="4036">
                  <c:v>0.05</c:v>
                </c:pt>
                <c:pt idx="4037">
                  <c:v>0.05</c:v>
                </c:pt>
                <c:pt idx="4038">
                  <c:v>0.05</c:v>
                </c:pt>
                <c:pt idx="4039">
                  <c:v>0.05</c:v>
                </c:pt>
                <c:pt idx="4040">
                  <c:v>0.05</c:v>
                </c:pt>
                <c:pt idx="4041">
                  <c:v>0.05</c:v>
                </c:pt>
                <c:pt idx="4042">
                  <c:v>0.05</c:v>
                </c:pt>
                <c:pt idx="4043">
                  <c:v>0.05</c:v>
                </c:pt>
                <c:pt idx="4044">
                  <c:v>0.05</c:v>
                </c:pt>
                <c:pt idx="4045">
                  <c:v>0.05</c:v>
                </c:pt>
                <c:pt idx="4046">
                  <c:v>0.05</c:v>
                </c:pt>
                <c:pt idx="4047">
                  <c:v>0.05</c:v>
                </c:pt>
                <c:pt idx="4048">
                  <c:v>0.05</c:v>
                </c:pt>
                <c:pt idx="4049">
                  <c:v>0.05</c:v>
                </c:pt>
                <c:pt idx="4050">
                  <c:v>0.05</c:v>
                </c:pt>
                <c:pt idx="4051">
                  <c:v>0.05</c:v>
                </c:pt>
                <c:pt idx="4052">
                  <c:v>0.05</c:v>
                </c:pt>
                <c:pt idx="4053">
                  <c:v>0.05</c:v>
                </c:pt>
                <c:pt idx="4054">
                  <c:v>0.05</c:v>
                </c:pt>
                <c:pt idx="4055">
                  <c:v>0.05</c:v>
                </c:pt>
                <c:pt idx="4056">
                  <c:v>0.05</c:v>
                </c:pt>
                <c:pt idx="4057">
                  <c:v>0.05</c:v>
                </c:pt>
                <c:pt idx="4058">
                  <c:v>0.05</c:v>
                </c:pt>
                <c:pt idx="4059">
                  <c:v>0.05</c:v>
                </c:pt>
                <c:pt idx="4060">
                  <c:v>0.05</c:v>
                </c:pt>
                <c:pt idx="4061">
                  <c:v>0.05</c:v>
                </c:pt>
                <c:pt idx="4062">
                  <c:v>0.05</c:v>
                </c:pt>
                <c:pt idx="4063">
                  <c:v>0.05</c:v>
                </c:pt>
                <c:pt idx="4064">
                  <c:v>0.05</c:v>
                </c:pt>
                <c:pt idx="4065">
                  <c:v>0.05</c:v>
                </c:pt>
                <c:pt idx="4066">
                  <c:v>0.05</c:v>
                </c:pt>
                <c:pt idx="4067">
                  <c:v>0.05</c:v>
                </c:pt>
                <c:pt idx="4068">
                  <c:v>0.05</c:v>
                </c:pt>
                <c:pt idx="4069">
                  <c:v>0.05</c:v>
                </c:pt>
                <c:pt idx="4070">
                  <c:v>0.05</c:v>
                </c:pt>
                <c:pt idx="4071">
                  <c:v>0.05</c:v>
                </c:pt>
                <c:pt idx="4072">
                  <c:v>0.05</c:v>
                </c:pt>
                <c:pt idx="4073">
                  <c:v>0.05</c:v>
                </c:pt>
                <c:pt idx="4074">
                  <c:v>0.05</c:v>
                </c:pt>
                <c:pt idx="4075">
                  <c:v>0.05</c:v>
                </c:pt>
                <c:pt idx="4076">
                  <c:v>0.05</c:v>
                </c:pt>
                <c:pt idx="4077">
                  <c:v>0.05</c:v>
                </c:pt>
                <c:pt idx="4078">
                  <c:v>0.05</c:v>
                </c:pt>
                <c:pt idx="4079">
                  <c:v>0.05</c:v>
                </c:pt>
                <c:pt idx="4080">
                  <c:v>0.05</c:v>
                </c:pt>
                <c:pt idx="4081">
                  <c:v>0.05</c:v>
                </c:pt>
                <c:pt idx="4082">
                  <c:v>0.05</c:v>
                </c:pt>
                <c:pt idx="4083">
                  <c:v>0.05</c:v>
                </c:pt>
                <c:pt idx="4084">
                  <c:v>0.05</c:v>
                </c:pt>
                <c:pt idx="4085">
                  <c:v>0.05</c:v>
                </c:pt>
                <c:pt idx="4086">
                  <c:v>0.05</c:v>
                </c:pt>
                <c:pt idx="4087">
                  <c:v>0.05</c:v>
                </c:pt>
                <c:pt idx="4088">
                  <c:v>0.05</c:v>
                </c:pt>
                <c:pt idx="4089">
                  <c:v>0.05</c:v>
                </c:pt>
                <c:pt idx="4090">
                  <c:v>0.05</c:v>
                </c:pt>
                <c:pt idx="4091">
                  <c:v>0.05</c:v>
                </c:pt>
                <c:pt idx="4092">
                  <c:v>0.05</c:v>
                </c:pt>
                <c:pt idx="4093">
                  <c:v>0.05</c:v>
                </c:pt>
                <c:pt idx="4094">
                  <c:v>0.05</c:v>
                </c:pt>
                <c:pt idx="4095">
                  <c:v>0.05</c:v>
                </c:pt>
                <c:pt idx="4096">
                  <c:v>0.05</c:v>
                </c:pt>
                <c:pt idx="4097">
                  <c:v>0.05</c:v>
                </c:pt>
                <c:pt idx="4098">
                  <c:v>0.05</c:v>
                </c:pt>
                <c:pt idx="4099">
                  <c:v>0.05</c:v>
                </c:pt>
                <c:pt idx="4100">
                  <c:v>0.05</c:v>
                </c:pt>
                <c:pt idx="4101">
                  <c:v>0.05</c:v>
                </c:pt>
                <c:pt idx="4102">
                  <c:v>0.05</c:v>
                </c:pt>
                <c:pt idx="4103">
                  <c:v>0.05</c:v>
                </c:pt>
                <c:pt idx="4104">
                  <c:v>0.05</c:v>
                </c:pt>
                <c:pt idx="4105">
                  <c:v>0.05</c:v>
                </c:pt>
                <c:pt idx="4106">
                  <c:v>0.05</c:v>
                </c:pt>
                <c:pt idx="4107">
                  <c:v>0.05</c:v>
                </c:pt>
                <c:pt idx="4108">
                  <c:v>0.05</c:v>
                </c:pt>
                <c:pt idx="4109">
                  <c:v>0.05</c:v>
                </c:pt>
                <c:pt idx="4110">
                  <c:v>0.05</c:v>
                </c:pt>
                <c:pt idx="4111">
                  <c:v>0.05</c:v>
                </c:pt>
                <c:pt idx="4112">
                  <c:v>0.05</c:v>
                </c:pt>
                <c:pt idx="4113">
                  <c:v>0.05</c:v>
                </c:pt>
                <c:pt idx="4114">
                  <c:v>0.05</c:v>
                </c:pt>
                <c:pt idx="4115">
                  <c:v>0.05</c:v>
                </c:pt>
                <c:pt idx="4116">
                  <c:v>0.05</c:v>
                </c:pt>
                <c:pt idx="4117">
                  <c:v>0.05</c:v>
                </c:pt>
                <c:pt idx="4118">
                  <c:v>0.05</c:v>
                </c:pt>
                <c:pt idx="4119">
                  <c:v>0.05</c:v>
                </c:pt>
                <c:pt idx="4120">
                  <c:v>0.05</c:v>
                </c:pt>
                <c:pt idx="4121">
                  <c:v>0.05</c:v>
                </c:pt>
                <c:pt idx="4122">
                  <c:v>0.05</c:v>
                </c:pt>
                <c:pt idx="4123">
                  <c:v>0.05</c:v>
                </c:pt>
                <c:pt idx="4124">
                  <c:v>0.05</c:v>
                </c:pt>
                <c:pt idx="4125">
                  <c:v>0.05</c:v>
                </c:pt>
                <c:pt idx="4126">
                  <c:v>0.05</c:v>
                </c:pt>
                <c:pt idx="4127">
                  <c:v>0.05</c:v>
                </c:pt>
                <c:pt idx="4128">
                  <c:v>0.05</c:v>
                </c:pt>
                <c:pt idx="4129">
                  <c:v>0.05</c:v>
                </c:pt>
                <c:pt idx="4130">
                  <c:v>0.05</c:v>
                </c:pt>
                <c:pt idx="4131">
                  <c:v>0.05</c:v>
                </c:pt>
                <c:pt idx="4132">
                  <c:v>0.05</c:v>
                </c:pt>
                <c:pt idx="4133">
                  <c:v>0.05</c:v>
                </c:pt>
                <c:pt idx="4134">
                  <c:v>0.05</c:v>
                </c:pt>
                <c:pt idx="4135">
                  <c:v>0.05</c:v>
                </c:pt>
                <c:pt idx="4136">
                  <c:v>0.05</c:v>
                </c:pt>
                <c:pt idx="4137">
                  <c:v>0.05</c:v>
                </c:pt>
                <c:pt idx="4138">
                  <c:v>0.05</c:v>
                </c:pt>
                <c:pt idx="4139">
                  <c:v>0.05</c:v>
                </c:pt>
                <c:pt idx="4140">
                  <c:v>0.05</c:v>
                </c:pt>
                <c:pt idx="4141">
                  <c:v>0.05</c:v>
                </c:pt>
                <c:pt idx="4142">
                  <c:v>0.05</c:v>
                </c:pt>
                <c:pt idx="4143">
                  <c:v>0.05</c:v>
                </c:pt>
                <c:pt idx="4144">
                  <c:v>0.05</c:v>
                </c:pt>
                <c:pt idx="4145">
                  <c:v>0.05</c:v>
                </c:pt>
                <c:pt idx="4146">
                  <c:v>0.05</c:v>
                </c:pt>
                <c:pt idx="4147">
                  <c:v>0.05</c:v>
                </c:pt>
                <c:pt idx="4148">
                  <c:v>0.05</c:v>
                </c:pt>
                <c:pt idx="4149">
                  <c:v>0.05</c:v>
                </c:pt>
                <c:pt idx="4150">
                  <c:v>0.05</c:v>
                </c:pt>
                <c:pt idx="4151">
                  <c:v>0.05</c:v>
                </c:pt>
                <c:pt idx="4152">
                  <c:v>0.05</c:v>
                </c:pt>
                <c:pt idx="4153">
                  <c:v>0.05</c:v>
                </c:pt>
                <c:pt idx="4154">
                  <c:v>0.05</c:v>
                </c:pt>
                <c:pt idx="4155">
                  <c:v>0.05</c:v>
                </c:pt>
                <c:pt idx="4156">
                  <c:v>0.05</c:v>
                </c:pt>
                <c:pt idx="4157">
                  <c:v>0.05</c:v>
                </c:pt>
                <c:pt idx="4158">
                  <c:v>0.05</c:v>
                </c:pt>
                <c:pt idx="4159">
                  <c:v>0.05</c:v>
                </c:pt>
                <c:pt idx="4160">
                  <c:v>0.05</c:v>
                </c:pt>
                <c:pt idx="4161">
                  <c:v>0.05</c:v>
                </c:pt>
                <c:pt idx="4162">
                  <c:v>0.05</c:v>
                </c:pt>
                <c:pt idx="4163">
                  <c:v>0.05</c:v>
                </c:pt>
                <c:pt idx="4164">
                  <c:v>0.05</c:v>
                </c:pt>
                <c:pt idx="4165">
                  <c:v>0.05</c:v>
                </c:pt>
                <c:pt idx="4166">
                  <c:v>0.05</c:v>
                </c:pt>
                <c:pt idx="4167">
                  <c:v>0.05</c:v>
                </c:pt>
                <c:pt idx="4168">
                  <c:v>0.05</c:v>
                </c:pt>
                <c:pt idx="4169">
                  <c:v>0.05</c:v>
                </c:pt>
                <c:pt idx="4170">
                  <c:v>0.05</c:v>
                </c:pt>
                <c:pt idx="4171">
                  <c:v>0.05</c:v>
                </c:pt>
                <c:pt idx="4172">
                  <c:v>0.05</c:v>
                </c:pt>
                <c:pt idx="4173">
                  <c:v>0.05</c:v>
                </c:pt>
                <c:pt idx="4174">
                  <c:v>0.05</c:v>
                </c:pt>
                <c:pt idx="4175">
                  <c:v>0.05</c:v>
                </c:pt>
                <c:pt idx="4176">
                  <c:v>0.05</c:v>
                </c:pt>
                <c:pt idx="4177">
                  <c:v>0.05</c:v>
                </c:pt>
                <c:pt idx="4178">
                  <c:v>0.05</c:v>
                </c:pt>
                <c:pt idx="4179">
                  <c:v>0.05</c:v>
                </c:pt>
                <c:pt idx="4180">
                  <c:v>0.05</c:v>
                </c:pt>
                <c:pt idx="4181">
                  <c:v>0.05</c:v>
                </c:pt>
                <c:pt idx="4182">
                  <c:v>0.05</c:v>
                </c:pt>
                <c:pt idx="4183">
                  <c:v>0.05</c:v>
                </c:pt>
                <c:pt idx="4184">
                  <c:v>0.05</c:v>
                </c:pt>
                <c:pt idx="4185">
                  <c:v>0.05</c:v>
                </c:pt>
                <c:pt idx="4186">
                  <c:v>0.05</c:v>
                </c:pt>
                <c:pt idx="4187">
                  <c:v>0.05</c:v>
                </c:pt>
                <c:pt idx="4188">
                  <c:v>0.05</c:v>
                </c:pt>
                <c:pt idx="4189">
                  <c:v>0.05</c:v>
                </c:pt>
                <c:pt idx="4190">
                  <c:v>0.05</c:v>
                </c:pt>
                <c:pt idx="4191">
                  <c:v>0.05</c:v>
                </c:pt>
                <c:pt idx="4192">
                  <c:v>0.05</c:v>
                </c:pt>
                <c:pt idx="4193">
                  <c:v>0.05</c:v>
                </c:pt>
                <c:pt idx="4194">
                  <c:v>0.05</c:v>
                </c:pt>
                <c:pt idx="4195">
                  <c:v>0.05</c:v>
                </c:pt>
                <c:pt idx="4196">
                  <c:v>0.05</c:v>
                </c:pt>
                <c:pt idx="4197">
                  <c:v>0.05</c:v>
                </c:pt>
                <c:pt idx="4198">
                  <c:v>0.05</c:v>
                </c:pt>
                <c:pt idx="4199">
                  <c:v>0.05</c:v>
                </c:pt>
                <c:pt idx="4200">
                  <c:v>0.05</c:v>
                </c:pt>
                <c:pt idx="4201">
                  <c:v>0.05</c:v>
                </c:pt>
                <c:pt idx="4202">
                  <c:v>0.05</c:v>
                </c:pt>
                <c:pt idx="4203">
                  <c:v>0.05</c:v>
                </c:pt>
                <c:pt idx="4204">
                  <c:v>0.05</c:v>
                </c:pt>
                <c:pt idx="4205">
                  <c:v>0.05</c:v>
                </c:pt>
                <c:pt idx="4206">
                  <c:v>0.05</c:v>
                </c:pt>
                <c:pt idx="4207">
                  <c:v>0.05</c:v>
                </c:pt>
                <c:pt idx="4208">
                  <c:v>0.05</c:v>
                </c:pt>
                <c:pt idx="4209">
                  <c:v>0.05</c:v>
                </c:pt>
                <c:pt idx="4210">
                  <c:v>0.05</c:v>
                </c:pt>
                <c:pt idx="4211">
                  <c:v>0.05</c:v>
                </c:pt>
                <c:pt idx="4212">
                  <c:v>0.05</c:v>
                </c:pt>
                <c:pt idx="4213">
                  <c:v>0.05</c:v>
                </c:pt>
                <c:pt idx="4214">
                  <c:v>0.05</c:v>
                </c:pt>
                <c:pt idx="4215">
                  <c:v>0.05</c:v>
                </c:pt>
                <c:pt idx="4216">
                  <c:v>0.05</c:v>
                </c:pt>
                <c:pt idx="4217">
                  <c:v>0.05</c:v>
                </c:pt>
                <c:pt idx="4218">
                  <c:v>0.05</c:v>
                </c:pt>
                <c:pt idx="4219">
                  <c:v>0.05</c:v>
                </c:pt>
                <c:pt idx="4220">
                  <c:v>0.05</c:v>
                </c:pt>
                <c:pt idx="4221">
                  <c:v>0.05</c:v>
                </c:pt>
                <c:pt idx="4222">
                  <c:v>0.05</c:v>
                </c:pt>
                <c:pt idx="4223">
                  <c:v>0.05</c:v>
                </c:pt>
                <c:pt idx="4224">
                  <c:v>0.05</c:v>
                </c:pt>
                <c:pt idx="4225">
                  <c:v>0.05</c:v>
                </c:pt>
                <c:pt idx="4226">
                  <c:v>0.05</c:v>
                </c:pt>
                <c:pt idx="4227">
                  <c:v>0</c:v>
                </c:pt>
                <c:pt idx="4228">
                  <c:v>0</c:v>
                </c:pt>
                <c:pt idx="4229">
                  <c:v>0</c:v>
                </c:pt>
                <c:pt idx="4230">
                  <c:v>0</c:v>
                </c:pt>
                <c:pt idx="4231">
                  <c:v>0</c:v>
                </c:pt>
                <c:pt idx="4232">
                  <c:v>0</c:v>
                </c:pt>
                <c:pt idx="4233">
                  <c:v>0</c:v>
                </c:pt>
                <c:pt idx="4234">
                  <c:v>0</c:v>
                </c:pt>
                <c:pt idx="4235">
                  <c:v>0</c:v>
                </c:pt>
                <c:pt idx="4236">
                  <c:v>0</c:v>
                </c:pt>
                <c:pt idx="4237">
                  <c:v>0</c:v>
                </c:pt>
                <c:pt idx="4238">
                  <c:v>0</c:v>
                </c:pt>
                <c:pt idx="4239">
                  <c:v>0</c:v>
                </c:pt>
                <c:pt idx="4240">
                  <c:v>0</c:v>
                </c:pt>
                <c:pt idx="4241">
                  <c:v>0</c:v>
                </c:pt>
                <c:pt idx="4242">
                  <c:v>0</c:v>
                </c:pt>
                <c:pt idx="4243">
                  <c:v>0</c:v>
                </c:pt>
                <c:pt idx="4244">
                  <c:v>0</c:v>
                </c:pt>
                <c:pt idx="4245">
                  <c:v>0</c:v>
                </c:pt>
                <c:pt idx="4246">
                  <c:v>0</c:v>
                </c:pt>
                <c:pt idx="4247">
                  <c:v>0</c:v>
                </c:pt>
                <c:pt idx="4248">
                  <c:v>0</c:v>
                </c:pt>
                <c:pt idx="4249">
                  <c:v>0</c:v>
                </c:pt>
                <c:pt idx="4250">
                  <c:v>0</c:v>
                </c:pt>
                <c:pt idx="4251">
                  <c:v>0</c:v>
                </c:pt>
                <c:pt idx="4252">
                  <c:v>0</c:v>
                </c:pt>
                <c:pt idx="4253">
                  <c:v>0</c:v>
                </c:pt>
                <c:pt idx="4254">
                  <c:v>0</c:v>
                </c:pt>
                <c:pt idx="4255">
                  <c:v>0</c:v>
                </c:pt>
                <c:pt idx="4256">
                  <c:v>0</c:v>
                </c:pt>
                <c:pt idx="4257">
                  <c:v>0</c:v>
                </c:pt>
                <c:pt idx="4258">
                  <c:v>0</c:v>
                </c:pt>
                <c:pt idx="4259">
                  <c:v>0</c:v>
                </c:pt>
                <c:pt idx="4260">
                  <c:v>0</c:v>
                </c:pt>
                <c:pt idx="4261">
                  <c:v>0</c:v>
                </c:pt>
                <c:pt idx="4262">
                  <c:v>0</c:v>
                </c:pt>
                <c:pt idx="4263">
                  <c:v>0</c:v>
                </c:pt>
                <c:pt idx="4264">
                  <c:v>0</c:v>
                </c:pt>
                <c:pt idx="4265">
                  <c:v>0</c:v>
                </c:pt>
                <c:pt idx="4266">
                  <c:v>0</c:v>
                </c:pt>
                <c:pt idx="4267">
                  <c:v>0</c:v>
                </c:pt>
                <c:pt idx="4268">
                  <c:v>0</c:v>
                </c:pt>
                <c:pt idx="4269">
                  <c:v>0</c:v>
                </c:pt>
                <c:pt idx="4270">
                  <c:v>0</c:v>
                </c:pt>
                <c:pt idx="4271">
                  <c:v>0</c:v>
                </c:pt>
                <c:pt idx="4272">
                  <c:v>0</c:v>
                </c:pt>
                <c:pt idx="4273">
                  <c:v>0</c:v>
                </c:pt>
                <c:pt idx="4274">
                  <c:v>0</c:v>
                </c:pt>
                <c:pt idx="4275">
                  <c:v>0</c:v>
                </c:pt>
                <c:pt idx="4276">
                  <c:v>0</c:v>
                </c:pt>
                <c:pt idx="4277">
                  <c:v>0</c:v>
                </c:pt>
                <c:pt idx="4278">
                  <c:v>0</c:v>
                </c:pt>
                <c:pt idx="4279">
                  <c:v>0</c:v>
                </c:pt>
                <c:pt idx="4280">
                  <c:v>0</c:v>
                </c:pt>
                <c:pt idx="4281">
                  <c:v>0</c:v>
                </c:pt>
                <c:pt idx="4282">
                  <c:v>0</c:v>
                </c:pt>
                <c:pt idx="4283">
                  <c:v>0</c:v>
                </c:pt>
                <c:pt idx="4284">
                  <c:v>0</c:v>
                </c:pt>
                <c:pt idx="4285">
                  <c:v>0</c:v>
                </c:pt>
                <c:pt idx="4286">
                  <c:v>0</c:v>
                </c:pt>
                <c:pt idx="4287">
                  <c:v>0</c:v>
                </c:pt>
                <c:pt idx="4288">
                  <c:v>0</c:v>
                </c:pt>
                <c:pt idx="4289">
                  <c:v>0</c:v>
                </c:pt>
                <c:pt idx="4290">
                  <c:v>0</c:v>
                </c:pt>
                <c:pt idx="4291">
                  <c:v>0</c:v>
                </c:pt>
                <c:pt idx="4292">
                  <c:v>0</c:v>
                </c:pt>
                <c:pt idx="4293">
                  <c:v>0</c:v>
                </c:pt>
                <c:pt idx="4294">
                  <c:v>0</c:v>
                </c:pt>
                <c:pt idx="4295">
                  <c:v>0</c:v>
                </c:pt>
                <c:pt idx="4296">
                  <c:v>0</c:v>
                </c:pt>
                <c:pt idx="4297">
                  <c:v>0</c:v>
                </c:pt>
                <c:pt idx="4298">
                  <c:v>0</c:v>
                </c:pt>
                <c:pt idx="4299">
                  <c:v>0</c:v>
                </c:pt>
                <c:pt idx="4300">
                  <c:v>0</c:v>
                </c:pt>
                <c:pt idx="4301">
                  <c:v>0</c:v>
                </c:pt>
                <c:pt idx="4302">
                  <c:v>0</c:v>
                </c:pt>
                <c:pt idx="4303">
                  <c:v>0</c:v>
                </c:pt>
                <c:pt idx="4304">
                  <c:v>0</c:v>
                </c:pt>
                <c:pt idx="4305">
                  <c:v>0</c:v>
                </c:pt>
                <c:pt idx="4306">
                  <c:v>0</c:v>
                </c:pt>
                <c:pt idx="4307">
                  <c:v>0</c:v>
                </c:pt>
                <c:pt idx="4308">
                  <c:v>0</c:v>
                </c:pt>
                <c:pt idx="4309">
                  <c:v>0</c:v>
                </c:pt>
                <c:pt idx="4310">
                  <c:v>0</c:v>
                </c:pt>
                <c:pt idx="4311">
                  <c:v>0</c:v>
                </c:pt>
                <c:pt idx="4312">
                  <c:v>0</c:v>
                </c:pt>
                <c:pt idx="4313">
                  <c:v>0</c:v>
                </c:pt>
                <c:pt idx="4314">
                  <c:v>0</c:v>
                </c:pt>
                <c:pt idx="4315">
                  <c:v>0</c:v>
                </c:pt>
                <c:pt idx="4316">
                  <c:v>0</c:v>
                </c:pt>
                <c:pt idx="4317">
                  <c:v>0</c:v>
                </c:pt>
                <c:pt idx="4318">
                  <c:v>0</c:v>
                </c:pt>
                <c:pt idx="4319">
                  <c:v>0</c:v>
                </c:pt>
                <c:pt idx="4320">
                  <c:v>0</c:v>
                </c:pt>
                <c:pt idx="4321">
                  <c:v>0</c:v>
                </c:pt>
                <c:pt idx="4322">
                  <c:v>0</c:v>
                </c:pt>
                <c:pt idx="4323">
                  <c:v>0</c:v>
                </c:pt>
                <c:pt idx="4324">
                  <c:v>0</c:v>
                </c:pt>
                <c:pt idx="4325">
                  <c:v>0</c:v>
                </c:pt>
                <c:pt idx="4326">
                  <c:v>0</c:v>
                </c:pt>
                <c:pt idx="4327">
                  <c:v>0</c:v>
                </c:pt>
                <c:pt idx="4328">
                  <c:v>0</c:v>
                </c:pt>
                <c:pt idx="4329">
                  <c:v>0</c:v>
                </c:pt>
                <c:pt idx="4330">
                  <c:v>0</c:v>
                </c:pt>
                <c:pt idx="4331">
                  <c:v>0</c:v>
                </c:pt>
                <c:pt idx="4332">
                  <c:v>0</c:v>
                </c:pt>
                <c:pt idx="4333">
                  <c:v>0</c:v>
                </c:pt>
                <c:pt idx="4334">
                  <c:v>0</c:v>
                </c:pt>
                <c:pt idx="4335">
                  <c:v>0</c:v>
                </c:pt>
                <c:pt idx="4336">
                  <c:v>0</c:v>
                </c:pt>
                <c:pt idx="4337">
                  <c:v>0</c:v>
                </c:pt>
                <c:pt idx="4338">
                  <c:v>0</c:v>
                </c:pt>
                <c:pt idx="4339">
                  <c:v>0</c:v>
                </c:pt>
                <c:pt idx="4340">
                  <c:v>0</c:v>
                </c:pt>
                <c:pt idx="4341">
                  <c:v>0</c:v>
                </c:pt>
                <c:pt idx="4342">
                  <c:v>0</c:v>
                </c:pt>
                <c:pt idx="4343">
                  <c:v>0</c:v>
                </c:pt>
                <c:pt idx="4344">
                  <c:v>0</c:v>
                </c:pt>
                <c:pt idx="4345">
                  <c:v>0</c:v>
                </c:pt>
                <c:pt idx="4346">
                  <c:v>0</c:v>
                </c:pt>
                <c:pt idx="4347">
                  <c:v>0</c:v>
                </c:pt>
                <c:pt idx="4348">
                  <c:v>0</c:v>
                </c:pt>
                <c:pt idx="4349">
                  <c:v>0</c:v>
                </c:pt>
                <c:pt idx="4350">
                  <c:v>0</c:v>
                </c:pt>
                <c:pt idx="4351">
                  <c:v>0</c:v>
                </c:pt>
                <c:pt idx="4352">
                  <c:v>0</c:v>
                </c:pt>
                <c:pt idx="4353">
                  <c:v>0</c:v>
                </c:pt>
                <c:pt idx="4354">
                  <c:v>0</c:v>
                </c:pt>
                <c:pt idx="4355">
                  <c:v>0</c:v>
                </c:pt>
                <c:pt idx="4356">
                  <c:v>0</c:v>
                </c:pt>
                <c:pt idx="4357">
                  <c:v>0</c:v>
                </c:pt>
                <c:pt idx="4358">
                  <c:v>0</c:v>
                </c:pt>
                <c:pt idx="4359">
                  <c:v>0</c:v>
                </c:pt>
                <c:pt idx="4360">
                  <c:v>0</c:v>
                </c:pt>
                <c:pt idx="4361">
                  <c:v>0</c:v>
                </c:pt>
                <c:pt idx="4362">
                  <c:v>0</c:v>
                </c:pt>
                <c:pt idx="4363">
                  <c:v>0</c:v>
                </c:pt>
                <c:pt idx="4364">
                  <c:v>0</c:v>
                </c:pt>
                <c:pt idx="4365">
                  <c:v>0</c:v>
                </c:pt>
                <c:pt idx="4366">
                  <c:v>0</c:v>
                </c:pt>
                <c:pt idx="4367">
                  <c:v>0</c:v>
                </c:pt>
                <c:pt idx="4368">
                  <c:v>0</c:v>
                </c:pt>
                <c:pt idx="4369">
                  <c:v>0</c:v>
                </c:pt>
                <c:pt idx="4370">
                  <c:v>0</c:v>
                </c:pt>
                <c:pt idx="4371">
                  <c:v>0</c:v>
                </c:pt>
                <c:pt idx="4372">
                  <c:v>0</c:v>
                </c:pt>
                <c:pt idx="4373">
                  <c:v>0</c:v>
                </c:pt>
                <c:pt idx="4374">
                  <c:v>0</c:v>
                </c:pt>
                <c:pt idx="4375">
                  <c:v>0</c:v>
                </c:pt>
                <c:pt idx="4376">
                  <c:v>0</c:v>
                </c:pt>
                <c:pt idx="4377">
                  <c:v>0</c:v>
                </c:pt>
                <c:pt idx="4378">
                  <c:v>0</c:v>
                </c:pt>
                <c:pt idx="4379">
                  <c:v>0</c:v>
                </c:pt>
                <c:pt idx="4380">
                  <c:v>0</c:v>
                </c:pt>
                <c:pt idx="4381">
                  <c:v>0</c:v>
                </c:pt>
                <c:pt idx="4382">
                  <c:v>0</c:v>
                </c:pt>
                <c:pt idx="4383">
                  <c:v>0</c:v>
                </c:pt>
                <c:pt idx="4384">
                  <c:v>0</c:v>
                </c:pt>
                <c:pt idx="4385">
                  <c:v>0</c:v>
                </c:pt>
                <c:pt idx="4386">
                  <c:v>0</c:v>
                </c:pt>
                <c:pt idx="4387">
                  <c:v>0</c:v>
                </c:pt>
                <c:pt idx="4388">
                  <c:v>0</c:v>
                </c:pt>
                <c:pt idx="4389">
                  <c:v>0</c:v>
                </c:pt>
                <c:pt idx="4390">
                  <c:v>0</c:v>
                </c:pt>
                <c:pt idx="4391">
                  <c:v>0</c:v>
                </c:pt>
                <c:pt idx="4392">
                  <c:v>0</c:v>
                </c:pt>
                <c:pt idx="4393">
                  <c:v>0</c:v>
                </c:pt>
                <c:pt idx="4394">
                  <c:v>0</c:v>
                </c:pt>
                <c:pt idx="4395">
                  <c:v>0</c:v>
                </c:pt>
                <c:pt idx="4396">
                  <c:v>0</c:v>
                </c:pt>
                <c:pt idx="4397">
                  <c:v>0</c:v>
                </c:pt>
                <c:pt idx="4398">
                  <c:v>0</c:v>
                </c:pt>
                <c:pt idx="4399">
                  <c:v>0</c:v>
                </c:pt>
                <c:pt idx="4400">
                  <c:v>0</c:v>
                </c:pt>
                <c:pt idx="4401">
                  <c:v>0</c:v>
                </c:pt>
                <c:pt idx="4402">
                  <c:v>0</c:v>
                </c:pt>
                <c:pt idx="4403">
                  <c:v>0</c:v>
                </c:pt>
                <c:pt idx="4404">
                  <c:v>0</c:v>
                </c:pt>
                <c:pt idx="4405">
                  <c:v>0</c:v>
                </c:pt>
                <c:pt idx="4406">
                  <c:v>0</c:v>
                </c:pt>
                <c:pt idx="4407">
                  <c:v>0</c:v>
                </c:pt>
                <c:pt idx="4408">
                  <c:v>0</c:v>
                </c:pt>
                <c:pt idx="4409">
                  <c:v>0</c:v>
                </c:pt>
                <c:pt idx="4410">
                  <c:v>0</c:v>
                </c:pt>
                <c:pt idx="4411">
                  <c:v>0</c:v>
                </c:pt>
                <c:pt idx="4412">
                  <c:v>0</c:v>
                </c:pt>
                <c:pt idx="4413">
                  <c:v>0</c:v>
                </c:pt>
                <c:pt idx="4414">
                  <c:v>0</c:v>
                </c:pt>
                <c:pt idx="4415">
                  <c:v>0</c:v>
                </c:pt>
                <c:pt idx="4416">
                  <c:v>0</c:v>
                </c:pt>
                <c:pt idx="4417">
                  <c:v>0</c:v>
                </c:pt>
                <c:pt idx="4418">
                  <c:v>0</c:v>
                </c:pt>
                <c:pt idx="4419">
                  <c:v>0</c:v>
                </c:pt>
                <c:pt idx="4420">
                  <c:v>0</c:v>
                </c:pt>
                <c:pt idx="4421">
                  <c:v>0</c:v>
                </c:pt>
                <c:pt idx="4422">
                  <c:v>0</c:v>
                </c:pt>
                <c:pt idx="4423">
                  <c:v>0</c:v>
                </c:pt>
                <c:pt idx="4424">
                  <c:v>0</c:v>
                </c:pt>
                <c:pt idx="4425">
                  <c:v>0</c:v>
                </c:pt>
                <c:pt idx="4426">
                  <c:v>0</c:v>
                </c:pt>
                <c:pt idx="4427">
                  <c:v>0</c:v>
                </c:pt>
                <c:pt idx="4428">
                  <c:v>0</c:v>
                </c:pt>
                <c:pt idx="4429">
                  <c:v>0</c:v>
                </c:pt>
                <c:pt idx="4430">
                  <c:v>0</c:v>
                </c:pt>
                <c:pt idx="4431">
                  <c:v>0</c:v>
                </c:pt>
                <c:pt idx="4432">
                  <c:v>0</c:v>
                </c:pt>
                <c:pt idx="4433">
                  <c:v>0</c:v>
                </c:pt>
                <c:pt idx="4434">
                  <c:v>0</c:v>
                </c:pt>
                <c:pt idx="4435">
                  <c:v>0</c:v>
                </c:pt>
                <c:pt idx="4436">
                  <c:v>0</c:v>
                </c:pt>
                <c:pt idx="4437">
                  <c:v>0</c:v>
                </c:pt>
                <c:pt idx="4438">
                  <c:v>0</c:v>
                </c:pt>
                <c:pt idx="4439">
                  <c:v>0</c:v>
                </c:pt>
                <c:pt idx="4440">
                  <c:v>0</c:v>
                </c:pt>
                <c:pt idx="4441">
                  <c:v>0</c:v>
                </c:pt>
                <c:pt idx="4442">
                  <c:v>0</c:v>
                </c:pt>
                <c:pt idx="4443">
                  <c:v>0</c:v>
                </c:pt>
                <c:pt idx="4444">
                  <c:v>0</c:v>
                </c:pt>
                <c:pt idx="4445">
                  <c:v>0</c:v>
                </c:pt>
                <c:pt idx="4446">
                  <c:v>0</c:v>
                </c:pt>
                <c:pt idx="4447">
                  <c:v>0</c:v>
                </c:pt>
                <c:pt idx="4448">
                  <c:v>0</c:v>
                </c:pt>
                <c:pt idx="4449">
                  <c:v>0</c:v>
                </c:pt>
                <c:pt idx="4450">
                  <c:v>0</c:v>
                </c:pt>
                <c:pt idx="4451">
                  <c:v>0</c:v>
                </c:pt>
                <c:pt idx="4452">
                  <c:v>0</c:v>
                </c:pt>
                <c:pt idx="4453">
                  <c:v>0</c:v>
                </c:pt>
                <c:pt idx="4454">
                  <c:v>0</c:v>
                </c:pt>
                <c:pt idx="4455">
                  <c:v>0</c:v>
                </c:pt>
                <c:pt idx="4456">
                  <c:v>0</c:v>
                </c:pt>
                <c:pt idx="4457">
                  <c:v>0</c:v>
                </c:pt>
                <c:pt idx="4458">
                  <c:v>0</c:v>
                </c:pt>
                <c:pt idx="4459">
                  <c:v>0</c:v>
                </c:pt>
                <c:pt idx="4460">
                  <c:v>0</c:v>
                </c:pt>
                <c:pt idx="4461">
                  <c:v>0</c:v>
                </c:pt>
                <c:pt idx="4462">
                  <c:v>0</c:v>
                </c:pt>
                <c:pt idx="4463">
                  <c:v>0</c:v>
                </c:pt>
                <c:pt idx="4464">
                  <c:v>0</c:v>
                </c:pt>
                <c:pt idx="4465">
                  <c:v>0</c:v>
                </c:pt>
                <c:pt idx="4466">
                  <c:v>0</c:v>
                </c:pt>
                <c:pt idx="4467">
                  <c:v>0</c:v>
                </c:pt>
                <c:pt idx="4468">
                  <c:v>0</c:v>
                </c:pt>
                <c:pt idx="4469">
                  <c:v>0</c:v>
                </c:pt>
                <c:pt idx="4470">
                  <c:v>0</c:v>
                </c:pt>
                <c:pt idx="4471">
                  <c:v>0</c:v>
                </c:pt>
                <c:pt idx="4472">
                  <c:v>0</c:v>
                </c:pt>
                <c:pt idx="4473">
                  <c:v>0</c:v>
                </c:pt>
                <c:pt idx="4474">
                  <c:v>0</c:v>
                </c:pt>
                <c:pt idx="4475">
                  <c:v>0</c:v>
                </c:pt>
                <c:pt idx="4476">
                  <c:v>0</c:v>
                </c:pt>
                <c:pt idx="4477">
                  <c:v>0</c:v>
                </c:pt>
                <c:pt idx="4478">
                  <c:v>0</c:v>
                </c:pt>
                <c:pt idx="4479">
                  <c:v>0</c:v>
                </c:pt>
                <c:pt idx="4480">
                  <c:v>0</c:v>
                </c:pt>
                <c:pt idx="4481">
                  <c:v>0</c:v>
                </c:pt>
                <c:pt idx="4482">
                  <c:v>0</c:v>
                </c:pt>
                <c:pt idx="4483">
                  <c:v>0</c:v>
                </c:pt>
                <c:pt idx="4484">
                  <c:v>0</c:v>
                </c:pt>
                <c:pt idx="4485">
                  <c:v>0</c:v>
                </c:pt>
                <c:pt idx="4486">
                  <c:v>0</c:v>
                </c:pt>
                <c:pt idx="4487">
                  <c:v>0</c:v>
                </c:pt>
                <c:pt idx="4488">
                  <c:v>0</c:v>
                </c:pt>
                <c:pt idx="4489">
                  <c:v>0</c:v>
                </c:pt>
                <c:pt idx="4490">
                  <c:v>0</c:v>
                </c:pt>
                <c:pt idx="4491">
                  <c:v>0</c:v>
                </c:pt>
                <c:pt idx="4492">
                  <c:v>0</c:v>
                </c:pt>
                <c:pt idx="4493">
                  <c:v>0</c:v>
                </c:pt>
                <c:pt idx="4494">
                  <c:v>0</c:v>
                </c:pt>
                <c:pt idx="4495">
                  <c:v>0</c:v>
                </c:pt>
                <c:pt idx="4496">
                  <c:v>0</c:v>
                </c:pt>
                <c:pt idx="4497">
                  <c:v>0</c:v>
                </c:pt>
                <c:pt idx="4498">
                  <c:v>0</c:v>
                </c:pt>
                <c:pt idx="4499">
                  <c:v>0</c:v>
                </c:pt>
                <c:pt idx="4500">
                  <c:v>0</c:v>
                </c:pt>
                <c:pt idx="4501">
                  <c:v>0</c:v>
                </c:pt>
                <c:pt idx="4502">
                  <c:v>0</c:v>
                </c:pt>
                <c:pt idx="4503">
                  <c:v>0</c:v>
                </c:pt>
                <c:pt idx="4504">
                  <c:v>0</c:v>
                </c:pt>
                <c:pt idx="4505">
                  <c:v>0</c:v>
                </c:pt>
                <c:pt idx="4506">
                  <c:v>0</c:v>
                </c:pt>
                <c:pt idx="4507">
                  <c:v>0</c:v>
                </c:pt>
                <c:pt idx="4508">
                  <c:v>0</c:v>
                </c:pt>
                <c:pt idx="4509">
                  <c:v>0</c:v>
                </c:pt>
                <c:pt idx="4510">
                  <c:v>0</c:v>
                </c:pt>
                <c:pt idx="4511">
                  <c:v>0</c:v>
                </c:pt>
                <c:pt idx="4512">
                  <c:v>0</c:v>
                </c:pt>
                <c:pt idx="4513">
                  <c:v>0</c:v>
                </c:pt>
                <c:pt idx="4514">
                  <c:v>0</c:v>
                </c:pt>
                <c:pt idx="4515">
                  <c:v>0</c:v>
                </c:pt>
                <c:pt idx="4516">
                  <c:v>0</c:v>
                </c:pt>
                <c:pt idx="4517">
                  <c:v>0</c:v>
                </c:pt>
                <c:pt idx="4518">
                  <c:v>0</c:v>
                </c:pt>
                <c:pt idx="4519">
                  <c:v>0</c:v>
                </c:pt>
                <c:pt idx="4520">
                  <c:v>0</c:v>
                </c:pt>
                <c:pt idx="4521">
                  <c:v>0</c:v>
                </c:pt>
                <c:pt idx="4522">
                  <c:v>0</c:v>
                </c:pt>
                <c:pt idx="4523">
                  <c:v>0</c:v>
                </c:pt>
                <c:pt idx="4524">
                  <c:v>0</c:v>
                </c:pt>
                <c:pt idx="4525">
                  <c:v>0</c:v>
                </c:pt>
                <c:pt idx="4526">
                  <c:v>0</c:v>
                </c:pt>
                <c:pt idx="4527">
                  <c:v>0</c:v>
                </c:pt>
                <c:pt idx="4528">
                  <c:v>0</c:v>
                </c:pt>
                <c:pt idx="4529">
                  <c:v>0</c:v>
                </c:pt>
                <c:pt idx="4530">
                  <c:v>0</c:v>
                </c:pt>
                <c:pt idx="4531">
                  <c:v>0</c:v>
                </c:pt>
                <c:pt idx="4532">
                  <c:v>0</c:v>
                </c:pt>
                <c:pt idx="4533">
                  <c:v>0</c:v>
                </c:pt>
                <c:pt idx="4534">
                  <c:v>0</c:v>
                </c:pt>
                <c:pt idx="4535">
                  <c:v>0</c:v>
                </c:pt>
                <c:pt idx="4536">
                  <c:v>0</c:v>
                </c:pt>
                <c:pt idx="4537">
                  <c:v>0</c:v>
                </c:pt>
                <c:pt idx="4538">
                  <c:v>0</c:v>
                </c:pt>
                <c:pt idx="4539">
                  <c:v>0</c:v>
                </c:pt>
                <c:pt idx="4540">
                  <c:v>0</c:v>
                </c:pt>
                <c:pt idx="4541">
                  <c:v>0</c:v>
                </c:pt>
                <c:pt idx="4542">
                  <c:v>0</c:v>
                </c:pt>
                <c:pt idx="4543">
                  <c:v>0</c:v>
                </c:pt>
                <c:pt idx="4544">
                  <c:v>0</c:v>
                </c:pt>
                <c:pt idx="4545">
                  <c:v>0</c:v>
                </c:pt>
                <c:pt idx="4546">
                  <c:v>0</c:v>
                </c:pt>
                <c:pt idx="4547">
                  <c:v>0</c:v>
                </c:pt>
                <c:pt idx="4548">
                  <c:v>0</c:v>
                </c:pt>
                <c:pt idx="4549">
                  <c:v>0</c:v>
                </c:pt>
                <c:pt idx="4550">
                  <c:v>0</c:v>
                </c:pt>
                <c:pt idx="4551">
                  <c:v>0</c:v>
                </c:pt>
                <c:pt idx="4552">
                  <c:v>0</c:v>
                </c:pt>
                <c:pt idx="4553">
                  <c:v>0</c:v>
                </c:pt>
                <c:pt idx="4554">
                  <c:v>0</c:v>
                </c:pt>
                <c:pt idx="4555">
                  <c:v>0</c:v>
                </c:pt>
                <c:pt idx="4556">
                  <c:v>0</c:v>
                </c:pt>
                <c:pt idx="4557">
                  <c:v>0</c:v>
                </c:pt>
                <c:pt idx="4558">
                  <c:v>0</c:v>
                </c:pt>
                <c:pt idx="4559">
                  <c:v>0</c:v>
                </c:pt>
                <c:pt idx="4560">
                  <c:v>0</c:v>
                </c:pt>
                <c:pt idx="4561">
                  <c:v>0</c:v>
                </c:pt>
                <c:pt idx="4562">
                  <c:v>0</c:v>
                </c:pt>
                <c:pt idx="4563">
                  <c:v>0</c:v>
                </c:pt>
                <c:pt idx="4564">
                  <c:v>0</c:v>
                </c:pt>
                <c:pt idx="4565">
                  <c:v>0</c:v>
                </c:pt>
                <c:pt idx="4566">
                  <c:v>0</c:v>
                </c:pt>
                <c:pt idx="4567">
                  <c:v>0</c:v>
                </c:pt>
                <c:pt idx="4568">
                  <c:v>0</c:v>
                </c:pt>
                <c:pt idx="4569">
                  <c:v>0</c:v>
                </c:pt>
                <c:pt idx="4570">
                  <c:v>0</c:v>
                </c:pt>
                <c:pt idx="4571">
                  <c:v>0</c:v>
                </c:pt>
                <c:pt idx="4572">
                  <c:v>0</c:v>
                </c:pt>
                <c:pt idx="4573">
                  <c:v>0</c:v>
                </c:pt>
                <c:pt idx="4574">
                  <c:v>0</c:v>
                </c:pt>
                <c:pt idx="4575">
                  <c:v>0</c:v>
                </c:pt>
                <c:pt idx="4576">
                  <c:v>0</c:v>
                </c:pt>
                <c:pt idx="4577">
                  <c:v>0</c:v>
                </c:pt>
                <c:pt idx="4578">
                  <c:v>0</c:v>
                </c:pt>
                <c:pt idx="4579">
                  <c:v>0</c:v>
                </c:pt>
                <c:pt idx="4580">
                  <c:v>0</c:v>
                </c:pt>
                <c:pt idx="4581">
                  <c:v>0</c:v>
                </c:pt>
                <c:pt idx="4582">
                  <c:v>0</c:v>
                </c:pt>
                <c:pt idx="4583">
                  <c:v>0</c:v>
                </c:pt>
                <c:pt idx="4584">
                  <c:v>0</c:v>
                </c:pt>
                <c:pt idx="4585">
                  <c:v>0</c:v>
                </c:pt>
                <c:pt idx="4586">
                  <c:v>0</c:v>
                </c:pt>
                <c:pt idx="4587">
                  <c:v>0</c:v>
                </c:pt>
                <c:pt idx="4588">
                  <c:v>0</c:v>
                </c:pt>
                <c:pt idx="4589">
                  <c:v>0</c:v>
                </c:pt>
                <c:pt idx="4590">
                  <c:v>0</c:v>
                </c:pt>
                <c:pt idx="4591">
                  <c:v>0</c:v>
                </c:pt>
                <c:pt idx="4592">
                  <c:v>0</c:v>
                </c:pt>
                <c:pt idx="4593">
                  <c:v>0</c:v>
                </c:pt>
                <c:pt idx="4594">
                  <c:v>0</c:v>
                </c:pt>
                <c:pt idx="4595">
                  <c:v>0</c:v>
                </c:pt>
                <c:pt idx="4596">
                  <c:v>0</c:v>
                </c:pt>
                <c:pt idx="4597">
                  <c:v>0</c:v>
                </c:pt>
                <c:pt idx="4598">
                  <c:v>0</c:v>
                </c:pt>
                <c:pt idx="4599">
                  <c:v>0</c:v>
                </c:pt>
                <c:pt idx="4600">
                  <c:v>0</c:v>
                </c:pt>
                <c:pt idx="4601">
                  <c:v>0</c:v>
                </c:pt>
                <c:pt idx="4602">
                  <c:v>0</c:v>
                </c:pt>
                <c:pt idx="4603">
                  <c:v>0</c:v>
                </c:pt>
                <c:pt idx="4604">
                  <c:v>0</c:v>
                </c:pt>
                <c:pt idx="4605">
                  <c:v>0</c:v>
                </c:pt>
                <c:pt idx="4606">
                  <c:v>0</c:v>
                </c:pt>
                <c:pt idx="4607">
                  <c:v>0</c:v>
                </c:pt>
                <c:pt idx="4608">
                  <c:v>0</c:v>
                </c:pt>
                <c:pt idx="4609">
                  <c:v>0</c:v>
                </c:pt>
                <c:pt idx="4610">
                  <c:v>0</c:v>
                </c:pt>
                <c:pt idx="4611">
                  <c:v>0</c:v>
                </c:pt>
                <c:pt idx="4612">
                  <c:v>0</c:v>
                </c:pt>
                <c:pt idx="4613">
                  <c:v>0</c:v>
                </c:pt>
                <c:pt idx="4614">
                  <c:v>0</c:v>
                </c:pt>
                <c:pt idx="4615">
                  <c:v>0</c:v>
                </c:pt>
                <c:pt idx="4616">
                  <c:v>0</c:v>
                </c:pt>
                <c:pt idx="4617">
                  <c:v>0</c:v>
                </c:pt>
                <c:pt idx="4618">
                  <c:v>0</c:v>
                </c:pt>
                <c:pt idx="4619">
                  <c:v>0</c:v>
                </c:pt>
                <c:pt idx="4620">
                  <c:v>0</c:v>
                </c:pt>
                <c:pt idx="4621">
                  <c:v>0</c:v>
                </c:pt>
                <c:pt idx="4622">
                  <c:v>0</c:v>
                </c:pt>
                <c:pt idx="4623">
                  <c:v>0</c:v>
                </c:pt>
                <c:pt idx="4624">
                  <c:v>0</c:v>
                </c:pt>
                <c:pt idx="4625">
                  <c:v>0</c:v>
                </c:pt>
                <c:pt idx="4626">
                  <c:v>0</c:v>
                </c:pt>
                <c:pt idx="4627">
                  <c:v>0</c:v>
                </c:pt>
                <c:pt idx="4628">
                  <c:v>0</c:v>
                </c:pt>
                <c:pt idx="4629">
                  <c:v>0</c:v>
                </c:pt>
                <c:pt idx="4630">
                  <c:v>0</c:v>
                </c:pt>
                <c:pt idx="4631">
                  <c:v>0</c:v>
                </c:pt>
                <c:pt idx="4632">
                  <c:v>0</c:v>
                </c:pt>
                <c:pt idx="4633">
                  <c:v>0</c:v>
                </c:pt>
                <c:pt idx="4634">
                  <c:v>0</c:v>
                </c:pt>
                <c:pt idx="4635">
                  <c:v>0</c:v>
                </c:pt>
                <c:pt idx="4636">
                  <c:v>0</c:v>
                </c:pt>
                <c:pt idx="4637">
                  <c:v>0</c:v>
                </c:pt>
                <c:pt idx="4638">
                  <c:v>0</c:v>
                </c:pt>
                <c:pt idx="4639">
                  <c:v>0</c:v>
                </c:pt>
                <c:pt idx="4640">
                  <c:v>0</c:v>
                </c:pt>
                <c:pt idx="4641">
                  <c:v>0</c:v>
                </c:pt>
                <c:pt idx="4642">
                  <c:v>0</c:v>
                </c:pt>
                <c:pt idx="4643">
                  <c:v>0</c:v>
                </c:pt>
                <c:pt idx="4644">
                  <c:v>0</c:v>
                </c:pt>
                <c:pt idx="4645">
                  <c:v>0</c:v>
                </c:pt>
                <c:pt idx="4646">
                  <c:v>0</c:v>
                </c:pt>
                <c:pt idx="4647">
                  <c:v>0</c:v>
                </c:pt>
                <c:pt idx="4648">
                  <c:v>0</c:v>
                </c:pt>
                <c:pt idx="4649">
                  <c:v>0</c:v>
                </c:pt>
                <c:pt idx="4650">
                  <c:v>0</c:v>
                </c:pt>
                <c:pt idx="4651">
                  <c:v>0</c:v>
                </c:pt>
                <c:pt idx="4652">
                  <c:v>0</c:v>
                </c:pt>
                <c:pt idx="4653">
                  <c:v>0</c:v>
                </c:pt>
                <c:pt idx="4654">
                  <c:v>0</c:v>
                </c:pt>
                <c:pt idx="4655">
                  <c:v>0</c:v>
                </c:pt>
                <c:pt idx="4656">
                  <c:v>0</c:v>
                </c:pt>
                <c:pt idx="4657">
                  <c:v>0</c:v>
                </c:pt>
                <c:pt idx="4658">
                  <c:v>0</c:v>
                </c:pt>
                <c:pt idx="4659">
                  <c:v>0</c:v>
                </c:pt>
                <c:pt idx="4660">
                  <c:v>0</c:v>
                </c:pt>
                <c:pt idx="4661">
                  <c:v>0</c:v>
                </c:pt>
                <c:pt idx="4662">
                  <c:v>0</c:v>
                </c:pt>
                <c:pt idx="4663">
                  <c:v>0</c:v>
                </c:pt>
                <c:pt idx="4664">
                  <c:v>0</c:v>
                </c:pt>
                <c:pt idx="4665">
                  <c:v>0</c:v>
                </c:pt>
                <c:pt idx="4666">
                  <c:v>0</c:v>
                </c:pt>
                <c:pt idx="4667">
                  <c:v>0</c:v>
                </c:pt>
                <c:pt idx="4668">
                  <c:v>0</c:v>
                </c:pt>
                <c:pt idx="4669">
                  <c:v>0</c:v>
                </c:pt>
                <c:pt idx="4670">
                  <c:v>0</c:v>
                </c:pt>
                <c:pt idx="4671">
                  <c:v>0</c:v>
                </c:pt>
                <c:pt idx="4672">
                  <c:v>0</c:v>
                </c:pt>
                <c:pt idx="4673">
                  <c:v>0</c:v>
                </c:pt>
                <c:pt idx="4674">
                  <c:v>0</c:v>
                </c:pt>
                <c:pt idx="4675">
                  <c:v>0</c:v>
                </c:pt>
                <c:pt idx="4676">
                  <c:v>0</c:v>
                </c:pt>
                <c:pt idx="4677">
                  <c:v>0</c:v>
                </c:pt>
                <c:pt idx="4678">
                  <c:v>0</c:v>
                </c:pt>
                <c:pt idx="4679">
                  <c:v>0</c:v>
                </c:pt>
                <c:pt idx="4680">
                  <c:v>0</c:v>
                </c:pt>
                <c:pt idx="4681">
                  <c:v>0</c:v>
                </c:pt>
                <c:pt idx="4682">
                  <c:v>0</c:v>
                </c:pt>
                <c:pt idx="4683">
                  <c:v>0</c:v>
                </c:pt>
                <c:pt idx="4684">
                  <c:v>0</c:v>
                </c:pt>
                <c:pt idx="4685">
                  <c:v>0</c:v>
                </c:pt>
                <c:pt idx="4686">
                  <c:v>0</c:v>
                </c:pt>
                <c:pt idx="4687">
                  <c:v>0</c:v>
                </c:pt>
                <c:pt idx="4688">
                  <c:v>0</c:v>
                </c:pt>
                <c:pt idx="4689">
                  <c:v>0</c:v>
                </c:pt>
                <c:pt idx="4690">
                  <c:v>0</c:v>
                </c:pt>
                <c:pt idx="4691">
                  <c:v>0</c:v>
                </c:pt>
                <c:pt idx="4692">
                  <c:v>0</c:v>
                </c:pt>
                <c:pt idx="4693">
                  <c:v>0</c:v>
                </c:pt>
                <c:pt idx="4694">
                  <c:v>0</c:v>
                </c:pt>
                <c:pt idx="4695">
                  <c:v>0</c:v>
                </c:pt>
                <c:pt idx="4696">
                  <c:v>0</c:v>
                </c:pt>
                <c:pt idx="4697">
                  <c:v>0</c:v>
                </c:pt>
                <c:pt idx="4698">
                  <c:v>0</c:v>
                </c:pt>
                <c:pt idx="4699">
                  <c:v>0</c:v>
                </c:pt>
                <c:pt idx="4700">
                  <c:v>0</c:v>
                </c:pt>
                <c:pt idx="4701">
                  <c:v>0</c:v>
                </c:pt>
                <c:pt idx="4702">
                  <c:v>0</c:v>
                </c:pt>
                <c:pt idx="4703">
                  <c:v>0</c:v>
                </c:pt>
                <c:pt idx="4704">
                  <c:v>0</c:v>
                </c:pt>
                <c:pt idx="4705">
                  <c:v>0</c:v>
                </c:pt>
                <c:pt idx="4706">
                  <c:v>0</c:v>
                </c:pt>
                <c:pt idx="4707">
                  <c:v>0</c:v>
                </c:pt>
                <c:pt idx="4708">
                  <c:v>0</c:v>
                </c:pt>
                <c:pt idx="4709">
                  <c:v>0</c:v>
                </c:pt>
                <c:pt idx="4710">
                  <c:v>0</c:v>
                </c:pt>
                <c:pt idx="4711">
                  <c:v>0</c:v>
                </c:pt>
                <c:pt idx="4712">
                  <c:v>0</c:v>
                </c:pt>
                <c:pt idx="4713">
                  <c:v>0</c:v>
                </c:pt>
                <c:pt idx="4714">
                  <c:v>0</c:v>
                </c:pt>
                <c:pt idx="4715">
                  <c:v>0</c:v>
                </c:pt>
                <c:pt idx="4716">
                  <c:v>0</c:v>
                </c:pt>
                <c:pt idx="4717">
                  <c:v>0</c:v>
                </c:pt>
                <c:pt idx="4718">
                  <c:v>0</c:v>
                </c:pt>
                <c:pt idx="4719">
                  <c:v>0</c:v>
                </c:pt>
                <c:pt idx="4720">
                  <c:v>0</c:v>
                </c:pt>
                <c:pt idx="4721">
                  <c:v>0</c:v>
                </c:pt>
                <c:pt idx="4722">
                  <c:v>0</c:v>
                </c:pt>
                <c:pt idx="4723">
                  <c:v>0</c:v>
                </c:pt>
                <c:pt idx="4724">
                  <c:v>0</c:v>
                </c:pt>
                <c:pt idx="4725">
                  <c:v>0</c:v>
                </c:pt>
                <c:pt idx="4726">
                  <c:v>0</c:v>
                </c:pt>
                <c:pt idx="4727">
                  <c:v>0</c:v>
                </c:pt>
                <c:pt idx="4728">
                  <c:v>0</c:v>
                </c:pt>
                <c:pt idx="4729">
                  <c:v>0</c:v>
                </c:pt>
                <c:pt idx="4730">
                  <c:v>0</c:v>
                </c:pt>
                <c:pt idx="4731">
                  <c:v>0</c:v>
                </c:pt>
                <c:pt idx="4732">
                  <c:v>0</c:v>
                </c:pt>
                <c:pt idx="4733">
                  <c:v>0</c:v>
                </c:pt>
                <c:pt idx="4734">
                  <c:v>0</c:v>
                </c:pt>
                <c:pt idx="4735">
                  <c:v>0</c:v>
                </c:pt>
                <c:pt idx="4736">
                  <c:v>0</c:v>
                </c:pt>
                <c:pt idx="4737">
                  <c:v>0</c:v>
                </c:pt>
                <c:pt idx="4738">
                  <c:v>0</c:v>
                </c:pt>
                <c:pt idx="4739">
                  <c:v>0</c:v>
                </c:pt>
                <c:pt idx="4740">
                  <c:v>0</c:v>
                </c:pt>
                <c:pt idx="4741">
                  <c:v>0</c:v>
                </c:pt>
                <c:pt idx="4742">
                  <c:v>0</c:v>
                </c:pt>
                <c:pt idx="4743">
                  <c:v>0</c:v>
                </c:pt>
                <c:pt idx="4744">
                  <c:v>0</c:v>
                </c:pt>
                <c:pt idx="4745">
                  <c:v>0</c:v>
                </c:pt>
                <c:pt idx="4746">
                  <c:v>0</c:v>
                </c:pt>
                <c:pt idx="4747">
                  <c:v>0</c:v>
                </c:pt>
                <c:pt idx="4748">
                  <c:v>0</c:v>
                </c:pt>
                <c:pt idx="4749">
                  <c:v>0</c:v>
                </c:pt>
                <c:pt idx="4750">
                  <c:v>0</c:v>
                </c:pt>
                <c:pt idx="4751">
                  <c:v>0</c:v>
                </c:pt>
                <c:pt idx="4752">
                  <c:v>0</c:v>
                </c:pt>
                <c:pt idx="4753">
                  <c:v>0</c:v>
                </c:pt>
                <c:pt idx="4754">
                  <c:v>0</c:v>
                </c:pt>
                <c:pt idx="4755">
                  <c:v>0</c:v>
                </c:pt>
                <c:pt idx="4756">
                  <c:v>0</c:v>
                </c:pt>
                <c:pt idx="4757">
                  <c:v>0</c:v>
                </c:pt>
                <c:pt idx="4758">
                  <c:v>0</c:v>
                </c:pt>
                <c:pt idx="4759">
                  <c:v>0</c:v>
                </c:pt>
                <c:pt idx="4760">
                  <c:v>0</c:v>
                </c:pt>
                <c:pt idx="4761">
                  <c:v>0</c:v>
                </c:pt>
                <c:pt idx="4762">
                  <c:v>0</c:v>
                </c:pt>
                <c:pt idx="4763">
                  <c:v>0</c:v>
                </c:pt>
                <c:pt idx="4764">
                  <c:v>0</c:v>
                </c:pt>
                <c:pt idx="4765">
                  <c:v>0</c:v>
                </c:pt>
                <c:pt idx="4766">
                  <c:v>0</c:v>
                </c:pt>
                <c:pt idx="4767">
                  <c:v>0</c:v>
                </c:pt>
                <c:pt idx="4768">
                  <c:v>0</c:v>
                </c:pt>
                <c:pt idx="4769">
                  <c:v>0</c:v>
                </c:pt>
                <c:pt idx="4770">
                  <c:v>0</c:v>
                </c:pt>
                <c:pt idx="4771">
                  <c:v>0</c:v>
                </c:pt>
                <c:pt idx="4772">
                  <c:v>0</c:v>
                </c:pt>
                <c:pt idx="4773">
                  <c:v>0</c:v>
                </c:pt>
                <c:pt idx="4774">
                  <c:v>0</c:v>
                </c:pt>
                <c:pt idx="4775">
                  <c:v>0</c:v>
                </c:pt>
                <c:pt idx="4776">
                  <c:v>0</c:v>
                </c:pt>
                <c:pt idx="4777">
                  <c:v>0</c:v>
                </c:pt>
                <c:pt idx="4778">
                  <c:v>0</c:v>
                </c:pt>
                <c:pt idx="4779">
                  <c:v>0</c:v>
                </c:pt>
                <c:pt idx="4780">
                  <c:v>0</c:v>
                </c:pt>
                <c:pt idx="4781">
                  <c:v>0</c:v>
                </c:pt>
                <c:pt idx="4782">
                  <c:v>0</c:v>
                </c:pt>
                <c:pt idx="4783">
                  <c:v>0</c:v>
                </c:pt>
                <c:pt idx="4784">
                  <c:v>0</c:v>
                </c:pt>
                <c:pt idx="4785">
                  <c:v>0</c:v>
                </c:pt>
                <c:pt idx="4786">
                  <c:v>0</c:v>
                </c:pt>
                <c:pt idx="4787">
                  <c:v>0</c:v>
                </c:pt>
                <c:pt idx="4788">
                  <c:v>0</c:v>
                </c:pt>
                <c:pt idx="4789">
                  <c:v>0</c:v>
                </c:pt>
                <c:pt idx="4790">
                  <c:v>0</c:v>
                </c:pt>
                <c:pt idx="4791">
                  <c:v>0</c:v>
                </c:pt>
                <c:pt idx="4792">
                  <c:v>0</c:v>
                </c:pt>
                <c:pt idx="4793">
                  <c:v>0</c:v>
                </c:pt>
                <c:pt idx="4794">
                  <c:v>0</c:v>
                </c:pt>
                <c:pt idx="4795">
                  <c:v>0</c:v>
                </c:pt>
                <c:pt idx="4796">
                  <c:v>0</c:v>
                </c:pt>
                <c:pt idx="4797">
                  <c:v>0</c:v>
                </c:pt>
                <c:pt idx="4798">
                  <c:v>0</c:v>
                </c:pt>
                <c:pt idx="4799">
                  <c:v>0</c:v>
                </c:pt>
                <c:pt idx="4800">
                  <c:v>0</c:v>
                </c:pt>
                <c:pt idx="4801">
                  <c:v>0</c:v>
                </c:pt>
                <c:pt idx="4802">
                  <c:v>0</c:v>
                </c:pt>
                <c:pt idx="4803">
                  <c:v>0</c:v>
                </c:pt>
                <c:pt idx="4804">
                  <c:v>0</c:v>
                </c:pt>
                <c:pt idx="4805">
                  <c:v>0</c:v>
                </c:pt>
                <c:pt idx="4806">
                  <c:v>0</c:v>
                </c:pt>
                <c:pt idx="4807">
                  <c:v>0</c:v>
                </c:pt>
                <c:pt idx="4808">
                  <c:v>0</c:v>
                </c:pt>
                <c:pt idx="4809">
                  <c:v>0</c:v>
                </c:pt>
                <c:pt idx="4810">
                  <c:v>0</c:v>
                </c:pt>
                <c:pt idx="4811">
                  <c:v>0</c:v>
                </c:pt>
                <c:pt idx="4812">
                  <c:v>0</c:v>
                </c:pt>
                <c:pt idx="4813">
                  <c:v>0</c:v>
                </c:pt>
                <c:pt idx="4814">
                  <c:v>0</c:v>
                </c:pt>
                <c:pt idx="4815">
                  <c:v>0</c:v>
                </c:pt>
                <c:pt idx="4816">
                  <c:v>0</c:v>
                </c:pt>
                <c:pt idx="4817">
                  <c:v>0</c:v>
                </c:pt>
                <c:pt idx="4818">
                  <c:v>0</c:v>
                </c:pt>
                <c:pt idx="4819">
                  <c:v>0</c:v>
                </c:pt>
                <c:pt idx="4820">
                  <c:v>0</c:v>
                </c:pt>
                <c:pt idx="4821">
                  <c:v>0</c:v>
                </c:pt>
                <c:pt idx="4822">
                  <c:v>0</c:v>
                </c:pt>
                <c:pt idx="4823">
                  <c:v>0</c:v>
                </c:pt>
                <c:pt idx="4824">
                  <c:v>0</c:v>
                </c:pt>
                <c:pt idx="4825">
                  <c:v>0</c:v>
                </c:pt>
                <c:pt idx="4826">
                  <c:v>0</c:v>
                </c:pt>
                <c:pt idx="4827">
                  <c:v>0</c:v>
                </c:pt>
                <c:pt idx="4828">
                  <c:v>0</c:v>
                </c:pt>
                <c:pt idx="4829">
                  <c:v>0</c:v>
                </c:pt>
                <c:pt idx="4830">
                  <c:v>0</c:v>
                </c:pt>
                <c:pt idx="4831">
                  <c:v>0</c:v>
                </c:pt>
                <c:pt idx="4832">
                  <c:v>0</c:v>
                </c:pt>
                <c:pt idx="4833">
                  <c:v>0</c:v>
                </c:pt>
                <c:pt idx="4834">
                  <c:v>0</c:v>
                </c:pt>
                <c:pt idx="4835">
                  <c:v>0</c:v>
                </c:pt>
                <c:pt idx="4836">
                  <c:v>0</c:v>
                </c:pt>
                <c:pt idx="4837">
                  <c:v>0</c:v>
                </c:pt>
                <c:pt idx="4838">
                  <c:v>0</c:v>
                </c:pt>
                <c:pt idx="4839">
                  <c:v>0</c:v>
                </c:pt>
                <c:pt idx="4840">
                  <c:v>0</c:v>
                </c:pt>
                <c:pt idx="4841">
                  <c:v>0</c:v>
                </c:pt>
                <c:pt idx="4842">
                  <c:v>0</c:v>
                </c:pt>
                <c:pt idx="4843">
                  <c:v>0</c:v>
                </c:pt>
                <c:pt idx="4844">
                  <c:v>0</c:v>
                </c:pt>
                <c:pt idx="4845">
                  <c:v>0</c:v>
                </c:pt>
                <c:pt idx="4846">
                  <c:v>0</c:v>
                </c:pt>
                <c:pt idx="4847">
                  <c:v>0</c:v>
                </c:pt>
                <c:pt idx="4848">
                  <c:v>0</c:v>
                </c:pt>
                <c:pt idx="4849">
                  <c:v>0</c:v>
                </c:pt>
                <c:pt idx="4850">
                  <c:v>0</c:v>
                </c:pt>
                <c:pt idx="4851">
                  <c:v>0</c:v>
                </c:pt>
                <c:pt idx="4852">
                  <c:v>0</c:v>
                </c:pt>
                <c:pt idx="4853">
                  <c:v>0</c:v>
                </c:pt>
                <c:pt idx="4854">
                  <c:v>0</c:v>
                </c:pt>
                <c:pt idx="4855">
                  <c:v>0</c:v>
                </c:pt>
                <c:pt idx="4856">
                  <c:v>0</c:v>
                </c:pt>
                <c:pt idx="4857">
                  <c:v>0</c:v>
                </c:pt>
                <c:pt idx="4858">
                  <c:v>0</c:v>
                </c:pt>
                <c:pt idx="4859">
                  <c:v>0</c:v>
                </c:pt>
                <c:pt idx="4860">
                  <c:v>0</c:v>
                </c:pt>
                <c:pt idx="4861">
                  <c:v>0</c:v>
                </c:pt>
                <c:pt idx="4862">
                  <c:v>0</c:v>
                </c:pt>
                <c:pt idx="4863">
                  <c:v>0</c:v>
                </c:pt>
                <c:pt idx="4864">
                  <c:v>0</c:v>
                </c:pt>
                <c:pt idx="4865">
                  <c:v>0</c:v>
                </c:pt>
                <c:pt idx="4866">
                  <c:v>0</c:v>
                </c:pt>
                <c:pt idx="4867">
                  <c:v>0</c:v>
                </c:pt>
                <c:pt idx="4868">
                  <c:v>0</c:v>
                </c:pt>
                <c:pt idx="4869">
                  <c:v>0</c:v>
                </c:pt>
                <c:pt idx="4870">
                  <c:v>0</c:v>
                </c:pt>
                <c:pt idx="4871">
                  <c:v>0</c:v>
                </c:pt>
                <c:pt idx="4872">
                  <c:v>0</c:v>
                </c:pt>
                <c:pt idx="4873">
                  <c:v>0</c:v>
                </c:pt>
                <c:pt idx="4874">
                  <c:v>0</c:v>
                </c:pt>
                <c:pt idx="4875">
                  <c:v>0</c:v>
                </c:pt>
                <c:pt idx="4876">
                  <c:v>0</c:v>
                </c:pt>
                <c:pt idx="4877">
                  <c:v>0</c:v>
                </c:pt>
                <c:pt idx="4878">
                  <c:v>0</c:v>
                </c:pt>
                <c:pt idx="4879">
                  <c:v>0</c:v>
                </c:pt>
                <c:pt idx="4880">
                  <c:v>0</c:v>
                </c:pt>
                <c:pt idx="4881">
                  <c:v>0</c:v>
                </c:pt>
                <c:pt idx="4882">
                  <c:v>0</c:v>
                </c:pt>
                <c:pt idx="4883">
                  <c:v>0</c:v>
                </c:pt>
                <c:pt idx="4884">
                  <c:v>0</c:v>
                </c:pt>
                <c:pt idx="4885">
                  <c:v>0</c:v>
                </c:pt>
                <c:pt idx="4886">
                  <c:v>0</c:v>
                </c:pt>
                <c:pt idx="4887">
                  <c:v>0</c:v>
                </c:pt>
                <c:pt idx="4888">
                  <c:v>0</c:v>
                </c:pt>
                <c:pt idx="4889">
                  <c:v>0</c:v>
                </c:pt>
                <c:pt idx="4890">
                  <c:v>0</c:v>
                </c:pt>
                <c:pt idx="4891">
                  <c:v>0</c:v>
                </c:pt>
                <c:pt idx="4892">
                  <c:v>0</c:v>
                </c:pt>
                <c:pt idx="4893">
                  <c:v>0</c:v>
                </c:pt>
                <c:pt idx="4894">
                  <c:v>0</c:v>
                </c:pt>
                <c:pt idx="4895">
                  <c:v>0</c:v>
                </c:pt>
                <c:pt idx="4896">
                  <c:v>0</c:v>
                </c:pt>
                <c:pt idx="4897">
                  <c:v>0</c:v>
                </c:pt>
                <c:pt idx="4898">
                  <c:v>0</c:v>
                </c:pt>
                <c:pt idx="4899">
                  <c:v>0</c:v>
                </c:pt>
                <c:pt idx="4900">
                  <c:v>0</c:v>
                </c:pt>
                <c:pt idx="4901">
                  <c:v>0</c:v>
                </c:pt>
                <c:pt idx="4902">
                  <c:v>0</c:v>
                </c:pt>
                <c:pt idx="4903">
                  <c:v>0</c:v>
                </c:pt>
                <c:pt idx="4904">
                  <c:v>0</c:v>
                </c:pt>
                <c:pt idx="4905">
                  <c:v>0</c:v>
                </c:pt>
                <c:pt idx="4906">
                  <c:v>0</c:v>
                </c:pt>
                <c:pt idx="4907">
                  <c:v>0</c:v>
                </c:pt>
                <c:pt idx="4908">
                  <c:v>0</c:v>
                </c:pt>
                <c:pt idx="4909">
                  <c:v>0</c:v>
                </c:pt>
                <c:pt idx="4910">
                  <c:v>0</c:v>
                </c:pt>
                <c:pt idx="4911">
                  <c:v>0</c:v>
                </c:pt>
                <c:pt idx="4912">
                  <c:v>0</c:v>
                </c:pt>
                <c:pt idx="4913">
                  <c:v>0</c:v>
                </c:pt>
                <c:pt idx="4914">
                  <c:v>0</c:v>
                </c:pt>
                <c:pt idx="4915">
                  <c:v>0</c:v>
                </c:pt>
                <c:pt idx="4916">
                  <c:v>0</c:v>
                </c:pt>
                <c:pt idx="4917">
                  <c:v>0</c:v>
                </c:pt>
                <c:pt idx="4918">
                  <c:v>0</c:v>
                </c:pt>
                <c:pt idx="4919">
                  <c:v>0</c:v>
                </c:pt>
                <c:pt idx="4920">
                  <c:v>0</c:v>
                </c:pt>
                <c:pt idx="4921">
                  <c:v>0</c:v>
                </c:pt>
                <c:pt idx="4922">
                  <c:v>0</c:v>
                </c:pt>
                <c:pt idx="4923">
                  <c:v>0</c:v>
                </c:pt>
                <c:pt idx="4924">
                  <c:v>0</c:v>
                </c:pt>
                <c:pt idx="4925">
                  <c:v>0</c:v>
                </c:pt>
                <c:pt idx="4926">
                  <c:v>0</c:v>
                </c:pt>
                <c:pt idx="4927">
                  <c:v>0</c:v>
                </c:pt>
                <c:pt idx="4928">
                  <c:v>0</c:v>
                </c:pt>
                <c:pt idx="4929">
                  <c:v>0</c:v>
                </c:pt>
                <c:pt idx="4930">
                  <c:v>0</c:v>
                </c:pt>
                <c:pt idx="4931">
                  <c:v>0</c:v>
                </c:pt>
                <c:pt idx="4932">
                  <c:v>0</c:v>
                </c:pt>
                <c:pt idx="4933">
                  <c:v>0</c:v>
                </c:pt>
                <c:pt idx="4934">
                  <c:v>0</c:v>
                </c:pt>
                <c:pt idx="4935">
                  <c:v>0</c:v>
                </c:pt>
                <c:pt idx="4936">
                  <c:v>0</c:v>
                </c:pt>
                <c:pt idx="4937">
                  <c:v>0</c:v>
                </c:pt>
                <c:pt idx="4938">
                  <c:v>0</c:v>
                </c:pt>
                <c:pt idx="4939">
                  <c:v>0</c:v>
                </c:pt>
                <c:pt idx="4940">
                  <c:v>0</c:v>
                </c:pt>
                <c:pt idx="4941">
                  <c:v>0</c:v>
                </c:pt>
                <c:pt idx="4942">
                  <c:v>0</c:v>
                </c:pt>
                <c:pt idx="4943">
                  <c:v>0</c:v>
                </c:pt>
                <c:pt idx="4944">
                  <c:v>0</c:v>
                </c:pt>
                <c:pt idx="4945">
                  <c:v>0</c:v>
                </c:pt>
                <c:pt idx="4946">
                  <c:v>0</c:v>
                </c:pt>
                <c:pt idx="4947">
                  <c:v>0</c:v>
                </c:pt>
                <c:pt idx="4948">
                  <c:v>0</c:v>
                </c:pt>
                <c:pt idx="4949">
                  <c:v>0</c:v>
                </c:pt>
                <c:pt idx="4950">
                  <c:v>0</c:v>
                </c:pt>
                <c:pt idx="4951">
                  <c:v>0</c:v>
                </c:pt>
                <c:pt idx="4952">
                  <c:v>0</c:v>
                </c:pt>
                <c:pt idx="4953">
                  <c:v>0</c:v>
                </c:pt>
                <c:pt idx="4954">
                  <c:v>0</c:v>
                </c:pt>
                <c:pt idx="4955">
                  <c:v>0</c:v>
                </c:pt>
                <c:pt idx="4956">
                  <c:v>0</c:v>
                </c:pt>
                <c:pt idx="4957">
                  <c:v>0</c:v>
                </c:pt>
                <c:pt idx="4958">
                  <c:v>0</c:v>
                </c:pt>
                <c:pt idx="4959">
                  <c:v>0</c:v>
                </c:pt>
                <c:pt idx="4960">
                  <c:v>0</c:v>
                </c:pt>
                <c:pt idx="4961">
                  <c:v>0</c:v>
                </c:pt>
                <c:pt idx="4962">
                  <c:v>0</c:v>
                </c:pt>
                <c:pt idx="4963">
                  <c:v>0</c:v>
                </c:pt>
                <c:pt idx="4964">
                  <c:v>0</c:v>
                </c:pt>
                <c:pt idx="4965">
                  <c:v>0</c:v>
                </c:pt>
                <c:pt idx="4966">
                  <c:v>0</c:v>
                </c:pt>
                <c:pt idx="4967">
                  <c:v>0</c:v>
                </c:pt>
                <c:pt idx="4968">
                  <c:v>0</c:v>
                </c:pt>
                <c:pt idx="4969">
                  <c:v>0</c:v>
                </c:pt>
                <c:pt idx="4970">
                  <c:v>0</c:v>
                </c:pt>
                <c:pt idx="4971">
                  <c:v>0</c:v>
                </c:pt>
                <c:pt idx="4972">
                  <c:v>0</c:v>
                </c:pt>
                <c:pt idx="4973">
                  <c:v>0</c:v>
                </c:pt>
                <c:pt idx="4974">
                  <c:v>0</c:v>
                </c:pt>
                <c:pt idx="4975">
                  <c:v>0</c:v>
                </c:pt>
                <c:pt idx="4976">
                  <c:v>0</c:v>
                </c:pt>
                <c:pt idx="4977">
                  <c:v>0</c:v>
                </c:pt>
                <c:pt idx="4978">
                  <c:v>0</c:v>
                </c:pt>
                <c:pt idx="4979">
                  <c:v>0</c:v>
                </c:pt>
                <c:pt idx="4980">
                  <c:v>0</c:v>
                </c:pt>
                <c:pt idx="4981">
                  <c:v>0</c:v>
                </c:pt>
                <c:pt idx="4982">
                  <c:v>0</c:v>
                </c:pt>
                <c:pt idx="4983">
                  <c:v>0</c:v>
                </c:pt>
                <c:pt idx="4984">
                  <c:v>0</c:v>
                </c:pt>
                <c:pt idx="4985">
                  <c:v>0</c:v>
                </c:pt>
                <c:pt idx="4986">
                  <c:v>0</c:v>
                </c:pt>
                <c:pt idx="4987">
                  <c:v>0</c:v>
                </c:pt>
                <c:pt idx="4988">
                  <c:v>0</c:v>
                </c:pt>
                <c:pt idx="4989">
                  <c:v>0</c:v>
                </c:pt>
                <c:pt idx="4990">
                  <c:v>0</c:v>
                </c:pt>
                <c:pt idx="4991">
                  <c:v>0</c:v>
                </c:pt>
                <c:pt idx="4992">
                  <c:v>0</c:v>
                </c:pt>
                <c:pt idx="4993">
                  <c:v>0</c:v>
                </c:pt>
                <c:pt idx="4994">
                  <c:v>0</c:v>
                </c:pt>
                <c:pt idx="4995">
                  <c:v>0</c:v>
                </c:pt>
                <c:pt idx="4996">
                  <c:v>0</c:v>
                </c:pt>
                <c:pt idx="4997">
                  <c:v>0</c:v>
                </c:pt>
                <c:pt idx="4998">
                  <c:v>0</c:v>
                </c:pt>
                <c:pt idx="4999">
                  <c:v>0</c:v>
                </c:pt>
                <c:pt idx="5000">
                  <c:v>0</c:v>
                </c:pt>
                <c:pt idx="5001">
                  <c:v>0</c:v>
                </c:pt>
                <c:pt idx="5002">
                  <c:v>0</c:v>
                </c:pt>
                <c:pt idx="5003">
                  <c:v>0</c:v>
                </c:pt>
                <c:pt idx="5004">
                  <c:v>0</c:v>
                </c:pt>
                <c:pt idx="5005">
                  <c:v>0</c:v>
                </c:pt>
                <c:pt idx="5006">
                  <c:v>0</c:v>
                </c:pt>
                <c:pt idx="5007">
                  <c:v>0</c:v>
                </c:pt>
                <c:pt idx="5008">
                  <c:v>0</c:v>
                </c:pt>
                <c:pt idx="5009">
                  <c:v>0</c:v>
                </c:pt>
                <c:pt idx="5010">
                  <c:v>0</c:v>
                </c:pt>
                <c:pt idx="5011">
                  <c:v>0</c:v>
                </c:pt>
                <c:pt idx="5012">
                  <c:v>0</c:v>
                </c:pt>
                <c:pt idx="5013">
                  <c:v>0</c:v>
                </c:pt>
                <c:pt idx="5014">
                  <c:v>0</c:v>
                </c:pt>
                <c:pt idx="5015">
                  <c:v>0</c:v>
                </c:pt>
                <c:pt idx="5016">
                  <c:v>0</c:v>
                </c:pt>
                <c:pt idx="5017">
                  <c:v>0</c:v>
                </c:pt>
                <c:pt idx="5018">
                  <c:v>0</c:v>
                </c:pt>
                <c:pt idx="5019">
                  <c:v>0</c:v>
                </c:pt>
                <c:pt idx="5020">
                  <c:v>0</c:v>
                </c:pt>
                <c:pt idx="5021">
                  <c:v>0</c:v>
                </c:pt>
                <c:pt idx="5022">
                  <c:v>0</c:v>
                </c:pt>
                <c:pt idx="5023">
                  <c:v>0</c:v>
                </c:pt>
                <c:pt idx="5024">
                  <c:v>0</c:v>
                </c:pt>
                <c:pt idx="5025">
                  <c:v>0</c:v>
                </c:pt>
                <c:pt idx="5026">
                  <c:v>0</c:v>
                </c:pt>
                <c:pt idx="5027">
                  <c:v>0</c:v>
                </c:pt>
                <c:pt idx="5028">
                  <c:v>0</c:v>
                </c:pt>
                <c:pt idx="5029">
                  <c:v>0</c:v>
                </c:pt>
                <c:pt idx="5030">
                  <c:v>0</c:v>
                </c:pt>
                <c:pt idx="5031">
                  <c:v>0</c:v>
                </c:pt>
                <c:pt idx="5032">
                  <c:v>0</c:v>
                </c:pt>
                <c:pt idx="5033">
                  <c:v>0</c:v>
                </c:pt>
                <c:pt idx="5034">
                  <c:v>0</c:v>
                </c:pt>
                <c:pt idx="5035">
                  <c:v>0</c:v>
                </c:pt>
                <c:pt idx="5036">
                  <c:v>0</c:v>
                </c:pt>
                <c:pt idx="5037">
                  <c:v>0</c:v>
                </c:pt>
                <c:pt idx="5038">
                  <c:v>0</c:v>
                </c:pt>
                <c:pt idx="5039">
                  <c:v>0</c:v>
                </c:pt>
                <c:pt idx="5040">
                  <c:v>0</c:v>
                </c:pt>
                <c:pt idx="5041">
                  <c:v>0</c:v>
                </c:pt>
                <c:pt idx="5042">
                  <c:v>0</c:v>
                </c:pt>
                <c:pt idx="5043">
                  <c:v>0</c:v>
                </c:pt>
                <c:pt idx="5044">
                  <c:v>0</c:v>
                </c:pt>
                <c:pt idx="5045">
                  <c:v>0</c:v>
                </c:pt>
                <c:pt idx="5046">
                  <c:v>0</c:v>
                </c:pt>
                <c:pt idx="5047">
                  <c:v>0</c:v>
                </c:pt>
                <c:pt idx="5048">
                  <c:v>0</c:v>
                </c:pt>
                <c:pt idx="5049">
                  <c:v>0</c:v>
                </c:pt>
                <c:pt idx="5050">
                  <c:v>0</c:v>
                </c:pt>
                <c:pt idx="5051">
                  <c:v>0</c:v>
                </c:pt>
                <c:pt idx="5052">
                  <c:v>0</c:v>
                </c:pt>
                <c:pt idx="5053">
                  <c:v>0</c:v>
                </c:pt>
                <c:pt idx="5054">
                  <c:v>0</c:v>
                </c:pt>
                <c:pt idx="5055">
                  <c:v>0</c:v>
                </c:pt>
                <c:pt idx="5056">
                  <c:v>0</c:v>
                </c:pt>
                <c:pt idx="5057">
                  <c:v>0</c:v>
                </c:pt>
                <c:pt idx="5058">
                  <c:v>0</c:v>
                </c:pt>
                <c:pt idx="5059">
                  <c:v>0</c:v>
                </c:pt>
                <c:pt idx="5060">
                  <c:v>0</c:v>
                </c:pt>
                <c:pt idx="5061">
                  <c:v>0</c:v>
                </c:pt>
                <c:pt idx="5062">
                  <c:v>0</c:v>
                </c:pt>
                <c:pt idx="5063">
                  <c:v>0</c:v>
                </c:pt>
                <c:pt idx="5064">
                  <c:v>0</c:v>
                </c:pt>
                <c:pt idx="5065">
                  <c:v>0</c:v>
                </c:pt>
                <c:pt idx="5066">
                  <c:v>0</c:v>
                </c:pt>
                <c:pt idx="5067">
                  <c:v>0</c:v>
                </c:pt>
                <c:pt idx="5068">
                  <c:v>0</c:v>
                </c:pt>
                <c:pt idx="5069">
                  <c:v>0</c:v>
                </c:pt>
                <c:pt idx="5070">
                  <c:v>0</c:v>
                </c:pt>
                <c:pt idx="5071">
                  <c:v>0</c:v>
                </c:pt>
                <c:pt idx="5072">
                  <c:v>0</c:v>
                </c:pt>
                <c:pt idx="5073">
                  <c:v>0</c:v>
                </c:pt>
                <c:pt idx="5074">
                  <c:v>0</c:v>
                </c:pt>
                <c:pt idx="5075">
                  <c:v>0</c:v>
                </c:pt>
                <c:pt idx="5076">
                  <c:v>0</c:v>
                </c:pt>
                <c:pt idx="5077">
                  <c:v>0</c:v>
                </c:pt>
                <c:pt idx="5078">
                  <c:v>0</c:v>
                </c:pt>
                <c:pt idx="5079">
                  <c:v>0</c:v>
                </c:pt>
                <c:pt idx="5080">
                  <c:v>0</c:v>
                </c:pt>
                <c:pt idx="5081">
                  <c:v>0</c:v>
                </c:pt>
                <c:pt idx="5082">
                  <c:v>0</c:v>
                </c:pt>
                <c:pt idx="5083">
                  <c:v>0</c:v>
                </c:pt>
                <c:pt idx="5084">
                  <c:v>0</c:v>
                </c:pt>
                <c:pt idx="5085">
                  <c:v>0</c:v>
                </c:pt>
                <c:pt idx="5086">
                  <c:v>0</c:v>
                </c:pt>
                <c:pt idx="5087">
                  <c:v>0</c:v>
                </c:pt>
                <c:pt idx="5088">
                  <c:v>0</c:v>
                </c:pt>
                <c:pt idx="5089">
                  <c:v>0</c:v>
                </c:pt>
                <c:pt idx="5090">
                  <c:v>0</c:v>
                </c:pt>
                <c:pt idx="5091">
                  <c:v>0</c:v>
                </c:pt>
                <c:pt idx="5092">
                  <c:v>0</c:v>
                </c:pt>
                <c:pt idx="5093">
                  <c:v>0</c:v>
                </c:pt>
                <c:pt idx="5094">
                  <c:v>0</c:v>
                </c:pt>
                <c:pt idx="5095">
                  <c:v>0</c:v>
                </c:pt>
                <c:pt idx="5096">
                  <c:v>0</c:v>
                </c:pt>
                <c:pt idx="5097">
                  <c:v>0</c:v>
                </c:pt>
                <c:pt idx="5098">
                  <c:v>0</c:v>
                </c:pt>
                <c:pt idx="5099">
                  <c:v>0</c:v>
                </c:pt>
                <c:pt idx="5100">
                  <c:v>0</c:v>
                </c:pt>
                <c:pt idx="5101">
                  <c:v>0</c:v>
                </c:pt>
                <c:pt idx="5102">
                  <c:v>0</c:v>
                </c:pt>
                <c:pt idx="5103">
                  <c:v>0</c:v>
                </c:pt>
                <c:pt idx="5104">
                  <c:v>0</c:v>
                </c:pt>
                <c:pt idx="5105">
                  <c:v>0</c:v>
                </c:pt>
                <c:pt idx="5106">
                  <c:v>0</c:v>
                </c:pt>
                <c:pt idx="5107">
                  <c:v>0</c:v>
                </c:pt>
                <c:pt idx="5108">
                  <c:v>0</c:v>
                </c:pt>
                <c:pt idx="5109">
                  <c:v>0</c:v>
                </c:pt>
                <c:pt idx="5110">
                  <c:v>0</c:v>
                </c:pt>
                <c:pt idx="5111">
                  <c:v>0</c:v>
                </c:pt>
                <c:pt idx="5112">
                  <c:v>0</c:v>
                </c:pt>
                <c:pt idx="5113">
                  <c:v>0</c:v>
                </c:pt>
                <c:pt idx="5114">
                  <c:v>0</c:v>
                </c:pt>
                <c:pt idx="5115">
                  <c:v>0</c:v>
                </c:pt>
                <c:pt idx="5116">
                  <c:v>0</c:v>
                </c:pt>
                <c:pt idx="5117">
                  <c:v>0</c:v>
                </c:pt>
                <c:pt idx="5118">
                  <c:v>0</c:v>
                </c:pt>
                <c:pt idx="5119">
                  <c:v>0</c:v>
                </c:pt>
                <c:pt idx="5120">
                  <c:v>0</c:v>
                </c:pt>
                <c:pt idx="5121">
                  <c:v>0</c:v>
                </c:pt>
                <c:pt idx="5122">
                  <c:v>0</c:v>
                </c:pt>
                <c:pt idx="5123">
                  <c:v>0</c:v>
                </c:pt>
                <c:pt idx="5124">
                  <c:v>0</c:v>
                </c:pt>
                <c:pt idx="5125">
                  <c:v>0</c:v>
                </c:pt>
                <c:pt idx="5126">
                  <c:v>0</c:v>
                </c:pt>
                <c:pt idx="5127">
                  <c:v>0</c:v>
                </c:pt>
                <c:pt idx="5128">
                  <c:v>0</c:v>
                </c:pt>
                <c:pt idx="5129">
                  <c:v>0</c:v>
                </c:pt>
                <c:pt idx="5130">
                  <c:v>0</c:v>
                </c:pt>
                <c:pt idx="5131">
                  <c:v>0</c:v>
                </c:pt>
                <c:pt idx="5132">
                  <c:v>0</c:v>
                </c:pt>
                <c:pt idx="5133">
                  <c:v>0</c:v>
                </c:pt>
                <c:pt idx="5134">
                  <c:v>0</c:v>
                </c:pt>
                <c:pt idx="5135">
                  <c:v>0</c:v>
                </c:pt>
                <c:pt idx="5136">
                  <c:v>0</c:v>
                </c:pt>
                <c:pt idx="5137">
                  <c:v>0</c:v>
                </c:pt>
                <c:pt idx="5138">
                  <c:v>0</c:v>
                </c:pt>
                <c:pt idx="5139">
                  <c:v>0</c:v>
                </c:pt>
                <c:pt idx="5140">
                  <c:v>0</c:v>
                </c:pt>
                <c:pt idx="5141">
                  <c:v>0</c:v>
                </c:pt>
                <c:pt idx="5142">
                  <c:v>0</c:v>
                </c:pt>
                <c:pt idx="5143">
                  <c:v>0</c:v>
                </c:pt>
                <c:pt idx="5144">
                  <c:v>0</c:v>
                </c:pt>
                <c:pt idx="5145">
                  <c:v>0</c:v>
                </c:pt>
                <c:pt idx="5146">
                  <c:v>0</c:v>
                </c:pt>
                <c:pt idx="5147">
                  <c:v>0</c:v>
                </c:pt>
                <c:pt idx="5148">
                  <c:v>0</c:v>
                </c:pt>
                <c:pt idx="5149">
                  <c:v>0</c:v>
                </c:pt>
                <c:pt idx="5150">
                  <c:v>0</c:v>
                </c:pt>
                <c:pt idx="5151">
                  <c:v>0</c:v>
                </c:pt>
                <c:pt idx="5152">
                  <c:v>0</c:v>
                </c:pt>
                <c:pt idx="5153">
                  <c:v>0</c:v>
                </c:pt>
                <c:pt idx="5154">
                  <c:v>0</c:v>
                </c:pt>
                <c:pt idx="5155">
                  <c:v>0</c:v>
                </c:pt>
                <c:pt idx="5156">
                  <c:v>0</c:v>
                </c:pt>
                <c:pt idx="5157">
                  <c:v>0</c:v>
                </c:pt>
                <c:pt idx="5158">
                  <c:v>0</c:v>
                </c:pt>
                <c:pt idx="5159">
                  <c:v>0</c:v>
                </c:pt>
                <c:pt idx="5160">
                  <c:v>0</c:v>
                </c:pt>
                <c:pt idx="5161">
                  <c:v>0</c:v>
                </c:pt>
                <c:pt idx="5162">
                  <c:v>0</c:v>
                </c:pt>
                <c:pt idx="5163">
                  <c:v>0</c:v>
                </c:pt>
                <c:pt idx="5164">
                  <c:v>0</c:v>
                </c:pt>
                <c:pt idx="5165">
                  <c:v>0</c:v>
                </c:pt>
                <c:pt idx="5166">
                  <c:v>0</c:v>
                </c:pt>
                <c:pt idx="5167">
                  <c:v>0</c:v>
                </c:pt>
                <c:pt idx="5168">
                  <c:v>0</c:v>
                </c:pt>
                <c:pt idx="5169">
                  <c:v>0</c:v>
                </c:pt>
                <c:pt idx="5170">
                  <c:v>0</c:v>
                </c:pt>
                <c:pt idx="5171">
                  <c:v>0</c:v>
                </c:pt>
                <c:pt idx="5172">
                  <c:v>0</c:v>
                </c:pt>
                <c:pt idx="5173">
                  <c:v>0</c:v>
                </c:pt>
                <c:pt idx="5174">
                  <c:v>0</c:v>
                </c:pt>
                <c:pt idx="5175">
                  <c:v>0</c:v>
                </c:pt>
                <c:pt idx="5176">
                  <c:v>0</c:v>
                </c:pt>
                <c:pt idx="5177">
                  <c:v>0</c:v>
                </c:pt>
                <c:pt idx="5178">
                  <c:v>0</c:v>
                </c:pt>
                <c:pt idx="5179">
                  <c:v>0</c:v>
                </c:pt>
                <c:pt idx="5180">
                  <c:v>0</c:v>
                </c:pt>
                <c:pt idx="5181">
                  <c:v>0</c:v>
                </c:pt>
                <c:pt idx="5182">
                  <c:v>0</c:v>
                </c:pt>
                <c:pt idx="5183">
                  <c:v>0</c:v>
                </c:pt>
                <c:pt idx="5184">
                  <c:v>0</c:v>
                </c:pt>
                <c:pt idx="5185">
                  <c:v>0</c:v>
                </c:pt>
                <c:pt idx="5186">
                  <c:v>0</c:v>
                </c:pt>
                <c:pt idx="5187">
                  <c:v>0</c:v>
                </c:pt>
                <c:pt idx="5188">
                  <c:v>0</c:v>
                </c:pt>
                <c:pt idx="5189">
                  <c:v>0</c:v>
                </c:pt>
                <c:pt idx="5190">
                  <c:v>0</c:v>
                </c:pt>
                <c:pt idx="5191">
                  <c:v>0</c:v>
                </c:pt>
                <c:pt idx="5192">
                  <c:v>0</c:v>
                </c:pt>
                <c:pt idx="5193">
                  <c:v>0</c:v>
                </c:pt>
                <c:pt idx="5194">
                  <c:v>0</c:v>
                </c:pt>
                <c:pt idx="5195">
                  <c:v>0</c:v>
                </c:pt>
                <c:pt idx="5196">
                  <c:v>0</c:v>
                </c:pt>
                <c:pt idx="5197">
                  <c:v>0</c:v>
                </c:pt>
                <c:pt idx="5198">
                  <c:v>0</c:v>
                </c:pt>
                <c:pt idx="5199">
                  <c:v>0</c:v>
                </c:pt>
                <c:pt idx="5200">
                  <c:v>0</c:v>
                </c:pt>
                <c:pt idx="5201">
                  <c:v>0</c:v>
                </c:pt>
                <c:pt idx="5202">
                  <c:v>0</c:v>
                </c:pt>
                <c:pt idx="5203">
                  <c:v>0</c:v>
                </c:pt>
                <c:pt idx="5204">
                  <c:v>0</c:v>
                </c:pt>
                <c:pt idx="5205">
                  <c:v>0</c:v>
                </c:pt>
                <c:pt idx="5206">
                  <c:v>0</c:v>
                </c:pt>
                <c:pt idx="5207">
                  <c:v>0</c:v>
                </c:pt>
                <c:pt idx="5208">
                  <c:v>0</c:v>
                </c:pt>
                <c:pt idx="5209">
                  <c:v>0</c:v>
                </c:pt>
                <c:pt idx="5210">
                  <c:v>0</c:v>
                </c:pt>
                <c:pt idx="5211">
                  <c:v>0</c:v>
                </c:pt>
                <c:pt idx="5212">
                  <c:v>0</c:v>
                </c:pt>
                <c:pt idx="5213">
                  <c:v>0</c:v>
                </c:pt>
                <c:pt idx="5214">
                  <c:v>0</c:v>
                </c:pt>
                <c:pt idx="5215">
                  <c:v>0</c:v>
                </c:pt>
                <c:pt idx="5216">
                  <c:v>0</c:v>
                </c:pt>
                <c:pt idx="5217">
                  <c:v>0</c:v>
                </c:pt>
                <c:pt idx="5218">
                  <c:v>0</c:v>
                </c:pt>
                <c:pt idx="5219">
                  <c:v>0</c:v>
                </c:pt>
                <c:pt idx="5220">
                  <c:v>0</c:v>
                </c:pt>
                <c:pt idx="5221">
                  <c:v>0</c:v>
                </c:pt>
                <c:pt idx="5222">
                  <c:v>0</c:v>
                </c:pt>
                <c:pt idx="5223">
                  <c:v>0</c:v>
                </c:pt>
                <c:pt idx="5224">
                  <c:v>0</c:v>
                </c:pt>
                <c:pt idx="5225">
                  <c:v>0</c:v>
                </c:pt>
                <c:pt idx="5226">
                  <c:v>0</c:v>
                </c:pt>
                <c:pt idx="5227">
                  <c:v>0</c:v>
                </c:pt>
                <c:pt idx="5228">
                  <c:v>0</c:v>
                </c:pt>
                <c:pt idx="5229">
                  <c:v>0</c:v>
                </c:pt>
                <c:pt idx="5230">
                  <c:v>0</c:v>
                </c:pt>
                <c:pt idx="5231">
                  <c:v>0</c:v>
                </c:pt>
                <c:pt idx="5232">
                  <c:v>0</c:v>
                </c:pt>
                <c:pt idx="5233">
                  <c:v>0</c:v>
                </c:pt>
                <c:pt idx="5234">
                  <c:v>0</c:v>
                </c:pt>
                <c:pt idx="5235">
                  <c:v>0</c:v>
                </c:pt>
                <c:pt idx="5236">
                  <c:v>0</c:v>
                </c:pt>
                <c:pt idx="5237">
                  <c:v>0</c:v>
                </c:pt>
                <c:pt idx="5238">
                  <c:v>0</c:v>
                </c:pt>
                <c:pt idx="5239">
                  <c:v>0</c:v>
                </c:pt>
                <c:pt idx="5240">
                  <c:v>0</c:v>
                </c:pt>
                <c:pt idx="5241">
                  <c:v>0</c:v>
                </c:pt>
                <c:pt idx="5242">
                  <c:v>0</c:v>
                </c:pt>
                <c:pt idx="5243">
                  <c:v>0</c:v>
                </c:pt>
                <c:pt idx="5244">
                  <c:v>0</c:v>
                </c:pt>
                <c:pt idx="5245">
                  <c:v>0</c:v>
                </c:pt>
                <c:pt idx="5246">
                  <c:v>0</c:v>
                </c:pt>
                <c:pt idx="5247">
                  <c:v>0</c:v>
                </c:pt>
                <c:pt idx="5248">
                  <c:v>0</c:v>
                </c:pt>
                <c:pt idx="5249">
                  <c:v>0</c:v>
                </c:pt>
                <c:pt idx="5250">
                  <c:v>0</c:v>
                </c:pt>
                <c:pt idx="5251">
                  <c:v>0</c:v>
                </c:pt>
                <c:pt idx="5252">
                  <c:v>0</c:v>
                </c:pt>
                <c:pt idx="5253">
                  <c:v>0</c:v>
                </c:pt>
                <c:pt idx="5254">
                  <c:v>0</c:v>
                </c:pt>
                <c:pt idx="5255">
                  <c:v>0</c:v>
                </c:pt>
                <c:pt idx="5256">
                  <c:v>0</c:v>
                </c:pt>
                <c:pt idx="5257">
                  <c:v>0</c:v>
                </c:pt>
                <c:pt idx="5258">
                  <c:v>0</c:v>
                </c:pt>
                <c:pt idx="5259">
                  <c:v>0</c:v>
                </c:pt>
                <c:pt idx="5260">
                  <c:v>0</c:v>
                </c:pt>
                <c:pt idx="5261">
                  <c:v>0</c:v>
                </c:pt>
                <c:pt idx="5262">
                  <c:v>0</c:v>
                </c:pt>
                <c:pt idx="5263">
                  <c:v>0</c:v>
                </c:pt>
                <c:pt idx="5264">
                  <c:v>0</c:v>
                </c:pt>
                <c:pt idx="5265">
                  <c:v>0</c:v>
                </c:pt>
                <c:pt idx="5266">
                  <c:v>0</c:v>
                </c:pt>
                <c:pt idx="5267">
                  <c:v>0</c:v>
                </c:pt>
                <c:pt idx="5268">
                  <c:v>0</c:v>
                </c:pt>
                <c:pt idx="5269">
                  <c:v>0</c:v>
                </c:pt>
                <c:pt idx="5270">
                  <c:v>0</c:v>
                </c:pt>
                <c:pt idx="5271">
                  <c:v>0</c:v>
                </c:pt>
                <c:pt idx="5272">
                  <c:v>0</c:v>
                </c:pt>
                <c:pt idx="5273">
                  <c:v>0</c:v>
                </c:pt>
                <c:pt idx="5274">
                  <c:v>0</c:v>
                </c:pt>
                <c:pt idx="5275">
                  <c:v>0</c:v>
                </c:pt>
                <c:pt idx="5276">
                  <c:v>0</c:v>
                </c:pt>
                <c:pt idx="5277">
                  <c:v>0</c:v>
                </c:pt>
                <c:pt idx="5278">
                  <c:v>0</c:v>
                </c:pt>
                <c:pt idx="5279">
                  <c:v>0</c:v>
                </c:pt>
                <c:pt idx="5280">
                  <c:v>0</c:v>
                </c:pt>
                <c:pt idx="5281">
                  <c:v>0</c:v>
                </c:pt>
                <c:pt idx="5282">
                  <c:v>0</c:v>
                </c:pt>
                <c:pt idx="5283">
                  <c:v>0</c:v>
                </c:pt>
                <c:pt idx="5284">
                  <c:v>0</c:v>
                </c:pt>
                <c:pt idx="5285">
                  <c:v>0</c:v>
                </c:pt>
                <c:pt idx="5286">
                  <c:v>0</c:v>
                </c:pt>
                <c:pt idx="5287">
                  <c:v>0</c:v>
                </c:pt>
                <c:pt idx="5288">
                  <c:v>0</c:v>
                </c:pt>
                <c:pt idx="5289">
                  <c:v>0</c:v>
                </c:pt>
                <c:pt idx="5290">
                  <c:v>0</c:v>
                </c:pt>
                <c:pt idx="5291">
                  <c:v>0</c:v>
                </c:pt>
                <c:pt idx="5292">
                  <c:v>0</c:v>
                </c:pt>
                <c:pt idx="5293">
                  <c:v>0</c:v>
                </c:pt>
                <c:pt idx="5294">
                  <c:v>0</c:v>
                </c:pt>
                <c:pt idx="5295">
                  <c:v>0</c:v>
                </c:pt>
                <c:pt idx="5296">
                  <c:v>0</c:v>
                </c:pt>
                <c:pt idx="5297">
                  <c:v>0</c:v>
                </c:pt>
                <c:pt idx="5298">
                  <c:v>0</c:v>
                </c:pt>
                <c:pt idx="5299">
                  <c:v>0</c:v>
                </c:pt>
                <c:pt idx="5300">
                  <c:v>0</c:v>
                </c:pt>
                <c:pt idx="5301">
                  <c:v>0</c:v>
                </c:pt>
                <c:pt idx="5302">
                  <c:v>0</c:v>
                </c:pt>
                <c:pt idx="5303">
                  <c:v>0</c:v>
                </c:pt>
                <c:pt idx="5304">
                  <c:v>0</c:v>
                </c:pt>
                <c:pt idx="5305">
                  <c:v>0</c:v>
                </c:pt>
                <c:pt idx="5306">
                  <c:v>0</c:v>
                </c:pt>
                <c:pt idx="5307">
                  <c:v>0</c:v>
                </c:pt>
                <c:pt idx="5308">
                  <c:v>0</c:v>
                </c:pt>
                <c:pt idx="5309">
                  <c:v>0</c:v>
                </c:pt>
                <c:pt idx="5310">
                  <c:v>0</c:v>
                </c:pt>
                <c:pt idx="5311">
                  <c:v>0</c:v>
                </c:pt>
                <c:pt idx="5312">
                  <c:v>0</c:v>
                </c:pt>
                <c:pt idx="5313">
                  <c:v>0</c:v>
                </c:pt>
                <c:pt idx="5314">
                  <c:v>0</c:v>
                </c:pt>
                <c:pt idx="5315">
                  <c:v>0</c:v>
                </c:pt>
                <c:pt idx="5316">
                  <c:v>0</c:v>
                </c:pt>
                <c:pt idx="5317">
                  <c:v>0</c:v>
                </c:pt>
                <c:pt idx="5318">
                  <c:v>0</c:v>
                </c:pt>
                <c:pt idx="5319">
                  <c:v>0</c:v>
                </c:pt>
                <c:pt idx="5320">
                  <c:v>0</c:v>
                </c:pt>
                <c:pt idx="5321">
                  <c:v>0</c:v>
                </c:pt>
                <c:pt idx="5322">
                  <c:v>0</c:v>
                </c:pt>
                <c:pt idx="5323">
                  <c:v>0</c:v>
                </c:pt>
                <c:pt idx="5324">
                  <c:v>0</c:v>
                </c:pt>
                <c:pt idx="5325">
                  <c:v>0</c:v>
                </c:pt>
                <c:pt idx="5326">
                  <c:v>0</c:v>
                </c:pt>
                <c:pt idx="5327">
                  <c:v>0</c:v>
                </c:pt>
                <c:pt idx="5328">
                  <c:v>0</c:v>
                </c:pt>
                <c:pt idx="5329">
                  <c:v>0</c:v>
                </c:pt>
                <c:pt idx="5330">
                  <c:v>0</c:v>
                </c:pt>
                <c:pt idx="5331">
                  <c:v>0</c:v>
                </c:pt>
                <c:pt idx="5332">
                  <c:v>0</c:v>
                </c:pt>
                <c:pt idx="5333">
                  <c:v>0</c:v>
                </c:pt>
                <c:pt idx="5334">
                  <c:v>0</c:v>
                </c:pt>
                <c:pt idx="5335">
                  <c:v>0</c:v>
                </c:pt>
                <c:pt idx="5336">
                  <c:v>0</c:v>
                </c:pt>
                <c:pt idx="5337">
                  <c:v>0</c:v>
                </c:pt>
                <c:pt idx="5338">
                  <c:v>0</c:v>
                </c:pt>
                <c:pt idx="5339">
                  <c:v>0</c:v>
                </c:pt>
                <c:pt idx="5340">
                  <c:v>0</c:v>
                </c:pt>
                <c:pt idx="5341">
                  <c:v>0</c:v>
                </c:pt>
                <c:pt idx="5342">
                  <c:v>0</c:v>
                </c:pt>
                <c:pt idx="5343">
                  <c:v>0</c:v>
                </c:pt>
                <c:pt idx="5344">
                  <c:v>0</c:v>
                </c:pt>
                <c:pt idx="5345">
                  <c:v>0</c:v>
                </c:pt>
                <c:pt idx="5346">
                  <c:v>0</c:v>
                </c:pt>
                <c:pt idx="5347">
                  <c:v>0</c:v>
                </c:pt>
                <c:pt idx="5348">
                  <c:v>0</c:v>
                </c:pt>
                <c:pt idx="5349">
                  <c:v>0</c:v>
                </c:pt>
                <c:pt idx="5350">
                  <c:v>0</c:v>
                </c:pt>
                <c:pt idx="5351">
                  <c:v>0</c:v>
                </c:pt>
                <c:pt idx="5352">
                  <c:v>0</c:v>
                </c:pt>
                <c:pt idx="5353">
                  <c:v>0</c:v>
                </c:pt>
                <c:pt idx="5354">
                  <c:v>0</c:v>
                </c:pt>
                <c:pt idx="5355">
                  <c:v>0</c:v>
                </c:pt>
                <c:pt idx="5356">
                  <c:v>0</c:v>
                </c:pt>
                <c:pt idx="5357">
                  <c:v>0</c:v>
                </c:pt>
                <c:pt idx="5358">
                  <c:v>0</c:v>
                </c:pt>
                <c:pt idx="5359">
                  <c:v>0</c:v>
                </c:pt>
                <c:pt idx="5360">
                  <c:v>0</c:v>
                </c:pt>
                <c:pt idx="5361">
                  <c:v>0</c:v>
                </c:pt>
                <c:pt idx="5362">
                  <c:v>0</c:v>
                </c:pt>
                <c:pt idx="5363">
                  <c:v>0</c:v>
                </c:pt>
                <c:pt idx="5364">
                  <c:v>0</c:v>
                </c:pt>
                <c:pt idx="5365">
                  <c:v>0</c:v>
                </c:pt>
                <c:pt idx="5366">
                  <c:v>0</c:v>
                </c:pt>
                <c:pt idx="5367">
                  <c:v>0</c:v>
                </c:pt>
                <c:pt idx="5368">
                  <c:v>0</c:v>
                </c:pt>
                <c:pt idx="5369">
                  <c:v>0</c:v>
                </c:pt>
                <c:pt idx="5370">
                  <c:v>0</c:v>
                </c:pt>
                <c:pt idx="5371">
                  <c:v>0</c:v>
                </c:pt>
                <c:pt idx="5372">
                  <c:v>0</c:v>
                </c:pt>
                <c:pt idx="5373">
                  <c:v>0</c:v>
                </c:pt>
                <c:pt idx="5374">
                  <c:v>0</c:v>
                </c:pt>
                <c:pt idx="5375">
                  <c:v>0</c:v>
                </c:pt>
                <c:pt idx="5376">
                  <c:v>0</c:v>
                </c:pt>
                <c:pt idx="5377">
                  <c:v>0</c:v>
                </c:pt>
                <c:pt idx="5378">
                  <c:v>0</c:v>
                </c:pt>
                <c:pt idx="5379">
                  <c:v>0</c:v>
                </c:pt>
                <c:pt idx="5380">
                  <c:v>0</c:v>
                </c:pt>
                <c:pt idx="5381">
                  <c:v>0</c:v>
                </c:pt>
                <c:pt idx="5382">
                  <c:v>0</c:v>
                </c:pt>
                <c:pt idx="5383">
                  <c:v>0</c:v>
                </c:pt>
                <c:pt idx="5384">
                  <c:v>0</c:v>
                </c:pt>
                <c:pt idx="5385">
                  <c:v>0</c:v>
                </c:pt>
                <c:pt idx="5386">
                  <c:v>0</c:v>
                </c:pt>
                <c:pt idx="5387">
                  <c:v>0</c:v>
                </c:pt>
                <c:pt idx="5388">
                  <c:v>0</c:v>
                </c:pt>
                <c:pt idx="5389">
                  <c:v>0</c:v>
                </c:pt>
                <c:pt idx="5390">
                  <c:v>0</c:v>
                </c:pt>
                <c:pt idx="5391">
                  <c:v>0</c:v>
                </c:pt>
                <c:pt idx="5392">
                  <c:v>0</c:v>
                </c:pt>
                <c:pt idx="5393">
                  <c:v>0</c:v>
                </c:pt>
                <c:pt idx="5394">
                  <c:v>0</c:v>
                </c:pt>
                <c:pt idx="5395">
                  <c:v>0</c:v>
                </c:pt>
                <c:pt idx="5396">
                  <c:v>0</c:v>
                </c:pt>
                <c:pt idx="5397">
                  <c:v>0</c:v>
                </c:pt>
                <c:pt idx="5398">
                  <c:v>0</c:v>
                </c:pt>
                <c:pt idx="5399">
                  <c:v>0</c:v>
                </c:pt>
                <c:pt idx="5400">
                  <c:v>0</c:v>
                </c:pt>
                <c:pt idx="5401">
                  <c:v>0</c:v>
                </c:pt>
                <c:pt idx="5402">
                  <c:v>0</c:v>
                </c:pt>
                <c:pt idx="5403">
                  <c:v>0</c:v>
                </c:pt>
                <c:pt idx="5404">
                  <c:v>0</c:v>
                </c:pt>
                <c:pt idx="5405">
                  <c:v>0</c:v>
                </c:pt>
                <c:pt idx="5406">
                  <c:v>0</c:v>
                </c:pt>
                <c:pt idx="5407">
                  <c:v>0</c:v>
                </c:pt>
                <c:pt idx="5408">
                  <c:v>0</c:v>
                </c:pt>
                <c:pt idx="5409">
                  <c:v>0</c:v>
                </c:pt>
                <c:pt idx="5410">
                  <c:v>0</c:v>
                </c:pt>
                <c:pt idx="5411">
                  <c:v>0</c:v>
                </c:pt>
                <c:pt idx="5412">
                  <c:v>0</c:v>
                </c:pt>
                <c:pt idx="5413">
                  <c:v>0</c:v>
                </c:pt>
                <c:pt idx="5414">
                  <c:v>0</c:v>
                </c:pt>
                <c:pt idx="5415">
                  <c:v>0</c:v>
                </c:pt>
                <c:pt idx="5416">
                  <c:v>0</c:v>
                </c:pt>
                <c:pt idx="5417">
                  <c:v>0</c:v>
                </c:pt>
                <c:pt idx="5418">
                  <c:v>0</c:v>
                </c:pt>
                <c:pt idx="5419">
                  <c:v>0</c:v>
                </c:pt>
                <c:pt idx="5420">
                  <c:v>0</c:v>
                </c:pt>
                <c:pt idx="5421">
                  <c:v>0</c:v>
                </c:pt>
                <c:pt idx="5422">
                  <c:v>0</c:v>
                </c:pt>
                <c:pt idx="5423">
                  <c:v>0</c:v>
                </c:pt>
                <c:pt idx="5424">
                  <c:v>0</c:v>
                </c:pt>
                <c:pt idx="5425">
                  <c:v>0</c:v>
                </c:pt>
                <c:pt idx="5426">
                  <c:v>0</c:v>
                </c:pt>
                <c:pt idx="5427">
                  <c:v>0</c:v>
                </c:pt>
                <c:pt idx="5428">
                  <c:v>0</c:v>
                </c:pt>
                <c:pt idx="5429">
                  <c:v>0</c:v>
                </c:pt>
                <c:pt idx="5430">
                  <c:v>0</c:v>
                </c:pt>
                <c:pt idx="5431">
                  <c:v>0</c:v>
                </c:pt>
                <c:pt idx="5432">
                  <c:v>0</c:v>
                </c:pt>
                <c:pt idx="5433">
                  <c:v>0</c:v>
                </c:pt>
                <c:pt idx="5434">
                  <c:v>0</c:v>
                </c:pt>
                <c:pt idx="5435">
                  <c:v>0</c:v>
                </c:pt>
                <c:pt idx="5436">
                  <c:v>0</c:v>
                </c:pt>
                <c:pt idx="5437">
                  <c:v>0</c:v>
                </c:pt>
                <c:pt idx="5438">
                  <c:v>0</c:v>
                </c:pt>
                <c:pt idx="5439">
                  <c:v>0</c:v>
                </c:pt>
                <c:pt idx="5440">
                  <c:v>0</c:v>
                </c:pt>
                <c:pt idx="5441">
                  <c:v>0</c:v>
                </c:pt>
                <c:pt idx="5442">
                  <c:v>0</c:v>
                </c:pt>
                <c:pt idx="5443">
                  <c:v>0</c:v>
                </c:pt>
                <c:pt idx="5444">
                  <c:v>0</c:v>
                </c:pt>
                <c:pt idx="5445">
                  <c:v>0</c:v>
                </c:pt>
                <c:pt idx="5446">
                  <c:v>0</c:v>
                </c:pt>
                <c:pt idx="5447">
                  <c:v>0</c:v>
                </c:pt>
                <c:pt idx="5448">
                  <c:v>0</c:v>
                </c:pt>
                <c:pt idx="5449">
                  <c:v>0</c:v>
                </c:pt>
                <c:pt idx="5450">
                  <c:v>0</c:v>
                </c:pt>
                <c:pt idx="5451">
                  <c:v>0</c:v>
                </c:pt>
                <c:pt idx="5452">
                  <c:v>0</c:v>
                </c:pt>
                <c:pt idx="5453">
                  <c:v>0</c:v>
                </c:pt>
                <c:pt idx="5454">
                  <c:v>0</c:v>
                </c:pt>
                <c:pt idx="5455">
                  <c:v>0</c:v>
                </c:pt>
                <c:pt idx="5456">
                  <c:v>0</c:v>
                </c:pt>
                <c:pt idx="5457">
                  <c:v>0</c:v>
                </c:pt>
                <c:pt idx="5458">
                  <c:v>0</c:v>
                </c:pt>
                <c:pt idx="5459">
                  <c:v>0</c:v>
                </c:pt>
                <c:pt idx="5460">
                  <c:v>0</c:v>
                </c:pt>
                <c:pt idx="5461">
                  <c:v>0</c:v>
                </c:pt>
                <c:pt idx="5462">
                  <c:v>0</c:v>
                </c:pt>
                <c:pt idx="5463">
                  <c:v>0</c:v>
                </c:pt>
                <c:pt idx="5464">
                  <c:v>0</c:v>
                </c:pt>
                <c:pt idx="5465">
                  <c:v>0</c:v>
                </c:pt>
                <c:pt idx="5466">
                  <c:v>0</c:v>
                </c:pt>
                <c:pt idx="5467">
                  <c:v>0</c:v>
                </c:pt>
                <c:pt idx="5468">
                  <c:v>0</c:v>
                </c:pt>
                <c:pt idx="5469">
                  <c:v>0</c:v>
                </c:pt>
                <c:pt idx="5470">
                  <c:v>0</c:v>
                </c:pt>
                <c:pt idx="5471">
                  <c:v>0</c:v>
                </c:pt>
                <c:pt idx="5472">
                  <c:v>0</c:v>
                </c:pt>
                <c:pt idx="5473">
                  <c:v>0</c:v>
                </c:pt>
                <c:pt idx="5474">
                  <c:v>0</c:v>
                </c:pt>
                <c:pt idx="5475">
                  <c:v>0</c:v>
                </c:pt>
                <c:pt idx="5476">
                  <c:v>0</c:v>
                </c:pt>
                <c:pt idx="5477">
                  <c:v>0</c:v>
                </c:pt>
                <c:pt idx="5478">
                  <c:v>0</c:v>
                </c:pt>
                <c:pt idx="5479">
                  <c:v>0</c:v>
                </c:pt>
                <c:pt idx="5480">
                  <c:v>0</c:v>
                </c:pt>
                <c:pt idx="5481">
                  <c:v>0</c:v>
                </c:pt>
                <c:pt idx="5482">
                  <c:v>0</c:v>
                </c:pt>
                <c:pt idx="5483">
                  <c:v>0</c:v>
                </c:pt>
                <c:pt idx="5484">
                  <c:v>0</c:v>
                </c:pt>
                <c:pt idx="5485">
                  <c:v>0</c:v>
                </c:pt>
                <c:pt idx="5486">
                  <c:v>0</c:v>
                </c:pt>
                <c:pt idx="5487">
                  <c:v>0</c:v>
                </c:pt>
                <c:pt idx="5488">
                  <c:v>0</c:v>
                </c:pt>
                <c:pt idx="5489">
                  <c:v>0</c:v>
                </c:pt>
                <c:pt idx="5490">
                  <c:v>0</c:v>
                </c:pt>
                <c:pt idx="5491">
                  <c:v>0</c:v>
                </c:pt>
                <c:pt idx="5492">
                  <c:v>0</c:v>
                </c:pt>
                <c:pt idx="5493">
                  <c:v>0</c:v>
                </c:pt>
                <c:pt idx="5494">
                  <c:v>0</c:v>
                </c:pt>
                <c:pt idx="5495">
                  <c:v>0</c:v>
                </c:pt>
                <c:pt idx="5496">
                  <c:v>0</c:v>
                </c:pt>
                <c:pt idx="5497">
                  <c:v>0</c:v>
                </c:pt>
                <c:pt idx="5498">
                  <c:v>0</c:v>
                </c:pt>
                <c:pt idx="5499">
                  <c:v>0</c:v>
                </c:pt>
                <c:pt idx="5500">
                  <c:v>0</c:v>
                </c:pt>
                <c:pt idx="5501">
                  <c:v>0</c:v>
                </c:pt>
                <c:pt idx="5502">
                  <c:v>0</c:v>
                </c:pt>
                <c:pt idx="5503">
                  <c:v>0</c:v>
                </c:pt>
                <c:pt idx="5504">
                  <c:v>0</c:v>
                </c:pt>
                <c:pt idx="5505">
                  <c:v>0</c:v>
                </c:pt>
                <c:pt idx="5506">
                  <c:v>0</c:v>
                </c:pt>
                <c:pt idx="5507">
                  <c:v>0</c:v>
                </c:pt>
                <c:pt idx="5508">
                  <c:v>0</c:v>
                </c:pt>
                <c:pt idx="5509">
                  <c:v>0</c:v>
                </c:pt>
                <c:pt idx="5510">
                  <c:v>0</c:v>
                </c:pt>
                <c:pt idx="5511">
                  <c:v>0</c:v>
                </c:pt>
                <c:pt idx="5512">
                  <c:v>0</c:v>
                </c:pt>
                <c:pt idx="5513">
                  <c:v>0</c:v>
                </c:pt>
                <c:pt idx="5514">
                  <c:v>0</c:v>
                </c:pt>
                <c:pt idx="5515">
                  <c:v>0</c:v>
                </c:pt>
                <c:pt idx="5516">
                  <c:v>0</c:v>
                </c:pt>
                <c:pt idx="5517">
                  <c:v>0</c:v>
                </c:pt>
                <c:pt idx="5518">
                  <c:v>0</c:v>
                </c:pt>
                <c:pt idx="5519">
                  <c:v>0</c:v>
                </c:pt>
                <c:pt idx="5520">
                  <c:v>0</c:v>
                </c:pt>
                <c:pt idx="5521">
                  <c:v>0</c:v>
                </c:pt>
                <c:pt idx="5522">
                  <c:v>0</c:v>
                </c:pt>
                <c:pt idx="5523">
                  <c:v>0</c:v>
                </c:pt>
                <c:pt idx="5524">
                  <c:v>0</c:v>
                </c:pt>
                <c:pt idx="5525">
                  <c:v>0</c:v>
                </c:pt>
                <c:pt idx="5526">
                  <c:v>0</c:v>
                </c:pt>
                <c:pt idx="5527">
                  <c:v>0</c:v>
                </c:pt>
                <c:pt idx="5528">
                  <c:v>0</c:v>
                </c:pt>
                <c:pt idx="5529">
                  <c:v>0</c:v>
                </c:pt>
                <c:pt idx="5530">
                  <c:v>0</c:v>
                </c:pt>
                <c:pt idx="5531">
                  <c:v>0</c:v>
                </c:pt>
                <c:pt idx="5532">
                  <c:v>0</c:v>
                </c:pt>
                <c:pt idx="5533">
                  <c:v>0</c:v>
                </c:pt>
                <c:pt idx="5534">
                  <c:v>0</c:v>
                </c:pt>
                <c:pt idx="5535">
                  <c:v>0</c:v>
                </c:pt>
                <c:pt idx="5536">
                  <c:v>0</c:v>
                </c:pt>
                <c:pt idx="5537">
                  <c:v>0</c:v>
                </c:pt>
                <c:pt idx="5538">
                  <c:v>0</c:v>
                </c:pt>
                <c:pt idx="5539">
                  <c:v>0</c:v>
                </c:pt>
                <c:pt idx="5540">
                  <c:v>0</c:v>
                </c:pt>
                <c:pt idx="5541">
                  <c:v>0</c:v>
                </c:pt>
                <c:pt idx="5542">
                  <c:v>0</c:v>
                </c:pt>
                <c:pt idx="5543">
                  <c:v>0</c:v>
                </c:pt>
                <c:pt idx="5544">
                  <c:v>0</c:v>
                </c:pt>
                <c:pt idx="5545">
                  <c:v>0</c:v>
                </c:pt>
                <c:pt idx="5546">
                  <c:v>0</c:v>
                </c:pt>
                <c:pt idx="5547">
                  <c:v>0</c:v>
                </c:pt>
                <c:pt idx="5548">
                  <c:v>0</c:v>
                </c:pt>
                <c:pt idx="5549">
                  <c:v>0</c:v>
                </c:pt>
                <c:pt idx="5550">
                  <c:v>0</c:v>
                </c:pt>
                <c:pt idx="5551">
                  <c:v>0</c:v>
                </c:pt>
                <c:pt idx="5552">
                  <c:v>0</c:v>
                </c:pt>
                <c:pt idx="5553">
                  <c:v>0</c:v>
                </c:pt>
                <c:pt idx="5554">
                  <c:v>0</c:v>
                </c:pt>
                <c:pt idx="5555">
                  <c:v>0</c:v>
                </c:pt>
                <c:pt idx="5556">
                  <c:v>0</c:v>
                </c:pt>
                <c:pt idx="5557">
                  <c:v>0</c:v>
                </c:pt>
                <c:pt idx="5558">
                  <c:v>0</c:v>
                </c:pt>
                <c:pt idx="5559">
                  <c:v>0</c:v>
                </c:pt>
                <c:pt idx="5560">
                  <c:v>0</c:v>
                </c:pt>
                <c:pt idx="5561">
                  <c:v>0</c:v>
                </c:pt>
                <c:pt idx="5562">
                  <c:v>0</c:v>
                </c:pt>
                <c:pt idx="5563">
                  <c:v>0</c:v>
                </c:pt>
                <c:pt idx="5564">
                  <c:v>0</c:v>
                </c:pt>
                <c:pt idx="5565">
                  <c:v>0</c:v>
                </c:pt>
                <c:pt idx="5566">
                  <c:v>0</c:v>
                </c:pt>
                <c:pt idx="5567">
                  <c:v>0</c:v>
                </c:pt>
                <c:pt idx="5568">
                  <c:v>0</c:v>
                </c:pt>
                <c:pt idx="5569">
                  <c:v>0</c:v>
                </c:pt>
                <c:pt idx="5570">
                  <c:v>0</c:v>
                </c:pt>
                <c:pt idx="5571">
                  <c:v>0</c:v>
                </c:pt>
                <c:pt idx="5572">
                  <c:v>0</c:v>
                </c:pt>
                <c:pt idx="5573">
                  <c:v>0</c:v>
                </c:pt>
                <c:pt idx="5574">
                  <c:v>0</c:v>
                </c:pt>
                <c:pt idx="5575">
                  <c:v>0</c:v>
                </c:pt>
                <c:pt idx="5576">
                  <c:v>0</c:v>
                </c:pt>
                <c:pt idx="5577">
                  <c:v>0</c:v>
                </c:pt>
                <c:pt idx="5578">
                  <c:v>0</c:v>
                </c:pt>
                <c:pt idx="5579">
                  <c:v>0</c:v>
                </c:pt>
                <c:pt idx="5580">
                  <c:v>0</c:v>
                </c:pt>
                <c:pt idx="5581">
                  <c:v>0</c:v>
                </c:pt>
                <c:pt idx="5582">
                  <c:v>0</c:v>
                </c:pt>
                <c:pt idx="5583">
                  <c:v>0</c:v>
                </c:pt>
                <c:pt idx="5584">
                  <c:v>0</c:v>
                </c:pt>
                <c:pt idx="5585">
                  <c:v>0</c:v>
                </c:pt>
                <c:pt idx="5586">
                  <c:v>0</c:v>
                </c:pt>
                <c:pt idx="5587">
                  <c:v>0</c:v>
                </c:pt>
                <c:pt idx="5588">
                  <c:v>0</c:v>
                </c:pt>
                <c:pt idx="5589">
                  <c:v>0</c:v>
                </c:pt>
                <c:pt idx="5590">
                  <c:v>0</c:v>
                </c:pt>
                <c:pt idx="5591">
                  <c:v>0</c:v>
                </c:pt>
                <c:pt idx="5592">
                  <c:v>0</c:v>
                </c:pt>
                <c:pt idx="5593">
                  <c:v>0</c:v>
                </c:pt>
                <c:pt idx="5594">
                  <c:v>0</c:v>
                </c:pt>
                <c:pt idx="5595">
                  <c:v>0</c:v>
                </c:pt>
                <c:pt idx="5596">
                  <c:v>0</c:v>
                </c:pt>
                <c:pt idx="5597">
                  <c:v>0</c:v>
                </c:pt>
                <c:pt idx="5598">
                  <c:v>0</c:v>
                </c:pt>
                <c:pt idx="5599">
                  <c:v>0</c:v>
                </c:pt>
                <c:pt idx="5600">
                  <c:v>0</c:v>
                </c:pt>
                <c:pt idx="5601">
                  <c:v>0</c:v>
                </c:pt>
                <c:pt idx="5602">
                  <c:v>0</c:v>
                </c:pt>
                <c:pt idx="5603">
                  <c:v>0</c:v>
                </c:pt>
                <c:pt idx="5604">
                  <c:v>0</c:v>
                </c:pt>
                <c:pt idx="5605">
                  <c:v>0</c:v>
                </c:pt>
                <c:pt idx="5606">
                  <c:v>0</c:v>
                </c:pt>
                <c:pt idx="5607">
                  <c:v>0</c:v>
                </c:pt>
                <c:pt idx="5608">
                  <c:v>0</c:v>
                </c:pt>
                <c:pt idx="5609">
                  <c:v>0</c:v>
                </c:pt>
                <c:pt idx="5610">
                  <c:v>0</c:v>
                </c:pt>
                <c:pt idx="5611">
                  <c:v>0</c:v>
                </c:pt>
                <c:pt idx="5612">
                  <c:v>0</c:v>
                </c:pt>
                <c:pt idx="5613">
                  <c:v>0</c:v>
                </c:pt>
                <c:pt idx="5614">
                  <c:v>0</c:v>
                </c:pt>
                <c:pt idx="5615">
                  <c:v>0</c:v>
                </c:pt>
                <c:pt idx="5616">
                  <c:v>0</c:v>
                </c:pt>
                <c:pt idx="5617">
                  <c:v>0</c:v>
                </c:pt>
                <c:pt idx="5618">
                  <c:v>0</c:v>
                </c:pt>
                <c:pt idx="5619">
                  <c:v>0</c:v>
                </c:pt>
                <c:pt idx="5620">
                  <c:v>0</c:v>
                </c:pt>
                <c:pt idx="5621">
                  <c:v>0</c:v>
                </c:pt>
                <c:pt idx="5622">
                  <c:v>0</c:v>
                </c:pt>
                <c:pt idx="5623">
                  <c:v>0</c:v>
                </c:pt>
                <c:pt idx="5624">
                  <c:v>0</c:v>
                </c:pt>
                <c:pt idx="5625">
                  <c:v>0</c:v>
                </c:pt>
                <c:pt idx="5626">
                  <c:v>0</c:v>
                </c:pt>
                <c:pt idx="5627">
                  <c:v>0</c:v>
                </c:pt>
                <c:pt idx="5628">
                  <c:v>0</c:v>
                </c:pt>
                <c:pt idx="5629">
                  <c:v>0</c:v>
                </c:pt>
                <c:pt idx="5630">
                  <c:v>0</c:v>
                </c:pt>
                <c:pt idx="5631">
                  <c:v>0</c:v>
                </c:pt>
                <c:pt idx="5632">
                  <c:v>0</c:v>
                </c:pt>
                <c:pt idx="5633">
                  <c:v>0</c:v>
                </c:pt>
                <c:pt idx="5634">
                  <c:v>0</c:v>
                </c:pt>
                <c:pt idx="5635">
                  <c:v>0</c:v>
                </c:pt>
                <c:pt idx="5636">
                  <c:v>0</c:v>
                </c:pt>
                <c:pt idx="5637">
                  <c:v>0</c:v>
                </c:pt>
                <c:pt idx="5638">
                  <c:v>0</c:v>
                </c:pt>
                <c:pt idx="5639">
                  <c:v>0</c:v>
                </c:pt>
                <c:pt idx="5640">
                  <c:v>0</c:v>
                </c:pt>
                <c:pt idx="5641">
                  <c:v>0</c:v>
                </c:pt>
                <c:pt idx="5642">
                  <c:v>0</c:v>
                </c:pt>
                <c:pt idx="5643">
                  <c:v>0</c:v>
                </c:pt>
                <c:pt idx="5644">
                  <c:v>0</c:v>
                </c:pt>
                <c:pt idx="5645">
                  <c:v>0</c:v>
                </c:pt>
                <c:pt idx="5646">
                  <c:v>0</c:v>
                </c:pt>
                <c:pt idx="5647">
                  <c:v>0</c:v>
                </c:pt>
                <c:pt idx="5648">
                  <c:v>0</c:v>
                </c:pt>
                <c:pt idx="5649">
                  <c:v>0</c:v>
                </c:pt>
                <c:pt idx="5650">
                  <c:v>0</c:v>
                </c:pt>
                <c:pt idx="5651">
                  <c:v>0</c:v>
                </c:pt>
                <c:pt idx="5652">
                  <c:v>0</c:v>
                </c:pt>
                <c:pt idx="5653">
                  <c:v>0</c:v>
                </c:pt>
                <c:pt idx="5654">
                  <c:v>0</c:v>
                </c:pt>
                <c:pt idx="5655">
                  <c:v>0</c:v>
                </c:pt>
                <c:pt idx="5656">
                  <c:v>0</c:v>
                </c:pt>
                <c:pt idx="5657">
                  <c:v>0</c:v>
                </c:pt>
                <c:pt idx="5658">
                  <c:v>0</c:v>
                </c:pt>
                <c:pt idx="5659">
                  <c:v>0</c:v>
                </c:pt>
                <c:pt idx="5660">
                  <c:v>0</c:v>
                </c:pt>
                <c:pt idx="5661">
                  <c:v>0</c:v>
                </c:pt>
                <c:pt idx="5662">
                  <c:v>0</c:v>
                </c:pt>
                <c:pt idx="5663">
                  <c:v>0</c:v>
                </c:pt>
                <c:pt idx="5664">
                  <c:v>0</c:v>
                </c:pt>
                <c:pt idx="5665">
                  <c:v>0</c:v>
                </c:pt>
                <c:pt idx="5666">
                  <c:v>0</c:v>
                </c:pt>
                <c:pt idx="5667">
                  <c:v>0</c:v>
                </c:pt>
                <c:pt idx="5668">
                  <c:v>0</c:v>
                </c:pt>
                <c:pt idx="5669">
                  <c:v>0</c:v>
                </c:pt>
                <c:pt idx="5670">
                  <c:v>0</c:v>
                </c:pt>
                <c:pt idx="5671">
                  <c:v>0</c:v>
                </c:pt>
                <c:pt idx="5672">
                  <c:v>0</c:v>
                </c:pt>
                <c:pt idx="5673">
                  <c:v>0</c:v>
                </c:pt>
                <c:pt idx="5674">
                  <c:v>0</c:v>
                </c:pt>
                <c:pt idx="5675">
                  <c:v>0</c:v>
                </c:pt>
                <c:pt idx="5676">
                  <c:v>0</c:v>
                </c:pt>
                <c:pt idx="5677">
                  <c:v>0</c:v>
                </c:pt>
                <c:pt idx="5678">
                  <c:v>0</c:v>
                </c:pt>
                <c:pt idx="5679">
                  <c:v>0</c:v>
                </c:pt>
                <c:pt idx="5680">
                  <c:v>0</c:v>
                </c:pt>
                <c:pt idx="5681">
                  <c:v>0</c:v>
                </c:pt>
                <c:pt idx="5682">
                  <c:v>0</c:v>
                </c:pt>
                <c:pt idx="5683">
                  <c:v>0</c:v>
                </c:pt>
                <c:pt idx="5684">
                  <c:v>0</c:v>
                </c:pt>
                <c:pt idx="5685">
                  <c:v>0</c:v>
                </c:pt>
                <c:pt idx="5686">
                  <c:v>0</c:v>
                </c:pt>
                <c:pt idx="5687">
                  <c:v>0</c:v>
                </c:pt>
                <c:pt idx="5688">
                  <c:v>0</c:v>
                </c:pt>
                <c:pt idx="5689">
                  <c:v>0</c:v>
                </c:pt>
                <c:pt idx="5690">
                  <c:v>0</c:v>
                </c:pt>
                <c:pt idx="5691">
                  <c:v>0</c:v>
                </c:pt>
                <c:pt idx="5692">
                  <c:v>0</c:v>
                </c:pt>
                <c:pt idx="5693">
                  <c:v>0</c:v>
                </c:pt>
                <c:pt idx="5694">
                  <c:v>0</c:v>
                </c:pt>
                <c:pt idx="5695">
                  <c:v>0</c:v>
                </c:pt>
                <c:pt idx="5696">
                  <c:v>0</c:v>
                </c:pt>
                <c:pt idx="5697">
                  <c:v>0</c:v>
                </c:pt>
                <c:pt idx="5698">
                  <c:v>0</c:v>
                </c:pt>
                <c:pt idx="5699">
                  <c:v>0</c:v>
                </c:pt>
                <c:pt idx="5700">
                  <c:v>0</c:v>
                </c:pt>
                <c:pt idx="5701">
                  <c:v>0</c:v>
                </c:pt>
                <c:pt idx="5702">
                  <c:v>0</c:v>
                </c:pt>
                <c:pt idx="5703">
                  <c:v>0</c:v>
                </c:pt>
                <c:pt idx="5704">
                  <c:v>0</c:v>
                </c:pt>
                <c:pt idx="5705">
                  <c:v>0</c:v>
                </c:pt>
                <c:pt idx="5706">
                  <c:v>0</c:v>
                </c:pt>
                <c:pt idx="5707">
                  <c:v>0</c:v>
                </c:pt>
                <c:pt idx="5708">
                  <c:v>0</c:v>
                </c:pt>
                <c:pt idx="5709">
                  <c:v>0</c:v>
                </c:pt>
                <c:pt idx="5710">
                  <c:v>0</c:v>
                </c:pt>
                <c:pt idx="5711">
                  <c:v>0</c:v>
                </c:pt>
                <c:pt idx="5712">
                  <c:v>0</c:v>
                </c:pt>
                <c:pt idx="5713">
                  <c:v>0</c:v>
                </c:pt>
                <c:pt idx="5714">
                  <c:v>0</c:v>
                </c:pt>
                <c:pt idx="5715">
                  <c:v>0</c:v>
                </c:pt>
                <c:pt idx="5716">
                  <c:v>0</c:v>
                </c:pt>
                <c:pt idx="5717">
                  <c:v>0</c:v>
                </c:pt>
                <c:pt idx="5718">
                  <c:v>0</c:v>
                </c:pt>
                <c:pt idx="5719">
                  <c:v>0</c:v>
                </c:pt>
                <c:pt idx="5720">
                  <c:v>0</c:v>
                </c:pt>
                <c:pt idx="5721">
                  <c:v>0</c:v>
                </c:pt>
                <c:pt idx="5722">
                  <c:v>0</c:v>
                </c:pt>
                <c:pt idx="5723">
                  <c:v>0</c:v>
                </c:pt>
                <c:pt idx="5724">
                  <c:v>0</c:v>
                </c:pt>
                <c:pt idx="5725">
                  <c:v>0</c:v>
                </c:pt>
                <c:pt idx="5726">
                  <c:v>0</c:v>
                </c:pt>
                <c:pt idx="5727">
                  <c:v>0</c:v>
                </c:pt>
                <c:pt idx="5728">
                  <c:v>0</c:v>
                </c:pt>
                <c:pt idx="5729">
                  <c:v>0</c:v>
                </c:pt>
                <c:pt idx="5730">
                  <c:v>0</c:v>
                </c:pt>
                <c:pt idx="5731">
                  <c:v>0</c:v>
                </c:pt>
                <c:pt idx="5732">
                  <c:v>0</c:v>
                </c:pt>
                <c:pt idx="5733">
                  <c:v>0</c:v>
                </c:pt>
                <c:pt idx="5734">
                  <c:v>0</c:v>
                </c:pt>
                <c:pt idx="5735">
                  <c:v>0</c:v>
                </c:pt>
                <c:pt idx="5736">
                  <c:v>0</c:v>
                </c:pt>
                <c:pt idx="5737">
                  <c:v>0</c:v>
                </c:pt>
                <c:pt idx="5738">
                  <c:v>0</c:v>
                </c:pt>
                <c:pt idx="5739">
                  <c:v>0</c:v>
                </c:pt>
                <c:pt idx="5740">
                  <c:v>0</c:v>
                </c:pt>
                <c:pt idx="5741">
                  <c:v>0</c:v>
                </c:pt>
                <c:pt idx="5742">
                  <c:v>0</c:v>
                </c:pt>
                <c:pt idx="5743">
                  <c:v>0</c:v>
                </c:pt>
                <c:pt idx="5744">
                  <c:v>0</c:v>
                </c:pt>
                <c:pt idx="5745">
                  <c:v>0</c:v>
                </c:pt>
                <c:pt idx="5746">
                  <c:v>0</c:v>
                </c:pt>
                <c:pt idx="5747">
                  <c:v>0</c:v>
                </c:pt>
                <c:pt idx="5748">
                  <c:v>0</c:v>
                </c:pt>
                <c:pt idx="5749">
                  <c:v>0</c:v>
                </c:pt>
                <c:pt idx="5750">
                  <c:v>0</c:v>
                </c:pt>
                <c:pt idx="5751">
                  <c:v>0</c:v>
                </c:pt>
                <c:pt idx="5752">
                  <c:v>0</c:v>
                </c:pt>
                <c:pt idx="5753">
                  <c:v>0</c:v>
                </c:pt>
                <c:pt idx="5754">
                  <c:v>0</c:v>
                </c:pt>
                <c:pt idx="5755">
                  <c:v>0</c:v>
                </c:pt>
                <c:pt idx="5756">
                  <c:v>0</c:v>
                </c:pt>
                <c:pt idx="5757">
                  <c:v>0</c:v>
                </c:pt>
                <c:pt idx="5758">
                  <c:v>0</c:v>
                </c:pt>
                <c:pt idx="5759">
                  <c:v>0</c:v>
                </c:pt>
                <c:pt idx="5760">
                  <c:v>0</c:v>
                </c:pt>
                <c:pt idx="5761">
                  <c:v>0</c:v>
                </c:pt>
                <c:pt idx="5762">
                  <c:v>0</c:v>
                </c:pt>
                <c:pt idx="5763">
                  <c:v>0</c:v>
                </c:pt>
                <c:pt idx="5764">
                  <c:v>0</c:v>
                </c:pt>
                <c:pt idx="5765">
                  <c:v>0</c:v>
                </c:pt>
                <c:pt idx="5766">
                  <c:v>0</c:v>
                </c:pt>
                <c:pt idx="5767">
                  <c:v>0</c:v>
                </c:pt>
                <c:pt idx="5768">
                  <c:v>0</c:v>
                </c:pt>
                <c:pt idx="5769">
                  <c:v>0</c:v>
                </c:pt>
                <c:pt idx="5770">
                  <c:v>0</c:v>
                </c:pt>
                <c:pt idx="5771">
                  <c:v>0</c:v>
                </c:pt>
                <c:pt idx="5772">
                  <c:v>0</c:v>
                </c:pt>
                <c:pt idx="5773">
                  <c:v>0</c:v>
                </c:pt>
                <c:pt idx="5774">
                  <c:v>0</c:v>
                </c:pt>
                <c:pt idx="5775">
                  <c:v>0</c:v>
                </c:pt>
                <c:pt idx="5776">
                  <c:v>0</c:v>
                </c:pt>
                <c:pt idx="5777">
                  <c:v>0</c:v>
                </c:pt>
                <c:pt idx="5778">
                  <c:v>0</c:v>
                </c:pt>
                <c:pt idx="5779">
                  <c:v>0</c:v>
                </c:pt>
                <c:pt idx="5780">
                  <c:v>0</c:v>
                </c:pt>
                <c:pt idx="5781">
                  <c:v>0</c:v>
                </c:pt>
                <c:pt idx="5782">
                  <c:v>0</c:v>
                </c:pt>
                <c:pt idx="5783">
                  <c:v>0</c:v>
                </c:pt>
                <c:pt idx="5784">
                  <c:v>0</c:v>
                </c:pt>
                <c:pt idx="5785">
                  <c:v>0</c:v>
                </c:pt>
                <c:pt idx="5786">
                  <c:v>0</c:v>
                </c:pt>
                <c:pt idx="5787">
                  <c:v>0</c:v>
                </c:pt>
                <c:pt idx="5788">
                  <c:v>0</c:v>
                </c:pt>
                <c:pt idx="5789">
                  <c:v>0</c:v>
                </c:pt>
                <c:pt idx="5790">
                  <c:v>0</c:v>
                </c:pt>
                <c:pt idx="5791">
                  <c:v>0</c:v>
                </c:pt>
                <c:pt idx="5792">
                  <c:v>0</c:v>
                </c:pt>
                <c:pt idx="5793">
                  <c:v>0</c:v>
                </c:pt>
                <c:pt idx="5794">
                  <c:v>0</c:v>
                </c:pt>
                <c:pt idx="5795">
                  <c:v>0</c:v>
                </c:pt>
                <c:pt idx="5796">
                  <c:v>0</c:v>
                </c:pt>
                <c:pt idx="5797">
                  <c:v>0</c:v>
                </c:pt>
                <c:pt idx="5798">
                  <c:v>0</c:v>
                </c:pt>
                <c:pt idx="5799">
                  <c:v>0</c:v>
                </c:pt>
                <c:pt idx="5800">
                  <c:v>0</c:v>
                </c:pt>
                <c:pt idx="5801">
                  <c:v>0</c:v>
                </c:pt>
                <c:pt idx="5802">
                  <c:v>0</c:v>
                </c:pt>
                <c:pt idx="5803">
                  <c:v>0</c:v>
                </c:pt>
                <c:pt idx="5804">
                  <c:v>0</c:v>
                </c:pt>
                <c:pt idx="5805">
                  <c:v>0</c:v>
                </c:pt>
                <c:pt idx="5806">
                  <c:v>0</c:v>
                </c:pt>
                <c:pt idx="5807">
                  <c:v>0</c:v>
                </c:pt>
                <c:pt idx="5808">
                  <c:v>0</c:v>
                </c:pt>
                <c:pt idx="5809">
                  <c:v>0</c:v>
                </c:pt>
                <c:pt idx="5810">
                  <c:v>0</c:v>
                </c:pt>
                <c:pt idx="5811">
                  <c:v>0</c:v>
                </c:pt>
                <c:pt idx="5812">
                  <c:v>0</c:v>
                </c:pt>
                <c:pt idx="5813">
                  <c:v>0</c:v>
                </c:pt>
                <c:pt idx="5814">
                  <c:v>0</c:v>
                </c:pt>
                <c:pt idx="5815">
                  <c:v>0</c:v>
                </c:pt>
                <c:pt idx="5816">
                  <c:v>0</c:v>
                </c:pt>
                <c:pt idx="5817">
                  <c:v>0</c:v>
                </c:pt>
                <c:pt idx="5818">
                  <c:v>0</c:v>
                </c:pt>
                <c:pt idx="5819">
                  <c:v>0</c:v>
                </c:pt>
                <c:pt idx="5820">
                  <c:v>0</c:v>
                </c:pt>
                <c:pt idx="5821">
                  <c:v>0</c:v>
                </c:pt>
                <c:pt idx="5822">
                  <c:v>0</c:v>
                </c:pt>
                <c:pt idx="5823">
                  <c:v>0</c:v>
                </c:pt>
                <c:pt idx="5824">
                  <c:v>0</c:v>
                </c:pt>
                <c:pt idx="5825">
                  <c:v>0</c:v>
                </c:pt>
                <c:pt idx="5826">
                  <c:v>0</c:v>
                </c:pt>
                <c:pt idx="5827">
                  <c:v>0</c:v>
                </c:pt>
                <c:pt idx="5828">
                  <c:v>0</c:v>
                </c:pt>
                <c:pt idx="5829">
                  <c:v>0</c:v>
                </c:pt>
                <c:pt idx="5830">
                  <c:v>0</c:v>
                </c:pt>
                <c:pt idx="5831">
                  <c:v>0</c:v>
                </c:pt>
                <c:pt idx="5832">
                  <c:v>0</c:v>
                </c:pt>
                <c:pt idx="5833">
                  <c:v>0</c:v>
                </c:pt>
                <c:pt idx="5834">
                  <c:v>0</c:v>
                </c:pt>
                <c:pt idx="5835">
                  <c:v>0</c:v>
                </c:pt>
                <c:pt idx="5836">
                  <c:v>0</c:v>
                </c:pt>
                <c:pt idx="5837">
                  <c:v>0</c:v>
                </c:pt>
                <c:pt idx="5838">
                  <c:v>0</c:v>
                </c:pt>
                <c:pt idx="5839">
                  <c:v>0</c:v>
                </c:pt>
                <c:pt idx="5840">
                  <c:v>0</c:v>
                </c:pt>
                <c:pt idx="5841">
                  <c:v>0</c:v>
                </c:pt>
                <c:pt idx="5842">
                  <c:v>0</c:v>
                </c:pt>
                <c:pt idx="5843">
                  <c:v>0</c:v>
                </c:pt>
                <c:pt idx="5844">
                  <c:v>0</c:v>
                </c:pt>
                <c:pt idx="5845">
                  <c:v>0</c:v>
                </c:pt>
                <c:pt idx="5846">
                  <c:v>0</c:v>
                </c:pt>
                <c:pt idx="5847">
                  <c:v>0</c:v>
                </c:pt>
                <c:pt idx="5848">
                  <c:v>0</c:v>
                </c:pt>
                <c:pt idx="5849">
                  <c:v>0</c:v>
                </c:pt>
                <c:pt idx="5850">
                  <c:v>0</c:v>
                </c:pt>
                <c:pt idx="5851">
                  <c:v>0</c:v>
                </c:pt>
                <c:pt idx="5852">
                  <c:v>0</c:v>
                </c:pt>
                <c:pt idx="5853">
                  <c:v>0</c:v>
                </c:pt>
                <c:pt idx="5854">
                  <c:v>0</c:v>
                </c:pt>
                <c:pt idx="5855">
                  <c:v>0</c:v>
                </c:pt>
                <c:pt idx="5856">
                  <c:v>0</c:v>
                </c:pt>
                <c:pt idx="5857">
                  <c:v>0</c:v>
                </c:pt>
                <c:pt idx="5858">
                  <c:v>0</c:v>
                </c:pt>
                <c:pt idx="5859">
                  <c:v>0</c:v>
                </c:pt>
                <c:pt idx="5860">
                  <c:v>0</c:v>
                </c:pt>
                <c:pt idx="5861">
                  <c:v>0</c:v>
                </c:pt>
                <c:pt idx="5862">
                  <c:v>0</c:v>
                </c:pt>
                <c:pt idx="5863">
                  <c:v>0</c:v>
                </c:pt>
                <c:pt idx="5864">
                  <c:v>0</c:v>
                </c:pt>
                <c:pt idx="5865">
                  <c:v>0</c:v>
                </c:pt>
                <c:pt idx="5866">
                  <c:v>0</c:v>
                </c:pt>
                <c:pt idx="5867">
                  <c:v>0</c:v>
                </c:pt>
                <c:pt idx="5868">
                  <c:v>0</c:v>
                </c:pt>
                <c:pt idx="5869">
                  <c:v>0</c:v>
                </c:pt>
                <c:pt idx="5870">
                  <c:v>0</c:v>
                </c:pt>
                <c:pt idx="5871">
                  <c:v>0</c:v>
                </c:pt>
                <c:pt idx="5872">
                  <c:v>0</c:v>
                </c:pt>
                <c:pt idx="5873">
                  <c:v>0</c:v>
                </c:pt>
                <c:pt idx="5874">
                  <c:v>0</c:v>
                </c:pt>
                <c:pt idx="5875">
                  <c:v>0</c:v>
                </c:pt>
                <c:pt idx="5876">
                  <c:v>0</c:v>
                </c:pt>
                <c:pt idx="5877">
                  <c:v>0</c:v>
                </c:pt>
                <c:pt idx="5878">
                  <c:v>0</c:v>
                </c:pt>
                <c:pt idx="5879">
                  <c:v>0</c:v>
                </c:pt>
                <c:pt idx="5880">
                  <c:v>0</c:v>
                </c:pt>
                <c:pt idx="5881">
                  <c:v>0</c:v>
                </c:pt>
                <c:pt idx="5882">
                  <c:v>0</c:v>
                </c:pt>
                <c:pt idx="5883">
                  <c:v>0.5</c:v>
                </c:pt>
                <c:pt idx="5884">
                  <c:v>0.5</c:v>
                </c:pt>
                <c:pt idx="5885">
                  <c:v>0.5</c:v>
                </c:pt>
                <c:pt idx="5886">
                  <c:v>0.5</c:v>
                </c:pt>
                <c:pt idx="5887">
                  <c:v>0.5</c:v>
                </c:pt>
                <c:pt idx="5888">
                  <c:v>0.5</c:v>
                </c:pt>
                <c:pt idx="5889">
                  <c:v>0.5</c:v>
                </c:pt>
                <c:pt idx="5890">
                  <c:v>0.5</c:v>
                </c:pt>
                <c:pt idx="5891">
                  <c:v>0.5</c:v>
                </c:pt>
                <c:pt idx="5892">
                  <c:v>0.5</c:v>
                </c:pt>
                <c:pt idx="5893">
                  <c:v>0.5</c:v>
                </c:pt>
                <c:pt idx="5894">
                  <c:v>0.5</c:v>
                </c:pt>
                <c:pt idx="5895">
                  <c:v>0.5</c:v>
                </c:pt>
                <c:pt idx="5896">
                  <c:v>0.5</c:v>
                </c:pt>
                <c:pt idx="5897">
                  <c:v>0.5</c:v>
                </c:pt>
                <c:pt idx="5898">
                  <c:v>0.5</c:v>
                </c:pt>
                <c:pt idx="5899">
                  <c:v>0.5</c:v>
                </c:pt>
                <c:pt idx="5900">
                  <c:v>0.5</c:v>
                </c:pt>
                <c:pt idx="5901">
                  <c:v>0.5</c:v>
                </c:pt>
                <c:pt idx="5902">
                  <c:v>0.5</c:v>
                </c:pt>
                <c:pt idx="5903">
                  <c:v>0.5</c:v>
                </c:pt>
                <c:pt idx="5904">
                  <c:v>0.5</c:v>
                </c:pt>
                <c:pt idx="5905">
                  <c:v>0.5</c:v>
                </c:pt>
                <c:pt idx="5906">
                  <c:v>0.5</c:v>
                </c:pt>
                <c:pt idx="5907">
                  <c:v>0.5</c:v>
                </c:pt>
                <c:pt idx="5908">
                  <c:v>0.5</c:v>
                </c:pt>
                <c:pt idx="5909">
                  <c:v>0.5</c:v>
                </c:pt>
                <c:pt idx="5910">
                  <c:v>0.5</c:v>
                </c:pt>
                <c:pt idx="5911">
                  <c:v>0.5</c:v>
                </c:pt>
                <c:pt idx="5912">
                  <c:v>0.5</c:v>
                </c:pt>
                <c:pt idx="5913">
                  <c:v>0.5</c:v>
                </c:pt>
                <c:pt idx="5914">
                  <c:v>0.5</c:v>
                </c:pt>
                <c:pt idx="5915">
                  <c:v>0.5</c:v>
                </c:pt>
                <c:pt idx="5916">
                  <c:v>0.5</c:v>
                </c:pt>
                <c:pt idx="5917">
                  <c:v>0.5</c:v>
                </c:pt>
                <c:pt idx="5918">
                  <c:v>1.25</c:v>
                </c:pt>
                <c:pt idx="5919">
                  <c:v>1.25</c:v>
                </c:pt>
                <c:pt idx="5920">
                  <c:v>1.25</c:v>
                </c:pt>
                <c:pt idx="5921">
                  <c:v>1.25</c:v>
                </c:pt>
                <c:pt idx="5922">
                  <c:v>1.25</c:v>
                </c:pt>
                <c:pt idx="5923">
                  <c:v>1.25</c:v>
                </c:pt>
                <c:pt idx="5924">
                  <c:v>1.25</c:v>
                </c:pt>
                <c:pt idx="5925">
                  <c:v>1.25</c:v>
                </c:pt>
                <c:pt idx="5926">
                  <c:v>1.25</c:v>
                </c:pt>
                <c:pt idx="5927">
                  <c:v>1.25</c:v>
                </c:pt>
                <c:pt idx="5928">
                  <c:v>1.25</c:v>
                </c:pt>
                <c:pt idx="5929">
                  <c:v>1.25</c:v>
                </c:pt>
                <c:pt idx="5930">
                  <c:v>1.25</c:v>
                </c:pt>
                <c:pt idx="5931">
                  <c:v>1.25</c:v>
                </c:pt>
                <c:pt idx="5932">
                  <c:v>1.25</c:v>
                </c:pt>
                <c:pt idx="5933">
                  <c:v>1.25</c:v>
                </c:pt>
                <c:pt idx="5934">
                  <c:v>1.25</c:v>
                </c:pt>
                <c:pt idx="5935">
                  <c:v>1.25</c:v>
                </c:pt>
                <c:pt idx="5936">
                  <c:v>1.25</c:v>
                </c:pt>
                <c:pt idx="5937">
                  <c:v>1.25</c:v>
                </c:pt>
                <c:pt idx="5938">
                  <c:v>1.25</c:v>
                </c:pt>
                <c:pt idx="5939">
                  <c:v>1.25</c:v>
                </c:pt>
                <c:pt idx="5940">
                  <c:v>1.25</c:v>
                </c:pt>
                <c:pt idx="5941">
                  <c:v>1.25</c:v>
                </c:pt>
                <c:pt idx="5942">
                  <c:v>1.25</c:v>
                </c:pt>
                <c:pt idx="5943">
                  <c:v>1.25</c:v>
                </c:pt>
                <c:pt idx="5944">
                  <c:v>1.25</c:v>
                </c:pt>
                <c:pt idx="5945">
                  <c:v>1.25</c:v>
                </c:pt>
                <c:pt idx="5946">
                  <c:v>1.25</c:v>
                </c:pt>
                <c:pt idx="5947">
                  <c:v>1.25</c:v>
                </c:pt>
                <c:pt idx="5948">
                  <c:v>1.25</c:v>
                </c:pt>
                <c:pt idx="5949">
                  <c:v>1.25</c:v>
                </c:pt>
                <c:pt idx="5950">
                  <c:v>1.25</c:v>
                </c:pt>
                <c:pt idx="5951">
                  <c:v>1.25</c:v>
                </c:pt>
                <c:pt idx="5952">
                  <c:v>1.25</c:v>
                </c:pt>
                <c:pt idx="5953">
                  <c:v>2</c:v>
                </c:pt>
                <c:pt idx="5954">
                  <c:v>2</c:v>
                </c:pt>
                <c:pt idx="5955">
                  <c:v>2</c:v>
                </c:pt>
                <c:pt idx="5956">
                  <c:v>2</c:v>
                </c:pt>
                <c:pt idx="5957">
                  <c:v>2</c:v>
                </c:pt>
                <c:pt idx="5958">
                  <c:v>2</c:v>
                </c:pt>
                <c:pt idx="5959">
                  <c:v>2</c:v>
                </c:pt>
                <c:pt idx="5960">
                  <c:v>2</c:v>
                </c:pt>
                <c:pt idx="5961">
                  <c:v>2</c:v>
                </c:pt>
                <c:pt idx="5962">
                  <c:v>2</c:v>
                </c:pt>
                <c:pt idx="5963">
                  <c:v>2</c:v>
                </c:pt>
                <c:pt idx="5964">
                  <c:v>2</c:v>
                </c:pt>
                <c:pt idx="5965">
                  <c:v>2</c:v>
                </c:pt>
                <c:pt idx="5966">
                  <c:v>2</c:v>
                </c:pt>
                <c:pt idx="5967">
                  <c:v>2</c:v>
                </c:pt>
                <c:pt idx="5968">
                  <c:v>2</c:v>
                </c:pt>
                <c:pt idx="5969">
                  <c:v>2</c:v>
                </c:pt>
                <c:pt idx="5970">
                  <c:v>2</c:v>
                </c:pt>
                <c:pt idx="5971">
                  <c:v>2</c:v>
                </c:pt>
                <c:pt idx="5972">
                  <c:v>2</c:v>
                </c:pt>
                <c:pt idx="5973">
                  <c:v>2</c:v>
                </c:pt>
                <c:pt idx="5974">
                  <c:v>2</c:v>
                </c:pt>
                <c:pt idx="5975">
                  <c:v>2</c:v>
                </c:pt>
                <c:pt idx="5976">
                  <c:v>2</c:v>
                </c:pt>
                <c:pt idx="5977">
                  <c:v>2</c:v>
                </c:pt>
                <c:pt idx="5978">
                  <c:v>2</c:v>
                </c:pt>
                <c:pt idx="5979">
                  <c:v>2</c:v>
                </c:pt>
                <c:pt idx="5980">
                  <c:v>2</c:v>
                </c:pt>
                <c:pt idx="5981">
                  <c:v>2</c:v>
                </c:pt>
                <c:pt idx="5982">
                  <c:v>2</c:v>
                </c:pt>
                <c:pt idx="5983">
                  <c:v>2</c:v>
                </c:pt>
                <c:pt idx="5984">
                  <c:v>2</c:v>
                </c:pt>
                <c:pt idx="5985">
                  <c:v>2</c:v>
                </c:pt>
                <c:pt idx="5986">
                  <c:v>2</c:v>
                </c:pt>
                <c:pt idx="5987">
                  <c:v>2</c:v>
                </c:pt>
                <c:pt idx="5988">
                  <c:v>2.5</c:v>
                </c:pt>
                <c:pt idx="5989">
                  <c:v>2.5</c:v>
                </c:pt>
                <c:pt idx="5990">
                  <c:v>2.5</c:v>
                </c:pt>
                <c:pt idx="5991">
                  <c:v>2.5</c:v>
                </c:pt>
                <c:pt idx="5992">
                  <c:v>2.5</c:v>
                </c:pt>
                <c:pt idx="5993">
                  <c:v>2.5</c:v>
                </c:pt>
                <c:pt idx="5994">
                  <c:v>2.5</c:v>
                </c:pt>
                <c:pt idx="5995">
                  <c:v>2.5</c:v>
                </c:pt>
                <c:pt idx="5996">
                  <c:v>2.5</c:v>
                </c:pt>
                <c:pt idx="5997">
                  <c:v>2.5</c:v>
                </c:pt>
                <c:pt idx="5998">
                  <c:v>2.5</c:v>
                </c:pt>
                <c:pt idx="5999">
                  <c:v>2.5</c:v>
                </c:pt>
                <c:pt idx="6000">
                  <c:v>2.5</c:v>
                </c:pt>
                <c:pt idx="6001">
                  <c:v>2.5</c:v>
                </c:pt>
                <c:pt idx="6002">
                  <c:v>2.5</c:v>
                </c:pt>
                <c:pt idx="6003">
                  <c:v>2.5</c:v>
                </c:pt>
                <c:pt idx="6004">
                  <c:v>2.5</c:v>
                </c:pt>
                <c:pt idx="6005">
                  <c:v>2.5</c:v>
                </c:pt>
                <c:pt idx="6006">
                  <c:v>2.5</c:v>
                </c:pt>
                <c:pt idx="6007">
                  <c:v>2.5</c:v>
                </c:pt>
                <c:pt idx="6008">
                  <c:v>2.5</c:v>
                </c:pt>
                <c:pt idx="6009">
                  <c:v>2.5</c:v>
                </c:pt>
                <c:pt idx="6010">
                  <c:v>2.5</c:v>
                </c:pt>
                <c:pt idx="6011">
                  <c:v>2.5</c:v>
                </c:pt>
                <c:pt idx="6012">
                  <c:v>2.5</c:v>
                </c:pt>
                <c:pt idx="6013">
                  <c:v>2.5</c:v>
                </c:pt>
                <c:pt idx="6014">
                  <c:v>2.5</c:v>
                </c:pt>
                <c:pt idx="6015">
                  <c:v>2.5</c:v>
                </c:pt>
                <c:pt idx="6016">
                  <c:v>2.5</c:v>
                </c:pt>
                <c:pt idx="6017">
                  <c:v>2.5</c:v>
                </c:pt>
                <c:pt idx="6018">
                  <c:v>2.5</c:v>
                </c:pt>
                <c:pt idx="6019">
                  <c:v>2.5</c:v>
                </c:pt>
                <c:pt idx="6020">
                  <c:v>2.5</c:v>
                </c:pt>
                <c:pt idx="6021">
                  <c:v>2.5</c:v>
                </c:pt>
                <c:pt idx="6022">
                  <c:v>2.5</c:v>
                </c:pt>
                <c:pt idx="6023">
                  <c:v>3</c:v>
                </c:pt>
                <c:pt idx="6024">
                  <c:v>3</c:v>
                </c:pt>
                <c:pt idx="6025">
                  <c:v>3</c:v>
                </c:pt>
                <c:pt idx="6026">
                  <c:v>3</c:v>
                </c:pt>
                <c:pt idx="6027">
                  <c:v>3</c:v>
                </c:pt>
                <c:pt idx="6028">
                  <c:v>3</c:v>
                </c:pt>
                <c:pt idx="6029">
                  <c:v>3</c:v>
                </c:pt>
                <c:pt idx="6030">
                  <c:v>3</c:v>
                </c:pt>
                <c:pt idx="6031">
                  <c:v>3</c:v>
                </c:pt>
                <c:pt idx="6032">
                  <c:v>3</c:v>
                </c:pt>
                <c:pt idx="6033">
                  <c:v>3</c:v>
                </c:pt>
                <c:pt idx="6034">
                  <c:v>3</c:v>
                </c:pt>
                <c:pt idx="6035">
                  <c:v>3</c:v>
                </c:pt>
                <c:pt idx="6036">
                  <c:v>3</c:v>
                </c:pt>
                <c:pt idx="6037">
                  <c:v>3</c:v>
                </c:pt>
                <c:pt idx="6038">
                  <c:v>3</c:v>
                </c:pt>
                <c:pt idx="6039">
                  <c:v>3</c:v>
                </c:pt>
                <c:pt idx="6040">
                  <c:v>3</c:v>
                </c:pt>
                <c:pt idx="6041">
                  <c:v>3</c:v>
                </c:pt>
                <c:pt idx="6042">
                  <c:v>3</c:v>
                </c:pt>
                <c:pt idx="6043">
                  <c:v>3</c:v>
                </c:pt>
                <c:pt idx="6044">
                  <c:v>3</c:v>
                </c:pt>
                <c:pt idx="6045">
                  <c:v>3</c:v>
                </c:pt>
                <c:pt idx="6046">
                  <c:v>3</c:v>
                </c:pt>
                <c:pt idx="6047">
                  <c:v>3</c:v>
                </c:pt>
                <c:pt idx="6048">
                  <c:v>3</c:v>
                </c:pt>
                <c:pt idx="6049">
                  <c:v>3</c:v>
                </c:pt>
                <c:pt idx="6050">
                  <c:v>3</c:v>
                </c:pt>
                <c:pt idx="6051">
                  <c:v>3</c:v>
                </c:pt>
                <c:pt idx="6052">
                  <c:v>3</c:v>
                </c:pt>
                <c:pt idx="6053">
                  <c:v>3.5</c:v>
                </c:pt>
                <c:pt idx="6054">
                  <c:v>3.5</c:v>
                </c:pt>
                <c:pt idx="6055">
                  <c:v>3.5</c:v>
                </c:pt>
                <c:pt idx="6056">
                  <c:v>3.5</c:v>
                </c:pt>
                <c:pt idx="6057">
                  <c:v>3.5</c:v>
                </c:pt>
                <c:pt idx="6058">
                  <c:v>3.5</c:v>
                </c:pt>
                <c:pt idx="6059">
                  <c:v>3.5</c:v>
                </c:pt>
                <c:pt idx="6060">
                  <c:v>3.5</c:v>
                </c:pt>
                <c:pt idx="6061">
                  <c:v>3.5</c:v>
                </c:pt>
                <c:pt idx="6062">
                  <c:v>3.5</c:v>
                </c:pt>
                <c:pt idx="6063">
                  <c:v>3.5</c:v>
                </c:pt>
                <c:pt idx="6064">
                  <c:v>3.5</c:v>
                </c:pt>
                <c:pt idx="6065">
                  <c:v>3.5</c:v>
                </c:pt>
                <c:pt idx="6066">
                  <c:v>3.5</c:v>
                </c:pt>
                <c:pt idx="6067">
                  <c:v>3.5</c:v>
                </c:pt>
                <c:pt idx="6068">
                  <c:v>3.5</c:v>
                </c:pt>
                <c:pt idx="6069">
                  <c:v>3.5</c:v>
                </c:pt>
                <c:pt idx="6070">
                  <c:v>3.5</c:v>
                </c:pt>
                <c:pt idx="6071">
                  <c:v>3.5</c:v>
                </c:pt>
                <c:pt idx="6072">
                  <c:v>3.5</c:v>
                </c:pt>
                <c:pt idx="6073">
                  <c:v>3.5</c:v>
                </c:pt>
                <c:pt idx="6074">
                  <c:v>3.5</c:v>
                </c:pt>
                <c:pt idx="6075">
                  <c:v>3.5</c:v>
                </c:pt>
                <c:pt idx="6076">
                  <c:v>3.5</c:v>
                </c:pt>
                <c:pt idx="6077">
                  <c:v>3.5</c:v>
                </c:pt>
                <c:pt idx="6078">
                  <c:v>3.5</c:v>
                </c:pt>
                <c:pt idx="6079">
                  <c:v>3.5</c:v>
                </c:pt>
                <c:pt idx="6080">
                  <c:v>3.5</c:v>
                </c:pt>
                <c:pt idx="6081">
                  <c:v>3.5</c:v>
                </c:pt>
                <c:pt idx="6082">
                  <c:v>3.5</c:v>
                </c:pt>
                <c:pt idx="6083">
                  <c:v>3.5</c:v>
                </c:pt>
                <c:pt idx="6084">
                  <c:v>3.5</c:v>
                </c:pt>
                <c:pt idx="6085">
                  <c:v>3.5</c:v>
                </c:pt>
                <c:pt idx="6086">
                  <c:v>3.5</c:v>
                </c:pt>
                <c:pt idx="6087">
                  <c:v>3.5</c:v>
                </c:pt>
                <c:pt idx="6088">
                  <c:v>3.75</c:v>
                </c:pt>
                <c:pt idx="6089">
                  <c:v>3.75</c:v>
                </c:pt>
                <c:pt idx="6090">
                  <c:v>3.75</c:v>
                </c:pt>
                <c:pt idx="6091">
                  <c:v>3.75</c:v>
                </c:pt>
                <c:pt idx="6092">
                  <c:v>3.75</c:v>
                </c:pt>
                <c:pt idx="6093">
                  <c:v>3.75</c:v>
                </c:pt>
                <c:pt idx="6094">
                  <c:v>3.75</c:v>
                </c:pt>
                <c:pt idx="6095">
                  <c:v>3.75</c:v>
                </c:pt>
                <c:pt idx="6096">
                  <c:v>3.75</c:v>
                </c:pt>
                <c:pt idx="6097">
                  <c:v>3.75</c:v>
                </c:pt>
                <c:pt idx="6098">
                  <c:v>3.75</c:v>
                </c:pt>
                <c:pt idx="6099">
                  <c:v>3.75</c:v>
                </c:pt>
                <c:pt idx="6100">
                  <c:v>3.75</c:v>
                </c:pt>
                <c:pt idx="6101">
                  <c:v>3.75</c:v>
                </c:pt>
                <c:pt idx="6102">
                  <c:v>3.75</c:v>
                </c:pt>
                <c:pt idx="6103">
                  <c:v>3.75</c:v>
                </c:pt>
                <c:pt idx="6104">
                  <c:v>3.75</c:v>
                </c:pt>
                <c:pt idx="6105">
                  <c:v>3.75</c:v>
                </c:pt>
                <c:pt idx="6106">
                  <c:v>3.75</c:v>
                </c:pt>
                <c:pt idx="6107">
                  <c:v>3.75</c:v>
                </c:pt>
                <c:pt idx="6108">
                  <c:v>3.75</c:v>
                </c:pt>
                <c:pt idx="6109">
                  <c:v>3.75</c:v>
                </c:pt>
                <c:pt idx="6110">
                  <c:v>3.75</c:v>
                </c:pt>
                <c:pt idx="6111">
                  <c:v>3.75</c:v>
                </c:pt>
                <c:pt idx="6112">
                  <c:v>3.75</c:v>
                </c:pt>
                <c:pt idx="6113">
                  <c:v>3.75</c:v>
                </c:pt>
                <c:pt idx="6114">
                  <c:v>3.75</c:v>
                </c:pt>
                <c:pt idx="6115">
                  <c:v>3.75</c:v>
                </c:pt>
                <c:pt idx="6116">
                  <c:v>3.75</c:v>
                </c:pt>
                <c:pt idx="6117">
                  <c:v>3.75</c:v>
                </c:pt>
                <c:pt idx="6118">
                  <c:v>4</c:v>
                </c:pt>
                <c:pt idx="6119">
                  <c:v>4</c:v>
                </c:pt>
                <c:pt idx="6120">
                  <c:v>4</c:v>
                </c:pt>
                <c:pt idx="6121">
                  <c:v>4</c:v>
                </c:pt>
                <c:pt idx="6122">
                  <c:v>4</c:v>
                </c:pt>
                <c:pt idx="6123">
                  <c:v>4</c:v>
                </c:pt>
                <c:pt idx="6124">
                  <c:v>4</c:v>
                </c:pt>
                <c:pt idx="6125">
                  <c:v>4</c:v>
                </c:pt>
                <c:pt idx="6126">
                  <c:v>4</c:v>
                </c:pt>
                <c:pt idx="6127">
                  <c:v>4</c:v>
                </c:pt>
                <c:pt idx="6128">
                  <c:v>4</c:v>
                </c:pt>
                <c:pt idx="6129">
                  <c:v>4</c:v>
                </c:pt>
                <c:pt idx="6130">
                  <c:v>4</c:v>
                </c:pt>
                <c:pt idx="6131">
                  <c:v>4</c:v>
                </c:pt>
                <c:pt idx="6132">
                  <c:v>4</c:v>
                </c:pt>
                <c:pt idx="6133">
                  <c:v>4</c:v>
                </c:pt>
                <c:pt idx="6134">
                  <c:v>4</c:v>
                </c:pt>
                <c:pt idx="6135">
                  <c:v>4</c:v>
                </c:pt>
                <c:pt idx="6136">
                  <c:v>4</c:v>
                </c:pt>
                <c:pt idx="6137">
                  <c:v>4</c:v>
                </c:pt>
                <c:pt idx="6138">
                  <c:v>4</c:v>
                </c:pt>
                <c:pt idx="6139">
                  <c:v>4</c:v>
                </c:pt>
                <c:pt idx="6140">
                  <c:v>4</c:v>
                </c:pt>
                <c:pt idx="6141">
                  <c:v>4</c:v>
                </c:pt>
                <c:pt idx="6142">
                  <c:v>4</c:v>
                </c:pt>
                <c:pt idx="6143">
                  <c:v>4</c:v>
                </c:pt>
                <c:pt idx="6144">
                  <c:v>4</c:v>
                </c:pt>
                <c:pt idx="6145">
                  <c:v>4</c:v>
                </c:pt>
                <c:pt idx="6146">
                  <c:v>4</c:v>
                </c:pt>
                <c:pt idx="6147">
                  <c:v>4</c:v>
                </c:pt>
                <c:pt idx="6148">
                  <c:v>4.25</c:v>
                </c:pt>
                <c:pt idx="6149">
                  <c:v>4.25</c:v>
                </c:pt>
                <c:pt idx="6150">
                  <c:v>4.25</c:v>
                </c:pt>
                <c:pt idx="6151">
                  <c:v>4.25</c:v>
                </c:pt>
                <c:pt idx="6152">
                  <c:v>4.25</c:v>
                </c:pt>
                <c:pt idx="6153">
                  <c:v>4.25</c:v>
                </c:pt>
                <c:pt idx="6154">
                  <c:v>4.25</c:v>
                </c:pt>
                <c:pt idx="6155">
                  <c:v>4.25</c:v>
                </c:pt>
                <c:pt idx="6156">
                  <c:v>4.25</c:v>
                </c:pt>
                <c:pt idx="6157">
                  <c:v>4.25</c:v>
                </c:pt>
                <c:pt idx="6158">
                  <c:v>4.25</c:v>
                </c:pt>
                <c:pt idx="6159">
                  <c:v>4.25</c:v>
                </c:pt>
                <c:pt idx="6160">
                  <c:v>4.25</c:v>
                </c:pt>
                <c:pt idx="6161">
                  <c:v>4.25</c:v>
                </c:pt>
                <c:pt idx="6162">
                  <c:v>4.25</c:v>
                </c:pt>
                <c:pt idx="6163">
                  <c:v>4.25</c:v>
                </c:pt>
                <c:pt idx="6164">
                  <c:v>4.25</c:v>
                </c:pt>
                <c:pt idx="6165">
                  <c:v>4.25</c:v>
                </c:pt>
                <c:pt idx="6166">
                  <c:v>4.25</c:v>
                </c:pt>
                <c:pt idx="6167">
                  <c:v>4.25</c:v>
                </c:pt>
                <c:pt idx="6168">
                  <c:v>4.25</c:v>
                </c:pt>
                <c:pt idx="6169">
                  <c:v>4.25</c:v>
                </c:pt>
                <c:pt idx="6170">
                  <c:v>4.25</c:v>
                </c:pt>
                <c:pt idx="6171">
                  <c:v>4.25</c:v>
                </c:pt>
                <c:pt idx="6172">
                  <c:v>4.25</c:v>
                </c:pt>
                <c:pt idx="6173">
                  <c:v>4.25</c:v>
                </c:pt>
                <c:pt idx="6174">
                  <c:v>4.25</c:v>
                </c:pt>
                <c:pt idx="6175">
                  <c:v>4.25</c:v>
                </c:pt>
                <c:pt idx="6176">
                  <c:v>4.25</c:v>
                </c:pt>
                <c:pt idx="6177">
                  <c:v>4.25</c:v>
                </c:pt>
                <c:pt idx="6178">
                  <c:v>4.25</c:v>
                </c:pt>
                <c:pt idx="6179">
                  <c:v>4.25</c:v>
                </c:pt>
                <c:pt idx="6180">
                  <c:v>4.25</c:v>
                </c:pt>
                <c:pt idx="6181">
                  <c:v>4.25</c:v>
                </c:pt>
                <c:pt idx="6182">
                  <c:v>4.25</c:v>
                </c:pt>
                <c:pt idx="6183">
                  <c:v>4.5</c:v>
                </c:pt>
                <c:pt idx="6184">
                  <c:v>4.5</c:v>
                </c:pt>
                <c:pt idx="6185">
                  <c:v>4.5</c:v>
                </c:pt>
                <c:pt idx="6186">
                  <c:v>4.5</c:v>
                </c:pt>
                <c:pt idx="6187">
                  <c:v>4.5</c:v>
                </c:pt>
                <c:pt idx="6188">
                  <c:v>4.5</c:v>
                </c:pt>
                <c:pt idx="6189">
                  <c:v>4.5</c:v>
                </c:pt>
                <c:pt idx="6190">
                  <c:v>4.5</c:v>
                </c:pt>
                <c:pt idx="6191">
                  <c:v>4.5</c:v>
                </c:pt>
                <c:pt idx="6192">
                  <c:v>4.5</c:v>
                </c:pt>
                <c:pt idx="6193">
                  <c:v>4.5</c:v>
                </c:pt>
                <c:pt idx="6194">
                  <c:v>4.5</c:v>
                </c:pt>
                <c:pt idx="6195">
                  <c:v>4.5</c:v>
                </c:pt>
                <c:pt idx="6196">
                  <c:v>4.5</c:v>
                </c:pt>
                <c:pt idx="6197">
                  <c:v>4.5</c:v>
                </c:pt>
                <c:pt idx="6198">
                  <c:v>4.5</c:v>
                </c:pt>
                <c:pt idx="6199">
                  <c:v>4.5</c:v>
                </c:pt>
                <c:pt idx="6200">
                  <c:v>4.5</c:v>
                </c:pt>
                <c:pt idx="6201">
                  <c:v>4.5</c:v>
                </c:pt>
                <c:pt idx="6202">
                  <c:v>4.5</c:v>
                </c:pt>
                <c:pt idx="6203">
                  <c:v>4.5</c:v>
                </c:pt>
                <c:pt idx="6204">
                  <c:v>4.5</c:v>
                </c:pt>
                <c:pt idx="6205">
                  <c:v>4.5</c:v>
                </c:pt>
                <c:pt idx="6206">
                  <c:v>4.5</c:v>
                </c:pt>
                <c:pt idx="6207">
                  <c:v>4.5</c:v>
                </c:pt>
                <c:pt idx="6208">
                  <c:v>4.5</c:v>
                </c:pt>
                <c:pt idx="6209">
                  <c:v>4.5</c:v>
                </c:pt>
                <c:pt idx="6210">
                  <c:v>4.5</c:v>
                </c:pt>
                <c:pt idx="6211">
                  <c:v>4.5</c:v>
                </c:pt>
                <c:pt idx="6212">
                  <c:v>4.5</c:v>
                </c:pt>
                <c:pt idx="6213">
                  <c:v>4.5</c:v>
                </c:pt>
                <c:pt idx="6214">
                  <c:v>4.5</c:v>
                </c:pt>
                <c:pt idx="6215">
                  <c:v>4.5</c:v>
                </c:pt>
                <c:pt idx="6216">
                  <c:v>4.5</c:v>
                </c:pt>
                <c:pt idx="6217">
                  <c:v>4.5</c:v>
                </c:pt>
                <c:pt idx="6218">
                  <c:v>4.5</c:v>
                </c:pt>
                <c:pt idx="6219">
                  <c:v>4.5</c:v>
                </c:pt>
                <c:pt idx="6220">
                  <c:v>4.5</c:v>
                </c:pt>
                <c:pt idx="6221">
                  <c:v>4.5</c:v>
                </c:pt>
                <c:pt idx="6222">
                  <c:v>4.5</c:v>
                </c:pt>
                <c:pt idx="6223">
                  <c:v>4.5</c:v>
                </c:pt>
                <c:pt idx="6224">
                  <c:v>4.5</c:v>
                </c:pt>
                <c:pt idx="6225">
                  <c:v>4.5</c:v>
                </c:pt>
                <c:pt idx="6226">
                  <c:v>4.5</c:v>
                </c:pt>
                <c:pt idx="6227">
                  <c:v>4.5</c:v>
                </c:pt>
                <c:pt idx="6228">
                  <c:v>4.5</c:v>
                </c:pt>
                <c:pt idx="6229">
                  <c:v>4.5</c:v>
                </c:pt>
                <c:pt idx="6230">
                  <c:v>4.5</c:v>
                </c:pt>
                <c:pt idx="6231">
                  <c:v>4.5</c:v>
                </c:pt>
                <c:pt idx="6232">
                  <c:v>4.5</c:v>
                </c:pt>
                <c:pt idx="6233">
                  <c:v>4.5</c:v>
                </c:pt>
                <c:pt idx="6234">
                  <c:v>4.5</c:v>
                </c:pt>
                <c:pt idx="6235">
                  <c:v>4.5</c:v>
                </c:pt>
                <c:pt idx="6236">
                  <c:v>4.5</c:v>
                </c:pt>
                <c:pt idx="6237">
                  <c:v>4.5</c:v>
                </c:pt>
                <c:pt idx="6238">
                  <c:v>4.5</c:v>
                </c:pt>
                <c:pt idx="6239">
                  <c:v>4.5</c:v>
                </c:pt>
                <c:pt idx="6240">
                  <c:v>4.5</c:v>
                </c:pt>
                <c:pt idx="6241">
                  <c:v>4.5</c:v>
                </c:pt>
                <c:pt idx="6242">
                  <c:v>4.5</c:v>
                </c:pt>
                <c:pt idx="6243">
                  <c:v>4.5</c:v>
                </c:pt>
                <c:pt idx="6244">
                  <c:v>4.5</c:v>
                </c:pt>
                <c:pt idx="6245">
                  <c:v>4.5</c:v>
                </c:pt>
                <c:pt idx="6246">
                  <c:v>4.5</c:v>
                </c:pt>
                <c:pt idx="6247">
                  <c:v>4.5</c:v>
                </c:pt>
                <c:pt idx="6248">
                  <c:v>4.5</c:v>
                </c:pt>
                <c:pt idx="6249">
                  <c:v>4.5</c:v>
                </c:pt>
                <c:pt idx="6250">
                  <c:v>4.5</c:v>
                </c:pt>
                <c:pt idx="6251">
                  <c:v>4.5</c:v>
                </c:pt>
                <c:pt idx="6252">
                  <c:v>4.5</c:v>
                </c:pt>
                <c:pt idx="6253">
                  <c:v>4.5</c:v>
                </c:pt>
                <c:pt idx="6254">
                  <c:v>4.5</c:v>
                </c:pt>
                <c:pt idx="6255">
                  <c:v>4.5</c:v>
                </c:pt>
                <c:pt idx="6256">
                  <c:v>4.5</c:v>
                </c:pt>
                <c:pt idx="6257">
                  <c:v>4.5</c:v>
                </c:pt>
                <c:pt idx="6258">
                  <c:v>4.5</c:v>
                </c:pt>
                <c:pt idx="6259">
                  <c:v>4.5</c:v>
                </c:pt>
                <c:pt idx="6260">
                  <c:v>4.5</c:v>
                </c:pt>
                <c:pt idx="6261">
                  <c:v>4.5</c:v>
                </c:pt>
                <c:pt idx="6262">
                  <c:v>4.5</c:v>
                </c:pt>
                <c:pt idx="6263">
                  <c:v>4.5</c:v>
                </c:pt>
                <c:pt idx="6264">
                  <c:v>4.5</c:v>
                </c:pt>
                <c:pt idx="6265">
                  <c:v>4.5</c:v>
                </c:pt>
                <c:pt idx="6266">
                  <c:v>4.5</c:v>
                </c:pt>
                <c:pt idx="6267">
                  <c:v>4.5</c:v>
                </c:pt>
                <c:pt idx="6268">
                  <c:v>4.5</c:v>
                </c:pt>
                <c:pt idx="6269">
                  <c:v>4.5</c:v>
                </c:pt>
                <c:pt idx="6270">
                  <c:v>4.5</c:v>
                </c:pt>
                <c:pt idx="6271">
                  <c:v>4.5</c:v>
                </c:pt>
                <c:pt idx="6272">
                  <c:v>4.5</c:v>
                </c:pt>
                <c:pt idx="6273">
                  <c:v>4.5</c:v>
                </c:pt>
                <c:pt idx="6274">
                  <c:v>4.5</c:v>
                </c:pt>
                <c:pt idx="6275">
                  <c:v>4.5</c:v>
                </c:pt>
                <c:pt idx="6276">
                  <c:v>4.5</c:v>
                </c:pt>
                <c:pt idx="6277">
                  <c:v>4.5</c:v>
                </c:pt>
                <c:pt idx="6278">
                  <c:v>4.5</c:v>
                </c:pt>
                <c:pt idx="6279">
                  <c:v>4.5</c:v>
                </c:pt>
                <c:pt idx="6280">
                  <c:v>4.5</c:v>
                </c:pt>
                <c:pt idx="6281">
                  <c:v>4.5</c:v>
                </c:pt>
                <c:pt idx="6282">
                  <c:v>4.5</c:v>
                </c:pt>
                <c:pt idx="6283">
                  <c:v>4.5</c:v>
                </c:pt>
                <c:pt idx="6284">
                  <c:v>4.5</c:v>
                </c:pt>
                <c:pt idx="6285">
                  <c:v>4.5</c:v>
                </c:pt>
                <c:pt idx="6286">
                  <c:v>4.5</c:v>
                </c:pt>
                <c:pt idx="6287">
                  <c:v>4.5</c:v>
                </c:pt>
                <c:pt idx="6288">
                  <c:v>4.5</c:v>
                </c:pt>
                <c:pt idx="6289">
                  <c:v>4.5</c:v>
                </c:pt>
                <c:pt idx="6290">
                  <c:v>4.5</c:v>
                </c:pt>
                <c:pt idx="6291">
                  <c:v>4.5</c:v>
                </c:pt>
                <c:pt idx="6292">
                  <c:v>4.5</c:v>
                </c:pt>
                <c:pt idx="6293">
                  <c:v>4.5</c:v>
                </c:pt>
                <c:pt idx="6294">
                  <c:v>4.5</c:v>
                </c:pt>
                <c:pt idx="6295">
                  <c:v>4.5</c:v>
                </c:pt>
                <c:pt idx="6296">
                  <c:v>4.5</c:v>
                </c:pt>
                <c:pt idx="6297">
                  <c:v>4.5</c:v>
                </c:pt>
                <c:pt idx="6298">
                  <c:v>4.5</c:v>
                </c:pt>
                <c:pt idx="6299">
                  <c:v>4.5</c:v>
                </c:pt>
                <c:pt idx="6300">
                  <c:v>4.5</c:v>
                </c:pt>
                <c:pt idx="6301">
                  <c:v>4.5</c:v>
                </c:pt>
                <c:pt idx="6302">
                  <c:v>4.5</c:v>
                </c:pt>
                <c:pt idx="6303">
                  <c:v>4.5</c:v>
                </c:pt>
                <c:pt idx="6304">
                  <c:v>4.5</c:v>
                </c:pt>
                <c:pt idx="6305">
                  <c:v>4.5</c:v>
                </c:pt>
                <c:pt idx="6306">
                  <c:v>4.5</c:v>
                </c:pt>
                <c:pt idx="6307">
                  <c:v>4.5</c:v>
                </c:pt>
                <c:pt idx="6308">
                  <c:v>4.5</c:v>
                </c:pt>
                <c:pt idx="6309">
                  <c:v>4.5</c:v>
                </c:pt>
                <c:pt idx="6310">
                  <c:v>4.5</c:v>
                </c:pt>
                <c:pt idx="6311">
                  <c:v>4.5</c:v>
                </c:pt>
                <c:pt idx="6312">
                  <c:v>4.5</c:v>
                </c:pt>
                <c:pt idx="6313">
                  <c:v>4.5</c:v>
                </c:pt>
                <c:pt idx="6314">
                  <c:v>4.5</c:v>
                </c:pt>
                <c:pt idx="6315">
                  <c:v>4.5</c:v>
                </c:pt>
                <c:pt idx="6316">
                  <c:v>4.5</c:v>
                </c:pt>
                <c:pt idx="6317">
                  <c:v>4.5</c:v>
                </c:pt>
                <c:pt idx="6318">
                  <c:v>4.5</c:v>
                </c:pt>
                <c:pt idx="6319">
                  <c:v>4.5</c:v>
                </c:pt>
                <c:pt idx="6320">
                  <c:v>4.5</c:v>
                </c:pt>
                <c:pt idx="6321">
                  <c:v>4.5</c:v>
                </c:pt>
                <c:pt idx="6322">
                  <c:v>4.5</c:v>
                </c:pt>
                <c:pt idx="6323">
                  <c:v>4.5</c:v>
                </c:pt>
                <c:pt idx="6324">
                  <c:v>4.5</c:v>
                </c:pt>
                <c:pt idx="6325">
                  <c:v>4.5</c:v>
                </c:pt>
                <c:pt idx="6326">
                  <c:v>4.5</c:v>
                </c:pt>
                <c:pt idx="6327">
                  <c:v>4.5</c:v>
                </c:pt>
                <c:pt idx="6328">
                  <c:v>4.5</c:v>
                </c:pt>
                <c:pt idx="6329">
                  <c:v>4.5</c:v>
                </c:pt>
                <c:pt idx="6330">
                  <c:v>4.5</c:v>
                </c:pt>
                <c:pt idx="6331">
                  <c:v>4.5</c:v>
                </c:pt>
                <c:pt idx="6332">
                  <c:v>4.5</c:v>
                </c:pt>
                <c:pt idx="6333">
                  <c:v>4.5</c:v>
                </c:pt>
                <c:pt idx="6334">
                  <c:v>4.5</c:v>
                </c:pt>
                <c:pt idx="6335">
                  <c:v>4.5</c:v>
                </c:pt>
                <c:pt idx="6336">
                  <c:v>4.5</c:v>
                </c:pt>
                <c:pt idx="6337">
                  <c:v>4.5</c:v>
                </c:pt>
                <c:pt idx="6338">
                  <c:v>4.5</c:v>
                </c:pt>
                <c:pt idx="6339">
                  <c:v>4.5</c:v>
                </c:pt>
                <c:pt idx="6340">
                  <c:v>4.5</c:v>
                </c:pt>
                <c:pt idx="6341">
                  <c:v>4.5</c:v>
                </c:pt>
                <c:pt idx="6342">
                  <c:v>4.5</c:v>
                </c:pt>
                <c:pt idx="6343">
                  <c:v>4.5</c:v>
                </c:pt>
                <c:pt idx="6344">
                  <c:v>4.5</c:v>
                </c:pt>
                <c:pt idx="6345">
                  <c:v>4.5</c:v>
                </c:pt>
                <c:pt idx="6346">
                  <c:v>4.5</c:v>
                </c:pt>
                <c:pt idx="6347">
                  <c:v>4.5</c:v>
                </c:pt>
                <c:pt idx="6348">
                  <c:v>4.5</c:v>
                </c:pt>
                <c:pt idx="6349">
                  <c:v>4.5</c:v>
                </c:pt>
                <c:pt idx="6350">
                  <c:v>4.5</c:v>
                </c:pt>
                <c:pt idx="6351">
                  <c:v>4.5</c:v>
                </c:pt>
                <c:pt idx="6352">
                  <c:v>4.5</c:v>
                </c:pt>
                <c:pt idx="6353">
                  <c:v>4.5</c:v>
                </c:pt>
                <c:pt idx="6354">
                  <c:v>4.5</c:v>
                </c:pt>
                <c:pt idx="6355">
                  <c:v>4.5</c:v>
                </c:pt>
                <c:pt idx="6356">
                  <c:v>4.5</c:v>
                </c:pt>
                <c:pt idx="6357">
                  <c:v>4.5</c:v>
                </c:pt>
                <c:pt idx="6358">
                  <c:v>4.5</c:v>
                </c:pt>
                <c:pt idx="6359">
                  <c:v>4.5</c:v>
                </c:pt>
                <c:pt idx="6360">
                  <c:v>4.5</c:v>
                </c:pt>
                <c:pt idx="6361">
                  <c:v>4.5</c:v>
                </c:pt>
                <c:pt idx="6362">
                  <c:v>4.5</c:v>
                </c:pt>
                <c:pt idx="6363">
                  <c:v>4.5</c:v>
                </c:pt>
                <c:pt idx="6364">
                  <c:v>4.5</c:v>
                </c:pt>
                <c:pt idx="6365">
                  <c:v>4.5</c:v>
                </c:pt>
                <c:pt idx="6366">
                  <c:v>4.5</c:v>
                </c:pt>
                <c:pt idx="6367">
                  <c:v>4.5</c:v>
                </c:pt>
                <c:pt idx="6368">
                  <c:v>4.5</c:v>
                </c:pt>
                <c:pt idx="6369">
                  <c:v>4.5</c:v>
                </c:pt>
                <c:pt idx="6370">
                  <c:v>4.5</c:v>
                </c:pt>
                <c:pt idx="6371">
                  <c:v>4.5</c:v>
                </c:pt>
                <c:pt idx="6372">
                  <c:v>4.5</c:v>
                </c:pt>
                <c:pt idx="6373">
                  <c:v>4.25</c:v>
                </c:pt>
                <c:pt idx="6374">
                  <c:v>4.25</c:v>
                </c:pt>
                <c:pt idx="6375">
                  <c:v>4.25</c:v>
                </c:pt>
                <c:pt idx="6376">
                  <c:v>4.25</c:v>
                </c:pt>
                <c:pt idx="6377">
                  <c:v>4.25</c:v>
                </c:pt>
                <c:pt idx="6378">
                  <c:v>4.25</c:v>
                </c:pt>
                <c:pt idx="6379">
                  <c:v>4.25</c:v>
                </c:pt>
                <c:pt idx="6380">
                  <c:v>4.25</c:v>
                </c:pt>
                <c:pt idx="6381">
                  <c:v>4.25</c:v>
                </c:pt>
                <c:pt idx="6382">
                  <c:v>4.25</c:v>
                </c:pt>
                <c:pt idx="6383">
                  <c:v>4.25</c:v>
                </c:pt>
                <c:pt idx="6384">
                  <c:v>4.25</c:v>
                </c:pt>
                <c:pt idx="6385">
                  <c:v>4.25</c:v>
                </c:pt>
                <c:pt idx="6386">
                  <c:v>4.25</c:v>
                </c:pt>
                <c:pt idx="6387">
                  <c:v>4.25</c:v>
                </c:pt>
                <c:pt idx="6388">
                  <c:v>4.25</c:v>
                </c:pt>
                <c:pt idx="6389">
                  <c:v>4.25</c:v>
                </c:pt>
                <c:pt idx="6390">
                  <c:v>4.25</c:v>
                </c:pt>
                <c:pt idx="6391">
                  <c:v>4.25</c:v>
                </c:pt>
                <c:pt idx="6392">
                  <c:v>4.25</c:v>
                </c:pt>
                <c:pt idx="6393">
                  <c:v>4.25</c:v>
                </c:pt>
                <c:pt idx="6394">
                  <c:v>4.25</c:v>
                </c:pt>
                <c:pt idx="6395">
                  <c:v>4.25</c:v>
                </c:pt>
                <c:pt idx="6396">
                  <c:v>4.25</c:v>
                </c:pt>
                <c:pt idx="6397">
                  <c:v>4.25</c:v>
                </c:pt>
                <c:pt idx="6398">
                  <c:v>4.25</c:v>
                </c:pt>
                <c:pt idx="6399">
                  <c:v>4.25</c:v>
                </c:pt>
                <c:pt idx="6400">
                  <c:v>4.25</c:v>
                </c:pt>
                <c:pt idx="6401">
                  <c:v>4.25</c:v>
                </c:pt>
                <c:pt idx="6402">
                  <c:v>4.25</c:v>
                </c:pt>
                <c:pt idx="6403">
                  <c:v>4.25</c:v>
                </c:pt>
                <c:pt idx="6404">
                  <c:v>4.25</c:v>
                </c:pt>
                <c:pt idx="6405">
                  <c:v>4.25</c:v>
                </c:pt>
                <c:pt idx="6406">
                  <c:v>4.25</c:v>
                </c:pt>
                <c:pt idx="6407">
                  <c:v>4.25</c:v>
                </c:pt>
                <c:pt idx="6408">
                  <c:v>4.25</c:v>
                </c:pt>
                <c:pt idx="6409">
                  <c:v>4.25</c:v>
                </c:pt>
                <c:pt idx="6410">
                  <c:v>4.25</c:v>
                </c:pt>
                <c:pt idx="6411">
                  <c:v>4.25</c:v>
                </c:pt>
                <c:pt idx="6412">
                  <c:v>4.25</c:v>
                </c:pt>
                <c:pt idx="6413">
                  <c:v>4.25</c:v>
                </c:pt>
                <c:pt idx="6414">
                  <c:v>4.25</c:v>
                </c:pt>
                <c:pt idx="6415">
                  <c:v>4.25</c:v>
                </c:pt>
                <c:pt idx="6416">
                  <c:v>4.25</c:v>
                </c:pt>
                <c:pt idx="6417">
                  <c:v>4.25</c:v>
                </c:pt>
                <c:pt idx="6418">
                  <c:v>4.25</c:v>
                </c:pt>
                <c:pt idx="6419">
                  <c:v>4.25</c:v>
                </c:pt>
                <c:pt idx="6420">
                  <c:v>4.25</c:v>
                </c:pt>
                <c:pt idx="6421">
                  <c:v>4.25</c:v>
                </c:pt>
                <c:pt idx="6422">
                  <c:v>4.25</c:v>
                </c:pt>
                <c:pt idx="6423">
                  <c:v>4.25</c:v>
                </c:pt>
                <c:pt idx="6424">
                  <c:v>4.25</c:v>
                </c:pt>
                <c:pt idx="6425">
                  <c:v>4.25</c:v>
                </c:pt>
                <c:pt idx="6426">
                  <c:v>4.25</c:v>
                </c:pt>
                <c:pt idx="6427">
                  <c:v>4.25</c:v>
                </c:pt>
                <c:pt idx="6428">
                  <c:v>4.25</c:v>
                </c:pt>
                <c:pt idx="6429">
                  <c:v>4.25</c:v>
                </c:pt>
                <c:pt idx="6430">
                  <c:v>4.25</c:v>
                </c:pt>
                <c:pt idx="6431">
                  <c:v>4.25</c:v>
                </c:pt>
                <c:pt idx="6432">
                  <c:v>4.25</c:v>
                </c:pt>
                <c:pt idx="6433">
                  <c:v>4.25</c:v>
                </c:pt>
                <c:pt idx="6434">
                  <c:v>4.25</c:v>
                </c:pt>
                <c:pt idx="6435">
                  <c:v>4.25</c:v>
                </c:pt>
                <c:pt idx="6436">
                  <c:v>4.25</c:v>
                </c:pt>
                <c:pt idx="6437">
                  <c:v>4.25</c:v>
                </c:pt>
                <c:pt idx="6438">
                  <c:v>4.25</c:v>
                </c:pt>
                <c:pt idx="6439">
                  <c:v>4.25</c:v>
                </c:pt>
                <c:pt idx="6440">
                  <c:v>4.25</c:v>
                </c:pt>
                <c:pt idx="6441">
                  <c:v>4.25</c:v>
                </c:pt>
                <c:pt idx="6442">
                  <c:v>4.25</c:v>
                </c:pt>
                <c:pt idx="6443">
                  <c:v>3.65</c:v>
                </c:pt>
                <c:pt idx="6444">
                  <c:v>3.65</c:v>
                </c:pt>
                <c:pt idx="6445">
                  <c:v>3.65</c:v>
                </c:pt>
                <c:pt idx="6446">
                  <c:v>3.65</c:v>
                </c:pt>
                <c:pt idx="6447">
                  <c:v>3.65</c:v>
                </c:pt>
                <c:pt idx="6448">
                  <c:v>3.65</c:v>
                </c:pt>
                <c:pt idx="6449">
                  <c:v>3.65</c:v>
                </c:pt>
                <c:pt idx="6450">
                  <c:v>3.65</c:v>
                </c:pt>
                <c:pt idx="6451">
                  <c:v>3.65</c:v>
                </c:pt>
                <c:pt idx="6452">
                  <c:v>3.65</c:v>
                </c:pt>
                <c:pt idx="6453">
                  <c:v>3.65</c:v>
                </c:pt>
                <c:pt idx="6454">
                  <c:v>3.65</c:v>
                </c:pt>
                <c:pt idx="6455">
                  <c:v>3.65</c:v>
                </c:pt>
                <c:pt idx="6456">
                  <c:v>3.65</c:v>
                </c:pt>
                <c:pt idx="6457">
                  <c:v>3.65</c:v>
                </c:pt>
                <c:pt idx="6458">
                  <c:v>3.65</c:v>
                </c:pt>
                <c:pt idx="6459">
                  <c:v>3.65</c:v>
                </c:pt>
                <c:pt idx="6460">
                  <c:v>3.65</c:v>
                </c:pt>
                <c:pt idx="6461">
                  <c:v>3.65</c:v>
                </c:pt>
                <c:pt idx="6462">
                  <c:v>3.65</c:v>
                </c:pt>
                <c:pt idx="6463">
                  <c:v>3.65</c:v>
                </c:pt>
                <c:pt idx="6464">
                  <c:v>3.65</c:v>
                </c:pt>
                <c:pt idx="6465">
                  <c:v>3.65</c:v>
                </c:pt>
                <c:pt idx="6466">
                  <c:v>3.65</c:v>
                </c:pt>
                <c:pt idx="6467">
                  <c:v>3.65</c:v>
                </c:pt>
                <c:pt idx="6468">
                  <c:v>3.4</c:v>
                </c:pt>
                <c:pt idx="6469">
                  <c:v>3.4</c:v>
                </c:pt>
                <c:pt idx="6470">
                  <c:v>3.4</c:v>
                </c:pt>
                <c:pt idx="6471">
                  <c:v>3.4</c:v>
                </c:pt>
                <c:pt idx="6472">
                  <c:v>3.4</c:v>
                </c:pt>
                <c:pt idx="6473">
                  <c:v>3.4</c:v>
                </c:pt>
                <c:pt idx="6474">
                  <c:v>3.4</c:v>
                </c:pt>
                <c:pt idx="6475">
                  <c:v>3.4</c:v>
                </c:pt>
                <c:pt idx="6476">
                  <c:v>3.4</c:v>
                </c:pt>
                <c:pt idx="6477">
                  <c:v>3.4</c:v>
                </c:pt>
                <c:pt idx="6478">
                  <c:v>3.4</c:v>
                </c:pt>
                <c:pt idx="6479">
                  <c:v>3.4</c:v>
                </c:pt>
                <c:pt idx="6480">
                  <c:v>3.4</c:v>
                </c:pt>
                <c:pt idx="6481">
                  <c:v>3.4</c:v>
                </c:pt>
                <c:pt idx="6482">
                  <c:v>3.4</c:v>
                </c:pt>
                <c:pt idx="6483">
                  <c:v>3.4</c:v>
                </c:pt>
                <c:pt idx="6484">
                  <c:v>3.4</c:v>
                </c:pt>
                <c:pt idx="6485">
                  <c:v>3.4</c:v>
                </c:pt>
                <c:pt idx="6486">
                  <c:v>3.4</c:v>
                </c:pt>
                <c:pt idx="6487">
                  <c:v>3.4</c:v>
                </c:pt>
                <c:pt idx="6488">
                  <c:v>3.4</c:v>
                </c:pt>
                <c:pt idx="6489">
                  <c:v>3.4</c:v>
                </c:pt>
                <c:pt idx="6490">
                  <c:v>3.4</c:v>
                </c:pt>
                <c:pt idx="6491">
                  <c:v>3.4</c:v>
                </c:pt>
                <c:pt idx="6492">
                  <c:v>3.4</c:v>
                </c:pt>
                <c:pt idx="6493">
                  <c:v>3.4</c:v>
                </c:pt>
                <c:pt idx="6494">
                  <c:v>3.4</c:v>
                </c:pt>
                <c:pt idx="6495">
                  <c:v>3.4</c:v>
                </c:pt>
                <c:pt idx="6496">
                  <c:v>3.4</c:v>
                </c:pt>
                <c:pt idx="6497">
                  <c:v>3.4</c:v>
                </c:pt>
                <c:pt idx="6498">
                  <c:v>3.4</c:v>
                </c:pt>
                <c:pt idx="6499">
                  <c:v>3.4</c:v>
                </c:pt>
                <c:pt idx="6500">
                  <c:v>3.4</c:v>
                </c:pt>
                <c:pt idx="6501">
                  <c:v>3.4</c:v>
                </c:pt>
                <c:pt idx="6502">
                  <c:v>3.4</c:v>
                </c:pt>
                <c:pt idx="6503">
                  <c:v>3.4</c:v>
                </c:pt>
                <c:pt idx="6504">
                  <c:v>3.4</c:v>
                </c:pt>
                <c:pt idx="6505">
                  <c:v>3.4</c:v>
                </c:pt>
                <c:pt idx="6506">
                  <c:v>3.4</c:v>
                </c:pt>
                <c:pt idx="6507">
                  <c:v>3.4</c:v>
                </c:pt>
                <c:pt idx="6508">
                  <c:v>3.15</c:v>
                </c:pt>
                <c:pt idx="6509">
                  <c:v>3.15</c:v>
                </c:pt>
                <c:pt idx="6510">
                  <c:v>3.15</c:v>
                </c:pt>
                <c:pt idx="6511">
                  <c:v>3.15</c:v>
                </c:pt>
                <c:pt idx="6512">
                  <c:v>3.15</c:v>
                </c:pt>
                <c:pt idx="6513">
                  <c:v>3.15</c:v>
                </c:pt>
                <c:pt idx="6514">
                  <c:v>3.15</c:v>
                </c:pt>
                <c:pt idx="6515">
                  <c:v>3.15</c:v>
                </c:pt>
                <c:pt idx="6516">
                  <c:v>3.15</c:v>
                </c:pt>
                <c:pt idx="6517">
                  <c:v>3.15</c:v>
                </c:pt>
                <c:pt idx="6518">
                  <c:v>3.15</c:v>
                </c:pt>
                <c:pt idx="6519">
                  <c:v>3.15</c:v>
                </c:pt>
                <c:pt idx="6520">
                  <c:v>3.15</c:v>
                </c:pt>
                <c:pt idx="6521">
                  <c:v>3.15</c:v>
                </c:pt>
                <c:pt idx="6522">
                  <c:v>3.15</c:v>
                </c:pt>
                <c:pt idx="6523">
                  <c:v>3.15</c:v>
                </c:pt>
                <c:pt idx="6524">
                  <c:v>3.15</c:v>
                </c:pt>
                <c:pt idx="6525">
                  <c:v>3.15</c:v>
                </c:pt>
                <c:pt idx="6526">
                  <c:v>3.15</c:v>
                </c:pt>
                <c:pt idx="6527">
                  <c:v>3.15</c:v>
                </c:pt>
                <c:pt idx="6528">
                  <c:v>3.15</c:v>
                </c:pt>
                <c:pt idx="6529">
                  <c:v>3.15</c:v>
                </c:pt>
                <c:pt idx="6530">
                  <c:v>3.15</c:v>
                </c:pt>
                <c:pt idx="6531">
                  <c:v>3.15</c:v>
                </c:pt>
                <c:pt idx="6532">
                  <c:v>3.15</c:v>
                </c:pt>
                <c:pt idx="6533">
                  <c:v>3.15</c:v>
                </c:pt>
                <c:pt idx="6534">
                  <c:v>3.15</c:v>
                </c:pt>
                <c:pt idx="6535">
                  <c:v>3.15</c:v>
                </c:pt>
                <c:pt idx="6536">
                  <c:v>3.15</c:v>
                </c:pt>
                <c:pt idx="6537">
                  <c:v>3.15</c:v>
                </c:pt>
                <c:pt idx="6538">
                  <c:v>3.15</c:v>
                </c:pt>
                <c:pt idx="6539">
                  <c:v>3.15</c:v>
                </c:pt>
                <c:pt idx="6540">
                  <c:v>3.15</c:v>
                </c:pt>
                <c:pt idx="6541">
                  <c:v>3.15</c:v>
                </c:pt>
                <c:pt idx="6542">
                  <c:v>3.15</c:v>
                </c:pt>
                <c:pt idx="6543">
                  <c:v>2.9</c:v>
                </c:pt>
                <c:pt idx="6544">
                  <c:v>2.9</c:v>
                </c:pt>
                <c:pt idx="6545">
                  <c:v>2.9</c:v>
                </c:pt>
                <c:pt idx="6546">
                  <c:v>2.9</c:v>
                </c:pt>
                <c:pt idx="6547">
                  <c:v>2.9</c:v>
                </c:pt>
                <c:pt idx="6548">
                  <c:v>2.9</c:v>
                </c:pt>
                <c:pt idx="6549">
                  <c:v>2.9</c:v>
                </c:pt>
                <c:pt idx="6550">
                  <c:v>2.9</c:v>
                </c:pt>
                <c:pt idx="6551">
                  <c:v>2.9</c:v>
                </c:pt>
                <c:pt idx="6552">
                  <c:v>2.9</c:v>
                </c:pt>
                <c:pt idx="6553">
                  <c:v>2.9</c:v>
                </c:pt>
                <c:pt idx="6554">
                  <c:v>2.9</c:v>
                </c:pt>
                <c:pt idx="6555">
                  <c:v>2.9</c:v>
                </c:pt>
                <c:pt idx="6556">
                  <c:v>2.9</c:v>
                </c:pt>
                <c:pt idx="6557">
                  <c:v>2.9</c:v>
                </c:pt>
                <c:pt idx="6558">
                  <c:v>2.9</c:v>
                </c:pt>
                <c:pt idx="6559">
                  <c:v>2.9</c:v>
                </c:pt>
                <c:pt idx="6560">
                  <c:v>2.9</c:v>
                </c:pt>
                <c:pt idx="6561">
                  <c:v>2.9</c:v>
                </c:pt>
                <c:pt idx="6562">
                  <c:v>2.9</c:v>
                </c:pt>
                <c:pt idx="6563">
                  <c:v>2.9</c:v>
                </c:pt>
                <c:pt idx="6564">
                  <c:v>2.9</c:v>
                </c:pt>
                <c:pt idx="6565">
                  <c:v>2.9</c:v>
                </c:pt>
                <c:pt idx="6566">
                  <c:v>2.9</c:v>
                </c:pt>
                <c:pt idx="6567">
                  <c:v>2.9</c:v>
                </c:pt>
                <c:pt idx="6568">
                  <c:v>2.65</c:v>
                </c:pt>
                <c:pt idx="6569">
                  <c:v>2.65</c:v>
                </c:pt>
                <c:pt idx="6570">
                  <c:v>2.65</c:v>
                </c:pt>
                <c:pt idx="6571">
                  <c:v>2.65</c:v>
                </c:pt>
                <c:pt idx="6572">
                  <c:v>2.65</c:v>
                </c:pt>
                <c:pt idx="6573">
                  <c:v>2.65</c:v>
                </c:pt>
                <c:pt idx="6574">
                  <c:v>2.65</c:v>
                </c:pt>
                <c:pt idx="6575">
                  <c:v>2.65</c:v>
                </c:pt>
                <c:pt idx="6576">
                  <c:v>2.65</c:v>
                </c:pt>
                <c:pt idx="6577">
                  <c:v>2.65</c:v>
                </c:pt>
                <c:pt idx="6578">
                  <c:v>2.65</c:v>
                </c:pt>
                <c:pt idx="6579">
                  <c:v>2.65</c:v>
                </c:pt>
                <c:pt idx="6580">
                  <c:v>2.65</c:v>
                </c:pt>
                <c:pt idx="6581">
                  <c:v>2.65</c:v>
                </c:pt>
                <c:pt idx="6582">
                  <c:v>2.65</c:v>
                </c:pt>
                <c:pt idx="6583">
                  <c:v>2.65</c:v>
                </c:pt>
                <c:pt idx="6584">
                  <c:v>2.65</c:v>
                </c:pt>
                <c:pt idx="6585">
                  <c:v>2.65</c:v>
                </c:pt>
                <c:pt idx="6586">
                  <c:v>2.65</c:v>
                </c:pt>
                <c:pt idx="6587">
                  <c:v>2.65</c:v>
                </c:pt>
                <c:pt idx="6588">
                  <c:v>2.65</c:v>
                </c:pt>
                <c:pt idx="6589">
                  <c:v>2.65</c:v>
                </c:pt>
                <c:pt idx="6590">
                  <c:v>2.65</c:v>
                </c:pt>
                <c:pt idx="6591">
                  <c:v>2.65</c:v>
                </c:pt>
                <c:pt idx="6592">
                  <c:v>2.65</c:v>
                </c:pt>
                <c:pt idx="6593">
                  <c:v>2.65</c:v>
                </c:pt>
                <c:pt idx="6594">
                  <c:v>2.65</c:v>
                </c:pt>
                <c:pt idx="6595">
                  <c:v>2.65</c:v>
                </c:pt>
                <c:pt idx="6596">
                  <c:v>2.65</c:v>
                </c:pt>
                <c:pt idx="6597">
                  <c:v>2.65</c:v>
                </c:pt>
                <c:pt idx="6598">
                  <c:v>2.4</c:v>
                </c:pt>
                <c:pt idx="6599">
                  <c:v>2.4</c:v>
                </c:pt>
                <c:pt idx="6600">
                  <c:v>2.4</c:v>
                </c:pt>
                <c:pt idx="6601">
                  <c:v>2.4</c:v>
                </c:pt>
                <c:pt idx="6602">
                  <c:v>2.4</c:v>
                </c:pt>
                <c:pt idx="6603">
                  <c:v>2.4</c:v>
                </c:pt>
                <c:pt idx="6604">
                  <c:v>2.4</c:v>
                </c:pt>
                <c:pt idx="6605">
                  <c:v>2.4</c:v>
                </c:pt>
                <c:pt idx="6606">
                  <c:v>2.4</c:v>
                </c:pt>
                <c:pt idx="6607">
                  <c:v>2.4</c:v>
                </c:pt>
                <c:pt idx="6608">
                  <c:v>2.4</c:v>
                </c:pt>
                <c:pt idx="6609">
                  <c:v>2.4</c:v>
                </c:pt>
                <c:pt idx="6610">
                  <c:v>2.4</c:v>
                </c:pt>
                <c:pt idx="6611">
                  <c:v>2.4</c:v>
                </c:pt>
                <c:pt idx="6612">
                  <c:v>2.4</c:v>
                </c:pt>
                <c:pt idx="6613">
                  <c:v>2.4</c:v>
                </c:pt>
                <c:pt idx="6614">
                  <c:v>2.4</c:v>
                </c:pt>
                <c:pt idx="6615">
                  <c:v>2.4</c:v>
                </c:pt>
                <c:pt idx="6616">
                  <c:v>2.4</c:v>
                </c:pt>
                <c:pt idx="6617">
                  <c:v>2.4</c:v>
                </c:pt>
                <c:pt idx="6618">
                  <c:v>2.4</c:v>
                </c:pt>
                <c:pt idx="6619">
                  <c:v>2.4</c:v>
                </c:pt>
                <c:pt idx="6620">
                  <c:v>2.4</c:v>
                </c:pt>
                <c:pt idx="6621">
                  <c:v>2.4</c:v>
                </c:pt>
                <c:pt idx="6622">
                  <c:v>2.4</c:v>
                </c:pt>
                <c:pt idx="6623">
                  <c:v>2.4</c:v>
                </c:pt>
                <c:pt idx="6624">
                  <c:v>2.4</c:v>
                </c:pt>
                <c:pt idx="6625">
                  <c:v>2.4</c:v>
                </c:pt>
                <c:pt idx="6626">
                  <c:v>2.4</c:v>
                </c:pt>
                <c:pt idx="6627">
                  <c:v>2.4</c:v>
                </c:pt>
                <c:pt idx="6628">
                  <c:v>2.4</c:v>
                </c:pt>
                <c:pt idx="6629">
                  <c:v>2.4</c:v>
                </c:pt>
                <c:pt idx="6630">
                  <c:v>2.4</c:v>
                </c:pt>
                <c:pt idx="6631">
                  <c:v>2.4</c:v>
                </c:pt>
                <c:pt idx="6632">
                  <c:v>2.4</c:v>
                </c:pt>
                <c:pt idx="6633">
                  <c:v>2.15</c:v>
                </c:pt>
                <c:pt idx="6634">
                  <c:v>2.15</c:v>
                </c:pt>
                <c:pt idx="6635">
                  <c:v>2.15</c:v>
                </c:pt>
                <c:pt idx="6636">
                  <c:v>2.15</c:v>
                </c:pt>
                <c:pt idx="6637">
                  <c:v>2.15</c:v>
                </c:pt>
                <c:pt idx="6638">
                  <c:v>2.15</c:v>
                </c:pt>
                <c:pt idx="6639">
                  <c:v>2.15</c:v>
                </c:pt>
                <c:pt idx="6640">
                  <c:v>2.15</c:v>
                </c:pt>
                <c:pt idx="6641">
                  <c:v>2.15</c:v>
                </c:pt>
                <c:pt idx="6642">
                  <c:v>2.15</c:v>
                </c:pt>
                <c:pt idx="6643">
                  <c:v>2.15</c:v>
                </c:pt>
                <c:pt idx="6644">
                  <c:v>2.15</c:v>
                </c:pt>
                <c:pt idx="6645">
                  <c:v>2.15</c:v>
                </c:pt>
                <c:pt idx="6646">
                  <c:v>2.15</c:v>
                </c:pt>
                <c:pt idx="6647">
                  <c:v>2.15</c:v>
                </c:pt>
                <c:pt idx="6648">
                  <c:v>2.15</c:v>
                </c:pt>
                <c:pt idx="6649">
                  <c:v>2.15</c:v>
                </c:pt>
                <c:pt idx="6650">
                  <c:v>2.15</c:v>
                </c:pt>
                <c:pt idx="6651">
                  <c:v>2.15</c:v>
                </c:pt>
                <c:pt idx="6652">
                  <c:v>2.15</c:v>
                </c:pt>
                <c:pt idx="6653">
                  <c:v>2.15</c:v>
                </c:pt>
                <c:pt idx="6654">
                  <c:v>2.15</c:v>
                </c:pt>
                <c:pt idx="6655">
                  <c:v>2.15</c:v>
                </c:pt>
                <c:pt idx="6656">
                  <c:v>2.15</c:v>
                </c:pt>
                <c:pt idx="6657">
                  <c:v>2.15</c:v>
                </c:pt>
                <c:pt idx="6658">
                  <c:v>2.15</c:v>
                </c:pt>
                <c:pt idx="6659">
                  <c:v>2.15</c:v>
                </c:pt>
                <c:pt idx="6660">
                  <c:v>2.15</c:v>
                </c:pt>
                <c:pt idx="6661">
                  <c:v>2.15</c:v>
                </c:pt>
                <c:pt idx="6662">
                  <c:v>2.15</c:v>
                </c:pt>
                <c:pt idx="6663">
                  <c:v>2.15</c:v>
                </c:pt>
                <c:pt idx="6664">
                  <c:v>2.15</c:v>
                </c:pt>
                <c:pt idx="6665">
                  <c:v>2.15</c:v>
                </c:pt>
                <c:pt idx="6666">
                  <c:v>2.15</c:v>
                </c:pt>
                <c:pt idx="6667">
                  <c:v>2.15</c:v>
                </c:pt>
                <c:pt idx="6668">
                  <c:v>2.15</c:v>
                </c:pt>
                <c:pt idx="6669">
                  <c:v>2.15</c:v>
                </c:pt>
                <c:pt idx="6670">
                  <c:v>2.15</c:v>
                </c:pt>
                <c:pt idx="6671">
                  <c:v>2.15</c:v>
                </c:pt>
                <c:pt idx="6672">
                  <c:v>2.15</c:v>
                </c:pt>
                <c:pt idx="6673">
                  <c:v>2.15</c:v>
                </c:pt>
                <c:pt idx="6674">
                  <c:v>2.15</c:v>
                </c:pt>
                <c:pt idx="6675">
                  <c:v>2.15</c:v>
                </c:pt>
                <c:pt idx="6676">
                  <c:v>2.15</c:v>
                </c:pt>
                <c:pt idx="6677">
                  <c:v>2.15</c:v>
                </c:pt>
                <c:pt idx="6678">
                  <c:v>2.15</c:v>
                </c:pt>
                <c:pt idx="6679">
                  <c:v>2.15</c:v>
                </c:pt>
                <c:pt idx="6680">
                  <c:v>2.15</c:v>
                </c:pt>
                <c:pt idx="6681">
                  <c:v>2.15</c:v>
                </c:pt>
                <c:pt idx="6682">
                  <c:v>2.15</c:v>
                </c:pt>
                <c:pt idx="6683">
                  <c:v>2.15</c:v>
                </c:pt>
                <c:pt idx="6684">
                  <c:v>2.15</c:v>
                </c:pt>
                <c:pt idx="6685">
                  <c:v>2.15</c:v>
                </c:pt>
                <c:pt idx="6686">
                  <c:v>2.15</c:v>
                </c:pt>
                <c:pt idx="6687">
                  <c:v>2.15</c:v>
                </c:pt>
                <c:pt idx="6688">
                  <c:v>2.15</c:v>
                </c:pt>
                <c:pt idx="6689">
                  <c:v>2.15</c:v>
                </c:pt>
                <c:pt idx="6690">
                  <c:v>2.15</c:v>
                </c:pt>
                <c:pt idx="6691">
                  <c:v>2.15</c:v>
                </c:pt>
                <c:pt idx="6692">
                  <c:v>2.15</c:v>
                </c:pt>
                <c:pt idx="6693">
                  <c:v>2.15</c:v>
                </c:pt>
                <c:pt idx="6694">
                  <c:v>2.15</c:v>
                </c:pt>
                <c:pt idx="6695">
                  <c:v>2.15</c:v>
                </c:pt>
                <c:pt idx="6696">
                  <c:v>2.15</c:v>
                </c:pt>
                <c:pt idx="6697">
                  <c:v>2.15</c:v>
                </c:pt>
                <c:pt idx="6698">
                  <c:v>2.15</c:v>
                </c:pt>
                <c:pt idx="6699">
                  <c:v>2.15</c:v>
                </c:pt>
                <c:pt idx="6700">
                  <c:v>2.15</c:v>
                </c:pt>
                <c:pt idx="6701">
                  <c:v>2.15</c:v>
                </c:pt>
                <c:pt idx="6702">
                  <c:v>2.15</c:v>
                </c:pt>
                <c:pt idx="6703">
                  <c:v>2.15</c:v>
                </c:pt>
                <c:pt idx="6704">
                  <c:v>2.15</c:v>
                </c:pt>
                <c:pt idx="6705">
                  <c:v>2.15</c:v>
                </c:pt>
                <c:pt idx="6706">
                  <c:v>2.15</c:v>
                </c:pt>
                <c:pt idx="6707">
                  <c:v>2.15</c:v>
                </c:pt>
                <c:pt idx="6708">
                  <c:v>2.15</c:v>
                </c:pt>
                <c:pt idx="6709">
                  <c:v>2.15</c:v>
                </c:pt>
                <c:pt idx="6710">
                  <c:v>2.15</c:v>
                </c:pt>
                <c:pt idx="6711">
                  <c:v>2.15</c:v>
                </c:pt>
                <c:pt idx="6712">
                  <c:v>2.15</c:v>
                </c:pt>
                <c:pt idx="6713">
                  <c:v>2.15</c:v>
                </c:pt>
                <c:pt idx="6714">
                  <c:v>2.15</c:v>
                </c:pt>
                <c:pt idx="6715">
                  <c:v>2.15</c:v>
                </c:pt>
                <c:pt idx="6716">
                  <c:v>2.15</c:v>
                </c:pt>
                <c:pt idx="6717">
                  <c:v>2.15</c:v>
                </c:pt>
                <c:pt idx="6718">
                  <c:v>2.15</c:v>
                </c:pt>
                <c:pt idx="6719">
                  <c:v>2.15</c:v>
                </c:pt>
                <c:pt idx="6720">
                  <c:v>2.15</c:v>
                </c:pt>
                <c:pt idx="6721">
                  <c:v>2.15</c:v>
                </c:pt>
                <c:pt idx="6722">
                  <c:v>2.15</c:v>
                </c:pt>
                <c:pt idx="6723">
                  <c:v>2.15</c:v>
                </c:pt>
                <c:pt idx="6724">
                  <c:v>2.15</c:v>
                </c:pt>
                <c:pt idx="6725">
                  <c:v>2.15</c:v>
                </c:pt>
                <c:pt idx="6726">
                  <c:v>2.15</c:v>
                </c:pt>
                <c:pt idx="6727">
                  <c:v>2.15</c:v>
                </c:pt>
                <c:pt idx="6728">
                  <c:v>2.15</c:v>
                </c:pt>
                <c:pt idx="6729">
                  <c:v>2.15</c:v>
                </c:pt>
                <c:pt idx="6730">
                  <c:v>2.15</c:v>
                </c:pt>
                <c:pt idx="6731">
                  <c:v>2.15</c:v>
                </c:pt>
                <c:pt idx="6732">
                  <c:v>2.15</c:v>
                </c:pt>
                <c:pt idx="6733">
                  <c:v>2.15</c:v>
                </c:pt>
                <c:pt idx="6734">
                  <c:v>2.15</c:v>
                </c:pt>
                <c:pt idx="6735">
                  <c:v>2.15</c:v>
                </c:pt>
                <c:pt idx="6736">
                  <c:v>2.15</c:v>
                </c:pt>
                <c:pt idx="6737">
                  <c:v>2.15</c:v>
                </c:pt>
                <c:pt idx="6738">
                  <c:v>2.15</c:v>
                </c:pt>
                <c:pt idx="6739">
                  <c:v>2.15</c:v>
                </c:pt>
                <c:pt idx="6740">
                  <c:v>2.15</c:v>
                </c:pt>
                <c:pt idx="6741">
                  <c:v>2.15</c:v>
                </c:pt>
                <c:pt idx="6742">
                  <c:v>2.15</c:v>
                </c:pt>
                <c:pt idx="6743">
                  <c:v>2.15</c:v>
                </c:pt>
                <c:pt idx="6744">
                  <c:v>2.15</c:v>
                </c:pt>
                <c:pt idx="6745">
                  <c:v>2.15</c:v>
                </c:pt>
                <c:pt idx="6746">
                  <c:v>2.15</c:v>
                </c:pt>
                <c:pt idx="6747">
                  <c:v>2.15</c:v>
                </c:pt>
                <c:pt idx="6748">
                  <c:v>2.15</c:v>
                </c:pt>
                <c:pt idx="6749">
                  <c:v>2.15</c:v>
                </c:pt>
                <c:pt idx="6750">
                  <c:v>2.15</c:v>
                </c:pt>
                <c:pt idx="6751">
                  <c:v>2.15</c:v>
                </c:pt>
                <c:pt idx="6752">
                  <c:v>2.15</c:v>
                </c:pt>
                <c:pt idx="6753">
                  <c:v>2.15</c:v>
                </c:pt>
                <c:pt idx="6754">
                  <c:v>2.15</c:v>
                </c:pt>
                <c:pt idx="6755">
                  <c:v>2.15</c:v>
                </c:pt>
                <c:pt idx="6756">
                  <c:v>2.15</c:v>
                </c:pt>
                <c:pt idx="6757">
                  <c:v>2.15</c:v>
                </c:pt>
                <c:pt idx="6758">
                  <c:v>2.15</c:v>
                </c:pt>
                <c:pt idx="6759">
                  <c:v>2.15</c:v>
                </c:pt>
                <c:pt idx="6760">
                  <c:v>2.15</c:v>
                </c:pt>
                <c:pt idx="6761">
                  <c:v>2.15</c:v>
                </c:pt>
                <c:pt idx="6762">
                  <c:v>2.15</c:v>
                </c:pt>
                <c:pt idx="6763">
                  <c:v>2.15</c:v>
                </c:pt>
                <c:pt idx="6764">
                  <c:v>2.15</c:v>
                </c:pt>
                <c:pt idx="6765">
                  <c:v>2.15</c:v>
                </c:pt>
                <c:pt idx="6766">
                  <c:v>2.15</c:v>
                </c:pt>
                <c:pt idx="6767">
                  <c:v>2.15</c:v>
                </c:pt>
                <c:pt idx="6768">
                  <c:v>2.15</c:v>
                </c:pt>
                <c:pt idx="6769">
                  <c:v>2.15</c:v>
                </c:pt>
                <c:pt idx="6770">
                  <c:v>2.15</c:v>
                </c:pt>
                <c:pt idx="6771">
                  <c:v>2.15</c:v>
                </c:pt>
                <c:pt idx="6772">
                  <c:v>2.15</c:v>
                </c:pt>
                <c:pt idx="6773">
                  <c:v>2.15</c:v>
                </c:pt>
                <c:pt idx="6774">
                  <c:v>2.15</c:v>
                </c:pt>
                <c:pt idx="6775">
                  <c:v>2.15</c:v>
                </c:pt>
                <c:pt idx="6776">
                  <c:v>2.15</c:v>
                </c:pt>
                <c:pt idx="6777">
                  <c:v>2.15</c:v>
                </c:pt>
                <c:pt idx="6778">
                  <c:v>2.15</c:v>
                </c:pt>
                <c:pt idx="6779">
                  <c:v>2.15</c:v>
                </c:pt>
                <c:pt idx="6780">
                  <c:v>2.15</c:v>
                </c:pt>
                <c:pt idx="6781">
                  <c:v>2.15</c:v>
                </c:pt>
                <c:pt idx="6782">
                  <c:v>2.15</c:v>
                </c:pt>
                <c:pt idx="6783">
                  <c:v>2.15</c:v>
                </c:pt>
                <c:pt idx="6784">
                  <c:v>2.15</c:v>
                </c:pt>
                <c:pt idx="6785">
                  <c:v>2.15</c:v>
                </c:pt>
                <c:pt idx="6786">
                  <c:v>2.15</c:v>
                </c:pt>
                <c:pt idx="6787">
                  <c:v>2.15</c:v>
                </c:pt>
                <c:pt idx="6788">
                  <c:v>2.15</c:v>
                </c:pt>
                <c:pt idx="6789">
                  <c:v>2.15</c:v>
                </c:pt>
                <c:pt idx="6790">
                  <c:v>2.15</c:v>
                </c:pt>
                <c:pt idx="6791">
                  <c:v>2.15</c:v>
                </c:pt>
                <c:pt idx="6792">
                  <c:v>2.15</c:v>
                </c:pt>
                <c:pt idx="6793">
                  <c:v>2.15</c:v>
                </c:pt>
                <c:pt idx="6794">
                  <c:v>2.15</c:v>
                </c:pt>
                <c:pt idx="6795">
                  <c:v>2.15</c:v>
                </c:pt>
                <c:pt idx="6796">
                  <c:v>2.15</c:v>
                </c:pt>
                <c:pt idx="6797">
                  <c:v>2.15</c:v>
                </c:pt>
                <c:pt idx="6798">
                  <c:v>2.15</c:v>
                </c:pt>
                <c:pt idx="6799">
                  <c:v>2.15</c:v>
                </c:pt>
                <c:pt idx="6800">
                  <c:v>2.15</c:v>
                </c:pt>
                <c:pt idx="6801">
                  <c:v>2.15</c:v>
                </c:pt>
                <c:pt idx="6802">
                  <c:v>2.15</c:v>
                </c:pt>
                <c:pt idx="6803">
                  <c:v>2.15</c:v>
                </c:pt>
                <c:pt idx="6804">
                  <c:v>2.15</c:v>
                </c:pt>
                <c:pt idx="6805">
                  <c:v>2.15</c:v>
                </c:pt>
                <c:pt idx="6806">
                  <c:v>2.15</c:v>
                </c:pt>
                <c:pt idx="6807">
                  <c:v>2.15</c:v>
                </c:pt>
                <c:pt idx="6808">
                  <c:v>2.15</c:v>
                </c:pt>
                <c:pt idx="6809">
                  <c:v>2.15</c:v>
                </c:pt>
                <c:pt idx="6810">
                  <c:v>2.15</c:v>
                </c:pt>
                <c:pt idx="6811">
                  <c:v>2.15</c:v>
                </c:pt>
                <c:pt idx="6812">
                  <c:v>2.15</c:v>
                </c:pt>
                <c:pt idx="6813">
                  <c:v>2.15</c:v>
                </c:pt>
                <c:pt idx="6814">
                  <c:v>2.15</c:v>
                </c:pt>
                <c:pt idx="6815">
                  <c:v>2.15</c:v>
                </c:pt>
                <c:pt idx="6816">
                  <c:v>2.15</c:v>
                </c:pt>
                <c:pt idx="6817">
                  <c:v>2.15</c:v>
                </c:pt>
                <c:pt idx="6818">
                  <c:v>2.15</c:v>
                </c:pt>
                <c:pt idx="6819">
                  <c:v>2.15</c:v>
                </c:pt>
                <c:pt idx="6820">
                  <c:v>2.15</c:v>
                </c:pt>
                <c:pt idx="6821">
                  <c:v>2.15</c:v>
                </c:pt>
                <c:pt idx="6822">
                  <c:v>2.15</c:v>
                </c:pt>
                <c:pt idx="6823">
                  <c:v>2.15</c:v>
                </c:pt>
                <c:pt idx="6824">
                  <c:v>2.15</c:v>
                </c:pt>
                <c:pt idx="6825">
                  <c:v>2.15</c:v>
                </c:pt>
                <c:pt idx="6826">
                  <c:v>2.15</c:v>
                </c:pt>
                <c:pt idx="6827">
                  <c:v>2.15</c:v>
                </c:pt>
                <c:pt idx="6828">
                  <c:v>2.15</c:v>
                </c:pt>
                <c:pt idx="6829">
                  <c:v>2.15</c:v>
                </c:pt>
                <c:pt idx="6830">
                  <c:v>2.15</c:v>
                </c:pt>
                <c:pt idx="6831">
                  <c:v>2.15</c:v>
                </c:pt>
                <c:pt idx="6832">
                  <c:v>2.15</c:v>
                </c:pt>
                <c:pt idx="6833">
                  <c:v>2.15</c:v>
                </c:pt>
                <c:pt idx="6834">
                  <c:v>2.15</c:v>
                </c:pt>
                <c:pt idx="6835">
                  <c:v>2.15</c:v>
                </c:pt>
                <c:pt idx="6836">
                  <c:v>2.15</c:v>
                </c:pt>
                <c:pt idx="6837">
                  <c:v>2.15</c:v>
                </c:pt>
                <c:pt idx="6838">
                  <c:v>2.15</c:v>
                </c:pt>
                <c:pt idx="6839">
                  <c:v>2.15</c:v>
                </c:pt>
                <c:pt idx="6840">
                  <c:v>2.15</c:v>
                </c:pt>
                <c:pt idx="6841">
                  <c:v>2.15</c:v>
                </c:pt>
                <c:pt idx="6842">
                  <c:v>2.15</c:v>
                </c:pt>
                <c:pt idx="6843">
                  <c:v>2.15</c:v>
                </c:pt>
                <c:pt idx="6844">
                  <c:v>2.15</c:v>
                </c:pt>
                <c:pt idx="6845">
                  <c:v>2.15</c:v>
                </c:pt>
                <c:pt idx="6846">
                  <c:v>2.15</c:v>
                </c:pt>
                <c:pt idx="6847">
                  <c:v>2.15</c:v>
                </c:pt>
                <c:pt idx="6848">
                  <c:v>2.15</c:v>
                </c:pt>
                <c:pt idx="6849">
                  <c:v>2.15</c:v>
                </c:pt>
                <c:pt idx="6850">
                  <c:v>2.15</c:v>
                </c:pt>
                <c:pt idx="6851">
                  <c:v>2.15</c:v>
                </c:pt>
                <c:pt idx="6852">
                  <c:v>2.15</c:v>
                </c:pt>
                <c:pt idx="6853">
                  <c:v>2.15</c:v>
                </c:pt>
                <c:pt idx="6854">
                  <c:v>2.15</c:v>
                </c:pt>
                <c:pt idx="6855">
                  <c:v>2.15</c:v>
                </c:pt>
                <c:pt idx="6856">
                  <c:v>2.15</c:v>
                </c:pt>
                <c:pt idx="6857">
                  <c:v>2.15</c:v>
                </c:pt>
                <c:pt idx="6858">
                  <c:v>2.15</c:v>
                </c:pt>
                <c:pt idx="6859">
                  <c:v>2.15</c:v>
                </c:pt>
                <c:pt idx="6860">
                  <c:v>2.15</c:v>
                </c:pt>
                <c:pt idx="6861">
                  <c:v>2.15</c:v>
                </c:pt>
                <c:pt idx="6862">
                  <c:v>2.15</c:v>
                </c:pt>
                <c:pt idx="6863">
                  <c:v>2.15</c:v>
                </c:pt>
                <c:pt idx="6864">
                  <c:v>2.15</c:v>
                </c:pt>
                <c:pt idx="6865">
                  <c:v>2.15</c:v>
                </c:pt>
                <c:pt idx="6866">
                  <c:v>2.15</c:v>
                </c:pt>
                <c:pt idx="6867">
                  <c:v>2.15</c:v>
                </c:pt>
                <c:pt idx="6868">
                  <c:v>2.15</c:v>
                </c:pt>
                <c:pt idx="6869">
                  <c:v>2.15</c:v>
                </c:pt>
                <c:pt idx="6870">
                  <c:v>2.15</c:v>
                </c:pt>
                <c:pt idx="6871">
                  <c:v>2.15</c:v>
                </c:pt>
                <c:pt idx="6872">
                  <c:v>2.15</c:v>
                </c:pt>
                <c:pt idx="6873">
                  <c:v>2.15</c:v>
                </c:pt>
                <c:pt idx="6874">
                  <c:v>2.15</c:v>
                </c:pt>
                <c:pt idx="6875">
                  <c:v>2.15</c:v>
                </c:pt>
                <c:pt idx="6876">
                  <c:v>2.15</c:v>
                </c:pt>
                <c:pt idx="6877">
                  <c:v>2.15</c:v>
                </c:pt>
                <c:pt idx="6878">
                  <c:v>2.15</c:v>
                </c:pt>
                <c:pt idx="6879">
                  <c:v>2.15</c:v>
                </c:pt>
                <c:pt idx="6880">
                  <c:v>2.15</c:v>
                </c:pt>
                <c:pt idx="6881">
                  <c:v>2.15</c:v>
                </c:pt>
                <c:pt idx="6882">
                  <c:v>2.15</c:v>
                </c:pt>
                <c:pt idx="6883">
                  <c:v>2.15</c:v>
                </c:pt>
                <c:pt idx="6884">
                  <c:v>2.15</c:v>
                </c:pt>
                <c:pt idx="6885">
                  <c:v>2.15</c:v>
                </c:pt>
                <c:pt idx="6886">
                  <c:v>2.15</c:v>
                </c:pt>
                <c:pt idx="6887">
                  <c:v>2.15</c:v>
                </c:pt>
                <c:pt idx="6888">
                  <c:v>2.15</c:v>
                </c:pt>
                <c:pt idx="6889">
                  <c:v>2.15</c:v>
                </c:pt>
                <c:pt idx="6890">
                  <c:v>2.15</c:v>
                </c:pt>
                <c:pt idx="6891">
                  <c:v>2.15</c:v>
                </c:pt>
                <c:pt idx="6892">
                  <c:v>2.15</c:v>
                </c:pt>
                <c:pt idx="6893">
                  <c:v>2.15</c:v>
                </c:pt>
                <c:pt idx="6894">
                  <c:v>2.15</c:v>
                </c:pt>
                <c:pt idx="6895">
                  <c:v>2.15</c:v>
                </c:pt>
                <c:pt idx="6896">
                  <c:v>2.15</c:v>
                </c:pt>
                <c:pt idx="6897">
                  <c:v>2.15</c:v>
                </c:pt>
                <c:pt idx="6898">
                  <c:v>2.4</c:v>
                </c:pt>
                <c:pt idx="6899">
                  <c:v>2.4</c:v>
                </c:pt>
              </c:numCache>
            </c:numRef>
          </c:val>
          <c:smooth val="0"/>
          <c:extLst>
            <c:ext xmlns:c16="http://schemas.microsoft.com/office/drawing/2014/chart" uri="{C3380CC4-5D6E-409C-BE32-E72D297353CC}">
              <c16:uniqueId val="{00000001-D22B-475B-A0FA-89D1C034EBC2}"/>
            </c:ext>
          </c:extLst>
        </c:ser>
        <c:ser>
          <c:idx val="2"/>
          <c:order val="2"/>
          <c:tx>
            <c:strRef>
              <c:f>'ECB policy rate'!$D$1</c:f>
              <c:strCache>
                <c:ptCount val="1"/>
                <c:pt idx="0">
                  <c:v>欧洲央行保证金贷款利率，%</c:v>
                </c:pt>
              </c:strCache>
            </c:strRef>
          </c:tx>
          <c:spPr>
            <a:ln w="25400" cap="rnd">
              <a:solidFill>
                <a:srgbClr val="B8BFE4"/>
              </a:solidFill>
              <a:round/>
            </a:ln>
            <a:effectLst/>
          </c:spPr>
          <c:marker>
            <c:symbol val="none"/>
          </c:marker>
          <c:cat>
            <c:numRef>
              <c:f>'ECB policy rate'!$A$2:$A$6901</c:f>
              <c:numCache>
                <c:formatCode>m/d/yyyy</c:formatCode>
                <c:ptCount val="6900"/>
                <c:pt idx="0">
                  <c:v>36528</c:v>
                </c:pt>
                <c:pt idx="1">
                  <c:v>36529</c:v>
                </c:pt>
                <c:pt idx="2">
                  <c:v>36530</c:v>
                </c:pt>
                <c:pt idx="3">
                  <c:v>36531</c:v>
                </c:pt>
                <c:pt idx="4">
                  <c:v>36532</c:v>
                </c:pt>
                <c:pt idx="5">
                  <c:v>36535</c:v>
                </c:pt>
                <c:pt idx="6">
                  <c:v>36536</c:v>
                </c:pt>
                <c:pt idx="7">
                  <c:v>36537</c:v>
                </c:pt>
                <c:pt idx="8">
                  <c:v>36538</c:v>
                </c:pt>
                <c:pt idx="9">
                  <c:v>36539</c:v>
                </c:pt>
                <c:pt idx="10">
                  <c:v>36542</c:v>
                </c:pt>
                <c:pt idx="11">
                  <c:v>36543</c:v>
                </c:pt>
                <c:pt idx="12">
                  <c:v>36544</c:v>
                </c:pt>
                <c:pt idx="13">
                  <c:v>36545</c:v>
                </c:pt>
                <c:pt idx="14">
                  <c:v>36546</c:v>
                </c:pt>
                <c:pt idx="15">
                  <c:v>36549</c:v>
                </c:pt>
                <c:pt idx="16">
                  <c:v>36550</c:v>
                </c:pt>
                <c:pt idx="17">
                  <c:v>36551</c:v>
                </c:pt>
                <c:pt idx="18">
                  <c:v>36552</c:v>
                </c:pt>
                <c:pt idx="19">
                  <c:v>36553</c:v>
                </c:pt>
                <c:pt idx="20">
                  <c:v>36556</c:v>
                </c:pt>
                <c:pt idx="21">
                  <c:v>36557</c:v>
                </c:pt>
                <c:pt idx="22">
                  <c:v>36558</c:v>
                </c:pt>
                <c:pt idx="23">
                  <c:v>36559</c:v>
                </c:pt>
                <c:pt idx="24">
                  <c:v>36560</c:v>
                </c:pt>
                <c:pt idx="25">
                  <c:v>36563</c:v>
                </c:pt>
                <c:pt idx="26">
                  <c:v>36564</c:v>
                </c:pt>
                <c:pt idx="27">
                  <c:v>36565</c:v>
                </c:pt>
                <c:pt idx="28">
                  <c:v>36566</c:v>
                </c:pt>
                <c:pt idx="29">
                  <c:v>36567</c:v>
                </c:pt>
                <c:pt idx="30">
                  <c:v>36570</c:v>
                </c:pt>
                <c:pt idx="31">
                  <c:v>36571</c:v>
                </c:pt>
                <c:pt idx="32">
                  <c:v>36572</c:v>
                </c:pt>
                <c:pt idx="33">
                  <c:v>36573</c:v>
                </c:pt>
                <c:pt idx="34">
                  <c:v>36574</c:v>
                </c:pt>
                <c:pt idx="35">
                  <c:v>36577</c:v>
                </c:pt>
                <c:pt idx="36">
                  <c:v>36578</c:v>
                </c:pt>
                <c:pt idx="37">
                  <c:v>36579</c:v>
                </c:pt>
                <c:pt idx="38">
                  <c:v>36580</c:v>
                </c:pt>
                <c:pt idx="39">
                  <c:v>36581</c:v>
                </c:pt>
                <c:pt idx="40">
                  <c:v>36584</c:v>
                </c:pt>
                <c:pt idx="41">
                  <c:v>36585</c:v>
                </c:pt>
                <c:pt idx="42">
                  <c:v>36586</c:v>
                </c:pt>
                <c:pt idx="43">
                  <c:v>36587</c:v>
                </c:pt>
                <c:pt idx="44">
                  <c:v>36588</c:v>
                </c:pt>
                <c:pt idx="45">
                  <c:v>36591</c:v>
                </c:pt>
                <c:pt idx="46">
                  <c:v>36592</c:v>
                </c:pt>
                <c:pt idx="47">
                  <c:v>36593</c:v>
                </c:pt>
                <c:pt idx="48">
                  <c:v>36594</c:v>
                </c:pt>
                <c:pt idx="49">
                  <c:v>36595</c:v>
                </c:pt>
                <c:pt idx="50">
                  <c:v>36598</c:v>
                </c:pt>
                <c:pt idx="51">
                  <c:v>36599</c:v>
                </c:pt>
                <c:pt idx="52">
                  <c:v>36600</c:v>
                </c:pt>
                <c:pt idx="53">
                  <c:v>36601</c:v>
                </c:pt>
                <c:pt idx="54">
                  <c:v>36602</c:v>
                </c:pt>
                <c:pt idx="55">
                  <c:v>36605</c:v>
                </c:pt>
                <c:pt idx="56">
                  <c:v>36606</c:v>
                </c:pt>
                <c:pt idx="57">
                  <c:v>36607</c:v>
                </c:pt>
                <c:pt idx="58">
                  <c:v>36608</c:v>
                </c:pt>
                <c:pt idx="59">
                  <c:v>36609</c:v>
                </c:pt>
                <c:pt idx="60">
                  <c:v>36612</c:v>
                </c:pt>
                <c:pt idx="61">
                  <c:v>36613</c:v>
                </c:pt>
                <c:pt idx="62">
                  <c:v>36614</c:v>
                </c:pt>
                <c:pt idx="63">
                  <c:v>36615</c:v>
                </c:pt>
                <c:pt idx="64">
                  <c:v>36616</c:v>
                </c:pt>
                <c:pt idx="65">
                  <c:v>36619</c:v>
                </c:pt>
                <c:pt idx="66">
                  <c:v>36620</c:v>
                </c:pt>
                <c:pt idx="67">
                  <c:v>36621</c:v>
                </c:pt>
                <c:pt idx="68">
                  <c:v>36622</c:v>
                </c:pt>
                <c:pt idx="69">
                  <c:v>36623</c:v>
                </c:pt>
                <c:pt idx="70">
                  <c:v>36626</c:v>
                </c:pt>
                <c:pt idx="71">
                  <c:v>36627</c:v>
                </c:pt>
                <c:pt idx="72">
                  <c:v>36628</c:v>
                </c:pt>
                <c:pt idx="73">
                  <c:v>36629</c:v>
                </c:pt>
                <c:pt idx="74">
                  <c:v>36630</c:v>
                </c:pt>
                <c:pt idx="75">
                  <c:v>36633</c:v>
                </c:pt>
                <c:pt idx="76">
                  <c:v>36634</c:v>
                </c:pt>
                <c:pt idx="77">
                  <c:v>36635</c:v>
                </c:pt>
                <c:pt idx="78">
                  <c:v>36636</c:v>
                </c:pt>
                <c:pt idx="79">
                  <c:v>36637</c:v>
                </c:pt>
                <c:pt idx="80">
                  <c:v>36640</c:v>
                </c:pt>
                <c:pt idx="81">
                  <c:v>36641</c:v>
                </c:pt>
                <c:pt idx="82">
                  <c:v>36642</c:v>
                </c:pt>
                <c:pt idx="83">
                  <c:v>36643</c:v>
                </c:pt>
                <c:pt idx="84">
                  <c:v>36644</c:v>
                </c:pt>
                <c:pt idx="85">
                  <c:v>36647</c:v>
                </c:pt>
                <c:pt idx="86">
                  <c:v>36648</c:v>
                </c:pt>
                <c:pt idx="87">
                  <c:v>36649</c:v>
                </c:pt>
                <c:pt idx="88">
                  <c:v>36650</c:v>
                </c:pt>
                <c:pt idx="89">
                  <c:v>36651</c:v>
                </c:pt>
                <c:pt idx="90">
                  <c:v>36654</c:v>
                </c:pt>
                <c:pt idx="91">
                  <c:v>36655</c:v>
                </c:pt>
                <c:pt idx="92">
                  <c:v>36656</c:v>
                </c:pt>
                <c:pt idx="93">
                  <c:v>36657</c:v>
                </c:pt>
                <c:pt idx="94">
                  <c:v>36658</c:v>
                </c:pt>
                <c:pt idx="95">
                  <c:v>36661</c:v>
                </c:pt>
                <c:pt idx="96">
                  <c:v>36662</c:v>
                </c:pt>
                <c:pt idx="97">
                  <c:v>36663</c:v>
                </c:pt>
                <c:pt idx="98">
                  <c:v>36664</c:v>
                </c:pt>
                <c:pt idx="99">
                  <c:v>36665</c:v>
                </c:pt>
                <c:pt idx="100">
                  <c:v>36668</c:v>
                </c:pt>
                <c:pt idx="101">
                  <c:v>36669</c:v>
                </c:pt>
                <c:pt idx="102">
                  <c:v>36670</c:v>
                </c:pt>
                <c:pt idx="103">
                  <c:v>36671</c:v>
                </c:pt>
                <c:pt idx="104">
                  <c:v>36672</c:v>
                </c:pt>
                <c:pt idx="105">
                  <c:v>36675</c:v>
                </c:pt>
                <c:pt idx="106">
                  <c:v>36676</c:v>
                </c:pt>
                <c:pt idx="107">
                  <c:v>36677</c:v>
                </c:pt>
                <c:pt idx="108">
                  <c:v>36678</c:v>
                </c:pt>
                <c:pt idx="109">
                  <c:v>36679</c:v>
                </c:pt>
                <c:pt idx="110">
                  <c:v>36682</c:v>
                </c:pt>
                <c:pt idx="111">
                  <c:v>36683</c:v>
                </c:pt>
                <c:pt idx="112">
                  <c:v>36684</c:v>
                </c:pt>
                <c:pt idx="113">
                  <c:v>36685</c:v>
                </c:pt>
                <c:pt idx="114">
                  <c:v>36686</c:v>
                </c:pt>
                <c:pt idx="115">
                  <c:v>36689</c:v>
                </c:pt>
                <c:pt idx="116">
                  <c:v>36690</c:v>
                </c:pt>
                <c:pt idx="117">
                  <c:v>36691</c:v>
                </c:pt>
                <c:pt idx="118">
                  <c:v>36692</c:v>
                </c:pt>
                <c:pt idx="119">
                  <c:v>36693</c:v>
                </c:pt>
                <c:pt idx="120">
                  <c:v>36696</c:v>
                </c:pt>
                <c:pt idx="121">
                  <c:v>36697</c:v>
                </c:pt>
                <c:pt idx="122">
                  <c:v>36698</c:v>
                </c:pt>
                <c:pt idx="123">
                  <c:v>36699</c:v>
                </c:pt>
                <c:pt idx="124">
                  <c:v>36700</c:v>
                </c:pt>
                <c:pt idx="125">
                  <c:v>36703</c:v>
                </c:pt>
                <c:pt idx="126">
                  <c:v>36704</c:v>
                </c:pt>
                <c:pt idx="127">
                  <c:v>36705</c:v>
                </c:pt>
                <c:pt idx="128">
                  <c:v>36706</c:v>
                </c:pt>
                <c:pt idx="129">
                  <c:v>36707</c:v>
                </c:pt>
                <c:pt idx="130">
                  <c:v>36710</c:v>
                </c:pt>
                <c:pt idx="131">
                  <c:v>36711</c:v>
                </c:pt>
                <c:pt idx="132">
                  <c:v>36712</c:v>
                </c:pt>
                <c:pt idx="133">
                  <c:v>36713</c:v>
                </c:pt>
                <c:pt idx="134">
                  <c:v>36714</c:v>
                </c:pt>
                <c:pt idx="135">
                  <c:v>36717</c:v>
                </c:pt>
                <c:pt idx="136">
                  <c:v>36718</c:v>
                </c:pt>
                <c:pt idx="137">
                  <c:v>36719</c:v>
                </c:pt>
                <c:pt idx="138">
                  <c:v>36720</c:v>
                </c:pt>
                <c:pt idx="139">
                  <c:v>36721</c:v>
                </c:pt>
                <c:pt idx="140">
                  <c:v>36724</c:v>
                </c:pt>
                <c:pt idx="141">
                  <c:v>36725</c:v>
                </c:pt>
                <c:pt idx="142">
                  <c:v>36726</c:v>
                </c:pt>
                <c:pt idx="143">
                  <c:v>36727</c:v>
                </c:pt>
                <c:pt idx="144">
                  <c:v>36728</c:v>
                </c:pt>
                <c:pt idx="145">
                  <c:v>36731</c:v>
                </c:pt>
                <c:pt idx="146">
                  <c:v>36732</c:v>
                </c:pt>
                <c:pt idx="147">
                  <c:v>36733</c:v>
                </c:pt>
                <c:pt idx="148">
                  <c:v>36734</c:v>
                </c:pt>
                <c:pt idx="149">
                  <c:v>36735</c:v>
                </c:pt>
                <c:pt idx="150">
                  <c:v>36738</c:v>
                </c:pt>
                <c:pt idx="151">
                  <c:v>36739</c:v>
                </c:pt>
                <c:pt idx="152">
                  <c:v>36740</c:v>
                </c:pt>
                <c:pt idx="153">
                  <c:v>36741</c:v>
                </c:pt>
                <c:pt idx="154">
                  <c:v>36742</c:v>
                </c:pt>
                <c:pt idx="155">
                  <c:v>36745</c:v>
                </c:pt>
                <c:pt idx="156">
                  <c:v>36746</c:v>
                </c:pt>
                <c:pt idx="157">
                  <c:v>36747</c:v>
                </c:pt>
                <c:pt idx="158">
                  <c:v>36748</c:v>
                </c:pt>
                <c:pt idx="159">
                  <c:v>36749</c:v>
                </c:pt>
                <c:pt idx="160">
                  <c:v>36752</c:v>
                </c:pt>
                <c:pt idx="161">
                  <c:v>36753</c:v>
                </c:pt>
                <c:pt idx="162">
                  <c:v>36754</c:v>
                </c:pt>
                <c:pt idx="163">
                  <c:v>36755</c:v>
                </c:pt>
                <c:pt idx="164">
                  <c:v>36756</c:v>
                </c:pt>
                <c:pt idx="165">
                  <c:v>36759</c:v>
                </c:pt>
                <c:pt idx="166">
                  <c:v>36760</c:v>
                </c:pt>
                <c:pt idx="167">
                  <c:v>36761</c:v>
                </c:pt>
                <c:pt idx="168">
                  <c:v>36762</c:v>
                </c:pt>
                <c:pt idx="169">
                  <c:v>36763</c:v>
                </c:pt>
                <c:pt idx="170">
                  <c:v>36766</c:v>
                </c:pt>
                <c:pt idx="171">
                  <c:v>36767</c:v>
                </c:pt>
                <c:pt idx="172">
                  <c:v>36768</c:v>
                </c:pt>
                <c:pt idx="173">
                  <c:v>36769</c:v>
                </c:pt>
                <c:pt idx="174">
                  <c:v>36770</c:v>
                </c:pt>
                <c:pt idx="175">
                  <c:v>36773</c:v>
                </c:pt>
                <c:pt idx="176">
                  <c:v>36774</c:v>
                </c:pt>
                <c:pt idx="177">
                  <c:v>36775</c:v>
                </c:pt>
                <c:pt idx="178">
                  <c:v>36776</c:v>
                </c:pt>
                <c:pt idx="179">
                  <c:v>36777</c:v>
                </c:pt>
                <c:pt idx="180">
                  <c:v>36780</c:v>
                </c:pt>
                <c:pt idx="181">
                  <c:v>36781</c:v>
                </c:pt>
                <c:pt idx="182">
                  <c:v>36782</c:v>
                </c:pt>
                <c:pt idx="183">
                  <c:v>36783</c:v>
                </c:pt>
                <c:pt idx="184">
                  <c:v>36784</c:v>
                </c:pt>
                <c:pt idx="185">
                  <c:v>36787</c:v>
                </c:pt>
                <c:pt idx="186">
                  <c:v>36788</c:v>
                </c:pt>
                <c:pt idx="187">
                  <c:v>36789</c:v>
                </c:pt>
                <c:pt idx="188">
                  <c:v>36790</c:v>
                </c:pt>
                <c:pt idx="189">
                  <c:v>36791</c:v>
                </c:pt>
                <c:pt idx="190">
                  <c:v>36794</c:v>
                </c:pt>
                <c:pt idx="191">
                  <c:v>36795</c:v>
                </c:pt>
                <c:pt idx="192">
                  <c:v>36796</c:v>
                </c:pt>
                <c:pt idx="193">
                  <c:v>36797</c:v>
                </c:pt>
                <c:pt idx="194">
                  <c:v>36798</c:v>
                </c:pt>
                <c:pt idx="195">
                  <c:v>36801</c:v>
                </c:pt>
                <c:pt idx="196">
                  <c:v>36802</c:v>
                </c:pt>
                <c:pt idx="197">
                  <c:v>36803</c:v>
                </c:pt>
                <c:pt idx="198">
                  <c:v>36804</c:v>
                </c:pt>
                <c:pt idx="199">
                  <c:v>36805</c:v>
                </c:pt>
                <c:pt idx="200">
                  <c:v>36808</c:v>
                </c:pt>
                <c:pt idx="201">
                  <c:v>36809</c:v>
                </c:pt>
                <c:pt idx="202">
                  <c:v>36810</c:v>
                </c:pt>
                <c:pt idx="203">
                  <c:v>36811</c:v>
                </c:pt>
                <c:pt idx="204">
                  <c:v>36812</c:v>
                </c:pt>
                <c:pt idx="205">
                  <c:v>36815</c:v>
                </c:pt>
                <c:pt idx="206">
                  <c:v>36816</c:v>
                </c:pt>
                <c:pt idx="207">
                  <c:v>36817</c:v>
                </c:pt>
                <c:pt idx="208">
                  <c:v>36818</c:v>
                </c:pt>
                <c:pt idx="209">
                  <c:v>36819</c:v>
                </c:pt>
                <c:pt idx="210">
                  <c:v>36822</c:v>
                </c:pt>
                <c:pt idx="211">
                  <c:v>36823</c:v>
                </c:pt>
                <c:pt idx="212">
                  <c:v>36824</c:v>
                </c:pt>
                <c:pt idx="213">
                  <c:v>36825</c:v>
                </c:pt>
                <c:pt idx="214">
                  <c:v>36826</c:v>
                </c:pt>
                <c:pt idx="215">
                  <c:v>36829</c:v>
                </c:pt>
                <c:pt idx="216">
                  <c:v>36830</c:v>
                </c:pt>
                <c:pt idx="217">
                  <c:v>36831</c:v>
                </c:pt>
                <c:pt idx="218">
                  <c:v>36832</c:v>
                </c:pt>
                <c:pt idx="219">
                  <c:v>36833</c:v>
                </c:pt>
                <c:pt idx="220">
                  <c:v>36836</c:v>
                </c:pt>
                <c:pt idx="221">
                  <c:v>36837</c:v>
                </c:pt>
                <c:pt idx="222">
                  <c:v>36838</c:v>
                </c:pt>
                <c:pt idx="223">
                  <c:v>36839</c:v>
                </c:pt>
                <c:pt idx="224">
                  <c:v>36840</c:v>
                </c:pt>
                <c:pt idx="225">
                  <c:v>36843</c:v>
                </c:pt>
                <c:pt idx="226">
                  <c:v>36844</c:v>
                </c:pt>
                <c:pt idx="227">
                  <c:v>36845</c:v>
                </c:pt>
                <c:pt idx="228">
                  <c:v>36846</c:v>
                </c:pt>
                <c:pt idx="229">
                  <c:v>36847</c:v>
                </c:pt>
                <c:pt idx="230">
                  <c:v>36850</c:v>
                </c:pt>
                <c:pt idx="231">
                  <c:v>36851</c:v>
                </c:pt>
                <c:pt idx="232">
                  <c:v>36852</c:v>
                </c:pt>
                <c:pt idx="233">
                  <c:v>36853</c:v>
                </c:pt>
                <c:pt idx="234">
                  <c:v>36854</c:v>
                </c:pt>
                <c:pt idx="235">
                  <c:v>36857</c:v>
                </c:pt>
                <c:pt idx="236">
                  <c:v>36858</c:v>
                </c:pt>
                <c:pt idx="237">
                  <c:v>36859</c:v>
                </c:pt>
                <c:pt idx="238">
                  <c:v>36860</c:v>
                </c:pt>
                <c:pt idx="239">
                  <c:v>36861</c:v>
                </c:pt>
                <c:pt idx="240">
                  <c:v>36864</c:v>
                </c:pt>
                <c:pt idx="241">
                  <c:v>36865</c:v>
                </c:pt>
                <c:pt idx="242">
                  <c:v>36866</c:v>
                </c:pt>
                <c:pt idx="243">
                  <c:v>36867</c:v>
                </c:pt>
                <c:pt idx="244">
                  <c:v>36868</c:v>
                </c:pt>
                <c:pt idx="245">
                  <c:v>36871</c:v>
                </c:pt>
                <c:pt idx="246">
                  <c:v>36872</c:v>
                </c:pt>
                <c:pt idx="247">
                  <c:v>36873</c:v>
                </c:pt>
                <c:pt idx="248">
                  <c:v>36874</c:v>
                </c:pt>
                <c:pt idx="249">
                  <c:v>36875</c:v>
                </c:pt>
                <c:pt idx="250">
                  <c:v>36878</c:v>
                </c:pt>
                <c:pt idx="251">
                  <c:v>36879</c:v>
                </c:pt>
                <c:pt idx="252">
                  <c:v>36880</c:v>
                </c:pt>
                <c:pt idx="253">
                  <c:v>36881</c:v>
                </c:pt>
                <c:pt idx="254">
                  <c:v>36882</c:v>
                </c:pt>
                <c:pt idx="255">
                  <c:v>36885</c:v>
                </c:pt>
                <c:pt idx="256">
                  <c:v>36886</c:v>
                </c:pt>
                <c:pt idx="257">
                  <c:v>36887</c:v>
                </c:pt>
                <c:pt idx="258">
                  <c:v>36888</c:v>
                </c:pt>
                <c:pt idx="259">
                  <c:v>36889</c:v>
                </c:pt>
                <c:pt idx="260">
                  <c:v>36892</c:v>
                </c:pt>
                <c:pt idx="261">
                  <c:v>36893</c:v>
                </c:pt>
                <c:pt idx="262">
                  <c:v>36894</c:v>
                </c:pt>
                <c:pt idx="263">
                  <c:v>36895</c:v>
                </c:pt>
                <c:pt idx="264">
                  <c:v>36896</c:v>
                </c:pt>
                <c:pt idx="265">
                  <c:v>36899</c:v>
                </c:pt>
                <c:pt idx="266">
                  <c:v>36900</c:v>
                </c:pt>
                <c:pt idx="267">
                  <c:v>36901</c:v>
                </c:pt>
                <c:pt idx="268">
                  <c:v>36902</c:v>
                </c:pt>
                <c:pt idx="269">
                  <c:v>36903</c:v>
                </c:pt>
                <c:pt idx="270">
                  <c:v>36906</c:v>
                </c:pt>
                <c:pt idx="271">
                  <c:v>36907</c:v>
                </c:pt>
                <c:pt idx="272">
                  <c:v>36908</c:v>
                </c:pt>
                <c:pt idx="273">
                  <c:v>36909</c:v>
                </c:pt>
                <c:pt idx="274">
                  <c:v>36910</c:v>
                </c:pt>
                <c:pt idx="275">
                  <c:v>36913</c:v>
                </c:pt>
                <c:pt idx="276">
                  <c:v>36914</c:v>
                </c:pt>
                <c:pt idx="277">
                  <c:v>36915</c:v>
                </c:pt>
                <c:pt idx="278">
                  <c:v>36916</c:v>
                </c:pt>
                <c:pt idx="279">
                  <c:v>36917</c:v>
                </c:pt>
                <c:pt idx="280">
                  <c:v>36920</c:v>
                </c:pt>
                <c:pt idx="281">
                  <c:v>36921</c:v>
                </c:pt>
                <c:pt idx="282">
                  <c:v>36922</c:v>
                </c:pt>
                <c:pt idx="283">
                  <c:v>36923</c:v>
                </c:pt>
                <c:pt idx="284">
                  <c:v>36924</c:v>
                </c:pt>
                <c:pt idx="285">
                  <c:v>36927</c:v>
                </c:pt>
                <c:pt idx="286">
                  <c:v>36928</c:v>
                </c:pt>
                <c:pt idx="287">
                  <c:v>36929</c:v>
                </c:pt>
                <c:pt idx="288">
                  <c:v>36930</c:v>
                </c:pt>
                <c:pt idx="289">
                  <c:v>36931</c:v>
                </c:pt>
                <c:pt idx="290">
                  <c:v>36934</c:v>
                </c:pt>
                <c:pt idx="291">
                  <c:v>36935</c:v>
                </c:pt>
                <c:pt idx="292">
                  <c:v>36936</c:v>
                </c:pt>
                <c:pt idx="293">
                  <c:v>36937</c:v>
                </c:pt>
                <c:pt idx="294">
                  <c:v>36938</c:v>
                </c:pt>
                <c:pt idx="295">
                  <c:v>36941</c:v>
                </c:pt>
                <c:pt idx="296">
                  <c:v>36942</c:v>
                </c:pt>
                <c:pt idx="297">
                  <c:v>36943</c:v>
                </c:pt>
                <c:pt idx="298">
                  <c:v>36944</c:v>
                </c:pt>
                <c:pt idx="299">
                  <c:v>36945</c:v>
                </c:pt>
                <c:pt idx="300">
                  <c:v>36948</c:v>
                </c:pt>
                <c:pt idx="301">
                  <c:v>36949</c:v>
                </c:pt>
                <c:pt idx="302">
                  <c:v>36950</c:v>
                </c:pt>
                <c:pt idx="303">
                  <c:v>36951</c:v>
                </c:pt>
                <c:pt idx="304">
                  <c:v>36952</c:v>
                </c:pt>
                <c:pt idx="305">
                  <c:v>36955</c:v>
                </c:pt>
                <c:pt idx="306">
                  <c:v>36956</c:v>
                </c:pt>
                <c:pt idx="307">
                  <c:v>36957</c:v>
                </c:pt>
                <c:pt idx="308">
                  <c:v>36958</c:v>
                </c:pt>
                <c:pt idx="309">
                  <c:v>36959</c:v>
                </c:pt>
                <c:pt idx="310">
                  <c:v>36962</c:v>
                </c:pt>
                <c:pt idx="311">
                  <c:v>36963</c:v>
                </c:pt>
                <c:pt idx="312">
                  <c:v>36964</c:v>
                </c:pt>
                <c:pt idx="313">
                  <c:v>36965</c:v>
                </c:pt>
                <c:pt idx="314">
                  <c:v>36966</c:v>
                </c:pt>
                <c:pt idx="315">
                  <c:v>36969</c:v>
                </c:pt>
                <c:pt idx="316">
                  <c:v>36970</c:v>
                </c:pt>
                <c:pt idx="317">
                  <c:v>36971</c:v>
                </c:pt>
                <c:pt idx="318">
                  <c:v>36972</c:v>
                </c:pt>
                <c:pt idx="319">
                  <c:v>36973</c:v>
                </c:pt>
                <c:pt idx="320">
                  <c:v>36976</c:v>
                </c:pt>
                <c:pt idx="321">
                  <c:v>36977</c:v>
                </c:pt>
                <c:pt idx="322">
                  <c:v>36978</c:v>
                </c:pt>
                <c:pt idx="323">
                  <c:v>36979</c:v>
                </c:pt>
                <c:pt idx="324">
                  <c:v>36980</c:v>
                </c:pt>
                <c:pt idx="325">
                  <c:v>36983</c:v>
                </c:pt>
                <c:pt idx="326">
                  <c:v>36984</c:v>
                </c:pt>
                <c:pt idx="327">
                  <c:v>36985</c:v>
                </c:pt>
                <c:pt idx="328">
                  <c:v>36986</c:v>
                </c:pt>
                <c:pt idx="329">
                  <c:v>36987</c:v>
                </c:pt>
                <c:pt idx="330">
                  <c:v>36990</c:v>
                </c:pt>
                <c:pt idx="331">
                  <c:v>36991</c:v>
                </c:pt>
                <c:pt idx="332">
                  <c:v>36992</c:v>
                </c:pt>
                <c:pt idx="333">
                  <c:v>36993</c:v>
                </c:pt>
                <c:pt idx="334">
                  <c:v>36994</c:v>
                </c:pt>
                <c:pt idx="335">
                  <c:v>36997</c:v>
                </c:pt>
                <c:pt idx="336">
                  <c:v>36998</c:v>
                </c:pt>
                <c:pt idx="337">
                  <c:v>36999</c:v>
                </c:pt>
                <c:pt idx="338">
                  <c:v>37000</c:v>
                </c:pt>
                <c:pt idx="339">
                  <c:v>37001</c:v>
                </c:pt>
                <c:pt idx="340">
                  <c:v>37004</c:v>
                </c:pt>
                <c:pt idx="341">
                  <c:v>37005</c:v>
                </c:pt>
                <c:pt idx="342">
                  <c:v>37006</c:v>
                </c:pt>
                <c:pt idx="343">
                  <c:v>37007</c:v>
                </c:pt>
                <c:pt idx="344">
                  <c:v>37008</c:v>
                </c:pt>
                <c:pt idx="345">
                  <c:v>37011</c:v>
                </c:pt>
                <c:pt idx="346">
                  <c:v>37012</c:v>
                </c:pt>
                <c:pt idx="347">
                  <c:v>37013</c:v>
                </c:pt>
                <c:pt idx="348">
                  <c:v>37014</c:v>
                </c:pt>
                <c:pt idx="349">
                  <c:v>37015</c:v>
                </c:pt>
                <c:pt idx="350">
                  <c:v>37018</c:v>
                </c:pt>
                <c:pt idx="351">
                  <c:v>37019</c:v>
                </c:pt>
                <c:pt idx="352">
                  <c:v>37020</c:v>
                </c:pt>
                <c:pt idx="353">
                  <c:v>37021</c:v>
                </c:pt>
                <c:pt idx="354">
                  <c:v>37022</c:v>
                </c:pt>
                <c:pt idx="355">
                  <c:v>37025</c:v>
                </c:pt>
                <c:pt idx="356">
                  <c:v>37026</c:v>
                </c:pt>
                <c:pt idx="357">
                  <c:v>37027</c:v>
                </c:pt>
                <c:pt idx="358">
                  <c:v>37028</c:v>
                </c:pt>
                <c:pt idx="359">
                  <c:v>37029</c:v>
                </c:pt>
                <c:pt idx="360">
                  <c:v>37032</c:v>
                </c:pt>
                <c:pt idx="361">
                  <c:v>37033</c:v>
                </c:pt>
                <c:pt idx="362">
                  <c:v>37034</c:v>
                </c:pt>
                <c:pt idx="363">
                  <c:v>37035</c:v>
                </c:pt>
                <c:pt idx="364">
                  <c:v>37036</c:v>
                </c:pt>
                <c:pt idx="365">
                  <c:v>37039</c:v>
                </c:pt>
                <c:pt idx="366">
                  <c:v>37040</c:v>
                </c:pt>
                <c:pt idx="367">
                  <c:v>37041</c:v>
                </c:pt>
                <c:pt idx="368">
                  <c:v>37042</c:v>
                </c:pt>
                <c:pt idx="369">
                  <c:v>37043</c:v>
                </c:pt>
                <c:pt idx="370">
                  <c:v>37046</c:v>
                </c:pt>
                <c:pt idx="371">
                  <c:v>37047</c:v>
                </c:pt>
                <c:pt idx="372">
                  <c:v>37048</c:v>
                </c:pt>
                <c:pt idx="373">
                  <c:v>37049</c:v>
                </c:pt>
                <c:pt idx="374">
                  <c:v>37050</c:v>
                </c:pt>
                <c:pt idx="375">
                  <c:v>37053</c:v>
                </c:pt>
                <c:pt idx="376">
                  <c:v>37054</c:v>
                </c:pt>
                <c:pt idx="377">
                  <c:v>37055</c:v>
                </c:pt>
                <c:pt idx="378">
                  <c:v>37056</c:v>
                </c:pt>
                <c:pt idx="379">
                  <c:v>37057</c:v>
                </c:pt>
                <c:pt idx="380">
                  <c:v>37060</c:v>
                </c:pt>
                <c:pt idx="381">
                  <c:v>37061</c:v>
                </c:pt>
                <c:pt idx="382">
                  <c:v>37062</c:v>
                </c:pt>
                <c:pt idx="383">
                  <c:v>37063</c:v>
                </c:pt>
                <c:pt idx="384">
                  <c:v>37064</c:v>
                </c:pt>
                <c:pt idx="385">
                  <c:v>37067</c:v>
                </c:pt>
                <c:pt idx="386">
                  <c:v>37068</c:v>
                </c:pt>
                <c:pt idx="387">
                  <c:v>37069</c:v>
                </c:pt>
                <c:pt idx="388">
                  <c:v>37070</c:v>
                </c:pt>
                <c:pt idx="389">
                  <c:v>37071</c:v>
                </c:pt>
                <c:pt idx="390">
                  <c:v>37074</c:v>
                </c:pt>
                <c:pt idx="391">
                  <c:v>37075</c:v>
                </c:pt>
                <c:pt idx="392">
                  <c:v>37076</c:v>
                </c:pt>
                <c:pt idx="393">
                  <c:v>37077</c:v>
                </c:pt>
                <c:pt idx="394">
                  <c:v>37078</c:v>
                </c:pt>
                <c:pt idx="395">
                  <c:v>37081</c:v>
                </c:pt>
                <c:pt idx="396">
                  <c:v>37082</c:v>
                </c:pt>
                <c:pt idx="397">
                  <c:v>37083</c:v>
                </c:pt>
                <c:pt idx="398">
                  <c:v>37084</c:v>
                </c:pt>
                <c:pt idx="399">
                  <c:v>37085</c:v>
                </c:pt>
                <c:pt idx="400">
                  <c:v>37088</c:v>
                </c:pt>
                <c:pt idx="401">
                  <c:v>37089</c:v>
                </c:pt>
                <c:pt idx="402">
                  <c:v>37090</c:v>
                </c:pt>
                <c:pt idx="403">
                  <c:v>37091</c:v>
                </c:pt>
                <c:pt idx="404">
                  <c:v>37092</c:v>
                </c:pt>
                <c:pt idx="405">
                  <c:v>37095</c:v>
                </c:pt>
                <c:pt idx="406">
                  <c:v>37096</c:v>
                </c:pt>
                <c:pt idx="407">
                  <c:v>37097</c:v>
                </c:pt>
                <c:pt idx="408">
                  <c:v>37098</c:v>
                </c:pt>
                <c:pt idx="409">
                  <c:v>37099</c:v>
                </c:pt>
                <c:pt idx="410">
                  <c:v>37102</c:v>
                </c:pt>
                <c:pt idx="411">
                  <c:v>37103</c:v>
                </c:pt>
                <c:pt idx="412">
                  <c:v>37104</c:v>
                </c:pt>
                <c:pt idx="413">
                  <c:v>37105</c:v>
                </c:pt>
                <c:pt idx="414">
                  <c:v>37106</c:v>
                </c:pt>
                <c:pt idx="415">
                  <c:v>37109</c:v>
                </c:pt>
                <c:pt idx="416">
                  <c:v>37110</c:v>
                </c:pt>
                <c:pt idx="417">
                  <c:v>37111</c:v>
                </c:pt>
                <c:pt idx="418">
                  <c:v>37112</c:v>
                </c:pt>
                <c:pt idx="419">
                  <c:v>37113</c:v>
                </c:pt>
                <c:pt idx="420">
                  <c:v>37116</c:v>
                </c:pt>
                <c:pt idx="421">
                  <c:v>37117</c:v>
                </c:pt>
                <c:pt idx="422">
                  <c:v>37118</c:v>
                </c:pt>
                <c:pt idx="423">
                  <c:v>37119</c:v>
                </c:pt>
                <c:pt idx="424">
                  <c:v>37120</c:v>
                </c:pt>
                <c:pt idx="425">
                  <c:v>37123</c:v>
                </c:pt>
                <c:pt idx="426">
                  <c:v>37124</c:v>
                </c:pt>
                <c:pt idx="427">
                  <c:v>37125</c:v>
                </c:pt>
                <c:pt idx="428">
                  <c:v>37126</c:v>
                </c:pt>
                <c:pt idx="429">
                  <c:v>37127</c:v>
                </c:pt>
                <c:pt idx="430">
                  <c:v>37130</c:v>
                </c:pt>
                <c:pt idx="431">
                  <c:v>37131</c:v>
                </c:pt>
                <c:pt idx="432">
                  <c:v>37132</c:v>
                </c:pt>
                <c:pt idx="433">
                  <c:v>37133</c:v>
                </c:pt>
                <c:pt idx="434">
                  <c:v>37134</c:v>
                </c:pt>
                <c:pt idx="435">
                  <c:v>37137</c:v>
                </c:pt>
                <c:pt idx="436">
                  <c:v>37138</c:v>
                </c:pt>
                <c:pt idx="437">
                  <c:v>37139</c:v>
                </c:pt>
                <c:pt idx="438">
                  <c:v>37140</c:v>
                </c:pt>
                <c:pt idx="439">
                  <c:v>37141</c:v>
                </c:pt>
                <c:pt idx="440">
                  <c:v>37144</c:v>
                </c:pt>
                <c:pt idx="441">
                  <c:v>37145</c:v>
                </c:pt>
                <c:pt idx="442">
                  <c:v>37146</c:v>
                </c:pt>
                <c:pt idx="443">
                  <c:v>37147</c:v>
                </c:pt>
                <c:pt idx="444">
                  <c:v>37148</c:v>
                </c:pt>
                <c:pt idx="445">
                  <c:v>37151</c:v>
                </c:pt>
                <c:pt idx="446">
                  <c:v>37152</c:v>
                </c:pt>
                <c:pt idx="447">
                  <c:v>37153</c:v>
                </c:pt>
                <c:pt idx="448">
                  <c:v>37154</c:v>
                </c:pt>
                <c:pt idx="449">
                  <c:v>37155</c:v>
                </c:pt>
                <c:pt idx="450">
                  <c:v>37158</c:v>
                </c:pt>
                <c:pt idx="451">
                  <c:v>37159</c:v>
                </c:pt>
                <c:pt idx="452">
                  <c:v>37160</c:v>
                </c:pt>
                <c:pt idx="453">
                  <c:v>37161</c:v>
                </c:pt>
                <c:pt idx="454">
                  <c:v>37162</c:v>
                </c:pt>
                <c:pt idx="455">
                  <c:v>37165</c:v>
                </c:pt>
                <c:pt idx="456">
                  <c:v>37166</c:v>
                </c:pt>
                <c:pt idx="457">
                  <c:v>37167</c:v>
                </c:pt>
                <c:pt idx="458">
                  <c:v>37168</c:v>
                </c:pt>
                <c:pt idx="459">
                  <c:v>37169</c:v>
                </c:pt>
                <c:pt idx="460">
                  <c:v>37172</c:v>
                </c:pt>
                <c:pt idx="461">
                  <c:v>37173</c:v>
                </c:pt>
                <c:pt idx="462">
                  <c:v>37174</c:v>
                </c:pt>
                <c:pt idx="463">
                  <c:v>37175</c:v>
                </c:pt>
                <c:pt idx="464">
                  <c:v>37176</c:v>
                </c:pt>
                <c:pt idx="465">
                  <c:v>37179</c:v>
                </c:pt>
                <c:pt idx="466">
                  <c:v>37180</c:v>
                </c:pt>
                <c:pt idx="467">
                  <c:v>37181</c:v>
                </c:pt>
                <c:pt idx="468">
                  <c:v>37182</c:v>
                </c:pt>
                <c:pt idx="469">
                  <c:v>37183</c:v>
                </c:pt>
                <c:pt idx="470">
                  <c:v>37186</c:v>
                </c:pt>
                <c:pt idx="471">
                  <c:v>37187</c:v>
                </c:pt>
                <c:pt idx="472">
                  <c:v>37188</c:v>
                </c:pt>
                <c:pt idx="473">
                  <c:v>37189</c:v>
                </c:pt>
                <c:pt idx="474">
                  <c:v>37190</c:v>
                </c:pt>
                <c:pt idx="475">
                  <c:v>37193</c:v>
                </c:pt>
                <c:pt idx="476">
                  <c:v>37194</c:v>
                </c:pt>
                <c:pt idx="477">
                  <c:v>37195</c:v>
                </c:pt>
                <c:pt idx="478">
                  <c:v>37196</c:v>
                </c:pt>
                <c:pt idx="479">
                  <c:v>37197</c:v>
                </c:pt>
                <c:pt idx="480">
                  <c:v>37200</c:v>
                </c:pt>
                <c:pt idx="481">
                  <c:v>37201</c:v>
                </c:pt>
                <c:pt idx="482">
                  <c:v>37202</c:v>
                </c:pt>
                <c:pt idx="483">
                  <c:v>37203</c:v>
                </c:pt>
                <c:pt idx="484">
                  <c:v>37204</c:v>
                </c:pt>
                <c:pt idx="485">
                  <c:v>37207</c:v>
                </c:pt>
                <c:pt idx="486">
                  <c:v>37208</c:v>
                </c:pt>
                <c:pt idx="487">
                  <c:v>37209</c:v>
                </c:pt>
                <c:pt idx="488">
                  <c:v>37210</c:v>
                </c:pt>
                <c:pt idx="489">
                  <c:v>37211</c:v>
                </c:pt>
                <c:pt idx="490">
                  <c:v>37214</c:v>
                </c:pt>
                <c:pt idx="491">
                  <c:v>37215</c:v>
                </c:pt>
                <c:pt idx="492">
                  <c:v>37216</c:v>
                </c:pt>
                <c:pt idx="493">
                  <c:v>37217</c:v>
                </c:pt>
                <c:pt idx="494">
                  <c:v>37218</c:v>
                </c:pt>
                <c:pt idx="495">
                  <c:v>37221</c:v>
                </c:pt>
                <c:pt idx="496">
                  <c:v>37222</c:v>
                </c:pt>
                <c:pt idx="497">
                  <c:v>37223</c:v>
                </c:pt>
                <c:pt idx="498">
                  <c:v>37224</c:v>
                </c:pt>
                <c:pt idx="499">
                  <c:v>37225</c:v>
                </c:pt>
                <c:pt idx="500">
                  <c:v>37228</c:v>
                </c:pt>
                <c:pt idx="501">
                  <c:v>37229</c:v>
                </c:pt>
                <c:pt idx="502">
                  <c:v>37230</c:v>
                </c:pt>
                <c:pt idx="503">
                  <c:v>37231</c:v>
                </c:pt>
                <c:pt idx="504">
                  <c:v>37232</c:v>
                </c:pt>
                <c:pt idx="505">
                  <c:v>37235</c:v>
                </c:pt>
                <c:pt idx="506">
                  <c:v>37236</c:v>
                </c:pt>
                <c:pt idx="507">
                  <c:v>37237</c:v>
                </c:pt>
                <c:pt idx="508">
                  <c:v>37238</c:v>
                </c:pt>
                <c:pt idx="509">
                  <c:v>37239</c:v>
                </c:pt>
                <c:pt idx="510">
                  <c:v>37242</c:v>
                </c:pt>
                <c:pt idx="511">
                  <c:v>37243</c:v>
                </c:pt>
                <c:pt idx="512">
                  <c:v>37244</c:v>
                </c:pt>
                <c:pt idx="513">
                  <c:v>37245</c:v>
                </c:pt>
                <c:pt idx="514">
                  <c:v>37246</c:v>
                </c:pt>
                <c:pt idx="515">
                  <c:v>37249</c:v>
                </c:pt>
                <c:pt idx="516">
                  <c:v>37250</c:v>
                </c:pt>
                <c:pt idx="517">
                  <c:v>37251</c:v>
                </c:pt>
                <c:pt idx="518">
                  <c:v>37252</c:v>
                </c:pt>
                <c:pt idx="519">
                  <c:v>37253</c:v>
                </c:pt>
                <c:pt idx="520">
                  <c:v>37256</c:v>
                </c:pt>
                <c:pt idx="521">
                  <c:v>37257</c:v>
                </c:pt>
                <c:pt idx="522">
                  <c:v>37258</c:v>
                </c:pt>
                <c:pt idx="523">
                  <c:v>37259</c:v>
                </c:pt>
                <c:pt idx="524">
                  <c:v>37260</c:v>
                </c:pt>
                <c:pt idx="525">
                  <c:v>37263</c:v>
                </c:pt>
                <c:pt idx="526">
                  <c:v>37264</c:v>
                </c:pt>
                <c:pt idx="527">
                  <c:v>37265</c:v>
                </c:pt>
                <c:pt idx="528">
                  <c:v>37266</c:v>
                </c:pt>
                <c:pt idx="529">
                  <c:v>37267</c:v>
                </c:pt>
                <c:pt idx="530">
                  <c:v>37270</c:v>
                </c:pt>
                <c:pt idx="531">
                  <c:v>37271</c:v>
                </c:pt>
                <c:pt idx="532">
                  <c:v>37272</c:v>
                </c:pt>
                <c:pt idx="533">
                  <c:v>37273</c:v>
                </c:pt>
                <c:pt idx="534">
                  <c:v>37274</c:v>
                </c:pt>
                <c:pt idx="535">
                  <c:v>37277</c:v>
                </c:pt>
                <c:pt idx="536">
                  <c:v>37278</c:v>
                </c:pt>
                <c:pt idx="537">
                  <c:v>37279</c:v>
                </c:pt>
                <c:pt idx="538">
                  <c:v>37280</c:v>
                </c:pt>
                <c:pt idx="539">
                  <c:v>37281</c:v>
                </c:pt>
                <c:pt idx="540">
                  <c:v>37284</c:v>
                </c:pt>
                <c:pt idx="541">
                  <c:v>37285</c:v>
                </c:pt>
                <c:pt idx="542">
                  <c:v>37286</c:v>
                </c:pt>
                <c:pt idx="543">
                  <c:v>37287</c:v>
                </c:pt>
                <c:pt idx="544">
                  <c:v>37288</c:v>
                </c:pt>
                <c:pt idx="545">
                  <c:v>37291</c:v>
                </c:pt>
                <c:pt idx="546">
                  <c:v>37292</c:v>
                </c:pt>
                <c:pt idx="547">
                  <c:v>37293</c:v>
                </c:pt>
                <c:pt idx="548">
                  <c:v>37294</c:v>
                </c:pt>
                <c:pt idx="549">
                  <c:v>37295</c:v>
                </c:pt>
                <c:pt idx="550">
                  <c:v>37298</c:v>
                </c:pt>
                <c:pt idx="551">
                  <c:v>37299</c:v>
                </c:pt>
                <c:pt idx="552">
                  <c:v>37300</c:v>
                </c:pt>
                <c:pt idx="553">
                  <c:v>37301</c:v>
                </c:pt>
                <c:pt idx="554">
                  <c:v>37302</c:v>
                </c:pt>
                <c:pt idx="555">
                  <c:v>37305</c:v>
                </c:pt>
                <c:pt idx="556">
                  <c:v>37306</c:v>
                </c:pt>
                <c:pt idx="557">
                  <c:v>37307</c:v>
                </c:pt>
                <c:pt idx="558">
                  <c:v>37308</c:v>
                </c:pt>
                <c:pt idx="559">
                  <c:v>37309</c:v>
                </c:pt>
                <c:pt idx="560">
                  <c:v>37312</c:v>
                </c:pt>
                <c:pt idx="561">
                  <c:v>37313</c:v>
                </c:pt>
                <c:pt idx="562">
                  <c:v>37314</c:v>
                </c:pt>
                <c:pt idx="563">
                  <c:v>37315</c:v>
                </c:pt>
                <c:pt idx="564">
                  <c:v>37316</c:v>
                </c:pt>
                <c:pt idx="565">
                  <c:v>37319</c:v>
                </c:pt>
                <c:pt idx="566">
                  <c:v>37320</c:v>
                </c:pt>
                <c:pt idx="567">
                  <c:v>37321</c:v>
                </c:pt>
                <c:pt idx="568">
                  <c:v>37322</c:v>
                </c:pt>
                <c:pt idx="569">
                  <c:v>37323</c:v>
                </c:pt>
                <c:pt idx="570">
                  <c:v>37326</c:v>
                </c:pt>
                <c:pt idx="571">
                  <c:v>37327</c:v>
                </c:pt>
                <c:pt idx="572">
                  <c:v>37328</c:v>
                </c:pt>
                <c:pt idx="573">
                  <c:v>37329</c:v>
                </c:pt>
                <c:pt idx="574">
                  <c:v>37330</c:v>
                </c:pt>
                <c:pt idx="575">
                  <c:v>37333</c:v>
                </c:pt>
                <c:pt idx="576">
                  <c:v>37334</c:v>
                </c:pt>
                <c:pt idx="577">
                  <c:v>37335</c:v>
                </c:pt>
                <c:pt idx="578">
                  <c:v>37336</c:v>
                </c:pt>
                <c:pt idx="579">
                  <c:v>37337</c:v>
                </c:pt>
                <c:pt idx="580">
                  <c:v>37340</c:v>
                </c:pt>
                <c:pt idx="581">
                  <c:v>37341</c:v>
                </c:pt>
                <c:pt idx="582">
                  <c:v>37342</c:v>
                </c:pt>
                <c:pt idx="583">
                  <c:v>37343</c:v>
                </c:pt>
                <c:pt idx="584">
                  <c:v>37344</c:v>
                </c:pt>
                <c:pt idx="585">
                  <c:v>37347</c:v>
                </c:pt>
                <c:pt idx="586">
                  <c:v>37348</c:v>
                </c:pt>
                <c:pt idx="587">
                  <c:v>37349</c:v>
                </c:pt>
                <c:pt idx="588">
                  <c:v>37350</c:v>
                </c:pt>
                <c:pt idx="589">
                  <c:v>37351</c:v>
                </c:pt>
                <c:pt idx="590">
                  <c:v>37354</c:v>
                </c:pt>
                <c:pt idx="591">
                  <c:v>37355</c:v>
                </c:pt>
                <c:pt idx="592">
                  <c:v>37356</c:v>
                </c:pt>
                <c:pt idx="593">
                  <c:v>37357</c:v>
                </c:pt>
                <c:pt idx="594">
                  <c:v>37358</c:v>
                </c:pt>
                <c:pt idx="595">
                  <c:v>37361</c:v>
                </c:pt>
                <c:pt idx="596">
                  <c:v>37362</c:v>
                </c:pt>
                <c:pt idx="597">
                  <c:v>37363</c:v>
                </c:pt>
                <c:pt idx="598">
                  <c:v>37364</c:v>
                </c:pt>
                <c:pt idx="599">
                  <c:v>37365</c:v>
                </c:pt>
                <c:pt idx="600">
                  <c:v>37368</c:v>
                </c:pt>
                <c:pt idx="601">
                  <c:v>37369</c:v>
                </c:pt>
                <c:pt idx="602">
                  <c:v>37370</c:v>
                </c:pt>
                <c:pt idx="603">
                  <c:v>37371</c:v>
                </c:pt>
                <c:pt idx="604">
                  <c:v>37372</c:v>
                </c:pt>
                <c:pt idx="605">
                  <c:v>37375</c:v>
                </c:pt>
                <c:pt idx="606">
                  <c:v>37376</c:v>
                </c:pt>
                <c:pt idx="607">
                  <c:v>37377</c:v>
                </c:pt>
                <c:pt idx="608">
                  <c:v>37378</c:v>
                </c:pt>
                <c:pt idx="609">
                  <c:v>37379</c:v>
                </c:pt>
                <c:pt idx="610">
                  <c:v>37382</c:v>
                </c:pt>
                <c:pt idx="611">
                  <c:v>37383</c:v>
                </c:pt>
                <c:pt idx="612">
                  <c:v>37384</c:v>
                </c:pt>
                <c:pt idx="613">
                  <c:v>37385</c:v>
                </c:pt>
                <c:pt idx="614">
                  <c:v>37386</c:v>
                </c:pt>
                <c:pt idx="615">
                  <c:v>37389</c:v>
                </c:pt>
                <c:pt idx="616">
                  <c:v>37390</c:v>
                </c:pt>
                <c:pt idx="617">
                  <c:v>37391</c:v>
                </c:pt>
                <c:pt idx="618">
                  <c:v>37392</c:v>
                </c:pt>
                <c:pt idx="619">
                  <c:v>37393</c:v>
                </c:pt>
                <c:pt idx="620">
                  <c:v>37396</c:v>
                </c:pt>
                <c:pt idx="621">
                  <c:v>37397</c:v>
                </c:pt>
                <c:pt idx="622">
                  <c:v>37398</c:v>
                </c:pt>
                <c:pt idx="623">
                  <c:v>37399</c:v>
                </c:pt>
                <c:pt idx="624">
                  <c:v>37400</c:v>
                </c:pt>
                <c:pt idx="625">
                  <c:v>37403</c:v>
                </c:pt>
                <c:pt idx="626">
                  <c:v>37404</c:v>
                </c:pt>
                <c:pt idx="627">
                  <c:v>37405</c:v>
                </c:pt>
                <c:pt idx="628">
                  <c:v>37406</c:v>
                </c:pt>
                <c:pt idx="629">
                  <c:v>37407</c:v>
                </c:pt>
                <c:pt idx="630">
                  <c:v>37410</c:v>
                </c:pt>
                <c:pt idx="631">
                  <c:v>37411</c:v>
                </c:pt>
                <c:pt idx="632">
                  <c:v>37412</c:v>
                </c:pt>
                <c:pt idx="633">
                  <c:v>37413</c:v>
                </c:pt>
                <c:pt idx="634">
                  <c:v>37414</c:v>
                </c:pt>
                <c:pt idx="635">
                  <c:v>37417</c:v>
                </c:pt>
                <c:pt idx="636">
                  <c:v>37418</c:v>
                </c:pt>
                <c:pt idx="637">
                  <c:v>37419</c:v>
                </c:pt>
                <c:pt idx="638">
                  <c:v>37420</c:v>
                </c:pt>
                <c:pt idx="639">
                  <c:v>37421</c:v>
                </c:pt>
                <c:pt idx="640">
                  <c:v>37424</c:v>
                </c:pt>
                <c:pt idx="641">
                  <c:v>37425</c:v>
                </c:pt>
                <c:pt idx="642">
                  <c:v>37426</c:v>
                </c:pt>
                <c:pt idx="643">
                  <c:v>37427</c:v>
                </c:pt>
                <c:pt idx="644">
                  <c:v>37428</c:v>
                </c:pt>
                <c:pt idx="645">
                  <c:v>37431</c:v>
                </c:pt>
                <c:pt idx="646">
                  <c:v>37432</c:v>
                </c:pt>
                <c:pt idx="647">
                  <c:v>37433</c:v>
                </c:pt>
                <c:pt idx="648">
                  <c:v>37434</c:v>
                </c:pt>
                <c:pt idx="649">
                  <c:v>37435</c:v>
                </c:pt>
                <c:pt idx="650">
                  <c:v>37438</c:v>
                </c:pt>
                <c:pt idx="651">
                  <c:v>37439</c:v>
                </c:pt>
                <c:pt idx="652">
                  <c:v>37440</c:v>
                </c:pt>
                <c:pt idx="653">
                  <c:v>37441</c:v>
                </c:pt>
                <c:pt idx="654">
                  <c:v>37442</c:v>
                </c:pt>
                <c:pt idx="655">
                  <c:v>37445</c:v>
                </c:pt>
                <c:pt idx="656">
                  <c:v>37446</c:v>
                </c:pt>
                <c:pt idx="657">
                  <c:v>37447</c:v>
                </c:pt>
                <c:pt idx="658">
                  <c:v>37448</c:v>
                </c:pt>
                <c:pt idx="659">
                  <c:v>37449</c:v>
                </c:pt>
                <c:pt idx="660">
                  <c:v>37452</c:v>
                </c:pt>
                <c:pt idx="661">
                  <c:v>37453</c:v>
                </c:pt>
                <c:pt idx="662">
                  <c:v>37454</c:v>
                </c:pt>
                <c:pt idx="663">
                  <c:v>37455</c:v>
                </c:pt>
                <c:pt idx="664">
                  <c:v>37456</c:v>
                </c:pt>
                <c:pt idx="665">
                  <c:v>37459</c:v>
                </c:pt>
                <c:pt idx="666">
                  <c:v>37460</c:v>
                </c:pt>
                <c:pt idx="667">
                  <c:v>37461</c:v>
                </c:pt>
                <c:pt idx="668">
                  <c:v>37462</c:v>
                </c:pt>
                <c:pt idx="669">
                  <c:v>37463</c:v>
                </c:pt>
                <c:pt idx="670">
                  <c:v>37466</c:v>
                </c:pt>
                <c:pt idx="671">
                  <c:v>37467</c:v>
                </c:pt>
                <c:pt idx="672">
                  <c:v>37468</c:v>
                </c:pt>
                <c:pt idx="673">
                  <c:v>37469</c:v>
                </c:pt>
                <c:pt idx="674">
                  <c:v>37470</c:v>
                </c:pt>
                <c:pt idx="675">
                  <c:v>37473</c:v>
                </c:pt>
                <c:pt idx="676">
                  <c:v>37474</c:v>
                </c:pt>
                <c:pt idx="677">
                  <c:v>37475</c:v>
                </c:pt>
                <c:pt idx="678">
                  <c:v>37476</c:v>
                </c:pt>
                <c:pt idx="679">
                  <c:v>37477</c:v>
                </c:pt>
                <c:pt idx="680">
                  <c:v>37480</c:v>
                </c:pt>
                <c:pt idx="681">
                  <c:v>37481</c:v>
                </c:pt>
                <c:pt idx="682">
                  <c:v>37482</c:v>
                </c:pt>
                <c:pt idx="683">
                  <c:v>37483</c:v>
                </c:pt>
                <c:pt idx="684">
                  <c:v>37484</c:v>
                </c:pt>
                <c:pt idx="685">
                  <c:v>37487</c:v>
                </c:pt>
                <c:pt idx="686">
                  <c:v>37488</c:v>
                </c:pt>
                <c:pt idx="687">
                  <c:v>37489</c:v>
                </c:pt>
                <c:pt idx="688">
                  <c:v>37490</c:v>
                </c:pt>
                <c:pt idx="689">
                  <c:v>37491</c:v>
                </c:pt>
                <c:pt idx="690">
                  <c:v>37494</c:v>
                </c:pt>
                <c:pt idx="691">
                  <c:v>37495</c:v>
                </c:pt>
                <c:pt idx="692">
                  <c:v>37496</c:v>
                </c:pt>
                <c:pt idx="693">
                  <c:v>37497</c:v>
                </c:pt>
                <c:pt idx="694">
                  <c:v>37498</c:v>
                </c:pt>
                <c:pt idx="695">
                  <c:v>37501</c:v>
                </c:pt>
                <c:pt idx="696">
                  <c:v>37502</c:v>
                </c:pt>
                <c:pt idx="697">
                  <c:v>37503</c:v>
                </c:pt>
                <c:pt idx="698">
                  <c:v>37504</c:v>
                </c:pt>
                <c:pt idx="699">
                  <c:v>37505</c:v>
                </c:pt>
                <c:pt idx="700">
                  <c:v>37508</c:v>
                </c:pt>
                <c:pt idx="701">
                  <c:v>37509</c:v>
                </c:pt>
                <c:pt idx="702">
                  <c:v>37510</c:v>
                </c:pt>
                <c:pt idx="703">
                  <c:v>37511</c:v>
                </c:pt>
                <c:pt idx="704">
                  <c:v>37512</c:v>
                </c:pt>
                <c:pt idx="705">
                  <c:v>37515</c:v>
                </c:pt>
                <c:pt idx="706">
                  <c:v>37516</c:v>
                </c:pt>
                <c:pt idx="707">
                  <c:v>37517</c:v>
                </c:pt>
                <c:pt idx="708">
                  <c:v>37518</c:v>
                </c:pt>
                <c:pt idx="709">
                  <c:v>37519</c:v>
                </c:pt>
                <c:pt idx="710">
                  <c:v>37522</c:v>
                </c:pt>
                <c:pt idx="711">
                  <c:v>37523</c:v>
                </c:pt>
                <c:pt idx="712">
                  <c:v>37524</c:v>
                </c:pt>
                <c:pt idx="713">
                  <c:v>37525</c:v>
                </c:pt>
                <c:pt idx="714">
                  <c:v>37526</c:v>
                </c:pt>
                <c:pt idx="715">
                  <c:v>37529</c:v>
                </c:pt>
                <c:pt idx="716">
                  <c:v>37530</c:v>
                </c:pt>
                <c:pt idx="717">
                  <c:v>37531</c:v>
                </c:pt>
                <c:pt idx="718">
                  <c:v>37532</c:v>
                </c:pt>
                <c:pt idx="719">
                  <c:v>37533</c:v>
                </c:pt>
                <c:pt idx="720">
                  <c:v>37536</c:v>
                </c:pt>
                <c:pt idx="721">
                  <c:v>37537</c:v>
                </c:pt>
                <c:pt idx="722">
                  <c:v>37538</c:v>
                </c:pt>
                <c:pt idx="723">
                  <c:v>37539</c:v>
                </c:pt>
                <c:pt idx="724">
                  <c:v>37540</c:v>
                </c:pt>
                <c:pt idx="725">
                  <c:v>37543</c:v>
                </c:pt>
                <c:pt idx="726">
                  <c:v>37544</c:v>
                </c:pt>
                <c:pt idx="727">
                  <c:v>37545</c:v>
                </c:pt>
                <c:pt idx="728">
                  <c:v>37546</c:v>
                </c:pt>
                <c:pt idx="729">
                  <c:v>37547</c:v>
                </c:pt>
                <c:pt idx="730">
                  <c:v>37550</c:v>
                </c:pt>
                <c:pt idx="731">
                  <c:v>37551</c:v>
                </c:pt>
                <c:pt idx="732">
                  <c:v>37552</c:v>
                </c:pt>
                <c:pt idx="733">
                  <c:v>37553</c:v>
                </c:pt>
                <c:pt idx="734">
                  <c:v>37554</c:v>
                </c:pt>
                <c:pt idx="735">
                  <c:v>37557</c:v>
                </c:pt>
                <c:pt idx="736">
                  <c:v>37558</c:v>
                </c:pt>
                <c:pt idx="737">
                  <c:v>37559</c:v>
                </c:pt>
                <c:pt idx="738">
                  <c:v>37560</c:v>
                </c:pt>
                <c:pt idx="739">
                  <c:v>37561</c:v>
                </c:pt>
                <c:pt idx="740">
                  <c:v>37564</c:v>
                </c:pt>
                <c:pt idx="741">
                  <c:v>37565</c:v>
                </c:pt>
                <c:pt idx="742">
                  <c:v>37566</c:v>
                </c:pt>
                <c:pt idx="743">
                  <c:v>37567</c:v>
                </c:pt>
                <c:pt idx="744">
                  <c:v>37568</c:v>
                </c:pt>
                <c:pt idx="745">
                  <c:v>37571</c:v>
                </c:pt>
                <c:pt idx="746">
                  <c:v>37572</c:v>
                </c:pt>
                <c:pt idx="747">
                  <c:v>37573</c:v>
                </c:pt>
                <c:pt idx="748">
                  <c:v>37574</c:v>
                </c:pt>
                <c:pt idx="749">
                  <c:v>37575</c:v>
                </c:pt>
                <c:pt idx="750">
                  <c:v>37578</c:v>
                </c:pt>
                <c:pt idx="751">
                  <c:v>37579</c:v>
                </c:pt>
                <c:pt idx="752">
                  <c:v>37580</c:v>
                </c:pt>
                <c:pt idx="753">
                  <c:v>37581</c:v>
                </c:pt>
                <c:pt idx="754">
                  <c:v>37582</c:v>
                </c:pt>
                <c:pt idx="755">
                  <c:v>37585</c:v>
                </c:pt>
                <c:pt idx="756">
                  <c:v>37586</c:v>
                </c:pt>
                <c:pt idx="757">
                  <c:v>37587</c:v>
                </c:pt>
                <c:pt idx="758">
                  <c:v>37588</c:v>
                </c:pt>
                <c:pt idx="759">
                  <c:v>37589</c:v>
                </c:pt>
                <c:pt idx="760">
                  <c:v>37592</c:v>
                </c:pt>
                <c:pt idx="761">
                  <c:v>37593</c:v>
                </c:pt>
                <c:pt idx="762">
                  <c:v>37594</c:v>
                </c:pt>
                <c:pt idx="763">
                  <c:v>37595</c:v>
                </c:pt>
                <c:pt idx="764">
                  <c:v>37596</c:v>
                </c:pt>
                <c:pt idx="765">
                  <c:v>37599</c:v>
                </c:pt>
                <c:pt idx="766">
                  <c:v>37600</c:v>
                </c:pt>
                <c:pt idx="767">
                  <c:v>37601</c:v>
                </c:pt>
                <c:pt idx="768">
                  <c:v>37602</c:v>
                </c:pt>
                <c:pt idx="769">
                  <c:v>37603</c:v>
                </c:pt>
                <c:pt idx="770">
                  <c:v>37606</c:v>
                </c:pt>
                <c:pt idx="771">
                  <c:v>37607</c:v>
                </c:pt>
                <c:pt idx="772">
                  <c:v>37608</c:v>
                </c:pt>
                <c:pt idx="773">
                  <c:v>37609</c:v>
                </c:pt>
                <c:pt idx="774">
                  <c:v>37610</c:v>
                </c:pt>
                <c:pt idx="775">
                  <c:v>37613</c:v>
                </c:pt>
                <c:pt idx="776">
                  <c:v>37614</c:v>
                </c:pt>
                <c:pt idx="777">
                  <c:v>37615</c:v>
                </c:pt>
                <c:pt idx="778">
                  <c:v>37616</c:v>
                </c:pt>
                <c:pt idx="779">
                  <c:v>37617</c:v>
                </c:pt>
                <c:pt idx="780">
                  <c:v>37620</c:v>
                </c:pt>
                <c:pt idx="781">
                  <c:v>37621</c:v>
                </c:pt>
                <c:pt idx="782">
                  <c:v>37622</c:v>
                </c:pt>
                <c:pt idx="783">
                  <c:v>37623</c:v>
                </c:pt>
                <c:pt idx="784">
                  <c:v>37624</c:v>
                </c:pt>
                <c:pt idx="785">
                  <c:v>37627</c:v>
                </c:pt>
                <c:pt idx="786">
                  <c:v>37628</c:v>
                </c:pt>
                <c:pt idx="787">
                  <c:v>37629</c:v>
                </c:pt>
                <c:pt idx="788">
                  <c:v>37630</c:v>
                </c:pt>
                <c:pt idx="789">
                  <c:v>37631</c:v>
                </c:pt>
                <c:pt idx="790">
                  <c:v>37634</c:v>
                </c:pt>
                <c:pt idx="791">
                  <c:v>37635</c:v>
                </c:pt>
                <c:pt idx="792">
                  <c:v>37636</c:v>
                </c:pt>
                <c:pt idx="793">
                  <c:v>37637</c:v>
                </c:pt>
                <c:pt idx="794">
                  <c:v>37638</c:v>
                </c:pt>
                <c:pt idx="795">
                  <c:v>37641</c:v>
                </c:pt>
                <c:pt idx="796">
                  <c:v>37642</c:v>
                </c:pt>
                <c:pt idx="797">
                  <c:v>37643</c:v>
                </c:pt>
                <c:pt idx="798">
                  <c:v>37644</c:v>
                </c:pt>
                <c:pt idx="799">
                  <c:v>37645</c:v>
                </c:pt>
                <c:pt idx="800">
                  <c:v>37648</c:v>
                </c:pt>
                <c:pt idx="801">
                  <c:v>37649</c:v>
                </c:pt>
                <c:pt idx="802">
                  <c:v>37650</c:v>
                </c:pt>
                <c:pt idx="803">
                  <c:v>37651</c:v>
                </c:pt>
                <c:pt idx="804">
                  <c:v>37652</c:v>
                </c:pt>
                <c:pt idx="805">
                  <c:v>37655</c:v>
                </c:pt>
                <c:pt idx="806">
                  <c:v>37656</c:v>
                </c:pt>
                <c:pt idx="807">
                  <c:v>37657</c:v>
                </c:pt>
                <c:pt idx="808">
                  <c:v>37658</c:v>
                </c:pt>
                <c:pt idx="809">
                  <c:v>37659</c:v>
                </c:pt>
                <c:pt idx="810">
                  <c:v>37662</c:v>
                </c:pt>
                <c:pt idx="811">
                  <c:v>37663</c:v>
                </c:pt>
                <c:pt idx="812">
                  <c:v>37664</c:v>
                </c:pt>
                <c:pt idx="813">
                  <c:v>37665</c:v>
                </c:pt>
                <c:pt idx="814">
                  <c:v>37666</c:v>
                </c:pt>
                <c:pt idx="815">
                  <c:v>37669</c:v>
                </c:pt>
                <c:pt idx="816">
                  <c:v>37670</c:v>
                </c:pt>
                <c:pt idx="817">
                  <c:v>37671</c:v>
                </c:pt>
                <c:pt idx="818">
                  <c:v>37672</c:v>
                </c:pt>
                <c:pt idx="819">
                  <c:v>37673</c:v>
                </c:pt>
                <c:pt idx="820">
                  <c:v>37676</c:v>
                </c:pt>
                <c:pt idx="821">
                  <c:v>37677</c:v>
                </c:pt>
                <c:pt idx="822">
                  <c:v>37678</c:v>
                </c:pt>
                <c:pt idx="823">
                  <c:v>37679</c:v>
                </c:pt>
                <c:pt idx="824">
                  <c:v>37680</c:v>
                </c:pt>
                <c:pt idx="825">
                  <c:v>37683</c:v>
                </c:pt>
                <c:pt idx="826">
                  <c:v>37684</c:v>
                </c:pt>
                <c:pt idx="827">
                  <c:v>37685</c:v>
                </c:pt>
                <c:pt idx="828">
                  <c:v>37686</c:v>
                </c:pt>
                <c:pt idx="829">
                  <c:v>37687</c:v>
                </c:pt>
                <c:pt idx="830">
                  <c:v>37690</c:v>
                </c:pt>
                <c:pt idx="831">
                  <c:v>37691</c:v>
                </c:pt>
                <c:pt idx="832">
                  <c:v>37692</c:v>
                </c:pt>
                <c:pt idx="833">
                  <c:v>37693</c:v>
                </c:pt>
                <c:pt idx="834">
                  <c:v>37694</c:v>
                </c:pt>
                <c:pt idx="835">
                  <c:v>37697</c:v>
                </c:pt>
                <c:pt idx="836">
                  <c:v>37698</c:v>
                </c:pt>
                <c:pt idx="837">
                  <c:v>37699</c:v>
                </c:pt>
                <c:pt idx="838">
                  <c:v>37700</c:v>
                </c:pt>
                <c:pt idx="839">
                  <c:v>37701</c:v>
                </c:pt>
                <c:pt idx="840">
                  <c:v>37704</c:v>
                </c:pt>
                <c:pt idx="841">
                  <c:v>37705</c:v>
                </c:pt>
                <c:pt idx="842">
                  <c:v>37706</c:v>
                </c:pt>
                <c:pt idx="843">
                  <c:v>37707</c:v>
                </c:pt>
                <c:pt idx="844">
                  <c:v>37708</c:v>
                </c:pt>
                <c:pt idx="845">
                  <c:v>37711</c:v>
                </c:pt>
                <c:pt idx="846">
                  <c:v>37712</c:v>
                </c:pt>
                <c:pt idx="847">
                  <c:v>37713</c:v>
                </c:pt>
                <c:pt idx="848">
                  <c:v>37714</c:v>
                </c:pt>
                <c:pt idx="849">
                  <c:v>37715</c:v>
                </c:pt>
                <c:pt idx="850">
                  <c:v>37718</c:v>
                </c:pt>
                <c:pt idx="851">
                  <c:v>37719</c:v>
                </c:pt>
                <c:pt idx="852">
                  <c:v>37720</c:v>
                </c:pt>
                <c:pt idx="853">
                  <c:v>37721</c:v>
                </c:pt>
                <c:pt idx="854">
                  <c:v>37722</c:v>
                </c:pt>
                <c:pt idx="855">
                  <c:v>37725</c:v>
                </c:pt>
                <c:pt idx="856">
                  <c:v>37726</c:v>
                </c:pt>
                <c:pt idx="857">
                  <c:v>37727</c:v>
                </c:pt>
                <c:pt idx="858">
                  <c:v>37728</c:v>
                </c:pt>
                <c:pt idx="859">
                  <c:v>37729</c:v>
                </c:pt>
                <c:pt idx="860">
                  <c:v>37732</c:v>
                </c:pt>
                <c:pt idx="861">
                  <c:v>37733</c:v>
                </c:pt>
                <c:pt idx="862">
                  <c:v>37734</c:v>
                </c:pt>
                <c:pt idx="863">
                  <c:v>37735</c:v>
                </c:pt>
                <c:pt idx="864">
                  <c:v>37736</c:v>
                </c:pt>
                <c:pt idx="865">
                  <c:v>37739</c:v>
                </c:pt>
                <c:pt idx="866">
                  <c:v>37740</c:v>
                </c:pt>
                <c:pt idx="867">
                  <c:v>37741</c:v>
                </c:pt>
                <c:pt idx="868">
                  <c:v>37742</c:v>
                </c:pt>
                <c:pt idx="869">
                  <c:v>37743</c:v>
                </c:pt>
                <c:pt idx="870">
                  <c:v>37746</c:v>
                </c:pt>
                <c:pt idx="871">
                  <c:v>37747</c:v>
                </c:pt>
                <c:pt idx="872">
                  <c:v>37748</c:v>
                </c:pt>
                <c:pt idx="873">
                  <c:v>37749</c:v>
                </c:pt>
                <c:pt idx="874">
                  <c:v>37750</c:v>
                </c:pt>
                <c:pt idx="875">
                  <c:v>37753</c:v>
                </c:pt>
                <c:pt idx="876">
                  <c:v>37754</c:v>
                </c:pt>
                <c:pt idx="877">
                  <c:v>37755</c:v>
                </c:pt>
                <c:pt idx="878">
                  <c:v>37756</c:v>
                </c:pt>
                <c:pt idx="879">
                  <c:v>37757</c:v>
                </c:pt>
                <c:pt idx="880">
                  <c:v>37760</c:v>
                </c:pt>
                <c:pt idx="881">
                  <c:v>37761</c:v>
                </c:pt>
                <c:pt idx="882">
                  <c:v>37762</c:v>
                </c:pt>
                <c:pt idx="883">
                  <c:v>37763</c:v>
                </c:pt>
                <c:pt idx="884">
                  <c:v>37764</c:v>
                </c:pt>
                <c:pt idx="885">
                  <c:v>37767</c:v>
                </c:pt>
                <c:pt idx="886">
                  <c:v>37768</c:v>
                </c:pt>
                <c:pt idx="887">
                  <c:v>37769</c:v>
                </c:pt>
                <c:pt idx="888">
                  <c:v>37770</c:v>
                </c:pt>
                <c:pt idx="889">
                  <c:v>37771</c:v>
                </c:pt>
                <c:pt idx="890">
                  <c:v>37774</c:v>
                </c:pt>
                <c:pt idx="891">
                  <c:v>37775</c:v>
                </c:pt>
                <c:pt idx="892">
                  <c:v>37776</c:v>
                </c:pt>
                <c:pt idx="893">
                  <c:v>37777</c:v>
                </c:pt>
                <c:pt idx="894">
                  <c:v>37778</c:v>
                </c:pt>
                <c:pt idx="895">
                  <c:v>37781</c:v>
                </c:pt>
                <c:pt idx="896">
                  <c:v>37782</c:v>
                </c:pt>
                <c:pt idx="897">
                  <c:v>37783</c:v>
                </c:pt>
                <c:pt idx="898">
                  <c:v>37784</c:v>
                </c:pt>
                <c:pt idx="899">
                  <c:v>37785</c:v>
                </c:pt>
                <c:pt idx="900">
                  <c:v>37788</c:v>
                </c:pt>
                <c:pt idx="901">
                  <c:v>37789</c:v>
                </c:pt>
                <c:pt idx="902">
                  <c:v>37790</c:v>
                </c:pt>
                <c:pt idx="903">
                  <c:v>37791</c:v>
                </c:pt>
                <c:pt idx="904">
                  <c:v>37792</c:v>
                </c:pt>
                <c:pt idx="905">
                  <c:v>37795</c:v>
                </c:pt>
                <c:pt idx="906">
                  <c:v>37796</c:v>
                </c:pt>
                <c:pt idx="907">
                  <c:v>37797</c:v>
                </c:pt>
                <c:pt idx="908">
                  <c:v>37798</c:v>
                </c:pt>
                <c:pt idx="909">
                  <c:v>37799</c:v>
                </c:pt>
                <c:pt idx="910">
                  <c:v>37802</c:v>
                </c:pt>
                <c:pt idx="911">
                  <c:v>37803</c:v>
                </c:pt>
                <c:pt idx="912">
                  <c:v>37804</c:v>
                </c:pt>
                <c:pt idx="913">
                  <c:v>37805</c:v>
                </c:pt>
                <c:pt idx="914">
                  <c:v>37806</c:v>
                </c:pt>
                <c:pt idx="915">
                  <c:v>37809</c:v>
                </c:pt>
                <c:pt idx="916">
                  <c:v>37810</c:v>
                </c:pt>
                <c:pt idx="917">
                  <c:v>37811</c:v>
                </c:pt>
                <c:pt idx="918">
                  <c:v>37812</c:v>
                </c:pt>
                <c:pt idx="919">
                  <c:v>37813</c:v>
                </c:pt>
                <c:pt idx="920">
                  <c:v>37816</c:v>
                </c:pt>
                <c:pt idx="921">
                  <c:v>37817</c:v>
                </c:pt>
                <c:pt idx="922">
                  <c:v>37818</c:v>
                </c:pt>
                <c:pt idx="923">
                  <c:v>37819</c:v>
                </c:pt>
                <c:pt idx="924">
                  <c:v>37820</c:v>
                </c:pt>
                <c:pt idx="925">
                  <c:v>37823</c:v>
                </c:pt>
                <c:pt idx="926">
                  <c:v>37824</c:v>
                </c:pt>
                <c:pt idx="927">
                  <c:v>37825</c:v>
                </c:pt>
                <c:pt idx="928">
                  <c:v>37826</c:v>
                </c:pt>
                <c:pt idx="929">
                  <c:v>37827</c:v>
                </c:pt>
                <c:pt idx="930">
                  <c:v>37830</c:v>
                </c:pt>
                <c:pt idx="931">
                  <c:v>37831</c:v>
                </c:pt>
                <c:pt idx="932">
                  <c:v>37832</c:v>
                </c:pt>
                <c:pt idx="933">
                  <c:v>37833</c:v>
                </c:pt>
                <c:pt idx="934">
                  <c:v>37834</c:v>
                </c:pt>
                <c:pt idx="935">
                  <c:v>37837</c:v>
                </c:pt>
                <c:pt idx="936">
                  <c:v>37838</c:v>
                </c:pt>
                <c:pt idx="937">
                  <c:v>37839</c:v>
                </c:pt>
                <c:pt idx="938">
                  <c:v>37840</c:v>
                </c:pt>
                <c:pt idx="939">
                  <c:v>37841</c:v>
                </c:pt>
                <c:pt idx="940">
                  <c:v>37844</c:v>
                </c:pt>
                <c:pt idx="941">
                  <c:v>37845</c:v>
                </c:pt>
                <c:pt idx="942">
                  <c:v>37846</c:v>
                </c:pt>
                <c:pt idx="943">
                  <c:v>37847</c:v>
                </c:pt>
                <c:pt idx="944">
                  <c:v>37848</c:v>
                </c:pt>
                <c:pt idx="945">
                  <c:v>37851</c:v>
                </c:pt>
                <c:pt idx="946">
                  <c:v>37852</c:v>
                </c:pt>
                <c:pt idx="947">
                  <c:v>37853</c:v>
                </c:pt>
                <c:pt idx="948">
                  <c:v>37854</c:v>
                </c:pt>
                <c:pt idx="949">
                  <c:v>37855</c:v>
                </c:pt>
                <c:pt idx="950">
                  <c:v>37858</c:v>
                </c:pt>
                <c:pt idx="951">
                  <c:v>37859</c:v>
                </c:pt>
                <c:pt idx="952">
                  <c:v>37860</c:v>
                </c:pt>
                <c:pt idx="953">
                  <c:v>37861</c:v>
                </c:pt>
                <c:pt idx="954">
                  <c:v>37862</c:v>
                </c:pt>
                <c:pt idx="955">
                  <c:v>37865</c:v>
                </c:pt>
                <c:pt idx="956">
                  <c:v>37866</c:v>
                </c:pt>
                <c:pt idx="957">
                  <c:v>37867</c:v>
                </c:pt>
                <c:pt idx="958">
                  <c:v>37868</c:v>
                </c:pt>
                <c:pt idx="959">
                  <c:v>37869</c:v>
                </c:pt>
                <c:pt idx="960">
                  <c:v>37872</c:v>
                </c:pt>
                <c:pt idx="961">
                  <c:v>37873</c:v>
                </c:pt>
                <c:pt idx="962">
                  <c:v>37874</c:v>
                </c:pt>
                <c:pt idx="963">
                  <c:v>37875</c:v>
                </c:pt>
                <c:pt idx="964">
                  <c:v>37876</c:v>
                </c:pt>
                <c:pt idx="965">
                  <c:v>37879</c:v>
                </c:pt>
                <c:pt idx="966">
                  <c:v>37880</c:v>
                </c:pt>
                <c:pt idx="967">
                  <c:v>37881</c:v>
                </c:pt>
                <c:pt idx="968">
                  <c:v>37882</c:v>
                </c:pt>
                <c:pt idx="969">
                  <c:v>37883</c:v>
                </c:pt>
                <c:pt idx="970">
                  <c:v>37886</c:v>
                </c:pt>
                <c:pt idx="971">
                  <c:v>37887</c:v>
                </c:pt>
                <c:pt idx="972">
                  <c:v>37888</c:v>
                </c:pt>
                <c:pt idx="973">
                  <c:v>37889</c:v>
                </c:pt>
                <c:pt idx="974">
                  <c:v>37890</c:v>
                </c:pt>
                <c:pt idx="975">
                  <c:v>37893</c:v>
                </c:pt>
                <c:pt idx="976">
                  <c:v>37894</c:v>
                </c:pt>
                <c:pt idx="977">
                  <c:v>37895</c:v>
                </c:pt>
                <c:pt idx="978">
                  <c:v>37896</c:v>
                </c:pt>
                <c:pt idx="979">
                  <c:v>37897</c:v>
                </c:pt>
                <c:pt idx="980">
                  <c:v>37900</c:v>
                </c:pt>
                <c:pt idx="981">
                  <c:v>37901</c:v>
                </c:pt>
                <c:pt idx="982">
                  <c:v>37902</c:v>
                </c:pt>
                <c:pt idx="983">
                  <c:v>37903</c:v>
                </c:pt>
                <c:pt idx="984">
                  <c:v>37904</c:v>
                </c:pt>
                <c:pt idx="985">
                  <c:v>37907</c:v>
                </c:pt>
                <c:pt idx="986">
                  <c:v>37908</c:v>
                </c:pt>
                <c:pt idx="987">
                  <c:v>37909</c:v>
                </c:pt>
                <c:pt idx="988">
                  <c:v>37910</c:v>
                </c:pt>
                <c:pt idx="989">
                  <c:v>37911</c:v>
                </c:pt>
                <c:pt idx="990">
                  <c:v>37914</c:v>
                </c:pt>
                <c:pt idx="991">
                  <c:v>37915</c:v>
                </c:pt>
                <c:pt idx="992">
                  <c:v>37916</c:v>
                </c:pt>
                <c:pt idx="993">
                  <c:v>37917</c:v>
                </c:pt>
                <c:pt idx="994">
                  <c:v>37918</c:v>
                </c:pt>
                <c:pt idx="995">
                  <c:v>37921</c:v>
                </c:pt>
                <c:pt idx="996">
                  <c:v>37922</c:v>
                </c:pt>
                <c:pt idx="997">
                  <c:v>37923</c:v>
                </c:pt>
                <c:pt idx="998">
                  <c:v>37924</c:v>
                </c:pt>
                <c:pt idx="999">
                  <c:v>37925</c:v>
                </c:pt>
                <c:pt idx="1000">
                  <c:v>37928</c:v>
                </c:pt>
                <c:pt idx="1001">
                  <c:v>37929</c:v>
                </c:pt>
                <c:pt idx="1002">
                  <c:v>37930</c:v>
                </c:pt>
                <c:pt idx="1003">
                  <c:v>37931</c:v>
                </c:pt>
                <c:pt idx="1004">
                  <c:v>37932</c:v>
                </c:pt>
                <c:pt idx="1005">
                  <c:v>37935</c:v>
                </c:pt>
                <c:pt idx="1006">
                  <c:v>37936</c:v>
                </c:pt>
                <c:pt idx="1007">
                  <c:v>37937</c:v>
                </c:pt>
                <c:pt idx="1008">
                  <c:v>37938</c:v>
                </c:pt>
                <c:pt idx="1009">
                  <c:v>37939</c:v>
                </c:pt>
                <c:pt idx="1010">
                  <c:v>37942</c:v>
                </c:pt>
                <c:pt idx="1011">
                  <c:v>37943</c:v>
                </c:pt>
                <c:pt idx="1012">
                  <c:v>37944</c:v>
                </c:pt>
                <c:pt idx="1013">
                  <c:v>37945</c:v>
                </c:pt>
                <c:pt idx="1014">
                  <c:v>37946</c:v>
                </c:pt>
                <c:pt idx="1015">
                  <c:v>37949</c:v>
                </c:pt>
                <c:pt idx="1016">
                  <c:v>37950</c:v>
                </c:pt>
                <c:pt idx="1017">
                  <c:v>37951</c:v>
                </c:pt>
                <c:pt idx="1018">
                  <c:v>37952</c:v>
                </c:pt>
                <c:pt idx="1019">
                  <c:v>37953</c:v>
                </c:pt>
                <c:pt idx="1020">
                  <c:v>37956</c:v>
                </c:pt>
                <c:pt idx="1021">
                  <c:v>37957</c:v>
                </c:pt>
                <c:pt idx="1022">
                  <c:v>37958</c:v>
                </c:pt>
                <c:pt idx="1023">
                  <c:v>37959</c:v>
                </c:pt>
                <c:pt idx="1024">
                  <c:v>37960</c:v>
                </c:pt>
                <c:pt idx="1025">
                  <c:v>37963</c:v>
                </c:pt>
                <c:pt idx="1026">
                  <c:v>37964</c:v>
                </c:pt>
                <c:pt idx="1027">
                  <c:v>37965</c:v>
                </c:pt>
                <c:pt idx="1028">
                  <c:v>37966</c:v>
                </c:pt>
                <c:pt idx="1029">
                  <c:v>37967</c:v>
                </c:pt>
                <c:pt idx="1030">
                  <c:v>37970</c:v>
                </c:pt>
                <c:pt idx="1031">
                  <c:v>37971</c:v>
                </c:pt>
                <c:pt idx="1032">
                  <c:v>37972</c:v>
                </c:pt>
                <c:pt idx="1033">
                  <c:v>37973</c:v>
                </c:pt>
                <c:pt idx="1034">
                  <c:v>37974</c:v>
                </c:pt>
                <c:pt idx="1035">
                  <c:v>37977</c:v>
                </c:pt>
                <c:pt idx="1036">
                  <c:v>37978</c:v>
                </c:pt>
                <c:pt idx="1037">
                  <c:v>37979</c:v>
                </c:pt>
                <c:pt idx="1038">
                  <c:v>37980</c:v>
                </c:pt>
                <c:pt idx="1039">
                  <c:v>37981</c:v>
                </c:pt>
                <c:pt idx="1040">
                  <c:v>37984</c:v>
                </c:pt>
                <c:pt idx="1041">
                  <c:v>37985</c:v>
                </c:pt>
                <c:pt idx="1042">
                  <c:v>37986</c:v>
                </c:pt>
                <c:pt idx="1043">
                  <c:v>37987</c:v>
                </c:pt>
                <c:pt idx="1044">
                  <c:v>37988</c:v>
                </c:pt>
                <c:pt idx="1045">
                  <c:v>37991</c:v>
                </c:pt>
                <c:pt idx="1046">
                  <c:v>37992</c:v>
                </c:pt>
                <c:pt idx="1047">
                  <c:v>37993</c:v>
                </c:pt>
                <c:pt idx="1048">
                  <c:v>37994</c:v>
                </c:pt>
                <c:pt idx="1049">
                  <c:v>37995</c:v>
                </c:pt>
                <c:pt idx="1050">
                  <c:v>37998</c:v>
                </c:pt>
                <c:pt idx="1051">
                  <c:v>37999</c:v>
                </c:pt>
                <c:pt idx="1052">
                  <c:v>38000</c:v>
                </c:pt>
                <c:pt idx="1053">
                  <c:v>38001</c:v>
                </c:pt>
                <c:pt idx="1054">
                  <c:v>38002</c:v>
                </c:pt>
                <c:pt idx="1055">
                  <c:v>38005</c:v>
                </c:pt>
                <c:pt idx="1056">
                  <c:v>38006</c:v>
                </c:pt>
                <c:pt idx="1057">
                  <c:v>38007</c:v>
                </c:pt>
                <c:pt idx="1058">
                  <c:v>38008</c:v>
                </c:pt>
                <c:pt idx="1059">
                  <c:v>38009</c:v>
                </c:pt>
                <c:pt idx="1060">
                  <c:v>38012</c:v>
                </c:pt>
                <c:pt idx="1061">
                  <c:v>38013</c:v>
                </c:pt>
                <c:pt idx="1062">
                  <c:v>38014</c:v>
                </c:pt>
                <c:pt idx="1063">
                  <c:v>38015</c:v>
                </c:pt>
                <c:pt idx="1064">
                  <c:v>38016</c:v>
                </c:pt>
                <c:pt idx="1065">
                  <c:v>38019</c:v>
                </c:pt>
                <c:pt idx="1066">
                  <c:v>38020</c:v>
                </c:pt>
                <c:pt idx="1067">
                  <c:v>38021</c:v>
                </c:pt>
                <c:pt idx="1068">
                  <c:v>38022</c:v>
                </c:pt>
                <c:pt idx="1069">
                  <c:v>38023</c:v>
                </c:pt>
                <c:pt idx="1070">
                  <c:v>38026</c:v>
                </c:pt>
                <c:pt idx="1071">
                  <c:v>38027</c:v>
                </c:pt>
                <c:pt idx="1072">
                  <c:v>38028</c:v>
                </c:pt>
                <c:pt idx="1073">
                  <c:v>38029</c:v>
                </c:pt>
                <c:pt idx="1074">
                  <c:v>38030</c:v>
                </c:pt>
                <c:pt idx="1075">
                  <c:v>38033</c:v>
                </c:pt>
                <c:pt idx="1076">
                  <c:v>38034</c:v>
                </c:pt>
                <c:pt idx="1077">
                  <c:v>38035</c:v>
                </c:pt>
                <c:pt idx="1078">
                  <c:v>38036</c:v>
                </c:pt>
                <c:pt idx="1079">
                  <c:v>38037</c:v>
                </c:pt>
                <c:pt idx="1080">
                  <c:v>38040</c:v>
                </c:pt>
                <c:pt idx="1081">
                  <c:v>38041</c:v>
                </c:pt>
                <c:pt idx="1082">
                  <c:v>38042</c:v>
                </c:pt>
                <c:pt idx="1083">
                  <c:v>38043</c:v>
                </c:pt>
                <c:pt idx="1084">
                  <c:v>38044</c:v>
                </c:pt>
                <c:pt idx="1085">
                  <c:v>38047</c:v>
                </c:pt>
                <c:pt idx="1086">
                  <c:v>38048</c:v>
                </c:pt>
                <c:pt idx="1087">
                  <c:v>38049</c:v>
                </c:pt>
                <c:pt idx="1088">
                  <c:v>38050</c:v>
                </c:pt>
                <c:pt idx="1089">
                  <c:v>38051</c:v>
                </c:pt>
                <c:pt idx="1090">
                  <c:v>38054</c:v>
                </c:pt>
                <c:pt idx="1091">
                  <c:v>38055</c:v>
                </c:pt>
                <c:pt idx="1092">
                  <c:v>38056</c:v>
                </c:pt>
                <c:pt idx="1093">
                  <c:v>38057</c:v>
                </c:pt>
                <c:pt idx="1094">
                  <c:v>38058</c:v>
                </c:pt>
                <c:pt idx="1095">
                  <c:v>38061</c:v>
                </c:pt>
                <c:pt idx="1096">
                  <c:v>38062</c:v>
                </c:pt>
                <c:pt idx="1097">
                  <c:v>38063</c:v>
                </c:pt>
                <c:pt idx="1098">
                  <c:v>38064</c:v>
                </c:pt>
                <c:pt idx="1099">
                  <c:v>38065</c:v>
                </c:pt>
                <c:pt idx="1100">
                  <c:v>38068</c:v>
                </c:pt>
                <c:pt idx="1101">
                  <c:v>38069</c:v>
                </c:pt>
                <c:pt idx="1102">
                  <c:v>38070</c:v>
                </c:pt>
                <c:pt idx="1103">
                  <c:v>38071</c:v>
                </c:pt>
                <c:pt idx="1104">
                  <c:v>38072</c:v>
                </c:pt>
                <c:pt idx="1105">
                  <c:v>38075</c:v>
                </c:pt>
                <c:pt idx="1106">
                  <c:v>38076</c:v>
                </c:pt>
                <c:pt idx="1107">
                  <c:v>38077</c:v>
                </c:pt>
                <c:pt idx="1108">
                  <c:v>38078</c:v>
                </c:pt>
                <c:pt idx="1109">
                  <c:v>38079</c:v>
                </c:pt>
                <c:pt idx="1110">
                  <c:v>38082</c:v>
                </c:pt>
                <c:pt idx="1111">
                  <c:v>38083</c:v>
                </c:pt>
                <c:pt idx="1112">
                  <c:v>38084</c:v>
                </c:pt>
                <c:pt idx="1113">
                  <c:v>38085</c:v>
                </c:pt>
                <c:pt idx="1114">
                  <c:v>38086</c:v>
                </c:pt>
                <c:pt idx="1115">
                  <c:v>38089</c:v>
                </c:pt>
                <c:pt idx="1116">
                  <c:v>38090</c:v>
                </c:pt>
                <c:pt idx="1117">
                  <c:v>38091</c:v>
                </c:pt>
                <c:pt idx="1118">
                  <c:v>38092</c:v>
                </c:pt>
                <c:pt idx="1119">
                  <c:v>38093</c:v>
                </c:pt>
                <c:pt idx="1120">
                  <c:v>38096</c:v>
                </c:pt>
                <c:pt idx="1121">
                  <c:v>38097</c:v>
                </c:pt>
                <c:pt idx="1122">
                  <c:v>38098</c:v>
                </c:pt>
                <c:pt idx="1123">
                  <c:v>38099</c:v>
                </c:pt>
                <c:pt idx="1124">
                  <c:v>38100</c:v>
                </c:pt>
                <c:pt idx="1125">
                  <c:v>38103</c:v>
                </c:pt>
                <c:pt idx="1126">
                  <c:v>38104</c:v>
                </c:pt>
                <c:pt idx="1127">
                  <c:v>38105</c:v>
                </c:pt>
                <c:pt idx="1128">
                  <c:v>38106</c:v>
                </c:pt>
                <c:pt idx="1129">
                  <c:v>38107</c:v>
                </c:pt>
                <c:pt idx="1130">
                  <c:v>38110</c:v>
                </c:pt>
                <c:pt idx="1131">
                  <c:v>38111</c:v>
                </c:pt>
                <c:pt idx="1132">
                  <c:v>38112</c:v>
                </c:pt>
                <c:pt idx="1133">
                  <c:v>38113</c:v>
                </c:pt>
                <c:pt idx="1134">
                  <c:v>38114</c:v>
                </c:pt>
                <c:pt idx="1135">
                  <c:v>38117</c:v>
                </c:pt>
                <c:pt idx="1136">
                  <c:v>38118</c:v>
                </c:pt>
                <c:pt idx="1137">
                  <c:v>38119</c:v>
                </c:pt>
                <c:pt idx="1138">
                  <c:v>38120</c:v>
                </c:pt>
                <c:pt idx="1139">
                  <c:v>38121</c:v>
                </c:pt>
                <c:pt idx="1140">
                  <c:v>38124</c:v>
                </c:pt>
                <c:pt idx="1141">
                  <c:v>38125</c:v>
                </c:pt>
                <c:pt idx="1142">
                  <c:v>38126</c:v>
                </c:pt>
                <c:pt idx="1143">
                  <c:v>38127</c:v>
                </c:pt>
                <c:pt idx="1144">
                  <c:v>38128</c:v>
                </c:pt>
                <c:pt idx="1145">
                  <c:v>38131</c:v>
                </c:pt>
                <c:pt idx="1146">
                  <c:v>38132</c:v>
                </c:pt>
                <c:pt idx="1147">
                  <c:v>38133</c:v>
                </c:pt>
                <c:pt idx="1148">
                  <c:v>38134</c:v>
                </c:pt>
                <c:pt idx="1149">
                  <c:v>38135</c:v>
                </c:pt>
                <c:pt idx="1150">
                  <c:v>38138</c:v>
                </c:pt>
                <c:pt idx="1151">
                  <c:v>38139</c:v>
                </c:pt>
                <c:pt idx="1152">
                  <c:v>38140</c:v>
                </c:pt>
                <c:pt idx="1153">
                  <c:v>38141</c:v>
                </c:pt>
                <c:pt idx="1154">
                  <c:v>38142</c:v>
                </c:pt>
                <c:pt idx="1155">
                  <c:v>38145</c:v>
                </c:pt>
                <c:pt idx="1156">
                  <c:v>38146</c:v>
                </c:pt>
                <c:pt idx="1157">
                  <c:v>38147</c:v>
                </c:pt>
                <c:pt idx="1158">
                  <c:v>38148</c:v>
                </c:pt>
                <c:pt idx="1159">
                  <c:v>38149</c:v>
                </c:pt>
                <c:pt idx="1160">
                  <c:v>38152</c:v>
                </c:pt>
                <c:pt idx="1161">
                  <c:v>38153</c:v>
                </c:pt>
                <c:pt idx="1162">
                  <c:v>38154</c:v>
                </c:pt>
                <c:pt idx="1163">
                  <c:v>38155</c:v>
                </c:pt>
                <c:pt idx="1164">
                  <c:v>38156</c:v>
                </c:pt>
                <c:pt idx="1165">
                  <c:v>38159</c:v>
                </c:pt>
                <c:pt idx="1166">
                  <c:v>38160</c:v>
                </c:pt>
                <c:pt idx="1167">
                  <c:v>38161</c:v>
                </c:pt>
                <c:pt idx="1168">
                  <c:v>38162</c:v>
                </c:pt>
                <c:pt idx="1169">
                  <c:v>38163</c:v>
                </c:pt>
                <c:pt idx="1170">
                  <c:v>38166</c:v>
                </c:pt>
                <c:pt idx="1171">
                  <c:v>38167</c:v>
                </c:pt>
                <c:pt idx="1172">
                  <c:v>38168</c:v>
                </c:pt>
                <c:pt idx="1173">
                  <c:v>38169</c:v>
                </c:pt>
                <c:pt idx="1174">
                  <c:v>38170</c:v>
                </c:pt>
                <c:pt idx="1175">
                  <c:v>38173</c:v>
                </c:pt>
                <c:pt idx="1176">
                  <c:v>38174</c:v>
                </c:pt>
                <c:pt idx="1177">
                  <c:v>38175</c:v>
                </c:pt>
                <c:pt idx="1178">
                  <c:v>38176</c:v>
                </c:pt>
                <c:pt idx="1179">
                  <c:v>38177</c:v>
                </c:pt>
                <c:pt idx="1180">
                  <c:v>38180</c:v>
                </c:pt>
                <c:pt idx="1181">
                  <c:v>38181</c:v>
                </c:pt>
                <c:pt idx="1182">
                  <c:v>38182</c:v>
                </c:pt>
                <c:pt idx="1183">
                  <c:v>38183</c:v>
                </c:pt>
                <c:pt idx="1184">
                  <c:v>38184</c:v>
                </c:pt>
                <c:pt idx="1185">
                  <c:v>38187</c:v>
                </c:pt>
                <c:pt idx="1186">
                  <c:v>38188</c:v>
                </c:pt>
                <c:pt idx="1187">
                  <c:v>38189</c:v>
                </c:pt>
                <c:pt idx="1188">
                  <c:v>38190</c:v>
                </c:pt>
                <c:pt idx="1189">
                  <c:v>38191</c:v>
                </c:pt>
                <c:pt idx="1190">
                  <c:v>38194</c:v>
                </c:pt>
                <c:pt idx="1191">
                  <c:v>38195</c:v>
                </c:pt>
                <c:pt idx="1192">
                  <c:v>38196</c:v>
                </c:pt>
                <c:pt idx="1193">
                  <c:v>38197</c:v>
                </c:pt>
                <c:pt idx="1194">
                  <c:v>38198</c:v>
                </c:pt>
                <c:pt idx="1195">
                  <c:v>38201</c:v>
                </c:pt>
                <c:pt idx="1196">
                  <c:v>38202</c:v>
                </c:pt>
                <c:pt idx="1197">
                  <c:v>38203</c:v>
                </c:pt>
                <c:pt idx="1198">
                  <c:v>38204</c:v>
                </c:pt>
                <c:pt idx="1199">
                  <c:v>38205</c:v>
                </c:pt>
                <c:pt idx="1200">
                  <c:v>38208</c:v>
                </c:pt>
                <c:pt idx="1201">
                  <c:v>38209</c:v>
                </c:pt>
                <c:pt idx="1202">
                  <c:v>38210</c:v>
                </c:pt>
                <c:pt idx="1203">
                  <c:v>38211</c:v>
                </c:pt>
                <c:pt idx="1204">
                  <c:v>38212</c:v>
                </c:pt>
                <c:pt idx="1205">
                  <c:v>38215</c:v>
                </c:pt>
                <c:pt idx="1206">
                  <c:v>38216</c:v>
                </c:pt>
                <c:pt idx="1207">
                  <c:v>38217</c:v>
                </c:pt>
                <c:pt idx="1208">
                  <c:v>38218</c:v>
                </c:pt>
                <c:pt idx="1209">
                  <c:v>38219</c:v>
                </c:pt>
                <c:pt idx="1210">
                  <c:v>38222</c:v>
                </c:pt>
                <c:pt idx="1211">
                  <c:v>38223</c:v>
                </c:pt>
                <c:pt idx="1212">
                  <c:v>38224</c:v>
                </c:pt>
                <c:pt idx="1213">
                  <c:v>38225</c:v>
                </c:pt>
                <c:pt idx="1214">
                  <c:v>38226</c:v>
                </c:pt>
                <c:pt idx="1215">
                  <c:v>38229</c:v>
                </c:pt>
                <c:pt idx="1216">
                  <c:v>38230</c:v>
                </c:pt>
                <c:pt idx="1217">
                  <c:v>38231</c:v>
                </c:pt>
                <c:pt idx="1218">
                  <c:v>38232</c:v>
                </c:pt>
                <c:pt idx="1219">
                  <c:v>38233</c:v>
                </c:pt>
                <c:pt idx="1220">
                  <c:v>38236</c:v>
                </c:pt>
                <c:pt idx="1221">
                  <c:v>38237</c:v>
                </c:pt>
                <c:pt idx="1222">
                  <c:v>38238</c:v>
                </c:pt>
                <c:pt idx="1223">
                  <c:v>38239</c:v>
                </c:pt>
                <c:pt idx="1224">
                  <c:v>38240</c:v>
                </c:pt>
                <c:pt idx="1225">
                  <c:v>38243</c:v>
                </c:pt>
                <c:pt idx="1226">
                  <c:v>38244</c:v>
                </c:pt>
                <c:pt idx="1227">
                  <c:v>38245</c:v>
                </c:pt>
                <c:pt idx="1228">
                  <c:v>38246</c:v>
                </c:pt>
                <c:pt idx="1229">
                  <c:v>38247</c:v>
                </c:pt>
                <c:pt idx="1230">
                  <c:v>38250</c:v>
                </c:pt>
                <c:pt idx="1231">
                  <c:v>38251</c:v>
                </c:pt>
                <c:pt idx="1232">
                  <c:v>38252</c:v>
                </c:pt>
                <c:pt idx="1233">
                  <c:v>38253</c:v>
                </c:pt>
                <c:pt idx="1234">
                  <c:v>38254</c:v>
                </c:pt>
                <c:pt idx="1235">
                  <c:v>38257</c:v>
                </c:pt>
                <c:pt idx="1236">
                  <c:v>38258</c:v>
                </c:pt>
                <c:pt idx="1237">
                  <c:v>38259</c:v>
                </c:pt>
                <c:pt idx="1238">
                  <c:v>38260</c:v>
                </c:pt>
                <c:pt idx="1239">
                  <c:v>38261</c:v>
                </c:pt>
                <c:pt idx="1240">
                  <c:v>38264</c:v>
                </c:pt>
                <c:pt idx="1241">
                  <c:v>38265</c:v>
                </c:pt>
                <c:pt idx="1242">
                  <c:v>38266</c:v>
                </c:pt>
                <c:pt idx="1243">
                  <c:v>38267</c:v>
                </c:pt>
                <c:pt idx="1244">
                  <c:v>38268</c:v>
                </c:pt>
                <c:pt idx="1245">
                  <c:v>38271</c:v>
                </c:pt>
                <c:pt idx="1246">
                  <c:v>38272</c:v>
                </c:pt>
                <c:pt idx="1247">
                  <c:v>38273</c:v>
                </c:pt>
                <c:pt idx="1248">
                  <c:v>38274</c:v>
                </c:pt>
                <c:pt idx="1249">
                  <c:v>38275</c:v>
                </c:pt>
                <c:pt idx="1250">
                  <c:v>38278</c:v>
                </c:pt>
                <c:pt idx="1251">
                  <c:v>38279</c:v>
                </c:pt>
                <c:pt idx="1252">
                  <c:v>38280</c:v>
                </c:pt>
                <c:pt idx="1253">
                  <c:v>38281</c:v>
                </c:pt>
                <c:pt idx="1254">
                  <c:v>38282</c:v>
                </c:pt>
                <c:pt idx="1255">
                  <c:v>38285</c:v>
                </c:pt>
                <c:pt idx="1256">
                  <c:v>38286</c:v>
                </c:pt>
                <c:pt idx="1257">
                  <c:v>38287</c:v>
                </c:pt>
                <c:pt idx="1258">
                  <c:v>38288</c:v>
                </c:pt>
                <c:pt idx="1259">
                  <c:v>38289</c:v>
                </c:pt>
                <c:pt idx="1260">
                  <c:v>38292</c:v>
                </c:pt>
                <c:pt idx="1261">
                  <c:v>38293</c:v>
                </c:pt>
                <c:pt idx="1262">
                  <c:v>38294</c:v>
                </c:pt>
                <c:pt idx="1263">
                  <c:v>38295</c:v>
                </c:pt>
                <c:pt idx="1264">
                  <c:v>38296</c:v>
                </c:pt>
                <c:pt idx="1265">
                  <c:v>38299</c:v>
                </c:pt>
                <c:pt idx="1266">
                  <c:v>38300</c:v>
                </c:pt>
                <c:pt idx="1267">
                  <c:v>38301</c:v>
                </c:pt>
                <c:pt idx="1268">
                  <c:v>38302</c:v>
                </c:pt>
                <c:pt idx="1269">
                  <c:v>38303</c:v>
                </c:pt>
                <c:pt idx="1270">
                  <c:v>38306</c:v>
                </c:pt>
                <c:pt idx="1271">
                  <c:v>38307</c:v>
                </c:pt>
                <c:pt idx="1272">
                  <c:v>38308</c:v>
                </c:pt>
                <c:pt idx="1273">
                  <c:v>38309</c:v>
                </c:pt>
                <c:pt idx="1274">
                  <c:v>38310</c:v>
                </c:pt>
                <c:pt idx="1275">
                  <c:v>38313</c:v>
                </c:pt>
                <c:pt idx="1276">
                  <c:v>38314</c:v>
                </c:pt>
                <c:pt idx="1277">
                  <c:v>38315</c:v>
                </c:pt>
                <c:pt idx="1278">
                  <c:v>38316</c:v>
                </c:pt>
                <c:pt idx="1279">
                  <c:v>38317</c:v>
                </c:pt>
                <c:pt idx="1280">
                  <c:v>38320</c:v>
                </c:pt>
                <c:pt idx="1281">
                  <c:v>38321</c:v>
                </c:pt>
                <c:pt idx="1282">
                  <c:v>38322</c:v>
                </c:pt>
                <c:pt idx="1283">
                  <c:v>38323</c:v>
                </c:pt>
                <c:pt idx="1284">
                  <c:v>38324</c:v>
                </c:pt>
                <c:pt idx="1285">
                  <c:v>38327</c:v>
                </c:pt>
                <c:pt idx="1286">
                  <c:v>38328</c:v>
                </c:pt>
                <c:pt idx="1287">
                  <c:v>38329</c:v>
                </c:pt>
                <c:pt idx="1288">
                  <c:v>38330</c:v>
                </c:pt>
                <c:pt idx="1289">
                  <c:v>38331</c:v>
                </c:pt>
                <c:pt idx="1290">
                  <c:v>38334</c:v>
                </c:pt>
                <c:pt idx="1291">
                  <c:v>38335</c:v>
                </c:pt>
                <c:pt idx="1292">
                  <c:v>38336</c:v>
                </c:pt>
                <c:pt idx="1293">
                  <c:v>38337</c:v>
                </c:pt>
                <c:pt idx="1294">
                  <c:v>38338</c:v>
                </c:pt>
                <c:pt idx="1295">
                  <c:v>38341</c:v>
                </c:pt>
                <c:pt idx="1296">
                  <c:v>38342</c:v>
                </c:pt>
                <c:pt idx="1297">
                  <c:v>38343</c:v>
                </c:pt>
                <c:pt idx="1298">
                  <c:v>38344</c:v>
                </c:pt>
                <c:pt idx="1299">
                  <c:v>38345</c:v>
                </c:pt>
                <c:pt idx="1300">
                  <c:v>38348</c:v>
                </c:pt>
                <c:pt idx="1301">
                  <c:v>38349</c:v>
                </c:pt>
                <c:pt idx="1302">
                  <c:v>38350</c:v>
                </c:pt>
                <c:pt idx="1303">
                  <c:v>38351</c:v>
                </c:pt>
                <c:pt idx="1304">
                  <c:v>38352</c:v>
                </c:pt>
                <c:pt idx="1305">
                  <c:v>38355</c:v>
                </c:pt>
                <c:pt idx="1306">
                  <c:v>38356</c:v>
                </c:pt>
                <c:pt idx="1307">
                  <c:v>38357</c:v>
                </c:pt>
                <c:pt idx="1308">
                  <c:v>38358</c:v>
                </c:pt>
                <c:pt idx="1309">
                  <c:v>38359</c:v>
                </c:pt>
                <c:pt idx="1310">
                  <c:v>38362</c:v>
                </c:pt>
                <c:pt idx="1311">
                  <c:v>38363</c:v>
                </c:pt>
                <c:pt idx="1312">
                  <c:v>38364</c:v>
                </c:pt>
                <c:pt idx="1313">
                  <c:v>38365</c:v>
                </c:pt>
                <c:pt idx="1314">
                  <c:v>38366</c:v>
                </c:pt>
                <c:pt idx="1315">
                  <c:v>38369</c:v>
                </c:pt>
                <c:pt idx="1316">
                  <c:v>38370</c:v>
                </c:pt>
                <c:pt idx="1317">
                  <c:v>38371</c:v>
                </c:pt>
                <c:pt idx="1318">
                  <c:v>38372</c:v>
                </c:pt>
                <c:pt idx="1319">
                  <c:v>38373</c:v>
                </c:pt>
                <c:pt idx="1320">
                  <c:v>38376</c:v>
                </c:pt>
                <c:pt idx="1321">
                  <c:v>38377</c:v>
                </c:pt>
                <c:pt idx="1322">
                  <c:v>38378</c:v>
                </c:pt>
                <c:pt idx="1323">
                  <c:v>38379</c:v>
                </c:pt>
                <c:pt idx="1324">
                  <c:v>38380</c:v>
                </c:pt>
                <c:pt idx="1325">
                  <c:v>38383</c:v>
                </c:pt>
                <c:pt idx="1326">
                  <c:v>38384</c:v>
                </c:pt>
                <c:pt idx="1327">
                  <c:v>38385</c:v>
                </c:pt>
                <c:pt idx="1328">
                  <c:v>38386</c:v>
                </c:pt>
                <c:pt idx="1329">
                  <c:v>38387</c:v>
                </c:pt>
                <c:pt idx="1330">
                  <c:v>38390</c:v>
                </c:pt>
                <c:pt idx="1331">
                  <c:v>38391</c:v>
                </c:pt>
                <c:pt idx="1332">
                  <c:v>38392</c:v>
                </c:pt>
                <c:pt idx="1333">
                  <c:v>38393</c:v>
                </c:pt>
                <c:pt idx="1334">
                  <c:v>38394</c:v>
                </c:pt>
                <c:pt idx="1335">
                  <c:v>38397</c:v>
                </c:pt>
                <c:pt idx="1336">
                  <c:v>38398</c:v>
                </c:pt>
                <c:pt idx="1337">
                  <c:v>38399</c:v>
                </c:pt>
                <c:pt idx="1338">
                  <c:v>38400</c:v>
                </c:pt>
                <c:pt idx="1339">
                  <c:v>38401</c:v>
                </c:pt>
                <c:pt idx="1340">
                  <c:v>38404</c:v>
                </c:pt>
                <c:pt idx="1341">
                  <c:v>38405</c:v>
                </c:pt>
                <c:pt idx="1342">
                  <c:v>38406</c:v>
                </c:pt>
                <c:pt idx="1343">
                  <c:v>38407</c:v>
                </c:pt>
                <c:pt idx="1344">
                  <c:v>38408</c:v>
                </c:pt>
                <c:pt idx="1345">
                  <c:v>38411</c:v>
                </c:pt>
                <c:pt idx="1346">
                  <c:v>38412</c:v>
                </c:pt>
                <c:pt idx="1347">
                  <c:v>38413</c:v>
                </c:pt>
                <c:pt idx="1348">
                  <c:v>38414</c:v>
                </c:pt>
                <c:pt idx="1349">
                  <c:v>38415</c:v>
                </c:pt>
                <c:pt idx="1350">
                  <c:v>38418</c:v>
                </c:pt>
                <c:pt idx="1351">
                  <c:v>38419</c:v>
                </c:pt>
                <c:pt idx="1352">
                  <c:v>38420</c:v>
                </c:pt>
                <c:pt idx="1353">
                  <c:v>38421</c:v>
                </c:pt>
                <c:pt idx="1354">
                  <c:v>38422</c:v>
                </c:pt>
                <c:pt idx="1355">
                  <c:v>38425</c:v>
                </c:pt>
                <c:pt idx="1356">
                  <c:v>38426</c:v>
                </c:pt>
                <c:pt idx="1357">
                  <c:v>38427</c:v>
                </c:pt>
                <c:pt idx="1358">
                  <c:v>38428</c:v>
                </c:pt>
                <c:pt idx="1359">
                  <c:v>38429</c:v>
                </c:pt>
                <c:pt idx="1360">
                  <c:v>38432</c:v>
                </c:pt>
                <c:pt idx="1361">
                  <c:v>38433</c:v>
                </c:pt>
                <c:pt idx="1362">
                  <c:v>38434</c:v>
                </c:pt>
                <c:pt idx="1363">
                  <c:v>38435</c:v>
                </c:pt>
                <c:pt idx="1364">
                  <c:v>38436</c:v>
                </c:pt>
                <c:pt idx="1365">
                  <c:v>38439</c:v>
                </c:pt>
                <c:pt idx="1366">
                  <c:v>38440</c:v>
                </c:pt>
                <c:pt idx="1367">
                  <c:v>38441</c:v>
                </c:pt>
                <c:pt idx="1368">
                  <c:v>38442</c:v>
                </c:pt>
                <c:pt idx="1369">
                  <c:v>38443</c:v>
                </c:pt>
                <c:pt idx="1370">
                  <c:v>38446</c:v>
                </c:pt>
                <c:pt idx="1371">
                  <c:v>38447</c:v>
                </c:pt>
                <c:pt idx="1372">
                  <c:v>38448</c:v>
                </c:pt>
                <c:pt idx="1373">
                  <c:v>38449</c:v>
                </c:pt>
                <c:pt idx="1374">
                  <c:v>38450</c:v>
                </c:pt>
                <c:pt idx="1375">
                  <c:v>38453</c:v>
                </c:pt>
                <c:pt idx="1376">
                  <c:v>38454</c:v>
                </c:pt>
                <c:pt idx="1377">
                  <c:v>38455</c:v>
                </c:pt>
                <c:pt idx="1378">
                  <c:v>38456</c:v>
                </c:pt>
                <c:pt idx="1379">
                  <c:v>38457</c:v>
                </c:pt>
                <c:pt idx="1380">
                  <c:v>38460</c:v>
                </c:pt>
                <c:pt idx="1381">
                  <c:v>38461</c:v>
                </c:pt>
                <c:pt idx="1382">
                  <c:v>38462</c:v>
                </c:pt>
                <c:pt idx="1383">
                  <c:v>38463</c:v>
                </c:pt>
                <c:pt idx="1384">
                  <c:v>38464</c:v>
                </c:pt>
                <c:pt idx="1385">
                  <c:v>38467</c:v>
                </c:pt>
                <c:pt idx="1386">
                  <c:v>38468</c:v>
                </c:pt>
                <c:pt idx="1387">
                  <c:v>38469</c:v>
                </c:pt>
                <c:pt idx="1388">
                  <c:v>38470</c:v>
                </c:pt>
                <c:pt idx="1389">
                  <c:v>38471</c:v>
                </c:pt>
                <c:pt idx="1390">
                  <c:v>38474</c:v>
                </c:pt>
                <c:pt idx="1391">
                  <c:v>38475</c:v>
                </c:pt>
                <c:pt idx="1392">
                  <c:v>38476</c:v>
                </c:pt>
                <c:pt idx="1393">
                  <c:v>38477</c:v>
                </c:pt>
                <c:pt idx="1394">
                  <c:v>38478</c:v>
                </c:pt>
                <c:pt idx="1395">
                  <c:v>38481</c:v>
                </c:pt>
                <c:pt idx="1396">
                  <c:v>38482</c:v>
                </c:pt>
                <c:pt idx="1397">
                  <c:v>38483</c:v>
                </c:pt>
                <c:pt idx="1398">
                  <c:v>38484</c:v>
                </c:pt>
                <c:pt idx="1399">
                  <c:v>38485</c:v>
                </c:pt>
                <c:pt idx="1400">
                  <c:v>38488</c:v>
                </c:pt>
                <c:pt idx="1401">
                  <c:v>38489</c:v>
                </c:pt>
                <c:pt idx="1402">
                  <c:v>38490</c:v>
                </c:pt>
                <c:pt idx="1403">
                  <c:v>38491</c:v>
                </c:pt>
                <c:pt idx="1404">
                  <c:v>38492</c:v>
                </c:pt>
                <c:pt idx="1405">
                  <c:v>38495</c:v>
                </c:pt>
                <c:pt idx="1406">
                  <c:v>38496</c:v>
                </c:pt>
                <c:pt idx="1407">
                  <c:v>38497</c:v>
                </c:pt>
                <c:pt idx="1408">
                  <c:v>38498</c:v>
                </c:pt>
                <c:pt idx="1409">
                  <c:v>38499</c:v>
                </c:pt>
                <c:pt idx="1410">
                  <c:v>38502</c:v>
                </c:pt>
                <c:pt idx="1411">
                  <c:v>38503</c:v>
                </c:pt>
                <c:pt idx="1412">
                  <c:v>38504</c:v>
                </c:pt>
                <c:pt idx="1413">
                  <c:v>38505</c:v>
                </c:pt>
                <c:pt idx="1414">
                  <c:v>38506</c:v>
                </c:pt>
                <c:pt idx="1415">
                  <c:v>38509</c:v>
                </c:pt>
                <c:pt idx="1416">
                  <c:v>38510</c:v>
                </c:pt>
                <c:pt idx="1417">
                  <c:v>38511</c:v>
                </c:pt>
                <c:pt idx="1418">
                  <c:v>38512</c:v>
                </c:pt>
                <c:pt idx="1419">
                  <c:v>38513</c:v>
                </c:pt>
                <c:pt idx="1420">
                  <c:v>38516</c:v>
                </c:pt>
                <c:pt idx="1421">
                  <c:v>38517</c:v>
                </c:pt>
                <c:pt idx="1422">
                  <c:v>38518</c:v>
                </c:pt>
                <c:pt idx="1423">
                  <c:v>38519</c:v>
                </c:pt>
                <c:pt idx="1424">
                  <c:v>38520</c:v>
                </c:pt>
                <c:pt idx="1425">
                  <c:v>38523</c:v>
                </c:pt>
                <c:pt idx="1426">
                  <c:v>38524</c:v>
                </c:pt>
                <c:pt idx="1427">
                  <c:v>38525</c:v>
                </c:pt>
                <c:pt idx="1428">
                  <c:v>38526</c:v>
                </c:pt>
                <c:pt idx="1429">
                  <c:v>38527</c:v>
                </c:pt>
                <c:pt idx="1430">
                  <c:v>38530</c:v>
                </c:pt>
                <c:pt idx="1431">
                  <c:v>38531</c:v>
                </c:pt>
                <c:pt idx="1432">
                  <c:v>38532</c:v>
                </c:pt>
                <c:pt idx="1433">
                  <c:v>38533</c:v>
                </c:pt>
                <c:pt idx="1434">
                  <c:v>38534</c:v>
                </c:pt>
                <c:pt idx="1435">
                  <c:v>38537</c:v>
                </c:pt>
                <c:pt idx="1436">
                  <c:v>38538</c:v>
                </c:pt>
                <c:pt idx="1437">
                  <c:v>38539</c:v>
                </c:pt>
                <c:pt idx="1438">
                  <c:v>38540</c:v>
                </c:pt>
                <c:pt idx="1439">
                  <c:v>38541</c:v>
                </c:pt>
                <c:pt idx="1440">
                  <c:v>38544</c:v>
                </c:pt>
                <c:pt idx="1441">
                  <c:v>38545</c:v>
                </c:pt>
                <c:pt idx="1442">
                  <c:v>38546</c:v>
                </c:pt>
                <c:pt idx="1443">
                  <c:v>38547</c:v>
                </c:pt>
                <c:pt idx="1444">
                  <c:v>38548</c:v>
                </c:pt>
                <c:pt idx="1445">
                  <c:v>38551</c:v>
                </c:pt>
                <c:pt idx="1446">
                  <c:v>38552</c:v>
                </c:pt>
                <c:pt idx="1447">
                  <c:v>38553</c:v>
                </c:pt>
                <c:pt idx="1448">
                  <c:v>38554</c:v>
                </c:pt>
                <c:pt idx="1449">
                  <c:v>38555</c:v>
                </c:pt>
                <c:pt idx="1450">
                  <c:v>38558</c:v>
                </c:pt>
                <c:pt idx="1451">
                  <c:v>38559</c:v>
                </c:pt>
                <c:pt idx="1452">
                  <c:v>38560</c:v>
                </c:pt>
                <c:pt idx="1453">
                  <c:v>38561</c:v>
                </c:pt>
                <c:pt idx="1454">
                  <c:v>38562</c:v>
                </c:pt>
                <c:pt idx="1455">
                  <c:v>38565</c:v>
                </c:pt>
                <c:pt idx="1456">
                  <c:v>38566</c:v>
                </c:pt>
                <c:pt idx="1457">
                  <c:v>38567</c:v>
                </c:pt>
                <c:pt idx="1458">
                  <c:v>38568</c:v>
                </c:pt>
                <c:pt idx="1459">
                  <c:v>38569</c:v>
                </c:pt>
                <c:pt idx="1460">
                  <c:v>38572</c:v>
                </c:pt>
                <c:pt idx="1461">
                  <c:v>38573</c:v>
                </c:pt>
                <c:pt idx="1462">
                  <c:v>38574</c:v>
                </c:pt>
                <c:pt idx="1463">
                  <c:v>38575</c:v>
                </c:pt>
                <c:pt idx="1464">
                  <c:v>38576</c:v>
                </c:pt>
                <c:pt idx="1465">
                  <c:v>38579</c:v>
                </c:pt>
                <c:pt idx="1466">
                  <c:v>38580</c:v>
                </c:pt>
                <c:pt idx="1467">
                  <c:v>38581</c:v>
                </c:pt>
                <c:pt idx="1468">
                  <c:v>38582</c:v>
                </c:pt>
                <c:pt idx="1469">
                  <c:v>38583</c:v>
                </c:pt>
                <c:pt idx="1470">
                  <c:v>38586</c:v>
                </c:pt>
                <c:pt idx="1471">
                  <c:v>38587</c:v>
                </c:pt>
                <c:pt idx="1472">
                  <c:v>38588</c:v>
                </c:pt>
                <c:pt idx="1473">
                  <c:v>38589</c:v>
                </c:pt>
                <c:pt idx="1474">
                  <c:v>38590</c:v>
                </c:pt>
                <c:pt idx="1475">
                  <c:v>38593</c:v>
                </c:pt>
                <c:pt idx="1476">
                  <c:v>38594</c:v>
                </c:pt>
                <c:pt idx="1477">
                  <c:v>38595</c:v>
                </c:pt>
                <c:pt idx="1478">
                  <c:v>38596</c:v>
                </c:pt>
                <c:pt idx="1479">
                  <c:v>38597</c:v>
                </c:pt>
                <c:pt idx="1480">
                  <c:v>38600</c:v>
                </c:pt>
                <c:pt idx="1481">
                  <c:v>38601</c:v>
                </c:pt>
                <c:pt idx="1482">
                  <c:v>38602</c:v>
                </c:pt>
                <c:pt idx="1483">
                  <c:v>38603</c:v>
                </c:pt>
                <c:pt idx="1484">
                  <c:v>38604</c:v>
                </c:pt>
                <c:pt idx="1485">
                  <c:v>38607</c:v>
                </c:pt>
                <c:pt idx="1486">
                  <c:v>38608</c:v>
                </c:pt>
                <c:pt idx="1487">
                  <c:v>38609</c:v>
                </c:pt>
                <c:pt idx="1488">
                  <c:v>38610</c:v>
                </c:pt>
                <c:pt idx="1489">
                  <c:v>38611</c:v>
                </c:pt>
                <c:pt idx="1490">
                  <c:v>38614</c:v>
                </c:pt>
                <c:pt idx="1491">
                  <c:v>38615</c:v>
                </c:pt>
                <c:pt idx="1492">
                  <c:v>38616</c:v>
                </c:pt>
                <c:pt idx="1493">
                  <c:v>38617</c:v>
                </c:pt>
                <c:pt idx="1494">
                  <c:v>38618</c:v>
                </c:pt>
                <c:pt idx="1495">
                  <c:v>38621</c:v>
                </c:pt>
                <c:pt idx="1496">
                  <c:v>38622</c:v>
                </c:pt>
                <c:pt idx="1497">
                  <c:v>38623</c:v>
                </c:pt>
                <c:pt idx="1498">
                  <c:v>38624</c:v>
                </c:pt>
                <c:pt idx="1499">
                  <c:v>38625</c:v>
                </c:pt>
                <c:pt idx="1500">
                  <c:v>38628</c:v>
                </c:pt>
                <c:pt idx="1501">
                  <c:v>38629</c:v>
                </c:pt>
                <c:pt idx="1502">
                  <c:v>38630</c:v>
                </c:pt>
                <c:pt idx="1503">
                  <c:v>38631</c:v>
                </c:pt>
                <c:pt idx="1504">
                  <c:v>38632</c:v>
                </c:pt>
                <c:pt idx="1505">
                  <c:v>38635</c:v>
                </c:pt>
                <c:pt idx="1506">
                  <c:v>38636</c:v>
                </c:pt>
                <c:pt idx="1507">
                  <c:v>38637</c:v>
                </c:pt>
                <c:pt idx="1508">
                  <c:v>38638</c:v>
                </c:pt>
                <c:pt idx="1509">
                  <c:v>38639</c:v>
                </c:pt>
                <c:pt idx="1510">
                  <c:v>38642</c:v>
                </c:pt>
                <c:pt idx="1511">
                  <c:v>38643</c:v>
                </c:pt>
                <c:pt idx="1512">
                  <c:v>38644</c:v>
                </c:pt>
                <c:pt idx="1513">
                  <c:v>38645</c:v>
                </c:pt>
                <c:pt idx="1514">
                  <c:v>38646</c:v>
                </c:pt>
                <c:pt idx="1515">
                  <c:v>38649</c:v>
                </c:pt>
                <c:pt idx="1516">
                  <c:v>38650</c:v>
                </c:pt>
                <c:pt idx="1517">
                  <c:v>38651</c:v>
                </c:pt>
                <c:pt idx="1518">
                  <c:v>38652</c:v>
                </c:pt>
                <c:pt idx="1519">
                  <c:v>38653</c:v>
                </c:pt>
                <c:pt idx="1520">
                  <c:v>38656</c:v>
                </c:pt>
                <c:pt idx="1521">
                  <c:v>38657</c:v>
                </c:pt>
                <c:pt idx="1522">
                  <c:v>38658</c:v>
                </c:pt>
                <c:pt idx="1523">
                  <c:v>38659</c:v>
                </c:pt>
                <c:pt idx="1524">
                  <c:v>38660</c:v>
                </c:pt>
                <c:pt idx="1525">
                  <c:v>38663</c:v>
                </c:pt>
                <c:pt idx="1526">
                  <c:v>38664</c:v>
                </c:pt>
                <c:pt idx="1527">
                  <c:v>38665</c:v>
                </c:pt>
                <c:pt idx="1528">
                  <c:v>38666</c:v>
                </c:pt>
                <c:pt idx="1529">
                  <c:v>38667</c:v>
                </c:pt>
                <c:pt idx="1530">
                  <c:v>38670</c:v>
                </c:pt>
                <c:pt idx="1531">
                  <c:v>38671</c:v>
                </c:pt>
                <c:pt idx="1532">
                  <c:v>38672</c:v>
                </c:pt>
                <c:pt idx="1533">
                  <c:v>38673</c:v>
                </c:pt>
                <c:pt idx="1534">
                  <c:v>38674</c:v>
                </c:pt>
                <c:pt idx="1535">
                  <c:v>38677</c:v>
                </c:pt>
                <c:pt idx="1536">
                  <c:v>38678</c:v>
                </c:pt>
                <c:pt idx="1537">
                  <c:v>38679</c:v>
                </c:pt>
                <c:pt idx="1538">
                  <c:v>38680</c:v>
                </c:pt>
                <c:pt idx="1539">
                  <c:v>38681</c:v>
                </c:pt>
                <c:pt idx="1540">
                  <c:v>38684</c:v>
                </c:pt>
                <c:pt idx="1541">
                  <c:v>38685</c:v>
                </c:pt>
                <c:pt idx="1542">
                  <c:v>38686</c:v>
                </c:pt>
                <c:pt idx="1543">
                  <c:v>38687</c:v>
                </c:pt>
                <c:pt idx="1544">
                  <c:v>38688</c:v>
                </c:pt>
                <c:pt idx="1545">
                  <c:v>38691</c:v>
                </c:pt>
                <c:pt idx="1546">
                  <c:v>38692</c:v>
                </c:pt>
                <c:pt idx="1547">
                  <c:v>38693</c:v>
                </c:pt>
                <c:pt idx="1548">
                  <c:v>38694</c:v>
                </c:pt>
                <c:pt idx="1549">
                  <c:v>38695</c:v>
                </c:pt>
                <c:pt idx="1550">
                  <c:v>38698</c:v>
                </c:pt>
                <c:pt idx="1551">
                  <c:v>38699</c:v>
                </c:pt>
                <c:pt idx="1552">
                  <c:v>38700</c:v>
                </c:pt>
                <c:pt idx="1553">
                  <c:v>38701</c:v>
                </c:pt>
                <c:pt idx="1554">
                  <c:v>38702</c:v>
                </c:pt>
                <c:pt idx="1555">
                  <c:v>38705</c:v>
                </c:pt>
                <c:pt idx="1556">
                  <c:v>38706</c:v>
                </c:pt>
                <c:pt idx="1557">
                  <c:v>38707</c:v>
                </c:pt>
                <c:pt idx="1558">
                  <c:v>38708</c:v>
                </c:pt>
                <c:pt idx="1559">
                  <c:v>38709</c:v>
                </c:pt>
                <c:pt idx="1560">
                  <c:v>38712</c:v>
                </c:pt>
                <c:pt idx="1561">
                  <c:v>38713</c:v>
                </c:pt>
                <c:pt idx="1562">
                  <c:v>38714</c:v>
                </c:pt>
                <c:pt idx="1563">
                  <c:v>38715</c:v>
                </c:pt>
                <c:pt idx="1564">
                  <c:v>38716</c:v>
                </c:pt>
                <c:pt idx="1565">
                  <c:v>38719</c:v>
                </c:pt>
                <c:pt idx="1566">
                  <c:v>38720</c:v>
                </c:pt>
                <c:pt idx="1567">
                  <c:v>38721</c:v>
                </c:pt>
                <c:pt idx="1568">
                  <c:v>38722</c:v>
                </c:pt>
                <c:pt idx="1569">
                  <c:v>38723</c:v>
                </c:pt>
                <c:pt idx="1570">
                  <c:v>38726</c:v>
                </c:pt>
                <c:pt idx="1571">
                  <c:v>38727</c:v>
                </c:pt>
                <c:pt idx="1572">
                  <c:v>38728</c:v>
                </c:pt>
                <c:pt idx="1573">
                  <c:v>38729</c:v>
                </c:pt>
                <c:pt idx="1574">
                  <c:v>38730</c:v>
                </c:pt>
                <c:pt idx="1575">
                  <c:v>38733</c:v>
                </c:pt>
                <c:pt idx="1576">
                  <c:v>38734</c:v>
                </c:pt>
                <c:pt idx="1577">
                  <c:v>38735</c:v>
                </c:pt>
                <c:pt idx="1578">
                  <c:v>38736</c:v>
                </c:pt>
                <c:pt idx="1579">
                  <c:v>38737</c:v>
                </c:pt>
                <c:pt idx="1580">
                  <c:v>38740</c:v>
                </c:pt>
                <c:pt idx="1581">
                  <c:v>38741</c:v>
                </c:pt>
                <c:pt idx="1582">
                  <c:v>38742</c:v>
                </c:pt>
                <c:pt idx="1583">
                  <c:v>38743</c:v>
                </c:pt>
                <c:pt idx="1584">
                  <c:v>38744</c:v>
                </c:pt>
                <c:pt idx="1585">
                  <c:v>38747</c:v>
                </c:pt>
                <c:pt idx="1586">
                  <c:v>38748</c:v>
                </c:pt>
                <c:pt idx="1587">
                  <c:v>38749</c:v>
                </c:pt>
                <c:pt idx="1588">
                  <c:v>38750</c:v>
                </c:pt>
                <c:pt idx="1589">
                  <c:v>38751</c:v>
                </c:pt>
                <c:pt idx="1590">
                  <c:v>38754</c:v>
                </c:pt>
                <c:pt idx="1591">
                  <c:v>38755</c:v>
                </c:pt>
                <c:pt idx="1592">
                  <c:v>38756</c:v>
                </c:pt>
                <c:pt idx="1593">
                  <c:v>38757</c:v>
                </c:pt>
                <c:pt idx="1594">
                  <c:v>38758</c:v>
                </c:pt>
                <c:pt idx="1595">
                  <c:v>38761</c:v>
                </c:pt>
                <c:pt idx="1596">
                  <c:v>38762</c:v>
                </c:pt>
                <c:pt idx="1597">
                  <c:v>38763</c:v>
                </c:pt>
                <c:pt idx="1598">
                  <c:v>38764</c:v>
                </c:pt>
                <c:pt idx="1599">
                  <c:v>38765</c:v>
                </c:pt>
                <c:pt idx="1600">
                  <c:v>38768</c:v>
                </c:pt>
                <c:pt idx="1601">
                  <c:v>38769</c:v>
                </c:pt>
                <c:pt idx="1602">
                  <c:v>38770</c:v>
                </c:pt>
                <c:pt idx="1603">
                  <c:v>38771</c:v>
                </c:pt>
                <c:pt idx="1604">
                  <c:v>38772</c:v>
                </c:pt>
                <c:pt idx="1605">
                  <c:v>38775</c:v>
                </c:pt>
                <c:pt idx="1606">
                  <c:v>38776</c:v>
                </c:pt>
                <c:pt idx="1607">
                  <c:v>38777</c:v>
                </c:pt>
                <c:pt idx="1608">
                  <c:v>38778</c:v>
                </c:pt>
                <c:pt idx="1609">
                  <c:v>38779</c:v>
                </c:pt>
                <c:pt idx="1610">
                  <c:v>38782</c:v>
                </c:pt>
                <c:pt idx="1611">
                  <c:v>38783</c:v>
                </c:pt>
                <c:pt idx="1612">
                  <c:v>38784</c:v>
                </c:pt>
                <c:pt idx="1613">
                  <c:v>38785</c:v>
                </c:pt>
                <c:pt idx="1614">
                  <c:v>38786</c:v>
                </c:pt>
                <c:pt idx="1615">
                  <c:v>38789</c:v>
                </c:pt>
                <c:pt idx="1616">
                  <c:v>38790</c:v>
                </c:pt>
                <c:pt idx="1617">
                  <c:v>38791</c:v>
                </c:pt>
                <c:pt idx="1618">
                  <c:v>38792</c:v>
                </c:pt>
                <c:pt idx="1619">
                  <c:v>38793</c:v>
                </c:pt>
                <c:pt idx="1620">
                  <c:v>38796</c:v>
                </c:pt>
                <c:pt idx="1621">
                  <c:v>38797</c:v>
                </c:pt>
                <c:pt idx="1622">
                  <c:v>38798</c:v>
                </c:pt>
                <c:pt idx="1623">
                  <c:v>38799</c:v>
                </c:pt>
                <c:pt idx="1624">
                  <c:v>38800</c:v>
                </c:pt>
                <c:pt idx="1625">
                  <c:v>38803</c:v>
                </c:pt>
                <c:pt idx="1626">
                  <c:v>38804</c:v>
                </c:pt>
                <c:pt idx="1627">
                  <c:v>38805</c:v>
                </c:pt>
                <c:pt idx="1628">
                  <c:v>38806</c:v>
                </c:pt>
                <c:pt idx="1629">
                  <c:v>38807</c:v>
                </c:pt>
                <c:pt idx="1630">
                  <c:v>38810</c:v>
                </c:pt>
                <c:pt idx="1631">
                  <c:v>38811</c:v>
                </c:pt>
                <c:pt idx="1632">
                  <c:v>38812</c:v>
                </c:pt>
                <c:pt idx="1633">
                  <c:v>38813</c:v>
                </c:pt>
                <c:pt idx="1634">
                  <c:v>38814</c:v>
                </c:pt>
                <c:pt idx="1635">
                  <c:v>38817</c:v>
                </c:pt>
                <c:pt idx="1636">
                  <c:v>38818</c:v>
                </c:pt>
                <c:pt idx="1637">
                  <c:v>38819</c:v>
                </c:pt>
                <c:pt idx="1638">
                  <c:v>38820</c:v>
                </c:pt>
                <c:pt idx="1639">
                  <c:v>38821</c:v>
                </c:pt>
                <c:pt idx="1640">
                  <c:v>38824</c:v>
                </c:pt>
                <c:pt idx="1641">
                  <c:v>38825</c:v>
                </c:pt>
                <c:pt idx="1642">
                  <c:v>38826</c:v>
                </c:pt>
                <c:pt idx="1643">
                  <c:v>38827</c:v>
                </c:pt>
                <c:pt idx="1644">
                  <c:v>38828</c:v>
                </c:pt>
                <c:pt idx="1645">
                  <c:v>38831</c:v>
                </c:pt>
                <c:pt idx="1646">
                  <c:v>38832</c:v>
                </c:pt>
                <c:pt idx="1647">
                  <c:v>38833</c:v>
                </c:pt>
                <c:pt idx="1648">
                  <c:v>38834</c:v>
                </c:pt>
                <c:pt idx="1649">
                  <c:v>38835</c:v>
                </c:pt>
                <c:pt idx="1650">
                  <c:v>38838</c:v>
                </c:pt>
                <c:pt idx="1651">
                  <c:v>38839</c:v>
                </c:pt>
                <c:pt idx="1652">
                  <c:v>38840</c:v>
                </c:pt>
                <c:pt idx="1653">
                  <c:v>38841</c:v>
                </c:pt>
                <c:pt idx="1654">
                  <c:v>38842</c:v>
                </c:pt>
                <c:pt idx="1655">
                  <c:v>38845</c:v>
                </c:pt>
                <c:pt idx="1656">
                  <c:v>38846</c:v>
                </c:pt>
                <c:pt idx="1657">
                  <c:v>38847</c:v>
                </c:pt>
                <c:pt idx="1658">
                  <c:v>38848</c:v>
                </c:pt>
                <c:pt idx="1659">
                  <c:v>38849</c:v>
                </c:pt>
                <c:pt idx="1660">
                  <c:v>38852</c:v>
                </c:pt>
                <c:pt idx="1661">
                  <c:v>38853</c:v>
                </c:pt>
                <c:pt idx="1662">
                  <c:v>38854</c:v>
                </c:pt>
                <c:pt idx="1663">
                  <c:v>38855</c:v>
                </c:pt>
                <c:pt idx="1664">
                  <c:v>38856</c:v>
                </c:pt>
                <c:pt idx="1665">
                  <c:v>38859</c:v>
                </c:pt>
                <c:pt idx="1666">
                  <c:v>38860</c:v>
                </c:pt>
                <c:pt idx="1667">
                  <c:v>38861</c:v>
                </c:pt>
                <c:pt idx="1668">
                  <c:v>38862</c:v>
                </c:pt>
                <c:pt idx="1669">
                  <c:v>38863</c:v>
                </c:pt>
                <c:pt idx="1670">
                  <c:v>38866</c:v>
                </c:pt>
                <c:pt idx="1671">
                  <c:v>38867</c:v>
                </c:pt>
                <c:pt idx="1672">
                  <c:v>38868</c:v>
                </c:pt>
                <c:pt idx="1673">
                  <c:v>38869</c:v>
                </c:pt>
                <c:pt idx="1674">
                  <c:v>38870</c:v>
                </c:pt>
                <c:pt idx="1675">
                  <c:v>38873</c:v>
                </c:pt>
                <c:pt idx="1676">
                  <c:v>38874</c:v>
                </c:pt>
                <c:pt idx="1677">
                  <c:v>38875</c:v>
                </c:pt>
                <c:pt idx="1678">
                  <c:v>38876</c:v>
                </c:pt>
                <c:pt idx="1679">
                  <c:v>38877</c:v>
                </c:pt>
                <c:pt idx="1680">
                  <c:v>38880</c:v>
                </c:pt>
                <c:pt idx="1681">
                  <c:v>38881</c:v>
                </c:pt>
                <c:pt idx="1682">
                  <c:v>38882</c:v>
                </c:pt>
                <c:pt idx="1683">
                  <c:v>38883</c:v>
                </c:pt>
                <c:pt idx="1684">
                  <c:v>38884</c:v>
                </c:pt>
                <c:pt idx="1685">
                  <c:v>38887</c:v>
                </c:pt>
                <c:pt idx="1686">
                  <c:v>38888</c:v>
                </c:pt>
                <c:pt idx="1687">
                  <c:v>38889</c:v>
                </c:pt>
                <c:pt idx="1688">
                  <c:v>38890</c:v>
                </c:pt>
                <c:pt idx="1689">
                  <c:v>38891</c:v>
                </c:pt>
                <c:pt idx="1690">
                  <c:v>38894</c:v>
                </c:pt>
                <c:pt idx="1691">
                  <c:v>38895</c:v>
                </c:pt>
                <c:pt idx="1692">
                  <c:v>38896</c:v>
                </c:pt>
                <c:pt idx="1693">
                  <c:v>38897</c:v>
                </c:pt>
                <c:pt idx="1694">
                  <c:v>38898</c:v>
                </c:pt>
                <c:pt idx="1695">
                  <c:v>38901</c:v>
                </c:pt>
                <c:pt idx="1696">
                  <c:v>38902</c:v>
                </c:pt>
                <c:pt idx="1697">
                  <c:v>38903</c:v>
                </c:pt>
                <c:pt idx="1698">
                  <c:v>38904</c:v>
                </c:pt>
                <c:pt idx="1699">
                  <c:v>38905</c:v>
                </c:pt>
                <c:pt idx="1700">
                  <c:v>38908</c:v>
                </c:pt>
                <c:pt idx="1701">
                  <c:v>38909</c:v>
                </c:pt>
                <c:pt idx="1702">
                  <c:v>38910</c:v>
                </c:pt>
                <c:pt idx="1703">
                  <c:v>38911</c:v>
                </c:pt>
                <c:pt idx="1704">
                  <c:v>38912</c:v>
                </c:pt>
                <c:pt idx="1705">
                  <c:v>38915</c:v>
                </c:pt>
                <c:pt idx="1706">
                  <c:v>38916</c:v>
                </c:pt>
                <c:pt idx="1707">
                  <c:v>38917</c:v>
                </c:pt>
                <c:pt idx="1708">
                  <c:v>38918</c:v>
                </c:pt>
                <c:pt idx="1709">
                  <c:v>38919</c:v>
                </c:pt>
                <c:pt idx="1710">
                  <c:v>38922</c:v>
                </c:pt>
                <c:pt idx="1711">
                  <c:v>38923</c:v>
                </c:pt>
                <c:pt idx="1712">
                  <c:v>38924</c:v>
                </c:pt>
                <c:pt idx="1713">
                  <c:v>38925</c:v>
                </c:pt>
                <c:pt idx="1714">
                  <c:v>38926</c:v>
                </c:pt>
                <c:pt idx="1715">
                  <c:v>38929</c:v>
                </c:pt>
                <c:pt idx="1716">
                  <c:v>38930</c:v>
                </c:pt>
                <c:pt idx="1717">
                  <c:v>38931</c:v>
                </c:pt>
                <c:pt idx="1718">
                  <c:v>38932</c:v>
                </c:pt>
                <c:pt idx="1719">
                  <c:v>38933</c:v>
                </c:pt>
                <c:pt idx="1720">
                  <c:v>38936</c:v>
                </c:pt>
                <c:pt idx="1721">
                  <c:v>38937</c:v>
                </c:pt>
                <c:pt idx="1722">
                  <c:v>38938</c:v>
                </c:pt>
                <c:pt idx="1723">
                  <c:v>38939</c:v>
                </c:pt>
                <c:pt idx="1724">
                  <c:v>38940</c:v>
                </c:pt>
                <c:pt idx="1725">
                  <c:v>38943</c:v>
                </c:pt>
                <c:pt idx="1726">
                  <c:v>38944</c:v>
                </c:pt>
                <c:pt idx="1727">
                  <c:v>38945</c:v>
                </c:pt>
                <c:pt idx="1728">
                  <c:v>38946</c:v>
                </c:pt>
                <c:pt idx="1729">
                  <c:v>38947</c:v>
                </c:pt>
                <c:pt idx="1730">
                  <c:v>38950</c:v>
                </c:pt>
                <c:pt idx="1731">
                  <c:v>38951</c:v>
                </c:pt>
                <c:pt idx="1732">
                  <c:v>38952</c:v>
                </c:pt>
                <c:pt idx="1733">
                  <c:v>38953</c:v>
                </c:pt>
                <c:pt idx="1734">
                  <c:v>38954</c:v>
                </c:pt>
                <c:pt idx="1735">
                  <c:v>38957</c:v>
                </c:pt>
                <c:pt idx="1736">
                  <c:v>38958</c:v>
                </c:pt>
                <c:pt idx="1737">
                  <c:v>38959</c:v>
                </c:pt>
                <c:pt idx="1738">
                  <c:v>38960</c:v>
                </c:pt>
                <c:pt idx="1739">
                  <c:v>38961</c:v>
                </c:pt>
                <c:pt idx="1740">
                  <c:v>38964</c:v>
                </c:pt>
                <c:pt idx="1741">
                  <c:v>38965</c:v>
                </c:pt>
                <c:pt idx="1742">
                  <c:v>38966</c:v>
                </c:pt>
                <c:pt idx="1743">
                  <c:v>38967</c:v>
                </c:pt>
                <c:pt idx="1744">
                  <c:v>38968</c:v>
                </c:pt>
                <c:pt idx="1745">
                  <c:v>38971</c:v>
                </c:pt>
                <c:pt idx="1746">
                  <c:v>38972</c:v>
                </c:pt>
                <c:pt idx="1747">
                  <c:v>38973</c:v>
                </c:pt>
                <c:pt idx="1748">
                  <c:v>38974</c:v>
                </c:pt>
                <c:pt idx="1749">
                  <c:v>38975</c:v>
                </c:pt>
                <c:pt idx="1750">
                  <c:v>38978</c:v>
                </c:pt>
                <c:pt idx="1751">
                  <c:v>38979</c:v>
                </c:pt>
                <c:pt idx="1752">
                  <c:v>38980</c:v>
                </c:pt>
                <c:pt idx="1753">
                  <c:v>38981</c:v>
                </c:pt>
                <c:pt idx="1754">
                  <c:v>38982</c:v>
                </c:pt>
                <c:pt idx="1755">
                  <c:v>38985</c:v>
                </c:pt>
                <c:pt idx="1756">
                  <c:v>38986</c:v>
                </c:pt>
                <c:pt idx="1757">
                  <c:v>38987</c:v>
                </c:pt>
                <c:pt idx="1758">
                  <c:v>38988</c:v>
                </c:pt>
                <c:pt idx="1759">
                  <c:v>38989</c:v>
                </c:pt>
                <c:pt idx="1760">
                  <c:v>38992</c:v>
                </c:pt>
                <c:pt idx="1761">
                  <c:v>38993</c:v>
                </c:pt>
                <c:pt idx="1762">
                  <c:v>38994</c:v>
                </c:pt>
                <c:pt idx="1763">
                  <c:v>38995</c:v>
                </c:pt>
                <c:pt idx="1764">
                  <c:v>38996</c:v>
                </c:pt>
                <c:pt idx="1765">
                  <c:v>38999</c:v>
                </c:pt>
                <c:pt idx="1766">
                  <c:v>39000</c:v>
                </c:pt>
                <c:pt idx="1767">
                  <c:v>39001</c:v>
                </c:pt>
                <c:pt idx="1768">
                  <c:v>39002</c:v>
                </c:pt>
                <c:pt idx="1769">
                  <c:v>39003</c:v>
                </c:pt>
                <c:pt idx="1770">
                  <c:v>39006</c:v>
                </c:pt>
                <c:pt idx="1771">
                  <c:v>39007</c:v>
                </c:pt>
                <c:pt idx="1772">
                  <c:v>39008</c:v>
                </c:pt>
                <c:pt idx="1773">
                  <c:v>39009</c:v>
                </c:pt>
                <c:pt idx="1774">
                  <c:v>39010</c:v>
                </c:pt>
                <c:pt idx="1775">
                  <c:v>39013</c:v>
                </c:pt>
                <c:pt idx="1776">
                  <c:v>39014</c:v>
                </c:pt>
                <c:pt idx="1777">
                  <c:v>39015</c:v>
                </c:pt>
                <c:pt idx="1778">
                  <c:v>39016</c:v>
                </c:pt>
                <c:pt idx="1779">
                  <c:v>39017</c:v>
                </c:pt>
                <c:pt idx="1780">
                  <c:v>39020</c:v>
                </c:pt>
                <c:pt idx="1781">
                  <c:v>39021</c:v>
                </c:pt>
                <c:pt idx="1782">
                  <c:v>39022</c:v>
                </c:pt>
                <c:pt idx="1783">
                  <c:v>39023</c:v>
                </c:pt>
                <c:pt idx="1784">
                  <c:v>39024</c:v>
                </c:pt>
                <c:pt idx="1785">
                  <c:v>39027</c:v>
                </c:pt>
                <c:pt idx="1786">
                  <c:v>39028</c:v>
                </c:pt>
                <c:pt idx="1787">
                  <c:v>39029</c:v>
                </c:pt>
                <c:pt idx="1788">
                  <c:v>39030</c:v>
                </c:pt>
                <c:pt idx="1789">
                  <c:v>39031</c:v>
                </c:pt>
                <c:pt idx="1790">
                  <c:v>39034</c:v>
                </c:pt>
                <c:pt idx="1791">
                  <c:v>39035</c:v>
                </c:pt>
                <c:pt idx="1792">
                  <c:v>39036</c:v>
                </c:pt>
                <c:pt idx="1793">
                  <c:v>39037</c:v>
                </c:pt>
                <c:pt idx="1794">
                  <c:v>39038</c:v>
                </c:pt>
                <c:pt idx="1795">
                  <c:v>39041</c:v>
                </c:pt>
                <c:pt idx="1796">
                  <c:v>39042</c:v>
                </c:pt>
                <c:pt idx="1797">
                  <c:v>39043</c:v>
                </c:pt>
                <c:pt idx="1798">
                  <c:v>39044</c:v>
                </c:pt>
                <c:pt idx="1799">
                  <c:v>39045</c:v>
                </c:pt>
                <c:pt idx="1800">
                  <c:v>39048</c:v>
                </c:pt>
                <c:pt idx="1801">
                  <c:v>39049</c:v>
                </c:pt>
                <c:pt idx="1802">
                  <c:v>39050</c:v>
                </c:pt>
                <c:pt idx="1803">
                  <c:v>39051</c:v>
                </c:pt>
                <c:pt idx="1804">
                  <c:v>39052</c:v>
                </c:pt>
                <c:pt idx="1805">
                  <c:v>39055</c:v>
                </c:pt>
                <c:pt idx="1806">
                  <c:v>39056</c:v>
                </c:pt>
                <c:pt idx="1807">
                  <c:v>39057</c:v>
                </c:pt>
                <c:pt idx="1808">
                  <c:v>39058</c:v>
                </c:pt>
                <c:pt idx="1809">
                  <c:v>39059</c:v>
                </c:pt>
                <c:pt idx="1810">
                  <c:v>39062</c:v>
                </c:pt>
                <c:pt idx="1811">
                  <c:v>39063</c:v>
                </c:pt>
                <c:pt idx="1812">
                  <c:v>39064</c:v>
                </c:pt>
                <c:pt idx="1813">
                  <c:v>39065</c:v>
                </c:pt>
                <c:pt idx="1814">
                  <c:v>39066</c:v>
                </c:pt>
                <c:pt idx="1815">
                  <c:v>39069</c:v>
                </c:pt>
                <c:pt idx="1816">
                  <c:v>39070</c:v>
                </c:pt>
                <c:pt idx="1817">
                  <c:v>39071</c:v>
                </c:pt>
                <c:pt idx="1818">
                  <c:v>39072</c:v>
                </c:pt>
                <c:pt idx="1819">
                  <c:v>39073</c:v>
                </c:pt>
                <c:pt idx="1820">
                  <c:v>39076</c:v>
                </c:pt>
                <c:pt idx="1821">
                  <c:v>39077</c:v>
                </c:pt>
                <c:pt idx="1822">
                  <c:v>39078</c:v>
                </c:pt>
                <c:pt idx="1823">
                  <c:v>39079</c:v>
                </c:pt>
                <c:pt idx="1824">
                  <c:v>39080</c:v>
                </c:pt>
                <c:pt idx="1825">
                  <c:v>39083</c:v>
                </c:pt>
                <c:pt idx="1826">
                  <c:v>39084</c:v>
                </c:pt>
                <c:pt idx="1827">
                  <c:v>39085</c:v>
                </c:pt>
                <c:pt idx="1828">
                  <c:v>39086</c:v>
                </c:pt>
                <c:pt idx="1829">
                  <c:v>39087</c:v>
                </c:pt>
                <c:pt idx="1830">
                  <c:v>39090</c:v>
                </c:pt>
                <c:pt idx="1831">
                  <c:v>39091</c:v>
                </c:pt>
                <c:pt idx="1832">
                  <c:v>39092</c:v>
                </c:pt>
                <c:pt idx="1833">
                  <c:v>39093</c:v>
                </c:pt>
                <c:pt idx="1834">
                  <c:v>39094</c:v>
                </c:pt>
                <c:pt idx="1835">
                  <c:v>39097</c:v>
                </c:pt>
                <c:pt idx="1836">
                  <c:v>39098</c:v>
                </c:pt>
                <c:pt idx="1837">
                  <c:v>39099</c:v>
                </c:pt>
                <c:pt idx="1838">
                  <c:v>39100</c:v>
                </c:pt>
                <c:pt idx="1839">
                  <c:v>39101</c:v>
                </c:pt>
                <c:pt idx="1840">
                  <c:v>39104</c:v>
                </c:pt>
                <c:pt idx="1841">
                  <c:v>39105</c:v>
                </c:pt>
                <c:pt idx="1842">
                  <c:v>39106</c:v>
                </c:pt>
                <c:pt idx="1843">
                  <c:v>39107</c:v>
                </c:pt>
                <c:pt idx="1844">
                  <c:v>39108</c:v>
                </c:pt>
                <c:pt idx="1845">
                  <c:v>39111</c:v>
                </c:pt>
                <c:pt idx="1846">
                  <c:v>39112</c:v>
                </c:pt>
                <c:pt idx="1847">
                  <c:v>39113</c:v>
                </c:pt>
                <c:pt idx="1848">
                  <c:v>39114</c:v>
                </c:pt>
                <c:pt idx="1849">
                  <c:v>39115</c:v>
                </c:pt>
                <c:pt idx="1850">
                  <c:v>39118</c:v>
                </c:pt>
                <c:pt idx="1851">
                  <c:v>39119</c:v>
                </c:pt>
                <c:pt idx="1852">
                  <c:v>39120</c:v>
                </c:pt>
                <c:pt idx="1853">
                  <c:v>39121</c:v>
                </c:pt>
                <c:pt idx="1854">
                  <c:v>39122</c:v>
                </c:pt>
                <c:pt idx="1855">
                  <c:v>39125</c:v>
                </c:pt>
                <c:pt idx="1856">
                  <c:v>39126</c:v>
                </c:pt>
                <c:pt idx="1857">
                  <c:v>39127</c:v>
                </c:pt>
                <c:pt idx="1858">
                  <c:v>39128</c:v>
                </c:pt>
                <c:pt idx="1859">
                  <c:v>39129</c:v>
                </c:pt>
                <c:pt idx="1860">
                  <c:v>39132</c:v>
                </c:pt>
                <c:pt idx="1861">
                  <c:v>39133</c:v>
                </c:pt>
                <c:pt idx="1862">
                  <c:v>39134</c:v>
                </c:pt>
                <c:pt idx="1863">
                  <c:v>39135</c:v>
                </c:pt>
                <c:pt idx="1864">
                  <c:v>39136</c:v>
                </c:pt>
                <c:pt idx="1865">
                  <c:v>39139</c:v>
                </c:pt>
                <c:pt idx="1866">
                  <c:v>39140</c:v>
                </c:pt>
                <c:pt idx="1867">
                  <c:v>39141</c:v>
                </c:pt>
                <c:pt idx="1868">
                  <c:v>39142</c:v>
                </c:pt>
                <c:pt idx="1869">
                  <c:v>39143</c:v>
                </c:pt>
                <c:pt idx="1870">
                  <c:v>39146</c:v>
                </c:pt>
                <c:pt idx="1871">
                  <c:v>39147</c:v>
                </c:pt>
                <c:pt idx="1872">
                  <c:v>39148</c:v>
                </c:pt>
                <c:pt idx="1873">
                  <c:v>39149</c:v>
                </c:pt>
                <c:pt idx="1874">
                  <c:v>39150</c:v>
                </c:pt>
                <c:pt idx="1875">
                  <c:v>39153</c:v>
                </c:pt>
                <c:pt idx="1876">
                  <c:v>39154</c:v>
                </c:pt>
                <c:pt idx="1877">
                  <c:v>39155</c:v>
                </c:pt>
                <c:pt idx="1878">
                  <c:v>39156</c:v>
                </c:pt>
                <c:pt idx="1879">
                  <c:v>39157</c:v>
                </c:pt>
                <c:pt idx="1880">
                  <c:v>39160</c:v>
                </c:pt>
                <c:pt idx="1881">
                  <c:v>39161</c:v>
                </c:pt>
                <c:pt idx="1882">
                  <c:v>39162</c:v>
                </c:pt>
                <c:pt idx="1883">
                  <c:v>39163</c:v>
                </c:pt>
                <c:pt idx="1884">
                  <c:v>39164</c:v>
                </c:pt>
                <c:pt idx="1885">
                  <c:v>39167</c:v>
                </c:pt>
                <c:pt idx="1886">
                  <c:v>39168</c:v>
                </c:pt>
                <c:pt idx="1887">
                  <c:v>39169</c:v>
                </c:pt>
                <c:pt idx="1888">
                  <c:v>39170</c:v>
                </c:pt>
                <c:pt idx="1889">
                  <c:v>39171</c:v>
                </c:pt>
                <c:pt idx="1890">
                  <c:v>39174</c:v>
                </c:pt>
                <c:pt idx="1891">
                  <c:v>39175</c:v>
                </c:pt>
                <c:pt idx="1892">
                  <c:v>39176</c:v>
                </c:pt>
                <c:pt idx="1893">
                  <c:v>39177</c:v>
                </c:pt>
                <c:pt idx="1894">
                  <c:v>39178</c:v>
                </c:pt>
                <c:pt idx="1895">
                  <c:v>39181</c:v>
                </c:pt>
                <c:pt idx="1896">
                  <c:v>39182</c:v>
                </c:pt>
                <c:pt idx="1897">
                  <c:v>39183</c:v>
                </c:pt>
                <c:pt idx="1898">
                  <c:v>39184</c:v>
                </c:pt>
                <c:pt idx="1899">
                  <c:v>39185</c:v>
                </c:pt>
                <c:pt idx="1900">
                  <c:v>39188</c:v>
                </c:pt>
                <c:pt idx="1901">
                  <c:v>39189</c:v>
                </c:pt>
                <c:pt idx="1902">
                  <c:v>39190</c:v>
                </c:pt>
                <c:pt idx="1903">
                  <c:v>39191</c:v>
                </c:pt>
                <c:pt idx="1904">
                  <c:v>39192</c:v>
                </c:pt>
                <c:pt idx="1905">
                  <c:v>39195</c:v>
                </c:pt>
                <c:pt idx="1906">
                  <c:v>39196</c:v>
                </c:pt>
                <c:pt idx="1907">
                  <c:v>39197</c:v>
                </c:pt>
                <c:pt idx="1908">
                  <c:v>39198</c:v>
                </c:pt>
                <c:pt idx="1909">
                  <c:v>39199</c:v>
                </c:pt>
                <c:pt idx="1910">
                  <c:v>39202</c:v>
                </c:pt>
                <c:pt idx="1911">
                  <c:v>39203</c:v>
                </c:pt>
                <c:pt idx="1912">
                  <c:v>39204</c:v>
                </c:pt>
                <c:pt idx="1913">
                  <c:v>39205</c:v>
                </c:pt>
                <c:pt idx="1914">
                  <c:v>39206</c:v>
                </c:pt>
                <c:pt idx="1915">
                  <c:v>39209</c:v>
                </c:pt>
                <c:pt idx="1916">
                  <c:v>39210</c:v>
                </c:pt>
                <c:pt idx="1917">
                  <c:v>39211</c:v>
                </c:pt>
                <c:pt idx="1918">
                  <c:v>39212</c:v>
                </c:pt>
                <c:pt idx="1919">
                  <c:v>39213</c:v>
                </c:pt>
                <c:pt idx="1920">
                  <c:v>39216</c:v>
                </c:pt>
                <c:pt idx="1921">
                  <c:v>39217</c:v>
                </c:pt>
                <c:pt idx="1922">
                  <c:v>39218</c:v>
                </c:pt>
                <c:pt idx="1923">
                  <c:v>39219</c:v>
                </c:pt>
                <c:pt idx="1924">
                  <c:v>39220</c:v>
                </c:pt>
                <c:pt idx="1925">
                  <c:v>39223</c:v>
                </c:pt>
                <c:pt idx="1926">
                  <c:v>39224</c:v>
                </c:pt>
                <c:pt idx="1927">
                  <c:v>39225</c:v>
                </c:pt>
                <c:pt idx="1928">
                  <c:v>39226</c:v>
                </c:pt>
                <c:pt idx="1929">
                  <c:v>39227</c:v>
                </c:pt>
                <c:pt idx="1930">
                  <c:v>39230</c:v>
                </c:pt>
                <c:pt idx="1931">
                  <c:v>39231</c:v>
                </c:pt>
                <c:pt idx="1932">
                  <c:v>39232</c:v>
                </c:pt>
                <c:pt idx="1933">
                  <c:v>39233</c:v>
                </c:pt>
                <c:pt idx="1934">
                  <c:v>39234</c:v>
                </c:pt>
                <c:pt idx="1935">
                  <c:v>39237</c:v>
                </c:pt>
                <c:pt idx="1936">
                  <c:v>39238</c:v>
                </c:pt>
                <c:pt idx="1937">
                  <c:v>39239</c:v>
                </c:pt>
                <c:pt idx="1938">
                  <c:v>39240</c:v>
                </c:pt>
                <c:pt idx="1939">
                  <c:v>39241</c:v>
                </c:pt>
                <c:pt idx="1940">
                  <c:v>39244</c:v>
                </c:pt>
                <c:pt idx="1941">
                  <c:v>39245</c:v>
                </c:pt>
                <c:pt idx="1942">
                  <c:v>39246</c:v>
                </c:pt>
                <c:pt idx="1943">
                  <c:v>39247</c:v>
                </c:pt>
                <c:pt idx="1944">
                  <c:v>39248</c:v>
                </c:pt>
                <c:pt idx="1945">
                  <c:v>39251</c:v>
                </c:pt>
                <c:pt idx="1946">
                  <c:v>39252</c:v>
                </c:pt>
                <c:pt idx="1947">
                  <c:v>39253</c:v>
                </c:pt>
                <c:pt idx="1948">
                  <c:v>39254</c:v>
                </c:pt>
                <c:pt idx="1949">
                  <c:v>39255</c:v>
                </c:pt>
                <c:pt idx="1950">
                  <c:v>39258</c:v>
                </c:pt>
                <c:pt idx="1951">
                  <c:v>39259</c:v>
                </c:pt>
                <c:pt idx="1952">
                  <c:v>39260</c:v>
                </c:pt>
                <c:pt idx="1953">
                  <c:v>39261</c:v>
                </c:pt>
                <c:pt idx="1954">
                  <c:v>39262</c:v>
                </c:pt>
                <c:pt idx="1955">
                  <c:v>39265</c:v>
                </c:pt>
                <c:pt idx="1956">
                  <c:v>39266</c:v>
                </c:pt>
                <c:pt idx="1957">
                  <c:v>39267</c:v>
                </c:pt>
                <c:pt idx="1958">
                  <c:v>39268</c:v>
                </c:pt>
                <c:pt idx="1959">
                  <c:v>39269</c:v>
                </c:pt>
                <c:pt idx="1960">
                  <c:v>39272</c:v>
                </c:pt>
                <c:pt idx="1961">
                  <c:v>39273</c:v>
                </c:pt>
                <c:pt idx="1962">
                  <c:v>39274</c:v>
                </c:pt>
                <c:pt idx="1963">
                  <c:v>39275</c:v>
                </c:pt>
                <c:pt idx="1964">
                  <c:v>39276</c:v>
                </c:pt>
                <c:pt idx="1965">
                  <c:v>39279</c:v>
                </c:pt>
                <c:pt idx="1966">
                  <c:v>39280</c:v>
                </c:pt>
                <c:pt idx="1967">
                  <c:v>39281</c:v>
                </c:pt>
                <c:pt idx="1968">
                  <c:v>39282</c:v>
                </c:pt>
                <c:pt idx="1969">
                  <c:v>39283</c:v>
                </c:pt>
                <c:pt idx="1970">
                  <c:v>39286</c:v>
                </c:pt>
                <c:pt idx="1971">
                  <c:v>39287</c:v>
                </c:pt>
                <c:pt idx="1972">
                  <c:v>39288</c:v>
                </c:pt>
                <c:pt idx="1973">
                  <c:v>39289</c:v>
                </c:pt>
                <c:pt idx="1974">
                  <c:v>39290</c:v>
                </c:pt>
                <c:pt idx="1975">
                  <c:v>39293</c:v>
                </c:pt>
                <c:pt idx="1976">
                  <c:v>39294</c:v>
                </c:pt>
                <c:pt idx="1977">
                  <c:v>39295</c:v>
                </c:pt>
                <c:pt idx="1978">
                  <c:v>39296</c:v>
                </c:pt>
                <c:pt idx="1979">
                  <c:v>39297</c:v>
                </c:pt>
                <c:pt idx="1980">
                  <c:v>39300</c:v>
                </c:pt>
                <c:pt idx="1981">
                  <c:v>39301</c:v>
                </c:pt>
                <c:pt idx="1982">
                  <c:v>39302</c:v>
                </c:pt>
                <c:pt idx="1983">
                  <c:v>39303</c:v>
                </c:pt>
                <c:pt idx="1984">
                  <c:v>39304</c:v>
                </c:pt>
                <c:pt idx="1985">
                  <c:v>39307</c:v>
                </c:pt>
                <c:pt idx="1986">
                  <c:v>39308</c:v>
                </c:pt>
                <c:pt idx="1987">
                  <c:v>39309</c:v>
                </c:pt>
                <c:pt idx="1988">
                  <c:v>39310</c:v>
                </c:pt>
                <c:pt idx="1989">
                  <c:v>39311</c:v>
                </c:pt>
                <c:pt idx="1990">
                  <c:v>39314</c:v>
                </c:pt>
                <c:pt idx="1991">
                  <c:v>39315</c:v>
                </c:pt>
                <c:pt idx="1992">
                  <c:v>39316</c:v>
                </c:pt>
                <c:pt idx="1993">
                  <c:v>39317</c:v>
                </c:pt>
                <c:pt idx="1994">
                  <c:v>39318</c:v>
                </c:pt>
                <c:pt idx="1995">
                  <c:v>39321</c:v>
                </c:pt>
                <c:pt idx="1996">
                  <c:v>39322</c:v>
                </c:pt>
                <c:pt idx="1997">
                  <c:v>39323</c:v>
                </c:pt>
                <c:pt idx="1998">
                  <c:v>39324</c:v>
                </c:pt>
                <c:pt idx="1999">
                  <c:v>39325</c:v>
                </c:pt>
                <c:pt idx="2000">
                  <c:v>39328</c:v>
                </c:pt>
                <c:pt idx="2001">
                  <c:v>39329</c:v>
                </c:pt>
                <c:pt idx="2002">
                  <c:v>39330</c:v>
                </c:pt>
                <c:pt idx="2003">
                  <c:v>39331</c:v>
                </c:pt>
                <c:pt idx="2004">
                  <c:v>39332</c:v>
                </c:pt>
                <c:pt idx="2005">
                  <c:v>39335</c:v>
                </c:pt>
                <c:pt idx="2006">
                  <c:v>39336</c:v>
                </c:pt>
                <c:pt idx="2007">
                  <c:v>39337</c:v>
                </c:pt>
                <c:pt idx="2008">
                  <c:v>39338</c:v>
                </c:pt>
                <c:pt idx="2009">
                  <c:v>39339</c:v>
                </c:pt>
                <c:pt idx="2010">
                  <c:v>39342</c:v>
                </c:pt>
                <c:pt idx="2011">
                  <c:v>39343</c:v>
                </c:pt>
                <c:pt idx="2012">
                  <c:v>39344</c:v>
                </c:pt>
                <c:pt idx="2013">
                  <c:v>39345</c:v>
                </c:pt>
                <c:pt idx="2014">
                  <c:v>39346</c:v>
                </c:pt>
                <c:pt idx="2015">
                  <c:v>39349</c:v>
                </c:pt>
                <c:pt idx="2016">
                  <c:v>39350</c:v>
                </c:pt>
                <c:pt idx="2017">
                  <c:v>39351</c:v>
                </c:pt>
                <c:pt idx="2018">
                  <c:v>39352</c:v>
                </c:pt>
                <c:pt idx="2019">
                  <c:v>39353</c:v>
                </c:pt>
                <c:pt idx="2020">
                  <c:v>39356</c:v>
                </c:pt>
                <c:pt idx="2021">
                  <c:v>39357</c:v>
                </c:pt>
                <c:pt idx="2022">
                  <c:v>39358</c:v>
                </c:pt>
                <c:pt idx="2023">
                  <c:v>39359</c:v>
                </c:pt>
                <c:pt idx="2024">
                  <c:v>39360</c:v>
                </c:pt>
                <c:pt idx="2025">
                  <c:v>39363</c:v>
                </c:pt>
                <c:pt idx="2026">
                  <c:v>39364</c:v>
                </c:pt>
                <c:pt idx="2027">
                  <c:v>39365</c:v>
                </c:pt>
                <c:pt idx="2028">
                  <c:v>39366</c:v>
                </c:pt>
                <c:pt idx="2029">
                  <c:v>39367</c:v>
                </c:pt>
                <c:pt idx="2030">
                  <c:v>39370</c:v>
                </c:pt>
                <c:pt idx="2031">
                  <c:v>39371</c:v>
                </c:pt>
                <c:pt idx="2032">
                  <c:v>39372</c:v>
                </c:pt>
                <c:pt idx="2033">
                  <c:v>39373</c:v>
                </c:pt>
                <c:pt idx="2034">
                  <c:v>39374</c:v>
                </c:pt>
                <c:pt idx="2035">
                  <c:v>39377</c:v>
                </c:pt>
                <c:pt idx="2036">
                  <c:v>39378</c:v>
                </c:pt>
                <c:pt idx="2037">
                  <c:v>39379</c:v>
                </c:pt>
                <c:pt idx="2038">
                  <c:v>39380</c:v>
                </c:pt>
                <c:pt idx="2039">
                  <c:v>39381</c:v>
                </c:pt>
                <c:pt idx="2040">
                  <c:v>39384</c:v>
                </c:pt>
                <c:pt idx="2041">
                  <c:v>39385</c:v>
                </c:pt>
                <c:pt idx="2042">
                  <c:v>39386</c:v>
                </c:pt>
                <c:pt idx="2043">
                  <c:v>39387</c:v>
                </c:pt>
                <c:pt idx="2044">
                  <c:v>39388</c:v>
                </c:pt>
                <c:pt idx="2045">
                  <c:v>39391</c:v>
                </c:pt>
                <c:pt idx="2046">
                  <c:v>39392</c:v>
                </c:pt>
                <c:pt idx="2047">
                  <c:v>39393</c:v>
                </c:pt>
                <c:pt idx="2048">
                  <c:v>39394</c:v>
                </c:pt>
                <c:pt idx="2049">
                  <c:v>39395</c:v>
                </c:pt>
                <c:pt idx="2050">
                  <c:v>39398</c:v>
                </c:pt>
                <c:pt idx="2051">
                  <c:v>39399</c:v>
                </c:pt>
                <c:pt idx="2052">
                  <c:v>39400</c:v>
                </c:pt>
                <c:pt idx="2053">
                  <c:v>39401</c:v>
                </c:pt>
                <c:pt idx="2054">
                  <c:v>39402</c:v>
                </c:pt>
                <c:pt idx="2055">
                  <c:v>39405</c:v>
                </c:pt>
                <c:pt idx="2056">
                  <c:v>39406</c:v>
                </c:pt>
                <c:pt idx="2057">
                  <c:v>39407</c:v>
                </c:pt>
                <c:pt idx="2058">
                  <c:v>39408</c:v>
                </c:pt>
                <c:pt idx="2059">
                  <c:v>39409</c:v>
                </c:pt>
                <c:pt idx="2060">
                  <c:v>39412</c:v>
                </c:pt>
                <c:pt idx="2061">
                  <c:v>39413</c:v>
                </c:pt>
                <c:pt idx="2062">
                  <c:v>39414</c:v>
                </c:pt>
                <c:pt idx="2063">
                  <c:v>39415</c:v>
                </c:pt>
                <c:pt idx="2064">
                  <c:v>39416</c:v>
                </c:pt>
                <c:pt idx="2065">
                  <c:v>39419</c:v>
                </c:pt>
                <c:pt idx="2066">
                  <c:v>39420</c:v>
                </c:pt>
                <c:pt idx="2067">
                  <c:v>39421</c:v>
                </c:pt>
                <c:pt idx="2068">
                  <c:v>39422</c:v>
                </c:pt>
                <c:pt idx="2069">
                  <c:v>39423</c:v>
                </c:pt>
                <c:pt idx="2070">
                  <c:v>39426</c:v>
                </c:pt>
                <c:pt idx="2071">
                  <c:v>39427</c:v>
                </c:pt>
                <c:pt idx="2072">
                  <c:v>39428</c:v>
                </c:pt>
                <c:pt idx="2073">
                  <c:v>39429</c:v>
                </c:pt>
                <c:pt idx="2074">
                  <c:v>39430</c:v>
                </c:pt>
                <c:pt idx="2075">
                  <c:v>39433</c:v>
                </c:pt>
                <c:pt idx="2076">
                  <c:v>39434</c:v>
                </c:pt>
                <c:pt idx="2077">
                  <c:v>39435</c:v>
                </c:pt>
                <c:pt idx="2078">
                  <c:v>39436</c:v>
                </c:pt>
                <c:pt idx="2079">
                  <c:v>39437</c:v>
                </c:pt>
                <c:pt idx="2080">
                  <c:v>39440</c:v>
                </c:pt>
                <c:pt idx="2081">
                  <c:v>39441</c:v>
                </c:pt>
                <c:pt idx="2082">
                  <c:v>39442</c:v>
                </c:pt>
                <c:pt idx="2083">
                  <c:v>39443</c:v>
                </c:pt>
                <c:pt idx="2084">
                  <c:v>39444</c:v>
                </c:pt>
                <c:pt idx="2085">
                  <c:v>39447</c:v>
                </c:pt>
                <c:pt idx="2086">
                  <c:v>39448</c:v>
                </c:pt>
                <c:pt idx="2087">
                  <c:v>39449</c:v>
                </c:pt>
                <c:pt idx="2088">
                  <c:v>39450</c:v>
                </c:pt>
                <c:pt idx="2089">
                  <c:v>39451</c:v>
                </c:pt>
                <c:pt idx="2090">
                  <c:v>39454</c:v>
                </c:pt>
                <c:pt idx="2091">
                  <c:v>39455</c:v>
                </c:pt>
                <c:pt idx="2092">
                  <c:v>39456</c:v>
                </c:pt>
                <c:pt idx="2093">
                  <c:v>39457</c:v>
                </c:pt>
                <c:pt idx="2094">
                  <c:v>39458</c:v>
                </c:pt>
                <c:pt idx="2095">
                  <c:v>39461</c:v>
                </c:pt>
                <c:pt idx="2096">
                  <c:v>39462</c:v>
                </c:pt>
                <c:pt idx="2097">
                  <c:v>39463</c:v>
                </c:pt>
                <c:pt idx="2098">
                  <c:v>39464</c:v>
                </c:pt>
                <c:pt idx="2099">
                  <c:v>39465</c:v>
                </c:pt>
                <c:pt idx="2100">
                  <c:v>39468</c:v>
                </c:pt>
                <c:pt idx="2101">
                  <c:v>39469</c:v>
                </c:pt>
                <c:pt idx="2102">
                  <c:v>39470</c:v>
                </c:pt>
                <c:pt idx="2103">
                  <c:v>39471</c:v>
                </c:pt>
                <c:pt idx="2104">
                  <c:v>39472</c:v>
                </c:pt>
                <c:pt idx="2105">
                  <c:v>39475</c:v>
                </c:pt>
                <c:pt idx="2106">
                  <c:v>39476</c:v>
                </c:pt>
                <c:pt idx="2107">
                  <c:v>39477</c:v>
                </c:pt>
                <c:pt idx="2108">
                  <c:v>39478</c:v>
                </c:pt>
                <c:pt idx="2109">
                  <c:v>39479</c:v>
                </c:pt>
                <c:pt idx="2110">
                  <c:v>39482</c:v>
                </c:pt>
                <c:pt idx="2111">
                  <c:v>39483</c:v>
                </c:pt>
                <c:pt idx="2112">
                  <c:v>39484</c:v>
                </c:pt>
                <c:pt idx="2113">
                  <c:v>39485</c:v>
                </c:pt>
                <c:pt idx="2114">
                  <c:v>39486</c:v>
                </c:pt>
                <c:pt idx="2115">
                  <c:v>39489</c:v>
                </c:pt>
                <c:pt idx="2116">
                  <c:v>39490</c:v>
                </c:pt>
                <c:pt idx="2117">
                  <c:v>39491</c:v>
                </c:pt>
                <c:pt idx="2118">
                  <c:v>39492</c:v>
                </c:pt>
                <c:pt idx="2119">
                  <c:v>39493</c:v>
                </c:pt>
                <c:pt idx="2120">
                  <c:v>39496</c:v>
                </c:pt>
                <c:pt idx="2121">
                  <c:v>39497</c:v>
                </c:pt>
                <c:pt idx="2122">
                  <c:v>39498</c:v>
                </c:pt>
                <c:pt idx="2123">
                  <c:v>39499</c:v>
                </c:pt>
                <c:pt idx="2124">
                  <c:v>39500</c:v>
                </c:pt>
                <c:pt idx="2125">
                  <c:v>39503</c:v>
                </c:pt>
                <c:pt idx="2126">
                  <c:v>39504</c:v>
                </c:pt>
                <c:pt idx="2127">
                  <c:v>39505</c:v>
                </c:pt>
                <c:pt idx="2128">
                  <c:v>39506</c:v>
                </c:pt>
                <c:pt idx="2129">
                  <c:v>39507</c:v>
                </c:pt>
                <c:pt idx="2130">
                  <c:v>39510</c:v>
                </c:pt>
                <c:pt idx="2131">
                  <c:v>39511</c:v>
                </c:pt>
                <c:pt idx="2132">
                  <c:v>39512</c:v>
                </c:pt>
                <c:pt idx="2133">
                  <c:v>39513</c:v>
                </c:pt>
                <c:pt idx="2134">
                  <c:v>39514</c:v>
                </c:pt>
                <c:pt idx="2135">
                  <c:v>39517</c:v>
                </c:pt>
                <c:pt idx="2136">
                  <c:v>39518</c:v>
                </c:pt>
                <c:pt idx="2137">
                  <c:v>39519</c:v>
                </c:pt>
                <c:pt idx="2138">
                  <c:v>39520</c:v>
                </c:pt>
                <c:pt idx="2139">
                  <c:v>39521</c:v>
                </c:pt>
                <c:pt idx="2140">
                  <c:v>39524</c:v>
                </c:pt>
                <c:pt idx="2141">
                  <c:v>39525</c:v>
                </c:pt>
                <c:pt idx="2142">
                  <c:v>39526</c:v>
                </c:pt>
                <c:pt idx="2143">
                  <c:v>39527</c:v>
                </c:pt>
                <c:pt idx="2144">
                  <c:v>39528</c:v>
                </c:pt>
                <c:pt idx="2145">
                  <c:v>39531</c:v>
                </c:pt>
                <c:pt idx="2146">
                  <c:v>39532</c:v>
                </c:pt>
                <c:pt idx="2147">
                  <c:v>39533</c:v>
                </c:pt>
                <c:pt idx="2148">
                  <c:v>39534</c:v>
                </c:pt>
                <c:pt idx="2149">
                  <c:v>39535</c:v>
                </c:pt>
                <c:pt idx="2150">
                  <c:v>39538</c:v>
                </c:pt>
                <c:pt idx="2151">
                  <c:v>39539</c:v>
                </c:pt>
                <c:pt idx="2152">
                  <c:v>39540</c:v>
                </c:pt>
                <c:pt idx="2153">
                  <c:v>39541</c:v>
                </c:pt>
                <c:pt idx="2154">
                  <c:v>39542</c:v>
                </c:pt>
                <c:pt idx="2155">
                  <c:v>39545</c:v>
                </c:pt>
                <c:pt idx="2156">
                  <c:v>39546</c:v>
                </c:pt>
                <c:pt idx="2157">
                  <c:v>39547</c:v>
                </c:pt>
                <c:pt idx="2158">
                  <c:v>39548</c:v>
                </c:pt>
                <c:pt idx="2159">
                  <c:v>39549</c:v>
                </c:pt>
                <c:pt idx="2160">
                  <c:v>39552</c:v>
                </c:pt>
                <c:pt idx="2161">
                  <c:v>39553</c:v>
                </c:pt>
                <c:pt idx="2162">
                  <c:v>39554</c:v>
                </c:pt>
                <c:pt idx="2163">
                  <c:v>39555</c:v>
                </c:pt>
                <c:pt idx="2164">
                  <c:v>39556</c:v>
                </c:pt>
                <c:pt idx="2165">
                  <c:v>39559</c:v>
                </c:pt>
                <c:pt idx="2166">
                  <c:v>39560</c:v>
                </c:pt>
                <c:pt idx="2167">
                  <c:v>39561</c:v>
                </c:pt>
                <c:pt idx="2168">
                  <c:v>39562</c:v>
                </c:pt>
                <c:pt idx="2169">
                  <c:v>39563</c:v>
                </c:pt>
                <c:pt idx="2170">
                  <c:v>39566</c:v>
                </c:pt>
                <c:pt idx="2171">
                  <c:v>39567</c:v>
                </c:pt>
                <c:pt idx="2172">
                  <c:v>39568</c:v>
                </c:pt>
                <c:pt idx="2173">
                  <c:v>39569</c:v>
                </c:pt>
                <c:pt idx="2174">
                  <c:v>39570</c:v>
                </c:pt>
                <c:pt idx="2175">
                  <c:v>39573</c:v>
                </c:pt>
                <c:pt idx="2176">
                  <c:v>39574</c:v>
                </c:pt>
                <c:pt idx="2177">
                  <c:v>39575</c:v>
                </c:pt>
                <c:pt idx="2178">
                  <c:v>39576</c:v>
                </c:pt>
                <c:pt idx="2179">
                  <c:v>39577</c:v>
                </c:pt>
                <c:pt idx="2180">
                  <c:v>39580</c:v>
                </c:pt>
                <c:pt idx="2181">
                  <c:v>39581</c:v>
                </c:pt>
                <c:pt idx="2182">
                  <c:v>39582</c:v>
                </c:pt>
                <c:pt idx="2183">
                  <c:v>39583</c:v>
                </c:pt>
                <c:pt idx="2184">
                  <c:v>39584</c:v>
                </c:pt>
                <c:pt idx="2185">
                  <c:v>39587</c:v>
                </c:pt>
                <c:pt idx="2186">
                  <c:v>39588</c:v>
                </c:pt>
                <c:pt idx="2187">
                  <c:v>39589</c:v>
                </c:pt>
                <c:pt idx="2188">
                  <c:v>39590</c:v>
                </c:pt>
                <c:pt idx="2189">
                  <c:v>39591</c:v>
                </c:pt>
                <c:pt idx="2190">
                  <c:v>39594</c:v>
                </c:pt>
                <c:pt idx="2191">
                  <c:v>39595</c:v>
                </c:pt>
                <c:pt idx="2192">
                  <c:v>39596</c:v>
                </c:pt>
                <c:pt idx="2193">
                  <c:v>39597</c:v>
                </c:pt>
                <c:pt idx="2194">
                  <c:v>39598</c:v>
                </c:pt>
                <c:pt idx="2195">
                  <c:v>39601</c:v>
                </c:pt>
                <c:pt idx="2196">
                  <c:v>39602</c:v>
                </c:pt>
                <c:pt idx="2197">
                  <c:v>39603</c:v>
                </c:pt>
                <c:pt idx="2198">
                  <c:v>39604</c:v>
                </c:pt>
                <c:pt idx="2199">
                  <c:v>39605</c:v>
                </c:pt>
                <c:pt idx="2200">
                  <c:v>39608</c:v>
                </c:pt>
                <c:pt idx="2201">
                  <c:v>39609</c:v>
                </c:pt>
                <c:pt idx="2202">
                  <c:v>39610</c:v>
                </c:pt>
                <c:pt idx="2203">
                  <c:v>39611</c:v>
                </c:pt>
                <c:pt idx="2204">
                  <c:v>39612</c:v>
                </c:pt>
                <c:pt idx="2205">
                  <c:v>39615</c:v>
                </c:pt>
                <c:pt idx="2206">
                  <c:v>39616</c:v>
                </c:pt>
                <c:pt idx="2207">
                  <c:v>39617</c:v>
                </c:pt>
                <c:pt idx="2208">
                  <c:v>39618</c:v>
                </c:pt>
                <c:pt idx="2209">
                  <c:v>39619</c:v>
                </c:pt>
                <c:pt idx="2210">
                  <c:v>39622</c:v>
                </c:pt>
                <c:pt idx="2211">
                  <c:v>39623</c:v>
                </c:pt>
                <c:pt idx="2212">
                  <c:v>39624</c:v>
                </c:pt>
                <c:pt idx="2213">
                  <c:v>39625</c:v>
                </c:pt>
                <c:pt idx="2214">
                  <c:v>39626</c:v>
                </c:pt>
                <c:pt idx="2215">
                  <c:v>39629</c:v>
                </c:pt>
                <c:pt idx="2216">
                  <c:v>39630</c:v>
                </c:pt>
                <c:pt idx="2217">
                  <c:v>39631</c:v>
                </c:pt>
                <c:pt idx="2218">
                  <c:v>39632</c:v>
                </c:pt>
                <c:pt idx="2219">
                  <c:v>39633</c:v>
                </c:pt>
                <c:pt idx="2220">
                  <c:v>39636</c:v>
                </c:pt>
                <c:pt idx="2221">
                  <c:v>39637</c:v>
                </c:pt>
                <c:pt idx="2222">
                  <c:v>39638</c:v>
                </c:pt>
                <c:pt idx="2223">
                  <c:v>39639</c:v>
                </c:pt>
                <c:pt idx="2224">
                  <c:v>39640</c:v>
                </c:pt>
                <c:pt idx="2225">
                  <c:v>39643</c:v>
                </c:pt>
                <c:pt idx="2226">
                  <c:v>39644</c:v>
                </c:pt>
                <c:pt idx="2227">
                  <c:v>39645</c:v>
                </c:pt>
                <c:pt idx="2228">
                  <c:v>39646</c:v>
                </c:pt>
                <c:pt idx="2229">
                  <c:v>39647</c:v>
                </c:pt>
                <c:pt idx="2230">
                  <c:v>39650</c:v>
                </c:pt>
                <c:pt idx="2231">
                  <c:v>39651</c:v>
                </c:pt>
                <c:pt idx="2232">
                  <c:v>39652</c:v>
                </c:pt>
                <c:pt idx="2233">
                  <c:v>39653</c:v>
                </c:pt>
                <c:pt idx="2234">
                  <c:v>39654</c:v>
                </c:pt>
                <c:pt idx="2235">
                  <c:v>39657</c:v>
                </c:pt>
                <c:pt idx="2236">
                  <c:v>39658</c:v>
                </c:pt>
                <c:pt idx="2237">
                  <c:v>39659</c:v>
                </c:pt>
                <c:pt idx="2238">
                  <c:v>39660</c:v>
                </c:pt>
                <c:pt idx="2239">
                  <c:v>39661</c:v>
                </c:pt>
                <c:pt idx="2240">
                  <c:v>39664</c:v>
                </c:pt>
                <c:pt idx="2241">
                  <c:v>39665</c:v>
                </c:pt>
                <c:pt idx="2242">
                  <c:v>39666</c:v>
                </c:pt>
                <c:pt idx="2243">
                  <c:v>39667</c:v>
                </c:pt>
                <c:pt idx="2244">
                  <c:v>39668</c:v>
                </c:pt>
                <c:pt idx="2245">
                  <c:v>39671</c:v>
                </c:pt>
                <c:pt idx="2246">
                  <c:v>39672</c:v>
                </c:pt>
                <c:pt idx="2247">
                  <c:v>39673</c:v>
                </c:pt>
                <c:pt idx="2248">
                  <c:v>39674</c:v>
                </c:pt>
                <c:pt idx="2249">
                  <c:v>39675</c:v>
                </c:pt>
                <c:pt idx="2250">
                  <c:v>39678</c:v>
                </c:pt>
                <c:pt idx="2251">
                  <c:v>39679</c:v>
                </c:pt>
                <c:pt idx="2252">
                  <c:v>39680</c:v>
                </c:pt>
                <c:pt idx="2253">
                  <c:v>39681</c:v>
                </c:pt>
                <c:pt idx="2254">
                  <c:v>39682</c:v>
                </c:pt>
                <c:pt idx="2255">
                  <c:v>39685</c:v>
                </c:pt>
                <c:pt idx="2256">
                  <c:v>39686</c:v>
                </c:pt>
                <c:pt idx="2257">
                  <c:v>39687</c:v>
                </c:pt>
                <c:pt idx="2258">
                  <c:v>39688</c:v>
                </c:pt>
                <c:pt idx="2259">
                  <c:v>39689</c:v>
                </c:pt>
                <c:pt idx="2260">
                  <c:v>39692</c:v>
                </c:pt>
                <c:pt idx="2261">
                  <c:v>39693</c:v>
                </c:pt>
                <c:pt idx="2262">
                  <c:v>39694</c:v>
                </c:pt>
                <c:pt idx="2263">
                  <c:v>39695</c:v>
                </c:pt>
                <c:pt idx="2264">
                  <c:v>39696</c:v>
                </c:pt>
                <c:pt idx="2265">
                  <c:v>39699</c:v>
                </c:pt>
                <c:pt idx="2266">
                  <c:v>39700</c:v>
                </c:pt>
                <c:pt idx="2267">
                  <c:v>39701</c:v>
                </c:pt>
                <c:pt idx="2268">
                  <c:v>39702</c:v>
                </c:pt>
                <c:pt idx="2269">
                  <c:v>39703</c:v>
                </c:pt>
                <c:pt idx="2270">
                  <c:v>39706</c:v>
                </c:pt>
                <c:pt idx="2271">
                  <c:v>39707</c:v>
                </c:pt>
                <c:pt idx="2272">
                  <c:v>39708</c:v>
                </c:pt>
                <c:pt idx="2273">
                  <c:v>39709</c:v>
                </c:pt>
                <c:pt idx="2274">
                  <c:v>39710</c:v>
                </c:pt>
                <c:pt idx="2275">
                  <c:v>39713</c:v>
                </c:pt>
                <c:pt idx="2276">
                  <c:v>39714</c:v>
                </c:pt>
                <c:pt idx="2277">
                  <c:v>39715</c:v>
                </c:pt>
                <c:pt idx="2278">
                  <c:v>39716</c:v>
                </c:pt>
                <c:pt idx="2279">
                  <c:v>39717</c:v>
                </c:pt>
                <c:pt idx="2280">
                  <c:v>39720</c:v>
                </c:pt>
                <c:pt idx="2281">
                  <c:v>39721</c:v>
                </c:pt>
                <c:pt idx="2282">
                  <c:v>39722</c:v>
                </c:pt>
                <c:pt idx="2283">
                  <c:v>39723</c:v>
                </c:pt>
                <c:pt idx="2284">
                  <c:v>39724</c:v>
                </c:pt>
                <c:pt idx="2285">
                  <c:v>39727</c:v>
                </c:pt>
                <c:pt idx="2286">
                  <c:v>39728</c:v>
                </c:pt>
                <c:pt idx="2287">
                  <c:v>39729</c:v>
                </c:pt>
                <c:pt idx="2288">
                  <c:v>39730</c:v>
                </c:pt>
                <c:pt idx="2289">
                  <c:v>39731</c:v>
                </c:pt>
                <c:pt idx="2290">
                  <c:v>39734</c:v>
                </c:pt>
                <c:pt idx="2291">
                  <c:v>39735</c:v>
                </c:pt>
                <c:pt idx="2292">
                  <c:v>39736</c:v>
                </c:pt>
                <c:pt idx="2293">
                  <c:v>39737</c:v>
                </c:pt>
                <c:pt idx="2294">
                  <c:v>39738</c:v>
                </c:pt>
                <c:pt idx="2295">
                  <c:v>39741</c:v>
                </c:pt>
                <c:pt idx="2296">
                  <c:v>39742</c:v>
                </c:pt>
                <c:pt idx="2297">
                  <c:v>39743</c:v>
                </c:pt>
                <c:pt idx="2298">
                  <c:v>39744</c:v>
                </c:pt>
                <c:pt idx="2299">
                  <c:v>39745</c:v>
                </c:pt>
                <c:pt idx="2300">
                  <c:v>39748</c:v>
                </c:pt>
                <c:pt idx="2301">
                  <c:v>39749</c:v>
                </c:pt>
                <c:pt idx="2302">
                  <c:v>39750</c:v>
                </c:pt>
                <c:pt idx="2303">
                  <c:v>39751</c:v>
                </c:pt>
                <c:pt idx="2304">
                  <c:v>39752</c:v>
                </c:pt>
                <c:pt idx="2305">
                  <c:v>39755</c:v>
                </c:pt>
                <c:pt idx="2306">
                  <c:v>39756</c:v>
                </c:pt>
                <c:pt idx="2307">
                  <c:v>39757</c:v>
                </c:pt>
                <c:pt idx="2308">
                  <c:v>39758</c:v>
                </c:pt>
                <c:pt idx="2309">
                  <c:v>39759</c:v>
                </c:pt>
                <c:pt idx="2310">
                  <c:v>39762</c:v>
                </c:pt>
                <c:pt idx="2311">
                  <c:v>39763</c:v>
                </c:pt>
                <c:pt idx="2312">
                  <c:v>39764</c:v>
                </c:pt>
                <c:pt idx="2313">
                  <c:v>39765</c:v>
                </c:pt>
                <c:pt idx="2314">
                  <c:v>39766</c:v>
                </c:pt>
                <c:pt idx="2315">
                  <c:v>39769</c:v>
                </c:pt>
                <c:pt idx="2316">
                  <c:v>39770</c:v>
                </c:pt>
                <c:pt idx="2317">
                  <c:v>39771</c:v>
                </c:pt>
                <c:pt idx="2318">
                  <c:v>39772</c:v>
                </c:pt>
                <c:pt idx="2319">
                  <c:v>39773</c:v>
                </c:pt>
                <c:pt idx="2320">
                  <c:v>39776</c:v>
                </c:pt>
                <c:pt idx="2321">
                  <c:v>39777</c:v>
                </c:pt>
                <c:pt idx="2322">
                  <c:v>39778</c:v>
                </c:pt>
                <c:pt idx="2323">
                  <c:v>39779</c:v>
                </c:pt>
                <c:pt idx="2324">
                  <c:v>39780</c:v>
                </c:pt>
                <c:pt idx="2325">
                  <c:v>39783</c:v>
                </c:pt>
                <c:pt idx="2326">
                  <c:v>39784</c:v>
                </c:pt>
                <c:pt idx="2327">
                  <c:v>39785</c:v>
                </c:pt>
                <c:pt idx="2328">
                  <c:v>39786</c:v>
                </c:pt>
                <c:pt idx="2329">
                  <c:v>39787</c:v>
                </c:pt>
                <c:pt idx="2330">
                  <c:v>39790</c:v>
                </c:pt>
                <c:pt idx="2331">
                  <c:v>39791</c:v>
                </c:pt>
                <c:pt idx="2332">
                  <c:v>39792</c:v>
                </c:pt>
                <c:pt idx="2333">
                  <c:v>39793</c:v>
                </c:pt>
                <c:pt idx="2334">
                  <c:v>39794</c:v>
                </c:pt>
                <c:pt idx="2335">
                  <c:v>39797</c:v>
                </c:pt>
                <c:pt idx="2336">
                  <c:v>39798</c:v>
                </c:pt>
                <c:pt idx="2337">
                  <c:v>39799</c:v>
                </c:pt>
                <c:pt idx="2338">
                  <c:v>39800</c:v>
                </c:pt>
                <c:pt idx="2339">
                  <c:v>39801</c:v>
                </c:pt>
                <c:pt idx="2340">
                  <c:v>39804</c:v>
                </c:pt>
                <c:pt idx="2341">
                  <c:v>39805</c:v>
                </c:pt>
                <c:pt idx="2342">
                  <c:v>39806</c:v>
                </c:pt>
                <c:pt idx="2343">
                  <c:v>39807</c:v>
                </c:pt>
                <c:pt idx="2344">
                  <c:v>39808</c:v>
                </c:pt>
                <c:pt idx="2345">
                  <c:v>39811</c:v>
                </c:pt>
                <c:pt idx="2346">
                  <c:v>39812</c:v>
                </c:pt>
                <c:pt idx="2347">
                  <c:v>39813</c:v>
                </c:pt>
                <c:pt idx="2348">
                  <c:v>39814</c:v>
                </c:pt>
                <c:pt idx="2349">
                  <c:v>39815</c:v>
                </c:pt>
                <c:pt idx="2350">
                  <c:v>39818</c:v>
                </c:pt>
                <c:pt idx="2351">
                  <c:v>39819</c:v>
                </c:pt>
                <c:pt idx="2352">
                  <c:v>39820</c:v>
                </c:pt>
                <c:pt idx="2353">
                  <c:v>39821</c:v>
                </c:pt>
                <c:pt idx="2354">
                  <c:v>39822</c:v>
                </c:pt>
                <c:pt idx="2355">
                  <c:v>39825</c:v>
                </c:pt>
                <c:pt idx="2356">
                  <c:v>39826</c:v>
                </c:pt>
                <c:pt idx="2357">
                  <c:v>39827</c:v>
                </c:pt>
                <c:pt idx="2358">
                  <c:v>39828</c:v>
                </c:pt>
                <c:pt idx="2359">
                  <c:v>39829</c:v>
                </c:pt>
                <c:pt idx="2360">
                  <c:v>39832</c:v>
                </c:pt>
                <c:pt idx="2361">
                  <c:v>39833</c:v>
                </c:pt>
                <c:pt idx="2362">
                  <c:v>39834</c:v>
                </c:pt>
                <c:pt idx="2363">
                  <c:v>39835</c:v>
                </c:pt>
                <c:pt idx="2364">
                  <c:v>39836</c:v>
                </c:pt>
                <c:pt idx="2365">
                  <c:v>39839</c:v>
                </c:pt>
                <c:pt idx="2366">
                  <c:v>39840</c:v>
                </c:pt>
                <c:pt idx="2367">
                  <c:v>39841</c:v>
                </c:pt>
                <c:pt idx="2368">
                  <c:v>39842</c:v>
                </c:pt>
                <c:pt idx="2369">
                  <c:v>39843</c:v>
                </c:pt>
                <c:pt idx="2370">
                  <c:v>39846</c:v>
                </c:pt>
                <c:pt idx="2371">
                  <c:v>39847</c:v>
                </c:pt>
                <c:pt idx="2372">
                  <c:v>39848</c:v>
                </c:pt>
                <c:pt idx="2373">
                  <c:v>39849</c:v>
                </c:pt>
                <c:pt idx="2374">
                  <c:v>39850</c:v>
                </c:pt>
                <c:pt idx="2375">
                  <c:v>39853</c:v>
                </c:pt>
                <c:pt idx="2376">
                  <c:v>39854</c:v>
                </c:pt>
                <c:pt idx="2377">
                  <c:v>39855</c:v>
                </c:pt>
                <c:pt idx="2378">
                  <c:v>39856</c:v>
                </c:pt>
                <c:pt idx="2379">
                  <c:v>39857</c:v>
                </c:pt>
                <c:pt idx="2380">
                  <c:v>39860</c:v>
                </c:pt>
                <c:pt idx="2381">
                  <c:v>39861</c:v>
                </c:pt>
                <c:pt idx="2382">
                  <c:v>39862</c:v>
                </c:pt>
                <c:pt idx="2383">
                  <c:v>39863</c:v>
                </c:pt>
                <c:pt idx="2384">
                  <c:v>39864</c:v>
                </c:pt>
                <c:pt idx="2385">
                  <c:v>39867</c:v>
                </c:pt>
                <c:pt idx="2386">
                  <c:v>39868</c:v>
                </c:pt>
                <c:pt idx="2387">
                  <c:v>39869</c:v>
                </c:pt>
                <c:pt idx="2388">
                  <c:v>39870</c:v>
                </c:pt>
                <c:pt idx="2389">
                  <c:v>39871</c:v>
                </c:pt>
                <c:pt idx="2390">
                  <c:v>39874</c:v>
                </c:pt>
                <c:pt idx="2391">
                  <c:v>39875</c:v>
                </c:pt>
                <c:pt idx="2392">
                  <c:v>39876</c:v>
                </c:pt>
                <c:pt idx="2393">
                  <c:v>39877</c:v>
                </c:pt>
                <c:pt idx="2394">
                  <c:v>39878</c:v>
                </c:pt>
                <c:pt idx="2395">
                  <c:v>39881</c:v>
                </c:pt>
                <c:pt idx="2396">
                  <c:v>39882</c:v>
                </c:pt>
                <c:pt idx="2397">
                  <c:v>39883</c:v>
                </c:pt>
                <c:pt idx="2398">
                  <c:v>39884</c:v>
                </c:pt>
                <c:pt idx="2399">
                  <c:v>39885</c:v>
                </c:pt>
                <c:pt idx="2400">
                  <c:v>39888</c:v>
                </c:pt>
                <c:pt idx="2401">
                  <c:v>39889</c:v>
                </c:pt>
                <c:pt idx="2402">
                  <c:v>39890</c:v>
                </c:pt>
                <c:pt idx="2403">
                  <c:v>39891</c:v>
                </c:pt>
                <c:pt idx="2404">
                  <c:v>39892</c:v>
                </c:pt>
                <c:pt idx="2405">
                  <c:v>39895</c:v>
                </c:pt>
                <c:pt idx="2406">
                  <c:v>39896</c:v>
                </c:pt>
                <c:pt idx="2407">
                  <c:v>39897</c:v>
                </c:pt>
                <c:pt idx="2408">
                  <c:v>39898</c:v>
                </c:pt>
                <c:pt idx="2409">
                  <c:v>39899</c:v>
                </c:pt>
                <c:pt idx="2410">
                  <c:v>39902</c:v>
                </c:pt>
                <c:pt idx="2411">
                  <c:v>39903</c:v>
                </c:pt>
                <c:pt idx="2412">
                  <c:v>39904</c:v>
                </c:pt>
                <c:pt idx="2413">
                  <c:v>39905</c:v>
                </c:pt>
                <c:pt idx="2414">
                  <c:v>39906</c:v>
                </c:pt>
                <c:pt idx="2415">
                  <c:v>39909</c:v>
                </c:pt>
                <c:pt idx="2416">
                  <c:v>39910</c:v>
                </c:pt>
                <c:pt idx="2417">
                  <c:v>39911</c:v>
                </c:pt>
                <c:pt idx="2418">
                  <c:v>39912</c:v>
                </c:pt>
                <c:pt idx="2419">
                  <c:v>39913</c:v>
                </c:pt>
                <c:pt idx="2420">
                  <c:v>39916</c:v>
                </c:pt>
                <c:pt idx="2421">
                  <c:v>39917</c:v>
                </c:pt>
                <c:pt idx="2422">
                  <c:v>39918</c:v>
                </c:pt>
                <c:pt idx="2423">
                  <c:v>39919</c:v>
                </c:pt>
                <c:pt idx="2424">
                  <c:v>39920</c:v>
                </c:pt>
                <c:pt idx="2425">
                  <c:v>39923</c:v>
                </c:pt>
                <c:pt idx="2426">
                  <c:v>39924</c:v>
                </c:pt>
                <c:pt idx="2427">
                  <c:v>39925</c:v>
                </c:pt>
                <c:pt idx="2428">
                  <c:v>39926</c:v>
                </c:pt>
                <c:pt idx="2429">
                  <c:v>39927</c:v>
                </c:pt>
                <c:pt idx="2430">
                  <c:v>39930</c:v>
                </c:pt>
                <c:pt idx="2431">
                  <c:v>39931</c:v>
                </c:pt>
                <c:pt idx="2432">
                  <c:v>39932</c:v>
                </c:pt>
                <c:pt idx="2433">
                  <c:v>39933</c:v>
                </c:pt>
                <c:pt idx="2434">
                  <c:v>39934</c:v>
                </c:pt>
                <c:pt idx="2435">
                  <c:v>39937</c:v>
                </c:pt>
                <c:pt idx="2436">
                  <c:v>39938</c:v>
                </c:pt>
                <c:pt idx="2437">
                  <c:v>39939</c:v>
                </c:pt>
                <c:pt idx="2438">
                  <c:v>39940</c:v>
                </c:pt>
                <c:pt idx="2439">
                  <c:v>39941</c:v>
                </c:pt>
                <c:pt idx="2440">
                  <c:v>39944</c:v>
                </c:pt>
                <c:pt idx="2441">
                  <c:v>39945</c:v>
                </c:pt>
                <c:pt idx="2442">
                  <c:v>39946</c:v>
                </c:pt>
                <c:pt idx="2443">
                  <c:v>39947</c:v>
                </c:pt>
                <c:pt idx="2444">
                  <c:v>39948</c:v>
                </c:pt>
                <c:pt idx="2445">
                  <c:v>39951</c:v>
                </c:pt>
                <c:pt idx="2446">
                  <c:v>39952</c:v>
                </c:pt>
                <c:pt idx="2447">
                  <c:v>39953</c:v>
                </c:pt>
                <c:pt idx="2448">
                  <c:v>39954</c:v>
                </c:pt>
                <c:pt idx="2449">
                  <c:v>39955</c:v>
                </c:pt>
                <c:pt idx="2450">
                  <c:v>39958</c:v>
                </c:pt>
                <c:pt idx="2451">
                  <c:v>39959</c:v>
                </c:pt>
                <c:pt idx="2452">
                  <c:v>39960</c:v>
                </c:pt>
                <c:pt idx="2453">
                  <c:v>39961</c:v>
                </c:pt>
                <c:pt idx="2454">
                  <c:v>39962</c:v>
                </c:pt>
                <c:pt idx="2455">
                  <c:v>39965</c:v>
                </c:pt>
                <c:pt idx="2456">
                  <c:v>39966</c:v>
                </c:pt>
                <c:pt idx="2457">
                  <c:v>39967</c:v>
                </c:pt>
                <c:pt idx="2458">
                  <c:v>39968</c:v>
                </c:pt>
                <c:pt idx="2459">
                  <c:v>39969</c:v>
                </c:pt>
                <c:pt idx="2460">
                  <c:v>39972</c:v>
                </c:pt>
                <c:pt idx="2461">
                  <c:v>39973</c:v>
                </c:pt>
                <c:pt idx="2462">
                  <c:v>39974</c:v>
                </c:pt>
                <c:pt idx="2463">
                  <c:v>39975</c:v>
                </c:pt>
                <c:pt idx="2464">
                  <c:v>39976</c:v>
                </c:pt>
                <c:pt idx="2465">
                  <c:v>39979</c:v>
                </c:pt>
                <c:pt idx="2466">
                  <c:v>39980</c:v>
                </c:pt>
                <c:pt idx="2467">
                  <c:v>39981</c:v>
                </c:pt>
                <c:pt idx="2468">
                  <c:v>39982</c:v>
                </c:pt>
                <c:pt idx="2469">
                  <c:v>39983</c:v>
                </c:pt>
                <c:pt idx="2470">
                  <c:v>39986</c:v>
                </c:pt>
                <c:pt idx="2471">
                  <c:v>39987</c:v>
                </c:pt>
                <c:pt idx="2472">
                  <c:v>39988</c:v>
                </c:pt>
                <c:pt idx="2473">
                  <c:v>39989</c:v>
                </c:pt>
                <c:pt idx="2474">
                  <c:v>39990</c:v>
                </c:pt>
                <c:pt idx="2475">
                  <c:v>39993</c:v>
                </c:pt>
                <c:pt idx="2476">
                  <c:v>39994</c:v>
                </c:pt>
                <c:pt idx="2477">
                  <c:v>39995</c:v>
                </c:pt>
                <c:pt idx="2478">
                  <c:v>39996</c:v>
                </c:pt>
                <c:pt idx="2479">
                  <c:v>39997</c:v>
                </c:pt>
                <c:pt idx="2480">
                  <c:v>40000</c:v>
                </c:pt>
                <c:pt idx="2481">
                  <c:v>40001</c:v>
                </c:pt>
                <c:pt idx="2482">
                  <c:v>40002</c:v>
                </c:pt>
                <c:pt idx="2483">
                  <c:v>40003</c:v>
                </c:pt>
                <c:pt idx="2484">
                  <c:v>40004</c:v>
                </c:pt>
                <c:pt idx="2485">
                  <c:v>40007</c:v>
                </c:pt>
                <c:pt idx="2486">
                  <c:v>40008</c:v>
                </c:pt>
                <c:pt idx="2487">
                  <c:v>40009</c:v>
                </c:pt>
                <c:pt idx="2488">
                  <c:v>40010</c:v>
                </c:pt>
                <c:pt idx="2489">
                  <c:v>40011</c:v>
                </c:pt>
                <c:pt idx="2490">
                  <c:v>40014</c:v>
                </c:pt>
                <c:pt idx="2491">
                  <c:v>40015</c:v>
                </c:pt>
                <c:pt idx="2492">
                  <c:v>40016</c:v>
                </c:pt>
                <c:pt idx="2493">
                  <c:v>40017</c:v>
                </c:pt>
                <c:pt idx="2494">
                  <c:v>40018</c:v>
                </c:pt>
                <c:pt idx="2495">
                  <c:v>40021</c:v>
                </c:pt>
                <c:pt idx="2496">
                  <c:v>40022</c:v>
                </c:pt>
                <c:pt idx="2497">
                  <c:v>40023</c:v>
                </c:pt>
                <c:pt idx="2498">
                  <c:v>40024</c:v>
                </c:pt>
                <c:pt idx="2499">
                  <c:v>40025</c:v>
                </c:pt>
                <c:pt idx="2500">
                  <c:v>40028</c:v>
                </c:pt>
                <c:pt idx="2501">
                  <c:v>40029</c:v>
                </c:pt>
                <c:pt idx="2502">
                  <c:v>40030</c:v>
                </c:pt>
                <c:pt idx="2503">
                  <c:v>40031</c:v>
                </c:pt>
                <c:pt idx="2504">
                  <c:v>40032</c:v>
                </c:pt>
                <c:pt idx="2505">
                  <c:v>40035</c:v>
                </c:pt>
                <c:pt idx="2506">
                  <c:v>40036</c:v>
                </c:pt>
                <c:pt idx="2507">
                  <c:v>40037</c:v>
                </c:pt>
                <c:pt idx="2508">
                  <c:v>40038</c:v>
                </c:pt>
                <c:pt idx="2509">
                  <c:v>40039</c:v>
                </c:pt>
                <c:pt idx="2510">
                  <c:v>40042</c:v>
                </c:pt>
                <c:pt idx="2511">
                  <c:v>40043</c:v>
                </c:pt>
                <c:pt idx="2512">
                  <c:v>40044</c:v>
                </c:pt>
                <c:pt idx="2513">
                  <c:v>40045</c:v>
                </c:pt>
                <c:pt idx="2514">
                  <c:v>40046</c:v>
                </c:pt>
                <c:pt idx="2515">
                  <c:v>40049</c:v>
                </c:pt>
                <c:pt idx="2516">
                  <c:v>40050</c:v>
                </c:pt>
                <c:pt idx="2517">
                  <c:v>40051</c:v>
                </c:pt>
                <c:pt idx="2518">
                  <c:v>40052</c:v>
                </c:pt>
                <c:pt idx="2519">
                  <c:v>40053</c:v>
                </c:pt>
                <c:pt idx="2520">
                  <c:v>40056</c:v>
                </c:pt>
                <c:pt idx="2521">
                  <c:v>40057</c:v>
                </c:pt>
                <c:pt idx="2522">
                  <c:v>40058</c:v>
                </c:pt>
                <c:pt idx="2523">
                  <c:v>40059</c:v>
                </c:pt>
                <c:pt idx="2524">
                  <c:v>40060</c:v>
                </c:pt>
                <c:pt idx="2525">
                  <c:v>40063</c:v>
                </c:pt>
                <c:pt idx="2526">
                  <c:v>40064</c:v>
                </c:pt>
                <c:pt idx="2527">
                  <c:v>40065</c:v>
                </c:pt>
                <c:pt idx="2528">
                  <c:v>40066</c:v>
                </c:pt>
                <c:pt idx="2529">
                  <c:v>40067</c:v>
                </c:pt>
                <c:pt idx="2530">
                  <c:v>40070</c:v>
                </c:pt>
                <c:pt idx="2531">
                  <c:v>40071</c:v>
                </c:pt>
                <c:pt idx="2532">
                  <c:v>40072</c:v>
                </c:pt>
                <c:pt idx="2533">
                  <c:v>40073</c:v>
                </c:pt>
                <c:pt idx="2534">
                  <c:v>40074</c:v>
                </c:pt>
                <c:pt idx="2535">
                  <c:v>40077</c:v>
                </c:pt>
                <c:pt idx="2536">
                  <c:v>40078</c:v>
                </c:pt>
                <c:pt idx="2537">
                  <c:v>40079</c:v>
                </c:pt>
                <c:pt idx="2538">
                  <c:v>40080</c:v>
                </c:pt>
                <c:pt idx="2539">
                  <c:v>40081</c:v>
                </c:pt>
                <c:pt idx="2540">
                  <c:v>40084</c:v>
                </c:pt>
                <c:pt idx="2541">
                  <c:v>40085</c:v>
                </c:pt>
                <c:pt idx="2542">
                  <c:v>40086</c:v>
                </c:pt>
                <c:pt idx="2543">
                  <c:v>40087</c:v>
                </c:pt>
                <c:pt idx="2544">
                  <c:v>40088</c:v>
                </c:pt>
                <c:pt idx="2545">
                  <c:v>40091</c:v>
                </c:pt>
                <c:pt idx="2546">
                  <c:v>40092</c:v>
                </c:pt>
                <c:pt idx="2547">
                  <c:v>40093</c:v>
                </c:pt>
                <c:pt idx="2548">
                  <c:v>40094</c:v>
                </c:pt>
                <c:pt idx="2549">
                  <c:v>40095</c:v>
                </c:pt>
                <c:pt idx="2550">
                  <c:v>40098</c:v>
                </c:pt>
                <c:pt idx="2551">
                  <c:v>40099</c:v>
                </c:pt>
                <c:pt idx="2552">
                  <c:v>40100</c:v>
                </c:pt>
                <c:pt idx="2553">
                  <c:v>40101</c:v>
                </c:pt>
                <c:pt idx="2554">
                  <c:v>40102</c:v>
                </c:pt>
                <c:pt idx="2555">
                  <c:v>40105</c:v>
                </c:pt>
                <c:pt idx="2556">
                  <c:v>40106</c:v>
                </c:pt>
                <c:pt idx="2557">
                  <c:v>40107</c:v>
                </c:pt>
                <c:pt idx="2558">
                  <c:v>40108</c:v>
                </c:pt>
                <c:pt idx="2559">
                  <c:v>40109</c:v>
                </c:pt>
                <c:pt idx="2560">
                  <c:v>40112</c:v>
                </c:pt>
                <c:pt idx="2561">
                  <c:v>40113</c:v>
                </c:pt>
                <c:pt idx="2562">
                  <c:v>40114</c:v>
                </c:pt>
                <c:pt idx="2563">
                  <c:v>40115</c:v>
                </c:pt>
                <c:pt idx="2564">
                  <c:v>40116</c:v>
                </c:pt>
                <c:pt idx="2565">
                  <c:v>40119</c:v>
                </c:pt>
                <c:pt idx="2566">
                  <c:v>40120</c:v>
                </c:pt>
                <c:pt idx="2567">
                  <c:v>40121</c:v>
                </c:pt>
                <c:pt idx="2568">
                  <c:v>40122</c:v>
                </c:pt>
                <c:pt idx="2569">
                  <c:v>40123</c:v>
                </c:pt>
                <c:pt idx="2570">
                  <c:v>40126</c:v>
                </c:pt>
                <c:pt idx="2571">
                  <c:v>40127</c:v>
                </c:pt>
                <c:pt idx="2572">
                  <c:v>40128</c:v>
                </c:pt>
                <c:pt idx="2573">
                  <c:v>40129</c:v>
                </c:pt>
                <c:pt idx="2574">
                  <c:v>40130</c:v>
                </c:pt>
                <c:pt idx="2575">
                  <c:v>40133</c:v>
                </c:pt>
                <c:pt idx="2576">
                  <c:v>40134</c:v>
                </c:pt>
                <c:pt idx="2577">
                  <c:v>40135</c:v>
                </c:pt>
                <c:pt idx="2578">
                  <c:v>40136</c:v>
                </c:pt>
                <c:pt idx="2579">
                  <c:v>40137</c:v>
                </c:pt>
                <c:pt idx="2580">
                  <c:v>40140</c:v>
                </c:pt>
                <c:pt idx="2581">
                  <c:v>40141</c:v>
                </c:pt>
                <c:pt idx="2582">
                  <c:v>40142</c:v>
                </c:pt>
                <c:pt idx="2583">
                  <c:v>40143</c:v>
                </c:pt>
                <c:pt idx="2584">
                  <c:v>40144</c:v>
                </c:pt>
                <c:pt idx="2585">
                  <c:v>40147</c:v>
                </c:pt>
                <c:pt idx="2586">
                  <c:v>40148</c:v>
                </c:pt>
                <c:pt idx="2587">
                  <c:v>40149</c:v>
                </c:pt>
                <c:pt idx="2588">
                  <c:v>40150</c:v>
                </c:pt>
                <c:pt idx="2589">
                  <c:v>40151</c:v>
                </c:pt>
                <c:pt idx="2590">
                  <c:v>40154</c:v>
                </c:pt>
                <c:pt idx="2591">
                  <c:v>40155</c:v>
                </c:pt>
                <c:pt idx="2592">
                  <c:v>40156</c:v>
                </c:pt>
                <c:pt idx="2593">
                  <c:v>40157</c:v>
                </c:pt>
                <c:pt idx="2594">
                  <c:v>40158</c:v>
                </c:pt>
                <c:pt idx="2595">
                  <c:v>40161</c:v>
                </c:pt>
                <c:pt idx="2596">
                  <c:v>40162</c:v>
                </c:pt>
                <c:pt idx="2597">
                  <c:v>40163</c:v>
                </c:pt>
                <c:pt idx="2598">
                  <c:v>40164</c:v>
                </c:pt>
                <c:pt idx="2599">
                  <c:v>40165</c:v>
                </c:pt>
                <c:pt idx="2600">
                  <c:v>40168</c:v>
                </c:pt>
                <c:pt idx="2601">
                  <c:v>40169</c:v>
                </c:pt>
                <c:pt idx="2602">
                  <c:v>40170</c:v>
                </c:pt>
                <c:pt idx="2603">
                  <c:v>40171</c:v>
                </c:pt>
                <c:pt idx="2604">
                  <c:v>40172</c:v>
                </c:pt>
                <c:pt idx="2605">
                  <c:v>40175</c:v>
                </c:pt>
                <c:pt idx="2606">
                  <c:v>40176</c:v>
                </c:pt>
                <c:pt idx="2607">
                  <c:v>40177</c:v>
                </c:pt>
                <c:pt idx="2608">
                  <c:v>40178</c:v>
                </c:pt>
                <c:pt idx="2609">
                  <c:v>40179</c:v>
                </c:pt>
                <c:pt idx="2610">
                  <c:v>40182</c:v>
                </c:pt>
                <c:pt idx="2611">
                  <c:v>40183</c:v>
                </c:pt>
                <c:pt idx="2612">
                  <c:v>40184</c:v>
                </c:pt>
                <c:pt idx="2613">
                  <c:v>40185</c:v>
                </c:pt>
                <c:pt idx="2614">
                  <c:v>40186</c:v>
                </c:pt>
                <c:pt idx="2615">
                  <c:v>40189</c:v>
                </c:pt>
                <c:pt idx="2616">
                  <c:v>40190</c:v>
                </c:pt>
                <c:pt idx="2617">
                  <c:v>40191</c:v>
                </c:pt>
                <c:pt idx="2618">
                  <c:v>40192</c:v>
                </c:pt>
                <c:pt idx="2619">
                  <c:v>40193</c:v>
                </c:pt>
                <c:pt idx="2620">
                  <c:v>40196</c:v>
                </c:pt>
                <c:pt idx="2621">
                  <c:v>40197</c:v>
                </c:pt>
                <c:pt idx="2622">
                  <c:v>40198</c:v>
                </c:pt>
                <c:pt idx="2623">
                  <c:v>40199</c:v>
                </c:pt>
                <c:pt idx="2624">
                  <c:v>40200</c:v>
                </c:pt>
                <c:pt idx="2625">
                  <c:v>40203</c:v>
                </c:pt>
                <c:pt idx="2626">
                  <c:v>40204</c:v>
                </c:pt>
                <c:pt idx="2627">
                  <c:v>40205</c:v>
                </c:pt>
                <c:pt idx="2628">
                  <c:v>40206</c:v>
                </c:pt>
                <c:pt idx="2629">
                  <c:v>40207</c:v>
                </c:pt>
                <c:pt idx="2630">
                  <c:v>40210</c:v>
                </c:pt>
                <c:pt idx="2631">
                  <c:v>40211</c:v>
                </c:pt>
                <c:pt idx="2632">
                  <c:v>40212</c:v>
                </c:pt>
                <c:pt idx="2633">
                  <c:v>40213</c:v>
                </c:pt>
                <c:pt idx="2634">
                  <c:v>40214</c:v>
                </c:pt>
                <c:pt idx="2635">
                  <c:v>40217</c:v>
                </c:pt>
                <c:pt idx="2636">
                  <c:v>40218</c:v>
                </c:pt>
                <c:pt idx="2637">
                  <c:v>40219</c:v>
                </c:pt>
                <c:pt idx="2638">
                  <c:v>40220</c:v>
                </c:pt>
                <c:pt idx="2639">
                  <c:v>40221</c:v>
                </c:pt>
                <c:pt idx="2640">
                  <c:v>40224</c:v>
                </c:pt>
                <c:pt idx="2641">
                  <c:v>40225</c:v>
                </c:pt>
                <c:pt idx="2642">
                  <c:v>40226</c:v>
                </c:pt>
                <c:pt idx="2643">
                  <c:v>40227</c:v>
                </c:pt>
                <c:pt idx="2644">
                  <c:v>40228</c:v>
                </c:pt>
                <c:pt idx="2645">
                  <c:v>40231</c:v>
                </c:pt>
                <c:pt idx="2646">
                  <c:v>40232</c:v>
                </c:pt>
                <c:pt idx="2647">
                  <c:v>40233</c:v>
                </c:pt>
                <c:pt idx="2648">
                  <c:v>40234</c:v>
                </c:pt>
                <c:pt idx="2649">
                  <c:v>40235</c:v>
                </c:pt>
                <c:pt idx="2650">
                  <c:v>40238</c:v>
                </c:pt>
                <c:pt idx="2651">
                  <c:v>40239</c:v>
                </c:pt>
                <c:pt idx="2652">
                  <c:v>40240</c:v>
                </c:pt>
                <c:pt idx="2653">
                  <c:v>40241</c:v>
                </c:pt>
                <c:pt idx="2654">
                  <c:v>40242</c:v>
                </c:pt>
                <c:pt idx="2655">
                  <c:v>40245</c:v>
                </c:pt>
                <c:pt idx="2656">
                  <c:v>40246</c:v>
                </c:pt>
                <c:pt idx="2657">
                  <c:v>40247</c:v>
                </c:pt>
                <c:pt idx="2658">
                  <c:v>40248</c:v>
                </c:pt>
                <c:pt idx="2659">
                  <c:v>40249</c:v>
                </c:pt>
                <c:pt idx="2660">
                  <c:v>40252</c:v>
                </c:pt>
                <c:pt idx="2661">
                  <c:v>40253</c:v>
                </c:pt>
                <c:pt idx="2662">
                  <c:v>40254</c:v>
                </c:pt>
                <c:pt idx="2663">
                  <c:v>40255</c:v>
                </c:pt>
                <c:pt idx="2664">
                  <c:v>40256</c:v>
                </c:pt>
                <c:pt idx="2665">
                  <c:v>40259</c:v>
                </c:pt>
                <c:pt idx="2666">
                  <c:v>40260</c:v>
                </c:pt>
                <c:pt idx="2667">
                  <c:v>40261</c:v>
                </c:pt>
                <c:pt idx="2668">
                  <c:v>40262</c:v>
                </c:pt>
                <c:pt idx="2669">
                  <c:v>40263</c:v>
                </c:pt>
                <c:pt idx="2670">
                  <c:v>40266</c:v>
                </c:pt>
                <c:pt idx="2671">
                  <c:v>40267</c:v>
                </c:pt>
                <c:pt idx="2672">
                  <c:v>40268</c:v>
                </c:pt>
                <c:pt idx="2673">
                  <c:v>40269</c:v>
                </c:pt>
                <c:pt idx="2674">
                  <c:v>40270</c:v>
                </c:pt>
                <c:pt idx="2675">
                  <c:v>40273</c:v>
                </c:pt>
                <c:pt idx="2676">
                  <c:v>40274</c:v>
                </c:pt>
                <c:pt idx="2677">
                  <c:v>40275</c:v>
                </c:pt>
                <c:pt idx="2678">
                  <c:v>40276</c:v>
                </c:pt>
                <c:pt idx="2679">
                  <c:v>40277</c:v>
                </c:pt>
                <c:pt idx="2680">
                  <c:v>40280</c:v>
                </c:pt>
                <c:pt idx="2681">
                  <c:v>40281</c:v>
                </c:pt>
                <c:pt idx="2682">
                  <c:v>40282</c:v>
                </c:pt>
                <c:pt idx="2683">
                  <c:v>40283</c:v>
                </c:pt>
                <c:pt idx="2684">
                  <c:v>40284</c:v>
                </c:pt>
                <c:pt idx="2685">
                  <c:v>40287</c:v>
                </c:pt>
                <c:pt idx="2686">
                  <c:v>40288</c:v>
                </c:pt>
                <c:pt idx="2687">
                  <c:v>40289</c:v>
                </c:pt>
                <c:pt idx="2688">
                  <c:v>40290</c:v>
                </c:pt>
                <c:pt idx="2689">
                  <c:v>40291</c:v>
                </c:pt>
                <c:pt idx="2690">
                  <c:v>40294</c:v>
                </c:pt>
                <c:pt idx="2691">
                  <c:v>40295</c:v>
                </c:pt>
                <c:pt idx="2692">
                  <c:v>40296</c:v>
                </c:pt>
                <c:pt idx="2693">
                  <c:v>40297</c:v>
                </c:pt>
                <c:pt idx="2694">
                  <c:v>40298</c:v>
                </c:pt>
                <c:pt idx="2695">
                  <c:v>40301</c:v>
                </c:pt>
                <c:pt idx="2696">
                  <c:v>40302</c:v>
                </c:pt>
                <c:pt idx="2697">
                  <c:v>40303</c:v>
                </c:pt>
                <c:pt idx="2698">
                  <c:v>40304</c:v>
                </c:pt>
                <c:pt idx="2699">
                  <c:v>40305</c:v>
                </c:pt>
                <c:pt idx="2700">
                  <c:v>40308</c:v>
                </c:pt>
                <c:pt idx="2701">
                  <c:v>40309</c:v>
                </c:pt>
                <c:pt idx="2702">
                  <c:v>40310</c:v>
                </c:pt>
                <c:pt idx="2703">
                  <c:v>40311</c:v>
                </c:pt>
                <c:pt idx="2704">
                  <c:v>40312</c:v>
                </c:pt>
                <c:pt idx="2705">
                  <c:v>40315</c:v>
                </c:pt>
                <c:pt idx="2706">
                  <c:v>40316</c:v>
                </c:pt>
                <c:pt idx="2707">
                  <c:v>40317</c:v>
                </c:pt>
                <c:pt idx="2708">
                  <c:v>40318</c:v>
                </c:pt>
                <c:pt idx="2709">
                  <c:v>40319</c:v>
                </c:pt>
                <c:pt idx="2710">
                  <c:v>40322</c:v>
                </c:pt>
                <c:pt idx="2711">
                  <c:v>40323</c:v>
                </c:pt>
                <c:pt idx="2712">
                  <c:v>40324</c:v>
                </c:pt>
                <c:pt idx="2713">
                  <c:v>40325</c:v>
                </c:pt>
                <c:pt idx="2714">
                  <c:v>40326</c:v>
                </c:pt>
                <c:pt idx="2715">
                  <c:v>40329</c:v>
                </c:pt>
                <c:pt idx="2716">
                  <c:v>40330</c:v>
                </c:pt>
                <c:pt idx="2717">
                  <c:v>40331</c:v>
                </c:pt>
                <c:pt idx="2718">
                  <c:v>40332</c:v>
                </c:pt>
                <c:pt idx="2719">
                  <c:v>40333</c:v>
                </c:pt>
                <c:pt idx="2720">
                  <c:v>40336</c:v>
                </c:pt>
                <c:pt idx="2721">
                  <c:v>40337</c:v>
                </c:pt>
                <c:pt idx="2722">
                  <c:v>40338</c:v>
                </c:pt>
                <c:pt idx="2723">
                  <c:v>40339</c:v>
                </c:pt>
                <c:pt idx="2724">
                  <c:v>40340</c:v>
                </c:pt>
                <c:pt idx="2725">
                  <c:v>40343</c:v>
                </c:pt>
                <c:pt idx="2726">
                  <c:v>40344</c:v>
                </c:pt>
                <c:pt idx="2727">
                  <c:v>40345</c:v>
                </c:pt>
                <c:pt idx="2728">
                  <c:v>40346</c:v>
                </c:pt>
                <c:pt idx="2729">
                  <c:v>40347</c:v>
                </c:pt>
                <c:pt idx="2730">
                  <c:v>40350</c:v>
                </c:pt>
                <c:pt idx="2731">
                  <c:v>40351</c:v>
                </c:pt>
                <c:pt idx="2732">
                  <c:v>40352</c:v>
                </c:pt>
                <c:pt idx="2733">
                  <c:v>40353</c:v>
                </c:pt>
                <c:pt idx="2734">
                  <c:v>40354</c:v>
                </c:pt>
                <c:pt idx="2735">
                  <c:v>40357</c:v>
                </c:pt>
                <c:pt idx="2736">
                  <c:v>40358</c:v>
                </c:pt>
                <c:pt idx="2737">
                  <c:v>40359</c:v>
                </c:pt>
                <c:pt idx="2738">
                  <c:v>40360</c:v>
                </c:pt>
                <c:pt idx="2739">
                  <c:v>40361</c:v>
                </c:pt>
                <c:pt idx="2740">
                  <c:v>40364</c:v>
                </c:pt>
                <c:pt idx="2741">
                  <c:v>40365</c:v>
                </c:pt>
                <c:pt idx="2742">
                  <c:v>40366</c:v>
                </c:pt>
                <c:pt idx="2743">
                  <c:v>40367</c:v>
                </c:pt>
                <c:pt idx="2744">
                  <c:v>40368</c:v>
                </c:pt>
                <c:pt idx="2745">
                  <c:v>40371</c:v>
                </c:pt>
                <c:pt idx="2746">
                  <c:v>40372</c:v>
                </c:pt>
                <c:pt idx="2747">
                  <c:v>40373</c:v>
                </c:pt>
                <c:pt idx="2748">
                  <c:v>40374</c:v>
                </c:pt>
                <c:pt idx="2749">
                  <c:v>40375</c:v>
                </c:pt>
                <c:pt idx="2750">
                  <c:v>40378</c:v>
                </c:pt>
                <c:pt idx="2751">
                  <c:v>40379</c:v>
                </c:pt>
                <c:pt idx="2752">
                  <c:v>40380</c:v>
                </c:pt>
                <c:pt idx="2753">
                  <c:v>40381</c:v>
                </c:pt>
                <c:pt idx="2754">
                  <c:v>40382</c:v>
                </c:pt>
                <c:pt idx="2755">
                  <c:v>40385</c:v>
                </c:pt>
                <c:pt idx="2756">
                  <c:v>40386</c:v>
                </c:pt>
                <c:pt idx="2757">
                  <c:v>40387</c:v>
                </c:pt>
                <c:pt idx="2758">
                  <c:v>40388</c:v>
                </c:pt>
                <c:pt idx="2759">
                  <c:v>40389</c:v>
                </c:pt>
                <c:pt idx="2760">
                  <c:v>40392</c:v>
                </c:pt>
                <c:pt idx="2761">
                  <c:v>40393</c:v>
                </c:pt>
                <c:pt idx="2762">
                  <c:v>40394</c:v>
                </c:pt>
                <c:pt idx="2763">
                  <c:v>40395</c:v>
                </c:pt>
                <c:pt idx="2764">
                  <c:v>40396</c:v>
                </c:pt>
                <c:pt idx="2765">
                  <c:v>40399</c:v>
                </c:pt>
                <c:pt idx="2766">
                  <c:v>40400</c:v>
                </c:pt>
                <c:pt idx="2767">
                  <c:v>40401</c:v>
                </c:pt>
                <c:pt idx="2768">
                  <c:v>40402</c:v>
                </c:pt>
                <c:pt idx="2769">
                  <c:v>40403</c:v>
                </c:pt>
                <c:pt idx="2770">
                  <c:v>40406</c:v>
                </c:pt>
                <c:pt idx="2771">
                  <c:v>40407</c:v>
                </c:pt>
                <c:pt idx="2772">
                  <c:v>40408</c:v>
                </c:pt>
                <c:pt idx="2773">
                  <c:v>40409</c:v>
                </c:pt>
                <c:pt idx="2774">
                  <c:v>40410</c:v>
                </c:pt>
                <c:pt idx="2775">
                  <c:v>40413</c:v>
                </c:pt>
                <c:pt idx="2776">
                  <c:v>40414</c:v>
                </c:pt>
                <c:pt idx="2777">
                  <c:v>40415</c:v>
                </c:pt>
                <c:pt idx="2778">
                  <c:v>40416</c:v>
                </c:pt>
                <c:pt idx="2779">
                  <c:v>40417</c:v>
                </c:pt>
                <c:pt idx="2780">
                  <c:v>40420</c:v>
                </c:pt>
                <c:pt idx="2781">
                  <c:v>40421</c:v>
                </c:pt>
                <c:pt idx="2782">
                  <c:v>40422</c:v>
                </c:pt>
                <c:pt idx="2783">
                  <c:v>40423</c:v>
                </c:pt>
                <c:pt idx="2784">
                  <c:v>40424</c:v>
                </c:pt>
                <c:pt idx="2785">
                  <c:v>40427</c:v>
                </c:pt>
                <c:pt idx="2786">
                  <c:v>40428</c:v>
                </c:pt>
                <c:pt idx="2787">
                  <c:v>40429</c:v>
                </c:pt>
                <c:pt idx="2788">
                  <c:v>40430</c:v>
                </c:pt>
                <c:pt idx="2789">
                  <c:v>40431</c:v>
                </c:pt>
                <c:pt idx="2790">
                  <c:v>40434</c:v>
                </c:pt>
                <c:pt idx="2791">
                  <c:v>40435</c:v>
                </c:pt>
                <c:pt idx="2792">
                  <c:v>40436</c:v>
                </c:pt>
                <c:pt idx="2793">
                  <c:v>40437</c:v>
                </c:pt>
                <c:pt idx="2794">
                  <c:v>40438</c:v>
                </c:pt>
                <c:pt idx="2795">
                  <c:v>40441</c:v>
                </c:pt>
                <c:pt idx="2796">
                  <c:v>40442</c:v>
                </c:pt>
                <c:pt idx="2797">
                  <c:v>40443</c:v>
                </c:pt>
                <c:pt idx="2798">
                  <c:v>40444</c:v>
                </c:pt>
                <c:pt idx="2799">
                  <c:v>40445</c:v>
                </c:pt>
                <c:pt idx="2800">
                  <c:v>40448</c:v>
                </c:pt>
                <c:pt idx="2801">
                  <c:v>40449</c:v>
                </c:pt>
                <c:pt idx="2802">
                  <c:v>40450</c:v>
                </c:pt>
                <c:pt idx="2803">
                  <c:v>40451</c:v>
                </c:pt>
                <c:pt idx="2804">
                  <c:v>40452</c:v>
                </c:pt>
                <c:pt idx="2805">
                  <c:v>40455</c:v>
                </c:pt>
                <c:pt idx="2806">
                  <c:v>40456</c:v>
                </c:pt>
                <c:pt idx="2807">
                  <c:v>40457</c:v>
                </c:pt>
                <c:pt idx="2808">
                  <c:v>40458</c:v>
                </c:pt>
                <c:pt idx="2809">
                  <c:v>40459</c:v>
                </c:pt>
                <c:pt idx="2810">
                  <c:v>40462</c:v>
                </c:pt>
                <c:pt idx="2811">
                  <c:v>40463</c:v>
                </c:pt>
                <c:pt idx="2812">
                  <c:v>40464</c:v>
                </c:pt>
                <c:pt idx="2813">
                  <c:v>40465</c:v>
                </c:pt>
                <c:pt idx="2814">
                  <c:v>40466</c:v>
                </c:pt>
                <c:pt idx="2815">
                  <c:v>40469</c:v>
                </c:pt>
                <c:pt idx="2816">
                  <c:v>40470</c:v>
                </c:pt>
                <c:pt idx="2817">
                  <c:v>40471</c:v>
                </c:pt>
                <c:pt idx="2818">
                  <c:v>40472</c:v>
                </c:pt>
                <c:pt idx="2819">
                  <c:v>40473</c:v>
                </c:pt>
                <c:pt idx="2820">
                  <c:v>40476</c:v>
                </c:pt>
                <c:pt idx="2821">
                  <c:v>40477</c:v>
                </c:pt>
                <c:pt idx="2822">
                  <c:v>40478</c:v>
                </c:pt>
                <c:pt idx="2823">
                  <c:v>40479</c:v>
                </c:pt>
                <c:pt idx="2824">
                  <c:v>40480</c:v>
                </c:pt>
                <c:pt idx="2825">
                  <c:v>40483</c:v>
                </c:pt>
                <c:pt idx="2826">
                  <c:v>40484</c:v>
                </c:pt>
                <c:pt idx="2827">
                  <c:v>40485</c:v>
                </c:pt>
                <c:pt idx="2828">
                  <c:v>40486</c:v>
                </c:pt>
                <c:pt idx="2829">
                  <c:v>40487</c:v>
                </c:pt>
                <c:pt idx="2830">
                  <c:v>40490</c:v>
                </c:pt>
                <c:pt idx="2831">
                  <c:v>40491</c:v>
                </c:pt>
                <c:pt idx="2832">
                  <c:v>40492</c:v>
                </c:pt>
                <c:pt idx="2833">
                  <c:v>40493</c:v>
                </c:pt>
                <c:pt idx="2834">
                  <c:v>40494</c:v>
                </c:pt>
                <c:pt idx="2835">
                  <c:v>40497</c:v>
                </c:pt>
                <c:pt idx="2836">
                  <c:v>40498</c:v>
                </c:pt>
                <c:pt idx="2837">
                  <c:v>40499</c:v>
                </c:pt>
                <c:pt idx="2838">
                  <c:v>40500</c:v>
                </c:pt>
                <c:pt idx="2839">
                  <c:v>40501</c:v>
                </c:pt>
                <c:pt idx="2840">
                  <c:v>40504</c:v>
                </c:pt>
                <c:pt idx="2841">
                  <c:v>40505</c:v>
                </c:pt>
                <c:pt idx="2842">
                  <c:v>40506</c:v>
                </c:pt>
                <c:pt idx="2843">
                  <c:v>40507</c:v>
                </c:pt>
                <c:pt idx="2844">
                  <c:v>40508</c:v>
                </c:pt>
                <c:pt idx="2845">
                  <c:v>40511</c:v>
                </c:pt>
                <c:pt idx="2846">
                  <c:v>40512</c:v>
                </c:pt>
                <c:pt idx="2847">
                  <c:v>40513</c:v>
                </c:pt>
                <c:pt idx="2848">
                  <c:v>40514</c:v>
                </c:pt>
                <c:pt idx="2849">
                  <c:v>40515</c:v>
                </c:pt>
                <c:pt idx="2850">
                  <c:v>40518</c:v>
                </c:pt>
                <c:pt idx="2851">
                  <c:v>40519</c:v>
                </c:pt>
                <c:pt idx="2852">
                  <c:v>40520</c:v>
                </c:pt>
                <c:pt idx="2853">
                  <c:v>40521</c:v>
                </c:pt>
                <c:pt idx="2854">
                  <c:v>40522</c:v>
                </c:pt>
                <c:pt idx="2855">
                  <c:v>40525</c:v>
                </c:pt>
                <c:pt idx="2856">
                  <c:v>40526</c:v>
                </c:pt>
                <c:pt idx="2857">
                  <c:v>40527</c:v>
                </c:pt>
                <c:pt idx="2858">
                  <c:v>40528</c:v>
                </c:pt>
                <c:pt idx="2859">
                  <c:v>40529</c:v>
                </c:pt>
                <c:pt idx="2860">
                  <c:v>40532</c:v>
                </c:pt>
                <c:pt idx="2861">
                  <c:v>40533</c:v>
                </c:pt>
                <c:pt idx="2862">
                  <c:v>40534</c:v>
                </c:pt>
                <c:pt idx="2863">
                  <c:v>40535</c:v>
                </c:pt>
                <c:pt idx="2864">
                  <c:v>40536</c:v>
                </c:pt>
                <c:pt idx="2865">
                  <c:v>40539</c:v>
                </c:pt>
                <c:pt idx="2866">
                  <c:v>40540</c:v>
                </c:pt>
                <c:pt idx="2867">
                  <c:v>40541</c:v>
                </c:pt>
                <c:pt idx="2868">
                  <c:v>40542</c:v>
                </c:pt>
                <c:pt idx="2869">
                  <c:v>40543</c:v>
                </c:pt>
                <c:pt idx="2870">
                  <c:v>40546</c:v>
                </c:pt>
                <c:pt idx="2871">
                  <c:v>40547</c:v>
                </c:pt>
                <c:pt idx="2872">
                  <c:v>40548</c:v>
                </c:pt>
                <c:pt idx="2873">
                  <c:v>40549</c:v>
                </c:pt>
                <c:pt idx="2874">
                  <c:v>40550</c:v>
                </c:pt>
                <c:pt idx="2875">
                  <c:v>40553</c:v>
                </c:pt>
                <c:pt idx="2876">
                  <c:v>40554</c:v>
                </c:pt>
                <c:pt idx="2877">
                  <c:v>40555</c:v>
                </c:pt>
                <c:pt idx="2878">
                  <c:v>40556</c:v>
                </c:pt>
                <c:pt idx="2879">
                  <c:v>40557</c:v>
                </c:pt>
                <c:pt idx="2880">
                  <c:v>40560</c:v>
                </c:pt>
                <c:pt idx="2881">
                  <c:v>40561</c:v>
                </c:pt>
                <c:pt idx="2882">
                  <c:v>40562</c:v>
                </c:pt>
                <c:pt idx="2883">
                  <c:v>40563</c:v>
                </c:pt>
                <c:pt idx="2884">
                  <c:v>40564</c:v>
                </c:pt>
                <c:pt idx="2885">
                  <c:v>40567</c:v>
                </c:pt>
                <c:pt idx="2886">
                  <c:v>40568</c:v>
                </c:pt>
                <c:pt idx="2887">
                  <c:v>40569</c:v>
                </c:pt>
                <c:pt idx="2888">
                  <c:v>40570</c:v>
                </c:pt>
                <c:pt idx="2889">
                  <c:v>40571</c:v>
                </c:pt>
                <c:pt idx="2890">
                  <c:v>40574</c:v>
                </c:pt>
                <c:pt idx="2891">
                  <c:v>40575</c:v>
                </c:pt>
                <c:pt idx="2892">
                  <c:v>40576</c:v>
                </c:pt>
                <c:pt idx="2893">
                  <c:v>40577</c:v>
                </c:pt>
                <c:pt idx="2894">
                  <c:v>40578</c:v>
                </c:pt>
                <c:pt idx="2895">
                  <c:v>40581</c:v>
                </c:pt>
                <c:pt idx="2896">
                  <c:v>40582</c:v>
                </c:pt>
                <c:pt idx="2897">
                  <c:v>40583</c:v>
                </c:pt>
                <c:pt idx="2898">
                  <c:v>40584</c:v>
                </c:pt>
                <c:pt idx="2899">
                  <c:v>40585</c:v>
                </c:pt>
                <c:pt idx="2900">
                  <c:v>40588</c:v>
                </c:pt>
                <c:pt idx="2901">
                  <c:v>40589</c:v>
                </c:pt>
                <c:pt idx="2902">
                  <c:v>40590</c:v>
                </c:pt>
                <c:pt idx="2903">
                  <c:v>40591</c:v>
                </c:pt>
                <c:pt idx="2904">
                  <c:v>40592</c:v>
                </c:pt>
                <c:pt idx="2905">
                  <c:v>40595</c:v>
                </c:pt>
                <c:pt idx="2906">
                  <c:v>40596</c:v>
                </c:pt>
                <c:pt idx="2907">
                  <c:v>40597</c:v>
                </c:pt>
                <c:pt idx="2908">
                  <c:v>40598</c:v>
                </c:pt>
                <c:pt idx="2909">
                  <c:v>40599</c:v>
                </c:pt>
                <c:pt idx="2910">
                  <c:v>40602</c:v>
                </c:pt>
                <c:pt idx="2911">
                  <c:v>40603</c:v>
                </c:pt>
                <c:pt idx="2912">
                  <c:v>40604</c:v>
                </c:pt>
                <c:pt idx="2913">
                  <c:v>40605</c:v>
                </c:pt>
                <c:pt idx="2914">
                  <c:v>40606</c:v>
                </c:pt>
                <c:pt idx="2915">
                  <c:v>40609</c:v>
                </c:pt>
                <c:pt idx="2916">
                  <c:v>40610</c:v>
                </c:pt>
                <c:pt idx="2917">
                  <c:v>40611</c:v>
                </c:pt>
                <c:pt idx="2918">
                  <c:v>40612</c:v>
                </c:pt>
                <c:pt idx="2919">
                  <c:v>40613</c:v>
                </c:pt>
                <c:pt idx="2920">
                  <c:v>40616</c:v>
                </c:pt>
                <c:pt idx="2921">
                  <c:v>40617</c:v>
                </c:pt>
                <c:pt idx="2922">
                  <c:v>40618</c:v>
                </c:pt>
                <c:pt idx="2923">
                  <c:v>40619</c:v>
                </c:pt>
                <c:pt idx="2924">
                  <c:v>40620</c:v>
                </c:pt>
                <c:pt idx="2925">
                  <c:v>40623</c:v>
                </c:pt>
                <c:pt idx="2926">
                  <c:v>40624</c:v>
                </c:pt>
                <c:pt idx="2927">
                  <c:v>40625</c:v>
                </c:pt>
                <c:pt idx="2928">
                  <c:v>40626</c:v>
                </c:pt>
                <c:pt idx="2929">
                  <c:v>40627</c:v>
                </c:pt>
                <c:pt idx="2930">
                  <c:v>40630</c:v>
                </c:pt>
                <c:pt idx="2931">
                  <c:v>40631</c:v>
                </c:pt>
                <c:pt idx="2932">
                  <c:v>40632</c:v>
                </c:pt>
                <c:pt idx="2933">
                  <c:v>40633</c:v>
                </c:pt>
                <c:pt idx="2934">
                  <c:v>40634</c:v>
                </c:pt>
                <c:pt idx="2935">
                  <c:v>40637</c:v>
                </c:pt>
                <c:pt idx="2936">
                  <c:v>40638</c:v>
                </c:pt>
                <c:pt idx="2937">
                  <c:v>40639</c:v>
                </c:pt>
                <c:pt idx="2938">
                  <c:v>40640</c:v>
                </c:pt>
                <c:pt idx="2939">
                  <c:v>40641</c:v>
                </c:pt>
                <c:pt idx="2940">
                  <c:v>40644</c:v>
                </c:pt>
                <c:pt idx="2941">
                  <c:v>40645</c:v>
                </c:pt>
                <c:pt idx="2942">
                  <c:v>40646</c:v>
                </c:pt>
                <c:pt idx="2943">
                  <c:v>40647</c:v>
                </c:pt>
                <c:pt idx="2944">
                  <c:v>40648</c:v>
                </c:pt>
                <c:pt idx="2945">
                  <c:v>40651</c:v>
                </c:pt>
                <c:pt idx="2946">
                  <c:v>40652</c:v>
                </c:pt>
                <c:pt idx="2947">
                  <c:v>40653</c:v>
                </c:pt>
                <c:pt idx="2948">
                  <c:v>40654</c:v>
                </c:pt>
                <c:pt idx="2949">
                  <c:v>40655</c:v>
                </c:pt>
                <c:pt idx="2950">
                  <c:v>40658</c:v>
                </c:pt>
                <c:pt idx="2951">
                  <c:v>40659</c:v>
                </c:pt>
                <c:pt idx="2952">
                  <c:v>40660</c:v>
                </c:pt>
                <c:pt idx="2953">
                  <c:v>40661</c:v>
                </c:pt>
                <c:pt idx="2954">
                  <c:v>40662</c:v>
                </c:pt>
                <c:pt idx="2955">
                  <c:v>40665</c:v>
                </c:pt>
                <c:pt idx="2956">
                  <c:v>40666</c:v>
                </c:pt>
                <c:pt idx="2957">
                  <c:v>40667</c:v>
                </c:pt>
                <c:pt idx="2958">
                  <c:v>40668</c:v>
                </c:pt>
                <c:pt idx="2959">
                  <c:v>40669</c:v>
                </c:pt>
                <c:pt idx="2960">
                  <c:v>40672</c:v>
                </c:pt>
                <c:pt idx="2961">
                  <c:v>40673</c:v>
                </c:pt>
                <c:pt idx="2962">
                  <c:v>40674</c:v>
                </c:pt>
                <c:pt idx="2963">
                  <c:v>40675</c:v>
                </c:pt>
                <c:pt idx="2964">
                  <c:v>40676</c:v>
                </c:pt>
                <c:pt idx="2965">
                  <c:v>40679</c:v>
                </c:pt>
                <c:pt idx="2966">
                  <c:v>40680</c:v>
                </c:pt>
                <c:pt idx="2967">
                  <c:v>40681</c:v>
                </c:pt>
                <c:pt idx="2968">
                  <c:v>40682</c:v>
                </c:pt>
                <c:pt idx="2969">
                  <c:v>40683</c:v>
                </c:pt>
                <c:pt idx="2970">
                  <c:v>40686</c:v>
                </c:pt>
                <c:pt idx="2971">
                  <c:v>40687</c:v>
                </c:pt>
                <c:pt idx="2972">
                  <c:v>40688</c:v>
                </c:pt>
                <c:pt idx="2973">
                  <c:v>40689</c:v>
                </c:pt>
                <c:pt idx="2974">
                  <c:v>40690</c:v>
                </c:pt>
                <c:pt idx="2975">
                  <c:v>40693</c:v>
                </c:pt>
                <c:pt idx="2976">
                  <c:v>40694</c:v>
                </c:pt>
                <c:pt idx="2977">
                  <c:v>40695</c:v>
                </c:pt>
                <c:pt idx="2978">
                  <c:v>40696</c:v>
                </c:pt>
                <c:pt idx="2979">
                  <c:v>40697</c:v>
                </c:pt>
                <c:pt idx="2980">
                  <c:v>40700</c:v>
                </c:pt>
                <c:pt idx="2981">
                  <c:v>40701</c:v>
                </c:pt>
                <c:pt idx="2982">
                  <c:v>40702</c:v>
                </c:pt>
                <c:pt idx="2983">
                  <c:v>40703</c:v>
                </c:pt>
                <c:pt idx="2984">
                  <c:v>40704</c:v>
                </c:pt>
                <c:pt idx="2985">
                  <c:v>40707</c:v>
                </c:pt>
                <c:pt idx="2986">
                  <c:v>40708</c:v>
                </c:pt>
                <c:pt idx="2987">
                  <c:v>40709</c:v>
                </c:pt>
                <c:pt idx="2988">
                  <c:v>40710</c:v>
                </c:pt>
                <c:pt idx="2989">
                  <c:v>40711</c:v>
                </c:pt>
                <c:pt idx="2990">
                  <c:v>40714</c:v>
                </c:pt>
                <c:pt idx="2991">
                  <c:v>40715</c:v>
                </c:pt>
                <c:pt idx="2992">
                  <c:v>40716</c:v>
                </c:pt>
                <c:pt idx="2993">
                  <c:v>40717</c:v>
                </c:pt>
                <c:pt idx="2994">
                  <c:v>40718</c:v>
                </c:pt>
                <c:pt idx="2995">
                  <c:v>40721</c:v>
                </c:pt>
                <c:pt idx="2996">
                  <c:v>40722</c:v>
                </c:pt>
                <c:pt idx="2997">
                  <c:v>40723</c:v>
                </c:pt>
                <c:pt idx="2998">
                  <c:v>40724</c:v>
                </c:pt>
                <c:pt idx="2999">
                  <c:v>40725</c:v>
                </c:pt>
                <c:pt idx="3000">
                  <c:v>40728</c:v>
                </c:pt>
                <c:pt idx="3001">
                  <c:v>40729</c:v>
                </c:pt>
                <c:pt idx="3002">
                  <c:v>40730</c:v>
                </c:pt>
                <c:pt idx="3003">
                  <c:v>40731</c:v>
                </c:pt>
                <c:pt idx="3004">
                  <c:v>40732</c:v>
                </c:pt>
                <c:pt idx="3005">
                  <c:v>40735</c:v>
                </c:pt>
                <c:pt idx="3006">
                  <c:v>40736</c:v>
                </c:pt>
                <c:pt idx="3007">
                  <c:v>40737</c:v>
                </c:pt>
                <c:pt idx="3008">
                  <c:v>40738</c:v>
                </c:pt>
                <c:pt idx="3009">
                  <c:v>40739</c:v>
                </c:pt>
                <c:pt idx="3010">
                  <c:v>40742</c:v>
                </c:pt>
                <c:pt idx="3011">
                  <c:v>40743</c:v>
                </c:pt>
                <c:pt idx="3012">
                  <c:v>40744</c:v>
                </c:pt>
                <c:pt idx="3013">
                  <c:v>40745</c:v>
                </c:pt>
                <c:pt idx="3014">
                  <c:v>40746</c:v>
                </c:pt>
                <c:pt idx="3015">
                  <c:v>40749</c:v>
                </c:pt>
                <c:pt idx="3016">
                  <c:v>40750</c:v>
                </c:pt>
                <c:pt idx="3017">
                  <c:v>40751</c:v>
                </c:pt>
                <c:pt idx="3018">
                  <c:v>40752</c:v>
                </c:pt>
                <c:pt idx="3019">
                  <c:v>40753</c:v>
                </c:pt>
                <c:pt idx="3020">
                  <c:v>40756</c:v>
                </c:pt>
                <c:pt idx="3021">
                  <c:v>40757</c:v>
                </c:pt>
                <c:pt idx="3022">
                  <c:v>40758</c:v>
                </c:pt>
                <c:pt idx="3023">
                  <c:v>40759</c:v>
                </c:pt>
                <c:pt idx="3024">
                  <c:v>40760</c:v>
                </c:pt>
                <c:pt idx="3025">
                  <c:v>40763</c:v>
                </c:pt>
                <c:pt idx="3026">
                  <c:v>40764</c:v>
                </c:pt>
                <c:pt idx="3027">
                  <c:v>40765</c:v>
                </c:pt>
                <c:pt idx="3028">
                  <c:v>40766</c:v>
                </c:pt>
                <c:pt idx="3029">
                  <c:v>40767</c:v>
                </c:pt>
                <c:pt idx="3030">
                  <c:v>40770</c:v>
                </c:pt>
                <c:pt idx="3031">
                  <c:v>40771</c:v>
                </c:pt>
                <c:pt idx="3032">
                  <c:v>40772</c:v>
                </c:pt>
                <c:pt idx="3033">
                  <c:v>40773</c:v>
                </c:pt>
                <c:pt idx="3034">
                  <c:v>40774</c:v>
                </c:pt>
                <c:pt idx="3035">
                  <c:v>40777</c:v>
                </c:pt>
                <c:pt idx="3036">
                  <c:v>40778</c:v>
                </c:pt>
                <c:pt idx="3037">
                  <c:v>40779</c:v>
                </c:pt>
                <c:pt idx="3038">
                  <c:v>40780</c:v>
                </c:pt>
                <c:pt idx="3039">
                  <c:v>40781</c:v>
                </c:pt>
                <c:pt idx="3040">
                  <c:v>40784</c:v>
                </c:pt>
                <c:pt idx="3041">
                  <c:v>40785</c:v>
                </c:pt>
                <c:pt idx="3042">
                  <c:v>40786</c:v>
                </c:pt>
                <c:pt idx="3043">
                  <c:v>40787</c:v>
                </c:pt>
                <c:pt idx="3044">
                  <c:v>40788</c:v>
                </c:pt>
                <c:pt idx="3045">
                  <c:v>40791</c:v>
                </c:pt>
                <c:pt idx="3046">
                  <c:v>40792</c:v>
                </c:pt>
                <c:pt idx="3047">
                  <c:v>40793</c:v>
                </c:pt>
                <c:pt idx="3048">
                  <c:v>40794</c:v>
                </c:pt>
                <c:pt idx="3049">
                  <c:v>40795</c:v>
                </c:pt>
                <c:pt idx="3050">
                  <c:v>40798</c:v>
                </c:pt>
                <c:pt idx="3051">
                  <c:v>40799</c:v>
                </c:pt>
                <c:pt idx="3052">
                  <c:v>40800</c:v>
                </c:pt>
                <c:pt idx="3053">
                  <c:v>40801</c:v>
                </c:pt>
                <c:pt idx="3054">
                  <c:v>40802</c:v>
                </c:pt>
                <c:pt idx="3055">
                  <c:v>40805</c:v>
                </c:pt>
                <c:pt idx="3056">
                  <c:v>40806</c:v>
                </c:pt>
                <c:pt idx="3057">
                  <c:v>40807</c:v>
                </c:pt>
                <c:pt idx="3058">
                  <c:v>40808</c:v>
                </c:pt>
                <c:pt idx="3059">
                  <c:v>40809</c:v>
                </c:pt>
                <c:pt idx="3060">
                  <c:v>40812</c:v>
                </c:pt>
                <c:pt idx="3061">
                  <c:v>40813</c:v>
                </c:pt>
                <c:pt idx="3062">
                  <c:v>40814</c:v>
                </c:pt>
                <c:pt idx="3063">
                  <c:v>40815</c:v>
                </c:pt>
                <c:pt idx="3064">
                  <c:v>40816</c:v>
                </c:pt>
                <c:pt idx="3065">
                  <c:v>40819</c:v>
                </c:pt>
                <c:pt idx="3066">
                  <c:v>40820</c:v>
                </c:pt>
                <c:pt idx="3067">
                  <c:v>40821</c:v>
                </c:pt>
                <c:pt idx="3068">
                  <c:v>40822</c:v>
                </c:pt>
                <c:pt idx="3069">
                  <c:v>40823</c:v>
                </c:pt>
                <c:pt idx="3070">
                  <c:v>40826</c:v>
                </c:pt>
                <c:pt idx="3071">
                  <c:v>40827</c:v>
                </c:pt>
                <c:pt idx="3072">
                  <c:v>40828</c:v>
                </c:pt>
                <c:pt idx="3073">
                  <c:v>40829</c:v>
                </c:pt>
                <c:pt idx="3074">
                  <c:v>40830</c:v>
                </c:pt>
                <c:pt idx="3075">
                  <c:v>40833</c:v>
                </c:pt>
                <c:pt idx="3076">
                  <c:v>40834</c:v>
                </c:pt>
                <c:pt idx="3077">
                  <c:v>40835</c:v>
                </c:pt>
                <c:pt idx="3078">
                  <c:v>40836</c:v>
                </c:pt>
                <c:pt idx="3079">
                  <c:v>40837</c:v>
                </c:pt>
                <c:pt idx="3080">
                  <c:v>40840</c:v>
                </c:pt>
                <c:pt idx="3081">
                  <c:v>40841</c:v>
                </c:pt>
                <c:pt idx="3082">
                  <c:v>40842</c:v>
                </c:pt>
                <c:pt idx="3083">
                  <c:v>40843</c:v>
                </c:pt>
                <c:pt idx="3084">
                  <c:v>40844</c:v>
                </c:pt>
                <c:pt idx="3085">
                  <c:v>40847</c:v>
                </c:pt>
                <c:pt idx="3086">
                  <c:v>40848</c:v>
                </c:pt>
                <c:pt idx="3087">
                  <c:v>40849</c:v>
                </c:pt>
                <c:pt idx="3088">
                  <c:v>40850</c:v>
                </c:pt>
                <c:pt idx="3089">
                  <c:v>40851</c:v>
                </c:pt>
                <c:pt idx="3090">
                  <c:v>40854</c:v>
                </c:pt>
                <c:pt idx="3091">
                  <c:v>40855</c:v>
                </c:pt>
                <c:pt idx="3092">
                  <c:v>40856</c:v>
                </c:pt>
                <c:pt idx="3093">
                  <c:v>40857</c:v>
                </c:pt>
                <c:pt idx="3094">
                  <c:v>40858</c:v>
                </c:pt>
                <c:pt idx="3095">
                  <c:v>40861</c:v>
                </c:pt>
                <c:pt idx="3096">
                  <c:v>40862</c:v>
                </c:pt>
                <c:pt idx="3097">
                  <c:v>40863</c:v>
                </c:pt>
                <c:pt idx="3098">
                  <c:v>40864</c:v>
                </c:pt>
                <c:pt idx="3099">
                  <c:v>40865</c:v>
                </c:pt>
                <c:pt idx="3100">
                  <c:v>40868</c:v>
                </c:pt>
                <c:pt idx="3101">
                  <c:v>40869</c:v>
                </c:pt>
                <c:pt idx="3102">
                  <c:v>40870</c:v>
                </c:pt>
                <c:pt idx="3103">
                  <c:v>40871</c:v>
                </c:pt>
                <c:pt idx="3104">
                  <c:v>40872</c:v>
                </c:pt>
                <c:pt idx="3105">
                  <c:v>40875</c:v>
                </c:pt>
                <c:pt idx="3106">
                  <c:v>40876</c:v>
                </c:pt>
                <c:pt idx="3107">
                  <c:v>40877</c:v>
                </c:pt>
                <c:pt idx="3108">
                  <c:v>40878</c:v>
                </c:pt>
                <c:pt idx="3109">
                  <c:v>40879</c:v>
                </c:pt>
                <c:pt idx="3110">
                  <c:v>40882</c:v>
                </c:pt>
                <c:pt idx="3111">
                  <c:v>40883</c:v>
                </c:pt>
                <c:pt idx="3112">
                  <c:v>40884</c:v>
                </c:pt>
                <c:pt idx="3113">
                  <c:v>40885</c:v>
                </c:pt>
                <c:pt idx="3114">
                  <c:v>40886</c:v>
                </c:pt>
                <c:pt idx="3115">
                  <c:v>40889</c:v>
                </c:pt>
                <c:pt idx="3116">
                  <c:v>40890</c:v>
                </c:pt>
                <c:pt idx="3117">
                  <c:v>40891</c:v>
                </c:pt>
                <c:pt idx="3118">
                  <c:v>40892</c:v>
                </c:pt>
                <c:pt idx="3119">
                  <c:v>40893</c:v>
                </c:pt>
                <c:pt idx="3120">
                  <c:v>40896</c:v>
                </c:pt>
                <c:pt idx="3121">
                  <c:v>40897</c:v>
                </c:pt>
                <c:pt idx="3122">
                  <c:v>40898</c:v>
                </c:pt>
                <c:pt idx="3123">
                  <c:v>40899</c:v>
                </c:pt>
                <c:pt idx="3124">
                  <c:v>40900</c:v>
                </c:pt>
                <c:pt idx="3125">
                  <c:v>40903</c:v>
                </c:pt>
                <c:pt idx="3126">
                  <c:v>40904</c:v>
                </c:pt>
                <c:pt idx="3127">
                  <c:v>40905</c:v>
                </c:pt>
                <c:pt idx="3128">
                  <c:v>40906</c:v>
                </c:pt>
                <c:pt idx="3129">
                  <c:v>40907</c:v>
                </c:pt>
                <c:pt idx="3130">
                  <c:v>40910</c:v>
                </c:pt>
                <c:pt idx="3131">
                  <c:v>40911</c:v>
                </c:pt>
                <c:pt idx="3132">
                  <c:v>40912</c:v>
                </c:pt>
                <c:pt idx="3133">
                  <c:v>40913</c:v>
                </c:pt>
                <c:pt idx="3134">
                  <c:v>40914</c:v>
                </c:pt>
                <c:pt idx="3135">
                  <c:v>40917</c:v>
                </c:pt>
                <c:pt idx="3136">
                  <c:v>40918</c:v>
                </c:pt>
                <c:pt idx="3137">
                  <c:v>40919</c:v>
                </c:pt>
                <c:pt idx="3138">
                  <c:v>40920</c:v>
                </c:pt>
                <c:pt idx="3139">
                  <c:v>40921</c:v>
                </c:pt>
                <c:pt idx="3140">
                  <c:v>40924</c:v>
                </c:pt>
                <c:pt idx="3141">
                  <c:v>40925</c:v>
                </c:pt>
                <c:pt idx="3142">
                  <c:v>40926</c:v>
                </c:pt>
                <c:pt idx="3143">
                  <c:v>40927</c:v>
                </c:pt>
                <c:pt idx="3144">
                  <c:v>40928</c:v>
                </c:pt>
                <c:pt idx="3145">
                  <c:v>40931</c:v>
                </c:pt>
                <c:pt idx="3146">
                  <c:v>40932</c:v>
                </c:pt>
                <c:pt idx="3147">
                  <c:v>40933</c:v>
                </c:pt>
                <c:pt idx="3148">
                  <c:v>40934</c:v>
                </c:pt>
                <c:pt idx="3149">
                  <c:v>40935</c:v>
                </c:pt>
                <c:pt idx="3150">
                  <c:v>40938</c:v>
                </c:pt>
                <c:pt idx="3151">
                  <c:v>40939</c:v>
                </c:pt>
                <c:pt idx="3152">
                  <c:v>40940</c:v>
                </c:pt>
                <c:pt idx="3153">
                  <c:v>40941</c:v>
                </c:pt>
                <c:pt idx="3154">
                  <c:v>40942</c:v>
                </c:pt>
                <c:pt idx="3155">
                  <c:v>40945</c:v>
                </c:pt>
                <c:pt idx="3156">
                  <c:v>40946</c:v>
                </c:pt>
                <c:pt idx="3157">
                  <c:v>40947</c:v>
                </c:pt>
                <c:pt idx="3158">
                  <c:v>40948</c:v>
                </c:pt>
                <c:pt idx="3159">
                  <c:v>40949</c:v>
                </c:pt>
                <c:pt idx="3160">
                  <c:v>40952</c:v>
                </c:pt>
                <c:pt idx="3161">
                  <c:v>40953</c:v>
                </c:pt>
                <c:pt idx="3162">
                  <c:v>40954</c:v>
                </c:pt>
                <c:pt idx="3163">
                  <c:v>40955</c:v>
                </c:pt>
                <c:pt idx="3164">
                  <c:v>40956</c:v>
                </c:pt>
                <c:pt idx="3165">
                  <c:v>40959</c:v>
                </c:pt>
                <c:pt idx="3166">
                  <c:v>40960</c:v>
                </c:pt>
                <c:pt idx="3167">
                  <c:v>40961</c:v>
                </c:pt>
                <c:pt idx="3168">
                  <c:v>40962</c:v>
                </c:pt>
                <c:pt idx="3169">
                  <c:v>40963</c:v>
                </c:pt>
                <c:pt idx="3170">
                  <c:v>40966</c:v>
                </c:pt>
                <c:pt idx="3171">
                  <c:v>40967</c:v>
                </c:pt>
                <c:pt idx="3172">
                  <c:v>40968</c:v>
                </c:pt>
                <c:pt idx="3173">
                  <c:v>40969</c:v>
                </c:pt>
                <c:pt idx="3174">
                  <c:v>40970</c:v>
                </c:pt>
                <c:pt idx="3175">
                  <c:v>40973</c:v>
                </c:pt>
                <c:pt idx="3176">
                  <c:v>40974</c:v>
                </c:pt>
                <c:pt idx="3177">
                  <c:v>40975</c:v>
                </c:pt>
                <c:pt idx="3178">
                  <c:v>40976</c:v>
                </c:pt>
                <c:pt idx="3179">
                  <c:v>40977</c:v>
                </c:pt>
                <c:pt idx="3180">
                  <c:v>40980</c:v>
                </c:pt>
                <c:pt idx="3181">
                  <c:v>40981</c:v>
                </c:pt>
                <c:pt idx="3182">
                  <c:v>40982</c:v>
                </c:pt>
                <c:pt idx="3183">
                  <c:v>40983</c:v>
                </c:pt>
                <c:pt idx="3184">
                  <c:v>40984</c:v>
                </c:pt>
                <c:pt idx="3185">
                  <c:v>40987</c:v>
                </c:pt>
                <c:pt idx="3186">
                  <c:v>40988</c:v>
                </c:pt>
                <c:pt idx="3187">
                  <c:v>40989</c:v>
                </c:pt>
                <c:pt idx="3188">
                  <c:v>40990</c:v>
                </c:pt>
                <c:pt idx="3189">
                  <c:v>40991</c:v>
                </c:pt>
                <c:pt idx="3190">
                  <c:v>40994</c:v>
                </c:pt>
                <c:pt idx="3191">
                  <c:v>40995</c:v>
                </c:pt>
                <c:pt idx="3192">
                  <c:v>40996</c:v>
                </c:pt>
                <c:pt idx="3193">
                  <c:v>40997</c:v>
                </c:pt>
                <c:pt idx="3194">
                  <c:v>40998</c:v>
                </c:pt>
                <c:pt idx="3195">
                  <c:v>41001</c:v>
                </c:pt>
                <c:pt idx="3196">
                  <c:v>41002</c:v>
                </c:pt>
                <c:pt idx="3197">
                  <c:v>41003</c:v>
                </c:pt>
                <c:pt idx="3198">
                  <c:v>41004</c:v>
                </c:pt>
                <c:pt idx="3199">
                  <c:v>41005</c:v>
                </c:pt>
                <c:pt idx="3200">
                  <c:v>41008</c:v>
                </c:pt>
                <c:pt idx="3201">
                  <c:v>41009</c:v>
                </c:pt>
                <c:pt idx="3202">
                  <c:v>41010</c:v>
                </c:pt>
                <c:pt idx="3203">
                  <c:v>41011</c:v>
                </c:pt>
                <c:pt idx="3204">
                  <c:v>41012</c:v>
                </c:pt>
                <c:pt idx="3205">
                  <c:v>41015</c:v>
                </c:pt>
                <c:pt idx="3206">
                  <c:v>41016</c:v>
                </c:pt>
                <c:pt idx="3207">
                  <c:v>41017</c:v>
                </c:pt>
                <c:pt idx="3208">
                  <c:v>41018</c:v>
                </c:pt>
                <c:pt idx="3209">
                  <c:v>41019</c:v>
                </c:pt>
                <c:pt idx="3210">
                  <c:v>41022</c:v>
                </c:pt>
                <c:pt idx="3211">
                  <c:v>41023</c:v>
                </c:pt>
                <c:pt idx="3212">
                  <c:v>41024</c:v>
                </c:pt>
                <c:pt idx="3213">
                  <c:v>41025</c:v>
                </c:pt>
                <c:pt idx="3214">
                  <c:v>41026</c:v>
                </c:pt>
                <c:pt idx="3215">
                  <c:v>41029</c:v>
                </c:pt>
                <c:pt idx="3216">
                  <c:v>41030</c:v>
                </c:pt>
                <c:pt idx="3217">
                  <c:v>41031</c:v>
                </c:pt>
                <c:pt idx="3218">
                  <c:v>41032</c:v>
                </c:pt>
                <c:pt idx="3219">
                  <c:v>41033</c:v>
                </c:pt>
                <c:pt idx="3220">
                  <c:v>41036</c:v>
                </c:pt>
                <c:pt idx="3221">
                  <c:v>41037</c:v>
                </c:pt>
                <c:pt idx="3222">
                  <c:v>41038</c:v>
                </c:pt>
                <c:pt idx="3223">
                  <c:v>41039</c:v>
                </c:pt>
                <c:pt idx="3224">
                  <c:v>41040</c:v>
                </c:pt>
                <c:pt idx="3225">
                  <c:v>41043</c:v>
                </c:pt>
                <c:pt idx="3226">
                  <c:v>41044</c:v>
                </c:pt>
                <c:pt idx="3227">
                  <c:v>41045</c:v>
                </c:pt>
                <c:pt idx="3228">
                  <c:v>41046</c:v>
                </c:pt>
                <c:pt idx="3229">
                  <c:v>41047</c:v>
                </c:pt>
                <c:pt idx="3230">
                  <c:v>41050</c:v>
                </c:pt>
                <c:pt idx="3231">
                  <c:v>41051</c:v>
                </c:pt>
                <c:pt idx="3232">
                  <c:v>41052</c:v>
                </c:pt>
                <c:pt idx="3233">
                  <c:v>41053</c:v>
                </c:pt>
                <c:pt idx="3234">
                  <c:v>41054</c:v>
                </c:pt>
                <c:pt idx="3235">
                  <c:v>41057</c:v>
                </c:pt>
                <c:pt idx="3236">
                  <c:v>41058</c:v>
                </c:pt>
                <c:pt idx="3237">
                  <c:v>41059</c:v>
                </c:pt>
                <c:pt idx="3238">
                  <c:v>41060</c:v>
                </c:pt>
                <c:pt idx="3239">
                  <c:v>41061</c:v>
                </c:pt>
                <c:pt idx="3240">
                  <c:v>41064</c:v>
                </c:pt>
                <c:pt idx="3241">
                  <c:v>41065</c:v>
                </c:pt>
                <c:pt idx="3242">
                  <c:v>41066</c:v>
                </c:pt>
                <c:pt idx="3243">
                  <c:v>41067</c:v>
                </c:pt>
                <c:pt idx="3244">
                  <c:v>41068</c:v>
                </c:pt>
                <c:pt idx="3245">
                  <c:v>41071</c:v>
                </c:pt>
                <c:pt idx="3246">
                  <c:v>41072</c:v>
                </c:pt>
                <c:pt idx="3247">
                  <c:v>41073</c:v>
                </c:pt>
                <c:pt idx="3248">
                  <c:v>41074</c:v>
                </c:pt>
                <c:pt idx="3249">
                  <c:v>41075</c:v>
                </c:pt>
                <c:pt idx="3250">
                  <c:v>41078</c:v>
                </c:pt>
                <c:pt idx="3251">
                  <c:v>41079</c:v>
                </c:pt>
                <c:pt idx="3252">
                  <c:v>41080</c:v>
                </c:pt>
                <c:pt idx="3253">
                  <c:v>41081</c:v>
                </c:pt>
                <c:pt idx="3254">
                  <c:v>41082</c:v>
                </c:pt>
                <c:pt idx="3255">
                  <c:v>41085</c:v>
                </c:pt>
                <c:pt idx="3256">
                  <c:v>41086</c:v>
                </c:pt>
                <c:pt idx="3257">
                  <c:v>41087</c:v>
                </c:pt>
                <c:pt idx="3258">
                  <c:v>41088</c:v>
                </c:pt>
                <c:pt idx="3259">
                  <c:v>41089</c:v>
                </c:pt>
                <c:pt idx="3260">
                  <c:v>41092</c:v>
                </c:pt>
                <c:pt idx="3261">
                  <c:v>41093</c:v>
                </c:pt>
                <c:pt idx="3262">
                  <c:v>41094</c:v>
                </c:pt>
                <c:pt idx="3263">
                  <c:v>41095</c:v>
                </c:pt>
                <c:pt idx="3264">
                  <c:v>41096</c:v>
                </c:pt>
                <c:pt idx="3265">
                  <c:v>41099</c:v>
                </c:pt>
                <c:pt idx="3266">
                  <c:v>41100</c:v>
                </c:pt>
                <c:pt idx="3267">
                  <c:v>41101</c:v>
                </c:pt>
                <c:pt idx="3268">
                  <c:v>41102</c:v>
                </c:pt>
                <c:pt idx="3269">
                  <c:v>41103</c:v>
                </c:pt>
                <c:pt idx="3270">
                  <c:v>41106</c:v>
                </c:pt>
                <c:pt idx="3271">
                  <c:v>41107</c:v>
                </c:pt>
                <c:pt idx="3272">
                  <c:v>41108</c:v>
                </c:pt>
                <c:pt idx="3273">
                  <c:v>41109</c:v>
                </c:pt>
                <c:pt idx="3274">
                  <c:v>41110</c:v>
                </c:pt>
                <c:pt idx="3275">
                  <c:v>41113</c:v>
                </c:pt>
                <c:pt idx="3276">
                  <c:v>41114</c:v>
                </c:pt>
                <c:pt idx="3277">
                  <c:v>41115</c:v>
                </c:pt>
                <c:pt idx="3278">
                  <c:v>41116</c:v>
                </c:pt>
                <c:pt idx="3279">
                  <c:v>41117</c:v>
                </c:pt>
                <c:pt idx="3280">
                  <c:v>41120</c:v>
                </c:pt>
                <c:pt idx="3281">
                  <c:v>41121</c:v>
                </c:pt>
                <c:pt idx="3282">
                  <c:v>41122</c:v>
                </c:pt>
                <c:pt idx="3283">
                  <c:v>41123</c:v>
                </c:pt>
                <c:pt idx="3284">
                  <c:v>41124</c:v>
                </c:pt>
                <c:pt idx="3285">
                  <c:v>41127</c:v>
                </c:pt>
                <c:pt idx="3286">
                  <c:v>41128</c:v>
                </c:pt>
                <c:pt idx="3287">
                  <c:v>41129</c:v>
                </c:pt>
                <c:pt idx="3288">
                  <c:v>41130</c:v>
                </c:pt>
                <c:pt idx="3289">
                  <c:v>41131</c:v>
                </c:pt>
                <c:pt idx="3290">
                  <c:v>41134</c:v>
                </c:pt>
                <c:pt idx="3291">
                  <c:v>41135</c:v>
                </c:pt>
                <c:pt idx="3292">
                  <c:v>41136</c:v>
                </c:pt>
                <c:pt idx="3293">
                  <c:v>41137</c:v>
                </c:pt>
                <c:pt idx="3294">
                  <c:v>41138</c:v>
                </c:pt>
                <c:pt idx="3295">
                  <c:v>41141</c:v>
                </c:pt>
                <c:pt idx="3296">
                  <c:v>41142</c:v>
                </c:pt>
                <c:pt idx="3297">
                  <c:v>41143</c:v>
                </c:pt>
                <c:pt idx="3298">
                  <c:v>41144</c:v>
                </c:pt>
                <c:pt idx="3299">
                  <c:v>41145</c:v>
                </c:pt>
                <c:pt idx="3300">
                  <c:v>41148</c:v>
                </c:pt>
                <c:pt idx="3301">
                  <c:v>41149</c:v>
                </c:pt>
                <c:pt idx="3302">
                  <c:v>41150</c:v>
                </c:pt>
                <c:pt idx="3303">
                  <c:v>41151</c:v>
                </c:pt>
                <c:pt idx="3304">
                  <c:v>41152</c:v>
                </c:pt>
                <c:pt idx="3305">
                  <c:v>41155</c:v>
                </c:pt>
                <c:pt idx="3306">
                  <c:v>41156</c:v>
                </c:pt>
                <c:pt idx="3307">
                  <c:v>41157</c:v>
                </c:pt>
                <c:pt idx="3308">
                  <c:v>41158</c:v>
                </c:pt>
                <c:pt idx="3309">
                  <c:v>41159</c:v>
                </c:pt>
                <c:pt idx="3310">
                  <c:v>41162</c:v>
                </c:pt>
                <c:pt idx="3311">
                  <c:v>41163</c:v>
                </c:pt>
                <c:pt idx="3312">
                  <c:v>41164</c:v>
                </c:pt>
                <c:pt idx="3313">
                  <c:v>41165</c:v>
                </c:pt>
                <c:pt idx="3314">
                  <c:v>41166</c:v>
                </c:pt>
                <c:pt idx="3315">
                  <c:v>41169</c:v>
                </c:pt>
                <c:pt idx="3316">
                  <c:v>41170</c:v>
                </c:pt>
                <c:pt idx="3317">
                  <c:v>41171</c:v>
                </c:pt>
                <c:pt idx="3318">
                  <c:v>41172</c:v>
                </c:pt>
                <c:pt idx="3319">
                  <c:v>41173</c:v>
                </c:pt>
                <c:pt idx="3320">
                  <c:v>41176</c:v>
                </c:pt>
                <c:pt idx="3321">
                  <c:v>41177</c:v>
                </c:pt>
                <c:pt idx="3322">
                  <c:v>41178</c:v>
                </c:pt>
                <c:pt idx="3323">
                  <c:v>41179</c:v>
                </c:pt>
                <c:pt idx="3324">
                  <c:v>41180</c:v>
                </c:pt>
                <c:pt idx="3325">
                  <c:v>41183</c:v>
                </c:pt>
                <c:pt idx="3326">
                  <c:v>41184</c:v>
                </c:pt>
                <c:pt idx="3327">
                  <c:v>41185</c:v>
                </c:pt>
                <c:pt idx="3328">
                  <c:v>41186</c:v>
                </c:pt>
                <c:pt idx="3329">
                  <c:v>41187</c:v>
                </c:pt>
                <c:pt idx="3330">
                  <c:v>41190</c:v>
                </c:pt>
                <c:pt idx="3331">
                  <c:v>41191</c:v>
                </c:pt>
                <c:pt idx="3332">
                  <c:v>41192</c:v>
                </c:pt>
                <c:pt idx="3333">
                  <c:v>41193</c:v>
                </c:pt>
                <c:pt idx="3334">
                  <c:v>41194</c:v>
                </c:pt>
                <c:pt idx="3335">
                  <c:v>41197</c:v>
                </c:pt>
                <c:pt idx="3336">
                  <c:v>41198</c:v>
                </c:pt>
                <c:pt idx="3337">
                  <c:v>41199</c:v>
                </c:pt>
                <c:pt idx="3338">
                  <c:v>41200</c:v>
                </c:pt>
                <c:pt idx="3339">
                  <c:v>41201</c:v>
                </c:pt>
                <c:pt idx="3340">
                  <c:v>41204</c:v>
                </c:pt>
                <c:pt idx="3341">
                  <c:v>41205</c:v>
                </c:pt>
                <c:pt idx="3342">
                  <c:v>41206</c:v>
                </c:pt>
                <c:pt idx="3343">
                  <c:v>41207</c:v>
                </c:pt>
                <c:pt idx="3344">
                  <c:v>41208</c:v>
                </c:pt>
                <c:pt idx="3345">
                  <c:v>41211</c:v>
                </c:pt>
                <c:pt idx="3346">
                  <c:v>41212</c:v>
                </c:pt>
                <c:pt idx="3347">
                  <c:v>41213</c:v>
                </c:pt>
                <c:pt idx="3348">
                  <c:v>41214</c:v>
                </c:pt>
                <c:pt idx="3349">
                  <c:v>41215</c:v>
                </c:pt>
                <c:pt idx="3350">
                  <c:v>41218</c:v>
                </c:pt>
                <c:pt idx="3351">
                  <c:v>41219</c:v>
                </c:pt>
                <c:pt idx="3352">
                  <c:v>41220</c:v>
                </c:pt>
                <c:pt idx="3353">
                  <c:v>41221</c:v>
                </c:pt>
                <c:pt idx="3354">
                  <c:v>41222</c:v>
                </c:pt>
                <c:pt idx="3355">
                  <c:v>41225</c:v>
                </c:pt>
                <c:pt idx="3356">
                  <c:v>41226</c:v>
                </c:pt>
                <c:pt idx="3357">
                  <c:v>41227</c:v>
                </c:pt>
                <c:pt idx="3358">
                  <c:v>41228</c:v>
                </c:pt>
                <c:pt idx="3359">
                  <c:v>41229</c:v>
                </c:pt>
                <c:pt idx="3360">
                  <c:v>41232</c:v>
                </c:pt>
                <c:pt idx="3361">
                  <c:v>41233</c:v>
                </c:pt>
                <c:pt idx="3362">
                  <c:v>41234</c:v>
                </c:pt>
                <c:pt idx="3363">
                  <c:v>41235</c:v>
                </c:pt>
                <c:pt idx="3364">
                  <c:v>41236</c:v>
                </c:pt>
                <c:pt idx="3365">
                  <c:v>41239</c:v>
                </c:pt>
                <c:pt idx="3366">
                  <c:v>41240</c:v>
                </c:pt>
                <c:pt idx="3367">
                  <c:v>41241</c:v>
                </c:pt>
                <c:pt idx="3368">
                  <c:v>41242</c:v>
                </c:pt>
                <c:pt idx="3369">
                  <c:v>41243</c:v>
                </c:pt>
                <c:pt idx="3370">
                  <c:v>41246</c:v>
                </c:pt>
                <c:pt idx="3371">
                  <c:v>41247</c:v>
                </c:pt>
                <c:pt idx="3372">
                  <c:v>41248</c:v>
                </c:pt>
                <c:pt idx="3373">
                  <c:v>41249</c:v>
                </c:pt>
                <c:pt idx="3374">
                  <c:v>41250</c:v>
                </c:pt>
                <c:pt idx="3375">
                  <c:v>41253</c:v>
                </c:pt>
                <c:pt idx="3376">
                  <c:v>41254</c:v>
                </c:pt>
                <c:pt idx="3377">
                  <c:v>41255</c:v>
                </c:pt>
                <c:pt idx="3378">
                  <c:v>41256</c:v>
                </c:pt>
                <c:pt idx="3379">
                  <c:v>41257</c:v>
                </c:pt>
                <c:pt idx="3380">
                  <c:v>41260</c:v>
                </c:pt>
                <c:pt idx="3381">
                  <c:v>41261</c:v>
                </c:pt>
                <c:pt idx="3382">
                  <c:v>41262</c:v>
                </c:pt>
                <c:pt idx="3383">
                  <c:v>41263</c:v>
                </c:pt>
                <c:pt idx="3384">
                  <c:v>41264</c:v>
                </c:pt>
                <c:pt idx="3385">
                  <c:v>41267</c:v>
                </c:pt>
                <c:pt idx="3386">
                  <c:v>41268</c:v>
                </c:pt>
                <c:pt idx="3387">
                  <c:v>41269</c:v>
                </c:pt>
                <c:pt idx="3388">
                  <c:v>41270</c:v>
                </c:pt>
                <c:pt idx="3389">
                  <c:v>41271</c:v>
                </c:pt>
                <c:pt idx="3390">
                  <c:v>41274</c:v>
                </c:pt>
                <c:pt idx="3391">
                  <c:v>41275</c:v>
                </c:pt>
                <c:pt idx="3392">
                  <c:v>41276</c:v>
                </c:pt>
                <c:pt idx="3393">
                  <c:v>41277</c:v>
                </c:pt>
                <c:pt idx="3394">
                  <c:v>41278</c:v>
                </c:pt>
                <c:pt idx="3395">
                  <c:v>41281</c:v>
                </c:pt>
                <c:pt idx="3396">
                  <c:v>41282</c:v>
                </c:pt>
                <c:pt idx="3397">
                  <c:v>41283</c:v>
                </c:pt>
                <c:pt idx="3398">
                  <c:v>41284</c:v>
                </c:pt>
                <c:pt idx="3399">
                  <c:v>41285</c:v>
                </c:pt>
                <c:pt idx="3400">
                  <c:v>41288</c:v>
                </c:pt>
                <c:pt idx="3401">
                  <c:v>41289</c:v>
                </c:pt>
                <c:pt idx="3402">
                  <c:v>41290</c:v>
                </c:pt>
                <c:pt idx="3403">
                  <c:v>41291</c:v>
                </c:pt>
                <c:pt idx="3404">
                  <c:v>41292</c:v>
                </c:pt>
                <c:pt idx="3405">
                  <c:v>41295</c:v>
                </c:pt>
                <c:pt idx="3406">
                  <c:v>41296</c:v>
                </c:pt>
                <c:pt idx="3407">
                  <c:v>41297</c:v>
                </c:pt>
                <c:pt idx="3408">
                  <c:v>41298</c:v>
                </c:pt>
                <c:pt idx="3409">
                  <c:v>41299</c:v>
                </c:pt>
                <c:pt idx="3410">
                  <c:v>41302</c:v>
                </c:pt>
                <c:pt idx="3411">
                  <c:v>41303</c:v>
                </c:pt>
                <c:pt idx="3412">
                  <c:v>41304</c:v>
                </c:pt>
                <c:pt idx="3413">
                  <c:v>41305</c:v>
                </c:pt>
                <c:pt idx="3414">
                  <c:v>41306</c:v>
                </c:pt>
                <c:pt idx="3415">
                  <c:v>41309</c:v>
                </c:pt>
                <c:pt idx="3416">
                  <c:v>41310</c:v>
                </c:pt>
                <c:pt idx="3417">
                  <c:v>41311</c:v>
                </c:pt>
                <c:pt idx="3418">
                  <c:v>41312</c:v>
                </c:pt>
                <c:pt idx="3419">
                  <c:v>41313</c:v>
                </c:pt>
                <c:pt idx="3420">
                  <c:v>41316</c:v>
                </c:pt>
                <c:pt idx="3421">
                  <c:v>41317</c:v>
                </c:pt>
                <c:pt idx="3422">
                  <c:v>41318</c:v>
                </c:pt>
                <c:pt idx="3423">
                  <c:v>41319</c:v>
                </c:pt>
                <c:pt idx="3424">
                  <c:v>41320</c:v>
                </c:pt>
                <c:pt idx="3425">
                  <c:v>41323</c:v>
                </c:pt>
                <c:pt idx="3426">
                  <c:v>41324</c:v>
                </c:pt>
                <c:pt idx="3427">
                  <c:v>41325</c:v>
                </c:pt>
                <c:pt idx="3428">
                  <c:v>41326</c:v>
                </c:pt>
                <c:pt idx="3429">
                  <c:v>41327</c:v>
                </c:pt>
                <c:pt idx="3430">
                  <c:v>41330</c:v>
                </c:pt>
                <c:pt idx="3431">
                  <c:v>41331</c:v>
                </c:pt>
                <c:pt idx="3432">
                  <c:v>41332</c:v>
                </c:pt>
                <c:pt idx="3433">
                  <c:v>41333</c:v>
                </c:pt>
                <c:pt idx="3434">
                  <c:v>41334</c:v>
                </c:pt>
                <c:pt idx="3435">
                  <c:v>41337</c:v>
                </c:pt>
                <c:pt idx="3436">
                  <c:v>41338</c:v>
                </c:pt>
                <c:pt idx="3437">
                  <c:v>41339</c:v>
                </c:pt>
                <c:pt idx="3438">
                  <c:v>41340</c:v>
                </c:pt>
                <c:pt idx="3439">
                  <c:v>41341</c:v>
                </c:pt>
                <c:pt idx="3440">
                  <c:v>41344</c:v>
                </c:pt>
                <c:pt idx="3441">
                  <c:v>41345</c:v>
                </c:pt>
                <c:pt idx="3442">
                  <c:v>41346</c:v>
                </c:pt>
                <c:pt idx="3443">
                  <c:v>41347</c:v>
                </c:pt>
                <c:pt idx="3444">
                  <c:v>41348</c:v>
                </c:pt>
                <c:pt idx="3445">
                  <c:v>41351</c:v>
                </c:pt>
                <c:pt idx="3446">
                  <c:v>41352</c:v>
                </c:pt>
                <c:pt idx="3447">
                  <c:v>41353</c:v>
                </c:pt>
                <c:pt idx="3448">
                  <c:v>41354</c:v>
                </c:pt>
                <c:pt idx="3449">
                  <c:v>41355</c:v>
                </c:pt>
                <c:pt idx="3450">
                  <c:v>41358</c:v>
                </c:pt>
                <c:pt idx="3451">
                  <c:v>41359</c:v>
                </c:pt>
                <c:pt idx="3452">
                  <c:v>41360</c:v>
                </c:pt>
                <c:pt idx="3453">
                  <c:v>41361</c:v>
                </c:pt>
                <c:pt idx="3454">
                  <c:v>41362</c:v>
                </c:pt>
                <c:pt idx="3455">
                  <c:v>41365</c:v>
                </c:pt>
                <c:pt idx="3456">
                  <c:v>41366</c:v>
                </c:pt>
                <c:pt idx="3457">
                  <c:v>41367</c:v>
                </c:pt>
                <c:pt idx="3458">
                  <c:v>41368</c:v>
                </c:pt>
                <c:pt idx="3459">
                  <c:v>41369</c:v>
                </c:pt>
                <c:pt idx="3460">
                  <c:v>41372</c:v>
                </c:pt>
                <c:pt idx="3461">
                  <c:v>41373</c:v>
                </c:pt>
                <c:pt idx="3462">
                  <c:v>41374</c:v>
                </c:pt>
                <c:pt idx="3463">
                  <c:v>41375</c:v>
                </c:pt>
                <c:pt idx="3464">
                  <c:v>41376</c:v>
                </c:pt>
                <c:pt idx="3465">
                  <c:v>41379</c:v>
                </c:pt>
                <c:pt idx="3466">
                  <c:v>41380</c:v>
                </c:pt>
                <c:pt idx="3467">
                  <c:v>41381</c:v>
                </c:pt>
                <c:pt idx="3468">
                  <c:v>41382</c:v>
                </c:pt>
                <c:pt idx="3469">
                  <c:v>41383</c:v>
                </c:pt>
                <c:pt idx="3470">
                  <c:v>41386</c:v>
                </c:pt>
                <c:pt idx="3471">
                  <c:v>41387</c:v>
                </c:pt>
                <c:pt idx="3472">
                  <c:v>41388</c:v>
                </c:pt>
                <c:pt idx="3473">
                  <c:v>41389</c:v>
                </c:pt>
                <c:pt idx="3474">
                  <c:v>41390</c:v>
                </c:pt>
                <c:pt idx="3475">
                  <c:v>41393</c:v>
                </c:pt>
                <c:pt idx="3476">
                  <c:v>41394</c:v>
                </c:pt>
                <c:pt idx="3477">
                  <c:v>41395</c:v>
                </c:pt>
                <c:pt idx="3478">
                  <c:v>41396</c:v>
                </c:pt>
                <c:pt idx="3479">
                  <c:v>41397</c:v>
                </c:pt>
                <c:pt idx="3480">
                  <c:v>41400</c:v>
                </c:pt>
                <c:pt idx="3481">
                  <c:v>41401</c:v>
                </c:pt>
                <c:pt idx="3482">
                  <c:v>41402</c:v>
                </c:pt>
                <c:pt idx="3483">
                  <c:v>41403</c:v>
                </c:pt>
                <c:pt idx="3484">
                  <c:v>41404</c:v>
                </c:pt>
                <c:pt idx="3485">
                  <c:v>41407</c:v>
                </c:pt>
                <c:pt idx="3486">
                  <c:v>41408</c:v>
                </c:pt>
                <c:pt idx="3487">
                  <c:v>41409</c:v>
                </c:pt>
                <c:pt idx="3488">
                  <c:v>41410</c:v>
                </c:pt>
                <c:pt idx="3489">
                  <c:v>41411</c:v>
                </c:pt>
                <c:pt idx="3490">
                  <c:v>41414</c:v>
                </c:pt>
                <c:pt idx="3491">
                  <c:v>41415</c:v>
                </c:pt>
                <c:pt idx="3492">
                  <c:v>41416</c:v>
                </c:pt>
                <c:pt idx="3493">
                  <c:v>41417</c:v>
                </c:pt>
                <c:pt idx="3494">
                  <c:v>41418</c:v>
                </c:pt>
                <c:pt idx="3495">
                  <c:v>41421</c:v>
                </c:pt>
                <c:pt idx="3496">
                  <c:v>41422</c:v>
                </c:pt>
                <c:pt idx="3497">
                  <c:v>41423</c:v>
                </c:pt>
                <c:pt idx="3498">
                  <c:v>41424</c:v>
                </c:pt>
                <c:pt idx="3499">
                  <c:v>41425</c:v>
                </c:pt>
                <c:pt idx="3500">
                  <c:v>41428</c:v>
                </c:pt>
                <c:pt idx="3501">
                  <c:v>41429</c:v>
                </c:pt>
                <c:pt idx="3502">
                  <c:v>41430</c:v>
                </c:pt>
                <c:pt idx="3503">
                  <c:v>41431</c:v>
                </c:pt>
                <c:pt idx="3504">
                  <c:v>41432</c:v>
                </c:pt>
                <c:pt idx="3505">
                  <c:v>41435</c:v>
                </c:pt>
                <c:pt idx="3506">
                  <c:v>41436</c:v>
                </c:pt>
                <c:pt idx="3507">
                  <c:v>41437</c:v>
                </c:pt>
                <c:pt idx="3508">
                  <c:v>41438</c:v>
                </c:pt>
                <c:pt idx="3509">
                  <c:v>41439</c:v>
                </c:pt>
                <c:pt idx="3510">
                  <c:v>41442</c:v>
                </c:pt>
                <c:pt idx="3511">
                  <c:v>41443</c:v>
                </c:pt>
                <c:pt idx="3512">
                  <c:v>41444</c:v>
                </c:pt>
                <c:pt idx="3513">
                  <c:v>41445</c:v>
                </c:pt>
                <c:pt idx="3514">
                  <c:v>41446</c:v>
                </c:pt>
                <c:pt idx="3515">
                  <c:v>41449</c:v>
                </c:pt>
                <c:pt idx="3516">
                  <c:v>41450</c:v>
                </c:pt>
                <c:pt idx="3517">
                  <c:v>41451</c:v>
                </c:pt>
                <c:pt idx="3518">
                  <c:v>41452</c:v>
                </c:pt>
                <c:pt idx="3519">
                  <c:v>41453</c:v>
                </c:pt>
                <c:pt idx="3520">
                  <c:v>41456</c:v>
                </c:pt>
                <c:pt idx="3521">
                  <c:v>41457</c:v>
                </c:pt>
                <c:pt idx="3522">
                  <c:v>41458</c:v>
                </c:pt>
                <c:pt idx="3523">
                  <c:v>41459</c:v>
                </c:pt>
                <c:pt idx="3524">
                  <c:v>41460</c:v>
                </c:pt>
                <c:pt idx="3525">
                  <c:v>41463</c:v>
                </c:pt>
                <c:pt idx="3526">
                  <c:v>41464</c:v>
                </c:pt>
                <c:pt idx="3527">
                  <c:v>41465</c:v>
                </c:pt>
                <c:pt idx="3528">
                  <c:v>41466</c:v>
                </c:pt>
                <c:pt idx="3529">
                  <c:v>41467</c:v>
                </c:pt>
                <c:pt idx="3530">
                  <c:v>41470</c:v>
                </c:pt>
                <c:pt idx="3531">
                  <c:v>41471</c:v>
                </c:pt>
                <c:pt idx="3532">
                  <c:v>41472</c:v>
                </c:pt>
                <c:pt idx="3533">
                  <c:v>41473</c:v>
                </c:pt>
                <c:pt idx="3534">
                  <c:v>41474</c:v>
                </c:pt>
                <c:pt idx="3535">
                  <c:v>41477</c:v>
                </c:pt>
                <c:pt idx="3536">
                  <c:v>41478</c:v>
                </c:pt>
                <c:pt idx="3537">
                  <c:v>41479</c:v>
                </c:pt>
                <c:pt idx="3538">
                  <c:v>41480</c:v>
                </c:pt>
                <c:pt idx="3539">
                  <c:v>41481</c:v>
                </c:pt>
                <c:pt idx="3540">
                  <c:v>41484</c:v>
                </c:pt>
                <c:pt idx="3541">
                  <c:v>41485</c:v>
                </c:pt>
                <c:pt idx="3542">
                  <c:v>41486</c:v>
                </c:pt>
                <c:pt idx="3543">
                  <c:v>41487</c:v>
                </c:pt>
                <c:pt idx="3544">
                  <c:v>41488</c:v>
                </c:pt>
                <c:pt idx="3545">
                  <c:v>41491</c:v>
                </c:pt>
                <c:pt idx="3546">
                  <c:v>41492</c:v>
                </c:pt>
                <c:pt idx="3547">
                  <c:v>41493</c:v>
                </c:pt>
                <c:pt idx="3548">
                  <c:v>41494</c:v>
                </c:pt>
                <c:pt idx="3549">
                  <c:v>41495</c:v>
                </c:pt>
                <c:pt idx="3550">
                  <c:v>41498</c:v>
                </c:pt>
                <c:pt idx="3551">
                  <c:v>41499</c:v>
                </c:pt>
                <c:pt idx="3552">
                  <c:v>41500</c:v>
                </c:pt>
                <c:pt idx="3553">
                  <c:v>41501</c:v>
                </c:pt>
                <c:pt idx="3554">
                  <c:v>41502</c:v>
                </c:pt>
                <c:pt idx="3555">
                  <c:v>41505</c:v>
                </c:pt>
                <c:pt idx="3556">
                  <c:v>41506</c:v>
                </c:pt>
                <c:pt idx="3557">
                  <c:v>41507</c:v>
                </c:pt>
                <c:pt idx="3558">
                  <c:v>41508</c:v>
                </c:pt>
                <c:pt idx="3559">
                  <c:v>41509</c:v>
                </c:pt>
                <c:pt idx="3560">
                  <c:v>41512</c:v>
                </c:pt>
                <c:pt idx="3561">
                  <c:v>41513</c:v>
                </c:pt>
                <c:pt idx="3562">
                  <c:v>41514</c:v>
                </c:pt>
                <c:pt idx="3563">
                  <c:v>41515</c:v>
                </c:pt>
                <c:pt idx="3564">
                  <c:v>41516</c:v>
                </c:pt>
                <c:pt idx="3565">
                  <c:v>41519</c:v>
                </c:pt>
                <c:pt idx="3566">
                  <c:v>41520</c:v>
                </c:pt>
                <c:pt idx="3567">
                  <c:v>41521</c:v>
                </c:pt>
                <c:pt idx="3568">
                  <c:v>41522</c:v>
                </c:pt>
                <c:pt idx="3569">
                  <c:v>41523</c:v>
                </c:pt>
                <c:pt idx="3570">
                  <c:v>41526</c:v>
                </c:pt>
                <c:pt idx="3571">
                  <c:v>41527</c:v>
                </c:pt>
                <c:pt idx="3572">
                  <c:v>41528</c:v>
                </c:pt>
                <c:pt idx="3573">
                  <c:v>41529</c:v>
                </c:pt>
                <c:pt idx="3574">
                  <c:v>41530</c:v>
                </c:pt>
                <c:pt idx="3575">
                  <c:v>41533</c:v>
                </c:pt>
                <c:pt idx="3576">
                  <c:v>41534</c:v>
                </c:pt>
                <c:pt idx="3577">
                  <c:v>41535</c:v>
                </c:pt>
                <c:pt idx="3578">
                  <c:v>41536</c:v>
                </c:pt>
                <c:pt idx="3579">
                  <c:v>41537</c:v>
                </c:pt>
                <c:pt idx="3580">
                  <c:v>41540</c:v>
                </c:pt>
                <c:pt idx="3581">
                  <c:v>41541</c:v>
                </c:pt>
                <c:pt idx="3582">
                  <c:v>41542</c:v>
                </c:pt>
                <c:pt idx="3583">
                  <c:v>41543</c:v>
                </c:pt>
                <c:pt idx="3584">
                  <c:v>41544</c:v>
                </c:pt>
                <c:pt idx="3585">
                  <c:v>41547</c:v>
                </c:pt>
                <c:pt idx="3586">
                  <c:v>41548</c:v>
                </c:pt>
                <c:pt idx="3587">
                  <c:v>41549</c:v>
                </c:pt>
                <c:pt idx="3588">
                  <c:v>41550</c:v>
                </c:pt>
                <c:pt idx="3589">
                  <c:v>41551</c:v>
                </c:pt>
                <c:pt idx="3590">
                  <c:v>41554</c:v>
                </c:pt>
                <c:pt idx="3591">
                  <c:v>41555</c:v>
                </c:pt>
                <c:pt idx="3592">
                  <c:v>41556</c:v>
                </c:pt>
                <c:pt idx="3593">
                  <c:v>41557</c:v>
                </c:pt>
                <c:pt idx="3594">
                  <c:v>41558</c:v>
                </c:pt>
                <c:pt idx="3595">
                  <c:v>41561</c:v>
                </c:pt>
                <c:pt idx="3596">
                  <c:v>41562</c:v>
                </c:pt>
                <c:pt idx="3597">
                  <c:v>41563</c:v>
                </c:pt>
                <c:pt idx="3598">
                  <c:v>41564</c:v>
                </c:pt>
                <c:pt idx="3599">
                  <c:v>41565</c:v>
                </c:pt>
                <c:pt idx="3600">
                  <c:v>41568</c:v>
                </c:pt>
                <c:pt idx="3601">
                  <c:v>41569</c:v>
                </c:pt>
                <c:pt idx="3602">
                  <c:v>41570</c:v>
                </c:pt>
                <c:pt idx="3603">
                  <c:v>41571</c:v>
                </c:pt>
                <c:pt idx="3604">
                  <c:v>41572</c:v>
                </c:pt>
                <c:pt idx="3605">
                  <c:v>41575</c:v>
                </c:pt>
                <c:pt idx="3606">
                  <c:v>41576</c:v>
                </c:pt>
                <c:pt idx="3607">
                  <c:v>41577</c:v>
                </c:pt>
                <c:pt idx="3608">
                  <c:v>41578</c:v>
                </c:pt>
                <c:pt idx="3609">
                  <c:v>41579</c:v>
                </c:pt>
                <c:pt idx="3610">
                  <c:v>41582</c:v>
                </c:pt>
                <c:pt idx="3611">
                  <c:v>41583</c:v>
                </c:pt>
                <c:pt idx="3612">
                  <c:v>41584</c:v>
                </c:pt>
                <c:pt idx="3613">
                  <c:v>41585</c:v>
                </c:pt>
                <c:pt idx="3614">
                  <c:v>41586</c:v>
                </c:pt>
                <c:pt idx="3615">
                  <c:v>41589</c:v>
                </c:pt>
                <c:pt idx="3616">
                  <c:v>41590</c:v>
                </c:pt>
                <c:pt idx="3617">
                  <c:v>41591</c:v>
                </c:pt>
                <c:pt idx="3618">
                  <c:v>41592</c:v>
                </c:pt>
                <c:pt idx="3619">
                  <c:v>41593</c:v>
                </c:pt>
                <c:pt idx="3620">
                  <c:v>41596</c:v>
                </c:pt>
                <c:pt idx="3621">
                  <c:v>41597</c:v>
                </c:pt>
                <c:pt idx="3622">
                  <c:v>41598</c:v>
                </c:pt>
                <c:pt idx="3623">
                  <c:v>41599</c:v>
                </c:pt>
                <c:pt idx="3624">
                  <c:v>41600</c:v>
                </c:pt>
                <c:pt idx="3625">
                  <c:v>41603</c:v>
                </c:pt>
                <c:pt idx="3626">
                  <c:v>41604</c:v>
                </c:pt>
                <c:pt idx="3627">
                  <c:v>41605</c:v>
                </c:pt>
                <c:pt idx="3628">
                  <c:v>41606</c:v>
                </c:pt>
                <c:pt idx="3629">
                  <c:v>41607</c:v>
                </c:pt>
                <c:pt idx="3630">
                  <c:v>41610</c:v>
                </c:pt>
                <c:pt idx="3631">
                  <c:v>41611</c:v>
                </c:pt>
                <c:pt idx="3632">
                  <c:v>41612</c:v>
                </c:pt>
                <c:pt idx="3633">
                  <c:v>41613</c:v>
                </c:pt>
                <c:pt idx="3634">
                  <c:v>41614</c:v>
                </c:pt>
                <c:pt idx="3635">
                  <c:v>41617</c:v>
                </c:pt>
                <c:pt idx="3636">
                  <c:v>41618</c:v>
                </c:pt>
                <c:pt idx="3637">
                  <c:v>41619</c:v>
                </c:pt>
                <c:pt idx="3638">
                  <c:v>41620</c:v>
                </c:pt>
                <c:pt idx="3639">
                  <c:v>41621</c:v>
                </c:pt>
                <c:pt idx="3640">
                  <c:v>41624</c:v>
                </c:pt>
                <c:pt idx="3641">
                  <c:v>41625</c:v>
                </c:pt>
                <c:pt idx="3642">
                  <c:v>41626</c:v>
                </c:pt>
                <c:pt idx="3643">
                  <c:v>41627</c:v>
                </c:pt>
                <c:pt idx="3644">
                  <c:v>41628</c:v>
                </c:pt>
                <c:pt idx="3645">
                  <c:v>41631</c:v>
                </c:pt>
                <c:pt idx="3646">
                  <c:v>41632</c:v>
                </c:pt>
                <c:pt idx="3647">
                  <c:v>41633</c:v>
                </c:pt>
                <c:pt idx="3648">
                  <c:v>41634</c:v>
                </c:pt>
                <c:pt idx="3649">
                  <c:v>41635</c:v>
                </c:pt>
                <c:pt idx="3650">
                  <c:v>41638</c:v>
                </c:pt>
                <c:pt idx="3651">
                  <c:v>41639</c:v>
                </c:pt>
                <c:pt idx="3652">
                  <c:v>41640</c:v>
                </c:pt>
                <c:pt idx="3653">
                  <c:v>41641</c:v>
                </c:pt>
                <c:pt idx="3654">
                  <c:v>41642</c:v>
                </c:pt>
                <c:pt idx="3655">
                  <c:v>41645</c:v>
                </c:pt>
                <c:pt idx="3656">
                  <c:v>41646</c:v>
                </c:pt>
                <c:pt idx="3657">
                  <c:v>41647</c:v>
                </c:pt>
                <c:pt idx="3658">
                  <c:v>41648</c:v>
                </c:pt>
                <c:pt idx="3659">
                  <c:v>41649</c:v>
                </c:pt>
                <c:pt idx="3660">
                  <c:v>41652</c:v>
                </c:pt>
                <c:pt idx="3661">
                  <c:v>41653</c:v>
                </c:pt>
                <c:pt idx="3662">
                  <c:v>41654</c:v>
                </c:pt>
                <c:pt idx="3663">
                  <c:v>41655</c:v>
                </c:pt>
                <c:pt idx="3664">
                  <c:v>41656</c:v>
                </c:pt>
                <c:pt idx="3665">
                  <c:v>41659</c:v>
                </c:pt>
                <c:pt idx="3666">
                  <c:v>41660</c:v>
                </c:pt>
                <c:pt idx="3667">
                  <c:v>41661</c:v>
                </c:pt>
                <c:pt idx="3668">
                  <c:v>41662</c:v>
                </c:pt>
                <c:pt idx="3669">
                  <c:v>41663</c:v>
                </c:pt>
                <c:pt idx="3670">
                  <c:v>41666</c:v>
                </c:pt>
                <c:pt idx="3671">
                  <c:v>41667</c:v>
                </c:pt>
                <c:pt idx="3672">
                  <c:v>41668</c:v>
                </c:pt>
                <c:pt idx="3673">
                  <c:v>41669</c:v>
                </c:pt>
                <c:pt idx="3674">
                  <c:v>41670</c:v>
                </c:pt>
                <c:pt idx="3675">
                  <c:v>41673</c:v>
                </c:pt>
                <c:pt idx="3676">
                  <c:v>41674</c:v>
                </c:pt>
                <c:pt idx="3677">
                  <c:v>41675</c:v>
                </c:pt>
                <c:pt idx="3678">
                  <c:v>41676</c:v>
                </c:pt>
                <c:pt idx="3679">
                  <c:v>41677</c:v>
                </c:pt>
                <c:pt idx="3680">
                  <c:v>41680</c:v>
                </c:pt>
                <c:pt idx="3681">
                  <c:v>41681</c:v>
                </c:pt>
                <c:pt idx="3682">
                  <c:v>41682</c:v>
                </c:pt>
                <c:pt idx="3683">
                  <c:v>41683</c:v>
                </c:pt>
                <c:pt idx="3684">
                  <c:v>41684</c:v>
                </c:pt>
                <c:pt idx="3685">
                  <c:v>41687</c:v>
                </c:pt>
                <c:pt idx="3686">
                  <c:v>41688</c:v>
                </c:pt>
                <c:pt idx="3687">
                  <c:v>41689</c:v>
                </c:pt>
                <c:pt idx="3688">
                  <c:v>41690</c:v>
                </c:pt>
                <c:pt idx="3689">
                  <c:v>41691</c:v>
                </c:pt>
                <c:pt idx="3690">
                  <c:v>41694</c:v>
                </c:pt>
                <c:pt idx="3691">
                  <c:v>41695</c:v>
                </c:pt>
                <c:pt idx="3692">
                  <c:v>41696</c:v>
                </c:pt>
                <c:pt idx="3693">
                  <c:v>41697</c:v>
                </c:pt>
                <c:pt idx="3694">
                  <c:v>41698</c:v>
                </c:pt>
                <c:pt idx="3695">
                  <c:v>41701</c:v>
                </c:pt>
                <c:pt idx="3696">
                  <c:v>41702</c:v>
                </c:pt>
                <c:pt idx="3697">
                  <c:v>41703</c:v>
                </c:pt>
                <c:pt idx="3698">
                  <c:v>41704</c:v>
                </c:pt>
                <c:pt idx="3699">
                  <c:v>41705</c:v>
                </c:pt>
                <c:pt idx="3700">
                  <c:v>41708</c:v>
                </c:pt>
                <c:pt idx="3701">
                  <c:v>41709</c:v>
                </c:pt>
                <c:pt idx="3702">
                  <c:v>41710</c:v>
                </c:pt>
                <c:pt idx="3703">
                  <c:v>41711</c:v>
                </c:pt>
                <c:pt idx="3704">
                  <c:v>41712</c:v>
                </c:pt>
                <c:pt idx="3705">
                  <c:v>41715</c:v>
                </c:pt>
                <c:pt idx="3706">
                  <c:v>41716</c:v>
                </c:pt>
                <c:pt idx="3707">
                  <c:v>41717</c:v>
                </c:pt>
                <c:pt idx="3708">
                  <c:v>41718</c:v>
                </c:pt>
                <c:pt idx="3709">
                  <c:v>41719</c:v>
                </c:pt>
                <c:pt idx="3710">
                  <c:v>41722</c:v>
                </c:pt>
                <c:pt idx="3711">
                  <c:v>41723</c:v>
                </c:pt>
                <c:pt idx="3712">
                  <c:v>41724</c:v>
                </c:pt>
                <c:pt idx="3713">
                  <c:v>41725</c:v>
                </c:pt>
                <c:pt idx="3714">
                  <c:v>41726</c:v>
                </c:pt>
                <c:pt idx="3715">
                  <c:v>41729</c:v>
                </c:pt>
                <c:pt idx="3716">
                  <c:v>41730</c:v>
                </c:pt>
                <c:pt idx="3717">
                  <c:v>41731</c:v>
                </c:pt>
                <c:pt idx="3718">
                  <c:v>41732</c:v>
                </c:pt>
                <c:pt idx="3719">
                  <c:v>41733</c:v>
                </c:pt>
                <c:pt idx="3720">
                  <c:v>41736</c:v>
                </c:pt>
                <c:pt idx="3721">
                  <c:v>41737</c:v>
                </c:pt>
                <c:pt idx="3722">
                  <c:v>41738</c:v>
                </c:pt>
                <c:pt idx="3723">
                  <c:v>41739</c:v>
                </c:pt>
                <c:pt idx="3724">
                  <c:v>41740</c:v>
                </c:pt>
                <c:pt idx="3725">
                  <c:v>41743</c:v>
                </c:pt>
                <c:pt idx="3726">
                  <c:v>41744</c:v>
                </c:pt>
                <c:pt idx="3727">
                  <c:v>41745</c:v>
                </c:pt>
                <c:pt idx="3728">
                  <c:v>41746</c:v>
                </c:pt>
                <c:pt idx="3729">
                  <c:v>41747</c:v>
                </c:pt>
                <c:pt idx="3730">
                  <c:v>41750</c:v>
                </c:pt>
                <c:pt idx="3731">
                  <c:v>41751</c:v>
                </c:pt>
                <c:pt idx="3732">
                  <c:v>41752</c:v>
                </c:pt>
                <c:pt idx="3733">
                  <c:v>41753</c:v>
                </c:pt>
                <c:pt idx="3734">
                  <c:v>41754</c:v>
                </c:pt>
                <c:pt idx="3735">
                  <c:v>41757</c:v>
                </c:pt>
                <c:pt idx="3736">
                  <c:v>41758</c:v>
                </c:pt>
                <c:pt idx="3737">
                  <c:v>41759</c:v>
                </c:pt>
                <c:pt idx="3738">
                  <c:v>41760</c:v>
                </c:pt>
                <c:pt idx="3739">
                  <c:v>41761</c:v>
                </c:pt>
                <c:pt idx="3740">
                  <c:v>41764</c:v>
                </c:pt>
                <c:pt idx="3741">
                  <c:v>41765</c:v>
                </c:pt>
                <c:pt idx="3742">
                  <c:v>41766</c:v>
                </c:pt>
                <c:pt idx="3743">
                  <c:v>41767</c:v>
                </c:pt>
                <c:pt idx="3744">
                  <c:v>41768</c:v>
                </c:pt>
                <c:pt idx="3745">
                  <c:v>41771</c:v>
                </c:pt>
                <c:pt idx="3746">
                  <c:v>41772</c:v>
                </c:pt>
                <c:pt idx="3747">
                  <c:v>41773</c:v>
                </c:pt>
                <c:pt idx="3748">
                  <c:v>41774</c:v>
                </c:pt>
                <c:pt idx="3749">
                  <c:v>41775</c:v>
                </c:pt>
                <c:pt idx="3750">
                  <c:v>41778</c:v>
                </c:pt>
                <c:pt idx="3751">
                  <c:v>41779</c:v>
                </c:pt>
                <c:pt idx="3752">
                  <c:v>41780</c:v>
                </c:pt>
                <c:pt idx="3753">
                  <c:v>41781</c:v>
                </c:pt>
                <c:pt idx="3754">
                  <c:v>41782</c:v>
                </c:pt>
                <c:pt idx="3755">
                  <c:v>41785</c:v>
                </c:pt>
                <c:pt idx="3756">
                  <c:v>41786</c:v>
                </c:pt>
                <c:pt idx="3757">
                  <c:v>41787</c:v>
                </c:pt>
                <c:pt idx="3758">
                  <c:v>41788</c:v>
                </c:pt>
                <c:pt idx="3759">
                  <c:v>41789</c:v>
                </c:pt>
                <c:pt idx="3760">
                  <c:v>41792</c:v>
                </c:pt>
                <c:pt idx="3761">
                  <c:v>41793</c:v>
                </c:pt>
                <c:pt idx="3762">
                  <c:v>41794</c:v>
                </c:pt>
                <c:pt idx="3763">
                  <c:v>41795</c:v>
                </c:pt>
                <c:pt idx="3764">
                  <c:v>41796</c:v>
                </c:pt>
                <c:pt idx="3765">
                  <c:v>41799</c:v>
                </c:pt>
                <c:pt idx="3766">
                  <c:v>41800</c:v>
                </c:pt>
                <c:pt idx="3767">
                  <c:v>41801</c:v>
                </c:pt>
                <c:pt idx="3768">
                  <c:v>41802</c:v>
                </c:pt>
                <c:pt idx="3769">
                  <c:v>41803</c:v>
                </c:pt>
                <c:pt idx="3770">
                  <c:v>41806</c:v>
                </c:pt>
                <c:pt idx="3771">
                  <c:v>41807</c:v>
                </c:pt>
                <c:pt idx="3772">
                  <c:v>41808</c:v>
                </c:pt>
                <c:pt idx="3773">
                  <c:v>41809</c:v>
                </c:pt>
                <c:pt idx="3774">
                  <c:v>41810</c:v>
                </c:pt>
                <c:pt idx="3775">
                  <c:v>41813</c:v>
                </c:pt>
                <c:pt idx="3776">
                  <c:v>41814</c:v>
                </c:pt>
                <c:pt idx="3777">
                  <c:v>41815</c:v>
                </c:pt>
                <c:pt idx="3778">
                  <c:v>41816</c:v>
                </c:pt>
                <c:pt idx="3779">
                  <c:v>41817</c:v>
                </c:pt>
                <c:pt idx="3780">
                  <c:v>41820</c:v>
                </c:pt>
                <c:pt idx="3781">
                  <c:v>41821</c:v>
                </c:pt>
                <c:pt idx="3782">
                  <c:v>41822</c:v>
                </c:pt>
                <c:pt idx="3783">
                  <c:v>41823</c:v>
                </c:pt>
                <c:pt idx="3784">
                  <c:v>41824</c:v>
                </c:pt>
                <c:pt idx="3785">
                  <c:v>41827</c:v>
                </c:pt>
                <c:pt idx="3786">
                  <c:v>41828</c:v>
                </c:pt>
                <c:pt idx="3787">
                  <c:v>41829</c:v>
                </c:pt>
                <c:pt idx="3788">
                  <c:v>41830</c:v>
                </c:pt>
                <c:pt idx="3789">
                  <c:v>41831</c:v>
                </c:pt>
                <c:pt idx="3790">
                  <c:v>41834</c:v>
                </c:pt>
                <c:pt idx="3791">
                  <c:v>41835</c:v>
                </c:pt>
                <c:pt idx="3792">
                  <c:v>41836</c:v>
                </c:pt>
                <c:pt idx="3793">
                  <c:v>41837</c:v>
                </c:pt>
                <c:pt idx="3794">
                  <c:v>41838</c:v>
                </c:pt>
                <c:pt idx="3795">
                  <c:v>41841</c:v>
                </c:pt>
                <c:pt idx="3796">
                  <c:v>41842</c:v>
                </c:pt>
                <c:pt idx="3797">
                  <c:v>41843</c:v>
                </c:pt>
                <c:pt idx="3798">
                  <c:v>41844</c:v>
                </c:pt>
                <c:pt idx="3799">
                  <c:v>41845</c:v>
                </c:pt>
                <c:pt idx="3800">
                  <c:v>41848</c:v>
                </c:pt>
                <c:pt idx="3801">
                  <c:v>41849</c:v>
                </c:pt>
                <c:pt idx="3802">
                  <c:v>41850</c:v>
                </c:pt>
                <c:pt idx="3803">
                  <c:v>41851</c:v>
                </c:pt>
                <c:pt idx="3804">
                  <c:v>41852</c:v>
                </c:pt>
                <c:pt idx="3805">
                  <c:v>41855</c:v>
                </c:pt>
                <c:pt idx="3806">
                  <c:v>41856</c:v>
                </c:pt>
                <c:pt idx="3807">
                  <c:v>41857</c:v>
                </c:pt>
                <c:pt idx="3808">
                  <c:v>41858</c:v>
                </c:pt>
                <c:pt idx="3809">
                  <c:v>41859</c:v>
                </c:pt>
                <c:pt idx="3810">
                  <c:v>41862</c:v>
                </c:pt>
                <c:pt idx="3811">
                  <c:v>41863</c:v>
                </c:pt>
                <c:pt idx="3812">
                  <c:v>41864</c:v>
                </c:pt>
                <c:pt idx="3813">
                  <c:v>41865</c:v>
                </c:pt>
                <c:pt idx="3814">
                  <c:v>41866</c:v>
                </c:pt>
                <c:pt idx="3815">
                  <c:v>41869</c:v>
                </c:pt>
                <c:pt idx="3816">
                  <c:v>41870</c:v>
                </c:pt>
                <c:pt idx="3817">
                  <c:v>41871</c:v>
                </c:pt>
                <c:pt idx="3818">
                  <c:v>41872</c:v>
                </c:pt>
                <c:pt idx="3819">
                  <c:v>41873</c:v>
                </c:pt>
                <c:pt idx="3820">
                  <c:v>41876</c:v>
                </c:pt>
                <c:pt idx="3821">
                  <c:v>41877</c:v>
                </c:pt>
                <c:pt idx="3822">
                  <c:v>41878</c:v>
                </c:pt>
                <c:pt idx="3823">
                  <c:v>41879</c:v>
                </c:pt>
                <c:pt idx="3824">
                  <c:v>41880</c:v>
                </c:pt>
                <c:pt idx="3825">
                  <c:v>41883</c:v>
                </c:pt>
                <c:pt idx="3826">
                  <c:v>41884</c:v>
                </c:pt>
                <c:pt idx="3827">
                  <c:v>41885</c:v>
                </c:pt>
                <c:pt idx="3828">
                  <c:v>41886</c:v>
                </c:pt>
                <c:pt idx="3829">
                  <c:v>41887</c:v>
                </c:pt>
                <c:pt idx="3830">
                  <c:v>41890</c:v>
                </c:pt>
                <c:pt idx="3831">
                  <c:v>41891</c:v>
                </c:pt>
                <c:pt idx="3832">
                  <c:v>41892</c:v>
                </c:pt>
                <c:pt idx="3833">
                  <c:v>41893</c:v>
                </c:pt>
                <c:pt idx="3834">
                  <c:v>41894</c:v>
                </c:pt>
                <c:pt idx="3835">
                  <c:v>41897</c:v>
                </c:pt>
                <c:pt idx="3836">
                  <c:v>41898</c:v>
                </c:pt>
                <c:pt idx="3837">
                  <c:v>41899</c:v>
                </c:pt>
                <c:pt idx="3838">
                  <c:v>41900</c:v>
                </c:pt>
                <c:pt idx="3839">
                  <c:v>41901</c:v>
                </c:pt>
                <c:pt idx="3840">
                  <c:v>41904</c:v>
                </c:pt>
                <c:pt idx="3841">
                  <c:v>41905</c:v>
                </c:pt>
                <c:pt idx="3842">
                  <c:v>41906</c:v>
                </c:pt>
                <c:pt idx="3843">
                  <c:v>41907</c:v>
                </c:pt>
                <c:pt idx="3844">
                  <c:v>41908</c:v>
                </c:pt>
                <c:pt idx="3845">
                  <c:v>41911</c:v>
                </c:pt>
                <c:pt idx="3846">
                  <c:v>41912</c:v>
                </c:pt>
                <c:pt idx="3847">
                  <c:v>41913</c:v>
                </c:pt>
                <c:pt idx="3848">
                  <c:v>41914</c:v>
                </c:pt>
                <c:pt idx="3849">
                  <c:v>41915</c:v>
                </c:pt>
                <c:pt idx="3850">
                  <c:v>41918</c:v>
                </c:pt>
                <c:pt idx="3851">
                  <c:v>41919</c:v>
                </c:pt>
                <c:pt idx="3852">
                  <c:v>41920</c:v>
                </c:pt>
                <c:pt idx="3853">
                  <c:v>41921</c:v>
                </c:pt>
                <c:pt idx="3854">
                  <c:v>41922</c:v>
                </c:pt>
                <c:pt idx="3855">
                  <c:v>41925</c:v>
                </c:pt>
                <c:pt idx="3856">
                  <c:v>41926</c:v>
                </c:pt>
                <c:pt idx="3857">
                  <c:v>41927</c:v>
                </c:pt>
                <c:pt idx="3858">
                  <c:v>41928</c:v>
                </c:pt>
                <c:pt idx="3859">
                  <c:v>41929</c:v>
                </c:pt>
                <c:pt idx="3860">
                  <c:v>41932</c:v>
                </c:pt>
                <c:pt idx="3861">
                  <c:v>41933</c:v>
                </c:pt>
                <c:pt idx="3862">
                  <c:v>41934</c:v>
                </c:pt>
                <c:pt idx="3863">
                  <c:v>41935</c:v>
                </c:pt>
                <c:pt idx="3864">
                  <c:v>41936</c:v>
                </c:pt>
                <c:pt idx="3865">
                  <c:v>41939</c:v>
                </c:pt>
                <c:pt idx="3866">
                  <c:v>41940</c:v>
                </c:pt>
                <c:pt idx="3867">
                  <c:v>41941</c:v>
                </c:pt>
                <c:pt idx="3868">
                  <c:v>41942</c:v>
                </c:pt>
                <c:pt idx="3869">
                  <c:v>41943</c:v>
                </c:pt>
                <c:pt idx="3870">
                  <c:v>41946</c:v>
                </c:pt>
                <c:pt idx="3871">
                  <c:v>41947</c:v>
                </c:pt>
                <c:pt idx="3872">
                  <c:v>41948</c:v>
                </c:pt>
                <c:pt idx="3873">
                  <c:v>41949</c:v>
                </c:pt>
                <c:pt idx="3874">
                  <c:v>41950</c:v>
                </c:pt>
                <c:pt idx="3875">
                  <c:v>41953</c:v>
                </c:pt>
                <c:pt idx="3876">
                  <c:v>41954</c:v>
                </c:pt>
                <c:pt idx="3877">
                  <c:v>41955</c:v>
                </c:pt>
                <c:pt idx="3878">
                  <c:v>41956</c:v>
                </c:pt>
                <c:pt idx="3879">
                  <c:v>41957</c:v>
                </c:pt>
                <c:pt idx="3880">
                  <c:v>41960</c:v>
                </c:pt>
                <c:pt idx="3881">
                  <c:v>41961</c:v>
                </c:pt>
                <c:pt idx="3882">
                  <c:v>41962</c:v>
                </c:pt>
                <c:pt idx="3883">
                  <c:v>41963</c:v>
                </c:pt>
                <c:pt idx="3884">
                  <c:v>41964</c:v>
                </c:pt>
                <c:pt idx="3885">
                  <c:v>41967</c:v>
                </c:pt>
                <c:pt idx="3886">
                  <c:v>41968</c:v>
                </c:pt>
                <c:pt idx="3887">
                  <c:v>41969</c:v>
                </c:pt>
                <c:pt idx="3888">
                  <c:v>41970</c:v>
                </c:pt>
                <c:pt idx="3889">
                  <c:v>41971</c:v>
                </c:pt>
                <c:pt idx="3890">
                  <c:v>41974</c:v>
                </c:pt>
                <c:pt idx="3891">
                  <c:v>41975</c:v>
                </c:pt>
                <c:pt idx="3892">
                  <c:v>41976</c:v>
                </c:pt>
                <c:pt idx="3893">
                  <c:v>41977</c:v>
                </c:pt>
                <c:pt idx="3894">
                  <c:v>41978</c:v>
                </c:pt>
                <c:pt idx="3895">
                  <c:v>41981</c:v>
                </c:pt>
                <c:pt idx="3896">
                  <c:v>41982</c:v>
                </c:pt>
                <c:pt idx="3897">
                  <c:v>41983</c:v>
                </c:pt>
                <c:pt idx="3898">
                  <c:v>41984</c:v>
                </c:pt>
                <c:pt idx="3899">
                  <c:v>41985</c:v>
                </c:pt>
                <c:pt idx="3900">
                  <c:v>41988</c:v>
                </c:pt>
                <c:pt idx="3901">
                  <c:v>41989</c:v>
                </c:pt>
                <c:pt idx="3902">
                  <c:v>41990</c:v>
                </c:pt>
                <c:pt idx="3903">
                  <c:v>41991</c:v>
                </c:pt>
                <c:pt idx="3904">
                  <c:v>41992</c:v>
                </c:pt>
                <c:pt idx="3905">
                  <c:v>41995</c:v>
                </c:pt>
                <c:pt idx="3906">
                  <c:v>41996</c:v>
                </c:pt>
                <c:pt idx="3907">
                  <c:v>41997</c:v>
                </c:pt>
                <c:pt idx="3908">
                  <c:v>41998</c:v>
                </c:pt>
                <c:pt idx="3909">
                  <c:v>41999</c:v>
                </c:pt>
                <c:pt idx="3910">
                  <c:v>42002</c:v>
                </c:pt>
                <c:pt idx="3911">
                  <c:v>42003</c:v>
                </c:pt>
                <c:pt idx="3912">
                  <c:v>42004</c:v>
                </c:pt>
                <c:pt idx="3913">
                  <c:v>42005</c:v>
                </c:pt>
                <c:pt idx="3914">
                  <c:v>42006</c:v>
                </c:pt>
                <c:pt idx="3915">
                  <c:v>42009</c:v>
                </c:pt>
                <c:pt idx="3916">
                  <c:v>42010</c:v>
                </c:pt>
                <c:pt idx="3917">
                  <c:v>42011</c:v>
                </c:pt>
                <c:pt idx="3918">
                  <c:v>42012</c:v>
                </c:pt>
                <c:pt idx="3919">
                  <c:v>42013</c:v>
                </c:pt>
                <c:pt idx="3920">
                  <c:v>42016</c:v>
                </c:pt>
                <c:pt idx="3921">
                  <c:v>42017</c:v>
                </c:pt>
                <c:pt idx="3922">
                  <c:v>42018</c:v>
                </c:pt>
                <c:pt idx="3923">
                  <c:v>42019</c:v>
                </c:pt>
                <c:pt idx="3924">
                  <c:v>42020</c:v>
                </c:pt>
                <c:pt idx="3925">
                  <c:v>42023</c:v>
                </c:pt>
                <c:pt idx="3926">
                  <c:v>42024</c:v>
                </c:pt>
                <c:pt idx="3927">
                  <c:v>42025</c:v>
                </c:pt>
                <c:pt idx="3928">
                  <c:v>42026</c:v>
                </c:pt>
                <c:pt idx="3929">
                  <c:v>42027</c:v>
                </c:pt>
                <c:pt idx="3930">
                  <c:v>42030</c:v>
                </c:pt>
                <c:pt idx="3931">
                  <c:v>42031</c:v>
                </c:pt>
                <c:pt idx="3932">
                  <c:v>42032</c:v>
                </c:pt>
                <c:pt idx="3933">
                  <c:v>42033</c:v>
                </c:pt>
                <c:pt idx="3934">
                  <c:v>42034</c:v>
                </c:pt>
                <c:pt idx="3935">
                  <c:v>42037</c:v>
                </c:pt>
                <c:pt idx="3936">
                  <c:v>42038</c:v>
                </c:pt>
                <c:pt idx="3937">
                  <c:v>42039</c:v>
                </c:pt>
                <c:pt idx="3938">
                  <c:v>42040</c:v>
                </c:pt>
                <c:pt idx="3939">
                  <c:v>42041</c:v>
                </c:pt>
                <c:pt idx="3940">
                  <c:v>42044</c:v>
                </c:pt>
                <c:pt idx="3941">
                  <c:v>42045</c:v>
                </c:pt>
                <c:pt idx="3942">
                  <c:v>42046</c:v>
                </c:pt>
                <c:pt idx="3943">
                  <c:v>42047</c:v>
                </c:pt>
                <c:pt idx="3944">
                  <c:v>42048</c:v>
                </c:pt>
                <c:pt idx="3945">
                  <c:v>42051</c:v>
                </c:pt>
                <c:pt idx="3946">
                  <c:v>42052</c:v>
                </c:pt>
                <c:pt idx="3947">
                  <c:v>42053</c:v>
                </c:pt>
                <c:pt idx="3948">
                  <c:v>42054</c:v>
                </c:pt>
                <c:pt idx="3949">
                  <c:v>42055</c:v>
                </c:pt>
                <c:pt idx="3950">
                  <c:v>42058</c:v>
                </c:pt>
                <c:pt idx="3951">
                  <c:v>42059</c:v>
                </c:pt>
                <c:pt idx="3952">
                  <c:v>42060</c:v>
                </c:pt>
                <c:pt idx="3953">
                  <c:v>42061</c:v>
                </c:pt>
                <c:pt idx="3954">
                  <c:v>42062</c:v>
                </c:pt>
                <c:pt idx="3955">
                  <c:v>42065</c:v>
                </c:pt>
                <c:pt idx="3956">
                  <c:v>42066</c:v>
                </c:pt>
                <c:pt idx="3957">
                  <c:v>42067</c:v>
                </c:pt>
                <c:pt idx="3958">
                  <c:v>42068</c:v>
                </c:pt>
                <c:pt idx="3959">
                  <c:v>42069</c:v>
                </c:pt>
                <c:pt idx="3960">
                  <c:v>42072</c:v>
                </c:pt>
                <c:pt idx="3961">
                  <c:v>42073</c:v>
                </c:pt>
                <c:pt idx="3962">
                  <c:v>42074</c:v>
                </c:pt>
                <c:pt idx="3963">
                  <c:v>42075</c:v>
                </c:pt>
                <c:pt idx="3964">
                  <c:v>42076</c:v>
                </c:pt>
                <c:pt idx="3965">
                  <c:v>42079</c:v>
                </c:pt>
                <c:pt idx="3966">
                  <c:v>42080</c:v>
                </c:pt>
                <c:pt idx="3967">
                  <c:v>42081</c:v>
                </c:pt>
                <c:pt idx="3968">
                  <c:v>42082</c:v>
                </c:pt>
                <c:pt idx="3969">
                  <c:v>42083</c:v>
                </c:pt>
                <c:pt idx="3970">
                  <c:v>42086</c:v>
                </c:pt>
                <c:pt idx="3971">
                  <c:v>42087</c:v>
                </c:pt>
                <c:pt idx="3972">
                  <c:v>42088</c:v>
                </c:pt>
                <c:pt idx="3973">
                  <c:v>42089</c:v>
                </c:pt>
                <c:pt idx="3974">
                  <c:v>42090</c:v>
                </c:pt>
                <c:pt idx="3975">
                  <c:v>42093</c:v>
                </c:pt>
                <c:pt idx="3976">
                  <c:v>42094</c:v>
                </c:pt>
                <c:pt idx="3977">
                  <c:v>42095</c:v>
                </c:pt>
                <c:pt idx="3978">
                  <c:v>42096</c:v>
                </c:pt>
                <c:pt idx="3979">
                  <c:v>42097</c:v>
                </c:pt>
                <c:pt idx="3980">
                  <c:v>42100</c:v>
                </c:pt>
                <c:pt idx="3981">
                  <c:v>42101</c:v>
                </c:pt>
                <c:pt idx="3982">
                  <c:v>42102</c:v>
                </c:pt>
                <c:pt idx="3983">
                  <c:v>42103</c:v>
                </c:pt>
                <c:pt idx="3984">
                  <c:v>42104</c:v>
                </c:pt>
                <c:pt idx="3985">
                  <c:v>42107</c:v>
                </c:pt>
                <c:pt idx="3986">
                  <c:v>42108</c:v>
                </c:pt>
                <c:pt idx="3987">
                  <c:v>42109</c:v>
                </c:pt>
                <c:pt idx="3988">
                  <c:v>42110</c:v>
                </c:pt>
                <c:pt idx="3989">
                  <c:v>42111</c:v>
                </c:pt>
                <c:pt idx="3990">
                  <c:v>42114</c:v>
                </c:pt>
                <c:pt idx="3991">
                  <c:v>42115</c:v>
                </c:pt>
                <c:pt idx="3992">
                  <c:v>42116</c:v>
                </c:pt>
                <c:pt idx="3993">
                  <c:v>42117</c:v>
                </c:pt>
                <c:pt idx="3994">
                  <c:v>42118</c:v>
                </c:pt>
                <c:pt idx="3995">
                  <c:v>42121</c:v>
                </c:pt>
                <c:pt idx="3996">
                  <c:v>42122</c:v>
                </c:pt>
                <c:pt idx="3997">
                  <c:v>42123</c:v>
                </c:pt>
                <c:pt idx="3998">
                  <c:v>42124</c:v>
                </c:pt>
                <c:pt idx="3999">
                  <c:v>42125</c:v>
                </c:pt>
                <c:pt idx="4000">
                  <c:v>42128</c:v>
                </c:pt>
                <c:pt idx="4001">
                  <c:v>42129</c:v>
                </c:pt>
                <c:pt idx="4002">
                  <c:v>42130</c:v>
                </c:pt>
                <c:pt idx="4003">
                  <c:v>42131</c:v>
                </c:pt>
                <c:pt idx="4004">
                  <c:v>42132</c:v>
                </c:pt>
                <c:pt idx="4005">
                  <c:v>42135</c:v>
                </c:pt>
                <c:pt idx="4006">
                  <c:v>42136</c:v>
                </c:pt>
                <c:pt idx="4007">
                  <c:v>42137</c:v>
                </c:pt>
                <c:pt idx="4008">
                  <c:v>42138</c:v>
                </c:pt>
                <c:pt idx="4009">
                  <c:v>42139</c:v>
                </c:pt>
                <c:pt idx="4010">
                  <c:v>42142</c:v>
                </c:pt>
                <c:pt idx="4011">
                  <c:v>42143</c:v>
                </c:pt>
                <c:pt idx="4012">
                  <c:v>42144</c:v>
                </c:pt>
                <c:pt idx="4013">
                  <c:v>42145</c:v>
                </c:pt>
                <c:pt idx="4014">
                  <c:v>42146</c:v>
                </c:pt>
                <c:pt idx="4015">
                  <c:v>42149</c:v>
                </c:pt>
                <c:pt idx="4016">
                  <c:v>42150</c:v>
                </c:pt>
                <c:pt idx="4017">
                  <c:v>42151</c:v>
                </c:pt>
                <c:pt idx="4018">
                  <c:v>42152</c:v>
                </c:pt>
                <c:pt idx="4019">
                  <c:v>42153</c:v>
                </c:pt>
                <c:pt idx="4020">
                  <c:v>42156</c:v>
                </c:pt>
                <c:pt idx="4021">
                  <c:v>42157</c:v>
                </c:pt>
                <c:pt idx="4022">
                  <c:v>42158</c:v>
                </c:pt>
                <c:pt idx="4023">
                  <c:v>42159</c:v>
                </c:pt>
                <c:pt idx="4024">
                  <c:v>42160</c:v>
                </c:pt>
                <c:pt idx="4025">
                  <c:v>42163</c:v>
                </c:pt>
                <c:pt idx="4026">
                  <c:v>42164</c:v>
                </c:pt>
                <c:pt idx="4027">
                  <c:v>42165</c:v>
                </c:pt>
                <c:pt idx="4028">
                  <c:v>42166</c:v>
                </c:pt>
                <c:pt idx="4029">
                  <c:v>42167</c:v>
                </c:pt>
                <c:pt idx="4030">
                  <c:v>42170</c:v>
                </c:pt>
                <c:pt idx="4031">
                  <c:v>42171</c:v>
                </c:pt>
                <c:pt idx="4032">
                  <c:v>42172</c:v>
                </c:pt>
                <c:pt idx="4033">
                  <c:v>42173</c:v>
                </c:pt>
                <c:pt idx="4034">
                  <c:v>42174</c:v>
                </c:pt>
                <c:pt idx="4035">
                  <c:v>42177</c:v>
                </c:pt>
                <c:pt idx="4036">
                  <c:v>42178</c:v>
                </c:pt>
                <c:pt idx="4037">
                  <c:v>42179</c:v>
                </c:pt>
                <c:pt idx="4038">
                  <c:v>42180</c:v>
                </c:pt>
                <c:pt idx="4039">
                  <c:v>42181</c:v>
                </c:pt>
                <c:pt idx="4040">
                  <c:v>42184</c:v>
                </c:pt>
                <c:pt idx="4041">
                  <c:v>42185</c:v>
                </c:pt>
                <c:pt idx="4042">
                  <c:v>42186</c:v>
                </c:pt>
                <c:pt idx="4043">
                  <c:v>42187</c:v>
                </c:pt>
                <c:pt idx="4044">
                  <c:v>42188</c:v>
                </c:pt>
                <c:pt idx="4045">
                  <c:v>42191</c:v>
                </c:pt>
                <c:pt idx="4046">
                  <c:v>42192</c:v>
                </c:pt>
                <c:pt idx="4047">
                  <c:v>42193</c:v>
                </c:pt>
                <c:pt idx="4048">
                  <c:v>42194</c:v>
                </c:pt>
                <c:pt idx="4049">
                  <c:v>42195</c:v>
                </c:pt>
                <c:pt idx="4050">
                  <c:v>42198</c:v>
                </c:pt>
                <c:pt idx="4051">
                  <c:v>42199</c:v>
                </c:pt>
                <c:pt idx="4052">
                  <c:v>42200</c:v>
                </c:pt>
                <c:pt idx="4053">
                  <c:v>42201</c:v>
                </c:pt>
                <c:pt idx="4054">
                  <c:v>42202</c:v>
                </c:pt>
                <c:pt idx="4055">
                  <c:v>42205</c:v>
                </c:pt>
                <c:pt idx="4056">
                  <c:v>42206</c:v>
                </c:pt>
                <c:pt idx="4057">
                  <c:v>42207</c:v>
                </c:pt>
                <c:pt idx="4058">
                  <c:v>42208</c:v>
                </c:pt>
                <c:pt idx="4059">
                  <c:v>42209</c:v>
                </c:pt>
                <c:pt idx="4060">
                  <c:v>42212</c:v>
                </c:pt>
                <c:pt idx="4061">
                  <c:v>42213</c:v>
                </c:pt>
                <c:pt idx="4062">
                  <c:v>42214</c:v>
                </c:pt>
                <c:pt idx="4063">
                  <c:v>42215</c:v>
                </c:pt>
                <c:pt idx="4064">
                  <c:v>42216</c:v>
                </c:pt>
                <c:pt idx="4065">
                  <c:v>42219</c:v>
                </c:pt>
                <c:pt idx="4066">
                  <c:v>42220</c:v>
                </c:pt>
                <c:pt idx="4067">
                  <c:v>42221</c:v>
                </c:pt>
                <c:pt idx="4068">
                  <c:v>42222</c:v>
                </c:pt>
                <c:pt idx="4069">
                  <c:v>42223</c:v>
                </c:pt>
                <c:pt idx="4070">
                  <c:v>42226</c:v>
                </c:pt>
                <c:pt idx="4071">
                  <c:v>42227</c:v>
                </c:pt>
                <c:pt idx="4072">
                  <c:v>42228</c:v>
                </c:pt>
                <c:pt idx="4073">
                  <c:v>42229</c:v>
                </c:pt>
                <c:pt idx="4074">
                  <c:v>42230</c:v>
                </c:pt>
                <c:pt idx="4075">
                  <c:v>42233</c:v>
                </c:pt>
                <c:pt idx="4076">
                  <c:v>42234</c:v>
                </c:pt>
                <c:pt idx="4077">
                  <c:v>42235</c:v>
                </c:pt>
                <c:pt idx="4078">
                  <c:v>42236</c:v>
                </c:pt>
                <c:pt idx="4079">
                  <c:v>42237</c:v>
                </c:pt>
                <c:pt idx="4080">
                  <c:v>42240</c:v>
                </c:pt>
                <c:pt idx="4081">
                  <c:v>42241</c:v>
                </c:pt>
                <c:pt idx="4082">
                  <c:v>42242</c:v>
                </c:pt>
                <c:pt idx="4083">
                  <c:v>42243</c:v>
                </c:pt>
                <c:pt idx="4084">
                  <c:v>42244</c:v>
                </c:pt>
                <c:pt idx="4085">
                  <c:v>42247</c:v>
                </c:pt>
                <c:pt idx="4086">
                  <c:v>42248</c:v>
                </c:pt>
                <c:pt idx="4087">
                  <c:v>42249</c:v>
                </c:pt>
                <c:pt idx="4088">
                  <c:v>42250</c:v>
                </c:pt>
                <c:pt idx="4089">
                  <c:v>42251</c:v>
                </c:pt>
                <c:pt idx="4090">
                  <c:v>42254</c:v>
                </c:pt>
                <c:pt idx="4091">
                  <c:v>42255</c:v>
                </c:pt>
                <c:pt idx="4092">
                  <c:v>42256</c:v>
                </c:pt>
                <c:pt idx="4093">
                  <c:v>42257</c:v>
                </c:pt>
                <c:pt idx="4094">
                  <c:v>42258</c:v>
                </c:pt>
                <c:pt idx="4095">
                  <c:v>42261</c:v>
                </c:pt>
                <c:pt idx="4096">
                  <c:v>42262</c:v>
                </c:pt>
                <c:pt idx="4097">
                  <c:v>42263</c:v>
                </c:pt>
                <c:pt idx="4098">
                  <c:v>42264</c:v>
                </c:pt>
                <c:pt idx="4099">
                  <c:v>42265</c:v>
                </c:pt>
                <c:pt idx="4100">
                  <c:v>42268</c:v>
                </c:pt>
                <c:pt idx="4101">
                  <c:v>42269</c:v>
                </c:pt>
                <c:pt idx="4102">
                  <c:v>42270</c:v>
                </c:pt>
                <c:pt idx="4103">
                  <c:v>42271</c:v>
                </c:pt>
                <c:pt idx="4104">
                  <c:v>42272</c:v>
                </c:pt>
                <c:pt idx="4105">
                  <c:v>42275</c:v>
                </c:pt>
                <c:pt idx="4106">
                  <c:v>42276</c:v>
                </c:pt>
                <c:pt idx="4107">
                  <c:v>42277</c:v>
                </c:pt>
                <c:pt idx="4108">
                  <c:v>42278</c:v>
                </c:pt>
                <c:pt idx="4109">
                  <c:v>42279</c:v>
                </c:pt>
                <c:pt idx="4110">
                  <c:v>42282</c:v>
                </c:pt>
                <c:pt idx="4111">
                  <c:v>42283</c:v>
                </c:pt>
                <c:pt idx="4112">
                  <c:v>42284</c:v>
                </c:pt>
                <c:pt idx="4113">
                  <c:v>42285</c:v>
                </c:pt>
                <c:pt idx="4114">
                  <c:v>42286</c:v>
                </c:pt>
                <c:pt idx="4115">
                  <c:v>42289</c:v>
                </c:pt>
                <c:pt idx="4116">
                  <c:v>42290</c:v>
                </c:pt>
                <c:pt idx="4117">
                  <c:v>42291</c:v>
                </c:pt>
                <c:pt idx="4118">
                  <c:v>42292</c:v>
                </c:pt>
                <c:pt idx="4119">
                  <c:v>42293</c:v>
                </c:pt>
                <c:pt idx="4120">
                  <c:v>42296</c:v>
                </c:pt>
                <c:pt idx="4121">
                  <c:v>42297</c:v>
                </c:pt>
                <c:pt idx="4122">
                  <c:v>42298</c:v>
                </c:pt>
                <c:pt idx="4123">
                  <c:v>42299</c:v>
                </c:pt>
                <c:pt idx="4124">
                  <c:v>42300</c:v>
                </c:pt>
                <c:pt idx="4125">
                  <c:v>42303</c:v>
                </c:pt>
                <c:pt idx="4126">
                  <c:v>42304</c:v>
                </c:pt>
                <c:pt idx="4127">
                  <c:v>42305</c:v>
                </c:pt>
                <c:pt idx="4128">
                  <c:v>42306</c:v>
                </c:pt>
                <c:pt idx="4129">
                  <c:v>42307</c:v>
                </c:pt>
                <c:pt idx="4130">
                  <c:v>42310</c:v>
                </c:pt>
                <c:pt idx="4131">
                  <c:v>42311</c:v>
                </c:pt>
                <c:pt idx="4132">
                  <c:v>42312</c:v>
                </c:pt>
                <c:pt idx="4133">
                  <c:v>42313</c:v>
                </c:pt>
                <c:pt idx="4134">
                  <c:v>42314</c:v>
                </c:pt>
                <c:pt idx="4135">
                  <c:v>42317</c:v>
                </c:pt>
                <c:pt idx="4136">
                  <c:v>42318</c:v>
                </c:pt>
                <c:pt idx="4137">
                  <c:v>42319</c:v>
                </c:pt>
                <c:pt idx="4138">
                  <c:v>42320</c:v>
                </c:pt>
                <c:pt idx="4139">
                  <c:v>42321</c:v>
                </c:pt>
                <c:pt idx="4140">
                  <c:v>42324</c:v>
                </c:pt>
                <c:pt idx="4141">
                  <c:v>42325</c:v>
                </c:pt>
                <c:pt idx="4142">
                  <c:v>42326</c:v>
                </c:pt>
                <c:pt idx="4143">
                  <c:v>42327</c:v>
                </c:pt>
                <c:pt idx="4144">
                  <c:v>42328</c:v>
                </c:pt>
                <c:pt idx="4145">
                  <c:v>42331</c:v>
                </c:pt>
                <c:pt idx="4146">
                  <c:v>42332</c:v>
                </c:pt>
                <c:pt idx="4147">
                  <c:v>42333</c:v>
                </c:pt>
                <c:pt idx="4148">
                  <c:v>42334</c:v>
                </c:pt>
                <c:pt idx="4149">
                  <c:v>42335</c:v>
                </c:pt>
                <c:pt idx="4150">
                  <c:v>42338</c:v>
                </c:pt>
                <c:pt idx="4151">
                  <c:v>42339</c:v>
                </c:pt>
                <c:pt idx="4152">
                  <c:v>42340</c:v>
                </c:pt>
                <c:pt idx="4153">
                  <c:v>42341</c:v>
                </c:pt>
                <c:pt idx="4154">
                  <c:v>42342</c:v>
                </c:pt>
                <c:pt idx="4155">
                  <c:v>42345</c:v>
                </c:pt>
                <c:pt idx="4156">
                  <c:v>42346</c:v>
                </c:pt>
                <c:pt idx="4157">
                  <c:v>42347</c:v>
                </c:pt>
                <c:pt idx="4158">
                  <c:v>42348</c:v>
                </c:pt>
                <c:pt idx="4159">
                  <c:v>42349</c:v>
                </c:pt>
                <c:pt idx="4160">
                  <c:v>42352</c:v>
                </c:pt>
                <c:pt idx="4161">
                  <c:v>42353</c:v>
                </c:pt>
                <c:pt idx="4162">
                  <c:v>42354</c:v>
                </c:pt>
                <c:pt idx="4163">
                  <c:v>42355</c:v>
                </c:pt>
                <c:pt idx="4164">
                  <c:v>42356</c:v>
                </c:pt>
                <c:pt idx="4165">
                  <c:v>42359</c:v>
                </c:pt>
                <c:pt idx="4166">
                  <c:v>42360</c:v>
                </c:pt>
                <c:pt idx="4167">
                  <c:v>42361</c:v>
                </c:pt>
                <c:pt idx="4168">
                  <c:v>42362</c:v>
                </c:pt>
                <c:pt idx="4169">
                  <c:v>42363</c:v>
                </c:pt>
                <c:pt idx="4170">
                  <c:v>42366</c:v>
                </c:pt>
                <c:pt idx="4171">
                  <c:v>42367</c:v>
                </c:pt>
                <c:pt idx="4172">
                  <c:v>42368</c:v>
                </c:pt>
                <c:pt idx="4173">
                  <c:v>42369</c:v>
                </c:pt>
                <c:pt idx="4174">
                  <c:v>42370</c:v>
                </c:pt>
                <c:pt idx="4175">
                  <c:v>42373</c:v>
                </c:pt>
                <c:pt idx="4176">
                  <c:v>42374</c:v>
                </c:pt>
                <c:pt idx="4177">
                  <c:v>42375</c:v>
                </c:pt>
                <c:pt idx="4178">
                  <c:v>42376</c:v>
                </c:pt>
                <c:pt idx="4179">
                  <c:v>42377</c:v>
                </c:pt>
                <c:pt idx="4180">
                  <c:v>42380</c:v>
                </c:pt>
                <c:pt idx="4181">
                  <c:v>42381</c:v>
                </c:pt>
                <c:pt idx="4182">
                  <c:v>42382</c:v>
                </c:pt>
                <c:pt idx="4183">
                  <c:v>42383</c:v>
                </c:pt>
                <c:pt idx="4184">
                  <c:v>42384</c:v>
                </c:pt>
                <c:pt idx="4185">
                  <c:v>42387</c:v>
                </c:pt>
                <c:pt idx="4186">
                  <c:v>42388</c:v>
                </c:pt>
                <c:pt idx="4187">
                  <c:v>42389</c:v>
                </c:pt>
                <c:pt idx="4188">
                  <c:v>42390</c:v>
                </c:pt>
                <c:pt idx="4189">
                  <c:v>42391</c:v>
                </c:pt>
                <c:pt idx="4190">
                  <c:v>42394</c:v>
                </c:pt>
                <c:pt idx="4191">
                  <c:v>42395</c:v>
                </c:pt>
                <c:pt idx="4192">
                  <c:v>42396</c:v>
                </c:pt>
                <c:pt idx="4193">
                  <c:v>42397</c:v>
                </c:pt>
                <c:pt idx="4194">
                  <c:v>42398</c:v>
                </c:pt>
                <c:pt idx="4195">
                  <c:v>42401</c:v>
                </c:pt>
                <c:pt idx="4196">
                  <c:v>42402</c:v>
                </c:pt>
                <c:pt idx="4197">
                  <c:v>42403</c:v>
                </c:pt>
                <c:pt idx="4198">
                  <c:v>42404</c:v>
                </c:pt>
                <c:pt idx="4199">
                  <c:v>42405</c:v>
                </c:pt>
                <c:pt idx="4200">
                  <c:v>42408</c:v>
                </c:pt>
                <c:pt idx="4201">
                  <c:v>42409</c:v>
                </c:pt>
                <c:pt idx="4202">
                  <c:v>42410</c:v>
                </c:pt>
                <c:pt idx="4203">
                  <c:v>42411</c:v>
                </c:pt>
                <c:pt idx="4204">
                  <c:v>42412</c:v>
                </c:pt>
                <c:pt idx="4205">
                  <c:v>42415</c:v>
                </c:pt>
                <c:pt idx="4206">
                  <c:v>42416</c:v>
                </c:pt>
                <c:pt idx="4207">
                  <c:v>42417</c:v>
                </c:pt>
                <c:pt idx="4208">
                  <c:v>42418</c:v>
                </c:pt>
                <c:pt idx="4209">
                  <c:v>42419</c:v>
                </c:pt>
                <c:pt idx="4210">
                  <c:v>42422</c:v>
                </c:pt>
                <c:pt idx="4211">
                  <c:v>42423</c:v>
                </c:pt>
                <c:pt idx="4212">
                  <c:v>42424</c:v>
                </c:pt>
                <c:pt idx="4213">
                  <c:v>42425</c:v>
                </c:pt>
                <c:pt idx="4214">
                  <c:v>42426</c:v>
                </c:pt>
                <c:pt idx="4215">
                  <c:v>42429</c:v>
                </c:pt>
                <c:pt idx="4216">
                  <c:v>42430</c:v>
                </c:pt>
                <c:pt idx="4217">
                  <c:v>42431</c:v>
                </c:pt>
                <c:pt idx="4218">
                  <c:v>42432</c:v>
                </c:pt>
                <c:pt idx="4219">
                  <c:v>42433</c:v>
                </c:pt>
                <c:pt idx="4220">
                  <c:v>42436</c:v>
                </c:pt>
                <c:pt idx="4221">
                  <c:v>42437</c:v>
                </c:pt>
                <c:pt idx="4222">
                  <c:v>42438</c:v>
                </c:pt>
                <c:pt idx="4223">
                  <c:v>42439</c:v>
                </c:pt>
                <c:pt idx="4224">
                  <c:v>42440</c:v>
                </c:pt>
                <c:pt idx="4225">
                  <c:v>42443</c:v>
                </c:pt>
                <c:pt idx="4226">
                  <c:v>42444</c:v>
                </c:pt>
                <c:pt idx="4227">
                  <c:v>42445</c:v>
                </c:pt>
                <c:pt idx="4228">
                  <c:v>42446</c:v>
                </c:pt>
                <c:pt idx="4229">
                  <c:v>42447</c:v>
                </c:pt>
                <c:pt idx="4230">
                  <c:v>42450</c:v>
                </c:pt>
                <c:pt idx="4231">
                  <c:v>42451</c:v>
                </c:pt>
                <c:pt idx="4232">
                  <c:v>42452</c:v>
                </c:pt>
                <c:pt idx="4233">
                  <c:v>42453</c:v>
                </c:pt>
                <c:pt idx="4234">
                  <c:v>42454</c:v>
                </c:pt>
                <c:pt idx="4235">
                  <c:v>42457</c:v>
                </c:pt>
                <c:pt idx="4236">
                  <c:v>42458</c:v>
                </c:pt>
                <c:pt idx="4237">
                  <c:v>42459</c:v>
                </c:pt>
                <c:pt idx="4238">
                  <c:v>42460</c:v>
                </c:pt>
                <c:pt idx="4239">
                  <c:v>42461</c:v>
                </c:pt>
                <c:pt idx="4240">
                  <c:v>42464</c:v>
                </c:pt>
                <c:pt idx="4241">
                  <c:v>42465</c:v>
                </c:pt>
                <c:pt idx="4242">
                  <c:v>42466</c:v>
                </c:pt>
                <c:pt idx="4243">
                  <c:v>42467</c:v>
                </c:pt>
                <c:pt idx="4244">
                  <c:v>42468</c:v>
                </c:pt>
                <c:pt idx="4245">
                  <c:v>42471</c:v>
                </c:pt>
                <c:pt idx="4246">
                  <c:v>42472</c:v>
                </c:pt>
                <c:pt idx="4247">
                  <c:v>42473</c:v>
                </c:pt>
                <c:pt idx="4248">
                  <c:v>42474</c:v>
                </c:pt>
                <c:pt idx="4249">
                  <c:v>42475</c:v>
                </c:pt>
                <c:pt idx="4250">
                  <c:v>42478</c:v>
                </c:pt>
                <c:pt idx="4251">
                  <c:v>42479</c:v>
                </c:pt>
                <c:pt idx="4252">
                  <c:v>42480</c:v>
                </c:pt>
                <c:pt idx="4253">
                  <c:v>42481</c:v>
                </c:pt>
                <c:pt idx="4254">
                  <c:v>42482</c:v>
                </c:pt>
                <c:pt idx="4255">
                  <c:v>42485</c:v>
                </c:pt>
                <c:pt idx="4256">
                  <c:v>42486</c:v>
                </c:pt>
                <c:pt idx="4257">
                  <c:v>42487</c:v>
                </c:pt>
                <c:pt idx="4258">
                  <c:v>42488</c:v>
                </c:pt>
                <c:pt idx="4259">
                  <c:v>42489</c:v>
                </c:pt>
                <c:pt idx="4260">
                  <c:v>42492</c:v>
                </c:pt>
                <c:pt idx="4261">
                  <c:v>42493</c:v>
                </c:pt>
                <c:pt idx="4262">
                  <c:v>42494</c:v>
                </c:pt>
                <c:pt idx="4263">
                  <c:v>42495</c:v>
                </c:pt>
                <c:pt idx="4264">
                  <c:v>42496</c:v>
                </c:pt>
                <c:pt idx="4265">
                  <c:v>42499</c:v>
                </c:pt>
                <c:pt idx="4266">
                  <c:v>42500</c:v>
                </c:pt>
                <c:pt idx="4267">
                  <c:v>42501</c:v>
                </c:pt>
                <c:pt idx="4268">
                  <c:v>42502</c:v>
                </c:pt>
                <c:pt idx="4269">
                  <c:v>42503</c:v>
                </c:pt>
                <c:pt idx="4270">
                  <c:v>42506</c:v>
                </c:pt>
                <c:pt idx="4271">
                  <c:v>42507</c:v>
                </c:pt>
                <c:pt idx="4272">
                  <c:v>42508</c:v>
                </c:pt>
                <c:pt idx="4273">
                  <c:v>42509</c:v>
                </c:pt>
                <c:pt idx="4274">
                  <c:v>42510</c:v>
                </c:pt>
                <c:pt idx="4275">
                  <c:v>42513</c:v>
                </c:pt>
                <c:pt idx="4276">
                  <c:v>42514</c:v>
                </c:pt>
                <c:pt idx="4277">
                  <c:v>42515</c:v>
                </c:pt>
                <c:pt idx="4278">
                  <c:v>42516</c:v>
                </c:pt>
                <c:pt idx="4279">
                  <c:v>42517</c:v>
                </c:pt>
                <c:pt idx="4280">
                  <c:v>42520</c:v>
                </c:pt>
                <c:pt idx="4281">
                  <c:v>42521</c:v>
                </c:pt>
                <c:pt idx="4282">
                  <c:v>42522</c:v>
                </c:pt>
                <c:pt idx="4283">
                  <c:v>42523</c:v>
                </c:pt>
                <c:pt idx="4284">
                  <c:v>42524</c:v>
                </c:pt>
                <c:pt idx="4285">
                  <c:v>42527</c:v>
                </c:pt>
                <c:pt idx="4286">
                  <c:v>42528</c:v>
                </c:pt>
                <c:pt idx="4287">
                  <c:v>42529</c:v>
                </c:pt>
                <c:pt idx="4288">
                  <c:v>42530</c:v>
                </c:pt>
                <c:pt idx="4289">
                  <c:v>42531</c:v>
                </c:pt>
                <c:pt idx="4290">
                  <c:v>42534</c:v>
                </c:pt>
                <c:pt idx="4291">
                  <c:v>42535</c:v>
                </c:pt>
                <c:pt idx="4292">
                  <c:v>42536</c:v>
                </c:pt>
                <c:pt idx="4293">
                  <c:v>42537</c:v>
                </c:pt>
                <c:pt idx="4294">
                  <c:v>42538</c:v>
                </c:pt>
                <c:pt idx="4295">
                  <c:v>42541</c:v>
                </c:pt>
                <c:pt idx="4296">
                  <c:v>42542</c:v>
                </c:pt>
                <c:pt idx="4297">
                  <c:v>42543</c:v>
                </c:pt>
                <c:pt idx="4298">
                  <c:v>42544</c:v>
                </c:pt>
                <c:pt idx="4299">
                  <c:v>42545</c:v>
                </c:pt>
                <c:pt idx="4300">
                  <c:v>42548</c:v>
                </c:pt>
                <c:pt idx="4301">
                  <c:v>42549</c:v>
                </c:pt>
                <c:pt idx="4302">
                  <c:v>42550</c:v>
                </c:pt>
                <c:pt idx="4303">
                  <c:v>42551</c:v>
                </c:pt>
                <c:pt idx="4304">
                  <c:v>42552</c:v>
                </c:pt>
                <c:pt idx="4305">
                  <c:v>42555</c:v>
                </c:pt>
                <c:pt idx="4306">
                  <c:v>42556</c:v>
                </c:pt>
                <c:pt idx="4307">
                  <c:v>42557</c:v>
                </c:pt>
                <c:pt idx="4308">
                  <c:v>42558</c:v>
                </c:pt>
                <c:pt idx="4309">
                  <c:v>42559</c:v>
                </c:pt>
                <c:pt idx="4310">
                  <c:v>42562</c:v>
                </c:pt>
                <c:pt idx="4311">
                  <c:v>42563</c:v>
                </c:pt>
                <c:pt idx="4312">
                  <c:v>42564</c:v>
                </c:pt>
                <c:pt idx="4313">
                  <c:v>42565</c:v>
                </c:pt>
                <c:pt idx="4314">
                  <c:v>42566</c:v>
                </c:pt>
                <c:pt idx="4315">
                  <c:v>42569</c:v>
                </c:pt>
                <c:pt idx="4316">
                  <c:v>42570</c:v>
                </c:pt>
                <c:pt idx="4317">
                  <c:v>42571</c:v>
                </c:pt>
                <c:pt idx="4318">
                  <c:v>42572</c:v>
                </c:pt>
                <c:pt idx="4319">
                  <c:v>42573</c:v>
                </c:pt>
                <c:pt idx="4320">
                  <c:v>42576</c:v>
                </c:pt>
                <c:pt idx="4321">
                  <c:v>42577</c:v>
                </c:pt>
                <c:pt idx="4322">
                  <c:v>42578</c:v>
                </c:pt>
                <c:pt idx="4323">
                  <c:v>42579</c:v>
                </c:pt>
                <c:pt idx="4324">
                  <c:v>42580</c:v>
                </c:pt>
                <c:pt idx="4325">
                  <c:v>42583</c:v>
                </c:pt>
                <c:pt idx="4326">
                  <c:v>42584</c:v>
                </c:pt>
                <c:pt idx="4327">
                  <c:v>42585</c:v>
                </c:pt>
                <c:pt idx="4328">
                  <c:v>42586</c:v>
                </c:pt>
                <c:pt idx="4329">
                  <c:v>42587</c:v>
                </c:pt>
                <c:pt idx="4330">
                  <c:v>42590</c:v>
                </c:pt>
                <c:pt idx="4331">
                  <c:v>42591</c:v>
                </c:pt>
                <c:pt idx="4332">
                  <c:v>42592</c:v>
                </c:pt>
                <c:pt idx="4333">
                  <c:v>42593</c:v>
                </c:pt>
                <c:pt idx="4334">
                  <c:v>42594</c:v>
                </c:pt>
                <c:pt idx="4335">
                  <c:v>42597</c:v>
                </c:pt>
                <c:pt idx="4336">
                  <c:v>42598</c:v>
                </c:pt>
                <c:pt idx="4337">
                  <c:v>42599</c:v>
                </c:pt>
                <c:pt idx="4338">
                  <c:v>42600</c:v>
                </c:pt>
                <c:pt idx="4339">
                  <c:v>42601</c:v>
                </c:pt>
                <c:pt idx="4340">
                  <c:v>42604</c:v>
                </c:pt>
                <c:pt idx="4341">
                  <c:v>42605</c:v>
                </c:pt>
                <c:pt idx="4342">
                  <c:v>42606</c:v>
                </c:pt>
                <c:pt idx="4343">
                  <c:v>42607</c:v>
                </c:pt>
                <c:pt idx="4344">
                  <c:v>42608</c:v>
                </c:pt>
                <c:pt idx="4345">
                  <c:v>42611</c:v>
                </c:pt>
                <c:pt idx="4346">
                  <c:v>42612</c:v>
                </c:pt>
                <c:pt idx="4347">
                  <c:v>42613</c:v>
                </c:pt>
                <c:pt idx="4348">
                  <c:v>42614</c:v>
                </c:pt>
                <c:pt idx="4349">
                  <c:v>42615</c:v>
                </c:pt>
                <c:pt idx="4350">
                  <c:v>42618</c:v>
                </c:pt>
                <c:pt idx="4351">
                  <c:v>42619</c:v>
                </c:pt>
                <c:pt idx="4352">
                  <c:v>42620</c:v>
                </c:pt>
                <c:pt idx="4353">
                  <c:v>42621</c:v>
                </c:pt>
                <c:pt idx="4354">
                  <c:v>42622</c:v>
                </c:pt>
                <c:pt idx="4355">
                  <c:v>42625</c:v>
                </c:pt>
                <c:pt idx="4356">
                  <c:v>42626</c:v>
                </c:pt>
                <c:pt idx="4357">
                  <c:v>42627</c:v>
                </c:pt>
                <c:pt idx="4358">
                  <c:v>42628</c:v>
                </c:pt>
                <c:pt idx="4359">
                  <c:v>42629</c:v>
                </c:pt>
                <c:pt idx="4360">
                  <c:v>42632</c:v>
                </c:pt>
                <c:pt idx="4361">
                  <c:v>42633</c:v>
                </c:pt>
                <c:pt idx="4362">
                  <c:v>42634</c:v>
                </c:pt>
                <c:pt idx="4363">
                  <c:v>42635</c:v>
                </c:pt>
                <c:pt idx="4364">
                  <c:v>42636</c:v>
                </c:pt>
                <c:pt idx="4365">
                  <c:v>42639</c:v>
                </c:pt>
                <c:pt idx="4366">
                  <c:v>42640</c:v>
                </c:pt>
                <c:pt idx="4367">
                  <c:v>42641</c:v>
                </c:pt>
                <c:pt idx="4368">
                  <c:v>42642</c:v>
                </c:pt>
                <c:pt idx="4369">
                  <c:v>42643</c:v>
                </c:pt>
                <c:pt idx="4370">
                  <c:v>42646</c:v>
                </c:pt>
                <c:pt idx="4371">
                  <c:v>42647</c:v>
                </c:pt>
                <c:pt idx="4372">
                  <c:v>42648</c:v>
                </c:pt>
                <c:pt idx="4373">
                  <c:v>42649</c:v>
                </c:pt>
                <c:pt idx="4374">
                  <c:v>42650</c:v>
                </c:pt>
                <c:pt idx="4375">
                  <c:v>42653</c:v>
                </c:pt>
                <c:pt idx="4376">
                  <c:v>42654</c:v>
                </c:pt>
                <c:pt idx="4377">
                  <c:v>42655</c:v>
                </c:pt>
                <c:pt idx="4378">
                  <c:v>42656</c:v>
                </c:pt>
                <c:pt idx="4379">
                  <c:v>42657</c:v>
                </c:pt>
                <c:pt idx="4380">
                  <c:v>42660</c:v>
                </c:pt>
                <c:pt idx="4381">
                  <c:v>42661</c:v>
                </c:pt>
                <c:pt idx="4382">
                  <c:v>42662</c:v>
                </c:pt>
                <c:pt idx="4383">
                  <c:v>42663</c:v>
                </c:pt>
                <c:pt idx="4384">
                  <c:v>42664</c:v>
                </c:pt>
                <c:pt idx="4385">
                  <c:v>42667</c:v>
                </c:pt>
                <c:pt idx="4386">
                  <c:v>42668</c:v>
                </c:pt>
                <c:pt idx="4387">
                  <c:v>42669</c:v>
                </c:pt>
                <c:pt idx="4388">
                  <c:v>42670</c:v>
                </c:pt>
                <c:pt idx="4389">
                  <c:v>42671</c:v>
                </c:pt>
                <c:pt idx="4390">
                  <c:v>42674</c:v>
                </c:pt>
                <c:pt idx="4391">
                  <c:v>42675</c:v>
                </c:pt>
                <c:pt idx="4392">
                  <c:v>42676</c:v>
                </c:pt>
                <c:pt idx="4393">
                  <c:v>42677</c:v>
                </c:pt>
                <c:pt idx="4394">
                  <c:v>42678</c:v>
                </c:pt>
                <c:pt idx="4395">
                  <c:v>42681</c:v>
                </c:pt>
                <c:pt idx="4396">
                  <c:v>42682</c:v>
                </c:pt>
                <c:pt idx="4397">
                  <c:v>42683</c:v>
                </c:pt>
                <c:pt idx="4398">
                  <c:v>42684</c:v>
                </c:pt>
                <c:pt idx="4399">
                  <c:v>42685</c:v>
                </c:pt>
                <c:pt idx="4400">
                  <c:v>42688</c:v>
                </c:pt>
                <c:pt idx="4401">
                  <c:v>42689</c:v>
                </c:pt>
                <c:pt idx="4402">
                  <c:v>42690</c:v>
                </c:pt>
                <c:pt idx="4403">
                  <c:v>42691</c:v>
                </c:pt>
                <c:pt idx="4404">
                  <c:v>42692</c:v>
                </c:pt>
                <c:pt idx="4405">
                  <c:v>42695</c:v>
                </c:pt>
                <c:pt idx="4406">
                  <c:v>42696</c:v>
                </c:pt>
                <c:pt idx="4407">
                  <c:v>42697</c:v>
                </c:pt>
                <c:pt idx="4408">
                  <c:v>42698</c:v>
                </c:pt>
                <c:pt idx="4409">
                  <c:v>42699</c:v>
                </c:pt>
                <c:pt idx="4410">
                  <c:v>42702</c:v>
                </c:pt>
                <c:pt idx="4411">
                  <c:v>42703</c:v>
                </c:pt>
                <c:pt idx="4412">
                  <c:v>42704</c:v>
                </c:pt>
                <c:pt idx="4413">
                  <c:v>42705</c:v>
                </c:pt>
                <c:pt idx="4414">
                  <c:v>42706</c:v>
                </c:pt>
                <c:pt idx="4415">
                  <c:v>42709</c:v>
                </c:pt>
                <c:pt idx="4416">
                  <c:v>42710</c:v>
                </c:pt>
                <c:pt idx="4417">
                  <c:v>42711</c:v>
                </c:pt>
                <c:pt idx="4418">
                  <c:v>42712</c:v>
                </c:pt>
                <c:pt idx="4419">
                  <c:v>42713</c:v>
                </c:pt>
                <c:pt idx="4420">
                  <c:v>42716</c:v>
                </c:pt>
                <c:pt idx="4421">
                  <c:v>42717</c:v>
                </c:pt>
                <c:pt idx="4422">
                  <c:v>42718</c:v>
                </c:pt>
                <c:pt idx="4423">
                  <c:v>42719</c:v>
                </c:pt>
                <c:pt idx="4424">
                  <c:v>42720</c:v>
                </c:pt>
                <c:pt idx="4425">
                  <c:v>42723</c:v>
                </c:pt>
                <c:pt idx="4426">
                  <c:v>42724</c:v>
                </c:pt>
                <c:pt idx="4427">
                  <c:v>42725</c:v>
                </c:pt>
                <c:pt idx="4428">
                  <c:v>42726</c:v>
                </c:pt>
                <c:pt idx="4429">
                  <c:v>42727</c:v>
                </c:pt>
                <c:pt idx="4430">
                  <c:v>42730</c:v>
                </c:pt>
                <c:pt idx="4431">
                  <c:v>42731</c:v>
                </c:pt>
                <c:pt idx="4432">
                  <c:v>42732</c:v>
                </c:pt>
                <c:pt idx="4433">
                  <c:v>42733</c:v>
                </c:pt>
                <c:pt idx="4434">
                  <c:v>42734</c:v>
                </c:pt>
                <c:pt idx="4435">
                  <c:v>42737</c:v>
                </c:pt>
                <c:pt idx="4436">
                  <c:v>42738</c:v>
                </c:pt>
                <c:pt idx="4437">
                  <c:v>42739</c:v>
                </c:pt>
                <c:pt idx="4438">
                  <c:v>42740</c:v>
                </c:pt>
                <c:pt idx="4439">
                  <c:v>42741</c:v>
                </c:pt>
                <c:pt idx="4440">
                  <c:v>42744</c:v>
                </c:pt>
                <c:pt idx="4441">
                  <c:v>42745</c:v>
                </c:pt>
                <c:pt idx="4442">
                  <c:v>42746</c:v>
                </c:pt>
                <c:pt idx="4443">
                  <c:v>42747</c:v>
                </c:pt>
                <c:pt idx="4444">
                  <c:v>42748</c:v>
                </c:pt>
                <c:pt idx="4445">
                  <c:v>42751</c:v>
                </c:pt>
                <c:pt idx="4446">
                  <c:v>42752</c:v>
                </c:pt>
                <c:pt idx="4447">
                  <c:v>42753</c:v>
                </c:pt>
                <c:pt idx="4448">
                  <c:v>42754</c:v>
                </c:pt>
                <c:pt idx="4449">
                  <c:v>42755</c:v>
                </c:pt>
                <c:pt idx="4450">
                  <c:v>42758</c:v>
                </c:pt>
                <c:pt idx="4451">
                  <c:v>42759</c:v>
                </c:pt>
                <c:pt idx="4452">
                  <c:v>42760</c:v>
                </c:pt>
                <c:pt idx="4453">
                  <c:v>42761</c:v>
                </c:pt>
                <c:pt idx="4454">
                  <c:v>42762</c:v>
                </c:pt>
                <c:pt idx="4455">
                  <c:v>42765</c:v>
                </c:pt>
                <c:pt idx="4456">
                  <c:v>42766</c:v>
                </c:pt>
                <c:pt idx="4457">
                  <c:v>42767</c:v>
                </c:pt>
                <c:pt idx="4458">
                  <c:v>42768</c:v>
                </c:pt>
                <c:pt idx="4459">
                  <c:v>42769</c:v>
                </c:pt>
                <c:pt idx="4460">
                  <c:v>42772</c:v>
                </c:pt>
                <c:pt idx="4461">
                  <c:v>42773</c:v>
                </c:pt>
                <c:pt idx="4462">
                  <c:v>42774</c:v>
                </c:pt>
                <c:pt idx="4463">
                  <c:v>42775</c:v>
                </c:pt>
                <c:pt idx="4464">
                  <c:v>42776</c:v>
                </c:pt>
                <c:pt idx="4465">
                  <c:v>42779</c:v>
                </c:pt>
                <c:pt idx="4466">
                  <c:v>42780</c:v>
                </c:pt>
                <c:pt idx="4467">
                  <c:v>42781</c:v>
                </c:pt>
                <c:pt idx="4468">
                  <c:v>42782</c:v>
                </c:pt>
                <c:pt idx="4469">
                  <c:v>42783</c:v>
                </c:pt>
                <c:pt idx="4470">
                  <c:v>42786</c:v>
                </c:pt>
                <c:pt idx="4471">
                  <c:v>42787</c:v>
                </c:pt>
                <c:pt idx="4472">
                  <c:v>42788</c:v>
                </c:pt>
                <c:pt idx="4473">
                  <c:v>42789</c:v>
                </c:pt>
                <c:pt idx="4474">
                  <c:v>42790</c:v>
                </c:pt>
                <c:pt idx="4475">
                  <c:v>42793</c:v>
                </c:pt>
                <c:pt idx="4476">
                  <c:v>42794</c:v>
                </c:pt>
                <c:pt idx="4477">
                  <c:v>42795</c:v>
                </c:pt>
                <c:pt idx="4478">
                  <c:v>42796</c:v>
                </c:pt>
                <c:pt idx="4479">
                  <c:v>42797</c:v>
                </c:pt>
                <c:pt idx="4480">
                  <c:v>42800</c:v>
                </c:pt>
                <c:pt idx="4481">
                  <c:v>42801</c:v>
                </c:pt>
                <c:pt idx="4482">
                  <c:v>42802</c:v>
                </c:pt>
                <c:pt idx="4483">
                  <c:v>42803</c:v>
                </c:pt>
                <c:pt idx="4484">
                  <c:v>42804</c:v>
                </c:pt>
                <c:pt idx="4485">
                  <c:v>42807</c:v>
                </c:pt>
                <c:pt idx="4486">
                  <c:v>42808</c:v>
                </c:pt>
                <c:pt idx="4487">
                  <c:v>42809</c:v>
                </c:pt>
                <c:pt idx="4488">
                  <c:v>42810</c:v>
                </c:pt>
                <c:pt idx="4489">
                  <c:v>42811</c:v>
                </c:pt>
                <c:pt idx="4490">
                  <c:v>42814</c:v>
                </c:pt>
                <c:pt idx="4491">
                  <c:v>42815</c:v>
                </c:pt>
                <c:pt idx="4492">
                  <c:v>42816</c:v>
                </c:pt>
                <c:pt idx="4493">
                  <c:v>42817</c:v>
                </c:pt>
                <c:pt idx="4494">
                  <c:v>42818</c:v>
                </c:pt>
                <c:pt idx="4495">
                  <c:v>42821</c:v>
                </c:pt>
                <c:pt idx="4496">
                  <c:v>42822</c:v>
                </c:pt>
                <c:pt idx="4497">
                  <c:v>42823</c:v>
                </c:pt>
                <c:pt idx="4498">
                  <c:v>42824</c:v>
                </c:pt>
                <c:pt idx="4499">
                  <c:v>42825</c:v>
                </c:pt>
                <c:pt idx="4500">
                  <c:v>42828</c:v>
                </c:pt>
                <c:pt idx="4501">
                  <c:v>42829</c:v>
                </c:pt>
                <c:pt idx="4502">
                  <c:v>42830</c:v>
                </c:pt>
                <c:pt idx="4503">
                  <c:v>42831</c:v>
                </c:pt>
                <c:pt idx="4504">
                  <c:v>42832</c:v>
                </c:pt>
                <c:pt idx="4505">
                  <c:v>42835</c:v>
                </c:pt>
                <c:pt idx="4506">
                  <c:v>42836</c:v>
                </c:pt>
                <c:pt idx="4507">
                  <c:v>42837</c:v>
                </c:pt>
                <c:pt idx="4508">
                  <c:v>42838</c:v>
                </c:pt>
                <c:pt idx="4509">
                  <c:v>42839</c:v>
                </c:pt>
                <c:pt idx="4510">
                  <c:v>42842</c:v>
                </c:pt>
                <c:pt idx="4511">
                  <c:v>42843</c:v>
                </c:pt>
                <c:pt idx="4512">
                  <c:v>42844</c:v>
                </c:pt>
                <c:pt idx="4513">
                  <c:v>42845</c:v>
                </c:pt>
                <c:pt idx="4514">
                  <c:v>42846</c:v>
                </c:pt>
                <c:pt idx="4515">
                  <c:v>42849</c:v>
                </c:pt>
                <c:pt idx="4516">
                  <c:v>42850</c:v>
                </c:pt>
                <c:pt idx="4517">
                  <c:v>42851</c:v>
                </c:pt>
                <c:pt idx="4518">
                  <c:v>42852</c:v>
                </c:pt>
                <c:pt idx="4519">
                  <c:v>42853</c:v>
                </c:pt>
                <c:pt idx="4520">
                  <c:v>42856</c:v>
                </c:pt>
                <c:pt idx="4521">
                  <c:v>42857</c:v>
                </c:pt>
                <c:pt idx="4522">
                  <c:v>42858</c:v>
                </c:pt>
                <c:pt idx="4523">
                  <c:v>42859</c:v>
                </c:pt>
                <c:pt idx="4524">
                  <c:v>42860</c:v>
                </c:pt>
                <c:pt idx="4525">
                  <c:v>42863</c:v>
                </c:pt>
                <c:pt idx="4526">
                  <c:v>42864</c:v>
                </c:pt>
                <c:pt idx="4527">
                  <c:v>42865</c:v>
                </c:pt>
                <c:pt idx="4528">
                  <c:v>42866</c:v>
                </c:pt>
                <c:pt idx="4529">
                  <c:v>42867</c:v>
                </c:pt>
                <c:pt idx="4530">
                  <c:v>42870</c:v>
                </c:pt>
                <c:pt idx="4531">
                  <c:v>42871</c:v>
                </c:pt>
                <c:pt idx="4532">
                  <c:v>42872</c:v>
                </c:pt>
                <c:pt idx="4533">
                  <c:v>42873</c:v>
                </c:pt>
                <c:pt idx="4534">
                  <c:v>42874</c:v>
                </c:pt>
                <c:pt idx="4535">
                  <c:v>42877</c:v>
                </c:pt>
                <c:pt idx="4536">
                  <c:v>42878</c:v>
                </c:pt>
                <c:pt idx="4537">
                  <c:v>42879</c:v>
                </c:pt>
                <c:pt idx="4538">
                  <c:v>42880</c:v>
                </c:pt>
                <c:pt idx="4539">
                  <c:v>42881</c:v>
                </c:pt>
                <c:pt idx="4540">
                  <c:v>42884</c:v>
                </c:pt>
                <c:pt idx="4541">
                  <c:v>42885</c:v>
                </c:pt>
                <c:pt idx="4542">
                  <c:v>42886</c:v>
                </c:pt>
                <c:pt idx="4543">
                  <c:v>42887</c:v>
                </c:pt>
                <c:pt idx="4544">
                  <c:v>42888</c:v>
                </c:pt>
                <c:pt idx="4545">
                  <c:v>42891</c:v>
                </c:pt>
                <c:pt idx="4546">
                  <c:v>42892</c:v>
                </c:pt>
                <c:pt idx="4547">
                  <c:v>42893</c:v>
                </c:pt>
                <c:pt idx="4548">
                  <c:v>42894</c:v>
                </c:pt>
                <c:pt idx="4549">
                  <c:v>42895</c:v>
                </c:pt>
                <c:pt idx="4550">
                  <c:v>42898</c:v>
                </c:pt>
                <c:pt idx="4551">
                  <c:v>42899</c:v>
                </c:pt>
                <c:pt idx="4552">
                  <c:v>42900</c:v>
                </c:pt>
                <c:pt idx="4553">
                  <c:v>42901</c:v>
                </c:pt>
                <c:pt idx="4554">
                  <c:v>42902</c:v>
                </c:pt>
                <c:pt idx="4555">
                  <c:v>42905</c:v>
                </c:pt>
                <c:pt idx="4556">
                  <c:v>42906</c:v>
                </c:pt>
                <c:pt idx="4557">
                  <c:v>42907</c:v>
                </c:pt>
                <c:pt idx="4558">
                  <c:v>42908</c:v>
                </c:pt>
                <c:pt idx="4559">
                  <c:v>42909</c:v>
                </c:pt>
                <c:pt idx="4560">
                  <c:v>42912</c:v>
                </c:pt>
                <c:pt idx="4561">
                  <c:v>42913</c:v>
                </c:pt>
                <c:pt idx="4562">
                  <c:v>42914</c:v>
                </c:pt>
                <c:pt idx="4563">
                  <c:v>42915</c:v>
                </c:pt>
                <c:pt idx="4564">
                  <c:v>42916</c:v>
                </c:pt>
                <c:pt idx="4565">
                  <c:v>42919</c:v>
                </c:pt>
                <c:pt idx="4566">
                  <c:v>42920</c:v>
                </c:pt>
                <c:pt idx="4567">
                  <c:v>42921</c:v>
                </c:pt>
                <c:pt idx="4568">
                  <c:v>42922</c:v>
                </c:pt>
                <c:pt idx="4569">
                  <c:v>42923</c:v>
                </c:pt>
                <c:pt idx="4570">
                  <c:v>42926</c:v>
                </c:pt>
                <c:pt idx="4571">
                  <c:v>42927</c:v>
                </c:pt>
                <c:pt idx="4572">
                  <c:v>42928</c:v>
                </c:pt>
                <c:pt idx="4573">
                  <c:v>42929</c:v>
                </c:pt>
                <c:pt idx="4574">
                  <c:v>42930</c:v>
                </c:pt>
                <c:pt idx="4575">
                  <c:v>42933</c:v>
                </c:pt>
                <c:pt idx="4576">
                  <c:v>42934</c:v>
                </c:pt>
                <c:pt idx="4577">
                  <c:v>42935</c:v>
                </c:pt>
                <c:pt idx="4578">
                  <c:v>42936</c:v>
                </c:pt>
                <c:pt idx="4579">
                  <c:v>42937</c:v>
                </c:pt>
                <c:pt idx="4580">
                  <c:v>42940</c:v>
                </c:pt>
                <c:pt idx="4581">
                  <c:v>42941</c:v>
                </c:pt>
                <c:pt idx="4582">
                  <c:v>42942</c:v>
                </c:pt>
                <c:pt idx="4583">
                  <c:v>42943</c:v>
                </c:pt>
                <c:pt idx="4584">
                  <c:v>42944</c:v>
                </c:pt>
                <c:pt idx="4585">
                  <c:v>42947</c:v>
                </c:pt>
                <c:pt idx="4586">
                  <c:v>42948</c:v>
                </c:pt>
                <c:pt idx="4587">
                  <c:v>42949</c:v>
                </c:pt>
                <c:pt idx="4588">
                  <c:v>42950</c:v>
                </c:pt>
                <c:pt idx="4589">
                  <c:v>42951</c:v>
                </c:pt>
                <c:pt idx="4590">
                  <c:v>42954</c:v>
                </c:pt>
                <c:pt idx="4591">
                  <c:v>42955</c:v>
                </c:pt>
                <c:pt idx="4592">
                  <c:v>42956</c:v>
                </c:pt>
                <c:pt idx="4593">
                  <c:v>42957</c:v>
                </c:pt>
                <c:pt idx="4594">
                  <c:v>42958</c:v>
                </c:pt>
                <c:pt idx="4595">
                  <c:v>42961</c:v>
                </c:pt>
                <c:pt idx="4596">
                  <c:v>42962</c:v>
                </c:pt>
                <c:pt idx="4597">
                  <c:v>42963</c:v>
                </c:pt>
                <c:pt idx="4598">
                  <c:v>42964</c:v>
                </c:pt>
                <c:pt idx="4599">
                  <c:v>42965</c:v>
                </c:pt>
                <c:pt idx="4600">
                  <c:v>42968</c:v>
                </c:pt>
                <c:pt idx="4601">
                  <c:v>42969</c:v>
                </c:pt>
                <c:pt idx="4602">
                  <c:v>42970</c:v>
                </c:pt>
                <c:pt idx="4603">
                  <c:v>42971</c:v>
                </c:pt>
                <c:pt idx="4604">
                  <c:v>42972</c:v>
                </c:pt>
                <c:pt idx="4605">
                  <c:v>42975</c:v>
                </c:pt>
                <c:pt idx="4606">
                  <c:v>42976</c:v>
                </c:pt>
                <c:pt idx="4607">
                  <c:v>42977</c:v>
                </c:pt>
                <c:pt idx="4608">
                  <c:v>42978</c:v>
                </c:pt>
                <c:pt idx="4609">
                  <c:v>42979</c:v>
                </c:pt>
                <c:pt idx="4610">
                  <c:v>42982</c:v>
                </c:pt>
                <c:pt idx="4611">
                  <c:v>42983</c:v>
                </c:pt>
                <c:pt idx="4612">
                  <c:v>42984</c:v>
                </c:pt>
                <c:pt idx="4613">
                  <c:v>42985</c:v>
                </c:pt>
                <c:pt idx="4614">
                  <c:v>42986</c:v>
                </c:pt>
                <c:pt idx="4615">
                  <c:v>42989</c:v>
                </c:pt>
                <c:pt idx="4616">
                  <c:v>42990</c:v>
                </c:pt>
                <c:pt idx="4617">
                  <c:v>42991</c:v>
                </c:pt>
                <c:pt idx="4618">
                  <c:v>42992</c:v>
                </c:pt>
                <c:pt idx="4619">
                  <c:v>42993</c:v>
                </c:pt>
                <c:pt idx="4620">
                  <c:v>42996</c:v>
                </c:pt>
                <c:pt idx="4621">
                  <c:v>42997</c:v>
                </c:pt>
                <c:pt idx="4622">
                  <c:v>42998</c:v>
                </c:pt>
                <c:pt idx="4623">
                  <c:v>42999</c:v>
                </c:pt>
                <c:pt idx="4624">
                  <c:v>43000</c:v>
                </c:pt>
                <c:pt idx="4625">
                  <c:v>43003</c:v>
                </c:pt>
                <c:pt idx="4626">
                  <c:v>43004</c:v>
                </c:pt>
                <c:pt idx="4627">
                  <c:v>43005</c:v>
                </c:pt>
                <c:pt idx="4628">
                  <c:v>43006</c:v>
                </c:pt>
                <c:pt idx="4629">
                  <c:v>43007</c:v>
                </c:pt>
                <c:pt idx="4630">
                  <c:v>43010</c:v>
                </c:pt>
                <c:pt idx="4631">
                  <c:v>43011</c:v>
                </c:pt>
                <c:pt idx="4632">
                  <c:v>43012</c:v>
                </c:pt>
                <c:pt idx="4633">
                  <c:v>43013</c:v>
                </c:pt>
                <c:pt idx="4634">
                  <c:v>43014</c:v>
                </c:pt>
                <c:pt idx="4635">
                  <c:v>43017</c:v>
                </c:pt>
                <c:pt idx="4636">
                  <c:v>43018</c:v>
                </c:pt>
                <c:pt idx="4637">
                  <c:v>43019</c:v>
                </c:pt>
                <c:pt idx="4638">
                  <c:v>43020</c:v>
                </c:pt>
                <c:pt idx="4639">
                  <c:v>43021</c:v>
                </c:pt>
                <c:pt idx="4640">
                  <c:v>43024</c:v>
                </c:pt>
                <c:pt idx="4641">
                  <c:v>43025</c:v>
                </c:pt>
                <c:pt idx="4642">
                  <c:v>43026</c:v>
                </c:pt>
                <c:pt idx="4643">
                  <c:v>43027</c:v>
                </c:pt>
                <c:pt idx="4644">
                  <c:v>43028</c:v>
                </c:pt>
                <c:pt idx="4645">
                  <c:v>43031</c:v>
                </c:pt>
                <c:pt idx="4646">
                  <c:v>43032</c:v>
                </c:pt>
                <c:pt idx="4647">
                  <c:v>43033</c:v>
                </c:pt>
                <c:pt idx="4648">
                  <c:v>43034</c:v>
                </c:pt>
                <c:pt idx="4649">
                  <c:v>43035</c:v>
                </c:pt>
                <c:pt idx="4650">
                  <c:v>43038</c:v>
                </c:pt>
                <c:pt idx="4651">
                  <c:v>43039</c:v>
                </c:pt>
                <c:pt idx="4652">
                  <c:v>43040</c:v>
                </c:pt>
                <c:pt idx="4653">
                  <c:v>43041</c:v>
                </c:pt>
                <c:pt idx="4654">
                  <c:v>43042</c:v>
                </c:pt>
                <c:pt idx="4655">
                  <c:v>43045</c:v>
                </c:pt>
                <c:pt idx="4656">
                  <c:v>43046</c:v>
                </c:pt>
                <c:pt idx="4657">
                  <c:v>43047</c:v>
                </c:pt>
                <c:pt idx="4658">
                  <c:v>43048</c:v>
                </c:pt>
                <c:pt idx="4659">
                  <c:v>43049</c:v>
                </c:pt>
                <c:pt idx="4660">
                  <c:v>43052</c:v>
                </c:pt>
                <c:pt idx="4661">
                  <c:v>43053</c:v>
                </c:pt>
                <c:pt idx="4662">
                  <c:v>43054</c:v>
                </c:pt>
                <c:pt idx="4663">
                  <c:v>43055</c:v>
                </c:pt>
                <c:pt idx="4664">
                  <c:v>43056</c:v>
                </c:pt>
                <c:pt idx="4665">
                  <c:v>43059</c:v>
                </c:pt>
                <c:pt idx="4666">
                  <c:v>43060</c:v>
                </c:pt>
                <c:pt idx="4667">
                  <c:v>43061</c:v>
                </c:pt>
                <c:pt idx="4668">
                  <c:v>43062</c:v>
                </c:pt>
                <c:pt idx="4669">
                  <c:v>43063</c:v>
                </c:pt>
                <c:pt idx="4670">
                  <c:v>43066</c:v>
                </c:pt>
                <c:pt idx="4671">
                  <c:v>43067</c:v>
                </c:pt>
                <c:pt idx="4672">
                  <c:v>43068</c:v>
                </c:pt>
                <c:pt idx="4673">
                  <c:v>43069</c:v>
                </c:pt>
                <c:pt idx="4674">
                  <c:v>43070</c:v>
                </c:pt>
                <c:pt idx="4675">
                  <c:v>43073</c:v>
                </c:pt>
                <c:pt idx="4676">
                  <c:v>43074</c:v>
                </c:pt>
                <c:pt idx="4677">
                  <c:v>43075</c:v>
                </c:pt>
                <c:pt idx="4678">
                  <c:v>43076</c:v>
                </c:pt>
                <c:pt idx="4679">
                  <c:v>43077</c:v>
                </c:pt>
                <c:pt idx="4680">
                  <c:v>43080</c:v>
                </c:pt>
                <c:pt idx="4681">
                  <c:v>43081</c:v>
                </c:pt>
                <c:pt idx="4682">
                  <c:v>43082</c:v>
                </c:pt>
                <c:pt idx="4683">
                  <c:v>43083</c:v>
                </c:pt>
                <c:pt idx="4684">
                  <c:v>43084</c:v>
                </c:pt>
                <c:pt idx="4685">
                  <c:v>43087</c:v>
                </c:pt>
                <c:pt idx="4686">
                  <c:v>43088</c:v>
                </c:pt>
                <c:pt idx="4687">
                  <c:v>43089</c:v>
                </c:pt>
                <c:pt idx="4688">
                  <c:v>43090</c:v>
                </c:pt>
                <c:pt idx="4689">
                  <c:v>43091</c:v>
                </c:pt>
                <c:pt idx="4690">
                  <c:v>43094</c:v>
                </c:pt>
                <c:pt idx="4691">
                  <c:v>43095</c:v>
                </c:pt>
                <c:pt idx="4692">
                  <c:v>43096</c:v>
                </c:pt>
                <c:pt idx="4693">
                  <c:v>43097</c:v>
                </c:pt>
                <c:pt idx="4694">
                  <c:v>43098</c:v>
                </c:pt>
                <c:pt idx="4695">
                  <c:v>43101</c:v>
                </c:pt>
                <c:pt idx="4696">
                  <c:v>43102</c:v>
                </c:pt>
                <c:pt idx="4697">
                  <c:v>43103</c:v>
                </c:pt>
                <c:pt idx="4698">
                  <c:v>43104</c:v>
                </c:pt>
                <c:pt idx="4699">
                  <c:v>43105</c:v>
                </c:pt>
                <c:pt idx="4700">
                  <c:v>43108</c:v>
                </c:pt>
                <c:pt idx="4701">
                  <c:v>43109</c:v>
                </c:pt>
                <c:pt idx="4702">
                  <c:v>43110</c:v>
                </c:pt>
                <c:pt idx="4703">
                  <c:v>43111</c:v>
                </c:pt>
                <c:pt idx="4704">
                  <c:v>43112</c:v>
                </c:pt>
                <c:pt idx="4705">
                  <c:v>43115</c:v>
                </c:pt>
                <c:pt idx="4706">
                  <c:v>43116</c:v>
                </c:pt>
                <c:pt idx="4707">
                  <c:v>43117</c:v>
                </c:pt>
                <c:pt idx="4708">
                  <c:v>43118</c:v>
                </c:pt>
                <c:pt idx="4709">
                  <c:v>43119</c:v>
                </c:pt>
                <c:pt idx="4710">
                  <c:v>43122</c:v>
                </c:pt>
                <c:pt idx="4711">
                  <c:v>43123</c:v>
                </c:pt>
                <c:pt idx="4712">
                  <c:v>43124</c:v>
                </c:pt>
                <c:pt idx="4713">
                  <c:v>43125</c:v>
                </c:pt>
                <c:pt idx="4714">
                  <c:v>43126</c:v>
                </c:pt>
                <c:pt idx="4715">
                  <c:v>43129</c:v>
                </c:pt>
                <c:pt idx="4716">
                  <c:v>43130</c:v>
                </c:pt>
                <c:pt idx="4717">
                  <c:v>43131</c:v>
                </c:pt>
                <c:pt idx="4718">
                  <c:v>43132</c:v>
                </c:pt>
                <c:pt idx="4719">
                  <c:v>43133</c:v>
                </c:pt>
                <c:pt idx="4720">
                  <c:v>43136</c:v>
                </c:pt>
                <c:pt idx="4721">
                  <c:v>43137</c:v>
                </c:pt>
                <c:pt idx="4722">
                  <c:v>43138</c:v>
                </c:pt>
                <c:pt idx="4723">
                  <c:v>43139</c:v>
                </c:pt>
                <c:pt idx="4724">
                  <c:v>43140</c:v>
                </c:pt>
                <c:pt idx="4725">
                  <c:v>43143</c:v>
                </c:pt>
                <c:pt idx="4726">
                  <c:v>43144</c:v>
                </c:pt>
                <c:pt idx="4727">
                  <c:v>43145</c:v>
                </c:pt>
                <c:pt idx="4728">
                  <c:v>43146</c:v>
                </c:pt>
                <c:pt idx="4729">
                  <c:v>43147</c:v>
                </c:pt>
                <c:pt idx="4730">
                  <c:v>43150</c:v>
                </c:pt>
                <c:pt idx="4731">
                  <c:v>43151</c:v>
                </c:pt>
                <c:pt idx="4732">
                  <c:v>43152</c:v>
                </c:pt>
                <c:pt idx="4733">
                  <c:v>43153</c:v>
                </c:pt>
                <c:pt idx="4734">
                  <c:v>43154</c:v>
                </c:pt>
                <c:pt idx="4735">
                  <c:v>43157</c:v>
                </c:pt>
                <c:pt idx="4736">
                  <c:v>43158</c:v>
                </c:pt>
                <c:pt idx="4737">
                  <c:v>43159</c:v>
                </c:pt>
                <c:pt idx="4738">
                  <c:v>43160</c:v>
                </c:pt>
                <c:pt idx="4739">
                  <c:v>43161</c:v>
                </c:pt>
                <c:pt idx="4740">
                  <c:v>43164</c:v>
                </c:pt>
                <c:pt idx="4741">
                  <c:v>43165</c:v>
                </c:pt>
                <c:pt idx="4742">
                  <c:v>43166</c:v>
                </c:pt>
                <c:pt idx="4743">
                  <c:v>43167</c:v>
                </c:pt>
                <c:pt idx="4744">
                  <c:v>43168</c:v>
                </c:pt>
                <c:pt idx="4745">
                  <c:v>43171</c:v>
                </c:pt>
                <c:pt idx="4746">
                  <c:v>43172</c:v>
                </c:pt>
                <c:pt idx="4747">
                  <c:v>43173</c:v>
                </c:pt>
                <c:pt idx="4748">
                  <c:v>43174</c:v>
                </c:pt>
                <c:pt idx="4749">
                  <c:v>43175</c:v>
                </c:pt>
                <c:pt idx="4750">
                  <c:v>43178</c:v>
                </c:pt>
                <c:pt idx="4751">
                  <c:v>43179</c:v>
                </c:pt>
                <c:pt idx="4752">
                  <c:v>43180</c:v>
                </c:pt>
                <c:pt idx="4753">
                  <c:v>43181</c:v>
                </c:pt>
                <c:pt idx="4754">
                  <c:v>43182</c:v>
                </c:pt>
                <c:pt idx="4755">
                  <c:v>43185</c:v>
                </c:pt>
                <c:pt idx="4756">
                  <c:v>43186</c:v>
                </c:pt>
                <c:pt idx="4757">
                  <c:v>43187</c:v>
                </c:pt>
                <c:pt idx="4758">
                  <c:v>43188</c:v>
                </c:pt>
                <c:pt idx="4759">
                  <c:v>43189</c:v>
                </c:pt>
                <c:pt idx="4760">
                  <c:v>43192</c:v>
                </c:pt>
                <c:pt idx="4761">
                  <c:v>43193</c:v>
                </c:pt>
                <c:pt idx="4762">
                  <c:v>43194</c:v>
                </c:pt>
                <c:pt idx="4763">
                  <c:v>43195</c:v>
                </c:pt>
                <c:pt idx="4764">
                  <c:v>43196</c:v>
                </c:pt>
                <c:pt idx="4765">
                  <c:v>43199</c:v>
                </c:pt>
                <c:pt idx="4766">
                  <c:v>43200</c:v>
                </c:pt>
                <c:pt idx="4767">
                  <c:v>43201</c:v>
                </c:pt>
                <c:pt idx="4768">
                  <c:v>43202</c:v>
                </c:pt>
                <c:pt idx="4769">
                  <c:v>43203</c:v>
                </c:pt>
                <c:pt idx="4770">
                  <c:v>43206</c:v>
                </c:pt>
                <c:pt idx="4771">
                  <c:v>43207</c:v>
                </c:pt>
                <c:pt idx="4772">
                  <c:v>43208</c:v>
                </c:pt>
                <c:pt idx="4773">
                  <c:v>43209</c:v>
                </c:pt>
                <c:pt idx="4774">
                  <c:v>43210</c:v>
                </c:pt>
                <c:pt idx="4775">
                  <c:v>43213</c:v>
                </c:pt>
                <c:pt idx="4776">
                  <c:v>43214</c:v>
                </c:pt>
                <c:pt idx="4777">
                  <c:v>43215</c:v>
                </c:pt>
                <c:pt idx="4778">
                  <c:v>43216</c:v>
                </c:pt>
                <c:pt idx="4779">
                  <c:v>43217</c:v>
                </c:pt>
                <c:pt idx="4780">
                  <c:v>43220</c:v>
                </c:pt>
                <c:pt idx="4781">
                  <c:v>43221</c:v>
                </c:pt>
                <c:pt idx="4782">
                  <c:v>43222</c:v>
                </c:pt>
                <c:pt idx="4783">
                  <c:v>43223</c:v>
                </c:pt>
                <c:pt idx="4784">
                  <c:v>43224</c:v>
                </c:pt>
                <c:pt idx="4785">
                  <c:v>43227</c:v>
                </c:pt>
                <c:pt idx="4786">
                  <c:v>43228</c:v>
                </c:pt>
                <c:pt idx="4787">
                  <c:v>43229</c:v>
                </c:pt>
                <c:pt idx="4788">
                  <c:v>43230</c:v>
                </c:pt>
                <c:pt idx="4789">
                  <c:v>43231</c:v>
                </c:pt>
                <c:pt idx="4790">
                  <c:v>43234</c:v>
                </c:pt>
                <c:pt idx="4791">
                  <c:v>43235</c:v>
                </c:pt>
                <c:pt idx="4792">
                  <c:v>43236</c:v>
                </c:pt>
                <c:pt idx="4793">
                  <c:v>43237</c:v>
                </c:pt>
                <c:pt idx="4794">
                  <c:v>43238</c:v>
                </c:pt>
                <c:pt idx="4795">
                  <c:v>43241</c:v>
                </c:pt>
                <c:pt idx="4796">
                  <c:v>43242</c:v>
                </c:pt>
                <c:pt idx="4797">
                  <c:v>43243</c:v>
                </c:pt>
                <c:pt idx="4798">
                  <c:v>43244</c:v>
                </c:pt>
                <c:pt idx="4799">
                  <c:v>43245</c:v>
                </c:pt>
                <c:pt idx="4800">
                  <c:v>43248</c:v>
                </c:pt>
                <c:pt idx="4801">
                  <c:v>43249</c:v>
                </c:pt>
                <c:pt idx="4802">
                  <c:v>43250</c:v>
                </c:pt>
                <c:pt idx="4803">
                  <c:v>43251</c:v>
                </c:pt>
                <c:pt idx="4804">
                  <c:v>43252</c:v>
                </c:pt>
                <c:pt idx="4805">
                  <c:v>43255</c:v>
                </c:pt>
                <c:pt idx="4806">
                  <c:v>43256</c:v>
                </c:pt>
                <c:pt idx="4807">
                  <c:v>43257</c:v>
                </c:pt>
                <c:pt idx="4808">
                  <c:v>43258</c:v>
                </c:pt>
                <c:pt idx="4809">
                  <c:v>43259</c:v>
                </c:pt>
                <c:pt idx="4810">
                  <c:v>43262</c:v>
                </c:pt>
                <c:pt idx="4811">
                  <c:v>43263</c:v>
                </c:pt>
                <c:pt idx="4812">
                  <c:v>43264</c:v>
                </c:pt>
                <c:pt idx="4813">
                  <c:v>43265</c:v>
                </c:pt>
                <c:pt idx="4814">
                  <c:v>43266</c:v>
                </c:pt>
                <c:pt idx="4815">
                  <c:v>43269</c:v>
                </c:pt>
                <c:pt idx="4816">
                  <c:v>43270</c:v>
                </c:pt>
                <c:pt idx="4817">
                  <c:v>43271</c:v>
                </c:pt>
                <c:pt idx="4818">
                  <c:v>43272</c:v>
                </c:pt>
                <c:pt idx="4819">
                  <c:v>43273</c:v>
                </c:pt>
                <c:pt idx="4820">
                  <c:v>43276</c:v>
                </c:pt>
                <c:pt idx="4821">
                  <c:v>43277</c:v>
                </c:pt>
                <c:pt idx="4822">
                  <c:v>43278</c:v>
                </c:pt>
                <c:pt idx="4823">
                  <c:v>43279</c:v>
                </c:pt>
                <c:pt idx="4824">
                  <c:v>43280</c:v>
                </c:pt>
                <c:pt idx="4825">
                  <c:v>43283</c:v>
                </c:pt>
                <c:pt idx="4826">
                  <c:v>43284</c:v>
                </c:pt>
                <c:pt idx="4827">
                  <c:v>43285</c:v>
                </c:pt>
                <c:pt idx="4828">
                  <c:v>43286</c:v>
                </c:pt>
                <c:pt idx="4829">
                  <c:v>43287</c:v>
                </c:pt>
                <c:pt idx="4830">
                  <c:v>43290</c:v>
                </c:pt>
                <c:pt idx="4831">
                  <c:v>43291</c:v>
                </c:pt>
                <c:pt idx="4832">
                  <c:v>43292</c:v>
                </c:pt>
                <c:pt idx="4833">
                  <c:v>43293</c:v>
                </c:pt>
                <c:pt idx="4834">
                  <c:v>43294</c:v>
                </c:pt>
                <c:pt idx="4835">
                  <c:v>43297</c:v>
                </c:pt>
                <c:pt idx="4836">
                  <c:v>43298</c:v>
                </c:pt>
                <c:pt idx="4837">
                  <c:v>43299</c:v>
                </c:pt>
                <c:pt idx="4838">
                  <c:v>43300</c:v>
                </c:pt>
                <c:pt idx="4839">
                  <c:v>43301</c:v>
                </c:pt>
                <c:pt idx="4840">
                  <c:v>43304</c:v>
                </c:pt>
                <c:pt idx="4841">
                  <c:v>43305</c:v>
                </c:pt>
                <c:pt idx="4842">
                  <c:v>43306</c:v>
                </c:pt>
                <c:pt idx="4843">
                  <c:v>43307</c:v>
                </c:pt>
                <c:pt idx="4844">
                  <c:v>43308</c:v>
                </c:pt>
                <c:pt idx="4845">
                  <c:v>43311</c:v>
                </c:pt>
                <c:pt idx="4846">
                  <c:v>43312</c:v>
                </c:pt>
                <c:pt idx="4847">
                  <c:v>43313</c:v>
                </c:pt>
                <c:pt idx="4848">
                  <c:v>43314</c:v>
                </c:pt>
                <c:pt idx="4849">
                  <c:v>43315</c:v>
                </c:pt>
                <c:pt idx="4850">
                  <c:v>43318</c:v>
                </c:pt>
                <c:pt idx="4851">
                  <c:v>43319</c:v>
                </c:pt>
                <c:pt idx="4852">
                  <c:v>43320</c:v>
                </c:pt>
                <c:pt idx="4853">
                  <c:v>43321</c:v>
                </c:pt>
                <c:pt idx="4854">
                  <c:v>43322</c:v>
                </c:pt>
                <c:pt idx="4855">
                  <c:v>43325</c:v>
                </c:pt>
                <c:pt idx="4856">
                  <c:v>43326</c:v>
                </c:pt>
                <c:pt idx="4857">
                  <c:v>43327</c:v>
                </c:pt>
                <c:pt idx="4858">
                  <c:v>43328</c:v>
                </c:pt>
                <c:pt idx="4859">
                  <c:v>43329</c:v>
                </c:pt>
                <c:pt idx="4860">
                  <c:v>43332</c:v>
                </c:pt>
                <c:pt idx="4861">
                  <c:v>43333</c:v>
                </c:pt>
                <c:pt idx="4862">
                  <c:v>43334</c:v>
                </c:pt>
                <c:pt idx="4863">
                  <c:v>43335</c:v>
                </c:pt>
                <c:pt idx="4864">
                  <c:v>43336</c:v>
                </c:pt>
                <c:pt idx="4865">
                  <c:v>43339</c:v>
                </c:pt>
                <c:pt idx="4866">
                  <c:v>43340</c:v>
                </c:pt>
                <c:pt idx="4867">
                  <c:v>43341</c:v>
                </c:pt>
                <c:pt idx="4868">
                  <c:v>43342</c:v>
                </c:pt>
                <c:pt idx="4869">
                  <c:v>43343</c:v>
                </c:pt>
                <c:pt idx="4870">
                  <c:v>43346</c:v>
                </c:pt>
                <c:pt idx="4871">
                  <c:v>43347</c:v>
                </c:pt>
                <c:pt idx="4872">
                  <c:v>43348</c:v>
                </c:pt>
                <c:pt idx="4873">
                  <c:v>43349</c:v>
                </c:pt>
                <c:pt idx="4874">
                  <c:v>43350</c:v>
                </c:pt>
                <c:pt idx="4875">
                  <c:v>43353</c:v>
                </c:pt>
                <c:pt idx="4876">
                  <c:v>43354</c:v>
                </c:pt>
                <c:pt idx="4877">
                  <c:v>43355</c:v>
                </c:pt>
                <c:pt idx="4878">
                  <c:v>43356</c:v>
                </c:pt>
                <c:pt idx="4879">
                  <c:v>43357</c:v>
                </c:pt>
                <c:pt idx="4880">
                  <c:v>43360</c:v>
                </c:pt>
                <c:pt idx="4881">
                  <c:v>43361</c:v>
                </c:pt>
                <c:pt idx="4882">
                  <c:v>43362</c:v>
                </c:pt>
                <c:pt idx="4883">
                  <c:v>43363</c:v>
                </c:pt>
                <c:pt idx="4884">
                  <c:v>43364</c:v>
                </c:pt>
                <c:pt idx="4885">
                  <c:v>43367</c:v>
                </c:pt>
                <c:pt idx="4886">
                  <c:v>43368</c:v>
                </c:pt>
                <c:pt idx="4887">
                  <c:v>43369</c:v>
                </c:pt>
                <c:pt idx="4888">
                  <c:v>43370</c:v>
                </c:pt>
                <c:pt idx="4889">
                  <c:v>43371</c:v>
                </c:pt>
                <c:pt idx="4890">
                  <c:v>43374</c:v>
                </c:pt>
                <c:pt idx="4891">
                  <c:v>43375</c:v>
                </c:pt>
                <c:pt idx="4892">
                  <c:v>43376</c:v>
                </c:pt>
                <c:pt idx="4893">
                  <c:v>43377</c:v>
                </c:pt>
                <c:pt idx="4894">
                  <c:v>43378</c:v>
                </c:pt>
                <c:pt idx="4895">
                  <c:v>43381</c:v>
                </c:pt>
                <c:pt idx="4896">
                  <c:v>43382</c:v>
                </c:pt>
                <c:pt idx="4897">
                  <c:v>43383</c:v>
                </c:pt>
                <c:pt idx="4898">
                  <c:v>43384</c:v>
                </c:pt>
                <c:pt idx="4899">
                  <c:v>43385</c:v>
                </c:pt>
                <c:pt idx="4900">
                  <c:v>43388</c:v>
                </c:pt>
                <c:pt idx="4901">
                  <c:v>43389</c:v>
                </c:pt>
                <c:pt idx="4902">
                  <c:v>43390</c:v>
                </c:pt>
                <c:pt idx="4903">
                  <c:v>43391</c:v>
                </c:pt>
                <c:pt idx="4904">
                  <c:v>43392</c:v>
                </c:pt>
                <c:pt idx="4905">
                  <c:v>43395</c:v>
                </c:pt>
                <c:pt idx="4906">
                  <c:v>43396</c:v>
                </c:pt>
                <c:pt idx="4907">
                  <c:v>43397</c:v>
                </c:pt>
                <c:pt idx="4908">
                  <c:v>43398</c:v>
                </c:pt>
                <c:pt idx="4909">
                  <c:v>43399</c:v>
                </c:pt>
                <c:pt idx="4910">
                  <c:v>43402</c:v>
                </c:pt>
                <c:pt idx="4911">
                  <c:v>43403</c:v>
                </c:pt>
                <c:pt idx="4912">
                  <c:v>43404</c:v>
                </c:pt>
                <c:pt idx="4913">
                  <c:v>43405</c:v>
                </c:pt>
                <c:pt idx="4914">
                  <c:v>43406</c:v>
                </c:pt>
                <c:pt idx="4915">
                  <c:v>43409</c:v>
                </c:pt>
                <c:pt idx="4916">
                  <c:v>43410</c:v>
                </c:pt>
                <c:pt idx="4917">
                  <c:v>43411</c:v>
                </c:pt>
                <c:pt idx="4918">
                  <c:v>43412</c:v>
                </c:pt>
                <c:pt idx="4919">
                  <c:v>43413</c:v>
                </c:pt>
                <c:pt idx="4920">
                  <c:v>43416</c:v>
                </c:pt>
                <c:pt idx="4921">
                  <c:v>43417</c:v>
                </c:pt>
                <c:pt idx="4922">
                  <c:v>43418</c:v>
                </c:pt>
                <c:pt idx="4923">
                  <c:v>43419</c:v>
                </c:pt>
                <c:pt idx="4924">
                  <c:v>43420</c:v>
                </c:pt>
                <c:pt idx="4925">
                  <c:v>43423</c:v>
                </c:pt>
                <c:pt idx="4926">
                  <c:v>43424</c:v>
                </c:pt>
                <c:pt idx="4927">
                  <c:v>43425</c:v>
                </c:pt>
                <c:pt idx="4928">
                  <c:v>43426</c:v>
                </c:pt>
                <c:pt idx="4929">
                  <c:v>43427</c:v>
                </c:pt>
                <c:pt idx="4930">
                  <c:v>43430</c:v>
                </c:pt>
                <c:pt idx="4931">
                  <c:v>43431</c:v>
                </c:pt>
                <c:pt idx="4932">
                  <c:v>43432</c:v>
                </c:pt>
                <c:pt idx="4933">
                  <c:v>43433</c:v>
                </c:pt>
                <c:pt idx="4934">
                  <c:v>43434</c:v>
                </c:pt>
                <c:pt idx="4935">
                  <c:v>43437</c:v>
                </c:pt>
                <c:pt idx="4936">
                  <c:v>43438</c:v>
                </c:pt>
                <c:pt idx="4937">
                  <c:v>43439</c:v>
                </c:pt>
                <c:pt idx="4938">
                  <c:v>43440</c:v>
                </c:pt>
                <c:pt idx="4939">
                  <c:v>43441</c:v>
                </c:pt>
                <c:pt idx="4940">
                  <c:v>43444</c:v>
                </c:pt>
                <c:pt idx="4941">
                  <c:v>43445</c:v>
                </c:pt>
                <c:pt idx="4942">
                  <c:v>43446</c:v>
                </c:pt>
                <c:pt idx="4943">
                  <c:v>43447</c:v>
                </c:pt>
                <c:pt idx="4944">
                  <c:v>43448</c:v>
                </c:pt>
                <c:pt idx="4945">
                  <c:v>43451</c:v>
                </c:pt>
                <c:pt idx="4946">
                  <c:v>43452</c:v>
                </c:pt>
                <c:pt idx="4947">
                  <c:v>43453</c:v>
                </c:pt>
                <c:pt idx="4948">
                  <c:v>43454</c:v>
                </c:pt>
                <c:pt idx="4949">
                  <c:v>43455</c:v>
                </c:pt>
                <c:pt idx="4950">
                  <c:v>43458</c:v>
                </c:pt>
                <c:pt idx="4951">
                  <c:v>43459</c:v>
                </c:pt>
                <c:pt idx="4952">
                  <c:v>43460</c:v>
                </c:pt>
                <c:pt idx="4953">
                  <c:v>43461</c:v>
                </c:pt>
                <c:pt idx="4954">
                  <c:v>43462</c:v>
                </c:pt>
                <c:pt idx="4955">
                  <c:v>43465</c:v>
                </c:pt>
                <c:pt idx="4956">
                  <c:v>43466</c:v>
                </c:pt>
                <c:pt idx="4957">
                  <c:v>43467</c:v>
                </c:pt>
                <c:pt idx="4958">
                  <c:v>43468</c:v>
                </c:pt>
                <c:pt idx="4959">
                  <c:v>43469</c:v>
                </c:pt>
                <c:pt idx="4960">
                  <c:v>43472</c:v>
                </c:pt>
                <c:pt idx="4961">
                  <c:v>43473</c:v>
                </c:pt>
                <c:pt idx="4962">
                  <c:v>43474</c:v>
                </c:pt>
                <c:pt idx="4963">
                  <c:v>43475</c:v>
                </c:pt>
                <c:pt idx="4964">
                  <c:v>43476</c:v>
                </c:pt>
                <c:pt idx="4965">
                  <c:v>43479</c:v>
                </c:pt>
                <c:pt idx="4966">
                  <c:v>43480</c:v>
                </c:pt>
                <c:pt idx="4967">
                  <c:v>43481</c:v>
                </c:pt>
                <c:pt idx="4968">
                  <c:v>43482</c:v>
                </c:pt>
                <c:pt idx="4969">
                  <c:v>43483</c:v>
                </c:pt>
                <c:pt idx="4970">
                  <c:v>43486</c:v>
                </c:pt>
                <c:pt idx="4971">
                  <c:v>43487</c:v>
                </c:pt>
                <c:pt idx="4972">
                  <c:v>43488</c:v>
                </c:pt>
                <c:pt idx="4973">
                  <c:v>43489</c:v>
                </c:pt>
                <c:pt idx="4974">
                  <c:v>43490</c:v>
                </c:pt>
                <c:pt idx="4975">
                  <c:v>43493</c:v>
                </c:pt>
                <c:pt idx="4976">
                  <c:v>43494</c:v>
                </c:pt>
                <c:pt idx="4977">
                  <c:v>43495</c:v>
                </c:pt>
                <c:pt idx="4978">
                  <c:v>43496</c:v>
                </c:pt>
                <c:pt idx="4979">
                  <c:v>43497</c:v>
                </c:pt>
                <c:pt idx="4980">
                  <c:v>43500</c:v>
                </c:pt>
                <c:pt idx="4981">
                  <c:v>43501</c:v>
                </c:pt>
                <c:pt idx="4982">
                  <c:v>43502</c:v>
                </c:pt>
                <c:pt idx="4983">
                  <c:v>43503</c:v>
                </c:pt>
                <c:pt idx="4984">
                  <c:v>43504</c:v>
                </c:pt>
                <c:pt idx="4985">
                  <c:v>43507</c:v>
                </c:pt>
                <c:pt idx="4986">
                  <c:v>43508</c:v>
                </c:pt>
                <c:pt idx="4987">
                  <c:v>43509</c:v>
                </c:pt>
                <c:pt idx="4988">
                  <c:v>43510</c:v>
                </c:pt>
                <c:pt idx="4989">
                  <c:v>43511</c:v>
                </c:pt>
                <c:pt idx="4990">
                  <c:v>43514</c:v>
                </c:pt>
                <c:pt idx="4991">
                  <c:v>43515</c:v>
                </c:pt>
                <c:pt idx="4992">
                  <c:v>43516</c:v>
                </c:pt>
                <c:pt idx="4993">
                  <c:v>43517</c:v>
                </c:pt>
                <c:pt idx="4994">
                  <c:v>43518</c:v>
                </c:pt>
                <c:pt idx="4995">
                  <c:v>43521</c:v>
                </c:pt>
                <c:pt idx="4996">
                  <c:v>43522</c:v>
                </c:pt>
                <c:pt idx="4997">
                  <c:v>43523</c:v>
                </c:pt>
                <c:pt idx="4998">
                  <c:v>43524</c:v>
                </c:pt>
                <c:pt idx="4999">
                  <c:v>43525</c:v>
                </c:pt>
                <c:pt idx="5000">
                  <c:v>43528</c:v>
                </c:pt>
                <c:pt idx="5001">
                  <c:v>43529</c:v>
                </c:pt>
                <c:pt idx="5002">
                  <c:v>43530</c:v>
                </c:pt>
                <c:pt idx="5003">
                  <c:v>43531</c:v>
                </c:pt>
                <c:pt idx="5004">
                  <c:v>43532</c:v>
                </c:pt>
                <c:pt idx="5005">
                  <c:v>43535</c:v>
                </c:pt>
                <c:pt idx="5006">
                  <c:v>43536</c:v>
                </c:pt>
                <c:pt idx="5007">
                  <c:v>43537</c:v>
                </c:pt>
                <c:pt idx="5008">
                  <c:v>43538</c:v>
                </c:pt>
                <c:pt idx="5009">
                  <c:v>43539</c:v>
                </c:pt>
                <c:pt idx="5010">
                  <c:v>43542</c:v>
                </c:pt>
                <c:pt idx="5011">
                  <c:v>43543</c:v>
                </c:pt>
                <c:pt idx="5012">
                  <c:v>43544</c:v>
                </c:pt>
                <c:pt idx="5013">
                  <c:v>43545</c:v>
                </c:pt>
                <c:pt idx="5014">
                  <c:v>43546</c:v>
                </c:pt>
                <c:pt idx="5015">
                  <c:v>43549</c:v>
                </c:pt>
                <c:pt idx="5016">
                  <c:v>43550</c:v>
                </c:pt>
                <c:pt idx="5017">
                  <c:v>43551</c:v>
                </c:pt>
                <c:pt idx="5018">
                  <c:v>43552</c:v>
                </c:pt>
                <c:pt idx="5019">
                  <c:v>43553</c:v>
                </c:pt>
                <c:pt idx="5020">
                  <c:v>43556</c:v>
                </c:pt>
                <c:pt idx="5021">
                  <c:v>43557</c:v>
                </c:pt>
                <c:pt idx="5022">
                  <c:v>43558</c:v>
                </c:pt>
                <c:pt idx="5023">
                  <c:v>43559</c:v>
                </c:pt>
                <c:pt idx="5024">
                  <c:v>43560</c:v>
                </c:pt>
                <c:pt idx="5025">
                  <c:v>43563</c:v>
                </c:pt>
                <c:pt idx="5026">
                  <c:v>43564</c:v>
                </c:pt>
                <c:pt idx="5027">
                  <c:v>43565</c:v>
                </c:pt>
                <c:pt idx="5028">
                  <c:v>43566</c:v>
                </c:pt>
                <c:pt idx="5029">
                  <c:v>43567</c:v>
                </c:pt>
                <c:pt idx="5030">
                  <c:v>43570</c:v>
                </c:pt>
                <c:pt idx="5031">
                  <c:v>43571</c:v>
                </c:pt>
                <c:pt idx="5032">
                  <c:v>43572</c:v>
                </c:pt>
                <c:pt idx="5033">
                  <c:v>43573</c:v>
                </c:pt>
                <c:pt idx="5034">
                  <c:v>43574</c:v>
                </c:pt>
                <c:pt idx="5035">
                  <c:v>43577</c:v>
                </c:pt>
                <c:pt idx="5036">
                  <c:v>43578</c:v>
                </c:pt>
                <c:pt idx="5037">
                  <c:v>43579</c:v>
                </c:pt>
                <c:pt idx="5038">
                  <c:v>43580</c:v>
                </c:pt>
                <c:pt idx="5039">
                  <c:v>43581</c:v>
                </c:pt>
                <c:pt idx="5040">
                  <c:v>43584</c:v>
                </c:pt>
                <c:pt idx="5041">
                  <c:v>43585</c:v>
                </c:pt>
                <c:pt idx="5042">
                  <c:v>43586</c:v>
                </c:pt>
                <c:pt idx="5043">
                  <c:v>43587</c:v>
                </c:pt>
                <c:pt idx="5044">
                  <c:v>43588</c:v>
                </c:pt>
                <c:pt idx="5045">
                  <c:v>43591</c:v>
                </c:pt>
                <c:pt idx="5046">
                  <c:v>43592</c:v>
                </c:pt>
                <c:pt idx="5047">
                  <c:v>43593</c:v>
                </c:pt>
                <c:pt idx="5048">
                  <c:v>43594</c:v>
                </c:pt>
                <c:pt idx="5049">
                  <c:v>43595</c:v>
                </c:pt>
                <c:pt idx="5050">
                  <c:v>43598</c:v>
                </c:pt>
                <c:pt idx="5051">
                  <c:v>43599</c:v>
                </c:pt>
                <c:pt idx="5052">
                  <c:v>43600</c:v>
                </c:pt>
                <c:pt idx="5053">
                  <c:v>43601</c:v>
                </c:pt>
                <c:pt idx="5054">
                  <c:v>43602</c:v>
                </c:pt>
                <c:pt idx="5055">
                  <c:v>43605</c:v>
                </c:pt>
                <c:pt idx="5056">
                  <c:v>43606</c:v>
                </c:pt>
                <c:pt idx="5057">
                  <c:v>43607</c:v>
                </c:pt>
                <c:pt idx="5058">
                  <c:v>43608</c:v>
                </c:pt>
                <c:pt idx="5059">
                  <c:v>43609</c:v>
                </c:pt>
                <c:pt idx="5060">
                  <c:v>43612</c:v>
                </c:pt>
                <c:pt idx="5061">
                  <c:v>43613</c:v>
                </c:pt>
                <c:pt idx="5062">
                  <c:v>43614</c:v>
                </c:pt>
                <c:pt idx="5063">
                  <c:v>43615</c:v>
                </c:pt>
                <c:pt idx="5064">
                  <c:v>43616</c:v>
                </c:pt>
                <c:pt idx="5065">
                  <c:v>43619</c:v>
                </c:pt>
                <c:pt idx="5066">
                  <c:v>43620</c:v>
                </c:pt>
                <c:pt idx="5067">
                  <c:v>43621</c:v>
                </c:pt>
                <c:pt idx="5068">
                  <c:v>43622</c:v>
                </c:pt>
                <c:pt idx="5069">
                  <c:v>43623</c:v>
                </c:pt>
                <c:pt idx="5070">
                  <c:v>43626</c:v>
                </c:pt>
                <c:pt idx="5071">
                  <c:v>43627</c:v>
                </c:pt>
                <c:pt idx="5072">
                  <c:v>43628</c:v>
                </c:pt>
                <c:pt idx="5073">
                  <c:v>43629</c:v>
                </c:pt>
                <c:pt idx="5074">
                  <c:v>43630</c:v>
                </c:pt>
                <c:pt idx="5075">
                  <c:v>43633</c:v>
                </c:pt>
                <c:pt idx="5076">
                  <c:v>43634</c:v>
                </c:pt>
                <c:pt idx="5077">
                  <c:v>43635</c:v>
                </c:pt>
                <c:pt idx="5078">
                  <c:v>43636</c:v>
                </c:pt>
                <c:pt idx="5079">
                  <c:v>43637</c:v>
                </c:pt>
                <c:pt idx="5080">
                  <c:v>43640</c:v>
                </c:pt>
                <c:pt idx="5081">
                  <c:v>43641</c:v>
                </c:pt>
                <c:pt idx="5082">
                  <c:v>43642</c:v>
                </c:pt>
                <c:pt idx="5083">
                  <c:v>43643</c:v>
                </c:pt>
                <c:pt idx="5084">
                  <c:v>43644</c:v>
                </c:pt>
                <c:pt idx="5085">
                  <c:v>43647</c:v>
                </c:pt>
                <c:pt idx="5086">
                  <c:v>43648</c:v>
                </c:pt>
                <c:pt idx="5087">
                  <c:v>43649</c:v>
                </c:pt>
                <c:pt idx="5088">
                  <c:v>43650</c:v>
                </c:pt>
                <c:pt idx="5089">
                  <c:v>43651</c:v>
                </c:pt>
                <c:pt idx="5090">
                  <c:v>43654</c:v>
                </c:pt>
                <c:pt idx="5091">
                  <c:v>43655</c:v>
                </c:pt>
                <c:pt idx="5092">
                  <c:v>43656</c:v>
                </c:pt>
                <c:pt idx="5093">
                  <c:v>43657</c:v>
                </c:pt>
                <c:pt idx="5094">
                  <c:v>43658</c:v>
                </c:pt>
                <c:pt idx="5095">
                  <c:v>43661</c:v>
                </c:pt>
                <c:pt idx="5096">
                  <c:v>43662</c:v>
                </c:pt>
                <c:pt idx="5097">
                  <c:v>43663</c:v>
                </c:pt>
                <c:pt idx="5098">
                  <c:v>43664</c:v>
                </c:pt>
                <c:pt idx="5099">
                  <c:v>43665</c:v>
                </c:pt>
                <c:pt idx="5100">
                  <c:v>43668</c:v>
                </c:pt>
                <c:pt idx="5101">
                  <c:v>43669</c:v>
                </c:pt>
                <c:pt idx="5102">
                  <c:v>43670</c:v>
                </c:pt>
                <c:pt idx="5103">
                  <c:v>43671</c:v>
                </c:pt>
                <c:pt idx="5104">
                  <c:v>43672</c:v>
                </c:pt>
                <c:pt idx="5105">
                  <c:v>43675</c:v>
                </c:pt>
                <c:pt idx="5106">
                  <c:v>43676</c:v>
                </c:pt>
                <c:pt idx="5107">
                  <c:v>43677</c:v>
                </c:pt>
                <c:pt idx="5108">
                  <c:v>43678</c:v>
                </c:pt>
                <c:pt idx="5109">
                  <c:v>43679</c:v>
                </c:pt>
                <c:pt idx="5110">
                  <c:v>43682</c:v>
                </c:pt>
                <c:pt idx="5111">
                  <c:v>43683</c:v>
                </c:pt>
                <c:pt idx="5112">
                  <c:v>43684</c:v>
                </c:pt>
                <c:pt idx="5113">
                  <c:v>43685</c:v>
                </c:pt>
                <c:pt idx="5114">
                  <c:v>43686</c:v>
                </c:pt>
                <c:pt idx="5115">
                  <c:v>43689</c:v>
                </c:pt>
                <c:pt idx="5116">
                  <c:v>43690</c:v>
                </c:pt>
                <c:pt idx="5117">
                  <c:v>43691</c:v>
                </c:pt>
                <c:pt idx="5118">
                  <c:v>43692</c:v>
                </c:pt>
                <c:pt idx="5119">
                  <c:v>43693</c:v>
                </c:pt>
                <c:pt idx="5120">
                  <c:v>43696</c:v>
                </c:pt>
                <c:pt idx="5121">
                  <c:v>43697</c:v>
                </c:pt>
                <c:pt idx="5122">
                  <c:v>43698</c:v>
                </c:pt>
                <c:pt idx="5123">
                  <c:v>43699</c:v>
                </c:pt>
                <c:pt idx="5124">
                  <c:v>43700</c:v>
                </c:pt>
                <c:pt idx="5125">
                  <c:v>43703</c:v>
                </c:pt>
                <c:pt idx="5126">
                  <c:v>43704</c:v>
                </c:pt>
                <c:pt idx="5127">
                  <c:v>43705</c:v>
                </c:pt>
                <c:pt idx="5128">
                  <c:v>43706</c:v>
                </c:pt>
                <c:pt idx="5129">
                  <c:v>43707</c:v>
                </c:pt>
                <c:pt idx="5130">
                  <c:v>43710</c:v>
                </c:pt>
                <c:pt idx="5131">
                  <c:v>43711</c:v>
                </c:pt>
                <c:pt idx="5132">
                  <c:v>43712</c:v>
                </c:pt>
                <c:pt idx="5133">
                  <c:v>43713</c:v>
                </c:pt>
                <c:pt idx="5134">
                  <c:v>43714</c:v>
                </c:pt>
                <c:pt idx="5135">
                  <c:v>43717</c:v>
                </c:pt>
                <c:pt idx="5136">
                  <c:v>43718</c:v>
                </c:pt>
                <c:pt idx="5137">
                  <c:v>43719</c:v>
                </c:pt>
                <c:pt idx="5138">
                  <c:v>43720</c:v>
                </c:pt>
                <c:pt idx="5139">
                  <c:v>43721</c:v>
                </c:pt>
                <c:pt idx="5140">
                  <c:v>43724</c:v>
                </c:pt>
                <c:pt idx="5141">
                  <c:v>43725</c:v>
                </c:pt>
                <c:pt idx="5142">
                  <c:v>43726</c:v>
                </c:pt>
                <c:pt idx="5143">
                  <c:v>43727</c:v>
                </c:pt>
                <c:pt idx="5144">
                  <c:v>43728</c:v>
                </c:pt>
                <c:pt idx="5145">
                  <c:v>43731</c:v>
                </c:pt>
                <c:pt idx="5146">
                  <c:v>43732</c:v>
                </c:pt>
                <c:pt idx="5147">
                  <c:v>43733</c:v>
                </c:pt>
                <c:pt idx="5148">
                  <c:v>43734</c:v>
                </c:pt>
                <c:pt idx="5149">
                  <c:v>43735</c:v>
                </c:pt>
                <c:pt idx="5150">
                  <c:v>43738</c:v>
                </c:pt>
                <c:pt idx="5151">
                  <c:v>43739</c:v>
                </c:pt>
                <c:pt idx="5152">
                  <c:v>43740</c:v>
                </c:pt>
                <c:pt idx="5153">
                  <c:v>43741</c:v>
                </c:pt>
                <c:pt idx="5154">
                  <c:v>43742</c:v>
                </c:pt>
                <c:pt idx="5155">
                  <c:v>43745</c:v>
                </c:pt>
                <c:pt idx="5156">
                  <c:v>43746</c:v>
                </c:pt>
                <c:pt idx="5157">
                  <c:v>43747</c:v>
                </c:pt>
                <c:pt idx="5158">
                  <c:v>43748</c:v>
                </c:pt>
                <c:pt idx="5159">
                  <c:v>43749</c:v>
                </c:pt>
                <c:pt idx="5160">
                  <c:v>43752</c:v>
                </c:pt>
                <c:pt idx="5161">
                  <c:v>43753</c:v>
                </c:pt>
                <c:pt idx="5162">
                  <c:v>43754</c:v>
                </c:pt>
                <c:pt idx="5163">
                  <c:v>43755</c:v>
                </c:pt>
                <c:pt idx="5164">
                  <c:v>43756</c:v>
                </c:pt>
                <c:pt idx="5165">
                  <c:v>43759</c:v>
                </c:pt>
                <c:pt idx="5166">
                  <c:v>43760</c:v>
                </c:pt>
                <c:pt idx="5167">
                  <c:v>43761</c:v>
                </c:pt>
                <c:pt idx="5168">
                  <c:v>43762</c:v>
                </c:pt>
                <c:pt idx="5169">
                  <c:v>43763</c:v>
                </c:pt>
                <c:pt idx="5170">
                  <c:v>43766</c:v>
                </c:pt>
                <c:pt idx="5171">
                  <c:v>43767</c:v>
                </c:pt>
                <c:pt idx="5172">
                  <c:v>43768</c:v>
                </c:pt>
                <c:pt idx="5173">
                  <c:v>43769</c:v>
                </c:pt>
                <c:pt idx="5174">
                  <c:v>43770</c:v>
                </c:pt>
                <c:pt idx="5175">
                  <c:v>43773</c:v>
                </c:pt>
                <c:pt idx="5176">
                  <c:v>43774</c:v>
                </c:pt>
                <c:pt idx="5177">
                  <c:v>43775</c:v>
                </c:pt>
                <c:pt idx="5178">
                  <c:v>43776</c:v>
                </c:pt>
                <c:pt idx="5179">
                  <c:v>43777</c:v>
                </c:pt>
                <c:pt idx="5180">
                  <c:v>43780</c:v>
                </c:pt>
                <c:pt idx="5181">
                  <c:v>43781</c:v>
                </c:pt>
                <c:pt idx="5182">
                  <c:v>43782</c:v>
                </c:pt>
                <c:pt idx="5183">
                  <c:v>43783</c:v>
                </c:pt>
                <c:pt idx="5184">
                  <c:v>43784</c:v>
                </c:pt>
                <c:pt idx="5185">
                  <c:v>43787</c:v>
                </c:pt>
                <c:pt idx="5186">
                  <c:v>43788</c:v>
                </c:pt>
                <c:pt idx="5187">
                  <c:v>43789</c:v>
                </c:pt>
                <c:pt idx="5188">
                  <c:v>43790</c:v>
                </c:pt>
                <c:pt idx="5189">
                  <c:v>43791</c:v>
                </c:pt>
                <c:pt idx="5190">
                  <c:v>43794</c:v>
                </c:pt>
                <c:pt idx="5191">
                  <c:v>43795</c:v>
                </c:pt>
                <c:pt idx="5192">
                  <c:v>43796</c:v>
                </c:pt>
                <c:pt idx="5193">
                  <c:v>43797</c:v>
                </c:pt>
                <c:pt idx="5194">
                  <c:v>43798</c:v>
                </c:pt>
                <c:pt idx="5195">
                  <c:v>43801</c:v>
                </c:pt>
                <c:pt idx="5196">
                  <c:v>43802</c:v>
                </c:pt>
                <c:pt idx="5197">
                  <c:v>43803</c:v>
                </c:pt>
                <c:pt idx="5198">
                  <c:v>43804</c:v>
                </c:pt>
                <c:pt idx="5199">
                  <c:v>43805</c:v>
                </c:pt>
                <c:pt idx="5200">
                  <c:v>43808</c:v>
                </c:pt>
                <c:pt idx="5201">
                  <c:v>43809</c:v>
                </c:pt>
                <c:pt idx="5202">
                  <c:v>43810</c:v>
                </c:pt>
                <c:pt idx="5203">
                  <c:v>43811</c:v>
                </c:pt>
                <c:pt idx="5204">
                  <c:v>43812</c:v>
                </c:pt>
                <c:pt idx="5205">
                  <c:v>43815</c:v>
                </c:pt>
                <c:pt idx="5206">
                  <c:v>43816</c:v>
                </c:pt>
                <c:pt idx="5207">
                  <c:v>43817</c:v>
                </c:pt>
                <c:pt idx="5208">
                  <c:v>43818</c:v>
                </c:pt>
                <c:pt idx="5209">
                  <c:v>43819</c:v>
                </c:pt>
                <c:pt idx="5210">
                  <c:v>43822</c:v>
                </c:pt>
                <c:pt idx="5211">
                  <c:v>43823</c:v>
                </c:pt>
                <c:pt idx="5212">
                  <c:v>43824</c:v>
                </c:pt>
                <c:pt idx="5213">
                  <c:v>43825</c:v>
                </c:pt>
                <c:pt idx="5214">
                  <c:v>43826</c:v>
                </c:pt>
                <c:pt idx="5215">
                  <c:v>43829</c:v>
                </c:pt>
                <c:pt idx="5216">
                  <c:v>43830</c:v>
                </c:pt>
                <c:pt idx="5217">
                  <c:v>43831</c:v>
                </c:pt>
                <c:pt idx="5218">
                  <c:v>43832</c:v>
                </c:pt>
                <c:pt idx="5219">
                  <c:v>43833</c:v>
                </c:pt>
                <c:pt idx="5220">
                  <c:v>43836</c:v>
                </c:pt>
                <c:pt idx="5221">
                  <c:v>43837</c:v>
                </c:pt>
                <c:pt idx="5222">
                  <c:v>43838</c:v>
                </c:pt>
                <c:pt idx="5223">
                  <c:v>43839</c:v>
                </c:pt>
                <c:pt idx="5224">
                  <c:v>43840</c:v>
                </c:pt>
                <c:pt idx="5225">
                  <c:v>43843</c:v>
                </c:pt>
                <c:pt idx="5226">
                  <c:v>43844</c:v>
                </c:pt>
                <c:pt idx="5227">
                  <c:v>43845</c:v>
                </c:pt>
                <c:pt idx="5228">
                  <c:v>43846</c:v>
                </c:pt>
                <c:pt idx="5229">
                  <c:v>43847</c:v>
                </c:pt>
                <c:pt idx="5230">
                  <c:v>43850</c:v>
                </c:pt>
                <c:pt idx="5231">
                  <c:v>43851</c:v>
                </c:pt>
                <c:pt idx="5232">
                  <c:v>43852</c:v>
                </c:pt>
                <c:pt idx="5233">
                  <c:v>43853</c:v>
                </c:pt>
                <c:pt idx="5234">
                  <c:v>43854</c:v>
                </c:pt>
                <c:pt idx="5235">
                  <c:v>43857</c:v>
                </c:pt>
                <c:pt idx="5236">
                  <c:v>43858</c:v>
                </c:pt>
                <c:pt idx="5237">
                  <c:v>43859</c:v>
                </c:pt>
                <c:pt idx="5238">
                  <c:v>43860</c:v>
                </c:pt>
                <c:pt idx="5239">
                  <c:v>43861</c:v>
                </c:pt>
                <c:pt idx="5240">
                  <c:v>43864</c:v>
                </c:pt>
                <c:pt idx="5241">
                  <c:v>43865</c:v>
                </c:pt>
                <c:pt idx="5242">
                  <c:v>43866</c:v>
                </c:pt>
                <c:pt idx="5243">
                  <c:v>43867</c:v>
                </c:pt>
                <c:pt idx="5244">
                  <c:v>43868</c:v>
                </c:pt>
                <c:pt idx="5245">
                  <c:v>43871</c:v>
                </c:pt>
                <c:pt idx="5246">
                  <c:v>43872</c:v>
                </c:pt>
                <c:pt idx="5247">
                  <c:v>43873</c:v>
                </c:pt>
                <c:pt idx="5248">
                  <c:v>43874</c:v>
                </c:pt>
                <c:pt idx="5249">
                  <c:v>43875</c:v>
                </c:pt>
                <c:pt idx="5250">
                  <c:v>43878</c:v>
                </c:pt>
                <c:pt idx="5251">
                  <c:v>43879</c:v>
                </c:pt>
                <c:pt idx="5252">
                  <c:v>43880</c:v>
                </c:pt>
                <c:pt idx="5253">
                  <c:v>43881</c:v>
                </c:pt>
                <c:pt idx="5254">
                  <c:v>43882</c:v>
                </c:pt>
                <c:pt idx="5255">
                  <c:v>43885</c:v>
                </c:pt>
                <c:pt idx="5256">
                  <c:v>43886</c:v>
                </c:pt>
                <c:pt idx="5257">
                  <c:v>43887</c:v>
                </c:pt>
                <c:pt idx="5258">
                  <c:v>43888</c:v>
                </c:pt>
                <c:pt idx="5259">
                  <c:v>43889</c:v>
                </c:pt>
                <c:pt idx="5260">
                  <c:v>43892</c:v>
                </c:pt>
                <c:pt idx="5261">
                  <c:v>43893</c:v>
                </c:pt>
                <c:pt idx="5262">
                  <c:v>43894</c:v>
                </c:pt>
                <c:pt idx="5263">
                  <c:v>43895</c:v>
                </c:pt>
                <c:pt idx="5264">
                  <c:v>43896</c:v>
                </c:pt>
                <c:pt idx="5265">
                  <c:v>43899</c:v>
                </c:pt>
                <c:pt idx="5266">
                  <c:v>43900</c:v>
                </c:pt>
                <c:pt idx="5267">
                  <c:v>43901</c:v>
                </c:pt>
                <c:pt idx="5268">
                  <c:v>43902</c:v>
                </c:pt>
                <c:pt idx="5269">
                  <c:v>43903</c:v>
                </c:pt>
                <c:pt idx="5270">
                  <c:v>43906</c:v>
                </c:pt>
                <c:pt idx="5271">
                  <c:v>43907</c:v>
                </c:pt>
                <c:pt idx="5272">
                  <c:v>43908</c:v>
                </c:pt>
                <c:pt idx="5273">
                  <c:v>43909</c:v>
                </c:pt>
                <c:pt idx="5274">
                  <c:v>43910</c:v>
                </c:pt>
                <c:pt idx="5275">
                  <c:v>43913</c:v>
                </c:pt>
                <c:pt idx="5276">
                  <c:v>43914</c:v>
                </c:pt>
                <c:pt idx="5277">
                  <c:v>43915</c:v>
                </c:pt>
                <c:pt idx="5278">
                  <c:v>43916</c:v>
                </c:pt>
                <c:pt idx="5279">
                  <c:v>43917</c:v>
                </c:pt>
                <c:pt idx="5280">
                  <c:v>43920</c:v>
                </c:pt>
                <c:pt idx="5281">
                  <c:v>43921</c:v>
                </c:pt>
                <c:pt idx="5282">
                  <c:v>43922</c:v>
                </c:pt>
                <c:pt idx="5283">
                  <c:v>43923</c:v>
                </c:pt>
                <c:pt idx="5284">
                  <c:v>43924</c:v>
                </c:pt>
                <c:pt idx="5285">
                  <c:v>43927</c:v>
                </c:pt>
                <c:pt idx="5286">
                  <c:v>43928</c:v>
                </c:pt>
                <c:pt idx="5287">
                  <c:v>43929</c:v>
                </c:pt>
                <c:pt idx="5288">
                  <c:v>43930</c:v>
                </c:pt>
                <c:pt idx="5289">
                  <c:v>43931</c:v>
                </c:pt>
                <c:pt idx="5290">
                  <c:v>43934</c:v>
                </c:pt>
                <c:pt idx="5291">
                  <c:v>43935</c:v>
                </c:pt>
                <c:pt idx="5292">
                  <c:v>43936</c:v>
                </c:pt>
                <c:pt idx="5293">
                  <c:v>43937</c:v>
                </c:pt>
                <c:pt idx="5294">
                  <c:v>43938</c:v>
                </c:pt>
                <c:pt idx="5295">
                  <c:v>43941</c:v>
                </c:pt>
                <c:pt idx="5296">
                  <c:v>43942</c:v>
                </c:pt>
                <c:pt idx="5297">
                  <c:v>43943</c:v>
                </c:pt>
                <c:pt idx="5298">
                  <c:v>43944</c:v>
                </c:pt>
                <c:pt idx="5299">
                  <c:v>43945</c:v>
                </c:pt>
                <c:pt idx="5300">
                  <c:v>43948</c:v>
                </c:pt>
                <c:pt idx="5301">
                  <c:v>43949</c:v>
                </c:pt>
                <c:pt idx="5302">
                  <c:v>43950</c:v>
                </c:pt>
                <c:pt idx="5303">
                  <c:v>43951</c:v>
                </c:pt>
                <c:pt idx="5304">
                  <c:v>43952</c:v>
                </c:pt>
                <c:pt idx="5305">
                  <c:v>43955</c:v>
                </c:pt>
                <c:pt idx="5306">
                  <c:v>43956</c:v>
                </c:pt>
                <c:pt idx="5307">
                  <c:v>43957</c:v>
                </c:pt>
                <c:pt idx="5308">
                  <c:v>43958</c:v>
                </c:pt>
                <c:pt idx="5309">
                  <c:v>43959</c:v>
                </c:pt>
                <c:pt idx="5310">
                  <c:v>43962</c:v>
                </c:pt>
                <c:pt idx="5311">
                  <c:v>43963</c:v>
                </c:pt>
                <c:pt idx="5312">
                  <c:v>43964</c:v>
                </c:pt>
                <c:pt idx="5313">
                  <c:v>43965</c:v>
                </c:pt>
                <c:pt idx="5314">
                  <c:v>43966</c:v>
                </c:pt>
                <c:pt idx="5315">
                  <c:v>43969</c:v>
                </c:pt>
                <c:pt idx="5316">
                  <c:v>43970</c:v>
                </c:pt>
                <c:pt idx="5317">
                  <c:v>43971</c:v>
                </c:pt>
                <c:pt idx="5318">
                  <c:v>43972</c:v>
                </c:pt>
                <c:pt idx="5319">
                  <c:v>43973</c:v>
                </c:pt>
                <c:pt idx="5320">
                  <c:v>43976</c:v>
                </c:pt>
                <c:pt idx="5321">
                  <c:v>43977</c:v>
                </c:pt>
                <c:pt idx="5322">
                  <c:v>43978</c:v>
                </c:pt>
                <c:pt idx="5323">
                  <c:v>43979</c:v>
                </c:pt>
                <c:pt idx="5324">
                  <c:v>43980</c:v>
                </c:pt>
                <c:pt idx="5325">
                  <c:v>43983</c:v>
                </c:pt>
                <c:pt idx="5326">
                  <c:v>43984</c:v>
                </c:pt>
                <c:pt idx="5327">
                  <c:v>43985</c:v>
                </c:pt>
                <c:pt idx="5328">
                  <c:v>43986</c:v>
                </c:pt>
                <c:pt idx="5329">
                  <c:v>43987</c:v>
                </c:pt>
                <c:pt idx="5330">
                  <c:v>43990</c:v>
                </c:pt>
                <c:pt idx="5331">
                  <c:v>43991</c:v>
                </c:pt>
                <c:pt idx="5332">
                  <c:v>43992</c:v>
                </c:pt>
                <c:pt idx="5333">
                  <c:v>43993</c:v>
                </c:pt>
                <c:pt idx="5334">
                  <c:v>43994</c:v>
                </c:pt>
                <c:pt idx="5335">
                  <c:v>43997</c:v>
                </c:pt>
                <c:pt idx="5336">
                  <c:v>43998</c:v>
                </c:pt>
                <c:pt idx="5337">
                  <c:v>43999</c:v>
                </c:pt>
                <c:pt idx="5338">
                  <c:v>44000</c:v>
                </c:pt>
                <c:pt idx="5339">
                  <c:v>44001</c:v>
                </c:pt>
                <c:pt idx="5340">
                  <c:v>44004</c:v>
                </c:pt>
                <c:pt idx="5341">
                  <c:v>44005</c:v>
                </c:pt>
                <c:pt idx="5342">
                  <c:v>44006</c:v>
                </c:pt>
                <c:pt idx="5343">
                  <c:v>44007</c:v>
                </c:pt>
                <c:pt idx="5344">
                  <c:v>44008</c:v>
                </c:pt>
                <c:pt idx="5345">
                  <c:v>44011</c:v>
                </c:pt>
                <c:pt idx="5346">
                  <c:v>44012</c:v>
                </c:pt>
                <c:pt idx="5347">
                  <c:v>44013</c:v>
                </c:pt>
                <c:pt idx="5348">
                  <c:v>44014</c:v>
                </c:pt>
                <c:pt idx="5349">
                  <c:v>44015</c:v>
                </c:pt>
                <c:pt idx="5350">
                  <c:v>44018</c:v>
                </c:pt>
                <c:pt idx="5351">
                  <c:v>44019</c:v>
                </c:pt>
                <c:pt idx="5352">
                  <c:v>44020</c:v>
                </c:pt>
                <c:pt idx="5353">
                  <c:v>44021</c:v>
                </c:pt>
                <c:pt idx="5354">
                  <c:v>44022</c:v>
                </c:pt>
                <c:pt idx="5355">
                  <c:v>44025</c:v>
                </c:pt>
                <c:pt idx="5356">
                  <c:v>44026</c:v>
                </c:pt>
                <c:pt idx="5357">
                  <c:v>44027</c:v>
                </c:pt>
                <c:pt idx="5358">
                  <c:v>44028</c:v>
                </c:pt>
                <c:pt idx="5359">
                  <c:v>44029</c:v>
                </c:pt>
                <c:pt idx="5360">
                  <c:v>44032</c:v>
                </c:pt>
                <c:pt idx="5361">
                  <c:v>44033</c:v>
                </c:pt>
                <c:pt idx="5362">
                  <c:v>44034</c:v>
                </c:pt>
                <c:pt idx="5363">
                  <c:v>44035</c:v>
                </c:pt>
                <c:pt idx="5364">
                  <c:v>44036</c:v>
                </c:pt>
                <c:pt idx="5365">
                  <c:v>44039</c:v>
                </c:pt>
                <c:pt idx="5366">
                  <c:v>44040</c:v>
                </c:pt>
                <c:pt idx="5367">
                  <c:v>44041</c:v>
                </c:pt>
                <c:pt idx="5368">
                  <c:v>44042</c:v>
                </c:pt>
                <c:pt idx="5369">
                  <c:v>44043</c:v>
                </c:pt>
                <c:pt idx="5370">
                  <c:v>44046</c:v>
                </c:pt>
                <c:pt idx="5371">
                  <c:v>44047</c:v>
                </c:pt>
                <c:pt idx="5372">
                  <c:v>44048</c:v>
                </c:pt>
                <c:pt idx="5373">
                  <c:v>44049</c:v>
                </c:pt>
                <c:pt idx="5374">
                  <c:v>44050</c:v>
                </c:pt>
                <c:pt idx="5375">
                  <c:v>44053</c:v>
                </c:pt>
                <c:pt idx="5376">
                  <c:v>44054</c:v>
                </c:pt>
                <c:pt idx="5377">
                  <c:v>44055</c:v>
                </c:pt>
                <c:pt idx="5378">
                  <c:v>44056</c:v>
                </c:pt>
                <c:pt idx="5379">
                  <c:v>44057</c:v>
                </c:pt>
                <c:pt idx="5380">
                  <c:v>44060</c:v>
                </c:pt>
                <c:pt idx="5381">
                  <c:v>44061</c:v>
                </c:pt>
                <c:pt idx="5382">
                  <c:v>44062</c:v>
                </c:pt>
                <c:pt idx="5383">
                  <c:v>44063</c:v>
                </c:pt>
                <c:pt idx="5384">
                  <c:v>44064</c:v>
                </c:pt>
                <c:pt idx="5385">
                  <c:v>44067</c:v>
                </c:pt>
                <c:pt idx="5386">
                  <c:v>44068</c:v>
                </c:pt>
                <c:pt idx="5387">
                  <c:v>44069</c:v>
                </c:pt>
                <c:pt idx="5388">
                  <c:v>44070</c:v>
                </c:pt>
                <c:pt idx="5389">
                  <c:v>44071</c:v>
                </c:pt>
                <c:pt idx="5390">
                  <c:v>44074</c:v>
                </c:pt>
                <c:pt idx="5391">
                  <c:v>44075</c:v>
                </c:pt>
                <c:pt idx="5392">
                  <c:v>44076</c:v>
                </c:pt>
                <c:pt idx="5393">
                  <c:v>44077</c:v>
                </c:pt>
                <c:pt idx="5394">
                  <c:v>44078</c:v>
                </c:pt>
                <c:pt idx="5395">
                  <c:v>44081</c:v>
                </c:pt>
                <c:pt idx="5396">
                  <c:v>44082</c:v>
                </c:pt>
                <c:pt idx="5397">
                  <c:v>44083</c:v>
                </c:pt>
                <c:pt idx="5398">
                  <c:v>44084</c:v>
                </c:pt>
                <c:pt idx="5399">
                  <c:v>44085</c:v>
                </c:pt>
                <c:pt idx="5400">
                  <c:v>44088</c:v>
                </c:pt>
                <c:pt idx="5401">
                  <c:v>44089</c:v>
                </c:pt>
                <c:pt idx="5402">
                  <c:v>44090</c:v>
                </c:pt>
                <c:pt idx="5403">
                  <c:v>44091</c:v>
                </c:pt>
                <c:pt idx="5404">
                  <c:v>44092</c:v>
                </c:pt>
                <c:pt idx="5405">
                  <c:v>44095</c:v>
                </c:pt>
                <c:pt idx="5406">
                  <c:v>44096</c:v>
                </c:pt>
                <c:pt idx="5407">
                  <c:v>44097</c:v>
                </c:pt>
                <c:pt idx="5408">
                  <c:v>44098</c:v>
                </c:pt>
                <c:pt idx="5409">
                  <c:v>44099</c:v>
                </c:pt>
                <c:pt idx="5410">
                  <c:v>44102</c:v>
                </c:pt>
                <c:pt idx="5411">
                  <c:v>44103</c:v>
                </c:pt>
                <c:pt idx="5412">
                  <c:v>44104</c:v>
                </c:pt>
                <c:pt idx="5413">
                  <c:v>44105</c:v>
                </c:pt>
                <c:pt idx="5414">
                  <c:v>44106</c:v>
                </c:pt>
                <c:pt idx="5415">
                  <c:v>44109</c:v>
                </c:pt>
                <c:pt idx="5416">
                  <c:v>44110</c:v>
                </c:pt>
                <c:pt idx="5417">
                  <c:v>44111</c:v>
                </c:pt>
                <c:pt idx="5418">
                  <c:v>44112</c:v>
                </c:pt>
                <c:pt idx="5419">
                  <c:v>44113</c:v>
                </c:pt>
                <c:pt idx="5420">
                  <c:v>44116</c:v>
                </c:pt>
                <c:pt idx="5421">
                  <c:v>44117</c:v>
                </c:pt>
                <c:pt idx="5422">
                  <c:v>44118</c:v>
                </c:pt>
                <c:pt idx="5423">
                  <c:v>44119</c:v>
                </c:pt>
                <c:pt idx="5424">
                  <c:v>44120</c:v>
                </c:pt>
                <c:pt idx="5425">
                  <c:v>44123</c:v>
                </c:pt>
                <c:pt idx="5426">
                  <c:v>44124</c:v>
                </c:pt>
                <c:pt idx="5427">
                  <c:v>44125</c:v>
                </c:pt>
                <c:pt idx="5428">
                  <c:v>44126</c:v>
                </c:pt>
                <c:pt idx="5429">
                  <c:v>44127</c:v>
                </c:pt>
                <c:pt idx="5430">
                  <c:v>44130</c:v>
                </c:pt>
                <c:pt idx="5431">
                  <c:v>44131</c:v>
                </c:pt>
                <c:pt idx="5432">
                  <c:v>44132</c:v>
                </c:pt>
                <c:pt idx="5433">
                  <c:v>44133</c:v>
                </c:pt>
                <c:pt idx="5434">
                  <c:v>44134</c:v>
                </c:pt>
                <c:pt idx="5435">
                  <c:v>44137</c:v>
                </c:pt>
                <c:pt idx="5436">
                  <c:v>44138</c:v>
                </c:pt>
                <c:pt idx="5437">
                  <c:v>44139</c:v>
                </c:pt>
                <c:pt idx="5438">
                  <c:v>44140</c:v>
                </c:pt>
                <c:pt idx="5439">
                  <c:v>44141</c:v>
                </c:pt>
                <c:pt idx="5440">
                  <c:v>44144</c:v>
                </c:pt>
                <c:pt idx="5441">
                  <c:v>44145</c:v>
                </c:pt>
                <c:pt idx="5442">
                  <c:v>44146</c:v>
                </c:pt>
                <c:pt idx="5443">
                  <c:v>44147</c:v>
                </c:pt>
                <c:pt idx="5444">
                  <c:v>44148</c:v>
                </c:pt>
                <c:pt idx="5445">
                  <c:v>44151</c:v>
                </c:pt>
                <c:pt idx="5446">
                  <c:v>44152</c:v>
                </c:pt>
                <c:pt idx="5447">
                  <c:v>44153</c:v>
                </c:pt>
                <c:pt idx="5448">
                  <c:v>44154</c:v>
                </c:pt>
                <c:pt idx="5449">
                  <c:v>44155</c:v>
                </c:pt>
                <c:pt idx="5450">
                  <c:v>44158</c:v>
                </c:pt>
                <c:pt idx="5451">
                  <c:v>44159</c:v>
                </c:pt>
                <c:pt idx="5452">
                  <c:v>44160</c:v>
                </c:pt>
                <c:pt idx="5453">
                  <c:v>44161</c:v>
                </c:pt>
                <c:pt idx="5454">
                  <c:v>44162</c:v>
                </c:pt>
                <c:pt idx="5455">
                  <c:v>44165</c:v>
                </c:pt>
                <c:pt idx="5456">
                  <c:v>44166</c:v>
                </c:pt>
                <c:pt idx="5457">
                  <c:v>44167</c:v>
                </c:pt>
                <c:pt idx="5458">
                  <c:v>44168</c:v>
                </c:pt>
                <c:pt idx="5459">
                  <c:v>44169</c:v>
                </c:pt>
                <c:pt idx="5460">
                  <c:v>44172</c:v>
                </c:pt>
                <c:pt idx="5461">
                  <c:v>44173</c:v>
                </c:pt>
                <c:pt idx="5462">
                  <c:v>44174</c:v>
                </c:pt>
                <c:pt idx="5463">
                  <c:v>44175</c:v>
                </c:pt>
                <c:pt idx="5464">
                  <c:v>44176</c:v>
                </c:pt>
                <c:pt idx="5465">
                  <c:v>44179</c:v>
                </c:pt>
                <c:pt idx="5466">
                  <c:v>44180</c:v>
                </c:pt>
                <c:pt idx="5467">
                  <c:v>44181</c:v>
                </c:pt>
                <c:pt idx="5468">
                  <c:v>44182</c:v>
                </c:pt>
                <c:pt idx="5469">
                  <c:v>44183</c:v>
                </c:pt>
                <c:pt idx="5470">
                  <c:v>44186</c:v>
                </c:pt>
                <c:pt idx="5471">
                  <c:v>44187</c:v>
                </c:pt>
                <c:pt idx="5472">
                  <c:v>44188</c:v>
                </c:pt>
                <c:pt idx="5473">
                  <c:v>44189</c:v>
                </c:pt>
                <c:pt idx="5474">
                  <c:v>44190</c:v>
                </c:pt>
                <c:pt idx="5475">
                  <c:v>44193</c:v>
                </c:pt>
                <c:pt idx="5476">
                  <c:v>44194</c:v>
                </c:pt>
                <c:pt idx="5477">
                  <c:v>44195</c:v>
                </c:pt>
                <c:pt idx="5478">
                  <c:v>44196</c:v>
                </c:pt>
                <c:pt idx="5479">
                  <c:v>44197</c:v>
                </c:pt>
                <c:pt idx="5480">
                  <c:v>44200</c:v>
                </c:pt>
                <c:pt idx="5481">
                  <c:v>44201</c:v>
                </c:pt>
                <c:pt idx="5482">
                  <c:v>44202</c:v>
                </c:pt>
                <c:pt idx="5483">
                  <c:v>44203</c:v>
                </c:pt>
                <c:pt idx="5484">
                  <c:v>44204</c:v>
                </c:pt>
                <c:pt idx="5485">
                  <c:v>44207</c:v>
                </c:pt>
                <c:pt idx="5486">
                  <c:v>44208</c:v>
                </c:pt>
                <c:pt idx="5487">
                  <c:v>44209</c:v>
                </c:pt>
                <c:pt idx="5488">
                  <c:v>44210</c:v>
                </c:pt>
                <c:pt idx="5489">
                  <c:v>44211</c:v>
                </c:pt>
                <c:pt idx="5490">
                  <c:v>44214</c:v>
                </c:pt>
                <c:pt idx="5491">
                  <c:v>44215</c:v>
                </c:pt>
                <c:pt idx="5492">
                  <c:v>44216</c:v>
                </c:pt>
                <c:pt idx="5493">
                  <c:v>44217</c:v>
                </c:pt>
                <c:pt idx="5494">
                  <c:v>44218</c:v>
                </c:pt>
                <c:pt idx="5495">
                  <c:v>44221</c:v>
                </c:pt>
                <c:pt idx="5496">
                  <c:v>44222</c:v>
                </c:pt>
                <c:pt idx="5497">
                  <c:v>44223</c:v>
                </c:pt>
                <c:pt idx="5498">
                  <c:v>44224</c:v>
                </c:pt>
                <c:pt idx="5499">
                  <c:v>44225</c:v>
                </c:pt>
                <c:pt idx="5500">
                  <c:v>44228</c:v>
                </c:pt>
                <c:pt idx="5501">
                  <c:v>44229</c:v>
                </c:pt>
                <c:pt idx="5502">
                  <c:v>44230</c:v>
                </c:pt>
                <c:pt idx="5503">
                  <c:v>44231</c:v>
                </c:pt>
                <c:pt idx="5504">
                  <c:v>44232</c:v>
                </c:pt>
                <c:pt idx="5505">
                  <c:v>44235</c:v>
                </c:pt>
                <c:pt idx="5506">
                  <c:v>44236</c:v>
                </c:pt>
                <c:pt idx="5507">
                  <c:v>44237</c:v>
                </c:pt>
                <c:pt idx="5508">
                  <c:v>44238</c:v>
                </c:pt>
                <c:pt idx="5509">
                  <c:v>44239</c:v>
                </c:pt>
                <c:pt idx="5510">
                  <c:v>44242</c:v>
                </c:pt>
                <c:pt idx="5511">
                  <c:v>44243</c:v>
                </c:pt>
                <c:pt idx="5512">
                  <c:v>44244</c:v>
                </c:pt>
                <c:pt idx="5513">
                  <c:v>44245</c:v>
                </c:pt>
                <c:pt idx="5514">
                  <c:v>44246</c:v>
                </c:pt>
                <c:pt idx="5515">
                  <c:v>44249</c:v>
                </c:pt>
                <c:pt idx="5516">
                  <c:v>44250</c:v>
                </c:pt>
                <c:pt idx="5517">
                  <c:v>44251</c:v>
                </c:pt>
                <c:pt idx="5518">
                  <c:v>44252</c:v>
                </c:pt>
                <c:pt idx="5519">
                  <c:v>44253</c:v>
                </c:pt>
                <c:pt idx="5520">
                  <c:v>44256</c:v>
                </c:pt>
                <c:pt idx="5521">
                  <c:v>44257</c:v>
                </c:pt>
                <c:pt idx="5522">
                  <c:v>44258</c:v>
                </c:pt>
                <c:pt idx="5523">
                  <c:v>44259</c:v>
                </c:pt>
                <c:pt idx="5524">
                  <c:v>44260</c:v>
                </c:pt>
                <c:pt idx="5525">
                  <c:v>44263</c:v>
                </c:pt>
                <c:pt idx="5526">
                  <c:v>44264</c:v>
                </c:pt>
                <c:pt idx="5527">
                  <c:v>44265</c:v>
                </c:pt>
                <c:pt idx="5528">
                  <c:v>44266</c:v>
                </c:pt>
                <c:pt idx="5529">
                  <c:v>44267</c:v>
                </c:pt>
                <c:pt idx="5530">
                  <c:v>44270</c:v>
                </c:pt>
                <c:pt idx="5531">
                  <c:v>44271</c:v>
                </c:pt>
                <c:pt idx="5532">
                  <c:v>44272</c:v>
                </c:pt>
                <c:pt idx="5533">
                  <c:v>44273</c:v>
                </c:pt>
                <c:pt idx="5534">
                  <c:v>44274</c:v>
                </c:pt>
                <c:pt idx="5535">
                  <c:v>44277</c:v>
                </c:pt>
                <c:pt idx="5536">
                  <c:v>44278</c:v>
                </c:pt>
                <c:pt idx="5537">
                  <c:v>44279</c:v>
                </c:pt>
                <c:pt idx="5538">
                  <c:v>44280</c:v>
                </c:pt>
                <c:pt idx="5539">
                  <c:v>44281</c:v>
                </c:pt>
                <c:pt idx="5540">
                  <c:v>44284</c:v>
                </c:pt>
                <c:pt idx="5541">
                  <c:v>44285</c:v>
                </c:pt>
                <c:pt idx="5542">
                  <c:v>44286</c:v>
                </c:pt>
                <c:pt idx="5543">
                  <c:v>44287</c:v>
                </c:pt>
                <c:pt idx="5544">
                  <c:v>44288</c:v>
                </c:pt>
                <c:pt idx="5545">
                  <c:v>44291</c:v>
                </c:pt>
                <c:pt idx="5546">
                  <c:v>44292</c:v>
                </c:pt>
                <c:pt idx="5547">
                  <c:v>44293</c:v>
                </c:pt>
                <c:pt idx="5548">
                  <c:v>44294</c:v>
                </c:pt>
                <c:pt idx="5549">
                  <c:v>44295</c:v>
                </c:pt>
                <c:pt idx="5550">
                  <c:v>44298</c:v>
                </c:pt>
                <c:pt idx="5551">
                  <c:v>44299</c:v>
                </c:pt>
                <c:pt idx="5552">
                  <c:v>44300</c:v>
                </c:pt>
                <c:pt idx="5553">
                  <c:v>44301</c:v>
                </c:pt>
                <c:pt idx="5554">
                  <c:v>44302</c:v>
                </c:pt>
                <c:pt idx="5555">
                  <c:v>44305</c:v>
                </c:pt>
                <c:pt idx="5556">
                  <c:v>44306</c:v>
                </c:pt>
                <c:pt idx="5557">
                  <c:v>44307</c:v>
                </c:pt>
                <c:pt idx="5558">
                  <c:v>44308</c:v>
                </c:pt>
                <c:pt idx="5559">
                  <c:v>44309</c:v>
                </c:pt>
                <c:pt idx="5560">
                  <c:v>44312</c:v>
                </c:pt>
                <c:pt idx="5561">
                  <c:v>44313</c:v>
                </c:pt>
                <c:pt idx="5562">
                  <c:v>44314</c:v>
                </c:pt>
                <c:pt idx="5563">
                  <c:v>44315</c:v>
                </c:pt>
                <c:pt idx="5564">
                  <c:v>44316</c:v>
                </c:pt>
                <c:pt idx="5565">
                  <c:v>44319</c:v>
                </c:pt>
                <c:pt idx="5566">
                  <c:v>44320</c:v>
                </c:pt>
                <c:pt idx="5567">
                  <c:v>44321</c:v>
                </c:pt>
                <c:pt idx="5568">
                  <c:v>44322</c:v>
                </c:pt>
                <c:pt idx="5569">
                  <c:v>44323</c:v>
                </c:pt>
                <c:pt idx="5570">
                  <c:v>44326</c:v>
                </c:pt>
                <c:pt idx="5571">
                  <c:v>44327</c:v>
                </c:pt>
                <c:pt idx="5572">
                  <c:v>44328</c:v>
                </c:pt>
                <c:pt idx="5573">
                  <c:v>44329</c:v>
                </c:pt>
                <c:pt idx="5574">
                  <c:v>44330</c:v>
                </c:pt>
                <c:pt idx="5575">
                  <c:v>44333</c:v>
                </c:pt>
                <c:pt idx="5576">
                  <c:v>44334</c:v>
                </c:pt>
                <c:pt idx="5577">
                  <c:v>44335</c:v>
                </c:pt>
                <c:pt idx="5578">
                  <c:v>44336</c:v>
                </c:pt>
                <c:pt idx="5579">
                  <c:v>44337</c:v>
                </c:pt>
                <c:pt idx="5580">
                  <c:v>44340</c:v>
                </c:pt>
                <c:pt idx="5581">
                  <c:v>44341</c:v>
                </c:pt>
                <c:pt idx="5582">
                  <c:v>44342</c:v>
                </c:pt>
                <c:pt idx="5583">
                  <c:v>44343</c:v>
                </c:pt>
                <c:pt idx="5584">
                  <c:v>44344</c:v>
                </c:pt>
                <c:pt idx="5585">
                  <c:v>44347</c:v>
                </c:pt>
                <c:pt idx="5586">
                  <c:v>44348</c:v>
                </c:pt>
                <c:pt idx="5587">
                  <c:v>44349</c:v>
                </c:pt>
                <c:pt idx="5588">
                  <c:v>44350</c:v>
                </c:pt>
                <c:pt idx="5589">
                  <c:v>44351</c:v>
                </c:pt>
                <c:pt idx="5590">
                  <c:v>44354</c:v>
                </c:pt>
                <c:pt idx="5591">
                  <c:v>44355</c:v>
                </c:pt>
                <c:pt idx="5592">
                  <c:v>44356</c:v>
                </c:pt>
                <c:pt idx="5593">
                  <c:v>44357</c:v>
                </c:pt>
                <c:pt idx="5594">
                  <c:v>44358</c:v>
                </c:pt>
                <c:pt idx="5595">
                  <c:v>44361</c:v>
                </c:pt>
                <c:pt idx="5596">
                  <c:v>44362</c:v>
                </c:pt>
                <c:pt idx="5597">
                  <c:v>44363</c:v>
                </c:pt>
                <c:pt idx="5598">
                  <c:v>44364</c:v>
                </c:pt>
                <c:pt idx="5599">
                  <c:v>44365</c:v>
                </c:pt>
                <c:pt idx="5600">
                  <c:v>44368</c:v>
                </c:pt>
                <c:pt idx="5601">
                  <c:v>44369</c:v>
                </c:pt>
                <c:pt idx="5602">
                  <c:v>44370</c:v>
                </c:pt>
                <c:pt idx="5603">
                  <c:v>44371</c:v>
                </c:pt>
                <c:pt idx="5604">
                  <c:v>44372</c:v>
                </c:pt>
                <c:pt idx="5605">
                  <c:v>44375</c:v>
                </c:pt>
                <c:pt idx="5606">
                  <c:v>44376</c:v>
                </c:pt>
                <c:pt idx="5607">
                  <c:v>44377</c:v>
                </c:pt>
                <c:pt idx="5608">
                  <c:v>44378</c:v>
                </c:pt>
                <c:pt idx="5609">
                  <c:v>44379</c:v>
                </c:pt>
                <c:pt idx="5610">
                  <c:v>44382</c:v>
                </c:pt>
                <c:pt idx="5611">
                  <c:v>44383</c:v>
                </c:pt>
                <c:pt idx="5612">
                  <c:v>44384</c:v>
                </c:pt>
                <c:pt idx="5613">
                  <c:v>44385</c:v>
                </c:pt>
                <c:pt idx="5614">
                  <c:v>44386</c:v>
                </c:pt>
                <c:pt idx="5615">
                  <c:v>44389</c:v>
                </c:pt>
                <c:pt idx="5616">
                  <c:v>44390</c:v>
                </c:pt>
                <c:pt idx="5617">
                  <c:v>44391</c:v>
                </c:pt>
                <c:pt idx="5618">
                  <c:v>44392</c:v>
                </c:pt>
                <c:pt idx="5619">
                  <c:v>44393</c:v>
                </c:pt>
                <c:pt idx="5620">
                  <c:v>44396</c:v>
                </c:pt>
                <c:pt idx="5621">
                  <c:v>44397</c:v>
                </c:pt>
                <c:pt idx="5622">
                  <c:v>44398</c:v>
                </c:pt>
                <c:pt idx="5623">
                  <c:v>44399</c:v>
                </c:pt>
                <c:pt idx="5624">
                  <c:v>44400</c:v>
                </c:pt>
                <c:pt idx="5625">
                  <c:v>44403</c:v>
                </c:pt>
                <c:pt idx="5626">
                  <c:v>44404</c:v>
                </c:pt>
                <c:pt idx="5627">
                  <c:v>44405</c:v>
                </c:pt>
                <c:pt idx="5628">
                  <c:v>44406</c:v>
                </c:pt>
                <c:pt idx="5629">
                  <c:v>44407</c:v>
                </c:pt>
                <c:pt idx="5630">
                  <c:v>44410</c:v>
                </c:pt>
                <c:pt idx="5631">
                  <c:v>44411</c:v>
                </c:pt>
                <c:pt idx="5632">
                  <c:v>44412</c:v>
                </c:pt>
                <c:pt idx="5633">
                  <c:v>44413</c:v>
                </c:pt>
                <c:pt idx="5634">
                  <c:v>44414</c:v>
                </c:pt>
                <c:pt idx="5635">
                  <c:v>44417</c:v>
                </c:pt>
                <c:pt idx="5636">
                  <c:v>44418</c:v>
                </c:pt>
                <c:pt idx="5637">
                  <c:v>44419</c:v>
                </c:pt>
                <c:pt idx="5638">
                  <c:v>44420</c:v>
                </c:pt>
                <c:pt idx="5639">
                  <c:v>44421</c:v>
                </c:pt>
                <c:pt idx="5640">
                  <c:v>44424</c:v>
                </c:pt>
                <c:pt idx="5641">
                  <c:v>44425</c:v>
                </c:pt>
                <c:pt idx="5642">
                  <c:v>44426</c:v>
                </c:pt>
                <c:pt idx="5643">
                  <c:v>44427</c:v>
                </c:pt>
                <c:pt idx="5644">
                  <c:v>44428</c:v>
                </c:pt>
                <c:pt idx="5645">
                  <c:v>44431</c:v>
                </c:pt>
                <c:pt idx="5646">
                  <c:v>44432</c:v>
                </c:pt>
                <c:pt idx="5647">
                  <c:v>44433</c:v>
                </c:pt>
                <c:pt idx="5648">
                  <c:v>44434</c:v>
                </c:pt>
                <c:pt idx="5649">
                  <c:v>44435</c:v>
                </c:pt>
                <c:pt idx="5650">
                  <c:v>44438</c:v>
                </c:pt>
                <c:pt idx="5651">
                  <c:v>44439</c:v>
                </c:pt>
                <c:pt idx="5652">
                  <c:v>44440</c:v>
                </c:pt>
                <c:pt idx="5653">
                  <c:v>44441</c:v>
                </c:pt>
                <c:pt idx="5654">
                  <c:v>44442</c:v>
                </c:pt>
                <c:pt idx="5655">
                  <c:v>44445</c:v>
                </c:pt>
                <c:pt idx="5656">
                  <c:v>44446</c:v>
                </c:pt>
                <c:pt idx="5657">
                  <c:v>44447</c:v>
                </c:pt>
                <c:pt idx="5658">
                  <c:v>44448</c:v>
                </c:pt>
                <c:pt idx="5659">
                  <c:v>44449</c:v>
                </c:pt>
                <c:pt idx="5660">
                  <c:v>44452</c:v>
                </c:pt>
                <c:pt idx="5661">
                  <c:v>44453</c:v>
                </c:pt>
                <c:pt idx="5662">
                  <c:v>44454</c:v>
                </c:pt>
                <c:pt idx="5663">
                  <c:v>44455</c:v>
                </c:pt>
                <c:pt idx="5664">
                  <c:v>44456</c:v>
                </c:pt>
                <c:pt idx="5665">
                  <c:v>44459</c:v>
                </c:pt>
                <c:pt idx="5666">
                  <c:v>44460</c:v>
                </c:pt>
                <c:pt idx="5667">
                  <c:v>44461</c:v>
                </c:pt>
                <c:pt idx="5668">
                  <c:v>44462</c:v>
                </c:pt>
                <c:pt idx="5669">
                  <c:v>44463</c:v>
                </c:pt>
                <c:pt idx="5670">
                  <c:v>44466</c:v>
                </c:pt>
                <c:pt idx="5671">
                  <c:v>44467</c:v>
                </c:pt>
                <c:pt idx="5672">
                  <c:v>44468</c:v>
                </c:pt>
                <c:pt idx="5673">
                  <c:v>44469</c:v>
                </c:pt>
                <c:pt idx="5674">
                  <c:v>44470</c:v>
                </c:pt>
                <c:pt idx="5675">
                  <c:v>44473</c:v>
                </c:pt>
                <c:pt idx="5676">
                  <c:v>44474</c:v>
                </c:pt>
                <c:pt idx="5677">
                  <c:v>44475</c:v>
                </c:pt>
                <c:pt idx="5678">
                  <c:v>44476</c:v>
                </c:pt>
                <c:pt idx="5679">
                  <c:v>44477</c:v>
                </c:pt>
                <c:pt idx="5680">
                  <c:v>44480</c:v>
                </c:pt>
                <c:pt idx="5681">
                  <c:v>44481</c:v>
                </c:pt>
                <c:pt idx="5682">
                  <c:v>44482</c:v>
                </c:pt>
                <c:pt idx="5683">
                  <c:v>44483</c:v>
                </c:pt>
                <c:pt idx="5684">
                  <c:v>44484</c:v>
                </c:pt>
                <c:pt idx="5685">
                  <c:v>44487</c:v>
                </c:pt>
                <c:pt idx="5686">
                  <c:v>44488</c:v>
                </c:pt>
                <c:pt idx="5687">
                  <c:v>44489</c:v>
                </c:pt>
                <c:pt idx="5688">
                  <c:v>44490</c:v>
                </c:pt>
                <c:pt idx="5689">
                  <c:v>44491</c:v>
                </c:pt>
                <c:pt idx="5690">
                  <c:v>44494</c:v>
                </c:pt>
                <c:pt idx="5691">
                  <c:v>44495</c:v>
                </c:pt>
                <c:pt idx="5692">
                  <c:v>44496</c:v>
                </c:pt>
                <c:pt idx="5693">
                  <c:v>44497</c:v>
                </c:pt>
                <c:pt idx="5694">
                  <c:v>44498</c:v>
                </c:pt>
                <c:pt idx="5695">
                  <c:v>44501</c:v>
                </c:pt>
                <c:pt idx="5696">
                  <c:v>44502</c:v>
                </c:pt>
                <c:pt idx="5697">
                  <c:v>44503</c:v>
                </c:pt>
                <c:pt idx="5698">
                  <c:v>44504</c:v>
                </c:pt>
                <c:pt idx="5699">
                  <c:v>44505</c:v>
                </c:pt>
                <c:pt idx="5700">
                  <c:v>44508</c:v>
                </c:pt>
                <c:pt idx="5701">
                  <c:v>44509</c:v>
                </c:pt>
                <c:pt idx="5702">
                  <c:v>44510</c:v>
                </c:pt>
                <c:pt idx="5703">
                  <c:v>44511</c:v>
                </c:pt>
                <c:pt idx="5704">
                  <c:v>44512</c:v>
                </c:pt>
                <c:pt idx="5705">
                  <c:v>44515</c:v>
                </c:pt>
                <c:pt idx="5706">
                  <c:v>44516</c:v>
                </c:pt>
                <c:pt idx="5707">
                  <c:v>44517</c:v>
                </c:pt>
                <c:pt idx="5708">
                  <c:v>44518</c:v>
                </c:pt>
                <c:pt idx="5709">
                  <c:v>44519</c:v>
                </c:pt>
                <c:pt idx="5710">
                  <c:v>44522</c:v>
                </c:pt>
                <c:pt idx="5711">
                  <c:v>44523</c:v>
                </c:pt>
                <c:pt idx="5712">
                  <c:v>44524</c:v>
                </c:pt>
                <c:pt idx="5713">
                  <c:v>44525</c:v>
                </c:pt>
                <c:pt idx="5714">
                  <c:v>44526</c:v>
                </c:pt>
                <c:pt idx="5715">
                  <c:v>44529</c:v>
                </c:pt>
                <c:pt idx="5716">
                  <c:v>44530</c:v>
                </c:pt>
                <c:pt idx="5717">
                  <c:v>44531</c:v>
                </c:pt>
                <c:pt idx="5718">
                  <c:v>44532</c:v>
                </c:pt>
                <c:pt idx="5719">
                  <c:v>44533</c:v>
                </c:pt>
                <c:pt idx="5720">
                  <c:v>44536</c:v>
                </c:pt>
                <c:pt idx="5721">
                  <c:v>44537</c:v>
                </c:pt>
                <c:pt idx="5722">
                  <c:v>44538</c:v>
                </c:pt>
                <c:pt idx="5723">
                  <c:v>44539</c:v>
                </c:pt>
                <c:pt idx="5724">
                  <c:v>44540</c:v>
                </c:pt>
                <c:pt idx="5725">
                  <c:v>44543</c:v>
                </c:pt>
                <c:pt idx="5726">
                  <c:v>44544</c:v>
                </c:pt>
                <c:pt idx="5727">
                  <c:v>44545</c:v>
                </c:pt>
                <c:pt idx="5728">
                  <c:v>44546</c:v>
                </c:pt>
                <c:pt idx="5729">
                  <c:v>44547</c:v>
                </c:pt>
                <c:pt idx="5730">
                  <c:v>44550</c:v>
                </c:pt>
                <c:pt idx="5731">
                  <c:v>44551</c:v>
                </c:pt>
                <c:pt idx="5732">
                  <c:v>44552</c:v>
                </c:pt>
                <c:pt idx="5733">
                  <c:v>44553</c:v>
                </c:pt>
                <c:pt idx="5734">
                  <c:v>44554</c:v>
                </c:pt>
                <c:pt idx="5735">
                  <c:v>44557</c:v>
                </c:pt>
                <c:pt idx="5736">
                  <c:v>44558</c:v>
                </c:pt>
                <c:pt idx="5737">
                  <c:v>44559</c:v>
                </c:pt>
                <c:pt idx="5738">
                  <c:v>44560</c:v>
                </c:pt>
                <c:pt idx="5739">
                  <c:v>44561</c:v>
                </c:pt>
                <c:pt idx="5740">
                  <c:v>44564</c:v>
                </c:pt>
                <c:pt idx="5741">
                  <c:v>44565</c:v>
                </c:pt>
                <c:pt idx="5742">
                  <c:v>44566</c:v>
                </c:pt>
                <c:pt idx="5743">
                  <c:v>44567</c:v>
                </c:pt>
                <c:pt idx="5744">
                  <c:v>44568</c:v>
                </c:pt>
                <c:pt idx="5745">
                  <c:v>44571</c:v>
                </c:pt>
                <c:pt idx="5746">
                  <c:v>44572</c:v>
                </c:pt>
                <c:pt idx="5747">
                  <c:v>44573</c:v>
                </c:pt>
                <c:pt idx="5748">
                  <c:v>44574</c:v>
                </c:pt>
                <c:pt idx="5749">
                  <c:v>44575</c:v>
                </c:pt>
                <c:pt idx="5750">
                  <c:v>44578</c:v>
                </c:pt>
                <c:pt idx="5751">
                  <c:v>44579</c:v>
                </c:pt>
                <c:pt idx="5752">
                  <c:v>44580</c:v>
                </c:pt>
                <c:pt idx="5753">
                  <c:v>44581</c:v>
                </c:pt>
                <c:pt idx="5754">
                  <c:v>44582</c:v>
                </c:pt>
                <c:pt idx="5755">
                  <c:v>44585</c:v>
                </c:pt>
                <c:pt idx="5756">
                  <c:v>44586</c:v>
                </c:pt>
                <c:pt idx="5757">
                  <c:v>44587</c:v>
                </c:pt>
                <c:pt idx="5758">
                  <c:v>44588</c:v>
                </c:pt>
                <c:pt idx="5759">
                  <c:v>44589</c:v>
                </c:pt>
                <c:pt idx="5760">
                  <c:v>44592</c:v>
                </c:pt>
                <c:pt idx="5761">
                  <c:v>44593</c:v>
                </c:pt>
                <c:pt idx="5762">
                  <c:v>44594</c:v>
                </c:pt>
                <c:pt idx="5763">
                  <c:v>44595</c:v>
                </c:pt>
                <c:pt idx="5764">
                  <c:v>44596</c:v>
                </c:pt>
                <c:pt idx="5765">
                  <c:v>44599</c:v>
                </c:pt>
                <c:pt idx="5766">
                  <c:v>44600</c:v>
                </c:pt>
                <c:pt idx="5767">
                  <c:v>44601</c:v>
                </c:pt>
                <c:pt idx="5768">
                  <c:v>44602</c:v>
                </c:pt>
                <c:pt idx="5769">
                  <c:v>44603</c:v>
                </c:pt>
                <c:pt idx="5770">
                  <c:v>44606</c:v>
                </c:pt>
                <c:pt idx="5771">
                  <c:v>44607</c:v>
                </c:pt>
                <c:pt idx="5772">
                  <c:v>44608</c:v>
                </c:pt>
                <c:pt idx="5773">
                  <c:v>44609</c:v>
                </c:pt>
                <c:pt idx="5774">
                  <c:v>44610</c:v>
                </c:pt>
                <c:pt idx="5775">
                  <c:v>44613</c:v>
                </c:pt>
                <c:pt idx="5776">
                  <c:v>44614</c:v>
                </c:pt>
                <c:pt idx="5777">
                  <c:v>44615</c:v>
                </c:pt>
                <c:pt idx="5778">
                  <c:v>44616</c:v>
                </c:pt>
                <c:pt idx="5779">
                  <c:v>44617</c:v>
                </c:pt>
                <c:pt idx="5780">
                  <c:v>44620</c:v>
                </c:pt>
                <c:pt idx="5781">
                  <c:v>44621</c:v>
                </c:pt>
                <c:pt idx="5782">
                  <c:v>44622</c:v>
                </c:pt>
                <c:pt idx="5783">
                  <c:v>44623</c:v>
                </c:pt>
                <c:pt idx="5784">
                  <c:v>44624</c:v>
                </c:pt>
                <c:pt idx="5785">
                  <c:v>44627</c:v>
                </c:pt>
                <c:pt idx="5786">
                  <c:v>44628</c:v>
                </c:pt>
                <c:pt idx="5787">
                  <c:v>44629</c:v>
                </c:pt>
                <c:pt idx="5788">
                  <c:v>44630</c:v>
                </c:pt>
                <c:pt idx="5789">
                  <c:v>44631</c:v>
                </c:pt>
                <c:pt idx="5790">
                  <c:v>44634</c:v>
                </c:pt>
                <c:pt idx="5791">
                  <c:v>44635</c:v>
                </c:pt>
                <c:pt idx="5792">
                  <c:v>44636</c:v>
                </c:pt>
                <c:pt idx="5793">
                  <c:v>44637</c:v>
                </c:pt>
                <c:pt idx="5794">
                  <c:v>44638</c:v>
                </c:pt>
                <c:pt idx="5795">
                  <c:v>44641</c:v>
                </c:pt>
                <c:pt idx="5796">
                  <c:v>44642</c:v>
                </c:pt>
                <c:pt idx="5797">
                  <c:v>44643</c:v>
                </c:pt>
                <c:pt idx="5798">
                  <c:v>44644</c:v>
                </c:pt>
                <c:pt idx="5799">
                  <c:v>44645</c:v>
                </c:pt>
                <c:pt idx="5800">
                  <c:v>44648</c:v>
                </c:pt>
                <c:pt idx="5801">
                  <c:v>44649</c:v>
                </c:pt>
                <c:pt idx="5802">
                  <c:v>44650</c:v>
                </c:pt>
                <c:pt idx="5803">
                  <c:v>44651</c:v>
                </c:pt>
                <c:pt idx="5804">
                  <c:v>44652</c:v>
                </c:pt>
                <c:pt idx="5805">
                  <c:v>44655</c:v>
                </c:pt>
                <c:pt idx="5806">
                  <c:v>44656</c:v>
                </c:pt>
                <c:pt idx="5807">
                  <c:v>44657</c:v>
                </c:pt>
                <c:pt idx="5808">
                  <c:v>44658</c:v>
                </c:pt>
                <c:pt idx="5809">
                  <c:v>44659</c:v>
                </c:pt>
                <c:pt idx="5810">
                  <c:v>44662</c:v>
                </c:pt>
                <c:pt idx="5811">
                  <c:v>44663</c:v>
                </c:pt>
                <c:pt idx="5812">
                  <c:v>44664</c:v>
                </c:pt>
                <c:pt idx="5813">
                  <c:v>44665</c:v>
                </c:pt>
                <c:pt idx="5814">
                  <c:v>44666</c:v>
                </c:pt>
                <c:pt idx="5815">
                  <c:v>44669</c:v>
                </c:pt>
                <c:pt idx="5816">
                  <c:v>44670</c:v>
                </c:pt>
                <c:pt idx="5817">
                  <c:v>44671</c:v>
                </c:pt>
                <c:pt idx="5818">
                  <c:v>44672</c:v>
                </c:pt>
                <c:pt idx="5819">
                  <c:v>44673</c:v>
                </c:pt>
                <c:pt idx="5820">
                  <c:v>44676</c:v>
                </c:pt>
                <c:pt idx="5821">
                  <c:v>44677</c:v>
                </c:pt>
                <c:pt idx="5822">
                  <c:v>44678</c:v>
                </c:pt>
                <c:pt idx="5823">
                  <c:v>44679</c:v>
                </c:pt>
                <c:pt idx="5824">
                  <c:v>44680</c:v>
                </c:pt>
                <c:pt idx="5825">
                  <c:v>44683</c:v>
                </c:pt>
                <c:pt idx="5826">
                  <c:v>44684</c:v>
                </c:pt>
                <c:pt idx="5827">
                  <c:v>44685</c:v>
                </c:pt>
                <c:pt idx="5828">
                  <c:v>44686</c:v>
                </c:pt>
                <c:pt idx="5829">
                  <c:v>44687</c:v>
                </c:pt>
                <c:pt idx="5830">
                  <c:v>44690</c:v>
                </c:pt>
                <c:pt idx="5831">
                  <c:v>44691</c:v>
                </c:pt>
                <c:pt idx="5832">
                  <c:v>44692</c:v>
                </c:pt>
                <c:pt idx="5833">
                  <c:v>44693</c:v>
                </c:pt>
                <c:pt idx="5834">
                  <c:v>44694</c:v>
                </c:pt>
                <c:pt idx="5835">
                  <c:v>44697</c:v>
                </c:pt>
                <c:pt idx="5836">
                  <c:v>44698</c:v>
                </c:pt>
                <c:pt idx="5837">
                  <c:v>44699</c:v>
                </c:pt>
                <c:pt idx="5838">
                  <c:v>44700</c:v>
                </c:pt>
                <c:pt idx="5839">
                  <c:v>44701</c:v>
                </c:pt>
                <c:pt idx="5840">
                  <c:v>44704</c:v>
                </c:pt>
                <c:pt idx="5841">
                  <c:v>44705</c:v>
                </c:pt>
                <c:pt idx="5842">
                  <c:v>44706</c:v>
                </c:pt>
                <c:pt idx="5843">
                  <c:v>44707</c:v>
                </c:pt>
                <c:pt idx="5844">
                  <c:v>44708</c:v>
                </c:pt>
                <c:pt idx="5845">
                  <c:v>44711</c:v>
                </c:pt>
                <c:pt idx="5846">
                  <c:v>44712</c:v>
                </c:pt>
                <c:pt idx="5847">
                  <c:v>44713</c:v>
                </c:pt>
                <c:pt idx="5848">
                  <c:v>44714</c:v>
                </c:pt>
                <c:pt idx="5849">
                  <c:v>44715</c:v>
                </c:pt>
                <c:pt idx="5850">
                  <c:v>44718</c:v>
                </c:pt>
                <c:pt idx="5851">
                  <c:v>44719</c:v>
                </c:pt>
                <c:pt idx="5852">
                  <c:v>44720</c:v>
                </c:pt>
                <c:pt idx="5853">
                  <c:v>44721</c:v>
                </c:pt>
                <c:pt idx="5854">
                  <c:v>44722</c:v>
                </c:pt>
                <c:pt idx="5855">
                  <c:v>44725</c:v>
                </c:pt>
                <c:pt idx="5856">
                  <c:v>44726</c:v>
                </c:pt>
                <c:pt idx="5857">
                  <c:v>44727</c:v>
                </c:pt>
                <c:pt idx="5858">
                  <c:v>44728</c:v>
                </c:pt>
                <c:pt idx="5859">
                  <c:v>44729</c:v>
                </c:pt>
                <c:pt idx="5860">
                  <c:v>44732</c:v>
                </c:pt>
                <c:pt idx="5861">
                  <c:v>44733</c:v>
                </c:pt>
                <c:pt idx="5862">
                  <c:v>44734</c:v>
                </c:pt>
                <c:pt idx="5863">
                  <c:v>44735</c:v>
                </c:pt>
                <c:pt idx="5864">
                  <c:v>44736</c:v>
                </c:pt>
                <c:pt idx="5865">
                  <c:v>44739</c:v>
                </c:pt>
                <c:pt idx="5866">
                  <c:v>44740</c:v>
                </c:pt>
                <c:pt idx="5867">
                  <c:v>44741</c:v>
                </c:pt>
                <c:pt idx="5868">
                  <c:v>44742</c:v>
                </c:pt>
                <c:pt idx="5869">
                  <c:v>44743</c:v>
                </c:pt>
                <c:pt idx="5870">
                  <c:v>44746</c:v>
                </c:pt>
                <c:pt idx="5871">
                  <c:v>44747</c:v>
                </c:pt>
                <c:pt idx="5872">
                  <c:v>44748</c:v>
                </c:pt>
                <c:pt idx="5873">
                  <c:v>44749</c:v>
                </c:pt>
                <c:pt idx="5874">
                  <c:v>44750</c:v>
                </c:pt>
                <c:pt idx="5875">
                  <c:v>44753</c:v>
                </c:pt>
                <c:pt idx="5876">
                  <c:v>44754</c:v>
                </c:pt>
                <c:pt idx="5877">
                  <c:v>44755</c:v>
                </c:pt>
                <c:pt idx="5878">
                  <c:v>44756</c:v>
                </c:pt>
                <c:pt idx="5879">
                  <c:v>44757</c:v>
                </c:pt>
                <c:pt idx="5880">
                  <c:v>44760</c:v>
                </c:pt>
                <c:pt idx="5881">
                  <c:v>44761</c:v>
                </c:pt>
                <c:pt idx="5882">
                  <c:v>44762</c:v>
                </c:pt>
                <c:pt idx="5883">
                  <c:v>44763</c:v>
                </c:pt>
                <c:pt idx="5884">
                  <c:v>44764</c:v>
                </c:pt>
                <c:pt idx="5885">
                  <c:v>44767</c:v>
                </c:pt>
                <c:pt idx="5886">
                  <c:v>44768</c:v>
                </c:pt>
                <c:pt idx="5887">
                  <c:v>44769</c:v>
                </c:pt>
                <c:pt idx="5888">
                  <c:v>44770</c:v>
                </c:pt>
                <c:pt idx="5889">
                  <c:v>44771</c:v>
                </c:pt>
                <c:pt idx="5890">
                  <c:v>44774</c:v>
                </c:pt>
                <c:pt idx="5891">
                  <c:v>44775</c:v>
                </c:pt>
                <c:pt idx="5892">
                  <c:v>44776</c:v>
                </c:pt>
                <c:pt idx="5893">
                  <c:v>44777</c:v>
                </c:pt>
                <c:pt idx="5894">
                  <c:v>44778</c:v>
                </c:pt>
                <c:pt idx="5895">
                  <c:v>44781</c:v>
                </c:pt>
                <c:pt idx="5896">
                  <c:v>44782</c:v>
                </c:pt>
                <c:pt idx="5897">
                  <c:v>44783</c:v>
                </c:pt>
                <c:pt idx="5898">
                  <c:v>44784</c:v>
                </c:pt>
                <c:pt idx="5899">
                  <c:v>44785</c:v>
                </c:pt>
                <c:pt idx="5900">
                  <c:v>44788</c:v>
                </c:pt>
                <c:pt idx="5901">
                  <c:v>44789</c:v>
                </c:pt>
                <c:pt idx="5902">
                  <c:v>44790</c:v>
                </c:pt>
                <c:pt idx="5903">
                  <c:v>44791</c:v>
                </c:pt>
                <c:pt idx="5904">
                  <c:v>44792</c:v>
                </c:pt>
                <c:pt idx="5905">
                  <c:v>44795</c:v>
                </c:pt>
                <c:pt idx="5906">
                  <c:v>44796</c:v>
                </c:pt>
                <c:pt idx="5907">
                  <c:v>44797</c:v>
                </c:pt>
                <c:pt idx="5908">
                  <c:v>44798</c:v>
                </c:pt>
                <c:pt idx="5909">
                  <c:v>44799</c:v>
                </c:pt>
                <c:pt idx="5910">
                  <c:v>44802</c:v>
                </c:pt>
                <c:pt idx="5911">
                  <c:v>44803</c:v>
                </c:pt>
                <c:pt idx="5912">
                  <c:v>44804</c:v>
                </c:pt>
                <c:pt idx="5913">
                  <c:v>44805</c:v>
                </c:pt>
                <c:pt idx="5914">
                  <c:v>44806</c:v>
                </c:pt>
                <c:pt idx="5915">
                  <c:v>44809</c:v>
                </c:pt>
                <c:pt idx="5916">
                  <c:v>44810</c:v>
                </c:pt>
                <c:pt idx="5917">
                  <c:v>44811</c:v>
                </c:pt>
                <c:pt idx="5918">
                  <c:v>44812</c:v>
                </c:pt>
                <c:pt idx="5919">
                  <c:v>44813</c:v>
                </c:pt>
                <c:pt idx="5920">
                  <c:v>44816</c:v>
                </c:pt>
                <c:pt idx="5921">
                  <c:v>44817</c:v>
                </c:pt>
                <c:pt idx="5922">
                  <c:v>44818</c:v>
                </c:pt>
                <c:pt idx="5923">
                  <c:v>44819</c:v>
                </c:pt>
                <c:pt idx="5924">
                  <c:v>44820</c:v>
                </c:pt>
                <c:pt idx="5925">
                  <c:v>44823</c:v>
                </c:pt>
                <c:pt idx="5926">
                  <c:v>44824</c:v>
                </c:pt>
                <c:pt idx="5927">
                  <c:v>44825</c:v>
                </c:pt>
                <c:pt idx="5928">
                  <c:v>44826</c:v>
                </c:pt>
                <c:pt idx="5929">
                  <c:v>44827</c:v>
                </c:pt>
                <c:pt idx="5930">
                  <c:v>44830</c:v>
                </c:pt>
                <c:pt idx="5931">
                  <c:v>44831</c:v>
                </c:pt>
                <c:pt idx="5932">
                  <c:v>44832</c:v>
                </c:pt>
                <c:pt idx="5933">
                  <c:v>44833</c:v>
                </c:pt>
                <c:pt idx="5934">
                  <c:v>44834</c:v>
                </c:pt>
                <c:pt idx="5935">
                  <c:v>44837</c:v>
                </c:pt>
                <c:pt idx="5936">
                  <c:v>44838</c:v>
                </c:pt>
                <c:pt idx="5937">
                  <c:v>44839</c:v>
                </c:pt>
                <c:pt idx="5938">
                  <c:v>44840</c:v>
                </c:pt>
                <c:pt idx="5939">
                  <c:v>44841</c:v>
                </c:pt>
                <c:pt idx="5940">
                  <c:v>44844</c:v>
                </c:pt>
                <c:pt idx="5941">
                  <c:v>44845</c:v>
                </c:pt>
                <c:pt idx="5942">
                  <c:v>44846</c:v>
                </c:pt>
                <c:pt idx="5943">
                  <c:v>44847</c:v>
                </c:pt>
                <c:pt idx="5944">
                  <c:v>44848</c:v>
                </c:pt>
                <c:pt idx="5945">
                  <c:v>44851</c:v>
                </c:pt>
                <c:pt idx="5946">
                  <c:v>44852</c:v>
                </c:pt>
                <c:pt idx="5947">
                  <c:v>44853</c:v>
                </c:pt>
                <c:pt idx="5948">
                  <c:v>44854</c:v>
                </c:pt>
                <c:pt idx="5949">
                  <c:v>44855</c:v>
                </c:pt>
                <c:pt idx="5950">
                  <c:v>44858</c:v>
                </c:pt>
                <c:pt idx="5951">
                  <c:v>44859</c:v>
                </c:pt>
                <c:pt idx="5952">
                  <c:v>44860</c:v>
                </c:pt>
                <c:pt idx="5953">
                  <c:v>44861</c:v>
                </c:pt>
                <c:pt idx="5954">
                  <c:v>44862</c:v>
                </c:pt>
                <c:pt idx="5955">
                  <c:v>44865</c:v>
                </c:pt>
                <c:pt idx="5956">
                  <c:v>44866</c:v>
                </c:pt>
                <c:pt idx="5957">
                  <c:v>44867</c:v>
                </c:pt>
                <c:pt idx="5958">
                  <c:v>44868</c:v>
                </c:pt>
                <c:pt idx="5959">
                  <c:v>44869</c:v>
                </c:pt>
                <c:pt idx="5960">
                  <c:v>44872</c:v>
                </c:pt>
                <c:pt idx="5961">
                  <c:v>44873</c:v>
                </c:pt>
                <c:pt idx="5962">
                  <c:v>44874</c:v>
                </c:pt>
                <c:pt idx="5963">
                  <c:v>44875</c:v>
                </c:pt>
                <c:pt idx="5964">
                  <c:v>44876</c:v>
                </c:pt>
                <c:pt idx="5965">
                  <c:v>44879</c:v>
                </c:pt>
                <c:pt idx="5966">
                  <c:v>44880</c:v>
                </c:pt>
                <c:pt idx="5967">
                  <c:v>44881</c:v>
                </c:pt>
                <c:pt idx="5968">
                  <c:v>44882</c:v>
                </c:pt>
                <c:pt idx="5969">
                  <c:v>44883</c:v>
                </c:pt>
                <c:pt idx="5970">
                  <c:v>44886</c:v>
                </c:pt>
                <c:pt idx="5971">
                  <c:v>44887</c:v>
                </c:pt>
                <c:pt idx="5972">
                  <c:v>44888</c:v>
                </c:pt>
                <c:pt idx="5973">
                  <c:v>44889</c:v>
                </c:pt>
                <c:pt idx="5974">
                  <c:v>44890</c:v>
                </c:pt>
                <c:pt idx="5975">
                  <c:v>44893</c:v>
                </c:pt>
                <c:pt idx="5976">
                  <c:v>44894</c:v>
                </c:pt>
                <c:pt idx="5977">
                  <c:v>44895</c:v>
                </c:pt>
                <c:pt idx="5978">
                  <c:v>44896</c:v>
                </c:pt>
                <c:pt idx="5979">
                  <c:v>44897</c:v>
                </c:pt>
                <c:pt idx="5980">
                  <c:v>44900</c:v>
                </c:pt>
                <c:pt idx="5981">
                  <c:v>44901</c:v>
                </c:pt>
                <c:pt idx="5982">
                  <c:v>44902</c:v>
                </c:pt>
                <c:pt idx="5983">
                  <c:v>44903</c:v>
                </c:pt>
                <c:pt idx="5984">
                  <c:v>44904</c:v>
                </c:pt>
                <c:pt idx="5985">
                  <c:v>44907</c:v>
                </c:pt>
                <c:pt idx="5986">
                  <c:v>44908</c:v>
                </c:pt>
                <c:pt idx="5987">
                  <c:v>44909</c:v>
                </c:pt>
                <c:pt idx="5988">
                  <c:v>44910</c:v>
                </c:pt>
                <c:pt idx="5989">
                  <c:v>44911</c:v>
                </c:pt>
                <c:pt idx="5990">
                  <c:v>44914</c:v>
                </c:pt>
                <c:pt idx="5991">
                  <c:v>44915</c:v>
                </c:pt>
                <c:pt idx="5992">
                  <c:v>44916</c:v>
                </c:pt>
                <c:pt idx="5993">
                  <c:v>44917</c:v>
                </c:pt>
                <c:pt idx="5994">
                  <c:v>44918</c:v>
                </c:pt>
                <c:pt idx="5995">
                  <c:v>44921</c:v>
                </c:pt>
                <c:pt idx="5996">
                  <c:v>44922</c:v>
                </c:pt>
                <c:pt idx="5997">
                  <c:v>44923</c:v>
                </c:pt>
                <c:pt idx="5998">
                  <c:v>44924</c:v>
                </c:pt>
                <c:pt idx="5999">
                  <c:v>44925</c:v>
                </c:pt>
                <c:pt idx="6000">
                  <c:v>44928</c:v>
                </c:pt>
                <c:pt idx="6001">
                  <c:v>44929</c:v>
                </c:pt>
                <c:pt idx="6002">
                  <c:v>44930</c:v>
                </c:pt>
                <c:pt idx="6003">
                  <c:v>44931</c:v>
                </c:pt>
                <c:pt idx="6004">
                  <c:v>44932</c:v>
                </c:pt>
                <c:pt idx="6005">
                  <c:v>44935</c:v>
                </c:pt>
                <c:pt idx="6006">
                  <c:v>44936</c:v>
                </c:pt>
                <c:pt idx="6007">
                  <c:v>44937</c:v>
                </c:pt>
                <c:pt idx="6008">
                  <c:v>44938</c:v>
                </c:pt>
                <c:pt idx="6009">
                  <c:v>44939</c:v>
                </c:pt>
                <c:pt idx="6010">
                  <c:v>44942</c:v>
                </c:pt>
                <c:pt idx="6011">
                  <c:v>44943</c:v>
                </c:pt>
                <c:pt idx="6012">
                  <c:v>44944</c:v>
                </c:pt>
                <c:pt idx="6013">
                  <c:v>44945</c:v>
                </c:pt>
                <c:pt idx="6014">
                  <c:v>44946</c:v>
                </c:pt>
                <c:pt idx="6015">
                  <c:v>44949</c:v>
                </c:pt>
                <c:pt idx="6016">
                  <c:v>44950</c:v>
                </c:pt>
                <c:pt idx="6017">
                  <c:v>44951</c:v>
                </c:pt>
                <c:pt idx="6018">
                  <c:v>44952</c:v>
                </c:pt>
                <c:pt idx="6019">
                  <c:v>44953</c:v>
                </c:pt>
                <c:pt idx="6020">
                  <c:v>44956</c:v>
                </c:pt>
                <c:pt idx="6021">
                  <c:v>44957</c:v>
                </c:pt>
                <c:pt idx="6022">
                  <c:v>44958</c:v>
                </c:pt>
                <c:pt idx="6023">
                  <c:v>44959</c:v>
                </c:pt>
                <c:pt idx="6024">
                  <c:v>44960</c:v>
                </c:pt>
                <c:pt idx="6025">
                  <c:v>44963</c:v>
                </c:pt>
                <c:pt idx="6026">
                  <c:v>44964</c:v>
                </c:pt>
                <c:pt idx="6027">
                  <c:v>44965</c:v>
                </c:pt>
                <c:pt idx="6028">
                  <c:v>44966</c:v>
                </c:pt>
                <c:pt idx="6029">
                  <c:v>44967</c:v>
                </c:pt>
                <c:pt idx="6030">
                  <c:v>44970</c:v>
                </c:pt>
                <c:pt idx="6031">
                  <c:v>44971</c:v>
                </c:pt>
                <c:pt idx="6032">
                  <c:v>44972</c:v>
                </c:pt>
                <c:pt idx="6033">
                  <c:v>44973</c:v>
                </c:pt>
                <c:pt idx="6034">
                  <c:v>44974</c:v>
                </c:pt>
                <c:pt idx="6035">
                  <c:v>44977</c:v>
                </c:pt>
                <c:pt idx="6036">
                  <c:v>44978</c:v>
                </c:pt>
                <c:pt idx="6037">
                  <c:v>44979</c:v>
                </c:pt>
                <c:pt idx="6038">
                  <c:v>44980</c:v>
                </c:pt>
                <c:pt idx="6039">
                  <c:v>44981</c:v>
                </c:pt>
                <c:pt idx="6040">
                  <c:v>44984</c:v>
                </c:pt>
                <c:pt idx="6041">
                  <c:v>44985</c:v>
                </c:pt>
                <c:pt idx="6042">
                  <c:v>44986</c:v>
                </c:pt>
                <c:pt idx="6043">
                  <c:v>44987</c:v>
                </c:pt>
                <c:pt idx="6044">
                  <c:v>44988</c:v>
                </c:pt>
                <c:pt idx="6045">
                  <c:v>44991</c:v>
                </c:pt>
                <c:pt idx="6046">
                  <c:v>44992</c:v>
                </c:pt>
                <c:pt idx="6047">
                  <c:v>44993</c:v>
                </c:pt>
                <c:pt idx="6048">
                  <c:v>44994</c:v>
                </c:pt>
                <c:pt idx="6049">
                  <c:v>44995</c:v>
                </c:pt>
                <c:pt idx="6050">
                  <c:v>44998</c:v>
                </c:pt>
                <c:pt idx="6051">
                  <c:v>44999</c:v>
                </c:pt>
                <c:pt idx="6052">
                  <c:v>45000</c:v>
                </c:pt>
                <c:pt idx="6053">
                  <c:v>45001</c:v>
                </c:pt>
                <c:pt idx="6054">
                  <c:v>45002</c:v>
                </c:pt>
                <c:pt idx="6055">
                  <c:v>45005</c:v>
                </c:pt>
                <c:pt idx="6056">
                  <c:v>45006</c:v>
                </c:pt>
                <c:pt idx="6057">
                  <c:v>45007</c:v>
                </c:pt>
                <c:pt idx="6058">
                  <c:v>45008</c:v>
                </c:pt>
                <c:pt idx="6059">
                  <c:v>45009</c:v>
                </c:pt>
                <c:pt idx="6060">
                  <c:v>45012</c:v>
                </c:pt>
                <c:pt idx="6061">
                  <c:v>45013</c:v>
                </c:pt>
                <c:pt idx="6062">
                  <c:v>45014</c:v>
                </c:pt>
                <c:pt idx="6063">
                  <c:v>45015</c:v>
                </c:pt>
                <c:pt idx="6064">
                  <c:v>45016</c:v>
                </c:pt>
                <c:pt idx="6065">
                  <c:v>45019</c:v>
                </c:pt>
                <c:pt idx="6066">
                  <c:v>45020</c:v>
                </c:pt>
                <c:pt idx="6067">
                  <c:v>45021</c:v>
                </c:pt>
                <c:pt idx="6068">
                  <c:v>45022</c:v>
                </c:pt>
                <c:pt idx="6069">
                  <c:v>45023</c:v>
                </c:pt>
                <c:pt idx="6070">
                  <c:v>45026</c:v>
                </c:pt>
                <c:pt idx="6071">
                  <c:v>45027</c:v>
                </c:pt>
                <c:pt idx="6072">
                  <c:v>45028</c:v>
                </c:pt>
                <c:pt idx="6073">
                  <c:v>45029</c:v>
                </c:pt>
                <c:pt idx="6074">
                  <c:v>45030</c:v>
                </c:pt>
                <c:pt idx="6075">
                  <c:v>45033</c:v>
                </c:pt>
                <c:pt idx="6076">
                  <c:v>45034</c:v>
                </c:pt>
                <c:pt idx="6077">
                  <c:v>45035</c:v>
                </c:pt>
                <c:pt idx="6078">
                  <c:v>45036</c:v>
                </c:pt>
                <c:pt idx="6079">
                  <c:v>45037</c:v>
                </c:pt>
                <c:pt idx="6080">
                  <c:v>45040</c:v>
                </c:pt>
                <c:pt idx="6081">
                  <c:v>45041</c:v>
                </c:pt>
                <c:pt idx="6082">
                  <c:v>45042</c:v>
                </c:pt>
                <c:pt idx="6083">
                  <c:v>45043</c:v>
                </c:pt>
                <c:pt idx="6084">
                  <c:v>45044</c:v>
                </c:pt>
                <c:pt idx="6085">
                  <c:v>45047</c:v>
                </c:pt>
                <c:pt idx="6086">
                  <c:v>45048</c:v>
                </c:pt>
                <c:pt idx="6087">
                  <c:v>45049</c:v>
                </c:pt>
                <c:pt idx="6088">
                  <c:v>45050</c:v>
                </c:pt>
                <c:pt idx="6089">
                  <c:v>45051</c:v>
                </c:pt>
                <c:pt idx="6090">
                  <c:v>45054</c:v>
                </c:pt>
                <c:pt idx="6091">
                  <c:v>45055</c:v>
                </c:pt>
                <c:pt idx="6092">
                  <c:v>45056</c:v>
                </c:pt>
                <c:pt idx="6093">
                  <c:v>45057</c:v>
                </c:pt>
                <c:pt idx="6094">
                  <c:v>45058</c:v>
                </c:pt>
                <c:pt idx="6095">
                  <c:v>45061</c:v>
                </c:pt>
                <c:pt idx="6096">
                  <c:v>45062</c:v>
                </c:pt>
                <c:pt idx="6097">
                  <c:v>45063</c:v>
                </c:pt>
                <c:pt idx="6098">
                  <c:v>45064</c:v>
                </c:pt>
                <c:pt idx="6099">
                  <c:v>45065</c:v>
                </c:pt>
                <c:pt idx="6100">
                  <c:v>45068</c:v>
                </c:pt>
                <c:pt idx="6101">
                  <c:v>45069</c:v>
                </c:pt>
                <c:pt idx="6102">
                  <c:v>45070</c:v>
                </c:pt>
                <c:pt idx="6103">
                  <c:v>45071</c:v>
                </c:pt>
                <c:pt idx="6104">
                  <c:v>45072</c:v>
                </c:pt>
                <c:pt idx="6105">
                  <c:v>45075</c:v>
                </c:pt>
                <c:pt idx="6106">
                  <c:v>45076</c:v>
                </c:pt>
                <c:pt idx="6107">
                  <c:v>45077</c:v>
                </c:pt>
                <c:pt idx="6108">
                  <c:v>45078</c:v>
                </c:pt>
                <c:pt idx="6109">
                  <c:v>45079</c:v>
                </c:pt>
                <c:pt idx="6110">
                  <c:v>45082</c:v>
                </c:pt>
                <c:pt idx="6111">
                  <c:v>45083</c:v>
                </c:pt>
                <c:pt idx="6112">
                  <c:v>45084</c:v>
                </c:pt>
                <c:pt idx="6113">
                  <c:v>45085</c:v>
                </c:pt>
                <c:pt idx="6114">
                  <c:v>45086</c:v>
                </c:pt>
                <c:pt idx="6115">
                  <c:v>45089</c:v>
                </c:pt>
                <c:pt idx="6116">
                  <c:v>45090</c:v>
                </c:pt>
                <c:pt idx="6117">
                  <c:v>45091</c:v>
                </c:pt>
                <c:pt idx="6118">
                  <c:v>45092</c:v>
                </c:pt>
                <c:pt idx="6119">
                  <c:v>45093</c:v>
                </c:pt>
                <c:pt idx="6120">
                  <c:v>45096</c:v>
                </c:pt>
                <c:pt idx="6121">
                  <c:v>45097</c:v>
                </c:pt>
                <c:pt idx="6122">
                  <c:v>45098</c:v>
                </c:pt>
                <c:pt idx="6123">
                  <c:v>45099</c:v>
                </c:pt>
                <c:pt idx="6124">
                  <c:v>45100</c:v>
                </c:pt>
                <c:pt idx="6125">
                  <c:v>45103</c:v>
                </c:pt>
                <c:pt idx="6126">
                  <c:v>45104</c:v>
                </c:pt>
                <c:pt idx="6127">
                  <c:v>45105</c:v>
                </c:pt>
                <c:pt idx="6128">
                  <c:v>45106</c:v>
                </c:pt>
                <c:pt idx="6129">
                  <c:v>45107</c:v>
                </c:pt>
                <c:pt idx="6130">
                  <c:v>45110</c:v>
                </c:pt>
                <c:pt idx="6131">
                  <c:v>45111</c:v>
                </c:pt>
                <c:pt idx="6132">
                  <c:v>45112</c:v>
                </c:pt>
                <c:pt idx="6133">
                  <c:v>45113</c:v>
                </c:pt>
                <c:pt idx="6134">
                  <c:v>45114</c:v>
                </c:pt>
                <c:pt idx="6135">
                  <c:v>45117</c:v>
                </c:pt>
                <c:pt idx="6136">
                  <c:v>45118</c:v>
                </c:pt>
                <c:pt idx="6137">
                  <c:v>45119</c:v>
                </c:pt>
                <c:pt idx="6138">
                  <c:v>45120</c:v>
                </c:pt>
                <c:pt idx="6139">
                  <c:v>45121</c:v>
                </c:pt>
                <c:pt idx="6140">
                  <c:v>45124</c:v>
                </c:pt>
                <c:pt idx="6141">
                  <c:v>45125</c:v>
                </c:pt>
                <c:pt idx="6142">
                  <c:v>45126</c:v>
                </c:pt>
                <c:pt idx="6143">
                  <c:v>45127</c:v>
                </c:pt>
                <c:pt idx="6144">
                  <c:v>45128</c:v>
                </c:pt>
                <c:pt idx="6145">
                  <c:v>45131</c:v>
                </c:pt>
                <c:pt idx="6146">
                  <c:v>45132</c:v>
                </c:pt>
                <c:pt idx="6147">
                  <c:v>45133</c:v>
                </c:pt>
                <c:pt idx="6148">
                  <c:v>45134</c:v>
                </c:pt>
                <c:pt idx="6149">
                  <c:v>45135</c:v>
                </c:pt>
                <c:pt idx="6150">
                  <c:v>45138</c:v>
                </c:pt>
                <c:pt idx="6151">
                  <c:v>45139</c:v>
                </c:pt>
                <c:pt idx="6152">
                  <c:v>45140</c:v>
                </c:pt>
                <c:pt idx="6153">
                  <c:v>45141</c:v>
                </c:pt>
                <c:pt idx="6154">
                  <c:v>45142</c:v>
                </c:pt>
                <c:pt idx="6155">
                  <c:v>45145</c:v>
                </c:pt>
                <c:pt idx="6156">
                  <c:v>45146</c:v>
                </c:pt>
                <c:pt idx="6157">
                  <c:v>45147</c:v>
                </c:pt>
                <c:pt idx="6158">
                  <c:v>45148</c:v>
                </c:pt>
                <c:pt idx="6159">
                  <c:v>45149</c:v>
                </c:pt>
                <c:pt idx="6160">
                  <c:v>45152</c:v>
                </c:pt>
                <c:pt idx="6161">
                  <c:v>45153</c:v>
                </c:pt>
                <c:pt idx="6162">
                  <c:v>45154</c:v>
                </c:pt>
                <c:pt idx="6163">
                  <c:v>45155</c:v>
                </c:pt>
                <c:pt idx="6164">
                  <c:v>45156</c:v>
                </c:pt>
                <c:pt idx="6165">
                  <c:v>45159</c:v>
                </c:pt>
                <c:pt idx="6166">
                  <c:v>45160</c:v>
                </c:pt>
                <c:pt idx="6167">
                  <c:v>45161</c:v>
                </c:pt>
                <c:pt idx="6168">
                  <c:v>45162</c:v>
                </c:pt>
                <c:pt idx="6169">
                  <c:v>45163</c:v>
                </c:pt>
                <c:pt idx="6170">
                  <c:v>45166</c:v>
                </c:pt>
                <c:pt idx="6171">
                  <c:v>45167</c:v>
                </c:pt>
                <c:pt idx="6172">
                  <c:v>45168</c:v>
                </c:pt>
                <c:pt idx="6173">
                  <c:v>45169</c:v>
                </c:pt>
                <c:pt idx="6174">
                  <c:v>45170</c:v>
                </c:pt>
                <c:pt idx="6175">
                  <c:v>45173</c:v>
                </c:pt>
                <c:pt idx="6176">
                  <c:v>45174</c:v>
                </c:pt>
                <c:pt idx="6177">
                  <c:v>45175</c:v>
                </c:pt>
                <c:pt idx="6178">
                  <c:v>45176</c:v>
                </c:pt>
                <c:pt idx="6179">
                  <c:v>45177</c:v>
                </c:pt>
                <c:pt idx="6180">
                  <c:v>45180</c:v>
                </c:pt>
                <c:pt idx="6181">
                  <c:v>45181</c:v>
                </c:pt>
                <c:pt idx="6182">
                  <c:v>45182</c:v>
                </c:pt>
                <c:pt idx="6183">
                  <c:v>45183</c:v>
                </c:pt>
                <c:pt idx="6184">
                  <c:v>45184</c:v>
                </c:pt>
                <c:pt idx="6185">
                  <c:v>45187</c:v>
                </c:pt>
                <c:pt idx="6186">
                  <c:v>45188</c:v>
                </c:pt>
                <c:pt idx="6187">
                  <c:v>45189</c:v>
                </c:pt>
                <c:pt idx="6188">
                  <c:v>45190</c:v>
                </c:pt>
                <c:pt idx="6189">
                  <c:v>45191</c:v>
                </c:pt>
                <c:pt idx="6190">
                  <c:v>45194</c:v>
                </c:pt>
                <c:pt idx="6191">
                  <c:v>45195</c:v>
                </c:pt>
                <c:pt idx="6192">
                  <c:v>45196</c:v>
                </c:pt>
                <c:pt idx="6193">
                  <c:v>45197</c:v>
                </c:pt>
                <c:pt idx="6194">
                  <c:v>45198</c:v>
                </c:pt>
                <c:pt idx="6195">
                  <c:v>45201</c:v>
                </c:pt>
                <c:pt idx="6196">
                  <c:v>45202</c:v>
                </c:pt>
                <c:pt idx="6197">
                  <c:v>45203</c:v>
                </c:pt>
                <c:pt idx="6198">
                  <c:v>45204</c:v>
                </c:pt>
                <c:pt idx="6199">
                  <c:v>45205</c:v>
                </c:pt>
                <c:pt idx="6200">
                  <c:v>45208</c:v>
                </c:pt>
                <c:pt idx="6201">
                  <c:v>45209</c:v>
                </c:pt>
                <c:pt idx="6202">
                  <c:v>45210</c:v>
                </c:pt>
                <c:pt idx="6203">
                  <c:v>45211</c:v>
                </c:pt>
                <c:pt idx="6204">
                  <c:v>45212</c:v>
                </c:pt>
                <c:pt idx="6205">
                  <c:v>45215</c:v>
                </c:pt>
                <c:pt idx="6206">
                  <c:v>45216</c:v>
                </c:pt>
                <c:pt idx="6207">
                  <c:v>45217</c:v>
                </c:pt>
                <c:pt idx="6208">
                  <c:v>45218</c:v>
                </c:pt>
                <c:pt idx="6209">
                  <c:v>45219</c:v>
                </c:pt>
                <c:pt idx="6210">
                  <c:v>45222</c:v>
                </c:pt>
                <c:pt idx="6211">
                  <c:v>45223</c:v>
                </c:pt>
                <c:pt idx="6212">
                  <c:v>45224</c:v>
                </c:pt>
                <c:pt idx="6213">
                  <c:v>45225</c:v>
                </c:pt>
                <c:pt idx="6214">
                  <c:v>45226</c:v>
                </c:pt>
                <c:pt idx="6215">
                  <c:v>45229</c:v>
                </c:pt>
                <c:pt idx="6216">
                  <c:v>45230</c:v>
                </c:pt>
                <c:pt idx="6217">
                  <c:v>45231</c:v>
                </c:pt>
                <c:pt idx="6218">
                  <c:v>45232</c:v>
                </c:pt>
                <c:pt idx="6219">
                  <c:v>45233</c:v>
                </c:pt>
                <c:pt idx="6220">
                  <c:v>45236</c:v>
                </c:pt>
                <c:pt idx="6221">
                  <c:v>45237</c:v>
                </c:pt>
                <c:pt idx="6222">
                  <c:v>45238</c:v>
                </c:pt>
                <c:pt idx="6223">
                  <c:v>45239</c:v>
                </c:pt>
                <c:pt idx="6224">
                  <c:v>45240</c:v>
                </c:pt>
                <c:pt idx="6225">
                  <c:v>45243</c:v>
                </c:pt>
                <c:pt idx="6226">
                  <c:v>45244</c:v>
                </c:pt>
                <c:pt idx="6227">
                  <c:v>45245</c:v>
                </c:pt>
                <c:pt idx="6228">
                  <c:v>45246</c:v>
                </c:pt>
                <c:pt idx="6229">
                  <c:v>45247</c:v>
                </c:pt>
                <c:pt idx="6230">
                  <c:v>45250</c:v>
                </c:pt>
                <c:pt idx="6231">
                  <c:v>45251</c:v>
                </c:pt>
                <c:pt idx="6232">
                  <c:v>45252</c:v>
                </c:pt>
                <c:pt idx="6233">
                  <c:v>45253</c:v>
                </c:pt>
                <c:pt idx="6234">
                  <c:v>45254</c:v>
                </c:pt>
                <c:pt idx="6235">
                  <c:v>45257</c:v>
                </c:pt>
                <c:pt idx="6236">
                  <c:v>45258</c:v>
                </c:pt>
                <c:pt idx="6237">
                  <c:v>45259</c:v>
                </c:pt>
                <c:pt idx="6238">
                  <c:v>45260</c:v>
                </c:pt>
                <c:pt idx="6239">
                  <c:v>45261</c:v>
                </c:pt>
                <c:pt idx="6240">
                  <c:v>45264</c:v>
                </c:pt>
                <c:pt idx="6241">
                  <c:v>45265</c:v>
                </c:pt>
                <c:pt idx="6242">
                  <c:v>45266</c:v>
                </c:pt>
                <c:pt idx="6243">
                  <c:v>45267</c:v>
                </c:pt>
                <c:pt idx="6244">
                  <c:v>45268</c:v>
                </c:pt>
                <c:pt idx="6245">
                  <c:v>45271</c:v>
                </c:pt>
                <c:pt idx="6246">
                  <c:v>45272</c:v>
                </c:pt>
                <c:pt idx="6247">
                  <c:v>45273</c:v>
                </c:pt>
                <c:pt idx="6248">
                  <c:v>45274</c:v>
                </c:pt>
                <c:pt idx="6249">
                  <c:v>45275</c:v>
                </c:pt>
                <c:pt idx="6250">
                  <c:v>45278</c:v>
                </c:pt>
                <c:pt idx="6251">
                  <c:v>45279</c:v>
                </c:pt>
                <c:pt idx="6252">
                  <c:v>45280</c:v>
                </c:pt>
                <c:pt idx="6253">
                  <c:v>45281</c:v>
                </c:pt>
                <c:pt idx="6254">
                  <c:v>45282</c:v>
                </c:pt>
                <c:pt idx="6255">
                  <c:v>45285</c:v>
                </c:pt>
                <c:pt idx="6256">
                  <c:v>45286</c:v>
                </c:pt>
                <c:pt idx="6257">
                  <c:v>45287</c:v>
                </c:pt>
                <c:pt idx="6258">
                  <c:v>45288</c:v>
                </c:pt>
                <c:pt idx="6259">
                  <c:v>45289</c:v>
                </c:pt>
                <c:pt idx="6260">
                  <c:v>45292</c:v>
                </c:pt>
                <c:pt idx="6261">
                  <c:v>45293</c:v>
                </c:pt>
                <c:pt idx="6262">
                  <c:v>45294</c:v>
                </c:pt>
                <c:pt idx="6263">
                  <c:v>45295</c:v>
                </c:pt>
                <c:pt idx="6264">
                  <c:v>45296</c:v>
                </c:pt>
                <c:pt idx="6265">
                  <c:v>45299</c:v>
                </c:pt>
                <c:pt idx="6266">
                  <c:v>45300</c:v>
                </c:pt>
                <c:pt idx="6267">
                  <c:v>45301</c:v>
                </c:pt>
                <c:pt idx="6268">
                  <c:v>45302</c:v>
                </c:pt>
                <c:pt idx="6269">
                  <c:v>45303</c:v>
                </c:pt>
                <c:pt idx="6270">
                  <c:v>45306</c:v>
                </c:pt>
                <c:pt idx="6271">
                  <c:v>45307</c:v>
                </c:pt>
                <c:pt idx="6272">
                  <c:v>45308</c:v>
                </c:pt>
                <c:pt idx="6273">
                  <c:v>45309</c:v>
                </c:pt>
                <c:pt idx="6274">
                  <c:v>45310</c:v>
                </c:pt>
                <c:pt idx="6275">
                  <c:v>45313</c:v>
                </c:pt>
                <c:pt idx="6276">
                  <c:v>45314</c:v>
                </c:pt>
                <c:pt idx="6277">
                  <c:v>45315</c:v>
                </c:pt>
                <c:pt idx="6278">
                  <c:v>45316</c:v>
                </c:pt>
                <c:pt idx="6279">
                  <c:v>45317</c:v>
                </c:pt>
                <c:pt idx="6280">
                  <c:v>45320</c:v>
                </c:pt>
                <c:pt idx="6281">
                  <c:v>45321</c:v>
                </c:pt>
                <c:pt idx="6282">
                  <c:v>45322</c:v>
                </c:pt>
                <c:pt idx="6283">
                  <c:v>45323</c:v>
                </c:pt>
                <c:pt idx="6284">
                  <c:v>45324</c:v>
                </c:pt>
                <c:pt idx="6285">
                  <c:v>45327</c:v>
                </c:pt>
                <c:pt idx="6286">
                  <c:v>45328</c:v>
                </c:pt>
                <c:pt idx="6287">
                  <c:v>45329</c:v>
                </c:pt>
                <c:pt idx="6288">
                  <c:v>45330</c:v>
                </c:pt>
                <c:pt idx="6289">
                  <c:v>45331</c:v>
                </c:pt>
                <c:pt idx="6290">
                  <c:v>45334</c:v>
                </c:pt>
                <c:pt idx="6291">
                  <c:v>45335</c:v>
                </c:pt>
                <c:pt idx="6292">
                  <c:v>45336</c:v>
                </c:pt>
                <c:pt idx="6293">
                  <c:v>45337</c:v>
                </c:pt>
                <c:pt idx="6294">
                  <c:v>45338</c:v>
                </c:pt>
                <c:pt idx="6295">
                  <c:v>45341</c:v>
                </c:pt>
                <c:pt idx="6296">
                  <c:v>45342</c:v>
                </c:pt>
                <c:pt idx="6297">
                  <c:v>45343</c:v>
                </c:pt>
                <c:pt idx="6298">
                  <c:v>45344</c:v>
                </c:pt>
                <c:pt idx="6299">
                  <c:v>45345</c:v>
                </c:pt>
                <c:pt idx="6300">
                  <c:v>45348</c:v>
                </c:pt>
                <c:pt idx="6301">
                  <c:v>45349</c:v>
                </c:pt>
                <c:pt idx="6302">
                  <c:v>45350</c:v>
                </c:pt>
                <c:pt idx="6303">
                  <c:v>45351</c:v>
                </c:pt>
                <c:pt idx="6304">
                  <c:v>45352</c:v>
                </c:pt>
                <c:pt idx="6305">
                  <c:v>45355</c:v>
                </c:pt>
                <c:pt idx="6306">
                  <c:v>45356</c:v>
                </c:pt>
                <c:pt idx="6307">
                  <c:v>45357</c:v>
                </c:pt>
                <c:pt idx="6308">
                  <c:v>45358</c:v>
                </c:pt>
                <c:pt idx="6309">
                  <c:v>45359</c:v>
                </c:pt>
                <c:pt idx="6310">
                  <c:v>45362</c:v>
                </c:pt>
                <c:pt idx="6311">
                  <c:v>45363</c:v>
                </c:pt>
                <c:pt idx="6312">
                  <c:v>45364</c:v>
                </c:pt>
                <c:pt idx="6313">
                  <c:v>45365</c:v>
                </c:pt>
                <c:pt idx="6314">
                  <c:v>45366</c:v>
                </c:pt>
                <c:pt idx="6315">
                  <c:v>45369</c:v>
                </c:pt>
                <c:pt idx="6316">
                  <c:v>45370</c:v>
                </c:pt>
                <c:pt idx="6317">
                  <c:v>45371</c:v>
                </c:pt>
                <c:pt idx="6318">
                  <c:v>45372</c:v>
                </c:pt>
                <c:pt idx="6319">
                  <c:v>45373</c:v>
                </c:pt>
                <c:pt idx="6320">
                  <c:v>45376</c:v>
                </c:pt>
                <c:pt idx="6321">
                  <c:v>45377</c:v>
                </c:pt>
                <c:pt idx="6322">
                  <c:v>45378</c:v>
                </c:pt>
                <c:pt idx="6323">
                  <c:v>45379</c:v>
                </c:pt>
                <c:pt idx="6324">
                  <c:v>45380</c:v>
                </c:pt>
                <c:pt idx="6325">
                  <c:v>45383</c:v>
                </c:pt>
                <c:pt idx="6326">
                  <c:v>45384</c:v>
                </c:pt>
                <c:pt idx="6327">
                  <c:v>45385</c:v>
                </c:pt>
                <c:pt idx="6328">
                  <c:v>45386</c:v>
                </c:pt>
                <c:pt idx="6329">
                  <c:v>45387</c:v>
                </c:pt>
                <c:pt idx="6330">
                  <c:v>45390</c:v>
                </c:pt>
                <c:pt idx="6331">
                  <c:v>45391</c:v>
                </c:pt>
                <c:pt idx="6332">
                  <c:v>45392</c:v>
                </c:pt>
                <c:pt idx="6333">
                  <c:v>45393</c:v>
                </c:pt>
                <c:pt idx="6334">
                  <c:v>45394</c:v>
                </c:pt>
                <c:pt idx="6335">
                  <c:v>45397</c:v>
                </c:pt>
                <c:pt idx="6336">
                  <c:v>45398</c:v>
                </c:pt>
                <c:pt idx="6337">
                  <c:v>45399</c:v>
                </c:pt>
                <c:pt idx="6338">
                  <c:v>45400</c:v>
                </c:pt>
                <c:pt idx="6339">
                  <c:v>45401</c:v>
                </c:pt>
                <c:pt idx="6340">
                  <c:v>45404</c:v>
                </c:pt>
                <c:pt idx="6341">
                  <c:v>45405</c:v>
                </c:pt>
                <c:pt idx="6342">
                  <c:v>45406</c:v>
                </c:pt>
                <c:pt idx="6343">
                  <c:v>45407</c:v>
                </c:pt>
                <c:pt idx="6344">
                  <c:v>45408</c:v>
                </c:pt>
                <c:pt idx="6345">
                  <c:v>45411</c:v>
                </c:pt>
                <c:pt idx="6346">
                  <c:v>45412</c:v>
                </c:pt>
                <c:pt idx="6347">
                  <c:v>45413</c:v>
                </c:pt>
                <c:pt idx="6348">
                  <c:v>45414</c:v>
                </c:pt>
                <c:pt idx="6349">
                  <c:v>45415</c:v>
                </c:pt>
                <c:pt idx="6350">
                  <c:v>45418</c:v>
                </c:pt>
                <c:pt idx="6351">
                  <c:v>45419</c:v>
                </c:pt>
                <c:pt idx="6352">
                  <c:v>45420</c:v>
                </c:pt>
                <c:pt idx="6353">
                  <c:v>45421</c:v>
                </c:pt>
                <c:pt idx="6354">
                  <c:v>45422</c:v>
                </c:pt>
                <c:pt idx="6355">
                  <c:v>45425</c:v>
                </c:pt>
                <c:pt idx="6356">
                  <c:v>45426</c:v>
                </c:pt>
                <c:pt idx="6357">
                  <c:v>45427</c:v>
                </c:pt>
                <c:pt idx="6358">
                  <c:v>45428</c:v>
                </c:pt>
                <c:pt idx="6359">
                  <c:v>45429</c:v>
                </c:pt>
                <c:pt idx="6360">
                  <c:v>45432</c:v>
                </c:pt>
                <c:pt idx="6361">
                  <c:v>45433</c:v>
                </c:pt>
                <c:pt idx="6362">
                  <c:v>45434</c:v>
                </c:pt>
                <c:pt idx="6363">
                  <c:v>45435</c:v>
                </c:pt>
                <c:pt idx="6364">
                  <c:v>45436</c:v>
                </c:pt>
                <c:pt idx="6365">
                  <c:v>45439</c:v>
                </c:pt>
                <c:pt idx="6366">
                  <c:v>45440</c:v>
                </c:pt>
                <c:pt idx="6367">
                  <c:v>45441</c:v>
                </c:pt>
                <c:pt idx="6368">
                  <c:v>45442</c:v>
                </c:pt>
                <c:pt idx="6369">
                  <c:v>45443</c:v>
                </c:pt>
                <c:pt idx="6370">
                  <c:v>45446</c:v>
                </c:pt>
                <c:pt idx="6371">
                  <c:v>45447</c:v>
                </c:pt>
                <c:pt idx="6372">
                  <c:v>45448</c:v>
                </c:pt>
                <c:pt idx="6373">
                  <c:v>45449</c:v>
                </c:pt>
                <c:pt idx="6374">
                  <c:v>45450</c:v>
                </c:pt>
                <c:pt idx="6375">
                  <c:v>45453</c:v>
                </c:pt>
                <c:pt idx="6376">
                  <c:v>45454</c:v>
                </c:pt>
                <c:pt idx="6377">
                  <c:v>45455</c:v>
                </c:pt>
                <c:pt idx="6378">
                  <c:v>45456</c:v>
                </c:pt>
                <c:pt idx="6379">
                  <c:v>45457</c:v>
                </c:pt>
                <c:pt idx="6380">
                  <c:v>45460</c:v>
                </c:pt>
                <c:pt idx="6381">
                  <c:v>45461</c:v>
                </c:pt>
                <c:pt idx="6382">
                  <c:v>45462</c:v>
                </c:pt>
                <c:pt idx="6383">
                  <c:v>45463</c:v>
                </c:pt>
                <c:pt idx="6384">
                  <c:v>45464</c:v>
                </c:pt>
                <c:pt idx="6385">
                  <c:v>45467</c:v>
                </c:pt>
                <c:pt idx="6386">
                  <c:v>45468</c:v>
                </c:pt>
                <c:pt idx="6387">
                  <c:v>45469</c:v>
                </c:pt>
                <c:pt idx="6388">
                  <c:v>45470</c:v>
                </c:pt>
                <c:pt idx="6389">
                  <c:v>45471</c:v>
                </c:pt>
                <c:pt idx="6390">
                  <c:v>45474</c:v>
                </c:pt>
                <c:pt idx="6391">
                  <c:v>45475</c:v>
                </c:pt>
                <c:pt idx="6392">
                  <c:v>45476</c:v>
                </c:pt>
                <c:pt idx="6393">
                  <c:v>45477</c:v>
                </c:pt>
                <c:pt idx="6394">
                  <c:v>45478</c:v>
                </c:pt>
                <c:pt idx="6395">
                  <c:v>45481</c:v>
                </c:pt>
                <c:pt idx="6396">
                  <c:v>45482</c:v>
                </c:pt>
                <c:pt idx="6397">
                  <c:v>45483</c:v>
                </c:pt>
                <c:pt idx="6398">
                  <c:v>45484</c:v>
                </c:pt>
                <c:pt idx="6399">
                  <c:v>45485</c:v>
                </c:pt>
                <c:pt idx="6400">
                  <c:v>45488</c:v>
                </c:pt>
                <c:pt idx="6401">
                  <c:v>45489</c:v>
                </c:pt>
                <c:pt idx="6402">
                  <c:v>45490</c:v>
                </c:pt>
                <c:pt idx="6403">
                  <c:v>45491</c:v>
                </c:pt>
                <c:pt idx="6404">
                  <c:v>45492</c:v>
                </c:pt>
                <c:pt idx="6405">
                  <c:v>45495</c:v>
                </c:pt>
                <c:pt idx="6406">
                  <c:v>45496</c:v>
                </c:pt>
                <c:pt idx="6407">
                  <c:v>45497</c:v>
                </c:pt>
                <c:pt idx="6408">
                  <c:v>45498</c:v>
                </c:pt>
                <c:pt idx="6409">
                  <c:v>45499</c:v>
                </c:pt>
                <c:pt idx="6410">
                  <c:v>45502</c:v>
                </c:pt>
                <c:pt idx="6411">
                  <c:v>45503</c:v>
                </c:pt>
                <c:pt idx="6412">
                  <c:v>45504</c:v>
                </c:pt>
                <c:pt idx="6413">
                  <c:v>45505</c:v>
                </c:pt>
                <c:pt idx="6414">
                  <c:v>45506</c:v>
                </c:pt>
                <c:pt idx="6415">
                  <c:v>45509</c:v>
                </c:pt>
                <c:pt idx="6416">
                  <c:v>45510</c:v>
                </c:pt>
                <c:pt idx="6417">
                  <c:v>45511</c:v>
                </c:pt>
                <c:pt idx="6418">
                  <c:v>45512</c:v>
                </c:pt>
                <c:pt idx="6419">
                  <c:v>45513</c:v>
                </c:pt>
                <c:pt idx="6420">
                  <c:v>45516</c:v>
                </c:pt>
                <c:pt idx="6421">
                  <c:v>45517</c:v>
                </c:pt>
                <c:pt idx="6422">
                  <c:v>45518</c:v>
                </c:pt>
                <c:pt idx="6423">
                  <c:v>45519</c:v>
                </c:pt>
                <c:pt idx="6424">
                  <c:v>45520</c:v>
                </c:pt>
                <c:pt idx="6425">
                  <c:v>45523</c:v>
                </c:pt>
                <c:pt idx="6426">
                  <c:v>45524</c:v>
                </c:pt>
                <c:pt idx="6427">
                  <c:v>45525</c:v>
                </c:pt>
                <c:pt idx="6428">
                  <c:v>45526</c:v>
                </c:pt>
                <c:pt idx="6429">
                  <c:v>45527</c:v>
                </c:pt>
                <c:pt idx="6430">
                  <c:v>45530</c:v>
                </c:pt>
                <c:pt idx="6431">
                  <c:v>45531</c:v>
                </c:pt>
                <c:pt idx="6432">
                  <c:v>45532</c:v>
                </c:pt>
                <c:pt idx="6433">
                  <c:v>45533</c:v>
                </c:pt>
                <c:pt idx="6434">
                  <c:v>45534</c:v>
                </c:pt>
                <c:pt idx="6435">
                  <c:v>45537</c:v>
                </c:pt>
                <c:pt idx="6436">
                  <c:v>45538</c:v>
                </c:pt>
                <c:pt idx="6437">
                  <c:v>45539</c:v>
                </c:pt>
                <c:pt idx="6438">
                  <c:v>45540</c:v>
                </c:pt>
                <c:pt idx="6439">
                  <c:v>45541</c:v>
                </c:pt>
                <c:pt idx="6440">
                  <c:v>45544</c:v>
                </c:pt>
                <c:pt idx="6441">
                  <c:v>45545</c:v>
                </c:pt>
                <c:pt idx="6442">
                  <c:v>45546</c:v>
                </c:pt>
                <c:pt idx="6443">
                  <c:v>45547</c:v>
                </c:pt>
                <c:pt idx="6444">
                  <c:v>45548</c:v>
                </c:pt>
                <c:pt idx="6445">
                  <c:v>45551</c:v>
                </c:pt>
                <c:pt idx="6446">
                  <c:v>45552</c:v>
                </c:pt>
                <c:pt idx="6447">
                  <c:v>45553</c:v>
                </c:pt>
                <c:pt idx="6448">
                  <c:v>45554</c:v>
                </c:pt>
                <c:pt idx="6449">
                  <c:v>45555</c:v>
                </c:pt>
                <c:pt idx="6450">
                  <c:v>45558</c:v>
                </c:pt>
                <c:pt idx="6451">
                  <c:v>45559</c:v>
                </c:pt>
                <c:pt idx="6452">
                  <c:v>45560</c:v>
                </c:pt>
                <c:pt idx="6453">
                  <c:v>45561</c:v>
                </c:pt>
                <c:pt idx="6454">
                  <c:v>45562</c:v>
                </c:pt>
                <c:pt idx="6455">
                  <c:v>45565</c:v>
                </c:pt>
                <c:pt idx="6456">
                  <c:v>45566</c:v>
                </c:pt>
                <c:pt idx="6457">
                  <c:v>45567</c:v>
                </c:pt>
                <c:pt idx="6458">
                  <c:v>45568</c:v>
                </c:pt>
                <c:pt idx="6459">
                  <c:v>45569</c:v>
                </c:pt>
                <c:pt idx="6460">
                  <c:v>45572</c:v>
                </c:pt>
                <c:pt idx="6461">
                  <c:v>45573</c:v>
                </c:pt>
                <c:pt idx="6462">
                  <c:v>45574</c:v>
                </c:pt>
                <c:pt idx="6463">
                  <c:v>45575</c:v>
                </c:pt>
                <c:pt idx="6464">
                  <c:v>45576</c:v>
                </c:pt>
                <c:pt idx="6465">
                  <c:v>45579</c:v>
                </c:pt>
                <c:pt idx="6466">
                  <c:v>45580</c:v>
                </c:pt>
                <c:pt idx="6467">
                  <c:v>45581</c:v>
                </c:pt>
                <c:pt idx="6468">
                  <c:v>45582</c:v>
                </c:pt>
                <c:pt idx="6469">
                  <c:v>45583</c:v>
                </c:pt>
                <c:pt idx="6470">
                  <c:v>45586</c:v>
                </c:pt>
                <c:pt idx="6471">
                  <c:v>45587</c:v>
                </c:pt>
                <c:pt idx="6472">
                  <c:v>45588</c:v>
                </c:pt>
                <c:pt idx="6473">
                  <c:v>45589</c:v>
                </c:pt>
                <c:pt idx="6474">
                  <c:v>45590</c:v>
                </c:pt>
                <c:pt idx="6475">
                  <c:v>45593</c:v>
                </c:pt>
                <c:pt idx="6476">
                  <c:v>45594</c:v>
                </c:pt>
                <c:pt idx="6477">
                  <c:v>45595</c:v>
                </c:pt>
                <c:pt idx="6478">
                  <c:v>45596</c:v>
                </c:pt>
                <c:pt idx="6479">
                  <c:v>45597</c:v>
                </c:pt>
                <c:pt idx="6480">
                  <c:v>45600</c:v>
                </c:pt>
                <c:pt idx="6481">
                  <c:v>45601</c:v>
                </c:pt>
                <c:pt idx="6482">
                  <c:v>45602</c:v>
                </c:pt>
                <c:pt idx="6483">
                  <c:v>45603</c:v>
                </c:pt>
                <c:pt idx="6484">
                  <c:v>45604</c:v>
                </c:pt>
                <c:pt idx="6485">
                  <c:v>45607</c:v>
                </c:pt>
                <c:pt idx="6486">
                  <c:v>45608</c:v>
                </c:pt>
                <c:pt idx="6487">
                  <c:v>45609</c:v>
                </c:pt>
                <c:pt idx="6488">
                  <c:v>45610</c:v>
                </c:pt>
                <c:pt idx="6489">
                  <c:v>45611</c:v>
                </c:pt>
                <c:pt idx="6490">
                  <c:v>45614</c:v>
                </c:pt>
                <c:pt idx="6491">
                  <c:v>45615</c:v>
                </c:pt>
                <c:pt idx="6492">
                  <c:v>45616</c:v>
                </c:pt>
                <c:pt idx="6493">
                  <c:v>45617</c:v>
                </c:pt>
                <c:pt idx="6494">
                  <c:v>45618</c:v>
                </c:pt>
                <c:pt idx="6495">
                  <c:v>45621</c:v>
                </c:pt>
                <c:pt idx="6496">
                  <c:v>45622</c:v>
                </c:pt>
                <c:pt idx="6497">
                  <c:v>45623</c:v>
                </c:pt>
                <c:pt idx="6498">
                  <c:v>45624</c:v>
                </c:pt>
                <c:pt idx="6499">
                  <c:v>45625</c:v>
                </c:pt>
                <c:pt idx="6500">
                  <c:v>45628</c:v>
                </c:pt>
                <c:pt idx="6501">
                  <c:v>45629</c:v>
                </c:pt>
                <c:pt idx="6502">
                  <c:v>45630</c:v>
                </c:pt>
                <c:pt idx="6503">
                  <c:v>45631</c:v>
                </c:pt>
                <c:pt idx="6504">
                  <c:v>45632</c:v>
                </c:pt>
                <c:pt idx="6505">
                  <c:v>45635</c:v>
                </c:pt>
                <c:pt idx="6506">
                  <c:v>45636</c:v>
                </c:pt>
                <c:pt idx="6507">
                  <c:v>45637</c:v>
                </c:pt>
                <c:pt idx="6508">
                  <c:v>45638</c:v>
                </c:pt>
                <c:pt idx="6509">
                  <c:v>45639</c:v>
                </c:pt>
                <c:pt idx="6510">
                  <c:v>45642</c:v>
                </c:pt>
                <c:pt idx="6511">
                  <c:v>45643</c:v>
                </c:pt>
                <c:pt idx="6512">
                  <c:v>45644</c:v>
                </c:pt>
                <c:pt idx="6513">
                  <c:v>45645</c:v>
                </c:pt>
                <c:pt idx="6514">
                  <c:v>45646</c:v>
                </c:pt>
                <c:pt idx="6515">
                  <c:v>45649</c:v>
                </c:pt>
                <c:pt idx="6516">
                  <c:v>45650</c:v>
                </c:pt>
                <c:pt idx="6517">
                  <c:v>45651</c:v>
                </c:pt>
                <c:pt idx="6518">
                  <c:v>45652</c:v>
                </c:pt>
                <c:pt idx="6519">
                  <c:v>45653</c:v>
                </c:pt>
                <c:pt idx="6520">
                  <c:v>45656</c:v>
                </c:pt>
                <c:pt idx="6521">
                  <c:v>45657</c:v>
                </c:pt>
                <c:pt idx="6522">
                  <c:v>45658</c:v>
                </c:pt>
                <c:pt idx="6523">
                  <c:v>45659</c:v>
                </c:pt>
                <c:pt idx="6524">
                  <c:v>45660</c:v>
                </c:pt>
                <c:pt idx="6525">
                  <c:v>45663</c:v>
                </c:pt>
                <c:pt idx="6526">
                  <c:v>45664</c:v>
                </c:pt>
                <c:pt idx="6527">
                  <c:v>45665</c:v>
                </c:pt>
                <c:pt idx="6528">
                  <c:v>45666</c:v>
                </c:pt>
                <c:pt idx="6529">
                  <c:v>45667</c:v>
                </c:pt>
                <c:pt idx="6530">
                  <c:v>45670</c:v>
                </c:pt>
                <c:pt idx="6531">
                  <c:v>45671</c:v>
                </c:pt>
                <c:pt idx="6532">
                  <c:v>45672</c:v>
                </c:pt>
                <c:pt idx="6533">
                  <c:v>45673</c:v>
                </c:pt>
                <c:pt idx="6534">
                  <c:v>45674</c:v>
                </c:pt>
                <c:pt idx="6535">
                  <c:v>45677</c:v>
                </c:pt>
                <c:pt idx="6536">
                  <c:v>45678</c:v>
                </c:pt>
                <c:pt idx="6537">
                  <c:v>45679</c:v>
                </c:pt>
                <c:pt idx="6538">
                  <c:v>45680</c:v>
                </c:pt>
                <c:pt idx="6539">
                  <c:v>45681</c:v>
                </c:pt>
                <c:pt idx="6540">
                  <c:v>45684</c:v>
                </c:pt>
                <c:pt idx="6541">
                  <c:v>45685</c:v>
                </c:pt>
                <c:pt idx="6542">
                  <c:v>45686</c:v>
                </c:pt>
                <c:pt idx="6543">
                  <c:v>45687</c:v>
                </c:pt>
                <c:pt idx="6544">
                  <c:v>45688</c:v>
                </c:pt>
                <c:pt idx="6545">
                  <c:v>45691</c:v>
                </c:pt>
                <c:pt idx="6546">
                  <c:v>45692</c:v>
                </c:pt>
                <c:pt idx="6547">
                  <c:v>45693</c:v>
                </c:pt>
                <c:pt idx="6548">
                  <c:v>45694</c:v>
                </c:pt>
                <c:pt idx="6549">
                  <c:v>45695</c:v>
                </c:pt>
                <c:pt idx="6550">
                  <c:v>45698</c:v>
                </c:pt>
                <c:pt idx="6551">
                  <c:v>45699</c:v>
                </c:pt>
                <c:pt idx="6552">
                  <c:v>45700</c:v>
                </c:pt>
                <c:pt idx="6553">
                  <c:v>45701</c:v>
                </c:pt>
                <c:pt idx="6554">
                  <c:v>45702</c:v>
                </c:pt>
                <c:pt idx="6555">
                  <c:v>45705</c:v>
                </c:pt>
                <c:pt idx="6556">
                  <c:v>45706</c:v>
                </c:pt>
                <c:pt idx="6557">
                  <c:v>45707</c:v>
                </c:pt>
                <c:pt idx="6558">
                  <c:v>45708</c:v>
                </c:pt>
                <c:pt idx="6559">
                  <c:v>45709</c:v>
                </c:pt>
                <c:pt idx="6560">
                  <c:v>45712</c:v>
                </c:pt>
                <c:pt idx="6561">
                  <c:v>45713</c:v>
                </c:pt>
                <c:pt idx="6562">
                  <c:v>45714</c:v>
                </c:pt>
                <c:pt idx="6563">
                  <c:v>45715</c:v>
                </c:pt>
                <c:pt idx="6564">
                  <c:v>45716</c:v>
                </c:pt>
                <c:pt idx="6565">
                  <c:v>45719</c:v>
                </c:pt>
                <c:pt idx="6566">
                  <c:v>45720</c:v>
                </c:pt>
                <c:pt idx="6567">
                  <c:v>45721</c:v>
                </c:pt>
                <c:pt idx="6568">
                  <c:v>45722</c:v>
                </c:pt>
                <c:pt idx="6569">
                  <c:v>45723</c:v>
                </c:pt>
                <c:pt idx="6570">
                  <c:v>45726</c:v>
                </c:pt>
                <c:pt idx="6571">
                  <c:v>45727</c:v>
                </c:pt>
                <c:pt idx="6572">
                  <c:v>45728</c:v>
                </c:pt>
                <c:pt idx="6573">
                  <c:v>45729</c:v>
                </c:pt>
                <c:pt idx="6574">
                  <c:v>45730</c:v>
                </c:pt>
                <c:pt idx="6575">
                  <c:v>45733</c:v>
                </c:pt>
                <c:pt idx="6576">
                  <c:v>45734</c:v>
                </c:pt>
                <c:pt idx="6577">
                  <c:v>45735</c:v>
                </c:pt>
                <c:pt idx="6578">
                  <c:v>45736</c:v>
                </c:pt>
                <c:pt idx="6579">
                  <c:v>45737</c:v>
                </c:pt>
                <c:pt idx="6580">
                  <c:v>45740</c:v>
                </c:pt>
                <c:pt idx="6581">
                  <c:v>45741</c:v>
                </c:pt>
                <c:pt idx="6582">
                  <c:v>45742</c:v>
                </c:pt>
                <c:pt idx="6583">
                  <c:v>45743</c:v>
                </c:pt>
                <c:pt idx="6584">
                  <c:v>45744</c:v>
                </c:pt>
                <c:pt idx="6585">
                  <c:v>45747</c:v>
                </c:pt>
                <c:pt idx="6586">
                  <c:v>45748</c:v>
                </c:pt>
                <c:pt idx="6587">
                  <c:v>45749</c:v>
                </c:pt>
                <c:pt idx="6588">
                  <c:v>45750</c:v>
                </c:pt>
                <c:pt idx="6589">
                  <c:v>45751</c:v>
                </c:pt>
                <c:pt idx="6590">
                  <c:v>45754</c:v>
                </c:pt>
                <c:pt idx="6591">
                  <c:v>45755</c:v>
                </c:pt>
                <c:pt idx="6592">
                  <c:v>45756</c:v>
                </c:pt>
                <c:pt idx="6593">
                  <c:v>45757</c:v>
                </c:pt>
                <c:pt idx="6594">
                  <c:v>45758</c:v>
                </c:pt>
                <c:pt idx="6595">
                  <c:v>45761</c:v>
                </c:pt>
                <c:pt idx="6596">
                  <c:v>45762</c:v>
                </c:pt>
                <c:pt idx="6597">
                  <c:v>45763</c:v>
                </c:pt>
                <c:pt idx="6598">
                  <c:v>45764</c:v>
                </c:pt>
                <c:pt idx="6599">
                  <c:v>45765</c:v>
                </c:pt>
                <c:pt idx="6600">
                  <c:v>45768</c:v>
                </c:pt>
                <c:pt idx="6601">
                  <c:v>45769</c:v>
                </c:pt>
                <c:pt idx="6602">
                  <c:v>45770</c:v>
                </c:pt>
                <c:pt idx="6603">
                  <c:v>45771</c:v>
                </c:pt>
                <c:pt idx="6604">
                  <c:v>45772</c:v>
                </c:pt>
                <c:pt idx="6605">
                  <c:v>45775</c:v>
                </c:pt>
                <c:pt idx="6606">
                  <c:v>45776</c:v>
                </c:pt>
                <c:pt idx="6607">
                  <c:v>45777</c:v>
                </c:pt>
                <c:pt idx="6608">
                  <c:v>45778</c:v>
                </c:pt>
                <c:pt idx="6609">
                  <c:v>45779</c:v>
                </c:pt>
                <c:pt idx="6610">
                  <c:v>45782</c:v>
                </c:pt>
                <c:pt idx="6611">
                  <c:v>45783</c:v>
                </c:pt>
                <c:pt idx="6612">
                  <c:v>45784</c:v>
                </c:pt>
                <c:pt idx="6613">
                  <c:v>45785</c:v>
                </c:pt>
                <c:pt idx="6614">
                  <c:v>45786</c:v>
                </c:pt>
                <c:pt idx="6615">
                  <c:v>45789</c:v>
                </c:pt>
                <c:pt idx="6616">
                  <c:v>45790</c:v>
                </c:pt>
                <c:pt idx="6617">
                  <c:v>45791</c:v>
                </c:pt>
                <c:pt idx="6618">
                  <c:v>45792</c:v>
                </c:pt>
                <c:pt idx="6619">
                  <c:v>45793</c:v>
                </c:pt>
                <c:pt idx="6620">
                  <c:v>45796</c:v>
                </c:pt>
                <c:pt idx="6621">
                  <c:v>45797</c:v>
                </c:pt>
                <c:pt idx="6622">
                  <c:v>45798</c:v>
                </c:pt>
                <c:pt idx="6623">
                  <c:v>45799</c:v>
                </c:pt>
                <c:pt idx="6624">
                  <c:v>45800</c:v>
                </c:pt>
                <c:pt idx="6625">
                  <c:v>45803</c:v>
                </c:pt>
                <c:pt idx="6626">
                  <c:v>45804</c:v>
                </c:pt>
                <c:pt idx="6627">
                  <c:v>45805</c:v>
                </c:pt>
                <c:pt idx="6628">
                  <c:v>45806</c:v>
                </c:pt>
                <c:pt idx="6629">
                  <c:v>45807</c:v>
                </c:pt>
                <c:pt idx="6630">
                  <c:v>45810</c:v>
                </c:pt>
                <c:pt idx="6631">
                  <c:v>45811</c:v>
                </c:pt>
                <c:pt idx="6632">
                  <c:v>45812</c:v>
                </c:pt>
                <c:pt idx="6633">
                  <c:v>45813</c:v>
                </c:pt>
                <c:pt idx="6634">
                  <c:v>45814</c:v>
                </c:pt>
                <c:pt idx="6635">
                  <c:v>45817</c:v>
                </c:pt>
                <c:pt idx="6636">
                  <c:v>45818</c:v>
                </c:pt>
                <c:pt idx="6637">
                  <c:v>45819</c:v>
                </c:pt>
                <c:pt idx="6638">
                  <c:v>45820</c:v>
                </c:pt>
                <c:pt idx="6639">
                  <c:v>45821</c:v>
                </c:pt>
                <c:pt idx="6640">
                  <c:v>45824</c:v>
                </c:pt>
                <c:pt idx="6641">
                  <c:v>45825</c:v>
                </c:pt>
                <c:pt idx="6642">
                  <c:v>45826</c:v>
                </c:pt>
                <c:pt idx="6643">
                  <c:v>45827</c:v>
                </c:pt>
                <c:pt idx="6644">
                  <c:v>45828</c:v>
                </c:pt>
                <c:pt idx="6645">
                  <c:v>45831</c:v>
                </c:pt>
                <c:pt idx="6646">
                  <c:v>45832</c:v>
                </c:pt>
                <c:pt idx="6647">
                  <c:v>45833</c:v>
                </c:pt>
                <c:pt idx="6648">
                  <c:v>45834</c:v>
                </c:pt>
                <c:pt idx="6649">
                  <c:v>45835</c:v>
                </c:pt>
                <c:pt idx="6650">
                  <c:v>45838</c:v>
                </c:pt>
                <c:pt idx="6651">
                  <c:v>45839</c:v>
                </c:pt>
                <c:pt idx="6652">
                  <c:v>45840</c:v>
                </c:pt>
                <c:pt idx="6653">
                  <c:v>45841</c:v>
                </c:pt>
                <c:pt idx="6654">
                  <c:v>45842</c:v>
                </c:pt>
                <c:pt idx="6655">
                  <c:v>45845</c:v>
                </c:pt>
                <c:pt idx="6656">
                  <c:v>45846</c:v>
                </c:pt>
                <c:pt idx="6657">
                  <c:v>45847</c:v>
                </c:pt>
                <c:pt idx="6658">
                  <c:v>45848</c:v>
                </c:pt>
                <c:pt idx="6659">
                  <c:v>45849</c:v>
                </c:pt>
                <c:pt idx="6660">
                  <c:v>45852</c:v>
                </c:pt>
                <c:pt idx="6661">
                  <c:v>45853</c:v>
                </c:pt>
                <c:pt idx="6662">
                  <c:v>45854</c:v>
                </c:pt>
                <c:pt idx="6663">
                  <c:v>45855</c:v>
                </c:pt>
                <c:pt idx="6664">
                  <c:v>45856</c:v>
                </c:pt>
                <c:pt idx="6665">
                  <c:v>45859</c:v>
                </c:pt>
                <c:pt idx="6666">
                  <c:v>45860</c:v>
                </c:pt>
                <c:pt idx="6667">
                  <c:v>45861</c:v>
                </c:pt>
                <c:pt idx="6668">
                  <c:v>45862</c:v>
                </c:pt>
                <c:pt idx="6669">
                  <c:v>45863</c:v>
                </c:pt>
                <c:pt idx="6670">
                  <c:v>45866</c:v>
                </c:pt>
                <c:pt idx="6671">
                  <c:v>45867</c:v>
                </c:pt>
                <c:pt idx="6672">
                  <c:v>45868</c:v>
                </c:pt>
                <c:pt idx="6673">
                  <c:v>45869</c:v>
                </c:pt>
                <c:pt idx="6674">
                  <c:v>45870</c:v>
                </c:pt>
                <c:pt idx="6675">
                  <c:v>45873</c:v>
                </c:pt>
                <c:pt idx="6676">
                  <c:v>45874</c:v>
                </c:pt>
                <c:pt idx="6677">
                  <c:v>45875</c:v>
                </c:pt>
                <c:pt idx="6678">
                  <c:v>45876</c:v>
                </c:pt>
                <c:pt idx="6679">
                  <c:v>45877</c:v>
                </c:pt>
                <c:pt idx="6680">
                  <c:v>45880</c:v>
                </c:pt>
                <c:pt idx="6681">
                  <c:v>45881</c:v>
                </c:pt>
                <c:pt idx="6682">
                  <c:v>45882</c:v>
                </c:pt>
                <c:pt idx="6683">
                  <c:v>45883</c:v>
                </c:pt>
                <c:pt idx="6684">
                  <c:v>45884</c:v>
                </c:pt>
                <c:pt idx="6685">
                  <c:v>45887</c:v>
                </c:pt>
                <c:pt idx="6686">
                  <c:v>45888</c:v>
                </c:pt>
                <c:pt idx="6687">
                  <c:v>45889</c:v>
                </c:pt>
                <c:pt idx="6688">
                  <c:v>45890</c:v>
                </c:pt>
                <c:pt idx="6689">
                  <c:v>45891</c:v>
                </c:pt>
                <c:pt idx="6690">
                  <c:v>45894</c:v>
                </c:pt>
                <c:pt idx="6691">
                  <c:v>45895</c:v>
                </c:pt>
                <c:pt idx="6692">
                  <c:v>45896</c:v>
                </c:pt>
                <c:pt idx="6693">
                  <c:v>45897</c:v>
                </c:pt>
                <c:pt idx="6694">
                  <c:v>45898</c:v>
                </c:pt>
                <c:pt idx="6695">
                  <c:v>45901</c:v>
                </c:pt>
                <c:pt idx="6696">
                  <c:v>45902</c:v>
                </c:pt>
                <c:pt idx="6697">
                  <c:v>45903</c:v>
                </c:pt>
                <c:pt idx="6698">
                  <c:v>45904</c:v>
                </c:pt>
                <c:pt idx="6699">
                  <c:v>45905</c:v>
                </c:pt>
                <c:pt idx="6700">
                  <c:v>45908</c:v>
                </c:pt>
                <c:pt idx="6701">
                  <c:v>45909</c:v>
                </c:pt>
                <c:pt idx="6702">
                  <c:v>45910</c:v>
                </c:pt>
                <c:pt idx="6703">
                  <c:v>45911</c:v>
                </c:pt>
                <c:pt idx="6704">
                  <c:v>45912</c:v>
                </c:pt>
                <c:pt idx="6705">
                  <c:v>45915</c:v>
                </c:pt>
                <c:pt idx="6706">
                  <c:v>45916</c:v>
                </c:pt>
                <c:pt idx="6707">
                  <c:v>45917</c:v>
                </c:pt>
                <c:pt idx="6708">
                  <c:v>45918</c:v>
                </c:pt>
                <c:pt idx="6709">
                  <c:v>45919</c:v>
                </c:pt>
                <c:pt idx="6710">
                  <c:v>45922</c:v>
                </c:pt>
                <c:pt idx="6711">
                  <c:v>45923</c:v>
                </c:pt>
                <c:pt idx="6712">
                  <c:v>45924</c:v>
                </c:pt>
                <c:pt idx="6713">
                  <c:v>45925</c:v>
                </c:pt>
                <c:pt idx="6714">
                  <c:v>45926</c:v>
                </c:pt>
                <c:pt idx="6715">
                  <c:v>45929</c:v>
                </c:pt>
                <c:pt idx="6716">
                  <c:v>45930</c:v>
                </c:pt>
                <c:pt idx="6717">
                  <c:v>45931</c:v>
                </c:pt>
                <c:pt idx="6718">
                  <c:v>45932</c:v>
                </c:pt>
                <c:pt idx="6719">
                  <c:v>45933</c:v>
                </c:pt>
                <c:pt idx="6720">
                  <c:v>45936</c:v>
                </c:pt>
                <c:pt idx="6721">
                  <c:v>45937</c:v>
                </c:pt>
                <c:pt idx="6722">
                  <c:v>45938</c:v>
                </c:pt>
                <c:pt idx="6723">
                  <c:v>45939</c:v>
                </c:pt>
                <c:pt idx="6724">
                  <c:v>45940</c:v>
                </c:pt>
                <c:pt idx="6725">
                  <c:v>45943</c:v>
                </c:pt>
                <c:pt idx="6726">
                  <c:v>45944</c:v>
                </c:pt>
                <c:pt idx="6727">
                  <c:v>45945</c:v>
                </c:pt>
                <c:pt idx="6728">
                  <c:v>45946</c:v>
                </c:pt>
                <c:pt idx="6729">
                  <c:v>45947</c:v>
                </c:pt>
                <c:pt idx="6730">
                  <c:v>45950</c:v>
                </c:pt>
                <c:pt idx="6731">
                  <c:v>45951</c:v>
                </c:pt>
                <c:pt idx="6732">
                  <c:v>45952</c:v>
                </c:pt>
                <c:pt idx="6733">
                  <c:v>45953</c:v>
                </c:pt>
                <c:pt idx="6734">
                  <c:v>45954</c:v>
                </c:pt>
                <c:pt idx="6735">
                  <c:v>45957</c:v>
                </c:pt>
                <c:pt idx="6736">
                  <c:v>45958</c:v>
                </c:pt>
                <c:pt idx="6737">
                  <c:v>45959</c:v>
                </c:pt>
                <c:pt idx="6738">
                  <c:v>45960</c:v>
                </c:pt>
                <c:pt idx="6739">
                  <c:v>45961</c:v>
                </c:pt>
                <c:pt idx="6740">
                  <c:v>45964</c:v>
                </c:pt>
                <c:pt idx="6741">
                  <c:v>45965</c:v>
                </c:pt>
                <c:pt idx="6742">
                  <c:v>45966</c:v>
                </c:pt>
                <c:pt idx="6743">
                  <c:v>45967</c:v>
                </c:pt>
                <c:pt idx="6744">
                  <c:v>45968</c:v>
                </c:pt>
                <c:pt idx="6745">
                  <c:v>45971</c:v>
                </c:pt>
                <c:pt idx="6746">
                  <c:v>45972</c:v>
                </c:pt>
                <c:pt idx="6747">
                  <c:v>45973</c:v>
                </c:pt>
                <c:pt idx="6748">
                  <c:v>45974</c:v>
                </c:pt>
                <c:pt idx="6749">
                  <c:v>45975</c:v>
                </c:pt>
                <c:pt idx="6750">
                  <c:v>45978</c:v>
                </c:pt>
                <c:pt idx="6751">
                  <c:v>45979</c:v>
                </c:pt>
                <c:pt idx="6752">
                  <c:v>45980</c:v>
                </c:pt>
                <c:pt idx="6753">
                  <c:v>45981</c:v>
                </c:pt>
                <c:pt idx="6754">
                  <c:v>45982</c:v>
                </c:pt>
                <c:pt idx="6755">
                  <c:v>45985</c:v>
                </c:pt>
                <c:pt idx="6756">
                  <c:v>45986</c:v>
                </c:pt>
                <c:pt idx="6757">
                  <c:v>45987</c:v>
                </c:pt>
                <c:pt idx="6758">
                  <c:v>45988</c:v>
                </c:pt>
                <c:pt idx="6759">
                  <c:v>45989</c:v>
                </c:pt>
                <c:pt idx="6760">
                  <c:v>45992</c:v>
                </c:pt>
                <c:pt idx="6761">
                  <c:v>45993</c:v>
                </c:pt>
                <c:pt idx="6762">
                  <c:v>45994</c:v>
                </c:pt>
                <c:pt idx="6763">
                  <c:v>45995</c:v>
                </c:pt>
                <c:pt idx="6764">
                  <c:v>45996</c:v>
                </c:pt>
                <c:pt idx="6765">
                  <c:v>45999</c:v>
                </c:pt>
                <c:pt idx="6766">
                  <c:v>46000</c:v>
                </c:pt>
                <c:pt idx="6767">
                  <c:v>46001</c:v>
                </c:pt>
                <c:pt idx="6768">
                  <c:v>46002</c:v>
                </c:pt>
                <c:pt idx="6769">
                  <c:v>46003</c:v>
                </c:pt>
                <c:pt idx="6770">
                  <c:v>46006</c:v>
                </c:pt>
                <c:pt idx="6771">
                  <c:v>46007</c:v>
                </c:pt>
                <c:pt idx="6772">
                  <c:v>46008</c:v>
                </c:pt>
                <c:pt idx="6773">
                  <c:v>46009</c:v>
                </c:pt>
                <c:pt idx="6774">
                  <c:v>46010</c:v>
                </c:pt>
                <c:pt idx="6775">
                  <c:v>46013</c:v>
                </c:pt>
                <c:pt idx="6776">
                  <c:v>46014</c:v>
                </c:pt>
                <c:pt idx="6777">
                  <c:v>46015</c:v>
                </c:pt>
                <c:pt idx="6778">
                  <c:v>46016</c:v>
                </c:pt>
                <c:pt idx="6779">
                  <c:v>46017</c:v>
                </c:pt>
                <c:pt idx="6780">
                  <c:v>46020</c:v>
                </c:pt>
                <c:pt idx="6781">
                  <c:v>46021</c:v>
                </c:pt>
                <c:pt idx="6782">
                  <c:v>46022</c:v>
                </c:pt>
                <c:pt idx="6783">
                  <c:v>46023</c:v>
                </c:pt>
                <c:pt idx="6784">
                  <c:v>46024</c:v>
                </c:pt>
                <c:pt idx="6785">
                  <c:v>46027</c:v>
                </c:pt>
                <c:pt idx="6786">
                  <c:v>46028</c:v>
                </c:pt>
                <c:pt idx="6787">
                  <c:v>46029</c:v>
                </c:pt>
                <c:pt idx="6788">
                  <c:v>46030</c:v>
                </c:pt>
                <c:pt idx="6789">
                  <c:v>46031</c:v>
                </c:pt>
                <c:pt idx="6790">
                  <c:v>46034</c:v>
                </c:pt>
                <c:pt idx="6791">
                  <c:v>46035</c:v>
                </c:pt>
                <c:pt idx="6792">
                  <c:v>46036</c:v>
                </c:pt>
                <c:pt idx="6793">
                  <c:v>46037</c:v>
                </c:pt>
                <c:pt idx="6794">
                  <c:v>46038</c:v>
                </c:pt>
                <c:pt idx="6795">
                  <c:v>46041</c:v>
                </c:pt>
                <c:pt idx="6796">
                  <c:v>46042</c:v>
                </c:pt>
                <c:pt idx="6797">
                  <c:v>46043</c:v>
                </c:pt>
                <c:pt idx="6798">
                  <c:v>46044</c:v>
                </c:pt>
                <c:pt idx="6799">
                  <c:v>46045</c:v>
                </c:pt>
                <c:pt idx="6800">
                  <c:v>46048</c:v>
                </c:pt>
                <c:pt idx="6801">
                  <c:v>46049</c:v>
                </c:pt>
                <c:pt idx="6802">
                  <c:v>46050</c:v>
                </c:pt>
                <c:pt idx="6803">
                  <c:v>46051</c:v>
                </c:pt>
                <c:pt idx="6804">
                  <c:v>46052</c:v>
                </c:pt>
                <c:pt idx="6805">
                  <c:v>46055</c:v>
                </c:pt>
                <c:pt idx="6806">
                  <c:v>46056</c:v>
                </c:pt>
                <c:pt idx="6807">
                  <c:v>46057</c:v>
                </c:pt>
                <c:pt idx="6808">
                  <c:v>46058</c:v>
                </c:pt>
                <c:pt idx="6809">
                  <c:v>46059</c:v>
                </c:pt>
                <c:pt idx="6810">
                  <c:v>46062</c:v>
                </c:pt>
                <c:pt idx="6811">
                  <c:v>46063</c:v>
                </c:pt>
                <c:pt idx="6812">
                  <c:v>46064</c:v>
                </c:pt>
                <c:pt idx="6813">
                  <c:v>46065</c:v>
                </c:pt>
                <c:pt idx="6814">
                  <c:v>46066</c:v>
                </c:pt>
                <c:pt idx="6815">
                  <c:v>46069</c:v>
                </c:pt>
                <c:pt idx="6816">
                  <c:v>46070</c:v>
                </c:pt>
                <c:pt idx="6817">
                  <c:v>46071</c:v>
                </c:pt>
                <c:pt idx="6818">
                  <c:v>46072</c:v>
                </c:pt>
                <c:pt idx="6819">
                  <c:v>46073</c:v>
                </c:pt>
                <c:pt idx="6820">
                  <c:v>46076</c:v>
                </c:pt>
                <c:pt idx="6821">
                  <c:v>46077</c:v>
                </c:pt>
                <c:pt idx="6822">
                  <c:v>46078</c:v>
                </c:pt>
                <c:pt idx="6823">
                  <c:v>46079</c:v>
                </c:pt>
                <c:pt idx="6824">
                  <c:v>46080</c:v>
                </c:pt>
                <c:pt idx="6825">
                  <c:v>46083</c:v>
                </c:pt>
                <c:pt idx="6826">
                  <c:v>46084</c:v>
                </c:pt>
                <c:pt idx="6827">
                  <c:v>46085</c:v>
                </c:pt>
                <c:pt idx="6828">
                  <c:v>46086</c:v>
                </c:pt>
                <c:pt idx="6829">
                  <c:v>46087</c:v>
                </c:pt>
                <c:pt idx="6830">
                  <c:v>46090</c:v>
                </c:pt>
                <c:pt idx="6831">
                  <c:v>46091</c:v>
                </c:pt>
                <c:pt idx="6832">
                  <c:v>46092</c:v>
                </c:pt>
                <c:pt idx="6833">
                  <c:v>46093</c:v>
                </c:pt>
                <c:pt idx="6834">
                  <c:v>46094</c:v>
                </c:pt>
                <c:pt idx="6835">
                  <c:v>46097</c:v>
                </c:pt>
                <c:pt idx="6836">
                  <c:v>46098</c:v>
                </c:pt>
                <c:pt idx="6837">
                  <c:v>46099</c:v>
                </c:pt>
                <c:pt idx="6838">
                  <c:v>46100</c:v>
                </c:pt>
                <c:pt idx="6839">
                  <c:v>46101</c:v>
                </c:pt>
                <c:pt idx="6840">
                  <c:v>46104</c:v>
                </c:pt>
                <c:pt idx="6841">
                  <c:v>46105</c:v>
                </c:pt>
                <c:pt idx="6842">
                  <c:v>46106</c:v>
                </c:pt>
                <c:pt idx="6843">
                  <c:v>46107</c:v>
                </c:pt>
                <c:pt idx="6844">
                  <c:v>46108</c:v>
                </c:pt>
                <c:pt idx="6845">
                  <c:v>46111</c:v>
                </c:pt>
                <c:pt idx="6846">
                  <c:v>46112</c:v>
                </c:pt>
                <c:pt idx="6847">
                  <c:v>46113</c:v>
                </c:pt>
                <c:pt idx="6848">
                  <c:v>46114</c:v>
                </c:pt>
                <c:pt idx="6849">
                  <c:v>46115</c:v>
                </c:pt>
                <c:pt idx="6850">
                  <c:v>46118</c:v>
                </c:pt>
                <c:pt idx="6851">
                  <c:v>46119</c:v>
                </c:pt>
                <c:pt idx="6852">
                  <c:v>46120</c:v>
                </c:pt>
                <c:pt idx="6853">
                  <c:v>46121</c:v>
                </c:pt>
                <c:pt idx="6854">
                  <c:v>46122</c:v>
                </c:pt>
                <c:pt idx="6855">
                  <c:v>46125</c:v>
                </c:pt>
                <c:pt idx="6856">
                  <c:v>46126</c:v>
                </c:pt>
                <c:pt idx="6857">
                  <c:v>46127</c:v>
                </c:pt>
                <c:pt idx="6858">
                  <c:v>46128</c:v>
                </c:pt>
                <c:pt idx="6859">
                  <c:v>46129</c:v>
                </c:pt>
                <c:pt idx="6860">
                  <c:v>46132</c:v>
                </c:pt>
                <c:pt idx="6861">
                  <c:v>46133</c:v>
                </c:pt>
                <c:pt idx="6862">
                  <c:v>46134</c:v>
                </c:pt>
                <c:pt idx="6863">
                  <c:v>46135</c:v>
                </c:pt>
                <c:pt idx="6864">
                  <c:v>46136</c:v>
                </c:pt>
                <c:pt idx="6865">
                  <c:v>46139</c:v>
                </c:pt>
                <c:pt idx="6866">
                  <c:v>46140</c:v>
                </c:pt>
                <c:pt idx="6867">
                  <c:v>46141</c:v>
                </c:pt>
                <c:pt idx="6868">
                  <c:v>46142</c:v>
                </c:pt>
                <c:pt idx="6869">
                  <c:v>46143</c:v>
                </c:pt>
                <c:pt idx="6870">
                  <c:v>46146</c:v>
                </c:pt>
                <c:pt idx="6871">
                  <c:v>46147</c:v>
                </c:pt>
                <c:pt idx="6872">
                  <c:v>46148</c:v>
                </c:pt>
                <c:pt idx="6873">
                  <c:v>46149</c:v>
                </c:pt>
                <c:pt idx="6874">
                  <c:v>46150</c:v>
                </c:pt>
                <c:pt idx="6875">
                  <c:v>46153</c:v>
                </c:pt>
                <c:pt idx="6876">
                  <c:v>46154</c:v>
                </c:pt>
                <c:pt idx="6877">
                  <c:v>46155</c:v>
                </c:pt>
                <c:pt idx="6878">
                  <c:v>46156</c:v>
                </c:pt>
                <c:pt idx="6879">
                  <c:v>46157</c:v>
                </c:pt>
                <c:pt idx="6880">
                  <c:v>46160</c:v>
                </c:pt>
                <c:pt idx="6881">
                  <c:v>46161</c:v>
                </c:pt>
                <c:pt idx="6882">
                  <c:v>46162</c:v>
                </c:pt>
                <c:pt idx="6883">
                  <c:v>46163</c:v>
                </c:pt>
                <c:pt idx="6884">
                  <c:v>46164</c:v>
                </c:pt>
                <c:pt idx="6885">
                  <c:v>46167</c:v>
                </c:pt>
                <c:pt idx="6886">
                  <c:v>46168</c:v>
                </c:pt>
                <c:pt idx="6887">
                  <c:v>46169</c:v>
                </c:pt>
                <c:pt idx="6888">
                  <c:v>46170</c:v>
                </c:pt>
                <c:pt idx="6889">
                  <c:v>46171</c:v>
                </c:pt>
                <c:pt idx="6890">
                  <c:v>46174</c:v>
                </c:pt>
                <c:pt idx="6891">
                  <c:v>46175</c:v>
                </c:pt>
                <c:pt idx="6892">
                  <c:v>46176</c:v>
                </c:pt>
                <c:pt idx="6893">
                  <c:v>46177</c:v>
                </c:pt>
                <c:pt idx="6894">
                  <c:v>46178</c:v>
                </c:pt>
                <c:pt idx="6895">
                  <c:v>46181</c:v>
                </c:pt>
                <c:pt idx="6896">
                  <c:v>46182</c:v>
                </c:pt>
                <c:pt idx="6897">
                  <c:v>46183</c:v>
                </c:pt>
                <c:pt idx="6898">
                  <c:v>46184</c:v>
                </c:pt>
                <c:pt idx="6899">
                  <c:v>46185</c:v>
                </c:pt>
              </c:numCache>
            </c:numRef>
          </c:cat>
          <c:val>
            <c:numRef>
              <c:f>'ECB policy rate'!$D$2:$D$6901</c:f>
              <c:numCache>
                <c:formatCode>General</c:formatCode>
                <c:ptCount val="6900"/>
                <c:pt idx="0">
                  <c:v>4</c:v>
                </c:pt>
                <c:pt idx="1">
                  <c:v>4</c:v>
                </c:pt>
                <c:pt idx="2">
                  <c:v>4</c:v>
                </c:pt>
                <c:pt idx="3">
                  <c:v>4</c:v>
                </c:pt>
                <c:pt idx="4">
                  <c:v>4</c:v>
                </c:pt>
                <c:pt idx="5">
                  <c:v>4</c:v>
                </c:pt>
                <c:pt idx="6">
                  <c:v>4</c:v>
                </c:pt>
                <c:pt idx="7">
                  <c:v>4</c:v>
                </c:pt>
                <c:pt idx="8">
                  <c:v>4</c:v>
                </c:pt>
                <c:pt idx="9">
                  <c:v>4</c:v>
                </c:pt>
                <c:pt idx="10">
                  <c:v>4</c:v>
                </c:pt>
                <c:pt idx="11">
                  <c:v>4</c:v>
                </c:pt>
                <c:pt idx="12">
                  <c:v>4</c:v>
                </c:pt>
                <c:pt idx="13">
                  <c:v>4</c:v>
                </c:pt>
                <c:pt idx="14">
                  <c:v>4</c:v>
                </c:pt>
                <c:pt idx="15">
                  <c:v>4</c:v>
                </c:pt>
                <c:pt idx="16">
                  <c:v>4</c:v>
                </c:pt>
                <c:pt idx="17">
                  <c:v>4</c:v>
                </c:pt>
                <c:pt idx="18">
                  <c:v>4</c:v>
                </c:pt>
                <c:pt idx="19">
                  <c:v>4</c:v>
                </c:pt>
                <c:pt idx="20">
                  <c:v>4</c:v>
                </c:pt>
                <c:pt idx="21">
                  <c:v>4</c:v>
                </c:pt>
                <c:pt idx="22">
                  <c:v>4</c:v>
                </c:pt>
                <c:pt idx="23">
                  <c:v>4.25</c:v>
                </c:pt>
                <c:pt idx="24">
                  <c:v>4.25</c:v>
                </c:pt>
                <c:pt idx="25">
                  <c:v>4.25</c:v>
                </c:pt>
                <c:pt idx="26">
                  <c:v>4.25</c:v>
                </c:pt>
                <c:pt idx="27">
                  <c:v>4.25</c:v>
                </c:pt>
                <c:pt idx="28">
                  <c:v>4.25</c:v>
                </c:pt>
                <c:pt idx="29">
                  <c:v>4.25</c:v>
                </c:pt>
                <c:pt idx="30">
                  <c:v>4.25</c:v>
                </c:pt>
                <c:pt idx="31">
                  <c:v>4.25</c:v>
                </c:pt>
                <c:pt idx="32">
                  <c:v>4.25</c:v>
                </c:pt>
                <c:pt idx="33">
                  <c:v>4.25</c:v>
                </c:pt>
                <c:pt idx="34">
                  <c:v>4.25</c:v>
                </c:pt>
                <c:pt idx="35">
                  <c:v>4.25</c:v>
                </c:pt>
                <c:pt idx="36">
                  <c:v>4.25</c:v>
                </c:pt>
                <c:pt idx="37">
                  <c:v>4.25</c:v>
                </c:pt>
                <c:pt idx="38">
                  <c:v>4.25</c:v>
                </c:pt>
                <c:pt idx="39">
                  <c:v>4.25</c:v>
                </c:pt>
                <c:pt idx="40">
                  <c:v>4.25</c:v>
                </c:pt>
                <c:pt idx="41">
                  <c:v>4.25</c:v>
                </c:pt>
                <c:pt idx="42">
                  <c:v>4.25</c:v>
                </c:pt>
                <c:pt idx="43">
                  <c:v>4.25</c:v>
                </c:pt>
                <c:pt idx="44">
                  <c:v>4.25</c:v>
                </c:pt>
                <c:pt idx="45">
                  <c:v>4.25</c:v>
                </c:pt>
                <c:pt idx="46">
                  <c:v>4.25</c:v>
                </c:pt>
                <c:pt idx="47">
                  <c:v>4.25</c:v>
                </c:pt>
                <c:pt idx="48">
                  <c:v>4.25</c:v>
                </c:pt>
                <c:pt idx="49">
                  <c:v>4.25</c:v>
                </c:pt>
                <c:pt idx="50">
                  <c:v>4.25</c:v>
                </c:pt>
                <c:pt idx="51">
                  <c:v>4.25</c:v>
                </c:pt>
                <c:pt idx="52">
                  <c:v>4.25</c:v>
                </c:pt>
                <c:pt idx="53">
                  <c:v>4.25</c:v>
                </c:pt>
                <c:pt idx="54">
                  <c:v>4.5</c:v>
                </c:pt>
                <c:pt idx="55">
                  <c:v>4.5</c:v>
                </c:pt>
                <c:pt idx="56">
                  <c:v>4.5</c:v>
                </c:pt>
                <c:pt idx="57">
                  <c:v>4.5</c:v>
                </c:pt>
                <c:pt idx="58">
                  <c:v>4.5</c:v>
                </c:pt>
                <c:pt idx="59">
                  <c:v>4.5</c:v>
                </c:pt>
                <c:pt idx="60">
                  <c:v>4.5</c:v>
                </c:pt>
                <c:pt idx="61">
                  <c:v>4.5</c:v>
                </c:pt>
                <c:pt idx="62">
                  <c:v>4.5</c:v>
                </c:pt>
                <c:pt idx="63">
                  <c:v>4.5</c:v>
                </c:pt>
                <c:pt idx="64">
                  <c:v>4.5</c:v>
                </c:pt>
                <c:pt idx="65">
                  <c:v>4.5</c:v>
                </c:pt>
                <c:pt idx="66">
                  <c:v>4.5</c:v>
                </c:pt>
                <c:pt idx="67">
                  <c:v>4.5</c:v>
                </c:pt>
                <c:pt idx="68">
                  <c:v>4.5</c:v>
                </c:pt>
                <c:pt idx="69">
                  <c:v>4.5</c:v>
                </c:pt>
                <c:pt idx="70">
                  <c:v>4.5</c:v>
                </c:pt>
                <c:pt idx="71">
                  <c:v>4.5</c:v>
                </c:pt>
                <c:pt idx="72">
                  <c:v>4.5</c:v>
                </c:pt>
                <c:pt idx="73">
                  <c:v>4.5</c:v>
                </c:pt>
                <c:pt idx="74">
                  <c:v>4.5</c:v>
                </c:pt>
                <c:pt idx="75">
                  <c:v>4.5</c:v>
                </c:pt>
                <c:pt idx="76">
                  <c:v>4.5</c:v>
                </c:pt>
                <c:pt idx="77">
                  <c:v>4.5</c:v>
                </c:pt>
                <c:pt idx="78">
                  <c:v>4.5</c:v>
                </c:pt>
                <c:pt idx="79">
                  <c:v>4.5</c:v>
                </c:pt>
                <c:pt idx="80">
                  <c:v>4.5</c:v>
                </c:pt>
                <c:pt idx="81">
                  <c:v>4.5</c:v>
                </c:pt>
                <c:pt idx="82">
                  <c:v>4.5</c:v>
                </c:pt>
                <c:pt idx="83">
                  <c:v>4.75</c:v>
                </c:pt>
                <c:pt idx="84">
                  <c:v>4.75</c:v>
                </c:pt>
                <c:pt idx="85">
                  <c:v>4.75</c:v>
                </c:pt>
                <c:pt idx="86">
                  <c:v>4.75</c:v>
                </c:pt>
                <c:pt idx="87">
                  <c:v>4.75</c:v>
                </c:pt>
                <c:pt idx="88">
                  <c:v>4.75</c:v>
                </c:pt>
                <c:pt idx="89">
                  <c:v>4.75</c:v>
                </c:pt>
                <c:pt idx="90">
                  <c:v>4.75</c:v>
                </c:pt>
                <c:pt idx="91">
                  <c:v>4.75</c:v>
                </c:pt>
                <c:pt idx="92">
                  <c:v>4.75</c:v>
                </c:pt>
                <c:pt idx="93">
                  <c:v>4.75</c:v>
                </c:pt>
                <c:pt idx="94">
                  <c:v>4.75</c:v>
                </c:pt>
                <c:pt idx="95">
                  <c:v>4.75</c:v>
                </c:pt>
                <c:pt idx="96">
                  <c:v>4.75</c:v>
                </c:pt>
                <c:pt idx="97">
                  <c:v>4.75</c:v>
                </c:pt>
                <c:pt idx="98">
                  <c:v>4.75</c:v>
                </c:pt>
                <c:pt idx="99">
                  <c:v>4.75</c:v>
                </c:pt>
                <c:pt idx="100">
                  <c:v>4.75</c:v>
                </c:pt>
                <c:pt idx="101">
                  <c:v>4.75</c:v>
                </c:pt>
                <c:pt idx="102">
                  <c:v>4.75</c:v>
                </c:pt>
                <c:pt idx="103">
                  <c:v>4.75</c:v>
                </c:pt>
                <c:pt idx="104">
                  <c:v>4.75</c:v>
                </c:pt>
                <c:pt idx="105">
                  <c:v>4.75</c:v>
                </c:pt>
                <c:pt idx="106">
                  <c:v>4.75</c:v>
                </c:pt>
                <c:pt idx="107">
                  <c:v>4.75</c:v>
                </c:pt>
                <c:pt idx="108">
                  <c:v>4.75</c:v>
                </c:pt>
                <c:pt idx="109">
                  <c:v>4.75</c:v>
                </c:pt>
                <c:pt idx="110">
                  <c:v>4.75</c:v>
                </c:pt>
                <c:pt idx="111">
                  <c:v>4.75</c:v>
                </c:pt>
                <c:pt idx="112">
                  <c:v>4.75</c:v>
                </c:pt>
                <c:pt idx="113">
                  <c:v>4.75</c:v>
                </c:pt>
                <c:pt idx="114">
                  <c:v>5.25</c:v>
                </c:pt>
                <c:pt idx="115">
                  <c:v>5.25</c:v>
                </c:pt>
                <c:pt idx="116">
                  <c:v>5.25</c:v>
                </c:pt>
                <c:pt idx="117">
                  <c:v>5.25</c:v>
                </c:pt>
                <c:pt idx="118">
                  <c:v>5.25</c:v>
                </c:pt>
                <c:pt idx="119">
                  <c:v>5.25</c:v>
                </c:pt>
                <c:pt idx="120">
                  <c:v>5.25</c:v>
                </c:pt>
                <c:pt idx="121">
                  <c:v>5.25</c:v>
                </c:pt>
                <c:pt idx="122">
                  <c:v>5.25</c:v>
                </c:pt>
                <c:pt idx="123">
                  <c:v>5.25</c:v>
                </c:pt>
                <c:pt idx="124">
                  <c:v>5.25</c:v>
                </c:pt>
                <c:pt idx="125">
                  <c:v>5.25</c:v>
                </c:pt>
                <c:pt idx="126">
                  <c:v>5.25</c:v>
                </c:pt>
                <c:pt idx="127">
                  <c:v>5.25</c:v>
                </c:pt>
                <c:pt idx="128">
                  <c:v>5.25</c:v>
                </c:pt>
                <c:pt idx="129">
                  <c:v>5.25</c:v>
                </c:pt>
                <c:pt idx="130">
                  <c:v>5.25</c:v>
                </c:pt>
                <c:pt idx="131">
                  <c:v>5.25</c:v>
                </c:pt>
                <c:pt idx="132">
                  <c:v>5.25</c:v>
                </c:pt>
                <c:pt idx="133">
                  <c:v>5.25</c:v>
                </c:pt>
                <c:pt idx="134">
                  <c:v>5.25</c:v>
                </c:pt>
                <c:pt idx="135">
                  <c:v>5.25</c:v>
                </c:pt>
                <c:pt idx="136">
                  <c:v>5.25</c:v>
                </c:pt>
                <c:pt idx="137">
                  <c:v>5.25</c:v>
                </c:pt>
                <c:pt idx="138">
                  <c:v>5.25</c:v>
                </c:pt>
                <c:pt idx="139">
                  <c:v>5.25</c:v>
                </c:pt>
                <c:pt idx="140">
                  <c:v>5.25</c:v>
                </c:pt>
                <c:pt idx="141">
                  <c:v>5.25</c:v>
                </c:pt>
                <c:pt idx="142">
                  <c:v>5.25</c:v>
                </c:pt>
                <c:pt idx="143">
                  <c:v>5.25</c:v>
                </c:pt>
                <c:pt idx="144">
                  <c:v>5.25</c:v>
                </c:pt>
                <c:pt idx="145">
                  <c:v>5.25</c:v>
                </c:pt>
                <c:pt idx="146">
                  <c:v>5.25</c:v>
                </c:pt>
                <c:pt idx="147">
                  <c:v>5.25</c:v>
                </c:pt>
                <c:pt idx="148">
                  <c:v>5.25</c:v>
                </c:pt>
                <c:pt idx="149">
                  <c:v>5.25</c:v>
                </c:pt>
                <c:pt idx="150">
                  <c:v>5.25</c:v>
                </c:pt>
                <c:pt idx="151">
                  <c:v>5.25</c:v>
                </c:pt>
                <c:pt idx="152">
                  <c:v>5.25</c:v>
                </c:pt>
                <c:pt idx="153">
                  <c:v>5.25</c:v>
                </c:pt>
                <c:pt idx="154">
                  <c:v>5.25</c:v>
                </c:pt>
                <c:pt idx="155">
                  <c:v>5.25</c:v>
                </c:pt>
                <c:pt idx="156">
                  <c:v>5.25</c:v>
                </c:pt>
                <c:pt idx="157">
                  <c:v>5.25</c:v>
                </c:pt>
                <c:pt idx="158">
                  <c:v>5.25</c:v>
                </c:pt>
                <c:pt idx="159">
                  <c:v>5.25</c:v>
                </c:pt>
                <c:pt idx="160">
                  <c:v>5.25</c:v>
                </c:pt>
                <c:pt idx="161">
                  <c:v>5.25</c:v>
                </c:pt>
                <c:pt idx="162">
                  <c:v>5.25</c:v>
                </c:pt>
                <c:pt idx="163">
                  <c:v>5.25</c:v>
                </c:pt>
                <c:pt idx="164">
                  <c:v>5.25</c:v>
                </c:pt>
                <c:pt idx="165">
                  <c:v>5.25</c:v>
                </c:pt>
                <c:pt idx="166">
                  <c:v>5.25</c:v>
                </c:pt>
                <c:pt idx="167">
                  <c:v>5.25</c:v>
                </c:pt>
                <c:pt idx="168">
                  <c:v>5.25</c:v>
                </c:pt>
                <c:pt idx="169">
                  <c:v>5.25</c:v>
                </c:pt>
                <c:pt idx="170">
                  <c:v>5.25</c:v>
                </c:pt>
                <c:pt idx="171">
                  <c:v>5.25</c:v>
                </c:pt>
                <c:pt idx="172">
                  <c:v>5.25</c:v>
                </c:pt>
                <c:pt idx="173">
                  <c:v>5.25</c:v>
                </c:pt>
                <c:pt idx="174">
                  <c:v>5.5</c:v>
                </c:pt>
                <c:pt idx="175">
                  <c:v>5.5</c:v>
                </c:pt>
                <c:pt idx="176">
                  <c:v>5.5</c:v>
                </c:pt>
                <c:pt idx="177">
                  <c:v>5.5</c:v>
                </c:pt>
                <c:pt idx="178">
                  <c:v>5.5</c:v>
                </c:pt>
                <c:pt idx="179">
                  <c:v>5.5</c:v>
                </c:pt>
                <c:pt idx="180">
                  <c:v>5.5</c:v>
                </c:pt>
                <c:pt idx="181">
                  <c:v>5.5</c:v>
                </c:pt>
                <c:pt idx="182">
                  <c:v>5.5</c:v>
                </c:pt>
                <c:pt idx="183">
                  <c:v>5.5</c:v>
                </c:pt>
                <c:pt idx="184">
                  <c:v>5.5</c:v>
                </c:pt>
                <c:pt idx="185">
                  <c:v>5.5</c:v>
                </c:pt>
                <c:pt idx="186">
                  <c:v>5.5</c:v>
                </c:pt>
                <c:pt idx="187">
                  <c:v>5.5</c:v>
                </c:pt>
                <c:pt idx="188">
                  <c:v>5.5</c:v>
                </c:pt>
                <c:pt idx="189">
                  <c:v>5.5</c:v>
                </c:pt>
                <c:pt idx="190">
                  <c:v>5.5</c:v>
                </c:pt>
                <c:pt idx="191">
                  <c:v>5.5</c:v>
                </c:pt>
                <c:pt idx="192">
                  <c:v>5.5</c:v>
                </c:pt>
                <c:pt idx="193">
                  <c:v>5.5</c:v>
                </c:pt>
                <c:pt idx="194">
                  <c:v>5.5</c:v>
                </c:pt>
                <c:pt idx="195">
                  <c:v>5.5</c:v>
                </c:pt>
                <c:pt idx="196">
                  <c:v>5.5</c:v>
                </c:pt>
                <c:pt idx="197">
                  <c:v>5.5</c:v>
                </c:pt>
                <c:pt idx="198">
                  <c:v>5.5</c:v>
                </c:pt>
                <c:pt idx="199">
                  <c:v>5.75</c:v>
                </c:pt>
                <c:pt idx="200">
                  <c:v>5.75</c:v>
                </c:pt>
                <c:pt idx="201">
                  <c:v>5.75</c:v>
                </c:pt>
                <c:pt idx="202">
                  <c:v>5.75</c:v>
                </c:pt>
                <c:pt idx="203">
                  <c:v>5.75</c:v>
                </c:pt>
                <c:pt idx="204">
                  <c:v>5.75</c:v>
                </c:pt>
                <c:pt idx="205">
                  <c:v>5.75</c:v>
                </c:pt>
                <c:pt idx="206">
                  <c:v>5.75</c:v>
                </c:pt>
                <c:pt idx="207">
                  <c:v>5.75</c:v>
                </c:pt>
                <c:pt idx="208">
                  <c:v>5.75</c:v>
                </c:pt>
                <c:pt idx="209">
                  <c:v>5.75</c:v>
                </c:pt>
                <c:pt idx="210">
                  <c:v>5.75</c:v>
                </c:pt>
                <c:pt idx="211">
                  <c:v>5.75</c:v>
                </c:pt>
                <c:pt idx="212">
                  <c:v>5.75</c:v>
                </c:pt>
                <c:pt idx="213">
                  <c:v>5.75</c:v>
                </c:pt>
                <c:pt idx="214">
                  <c:v>5.75</c:v>
                </c:pt>
                <c:pt idx="215">
                  <c:v>5.75</c:v>
                </c:pt>
                <c:pt idx="216">
                  <c:v>5.75</c:v>
                </c:pt>
                <c:pt idx="217">
                  <c:v>5.75</c:v>
                </c:pt>
                <c:pt idx="218">
                  <c:v>5.75</c:v>
                </c:pt>
                <c:pt idx="219">
                  <c:v>5.75</c:v>
                </c:pt>
                <c:pt idx="220">
                  <c:v>5.75</c:v>
                </c:pt>
                <c:pt idx="221">
                  <c:v>5.75</c:v>
                </c:pt>
                <c:pt idx="222">
                  <c:v>5.75</c:v>
                </c:pt>
                <c:pt idx="223">
                  <c:v>5.75</c:v>
                </c:pt>
                <c:pt idx="224">
                  <c:v>5.75</c:v>
                </c:pt>
                <c:pt idx="225">
                  <c:v>5.75</c:v>
                </c:pt>
                <c:pt idx="226">
                  <c:v>5.75</c:v>
                </c:pt>
                <c:pt idx="227">
                  <c:v>5.75</c:v>
                </c:pt>
                <c:pt idx="228">
                  <c:v>5.75</c:v>
                </c:pt>
                <c:pt idx="229">
                  <c:v>5.75</c:v>
                </c:pt>
                <c:pt idx="230">
                  <c:v>5.75</c:v>
                </c:pt>
                <c:pt idx="231">
                  <c:v>5.75</c:v>
                </c:pt>
                <c:pt idx="232">
                  <c:v>5.75</c:v>
                </c:pt>
                <c:pt idx="233">
                  <c:v>5.75</c:v>
                </c:pt>
                <c:pt idx="234">
                  <c:v>5.75</c:v>
                </c:pt>
                <c:pt idx="235">
                  <c:v>5.75</c:v>
                </c:pt>
                <c:pt idx="236">
                  <c:v>5.75</c:v>
                </c:pt>
                <c:pt idx="237">
                  <c:v>5.75</c:v>
                </c:pt>
                <c:pt idx="238">
                  <c:v>5.75</c:v>
                </c:pt>
                <c:pt idx="239">
                  <c:v>5.75</c:v>
                </c:pt>
                <c:pt idx="240">
                  <c:v>5.75</c:v>
                </c:pt>
                <c:pt idx="241">
                  <c:v>5.75</c:v>
                </c:pt>
                <c:pt idx="242">
                  <c:v>5.75</c:v>
                </c:pt>
                <c:pt idx="243">
                  <c:v>5.75</c:v>
                </c:pt>
                <c:pt idx="244">
                  <c:v>5.75</c:v>
                </c:pt>
                <c:pt idx="245">
                  <c:v>5.75</c:v>
                </c:pt>
                <c:pt idx="246">
                  <c:v>5.75</c:v>
                </c:pt>
                <c:pt idx="247">
                  <c:v>5.75</c:v>
                </c:pt>
                <c:pt idx="248">
                  <c:v>5.75</c:v>
                </c:pt>
                <c:pt idx="249">
                  <c:v>5.75</c:v>
                </c:pt>
                <c:pt idx="250">
                  <c:v>5.75</c:v>
                </c:pt>
                <c:pt idx="251">
                  <c:v>5.75</c:v>
                </c:pt>
                <c:pt idx="252">
                  <c:v>5.75</c:v>
                </c:pt>
                <c:pt idx="253">
                  <c:v>5.75</c:v>
                </c:pt>
                <c:pt idx="254">
                  <c:v>5.75</c:v>
                </c:pt>
                <c:pt idx="255">
                  <c:v>5.75</c:v>
                </c:pt>
                <c:pt idx="256">
                  <c:v>5.75</c:v>
                </c:pt>
                <c:pt idx="257">
                  <c:v>5.75</c:v>
                </c:pt>
                <c:pt idx="258">
                  <c:v>5.75</c:v>
                </c:pt>
                <c:pt idx="259">
                  <c:v>5.75</c:v>
                </c:pt>
                <c:pt idx="260">
                  <c:v>5.75</c:v>
                </c:pt>
                <c:pt idx="261">
                  <c:v>5.75</c:v>
                </c:pt>
                <c:pt idx="262">
                  <c:v>5.75</c:v>
                </c:pt>
                <c:pt idx="263">
                  <c:v>5.75</c:v>
                </c:pt>
                <c:pt idx="264">
                  <c:v>5.75</c:v>
                </c:pt>
                <c:pt idx="265">
                  <c:v>5.75</c:v>
                </c:pt>
                <c:pt idx="266">
                  <c:v>5.75</c:v>
                </c:pt>
                <c:pt idx="267">
                  <c:v>5.75</c:v>
                </c:pt>
                <c:pt idx="268">
                  <c:v>5.75</c:v>
                </c:pt>
                <c:pt idx="269">
                  <c:v>5.75</c:v>
                </c:pt>
                <c:pt idx="270">
                  <c:v>5.75</c:v>
                </c:pt>
                <c:pt idx="271">
                  <c:v>5.75</c:v>
                </c:pt>
                <c:pt idx="272">
                  <c:v>5.75</c:v>
                </c:pt>
                <c:pt idx="273">
                  <c:v>5.75</c:v>
                </c:pt>
                <c:pt idx="274">
                  <c:v>5.75</c:v>
                </c:pt>
                <c:pt idx="275">
                  <c:v>5.75</c:v>
                </c:pt>
                <c:pt idx="276">
                  <c:v>5.75</c:v>
                </c:pt>
                <c:pt idx="277">
                  <c:v>5.75</c:v>
                </c:pt>
                <c:pt idx="278">
                  <c:v>5.75</c:v>
                </c:pt>
                <c:pt idx="279">
                  <c:v>5.75</c:v>
                </c:pt>
                <c:pt idx="280">
                  <c:v>5.75</c:v>
                </c:pt>
                <c:pt idx="281">
                  <c:v>5.75</c:v>
                </c:pt>
                <c:pt idx="282">
                  <c:v>5.75</c:v>
                </c:pt>
                <c:pt idx="283">
                  <c:v>5.75</c:v>
                </c:pt>
                <c:pt idx="284">
                  <c:v>5.75</c:v>
                </c:pt>
                <c:pt idx="285">
                  <c:v>5.75</c:v>
                </c:pt>
                <c:pt idx="286">
                  <c:v>5.75</c:v>
                </c:pt>
                <c:pt idx="287">
                  <c:v>5.75</c:v>
                </c:pt>
                <c:pt idx="288">
                  <c:v>5.75</c:v>
                </c:pt>
                <c:pt idx="289">
                  <c:v>5.75</c:v>
                </c:pt>
                <c:pt idx="290">
                  <c:v>5.75</c:v>
                </c:pt>
                <c:pt idx="291">
                  <c:v>5.75</c:v>
                </c:pt>
                <c:pt idx="292">
                  <c:v>5.75</c:v>
                </c:pt>
                <c:pt idx="293">
                  <c:v>5.75</c:v>
                </c:pt>
                <c:pt idx="294">
                  <c:v>5.75</c:v>
                </c:pt>
                <c:pt idx="295">
                  <c:v>5.75</c:v>
                </c:pt>
                <c:pt idx="296">
                  <c:v>5.75</c:v>
                </c:pt>
                <c:pt idx="297">
                  <c:v>5.75</c:v>
                </c:pt>
                <c:pt idx="298">
                  <c:v>5.75</c:v>
                </c:pt>
                <c:pt idx="299">
                  <c:v>5.75</c:v>
                </c:pt>
                <c:pt idx="300">
                  <c:v>5.75</c:v>
                </c:pt>
                <c:pt idx="301">
                  <c:v>5.75</c:v>
                </c:pt>
                <c:pt idx="302">
                  <c:v>5.75</c:v>
                </c:pt>
                <c:pt idx="303">
                  <c:v>5.75</c:v>
                </c:pt>
                <c:pt idx="304">
                  <c:v>5.75</c:v>
                </c:pt>
                <c:pt idx="305">
                  <c:v>5.75</c:v>
                </c:pt>
                <c:pt idx="306">
                  <c:v>5.75</c:v>
                </c:pt>
                <c:pt idx="307">
                  <c:v>5.75</c:v>
                </c:pt>
                <c:pt idx="308">
                  <c:v>5.75</c:v>
                </c:pt>
                <c:pt idx="309">
                  <c:v>5.75</c:v>
                </c:pt>
                <c:pt idx="310">
                  <c:v>5.75</c:v>
                </c:pt>
                <c:pt idx="311">
                  <c:v>5.75</c:v>
                </c:pt>
                <c:pt idx="312">
                  <c:v>5.75</c:v>
                </c:pt>
                <c:pt idx="313">
                  <c:v>5.75</c:v>
                </c:pt>
                <c:pt idx="314">
                  <c:v>5.75</c:v>
                </c:pt>
                <c:pt idx="315">
                  <c:v>5.75</c:v>
                </c:pt>
                <c:pt idx="316">
                  <c:v>5.75</c:v>
                </c:pt>
                <c:pt idx="317">
                  <c:v>5.75</c:v>
                </c:pt>
                <c:pt idx="318">
                  <c:v>5.75</c:v>
                </c:pt>
                <c:pt idx="319">
                  <c:v>5.75</c:v>
                </c:pt>
                <c:pt idx="320">
                  <c:v>5.75</c:v>
                </c:pt>
                <c:pt idx="321">
                  <c:v>5.75</c:v>
                </c:pt>
                <c:pt idx="322">
                  <c:v>5.75</c:v>
                </c:pt>
                <c:pt idx="323">
                  <c:v>5.75</c:v>
                </c:pt>
                <c:pt idx="324">
                  <c:v>5.75</c:v>
                </c:pt>
                <c:pt idx="325">
                  <c:v>5.75</c:v>
                </c:pt>
                <c:pt idx="326">
                  <c:v>5.75</c:v>
                </c:pt>
                <c:pt idx="327">
                  <c:v>5.75</c:v>
                </c:pt>
                <c:pt idx="328">
                  <c:v>5.75</c:v>
                </c:pt>
                <c:pt idx="329">
                  <c:v>5.75</c:v>
                </c:pt>
                <c:pt idx="330">
                  <c:v>5.75</c:v>
                </c:pt>
                <c:pt idx="331">
                  <c:v>5.75</c:v>
                </c:pt>
                <c:pt idx="332">
                  <c:v>5.75</c:v>
                </c:pt>
                <c:pt idx="333">
                  <c:v>5.75</c:v>
                </c:pt>
                <c:pt idx="334">
                  <c:v>5.75</c:v>
                </c:pt>
                <c:pt idx="335">
                  <c:v>5.75</c:v>
                </c:pt>
                <c:pt idx="336">
                  <c:v>5.75</c:v>
                </c:pt>
                <c:pt idx="337">
                  <c:v>5.75</c:v>
                </c:pt>
                <c:pt idx="338">
                  <c:v>5.75</c:v>
                </c:pt>
                <c:pt idx="339">
                  <c:v>5.75</c:v>
                </c:pt>
                <c:pt idx="340">
                  <c:v>5.75</c:v>
                </c:pt>
                <c:pt idx="341">
                  <c:v>5.75</c:v>
                </c:pt>
                <c:pt idx="342">
                  <c:v>5.75</c:v>
                </c:pt>
                <c:pt idx="343">
                  <c:v>5.75</c:v>
                </c:pt>
                <c:pt idx="344">
                  <c:v>5.75</c:v>
                </c:pt>
                <c:pt idx="345">
                  <c:v>5.75</c:v>
                </c:pt>
                <c:pt idx="346">
                  <c:v>5.75</c:v>
                </c:pt>
                <c:pt idx="347">
                  <c:v>5.75</c:v>
                </c:pt>
                <c:pt idx="348">
                  <c:v>5.75</c:v>
                </c:pt>
                <c:pt idx="349">
                  <c:v>5.75</c:v>
                </c:pt>
                <c:pt idx="350">
                  <c:v>5.75</c:v>
                </c:pt>
                <c:pt idx="351">
                  <c:v>5.75</c:v>
                </c:pt>
                <c:pt idx="352">
                  <c:v>5.75</c:v>
                </c:pt>
                <c:pt idx="353">
                  <c:v>5.5</c:v>
                </c:pt>
                <c:pt idx="354">
                  <c:v>5.5</c:v>
                </c:pt>
                <c:pt idx="355">
                  <c:v>5.5</c:v>
                </c:pt>
                <c:pt idx="356">
                  <c:v>5.5</c:v>
                </c:pt>
                <c:pt idx="357">
                  <c:v>5.5</c:v>
                </c:pt>
                <c:pt idx="358">
                  <c:v>5.5</c:v>
                </c:pt>
                <c:pt idx="359">
                  <c:v>5.5</c:v>
                </c:pt>
                <c:pt idx="360">
                  <c:v>5.5</c:v>
                </c:pt>
                <c:pt idx="361">
                  <c:v>5.5</c:v>
                </c:pt>
                <c:pt idx="362">
                  <c:v>5.5</c:v>
                </c:pt>
                <c:pt idx="363">
                  <c:v>5.5</c:v>
                </c:pt>
                <c:pt idx="364">
                  <c:v>5.5</c:v>
                </c:pt>
                <c:pt idx="365">
                  <c:v>5.5</c:v>
                </c:pt>
                <c:pt idx="366">
                  <c:v>5.5</c:v>
                </c:pt>
                <c:pt idx="367">
                  <c:v>5.5</c:v>
                </c:pt>
                <c:pt idx="368">
                  <c:v>5.5</c:v>
                </c:pt>
                <c:pt idx="369">
                  <c:v>5.5</c:v>
                </c:pt>
                <c:pt idx="370">
                  <c:v>5.5</c:v>
                </c:pt>
                <c:pt idx="371">
                  <c:v>5.5</c:v>
                </c:pt>
                <c:pt idx="372">
                  <c:v>5.5</c:v>
                </c:pt>
                <c:pt idx="373">
                  <c:v>5.5</c:v>
                </c:pt>
                <c:pt idx="374">
                  <c:v>5.5</c:v>
                </c:pt>
                <c:pt idx="375">
                  <c:v>5.5</c:v>
                </c:pt>
                <c:pt idx="376">
                  <c:v>5.5</c:v>
                </c:pt>
                <c:pt idx="377">
                  <c:v>5.5</c:v>
                </c:pt>
                <c:pt idx="378">
                  <c:v>5.5</c:v>
                </c:pt>
                <c:pt idx="379">
                  <c:v>5.5</c:v>
                </c:pt>
                <c:pt idx="380">
                  <c:v>5.5</c:v>
                </c:pt>
                <c:pt idx="381">
                  <c:v>5.5</c:v>
                </c:pt>
                <c:pt idx="382">
                  <c:v>5.5</c:v>
                </c:pt>
                <c:pt idx="383">
                  <c:v>5.5</c:v>
                </c:pt>
                <c:pt idx="384">
                  <c:v>5.5</c:v>
                </c:pt>
                <c:pt idx="385">
                  <c:v>5.5</c:v>
                </c:pt>
                <c:pt idx="386">
                  <c:v>5.5</c:v>
                </c:pt>
                <c:pt idx="387">
                  <c:v>5.5</c:v>
                </c:pt>
                <c:pt idx="388">
                  <c:v>5.5</c:v>
                </c:pt>
                <c:pt idx="389">
                  <c:v>5.5</c:v>
                </c:pt>
                <c:pt idx="390">
                  <c:v>5.5</c:v>
                </c:pt>
                <c:pt idx="391">
                  <c:v>5.5</c:v>
                </c:pt>
                <c:pt idx="392">
                  <c:v>5.5</c:v>
                </c:pt>
                <c:pt idx="393">
                  <c:v>5.5</c:v>
                </c:pt>
                <c:pt idx="394">
                  <c:v>5.5</c:v>
                </c:pt>
                <c:pt idx="395">
                  <c:v>5.5</c:v>
                </c:pt>
                <c:pt idx="396">
                  <c:v>5.5</c:v>
                </c:pt>
                <c:pt idx="397">
                  <c:v>5.5</c:v>
                </c:pt>
                <c:pt idx="398">
                  <c:v>5.5</c:v>
                </c:pt>
                <c:pt idx="399">
                  <c:v>5.5</c:v>
                </c:pt>
                <c:pt idx="400">
                  <c:v>5.5</c:v>
                </c:pt>
                <c:pt idx="401">
                  <c:v>5.5</c:v>
                </c:pt>
                <c:pt idx="402">
                  <c:v>5.5</c:v>
                </c:pt>
                <c:pt idx="403">
                  <c:v>5.5</c:v>
                </c:pt>
                <c:pt idx="404">
                  <c:v>5.5</c:v>
                </c:pt>
                <c:pt idx="405">
                  <c:v>5.5</c:v>
                </c:pt>
                <c:pt idx="406">
                  <c:v>5.5</c:v>
                </c:pt>
                <c:pt idx="407">
                  <c:v>5.5</c:v>
                </c:pt>
                <c:pt idx="408">
                  <c:v>5.5</c:v>
                </c:pt>
                <c:pt idx="409">
                  <c:v>5.5</c:v>
                </c:pt>
                <c:pt idx="410">
                  <c:v>5.5</c:v>
                </c:pt>
                <c:pt idx="411">
                  <c:v>5.5</c:v>
                </c:pt>
                <c:pt idx="412">
                  <c:v>5.5</c:v>
                </c:pt>
                <c:pt idx="413">
                  <c:v>5.5</c:v>
                </c:pt>
                <c:pt idx="414">
                  <c:v>5.5</c:v>
                </c:pt>
                <c:pt idx="415">
                  <c:v>5.5</c:v>
                </c:pt>
                <c:pt idx="416">
                  <c:v>5.5</c:v>
                </c:pt>
                <c:pt idx="417">
                  <c:v>5.5</c:v>
                </c:pt>
                <c:pt idx="418">
                  <c:v>5.5</c:v>
                </c:pt>
                <c:pt idx="419">
                  <c:v>5.5</c:v>
                </c:pt>
                <c:pt idx="420">
                  <c:v>5.5</c:v>
                </c:pt>
                <c:pt idx="421">
                  <c:v>5.5</c:v>
                </c:pt>
                <c:pt idx="422">
                  <c:v>5.5</c:v>
                </c:pt>
                <c:pt idx="423">
                  <c:v>5.5</c:v>
                </c:pt>
                <c:pt idx="424">
                  <c:v>5.5</c:v>
                </c:pt>
                <c:pt idx="425">
                  <c:v>5.5</c:v>
                </c:pt>
                <c:pt idx="426">
                  <c:v>5.5</c:v>
                </c:pt>
                <c:pt idx="427">
                  <c:v>5.5</c:v>
                </c:pt>
                <c:pt idx="428">
                  <c:v>5.5</c:v>
                </c:pt>
                <c:pt idx="429">
                  <c:v>5.5</c:v>
                </c:pt>
                <c:pt idx="430">
                  <c:v>5.5</c:v>
                </c:pt>
                <c:pt idx="431">
                  <c:v>5.5</c:v>
                </c:pt>
                <c:pt idx="432">
                  <c:v>5.5</c:v>
                </c:pt>
                <c:pt idx="433">
                  <c:v>5.25</c:v>
                </c:pt>
                <c:pt idx="434">
                  <c:v>5.25</c:v>
                </c:pt>
                <c:pt idx="435">
                  <c:v>5.25</c:v>
                </c:pt>
                <c:pt idx="436">
                  <c:v>5.25</c:v>
                </c:pt>
                <c:pt idx="437">
                  <c:v>5.25</c:v>
                </c:pt>
                <c:pt idx="438">
                  <c:v>5.25</c:v>
                </c:pt>
                <c:pt idx="439">
                  <c:v>5.25</c:v>
                </c:pt>
                <c:pt idx="440">
                  <c:v>5.25</c:v>
                </c:pt>
                <c:pt idx="441">
                  <c:v>5.25</c:v>
                </c:pt>
                <c:pt idx="442">
                  <c:v>5.25</c:v>
                </c:pt>
                <c:pt idx="443">
                  <c:v>5.25</c:v>
                </c:pt>
                <c:pt idx="444">
                  <c:v>5.25</c:v>
                </c:pt>
                <c:pt idx="445">
                  <c:v>4.75</c:v>
                </c:pt>
                <c:pt idx="446">
                  <c:v>4.75</c:v>
                </c:pt>
                <c:pt idx="447">
                  <c:v>4.75</c:v>
                </c:pt>
                <c:pt idx="448">
                  <c:v>4.75</c:v>
                </c:pt>
                <c:pt idx="449">
                  <c:v>4.75</c:v>
                </c:pt>
                <c:pt idx="450">
                  <c:v>4.75</c:v>
                </c:pt>
                <c:pt idx="451">
                  <c:v>4.75</c:v>
                </c:pt>
                <c:pt idx="452">
                  <c:v>4.75</c:v>
                </c:pt>
                <c:pt idx="453">
                  <c:v>4.75</c:v>
                </c:pt>
                <c:pt idx="454">
                  <c:v>4.75</c:v>
                </c:pt>
                <c:pt idx="455">
                  <c:v>4.75</c:v>
                </c:pt>
                <c:pt idx="456">
                  <c:v>4.75</c:v>
                </c:pt>
                <c:pt idx="457">
                  <c:v>4.75</c:v>
                </c:pt>
                <c:pt idx="458">
                  <c:v>4.75</c:v>
                </c:pt>
                <c:pt idx="459">
                  <c:v>4.75</c:v>
                </c:pt>
                <c:pt idx="460">
                  <c:v>4.75</c:v>
                </c:pt>
                <c:pt idx="461">
                  <c:v>4.75</c:v>
                </c:pt>
                <c:pt idx="462">
                  <c:v>4.75</c:v>
                </c:pt>
                <c:pt idx="463">
                  <c:v>4.75</c:v>
                </c:pt>
                <c:pt idx="464">
                  <c:v>4.75</c:v>
                </c:pt>
                <c:pt idx="465">
                  <c:v>4.75</c:v>
                </c:pt>
                <c:pt idx="466">
                  <c:v>4.75</c:v>
                </c:pt>
                <c:pt idx="467">
                  <c:v>4.75</c:v>
                </c:pt>
                <c:pt idx="468">
                  <c:v>4.75</c:v>
                </c:pt>
                <c:pt idx="469">
                  <c:v>4.75</c:v>
                </c:pt>
                <c:pt idx="470">
                  <c:v>4.75</c:v>
                </c:pt>
                <c:pt idx="471">
                  <c:v>4.75</c:v>
                </c:pt>
                <c:pt idx="472">
                  <c:v>4.75</c:v>
                </c:pt>
                <c:pt idx="473">
                  <c:v>4.75</c:v>
                </c:pt>
                <c:pt idx="474">
                  <c:v>4.75</c:v>
                </c:pt>
                <c:pt idx="475">
                  <c:v>4.75</c:v>
                </c:pt>
                <c:pt idx="476">
                  <c:v>4.75</c:v>
                </c:pt>
                <c:pt idx="477">
                  <c:v>4.75</c:v>
                </c:pt>
                <c:pt idx="478">
                  <c:v>4.75</c:v>
                </c:pt>
                <c:pt idx="479">
                  <c:v>4.75</c:v>
                </c:pt>
                <c:pt idx="480">
                  <c:v>4.75</c:v>
                </c:pt>
                <c:pt idx="481">
                  <c:v>4.75</c:v>
                </c:pt>
                <c:pt idx="482">
                  <c:v>4.75</c:v>
                </c:pt>
                <c:pt idx="483">
                  <c:v>4.25</c:v>
                </c:pt>
                <c:pt idx="484">
                  <c:v>4.25</c:v>
                </c:pt>
                <c:pt idx="485">
                  <c:v>4.25</c:v>
                </c:pt>
                <c:pt idx="486">
                  <c:v>4.25</c:v>
                </c:pt>
                <c:pt idx="487">
                  <c:v>4.25</c:v>
                </c:pt>
                <c:pt idx="488">
                  <c:v>4.25</c:v>
                </c:pt>
                <c:pt idx="489">
                  <c:v>4.25</c:v>
                </c:pt>
                <c:pt idx="490">
                  <c:v>4.25</c:v>
                </c:pt>
                <c:pt idx="491">
                  <c:v>4.25</c:v>
                </c:pt>
                <c:pt idx="492">
                  <c:v>4.25</c:v>
                </c:pt>
                <c:pt idx="493">
                  <c:v>4.25</c:v>
                </c:pt>
                <c:pt idx="494">
                  <c:v>4.25</c:v>
                </c:pt>
                <c:pt idx="495">
                  <c:v>4.25</c:v>
                </c:pt>
                <c:pt idx="496">
                  <c:v>4.25</c:v>
                </c:pt>
                <c:pt idx="497">
                  <c:v>4.25</c:v>
                </c:pt>
                <c:pt idx="498">
                  <c:v>4.25</c:v>
                </c:pt>
                <c:pt idx="499">
                  <c:v>4.25</c:v>
                </c:pt>
                <c:pt idx="500">
                  <c:v>4.25</c:v>
                </c:pt>
                <c:pt idx="501">
                  <c:v>4.25</c:v>
                </c:pt>
                <c:pt idx="502">
                  <c:v>4.25</c:v>
                </c:pt>
                <c:pt idx="503">
                  <c:v>4.25</c:v>
                </c:pt>
                <c:pt idx="504">
                  <c:v>4.25</c:v>
                </c:pt>
                <c:pt idx="505">
                  <c:v>4.25</c:v>
                </c:pt>
                <c:pt idx="506">
                  <c:v>4.25</c:v>
                </c:pt>
                <c:pt idx="507">
                  <c:v>4.25</c:v>
                </c:pt>
                <c:pt idx="508">
                  <c:v>4.25</c:v>
                </c:pt>
                <c:pt idx="509">
                  <c:v>4.25</c:v>
                </c:pt>
                <c:pt idx="510">
                  <c:v>4.25</c:v>
                </c:pt>
                <c:pt idx="511">
                  <c:v>4.25</c:v>
                </c:pt>
                <c:pt idx="512">
                  <c:v>4.25</c:v>
                </c:pt>
                <c:pt idx="513">
                  <c:v>4.25</c:v>
                </c:pt>
                <c:pt idx="514">
                  <c:v>4.25</c:v>
                </c:pt>
                <c:pt idx="515">
                  <c:v>4.25</c:v>
                </c:pt>
                <c:pt idx="516">
                  <c:v>4.25</c:v>
                </c:pt>
                <c:pt idx="517">
                  <c:v>4.25</c:v>
                </c:pt>
                <c:pt idx="518">
                  <c:v>4.25</c:v>
                </c:pt>
                <c:pt idx="519">
                  <c:v>4.25</c:v>
                </c:pt>
                <c:pt idx="520">
                  <c:v>4.25</c:v>
                </c:pt>
                <c:pt idx="521">
                  <c:v>4.25</c:v>
                </c:pt>
                <c:pt idx="522">
                  <c:v>4.25</c:v>
                </c:pt>
                <c:pt idx="523">
                  <c:v>4.25</c:v>
                </c:pt>
                <c:pt idx="524">
                  <c:v>4.25</c:v>
                </c:pt>
                <c:pt idx="525">
                  <c:v>4.25</c:v>
                </c:pt>
                <c:pt idx="526">
                  <c:v>4.25</c:v>
                </c:pt>
                <c:pt idx="527">
                  <c:v>4.25</c:v>
                </c:pt>
                <c:pt idx="528">
                  <c:v>4.25</c:v>
                </c:pt>
                <c:pt idx="529">
                  <c:v>4.25</c:v>
                </c:pt>
                <c:pt idx="530">
                  <c:v>4.25</c:v>
                </c:pt>
                <c:pt idx="531">
                  <c:v>4.25</c:v>
                </c:pt>
                <c:pt idx="532">
                  <c:v>4.25</c:v>
                </c:pt>
                <c:pt idx="533">
                  <c:v>4.25</c:v>
                </c:pt>
                <c:pt idx="534">
                  <c:v>4.25</c:v>
                </c:pt>
                <c:pt idx="535">
                  <c:v>4.25</c:v>
                </c:pt>
                <c:pt idx="536">
                  <c:v>4.25</c:v>
                </c:pt>
                <c:pt idx="537">
                  <c:v>4.25</c:v>
                </c:pt>
                <c:pt idx="538">
                  <c:v>4.25</c:v>
                </c:pt>
                <c:pt idx="539">
                  <c:v>4.25</c:v>
                </c:pt>
                <c:pt idx="540">
                  <c:v>4.25</c:v>
                </c:pt>
                <c:pt idx="541">
                  <c:v>4.25</c:v>
                </c:pt>
                <c:pt idx="542">
                  <c:v>4.25</c:v>
                </c:pt>
                <c:pt idx="543">
                  <c:v>4.25</c:v>
                </c:pt>
                <c:pt idx="544">
                  <c:v>4.25</c:v>
                </c:pt>
                <c:pt idx="545">
                  <c:v>4.25</c:v>
                </c:pt>
                <c:pt idx="546">
                  <c:v>4.25</c:v>
                </c:pt>
                <c:pt idx="547">
                  <c:v>4.25</c:v>
                </c:pt>
                <c:pt idx="548">
                  <c:v>4.25</c:v>
                </c:pt>
                <c:pt idx="549">
                  <c:v>4.25</c:v>
                </c:pt>
                <c:pt idx="550">
                  <c:v>4.25</c:v>
                </c:pt>
                <c:pt idx="551">
                  <c:v>4.25</c:v>
                </c:pt>
                <c:pt idx="552">
                  <c:v>4.25</c:v>
                </c:pt>
                <c:pt idx="553">
                  <c:v>4.25</c:v>
                </c:pt>
                <c:pt idx="554">
                  <c:v>4.25</c:v>
                </c:pt>
                <c:pt idx="555">
                  <c:v>4.25</c:v>
                </c:pt>
                <c:pt idx="556">
                  <c:v>4.25</c:v>
                </c:pt>
                <c:pt idx="557">
                  <c:v>4.25</c:v>
                </c:pt>
                <c:pt idx="558">
                  <c:v>4.25</c:v>
                </c:pt>
                <c:pt idx="559">
                  <c:v>4.25</c:v>
                </c:pt>
                <c:pt idx="560">
                  <c:v>4.25</c:v>
                </c:pt>
                <c:pt idx="561">
                  <c:v>4.25</c:v>
                </c:pt>
                <c:pt idx="562">
                  <c:v>4.25</c:v>
                </c:pt>
                <c:pt idx="563">
                  <c:v>4.25</c:v>
                </c:pt>
                <c:pt idx="564">
                  <c:v>4.25</c:v>
                </c:pt>
                <c:pt idx="565">
                  <c:v>4.25</c:v>
                </c:pt>
                <c:pt idx="566">
                  <c:v>4.25</c:v>
                </c:pt>
                <c:pt idx="567">
                  <c:v>4.25</c:v>
                </c:pt>
                <c:pt idx="568">
                  <c:v>4.25</c:v>
                </c:pt>
                <c:pt idx="569">
                  <c:v>4.25</c:v>
                </c:pt>
                <c:pt idx="570">
                  <c:v>4.25</c:v>
                </c:pt>
                <c:pt idx="571">
                  <c:v>4.25</c:v>
                </c:pt>
                <c:pt idx="572">
                  <c:v>4.25</c:v>
                </c:pt>
                <c:pt idx="573">
                  <c:v>4.25</c:v>
                </c:pt>
                <c:pt idx="574">
                  <c:v>4.25</c:v>
                </c:pt>
                <c:pt idx="575">
                  <c:v>4.25</c:v>
                </c:pt>
                <c:pt idx="576">
                  <c:v>4.25</c:v>
                </c:pt>
                <c:pt idx="577">
                  <c:v>4.25</c:v>
                </c:pt>
                <c:pt idx="578">
                  <c:v>4.25</c:v>
                </c:pt>
                <c:pt idx="579">
                  <c:v>4.25</c:v>
                </c:pt>
                <c:pt idx="580">
                  <c:v>4.25</c:v>
                </c:pt>
                <c:pt idx="581">
                  <c:v>4.25</c:v>
                </c:pt>
                <c:pt idx="582">
                  <c:v>4.25</c:v>
                </c:pt>
                <c:pt idx="583">
                  <c:v>4.25</c:v>
                </c:pt>
                <c:pt idx="584">
                  <c:v>4.25</c:v>
                </c:pt>
                <c:pt idx="585">
                  <c:v>4.25</c:v>
                </c:pt>
                <c:pt idx="586">
                  <c:v>4.25</c:v>
                </c:pt>
                <c:pt idx="587">
                  <c:v>4.25</c:v>
                </c:pt>
                <c:pt idx="588">
                  <c:v>4.25</c:v>
                </c:pt>
                <c:pt idx="589">
                  <c:v>4.25</c:v>
                </c:pt>
                <c:pt idx="590">
                  <c:v>4.25</c:v>
                </c:pt>
                <c:pt idx="591">
                  <c:v>4.25</c:v>
                </c:pt>
                <c:pt idx="592">
                  <c:v>4.25</c:v>
                </c:pt>
                <c:pt idx="593">
                  <c:v>4.25</c:v>
                </c:pt>
                <c:pt idx="594">
                  <c:v>4.25</c:v>
                </c:pt>
                <c:pt idx="595">
                  <c:v>4.25</c:v>
                </c:pt>
                <c:pt idx="596">
                  <c:v>4.25</c:v>
                </c:pt>
                <c:pt idx="597">
                  <c:v>4.25</c:v>
                </c:pt>
                <c:pt idx="598">
                  <c:v>4.25</c:v>
                </c:pt>
                <c:pt idx="599">
                  <c:v>4.25</c:v>
                </c:pt>
                <c:pt idx="600">
                  <c:v>4.25</c:v>
                </c:pt>
                <c:pt idx="601">
                  <c:v>4.25</c:v>
                </c:pt>
                <c:pt idx="602">
                  <c:v>4.25</c:v>
                </c:pt>
                <c:pt idx="603">
                  <c:v>4.25</c:v>
                </c:pt>
                <c:pt idx="604">
                  <c:v>4.25</c:v>
                </c:pt>
                <c:pt idx="605">
                  <c:v>4.25</c:v>
                </c:pt>
                <c:pt idx="606">
                  <c:v>4.25</c:v>
                </c:pt>
                <c:pt idx="607">
                  <c:v>4.25</c:v>
                </c:pt>
                <c:pt idx="608">
                  <c:v>4.25</c:v>
                </c:pt>
                <c:pt idx="609">
                  <c:v>4.25</c:v>
                </c:pt>
                <c:pt idx="610">
                  <c:v>4.25</c:v>
                </c:pt>
                <c:pt idx="611">
                  <c:v>4.25</c:v>
                </c:pt>
                <c:pt idx="612">
                  <c:v>4.25</c:v>
                </c:pt>
                <c:pt idx="613">
                  <c:v>4.25</c:v>
                </c:pt>
                <c:pt idx="614">
                  <c:v>4.25</c:v>
                </c:pt>
                <c:pt idx="615">
                  <c:v>4.25</c:v>
                </c:pt>
                <c:pt idx="616">
                  <c:v>4.25</c:v>
                </c:pt>
                <c:pt idx="617">
                  <c:v>4.25</c:v>
                </c:pt>
                <c:pt idx="618">
                  <c:v>4.25</c:v>
                </c:pt>
                <c:pt idx="619">
                  <c:v>4.25</c:v>
                </c:pt>
                <c:pt idx="620">
                  <c:v>4.25</c:v>
                </c:pt>
                <c:pt idx="621">
                  <c:v>4.25</c:v>
                </c:pt>
                <c:pt idx="622">
                  <c:v>4.25</c:v>
                </c:pt>
                <c:pt idx="623">
                  <c:v>4.25</c:v>
                </c:pt>
                <c:pt idx="624">
                  <c:v>4.25</c:v>
                </c:pt>
                <c:pt idx="625">
                  <c:v>4.25</c:v>
                </c:pt>
                <c:pt idx="626">
                  <c:v>4.25</c:v>
                </c:pt>
                <c:pt idx="627">
                  <c:v>4.25</c:v>
                </c:pt>
                <c:pt idx="628">
                  <c:v>4.25</c:v>
                </c:pt>
                <c:pt idx="629">
                  <c:v>4.25</c:v>
                </c:pt>
                <c:pt idx="630">
                  <c:v>4.25</c:v>
                </c:pt>
                <c:pt idx="631">
                  <c:v>4.25</c:v>
                </c:pt>
                <c:pt idx="632">
                  <c:v>4.25</c:v>
                </c:pt>
                <c:pt idx="633">
                  <c:v>4.25</c:v>
                </c:pt>
                <c:pt idx="634">
                  <c:v>4.25</c:v>
                </c:pt>
                <c:pt idx="635">
                  <c:v>4.25</c:v>
                </c:pt>
                <c:pt idx="636">
                  <c:v>4.25</c:v>
                </c:pt>
                <c:pt idx="637">
                  <c:v>4.25</c:v>
                </c:pt>
                <c:pt idx="638">
                  <c:v>4.25</c:v>
                </c:pt>
                <c:pt idx="639">
                  <c:v>4.25</c:v>
                </c:pt>
                <c:pt idx="640">
                  <c:v>4.25</c:v>
                </c:pt>
                <c:pt idx="641">
                  <c:v>4.25</c:v>
                </c:pt>
                <c:pt idx="642">
                  <c:v>4.25</c:v>
                </c:pt>
                <c:pt idx="643">
                  <c:v>4.25</c:v>
                </c:pt>
                <c:pt idx="644">
                  <c:v>4.25</c:v>
                </c:pt>
                <c:pt idx="645">
                  <c:v>4.25</c:v>
                </c:pt>
                <c:pt idx="646">
                  <c:v>4.25</c:v>
                </c:pt>
                <c:pt idx="647">
                  <c:v>4.25</c:v>
                </c:pt>
                <c:pt idx="648">
                  <c:v>4.25</c:v>
                </c:pt>
                <c:pt idx="649">
                  <c:v>4.25</c:v>
                </c:pt>
                <c:pt idx="650">
                  <c:v>4.25</c:v>
                </c:pt>
                <c:pt idx="651">
                  <c:v>4.25</c:v>
                </c:pt>
                <c:pt idx="652">
                  <c:v>4.25</c:v>
                </c:pt>
                <c:pt idx="653">
                  <c:v>4.25</c:v>
                </c:pt>
                <c:pt idx="654">
                  <c:v>4.25</c:v>
                </c:pt>
                <c:pt idx="655">
                  <c:v>4.25</c:v>
                </c:pt>
                <c:pt idx="656">
                  <c:v>4.25</c:v>
                </c:pt>
                <c:pt idx="657">
                  <c:v>4.25</c:v>
                </c:pt>
                <c:pt idx="658">
                  <c:v>4.25</c:v>
                </c:pt>
                <c:pt idx="659">
                  <c:v>4.25</c:v>
                </c:pt>
                <c:pt idx="660">
                  <c:v>4.25</c:v>
                </c:pt>
                <c:pt idx="661">
                  <c:v>4.25</c:v>
                </c:pt>
                <c:pt idx="662">
                  <c:v>4.25</c:v>
                </c:pt>
                <c:pt idx="663">
                  <c:v>4.25</c:v>
                </c:pt>
                <c:pt idx="664">
                  <c:v>4.25</c:v>
                </c:pt>
                <c:pt idx="665">
                  <c:v>4.25</c:v>
                </c:pt>
                <c:pt idx="666">
                  <c:v>4.25</c:v>
                </c:pt>
                <c:pt idx="667">
                  <c:v>4.25</c:v>
                </c:pt>
                <c:pt idx="668">
                  <c:v>4.25</c:v>
                </c:pt>
                <c:pt idx="669">
                  <c:v>4.25</c:v>
                </c:pt>
                <c:pt idx="670">
                  <c:v>4.25</c:v>
                </c:pt>
                <c:pt idx="671">
                  <c:v>4.25</c:v>
                </c:pt>
                <c:pt idx="672">
                  <c:v>4.25</c:v>
                </c:pt>
                <c:pt idx="673">
                  <c:v>4.25</c:v>
                </c:pt>
                <c:pt idx="674">
                  <c:v>4.25</c:v>
                </c:pt>
                <c:pt idx="675">
                  <c:v>4.25</c:v>
                </c:pt>
                <c:pt idx="676">
                  <c:v>4.25</c:v>
                </c:pt>
                <c:pt idx="677">
                  <c:v>4.25</c:v>
                </c:pt>
                <c:pt idx="678">
                  <c:v>4.25</c:v>
                </c:pt>
                <c:pt idx="679">
                  <c:v>4.25</c:v>
                </c:pt>
                <c:pt idx="680">
                  <c:v>4.25</c:v>
                </c:pt>
                <c:pt idx="681">
                  <c:v>4.25</c:v>
                </c:pt>
                <c:pt idx="682">
                  <c:v>4.25</c:v>
                </c:pt>
                <c:pt idx="683">
                  <c:v>4.25</c:v>
                </c:pt>
                <c:pt idx="684">
                  <c:v>4.25</c:v>
                </c:pt>
                <c:pt idx="685">
                  <c:v>4.25</c:v>
                </c:pt>
                <c:pt idx="686">
                  <c:v>4.25</c:v>
                </c:pt>
                <c:pt idx="687">
                  <c:v>4.25</c:v>
                </c:pt>
                <c:pt idx="688">
                  <c:v>4.25</c:v>
                </c:pt>
                <c:pt idx="689">
                  <c:v>4.25</c:v>
                </c:pt>
                <c:pt idx="690">
                  <c:v>4.25</c:v>
                </c:pt>
                <c:pt idx="691">
                  <c:v>4.25</c:v>
                </c:pt>
                <c:pt idx="692">
                  <c:v>4.25</c:v>
                </c:pt>
                <c:pt idx="693">
                  <c:v>4.25</c:v>
                </c:pt>
                <c:pt idx="694">
                  <c:v>4.25</c:v>
                </c:pt>
                <c:pt idx="695">
                  <c:v>4.25</c:v>
                </c:pt>
                <c:pt idx="696">
                  <c:v>4.25</c:v>
                </c:pt>
                <c:pt idx="697">
                  <c:v>4.25</c:v>
                </c:pt>
                <c:pt idx="698">
                  <c:v>4.25</c:v>
                </c:pt>
                <c:pt idx="699">
                  <c:v>4.25</c:v>
                </c:pt>
                <c:pt idx="700">
                  <c:v>4.25</c:v>
                </c:pt>
                <c:pt idx="701">
                  <c:v>4.25</c:v>
                </c:pt>
                <c:pt idx="702">
                  <c:v>4.25</c:v>
                </c:pt>
                <c:pt idx="703">
                  <c:v>4.25</c:v>
                </c:pt>
                <c:pt idx="704">
                  <c:v>4.25</c:v>
                </c:pt>
                <c:pt idx="705">
                  <c:v>4.25</c:v>
                </c:pt>
                <c:pt idx="706">
                  <c:v>4.25</c:v>
                </c:pt>
                <c:pt idx="707">
                  <c:v>4.25</c:v>
                </c:pt>
                <c:pt idx="708">
                  <c:v>4.25</c:v>
                </c:pt>
                <c:pt idx="709">
                  <c:v>4.25</c:v>
                </c:pt>
                <c:pt idx="710">
                  <c:v>4.25</c:v>
                </c:pt>
                <c:pt idx="711">
                  <c:v>4.25</c:v>
                </c:pt>
                <c:pt idx="712">
                  <c:v>4.25</c:v>
                </c:pt>
                <c:pt idx="713">
                  <c:v>4.25</c:v>
                </c:pt>
                <c:pt idx="714">
                  <c:v>4.25</c:v>
                </c:pt>
                <c:pt idx="715">
                  <c:v>4.25</c:v>
                </c:pt>
                <c:pt idx="716">
                  <c:v>4.25</c:v>
                </c:pt>
                <c:pt idx="717">
                  <c:v>4.25</c:v>
                </c:pt>
                <c:pt idx="718">
                  <c:v>4.25</c:v>
                </c:pt>
                <c:pt idx="719">
                  <c:v>4.25</c:v>
                </c:pt>
                <c:pt idx="720">
                  <c:v>4.25</c:v>
                </c:pt>
                <c:pt idx="721">
                  <c:v>4.25</c:v>
                </c:pt>
                <c:pt idx="722">
                  <c:v>4.25</c:v>
                </c:pt>
                <c:pt idx="723">
                  <c:v>4.25</c:v>
                </c:pt>
                <c:pt idx="724">
                  <c:v>4.25</c:v>
                </c:pt>
                <c:pt idx="725">
                  <c:v>4.25</c:v>
                </c:pt>
                <c:pt idx="726">
                  <c:v>4.25</c:v>
                </c:pt>
                <c:pt idx="727">
                  <c:v>4.25</c:v>
                </c:pt>
                <c:pt idx="728">
                  <c:v>4.25</c:v>
                </c:pt>
                <c:pt idx="729">
                  <c:v>4.25</c:v>
                </c:pt>
                <c:pt idx="730">
                  <c:v>4.25</c:v>
                </c:pt>
                <c:pt idx="731">
                  <c:v>4.25</c:v>
                </c:pt>
                <c:pt idx="732">
                  <c:v>4.25</c:v>
                </c:pt>
                <c:pt idx="733">
                  <c:v>4.25</c:v>
                </c:pt>
                <c:pt idx="734">
                  <c:v>4.25</c:v>
                </c:pt>
                <c:pt idx="735">
                  <c:v>4.25</c:v>
                </c:pt>
                <c:pt idx="736">
                  <c:v>4.25</c:v>
                </c:pt>
                <c:pt idx="737">
                  <c:v>4.25</c:v>
                </c:pt>
                <c:pt idx="738">
                  <c:v>4.25</c:v>
                </c:pt>
                <c:pt idx="739">
                  <c:v>4.25</c:v>
                </c:pt>
                <c:pt idx="740">
                  <c:v>4.25</c:v>
                </c:pt>
                <c:pt idx="741">
                  <c:v>4.25</c:v>
                </c:pt>
                <c:pt idx="742">
                  <c:v>4.25</c:v>
                </c:pt>
                <c:pt idx="743">
                  <c:v>4.25</c:v>
                </c:pt>
                <c:pt idx="744">
                  <c:v>4.25</c:v>
                </c:pt>
                <c:pt idx="745">
                  <c:v>4.25</c:v>
                </c:pt>
                <c:pt idx="746">
                  <c:v>4.25</c:v>
                </c:pt>
                <c:pt idx="747">
                  <c:v>4.25</c:v>
                </c:pt>
                <c:pt idx="748">
                  <c:v>4.25</c:v>
                </c:pt>
                <c:pt idx="749">
                  <c:v>4.25</c:v>
                </c:pt>
                <c:pt idx="750">
                  <c:v>4.25</c:v>
                </c:pt>
                <c:pt idx="751">
                  <c:v>4.25</c:v>
                </c:pt>
                <c:pt idx="752">
                  <c:v>4.25</c:v>
                </c:pt>
                <c:pt idx="753">
                  <c:v>4.25</c:v>
                </c:pt>
                <c:pt idx="754">
                  <c:v>4.25</c:v>
                </c:pt>
                <c:pt idx="755">
                  <c:v>4.25</c:v>
                </c:pt>
                <c:pt idx="756">
                  <c:v>4.25</c:v>
                </c:pt>
                <c:pt idx="757">
                  <c:v>4.25</c:v>
                </c:pt>
                <c:pt idx="758">
                  <c:v>4.25</c:v>
                </c:pt>
                <c:pt idx="759">
                  <c:v>4.25</c:v>
                </c:pt>
                <c:pt idx="760">
                  <c:v>4.25</c:v>
                </c:pt>
                <c:pt idx="761">
                  <c:v>4.25</c:v>
                </c:pt>
                <c:pt idx="762">
                  <c:v>4.25</c:v>
                </c:pt>
                <c:pt idx="763">
                  <c:v>4.25</c:v>
                </c:pt>
                <c:pt idx="764">
                  <c:v>3.75</c:v>
                </c:pt>
                <c:pt idx="765">
                  <c:v>3.75</c:v>
                </c:pt>
                <c:pt idx="766">
                  <c:v>3.75</c:v>
                </c:pt>
                <c:pt idx="767">
                  <c:v>3.75</c:v>
                </c:pt>
                <c:pt idx="768">
                  <c:v>3.75</c:v>
                </c:pt>
                <c:pt idx="769">
                  <c:v>3.75</c:v>
                </c:pt>
                <c:pt idx="770">
                  <c:v>3.75</c:v>
                </c:pt>
                <c:pt idx="771">
                  <c:v>3.75</c:v>
                </c:pt>
                <c:pt idx="772">
                  <c:v>3.75</c:v>
                </c:pt>
                <c:pt idx="773">
                  <c:v>3.75</c:v>
                </c:pt>
                <c:pt idx="774">
                  <c:v>3.75</c:v>
                </c:pt>
                <c:pt idx="775">
                  <c:v>3.75</c:v>
                </c:pt>
                <c:pt idx="776">
                  <c:v>3.75</c:v>
                </c:pt>
                <c:pt idx="777">
                  <c:v>3.75</c:v>
                </c:pt>
                <c:pt idx="778">
                  <c:v>3.75</c:v>
                </c:pt>
                <c:pt idx="779">
                  <c:v>3.75</c:v>
                </c:pt>
                <c:pt idx="780">
                  <c:v>3.75</c:v>
                </c:pt>
                <c:pt idx="781">
                  <c:v>3.75</c:v>
                </c:pt>
                <c:pt idx="782">
                  <c:v>3.75</c:v>
                </c:pt>
                <c:pt idx="783">
                  <c:v>3.75</c:v>
                </c:pt>
                <c:pt idx="784">
                  <c:v>3.75</c:v>
                </c:pt>
                <c:pt idx="785">
                  <c:v>3.75</c:v>
                </c:pt>
                <c:pt idx="786">
                  <c:v>3.75</c:v>
                </c:pt>
                <c:pt idx="787">
                  <c:v>3.75</c:v>
                </c:pt>
                <c:pt idx="788">
                  <c:v>3.75</c:v>
                </c:pt>
                <c:pt idx="789">
                  <c:v>3.75</c:v>
                </c:pt>
                <c:pt idx="790">
                  <c:v>3.75</c:v>
                </c:pt>
                <c:pt idx="791">
                  <c:v>3.75</c:v>
                </c:pt>
                <c:pt idx="792">
                  <c:v>3.75</c:v>
                </c:pt>
                <c:pt idx="793">
                  <c:v>3.75</c:v>
                </c:pt>
                <c:pt idx="794">
                  <c:v>3.75</c:v>
                </c:pt>
                <c:pt idx="795">
                  <c:v>3.75</c:v>
                </c:pt>
                <c:pt idx="796">
                  <c:v>3.75</c:v>
                </c:pt>
                <c:pt idx="797">
                  <c:v>3.75</c:v>
                </c:pt>
                <c:pt idx="798">
                  <c:v>3.75</c:v>
                </c:pt>
                <c:pt idx="799">
                  <c:v>3.75</c:v>
                </c:pt>
                <c:pt idx="800">
                  <c:v>3.75</c:v>
                </c:pt>
                <c:pt idx="801">
                  <c:v>3.75</c:v>
                </c:pt>
                <c:pt idx="802">
                  <c:v>3.75</c:v>
                </c:pt>
                <c:pt idx="803">
                  <c:v>3.75</c:v>
                </c:pt>
                <c:pt idx="804">
                  <c:v>3.75</c:v>
                </c:pt>
                <c:pt idx="805">
                  <c:v>3.75</c:v>
                </c:pt>
                <c:pt idx="806">
                  <c:v>3.75</c:v>
                </c:pt>
                <c:pt idx="807">
                  <c:v>3.75</c:v>
                </c:pt>
                <c:pt idx="808">
                  <c:v>3.75</c:v>
                </c:pt>
                <c:pt idx="809">
                  <c:v>3.75</c:v>
                </c:pt>
                <c:pt idx="810">
                  <c:v>3.75</c:v>
                </c:pt>
                <c:pt idx="811">
                  <c:v>3.75</c:v>
                </c:pt>
                <c:pt idx="812">
                  <c:v>3.75</c:v>
                </c:pt>
                <c:pt idx="813">
                  <c:v>3.75</c:v>
                </c:pt>
                <c:pt idx="814">
                  <c:v>3.75</c:v>
                </c:pt>
                <c:pt idx="815">
                  <c:v>3.75</c:v>
                </c:pt>
                <c:pt idx="816">
                  <c:v>3.75</c:v>
                </c:pt>
                <c:pt idx="817">
                  <c:v>3.75</c:v>
                </c:pt>
                <c:pt idx="818">
                  <c:v>3.75</c:v>
                </c:pt>
                <c:pt idx="819">
                  <c:v>3.75</c:v>
                </c:pt>
                <c:pt idx="820">
                  <c:v>3.75</c:v>
                </c:pt>
                <c:pt idx="821">
                  <c:v>3.75</c:v>
                </c:pt>
                <c:pt idx="822">
                  <c:v>3.75</c:v>
                </c:pt>
                <c:pt idx="823">
                  <c:v>3.75</c:v>
                </c:pt>
                <c:pt idx="824">
                  <c:v>3.75</c:v>
                </c:pt>
                <c:pt idx="825">
                  <c:v>3.75</c:v>
                </c:pt>
                <c:pt idx="826">
                  <c:v>3.75</c:v>
                </c:pt>
                <c:pt idx="827">
                  <c:v>3.75</c:v>
                </c:pt>
                <c:pt idx="828">
                  <c:v>3.5</c:v>
                </c:pt>
                <c:pt idx="829">
                  <c:v>3.5</c:v>
                </c:pt>
                <c:pt idx="830">
                  <c:v>3.5</c:v>
                </c:pt>
                <c:pt idx="831">
                  <c:v>3.5</c:v>
                </c:pt>
                <c:pt idx="832">
                  <c:v>3.5</c:v>
                </c:pt>
                <c:pt idx="833">
                  <c:v>3.5</c:v>
                </c:pt>
                <c:pt idx="834">
                  <c:v>3.5</c:v>
                </c:pt>
                <c:pt idx="835">
                  <c:v>3.5</c:v>
                </c:pt>
                <c:pt idx="836">
                  <c:v>3.5</c:v>
                </c:pt>
                <c:pt idx="837">
                  <c:v>3.5</c:v>
                </c:pt>
                <c:pt idx="838">
                  <c:v>3.5</c:v>
                </c:pt>
                <c:pt idx="839">
                  <c:v>3.5</c:v>
                </c:pt>
                <c:pt idx="840">
                  <c:v>3.5</c:v>
                </c:pt>
                <c:pt idx="841">
                  <c:v>3.5</c:v>
                </c:pt>
                <c:pt idx="842">
                  <c:v>3.5</c:v>
                </c:pt>
                <c:pt idx="843">
                  <c:v>3.5</c:v>
                </c:pt>
                <c:pt idx="844">
                  <c:v>3.5</c:v>
                </c:pt>
                <c:pt idx="845">
                  <c:v>3.5</c:v>
                </c:pt>
                <c:pt idx="846">
                  <c:v>3.5</c:v>
                </c:pt>
                <c:pt idx="847">
                  <c:v>3.5</c:v>
                </c:pt>
                <c:pt idx="848">
                  <c:v>3.5</c:v>
                </c:pt>
                <c:pt idx="849">
                  <c:v>3.5</c:v>
                </c:pt>
                <c:pt idx="850">
                  <c:v>3.5</c:v>
                </c:pt>
                <c:pt idx="851">
                  <c:v>3.5</c:v>
                </c:pt>
                <c:pt idx="852">
                  <c:v>3.5</c:v>
                </c:pt>
                <c:pt idx="853">
                  <c:v>3.5</c:v>
                </c:pt>
                <c:pt idx="854">
                  <c:v>3.5</c:v>
                </c:pt>
                <c:pt idx="855">
                  <c:v>3.5</c:v>
                </c:pt>
                <c:pt idx="856">
                  <c:v>3.5</c:v>
                </c:pt>
                <c:pt idx="857">
                  <c:v>3.5</c:v>
                </c:pt>
                <c:pt idx="858">
                  <c:v>3.5</c:v>
                </c:pt>
                <c:pt idx="859">
                  <c:v>3.5</c:v>
                </c:pt>
                <c:pt idx="860">
                  <c:v>3.5</c:v>
                </c:pt>
                <c:pt idx="861">
                  <c:v>3.5</c:v>
                </c:pt>
                <c:pt idx="862">
                  <c:v>3.5</c:v>
                </c:pt>
                <c:pt idx="863">
                  <c:v>3.5</c:v>
                </c:pt>
                <c:pt idx="864">
                  <c:v>3.5</c:v>
                </c:pt>
                <c:pt idx="865">
                  <c:v>3.5</c:v>
                </c:pt>
                <c:pt idx="866">
                  <c:v>3.5</c:v>
                </c:pt>
                <c:pt idx="867">
                  <c:v>3.5</c:v>
                </c:pt>
                <c:pt idx="868">
                  <c:v>3.5</c:v>
                </c:pt>
                <c:pt idx="869">
                  <c:v>3.5</c:v>
                </c:pt>
                <c:pt idx="870">
                  <c:v>3.5</c:v>
                </c:pt>
                <c:pt idx="871">
                  <c:v>3.5</c:v>
                </c:pt>
                <c:pt idx="872">
                  <c:v>3.5</c:v>
                </c:pt>
                <c:pt idx="873">
                  <c:v>3.5</c:v>
                </c:pt>
                <c:pt idx="874">
                  <c:v>3.5</c:v>
                </c:pt>
                <c:pt idx="875">
                  <c:v>3.5</c:v>
                </c:pt>
                <c:pt idx="876">
                  <c:v>3.5</c:v>
                </c:pt>
                <c:pt idx="877">
                  <c:v>3.5</c:v>
                </c:pt>
                <c:pt idx="878">
                  <c:v>3.5</c:v>
                </c:pt>
                <c:pt idx="879">
                  <c:v>3.5</c:v>
                </c:pt>
                <c:pt idx="880">
                  <c:v>3.5</c:v>
                </c:pt>
                <c:pt idx="881">
                  <c:v>3.5</c:v>
                </c:pt>
                <c:pt idx="882">
                  <c:v>3.5</c:v>
                </c:pt>
                <c:pt idx="883">
                  <c:v>3.5</c:v>
                </c:pt>
                <c:pt idx="884">
                  <c:v>3.5</c:v>
                </c:pt>
                <c:pt idx="885">
                  <c:v>3.5</c:v>
                </c:pt>
                <c:pt idx="886">
                  <c:v>3.5</c:v>
                </c:pt>
                <c:pt idx="887">
                  <c:v>3.5</c:v>
                </c:pt>
                <c:pt idx="888">
                  <c:v>3.5</c:v>
                </c:pt>
                <c:pt idx="889">
                  <c:v>3.5</c:v>
                </c:pt>
                <c:pt idx="890">
                  <c:v>3.5</c:v>
                </c:pt>
                <c:pt idx="891">
                  <c:v>3.5</c:v>
                </c:pt>
                <c:pt idx="892">
                  <c:v>3.5</c:v>
                </c:pt>
                <c:pt idx="893">
                  <c:v>3</c:v>
                </c:pt>
                <c:pt idx="894">
                  <c:v>3</c:v>
                </c:pt>
                <c:pt idx="895">
                  <c:v>3</c:v>
                </c:pt>
                <c:pt idx="896">
                  <c:v>3</c:v>
                </c:pt>
                <c:pt idx="897">
                  <c:v>3</c:v>
                </c:pt>
                <c:pt idx="898">
                  <c:v>3</c:v>
                </c:pt>
                <c:pt idx="899">
                  <c:v>3</c:v>
                </c:pt>
                <c:pt idx="900">
                  <c:v>3</c:v>
                </c:pt>
                <c:pt idx="901">
                  <c:v>3</c:v>
                </c:pt>
                <c:pt idx="902">
                  <c:v>3</c:v>
                </c:pt>
                <c:pt idx="903">
                  <c:v>3</c:v>
                </c:pt>
                <c:pt idx="904">
                  <c:v>3</c:v>
                </c:pt>
                <c:pt idx="905">
                  <c:v>3</c:v>
                </c:pt>
                <c:pt idx="906">
                  <c:v>3</c:v>
                </c:pt>
                <c:pt idx="907">
                  <c:v>3</c:v>
                </c:pt>
                <c:pt idx="908">
                  <c:v>3</c:v>
                </c:pt>
                <c:pt idx="909">
                  <c:v>3</c:v>
                </c:pt>
                <c:pt idx="910">
                  <c:v>3</c:v>
                </c:pt>
                <c:pt idx="911">
                  <c:v>3</c:v>
                </c:pt>
                <c:pt idx="912">
                  <c:v>3</c:v>
                </c:pt>
                <c:pt idx="913">
                  <c:v>3</c:v>
                </c:pt>
                <c:pt idx="914">
                  <c:v>3</c:v>
                </c:pt>
                <c:pt idx="915">
                  <c:v>3</c:v>
                </c:pt>
                <c:pt idx="916">
                  <c:v>3</c:v>
                </c:pt>
                <c:pt idx="917">
                  <c:v>3</c:v>
                </c:pt>
                <c:pt idx="918">
                  <c:v>3</c:v>
                </c:pt>
                <c:pt idx="919">
                  <c:v>3</c:v>
                </c:pt>
                <c:pt idx="920">
                  <c:v>3</c:v>
                </c:pt>
                <c:pt idx="921">
                  <c:v>3</c:v>
                </c:pt>
                <c:pt idx="922">
                  <c:v>3</c:v>
                </c:pt>
                <c:pt idx="923">
                  <c:v>3</c:v>
                </c:pt>
                <c:pt idx="924">
                  <c:v>3</c:v>
                </c:pt>
                <c:pt idx="925">
                  <c:v>3</c:v>
                </c:pt>
                <c:pt idx="926">
                  <c:v>3</c:v>
                </c:pt>
                <c:pt idx="927">
                  <c:v>3</c:v>
                </c:pt>
                <c:pt idx="928">
                  <c:v>3</c:v>
                </c:pt>
                <c:pt idx="929">
                  <c:v>3</c:v>
                </c:pt>
                <c:pt idx="930">
                  <c:v>3</c:v>
                </c:pt>
                <c:pt idx="931">
                  <c:v>3</c:v>
                </c:pt>
                <c:pt idx="932">
                  <c:v>3</c:v>
                </c:pt>
                <c:pt idx="933">
                  <c:v>3</c:v>
                </c:pt>
                <c:pt idx="934">
                  <c:v>3</c:v>
                </c:pt>
                <c:pt idx="935">
                  <c:v>3</c:v>
                </c:pt>
                <c:pt idx="936">
                  <c:v>3</c:v>
                </c:pt>
                <c:pt idx="937">
                  <c:v>3</c:v>
                </c:pt>
                <c:pt idx="938">
                  <c:v>3</c:v>
                </c:pt>
                <c:pt idx="939">
                  <c:v>3</c:v>
                </c:pt>
                <c:pt idx="940">
                  <c:v>3</c:v>
                </c:pt>
                <c:pt idx="941">
                  <c:v>3</c:v>
                </c:pt>
                <c:pt idx="942">
                  <c:v>3</c:v>
                </c:pt>
                <c:pt idx="943">
                  <c:v>3</c:v>
                </c:pt>
                <c:pt idx="944">
                  <c:v>3</c:v>
                </c:pt>
                <c:pt idx="945">
                  <c:v>3</c:v>
                </c:pt>
                <c:pt idx="946">
                  <c:v>3</c:v>
                </c:pt>
                <c:pt idx="947">
                  <c:v>3</c:v>
                </c:pt>
                <c:pt idx="948">
                  <c:v>3</c:v>
                </c:pt>
                <c:pt idx="949">
                  <c:v>3</c:v>
                </c:pt>
                <c:pt idx="950">
                  <c:v>3</c:v>
                </c:pt>
                <c:pt idx="951">
                  <c:v>3</c:v>
                </c:pt>
                <c:pt idx="952">
                  <c:v>3</c:v>
                </c:pt>
                <c:pt idx="953">
                  <c:v>3</c:v>
                </c:pt>
                <c:pt idx="954">
                  <c:v>3</c:v>
                </c:pt>
                <c:pt idx="955">
                  <c:v>3</c:v>
                </c:pt>
                <c:pt idx="956">
                  <c:v>3</c:v>
                </c:pt>
                <c:pt idx="957">
                  <c:v>3</c:v>
                </c:pt>
                <c:pt idx="958">
                  <c:v>3</c:v>
                </c:pt>
                <c:pt idx="959">
                  <c:v>3</c:v>
                </c:pt>
                <c:pt idx="960">
                  <c:v>3</c:v>
                </c:pt>
                <c:pt idx="961">
                  <c:v>3</c:v>
                </c:pt>
                <c:pt idx="962">
                  <c:v>3</c:v>
                </c:pt>
                <c:pt idx="963">
                  <c:v>3</c:v>
                </c:pt>
                <c:pt idx="964">
                  <c:v>3</c:v>
                </c:pt>
                <c:pt idx="965">
                  <c:v>3</c:v>
                </c:pt>
                <c:pt idx="966">
                  <c:v>3</c:v>
                </c:pt>
                <c:pt idx="967">
                  <c:v>3</c:v>
                </c:pt>
                <c:pt idx="968">
                  <c:v>3</c:v>
                </c:pt>
                <c:pt idx="969">
                  <c:v>3</c:v>
                </c:pt>
                <c:pt idx="970">
                  <c:v>3</c:v>
                </c:pt>
                <c:pt idx="971">
                  <c:v>3</c:v>
                </c:pt>
                <c:pt idx="972">
                  <c:v>3</c:v>
                </c:pt>
                <c:pt idx="973">
                  <c:v>3</c:v>
                </c:pt>
                <c:pt idx="974">
                  <c:v>3</c:v>
                </c:pt>
                <c:pt idx="975">
                  <c:v>3</c:v>
                </c:pt>
                <c:pt idx="976">
                  <c:v>3</c:v>
                </c:pt>
                <c:pt idx="977">
                  <c:v>3</c:v>
                </c:pt>
                <c:pt idx="978">
                  <c:v>3</c:v>
                </c:pt>
                <c:pt idx="979">
                  <c:v>3</c:v>
                </c:pt>
                <c:pt idx="980">
                  <c:v>3</c:v>
                </c:pt>
                <c:pt idx="981">
                  <c:v>3</c:v>
                </c:pt>
                <c:pt idx="982">
                  <c:v>3</c:v>
                </c:pt>
                <c:pt idx="983">
                  <c:v>3</c:v>
                </c:pt>
                <c:pt idx="984">
                  <c:v>3</c:v>
                </c:pt>
                <c:pt idx="985">
                  <c:v>3</c:v>
                </c:pt>
                <c:pt idx="986">
                  <c:v>3</c:v>
                </c:pt>
                <c:pt idx="987">
                  <c:v>3</c:v>
                </c:pt>
                <c:pt idx="988">
                  <c:v>3</c:v>
                </c:pt>
                <c:pt idx="989">
                  <c:v>3</c:v>
                </c:pt>
                <c:pt idx="990">
                  <c:v>3</c:v>
                </c:pt>
                <c:pt idx="991">
                  <c:v>3</c:v>
                </c:pt>
                <c:pt idx="992">
                  <c:v>3</c:v>
                </c:pt>
                <c:pt idx="993">
                  <c:v>3</c:v>
                </c:pt>
                <c:pt idx="994">
                  <c:v>3</c:v>
                </c:pt>
                <c:pt idx="995">
                  <c:v>3</c:v>
                </c:pt>
                <c:pt idx="996">
                  <c:v>3</c:v>
                </c:pt>
                <c:pt idx="997">
                  <c:v>3</c:v>
                </c:pt>
                <c:pt idx="998">
                  <c:v>3</c:v>
                </c:pt>
                <c:pt idx="999">
                  <c:v>3</c:v>
                </c:pt>
                <c:pt idx="1000">
                  <c:v>3</c:v>
                </c:pt>
                <c:pt idx="1001">
                  <c:v>3</c:v>
                </c:pt>
                <c:pt idx="1002">
                  <c:v>3</c:v>
                </c:pt>
                <c:pt idx="1003">
                  <c:v>3</c:v>
                </c:pt>
                <c:pt idx="1004">
                  <c:v>3</c:v>
                </c:pt>
                <c:pt idx="1005">
                  <c:v>3</c:v>
                </c:pt>
                <c:pt idx="1006">
                  <c:v>3</c:v>
                </c:pt>
                <c:pt idx="1007">
                  <c:v>3</c:v>
                </c:pt>
                <c:pt idx="1008">
                  <c:v>3</c:v>
                </c:pt>
                <c:pt idx="1009">
                  <c:v>3</c:v>
                </c:pt>
                <c:pt idx="1010">
                  <c:v>3</c:v>
                </c:pt>
                <c:pt idx="1011">
                  <c:v>3</c:v>
                </c:pt>
                <c:pt idx="1012">
                  <c:v>3</c:v>
                </c:pt>
                <c:pt idx="1013">
                  <c:v>3</c:v>
                </c:pt>
                <c:pt idx="1014">
                  <c:v>3</c:v>
                </c:pt>
                <c:pt idx="1015">
                  <c:v>3</c:v>
                </c:pt>
                <c:pt idx="1016">
                  <c:v>3</c:v>
                </c:pt>
                <c:pt idx="1017">
                  <c:v>3</c:v>
                </c:pt>
                <c:pt idx="1018">
                  <c:v>3</c:v>
                </c:pt>
                <c:pt idx="1019">
                  <c:v>3</c:v>
                </c:pt>
                <c:pt idx="1020">
                  <c:v>3</c:v>
                </c:pt>
                <c:pt idx="1021">
                  <c:v>3</c:v>
                </c:pt>
                <c:pt idx="1022">
                  <c:v>3</c:v>
                </c:pt>
                <c:pt idx="1023">
                  <c:v>3</c:v>
                </c:pt>
                <c:pt idx="1024">
                  <c:v>3</c:v>
                </c:pt>
                <c:pt idx="1025">
                  <c:v>3</c:v>
                </c:pt>
                <c:pt idx="1026">
                  <c:v>3</c:v>
                </c:pt>
                <c:pt idx="1027">
                  <c:v>3</c:v>
                </c:pt>
                <c:pt idx="1028">
                  <c:v>3</c:v>
                </c:pt>
                <c:pt idx="1029">
                  <c:v>3</c:v>
                </c:pt>
                <c:pt idx="1030">
                  <c:v>3</c:v>
                </c:pt>
                <c:pt idx="1031">
                  <c:v>3</c:v>
                </c:pt>
                <c:pt idx="1032">
                  <c:v>3</c:v>
                </c:pt>
                <c:pt idx="1033">
                  <c:v>3</c:v>
                </c:pt>
                <c:pt idx="1034">
                  <c:v>3</c:v>
                </c:pt>
                <c:pt idx="1035">
                  <c:v>3</c:v>
                </c:pt>
                <c:pt idx="1036">
                  <c:v>3</c:v>
                </c:pt>
                <c:pt idx="1037">
                  <c:v>3</c:v>
                </c:pt>
                <c:pt idx="1038">
                  <c:v>3</c:v>
                </c:pt>
                <c:pt idx="1039">
                  <c:v>3</c:v>
                </c:pt>
                <c:pt idx="1040">
                  <c:v>3</c:v>
                </c:pt>
                <c:pt idx="1041">
                  <c:v>3</c:v>
                </c:pt>
                <c:pt idx="1042">
                  <c:v>3</c:v>
                </c:pt>
                <c:pt idx="1043">
                  <c:v>3</c:v>
                </c:pt>
                <c:pt idx="1044">
                  <c:v>3</c:v>
                </c:pt>
                <c:pt idx="1045">
                  <c:v>3</c:v>
                </c:pt>
                <c:pt idx="1046">
                  <c:v>3</c:v>
                </c:pt>
                <c:pt idx="1047">
                  <c:v>3</c:v>
                </c:pt>
                <c:pt idx="1048">
                  <c:v>3</c:v>
                </c:pt>
                <c:pt idx="1049">
                  <c:v>3</c:v>
                </c:pt>
                <c:pt idx="1050">
                  <c:v>3</c:v>
                </c:pt>
                <c:pt idx="1051">
                  <c:v>3</c:v>
                </c:pt>
                <c:pt idx="1052">
                  <c:v>3</c:v>
                </c:pt>
                <c:pt idx="1053">
                  <c:v>3</c:v>
                </c:pt>
                <c:pt idx="1054">
                  <c:v>3</c:v>
                </c:pt>
                <c:pt idx="1055">
                  <c:v>3</c:v>
                </c:pt>
                <c:pt idx="1056">
                  <c:v>3</c:v>
                </c:pt>
                <c:pt idx="1057">
                  <c:v>3</c:v>
                </c:pt>
                <c:pt idx="1058">
                  <c:v>3</c:v>
                </c:pt>
                <c:pt idx="1059">
                  <c:v>3</c:v>
                </c:pt>
                <c:pt idx="1060">
                  <c:v>3</c:v>
                </c:pt>
                <c:pt idx="1061">
                  <c:v>3</c:v>
                </c:pt>
                <c:pt idx="1062">
                  <c:v>3</c:v>
                </c:pt>
                <c:pt idx="1063">
                  <c:v>3</c:v>
                </c:pt>
                <c:pt idx="1064">
                  <c:v>3</c:v>
                </c:pt>
                <c:pt idx="1065">
                  <c:v>3</c:v>
                </c:pt>
                <c:pt idx="1066">
                  <c:v>3</c:v>
                </c:pt>
                <c:pt idx="1067">
                  <c:v>3</c:v>
                </c:pt>
                <c:pt idx="1068">
                  <c:v>3</c:v>
                </c:pt>
                <c:pt idx="1069">
                  <c:v>3</c:v>
                </c:pt>
                <c:pt idx="1070">
                  <c:v>3</c:v>
                </c:pt>
                <c:pt idx="1071">
                  <c:v>3</c:v>
                </c:pt>
                <c:pt idx="1072">
                  <c:v>3</c:v>
                </c:pt>
                <c:pt idx="1073">
                  <c:v>3</c:v>
                </c:pt>
                <c:pt idx="1074">
                  <c:v>3</c:v>
                </c:pt>
                <c:pt idx="1075">
                  <c:v>3</c:v>
                </c:pt>
                <c:pt idx="1076">
                  <c:v>3</c:v>
                </c:pt>
                <c:pt idx="1077">
                  <c:v>3</c:v>
                </c:pt>
                <c:pt idx="1078">
                  <c:v>3</c:v>
                </c:pt>
                <c:pt idx="1079">
                  <c:v>3</c:v>
                </c:pt>
                <c:pt idx="1080">
                  <c:v>3</c:v>
                </c:pt>
                <c:pt idx="1081">
                  <c:v>3</c:v>
                </c:pt>
                <c:pt idx="1082">
                  <c:v>3</c:v>
                </c:pt>
                <c:pt idx="1083">
                  <c:v>3</c:v>
                </c:pt>
                <c:pt idx="1084">
                  <c:v>3</c:v>
                </c:pt>
                <c:pt idx="1085">
                  <c:v>3</c:v>
                </c:pt>
                <c:pt idx="1086">
                  <c:v>3</c:v>
                </c:pt>
                <c:pt idx="1087">
                  <c:v>3</c:v>
                </c:pt>
                <c:pt idx="1088">
                  <c:v>3</c:v>
                </c:pt>
                <c:pt idx="1089">
                  <c:v>3</c:v>
                </c:pt>
                <c:pt idx="1090">
                  <c:v>3</c:v>
                </c:pt>
                <c:pt idx="1091">
                  <c:v>3</c:v>
                </c:pt>
                <c:pt idx="1092">
                  <c:v>3</c:v>
                </c:pt>
                <c:pt idx="1093">
                  <c:v>3</c:v>
                </c:pt>
                <c:pt idx="1094">
                  <c:v>3</c:v>
                </c:pt>
                <c:pt idx="1095">
                  <c:v>3</c:v>
                </c:pt>
                <c:pt idx="1096">
                  <c:v>3</c:v>
                </c:pt>
                <c:pt idx="1097">
                  <c:v>3</c:v>
                </c:pt>
                <c:pt idx="1098">
                  <c:v>3</c:v>
                </c:pt>
                <c:pt idx="1099">
                  <c:v>3</c:v>
                </c:pt>
                <c:pt idx="1100">
                  <c:v>3</c:v>
                </c:pt>
                <c:pt idx="1101">
                  <c:v>3</c:v>
                </c:pt>
                <c:pt idx="1102">
                  <c:v>3</c:v>
                </c:pt>
                <c:pt idx="1103">
                  <c:v>3</c:v>
                </c:pt>
                <c:pt idx="1104">
                  <c:v>3</c:v>
                </c:pt>
                <c:pt idx="1105">
                  <c:v>3</c:v>
                </c:pt>
                <c:pt idx="1106">
                  <c:v>3</c:v>
                </c:pt>
                <c:pt idx="1107">
                  <c:v>3</c:v>
                </c:pt>
                <c:pt idx="1108">
                  <c:v>3</c:v>
                </c:pt>
                <c:pt idx="1109">
                  <c:v>3</c:v>
                </c:pt>
                <c:pt idx="1110">
                  <c:v>3</c:v>
                </c:pt>
                <c:pt idx="1111">
                  <c:v>3</c:v>
                </c:pt>
                <c:pt idx="1112">
                  <c:v>3</c:v>
                </c:pt>
                <c:pt idx="1113">
                  <c:v>3</c:v>
                </c:pt>
                <c:pt idx="1114">
                  <c:v>3</c:v>
                </c:pt>
                <c:pt idx="1115">
                  <c:v>3</c:v>
                </c:pt>
                <c:pt idx="1116">
                  <c:v>3</c:v>
                </c:pt>
                <c:pt idx="1117">
                  <c:v>3</c:v>
                </c:pt>
                <c:pt idx="1118">
                  <c:v>3</c:v>
                </c:pt>
                <c:pt idx="1119">
                  <c:v>3</c:v>
                </c:pt>
                <c:pt idx="1120">
                  <c:v>3</c:v>
                </c:pt>
                <c:pt idx="1121">
                  <c:v>3</c:v>
                </c:pt>
                <c:pt idx="1122">
                  <c:v>3</c:v>
                </c:pt>
                <c:pt idx="1123">
                  <c:v>3</c:v>
                </c:pt>
                <c:pt idx="1124">
                  <c:v>3</c:v>
                </c:pt>
                <c:pt idx="1125">
                  <c:v>3</c:v>
                </c:pt>
                <c:pt idx="1126">
                  <c:v>3</c:v>
                </c:pt>
                <c:pt idx="1127">
                  <c:v>3</c:v>
                </c:pt>
                <c:pt idx="1128">
                  <c:v>3</c:v>
                </c:pt>
                <c:pt idx="1129">
                  <c:v>3</c:v>
                </c:pt>
                <c:pt idx="1130">
                  <c:v>3</c:v>
                </c:pt>
                <c:pt idx="1131">
                  <c:v>3</c:v>
                </c:pt>
                <c:pt idx="1132">
                  <c:v>3</c:v>
                </c:pt>
                <c:pt idx="1133">
                  <c:v>3</c:v>
                </c:pt>
                <c:pt idx="1134">
                  <c:v>3</c:v>
                </c:pt>
                <c:pt idx="1135">
                  <c:v>3</c:v>
                </c:pt>
                <c:pt idx="1136">
                  <c:v>3</c:v>
                </c:pt>
                <c:pt idx="1137">
                  <c:v>3</c:v>
                </c:pt>
                <c:pt idx="1138">
                  <c:v>3</c:v>
                </c:pt>
                <c:pt idx="1139">
                  <c:v>3</c:v>
                </c:pt>
                <c:pt idx="1140">
                  <c:v>3</c:v>
                </c:pt>
                <c:pt idx="1141">
                  <c:v>3</c:v>
                </c:pt>
                <c:pt idx="1142">
                  <c:v>3</c:v>
                </c:pt>
                <c:pt idx="1143">
                  <c:v>3</c:v>
                </c:pt>
                <c:pt idx="1144">
                  <c:v>3</c:v>
                </c:pt>
                <c:pt idx="1145">
                  <c:v>3</c:v>
                </c:pt>
                <c:pt idx="1146">
                  <c:v>3</c:v>
                </c:pt>
                <c:pt idx="1147">
                  <c:v>3</c:v>
                </c:pt>
                <c:pt idx="1148">
                  <c:v>3</c:v>
                </c:pt>
                <c:pt idx="1149">
                  <c:v>3</c:v>
                </c:pt>
                <c:pt idx="1150">
                  <c:v>3</c:v>
                </c:pt>
                <c:pt idx="1151">
                  <c:v>3</c:v>
                </c:pt>
                <c:pt idx="1152">
                  <c:v>3</c:v>
                </c:pt>
                <c:pt idx="1153">
                  <c:v>3</c:v>
                </c:pt>
                <c:pt idx="1154">
                  <c:v>3</c:v>
                </c:pt>
                <c:pt idx="1155">
                  <c:v>3</c:v>
                </c:pt>
                <c:pt idx="1156">
                  <c:v>3</c:v>
                </c:pt>
                <c:pt idx="1157">
                  <c:v>3</c:v>
                </c:pt>
                <c:pt idx="1158">
                  <c:v>3</c:v>
                </c:pt>
                <c:pt idx="1159">
                  <c:v>3</c:v>
                </c:pt>
                <c:pt idx="1160">
                  <c:v>3</c:v>
                </c:pt>
                <c:pt idx="1161">
                  <c:v>3</c:v>
                </c:pt>
                <c:pt idx="1162">
                  <c:v>3</c:v>
                </c:pt>
                <c:pt idx="1163">
                  <c:v>3</c:v>
                </c:pt>
                <c:pt idx="1164">
                  <c:v>3</c:v>
                </c:pt>
                <c:pt idx="1165">
                  <c:v>3</c:v>
                </c:pt>
                <c:pt idx="1166">
                  <c:v>3</c:v>
                </c:pt>
                <c:pt idx="1167">
                  <c:v>3</c:v>
                </c:pt>
                <c:pt idx="1168">
                  <c:v>3</c:v>
                </c:pt>
                <c:pt idx="1169">
                  <c:v>3</c:v>
                </c:pt>
                <c:pt idx="1170">
                  <c:v>3</c:v>
                </c:pt>
                <c:pt idx="1171">
                  <c:v>3</c:v>
                </c:pt>
                <c:pt idx="1172">
                  <c:v>3</c:v>
                </c:pt>
                <c:pt idx="1173">
                  <c:v>3</c:v>
                </c:pt>
                <c:pt idx="1174">
                  <c:v>3</c:v>
                </c:pt>
                <c:pt idx="1175">
                  <c:v>3</c:v>
                </c:pt>
                <c:pt idx="1176">
                  <c:v>3</c:v>
                </c:pt>
                <c:pt idx="1177">
                  <c:v>3</c:v>
                </c:pt>
                <c:pt idx="1178">
                  <c:v>3</c:v>
                </c:pt>
                <c:pt idx="1179">
                  <c:v>3</c:v>
                </c:pt>
                <c:pt idx="1180">
                  <c:v>3</c:v>
                </c:pt>
                <c:pt idx="1181">
                  <c:v>3</c:v>
                </c:pt>
                <c:pt idx="1182">
                  <c:v>3</c:v>
                </c:pt>
                <c:pt idx="1183">
                  <c:v>3</c:v>
                </c:pt>
                <c:pt idx="1184">
                  <c:v>3</c:v>
                </c:pt>
                <c:pt idx="1185">
                  <c:v>3</c:v>
                </c:pt>
                <c:pt idx="1186">
                  <c:v>3</c:v>
                </c:pt>
                <c:pt idx="1187">
                  <c:v>3</c:v>
                </c:pt>
                <c:pt idx="1188">
                  <c:v>3</c:v>
                </c:pt>
                <c:pt idx="1189">
                  <c:v>3</c:v>
                </c:pt>
                <c:pt idx="1190">
                  <c:v>3</c:v>
                </c:pt>
                <c:pt idx="1191">
                  <c:v>3</c:v>
                </c:pt>
                <c:pt idx="1192">
                  <c:v>3</c:v>
                </c:pt>
                <c:pt idx="1193">
                  <c:v>3</c:v>
                </c:pt>
                <c:pt idx="1194">
                  <c:v>3</c:v>
                </c:pt>
                <c:pt idx="1195">
                  <c:v>3</c:v>
                </c:pt>
                <c:pt idx="1196">
                  <c:v>3</c:v>
                </c:pt>
                <c:pt idx="1197">
                  <c:v>3</c:v>
                </c:pt>
                <c:pt idx="1198">
                  <c:v>3</c:v>
                </c:pt>
                <c:pt idx="1199">
                  <c:v>3</c:v>
                </c:pt>
                <c:pt idx="1200">
                  <c:v>3</c:v>
                </c:pt>
                <c:pt idx="1201">
                  <c:v>3</c:v>
                </c:pt>
                <c:pt idx="1202">
                  <c:v>3</c:v>
                </c:pt>
                <c:pt idx="1203">
                  <c:v>3</c:v>
                </c:pt>
                <c:pt idx="1204">
                  <c:v>3</c:v>
                </c:pt>
                <c:pt idx="1205">
                  <c:v>3</c:v>
                </c:pt>
                <c:pt idx="1206">
                  <c:v>3</c:v>
                </c:pt>
                <c:pt idx="1207">
                  <c:v>3</c:v>
                </c:pt>
                <c:pt idx="1208">
                  <c:v>3</c:v>
                </c:pt>
                <c:pt idx="1209">
                  <c:v>3</c:v>
                </c:pt>
                <c:pt idx="1210">
                  <c:v>3</c:v>
                </c:pt>
                <c:pt idx="1211">
                  <c:v>3</c:v>
                </c:pt>
                <c:pt idx="1212">
                  <c:v>3</c:v>
                </c:pt>
                <c:pt idx="1213">
                  <c:v>3</c:v>
                </c:pt>
                <c:pt idx="1214">
                  <c:v>3</c:v>
                </c:pt>
                <c:pt idx="1215">
                  <c:v>3</c:v>
                </c:pt>
                <c:pt idx="1216">
                  <c:v>3</c:v>
                </c:pt>
                <c:pt idx="1217">
                  <c:v>3</c:v>
                </c:pt>
                <c:pt idx="1218">
                  <c:v>3</c:v>
                </c:pt>
                <c:pt idx="1219">
                  <c:v>3</c:v>
                </c:pt>
                <c:pt idx="1220">
                  <c:v>3</c:v>
                </c:pt>
                <c:pt idx="1221">
                  <c:v>3</c:v>
                </c:pt>
                <c:pt idx="1222">
                  <c:v>3</c:v>
                </c:pt>
                <c:pt idx="1223">
                  <c:v>3</c:v>
                </c:pt>
                <c:pt idx="1224">
                  <c:v>3</c:v>
                </c:pt>
                <c:pt idx="1225">
                  <c:v>3</c:v>
                </c:pt>
                <c:pt idx="1226">
                  <c:v>3</c:v>
                </c:pt>
                <c:pt idx="1227">
                  <c:v>3</c:v>
                </c:pt>
                <c:pt idx="1228">
                  <c:v>3</c:v>
                </c:pt>
                <c:pt idx="1229">
                  <c:v>3</c:v>
                </c:pt>
                <c:pt idx="1230">
                  <c:v>3</c:v>
                </c:pt>
                <c:pt idx="1231">
                  <c:v>3</c:v>
                </c:pt>
                <c:pt idx="1232">
                  <c:v>3</c:v>
                </c:pt>
                <c:pt idx="1233">
                  <c:v>3</c:v>
                </c:pt>
                <c:pt idx="1234">
                  <c:v>3</c:v>
                </c:pt>
                <c:pt idx="1235">
                  <c:v>3</c:v>
                </c:pt>
                <c:pt idx="1236">
                  <c:v>3</c:v>
                </c:pt>
                <c:pt idx="1237">
                  <c:v>3</c:v>
                </c:pt>
                <c:pt idx="1238">
                  <c:v>3</c:v>
                </c:pt>
                <c:pt idx="1239">
                  <c:v>3</c:v>
                </c:pt>
                <c:pt idx="1240">
                  <c:v>3</c:v>
                </c:pt>
                <c:pt idx="1241">
                  <c:v>3</c:v>
                </c:pt>
                <c:pt idx="1242">
                  <c:v>3</c:v>
                </c:pt>
                <c:pt idx="1243">
                  <c:v>3</c:v>
                </c:pt>
                <c:pt idx="1244">
                  <c:v>3</c:v>
                </c:pt>
                <c:pt idx="1245">
                  <c:v>3</c:v>
                </c:pt>
                <c:pt idx="1246">
                  <c:v>3</c:v>
                </c:pt>
                <c:pt idx="1247">
                  <c:v>3</c:v>
                </c:pt>
                <c:pt idx="1248">
                  <c:v>3</c:v>
                </c:pt>
                <c:pt idx="1249">
                  <c:v>3</c:v>
                </c:pt>
                <c:pt idx="1250">
                  <c:v>3</c:v>
                </c:pt>
                <c:pt idx="1251">
                  <c:v>3</c:v>
                </c:pt>
                <c:pt idx="1252">
                  <c:v>3</c:v>
                </c:pt>
                <c:pt idx="1253">
                  <c:v>3</c:v>
                </c:pt>
                <c:pt idx="1254">
                  <c:v>3</c:v>
                </c:pt>
                <c:pt idx="1255">
                  <c:v>3</c:v>
                </c:pt>
                <c:pt idx="1256">
                  <c:v>3</c:v>
                </c:pt>
                <c:pt idx="1257">
                  <c:v>3</c:v>
                </c:pt>
                <c:pt idx="1258">
                  <c:v>3</c:v>
                </c:pt>
                <c:pt idx="1259">
                  <c:v>3</c:v>
                </c:pt>
                <c:pt idx="1260">
                  <c:v>3</c:v>
                </c:pt>
                <c:pt idx="1261">
                  <c:v>3</c:v>
                </c:pt>
                <c:pt idx="1262">
                  <c:v>3</c:v>
                </c:pt>
                <c:pt idx="1263">
                  <c:v>3</c:v>
                </c:pt>
                <c:pt idx="1264">
                  <c:v>3</c:v>
                </c:pt>
                <c:pt idx="1265">
                  <c:v>3</c:v>
                </c:pt>
                <c:pt idx="1266">
                  <c:v>3</c:v>
                </c:pt>
                <c:pt idx="1267">
                  <c:v>3</c:v>
                </c:pt>
                <c:pt idx="1268">
                  <c:v>3</c:v>
                </c:pt>
                <c:pt idx="1269">
                  <c:v>3</c:v>
                </c:pt>
                <c:pt idx="1270">
                  <c:v>3</c:v>
                </c:pt>
                <c:pt idx="1271">
                  <c:v>3</c:v>
                </c:pt>
                <c:pt idx="1272">
                  <c:v>3</c:v>
                </c:pt>
                <c:pt idx="1273">
                  <c:v>3</c:v>
                </c:pt>
                <c:pt idx="1274">
                  <c:v>3</c:v>
                </c:pt>
                <c:pt idx="1275">
                  <c:v>3</c:v>
                </c:pt>
                <c:pt idx="1276">
                  <c:v>3</c:v>
                </c:pt>
                <c:pt idx="1277">
                  <c:v>3</c:v>
                </c:pt>
                <c:pt idx="1278">
                  <c:v>3</c:v>
                </c:pt>
                <c:pt idx="1279">
                  <c:v>3</c:v>
                </c:pt>
                <c:pt idx="1280">
                  <c:v>3</c:v>
                </c:pt>
                <c:pt idx="1281">
                  <c:v>3</c:v>
                </c:pt>
                <c:pt idx="1282">
                  <c:v>3</c:v>
                </c:pt>
                <c:pt idx="1283">
                  <c:v>3</c:v>
                </c:pt>
                <c:pt idx="1284">
                  <c:v>3</c:v>
                </c:pt>
                <c:pt idx="1285">
                  <c:v>3</c:v>
                </c:pt>
                <c:pt idx="1286">
                  <c:v>3</c:v>
                </c:pt>
                <c:pt idx="1287">
                  <c:v>3</c:v>
                </c:pt>
                <c:pt idx="1288">
                  <c:v>3</c:v>
                </c:pt>
                <c:pt idx="1289">
                  <c:v>3</c:v>
                </c:pt>
                <c:pt idx="1290">
                  <c:v>3</c:v>
                </c:pt>
                <c:pt idx="1291">
                  <c:v>3</c:v>
                </c:pt>
                <c:pt idx="1292">
                  <c:v>3</c:v>
                </c:pt>
                <c:pt idx="1293">
                  <c:v>3</c:v>
                </c:pt>
                <c:pt idx="1294">
                  <c:v>3</c:v>
                </c:pt>
                <c:pt idx="1295">
                  <c:v>3</c:v>
                </c:pt>
                <c:pt idx="1296">
                  <c:v>3</c:v>
                </c:pt>
                <c:pt idx="1297">
                  <c:v>3</c:v>
                </c:pt>
                <c:pt idx="1298">
                  <c:v>3</c:v>
                </c:pt>
                <c:pt idx="1299">
                  <c:v>3</c:v>
                </c:pt>
                <c:pt idx="1300">
                  <c:v>3</c:v>
                </c:pt>
                <c:pt idx="1301">
                  <c:v>3</c:v>
                </c:pt>
                <c:pt idx="1302">
                  <c:v>3</c:v>
                </c:pt>
                <c:pt idx="1303">
                  <c:v>3</c:v>
                </c:pt>
                <c:pt idx="1304">
                  <c:v>3</c:v>
                </c:pt>
                <c:pt idx="1305">
                  <c:v>3</c:v>
                </c:pt>
                <c:pt idx="1306">
                  <c:v>3</c:v>
                </c:pt>
                <c:pt idx="1307">
                  <c:v>3</c:v>
                </c:pt>
                <c:pt idx="1308">
                  <c:v>3</c:v>
                </c:pt>
                <c:pt idx="1309">
                  <c:v>3</c:v>
                </c:pt>
                <c:pt idx="1310">
                  <c:v>3</c:v>
                </c:pt>
                <c:pt idx="1311">
                  <c:v>3</c:v>
                </c:pt>
                <c:pt idx="1312">
                  <c:v>3</c:v>
                </c:pt>
                <c:pt idx="1313">
                  <c:v>3</c:v>
                </c:pt>
                <c:pt idx="1314">
                  <c:v>3</c:v>
                </c:pt>
                <c:pt idx="1315">
                  <c:v>3</c:v>
                </c:pt>
                <c:pt idx="1316">
                  <c:v>3</c:v>
                </c:pt>
                <c:pt idx="1317">
                  <c:v>3</c:v>
                </c:pt>
                <c:pt idx="1318">
                  <c:v>3</c:v>
                </c:pt>
                <c:pt idx="1319">
                  <c:v>3</c:v>
                </c:pt>
                <c:pt idx="1320">
                  <c:v>3</c:v>
                </c:pt>
                <c:pt idx="1321">
                  <c:v>3</c:v>
                </c:pt>
                <c:pt idx="1322">
                  <c:v>3</c:v>
                </c:pt>
                <c:pt idx="1323">
                  <c:v>3</c:v>
                </c:pt>
                <c:pt idx="1324">
                  <c:v>3</c:v>
                </c:pt>
                <c:pt idx="1325">
                  <c:v>3</c:v>
                </c:pt>
                <c:pt idx="1326">
                  <c:v>3</c:v>
                </c:pt>
                <c:pt idx="1327">
                  <c:v>3</c:v>
                </c:pt>
                <c:pt idx="1328">
                  <c:v>3</c:v>
                </c:pt>
                <c:pt idx="1329">
                  <c:v>3</c:v>
                </c:pt>
                <c:pt idx="1330">
                  <c:v>3</c:v>
                </c:pt>
                <c:pt idx="1331">
                  <c:v>3</c:v>
                </c:pt>
                <c:pt idx="1332">
                  <c:v>3</c:v>
                </c:pt>
                <c:pt idx="1333">
                  <c:v>3</c:v>
                </c:pt>
                <c:pt idx="1334">
                  <c:v>3</c:v>
                </c:pt>
                <c:pt idx="1335">
                  <c:v>3</c:v>
                </c:pt>
                <c:pt idx="1336">
                  <c:v>3</c:v>
                </c:pt>
                <c:pt idx="1337">
                  <c:v>3</c:v>
                </c:pt>
                <c:pt idx="1338">
                  <c:v>3</c:v>
                </c:pt>
                <c:pt idx="1339">
                  <c:v>3</c:v>
                </c:pt>
                <c:pt idx="1340">
                  <c:v>3</c:v>
                </c:pt>
                <c:pt idx="1341">
                  <c:v>3</c:v>
                </c:pt>
                <c:pt idx="1342">
                  <c:v>3</c:v>
                </c:pt>
                <c:pt idx="1343">
                  <c:v>3</c:v>
                </c:pt>
                <c:pt idx="1344">
                  <c:v>3</c:v>
                </c:pt>
                <c:pt idx="1345">
                  <c:v>3</c:v>
                </c:pt>
                <c:pt idx="1346">
                  <c:v>3</c:v>
                </c:pt>
                <c:pt idx="1347">
                  <c:v>3</c:v>
                </c:pt>
                <c:pt idx="1348">
                  <c:v>3</c:v>
                </c:pt>
                <c:pt idx="1349">
                  <c:v>3</c:v>
                </c:pt>
                <c:pt idx="1350">
                  <c:v>3</c:v>
                </c:pt>
                <c:pt idx="1351">
                  <c:v>3</c:v>
                </c:pt>
                <c:pt idx="1352">
                  <c:v>3</c:v>
                </c:pt>
                <c:pt idx="1353">
                  <c:v>3</c:v>
                </c:pt>
                <c:pt idx="1354">
                  <c:v>3</c:v>
                </c:pt>
                <c:pt idx="1355">
                  <c:v>3</c:v>
                </c:pt>
                <c:pt idx="1356">
                  <c:v>3</c:v>
                </c:pt>
                <c:pt idx="1357">
                  <c:v>3</c:v>
                </c:pt>
                <c:pt idx="1358">
                  <c:v>3</c:v>
                </c:pt>
                <c:pt idx="1359">
                  <c:v>3</c:v>
                </c:pt>
                <c:pt idx="1360">
                  <c:v>3</c:v>
                </c:pt>
                <c:pt idx="1361">
                  <c:v>3</c:v>
                </c:pt>
                <c:pt idx="1362">
                  <c:v>3</c:v>
                </c:pt>
                <c:pt idx="1363">
                  <c:v>3</c:v>
                </c:pt>
                <c:pt idx="1364">
                  <c:v>3</c:v>
                </c:pt>
                <c:pt idx="1365">
                  <c:v>3</c:v>
                </c:pt>
                <c:pt idx="1366">
                  <c:v>3</c:v>
                </c:pt>
                <c:pt idx="1367">
                  <c:v>3</c:v>
                </c:pt>
                <c:pt idx="1368">
                  <c:v>3</c:v>
                </c:pt>
                <c:pt idx="1369">
                  <c:v>3</c:v>
                </c:pt>
                <c:pt idx="1370">
                  <c:v>3</c:v>
                </c:pt>
                <c:pt idx="1371">
                  <c:v>3</c:v>
                </c:pt>
                <c:pt idx="1372">
                  <c:v>3</c:v>
                </c:pt>
                <c:pt idx="1373">
                  <c:v>3</c:v>
                </c:pt>
                <c:pt idx="1374">
                  <c:v>3</c:v>
                </c:pt>
                <c:pt idx="1375">
                  <c:v>3</c:v>
                </c:pt>
                <c:pt idx="1376">
                  <c:v>3</c:v>
                </c:pt>
                <c:pt idx="1377">
                  <c:v>3</c:v>
                </c:pt>
                <c:pt idx="1378">
                  <c:v>3</c:v>
                </c:pt>
                <c:pt idx="1379">
                  <c:v>3</c:v>
                </c:pt>
                <c:pt idx="1380">
                  <c:v>3</c:v>
                </c:pt>
                <c:pt idx="1381">
                  <c:v>3</c:v>
                </c:pt>
                <c:pt idx="1382">
                  <c:v>3</c:v>
                </c:pt>
                <c:pt idx="1383">
                  <c:v>3</c:v>
                </c:pt>
                <c:pt idx="1384">
                  <c:v>3</c:v>
                </c:pt>
                <c:pt idx="1385">
                  <c:v>3</c:v>
                </c:pt>
                <c:pt idx="1386">
                  <c:v>3</c:v>
                </c:pt>
                <c:pt idx="1387">
                  <c:v>3</c:v>
                </c:pt>
                <c:pt idx="1388">
                  <c:v>3</c:v>
                </c:pt>
                <c:pt idx="1389">
                  <c:v>3</c:v>
                </c:pt>
                <c:pt idx="1390">
                  <c:v>3</c:v>
                </c:pt>
                <c:pt idx="1391">
                  <c:v>3</c:v>
                </c:pt>
                <c:pt idx="1392">
                  <c:v>3</c:v>
                </c:pt>
                <c:pt idx="1393">
                  <c:v>3</c:v>
                </c:pt>
                <c:pt idx="1394">
                  <c:v>3</c:v>
                </c:pt>
                <c:pt idx="1395">
                  <c:v>3</c:v>
                </c:pt>
                <c:pt idx="1396">
                  <c:v>3</c:v>
                </c:pt>
                <c:pt idx="1397">
                  <c:v>3</c:v>
                </c:pt>
                <c:pt idx="1398">
                  <c:v>3</c:v>
                </c:pt>
                <c:pt idx="1399">
                  <c:v>3</c:v>
                </c:pt>
                <c:pt idx="1400">
                  <c:v>3</c:v>
                </c:pt>
                <c:pt idx="1401">
                  <c:v>3</c:v>
                </c:pt>
                <c:pt idx="1402">
                  <c:v>3</c:v>
                </c:pt>
                <c:pt idx="1403">
                  <c:v>3</c:v>
                </c:pt>
                <c:pt idx="1404">
                  <c:v>3</c:v>
                </c:pt>
                <c:pt idx="1405">
                  <c:v>3</c:v>
                </c:pt>
                <c:pt idx="1406">
                  <c:v>3</c:v>
                </c:pt>
                <c:pt idx="1407">
                  <c:v>3</c:v>
                </c:pt>
                <c:pt idx="1408">
                  <c:v>3</c:v>
                </c:pt>
                <c:pt idx="1409">
                  <c:v>3</c:v>
                </c:pt>
                <c:pt idx="1410">
                  <c:v>3</c:v>
                </c:pt>
                <c:pt idx="1411">
                  <c:v>3</c:v>
                </c:pt>
                <c:pt idx="1412">
                  <c:v>3</c:v>
                </c:pt>
                <c:pt idx="1413">
                  <c:v>3</c:v>
                </c:pt>
                <c:pt idx="1414">
                  <c:v>3</c:v>
                </c:pt>
                <c:pt idx="1415">
                  <c:v>3</c:v>
                </c:pt>
                <c:pt idx="1416">
                  <c:v>3</c:v>
                </c:pt>
                <c:pt idx="1417">
                  <c:v>3</c:v>
                </c:pt>
                <c:pt idx="1418">
                  <c:v>3</c:v>
                </c:pt>
                <c:pt idx="1419">
                  <c:v>3</c:v>
                </c:pt>
                <c:pt idx="1420">
                  <c:v>3</c:v>
                </c:pt>
                <c:pt idx="1421">
                  <c:v>3</c:v>
                </c:pt>
                <c:pt idx="1422">
                  <c:v>3</c:v>
                </c:pt>
                <c:pt idx="1423">
                  <c:v>3</c:v>
                </c:pt>
                <c:pt idx="1424">
                  <c:v>3</c:v>
                </c:pt>
                <c:pt idx="1425">
                  <c:v>3</c:v>
                </c:pt>
                <c:pt idx="1426">
                  <c:v>3</c:v>
                </c:pt>
                <c:pt idx="1427">
                  <c:v>3</c:v>
                </c:pt>
                <c:pt idx="1428">
                  <c:v>3</c:v>
                </c:pt>
                <c:pt idx="1429">
                  <c:v>3</c:v>
                </c:pt>
                <c:pt idx="1430">
                  <c:v>3</c:v>
                </c:pt>
                <c:pt idx="1431">
                  <c:v>3</c:v>
                </c:pt>
                <c:pt idx="1432">
                  <c:v>3</c:v>
                </c:pt>
                <c:pt idx="1433">
                  <c:v>3</c:v>
                </c:pt>
                <c:pt idx="1434">
                  <c:v>3</c:v>
                </c:pt>
                <c:pt idx="1435">
                  <c:v>3</c:v>
                </c:pt>
                <c:pt idx="1436">
                  <c:v>3</c:v>
                </c:pt>
                <c:pt idx="1437">
                  <c:v>3</c:v>
                </c:pt>
                <c:pt idx="1438">
                  <c:v>3</c:v>
                </c:pt>
                <c:pt idx="1439">
                  <c:v>3</c:v>
                </c:pt>
                <c:pt idx="1440">
                  <c:v>3</c:v>
                </c:pt>
                <c:pt idx="1441">
                  <c:v>3</c:v>
                </c:pt>
                <c:pt idx="1442">
                  <c:v>3</c:v>
                </c:pt>
                <c:pt idx="1443">
                  <c:v>3</c:v>
                </c:pt>
                <c:pt idx="1444">
                  <c:v>3</c:v>
                </c:pt>
                <c:pt idx="1445">
                  <c:v>3</c:v>
                </c:pt>
                <c:pt idx="1446">
                  <c:v>3</c:v>
                </c:pt>
                <c:pt idx="1447">
                  <c:v>3</c:v>
                </c:pt>
                <c:pt idx="1448">
                  <c:v>3</c:v>
                </c:pt>
                <c:pt idx="1449">
                  <c:v>3</c:v>
                </c:pt>
                <c:pt idx="1450">
                  <c:v>3</c:v>
                </c:pt>
                <c:pt idx="1451">
                  <c:v>3</c:v>
                </c:pt>
                <c:pt idx="1452">
                  <c:v>3</c:v>
                </c:pt>
                <c:pt idx="1453">
                  <c:v>3</c:v>
                </c:pt>
                <c:pt idx="1454">
                  <c:v>3</c:v>
                </c:pt>
                <c:pt idx="1455">
                  <c:v>3</c:v>
                </c:pt>
                <c:pt idx="1456">
                  <c:v>3</c:v>
                </c:pt>
                <c:pt idx="1457">
                  <c:v>3</c:v>
                </c:pt>
                <c:pt idx="1458">
                  <c:v>3</c:v>
                </c:pt>
                <c:pt idx="1459">
                  <c:v>3</c:v>
                </c:pt>
                <c:pt idx="1460">
                  <c:v>3</c:v>
                </c:pt>
                <c:pt idx="1461">
                  <c:v>3</c:v>
                </c:pt>
                <c:pt idx="1462">
                  <c:v>3</c:v>
                </c:pt>
                <c:pt idx="1463">
                  <c:v>3</c:v>
                </c:pt>
                <c:pt idx="1464">
                  <c:v>3</c:v>
                </c:pt>
                <c:pt idx="1465">
                  <c:v>3</c:v>
                </c:pt>
                <c:pt idx="1466">
                  <c:v>3</c:v>
                </c:pt>
                <c:pt idx="1467">
                  <c:v>3</c:v>
                </c:pt>
                <c:pt idx="1468">
                  <c:v>3</c:v>
                </c:pt>
                <c:pt idx="1469">
                  <c:v>3</c:v>
                </c:pt>
                <c:pt idx="1470">
                  <c:v>3</c:v>
                </c:pt>
                <c:pt idx="1471">
                  <c:v>3</c:v>
                </c:pt>
                <c:pt idx="1472">
                  <c:v>3</c:v>
                </c:pt>
                <c:pt idx="1473">
                  <c:v>3</c:v>
                </c:pt>
                <c:pt idx="1474">
                  <c:v>3</c:v>
                </c:pt>
                <c:pt idx="1475">
                  <c:v>3</c:v>
                </c:pt>
                <c:pt idx="1476">
                  <c:v>3</c:v>
                </c:pt>
                <c:pt idx="1477">
                  <c:v>3</c:v>
                </c:pt>
                <c:pt idx="1478">
                  <c:v>3</c:v>
                </c:pt>
                <c:pt idx="1479">
                  <c:v>3</c:v>
                </c:pt>
                <c:pt idx="1480">
                  <c:v>3</c:v>
                </c:pt>
                <c:pt idx="1481">
                  <c:v>3</c:v>
                </c:pt>
                <c:pt idx="1482">
                  <c:v>3</c:v>
                </c:pt>
                <c:pt idx="1483">
                  <c:v>3</c:v>
                </c:pt>
                <c:pt idx="1484">
                  <c:v>3</c:v>
                </c:pt>
                <c:pt idx="1485">
                  <c:v>3</c:v>
                </c:pt>
                <c:pt idx="1486">
                  <c:v>3</c:v>
                </c:pt>
                <c:pt idx="1487">
                  <c:v>3</c:v>
                </c:pt>
                <c:pt idx="1488">
                  <c:v>3</c:v>
                </c:pt>
                <c:pt idx="1489">
                  <c:v>3</c:v>
                </c:pt>
                <c:pt idx="1490">
                  <c:v>3</c:v>
                </c:pt>
                <c:pt idx="1491">
                  <c:v>3</c:v>
                </c:pt>
                <c:pt idx="1492">
                  <c:v>3</c:v>
                </c:pt>
                <c:pt idx="1493">
                  <c:v>3</c:v>
                </c:pt>
                <c:pt idx="1494">
                  <c:v>3</c:v>
                </c:pt>
                <c:pt idx="1495">
                  <c:v>3</c:v>
                </c:pt>
                <c:pt idx="1496">
                  <c:v>3</c:v>
                </c:pt>
                <c:pt idx="1497">
                  <c:v>3</c:v>
                </c:pt>
                <c:pt idx="1498">
                  <c:v>3</c:v>
                </c:pt>
                <c:pt idx="1499">
                  <c:v>3</c:v>
                </c:pt>
                <c:pt idx="1500">
                  <c:v>3</c:v>
                </c:pt>
                <c:pt idx="1501">
                  <c:v>3</c:v>
                </c:pt>
                <c:pt idx="1502">
                  <c:v>3</c:v>
                </c:pt>
                <c:pt idx="1503">
                  <c:v>3</c:v>
                </c:pt>
                <c:pt idx="1504">
                  <c:v>3</c:v>
                </c:pt>
                <c:pt idx="1505">
                  <c:v>3</c:v>
                </c:pt>
                <c:pt idx="1506">
                  <c:v>3</c:v>
                </c:pt>
                <c:pt idx="1507">
                  <c:v>3</c:v>
                </c:pt>
                <c:pt idx="1508">
                  <c:v>3</c:v>
                </c:pt>
                <c:pt idx="1509">
                  <c:v>3</c:v>
                </c:pt>
                <c:pt idx="1510">
                  <c:v>3</c:v>
                </c:pt>
                <c:pt idx="1511">
                  <c:v>3</c:v>
                </c:pt>
                <c:pt idx="1512">
                  <c:v>3</c:v>
                </c:pt>
                <c:pt idx="1513">
                  <c:v>3</c:v>
                </c:pt>
                <c:pt idx="1514">
                  <c:v>3</c:v>
                </c:pt>
                <c:pt idx="1515">
                  <c:v>3</c:v>
                </c:pt>
                <c:pt idx="1516">
                  <c:v>3</c:v>
                </c:pt>
                <c:pt idx="1517">
                  <c:v>3</c:v>
                </c:pt>
                <c:pt idx="1518">
                  <c:v>3</c:v>
                </c:pt>
                <c:pt idx="1519">
                  <c:v>3</c:v>
                </c:pt>
                <c:pt idx="1520">
                  <c:v>3</c:v>
                </c:pt>
                <c:pt idx="1521">
                  <c:v>3</c:v>
                </c:pt>
                <c:pt idx="1522">
                  <c:v>3</c:v>
                </c:pt>
                <c:pt idx="1523">
                  <c:v>3</c:v>
                </c:pt>
                <c:pt idx="1524">
                  <c:v>3</c:v>
                </c:pt>
                <c:pt idx="1525">
                  <c:v>3</c:v>
                </c:pt>
                <c:pt idx="1526">
                  <c:v>3</c:v>
                </c:pt>
                <c:pt idx="1527">
                  <c:v>3</c:v>
                </c:pt>
                <c:pt idx="1528">
                  <c:v>3</c:v>
                </c:pt>
                <c:pt idx="1529">
                  <c:v>3</c:v>
                </c:pt>
                <c:pt idx="1530">
                  <c:v>3</c:v>
                </c:pt>
                <c:pt idx="1531">
                  <c:v>3</c:v>
                </c:pt>
                <c:pt idx="1532">
                  <c:v>3</c:v>
                </c:pt>
                <c:pt idx="1533">
                  <c:v>3</c:v>
                </c:pt>
                <c:pt idx="1534">
                  <c:v>3</c:v>
                </c:pt>
                <c:pt idx="1535">
                  <c:v>3</c:v>
                </c:pt>
                <c:pt idx="1536">
                  <c:v>3</c:v>
                </c:pt>
                <c:pt idx="1537">
                  <c:v>3</c:v>
                </c:pt>
                <c:pt idx="1538">
                  <c:v>3</c:v>
                </c:pt>
                <c:pt idx="1539">
                  <c:v>3</c:v>
                </c:pt>
                <c:pt idx="1540">
                  <c:v>3</c:v>
                </c:pt>
                <c:pt idx="1541">
                  <c:v>3</c:v>
                </c:pt>
                <c:pt idx="1542">
                  <c:v>3</c:v>
                </c:pt>
                <c:pt idx="1543">
                  <c:v>3.25</c:v>
                </c:pt>
                <c:pt idx="1544">
                  <c:v>3.25</c:v>
                </c:pt>
                <c:pt idx="1545">
                  <c:v>3.25</c:v>
                </c:pt>
                <c:pt idx="1546">
                  <c:v>3.25</c:v>
                </c:pt>
                <c:pt idx="1547">
                  <c:v>3.25</c:v>
                </c:pt>
                <c:pt idx="1548">
                  <c:v>3.25</c:v>
                </c:pt>
                <c:pt idx="1549">
                  <c:v>3.25</c:v>
                </c:pt>
                <c:pt idx="1550">
                  <c:v>3.25</c:v>
                </c:pt>
                <c:pt idx="1551">
                  <c:v>3.25</c:v>
                </c:pt>
                <c:pt idx="1552">
                  <c:v>3.25</c:v>
                </c:pt>
                <c:pt idx="1553">
                  <c:v>3.25</c:v>
                </c:pt>
                <c:pt idx="1554">
                  <c:v>3.25</c:v>
                </c:pt>
                <c:pt idx="1555">
                  <c:v>3.25</c:v>
                </c:pt>
                <c:pt idx="1556">
                  <c:v>3.25</c:v>
                </c:pt>
                <c:pt idx="1557">
                  <c:v>3.25</c:v>
                </c:pt>
                <c:pt idx="1558">
                  <c:v>3.25</c:v>
                </c:pt>
                <c:pt idx="1559">
                  <c:v>3.25</c:v>
                </c:pt>
                <c:pt idx="1560">
                  <c:v>3.25</c:v>
                </c:pt>
                <c:pt idx="1561">
                  <c:v>3.25</c:v>
                </c:pt>
                <c:pt idx="1562">
                  <c:v>3.25</c:v>
                </c:pt>
                <c:pt idx="1563">
                  <c:v>3.25</c:v>
                </c:pt>
                <c:pt idx="1564">
                  <c:v>3.25</c:v>
                </c:pt>
                <c:pt idx="1565">
                  <c:v>3.25</c:v>
                </c:pt>
                <c:pt idx="1566">
                  <c:v>3.25</c:v>
                </c:pt>
                <c:pt idx="1567">
                  <c:v>3.25</c:v>
                </c:pt>
                <c:pt idx="1568">
                  <c:v>3.25</c:v>
                </c:pt>
                <c:pt idx="1569">
                  <c:v>3.25</c:v>
                </c:pt>
                <c:pt idx="1570">
                  <c:v>3.25</c:v>
                </c:pt>
                <c:pt idx="1571">
                  <c:v>3.25</c:v>
                </c:pt>
                <c:pt idx="1572">
                  <c:v>3.25</c:v>
                </c:pt>
                <c:pt idx="1573">
                  <c:v>3.25</c:v>
                </c:pt>
                <c:pt idx="1574">
                  <c:v>3.25</c:v>
                </c:pt>
                <c:pt idx="1575">
                  <c:v>3.25</c:v>
                </c:pt>
                <c:pt idx="1576">
                  <c:v>3.25</c:v>
                </c:pt>
                <c:pt idx="1577">
                  <c:v>3.25</c:v>
                </c:pt>
                <c:pt idx="1578">
                  <c:v>3.25</c:v>
                </c:pt>
                <c:pt idx="1579">
                  <c:v>3.25</c:v>
                </c:pt>
                <c:pt idx="1580">
                  <c:v>3.25</c:v>
                </c:pt>
                <c:pt idx="1581">
                  <c:v>3.25</c:v>
                </c:pt>
                <c:pt idx="1582">
                  <c:v>3.25</c:v>
                </c:pt>
                <c:pt idx="1583">
                  <c:v>3.25</c:v>
                </c:pt>
                <c:pt idx="1584">
                  <c:v>3.25</c:v>
                </c:pt>
                <c:pt idx="1585">
                  <c:v>3.25</c:v>
                </c:pt>
                <c:pt idx="1586">
                  <c:v>3.25</c:v>
                </c:pt>
                <c:pt idx="1587">
                  <c:v>3.25</c:v>
                </c:pt>
                <c:pt idx="1588">
                  <c:v>3.25</c:v>
                </c:pt>
                <c:pt idx="1589">
                  <c:v>3.25</c:v>
                </c:pt>
                <c:pt idx="1590">
                  <c:v>3.25</c:v>
                </c:pt>
                <c:pt idx="1591">
                  <c:v>3.25</c:v>
                </c:pt>
                <c:pt idx="1592">
                  <c:v>3.25</c:v>
                </c:pt>
                <c:pt idx="1593">
                  <c:v>3.25</c:v>
                </c:pt>
                <c:pt idx="1594">
                  <c:v>3.25</c:v>
                </c:pt>
                <c:pt idx="1595">
                  <c:v>3.25</c:v>
                </c:pt>
                <c:pt idx="1596">
                  <c:v>3.25</c:v>
                </c:pt>
                <c:pt idx="1597">
                  <c:v>3.25</c:v>
                </c:pt>
                <c:pt idx="1598">
                  <c:v>3.25</c:v>
                </c:pt>
                <c:pt idx="1599">
                  <c:v>3.25</c:v>
                </c:pt>
                <c:pt idx="1600">
                  <c:v>3.25</c:v>
                </c:pt>
                <c:pt idx="1601">
                  <c:v>3.25</c:v>
                </c:pt>
                <c:pt idx="1602">
                  <c:v>3.25</c:v>
                </c:pt>
                <c:pt idx="1603">
                  <c:v>3.25</c:v>
                </c:pt>
                <c:pt idx="1604">
                  <c:v>3.25</c:v>
                </c:pt>
                <c:pt idx="1605">
                  <c:v>3.25</c:v>
                </c:pt>
                <c:pt idx="1606">
                  <c:v>3.25</c:v>
                </c:pt>
                <c:pt idx="1607">
                  <c:v>3.25</c:v>
                </c:pt>
                <c:pt idx="1608">
                  <c:v>3.5</c:v>
                </c:pt>
                <c:pt idx="1609">
                  <c:v>3.5</c:v>
                </c:pt>
                <c:pt idx="1610">
                  <c:v>3.5</c:v>
                </c:pt>
                <c:pt idx="1611">
                  <c:v>3.5</c:v>
                </c:pt>
                <c:pt idx="1612">
                  <c:v>3.5</c:v>
                </c:pt>
                <c:pt idx="1613">
                  <c:v>3.5</c:v>
                </c:pt>
                <c:pt idx="1614">
                  <c:v>3.5</c:v>
                </c:pt>
                <c:pt idx="1615">
                  <c:v>3.5</c:v>
                </c:pt>
                <c:pt idx="1616">
                  <c:v>3.5</c:v>
                </c:pt>
                <c:pt idx="1617">
                  <c:v>3.5</c:v>
                </c:pt>
                <c:pt idx="1618">
                  <c:v>3.5</c:v>
                </c:pt>
                <c:pt idx="1619">
                  <c:v>3.5</c:v>
                </c:pt>
                <c:pt idx="1620">
                  <c:v>3.5</c:v>
                </c:pt>
                <c:pt idx="1621">
                  <c:v>3.5</c:v>
                </c:pt>
                <c:pt idx="1622">
                  <c:v>3.5</c:v>
                </c:pt>
                <c:pt idx="1623">
                  <c:v>3.5</c:v>
                </c:pt>
                <c:pt idx="1624">
                  <c:v>3.5</c:v>
                </c:pt>
                <c:pt idx="1625">
                  <c:v>3.5</c:v>
                </c:pt>
                <c:pt idx="1626">
                  <c:v>3.5</c:v>
                </c:pt>
                <c:pt idx="1627">
                  <c:v>3.5</c:v>
                </c:pt>
                <c:pt idx="1628">
                  <c:v>3.5</c:v>
                </c:pt>
                <c:pt idx="1629">
                  <c:v>3.5</c:v>
                </c:pt>
                <c:pt idx="1630">
                  <c:v>3.5</c:v>
                </c:pt>
                <c:pt idx="1631">
                  <c:v>3.5</c:v>
                </c:pt>
                <c:pt idx="1632">
                  <c:v>3.5</c:v>
                </c:pt>
                <c:pt idx="1633">
                  <c:v>3.5</c:v>
                </c:pt>
                <c:pt idx="1634">
                  <c:v>3.5</c:v>
                </c:pt>
                <c:pt idx="1635">
                  <c:v>3.5</c:v>
                </c:pt>
                <c:pt idx="1636">
                  <c:v>3.5</c:v>
                </c:pt>
                <c:pt idx="1637">
                  <c:v>3.5</c:v>
                </c:pt>
                <c:pt idx="1638">
                  <c:v>3.5</c:v>
                </c:pt>
                <c:pt idx="1639">
                  <c:v>3.5</c:v>
                </c:pt>
                <c:pt idx="1640">
                  <c:v>3.5</c:v>
                </c:pt>
                <c:pt idx="1641">
                  <c:v>3.5</c:v>
                </c:pt>
                <c:pt idx="1642">
                  <c:v>3.5</c:v>
                </c:pt>
                <c:pt idx="1643">
                  <c:v>3.5</c:v>
                </c:pt>
                <c:pt idx="1644">
                  <c:v>3.5</c:v>
                </c:pt>
                <c:pt idx="1645">
                  <c:v>3.5</c:v>
                </c:pt>
                <c:pt idx="1646">
                  <c:v>3.5</c:v>
                </c:pt>
                <c:pt idx="1647">
                  <c:v>3.5</c:v>
                </c:pt>
                <c:pt idx="1648">
                  <c:v>3.5</c:v>
                </c:pt>
                <c:pt idx="1649">
                  <c:v>3.5</c:v>
                </c:pt>
                <c:pt idx="1650">
                  <c:v>3.5</c:v>
                </c:pt>
                <c:pt idx="1651">
                  <c:v>3.5</c:v>
                </c:pt>
                <c:pt idx="1652">
                  <c:v>3.5</c:v>
                </c:pt>
                <c:pt idx="1653">
                  <c:v>3.5</c:v>
                </c:pt>
                <c:pt idx="1654">
                  <c:v>3.5</c:v>
                </c:pt>
                <c:pt idx="1655">
                  <c:v>3.5</c:v>
                </c:pt>
                <c:pt idx="1656">
                  <c:v>3.5</c:v>
                </c:pt>
                <c:pt idx="1657">
                  <c:v>3.5</c:v>
                </c:pt>
                <c:pt idx="1658">
                  <c:v>3.5</c:v>
                </c:pt>
                <c:pt idx="1659">
                  <c:v>3.5</c:v>
                </c:pt>
                <c:pt idx="1660">
                  <c:v>3.5</c:v>
                </c:pt>
                <c:pt idx="1661">
                  <c:v>3.5</c:v>
                </c:pt>
                <c:pt idx="1662">
                  <c:v>3.5</c:v>
                </c:pt>
                <c:pt idx="1663">
                  <c:v>3.5</c:v>
                </c:pt>
                <c:pt idx="1664">
                  <c:v>3.5</c:v>
                </c:pt>
                <c:pt idx="1665">
                  <c:v>3.5</c:v>
                </c:pt>
                <c:pt idx="1666">
                  <c:v>3.5</c:v>
                </c:pt>
                <c:pt idx="1667">
                  <c:v>3.5</c:v>
                </c:pt>
                <c:pt idx="1668">
                  <c:v>3.5</c:v>
                </c:pt>
                <c:pt idx="1669">
                  <c:v>3.5</c:v>
                </c:pt>
                <c:pt idx="1670">
                  <c:v>3.5</c:v>
                </c:pt>
                <c:pt idx="1671">
                  <c:v>3.5</c:v>
                </c:pt>
                <c:pt idx="1672">
                  <c:v>3.5</c:v>
                </c:pt>
                <c:pt idx="1673">
                  <c:v>3.5</c:v>
                </c:pt>
                <c:pt idx="1674">
                  <c:v>3.5</c:v>
                </c:pt>
                <c:pt idx="1675">
                  <c:v>3.5</c:v>
                </c:pt>
                <c:pt idx="1676">
                  <c:v>3.5</c:v>
                </c:pt>
                <c:pt idx="1677">
                  <c:v>3.5</c:v>
                </c:pt>
                <c:pt idx="1678">
                  <c:v>3.75</c:v>
                </c:pt>
                <c:pt idx="1679">
                  <c:v>3.75</c:v>
                </c:pt>
                <c:pt idx="1680">
                  <c:v>3.75</c:v>
                </c:pt>
                <c:pt idx="1681">
                  <c:v>3.75</c:v>
                </c:pt>
                <c:pt idx="1682">
                  <c:v>3.75</c:v>
                </c:pt>
                <c:pt idx="1683">
                  <c:v>3.75</c:v>
                </c:pt>
                <c:pt idx="1684">
                  <c:v>3.75</c:v>
                </c:pt>
                <c:pt idx="1685">
                  <c:v>3.75</c:v>
                </c:pt>
                <c:pt idx="1686">
                  <c:v>3.75</c:v>
                </c:pt>
                <c:pt idx="1687">
                  <c:v>3.75</c:v>
                </c:pt>
                <c:pt idx="1688">
                  <c:v>3.75</c:v>
                </c:pt>
                <c:pt idx="1689">
                  <c:v>3.75</c:v>
                </c:pt>
                <c:pt idx="1690">
                  <c:v>3.75</c:v>
                </c:pt>
                <c:pt idx="1691">
                  <c:v>3.75</c:v>
                </c:pt>
                <c:pt idx="1692">
                  <c:v>3.75</c:v>
                </c:pt>
                <c:pt idx="1693">
                  <c:v>3.75</c:v>
                </c:pt>
                <c:pt idx="1694">
                  <c:v>3.75</c:v>
                </c:pt>
                <c:pt idx="1695">
                  <c:v>3.75</c:v>
                </c:pt>
                <c:pt idx="1696">
                  <c:v>3.75</c:v>
                </c:pt>
                <c:pt idx="1697">
                  <c:v>3.75</c:v>
                </c:pt>
                <c:pt idx="1698">
                  <c:v>3.75</c:v>
                </c:pt>
                <c:pt idx="1699">
                  <c:v>3.75</c:v>
                </c:pt>
                <c:pt idx="1700">
                  <c:v>3.75</c:v>
                </c:pt>
                <c:pt idx="1701">
                  <c:v>3.75</c:v>
                </c:pt>
                <c:pt idx="1702">
                  <c:v>3.75</c:v>
                </c:pt>
                <c:pt idx="1703">
                  <c:v>3.75</c:v>
                </c:pt>
                <c:pt idx="1704">
                  <c:v>3.75</c:v>
                </c:pt>
                <c:pt idx="1705">
                  <c:v>3.75</c:v>
                </c:pt>
                <c:pt idx="1706">
                  <c:v>3.75</c:v>
                </c:pt>
                <c:pt idx="1707">
                  <c:v>3.75</c:v>
                </c:pt>
                <c:pt idx="1708">
                  <c:v>3.75</c:v>
                </c:pt>
                <c:pt idx="1709">
                  <c:v>3.75</c:v>
                </c:pt>
                <c:pt idx="1710">
                  <c:v>3.75</c:v>
                </c:pt>
                <c:pt idx="1711">
                  <c:v>3.75</c:v>
                </c:pt>
                <c:pt idx="1712">
                  <c:v>3.75</c:v>
                </c:pt>
                <c:pt idx="1713">
                  <c:v>3.75</c:v>
                </c:pt>
                <c:pt idx="1714">
                  <c:v>3.75</c:v>
                </c:pt>
                <c:pt idx="1715">
                  <c:v>3.75</c:v>
                </c:pt>
                <c:pt idx="1716">
                  <c:v>3.75</c:v>
                </c:pt>
                <c:pt idx="1717">
                  <c:v>3.75</c:v>
                </c:pt>
                <c:pt idx="1718">
                  <c:v>4</c:v>
                </c:pt>
                <c:pt idx="1719">
                  <c:v>4</c:v>
                </c:pt>
                <c:pt idx="1720">
                  <c:v>4</c:v>
                </c:pt>
                <c:pt idx="1721">
                  <c:v>4</c:v>
                </c:pt>
                <c:pt idx="1722">
                  <c:v>4</c:v>
                </c:pt>
                <c:pt idx="1723">
                  <c:v>4</c:v>
                </c:pt>
                <c:pt idx="1724">
                  <c:v>4</c:v>
                </c:pt>
                <c:pt idx="1725">
                  <c:v>4</c:v>
                </c:pt>
                <c:pt idx="1726">
                  <c:v>4</c:v>
                </c:pt>
                <c:pt idx="1727">
                  <c:v>4</c:v>
                </c:pt>
                <c:pt idx="1728">
                  <c:v>4</c:v>
                </c:pt>
                <c:pt idx="1729">
                  <c:v>4</c:v>
                </c:pt>
                <c:pt idx="1730">
                  <c:v>4</c:v>
                </c:pt>
                <c:pt idx="1731">
                  <c:v>4</c:v>
                </c:pt>
                <c:pt idx="1732">
                  <c:v>4</c:v>
                </c:pt>
                <c:pt idx="1733">
                  <c:v>4</c:v>
                </c:pt>
                <c:pt idx="1734">
                  <c:v>4</c:v>
                </c:pt>
                <c:pt idx="1735">
                  <c:v>4</c:v>
                </c:pt>
                <c:pt idx="1736">
                  <c:v>4</c:v>
                </c:pt>
                <c:pt idx="1737">
                  <c:v>4</c:v>
                </c:pt>
                <c:pt idx="1738">
                  <c:v>4</c:v>
                </c:pt>
                <c:pt idx="1739">
                  <c:v>4</c:v>
                </c:pt>
                <c:pt idx="1740">
                  <c:v>4</c:v>
                </c:pt>
                <c:pt idx="1741">
                  <c:v>4</c:v>
                </c:pt>
                <c:pt idx="1742">
                  <c:v>4</c:v>
                </c:pt>
                <c:pt idx="1743">
                  <c:v>4</c:v>
                </c:pt>
                <c:pt idx="1744">
                  <c:v>4</c:v>
                </c:pt>
                <c:pt idx="1745">
                  <c:v>4</c:v>
                </c:pt>
                <c:pt idx="1746">
                  <c:v>4</c:v>
                </c:pt>
                <c:pt idx="1747">
                  <c:v>4</c:v>
                </c:pt>
                <c:pt idx="1748">
                  <c:v>4</c:v>
                </c:pt>
                <c:pt idx="1749">
                  <c:v>4</c:v>
                </c:pt>
                <c:pt idx="1750">
                  <c:v>4</c:v>
                </c:pt>
                <c:pt idx="1751">
                  <c:v>4</c:v>
                </c:pt>
                <c:pt idx="1752">
                  <c:v>4</c:v>
                </c:pt>
                <c:pt idx="1753">
                  <c:v>4</c:v>
                </c:pt>
                <c:pt idx="1754">
                  <c:v>4</c:v>
                </c:pt>
                <c:pt idx="1755">
                  <c:v>4</c:v>
                </c:pt>
                <c:pt idx="1756">
                  <c:v>4</c:v>
                </c:pt>
                <c:pt idx="1757">
                  <c:v>4</c:v>
                </c:pt>
                <c:pt idx="1758">
                  <c:v>4</c:v>
                </c:pt>
                <c:pt idx="1759">
                  <c:v>4</c:v>
                </c:pt>
                <c:pt idx="1760">
                  <c:v>4</c:v>
                </c:pt>
                <c:pt idx="1761">
                  <c:v>4</c:v>
                </c:pt>
                <c:pt idx="1762">
                  <c:v>4</c:v>
                </c:pt>
                <c:pt idx="1763">
                  <c:v>4.25</c:v>
                </c:pt>
                <c:pt idx="1764">
                  <c:v>4.25</c:v>
                </c:pt>
                <c:pt idx="1765">
                  <c:v>4.25</c:v>
                </c:pt>
                <c:pt idx="1766">
                  <c:v>4.25</c:v>
                </c:pt>
                <c:pt idx="1767">
                  <c:v>4.25</c:v>
                </c:pt>
                <c:pt idx="1768">
                  <c:v>4.25</c:v>
                </c:pt>
                <c:pt idx="1769">
                  <c:v>4.25</c:v>
                </c:pt>
                <c:pt idx="1770">
                  <c:v>4.25</c:v>
                </c:pt>
                <c:pt idx="1771">
                  <c:v>4.25</c:v>
                </c:pt>
                <c:pt idx="1772">
                  <c:v>4.25</c:v>
                </c:pt>
                <c:pt idx="1773">
                  <c:v>4.25</c:v>
                </c:pt>
                <c:pt idx="1774">
                  <c:v>4.25</c:v>
                </c:pt>
                <c:pt idx="1775">
                  <c:v>4.25</c:v>
                </c:pt>
                <c:pt idx="1776">
                  <c:v>4.25</c:v>
                </c:pt>
                <c:pt idx="1777">
                  <c:v>4.25</c:v>
                </c:pt>
                <c:pt idx="1778">
                  <c:v>4.25</c:v>
                </c:pt>
                <c:pt idx="1779">
                  <c:v>4.25</c:v>
                </c:pt>
                <c:pt idx="1780">
                  <c:v>4.25</c:v>
                </c:pt>
                <c:pt idx="1781">
                  <c:v>4.25</c:v>
                </c:pt>
                <c:pt idx="1782">
                  <c:v>4.25</c:v>
                </c:pt>
                <c:pt idx="1783">
                  <c:v>4.25</c:v>
                </c:pt>
                <c:pt idx="1784">
                  <c:v>4.25</c:v>
                </c:pt>
                <c:pt idx="1785">
                  <c:v>4.25</c:v>
                </c:pt>
                <c:pt idx="1786">
                  <c:v>4.25</c:v>
                </c:pt>
                <c:pt idx="1787">
                  <c:v>4.25</c:v>
                </c:pt>
                <c:pt idx="1788">
                  <c:v>4.25</c:v>
                </c:pt>
                <c:pt idx="1789">
                  <c:v>4.25</c:v>
                </c:pt>
                <c:pt idx="1790">
                  <c:v>4.25</c:v>
                </c:pt>
                <c:pt idx="1791">
                  <c:v>4.25</c:v>
                </c:pt>
                <c:pt idx="1792">
                  <c:v>4.25</c:v>
                </c:pt>
                <c:pt idx="1793">
                  <c:v>4.25</c:v>
                </c:pt>
                <c:pt idx="1794">
                  <c:v>4.25</c:v>
                </c:pt>
                <c:pt idx="1795">
                  <c:v>4.25</c:v>
                </c:pt>
                <c:pt idx="1796">
                  <c:v>4.25</c:v>
                </c:pt>
                <c:pt idx="1797">
                  <c:v>4.25</c:v>
                </c:pt>
                <c:pt idx="1798">
                  <c:v>4.25</c:v>
                </c:pt>
                <c:pt idx="1799">
                  <c:v>4.25</c:v>
                </c:pt>
                <c:pt idx="1800">
                  <c:v>4.25</c:v>
                </c:pt>
                <c:pt idx="1801">
                  <c:v>4.25</c:v>
                </c:pt>
                <c:pt idx="1802">
                  <c:v>4.25</c:v>
                </c:pt>
                <c:pt idx="1803">
                  <c:v>4.25</c:v>
                </c:pt>
                <c:pt idx="1804">
                  <c:v>4.25</c:v>
                </c:pt>
                <c:pt idx="1805">
                  <c:v>4.25</c:v>
                </c:pt>
                <c:pt idx="1806">
                  <c:v>4.25</c:v>
                </c:pt>
                <c:pt idx="1807">
                  <c:v>4.25</c:v>
                </c:pt>
                <c:pt idx="1808">
                  <c:v>4.5</c:v>
                </c:pt>
                <c:pt idx="1809">
                  <c:v>4.5</c:v>
                </c:pt>
                <c:pt idx="1810">
                  <c:v>4.5</c:v>
                </c:pt>
                <c:pt idx="1811">
                  <c:v>4.5</c:v>
                </c:pt>
                <c:pt idx="1812">
                  <c:v>4.5</c:v>
                </c:pt>
                <c:pt idx="1813">
                  <c:v>4.5</c:v>
                </c:pt>
                <c:pt idx="1814">
                  <c:v>4.5</c:v>
                </c:pt>
                <c:pt idx="1815">
                  <c:v>4.5</c:v>
                </c:pt>
                <c:pt idx="1816">
                  <c:v>4.5</c:v>
                </c:pt>
                <c:pt idx="1817">
                  <c:v>4.5</c:v>
                </c:pt>
                <c:pt idx="1818">
                  <c:v>4.5</c:v>
                </c:pt>
                <c:pt idx="1819">
                  <c:v>4.5</c:v>
                </c:pt>
                <c:pt idx="1820">
                  <c:v>4.5</c:v>
                </c:pt>
                <c:pt idx="1821">
                  <c:v>4.5</c:v>
                </c:pt>
                <c:pt idx="1822">
                  <c:v>4.5</c:v>
                </c:pt>
                <c:pt idx="1823">
                  <c:v>4.5</c:v>
                </c:pt>
                <c:pt idx="1824">
                  <c:v>4.5</c:v>
                </c:pt>
                <c:pt idx="1825">
                  <c:v>4.5</c:v>
                </c:pt>
                <c:pt idx="1826">
                  <c:v>4.5</c:v>
                </c:pt>
                <c:pt idx="1827">
                  <c:v>4.5</c:v>
                </c:pt>
                <c:pt idx="1828">
                  <c:v>4.5</c:v>
                </c:pt>
                <c:pt idx="1829">
                  <c:v>4.5</c:v>
                </c:pt>
                <c:pt idx="1830">
                  <c:v>4.5</c:v>
                </c:pt>
                <c:pt idx="1831">
                  <c:v>4.5</c:v>
                </c:pt>
                <c:pt idx="1832">
                  <c:v>4.5</c:v>
                </c:pt>
                <c:pt idx="1833">
                  <c:v>4.5</c:v>
                </c:pt>
                <c:pt idx="1834">
                  <c:v>4.5</c:v>
                </c:pt>
                <c:pt idx="1835">
                  <c:v>4.5</c:v>
                </c:pt>
                <c:pt idx="1836">
                  <c:v>4.5</c:v>
                </c:pt>
                <c:pt idx="1837">
                  <c:v>4.5</c:v>
                </c:pt>
                <c:pt idx="1838">
                  <c:v>4.5</c:v>
                </c:pt>
                <c:pt idx="1839">
                  <c:v>4.5</c:v>
                </c:pt>
                <c:pt idx="1840">
                  <c:v>4.5</c:v>
                </c:pt>
                <c:pt idx="1841">
                  <c:v>4.5</c:v>
                </c:pt>
                <c:pt idx="1842">
                  <c:v>4.5</c:v>
                </c:pt>
                <c:pt idx="1843">
                  <c:v>4.5</c:v>
                </c:pt>
                <c:pt idx="1844">
                  <c:v>4.5</c:v>
                </c:pt>
                <c:pt idx="1845">
                  <c:v>4.5</c:v>
                </c:pt>
                <c:pt idx="1846">
                  <c:v>4.5</c:v>
                </c:pt>
                <c:pt idx="1847">
                  <c:v>4.5</c:v>
                </c:pt>
                <c:pt idx="1848">
                  <c:v>4.5</c:v>
                </c:pt>
                <c:pt idx="1849">
                  <c:v>4.5</c:v>
                </c:pt>
                <c:pt idx="1850">
                  <c:v>4.5</c:v>
                </c:pt>
                <c:pt idx="1851">
                  <c:v>4.5</c:v>
                </c:pt>
                <c:pt idx="1852">
                  <c:v>4.5</c:v>
                </c:pt>
                <c:pt idx="1853">
                  <c:v>4.5</c:v>
                </c:pt>
                <c:pt idx="1854">
                  <c:v>4.5</c:v>
                </c:pt>
                <c:pt idx="1855">
                  <c:v>4.5</c:v>
                </c:pt>
                <c:pt idx="1856">
                  <c:v>4.5</c:v>
                </c:pt>
                <c:pt idx="1857">
                  <c:v>4.5</c:v>
                </c:pt>
                <c:pt idx="1858">
                  <c:v>4.5</c:v>
                </c:pt>
                <c:pt idx="1859">
                  <c:v>4.5</c:v>
                </c:pt>
                <c:pt idx="1860">
                  <c:v>4.5</c:v>
                </c:pt>
                <c:pt idx="1861">
                  <c:v>4.5</c:v>
                </c:pt>
                <c:pt idx="1862">
                  <c:v>4.5</c:v>
                </c:pt>
                <c:pt idx="1863">
                  <c:v>4.5</c:v>
                </c:pt>
                <c:pt idx="1864">
                  <c:v>4.5</c:v>
                </c:pt>
                <c:pt idx="1865">
                  <c:v>4.5</c:v>
                </c:pt>
                <c:pt idx="1866">
                  <c:v>4.5</c:v>
                </c:pt>
                <c:pt idx="1867">
                  <c:v>4.5</c:v>
                </c:pt>
                <c:pt idx="1868">
                  <c:v>4.5</c:v>
                </c:pt>
                <c:pt idx="1869">
                  <c:v>4.5</c:v>
                </c:pt>
                <c:pt idx="1870">
                  <c:v>4.5</c:v>
                </c:pt>
                <c:pt idx="1871">
                  <c:v>4.5</c:v>
                </c:pt>
                <c:pt idx="1872">
                  <c:v>4.5</c:v>
                </c:pt>
                <c:pt idx="1873">
                  <c:v>4.75</c:v>
                </c:pt>
                <c:pt idx="1874">
                  <c:v>4.75</c:v>
                </c:pt>
                <c:pt idx="1875">
                  <c:v>4.75</c:v>
                </c:pt>
                <c:pt idx="1876">
                  <c:v>4.75</c:v>
                </c:pt>
                <c:pt idx="1877">
                  <c:v>4.75</c:v>
                </c:pt>
                <c:pt idx="1878">
                  <c:v>4.75</c:v>
                </c:pt>
                <c:pt idx="1879">
                  <c:v>4.75</c:v>
                </c:pt>
                <c:pt idx="1880">
                  <c:v>4.75</c:v>
                </c:pt>
                <c:pt idx="1881">
                  <c:v>4.75</c:v>
                </c:pt>
                <c:pt idx="1882">
                  <c:v>4.75</c:v>
                </c:pt>
                <c:pt idx="1883">
                  <c:v>4.75</c:v>
                </c:pt>
                <c:pt idx="1884">
                  <c:v>4.75</c:v>
                </c:pt>
                <c:pt idx="1885">
                  <c:v>4.75</c:v>
                </c:pt>
                <c:pt idx="1886">
                  <c:v>4.75</c:v>
                </c:pt>
                <c:pt idx="1887">
                  <c:v>4.75</c:v>
                </c:pt>
                <c:pt idx="1888">
                  <c:v>4.75</c:v>
                </c:pt>
                <c:pt idx="1889">
                  <c:v>4.75</c:v>
                </c:pt>
                <c:pt idx="1890">
                  <c:v>4.75</c:v>
                </c:pt>
                <c:pt idx="1891">
                  <c:v>4.75</c:v>
                </c:pt>
                <c:pt idx="1892">
                  <c:v>4.75</c:v>
                </c:pt>
                <c:pt idx="1893">
                  <c:v>4.75</c:v>
                </c:pt>
                <c:pt idx="1894">
                  <c:v>4.75</c:v>
                </c:pt>
                <c:pt idx="1895">
                  <c:v>4.75</c:v>
                </c:pt>
                <c:pt idx="1896">
                  <c:v>4.75</c:v>
                </c:pt>
                <c:pt idx="1897">
                  <c:v>4.75</c:v>
                </c:pt>
                <c:pt idx="1898">
                  <c:v>4.75</c:v>
                </c:pt>
                <c:pt idx="1899">
                  <c:v>4.75</c:v>
                </c:pt>
                <c:pt idx="1900">
                  <c:v>4.75</c:v>
                </c:pt>
                <c:pt idx="1901">
                  <c:v>4.75</c:v>
                </c:pt>
                <c:pt idx="1902">
                  <c:v>4.75</c:v>
                </c:pt>
                <c:pt idx="1903">
                  <c:v>4.75</c:v>
                </c:pt>
                <c:pt idx="1904">
                  <c:v>4.75</c:v>
                </c:pt>
                <c:pt idx="1905">
                  <c:v>4.75</c:v>
                </c:pt>
                <c:pt idx="1906">
                  <c:v>4.75</c:v>
                </c:pt>
                <c:pt idx="1907">
                  <c:v>4.75</c:v>
                </c:pt>
                <c:pt idx="1908">
                  <c:v>4.75</c:v>
                </c:pt>
                <c:pt idx="1909">
                  <c:v>4.75</c:v>
                </c:pt>
                <c:pt idx="1910">
                  <c:v>4.75</c:v>
                </c:pt>
                <c:pt idx="1911">
                  <c:v>4.75</c:v>
                </c:pt>
                <c:pt idx="1912">
                  <c:v>4.75</c:v>
                </c:pt>
                <c:pt idx="1913">
                  <c:v>4.75</c:v>
                </c:pt>
                <c:pt idx="1914">
                  <c:v>4.75</c:v>
                </c:pt>
                <c:pt idx="1915">
                  <c:v>4.75</c:v>
                </c:pt>
                <c:pt idx="1916">
                  <c:v>4.75</c:v>
                </c:pt>
                <c:pt idx="1917">
                  <c:v>4.75</c:v>
                </c:pt>
                <c:pt idx="1918">
                  <c:v>4.75</c:v>
                </c:pt>
                <c:pt idx="1919">
                  <c:v>4.75</c:v>
                </c:pt>
                <c:pt idx="1920">
                  <c:v>4.75</c:v>
                </c:pt>
                <c:pt idx="1921">
                  <c:v>4.75</c:v>
                </c:pt>
                <c:pt idx="1922">
                  <c:v>4.75</c:v>
                </c:pt>
                <c:pt idx="1923">
                  <c:v>4.75</c:v>
                </c:pt>
                <c:pt idx="1924">
                  <c:v>4.75</c:v>
                </c:pt>
                <c:pt idx="1925">
                  <c:v>4.75</c:v>
                </c:pt>
                <c:pt idx="1926">
                  <c:v>4.75</c:v>
                </c:pt>
                <c:pt idx="1927">
                  <c:v>4.75</c:v>
                </c:pt>
                <c:pt idx="1928">
                  <c:v>4.75</c:v>
                </c:pt>
                <c:pt idx="1929">
                  <c:v>4.75</c:v>
                </c:pt>
                <c:pt idx="1930">
                  <c:v>4.75</c:v>
                </c:pt>
                <c:pt idx="1931">
                  <c:v>4.75</c:v>
                </c:pt>
                <c:pt idx="1932">
                  <c:v>4.75</c:v>
                </c:pt>
                <c:pt idx="1933">
                  <c:v>4.75</c:v>
                </c:pt>
                <c:pt idx="1934">
                  <c:v>4.75</c:v>
                </c:pt>
                <c:pt idx="1935">
                  <c:v>4.75</c:v>
                </c:pt>
                <c:pt idx="1936">
                  <c:v>4.75</c:v>
                </c:pt>
                <c:pt idx="1937">
                  <c:v>5</c:v>
                </c:pt>
                <c:pt idx="1938">
                  <c:v>5</c:v>
                </c:pt>
                <c:pt idx="1939">
                  <c:v>5</c:v>
                </c:pt>
                <c:pt idx="1940">
                  <c:v>5</c:v>
                </c:pt>
                <c:pt idx="1941">
                  <c:v>5</c:v>
                </c:pt>
                <c:pt idx="1942">
                  <c:v>5</c:v>
                </c:pt>
                <c:pt idx="1943">
                  <c:v>5</c:v>
                </c:pt>
                <c:pt idx="1944">
                  <c:v>5</c:v>
                </c:pt>
                <c:pt idx="1945">
                  <c:v>5</c:v>
                </c:pt>
                <c:pt idx="1946">
                  <c:v>5</c:v>
                </c:pt>
                <c:pt idx="1947">
                  <c:v>5</c:v>
                </c:pt>
                <c:pt idx="1948">
                  <c:v>5</c:v>
                </c:pt>
                <c:pt idx="1949">
                  <c:v>5</c:v>
                </c:pt>
                <c:pt idx="1950">
                  <c:v>5</c:v>
                </c:pt>
                <c:pt idx="1951">
                  <c:v>5</c:v>
                </c:pt>
                <c:pt idx="1952">
                  <c:v>5</c:v>
                </c:pt>
                <c:pt idx="1953">
                  <c:v>5</c:v>
                </c:pt>
                <c:pt idx="1954">
                  <c:v>5</c:v>
                </c:pt>
                <c:pt idx="1955">
                  <c:v>5</c:v>
                </c:pt>
                <c:pt idx="1956">
                  <c:v>5</c:v>
                </c:pt>
                <c:pt idx="1957">
                  <c:v>5</c:v>
                </c:pt>
                <c:pt idx="1958">
                  <c:v>5</c:v>
                </c:pt>
                <c:pt idx="1959">
                  <c:v>5</c:v>
                </c:pt>
                <c:pt idx="1960">
                  <c:v>5</c:v>
                </c:pt>
                <c:pt idx="1961">
                  <c:v>5</c:v>
                </c:pt>
                <c:pt idx="1962">
                  <c:v>5</c:v>
                </c:pt>
                <c:pt idx="1963">
                  <c:v>5</c:v>
                </c:pt>
                <c:pt idx="1964">
                  <c:v>5</c:v>
                </c:pt>
                <c:pt idx="1965">
                  <c:v>5</c:v>
                </c:pt>
                <c:pt idx="1966">
                  <c:v>5</c:v>
                </c:pt>
                <c:pt idx="1967">
                  <c:v>5</c:v>
                </c:pt>
                <c:pt idx="1968">
                  <c:v>5</c:v>
                </c:pt>
                <c:pt idx="1969">
                  <c:v>5</c:v>
                </c:pt>
                <c:pt idx="1970">
                  <c:v>5</c:v>
                </c:pt>
                <c:pt idx="1971">
                  <c:v>5</c:v>
                </c:pt>
                <c:pt idx="1972">
                  <c:v>5</c:v>
                </c:pt>
                <c:pt idx="1973">
                  <c:v>5</c:v>
                </c:pt>
                <c:pt idx="1974">
                  <c:v>5</c:v>
                </c:pt>
                <c:pt idx="1975">
                  <c:v>5</c:v>
                </c:pt>
                <c:pt idx="1976">
                  <c:v>5</c:v>
                </c:pt>
                <c:pt idx="1977">
                  <c:v>5</c:v>
                </c:pt>
                <c:pt idx="1978">
                  <c:v>5</c:v>
                </c:pt>
                <c:pt idx="1979">
                  <c:v>5</c:v>
                </c:pt>
                <c:pt idx="1980">
                  <c:v>5</c:v>
                </c:pt>
                <c:pt idx="1981">
                  <c:v>5</c:v>
                </c:pt>
                <c:pt idx="1982">
                  <c:v>5</c:v>
                </c:pt>
                <c:pt idx="1983">
                  <c:v>5</c:v>
                </c:pt>
                <c:pt idx="1984">
                  <c:v>5</c:v>
                </c:pt>
                <c:pt idx="1985">
                  <c:v>5</c:v>
                </c:pt>
                <c:pt idx="1986">
                  <c:v>5</c:v>
                </c:pt>
                <c:pt idx="1987">
                  <c:v>5</c:v>
                </c:pt>
                <c:pt idx="1988">
                  <c:v>5</c:v>
                </c:pt>
                <c:pt idx="1989">
                  <c:v>5</c:v>
                </c:pt>
                <c:pt idx="1990">
                  <c:v>5</c:v>
                </c:pt>
                <c:pt idx="1991">
                  <c:v>5</c:v>
                </c:pt>
                <c:pt idx="1992">
                  <c:v>5</c:v>
                </c:pt>
                <c:pt idx="1993">
                  <c:v>5</c:v>
                </c:pt>
                <c:pt idx="1994">
                  <c:v>5</c:v>
                </c:pt>
                <c:pt idx="1995">
                  <c:v>5</c:v>
                </c:pt>
                <c:pt idx="1996">
                  <c:v>5</c:v>
                </c:pt>
                <c:pt idx="1997">
                  <c:v>5</c:v>
                </c:pt>
                <c:pt idx="1998">
                  <c:v>5</c:v>
                </c:pt>
                <c:pt idx="1999">
                  <c:v>5</c:v>
                </c:pt>
                <c:pt idx="2000">
                  <c:v>5</c:v>
                </c:pt>
                <c:pt idx="2001">
                  <c:v>5</c:v>
                </c:pt>
                <c:pt idx="2002">
                  <c:v>5</c:v>
                </c:pt>
                <c:pt idx="2003">
                  <c:v>5</c:v>
                </c:pt>
                <c:pt idx="2004">
                  <c:v>5</c:v>
                </c:pt>
                <c:pt idx="2005">
                  <c:v>5</c:v>
                </c:pt>
                <c:pt idx="2006">
                  <c:v>5</c:v>
                </c:pt>
                <c:pt idx="2007">
                  <c:v>5</c:v>
                </c:pt>
                <c:pt idx="2008">
                  <c:v>5</c:v>
                </c:pt>
                <c:pt idx="2009">
                  <c:v>5</c:v>
                </c:pt>
                <c:pt idx="2010">
                  <c:v>5</c:v>
                </c:pt>
                <c:pt idx="2011">
                  <c:v>5</c:v>
                </c:pt>
                <c:pt idx="2012">
                  <c:v>5</c:v>
                </c:pt>
                <c:pt idx="2013">
                  <c:v>5</c:v>
                </c:pt>
                <c:pt idx="2014">
                  <c:v>5</c:v>
                </c:pt>
                <c:pt idx="2015">
                  <c:v>5</c:v>
                </c:pt>
                <c:pt idx="2016">
                  <c:v>5</c:v>
                </c:pt>
                <c:pt idx="2017">
                  <c:v>5</c:v>
                </c:pt>
                <c:pt idx="2018">
                  <c:v>5</c:v>
                </c:pt>
                <c:pt idx="2019">
                  <c:v>5</c:v>
                </c:pt>
                <c:pt idx="2020">
                  <c:v>5</c:v>
                </c:pt>
                <c:pt idx="2021">
                  <c:v>5</c:v>
                </c:pt>
                <c:pt idx="2022">
                  <c:v>5</c:v>
                </c:pt>
                <c:pt idx="2023">
                  <c:v>5</c:v>
                </c:pt>
                <c:pt idx="2024">
                  <c:v>5</c:v>
                </c:pt>
                <c:pt idx="2025">
                  <c:v>5</c:v>
                </c:pt>
                <c:pt idx="2026">
                  <c:v>5</c:v>
                </c:pt>
                <c:pt idx="2027">
                  <c:v>5</c:v>
                </c:pt>
                <c:pt idx="2028">
                  <c:v>5</c:v>
                </c:pt>
                <c:pt idx="2029">
                  <c:v>5</c:v>
                </c:pt>
                <c:pt idx="2030">
                  <c:v>5</c:v>
                </c:pt>
                <c:pt idx="2031">
                  <c:v>5</c:v>
                </c:pt>
                <c:pt idx="2032">
                  <c:v>5</c:v>
                </c:pt>
                <c:pt idx="2033">
                  <c:v>5</c:v>
                </c:pt>
                <c:pt idx="2034">
                  <c:v>5</c:v>
                </c:pt>
                <c:pt idx="2035">
                  <c:v>5</c:v>
                </c:pt>
                <c:pt idx="2036">
                  <c:v>5</c:v>
                </c:pt>
                <c:pt idx="2037">
                  <c:v>5</c:v>
                </c:pt>
                <c:pt idx="2038">
                  <c:v>5</c:v>
                </c:pt>
                <c:pt idx="2039">
                  <c:v>5</c:v>
                </c:pt>
                <c:pt idx="2040">
                  <c:v>5</c:v>
                </c:pt>
                <c:pt idx="2041">
                  <c:v>5</c:v>
                </c:pt>
                <c:pt idx="2042">
                  <c:v>5</c:v>
                </c:pt>
                <c:pt idx="2043">
                  <c:v>5</c:v>
                </c:pt>
                <c:pt idx="2044">
                  <c:v>5</c:v>
                </c:pt>
                <c:pt idx="2045">
                  <c:v>5</c:v>
                </c:pt>
                <c:pt idx="2046">
                  <c:v>5</c:v>
                </c:pt>
                <c:pt idx="2047">
                  <c:v>5</c:v>
                </c:pt>
                <c:pt idx="2048">
                  <c:v>5</c:v>
                </c:pt>
                <c:pt idx="2049">
                  <c:v>5</c:v>
                </c:pt>
                <c:pt idx="2050">
                  <c:v>5</c:v>
                </c:pt>
                <c:pt idx="2051">
                  <c:v>5</c:v>
                </c:pt>
                <c:pt idx="2052">
                  <c:v>5</c:v>
                </c:pt>
                <c:pt idx="2053">
                  <c:v>5</c:v>
                </c:pt>
                <c:pt idx="2054">
                  <c:v>5</c:v>
                </c:pt>
                <c:pt idx="2055">
                  <c:v>5</c:v>
                </c:pt>
                <c:pt idx="2056">
                  <c:v>5</c:v>
                </c:pt>
                <c:pt idx="2057">
                  <c:v>5</c:v>
                </c:pt>
                <c:pt idx="2058">
                  <c:v>5</c:v>
                </c:pt>
                <c:pt idx="2059">
                  <c:v>5</c:v>
                </c:pt>
                <c:pt idx="2060">
                  <c:v>5</c:v>
                </c:pt>
                <c:pt idx="2061">
                  <c:v>5</c:v>
                </c:pt>
                <c:pt idx="2062">
                  <c:v>5</c:v>
                </c:pt>
                <c:pt idx="2063">
                  <c:v>5</c:v>
                </c:pt>
                <c:pt idx="2064">
                  <c:v>5</c:v>
                </c:pt>
                <c:pt idx="2065">
                  <c:v>5</c:v>
                </c:pt>
                <c:pt idx="2066">
                  <c:v>5</c:v>
                </c:pt>
                <c:pt idx="2067">
                  <c:v>5</c:v>
                </c:pt>
                <c:pt idx="2068">
                  <c:v>5</c:v>
                </c:pt>
                <c:pt idx="2069">
                  <c:v>5</c:v>
                </c:pt>
                <c:pt idx="2070">
                  <c:v>5</c:v>
                </c:pt>
                <c:pt idx="2071">
                  <c:v>5</c:v>
                </c:pt>
                <c:pt idx="2072">
                  <c:v>5</c:v>
                </c:pt>
                <c:pt idx="2073">
                  <c:v>5</c:v>
                </c:pt>
                <c:pt idx="2074">
                  <c:v>5</c:v>
                </c:pt>
                <c:pt idx="2075">
                  <c:v>5</c:v>
                </c:pt>
                <c:pt idx="2076">
                  <c:v>5</c:v>
                </c:pt>
                <c:pt idx="2077">
                  <c:v>5</c:v>
                </c:pt>
                <c:pt idx="2078">
                  <c:v>5</c:v>
                </c:pt>
                <c:pt idx="2079">
                  <c:v>5</c:v>
                </c:pt>
                <c:pt idx="2080">
                  <c:v>5</c:v>
                </c:pt>
                <c:pt idx="2081">
                  <c:v>5</c:v>
                </c:pt>
                <c:pt idx="2082">
                  <c:v>5</c:v>
                </c:pt>
                <c:pt idx="2083">
                  <c:v>5</c:v>
                </c:pt>
                <c:pt idx="2084">
                  <c:v>5</c:v>
                </c:pt>
                <c:pt idx="2085">
                  <c:v>5</c:v>
                </c:pt>
                <c:pt idx="2086">
                  <c:v>5</c:v>
                </c:pt>
                <c:pt idx="2087">
                  <c:v>5</c:v>
                </c:pt>
                <c:pt idx="2088">
                  <c:v>5</c:v>
                </c:pt>
                <c:pt idx="2089">
                  <c:v>5</c:v>
                </c:pt>
                <c:pt idx="2090">
                  <c:v>5</c:v>
                </c:pt>
                <c:pt idx="2091">
                  <c:v>5</c:v>
                </c:pt>
                <c:pt idx="2092">
                  <c:v>5</c:v>
                </c:pt>
                <c:pt idx="2093">
                  <c:v>5</c:v>
                </c:pt>
                <c:pt idx="2094">
                  <c:v>5</c:v>
                </c:pt>
                <c:pt idx="2095">
                  <c:v>5</c:v>
                </c:pt>
                <c:pt idx="2096">
                  <c:v>5</c:v>
                </c:pt>
                <c:pt idx="2097">
                  <c:v>5</c:v>
                </c:pt>
                <c:pt idx="2098">
                  <c:v>5</c:v>
                </c:pt>
                <c:pt idx="2099">
                  <c:v>5</c:v>
                </c:pt>
                <c:pt idx="2100">
                  <c:v>5</c:v>
                </c:pt>
                <c:pt idx="2101">
                  <c:v>5</c:v>
                </c:pt>
                <c:pt idx="2102">
                  <c:v>5</c:v>
                </c:pt>
                <c:pt idx="2103">
                  <c:v>5</c:v>
                </c:pt>
                <c:pt idx="2104">
                  <c:v>5</c:v>
                </c:pt>
                <c:pt idx="2105">
                  <c:v>5</c:v>
                </c:pt>
                <c:pt idx="2106">
                  <c:v>5</c:v>
                </c:pt>
                <c:pt idx="2107">
                  <c:v>5</c:v>
                </c:pt>
                <c:pt idx="2108">
                  <c:v>5</c:v>
                </c:pt>
                <c:pt idx="2109">
                  <c:v>5</c:v>
                </c:pt>
                <c:pt idx="2110">
                  <c:v>5</c:v>
                </c:pt>
                <c:pt idx="2111">
                  <c:v>5</c:v>
                </c:pt>
                <c:pt idx="2112">
                  <c:v>5</c:v>
                </c:pt>
                <c:pt idx="2113">
                  <c:v>5</c:v>
                </c:pt>
                <c:pt idx="2114">
                  <c:v>5</c:v>
                </c:pt>
                <c:pt idx="2115">
                  <c:v>5</c:v>
                </c:pt>
                <c:pt idx="2116">
                  <c:v>5</c:v>
                </c:pt>
                <c:pt idx="2117">
                  <c:v>5</c:v>
                </c:pt>
                <c:pt idx="2118">
                  <c:v>5</c:v>
                </c:pt>
                <c:pt idx="2119">
                  <c:v>5</c:v>
                </c:pt>
                <c:pt idx="2120">
                  <c:v>5</c:v>
                </c:pt>
                <c:pt idx="2121">
                  <c:v>5</c:v>
                </c:pt>
                <c:pt idx="2122">
                  <c:v>5</c:v>
                </c:pt>
                <c:pt idx="2123">
                  <c:v>5</c:v>
                </c:pt>
                <c:pt idx="2124">
                  <c:v>5</c:v>
                </c:pt>
                <c:pt idx="2125">
                  <c:v>5</c:v>
                </c:pt>
                <c:pt idx="2126">
                  <c:v>5</c:v>
                </c:pt>
                <c:pt idx="2127">
                  <c:v>5</c:v>
                </c:pt>
                <c:pt idx="2128">
                  <c:v>5</c:v>
                </c:pt>
                <c:pt idx="2129">
                  <c:v>5</c:v>
                </c:pt>
                <c:pt idx="2130">
                  <c:v>5</c:v>
                </c:pt>
                <c:pt idx="2131">
                  <c:v>5</c:v>
                </c:pt>
                <c:pt idx="2132">
                  <c:v>5</c:v>
                </c:pt>
                <c:pt idx="2133">
                  <c:v>5</c:v>
                </c:pt>
                <c:pt idx="2134">
                  <c:v>5</c:v>
                </c:pt>
                <c:pt idx="2135">
                  <c:v>5</c:v>
                </c:pt>
                <c:pt idx="2136">
                  <c:v>5</c:v>
                </c:pt>
                <c:pt idx="2137">
                  <c:v>5</c:v>
                </c:pt>
                <c:pt idx="2138">
                  <c:v>5</c:v>
                </c:pt>
                <c:pt idx="2139">
                  <c:v>5</c:v>
                </c:pt>
                <c:pt idx="2140">
                  <c:v>5</c:v>
                </c:pt>
                <c:pt idx="2141">
                  <c:v>5</c:v>
                </c:pt>
                <c:pt idx="2142">
                  <c:v>5</c:v>
                </c:pt>
                <c:pt idx="2143">
                  <c:v>5</c:v>
                </c:pt>
                <c:pt idx="2144">
                  <c:v>5</c:v>
                </c:pt>
                <c:pt idx="2145">
                  <c:v>5</c:v>
                </c:pt>
                <c:pt idx="2146">
                  <c:v>5</c:v>
                </c:pt>
                <c:pt idx="2147">
                  <c:v>5</c:v>
                </c:pt>
                <c:pt idx="2148">
                  <c:v>5</c:v>
                </c:pt>
                <c:pt idx="2149">
                  <c:v>5</c:v>
                </c:pt>
                <c:pt idx="2150">
                  <c:v>5</c:v>
                </c:pt>
                <c:pt idx="2151">
                  <c:v>5</c:v>
                </c:pt>
                <c:pt idx="2152">
                  <c:v>5</c:v>
                </c:pt>
                <c:pt idx="2153">
                  <c:v>5</c:v>
                </c:pt>
                <c:pt idx="2154">
                  <c:v>5</c:v>
                </c:pt>
                <c:pt idx="2155">
                  <c:v>5</c:v>
                </c:pt>
                <c:pt idx="2156">
                  <c:v>5</c:v>
                </c:pt>
                <c:pt idx="2157">
                  <c:v>5</c:v>
                </c:pt>
                <c:pt idx="2158">
                  <c:v>5</c:v>
                </c:pt>
                <c:pt idx="2159">
                  <c:v>5</c:v>
                </c:pt>
                <c:pt idx="2160">
                  <c:v>5</c:v>
                </c:pt>
                <c:pt idx="2161">
                  <c:v>5</c:v>
                </c:pt>
                <c:pt idx="2162">
                  <c:v>5</c:v>
                </c:pt>
                <c:pt idx="2163">
                  <c:v>5</c:v>
                </c:pt>
                <c:pt idx="2164">
                  <c:v>5</c:v>
                </c:pt>
                <c:pt idx="2165">
                  <c:v>5</c:v>
                </c:pt>
                <c:pt idx="2166">
                  <c:v>5</c:v>
                </c:pt>
                <c:pt idx="2167">
                  <c:v>5</c:v>
                </c:pt>
                <c:pt idx="2168">
                  <c:v>5</c:v>
                </c:pt>
                <c:pt idx="2169">
                  <c:v>5</c:v>
                </c:pt>
                <c:pt idx="2170">
                  <c:v>5</c:v>
                </c:pt>
                <c:pt idx="2171">
                  <c:v>5</c:v>
                </c:pt>
                <c:pt idx="2172">
                  <c:v>5</c:v>
                </c:pt>
                <c:pt idx="2173">
                  <c:v>5</c:v>
                </c:pt>
                <c:pt idx="2174">
                  <c:v>5</c:v>
                </c:pt>
                <c:pt idx="2175">
                  <c:v>5</c:v>
                </c:pt>
                <c:pt idx="2176">
                  <c:v>5</c:v>
                </c:pt>
                <c:pt idx="2177">
                  <c:v>5</c:v>
                </c:pt>
                <c:pt idx="2178">
                  <c:v>5</c:v>
                </c:pt>
                <c:pt idx="2179">
                  <c:v>5</c:v>
                </c:pt>
                <c:pt idx="2180">
                  <c:v>5</c:v>
                </c:pt>
                <c:pt idx="2181">
                  <c:v>5</c:v>
                </c:pt>
                <c:pt idx="2182">
                  <c:v>5</c:v>
                </c:pt>
                <c:pt idx="2183">
                  <c:v>5</c:v>
                </c:pt>
                <c:pt idx="2184">
                  <c:v>5</c:v>
                </c:pt>
                <c:pt idx="2185">
                  <c:v>5</c:v>
                </c:pt>
                <c:pt idx="2186">
                  <c:v>5</c:v>
                </c:pt>
                <c:pt idx="2187">
                  <c:v>5</c:v>
                </c:pt>
                <c:pt idx="2188">
                  <c:v>5</c:v>
                </c:pt>
                <c:pt idx="2189">
                  <c:v>5</c:v>
                </c:pt>
                <c:pt idx="2190">
                  <c:v>5</c:v>
                </c:pt>
                <c:pt idx="2191">
                  <c:v>5</c:v>
                </c:pt>
                <c:pt idx="2192">
                  <c:v>5</c:v>
                </c:pt>
                <c:pt idx="2193">
                  <c:v>5</c:v>
                </c:pt>
                <c:pt idx="2194">
                  <c:v>5</c:v>
                </c:pt>
                <c:pt idx="2195">
                  <c:v>5</c:v>
                </c:pt>
                <c:pt idx="2196">
                  <c:v>5</c:v>
                </c:pt>
                <c:pt idx="2197">
                  <c:v>5</c:v>
                </c:pt>
                <c:pt idx="2198">
                  <c:v>5</c:v>
                </c:pt>
                <c:pt idx="2199">
                  <c:v>5</c:v>
                </c:pt>
                <c:pt idx="2200">
                  <c:v>5</c:v>
                </c:pt>
                <c:pt idx="2201">
                  <c:v>5</c:v>
                </c:pt>
                <c:pt idx="2202">
                  <c:v>5</c:v>
                </c:pt>
                <c:pt idx="2203">
                  <c:v>5</c:v>
                </c:pt>
                <c:pt idx="2204">
                  <c:v>5</c:v>
                </c:pt>
                <c:pt idx="2205">
                  <c:v>5</c:v>
                </c:pt>
                <c:pt idx="2206">
                  <c:v>5</c:v>
                </c:pt>
                <c:pt idx="2207">
                  <c:v>5</c:v>
                </c:pt>
                <c:pt idx="2208">
                  <c:v>5</c:v>
                </c:pt>
                <c:pt idx="2209">
                  <c:v>5</c:v>
                </c:pt>
                <c:pt idx="2210">
                  <c:v>5</c:v>
                </c:pt>
                <c:pt idx="2211">
                  <c:v>5</c:v>
                </c:pt>
                <c:pt idx="2212">
                  <c:v>5</c:v>
                </c:pt>
                <c:pt idx="2213">
                  <c:v>5</c:v>
                </c:pt>
                <c:pt idx="2214">
                  <c:v>5</c:v>
                </c:pt>
                <c:pt idx="2215">
                  <c:v>5</c:v>
                </c:pt>
                <c:pt idx="2216">
                  <c:v>5</c:v>
                </c:pt>
                <c:pt idx="2217">
                  <c:v>5</c:v>
                </c:pt>
                <c:pt idx="2218">
                  <c:v>5.25</c:v>
                </c:pt>
                <c:pt idx="2219">
                  <c:v>5.25</c:v>
                </c:pt>
                <c:pt idx="2220">
                  <c:v>5.25</c:v>
                </c:pt>
                <c:pt idx="2221">
                  <c:v>5.25</c:v>
                </c:pt>
                <c:pt idx="2222">
                  <c:v>5.25</c:v>
                </c:pt>
                <c:pt idx="2223">
                  <c:v>5.25</c:v>
                </c:pt>
                <c:pt idx="2224">
                  <c:v>5.25</c:v>
                </c:pt>
                <c:pt idx="2225">
                  <c:v>5.25</c:v>
                </c:pt>
                <c:pt idx="2226">
                  <c:v>5.25</c:v>
                </c:pt>
                <c:pt idx="2227">
                  <c:v>5.25</c:v>
                </c:pt>
                <c:pt idx="2228">
                  <c:v>5.25</c:v>
                </c:pt>
                <c:pt idx="2229">
                  <c:v>5.25</c:v>
                </c:pt>
                <c:pt idx="2230">
                  <c:v>5.25</c:v>
                </c:pt>
                <c:pt idx="2231">
                  <c:v>5.25</c:v>
                </c:pt>
                <c:pt idx="2232">
                  <c:v>5.25</c:v>
                </c:pt>
                <c:pt idx="2233">
                  <c:v>5.25</c:v>
                </c:pt>
                <c:pt idx="2234">
                  <c:v>5.25</c:v>
                </c:pt>
                <c:pt idx="2235">
                  <c:v>5.25</c:v>
                </c:pt>
                <c:pt idx="2236">
                  <c:v>5.25</c:v>
                </c:pt>
                <c:pt idx="2237">
                  <c:v>5.25</c:v>
                </c:pt>
                <c:pt idx="2238">
                  <c:v>5.25</c:v>
                </c:pt>
                <c:pt idx="2239">
                  <c:v>5.25</c:v>
                </c:pt>
                <c:pt idx="2240">
                  <c:v>5.25</c:v>
                </c:pt>
                <c:pt idx="2241">
                  <c:v>5.25</c:v>
                </c:pt>
                <c:pt idx="2242">
                  <c:v>5.25</c:v>
                </c:pt>
                <c:pt idx="2243">
                  <c:v>5.25</c:v>
                </c:pt>
                <c:pt idx="2244">
                  <c:v>5.25</c:v>
                </c:pt>
                <c:pt idx="2245">
                  <c:v>5.25</c:v>
                </c:pt>
                <c:pt idx="2246">
                  <c:v>5.25</c:v>
                </c:pt>
                <c:pt idx="2247">
                  <c:v>5.25</c:v>
                </c:pt>
                <c:pt idx="2248">
                  <c:v>5.25</c:v>
                </c:pt>
                <c:pt idx="2249">
                  <c:v>5.25</c:v>
                </c:pt>
                <c:pt idx="2250">
                  <c:v>5.25</c:v>
                </c:pt>
                <c:pt idx="2251">
                  <c:v>5.25</c:v>
                </c:pt>
                <c:pt idx="2252">
                  <c:v>5.25</c:v>
                </c:pt>
                <c:pt idx="2253">
                  <c:v>5.25</c:v>
                </c:pt>
                <c:pt idx="2254">
                  <c:v>5.25</c:v>
                </c:pt>
                <c:pt idx="2255">
                  <c:v>5.25</c:v>
                </c:pt>
                <c:pt idx="2256">
                  <c:v>5.25</c:v>
                </c:pt>
                <c:pt idx="2257">
                  <c:v>5.25</c:v>
                </c:pt>
                <c:pt idx="2258">
                  <c:v>5.25</c:v>
                </c:pt>
                <c:pt idx="2259">
                  <c:v>5.25</c:v>
                </c:pt>
                <c:pt idx="2260">
                  <c:v>5.25</c:v>
                </c:pt>
                <c:pt idx="2261">
                  <c:v>5.25</c:v>
                </c:pt>
                <c:pt idx="2262">
                  <c:v>5.25</c:v>
                </c:pt>
                <c:pt idx="2263">
                  <c:v>5.25</c:v>
                </c:pt>
                <c:pt idx="2264">
                  <c:v>5.25</c:v>
                </c:pt>
                <c:pt idx="2265">
                  <c:v>5.25</c:v>
                </c:pt>
                <c:pt idx="2266">
                  <c:v>5.25</c:v>
                </c:pt>
                <c:pt idx="2267">
                  <c:v>5.25</c:v>
                </c:pt>
                <c:pt idx="2268">
                  <c:v>5.25</c:v>
                </c:pt>
                <c:pt idx="2269">
                  <c:v>5.25</c:v>
                </c:pt>
                <c:pt idx="2270">
                  <c:v>5.25</c:v>
                </c:pt>
                <c:pt idx="2271">
                  <c:v>5.25</c:v>
                </c:pt>
                <c:pt idx="2272">
                  <c:v>5.25</c:v>
                </c:pt>
                <c:pt idx="2273">
                  <c:v>5.25</c:v>
                </c:pt>
                <c:pt idx="2274">
                  <c:v>5.25</c:v>
                </c:pt>
                <c:pt idx="2275">
                  <c:v>5.25</c:v>
                </c:pt>
                <c:pt idx="2276">
                  <c:v>5.25</c:v>
                </c:pt>
                <c:pt idx="2277">
                  <c:v>5.25</c:v>
                </c:pt>
                <c:pt idx="2278">
                  <c:v>5.25</c:v>
                </c:pt>
                <c:pt idx="2279">
                  <c:v>5.25</c:v>
                </c:pt>
                <c:pt idx="2280">
                  <c:v>5.25</c:v>
                </c:pt>
                <c:pt idx="2281">
                  <c:v>5.25</c:v>
                </c:pt>
                <c:pt idx="2282">
                  <c:v>5.25</c:v>
                </c:pt>
                <c:pt idx="2283">
                  <c:v>5.25</c:v>
                </c:pt>
                <c:pt idx="2284">
                  <c:v>5.25</c:v>
                </c:pt>
                <c:pt idx="2285">
                  <c:v>5.25</c:v>
                </c:pt>
                <c:pt idx="2286">
                  <c:v>5.25</c:v>
                </c:pt>
                <c:pt idx="2287">
                  <c:v>4.75</c:v>
                </c:pt>
                <c:pt idx="2288">
                  <c:v>4.25</c:v>
                </c:pt>
                <c:pt idx="2289">
                  <c:v>4.25</c:v>
                </c:pt>
                <c:pt idx="2290">
                  <c:v>4.25</c:v>
                </c:pt>
                <c:pt idx="2291">
                  <c:v>4.25</c:v>
                </c:pt>
                <c:pt idx="2292">
                  <c:v>4.25</c:v>
                </c:pt>
                <c:pt idx="2293">
                  <c:v>4.25</c:v>
                </c:pt>
                <c:pt idx="2294">
                  <c:v>4.25</c:v>
                </c:pt>
                <c:pt idx="2295">
                  <c:v>4.25</c:v>
                </c:pt>
                <c:pt idx="2296">
                  <c:v>4.25</c:v>
                </c:pt>
                <c:pt idx="2297">
                  <c:v>4.25</c:v>
                </c:pt>
                <c:pt idx="2298">
                  <c:v>4.25</c:v>
                </c:pt>
                <c:pt idx="2299">
                  <c:v>4.25</c:v>
                </c:pt>
                <c:pt idx="2300">
                  <c:v>4.25</c:v>
                </c:pt>
                <c:pt idx="2301">
                  <c:v>4.25</c:v>
                </c:pt>
                <c:pt idx="2302">
                  <c:v>4.25</c:v>
                </c:pt>
                <c:pt idx="2303">
                  <c:v>4.25</c:v>
                </c:pt>
                <c:pt idx="2304">
                  <c:v>4.25</c:v>
                </c:pt>
                <c:pt idx="2305">
                  <c:v>4.25</c:v>
                </c:pt>
                <c:pt idx="2306">
                  <c:v>4.25</c:v>
                </c:pt>
                <c:pt idx="2307">
                  <c:v>4.25</c:v>
                </c:pt>
                <c:pt idx="2308">
                  <c:v>3.75</c:v>
                </c:pt>
                <c:pt idx="2309">
                  <c:v>3.75</c:v>
                </c:pt>
                <c:pt idx="2310">
                  <c:v>3.75</c:v>
                </c:pt>
                <c:pt idx="2311">
                  <c:v>3.75</c:v>
                </c:pt>
                <c:pt idx="2312">
                  <c:v>3.75</c:v>
                </c:pt>
                <c:pt idx="2313">
                  <c:v>3.75</c:v>
                </c:pt>
                <c:pt idx="2314">
                  <c:v>3.75</c:v>
                </c:pt>
                <c:pt idx="2315">
                  <c:v>3.75</c:v>
                </c:pt>
                <c:pt idx="2316">
                  <c:v>3.75</c:v>
                </c:pt>
                <c:pt idx="2317">
                  <c:v>3.75</c:v>
                </c:pt>
                <c:pt idx="2318">
                  <c:v>3.75</c:v>
                </c:pt>
                <c:pt idx="2319">
                  <c:v>3.75</c:v>
                </c:pt>
                <c:pt idx="2320">
                  <c:v>3.75</c:v>
                </c:pt>
                <c:pt idx="2321">
                  <c:v>3.75</c:v>
                </c:pt>
                <c:pt idx="2322">
                  <c:v>3.75</c:v>
                </c:pt>
                <c:pt idx="2323">
                  <c:v>3.75</c:v>
                </c:pt>
                <c:pt idx="2324">
                  <c:v>3.75</c:v>
                </c:pt>
                <c:pt idx="2325">
                  <c:v>3.75</c:v>
                </c:pt>
                <c:pt idx="2326">
                  <c:v>3.75</c:v>
                </c:pt>
                <c:pt idx="2327">
                  <c:v>3.75</c:v>
                </c:pt>
                <c:pt idx="2328">
                  <c:v>3</c:v>
                </c:pt>
                <c:pt idx="2329">
                  <c:v>3</c:v>
                </c:pt>
                <c:pt idx="2330">
                  <c:v>3</c:v>
                </c:pt>
                <c:pt idx="2331">
                  <c:v>3</c:v>
                </c:pt>
                <c:pt idx="2332">
                  <c:v>3</c:v>
                </c:pt>
                <c:pt idx="2333">
                  <c:v>3</c:v>
                </c:pt>
                <c:pt idx="2334">
                  <c:v>3</c:v>
                </c:pt>
                <c:pt idx="2335">
                  <c:v>3</c:v>
                </c:pt>
                <c:pt idx="2336">
                  <c:v>3</c:v>
                </c:pt>
                <c:pt idx="2337">
                  <c:v>3</c:v>
                </c:pt>
                <c:pt idx="2338">
                  <c:v>3</c:v>
                </c:pt>
                <c:pt idx="2339">
                  <c:v>3</c:v>
                </c:pt>
                <c:pt idx="2340">
                  <c:v>3</c:v>
                </c:pt>
                <c:pt idx="2341">
                  <c:v>3</c:v>
                </c:pt>
                <c:pt idx="2342">
                  <c:v>3</c:v>
                </c:pt>
                <c:pt idx="2343">
                  <c:v>3</c:v>
                </c:pt>
                <c:pt idx="2344">
                  <c:v>3</c:v>
                </c:pt>
                <c:pt idx="2345">
                  <c:v>3</c:v>
                </c:pt>
                <c:pt idx="2346">
                  <c:v>3</c:v>
                </c:pt>
                <c:pt idx="2347">
                  <c:v>3</c:v>
                </c:pt>
                <c:pt idx="2348">
                  <c:v>3</c:v>
                </c:pt>
                <c:pt idx="2349">
                  <c:v>3</c:v>
                </c:pt>
                <c:pt idx="2350">
                  <c:v>3</c:v>
                </c:pt>
                <c:pt idx="2351">
                  <c:v>3</c:v>
                </c:pt>
                <c:pt idx="2352">
                  <c:v>3</c:v>
                </c:pt>
                <c:pt idx="2353">
                  <c:v>3</c:v>
                </c:pt>
                <c:pt idx="2354">
                  <c:v>3</c:v>
                </c:pt>
                <c:pt idx="2355">
                  <c:v>3</c:v>
                </c:pt>
                <c:pt idx="2356">
                  <c:v>3</c:v>
                </c:pt>
                <c:pt idx="2357">
                  <c:v>3</c:v>
                </c:pt>
                <c:pt idx="2358">
                  <c:v>3</c:v>
                </c:pt>
                <c:pt idx="2359">
                  <c:v>3</c:v>
                </c:pt>
                <c:pt idx="2360">
                  <c:v>3</c:v>
                </c:pt>
                <c:pt idx="2361">
                  <c:v>3</c:v>
                </c:pt>
                <c:pt idx="2362">
                  <c:v>3</c:v>
                </c:pt>
                <c:pt idx="2363">
                  <c:v>3</c:v>
                </c:pt>
                <c:pt idx="2364">
                  <c:v>3</c:v>
                </c:pt>
                <c:pt idx="2365">
                  <c:v>3</c:v>
                </c:pt>
                <c:pt idx="2366">
                  <c:v>3</c:v>
                </c:pt>
                <c:pt idx="2367">
                  <c:v>3</c:v>
                </c:pt>
                <c:pt idx="2368">
                  <c:v>3</c:v>
                </c:pt>
                <c:pt idx="2369">
                  <c:v>3</c:v>
                </c:pt>
                <c:pt idx="2370">
                  <c:v>3</c:v>
                </c:pt>
                <c:pt idx="2371">
                  <c:v>3</c:v>
                </c:pt>
                <c:pt idx="2372">
                  <c:v>3</c:v>
                </c:pt>
                <c:pt idx="2373">
                  <c:v>3</c:v>
                </c:pt>
                <c:pt idx="2374">
                  <c:v>3</c:v>
                </c:pt>
                <c:pt idx="2375">
                  <c:v>3</c:v>
                </c:pt>
                <c:pt idx="2376">
                  <c:v>3</c:v>
                </c:pt>
                <c:pt idx="2377">
                  <c:v>3</c:v>
                </c:pt>
                <c:pt idx="2378">
                  <c:v>3</c:v>
                </c:pt>
                <c:pt idx="2379">
                  <c:v>3</c:v>
                </c:pt>
                <c:pt idx="2380">
                  <c:v>3</c:v>
                </c:pt>
                <c:pt idx="2381">
                  <c:v>3</c:v>
                </c:pt>
                <c:pt idx="2382">
                  <c:v>3</c:v>
                </c:pt>
                <c:pt idx="2383">
                  <c:v>3</c:v>
                </c:pt>
                <c:pt idx="2384">
                  <c:v>3</c:v>
                </c:pt>
                <c:pt idx="2385">
                  <c:v>3</c:v>
                </c:pt>
                <c:pt idx="2386">
                  <c:v>3</c:v>
                </c:pt>
                <c:pt idx="2387">
                  <c:v>3</c:v>
                </c:pt>
                <c:pt idx="2388">
                  <c:v>3</c:v>
                </c:pt>
                <c:pt idx="2389">
                  <c:v>3</c:v>
                </c:pt>
                <c:pt idx="2390">
                  <c:v>3</c:v>
                </c:pt>
                <c:pt idx="2391">
                  <c:v>3</c:v>
                </c:pt>
                <c:pt idx="2392">
                  <c:v>3</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2.25</c:v>
                </c:pt>
                <c:pt idx="2414">
                  <c:v>2.25</c:v>
                </c:pt>
                <c:pt idx="2415">
                  <c:v>2.25</c:v>
                </c:pt>
                <c:pt idx="2416">
                  <c:v>2.25</c:v>
                </c:pt>
                <c:pt idx="2417">
                  <c:v>2.25</c:v>
                </c:pt>
                <c:pt idx="2418">
                  <c:v>2.25</c:v>
                </c:pt>
                <c:pt idx="2419">
                  <c:v>2.25</c:v>
                </c:pt>
                <c:pt idx="2420">
                  <c:v>2.25</c:v>
                </c:pt>
                <c:pt idx="2421">
                  <c:v>2.25</c:v>
                </c:pt>
                <c:pt idx="2422">
                  <c:v>2.25</c:v>
                </c:pt>
                <c:pt idx="2423">
                  <c:v>2.25</c:v>
                </c:pt>
                <c:pt idx="2424">
                  <c:v>2.25</c:v>
                </c:pt>
                <c:pt idx="2425">
                  <c:v>2.25</c:v>
                </c:pt>
                <c:pt idx="2426">
                  <c:v>2.25</c:v>
                </c:pt>
                <c:pt idx="2427">
                  <c:v>2.25</c:v>
                </c:pt>
                <c:pt idx="2428">
                  <c:v>2.25</c:v>
                </c:pt>
                <c:pt idx="2429">
                  <c:v>2.25</c:v>
                </c:pt>
                <c:pt idx="2430">
                  <c:v>2.25</c:v>
                </c:pt>
                <c:pt idx="2431">
                  <c:v>2.25</c:v>
                </c:pt>
                <c:pt idx="2432">
                  <c:v>2.25</c:v>
                </c:pt>
                <c:pt idx="2433">
                  <c:v>2.25</c:v>
                </c:pt>
                <c:pt idx="2434">
                  <c:v>2.25</c:v>
                </c:pt>
                <c:pt idx="2435">
                  <c:v>2.25</c:v>
                </c:pt>
                <c:pt idx="2436">
                  <c:v>2.25</c:v>
                </c:pt>
                <c:pt idx="2437">
                  <c:v>2.25</c:v>
                </c:pt>
                <c:pt idx="2438">
                  <c:v>1.75</c:v>
                </c:pt>
                <c:pt idx="2439">
                  <c:v>1.75</c:v>
                </c:pt>
                <c:pt idx="2440">
                  <c:v>1.75</c:v>
                </c:pt>
                <c:pt idx="2441">
                  <c:v>1.75</c:v>
                </c:pt>
                <c:pt idx="2442">
                  <c:v>1.75</c:v>
                </c:pt>
                <c:pt idx="2443">
                  <c:v>1.75</c:v>
                </c:pt>
                <c:pt idx="2444">
                  <c:v>1.75</c:v>
                </c:pt>
                <c:pt idx="2445">
                  <c:v>1.75</c:v>
                </c:pt>
                <c:pt idx="2446">
                  <c:v>1.75</c:v>
                </c:pt>
                <c:pt idx="2447">
                  <c:v>1.75</c:v>
                </c:pt>
                <c:pt idx="2448">
                  <c:v>1.75</c:v>
                </c:pt>
                <c:pt idx="2449">
                  <c:v>1.75</c:v>
                </c:pt>
                <c:pt idx="2450">
                  <c:v>1.75</c:v>
                </c:pt>
                <c:pt idx="2451">
                  <c:v>1.75</c:v>
                </c:pt>
                <c:pt idx="2452">
                  <c:v>1.75</c:v>
                </c:pt>
                <c:pt idx="2453">
                  <c:v>1.75</c:v>
                </c:pt>
                <c:pt idx="2454">
                  <c:v>1.75</c:v>
                </c:pt>
                <c:pt idx="2455">
                  <c:v>1.75</c:v>
                </c:pt>
                <c:pt idx="2456">
                  <c:v>1.75</c:v>
                </c:pt>
                <c:pt idx="2457">
                  <c:v>1.75</c:v>
                </c:pt>
                <c:pt idx="2458">
                  <c:v>1.75</c:v>
                </c:pt>
                <c:pt idx="2459">
                  <c:v>1.75</c:v>
                </c:pt>
                <c:pt idx="2460">
                  <c:v>1.75</c:v>
                </c:pt>
                <c:pt idx="2461">
                  <c:v>1.75</c:v>
                </c:pt>
                <c:pt idx="2462">
                  <c:v>1.75</c:v>
                </c:pt>
                <c:pt idx="2463">
                  <c:v>1.75</c:v>
                </c:pt>
                <c:pt idx="2464">
                  <c:v>1.75</c:v>
                </c:pt>
                <c:pt idx="2465">
                  <c:v>1.75</c:v>
                </c:pt>
                <c:pt idx="2466">
                  <c:v>1.75</c:v>
                </c:pt>
                <c:pt idx="2467">
                  <c:v>1.75</c:v>
                </c:pt>
                <c:pt idx="2468">
                  <c:v>1.75</c:v>
                </c:pt>
                <c:pt idx="2469">
                  <c:v>1.75</c:v>
                </c:pt>
                <c:pt idx="2470">
                  <c:v>1.75</c:v>
                </c:pt>
                <c:pt idx="2471">
                  <c:v>1.75</c:v>
                </c:pt>
                <c:pt idx="2472">
                  <c:v>1.75</c:v>
                </c:pt>
                <c:pt idx="2473">
                  <c:v>1.75</c:v>
                </c:pt>
                <c:pt idx="2474">
                  <c:v>1.75</c:v>
                </c:pt>
                <c:pt idx="2475">
                  <c:v>1.75</c:v>
                </c:pt>
                <c:pt idx="2476">
                  <c:v>1.75</c:v>
                </c:pt>
                <c:pt idx="2477">
                  <c:v>1.75</c:v>
                </c:pt>
                <c:pt idx="2478">
                  <c:v>1.75</c:v>
                </c:pt>
                <c:pt idx="2479">
                  <c:v>1.75</c:v>
                </c:pt>
                <c:pt idx="2480">
                  <c:v>1.75</c:v>
                </c:pt>
                <c:pt idx="2481">
                  <c:v>1.75</c:v>
                </c:pt>
                <c:pt idx="2482">
                  <c:v>1.75</c:v>
                </c:pt>
                <c:pt idx="2483">
                  <c:v>1.75</c:v>
                </c:pt>
                <c:pt idx="2484">
                  <c:v>1.75</c:v>
                </c:pt>
                <c:pt idx="2485">
                  <c:v>1.75</c:v>
                </c:pt>
                <c:pt idx="2486">
                  <c:v>1.75</c:v>
                </c:pt>
                <c:pt idx="2487">
                  <c:v>1.75</c:v>
                </c:pt>
                <c:pt idx="2488">
                  <c:v>1.75</c:v>
                </c:pt>
                <c:pt idx="2489">
                  <c:v>1.75</c:v>
                </c:pt>
                <c:pt idx="2490">
                  <c:v>1.75</c:v>
                </c:pt>
                <c:pt idx="2491">
                  <c:v>1.75</c:v>
                </c:pt>
                <c:pt idx="2492">
                  <c:v>1.75</c:v>
                </c:pt>
                <c:pt idx="2493">
                  <c:v>1.75</c:v>
                </c:pt>
                <c:pt idx="2494">
                  <c:v>1.75</c:v>
                </c:pt>
                <c:pt idx="2495">
                  <c:v>1.75</c:v>
                </c:pt>
                <c:pt idx="2496">
                  <c:v>1.75</c:v>
                </c:pt>
                <c:pt idx="2497">
                  <c:v>1.75</c:v>
                </c:pt>
                <c:pt idx="2498">
                  <c:v>1.75</c:v>
                </c:pt>
                <c:pt idx="2499">
                  <c:v>1.75</c:v>
                </c:pt>
                <c:pt idx="2500">
                  <c:v>1.75</c:v>
                </c:pt>
                <c:pt idx="2501">
                  <c:v>1.75</c:v>
                </c:pt>
                <c:pt idx="2502">
                  <c:v>1.75</c:v>
                </c:pt>
                <c:pt idx="2503">
                  <c:v>1.75</c:v>
                </c:pt>
                <c:pt idx="2504">
                  <c:v>1.75</c:v>
                </c:pt>
                <c:pt idx="2505">
                  <c:v>1.75</c:v>
                </c:pt>
                <c:pt idx="2506">
                  <c:v>1.75</c:v>
                </c:pt>
                <c:pt idx="2507">
                  <c:v>1.75</c:v>
                </c:pt>
                <c:pt idx="2508">
                  <c:v>1.75</c:v>
                </c:pt>
                <c:pt idx="2509">
                  <c:v>1.75</c:v>
                </c:pt>
                <c:pt idx="2510">
                  <c:v>1.75</c:v>
                </c:pt>
                <c:pt idx="2511">
                  <c:v>1.75</c:v>
                </c:pt>
                <c:pt idx="2512">
                  <c:v>1.75</c:v>
                </c:pt>
                <c:pt idx="2513">
                  <c:v>1.75</c:v>
                </c:pt>
                <c:pt idx="2514">
                  <c:v>1.75</c:v>
                </c:pt>
                <c:pt idx="2515">
                  <c:v>1.75</c:v>
                </c:pt>
                <c:pt idx="2516">
                  <c:v>1.75</c:v>
                </c:pt>
                <c:pt idx="2517">
                  <c:v>1.75</c:v>
                </c:pt>
                <c:pt idx="2518">
                  <c:v>1.75</c:v>
                </c:pt>
                <c:pt idx="2519">
                  <c:v>1.75</c:v>
                </c:pt>
                <c:pt idx="2520">
                  <c:v>1.75</c:v>
                </c:pt>
                <c:pt idx="2521">
                  <c:v>1.75</c:v>
                </c:pt>
                <c:pt idx="2522">
                  <c:v>1.75</c:v>
                </c:pt>
                <c:pt idx="2523">
                  <c:v>1.75</c:v>
                </c:pt>
                <c:pt idx="2524">
                  <c:v>1.75</c:v>
                </c:pt>
                <c:pt idx="2525">
                  <c:v>1.75</c:v>
                </c:pt>
                <c:pt idx="2526">
                  <c:v>1.75</c:v>
                </c:pt>
                <c:pt idx="2527">
                  <c:v>1.75</c:v>
                </c:pt>
                <c:pt idx="2528">
                  <c:v>1.75</c:v>
                </c:pt>
                <c:pt idx="2529">
                  <c:v>1.75</c:v>
                </c:pt>
                <c:pt idx="2530">
                  <c:v>1.75</c:v>
                </c:pt>
                <c:pt idx="2531">
                  <c:v>1.75</c:v>
                </c:pt>
                <c:pt idx="2532">
                  <c:v>1.75</c:v>
                </c:pt>
                <c:pt idx="2533">
                  <c:v>1.75</c:v>
                </c:pt>
                <c:pt idx="2534">
                  <c:v>1.75</c:v>
                </c:pt>
                <c:pt idx="2535">
                  <c:v>1.75</c:v>
                </c:pt>
                <c:pt idx="2536">
                  <c:v>1.75</c:v>
                </c:pt>
                <c:pt idx="2537">
                  <c:v>1.75</c:v>
                </c:pt>
                <c:pt idx="2538">
                  <c:v>1.75</c:v>
                </c:pt>
                <c:pt idx="2539">
                  <c:v>1.75</c:v>
                </c:pt>
                <c:pt idx="2540">
                  <c:v>1.75</c:v>
                </c:pt>
                <c:pt idx="2541">
                  <c:v>1.75</c:v>
                </c:pt>
                <c:pt idx="2542">
                  <c:v>1.75</c:v>
                </c:pt>
                <c:pt idx="2543">
                  <c:v>1.75</c:v>
                </c:pt>
                <c:pt idx="2544">
                  <c:v>1.75</c:v>
                </c:pt>
                <c:pt idx="2545">
                  <c:v>1.75</c:v>
                </c:pt>
                <c:pt idx="2546">
                  <c:v>1.75</c:v>
                </c:pt>
                <c:pt idx="2547">
                  <c:v>1.75</c:v>
                </c:pt>
                <c:pt idx="2548">
                  <c:v>1.75</c:v>
                </c:pt>
                <c:pt idx="2549">
                  <c:v>1.75</c:v>
                </c:pt>
                <c:pt idx="2550">
                  <c:v>1.75</c:v>
                </c:pt>
                <c:pt idx="2551">
                  <c:v>1.75</c:v>
                </c:pt>
                <c:pt idx="2552">
                  <c:v>1.75</c:v>
                </c:pt>
                <c:pt idx="2553">
                  <c:v>1.75</c:v>
                </c:pt>
                <c:pt idx="2554">
                  <c:v>1.75</c:v>
                </c:pt>
                <c:pt idx="2555">
                  <c:v>1.75</c:v>
                </c:pt>
                <c:pt idx="2556">
                  <c:v>1.75</c:v>
                </c:pt>
                <c:pt idx="2557">
                  <c:v>1.75</c:v>
                </c:pt>
                <c:pt idx="2558">
                  <c:v>1.75</c:v>
                </c:pt>
                <c:pt idx="2559">
                  <c:v>1.75</c:v>
                </c:pt>
                <c:pt idx="2560">
                  <c:v>1.75</c:v>
                </c:pt>
                <c:pt idx="2561">
                  <c:v>1.75</c:v>
                </c:pt>
                <c:pt idx="2562">
                  <c:v>1.75</c:v>
                </c:pt>
                <c:pt idx="2563">
                  <c:v>1.75</c:v>
                </c:pt>
                <c:pt idx="2564">
                  <c:v>1.75</c:v>
                </c:pt>
                <c:pt idx="2565">
                  <c:v>1.75</c:v>
                </c:pt>
                <c:pt idx="2566">
                  <c:v>1.75</c:v>
                </c:pt>
                <c:pt idx="2567">
                  <c:v>1.75</c:v>
                </c:pt>
                <c:pt idx="2568">
                  <c:v>1.75</c:v>
                </c:pt>
                <c:pt idx="2569">
                  <c:v>1.75</c:v>
                </c:pt>
                <c:pt idx="2570">
                  <c:v>1.75</c:v>
                </c:pt>
                <c:pt idx="2571">
                  <c:v>1.75</c:v>
                </c:pt>
                <c:pt idx="2572">
                  <c:v>1.75</c:v>
                </c:pt>
                <c:pt idx="2573">
                  <c:v>1.75</c:v>
                </c:pt>
                <c:pt idx="2574">
                  <c:v>1.75</c:v>
                </c:pt>
                <c:pt idx="2575">
                  <c:v>1.75</c:v>
                </c:pt>
                <c:pt idx="2576">
                  <c:v>1.75</c:v>
                </c:pt>
                <c:pt idx="2577">
                  <c:v>1.75</c:v>
                </c:pt>
                <c:pt idx="2578">
                  <c:v>1.75</c:v>
                </c:pt>
                <c:pt idx="2579">
                  <c:v>1.75</c:v>
                </c:pt>
                <c:pt idx="2580">
                  <c:v>1.75</c:v>
                </c:pt>
                <c:pt idx="2581">
                  <c:v>1.75</c:v>
                </c:pt>
                <c:pt idx="2582">
                  <c:v>1.75</c:v>
                </c:pt>
                <c:pt idx="2583">
                  <c:v>1.75</c:v>
                </c:pt>
                <c:pt idx="2584">
                  <c:v>1.75</c:v>
                </c:pt>
                <c:pt idx="2585">
                  <c:v>1.75</c:v>
                </c:pt>
                <c:pt idx="2586">
                  <c:v>1.75</c:v>
                </c:pt>
                <c:pt idx="2587">
                  <c:v>1.75</c:v>
                </c:pt>
                <c:pt idx="2588">
                  <c:v>1.75</c:v>
                </c:pt>
                <c:pt idx="2589">
                  <c:v>1.75</c:v>
                </c:pt>
                <c:pt idx="2590">
                  <c:v>1.75</c:v>
                </c:pt>
                <c:pt idx="2591">
                  <c:v>1.75</c:v>
                </c:pt>
                <c:pt idx="2592">
                  <c:v>1.75</c:v>
                </c:pt>
                <c:pt idx="2593">
                  <c:v>1.75</c:v>
                </c:pt>
                <c:pt idx="2594">
                  <c:v>1.75</c:v>
                </c:pt>
                <c:pt idx="2595">
                  <c:v>1.75</c:v>
                </c:pt>
                <c:pt idx="2596">
                  <c:v>1.75</c:v>
                </c:pt>
                <c:pt idx="2597">
                  <c:v>1.75</c:v>
                </c:pt>
                <c:pt idx="2598">
                  <c:v>1.75</c:v>
                </c:pt>
                <c:pt idx="2599">
                  <c:v>1.75</c:v>
                </c:pt>
                <c:pt idx="2600">
                  <c:v>1.75</c:v>
                </c:pt>
                <c:pt idx="2601">
                  <c:v>1.75</c:v>
                </c:pt>
                <c:pt idx="2602">
                  <c:v>1.75</c:v>
                </c:pt>
                <c:pt idx="2603">
                  <c:v>1.75</c:v>
                </c:pt>
                <c:pt idx="2604">
                  <c:v>1.75</c:v>
                </c:pt>
                <c:pt idx="2605">
                  <c:v>1.75</c:v>
                </c:pt>
                <c:pt idx="2606">
                  <c:v>1.75</c:v>
                </c:pt>
                <c:pt idx="2607">
                  <c:v>1.75</c:v>
                </c:pt>
                <c:pt idx="2608">
                  <c:v>1.75</c:v>
                </c:pt>
                <c:pt idx="2609">
                  <c:v>1.75</c:v>
                </c:pt>
                <c:pt idx="2610">
                  <c:v>1.75</c:v>
                </c:pt>
                <c:pt idx="2611">
                  <c:v>1.75</c:v>
                </c:pt>
                <c:pt idx="2612">
                  <c:v>1.75</c:v>
                </c:pt>
                <c:pt idx="2613">
                  <c:v>1.75</c:v>
                </c:pt>
                <c:pt idx="2614">
                  <c:v>1.75</c:v>
                </c:pt>
                <c:pt idx="2615">
                  <c:v>1.75</c:v>
                </c:pt>
                <c:pt idx="2616">
                  <c:v>1.75</c:v>
                </c:pt>
                <c:pt idx="2617">
                  <c:v>1.75</c:v>
                </c:pt>
                <c:pt idx="2618">
                  <c:v>1.75</c:v>
                </c:pt>
                <c:pt idx="2619">
                  <c:v>1.75</c:v>
                </c:pt>
                <c:pt idx="2620">
                  <c:v>1.75</c:v>
                </c:pt>
                <c:pt idx="2621">
                  <c:v>1.75</c:v>
                </c:pt>
                <c:pt idx="2622">
                  <c:v>1.75</c:v>
                </c:pt>
                <c:pt idx="2623">
                  <c:v>1.75</c:v>
                </c:pt>
                <c:pt idx="2624">
                  <c:v>1.75</c:v>
                </c:pt>
                <c:pt idx="2625">
                  <c:v>1.75</c:v>
                </c:pt>
                <c:pt idx="2626">
                  <c:v>1.75</c:v>
                </c:pt>
                <c:pt idx="2627">
                  <c:v>1.75</c:v>
                </c:pt>
                <c:pt idx="2628">
                  <c:v>1.75</c:v>
                </c:pt>
                <c:pt idx="2629">
                  <c:v>1.75</c:v>
                </c:pt>
                <c:pt idx="2630">
                  <c:v>1.75</c:v>
                </c:pt>
                <c:pt idx="2631">
                  <c:v>1.75</c:v>
                </c:pt>
                <c:pt idx="2632">
                  <c:v>1.75</c:v>
                </c:pt>
                <c:pt idx="2633">
                  <c:v>1.75</c:v>
                </c:pt>
                <c:pt idx="2634">
                  <c:v>1.75</c:v>
                </c:pt>
                <c:pt idx="2635">
                  <c:v>1.75</c:v>
                </c:pt>
                <c:pt idx="2636">
                  <c:v>1.75</c:v>
                </c:pt>
                <c:pt idx="2637">
                  <c:v>1.75</c:v>
                </c:pt>
                <c:pt idx="2638">
                  <c:v>1.75</c:v>
                </c:pt>
                <c:pt idx="2639">
                  <c:v>1.75</c:v>
                </c:pt>
                <c:pt idx="2640">
                  <c:v>1.75</c:v>
                </c:pt>
                <c:pt idx="2641">
                  <c:v>1.75</c:v>
                </c:pt>
                <c:pt idx="2642">
                  <c:v>1.75</c:v>
                </c:pt>
                <c:pt idx="2643">
                  <c:v>1.75</c:v>
                </c:pt>
                <c:pt idx="2644">
                  <c:v>1.75</c:v>
                </c:pt>
                <c:pt idx="2645">
                  <c:v>1.75</c:v>
                </c:pt>
                <c:pt idx="2646">
                  <c:v>1.75</c:v>
                </c:pt>
                <c:pt idx="2647">
                  <c:v>1.75</c:v>
                </c:pt>
                <c:pt idx="2648">
                  <c:v>1.75</c:v>
                </c:pt>
                <c:pt idx="2649">
                  <c:v>1.75</c:v>
                </c:pt>
                <c:pt idx="2650">
                  <c:v>1.75</c:v>
                </c:pt>
                <c:pt idx="2651">
                  <c:v>1.75</c:v>
                </c:pt>
                <c:pt idx="2652">
                  <c:v>1.75</c:v>
                </c:pt>
                <c:pt idx="2653">
                  <c:v>1.75</c:v>
                </c:pt>
                <c:pt idx="2654">
                  <c:v>1.75</c:v>
                </c:pt>
                <c:pt idx="2655">
                  <c:v>1.75</c:v>
                </c:pt>
                <c:pt idx="2656">
                  <c:v>1.75</c:v>
                </c:pt>
                <c:pt idx="2657">
                  <c:v>1.75</c:v>
                </c:pt>
                <c:pt idx="2658">
                  <c:v>1.75</c:v>
                </c:pt>
                <c:pt idx="2659">
                  <c:v>1.75</c:v>
                </c:pt>
                <c:pt idx="2660">
                  <c:v>1.75</c:v>
                </c:pt>
                <c:pt idx="2661">
                  <c:v>1.75</c:v>
                </c:pt>
                <c:pt idx="2662">
                  <c:v>1.75</c:v>
                </c:pt>
                <c:pt idx="2663">
                  <c:v>1.75</c:v>
                </c:pt>
                <c:pt idx="2664">
                  <c:v>1.75</c:v>
                </c:pt>
                <c:pt idx="2665">
                  <c:v>1.75</c:v>
                </c:pt>
                <c:pt idx="2666">
                  <c:v>1.75</c:v>
                </c:pt>
                <c:pt idx="2667">
                  <c:v>1.75</c:v>
                </c:pt>
                <c:pt idx="2668">
                  <c:v>1.75</c:v>
                </c:pt>
                <c:pt idx="2669">
                  <c:v>1.75</c:v>
                </c:pt>
                <c:pt idx="2670">
                  <c:v>1.75</c:v>
                </c:pt>
                <c:pt idx="2671">
                  <c:v>1.75</c:v>
                </c:pt>
                <c:pt idx="2672">
                  <c:v>1.75</c:v>
                </c:pt>
                <c:pt idx="2673">
                  <c:v>1.75</c:v>
                </c:pt>
                <c:pt idx="2674">
                  <c:v>1.75</c:v>
                </c:pt>
                <c:pt idx="2675">
                  <c:v>1.75</c:v>
                </c:pt>
                <c:pt idx="2676">
                  <c:v>1.75</c:v>
                </c:pt>
                <c:pt idx="2677">
                  <c:v>1.75</c:v>
                </c:pt>
                <c:pt idx="2678">
                  <c:v>1.75</c:v>
                </c:pt>
                <c:pt idx="2679">
                  <c:v>1.75</c:v>
                </c:pt>
                <c:pt idx="2680">
                  <c:v>1.75</c:v>
                </c:pt>
                <c:pt idx="2681">
                  <c:v>1.75</c:v>
                </c:pt>
                <c:pt idx="2682">
                  <c:v>1.75</c:v>
                </c:pt>
                <c:pt idx="2683">
                  <c:v>1.75</c:v>
                </c:pt>
                <c:pt idx="2684">
                  <c:v>1.75</c:v>
                </c:pt>
                <c:pt idx="2685">
                  <c:v>1.75</c:v>
                </c:pt>
                <c:pt idx="2686">
                  <c:v>1.75</c:v>
                </c:pt>
                <c:pt idx="2687">
                  <c:v>1.75</c:v>
                </c:pt>
                <c:pt idx="2688">
                  <c:v>1.75</c:v>
                </c:pt>
                <c:pt idx="2689">
                  <c:v>1.75</c:v>
                </c:pt>
                <c:pt idx="2690">
                  <c:v>1.75</c:v>
                </c:pt>
                <c:pt idx="2691">
                  <c:v>1.75</c:v>
                </c:pt>
                <c:pt idx="2692">
                  <c:v>1.75</c:v>
                </c:pt>
                <c:pt idx="2693">
                  <c:v>1.75</c:v>
                </c:pt>
                <c:pt idx="2694">
                  <c:v>1.75</c:v>
                </c:pt>
                <c:pt idx="2695">
                  <c:v>1.75</c:v>
                </c:pt>
                <c:pt idx="2696">
                  <c:v>1.75</c:v>
                </c:pt>
                <c:pt idx="2697">
                  <c:v>1.75</c:v>
                </c:pt>
                <c:pt idx="2698">
                  <c:v>1.75</c:v>
                </c:pt>
                <c:pt idx="2699">
                  <c:v>1.75</c:v>
                </c:pt>
                <c:pt idx="2700">
                  <c:v>1.75</c:v>
                </c:pt>
                <c:pt idx="2701">
                  <c:v>1.75</c:v>
                </c:pt>
                <c:pt idx="2702">
                  <c:v>1.75</c:v>
                </c:pt>
                <c:pt idx="2703">
                  <c:v>1.75</c:v>
                </c:pt>
                <c:pt idx="2704">
                  <c:v>1.75</c:v>
                </c:pt>
                <c:pt idx="2705">
                  <c:v>1.75</c:v>
                </c:pt>
                <c:pt idx="2706">
                  <c:v>1.75</c:v>
                </c:pt>
                <c:pt idx="2707">
                  <c:v>1.75</c:v>
                </c:pt>
                <c:pt idx="2708">
                  <c:v>1.75</c:v>
                </c:pt>
                <c:pt idx="2709">
                  <c:v>1.75</c:v>
                </c:pt>
                <c:pt idx="2710">
                  <c:v>1.75</c:v>
                </c:pt>
                <c:pt idx="2711">
                  <c:v>1.75</c:v>
                </c:pt>
                <c:pt idx="2712">
                  <c:v>1.75</c:v>
                </c:pt>
                <c:pt idx="2713">
                  <c:v>1.75</c:v>
                </c:pt>
                <c:pt idx="2714">
                  <c:v>1.75</c:v>
                </c:pt>
                <c:pt idx="2715">
                  <c:v>1.75</c:v>
                </c:pt>
                <c:pt idx="2716">
                  <c:v>1.75</c:v>
                </c:pt>
                <c:pt idx="2717">
                  <c:v>1.75</c:v>
                </c:pt>
                <c:pt idx="2718">
                  <c:v>1.75</c:v>
                </c:pt>
                <c:pt idx="2719">
                  <c:v>1.75</c:v>
                </c:pt>
                <c:pt idx="2720">
                  <c:v>1.75</c:v>
                </c:pt>
                <c:pt idx="2721">
                  <c:v>1.75</c:v>
                </c:pt>
                <c:pt idx="2722">
                  <c:v>1.75</c:v>
                </c:pt>
                <c:pt idx="2723">
                  <c:v>1.75</c:v>
                </c:pt>
                <c:pt idx="2724">
                  <c:v>1.75</c:v>
                </c:pt>
                <c:pt idx="2725">
                  <c:v>1.75</c:v>
                </c:pt>
                <c:pt idx="2726">
                  <c:v>1.75</c:v>
                </c:pt>
                <c:pt idx="2727">
                  <c:v>1.75</c:v>
                </c:pt>
                <c:pt idx="2728">
                  <c:v>1.75</c:v>
                </c:pt>
                <c:pt idx="2729">
                  <c:v>1.75</c:v>
                </c:pt>
                <c:pt idx="2730">
                  <c:v>1.75</c:v>
                </c:pt>
                <c:pt idx="2731">
                  <c:v>1.75</c:v>
                </c:pt>
                <c:pt idx="2732">
                  <c:v>1.75</c:v>
                </c:pt>
                <c:pt idx="2733">
                  <c:v>1.75</c:v>
                </c:pt>
                <c:pt idx="2734">
                  <c:v>1.75</c:v>
                </c:pt>
                <c:pt idx="2735">
                  <c:v>1.75</c:v>
                </c:pt>
                <c:pt idx="2736">
                  <c:v>1.75</c:v>
                </c:pt>
                <c:pt idx="2737">
                  <c:v>1.75</c:v>
                </c:pt>
                <c:pt idx="2738">
                  <c:v>1.75</c:v>
                </c:pt>
                <c:pt idx="2739">
                  <c:v>1.75</c:v>
                </c:pt>
                <c:pt idx="2740">
                  <c:v>1.75</c:v>
                </c:pt>
                <c:pt idx="2741">
                  <c:v>1.75</c:v>
                </c:pt>
                <c:pt idx="2742">
                  <c:v>1.75</c:v>
                </c:pt>
                <c:pt idx="2743">
                  <c:v>1.75</c:v>
                </c:pt>
                <c:pt idx="2744">
                  <c:v>1.75</c:v>
                </c:pt>
                <c:pt idx="2745">
                  <c:v>1.75</c:v>
                </c:pt>
                <c:pt idx="2746">
                  <c:v>1.75</c:v>
                </c:pt>
                <c:pt idx="2747">
                  <c:v>1.75</c:v>
                </c:pt>
                <c:pt idx="2748">
                  <c:v>1.75</c:v>
                </c:pt>
                <c:pt idx="2749">
                  <c:v>1.75</c:v>
                </c:pt>
                <c:pt idx="2750">
                  <c:v>1.75</c:v>
                </c:pt>
                <c:pt idx="2751">
                  <c:v>1.75</c:v>
                </c:pt>
                <c:pt idx="2752">
                  <c:v>1.75</c:v>
                </c:pt>
                <c:pt idx="2753">
                  <c:v>1.75</c:v>
                </c:pt>
                <c:pt idx="2754">
                  <c:v>1.75</c:v>
                </c:pt>
                <c:pt idx="2755">
                  <c:v>1.75</c:v>
                </c:pt>
                <c:pt idx="2756">
                  <c:v>1.75</c:v>
                </c:pt>
                <c:pt idx="2757">
                  <c:v>1.75</c:v>
                </c:pt>
                <c:pt idx="2758">
                  <c:v>1.75</c:v>
                </c:pt>
                <c:pt idx="2759">
                  <c:v>1.75</c:v>
                </c:pt>
                <c:pt idx="2760">
                  <c:v>1.75</c:v>
                </c:pt>
                <c:pt idx="2761">
                  <c:v>1.75</c:v>
                </c:pt>
                <c:pt idx="2762">
                  <c:v>1.75</c:v>
                </c:pt>
                <c:pt idx="2763">
                  <c:v>1.75</c:v>
                </c:pt>
                <c:pt idx="2764">
                  <c:v>1.75</c:v>
                </c:pt>
                <c:pt idx="2765">
                  <c:v>1.75</c:v>
                </c:pt>
                <c:pt idx="2766">
                  <c:v>1.75</c:v>
                </c:pt>
                <c:pt idx="2767">
                  <c:v>1.75</c:v>
                </c:pt>
                <c:pt idx="2768">
                  <c:v>1.75</c:v>
                </c:pt>
                <c:pt idx="2769">
                  <c:v>1.75</c:v>
                </c:pt>
                <c:pt idx="2770">
                  <c:v>1.75</c:v>
                </c:pt>
                <c:pt idx="2771">
                  <c:v>1.75</c:v>
                </c:pt>
                <c:pt idx="2772">
                  <c:v>1.75</c:v>
                </c:pt>
                <c:pt idx="2773">
                  <c:v>1.75</c:v>
                </c:pt>
                <c:pt idx="2774">
                  <c:v>1.75</c:v>
                </c:pt>
                <c:pt idx="2775">
                  <c:v>1.75</c:v>
                </c:pt>
                <c:pt idx="2776">
                  <c:v>1.75</c:v>
                </c:pt>
                <c:pt idx="2777">
                  <c:v>1.75</c:v>
                </c:pt>
                <c:pt idx="2778">
                  <c:v>1.75</c:v>
                </c:pt>
                <c:pt idx="2779">
                  <c:v>1.75</c:v>
                </c:pt>
                <c:pt idx="2780">
                  <c:v>1.75</c:v>
                </c:pt>
                <c:pt idx="2781">
                  <c:v>1.75</c:v>
                </c:pt>
                <c:pt idx="2782">
                  <c:v>1.75</c:v>
                </c:pt>
                <c:pt idx="2783">
                  <c:v>1.75</c:v>
                </c:pt>
                <c:pt idx="2784">
                  <c:v>1.75</c:v>
                </c:pt>
                <c:pt idx="2785">
                  <c:v>1.75</c:v>
                </c:pt>
                <c:pt idx="2786">
                  <c:v>1.75</c:v>
                </c:pt>
                <c:pt idx="2787">
                  <c:v>1.75</c:v>
                </c:pt>
                <c:pt idx="2788">
                  <c:v>1.75</c:v>
                </c:pt>
                <c:pt idx="2789">
                  <c:v>1.75</c:v>
                </c:pt>
                <c:pt idx="2790">
                  <c:v>1.75</c:v>
                </c:pt>
                <c:pt idx="2791">
                  <c:v>1.75</c:v>
                </c:pt>
                <c:pt idx="2792">
                  <c:v>1.75</c:v>
                </c:pt>
                <c:pt idx="2793">
                  <c:v>1.75</c:v>
                </c:pt>
                <c:pt idx="2794">
                  <c:v>1.75</c:v>
                </c:pt>
                <c:pt idx="2795">
                  <c:v>1.75</c:v>
                </c:pt>
                <c:pt idx="2796">
                  <c:v>1.75</c:v>
                </c:pt>
                <c:pt idx="2797">
                  <c:v>1.75</c:v>
                </c:pt>
                <c:pt idx="2798">
                  <c:v>1.75</c:v>
                </c:pt>
                <c:pt idx="2799">
                  <c:v>1.75</c:v>
                </c:pt>
                <c:pt idx="2800">
                  <c:v>1.75</c:v>
                </c:pt>
                <c:pt idx="2801">
                  <c:v>1.75</c:v>
                </c:pt>
                <c:pt idx="2802">
                  <c:v>1.75</c:v>
                </c:pt>
                <c:pt idx="2803">
                  <c:v>1.75</c:v>
                </c:pt>
                <c:pt idx="2804">
                  <c:v>1.75</c:v>
                </c:pt>
                <c:pt idx="2805">
                  <c:v>1.75</c:v>
                </c:pt>
                <c:pt idx="2806">
                  <c:v>1.75</c:v>
                </c:pt>
                <c:pt idx="2807">
                  <c:v>1.75</c:v>
                </c:pt>
                <c:pt idx="2808">
                  <c:v>1.75</c:v>
                </c:pt>
                <c:pt idx="2809">
                  <c:v>1.75</c:v>
                </c:pt>
                <c:pt idx="2810">
                  <c:v>1.75</c:v>
                </c:pt>
                <c:pt idx="2811">
                  <c:v>1.75</c:v>
                </c:pt>
                <c:pt idx="2812">
                  <c:v>1.75</c:v>
                </c:pt>
                <c:pt idx="2813">
                  <c:v>1.75</c:v>
                </c:pt>
                <c:pt idx="2814">
                  <c:v>1.75</c:v>
                </c:pt>
                <c:pt idx="2815">
                  <c:v>1.75</c:v>
                </c:pt>
                <c:pt idx="2816">
                  <c:v>1.75</c:v>
                </c:pt>
                <c:pt idx="2817">
                  <c:v>1.75</c:v>
                </c:pt>
                <c:pt idx="2818">
                  <c:v>1.75</c:v>
                </c:pt>
                <c:pt idx="2819">
                  <c:v>1.75</c:v>
                </c:pt>
                <c:pt idx="2820">
                  <c:v>1.75</c:v>
                </c:pt>
                <c:pt idx="2821">
                  <c:v>1.75</c:v>
                </c:pt>
                <c:pt idx="2822">
                  <c:v>1.75</c:v>
                </c:pt>
                <c:pt idx="2823">
                  <c:v>1.75</c:v>
                </c:pt>
                <c:pt idx="2824">
                  <c:v>1.75</c:v>
                </c:pt>
                <c:pt idx="2825">
                  <c:v>1.75</c:v>
                </c:pt>
                <c:pt idx="2826">
                  <c:v>1.75</c:v>
                </c:pt>
                <c:pt idx="2827">
                  <c:v>1.75</c:v>
                </c:pt>
                <c:pt idx="2828">
                  <c:v>1.75</c:v>
                </c:pt>
                <c:pt idx="2829">
                  <c:v>1.75</c:v>
                </c:pt>
                <c:pt idx="2830">
                  <c:v>1.75</c:v>
                </c:pt>
                <c:pt idx="2831">
                  <c:v>1.75</c:v>
                </c:pt>
                <c:pt idx="2832">
                  <c:v>1.75</c:v>
                </c:pt>
                <c:pt idx="2833">
                  <c:v>1.75</c:v>
                </c:pt>
                <c:pt idx="2834">
                  <c:v>1.75</c:v>
                </c:pt>
                <c:pt idx="2835">
                  <c:v>1.75</c:v>
                </c:pt>
                <c:pt idx="2836">
                  <c:v>1.75</c:v>
                </c:pt>
                <c:pt idx="2837">
                  <c:v>1.75</c:v>
                </c:pt>
                <c:pt idx="2838">
                  <c:v>1.75</c:v>
                </c:pt>
                <c:pt idx="2839">
                  <c:v>1.75</c:v>
                </c:pt>
                <c:pt idx="2840">
                  <c:v>1.75</c:v>
                </c:pt>
                <c:pt idx="2841">
                  <c:v>1.75</c:v>
                </c:pt>
                <c:pt idx="2842">
                  <c:v>1.75</c:v>
                </c:pt>
                <c:pt idx="2843">
                  <c:v>1.75</c:v>
                </c:pt>
                <c:pt idx="2844">
                  <c:v>1.75</c:v>
                </c:pt>
                <c:pt idx="2845">
                  <c:v>1.75</c:v>
                </c:pt>
                <c:pt idx="2846">
                  <c:v>1.75</c:v>
                </c:pt>
                <c:pt idx="2847">
                  <c:v>1.75</c:v>
                </c:pt>
                <c:pt idx="2848">
                  <c:v>1.75</c:v>
                </c:pt>
                <c:pt idx="2849">
                  <c:v>1.75</c:v>
                </c:pt>
                <c:pt idx="2850">
                  <c:v>1.75</c:v>
                </c:pt>
                <c:pt idx="2851">
                  <c:v>1.75</c:v>
                </c:pt>
                <c:pt idx="2852">
                  <c:v>1.75</c:v>
                </c:pt>
                <c:pt idx="2853">
                  <c:v>1.75</c:v>
                </c:pt>
                <c:pt idx="2854">
                  <c:v>1.75</c:v>
                </c:pt>
                <c:pt idx="2855">
                  <c:v>1.75</c:v>
                </c:pt>
                <c:pt idx="2856">
                  <c:v>1.75</c:v>
                </c:pt>
                <c:pt idx="2857">
                  <c:v>1.75</c:v>
                </c:pt>
                <c:pt idx="2858">
                  <c:v>1.75</c:v>
                </c:pt>
                <c:pt idx="2859">
                  <c:v>1.75</c:v>
                </c:pt>
                <c:pt idx="2860">
                  <c:v>1.75</c:v>
                </c:pt>
                <c:pt idx="2861">
                  <c:v>1.75</c:v>
                </c:pt>
                <c:pt idx="2862">
                  <c:v>1.75</c:v>
                </c:pt>
                <c:pt idx="2863">
                  <c:v>1.75</c:v>
                </c:pt>
                <c:pt idx="2864">
                  <c:v>1.75</c:v>
                </c:pt>
                <c:pt idx="2865">
                  <c:v>1.75</c:v>
                </c:pt>
                <c:pt idx="2866">
                  <c:v>1.75</c:v>
                </c:pt>
                <c:pt idx="2867">
                  <c:v>1.75</c:v>
                </c:pt>
                <c:pt idx="2868">
                  <c:v>1.75</c:v>
                </c:pt>
                <c:pt idx="2869">
                  <c:v>1.75</c:v>
                </c:pt>
                <c:pt idx="2870">
                  <c:v>1.75</c:v>
                </c:pt>
                <c:pt idx="2871">
                  <c:v>1.75</c:v>
                </c:pt>
                <c:pt idx="2872">
                  <c:v>1.75</c:v>
                </c:pt>
                <c:pt idx="2873">
                  <c:v>1.75</c:v>
                </c:pt>
                <c:pt idx="2874">
                  <c:v>1.75</c:v>
                </c:pt>
                <c:pt idx="2875">
                  <c:v>1.75</c:v>
                </c:pt>
                <c:pt idx="2876">
                  <c:v>1.75</c:v>
                </c:pt>
                <c:pt idx="2877">
                  <c:v>1.75</c:v>
                </c:pt>
                <c:pt idx="2878">
                  <c:v>1.75</c:v>
                </c:pt>
                <c:pt idx="2879">
                  <c:v>1.75</c:v>
                </c:pt>
                <c:pt idx="2880">
                  <c:v>1.75</c:v>
                </c:pt>
                <c:pt idx="2881">
                  <c:v>1.75</c:v>
                </c:pt>
                <c:pt idx="2882">
                  <c:v>1.75</c:v>
                </c:pt>
                <c:pt idx="2883">
                  <c:v>1.75</c:v>
                </c:pt>
                <c:pt idx="2884">
                  <c:v>1.75</c:v>
                </c:pt>
                <c:pt idx="2885">
                  <c:v>1.75</c:v>
                </c:pt>
                <c:pt idx="2886">
                  <c:v>1.75</c:v>
                </c:pt>
                <c:pt idx="2887">
                  <c:v>1.75</c:v>
                </c:pt>
                <c:pt idx="2888">
                  <c:v>1.75</c:v>
                </c:pt>
                <c:pt idx="2889">
                  <c:v>1.75</c:v>
                </c:pt>
                <c:pt idx="2890">
                  <c:v>1.75</c:v>
                </c:pt>
                <c:pt idx="2891">
                  <c:v>1.75</c:v>
                </c:pt>
                <c:pt idx="2892">
                  <c:v>1.75</c:v>
                </c:pt>
                <c:pt idx="2893">
                  <c:v>1.75</c:v>
                </c:pt>
                <c:pt idx="2894">
                  <c:v>1.75</c:v>
                </c:pt>
                <c:pt idx="2895">
                  <c:v>1.75</c:v>
                </c:pt>
                <c:pt idx="2896">
                  <c:v>1.75</c:v>
                </c:pt>
                <c:pt idx="2897">
                  <c:v>1.75</c:v>
                </c:pt>
                <c:pt idx="2898">
                  <c:v>1.75</c:v>
                </c:pt>
                <c:pt idx="2899">
                  <c:v>1.75</c:v>
                </c:pt>
                <c:pt idx="2900">
                  <c:v>1.75</c:v>
                </c:pt>
                <c:pt idx="2901">
                  <c:v>1.75</c:v>
                </c:pt>
                <c:pt idx="2902">
                  <c:v>1.75</c:v>
                </c:pt>
                <c:pt idx="2903">
                  <c:v>1.75</c:v>
                </c:pt>
                <c:pt idx="2904">
                  <c:v>1.75</c:v>
                </c:pt>
                <c:pt idx="2905">
                  <c:v>1.75</c:v>
                </c:pt>
                <c:pt idx="2906">
                  <c:v>1.75</c:v>
                </c:pt>
                <c:pt idx="2907">
                  <c:v>1.75</c:v>
                </c:pt>
                <c:pt idx="2908">
                  <c:v>1.75</c:v>
                </c:pt>
                <c:pt idx="2909">
                  <c:v>1.75</c:v>
                </c:pt>
                <c:pt idx="2910">
                  <c:v>1.75</c:v>
                </c:pt>
                <c:pt idx="2911">
                  <c:v>1.75</c:v>
                </c:pt>
                <c:pt idx="2912">
                  <c:v>1.75</c:v>
                </c:pt>
                <c:pt idx="2913">
                  <c:v>1.75</c:v>
                </c:pt>
                <c:pt idx="2914">
                  <c:v>1.75</c:v>
                </c:pt>
                <c:pt idx="2915">
                  <c:v>1.75</c:v>
                </c:pt>
                <c:pt idx="2916">
                  <c:v>1.75</c:v>
                </c:pt>
                <c:pt idx="2917">
                  <c:v>1.75</c:v>
                </c:pt>
                <c:pt idx="2918">
                  <c:v>1.75</c:v>
                </c:pt>
                <c:pt idx="2919">
                  <c:v>1.75</c:v>
                </c:pt>
                <c:pt idx="2920">
                  <c:v>1.75</c:v>
                </c:pt>
                <c:pt idx="2921">
                  <c:v>1.75</c:v>
                </c:pt>
                <c:pt idx="2922">
                  <c:v>1.75</c:v>
                </c:pt>
                <c:pt idx="2923">
                  <c:v>1.75</c:v>
                </c:pt>
                <c:pt idx="2924">
                  <c:v>1.75</c:v>
                </c:pt>
                <c:pt idx="2925">
                  <c:v>1.75</c:v>
                </c:pt>
                <c:pt idx="2926">
                  <c:v>1.75</c:v>
                </c:pt>
                <c:pt idx="2927">
                  <c:v>1.75</c:v>
                </c:pt>
                <c:pt idx="2928">
                  <c:v>1.75</c:v>
                </c:pt>
                <c:pt idx="2929">
                  <c:v>1.75</c:v>
                </c:pt>
                <c:pt idx="2930">
                  <c:v>1.75</c:v>
                </c:pt>
                <c:pt idx="2931">
                  <c:v>1.75</c:v>
                </c:pt>
                <c:pt idx="2932">
                  <c:v>1.75</c:v>
                </c:pt>
                <c:pt idx="2933">
                  <c:v>1.75</c:v>
                </c:pt>
                <c:pt idx="2934">
                  <c:v>1.75</c:v>
                </c:pt>
                <c:pt idx="2935">
                  <c:v>1.75</c:v>
                </c:pt>
                <c:pt idx="2936">
                  <c:v>1.75</c:v>
                </c:pt>
                <c:pt idx="2937">
                  <c:v>1.75</c:v>
                </c:pt>
                <c:pt idx="2938">
                  <c:v>2</c:v>
                </c:pt>
                <c:pt idx="2939">
                  <c:v>2</c:v>
                </c:pt>
                <c:pt idx="2940">
                  <c:v>2</c:v>
                </c:pt>
                <c:pt idx="2941">
                  <c:v>2</c:v>
                </c:pt>
                <c:pt idx="2942">
                  <c:v>2</c:v>
                </c:pt>
                <c:pt idx="2943">
                  <c:v>2</c:v>
                </c:pt>
                <c:pt idx="2944">
                  <c:v>2</c:v>
                </c:pt>
                <c:pt idx="2945">
                  <c:v>2</c:v>
                </c:pt>
                <c:pt idx="2946">
                  <c:v>2</c:v>
                </c:pt>
                <c:pt idx="2947">
                  <c:v>2</c:v>
                </c:pt>
                <c:pt idx="2948">
                  <c:v>2</c:v>
                </c:pt>
                <c:pt idx="2949">
                  <c:v>2</c:v>
                </c:pt>
                <c:pt idx="2950">
                  <c:v>2</c:v>
                </c:pt>
                <c:pt idx="2951">
                  <c:v>2</c:v>
                </c:pt>
                <c:pt idx="2952">
                  <c:v>2</c:v>
                </c:pt>
                <c:pt idx="2953">
                  <c:v>2</c:v>
                </c:pt>
                <c:pt idx="2954">
                  <c:v>2</c:v>
                </c:pt>
                <c:pt idx="2955">
                  <c:v>2</c:v>
                </c:pt>
                <c:pt idx="2956">
                  <c:v>2</c:v>
                </c:pt>
                <c:pt idx="2957">
                  <c:v>2</c:v>
                </c:pt>
                <c:pt idx="2958">
                  <c:v>2</c:v>
                </c:pt>
                <c:pt idx="2959">
                  <c:v>2</c:v>
                </c:pt>
                <c:pt idx="2960">
                  <c:v>2</c:v>
                </c:pt>
                <c:pt idx="2961">
                  <c:v>2</c:v>
                </c:pt>
                <c:pt idx="2962">
                  <c:v>2</c:v>
                </c:pt>
                <c:pt idx="2963">
                  <c:v>2</c:v>
                </c:pt>
                <c:pt idx="2964">
                  <c:v>2</c:v>
                </c:pt>
                <c:pt idx="2965">
                  <c:v>2</c:v>
                </c:pt>
                <c:pt idx="2966">
                  <c:v>2</c:v>
                </c:pt>
                <c:pt idx="2967">
                  <c:v>2</c:v>
                </c:pt>
                <c:pt idx="2968">
                  <c:v>2</c:v>
                </c:pt>
                <c:pt idx="2969">
                  <c:v>2</c:v>
                </c:pt>
                <c:pt idx="2970">
                  <c:v>2</c:v>
                </c:pt>
                <c:pt idx="2971">
                  <c:v>2</c:v>
                </c:pt>
                <c:pt idx="2972">
                  <c:v>2</c:v>
                </c:pt>
                <c:pt idx="2973">
                  <c:v>2</c:v>
                </c:pt>
                <c:pt idx="2974">
                  <c:v>2</c:v>
                </c:pt>
                <c:pt idx="2975">
                  <c:v>2</c:v>
                </c:pt>
                <c:pt idx="2976">
                  <c:v>2</c:v>
                </c:pt>
                <c:pt idx="2977">
                  <c:v>2</c:v>
                </c:pt>
                <c:pt idx="2978">
                  <c:v>2</c:v>
                </c:pt>
                <c:pt idx="2979">
                  <c:v>2</c:v>
                </c:pt>
                <c:pt idx="2980">
                  <c:v>2</c:v>
                </c:pt>
                <c:pt idx="2981">
                  <c:v>2</c:v>
                </c:pt>
                <c:pt idx="2982">
                  <c:v>2</c:v>
                </c:pt>
                <c:pt idx="2983">
                  <c:v>2</c:v>
                </c:pt>
                <c:pt idx="2984">
                  <c:v>2</c:v>
                </c:pt>
                <c:pt idx="2985">
                  <c:v>2</c:v>
                </c:pt>
                <c:pt idx="2986">
                  <c:v>2</c:v>
                </c:pt>
                <c:pt idx="2987">
                  <c:v>2</c:v>
                </c:pt>
                <c:pt idx="2988">
                  <c:v>2</c:v>
                </c:pt>
                <c:pt idx="2989">
                  <c:v>2</c:v>
                </c:pt>
                <c:pt idx="2990">
                  <c:v>2</c:v>
                </c:pt>
                <c:pt idx="2991">
                  <c:v>2</c:v>
                </c:pt>
                <c:pt idx="2992">
                  <c:v>2</c:v>
                </c:pt>
                <c:pt idx="2993">
                  <c:v>2</c:v>
                </c:pt>
                <c:pt idx="2994">
                  <c:v>2</c:v>
                </c:pt>
                <c:pt idx="2995">
                  <c:v>2</c:v>
                </c:pt>
                <c:pt idx="2996">
                  <c:v>2</c:v>
                </c:pt>
                <c:pt idx="2997">
                  <c:v>2</c:v>
                </c:pt>
                <c:pt idx="2998">
                  <c:v>2</c:v>
                </c:pt>
                <c:pt idx="2999">
                  <c:v>2</c:v>
                </c:pt>
                <c:pt idx="3000">
                  <c:v>2</c:v>
                </c:pt>
                <c:pt idx="3001">
                  <c:v>2</c:v>
                </c:pt>
                <c:pt idx="3002">
                  <c:v>2</c:v>
                </c:pt>
                <c:pt idx="3003">
                  <c:v>2.25</c:v>
                </c:pt>
                <c:pt idx="3004">
                  <c:v>2.25</c:v>
                </c:pt>
                <c:pt idx="3005">
                  <c:v>2.25</c:v>
                </c:pt>
                <c:pt idx="3006">
                  <c:v>2.25</c:v>
                </c:pt>
                <c:pt idx="3007">
                  <c:v>2.25</c:v>
                </c:pt>
                <c:pt idx="3008">
                  <c:v>2.25</c:v>
                </c:pt>
                <c:pt idx="3009">
                  <c:v>2.25</c:v>
                </c:pt>
                <c:pt idx="3010">
                  <c:v>2.25</c:v>
                </c:pt>
                <c:pt idx="3011">
                  <c:v>2.25</c:v>
                </c:pt>
                <c:pt idx="3012">
                  <c:v>2.25</c:v>
                </c:pt>
                <c:pt idx="3013">
                  <c:v>2.25</c:v>
                </c:pt>
                <c:pt idx="3014">
                  <c:v>2.25</c:v>
                </c:pt>
                <c:pt idx="3015">
                  <c:v>2.25</c:v>
                </c:pt>
                <c:pt idx="3016">
                  <c:v>2.25</c:v>
                </c:pt>
                <c:pt idx="3017">
                  <c:v>2.25</c:v>
                </c:pt>
                <c:pt idx="3018">
                  <c:v>2.25</c:v>
                </c:pt>
                <c:pt idx="3019">
                  <c:v>2.25</c:v>
                </c:pt>
                <c:pt idx="3020">
                  <c:v>2.25</c:v>
                </c:pt>
                <c:pt idx="3021">
                  <c:v>2.25</c:v>
                </c:pt>
                <c:pt idx="3022">
                  <c:v>2.25</c:v>
                </c:pt>
                <c:pt idx="3023">
                  <c:v>2.25</c:v>
                </c:pt>
                <c:pt idx="3024">
                  <c:v>2.25</c:v>
                </c:pt>
                <c:pt idx="3025">
                  <c:v>2.25</c:v>
                </c:pt>
                <c:pt idx="3026">
                  <c:v>2.25</c:v>
                </c:pt>
                <c:pt idx="3027">
                  <c:v>2.25</c:v>
                </c:pt>
                <c:pt idx="3028">
                  <c:v>2.25</c:v>
                </c:pt>
                <c:pt idx="3029">
                  <c:v>2.25</c:v>
                </c:pt>
                <c:pt idx="3030">
                  <c:v>2.25</c:v>
                </c:pt>
                <c:pt idx="3031">
                  <c:v>2.25</c:v>
                </c:pt>
                <c:pt idx="3032">
                  <c:v>2.25</c:v>
                </c:pt>
                <c:pt idx="3033">
                  <c:v>2.25</c:v>
                </c:pt>
                <c:pt idx="3034">
                  <c:v>2.25</c:v>
                </c:pt>
                <c:pt idx="3035">
                  <c:v>2.25</c:v>
                </c:pt>
                <c:pt idx="3036">
                  <c:v>2.25</c:v>
                </c:pt>
                <c:pt idx="3037">
                  <c:v>2.25</c:v>
                </c:pt>
                <c:pt idx="3038">
                  <c:v>2.25</c:v>
                </c:pt>
                <c:pt idx="3039">
                  <c:v>2.25</c:v>
                </c:pt>
                <c:pt idx="3040">
                  <c:v>2.25</c:v>
                </c:pt>
                <c:pt idx="3041">
                  <c:v>2.25</c:v>
                </c:pt>
                <c:pt idx="3042">
                  <c:v>2.25</c:v>
                </c:pt>
                <c:pt idx="3043">
                  <c:v>2.25</c:v>
                </c:pt>
                <c:pt idx="3044">
                  <c:v>2.25</c:v>
                </c:pt>
                <c:pt idx="3045">
                  <c:v>2.25</c:v>
                </c:pt>
                <c:pt idx="3046">
                  <c:v>2.25</c:v>
                </c:pt>
                <c:pt idx="3047">
                  <c:v>2.25</c:v>
                </c:pt>
                <c:pt idx="3048">
                  <c:v>2.25</c:v>
                </c:pt>
                <c:pt idx="3049">
                  <c:v>2.25</c:v>
                </c:pt>
                <c:pt idx="3050">
                  <c:v>2.25</c:v>
                </c:pt>
                <c:pt idx="3051">
                  <c:v>2.25</c:v>
                </c:pt>
                <c:pt idx="3052">
                  <c:v>2.25</c:v>
                </c:pt>
                <c:pt idx="3053">
                  <c:v>2.25</c:v>
                </c:pt>
                <c:pt idx="3054">
                  <c:v>2.25</c:v>
                </c:pt>
                <c:pt idx="3055">
                  <c:v>2.25</c:v>
                </c:pt>
                <c:pt idx="3056">
                  <c:v>2.25</c:v>
                </c:pt>
                <c:pt idx="3057">
                  <c:v>2.25</c:v>
                </c:pt>
                <c:pt idx="3058">
                  <c:v>2.25</c:v>
                </c:pt>
                <c:pt idx="3059">
                  <c:v>2.25</c:v>
                </c:pt>
                <c:pt idx="3060">
                  <c:v>2.25</c:v>
                </c:pt>
                <c:pt idx="3061">
                  <c:v>2.25</c:v>
                </c:pt>
                <c:pt idx="3062">
                  <c:v>2.25</c:v>
                </c:pt>
                <c:pt idx="3063">
                  <c:v>2.25</c:v>
                </c:pt>
                <c:pt idx="3064">
                  <c:v>2.25</c:v>
                </c:pt>
                <c:pt idx="3065">
                  <c:v>2.25</c:v>
                </c:pt>
                <c:pt idx="3066">
                  <c:v>2.25</c:v>
                </c:pt>
                <c:pt idx="3067">
                  <c:v>2.25</c:v>
                </c:pt>
                <c:pt idx="3068">
                  <c:v>2.25</c:v>
                </c:pt>
                <c:pt idx="3069">
                  <c:v>2.25</c:v>
                </c:pt>
                <c:pt idx="3070">
                  <c:v>2.25</c:v>
                </c:pt>
                <c:pt idx="3071">
                  <c:v>2.25</c:v>
                </c:pt>
                <c:pt idx="3072">
                  <c:v>2.25</c:v>
                </c:pt>
                <c:pt idx="3073">
                  <c:v>2.25</c:v>
                </c:pt>
                <c:pt idx="3074">
                  <c:v>2.25</c:v>
                </c:pt>
                <c:pt idx="3075">
                  <c:v>2.25</c:v>
                </c:pt>
                <c:pt idx="3076">
                  <c:v>2.25</c:v>
                </c:pt>
                <c:pt idx="3077">
                  <c:v>2.25</c:v>
                </c:pt>
                <c:pt idx="3078">
                  <c:v>2.25</c:v>
                </c:pt>
                <c:pt idx="3079">
                  <c:v>2.25</c:v>
                </c:pt>
                <c:pt idx="3080">
                  <c:v>2.25</c:v>
                </c:pt>
                <c:pt idx="3081">
                  <c:v>2.25</c:v>
                </c:pt>
                <c:pt idx="3082">
                  <c:v>2.25</c:v>
                </c:pt>
                <c:pt idx="3083">
                  <c:v>2.25</c:v>
                </c:pt>
                <c:pt idx="3084">
                  <c:v>2.25</c:v>
                </c:pt>
                <c:pt idx="3085">
                  <c:v>2.25</c:v>
                </c:pt>
                <c:pt idx="3086">
                  <c:v>2.25</c:v>
                </c:pt>
                <c:pt idx="3087">
                  <c:v>2.25</c:v>
                </c:pt>
                <c:pt idx="3088">
                  <c:v>2.25</c:v>
                </c:pt>
                <c:pt idx="3089">
                  <c:v>2</c:v>
                </c:pt>
                <c:pt idx="3090">
                  <c:v>2</c:v>
                </c:pt>
                <c:pt idx="3091">
                  <c:v>2</c:v>
                </c:pt>
                <c:pt idx="3092">
                  <c:v>2</c:v>
                </c:pt>
                <c:pt idx="3093">
                  <c:v>2</c:v>
                </c:pt>
                <c:pt idx="3094">
                  <c:v>2</c:v>
                </c:pt>
                <c:pt idx="3095">
                  <c:v>2</c:v>
                </c:pt>
                <c:pt idx="3096">
                  <c:v>2</c:v>
                </c:pt>
                <c:pt idx="3097">
                  <c:v>2</c:v>
                </c:pt>
                <c:pt idx="3098">
                  <c:v>2</c:v>
                </c:pt>
                <c:pt idx="3099">
                  <c:v>2</c:v>
                </c:pt>
                <c:pt idx="3100">
                  <c:v>2</c:v>
                </c:pt>
                <c:pt idx="3101">
                  <c:v>2</c:v>
                </c:pt>
                <c:pt idx="3102">
                  <c:v>2</c:v>
                </c:pt>
                <c:pt idx="3103">
                  <c:v>2</c:v>
                </c:pt>
                <c:pt idx="3104">
                  <c:v>2</c:v>
                </c:pt>
                <c:pt idx="3105">
                  <c:v>2</c:v>
                </c:pt>
                <c:pt idx="3106">
                  <c:v>2</c:v>
                </c:pt>
                <c:pt idx="3107">
                  <c:v>2</c:v>
                </c:pt>
                <c:pt idx="3108">
                  <c:v>2</c:v>
                </c:pt>
                <c:pt idx="3109">
                  <c:v>2</c:v>
                </c:pt>
                <c:pt idx="3110">
                  <c:v>2</c:v>
                </c:pt>
                <c:pt idx="3111">
                  <c:v>2</c:v>
                </c:pt>
                <c:pt idx="3112">
                  <c:v>2</c:v>
                </c:pt>
                <c:pt idx="3113">
                  <c:v>1.75</c:v>
                </c:pt>
                <c:pt idx="3114">
                  <c:v>1.75</c:v>
                </c:pt>
                <c:pt idx="3115">
                  <c:v>1.75</c:v>
                </c:pt>
                <c:pt idx="3116">
                  <c:v>1.75</c:v>
                </c:pt>
                <c:pt idx="3117">
                  <c:v>1.75</c:v>
                </c:pt>
                <c:pt idx="3118">
                  <c:v>1.75</c:v>
                </c:pt>
                <c:pt idx="3119">
                  <c:v>1.75</c:v>
                </c:pt>
                <c:pt idx="3120">
                  <c:v>1.75</c:v>
                </c:pt>
                <c:pt idx="3121">
                  <c:v>1.75</c:v>
                </c:pt>
                <c:pt idx="3122">
                  <c:v>1.75</c:v>
                </c:pt>
                <c:pt idx="3123">
                  <c:v>1.75</c:v>
                </c:pt>
                <c:pt idx="3124">
                  <c:v>1.75</c:v>
                </c:pt>
                <c:pt idx="3125">
                  <c:v>1.75</c:v>
                </c:pt>
                <c:pt idx="3126">
                  <c:v>1.75</c:v>
                </c:pt>
                <c:pt idx="3127">
                  <c:v>1.75</c:v>
                </c:pt>
                <c:pt idx="3128">
                  <c:v>1.75</c:v>
                </c:pt>
                <c:pt idx="3129">
                  <c:v>1.75</c:v>
                </c:pt>
                <c:pt idx="3130">
                  <c:v>1.75</c:v>
                </c:pt>
                <c:pt idx="3131">
                  <c:v>1.75</c:v>
                </c:pt>
                <c:pt idx="3132">
                  <c:v>1.75</c:v>
                </c:pt>
                <c:pt idx="3133">
                  <c:v>1.75</c:v>
                </c:pt>
                <c:pt idx="3134">
                  <c:v>1.75</c:v>
                </c:pt>
                <c:pt idx="3135">
                  <c:v>1.75</c:v>
                </c:pt>
                <c:pt idx="3136">
                  <c:v>1.75</c:v>
                </c:pt>
                <c:pt idx="3137">
                  <c:v>1.75</c:v>
                </c:pt>
                <c:pt idx="3138">
                  <c:v>1.75</c:v>
                </c:pt>
                <c:pt idx="3139">
                  <c:v>1.75</c:v>
                </c:pt>
                <c:pt idx="3140">
                  <c:v>1.75</c:v>
                </c:pt>
                <c:pt idx="3141">
                  <c:v>1.75</c:v>
                </c:pt>
                <c:pt idx="3142">
                  <c:v>1.75</c:v>
                </c:pt>
                <c:pt idx="3143">
                  <c:v>1.75</c:v>
                </c:pt>
                <c:pt idx="3144">
                  <c:v>1.75</c:v>
                </c:pt>
                <c:pt idx="3145">
                  <c:v>1.75</c:v>
                </c:pt>
                <c:pt idx="3146">
                  <c:v>1.75</c:v>
                </c:pt>
                <c:pt idx="3147">
                  <c:v>1.75</c:v>
                </c:pt>
                <c:pt idx="3148">
                  <c:v>1.75</c:v>
                </c:pt>
                <c:pt idx="3149">
                  <c:v>1.75</c:v>
                </c:pt>
                <c:pt idx="3150">
                  <c:v>1.75</c:v>
                </c:pt>
                <c:pt idx="3151">
                  <c:v>1.75</c:v>
                </c:pt>
                <c:pt idx="3152">
                  <c:v>1.75</c:v>
                </c:pt>
                <c:pt idx="3153">
                  <c:v>1.75</c:v>
                </c:pt>
                <c:pt idx="3154">
                  <c:v>1.75</c:v>
                </c:pt>
                <c:pt idx="3155">
                  <c:v>1.75</c:v>
                </c:pt>
                <c:pt idx="3156">
                  <c:v>1.75</c:v>
                </c:pt>
                <c:pt idx="3157">
                  <c:v>1.75</c:v>
                </c:pt>
                <c:pt idx="3158">
                  <c:v>1.75</c:v>
                </c:pt>
                <c:pt idx="3159">
                  <c:v>1.75</c:v>
                </c:pt>
                <c:pt idx="3160">
                  <c:v>1.75</c:v>
                </c:pt>
                <c:pt idx="3161">
                  <c:v>1.75</c:v>
                </c:pt>
                <c:pt idx="3162">
                  <c:v>1.75</c:v>
                </c:pt>
                <c:pt idx="3163">
                  <c:v>1.75</c:v>
                </c:pt>
                <c:pt idx="3164">
                  <c:v>1.75</c:v>
                </c:pt>
                <c:pt idx="3165">
                  <c:v>1.75</c:v>
                </c:pt>
                <c:pt idx="3166">
                  <c:v>1.75</c:v>
                </c:pt>
                <c:pt idx="3167">
                  <c:v>1.75</c:v>
                </c:pt>
                <c:pt idx="3168">
                  <c:v>1.75</c:v>
                </c:pt>
                <c:pt idx="3169">
                  <c:v>1.75</c:v>
                </c:pt>
                <c:pt idx="3170">
                  <c:v>1.75</c:v>
                </c:pt>
                <c:pt idx="3171">
                  <c:v>1.75</c:v>
                </c:pt>
                <c:pt idx="3172">
                  <c:v>1.75</c:v>
                </c:pt>
                <c:pt idx="3173">
                  <c:v>1.75</c:v>
                </c:pt>
                <c:pt idx="3174">
                  <c:v>1.75</c:v>
                </c:pt>
                <c:pt idx="3175">
                  <c:v>1.75</c:v>
                </c:pt>
                <c:pt idx="3176">
                  <c:v>1.75</c:v>
                </c:pt>
                <c:pt idx="3177">
                  <c:v>1.75</c:v>
                </c:pt>
                <c:pt idx="3178">
                  <c:v>1.75</c:v>
                </c:pt>
                <c:pt idx="3179">
                  <c:v>1.75</c:v>
                </c:pt>
                <c:pt idx="3180">
                  <c:v>1.75</c:v>
                </c:pt>
                <c:pt idx="3181">
                  <c:v>1.75</c:v>
                </c:pt>
                <c:pt idx="3182">
                  <c:v>1.75</c:v>
                </c:pt>
                <c:pt idx="3183">
                  <c:v>1.75</c:v>
                </c:pt>
                <c:pt idx="3184">
                  <c:v>1.75</c:v>
                </c:pt>
                <c:pt idx="3185">
                  <c:v>1.75</c:v>
                </c:pt>
                <c:pt idx="3186">
                  <c:v>1.75</c:v>
                </c:pt>
                <c:pt idx="3187">
                  <c:v>1.75</c:v>
                </c:pt>
                <c:pt idx="3188">
                  <c:v>1.75</c:v>
                </c:pt>
                <c:pt idx="3189">
                  <c:v>1.75</c:v>
                </c:pt>
                <c:pt idx="3190">
                  <c:v>1.75</c:v>
                </c:pt>
                <c:pt idx="3191">
                  <c:v>1.75</c:v>
                </c:pt>
                <c:pt idx="3192">
                  <c:v>1.75</c:v>
                </c:pt>
                <c:pt idx="3193">
                  <c:v>1.75</c:v>
                </c:pt>
                <c:pt idx="3194">
                  <c:v>1.75</c:v>
                </c:pt>
                <c:pt idx="3195">
                  <c:v>1.75</c:v>
                </c:pt>
                <c:pt idx="3196">
                  <c:v>1.75</c:v>
                </c:pt>
                <c:pt idx="3197">
                  <c:v>1.75</c:v>
                </c:pt>
                <c:pt idx="3198">
                  <c:v>1.75</c:v>
                </c:pt>
                <c:pt idx="3199">
                  <c:v>1.75</c:v>
                </c:pt>
                <c:pt idx="3200">
                  <c:v>1.75</c:v>
                </c:pt>
                <c:pt idx="3201">
                  <c:v>1.75</c:v>
                </c:pt>
                <c:pt idx="3202">
                  <c:v>1.75</c:v>
                </c:pt>
                <c:pt idx="3203">
                  <c:v>1.75</c:v>
                </c:pt>
                <c:pt idx="3204">
                  <c:v>1.75</c:v>
                </c:pt>
                <c:pt idx="3205">
                  <c:v>1.75</c:v>
                </c:pt>
                <c:pt idx="3206">
                  <c:v>1.75</c:v>
                </c:pt>
                <c:pt idx="3207">
                  <c:v>1.75</c:v>
                </c:pt>
                <c:pt idx="3208">
                  <c:v>1.75</c:v>
                </c:pt>
                <c:pt idx="3209">
                  <c:v>1.75</c:v>
                </c:pt>
                <c:pt idx="3210">
                  <c:v>1.75</c:v>
                </c:pt>
                <c:pt idx="3211">
                  <c:v>1.75</c:v>
                </c:pt>
                <c:pt idx="3212">
                  <c:v>1.75</c:v>
                </c:pt>
                <c:pt idx="3213">
                  <c:v>1.75</c:v>
                </c:pt>
                <c:pt idx="3214">
                  <c:v>1.75</c:v>
                </c:pt>
                <c:pt idx="3215">
                  <c:v>1.75</c:v>
                </c:pt>
                <c:pt idx="3216">
                  <c:v>1.75</c:v>
                </c:pt>
                <c:pt idx="3217">
                  <c:v>1.75</c:v>
                </c:pt>
                <c:pt idx="3218">
                  <c:v>1.75</c:v>
                </c:pt>
                <c:pt idx="3219">
                  <c:v>1.75</c:v>
                </c:pt>
                <c:pt idx="3220">
                  <c:v>1.75</c:v>
                </c:pt>
                <c:pt idx="3221">
                  <c:v>1.75</c:v>
                </c:pt>
                <c:pt idx="3222">
                  <c:v>1.75</c:v>
                </c:pt>
                <c:pt idx="3223">
                  <c:v>1.75</c:v>
                </c:pt>
                <c:pt idx="3224">
                  <c:v>1.75</c:v>
                </c:pt>
                <c:pt idx="3225">
                  <c:v>1.75</c:v>
                </c:pt>
                <c:pt idx="3226">
                  <c:v>1.75</c:v>
                </c:pt>
                <c:pt idx="3227">
                  <c:v>1.75</c:v>
                </c:pt>
                <c:pt idx="3228">
                  <c:v>1.75</c:v>
                </c:pt>
                <c:pt idx="3229">
                  <c:v>1.75</c:v>
                </c:pt>
                <c:pt idx="3230">
                  <c:v>1.75</c:v>
                </c:pt>
                <c:pt idx="3231">
                  <c:v>1.75</c:v>
                </c:pt>
                <c:pt idx="3232">
                  <c:v>1.75</c:v>
                </c:pt>
                <c:pt idx="3233">
                  <c:v>1.75</c:v>
                </c:pt>
                <c:pt idx="3234">
                  <c:v>1.75</c:v>
                </c:pt>
                <c:pt idx="3235">
                  <c:v>1.75</c:v>
                </c:pt>
                <c:pt idx="3236">
                  <c:v>1.75</c:v>
                </c:pt>
                <c:pt idx="3237">
                  <c:v>1.75</c:v>
                </c:pt>
                <c:pt idx="3238">
                  <c:v>1.75</c:v>
                </c:pt>
                <c:pt idx="3239">
                  <c:v>1.75</c:v>
                </c:pt>
                <c:pt idx="3240">
                  <c:v>1.75</c:v>
                </c:pt>
                <c:pt idx="3241">
                  <c:v>1.75</c:v>
                </c:pt>
                <c:pt idx="3242">
                  <c:v>1.75</c:v>
                </c:pt>
                <c:pt idx="3243">
                  <c:v>1.75</c:v>
                </c:pt>
                <c:pt idx="3244">
                  <c:v>1.75</c:v>
                </c:pt>
                <c:pt idx="3245">
                  <c:v>1.75</c:v>
                </c:pt>
                <c:pt idx="3246">
                  <c:v>1.75</c:v>
                </c:pt>
                <c:pt idx="3247">
                  <c:v>1.75</c:v>
                </c:pt>
                <c:pt idx="3248">
                  <c:v>1.75</c:v>
                </c:pt>
                <c:pt idx="3249">
                  <c:v>1.75</c:v>
                </c:pt>
                <c:pt idx="3250">
                  <c:v>1.75</c:v>
                </c:pt>
                <c:pt idx="3251">
                  <c:v>1.75</c:v>
                </c:pt>
                <c:pt idx="3252">
                  <c:v>1.75</c:v>
                </c:pt>
                <c:pt idx="3253">
                  <c:v>1.75</c:v>
                </c:pt>
                <c:pt idx="3254">
                  <c:v>1.75</c:v>
                </c:pt>
                <c:pt idx="3255">
                  <c:v>1.75</c:v>
                </c:pt>
                <c:pt idx="3256">
                  <c:v>1.75</c:v>
                </c:pt>
                <c:pt idx="3257">
                  <c:v>1.75</c:v>
                </c:pt>
                <c:pt idx="3258">
                  <c:v>1.75</c:v>
                </c:pt>
                <c:pt idx="3259">
                  <c:v>1.75</c:v>
                </c:pt>
                <c:pt idx="3260">
                  <c:v>1.75</c:v>
                </c:pt>
                <c:pt idx="3261">
                  <c:v>1.75</c:v>
                </c:pt>
                <c:pt idx="3262">
                  <c:v>1.75</c:v>
                </c:pt>
                <c:pt idx="3263">
                  <c:v>1.5</c:v>
                </c:pt>
                <c:pt idx="3264">
                  <c:v>1.5</c:v>
                </c:pt>
                <c:pt idx="3265">
                  <c:v>1.5</c:v>
                </c:pt>
                <c:pt idx="3266">
                  <c:v>1.5</c:v>
                </c:pt>
                <c:pt idx="3267">
                  <c:v>1.5</c:v>
                </c:pt>
                <c:pt idx="3268">
                  <c:v>1.5</c:v>
                </c:pt>
                <c:pt idx="3269">
                  <c:v>1.5</c:v>
                </c:pt>
                <c:pt idx="3270">
                  <c:v>1.5</c:v>
                </c:pt>
                <c:pt idx="3271">
                  <c:v>1.5</c:v>
                </c:pt>
                <c:pt idx="3272">
                  <c:v>1.5</c:v>
                </c:pt>
                <c:pt idx="3273">
                  <c:v>1.5</c:v>
                </c:pt>
                <c:pt idx="3274">
                  <c:v>1.5</c:v>
                </c:pt>
                <c:pt idx="3275">
                  <c:v>1.5</c:v>
                </c:pt>
                <c:pt idx="3276">
                  <c:v>1.5</c:v>
                </c:pt>
                <c:pt idx="3277">
                  <c:v>1.5</c:v>
                </c:pt>
                <c:pt idx="3278">
                  <c:v>1.5</c:v>
                </c:pt>
                <c:pt idx="3279">
                  <c:v>1.5</c:v>
                </c:pt>
                <c:pt idx="3280">
                  <c:v>1.5</c:v>
                </c:pt>
                <c:pt idx="3281">
                  <c:v>1.5</c:v>
                </c:pt>
                <c:pt idx="3282">
                  <c:v>1.5</c:v>
                </c:pt>
                <c:pt idx="3283">
                  <c:v>1.5</c:v>
                </c:pt>
                <c:pt idx="3284">
                  <c:v>1.5</c:v>
                </c:pt>
                <c:pt idx="3285">
                  <c:v>1.5</c:v>
                </c:pt>
                <c:pt idx="3286">
                  <c:v>1.5</c:v>
                </c:pt>
                <c:pt idx="3287">
                  <c:v>1.5</c:v>
                </c:pt>
                <c:pt idx="3288">
                  <c:v>1.5</c:v>
                </c:pt>
                <c:pt idx="3289">
                  <c:v>1.5</c:v>
                </c:pt>
                <c:pt idx="3290">
                  <c:v>1.5</c:v>
                </c:pt>
                <c:pt idx="3291">
                  <c:v>1.5</c:v>
                </c:pt>
                <c:pt idx="3292">
                  <c:v>1.5</c:v>
                </c:pt>
                <c:pt idx="3293">
                  <c:v>1.5</c:v>
                </c:pt>
                <c:pt idx="3294">
                  <c:v>1.5</c:v>
                </c:pt>
                <c:pt idx="3295">
                  <c:v>1.5</c:v>
                </c:pt>
                <c:pt idx="3296">
                  <c:v>1.5</c:v>
                </c:pt>
                <c:pt idx="3297">
                  <c:v>1.5</c:v>
                </c:pt>
                <c:pt idx="3298">
                  <c:v>1.5</c:v>
                </c:pt>
                <c:pt idx="3299">
                  <c:v>1.5</c:v>
                </c:pt>
                <c:pt idx="3300">
                  <c:v>1.5</c:v>
                </c:pt>
                <c:pt idx="3301">
                  <c:v>1.5</c:v>
                </c:pt>
                <c:pt idx="3302">
                  <c:v>1.5</c:v>
                </c:pt>
                <c:pt idx="3303">
                  <c:v>1.5</c:v>
                </c:pt>
                <c:pt idx="3304">
                  <c:v>1.5</c:v>
                </c:pt>
                <c:pt idx="3305">
                  <c:v>1.5</c:v>
                </c:pt>
                <c:pt idx="3306">
                  <c:v>1.5</c:v>
                </c:pt>
                <c:pt idx="3307">
                  <c:v>1.5</c:v>
                </c:pt>
                <c:pt idx="3308">
                  <c:v>1.5</c:v>
                </c:pt>
                <c:pt idx="3309">
                  <c:v>1.5</c:v>
                </c:pt>
                <c:pt idx="3310">
                  <c:v>1.5</c:v>
                </c:pt>
                <c:pt idx="3311">
                  <c:v>1.5</c:v>
                </c:pt>
                <c:pt idx="3312">
                  <c:v>1.5</c:v>
                </c:pt>
                <c:pt idx="3313">
                  <c:v>1.5</c:v>
                </c:pt>
                <c:pt idx="3314">
                  <c:v>1.5</c:v>
                </c:pt>
                <c:pt idx="3315">
                  <c:v>1.5</c:v>
                </c:pt>
                <c:pt idx="3316">
                  <c:v>1.5</c:v>
                </c:pt>
                <c:pt idx="3317">
                  <c:v>1.5</c:v>
                </c:pt>
                <c:pt idx="3318">
                  <c:v>1.5</c:v>
                </c:pt>
                <c:pt idx="3319">
                  <c:v>1.5</c:v>
                </c:pt>
                <c:pt idx="3320">
                  <c:v>1.5</c:v>
                </c:pt>
                <c:pt idx="3321">
                  <c:v>1.5</c:v>
                </c:pt>
                <c:pt idx="3322">
                  <c:v>1.5</c:v>
                </c:pt>
                <c:pt idx="3323">
                  <c:v>1.5</c:v>
                </c:pt>
                <c:pt idx="3324">
                  <c:v>1.5</c:v>
                </c:pt>
                <c:pt idx="3325">
                  <c:v>1.5</c:v>
                </c:pt>
                <c:pt idx="3326">
                  <c:v>1.5</c:v>
                </c:pt>
                <c:pt idx="3327">
                  <c:v>1.5</c:v>
                </c:pt>
                <c:pt idx="3328">
                  <c:v>1.5</c:v>
                </c:pt>
                <c:pt idx="3329">
                  <c:v>1.5</c:v>
                </c:pt>
                <c:pt idx="3330">
                  <c:v>1.5</c:v>
                </c:pt>
                <c:pt idx="3331">
                  <c:v>1.5</c:v>
                </c:pt>
                <c:pt idx="3332">
                  <c:v>1.5</c:v>
                </c:pt>
                <c:pt idx="3333">
                  <c:v>1.5</c:v>
                </c:pt>
                <c:pt idx="3334">
                  <c:v>1.5</c:v>
                </c:pt>
                <c:pt idx="3335">
                  <c:v>1.5</c:v>
                </c:pt>
                <c:pt idx="3336">
                  <c:v>1.5</c:v>
                </c:pt>
                <c:pt idx="3337">
                  <c:v>1.5</c:v>
                </c:pt>
                <c:pt idx="3338">
                  <c:v>1.5</c:v>
                </c:pt>
                <c:pt idx="3339">
                  <c:v>1.5</c:v>
                </c:pt>
                <c:pt idx="3340">
                  <c:v>1.5</c:v>
                </c:pt>
                <c:pt idx="3341">
                  <c:v>1.5</c:v>
                </c:pt>
                <c:pt idx="3342">
                  <c:v>1.5</c:v>
                </c:pt>
                <c:pt idx="3343">
                  <c:v>1.5</c:v>
                </c:pt>
                <c:pt idx="3344">
                  <c:v>1.5</c:v>
                </c:pt>
                <c:pt idx="3345">
                  <c:v>1.5</c:v>
                </c:pt>
                <c:pt idx="3346">
                  <c:v>1.5</c:v>
                </c:pt>
                <c:pt idx="3347">
                  <c:v>1.5</c:v>
                </c:pt>
                <c:pt idx="3348">
                  <c:v>1.5</c:v>
                </c:pt>
                <c:pt idx="3349">
                  <c:v>1.5</c:v>
                </c:pt>
                <c:pt idx="3350">
                  <c:v>1.5</c:v>
                </c:pt>
                <c:pt idx="3351">
                  <c:v>1.5</c:v>
                </c:pt>
                <c:pt idx="3352">
                  <c:v>1.5</c:v>
                </c:pt>
                <c:pt idx="3353">
                  <c:v>1.5</c:v>
                </c:pt>
                <c:pt idx="3354">
                  <c:v>1.5</c:v>
                </c:pt>
                <c:pt idx="3355">
                  <c:v>1.5</c:v>
                </c:pt>
                <c:pt idx="3356">
                  <c:v>1.5</c:v>
                </c:pt>
                <c:pt idx="3357">
                  <c:v>1.5</c:v>
                </c:pt>
                <c:pt idx="3358">
                  <c:v>1.5</c:v>
                </c:pt>
                <c:pt idx="3359">
                  <c:v>1.5</c:v>
                </c:pt>
                <c:pt idx="3360">
                  <c:v>1.5</c:v>
                </c:pt>
                <c:pt idx="3361">
                  <c:v>1.5</c:v>
                </c:pt>
                <c:pt idx="3362">
                  <c:v>1.5</c:v>
                </c:pt>
                <c:pt idx="3363">
                  <c:v>1.5</c:v>
                </c:pt>
                <c:pt idx="3364">
                  <c:v>1.5</c:v>
                </c:pt>
                <c:pt idx="3365">
                  <c:v>1.5</c:v>
                </c:pt>
                <c:pt idx="3366">
                  <c:v>1.5</c:v>
                </c:pt>
                <c:pt idx="3367">
                  <c:v>1.5</c:v>
                </c:pt>
                <c:pt idx="3368">
                  <c:v>1.5</c:v>
                </c:pt>
                <c:pt idx="3369">
                  <c:v>1.5</c:v>
                </c:pt>
                <c:pt idx="3370">
                  <c:v>1.5</c:v>
                </c:pt>
                <c:pt idx="3371">
                  <c:v>1.5</c:v>
                </c:pt>
                <c:pt idx="3372">
                  <c:v>1.5</c:v>
                </c:pt>
                <c:pt idx="3373">
                  <c:v>1.5</c:v>
                </c:pt>
                <c:pt idx="3374">
                  <c:v>1.5</c:v>
                </c:pt>
                <c:pt idx="3375">
                  <c:v>1.5</c:v>
                </c:pt>
                <c:pt idx="3376">
                  <c:v>1.5</c:v>
                </c:pt>
                <c:pt idx="3377">
                  <c:v>1.5</c:v>
                </c:pt>
                <c:pt idx="3378">
                  <c:v>1.5</c:v>
                </c:pt>
                <c:pt idx="3379">
                  <c:v>1.5</c:v>
                </c:pt>
                <c:pt idx="3380">
                  <c:v>1.5</c:v>
                </c:pt>
                <c:pt idx="3381">
                  <c:v>1.5</c:v>
                </c:pt>
                <c:pt idx="3382">
                  <c:v>1.5</c:v>
                </c:pt>
                <c:pt idx="3383">
                  <c:v>1.5</c:v>
                </c:pt>
                <c:pt idx="3384">
                  <c:v>1.5</c:v>
                </c:pt>
                <c:pt idx="3385">
                  <c:v>1.5</c:v>
                </c:pt>
                <c:pt idx="3386">
                  <c:v>1.5</c:v>
                </c:pt>
                <c:pt idx="3387">
                  <c:v>1.5</c:v>
                </c:pt>
                <c:pt idx="3388">
                  <c:v>1.5</c:v>
                </c:pt>
                <c:pt idx="3389">
                  <c:v>1.5</c:v>
                </c:pt>
                <c:pt idx="3390">
                  <c:v>1.5</c:v>
                </c:pt>
                <c:pt idx="3391">
                  <c:v>1.5</c:v>
                </c:pt>
                <c:pt idx="3392">
                  <c:v>1.5</c:v>
                </c:pt>
                <c:pt idx="3393">
                  <c:v>1.5</c:v>
                </c:pt>
                <c:pt idx="3394">
                  <c:v>1.5</c:v>
                </c:pt>
                <c:pt idx="3395">
                  <c:v>1.5</c:v>
                </c:pt>
                <c:pt idx="3396">
                  <c:v>1.5</c:v>
                </c:pt>
                <c:pt idx="3397">
                  <c:v>1.5</c:v>
                </c:pt>
                <c:pt idx="3398">
                  <c:v>1.5</c:v>
                </c:pt>
                <c:pt idx="3399">
                  <c:v>1.5</c:v>
                </c:pt>
                <c:pt idx="3400">
                  <c:v>1.5</c:v>
                </c:pt>
                <c:pt idx="3401">
                  <c:v>1.5</c:v>
                </c:pt>
                <c:pt idx="3402">
                  <c:v>1.5</c:v>
                </c:pt>
                <c:pt idx="3403">
                  <c:v>1.5</c:v>
                </c:pt>
                <c:pt idx="3404">
                  <c:v>1.5</c:v>
                </c:pt>
                <c:pt idx="3405">
                  <c:v>1.5</c:v>
                </c:pt>
                <c:pt idx="3406">
                  <c:v>1.5</c:v>
                </c:pt>
                <c:pt idx="3407">
                  <c:v>1.5</c:v>
                </c:pt>
                <c:pt idx="3408">
                  <c:v>1.5</c:v>
                </c:pt>
                <c:pt idx="3409">
                  <c:v>1.5</c:v>
                </c:pt>
                <c:pt idx="3410">
                  <c:v>1.5</c:v>
                </c:pt>
                <c:pt idx="3411">
                  <c:v>1.5</c:v>
                </c:pt>
                <c:pt idx="3412">
                  <c:v>1.5</c:v>
                </c:pt>
                <c:pt idx="3413">
                  <c:v>1.5</c:v>
                </c:pt>
                <c:pt idx="3414">
                  <c:v>1.5</c:v>
                </c:pt>
                <c:pt idx="3415">
                  <c:v>1.5</c:v>
                </c:pt>
                <c:pt idx="3416">
                  <c:v>1.5</c:v>
                </c:pt>
                <c:pt idx="3417">
                  <c:v>1.5</c:v>
                </c:pt>
                <c:pt idx="3418">
                  <c:v>1.5</c:v>
                </c:pt>
                <c:pt idx="3419">
                  <c:v>1.5</c:v>
                </c:pt>
                <c:pt idx="3420">
                  <c:v>1.5</c:v>
                </c:pt>
                <c:pt idx="3421">
                  <c:v>1.5</c:v>
                </c:pt>
                <c:pt idx="3422">
                  <c:v>1.5</c:v>
                </c:pt>
                <c:pt idx="3423">
                  <c:v>1.5</c:v>
                </c:pt>
                <c:pt idx="3424">
                  <c:v>1.5</c:v>
                </c:pt>
                <c:pt idx="3425">
                  <c:v>1.5</c:v>
                </c:pt>
                <c:pt idx="3426">
                  <c:v>1.5</c:v>
                </c:pt>
                <c:pt idx="3427">
                  <c:v>1.5</c:v>
                </c:pt>
                <c:pt idx="3428">
                  <c:v>1.5</c:v>
                </c:pt>
                <c:pt idx="3429">
                  <c:v>1.5</c:v>
                </c:pt>
                <c:pt idx="3430">
                  <c:v>1.5</c:v>
                </c:pt>
                <c:pt idx="3431">
                  <c:v>1.5</c:v>
                </c:pt>
                <c:pt idx="3432">
                  <c:v>1.5</c:v>
                </c:pt>
                <c:pt idx="3433">
                  <c:v>1.5</c:v>
                </c:pt>
                <c:pt idx="3434">
                  <c:v>1.5</c:v>
                </c:pt>
                <c:pt idx="3435">
                  <c:v>1.5</c:v>
                </c:pt>
                <c:pt idx="3436">
                  <c:v>1.5</c:v>
                </c:pt>
                <c:pt idx="3437">
                  <c:v>1.5</c:v>
                </c:pt>
                <c:pt idx="3438">
                  <c:v>1.5</c:v>
                </c:pt>
                <c:pt idx="3439">
                  <c:v>1.5</c:v>
                </c:pt>
                <c:pt idx="3440">
                  <c:v>1.5</c:v>
                </c:pt>
                <c:pt idx="3441">
                  <c:v>1.5</c:v>
                </c:pt>
                <c:pt idx="3442">
                  <c:v>1.5</c:v>
                </c:pt>
                <c:pt idx="3443">
                  <c:v>1.5</c:v>
                </c:pt>
                <c:pt idx="3444">
                  <c:v>1.5</c:v>
                </c:pt>
                <c:pt idx="3445">
                  <c:v>1.5</c:v>
                </c:pt>
                <c:pt idx="3446">
                  <c:v>1.5</c:v>
                </c:pt>
                <c:pt idx="3447">
                  <c:v>1.5</c:v>
                </c:pt>
                <c:pt idx="3448">
                  <c:v>1.5</c:v>
                </c:pt>
                <c:pt idx="3449">
                  <c:v>1.5</c:v>
                </c:pt>
                <c:pt idx="3450">
                  <c:v>1.5</c:v>
                </c:pt>
                <c:pt idx="3451">
                  <c:v>1.5</c:v>
                </c:pt>
                <c:pt idx="3452">
                  <c:v>1.5</c:v>
                </c:pt>
                <c:pt idx="3453">
                  <c:v>1.5</c:v>
                </c:pt>
                <c:pt idx="3454">
                  <c:v>1.5</c:v>
                </c:pt>
                <c:pt idx="3455">
                  <c:v>1.5</c:v>
                </c:pt>
                <c:pt idx="3456">
                  <c:v>1.5</c:v>
                </c:pt>
                <c:pt idx="3457">
                  <c:v>1.5</c:v>
                </c:pt>
                <c:pt idx="3458">
                  <c:v>1.5</c:v>
                </c:pt>
                <c:pt idx="3459">
                  <c:v>1.5</c:v>
                </c:pt>
                <c:pt idx="3460">
                  <c:v>1.5</c:v>
                </c:pt>
                <c:pt idx="3461">
                  <c:v>1.5</c:v>
                </c:pt>
                <c:pt idx="3462">
                  <c:v>1.5</c:v>
                </c:pt>
                <c:pt idx="3463">
                  <c:v>1.5</c:v>
                </c:pt>
                <c:pt idx="3464">
                  <c:v>1.5</c:v>
                </c:pt>
                <c:pt idx="3465">
                  <c:v>1.5</c:v>
                </c:pt>
                <c:pt idx="3466">
                  <c:v>1.5</c:v>
                </c:pt>
                <c:pt idx="3467">
                  <c:v>1.5</c:v>
                </c:pt>
                <c:pt idx="3468">
                  <c:v>1.5</c:v>
                </c:pt>
                <c:pt idx="3469">
                  <c:v>1.5</c:v>
                </c:pt>
                <c:pt idx="3470">
                  <c:v>1.5</c:v>
                </c:pt>
                <c:pt idx="3471">
                  <c:v>1.5</c:v>
                </c:pt>
                <c:pt idx="3472">
                  <c:v>1.5</c:v>
                </c:pt>
                <c:pt idx="3473">
                  <c:v>1.5</c:v>
                </c:pt>
                <c:pt idx="3474">
                  <c:v>1.5</c:v>
                </c:pt>
                <c:pt idx="3475">
                  <c:v>1.5</c:v>
                </c:pt>
                <c:pt idx="3476">
                  <c:v>1.5</c:v>
                </c:pt>
                <c:pt idx="3477">
                  <c:v>1.5</c:v>
                </c:pt>
                <c:pt idx="3478">
                  <c:v>1</c:v>
                </c:pt>
                <c:pt idx="3479">
                  <c:v>1</c:v>
                </c:pt>
                <c:pt idx="3480">
                  <c:v>1</c:v>
                </c:pt>
                <c:pt idx="3481">
                  <c:v>1</c:v>
                </c:pt>
                <c:pt idx="3482">
                  <c:v>1</c:v>
                </c:pt>
                <c:pt idx="3483">
                  <c:v>1</c:v>
                </c:pt>
                <c:pt idx="3484">
                  <c:v>1</c:v>
                </c:pt>
                <c:pt idx="3485">
                  <c:v>1</c:v>
                </c:pt>
                <c:pt idx="3486">
                  <c:v>1</c:v>
                </c:pt>
                <c:pt idx="3487">
                  <c:v>1</c:v>
                </c:pt>
                <c:pt idx="3488">
                  <c:v>1</c:v>
                </c:pt>
                <c:pt idx="3489">
                  <c:v>1</c:v>
                </c:pt>
                <c:pt idx="3490">
                  <c:v>1</c:v>
                </c:pt>
                <c:pt idx="3491">
                  <c:v>1</c:v>
                </c:pt>
                <c:pt idx="3492">
                  <c:v>1</c:v>
                </c:pt>
                <c:pt idx="3493">
                  <c:v>1</c:v>
                </c:pt>
                <c:pt idx="3494">
                  <c:v>1</c:v>
                </c:pt>
                <c:pt idx="3495">
                  <c:v>1</c:v>
                </c:pt>
                <c:pt idx="3496">
                  <c:v>1</c:v>
                </c:pt>
                <c:pt idx="3497">
                  <c:v>1</c:v>
                </c:pt>
                <c:pt idx="3498">
                  <c:v>1</c:v>
                </c:pt>
                <c:pt idx="3499">
                  <c:v>1</c:v>
                </c:pt>
                <c:pt idx="3500">
                  <c:v>1</c:v>
                </c:pt>
                <c:pt idx="3501">
                  <c:v>1</c:v>
                </c:pt>
                <c:pt idx="3502">
                  <c:v>1</c:v>
                </c:pt>
                <c:pt idx="3503">
                  <c:v>1</c:v>
                </c:pt>
                <c:pt idx="3504">
                  <c:v>1</c:v>
                </c:pt>
                <c:pt idx="3505">
                  <c:v>1</c:v>
                </c:pt>
                <c:pt idx="3506">
                  <c:v>1</c:v>
                </c:pt>
                <c:pt idx="3507">
                  <c:v>1</c:v>
                </c:pt>
                <c:pt idx="3508">
                  <c:v>1</c:v>
                </c:pt>
                <c:pt idx="3509">
                  <c:v>1</c:v>
                </c:pt>
                <c:pt idx="3510">
                  <c:v>1</c:v>
                </c:pt>
                <c:pt idx="3511">
                  <c:v>1</c:v>
                </c:pt>
                <c:pt idx="3512">
                  <c:v>1</c:v>
                </c:pt>
                <c:pt idx="3513">
                  <c:v>1</c:v>
                </c:pt>
                <c:pt idx="3514">
                  <c:v>1</c:v>
                </c:pt>
                <c:pt idx="3515">
                  <c:v>1</c:v>
                </c:pt>
                <c:pt idx="3516">
                  <c:v>1</c:v>
                </c:pt>
                <c:pt idx="3517">
                  <c:v>1</c:v>
                </c:pt>
                <c:pt idx="3518">
                  <c:v>1</c:v>
                </c:pt>
                <c:pt idx="3519">
                  <c:v>1</c:v>
                </c:pt>
                <c:pt idx="3520">
                  <c:v>1</c:v>
                </c:pt>
                <c:pt idx="3521">
                  <c:v>1</c:v>
                </c:pt>
                <c:pt idx="3522">
                  <c:v>1</c:v>
                </c:pt>
                <c:pt idx="3523">
                  <c:v>1</c:v>
                </c:pt>
                <c:pt idx="3524">
                  <c:v>1</c:v>
                </c:pt>
                <c:pt idx="3525">
                  <c:v>1</c:v>
                </c:pt>
                <c:pt idx="3526">
                  <c:v>1</c:v>
                </c:pt>
                <c:pt idx="3527">
                  <c:v>1</c:v>
                </c:pt>
                <c:pt idx="3528">
                  <c:v>1</c:v>
                </c:pt>
                <c:pt idx="3529">
                  <c:v>1</c:v>
                </c:pt>
                <c:pt idx="3530">
                  <c:v>1</c:v>
                </c:pt>
                <c:pt idx="3531">
                  <c:v>1</c:v>
                </c:pt>
                <c:pt idx="3532">
                  <c:v>1</c:v>
                </c:pt>
                <c:pt idx="3533">
                  <c:v>1</c:v>
                </c:pt>
                <c:pt idx="3534">
                  <c:v>1</c:v>
                </c:pt>
                <c:pt idx="3535">
                  <c:v>1</c:v>
                </c:pt>
                <c:pt idx="3536">
                  <c:v>1</c:v>
                </c:pt>
                <c:pt idx="3537">
                  <c:v>1</c:v>
                </c:pt>
                <c:pt idx="3538">
                  <c:v>1</c:v>
                </c:pt>
                <c:pt idx="3539">
                  <c:v>1</c:v>
                </c:pt>
                <c:pt idx="3540">
                  <c:v>1</c:v>
                </c:pt>
                <c:pt idx="3541">
                  <c:v>1</c:v>
                </c:pt>
                <c:pt idx="3542">
                  <c:v>1</c:v>
                </c:pt>
                <c:pt idx="3543">
                  <c:v>1</c:v>
                </c:pt>
                <c:pt idx="3544">
                  <c:v>1</c:v>
                </c:pt>
                <c:pt idx="3545">
                  <c:v>1</c:v>
                </c:pt>
                <c:pt idx="3546">
                  <c:v>1</c:v>
                </c:pt>
                <c:pt idx="3547">
                  <c:v>1</c:v>
                </c:pt>
                <c:pt idx="3548">
                  <c:v>1</c:v>
                </c:pt>
                <c:pt idx="3549">
                  <c:v>1</c:v>
                </c:pt>
                <c:pt idx="3550">
                  <c:v>1</c:v>
                </c:pt>
                <c:pt idx="3551">
                  <c:v>1</c:v>
                </c:pt>
                <c:pt idx="3552">
                  <c:v>1</c:v>
                </c:pt>
                <c:pt idx="3553">
                  <c:v>1</c:v>
                </c:pt>
                <c:pt idx="3554">
                  <c:v>1</c:v>
                </c:pt>
                <c:pt idx="3555">
                  <c:v>1</c:v>
                </c:pt>
                <c:pt idx="3556">
                  <c:v>1</c:v>
                </c:pt>
                <c:pt idx="3557">
                  <c:v>1</c:v>
                </c:pt>
                <c:pt idx="3558">
                  <c:v>1</c:v>
                </c:pt>
                <c:pt idx="3559">
                  <c:v>1</c:v>
                </c:pt>
                <c:pt idx="3560">
                  <c:v>1</c:v>
                </c:pt>
                <c:pt idx="3561">
                  <c:v>1</c:v>
                </c:pt>
                <c:pt idx="3562">
                  <c:v>1</c:v>
                </c:pt>
                <c:pt idx="3563">
                  <c:v>1</c:v>
                </c:pt>
                <c:pt idx="3564">
                  <c:v>1</c:v>
                </c:pt>
                <c:pt idx="3565">
                  <c:v>1</c:v>
                </c:pt>
                <c:pt idx="3566">
                  <c:v>1</c:v>
                </c:pt>
                <c:pt idx="3567">
                  <c:v>1</c:v>
                </c:pt>
                <c:pt idx="3568">
                  <c:v>1</c:v>
                </c:pt>
                <c:pt idx="3569">
                  <c:v>1</c:v>
                </c:pt>
                <c:pt idx="3570">
                  <c:v>1</c:v>
                </c:pt>
                <c:pt idx="3571">
                  <c:v>1</c:v>
                </c:pt>
                <c:pt idx="3572">
                  <c:v>1</c:v>
                </c:pt>
                <c:pt idx="3573">
                  <c:v>1</c:v>
                </c:pt>
                <c:pt idx="3574">
                  <c:v>1</c:v>
                </c:pt>
                <c:pt idx="3575">
                  <c:v>1</c:v>
                </c:pt>
                <c:pt idx="3576">
                  <c:v>1</c:v>
                </c:pt>
                <c:pt idx="3577">
                  <c:v>1</c:v>
                </c:pt>
                <c:pt idx="3578">
                  <c:v>1</c:v>
                </c:pt>
                <c:pt idx="3579">
                  <c:v>1</c:v>
                </c:pt>
                <c:pt idx="3580">
                  <c:v>1</c:v>
                </c:pt>
                <c:pt idx="3581">
                  <c:v>1</c:v>
                </c:pt>
                <c:pt idx="3582">
                  <c:v>1</c:v>
                </c:pt>
                <c:pt idx="3583">
                  <c:v>1</c:v>
                </c:pt>
                <c:pt idx="3584">
                  <c:v>1</c:v>
                </c:pt>
                <c:pt idx="3585">
                  <c:v>1</c:v>
                </c:pt>
                <c:pt idx="3586">
                  <c:v>1</c:v>
                </c:pt>
                <c:pt idx="3587">
                  <c:v>1</c:v>
                </c:pt>
                <c:pt idx="3588">
                  <c:v>1</c:v>
                </c:pt>
                <c:pt idx="3589">
                  <c:v>1</c:v>
                </c:pt>
                <c:pt idx="3590">
                  <c:v>1</c:v>
                </c:pt>
                <c:pt idx="3591">
                  <c:v>1</c:v>
                </c:pt>
                <c:pt idx="3592">
                  <c:v>1</c:v>
                </c:pt>
                <c:pt idx="3593">
                  <c:v>1</c:v>
                </c:pt>
                <c:pt idx="3594">
                  <c:v>1</c:v>
                </c:pt>
                <c:pt idx="3595">
                  <c:v>1</c:v>
                </c:pt>
                <c:pt idx="3596">
                  <c:v>1</c:v>
                </c:pt>
                <c:pt idx="3597">
                  <c:v>1</c:v>
                </c:pt>
                <c:pt idx="3598">
                  <c:v>1</c:v>
                </c:pt>
                <c:pt idx="3599">
                  <c:v>1</c:v>
                </c:pt>
                <c:pt idx="3600">
                  <c:v>1</c:v>
                </c:pt>
                <c:pt idx="3601">
                  <c:v>1</c:v>
                </c:pt>
                <c:pt idx="3602">
                  <c:v>1</c:v>
                </c:pt>
                <c:pt idx="3603">
                  <c:v>1</c:v>
                </c:pt>
                <c:pt idx="3604">
                  <c:v>1</c:v>
                </c:pt>
                <c:pt idx="3605">
                  <c:v>1</c:v>
                </c:pt>
                <c:pt idx="3606">
                  <c:v>1</c:v>
                </c:pt>
                <c:pt idx="3607">
                  <c:v>1</c:v>
                </c:pt>
                <c:pt idx="3608">
                  <c:v>1</c:v>
                </c:pt>
                <c:pt idx="3609">
                  <c:v>1</c:v>
                </c:pt>
                <c:pt idx="3610">
                  <c:v>1</c:v>
                </c:pt>
                <c:pt idx="3611">
                  <c:v>1</c:v>
                </c:pt>
                <c:pt idx="3612">
                  <c:v>1</c:v>
                </c:pt>
                <c:pt idx="3613">
                  <c:v>0.75</c:v>
                </c:pt>
                <c:pt idx="3614">
                  <c:v>0.75</c:v>
                </c:pt>
                <c:pt idx="3615">
                  <c:v>0.75</c:v>
                </c:pt>
                <c:pt idx="3616">
                  <c:v>0.75</c:v>
                </c:pt>
                <c:pt idx="3617">
                  <c:v>0.75</c:v>
                </c:pt>
                <c:pt idx="3618">
                  <c:v>0.75</c:v>
                </c:pt>
                <c:pt idx="3619">
                  <c:v>0.75</c:v>
                </c:pt>
                <c:pt idx="3620">
                  <c:v>0.75</c:v>
                </c:pt>
                <c:pt idx="3621">
                  <c:v>0.75</c:v>
                </c:pt>
                <c:pt idx="3622">
                  <c:v>0.75</c:v>
                </c:pt>
                <c:pt idx="3623">
                  <c:v>0.75</c:v>
                </c:pt>
                <c:pt idx="3624">
                  <c:v>0.75</c:v>
                </c:pt>
                <c:pt idx="3625">
                  <c:v>0.75</c:v>
                </c:pt>
                <c:pt idx="3626">
                  <c:v>0.75</c:v>
                </c:pt>
                <c:pt idx="3627">
                  <c:v>0.75</c:v>
                </c:pt>
                <c:pt idx="3628">
                  <c:v>0.75</c:v>
                </c:pt>
                <c:pt idx="3629">
                  <c:v>0.75</c:v>
                </c:pt>
                <c:pt idx="3630">
                  <c:v>0.75</c:v>
                </c:pt>
                <c:pt idx="3631">
                  <c:v>0.75</c:v>
                </c:pt>
                <c:pt idx="3632">
                  <c:v>0.75</c:v>
                </c:pt>
                <c:pt idx="3633">
                  <c:v>0.75</c:v>
                </c:pt>
                <c:pt idx="3634">
                  <c:v>0.75</c:v>
                </c:pt>
                <c:pt idx="3635">
                  <c:v>0.75</c:v>
                </c:pt>
                <c:pt idx="3636">
                  <c:v>0.75</c:v>
                </c:pt>
                <c:pt idx="3637">
                  <c:v>0.75</c:v>
                </c:pt>
                <c:pt idx="3638">
                  <c:v>0.75</c:v>
                </c:pt>
                <c:pt idx="3639">
                  <c:v>0.75</c:v>
                </c:pt>
                <c:pt idx="3640">
                  <c:v>0.75</c:v>
                </c:pt>
                <c:pt idx="3641">
                  <c:v>0.75</c:v>
                </c:pt>
                <c:pt idx="3642">
                  <c:v>0.75</c:v>
                </c:pt>
                <c:pt idx="3643">
                  <c:v>0.75</c:v>
                </c:pt>
                <c:pt idx="3644">
                  <c:v>0.75</c:v>
                </c:pt>
                <c:pt idx="3645">
                  <c:v>0.75</c:v>
                </c:pt>
                <c:pt idx="3646">
                  <c:v>0.75</c:v>
                </c:pt>
                <c:pt idx="3647">
                  <c:v>0.75</c:v>
                </c:pt>
                <c:pt idx="3648">
                  <c:v>0.75</c:v>
                </c:pt>
                <c:pt idx="3649">
                  <c:v>0.75</c:v>
                </c:pt>
                <c:pt idx="3650">
                  <c:v>0.75</c:v>
                </c:pt>
                <c:pt idx="3651">
                  <c:v>0.75</c:v>
                </c:pt>
                <c:pt idx="3652">
                  <c:v>0.75</c:v>
                </c:pt>
                <c:pt idx="3653">
                  <c:v>0.75</c:v>
                </c:pt>
                <c:pt idx="3654">
                  <c:v>0.75</c:v>
                </c:pt>
                <c:pt idx="3655">
                  <c:v>0.75</c:v>
                </c:pt>
                <c:pt idx="3656">
                  <c:v>0.75</c:v>
                </c:pt>
                <c:pt idx="3657">
                  <c:v>0.75</c:v>
                </c:pt>
                <c:pt idx="3658">
                  <c:v>0.75</c:v>
                </c:pt>
                <c:pt idx="3659">
                  <c:v>0.75</c:v>
                </c:pt>
                <c:pt idx="3660">
                  <c:v>0.75</c:v>
                </c:pt>
                <c:pt idx="3661">
                  <c:v>0.75</c:v>
                </c:pt>
                <c:pt idx="3662">
                  <c:v>0.75</c:v>
                </c:pt>
                <c:pt idx="3663">
                  <c:v>0.75</c:v>
                </c:pt>
                <c:pt idx="3664">
                  <c:v>0.75</c:v>
                </c:pt>
                <c:pt idx="3665">
                  <c:v>0.75</c:v>
                </c:pt>
                <c:pt idx="3666">
                  <c:v>0.75</c:v>
                </c:pt>
                <c:pt idx="3667">
                  <c:v>0.75</c:v>
                </c:pt>
                <c:pt idx="3668">
                  <c:v>0.75</c:v>
                </c:pt>
                <c:pt idx="3669">
                  <c:v>0.75</c:v>
                </c:pt>
                <c:pt idx="3670">
                  <c:v>0.75</c:v>
                </c:pt>
                <c:pt idx="3671">
                  <c:v>0.75</c:v>
                </c:pt>
                <c:pt idx="3672">
                  <c:v>0.75</c:v>
                </c:pt>
                <c:pt idx="3673">
                  <c:v>0.75</c:v>
                </c:pt>
                <c:pt idx="3674">
                  <c:v>0.75</c:v>
                </c:pt>
                <c:pt idx="3675">
                  <c:v>0.75</c:v>
                </c:pt>
                <c:pt idx="3676">
                  <c:v>0.75</c:v>
                </c:pt>
                <c:pt idx="3677">
                  <c:v>0.75</c:v>
                </c:pt>
                <c:pt idx="3678">
                  <c:v>0.75</c:v>
                </c:pt>
                <c:pt idx="3679">
                  <c:v>0.75</c:v>
                </c:pt>
                <c:pt idx="3680">
                  <c:v>0.75</c:v>
                </c:pt>
                <c:pt idx="3681">
                  <c:v>0.75</c:v>
                </c:pt>
                <c:pt idx="3682">
                  <c:v>0.75</c:v>
                </c:pt>
                <c:pt idx="3683">
                  <c:v>0.75</c:v>
                </c:pt>
                <c:pt idx="3684">
                  <c:v>0.75</c:v>
                </c:pt>
                <c:pt idx="3685">
                  <c:v>0.75</c:v>
                </c:pt>
                <c:pt idx="3686">
                  <c:v>0.75</c:v>
                </c:pt>
                <c:pt idx="3687">
                  <c:v>0.75</c:v>
                </c:pt>
                <c:pt idx="3688">
                  <c:v>0.75</c:v>
                </c:pt>
                <c:pt idx="3689">
                  <c:v>0.75</c:v>
                </c:pt>
                <c:pt idx="3690">
                  <c:v>0.75</c:v>
                </c:pt>
                <c:pt idx="3691">
                  <c:v>0.75</c:v>
                </c:pt>
                <c:pt idx="3692">
                  <c:v>0.75</c:v>
                </c:pt>
                <c:pt idx="3693">
                  <c:v>0.75</c:v>
                </c:pt>
                <c:pt idx="3694">
                  <c:v>0.75</c:v>
                </c:pt>
                <c:pt idx="3695">
                  <c:v>0.75</c:v>
                </c:pt>
                <c:pt idx="3696">
                  <c:v>0.75</c:v>
                </c:pt>
                <c:pt idx="3697">
                  <c:v>0.75</c:v>
                </c:pt>
                <c:pt idx="3698">
                  <c:v>0.75</c:v>
                </c:pt>
                <c:pt idx="3699">
                  <c:v>0.75</c:v>
                </c:pt>
                <c:pt idx="3700">
                  <c:v>0.75</c:v>
                </c:pt>
                <c:pt idx="3701">
                  <c:v>0.75</c:v>
                </c:pt>
                <c:pt idx="3702">
                  <c:v>0.75</c:v>
                </c:pt>
                <c:pt idx="3703">
                  <c:v>0.75</c:v>
                </c:pt>
                <c:pt idx="3704">
                  <c:v>0.75</c:v>
                </c:pt>
                <c:pt idx="3705">
                  <c:v>0.75</c:v>
                </c:pt>
                <c:pt idx="3706">
                  <c:v>0.75</c:v>
                </c:pt>
                <c:pt idx="3707">
                  <c:v>0.75</c:v>
                </c:pt>
                <c:pt idx="3708">
                  <c:v>0.75</c:v>
                </c:pt>
                <c:pt idx="3709">
                  <c:v>0.75</c:v>
                </c:pt>
                <c:pt idx="3710">
                  <c:v>0.75</c:v>
                </c:pt>
                <c:pt idx="3711">
                  <c:v>0.75</c:v>
                </c:pt>
                <c:pt idx="3712">
                  <c:v>0.75</c:v>
                </c:pt>
                <c:pt idx="3713">
                  <c:v>0.75</c:v>
                </c:pt>
                <c:pt idx="3714">
                  <c:v>0.75</c:v>
                </c:pt>
                <c:pt idx="3715">
                  <c:v>0.75</c:v>
                </c:pt>
                <c:pt idx="3716">
                  <c:v>0.75</c:v>
                </c:pt>
                <c:pt idx="3717">
                  <c:v>0.75</c:v>
                </c:pt>
                <c:pt idx="3718">
                  <c:v>0.75</c:v>
                </c:pt>
                <c:pt idx="3719">
                  <c:v>0.75</c:v>
                </c:pt>
                <c:pt idx="3720">
                  <c:v>0.75</c:v>
                </c:pt>
                <c:pt idx="3721">
                  <c:v>0.75</c:v>
                </c:pt>
                <c:pt idx="3722">
                  <c:v>0.75</c:v>
                </c:pt>
                <c:pt idx="3723">
                  <c:v>0.75</c:v>
                </c:pt>
                <c:pt idx="3724">
                  <c:v>0.75</c:v>
                </c:pt>
                <c:pt idx="3725">
                  <c:v>0.75</c:v>
                </c:pt>
                <c:pt idx="3726">
                  <c:v>0.75</c:v>
                </c:pt>
                <c:pt idx="3727">
                  <c:v>0.75</c:v>
                </c:pt>
                <c:pt idx="3728">
                  <c:v>0.75</c:v>
                </c:pt>
                <c:pt idx="3729">
                  <c:v>0.75</c:v>
                </c:pt>
                <c:pt idx="3730">
                  <c:v>0.75</c:v>
                </c:pt>
                <c:pt idx="3731">
                  <c:v>0.75</c:v>
                </c:pt>
                <c:pt idx="3732">
                  <c:v>0.75</c:v>
                </c:pt>
                <c:pt idx="3733">
                  <c:v>0.75</c:v>
                </c:pt>
                <c:pt idx="3734">
                  <c:v>0.75</c:v>
                </c:pt>
                <c:pt idx="3735">
                  <c:v>0.75</c:v>
                </c:pt>
                <c:pt idx="3736">
                  <c:v>0.75</c:v>
                </c:pt>
                <c:pt idx="3737">
                  <c:v>0.75</c:v>
                </c:pt>
                <c:pt idx="3738">
                  <c:v>0.75</c:v>
                </c:pt>
                <c:pt idx="3739">
                  <c:v>0.75</c:v>
                </c:pt>
                <c:pt idx="3740">
                  <c:v>0.75</c:v>
                </c:pt>
                <c:pt idx="3741">
                  <c:v>0.75</c:v>
                </c:pt>
                <c:pt idx="3742">
                  <c:v>0.75</c:v>
                </c:pt>
                <c:pt idx="3743">
                  <c:v>0.75</c:v>
                </c:pt>
                <c:pt idx="3744">
                  <c:v>0.75</c:v>
                </c:pt>
                <c:pt idx="3745">
                  <c:v>0.75</c:v>
                </c:pt>
                <c:pt idx="3746">
                  <c:v>0.75</c:v>
                </c:pt>
                <c:pt idx="3747">
                  <c:v>0.75</c:v>
                </c:pt>
                <c:pt idx="3748">
                  <c:v>0.75</c:v>
                </c:pt>
                <c:pt idx="3749">
                  <c:v>0.75</c:v>
                </c:pt>
                <c:pt idx="3750">
                  <c:v>0.75</c:v>
                </c:pt>
                <c:pt idx="3751">
                  <c:v>0.75</c:v>
                </c:pt>
                <c:pt idx="3752">
                  <c:v>0.75</c:v>
                </c:pt>
                <c:pt idx="3753">
                  <c:v>0.75</c:v>
                </c:pt>
                <c:pt idx="3754">
                  <c:v>0.75</c:v>
                </c:pt>
                <c:pt idx="3755">
                  <c:v>0.75</c:v>
                </c:pt>
                <c:pt idx="3756">
                  <c:v>0.75</c:v>
                </c:pt>
                <c:pt idx="3757">
                  <c:v>0.75</c:v>
                </c:pt>
                <c:pt idx="3758">
                  <c:v>0.75</c:v>
                </c:pt>
                <c:pt idx="3759">
                  <c:v>0.75</c:v>
                </c:pt>
                <c:pt idx="3760">
                  <c:v>0.75</c:v>
                </c:pt>
                <c:pt idx="3761">
                  <c:v>0.75</c:v>
                </c:pt>
                <c:pt idx="3762">
                  <c:v>0.75</c:v>
                </c:pt>
                <c:pt idx="3763">
                  <c:v>0.4</c:v>
                </c:pt>
                <c:pt idx="3764">
                  <c:v>0.4</c:v>
                </c:pt>
                <c:pt idx="3765">
                  <c:v>0.4</c:v>
                </c:pt>
                <c:pt idx="3766">
                  <c:v>0.4</c:v>
                </c:pt>
                <c:pt idx="3767">
                  <c:v>0.4</c:v>
                </c:pt>
                <c:pt idx="3768">
                  <c:v>0.4</c:v>
                </c:pt>
                <c:pt idx="3769">
                  <c:v>0.4</c:v>
                </c:pt>
                <c:pt idx="3770">
                  <c:v>0.4</c:v>
                </c:pt>
                <c:pt idx="3771">
                  <c:v>0.4</c:v>
                </c:pt>
                <c:pt idx="3772">
                  <c:v>0.4</c:v>
                </c:pt>
                <c:pt idx="3773">
                  <c:v>0.4</c:v>
                </c:pt>
                <c:pt idx="3774">
                  <c:v>0.4</c:v>
                </c:pt>
                <c:pt idx="3775">
                  <c:v>0.4</c:v>
                </c:pt>
                <c:pt idx="3776">
                  <c:v>0.4</c:v>
                </c:pt>
                <c:pt idx="3777">
                  <c:v>0.4</c:v>
                </c:pt>
                <c:pt idx="3778">
                  <c:v>0.4</c:v>
                </c:pt>
                <c:pt idx="3779">
                  <c:v>0.4</c:v>
                </c:pt>
                <c:pt idx="3780">
                  <c:v>0.4</c:v>
                </c:pt>
                <c:pt idx="3781">
                  <c:v>0.4</c:v>
                </c:pt>
                <c:pt idx="3782">
                  <c:v>0.4</c:v>
                </c:pt>
                <c:pt idx="3783">
                  <c:v>0.4</c:v>
                </c:pt>
                <c:pt idx="3784">
                  <c:v>0.4</c:v>
                </c:pt>
                <c:pt idx="3785">
                  <c:v>0.4</c:v>
                </c:pt>
                <c:pt idx="3786">
                  <c:v>0.4</c:v>
                </c:pt>
                <c:pt idx="3787">
                  <c:v>0.4</c:v>
                </c:pt>
                <c:pt idx="3788">
                  <c:v>0.4</c:v>
                </c:pt>
                <c:pt idx="3789">
                  <c:v>0.4</c:v>
                </c:pt>
                <c:pt idx="3790">
                  <c:v>0.4</c:v>
                </c:pt>
                <c:pt idx="3791">
                  <c:v>0.4</c:v>
                </c:pt>
                <c:pt idx="3792">
                  <c:v>0.4</c:v>
                </c:pt>
                <c:pt idx="3793">
                  <c:v>0.4</c:v>
                </c:pt>
                <c:pt idx="3794">
                  <c:v>0.4</c:v>
                </c:pt>
                <c:pt idx="3795">
                  <c:v>0.4</c:v>
                </c:pt>
                <c:pt idx="3796">
                  <c:v>0.4</c:v>
                </c:pt>
                <c:pt idx="3797">
                  <c:v>0.4</c:v>
                </c:pt>
                <c:pt idx="3798">
                  <c:v>0.4</c:v>
                </c:pt>
                <c:pt idx="3799">
                  <c:v>0.4</c:v>
                </c:pt>
                <c:pt idx="3800">
                  <c:v>0.4</c:v>
                </c:pt>
                <c:pt idx="3801">
                  <c:v>0.4</c:v>
                </c:pt>
                <c:pt idx="3802">
                  <c:v>0.4</c:v>
                </c:pt>
                <c:pt idx="3803">
                  <c:v>0.4</c:v>
                </c:pt>
                <c:pt idx="3804">
                  <c:v>0.4</c:v>
                </c:pt>
                <c:pt idx="3805">
                  <c:v>0.4</c:v>
                </c:pt>
                <c:pt idx="3806">
                  <c:v>0.4</c:v>
                </c:pt>
                <c:pt idx="3807">
                  <c:v>0.4</c:v>
                </c:pt>
                <c:pt idx="3808">
                  <c:v>0.4</c:v>
                </c:pt>
                <c:pt idx="3809">
                  <c:v>0.4</c:v>
                </c:pt>
                <c:pt idx="3810">
                  <c:v>0.4</c:v>
                </c:pt>
                <c:pt idx="3811">
                  <c:v>0.4</c:v>
                </c:pt>
                <c:pt idx="3812">
                  <c:v>0.4</c:v>
                </c:pt>
                <c:pt idx="3813">
                  <c:v>0.4</c:v>
                </c:pt>
                <c:pt idx="3814">
                  <c:v>0.4</c:v>
                </c:pt>
                <c:pt idx="3815">
                  <c:v>0.4</c:v>
                </c:pt>
                <c:pt idx="3816">
                  <c:v>0.4</c:v>
                </c:pt>
                <c:pt idx="3817">
                  <c:v>0.4</c:v>
                </c:pt>
                <c:pt idx="3818">
                  <c:v>0.4</c:v>
                </c:pt>
                <c:pt idx="3819">
                  <c:v>0.4</c:v>
                </c:pt>
                <c:pt idx="3820">
                  <c:v>0.4</c:v>
                </c:pt>
                <c:pt idx="3821">
                  <c:v>0.4</c:v>
                </c:pt>
                <c:pt idx="3822">
                  <c:v>0.4</c:v>
                </c:pt>
                <c:pt idx="3823">
                  <c:v>0.4</c:v>
                </c:pt>
                <c:pt idx="3824">
                  <c:v>0.4</c:v>
                </c:pt>
                <c:pt idx="3825">
                  <c:v>0.4</c:v>
                </c:pt>
                <c:pt idx="3826">
                  <c:v>0.4</c:v>
                </c:pt>
                <c:pt idx="3827">
                  <c:v>0.4</c:v>
                </c:pt>
                <c:pt idx="3828">
                  <c:v>0.3</c:v>
                </c:pt>
                <c:pt idx="3829">
                  <c:v>0.3</c:v>
                </c:pt>
                <c:pt idx="3830">
                  <c:v>0.3</c:v>
                </c:pt>
                <c:pt idx="3831">
                  <c:v>0.3</c:v>
                </c:pt>
                <c:pt idx="3832">
                  <c:v>0.3</c:v>
                </c:pt>
                <c:pt idx="3833">
                  <c:v>0.3</c:v>
                </c:pt>
                <c:pt idx="3834">
                  <c:v>0.3</c:v>
                </c:pt>
                <c:pt idx="3835">
                  <c:v>0.3</c:v>
                </c:pt>
                <c:pt idx="3836">
                  <c:v>0.3</c:v>
                </c:pt>
                <c:pt idx="3837">
                  <c:v>0.3</c:v>
                </c:pt>
                <c:pt idx="3838">
                  <c:v>0.3</c:v>
                </c:pt>
                <c:pt idx="3839">
                  <c:v>0.3</c:v>
                </c:pt>
                <c:pt idx="3840">
                  <c:v>0.3</c:v>
                </c:pt>
                <c:pt idx="3841">
                  <c:v>0.3</c:v>
                </c:pt>
                <c:pt idx="3842">
                  <c:v>0.3</c:v>
                </c:pt>
                <c:pt idx="3843">
                  <c:v>0.3</c:v>
                </c:pt>
                <c:pt idx="3844">
                  <c:v>0.3</c:v>
                </c:pt>
                <c:pt idx="3845">
                  <c:v>0.3</c:v>
                </c:pt>
                <c:pt idx="3846">
                  <c:v>0.3</c:v>
                </c:pt>
                <c:pt idx="3847">
                  <c:v>0.3</c:v>
                </c:pt>
                <c:pt idx="3848">
                  <c:v>0.3</c:v>
                </c:pt>
                <c:pt idx="3849">
                  <c:v>0.3</c:v>
                </c:pt>
                <c:pt idx="3850">
                  <c:v>0.3</c:v>
                </c:pt>
                <c:pt idx="3851">
                  <c:v>0.3</c:v>
                </c:pt>
                <c:pt idx="3852">
                  <c:v>0.3</c:v>
                </c:pt>
                <c:pt idx="3853">
                  <c:v>0.3</c:v>
                </c:pt>
                <c:pt idx="3854">
                  <c:v>0.3</c:v>
                </c:pt>
                <c:pt idx="3855">
                  <c:v>0.3</c:v>
                </c:pt>
                <c:pt idx="3856">
                  <c:v>0.3</c:v>
                </c:pt>
                <c:pt idx="3857">
                  <c:v>0.3</c:v>
                </c:pt>
                <c:pt idx="3858">
                  <c:v>0.3</c:v>
                </c:pt>
                <c:pt idx="3859">
                  <c:v>0.3</c:v>
                </c:pt>
                <c:pt idx="3860">
                  <c:v>0.3</c:v>
                </c:pt>
                <c:pt idx="3861">
                  <c:v>0.3</c:v>
                </c:pt>
                <c:pt idx="3862">
                  <c:v>0.3</c:v>
                </c:pt>
                <c:pt idx="3863">
                  <c:v>0.3</c:v>
                </c:pt>
                <c:pt idx="3864">
                  <c:v>0.3</c:v>
                </c:pt>
                <c:pt idx="3865">
                  <c:v>0.3</c:v>
                </c:pt>
                <c:pt idx="3866">
                  <c:v>0.3</c:v>
                </c:pt>
                <c:pt idx="3867">
                  <c:v>0.3</c:v>
                </c:pt>
                <c:pt idx="3868">
                  <c:v>0.3</c:v>
                </c:pt>
                <c:pt idx="3869">
                  <c:v>0.3</c:v>
                </c:pt>
                <c:pt idx="3870">
                  <c:v>0.3</c:v>
                </c:pt>
                <c:pt idx="3871">
                  <c:v>0.3</c:v>
                </c:pt>
                <c:pt idx="3872">
                  <c:v>0.3</c:v>
                </c:pt>
                <c:pt idx="3873">
                  <c:v>0.3</c:v>
                </c:pt>
                <c:pt idx="3874">
                  <c:v>0.3</c:v>
                </c:pt>
                <c:pt idx="3875">
                  <c:v>0.3</c:v>
                </c:pt>
                <c:pt idx="3876">
                  <c:v>0.3</c:v>
                </c:pt>
                <c:pt idx="3877">
                  <c:v>0.3</c:v>
                </c:pt>
                <c:pt idx="3878">
                  <c:v>0.3</c:v>
                </c:pt>
                <c:pt idx="3879">
                  <c:v>0.3</c:v>
                </c:pt>
                <c:pt idx="3880">
                  <c:v>0.3</c:v>
                </c:pt>
                <c:pt idx="3881">
                  <c:v>0.3</c:v>
                </c:pt>
                <c:pt idx="3882">
                  <c:v>0.3</c:v>
                </c:pt>
                <c:pt idx="3883">
                  <c:v>0.3</c:v>
                </c:pt>
                <c:pt idx="3884">
                  <c:v>0.3</c:v>
                </c:pt>
                <c:pt idx="3885">
                  <c:v>0.3</c:v>
                </c:pt>
                <c:pt idx="3886">
                  <c:v>0.3</c:v>
                </c:pt>
                <c:pt idx="3887">
                  <c:v>0.3</c:v>
                </c:pt>
                <c:pt idx="3888">
                  <c:v>0.3</c:v>
                </c:pt>
                <c:pt idx="3889">
                  <c:v>0.3</c:v>
                </c:pt>
                <c:pt idx="3890">
                  <c:v>0.3</c:v>
                </c:pt>
                <c:pt idx="3891">
                  <c:v>0.3</c:v>
                </c:pt>
                <c:pt idx="3892">
                  <c:v>0.3</c:v>
                </c:pt>
                <c:pt idx="3893">
                  <c:v>0.3</c:v>
                </c:pt>
                <c:pt idx="3894">
                  <c:v>0.3</c:v>
                </c:pt>
                <c:pt idx="3895">
                  <c:v>0.3</c:v>
                </c:pt>
                <c:pt idx="3896">
                  <c:v>0.3</c:v>
                </c:pt>
                <c:pt idx="3897">
                  <c:v>0.3</c:v>
                </c:pt>
                <c:pt idx="3898">
                  <c:v>0.3</c:v>
                </c:pt>
                <c:pt idx="3899">
                  <c:v>0.3</c:v>
                </c:pt>
                <c:pt idx="3900">
                  <c:v>0.3</c:v>
                </c:pt>
                <c:pt idx="3901">
                  <c:v>0.3</c:v>
                </c:pt>
                <c:pt idx="3902">
                  <c:v>0.3</c:v>
                </c:pt>
                <c:pt idx="3903">
                  <c:v>0.3</c:v>
                </c:pt>
                <c:pt idx="3904">
                  <c:v>0.3</c:v>
                </c:pt>
                <c:pt idx="3905">
                  <c:v>0.3</c:v>
                </c:pt>
                <c:pt idx="3906">
                  <c:v>0.3</c:v>
                </c:pt>
                <c:pt idx="3907">
                  <c:v>0.3</c:v>
                </c:pt>
                <c:pt idx="3908">
                  <c:v>0.3</c:v>
                </c:pt>
                <c:pt idx="3909">
                  <c:v>0.3</c:v>
                </c:pt>
                <c:pt idx="3910">
                  <c:v>0.3</c:v>
                </c:pt>
                <c:pt idx="3911">
                  <c:v>0.3</c:v>
                </c:pt>
                <c:pt idx="3912">
                  <c:v>0.3</c:v>
                </c:pt>
                <c:pt idx="3913">
                  <c:v>0.3</c:v>
                </c:pt>
                <c:pt idx="3914">
                  <c:v>0.3</c:v>
                </c:pt>
                <c:pt idx="3915">
                  <c:v>0.3</c:v>
                </c:pt>
                <c:pt idx="3916">
                  <c:v>0.3</c:v>
                </c:pt>
                <c:pt idx="3917">
                  <c:v>0.3</c:v>
                </c:pt>
                <c:pt idx="3918">
                  <c:v>0.3</c:v>
                </c:pt>
                <c:pt idx="3919">
                  <c:v>0.3</c:v>
                </c:pt>
                <c:pt idx="3920">
                  <c:v>0.3</c:v>
                </c:pt>
                <c:pt idx="3921">
                  <c:v>0.3</c:v>
                </c:pt>
                <c:pt idx="3922">
                  <c:v>0.3</c:v>
                </c:pt>
                <c:pt idx="3923">
                  <c:v>0.3</c:v>
                </c:pt>
                <c:pt idx="3924">
                  <c:v>0.3</c:v>
                </c:pt>
                <c:pt idx="3925">
                  <c:v>0.3</c:v>
                </c:pt>
                <c:pt idx="3926">
                  <c:v>0.3</c:v>
                </c:pt>
                <c:pt idx="3927">
                  <c:v>0.3</c:v>
                </c:pt>
                <c:pt idx="3928">
                  <c:v>0.3</c:v>
                </c:pt>
                <c:pt idx="3929">
                  <c:v>0.3</c:v>
                </c:pt>
                <c:pt idx="3930">
                  <c:v>0.3</c:v>
                </c:pt>
                <c:pt idx="3931">
                  <c:v>0.3</c:v>
                </c:pt>
                <c:pt idx="3932">
                  <c:v>0.3</c:v>
                </c:pt>
                <c:pt idx="3933">
                  <c:v>0.3</c:v>
                </c:pt>
                <c:pt idx="3934">
                  <c:v>0.3</c:v>
                </c:pt>
                <c:pt idx="3935">
                  <c:v>0.3</c:v>
                </c:pt>
                <c:pt idx="3936">
                  <c:v>0.3</c:v>
                </c:pt>
                <c:pt idx="3937">
                  <c:v>0.3</c:v>
                </c:pt>
                <c:pt idx="3938">
                  <c:v>0.3</c:v>
                </c:pt>
                <c:pt idx="3939">
                  <c:v>0.3</c:v>
                </c:pt>
                <c:pt idx="3940">
                  <c:v>0.3</c:v>
                </c:pt>
                <c:pt idx="3941">
                  <c:v>0.3</c:v>
                </c:pt>
                <c:pt idx="3942">
                  <c:v>0.3</c:v>
                </c:pt>
                <c:pt idx="3943">
                  <c:v>0.3</c:v>
                </c:pt>
                <c:pt idx="3944">
                  <c:v>0.3</c:v>
                </c:pt>
                <c:pt idx="3945">
                  <c:v>0.3</c:v>
                </c:pt>
                <c:pt idx="3946">
                  <c:v>0.3</c:v>
                </c:pt>
                <c:pt idx="3947">
                  <c:v>0.3</c:v>
                </c:pt>
                <c:pt idx="3948">
                  <c:v>0.3</c:v>
                </c:pt>
                <c:pt idx="3949">
                  <c:v>0.3</c:v>
                </c:pt>
                <c:pt idx="3950">
                  <c:v>0.3</c:v>
                </c:pt>
                <c:pt idx="3951">
                  <c:v>0.3</c:v>
                </c:pt>
                <c:pt idx="3952">
                  <c:v>0.3</c:v>
                </c:pt>
                <c:pt idx="3953">
                  <c:v>0.3</c:v>
                </c:pt>
                <c:pt idx="3954">
                  <c:v>0.3</c:v>
                </c:pt>
                <c:pt idx="3955">
                  <c:v>0.3</c:v>
                </c:pt>
                <c:pt idx="3956">
                  <c:v>0.3</c:v>
                </c:pt>
                <c:pt idx="3957">
                  <c:v>0.3</c:v>
                </c:pt>
                <c:pt idx="3958">
                  <c:v>0.3</c:v>
                </c:pt>
                <c:pt idx="3959">
                  <c:v>0.3</c:v>
                </c:pt>
                <c:pt idx="3960">
                  <c:v>0.3</c:v>
                </c:pt>
                <c:pt idx="3961">
                  <c:v>0.3</c:v>
                </c:pt>
                <c:pt idx="3962">
                  <c:v>0.3</c:v>
                </c:pt>
                <c:pt idx="3963">
                  <c:v>0.3</c:v>
                </c:pt>
                <c:pt idx="3964">
                  <c:v>0.3</c:v>
                </c:pt>
                <c:pt idx="3965">
                  <c:v>0.3</c:v>
                </c:pt>
                <c:pt idx="3966">
                  <c:v>0.3</c:v>
                </c:pt>
                <c:pt idx="3967">
                  <c:v>0.3</c:v>
                </c:pt>
                <c:pt idx="3968">
                  <c:v>0.3</c:v>
                </c:pt>
                <c:pt idx="3969">
                  <c:v>0.3</c:v>
                </c:pt>
                <c:pt idx="3970">
                  <c:v>0.3</c:v>
                </c:pt>
                <c:pt idx="3971">
                  <c:v>0.3</c:v>
                </c:pt>
                <c:pt idx="3972">
                  <c:v>0.3</c:v>
                </c:pt>
                <c:pt idx="3973">
                  <c:v>0.3</c:v>
                </c:pt>
                <c:pt idx="3974">
                  <c:v>0.3</c:v>
                </c:pt>
                <c:pt idx="3975">
                  <c:v>0.3</c:v>
                </c:pt>
                <c:pt idx="3976">
                  <c:v>0.3</c:v>
                </c:pt>
                <c:pt idx="3977">
                  <c:v>0.3</c:v>
                </c:pt>
                <c:pt idx="3978">
                  <c:v>0.3</c:v>
                </c:pt>
                <c:pt idx="3979">
                  <c:v>0.3</c:v>
                </c:pt>
                <c:pt idx="3980">
                  <c:v>0.3</c:v>
                </c:pt>
                <c:pt idx="3981">
                  <c:v>0.3</c:v>
                </c:pt>
                <c:pt idx="3982">
                  <c:v>0.3</c:v>
                </c:pt>
                <c:pt idx="3983">
                  <c:v>0.3</c:v>
                </c:pt>
                <c:pt idx="3984">
                  <c:v>0.3</c:v>
                </c:pt>
                <c:pt idx="3985">
                  <c:v>0.3</c:v>
                </c:pt>
                <c:pt idx="3986">
                  <c:v>0.3</c:v>
                </c:pt>
                <c:pt idx="3987">
                  <c:v>0.3</c:v>
                </c:pt>
                <c:pt idx="3988">
                  <c:v>0.3</c:v>
                </c:pt>
                <c:pt idx="3989">
                  <c:v>0.3</c:v>
                </c:pt>
                <c:pt idx="3990">
                  <c:v>0.3</c:v>
                </c:pt>
                <c:pt idx="3991">
                  <c:v>0.3</c:v>
                </c:pt>
                <c:pt idx="3992">
                  <c:v>0.3</c:v>
                </c:pt>
                <c:pt idx="3993">
                  <c:v>0.3</c:v>
                </c:pt>
                <c:pt idx="3994">
                  <c:v>0.3</c:v>
                </c:pt>
                <c:pt idx="3995">
                  <c:v>0.3</c:v>
                </c:pt>
                <c:pt idx="3996">
                  <c:v>0.3</c:v>
                </c:pt>
                <c:pt idx="3997">
                  <c:v>0.3</c:v>
                </c:pt>
                <c:pt idx="3998">
                  <c:v>0.3</c:v>
                </c:pt>
                <c:pt idx="3999">
                  <c:v>0.3</c:v>
                </c:pt>
                <c:pt idx="4000">
                  <c:v>0.3</c:v>
                </c:pt>
                <c:pt idx="4001">
                  <c:v>0.3</c:v>
                </c:pt>
                <c:pt idx="4002">
                  <c:v>0.3</c:v>
                </c:pt>
                <c:pt idx="4003">
                  <c:v>0.3</c:v>
                </c:pt>
                <c:pt idx="4004">
                  <c:v>0.3</c:v>
                </c:pt>
                <c:pt idx="4005">
                  <c:v>0.3</c:v>
                </c:pt>
                <c:pt idx="4006">
                  <c:v>0.3</c:v>
                </c:pt>
                <c:pt idx="4007">
                  <c:v>0.3</c:v>
                </c:pt>
                <c:pt idx="4008">
                  <c:v>0.3</c:v>
                </c:pt>
                <c:pt idx="4009">
                  <c:v>0.3</c:v>
                </c:pt>
                <c:pt idx="4010">
                  <c:v>0.3</c:v>
                </c:pt>
                <c:pt idx="4011">
                  <c:v>0.3</c:v>
                </c:pt>
                <c:pt idx="4012">
                  <c:v>0.3</c:v>
                </c:pt>
                <c:pt idx="4013">
                  <c:v>0.3</c:v>
                </c:pt>
                <c:pt idx="4014">
                  <c:v>0.3</c:v>
                </c:pt>
                <c:pt idx="4015">
                  <c:v>0.3</c:v>
                </c:pt>
                <c:pt idx="4016">
                  <c:v>0.3</c:v>
                </c:pt>
                <c:pt idx="4017">
                  <c:v>0.3</c:v>
                </c:pt>
                <c:pt idx="4018">
                  <c:v>0.3</c:v>
                </c:pt>
                <c:pt idx="4019">
                  <c:v>0.3</c:v>
                </c:pt>
                <c:pt idx="4020">
                  <c:v>0.3</c:v>
                </c:pt>
                <c:pt idx="4021">
                  <c:v>0.3</c:v>
                </c:pt>
                <c:pt idx="4022">
                  <c:v>0.3</c:v>
                </c:pt>
                <c:pt idx="4023">
                  <c:v>0.3</c:v>
                </c:pt>
                <c:pt idx="4024">
                  <c:v>0.3</c:v>
                </c:pt>
                <c:pt idx="4025">
                  <c:v>0.3</c:v>
                </c:pt>
                <c:pt idx="4026">
                  <c:v>0.3</c:v>
                </c:pt>
                <c:pt idx="4027">
                  <c:v>0.3</c:v>
                </c:pt>
                <c:pt idx="4028">
                  <c:v>0.3</c:v>
                </c:pt>
                <c:pt idx="4029">
                  <c:v>0.3</c:v>
                </c:pt>
                <c:pt idx="4030">
                  <c:v>0.3</c:v>
                </c:pt>
                <c:pt idx="4031">
                  <c:v>0.3</c:v>
                </c:pt>
                <c:pt idx="4032">
                  <c:v>0.3</c:v>
                </c:pt>
                <c:pt idx="4033">
                  <c:v>0.3</c:v>
                </c:pt>
                <c:pt idx="4034">
                  <c:v>0.3</c:v>
                </c:pt>
                <c:pt idx="4035">
                  <c:v>0.3</c:v>
                </c:pt>
                <c:pt idx="4036">
                  <c:v>0.3</c:v>
                </c:pt>
                <c:pt idx="4037">
                  <c:v>0.3</c:v>
                </c:pt>
                <c:pt idx="4038">
                  <c:v>0.3</c:v>
                </c:pt>
                <c:pt idx="4039">
                  <c:v>0.3</c:v>
                </c:pt>
                <c:pt idx="4040">
                  <c:v>0.3</c:v>
                </c:pt>
                <c:pt idx="4041">
                  <c:v>0.3</c:v>
                </c:pt>
                <c:pt idx="4042">
                  <c:v>0.3</c:v>
                </c:pt>
                <c:pt idx="4043">
                  <c:v>0.3</c:v>
                </c:pt>
                <c:pt idx="4044">
                  <c:v>0.3</c:v>
                </c:pt>
                <c:pt idx="4045">
                  <c:v>0.3</c:v>
                </c:pt>
                <c:pt idx="4046">
                  <c:v>0.3</c:v>
                </c:pt>
                <c:pt idx="4047">
                  <c:v>0.3</c:v>
                </c:pt>
                <c:pt idx="4048">
                  <c:v>0.3</c:v>
                </c:pt>
                <c:pt idx="4049">
                  <c:v>0.3</c:v>
                </c:pt>
                <c:pt idx="4050">
                  <c:v>0.3</c:v>
                </c:pt>
                <c:pt idx="4051">
                  <c:v>0.3</c:v>
                </c:pt>
                <c:pt idx="4052">
                  <c:v>0.3</c:v>
                </c:pt>
                <c:pt idx="4053">
                  <c:v>0.3</c:v>
                </c:pt>
                <c:pt idx="4054">
                  <c:v>0.3</c:v>
                </c:pt>
                <c:pt idx="4055">
                  <c:v>0.3</c:v>
                </c:pt>
                <c:pt idx="4056">
                  <c:v>0.3</c:v>
                </c:pt>
                <c:pt idx="4057">
                  <c:v>0.3</c:v>
                </c:pt>
                <c:pt idx="4058">
                  <c:v>0.3</c:v>
                </c:pt>
                <c:pt idx="4059">
                  <c:v>0.3</c:v>
                </c:pt>
                <c:pt idx="4060">
                  <c:v>0.3</c:v>
                </c:pt>
                <c:pt idx="4061">
                  <c:v>0.3</c:v>
                </c:pt>
                <c:pt idx="4062">
                  <c:v>0.3</c:v>
                </c:pt>
                <c:pt idx="4063">
                  <c:v>0.3</c:v>
                </c:pt>
                <c:pt idx="4064">
                  <c:v>0.3</c:v>
                </c:pt>
                <c:pt idx="4065">
                  <c:v>0.3</c:v>
                </c:pt>
                <c:pt idx="4066">
                  <c:v>0.3</c:v>
                </c:pt>
                <c:pt idx="4067">
                  <c:v>0.3</c:v>
                </c:pt>
                <c:pt idx="4068">
                  <c:v>0.3</c:v>
                </c:pt>
                <c:pt idx="4069">
                  <c:v>0.3</c:v>
                </c:pt>
                <c:pt idx="4070">
                  <c:v>0.3</c:v>
                </c:pt>
                <c:pt idx="4071">
                  <c:v>0.3</c:v>
                </c:pt>
                <c:pt idx="4072">
                  <c:v>0.3</c:v>
                </c:pt>
                <c:pt idx="4073">
                  <c:v>0.3</c:v>
                </c:pt>
                <c:pt idx="4074">
                  <c:v>0.3</c:v>
                </c:pt>
                <c:pt idx="4075">
                  <c:v>0.3</c:v>
                </c:pt>
                <c:pt idx="4076">
                  <c:v>0.3</c:v>
                </c:pt>
                <c:pt idx="4077">
                  <c:v>0.3</c:v>
                </c:pt>
                <c:pt idx="4078">
                  <c:v>0.3</c:v>
                </c:pt>
                <c:pt idx="4079">
                  <c:v>0.3</c:v>
                </c:pt>
                <c:pt idx="4080">
                  <c:v>0.3</c:v>
                </c:pt>
                <c:pt idx="4081">
                  <c:v>0.3</c:v>
                </c:pt>
                <c:pt idx="4082">
                  <c:v>0.3</c:v>
                </c:pt>
                <c:pt idx="4083">
                  <c:v>0.3</c:v>
                </c:pt>
                <c:pt idx="4084">
                  <c:v>0.3</c:v>
                </c:pt>
                <c:pt idx="4085">
                  <c:v>0.3</c:v>
                </c:pt>
                <c:pt idx="4086">
                  <c:v>0.3</c:v>
                </c:pt>
                <c:pt idx="4087">
                  <c:v>0.3</c:v>
                </c:pt>
                <c:pt idx="4088">
                  <c:v>0.3</c:v>
                </c:pt>
                <c:pt idx="4089">
                  <c:v>0.3</c:v>
                </c:pt>
                <c:pt idx="4090">
                  <c:v>0.3</c:v>
                </c:pt>
                <c:pt idx="4091">
                  <c:v>0.3</c:v>
                </c:pt>
                <c:pt idx="4092">
                  <c:v>0.3</c:v>
                </c:pt>
                <c:pt idx="4093">
                  <c:v>0.3</c:v>
                </c:pt>
                <c:pt idx="4094">
                  <c:v>0.3</c:v>
                </c:pt>
                <c:pt idx="4095">
                  <c:v>0.3</c:v>
                </c:pt>
                <c:pt idx="4096">
                  <c:v>0.3</c:v>
                </c:pt>
                <c:pt idx="4097">
                  <c:v>0.3</c:v>
                </c:pt>
                <c:pt idx="4098">
                  <c:v>0.3</c:v>
                </c:pt>
                <c:pt idx="4099">
                  <c:v>0.3</c:v>
                </c:pt>
                <c:pt idx="4100">
                  <c:v>0.3</c:v>
                </c:pt>
                <c:pt idx="4101">
                  <c:v>0.3</c:v>
                </c:pt>
                <c:pt idx="4102">
                  <c:v>0.3</c:v>
                </c:pt>
                <c:pt idx="4103">
                  <c:v>0.3</c:v>
                </c:pt>
                <c:pt idx="4104">
                  <c:v>0.3</c:v>
                </c:pt>
                <c:pt idx="4105">
                  <c:v>0.3</c:v>
                </c:pt>
                <c:pt idx="4106">
                  <c:v>0.3</c:v>
                </c:pt>
                <c:pt idx="4107">
                  <c:v>0.3</c:v>
                </c:pt>
                <c:pt idx="4108">
                  <c:v>0.3</c:v>
                </c:pt>
                <c:pt idx="4109">
                  <c:v>0.3</c:v>
                </c:pt>
                <c:pt idx="4110">
                  <c:v>0.3</c:v>
                </c:pt>
                <c:pt idx="4111">
                  <c:v>0.3</c:v>
                </c:pt>
                <c:pt idx="4112">
                  <c:v>0.3</c:v>
                </c:pt>
                <c:pt idx="4113">
                  <c:v>0.3</c:v>
                </c:pt>
                <c:pt idx="4114">
                  <c:v>0.3</c:v>
                </c:pt>
                <c:pt idx="4115">
                  <c:v>0.3</c:v>
                </c:pt>
                <c:pt idx="4116">
                  <c:v>0.3</c:v>
                </c:pt>
                <c:pt idx="4117">
                  <c:v>0.3</c:v>
                </c:pt>
                <c:pt idx="4118">
                  <c:v>0.3</c:v>
                </c:pt>
                <c:pt idx="4119">
                  <c:v>0.3</c:v>
                </c:pt>
                <c:pt idx="4120">
                  <c:v>0.3</c:v>
                </c:pt>
                <c:pt idx="4121">
                  <c:v>0.3</c:v>
                </c:pt>
                <c:pt idx="4122">
                  <c:v>0.3</c:v>
                </c:pt>
                <c:pt idx="4123">
                  <c:v>0.3</c:v>
                </c:pt>
                <c:pt idx="4124">
                  <c:v>0.3</c:v>
                </c:pt>
                <c:pt idx="4125">
                  <c:v>0.3</c:v>
                </c:pt>
                <c:pt idx="4126">
                  <c:v>0.3</c:v>
                </c:pt>
                <c:pt idx="4127">
                  <c:v>0.3</c:v>
                </c:pt>
                <c:pt idx="4128">
                  <c:v>0.3</c:v>
                </c:pt>
                <c:pt idx="4129">
                  <c:v>0.3</c:v>
                </c:pt>
                <c:pt idx="4130">
                  <c:v>0.3</c:v>
                </c:pt>
                <c:pt idx="4131">
                  <c:v>0.3</c:v>
                </c:pt>
                <c:pt idx="4132">
                  <c:v>0.3</c:v>
                </c:pt>
                <c:pt idx="4133">
                  <c:v>0.3</c:v>
                </c:pt>
                <c:pt idx="4134">
                  <c:v>0.3</c:v>
                </c:pt>
                <c:pt idx="4135">
                  <c:v>0.3</c:v>
                </c:pt>
                <c:pt idx="4136">
                  <c:v>0.3</c:v>
                </c:pt>
                <c:pt idx="4137">
                  <c:v>0.3</c:v>
                </c:pt>
                <c:pt idx="4138">
                  <c:v>0.3</c:v>
                </c:pt>
                <c:pt idx="4139">
                  <c:v>0.3</c:v>
                </c:pt>
                <c:pt idx="4140">
                  <c:v>0.3</c:v>
                </c:pt>
                <c:pt idx="4141">
                  <c:v>0.3</c:v>
                </c:pt>
                <c:pt idx="4142">
                  <c:v>0.3</c:v>
                </c:pt>
                <c:pt idx="4143">
                  <c:v>0.3</c:v>
                </c:pt>
                <c:pt idx="4144">
                  <c:v>0.3</c:v>
                </c:pt>
                <c:pt idx="4145">
                  <c:v>0.3</c:v>
                </c:pt>
                <c:pt idx="4146">
                  <c:v>0.3</c:v>
                </c:pt>
                <c:pt idx="4147">
                  <c:v>0.3</c:v>
                </c:pt>
                <c:pt idx="4148">
                  <c:v>0.3</c:v>
                </c:pt>
                <c:pt idx="4149">
                  <c:v>0.3</c:v>
                </c:pt>
                <c:pt idx="4150">
                  <c:v>0.3</c:v>
                </c:pt>
                <c:pt idx="4151">
                  <c:v>0.3</c:v>
                </c:pt>
                <c:pt idx="4152">
                  <c:v>0.3</c:v>
                </c:pt>
                <c:pt idx="4153">
                  <c:v>0.3</c:v>
                </c:pt>
                <c:pt idx="4154">
                  <c:v>0.3</c:v>
                </c:pt>
                <c:pt idx="4155">
                  <c:v>0.3</c:v>
                </c:pt>
                <c:pt idx="4156">
                  <c:v>0.3</c:v>
                </c:pt>
                <c:pt idx="4157">
                  <c:v>0.3</c:v>
                </c:pt>
                <c:pt idx="4158">
                  <c:v>0.3</c:v>
                </c:pt>
                <c:pt idx="4159">
                  <c:v>0.3</c:v>
                </c:pt>
                <c:pt idx="4160">
                  <c:v>0.3</c:v>
                </c:pt>
                <c:pt idx="4161">
                  <c:v>0.3</c:v>
                </c:pt>
                <c:pt idx="4162">
                  <c:v>0.3</c:v>
                </c:pt>
                <c:pt idx="4163">
                  <c:v>0.3</c:v>
                </c:pt>
                <c:pt idx="4164">
                  <c:v>0.3</c:v>
                </c:pt>
                <c:pt idx="4165">
                  <c:v>0.3</c:v>
                </c:pt>
                <c:pt idx="4166">
                  <c:v>0.3</c:v>
                </c:pt>
                <c:pt idx="4167">
                  <c:v>0.3</c:v>
                </c:pt>
                <c:pt idx="4168">
                  <c:v>0.3</c:v>
                </c:pt>
                <c:pt idx="4169">
                  <c:v>0.3</c:v>
                </c:pt>
                <c:pt idx="4170">
                  <c:v>0.3</c:v>
                </c:pt>
                <c:pt idx="4171">
                  <c:v>0.3</c:v>
                </c:pt>
                <c:pt idx="4172">
                  <c:v>0.3</c:v>
                </c:pt>
                <c:pt idx="4173">
                  <c:v>0.3</c:v>
                </c:pt>
                <c:pt idx="4174">
                  <c:v>0.3</c:v>
                </c:pt>
                <c:pt idx="4175">
                  <c:v>0.3</c:v>
                </c:pt>
                <c:pt idx="4176">
                  <c:v>0.3</c:v>
                </c:pt>
                <c:pt idx="4177">
                  <c:v>0.3</c:v>
                </c:pt>
                <c:pt idx="4178">
                  <c:v>0.3</c:v>
                </c:pt>
                <c:pt idx="4179">
                  <c:v>0.3</c:v>
                </c:pt>
                <c:pt idx="4180">
                  <c:v>0.3</c:v>
                </c:pt>
                <c:pt idx="4181">
                  <c:v>0.3</c:v>
                </c:pt>
                <c:pt idx="4182">
                  <c:v>0.3</c:v>
                </c:pt>
                <c:pt idx="4183">
                  <c:v>0.3</c:v>
                </c:pt>
                <c:pt idx="4184">
                  <c:v>0.3</c:v>
                </c:pt>
                <c:pt idx="4185">
                  <c:v>0.3</c:v>
                </c:pt>
                <c:pt idx="4186">
                  <c:v>0.3</c:v>
                </c:pt>
                <c:pt idx="4187">
                  <c:v>0.3</c:v>
                </c:pt>
                <c:pt idx="4188">
                  <c:v>0.3</c:v>
                </c:pt>
                <c:pt idx="4189">
                  <c:v>0.3</c:v>
                </c:pt>
                <c:pt idx="4190">
                  <c:v>0.3</c:v>
                </c:pt>
                <c:pt idx="4191">
                  <c:v>0.3</c:v>
                </c:pt>
                <c:pt idx="4192">
                  <c:v>0.3</c:v>
                </c:pt>
                <c:pt idx="4193">
                  <c:v>0.3</c:v>
                </c:pt>
                <c:pt idx="4194">
                  <c:v>0.3</c:v>
                </c:pt>
                <c:pt idx="4195">
                  <c:v>0.3</c:v>
                </c:pt>
                <c:pt idx="4196">
                  <c:v>0.3</c:v>
                </c:pt>
                <c:pt idx="4197">
                  <c:v>0.3</c:v>
                </c:pt>
                <c:pt idx="4198">
                  <c:v>0.3</c:v>
                </c:pt>
                <c:pt idx="4199">
                  <c:v>0.3</c:v>
                </c:pt>
                <c:pt idx="4200">
                  <c:v>0.3</c:v>
                </c:pt>
                <c:pt idx="4201">
                  <c:v>0.3</c:v>
                </c:pt>
                <c:pt idx="4202">
                  <c:v>0.3</c:v>
                </c:pt>
                <c:pt idx="4203">
                  <c:v>0.3</c:v>
                </c:pt>
                <c:pt idx="4204">
                  <c:v>0.3</c:v>
                </c:pt>
                <c:pt idx="4205">
                  <c:v>0.3</c:v>
                </c:pt>
                <c:pt idx="4206">
                  <c:v>0.3</c:v>
                </c:pt>
                <c:pt idx="4207">
                  <c:v>0.3</c:v>
                </c:pt>
                <c:pt idx="4208">
                  <c:v>0.3</c:v>
                </c:pt>
                <c:pt idx="4209">
                  <c:v>0.3</c:v>
                </c:pt>
                <c:pt idx="4210">
                  <c:v>0.3</c:v>
                </c:pt>
                <c:pt idx="4211">
                  <c:v>0.3</c:v>
                </c:pt>
                <c:pt idx="4212">
                  <c:v>0.3</c:v>
                </c:pt>
                <c:pt idx="4213">
                  <c:v>0.3</c:v>
                </c:pt>
                <c:pt idx="4214">
                  <c:v>0.3</c:v>
                </c:pt>
                <c:pt idx="4215">
                  <c:v>0.3</c:v>
                </c:pt>
                <c:pt idx="4216">
                  <c:v>0.3</c:v>
                </c:pt>
                <c:pt idx="4217">
                  <c:v>0.3</c:v>
                </c:pt>
                <c:pt idx="4218">
                  <c:v>0.3</c:v>
                </c:pt>
                <c:pt idx="4219">
                  <c:v>0.3</c:v>
                </c:pt>
                <c:pt idx="4220">
                  <c:v>0.3</c:v>
                </c:pt>
                <c:pt idx="4221">
                  <c:v>0.3</c:v>
                </c:pt>
                <c:pt idx="4222">
                  <c:v>0.3</c:v>
                </c:pt>
                <c:pt idx="4223">
                  <c:v>0.25</c:v>
                </c:pt>
                <c:pt idx="4224">
                  <c:v>0.25</c:v>
                </c:pt>
                <c:pt idx="4225">
                  <c:v>0.25</c:v>
                </c:pt>
                <c:pt idx="4226">
                  <c:v>0.25</c:v>
                </c:pt>
                <c:pt idx="4227">
                  <c:v>0.25</c:v>
                </c:pt>
                <c:pt idx="4228">
                  <c:v>0.25</c:v>
                </c:pt>
                <c:pt idx="4229">
                  <c:v>0.25</c:v>
                </c:pt>
                <c:pt idx="4230">
                  <c:v>0.25</c:v>
                </c:pt>
                <c:pt idx="4231">
                  <c:v>0.25</c:v>
                </c:pt>
                <c:pt idx="4232">
                  <c:v>0.25</c:v>
                </c:pt>
                <c:pt idx="4233">
                  <c:v>0.25</c:v>
                </c:pt>
                <c:pt idx="4234">
                  <c:v>0.25</c:v>
                </c:pt>
                <c:pt idx="4235">
                  <c:v>0.25</c:v>
                </c:pt>
                <c:pt idx="4236">
                  <c:v>0.25</c:v>
                </c:pt>
                <c:pt idx="4237">
                  <c:v>0.25</c:v>
                </c:pt>
                <c:pt idx="4238">
                  <c:v>0.25</c:v>
                </c:pt>
                <c:pt idx="4239">
                  <c:v>0.25</c:v>
                </c:pt>
                <c:pt idx="4240">
                  <c:v>0.25</c:v>
                </c:pt>
                <c:pt idx="4241">
                  <c:v>0.25</c:v>
                </c:pt>
                <c:pt idx="4242">
                  <c:v>0.25</c:v>
                </c:pt>
                <c:pt idx="4243">
                  <c:v>0.25</c:v>
                </c:pt>
                <c:pt idx="4244">
                  <c:v>0.25</c:v>
                </c:pt>
                <c:pt idx="4245">
                  <c:v>0.25</c:v>
                </c:pt>
                <c:pt idx="4246">
                  <c:v>0.25</c:v>
                </c:pt>
                <c:pt idx="4247">
                  <c:v>0.25</c:v>
                </c:pt>
                <c:pt idx="4248">
                  <c:v>0.25</c:v>
                </c:pt>
                <c:pt idx="4249">
                  <c:v>0.25</c:v>
                </c:pt>
                <c:pt idx="4250">
                  <c:v>0.25</c:v>
                </c:pt>
                <c:pt idx="4251">
                  <c:v>0.25</c:v>
                </c:pt>
                <c:pt idx="4252">
                  <c:v>0.25</c:v>
                </c:pt>
                <c:pt idx="4253">
                  <c:v>0.25</c:v>
                </c:pt>
                <c:pt idx="4254">
                  <c:v>0.25</c:v>
                </c:pt>
                <c:pt idx="4255">
                  <c:v>0.25</c:v>
                </c:pt>
                <c:pt idx="4256">
                  <c:v>0.25</c:v>
                </c:pt>
                <c:pt idx="4257">
                  <c:v>0.25</c:v>
                </c:pt>
                <c:pt idx="4258">
                  <c:v>0.25</c:v>
                </c:pt>
                <c:pt idx="4259">
                  <c:v>0.25</c:v>
                </c:pt>
                <c:pt idx="4260">
                  <c:v>0.25</c:v>
                </c:pt>
                <c:pt idx="4261">
                  <c:v>0.25</c:v>
                </c:pt>
                <c:pt idx="4262">
                  <c:v>0.25</c:v>
                </c:pt>
                <c:pt idx="4263">
                  <c:v>0.25</c:v>
                </c:pt>
                <c:pt idx="4264">
                  <c:v>0.25</c:v>
                </c:pt>
                <c:pt idx="4265">
                  <c:v>0.25</c:v>
                </c:pt>
                <c:pt idx="4266">
                  <c:v>0.25</c:v>
                </c:pt>
                <c:pt idx="4267">
                  <c:v>0.25</c:v>
                </c:pt>
                <c:pt idx="4268">
                  <c:v>0.25</c:v>
                </c:pt>
                <c:pt idx="4269">
                  <c:v>0.25</c:v>
                </c:pt>
                <c:pt idx="4270">
                  <c:v>0.25</c:v>
                </c:pt>
                <c:pt idx="4271">
                  <c:v>0.25</c:v>
                </c:pt>
                <c:pt idx="4272">
                  <c:v>0.25</c:v>
                </c:pt>
                <c:pt idx="4273">
                  <c:v>0.25</c:v>
                </c:pt>
                <c:pt idx="4274">
                  <c:v>0.25</c:v>
                </c:pt>
                <c:pt idx="4275">
                  <c:v>0.25</c:v>
                </c:pt>
                <c:pt idx="4276">
                  <c:v>0.25</c:v>
                </c:pt>
                <c:pt idx="4277">
                  <c:v>0.25</c:v>
                </c:pt>
                <c:pt idx="4278">
                  <c:v>0.25</c:v>
                </c:pt>
                <c:pt idx="4279">
                  <c:v>0.25</c:v>
                </c:pt>
                <c:pt idx="4280">
                  <c:v>0.25</c:v>
                </c:pt>
                <c:pt idx="4281">
                  <c:v>0.25</c:v>
                </c:pt>
                <c:pt idx="4282">
                  <c:v>0.25</c:v>
                </c:pt>
                <c:pt idx="4283">
                  <c:v>0.25</c:v>
                </c:pt>
                <c:pt idx="4284">
                  <c:v>0.25</c:v>
                </c:pt>
                <c:pt idx="4285">
                  <c:v>0.25</c:v>
                </c:pt>
                <c:pt idx="4286">
                  <c:v>0.25</c:v>
                </c:pt>
                <c:pt idx="4287">
                  <c:v>0.25</c:v>
                </c:pt>
                <c:pt idx="4288">
                  <c:v>0.25</c:v>
                </c:pt>
                <c:pt idx="4289">
                  <c:v>0.25</c:v>
                </c:pt>
                <c:pt idx="4290">
                  <c:v>0.25</c:v>
                </c:pt>
                <c:pt idx="4291">
                  <c:v>0.25</c:v>
                </c:pt>
                <c:pt idx="4292">
                  <c:v>0.25</c:v>
                </c:pt>
                <c:pt idx="4293">
                  <c:v>0.25</c:v>
                </c:pt>
                <c:pt idx="4294">
                  <c:v>0.25</c:v>
                </c:pt>
                <c:pt idx="4295">
                  <c:v>0.25</c:v>
                </c:pt>
                <c:pt idx="4296">
                  <c:v>0.25</c:v>
                </c:pt>
                <c:pt idx="4297">
                  <c:v>0.25</c:v>
                </c:pt>
                <c:pt idx="4298">
                  <c:v>0.25</c:v>
                </c:pt>
                <c:pt idx="4299">
                  <c:v>0.25</c:v>
                </c:pt>
                <c:pt idx="4300">
                  <c:v>0.25</c:v>
                </c:pt>
                <c:pt idx="4301">
                  <c:v>0.25</c:v>
                </c:pt>
                <c:pt idx="4302">
                  <c:v>0.25</c:v>
                </c:pt>
                <c:pt idx="4303">
                  <c:v>0.25</c:v>
                </c:pt>
                <c:pt idx="4304">
                  <c:v>0.25</c:v>
                </c:pt>
                <c:pt idx="4305">
                  <c:v>0.25</c:v>
                </c:pt>
                <c:pt idx="4306">
                  <c:v>0.25</c:v>
                </c:pt>
                <c:pt idx="4307">
                  <c:v>0.25</c:v>
                </c:pt>
                <c:pt idx="4308">
                  <c:v>0.25</c:v>
                </c:pt>
                <c:pt idx="4309">
                  <c:v>0.25</c:v>
                </c:pt>
                <c:pt idx="4310">
                  <c:v>0.25</c:v>
                </c:pt>
                <c:pt idx="4311">
                  <c:v>0.25</c:v>
                </c:pt>
                <c:pt idx="4312">
                  <c:v>0.25</c:v>
                </c:pt>
                <c:pt idx="4313">
                  <c:v>0.25</c:v>
                </c:pt>
                <c:pt idx="4314">
                  <c:v>0.25</c:v>
                </c:pt>
                <c:pt idx="4315">
                  <c:v>0.25</c:v>
                </c:pt>
                <c:pt idx="4316">
                  <c:v>0.25</c:v>
                </c:pt>
                <c:pt idx="4317">
                  <c:v>0.25</c:v>
                </c:pt>
                <c:pt idx="4318">
                  <c:v>0.25</c:v>
                </c:pt>
                <c:pt idx="4319">
                  <c:v>0.25</c:v>
                </c:pt>
                <c:pt idx="4320">
                  <c:v>0.25</c:v>
                </c:pt>
                <c:pt idx="4321">
                  <c:v>0.25</c:v>
                </c:pt>
                <c:pt idx="4322">
                  <c:v>0.25</c:v>
                </c:pt>
                <c:pt idx="4323">
                  <c:v>0.25</c:v>
                </c:pt>
                <c:pt idx="4324">
                  <c:v>0.25</c:v>
                </c:pt>
                <c:pt idx="4325">
                  <c:v>0.25</c:v>
                </c:pt>
                <c:pt idx="4326">
                  <c:v>0.25</c:v>
                </c:pt>
                <c:pt idx="4327">
                  <c:v>0.25</c:v>
                </c:pt>
                <c:pt idx="4328">
                  <c:v>0.25</c:v>
                </c:pt>
                <c:pt idx="4329">
                  <c:v>0.25</c:v>
                </c:pt>
                <c:pt idx="4330">
                  <c:v>0.25</c:v>
                </c:pt>
                <c:pt idx="4331">
                  <c:v>0.25</c:v>
                </c:pt>
                <c:pt idx="4332">
                  <c:v>0.25</c:v>
                </c:pt>
                <c:pt idx="4333">
                  <c:v>0.25</c:v>
                </c:pt>
                <c:pt idx="4334">
                  <c:v>0.25</c:v>
                </c:pt>
                <c:pt idx="4335">
                  <c:v>0.25</c:v>
                </c:pt>
                <c:pt idx="4336">
                  <c:v>0.25</c:v>
                </c:pt>
                <c:pt idx="4337">
                  <c:v>0.25</c:v>
                </c:pt>
                <c:pt idx="4338">
                  <c:v>0.25</c:v>
                </c:pt>
                <c:pt idx="4339">
                  <c:v>0.25</c:v>
                </c:pt>
                <c:pt idx="4340">
                  <c:v>0.25</c:v>
                </c:pt>
                <c:pt idx="4341">
                  <c:v>0.25</c:v>
                </c:pt>
                <c:pt idx="4342">
                  <c:v>0.25</c:v>
                </c:pt>
                <c:pt idx="4343">
                  <c:v>0.25</c:v>
                </c:pt>
                <c:pt idx="4344">
                  <c:v>0.25</c:v>
                </c:pt>
                <c:pt idx="4345">
                  <c:v>0.25</c:v>
                </c:pt>
                <c:pt idx="4346">
                  <c:v>0.25</c:v>
                </c:pt>
                <c:pt idx="4347">
                  <c:v>0.25</c:v>
                </c:pt>
                <c:pt idx="4348">
                  <c:v>0.25</c:v>
                </c:pt>
                <c:pt idx="4349">
                  <c:v>0.25</c:v>
                </c:pt>
                <c:pt idx="4350">
                  <c:v>0.25</c:v>
                </c:pt>
                <c:pt idx="4351">
                  <c:v>0.25</c:v>
                </c:pt>
                <c:pt idx="4352">
                  <c:v>0.25</c:v>
                </c:pt>
                <c:pt idx="4353">
                  <c:v>0.25</c:v>
                </c:pt>
                <c:pt idx="4354">
                  <c:v>0.25</c:v>
                </c:pt>
                <c:pt idx="4355">
                  <c:v>0.25</c:v>
                </c:pt>
                <c:pt idx="4356">
                  <c:v>0.25</c:v>
                </c:pt>
                <c:pt idx="4357">
                  <c:v>0.25</c:v>
                </c:pt>
                <c:pt idx="4358">
                  <c:v>0.25</c:v>
                </c:pt>
                <c:pt idx="4359">
                  <c:v>0.25</c:v>
                </c:pt>
                <c:pt idx="4360">
                  <c:v>0.25</c:v>
                </c:pt>
                <c:pt idx="4361">
                  <c:v>0.25</c:v>
                </c:pt>
                <c:pt idx="4362">
                  <c:v>0.25</c:v>
                </c:pt>
                <c:pt idx="4363">
                  <c:v>0.25</c:v>
                </c:pt>
                <c:pt idx="4364">
                  <c:v>0.25</c:v>
                </c:pt>
                <c:pt idx="4365">
                  <c:v>0.25</c:v>
                </c:pt>
                <c:pt idx="4366">
                  <c:v>0.25</c:v>
                </c:pt>
                <c:pt idx="4367">
                  <c:v>0.25</c:v>
                </c:pt>
                <c:pt idx="4368">
                  <c:v>0.25</c:v>
                </c:pt>
                <c:pt idx="4369">
                  <c:v>0.25</c:v>
                </c:pt>
                <c:pt idx="4370">
                  <c:v>0.25</c:v>
                </c:pt>
                <c:pt idx="4371">
                  <c:v>0.25</c:v>
                </c:pt>
                <c:pt idx="4372">
                  <c:v>0.25</c:v>
                </c:pt>
                <c:pt idx="4373">
                  <c:v>0.25</c:v>
                </c:pt>
                <c:pt idx="4374">
                  <c:v>0.25</c:v>
                </c:pt>
                <c:pt idx="4375">
                  <c:v>0.25</c:v>
                </c:pt>
                <c:pt idx="4376">
                  <c:v>0.25</c:v>
                </c:pt>
                <c:pt idx="4377">
                  <c:v>0.25</c:v>
                </c:pt>
                <c:pt idx="4378">
                  <c:v>0.25</c:v>
                </c:pt>
                <c:pt idx="4379">
                  <c:v>0.25</c:v>
                </c:pt>
                <c:pt idx="4380">
                  <c:v>0.25</c:v>
                </c:pt>
                <c:pt idx="4381">
                  <c:v>0.25</c:v>
                </c:pt>
                <c:pt idx="4382">
                  <c:v>0.25</c:v>
                </c:pt>
                <c:pt idx="4383">
                  <c:v>0.25</c:v>
                </c:pt>
                <c:pt idx="4384">
                  <c:v>0.25</c:v>
                </c:pt>
                <c:pt idx="4385">
                  <c:v>0.25</c:v>
                </c:pt>
                <c:pt idx="4386">
                  <c:v>0.25</c:v>
                </c:pt>
                <c:pt idx="4387">
                  <c:v>0.25</c:v>
                </c:pt>
                <c:pt idx="4388">
                  <c:v>0.25</c:v>
                </c:pt>
                <c:pt idx="4389">
                  <c:v>0.25</c:v>
                </c:pt>
                <c:pt idx="4390">
                  <c:v>0.25</c:v>
                </c:pt>
                <c:pt idx="4391">
                  <c:v>0.25</c:v>
                </c:pt>
                <c:pt idx="4392">
                  <c:v>0.25</c:v>
                </c:pt>
                <c:pt idx="4393">
                  <c:v>0.25</c:v>
                </c:pt>
                <c:pt idx="4394">
                  <c:v>0.25</c:v>
                </c:pt>
                <c:pt idx="4395">
                  <c:v>0.25</c:v>
                </c:pt>
                <c:pt idx="4396">
                  <c:v>0.25</c:v>
                </c:pt>
                <c:pt idx="4397">
                  <c:v>0.25</c:v>
                </c:pt>
                <c:pt idx="4398">
                  <c:v>0.25</c:v>
                </c:pt>
                <c:pt idx="4399">
                  <c:v>0.25</c:v>
                </c:pt>
                <c:pt idx="4400">
                  <c:v>0.25</c:v>
                </c:pt>
                <c:pt idx="4401">
                  <c:v>0.25</c:v>
                </c:pt>
                <c:pt idx="4402">
                  <c:v>0.25</c:v>
                </c:pt>
                <c:pt idx="4403">
                  <c:v>0.25</c:v>
                </c:pt>
                <c:pt idx="4404">
                  <c:v>0.25</c:v>
                </c:pt>
                <c:pt idx="4405">
                  <c:v>0.25</c:v>
                </c:pt>
                <c:pt idx="4406">
                  <c:v>0.25</c:v>
                </c:pt>
                <c:pt idx="4407">
                  <c:v>0.25</c:v>
                </c:pt>
                <c:pt idx="4408">
                  <c:v>0.25</c:v>
                </c:pt>
                <c:pt idx="4409">
                  <c:v>0.25</c:v>
                </c:pt>
                <c:pt idx="4410">
                  <c:v>0.25</c:v>
                </c:pt>
                <c:pt idx="4411">
                  <c:v>0.25</c:v>
                </c:pt>
                <c:pt idx="4412">
                  <c:v>0.25</c:v>
                </c:pt>
                <c:pt idx="4413">
                  <c:v>0.25</c:v>
                </c:pt>
                <c:pt idx="4414">
                  <c:v>0.25</c:v>
                </c:pt>
                <c:pt idx="4415">
                  <c:v>0.25</c:v>
                </c:pt>
                <c:pt idx="4416">
                  <c:v>0.25</c:v>
                </c:pt>
                <c:pt idx="4417">
                  <c:v>0.25</c:v>
                </c:pt>
                <c:pt idx="4418">
                  <c:v>0.25</c:v>
                </c:pt>
                <c:pt idx="4419">
                  <c:v>0.25</c:v>
                </c:pt>
                <c:pt idx="4420">
                  <c:v>0.25</c:v>
                </c:pt>
                <c:pt idx="4421">
                  <c:v>0.25</c:v>
                </c:pt>
                <c:pt idx="4422">
                  <c:v>0.25</c:v>
                </c:pt>
                <c:pt idx="4423">
                  <c:v>0.25</c:v>
                </c:pt>
                <c:pt idx="4424">
                  <c:v>0.25</c:v>
                </c:pt>
                <c:pt idx="4425">
                  <c:v>0.25</c:v>
                </c:pt>
                <c:pt idx="4426">
                  <c:v>0.25</c:v>
                </c:pt>
                <c:pt idx="4427">
                  <c:v>0.25</c:v>
                </c:pt>
                <c:pt idx="4428">
                  <c:v>0.25</c:v>
                </c:pt>
                <c:pt idx="4429">
                  <c:v>0.25</c:v>
                </c:pt>
                <c:pt idx="4430">
                  <c:v>0.25</c:v>
                </c:pt>
                <c:pt idx="4431">
                  <c:v>0.25</c:v>
                </c:pt>
                <c:pt idx="4432">
                  <c:v>0.25</c:v>
                </c:pt>
                <c:pt idx="4433">
                  <c:v>0.25</c:v>
                </c:pt>
                <c:pt idx="4434">
                  <c:v>0.25</c:v>
                </c:pt>
                <c:pt idx="4435">
                  <c:v>0.25</c:v>
                </c:pt>
                <c:pt idx="4436">
                  <c:v>0.25</c:v>
                </c:pt>
                <c:pt idx="4437">
                  <c:v>0.25</c:v>
                </c:pt>
                <c:pt idx="4438">
                  <c:v>0.25</c:v>
                </c:pt>
                <c:pt idx="4439">
                  <c:v>0.25</c:v>
                </c:pt>
                <c:pt idx="4440">
                  <c:v>0.25</c:v>
                </c:pt>
                <c:pt idx="4441">
                  <c:v>0.25</c:v>
                </c:pt>
                <c:pt idx="4442">
                  <c:v>0.25</c:v>
                </c:pt>
                <c:pt idx="4443">
                  <c:v>0.25</c:v>
                </c:pt>
                <c:pt idx="4444">
                  <c:v>0.25</c:v>
                </c:pt>
                <c:pt idx="4445">
                  <c:v>0.25</c:v>
                </c:pt>
                <c:pt idx="4446">
                  <c:v>0.25</c:v>
                </c:pt>
                <c:pt idx="4447">
                  <c:v>0.25</c:v>
                </c:pt>
                <c:pt idx="4448">
                  <c:v>0.25</c:v>
                </c:pt>
                <c:pt idx="4449">
                  <c:v>0.25</c:v>
                </c:pt>
                <c:pt idx="4450">
                  <c:v>0.25</c:v>
                </c:pt>
                <c:pt idx="4451">
                  <c:v>0.25</c:v>
                </c:pt>
                <c:pt idx="4452">
                  <c:v>0.25</c:v>
                </c:pt>
                <c:pt idx="4453">
                  <c:v>0.25</c:v>
                </c:pt>
                <c:pt idx="4454">
                  <c:v>0.25</c:v>
                </c:pt>
                <c:pt idx="4455">
                  <c:v>0.25</c:v>
                </c:pt>
                <c:pt idx="4456">
                  <c:v>0.25</c:v>
                </c:pt>
                <c:pt idx="4457">
                  <c:v>0.25</c:v>
                </c:pt>
                <c:pt idx="4458">
                  <c:v>0.25</c:v>
                </c:pt>
                <c:pt idx="4459">
                  <c:v>0.25</c:v>
                </c:pt>
                <c:pt idx="4460">
                  <c:v>0.25</c:v>
                </c:pt>
                <c:pt idx="4461">
                  <c:v>0.25</c:v>
                </c:pt>
                <c:pt idx="4462">
                  <c:v>0.25</c:v>
                </c:pt>
                <c:pt idx="4463">
                  <c:v>0.25</c:v>
                </c:pt>
                <c:pt idx="4464">
                  <c:v>0.25</c:v>
                </c:pt>
                <c:pt idx="4465">
                  <c:v>0.25</c:v>
                </c:pt>
                <c:pt idx="4466">
                  <c:v>0.25</c:v>
                </c:pt>
                <c:pt idx="4467">
                  <c:v>0.25</c:v>
                </c:pt>
                <c:pt idx="4468">
                  <c:v>0.25</c:v>
                </c:pt>
                <c:pt idx="4469">
                  <c:v>0.25</c:v>
                </c:pt>
                <c:pt idx="4470">
                  <c:v>0.25</c:v>
                </c:pt>
                <c:pt idx="4471">
                  <c:v>0.25</c:v>
                </c:pt>
                <c:pt idx="4472">
                  <c:v>0.25</c:v>
                </c:pt>
                <c:pt idx="4473">
                  <c:v>0.25</c:v>
                </c:pt>
                <c:pt idx="4474">
                  <c:v>0.25</c:v>
                </c:pt>
                <c:pt idx="4475">
                  <c:v>0.25</c:v>
                </c:pt>
                <c:pt idx="4476">
                  <c:v>0.25</c:v>
                </c:pt>
                <c:pt idx="4477">
                  <c:v>0.25</c:v>
                </c:pt>
                <c:pt idx="4478">
                  <c:v>0.25</c:v>
                </c:pt>
                <c:pt idx="4479">
                  <c:v>0.25</c:v>
                </c:pt>
                <c:pt idx="4480">
                  <c:v>0.25</c:v>
                </c:pt>
                <c:pt idx="4481">
                  <c:v>0.25</c:v>
                </c:pt>
                <c:pt idx="4482">
                  <c:v>0.25</c:v>
                </c:pt>
                <c:pt idx="4483">
                  <c:v>0.25</c:v>
                </c:pt>
                <c:pt idx="4484">
                  <c:v>0.25</c:v>
                </c:pt>
                <c:pt idx="4485">
                  <c:v>0.25</c:v>
                </c:pt>
                <c:pt idx="4486">
                  <c:v>0.25</c:v>
                </c:pt>
                <c:pt idx="4487">
                  <c:v>0.25</c:v>
                </c:pt>
                <c:pt idx="4488">
                  <c:v>0.25</c:v>
                </c:pt>
                <c:pt idx="4489">
                  <c:v>0.25</c:v>
                </c:pt>
                <c:pt idx="4490">
                  <c:v>0.25</c:v>
                </c:pt>
                <c:pt idx="4491">
                  <c:v>0.25</c:v>
                </c:pt>
                <c:pt idx="4492">
                  <c:v>0.25</c:v>
                </c:pt>
                <c:pt idx="4493">
                  <c:v>0.25</c:v>
                </c:pt>
                <c:pt idx="4494">
                  <c:v>0.25</c:v>
                </c:pt>
                <c:pt idx="4495">
                  <c:v>0.25</c:v>
                </c:pt>
                <c:pt idx="4496">
                  <c:v>0.25</c:v>
                </c:pt>
                <c:pt idx="4497">
                  <c:v>0.25</c:v>
                </c:pt>
                <c:pt idx="4498">
                  <c:v>0.25</c:v>
                </c:pt>
                <c:pt idx="4499">
                  <c:v>0.25</c:v>
                </c:pt>
                <c:pt idx="4500">
                  <c:v>0.25</c:v>
                </c:pt>
                <c:pt idx="4501">
                  <c:v>0.25</c:v>
                </c:pt>
                <c:pt idx="4502">
                  <c:v>0.25</c:v>
                </c:pt>
                <c:pt idx="4503">
                  <c:v>0.25</c:v>
                </c:pt>
                <c:pt idx="4504">
                  <c:v>0.25</c:v>
                </c:pt>
                <c:pt idx="4505">
                  <c:v>0.25</c:v>
                </c:pt>
                <c:pt idx="4506">
                  <c:v>0.25</c:v>
                </c:pt>
                <c:pt idx="4507">
                  <c:v>0.25</c:v>
                </c:pt>
                <c:pt idx="4508">
                  <c:v>0.25</c:v>
                </c:pt>
                <c:pt idx="4509">
                  <c:v>0.25</c:v>
                </c:pt>
                <c:pt idx="4510">
                  <c:v>0.25</c:v>
                </c:pt>
                <c:pt idx="4511">
                  <c:v>0.25</c:v>
                </c:pt>
                <c:pt idx="4512">
                  <c:v>0.25</c:v>
                </c:pt>
                <c:pt idx="4513">
                  <c:v>0.25</c:v>
                </c:pt>
                <c:pt idx="4514">
                  <c:v>0.25</c:v>
                </c:pt>
                <c:pt idx="4515">
                  <c:v>0.25</c:v>
                </c:pt>
                <c:pt idx="4516">
                  <c:v>0.25</c:v>
                </c:pt>
                <c:pt idx="4517">
                  <c:v>0.25</c:v>
                </c:pt>
                <c:pt idx="4518">
                  <c:v>0.25</c:v>
                </c:pt>
                <c:pt idx="4519">
                  <c:v>0.25</c:v>
                </c:pt>
                <c:pt idx="4520">
                  <c:v>0.25</c:v>
                </c:pt>
                <c:pt idx="4521">
                  <c:v>0.25</c:v>
                </c:pt>
                <c:pt idx="4522">
                  <c:v>0.25</c:v>
                </c:pt>
                <c:pt idx="4523">
                  <c:v>0.25</c:v>
                </c:pt>
                <c:pt idx="4524">
                  <c:v>0.25</c:v>
                </c:pt>
                <c:pt idx="4525">
                  <c:v>0.25</c:v>
                </c:pt>
                <c:pt idx="4526">
                  <c:v>0.25</c:v>
                </c:pt>
                <c:pt idx="4527">
                  <c:v>0.25</c:v>
                </c:pt>
                <c:pt idx="4528">
                  <c:v>0.25</c:v>
                </c:pt>
                <c:pt idx="4529">
                  <c:v>0.25</c:v>
                </c:pt>
                <c:pt idx="4530">
                  <c:v>0.25</c:v>
                </c:pt>
                <c:pt idx="4531">
                  <c:v>0.25</c:v>
                </c:pt>
                <c:pt idx="4532">
                  <c:v>0.25</c:v>
                </c:pt>
                <c:pt idx="4533">
                  <c:v>0.25</c:v>
                </c:pt>
                <c:pt idx="4534">
                  <c:v>0.25</c:v>
                </c:pt>
                <c:pt idx="4535">
                  <c:v>0.25</c:v>
                </c:pt>
                <c:pt idx="4536">
                  <c:v>0.25</c:v>
                </c:pt>
                <c:pt idx="4537">
                  <c:v>0.25</c:v>
                </c:pt>
                <c:pt idx="4538">
                  <c:v>0.25</c:v>
                </c:pt>
                <c:pt idx="4539">
                  <c:v>0.25</c:v>
                </c:pt>
                <c:pt idx="4540">
                  <c:v>0.25</c:v>
                </c:pt>
                <c:pt idx="4541">
                  <c:v>0.25</c:v>
                </c:pt>
                <c:pt idx="4542">
                  <c:v>0.25</c:v>
                </c:pt>
                <c:pt idx="4543">
                  <c:v>0.25</c:v>
                </c:pt>
                <c:pt idx="4544">
                  <c:v>0.25</c:v>
                </c:pt>
                <c:pt idx="4545">
                  <c:v>0.25</c:v>
                </c:pt>
                <c:pt idx="4546">
                  <c:v>0.25</c:v>
                </c:pt>
                <c:pt idx="4547">
                  <c:v>0.25</c:v>
                </c:pt>
                <c:pt idx="4548">
                  <c:v>0.25</c:v>
                </c:pt>
                <c:pt idx="4549">
                  <c:v>0.25</c:v>
                </c:pt>
                <c:pt idx="4550">
                  <c:v>0.25</c:v>
                </c:pt>
                <c:pt idx="4551">
                  <c:v>0.25</c:v>
                </c:pt>
                <c:pt idx="4552">
                  <c:v>0.25</c:v>
                </c:pt>
                <c:pt idx="4553">
                  <c:v>0.25</c:v>
                </c:pt>
                <c:pt idx="4554">
                  <c:v>0.25</c:v>
                </c:pt>
                <c:pt idx="4555">
                  <c:v>0.25</c:v>
                </c:pt>
                <c:pt idx="4556">
                  <c:v>0.25</c:v>
                </c:pt>
                <c:pt idx="4557">
                  <c:v>0.25</c:v>
                </c:pt>
                <c:pt idx="4558">
                  <c:v>0.25</c:v>
                </c:pt>
                <c:pt idx="4559">
                  <c:v>0.25</c:v>
                </c:pt>
                <c:pt idx="4560">
                  <c:v>0.25</c:v>
                </c:pt>
                <c:pt idx="4561">
                  <c:v>0.25</c:v>
                </c:pt>
                <c:pt idx="4562">
                  <c:v>0.25</c:v>
                </c:pt>
                <c:pt idx="4563">
                  <c:v>0.25</c:v>
                </c:pt>
                <c:pt idx="4564">
                  <c:v>0.25</c:v>
                </c:pt>
                <c:pt idx="4565">
                  <c:v>0.25</c:v>
                </c:pt>
                <c:pt idx="4566">
                  <c:v>0.25</c:v>
                </c:pt>
                <c:pt idx="4567">
                  <c:v>0.25</c:v>
                </c:pt>
                <c:pt idx="4568">
                  <c:v>0.25</c:v>
                </c:pt>
                <c:pt idx="4569">
                  <c:v>0.25</c:v>
                </c:pt>
                <c:pt idx="4570">
                  <c:v>0.25</c:v>
                </c:pt>
                <c:pt idx="4571">
                  <c:v>0.25</c:v>
                </c:pt>
                <c:pt idx="4572">
                  <c:v>0.25</c:v>
                </c:pt>
                <c:pt idx="4573">
                  <c:v>0.25</c:v>
                </c:pt>
                <c:pt idx="4574">
                  <c:v>0.25</c:v>
                </c:pt>
                <c:pt idx="4575">
                  <c:v>0.25</c:v>
                </c:pt>
                <c:pt idx="4576">
                  <c:v>0.25</c:v>
                </c:pt>
                <c:pt idx="4577">
                  <c:v>0.25</c:v>
                </c:pt>
                <c:pt idx="4578">
                  <c:v>0.25</c:v>
                </c:pt>
                <c:pt idx="4579">
                  <c:v>0.25</c:v>
                </c:pt>
                <c:pt idx="4580">
                  <c:v>0.25</c:v>
                </c:pt>
                <c:pt idx="4581">
                  <c:v>0.25</c:v>
                </c:pt>
                <c:pt idx="4582">
                  <c:v>0.25</c:v>
                </c:pt>
                <c:pt idx="4583">
                  <c:v>0.25</c:v>
                </c:pt>
                <c:pt idx="4584">
                  <c:v>0.25</c:v>
                </c:pt>
                <c:pt idx="4585">
                  <c:v>0.25</c:v>
                </c:pt>
                <c:pt idx="4586">
                  <c:v>0.25</c:v>
                </c:pt>
                <c:pt idx="4587">
                  <c:v>0.25</c:v>
                </c:pt>
                <c:pt idx="4588">
                  <c:v>0.25</c:v>
                </c:pt>
                <c:pt idx="4589">
                  <c:v>0.25</c:v>
                </c:pt>
                <c:pt idx="4590">
                  <c:v>0.25</c:v>
                </c:pt>
                <c:pt idx="4591">
                  <c:v>0.25</c:v>
                </c:pt>
                <c:pt idx="4592">
                  <c:v>0.25</c:v>
                </c:pt>
                <c:pt idx="4593">
                  <c:v>0.25</c:v>
                </c:pt>
                <c:pt idx="4594">
                  <c:v>0.25</c:v>
                </c:pt>
                <c:pt idx="4595">
                  <c:v>0.25</c:v>
                </c:pt>
                <c:pt idx="4596">
                  <c:v>0.25</c:v>
                </c:pt>
                <c:pt idx="4597">
                  <c:v>0.25</c:v>
                </c:pt>
                <c:pt idx="4598">
                  <c:v>0.25</c:v>
                </c:pt>
                <c:pt idx="4599">
                  <c:v>0.25</c:v>
                </c:pt>
                <c:pt idx="4600">
                  <c:v>0.25</c:v>
                </c:pt>
                <c:pt idx="4601">
                  <c:v>0.25</c:v>
                </c:pt>
                <c:pt idx="4602">
                  <c:v>0.25</c:v>
                </c:pt>
                <c:pt idx="4603">
                  <c:v>0.25</c:v>
                </c:pt>
                <c:pt idx="4604">
                  <c:v>0.25</c:v>
                </c:pt>
                <c:pt idx="4605">
                  <c:v>0.25</c:v>
                </c:pt>
                <c:pt idx="4606">
                  <c:v>0.25</c:v>
                </c:pt>
                <c:pt idx="4607">
                  <c:v>0.25</c:v>
                </c:pt>
                <c:pt idx="4608">
                  <c:v>0.25</c:v>
                </c:pt>
                <c:pt idx="4609">
                  <c:v>0.25</c:v>
                </c:pt>
                <c:pt idx="4610">
                  <c:v>0.25</c:v>
                </c:pt>
                <c:pt idx="4611">
                  <c:v>0.25</c:v>
                </c:pt>
                <c:pt idx="4612">
                  <c:v>0.25</c:v>
                </c:pt>
                <c:pt idx="4613">
                  <c:v>0.25</c:v>
                </c:pt>
                <c:pt idx="4614">
                  <c:v>0.25</c:v>
                </c:pt>
                <c:pt idx="4615">
                  <c:v>0.25</c:v>
                </c:pt>
                <c:pt idx="4616">
                  <c:v>0.25</c:v>
                </c:pt>
                <c:pt idx="4617">
                  <c:v>0.25</c:v>
                </c:pt>
                <c:pt idx="4618">
                  <c:v>0.25</c:v>
                </c:pt>
                <c:pt idx="4619">
                  <c:v>0.25</c:v>
                </c:pt>
                <c:pt idx="4620">
                  <c:v>0.25</c:v>
                </c:pt>
                <c:pt idx="4621">
                  <c:v>0.25</c:v>
                </c:pt>
                <c:pt idx="4622">
                  <c:v>0.25</c:v>
                </c:pt>
                <c:pt idx="4623">
                  <c:v>0.25</c:v>
                </c:pt>
                <c:pt idx="4624">
                  <c:v>0.25</c:v>
                </c:pt>
                <c:pt idx="4625">
                  <c:v>0.25</c:v>
                </c:pt>
                <c:pt idx="4626">
                  <c:v>0.25</c:v>
                </c:pt>
                <c:pt idx="4627">
                  <c:v>0.25</c:v>
                </c:pt>
                <c:pt idx="4628">
                  <c:v>0.25</c:v>
                </c:pt>
                <c:pt idx="4629">
                  <c:v>0.25</c:v>
                </c:pt>
                <c:pt idx="4630">
                  <c:v>0.25</c:v>
                </c:pt>
                <c:pt idx="4631">
                  <c:v>0.25</c:v>
                </c:pt>
                <c:pt idx="4632">
                  <c:v>0.25</c:v>
                </c:pt>
                <c:pt idx="4633">
                  <c:v>0.25</c:v>
                </c:pt>
                <c:pt idx="4634">
                  <c:v>0.25</c:v>
                </c:pt>
                <c:pt idx="4635">
                  <c:v>0.25</c:v>
                </c:pt>
                <c:pt idx="4636">
                  <c:v>0.25</c:v>
                </c:pt>
                <c:pt idx="4637">
                  <c:v>0.25</c:v>
                </c:pt>
                <c:pt idx="4638">
                  <c:v>0.25</c:v>
                </c:pt>
                <c:pt idx="4639">
                  <c:v>0.25</c:v>
                </c:pt>
                <c:pt idx="4640">
                  <c:v>0.25</c:v>
                </c:pt>
                <c:pt idx="4641">
                  <c:v>0.25</c:v>
                </c:pt>
                <c:pt idx="4642">
                  <c:v>0.25</c:v>
                </c:pt>
                <c:pt idx="4643">
                  <c:v>0.25</c:v>
                </c:pt>
                <c:pt idx="4644">
                  <c:v>0.25</c:v>
                </c:pt>
                <c:pt idx="4645">
                  <c:v>0.25</c:v>
                </c:pt>
                <c:pt idx="4646">
                  <c:v>0.25</c:v>
                </c:pt>
                <c:pt idx="4647">
                  <c:v>0.25</c:v>
                </c:pt>
                <c:pt idx="4648">
                  <c:v>0.25</c:v>
                </c:pt>
                <c:pt idx="4649">
                  <c:v>0.25</c:v>
                </c:pt>
                <c:pt idx="4650">
                  <c:v>0.25</c:v>
                </c:pt>
                <c:pt idx="4651">
                  <c:v>0.25</c:v>
                </c:pt>
                <c:pt idx="4652">
                  <c:v>0.25</c:v>
                </c:pt>
                <c:pt idx="4653">
                  <c:v>0.25</c:v>
                </c:pt>
                <c:pt idx="4654">
                  <c:v>0.25</c:v>
                </c:pt>
                <c:pt idx="4655">
                  <c:v>0.25</c:v>
                </c:pt>
                <c:pt idx="4656">
                  <c:v>0.25</c:v>
                </c:pt>
                <c:pt idx="4657">
                  <c:v>0.25</c:v>
                </c:pt>
                <c:pt idx="4658">
                  <c:v>0.25</c:v>
                </c:pt>
                <c:pt idx="4659">
                  <c:v>0.25</c:v>
                </c:pt>
                <c:pt idx="4660">
                  <c:v>0.25</c:v>
                </c:pt>
                <c:pt idx="4661">
                  <c:v>0.25</c:v>
                </c:pt>
                <c:pt idx="4662">
                  <c:v>0.25</c:v>
                </c:pt>
                <c:pt idx="4663">
                  <c:v>0.25</c:v>
                </c:pt>
                <c:pt idx="4664">
                  <c:v>0.25</c:v>
                </c:pt>
                <c:pt idx="4665">
                  <c:v>0.25</c:v>
                </c:pt>
                <c:pt idx="4666">
                  <c:v>0.25</c:v>
                </c:pt>
                <c:pt idx="4667">
                  <c:v>0.25</c:v>
                </c:pt>
                <c:pt idx="4668">
                  <c:v>0.25</c:v>
                </c:pt>
                <c:pt idx="4669">
                  <c:v>0.25</c:v>
                </c:pt>
                <c:pt idx="4670">
                  <c:v>0.25</c:v>
                </c:pt>
                <c:pt idx="4671">
                  <c:v>0.25</c:v>
                </c:pt>
                <c:pt idx="4672">
                  <c:v>0.25</c:v>
                </c:pt>
                <c:pt idx="4673">
                  <c:v>0.25</c:v>
                </c:pt>
                <c:pt idx="4674">
                  <c:v>0.25</c:v>
                </c:pt>
                <c:pt idx="4675">
                  <c:v>0.25</c:v>
                </c:pt>
                <c:pt idx="4676">
                  <c:v>0.25</c:v>
                </c:pt>
                <c:pt idx="4677">
                  <c:v>0.25</c:v>
                </c:pt>
                <c:pt idx="4678">
                  <c:v>0.25</c:v>
                </c:pt>
                <c:pt idx="4679">
                  <c:v>0.25</c:v>
                </c:pt>
                <c:pt idx="4680">
                  <c:v>0.25</c:v>
                </c:pt>
                <c:pt idx="4681">
                  <c:v>0.25</c:v>
                </c:pt>
                <c:pt idx="4682">
                  <c:v>0.25</c:v>
                </c:pt>
                <c:pt idx="4683">
                  <c:v>0.25</c:v>
                </c:pt>
                <c:pt idx="4684">
                  <c:v>0.25</c:v>
                </c:pt>
                <c:pt idx="4685">
                  <c:v>0.25</c:v>
                </c:pt>
                <c:pt idx="4686">
                  <c:v>0.25</c:v>
                </c:pt>
                <c:pt idx="4687">
                  <c:v>0.25</c:v>
                </c:pt>
                <c:pt idx="4688">
                  <c:v>0.25</c:v>
                </c:pt>
                <c:pt idx="4689">
                  <c:v>0.25</c:v>
                </c:pt>
                <c:pt idx="4690">
                  <c:v>0.25</c:v>
                </c:pt>
                <c:pt idx="4691">
                  <c:v>0.25</c:v>
                </c:pt>
                <c:pt idx="4692">
                  <c:v>0.25</c:v>
                </c:pt>
                <c:pt idx="4693">
                  <c:v>0.25</c:v>
                </c:pt>
                <c:pt idx="4694">
                  <c:v>0.25</c:v>
                </c:pt>
                <c:pt idx="4695">
                  <c:v>0.25</c:v>
                </c:pt>
                <c:pt idx="4696">
                  <c:v>0.25</c:v>
                </c:pt>
                <c:pt idx="4697">
                  <c:v>0.25</c:v>
                </c:pt>
                <c:pt idx="4698">
                  <c:v>0.25</c:v>
                </c:pt>
                <c:pt idx="4699">
                  <c:v>0.25</c:v>
                </c:pt>
                <c:pt idx="4700">
                  <c:v>0.25</c:v>
                </c:pt>
                <c:pt idx="4701">
                  <c:v>0.25</c:v>
                </c:pt>
                <c:pt idx="4702">
                  <c:v>0.25</c:v>
                </c:pt>
                <c:pt idx="4703">
                  <c:v>0.25</c:v>
                </c:pt>
                <c:pt idx="4704">
                  <c:v>0.25</c:v>
                </c:pt>
                <c:pt idx="4705">
                  <c:v>0.25</c:v>
                </c:pt>
                <c:pt idx="4706">
                  <c:v>0.25</c:v>
                </c:pt>
                <c:pt idx="4707">
                  <c:v>0.25</c:v>
                </c:pt>
                <c:pt idx="4708">
                  <c:v>0.25</c:v>
                </c:pt>
                <c:pt idx="4709">
                  <c:v>0.25</c:v>
                </c:pt>
                <c:pt idx="4710">
                  <c:v>0.25</c:v>
                </c:pt>
                <c:pt idx="4711">
                  <c:v>0.25</c:v>
                </c:pt>
                <c:pt idx="4712">
                  <c:v>0.25</c:v>
                </c:pt>
                <c:pt idx="4713">
                  <c:v>0.25</c:v>
                </c:pt>
                <c:pt idx="4714">
                  <c:v>0.25</c:v>
                </c:pt>
                <c:pt idx="4715">
                  <c:v>0.25</c:v>
                </c:pt>
                <c:pt idx="4716">
                  <c:v>0.25</c:v>
                </c:pt>
                <c:pt idx="4717">
                  <c:v>0.25</c:v>
                </c:pt>
                <c:pt idx="4718">
                  <c:v>0.25</c:v>
                </c:pt>
                <c:pt idx="4719">
                  <c:v>0.25</c:v>
                </c:pt>
                <c:pt idx="4720">
                  <c:v>0.25</c:v>
                </c:pt>
                <c:pt idx="4721">
                  <c:v>0.25</c:v>
                </c:pt>
                <c:pt idx="4722">
                  <c:v>0.25</c:v>
                </c:pt>
                <c:pt idx="4723">
                  <c:v>0.25</c:v>
                </c:pt>
                <c:pt idx="4724">
                  <c:v>0.25</c:v>
                </c:pt>
                <c:pt idx="4725">
                  <c:v>0.25</c:v>
                </c:pt>
                <c:pt idx="4726">
                  <c:v>0.25</c:v>
                </c:pt>
                <c:pt idx="4727">
                  <c:v>0.25</c:v>
                </c:pt>
                <c:pt idx="4728">
                  <c:v>0.25</c:v>
                </c:pt>
                <c:pt idx="4729">
                  <c:v>0.25</c:v>
                </c:pt>
                <c:pt idx="4730">
                  <c:v>0.25</c:v>
                </c:pt>
                <c:pt idx="4731">
                  <c:v>0.25</c:v>
                </c:pt>
                <c:pt idx="4732">
                  <c:v>0.25</c:v>
                </c:pt>
                <c:pt idx="4733">
                  <c:v>0.25</c:v>
                </c:pt>
                <c:pt idx="4734">
                  <c:v>0.25</c:v>
                </c:pt>
                <c:pt idx="4735">
                  <c:v>0.25</c:v>
                </c:pt>
                <c:pt idx="4736">
                  <c:v>0.25</c:v>
                </c:pt>
                <c:pt idx="4737">
                  <c:v>0.25</c:v>
                </c:pt>
                <c:pt idx="4738">
                  <c:v>0.25</c:v>
                </c:pt>
                <c:pt idx="4739">
                  <c:v>0.25</c:v>
                </c:pt>
                <c:pt idx="4740">
                  <c:v>0.25</c:v>
                </c:pt>
                <c:pt idx="4741">
                  <c:v>0.25</c:v>
                </c:pt>
                <c:pt idx="4742">
                  <c:v>0.25</c:v>
                </c:pt>
                <c:pt idx="4743">
                  <c:v>0.25</c:v>
                </c:pt>
                <c:pt idx="4744">
                  <c:v>0.25</c:v>
                </c:pt>
                <c:pt idx="4745">
                  <c:v>0.25</c:v>
                </c:pt>
                <c:pt idx="4746">
                  <c:v>0.25</c:v>
                </c:pt>
                <c:pt idx="4747">
                  <c:v>0.25</c:v>
                </c:pt>
                <c:pt idx="4748">
                  <c:v>0.25</c:v>
                </c:pt>
                <c:pt idx="4749">
                  <c:v>0.25</c:v>
                </c:pt>
                <c:pt idx="4750">
                  <c:v>0.25</c:v>
                </c:pt>
                <c:pt idx="4751">
                  <c:v>0.25</c:v>
                </c:pt>
                <c:pt idx="4752">
                  <c:v>0.25</c:v>
                </c:pt>
                <c:pt idx="4753">
                  <c:v>0.25</c:v>
                </c:pt>
                <c:pt idx="4754">
                  <c:v>0.25</c:v>
                </c:pt>
                <c:pt idx="4755">
                  <c:v>0.25</c:v>
                </c:pt>
                <c:pt idx="4756">
                  <c:v>0.25</c:v>
                </c:pt>
                <c:pt idx="4757">
                  <c:v>0.25</c:v>
                </c:pt>
                <c:pt idx="4758">
                  <c:v>0.25</c:v>
                </c:pt>
                <c:pt idx="4759">
                  <c:v>0.25</c:v>
                </c:pt>
                <c:pt idx="4760">
                  <c:v>0.25</c:v>
                </c:pt>
                <c:pt idx="4761">
                  <c:v>0.25</c:v>
                </c:pt>
                <c:pt idx="4762">
                  <c:v>0.25</c:v>
                </c:pt>
                <c:pt idx="4763">
                  <c:v>0.25</c:v>
                </c:pt>
                <c:pt idx="4764">
                  <c:v>0.25</c:v>
                </c:pt>
                <c:pt idx="4765">
                  <c:v>0.25</c:v>
                </c:pt>
                <c:pt idx="4766">
                  <c:v>0.25</c:v>
                </c:pt>
                <c:pt idx="4767">
                  <c:v>0.25</c:v>
                </c:pt>
                <c:pt idx="4768">
                  <c:v>0.25</c:v>
                </c:pt>
                <c:pt idx="4769">
                  <c:v>0.25</c:v>
                </c:pt>
                <c:pt idx="4770">
                  <c:v>0.25</c:v>
                </c:pt>
                <c:pt idx="4771">
                  <c:v>0.25</c:v>
                </c:pt>
                <c:pt idx="4772">
                  <c:v>0.25</c:v>
                </c:pt>
                <c:pt idx="4773">
                  <c:v>0.25</c:v>
                </c:pt>
                <c:pt idx="4774">
                  <c:v>0.25</c:v>
                </c:pt>
                <c:pt idx="4775">
                  <c:v>0.25</c:v>
                </c:pt>
                <c:pt idx="4776">
                  <c:v>0.25</c:v>
                </c:pt>
                <c:pt idx="4777">
                  <c:v>0.25</c:v>
                </c:pt>
                <c:pt idx="4778">
                  <c:v>0.25</c:v>
                </c:pt>
                <c:pt idx="4779">
                  <c:v>0.25</c:v>
                </c:pt>
                <c:pt idx="4780">
                  <c:v>0.25</c:v>
                </c:pt>
                <c:pt idx="4781">
                  <c:v>0.25</c:v>
                </c:pt>
                <c:pt idx="4782">
                  <c:v>0.25</c:v>
                </c:pt>
                <c:pt idx="4783">
                  <c:v>0.25</c:v>
                </c:pt>
                <c:pt idx="4784">
                  <c:v>0.25</c:v>
                </c:pt>
                <c:pt idx="4785">
                  <c:v>0.25</c:v>
                </c:pt>
                <c:pt idx="4786">
                  <c:v>0.25</c:v>
                </c:pt>
                <c:pt idx="4787">
                  <c:v>0.25</c:v>
                </c:pt>
                <c:pt idx="4788">
                  <c:v>0.25</c:v>
                </c:pt>
                <c:pt idx="4789">
                  <c:v>0.25</c:v>
                </c:pt>
                <c:pt idx="4790">
                  <c:v>0.25</c:v>
                </c:pt>
                <c:pt idx="4791">
                  <c:v>0.25</c:v>
                </c:pt>
                <c:pt idx="4792">
                  <c:v>0.25</c:v>
                </c:pt>
                <c:pt idx="4793">
                  <c:v>0.25</c:v>
                </c:pt>
                <c:pt idx="4794">
                  <c:v>0.25</c:v>
                </c:pt>
                <c:pt idx="4795">
                  <c:v>0.25</c:v>
                </c:pt>
                <c:pt idx="4796">
                  <c:v>0.25</c:v>
                </c:pt>
                <c:pt idx="4797">
                  <c:v>0.25</c:v>
                </c:pt>
                <c:pt idx="4798">
                  <c:v>0.25</c:v>
                </c:pt>
                <c:pt idx="4799">
                  <c:v>0.25</c:v>
                </c:pt>
                <c:pt idx="4800">
                  <c:v>0.25</c:v>
                </c:pt>
                <c:pt idx="4801">
                  <c:v>0.25</c:v>
                </c:pt>
                <c:pt idx="4802">
                  <c:v>0.25</c:v>
                </c:pt>
                <c:pt idx="4803">
                  <c:v>0.25</c:v>
                </c:pt>
                <c:pt idx="4804">
                  <c:v>0.25</c:v>
                </c:pt>
                <c:pt idx="4805">
                  <c:v>0.25</c:v>
                </c:pt>
                <c:pt idx="4806">
                  <c:v>0.25</c:v>
                </c:pt>
                <c:pt idx="4807">
                  <c:v>0.25</c:v>
                </c:pt>
                <c:pt idx="4808">
                  <c:v>0.25</c:v>
                </c:pt>
                <c:pt idx="4809">
                  <c:v>0.25</c:v>
                </c:pt>
                <c:pt idx="4810">
                  <c:v>0.25</c:v>
                </c:pt>
                <c:pt idx="4811">
                  <c:v>0.25</c:v>
                </c:pt>
                <c:pt idx="4812">
                  <c:v>0.25</c:v>
                </c:pt>
                <c:pt idx="4813">
                  <c:v>0.25</c:v>
                </c:pt>
                <c:pt idx="4814">
                  <c:v>0.25</c:v>
                </c:pt>
                <c:pt idx="4815">
                  <c:v>0.25</c:v>
                </c:pt>
                <c:pt idx="4816">
                  <c:v>0.25</c:v>
                </c:pt>
                <c:pt idx="4817">
                  <c:v>0.25</c:v>
                </c:pt>
                <c:pt idx="4818">
                  <c:v>0.25</c:v>
                </c:pt>
                <c:pt idx="4819">
                  <c:v>0.25</c:v>
                </c:pt>
                <c:pt idx="4820">
                  <c:v>0.25</c:v>
                </c:pt>
                <c:pt idx="4821">
                  <c:v>0.25</c:v>
                </c:pt>
                <c:pt idx="4822">
                  <c:v>0.25</c:v>
                </c:pt>
                <c:pt idx="4823">
                  <c:v>0.25</c:v>
                </c:pt>
                <c:pt idx="4824">
                  <c:v>0.25</c:v>
                </c:pt>
                <c:pt idx="4825">
                  <c:v>0.25</c:v>
                </c:pt>
                <c:pt idx="4826">
                  <c:v>0.25</c:v>
                </c:pt>
                <c:pt idx="4827">
                  <c:v>0.25</c:v>
                </c:pt>
                <c:pt idx="4828">
                  <c:v>0.25</c:v>
                </c:pt>
                <c:pt idx="4829">
                  <c:v>0.25</c:v>
                </c:pt>
                <c:pt idx="4830">
                  <c:v>0.25</c:v>
                </c:pt>
                <c:pt idx="4831">
                  <c:v>0.25</c:v>
                </c:pt>
                <c:pt idx="4832">
                  <c:v>0.25</c:v>
                </c:pt>
                <c:pt idx="4833">
                  <c:v>0.25</c:v>
                </c:pt>
                <c:pt idx="4834">
                  <c:v>0.25</c:v>
                </c:pt>
                <c:pt idx="4835">
                  <c:v>0.25</c:v>
                </c:pt>
                <c:pt idx="4836">
                  <c:v>0.25</c:v>
                </c:pt>
                <c:pt idx="4837">
                  <c:v>0.25</c:v>
                </c:pt>
                <c:pt idx="4838">
                  <c:v>0.25</c:v>
                </c:pt>
                <c:pt idx="4839">
                  <c:v>0.25</c:v>
                </c:pt>
                <c:pt idx="4840">
                  <c:v>0.25</c:v>
                </c:pt>
                <c:pt idx="4841">
                  <c:v>0.25</c:v>
                </c:pt>
                <c:pt idx="4842">
                  <c:v>0.25</c:v>
                </c:pt>
                <c:pt idx="4843">
                  <c:v>0.25</c:v>
                </c:pt>
                <c:pt idx="4844">
                  <c:v>0.25</c:v>
                </c:pt>
                <c:pt idx="4845">
                  <c:v>0.25</c:v>
                </c:pt>
                <c:pt idx="4846">
                  <c:v>0.25</c:v>
                </c:pt>
                <c:pt idx="4847">
                  <c:v>0.25</c:v>
                </c:pt>
                <c:pt idx="4848">
                  <c:v>0.25</c:v>
                </c:pt>
                <c:pt idx="4849">
                  <c:v>0.25</c:v>
                </c:pt>
                <c:pt idx="4850">
                  <c:v>0.25</c:v>
                </c:pt>
                <c:pt idx="4851">
                  <c:v>0.25</c:v>
                </c:pt>
                <c:pt idx="4852">
                  <c:v>0.25</c:v>
                </c:pt>
                <c:pt idx="4853">
                  <c:v>0.25</c:v>
                </c:pt>
                <c:pt idx="4854">
                  <c:v>0.25</c:v>
                </c:pt>
                <c:pt idx="4855">
                  <c:v>0.25</c:v>
                </c:pt>
                <c:pt idx="4856">
                  <c:v>0.25</c:v>
                </c:pt>
                <c:pt idx="4857">
                  <c:v>0.25</c:v>
                </c:pt>
                <c:pt idx="4858">
                  <c:v>0.25</c:v>
                </c:pt>
                <c:pt idx="4859">
                  <c:v>0.25</c:v>
                </c:pt>
                <c:pt idx="4860">
                  <c:v>0.25</c:v>
                </c:pt>
                <c:pt idx="4861">
                  <c:v>0.25</c:v>
                </c:pt>
                <c:pt idx="4862">
                  <c:v>0.25</c:v>
                </c:pt>
                <c:pt idx="4863">
                  <c:v>0.25</c:v>
                </c:pt>
                <c:pt idx="4864">
                  <c:v>0.25</c:v>
                </c:pt>
                <c:pt idx="4865">
                  <c:v>0.25</c:v>
                </c:pt>
                <c:pt idx="4866">
                  <c:v>0.25</c:v>
                </c:pt>
                <c:pt idx="4867">
                  <c:v>0.25</c:v>
                </c:pt>
                <c:pt idx="4868">
                  <c:v>0.25</c:v>
                </c:pt>
                <c:pt idx="4869">
                  <c:v>0.25</c:v>
                </c:pt>
                <c:pt idx="4870">
                  <c:v>0.25</c:v>
                </c:pt>
                <c:pt idx="4871">
                  <c:v>0.25</c:v>
                </c:pt>
                <c:pt idx="4872">
                  <c:v>0.25</c:v>
                </c:pt>
                <c:pt idx="4873">
                  <c:v>0.25</c:v>
                </c:pt>
                <c:pt idx="4874">
                  <c:v>0.25</c:v>
                </c:pt>
                <c:pt idx="4875">
                  <c:v>0.25</c:v>
                </c:pt>
                <c:pt idx="4876">
                  <c:v>0.25</c:v>
                </c:pt>
                <c:pt idx="4877">
                  <c:v>0.25</c:v>
                </c:pt>
                <c:pt idx="4878">
                  <c:v>0.25</c:v>
                </c:pt>
                <c:pt idx="4879">
                  <c:v>0.25</c:v>
                </c:pt>
                <c:pt idx="4880">
                  <c:v>0.25</c:v>
                </c:pt>
                <c:pt idx="4881">
                  <c:v>0.25</c:v>
                </c:pt>
                <c:pt idx="4882">
                  <c:v>0.25</c:v>
                </c:pt>
                <c:pt idx="4883">
                  <c:v>0.25</c:v>
                </c:pt>
                <c:pt idx="4884">
                  <c:v>0.25</c:v>
                </c:pt>
                <c:pt idx="4885">
                  <c:v>0.25</c:v>
                </c:pt>
                <c:pt idx="4886">
                  <c:v>0.25</c:v>
                </c:pt>
                <c:pt idx="4887">
                  <c:v>0.25</c:v>
                </c:pt>
                <c:pt idx="4888">
                  <c:v>0.25</c:v>
                </c:pt>
                <c:pt idx="4889">
                  <c:v>0.25</c:v>
                </c:pt>
                <c:pt idx="4890">
                  <c:v>0.25</c:v>
                </c:pt>
                <c:pt idx="4891">
                  <c:v>0.25</c:v>
                </c:pt>
                <c:pt idx="4892">
                  <c:v>0.25</c:v>
                </c:pt>
                <c:pt idx="4893">
                  <c:v>0.25</c:v>
                </c:pt>
                <c:pt idx="4894">
                  <c:v>0.25</c:v>
                </c:pt>
                <c:pt idx="4895">
                  <c:v>0.25</c:v>
                </c:pt>
                <c:pt idx="4896">
                  <c:v>0.25</c:v>
                </c:pt>
                <c:pt idx="4897">
                  <c:v>0.25</c:v>
                </c:pt>
                <c:pt idx="4898">
                  <c:v>0.25</c:v>
                </c:pt>
                <c:pt idx="4899">
                  <c:v>0.25</c:v>
                </c:pt>
                <c:pt idx="4900">
                  <c:v>0.25</c:v>
                </c:pt>
                <c:pt idx="4901">
                  <c:v>0.25</c:v>
                </c:pt>
                <c:pt idx="4902">
                  <c:v>0.25</c:v>
                </c:pt>
                <c:pt idx="4903">
                  <c:v>0.25</c:v>
                </c:pt>
                <c:pt idx="4904">
                  <c:v>0.25</c:v>
                </c:pt>
                <c:pt idx="4905">
                  <c:v>0.25</c:v>
                </c:pt>
                <c:pt idx="4906">
                  <c:v>0.25</c:v>
                </c:pt>
                <c:pt idx="4907">
                  <c:v>0.25</c:v>
                </c:pt>
                <c:pt idx="4908">
                  <c:v>0.25</c:v>
                </c:pt>
                <c:pt idx="4909">
                  <c:v>0.25</c:v>
                </c:pt>
                <c:pt idx="4910">
                  <c:v>0.25</c:v>
                </c:pt>
                <c:pt idx="4911">
                  <c:v>0.25</c:v>
                </c:pt>
                <c:pt idx="4912">
                  <c:v>0.25</c:v>
                </c:pt>
                <c:pt idx="4913">
                  <c:v>0.25</c:v>
                </c:pt>
                <c:pt idx="4914">
                  <c:v>0.25</c:v>
                </c:pt>
                <c:pt idx="4915">
                  <c:v>0.25</c:v>
                </c:pt>
                <c:pt idx="4916">
                  <c:v>0.25</c:v>
                </c:pt>
                <c:pt idx="4917">
                  <c:v>0.25</c:v>
                </c:pt>
                <c:pt idx="4918">
                  <c:v>0.25</c:v>
                </c:pt>
                <c:pt idx="4919">
                  <c:v>0.25</c:v>
                </c:pt>
                <c:pt idx="4920">
                  <c:v>0.25</c:v>
                </c:pt>
                <c:pt idx="4921">
                  <c:v>0.25</c:v>
                </c:pt>
                <c:pt idx="4922">
                  <c:v>0.25</c:v>
                </c:pt>
                <c:pt idx="4923">
                  <c:v>0.25</c:v>
                </c:pt>
                <c:pt idx="4924">
                  <c:v>0.25</c:v>
                </c:pt>
                <c:pt idx="4925">
                  <c:v>0.25</c:v>
                </c:pt>
                <c:pt idx="4926">
                  <c:v>0.25</c:v>
                </c:pt>
                <c:pt idx="4927">
                  <c:v>0.25</c:v>
                </c:pt>
                <c:pt idx="4928">
                  <c:v>0.25</c:v>
                </c:pt>
                <c:pt idx="4929">
                  <c:v>0.25</c:v>
                </c:pt>
                <c:pt idx="4930">
                  <c:v>0.25</c:v>
                </c:pt>
                <c:pt idx="4931">
                  <c:v>0.25</c:v>
                </c:pt>
                <c:pt idx="4932">
                  <c:v>0.25</c:v>
                </c:pt>
                <c:pt idx="4933">
                  <c:v>0.25</c:v>
                </c:pt>
                <c:pt idx="4934">
                  <c:v>0.25</c:v>
                </c:pt>
                <c:pt idx="4935">
                  <c:v>0.25</c:v>
                </c:pt>
                <c:pt idx="4936">
                  <c:v>0.25</c:v>
                </c:pt>
                <c:pt idx="4937">
                  <c:v>0.25</c:v>
                </c:pt>
                <c:pt idx="4938">
                  <c:v>0.25</c:v>
                </c:pt>
                <c:pt idx="4939">
                  <c:v>0.25</c:v>
                </c:pt>
                <c:pt idx="4940">
                  <c:v>0.25</c:v>
                </c:pt>
                <c:pt idx="4941">
                  <c:v>0.25</c:v>
                </c:pt>
                <c:pt idx="4942">
                  <c:v>0.25</c:v>
                </c:pt>
                <c:pt idx="4943">
                  <c:v>0.25</c:v>
                </c:pt>
                <c:pt idx="4944">
                  <c:v>0.25</c:v>
                </c:pt>
                <c:pt idx="4945">
                  <c:v>0.25</c:v>
                </c:pt>
                <c:pt idx="4946">
                  <c:v>0.25</c:v>
                </c:pt>
                <c:pt idx="4947">
                  <c:v>0.25</c:v>
                </c:pt>
                <c:pt idx="4948">
                  <c:v>0.25</c:v>
                </c:pt>
                <c:pt idx="4949">
                  <c:v>0.25</c:v>
                </c:pt>
                <c:pt idx="4950">
                  <c:v>0.25</c:v>
                </c:pt>
                <c:pt idx="4951">
                  <c:v>0.25</c:v>
                </c:pt>
                <c:pt idx="4952">
                  <c:v>0.25</c:v>
                </c:pt>
                <c:pt idx="4953">
                  <c:v>0.25</c:v>
                </c:pt>
                <c:pt idx="4954">
                  <c:v>0.25</c:v>
                </c:pt>
                <c:pt idx="4955">
                  <c:v>0.25</c:v>
                </c:pt>
                <c:pt idx="4956">
                  <c:v>0.25</c:v>
                </c:pt>
                <c:pt idx="4957">
                  <c:v>0.25</c:v>
                </c:pt>
                <c:pt idx="4958">
                  <c:v>0.25</c:v>
                </c:pt>
                <c:pt idx="4959">
                  <c:v>0.25</c:v>
                </c:pt>
                <c:pt idx="4960">
                  <c:v>0.25</c:v>
                </c:pt>
                <c:pt idx="4961">
                  <c:v>0.25</c:v>
                </c:pt>
                <c:pt idx="4962">
                  <c:v>0.25</c:v>
                </c:pt>
                <c:pt idx="4963">
                  <c:v>0.25</c:v>
                </c:pt>
                <c:pt idx="4964">
                  <c:v>0.25</c:v>
                </c:pt>
                <c:pt idx="4965">
                  <c:v>0.25</c:v>
                </c:pt>
                <c:pt idx="4966">
                  <c:v>0.25</c:v>
                </c:pt>
                <c:pt idx="4967">
                  <c:v>0.25</c:v>
                </c:pt>
                <c:pt idx="4968">
                  <c:v>0.25</c:v>
                </c:pt>
                <c:pt idx="4969">
                  <c:v>0.25</c:v>
                </c:pt>
                <c:pt idx="4970">
                  <c:v>0.25</c:v>
                </c:pt>
                <c:pt idx="4971">
                  <c:v>0.25</c:v>
                </c:pt>
                <c:pt idx="4972">
                  <c:v>0.25</c:v>
                </c:pt>
                <c:pt idx="4973">
                  <c:v>0.25</c:v>
                </c:pt>
                <c:pt idx="4974">
                  <c:v>0.25</c:v>
                </c:pt>
                <c:pt idx="4975">
                  <c:v>0.25</c:v>
                </c:pt>
                <c:pt idx="4976">
                  <c:v>0.25</c:v>
                </c:pt>
                <c:pt idx="4977">
                  <c:v>0.25</c:v>
                </c:pt>
                <c:pt idx="4978">
                  <c:v>0.25</c:v>
                </c:pt>
                <c:pt idx="4979">
                  <c:v>0.25</c:v>
                </c:pt>
                <c:pt idx="4980">
                  <c:v>0.25</c:v>
                </c:pt>
                <c:pt idx="4981">
                  <c:v>0.25</c:v>
                </c:pt>
                <c:pt idx="4982">
                  <c:v>0.25</c:v>
                </c:pt>
                <c:pt idx="4983">
                  <c:v>0.25</c:v>
                </c:pt>
                <c:pt idx="4984">
                  <c:v>0.25</c:v>
                </c:pt>
                <c:pt idx="4985">
                  <c:v>0.25</c:v>
                </c:pt>
                <c:pt idx="4986">
                  <c:v>0.25</c:v>
                </c:pt>
                <c:pt idx="4987">
                  <c:v>0.25</c:v>
                </c:pt>
                <c:pt idx="4988">
                  <c:v>0.25</c:v>
                </c:pt>
                <c:pt idx="4989">
                  <c:v>0.25</c:v>
                </c:pt>
                <c:pt idx="4990">
                  <c:v>0.25</c:v>
                </c:pt>
                <c:pt idx="4991">
                  <c:v>0.25</c:v>
                </c:pt>
                <c:pt idx="4992">
                  <c:v>0.25</c:v>
                </c:pt>
                <c:pt idx="4993">
                  <c:v>0.25</c:v>
                </c:pt>
                <c:pt idx="4994">
                  <c:v>0.25</c:v>
                </c:pt>
                <c:pt idx="4995">
                  <c:v>0.25</c:v>
                </c:pt>
                <c:pt idx="4996">
                  <c:v>0.25</c:v>
                </c:pt>
                <c:pt idx="4997">
                  <c:v>0.25</c:v>
                </c:pt>
                <c:pt idx="4998">
                  <c:v>0.25</c:v>
                </c:pt>
                <c:pt idx="4999">
                  <c:v>0.25</c:v>
                </c:pt>
                <c:pt idx="5000">
                  <c:v>0.25</c:v>
                </c:pt>
                <c:pt idx="5001">
                  <c:v>0.25</c:v>
                </c:pt>
                <c:pt idx="5002">
                  <c:v>0.25</c:v>
                </c:pt>
                <c:pt idx="5003">
                  <c:v>0.25</c:v>
                </c:pt>
                <c:pt idx="5004">
                  <c:v>0.25</c:v>
                </c:pt>
                <c:pt idx="5005">
                  <c:v>0.25</c:v>
                </c:pt>
                <c:pt idx="5006">
                  <c:v>0.25</c:v>
                </c:pt>
                <c:pt idx="5007">
                  <c:v>0.25</c:v>
                </c:pt>
                <c:pt idx="5008">
                  <c:v>0.25</c:v>
                </c:pt>
                <c:pt idx="5009">
                  <c:v>0.25</c:v>
                </c:pt>
                <c:pt idx="5010">
                  <c:v>0.25</c:v>
                </c:pt>
                <c:pt idx="5011">
                  <c:v>0.25</c:v>
                </c:pt>
                <c:pt idx="5012">
                  <c:v>0.25</c:v>
                </c:pt>
                <c:pt idx="5013">
                  <c:v>0.25</c:v>
                </c:pt>
                <c:pt idx="5014">
                  <c:v>0.25</c:v>
                </c:pt>
                <c:pt idx="5015">
                  <c:v>0.25</c:v>
                </c:pt>
                <c:pt idx="5016">
                  <c:v>0.25</c:v>
                </c:pt>
                <c:pt idx="5017">
                  <c:v>0.25</c:v>
                </c:pt>
                <c:pt idx="5018">
                  <c:v>0.25</c:v>
                </c:pt>
                <c:pt idx="5019">
                  <c:v>0.25</c:v>
                </c:pt>
                <c:pt idx="5020">
                  <c:v>0.25</c:v>
                </c:pt>
                <c:pt idx="5021">
                  <c:v>0.25</c:v>
                </c:pt>
                <c:pt idx="5022">
                  <c:v>0.25</c:v>
                </c:pt>
                <c:pt idx="5023">
                  <c:v>0.25</c:v>
                </c:pt>
                <c:pt idx="5024">
                  <c:v>0.25</c:v>
                </c:pt>
                <c:pt idx="5025">
                  <c:v>0.25</c:v>
                </c:pt>
                <c:pt idx="5026">
                  <c:v>0.25</c:v>
                </c:pt>
                <c:pt idx="5027">
                  <c:v>0.25</c:v>
                </c:pt>
                <c:pt idx="5028">
                  <c:v>0.25</c:v>
                </c:pt>
                <c:pt idx="5029">
                  <c:v>0.25</c:v>
                </c:pt>
                <c:pt idx="5030">
                  <c:v>0.25</c:v>
                </c:pt>
                <c:pt idx="5031">
                  <c:v>0.25</c:v>
                </c:pt>
                <c:pt idx="5032">
                  <c:v>0.25</c:v>
                </c:pt>
                <c:pt idx="5033">
                  <c:v>0.25</c:v>
                </c:pt>
                <c:pt idx="5034">
                  <c:v>0.25</c:v>
                </c:pt>
                <c:pt idx="5035">
                  <c:v>0.25</c:v>
                </c:pt>
                <c:pt idx="5036">
                  <c:v>0.25</c:v>
                </c:pt>
                <c:pt idx="5037">
                  <c:v>0.25</c:v>
                </c:pt>
                <c:pt idx="5038">
                  <c:v>0.25</c:v>
                </c:pt>
                <c:pt idx="5039">
                  <c:v>0.25</c:v>
                </c:pt>
                <c:pt idx="5040">
                  <c:v>0.25</c:v>
                </c:pt>
                <c:pt idx="5041">
                  <c:v>0.25</c:v>
                </c:pt>
                <c:pt idx="5042">
                  <c:v>0.25</c:v>
                </c:pt>
                <c:pt idx="5043">
                  <c:v>0.25</c:v>
                </c:pt>
                <c:pt idx="5044">
                  <c:v>0.25</c:v>
                </c:pt>
                <c:pt idx="5045">
                  <c:v>0.25</c:v>
                </c:pt>
                <c:pt idx="5046">
                  <c:v>0.25</c:v>
                </c:pt>
                <c:pt idx="5047">
                  <c:v>0.25</c:v>
                </c:pt>
                <c:pt idx="5048">
                  <c:v>0.25</c:v>
                </c:pt>
                <c:pt idx="5049">
                  <c:v>0.25</c:v>
                </c:pt>
                <c:pt idx="5050">
                  <c:v>0.25</c:v>
                </c:pt>
                <c:pt idx="5051">
                  <c:v>0.25</c:v>
                </c:pt>
                <c:pt idx="5052">
                  <c:v>0.25</c:v>
                </c:pt>
                <c:pt idx="5053">
                  <c:v>0.25</c:v>
                </c:pt>
                <c:pt idx="5054">
                  <c:v>0.25</c:v>
                </c:pt>
                <c:pt idx="5055">
                  <c:v>0.25</c:v>
                </c:pt>
                <c:pt idx="5056">
                  <c:v>0.25</c:v>
                </c:pt>
                <c:pt idx="5057">
                  <c:v>0.25</c:v>
                </c:pt>
                <c:pt idx="5058">
                  <c:v>0.25</c:v>
                </c:pt>
                <c:pt idx="5059">
                  <c:v>0.25</c:v>
                </c:pt>
                <c:pt idx="5060">
                  <c:v>0.25</c:v>
                </c:pt>
                <c:pt idx="5061">
                  <c:v>0.25</c:v>
                </c:pt>
                <c:pt idx="5062">
                  <c:v>0.25</c:v>
                </c:pt>
                <c:pt idx="5063">
                  <c:v>0.25</c:v>
                </c:pt>
                <c:pt idx="5064">
                  <c:v>0.25</c:v>
                </c:pt>
                <c:pt idx="5065">
                  <c:v>0.25</c:v>
                </c:pt>
                <c:pt idx="5066">
                  <c:v>0.25</c:v>
                </c:pt>
                <c:pt idx="5067">
                  <c:v>0.25</c:v>
                </c:pt>
                <c:pt idx="5068">
                  <c:v>0.25</c:v>
                </c:pt>
                <c:pt idx="5069">
                  <c:v>0.25</c:v>
                </c:pt>
                <c:pt idx="5070">
                  <c:v>0.25</c:v>
                </c:pt>
                <c:pt idx="5071">
                  <c:v>0.25</c:v>
                </c:pt>
                <c:pt idx="5072">
                  <c:v>0.25</c:v>
                </c:pt>
                <c:pt idx="5073">
                  <c:v>0.25</c:v>
                </c:pt>
                <c:pt idx="5074">
                  <c:v>0.25</c:v>
                </c:pt>
                <c:pt idx="5075">
                  <c:v>0.25</c:v>
                </c:pt>
                <c:pt idx="5076">
                  <c:v>0.25</c:v>
                </c:pt>
                <c:pt idx="5077">
                  <c:v>0.25</c:v>
                </c:pt>
                <c:pt idx="5078">
                  <c:v>0.25</c:v>
                </c:pt>
                <c:pt idx="5079">
                  <c:v>0.25</c:v>
                </c:pt>
                <c:pt idx="5080">
                  <c:v>0.25</c:v>
                </c:pt>
                <c:pt idx="5081">
                  <c:v>0.25</c:v>
                </c:pt>
                <c:pt idx="5082">
                  <c:v>0.25</c:v>
                </c:pt>
                <c:pt idx="5083">
                  <c:v>0.25</c:v>
                </c:pt>
                <c:pt idx="5084">
                  <c:v>0.25</c:v>
                </c:pt>
                <c:pt idx="5085">
                  <c:v>0.25</c:v>
                </c:pt>
                <c:pt idx="5086">
                  <c:v>0.25</c:v>
                </c:pt>
                <c:pt idx="5087">
                  <c:v>0.25</c:v>
                </c:pt>
                <c:pt idx="5088">
                  <c:v>0.25</c:v>
                </c:pt>
                <c:pt idx="5089">
                  <c:v>0.25</c:v>
                </c:pt>
                <c:pt idx="5090">
                  <c:v>0.25</c:v>
                </c:pt>
                <c:pt idx="5091">
                  <c:v>0.25</c:v>
                </c:pt>
                <c:pt idx="5092">
                  <c:v>0.25</c:v>
                </c:pt>
                <c:pt idx="5093">
                  <c:v>0.25</c:v>
                </c:pt>
                <c:pt idx="5094">
                  <c:v>0.25</c:v>
                </c:pt>
                <c:pt idx="5095">
                  <c:v>0.25</c:v>
                </c:pt>
                <c:pt idx="5096">
                  <c:v>0.25</c:v>
                </c:pt>
                <c:pt idx="5097">
                  <c:v>0.25</c:v>
                </c:pt>
                <c:pt idx="5098">
                  <c:v>0.25</c:v>
                </c:pt>
                <c:pt idx="5099">
                  <c:v>0.25</c:v>
                </c:pt>
                <c:pt idx="5100">
                  <c:v>0.25</c:v>
                </c:pt>
                <c:pt idx="5101">
                  <c:v>0.25</c:v>
                </c:pt>
                <c:pt idx="5102">
                  <c:v>0.25</c:v>
                </c:pt>
                <c:pt idx="5103">
                  <c:v>0.25</c:v>
                </c:pt>
                <c:pt idx="5104">
                  <c:v>0.25</c:v>
                </c:pt>
                <c:pt idx="5105">
                  <c:v>0.25</c:v>
                </c:pt>
                <c:pt idx="5106">
                  <c:v>0.25</c:v>
                </c:pt>
                <c:pt idx="5107">
                  <c:v>0.25</c:v>
                </c:pt>
                <c:pt idx="5108">
                  <c:v>0.25</c:v>
                </c:pt>
                <c:pt idx="5109">
                  <c:v>0.25</c:v>
                </c:pt>
                <c:pt idx="5110">
                  <c:v>0.25</c:v>
                </c:pt>
                <c:pt idx="5111">
                  <c:v>0.25</c:v>
                </c:pt>
                <c:pt idx="5112">
                  <c:v>0.25</c:v>
                </c:pt>
                <c:pt idx="5113">
                  <c:v>0.25</c:v>
                </c:pt>
                <c:pt idx="5114">
                  <c:v>0.25</c:v>
                </c:pt>
                <c:pt idx="5115">
                  <c:v>0.25</c:v>
                </c:pt>
                <c:pt idx="5116">
                  <c:v>0.25</c:v>
                </c:pt>
                <c:pt idx="5117">
                  <c:v>0.25</c:v>
                </c:pt>
                <c:pt idx="5118">
                  <c:v>0.25</c:v>
                </c:pt>
                <c:pt idx="5119">
                  <c:v>0.25</c:v>
                </c:pt>
                <c:pt idx="5120">
                  <c:v>0.25</c:v>
                </c:pt>
                <c:pt idx="5121">
                  <c:v>0.25</c:v>
                </c:pt>
                <c:pt idx="5122">
                  <c:v>0.25</c:v>
                </c:pt>
                <c:pt idx="5123">
                  <c:v>0.25</c:v>
                </c:pt>
                <c:pt idx="5124">
                  <c:v>0.25</c:v>
                </c:pt>
                <c:pt idx="5125">
                  <c:v>0.25</c:v>
                </c:pt>
                <c:pt idx="5126">
                  <c:v>0.25</c:v>
                </c:pt>
                <c:pt idx="5127">
                  <c:v>0.25</c:v>
                </c:pt>
                <c:pt idx="5128">
                  <c:v>0.25</c:v>
                </c:pt>
                <c:pt idx="5129">
                  <c:v>0.25</c:v>
                </c:pt>
                <c:pt idx="5130">
                  <c:v>0.25</c:v>
                </c:pt>
                <c:pt idx="5131">
                  <c:v>0.25</c:v>
                </c:pt>
                <c:pt idx="5132">
                  <c:v>0.25</c:v>
                </c:pt>
                <c:pt idx="5133">
                  <c:v>0.25</c:v>
                </c:pt>
                <c:pt idx="5134">
                  <c:v>0.25</c:v>
                </c:pt>
                <c:pt idx="5135">
                  <c:v>0.25</c:v>
                </c:pt>
                <c:pt idx="5136">
                  <c:v>0.25</c:v>
                </c:pt>
                <c:pt idx="5137">
                  <c:v>0.25</c:v>
                </c:pt>
                <c:pt idx="5138">
                  <c:v>0.25</c:v>
                </c:pt>
                <c:pt idx="5139">
                  <c:v>0.25</c:v>
                </c:pt>
                <c:pt idx="5140">
                  <c:v>0.25</c:v>
                </c:pt>
                <c:pt idx="5141">
                  <c:v>0.25</c:v>
                </c:pt>
                <c:pt idx="5142">
                  <c:v>0.25</c:v>
                </c:pt>
                <c:pt idx="5143">
                  <c:v>0.25</c:v>
                </c:pt>
                <c:pt idx="5144">
                  <c:v>0.25</c:v>
                </c:pt>
                <c:pt idx="5145">
                  <c:v>0.25</c:v>
                </c:pt>
                <c:pt idx="5146">
                  <c:v>0.25</c:v>
                </c:pt>
                <c:pt idx="5147">
                  <c:v>0.25</c:v>
                </c:pt>
                <c:pt idx="5148">
                  <c:v>0.25</c:v>
                </c:pt>
                <c:pt idx="5149">
                  <c:v>0.25</c:v>
                </c:pt>
                <c:pt idx="5150">
                  <c:v>0.25</c:v>
                </c:pt>
                <c:pt idx="5151">
                  <c:v>0.25</c:v>
                </c:pt>
                <c:pt idx="5152">
                  <c:v>0.25</c:v>
                </c:pt>
                <c:pt idx="5153">
                  <c:v>0.25</c:v>
                </c:pt>
                <c:pt idx="5154">
                  <c:v>0.25</c:v>
                </c:pt>
                <c:pt idx="5155">
                  <c:v>0.25</c:v>
                </c:pt>
                <c:pt idx="5156">
                  <c:v>0.25</c:v>
                </c:pt>
                <c:pt idx="5157">
                  <c:v>0.25</c:v>
                </c:pt>
                <c:pt idx="5158">
                  <c:v>0.25</c:v>
                </c:pt>
                <c:pt idx="5159">
                  <c:v>0.25</c:v>
                </c:pt>
                <c:pt idx="5160">
                  <c:v>0.25</c:v>
                </c:pt>
                <c:pt idx="5161">
                  <c:v>0.25</c:v>
                </c:pt>
                <c:pt idx="5162">
                  <c:v>0.25</c:v>
                </c:pt>
                <c:pt idx="5163">
                  <c:v>0.25</c:v>
                </c:pt>
                <c:pt idx="5164">
                  <c:v>0.25</c:v>
                </c:pt>
                <c:pt idx="5165">
                  <c:v>0.25</c:v>
                </c:pt>
                <c:pt idx="5166">
                  <c:v>0.25</c:v>
                </c:pt>
                <c:pt idx="5167">
                  <c:v>0.25</c:v>
                </c:pt>
                <c:pt idx="5168">
                  <c:v>0.25</c:v>
                </c:pt>
                <c:pt idx="5169">
                  <c:v>0.25</c:v>
                </c:pt>
                <c:pt idx="5170">
                  <c:v>0.25</c:v>
                </c:pt>
                <c:pt idx="5171">
                  <c:v>0.25</c:v>
                </c:pt>
                <c:pt idx="5172">
                  <c:v>0.25</c:v>
                </c:pt>
                <c:pt idx="5173">
                  <c:v>0.25</c:v>
                </c:pt>
                <c:pt idx="5174">
                  <c:v>0.25</c:v>
                </c:pt>
                <c:pt idx="5175">
                  <c:v>0.25</c:v>
                </c:pt>
                <c:pt idx="5176">
                  <c:v>0.25</c:v>
                </c:pt>
                <c:pt idx="5177">
                  <c:v>0.25</c:v>
                </c:pt>
                <c:pt idx="5178">
                  <c:v>0.25</c:v>
                </c:pt>
                <c:pt idx="5179">
                  <c:v>0.25</c:v>
                </c:pt>
                <c:pt idx="5180">
                  <c:v>0.25</c:v>
                </c:pt>
                <c:pt idx="5181">
                  <c:v>0.25</c:v>
                </c:pt>
                <c:pt idx="5182">
                  <c:v>0.25</c:v>
                </c:pt>
                <c:pt idx="5183">
                  <c:v>0.25</c:v>
                </c:pt>
                <c:pt idx="5184">
                  <c:v>0.25</c:v>
                </c:pt>
                <c:pt idx="5185">
                  <c:v>0.25</c:v>
                </c:pt>
                <c:pt idx="5186">
                  <c:v>0.25</c:v>
                </c:pt>
                <c:pt idx="5187">
                  <c:v>0.25</c:v>
                </c:pt>
                <c:pt idx="5188">
                  <c:v>0.25</c:v>
                </c:pt>
                <c:pt idx="5189">
                  <c:v>0.25</c:v>
                </c:pt>
                <c:pt idx="5190">
                  <c:v>0.25</c:v>
                </c:pt>
                <c:pt idx="5191">
                  <c:v>0.25</c:v>
                </c:pt>
                <c:pt idx="5192">
                  <c:v>0.25</c:v>
                </c:pt>
                <c:pt idx="5193">
                  <c:v>0.25</c:v>
                </c:pt>
                <c:pt idx="5194">
                  <c:v>0.25</c:v>
                </c:pt>
                <c:pt idx="5195">
                  <c:v>0.25</c:v>
                </c:pt>
                <c:pt idx="5196">
                  <c:v>0.25</c:v>
                </c:pt>
                <c:pt idx="5197">
                  <c:v>0.25</c:v>
                </c:pt>
                <c:pt idx="5198">
                  <c:v>0.25</c:v>
                </c:pt>
                <c:pt idx="5199">
                  <c:v>0.25</c:v>
                </c:pt>
                <c:pt idx="5200">
                  <c:v>0.25</c:v>
                </c:pt>
                <c:pt idx="5201">
                  <c:v>0.25</c:v>
                </c:pt>
                <c:pt idx="5202">
                  <c:v>0.25</c:v>
                </c:pt>
                <c:pt idx="5203">
                  <c:v>0.25</c:v>
                </c:pt>
                <c:pt idx="5204">
                  <c:v>0.25</c:v>
                </c:pt>
                <c:pt idx="5205">
                  <c:v>0.25</c:v>
                </c:pt>
                <c:pt idx="5206">
                  <c:v>0.25</c:v>
                </c:pt>
                <c:pt idx="5207">
                  <c:v>0.25</c:v>
                </c:pt>
                <c:pt idx="5208">
                  <c:v>0.25</c:v>
                </c:pt>
                <c:pt idx="5209">
                  <c:v>0.25</c:v>
                </c:pt>
                <c:pt idx="5210">
                  <c:v>0.25</c:v>
                </c:pt>
                <c:pt idx="5211">
                  <c:v>0.25</c:v>
                </c:pt>
                <c:pt idx="5212">
                  <c:v>0.25</c:v>
                </c:pt>
                <c:pt idx="5213">
                  <c:v>0.25</c:v>
                </c:pt>
                <c:pt idx="5214">
                  <c:v>0.25</c:v>
                </c:pt>
                <c:pt idx="5215">
                  <c:v>0.25</c:v>
                </c:pt>
                <c:pt idx="5216">
                  <c:v>0.25</c:v>
                </c:pt>
                <c:pt idx="5217">
                  <c:v>0.25</c:v>
                </c:pt>
                <c:pt idx="5218">
                  <c:v>0.25</c:v>
                </c:pt>
                <c:pt idx="5219">
                  <c:v>0.25</c:v>
                </c:pt>
                <c:pt idx="5220">
                  <c:v>0.25</c:v>
                </c:pt>
                <c:pt idx="5221">
                  <c:v>0.25</c:v>
                </c:pt>
                <c:pt idx="5222">
                  <c:v>0.25</c:v>
                </c:pt>
                <c:pt idx="5223">
                  <c:v>0.25</c:v>
                </c:pt>
                <c:pt idx="5224">
                  <c:v>0.25</c:v>
                </c:pt>
                <c:pt idx="5225">
                  <c:v>0.25</c:v>
                </c:pt>
                <c:pt idx="5226">
                  <c:v>0.25</c:v>
                </c:pt>
                <c:pt idx="5227">
                  <c:v>0.25</c:v>
                </c:pt>
                <c:pt idx="5228">
                  <c:v>0.25</c:v>
                </c:pt>
                <c:pt idx="5229">
                  <c:v>0.25</c:v>
                </c:pt>
                <c:pt idx="5230">
                  <c:v>0.25</c:v>
                </c:pt>
                <c:pt idx="5231">
                  <c:v>0.25</c:v>
                </c:pt>
                <c:pt idx="5232">
                  <c:v>0.25</c:v>
                </c:pt>
                <c:pt idx="5233">
                  <c:v>0.25</c:v>
                </c:pt>
                <c:pt idx="5234">
                  <c:v>0.25</c:v>
                </c:pt>
                <c:pt idx="5235">
                  <c:v>0.25</c:v>
                </c:pt>
                <c:pt idx="5236">
                  <c:v>0.25</c:v>
                </c:pt>
                <c:pt idx="5237">
                  <c:v>0.25</c:v>
                </c:pt>
                <c:pt idx="5238">
                  <c:v>0.25</c:v>
                </c:pt>
                <c:pt idx="5239">
                  <c:v>0.25</c:v>
                </c:pt>
                <c:pt idx="5240">
                  <c:v>0.25</c:v>
                </c:pt>
                <c:pt idx="5241">
                  <c:v>0.25</c:v>
                </c:pt>
                <c:pt idx="5242">
                  <c:v>0.25</c:v>
                </c:pt>
                <c:pt idx="5243">
                  <c:v>0.25</c:v>
                </c:pt>
                <c:pt idx="5244">
                  <c:v>0.25</c:v>
                </c:pt>
                <c:pt idx="5245">
                  <c:v>0.25</c:v>
                </c:pt>
                <c:pt idx="5246">
                  <c:v>0.25</c:v>
                </c:pt>
                <c:pt idx="5247">
                  <c:v>0.25</c:v>
                </c:pt>
                <c:pt idx="5248">
                  <c:v>0.25</c:v>
                </c:pt>
                <c:pt idx="5249">
                  <c:v>0.25</c:v>
                </c:pt>
                <c:pt idx="5250">
                  <c:v>0.25</c:v>
                </c:pt>
                <c:pt idx="5251">
                  <c:v>0.25</c:v>
                </c:pt>
                <c:pt idx="5252">
                  <c:v>0.25</c:v>
                </c:pt>
                <c:pt idx="5253">
                  <c:v>0.25</c:v>
                </c:pt>
                <c:pt idx="5254">
                  <c:v>0.25</c:v>
                </c:pt>
                <c:pt idx="5255">
                  <c:v>0.25</c:v>
                </c:pt>
                <c:pt idx="5256">
                  <c:v>0.25</c:v>
                </c:pt>
                <c:pt idx="5257">
                  <c:v>0.25</c:v>
                </c:pt>
                <c:pt idx="5258">
                  <c:v>0.25</c:v>
                </c:pt>
                <c:pt idx="5259">
                  <c:v>0.25</c:v>
                </c:pt>
                <c:pt idx="5260">
                  <c:v>0.25</c:v>
                </c:pt>
                <c:pt idx="5261">
                  <c:v>0.25</c:v>
                </c:pt>
                <c:pt idx="5262">
                  <c:v>0.25</c:v>
                </c:pt>
                <c:pt idx="5263">
                  <c:v>0.25</c:v>
                </c:pt>
                <c:pt idx="5264">
                  <c:v>0.25</c:v>
                </c:pt>
                <c:pt idx="5265">
                  <c:v>0.25</c:v>
                </c:pt>
                <c:pt idx="5266">
                  <c:v>0.25</c:v>
                </c:pt>
                <c:pt idx="5267">
                  <c:v>0.25</c:v>
                </c:pt>
                <c:pt idx="5268">
                  <c:v>0.25</c:v>
                </c:pt>
                <c:pt idx="5269">
                  <c:v>0.25</c:v>
                </c:pt>
                <c:pt idx="5270">
                  <c:v>0.25</c:v>
                </c:pt>
                <c:pt idx="5271">
                  <c:v>0.25</c:v>
                </c:pt>
                <c:pt idx="5272">
                  <c:v>0.25</c:v>
                </c:pt>
                <c:pt idx="5273">
                  <c:v>0.25</c:v>
                </c:pt>
                <c:pt idx="5274">
                  <c:v>0.25</c:v>
                </c:pt>
                <c:pt idx="5275">
                  <c:v>0.25</c:v>
                </c:pt>
                <c:pt idx="5276">
                  <c:v>0.25</c:v>
                </c:pt>
                <c:pt idx="5277">
                  <c:v>0.25</c:v>
                </c:pt>
                <c:pt idx="5278">
                  <c:v>0.25</c:v>
                </c:pt>
                <c:pt idx="5279">
                  <c:v>0.25</c:v>
                </c:pt>
                <c:pt idx="5280">
                  <c:v>0.25</c:v>
                </c:pt>
                <c:pt idx="5281">
                  <c:v>0.25</c:v>
                </c:pt>
                <c:pt idx="5282">
                  <c:v>0.25</c:v>
                </c:pt>
                <c:pt idx="5283">
                  <c:v>0.25</c:v>
                </c:pt>
                <c:pt idx="5284">
                  <c:v>0.25</c:v>
                </c:pt>
                <c:pt idx="5285">
                  <c:v>0.25</c:v>
                </c:pt>
                <c:pt idx="5286">
                  <c:v>0.25</c:v>
                </c:pt>
                <c:pt idx="5287">
                  <c:v>0.25</c:v>
                </c:pt>
                <c:pt idx="5288">
                  <c:v>0.25</c:v>
                </c:pt>
                <c:pt idx="5289">
                  <c:v>0.25</c:v>
                </c:pt>
                <c:pt idx="5290">
                  <c:v>0.25</c:v>
                </c:pt>
                <c:pt idx="5291">
                  <c:v>0.25</c:v>
                </c:pt>
                <c:pt idx="5292">
                  <c:v>0.25</c:v>
                </c:pt>
                <c:pt idx="5293">
                  <c:v>0.25</c:v>
                </c:pt>
                <c:pt idx="5294">
                  <c:v>0.25</c:v>
                </c:pt>
                <c:pt idx="5295">
                  <c:v>0.25</c:v>
                </c:pt>
                <c:pt idx="5296">
                  <c:v>0.25</c:v>
                </c:pt>
                <c:pt idx="5297">
                  <c:v>0.25</c:v>
                </c:pt>
                <c:pt idx="5298">
                  <c:v>0.25</c:v>
                </c:pt>
                <c:pt idx="5299">
                  <c:v>0.25</c:v>
                </c:pt>
                <c:pt idx="5300">
                  <c:v>0.25</c:v>
                </c:pt>
                <c:pt idx="5301">
                  <c:v>0.25</c:v>
                </c:pt>
                <c:pt idx="5302">
                  <c:v>0.25</c:v>
                </c:pt>
                <c:pt idx="5303">
                  <c:v>0.25</c:v>
                </c:pt>
                <c:pt idx="5304">
                  <c:v>0.25</c:v>
                </c:pt>
                <c:pt idx="5305">
                  <c:v>0.25</c:v>
                </c:pt>
                <c:pt idx="5306">
                  <c:v>0.25</c:v>
                </c:pt>
                <c:pt idx="5307">
                  <c:v>0.25</c:v>
                </c:pt>
                <c:pt idx="5308">
                  <c:v>0.25</c:v>
                </c:pt>
                <c:pt idx="5309">
                  <c:v>0.25</c:v>
                </c:pt>
                <c:pt idx="5310">
                  <c:v>0.25</c:v>
                </c:pt>
                <c:pt idx="5311">
                  <c:v>0.25</c:v>
                </c:pt>
                <c:pt idx="5312">
                  <c:v>0.25</c:v>
                </c:pt>
                <c:pt idx="5313">
                  <c:v>0.25</c:v>
                </c:pt>
                <c:pt idx="5314">
                  <c:v>0.25</c:v>
                </c:pt>
                <c:pt idx="5315">
                  <c:v>0.25</c:v>
                </c:pt>
                <c:pt idx="5316">
                  <c:v>0.25</c:v>
                </c:pt>
                <c:pt idx="5317">
                  <c:v>0.25</c:v>
                </c:pt>
                <c:pt idx="5318">
                  <c:v>0.25</c:v>
                </c:pt>
                <c:pt idx="5319">
                  <c:v>0.25</c:v>
                </c:pt>
                <c:pt idx="5320">
                  <c:v>0.25</c:v>
                </c:pt>
                <c:pt idx="5321">
                  <c:v>0.25</c:v>
                </c:pt>
                <c:pt idx="5322">
                  <c:v>0.25</c:v>
                </c:pt>
                <c:pt idx="5323">
                  <c:v>0.25</c:v>
                </c:pt>
                <c:pt idx="5324">
                  <c:v>0.25</c:v>
                </c:pt>
                <c:pt idx="5325">
                  <c:v>0.25</c:v>
                </c:pt>
                <c:pt idx="5326">
                  <c:v>0.25</c:v>
                </c:pt>
                <c:pt idx="5327">
                  <c:v>0.25</c:v>
                </c:pt>
                <c:pt idx="5328">
                  <c:v>0.25</c:v>
                </c:pt>
                <c:pt idx="5329">
                  <c:v>0.25</c:v>
                </c:pt>
                <c:pt idx="5330">
                  <c:v>0.25</c:v>
                </c:pt>
                <c:pt idx="5331">
                  <c:v>0.25</c:v>
                </c:pt>
                <c:pt idx="5332">
                  <c:v>0.25</c:v>
                </c:pt>
                <c:pt idx="5333">
                  <c:v>0.25</c:v>
                </c:pt>
                <c:pt idx="5334">
                  <c:v>0.25</c:v>
                </c:pt>
                <c:pt idx="5335">
                  <c:v>0.25</c:v>
                </c:pt>
                <c:pt idx="5336">
                  <c:v>0.25</c:v>
                </c:pt>
                <c:pt idx="5337">
                  <c:v>0.25</c:v>
                </c:pt>
                <c:pt idx="5338">
                  <c:v>0.25</c:v>
                </c:pt>
                <c:pt idx="5339">
                  <c:v>0.25</c:v>
                </c:pt>
                <c:pt idx="5340">
                  <c:v>0.25</c:v>
                </c:pt>
                <c:pt idx="5341">
                  <c:v>0.25</c:v>
                </c:pt>
                <c:pt idx="5342">
                  <c:v>0.25</c:v>
                </c:pt>
                <c:pt idx="5343">
                  <c:v>0.25</c:v>
                </c:pt>
                <c:pt idx="5344">
                  <c:v>0.25</c:v>
                </c:pt>
                <c:pt idx="5345">
                  <c:v>0.25</c:v>
                </c:pt>
                <c:pt idx="5346">
                  <c:v>0.25</c:v>
                </c:pt>
                <c:pt idx="5347">
                  <c:v>0.25</c:v>
                </c:pt>
                <c:pt idx="5348">
                  <c:v>0.25</c:v>
                </c:pt>
                <c:pt idx="5349">
                  <c:v>0.25</c:v>
                </c:pt>
                <c:pt idx="5350">
                  <c:v>0.25</c:v>
                </c:pt>
                <c:pt idx="5351">
                  <c:v>0.25</c:v>
                </c:pt>
                <c:pt idx="5352">
                  <c:v>0.25</c:v>
                </c:pt>
                <c:pt idx="5353">
                  <c:v>0.25</c:v>
                </c:pt>
                <c:pt idx="5354">
                  <c:v>0.25</c:v>
                </c:pt>
                <c:pt idx="5355">
                  <c:v>0.25</c:v>
                </c:pt>
                <c:pt idx="5356">
                  <c:v>0.25</c:v>
                </c:pt>
                <c:pt idx="5357">
                  <c:v>0.25</c:v>
                </c:pt>
                <c:pt idx="5358">
                  <c:v>0.25</c:v>
                </c:pt>
                <c:pt idx="5359">
                  <c:v>0.25</c:v>
                </c:pt>
                <c:pt idx="5360">
                  <c:v>0.25</c:v>
                </c:pt>
                <c:pt idx="5361">
                  <c:v>0.25</c:v>
                </c:pt>
                <c:pt idx="5362">
                  <c:v>0.25</c:v>
                </c:pt>
                <c:pt idx="5363">
                  <c:v>0.25</c:v>
                </c:pt>
                <c:pt idx="5364">
                  <c:v>0.25</c:v>
                </c:pt>
                <c:pt idx="5365">
                  <c:v>0.25</c:v>
                </c:pt>
                <c:pt idx="5366">
                  <c:v>0.25</c:v>
                </c:pt>
                <c:pt idx="5367">
                  <c:v>0.25</c:v>
                </c:pt>
                <c:pt idx="5368">
                  <c:v>0.25</c:v>
                </c:pt>
                <c:pt idx="5369">
                  <c:v>0.25</c:v>
                </c:pt>
                <c:pt idx="5370">
                  <c:v>0.25</c:v>
                </c:pt>
                <c:pt idx="5371">
                  <c:v>0.25</c:v>
                </c:pt>
                <c:pt idx="5372">
                  <c:v>0.25</c:v>
                </c:pt>
                <c:pt idx="5373">
                  <c:v>0.25</c:v>
                </c:pt>
                <c:pt idx="5374">
                  <c:v>0.25</c:v>
                </c:pt>
                <c:pt idx="5375">
                  <c:v>0.25</c:v>
                </c:pt>
                <c:pt idx="5376">
                  <c:v>0.25</c:v>
                </c:pt>
                <c:pt idx="5377">
                  <c:v>0.25</c:v>
                </c:pt>
                <c:pt idx="5378">
                  <c:v>0.25</c:v>
                </c:pt>
                <c:pt idx="5379">
                  <c:v>0.25</c:v>
                </c:pt>
                <c:pt idx="5380">
                  <c:v>0.25</c:v>
                </c:pt>
                <c:pt idx="5381">
                  <c:v>0.25</c:v>
                </c:pt>
                <c:pt idx="5382">
                  <c:v>0.25</c:v>
                </c:pt>
                <c:pt idx="5383">
                  <c:v>0.25</c:v>
                </c:pt>
                <c:pt idx="5384">
                  <c:v>0.25</c:v>
                </c:pt>
                <c:pt idx="5385">
                  <c:v>0.25</c:v>
                </c:pt>
                <c:pt idx="5386">
                  <c:v>0.25</c:v>
                </c:pt>
                <c:pt idx="5387">
                  <c:v>0.25</c:v>
                </c:pt>
                <c:pt idx="5388">
                  <c:v>0.25</c:v>
                </c:pt>
                <c:pt idx="5389">
                  <c:v>0.25</c:v>
                </c:pt>
                <c:pt idx="5390">
                  <c:v>0.25</c:v>
                </c:pt>
                <c:pt idx="5391">
                  <c:v>0.25</c:v>
                </c:pt>
                <c:pt idx="5392">
                  <c:v>0.25</c:v>
                </c:pt>
                <c:pt idx="5393">
                  <c:v>0.25</c:v>
                </c:pt>
                <c:pt idx="5394">
                  <c:v>0.25</c:v>
                </c:pt>
                <c:pt idx="5395">
                  <c:v>0.25</c:v>
                </c:pt>
                <c:pt idx="5396">
                  <c:v>0.25</c:v>
                </c:pt>
                <c:pt idx="5397">
                  <c:v>0.25</c:v>
                </c:pt>
                <c:pt idx="5398">
                  <c:v>0.25</c:v>
                </c:pt>
                <c:pt idx="5399">
                  <c:v>0.25</c:v>
                </c:pt>
                <c:pt idx="5400">
                  <c:v>0.25</c:v>
                </c:pt>
                <c:pt idx="5401">
                  <c:v>0.25</c:v>
                </c:pt>
                <c:pt idx="5402">
                  <c:v>0.25</c:v>
                </c:pt>
                <c:pt idx="5403">
                  <c:v>0.25</c:v>
                </c:pt>
                <c:pt idx="5404">
                  <c:v>0.25</c:v>
                </c:pt>
                <c:pt idx="5405">
                  <c:v>0.25</c:v>
                </c:pt>
                <c:pt idx="5406">
                  <c:v>0.25</c:v>
                </c:pt>
                <c:pt idx="5407">
                  <c:v>0.25</c:v>
                </c:pt>
                <c:pt idx="5408">
                  <c:v>0.25</c:v>
                </c:pt>
                <c:pt idx="5409">
                  <c:v>0.25</c:v>
                </c:pt>
                <c:pt idx="5410">
                  <c:v>0.25</c:v>
                </c:pt>
                <c:pt idx="5411">
                  <c:v>0.25</c:v>
                </c:pt>
                <c:pt idx="5412">
                  <c:v>0.25</c:v>
                </c:pt>
                <c:pt idx="5413">
                  <c:v>0.25</c:v>
                </c:pt>
                <c:pt idx="5414">
                  <c:v>0.25</c:v>
                </c:pt>
                <c:pt idx="5415">
                  <c:v>0.25</c:v>
                </c:pt>
                <c:pt idx="5416">
                  <c:v>0.25</c:v>
                </c:pt>
                <c:pt idx="5417">
                  <c:v>0.25</c:v>
                </c:pt>
                <c:pt idx="5418">
                  <c:v>0.25</c:v>
                </c:pt>
                <c:pt idx="5419">
                  <c:v>0.25</c:v>
                </c:pt>
                <c:pt idx="5420">
                  <c:v>0.25</c:v>
                </c:pt>
                <c:pt idx="5421">
                  <c:v>0.25</c:v>
                </c:pt>
                <c:pt idx="5422">
                  <c:v>0.25</c:v>
                </c:pt>
                <c:pt idx="5423">
                  <c:v>0.25</c:v>
                </c:pt>
                <c:pt idx="5424">
                  <c:v>0.25</c:v>
                </c:pt>
                <c:pt idx="5425">
                  <c:v>0.25</c:v>
                </c:pt>
                <c:pt idx="5426">
                  <c:v>0.25</c:v>
                </c:pt>
                <c:pt idx="5427">
                  <c:v>0.25</c:v>
                </c:pt>
                <c:pt idx="5428">
                  <c:v>0.25</c:v>
                </c:pt>
                <c:pt idx="5429">
                  <c:v>0.25</c:v>
                </c:pt>
                <c:pt idx="5430">
                  <c:v>0.25</c:v>
                </c:pt>
                <c:pt idx="5431">
                  <c:v>0.25</c:v>
                </c:pt>
                <c:pt idx="5432">
                  <c:v>0.25</c:v>
                </c:pt>
                <c:pt idx="5433">
                  <c:v>0.25</c:v>
                </c:pt>
                <c:pt idx="5434">
                  <c:v>0.25</c:v>
                </c:pt>
                <c:pt idx="5435">
                  <c:v>0.25</c:v>
                </c:pt>
                <c:pt idx="5436">
                  <c:v>0.25</c:v>
                </c:pt>
                <c:pt idx="5437">
                  <c:v>0.25</c:v>
                </c:pt>
                <c:pt idx="5438">
                  <c:v>0.25</c:v>
                </c:pt>
                <c:pt idx="5439">
                  <c:v>0.25</c:v>
                </c:pt>
                <c:pt idx="5440">
                  <c:v>0.25</c:v>
                </c:pt>
                <c:pt idx="5441">
                  <c:v>0.25</c:v>
                </c:pt>
                <c:pt idx="5442">
                  <c:v>0.25</c:v>
                </c:pt>
                <c:pt idx="5443">
                  <c:v>0.25</c:v>
                </c:pt>
                <c:pt idx="5444">
                  <c:v>0.25</c:v>
                </c:pt>
                <c:pt idx="5445">
                  <c:v>0.25</c:v>
                </c:pt>
                <c:pt idx="5446">
                  <c:v>0.25</c:v>
                </c:pt>
                <c:pt idx="5447">
                  <c:v>0.25</c:v>
                </c:pt>
                <c:pt idx="5448">
                  <c:v>0.25</c:v>
                </c:pt>
                <c:pt idx="5449">
                  <c:v>0.25</c:v>
                </c:pt>
                <c:pt idx="5450">
                  <c:v>0.25</c:v>
                </c:pt>
                <c:pt idx="5451">
                  <c:v>0.25</c:v>
                </c:pt>
                <c:pt idx="5452">
                  <c:v>0.25</c:v>
                </c:pt>
                <c:pt idx="5453">
                  <c:v>0.25</c:v>
                </c:pt>
                <c:pt idx="5454">
                  <c:v>0.25</c:v>
                </c:pt>
                <c:pt idx="5455">
                  <c:v>0.25</c:v>
                </c:pt>
                <c:pt idx="5456">
                  <c:v>0.25</c:v>
                </c:pt>
                <c:pt idx="5457">
                  <c:v>0.25</c:v>
                </c:pt>
                <c:pt idx="5458">
                  <c:v>0.25</c:v>
                </c:pt>
                <c:pt idx="5459">
                  <c:v>0.25</c:v>
                </c:pt>
                <c:pt idx="5460">
                  <c:v>0.25</c:v>
                </c:pt>
                <c:pt idx="5461">
                  <c:v>0.25</c:v>
                </c:pt>
                <c:pt idx="5462">
                  <c:v>0.25</c:v>
                </c:pt>
                <c:pt idx="5463">
                  <c:v>0.25</c:v>
                </c:pt>
                <c:pt idx="5464">
                  <c:v>0.25</c:v>
                </c:pt>
                <c:pt idx="5465">
                  <c:v>0.25</c:v>
                </c:pt>
                <c:pt idx="5466">
                  <c:v>0.25</c:v>
                </c:pt>
                <c:pt idx="5467">
                  <c:v>0.25</c:v>
                </c:pt>
                <c:pt idx="5468">
                  <c:v>0.25</c:v>
                </c:pt>
                <c:pt idx="5469">
                  <c:v>0.25</c:v>
                </c:pt>
                <c:pt idx="5470">
                  <c:v>0.25</c:v>
                </c:pt>
                <c:pt idx="5471">
                  <c:v>0.25</c:v>
                </c:pt>
                <c:pt idx="5472">
                  <c:v>0.25</c:v>
                </c:pt>
                <c:pt idx="5473">
                  <c:v>0.25</c:v>
                </c:pt>
                <c:pt idx="5474">
                  <c:v>0.25</c:v>
                </c:pt>
                <c:pt idx="5475">
                  <c:v>0.25</c:v>
                </c:pt>
                <c:pt idx="5476">
                  <c:v>0.25</c:v>
                </c:pt>
                <c:pt idx="5477">
                  <c:v>0.25</c:v>
                </c:pt>
                <c:pt idx="5478">
                  <c:v>0.25</c:v>
                </c:pt>
                <c:pt idx="5479">
                  <c:v>0.25</c:v>
                </c:pt>
                <c:pt idx="5480">
                  <c:v>0.25</c:v>
                </c:pt>
                <c:pt idx="5481">
                  <c:v>0.25</c:v>
                </c:pt>
                <c:pt idx="5482">
                  <c:v>0.25</c:v>
                </c:pt>
                <c:pt idx="5483">
                  <c:v>0.25</c:v>
                </c:pt>
                <c:pt idx="5484">
                  <c:v>0.25</c:v>
                </c:pt>
                <c:pt idx="5485">
                  <c:v>0.25</c:v>
                </c:pt>
                <c:pt idx="5486">
                  <c:v>0.25</c:v>
                </c:pt>
                <c:pt idx="5487">
                  <c:v>0.25</c:v>
                </c:pt>
                <c:pt idx="5488">
                  <c:v>0.25</c:v>
                </c:pt>
                <c:pt idx="5489">
                  <c:v>0.25</c:v>
                </c:pt>
                <c:pt idx="5490">
                  <c:v>0.25</c:v>
                </c:pt>
                <c:pt idx="5491">
                  <c:v>0.25</c:v>
                </c:pt>
                <c:pt idx="5492">
                  <c:v>0.25</c:v>
                </c:pt>
                <c:pt idx="5493">
                  <c:v>0.25</c:v>
                </c:pt>
                <c:pt idx="5494">
                  <c:v>0.25</c:v>
                </c:pt>
                <c:pt idx="5495">
                  <c:v>0.25</c:v>
                </c:pt>
                <c:pt idx="5496">
                  <c:v>0.25</c:v>
                </c:pt>
                <c:pt idx="5497">
                  <c:v>0.25</c:v>
                </c:pt>
                <c:pt idx="5498">
                  <c:v>0.25</c:v>
                </c:pt>
                <c:pt idx="5499">
                  <c:v>0.25</c:v>
                </c:pt>
                <c:pt idx="5500">
                  <c:v>0.25</c:v>
                </c:pt>
                <c:pt idx="5501">
                  <c:v>0.25</c:v>
                </c:pt>
                <c:pt idx="5502">
                  <c:v>0.25</c:v>
                </c:pt>
                <c:pt idx="5503">
                  <c:v>0.25</c:v>
                </c:pt>
                <c:pt idx="5504">
                  <c:v>0.25</c:v>
                </c:pt>
                <c:pt idx="5505">
                  <c:v>0.25</c:v>
                </c:pt>
                <c:pt idx="5506">
                  <c:v>0.25</c:v>
                </c:pt>
                <c:pt idx="5507">
                  <c:v>0.25</c:v>
                </c:pt>
                <c:pt idx="5508">
                  <c:v>0.25</c:v>
                </c:pt>
                <c:pt idx="5509">
                  <c:v>0.25</c:v>
                </c:pt>
                <c:pt idx="5510">
                  <c:v>0.25</c:v>
                </c:pt>
                <c:pt idx="5511">
                  <c:v>0.25</c:v>
                </c:pt>
                <c:pt idx="5512">
                  <c:v>0.25</c:v>
                </c:pt>
                <c:pt idx="5513">
                  <c:v>0.25</c:v>
                </c:pt>
                <c:pt idx="5514">
                  <c:v>0.25</c:v>
                </c:pt>
                <c:pt idx="5515">
                  <c:v>0.25</c:v>
                </c:pt>
                <c:pt idx="5516">
                  <c:v>0.25</c:v>
                </c:pt>
                <c:pt idx="5517">
                  <c:v>0.25</c:v>
                </c:pt>
                <c:pt idx="5518">
                  <c:v>0.25</c:v>
                </c:pt>
                <c:pt idx="5519">
                  <c:v>0.25</c:v>
                </c:pt>
                <c:pt idx="5520">
                  <c:v>0.25</c:v>
                </c:pt>
                <c:pt idx="5521">
                  <c:v>0.25</c:v>
                </c:pt>
                <c:pt idx="5522">
                  <c:v>0.25</c:v>
                </c:pt>
                <c:pt idx="5523">
                  <c:v>0.25</c:v>
                </c:pt>
                <c:pt idx="5524">
                  <c:v>0.25</c:v>
                </c:pt>
                <c:pt idx="5525">
                  <c:v>0.25</c:v>
                </c:pt>
                <c:pt idx="5526">
                  <c:v>0.25</c:v>
                </c:pt>
                <c:pt idx="5527">
                  <c:v>0.25</c:v>
                </c:pt>
                <c:pt idx="5528">
                  <c:v>0.25</c:v>
                </c:pt>
                <c:pt idx="5529">
                  <c:v>0.25</c:v>
                </c:pt>
                <c:pt idx="5530">
                  <c:v>0.25</c:v>
                </c:pt>
                <c:pt idx="5531">
                  <c:v>0.25</c:v>
                </c:pt>
                <c:pt idx="5532">
                  <c:v>0.25</c:v>
                </c:pt>
                <c:pt idx="5533">
                  <c:v>0.25</c:v>
                </c:pt>
                <c:pt idx="5534">
                  <c:v>0.25</c:v>
                </c:pt>
                <c:pt idx="5535">
                  <c:v>0.25</c:v>
                </c:pt>
                <c:pt idx="5536">
                  <c:v>0.25</c:v>
                </c:pt>
                <c:pt idx="5537">
                  <c:v>0.25</c:v>
                </c:pt>
                <c:pt idx="5538">
                  <c:v>0.25</c:v>
                </c:pt>
                <c:pt idx="5539">
                  <c:v>0.25</c:v>
                </c:pt>
                <c:pt idx="5540">
                  <c:v>0.25</c:v>
                </c:pt>
                <c:pt idx="5541">
                  <c:v>0.25</c:v>
                </c:pt>
                <c:pt idx="5542">
                  <c:v>0.25</c:v>
                </c:pt>
                <c:pt idx="5543">
                  <c:v>0.25</c:v>
                </c:pt>
                <c:pt idx="5544">
                  <c:v>0.25</c:v>
                </c:pt>
                <c:pt idx="5545">
                  <c:v>0.25</c:v>
                </c:pt>
                <c:pt idx="5546">
                  <c:v>0.25</c:v>
                </c:pt>
                <c:pt idx="5547">
                  <c:v>0.25</c:v>
                </c:pt>
                <c:pt idx="5548">
                  <c:v>0.25</c:v>
                </c:pt>
                <c:pt idx="5549">
                  <c:v>0.25</c:v>
                </c:pt>
                <c:pt idx="5550">
                  <c:v>0.25</c:v>
                </c:pt>
                <c:pt idx="5551">
                  <c:v>0.25</c:v>
                </c:pt>
                <c:pt idx="5552">
                  <c:v>0.25</c:v>
                </c:pt>
                <c:pt idx="5553">
                  <c:v>0.25</c:v>
                </c:pt>
                <c:pt idx="5554">
                  <c:v>0.25</c:v>
                </c:pt>
                <c:pt idx="5555">
                  <c:v>0.25</c:v>
                </c:pt>
                <c:pt idx="5556">
                  <c:v>0.25</c:v>
                </c:pt>
                <c:pt idx="5557">
                  <c:v>0.25</c:v>
                </c:pt>
                <c:pt idx="5558">
                  <c:v>0.25</c:v>
                </c:pt>
                <c:pt idx="5559">
                  <c:v>0.25</c:v>
                </c:pt>
                <c:pt idx="5560">
                  <c:v>0.25</c:v>
                </c:pt>
                <c:pt idx="5561">
                  <c:v>0.25</c:v>
                </c:pt>
                <c:pt idx="5562">
                  <c:v>0.25</c:v>
                </c:pt>
                <c:pt idx="5563">
                  <c:v>0.25</c:v>
                </c:pt>
                <c:pt idx="5564">
                  <c:v>0.25</c:v>
                </c:pt>
                <c:pt idx="5565">
                  <c:v>0.25</c:v>
                </c:pt>
                <c:pt idx="5566">
                  <c:v>0.25</c:v>
                </c:pt>
                <c:pt idx="5567">
                  <c:v>0.25</c:v>
                </c:pt>
                <c:pt idx="5568">
                  <c:v>0.25</c:v>
                </c:pt>
                <c:pt idx="5569">
                  <c:v>0.25</c:v>
                </c:pt>
                <c:pt idx="5570">
                  <c:v>0.25</c:v>
                </c:pt>
                <c:pt idx="5571">
                  <c:v>0.25</c:v>
                </c:pt>
                <c:pt idx="5572">
                  <c:v>0.25</c:v>
                </c:pt>
                <c:pt idx="5573">
                  <c:v>0.25</c:v>
                </c:pt>
                <c:pt idx="5574">
                  <c:v>0.25</c:v>
                </c:pt>
                <c:pt idx="5575">
                  <c:v>0.25</c:v>
                </c:pt>
                <c:pt idx="5576">
                  <c:v>0.25</c:v>
                </c:pt>
                <c:pt idx="5577">
                  <c:v>0.25</c:v>
                </c:pt>
                <c:pt idx="5578">
                  <c:v>0.25</c:v>
                </c:pt>
                <c:pt idx="5579">
                  <c:v>0.25</c:v>
                </c:pt>
                <c:pt idx="5580">
                  <c:v>0.25</c:v>
                </c:pt>
                <c:pt idx="5581">
                  <c:v>0.25</c:v>
                </c:pt>
                <c:pt idx="5582">
                  <c:v>0.25</c:v>
                </c:pt>
                <c:pt idx="5583">
                  <c:v>0.25</c:v>
                </c:pt>
                <c:pt idx="5584">
                  <c:v>0.25</c:v>
                </c:pt>
                <c:pt idx="5585">
                  <c:v>0.25</c:v>
                </c:pt>
                <c:pt idx="5586">
                  <c:v>0.25</c:v>
                </c:pt>
                <c:pt idx="5587">
                  <c:v>0.25</c:v>
                </c:pt>
                <c:pt idx="5588">
                  <c:v>0.25</c:v>
                </c:pt>
                <c:pt idx="5589">
                  <c:v>0.25</c:v>
                </c:pt>
                <c:pt idx="5590">
                  <c:v>0.25</c:v>
                </c:pt>
                <c:pt idx="5591">
                  <c:v>0.25</c:v>
                </c:pt>
                <c:pt idx="5592">
                  <c:v>0.25</c:v>
                </c:pt>
                <c:pt idx="5593">
                  <c:v>0.25</c:v>
                </c:pt>
                <c:pt idx="5594">
                  <c:v>0.25</c:v>
                </c:pt>
                <c:pt idx="5595">
                  <c:v>0.25</c:v>
                </c:pt>
                <c:pt idx="5596">
                  <c:v>0.25</c:v>
                </c:pt>
                <c:pt idx="5597">
                  <c:v>0.25</c:v>
                </c:pt>
                <c:pt idx="5598">
                  <c:v>0.25</c:v>
                </c:pt>
                <c:pt idx="5599">
                  <c:v>0.25</c:v>
                </c:pt>
                <c:pt idx="5600">
                  <c:v>0.25</c:v>
                </c:pt>
                <c:pt idx="5601">
                  <c:v>0.25</c:v>
                </c:pt>
                <c:pt idx="5602">
                  <c:v>0.25</c:v>
                </c:pt>
                <c:pt idx="5603">
                  <c:v>0.25</c:v>
                </c:pt>
                <c:pt idx="5604">
                  <c:v>0.25</c:v>
                </c:pt>
                <c:pt idx="5605">
                  <c:v>0.25</c:v>
                </c:pt>
                <c:pt idx="5606">
                  <c:v>0.25</c:v>
                </c:pt>
                <c:pt idx="5607">
                  <c:v>0.25</c:v>
                </c:pt>
                <c:pt idx="5608">
                  <c:v>0.25</c:v>
                </c:pt>
                <c:pt idx="5609">
                  <c:v>0.25</c:v>
                </c:pt>
                <c:pt idx="5610">
                  <c:v>0.25</c:v>
                </c:pt>
                <c:pt idx="5611">
                  <c:v>0.25</c:v>
                </c:pt>
                <c:pt idx="5612">
                  <c:v>0.25</c:v>
                </c:pt>
                <c:pt idx="5613">
                  <c:v>0.25</c:v>
                </c:pt>
                <c:pt idx="5614">
                  <c:v>0.25</c:v>
                </c:pt>
                <c:pt idx="5615">
                  <c:v>0.25</c:v>
                </c:pt>
                <c:pt idx="5616">
                  <c:v>0.25</c:v>
                </c:pt>
                <c:pt idx="5617">
                  <c:v>0.25</c:v>
                </c:pt>
                <c:pt idx="5618">
                  <c:v>0.25</c:v>
                </c:pt>
                <c:pt idx="5619">
                  <c:v>0.25</c:v>
                </c:pt>
                <c:pt idx="5620">
                  <c:v>0.25</c:v>
                </c:pt>
                <c:pt idx="5621">
                  <c:v>0.25</c:v>
                </c:pt>
                <c:pt idx="5622">
                  <c:v>0.25</c:v>
                </c:pt>
                <c:pt idx="5623">
                  <c:v>0.25</c:v>
                </c:pt>
                <c:pt idx="5624">
                  <c:v>0.25</c:v>
                </c:pt>
                <c:pt idx="5625">
                  <c:v>0.25</c:v>
                </c:pt>
                <c:pt idx="5626">
                  <c:v>0.25</c:v>
                </c:pt>
                <c:pt idx="5627">
                  <c:v>0.25</c:v>
                </c:pt>
                <c:pt idx="5628">
                  <c:v>0.25</c:v>
                </c:pt>
                <c:pt idx="5629">
                  <c:v>0.25</c:v>
                </c:pt>
                <c:pt idx="5630">
                  <c:v>0.25</c:v>
                </c:pt>
                <c:pt idx="5631">
                  <c:v>0.25</c:v>
                </c:pt>
                <c:pt idx="5632">
                  <c:v>0.25</c:v>
                </c:pt>
                <c:pt idx="5633">
                  <c:v>0.25</c:v>
                </c:pt>
                <c:pt idx="5634">
                  <c:v>0.25</c:v>
                </c:pt>
                <c:pt idx="5635">
                  <c:v>0.25</c:v>
                </c:pt>
                <c:pt idx="5636">
                  <c:v>0.25</c:v>
                </c:pt>
                <c:pt idx="5637">
                  <c:v>0.25</c:v>
                </c:pt>
                <c:pt idx="5638">
                  <c:v>0.25</c:v>
                </c:pt>
                <c:pt idx="5639">
                  <c:v>0.25</c:v>
                </c:pt>
                <c:pt idx="5640">
                  <c:v>0.25</c:v>
                </c:pt>
                <c:pt idx="5641">
                  <c:v>0.25</c:v>
                </c:pt>
                <c:pt idx="5642">
                  <c:v>0.25</c:v>
                </c:pt>
                <c:pt idx="5643">
                  <c:v>0.25</c:v>
                </c:pt>
                <c:pt idx="5644">
                  <c:v>0.25</c:v>
                </c:pt>
                <c:pt idx="5645">
                  <c:v>0.25</c:v>
                </c:pt>
                <c:pt idx="5646">
                  <c:v>0.25</c:v>
                </c:pt>
                <c:pt idx="5647">
                  <c:v>0.25</c:v>
                </c:pt>
                <c:pt idx="5648">
                  <c:v>0.25</c:v>
                </c:pt>
                <c:pt idx="5649">
                  <c:v>0.25</c:v>
                </c:pt>
                <c:pt idx="5650">
                  <c:v>0.25</c:v>
                </c:pt>
                <c:pt idx="5651">
                  <c:v>0.25</c:v>
                </c:pt>
                <c:pt idx="5652">
                  <c:v>0.25</c:v>
                </c:pt>
                <c:pt idx="5653">
                  <c:v>0.25</c:v>
                </c:pt>
                <c:pt idx="5654">
                  <c:v>0.25</c:v>
                </c:pt>
                <c:pt idx="5655">
                  <c:v>0.25</c:v>
                </c:pt>
                <c:pt idx="5656">
                  <c:v>0.25</c:v>
                </c:pt>
                <c:pt idx="5657">
                  <c:v>0.25</c:v>
                </c:pt>
                <c:pt idx="5658">
                  <c:v>0.25</c:v>
                </c:pt>
                <c:pt idx="5659">
                  <c:v>0.25</c:v>
                </c:pt>
                <c:pt idx="5660">
                  <c:v>0.25</c:v>
                </c:pt>
                <c:pt idx="5661">
                  <c:v>0.25</c:v>
                </c:pt>
                <c:pt idx="5662">
                  <c:v>0.25</c:v>
                </c:pt>
                <c:pt idx="5663">
                  <c:v>0.25</c:v>
                </c:pt>
                <c:pt idx="5664">
                  <c:v>0.25</c:v>
                </c:pt>
                <c:pt idx="5665">
                  <c:v>0.25</c:v>
                </c:pt>
                <c:pt idx="5666">
                  <c:v>0.25</c:v>
                </c:pt>
                <c:pt idx="5667">
                  <c:v>0.25</c:v>
                </c:pt>
                <c:pt idx="5668">
                  <c:v>0.25</c:v>
                </c:pt>
                <c:pt idx="5669">
                  <c:v>0.25</c:v>
                </c:pt>
                <c:pt idx="5670">
                  <c:v>0.25</c:v>
                </c:pt>
                <c:pt idx="5671">
                  <c:v>0.25</c:v>
                </c:pt>
                <c:pt idx="5672">
                  <c:v>0.25</c:v>
                </c:pt>
                <c:pt idx="5673">
                  <c:v>0.25</c:v>
                </c:pt>
                <c:pt idx="5674">
                  <c:v>0.25</c:v>
                </c:pt>
                <c:pt idx="5675">
                  <c:v>0.25</c:v>
                </c:pt>
                <c:pt idx="5676">
                  <c:v>0.25</c:v>
                </c:pt>
                <c:pt idx="5677">
                  <c:v>0.25</c:v>
                </c:pt>
                <c:pt idx="5678">
                  <c:v>0.25</c:v>
                </c:pt>
                <c:pt idx="5679">
                  <c:v>0.25</c:v>
                </c:pt>
                <c:pt idx="5680">
                  <c:v>0.25</c:v>
                </c:pt>
                <c:pt idx="5681">
                  <c:v>0.25</c:v>
                </c:pt>
                <c:pt idx="5682">
                  <c:v>0.25</c:v>
                </c:pt>
                <c:pt idx="5683">
                  <c:v>0.25</c:v>
                </c:pt>
                <c:pt idx="5684">
                  <c:v>0.25</c:v>
                </c:pt>
                <c:pt idx="5685">
                  <c:v>0.25</c:v>
                </c:pt>
                <c:pt idx="5686">
                  <c:v>0.25</c:v>
                </c:pt>
                <c:pt idx="5687">
                  <c:v>0.25</c:v>
                </c:pt>
                <c:pt idx="5688">
                  <c:v>0.25</c:v>
                </c:pt>
                <c:pt idx="5689">
                  <c:v>0.25</c:v>
                </c:pt>
                <c:pt idx="5690">
                  <c:v>0.25</c:v>
                </c:pt>
                <c:pt idx="5691">
                  <c:v>0.25</c:v>
                </c:pt>
                <c:pt idx="5692">
                  <c:v>0.25</c:v>
                </c:pt>
                <c:pt idx="5693">
                  <c:v>0.25</c:v>
                </c:pt>
                <c:pt idx="5694">
                  <c:v>0.25</c:v>
                </c:pt>
                <c:pt idx="5695">
                  <c:v>0.25</c:v>
                </c:pt>
                <c:pt idx="5696">
                  <c:v>0.25</c:v>
                </c:pt>
                <c:pt idx="5697">
                  <c:v>0.25</c:v>
                </c:pt>
                <c:pt idx="5698">
                  <c:v>0.25</c:v>
                </c:pt>
                <c:pt idx="5699">
                  <c:v>0.25</c:v>
                </c:pt>
                <c:pt idx="5700">
                  <c:v>0.25</c:v>
                </c:pt>
                <c:pt idx="5701">
                  <c:v>0.25</c:v>
                </c:pt>
                <c:pt idx="5702">
                  <c:v>0.25</c:v>
                </c:pt>
                <c:pt idx="5703">
                  <c:v>0.25</c:v>
                </c:pt>
                <c:pt idx="5704">
                  <c:v>0.25</c:v>
                </c:pt>
                <c:pt idx="5705">
                  <c:v>0.25</c:v>
                </c:pt>
                <c:pt idx="5706">
                  <c:v>0.25</c:v>
                </c:pt>
                <c:pt idx="5707">
                  <c:v>0.25</c:v>
                </c:pt>
                <c:pt idx="5708">
                  <c:v>0.25</c:v>
                </c:pt>
                <c:pt idx="5709">
                  <c:v>0.25</c:v>
                </c:pt>
                <c:pt idx="5710">
                  <c:v>0.25</c:v>
                </c:pt>
                <c:pt idx="5711">
                  <c:v>0.25</c:v>
                </c:pt>
                <c:pt idx="5712">
                  <c:v>0.25</c:v>
                </c:pt>
                <c:pt idx="5713">
                  <c:v>0.25</c:v>
                </c:pt>
                <c:pt idx="5714">
                  <c:v>0.25</c:v>
                </c:pt>
                <c:pt idx="5715">
                  <c:v>0.25</c:v>
                </c:pt>
                <c:pt idx="5716">
                  <c:v>0.25</c:v>
                </c:pt>
                <c:pt idx="5717">
                  <c:v>0.25</c:v>
                </c:pt>
                <c:pt idx="5718">
                  <c:v>0.25</c:v>
                </c:pt>
                <c:pt idx="5719">
                  <c:v>0.25</c:v>
                </c:pt>
                <c:pt idx="5720">
                  <c:v>0.25</c:v>
                </c:pt>
                <c:pt idx="5721">
                  <c:v>0.25</c:v>
                </c:pt>
                <c:pt idx="5722">
                  <c:v>0.25</c:v>
                </c:pt>
                <c:pt idx="5723">
                  <c:v>0.25</c:v>
                </c:pt>
                <c:pt idx="5724">
                  <c:v>0.25</c:v>
                </c:pt>
                <c:pt idx="5725">
                  <c:v>0.25</c:v>
                </c:pt>
                <c:pt idx="5726">
                  <c:v>0.25</c:v>
                </c:pt>
                <c:pt idx="5727">
                  <c:v>0.25</c:v>
                </c:pt>
                <c:pt idx="5728">
                  <c:v>0.25</c:v>
                </c:pt>
                <c:pt idx="5729">
                  <c:v>0.25</c:v>
                </c:pt>
                <c:pt idx="5730">
                  <c:v>0.25</c:v>
                </c:pt>
                <c:pt idx="5731">
                  <c:v>0.25</c:v>
                </c:pt>
                <c:pt idx="5732">
                  <c:v>0.25</c:v>
                </c:pt>
                <c:pt idx="5733">
                  <c:v>0.25</c:v>
                </c:pt>
                <c:pt idx="5734">
                  <c:v>0.25</c:v>
                </c:pt>
                <c:pt idx="5735">
                  <c:v>0.25</c:v>
                </c:pt>
                <c:pt idx="5736">
                  <c:v>0.25</c:v>
                </c:pt>
                <c:pt idx="5737">
                  <c:v>0.25</c:v>
                </c:pt>
                <c:pt idx="5738">
                  <c:v>0.25</c:v>
                </c:pt>
                <c:pt idx="5739">
                  <c:v>0.25</c:v>
                </c:pt>
                <c:pt idx="5740">
                  <c:v>0.25</c:v>
                </c:pt>
                <c:pt idx="5741">
                  <c:v>0.25</c:v>
                </c:pt>
                <c:pt idx="5742">
                  <c:v>0.25</c:v>
                </c:pt>
                <c:pt idx="5743">
                  <c:v>0.25</c:v>
                </c:pt>
                <c:pt idx="5744">
                  <c:v>0.25</c:v>
                </c:pt>
                <c:pt idx="5745">
                  <c:v>0.25</c:v>
                </c:pt>
                <c:pt idx="5746">
                  <c:v>0.25</c:v>
                </c:pt>
                <c:pt idx="5747">
                  <c:v>0.25</c:v>
                </c:pt>
                <c:pt idx="5748">
                  <c:v>0.25</c:v>
                </c:pt>
                <c:pt idx="5749">
                  <c:v>0.25</c:v>
                </c:pt>
                <c:pt idx="5750">
                  <c:v>0.25</c:v>
                </c:pt>
                <c:pt idx="5751">
                  <c:v>0.25</c:v>
                </c:pt>
                <c:pt idx="5752">
                  <c:v>0.25</c:v>
                </c:pt>
                <c:pt idx="5753">
                  <c:v>0.25</c:v>
                </c:pt>
                <c:pt idx="5754">
                  <c:v>0.25</c:v>
                </c:pt>
                <c:pt idx="5755">
                  <c:v>0.25</c:v>
                </c:pt>
                <c:pt idx="5756">
                  <c:v>0.25</c:v>
                </c:pt>
                <c:pt idx="5757">
                  <c:v>0.25</c:v>
                </c:pt>
                <c:pt idx="5758">
                  <c:v>0.25</c:v>
                </c:pt>
                <c:pt idx="5759">
                  <c:v>0.25</c:v>
                </c:pt>
                <c:pt idx="5760">
                  <c:v>0.25</c:v>
                </c:pt>
                <c:pt idx="5761">
                  <c:v>0.25</c:v>
                </c:pt>
                <c:pt idx="5762">
                  <c:v>0.25</c:v>
                </c:pt>
                <c:pt idx="5763">
                  <c:v>0.25</c:v>
                </c:pt>
                <c:pt idx="5764">
                  <c:v>0.25</c:v>
                </c:pt>
                <c:pt idx="5765">
                  <c:v>0.25</c:v>
                </c:pt>
                <c:pt idx="5766">
                  <c:v>0.25</c:v>
                </c:pt>
                <c:pt idx="5767">
                  <c:v>0.25</c:v>
                </c:pt>
                <c:pt idx="5768">
                  <c:v>0.25</c:v>
                </c:pt>
                <c:pt idx="5769">
                  <c:v>0.25</c:v>
                </c:pt>
                <c:pt idx="5770">
                  <c:v>0.25</c:v>
                </c:pt>
                <c:pt idx="5771">
                  <c:v>0.25</c:v>
                </c:pt>
                <c:pt idx="5772">
                  <c:v>0.25</c:v>
                </c:pt>
                <c:pt idx="5773">
                  <c:v>0.25</c:v>
                </c:pt>
                <c:pt idx="5774">
                  <c:v>0.25</c:v>
                </c:pt>
                <c:pt idx="5775">
                  <c:v>0.25</c:v>
                </c:pt>
                <c:pt idx="5776">
                  <c:v>0.25</c:v>
                </c:pt>
                <c:pt idx="5777">
                  <c:v>0.25</c:v>
                </c:pt>
                <c:pt idx="5778">
                  <c:v>0.25</c:v>
                </c:pt>
                <c:pt idx="5779">
                  <c:v>0.25</c:v>
                </c:pt>
                <c:pt idx="5780">
                  <c:v>0.25</c:v>
                </c:pt>
                <c:pt idx="5781">
                  <c:v>0.25</c:v>
                </c:pt>
                <c:pt idx="5782">
                  <c:v>0.25</c:v>
                </c:pt>
                <c:pt idx="5783">
                  <c:v>0.25</c:v>
                </c:pt>
                <c:pt idx="5784">
                  <c:v>0.25</c:v>
                </c:pt>
                <c:pt idx="5785">
                  <c:v>0.25</c:v>
                </c:pt>
                <c:pt idx="5786">
                  <c:v>0.25</c:v>
                </c:pt>
                <c:pt idx="5787">
                  <c:v>0.25</c:v>
                </c:pt>
                <c:pt idx="5788">
                  <c:v>0.25</c:v>
                </c:pt>
                <c:pt idx="5789">
                  <c:v>0.25</c:v>
                </c:pt>
                <c:pt idx="5790">
                  <c:v>0.25</c:v>
                </c:pt>
                <c:pt idx="5791">
                  <c:v>0.25</c:v>
                </c:pt>
                <c:pt idx="5792">
                  <c:v>0.25</c:v>
                </c:pt>
                <c:pt idx="5793">
                  <c:v>0.25</c:v>
                </c:pt>
                <c:pt idx="5794">
                  <c:v>0.25</c:v>
                </c:pt>
                <c:pt idx="5795">
                  <c:v>0.25</c:v>
                </c:pt>
                <c:pt idx="5796">
                  <c:v>0.25</c:v>
                </c:pt>
                <c:pt idx="5797">
                  <c:v>0.25</c:v>
                </c:pt>
                <c:pt idx="5798">
                  <c:v>0.25</c:v>
                </c:pt>
                <c:pt idx="5799">
                  <c:v>0.25</c:v>
                </c:pt>
                <c:pt idx="5800">
                  <c:v>0.25</c:v>
                </c:pt>
                <c:pt idx="5801">
                  <c:v>0.25</c:v>
                </c:pt>
                <c:pt idx="5802">
                  <c:v>0.25</c:v>
                </c:pt>
                <c:pt idx="5803">
                  <c:v>0.25</c:v>
                </c:pt>
                <c:pt idx="5804">
                  <c:v>0.25</c:v>
                </c:pt>
                <c:pt idx="5805">
                  <c:v>0.25</c:v>
                </c:pt>
                <c:pt idx="5806">
                  <c:v>0.25</c:v>
                </c:pt>
                <c:pt idx="5807">
                  <c:v>0.25</c:v>
                </c:pt>
                <c:pt idx="5808">
                  <c:v>0.25</c:v>
                </c:pt>
                <c:pt idx="5809">
                  <c:v>0.25</c:v>
                </c:pt>
                <c:pt idx="5810">
                  <c:v>0.25</c:v>
                </c:pt>
                <c:pt idx="5811">
                  <c:v>0.25</c:v>
                </c:pt>
                <c:pt idx="5812">
                  <c:v>0.25</c:v>
                </c:pt>
                <c:pt idx="5813">
                  <c:v>0.25</c:v>
                </c:pt>
                <c:pt idx="5814">
                  <c:v>0.25</c:v>
                </c:pt>
                <c:pt idx="5815">
                  <c:v>0.25</c:v>
                </c:pt>
                <c:pt idx="5816">
                  <c:v>0.25</c:v>
                </c:pt>
                <c:pt idx="5817">
                  <c:v>0.25</c:v>
                </c:pt>
                <c:pt idx="5818">
                  <c:v>0.25</c:v>
                </c:pt>
                <c:pt idx="5819">
                  <c:v>0.25</c:v>
                </c:pt>
                <c:pt idx="5820">
                  <c:v>0.25</c:v>
                </c:pt>
                <c:pt idx="5821">
                  <c:v>0.25</c:v>
                </c:pt>
                <c:pt idx="5822">
                  <c:v>0.25</c:v>
                </c:pt>
                <c:pt idx="5823">
                  <c:v>0.25</c:v>
                </c:pt>
                <c:pt idx="5824">
                  <c:v>0.25</c:v>
                </c:pt>
                <c:pt idx="5825">
                  <c:v>0.25</c:v>
                </c:pt>
                <c:pt idx="5826">
                  <c:v>0.25</c:v>
                </c:pt>
                <c:pt idx="5827">
                  <c:v>0.25</c:v>
                </c:pt>
                <c:pt idx="5828">
                  <c:v>0.25</c:v>
                </c:pt>
                <c:pt idx="5829">
                  <c:v>0.25</c:v>
                </c:pt>
                <c:pt idx="5830">
                  <c:v>0.25</c:v>
                </c:pt>
                <c:pt idx="5831">
                  <c:v>0.25</c:v>
                </c:pt>
                <c:pt idx="5832">
                  <c:v>0.25</c:v>
                </c:pt>
                <c:pt idx="5833">
                  <c:v>0.25</c:v>
                </c:pt>
                <c:pt idx="5834">
                  <c:v>0.25</c:v>
                </c:pt>
                <c:pt idx="5835">
                  <c:v>0.25</c:v>
                </c:pt>
                <c:pt idx="5836">
                  <c:v>0.25</c:v>
                </c:pt>
                <c:pt idx="5837">
                  <c:v>0.25</c:v>
                </c:pt>
                <c:pt idx="5838">
                  <c:v>0.25</c:v>
                </c:pt>
                <c:pt idx="5839">
                  <c:v>0.25</c:v>
                </c:pt>
                <c:pt idx="5840">
                  <c:v>0.25</c:v>
                </c:pt>
                <c:pt idx="5841">
                  <c:v>0.25</c:v>
                </c:pt>
                <c:pt idx="5842">
                  <c:v>0.25</c:v>
                </c:pt>
                <c:pt idx="5843">
                  <c:v>0.25</c:v>
                </c:pt>
                <c:pt idx="5844">
                  <c:v>0.25</c:v>
                </c:pt>
                <c:pt idx="5845">
                  <c:v>0.25</c:v>
                </c:pt>
                <c:pt idx="5846">
                  <c:v>0.25</c:v>
                </c:pt>
                <c:pt idx="5847">
                  <c:v>0.25</c:v>
                </c:pt>
                <c:pt idx="5848">
                  <c:v>0.25</c:v>
                </c:pt>
                <c:pt idx="5849">
                  <c:v>0.25</c:v>
                </c:pt>
                <c:pt idx="5850">
                  <c:v>0.25</c:v>
                </c:pt>
                <c:pt idx="5851">
                  <c:v>0.25</c:v>
                </c:pt>
                <c:pt idx="5852">
                  <c:v>0.25</c:v>
                </c:pt>
                <c:pt idx="5853">
                  <c:v>0.25</c:v>
                </c:pt>
                <c:pt idx="5854">
                  <c:v>0.25</c:v>
                </c:pt>
                <c:pt idx="5855">
                  <c:v>0.25</c:v>
                </c:pt>
                <c:pt idx="5856">
                  <c:v>0.25</c:v>
                </c:pt>
                <c:pt idx="5857">
                  <c:v>0.25</c:v>
                </c:pt>
                <c:pt idx="5858">
                  <c:v>0.25</c:v>
                </c:pt>
                <c:pt idx="5859">
                  <c:v>0.25</c:v>
                </c:pt>
                <c:pt idx="5860">
                  <c:v>0.25</c:v>
                </c:pt>
                <c:pt idx="5861">
                  <c:v>0.25</c:v>
                </c:pt>
                <c:pt idx="5862">
                  <c:v>0.25</c:v>
                </c:pt>
                <c:pt idx="5863">
                  <c:v>0.25</c:v>
                </c:pt>
                <c:pt idx="5864">
                  <c:v>0.25</c:v>
                </c:pt>
                <c:pt idx="5865">
                  <c:v>0.25</c:v>
                </c:pt>
                <c:pt idx="5866">
                  <c:v>0.25</c:v>
                </c:pt>
                <c:pt idx="5867">
                  <c:v>0.25</c:v>
                </c:pt>
                <c:pt idx="5868">
                  <c:v>0.25</c:v>
                </c:pt>
                <c:pt idx="5869">
                  <c:v>0.25</c:v>
                </c:pt>
                <c:pt idx="5870">
                  <c:v>0.25</c:v>
                </c:pt>
                <c:pt idx="5871">
                  <c:v>0.25</c:v>
                </c:pt>
                <c:pt idx="5872">
                  <c:v>0.25</c:v>
                </c:pt>
                <c:pt idx="5873">
                  <c:v>0.25</c:v>
                </c:pt>
                <c:pt idx="5874">
                  <c:v>0.25</c:v>
                </c:pt>
                <c:pt idx="5875">
                  <c:v>0.25</c:v>
                </c:pt>
                <c:pt idx="5876">
                  <c:v>0.25</c:v>
                </c:pt>
                <c:pt idx="5877">
                  <c:v>0.25</c:v>
                </c:pt>
                <c:pt idx="5878">
                  <c:v>0.25</c:v>
                </c:pt>
                <c:pt idx="5879">
                  <c:v>0.25</c:v>
                </c:pt>
                <c:pt idx="5880">
                  <c:v>0.25</c:v>
                </c:pt>
                <c:pt idx="5881">
                  <c:v>0.25</c:v>
                </c:pt>
                <c:pt idx="5882">
                  <c:v>0.25</c:v>
                </c:pt>
                <c:pt idx="5883">
                  <c:v>0.75</c:v>
                </c:pt>
                <c:pt idx="5884">
                  <c:v>0.75</c:v>
                </c:pt>
                <c:pt idx="5885">
                  <c:v>0.75</c:v>
                </c:pt>
                <c:pt idx="5886">
                  <c:v>0.75</c:v>
                </c:pt>
                <c:pt idx="5887">
                  <c:v>0.75</c:v>
                </c:pt>
                <c:pt idx="5888">
                  <c:v>0.75</c:v>
                </c:pt>
                <c:pt idx="5889">
                  <c:v>0.75</c:v>
                </c:pt>
                <c:pt idx="5890">
                  <c:v>0.75</c:v>
                </c:pt>
                <c:pt idx="5891">
                  <c:v>0.75</c:v>
                </c:pt>
                <c:pt idx="5892">
                  <c:v>0.75</c:v>
                </c:pt>
                <c:pt idx="5893">
                  <c:v>0.75</c:v>
                </c:pt>
                <c:pt idx="5894">
                  <c:v>0.75</c:v>
                </c:pt>
                <c:pt idx="5895">
                  <c:v>0.75</c:v>
                </c:pt>
                <c:pt idx="5896">
                  <c:v>0.75</c:v>
                </c:pt>
                <c:pt idx="5897">
                  <c:v>0.75</c:v>
                </c:pt>
                <c:pt idx="5898">
                  <c:v>0.75</c:v>
                </c:pt>
                <c:pt idx="5899">
                  <c:v>0.75</c:v>
                </c:pt>
                <c:pt idx="5900">
                  <c:v>0.75</c:v>
                </c:pt>
                <c:pt idx="5901">
                  <c:v>0.75</c:v>
                </c:pt>
                <c:pt idx="5902">
                  <c:v>0.75</c:v>
                </c:pt>
                <c:pt idx="5903">
                  <c:v>0.75</c:v>
                </c:pt>
                <c:pt idx="5904">
                  <c:v>0.75</c:v>
                </c:pt>
                <c:pt idx="5905">
                  <c:v>0.75</c:v>
                </c:pt>
                <c:pt idx="5906">
                  <c:v>0.75</c:v>
                </c:pt>
                <c:pt idx="5907">
                  <c:v>0.75</c:v>
                </c:pt>
                <c:pt idx="5908">
                  <c:v>0.75</c:v>
                </c:pt>
                <c:pt idx="5909">
                  <c:v>0.75</c:v>
                </c:pt>
                <c:pt idx="5910">
                  <c:v>0.75</c:v>
                </c:pt>
                <c:pt idx="5911">
                  <c:v>0.75</c:v>
                </c:pt>
                <c:pt idx="5912">
                  <c:v>0.75</c:v>
                </c:pt>
                <c:pt idx="5913">
                  <c:v>0.75</c:v>
                </c:pt>
                <c:pt idx="5914">
                  <c:v>0.75</c:v>
                </c:pt>
                <c:pt idx="5915">
                  <c:v>0.75</c:v>
                </c:pt>
                <c:pt idx="5916">
                  <c:v>0.75</c:v>
                </c:pt>
                <c:pt idx="5917">
                  <c:v>0.75</c:v>
                </c:pt>
                <c:pt idx="5918">
                  <c:v>1.5</c:v>
                </c:pt>
                <c:pt idx="5919">
                  <c:v>1.5</c:v>
                </c:pt>
                <c:pt idx="5920">
                  <c:v>1.5</c:v>
                </c:pt>
                <c:pt idx="5921">
                  <c:v>1.5</c:v>
                </c:pt>
                <c:pt idx="5922">
                  <c:v>1.5</c:v>
                </c:pt>
                <c:pt idx="5923">
                  <c:v>1.5</c:v>
                </c:pt>
                <c:pt idx="5924">
                  <c:v>1.5</c:v>
                </c:pt>
                <c:pt idx="5925">
                  <c:v>1.5</c:v>
                </c:pt>
                <c:pt idx="5926">
                  <c:v>1.5</c:v>
                </c:pt>
                <c:pt idx="5927">
                  <c:v>1.5</c:v>
                </c:pt>
                <c:pt idx="5928">
                  <c:v>1.5</c:v>
                </c:pt>
                <c:pt idx="5929">
                  <c:v>1.5</c:v>
                </c:pt>
                <c:pt idx="5930">
                  <c:v>1.5</c:v>
                </c:pt>
                <c:pt idx="5931">
                  <c:v>1.5</c:v>
                </c:pt>
                <c:pt idx="5932">
                  <c:v>1.5</c:v>
                </c:pt>
                <c:pt idx="5933">
                  <c:v>1.5</c:v>
                </c:pt>
                <c:pt idx="5934">
                  <c:v>1.5</c:v>
                </c:pt>
                <c:pt idx="5935">
                  <c:v>1.5</c:v>
                </c:pt>
                <c:pt idx="5936">
                  <c:v>1.5</c:v>
                </c:pt>
                <c:pt idx="5937">
                  <c:v>1.5</c:v>
                </c:pt>
                <c:pt idx="5938">
                  <c:v>1.5</c:v>
                </c:pt>
                <c:pt idx="5939">
                  <c:v>1.5</c:v>
                </c:pt>
                <c:pt idx="5940">
                  <c:v>1.5</c:v>
                </c:pt>
                <c:pt idx="5941">
                  <c:v>1.5</c:v>
                </c:pt>
                <c:pt idx="5942">
                  <c:v>1.5</c:v>
                </c:pt>
                <c:pt idx="5943">
                  <c:v>1.5</c:v>
                </c:pt>
                <c:pt idx="5944">
                  <c:v>1.5</c:v>
                </c:pt>
                <c:pt idx="5945">
                  <c:v>1.5</c:v>
                </c:pt>
                <c:pt idx="5946">
                  <c:v>1.5</c:v>
                </c:pt>
                <c:pt idx="5947">
                  <c:v>1.5</c:v>
                </c:pt>
                <c:pt idx="5948">
                  <c:v>1.5</c:v>
                </c:pt>
                <c:pt idx="5949">
                  <c:v>1.5</c:v>
                </c:pt>
                <c:pt idx="5950">
                  <c:v>1.5</c:v>
                </c:pt>
                <c:pt idx="5951">
                  <c:v>1.5</c:v>
                </c:pt>
                <c:pt idx="5952">
                  <c:v>1.5</c:v>
                </c:pt>
                <c:pt idx="5953">
                  <c:v>2.25</c:v>
                </c:pt>
                <c:pt idx="5954">
                  <c:v>2.25</c:v>
                </c:pt>
                <c:pt idx="5955">
                  <c:v>2.25</c:v>
                </c:pt>
                <c:pt idx="5956">
                  <c:v>2.25</c:v>
                </c:pt>
                <c:pt idx="5957">
                  <c:v>2.25</c:v>
                </c:pt>
                <c:pt idx="5958">
                  <c:v>2.25</c:v>
                </c:pt>
                <c:pt idx="5959">
                  <c:v>2.25</c:v>
                </c:pt>
                <c:pt idx="5960">
                  <c:v>2.25</c:v>
                </c:pt>
                <c:pt idx="5961">
                  <c:v>2.25</c:v>
                </c:pt>
                <c:pt idx="5962">
                  <c:v>2.25</c:v>
                </c:pt>
                <c:pt idx="5963">
                  <c:v>2.25</c:v>
                </c:pt>
                <c:pt idx="5964">
                  <c:v>2.25</c:v>
                </c:pt>
                <c:pt idx="5965">
                  <c:v>2.25</c:v>
                </c:pt>
                <c:pt idx="5966">
                  <c:v>2.25</c:v>
                </c:pt>
                <c:pt idx="5967">
                  <c:v>2.25</c:v>
                </c:pt>
                <c:pt idx="5968">
                  <c:v>2.25</c:v>
                </c:pt>
                <c:pt idx="5969">
                  <c:v>2.25</c:v>
                </c:pt>
                <c:pt idx="5970">
                  <c:v>2.25</c:v>
                </c:pt>
                <c:pt idx="5971">
                  <c:v>2.25</c:v>
                </c:pt>
                <c:pt idx="5972">
                  <c:v>2.25</c:v>
                </c:pt>
                <c:pt idx="5973">
                  <c:v>2.25</c:v>
                </c:pt>
                <c:pt idx="5974">
                  <c:v>2.25</c:v>
                </c:pt>
                <c:pt idx="5975">
                  <c:v>2.25</c:v>
                </c:pt>
                <c:pt idx="5976">
                  <c:v>2.25</c:v>
                </c:pt>
                <c:pt idx="5977">
                  <c:v>2.25</c:v>
                </c:pt>
                <c:pt idx="5978">
                  <c:v>2.25</c:v>
                </c:pt>
                <c:pt idx="5979">
                  <c:v>2.25</c:v>
                </c:pt>
                <c:pt idx="5980">
                  <c:v>2.25</c:v>
                </c:pt>
                <c:pt idx="5981">
                  <c:v>2.25</c:v>
                </c:pt>
                <c:pt idx="5982">
                  <c:v>2.25</c:v>
                </c:pt>
                <c:pt idx="5983">
                  <c:v>2.25</c:v>
                </c:pt>
                <c:pt idx="5984">
                  <c:v>2.25</c:v>
                </c:pt>
                <c:pt idx="5985">
                  <c:v>2.25</c:v>
                </c:pt>
                <c:pt idx="5986">
                  <c:v>2.25</c:v>
                </c:pt>
                <c:pt idx="5987">
                  <c:v>2.25</c:v>
                </c:pt>
                <c:pt idx="5988">
                  <c:v>2.75</c:v>
                </c:pt>
                <c:pt idx="5989">
                  <c:v>2.75</c:v>
                </c:pt>
                <c:pt idx="5990">
                  <c:v>2.75</c:v>
                </c:pt>
                <c:pt idx="5991">
                  <c:v>2.75</c:v>
                </c:pt>
                <c:pt idx="5992">
                  <c:v>2.75</c:v>
                </c:pt>
                <c:pt idx="5993">
                  <c:v>2.75</c:v>
                </c:pt>
                <c:pt idx="5994">
                  <c:v>2.75</c:v>
                </c:pt>
                <c:pt idx="5995">
                  <c:v>2.75</c:v>
                </c:pt>
                <c:pt idx="5996">
                  <c:v>2.75</c:v>
                </c:pt>
                <c:pt idx="5997">
                  <c:v>2.75</c:v>
                </c:pt>
                <c:pt idx="5998">
                  <c:v>2.75</c:v>
                </c:pt>
                <c:pt idx="5999">
                  <c:v>2.75</c:v>
                </c:pt>
                <c:pt idx="6000">
                  <c:v>2.75</c:v>
                </c:pt>
                <c:pt idx="6001">
                  <c:v>2.75</c:v>
                </c:pt>
                <c:pt idx="6002">
                  <c:v>2.75</c:v>
                </c:pt>
                <c:pt idx="6003">
                  <c:v>2.75</c:v>
                </c:pt>
                <c:pt idx="6004">
                  <c:v>2.75</c:v>
                </c:pt>
                <c:pt idx="6005">
                  <c:v>2.75</c:v>
                </c:pt>
                <c:pt idx="6006">
                  <c:v>2.75</c:v>
                </c:pt>
                <c:pt idx="6007">
                  <c:v>2.75</c:v>
                </c:pt>
                <c:pt idx="6008">
                  <c:v>2.75</c:v>
                </c:pt>
                <c:pt idx="6009">
                  <c:v>2.75</c:v>
                </c:pt>
                <c:pt idx="6010">
                  <c:v>2.75</c:v>
                </c:pt>
                <c:pt idx="6011">
                  <c:v>2.75</c:v>
                </c:pt>
                <c:pt idx="6012">
                  <c:v>2.75</c:v>
                </c:pt>
                <c:pt idx="6013">
                  <c:v>2.75</c:v>
                </c:pt>
                <c:pt idx="6014">
                  <c:v>2.75</c:v>
                </c:pt>
                <c:pt idx="6015">
                  <c:v>2.75</c:v>
                </c:pt>
                <c:pt idx="6016">
                  <c:v>2.75</c:v>
                </c:pt>
                <c:pt idx="6017">
                  <c:v>2.75</c:v>
                </c:pt>
                <c:pt idx="6018">
                  <c:v>2.75</c:v>
                </c:pt>
                <c:pt idx="6019">
                  <c:v>2.75</c:v>
                </c:pt>
                <c:pt idx="6020">
                  <c:v>2.75</c:v>
                </c:pt>
                <c:pt idx="6021">
                  <c:v>2.75</c:v>
                </c:pt>
                <c:pt idx="6022">
                  <c:v>2.75</c:v>
                </c:pt>
                <c:pt idx="6023">
                  <c:v>3.25</c:v>
                </c:pt>
                <c:pt idx="6024">
                  <c:v>3.25</c:v>
                </c:pt>
                <c:pt idx="6025">
                  <c:v>3.25</c:v>
                </c:pt>
                <c:pt idx="6026">
                  <c:v>3.25</c:v>
                </c:pt>
                <c:pt idx="6027">
                  <c:v>3.25</c:v>
                </c:pt>
                <c:pt idx="6028">
                  <c:v>3.25</c:v>
                </c:pt>
                <c:pt idx="6029">
                  <c:v>3.25</c:v>
                </c:pt>
                <c:pt idx="6030">
                  <c:v>3.25</c:v>
                </c:pt>
                <c:pt idx="6031">
                  <c:v>3.25</c:v>
                </c:pt>
                <c:pt idx="6032">
                  <c:v>3.25</c:v>
                </c:pt>
                <c:pt idx="6033">
                  <c:v>3.25</c:v>
                </c:pt>
                <c:pt idx="6034">
                  <c:v>3.25</c:v>
                </c:pt>
                <c:pt idx="6035">
                  <c:v>3.25</c:v>
                </c:pt>
                <c:pt idx="6036">
                  <c:v>3.25</c:v>
                </c:pt>
                <c:pt idx="6037">
                  <c:v>3.25</c:v>
                </c:pt>
                <c:pt idx="6038">
                  <c:v>3.25</c:v>
                </c:pt>
                <c:pt idx="6039">
                  <c:v>3.25</c:v>
                </c:pt>
                <c:pt idx="6040">
                  <c:v>3.25</c:v>
                </c:pt>
                <c:pt idx="6041">
                  <c:v>3.25</c:v>
                </c:pt>
                <c:pt idx="6042">
                  <c:v>3.25</c:v>
                </c:pt>
                <c:pt idx="6043">
                  <c:v>3.25</c:v>
                </c:pt>
                <c:pt idx="6044">
                  <c:v>3.25</c:v>
                </c:pt>
                <c:pt idx="6045">
                  <c:v>3.25</c:v>
                </c:pt>
                <c:pt idx="6046">
                  <c:v>3.25</c:v>
                </c:pt>
                <c:pt idx="6047">
                  <c:v>3.25</c:v>
                </c:pt>
                <c:pt idx="6048">
                  <c:v>3.25</c:v>
                </c:pt>
                <c:pt idx="6049">
                  <c:v>3.25</c:v>
                </c:pt>
                <c:pt idx="6050">
                  <c:v>3.25</c:v>
                </c:pt>
                <c:pt idx="6051">
                  <c:v>3.25</c:v>
                </c:pt>
                <c:pt idx="6052">
                  <c:v>3.25</c:v>
                </c:pt>
                <c:pt idx="6053">
                  <c:v>3.75</c:v>
                </c:pt>
                <c:pt idx="6054">
                  <c:v>3.75</c:v>
                </c:pt>
                <c:pt idx="6055">
                  <c:v>3.75</c:v>
                </c:pt>
                <c:pt idx="6056">
                  <c:v>3.75</c:v>
                </c:pt>
                <c:pt idx="6057">
                  <c:v>3.75</c:v>
                </c:pt>
                <c:pt idx="6058">
                  <c:v>3.75</c:v>
                </c:pt>
                <c:pt idx="6059">
                  <c:v>3.75</c:v>
                </c:pt>
                <c:pt idx="6060">
                  <c:v>3.75</c:v>
                </c:pt>
                <c:pt idx="6061">
                  <c:v>3.75</c:v>
                </c:pt>
                <c:pt idx="6062">
                  <c:v>3.75</c:v>
                </c:pt>
                <c:pt idx="6063">
                  <c:v>3.75</c:v>
                </c:pt>
                <c:pt idx="6064">
                  <c:v>3.75</c:v>
                </c:pt>
                <c:pt idx="6065">
                  <c:v>3.75</c:v>
                </c:pt>
                <c:pt idx="6066">
                  <c:v>3.75</c:v>
                </c:pt>
                <c:pt idx="6067">
                  <c:v>3.75</c:v>
                </c:pt>
                <c:pt idx="6068">
                  <c:v>3.75</c:v>
                </c:pt>
                <c:pt idx="6069">
                  <c:v>3.75</c:v>
                </c:pt>
                <c:pt idx="6070">
                  <c:v>3.75</c:v>
                </c:pt>
                <c:pt idx="6071">
                  <c:v>3.75</c:v>
                </c:pt>
                <c:pt idx="6072">
                  <c:v>3.75</c:v>
                </c:pt>
                <c:pt idx="6073">
                  <c:v>3.75</c:v>
                </c:pt>
                <c:pt idx="6074">
                  <c:v>3.75</c:v>
                </c:pt>
                <c:pt idx="6075">
                  <c:v>3.75</c:v>
                </c:pt>
                <c:pt idx="6076">
                  <c:v>3.75</c:v>
                </c:pt>
                <c:pt idx="6077">
                  <c:v>3.75</c:v>
                </c:pt>
                <c:pt idx="6078">
                  <c:v>3.75</c:v>
                </c:pt>
                <c:pt idx="6079">
                  <c:v>3.75</c:v>
                </c:pt>
                <c:pt idx="6080">
                  <c:v>3.75</c:v>
                </c:pt>
                <c:pt idx="6081">
                  <c:v>3.75</c:v>
                </c:pt>
                <c:pt idx="6082">
                  <c:v>3.75</c:v>
                </c:pt>
                <c:pt idx="6083">
                  <c:v>3.75</c:v>
                </c:pt>
                <c:pt idx="6084">
                  <c:v>3.75</c:v>
                </c:pt>
                <c:pt idx="6085">
                  <c:v>3.75</c:v>
                </c:pt>
                <c:pt idx="6086">
                  <c:v>3.75</c:v>
                </c:pt>
                <c:pt idx="6087">
                  <c:v>3.75</c:v>
                </c:pt>
                <c:pt idx="6088">
                  <c:v>4</c:v>
                </c:pt>
                <c:pt idx="6089">
                  <c:v>4</c:v>
                </c:pt>
                <c:pt idx="6090">
                  <c:v>4</c:v>
                </c:pt>
                <c:pt idx="6091">
                  <c:v>4</c:v>
                </c:pt>
                <c:pt idx="6092">
                  <c:v>4</c:v>
                </c:pt>
                <c:pt idx="6093">
                  <c:v>4</c:v>
                </c:pt>
                <c:pt idx="6094">
                  <c:v>4</c:v>
                </c:pt>
                <c:pt idx="6095">
                  <c:v>4</c:v>
                </c:pt>
                <c:pt idx="6096">
                  <c:v>4</c:v>
                </c:pt>
                <c:pt idx="6097">
                  <c:v>4</c:v>
                </c:pt>
                <c:pt idx="6098">
                  <c:v>4</c:v>
                </c:pt>
                <c:pt idx="6099">
                  <c:v>4</c:v>
                </c:pt>
                <c:pt idx="6100">
                  <c:v>4</c:v>
                </c:pt>
                <c:pt idx="6101">
                  <c:v>4</c:v>
                </c:pt>
                <c:pt idx="6102">
                  <c:v>4</c:v>
                </c:pt>
                <c:pt idx="6103">
                  <c:v>4</c:v>
                </c:pt>
                <c:pt idx="6104">
                  <c:v>4</c:v>
                </c:pt>
                <c:pt idx="6105">
                  <c:v>4</c:v>
                </c:pt>
                <c:pt idx="6106">
                  <c:v>4</c:v>
                </c:pt>
                <c:pt idx="6107">
                  <c:v>4</c:v>
                </c:pt>
                <c:pt idx="6108">
                  <c:v>4</c:v>
                </c:pt>
                <c:pt idx="6109">
                  <c:v>4</c:v>
                </c:pt>
                <c:pt idx="6110">
                  <c:v>4</c:v>
                </c:pt>
                <c:pt idx="6111">
                  <c:v>4</c:v>
                </c:pt>
                <c:pt idx="6112">
                  <c:v>4</c:v>
                </c:pt>
                <c:pt idx="6113">
                  <c:v>4</c:v>
                </c:pt>
                <c:pt idx="6114">
                  <c:v>4</c:v>
                </c:pt>
                <c:pt idx="6115">
                  <c:v>4</c:v>
                </c:pt>
                <c:pt idx="6116">
                  <c:v>4</c:v>
                </c:pt>
                <c:pt idx="6117">
                  <c:v>4</c:v>
                </c:pt>
                <c:pt idx="6118">
                  <c:v>4.25</c:v>
                </c:pt>
                <c:pt idx="6119">
                  <c:v>4.25</c:v>
                </c:pt>
                <c:pt idx="6120">
                  <c:v>4.25</c:v>
                </c:pt>
                <c:pt idx="6121">
                  <c:v>4.25</c:v>
                </c:pt>
                <c:pt idx="6122">
                  <c:v>4.25</c:v>
                </c:pt>
                <c:pt idx="6123">
                  <c:v>4.25</c:v>
                </c:pt>
                <c:pt idx="6124">
                  <c:v>4.25</c:v>
                </c:pt>
                <c:pt idx="6125">
                  <c:v>4.25</c:v>
                </c:pt>
                <c:pt idx="6126">
                  <c:v>4.25</c:v>
                </c:pt>
                <c:pt idx="6127">
                  <c:v>4.25</c:v>
                </c:pt>
                <c:pt idx="6128">
                  <c:v>4.25</c:v>
                </c:pt>
                <c:pt idx="6129">
                  <c:v>4.25</c:v>
                </c:pt>
                <c:pt idx="6130">
                  <c:v>4.25</c:v>
                </c:pt>
                <c:pt idx="6131">
                  <c:v>4.25</c:v>
                </c:pt>
                <c:pt idx="6132">
                  <c:v>4.25</c:v>
                </c:pt>
                <c:pt idx="6133">
                  <c:v>4.25</c:v>
                </c:pt>
                <c:pt idx="6134">
                  <c:v>4.25</c:v>
                </c:pt>
                <c:pt idx="6135">
                  <c:v>4.25</c:v>
                </c:pt>
                <c:pt idx="6136">
                  <c:v>4.25</c:v>
                </c:pt>
                <c:pt idx="6137">
                  <c:v>4.25</c:v>
                </c:pt>
                <c:pt idx="6138">
                  <c:v>4.25</c:v>
                </c:pt>
                <c:pt idx="6139">
                  <c:v>4.25</c:v>
                </c:pt>
                <c:pt idx="6140">
                  <c:v>4.25</c:v>
                </c:pt>
                <c:pt idx="6141">
                  <c:v>4.25</c:v>
                </c:pt>
                <c:pt idx="6142">
                  <c:v>4.25</c:v>
                </c:pt>
                <c:pt idx="6143">
                  <c:v>4.25</c:v>
                </c:pt>
                <c:pt idx="6144">
                  <c:v>4.25</c:v>
                </c:pt>
                <c:pt idx="6145">
                  <c:v>4.25</c:v>
                </c:pt>
                <c:pt idx="6146">
                  <c:v>4.25</c:v>
                </c:pt>
                <c:pt idx="6147">
                  <c:v>4.25</c:v>
                </c:pt>
                <c:pt idx="6148">
                  <c:v>4.5</c:v>
                </c:pt>
                <c:pt idx="6149">
                  <c:v>4.5</c:v>
                </c:pt>
                <c:pt idx="6150">
                  <c:v>4.5</c:v>
                </c:pt>
                <c:pt idx="6151">
                  <c:v>4.5</c:v>
                </c:pt>
                <c:pt idx="6152">
                  <c:v>4.5</c:v>
                </c:pt>
                <c:pt idx="6153">
                  <c:v>4.5</c:v>
                </c:pt>
                <c:pt idx="6154">
                  <c:v>4.5</c:v>
                </c:pt>
                <c:pt idx="6155">
                  <c:v>4.5</c:v>
                </c:pt>
                <c:pt idx="6156">
                  <c:v>4.5</c:v>
                </c:pt>
                <c:pt idx="6157">
                  <c:v>4.5</c:v>
                </c:pt>
                <c:pt idx="6158">
                  <c:v>4.5</c:v>
                </c:pt>
                <c:pt idx="6159">
                  <c:v>4.5</c:v>
                </c:pt>
                <c:pt idx="6160">
                  <c:v>4.5</c:v>
                </c:pt>
                <c:pt idx="6161">
                  <c:v>4.5</c:v>
                </c:pt>
                <c:pt idx="6162">
                  <c:v>4.5</c:v>
                </c:pt>
                <c:pt idx="6163">
                  <c:v>4.5</c:v>
                </c:pt>
                <c:pt idx="6164">
                  <c:v>4.5</c:v>
                </c:pt>
                <c:pt idx="6165">
                  <c:v>4.5</c:v>
                </c:pt>
                <c:pt idx="6166">
                  <c:v>4.5</c:v>
                </c:pt>
                <c:pt idx="6167">
                  <c:v>4.5</c:v>
                </c:pt>
                <c:pt idx="6168">
                  <c:v>4.5</c:v>
                </c:pt>
                <c:pt idx="6169">
                  <c:v>4.5</c:v>
                </c:pt>
                <c:pt idx="6170">
                  <c:v>4.5</c:v>
                </c:pt>
                <c:pt idx="6171">
                  <c:v>4.5</c:v>
                </c:pt>
                <c:pt idx="6172">
                  <c:v>4.5</c:v>
                </c:pt>
                <c:pt idx="6173">
                  <c:v>4.5</c:v>
                </c:pt>
                <c:pt idx="6174">
                  <c:v>4.5</c:v>
                </c:pt>
                <c:pt idx="6175">
                  <c:v>4.5</c:v>
                </c:pt>
                <c:pt idx="6176">
                  <c:v>4.5</c:v>
                </c:pt>
                <c:pt idx="6177">
                  <c:v>4.5</c:v>
                </c:pt>
                <c:pt idx="6178">
                  <c:v>4.5</c:v>
                </c:pt>
                <c:pt idx="6179">
                  <c:v>4.5</c:v>
                </c:pt>
                <c:pt idx="6180">
                  <c:v>4.5</c:v>
                </c:pt>
                <c:pt idx="6181">
                  <c:v>4.5</c:v>
                </c:pt>
                <c:pt idx="6182">
                  <c:v>4.5</c:v>
                </c:pt>
                <c:pt idx="6183">
                  <c:v>4.75</c:v>
                </c:pt>
                <c:pt idx="6184">
                  <c:v>4.75</c:v>
                </c:pt>
                <c:pt idx="6185">
                  <c:v>4.75</c:v>
                </c:pt>
                <c:pt idx="6186">
                  <c:v>4.75</c:v>
                </c:pt>
                <c:pt idx="6187">
                  <c:v>4.75</c:v>
                </c:pt>
                <c:pt idx="6188">
                  <c:v>4.75</c:v>
                </c:pt>
                <c:pt idx="6189">
                  <c:v>4.75</c:v>
                </c:pt>
                <c:pt idx="6190">
                  <c:v>4.75</c:v>
                </c:pt>
                <c:pt idx="6191">
                  <c:v>4.75</c:v>
                </c:pt>
                <c:pt idx="6192">
                  <c:v>4.75</c:v>
                </c:pt>
                <c:pt idx="6193">
                  <c:v>4.75</c:v>
                </c:pt>
                <c:pt idx="6194">
                  <c:v>4.75</c:v>
                </c:pt>
                <c:pt idx="6195">
                  <c:v>4.75</c:v>
                </c:pt>
                <c:pt idx="6196">
                  <c:v>4.75</c:v>
                </c:pt>
                <c:pt idx="6197">
                  <c:v>4.75</c:v>
                </c:pt>
                <c:pt idx="6198">
                  <c:v>4.75</c:v>
                </c:pt>
                <c:pt idx="6199">
                  <c:v>4.75</c:v>
                </c:pt>
                <c:pt idx="6200">
                  <c:v>4.75</c:v>
                </c:pt>
                <c:pt idx="6201">
                  <c:v>4.75</c:v>
                </c:pt>
                <c:pt idx="6202">
                  <c:v>4.75</c:v>
                </c:pt>
                <c:pt idx="6203">
                  <c:v>4.75</c:v>
                </c:pt>
                <c:pt idx="6204">
                  <c:v>4.75</c:v>
                </c:pt>
                <c:pt idx="6205">
                  <c:v>4.75</c:v>
                </c:pt>
                <c:pt idx="6206">
                  <c:v>4.75</c:v>
                </c:pt>
                <c:pt idx="6207">
                  <c:v>4.75</c:v>
                </c:pt>
                <c:pt idx="6208">
                  <c:v>4.75</c:v>
                </c:pt>
                <c:pt idx="6209">
                  <c:v>4.75</c:v>
                </c:pt>
                <c:pt idx="6210">
                  <c:v>4.75</c:v>
                </c:pt>
                <c:pt idx="6211">
                  <c:v>4.75</c:v>
                </c:pt>
                <c:pt idx="6212">
                  <c:v>4.75</c:v>
                </c:pt>
                <c:pt idx="6213">
                  <c:v>4.75</c:v>
                </c:pt>
                <c:pt idx="6214">
                  <c:v>4.75</c:v>
                </c:pt>
                <c:pt idx="6215">
                  <c:v>4.75</c:v>
                </c:pt>
                <c:pt idx="6216">
                  <c:v>4.75</c:v>
                </c:pt>
                <c:pt idx="6217">
                  <c:v>4.75</c:v>
                </c:pt>
                <c:pt idx="6218">
                  <c:v>4.75</c:v>
                </c:pt>
                <c:pt idx="6219">
                  <c:v>4.75</c:v>
                </c:pt>
                <c:pt idx="6220">
                  <c:v>4.75</c:v>
                </c:pt>
                <c:pt idx="6221">
                  <c:v>4.75</c:v>
                </c:pt>
                <c:pt idx="6222">
                  <c:v>4.75</c:v>
                </c:pt>
                <c:pt idx="6223">
                  <c:v>4.75</c:v>
                </c:pt>
                <c:pt idx="6224">
                  <c:v>4.75</c:v>
                </c:pt>
                <c:pt idx="6225">
                  <c:v>4.75</c:v>
                </c:pt>
                <c:pt idx="6226">
                  <c:v>4.75</c:v>
                </c:pt>
                <c:pt idx="6227">
                  <c:v>4.75</c:v>
                </c:pt>
                <c:pt idx="6228">
                  <c:v>4.75</c:v>
                </c:pt>
                <c:pt idx="6229">
                  <c:v>4.75</c:v>
                </c:pt>
                <c:pt idx="6230">
                  <c:v>4.75</c:v>
                </c:pt>
                <c:pt idx="6231">
                  <c:v>4.75</c:v>
                </c:pt>
                <c:pt idx="6232">
                  <c:v>4.75</c:v>
                </c:pt>
                <c:pt idx="6233">
                  <c:v>4.75</c:v>
                </c:pt>
                <c:pt idx="6234">
                  <c:v>4.75</c:v>
                </c:pt>
                <c:pt idx="6235">
                  <c:v>4.75</c:v>
                </c:pt>
                <c:pt idx="6236">
                  <c:v>4.75</c:v>
                </c:pt>
                <c:pt idx="6237">
                  <c:v>4.75</c:v>
                </c:pt>
                <c:pt idx="6238">
                  <c:v>4.75</c:v>
                </c:pt>
                <c:pt idx="6239">
                  <c:v>4.75</c:v>
                </c:pt>
                <c:pt idx="6240">
                  <c:v>4.75</c:v>
                </c:pt>
                <c:pt idx="6241">
                  <c:v>4.75</c:v>
                </c:pt>
                <c:pt idx="6242">
                  <c:v>4.75</c:v>
                </c:pt>
                <c:pt idx="6243">
                  <c:v>4.75</c:v>
                </c:pt>
                <c:pt idx="6244">
                  <c:v>4.75</c:v>
                </c:pt>
                <c:pt idx="6245">
                  <c:v>4.75</c:v>
                </c:pt>
                <c:pt idx="6246">
                  <c:v>4.75</c:v>
                </c:pt>
                <c:pt idx="6247">
                  <c:v>4.75</c:v>
                </c:pt>
                <c:pt idx="6248">
                  <c:v>4.75</c:v>
                </c:pt>
                <c:pt idx="6249">
                  <c:v>4.75</c:v>
                </c:pt>
                <c:pt idx="6250">
                  <c:v>4.75</c:v>
                </c:pt>
                <c:pt idx="6251">
                  <c:v>4.75</c:v>
                </c:pt>
                <c:pt idx="6252">
                  <c:v>4.75</c:v>
                </c:pt>
                <c:pt idx="6253">
                  <c:v>4.75</c:v>
                </c:pt>
                <c:pt idx="6254">
                  <c:v>4.75</c:v>
                </c:pt>
                <c:pt idx="6255">
                  <c:v>4.75</c:v>
                </c:pt>
                <c:pt idx="6256">
                  <c:v>4.75</c:v>
                </c:pt>
                <c:pt idx="6257">
                  <c:v>4.75</c:v>
                </c:pt>
                <c:pt idx="6258">
                  <c:v>4.75</c:v>
                </c:pt>
                <c:pt idx="6259">
                  <c:v>4.75</c:v>
                </c:pt>
                <c:pt idx="6260">
                  <c:v>4.75</c:v>
                </c:pt>
                <c:pt idx="6261">
                  <c:v>4.75</c:v>
                </c:pt>
                <c:pt idx="6262">
                  <c:v>4.75</c:v>
                </c:pt>
                <c:pt idx="6263">
                  <c:v>4.75</c:v>
                </c:pt>
                <c:pt idx="6264">
                  <c:v>4.75</c:v>
                </c:pt>
                <c:pt idx="6265">
                  <c:v>4.75</c:v>
                </c:pt>
                <c:pt idx="6266">
                  <c:v>4.75</c:v>
                </c:pt>
                <c:pt idx="6267">
                  <c:v>4.75</c:v>
                </c:pt>
                <c:pt idx="6268">
                  <c:v>4.75</c:v>
                </c:pt>
                <c:pt idx="6269">
                  <c:v>4.75</c:v>
                </c:pt>
                <c:pt idx="6270">
                  <c:v>4.75</c:v>
                </c:pt>
                <c:pt idx="6271">
                  <c:v>4.75</c:v>
                </c:pt>
                <c:pt idx="6272">
                  <c:v>4.75</c:v>
                </c:pt>
                <c:pt idx="6273">
                  <c:v>4.75</c:v>
                </c:pt>
                <c:pt idx="6274">
                  <c:v>4.75</c:v>
                </c:pt>
                <c:pt idx="6275">
                  <c:v>4.75</c:v>
                </c:pt>
                <c:pt idx="6276">
                  <c:v>4.75</c:v>
                </c:pt>
                <c:pt idx="6277">
                  <c:v>4.75</c:v>
                </c:pt>
                <c:pt idx="6278">
                  <c:v>4.75</c:v>
                </c:pt>
                <c:pt idx="6279">
                  <c:v>4.75</c:v>
                </c:pt>
                <c:pt idx="6280">
                  <c:v>4.75</c:v>
                </c:pt>
                <c:pt idx="6281">
                  <c:v>4.75</c:v>
                </c:pt>
                <c:pt idx="6282">
                  <c:v>4.75</c:v>
                </c:pt>
                <c:pt idx="6283">
                  <c:v>4.75</c:v>
                </c:pt>
                <c:pt idx="6284">
                  <c:v>4.75</c:v>
                </c:pt>
                <c:pt idx="6285">
                  <c:v>4.75</c:v>
                </c:pt>
                <c:pt idx="6286">
                  <c:v>4.75</c:v>
                </c:pt>
                <c:pt idx="6287">
                  <c:v>4.75</c:v>
                </c:pt>
                <c:pt idx="6288">
                  <c:v>4.75</c:v>
                </c:pt>
                <c:pt idx="6289">
                  <c:v>4.75</c:v>
                </c:pt>
                <c:pt idx="6290">
                  <c:v>4.75</c:v>
                </c:pt>
                <c:pt idx="6291">
                  <c:v>4.75</c:v>
                </c:pt>
                <c:pt idx="6292">
                  <c:v>4.75</c:v>
                </c:pt>
                <c:pt idx="6293">
                  <c:v>4.75</c:v>
                </c:pt>
                <c:pt idx="6294">
                  <c:v>4.75</c:v>
                </c:pt>
                <c:pt idx="6295">
                  <c:v>4.75</c:v>
                </c:pt>
                <c:pt idx="6296">
                  <c:v>4.75</c:v>
                </c:pt>
                <c:pt idx="6297">
                  <c:v>4.75</c:v>
                </c:pt>
                <c:pt idx="6298">
                  <c:v>4.75</c:v>
                </c:pt>
                <c:pt idx="6299">
                  <c:v>4.75</c:v>
                </c:pt>
                <c:pt idx="6300">
                  <c:v>4.75</c:v>
                </c:pt>
                <c:pt idx="6301">
                  <c:v>4.75</c:v>
                </c:pt>
                <c:pt idx="6302">
                  <c:v>4.75</c:v>
                </c:pt>
                <c:pt idx="6303">
                  <c:v>4.75</c:v>
                </c:pt>
                <c:pt idx="6304">
                  <c:v>4.75</c:v>
                </c:pt>
                <c:pt idx="6305">
                  <c:v>4.75</c:v>
                </c:pt>
                <c:pt idx="6306">
                  <c:v>4.75</c:v>
                </c:pt>
                <c:pt idx="6307">
                  <c:v>4.75</c:v>
                </c:pt>
                <c:pt idx="6308">
                  <c:v>4.75</c:v>
                </c:pt>
                <c:pt idx="6309">
                  <c:v>4.75</c:v>
                </c:pt>
                <c:pt idx="6310">
                  <c:v>4.75</c:v>
                </c:pt>
                <c:pt idx="6311">
                  <c:v>4.75</c:v>
                </c:pt>
                <c:pt idx="6312">
                  <c:v>4.75</c:v>
                </c:pt>
                <c:pt idx="6313">
                  <c:v>4.75</c:v>
                </c:pt>
                <c:pt idx="6314">
                  <c:v>4.75</c:v>
                </c:pt>
                <c:pt idx="6315">
                  <c:v>4.75</c:v>
                </c:pt>
                <c:pt idx="6316">
                  <c:v>4.75</c:v>
                </c:pt>
                <c:pt idx="6317">
                  <c:v>4.75</c:v>
                </c:pt>
                <c:pt idx="6318">
                  <c:v>4.75</c:v>
                </c:pt>
                <c:pt idx="6319">
                  <c:v>4.75</c:v>
                </c:pt>
                <c:pt idx="6320">
                  <c:v>4.75</c:v>
                </c:pt>
                <c:pt idx="6321">
                  <c:v>4.75</c:v>
                </c:pt>
                <c:pt idx="6322">
                  <c:v>4.75</c:v>
                </c:pt>
                <c:pt idx="6323">
                  <c:v>4.75</c:v>
                </c:pt>
                <c:pt idx="6324">
                  <c:v>4.75</c:v>
                </c:pt>
                <c:pt idx="6325">
                  <c:v>4.75</c:v>
                </c:pt>
                <c:pt idx="6326">
                  <c:v>4.75</c:v>
                </c:pt>
                <c:pt idx="6327">
                  <c:v>4.75</c:v>
                </c:pt>
                <c:pt idx="6328">
                  <c:v>4.75</c:v>
                </c:pt>
                <c:pt idx="6329">
                  <c:v>4.75</c:v>
                </c:pt>
                <c:pt idx="6330">
                  <c:v>4.75</c:v>
                </c:pt>
                <c:pt idx="6331">
                  <c:v>4.75</c:v>
                </c:pt>
                <c:pt idx="6332">
                  <c:v>4.75</c:v>
                </c:pt>
                <c:pt idx="6333">
                  <c:v>4.75</c:v>
                </c:pt>
                <c:pt idx="6334">
                  <c:v>4.75</c:v>
                </c:pt>
                <c:pt idx="6335">
                  <c:v>4.75</c:v>
                </c:pt>
                <c:pt idx="6336">
                  <c:v>4.75</c:v>
                </c:pt>
                <c:pt idx="6337">
                  <c:v>4.75</c:v>
                </c:pt>
                <c:pt idx="6338">
                  <c:v>4.75</c:v>
                </c:pt>
                <c:pt idx="6339">
                  <c:v>4.75</c:v>
                </c:pt>
                <c:pt idx="6340">
                  <c:v>4.75</c:v>
                </c:pt>
                <c:pt idx="6341">
                  <c:v>4.75</c:v>
                </c:pt>
                <c:pt idx="6342">
                  <c:v>4.75</c:v>
                </c:pt>
                <c:pt idx="6343">
                  <c:v>4.75</c:v>
                </c:pt>
                <c:pt idx="6344">
                  <c:v>4.75</c:v>
                </c:pt>
                <c:pt idx="6345">
                  <c:v>4.75</c:v>
                </c:pt>
                <c:pt idx="6346">
                  <c:v>4.75</c:v>
                </c:pt>
                <c:pt idx="6347">
                  <c:v>4.75</c:v>
                </c:pt>
                <c:pt idx="6348">
                  <c:v>4.75</c:v>
                </c:pt>
                <c:pt idx="6349">
                  <c:v>4.75</c:v>
                </c:pt>
                <c:pt idx="6350">
                  <c:v>4.75</c:v>
                </c:pt>
                <c:pt idx="6351">
                  <c:v>4.75</c:v>
                </c:pt>
                <c:pt idx="6352">
                  <c:v>4.75</c:v>
                </c:pt>
                <c:pt idx="6353">
                  <c:v>4.75</c:v>
                </c:pt>
                <c:pt idx="6354">
                  <c:v>4.75</c:v>
                </c:pt>
                <c:pt idx="6355">
                  <c:v>4.75</c:v>
                </c:pt>
                <c:pt idx="6356">
                  <c:v>4.75</c:v>
                </c:pt>
                <c:pt idx="6357">
                  <c:v>4.75</c:v>
                </c:pt>
                <c:pt idx="6358">
                  <c:v>4.75</c:v>
                </c:pt>
                <c:pt idx="6359">
                  <c:v>4.75</c:v>
                </c:pt>
                <c:pt idx="6360">
                  <c:v>4.75</c:v>
                </c:pt>
                <c:pt idx="6361">
                  <c:v>4.75</c:v>
                </c:pt>
                <c:pt idx="6362">
                  <c:v>4.75</c:v>
                </c:pt>
                <c:pt idx="6363">
                  <c:v>4.75</c:v>
                </c:pt>
                <c:pt idx="6364">
                  <c:v>4.75</c:v>
                </c:pt>
                <c:pt idx="6365">
                  <c:v>4.75</c:v>
                </c:pt>
                <c:pt idx="6366">
                  <c:v>4.75</c:v>
                </c:pt>
                <c:pt idx="6367">
                  <c:v>4.75</c:v>
                </c:pt>
                <c:pt idx="6368">
                  <c:v>4.75</c:v>
                </c:pt>
                <c:pt idx="6369">
                  <c:v>4.75</c:v>
                </c:pt>
                <c:pt idx="6370">
                  <c:v>4.75</c:v>
                </c:pt>
                <c:pt idx="6371">
                  <c:v>4.75</c:v>
                </c:pt>
                <c:pt idx="6372">
                  <c:v>4.75</c:v>
                </c:pt>
                <c:pt idx="6373">
                  <c:v>4.5</c:v>
                </c:pt>
                <c:pt idx="6374">
                  <c:v>4.5</c:v>
                </c:pt>
                <c:pt idx="6375">
                  <c:v>4.5</c:v>
                </c:pt>
                <c:pt idx="6376">
                  <c:v>4.5</c:v>
                </c:pt>
                <c:pt idx="6377">
                  <c:v>4.5</c:v>
                </c:pt>
                <c:pt idx="6378">
                  <c:v>4.5</c:v>
                </c:pt>
                <c:pt idx="6379">
                  <c:v>4.5</c:v>
                </c:pt>
                <c:pt idx="6380">
                  <c:v>4.5</c:v>
                </c:pt>
                <c:pt idx="6381">
                  <c:v>4.5</c:v>
                </c:pt>
                <c:pt idx="6382">
                  <c:v>4.5</c:v>
                </c:pt>
                <c:pt idx="6383">
                  <c:v>4.5</c:v>
                </c:pt>
                <c:pt idx="6384">
                  <c:v>4.5</c:v>
                </c:pt>
                <c:pt idx="6385">
                  <c:v>4.5</c:v>
                </c:pt>
                <c:pt idx="6386">
                  <c:v>4.5</c:v>
                </c:pt>
                <c:pt idx="6387">
                  <c:v>4.5</c:v>
                </c:pt>
                <c:pt idx="6388">
                  <c:v>4.5</c:v>
                </c:pt>
                <c:pt idx="6389">
                  <c:v>4.5</c:v>
                </c:pt>
                <c:pt idx="6390">
                  <c:v>4.5</c:v>
                </c:pt>
                <c:pt idx="6391">
                  <c:v>4.5</c:v>
                </c:pt>
                <c:pt idx="6392">
                  <c:v>4.5</c:v>
                </c:pt>
                <c:pt idx="6393">
                  <c:v>4.5</c:v>
                </c:pt>
                <c:pt idx="6394">
                  <c:v>4.5</c:v>
                </c:pt>
                <c:pt idx="6395">
                  <c:v>4.5</c:v>
                </c:pt>
                <c:pt idx="6396">
                  <c:v>4.5</c:v>
                </c:pt>
                <c:pt idx="6397">
                  <c:v>4.5</c:v>
                </c:pt>
                <c:pt idx="6398">
                  <c:v>4.5</c:v>
                </c:pt>
                <c:pt idx="6399">
                  <c:v>4.5</c:v>
                </c:pt>
                <c:pt idx="6400">
                  <c:v>4.5</c:v>
                </c:pt>
                <c:pt idx="6401">
                  <c:v>4.5</c:v>
                </c:pt>
                <c:pt idx="6402">
                  <c:v>4.5</c:v>
                </c:pt>
                <c:pt idx="6403">
                  <c:v>4.5</c:v>
                </c:pt>
                <c:pt idx="6404">
                  <c:v>4.5</c:v>
                </c:pt>
                <c:pt idx="6405">
                  <c:v>4.5</c:v>
                </c:pt>
                <c:pt idx="6406">
                  <c:v>4.5</c:v>
                </c:pt>
                <c:pt idx="6407">
                  <c:v>4.5</c:v>
                </c:pt>
                <c:pt idx="6408">
                  <c:v>4.5</c:v>
                </c:pt>
                <c:pt idx="6409">
                  <c:v>4.5</c:v>
                </c:pt>
                <c:pt idx="6410">
                  <c:v>4.5</c:v>
                </c:pt>
                <c:pt idx="6411">
                  <c:v>4.5</c:v>
                </c:pt>
                <c:pt idx="6412">
                  <c:v>4.5</c:v>
                </c:pt>
                <c:pt idx="6413">
                  <c:v>4.5</c:v>
                </c:pt>
                <c:pt idx="6414">
                  <c:v>4.5</c:v>
                </c:pt>
                <c:pt idx="6415">
                  <c:v>4.5</c:v>
                </c:pt>
                <c:pt idx="6416">
                  <c:v>4.5</c:v>
                </c:pt>
                <c:pt idx="6417">
                  <c:v>4.5</c:v>
                </c:pt>
                <c:pt idx="6418">
                  <c:v>4.5</c:v>
                </c:pt>
                <c:pt idx="6419">
                  <c:v>4.5</c:v>
                </c:pt>
                <c:pt idx="6420">
                  <c:v>4.5</c:v>
                </c:pt>
                <c:pt idx="6421">
                  <c:v>4.5</c:v>
                </c:pt>
                <c:pt idx="6422">
                  <c:v>4.5</c:v>
                </c:pt>
                <c:pt idx="6423">
                  <c:v>4.5</c:v>
                </c:pt>
                <c:pt idx="6424">
                  <c:v>4.5</c:v>
                </c:pt>
                <c:pt idx="6425">
                  <c:v>4.5</c:v>
                </c:pt>
                <c:pt idx="6426">
                  <c:v>4.5</c:v>
                </c:pt>
                <c:pt idx="6427">
                  <c:v>4.5</c:v>
                </c:pt>
                <c:pt idx="6428">
                  <c:v>4.5</c:v>
                </c:pt>
                <c:pt idx="6429">
                  <c:v>4.5</c:v>
                </c:pt>
                <c:pt idx="6430">
                  <c:v>4.5</c:v>
                </c:pt>
                <c:pt idx="6431">
                  <c:v>4.5</c:v>
                </c:pt>
                <c:pt idx="6432">
                  <c:v>4.5</c:v>
                </c:pt>
                <c:pt idx="6433">
                  <c:v>4.5</c:v>
                </c:pt>
                <c:pt idx="6434">
                  <c:v>4.5</c:v>
                </c:pt>
                <c:pt idx="6435">
                  <c:v>4.5</c:v>
                </c:pt>
                <c:pt idx="6436">
                  <c:v>4.5</c:v>
                </c:pt>
                <c:pt idx="6437">
                  <c:v>4.5</c:v>
                </c:pt>
                <c:pt idx="6438">
                  <c:v>4.5</c:v>
                </c:pt>
                <c:pt idx="6439">
                  <c:v>4.5</c:v>
                </c:pt>
                <c:pt idx="6440">
                  <c:v>4.5</c:v>
                </c:pt>
                <c:pt idx="6441">
                  <c:v>4.5</c:v>
                </c:pt>
                <c:pt idx="6442">
                  <c:v>4.5</c:v>
                </c:pt>
                <c:pt idx="6443">
                  <c:v>3.9</c:v>
                </c:pt>
                <c:pt idx="6444">
                  <c:v>3.9</c:v>
                </c:pt>
                <c:pt idx="6445">
                  <c:v>3.9</c:v>
                </c:pt>
                <c:pt idx="6446">
                  <c:v>3.9</c:v>
                </c:pt>
                <c:pt idx="6447">
                  <c:v>3.9</c:v>
                </c:pt>
                <c:pt idx="6448">
                  <c:v>3.9</c:v>
                </c:pt>
                <c:pt idx="6449">
                  <c:v>3.9</c:v>
                </c:pt>
                <c:pt idx="6450">
                  <c:v>3.9</c:v>
                </c:pt>
                <c:pt idx="6451">
                  <c:v>3.9</c:v>
                </c:pt>
                <c:pt idx="6452">
                  <c:v>3.9</c:v>
                </c:pt>
                <c:pt idx="6453">
                  <c:v>3.9</c:v>
                </c:pt>
                <c:pt idx="6454">
                  <c:v>3.9</c:v>
                </c:pt>
                <c:pt idx="6455">
                  <c:v>3.9</c:v>
                </c:pt>
                <c:pt idx="6456">
                  <c:v>3.9</c:v>
                </c:pt>
                <c:pt idx="6457">
                  <c:v>3.9</c:v>
                </c:pt>
                <c:pt idx="6458">
                  <c:v>3.9</c:v>
                </c:pt>
                <c:pt idx="6459">
                  <c:v>3.9</c:v>
                </c:pt>
                <c:pt idx="6460">
                  <c:v>3.9</c:v>
                </c:pt>
                <c:pt idx="6461">
                  <c:v>3.9</c:v>
                </c:pt>
                <c:pt idx="6462">
                  <c:v>3.9</c:v>
                </c:pt>
                <c:pt idx="6463">
                  <c:v>3.9</c:v>
                </c:pt>
                <c:pt idx="6464">
                  <c:v>3.9</c:v>
                </c:pt>
                <c:pt idx="6465">
                  <c:v>3.9</c:v>
                </c:pt>
                <c:pt idx="6466">
                  <c:v>3.9</c:v>
                </c:pt>
                <c:pt idx="6467">
                  <c:v>3.9</c:v>
                </c:pt>
                <c:pt idx="6468">
                  <c:v>3.65</c:v>
                </c:pt>
                <c:pt idx="6469">
                  <c:v>3.65</c:v>
                </c:pt>
                <c:pt idx="6470">
                  <c:v>3.65</c:v>
                </c:pt>
                <c:pt idx="6471">
                  <c:v>3.65</c:v>
                </c:pt>
                <c:pt idx="6472">
                  <c:v>3.65</c:v>
                </c:pt>
                <c:pt idx="6473">
                  <c:v>3.65</c:v>
                </c:pt>
                <c:pt idx="6474">
                  <c:v>3.65</c:v>
                </c:pt>
                <c:pt idx="6475">
                  <c:v>3.65</c:v>
                </c:pt>
                <c:pt idx="6476">
                  <c:v>3.65</c:v>
                </c:pt>
                <c:pt idx="6477">
                  <c:v>3.65</c:v>
                </c:pt>
                <c:pt idx="6478">
                  <c:v>3.65</c:v>
                </c:pt>
                <c:pt idx="6479">
                  <c:v>3.65</c:v>
                </c:pt>
                <c:pt idx="6480">
                  <c:v>3.65</c:v>
                </c:pt>
                <c:pt idx="6481">
                  <c:v>3.65</c:v>
                </c:pt>
                <c:pt idx="6482">
                  <c:v>3.65</c:v>
                </c:pt>
                <c:pt idx="6483">
                  <c:v>3.65</c:v>
                </c:pt>
                <c:pt idx="6484">
                  <c:v>3.65</c:v>
                </c:pt>
                <c:pt idx="6485">
                  <c:v>3.65</c:v>
                </c:pt>
                <c:pt idx="6486">
                  <c:v>3.65</c:v>
                </c:pt>
                <c:pt idx="6487">
                  <c:v>3.65</c:v>
                </c:pt>
                <c:pt idx="6488">
                  <c:v>3.65</c:v>
                </c:pt>
                <c:pt idx="6489">
                  <c:v>3.65</c:v>
                </c:pt>
                <c:pt idx="6490">
                  <c:v>3.65</c:v>
                </c:pt>
                <c:pt idx="6491">
                  <c:v>3.65</c:v>
                </c:pt>
                <c:pt idx="6492">
                  <c:v>3.65</c:v>
                </c:pt>
                <c:pt idx="6493">
                  <c:v>3.65</c:v>
                </c:pt>
                <c:pt idx="6494">
                  <c:v>3.65</c:v>
                </c:pt>
                <c:pt idx="6495">
                  <c:v>3.65</c:v>
                </c:pt>
                <c:pt idx="6496">
                  <c:v>3.65</c:v>
                </c:pt>
                <c:pt idx="6497">
                  <c:v>3.65</c:v>
                </c:pt>
                <c:pt idx="6498">
                  <c:v>3.65</c:v>
                </c:pt>
                <c:pt idx="6499">
                  <c:v>3.65</c:v>
                </c:pt>
                <c:pt idx="6500">
                  <c:v>3.65</c:v>
                </c:pt>
                <c:pt idx="6501">
                  <c:v>3.65</c:v>
                </c:pt>
                <c:pt idx="6502">
                  <c:v>3.65</c:v>
                </c:pt>
                <c:pt idx="6503">
                  <c:v>3.65</c:v>
                </c:pt>
                <c:pt idx="6504">
                  <c:v>3.65</c:v>
                </c:pt>
                <c:pt idx="6505">
                  <c:v>3.65</c:v>
                </c:pt>
                <c:pt idx="6506">
                  <c:v>3.65</c:v>
                </c:pt>
                <c:pt idx="6507">
                  <c:v>3.65</c:v>
                </c:pt>
                <c:pt idx="6508">
                  <c:v>3.4</c:v>
                </c:pt>
                <c:pt idx="6509">
                  <c:v>3.4</c:v>
                </c:pt>
                <c:pt idx="6510">
                  <c:v>3.4</c:v>
                </c:pt>
                <c:pt idx="6511">
                  <c:v>3.4</c:v>
                </c:pt>
                <c:pt idx="6512">
                  <c:v>3.4</c:v>
                </c:pt>
                <c:pt idx="6513">
                  <c:v>3.4</c:v>
                </c:pt>
                <c:pt idx="6514">
                  <c:v>3.4</c:v>
                </c:pt>
                <c:pt idx="6515">
                  <c:v>3.4</c:v>
                </c:pt>
                <c:pt idx="6516">
                  <c:v>3.4</c:v>
                </c:pt>
                <c:pt idx="6517">
                  <c:v>3.4</c:v>
                </c:pt>
                <c:pt idx="6518">
                  <c:v>3.4</c:v>
                </c:pt>
                <c:pt idx="6519">
                  <c:v>3.4</c:v>
                </c:pt>
                <c:pt idx="6520">
                  <c:v>3.4</c:v>
                </c:pt>
                <c:pt idx="6521">
                  <c:v>3.4</c:v>
                </c:pt>
                <c:pt idx="6522">
                  <c:v>3.4</c:v>
                </c:pt>
                <c:pt idx="6523">
                  <c:v>3.4</c:v>
                </c:pt>
                <c:pt idx="6524">
                  <c:v>3.4</c:v>
                </c:pt>
                <c:pt idx="6525">
                  <c:v>3.4</c:v>
                </c:pt>
                <c:pt idx="6526">
                  <c:v>3.4</c:v>
                </c:pt>
                <c:pt idx="6527">
                  <c:v>3.4</c:v>
                </c:pt>
                <c:pt idx="6528">
                  <c:v>3.4</c:v>
                </c:pt>
                <c:pt idx="6529">
                  <c:v>3.4</c:v>
                </c:pt>
                <c:pt idx="6530">
                  <c:v>3.4</c:v>
                </c:pt>
                <c:pt idx="6531">
                  <c:v>3.4</c:v>
                </c:pt>
                <c:pt idx="6532">
                  <c:v>3.4</c:v>
                </c:pt>
                <c:pt idx="6533">
                  <c:v>3.4</c:v>
                </c:pt>
                <c:pt idx="6534">
                  <c:v>3.4</c:v>
                </c:pt>
                <c:pt idx="6535">
                  <c:v>3.4</c:v>
                </c:pt>
                <c:pt idx="6536">
                  <c:v>3.4</c:v>
                </c:pt>
                <c:pt idx="6537">
                  <c:v>3.4</c:v>
                </c:pt>
                <c:pt idx="6538">
                  <c:v>3.4</c:v>
                </c:pt>
                <c:pt idx="6539">
                  <c:v>3.4</c:v>
                </c:pt>
                <c:pt idx="6540">
                  <c:v>3.4</c:v>
                </c:pt>
                <c:pt idx="6541">
                  <c:v>3.4</c:v>
                </c:pt>
                <c:pt idx="6542">
                  <c:v>3.4</c:v>
                </c:pt>
                <c:pt idx="6543">
                  <c:v>3.15</c:v>
                </c:pt>
                <c:pt idx="6544">
                  <c:v>3.15</c:v>
                </c:pt>
                <c:pt idx="6545">
                  <c:v>3.15</c:v>
                </c:pt>
                <c:pt idx="6546">
                  <c:v>3.15</c:v>
                </c:pt>
                <c:pt idx="6547">
                  <c:v>3.15</c:v>
                </c:pt>
                <c:pt idx="6548">
                  <c:v>3.15</c:v>
                </c:pt>
                <c:pt idx="6549">
                  <c:v>3.15</c:v>
                </c:pt>
                <c:pt idx="6550">
                  <c:v>3.15</c:v>
                </c:pt>
                <c:pt idx="6551">
                  <c:v>3.15</c:v>
                </c:pt>
                <c:pt idx="6552">
                  <c:v>3.15</c:v>
                </c:pt>
                <c:pt idx="6553">
                  <c:v>3.15</c:v>
                </c:pt>
                <c:pt idx="6554">
                  <c:v>3.15</c:v>
                </c:pt>
                <c:pt idx="6555">
                  <c:v>3.15</c:v>
                </c:pt>
                <c:pt idx="6556">
                  <c:v>3.15</c:v>
                </c:pt>
                <c:pt idx="6557">
                  <c:v>3.15</c:v>
                </c:pt>
                <c:pt idx="6558">
                  <c:v>3.15</c:v>
                </c:pt>
                <c:pt idx="6559">
                  <c:v>3.15</c:v>
                </c:pt>
                <c:pt idx="6560">
                  <c:v>3.15</c:v>
                </c:pt>
                <c:pt idx="6561">
                  <c:v>3.15</c:v>
                </c:pt>
                <c:pt idx="6562">
                  <c:v>3.15</c:v>
                </c:pt>
                <c:pt idx="6563">
                  <c:v>3.15</c:v>
                </c:pt>
                <c:pt idx="6564">
                  <c:v>3.15</c:v>
                </c:pt>
                <c:pt idx="6565">
                  <c:v>3.15</c:v>
                </c:pt>
                <c:pt idx="6566">
                  <c:v>3.15</c:v>
                </c:pt>
                <c:pt idx="6567">
                  <c:v>3.15</c:v>
                </c:pt>
                <c:pt idx="6568">
                  <c:v>2.9</c:v>
                </c:pt>
                <c:pt idx="6569">
                  <c:v>2.9</c:v>
                </c:pt>
                <c:pt idx="6570">
                  <c:v>2.9</c:v>
                </c:pt>
                <c:pt idx="6571">
                  <c:v>2.9</c:v>
                </c:pt>
                <c:pt idx="6572">
                  <c:v>2.9</c:v>
                </c:pt>
                <c:pt idx="6573">
                  <c:v>2.9</c:v>
                </c:pt>
                <c:pt idx="6574">
                  <c:v>2.9</c:v>
                </c:pt>
                <c:pt idx="6575">
                  <c:v>2.9</c:v>
                </c:pt>
                <c:pt idx="6576">
                  <c:v>2.9</c:v>
                </c:pt>
                <c:pt idx="6577">
                  <c:v>2.9</c:v>
                </c:pt>
                <c:pt idx="6578">
                  <c:v>2.9</c:v>
                </c:pt>
                <c:pt idx="6579">
                  <c:v>2.9</c:v>
                </c:pt>
                <c:pt idx="6580">
                  <c:v>2.9</c:v>
                </c:pt>
                <c:pt idx="6581">
                  <c:v>2.9</c:v>
                </c:pt>
                <c:pt idx="6582">
                  <c:v>2.9</c:v>
                </c:pt>
                <c:pt idx="6583">
                  <c:v>2.9</c:v>
                </c:pt>
                <c:pt idx="6584">
                  <c:v>2.9</c:v>
                </c:pt>
                <c:pt idx="6585">
                  <c:v>2.9</c:v>
                </c:pt>
                <c:pt idx="6586">
                  <c:v>2.9</c:v>
                </c:pt>
                <c:pt idx="6587">
                  <c:v>2.9</c:v>
                </c:pt>
                <c:pt idx="6588">
                  <c:v>2.9</c:v>
                </c:pt>
                <c:pt idx="6589">
                  <c:v>2.9</c:v>
                </c:pt>
                <c:pt idx="6590">
                  <c:v>2.9</c:v>
                </c:pt>
                <c:pt idx="6591">
                  <c:v>2.9</c:v>
                </c:pt>
                <c:pt idx="6592">
                  <c:v>2.9</c:v>
                </c:pt>
                <c:pt idx="6593">
                  <c:v>2.9</c:v>
                </c:pt>
                <c:pt idx="6594">
                  <c:v>2.9</c:v>
                </c:pt>
                <c:pt idx="6595">
                  <c:v>2.9</c:v>
                </c:pt>
                <c:pt idx="6596">
                  <c:v>2.9</c:v>
                </c:pt>
                <c:pt idx="6597">
                  <c:v>2.9</c:v>
                </c:pt>
                <c:pt idx="6598">
                  <c:v>2.65</c:v>
                </c:pt>
                <c:pt idx="6599">
                  <c:v>2.65</c:v>
                </c:pt>
                <c:pt idx="6600">
                  <c:v>2.65</c:v>
                </c:pt>
                <c:pt idx="6601">
                  <c:v>2.65</c:v>
                </c:pt>
                <c:pt idx="6602">
                  <c:v>2.65</c:v>
                </c:pt>
                <c:pt idx="6603">
                  <c:v>2.65</c:v>
                </c:pt>
                <c:pt idx="6604">
                  <c:v>2.65</c:v>
                </c:pt>
                <c:pt idx="6605">
                  <c:v>2.65</c:v>
                </c:pt>
                <c:pt idx="6606">
                  <c:v>2.65</c:v>
                </c:pt>
                <c:pt idx="6607">
                  <c:v>2.65</c:v>
                </c:pt>
                <c:pt idx="6608">
                  <c:v>2.65</c:v>
                </c:pt>
                <c:pt idx="6609">
                  <c:v>2.65</c:v>
                </c:pt>
                <c:pt idx="6610">
                  <c:v>2.65</c:v>
                </c:pt>
                <c:pt idx="6611">
                  <c:v>2.65</c:v>
                </c:pt>
                <c:pt idx="6612">
                  <c:v>2.65</c:v>
                </c:pt>
                <c:pt idx="6613">
                  <c:v>2.65</c:v>
                </c:pt>
                <c:pt idx="6614">
                  <c:v>2.65</c:v>
                </c:pt>
                <c:pt idx="6615">
                  <c:v>2.65</c:v>
                </c:pt>
                <c:pt idx="6616">
                  <c:v>2.65</c:v>
                </c:pt>
                <c:pt idx="6617">
                  <c:v>2.65</c:v>
                </c:pt>
                <c:pt idx="6618">
                  <c:v>2.65</c:v>
                </c:pt>
                <c:pt idx="6619">
                  <c:v>2.65</c:v>
                </c:pt>
                <c:pt idx="6620">
                  <c:v>2.65</c:v>
                </c:pt>
                <c:pt idx="6621">
                  <c:v>2.65</c:v>
                </c:pt>
                <c:pt idx="6622">
                  <c:v>2.65</c:v>
                </c:pt>
                <c:pt idx="6623">
                  <c:v>2.65</c:v>
                </c:pt>
                <c:pt idx="6624">
                  <c:v>2.65</c:v>
                </c:pt>
                <c:pt idx="6625">
                  <c:v>2.65</c:v>
                </c:pt>
                <c:pt idx="6626">
                  <c:v>2.65</c:v>
                </c:pt>
                <c:pt idx="6627">
                  <c:v>2.65</c:v>
                </c:pt>
                <c:pt idx="6628">
                  <c:v>2.65</c:v>
                </c:pt>
                <c:pt idx="6629">
                  <c:v>2.65</c:v>
                </c:pt>
                <c:pt idx="6630">
                  <c:v>2.65</c:v>
                </c:pt>
                <c:pt idx="6631">
                  <c:v>2.65</c:v>
                </c:pt>
                <c:pt idx="6632">
                  <c:v>2.65</c:v>
                </c:pt>
                <c:pt idx="6633">
                  <c:v>2.4</c:v>
                </c:pt>
                <c:pt idx="6634">
                  <c:v>2.4</c:v>
                </c:pt>
                <c:pt idx="6635">
                  <c:v>2.4</c:v>
                </c:pt>
                <c:pt idx="6636">
                  <c:v>2.4</c:v>
                </c:pt>
                <c:pt idx="6637">
                  <c:v>2.4</c:v>
                </c:pt>
                <c:pt idx="6638">
                  <c:v>2.4</c:v>
                </c:pt>
                <c:pt idx="6639">
                  <c:v>2.4</c:v>
                </c:pt>
                <c:pt idx="6640">
                  <c:v>2.4</c:v>
                </c:pt>
                <c:pt idx="6641">
                  <c:v>2.4</c:v>
                </c:pt>
                <c:pt idx="6642">
                  <c:v>2.4</c:v>
                </c:pt>
                <c:pt idx="6643">
                  <c:v>2.4</c:v>
                </c:pt>
                <c:pt idx="6644">
                  <c:v>2.4</c:v>
                </c:pt>
                <c:pt idx="6645">
                  <c:v>2.4</c:v>
                </c:pt>
                <c:pt idx="6646">
                  <c:v>2.4</c:v>
                </c:pt>
                <c:pt idx="6647">
                  <c:v>2.4</c:v>
                </c:pt>
                <c:pt idx="6648">
                  <c:v>2.4</c:v>
                </c:pt>
                <c:pt idx="6649">
                  <c:v>2.4</c:v>
                </c:pt>
                <c:pt idx="6650">
                  <c:v>2.4</c:v>
                </c:pt>
                <c:pt idx="6651">
                  <c:v>2.4</c:v>
                </c:pt>
                <c:pt idx="6652">
                  <c:v>2.4</c:v>
                </c:pt>
                <c:pt idx="6653">
                  <c:v>2.4</c:v>
                </c:pt>
                <c:pt idx="6654">
                  <c:v>2.4</c:v>
                </c:pt>
                <c:pt idx="6655">
                  <c:v>2.4</c:v>
                </c:pt>
                <c:pt idx="6656">
                  <c:v>2.4</c:v>
                </c:pt>
                <c:pt idx="6657">
                  <c:v>2.4</c:v>
                </c:pt>
                <c:pt idx="6658">
                  <c:v>2.4</c:v>
                </c:pt>
                <c:pt idx="6659">
                  <c:v>2.4</c:v>
                </c:pt>
                <c:pt idx="6660">
                  <c:v>2.4</c:v>
                </c:pt>
                <c:pt idx="6661">
                  <c:v>2.4</c:v>
                </c:pt>
                <c:pt idx="6662">
                  <c:v>2.4</c:v>
                </c:pt>
                <c:pt idx="6663">
                  <c:v>2.4</c:v>
                </c:pt>
                <c:pt idx="6664">
                  <c:v>2.4</c:v>
                </c:pt>
                <c:pt idx="6665">
                  <c:v>2.4</c:v>
                </c:pt>
                <c:pt idx="6666">
                  <c:v>2.4</c:v>
                </c:pt>
                <c:pt idx="6667">
                  <c:v>2.4</c:v>
                </c:pt>
                <c:pt idx="6668">
                  <c:v>2.4</c:v>
                </c:pt>
                <c:pt idx="6669">
                  <c:v>2.4</c:v>
                </c:pt>
                <c:pt idx="6670">
                  <c:v>2.4</c:v>
                </c:pt>
                <c:pt idx="6671">
                  <c:v>2.4</c:v>
                </c:pt>
                <c:pt idx="6672">
                  <c:v>2.4</c:v>
                </c:pt>
                <c:pt idx="6673">
                  <c:v>2.4</c:v>
                </c:pt>
                <c:pt idx="6674">
                  <c:v>2.4</c:v>
                </c:pt>
                <c:pt idx="6675">
                  <c:v>2.4</c:v>
                </c:pt>
                <c:pt idx="6676">
                  <c:v>2.4</c:v>
                </c:pt>
                <c:pt idx="6677">
                  <c:v>2.4</c:v>
                </c:pt>
                <c:pt idx="6678">
                  <c:v>2.4</c:v>
                </c:pt>
                <c:pt idx="6679">
                  <c:v>2.4</c:v>
                </c:pt>
                <c:pt idx="6680">
                  <c:v>2.4</c:v>
                </c:pt>
                <c:pt idx="6681">
                  <c:v>2.4</c:v>
                </c:pt>
                <c:pt idx="6682">
                  <c:v>2.4</c:v>
                </c:pt>
                <c:pt idx="6683">
                  <c:v>2.4</c:v>
                </c:pt>
                <c:pt idx="6684">
                  <c:v>2.4</c:v>
                </c:pt>
                <c:pt idx="6685">
                  <c:v>2.4</c:v>
                </c:pt>
                <c:pt idx="6686">
                  <c:v>2.4</c:v>
                </c:pt>
                <c:pt idx="6687">
                  <c:v>2.4</c:v>
                </c:pt>
                <c:pt idx="6688">
                  <c:v>2.4</c:v>
                </c:pt>
                <c:pt idx="6689">
                  <c:v>2.4</c:v>
                </c:pt>
                <c:pt idx="6690">
                  <c:v>2.4</c:v>
                </c:pt>
                <c:pt idx="6691">
                  <c:v>2.4</c:v>
                </c:pt>
                <c:pt idx="6692">
                  <c:v>2.4</c:v>
                </c:pt>
                <c:pt idx="6693">
                  <c:v>2.4</c:v>
                </c:pt>
                <c:pt idx="6694">
                  <c:v>2.4</c:v>
                </c:pt>
                <c:pt idx="6695">
                  <c:v>2.4</c:v>
                </c:pt>
                <c:pt idx="6696">
                  <c:v>2.4</c:v>
                </c:pt>
                <c:pt idx="6697">
                  <c:v>2.4</c:v>
                </c:pt>
                <c:pt idx="6698">
                  <c:v>2.4</c:v>
                </c:pt>
                <c:pt idx="6699">
                  <c:v>2.4</c:v>
                </c:pt>
                <c:pt idx="6700">
                  <c:v>2.4</c:v>
                </c:pt>
                <c:pt idx="6701">
                  <c:v>2.4</c:v>
                </c:pt>
                <c:pt idx="6702">
                  <c:v>2.4</c:v>
                </c:pt>
                <c:pt idx="6703">
                  <c:v>2.4</c:v>
                </c:pt>
                <c:pt idx="6704">
                  <c:v>2.4</c:v>
                </c:pt>
                <c:pt idx="6705">
                  <c:v>2.4</c:v>
                </c:pt>
                <c:pt idx="6706">
                  <c:v>2.4</c:v>
                </c:pt>
                <c:pt idx="6707">
                  <c:v>2.4</c:v>
                </c:pt>
                <c:pt idx="6708">
                  <c:v>2.4</c:v>
                </c:pt>
                <c:pt idx="6709">
                  <c:v>2.4</c:v>
                </c:pt>
                <c:pt idx="6710">
                  <c:v>2.4</c:v>
                </c:pt>
                <c:pt idx="6711">
                  <c:v>2.4</c:v>
                </c:pt>
                <c:pt idx="6712">
                  <c:v>2.4</c:v>
                </c:pt>
                <c:pt idx="6713">
                  <c:v>2.4</c:v>
                </c:pt>
                <c:pt idx="6714">
                  <c:v>2.4</c:v>
                </c:pt>
                <c:pt idx="6715">
                  <c:v>2.4</c:v>
                </c:pt>
                <c:pt idx="6716">
                  <c:v>2.4</c:v>
                </c:pt>
                <c:pt idx="6717">
                  <c:v>2.4</c:v>
                </c:pt>
                <c:pt idx="6718">
                  <c:v>2.4</c:v>
                </c:pt>
                <c:pt idx="6719">
                  <c:v>2.4</c:v>
                </c:pt>
                <c:pt idx="6720">
                  <c:v>2.4</c:v>
                </c:pt>
                <c:pt idx="6721">
                  <c:v>2.4</c:v>
                </c:pt>
                <c:pt idx="6722">
                  <c:v>2.4</c:v>
                </c:pt>
                <c:pt idx="6723">
                  <c:v>2.4</c:v>
                </c:pt>
                <c:pt idx="6724">
                  <c:v>2.4</c:v>
                </c:pt>
                <c:pt idx="6725">
                  <c:v>2.4</c:v>
                </c:pt>
                <c:pt idx="6726">
                  <c:v>2.4</c:v>
                </c:pt>
                <c:pt idx="6727">
                  <c:v>2.4</c:v>
                </c:pt>
                <c:pt idx="6728">
                  <c:v>2.4</c:v>
                </c:pt>
                <c:pt idx="6729">
                  <c:v>2.4</c:v>
                </c:pt>
                <c:pt idx="6730">
                  <c:v>2.4</c:v>
                </c:pt>
                <c:pt idx="6731">
                  <c:v>2.4</c:v>
                </c:pt>
                <c:pt idx="6732">
                  <c:v>2.4</c:v>
                </c:pt>
                <c:pt idx="6733">
                  <c:v>2.4</c:v>
                </c:pt>
                <c:pt idx="6734">
                  <c:v>2.4</c:v>
                </c:pt>
                <c:pt idx="6735">
                  <c:v>2.4</c:v>
                </c:pt>
                <c:pt idx="6736">
                  <c:v>2.4</c:v>
                </c:pt>
                <c:pt idx="6737">
                  <c:v>2.4</c:v>
                </c:pt>
                <c:pt idx="6738">
                  <c:v>2.4</c:v>
                </c:pt>
                <c:pt idx="6739">
                  <c:v>2.4</c:v>
                </c:pt>
                <c:pt idx="6740">
                  <c:v>2.4</c:v>
                </c:pt>
                <c:pt idx="6741">
                  <c:v>2.4</c:v>
                </c:pt>
                <c:pt idx="6742">
                  <c:v>2.4</c:v>
                </c:pt>
                <c:pt idx="6743">
                  <c:v>2.4</c:v>
                </c:pt>
                <c:pt idx="6744">
                  <c:v>2.4</c:v>
                </c:pt>
                <c:pt idx="6745">
                  <c:v>2.4</c:v>
                </c:pt>
                <c:pt idx="6746">
                  <c:v>2.4</c:v>
                </c:pt>
                <c:pt idx="6747">
                  <c:v>2.4</c:v>
                </c:pt>
                <c:pt idx="6748">
                  <c:v>2.4</c:v>
                </c:pt>
                <c:pt idx="6749">
                  <c:v>2.4</c:v>
                </c:pt>
                <c:pt idx="6750">
                  <c:v>2.4</c:v>
                </c:pt>
                <c:pt idx="6751">
                  <c:v>2.4</c:v>
                </c:pt>
                <c:pt idx="6752">
                  <c:v>2.4</c:v>
                </c:pt>
                <c:pt idx="6753">
                  <c:v>2.4</c:v>
                </c:pt>
                <c:pt idx="6754">
                  <c:v>2.4</c:v>
                </c:pt>
                <c:pt idx="6755">
                  <c:v>2.4</c:v>
                </c:pt>
                <c:pt idx="6756">
                  <c:v>2.4</c:v>
                </c:pt>
                <c:pt idx="6757">
                  <c:v>2.4</c:v>
                </c:pt>
                <c:pt idx="6758">
                  <c:v>2.4</c:v>
                </c:pt>
                <c:pt idx="6759">
                  <c:v>2.4</c:v>
                </c:pt>
                <c:pt idx="6760">
                  <c:v>2.4</c:v>
                </c:pt>
                <c:pt idx="6761">
                  <c:v>2.4</c:v>
                </c:pt>
                <c:pt idx="6762">
                  <c:v>2.4</c:v>
                </c:pt>
                <c:pt idx="6763">
                  <c:v>2.4</c:v>
                </c:pt>
                <c:pt idx="6764">
                  <c:v>2.4</c:v>
                </c:pt>
                <c:pt idx="6765">
                  <c:v>2.4</c:v>
                </c:pt>
                <c:pt idx="6766">
                  <c:v>2.4</c:v>
                </c:pt>
                <c:pt idx="6767">
                  <c:v>2.4</c:v>
                </c:pt>
                <c:pt idx="6768">
                  <c:v>2.4</c:v>
                </c:pt>
                <c:pt idx="6769">
                  <c:v>2.4</c:v>
                </c:pt>
                <c:pt idx="6770">
                  <c:v>2.4</c:v>
                </c:pt>
                <c:pt idx="6771">
                  <c:v>2.4</c:v>
                </c:pt>
                <c:pt idx="6772">
                  <c:v>2.4</c:v>
                </c:pt>
                <c:pt idx="6773">
                  <c:v>2.4</c:v>
                </c:pt>
                <c:pt idx="6774">
                  <c:v>2.4</c:v>
                </c:pt>
                <c:pt idx="6775">
                  <c:v>2.4</c:v>
                </c:pt>
                <c:pt idx="6776">
                  <c:v>2.4</c:v>
                </c:pt>
                <c:pt idx="6777">
                  <c:v>2.4</c:v>
                </c:pt>
                <c:pt idx="6778">
                  <c:v>2.4</c:v>
                </c:pt>
                <c:pt idx="6779">
                  <c:v>2.4</c:v>
                </c:pt>
                <c:pt idx="6780">
                  <c:v>2.4</c:v>
                </c:pt>
                <c:pt idx="6781">
                  <c:v>2.4</c:v>
                </c:pt>
                <c:pt idx="6782">
                  <c:v>2.4</c:v>
                </c:pt>
                <c:pt idx="6783">
                  <c:v>2.4</c:v>
                </c:pt>
                <c:pt idx="6784">
                  <c:v>2.4</c:v>
                </c:pt>
                <c:pt idx="6785">
                  <c:v>2.4</c:v>
                </c:pt>
                <c:pt idx="6786">
                  <c:v>2.4</c:v>
                </c:pt>
                <c:pt idx="6787">
                  <c:v>2.4</c:v>
                </c:pt>
                <c:pt idx="6788">
                  <c:v>2.4</c:v>
                </c:pt>
                <c:pt idx="6789">
                  <c:v>2.4</c:v>
                </c:pt>
                <c:pt idx="6790">
                  <c:v>2.4</c:v>
                </c:pt>
                <c:pt idx="6791">
                  <c:v>2.4</c:v>
                </c:pt>
                <c:pt idx="6792">
                  <c:v>2.4</c:v>
                </c:pt>
                <c:pt idx="6793">
                  <c:v>2.4</c:v>
                </c:pt>
                <c:pt idx="6794">
                  <c:v>2.4</c:v>
                </c:pt>
                <c:pt idx="6795">
                  <c:v>2.4</c:v>
                </c:pt>
                <c:pt idx="6796">
                  <c:v>2.4</c:v>
                </c:pt>
                <c:pt idx="6797">
                  <c:v>2.4</c:v>
                </c:pt>
                <c:pt idx="6798">
                  <c:v>2.4</c:v>
                </c:pt>
                <c:pt idx="6799">
                  <c:v>2.4</c:v>
                </c:pt>
                <c:pt idx="6800">
                  <c:v>2.4</c:v>
                </c:pt>
                <c:pt idx="6801">
                  <c:v>2.4</c:v>
                </c:pt>
                <c:pt idx="6802">
                  <c:v>2.4</c:v>
                </c:pt>
                <c:pt idx="6803">
                  <c:v>2.4</c:v>
                </c:pt>
                <c:pt idx="6804">
                  <c:v>2.4</c:v>
                </c:pt>
                <c:pt idx="6805">
                  <c:v>2.4</c:v>
                </c:pt>
                <c:pt idx="6806">
                  <c:v>2.4</c:v>
                </c:pt>
                <c:pt idx="6807">
                  <c:v>2.4</c:v>
                </c:pt>
                <c:pt idx="6808">
                  <c:v>2.4</c:v>
                </c:pt>
                <c:pt idx="6809">
                  <c:v>2.4</c:v>
                </c:pt>
                <c:pt idx="6810">
                  <c:v>2.4</c:v>
                </c:pt>
                <c:pt idx="6811">
                  <c:v>2.4</c:v>
                </c:pt>
                <c:pt idx="6812">
                  <c:v>2.4</c:v>
                </c:pt>
                <c:pt idx="6813">
                  <c:v>2.4</c:v>
                </c:pt>
                <c:pt idx="6814">
                  <c:v>2.4</c:v>
                </c:pt>
                <c:pt idx="6815">
                  <c:v>2.4</c:v>
                </c:pt>
                <c:pt idx="6816">
                  <c:v>2.4</c:v>
                </c:pt>
                <c:pt idx="6817">
                  <c:v>2.4</c:v>
                </c:pt>
                <c:pt idx="6818">
                  <c:v>2.4</c:v>
                </c:pt>
                <c:pt idx="6819">
                  <c:v>2.4</c:v>
                </c:pt>
                <c:pt idx="6820">
                  <c:v>2.4</c:v>
                </c:pt>
                <c:pt idx="6821">
                  <c:v>2.4</c:v>
                </c:pt>
                <c:pt idx="6822">
                  <c:v>2.4</c:v>
                </c:pt>
                <c:pt idx="6823">
                  <c:v>2.4</c:v>
                </c:pt>
                <c:pt idx="6824">
                  <c:v>2.4</c:v>
                </c:pt>
                <c:pt idx="6825">
                  <c:v>2.4</c:v>
                </c:pt>
                <c:pt idx="6826">
                  <c:v>2.4</c:v>
                </c:pt>
                <c:pt idx="6827">
                  <c:v>2.4</c:v>
                </c:pt>
                <c:pt idx="6828">
                  <c:v>2.4</c:v>
                </c:pt>
                <c:pt idx="6829">
                  <c:v>2.4</c:v>
                </c:pt>
                <c:pt idx="6830">
                  <c:v>2.4</c:v>
                </c:pt>
                <c:pt idx="6831">
                  <c:v>2.4</c:v>
                </c:pt>
                <c:pt idx="6832">
                  <c:v>2.4</c:v>
                </c:pt>
                <c:pt idx="6833">
                  <c:v>2.4</c:v>
                </c:pt>
                <c:pt idx="6834">
                  <c:v>2.4</c:v>
                </c:pt>
                <c:pt idx="6835">
                  <c:v>2.4</c:v>
                </c:pt>
                <c:pt idx="6836">
                  <c:v>2.4</c:v>
                </c:pt>
                <c:pt idx="6837">
                  <c:v>2.4</c:v>
                </c:pt>
                <c:pt idx="6838">
                  <c:v>2.4</c:v>
                </c:pt>
                <c:pt idx="6839">
                  <c:v>2.4</c:v>
                </c:pt>
                <c:pt idx="6840">
                  <c:v>2.4</c:v>
                </c:pt>
                <c:pt idx="6841">
                  <c:v>2.4</c:v>
                </c:pt>
                <c:pt idx="6842">
                  <c:v>2.4</c:v>
                </c:pt>
                <c:pt idx="6843">
                  <c:v>2.4</c:v>
                </c:pt>
                <c:pt idx="6844">
                  <c:v>2.4</c:v>
                </c:pt>
                <c:pt idx="6845">
                  <c:v>2.4</c:v>
                </c:pt>
                <c:pt idx="6846">
                  <c:v>2.4</c:v>
                </c:pt>
                <c:pt idx="6847">
                  <c:v>2.4</c:v>
                </c:pt>
                <c:pt idx="6848">
                  <c:v>2.4</c:v>
                </c:pt>
                <c:pt idx="6849">
                  <c:v>2.4</c:v>
                </c:pt>
                <c:pt idx="6850">
                  <c:v>2.4</c:v>
                </c:pt>
                <c:pt idx="6851">
                  <c:v>2.4</c:v>
                </c:pt>
                <c:pt idx="6852">
                  <c:v>2.4</c:v>
                </c:pt>
                <c:pt idx="6853">
                  <c:v>2.4</c:v>
                </c:pt>
                <c:pt idx="6854">
                  <c:v>2.4</c:v>
                </c:pt>
                <c:pt idx="6855">
                  <c:v>2.4</c:v>
                </c:pt>
                <c:pt idx="6856">
                  <c:v>2.4</c:v>
                </c:pt>
                <c:pt idx="6857">
                  <c:v>2.4</c:v>
                </c:pt>
                <c:pt idx="6858">
                  <c:v>2.4</c:v>
                </c:pt>
                <c:pt idx="6859">
                  <c:v>2.4</c:v>
                </c:pt>
                <c:pt idx="6860">
                  <c:v>2.4</c:v>
                </c:pt>
                <c:pt idx="6861">
                  <c:v>2.4</c:v>
                </c:pt>
                <c:pt idx="6862">
                  <c:v>2.4</c:v>
                </c:pt>
                <c:pt idx="6863">
                  <c:v>2.4</c:v>
                </c:pt>
                <c:pt idx="6864">
                  <c:v>2.4</c:v>
                </c:pt>
                <c:pt idx="6865">
                  <c:v>2.4</c:v>
                </c:pt>
                <c:pt idx="6866">
                  <c:v>2.4</c:v>
                </c:pt>
                <c:pt idx="6867">
                  <c:v>2.4</c:v>
                </c:pt>
                <c:pt idx="6868">
                  <c:v>2.4</c:v>
                </c:pt>
                <c:pt idx="6869">
                  <c:v>2.4</c:v>
                </c:pt>
                <c:pt idx="6870">
                  <c:v>2.4</c:v>
                </c:pt>
                <c:pt idx="6871">
                  <c:v>2.4</c:v>
                </c:pt>
                <c:pt idx="6872">
                  <c:v>2.4</c:v>
                </c:pt>
                <c:pt idx="6873">
                  <c:v>2.4</c:v>
                </c:pt>
                <c:pt idx="6874">
                  <c:v>2.4</c:v>
                </c:pt>
                <c:pt idx="6875">
                  <c:v>2.4</c:v>
                </c:pt>
                <c:pt idx="6876">
                  <c:v>2.4</c:v>
                </c:pt>
                <c:pt idx="6877">
                  <c:v>2.4</c:v>
                </c:pt>
                <c:pt idx="6878">
                  <c:v>2.4</c:v>
                </c:pt>
                <c:pt idx="6879">
                  <c:v>2.4</c:v>
                </c:pt>
                <c:pt idx="6880">
                  <c:v>2.4</c:v>
                </c:pt>
                <c:pt idx="6881">
                  <c:v>2.4</c:v>
                </c:pt>
                <c:pt idx="6882">
                  <c:v>2.4</c:v>
                </c:pt>
                <c:pt idx="6883">
                  <c:v>2.4</c:v>
                </c:pt>
                <c:pt idx="6884">
                  <c:v>2.4</c:v>
                </c:pt>
                <c:pt idx="6885">
                  <c:v>2.4</c:v>
                </c:pt>
                <c:pt idx="6886">
                  <c:v>2.4</c:v>
                </c:pt>
                <c:pt idx="6887">
                  <c:v>2.4</c:v>
                </c:pt>
                <c:pt idx="6888">
                  <c:v>2.4</c:v>
                </c:pt>
                <c:pt idx="6889">
                  <c:v>2.4</c:v>
                </c:pt>
                <c:pt idx="6890">
                  <c:v>2.4</c:v>
                </c:pt>
                <c:pt idx="6891">
                  <c:v>2.4</c:v>
                </c:pt>
                <c:pt idx="6892">
                  <c:v>2.4</c:v>
                </c:pt>
                <c:pt idx="6893">
                  <c:v>2.4</c:v>
                </c:pt>
                <c:pt idx="6894">
                  <c:v>2.4</c:v>
                </c:pt>
                <c:pt idx="6895">
                  <c:v>2.4</c:v>
                </c:pt>
                <c:pt idx="6896">
                  <c:v>2.4</c:v>
                </c:pt>
                <c:pt idx="6897">
                  <c:v>2.4</c:v>
                </c:pt>
                <c:pt idx="6898">
                  <c:v>2.65</c:v>
                </c:pt>
                <c:pt idx="6899">
                  <c:v>2.65</c:v>
                </c:pt>
              </c:numCache>
            </c:numRef>
          </c:val>
          <c:smooth val="0"/>
          <c:extLst>
            <c:ext xmlns:c16="http://schemas.microsoft.com/office/drawing/2014/chart" uri="{C3380CC4-5D6E-409C-BE32-E72D297353CC}">
              <c16:uniqueId val="{00000002-D22B-475B-A0FA-89D1C034EBC2}"/>
            </c:ext>
          </c:extLst>
        </c:ser>
        <c:dLbls>
          <c:showLegendKey val="0"/>
          <c:showVal val="0"/>
          <c:showCatName val="0"/>
          <c:showSerName val="0"/>
          <c:showPercent val="0"/>
          <c:showBubbleSize val="0"/>
        </c:dLbls>
        <c:smooth val="0"/>
        <c:axId val="2000000704"/>
        <c:axId val="2000000705"/>
      </c:lineChart>
      <c:dateAx>
        <c:axId val="2000000704"/>
        <c:scaling>
          <c:orientation val="minMax"/>
        </c:scaling>
        <c:delete val="0"/>
        <c:axPos val="b"/>
        <c:numFmt formatCode="m/d/yyyy" sourceLinked="0"/>
        <c:majorTickMark val="none"/>
        <c:minorTickMark val="none"/>
        <c:tickLblPos val="nextTo"/>
        <c:spPr>
          <a:noFill/>
          <a:ln w="6350" cap="flat" cmpd="sng" algn="ctr">
            <a:solidFill>
              <a:sysClr val="windowText" lastClr="000000"/>
            </a:solidFill>
            <a:round/>
          </a:ln>
          <a:effectLst/>
        </c:spPr>
        <c:txPr>
          <a:bodyPr rot="-60000000" spcFirstLastPara="1" vertOverflow="ellipsis" vert="horz" wrap="square" anchor="ctr" anchorCtr="1"/>
          <a:lstStyle/>
          <a:p>
            <a:pPr>
              <a:defRPr lang="zh-CN" sz="6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0705"/>
        <c:crosses val="autoZero"/>
        <c:auto val="1"/>
        <c:lblOffset val="100"/>
        <c:baseTimeUnit val="days"/>
      </c:dateAx>
      <c:valAx>
        <c:axId val="2000000705"/>
        <c:scaling>
          <c:orientation val="minMax"/>
          <c:max val="6.5"/>
        </c:scaling>
        <c:delete val="0"/>
        <c:axPos val="l"/>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lang="zh-CN" sz="6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0704"/>
        <c:crosses val="autoZero"/>
        <c:crossBetween val="between"/>
      </c:valAx>
      <c:spPr>
        <a:noFill/>
        <a:ln>
          <a:noFill/>
        </a:ln>
        <a:effectLst/>
      </c:spPr>
    </c:plotArea>
    <c:legend>
      <c:legendPos val="t"/>
      <c:legendEntry>
        <c:idx val="0"/>
        <c:txPr>
          <a:bodyPr rot="0" spcFirstLastPara="1" vertOverflow="ellipsis" vert="horz" wrap="square" anchor="ctr" anchorCtr="1"/>
          <a:lstStyle/>
          <a:p>
            <a:pPr>
              <a:defRPr lang="zh-CN" sz="6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egendEntry>
        <c:idx val="1"/>
        <c:txPr>
          <a:bodyPr rot="0" spcFirstLastPara="1" vertOverflow="ellipsis" vert="horz" wrap="square" anchor="ctr" anchorCtr="1"/>
          <a:lstStyle/>
          <a:p>
            <a:pPr>
              <a:defRPr lang="zh-CN" sz="6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egendEntry>
        <c:idx val="2"/>
        <c:txPr>
          <a:bodyPr rot="0" spcFirstLastPara="1" vertOverflow="ellipsis" vert="horz" wrap="square" anchor="ctr" anchorCtr="1"/>
          <a:lstStyle/>
          <a:p>
            <a:pPr>
              <a:defRPr lang="zh-CN" sz="6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ayout>
        <c:manualLayout>
          <c:xMode val="edge"/>
          <c:yMode val="edge"/>
          <c:x val="0.14253798703054352"/>
          <c:y val="0"/>
          <c:w val="0.60398858621277729"/>
          <c:h val="0.18265984251968503"/>
        </c:manualLayout>
      </c:layout>
      <c:overlay val="0"/>
      <c:spPr>
        <a:noFill/>
        <a:ln>
          <a:noFill/>
        </a:ln>
        <a:effectLst/>
      </c:spPr>
      <c:txPr>
        <a:bodyPr rot="0" spcFirstLastPara="1" vertOverflow="ellipsis" vert="horz" wrap="square" anchor="ctr" anchorCtr="1"/>
        <a:lstStyle/>
        <a:p>
          <a:pPr>
            <a:defRPr lang="zh-CN" sz="6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
    <c:plotVisOnly val="1"/>
    <c:dispBlanksAs val="gap"/>
    <c:showDLblsOverMax val="0"/>
  </c:chart>
  <c:spPr>
    <a:noFill/>
    <a:ln w="9525" cap="flat" cmpd="sng" algn="ctr">
      <a:noFill/>
      <a:round/>
    </a:ln>
    <a:effectLst/>
  </c:spPr>
  <c:txPr>
    <a:bodyPr/>
    <a:lstStyle/>
    <a:p>
      <a:pPr>
        <a:defRPr lang="zh-CN" sz="60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defRPr>
      </a:pPr>
      <a:endParaRPr lang="zh-CN"/>
    </a:p>
  </c:tx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6012646532004398E-2"/>
          <c:y val="3.4080794248545002E-2"/>
          <c:w val="0.85236203070019223"/>
          <c:h val="0.90146144775381343"/>
        </c:manualLayout>
      </c:layout>
      <c:lineChart>
        <c:grouping val="standard"/>
        <c:varyColors val="0"/>
        <c:ser>
          <c:idx val="0"/>
          <c:order val="0"/>
          <c:tx>
            <c:strRef>
              <c:f>'BOJ policy rate'!$B$1</c:f>
              <c:strCache>
                <c:ptCount val="1"/>
                <c:pt idx="0">
                  <c:v>日本政策利率,%</c:v>
                </c:pt>
              </c:strCache>
            </c:strRef>
          </c:tx>
          <c:spPr>
            <a:ln w="25400" cap="rnd" cmpd="sng">
              <a:solidFill>
                <a:srgbClr val="7C80C8"/>
              </a:solidFill>
              <a:prstDash val="solid"/>
              <a:round/>
            </a:ln>
            <a:effectLst/>
          </c:spPr>
          <c:marker>
            <c:symbol val="none"/>
          </c:marker>
          <c:dLbls>
            <c:dLbl>
              <c:idx val="389"/>
              <c:layout>
                <c:manualLayout>
                  <c:x val="-1.3893714614787667E-2"/>
                  <c:y val="-2.7777777777777776E-2"/>
                </c:manualLayout>
              </c:layout>
              <c:tx>
                <c:rich>
                  <a:bodyPr/>
                  <a:lstStyle/>
                  <a:p>
                    <a:r>
                      <a:rPr lang="en-US" altLang="zh-CN"/>
                      <a:t>1.0</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F103-41E6-A9A6-ADDB38D5B822}"/>
                </c:ext>
              </c:extLst>
            </c:dLbl>
            <c:spPr>
              <a:noFill/>
              <a:ln>
                <a:noFill/>
              </a:ln>
              <a:effectLst/>
            </c:spPr>
            <c:txPr>
              <a:bodyPr rot="0" spcFirstLastPara="1" vertOverflow="ellipsis" vert="horz" wrap="square" lIns="38100" tIns="19050" rIns="38100" bIns="19050" anchor="ctr" anchorCtr="1">
                <a:spAutoFit/>
              </a:bodyPr>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'BOJ policy rate'!$A$2:$A$391</c:f>
              <c:strCache>
                <c:ptCount val="390"/>
                <c:pt idx="0">
                  <c:v>1994 - Jan</c:v>
                </c:pt>
                <c:pt idx="1">
                  <c:v>1994 - Feb</c:v>
                </c:pt>
                <c:pt idx="2">
                  <c:v>1994 - Mar</c:v>
                </c:pt>
                <c:pt idx="3">
                  <c:v>1994 - Apr</c:v>
                </c:pt>
                <c:pt idx="4">
                  <c:v>1994 - May</c:v>
                </c:pt>
                <c:pt idx="5">
                  <c:v>1994 - Jun</c:v>
                </c:pt>
                <c:pt idx="6">
                  <c:v>1994 - Jul</c:v>
                </c:pt>
                <c:pt idx="7">
                  <c:v>1994 - Aug</c:v>
                </c:pt>
                <c:pt idx="8">
                  <c:v>1994 - Sep</c:v>
                </c:pt>
                <c:pt idx="9">
                  <c:v>1994 - Oct</c:v>
                </c:pt>
                <c:pt idx="10">
                  <c:v>1994 - Nov</c:v>
                </c:pt>
                <c:pt idx="11">
                  <c:v>1994 - Dec</c:v>
                </c:pt>
                <c:pt idx="12">
                  <c:v>1995 - Jan</c:v>
                </c:pt>
                <c:pt idx="13">
                  <c:v>1995 - Feb</c:v>
                </c:pt>
                <c:pt idx="14">
                  <c:v>1995 - Mar</c:v>
                </c:pt>
                <c:pt idx="15">
                  <c:v>1995 - Apr</c:v>
                </c:pt>
                <c:pt idx="16">
                  <c:v>1995 - May</c:v>
                </c:pt>
                <c:pt idx="17">
                  <c:v>1995 - Jun</c:v>
                </c:pt>
                <c:pt idx="18">
                  <c:v>1995 - Jul</c:v>
                </c:pt>
                <c:pt idx="19">
                  <c:v>1995 - Aug</c:v>
                </c:pt>
                <c:pt idx="20">
                  <c:v>1995 - Sep</c:v>
                </c:pt>
                <c:pt idx="21">
                  <c:v>1995 - Oct</c:v>
                </c:pt>
                <c:pt idx="22">
                  <c:v>1995 - Nov</c:v>
                </c:pt>
                <c:pt idx="23">
                  <c:v>1995 - Dec</c:v>
                </c:pt>
                <c:pt idx="24">
                  <c:v>1996 - Jan</c:v>
                </c:pt>
                <c:pt idx="25">
                  <c:v>1996 - Feb</c:v>
                </c:pt>
                <c:pt idx="26">
                  <c:v>1996 - Mar</c:v>
                </c:pt>
                <c:pt idx="27">
                  <c:v>1996 - Apr</c:v>
                </c:pt>
                <c:pt idx="28">
                  <c:v>1996 - May</c:v>
                </c:pt>
                <c:pt idx="29">
                  <c:v>1996 - Jun</c:v>
                </c:pt>
                <c:pt idx="30">
                  <c:v>1996 - Jul</c:v>
                </c:pt>
                <c:pt idx="31">
                  <c:v>1996 - Aug</c:v>
                </c:pt>
                <c:pt idx="32">
                  <c:v>1996 - Sep</c:v>
                </c:pt>
                <c:pt idx="33">
                  <c:v>1996 - Oct</c:v>
                </c:pt>
                <c:pt idx="34">
                  <c:v>1996 - Nov</c:v>
                </c:pt>
                <c:pt idx="35">
                  <c:v>1996 - Dec</c:v>
                </c:pt>
                <c:pt idx="36">
                  <c:v>1997 - Jan</c:v>
                </c:pt>
                <c:pt idx="37">
                  <c:v>1997 - Feb</c:v>
                </c:pt>
                <c:pt idx="38">
                  <c:v>1997 - Mar</c:v>
                </c:pt>
                <c:pt idx="39">
                  <c:v>1997 - Apr</c:v>
                </c:pt>
                <c:pt idx="40">
                  <c:v>1997 - May</c:v>
                </c:pt>
                <c:pt idx="41">
                  <c:v>1997 - Jun</c:v>
                </c:pt>
                <c:pt idx="42">
                  <c:v>1997 - Jul</c:v>
                </c:pt>
                <c:pt idx="43">
                  <c:v>1997 - Aug</c:v>
                </c:pt>
                <c:pt idx="44">
                  <c:v>1997 - Sep</c:v>
                </c:pt>
                <c:pt idx="45">
                  <c:v>1997 - Oct</c:v>
                </c:pt>
                <c:pt idx="46">
                  <c:v>1997 - Nov</c:v>
                </c:pt>
                <c:pt idx="47">
                  <c:v>1997 - Dec</c:v>
                </c:pt>
                <c:pt idx="48">
                  <c:v>1998 - Jan</c:v>
                </c:pt>
                <c:pt idx="49">
                  <c:v>1998 - Feb</c:v>
                </c:pt>
                <c:pt idx="50">
                  <c:v>1998 - Mar</c:v>
                </c:pt>
                <c:pt idx="51">
                  <c:v>1998 - Apr</c:v>
                </c:pt>
                <c:pt idx="52">
                  <c:v>1998 - May</c:v>
                </c:pt>
                <c:pt idx="53">
                  <c:v>1998 - Jun</c:v>
                </c:pt>
                <c:pt idx="54">
                  <c:v>1998 - Jul</c:v>
                </c:pt>
                <c:pt idx="55">
                  <c:v>1998 - Aug</c:v>
                </c:pt>
                <c:pt idx="56">
                  <c:v>1998 - Sep</c:v>
                </c:pt>
                <c:pt idx="57">
                  <c:v>1998 - Oct</c:v>
                </c:pt>
                <c:pt idx="58">
                  <c:v>1998 - Nov</c:v>
                </c:pt>
                <c:pt idx="59">
                  <c:v>1998 - Dec</c:v>
                </c:pt>
                <c:pt idx="60">
                  <c:v>1999 - Jan</c:v>
                </c:pt>
                <c:pt idx="61">
                  <c:v>1999 - Feb</c:v>
                </c:pt>
                <c:pt idx="62">
                  <c:v>1999 - Mar</c:v>
                </c:pt>
                <c:pt idx="63">
                  <c:v>1999 - Apr</c:v>
                </c:pt>
                <c:pt idx="64">
                  <c:v>1999 - May</c:v>
                </c:pt>
                <c:pt idx="65">
                  <c:v>1999 - Jun</c:v>
                </c:pt>
                <c:pt idx="66">
                  <c:v>1999 - Jul</c:v>
                </c:pt>
                <c:pt idx="67">
                  <c:v>1999 - Aug</c:v>
                </c:pt>
                <c:pt idx="68">
                  <c:v>1999 - Sep</c:v>
                </c:pt>
                <c:pt idx="69">
                  <c:v>1999 - Oct</c:v>
                </c:pt>
                <c:pt idx="70">
                  <c:v>1999 - Nov</c:v>
                </c:pt>
                <c:pt idx="71">
                  <c:v>1999 - Dec</c:v>
                </c:pt>
                <c:pt idx="72">
                  <c:v>2000 - Jan</c:v>
                </c:pt>
                <c:pt idx="73">
                  <c:v>2000 - Feb</c:v>
                </c:pt>
                <c:pt idx="74">
                  <c:v>2000 - Mar</c:v>
                </c:pt>
                <c:pt idx="75">
                  <c:v>2000 - Apr</c:v>
                </c:pt>
                <c:pt idx="76">
                  <c:v>2000 - May</c:v>
                </c:pt>
                <c:pt idx="77">
                  <c:v>2000 - Jun</c:v>
                </c:pt>
                <c:pt idx="78">
                  <c:v>2000 - Jul</c:v>
                </c:pt>
                <c:pt idx="79">
                  <c:v>2000 - Aug</c:v>
                </c:pt>
                <c:pt idx="80">
                  <c:v>2000 - Sep</c:v>
                </c:pt>
                <c:pt idx="81">
                  <c:v>2000 - Oct</c:v>
                </c:pt>
                <c:pt idx="82">
                  <c:v>2000 - Nov</c:v>
                </c:pt>
                <c:pt idx="83">
                  <c:v>2000 - Dec</c:v>
                </c:pt>
                <c:pt idx="84">
                  <c:v>2001 - Jan</c:v>
                </c:pt>
                <c:pt idx="85">
                  <c:v>2001 - Feb</c:v>
                </c:pt>
                <c:pt idx="86">
                  <c:v>2001 - Mar</c:v>
                </c:pt>
                <c:pt idx="87">
                  <c:v>2001 - Apr</c:v>
                </c:pt>
                <c:pt idx="88">
                  <c:v>2001 - May</c:v>
                </c:pt>
                <c:pt idx="89">
                  <c:v>2001 - Jun</c:v>
                </c:pt>
                <c:pt idx="90">
                  <c:v>2001 - Jul</c:v>
                </c:pt>
                <c:pt idx="91">
                  <c:v>2001 - Aug</c:v>
                </c:pt>
                <c:pt idx="92">
                  <c:v>2001 - Sep</c:v>
                </c:pt>
                <c:pt idx="93">
                  <c:v>2001 - Oct</c:v>
                </c:pt>
                <c:pt idx="94">
                  <c:v>2001 - Nov</c:v>
                </c:pt>
                <c:pt idx="95">
                  <c:v>2001 - Dec</c:v>
                </c:pt>
                <c:pt idx="96">
                  <c:v>2002 - Jan</c:v>
                </c:pt>
                <c:pt idx="97">
                  <c:v>2002 - Feb</c:v>
                </c:pt>
                <c:pt idx="98">
                  <c:v>2002 - Mar</c:v>
                </c:pt>
                <c:pt idx="99">
                  <c:v>2002 - Apr</c:v>
                </c:pt>
                <c:pt idx="100">
                  <c:v>2002 - May</c:v>
                </c:pt>
                <c:pt idx="101">
                  <c:v>2002 - Jun</c:v>
                </c:pt>
                <c:pt idx="102">
                  <c:v>2002 - Jul</c:v>
                </c:pt>
                <c:pt idx="103">
                  <c:v>2002 - Aug</c:v>
                </c:pt>
                <c:pt idx="104">
                  <c:v>2002 - Sep</c:v>
                </c:pt>
                <c:pt idx="105">
                  <c:v>2002 - Oct</c:v>
                </c:pt>
                <c:pt idx="106">
                  <c:v>2002 - Nov</c:v>
                </c:pt>
                <c:pt idx="107">
                  <c:v>2002 - Dec</c:v>
                </c:pt>
                <c:pt idx="108">
                  <c:v>2003 - Jan</c:v>
                </c:pt>
                <c:pt idx="109">
                  <c:v>2003 - Feb</c:v>
                </c:pt>
                <c:pt idx="110">
                  <c:v>2003 - Mar</c:v>
                </c:pt>
                <c:pt idx="111">
                  <c:v>2003 - Apr</c:v>
                </c:pt>
                <c:pt idx="112">
                  <c:v>2003 - May</c:v>
                </c:pt>
                <c:pt idx="113">
                  <c:v>2003 - Jun</c:v>
                </c:pt>
                <c:pt idx="114">
                  <c:v>2003 - Jul</c:v>
                </c:pt>
                <c:pt idx="115">
                  <c:v>2003 - Aug</c:v>
                </c:pt>
                <c:pt idx="116">
                  <c:v>2003 - Sep</c:v>
                </c:pt>
                <c:pt idx="117">
                  <c:v>2003 - Oct</c:v>
                </c:pt>
                <c:pt idx="118">
                  <c:v>2003 - Nov</c:v>
                </c:pt>
                <c:pt idx="119">
                  <c:v>2003 - Dec</c:v>
                </c:pt>
                <c:pt idx="120">
                  <c:v>2004 - Jan</c:v>
                </c:pt>
                <c:pt idx="121">
                  <c:v>2004 - Feb</c:v>
                </c:pt>
                <c:pt idx="122">
                  <c:v>2004 - Mar</c:v>
                </c:pt>
                <c:pt idx="123">
                  <c:v>2004 - Apr</c:v>
                </c:pt>
                <c:pt idx="124">
                  <c:v>2004 - May</c:v>
                </c:pt>
                <c:pt idx="125">
                  <c:v>2004 - Jun</c:v>
                </c:pt>
                <c:pt idx="126">
                  <c:v>2004 - Jul</c:v>
                </c:pt>
                <c:pt idx="127">
                  <c:v>2004 - Aug</c:v>
                </c:pt>
                <c:pt idx="128">
                  <c:v>2004 - Sep</c:v>
                </c:pt>
                <c:pt idx="129">
                  <c:v>2004 - Oct</c:v>
                </c:pt>
                <c:pt idx="130">
                  <c:v>2004 - Nov</c:v>
                </c:pt>
                <c:pt idx="131">
                  <c:v>2004 - Dec</c:v>
                </c:pt>
                <c:pt idx="132">
                  <c:v>2005 - Jan</c:v>
                </c:pt>
                <c:pt idx="133">
                  <c:v>2005 - Feb</c:v>
                </c:pt>
                <c:pt idx="134">
                  <c:v>2005 - Mar</c:v>
                </c:pt>
                <c:pt idx="135">
                  <c:v>2005 - Apr</c:v>
                </c:pt>
                <c:pt idx="136">
                  <c:v>2005 - May</c:v>
                </c:pt>
                <c:pt idx="137">
                  <c:v>2005 - Jun</c:v>
                </c:pt>
                <c:pt idx="138">
                  <c:v>2005 - Jul</c:v>
                </c:pt>
                <c:pt idx="139">
                  <c:v>2005 - Aug</c:v>
                </c:pt>
                <c:pt idx="140">
                  <c:v>2005 - Sep</c:v>
                </c:pt>
                <c:pt idx="141">
                  <c:v>2005 - Oct</c:v>
                </c:pt>
                <c:pt idx="142">
                  <c:v>2005 - Nov</c:v>
                </c:pt>
                <c:pt idx="143">
                  <c:v>2005 - Dec</c:v>
                </c:pt>
                <c:pt idx="144">
                  <c:v>2006 - Jan</c:v>
                </c:pt>
                <c:pt idx="145">
                  <c:v>2006 - Feb</c:v>
                </c:pt>
                <c:pt idx="146">
                  <c:v>2006 - Mar</c:v>
                </c:pt>
                <c:pt idx="147">
                  <c:v>2006 - Apr</c:v>
                </c:pt>
                <c:pt idx="148">
                  <c:v>2006 - May</c:v>
                </c:pt>
                <c:pt idx="149">
                  <c:v>2006 - Jun</c:v>
                </c:pt>
                <c:pt idx="150">
                  <c:v>2006 - Jul</c:v>
                </c:pt>
                <c:pt idx="151">
                  <c:v>2006 - Aug</c:v>
                </c:pt>
                <c:pt idx="152">
                  <c:v>2006 - Sep</c:v>
                </c:pt>
                <c:pt idx="153">
                  <c:v>2006 - Oct</c:v>
                </c:pt>
                <c:pt idx="154">
                  <c:v>2006 - Nov</c:v>
                </c:pt>
                <c:pt idx="155">
                  <c:v>2006 - Dec</c:v>
                </c:pt>
                <c:pt idx="156">
                  <c:v>2007 - Jan</c:v>
                </c:pt>
                <c:pt idx="157">
                  <c:v>2007 - Feb</c:v>
                </c:pt>
                <c:pt idx="158">
                  <c:v>2007 - Mar</c:v>
                </c:pt>
                <c:pt idx="159">
                  <c:v>2007 - Apr</c:v>
                </c:pt>
                <c:pt idx="160">
                  <c:v>2007 - May</c:v>
                </c:pt>
                <c:pt idx="161">
                  <c:v>2007 - Jun</c:v>
                </c:pt>
                <c:pt idx="162">
                  <c:v>2007 - Jul</c:v>
                </c:pt>
                <c:pt idx="163">
                  <c:v>2007 - Aug</c:v>
                </c:pt>
                <c:pt idx="164">
                  <c:v>2007 - Sep</c:v>
                </c:pt>
                <c:pt idx="165">
                  <c:v>2007 - Oct</c:v>
                </c:pt>
                <c:pt idx="166">
                  <c:v>2007 - Nov</c:v>
                </c:pt>
                <c:pt idx="167">
                  <c:v>2007 - Dec</c:v>
                </c:pt>
                <c:pt idx="168">
                  <c:v>2008 - Jan</c:v>
                </c:pt>
                <c:pt idx="169">
                  <c:v>2008 - Feb</c:v>
                </c:pt>
                <c:pt idx="170">
                  <c:v>2008 - Mar</c:v>
                </c:pt>
                <c:pt idx="171">
                  <c:v>2008 - Apr</c:v>
                </c:pt>
                <c:pt idx="172">
                  <c:v>2008 - May</c:v>
                </c:pt>
                <c:pt idx="173">
                  <c:v>2008 - Jun</c:v>
                </c:pt>
                <c:pt idx="174">
                  <c:v>2008 - Jul</c:v>
                </c:pt>
                <c:pt idx="175">
                  <c:v>2008 - Aug</c:v>
                </c:pt>
                <c:pt idx="176">
                  <c:v>2008 - Sep</c:v>
                </c:pt>
                <c:pt idx="177">
                  <c:v>2008 - Oct</c:v>
                </c:pt>
                <c:pt idx="178">
                  <c:v>2008 - Nov</c:v>
                </c:pt>
                <c:pt idx="179">
                  <c:v>2008 - Dec</c:v>
                </c:pt>
                <c:pt idx="180">
                  <c:v>2009 - Jan</c:v>
                </c:pt>
                <c:pt idx="181">
                  <c:v>2009 - Feb</c:v>
                </c:pt>
                <c:pt idx="182">
                  <c:v>2009 - Mar</c:v>
                </c:pt>
                <c:pt idx="183">
                  <c:v>2009 - Apr</c:v>
                </c:pt>
                <c:pt idx="184">
                  <c:v>2009 - May</c:v>
                </c:pt>
                <c:pt idx="185">
                  <c:v>2009 - Jun</c:v>
                </c:pt>
                <c:pt idx="186">
                  <c:v>2009 - Jul</c:v>
                </c:pt>
                <c:pt idx="187">
                  <c:v>2009 - Aug</c:v>
                </c:pt>
                <c:pt idx="188">
                  <c:v>2009 - Sep</c:v>
                </c:pt>
                <c:pt idx="189">
                  <c:v>2009 - Oct</c:v>
                </c:pt>
                <c:pt idx="190">
                  <c:v>2009 - Nov</c:v>
                </c:pt>
                <c:pt idx="191">
                  <c:v>2009 - Dec</c:v>
                </c:pt>
                <c:pt idx="192">
                  <c:v>2010 - Jan</c:v>
                </c:pt>
                <c:pt idx="193">
                  <c:v>2010 - Feb</c:v>
                </c:pt>
                <c:pt idx="194">
                  <c:v>2010 - Mar</c:v>
                </c:pt>
                <c:pt idx="195">
                  <c:v>2010 - Apr</c:v>
                </c:pt>
                <c:pt idx="196">
                  <c:v>2010 - May</c:v>
                </c:pt>
                <c:pt idx="197">
                  <c:v>2010 - Jun</c:v>
                </c:pt>
                <c:pt idx="198">
                  <c:v>2010 - Jul</c:v>
                </c:pt>
                <c:pt idx="199">
                  <c:v>2010 - Aug</c:v>
                </c:pt>
                <c:pt idx="200">
                  <c:v>2010 - Sep</c:v>
                </c:pt>
                <c:pt idx="201">
                  <c:v>2010 - Oct</c:v>
                </c:pt>
                <c:pt idx="202">
                  <c:v>2010 - Nov</c:v>
                </c:pt>
                <c:pt idx="203">
                  <c:v>2010 - Dec</c:v>
                </c:pt>
                <c:pt idx="204">
                  <c:v>2011 - Jan</c:v>
                </c:pt>
                <c:pt idx="205">
                  <c:v>2011 - Feb</c:v>
                </c:pt>
                <c:pt idx="206">
                  <c:v>2011 - Mar</c:v>
                </c:pt>
                <c:pt idx="207">
                  <c:v>2011 - Apr</c:v>
                </c:pt>
                <c:pt idx="208">
                  <c:v>2011 - May</c:v>
                </c:pt>
                <c:pt idx="209">
                  <c:v>2011 - Jun</c:v>
                </c:pt>
                <c:pt idx="210">
                  <c:v>2011 - Jul</c:v>
                </c:pt>
                <c:pt idx="211">
                  <c:v>2011 - Aug</c:v>
                </c:pt>
                <c:pt idx="212">
                  <c:v>2011 - Sep</c:v>
                </c:pt>
                <c:pt idx="213">
                  <c:v>2011 - Oct</c:v>
                </c:pt>
                <c:pt idx="214">
                  <c:v>2011 - Nov</c:v>
                </c:pt>
                <c:pt idx="215">
                  <c:v>2011 - Dec</c:v>
                </c:pt>
                <c:pt idx="216">
                  <c:v>2012 - Jan</c:v>
                </c:pt>
                <c:pt idx="217">
                  <c:v>2012 - Feb</c:v>
                </c:pt>
                <c:pt idx="218">
                  <c:v>2012 - Mar</c:v>
                </c:pt>
                <c:pt idx="219">
                  <c:v>2012 - Apr</c:v>
                </c:pt>
                <c:pt idx="220">
                  <c:v>2012 - May</c:v>
                </c:pt>
                <c:pt idx="221">
                  <c:v>2012 - Jun</c:v>
                </c:pt>
                <c:pt idx="222">
                  <c:v>2012 - Jul</c:v>
                </c:pt>
                <c:pt idx="223">
                  <c:v>2012 - Aug</c:v>
                </c:pt>
                <c:pt idx="224">
                  <c:v>2012 - Sep</c:v>
                </c:pt>
                <c:pt idx="225">
                  <c:v>2012 - Oct</c:v>
                </c:pt>
                <c:pt idx="226">
                  <c:v>2012 - Nov</c:v>
                </c:pt>
                <c:pt idx="227">
                  <c:v>2012 - Dec</c:v>
                </c:pt>
                <c:pt idx="228">
                  <c:v>2013 - Jan</c:v>
                </c:pt>
                <c:pt idx="229">
                  <c:v>2013 - Feb</c:v>
                </c:pt>
                <c:pt idx="230">
                  <c:v>2013 - Mar</c:v>
                </c:pt>
                <c:pt idx="231">
                  <c:v>2013 - Apr</c:v>
                </c:pt>
                <c:pt idx="232">
                  <c:v>2013 - May</c:v>
                </c:pt>
                <c:pt idx="233">
                  <c:v>2013 - Jun</c:v>
                </c:pt>
                <c:pt idx="234">
                  <c:v>2013 - Jul</c:v>
                </c:pt>
                <c:pt idx="235">
                  <c:v>2013 - Aug</c:v>
                </c:pt>
                <c:pt idx="236">
                  <c:v>2013 - Sep</c:v>
                </c:pt>
                <c:pt idx="237">
                  <c:v>2013 - Oct</c:v>
                </c:pt>
                <c:pt idx="238">
                  <c:v>2013 - Nov</c:v>
                </c:pt>
                <c:pt idx="239">
                  <c:v>2013 - Dec</c:v>
                </c:pt>
                <c:pt idx="240">
                  <c:v>2014 - Jan</c:v>
                </c:pt>
                <c:pt idx="241">
                  <c:v>2014 - Feb</c:v>
                </c:pt>
                <c:pt idx="242">
                  <c:v>2014 - Mar</c:v>
                </c:pt>
                <c:pt idx="243">
                  <c:v>2014 - Apr</c:v>
                </c:pt>
                <c:pt idx="244">
                  <c:v>2014 - May</c:v>
                </c:pt>
                <c:pt idx="245">
                  <c:v>2014 - Jun</c:v>
                </c:pt>
                <c:pt idx="246">
                  <c:v>2014 - Jul</c:v>
                </c:pt>
                <c:pt idx="247">
                  <c:v>2014 - Aug</c:v>
                </c:pt>
                <c:pt idx="248">
                  <c:v>2014 - Sep</c:v>
                </c:pt>
                <c:pt idx="249">
                  <c:v>2014 - Oct</c:v>
                </c:pt>
                <c:pt idx="250">
                  <c:v>2014 - Nov</c:v>
                </c:pt>
                <c:pt idx="251">
                  <c:v>2014 - Dec</c:v>
                </c:pt>
                <c:pt idx="252">
                  <c:v>2015 - Jan</c:v>
                </c:pt>
                <c:pt idx="253">
                  <c:v>2015 - Feb</c:v>
                </c:pt>
                <c:pt idx="254">
                  <c:v>2015 - Mar</c:v>
                </c:pt>
                <c:pt idx="255">
                  <c:v>2015 - Apr</c:v>
                </c:pt>
                <c:pt idx="256">
                  <c:v>2015 - May</c:v>
                </c:pt>
                <c:pt idx="257">
                  <c:v>2015 - Jun</c:v>
                </c:pt>
                <c:pt idx="258">
                  <c:v>2015 - Jul</c:v>
                </c:pt>
                <c:pt idx="259">
                  <c:v>2015 - Aug</c:v>
                </c:pt>
                <c:pt idx="260">
                  <c:v>2015 - Sep</c:v>
                </c:pt>
                <c:pt idx="261">
                  <c:v>2015 - Oct</c:v>
                </c:pt>
                <c:pt idx="262">
                  <c:v>2015 - Nov</c:v>
                </c:pt>
                <c:pt idx="263">
                  <c:v>2015 - Dec</c:v>
                </c:pt>
                <c:pt idx="264">
                  <c:v>2016 - Jan</c:v>
                </c:pt>
                <c:pt idx="265">
                  <c:v>2016 - Feb</c:v>
                </c:pt>
                <c:pt idx="266">
                  <c:v>2016 - Mar</c:v>
                </c:pt>
                <c:pt idx="267">
                  <c:v>2016 - Apr</c:v>
                </c:pt>
                <c:pt idx="268">
                  <c:v>2016 - May</c:v>
                </c:pt>
                <c:pt idx="269">
                  <c:v>2016 - Jun</c:v>
                </c:pt>
                <c:pt idx="270">
                  <c:v>2016 - Jul</c:v>
                </c:pt>
                <c:pt idx="271">
                  <c:v>2016 - Aug</c:v>
                </c:pt>
                <c:pt idx="272">
                  <c:v>2016 - Sep</c:v>
                </c:pt>
                <c:pt idx="273">
                  <c:v>2016 - Oct</c:v>
                </c:pt>
                <c:pt idx="274">
                  <c:v>2016 - Nov</c:v>
                </c:pt>
                <c:pt idx="275">
                  <c:v>2016 - Dec</c:v>
                </c:pt>
                <c:pt idx="276">
                  <c:v>2017 - Jan</c:v>
                </c:pt>
                <c:pt idx="277">
                  <c:v>2017 - Feb</c:v>
                </c:pt>
                <c:pt idx="278">
                  <c:v>2017 - Mar</c:v>
                </c:pt>
                <c:pt idx="279">
                  <c:v>2017 - Apr</c:v>
                </c:pt>
                <c:pt idx="280">
                  <c:v>2017 - May</c:v>
                </c:pt>
                <c:pt idx="281">
                  <c:v>2017 - Jun</c:v>
                </c:pt>
                <c:pt idx="282">
                  <c:v>2017 - Jul</c:v>
                </c:pt>
                <c:pt idx="283">
                  <c:v>2017 - Aug</c:v>
                </c:pt>
                <c:pt idx="284">
                  <c:v>2017 - Sep</c:v>
                </c:pt>
                <c:pt idx="285">
                  <c:v>2017 - Oct</c:v>
                </c:pt>
                <c:pt idx="286">
                  <c:v>2017 - Nov</c:v>
                </c:pt>
                <c:pt idx="287">
                  <c:v>2017 - Dec</c:v>
                </c:pt>
                <c:pt idx="288">
                  <c:v>2018 - Jan</c:v>
                </c:pt>
                <c:pt idx="289">
                  <c:v>2018 - Feb</c:v>
                </c:pt>
                <c:pt idx="290">
                  <c:v>2018 - Mar</c:v>
                </c:pt>
                <c:pt idx="291">
                  <c:v>2018 - Apr</c:v>
                </c:pt>
                <c:pt idx="292">
                  <c:v>2018 - May</c:v>
                </c:pt>
                <c:pt idx="293">
                  <c:v>2018 - Jun</c:v>
                </c:pt>
                <c:pt idx="294">
                  <c:v>2018 - Jul</c:v>
                </c:pt>
                <c:pt idx="295">
                  <c:v>2018 - Aug</c:v>
                </c:pt>
                <c:pt idx="296">
                  <c:v>2018 - Sep</c:v>
                </c:pt>
                <c:pt idx="297">
                  <c:v>2018 - Oct</c:v>
                </c:pt>
                <c:pt idx="298">
                  <c:v>2018 - Nov</c:v>
                </c:pt>
                <c:pt idx="299">
                  <c:v>2018 - Dec</c:v>
                </c:pt>
                <c:pt idx="300">
                  <c:v>2019 - Jan</c:v>
                </c:pt>
                <c:pt idx="301">
                  <c:v>2019 - Feb</c:v>
                </c:pt>
                <c:pt idx="302">
                  <c:v>2019 - Mar</c:v>
                </c:pt>
                <c:pt idx="303">
                  <c:v>2019 - Apr</c:v>
                </c:pt>
                <c:pt idx="304">
                  <c:v>2019 - May</c:v>
                </c:pt>
                <c:pt idx="305">
                  <c:v>2019 - Jun</c:v>
                </c:pt>
                <c:pt idx="306">
                  <c:v>2019 - Jul</c:v>
                </c:pt>
                <c:pt idx="307">
                  <c:v>2019 - Aug</c:v>
                </c:pt>
                <c:pt idx="308">
                  <c:v>2019 - Sep</c:v>
                </c:pt>
                <c:pt idx="309">
                  <c:v>2019 - Oct</c:v>
                </c:pt>
                <c:pt idx="310">
                  <c:v>2019 - Nov</c:v>
                </c:pt>
                <c:pt idx="311">
                  <c:v>2019 - Dec</c:v>
                </c:pt>
                <c:pt idx="312">
                  <c:v>2020 - Jan</c:v>
                </c:pt>
                <c:pt idx="313">
                  <c:v>2020 - Feb</c:v>
                </c:pt>
                <c:pt idx="314">
                  <c:v>2020 - Mar</c:v>
                </c:pt>
                <c:pt idx="315">
                  <c:v>2020 - Apr</c:v>
                </c:pt>
                <c:pt idx="316">
                  <c:v>2020 - May</c:v>
                </c:pt>
                <c:pt idx="317">
                  <c:v>2020 - Jun</c:v>
                </c:pt>
                <c:pt idx="318">
                  <c:v>2020 - Jul</c:v>
                </c:pt>
                <c:pt idx="319">
                  <c:v>2020 - Aug</c:v>
                </c:pt>
                <c:pt idx="320">
                  <c:v>2020 - Sep</c:v>
                </c:pt>
                <c:pt idx="321">
                  <c:v>2020 - Oct</c:v>
                </c:pt>
                <c:pt idx="322">
                  <c:v>2020 - Nov</c:v>
                </c:pt>
                <c:pt idx="323">
                  <c:v>2020 - Dec</c:v>
                </c:pt>
                <c:pt idx="324">
                  <c:v>2021 - Jan</c:v>
                </c:pt>
                <c:pt idx="325">
                  <c:v>2021 - Feb</c:v>
                </c:pt>
                <c:pt idx="326">
                  <c:v>2021 - Mar</c:v>
                </c:pt>
                <c:pt idx="327">
                  <c:v>2021 - Apr</c:v>
                </c:pt>
                <c:pt idx="328">
                  <c:v>2021 - May</c:v>
                </c:pt>
                <c:pt idx="329">
                  <c:v>2021 - Jun</c:v>
                </c:pt>
                <c:pt idx="330">
                  <c:v>2021 - Jul</c:v>
                </c:pt>
                <c:pt idx="331">
                  <c:v>2021 - Aug</c:v>
                </c:pt>
                <c:pt idx="332">
                  <c:v>2021 - Sep</c:v>
                </c:pt>
                <c:pt idx="333">
                  <c:v>2021 - Oct</c:v>
                </c:pt>
                <c:pt idx="334">
                  <c:v>2021 - Nov</c:v>
                </c:pt>
                <c:pt idx="335">
                  <c:v>2021 - Dec</c:v>
                </c:pt>
                <c:pt idx="336">
                  <c:v>2022 - Jan</c:v>
                </c:pt>
                <c:pt idx="337">
                  <c:v>2022 - Feb</c:v>
                </c:pt>
                <c:pt idx="338">
                  <c:v>2022 - Mar</c:v>
                </c:pt>
                <c:pt idx="339">
                  <c:v>2022 - Apr</c:v>
                </c:pt>
                <c:pt idx="340">
                  <c:v>2022 - May</c:v>
                </c:pt>
                <c:pt idx="341">
                  <c:v>2022 - Jun</c:v>
                </c:pt>
                <c:pt idx="342">
                  <c:v>2022 - Jul</c:v>
                </c:pt>
                <c:pt idx="343">
                  <c:v>2022 - Aug</c:v>
                </c:pt>
                <c:pt idx="344">
                  <c:v>2022 - Sep</c:v>
                </c:pt>
                <c:pt idx="345">
                  <c:v>2022 - Oct</c:v>
                </c:pt>
                <c:pt idx="346">
                  <c:v>2022 - Nov</c:v>
                </c:pt>
                <c:pt idx="347">
                  <c:v>2022 - Dec</c:v>
                </c:pt>
                <c:pt idx="348">
                  <c:v>2023 - Jan</c:v>
                </c:pt>
                <c:pt idx="349">
                  <c:v>2023 - Feb</c:v>
                </c:pt>
                <c:pt idx="350">
                  <c:v>2023 - Mar</c:v>
                </c:pt>
                <c:pt idx="351">
                  <c:v>2023 - Apr</c:v>
                </c:pt>
                <c:pt idx="352">
                  <c:v>2023 - May</c:v>
                </c:pt>
                <c:pt idx="353">
                  <c:v>2023 - Jun</c:v>
                </c:pt>
                <c:pt idx="354">
                  <c:v>2023 - Jul</c:v>
                </c:pt>
                <c:pt idx="355">
                  <c:v>2023 - Aug</c:v>
                </c:pt>
                <c:pt idx="356">
                  <c:v>2023 - Sep</c:v>
                </c:pt>
                <c:pt idx="357">
                  <c:v>2023 - Oct</c:v>
                </c:pt>
                <c:pt idx="358">
                  <c:v>2023 - Nov</c:v>
                </c:pt>
                <c:pt idx="359">
                  <c:v>2023 - Dec</c:v>
                </c:pt>
                <c:pt idx="360">
                  <c:v>2024 - Jan</c:v>
                </c:pt>
                <c:pt idx="361">
                  <c:v>2024 - Feb</c:v>
                </c:pt>
                <c:pt idx="362">
                  <c:v>2024 - Mar</c:v>
                </c:pt>
                <c:pt idx="363">
                  <c:v>2024 - Apr</c:v>
                </c:pt>
                <c:pt idx="364">
                  <c:v>2024 - May</c:v>
                </c:pt>
                <c:pt idx="365">
                  <c:v>2024 - Jun</c:v>
                </c:pt>
                <c:pt idx="366">
                  <c:v>2024 - Jul</c:v>
                </c:pt>
                <c:pt idx="367">
                  <c:v>2024 - Aug</c:v>
                </c:pt>
                <c:pt idx="368">
                  <c:v>2024 - Sep</c:v>
                </c:pt>
                <c:pt idx="369">
                  <c:v>2024 - Oct</c:v>
                </c:pt>
                <c:pt idx="370">
                  <c:v>2024 - Nov</c:v>
                </c:pt>
                <c:pt idx="371">
                  <c:v>2024 - Dec</c:v>
                </c:pt>
                <c:pt idx="372">
                  <c:v>2025 - Jan</c:v>
                </c:pt>
                <c:pt idx="373">
                  <c:v>2025 - Feb</c:v>
                </c:pt>
                <c:pt idx="374">
                  <c:v>2025 - Mar</c:v>
                </c:pt>
                <c:pt idx="375">
                  <c:v>2025 - Apr</c:v>
                </c:pt>
                <c:pt idx="376">
                  <c:v>2025 - May</c:v>
                </c:pt>
                <c:pt idx="377">
                  <c:v>2025 - Jun</c:v>
                </c:pt>
                <c:pt idx="378">
                  <c:v>2025 - Jul</c:v>
                </c:pt>
                <c:pt idx="379">
                  <c:v>2025 - Aug</c:v>
                </c:pt>
                <c:pt idx="380">
                  <c:v>2025 - Sep</c:v>
                </c:pt>
                <c:pt idx="381">
                  <c:v>2025 - Oct</c:v>
                </c:pt>
                <c:pt idx="382">
                  <c:v>2025 - Nov</c:v>
                </c:pt>
                <c:pt idx="383">
                  <c:v>2025 - Dec</c:v>
                </c:pt>
                <c:pt idx="384">
                  <c:v>2026 - Jan</c:v>
                </c:pt>
                <c:pt idx="385">
                  <c:v>2026 - Feb</c:v>
                </c:pt>
                <c:pt idx="386">
                  <c:v>2026 - Mar</c:v>
                </c:pt>
                <c:pt idx="387">
                  <c:v>2026 - Apr</c:v>
                </c:pt>
                <c:pt idx="388">
                  <c:v>2026 - May</c:v>
                </c:pt>
                <c:pt idx="389">
                  <c:v>2026 - Jun</c:v>
                </c:pt>
              </c:strCache>
            </c:strRef>
          </c:cat>
          <c:val>
            <c:numRef>
              <c:f>'BOJ policy rate'!$B$2:$B$391</c:f>
              <c:numCache>
                <c:formatCode>General</c:formatCode>
                <c:ptCount val="390"/>
                <c:pt idx="0">
                  <c:v>1.75</c:v>
                </c:pt>
                <c:pt idx="1">
                  <c:v>1.75</c:v>
                </c:pt>
                <c:pt idx="2">
                  <c:v>1.75</c:v>
                </c:pt>
                <c:pt idx="3">
                  <c:v>1.75</c:v>
                </c:pt>
                <c:pt idx="4">
                  <c:v>1.75</c:v>
                </c:pt>
                <c:pt idx="5">
                  <c:v>1.75</c:v>
                </c:pt>
                <c:pt idx="6">
                  <c:v>1.75</c:v>
                </c:pt>
                <c:pt idx="7">
                  <c:v>1.75</c:v>
                </c:pt>
                <c:pt idx="8">
                  <c:v>1.75</c:v>
                </c:pt>
                <c:pt idx="9">
                  <c:v>1.75</c:v>
                </c:pt>
                <c:pt idx="10">
                  <c:v>1.75</c:v>
                </c:pt>
                <c:pt idx="11">
                  <c:v>1.75</c:v>
                </c:pt>
                <c:pt idx="12">
                  <c:v>1.75</c:v>
                </c:pt>
                <c:pt idx="13">
                  <c:v>1.75</c:v>
                </c:pt>
                <c:pt idx="14">
                  <c:v>1.75</c:v>
                </c:pt>
                <c:pt idx="15">
                  <c:v>1</c:v>
                </c:pt>
                <c:pt idx="16">
                  <c:v>1</c:v>
                </c:pt>
                <c:pt idx="17">
                  <c:v>1</c:v>
                </c:pt>
                <c:pt idx="18">
                  <c:v>1</c:v>
                </c:pt>
                <c:pt idx="19">
                  <c:v>1</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0.25</c:v>
                </c:pt>
                <c:pt idx="57">
                  <c:v>0.25</c:v>
                </c:pt>
                <c:pt idx="58">
                  <c:v>0.25</c:v>
                </c:pt>
                <c:pt idx="59">
                  <c:v>0.25</c:v>
                </c:pt>
                <c:pt idx="60">
                  <c:v>0.25</c:v>
                </c:pt>
                <c:pt idx="61">
                  <c:v>0.15</c:v>
                </c:pt>
                <c:pt idx="62">
                  <c:v>0.15</c:v>
                </c:pt>
                <c:pt idx="63">
                  <c:v>0.15</c:v>
                </c:pt>
                <c:pt idx="64">
                  <c:v>0.15</c:v>
                </c:pt>
                <c:pt idx="65">
                  <c:v>0.15</c:v>
                </c:pt>
                <c:pt idx="66">
                  <c:v>0.15</c:v>
                </c:pt>
                <c:pt idx="67">
                  <c:v>0.15</c:v>
                </c:pt>
                <c:pt idx="68">
                  <c:v>0.15</c:v>
                </c:pt>
                <c:pt idx="69">
                  <c:v>0</c:v>
                </c:pt>
                <c:pt idx="70">
                  <c:v>0</c:v>
                </c:pt>
                <c:pt idx="71">
                  <c:v>0</c:v>
                </c:pt>
                <c:pt idx="72">
                  <c:v>0</c:v>
                </c:pt>
                <c:pt idx="73">
                  <c:v>0</c:v>
                </c:pt>
                <c:pt idx="74">
                  <c:v>0</c:v>
                </c:pt>
                <c:pt idx="75">
                  <c:v>0</c:v>
                </c:pt>
                <c:pt idx="76">
                  <c:v>0</c:v>
                </c:pt>
                <c:pt idx="77">
                  <c:v>0</c:v>
                </c:pt>
                <c:pt idx="78">
                  <c:v>0</c:v>
                </c:pt>
                <c:pt idx="79">
                  <c:v>0.25</c:v>
                </c:pt>
                <c:pt idx="80">
                  <c:v>0.25</c:v>
                </c:pt>
                <c:pt idx="81">
                  <c:v>0.25</c:v>
                </c:pt>
                <c:pt idx="82">
                  <c:v>0.25</c:v>
                </c:pt>
                <c:pt idx="83">
                  <c:v>0.25</c:v>
                </c:pt>
                <c:pt idx="84">
                  <c:v>0.25</c:v>
                </c:pt>
                <c:pt idx="85">
                  <c:v>0.15</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0.25</c:v>
                </c:pt>
                <c:pt idx="151">
                  <c:v>0.25</c:v>
                </c:pt>
                <c:pt idx="152">
                  <c:v>0.25</c:v>
                </c:pt>
                <c:pt idx="153">
                  <c:v>0.25</c:v>
                </c:pt>
                <c:pt idx="154">
                  <c:v>0.25</c:v>
                </c:pt>
                <c:pt idx="155">
                  <c:v>0.25</c:v>
                </c:pt>
                <c:pt idx="156">
                  <c:v>0.25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0.3</c:v>
                </c:pt>
                <c:pt idx="178">
                  <c:v>0.3</c:v>
                </c:pt>
                <c:pt idx="179">
                  <c:v>0.1</c:v>
                </c:pt>
                <c:pt idx="180">
                  <c:v>0.1</c:v>
                </c:pt>
                <c:pt idx="181">
                  <c:v>0.1</c:v>
                </c:pt>
                <c:pt idx="182">
                  <c:v>0.1</c:v>
                </c:pt>
                <c:pt idx="183">
                  <c:v>0.1</c:v>
                </c:pt>
                <c:pt idx="184">
                  <c:v>0.1</c:v>
                </c:pt>
                <c:pt idx="185">
                  <c:v>0.1</c:v>
                </c:pt>
                <c:pt idx="186">
                  <c:v>0.1</c:v>
                </c:pt>
                <c:pt idx="187">
                  <c:v>0.1</c:v>
                </c:pt>
                <c:pt idx="188">
                  <c:v>0.1</c:v>
                </c:pt>
                <c:pt idx="189">
                  <c:v>0.1</c:v>
                </c:pt>
                <c:pt idx="190">
                  <c:v>0.1</c:v>
                </c:pt>
                <c:pt idx="191">
                  <c:v>0.1</c:v>
                </c:pt>
                <c:pt idx="192">
                  <c:v>0.1</c:v>
                </c:pt>
                <c:pt idx="193">
                  <c:v>0.1</c:v>
                </c:pt>
                <c:pt idx="194">
                  <c:v>0.1</c:v>
                </c:pt>
                <c:pt idx="195">
                  <c:v>0.1</c:v>
                </c:pt>
                <c:pt idx="196">
                  <c:v>0.1</c:v>
                </c:pt>
                <c:pt idx="197">
                  <c:v>0.1</c:v>
                </c:pt>
                <c:pt idx="198">
                  <c:v>0.1</c:v>
                </c:pt>
                <c:pt idx="199">
                  <c:v>0.1</c:v>
                </c:pt>
                <c:pt idx="200">
                  <c:v>0.1</c:v>
                </c:pt>
                <c:pt idx="201">
                  <c:v>0.05</c:v>
                </c:pt>
                <c:pt idx="202">
                  <c:v>0.05</c:v>
                </c:pt>
                <c:pt idx="203">
                  <c:v>0.05</c:v>
                </c:pt>
                <c:pt idx="204">
                  <c:v>0.05</c:v>
                </c:pt>
                <c:pt idx="205">
                  <c:v>0.05</c:v>
                </c:pt>
                <c:pt idx="206">
                  <c:v>0.05</c:v>
                </c:pt>
                <c:pt idx="207">
                  <c:v>0.05</c:v>
                </c:pt>
                <c:pt idx="208">
                  <c:v>0.05</c:v>
                </c:pt>
                <c:pt idx="209">
                  <c:v>0.05</c:v>
                </c:pt>
                <c:pt idx="210">
                  <c:v>0.05</c:v>
                </c:pt>
                <c:pt idx="211">
                  <c:v>0.05</c:v>
                </c:pt>
                <c:pt idx="212">
                  <c:v>0.05</c:v>
                </c:pt>
                <c:pt idx="213">
                  <c:v>0.05</c:v>
                </c:pt>
                <c:pt idx="214">
                  <c:v>0.05</c:v>
                </c:pt>
                <c:pt idx="215">
                  <c:v>0.05</c:v>
                </c:pt>
                <c:pt idx="216">
                  <c:v>0.05</c:v>
                </c:pt>
                <c:pt idx="217">
                  <c:v>0.05</c:v>
                </c:pt>
                <c:pt idx="218">
                  <c:v>0.05</c:v>
                </c:pt>
                <c:pt idx="219">
                  <c:v>0.05</c:v>
                </c:pt>
                <c:pt idx="220">
                  <c:v>0.05</c:v>
                </c:pt>
                <c:pt idx="221">
                  <c:v>0.05</c:v>
                </c:pt>
                <c:pt idx="222">
                  <c:v>0.05</c:v>
                </c:pt>
                <c:pt idx="223">
                  <c:v>0.05</c:v>
                </c:pt>
                <c:pt idx="224">
                  <c:v>0.05</c:v>
                </c:pt>
                <c:pt idx="225">
                  <c:v>0.05</c:v>
                </c:pt>
                <c:pt idx="226">
                  <c:v>0.05</c:v>
                </c:pt>
                <c:pt idx="227">
                  <c:v>0.05</c:v>
                </c:pt>
                <c:pt idx="228">
                  <c:v>0.05</c:v>
                </c:pt>
                <c:pt idx="229">
                  <c:v>0.05</c:v>
                </c:pt>
                <c:pt idx="230">
                  <c:v>0.05</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-0.1</c:v>
                </c:pt>
                <c:pt idx="266">
                  <c:v>-0.1</c:v>
                </c:pt>
                <c:pt idx="267">
                  <c:v>-0.1</c:v>
                </c:pt>
                <c:pt idx="268">
                  <c:v>-0.1</c:v>
                </c:pt>
                <c:pt idx="269">
                  <c:v>-0.1</c:v>
                </c:pt>
                <c:pt idx="270">
                  <c:v>-0.1</c:v>
                </c:pt>
                <c:pt idx="271">
                  <c:v>-0.1</c:v>
                </c:pt>
                <c:pt idx="272">
                  <c:v>-0.1</c:v>
                </c:pt>
                <c:pt idx="273">
                  <c:v>-0.1</c:v>
                </c:pt>
                <c:pt idx="274">
                  <c:v>-0.1</c:v>
                </c:pt>
                <c:pt idx="275">
                  <c:v>-0.1</c:v>
                </c:pt>
                <c:pt idx="276">
                  <c:v>-0.1</c:v>
                </c:pt>
                <c:pt idx="277">
                  <c:v>-0.1</c:v>
                </c:pt>
                <c:pt idx="278">
                  <c:v>-0.1</c:v>
                </c:pt>
                <c:pt idx="279">
                  <c:v>-0.1</c:v>
                </c:pt>
                <c:pt idx="280">
                  <c:v>-0.1</c:v>
                </c:pt>
                <c:pt idx="281">
                  <c:v>-0.1</c:v>
                </c:pt>
                <c:pt idx="282">
                  <c:v>-0.1</c:v>
                </c:pt>
                <c:pt idx="283">
                  <c:v>-0.1</c:v>
                </c:pt>
                <c:pt idx="284">
                  <c:v>-0.1</c:v>
                </c:pt>
                <c:pt idx="285">
                  <c:v>-0.1</c:v>
                </c:pt>
                <c:pt idx="286">
                  <c:v>-0.1</c:v>
                </c:pt>
                <c:pt idx="287">
                  <c:v>-0.1</c:v>
                </c:pt>
                <c:pt idx="288">
                  <c:v>-0.1</c:v>
                </c:pt>
                <c:pt idx="289">
                  <c:v>-0.1</c:v>
                </c:pt>
                <c:pt idx="290">
                  <c:v>-0.1</c:v>
                </c:pt>
                <c:pt idx="291">
                  <c:v>-0.1</c:v>
                </c:pt>
                <c:pt idx="292">
                  <c:v>-0.1</c:v>
                </c:pt>
                <c:pt idx="293">
                  <c:v>-0.1</c:v>
                </c:pt>
                <c:pt idx="294">
                  <c:v>-0.1</c:v>
                </c:pt>
                <c:pt idx="295">
                  <c:v>-0.1</c:v>
                </c:pt>
                <c:pt idx="296">
                  <c:v>-0.1</c:v>
                </c:pt>
                <c:pt idx="297">
                  <c:v>-0.1</c:v>
                </c:pt>
                <c:pt idx="298">
                  <c:v>-0.1</c:v>
                </c:pt>
                <c:pt idx="299">
                  <c:v>-0.1</c:v>
                </c:pt>
                <c:pt idx="300">
                  <c:v>-0.1</c:v>
                </c:pt>
                <c:pt idx="301">
                  <c:v>-0.1</c:v>
                </c:pt>
                <c:pt idx="302">
                  <c:v>-0.1</c:v>
                </c:pt>
                <c:pt idx="303">
                  <c:v>-0.1</c:v>
                </c:pt>
                <c:pt idx="304">
                  <c:v>-0.1</c:v>
                </c:pt>
                <c:pt idx="305">
                  <c:v>-0.1</c:v>
                </c:pt>
                <c:pt idx="306">
                  <c:v>-0.1</c:v>
                </c:pt>
                <c:pt idx="307">
                  <c:v>-0.1</c:v>
                </c:pt>
                <c:pt idx="308">
                  <c:v>-0.1</c:v>
                </c:pt>
                <c:pt idx="309">
                  <c:v>-0.1</c:v>
                </c:pt>
                <c:pt idx="310">
                  <c:v>-0.1</c:v>
                </c:pt>
                <c:pt idx="311">
                  <c:v>-0.1</c:v>
                </c:pt>
                <c:pt idx="312">
                  <c:v>-0.1</c:v>
                </c:pt>
                <c:pt idx="313">
                  <c:v>-0.1</c:v>
                </c:pt>
                <c:pt idx="314">
                  <c:v>-0.1</c:v>
                </c:pt>
                <c:pt idx="315">
                  <c:v>-0.1</c:v>
                </c:pt>
                <c:pt idx="316">
                  <c:v>-0.1</c:v>
                </c:pt>
                <c:pt idx="317">
                  <c:v>-0.1</c:v>
                </c:pt>
                <c:pt idx="318">
                  <c:v>-0.1</c:v>
                </c:pt>
                <c:pt idx="319">
                  <c:v>-0.1</c:v>
                </c:pt>
                <c:pt idx="320">
                  <c:v>-0.1</c:v>
                </c:pt>
                <c:pt idx="321">
                  <c:v>-0.1</c:v>
                </c:pt>
                <c:pt idx="322">
                  <c:v>-0.1</c:v>
                </c:pt>
                <c:pt idx="323">
                  <c:v>-0.1</c:v>
                </c:pt>
                <c:pt idx="324">
                  <c:v>-0.1</c:v>
                </c:pt>
                <c:pt idx="325">
                  <c:v>-0.1</c:v>
                </c:pt>
                <c:pt idx="326">
                  <c:v>-0.1</c:v>
                </c:pt>
                <c:pt idx="327">
                  <c:v>-0.1</c:v>
                </c:pt>
                <c:pt idx="328">
                  <c:v>-0.1</c:v>
                </c:pt>
                <c:pt idx="329">
                  <c:v>-0.1</c:v>
                </c:pt>
                <c:pt idx="330">
                  <c:v>-0.1</c:v>
                </c:pt>
                <c:pt idx="331">
                  <c:v>-0.1</c:v>
                </c:pt>
                <c:pt idx="332">
                  <c:v>-0.1</c:v>
                </c:pt>
                <c:pt idx="333">
                  <c:v>-0.1</c:v>
                </c:pt>
                <c:pt idx="334">
                  <c:v>-0.1</c:v>
                </c:pt>
                <c:pt idx="335">
                  <c:v>-0.1</c:v>
                </c:pt>
                <c:pt idx="336">
                  <c:v>-0.1</c:v>
                </c:pt>
                <c:pt idx="337">
                  <c:v>-0.1</c:v>
                </c:pt>
                <c:pt idx="338">
                  <c:v>-0.1</c:v>
                </c:pt>
                <c:pt idx="339">
                  <c:v>-0.1</c:v>
                </c:pt>
                <c:pt idx="340">
                  <c:v>-0.1</c:v>
                </c:pt>
                <c:pt idx="341">
                  <c:v>-0.1</c:v>
                </c:pt>
                <c:pt idx="342">
                  <c:v>-0.1</c:v>
                </c:pt>
                <c:pt idx="343">
                  <c:v>-0.1</c:v>
                </c:pt>
                <c:pt idx="344">
                  <c:v>-0.1</c:v>
                </c:pt>
                <c:pt idx="345">
                  <c:v>-0.1</c:v>
                </c:pt>
                <c:pt idx="346">
                  <c:v>-0.1</c:v>
                </c:pt>
                <c:pt idx="347">
                  <c:v>-0.1</c:v>
                </c:pt>
                <c:pt idx="348">
                  <c:v>-0.1</c:v>
                </c:pt>
                <c:pt idx="349">
                  <c:v>-0.1</c:v>
                </c:pt>
                <c:pt idx="350">
                  <c:v>-0.1</c:v>
                </c:pt>
                <c:pt idx="351">
                  <c:v>-0.1</c:v>
                </c:pt>
                <c:pt idx="352">
                  <c:v>-0.1</c:v>
                </c:pt>
                <c:pt idx="353">
                  <c:v>-0.1</c:v>
                </c:pt>
                <c:pt idx="354">
                  <c:v>-0.1</c:v>
                </c:pt>
                <c:pt idx="355">
                  <c:v>-0.1</c:v>
                </c:pt>
                <c:pt idx="356">
                  <c:v>-0.1</c:v>
                </c:pt>
                <c:pt idx="357">
                  <c:v>-0.1</c:v>
                </c:pt>
                <c:pt idx="358">
                  <c:v>-0.1</c:v>
                </c:pt>
                <c:pt idx="359">
                  <c:v>-0.1</c:v>
                </c:pt>
                <c:pt idx="360">
                  <c:v>-0.1</c:v>
                </c:pt>
                <c:pt idx="361">
                  <c:v>-0.1</c:v>
                </c:pt>
                <c:pt idx="362">
                  <c:v>0.05</c:v>
                </c:pt>
                <c:pt idx="363">
                  <c:v>0.05</c:v>
                </c:pt>
                <c:pt idx="364">
                  <c:v>0.05</c:v>
                </c:pt>
                <c:pt idx="365">
                  <c:v>0.05</c:v>
                </c:pt>
                <c:pt idx="366">
                  <c:v>0.05</c:v>
                </c:pt>
                <c:pt idx="367">
                  <c:v>0.25</c:v>
                </c:pt>
                <c:pt idx="368">
                  <c:v>0.25</c:v>
                </c:pt>
                <c:pt idx="369">
                  <c:v>0.25</c:v>
                </c:pt>
                <c:pt idx="370">
                  <c:v>0.25</c:v>
                </c:pt>
                <c:pt idx="371">
                  <c:v>0.25</c:v>
                </c:pt>
                <c:pt idx="372">
                  <c:v>0.5</c:v>
                </c:pt>
                <c:pt idx="373">
                  <c:v>0.5</c:v>
                </c:pt>
                <c:pt idx="374">
                  <c:v>0.5</c:v>
                </c:pt>
                <c:pt idx="375">
                  <c:v>0.5</c:v>
                </c:pt>
                <c:pt idx="376">
                  <c:v>0.5</c:v>
                </c:pt>
                <c:pt idx="377">
                  <c:v>0.5</c:v>
                </c:pt>
                <c:pt idx="378">
                  <c:v>0.5</c:v>
                </c:pt>
                <c:pt idx="379">
                  <c:v>0.5</c:v>
                </c:pt>
                <c:pt idx="380">
                  <c:v>0.5</c:v>
                </c:pt>
                <c:pt idx="381">
                  <c:v>0.5</c:v>
                </c:pt>
                <c:pt idx="382">
                  <c:v>0.5</c:v>
                </c:pt>
                <c:pt idx="383">
                  <c:v>0.75</c:v>
                </c:pt>
                <c:pt idx="384">
                  <c:v>0.75</c:v>
                </c:pt>
                <c:pt idx="385">
                  <c:v>0.75</c:v>
                </c:pt>
                <c:pt idx="386">
                  <c:v>0.75</c:v>
                </c:pt>
                <c:pt idx="387">
                  <c:v>0.75</c:v>
                </c:pt>
                <c:pt idx="388">
                  <c:v>0.75</c:v>
                </c:pt>
                <c:pt idx="389">
                  <c:v>1</c:v>
                </c:pt>
              </c:numCache>
            </c:numRef>
          </c:val>
          <c:smooth val="0"/>
          <c:extLst>
            <c:ext xmlns:c16="http://schemas.microsoft.com/office/drawing/2014/chart" uri="{C3380CC4-5D6E-409C-BE32-E72D297353CC}">
              <c16:uniqueId val="{00000001-F103-41E6-A9A6-ADDB38D5B822}"/>
            </c:ext>
          </c:extLst>
        </c:ser>
        <c:dLbls>
          <c:showLegendKey val="0"/>
          <c:showVal val="0"/>
          <c:showCatName val="0"/>
          <c:showSerName val="0"/>
          <c:showPercent val="0"/>
          <c:showBubbleSize val="0"/>
        </c:dLbls>
        <c:smooth val="0"/>
        <c:axId val="2000000736"/>
        <c:axId val="2000000737"/>
      </c:lineChart>
      <c:catAx>
        <c:axId val="2000000736"/>
        <c:scaling>
          <c:orientation val="minMax"/>
        </c:scaling>
        <c:delete val="0"/>
        <c:axPos val="b"/>
        <c:numFmt formatCode="m/d/yyyy" sourceLinked="0"/>
        <c:majorTickMark val="none"/>
        <c:minorTickMark val="none"/>
        <c:tickLblPos val="nextTo"/>
        <c:spPr>
          <a:noFill/>
          <a:ln w="6350" cap="flat" cmpd="sng" algn="ctr">
            <a:solidFill>
              <a:sysClr val="windowText" lastClr="000000"/>
            </a:solidFill>
            <a:round/>
          </a:ln>
          <a:effectLst/>
        </c:spPr>
        <c:txPr>
          <a:bodyPr rot="-6000000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0737"/>
        <c:crosses val="autoZero"/>
        <c:auto val="1"/>
        <c:lblAlgn val="ctr"/>
        <c:lblOffset val="100"/>
        <c:noMultiLvlLbl val="0"/>
      </c:catAx>
      <c:valAx>
        <c:axId val="2000000737"/>
        <c:scaling>
          <c:orientation val="minMax"/>
        </c:scaling>
        <c:delete val="0"/>
        <c:axPos val="l"/>
        <c:numFmt formatCode="#,##0.0_);[Red]\(#,##0.0\)" sourceLinked="0"/>
        <c:majorTickMark val="out"/>
        <c:minorTickMark val="none"/>
        <c:tickLblPos val="nextTo"/>
        <c:spPr>
          <a:noFill/>
          <a:ln>
            <a:noFill/>
          </a:ln>
          <a:effectLst/>
        </c:spPr>
        <c:txPr>
          <a:bodyPr rot="-6000000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0736"/>
        <c:crosses val="autoZero"/>
        <c:crossBetween val="between"/>
      </c:valAx>
      <c:spPr>
        <a:noFill/>
        <a:ln>
          <a:noFill/>
        </a:ln>
        <a:effectLst/>
      </c:spPr>
    </c:plotArea>
    <c:legend>
      <c:legendPos val="t"/>
      <c:legendEntry>
        <c:idx val="0"/>
        <c:txPr>
          <a:bodyPr rot="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ayout>
        <c:manualLayout>
          <c:xMode val="edge"/>
          <c:yMode val="edge"/>
          <c:x val="0.37067251169038828"/>
          <c:y val="2.5839793281653745E-2"/>
          <c:w val="0.25346131590731114"/>
          <c:h val="7.6721398197318352E-2"/>
        </c:manualLayout>
      </c:layout>
      <c:overlay val="0"/>
      <c:spPr>
        <a:noFill/>
        <a:ln>
          <a:noFill/>
        </a:ln>
        <a:effectLst/>
      </c:spPr>
      <c:txPr>
        <a:bodyPr rot="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
    <c:plotVisOnly val="1"/>
    <c:dispBlanksAs val="gap"/>
    <c:showDLblsOverMax val="0"/>
  </c:chart>
  <c:spPr>
    <a:noFill/>
    <a:ln w="9525" cap="flat" cmpd="sng" algn="ctr">
      <a:noFill/>
      <a:round/>
    </a:ln>
    <a:effectLst/>
  </c:spPr>
  <c:txPr>
    <a:bodyPr/>
    <a:lstStyle/>
    <a:p>
      <a:pPr>
        <a:defRPr lang="zh-CN" sz="80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defRPr>
      </a:pPr>
      <a:endParaRPr lang="zh-CN"/>
    </a:p>
  </c:tx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6012646532004398E-2"/>
          <c:y val="0.174558204367605"/>
          <c:w val="0.84340643929044301"/>
          <c:h val="0.74717790047048405"/>
        </c:manualLayout>
      </c:layout>
      <c:lineChart>
        <c:grouping val="standard"/>
        <c:varyColors val="0"/>
        <c:ser>
          <c:idx val="0"/>
          <c:order val="0"/>
          <c:tx>
            <c:strRef>
              <c:f>'日本CPI 核心CPI'!$I$1</c:f>
              <c:strCache>
                <c:ptCount val="1"/>
                <c:pt idx="0">
                  <c:v>日本CPI:当月同比</c:v>
                </c:pt>
              </c:strCache>
            </c:strRef>
          </c:tx>
          <c:spPr>
            <a:ln w="25400" cap="rnd" cmpd="sng">
              <a:solidFill>
                <a:srgbClr val="4BACC6">
                  <a:lumMod val="75000"/>
                </a:srgbClr>
              </a:solidFill>
              <a:prstDash val="solid"/>
              <a:round/>
            </a:ln>
            <a:effectLst/>
          </c:spPr>
          <c:marker>
            <c:symbol val="none"/>
          </c:marker>
          <c:cat>
            <c:numRef>
              <c:f>'日本CPI 核心CPI'!$H$2:$H$65</c:f>
              <c:numCache>
                <c:formatCode>yyyy\-mm</c:formatCode>
                <c:ptCount val="64"/>
                <c:pt idx="0">
                  <c:v>46142</c:v>
                </c:pt>
                <c:pt idx="1">
                  <c:v>46112</c:v>
                </c:pt>
                <c:pt idx="2">
                  <c:v>46081</c:v>
                </c:pt>
                <c:pt idx="3">
                  <c:v>46053</c:v>
                </c:pt>
                <c:pt idx="4">
                  <c:v>46022</c:v>
                </c:pt>
                <c:pt idx="5">
                  <c:v>45991</c:v>
                </c:pt>
                <c:pt idx="6">
                  <c:v>45961</c:v>
                </c:pt>
                <c:pt idx="7">
                  <c:v>45930</c:v>
                </c:pt>
                <c:pt idx="8">
                  <c:v>45900</c:v>
                </c:pt>
                <c:pt idx="9">
                  <c:v>45869</c:v>
                </c:pt>
                <c:pt idx="10">
                  <c:v>45838</c:v>
                </c:pt>
                <c:pt idx="11">
                  <c:v>45808</c:v>
                </c:pt>
                <c:pt idx="12">
                  <c:v>45777</c:v>
                </c:pt>
                <c:pt idx="13">
                  <c:v>45747</c:v>
                </c:pt>
                <c:pt idx="14">
                  <c:v>45716</c:v>
                </c:pt>
                <c:pt idx="15">
                  <c:v>45688</c:v>
                </c:pt>
                <c:pt idx="16">
                  <c:v>45657</c:v>
                </c:pt>
                <c:pt idx="17">
                  <c:v>45626</c:v>
                </c:pt>
                <c:pt idx="18">
                  <c:v>45596</c:v>
                </c:pt>
                <c:pt idx="19">
                  <c:v>45565</c:v>
                </c:pt>
                <c:pt idx="20">
                  <c:v>45535</c:v>
                </c:pt>
                <c:pt idx="21">
                  <c:v>45504</c:v>
                </c:pt>
                <c:pt idx="22">
                  <c:v>45473</c:v>
                </c:pt>
                <c:pt idx="23">
                  <c:v>45443</c:v>
                </c:pt>
                <c:pt idx="24">
                  <c:v>45412</c:v>
                </c:pt>
                <c:pt idx="25">
                  <c:v>45382</c:v>
                </c:pt>
                <c:pt idx="26">
                  <c:v>45351</c:v>
                </c:pt>
                <c:pt idx="27">
                  <c:v>45322</c:v>
                </c:pt>
                <c:pt idx="28">
                  <c:v>45291</c:v>
                </c:pt>
                <c:pt idx="29">
                  <c:v>45260</c:v>
                </c:pt>
                <c:pt idx="30">
                  <c:v>45230</c:v>
                </c:pt>
                <c:pt idx="31">
                  <c:v>45199</c:v>
                </c:pt>
                <c:pt idx="32">
                  <c:v>45169</c:v>
                </c:pt>
                <c:pt idx="33">
                  <c:v>45138</c:v>
                </c:pt>
                <c:pt idx="34">
                  <c:v>45107</c:v>
                </c:pt>
                <c:pt idx="35">
                  <c:v>45077</c:v>
                </c:pt>
                <c:pt idx="36">
                  <c:v>45046</c:v>
                </c:pt>
                <c:pt idx="37">
                  <c:v>45016</c:v>
                </c:pt>
                <c:pt idx="38">
                  <c:v>44985</c:v>
                </c:pt>
                <c:pt idx="39">
                  <c:v>44957</c:v>
                </c:pt>
                <c:pt idx="40">
                  <c:v>44926</c:v>
                </c:pt>
                <c:pt idx="41">
                  <c:v>44895</c:v>
                </c:pt>
                <c:pt idx="42">
                  <c:v>44865</c:v>
                </c:pt>
                <c:pt idx="43">
                  <c:v>44834</c:v>
                </c:pt>
                <c:pt idx="44">
                  <c:v>44804</c:v>
                </c:pt>
                <c:pt idx="45">
                  <c:v>44773</c:v>
                </c:pt>
                <c:pt idx="46">
                  <c:v>44742</c:v>
                </c:pt>
                <c:pt idx="47">
                  <c:v>44712</c:v>
                </c:pt>
                <c:pt idx="48">
                  <c:v>44681</c:v>
                </c:pt>
                <c:pt idx="49">
                  <c:v>44651</c:v>
                </c:pt>
                <c:pt idx="50">
                  <c:v>44620</c:v>
                </c:pt>
                <c:pt idx="51">
                  <c:v>44592</c:v>
                </c:pt>
                <c:pt idx="52">
                  <c:v>44561</c:v>
                </c:pt>
                <c:pt idx="53">
                  <c:v>44530</c:v>
                </c:pt>
                <c:pt idx="54">
                  <c:v>44500</c:v>
                </c:pt>
                <c:pt idx="55">
                  <c:v>44469</c:v>
                </c:pt>
                <c:pt idx="56">
                  <c:v>44439</c:v>
                </c:pt>
                <c:pt idx="57">
                  <c:v>44408</c:v>
                </c:pt>
                <c:pt idx="58">
                  <c:v>44377</c:v>
                </c:pt>
                <c:pt idx="59">
                  <c:v>44347</c:v>
                </c:pt>
                <c:pt idx="60">
                  <c:v>44316</c:v>
                </c:pt>
                <c:pt idx="61">
                  <c:v>44286</c:v>
                </c:pt>
                <c:pt idx="62">
                  <c:v>44255</c:v>
                </c:pt>
                <c:pt idx="63">
                  <c:v>44227</c:v>
                </c:pt>
              </c:numCache>
            </c:numRef>
          </c:cat>
          <c:val>
            <c:numRef>
              <c:f>'日本CPI 核心CPI'!$I$2:$I$65</c:f>
              <c:numCache>
                <c:formatCode>#,##0.00_ </c:formatCode>
                <c:ptCount val="64"/>
                <c:pt idx="0">
                  <c:v>1.4</c:v>
                </c:pt>
                <c:pt idx="1">
                  <c:v>1.5</c:v>
                </c:pt>
                <c:pt idx="2">
                  <c:v>1.3</c:v>
                </c:pt>
                <c:pt idx="3">
                  <c:v>1.5</c:v>
                </c:pt>
                <c:pt idx="4">
                  <c:v>2.1</c:v>
                </c:pt>
                <c:pt idx="5">
                  <c:v>2.9</c:v>
                </c:pt>
                <c:pt idx="6">
                  <c:v>3</c:v>
                </c:pt>
                <c:pt idx="7">
                  <c:v>2.9</c:v>
                </c:pt>
                <c:pt idx="8">
                  <c:v>2.7</c:v>
                </c:pt>
                <c:pt idx="9">
                  <c:v>3.1</c:v>
                </c:pt>
                <c:pt idx="10">
                  <c:v>3.3</c:v>
                </c:pt>
                <c:pt idx="11">
                  <c:v>3.5</c:v>
                </c:pt>
                <c:pt idx="12">
                  <c:v>3.6</c:v>
                </c:pt>
                <c:pt idx="13">
                  <c:v>3.6</c:v>
                </c:pt>
                <c:pt idx="14">
                  <c:v>3.7</c:v>
                </c:pt>
                <c:pt idx="15">
                  <c:v>4</c:v>
                </c:pt>
                <c:pt idx="16">
                  <c:v>3.6</c:v>
                </c:pt>
                <c:pt idx="17">
                  <c:v>2.9</c:v>
                </c:pt>
                <c:pt idx="18">
                  <c:v>2.2999999999999998</c:v>
                </c:pt>
                <c:pt idx="19">
                  <c:v>2.5</c:v>
                </c:pt>
                <c:pt idx="20">
                  <c:v>3</c:v>
                </c:pt>
                <c:pt idx="21">
                  <c:v>2.8</c:v>
                </c:pt>
                <c:pt idx="22">
                  <c:v>2.8</c:v>
                </c:pt>
                <c:pt idx="23">
                  <c:v>2.8</c:v>
                </c:pt>
                <c:pt idx="24">
                  <c:v>2.5</c:v>
                </c:pt>
                <c:pt idx="25">
                  <c:v>2.7</c:v>
                </c:pt>
                <c:pt idx="26">
                  <c:v>2.8</c:v>
                </c:pt>
                <c:pt idx="27">
                  <c:v>2.2000000000000002</c:v>
                </c:pt>
                <c:pt idx="28">
                  <c:v>2.6</c:v>
                </c:pt>
                <c:pt idx="29">
                  <c:v>2.8</c:v>
                </c:pt>
                <c:pt idx="30">
                  <c:v>3.3</c:v>
                </c:pt>
                <c:pt idx="31">
                  <c:v>3</c:v>
                </c:pt>
                <c:pt idx="32">
                  <c:v>3.2</c:v>
                </c:pt>
                <c:pt idx="33">
                  <c:v>3.3</c:v>
                </c:pt>
                <c:pt idx="34">
                  <c:v>3.3</c:v>
                </c:pt>
                <c:pt idx="35">
                  <c:v>3.2</c:v>
                </c:pt>
                <c:pt idx="36">
                  <c:v>3.5</c:v>
                </c:pt>
                <c:pt idx="37">
                  <c:v>3.2</c:v>
                </c:pt>
                <c:pt idx="38">
                  <c:v>3.3</c:v>
                </c:pt>
                <c:pt idx="39">
                  <c:v>4.3</c:v>
                </c:pt>
                <c:pt idx="40">
                  <c:v>4</c:v>
                </c:pt>
                <c:pt idx="41">
                  <c:v>3.8</c:v>
                </c:pt>
                <c:pt idx="42">
                  <c:v>3.7</c:v>
                </c:pt>
                <c:pt idx="43">
                  <c:v>3</c:v>
                </c:pt>
                <c:pt idx="44">
                  <c:v>3</c:v>
                </c:pt>
                <c:pt idx="45">
                  <c:v>2.6</c:v>
                </c:pt>
                <c:pt idx="46">
                  <c:v>2.4</c:v>
                </c:pt>
                <c:pt idx="47">
                  <c:v>2.5</c:v>
                </c:pt>
                <c:pt idx="48">
                  <c:v>2.5</c:v>
                </c:pt>
                <c:pt idx="49">
                  <c:v>1.2</c:v>
                </c:pt>
                <c:pt idx="50">
                  <c:v>0.9</c:v>
                </c:pt>
                <c:pt idx="51">
                  <c:v>0.5</c:v>
                </c:pt>
                <c:pt idx="52">
                  <c:v>0.8</c:v>
                </c:pt>
                <c:pt idx="53">
                  <c:v>0.6</c:v>
                </c:pt>
                <c:pt idx="54">
                  <c:v>0.1</c:v>
                </c:pt>
                <c:pt idx="55">
                  <c:v>0.2</c:v>
                </c:pt>
                <c:pt idx="56">
                  <c:v>-0.4</c:v>
                </c:pt>
                <c:pt idx="57">
                  <c:v>-0.3</c:v>
                </c:pt>
                <c:pt idx="58">
                  <c:v>-0.5</c:v>
                </c:pt>
                <c:pt idx="59">
                  <c:v>-0.8</c:v>
                </c:pt>
                <c:pt idx="60">
                  <c:v>-1.1000000000000001</c:v>
                </c:pt>
                <c:pt idx="61">
                  <c:v>-0.4</c:v>
                </c:pt>
                <c:pt idx="62">
                  <c:v>-0.5</c:v>
                </c:pt>
                <c:pt idx="63">
                  <c:v>-0.7</c:v>
                </c:pt>
              </c:numCache>
            </c:numRef>
          </c:val>
          <c:smooth val="0"/>
          <c:extLst>
            <c:ext xmlns:c16="http://schemas.microsoft.com/office/drawing/2014/chart" uri="{C3380CC4-5D6E-409C-BE32-E72D297353CC}">
              <c16:uniqueId val="{00000000-BF20-426E-9945-07F32DF37B9C}"/>
            </c:ext>
          </c:extLst>
        </c:ser>
        <c:ser>
          <c:idx val="1"/>
          <c:order val="1"/>
          <c:tx>
            <c:strRef>
              <c:f>'日本CPI 核心CPI'!$J$1</c:f>
              <c:strCache>
                <c:ptCount val="1"/>
                <c:pt idx="0">
                  <c:v>日本Core CPI:当月同比</c:v>
                </c:pt>
              </c:strCache>
            </c:strRef>
          </c:tx>
          <c:spPr>
            <a:ln w="25400" cap="rnd">
              <a:solidFill>
                <a:srgbClr val="2E3160"/>
              </a:solidFill>
              <a:round/>
            </a:ln>
            <a:effectLst/>
          </c:spPr>
          <c:marker>
            <c:symbol val="none"/>
          </c:marker>
          <c:cat>
            <c:numRef>
              <c:f>'日本CPI 核心CPI'!$H$2:$H$65</c:f>
              <c:numCache>
                <c:formatCode>yyyy\-mm</c:formatCode>
                <c:ptCount val="64"/>
                <c:pt idx="0">
                  <c:v>46142</c:v>
                </c:pt>
                <c:pt idx="1">
                  <c:v>46112</c:v>
                </c:pt>
                <c:pt idx="2">
                  <c:v>46081</c:v>
                </c:pt>
                <c:pt idx="3">
                  <c:v>46053</c:v>
                </c:pt>
                <c:pt idx="4">
                  <c:v>46022</c:v>
                </c:pt>
                <c:pt idx="5">
                  <c:v>45991</c:v>
                </c:pt>
                <c:pt idx="6">
                  <c:v>45961</c:v>
                </c:pt>
                <c:pt idx="7">
                  <c:v>45930</c:v>
                </c:pt>
                <c:pt idx="8">
                  <c:v>45900</c:v>
                </c:pt>
                <c:pt idx="9">
                  <c:v>45869</c:v>
                </c:pt>
                <c:pt idx="10">
                  <c:v>45838</c:v>
                </c:pt>
                <c:pt idx="11">
                  <c:v>45808</c:v>
                </c:pt>
                <c:pt idx="12">
                  <c:v>45777</c:v>
                </c:pt>
                <c:pt idx="13">
                  <c:v>45747</c:v>
                </c:pt>
                <c:pt idx="14">
                  <c:v>45716</c:v>
                </c:pt>
                <c:pt idx="15">
                  <c:v>45688</c:v>
                </c:pt>
                <c:pt idx="16">
                  <c:v>45657</c:v>
                </c:pt>
                <c:pt idx="17">
                  <c:v>45626</c:v>
                </c:pt>
                <c:pt idx="18">
                  <c:v>45596</c:v>
                </c:pt>
                <c:pt idx="19">
                  <c:v>45565</c:v>
                </c:pt>
                <c:pt idx="20">
                  <c:v>45535</c:v>
                </c:pt>
                <c:pt idx="21">
                  <c:v>45504</c:v>
                </c:pt>
                <c:pt idx="22">
                  <c:v>45473</c:v>
                </c:pt>
                <c:pt idx="23">
                  <c:v>45443</c:v>
                </c:pt>
                <c:pt idx="24">
                  <c:v>45412</c:v>
                </c:pt>
                <c:pt idx="25">
                  <c:v>45382</c:v>
                </c:pt>
                <c:pt idx="26">
                  <c:v>45351</c:v>
                </c:pt>
                <c:pt idx="27">
                  <c:v>45322</c:v>
                </c:pt>
                <c:pt idx="28">
                  <c:v>45291</c:v>
                </c:pt>
                <c:pt idx="29">
                  <c:v>45260</c:v>
                </c:pt>
                <c:pt idx="30">
                  <c:v>45230</c:v>
                </c:pt>
                <c:pt idx="31">
                  <c:v>45199</c:v>
                </c:pt>
                <c:pt idx="32">
                  <c:v>45169</c:v>
                </c:pt>
                <c:pt idx="33">
                  <c:v>45138</c:v>
                </c:pt>
                <c:pt idx="34">
                  <c:v>45107</c:v>
                </c:pt>
                <c:pt idx="35">
                  <c:v>45077</c:v>
                </c:pt>
                <c:pt idx="36">
                  <c:v>45046</c:v>
                </c:pt>
                <c:pt idx="37">
                  <c:v>45016</c:v>
                </c:pt>
                <c:pt idx="38">
                  <c:v>44985</c:v>
                </c:pt>
                <c:pt idx="39">
                  <c:v>44957</c:v>
                </c:pt>
                <c:pt idx="40">
                  <c:v>44926</c:v>
                </c:pt>
                <c:pt idx="41">
                  <c:v>44895</c:v>
                </c:pt>
                <c:pt idx="42">
                  <c:v>44865</c:v>
                </c:pt>
                <c:pt idx="43">
                  <c:v>44834</c:v>
                </c:pt>
                <c:pt idx="44">
                  <c:v>44804</c:v>
                </c:pt>
                <c:pt idx="45">
                  <c:v>44773</c:v>
                </c:pt>
                <c:pt idx="46">
                  <c:v>44742</c:v>
                </c:pt>
                <c:pt idx="47">
                  <c:v>44712</c:v>
                </c:pt>
                <c:pt idx="48">
                  <c:v>44681</c:v>
                </c:pt>
                <c:pt idx="49">
                  <c:v>44651</c:v>
                </c:pt>
                <c:pt idx="50">
                  <c:v>44620</c:v>
                </c:pt>
                <c:pt idx="51">
                  <c:v>44592</c:v>
                </c:pt>
                <c:pt idx="52">
                  <c:v>44561</c:v>
                </c:pt>
                <c:pt idx="53">
                  <c:v>44530</c:v>
                </c:pt>
                <c:pt idx="54">
                  <c:v>44500</c:v>
                </c:pt>
                <c:pt idx="55">
                  <c:v>44469</c:v>
                </c:pt>
                <c:pt idx="56">
                  <c:v>44439</c:v>
                </c:pt>
                <c:pt idx="57">
                  <c:v>44408</c:v>
                </c:pt>
                <c:pt idx="58">
                  <c:v>44377</c:v>
                </c:pt>
                <c:pt idx="59">
                  <c:v>44347</c:v>
                </c:pt>
                <c:pt idx="60">
                  <c:v>44316</c:v>
                </c:pt>
                <c:pt idx="61">
                  <c:v>44286</c:v>
                </c:pt>
                <c:pt idx="62">
                  <c:v>44255</c:v>
                </c:pt>
                <c:pt idx="63">
                  <c:v>44227</c:v>
                </c:pt>
              </c:numCache>
            </c:numRef>
          </c:cat>
          <c:val>
            <c:numRef>
              <c:f>'日本CPI 核心CPI'!$J$2:$J$65</c:f>
              <c:numCache>
                <c:formatCode>#,##0.00_ </c:formatCode>
                <c:ptCount val="64"/>
                <c:pt idx="0">
                  <c:v>1.4</c:v>
                </c:pt>
                <c:pt idx="1">
                  <c:v>1.8</c:v>
                </c:pt>
                <c:pt idx="2">
                  <c:v>1.6</c:v>
                </c:pt>
                <c:pt idx="3">
                  <c:v>2</c:v>
                </c:pt>
                <c:pt idx="4">
                  <c:v>2.4</c:v>
                </c:pt>
                <c:pt idx="5">
                  <c:v>3</c:v>
                </c:pt>
                <c:pt idx="6">
                  <c:v>3</c:v>
                </c:pt>
                <c:pt idx="7">
                  <c:v>2.9</c:v>
                </c:pt>
                <c:pt idx="8">
                  <c:v>2.7</c:v>
                </c:pt>
                <c:pt idx="9">
                  <c:v>3.1</c:v>
                </c:pt>
                <c:pt idx="10">
                  <c:v>3.3</c:v>
                </c:pt>
                <c:pt idx="11">
                  <c:v>3.7</c:v>
                </c:pt>
                <c:pt idx="12">
                  <c:v>3.5</c:v>
                </c:pt>
                <c:pt idx="13">
                  <c:v>3.2</c:v>
                </c:pt>
                <c:pt idx="14">
                  <c:v>3</c:v>
                </c:pt>
                <c:pt idx="15">
                  <c:v>3.2</c:v>
                </c:pt>
                <c:pt idx="16">
                  <c:v>3</c:v>
                </c:pt>
                <c:pt idx="17">
                  <c:v>2.7</c:v>
                </c:pt>
                <c:pt idx="18">
                  <c:v>2.2999999999999998</c:v>
                </c:pt>
                <c:pt idx="19">
                  <c:v>2.4</c:v>
                </c:pt>
                <c:pt idx="20">
                  <c:v>2.8</c:v>
                </c:pt>
                <c:pt idx="21">
                  <c:v>2.7</c:v>
                </c:pt>
                <c:pt idx="22">
                  <c:v>2.6</c:v>
                </c:pt>
                <c:pt idx="23">
                  <c:v>2.5</c:v>
                </c:pt>
                <c:pt idx="24">
                  <c:v>2.2000000000000002</c:v>
                </c:pt>
                <c:pt idx="25">
                  <c:v>2.6</c:v>
                </c:pt>
                <c:pt idx="26">
                  <c:v>2.8</c:v>
                </c:pt>
                <c:pt idx="27">
                  <c:v>2</c:v>
                </c:pt>
                <c:pt idx="28">
                  <c:v>2.2999999999999998</c:v>
                </c:pt>
                <c:pt idx="29">
                  <c:v>2.5</c:v>
                </c:pt>
                <c:pt idx="30">
                  <c:v>2.9</c:v>
                </c:pt>
                <c:pt idx="31">
                  <c:v>2.8</c:v>
                </c:pt>
                <c:pt idx="32">
                  <c:v>3.1</c:v>
                </c:pt>
                <c:pt idx="33">
                  <c:v>3.1</c:v>
                </c:pt>
                <c:pt idx="34">
                  <c:v>3.3</c:v>
                </c:pt>
                <c:pt idx="35">
                  <c:v>3.2</c:v>
                </c:pt>
                <c:pt idx="36">
                  <c:v>3.4</c:v>
                </c:pt>
                <c:pt idx="37">
                  <c:v>3.1</c:v>
                </c:pt>
                <c:pt idx="38">
                  <c:v>3.1</c:v>
                </c:pt>
                <c:pt idx="39">
                  <c:v>4.2</c:v>
                </c:pt>
                <c:pt idx="40">
                  <c:v>4</c:v>
                </c:pt>
                <c:pt idx="41">
                  <c:v>3.7</c:v>
                </c:pt>
                <c:pt idx="42">
                  <c:v>3.6</c:v>
                </c:pt>
                <c:pt idx="43">
                  <c:v>3</c:v>
                </c:pt>
                <c:pt idx="44">
                  <c:v>2.8</c:v>
                </c:pt>
                <c:pt idx="45">
                  <c:v>2.4</c:v>
                </c:pt>
                <c:pt idx="46">
                  <c:v>2.2000000000000002</c:v>
                </c:pt>
                <c:pt idx="47">
                  <c:v>2.1</c:v>
                </c:pt>
                <c:pt idx="48">
                  <c:v>2.1</c:v>
                </c:pt>
                <c:pt idx="49">
                  <c:v>0.8</c:v>
                </c:pt>
                <c:pt idx="50">
                  <c:v>0.6</c:v>
                </c:pt>
                <c:pt idx="51">
                  <c:v>0.2</c:v>
                </c:pt>
                <c:pt idx="52">
                  <c:v>0.5</c:v>
                </c:pt>
                <c:pt idx="53">
                  <c:v>0.5</c:v>
                </c:pt>
                <c:pt idx="54">
                  <c:v>0.1</c:v>
                </c:pt>
                <c:pt idx="55">
                  <c:v>0.1</c:v>
                </c:pt>
                <c:pt idx="56">
                  <c:v>0</c:v>
                </c:pt>
                <c:pt idx="57">
                  <c:v>-0.2</c:v>
                </c:pt>
                <c:pt idx="58">
                  <c:v>-0.5</c:v>
                </c:pt>
                <c:pt idx="59">
                  <c:v>-0.6</c:v>
                </c:pt>
                <c:pt idx="60">
                  <c:v>-0.9</c:v>
                </c:pt>
                <c:pt idx="61">
                  <c:v>-0.3</c:v>
                </c:pt>
                <c:pt idx="62">
                  <c:v>-0.5</c:v>
                </c:pt>
                <c:pt idx="63">
                  <c:v>-0.7</c:v>
                </c:pt>
              </c:numCache>
            </c:numRef>
          </c:val>
          <c:smooth val="0"/>
          <c:extLst>
            <c:ext xmlns:c16="http://schemas.microsoft.com/office/drawing/2014/chart" uri="{C3380CC4-5D6E-409C-BE32-E72D297353CC}">
              <c16:uniqueId val="{00000001-BF20-426E-9945-07F32DF37B9C}"/>
            </c:ext>
          </c:extLst>
        </c:ser>
        <c:ser>
          <c:idx val="2"/>
          <c:order val="2"/>
          <c:tx>
            <c:strRef>
              <c:f>'日本CPI 核心CPI'!$K$1</c:f>
              <c:strCache>
                <c:ptCount val="1"/>
                <c:pt idx="0">
                  <c:v>日本Core-core CPI(剔除新鲜食品和能源):当月同比</c:v>
                </c:pt>
              </c:strCache>
            </c:strRef>
          </c:tx>
          <c:spPr>
            <a:ln w="25400" cap="rnd">
              <a:solidFill>
                <a:srgbClr val="B8BFE4"/>
              </a:solidFill>
              <a:round/>
            </a:ln>
            <a:effectLst/>
          </c:spPr>
          <c:marker>
            <c:symbol val="none"/>
          </c:marker>
          <c:cat>
            <c:numRef>
              <c:f>'日本CPI 核心CPI'!$H$2:$H$65</c:f>
              <c:numCache>
                <c:formatCode>yyyy\-mm</c:formatCode>
                <c:ptCount val="64"/>
                <c:pt idx="0">
                  <c:v>46142</c:v>
                </c:pt>
                <c:pt idx="1">
                  <c:v>46112</c:v>
                </c:pt>
                <c:pt idx="2">
                  <c:v>46081</c:v>
                </c:pt>
                <c:pt idx="3">
                  <c:v>46053</c:v>
                </c:pt>
                <c:pt idx="4">
                  <c:v>46022</c:v>
                </c:pt>
                <c:pt idx="5">
                  <c:v>45991</c:v>
                </c:pt>
                <c:pt idx="6">
                  <c:v>45961</c:v>
                </c:pt>
                <c:pt idx="7">
                  <c:v>45930</c:v>
                </c:pt>
                <c:pt idx="8">
                  <c:v>45900</c:v>
                </c:pt>
                <c:pt idx="9">
                  <c:v>45869</c:v>
                </c:pt>
                <c:pt idx="10">
                  <c:v>45838</c:v>
                </c:pt>
                <c:pt idx="11">
                  <c:v>45808</c:v>
                </c:pt>
                <c:pt idx="12">
                  <c:v>45777</c:v>
                </c:pt>
                <c:pt idx="13">
                  <c:v>45747</c:v>
                </c:pt>
                <c:pt idx="14">
                  <c:v>45716</c:v>
                </c:pt>
                <c:pt idx="15">
                  <c:v>45688</c:v>
                </c:pt>
                <c:pt idx="16">
                  <c:v>45657</c:v>
                </c:pt>
                <c:pt idx="17">
                  <c:v>45626</c:v>
                </c:pt>
                <c:pt idx="18">
                  <c:v>45596</c:v>
                </c:pt>
                <c:pt idx="19">
                  <c:v>45565</c:v>
                </c:pt>
                <c:pt idx="20">
                  <c:v>45535</c:v>
                </c:pt>
                <c:pt idx="21">
                  <c:v>45504</c:v>
                </c:pt>
                <c:pt idx="22">
                  <c:v>45473</c:v>
                </c:pt>
                <c:pt idx="23">
                  <c:v>45443</c:v>
                </c:pt>
                <c:pt idx="24">
                  <c:v>45412</c:v>
                </c:pt>
                <c:pt idx="25">
                  <c:v>45382</c:v>
                </c:pt>
                <c:pt idx="26">
                  <c:v>45351</c:v>
                </c:pt>
                <c:pt idx="27">
                  <c:v>45322</c:v>
                </c:pt>
                <c:pt idx="28">
                  <c:v>45291</c:v>
                </c:pt>
                <c:pt idx="29">
                  <c:v>45260</c:v>
                </c:pt>
                <c:pt idx="30">
                  <c:v>45230</c:v>
                </c:pt>
                <c:pt idx="31">
                  <c:v>45199</c:v>
                </c:pt>
                <c:pt idx="32">
                  <c:v>45169</c:v>
                </c:pt>
                <c:pt idx="33">
                  <c:v>45138</c:v>
                </c:pt>
                <c:pt idx="34">
                  <c:v>45107</c:v>
                </c:pt>
                <c:pt idx="35">
                  <c:v>45077</c:v>
                </c:pt>
                <c:pt idx="36">
                  <c:v>45046</c:v>
                </c:pt>
                <c:pt idx="37">
                  <c:v>45016</c:v>
                </c:pt>
                <c:pt idx="38">
                  <c:v>44985</c:v>
                </c:pt>
                <c:pt idx="39">
                  <c:v>44957</c:v>
                </c:pt>
                <c:pt idx="40">
                  <c:v>44926</c:v>
                </c:pt>
                <c:pt idx="41">
                  <c:v>44895</c:v>
                </c:pt>
                <c:pt idx="42">
                  <c:v>44865</c:v>
                </c:pt>
                <c:pt idx="43">
                  <c:v>44834</c:v>
                </c:pt>
                <c:pt idx="44">
                  <c:v>44804</c:v>
                </c:pt>
                <c:pt idx="45">
                  <c:v>44773</c:v>
                </c:pt>
                <c:pt idx="46">
                  <c:v>44742</c:v>
                </c:pt>
                <c:pt idx="47">
                  <c:v>44712</c:v>
                </c:pt>
                <c:pt idx="48">
                  <c:v>44681</c:v>
                </c:pt>
                <c:pt idx="49">
                  <c:v>44651</c:v>
                </c:pt>
                <c:pt idx="50">
                  <c:v>44620</c:v>
                </c:pt>
                <c:pt idx="51">
                  <c:v>44592</c:v>
                </c:pt>
                <c:pt idx="52">
                  <c:v>44561</c:v>
                </c:pt>
                <c:pt idx="53">
                  <c:v>44530</c:v>
                </c:pt>
                <c:pt idx="54">
                  <c:v>44500</c:v>
                </c:pt>
                <c:pt idx="55">
                  <c:v>44469</c:v>
                </c:pt>
                <c:pt idx="56">
                  <c:v>44439</c:v>
                </c:pt>
                <c:pt idx="57">
                  <c:v>44408</c:v>
                </c:pt>
                <c:pt idx="58">
                  <c:v>44377</c:v>
                </c:pt>
                <c:pt idx="59">
                  <c:v>44347</c:v>
                </c:pt>
                <c:pt idx="60">
                  <c:v>44316</c:v>
                </c:pt>
                <c:pt idx="61">
                  <c:v>44286</c:v>
                </c:pt>
                <c:pt idx="62">
                  <c:v>44255</c:v>
                </c:pt>
                <c:pt idx="63">
                  <c:v>44227</c:v>
                </c:pt>
              </c:numCache>
            </c:numRef>
          </c:cat>
          <c:val>
            <c:numRef>
              <c:f>'日本CPI 核心CPI'!$K$2:$K$65</c:f>
              <c:numCache>
                <c:formatCode>#,##0.00_ </c:formatCode>
                <c:ptCount val="64"/>
                <c:pt idx="0">
                  <c:v>1.9</c:v>
                </c:pt>
                <c:pt idx="1">
                  <c:v>2.4</c:v>
                </c:pt>
                <c:pt idx="2">
                  <c:v>2.5</c:v>
                </c:pt>
                <c:pt idx="3">
                  <c:v>2.6</c:v>
                </c:pt>
                <c:pt idx="4">
                  <c:v>2.9</c:v>
                </c:pt>
                <c:pt idx="5">
                  <c:v>3</c:v>
                </c:pt>
                <c:pt idx="6">
                  <c:v>3.1</c:v>
                </c:pt>
                <c:pt idx="7">
                  <c:v>3</c:v>
                </c:pt>
                <c:pt idx="8">
                  <c:v>3.3</c:v>
                </c:pt>
                <c:pt idx="9">
                  <c:v>3.4</c:v>
                </c:pt>
                <c:pt idx="10">
                  <c:v>3.4</c:v>
                </c:pt>
                <c:pt idx="11">
                  <c:v>3.3</c:v>
                </c:pt>
                <c:pt idx="12">
                  <c:v>3</c:v>
                </c:pt>
                <c:pt idx="13">
                  <c:v>2.9</c:v>
                </c:pt>
                <c:pt idx="14">
                  <c:v>2.6</c:v>
                </c:pt>
                <c:pt idx="15">
                  <c:v>2.5</c:v>
                </c:pt>
                <c:pt idx="16">
                  <c:v>2.4</c:v>
                </c:pt>
                <c:pt idx="17">
                  <c:v>2.4</c:v>
                </c:pt>
                <c:pt idx="18">
                  <c:v>2.2999999999999998</c:v>
                </c:pt>
                <c:pt idx="19">
                  <c:v>2.1</c:v>
                </c:pt>
                <c:pt idx="20">
                  <c:v>2</c:v>
                </c:pt>
                <c:pt idx="21">
                  <c:v>1.9</c:v>
                </c:pt>
                <c:pt idx="22">
                  <c:v>2.2000000000000002</c:v>
                </c:pt>
                <c:pt idx="23">
                  <c:v>2.1</c:v>
                </c:pt>
                <c:pt idx="24">
                  <c:v>2.4</c:v>
                </c:pt>
                <c:pt idx="25">
                  <c:v>2.9</c:v>
                </c:pt>
                <c:pt idx="26">
                  <c:v>3.2</c:v>
                </c:pt>
                <c:pt idx="27">
                  <c:v>3.5</c:v>
                </c:pt>
                <c:pt idx="28">
                  <c:v>3.7</c:v>
                </c:pt>
                <c:pt idx="29">
                  <c:v>3.8</c:v>
                </c:pt>
                <c:pt idx="30">
                  <c:v>4</c:v>
                </c:pt>
                <c:pt idx="31">
                  <c:v>4.2</c:v>
                </c:pt>
                <c:pt idx="32">
                  <c:v>4.3</c:v>
                </c:pt>
                <c:pt idx="33">
                  <c:v>4.3</c:v>
                </c:pt>
                <c:pt idx="34">
                  <c:v>4.2</c:v>
                </c:pt>
                <c:pt idx="35">
                  <c:v>4.3</c:v>
                </c:pt>
                <c:pt idx="36">
                  <c:v>4.0999999999999996</c:v>
                </c:pt>
                <c:pt idx="37">
                  <c:v>3.8</c:v>
                </c:pt>
                <c:pt idx="38">
                  <c:v>3.5</c:v>
                </c:pt>
                <c:pt idx="39">
                  <c:v>3.2</c:v>
                </c:pt>
                <c:pt idx="40">
                  <c:v>3</c:v>
                </c:pt>
                <c:pt idx="41">
                  <c:v>2.8</c:v>
                </c:pt>
                <c:pt idx="42">
                  <c:v>2.5</c:v>
                </c:pt>
                <c:pt idx="43">
                  <c:v>1.8</c:v>
                </c:pt>
                <c:pt idx="44">
                  <c:v>1.6</c:v>
                </c:pt>
                <c:pt idx="45">
                  <c:v>1.2</c:v>
                </c:pt>
                <c:pt idx="46">
                  <c:v>1</c:v>
                </c:pt>
                <c:pt idx="47">
                  <c:v>0.8</c:v>
                </c:pt>
                <c:pt idx="48">
                  <c:v>0.8</c:v>
                </c:pt>
                <c:pt idx="49">
                  <c:v>-0.7</c:v>
                </c:pt>
                <c:pt idx="50">
                  <c:v>-1</c:v>
                </c:pt>
                <c:pt idx="51">
                  <c:v>-1.1000000000000001</c:v>
                </c:pt>
                <c:pt idx="52">
                  <c:v>-0.7</c:v>
                </c:pt>
                <c:pt idx="53">
                  <c:v>-0.6</c:v>
                </c:pt>
                <c:pt idx="54">
                  <c:v>-0.7</c:v>
                </c:pt>
                <c:pt idx="55">
                  <c:v>-0.5</c:v>
                </c:pt>
                <c:pt idx="56">
                  <c:v>-0.5</c:v>
                </c:pt>
                <c:pt idx="57">
                  <c:v>-0.6</c:v>
                </c:pt>
                <c:pt idx="58">
                  <c:v>-0.9</c:v>
                </c:pt>
                <c:pt idx="59">
                  <c:v>-0.9</c:v>
                </c:pt>
                <c:pt idx="60">
                  <c:v>-0.9</c:v>
                </c:pt>
                <c:pt idx="61">
                  <c:v>0</c:v>
                </c:pt>
                <c:pt idx="62">
                  <c:v>0</c:v>
                </c:pt>
                <c:pt idx="63">
                  <c:v>0</c:v>
                </c:pt>
              </c:numCache>
            </c:numRef>
          </c:val>
          <c:smooth val="0"/>
          <c:extLst>
            <c:ext xmlns:c16="http://schemas.microsoft.com/office/drawing/2014/chart" uri="{C3380CC4-5D6E-409C-BE32-E72D297353CC}">
              <c16:uniqueId val="{00000002-BF20-426E-9945-07F32DF37B9C}"/>
            </c:ext>
          </c:extLst>
        </c:ser>
        <c:dLbls>
          <c:showLegendKey val="0"/>
          <c:showVal val="0"/>
          <c:showCatName val="0"/>
          <c:showSerName val="0"/>
          <c:showPercent val="0"/>
          <c:showBubbleSize val="0"/>
        </c:dLbls>
        <c:smooth val="0"/>
        <c:axId val="2000000768"/>
        <c:axId val="2000000769"/>
      </c:lineChart>
      <c:dateAx>
        <c:axId val="2000000768"/>
        <c:scaling>
          <c:orientation val="minMax"/>
        </c:scaling>
        <c:delete val="0"/>
        <c:axPos val="b"/>
        <c:numFmt formatCode="m/d/yyyy" sourceLinked="0"/>
        <c:majorTickMark val="none"/>
        <c:minorTickMark val="none"/>
        <c:tickLblPos val="nextTo"/>
        <c:spPr>
          <a:noFill/>
          <a:ln w="6350" cap="flat" cmpd="sng" algn="ctr">
            <a:solidFill>
              <a:sysClr val="windowText" lastClr="000000"/>
            </a:solidFill>
            <a:round/>
          </a:ln>
          <a:effectLst/>
        </c:spPr>
        <c:txPr>
          <a:bodyPr rot="-6000000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0769"/>
        <c:crosses val="autoZero"/>
        <c:auto val="1"/>
        <c:lblOffset val="100"/>
        <c:baseTimeUnit val="months"/>
      </c:dateAx>
      <c:valAx>
        <c:axId val="2000000769"/>
        <c:scaling>
          <c:orientation val="minMax"/>
        </c:scaling>
        <c:delete val="0"/>
        <c:axPos val="l"/>
        <c:numFmt formatCode="#,##0.00_ " sourceLinked="1"/>
        <c:majorTickMark val="out"/>
        <c:minorTickMark val="none"/>
        <c:tickLblPos val="nextTo"/>
        <c:spPr>
          <a:noFill/>
          <a:ln>
            <a:noFill/>
          </a:ln>
          <a:effectLst/>
        </c:spPr>
        <c:txPr>
          <a:bodyPr rot="-6000000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0768"/>
        <c:crosses val="autoZero"/>
        <c:crossBetween val="between"/>
      </c:valAx>
      <c:spPr>
        <a:noFill/>
        <a:ln>
          <a:noFill/>
        </a:ln>
        <a:effectLst/>
      </c:spPr>
    </c:plotArea>
    <c:legend>
      <c:legendPos val="t"/>
      <c:legendEntry>
        <c:idx val="0"/>
        <c:txPr>
          <a:bodyPr rot="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egendEntry>
        <c:idx val="1"/>
        <c:txPr>
          <a:bodyPr rot="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egendEntry>
        <c:idx val="2"/>
        <c:txPr>
          <a:bodyPr rot="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overlay val="0"/>
      <c:spPr>
        <a:noFill/>
        <a:ln>
          <a:noFill/>
        </a:ln>
        <a:effectLst/>
      </c:spPr>
      <c:txPr>
        <a:bodyPr rot="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
    <c:plotVisOnly val="1"/>
    <c:dispBlanksAs val="gap"/>
    <c:showDLblsOverMax val="0"/>
  </c:chart>
  <c:spPr>
    <a:noFill/>
    <a:ln w="9525" cap="flat" cmpd="sng" algn="ctr">
      <a:noFill/>
      <a:round/>
    </a:ln>
    <a:effectLst/>
  </c:spPr>
  <c:txPr>
    <a:bodyPr/>
    <a:lstStyle/>
    <a:p>
      <a:pPr>
        <a:defRPr lang="zh-CN" sz="80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defRPr>
      </a:pPr>
      <a:endParaRPr lang="zh-CN"/>
    </a:p>
  </c:txPr>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6012646532004398E-2"/>
          <c:y val="0.174558204367605"/>
          <c:w val="0.84340643929044301"/>
          <c:h val="0.74717790047048405"/>
        </c:manualLayout>
      </c:layout>
      <c:lineChart>
        <c:grouping val="standard"/>
        <c:varyColors val="0"/>
        <c:ser>
          <c:idx val="0"/>
          <c:order val="0"/>
          <c:tx>
            <c:strRef>
              <c:f>'DXY, bond yield, USDJPY spot'!$B$2</c:f>
              <c:strCache>
                <c:ptCount val="1"/>
                <c:pt idx="0">
                  <c:v>美元指数</c:v>
                </c:pt>
              </c:strCache>
            </c:strRef>
          </c:tx>
          <c:spPr>
            <a:ln w="15875" cap="rnd" cmpd="sng">
              <a:solidFill>
                <a:srgbClr val="7C80C8"/>
              </a:solidFill>
              <a:prstDash val="solid"/>
              <a:round/>
            </a:ln>
            <a:effectLst/>
          </c:spPr>
          <c:marker>
            <c:symbol val="none"/>
          </c:marker>
          <c:cat>
            <c:numRef>
              <c:f>'DXY, bond yield, USDJPY spot'!$A$2612:$A$12125</c:f>
              <c:numCache>
                <c:formatCode>m/d/yyyy</c:formatCode>
                <c:ptCount val="9514"/>
                <c:pt idx="0">
                  <c:v>32874</c:v>
                </c:pt>
                <c:pt idx="1">
                  <c:v>32875</c:v>
                </c:pt>
                <c:pt idx="2">
                  <c:v>32876</c:v>
                </c:pt>
                <c:pt idx="3">
                  <c:v>32877</c:v>
                </c:pt>
                <c:pt idx="4">
                  <c:v>32878</c:v>
                </c:pt>
                <c:pt idx="5">
                  <c:v>32881</c:v>
                </c:pt>
                <c:pt idx="6">
                  <c:v>32882</c:v>
                </c:pt>
                <c:pt idx="7">
                  <c:v>32883</c:v>
                </c:pt>
                <c:pt idx="8">
                  <c:v>32884</c:v>
                </c:pt>
                <c:pt idx="9">
                  <c:v>32885</c:v>
                </c:pt>
                <c:pt idx="10">
                  <c:v>32888</c:v>
                </c:pt>
                <c:pt idx="11">
                  <c:v>32889</c:v>
                </c:pt>
                <c:pt idx="12">
                  <c:v>32890</c:v>
                </c:pt>
                <c:pt idx="13">
                  <c:v>32891</c:v>
                </c:pt>
                <c:pt idx="14">
                  <c:v>32892</c:v>
                </c:pt>
                <c:pt idx="15">
                  <c:v>32895</c:v>
                </c:pt>
                <c:pt idx="16">
                  <c:v>32896</c:v>
                </c:pt>
                <c:pt idx="17">
                  <c:v>32897</c:v>
                </c:pt>
                <c:pt idx="18">
                  <c:v>32898</c:v>
                </c:pt>
                <c:pt idx="19">
                  <c:v>32899</c:v>
                </c:pt>
                <c:pt idx="20">
                  <c:v>32902</c:v>
                </c:pt>
                <c:pt idx="21">
                  <c:v>32903</c:v>
                </c:pt>
                <c:pt idx="22">
                  <c:v>32904</c:v>
                </c:pt>
                <c:pt idx="23">
                  <c:v>32905</c:v>
                </c:pt>
                <c:pt idx="24">
                  <c:v>32906</c:v>
                </c:pt>
                <c:pt idx="25">
                  <c:v>32909</c:v>
                </c:pt>
                <c:pt idx="26">
                  <c:v>32910</c:v>
                </c:pt>
                <c:pt idx="27">
                  <c:v>32911</c:v>
                </c:pt>
                <c:pt idx="28">
                  <c:v>32912</c:v>
                </c:pt>
                <c:pt idx="29">
                  <c:v>32913</c:v>
                </c:pt>
                <c:pt idx="30">
                  <c:v>32916</c:v>
                </c:pt>
                <c:pt idx="31">
                  <c:v>32917</c:v>
                </c:pt>
                <c:pt idx="32">
                  <c:v>32918</c:v>
                </c:pt>
                <c:pt idx="33">
                  <c:v>32919</c:v>
                </c:pt>
                <c:pt idx="34">
                  <c:v>32920</c:v>
                </c:pt>
                <c:pt idx="35">
                  <c:v>32923</c:v>
                </c:pt>
                <c:pt idx="36">
                  <c:v>32924</c:v>
                </c:pt>
                <c:pt idx="37">
                  <c:v>32925</c:v>
                </c:pt>
                <c:pt idx="38">
                  <c:v>32926</c:v>
                </c:pt>
                <c:pt idx="39">
                  <c:v>32927</c:v>
                </c:pt>
                <c:pt idx="40">
                  <c:v>32930</c:v>
                </c:pt>
                <c:pt idx="41">
                  <c:v>32931</c:v>
                </c:pt>
                <c:pt idx="42">
                  <c:v>32932</c:v>
                </c:pt>
                <c:pt idx="43">
                  <c:v>32933</c:v>
                </c:pt>
                <c:pt idx="44">
                  <c:v>32934</c:v>
                </c:pt>
                <c:pt idx="45">
                  <c:v>32937</c:v>
                </c:pt>
                <c:pt idx="46">
                  <c:v>32938</c:v>
                </c:pt>
                <c:pt idx="47">
                  <c:v>32939</c:v>
                </c:pt>
                <c:pt idx="48">
                  <c:v>32940</c:v>
                </c:pt>
                <c:pt idx="49">
                  <c:v>32941</c:v>
                </c:pt>
                <c:pt idx="50">
                  <c:v>32944</c:v>
                </c:pt>
                <c:pt idx="51">
                  <c:v>32945</c:v>
                </c:pt>
                <c:pt idx="52">
                  <c:v>32946</c:v>
                </c:pt>
                <c:pt idx="53">
                  <c:v>32947</c:v>
                </c:pt>
                <c:pt idx="54">
                  <c:v>32948</c:v>
                </c:pt>
                <c:pt idx="55">
                  <c:v>32951</c:v>
                </c:pt>
                <c:pt idx="56">
                  <c:v>32952</c:v>
                </c:pt>
                <c:pt idx="57">
                  <c:v>32953</c:v>
                </c:pt>
                <c:pt idx="58">
                  <c:v>32954</c:v>
                </c:pt>
                <c:pt idx="59">
                  <c:v>32955</c:v>
                </c:pt>
                <c:pt idx="60">
                  <c:v>32958</c:v>
                </c:pt>
                <c:pt idx="61">
                  <c:v>32959</c:v>
                </c:pt>
                <c:pt idx="62">
                  <c:v>32960</c:v>
                </c:pt>
                <c:pt idx="63">
                  <c:v>32961</c:v>
                </c:pt>
                <c:pt idx="64">
                  <c:v>32962</c:v>
                </c:pt>
                <c:pt idx="65">
                  <c:v>32965</c:v>
                </c:pt>
                <c:pt idx="66">
                  <c:v>32966</c:v>
                </c:pt>
                <c:pt idx="67">
                  <c:v>32967</c:v>
                </c:pt>
                <c:pt idx="68">
                  <c:v>32968</c:v>
                </c:pt>
                <c:pt idx="69">
                  <c:v>32969</c:v>
                </c:pt>
                <c:pt idx="70">
                  <c:v>32972</c:v>
                </c:pt>
                <c:pt idx="71">
                  <c:v>32973</c:v>
                </c:pt>
                <c:pt idx="72">
                  <c:v>32974</c:v>
                </c:pt>
                <c:pt idx="73">
                  <c:v>32975</c:v>
                </c:pt>
                <c:pt idx="74">
                  <c:v>32976</c:v>
                </c:pt>
                <c:pt idx="75">
                  <c:v>32979</c:v>
                </c:pt>
                <c:pt idx="76">
                  <c:v>32980</c:v>
                </c:pt>
                <c:pt idx="77">
                  <c:v>32981</c:v>
                </c:pt>
                <c:pt idx="78">
                  <c:v>32982</c:v>
                </c:pt>
                <c:pt idx="79">
                  <c:v>32983</c:v>
                </c:pt>
                <c:pt idx="80">
                  <c:v>32986</c:v>
                </c:pt>
                <c:pt idx="81">
                  <c:v>32987</c:v>
                </c:pt>
                <c:pt idx="82">
                  <c:v>32988</c:v>
                </c:pt>
                <c:pt idx="83">
                  <c:v>32989</c:v>
                </c:pt>
                <c:pt idx="84">
                  <c:v>32990</c:v>
                </c:pt>
                <c:pt idx="85">
                  <c:v>32993</c:v>
                </c:pt>
                <c:pt idx="86">
                  <c:v>32994</c:v>
                </c:pt>
                <c:pt idx="87">
                  <c:v>32995</c:v>
                </c:pt>
                <c:pt idx="88">
                  <c:v>32996</c:v>
                </c:pt>
                <c:pt idx="89">
                  <c:v>32997</c:v>
                </c:pt>
                <c:pt idx="90">
                  <c:v>33000</c:v>
                </c:pt>
                <c:pt idx="91">
                  <c:v>33001</c:v>
                </c:pt>
                <c:pt idx="92">
                  <c:v>33002</c:v>
                </c:pt>
                <c:pt idx="93">
                  <c:v>33003</c:v>
                </c:pt>
                <c:pt idx="94">
                  <c:v>33004</c:v>
                </c:pt>
                <c:pt idx="95">
                  <c:v>33007</c:v>
                </c:pt>
                <c:pt idx="96">
                  <c:v>33008</c:v>
                </c:pt>
                <c:pt idx="97">
                  <c:v>33009</c:v>
                </c:pt>
                <c:pt idx="98">
                  <c:v>33010</c:v>
                </c:pt>
                <c:pt idx="99">
                  <c:v>33011</c:v>
                </c:pt>
                <c:pt idx="100">
                  <c:v>33014</c:v>
                </c:pt>
                <c:pt idx="101">
                  <c:v>33015</c:v>
                </c:pt>
                <c:pt idx="102">
                  <c:v>33016</c:v>
                </c:pt>
                <c:pt idx="103">
                  <c:v>33017</c:v>
                </c:pt>
                <c:pt idx="104">
                  <c:v>33018</c:v>
                </c:pt>
                <c:pt idx="105">
                  <c:v>33021</c:v>
                </c:pt>
                <c:pt idx="106">
                  <c:v>33022</c:v>
                </c:pt>
                <c:pt idx="107">
                  <c:v>33023</c:v>
                </c:pt>
                <c:pt idx="108">
                  <c:v>33024</c:v>
                </c:pt>
                <c:pt idx="109">
                  <c:v>33025</c:v>
                </c:pt>
                <c:pt idx="110">
                  <c:v>33028</c:v>
                </c:pt>
                <c:pt idx="111">
                  <c:v>33029</c:v>
                </c:pt>
                <c:pt idx="112">
                  <c:v>33030</c:v>
                </c:pt>
                <c:pt idx="113">
                  <c:v>33031</c:v>
                </c:pt>
                <c:pt idx="114">
                  <c:v>33032</c:v>
                </c:pt>
                <c:pt idx="115">
                  <c:v>33035</c:v>
                </c:pt>
                <c:pt idx="116">
                  <c:v>33036</c:v>
                </c:pt>
                <c:pt idx="117">
                  <c:v>33037</c:v>
                </c:pt>
                <c:pt idx="118">
                  <c:v>33038</c:v>
                </c:pt>
                <c:pt idx="119">
                  <c:v>33039</c:v>
                </c:pt>
                <c:pt idx="120">
                  <c:v>33042</c:v>
                </c:pt>
                <c:pt idx="121">
                  <c:v>33043</c:v>
                </c:pt>
                <c:pt idx="122">
                  <c:v>33044</c:v>
                </c:pt>
                <c:pt idx="123">
                  <c:v>33045</c:v>
                </c:pt>
                <c:pt idx="124">
                  <c:v>33046</c:v>
                </c:pt>
                <c:pt idx="125">
                  <c:v>33049</c:v>
                </c:pt>
                <c:pt idx="126">
                  <c:v>33050</c:v>
                </c:pt>
                <c:pt idx="127">
                  <c:v>33051</c:v>
                </c:pt>
                <c:pt idx="128">
                  <c:v>33052</c:v>
                </c:pt>
                <c:pt idx="129">
                  <c:v>33053</c:v>
                </c:pt>
                <c:pt idx="130">
                  <c:v>33056</c:v>
                </c:pt>
                <c:pt idx="131">
                  <c:v>33057</c:v>
                </c:pt>
                <c:pt idx="132">
                  <c:v>33058</c:v>
                </c:pt>
                <c:pt idx="133">
                  <c:v>33059</c:v>
                </c:pt>
                <c:pt idx="134">
                  <c:v>33060</c:v>
                </c:pt>
                <c:pt idx="135">
                  <c:v>33063</c:v>
                </c:pt>
                <c:pt idx="136">
                  <c:v>33064</c:v>
                </c:pt>
                <c:pt idx="137">
                  <c:v>33065</c:v>
                </c:pt>
                <c:pt idx="138">
                  <c:v>33066</c:v>
                </c:pt>
                <c:pt idx="139">
                  <c:v>33067</c:v>
                </c:pt>
                <c:pt idx="140">
                  <c:v>33070</c:v>
                </c:pt>
                <c:pt idx="141">
                  <c:v>33071</c:v>
                </c:pt>
                <c:pt idx="142">
                  <c:v>33072</c:v>
                </c:pt>
                <c:pt idx="143">
                  <c:v>33073</c:v>
                </c:pt>
                <c:pt idx="144">
                  <c:v>33074</c:v>
                </c:pt>
                <c:pt idx="145">
                  <c:v>33077</c:v>
                </c:pt>
                <c:pt idx="146">
                  <c:v>33078</c:v>
                </c:pt>
                <c:pt idx="147">
                  <c:v>33079</c:v>
                </c:pt>
                <c:pt idx="148">
                  <c:v>33080</c:v>
                </c:pt>
                <c:pt idx="149">
                  <c:v>33081</c:v>
                </c:pt>
                <c:pt idx="150">
                  <c:v>33084</c:v>
                </c:pt>
                <c:pt idx="151">
                  <c:v>33085</c:v>
                </c:pt>
                <c:pt idx="152">
                  <c:v>33086</c:v>
                </c:pt>
                <c:pt idx="153">
                  <c:v>33087</c:v>
                </c:pt>
                <c:pt idx="154">
                  <c:v>33088</c:v>
                </c:pt>
                <c:pt idx="155">
                  <c:v>33091</c:v>
                </c:pt>
                <c:pt idx="156">
                  <c:v>33092</c:v>
                </c:pt>
                <c:pt idx="157">
                  <c:v>33093</c:v>
                </c:pt>
                <c:pt idx="158">
                  <c:v>33094</c:v>
                </c:pt>
                <c:pt idx="159">
                  <c:v>33095</c:v>
                </c:pt>
                <c:pt idx="160">
                  <c:v>33098</c:v>
                </c:pt>
                <c:pt idx="161">
                  <c:v>33099</c:v>
                </c:pt>
                <c:pt idx="162">
                  <c:v>33100</c:v>
                </c:pt>
                <c:pt idx="163">
                  <c:v>33101</c:v>
                </c:pt>
                <c:pt idx="164">
                  <c:v>33102</c:v>
                </c:pt>
                <c:pt idx="165">
                  <c:v>33105</c:v>
                </c:pt>
                <c:pt idx="166">
                  <c:v>33106</c:v>
                </c:pt>
                <c:pt idx="167">
                  <c:v>33107</c:v>
                </c:pt>
                <c:pt idx="168">
                  <c:v>33108</c:v>
                </c:pt>
                <c:pt idx="169">
                  <c:v>33109</c:v>
                </c:pt>
                <c:pt idx="170">
                  <c:v>33112</c:v>
                </c:pt>
                <c:pt idx="171">
                  <c:v>33113</c:v>
                </c:pt>
                <c:pt idx="172">
                  <c:v>33114</c:v>
                </c:pt>
                <c:pt idx="173">
                  <c:v>33115</c:v>
                </c:pt>
                <c:pt idx="174">
                  <c:v>33116</c:v>
                </c:pt>
                <c:pt idx="175">
                  <c:v>33119</c:v>
                </c:pt>
                <c:pt idx="176">
                  <c:v>33120</c:v>
                </c:pt>
                <c:pt idx="177">
                  <c:v>33121</c:v>
                </c:pt>
                <c:pt idx="178">
                  <c:v>33122</c:v>
                </c:pt>
                <c:pt idx="179">
                  <c:v>33123</c:v>
                </c:pt>
                <c:pt idx="180">
                  <c:v>33126</c:v>
                </c:pt>
                <c:pt idx="181">
                  <c:v>33127</c:v>
                </c:pt>
                <c:pt idx="182">
                  <c:v>33128</c:v>
                </c:pt>
                <c:pt idx="183">
                  <c:v>33129</c:v>
                </c:pt>
                <c:pt idx="184">
                  <c:v>33130</c:v>
                </c:pt>
                <c:pt idx="185">
                  <c:v>33133</c:v>
                </c:pt>
                <c:pt idx="186">
                  <c:v>33134</c:v>
                </c:pt>
                <c:pt idx="187">
                  <c:v>33135</c:v>
                </c:pt>
                <c:pt idx="188">
                  <c:v>33136</c:v>
                </c:pt>
                <c:pt idx="189">
                  <c:v>33137</c:v>
                </c:pt>
                <c:pt idx="190">
                  <c:v>33140</c:v>
                </c:pt>
                <c:pt idx="191">
                  <c:v>33141</c:v>
                </c:pt>
                <c:pt idx="192">
                  <c:v>33142</c:v>
                </c:pt>
                <c:pt idx="193">
                  <c:v>33143</c:v>
                </c:pt>
                <c:pt idx="194">
                  <c:v>33144</c:v>
                </c:pt>
                <c:pt idx="195">
                  <c:v>33147</c:v>
                </c:pt>
                <c:pt idx="196">
                  <c:v>33148</c:v>
                </c:pt>
                <c:pt idx="197">
                  <c:v>33149</c:v>
                </c:pt>
                <c:pt idx="198">
                  <c:v>33150</c:v>
                </c:pt>
                <c:pt idx="199">
                  <c:v>33151</c:v>
                </c:pt>
                <c:pt idx="200">
                  <c:v>33154</c:v>
                </c:pt>
                <c:pt idx="201">
                  <c:v>33155</c:v>
                </c:pt>
                <c:pt idx="202">
                  <c:v>33156</c:v>
                </c:pt>
                <c:pt idx="203">
                  <c:v>33157</c:v>
                </c:pt>
                <c:pt idx="204">
                  <c:v>33158</c:v>
                </c:pt>
                <c:pt idx="205">
                  <c:v>33161</c:v>
                </c:pt>
                <c:pt idx="206">
                  <c:v>33162</c:v>
                </c:pt>
                <c:pt idx="207">
                  <c:v>33163</c:v>
                </c:pt>
                <c:pt idx="208">
                  <c:v>33164</c:v>
                </c:pt>
                <c:pt idx="209">
                  <c:v>33165</c:v>
                </c:pt>
                <c:pt idx="210">
                  <c:v>33168</c:v>
                </c:pt>
                <c:pt idx="211">
                  <c:v>33169</c:v>
                </c:pt>
                <c:pt idx="212">
                  <c:v>33170</c:v>
                </c:pt>
                <c:pt idx="213">
                  <c:v>33171</c:v>
                </c:pt>
                <c:pt idx="214">
                  <c:v>33172</c:v>
                </c:pt>
                <c:pt idx="215">
                  <c:v>33175</c:v>
                </c:pt>
                <c:pt idx="216">
                  <c:v>33176</c:v>
                </c:pt>
                <c:pt idx="217">
                  <c:v>33177</c:v>
                </c:pt>
                <c:pt idx="218">
                  <c:v>33178</c:v>
                </c:pt>
                <c:pt idx="219">
                  <c:v>33179</c:v>
                </c:pt>
                <c:pt idx="220">
                  <c:v>33182</c:v>
                </c:pt>
                <c:pt idx="221">
                  <c:v>33183</c:v>
                </c:pt>
                <c:pt idx="222">
                  <c:v>33184</c:v>
                </c:pt>
                <c:pt idx="223">
                  <c:v>33185</c:v>
                </c:pt>
                <c:pt idx="224">
                  <c:v>33186</c:v>
                </c:pt>
                <c:pt idx="225">
                  <c:v>33189</c:v>
                </c:pt>
                <c:pt idx="226">
                  <c:v>33190</c:v>
                </c:pt>
                <c:pt idx="227">
                  <c:v>33191</c:v>
                </c:pt>
                <c:pt idx="228">
                  <c:v>33192</c:v>
                </c:pt>
                <c:pt idx="229">
                  <c:v>33193</c:v>
                </c:pt>
                <c:pt idx="230">
                  <c:v>33196</c:v>
                </c:pt>
                <c:pt idx="231">
                  <c:v>33197</c:v>
                </c:pt>
                <c:pt idx="232">
                  <c:v>33198</c:v>
                </c:pt>
                <c:pt idx="233">
                  <c:v>33199</c:v>
                </c:pt>
                <c:pt idx="234">
                  <c:v>33200</c:v>
                </c:pt>
                <c:pt idx="235">
                  <c:v>33203</c:v>
                </c:pt>
                <c:pt idx="236">
                  <c:v>33204</c:v>
                </c:pt>
                <c:pt idx="237">
                  <c:v>33205</c:v>
                </c:pt>
                <c:pt idx="238">
                  <c:v>33206</c:v>
                </c:pt>
                <c:pt idx="239">
                  <c:v>33207</c:v>
                </c:pt>
                <c:pt idx="240">
                  <c:v>33210</c:v>
                </c:pt>
                <c:pt idx="241">
                  <c:v>33211</c:v>
                </c:pt>
                <c:pt idx="242">
                  <c:v>33212</c:v>
                </c:pt>
                <c:pt idx="243">
                  <c:v>33213</c:v>
                </c:pt>
                <c:pt idx="244">
                  <c:v>33214</c:v>
                </c:pt>
                <c:pt idx="245">
                  <c:v>33217</c:v>
                </c:pt>
                <c:pt idx="246">
                  <c:v>33218</c:v>
                </c:pt>
                <c:pt idx="247">
                  <c:v>33219</c:v>
                </c:pt>
                <c:pt idx="248">
                  <c:v>33220</c:v>
                </c:pt>
                <c:pt idx="249">
                  <c:v>33221</c:v>
                </c:pt>
                <c:pt idx="250">
                  <c:v>33224</c:v>
                </c:pt>
                <c:pt idx="251">
                  <c:v>33225</c:v>
                </c:pt>
                <c:pt idx="252">
                  <c:v>33226</c:v>
                </c:pt>
                <c:pt idx="253">
                  <c:v>33227</c:v>
                </c:pt>
                <c:pt idx="254">
                  <c:v>33228</c:v>
                </c:pt>
                <c:pt idx="255">
                  <c:v>33231</c:v>
                </c:pt>
                <c:pt idx="256">
                  <c:v>33232</c:v>
                </c:pt>
                <c:pt idx="257">
                  <c:v>33233</c:v>
                </c:pt>
                <c:pt idx="258">
                  <c:v>33234</c:v>
                </c:pt>
                <c:pt idx="259">
                  <c:v>33235</c:v>
                </c:pt>
                <c:pt idx="260">
                  <c:v>33238</c:v>
                </c:pt>
                <c:pt idx="261">
                  <c:v>33239</c:v>
                </c:pt>
                <c:pt idx="262">
                  <c:v>33240</c:v>
                </c:pt>
                <c:pt idx="263">
                  <c:v>33241</c:v>
                </c:pt>
                <c:pt idx="264">
                  <c:v>33242</c:v>
                </c:pt>
                <c:pt idx="265">
                  <c:v>33245</c:v>
                </c:pt>
                <c:pt idx="266">
                  <c:v>33246</c:v>
                </c:pt>
                <c:pt idx="267">
                  <c:v>33247</c:v>
                </c:pt>
                <c:pt idx="268">
                  <c:v>33248</c:v>
                </c:pt>
                <c:pt idx="269">
                  <c:v>33249</c:v>
                </c:pt>
                <c:pt idx="270">
                  <c:v>33252</c:v>
                </c:pt>
                <c:pt idx="271">
                  <c:v>33253</c:v>
                </c:pt>
                <c:pt idx="272">
                  <c:v>33254</c:v>
                </c:pt>
                <c:pt idx="273">
                  <c:v>33255</c:v>
                </c:pt>
                <c:pt idx="274">
                  <c:v>33256</c:v>
                </c:pt>
                <c:pt idx="275">
                  <c:v>33259</c:v>
                </c:pt>
                <c:pt idx="276">
                  <c:v>33260</c:v>
                </c:pt>
                <c:pt idx="277">
                  <c:v>33261</c:v>
                </c:pt>
                <c:pt idx="278">
                  <c:v>33262</c:v>
                </c:pt>
                <c:pt idx="279">
                  <c:v>33263</c:v>
                </c:pt>
                <c:pt idx="280">
                  <c:v>33266</c:v>
                </c:pt>
                <c:pt idx="281">
                  <c:v>33267</c:v>
                </c:pt>
                <c:pt idx="282">
                  <c:v>33268</c:v>
                </c:pt>
                <c:pt idx="283">
                  <c:v>33269</c:v>
                </c:pt>
                <c:pt idx="284">
                  <c:v>33270</c:v>
                </c:pt>
                <c:pt idx="285">
                  <c:v>33273</c:v>
                </c:pt>
                <c:pt idx="286">
                  <c:v>33274</c:v>
                </c:pt>
                <c:pt idx="287">
                  <c:v>33275</c:v>
                </c:pt>
                <c:pt idx="288">
                  <c:v>33276</c:v>
                </c:pt>
                <c:pt idx="289">
                  <c:v>33277</c:v>
                </c:pt>
                <c:pt idx="290">
                  <c:v>33280</c:v>
                </c:pt>
                <c:pt idx="291">
                  <c:v>33281</c:v>
                </c:pt>
                <c:pt idx="292">
                  <c:v>33282</c:v>
                </c:pt>
                <c:pt idx="293">
                  <c:v>33283</c:v>
                </c:pt>
                <c:pt idx="294">
                  <c:v>33284</c:v>
                </c:pt>
                <c:pt idx="295">
                  <c:v>33287</c:v>
                </c:pt>
                <c:pt idx="296">
                  <c:v>33288</c:v>
                </c:pt>
                <c:pt idx="297">
                  <c:v>33289</c:v>
                </c:pt>
                <c:pt idx="298">
                  <c:v>33290</c:v>
                </c:pt>
                <c:pt idx="299">
                  <c:v>33291</c:v>
                </c:pt>
                <c:pt idx="300">
                  <c:v>33294</c:v>
                </c:pt>
                <c:pt idx="301">
                  <c:v>33295</c:v>
                </c:pt>
                <c:pt idx="302">
                  <c:v>33296</c:v>
                </c:pt>
                <c:pt idx="303">
                  <c:v>33297</c:v>
                </c:pt>
                <c:pt idx="304">
                  <c:v>33298</c:v>
                </c:pt>
                <c:pt idx="305">
                  <c:v>33301</c:v>
                </c:pt>
                <c:pt idx="306">
                  <c:v>33302</c:v>
                </c:pt>
                <c:pt idx="307">
                  <c:v>33303</c:v>
                </c:pt>
                <c:pt idx="308">
                  <c:v>33304</c:v>
                </c:pt>
                <c:pt idx="309">
                  <c:v>33305</c:v>
                </c:pt>
                <c:pt idx="310">
                  <c:v>33308</c:v>
                </c:pt>
                <c:pt idx="311">
                  <c:v>33309</c:v>
                </c:pt>
                <c:pt idx="312">
                  <c:v>33310</c:v>
                </c:pt>
                <c:pt idx="313">
                  <c:v>33311</c:v>
                </c:pt>
                <c:pt idx="314">
                  <c:v>33312</c:v>
                </c:pt>
                <c:pt idx="315">
                  <c:v>33315</c:v>
                </c:pt>
                <c:pt idx="316">
                  <c:v>33316</c:v>
                </c:pt>
                <c:pt idx="317">
                  <c:v>33317</c:v>
                </c:pt>
                <c:pt idx="318">
                  <c:v>33318</c:v>
                </c:pt>
                <c:pt idx="319">
                  <c:v>33319</c:v>
                </c:pt>
                <c:pt idx="320">
                  <c:v>33322</c:v>
                </c:pt>
                <c:pt idx="321">
                  <c:v>33323</c:v>
                </c:pt>
                <c:pt idx="322">
                  <c:v>33324</c:v>
                </c:pt>
                <c:pt idx="323">
                  <c:v>33325</c:v>
                </c:pt>
                <c:pt idx="324">
                  <c:v>33326</c:v>
                </c:pt>
                <c:pt idx="325">
                  <c:v>33329</c:v>
                </c:pt>
                <c:pt idx="326">
                  <c:v>33330</c:v>
                </c:pt>
                <c:pt idx="327">
                  <c:v>33331</c:v>
                </c:pt>
                <c:pt idx="328">
                  <c:v>33332</c:v>
                </c:pt>
                <c:pt idx="329">
                  <c:v>33333</c:v>
                </c:pt>
                <c:pt idx="330">
                  <c:v>33336</c:v>
                </c:pt>
                <c:pt idx="331">
                  <c:v>33337</c:v>
                </c:pt>
                <c:pt idx="332">
                  <c:v>33338</c:v>
                </c:pt>
                <c:pt idx="333">
                  <c:v>33339</c:v>
                </c:pt>
                <c:pt idx="334">
                  <c:v>33340</c:v>
                </c:pt>
                <c:pt idx="335">
                  <c:v>33343</c:v>
                </c:pt>
                <c:pt idx="336">
                  <c:v>33344</c:v>
                </c:pt>
                <c:pt idx="337">
                  <c:v>33345</c:v>
                </c:pt>
                <c:pt idx="338">
                  <c:v>33346</c:v>
                </c:pt>
                <c:pt idx="339">
                  <c:v>33347</c:v>
                </c:pt>
                <c:pt idx="340">
                  <c:v>33350</c:v>
                </c:pt>
                <c:pt idx="341">
                  <c:v>33351</c:v>
                </c:pt>
                <c:pt idx="342">
                  <c:v>33352</c:v>
                </c:pt>
                <c:pt idx="343">
                  <c:v>33353</c:v>
                </c:pt>
                <c:pt idx="344">
                  <c:v>33354</c:v>
                </c:pt>
                <c:pt idx="345">
                  <c:v>33357</c:v>
                </c:pt>
                <c:pt idx="346">
                  <c:v>33358</c:v>
                </c:pt>
                <c:pt idx="347">
                  <c:v>33359</c:v>
                </c:pt>
                <c:pt idx="348">
                  <c:v>33360</c:v>
                </c:pt>
                <c:pt idx="349">
                  <c:v>33361</c:v>
                </c:pt>
                <c:pt idx="350">
                  <c:v>33364</c:v>
                </c:pt>
                <c:pt idx="351">
                  <c:v>33365</c:v>
                </c:pt>
                <c:pt idx="352">
                  <c:v>33366</c:v>
                </c:pt>
                <c:pt idx="353">
                  <c:v>33367</c:v>
                </c:pt>
                <c:pt idx="354">
                  <c:v>33368</c:v>
                </c:pt>
                <c:pt idx="355">
                  <c:v>33371</c:v>
                </c:pt>
                <c:pt idx="356">
                  <c:v>33372</c:v>
                </c:pt>
                <c:pt idx="357">
                  <c:v>33373</c:v>
                </c:pt>
                <c:pt idx="358">
                  <c:v>33374</c:v>
                </c:pt>
                <c:pt idx="359">
                  <c:v>33375</c:v>
                </c:pt>
                <c:pt idx="360">
                  <c:v>33378</c:v>
                </c:pt>
                <c:pt idx="361">
                  <c:v>33379</c:v>
                </c:pt>
                <c:pt idx="362">
                  <c:v>33380</c:v>
                </c:pt>
                <c:pt idx="363">
                  <c:v>33381</c:v>
                </c:pt>
                <c:pt idx="364">
                  <c:v>33382</c:v>
                </c:pt>
                <c:pt idx="365">
                  <c:v>33385</c:v>
                </c:pt>
                <c:pt idx="366">
                  <c:v>33386</c:v>
                </c:pt>
                <c:pt idx="367">
                  <c:v>33387</c:v>
                </c:pt>
                <c:pt idx="368">
                  <c:v>33388</c:v>
                </c:pt>
                <c:pt idx="369">
                  <c:v>33389</c:v>
                </c:pt>
                <c:pt idx="370">
                  <c:v>33392</c:v>
                </c:pt>
                <c:pt idx="371">
                  <c:v>33393</c:v>
                </c:pt>
                <c:pt idx="372">
                  <c:v>33394</c:v>
                </c:pt>
                <c:pt idx="373">
                  <c:v>33395</c:v>
                </c:pt>
                <c:pt idx="374">
                  <c:v>33396</c:v>
                </c:pt>
                <c:pt idx="375">
                  <c:v>33399</c:v>
                </c:pt>
                <c:pt idx="376">
                  <c:v>33400</c:v>
                </c:pt>
                <c:pt idx="377">
                  <c:v>33401</c:v>
                </c:pt>
                <c:pt idx="378">
                  <c:v>33402</c:v>
                </c:pt>
                <c:pt idx="379">
                  <c:v>33403</c:v>
                </c:pt>
                <c:pt idx="380">
                  <c:v>33406</c:v>
                </c:pt>
                <c:pt idx="381">
                  <c:v>33407</c:v>
                </c:pt>
                <c:pt idx="382">
                  <c:v>33408</c:v>
                </c:pt>
                <c:pt idx="383">
                  <c:v>33409</c:v>
                </c:pt>
                <c:pt idx="384">
                  <c:v>33410</c:v>
                </c:pt>
                <c:pt idx="385">
                  <c:v>33413</c:v>
                </c:pt>
                <c:pt idx="386">
                  <c:v>33414</c:v>
                </c:pt>
                <c:pt idx="387">
                  <c:v>33415</c:v>
                </c:pt>
                <c:pt idx="388">
                  <c:v>33416</c:v>
                </c:pt>
                <c:pt idx="389">
                  <c:v>33417</c:v>
                </c:pt>
                <c:pt idx="390">
                  <c:v>33420</c:v>
                </c:pt>
                <c:pt idx="391">
                  <c:v>33421</c:v>
                </c:pt>
                <c:pt idx="392">
                  <c:v>33422</c:v>
                </c:pt>
                <c:pt idx="393">
                  <c:v>33423</c:v>
                </c:pt>
                <c:pt idx="394">
                  <c:v>33424</c:v>
                </c:pt>
                <c:pt idx="395">
                  <c:v>33427</c:v>
                </c:pt>
                <c:pt idx="396">
                  <c:v>33428</c:v>
                </c:pt>
                <c:pt idx="397">
                  <c:v>33429</c:v>
                </c:pt>
                <c:pt idx="398">
                  <c:v>33430</c:v>
                </c:pt>
                <c:pt idx="399">
                  <c:v>33431</c:v>
                </c:pt>
                <c:pt idx="400">
                  <c:v>33434</c:v>
                </c:pt>
                <c:pt idx="401">
                  <c:v>33435</c:v>
                </c:pt>
                <c:pt idx="402">
                  <c:v>33436</c:v>
                </c:pt>
                <c:pt idx="403">
                  <c:v>33437</c:v>
                </c:pt>
                <c:pt idx="404">
                  <c:v>33438</c:v>
                </c:pt>
                <c:pt idx="405">
                  <c:v>33441</c:v>
                </c:pt>
                <c:pt idx="406">
                  <c:v>33442</c:v>
                </c:pt>
                <c:pt idx="407">
                  <c:v>33443</c:v>
                </c:pt>
                <c:pt idx="408">
                  <c:v>33444</c:v>
                </c:pt>
                <c:pt idx="409">
                  <c:v>33445</c:v>
                </c:pt>
                <c:pt idx="410">
                  <c:v>33448</c:v>
                </c:pt>
                <c:pt idx="411">
                  <c:v>33449</c:v>
                </c:pt>
                <c:pt idx="412">
                  <c:v>33450</c:v>
                </c:pt>
                <c:pt idx="413">
                  <c:v>33451</c:v>
                </c:pt>
                <c:pt idx="414">
                  <c:v>33452</c:v>
                </c:pt>
                <c:pt idx="415">
                  <c:v>33455</c:v>
                </c:pt>
                <c:pt idx="416">
                  <c:v>33456</c:v>
                </c:pt>
                <c:pt idx="417">
                  <c:v>33457</c:v>
                </c:pt>
                <c:pt idx="418">
                  <c:v>33458</c:v>
                </c:pt>
                <c:pt idx="419">
                  <c:v>33459</c:v>
                </c:pt>
                <c:pt idx="420">
                  <c:v>33462</c:v>
                </c:pt>
                <c:pt idx="421">
                  <c:v>33463</c:v>
                </c:pt>
                <c:pt idx="422">
                  <c:v>33464</c:v>
                </c:pt>
                <c:pt idx="423">
                  <c:v>33465</c:v>
                </c:pt>
                <c:pt idx="424">
                  <c:v>33466</c:v>
                </c:pt>
                <c:pt idx="425">
                  <c:v>33469</c:v>
                </c:pt>
                <c:pt idx="426">
                  <c:v>33470</c:v>
                </c:pt>
                <c:pt idx="427">
                  <c:v>33471</c:v>
                </c:pt>
                <c:pt idx="428">
                  <c:v>33472</c:v>
                </c:pt>
                <c:pt idx="429">
                  <c:v>33473</c:v>
                </c:pt>
                <c:pt idx="430">
                  <c:v>33476</c:v>
                </c:pt>
                <c:pt idx="431">
                  <c:v>33477</c:v>
                </c:pt>
                <c:pt idx="432">
                  <c:v>33478</c:v>
                </c:pt>
                <c:pt idx="433">
                  <c:v>33479</c:v>
                </c:pt>
                <c:pt idx="434">
                  <c:v>33480</c:v>
                </c:pt>
                <c:pt idx="435">
                  <c:v>33483</c:v>
                </c:pt>
                <c:pt idx="436">
                  <c:v>33484</c:v>
                </c:pt>
                <c:pt idx="437">
                  <c:v>33485</c:v>
                </c:pt>
                <c:pt idx="438">
                  <c:v>33486</c:v>
                </c:pt>
                <c:pt idx="439">
                  <c:v>33487</c:v>
                </c:pt>
                <c:pt idx="440">
                  <c:v>33490</c:v>
                </c:pt>
                <c:pt idx="441">
                  <c:v>33491</c:v>
                </c:pt>
                <c:pt idx="442">
                  <c:v>33492</c:v>
                </c:pt>
                <c:pt idx="443">
                  <c:v>33493</c:v>
                </c:pt>
                <c:pt idx="444">
                  <c:v>33494</c:v>
                </c:pt>
                <c:pt idx="445">
                  <c:v>33497</c:v>
                </c:pt>
                <c:pt idx="446">
                  <c:v>33498</c:v>
                </c:pt>
                <c:pt idx="447">
                  <c:v>33499</c:v>
                </c:pt>
                <c:pt idx="448">
                  <c:v>33500</c:v>
                </c:pt>
                <c:pt idx="449">
                  <c:v>33501</c:v>
                </c:pt>
                <c:pt idx="450">
                  <c:v>33504</c:v>
                </c:pt>
                <c:pt idx="451">
                  <c:v>33505</c:v>
                </c:pt>
                <c:pt idx="452">
                  <c:v>33506</c:v>
                </c:pt>
                <c:pt idx="453">
                  <c:v>33507</c:v>
                </c:pt>
                <c:pt idx="454">
                  <c:v>33508</c:v>
                </c:pt>
                <c:pt idx="455">
                  <c:v>33511</c:v>
                </c:pt>
                <c:pt idx="456">
                  <c:v>33512</c:v>
                </c:pt>
                <c:pt idx="457">
                  <c:v>33513</c:v>
                </c:pt>
                <c:pt idx="458">
                  <c:v>33514</c:v>
                </c:pt>
                <c:pt idx="459">
                  <c:v>33515</c:v>
                </c:pt>
                <c:pt idx="460">
                  <c:v>33518</c:v>
                </c:pt>
                <c:pt idx="461">
                  <c:v>33519</c:v>
                </c:pt>
                <c:pt idx="462">
                  <c:v>33520</c:v>
                </c:pt>
                <c:pt idx="463">
                  <c:v>33521</c:v>
                </c:pt>
                <c:pt idx="464">
                  <c:v>33522</c:v>
                </c:pt>
                <c:pt idx="465">
                  <c:v>33525</c:v>
                </c:pt>
                <c:pt idx="466">
                  <c:v>33526</c:v>
                </c:pt>
                <c:pt idx="467">
                  <c:v>33527</c:v>
                </c:pt>
                <c:pt idx="468">
                  <c:v>33528</c:v>
                </c:pt>
                <c:pt idx="469">
                  <c:v>33529</c:v>
                </c:pt>
                <c:pt idx="470">
                  <c:v>33532</c:v>
                </c:pt>
                <c:pt idx="471">
                  <c:v>33533</c:v>
                </c:pt>
                <c:pt idx="472">
                  <c:v>33534</c:v>
                </c:pt>
                <c:pt idx="473">
                  <c:v>33535</c:v>
                </c:pt>
                <c:pt idx="474">
                  <c:v>33536</c:v>
                </c:pt>
                <c:pt idx="475">
                  <c:v>33539</c:v>
                </c:pt>
                <c:pt idx="476">
                  <c:v>33540</c:v>
                </c:pt>
                <c:pt idx="477">
                  <c:v>33541</c:v>
                </c:pt>
                <c:pt idx="478">
                  <c:v>33542</c:v>
                </c:pt>
                <c:pt idx="479">
                  <c:v>33543</c:v>
                </c:pt>
                <c:pt idx="480">
                  <c:v>33546</c:v>
                </c:pt>
                <c:pt idx="481">
                  <c:v>33547</c:v>
                </c:pt>
                <c:pt idx="482">
                  <c:v>33548</c:v>
                </c:pt>
                <c:pt idx="483">
                  <c:v>33549</c:v>
                </c:pt>
                <c:pt idx="484">
                  <c:v>33550</c:v>
                </c:pt>
                <c:pt idx="485">
                  <c:v>33553</c:v>
                </c:pt>
                <c:pt idx="486">
                  <c:v>33554</c:v>
                </c:pt>
                <c:pt idx="487">
                  <c:v>33555</c:v>
                </c:pt>
                <c:pt idx="488">
                  <c:v>33556</c:v>
                </c:pt>
                <c:pt idx="489">
                  <c:v>33557</c:v>
                </c:pt>
                <c:pt idx="490">
                  <c:v>33560</c:v>
                </c:pt>
                <c:pt idx="491">
                  <c:v>33561</c:v>
                </c:pt>
                <c:pt idx="492">
                  <c:v>33562</c:v>
                </c:pt>
                <c:pt idx="493">
                  <c:v>33563</c:v>
                </c:pt>
                <c:pt idx="494">
                  <c:v>33564</c:v>
                </c:pt>
                <c:pt idx="495">
                  <c:v>33567</c:v>
                </c:pt>
                <c:pt idx="496">
                  <c:v>33568</c:v>
                </c:pt>
                <c:pt idx="497">
                  <c:v>33569</c:v>
                </c:pt>
                <c:pt idx="498">
                  <c:v>33570</c:v>
                </c:pt>
                <c:pt idx="499">
                  <c:v>33571</c:v>
                </c:pt>
                <c:pt idx="500">
                  <c:v>33574</c:v>
                </c:pt>
                <c:pt idx="501">
                  <c:v>33575</c:v>
                </c:pt>
                <c:pt idx="502">
                  <c:v>33576</c:v>
                </c:pt>
                <c:pt idx="503">
                  <c:v>33577</c:v>
                </c:pt>
                <c:pt idx="504">
                  <c:v>33578</c:v>
                </c:pt>
                <c:pt idx="505">
                  <c:v>33581</c:v>
                </c:pt>
                <c:pt idx="506">
                  <c:v>33582</c:v>
                </c:pt>
                <c:pt idx="507">
                  <c:v>33583</c:v>
                </c:pt>
                <c:pt idx="508">
                  <c:v>33584</c:v>
                </c:pt>
                <c:pt idx="509">
                  <c:v>33585</c:v>
                </c:pt>
                <c:pt idx="510">
                  <c:v>33588</c:v>
                </c:pt>
                <c:pt idx="511">
                  <c:v>33589</c:v>
                </c:pt>
                <c:pt idx="512">
                  <c:v>33590</c:v>
                </c:pt>
                <c:pt idx="513">
                  <c:v>33591</c:v>
                </c:pt>
                <c:pt idx="514">
                  <c:v>33592</c:v>
                </c:pt>
                <c:pt idx="515">
                  <c:v>33595</c:v>
                </c:pt>
                <c:pt idx="516">
                  <c:v>33596</c:v>
                </c:pt>
                <c:pt idx="517">
                  <c:v>33597</c:v>
                </c:pt>
                <c:pt idx="518">
                  <c:v>33598</c:v>
                </c:pt>
                <c:pt idx="519">
                  <c:v>33599</c:v>
                </c:pt>
                <c:pt idx="520">
                  <c:v>33602</c:v>
                </c:pt>
                <c:pt idx="521">
                  <c:v>33603</c:v>
                </c:pt>
                <c:pt idx="522">
                  <c:v>33604</c:v>
                </c:pt>
                <c:pt idx="523">
                  <c:v>33605</c:v>
                </c:pt>
                <c:pt idx="524">
                  <c:v>33606</c:v>
                </c:pt>
                <c:pt idx="525">
                  <c:v>33609</c:v>
                </c:pt>
                <c:pt idx="526">
                  <c:v>33610</c:v>
                </c:pt>
                <c:pt idx="527">
                  <c:v>33611</c:v>
                </c:pt>
                <c:pt idx="528">
                  <c:v>33612</c:v>
                </c:pt>
                <c:pt idx="529">
                  <c:v>33613</c:v>
                </c:pt>
                <c:pt idx="530">
                  <c:v>33616</c:v>
                </c:pt>
                <c:pt idx="531">
                  <c:v>33617</c:v>
                </c:pt>
                <c:pt idx="532">
                  <c:v>33618</c:v>
                </c:pt>
                <c:pt idx="533">
                  <c:v>33619</c:v>
                </c:pt>
                <c:pt idx="534">
                  <c:v>33620</c:v>
                </c:pt>
                <c:pt idx="535">
                  <c:v>33623</c:v>
                </c:pt>
                <c:pt idx="536">
                  <c:v>33624</c:v>
                </c:pt>
                <c:pt idx="537">
                  <c:v>33625</c:v>
                </c:pt>
                <c:pt idx="538">
                  <c:v>33626</c:v>
                </c:pt>
                <c:pt idx="539">
                  <c:v>33627</c:v>
                </c:pt>
                <c:pt idx="540">
                  <c:v>33630</c:v>
                </c:pt>
                <c:pt idx="541">
                  <c:v>33631</c:v>
                </c:pt>
                <c:pt idx="542">
                  <c:v>33632</c:v>
                </c:pt>
                <c:pt idx="543">
                  <c:v>33633</c:v>
                </c:pt>
                <c:pt idx="544">
                  <c:v>33634</c:v>
                </c:pt>
                <c:pt idx="545">
                  <c:v>33637</c:v>
                </c:pt>
                <c:pt idx="546">
                  <c:v>33638</c:v>
                </c:pt>
                <c:pt idx="547">
                  <c:v>33639</c:v>
                </c:pt>
                <c:pt idx="548">
                  <c:v>33640</c:v>
                </c:pt>
                <c:pt idx="549">
                  <c:v>33641</c:v>
                </c:pt>
                <c:pt idx="550">
                  <c:v>33644</c:v>
                </c:pt>
                <c:pt idx="551">
                  <c:v>33645</c:v>
                </c:pt>
                <c:pt idx="552">
                  <c:v>33646</c:v>
                </c:pt>
                <c:pt idx="553">
                  <c:v>33647</c:v>
                </c:pt>
                <c:pt idx="554">
                  <c:v>33648</c:v>
                </c:pt>
                <c:pt idx="555">
                  <c:v>33651</c:v>
                </c:pt>
                <c:pt idx="556">
                  <c:v>33652</c:v>
                </c:pt>
                <c:pt idx="557">
                  <c:v>33653</c:v>
                </c:pt>
                <c:pt idx="558">
                  <c:v>33654</c:v>
                </c:pt>
                <c:pt idx="559">
                  <c:v>33655</c:v>
                </c:pt>
                <c:pt idx="560">
                  <c:v>33658</c:v>
                </c:pt>
                <c:pt idx="561">
                  <c:v>33659</c:v>
                </c:pt>
                <c:pt idx="562">
                  <c:v>33660</c:v>
                </c:pt>
                <c:pt idx="563">
                  <c:v>33661</c:v>
                </c:pt>
                <c:pt idx="564">
                  <c:v>33662</c:v>
                </c:pt>
                <c:pt idx="565">
                  <c:v>33665</c:v>
                </c:pt>
                <c:pt idx="566">
                  <c:v>33666</c:v>
                </c:pt>
                <c:pt idx="567">
                  <c:v>33667</c:v>
                </c:pt>
                <c:pt idx="568">
                  <c:v>33668</c:v>
                </c:pt>
                <c:pt idx="569">
                  <c:v>33669</c:v>
                </c:pt>
                <c:pt idx="570">
                  <c:v>33672</c:v>
                </c:pt>
                <c:pt idx="571">
                  <c:v>33673</c:v>
                </c:pt>
                <c:pt idx="572">
                  <c:v>33674</c:v>
                </c:pt>
                <c:pt idx="573">
                  <c:v>33675</c:v>
                </c:pt>
                <c:pt idx="574">
                  <c:v>33676</c:v>
                </c:pt>
                <c:pt idx="575">
                  <c:v>33679</c:v>
                </c:pt>
                <c:pt idx="576">
                  <c:v>33680</c:v>
                </c:pt>
                <c:pt idx="577">
                  <c:v>33681</c:v>
                </c:pt>
                <c:pt idx="578">
                  <c:v>33682</c:v>
                </c:pt>
                <c:pt idx="579">
                  <c:v>33683</c:v>
                </c:pt>
                <c:pt idx="580">
                  <c:v>33686</c:v>
                </c:pt>
                <c:pt idx="581">
                  <c:v>33687</c:v>
                </c:pt>
                <c:pt idx="582">
                  <c:v>33688</c:v>
                </c:pt>
                <c:pt idx="583">
                  <c:v>33689</c:v>
                </c:pt>
                <c:pt idx="584">
                  <c:v>33690</c:v>
                </c:pt>
                <c:pt idx="585">
                  <c:v>33693</c:v>
                </c:pt>
                <c:pt idx="586">
                  <c:v>33694</c:v>
                </c:pt>
                <c:pt idx="587">
                  <c:v>33695</c:v>
                </c:pt>
                <c:pt idx="588">
                  <c:v>33696</c:v>
                </c:pt>
                <c:pt idx="589">
                  <c:v>33697</c:v>
                </c:pt>
                <c:pt idx="590">
                  <c:v>33700</c:v>
                </c:pt>
                <c:pt idx="591">
                  <c:v>33701</c:v>
                </c:pt>
                <c:pt idx="592">
                  <c:v>33702</c:v>
                </c:pt>
                <c:pt idx="593">
                  <c:v>33703</c:v>
                </c:pt>
                <c:pt idx="594">
                  <c:v>33704</c:v>
                </c:pt>
                <c:pt idx="595">
                  <c:v>33707</c:v>
                </c:pt>
                <c:pt idx="596">
                  <c:v>33708</c:v>
                </c:pt>
                <c:pt idx="597">
                  <c:v>33709</c:v>
                </c:pt>
                <c:pt idx="598">
                  <c:v>33710</c:v>
                </c:pt>
                <c:pt idx="599">
                  <c:v>33711</c:v>
                </c:pt>
                <c:pt idx="600">
                  <c:v>33714</c:v>
                </c:pt>
                <c:pt idx="601">
                  <c:v>33715</c:v>
                </c:pt>
                <c:pt idx="602">
                  <c:v>33716</c:v>
                </c:pt>
                <c:pt idx="603">
                  <c:v>33717</c:v>
                </c:pt>
                <c:pt idx="604">
                  <c:v>33718</c:v>
                </c:pt>
                <c:pt idx="605">
                  <c:v>33721</c:v>
                </c:pt>
                <c:pt idx="606">
                  <c:v>33722</c:v>
                </c:pt>
                <c:pt idx="607">
                  <c:v>33723</c:v>
                </c:pt>
                <c:pt idx="608">
                  <c:v>33724</c:v>
                </c:pt>
                <c:pt idx="609">
                  <c:v>33725</c:v>
                </c:pt>
                <c:pt idx="610">
                  <c:v>33728</c:v>
                </c:pt>
                <c:pt idx="611">
                  <c:v>33729</c:v>
                </c:pt>
                <c:pt idx="612">
                  <c:v>33730</c:v>
                </c:pt>
                <c:pt idx="613">
                  <c:v>33731</c:v>
                </c:pt>
                <c:pt idx="614">
                  <c:v>33732</c:v>
                </c:pt>
                <c:pt idx="615">
                  <c:v>33735</c:v>
                </c:pt>
                <c:pt idx="616">
                  <c:v>33736</c:v>
                </c:pt>
                <c:pt idx="617">
                  <c:v>33737</c:v>
                </c:pt>
                <c:pt idx="618">
                  <c:v>33738</c:v>
                </c:pt>
                <c:pt idx="619">
                  <c:v>33739</c:v>
                </c:pt>
                <c:pt idx="620">
                  <c:v>33742</c:v>
                </c:pt>
                <c:pt idx="621">
                  <c:v>33743</c:v>
                </c:pt>
                <c:pt idx="622">
                  <c:v>33744</c:v>
                </c:pt>
                <c:pt idx="623">
                  <c:v>33745</c:v>
                </c:pt>
                <c:pt idx="624">
                  <c:v>33746</c:v>
                </c:pt>
                <c:pt idx="625">
                  <c:v>33749</c:v>
                </c:pt>
                <c:pt idx="626">
                  <c:v>33750</c:v>
                </c:pt>
                <c:pt idx="627">
                  <c:v>33751</c:v>
                </c:pt>
                <c:pt idx="628">
                  <c:v>33752</c:v>
                </c:pt>
                <c:pt idx="629">
                  <c:v>33753</c:v>
                </c:pt>
                <c:pt idx="630">
                  <c:v>33756</c:v>
                </c:pt>
                <c:pt idx="631">
                  <c:v>33757</c:v>
                </c:pt>
                <c:pt idx="632">
                  <c:v>33758</c:v>
                </c:pt>
                <c:pt idx="633">
                  <c:v>33759</c:v>
                </c:pt>
                <c:pt idx="634">
                  <c:v>33760</c:v>
                </c:pt>
                <c:pt idx="635">
                  <c:v>33763</c:v>
                </c:pt>
                <c:pt idx="636">
                  <c:v>33764</c:v>
                </c:pt>
                <c:pt idx="637">
                  <c:v>33765</c:v>
                </c:pt>
                <c:pt idx="638">
                  <c:v>33766</c:v>
                </c:pt>
                <c:pt idx="639">
                  <c:v>33767</c:v>
                </c:pt>
                <c:pt idx="640">
                  <c:v>33770</c:v>
                </c:pt>
                <c:pt idx="641">
                  <c:v>33771</c:v>
                </c:pt>
                <c:pt idx="642">
                  <c:v>33772</c:v>
                </c:pt>
                <c:pt idx="643">
                  <c:v>33773</c:v>
                </c:pt>
                <c:pt idx="644">
                  <c:v>33774</c:v>
                </c:pt>
                <c:pt idx="645">
                  <c:v>33777</c:v>
                </c:pt>
                <c:pt idx="646">
                  <c:v>33778</c:v>
                </c:pt>
                <c:pt idx="647">
                  <c:v>33779</c:v>
                </c:pt>
                <c:pt idx="648">
                  <c:v>33780</c:v>
                </c:pt>
                <c:pt idx="649">
                  <c:v>33781</c:v>
                </c:pt>
                <c:pt idx="650">
                  <c:v>33784</c:v>
                </c:pt>
                <c:pt idx="651">
                  <c:v>33785</c:v>
                </c:pt>
                <c:pt idx="652">
                  <c:v>33786</c:v>
                </c:pt>
                <c:pt idx="653">
                  <c:v>33787</c:v>
                </c:pt>
                <c:pt idx="654">
                  <c:v>33788</c:v>
                </c:pt>
                <c:pt idx="655">
                  <c:v>33791</c:v>
                </c:pt>
                <c:pt idx="656">
                  <c:v>33792</c:v>
                </c:pt>
                <c:pt idx="657">
                  <c:v>33793</c:v>
                </c:pt>
                <c:pt idx="658">
                  <c:v>33794</c:v>
                </c:pt>
                <c:pt idx="659">
                  <c:v>33795</c:v>
                </c:pt>
                <c:pt idx="660">
                  <c:v>33798</c:v>
                </c:pt>
                <c:pt idx="661">
                  <c:v>33799</c:v>
                </c:pt>
                <c:pt idx="662">
                  <c:v>33800</c:v>
                </c:pt>
                <c:pt idx="663">
                  <c:v>33801</c:v>
                </c:pt>
                <c:pt idx="664">
                  <c:v>33802</c:v>
                </c:pt>
                <c:pt idx="665">
                  <c:v>33805</c:v>
                </c:pt>
                <c:pt idx="666">
                  <c:v>33806</c:v>
                </c:pt>
                <c:pt idx="667">
                  <c:v>33807</c:v>
                </c:pt>
                <c:pt idx="668">
                  <c:v>33808</c:v>
                </c:pt>
                <c:pt idx="669">
                  <c:v>33809</c:v>
                </c:pt>
                <c:pt idx="670">
                  <c:v>33812</c:v>
                </c:pt>
                <c:pt idx="671">
                  <c:v>33813</c:v>
                </c:pt>
                <c:pt idx="672">
                  <c:v>33814</c:v>
                </c:pt>
                <c:pt idx="673">
                  <c:v>33815</c:v>
                </c:pt>
                <c:pt idx="674">
                  <c:v>33816</c:v>
                </c:pt>
                <c:pt idx="675">
                  <c:v>33819</c:v>
                </c:pt>
                <c:pt idx="676">
                  <c:v>33820</c:v>
                </c:pt>
                <c:pt idx="677">
                  <c:v>33821</c:v>
                </c:pt>
                <c:pt idx="678">
                  <c:v>33822</c:v>
                </c:pt>
                <c:pt idx="679">
                  <c:v>33823</c:v>
                </c:pt>
                <c:pt idx="680">
                  <c:v>33826</c:v>
                </c:pt>
                <c:pt idx="681">
                  <c:v>33827</c:v>
                </c:pt>
                <c:pt idx="682">
                  <c:v>33828</c:v>
                </c:pt>
                <c:pt idx="683">
                  <c:v>33829</c:v>
                </c:pt>
                <c:pt idx="684">
                  <c:v>33830</c:v>
                </c:pt>
                <c:pt idx="685">
                  <c:v>33833</c:v>
                </c:pt>
                <c:pt idx="686">
                  <c:v>33834</c:v>
                </c:pt>
                <c:pt idx="687">
                  <c:v>33835</c:v>
                </c:pt>
                <c:pt idx="688">
                  <c:v>33836</c:v>
                </c:pt>
                <c:pt idx="689">
                  <c:v>33837</c:v>
                </c:pt>
                <c:pt idx="690">
                  <c:v>33840</c:v>
                </c:pt>
                <c:pt idx="691">
                  <c:v>33841</c:v>
                </c:pt>
                <c:pt idx="692">
                  <c:v>33842</c:v>
                </c:pt>
                <c:pt idx="693">
                  <c:v>33843</c:v>
                </c:pt>
                <c:pt idx="694">
                  <c:v>33844</c:v>
                </c:pt>
                <c:pt idx="695">
                  <c:v>33847</c:v>
                </c:pt>
                <c:pt idx="696">
                  <c:v>33848</c:v>
                </c:pt>
                <c:pt idx="697">
                  <c:v>33849</c:v>
                </c:pt>
                <c:pt idx="698">
                  <c:v>33850</c:v>
                </c:pt>
                <c:pt idx="699">
                  <c:v>33851</c:v>
                </c:pt>
                <c:pt idx="700">
                  <c:v>33854</c:v>
                </c:pt>
                <c:pt idx="701">
                  <c:v>33855</c:v>
                </c:pt>
                <c:pt idx="702">
                  <c:v>33856</c:v>
                </c:pt>
                <c:pt idx="703">
                  <c:v>33857</c:v>
                </c:pt>
                <c:pt idx="704">
                  <c:v>33858</c:v>
                </c:pt>
                <c:pt idx="705">
                  <c:v>33861</c:v>
                </c:pt>
                <c:pt idx="706">
                  <c:v>33862</c:v>
                </c:pt>
                <c:pt idx="707">
                  <c:v>33863</c:v>
                </c:pt>
                <c:pt idx="708">
                  <c:v>33864</c:v>
                </c:pt>
                <c:pt idx="709">
                  <c:v>33865</c:v>
                </c:pt>
                <c:pt idx="710">
                  <c:v>33868</c:v>
                </c:pt>
                <c:pt idx="711">
                  <c:v>33869</c:v>
                </c:pt>
                <c:pt idx="712">
                  <c:v>33870</c:v>
                </c:pt>
                <c:pt idx="713">
                  <c:v>33871</c:v>
                </c:pt>
                <c:pt idx="714">
                  <c:v>33872</c:v>
                </c:pt>
                <c:pt idx="715">
                  <c:v>33875</c:v>
                </c:pt>
                <c:pt idx="716">
                  <c:v>33876</c:v>
                </c:pt>
                <c:pt idx="717">
                  <c:v>33877</c:v>
                </c:pt>
                <c:pt idx="718">
                  <c:v>33878</c:v>
                </c:pt>
                <c:pt idx="719">
                  <c:v>33879</c:v>
                </c:pt>
                <c:pt idx="720">
                  <c:v>33882</c:v>
                </c:pt>
                <c:pt idx="721">
                  <c:v>33883</c:v>
                </c:pt>
                <c:pt idx="722">
                  <c:v>33884</c:v>
                </c:pt>
                <c:pt idx="723">
                  <c:v>33885</c:v>
                </c:pt>
                <c:pt idx="724">
                  <c:v>33886</c:v>
                </c:pt>
                <c:pt idx="725">
                  <c:v>33889</c:v>
                </c:pt>
                <c:pt idx="726">
                  <c:v>33890</c:v>
                </c:pt>
                <c:pt idx="727">
                  <c:v>33891</c:v>
                </c:pt>
                <c:pt idx="728">
                  <c:v>33892</c:v>
                </c:pt>
                <c:pt idx="729">
                  <c:v>33893</c:v>
                </c:pt>
                <c:pt idx="730">
                  <c:v>33896</c:v>
                </c:pt>
                <c:pt idx="731">
                  <c:v>33897</c:v>
                </c:pt>
                <c:pt idx="732">
                  <c:v>33898</c:v>
                </c:pt>
                <c:pt idx="733">
                  <c:v>33899</c:v>
                </c:pt>
                <c:pt idx="734">
                  <c:v>33900</c:v>
                </c:pt>
                <c:pt idx="735">
                  <c:v>33903</c:v>
                </c:pt>
                <c:pt idx="736">
                  <c:v>33904</c:v>
                </c:pt>
                <c:pt idx="737">
                  <c:v>33905</c:v>
                </c:pt>
                <c:pt idx="738">
                  <c:v>33906</c:v>
                </c:pt>
                <c:pt idx="739">
                  <c:v>33907</c:v>
                </c:pt>
                <c:pt idx="740">
                  <c:v>33910</c:v>
                </c:pt>
                <c:pt idx="741">
                  <c:v>33911</c:v>
                </c:pt>
                <c:pt idx="742">
                  <c:v>33912</c:v>
                </c:pt>
                <c:pt idx="743">
                  <c:v>33913</c:v>
                </c:pt>
                <c:pt idx="744">
                  <c:v>33914</c:v>
                </c:pt>
                <c:pt idx="745">
                  <c:v>33917</c:v>
                </c:pt>
                <c:pt idx="746">
                  <c:v>33918</c:v>
                </c:pt>
                <c:pt idx="747">
                  <c:v>33919</c:v>
                </c:pt>
                <c:pt idx="748">
                  <c:v>33920</c:v>
                </c:pt>
                <c:pt idx="749">
                  <c:v>33921</c:v>
                </c:pt>
                <c:pt idx="750">
                  <c:v>33924</c:v>
                </c:pt>
                <c:pt idx="751">
                  <c:v>33925</c:v>
                </c:pt>
                <c:pt idx="752">
                  <c:v>33926</c:v>
                </c:pt>
                <c:pt idx="753">
                  <c:v>33927</c:v>
                </c:pt>
                <c:pt idx="754">
                  <c:v>33928</c:v>
                </c:pt>
                <c:pt idx="755">
                  <c:v>33931</c:v>
                </c:pt>
                <c:pt idx="756">
                  <c:v>33932</c:v>
                </c:pt>
                <c:pt idx="757">
                  <c:v>33933</c:v>
                </c:pt>
                <c:pt idx="758">
                  <c:v>33934</c:v>
                </c:pt>
                <c:pt idx="759">
                  <c:v>33935</c:v>
                </c:pt>
                <c:pt idx="760">
                  <c:v>33938</c:v>
                </c:pt>
                <c:pt idx="761">
                  <c:v>33939</c:v>
                </c:pt>
                <c:pt idx="762">
                  <c:v>33940</c:v>
                </c:pt>
                <c:pt idx="763">
                  <c:v>33941</c:v>
                </c:pt>
                <c:pt idx="764">
                  <c:v>33942</c:v>
                </c:pt>
                <c:pt idx="765">
                  <c:v>33945</c:v>
                </c:pt>
                <c:pt idx="766">
                  <c:v>33946</c:v>
                </c:pt>
                <c:pt idx="767">
                  <c:v>33947</c:v>
                </c:pt>
                <c:pt idx="768">
                  <c:v>33948</c:v>
                </c:pt>
                <c:pt idx="769">
                  <c:v>33949</c:v>
                </c:pt>
                <c:pt idx="770">
                  <c:v>33952</c:v>
                </c:pt>
                <c:pt idx="771">
                  <c:v>33953</c:v>
                </c:pt>
                <c:pt idx="772">
                  <c:v>33954</c:v>
                </c:pt>
                <c:pt idx="773">
                  <c:v>33955</c:v>
                </c:pt>
                <c:pt idx="774">
                  <c:v>33956</c:v>
                </c:pt>
                <c:pt idx="775">
                  <c:v>33959</c:v>
                </c:pt>
                <c:pt idx="776">
                  <c:v>33960</c:v>
                </c:pt>
                <c:pt idx="777">
                  <c:v>33961</c:v>
                </c:pt>
                <c:pt idx="778">
                  <c:v>33962</c:v>
                </c:pt>
                <c:pt idx="779">
                  <c:v>33963</c:v>
                </c:pt>
                <c:pt idx="780">
                  <c:v>33966</c:v>
                </c:pt>
                <c:pt idx="781">
                  <c:v>33967</c:v>
                </c:pt>
                <c:pt idx="782">
                  <c:v>33968</c:v>
                </c:pt>
                <c:pt idx="783">
                  <c:v>33969</c:v>
                </c:pt>
                <c:pt idx="784">
                  <c:v>33970</c:v>
                </c:pt>
                <c:pt idx="785">
                  <c:v>33973</c:v>
                </c:pt>
                <c:pt idx="786">
                  <c:v>33974</c:v>
                </c:pt>
                <c:pt idx="787">
                  <c:v>33975</c:v>
                </c:pt>
                <c:pt idx="788">
                  <c:v>33976</c:v>
                </c:pt>
                <c:pt idx="789">
                  <c:v>33977</c:v>
                </c:pt>
                <c:pt idx="790">
                  <c:v>33980</c:v>
                </c:pt>
                <c:pt idx="791">
                  <c:v>33981</c:v>
                </c:pt>
                <c:pt idx="792">
                  <c:v>33982</c:v>
                </c:pt>
                <c:pt idx="793">
                  <c:v>33983</c:v>
                </c:pt>
                <c:pt idx="794">
                  <c:v>33984</c:v>
                </c:pt>
                <c:pt idx="795">
                  <c:v>33987</c:v>
                </c:pt>
                <c:pt idx="796">
                  <c:v>33988</c:v>
                </c:pt>
                <c:pt idx="797">
                  <c:v>33989</c:v>
                </c:pt>
                <c:pt idx="798">
                  <c:v>33990</c:v>
                </c:pt>
                <c:pt idx="799">
                  <c:v>33991</c:v>
                </c:pt>
                <c:pt idx="800">
                  <c:v>33994</c:v>
                </c:pt>
                <c:pt idx="801">
                  <c:v>33995</c:v>
                </c:pt>
                <c:pt idx="802">
                  <c:v>33996</c:v>
                </c:pt>
                <c:pt idx="803">
                  <c:v>33997</c:v>
                </c:pt>
                <c:pt idx="804">
                  <c:v>33998</c:v>
                </c:pt>
                <c:pt idx="805">
                  <c:v>34001</c:v>
                </c:pt>
                <c:pt idx="806">
                  <c:v>34002</c:v>
                </c:pt>
                <c:pt idx="807">
                  <c:v>34003</c:v>
                </c:pt>
                <c:pt idx="808">
                  <c:v>34004</c:v>
                </c:pt>
                <c:pt idx="809">
                  <c:v>34005</c:v>
                </c:pt>
                <c:pt idx="810">
                  <c:v>34008</c:v>
                </c:pt>
                <c:pt idx="811">
                  <c:v>34009</c:v>
                </c:pt>
                <c:pt idx="812">
                  <c:v>34010</c:v>
                </c:pt>
                <c:pt idx="813">
                  <c:v>34011</c:v>
                </c:pt>
                <c:pt idx="814">
                  <c:v>34012</c:v>
                </c:pt>
                <c:pt idx="815">
                  <c:v>34015</c:v>
                </c:pt>
                <c:pt idx="816">
                  <c:v>34016</c:v>
                </c:pt>
                <c:pt idx="817">
                  <c:v>34017</c:v>
                </c:pt>
                <c:pt idx="818">
                  <c:v>34018</c:v>
                </c:pt>
                <c:pt idx="819">
                  <c:v>34019</c:v>
                </c:pt>
                <c:pt idx="820">
                  <c:v>34022</c:v>
                </c:pt>
                <c:pt idx="821">
                  <c:v>34023</c:v>
                </c:pt>
                <c:pt idx="822">
                  <c:v>34024</c:v>
                </c:pt>
                <c:pt idx="823">
                  <c:v>34025</c:v>
                </c:pt>
                <c:pt idx="824">
                  <c:v>34026</c:v>
                </c:pt>
                <c:pt idx="825">
                  <c:v>34029</c:v>
                </c:pt>
                <c:pt idx="826">
                  <c:v>34030</c:v>
                </c:pt>
                <c:pt idx="827">
                  <c:v>34031</c:v>
                </c:pt>
                <c:pt idx="828">
                  <c:v>34032</c:v>
                </c:pt>
                <c:pt idx="829">
                  <c:v>34033</c:v>
                </c:pt>
                <c:pt idx="830">
                  <c:v>34036</c:v>
                </c:pt>
                <c:pt idx="831">
                  <c:v>34037</c:v>
                </c:pt>
                <c:pt idx="832">
                  <c:v>34038</c:v>
                </c:pt>
                <c:pt idx="833">
                  <c:v>34039</c:v>
                </c:pt>
                <c:pt idx="834">
                  <c:v>34040</c:v>
                </c:pt>
                <c:pt idx="835">
                  <c:v>34043</c:v>
                </c:pt>
                <c:pt idx="836">
                  <c:v>34044</c:v>
                </c:pt>
                <c:pt idx="837">
                  <c:v>34045</c:v>
                </c:pt>
                <c:pt idx="838">
                  <c:v>34046</c:v>
                </c:pt>
                <c:pt idx="839">
                  <c:v>34047</c:v>
                </c:pt>
                <c:pt idx="840">
                  <c:v>34050</c:v>
                </c:pt>
                <c:pt idx="841">
                  <c:v>34051</c:v>
                </c:pt>
                <c:pt idx="842">
                  <c:v>34052</c:v>
                </c:pt>
                <c:pt idx="843">
                  <c:v>34053</c:v>
                </c:pt>
                <c:pt idx="844">
                  <c:v>34054</c:v>
                </c:pt>
                <c:pt idx="845">
                  <c:v>34057</c:v>
                </c:pt>
                <c:pt idx="846">
                  <c:v>34058</c:v>
                </c:pt>
                <c:pt idx="847">
                  <c:v>34059</c:v>
                </c:pt>
                <c:pt idx="848">
                  <c:v>34060</c:v>
                </c:pt>
                <c:pt idx="849">
                  <c:v>34061</c:v>
                </c:pt>
                <c:pt idx="850">
                  <c:v>34064</c:v>
                </c:pt>
                <c:pt idx="851">
                  <c:v>34065</c:v>
                </c:pt>
                <c:pt idx="852">
                  <c:v>34066</c:v>
                </c:pt>
                <c:pt idx="853">
                  <c:v>34067</c:v>
                </c:pt>
                <c:pt idx="854">
                  <c:v>34068</c:v>
                </c:pt>
                <c:pt idx="855">
                  <c:v>34071</c:v>
                </c:pt>
                <c:pt idx="856">
                  <c:v>34072</c:v>
                </c:pt>
                <c:pt idx="857">
                  <c:v>34073</c:v>
                </c:pt>
                <c:pt idx="858">
                  <c:v>34074</c:v>
                </c:pt>
                <c:pt idx="859">
                  <c:v>34075</c:v>
                </c:pt>
                <c:pt idx="860">
                  <c:v>34078</c:v>
                </c:pt>
                <c:pt idx="861">
                  <c:v>34079</c:v>
                </c:pt>
                <c:pt idx="862">
                  <c:v>34080</c:v>
                </c:pt>
                <c:pt idx="863">
                  <c:v>34081</c:v>
                </c:pt>
                <c:pt idx="864">
                  <c:v>34082</c:v>
                </c:pt>
                <c:pt idx="865">
                  <c:v>34085</c:v>
                </c:pt>
                <c:pt idx="866">
                  <c:v>34086</c:v>
                </c:pt>
                <c:pt idx="867">
                  <c:v>34087</c:v>
                </c:pt>
                <c:pt idx="868">
                  <c:v>34088</c:v>
                </c:pt>
                <c:pt idx="869">
                  <c:v>34089</c:v>
                </c:pt>
                <c:pt idx="870">
                  <c:v>34092</c:v>
                </c:pt>
                <c:pt idx="871">
                  <c:v>34093</c:v>
                </c:pt>
                <c:pt idx="872">
                  <c:v>34094</c:v>
                </c:pt>
                <c:pt idx="873">
                  <c:v>34095</c:v>
                </c:pt>
                <c:pt idx="874">
                  <c:v>34096</c:v>
                </c:pt>
                <c:pt idx="875">
                  <c:v>34099</c:v>
                </c:pt>
                <c:pt idx="876">
                  <c:v>34100</c:v>
                </c:pt>
                <c:pt idx="877">
                  <c:v>34101</c:v>
                </c:pt>
                <c:pt idx="878">
                  <c:v>34102</c:v>
                </c:pt>
                <c:pt idx="879">
                  <c:v>34103</c:v>
                </c:pt>
                <c:pt idx="880">
                  <c:v>34106</c:v>
                </c:pt>
                <c:pt idx="881">
                  <c:v>34107</c:v>
                </c:pt>
                <c:pt idx="882">
                  <c:v>34108</c:v>
                </c:pt>
                <c:pt idx="883">
                  <c:v>34109</c:v>
                </c:pt>
                <c:pt idx="884">
                  <c:v>34110</c:v>
                </c:pt>
                <c:pt idx="885">
                  <c:v>34113</c:v>
                </c:pt>
                <c:pt idx="886">
                  <c:v>34114</c:v>
                </c:pt>
                <c:pt idx="887">
                  <c:v>34115</c:v>
                </c:pt>
                <c:pt idx="888">
                  <c:v>34116</c:v>
                </c:pt>
                <c:pt idx="889">
                  <c:v>34117</c:v>
                </c:pt>
                <c:pt idx="890">
                  <c:v>34120</c:v>
                </c:pt>
                <c:pt idx="891">
                  <c:v>34121</c:v>
                </c:pt>
                <c:pt idx="892">
                  <c:v>34122</c:v>
                </c:pt>
                <c:pt idx="893">
                  <c:v>34123</c:v>
                </c:pt>
                <c:pt idx="894">
                  <c:v>34124</c:v>
                </c:pt>
                <c:pt idx="895">
                  <c:v>34127</c:v>
                </c:pt>
                <c:pt idx="896">
                  <c:v>34128</c:v>
                </c:pt>
                <c:pt idx="897">
                  <c:v>34129</c:v>
                </c:pt>
                <c:pt idx="898">
                  <c:v>34130</c:v>
                </c:pt>
                <c:pt idx="899">
                  <c:v>34131</c:v>
                </c:pt>
                <c:pt idx="900">
                  <c:v>34134</c:v>
                </c:pt>
                <c:pt idx="901">
                  <c:v>34135</c:v>
                </c:pt>
                <c:pt idx="902">
                  <c:v>34136</c:v>
                </c:pt>
                <c:pt idx="903">
                  <c:v>34137</c:v>
                </c:pt>
                <c:pt idx="904">
                  <c:v>34138</c:v>
                </c:pt>
                <c:pt idx="905">
                  <c:v>34141</c:v>
                </c:pt>
                <c:pt idx="906">
                  <c:v>34142</c:v>
                </c:pt>
                <c:pt idx="907">
                  <c:v>34143</c:v>
                </c:pt>
                <c:pt idx="908">
                  <c:v>34144</c:v>
                </c:pt>
                <c:pt idx="909">
                  <c:v>34145</c:v>
                </c:pt>
                <c:pt idx="910">
                  <c:v>34148</c:v>
                </c:pt>
                <c:pt idx="911">
                  <c:v>34149</c:v>
                </c:pt>
                <c:pt idx="912">
                  <c:v>34150</c:v>
                </c:pt>
                <c:pt idx="913">
                  <c:v>34151</c:v>
                </c:pt>
                <c:pt idx="914">
                  <c:v>34152</c:v>
                </c:pt>
                <c:pt idx="915">
                  <c:v>34155</c:v>
                </c:pt>
                <c:pt idx="916">
                  <c:v>34156</c:v>
                </c:pt>
                <c:pt idx="917">
                  <c:v>34157</c:v>
                </c:pt>
                <c:pt idx="918">
                  <c:v>34158</c:v>
                </c:pt>
                <c:pt idx="919">
                  <c:v>34159</c:v>
                </c:pt>
                <c:pt idx="920">
                  <c:v>34162</c:v>
                </c:pt>
                <c:pt idx="921">
                  <c:v>34163</c:v>
                </c:pt>
                <c:pt idx="922">
                  <c:v>34164</c:v>
                </c:pt>
                <c:pt idx="923">
                  <c:v>34165</c:v>
                </c:pt>
                <c:pt idx="924">
                  <c:v>34166</c:v>
                </c:pt>
                <c:pt idx="925">
                  <c:v>34169</c:v>
                </c:pt>
                <c:pt idx="926">
                  <c:v>34170</c:v>
                </c:pt>
                <c:pt idx="927">
                  <c:v>34171</c:v>
                </c:pt>
                <c:pt idx="928">
                  <c:v>34172</c:v>
                </c:pt>
                <c:pt idx="929">
                  <c:v>34173</c:v>
                </c:pt>
                <c:pt idx="930">
                  <c:v>34176</c:v>
                </c:pt>
                <c:pt idx="931">
                  <c:v>34177</c:v>
                </c:pt>
                <c:pt idx="932">
                  <c:v>34178</c:v>
                </c:pt>
                <c:pt idx="933">
                  <c:v>34179</c:v>
                </c:pt>
                <c:pt idx="934">
                  <c:v>34180</c:v>
                </c:pt>
                <c:pt idx="935">
                  <c:v>34183</c:v>
                </c:pt>
                <c:pt idx="936">
                  <c:v>34184</c:v>
                </c:pt>
                <c:pt idx="937">
                  <c:v>34185</c:v>
                </c:pt>
                <c:pt idx="938">
                  <c:v>34186</c:v>
                </c:pt>
                <c:pt idx="939">
                  <c:v>34187</c:v>
                </c:pt>
                <c:pt idx="940">
                  <c:v>34190</c:v>
                </c:pt>
                <c:pt idx="941">
                  <c:v>34191</c:v>
                </c:pt>
                <c:pt idx="942">
                  <c:v>34192</c:v>
                </c:pt>
                <c:pt idx="943">
                  <c:v>34193</c:v>
                </c:pt>
                <c:pt idx="944">
                  <c:v>34194</c:v>
                </c:pt>
                <c:pt idx="945">
                  <c:v>34197</c:v>
                </c:pt>
                <c:pt idx="946">
                  <c:v>34198</c:v>
                </c:pt>
                <c:pt idx="947">
                  <c:v>34199</c:v>
                </c:pt>
                <c:pt idx="948">
                  <c:v>34200</c:v>
                </c:pt>
                <c:pt idx="949">
                  <c:v>34201</c:v>
                </c:pt>
                <c:pt idx="950">
                  <c:v>34204</c:v>
                </c:pt>
                <c:pt idx="951">
                  <c:v>34205</c:v>
                </c:pt>
                <c:pt idx="952">
                  <c:v>34206</c:v>
                </c:pt>
                <c:pt idx="953">
                  <c:v>34207</c:v>
                </c:pt>
                <c:pt idx="954">
                  <c:v>34208</c:v>
                </c:pt>
                <c:pt idx="955">
                  <c:v>34211</c:v>
                </c:pt>
                <c:pt idx="956">
                  <c:v>34212</c:v>
                </c:pt>
                <c:pt idx="957">
                  <c:v>34213</c:v>
                </c:pt>
                <c:pt idx="958">
                  <c:v>34214</c:v>
                </c:pt>
                <c:pt idx="959">
                  <c:v>34215</c:v>
                </c:pt>
                <c:pt idx="960">
                  <c:v>34218</c:v>
                </c:pt>
                <c:pt idx="961">
                  <c:v>34219</c:v>
                </c:pt>
                <c:pt idx="962">
                  <c:v>34220</c:v>
                </c:pt>
                <c:pt idx="963">
                  <c:v>34221</c:v>
                </c:pt>
                <c:pt idx="964">
                  <c:v>34222</c:v>
                </c:pt>
                <c:pt idx="965">
                  <c:v>34225</c:v>
                </c:pt>
                <c:pt idx="966">
                  <c:v>34226</c:v>
                </c:pt>
                <c:pt idx="967">
                  <c:v>34227</c:v>
                </c:pt>
                <c:pt idx="968">
                  <c:v>34228</c:v>
                </c:pt>
                <c:pt idx="969">
                  <c:v>34229</c:v>
                </c:pt>
                <c:pt idx="970">
                  <c:v>34232</c:v>
                </c:pt>
                <c:pt idx="971">
                  <c:v>34233</c:v>
                </c:pt>
                <c:pt idx="972">
                  <c:v>34234</c:v>
                </c:pt>
                <c:pt idx="973">
                  <c:v>34235</c:v>
                </c:pt>
                <c:pt idx="974">
                  <c:v>34236</c:v>
                </c:pt>
                <c:pt idx="975">
                  <c:v>34239</c:v>
                </c:pt>
                <c:pt idx="976">
                  <c:v>34240</c:v>
                </c:pt>
                <c:pt idx="977">
                  <c:v>34241</c:v>
                </c:pt>
                <c:pt idx="978">
                  <c:v>34242</c:v>
                </c:pt>
                <c:pt idx="979">
                  <c:v>34243</c:v>
                </c:pt>
                <c:pt idx="980">
                  <c:v>34246</c:v>
                </c:pt>
                <c:pt idx="981">
                  <c:v>34247</c:v>
                </c:pt>
                <c:pt idx="982">
                  <c:v>34248</c:v>
                </c:pt>
                <c:pt idx="983">
                  <c:v>34249</c:v>
                </c:pt>
                <c:pt idx="984">
                  <c:v>34250</c:v>
                </c:pt>
                <c:pt idx="985">
                  <c:v>34253</c:v>
                </c:pt>
                <c:pt idx="986">
                  <c:v>34254</c:v>
                </c:pt>
                <c:pt idx="987">
                  <c:v>34255</c:v>
                </c:pt>
                <c:pt idx="988">
                  <c:v>34256</c:v>
                </c:pt>
                <c:pt idx="989">
                  <c:v>34257</c:v>
                </c:pt>
                <c:pt idx="990">
                  <c:v>34260</c:v>
                </c:pt>
                <c:pt idx="991">
                  <c:v>34261</c:v>
                </c:pt>
                <c:pt idx="992">
                  <c:v>34262</c:v>
                </c:pt>
                <c:pt idx="993">
                  <c:v>34263</c:v>
                </c:pt>
                <c:pt idx="994">
                  <c:v>34264</c:v>
                </c:pt>
                <c:pt idx="995">
                  <c:v>34267</c:v>
                </c:pt>
                <c:pt idx="996">
                  <c:v>34268</c:v>
                </c:pt>
                <c:pt idx="997">
                  <c:v>34269</c:v>
                </c:pt>
                <c:pt idx="998">
                  <c:v>34270</c:v>
                </c:pt>
                <c:pt idx="999">
                  <c:v>34271</c:v>
                </c:pt>
                <c:pt idx="1000">
                  <c:v>34274</c:v>
                </c:pt>
                <c:pt idx="1001">
                  <c:v>34275</c:v>
                </c:pt>
                <c:pt idx="1002">
                  <c:v>34276</c:v>
                </c:pt>
                <c:pt idx="1003">
                  <c:v>34277</c:v>
                </c:pt>
                <c:pt idx="1004">
                  <c:v>34278</c:v>
                </c:pt>
                <c:pt idx="1005">
                  <c:v>34281</c:v>
                </c:pt>
                <c:pt idx="1006">
                  <c:v>34282</c:v>
                </c:pt>
                <c:pt idx="1007">
                  <c:v>34283</c:v>
                </c:pt>
                <c:pt idx="1008">
                  <c:v>34284</c:v>
                </c:pt>
                <c:pt idx="1009">
                  <c:v>34285</c:v>
                </c:pt>
                <c:pt idx="1010">
                  <c:v>34288</c:v>
                </c:pt>
                <c:pt idx="1011">
                  <c:v>34289</c:v>
                </c:pt>
                <c:pt idx="1012">
                  <c:v>34290</c:v>
                </c:pt>
                <c:pt idx="1013">
                  <c:v>34291</c:v>
                </c:pt>
                <c:pt idx="1014">
                  <c:v>34292</c:v>
                </c:pt>
                <c:pt idx="1015">
                  <c:v>34295</c:v>
                </c:pt>
                <c:pt idx="1016">
                  <c:v>34296</c:v>
                </c:pt>
                <c:pt idx="1017">
                  <c:v>34297</c:v>
                </c:pt>
                <c:pt idx="1018">
                  <c:v>34298</c:v>
                </c:pt>
                <c:pt idx="1019">
                  <c:v>34299</c:v>
                </c:pt>
                <c:pt idx="1020">
                  <c:v>34302</c:v>
                </c:pt>
                <c:pt idx="1021">
                  <c:v>34303</c:v>
                </c:pt>
                <c:pt idx="1022">
                  <c:v>34304</c:v>
                </c:pt>
                <c:pt idx="1023">
                  <c:v>34305</c:v>
                </c:pt>
                <c:pt idx="1024">
                  <c:v>34306</c:v>
                </c:pt>
                <c:pt idx="1025">
                  <c:v>34309</c:v>
                </c:pt>
                <c:pt idx="1026">
                  <c:v>34310</c:v>
                </c:pt>
                <c:pt idx="1027">
                  <c:v>34311</c:v>
                </c:pt>
                <c:pt idx="1028">
                  <c:v>34312</c:v>
                </c:pt>
                <c:pt idx="1029">
                  <c:v>34313</c:v>
                </c:pt>
                <c:pt idx="1030">
                  <c:v>34316</c:v>
                </c:pt>
                <c:pt idx="1031">
                  <c:v>34317</c:v>
                </c:pt>
                <c:pt idx="1032">
                  <c:v>34318</c:v>
                </c:pt>
                <c:pt idx="1033">
                  <c:v>34319</c:v>
                </c:pt>
                <c:pt idx="1034">
                  <c:v>34320</c:v>
                </c:pt>
                <c:pt idx="1035">
                  <c:v>34323</c:v>
                </c:pt>
                <c:pt idx="1036">
                  <c:v>34324</c:v>
                </c:pt>
                <c:pt idx="1037">
                  <c:v>34325</c:v>
                </c:pt>
                <c:pt idx="1038">
                  <c:v>34326</c:v>
                </c:pt>
                <c:pt idx="1039">
                  <c:v>34327</c:v>
                </c:pt>
                <c:pt idx="1040">
                  <c:v>34330</c:v>
                </c:pt>
                <c:pt idx="1041">
                  <c:v>34331</c:v>
                </c:pt>
                <c:pt idx="1042">
                  <c:v>34332</c:v>
                </c:pt>
                <c:pt idx="1043">
                  <c:v>34333</c:v>
                </c:pt>
                <c:pt idx="1044">
                  <c:v>34334</c:v>
                </c:pt>
                <c:pt idx="1045">
                  <c:v>34337</c:v>
                </c:pt>
                <c:pt idx="1046">
                  <c:v>34338</c:v>
                </c:pt>
                <c:pt idx="1047">
                  <c:v>34339</c:v>
                </c:pt>
                <c:pt idx="1048">
                  <c:v>34340</c:v>
                </c:pt>
                <c:pt idx="1049">
                  <c:v>34341</c:v>
                </c:pt>
                <c:pt idx="1050">
                  <c:v>34344</c:v>
                </c:pt>
                <c:pt idx="1051">
                  <c:v>34345</c:v>
                </c:pt>
                <c:pt idx="1052">
                  <c:v>34346</c:v>
                </c:pt>
                <c:pt idx="1053">
                  <c:v>34347</c:v>
                </c:pt>
                <c:pt idx="1054">
                  <c:v>34348</c:v>
                </c:pt>
                <c:pt idx="1055">
                  <c:v>34351</c:v>
                </c:pt>
                <c:pt idx="1056">
                  <c:v>34352</c:v>
                </c:pt>
                <c:pt idx="1057">
                  <c:v>34353</c:v>
                </c:pt>
                <c:pt idx="1058">
                  <c:v>34354</c:v>
                </c:pt>
                <c:pt idx="1059">
                  <c:v>34355</c:v>
                </c:pt>
                <c:pt idx="1060">
                  <c:v>34358</c:v>
                </c:pt>
                <c:pt idx="1061">
                  <c:v>34359</c:v>
                </c:pt>
                <c:pt idx="1062">
                  <c:v>34360</c:v>
                </c:pt>
                <c:pt idx="1063">
                  <c:v>34361</c:v>
                </c:pt>
                <c:pt idx="1064">
                  <c:v>34362</c:v>
                </c:pt>
                <c:pt idx="1065">
                  <c:v>34365</c:v>
                </c:pt>
                <c:pt idx="1066">
                  <c:v>34366</c:v>
                </c:pt>
                <c:pt idx="1067">
                  <c:v>34367</c:v>
                </c:pt>
                <c:pt idx="1068">
                  <c:v>34368</c:v>
                </c:pt>
                <c:pt idx="1069">
                  <c:v>34369</c:v>
                </c:pt>
                <c:pt idx="1070">
                  <c:v>34372</c:v>
                </c:pt>
                <c:pt idx="1071">
                  <c:v>34373</c:v>
                </c:pt>
                <c:pt idx="1072">
                  <c:v>34374</c:v>
                </c:pt>
                <c:pt idx="1073">
                  <c:v>34375</c:v>
                </c:pt>
                <c:pt idx="1074">
                  <c:v>34376</c:v>
                </c:pt>
                <c:pt idx="1075">
                  <c:v>34379</c:v>
                </c:pt>
                <c:pt idx="1076">
                  <c:v>34380</c:v>
                </c:pt>
                <c:pt idx="1077">
                  <c:v>34381</c:v>
                </c:pt>
                <c:pt idx="1078">
                  <c:v>34382</c:v>
                </c:pt>
                <c:pt idx="1079">
                  <c:v>34383</c:v>
                </c:pt>
                <c:pt idx="1080">
                  <c:v>34386</c:v>
                </c:pt>
                <c:pt idx="1081">
                  <c:v>34387</c:v>
                </c:pt>
                <c:pt idx="1082">
                  <c:v>34388</c:v>
                </c:pt>
                <c:pt idx="1083">
                  <c:v>34389</c:v>
                </c:pt>
                <c:pt idx="1084">
                  <c:v>34390</c:v>
                </c:pt>
                <c:pt idx="1085">
                  <c:v>34393</c:v>
                </c:pt>
                <c:pt idx="1086">
                  <c:v>34394</c:v>
                </c:pt>
                <c:pt idx="1087">
                  <c:v>34395</c:v>
                </c:pt>
                <c:pt idx="1088">
                  <c:v>34396</c:v>
                </c:pt>
                <c:pt idx="1089">
                  <c:v>34397</c:v>
                </c:pt>
                <c:pt idx="1090">
                  <c:v>34400</c:v>
                </c:pt>
                <c:pt idx="1091">
                  <c:v>34401</c:v>
                </c:pt>
                <c:pt idx="1092">
                  <c:v>34402</c:v>
                </c:pt>
                <c:pt idx="1093">
                  <c:v>34403</c:v>
                </c:pt>
                <c:pt idx="1094">
                  <c:v>34404</c:v>
                </c:pt>
                <c:pt idx="1095">
                  <c:v>34407</c:v>
                </c:pt>
                <c:pt idx="1096">
                  <c:v>34408</c:v>
                </c:pt>
                <c:pt idx="1097">
                  <c:v>34409</c:v>
                </c:pt>
                <c:pt idx="1098">
                  <c:v>34410</c:v>
                </c:pt>
                <c:pt idx="1099">
                  <c:v>34411</c:v>
                </c:pt>
                <c:pt idx="1100">
                  <c:v>34414</c:v>
                </c:pt>
                <c:pt idx="1101">
                  <c:v>34415</c:v>
                </c:pt>
                <c:pt idx="1102">
                  <c:v>34416</c:v>
                </c:pt>
                <c:pt idx="1103">
                  <c:v>34417</c:v>
                </c:pt>
                <c:pt idx="1104">
                  <c:v>34418</c:v>
                </c:pt>
                <c:pt idx="1105">
                  <c:v>34421</c:v>
                </c:pt>
                <c:pt idx="1106">
                  <c:v>34422</c:v>
                </c:pt>
                <c:pt idx="1107">
                  <c:v>34423</c:v>
                </c:pt>
                <c:pt idx="1108">
                  <c:v>34424</c:v>
                </c:pt>
                <c:pt idx="1109">
                  <c:v>34425</c:v>
                </c:pt>
                <c:pt idx="1110">
                  <c:v>34428</c:v>
                </c:pt>
                <c:pt idx="1111">
                  <c:v>34429</c:v>
                </c:pt>
                <c:pt idx="1112">
                  <c:v>34430</c:v>
                </c:pt>
                <c:pt idx="1113">
                  <c:v>34431</c:v>
                </c:pt>
                <c:pt idx="1114">
                  <c:v>34432</c:v>
                </c:pt>
                <c:pt idx="1115">
                  <c:v>34435</c:v>
                </c:pt>
                <c:pt idx="1116">
                  <c:v>34436</c:v>
                </c:pt>
                <c:pt idx="1117">
                  <c:v>34437</c:v>
                </c:pt>
                <c:pt idx="1118">
                  <c:v>34438</c:v>
                </c:pt>
                <c:pt idx="1119">
                  <c:v>34439</c:v>
                </c:pt>
                <c:pt idx="1120">
                  <c:v>34442</c:v>
                </c:pt>
                <c:pt idx="1121">
                  <c:v>34443</c:v>
                </c:pt>
                <c:pt idx="1122">
                  <c:v>34444</c:v>
                </c:pt>
                <c:pt idx="1123">
                  <c:v>34445</c:v>
                </c:pt>
                <c:pt idx="1124">
                  <c:v>34446</c:v>
                </c:pt>
                <c:pt idx="1125">
                  <c:v>34449</c:v>
                </c:pt>
                <c:pt idx="1126">
                  <c:v>34450</c:v>
                </c:pt>
                <c:pt idx="1127">
                  <c:v>34451</c:v>
                </c:pt>
                <c:pt idx="1128">
                  <c:v>34452</c:v>
                </c:pt>
                <c:pt idx="1129">
                  <c:v>34453</c:v>
                </c:pt>
                <c:pt idx="1130">
                  <c:v>34456</c:v>
                </c:pt>
                <c:pt idx="1131">
                  <c:v>34457</c:v>
                </c:pt>
                <c:pt idx="1132">
                  <c:v>34458</c:v>
                </c:pt>
                <c:pt idx="1133">
                  <c:v>34459</c:v>
                </c:pt>
                <c:pt idx="1134">
                  <c:v>34460</c:v>
                </c:pt>
                <c:pt idx="1135">
                  <c:v>34463</c:v>
                </c:pt>
                <c:pt idx="1136">
                  <c:v>34464</c:v>
                </c:pt>
                <c:pt idx="1137">
                  <c:v>34465</c:v>
                </c:pt>
                <c:pt idx="1138">
                  <c:v>34466</c:v>
                </c:pt>
                <c:pt idx="1139">
                  <c:v>34467</c:v>
                </c:pt>
                <c:pt idx="1140">
                  <c:v>34470</c:v>
                </c:pt>
                <c:pt idx="1141">
                  <c:v>34471</c:v>
                </c:pt>
                <c:pt idx="1142">
                  <c:v>34472</c:v>
                </c:pt>
                <c:pt idx="1143">
                  <c:v>34473</c:v>
                </c:pt>
                <c:pt idx="1144">
                  <c:v>34474</c:v>
                </c:pt>
                <c:pt idx="1145">
                  <c:v>34477</c:v>
                </c:pt>
                <c:pt idx="1146">
                  <c:v>34478</c:v>
                </c:pt>
                <c:pt idx="1147">
                  <c:v>34479</c:v>
                </c:pt>
                <c:pt idx="1148">
                  <c:v>34480</c:v>
                </c:pt>
                <c:pt idx="1149">
                  <c:v>34481</c:v>
                </c:pt>
                <c:pt idx="1150">
                  <c:v>34484</c:v>
                </c:pt>
                <c:pt idx="1151">
                  <c:v>34485</c:v>
                </c:pt>
                <c:pt idx="1152">
                  <c:v>34486</c:v>
                </c:pt>
                <c:pt idx="1153">
                  <c:v>34487</c:v>
                </c:pt>
                <c:pt idx="1154">
                  <c:v>34488</c:v>
                </c:pt>
                <c:pt idx="1155">
                  <c:v>34491</c:v>
                </c:pt>
                <c:pt idx="1156">
                  <c:v>34492</c:v>
                </c:pt>
                <c:pt idx="1157">
                  <c:v>34493</c:v>
                </c:pt>
                <c:pt idx="1158">
                  <c:v>34494</c:v>
                </c:pt>
                <c:pt idx="1159">
                  <c:v>34495</c:v>
                </c:pt>
                <c:pt idx="1160">
                  <c:v>34498</c:v>
                </c:pt>
                <c:pt idx="1161">
                  <c:v>34499</c:v>
                </c:pt>
                <c:pt idx="1162">
                  <c:v>34500</c:v>
                </c:pt>
                <c:pt idx="1163">
                  <c:v>34501</c:v>
                </c:pt>
                <c:pt idx="1164">
                  <c:v>34502</c:v>
                </c:pt>
                <c:pt idx="1165">
                  <c:v>34505</c:v>
                </c:pt>
                <c:pt idx="1166">
                  <c:v>34506</c:v>
                </c:pt>
                <c:pt idx="1167">
                  <c:v>34507</c:v>
                </c:pt>
                <c:pt idx="1168">
                  <c:v>34508</c:v>
                </c:pt>
                <c:pt idx="1169">
                  <c:v>34509</c:v>
                </c:pt>
                <c:pt idx="1170">
                  <c:v>34512</c:v>
                </c:pt>
                <c:pt idx="1171">
                  <c:v>34513</c:v>
                </c:pt>
                <c:pt idx="1172">
                  <c:v>34514</c:v>
                </c:pt>
                <c:pt idx="1173">
                  <c:v>34515</c:v>
                </c:pt>
                <c:pt idx="1174">
                  <c:v>34516</c:v>
                </c:pt>
                <c:pt idx="1175">
                  <c:v>34519</c:v>
                </c:pt>
                <c:pt idx="1176">
                  <c:v>34520</c:v>
                </c:pt>
                <c:pt idx="1177">
                  <c:v>34521</c:v>
                </c:pt>
                <c:pt idx="1178">
                  <c:v>34522</c:v>
                </c:pt>
                <c:pt idx="1179">
                  <c:v>34523</c:v>
                </c:pt>
                <c:pt idx="1180">
                  <c:v>34526</c:v>
                </c:pt>
                <c:pt idx="1181">
                  <c:v>34527</c:v>
                </c:pt>
                <c:pt idx="1182">
                  <c:v>34528</c:v>
                </c:pt>
                <c:pt idx="1183">
                  <c:v>34529</c:v>
                </c:pt>
                <c:pt idx="1184">
                  <c:v>34530</c:v>
                </c:pt>
                <c:pt idx="1185">
                  <c:v>34533</c:v>
                </c:pt>
                <c:pt idx="1186">
                  <c:v>34534</c:v>
                </c:pt>
                <c:pt idx="1187">
                  <c:v>34535</c:v>
                </c:pt>
                <c:pt idx="1188">
                  <c:v>34536</c:v>
                </c:pt>
                <c:pt idx="1189">
                  <c:v>34537</c:v>
                </c:pt>
                <c:pt idx="1190">
                  <c:v>34540</c:v>
                </c:pt>
                <c:pt idx="1191">
                  <c:v>34541</c:v>
                </c:pt>
                <c:pt idx="1192">
                  <c:v>34542</c:v>
                </c:pt>
                <c:pt idx="1193">
                  <c:v>34543</c:v>
                </c:pt>
                <c:pt idx="1194">
                  <c:v>34544</c:v>
                </c:pt>
                <c:pt idx="1195">
                  <c:v>34547</c:v>
                </c:pt>
                <c:pt idx="1196">
                  <c:v>34548</c:v>
                </c:pt>
                <c:pt idx="1197">
                  <c:v>34549</c:v>
                </c:pt>
                <c:pt idx="1198">
                  <c:v>34550</c:v>
                </c:pt>
                <c:pt idx="1199">
                  <c:v>34551</c:v>
                </c:pt>
                <c:pt idx="1200">
                  <c:v>34554</c:v>
                </c:pt>
                <c:pt idx="1201">
                  <c:v>34555</c:v>
                </c:pt>
                <c:pt idx="1202">
                  <c:v>34556</c:v>
                </c:pt>
                <c:pt idx="1203">
                  <c:v>34557</c:v>
                </c:pt>
                <c:pt idx="1204">
                  <c:v>34558</c:v>
                </c:pt>
                <c:pt idx="1205">
                  <c:v>34561</c:v>
                </c:pt>
                <c:pt idx="1206">
                  <c:v>34562</c:v>
                </c:pt>
                <c:pt idx="1207">
                  <c:v>34563</c:v>
                </c:pt>
                <c:pt idx="1208">
                  <c:v>34564</c:v>
                </c:pt>
                <c:pt idx="1209">
                  <c:v>34565</c:v>
                </c:pt>
                <c:pt idx="1210">
                  <c:v>34568</c:v>
                </c:pt>
                <c:pt idx="1211">
                  <c:v>34569</c:v>
                </c:pt>
                <c:pt idx="1212">
                  <c:v>34570</c:v>
                </c:pt>
                <c:pt idx="1213">
                  <c:v>34571</c:v>
                </c:pt>
                <c:pt idx="1214">
                  <c:v>34572</c:v>
                </c:pt>
                <c:pt idx="1215">
                  <c:v>34575</c:v>
                </c:pt>
                <c:pt idx="1216">
                  <c:v>34576</c:v>
                </c:pt>
                <c:pt idx="1217">
                  <c:v>34577</c:v>
                </c:pt>
                <c:pt idx="1218">
                  <c:v>34578</c:v>
                </c:pt>
                <c:pt idx="1219">
                  <c:v>34579</c:v>
                </c:pt>
                <c:pt idx="1220">
                  <c:v>34582</c:v>
                </c:pt>
                <c:pt idx="1221">
                  <c:v>34583</c:v>
                </c:pt>
                <c:pt idx="1222">
                  <c:v>34584</c:v>
                </c:pt>
                <c:pt idx="1223">
                  <c:v>34585</c:v>
                </c:pt>
                <c:pt idx="1224">
                  <c:v>34586</c:v>
                </c:pt>
                <c:pt idx="1225">
                  <c:v>34589</c:v>
                </c:pt>
                <c:pt idx="1226">
                  <c:v>34590</c:v>
                </c:pt>
                <c:pt idx="1227">
                  <c:v>34591</c:v>
                </c:pt>
                <c:pt idx="1228">
                  <c:v>34592</c:v>
                </c:pt>
                <c:pt idx="1229">
                  <c:v>34593</c:v>
                </c:pt>
                <c:pt idx="1230">
                  <c:v>34596</c:v>
                </c:pt>
                <c:pt idx="1231">
                  <c:v>34597</c:v>
                </c:pt>
                <c:pt idx="1232">
                  <c:v>34598</c:v>
                </c:pt>
                <c:pt idx="1233">
                  <c:v>34599</c:v>
                </c:pt>
                <c:pt idx="1234">
                  <c:v>34600</c:v>
                </c:pt>
                <c:pt idx="1235">
                  <c:v>34603</c:v>
                </c:pt>
                <c:pt idx="1236">
                  <c:v>34604</c:v>
                </c:pt>
                <c:pt idx="1237">
                  <c:v>34605</c:v>
                </c:pt>
                <c:pt idx="1238">
                  <c:v>34606</c:v>
                </c:pt>
                <c:pt idx="1239">
                  <c:v>34607</c:v>
                </c:pt>
                <c:pt idx="1240">
                  <c:v>34610</c:v>
                </c:pt>
                <c:pt idx="1241">
                  <c:v>34611</c:v>
                </c:pt>
                <c:pt idx="1242">
                  <c:v>34612</c:v>
                </c:pt>
                <c:pt idx="1243">
                  <c:v>34613</c:v>
                </c:pt>
                <c:pt idx="1244">
                  <c:v>34614</c:v>
                </c:pt>
                <c:pt idx="1245">
                  <c:v>34617</c:v>
                </c:pt>
                <c:pt idx="1246">
                  <c:v>34618</c:v>
                </c:pt>
                <c:pt idx="1247">
                  <c:v>34619</c:v>
                </c:pt>
                <c:pt idx="1248">
                  <c:v>34620</c:v>
                </c:pt>
                <c:pt idx="1249">
                  <c:v>34621</c:v>
                </c:pt>
                <c:pt idx="1250">
                  <c:v>34624</c:v>
                </c:pt>
                <c:pt idx="1251">
                  <c:v>34625</c:v>
                </c:pt>
                <c:pt idx="1252">
                  <c:v>34626</c:v>
                </c:pt>
                <c:pt idx="1253">
                  <c:v>34627</c:v>
                </c:pt>
                <c:pt idx="1254">
                  <c:v>34628</c:v>
                </c:pt>
                <c:pt idx="1255">
                  <c:v>34631</c:v>
                </c:pt>
                <c:pt idx="1256">
                  <c:v>34632</c:v>
                </c:pt>
                <c:pt idx="1257">
                  <c:v>34633</c:v>
                </c:pt>
                <c:pt idx="1258">
                  <c:v>34634</c:v>
                </c:pt>
                <c:pt idx="1259">
                  <c:v>34635</c:v>
                </c:pt>
                <c:pt idx="1260">
                  <c:v>34638</c:v>
                </c:pt>
                <c:pt idx="1261">
                  <c:v>34639</c:v>
                </c:pt>
                <c:pt idx="1262">
                  <c:v>34640</c:v>
                </c:pt>
                <c:pt idx="1263">
                  <c:v>34641</c:v>
                </c:pt>
                <c:pt idx="1264">
                  <c:v>34642</c:v>
                </c:pt>
                <c:pt idx="1265">
                  <c:v>34645</c:v>
                </c:pt>
                <c:pt idx="1266">
                  <c:v>34646</c:v>
                </c:pt>
                <c:pt idx="1267">
                  <c:v>34647</c:v>
                </c:pt>
                <c:pt idx="1268">
                  <c:v>34648</c:v>
                </c:pt>
                <c:pt idx="1269">
                  <c:v>34649</c:v>
                </c:pt>
                <c:pt idx="1270">
                  <c:v>34652</c:v>
                </c:pt>
                <c:pt idx="1271">
                  <c:v>34653</c:v>
                </c:pt>
                <c:pt idx="1272">
                  <c:v>34654</c:v>
                </c:pt>
                <c:pt idx="1273">
                  <c:v>34655</c:v>
                </c:pt>
                <c:pt idx="1274">
                  <c:v>34656</c:v>
                </c:pt>
                <c:pt idx="1275">
                  <c:v>34659</c:v>
                </c:pt>
                <c:pt idx="1276">
                  <c:v>34660</c:v>
                </c:pt>
                <c:pt idx="1277">
                  <c:v>34661</c:v>
                </c:pt>
                <c:pt idx="1278">
                  <c:v>34662</c:v>
                </c:pt>
                <c:pt idx="1279">
                  <c:v>34663</c:v>
                </c:pt>
                <c:pt idx="1280">
                  <c:v>34666</c:v>
                </c:pt>
                <c:pt idx="1281">
                  <c:v>34667</c:v>
                </c:pt>
                <c:pt idx="1282">
                  <c:v>34668</c:v>
                </c:pt>
                <c:pt idx="1283">
                  <c:v>34669</c:v>
                </c:pt>
                <c:pt idx="1284">
                  <c:v>34670</c:v>
                </c:pt>
                <c:pt idx="1285">
                  <c:v>34673</c:v>
                </c:pt>
                <c:pt idx="1286">
                  <c:v>34674</c:v>
                </c:pt>
                <c:pt idx="1287">
                  <c:v>34675</c:v>
                </c:pt>
                <c:pt idx="1288">
                  <c:v>34676</c:v>
                </c:pt>
                <c:pt idx="1289">
                  <c:v>34677</c:v>
                </c:pt>
                <c:pt idx="1290">
                  <c:v>34680</c:v>
                </c:pt>
                <c:pt idx="1291">
                  <c:v>34681</c:v>
                </c:pt>
                <c:pt idx="1292">
                  <c:v>34682</c:v>
                </c:pt>
                <c:pt idx="1293">
                  <c:v>34683</c:v>
                </c:pt>
                <c:pt idx="1294">
                  <c:v>34684</c:v>
                </c:pt>
                <c:pt idx="1295">
                  <c:v>34687</c:v>
                </c:pt>
                <c:pt idx="1296">
                  <c:v>34688</c:v>
                </c:pt>
                <c:pt idx="1297">
                  <c:v>34689</c:v>
                </c:pt>
                <c:pt idx="1298">
                  <c:v>34690</c:v>
                </c:pt>
                <c:pt idx="1299">
                  <c:v>34691</c:v>
                </c:pt>
                <c:pt idx="1300">
                  <c:v>34694</c:v>
                </c:pt>
                <c:pt idx="1301">
                  <c:v>34695</c:v>
                </c:pt>
                <c:pt idx="1302">
                  <c:v>34696</c:v>
                </c:pt>
                <c:pt idx="1303">
                  <c:v>34697</c:v>
                </c:pt>
                <c:pt idx="1304">
                  <c:v>34698</c:v>
                </c:pt>
                <c:pt idx="1305">
                  <c:v>34701</c:v>
                </c:pt>
                <c:pt idx="1306">
                  <c:v>34702</c:v>
                </c:pt>
                <c:pt idx="1307">
                  <c:v>34703</c:v>
                </c:pt>
                <c:pt idx="1308">
                  <c:v>34704</c:v>
                </c:pt>
                <c:pt idx="1309">
                  <c:v>34705</c:v>
                </c:pt>
                <c:pt idx="1310">
                  <c:v>34708</c:v>
                </c:pt>
                <c:pt idx="1311">
                  <c:v>34709</c:v>
                </c:pt>
                <c:pt idx="1312">
                  <c:v>34710</c:v>
                </c:pt>
                <c:pt idx="1313">
                  <c:v>34711</c:v>
                </c:pt>
                <c:pt idx="1314">
                  <c:v>34712</c:v>
                </c:pt>
                <c:pt idx="1315">
                  <c:v>34715</c:v>
                </c:pt>
                <c:pt idx="1316">
                  <c:v>34716</c:v>
                </c:pt>
                <c:pt idx="1317">
                  <c:v>34717</c:v>
                </c:pt>
                <c:pt idx="1318">
                  <c:v>34718</c:v>
                </c:pt>
                <c:pt idx="1319">
                  <c:v>34719</c:v>
                </c:pt>
                <c:pt idx="1320">
                  <c:v>34722</c:v>
                </c:pt>
                <c:pt idx="1321">
                  <c:v>34723</c:v>
                </c:pt>
                <c:pt idx="1322">
                  <c:v>34724</c:v>
                </c:pt>
                <c:pt idx="1323">
                  <c:v>34725</c:v>
                </c:pt>
                <c:pt idx="1324">
                  <c:v>34726</c:v>
                </c:pt>
                <c:pt idx="1325">
                  <c:v>34729</c:v>
                </c:pt>
                <c:pt idx="1326">
                  <c:v>34730</c:v>
                </c:pt>
                <c:pt idx="1327">
                  <c:v>34731</c:v>
                </c:pt>
                <c:pt idx="1328">
                  <c:v>34732</c:v>
                </c:pt>
                <c:pt idx="1329">
                  <c:v>34733</c:v>
                </c:pt>
                <c:pt idx="1330">
                  <c:v>34736</c:v>
                </c:pt>
                <c:pt idx="1331">
                  <c:v>34737</c:v>
                </c:pt>
                <c:pt idx="1332">
                  <c:v>34738</c:v>
                </c:pt>
                <c:pt idx="1333">
                  <c:v>34739</c:v>
                </c:pt>
                <c:pt idx="1334">
                  <c:v>34740</c:v>
                </c:pt>
                <c:pt idx="1335">
                  <c:v>34743</c:v>
                </c:pt>
                <c:pt idx="1336">
                  <c:v>34744</c:v>
                </c:pt>
                <c:pt idx="1337">
                  <c:v>34745</c:v>
                </c:pt>
                <c:pt idx="1338">
                  <c:v>34746</c:v>
                </c:pt>
                <c:pt idx="1339">
                  <c:v>34747</c:v>
                </c:pt>
                <c:pt idx="1340">
                  <c:v>34750</c:v>
                </c:pt>
                <c:pt idx="1341">
                  <c:v>34751</c:v>
                </c:pt>
                <c:pt idx="1342">
                  <c:v>34752</c:v>
                </c:pt>
                <c:pt idx="1343">
                  <c:v>34753</c:v>
                </c:pt>
                <c:pt idx="1344">
                  <c:v>34754</c:v>
                </c:pt>
                <c:pt idx="1345">
                  <c:v>34757</c:v>
                </c:pt>
                <c:pt idx="1346">
                  <c:v>34758</c:v>
                </c:pt>
                <c:pt idx="1347">
                  <c:v>34759</c:v>
                </c:pt>
                <c:pt idx="1348">
                  <c:v>34760</c:v>
                </c:pt>
                <c:pt idx="1349">
                  <c:v>34761</c:v>
                </c:pt>
                <c:pt idx="1350">
                  <c:v>34764</c:v>
                </c:pt>
                <c:pt idx="1351">
                  <c:v>34765</c:v>
                </c:pt>
                <c:pt idx="1352">
                  <c:v>34766</c:v>
                </c:pt>
                <c:pt idx="1353">
                  <c:v>34767</c:v>
                </c:pt>
                <c:pt idx="1354">
                  <c:v>34768</c:v>
                </c:pt>
                <c:pt idx="1355">
                  <c:v>34771</c:v>
                </c:pt>
                <c:pt idx="1356">
                  <c:v>34772</c:v>
                </c:pt>
                <c:pt idx="1357">
                  <c:v>34773</c:v>
                </c:pt>
                <c:pt idx="1358">
                  <c:v>34774</c:v>
                </c:pt>
                <c:pt idx="1359">
                  <c:v>34775</c:v>
                </c:pt>
                <c:pt idx="1360">
                  <c:v>34778</c:v>
                </c:pt>
                <c:pt idx="1361">
                  <c:v>34779</c:v>
                </c:pt>
                <c:pt idx="1362">
                  <c:v>34780</c:v>
                </c:pt>
                <c:pt idx="1363">
                  <c:v>34781</c:v>
                </c:pt>
                <c:pt idx="1364">
                  <c:v>34782</c:v>
                </c:pt>
                <c:pt idx="1365">
                  <c:v>34785</c:v>
                </c:pt>
                <c:pt idx="1366">
                  <c:v>34786</c:v>
                </c:pt>
                <c:pt idx="1367">
                  <c:v>34787</c:v>
                </c:pt>
                <c:pt idx="1368">
                  <c:v>34788</c:v>
                </c:pt>
                <c:pt idx="1369">
                  <c:v>34789</c:v>
                </c:pt>
                <c:pt idx="1370">
                  <c:v>34792</c:v>
                </c:pt>
                <c:pt idx="1371">
                  <c:v>34793</c:v>
                </c:pt>
                <c:pt idx="1372">
                  <c:v>34794</c:v>
                </c:pt>
                <c:pt idx="1373">
                  <c:v>34795</c:v>
                </c:pt>
                <c:pt idx="1374">
                  <c:v>34796</c:v>
                </c:pt>
                <c:pt idx="1375">
                  <c:v>34799</c:v>
                </c:pt>
                <c:pt idx="1376">
                  <c:v>34800</c:v>
                </c:pt>
                <c:pt idx="1377">
                  <c:v>34801</c:v>
                </c:pt>
                <c:pt idx="1378">
                  <c:v>34802</c:v>
                </c:pt>
                <c:pt idx="1379">
                  <c:v>34803</c:v>
                </c:pt>
                <c:pt idx="1380">
                  <c:v>34806</c:v>
                </c:pt>
                <c:pt idx="1381">
                  <c:v>34807</c:v>
                </c:pt>
                <c:pt idx="1382">
                  <c:v>34808</c:v>
                </c:pt>
                <c:pt idx="1383">
                  <c:v>34809</c:v>
                </c:pt>
                <c:pt idx="1384">
                  <c:v>34810</c:v>
                </c:pt>
                <c:pt idx="1385">
                  <c:v>34813</c:v>
                </c:pt>
                <c:pt idx="1386">
                  <c:v>34814</c:v>
                </c:pt>
                <c:pt idx="1387">
                  <c:v>34815</c:v>
                </c:pt>
                <c:pt idx="1388">
                  <c:v>34816</c:v>
                </c:pt>
                <c:pt idx="1389">
                  <c:v>34817</c:v>
                </c:pt>
                <c:pt idx="1390">
                  <c:v>34820</c:v>
                </c:pt>
                <c:pt idx="1391">
                  <c:v>34821</c:v>
                </c:pt>
                <c:pt idx="1392">
                  <c:v>34822</c:v>
                </c:pt>
                <c:pt idx="1393">
                  <c:v>34823</c:v>
                </c:pt>
                <c:pt idx="1394">
                  <c:v>34824</c:v>
                </c:pt>
                <c:pt idx="1395">
                  <c:v>34827</c:v>
                </c:pt>
                <c:pt idx="1396">
                  <c:v>34828</c:v>
                </c:pt>
                <c:pt idx="1397">
                  <c:v>34829</c:v>
                </c:pt>
                <c:pt idx="1398">
                  <c:v>34830</c:v>
                </c:pt>
                <c:pt idx="1399">
                  <c:v>34831</c:v>
                </c:pt>
                <c:pt idx="1400">
                  <c:v>34834</c:v>
                </c:pt>
                <c:pt idx="1401">
                  <c:v>34835</c:v>
                </c:pt>
                <c:pt idx="1402">
                  <c:v>34836</c:v>
                </c:pt>
                <c:pt idx="1403">
                  <c:v>34837</c:v>
                </c:pt>
                <c:pt idx="1404">
                  <c:v>34838</c:v>
                </c:pt>
                <c:pt idx="1405">
                  <c:v>34841</c:v>
                </c:pt>
                <c:pt idx="1406">
                  <c:v>34842</c:v>
                </c:pt>
                <c:pt idx="1407">
                  <c:v>34843</c:v>
                </c:pt>
                <c:pt idx="1408">
                  <c:v>34844</c:v>
                </c:pt>
                <c:pt idx="1409">
                  <c:v>34845</c:v>
                </c:pt>
                <c:pt idx="1410">
                  <c:v>34848</c:v>
                </c:pt>
                <c:pt idx="1411">
                  <c:v>34849</c:v>
                </c:pt>
                <c:pt idx="1412">
                  <c:v>34850</c:v>
                </c:pt>
                <c:pt idx="1413">
                  <c:v>34851</c:v>
                </c:pt>
                <c:pt idx="1414">
                  <c:v>34852</c:v>
                </c:pt>
                <c:pt idx="1415">
                  <c:v>34855</c:v>
                </c:pt>
                <c:pt idx="1416">
                  <c:v>34856</c:v>
                </c:pt>
                <c:pt idx="1417">
                  <c:v>34857</c:v>
                </c:pt>
                <c:pt idx="1418">
                  <c:v>34858</c:v>
                </c:pt>
                <c:pt idx="1419">
                  <c:v>34859</c:v>
                </c:pt>
                <c:pt idx="1420">
                  <c:v>34862</c:v>
                </c:pt>
                <c:pt idx="1421">
                  <c:v>34863</c:v>
                </c:pt>
                <c:pt idx="1422">
                  <c:v>34864</c:v>
                </c:pt>
                <c:pt idx="1423">
                  <c:v>34865</c:v>
                </c:pt>
                <c:pt idx="1424">
                  <c:v>34866</c:v>
                </c:pt>
                <c:pt idx="1425">
                  <c:v>34869</c:v>
                </c:pt>
                <c:pt idx="1426">
                  <c:v>34870</c:v>
                </c:pt>
                <c:pt idx="1427">
                  <c:v>34871</c:v>
                </c:pt>
                <c:pt idx="1428">
                  <c:v>34872</c:v>
                </c:pt>
                <c:pt idx="1429">
                  <c:v>34873</c:v>
                </c:pt>
                <c:pt idx="1430">
                  <c:v>34876</c:v>
                </c:pt>
                <c:pt idx="1431">
                  <c:v>34877</c:v>
                </c:pt>
                <c:pt idx="1432">
                  <c:v>34878</c:v>
                </c:pt>
                <c:pt idx="1433">
                  <c:v>34879</c:v>
                </c:pt>
                <c:pt idx="1434">
                  <c:v>34880</c:v>
                </c:pt>
                <c:pt idx="1435">
                  <c:v>34883</c:v>
                </c:pt>
                <c:pt idx="1436">
                  <c:v>34884</c:v>
                </c:pt>
                <c:pt idx="1437">
                  <c:v>34885</c:v>
                </c:pt>
                <c:pt idx="1438">
                  <c:v>34886</c:v>
                </c:pt>
                <c:pt idx="1439">
                  <c:v>34887</c:v>
                </c:pt>
                <c:pt idx="1440">
                  <c:v>34890</c:v>
                </c:pt>
                <c:pt idx="1441">
                  <c:v>34891</c:v>
                </c:pt>
                <c:pt idx="1442">
                  <c:v>34892</c:v>
                </c:pt>
                <c:pt idx="1443">
                  <c:v>34893</c:v>
                </c:pt>
                <c:pt idx="1444">
                  <c:v>34894</c:v>
                </c:pt>
                <c:pt idx="1445">
                  <c:v>34897</c:v>
                </c:pt>
                <c:pt idx="1446">
                  <c:v>34898</c:v>
                </c:pt>
                <c:pt idx="1447">
                  <c:v>34899</c:v>
                </c:pt>
                <c:pt idx="1448">
                  <c:v>34900</c:v>
                </c:pt>
                <c:pt idx="1449">
                  <c:v>34901</c:v>
                </c:pt>
                <c:pt idx="1450">
                  <c:v>34904</c:v>
                </c:pt>
                <c:pt idx="1451">
                  <c:v>34905</c:v>
                </c:pt>
                <c:pt idx="1452">
                  <c:v>34906</c:v>
                </c:pt>
                <c:pt idx="1453">
                  <c:v>34907</c:v>
                </c:pt>
                <c:pt idx="1454">
                  <c:v>34908</c:v>
                </c:pt>
                <c:pt idx="1455">
                  <c:v>34911</c:v>
                </c:pt>
                <c:pt idx="1456">
                  <c:v>34912</c:v>
                </c:pt>
                <c:pt idx="1457">
                  <c:v>34913</c:v>
                </c:pt>
                <c:pt idx="1458">
                  <c:v>34914</c:v>
                </c:pt>
                <c:pt idx="1459">
                  <c:v>34915</c:v>
                </c:pt>
                <c:pt idx="1460">
                  <c:v>34918</c:v>
                </c:pt>
                <c:pt idx="1461">
                  <c:v>34919</c:v>
                </c:pt>
                <c:pt idx="1462">
                  <c:v>34920</c:v>
                </c:pt>
                <c:pt idx="1463">
                  <c:v>34921</c:v>
                </c:pt>
                <c:pt idx="1464">
                  <c:v>34922</c:v>
                </c:pt>
                <c:pt idx="1465">
                  <c:v>34925</c:v>
                </c:pt>
                <c:pt idx="1466">
                  <c:v>34926</c:v>
                </c:pt>
                <c:pt idx="1467">
                  <c:v>34927</c:v>
                </c:pt>
                <c:pt idx="1468">
                  <c:v>34928</c:v>
                </c:pt>
                <c:pt idx="1469">
                  <c:v>34929</c:v>
                </c:pt>
                <c:pt idx="1470">
                  <c:v>34932</c:v>
                </c:pt>
                <c:pt idx="1471">
                  <c:v>34933</c:v>
                </c:pt>
                <c:pt idx="1472">
                  <c:v>34934</c:v>
                </c:pt>
                <c:pt idx="1473">
                  <c:v>34935</c:v>
                </c:pt>
                <c:pt idx="1474">
                  <c:v>34936</c:v>
                </c:pt>
                <c:pt idx="1475">
                  <c:v>34939</c:v>
                </c:pt>
                <c:pt idx="1476">
                  <c:v>34940</c:v>
                </c:pt>
                <c:pt idx="1477">
                  <c:v>34941</c:v>
                </c:pt>
                <c:pt idx="1478">
                  <c:v>34942</c:v>
                </c:pt>
                <c:pt idx="1479">
                  <c:v>34943</c:v>
                </c:pt>
                <c:pt idx="1480">
                  <c:v>34946</c:v>
                </c:pt>
                <c:pt idx="1481">
                  <c:v>34947</c:v>
                </c:pt>
                <c:pt idx="1482">
                  <c:v>34948</c:v>
                </c:pt>
                <c:pt idx="1483">
                  <c:v>34949</c:v>
                </c:pt>
                <c:pt idx="1484">
                  <c:v>34950</c:v>
                </c:pt>
                <c:pt idx="1485">
                  <c:v>34953</c:v>
                </c:pt>
                <c:pt idx="1486">
                  <c:v>34954</c:v>
                </c:pt>
                <c:pt idx="1487">
                  <c:v>34955</c:v>
                </c:pt>
                <c:pt idx="1488">
                  <c:v>34956</c:v>
                </c:pt>
                <c:pt idx="1489">
                  <c:v>34957</c:v>
                </c:pt>
                <c:pt idx="1490">
                  <c:v>34960</c:v>
                </c:pt>
                <c:pt idx="1491">
                  <c:v>34961</c:v>
                </c:pt>
                <c:pt idx="1492">
                  <c:v>34962</c:v>
                </c:pt>
                <c:pt idx="1493">
                  <c:v>34963</c:v>
                </c:pt>
                <c:pt idx="1494">
                  <c:v>34964</c:v>
                </c:pt>
                <c:pt idx="1495">
                  <c:v>34967</c:v>
                </c:pt>
                <c:pt idx="1496">
                  <c:v>34968</c:v>
                </c:pt>
                <c:pt idx="1497">
                  <c:v>34969</c:v>
                </c:pt>
                <c:pt idx="1498">
                  <c:v>34970</c:v>
                </c:pt>
                <c:pt idx="1499">
                  <c:v>34971</c:v>
                </c:pt>
                <c:pt idx="1500">
                  <c:v>34974</c:v>
                </c:pt>
                <c:pt idx="1501">
                  <c:v>34975</c:v>
                </c:pt>
                <c:pt idx="1502">
                  <c:v>34976</c:v>
                </c:pt>
                <c:pt idx="1503">
                  <c:v>34977</c:v>
                </c:pt>
                <c:pt idx="1504">
                  <c:v>34978</c:v>
                </c:pt>
                <c:pt idx="1505">
                  <c:v>34981</c:v>
                </c:pt>
                <c:pt idx="1506">
                  <c:v>34982</c:v>
                </c:pt>
                <c:pt idx="1507">
                  <c:v>34983</c:v>
                </c:pt>
                <c:pt idx="1508">
                  <c:v>34984</c:v>
                </c:pt>
                <c:pt idx="1509">
                  <c:v>34985</c:v>
                </c:pt>
                <c:pt idx="1510">
                  <c:v>34988</c:v>
                </c:pt>
                <c:pt idx="1511">
                  <c:v>34989</c:v>
                </c:pt>
                <c:pt idx="1512">
                  <c:v>34990</c:v>
                </c:pt>
                <c:pt idx="1513">
                  <c:v>34991</c:v>
                </c:pt>
                <c:pt idx="1514">
                  <c:v>34992</c:v>
                </c:pt>
                <c:pt idx="1515">
                  <c:v>34995</c:v>
                </c:pt>
                <c:pt idx="1516">
                  <c:v>34996</c:v>
                </c:pt>
                <c:pt idx="1517">
                  <c:v>34997</c:v>
                </c:pt>
                <c:pt idx="1518">
                  <c:v>34998</c:v>
                </c:pt>
                <c:pt idx="1519">
                  <c:v>34999</c:v>
                </c:pt>
                <c:pt idx="1520">
                  <c:v>35002</c:v>
                </c:pt>
                <c:pt idx="1521">
                  <c:v>35003</c:v>
                </c:pt>
                <c:pt idx="1522">
                  <c:v>35004</c:v>
                </c:pt>
                <c:pt idx="1523">
                  <c:v>35005</c:v>
                </c:pt>
                <c:pt idx="1524">
                  <c:v>35006</c:v>
                </c:pt>
                <c:pt idx="1525">
                  <c:v>35009</c:v>
                </c:pt>
                <c:pt idx="1526">
                  <c:v>35010</c:v>
                </c:pt>
                <c:pt idx="1527">
                  <c:v>35011</c:v>
                </c:pt>
                <c:pt idx="1528">
                  <c:v>35012</c:v>
                </c:pt>
                <c:pt idx="1529">
                  <c:v>35013</c:v>
                </c:pt>
                <c:pt idx="1530">
                  <c:v>35016</c:v>
                </c:pt>
                <c:pt idx="1531">
                  <c:v>35017</c:v>
                </c:pt>
                <c:pt idx="1532">
                  <c:v>35018</c:v>
                </c:pt>
                <c:pt idx="1533">
                  <c:v>35019</c:v>
                </c:pt>
                <c:pt idx="1534">
                  <c:v>35020</c:v>
                </c:pt>
                <c:pt idx="1535">
                  <c:v>35023</c:v>
                </c:pt>
                <c:pt idx="1536">
                  <c:v>35024</c:v>
                </c:pt>
                <c:pt idx="1537">
                  <c:v>35025</c:v>
                </c:pt>
                <c:pt idx="1538">
                  <c:v>35026</c:v>
                </c:pt>
                <c:pt idx="1539">
                  <c:v>35027</c:v>
                </c:pt>
                <c:pt idx="1540">
                  <c:v>35030</c:v>
                </c:pt>
                <c:pt idx="1541">
                  <c:v>35031</c:v>
                </c:pt>
                <c:pt idx="1542">
                  <c:v>35032</c:v>
                </c:pt>
                <c:pt idx="1543">
                  <c:v>35033</c:v>
                </c:pt>
                <c:pt idx="1544">
                  <c:v>35034</c:v>
                </c:pt>
                <c:pt idx="1545">
                  <c:v>35037</c:v>
                </c:pt>
                <c:pt idx="1546">
                  <c:v>35038</c:v>
                </c:pt>
                <c:pt idx="1547">
                  <c:v>35039</c:v>
                </c:pt>
                <c:pt idx="1548">
                  <c:v>35040</c:v>
                </c:pt>
                <c:pt idx="1549">
                  <c:v>35041</c:v>
                </c:pt>
                <c:pt idx="1550">
                  <c:v>35044</c:v>
                </c:pt>
                <c:pt idx="1551">
                  <c:v>35045</c:v>
                </c:pt>
                <c:pt idx="1552">
                  <c:v>35046</c:v>
                </c:pt>
                <c:pt idx="1553">
                  <c:v>35047</c:v>
                </c:pt>
                <c:pt idx="1554">
                  <c:v>35048</c:v>
                </c:pt>
                <c:pt idx="1555">
                  <c:v>35051</c:v>
                </c:pt>
                <c:pt idx="1556">
                  <c:v>35052</c:v>
                </c:pt>
                <c:pt idx="1557">
                  <c:v>35053</c:v>
                </c:pt>
                <c:pt idx="1558">
                  <c:v>35054</c:v>
                </c:pt>
                <c:pt idx="1559">
                  <c:v>35055</c:v>
                </c:pt>
                <c:pt idx="1560">
                  <c:v>35058</c:v>
                </c:pt>
                <c:pt idx="1561">
                  <c:v>35059</c:v>
                </c:pt>
                <c:pt idx="1562">
                  <c:v>35060</c:v>
                </c:pt>
                <c:pt idx="1563">
                  <c:v>35061</c:v>
                </c:pt>
                <c:pt idx="1564">
                  <c:v>35062</c:v>
                </c:pt>
                <c:pt idx="1565">
                  <c:v>35065</c:v>
                </c:pt>
                <c:pt idx="1566">
                  <c:v>35066</c:v>
                </c:pt>
                <c:pt idx="1567">
                  <c:v>35067</c:v>
                </c:pt>
                <c:pt idx="1568">
                  <c:v>35068</c:v>
                </c:pt>
                <c:pt idx="1569">
                  <c:v>35069</c:v>
                </c:pt>
                <c:pt idx="1570">
                  <c:v>35072</c:v>
                </c:pt>
                <c:pt idx="1571">
                  <c:v>35073</c:v>
                </c:pt>
                <c:pt idx="1572">
                  <c:v>35074</c:v>
                </c:pt>
                <c:pt idx="1573">
                  <c:v>35075</c:v>
                </c:pt>
                <c:pt idx="1574">
                  <c:v>35076</c:v>
                </c:pt>
                <c:pt idx="1575">
                  <c:v>35079</c:v>
                </c:pt>
                <c:pt idx="1576">
                  <c:v>35080</c:v>
                </c:pt>
                <c:pt idx="1577">
                  <c:v>35081</c:v>
                </c:pt>
                <c:pt idx="1578">
                  <c:v>35082</c:v>
                </c:pt>
                <c:pt idx="1579">
                  <c:v>35083</c:v>
                </c:pt>
                <c:pt idx="1580">
                  <c:v>35086</c:v>
                </c:pt>
                <c:pt idx="1581">
                  <c:v>35087</c:v>
                </c:pt>
                <c:pt idx="1582">
                  <c:v>35088</c:v>
                </c:pt>
                <c:pt idx="1583">
                  <c:v>35089</c:v>
                </c:pt>
                <c:pt idx="1584">
                  <c:v>35090</c:v>
                </c:pt>
                <c:pt idx="1585">
                  <c:v>35093</c:v>
                </c:pt>
                <c:pt idx="1586">
                  <c:v>35094</c:v>
                </c:pt>
                <c:pt idx="1587">
                  <c:v>35095</c:v>
                </c:pt>
                <c:pt idx="1588">
                  <c:v>35096</c:v>
                </c:pt>
                <c:pt idx="1589">
                  <c:v>35097</c:v>
                </c:pt>
                <c:pt idx="1590">
                  <c:v>35100</c:v>
                </c:pt>
                <c:pt idx="1591">
                  <c:v>35101</c:v>
                </c:pt>
                <c:pt idx="1592">
                  <c:v>35102</c:v>
                </c:pt>
                <c:pt idx="1593">
                  <c:v>35103</c:v>
                </c:pt>
                <c:pt idx="1594">
                  <c:v>35104</c:v>
                </c:pt>
                <c:pt idx="1595">
                  <c:v>35107</c:v>
                </c:pt>
                <c:pt idx="1596">
                  <c:v>35108</c:v>
                </c:pt>
                <c:pt idx="1597">
                  <c:v>35109</c:v>
                </c:pt>
                <c:pt idx="1598">
                  <c:v>35110</c:v>
                </c:pt>
                <c:pt idx="1599">
                  <c:v>35111</c:v>
                </c:pt>
                <c:pt idx="1600">
                  <c:v>35114</c:v>
                </c:pt>
                <c:pt idx="1601">
                  <c:v>35115</c:v>
                </c:pt>
                <c:pt idx="1602">
                  <c:v>35116</c:v>
                </c:pt>
                <c:pt idx="1603">
                  <c:v>35117</c:v>
                </c:pt>
                <c:pt idx="1604">
                  <c:v>35118</c:v>
                </c:pt>
                <c:pt idx="1605">
                  <c:v>35121</c:v>
                </c:pt>
                <c:pt idx="1606">
                  <c:v>35122</c:v>
                </c:pt>
                <c:pt idx="1607">
                  <c:v>35123</c:v>
                </c:pt>
                <c:pt idx="1608">
                  <c:v>35124</c:v>
                </c:pt>
                <c:pt idx="1609">
                  <c:v>35125</c:v>
                </c:pt>
                <c:pt idx="1610">
                  <c:v>35128</c:v>
                </c:pt>
                <c:pt idx="1611">
                  <c:v>35129</c:v>
                </c:pt>
                <c:pt idx="1612">
                  <c:v>35130</c:v>
                </c:pt>
                <c:pt idx="1613">
                  <c:v>35131</c:v>
                </c:pt>
                <c:pt idx="1614">
                  <c:v>35132</c:v>
                </c:pt>
                <c:pt idx="1615">
                  <c:v>35135</c:v>
                </c:pt>
                <c:pt idx="1616">
                  <c:v>35136</c:v>
                </c:pt>
                <c:pt idx="1617">
                  <c:v>35137</c:v>
                </c:pt>
                <c:pt idx="1618">
                  <c:v>35138</c:v>
                </c:pt>
                <c:pt idx="1619">
                  <c:v>35139</c:v>
                </c:pt>
                <c:pt idx="1620">
                  <c:v>35142</c:v>
                </c:pt>
                <c:pt idx="1621">
                  <c:v>35143</c:v>
                </c:pt>
                <c:pt idx="1622">
                  <c:v>35144</c:v>
                </c:pt>
                <c:pt idx="1623">
                  <c:v>35145</c:v>
                </c:pt>
                <c:pt idx="1624">
                  <c:v>35146</c:v>
                </c:pt>
                <c:pt idx="1625">
                  <c:v>35149</c:v>
                </c:pt>
                <c:pt idx="1626">
                  <c:v>35150</c:v>
                </c:pt>
                <c:pt idx="1627">
                  <c:v>35151</c:v>
                </c:pt>
                <c:pt idx="1628">
                  <c:v>35152</c:v>
                </c:pt>
                <c:pt idx="1629">
                  <c:v>35153</c:v>
                </c:pt>
                <c:pt idx="1630">
                  <c:v>35156</c:v>
                </c:pt>
                <c:pt idx="1631">
                  <c:v>35157</c:v>
                </c:pt>
                <c:pt idx="1632">
                  <c:v>35158</c:v>
                </c:pt>
                <c:pt idx="1633">
                  <c:v>35159</c:v>
                </c:pt>
                <c:pt idx="1634">
                  <c:v>35160</c:v>
                </c:pt>
                <c:pt idx="1635">
                  <c:v>35163</c:v>
                </c:pt>
                <c:pt idx="1636">
                  <c:v>35164</c:v>
                </c:pt>
                <c:pt idx="1637">
                  <c:v>35165</c:v>
                </c:pt>
                <c:pt idx="1638">
                  <c:v>35166</c:v>
                </c:pt>
                <c:pt idx="1639">
                  <c:v>35167</c:v>
                </c:pt>
                <c:pt idx="1640">
                  <c:v>35170</c:v>
                </c:pt>
                <c:pt idx="1641">
                  <c:v>35171</c:v>
                </c:pt>
                <c:pt idx="1642">
                  <c:v>35172</c:v>
                </c:pt>
                <c:pt idx="1643">
                  <c:v>35173</c:v>
                </c:pt>
                <c:pt idx="1644">
                  <c:v>35174</c:v>
                </c:pt>
                <c:pt idx="1645">
                  <c:v>35177</c:v>
                </c:pt>
                <c:pt idx="1646">
                  <c:v>35178</c:v>
                </c:pt>
                <c:pt idx="1647">
                  <c:v>35179</c:v>
                </c:pt>
                <c:pt idx="1648">
                  <c:v>35180</c:v>
                </c:pt>
                <c:pt idx="1649">
                  <c:v>35181</c:v>
                </c:pt>
                <c:pt idx="1650">
                  <c:v>35184</c:v>
                </c:pt>
                <c:pt idx="1651">
                  <c:v>35185</c:v>
                </c:pt>
                <c:pt idx="1652">
                  <c:v>35186</c:v>
                </c:pt>
                <c:pt idx="1653">
                  <c:v>35187</c:v>
                </c:pt>
                <c:pt idx="1654">
                  <c:v>35188</c:v>
                </c:pt>
                <c:pt idx="1655">
                  <c:v>35191</c:v>
                </c:pt>
                <c:pt idx="1656">
                  <c:v>35192</c:v>
                </c:pt>
                <c:pt idx="1657">
                  <c:v>35193</c:v>
                </c:pt>
                <c:pt idx="1658">
                  <c:v>35194</c:v>
                </c:pt>
                <c:pt idx="1659">
                  <c:v>35195</c:v>
                </c:pt>
                <c:pt idx="1660">
                  <c:v>35198</c:v>
                </c:pt>
                <c:pt idx="1661">
                  <c:v>35199</c:v>
                </c:pt>
                <c:pt idx="1662">
                  <c:v>35200</c:v>
                </c:pt>
                <c:pt idx="1663">
                  <c:v>35201</c:v>
                </c:pt>
                <c:pt idx="1664">
                  <c:v>35202</c:v>
                </c:pt>
                <c:pt idx="1665">
                  <c:v>35205</c:v>
                </c:pt>
                <c:pt idx="1666">
                  <c:v>35206</c:v>
                </c:pt>
                <c:pt idx="1667">
                  <c:v>35207</c:v>
                </c:pt>
                <c:pt idx="1668">
                  <c:v>35208</c:v>
                </c:pt>
                <c:pt idx="1669">
                  <c:v>35209</c:v>
                </c:pt>
                <c:pt idx="1670">
                  <c:v>35212</c:v>
                </c:pt>
                <c:pt idx="1671">
                  <c:v>35213</c:v>
                </c:pt>
                <c:pt idx="1672">
                  <c:v>35214</c:v>
                </c:pt>
                <c:pt idx="1673">
                  <c:v>35215</c:v>
                </c:pt>
                <c:pt idx="1674">
                  <c:v>35216</c:v>
                </c:pt>
                <c:pt idx="1675">
                  <c:v>35219</c:v>
                </c:pt>
                <c:pt idx="1676">
                  <c:v>35220</c:v>
                </c:pt>
                <c:pt idx="1677">
                  <c:v>35221</c:v>
                </c:pt>
                <c:pt idx="1678">
                  <c:v>35222</c:v>
                </c:pt>
                <c:pt idx="1679">
                  <c:v>35223</c:v>
                </c:pt>
                <c:pt idx="1680">
                  <c:v>35226</c:v>
                </c:pt>
                <c:pt idx="1681">
                  <c:v>35227</c:v>
                </c:pt>
                <c:pt idx="1682">
                  <c:v>35228</c:v>
                </c:pt>
                <c:pt idx="1683">
                  <c:v>35229</c:v>
                </c:pt>
                <c:pt idx="1684">
                  <c:v>35230</c:v>
                </c:pt>
                <c:pt idx="1685">
                  <c:v>35233</c:v>
                </c:pt>
                <c:pt idx="1686">
                  <c:v>35234</c:v>
                </c:pt>
                <c:pt idx="1687">
                  <c:v>35235</c:v>
                </c:pt>
                <c:pt idx="1688">
                  <c:v>35236</c:v>
                </c:pt>
                <c:pt idx="1689">
                  <c:v>35237</c:v>
                </c:pt>
                <c:pt idx="1690">
                  <c:v>35240</c:v>
                </c:pt>
                <c:pt idx="1691">
                  <c:v>35241</c:v>
                </c:pt>
                <c:pt idx="1692">
                  <c:v>35242</c:v>
                </c:pt>
                <c:pt idx="1693">
                  <c:v>35243</c:v>
                </c:pt>
                <c:pt idx="1694">
                  <c:v>35244</c:v>
                </c:pt>
                <c:pt idx="1695">
                  <c:v>35247</c:v>
                </c:pt>
                <c:pt idx="1696">
                  <c:v>35248</c:v>
                </c:pt>
                <c:pt idx="1697">
                  <c:v>35249</c:v>
                </c:pt>
                <c:pt idx="1698">
                  <c:v>35250</c:v>
                </c:pt>
                <c:pt idx="1699">
                  <c:v>35251</c:v>
                </c:pt>
                <c:pt idx="1700">
                  <c:v>35254</c:v>
                </c:pt>
                <c:pt idx="1701">
                  <c:v>35255</c:v>
                </c:pt>
                <c:pt idx="1702">
                  <c:v>35256</c:v>
                </c:pt>
                <c:pt idx="1703">
                  <c:v>35257</c:v>
                </c:pt>
                <c:pt idx="1704">
                  <c:v>35258</c:v>
                </c:pt>
                <c:pt idx="1705">
                  <c:v>35261</c:v>
                </c:pt>
                <c:pt idx="1706">
                  <c:v>35262</c:v>
                </c:pt>
                <c:pt idx="1707">
                  <c:v>35263</c:v>
                </c:pt>
                <c:pt idx="1708">
                  <c:v>35264</c:v>
                </c:pt>
                <c:pt idx="1709">
                  <c:v>35265</c:v>
                </c:pt>
                <c:pt idx="1710">
                  <c:v>35268</c:v>
                </c:pt>
                <c:pt idx="1711">
                  <c:v>35269</c:v>
                </c:pt>
                <c:pt idx="1712">
                  <c:v>35270</c:v>
                </c:pt>
                <c:pt idx="1713">
                  <c:v>35271</c:v>
                </c:pt>
                <c:pt idx="1714">
                  <c:v>35272</c:v>
                </c:pt>
                <c:pt idx="1715">
                  <c:v>35275</c:v>
                </c:pt>
                <c:pt idx="1716">
                  <c:v>35276</c:v>
                </c:pt>
                <c:pt idx="1717">
                  <c:v>35277</c:v>
                </c:pt>
                <c:pt idx="1718">
                  <c:v>35278</c:v>
                </c:pt>
                <c:pt idx="1719">
                  <c:v>35279</c:v>
                </c:pt>
                <c:pt idx="1720">
                  <c:v>35282</c:v>
                </c:pt>
                <c:pt idx="1721">
                  <c:v>35283</c:v>
                </c:pt>
                <c:pt idx="1722">
                  <c:v>35284</c:v>
                </c:pt>
                <c:pt idx="1723">
                  <c:v>35285</c:v>
                </c:pt>
                <c:pt idx="1724">
                  <c:v>35286</c:v>
                </c:pt>
                <c:pt idx="1725">
                  <c:v>35289</c:v>
                </c:pt>
                <c:pt idx="1726">
                  <c:v>35290</c:v>
                </c:pt>
                <c:pt idx="1727">
                  <c:v>35291</c:v>
                </c:pt>
                <c:pt idx="1728">
                  <c:v>35292</c:v>
                </c:pt>
                <c:pt idx="1729">
                  <c:v>35293</c:v>
                </c:pt>
                <c:pt idx="1730">
                  <c:v>35296</c:v>
                </c:pt>
                <c:pt idx="1731">
                  <c:v>35297</c:v>
                </c:pt>
                <c:pt idx="1732">
                  <c:v>35298</c:v>
                </c:pt>
                <c:pt idx="1733">
                  <c:v>35299</c:v>
                </c:pt>
                <c:pt idx="1734">
                  <c:v>35300</c:v>
                </c:pt>
                <c:pt idx="1735">
                  <c:v>35303</c:v>
                </c:pt>
                <c:pt idx="1736">
                  <c:v>35304</c:v>
                </c:pt>
                <c:pt idx="1737">
                  <c:v>35305</c:v>
                </c:pt>
                <c:pt idx="1738">
                  <c:v>35306</c:v>
                </c:pt>
                <c:pt idx="1739">
                  <c:v>35307</c:v>
                </c:pt>
                <c:pt idx="1740">
                  <c:v>35310</c:v>
                </c:pt>
                <c:pt idx="1741">
                  <c:v>35311</c:v>
                </c:pt>
                <c:pt idx="1742">
                  <c:v>35312</c:v>
                </c:pt>
                <c:pt idx="1743">
                  <c:v>35313</c:v>
                </c:pt>
                <c:pt idx="1744">
                  <c:v>35314</c:v>
                </c:pt>
                <c:pt idx="1745">
                  <c:v>35317</c:v>
                </c:pt>
                <c:pt idx="1746">
                  <c:v>35318</c:v>
                </c:pt>
                <c:pt idx="1747">
                  <c:v>35319</c:v>
                </c:pt>
                <c:pt idx="1748">
                  <c:v>35320</c:v>
                </c:pt>
                <c:pt idx="1749">
                  <c:v>35321</c:v>
                </c:pt>
                <c:pt idx="1750">
                  <c:v>35324</c:v>
                </c:pt>
                <c:pt idx="1751">
                  <c:v>35325</c:v>
                </c:pt>
                <c:pt idx="1752">
                  <c:v>35326</c:v>
                </c:pt>
                <c:pt idx="1753">
                  <c:v>35327</c:v>
                </c:pt>
                <c:pt idx="1754">
                  <c:v>35328</c:v>
                </c:pt>
                <c:pt idx="1755">
                  <c:v>35331</c:v>
                </c:pt>
                <c:pt idx="1756">
                  <c:v>35332</c:v>
                </c:pt>
                <c:pt idx="1757">
                  <c:v>35333</c:v>
                </c:pt>
                <c:pt idx="1758">
                  <c:v>35334</c:v>
                </c:pt>
                <c:pt idx="1759">
                  <c:v>35335</c:v>
                </c:pt>
                <c:pt idx="1760">
                  <c:v>35338</c:v>
                </c:pt>
                <c:pt idx="1761">
                  <c:v>35339</c:v>
                </c:pt>
                <c:pt idx="1762">
                  <c:v>35340</c:v>
                </c:pt>
                <c:pt idx="1763">
                  <c:v>35341</c:v>
                </c:pt>
                <c:pt idx="1764">
                  <c:v>35342</c:v>
                </c:pt>
                <c:pt idx="1765">
                  <c:v>35345</c:v>
                </c:pt>
                <c:pt idx="1766">
                  <c:v>35346</c:v>
                </c:pt>
                <c:pt idx="1767">
                  <c:v>35347</c:v>
                </c:pt>
                <c:pt idx="1768">
                  <c:v>35348</c:v>
                </c:pt>
                <c:pt idx="1769">
                  <c:v>35349</c:v>
                </c:pt>
                <c:pt idx="1770">
                  <c:v>35352</c:v>
                </c:pt>
                <c:pt idx="1771">
                  <c:v>35353</c:v>
                </c:pt>
                <c:pt idx="1772">
                  <c:v>35354</c:v>
                </c:pt>
                <c:pt idx="1773">
                  <c:v>35355</c:v>
                </c:pt>
                <c:pt idx="1774">
                  <c:v>35356</c:v>
                </c:pt>
                <c:pt idx="1775">
                  <c:v>35359</c:v>
                </c:pt>
                <c:pt idx="1776">
                  <c:v>35360</c:v>
                </c:pt>
                <c:pt idx="1777">
                  <c:v>35361</c:v>
                </c:pt>
                <c:pt idx="1778">
                  <c:v>35362</c:v>
                </c:pt>
                <c:pt idx="1779">
                  <c:v>35363</c:v>
                </c:pt>
                <c:pt idx="1780">
                  <c:v>35366</c:v>
                </c:pt>
                <c:pt idx="1781">
                  <c:v>35367</c:v>
                </c:pt>
                <c:pt idx="1782">
                  <c:v>35368</c:v>
                </c:pt>
                <c:pt idx="1783">
                  <c:v>35369</c:v>
                </c:pt>
                <c:pt idx="1784">
                  <c:v>35370</c:v>
                </c:pt>
                <c:pt idx="1785">
                  <c:v>35373</c:v>
                </c:pt>
                <c:pt idx="1786">
                  <c:v>35374</c:v>
                </c:pt>
                <c:pt idx="1787">
                  <c:v>35375</c:v>
                </c:pt>
                <c:pt idx="1788">
                  <c:v>35376</c:v>
                </c:pt>
                <c:pt idx="1789">
                  <c:v>35377</c:v>
                </c:pt>
                <c:pt idx="1790">
                  <c:v>35380</c:v>
                </c:pt>
                <c:pt idx="1791">
                  <c:v>35381</c:v>
                </c:pt>
                <c:pt idx="1792">
                  <c:v>35382</c:v>
                </c:pt>
                <c:pt idx="1793">
                  <c:v>35383</c:v>
                </c:pt>
                <c:pt idx="1794">
                  <c:v>35384</c:v>
                </c:pt>
                <c:pt idx="1795">
                  <c:v>35387</c:v>
                </c:pt>
                <c:pt idx="1796">
                  <c:v>35388</c:v>
                </c:pt>
                <c:pt idx="1797">
                  <c:v>35389</c:v>
                </c:pt>
                <c:pt idx="1798">
                  <c:v>35390</c:v>
                </c:pt>
                <c:pt idx="1799">
                  <c:v>35391</c:v>
                </c:pt>
                <c:pt idx="1800">
                  <c:v>35394</c:v>
                </c:pt>
                <c:pt idx="1801">
                  <c:v>35395</c:v>
                </c:pt>
                <c:pt idx="1802">
                  <c:v>35396</c:v>
                </c:pt>
                <c:pt idx="1803">
                  <c:v>35397</c:v>
                </c:pt>
                <c:pt idx="1804">
                  <c:v>35398</c:v>
                </c:pt>
                <c:pt idx="1805">
                  <c:v>35401</c:v>
                </c:pt>
                <c:pt idx="1806">
                  <c:v>35402</c:v>
                </c:pt>
                <c:pt idx="1807">
                  <c:v>35403</c:v>
                </c:pt>
                <c:pt idx="1808">
                  <c:v>35404</c:v>
                </c:pt>
                <c:pt idx="1809">
                  <c:v>35405</c:v>
                </c:pt>
                <c:pt idx="1810">
                  <c:v>35408</c:v>
                </c:pt>
                <c:pt idx="1811">
                  <c:v>35409</c:v>
                </c:pt>
                <c:pt idx="1812">
                  <c:v>35410</c:v>
                </c:pt>
                <c:pt idx="1813">
                  <c:v>35411</c:v>
                </c:pt>
                <c:pt idx="1814">
                  <c:v>35412</c:v>
                </c:pt>
                <c:pt idx="1815">
                  <c:v>35415</c:v>
                </c:pt>
                <c:pt idx="1816">
                  <c:v>35416</c:v>
                </c:pt>
                <c:pt idx="1817">
                  <c:v>35417</c:v>
                </c:pt>
                <c:pt idx="1818">
                  <c:v>35418</c:v>
                </c:pt>
                <c:pt idx="1819">
                  <c:v>35419</c:v>
                </c:pt>
                <c:pt idx="1820">
                  <c:v>35422</c:v>
                </c:pt>
                <c:pt idx="1821">
                  <c:v>35423</c:v>
                </c:pt>
                <c:pt idx="1822">
                  <c:v>35424</c:v>
                </c:pt>
                <c:pt idx="1823">
                  <c:v>35425</c:v>
                </c:pt>
                <c:pt idx="1824">
                  <c:v>35426</c:v>
                </c:pt>
                <c:pt idx="1825">
                  <c:v>35429</c:v>
                </c:pt>
                <c:pt idx="1826">
                  <c:v>35430</c:v>
                </c:pt>
                <c:pt idx="1827">
                  <c:v>35431</c:v>
                </c:pt>
                <c:pt idx="1828">
                  <c:v>35432</c:v>
                </c:pt>
                <c:pt idx="1829">
                  <c:v>35433</c:v>
                </c:pt>
                <c:pt idx="1830">
                  <c:v>35436</c:v>
                </c:pt>
                <c:pt idx="1831">
                  <c:v>35437</c:v>
                </c:pt>
                <c:pt idx="1832">
                  <c:v>35438</c:v>
                </c:pt>
                <c:pt idx="1833">
                  <c:v>35439</c:v>
                </c:pt>
                <c:pt idx="1834">
                  <c:v>35440</c:v>
                </c:pt>
                <c:pt idx="1835">
                  <c:v>35443</c:v>
                </c:pt>
                <c:pt idx="1836">
                  <c:v>35444</c:v>
                </c:pt>
                <c:pt idx="1837">
                  <c:v>35445</c:v>
                </c:pt>
                <c:pt idx="1838">
                  <c:v>35446</c:v>
                </c:pt>
                <c:pt idx="1839">
                  <c:v>35447</c:v>
                </c:pt>
                <c:pt idx="1840">
                  <c:v>35450</c:v>
                </c:pt>
                <c:pt idx="1841">
                  <c:v>35451</c:v>
                </c:pt>
                <c:pt idx="1842">
                  <c:v>35452</c:v>
                </c:pt>
                <c:pt idx="1843">
                  <c:v>35453</c:v>
                </c:pt>
                <c:pt idx="1844">
                  <c:v>35454</c:v>
                </c:pt>
                <c:pt idx="1845">
                  <c:v>35457</c:v>
                </c:pt>
                <c:pt idx="1846">
                  <c:v>35458</c:v>
                </c:pt>
                <c:pt idx="1847">
                  <c:v>35459</c:v>
                </c:pt>
                <c:pt idx="1848">
                  <c:v>35460</c:v>
                </c:pt>
                <c:pt idx="1849">
                  <c:v>35461</c:v>
                </c:pt>
                <c:pt idx="1850">
                  <c:v>35464</c:v>
                </c:pt>
                <c:pt idx="1851">
                  <c:v>35465</c:v>
                </c:pt>
                <c:pt idx="1852">
                  <c:v>35466</c:v>
                </c:pt>
                <c:pt idx="1853">
                  <c:v>35467</c:v>
                </c:pt>
                <c:pt idx="1854">
                  <c:v>35468</c:v>
                </c:pt>
                <c:pt idx="1855">
                  <c:v>35471</c:v>
                </c:pt>
                <c:pt idx="1856">
                  <c:v>35472</c:v>
                </c:pt>
                <c:pt idx="1857">
                  <c:v>35473</c:v>
                </c:pt>
                <c:pt idx="1858">
                  <c:v>35474</c:v>
                </c:pt>
                <c:pt idx="1859">
                  <c:v>35475</c:v>
                </c:pt>
                <c:pt idx="1860">
                  <c:v>35478</c:v>
                </c:pt>
                <c:pt idx="1861">
                  <c:v>35479</c:v>
                </c:pt>
                <c:pt idx="1862">
                  <c:v>35480</c:v>
                </c:pt>
                <c:pt idx="1863">
                  <c:v>35481</c:v>
                </c:pt>
                <c:pt idx="1864">
                  <c:v>35482</c:v>
                </c:pt>
                <c:pt idx="1865">
                  <c:v>35485</c:v>
                </c:pt>
                <c:pt idx="1866">
                  <c:v>35486</c:v>
                </c:pt>
                <c:pt idx="1867">
                  <c:v>35487</c:v>
                </c:pt>
                <c:pt idx="1868">
                  <c:v>35488</c:v>
                </c:pt>
                <c:pt idx="1869">
                  <c:v>35489</c:v>
                </c:pt>
                <c:pt idx="1870">
                  <c:v>35492</c:v>
                </c:pt>
                <c:pt idx="1871">
                  <c:v>35493</c:v>
                </c:pt>
                <c:pt idx="1872">
                  <c:v>35494</c:v>
                </c:pt>
                <c:pt idx="1873">
                  <c:v>35495</c:v>
                </c:pt>
                <c:pt idx="1874">
                  <c:v>35496</c:v>
                </c:pt>
                <c:pt idx="1875">
                  <c:v>35499</c:v>
                </c:pt>
                <c:pt idx="1876">
                  <c:v>35500</c:v>
                </c:pt>
                <c:pt idx="1877">
                  <c:v>35501</c:v>
                </c:pt>
                <c:pt idx="1878">
                  <c:v>35502</c:v>
                </c:pt>
                <c:pt idx="1879">
                  <c:v>35503</c:v>
                </c:pt>
                <c:pt idx="1880">
                  <c:v>35506</c:v>
                </c:pt>
                <c:pt idx="1881">
                  <c:v>35507</c:v>
                </c:pt>
                <c:pt idx="1882">
                  <c:v>35508</c:v>
                </c:pt>
                <c:pt idx="1883">
                  <c:v>35509</c:v>
                </c:pt>
                <c:pt idx="1884">
                  <c:v>35510</c:v>
                </c:pt>
                <c:pt idx="1885">
                  <c:v>35513</c:v>
                </c:pt>
                <c:pt idx="1886">
                  <c:v>35514</c:v>
                </c:pt>
                <c:pt idx="1887">
                  <c:v>35515</c:v>
                </c:pt>
                <c:pt idx="1888">
                  <c:v>35516</c:v>
                </c:pt>
                <c:pt idx="1889">
                  <c:v>35517</c:v>
                </c:pt>
                <c:pt idx="1890">
                  <c:v>35520</c:v>
                </c:pt>
                <c:pt idx="1891">
                  <c:v>35521</c:v>
                </c:pt>
                <c:pt idx="1892">
                  <c:v>35522</c:v>
                </c:pt>
                <c:pt idx="1893">
                  <c:v>35523</c:v>
                </c:pt>
                <c:pt idx="1894">
                  <c:v>35524</c:v>
                </c:pt>
                <c:pt idx="1895">
                  <c:v>35527</c:v>
                </c:pt>
                <c:pt idx="1896">
                  <c:v>35528</c:v>
                </c:pt>
                <c:pt idx="1897">
                  <c:v>35529</c:v>
                </c:pt>
                <c:pt idx="1898">
                  <c:v>35530</c:v>
                </c:pt>
                <c:pt idx="1899">
                  <c:v>35531</c:v>
                </c:pt>
                <c:pt idx="1900">
                  <c:v>35534</c:v>
                </c:pt>
                <c:pt idx="1901">
                  <c:v>35535</c:v>
                </c:pt>
                <c:pt idx="1902">
                  <c:v>35536</c:v>
                </c:pt>
                <c:pt idx="1903">
                  <c:v>35537</c:v>
                </c:pt>
                <c:pt idx="1904">
                  <c:v>35538</c:v>
                </c:pt>
                <c:pt idx="1905">
                  <c:v>35541</c:v>
                </c:pt>
                <c:pt idx="1906">
                  <c:v>35542</c:v>
                </c:pt>
                <c:pt idx="1907">
                  <c:v>35543</c:v>
                </c:pt>
                <c:pt idx="1908">
                  <c:v>35544</c:v>
                </c:pt>
                <c:pt idx="1909">
                  <c:v>35545</c:v>
                </c:pt>
                <c:pt idx="1910">
                  <c:v>35548</c:v>
                </c:pt>
                <c:pt idx="1911">
                  <c:v>35549</c:v>
                </c:pt>
                <c:pt idx="1912">
                  <c:v>35550</c:v>
                </c:pt>
                <c:pt idx="1913">
                  <c:v>35551</c:v>
                </c:pt>
                <c:pt idx="1914">
                  <c:v>35552</c:v>
                </c:pt>
                <c:pt idx="1915">
                  <c:v>35555</c:v>
                </c:pt>
                <c:pt idx="1916">
                  <c:v>35556</c:v>
                </c:pt>
                <c:pt idx="1917">
                  <c:v>35557</c:v>
                </c:pt>
                <c:pt idx="1918">
                  <c:v>35558</c:v>
                </c:pt>
                <c:pt idx="1919">
                  <c:v>35559</c:v>
                </c:pt>
                <c:pt idx="1920">
                  <c:v>35562</c:v>
                </c:pt>
                <c:pt idx="1921">
                  <c:v>35563</c:v>
                </c:pt>
                <c:pt idx="1922">
                  <c:v>35564</c:v>
                </c:pt>
                <c:pt idx="1923">
                  <c:v>35565</c:v>
                </c:pt>
                <c:pt idx="1924">
                  <c:v>35566</c:v>
                </c:pt>
                <c:pt idx="1925">
                  <c:v>35569</c:v>
                </c:pt>
                <c:pt idx="1926">
                  <c:v>35570</c:v>
                </c:pt>
                <c:pt idx="1927">
                  <c:v>35571</c:v>
                </c:pt>
                <c:pt idx="1928">
                  <c:v>35572</c:v>
                </c:pt>
                <c:pt idx="1929">
                  <c:v>35573</c:v>
                </c:pt>
                <c:pt idx="1930">
                  <c:v>35576</c:v>
                </c:pt>
                <c:pt idx="1931">
                  <c:v>35577</c:v>
                </c:pt>
                <c:pt idx="1932">
                  <c:v>35578</c:v>
                </c:pt>
                <c:pt idx="1933">
                  <c:v>35579</c:v>
                </c:pt>
                <c:pt idx="1934">
                  <c:v>35580</c:v>
                </c:pt>
                <c:pt idx="1935">
                  <c:v>35583</c:v>
                </c:pt>
                <c:pt idx="1936">
                  <c:v>35584</c:v>
                </c:pt>
                <c:pt idx="1937">
                  <c:v>35585</c:v>
                </c:pt>
                <c:pt idx="1938">
                  <c:v>35586</c:v>
                </c:pt>
                <c:pt idx="1939">
                  <c:v>35587</c:v>
                </c:pt>
                <c:pt idx="1940">
                  <c:v>35590</c:v>
                </c:pt>
                <c:pt idx="1941">
                  <c:v>35591</c:v>
                </c:pt>
                <c:pt idx="1942">
                  <c:v>35592</c:v>
                </c:pt>
                <c:pt idx="1943">
                  <c:v>35593</c:v>
                </c:pt>
                <c:pt idx="1944">
                  <c:v>35594</c:v>
                </c:pt>
                <c:pt idx="1945">
                  <c:v>35597</c:v>
                </c:pt>
                <c:pt idx="1946">
                  <c:v>35598</c:v>
                </c:pt>
                <c:pt idx="1947">
                  <c:v>35599</c:v>
                </c:pt>
                <c:pt idx="1948">
                  <c:v>35600</c:v>
                </c:pt>
                <c:pt idx="1949">
                  <c:v>35601</c:v>
                </c:pt>
                <c:pt idx="1950">
                  <c:v>35604</c:v>
                </c:pt>
                <c:pt idx="1951">
                  <c:v>35605</c:v>
                </c:pt>
                <c:pt idx="1952">
                  <c:v>35606</c:v>
                </c:pt>
                <c:pt idx="1953">
                  <c:v>35607</c:v>
                </c:pt>
                <c:pt idx="1954">
                  <c:v>35608</c:v>
                </c:pt>
                <c:pt idx="1955">
                  <c:v>35611</c:v>
                </c:pt>
                <c:pt idx="1956">
                  <c:v>35612</c:v>
                </c:pt>
                <c:pt idx="1957">
                  <c:v>35613</c:v>
                </c:pt>
                <c:pt idx="1958">
                  <c:v>35614</c:v>
                </c:pt>
                <c:pt idx="1959">
                  <c:v>35615</c:v>
                </c:pt>
                <c:pt idx="1960">
                  <c:v>35618</c:v>
                </c:pt>
                <c:pt idx="1961">
                  <c:v>35619</c:v>
                </c:pt>
                <c:pt idx="1962">
                  <c:v>35620</c:v>
                </c:pt>
                <c:pt idx="1963">
                  <c:v>35621</c:v>
                </c:pt>
                <c:pt idx="1964">
                  <c:v>35622</c:v>
                </c:pt>
                <c:pt idx="1965">
                  <c:v>35625</c:v>
                </c:pt>
                <c:pt idx="1966">
                  <c:v>35626</c:v>
                </c:pt>
                <c:pt idx="1967">
                  <c:v>35627</c:v>
                </c:pt>
                <c:pt idx="1968">
                  <c:v>35628</c:v>
                </c:pt>
                <c:pt idx="1969">
                  <c:v>35629</c:v>
                </c:pt>
                <c:pt idx="1970">
                  <c:v>35632</c:v>
                </c:pt>
                <c:pt idx="1971">
                  <c:v>35633</c:v>
                </c:pt>
                <c:pt idx="1972">
                  <c:v>35634</c:v>
                </c:pt>
                <c:pt idx="1973">
                  <c:v>35635</c:v>
                </c:pt>
                <c:pt idx="1974">
                  <c:v>35636</c:v>
                </c:pt>
                <c:pt idx="1975">
                  <c:v>35639</c:v>
                </c:pt>
                <c:pt idx="1976">
                  <c:v>35640</c:v>
                </c:pt>
                <c:pt idx="1977">
                  <c:v>35641</c:v>
                </c:pt>
                <c:pt idx="1978">
                  <c:v>35642</c:v>
                </c:pt>
                <c:pt idx="1979">
                  <c:v>35643</c:v>
                </c:pt>
                <c:pt idx="1980">
                  <c:v>35646</c:v>
                </c:pt>
                <c:pt idx="1981">
                  <c:v>35647</c:v>
                </c:pt>
                <c:pt idx="1982">
                  <c:v>35648</c:v>
                </c:pt>
                <c:pt idx="1983">
                  <c:v>35649</c:v>
                </c:pt>
                <c:pt idx="1984">
                  <c:v>35650</c:v>
                </c:pt>
                <c:pt idx="1985">
                  <c:v>35653</c:v>
                </c:pt>
                <c:pt idx="1986">
                  <c:v>35654</c:v>
                </c:pt>
                <c:pt idx="1987">
                  <c:v>35655</c:v>
                </c:pt>
                <c:pt idx="1988">
                  <c:v>35656</c:v>
                </c:pt>
                <c:pt idx="1989">
                  <c:v>35657</c:v>
                </c:pt>
                <c:pt idx="1990">
                  <c:v>35660</c:v>
                </c:pt>
                <c:pt idx="1991">
                  <c:v>35661</c:v>
                </c:pt>
                <c:pt idx="1992">
                  <c:v>35662</c:v>
                </c:pt>
                <c:pt idx="1993">
                  <c:v>35663</c:v>
                </c:pt>
                <c:pt idx="1994">
                  <c:v>35664</c:v>
                </c:pt>
                <c:pt idx="1995">
                  <c:v>35667</c:v>
                </c:pt>
                <c:pt idx="1996">
                  <c:v>35668</c:v>
                </c:pt>
                <c:pt idx="1997">
                  <c:v>35669</c:v>
                </c:pt>
                <c:pt idx="1998">
                  <c:v>35670</c:v>
                </c:pt>
                <c:pt idx="1999">
                  <c:v>35671</c:v>
                </c:pt>
                <c:pt idx="2000">
                  <c:v>35674</c:v>
                </c:pt>
                <c:pt idx="2001">
                  <c:v>35675</c:v>
                </c:pt>
                <c:pt idx="2002">
                  <c:v>35676</c:v>
                </c:pt>
                <c:pt idx="2003">
                  <c:v>35677</c:v>
                </c:pt>
                <c:pt idx="2004">
                  <c:v>35678</c:v>
                </c:pt>
                <c:pt idx="2005">
                  <c:v>35681</c:v>
                </c:pt>
                <c:pt idx="2006">
                  <c:v>35682</c:v>
                </c:pt>
                <c:pt idx="2007">
                  <c:v>35683</c:v>
                </c:pt>
                <c:pt idx="2008">
                  <c:v>35684</c:v>
                </c:pt>
                <c:pt idx="2009">
                  <c:v>35685</c:v>
                </c:pt>
                <c:pt idx="2010">
                  <c:v>35688</c:v>
                </c:pt>
                <c:pt idx="2011">
                  <c:v>35689</c:v>
                </c:pt>
                <c:pt idx="2012">
                  <c:v>35690</c:v>
                </c:pt>
                <c:pt idx="2013">
                  <c:v>35691</c:v>
                </c:pt>
                <c:pt idx="2014">
                  <c:v>35692</c:v>
                </c:pt>
                <c:pt idx="2015">
                  <c:v>35695</c:v>
                </c:pt>
                <c:pt idx="2016">
                  <c:v>35696</c:v>
                </c:pt>
                <c:pt idx="2017">
                  <c:v>35697</c:v>
                </c:pt>
                <c:pt idx="2018">
                  <c:v>35698</c:v>
                </c:pt>
                <c:pt idx="2019">
                  <c:v>35699</c:v>
                </c:pt>
                <c:pt idx="2020">
                  <c:v>35702</c:v>
                </c:pt>
                <c:pt idx="2021">
                  <c:v>35703</c:v>
                </c:pt>
                <c:pt idx="2022">
                  <c:v>35704</c:v>
                </c:pt>
                <c:pt idx="2023">
                  <c:v>35705</c:v>
                </c:pt>
                <c:pt idx="2024">
                  <c:v>35706</c:v>
                </c:pt>
                <c:pt idx="2025">
                  <c:v>35709</c:v>
                </c:pt>
                <c:pt idx="2026">
                  <c:v>35710</c:v>
                </c:pt>
                <c:pt idx="2027">
                  <c:v>35711</c:v>
                </c:pt>
                <c:pt idx="2028">
                  <c:v>35712</c:v>
                </c:pt>
                <c:pt idx="2029">
                  <c:v>35713</c:v>
                </c:pt>
                <c:pt idx="2030">
                  <c:v>35716</c:v>
                </c:pt>
                <c:pt idx="2031">
                  <c:v>35717</c:v>
                </c:pt>
                <c:pt idx="2032">
                  <c:v>35718</c:v>
                </c:pt>
                <c:pt idx="2033">
                  <c:v>35719</c:v>
                </c:pt>
                <c:pt idx="2034">
                  <c:v>35720</c:v>
                </c:pt>
                <c:pt idx="2035">
                  <c:v>35723</c:v>
                </c:pt>
                <c:pt idx="2036">
                  <c:v>35724</c:v>
                </c:pt>
                <c:pt idx="2037">
                  <c:v>35725</c:v>
                </c:pt>
                <c:pt idx="2038">
                  <c:v>35726</c:v>
                </c:pt>
                <c:pt idx="2039">
                  <c:v>35727</c:v>
                </c:pt>
                <c:pt idx="2040">
                  <c:v>35730</c:v>
                </c:pt>
                <c:pt idx="2041">
                  <c:v>35731</c:v>
                </c:pt>
                <c:pt idx="2042">
                  <c:v>35732</c:v>
                </c:pt>
                <c:pt idx="2043">
                  <c:v>35733</c:v>
                </c:pt>
                <c:pt idx="2044">
                  <c:v>35734</c:v>
                </c:pt>
                <c:pt idx="2045">
                  <c:v>35737</c:v>
                </c:pt>
                <c:pt idx="2046">
                  <c:v>35738</c:v>
                </c:pt>
                <c:pt idx="2047">
                  <c:v>35739</c:v>
                </c:pt>
                <c:pt idx="2048">
                  <c:v>35740</c:v>
                </c:pt>
                <c:pt idx="2049">
                  <c:v>35741</c:v>
                </c:pt>
                <c:pt idx="2050">
                  <c:v>35744</c:v>
                </c:pt>
                <c:pt idx="2051">
                  <c:v>35745</c:v>
                </c:pt>
                <c:pt idx="2052">
                  <c:v>35746</c:v>
                </c:pt>
                <c:pt idx="2053">
                  <c:v>35747</c:v>
                </c:pt>
                <c:pt idx="2054">
                  <c:v>35748</c:v>
                </c:pt>
                <c:pt idx="2055">
                  <c:v>35751</c:v>
                </c:pt>
                <c:pt idx="2056">
                  <c:v>35752</c:v>
                </c:pt>
                <c:pt idx="2057">
                  <c:v>35753</c:v>
                </c:pt>
                <c:pt idx="2058">
                  <c:v>35754</c:v>
                </c:pt>
                <c:pt idx="2059">
                  <c:v>35755</c:v>
                </c:pt>
                <c:pt idx="2060">
                  <c:v>35758</c:v>
                </c:pt>
                <c:pt idx="2061">
                  <c:v>35759</c:v>
                </c:pt>
                <c:pt idx="2062">
                  <c:v>35760</c:v>
                </c:pt>
                <c:pt idx="2063">
                  <c:v>35761</c:v>
                </c:pt>
                <c:pt idx="2064">
                  <c:v>35762</c:v>
                </c:pt>
                <c:pt idx="2065">
                  <c:v>35765</c:v>
                </c:pt>
                <c:pt idx="2066">
                  <c:v>35766</c:v>
                </c:pt>
                <c:pt idx="2067">
                  <c:v>35767</c:v>
                </c:pt>
                <c:pt idx="2068">
                  <c:v>35768</c:v>
                </c:pt>
                <c:pt idx="2069">
                  <c:v>35769</c:v>
                </c:pt>
                <c:pt idx="2070">
                  <c:v>35772</c:v>
                </c:pt>
                <c:pt idx="2071">
                  <c:v>35773</c:v>
                </c:pt>
                <c:pt idx="2072">
                  <c:v>35774</c:v>
                </c:pt>
                <c:pt idx="2073">
                  <c:v>35775</c:v>
                </c:pt>
                <c:pt idx="2074">
                  <c:v>35776</c:v>
                </c:pt>
                <c:pt idx="2075">
                  <c:v>35779</c:v>
                </c:pt>
                <c:pt idx="2076">
                  <c:v>35780</c:v>
                </c:pt>
                <c:pt idx="2077">
                  <c:v>35781</c:v>
                </c:pt>
                <c:pt idx="2078">
                  <c:v>35782</c:v>
                </c:pt>
                <c:pt idx="2079">
                  <c:v>35783</c:v>
                </c:pt>
                <c:pt idx="2080">
                  <c:v>35786</c:v>
                </c:pt>
                <c:pt idx="2081">
                  <c:v>35787</c:v>
                </c:pt>
                <c:pt idx="2082">
                  <c:v>35788</c:v>
                </c:pt>
                <c:pt idx="2083">
                  <c:v>35789</c:v>
                </c:pt>
                <c:pt idx="2084">
                  <c:v>35790</c:v>
                </c:pt>
                <c:pt idx="2085">
                  <c:v>35793</c:v>
                </c:pt>
                <c:pt idx="2086">
                  <c:v>35794</c:v>
                </c:pt>
                <c:pt idx="2087">
                  <c:v>35795</c:v>
                </c:pt>
                <c:pt idx="2088">
                  <c:v>35796</c:v>
                </c:pt>
                <c:pt idx="2089">
                  <c:v>35797</c:v>
                </c:pt>
                <c:pt idx="2090">
                  <c:v>35800</c:v>
                </c:pt>
                <c:pt idx="2091">
                  <c:v>35801</c:v>
                </c:pt>
                <c:pt idx="2092">
                  <c:v>35802</c:v>
                </c:pt>
                <c:pt idx="2093">
                  <c:v>35803</c:v>
                </c:pt>
                <c:pt idx="2094">
                  <c:v>35804</c:v>
                </c:pt>
                <c:pt idx="2095">
                  <c:v>35807</c:v>
                </c:pt>
                <c:pt idx="2096">
                  <c:v>35808</c:v>
                </c:pt>
                <c:pt idx="2097">
                  <c:v>35809</c:v>
                </c:pt>
                <c:pt idx="2098">
                  <c:v>35810</c:v>
                </c:pt>
                <c:pt idx="2099">
                  <c:v>35811</c:v>
                </c:pt>
                <c:pt idx="2100">
                  <c:v>35814</c:v>
                </c:pt>
                <c:pt idx="2101">
                  <c:v>35815</c:v>
                </c:pt>
                <c:pt idx="2102">
                  <c:v>35816</c:v>
                </c:pt>
                <c:pt idx="2103">
                  <c:v>35817</c:v>
                </c:pt>
                <c:pt idx="2104">
                  <c:v>35818</c:v>
                </c:pt>
                <c:pt idx="2105">
                  <c:v>35821</c:v>
                </c:pt>
                <c:pt idx="2106">
                  <c:v>35822</c:v>
                </c:pt>
                <c:pt idx="2107">
                  <c:v>35823</c:v>
                </c:pt>
                <c:pt idx="2108">
                  <c:v>35824</c:v>
                </c:pt>
                <c:pt idx="2109">
                  <c:v>35825</c:v>
                </c:pt>
                <c:pt idx="2110">
                  <c:v>35828</c:v>
                </c:pt>
                <c:pt idx="2111">
                  <c:v>35829</c:v>
                </c:pt>
                <c:pt idx="2112">
                  <c:v>35830</c:v>
                </c:pt>
                <c:pt idx="2113">
                  <c:v>35831</c:v>
                </c:pt>
                <c:pt idx="2114">
                  <c:v>35832</c:v>
                </c:pt>
                <c:pt idx="2115">
                  <c:v>35835</c:v>
                </c:pt>
                <c:pt idx="2116">
                  <c:v>35836</c:v>
                </c:pt>
                <c:pt idx="2117">
                  <c:v>35837</c:v>
                </c:pt>
                <c:pt idx="2118">
                  <c:v>35838</c:v>
                </c:pt>
                <c:pt idx="2119">
                  <c:v>35839</c:v>
                </c:pt>
                <c:pt idx="2120">
                  <c:v>35842</c:v>
                </c:pt>
                <c:pt idx="2121">
                  <c:v>35843</c:v>
                </c:pt>
                <c:pt idx="2122">
                  <c:v>35844</c:v>
                </c:pt>
                <c:pt idx="2123">
                  <c:v>35845</c:v>
                </c:pt>
                <c:pt idx="2124">
                  <c:v>35846</c:v>
                </c:pt>
                <c:pt idx="2125">
                  <c:v>35849</c:v>
                </c:pt>
                <c:pt idx="2126">
                  <c:v>35850</c:v>
                </c:pt>
                <c:pt idx="2127">
                  <c:v>35851</c:v>
                </c:pt>
                <c:pt idx="2128">
                  <c:v>35852</c:v>
                </c:pt>
                <c:pt idx="2129">
                  <c:v>35853</c:v>
                </c:pt>
                <c:pt idx="2130">
                  <c:v>35856</c:v>
                </c:pt>
                <c:pt idx="2131">
                  <c:v>35857</c:v>
                </c:pt>
                <c:pt idx="2132">
                  <c:v>35858</c:v>
                </c:pt>
                <c:pt idx="2133">
                  <c:v>35859</c:v>
                </c:pt>
                <c:pt idx="2134">
                  <c:v>35860</c:v>
                </c:pt>
                <c:pt idx="2135">
                  <c:v>35863</c:v>
                </c:pt>
                <c:pt idx="2136">
                  <c:v>35864</c:v>
                </c:pt>
                <c:pt idx="2137">
                  <c:v>35865</c:v>
                </c:pt>
                <c:pt idx="2138">
                  <c:v>35866</c:v>
                </c:pt>
                <c:pt idx="2139">
                  <c:v>35867</c:v>
                </c:pt>
                <c:pt idx="2140">
                  <c:v>35870</c:v>
                </c:pt>
                <c:pt idx="2141">
                  <c:v>35871</c:v>
                </c:pt>
                <c:pt idx="2142">
                  <c:v>35872</c:v>
                </c:pt>
                <c:pt idx="2143">
                  <c:v>35873</c:v>
                </c:pt>
                <c:pt idx="2144">
                  <c:v>35874</c:v>
                </c:pt>
                <c:pt idx="2145">
                  <c:v>35877</c:v>
                </c:pt>
                <c:pt idx="2146">
                  <c:v>35878</c:v>
                </c:pt>
                <c:pt idx="2147">
                  <c:v>35879</c:v>
                </c:pt>
                <c:pt idx="2148">
                  <c:v>35880</c:v>
                </c:pt>
                <c:pt idx="2149">
                  <c:v>35881</c:v>
                </c:pt>
                <c:pt idx="2150">
                  <c:v>35884</c:v>
                </c:pt>
                <c:pt idx="2151">
                  <c:v>35885</c:v>
                </c:pt>
                <c:pt idx="2152">
                  <c:v>35886</c:v>
                </c:pt>
                <c:pt idx="2153">
                  <c:v>35887</c:v>
                </c:pt>
                <c:pt idx="2154">
                  <c:v>35888</c:v>
                </c:pt>
                <c:pt idx="2155">
                  <c:v>35891</c:v>
                </c:pt>
                <c:pt idx="2156">
                  <c:v>35892</c:v>
                </c:pt>
                <c:pt idx="2157">
                  <c:v>35893</c:v>
                </c:pt>
                <c:pt idx="2158">
                  <c:v>35894</c:v>
                </c:pt>
                <c:pt idx="2159">
                  <c:v>35895</c:v>
                </c:pt>
                <c:pt idx="2160">
                  <c:v>35898</c:v>
                </c:pt>
                <c:pt idx="2161">
                  <c:v>35899</c:v>
                </c:pt>
                <c:pt idx="2162">
                  <c:v>35900</c:v>
                </c:pt>
                <c:pt idx="2163">
                  <c:v>35901</c:v>
                </c:pt>
                <c:pt idx="2164">
                  <c:v>35902</c:v>
                </c:pt>
                <c:pt idx="2165">
                  <c:v>35905</c:v>
                </c:pt>
                <c:pt idx="2166">
                  <c:v>35906</c:v>
                </c:pt>
                <c:pt idx="2167">
                  <c:v>35907</c:v>
                </c:pt>
                <c:pt idx="2168">
                  <c:v>35908</c:v>
                </c:pt>
                <c:pt idx="2169">
                  <c:v>35909</c:v>
                </c:pt>
                <c:pt idx="2170">
                  <c:v>35912</c:v>
                </c:pt>
                <c:pt idx="2171">
                  <c:v>35913</c:v>
                </c:pt>
                <c:pt idx="2172">
                  <c:v>35914</c:v>
                </c:pt>
                <c:pt idx="2173">
                  <c:v>35915</c:v>
                </c:pt>
                <c:pt idx="2174">
                  <c:v>35916</c:v>
                </c:pt>
                <c:pt idx="2175">
                  <c:v>35919</c:v>
                </c:pt>
                <c:pt idx="2176">
                  <c:v>35920</c:v>
                </c:pt>
                <c:pt idx="2177">
                  <c:v>35921</c:v>
                </c:pt>
                <c:pt idx="2178">
                  <c:v>35922</c:v>
                </c:pt>
                <c:pt idx="2179">
                  <c:v>35923</c:v>
                </c:pt>
                <c:pt idx="2180">
                  <c:v>35926</c:v>
                </c:pt>
                <c:pt idx="2181">
                  <c:v>35927</c:v>
                </c:pt>
                <c:pt idx="2182">
                  <c:v>35928</c:v>
                </c:pt>
                <c:pt idx="2183">
                  <c:v>35929</c:v>
                </c:pt>
                <c:pt idx="2184">
                  <c:v>35930</c:v>
                </c:pt>
                <c:pt idx="2185">
                  <c:v>35933</c:v>
                </c:pt>
                <c:pt idx="2186">
                  <c:v>35934</c:v>
                </c:pt>
                <c:pt idx="2187">
                  <c:v>35935</c:v>
                </c:pt>
                <c:pt idx="2188">
                  <c:v>35936</c:v>
                </c:pt>
                <c:pt idx="2189">
                  <c:v>35937</c:v>
                </c:pt>
                <c:pt idx="2190">
                  <c:v>35940</c:v>
                </c:pt>
                <c:pt idx="2191">
                  <c:v>35941</c:v>
                </c:pt>
                <c:pt idx="2192">
                  <c:v>35942</c:v>
                </c:pt>
                <c:pt idx="2193">
                  <c:v>35943</c:v>
                </c:pt>
                <c:pt idx="2194">
                  <c:v>35944</c:v>
                </c:pt>
                <c:pt idx="2195">
                  <c:v>35947</c:v>
                </c:pt>
                <c:pt idx="2196">
                  <c:v>35948</c:v>
                </c:pt>
                <c:pt idx="2197">
                  <c:v>35949</c:v>
                </c:pt>
                <c:pt idx="2198">
                  <c:v>35950</c:v>
                </c:pt>
                <c:pt idx="2199">
                  <c:v>35951</c:v>
                </c:pt>
                <c:pt idx="2200">
                  <c:v>35954</c:v>
                </c:pt>
                <c:pt idx="2201">
                  <c:v>35955</c:v>
                </c:pt>
                <c:pt idx="2202">
                  <c:v>35956</c:v>
                </c:pt>
                <c:pt idx="2203">
                  <c:v>35957</c:v>
                </c:pt>
                <c:pt idx="2204">
                  <c:v>35958</c:v>
                </c:pt>
                <c:pt idx="2205">
                  <c:v>35961</c:v>
                </c:pt>
                <c:pt idx="2206">
                  <c:v>35962</c:v>
                </c:pt>
                <c:pt idx="2207">
                  <c:v>35963</c:v>
                </c:pt>
                <c:pt idx="2208">
                  <c:v>35964</c:v>
                </c:pt>
                <c:pt idx="2209">
                  <c:v>35965</c:v>
                </c:pt>
                <c:pt idx="2210">
                  <c:v>35968</c:v>
                </c:pt>
                <c:pt idx="2211">
                  <c:v>35969</c:v>
                </c:pt>
                <c:pt idx="2212">
                  <c:v>35970</c:v>
                </c:pt>
                <c:pt idx="2213">
                  <c:v>35971</c:v>
                </c:pt>
                <c:pt idx="2214">
                  <c:v>35972</c:v>
                </c:pt>
                <c:pt idx="2215">
                  <c:v>35975</c:v>
                </c:pt>
                <c:pt idx="2216">
                  <c:v>35976</c:v>
                </c:pt>
                <c:pt idx="2217">
                  <c:v>35977</c:v>
                </c:pt>
                <c:pt idx="2218">
                  <c:v>35978</c:v>
                </c:pt>
                <c:pt idx="2219">
                  <c:v>35979</c:v>
                </c:pt>
                <c:pt idx="2220">
                  <c:v>35982</c:v>
                </c:pt>
                <c:pt idx="2221">
                  <c:v>35983</c:v>
                </c:pt>
                <c:pt idx="2222">
                  <c:v>35984</c:v>
                </c:pt>
                <c:pt idx="2223">
                  <c:v>35985</c:v>
                </c:pt>
                <c:pt idx="2224">
                  <c:v>35986</c:v>
                </c:pt>
                <c:pt idx="2225">
                  <c:v>35989</c:v>
                </c:pt>
                <c:pt idx="2226">
                  <c:v>35990</c:v>
                </c:pt>
                <c:pt idx="2227">
                  <c:v>35991</c:v>
                </c:pt>
                <c:pt idx="2228">
                  <c:v>35992</c:v>
                </c:pt>
                <c:pt idx="2229">
                  <c:v>35993</c:v>
                </c:pt>
                <c:pt idx="2230">
                  <c:v>35996</c:v>
                </c:pt>
                <c:pt idx="2231">
                  <c:v>35997</c:v>
                </c:pt>
                <c:pt idx="2232">
                  <c:v>35998</c:v>
                </c:pt>
                <c:pt idx="2233">
                  <c:v>35999</c:v>
                </c:pt>
                <c:pt idx="2234">
                  <c:v>36000</c:v>
                </c:pt>
                <c:pt idx="2235">
                  <c:v>36003</c:v>
                </c:pt>
                <c:pt idx="2236">
                  <c:v>36004</c:v>
                </c:pt>
                <c:pt idx="2237">
                  <c:v>36005</c:v>
                </c:pt>
                <c:pt idx="2238">
                  <c:v>36006</c:v>
                </c:pt>
                <c:pt idx="2239">
                  <c:v>36007</c:v>
                </c:pt>
                <c:pt idx="2240">
                  <c:v>36010</c:v>
                </c:pt>
                <c:pt idx="2241">
                  <c:v>36011</c:v>
                </c:pt>
                <c:pt idx="2242">
                  <c:v>36012</c:v>
                </c:pt>
                <c:pt idx="2243">
                  <c:v>36013</c:v>
                </c:pt>
                <c:pt idx="2244">
                  <c:v>36014</c:v>
                </c:pt>
                <c:pt idx="2245">
                  <c:v>36017</c:v>
                </c:pt>
                <c:pt idx="2246">
                  <c:v>36018</c:v>
                </c:pt>
                <c:pt idx="2247">
                  <c:v>36019</c:v>
                </c:pt>
                <c:pt idx="2248">
                  <c:v>36020</c:v>
                </c:pt>
                <c:pt idx="2249">
                  <c:v>36021</c:v>
                </c:pt>
                <c:pt idx="2250">
                  <c:v>36024</c:v>
                </c:pt>
                <c:pt idx="2251">
                  <c:v>36025</c:v>
                </c:pt>
                <c:pt idx="2252">
                  <c:v>36026</c:v>
                </c:pt>
                <c:pt idx="2253">
                  <c:v>36027</c:v>
                </c:pt>
                <c:pt idx="2254">
                  <c:v>36028</c:v>
                </c:pt>
                <c:pt idx="2255">
                  <c:v>36031</c:v>
                </c:pt>
                <c:pt idx="2256">
                  <c:v>36032</c:v>
                </c:pt>
                <c:pt idx="2257">
                  <c:v>36033</c:v>
                </c:pt>
                <c:pt idx="2258">
                  <c:v>36034</c:v>
                </c:pt>
                <c:pt idx="2259">
                  <c:v>36035</c:v>
                </c:pt>
                <c:pt idx="2260">
                  <c:v>36038</c:v>
                </c:pt>
                <c:pt idx="2261">
                  <c:v>36039</c:v>
                </c:pt>
                <c:pt idx="2262">
                  <c:v>36040</c:v>
                </c:pt>
                <c:pt idx="2263">
                  <c:v>36041</c:v>
                </c:pt>
                <c:pt idx="2264">
                  <c:v>36042</c:v>
                </c:pt>
                <c:pt idx="2265">
                  <c:v>36045</c:v>
                </c:pt>
                <c:pt idx="2266">
                  <c:v>36046</c:v>
                </c:pt>
                <c:pt idx="2267">
                  <c:v>36047</c:v>
                </c:pt>
                <c:pt idx="2268">
                  <c:v>36048</c:v>
                </c:pt>
                <c:pt idx="2269">
                  <c:v>36049</c:v>
                </c:pt>
                <c:pt idx="2270">
                  <c:v>36052</c:v>
                </c:pt>
                <c:pt idx="2271">
                  <c:v>36053</c:v>
                </c:pt>
                <c:pt idx="2272">
                  <c:v>36054</c:v>
                </c:pt>
                <c:pt idx="2273">
                  <c:v>36055</c:v>
                </c:pt>
                <c:pt idx="2274">
                  <c:v>36056</c:v>
                </c:pt>
                <c:pt idx="2275">
                  <c:v>36059</c:v>
                </c:pt>
                <c:pt idx="2276">
                  <c:v>36060</c:v>
                </c:pt>
                <c:pt idx="2277">
                  <c:v>36061</c:v>
                </c:pt>
                <c:pt idx="2278">
                  <c:v>36062</c:v>
                </c:pt>
                <c:pt idx="2279">
                  <c:v>36063</c:v>
                </c:pt>
                <c:pt idx="2280">
                  <c:v>36066</c:v>
                </c:pt>
                <c:pt idx="2281">
                  <c:v>36067</c:v>
                </c:pt>
                <c:pt idx="2282">
                  <c:v>36068</c:v>
                </c:pt>
                <c:pt idx="2283">
                  <c:v>36069</c:v>
                </c:pt>
                <c:pt idx="2284">
                  <c:v>36070</c:v>
                </c:pt>
                <c:pt idx="2285">
                  <c:v>36073</c:v>
                </c:pt>
                <c:pt idx="2286">
                  <c:v>36074</c:v>
                </c:pt>
                <c:pt idx="2287">
                  <c:v>36075</c:v>
                </c:pt>
                <c:pt idx="2288">
                  <c:v>36076</c:v>
                </c:pt>
                <c:pt idx="2289">
                  <c:v>36077</c:v>
                </c:pt>
                <c:pt idx="2290">
                  <c:v>36080</c:v>
                </c:pt>
                <c:pt idx="2291">
                  <c:v>36081</c:v>
                </c:pt>
                <c:pt idx="2292">
                  <c:v>36082</c:v>
                </c:pt>
                <c:pt idx="2293">
                  <c:v>36083</c:v>
                </c:pt>
                <c:pt idx="2294">
                  <c:v>36084</c:v>
                </c:pt>
                <c:pt idx="2295">
                  <c:v>36087</c:v>
                </c:pt>
                <c:pt idx="2296">
                  <c:v>36088</c:v>
                </c:pt>
                <c:pt idx="2297">
                  <c:v>36089</c:v>
                </c:pt>
                <c:pt idx="2298">
                  <c:v>36090</c:v>
                </c:pt>
                <c:pt idx="2299">
                  <c:v>36091</c:v>
                </c:pt>
                <c:pt idx="2300">
                  <c:v>36094</c:v>
                </c:pt>
                <c:pt idx="2301">
                  <c:v>36095</c:v>
                </c:pt>
                <c:pt idx="2302">
                  <c:v>36096</c:v>
                </c:pt>
                <c:pt idx="2303">
                  <c:v>36097</c:v>
                </c:pt>
                <c:pt idx="2304">
                  <c:v>36098</c:v>
                </c:pt>
                <c:pt idx="2305">
                  <c:v>36101</c:v>
                </c:pt>
                <c:pt idx="2306">
                  <c:v>36102</c:v>
                </c:pt>
                <c:pt idx="2307">
                  <c:v>36103</c:v>
                </c:pt>
                <c:pt idx="2308">
                  <c:v>36104</c:v>
                </c:pt>
                <c:pt idx="2309">
                  <c:v>36105</c:v>
                </c:pt>
                <c:pt idx="2310">
                  <c:v>36108</c:v>
                </c:pt>
                <c:pt idx="2311">
                  <c:v>36109</c:v>
                </c:pt>
                <c:pt idx="2312">
                  <c:v>36110</c:v>
                </c:pt>
                <c:pt idx="2313">
                  <c:v>36111</c:v>
                </c:pt>
                <c:pt idx="2314">
                  <c:v>36112</c:v>
                </c:pt>
                <c:pt idx="2315">
                  <c:v>36115</c:v>
                </c:pt>
                <c:pt idx="2316">
                  <c:v>36116</c:v>
                </c:pt>
                <c:pt idx="2317">
                  <c:v>36117</c:v>
                </c:pt>
                <c:pt idx="2318">
                  <c:v>36118</c:v>
                </c:pt>
                <c:pt idx="2319">
                  <c:v>36119</c:v>
                </c:pt>
                <c:pt idx="2320">
                  <c:v>36122</c:v>
                </c:pt>
                <c:pt idx="2321">
                  <c:v>36123</c:v>
                </c:pt>
                <c:pt idx="2322">
                  <c:v>36124</c:v>
                </c:pt>
                <c:pt idx="2323">
                  <c:v>36125</c:v>
                </c:pt>
                <c:pt idx="2324">
                  <c:v>36126</c:v>
                </c:pt>
                <c:pt idx="2325">
                  <c:v>36129</c:v>
                </c:pt>
                <c:pt idx="2326">
                  <c:v>36130</c:v>
                </c:pt>
                <c:pt idx="2327">
                  <c:v>36131</c:v>
                </c:pt>
                <c:pt idx="2328">
                  <c:v>36132</c:v>
                </c:pt>
                <c:pt idx="2329">
                  <c:v>36133</c:v>
                </c:pt>
                <c:pt idx="2330">
                  <c:v>36136</c:v>
                </c:pt>
                <c:pt idx="2331">
                  <c:v>36137</c:v>
                </c:pt>
                <c:pt idx="2332">
                  <c:v>36138</c:v>
                </c:pt>
                <c:pt idx="2333">
                  <c:v>36139</c:v>
                </c:pt>
                <c:pt idx="2334">
                  <c:v>36140</c:v>
                </c:pt>
                <c:pt idx="2335">
                  <c:v>36143</c:v>
                </c:pt>
                <c:pt idx="2336">
                  <c:v>36144</c:v>
                </c:pt>
                <c:pt idx="2337">
                  <c:v>36145</c:v>
                </c:pt>
                <c:pt idx="2338">
                  <c:v>36146</c:v>
                </c:pt>
                <c:pt idx="2339">
                  <c:v>36147</c:v>
                </c:pt>
                <c:pt idx="2340">
                  <c:v>36150</c:v>
                </c:pt>
                <c:pt idx="2341">
                  <c:v>36151</c:v>
                </c:pt>
                <c:pt idx="2342">
                  <c:v>36152</c:v>
                </c:pt>
                <c:pt idx="2343">
                  <c:v>36153</c:v>
                </c:pt>
                <c:pt idx="2344">
                  <c:v>36154</c:v>
                </c:pt>
                <c:pt idx="2345">
                  <c:v>36157</c:v>
                </c:pt>
                <c:pt idx="2346">
                  <c:v>36158</c:v>
                </c:pt>
                <c:pt idx="2347">
                  <c:v>36159</c:v>
                </c:pt>
                <c:pt idx="2348">
                  <c:v>36160</c:v>
                </c:pt>
                <c:pt idx="2349">
                  <c:v>36161</c:v>
                </c:pt>
                <c:pt idx="2350">
                  <c:v>36164</c:v>
                </c:pt>
                <c:pt idx="2351">
                  <c:v>36165</c:v>
                </c:pt>
                <c:pt idx="2352">
                  <c:v>36166</c:v>
                </c:pt>
                <c:pt idx="2353">
                  <c:v>36167</c:v>
                </c:pt>
                <c:pt idx="2354">
                  <c:v>36168</c:v>
                </c:pt>
                <c:pt idx="2355">
                  <c:v>36171</c:v>
                </c:pt>
                <c:pt idx="2356">
                  <c:v>36172</c:v>
                </c:pt>
                <c:pt idx="2357">
                  <c:v>36173</c:v>
                </c:pt>
                <c:pt idx="2358">
                  <c:v>36174</c:v>
                </c:pt>
                <c:pt idx="2359">
                  <c:v>36175</c:v>
                </c:pt>
                <c:pt idx="2360">
                  <c:v>36178</c:v>
                </c:pt>
                <c:pt idx="2361">
                  <c:v>36179</c:v>
                </c:pt>
                <c:pt idx="2362">
                  <c:v>36180</c:v>
                </c:pt>
                <c:pt idx="2363">
                  <c:v>36181</c:v>
                </c:pt>
                <c:pt idx="2364">
                  <c:v>36182</c:v>
                </c:pt>
                <c:pt idx="2365">
                  <c:v>36185</c:v>
                </c:pt>
                <c:pt idx="2366">
                  <c:v>36186</c:v>
                </c:pt>
                <c:pt idx="2367">
                  <c:v>36187</c:v>
                </c:pt>
                <c:pt idx="2368">
                  <c:v>36188</c:v>
                </c:pt>
                <c:pt idx="2369">
                  <c:v>36189</c:v>
                </c:pt>
                <c:pt idx="2370">
                  <c:v>36192</c:v>
                </c:pt>
                <c:pt idx="2371">
                  <c:v>36193</c:v>
                </c:pt>
                <c:pt idx="2372">
                  <c:v>36194</c:v>
                </c:pt>
                <c:pt idx="2373">
                  <c:v>36195</c:v>
                </c:pt>
                <c:pt idx="2374">
                  <c:v>36196</c:v>
                </c:pt>
                <c:pt idx="2375">
                  <c:v>36199</c:v>
                </c:pt>
                <c:pt idx="2376">
                  <c:v>36200</c:v>
                </c:pt>
                <c:pt idx="2377">
                  <c:v>36201</c:v>
                </c:pt>
                <c:pt idx="2378">
                  <c:v>36202</c:v>
                </c:pt>
                <c:pt idx="2379">
                  <c:v>36203</c:v>
                </c:pt>
                <c:pt idx="2380">
                  <c:v>36206</c:v>
                </c:pt>
                <c:pt idx="2381">
                  <c:v>36207</c:v>
                </c:pt>
                <c:pt idx="2382">
                  <c:v>36208</c:v>
                </c:pt>
                <c:pt idx="2383">
                  <c:v>36209</c:v>
                </c:pt>
                <c:pt idx="2384">
                  <c:v>36210</c:v>
                </c:pt>
                <c:pt idx="2385">
                  <c:v>36213</c:v>
                </c:pt>
                <c:pt idx="2386">
                  <c:v>36214</c:v>
                </c:pt>
                <c:pt idx="2387">
                  <c:v>36215</c:v>
                </c:pt>
                <c:pt idx="2388">
                  <c:v>36216</c:v>
                </c:pt>
                <c:pt idx="2389">
                  <c:v>36217</c:v>
                </c:pt>
                <c:pt idx="2390">
                  <c:v>36220</c:v>
                </c:pt>
                <c:pt idx="2391">
                  <c:v>36221</c:v>
                </c:pt>
                <c:pt idx="2392">
                  <c:v>36222</c:v>
                </c:pt>
                <c:pt idx="2393">
                  <c:v>36223</c:v>
                </c:pt>
                <c:pt idx="2394">
                  <c:v>36224</c:v>
                </c:pt>
                <c:pt idx="2395">
                  <c:v>36227</c:v>
                </c:pt>
                <c:pt idx="2396">
                  <c:v>36228</c:v>
                </c:pt>
                <c:pt idx="2397">
                  <c:v>36229</c:v>
                </c:pt>
                <c:pt idx="2398">
                  <c:v>36230</c:v>
                </c:pt>
                <c:pt idx="2399">
                  <c:v>36231</c:v>
                </c:pt>
                <c:pt idx="2400">
                  <c:v>36234</c:v>
                </c:pt>
                <c:pt idx="2401">
                  <c:v>36235</c:v>
                </c:pt>
                <c:pt idx="2402">
                  <c:v>36236</c:v>
                </c:pt>
                <c:pt idx="2403">
                  <c:v>36237</c:v>
                </c:pt>
                <c:pt idx="2404">
                  <c:v>36238</c:v>
                </c:pt>
                <c:pt idx="2405">
                  <c:v>36241</c:v>
                </c:pt>
                <c:pt idx="2406">
                  <c:v>36242</c:v>
                </c:pt>
                <c:pt idx="2407">
                  <c:v>36243</c:v>
                </c:pt>
                <c:pt idx="2408">
                  <c:v>36244</c:v>
                </c:pt>
                <c:pt idx="2409">
                  <c:v>36245</c:v>
                </c:pt>
                <c:pt idx="2410">
                  <c:v>36248</c:v>
                </c:pt>
                <c:pt idx="2411">
                  <c:v>36249</c:v>
                </c:pt>
                <c:pt idx="2412">
                  <c:v>36250</c:v>
                </c:pt>
                <c:pt idx="2413">
                  <c:v>36251</c:v>
                </c:pt>
                <c:pt idx="2414">
                  <c:v>36252</c:v>
                </c:pt>
                <c:pt idx="2415">
                  <c:v>36255</c:v>
                </c:pt>
                <c:pt idx="2416">
                  <c:v>36256</c:v>
                </c:pt>
                <c:pt idx="2417">
                  <c:v>36257</c:v>
                </c:pt>
                <c:pt idx="2418">
                  <c:v>36258</c:v>
                </c:pt>
                <c:pt idx="2419">
                  <c:v>36259</c:v>
                </c:pt>
                <c:pt idx="2420">
                  <c:v>36262</c:v>
                </c:pt>
                <c:pt idx="2421">
                  <c:v>36263</c:v>
                </c:pt>
                <c:pt idx="2422">
                  <c:v>36264</c:v>
                </c:pt>
                <c:pt idx="2423">
                  <c:v>36265</c:v>
                </c:pt>
                <c:pt idx="2424">
                  <c:v>36266</c:v>
                </c:pt>
                <c:pt idx="2425">
                  <c:v>36269</c:v>
                </c:pt>
                <c:pt idx="2426">
                  <c:v>36270</c:v>
                </c:pt>
                <c:pt idx="2427">
                  <c:v>36271</c:v>
                </c:pt>
                <c:pt idx="2428">
                  <c:v>36272</c:v>
                </c:pt>
                <c:pt idx="2429">
                  <c:v>36273</c:v>
                </c:pt>
                <c:pt idx="2430">
                  <c:v>36276</c:v>
                </c:pt>
                <c:pt idx="2431">
                  <c:v>36277</c:v>
                </c:pt>
                <c:pt idx="2432">
                  <c:v>36278</c:v>
                </c:pt>
                <c:pt idx="2433">
                  <c:v>36279</c:v>
                </c:pt>
                <c:pt idx="2434">
                  <c:v>36280</c:v>
                </c:pt>
                <c:pt idx="2435">
                  <c:v>36283</c:v>
                </c:pt>
                <c:pt idx="2436">
                  <c:v>36284</c:v>
                </c:pt>
                <c:pt idx="2437">
                  <c:v>36285</c:v>
                </c:pt>
                <c:pt idx="2438">
                  <c:v>36286</c:v>
                </c:pt>
                <c:pt idx="2439">
                  <c:v>36287</c:v>
                </c:pt>
                <c:pt idx="2440">
                  <c:v>36290</c:v>
                </c:pt>
                <c:pt idx="2441">
                  <c:v>36291</c:v>
                </c:pt>
                <c:pt idx="2442">
                  <c:v>36292</c:v>
                </c:pt>
                <c:pt idx="2443">
                  <c:v>36293</c:v>
                </c:pt>
                <c:pt idx="2444">
                  <c:v>36294</c:v>
                </c:pt>
                <c:pt idx="2445">
                  <c:v>36297</c:v>
                </c:pt>
                <c:pt idx="2446">
                  <c:v>36298</c:v>
                </c:pt>
                <c:pt idx="2447">
                  <c:v>36299</c:v>
                </c:pt>
                <c:pt idx="2448">
                  <c:v>36300</c:v>
                </c:pt>
                <c:pt idx="2449">
                  <c:v>36301</c:v>
                </c:pt>
                <c:pt idx="2450">
                  <c:v>36304</c:v>
                </c:pt>
                <c:pt idx="2451">
                  <c:v>36305</c:v>
                </c:pt>
                <c:pt idx="2452">
                  <c:v>36306</c:v>
                </c:pt>
                <c:pt idx="2453">
                  <c:v>36307</c:v>
                </c:pt>
                <c:pt idx="2454">
                  <c:v>36308</c:v>
                </c:pt>
                <c:pt idx="2455">
                  <c:v>36311</c:v>
                </c:pt>
                <c:pt idx="2456">
                  <c:v>36312</c:v>
                </c:pt>
                <c:pt idx="2457">
                  <c:v>36313</c:v>
                </c:pt>
                <c:pt idx="2458">
                  <c:v>36314</c:v>
                </c:pt>
                <c:pt idx="2459">
                  <c:v>36315</c:v>
                </c:pt>
                <c:pt idx="2460">
                  <c:v>36318</c:v>
                </c:pt>
                <c:pt idx="2461">
                  <c:v>36319</c:v>
                </c:pt>
                <c:pt idx="2462">
                  <c:v>36320</c:v>
                </c:pt>
                <c:pt idx="2463">
                  <c:v>36321</c:v>
                </c:pt>
                <c:pt idx="2464">
                  <c:v>36322</c:v>
                </c:pt>
                <c:pt idx="2465">
                  <c:v>36325</c:v>
                </c:pt>
                <c:pt idx="2466">
                  <c:v>36326</c:v>
                </c:pt>
                <c:pt idx="2467">
                  <c:v>36327</c:v>
                </c:pt>
                <c:pt idx="2468">
                  <c:v>36328</c:v>
                </c:pt>
                <c:pt idx="2469">
                  <c:v>36329</c:v>
                </c:pt>
                <c:pt idx="2470">
                  <c:v>36332</c:v>
                </c:pt>
                <c:pt idx="2471">
                  <c:v>36333</c:v>
                </c:pt>
                <c:pt idx="2472">
                  <c:v>36334</c:v>
                </c:pt>
                <c:pt idx="2473">
                  <c:v>36335</c:v>
                </c:pt>
                <c:pt idx="2474">
                  <c:v>36336</c:v>
                </c:pt>
                <c:pt idx="2475">
                  <c:v>36339</c:v>
                </c:pt>
                <c:pt idx="2476">
                  <c:v>36340</c:v>
                </c:pt>
                <c:pt idx="2477">
                  <c:v>36341</c:v>
                </c:pt>
                <c:pt idx="2478">
                  <c:v>36342</c:v>
                </c:pt>
                <c:pt idx="2479">
                  <c:v>36343</c:v>
                </c:pt>
                <c:pt idx="2480">
                  <c:v>36346</c:v>
                </c:pt>
                <c:pt idx="2481">
                  <c:v>36347</c:v>
                </c:pt>
                <c:pt idx="2482">
                  <c:v>36348</c:v>
                </c:pt>
                <c:pt idx="2483">
                  <c:v>36349</c:v>
                </c:pt>
                <c:pt idx="2484">
                  <c:v>36350</c:v>
                </c:pt>
                <c:pt idx="2485">
                  <c:v>36353</c:v>
                </c:pt>
                <c:pt idx="2486">
                  <c:v>36354</c:v>
                </c:pt>
                <c:pt idx="2487">
                  <c:v>36355</c:v>
                </c:pt>
                <c:pt idx="2488">
                  <c:v>36356</c:v>
                </c:pt>
                <c:pt idx="2489">
                  <c:v>36357</c:v>
                </c:pt>
                <c:pt idx="2490">
                  <c:v>36360</c:v>
                </c:pt>
                <c:pt idx="2491">
                  <c:v>36361</c:v>
                </c:pt>
                <c:pt idx="2492">
                  <c:v>36362</c:v>
                </c:pt>
                <c:pt idx="2493">
                  <c:v>36363</c:v>
                </c:pt>
                <c:pt idx="2494">
                  <c:v>36364</c:v>
                </c:pt>
                <c:pt idx="2495">
                  <c:v>36367</c:v>
                </c:pt>
                <c:pt idx="2496">
                  <c:v>36368</c:v>
                </c:pt>
                <c:pt idx="2497">
                  <c:v>36369</c:v>
                </c:pt>
                <c:pt idx="2498">
                  <c:v>36370</c:v>
                </c:pt>
                <c:pt idx="2499">
                  <c:v>36371</c:v>
                </c:pt>
                <c:pt idx="2500">
                  <c:v>36374</c:v>
                </c:pt>
                <c:pt idx="2501">
                  <c:v>36375</c:v>
                </c:pt>
                <c:pt idx="2502">
                  <c:v>36376</c:v>
                </c:pt>
                <c:pt idx="2503">
                  <c:v>36377</c:v>
                </c:pt>
                <c:pt idx="2504">
                  <c:v>36378</c:v>
                </c:pt>
                <c:pt idx="2505">
                  <c:v>36381</c:v>
                </c:pt>
                <c:pt idx="2506">
                  <c:v>36382</c:v>
                </c:pt>
                <c:pt idx="2507">
                  <c:v>36383</c:v>
                </c:pt>
                <c:pt idx="2508">
                  <c:v>36384</c:v>
                </c:pt>
                <c:pt idx="2509">
                  <c:v>36385</c:v>
                </c:pt>
                <c:pt idx="2510">
                  <c:v>36388</c:v>
                </c:pt>
                <c:pt idx="2511">
                  <c:v>36389</c:v>
                </c:pt>
                <c:pt idx="2512">
                  <c:v>36390</c:v>
                </c:pt>
                <c:pt idx="2513">
                  <c:v>36391</c:v>
                </c:pt>
                <c:pt idx="2514">
                  <c:v>36392</c:v>
                </c:pt>
                <c:pt idx="2515">
                  <c:v>36395</c:v>
                </c:pt>
                <c:pt idx="2516">
                  <c:v>36396</c:v>
                </c:pt>
                <c:pt idx="2517">
                  <c:v>36397</c:v>
                </c:pt>
                <c:pt idx="2518">
                  <c:v>36398</c:v>
                </c:pt>
                <c:pt idx="2519">
                  <c:v>36399</c:v>
                </c:pt>
                <c:pt idx="2520">
                  <c:v>36402</c:v>
                </c:pt>
                <c:pt idx="2521">
                  <c:v>36403</c:v>
                </c:pt>
                <c:pt idx="2522">
                  <c:v>36404</c:v>
                </c:pt>
                <c:pt idx="2523">
                  <c:v>36405</c:v>
                </c:pt>
                <c:pt idx="2524">
                  <c:v>36406</c:v>
                </c:pt>
                <c:pt idx="2525">
                  <c:v>36409</c:v>
                </c:pt>
                <c:pt idx="2526">
                  <c:v>36410</c:v>
                </c:pt>
                <c:pt idx="2527">
                  <c:v>36411</c:v>
                </c:pt>
                <c:pt idx="2528">
                  <c:v>36412</c:v>
                </c:pt>
                <c:pt idx="2529">
                  <c:v>36413</c:v>
                </c:pt>
                <c:pt idx="2530">
                  <c:v>36416</c:v>
                </c:pt>
                <c:pt idx="2531">
                  <c:v>36417</c:v>
                </c:pt>
                <c:pt idx="2532">
                  <c:v>36418</c:v>
                </c:pt>
                <c:pt idx="2533">
                  <c:v>36419</c:v>
                </c:pt>
                <c:pt idx="2534">
                  <c:v>36420</c:v>
                </c:pt>
                <c:pt idx="2535">
                  <c:v>36423</c:v>
                </c:pt>
                <c:pt idx="2536">
                  <c:v>36424</c:v>
                </c:pt>
                <c:pt idx="2537">
                  <c:v>36425</c:v>
                </c:pt>
                <c:pt idx="2538">
                  <c:v>36426</c:v>
                </c:pt>
                <c:pt idx="2539">
                  <c:v>36427</c:v>
                </c:pt>
                <c:pt idx="2540">
                  <c:v>36430</c:v>
                </c:pt>
                <c:pt idx="2541">
                  <c:v>36431</c:v>
                </c:pt>
                <c:pt idx="2542">
                  <c:v>36432</c:v>
                </c:pt>
                <c:pt idx="2543">
                  <c:v>36433</c:v>
                </c:pt>
                <c:pt idx="2544">
                  <c:v>36434</c:v>
                </c:pt>
                <c:pt idx="2545">
                  <c:v>36437</c:v>
                </c:pt>
                <c:pt idx="2546">
                  <c:v>36438</c:v>
                </c:pt>
                <c:pt idx="2547">
                  <c:v>36439</c:v>
                </c:pt>
                <c:pt idx="2548">
                  <c:v>36440</c:v>
                </c:pt>
                <c:pt idx="2549">
                  <c:v>36441</c:v>
                </c:pt>
                <c:pt idx="2550">
                  <c:v>36444</c:v>
                </c:pt>
                <c:pt idx="2551">
                  <c:v>36445</c:v>
                </c:pt>
                <c:pt idx="2552">
                  <c:v>36446</c:v>
                </c:pt>
                <c:pt idx="2553">
                  <c:v>36447</c:v>
                </c:pt>
                <c:pt idx="2554">
                  <c:v>36448</c:v>
                </c:pt>
                <c:pt idx="2555">
                  <c:v>36451</c:v>
                </c:pt>
                <c:pt idx="2556">
                  <c:v>36452</c:v>
                </c:pt>
                <c:pt idx="2557">
                  <c:v>36453</c:v>
                </c:pt>
                <c:pt idx="2558">
                  <c:v>36454</c:v>
                </c:pt>
                <c:pt idx="2559">
                  <c:v>36455</c:v>
                </c:pt>
                <c:pt idx="2560">
                  <c:v>36458</c:v>
                </c:pt>
                <c:pt idx="2561">
                  <c:v>36459</c:v>
                </c:pt>
                <c:pt idx="2562">
                  <c:v>36460</c:v>
                </c:pt>
                <c:pt idx="2563">
                  <c:v>36461</c:v>
                </c:pt>
                <c:pt idx="2564">
                  <c:v>36462</c:v>
                </c:pt>
                <c:pt idx="2565">
                  <c:v>36465</c:v>
                </c:pt>
                <c:pt idx="2566">
                  <c:v>36466</c:v>
                </c:pt>
                <c:pt idx="2567">
                  <c:v>36467</c:v>
                </c:pt>
                <c:pt idx="2568">
                  <c:v>36468</c:v>
                </c:pt>
                <c:pt idx="2569">
                  <c:v>36469</c:v>
                </c:pt>
                <c:pt idx="2570">
                  <c:v>36472</c:v>
                </c:pt>
                <c:pt idx="2571">
                  <c:v>36473</c:v>
                </c:pt>
                <c:pt idx="2572">
                  <c:v>36474</c:v>
                </c:pt>
                <c:pt idx="2573">
                  <c:v>36475</c:v>
                </c:pt>
                <c:pt idx="2574">
                  <c:v>36476</c:v>
                </c:pt>
                <c:pt idx="2575">
                  <c:v>36479</c:v>
                </c:pt>
                <c:pt idx="2576">
                  <c:v>36480</c:v>
                </c:pt>
                <c:pt idx="2577">
                  <c:v>36481</c:v>
                </c:pt>
                <c:pt idx="2578">
                  <c:v>36482</c:v>
                </c:pt>
                <c:pt idx="2579">
                  <c:v>36483</c:v>
                </c:pt>
                <c:pt idx="2580">
                  <c:v>36486</c:v>
                </c:pt>
                <c:pt idx="2581">
                  <c:v>36487</c:v>
                </c:pt>
                <c:pt idx="2582">
                  <c:v>36488</c:v>
                </c:pt>
                <c:pt idx="2583">
                  <c:v>36489</c:v>
                </c:pt>
                <c:pt idx="2584">
                  <c:v>36490</c:v>
                </c:pt>
                <c:pt idx="2585">
                  <c:v>36493</c:v>
                </c:pt>
                <c:pt idx="2586">
                  <c:v>36494</c:v>
                </c:pt>
                <c:pt idx="2587">
                  <c:v>36495</c:v>
                </c:pt>
                <c:pt idx="2588">
                  <c:v>36496</c:v>
                </c:pt>
                <c:pt idx="2589">
                  <c:v>36497</c:v>
                </c:pt>
                <c:pt idx="2590">
                  <c:v>36500</c:v>
                </c:pt>
                <c:pt idx="2591">
                  <c:v>36501</c:v>
                </c:pt>
                <c:pt idx="2592">
                  <c:v>36502</c:v>
                </c:pt>
                <c:pt idx="2593">
                  <c:v>36503</c:v>
                </c:pt>
                <c:pt idx="2594">
                  <c:v>36504</c:v>
                </c:pt>
                <c:pt idx="2595">
                  <c:v>36507</c:v>
                </c:pt>
                <c:pt idx="2596">
                  <c:v>36508</c:v>
                </c:pt>
                <c:pt idx="2597">
                  <c:v>36509</c:v>
                </c:pt>
                <c:pt idx="2598">
                  <c:v>36510</c:v>
                </c:pt>
                <c:pt idx="2599">
                  <c:v>36511</c:v>
                </c:pt>
                <c:pt idx="2600">
                  <c:v>36514</c:v>
                </c:pt>
                <c:pt idx="2601">
                  <c:v>36515</c:v>
                </c:pt>
                <c:pt idx="2602">
                  <c:v>36516</c:v>
                </c:pt>
                <c:pt idx="2603">
                  <c:v>36517</c:v>
                </c:pt>
                <c:pt idx="2604">
                  <c:v>36518</c:v>
                </c:pt>
                <c:pt idx="2605">
                  <c:v>36521</c:v>
                </c:pt>
                <c:pt idx="2606">
                  <c:v>36522</c:v>
                </c:pt>
                <c:pt idx="2607">
                  <c:v>36523</c:v>
                </c:pt>
                <c:pt idx="2608">
                  <c:v>36524</c:v>
                </c:pt>
                <c:pt idx="2609">
                  <c:v>36525</c:v>
                </c:pt>
                <c:pt idx="2610">
                  <c:v>36528</c:v>
                </c:pt>
                <c:pt idx="2611">
                  <c:v>36529</c:v>
                </c:pt>
                <c:pt idx="2612">
                  <c:v>36530</c:v>
                </c:pt>
                <c:pt idx="2613">
                  <c:v>36531</c:v>
                </c:pt>
                <c:pt idx="2614">
                  <c:v>36532</c:v>
                </c:pt>
                <c:pt idx="2615">
                  <c:v>36535</c:v>
                </c:pt>
                <c:pt idx="2616">
                  <c:v>36536</c:v>
                </c:pt>
                <c:pt idx="2617">
                  <c:v>36537</c:v>
                </c:pt>
                <c:pt idx="2618">
                  <c:v>36538</c:v>
                </c:pt>
                <c:pt idx="2619">
                  <c:v>36539</c:v>
                </c:pt>
                <c:pt idx="2620">
                  <c:v>36542</c:v>
                </c:pt>
                <c:pt idx="2621">
                  <c:v>36543</c:v>
                </c:pt>
                <c:pt idx="2622">
                  <c:v>36544</c:v>
                </c:pt>
                <c:pt idx="2623">
                  <c:v>36545</c:v>
                </c:pt>
                <c:pt idx="2624">
                  <c:v>36546</c:v>
                </c:pt>
                <c:pt idx="2625">
                  <c:v>36549</c:v>
                </c:pt>
                <c:pt idx="2626">
                  <c:v>36550</c:v>
                </c:pt>
                <c:pt idx="2627">
                  <c:v>36551</c:v>
                </c:pt>
                <c:pt idx="2628">
                  <c:v>36552</c:v>
                </c:pt>
                <c:pt idx="2629">
                  <c:v>36553</c:v>
                </c:pt>
                <c:pt idx="2630">
                  <c:v>36556</c:v>
                </c:pt>
                <c:pt idx="2631">
                  <c:v>36557</c:v>
                </c:pt>
                <c:pt idx="2632">
                  <c:v>36558</c:v>
                </c:pt>
                <c:pt idx="2633">
                  <c:v>36559</c:v>
                </c:pt>
                <c:pt idx="2634">
                  <c:v>36560</c:v>
                </c:pt>
                <c:pt idx="2635">
                  <c:v>36563</c:v>
                </c:pt>
                <c:pt idx="2636">
                  <c:v>36564</c:v>
                </c:pt>
                <c:pt idx="2637">
                  <c:v>36565</c:v>
                </c:pt>
                <c:pt idx="2638">
                  <c:v>36566</c:v>
                </c:pt>
                <c:pt idx="2639">
                  <c:v>36567</c:v>
                </c:pt>
                <c:pt idx="2640">
                  <c:v>36570</c:v>
                </c:pt>
                <c:pt idx="2641">
                  <c:v>36571</c:v>
                </c:pt>
                <c:pt idx="2642">
                  <c:v>36572</c:v>
                </c:pt>
                <c:pt idx="2643">
                  <c:v>36573</c:v>
                </c:pt>
                <c:pt idx="2644">
                  <c:v>36574</c:v>
                </c:pt>
                <c:pt idx="2645">
                  <c:v>36577</c:v>
                </c:pt>
                <c:pt idx="2646">
                  <c:v>36578</c:v>
                </c:pt>
                <c:pt idx="2647">
                  <c:v>36579</c:v>
                </c:pt>
                <c:pt idx="2648">
                  <c:v>36580</c:v>
                </c:pt>
                <c:pt idx="2649">
                  <c:v>36581</c:v>
                </c:pt>
                <c:pt idx="2650">
                  <c:v>36584</c:v>
                </c:pt>
                <c:pt idx="2651">
                  <c:v>36585</c:v>
                </c:pt>
                <c:pt idx="2652">
                  <c:v>36586</c:v>
                </c:pt>
                <c:pt idx="2653">
                  <c:v>36587</c:v>
                </c:pt>
                <c:pt idx="2654">
                  <c:v>36588</c:v>
                </c:pt>
                <c:pt idx="2655">
                  <c:v>36591</c:v>
                </c:pt>
                <c:pt idx="2656">
                  <c:v>36592</c:v>
                </c:pt>
                <c:pt idx="2657">
                  <c:v>36593</c:v>
                </c:pt>
                <c:pt idx="2658">
                  <c:v>36594</c:v>
                </c:pt>
                <c:pt idx="2659">
                  <c:v>36595</c:v>
                </c:pt>
                <c:pt idx="2660">
                  <c:v>36598</c:v>
                </c:pt>
                <c:pt idx="2661">
                  <c:v>36599</c:v>
                </c:pt>
                <c:pt idx="2662">
                  <c:v>36600</c:v>
                </c:pt>
                <c:pt idx="2663">
                  <c:v>36601</c:v>
                </c:pt>
                <c:pt idx="2664">
                  <c:v>36602</c:v>
                </c:pt>
                <c:pt idx="2665">
                  <c:v>36605</c:v>
                </c:pt>
                <c:pt idx="2666">
                  <c:v>36606</c:v>
                </c:pt>
                <c:pt idx="2667">
                  <c:v>36607</c:v>
                </c:pt>
                <c:pt idx="2668">
                  <c:v>36608</c:v>
                </c:pt>
                <c:pt idx="2669">
                  <c:v>36609</c:v>
                </c:pt>
                <c:pt idx="2670">
                  <c:v>36612</c:v>
                </c:pt>
                <c:pt idx="2671">
                  <c:v>36613</c:v>
                </c:pt>
                <c:pt idx="2672">
                  <c:v>36614</c:v>
                </c:pt>
                <c:pt idx="2673">
                  <c:v>36615</c:v>
                </c:pt>
                <c:pt idx="2674">
                  <c:v>36616</c:v>
                </c:pt>
                <c:pt idx="2675">
                  <c:v>36619</c:v>
                </c:pt>
                <c:pt idx="2676">
                  <c:v>36620</c:v>
                </c:pt>
                <c:pt idx="2677">
                  <c:v>36621</c:v>
                </c:pt>
                <c:pt idx="2678">
                  <c:v>36622</c:v>
                </c:pt>
                <c:pt idx="2679">
                  <c:v>36623</c:v>
                </c:pt>
                <c:pt idx="2680">
                  <c:v>36626</c:v>
                </c:pt>
                <c:pt idx="2681">
                  <c:v>36627</c:v>
                </c:pt>
                <c:pt idx="2682">
                  <c:v>36628</c:v>
                </c:pt>
                <c:pt idx="2683">
                  <c:v>36629</c:v>
                </c:pt>
                <c:pt idx="2684">
                  <c:v>36630</c:v>
                </c:pt>
                <c:pt idx="2685">
                  <c:v>36633</c:v>
                </c:pt>
                <c:pt idx="2686">
                  <c:v>36634</c:v>
                </c:pt>
                <c:pt idx="2687">
                  <c:v>36635</c:v>
                </c:pt>
                <c:pt idx="2688">
                  <c:v>36636</c:v>
                </c:pt>
                <c:pt idx="2689">
                  <c:v>36637</c:v>
                </c:pt>
                <c:pt idx="2690">
                  <c:v>36640</c:v>
                </c:pt>
                <c:pt idx="2691">
                  <c:v>36641</c:v>
                </c:pt>
                <c:pt idx="2692">
                  <c:v>36642</c:v>
                </c:pt>
                <c:pt idx="2693">
                  <c:v>36643</c:v>
                </c:pt>
                <c:pt idx="2694">
                  <c:v>36644</c:v>
                </c:pt>
                <c:pt idx="2695">
                  <c:v>36647</c:v>
                </c:pt>
                <c:pt idx="2696">
                  <c:v>36648</c:v>
                </c:pt>
                <c:pt idx="2697">
                  <c:v>36649</c:v>
                </c:pt>
                <c:pt idx="2698">
                  <c:v>36650</c:v>
                </c:pt>
                <c:pt idx="2699">
                  <c:v>36651</c:v>
                </c:pt>
                <c:pt idx="2700">
                  <c:v>36654</c:v>
                </c:pt>
                <c:pt idx="2701">
                  <c:v>36655</c:v>
                </c:pt>
                <c:pt idx="2702">
                  <c:v>36656</c:v>
                </c:pt>
                <c:pt idx="2703">
                  <c:v>36657</c:v>
                </c:pt>
                <c:pt idx="2704">
                  <c:v>36658</c:v>
                </c:pt>
                <c:pt idx="2705">
                  <c:v>36661</c:v>
                </c:pt>
                <c:pt idx="2706">
                  <c:v>36662</c:v>
                </c:pt>
                <c:pt idx="2707">
                  <c:v>36663</c:v>
                </c:pt>
                <c:pt idx="2708">
                  <c:v>36664</c:v>
                </c:pt>
                <c:pt idx="2709">
                  <c:v>36665</c:v>
                </c:pt>
                <c:pt idx="2710">
                  <c:v>36668</c:v>
                </c:pt>
                <c:pt idx="2711">
                  <c:v>36669</c:v>
                </c:pt>
                <c:pt idx="2712">
                  <c:v>36670</c:v>
                </c:pt>
                <c:pt idx="2713">
                  <c:v>36671</c:v>
                </c:pt>
                <c:pt idx="2714">
                  <c:v>36672</c:v>
                </c:pt>
                <c:pt idx="2715">
                  <c:v>36675</c:v>
                </c:pt>
                <c:pt idx="2716">
                  <c:v>36676</c:v>
                </c:pt>
                <c:pt idx="2717">
                  <c:v>36677</c:v>
                </c:pt>
                <c:pt idx="2718">
                  <c:v>36678</c:v>
                </c:pt>
                <c:pt idx="2719">
                  <c:v>36679</c:v>
                </c:pt>
                <c:pt idx="2720">
                  <c:v>36682</c:v>
                </c:pt>
                <c:pt idx="2721">
                  <c:v>36683</c:v>
                </c:pt>
                <c:pt idx="2722">
                  <c:v>36684</c:v>
                </c:pt>
                <c:pt idx="2723">
                  <c:v>36685</c:v>
                </c:pt>
                <c:pt idx="2724">
                  <c:v>36686</c:v>
                </c:pt>
                <c:pt idx="2725">
                  <c:v>36689</c:v>
                </c:pt>
                <c:pt idx="2726">
                  <c:v>36690</c:v>
                </c:pt>
                <c:pt idx="2727">
                  <c:v>36691</c:v>
                </c:pt>
                <c:pt idx="2728">
                  <c:v>36692</c:v>
                </c:pt>
                <c:pt idx="2729">
                  <c:v>36693</c:v>
                </c:pt>
                <c:pt idx="2730">
                  <c:v>36696</c:v>
                </c:pt>
                <c:pt idx="2731">
                  <c:v>36697</c:v>
                </c:pt>
                <c:pt idx="2732">
                  <c:v>36698</c:v>
                </c:pt>
                <c:pt idx="2733">
                  <c:v>36699</c:v>
                </c:pt>
                <c:pt idx="2734">
                  <c:v>36700</c:v>
                </c:pt>
                <c:pt idx="2735">
                  <c:v>36703</c:v>
                </c:pt>
                <c:pt idx="2736">
                  <c:v>36704</c:v>
                </c:pt>
                <c:pt idx="2737">
                  <c:v>36705</c:v>
                </c:pt>
                <c:pt idx="2738">
                  <c:v>36706</c:v>
                </c:pt>
                <c:pt idx="2739">
                  <c:v>36707</c:v>
                </c:pt>
                <c:pt idx="2740">
                  <c:v>36710</c:v>
                </c:pt>
                <c:pt idx="2741">
                  <c:v>36711</c:v>
                </c:pt>
                <c:pt idx="2742">
                  <c:v>36712</c:v>
                </c:pt>
                <c:pt idx="2743">
                  <c:v>36713</c:v>
                </c:pt>
                <c:pt idx="2744">
                  <c:v>36714</c:v>
                </c:pt>
                <c:pt idx="2745">
                  <c:v>36717</c:v>
                </c:pt>
                <c:pt idx="2746">
                  <c:v>36718</c:v>
                </c:pt>
                <c:pt idx="2747">
                  <c:v>36719</c:v>
                </c:pt>
                <c:pt idx="2748">
                  <c:v>36720</c:v>
                </c:pt>
                <c:pt idx="2749">
                  <c:v>36721</c:v>
                </c:pt>
                <c:pt idx="2750">
                  <c:v>36724</c:v>
                </c:pt>
                <c:pt idx="2751">
                  <c:v>36725</c:v>
                </c:pt>
                <c:pt idx="2752">
                  <c:v>36726</c:v>
                </c:pt>
                <c:pt idx="2753">
                  <c:v>36727</c:v>
                </c:pt>
                <c:pt idx="2754">
                  <c:v>36728</c:v>
                </c:pt>
                <c:pt idx="2755">
                  <c:v>36731</c:v>
                </c:pt>
                <c:pt idx="2756">
                  <c:v>36732</c:v>
                </c:pt>
                <c:pt idx="2757">
                  <c:v>36733</c:v>
                </c:pt>
                <c:pt idx="2758">
                  <c:v>36734</c:v>
                </c:pt>
                <c:pt idx="2759">
                  <c:v>36735</c:v>
                </c:pt>
                <c:pt idx="2760">
                  <c:v>36738</c:v>
                </c:pt>
                <c:pt idx="2761">
                  <c:v>36739</c:v>
                </c:pt>
                <c:pt idx="2762">
                  <c:v>36740</c:v>
                </c:pt>
                <c:pt idx="2763">
                  <c:v>36741</c:v>
                </c:pt>
                <c:pt idx="2764">
                  <c:v>36742</c:v>
                </c:pt>
                <c:pt idx="2765">
                  <c:v>36745</c:v>
                </c:pt>
                <c:pt idx="2766">
                  <c:v>36746</c:v>
                </c:pt>
                <c:pt idx="2767">
                  <c:v>36747</c:v>
                </c:pt>
                <c:pt idx="2768">
                  <c:v>36748</c:v>
                </c:pt>
                <c:pt idx="2769">
                  <c:v>36749</c:v>
                </c:pt>
                <c:pt idx="2770">
                  <c:v>36752</c:v>
                </c:pt>
                <c:pt idx="2771">
                  <c:v>36753</c:v>
                </c:pt>
                <c:pt idx="2772">
                  <c:v>36754</c:v>
                </c:pt>
                <c:pt idx="2773">
                  <c:v>36755</c:v>
                </c:pt>
                <c:pt idx="2774">
                  <c:v>36756</c:v>
                </c:pt>
                <c:pt idx="2775">
                  <c:v>36759</c:v>
                </c:pt>
                <c:pt idx="2776">
                  <c:v>36760</c:v>
                </c:pt>
                <c:pt idx="2777">
                  <c:v>36761</c:v>
                </c:pt>
                <c:pt idx="2778">
                  <c:v>36762</c:v>
                </c:pt>
                <c:pt idx="2779">
                  <c:v>36763</c:v>
                </c:pt>
                <c:pt idx="2780">
                  <c:v>36766</c:v>
                </c:pt>
                <c:pt idx="2781">
                  <c:v>36767</c:v>
                </c:pt>
                <c:pt idx="2782">
                  <c:v>36768</c:v>
                </c:pt>
                <c:pt idx="2783">
                  <c:v>36769</c:v>
                </c:pt>
                <c:pt idx="2784">
                  <c:v>36770</c:v>
                </c:pt>
                <c:pt idx="2785">
                  <c:v>36773</c:v>
                </c:pt>
                <c:pt idx="2786">
                  <c:v>36774</c:v>
                </c:pt>
                <c:pt idx="2787">
                  <c:v>36775</c:v>
                </c:pt>
                <c:pt idx="2788">
                  <c:v>36776</c:v>
                </c:pt>
                <c:pt idx="2789">
                  <c:v>36777</c:v>
                </c:pt>
                <c:pt idx="2790">
                  <c:v>36780</c:v>
                </c:pt>
                <c:pt idx="2791">
                  <c:v>36781</c:v>
                </c:pt>
                <c:pt idx="2792">
                  <c:v>36782</c:v>
                </c:pt>
                <c:pt idx="2793">
                  <c:v>36783</c:v>
                </c:pt>
                <c:pt idx="2794">
                  <c:v>36784</c:v>
                </c:pt>
                <c:pt idx="2795">
                  <c:v>36787</c:v>
                </c:pt>
                <c:pt idx="2796">
                  <c:v>36788</c:v>
                </c:pt>
                <c:pt idx="2797">
                  <c:v>36789</c:v>
                </c:pt>
                <c:pt idx="2798">
                  <c:v>36790</c:v>
                </c:pt>
                <c:pt idx="2799">
                  <c:v>36791</c:v>
                </c:pt>
                <c:pt idx="2800">
                  <c:v>36794</c:v>
                </c:pt>
                <c:pt idx="2801">
                  <c:v>36795</c:v>
                </c:pt>
                <c:pt idx="2802">
                  <c:v>36796</c:v>
                </c:pt>
                <c:pt idx="2803">
                  <c:v>36797</c:v>
                </c:pt>
                <c:pt idx="2804">
                  <c:v>36798</c:v>
                </c:pt>
                <c:pt idx="2805">
                  <c:v>36801</c:v>
                </c:pt>
                <c:pt idx="2806">
                  <c:v>36802</c:v>
                </c:pt>
                <c:pt idx="2807">
                  <c:v>36803</c:v>
                </c:pt>
                <c:pt idx="2808">
                  <c:v>36804</c:v>
                </c:pt>
                <c:pt idx="2809">
                  <c:v>36805</c:v>
                </c:pt>
                <c:pt idx="2810">
                  <c:v>36808</c:v>
                </c:pt>
                <c:pt idx="2811">
                  <c:v>36809</c:v>
                </c:pt>
                <c:pt idx="2812">
                  <c:v>36810</c:v>
                </c:pt>
                <c:pt idx="2813">
                  <c:v>36811</c:v>
                </c:pt>
                <c:pt idx="2814">
                  <c:v>36812</c:v>
                </c:pt>
                <c:pt idx="2815">
                  <c:v>36815</c:v>
                </c:pt>
                <c:pt idx="2816">
                  <c:v>36816</c:v>
                </c:pt>
                <c:pt idx="2817">
                  <c:v>36817</c:v>
                </c:pt>
                <c:pt idx="2818">
                  <c:v>36818</c:v>
                </c:pt>
                <c:pt idx="2819">
                  <c:v>36819</c:v>
                </c:pt>
                <c:pt idx="2820">
                  <c:v>36822</c:v>
                </c:pt>
                <c:pt idx="2821">
                  <c:v>36823</c:v>
                </c:pt>
                <c:pt idx="2822">
                  <c:v>36824</c:v>
                </c:pt>
                <c:pt idx="2823">
                  <c:v>36825</c:v>
                </c:pt>
                <c:pt idx="2824">
                  <c:v>36826</c:v>
                </c:pt>
                <c:pt idx="2825">
                  <c:v>36829</c:v>
                </c:pt>
                <c:pt idx="2826">
                  <c:v>36830</c:v>
                </c:pt>
                <c:pt idx="2827">
                  <c:v>36831</c:v>
                </c:pt>
                <c:pt idx="2828">
                  <c:v>36832</c:v>
                </c:pt>
                <c:pt idx="2829">
                  <c:v>36833</c:v>
                </c:pt>
                <c:pt idx="2830">
                  <c:v>36836</c:v>
                </c:pt>
                <c:pt idx="2831">
                  <c:v>36837</c:v>
                </c:pt>
                <c:pt idx="2832">
                  <c:v>36838</c:v>
                </c:pt>
                <c:pt idx="2833">
                  <c:v>36839</c:v>
                </c:pt>
                <c:pt idx="2834">
                  <c:v>36840</c:v>
                </c:pt>
                <c:pt idx="2835">
                  <c:v>36843</c:v>
                </c:pt>
                <c:pt idx="2836">
                  <c:v>36844</c:v>
                </c:pt>
                <c:pt idx="2837">
                  <c:v>36845</c:v>
                </c:pt>
                <c:pt idx="2838">
                  <c:v>36846</c:v>
                </c:pt>
                <c:pt idx="2839">
                  <c:v>36847</c:v>
                </c:pt>
                <c:pt idx="2840">
                  <c:v>36850</c:v>
                </c:pt>
                <c:pt idx="2841">
                  <c:v>36851</c:v>
                </c:pt>
                <c:pt idx="2842">
                  <c:v>36852</c:v>
                </c:pt>
                <c:pt idx="2843">
                  <c:v>36853</c:v>
                </c:pt>
                <c:pt idx="2844">
                  <c:v>36854</c:v>
                </c:pt>
                <c:pt idx="2845">
                  <c:v>36857</c:v>
                </c:pt>
                <c:pt idx="2846">
                  <c:v>36858</c:v>
                </c:pt>
                <c:pt idx="2847">
                  <c:v>36859</c:v>
                </c:pt>
                <c:pt idx="2848">
                  <c:v>36860</c:v>
                </c:pt>
                <c:pt idx="2849">
                  <c:v>36861</c:v>
                </c:pt>
                <c:pt idx="2850">
                  <c:v>36864</c:v>
                </c:pt>
                <c:pt idx="2851">
                  <c:v>36865</c:v>
                </c:pt>
                <c:pt idx="2852">
                  <c:v>36866</c:v>
                </c:pt>
                <c:pt idx="2853">
                  <c:v>36867</c:v>
                </c:pt>
                <c:pt idx="2854">
                  <c:v>36868</c:v>
                </c:pt>
                <c:pt idx="2855">
                  <c:v>36871</c:v>
                </c:pt>
                <c:pt idx="2856">
                  <c:v>36872</c:v>
                </c:pt>
                <c:pt idx="2857">
                  <c:v>36873</c:v>
                </c:pt>
                <c:pt idx="2858">
                  <c:v>36874</c:v>
                </c:pt>
                <c:pt idx="2859">
                  <c:v>36875</c:v>
                </c:pt>
                <c:pt idx="2860">
                  <c:v>36878</c:v>
                </c:pt>
                <c:pt idx="2861">
                  <c:v>36879</c:v>
                </c:pt>
                <c:pt idx="2862">
                  <c:v>36880</c:v>
                </c:pt>
                <c:pt idx="2863">
                  <c:v>36881</c:v>
                </c:pt>
                <c:pt idx="2864">
                  <c:v>36882</c:v>
                </c:pt>
                <c:pt idx="2865">
                  <c:v>36885</c:v>
                </c:pt>
                <c:pt idx="2866">
                  <c:v>36886</c:v>
                </c:pt>
                <c:pt idx="2867">
                  <c:v>36887</c:v>
                </c:pt>
                <c:pt idx="2868">
                  <c:v>36888</c:v>
                </c:pt>
                <c:pt idx="2869">
                  <c:v>36889</c:v>
                </c:pt>
                <c:pt idx="2870">
                  <c:v>36892</c:v>
                </c:pt>
                <c:pt idx="2871">
                  <c:v>36893</c:v>
                </c:pt>
                <c:pt idx="2872">
                  <c:v>36894</c:v>
                </c:pt>
                <c:pt idx="2873">
                  <c:v>36895</c:v>
                </c:pt>
                <c:pt idx="2874">
                  <c:v>36896</c:v>
                </c:pt>
                <c:pt idx="2875">
                  <c:v>36899</c:v>
                </c:pt>
                <c:pt idx="2876">
                  <c:v>36900</c:v>
                </c:pt>
                <c:pt idx="2877">
                  <c:v>36901</c:v>
                </c:pt>
                <c:pt idx="2878">
                  <c:v>36902</c:v>
                </c:pt>
                <c:pt idx="2879">
                  <c:v>36903</c:v>
                </c:pt>
                <c:pt idx="2880">
                  <c:v>36906</c:v>
                </c:pt>
                <c:pt idx="2881">
                  <c:v>36907</c:v>
                </c:pt>
                <c:pt idx="2882">
                  <c:v>36908</c:v>
                </c:pt>
                <c:pt idx="2883">
                  <c:v>36909</c:v>
                </c:pt>
                <c:pt idx="2884">
                  <c:v>36910</c:v>
                </c:pt>
                <c:pt idx="2885">
                  <c:v>36913</c:v>
                </c:pt>
                <c:pt idx="2886">
                  <c:v>36914</c:v>
                </c:pt>
                <c:pt idx="2887">
                  <c:v>36915</c:v>
                </c:pt>
                <c:pt idx="2888">
                  <c:v>36916</c:v>
                </c:pt>
                <c:pt idx="2889">
                  <c:v>36917</c:v>
                </c:pt>
                <c:pt idx="2890">
                  <c:v>36920</c:v>
                </c:pt>
                <c:pt idx="2891">
                  <c:v>36921</c:v>
                </c:pt>
                <c:pt idx="2892">
                  <c:v>36922</c:v>
                </c:pt>
                <c:pt idx="2893">
                  <c:v>36923</c:v>
                </c:pt>
                <c:pt idx="2894">
                  <c:v>36924</c:v>
                </c:pt>
                <c:pt idx="2895">
                  <c:v>36927</c:v>
                </c:pt>
                <c:pt idx="2896">
                  <c:v>36928</c:v>
                </c:pt>
                <c:pt idx="2897">
                  <c:v>36929</c:v>
                </c:pt>
                <c:pt idx="2898">
                  <c:v>36930</c:v>
                </c:pt>
                <c:pt idx="2899">
                  <c:v>36931</c:v>
                </c:pt>
                <c:pt idx="2900">
                  <c:v>36934</c:v>
                </c:pt>
                <c:pt idx="2901">
                  <c:v>36935</c:v>
                </c:pt>
                <c:pt idx="2902">
                  <c:v>36936</c:v>
                </c:pt>
                <c:pt idx="2903">
                  <c:v>36937</c:v>
                </c:pt>
                <c:pt idx="2904">
                  <c:v>36938</c:v>
                </c:pt>
                <c:pt idx="2905">
                  <c:v>36941</c:v>
                </c:pt>
                <c:pt idx="2906">
                  <c:v>36942</c:v>
                </c:pt>
                <c:pt idx="2907">
                  <c:v>36943</c:v>
                </c:pt>
                <c:pt idx="2908">
                  <c:v>36944</c:v>
                </c:pt>
                <c:pt idx="2909">
                  <c:v>36945</c:v>
                </c:pt>
                <c:pt idx="2910">
                  <c:v>36948</c:v>
                </c:pt>
                <c:pt idx="2911">
                  <c:v>36949</c:v>
                </c:pt>
                <c:pt idx="2912">
                  <c:v>36950</c:v>
                </c:pt>
                <c:pt idx="2913">
                  <c:v>36951</c:v>
                </c:pt>
                <c:pt idx="2914">
                  <c:v>36952</c:v>
                </c:pt>
                <c:pt idx="2915">
                  <c:v>36955</c:v>
                </c:pt>
                <c:pt idx="2916">
                  <c:v>36956</c:v>
                </c:pt>
                <c:pt idx="2917">
                  <c:v>36957</c:v>
                </c:pt>
                <c:pt idx="2918">
                  <c:v>36958</c:v>
                </c:pt>
                <c:pt idx="2919">
                  <c:v>36959</c:v>
                </c:pt>
                <c:pt idx="2920">
                  <c:v>36962</c:v>
                </c:pt>
                <c:pt idx="2921">
                  <c:v>36963</c:v>
                </c:pt>
                <c:pt idx="2922">
                  <c:v>36964</c:v>
                </c:pt>
                <c:pt idx="2923">
                  <c:v>36965</c:v>
                </c:pt>
                <c:pt idx="2924">
                  <c:v>36966</c:v>
                </c:pt>
                <c:pt idx="2925">
                  <c:v>36969</c:v>
                </c:pt>
                <c:pt idx="2926">
                  <c:v>36970</c:v>
                </c:pt>
                <c:pt idx="2927">
                  <c:v>36971</c:v>
                </c:pt>
                <c:pt idx="2928">
                  <c:v>36972</c:v>
                </c:pt>
                <c:pt idx="2929">
                  <c:v>36973</c:v>
                </c:pt>
                <c:pt idx="2930">
                  <c:v>36976</c:v>
                </c:pt>
                <c:pt idx="2931">
                  <c:v>36977</c:v>
                </c:pt>
                <c:pt idx="2932">
                  <c:v>36978</c:v>
                </c:pt>
                <c:pt idx="2933">
                  <c:v>36979</c:v>
                </c:pt>
                <c:pt idx="2934">
                  <c:v>36980</c:v>
                </c:pt>
                <c:pt idx="2935">
                  <c:v>36983</c:v>
                </c:pt>
                <c:pt idx="2936">
                  <c:v>36984</c:v>
                </c:pt>
                <c:pt idx="2937">
                  <c:v>36985</c:v>
                </c:pt>
                <c:pt idx="2938">
                  <c:v>36986</c:v>
                </c:pt>
                <c:pt idx="2939">
                  <c:v>36987</c:v>
                </c:pt>
                <c:pt idx="2940">
                  <c:v>36990</c:v>
                </c:pt>
                <c:pt idx="2941">
                  <c:v>36991</c:v>
                </c:pt>
                <c:pt idx="2942">
                  <c:v>36992</c:v>
                </c:pt>
                <c:pt idx="2943">
                  <c:v>36993</c:v>
                </c:pt>
                <c:pt idx="2944">
                  <c:v>36994</c:v>
                </c:pt>
                <c:pt idx="2945">
                  <c:v>36997</c:v>
                </c:pt>
                <c:pt idx="2946">
                  <c:v>36998</c:v>
                </c:pt>
                <c:pt idx="2947">
                  <c:v>36999</c:v>
                </c:pt>
                <c:pt idx="2948">
                  <c:v>37000</c:v>
                </c:pt>
                <c:pt idx="2949">
                  <c:v>37001</c:v>
                </c:pt>
                <c:pt idx="2950">
                  <c:v>37004</c:v>
                </c:pt>
                <c:pt idx="2951">
                  <c:v>37005</c:v>
                </c:pt>
                <c:pt idx="2952">
                  <c:v>37006</c:v>
                </c:pt>
                <c:pt idx="2953">
                  <c:v>37007</c:v>
                </c:pt>
                <c:pt idx="2954">
                  <c:v>37008</c:v>
                </c:pt>
                <c:pt idx="2955">
                  <c:v>37011</c:v>
                </c:pt>
                <c:pt idx="2956">
                  <c:v>37012</c:v>
                </c:pt>
                <c:pt idx="2957">
                  <c:v>37013</c:v>
                </c:pt>
                <c:pt idx="2958">
                  <c:v>37014</c:v>
                </c:pt>
                <c:pt idx="2959">
                  <c:v>37015</c:v>
                </c:pt>
                <c:pt idx="2960">
                  <c:v>37018</c:v>
                </c:pt>
                <c:pt idx="2961">
                  <c:v>37019</c:v>
                </c:pt>
                <c:pt idx="2962">
                  <c:v>37020</c:v>
                </c:pt>
                <c:pt idx="2963">
                  <c:v>37021</c:v>
                </c:pt>
                <c:pt idx="2964">
                  <c:v>37022</c:v>
                </c:pt>
                <c:pt idx="2965">
                  <c:v>37025</c:v>
                </c:pt>
                <c:pt idx="2966">
                  <c:v>37026</c:v>
                </c:pt>
                <c:pt idx="2967">
                  <c:v>37027</c:v>
                </c:pt>
                <c:pt idx="2968">
                  <c:v>37028</c:v>
                </c:pt>
                <c:pt idx="2969">
                  <c:v>37029</c:v>
                </c:pt>
                <c:pt idx="2970">
                  <c:v>37032</c:v>
                </c:pt>
                <c:pt idx="2971">
                  <c:v>37033</c:v>
                </c:pt>
                <c:pt idx="2972">
                  <c:v>37034</c:v>
                </c:pt>
                <c:pt idx="2973">
                  <c:v>37035</c:v>
                </c:pt>
                <c:pt idx="2974">
                  <c:v>37036</c:v>
                </c:pt>
                <c:pt idx="2975">
                  <c:v>37039</c:v>
                </c:pt>
                <c:pt idx="2976">
                  <c:v>37040</c:v>
                </c:pt>
                <c:pt idx="2977">
                  <c:v>37041</c:v>
                </c:pt>
                <c:pt idx="2978">
                  <c:v>37042</c:v>
                </c:pt>
                <c:pt idx="2979">
                  <c:v>37043</c:v>
                </c:pt>
                <c:pt idx="2980">
                  <c:v>37046</c:v>
                </c:pt>
                <c:pt idx="2981">
                  <c:v>37047</c:v>
                </c:pt>
                <c:pt idx="2982">
                  <c:v>37048</c:v>
                </c:pt>
                <c:pt idx="2983">
                  <c:v>37049</c:v>
                </c:pt>
                <c:pt idx="2984">
                  <c:v>37050</c:v>
                </c:pt>
                <c:pt idx="2985">
                  <c:v>37053</c:v>
                </c:pt>
                <c:pt idx="2986">
                  <c:v>37054</c:v>
                </c:pt>
                <c:pt idx="2987">
                  <c:v>37055</c:v>
                </c:pt>
                <c:pt idx="2988">
                  <c:v>37056</c:v>
                </c:pt>
                <c:pt idx="2989">
                  <c:v>37057</c:v>
                </c:pt>
                <c:pt idx="2990">
                  <c:v>37060</c:v>
                </c:pt>
                <c:pt idx="2991">
                  <c:v>37061</c:v>
                </c:pt>
                <c:pt idx="2992">
                  <c:v>37062</c:v>
                </c:pt>
                <c:pt idx="2993">
                  <c:v>37063</c:v>
                </c:pt>
                <c:pt idx="2994">
                  <c:v>37064</c:v>
                </c:pt>
                <c:pt idx="2995">
                  <c:v>37067</c:v>
                </c:pt>
                <c:pt idx="2996">
                  <c:v>37068</c:v>
                </c:pt>
                <c:pt idx="2997">
                  <c:v>37069</c:v>
                </c:pt>
                <c:pt idx="2998">
                  <c:v>37070</c:v>
                </c:pt>
                <c:pt idx="2999">
                  <c:v>37071</c:v>
                </c:pt>
                <c:pt idx="3000">
                  <c:v>37074</c:v>
                </c:pt>
                <c:pt idx="3001">
                  <c:v>37075</c:v>
                </c:pt>
                <c:pt idx="3002">
                  <c:v>37076</c:v>
                </c:pt>
                <c:pt idx="3003">
                  <c:v>37077</c:v>
                </c:pt>
                <c:pt idx="3004">
                  <c:v>37078</c:v>
                </c:pt>
                <c:pt idx="3005">
                  <c:v>37081</c:v>
                </c:pt>
                <c:pt idx="3006">
                  <c:v>37082</c:v>
                </c:pt>
                <c:pt idx="3007">
                  <c:v>37083</c:v>
                </c:pt>
                <c:pt idx="3008">
                  <c:v>37084</c:v>
                </c:pt>
                <c:pt idx="3009">
                  <c:v>37085</c:v>
                </c:pt>
                <c:pt idx="3010">
                  <c:v>37088</c:v>
                </c:pt>
                <c:pt idx="3011">
                  <c:v>37089</c:v>
                </c:pt>
                <c:pt idx="3012">
                  <c:v>37090</c:v>
                </c:pt>
                <c:pt idx="3013">
                  <c:v>37091</c:v>
                </c:pt>
                <c:pt idx="3014">
                  <c:v>37092</c:v>
                </c:pt>
                <c:pt idx="3015">
                  <c:v>37095</c:v>
                </c:pt>
                <c:pt idx="3016">
                  <c:v>37096</c:v>
                </c:pt>
                <c:pt idx="3017">
                  <c:v>37097</c:v>
                </c:pt>
                <c:pt idx="3018">
                  <c:v>37098</c:v>
                </c:pt>
                <c:pt idx="3019">
                  <c:v>37099</c:v>
                </c:pt>
                <c:pt idx="3020">
                  <c:v>37102</c:v>
                </c:pt>
                <c:pt idx="3021">
                  <c:v>37103</c:v>
                </c:pt>
                <c:pt idx="3022">
                  <c:v>37104</c:v>
                </c:pt>
                <c:pt idx="3023">
                  <c:v>37105</c:v>
                </c:pt>
                <c:pt idx="3024">
                  <c:v>37106</c:v>
                </c:pt>
                <c:pt idx="3025">
                  <c:v>37109</c:v>
                </c:pt>
                <c:pt idx="3026">
                  <c:v>37110</c:v>
                </c:pt>
                <c:pt idx="3027">
                  <c:v>37111</c:v>
                </c:pt>
                <c:pt idx="3028">
                  <c:v>37112</c:v>
                </c:pt>
                <c:pt idx="3029">
                  <c:v>37113</c:v>
                </c:pt>
                <c:pt idx="3030">
                  <c:v>37116</c:v>
                </c:pt>
                <c:pt idx="3031">
                  <c:v>37117</c:v>
                </c:pt>
                <c:pt idx="3032">
                  <c:v>37118</c:v>
                </c:pt>
                <c:pt idx="3033">
                  <c:v>37119</c:v>
                </c:pt>
                <c:pt idx="3034">
                  <c:v>37120</c:v>
                </c:pt>
                <c:pt idx="3035">
                  <c:v>37123</c:v>
                </c:pt>
                <c:pt idx="3036">
                  <c:v>37124</c:v>
                </c:pt>
                <c:pt idx="3037">
                  <c:v>37125</c:v>
                </c:pt>
                <c:pt idx="3038">
                  <c:v>37126</c:v>
                </c:pt>
                <c:pt idx="3039">
                  <c:v>37127</c:v>
                </c:pt>
                <c:pt idx="3040">
                  <c:v>37130</c:v>
                </c:pt>
                <c:pt idx="3041">
                  <c:v>37131</c:v>
                </c:pt>
                <c:pt idx="3042">
                  <c:v>37132</c:v>
                </c:pt>
                <c:pt idx="3043">
                  <c:v>37133</c:v>
                </c:pt>
                <c:pt idx="3044">
                  <c:v>37134</c:v>
                </c:pt>
                <c:pt idx="3045">
                  <c:v>37137</c:v>
                </c:pt>
                <c:pt idx="3046">
                  <c:v>37138</c:v>
                </c:pt>
                <c:pt idx="3047">
                  <c:v>37139</c:v>
                </c:pt>
                <c:pt idx="3048">
                  <c:v>37140</c:v>
                </c:pt>
                <c:pt idx="3049">
                  <c:v>37141</c:v>
                </c:pt>
                <c:pt idx="3050">
                  <c:v>37144</c:v>
                </c:pt>
                <c:pt idx="3051">
                  <c:v>37145</c:v>
                </c:pt>
                <c:pt idx="3052">
                  <c:v>37146</c:v>
                </c:pt>
                <c:pt idx="3053">
                  <c:v>37147</c:v>
                </c:pt>
                <c:pt idx="3054">
                  <c:v>37148</c:v>
                </c:pt>
                <c:pt idx="3055">
                  <c:v>37151</c:v>
                </c:pt>
                <c:pt idx="3056">
                  <c:v>37152</c:v>
                </c:pt>
                <c:pt idx="3057">
                  <c:v>37153</c:v>
                </c:pt>
                <c:pt idx="3058">
                  <c:v>37154</c:v>
                </c:pt>
                <c:pt idx="3059">
                  <c:v>37155</c:v>
                </c:pt>
                <c:pt idx="3060">
                  <c:v>37158</c:v>
                </c:pt>
                <c:pt idx="3061">
                  <c:v>37159</c:v>
                </c:pt>
                <c:pt idx="3062">
                  <c:v>37160</c:v>
                </c:pt>
                <c:pt idx="3063">
                  <c:v>37161</c:v>
                </c:pt>
                <c:pt idx="3064">
                  <c:v>37162</c:v>
                </c:pt>
                <c:pt idx="3065">
                  <c:v>37165</c:v>
                </c:pt>
                <c:pt idx="3066">
                  <c:v>37166</c:v>
                </c:pt>
                <c:pt idx="3067">
                  <c:v>37167</c:v>
                </c:pt>
                <c:pt idx="3068">
                  <c:v>37168</c:v>
                </c:pt>
                <c:pt idx="3069">
                  <c:v>37169</c:v>
                </c:pt>
                <c:pt idx="3070">
                  <c:v>37172</c:v>
                </c:pt>
                <c:pt idx="3071">
                  <c:v>37173</c:v>
                </c:pt>
                <c:pt idx="3072">
                  <c:v>37174</c:v>
                </c:pt>
                <c:pt idx="3073">
                  <c:v>37175</c:v>
                </c:pt>
                <c:pt idx="3074">
                  <c:v>37176</c:v>
                </c:pt>
                <c:pt idx="3075">
                  <c:v>37179</c:v>
                </c:pt>
                <c:pt idx="3076">
                  <c:v>37180</c:v>
                </c:pt>
                <c:pt idx="3077">
                  <c:v>37181</c:v>
                </c:pt>
                <c:pt idx="3078">
                  <c:v>37182</c:v>
                </c:pt>
                <c:pt idx="3079">
                  <c:v>37183</c:v>
                </c:pt>
                <c:pt idx="3080">
                  <c:v>37186</c:v>
                </c:pt>
                <c:pt idx="3081">
                  <c:v>37187</c:v>
                </c:pt>
                <c:pt idx="3082">
                  <c:v>37188</c:v>
                </c:pt>
                <c:pt idx="3083">
                  <c:v>37189</c:v>
                </c:pt>
                <c:pt idx="3084">
                  <c:v>37190</c:v>
                </c:pt>
                <c:pt idx="3085">
                  <c:v>37193</c:v>
                </c:pt>
                <c:pt idx="3086">
                  <c:v>37194</c:v>
                </c:pt>
                <c:pt idx="3087">
                  <c:v>37195</c:v>
                </c:pt>
                <c:pt idx="3088">
                  <c:v>37196</c:v>
                </c:pt>
                <c:pt idx="3089">
                  <c:v>37197</c:v>
                </c:pt>
                <c:pt idx="3090">
                  <c:v>37200</c:v>
                </c:pt>
                <c:pt idx="3091">
                  <c:v>37201</c:v>
                </c:pt>
                <c:pt idx="3092">
                  <c:v>37202</c:v>
                </c:pt>
                <c:pt idx="3093">
                  <c:v>37203</c:v>
                </c:pt>
                <c:pt idx="3094">
                  <c:v>37204</c:v>
                </c:pt>
                <c:pt idx="3095">
                  <c:v>37207</c:v>
                </c:pt>
                <c:pt idx="3096">
                  <c:v>37208</c:v>
                </c:pt>
                <c:pt idx="3097">
                  <c:v>37209</c:v>
                </c:pt>
                <c:pt idx="3098">
                  <c:v>37210</c:v>
                </c:pt>
                <c:pt idx="3099">
                  <c:v>37211</c:v>
                </c:pt>
                <c:pt idx="3100">
                  <c:v>37214</c:v>
                </c:pt>
                <c:pt idx="3101">
                  <c:v>37215</c:v>
                </c:pt>
                <c:pt idx="3102">
                  <c:v>37216</c:v>
                </c:pt>
                <c:pt idx="3103">
                  <c:v>37217</c:v>
                </c:pt>
                <c:pt idx="3104">
                  <c:v>37218</c:v>
                </c:pt>
                <c:pt idx="3105">
                  <c:v>37221</c:v>
                </c:pt>
                <c:pt idx="3106">
                  <c:v>37222</c:v>
                </c:pt>
                <c:pt idx="3107">
                  <c:v>37223</c:v>
                </c:pt>
                <c:pt idx="3108">
                  <c:v>37224</c:v>
                </c:pt>
                <c:pt idx="3109">
                  <c:v>37225</c:v>
                </c:pt>
                <c:pt idx="3110">
                  <c:v>37228</c:v>
                </c:pt>
                <c:pt idx="3111">
                  <c:v>37229</c:v>
                </c:pt>
                <c:pt idx="3112">
                  <c:v>37230</c:v>
                </c:pt>
                <c:pt idx="3113">
                  <c:v>37231</c:v>
                </c:pt>
                <c:pt idx="3114">
                  <c:v>37232</c:v>
                </c:pt>
                <c:pt idx="3115">
                  <c:v>37235</c:v>
                </c:pt>
                <c:pt idx="3116">
                  <c:v>37236</c:v>
                </c:pt>
                <c:pt idx="3117">
                  <c:v>37237</c:v>
                </c:pt>
                <c:pt idx="3118">
                  <c:v>37238</c:v>
                </c:pt>
                <c:pt idx="3119">
                  <c:v>37239</c:v>
                </c:pt>
                <c:pt idx="3120">
                  <c:v>37242</c:v>
                </c:pt>
                <c:pt idx="3121">
                  <c:v>37243</c:v>
                </c:pt>
                <c:pt idx="3122">
                  <c:v>37244</c:v>
                </c:pt>
                <c:pt idx="3123">
                  <c:v>37245</c:v>
                </c:pt>
                <c:pt idx="3124">
                  <c:v>37246</c:v>
                </c:pt>
                <c:pt idx="3125">
                  <c:v>37249</c:v>
                </c:pt>
                <c:pt idx="3126">
                  <c:v>37250</c:v>
                </c:pt>
                <c:pt idx="3127">
                  <c:v>37251</c:v>
                </c:pt>
                <c:pt idx="3128">
                  <c:v>37252</c:v>
                </c:pt>
                <c:pt idx="3129">
                  <c:v>37253</c:v>
                </c:pt>
                <c:pt idx="3130">
                  <c:v>37256</c:v>
                </c:pt>
                <c:pt idx="3131">
                  <c:v>37257</c:v>
                </c:pt>
                <c:pt idx="3132">
                  <c:v>37258</c:v>
                </c:pt>
                <c:pt idx="3133">
                  <c:v>37259</c:v>
                </c:pt>
                <c:pt idx="3134">
                  <c:v>37260</c:v>
                </c:pt>
                <c:pt idx="3135">
                  <c:v>37263</c:v>
                </c:pt>
                <c:pt idx="3136">
                  <c:v>37264</c:v>
                </c:pt>
                <c:pt idx="3137">
                  <c:v>37265</c:v>
                </c:pt>
                <c:pt idx="3138">
                  <c:v>37266</c:v>
                </c:pt>
                <c:pt idx="3139">
                  <c:v>37267</c:v>
                </c:pt>
                <c:pt idx="3140">
                  <c:v>37270</c:v>
                </c:pt>
                <c:pt idx="3141">
                  <c:v>37271</c:v>
                </c:pt>
                <c:pt idx="3142">
                  <c:v>37272</c:v>
                </c:pt>
                <c:pt idx="3143">
                  <c:v>37273</c:v>
                </c:pt>
                <c:pt idx="3144">
                  <c:v>37274</c:v>
                </c:pt>
                <c:pt idx="3145">
                  <c:v>37277</c:v>
                </c:pt>
                <c:pt idx="3146">
                  <c:v>37278</c:v>
                </c:pt>
                <c:pt idx="3147">
                  <c:v>37279</c:v>
                </c:pt>
                <c:pt idx="3148">
                  <c:v>37280</c:v>
                </c:pt>
                <c:pt idx="3149">
                  <c:v>37281</c:v>
                </c:pt>
                <c:pt idx="3150">
                  <c:v>37284</c:v>
                </c:pt>
                <c:pt idx="3151">
                  <c:v>37285</c:v>
                </c:pt>
                <c:pt idx="3152">
                  <c:v>37286</c:v>
                </c:pt>
                <c:pt idx="3153">
                  <c:v>37287</c:v>
                </c:pt>
                <c:pt idx="3154">
                  <c:v>37288</c:v>
                </c:pt>
                <c:pt idx="3155">
                  <c:v>37291</c:v>
                </c:pt>
                <c:pt idx="3156">
                  <c:v>37292</c:v>
                </c:pt>
                <c:pt idx="3157">
                  <c:v>37293</c:v>
                </c:pt>
                <c:pt idx="3158">
                  <c:v>37294</c:v>
                </c:pt>
                <c:pt idx="3159">
                  <c:v>37295</c:v>
                </c:pt>
                <c:pt idx="3160">
                  <c:v>37298</c:v>
                </c:pt>
                <c:pt idx="3161">
                  <c:v>37299</c:v>
                </c:pt>
                <c:pt idx="3162">
                  <c:v>37300</c:v>
                </c:pt>
                <c:pt idx="3163">
                  <c:v>37301</c:v>
                </c:pt>
                <c:pt idx="3164">
                  <c:v>37302</c:v>
                </c:pt>
                <c:pt idx="3165">
                  <c:v>37305</c:v>
                </c:pt>
                <c:pt idx="3166">
                  <c:v>37306</c:v>
                </c:pt>
                <c:pt idx="3167">
                  <c:v>37307</c:v>
                </c:pt>
                <c:pt idx="3168">
                  <c:v>37308</c:v>
                </c:pt>
                <c:pt idx="3169">
                  <c:v>37309</c:v>
                </c:pt>
                <c:pt idx="3170">
                  <c:v>37312</c:v>
                </c:pt>
                <c:pt idx="3171">
                  <c:v>37313</c:v>
                </c:pt>
                <c:pt idx="3172">
                  <c:v>37314</c:v>
                </c:pt>
                <c:pt idx="3173">
                  <c:v>37315</c:v>
                </c:pt>
                <c:pt idx="3174">
                  <c:v>37316</c:v>
                </c:pt>
                <c:pt idx="3175">
                  <c:v>37319</c:v>
                </c:pt>
                <c:pt idx="3176">
                  <c:v>37320</c:v>
                </c:pt>
                <c:pt idx="3177">
                  <c:v>37321</c:v>
                </c:pt>
                <c:pt idx="3178">
                  <c:v>37322</c:v>
                </c:pt>
                <c:pt idx="3179">
                  <c:v>37323</c:v>
                </c:pt>
                <c:pt idx="3180">
                  <c:v>37326</c:v>
                </c:pt>
                <c:pt idx="3181">
                  <c:v>37327</c:v>
                </c:pt>
                <c:pt idx="3182">
                  <c:v>37328</c:v>
                </c:pt>
                <c:pt idx="3183">
                  <c:v>37329</c:v>
                </c:pt>
                <c:pt idx="3184">
                  <c:v>37330</c:v>
                </c:pt>
                <c:pt idx="3185">
                  <c:v>37333</c:v>
                </c:pt>
                <c:pt idx="3186">
                  <c:v>37334</c:v>
                </c:pt>
                <c:pt idx="3187">
                  <c:v>37335</c:v>
                </c:pt>
                <c:pt idx="3188">
                  <c:v>37336</c:v>
                </c:pt>
                <c:pt idx="3189">
                  <c:v>37337</c:v>
                </c:pt>
                <c:pt idx="3190">
                  <c:v>37340</c:v>
                </c:pt>
                <c:pt idx="3191">
                  <c:v>37341</c:v>
                </c:pt>
                <c:pt idx="3192">
                  <c:v>37342</c:v>
                </c:pt>
                <c:pt idx="3193">
                  <c:v>37343</c:v>
                </c:pt>
                <c:pt idx="3194">
                  <c:v>37344</c:v>
                </c:pt>
                <c:pt idx="3195">
                  <c:v>37347</c:v>
                </c:pt>
                <c:pt idx="3196">
                  <c:v>37348</c:v>
                </c:pt>
                <c:pt idx="3197">
                  <c:v>37349</c:v>
                </c:pt>
                <c:pt idx="3198">
                  <c:v>37350</c:v>
                </c:pt>
                <c:pt idx="3199">
                  <c:v>37351</c:v>
                </c:pt>
                <c:pt idx="3200">
                  <c:v>37354</c:v>
                </c:pt>
                <c:pt idx="3201">
                  <c:v>37355</c:v>
                </c:pt>
                <c:pt idx="3202">
                  <c:v>37356</c:v>
                </c:pt>
                <c:pt idx="3203">
                  <c:v>37357</c:v>
                </c:pt>
                <c:pt idx="3204">
                  <c:v>37358</c:v>
                </c:pt>
                <c:pt idx="3205">
                  <c:v>37361</c:v>
                </c:pt>
                <c:pt idx="3206">
                  <c:v>37362</c:v>
                </c:pt>
                <c:pt idx="3207">
                  <c:v>37363</c:v>
                </c:pt>
                <c:pt idx="3208">
                  <c:v>37364</c:v>
                </c:pt>
                <c:pt idx="3209">
                  <c:v>37365</c:v>
                </c:pt>
                <c:pt idx="3210">
                  <c:v>37368</c:v>
                </c:pt>
                <c:pt idx="3211">
                  <c:v>37369</c:v>
                </c:pt>
                <c:pt idx="3212">
                  <c:v>37370</c:v>
                </c:pt>
                <c:pt idx="3213">
                  <c:v>37371</c:v>
                </c:pt>
                <c:pt idx="3214">
                  <c:v>37372</c:v>
                </c:pt>
                <c:pt idx="3215">
                  <c:v>37375</c:v>
                </c:pt>
                <c:pt idx="3216">
                  <c:v>37376</c:v>
                </c:pt>
                <c:pt idx="3217">
                  <c:v>37377</c:v>
                </c:pt>
                <c:pt idx="3218">
                  <c:v>37378</c:v>
                </c:pt>
                <c:pt idx="3219">
                  <c:v>37379</c:v>
                </c:pt>
                <c:pt idx="3220">
                  <c:v>37382</c:v>
                </c:pt>
                <c:pt idx="3221">
                  <c:v>37383</c:v>
                </c:pt>
                <c:pt idx="3222">
                  <c:v>37384</c:v>
                </c:pt>
                <c:pt idx="3223">
                  <c:v>37385</c:v>
                </c:pt>
                <c:pt idx="3224">
                  <c:v>37386</c:v>
                </c:pt>
                <c:pt idx="3225">
                  <c:v>37389</c:v>
                </c:pt>
                <c:pt idx="3226">
                  <c:v>37390</c:v>
                </c:pt>
                <c:pt idx="3227">
                  <c:v>37391</c:v>
                </c:pt>
                <c:pt idx="3228">
                  <c:v>37392</c:v>
                </c:pt>
                <c:pt idx="3229">
                  <c:v>37393</c:v>
                </c:pt>
                <c:pt idx="3230">
                  <c:v>37396</c:v>
                </c:pt>
                <c:pt idx="3231">
                  <c:v>37397</c:v>
                </c:pt>
                <c:pt idx="3232">
                  <c:v>37398</c:v>
                </c:pt>
                <c:pt idx="3233">
                  <c:v>37399</c:v>
                </c:pt>
                <c:pt idx="3234">
                  <c:v>37400</c:v>
                </c:pt>
                <c:pt idx="3235">
                  <c:v>37403</c:v>
                </c:pt>
                <c:pt idx="3236">
                  <c:v>37404</c:v>
                </c:pt>
                <c:pt idx="3237">
                  <c:v>37405</c:v>
                </c:pt>
                <c:pt idx="3238">
                  <c:v>37406</c:v>
                </c:pt>
                <c:pt idx="3239">
                  <c:v>37407</c:v>
                </c:pt>
                <c:pt idx="3240">
                  <c:v>37410</c:v>
                </c:pt>
                <c:pt idx="3241">
                  <c:v>37411</c:v>
                </c:pt>
                <c:pt idx="3242">
                  <c:v>37412</c:v>
                </c:pt>
                <c:pt idx="3243">
                  <c:v>37413</c:v>
                </c:pt>
                <c:pt idx="3244">
                  <c:v>37414</c:v>
                </c:pt>
                <c:pt idx="3245">
                  <c:v>37417</c:v>
                </c:pt>
                <c:pt idx="3246">
                  <c:v>37418</c:v>
                </c:pt>
                <c:pt idx="3247">
                  <c:v>37419</c:v>
                </c:pt>
                <c:pt idx="3248">
                  <c:v>37420</c:v>
                </c:pt>
                <c:pt idx="3249">
                  <c:v>37421</c:v>
                </c:pt>
                <c:pt idx="3250">
                  <c:v>37424</c:v>
                </c:pt>
                <c:pt idx="3251">
                  <c:v>37425</c:v>
                </c:pt>
                <c:pt idx="3252">
                  <c:v>37426</c:v>
                </c:pt>
                <c:pt idx="3253">
                  <c:v>37427</c:v>
                </c:pt>
                <c:pt idx="3254">
                  <c:v>37428</c:v>
                </c:pt>
                <c:pt idx="3255">
                  <c:v>37431</c:v>
                </c:pt>
                <c:pt idx="3256">
                  <c:v>37432</c:v>
                </c:pt>
                <c:pt idx="3257">
                  <c:v>37433</c:v>
                </c:pt>
                <c:pt idx="3258">
                  <c:v>37434</c:v>
                </c:pt>
                <c:pt idx="3259">
                  <c:v>37435</c:v>
                </c:pt>
                <c:pt idx="3260">
                  <c:v>37438</c:v>
                </c:pt>
                <c:pt idx="3261">
                  <c:v>37439</c:v>
                </c:pt>
                <c:pt idx="3262">
                  <c:v>37440</c:v>
                </c:pt>
                <c:pt idx="3263">
                  <c:v>37441</c:v>
                </c:pt>
                <c:pt idx="3264">
                  <c:v>37442</c:v>
                </c:pt>
                <c:pt idx="3265">
                  <c:v>37445</c:v>
                </c:pt>
                <c:pt idx="3266">
                  <c:v>37446</c:v>
                </c:pt>
                <c:pt idx="3267">
                  <c:v>37447</c:v>
                </c:pt>
                <c:pt idx="3268">
                  <c:v>37448</c:v>
                </c:pt>
                <c:pt idx="3269">
                  <c:v>37449</c:v>
                </c:pt>
                <c:pt idx="3270">
                  <c:v>37452</c:v>
                </c:pt>
                <c:pt idx="3271">
                  <c:v>37453</c:v>
                </c:pt>
                <c:pt idx="3272">
                  <c:v>37454</c:v>
                </c:pt>
                <c:pt idx="3273">
                  <c:v>37455</c:v>
                </c:pt>
                <c:pt idx="3274">
                  <c:v>37456</c:v>
                </c:pt>
                <c:pt idx="3275">
                  <c:v>37459</c:v>
                </c:pt>
                <c:pt idx="3276">
                  <c:v>37460</c:v>
                </c:pt>
                <c:pt idx="3277">
                  <c:v>37461</c:v>
                </c:pt>
                <c:pt idx="3278">
                  <c:v>37462</c:v>
                </c:pt>
                <c:pt idx="3279">
                  <c:v>37463</c:v>
                </c:pt>
                <c:pt idx="3280">
                  <c:v>37466</c:v>
                </c:pt>
                <c:pt idx="3281">
                  <c:v>37467</c:v>
                </c:pt>
                <c:pt idx="3282">
                  <c:v>37468</c:v>
                </c:pt>
                <c:pt idx="3283">
                  <c:v>37469</c:v>
                </c:pt>
                <c:pt idx="3284">
                  <c:v>37470</c:v>
                </c:pt>
                <c:pt idx="3285">
                  <c:v>37473</c:v>
                </c:pt>
                <c:pt idx="3286">
                  <c:v>37474</c:v>
                </c:pt>
                <c:pt idx="3287">
                  <c:v>37475</c:v>
                </c:pt>
                <c:pt idx="3288">
                  <c:v>37476</c:v>
                </c:pt>
                <c:pt idx="3289">
                  <c:v>37477</c:v>
                </c:pt>
                <c:pt idx="3290">
                  <c:v>37480</c:v>
                </c:pt>
                <c:pt idx="3291">
                  <c:v>37481</c:v>
                </c:pt>
                <c:pt idx="3292">
                  <c:v>37482</c:v>
                </c:pt>
                <c:pt idx="3293">
                  <c:v>37483</c:v>
                </c:pt>
                <c:pt idx="3294">
                  <c:v>37484</c:v>
                </c:pt>
                <c:pt idx="3295">
                  <c:v>37487</c:v>
                </c:pt>
                <c:pt idx="3296">
                  <c:v>37488</c:v>
                </c:pt>
                <c:pt idx="3297">
                  <c:v>37489</c:v>
                </c:pt>
                <c:pt idx="3298">
                  <c:v>37490</c:v>
                </c:pt>
                <c:pt idx="3299">
                  <c:v>37491</c:v>
                </c:pt>
                <c:pt idx="3300">
                  <c:v>37494</c:v>
                </c:pt>
                <c:pt idx="3301">
                  <c:v>37495</c:v>
                </c:pt>
                <c:pt idx="3302">
                  <c:v>37496</c:v>
                </c:pt>
                <c:pt idx="3303">
                  <c:v>37497</c:v>
                </c:pt>
                <c:pt idx="3304">
                  <c:v>37498</c:v>
                </c:pt>
                <c:pt idx="3305">
                  <c:v>37501</c:v>
                </c:pt>
                <c:pt idx="3306">
                  <c:v>37502</c:v>
                </c:pt>
                <c:pt idx="3307">
                  <c:v>37503</c:v>
                </c:pt>
                <c:pt idx="3308">
                  <c:v>37504</c:v>
                </c:pt>
                <c:pt idx="3309">
                  <c:v>37505</c:v>
                </c:pt>
                <c:pt idx="3310">
                  <c:v>37508</c:v>
                </c:pt>
                <c:pt idx="3311">
                  <c:v>37509</c:v>
                </c:pt>
                <c:pt idx="3312">
                  <c:v>37510</c:v>
                </c:pt>
                <c:pt idx="3313">
                  <c:v>37511</c:v>
                </c:pt>
                <c:pt idx="3314">
                  <c:v>37512</c:v>
                </c:pt>
                <c:pt idx="3315">
                  <c:v>37515</c:v>
                </c:pt>
                <c:pt idx="3316">
                  <c:v>37516</c:v>
                </c:pt>
                <c:pt idx="3317">
                  <c:v>37517</c:v>
                </c:pt>
                <c:pt idx="3318">
                  <c:v>37518</c:v>
                </c:pt>
                <c:pt idx="3319">
                  <c:v>37519</c:v>
                </c:pt>
                <c:pt idx="3320">
                  <c:v>37522</c:v>
                </c:pt>
                <c:pt idx="3321">
                  <c:v>37523</c:v>
                </c:pt>
                <c:pt idx="3322">
                  <c:v>37524</c:v>
                </c:pt>
                <c:pt idx="3323">
                  <c:v>37525</c:v>
                </c:pt>
                <c:pt idx="3324">
                  <c:v>37526</c:v>
                </c:pt>
                <c:pt idx="3325">
                  <c:v>37529</c:v>
                </c:pt>
                <c:pt idx="3326">
                  <c:v>37530</c:v>
                </c:pt>
                <c:pt idx="3327">
                  <c:v>37531</c:v>
                </c:pt>
                <c:pt idx="3328">
                  <c:v>37532</c:v>
                </c:pt>
                <c:pt idx="3329">
                  <c:v>37533</c:v>
                </c:pt>
                <c:pt idx="3330">
                  <c:v>37536</c:v>
                </c:pt>
                <c:pt idx="3331">
                  <c:v>37537</c:v>
                </c:pt>
                <c:pt idx="3332">
                  <c:v>37538</c:v>
                </c:pt>
                <c:pt idx="3333">
                  <c:v>37539</c:v>
                </c:pt>
                <c:pt idx="3334">
                  <c:v>37540</c:v>
                </c:pt>
                <c:pt idx="3335">
                  <c:v>37543</c:v>
                </c:pt>
                <c:pt idx="3336">
                  <c:v>37544</c:v>
                </c:pt>
                <c:pt idx="3337">
                  <c:v>37545</c:v>
                </c:pt>
                <c:pt idx="3338">
                  <c:v>37546</c:v>
                </c:pt>
                <c:pt idx="3339">
                  <c:v>37547</c:v>
                </c:pt>
                <c:pt idx="3340">
                  <c:v>37550</c:v>
                </c:pt>
                <c:pt idx="3341">
                  <c:v>37551</c:v>
                </c:pt>
                <c:pt idx="3342">
                  <c:v>37552</c:v>
                </c:pt>
                <c:pt idx="3343">
                  <c:v>37553</c:v>
                </c:pt>
                <c:pt idx="3344">
                  <c:v>37554</c:v>
                </c:pt>
                <c:pt idx="3345">
                  <c:v>37557</c:v>
                </c:pt>
                <c:pt idx="3346">
                  <c:v>37558</c:v>
                </c:pt>
                <c:pt idx="3347">
                  <c:v>37559</c:v>
                </c:pt>
                <c:pt idx="3348">
                  <c:v>37560</c:v>
                </c:pt>
                <c:pt idx="3349">
                  <c:v>37561</c:v>
                </c:pt>
                <c:pt idx="3350">
                  <c:v>37564</c:v>
                </c:pt>
                <c:pt idx="3351">
                  <c:v>37565</c:v>
                </c:pt>
                <c:pt idx="3352">
                  <c:v>37566</c:v>
                </c:pt>
                <c:pt idx="3353">
                  <c:v>37567</c:v>
                </c:pt>
                <c:pt idx="3354">
                  <c:v>37568</c:v>
                </c:pt>
                <c:pt idx="3355">
                  <c:v>37571</c:v>
                </c:pt>
                <c:pt idx="3356">
                  <c:v>37572</c:v>
                </c:pt>
                <c:pt idx="3357">
                  <c:v>37573</c:v>
                </c:pt>
                <c:pt idx="3358">
                  <c:v>37574</c:v>
                </c:pt>
                <c:pt idx="3359">
                  <c:v>37575</c:v>
                </c:pt>
                <c:pt idx="3360">
                  <c:v>37578</c:v>
                </c:pt>
                <c:pt idx="3361">
                  <c:v>37579</c:v>
                </c:pt>
                <c:pt idx="3362">
                  <c:v>37580</c:v>
                </c:pt>
                <c:pt idx="3363">
                  <c:v>37581</c:v>
                </c:pt>
                <c:pt idx="3364">
                  <c:v>37582</c:v>
                </c:pt>
                <c:pt idx="3365">
                  <c:v>37585</c:v>
                </c:pt>
                <c:pt idx="3366">
                  <c:v>37586</c:v>
                </c:pt>
                <c:pt idx="3367">
                  <c:v>37587</c:v>
                </c:pt>
                <c:pt idx="3368">
                  <c:v>37588</c:v>
                </c:pt>
                <c:pt idx="3369">
                  <c:v>37589</c:v>
                </c:pt>
                <c:pt idx="3370">
                  <c:v>37592</c:v>
                </c:pt>
                <c:pt idx="3371">
                  <c:v>37593</c:v>
                </c:pt>
                <c:pt idx="3372">
                  <c:v>37594</c:v>
                </c:pt>
                <c:pt idx="3373">
                  <c:v>37595</c:v>
                </c:pt>
                <c:pt idx="3374">
                  <c:v>37596</c:v>
                </c:pt>
                <c:pt idx="3375">
                  <c:v>37599</c:v>
                </c:pt>
                <c:pt idx="3376">
                  <c:v>37600</c:v>
                </c:pt>
                <c:pt idx="3377">
                  <c:v>37601</c:v>
                </c:pt>
                <c:pt idx="3378">
                  <c:v>37602</c:v>
                </c:pt>
                <c:pt idx="3379">
                  <c:v>37603</c:v>
                </c:pt>
                <c:pt idx="3380">
                  <c:v>37606</c:v>
                </c:pt>
                <c:pt idx="3381">
                  <c:v>37607</c:v>
                </c:pt>
                <c:pt idx="3382">
                  <c:v>37608</c:v>
                </c:pt>
                <c:pt idx="3383">
                  <c:v>37609</c:v>
                </c:pt>
                <c:pt idx="3384">
                  <c:v>37610</c:v>
                </c:pt>
                <c:pt idx="3385">
                  <c:v>37613</c:v>
                </c:pt>
                <c:pt idx="3386">
                  <c:v>37614</c:v>
                </c:pt>
                <c:pt idx="3387">
                  <c:v>37615</c:v>
                </c:pt>
                <c:pt idx="3388">
                  <c:v>37616</c:v>
                </c:pt>
                <c:pt idx="3389">
                  <c:v>37617</c:v>
                </c:pt>
                <c:pt idx="3390">
                  <c:v>37620</c:v>
                </c:pt>
                <c:pt idx="3391">
                  <c:v>37621</c:v>
                </c:pt>
                <c:pt idx="3392">
                  <c:v>37622</c:v>
                </c:pt>
                <c:pt idx="3393">
                  <c:v>37623</c:v>
                </c:pt>
                <c:pt idx="3394">
                  <c:v>37624</c:v>
                </c:pt>
                <c:pt idx="3395">
                  <c:v>37627</c:v>
                </c:pt>
                <c:pt idx="3396">
                  <c:v>37628</c:v>
                </c:pt>
                <c:pt idx="3397">
                  <c:v>37629</c:v>
                </c:pt>
                <c:pt idx="3398">
                  <c:v>37630</c:v>
                </c:pt>
                <c:pt idx="3399">
                  <c:v>37631</c:v>
                </c:pt>
                <c:pt idx="3400">
                  <c:v>37634</c:v>
                </c:pt>
                <c:pt idx="3401">
                  <c:v>37635</c:v>
                </c:pt>
                <c:pt idx="3402">
                  <c:v>37636</c:v>
                </c:pt>
                <c:pt idx="3403">
                  <c:v>37637</c:v>
                </c:pt>
                <c:pt idx="3404">
                  <c:v>37638</c:v>
                </c:pt>
                <c:pt idx="3405">
                  <c:v>37641</c:v>
                </c:pt>
                <c:pt idx="3406">
                  <c:v>37642</c:v>
                </c:pt>
                <c:pt idx="3407">
                  <c:v>37643</c:v>
                </c:pt>
                <c:pt idx="3408">
                  <c:v>37644</c:v>
                </c:pt>
                <c:pt idx="3409">
                  <c:v>37645</c:v>
                </c:pt>
                <c:pt idx="3410">
                  <c:v>37648</c:v>
                </c:pt>
                <c:pt idx="3411">
                  <c:v>37649</c:v>
                </c:pt>
                <c:pt idx="3412">
                  <c:v>37650</c:v>
                </c:pt>
                <c:pt idx="3413">
                  <c:v>37651</c:v>
                </c:pt>
                <c:pt idx="3414">
                  <c:v>37652</c:v>
                </c:pt>
                <c:pt idx="3415">
                  <c:v>37655</c:v>
                </c:pt>
                <c:pt idx="3416">
                  <c:v>37656</c:v>
                </c:pt>
                <c:pt idx="3417">
                  <c:v>37657</c:v>
                </c:pt>
                <c:pt idx="3418">
                  <c:v>37658</c:v>
                </c:pt>
                <c:pt idx="3419">
                  <c:v>37659</c:v>
                </c:pt>
                <c:pt idx="3420">
                  <c:v>37662</c:v>
                </c:pt>
                <c:pt idx="3421">
                  <c:v>37663</c:v>
                </c:pt>
                <c:pt idx="3422">
                  <c:v>37664</c:v>
                </c:pt>
                <c:pt idx="3423">
                  <c:v>37665</c:v>
                </c:pt>
                <c:pt idx="3424">
                  <c:v>37666</c:v>
                </c:pt>
                <c:pt idx="3425">
                  <c:v>37669</c:v>
                </c:pt>
                <c:pt idx="3426">
                  <c:v>37670</c:v>
                </c:pt>
                <c:pt idx="3427">
                  <c:v>37671</c:v>
                </c:pt>
                <c:pt idx="3428">
                  <c:v>37672</c:v>
                </c:pt>
                <c:pt idx="3429">
                  <c:v>37673</c:v>
                </c:pt>
                <c:pt idx="3430">
                  <c:v>37676</c:v>
                </c:pt>
                <c:pt idx="3431">
                  <c:v>37677</c:v>
                </c:pt>
                <c:pt idx="3432">
                  <c:v>37678</c:v>
                </c:pt>
                <c:pt idx="3433">
                  <c:v>37679</c:v>
                </c:pt>
                <c:pt idx="3434">
                  <c:v>37680</c:v>
                </c:pt>
                <c:pt idx="3435">
                  <c:v>37683</c:v>
                </c:pt>
                <c:pt idx="3436">
                  <c:v>37684</c:v>
                </c:pt>
                <c:pt idx="3437">
                  <c:v>37685</c:v>
                </c:pt>
                <c:pt idx="3438">
                  <c:v>37686</c:v>
                </c:pt>
                <c:pt idx="3439">
                  <c:v>37687</c:v>
                </c:pt>
                <c:pt idx="3440">
                  <c:v>37690</c:v>
                </c:pt>
                <c:pt idx="3441">
                  <c:v>37691</c:v>
                </c:pt>
                <c:pt idx="3442">
                  <c:v>37692</c:v>
                </c:pt>
                <c:pt idx="3443">
                  <c:v>37693</c:v>
                </c:pt>
                <c:pt idx="3444">
                  <c:v>37694</c:v>
                </c:pt>
                <c:pt idx="3445">
                  <c:v>37697</c:v>
                </c:pt>
                <c:pt idx="3446">
                  <c:v>37698</c:v>
                </c:pt>
                <c:pt idx="3447">
                  <c:v>37699</c:v>
                </c:pt>
                <c:pt idx="3448">
                  <c:v>37700</c:v>
                </c:pt>
                <c:pt idx="3449">
                  <c:v>37701</c:v>
                </c:pt>
                <c:pt idx="3450">
                  <c:v>37704</c:v>
                </c:pt>
                <c:pt idx="3451">
                  <c:v>37705</c:v>
                </c:pt>
                <c:pt idx="3452">
                  <c:v>37706</c:v>
                </c:pt>
                <c:pt idx="3453">
                  <c:v>37707</c:v>
                </c:pt>
                <c:pt idx="3454">
                  <c:v>37708</c:v>
                </c:pt>
                <c:pt idx="3455">
                  <c:v>37711</c:v>
                </c:pt>
                <c:pt idx="3456">
                  <c:v>37712</c:v>
                </c:pt>
                <c:pt idx="3457">
                  <c:v>37713</c:v>
                </c:pt>
                <c:pt idx="3458">
                  <c:v>37714</c:v>
                </c:pt>
                <c:pt idx="3459">
                  <c:v>37715</c:v>
                </c:pt>
                <c:pt idx="3460">
                  <c:v>37718</c:v>
                </c:pt>
                <c:pt idx="3461">
                  <c:v>37719</c:v>
                </c:pt>
                <c:pt idx="3462">
                  <c:v>37720</c:v>
                </c:pt>
                <c:pt idx="3463">
                  <c:v>37721</c:v>
                </c:pt>
                <c:pt idx="3464">
                  <c:v>37722</c:v>
                </c:pt>
                <c:pt idx="3465">
                  <c:v>37725</c:v>
                </c:pt>
                <c:pt idx="3466">
                  <c:v>37726</c:v>
                </c:pt>
                <c:pt idx="3467">
                  <c:v>37727</c:v>
                </c:pt>
                <c:pt idx="3468">
                  <c:v>37728</c:v>
                </c:pt>
                <c:pt idx="3469">
                  <c:v>37729</c:v>
                </c:pt>
                <c:pt idx="3470">
                  <c:v>37732</c:v>
                </c:pt>
                <c:pt idx="3471">
                  <c:v>37733</c:v>
                </c:pt>
                <c:pt idx="3472">
                  <c:v>37734</c:v>
                </c:pt>
                <c:pt idx="3473">
                  <c:v>37735</c:v>
                </c:pt>
                <c:pt idx="3474">
                  <c:v>37736</c:v>
                </c:pt>
                <c:pt idx="3475">
                  <c:v>37739</c:v>
                </c:pt>
                <c:pt idx="3476">
                  <c:v>37740</c:v>
                </c:pt>
                <c:pt idx="3477">
                  <c:v>37741</c:v>
                </c:pt>
                <c:pt idx="3478">
                  <c:v>37742</c:v>
                </c:pt>
                <c:pt idx="3479">
                  <c:v>37743</c:v>
                </c:pt>
                <c:pt idx="3480">
                  <c:v>37746</c:v>
                </c:pt>
                <c:pt idx="3481">
                  <c:v>37747</c:v>
                </c:pt>
                <c:pt idx="3482">
                  <c:v>37748</c:v>
                </c:pt>
                <c:pt idx="3483">
                  <c:v>37749</c:v>
                </c:pt>
                <c:pt idx="3484">
                  <c:v>37750</c:v>
                </c:pt>
                <c:pt idx="3485">
                  <c:v>37753</c:v>
                </c:pt>
                <c:pt idx="3486">
                  <c:v>37754</c:v>
                </c:pt>
                <c:pt idx="3487">
                  <c:v>37755</c:v>
                </c:pt>
                <c:pt idx="3488">
                  <c:v>37756</c:v>
                </c:pt>
                <c:pt idx="3489">
                  <c:v>37757</c:v>
                </c:pt>
                <c:pt idx="3490">
                  <c:v>37760</c:v>
                </c:pt>
                <c:pt idx="3491">
                  <c:v>37761</c:v>
                </c:pt>
                <c:pt idx="3492">
                  <c:v>37762</c:v>
                </c:pt>
                <c:pt idx="3493">
                  <c:v>37763</c:v>
                </c:pt>
                <c:pt idx="3494">
                  <c:v>37764</c:v>
                </c:pt>
                <c:pt idx="3495">
                  <c:v>37767</c:v>
                </c:pt>
                <c:pt idx="3496">
                  <c:v>37768</c:v>
                </c:pt>
                <c:pt idx="3497">
                  <c:v>37769</c:v>
                </c:pt>
                <c:pt idx="3498">
                  <c:v>37770</c:v>
                </c:pt>
                <c:pt idx="3499">
                  <c:v>37771</c:v>
                </c:pt>
                <c:pt idx="3500">
                  <c:v>37774</c:v>
                </c:pt>
                <c:pt idx="3501">
                  <c:v>37775</c:v>
                </c:pt>
                <c:pt idx="3502">
                  <c:v>37776</c:v>
                </c:pt>
                <c:pt idx="3503">
                  <c:v>37777</c:v>
                </c:pt>
                <c:pt idx="3504">
                  <c:v>37778</c:v>
                </c:pt>
                <c:pt idx="3505">
                  <c:v>37781</c:v>
                </c:pt>
                <c:pt idx="3506">
                  <c:v>37782</c:v>
                </c:pt>
                <c:pt idx="3507">
                  <c:v>37783</c:v>
                </c:pt>
                <c:pt idx="3508">
                  <c:v>37784</c:v>
                </c:pt>
                <c:pt idx="3509">
                  <c:v>37785</c:v>
                </c:pt>
                <c:pt idx="3510">
                  <c:v>37788</c:v>
                </c:pt>
                <c:pt idx="3511">
                  <c:v>37789</c:v>
                </c:pt>
                <c:pt idx="3512">
                  <c:v>37790</c:v>
                </c:pt>
                <c:pt idx="3513">
                  <c:v>37791</c:v>
                </c:pt>
                <c:pt idx="3514">
                  <c:v>37792</c:v>
                </c:pt>
                <c:pt idx="3515">
                  <c:v>37795</c:v>
                </c:pt>
                <c:pt idx="3516">
                  <c:v>37796</c:v>
                </c:pt>
                <c:pt idx="3517">
                  <c:v>37797</c:v>
                </c:pt>
                <c:pt idx="3518">
                  <c:v>37798</c:v>
                </c:pt>
                <c:pt idx="3519">
                  <c:v>37799</c:v>
                </c:pt>
                <c:pt idx="3520">
                  <c:v>37802</c:v>
                </c:pt>
                <c:pt idx="3521">
                  <c:v>37803</c:v>
                </c:pt>
                <c:pt idx="3522">
                  <c:v>37804</c:v>
                </c:pt>
                <c:pt idx="3523">
                  <c:v>37805</c:v>
                </c:pt>
                <c:pt idx="3524">
                  <c:v>37806</c:v>
                </c:pt>
                <c:pt idx="3525">
                  <c:v>37809</c:v>
                </c:pt>
                <c:pt idx="3526">
                  <c:v>37810</c:v>
                </c:pt>
                <c:pt idx="3527">
                  <c:v>37811</c:v>
                </c:pt>
                <c:pt idx="3528">
                  <c:v>37812</c:v>
                </c:pt>
                <c:pt idx="3529">
                  <c:v>37813</c:v>
                </c:pt>
                <c:pt idx="3530">
                  <c:v>37816</c:v>
                </c:pt>
                <c:pt idx="3531">
                  <c:v>37817</c:v>
                </c:pt>
                <c:pt idx="3532">
                  <c:v>37818</c:v>
                </c:pt>
                <c:pt idx="3533">
                  <c:v>37819</c:v>
                </c:pt>
                <c:pt idx="3534">
                  <c:v>37820</c:v>
                </c:pt>
                <c:pt idx="3535">
                  <c:v>37823</c:v>
                </c:pt>
                <c:pt idx="3536">
                  <c:v>37824</c:v>
                </c:pt>
                <c:pt idx="3537">
                  <c:v>37825</c:v>
                </c:pt>
                <c:pt idx="3538">
                  <c:v>37826</c:v>
                </c:pt>
                <c:pt idx="3539">
                  <c:v>37827</c:v>
                </c:pt>
                <c:pt idx="3540">
                  <c:v>37830</c:v>
                </c:pt>
                <c:pt idx="3541">
                  <c:v>37831</c:v>
                </c:pt>
                <c:pt idx="3542">
                  <c:v>37832</c:v>
                </c:pt>
                <c:pt idx="3543">
                  <c:v>37833</c:v>
                </c:pt>
                <c:pt idx="3544">
                  <c:v>37834</c:v>
                </c:pt>
                <c:pt idx="3545">
                  <c:v>37837</c:v>
                </c:pt>
                <c:pt idx="3546">
                  <c:v>37838</c:v>
                </c:pt>
                <c:pt idx="3547">
                  <c:v>37839</c:v>
                </c:pt>
                <c:pt idx="3548">
                  <c:v>37840</c:v>
                </c:pt>
                <c:pt idx="3549">
                  <c:v>37841</c:v>
                </c:pt>
                <c:pt idx="3550">
                  <c:v>37844</c:v>
                </c:pt>
                <c:pt idx="3551">
                  <c:v>37845</c:v>
                </c:pt>
                <c:pt idx="3552">
                  <c:v>37846</c:v>
                </c:pt>
                <c:pt idx="3553">
                  <c:v>37847</c:v>
                </c:pt>
                <c:pt idx="3554">
                  <c:v>37848</c:v>
                </c:pt>
                <c:pt idx="3555">
                  <c:v>37851</c:v>
                </c:pt>
                <c:pt idx="3556">
                  <c:v>37852</c:v>
                </c:pt>
                <c:pt idx="3557">
                  <c:v>37853</c:v>
                </c:pt>
                <c:pt idx="3558">
                  <c:v>37854</c:v>
                </c:pt>
                <c:pt idx="3559">
                  <c:v>37855</c:v>
                </c:pt>
                <c:pt idx="3560">
                  <c:v>37858</c:v>
                </c:pt>
                <c:pt idx="3561">
                  <c:v>37859</c:v>
                </c:pt>
                <c:pt idx="3562">
                  <c:v>37860</c:v>
                </c:pt>
                <c:pt idx="3563">
                  <c:v>37861</c:v>
                </c:pt>
                <c:pt idx="3564">
                  <c:v>37862</c:v>
                </c:pt>
                <c:pt idx="3565">
                  <c:v>37865</c:v>
                </c:pt>
                <c:pt idx="3566">
                  <c:v>37866</c:v>
                </c:pt>
                <c:pt idx="3567">
                  <c:v>37867</c:v>
                </c:pt>
                <c:pt idx="3568">
                  <c:v>37868</c:v>
                </c:pt>
                <c:pt idx="3569">
                  <c:v>37869</c:v>
                </c:pt>
                <c:pt idx="3570">
                  <c:v>37872</c:v>
                </c:pt>
                <c:pt idx="3571">
                  <c:v>37873</c:v>
                </c:pt>
                <c:pt idx="3572">
                  <c:v>37874</c:v>
                </c:pt>
                <c:pt idx="3573">
                  <c:v>37875</c:v>
                </c:pt>
                <c:pt idx="3574">
                  <c:v>37876</c:v>
                </c:pt>
                <c:pt idx="3575">
                  <c:v>37879</c:v>
                </c:pt>
                <c:pt idx="3576">
                  <c:v>37880</c:v>
                </c:pt>
                <c:pt idx="3577">
                  <c:v>37881</c:v>
                </c:pt>
                <c:pt idx="3578">
                  <c:v>37882</c:v>
                </c:pt>
                <c:pt idx="3579">
                  <c:v>37883</c:v>
                </c:pt>
                <c:pt idx="3580">
                  <c:v>37886</c:v>
                </c:pt>
                <c:pt idx="3581">
                  <c:v>37887</c:v>
                </c:pt>
                <c:pt idx="3582">
                  <c:v>37888</c:v>
                </c:pt>
                <c:pt idx="3583">
                  <c:v>37889</c:v>
                </c:pt>
                <c:pt idx="3584">
                  <c:v>37890</c:v>
                </c:pt>
                <c:pt idx="3585">
                  <c:v>37893</c:v>
                </c:pt>
                <c:pt idx="3586">
                  <c:v>37894</c:v>
                </c:pt>
                <c:pt idx="3587">
                  <c:v>37895</c:v>
                </c:pt>
                <c:pt idx="3588">
                  <c:v>37896</c:v>
                </c:pt>
                <c:pt idx="3589">
                  <c:v>37897</c:v>
                </c:pt>
                <c:pt idx="3590">
                  <c:v>37900</c:v>
                </c:pt>
                <c:pt idx="3591">
                  <c:v>37901</c:v>
                </c:pt>
                <c:pt idx="3592">
                  <c:v>37902</c:v>
                </c:pt>
                <c:pt idx="3593">
                  <c:v>37903</c:v>
                </c:pt>
                <c:pt idx="3594">
                  <c:v>37904</c:v>
                </c:pt>
                <c:pt idx="3595">
                  <c:v>37907</c:v>
                </c:pt>
                <c:pt idx="3596">
                  <c:v>37908</c:v>
                </c:pt>
                <c:pt idx="3597">
                  <c:v>37909</c:v>
                </c:pt>
                <c:pt idx="3598">
                  <c:v>37910</c:v>
                </c:pt>
                <c:pt idx="3599">
                  <c:v>37911</c:v>
                </c:pt>
                <c:pt idx="3600">
                  <c:v>37914</c:v>
                </c:pt>
                <c:pt idx="3601">
                  <c:v>37915</c:v>
                </c:pt>
                <c:pt idx="3602">
                  <c:v>37916</c:v>
                </c:pt>
                <c:pt idx="3603">
                  <c:v>37917</c:v>
                </c:pt>
                <c:pt idx="3604">
                  <c:v>37918</c:v>
                </c:pt>
                <c:pt idx="3605">
                  <c:v>37921</c:v>
                </c:pt>
                <c:pt idx="3606">
                  <c:v>37922</c:v>
                </c:pt>
                <c:pt idx="3607">
                  <c:v>37923</c:v>
                </c:pt>
                <c:pt idx="3608">
                  <c:v>37924</c:v>
                </c:pt>
                <c:pt idx="3609">
                  <c:v>37925</c:v>
                </c:pt>
                <c:pt idx="3610">
                  <c:v>37928</c:v>
                </c:pt>
                <c:pt idx="3611">
                  <c:v>37929</c:v>
                </c:pt>
                <c:pt idx="3612">
                  <c:v>37930</c:v>
                </c:pt>
                <c:pt idx="3613">
                  <c:v>37931</c:v>
                </c:pt>
                <c:pt idx="3614">
                  <c:v>37932</c:v>
                </c:pt>
                <c:pt idx="3615">
                  <c:v>37935</c:v>
                </c:pt>
                <c:pt idx="3616">
                  <c:v>37936</c:v>
                </c:pt>
                <c:pt idx="3617">
                  <c:v>37937</c:v>
                </c:pt>
                <c:pt idx="3618">
                  <c:v>37938</c:v>
                </c:pt>
                <c:pt idx="3619">
                  <c:v>37939</c:v>
                </c:pt>
                <c:pt idx="3620">
                  <c:v>37942</c:v>
                </c:pt>
                <c:pt idx="3621">
                  <c:v>37943</c:v>
                </c:pt>
                <c:pt idx="3622">
                  <c:v>37944</c:v>
                </c:pt>
                <c:pt idx="3623">
                  <c:v>37945</c:v>
                </c:pt>
                <c:pt idx="3624">
                  <c:v>37946</c:v>
                </c:pt>
                <c:pt idx="3625">
                  <c:v>37949</c:v>
                </c:pt>
                <c:pt idx="3626">
                  <c:v>37950</c:v>
                </c:pt>
                <c:pt idx="3627">
                  <c:v>37951</c:v>
                </c:pt>
                <c:pt idx="3628">
                  <c:v>37952</c:v>
                </c:pt>
                <c:pt idx="3629">
                  <c:v>37953</c:v>
                </c:pt>
                <c:pt idx="3630">
                  <c:v>37956</c:v>
                </c:pt>
                <c:pt idx="3631">
                  <c:v>37957</c:v>
                </c:pt>
                <c:pt idx="3632">
                  <c:v>37958</c:v>
                </c:pt>
                <c:pt idx="3633">
                  <c:v>37959</c:v>
                </c:pt>
                <c:pt idx="3634">
                  <c:v>37960</c:v>
                </c:pt>
                <c:pt idx="3635">
                  <c:v>37963</c:v>
                </c:pt>
                <c:pt idx="3636">
                  <c:v>37964</c:v>
                </c:pt>
                <c:pt idx="3637">
                  <c:v>37965</c:v>
                </c:pt>
                <c:pt idx="3638">
                  <c:v>37966</c:v>
                </c:pt>
                <c:pt idx="3639">
                  <c:v>37967</c:v>
                </c:pt>
                <c:pt idx="3640">
                  <c:v>37970</c:v>
                </c:pt>
                <c:pt idx="3641">
                  <c:v>37971</c:v>
                </c:pt>
                <c:pt idx="3642">
                  <c:v>37972</c:v>
                </c:pt>
                <c:pt idx="3643">
                  <c:v>37973</c:v>
                </c:pt>
                <c:pt idx="3644">
                  <c:v>37974</c:v>
                </c:pt>
                <c:pt idx="3645">
                  <c:v>37977</c:v>
                </c:pt>
                <c:pt idx="3646">
                  <c:v>37978</c:v>
                </c:pt>
                <c:pt idx="3647">
                  <c:v>37979</c:v>
                </c:pt>
                <c:pt idx="3648">
                  <c:v>37980</c:v>
                </c:pt>
                <c:pt idx="3649">
                  <c:v>37981</c:v>
                </c:pt>
                <c:pt idx="3650">
                  <c:v>37984</c:v>
                </c:pt>
                <c:pt idx="3651">
                  <c:v>37985</c:v>
                </c:pt>
                <c:pt idx="3652">
                  <c:v>37986</c:v>
                </c:pt>
                <c:pt idx="3653">
                  <c:v>37987</c:v>
                </c:pt>
                <c:pt idx="3654">
                  <c:v>37988</c:v>
                </c:pt>
                <c:pt idx="3655">
                  <c:v>37991</c:v>
                </c:pt>
                <c:pt idx="3656">
                  <c:v>37992</c:v>
                </c:pt>
                <c:pt idx="3657">
                  <c:v>37993</c:v>
                </c:pt>
                <c:pt idx="3658">
                  <c:v>37994</c:v>
                </c:pt>
                <c:pt idx="3659">
                  <c:v>37995</c:v>
                </c:pt>
                <c:pt idx="3660">
                  <c:v>37998</c:v>
                </c:pt>
                <c:pt idx="3661">
                  <c:v>37999</c:v>
                </c:pt>
                <c:pt idx="3662">
                  <c:v>38000</c:v>
                </c:pt>
                <c:pt idx="3663">
                  <c:v>38001</c:v>
                </c:pt>
                <c:pt idx="3664">
                  <c:v>38002</c:v>
                </c:pt>
                <c:pt idx="3665">
                  <c:v>38005</c:v>
                </c:pt>
                <c:pt idx="3666">
                  <c:v>38006</c:v>
                </c:pt>
                <c:pt idx="3667">
                  <c:v>38007</c:v>
                </c:pt>
                <c:pt idx="3668">
                  <c:v>38008</c:v>
                </c:pt>
                <c:pt idx="3669">
                  <c:v>38009</c:v>
                </c:pt>
                <c:pt idx="3670">
                  <c:v>38012</c:v>
                </c:pt>
                <c:pt idx="3671">
                  <c:v>38013</c:v>
                </c:pt>
                <c:pt idx="3672">
                  <c:v>38014</c:v>
                </c:pt>
                <c:pt idx="3673">
                  <c:v>38015</c:v>
                </c:pt>
                <c:pt idx="3674">
                  <c:v>38016</c:v>
                </c:pt>
                <c:pt idx="3675">
                  <c:v>38019</c:v>
                </c:pt>
                <c:pt idx="3676">
                  <c:v>38020</c:v>
                </c:pt>
                <c:pt idx="3677">
                  <c:v>38021</c:v>
                </c:pt>
                <c:pt idx="3678">
                  <c:v>38022</c:v>
                </c:pt>
                <c:pt idx="3679">
                  <c:v>38023</c:v>
                </c:pt>
                <c:pt idx="3680">
                  <c:v>38026</c:v>
                </c:pt>
                <c:pt idx="3681">
                  <c:v>38027</c:v>
                </c:pt>
                <c:pt idx="3682">
                  <c:v>38028</c:v>
                </c:pt>
                <c:pt idx="3683">
                  <c:v>38029</c:v>
                </c:pt>
                <c:pt idx="3684">
                  <c:v>38030</c:v>
                </c:pt>
                <c:pt idx="3685">
                  <c:v>38033</c:v>
                </c:pt>
                <c:pt idx="3686">
                  <c:v>38034</c:v>
                </c:pt>
                <c:pt idx="3687">
                  <c:v>38035</c:v>
                </c:pt>
                <c:pt idx="3688">
                  <c:v>38036</c:v>
                </c:pt>
                <c:pt idx="3689">
                  <c:v>38037</c:v>
                </c:pt>
                <c:pt idx="3690">
                  <c:v>38040</c:v>
                </c:pt>
                <c:pt idx="3691">
                  <c:v>38041</c:v>
                </c:pt>
                <c:pt idx="3692">
                  <c:v>38042</c:v>
                </c:pt>
                <c:pt idx="3693">
                  <c:v>38043</c:v>
                </c:pt>
                <c:pt idx="3694">
                  <c:v>38044</c:v>
                </c:pt>
                <c:pt idx="3695">
                  <c:v>38047</c:v>
                </c:pt>
                <c:pt idx="3696">
                  <c:v>38048</c:v>
                </c:pt>
                <c:pt idx="3697">
                  <c:v>38049</c:v>
                </c:pt>
                <c:pt idx="3698">
                  <c:v>38050</c:v>
                </c:pt>
                <c:pt idx="3699">
                  <c:v>38051</c:v>
                </c:pt>
                <c:pt idx="3700">
                  <c:v>38054</c:v>
                </c:pt>
                <c:pt idx="3701">
                  <c:v>38055</c:v>
                </c:pt>
                <c:pt idx="3702">
                  <c:v>38056</c:v>
                </c:pt>
                <c:pt idx="3703">
                  <c:v>38057</c:v>
                </c:pt>
                <c:pt idx="3704">
                  <c:v>38058</c:v>
                </c:pt>
                <c:pt idx="3705">
                  <c:v>38061</c:v>
                </c:pt>
                <c:pt idx="3706">
                  <c:v>38062</c:v>
                </c:pt>
                <c:pt idx="3707">
                  <c:v>38063</c:v>
                </c:pt>
                <c:pt idx="3708">
                  <c:v>38064</c:v>
                </c:pt>
                <c:pt idx="3709">
                  <c:v>38065</c:v>
                </c:pt>
                <c:pt idx="3710">
                  <c:v>38068</c:v>
                </c:pt>
                <c:pt idx="3711">
                  <c:v>38069</c:v>
                </c:pt>
                <c:pt idx="3712">
                  <c:v>38070</c:v>
                </c:pt>
                <c:pt idx="3713">
                  <c:v>38071</c:v>
                </c:pt>
                <c:pt idx="3714">
                  <c:v>38072</c:v>
                </c:pt>
                <c:pt idx="3715">
                  <c:v>38075</c:v>
                </c:pt>
                <c:pt idx="3716">
                  <c:v>38076</c:v>
                </c:pt>
                <c:pt idx="3717">
                  <c:v>38077</c:v>
                </c:pt>
                <c:pt idx="3718">
                  <c:v>38078</c:v>
                </c:pt>
                <c:pt idx="3719">
                  <c:v>38079</c:v>
                </c:pt>
                <c:pt idx="3720">
                  <c:v>38082</c:v>
                </c:pt>
                <c:pt idx="3721">
                  <c:v>38083</c:v>
                </c:pt>
                <c:pt idx="3722">
                  <c:v>38084</c:v>
                </c:pt>
                <c:pt idx="3723">
                  <c:v>38085</c:v>
                </c:pt>
                <c:pt idx="3724">
                  <c:v>38086</c:v>
                </c:pt>
                <c:pt idx="3725">
                  <c:v>38089</c:v>
                </c:pt>
                <c:pt idx="3726">
                  <c:v>38090</c:v>
                </c:pt>
                <c:pt idx="3727">
                  <c:v>38091</c:v>
                </c:pt>
                <c:pt idx="3728">
                  <c:v>38092</c:v>
                </c:pt>
                <c:pt idx="3729">
                  <c:v>38093</c:v>
                </c:pt>
                <c:pt idx="3730">
                  <c:v>38096</c:v>
                </c:pt>
                <c:pt idx="3731">
                  <c:v>38097</c:v>
                </c:pt>
                <c:pt idx="3732">
                  <c:v>38098</c:v>
                </c:pt>
                <c:pt idx="3733">
                  <c:v>38099</c:v>
                </c:pt>
                <c:pt idx="3734">
                  <c:v>38100</c:v>
                </c:pt>
                <c:pt idx="3735">
                  <c:v>38103</c:v>
                </c:pt>
                <c:pt idx="3736">
                  <c:v>38104</c:v>
                </c:pt>
                <c:pt idx="3737">
                  <c:v>38105</c:v>
                </c:pt>
                <c:pt idx="3738">
                  <c:v>38106</c:v>
                </c:pt>
                <c:pt idx="3739">
                  <c:v>38107</c:v>
                </c:pt>
                <c:pt idx="3740">
                  <c:v>38110</c:v>
                </c:pt>
                <c:pt idx="3741">
                  <c:v>38111</c:v>
                </c:pt>
                <c:pt idx="3742">
                  <c:v>38112</c:v>
                </c:pt>
                <c:pt idx="3743">
                  <c:v>38113</c:v>
                </c:pt>
                <c:pt idx="3744">
                  <c:v>38114</c:v>
                </c:pt>
                <c:pt idx="3745">
                  <c:v>38117</c:v>
                </c:pt>
                <c:pt idx="3746">
                  <c:v>38118</c:v>
                </c:pt>
                <c:pt idx="3747">
                  <c:v>38119</c:v>
                </c:pt>
                <c:pt idx="3748">
                  <c:v>38120</c:v>
                </c:pt>
                <c:pt idx="3749">
                  <c:v>38121</c:v>
                </c:pt>
                <c:pt idx="3750">
                  <c:v>38124</c:v>
                </c:pt>
                <c:pt idx="3751">
                  <c:v>38125</c:v>
                </c:pt>
                <c:pt idx="3752">
                  <c:v>38126</c:v>
                </c:pt>
                <c:pt idx="3753">
                  <c:v>38127</c:v>
                </c:pt>
                <c:pt idx="3754">
                  <c:v>38128</c:v>
                </c:pt>
                <c:pt idx="3755">
                  <c:v>38131</c:v>
                </c:pt>
                <c:pt idx="3756">
                  <c:v>38132</c:v>
                </c:pt>
                <c:pt idx="3757">
                  <c:v>38133</c:v>
                </c:pt>
                <c:pt idx="3758">
                  <c:v>38134</c:v>
                </c:pt>
                <c:pt idx="3759">
                  <c:v>38135</c:v>
                </c:pt>
                <c:pt idx="3760">
                  <c:v>38138</c:v>
                </c:pt>
                <c:pt idx="3761">
                  <c:v>38139</c:v>
                </c:pt>
                <c:pt idx="3762">
                  <c:v>38140</c:v>
                </c:pt>
                <c:pt idx="3763">
                  <c:v>38141</c:v>
                </c:pt>
                <c:pt idx="3764">
                  <c:v>38142</c:v>
                </c:pt>
                <c:pt idx="3765">
                  <c:v>38145</c:v>
                </c:pt>
                <c:pt idx="3766">
                  <c:v>38146</c:v>
                </c:pt>
                <c:pt idx="3767">
                  <c:v>38147</c:v>
                </c:pt>
                <c:pt idx="3768">
                  <c:v>38148</c:v>
                </c:pt>
                <c:pt idx="3769">
                  <c:v>38149</c:v>
                </c:pt>
                <c:pt idx="3770">
                  <c:v>38152</c:v>
                </c:pt>
                <c:pt idx="3771">
                  <c:v>38153</c:v>
                </c:pt>
                <c:pt idx="3772">
                  <c:v>38154</c:v>
                </c:pt>
                <c:pt idx="3773">
                  <c:v>38155</c:v>
                </c:pt>
                <c:pt idx="3774">
                  <c:v>38156</c:v>
                </c:pt>
                <c:pt idx="3775">
                  <c:v>38159</c:v>
                </c:pt>
                <c:pt idx="3776">
                  <c:v>38160</c:v>
                </c:pt>
                <c:pt idx="3777">
                  <c:v>38161</c:v>
                </c:pt>
                <c:pt idx="3778">
                  <c:v>38162</c:v>
                </c:pt>
                <c:pt idx="3779">
                  <c:v>38163</c:v>
                </c:pt>
                <c:pt idx="3780">
                  <c:v>38166</c:v>
                </c:pt>
                <c:pt idx="3781">
                  <c:v>38167</c:v>
                </c:pt>
                <c:pt idx="3782">
                  <c:v>38168</c:v>
                </c:pt>
                <c:pt idx="3783">
                  <c:v>38169</c:v>
                </c:pt>
                <c:pt idx="3784">
                  <c:v>38170</c:v>
                </c:pt>
                <c:pt idx="3785">
                  <c:v>38173</c:v>
                </c:pt>
                <c:pt idx="3786">
                  <c:v>38174</c:v>
                </c:pt>
                <c:pt idx="3787">
                  <c:v>38175</c:v>
                </c:pt>
                <c:pt idx="3788">
                  <c:v>38176</c:v>
                </c:pt>
                <c:pt idx="3789">
                  <c:v>38177</c:v>
                </c:pt>
                <c:pt idx="3790">
                  <c:v>38180</c:v>
                </c:pt>
                <c:pt idx="3791">
                  <c:v>38181</c:v>
                </c:pt>
                <c:pt idx="3792">
                  <c:v>38182</c:v>
                </c:pt>
                <c:pt idx="3793">
                  <c:v>38183</c:v>
                </c:pt>
                <c:pt idx="3794">
                  <c:v>38184</c:v>
                </c:pt>
                <c:pt idx="3795">
                  <c:v>38187</c:v>
                </c:pt>
                <c:pt idx="3796">
                  <c:v>38188</c:v>
                </c:pt>
                <c:pt idx="3797">
                  <c:v>38189</c:v>
                </c:pt>
                <c:pt idx="3798">
                  <c:v>38190</c:v>
                </c:pt>
                <c:pt idx="3799">
                  <c:v>38191</c:v>
                </c:pt>
                <c:pt idx="3800">
                  <c:v>38194</c:v>
                </c:pt>
                <c:pt idx="3801">
                  <c:v>38195</c:v>
                </c:pt>
                <c:pt idx="3802">
                  <c:v>38196</c:v>
                </c:pt>
                <c:pt idx="3803">
                  <c:v>38197</c:v>
                </c:pt>
                <c:pt idx="3804">
                  <c:v>38198</c:v>
                </c:pt>
                <c:pt idx="3805">
                  <c:v>38201</c:v>
                </c:pt>
                <c:pt idx="3806">
                  <c:v>38202</c:v>
                </c:pt>
                <c:pt idx="3807">
                  <c:v>38203</c:v>
                </c:pt>
                <c:pt idx="3808">
                  <c:v>38204</c:v>
                </c:pt>
                <c:pt idx="3809">
                  <c:v>38205</c:v>
                </c:pt>
                <c:pt idx="3810">
                  <c:v>38208</c:v>
                </c:pt>
                <c:pt idx="3811">
                  <c:v>38209</c:v>
                </c:pt>
                <c:pt idx="3812">
                  <c:v>38210</c:v>
                </c:pt>
                <c:pt idx="3813">
                  <c:v>38211</c:v>
                </c:pt>
                <c:pt idx="3814">
                  <c:v>38212</c:v>
                </c:pt>
                <c:pt idx="3815">
                  <c:v>38215</c:v>
                </c:pt>
                <c:pt idx="3816">
                  <c:v>38216</c:v>
                </c:pt>
                <c:pt idx="3817">
                  <c:v>38217</c:v>
                </c:pt>
                <c:pt idx="3818">
                  <c:v>38218</c:v>
                </c:pt>
                <c:pt idx="3819">
                  <c:v>38219</c:v>
                </c:pt>
                <c:pt idx="3820">
                  <c:v>38222</c:v>
                </c:pt>
                <c:pt idx="3821">
                  <c:v>38223</c:v>
                </c:pt>
                <c:pt idx="3822">
                  <c:v>38224</c:v>
                </c:pt>
                <c:pt idx="3823">
                  <c:v>38225</c:v>
                </c:pt>
                <c:pt idx="3824">
                  <c:v>38226</c:v>
                </c:pt>
                <c:pt idx="3825">
                  <c:v>38229</c:v>
                </c:pt>
                <c:pt idx="3826">
                  <c:v>38230</c:v>
                </c:pt>
                <c:pt idx="3827">
                  <c:v>38231</c:v>
                </c:pt>
                <c:pt idx="3828">
                  <c:v>38232</c:v>
                </c:pt>
                <c:pt idx="3829">
                  <c:v>38233</c:v>
                </c:pt>
                <c:pt idx="3830">
                  <c:v>38236</c:v>
                </c:pt>
                <c:pt idx="3831">
                  <c:v>38237</c:v>
                </c:pt>
                <c:pt idx="3832">
                  <c:v>38238</c:v>
                </c:pt>
                <c:pt idx="3833">
                  <c:v>38239</c:v>
                </c:pt>
                <c:pt idx="3834">
                  <c:v>38240</c:v>
                </c:pt>
                <c:pt idx="3835">
                  <c:v>38243</c:v>
                </c:pt>
                <c:pt idx="3836">
                  <c:v>38244</c:v>
                </c:pt>
                <c:pt idx="3837">
                  <c:v>38245</c:v>
                </c:pt>
                <c:pt idx="3838">
                  <c:v>38246</c:v>
                </c:pt>
                <c:pt idx="3839">
                  <c:v>38247</c:v>
                </c:pt>
                <c:pt idx="3840">
                  <c:v>38250</c:v>
                </c:pt>
                <c:pt idx="3841">
                  <c:v>38251</c:v>
                </c:pt>
                <c:pt idx="3842">
                  <c:v>38252</c:v>
                </c:pt>
                <c:pt idx="3843">
                  <c:v>38253</c:v>
                </c:pt>
                <c:pt idx="3844">
                  <c:v>38254</c:v>
                </c:pt>
                <c:pt idx="3845">
                  <c:v>38257</c:v>
                </c:pt>
                <c:pt idx="3846">
                  <c:v>38258</c:v>
                </c:pt>
                <c:pt idx="3847">
                  <c:v>38259</c:v>
                </c:pt>
                <c:pt idx="3848">
                  <c:v>38260</c:v>
                </c:pt>
                <c:pt idx="3849">
                  <c:v>38261</c:v>
                </c:pt>
                <c:pt idx="3850">
                  <c:v>38264</c:v>
                </c:pt>
                <c:pt idx="3851">
                  <c:v>38265</c:v>
                </c:pt>
                <c:pt idx="3852">
                  <c:v>38266</c:v>
                </c:pt>
                <c:pt idx="3853">
                  <c:v>38267</c:v>
                </c:pt>
                <c:pt idx="3854">
                  <c:v>38268</c:v>
                </c:pt>
                <c:pt idx="3855">
                  <c:v>38271</c:v>
                </c:pt>
                <c:pt idx="3856">
                  <c:v>38272</c:v>
                </c:pt>
                <c:pt idx="3857">
                  <c:v>38273</c:v>
                </c:pt>
                <c:pt idx="3858">
                  <c:v>38274</c:v>
                </c:pt>
                <c:pt idx="3859">
                  <c:v>38275</c:v>
                </c:pt>
                <c:pt idx="3860">
                  <c:v>38278</c:v>
                </c:pt>
                <c:pt idx="3861">
                  <c:v>38279</c:v>
                </c:pt>
                <c:pt idx="3862">
                  <c:v>38280</c:v>
                </c:pt>
                <c:pt idx="3863">
                  <c:v>38281</c:v>
                </c:pt>
                <c:pt idx="3864">
                  <c:v>38282</c:v>
                </c:pt>
                <c:pt idx="3865">
                  <c:v>38285</c:v>
                </c:pt>
                <c:pt idx="3866">
                  <c:v>38286</c:v>
                </c:pt>
                <c:pt idx="3867">
                  <c:v>38287</c:v>
                </c:pt>
                <c:pt idx="3868">
                  <c:v>38288</c:v>
                </c:pt>
                <c:pt idx="3869">
                  <c:v>38289</c:v>
                </c:pt>
                <c:pt idx="3870">
                  <c:v>38292</c:v>
                </c:pt>
                <c:pt idx="3871">
                  <c:v>38293</c:v>
                </c:pt>
                <c:pt idx="3872">
                  <c:v>38294</c:v>
                </c:pt>
                <c:pt idx="3873">
                  <c:v>38295</c:v>
                </c:pt>
                <c:pt idx="3874">
                  <c:v>38296</c:v>
                </c:pt>
                <c:pt idx="3875">
                  <c:v>38299</c:v>
                </c:pt>
                <c:pt idx="3876">
                  <c:v>38300</c:v>
                </c:pt>
                <c:pt idx="3877">
                  <c:v>38301</c:v>
                </c:pt>
                <c:pt idx="3878">
                  <c:v>38302</c:v>
                </c:pt>
                <c:pt idx="3879">
                  <c:v>38303</c:v>
                </c:pt>
                <c:pt idx="3880">
                  <c:v>38306</c:v>
                </c:pt>
                <c:pt idx="3881">
                  <c:v>38307</c:v>
                </c:pt>
                <c:pt idx="3882">
                  <c:v>38308</c:v>
                </c:pt>
                <c:pt idx="3883">
                  <c:v>38309</c:v>
                </c:pt>
                <c:pt idx="3884">
                  <c:v>38310</c:v>
                </c:pt>
                <c:pt idx="3885">
                  <c:v>38313</c:v>
                </c:pt>
                <c:pt idx="3886">
                  <c:v>38314</c:v>
                </c:pt>
                <c:pt idx="3887">
                  <c:v>38315</c:v>
                </c:pt>
                <c:pt idx="3888">
                  <c:v>38316</c:v>
                </c:pt>
                <c:pt idx="3889">
                  <c:v>38317</c:v>
                </c:pt>
                <c:pt idx="3890">
                  <c:v>38320</c:v>
                </c:pt>
                <c:pt idx="3891">
                  <c:v>38321</c:v>
                </c:pt>
                <c:pt idx="3892">
                  <c:v>38322</c:v>
                </c:pt>
                <c:pt idx="3893">
                  <c:v>38323</c:v>
                </c:pt>
                <c:pt idx="3894">
                  <c:v>38324</c:v>
                </c:pt>
                <c:pt idx="3895">
                  <c:v>38327</c:v>
                </c:pt>
                <c:pt idx="3896">
                  <c:v>38328</c:v>
                </c:pt>
                <c:pt idx="3897">
                  <c:v>38329</c:v>
                </c:pt>
                <c:pt idx="3898">
                  <c:v>38330</c:v>
                </c:pt>
                <c:pt idx="3899">
                  <c:v>38331</c:v>
                </c:pt>
                <c:pt idx="3900">
                  <c:v>38334</c:v>
                </c:pt>
                <c:pt idx="3901">
                  <c:v>38335</c:v>
                </c:pt>
                <c:pt idx="3902">
                  <c:v>38336</c:v>
                </c:pt>
                <c:pt idx="3903">
                  <c:v>38337</c:v>
                </c:pt>
                <c:pt idx="3904">
                  <c:v>38338</c:v>
                </c:pt>
                <c:pt idx="3905">
                  <c:v>38341</c:v>
                </c:pt>
                <c:pt idx="3906">
                  <c:v>38342</c:v>
                </c:pt>
                <c:pt idx="3907">
                  <c:v>38343</c:v>
                </c:pt>
                <c:pt idx="3908">
                  <c:v>38344</c:v>
                </c:pt>
                <c:pt idx="3909">
                  <c:v>38345</c:v>
                </c:pt>
                <c:pt idx="3910">
                  <c:v>38348</c:v>
                </c:pt>
                <c:pt idx="3911">
                  <c:v>38349</c:v>
                </c:pt>
                <c:pt idx="3912">
                  <c:v>38350</c:v>
                </c:pt>
                <c:pt idx="3913">
                  <c:v>38351</c:v>
                </c:pt>
                <c:pt idx="3914">
                  <c:v>38352</c:v>
                </c:pt>
                <c:pt idx="3915">
                  <c:v>38355</c:v>
                </c:pt>
                <c:pt idx="3916">
                  <c:v>38356</c:v>
                </c:pt>
                <c:pt idx="3917">
                  <c:v>38357</c:v>
                </c:pt>
                <c:pt idx="3918">
                  <c:v>38358</c:v>
                </c:pt>
                <c:pt idx="3919">
                  <c:v>38359</c:v>
                </c:pt>
                <c:pt idx="3920">
                  <c:v>38362</c:v>
                </c:pt>
                <c:pt idx="3921">
                  <c:v>38363</c:v>
                </c:pt>
                <c:pt idx="3922">
                  <c:v>38364</c:v>
                </c:pt>
                <c:pt idx="3923">
                  <c:v>38365</c:v>
                </c:pt>
                <c:pt idx="3924">
                  <c:v>38366</c:v>
                </c:pt>
                <c:pt idx="3925">
                  <c:v>38369</c:v>
                </c:pt>
                <c:pt idx="3926">
                  <c:v>38370</c:v>
                </c:pt>
                <c:pt idx="3927">
                  <c:v>38371</c:v>
                </c:pt>
                <c:pt idx="3928">
                  <c:v>38372</c:v>
                </c:pt>
                <c:pt idx="3929">
                  <c:v>38373</c:v>
                </c:pt>
                <c:pt idx="3930">
                  <c:v>38376</c:v>
                </c:pt>
                <c:pt idx="3931">
                  <c:v>38377</c:v>
                </c:pt>
                <c:pt idx="3932">
                  <c:v>38378</c:v>
                </c:pt>
                <c:pt idx="3933">
                  <c:v>38379</c:v>
                </c:pt>
                <c:pt idx="3934">
                  <c:v>38380</c:v>
                </c:pt>
                <c:pt idx="3935">
                  <c:v>38383</c:v>
                </c:pt>
                <c:pt idx="3936">
                  <c:v>38384</c:v>
                </c:pt>
                <c:pt idx="3937">
                  <c:v>38385</c:v>
                </c:pt>
                <c:pt idx="3938">
                  <c:v>38386</c:v>
                </c:pt>
                <c:pt idx="3939">
                  <c:v>38387</c:v>
                </c:pt>
                <c:pt idx="3940">
                  <c:v>38390</c:v>
                </c:pt>
                <c:pt idx="3941">
                  <c:v>38391</c:v>
                </c:pt>
                <c:pt idx="3942">
                  <c:v>38392</c:v>
                </c:pt>
                <c:pt idx="3943">
                  <c:v>38393</c:v>
                </c:pt>
                <c:pt idx="3944">
                  <c:v>38394</c:v>
                </c:pt>
                <c:pt idx="3945">
                  <c:v>38397</c:v>
                </c:pt>
                <c:pt idx="3946">
                  <c:v>38398</c:v>
                </c:pt>
                <c:pt idx="3947">
                  <c:v>38399</c:v>
                </c:pt>
                <c:pt idx="3948">
                  <c:v>38400</c:v>
                </c:pt>
                <c:pt idx="3949">
                  <c:v>38401</c:v>
                </c:pt>
                <c:pt idx="3950">
                  <c:v>38404</c:v>
                </c:pt>
                <c:pt idx="3951">
                  <c:v>38405</c:v>
                </c:pt>
                <c:pt idx="3952">
                  <c:v>38406</c:v>
                </c:pt>
                <c:pt idx="3953">
                  <c:v>38407</c:v>
                </c:pt>
                <c:pt idx="3954">
                  <c:v>38408</c:v>
                </c:pt>
                <c:pt idx="3955">
                  <c:v>38411</c:v>
                </c:pt>
                <c:pt idx="3956">
                  <c:v>38412</c:v>
                </c:pt>
                <c:pt idx="3957">
                  <c:v>38413</c:v>
                </c:pt>
                <c:pt idx="3958">
                  <c:v>38414</c:v>
                </c:pt>
                <c:pt idx="3959">
                  <c:v>38415</c:v>
                </c:pt>
                <c:pt idx="3960">
                  <c:v>38418</c:v>
                </c:pt>
                <c:pt idx="3961">
                  <c:v>38419</c:v>
                </c:pt>
                <c:pt idx="3962">
                  <c:v>38420</c:v>
                </c:pt>
                <c:pt idx="3963">
                  <c:v>38421</c:v>
                </c:pt>
                <c:pt idx="3964">
                  <c:v>38422</c:v>
                </c:pt>
                <c:pt idx="3965">
                  <c:v>38425</c:v>
                </c:pt>
                <c:pt idx="3966">
                  <c:v>38426</c:v>
                </c:pt>
                <c:pt idx="3967">
                  <c:v>38427</c:v>
                </c:pt>
                <c:pt idx="3968">
                  <c:v>38428</c:v>
                </c:pt>
                <c:pt idx="3969">
                  <c:v>38429</c:v>
                </c:pt>
                <c:pt idx="3970">
                  <c:v>38432</c:v>
                </c:pt>
                <c:pt idx="3971">
                  <c:v>38433</c:v>
                </c:pt>
                <c:pt idx="3972">
                  <c:v>38434</c:v>
                </c:pt>
                <c:pt idx="3973">
                  <c:v>38435</c:v>
                </c:pt>
                <c:pt idx="3974">
                  <c:v>38436</c:v>
                </c:pt>
                <c:pt idx="3975">
                  <c:v>38439</c:v>
                </c:pt>
                <c:pt idx="3976">
                  <c:v>38440</c:v>
                </c:pt>
                <c:pt idx="3977">
                  <c:v>38441</c:v>
                </c:pt>
                <c:pt idx="3978">
                  <c:v>38442</c:v>
                </c:pt>
                <c:pt idx="3979">
                  <c:v>38443</c:v>
                </c:pt>
                <c:pt idx="3980">
                  <c:v>38446</c:v>
                </c:pt>
                <c:pt idx="3981">
                  <c:v>38447</c:v>
                </c:pt>
                <c:pt idx="3982">
                  <c:v>38448</c:v>
                </c:pt>
                <c:pt idx="3983">
                  <c:v>38449</c:v>
                </c:pt>
                <c:pt idx="3984">
                  <c:v>38450</c:v>
                </c:pt>
                <c:pt idx="3985">
                  <c:v>38453</c:v>
                </c:pt>
                <c:pt idx="3986">
                  <c:v>38454</c:v>
                </c:pt>
                <c:pt idx="3987">
                  <c:v>38455</c:v>
                </c:pt>
                <c:pt idx="3988">
                  <c:v>38456</c:v>
                </c:pt>
                <c:pt idx="3989">
                  <c:v>38457</c:v>
                </c:pt>
                <c:pt idx="3990">
                  <c:v>38460</c:v>
                </c:pt>
                <c:pt idx="3991">
                  <c:v>38461</c:v>
                </c:pt>
                <c:pt idx="3992">
                  <c:v>38462</c:v>
                </c:pt>
                <c:pt idx="3993">
                  <c:v>38463</c:v>
                </c:pt>
                <c:pt idx="3994">
                  <c:v>38464</c:v>
                </c:pt>
                <c:pt idx="3995">
                  <c:v>38467</c:v>
                </c:pt>
                <c:pt idx="3996">
                  <c:v>38468</c:v>
                </c:pt>
                <c:pt idx="3997">
                  <c:v>38469</c:v>
                </c:pt>
                <c:pt idx="3998">
                  <c:v>38470</c:v>
                </c:pt>
                <c:pt idx="3999">
                  <c:v>38471</c:v>
                </c:pt>
                <c:pt idx="4000">
                  <c:v>38474</c:v>
                </c:pt>
                <c:pt idx="4001">
                  <c:v>38475</c:v>
                </c:pt>
                <c:pt idx="4002">
                  <c:v>38476</c:v>
                </c:pt>
                <c:pt idx="4003">
                  <c:v>38477</c:v>
                </c:pt>
                <c:pt idx="4004">
                  <c:v>38478</c:v>
                </c:pt>
                <c:pt idx="4005">
                  <c:v>38481</c:v>
                </c:pt>
                <c:pt idx="4006">
                  <c:v>38482</c:v>
                </c:pt>
                <c:pt idx="4007">
                  <c:v>38483</c:v>
                </c:pt>
                <c:pt idx="4008">
                  <c:v>38484</c:v>
                </c:pt>
                <c:pt idx="4009">
                  <c:v>38485</c:v>
                </c:pt>
                <c:pt idx="4010">
                  <c:v>38488</c:v>
                </c:pt>
                <c:pt idx="4011">
                  <c:v>38489</c:v>
                </c:pt>
                <c:pt idx="4012">
                  <c:v>38490</c:v>
                </c:pt>
                <c:pt idx="4013">
                  <c:v>38491</c:v>
                </c:pt>
                <c:pt idx="4014">
                  <c:v>38492</c:v>
                </c:pt>
                <c:pt idx="4015">
                  <c:v>38495</c:v>
                </c:pt>
                <c:pt idx="4016">
                  <c:v>38496</c:v>
                </c:pt>
                <c:pt idx="4017">
                  <c:v>38497</c:v>
                </c:pt>
                <c:pt idx="4018">
                  <c:v>38498</c:v>
                </c:pt>
                <c:pt idx="4019">
                  <c:v>38499</c:v>
                </c:pt>
                <c:pt idx="4020">
                  <c:v>38502</c:v>
                </c:pt>
                <c:pt idx="4021">
                  <c:v>38503</c:v>
                </c:pt>
                <c:pt idx="4022">
                  <c:v>38504</c:v>
                </c:pt>
                <c:pt idx="4023">
                  <c:v>38505</c:v>
                </c:pt>
                <c:pt idx="4024">
                  <c:v>38506</c:v>
                </c:pt>
                <c:pt idx="4025">
                  <c:v>38509</c:v>
                </c:pt>
                <c:pt idx="4026">
                  <c:v>38510</c:v>
                </c:pt>
                <c:pt idx="4027">
                  <c:v>38511</c:v>
                </c:pt>
                <c:pt idx="4028">
                  <c:v>38512</c:v>
                </c:pt>
                <c:pt idx="4029">
                  <c:v>38513</c:v>
                </c:pt>
                <c:pt idx="4030">
                  <c:v>38516</c:v>
                </c:pt>
                <c:pt idx="4031">
                  <c:v>38517</c:v>
                </c:pt>
                <c:pt idx="4032">
                  <c:v>38518</c:v>
                </c:pt>
                <c:pt idx="4033">
                  <c:v>38519</c:v>
                </c:pt>
                <c:pt idx="4034">
                  <c:v>38520</c:v>
                </c:pt>
                <c:pt idx="4035">
                  <c:v>38523</c:v>
                </c:pt>
                <c:pt idx="4036">
                  <c:v>38524</c:v>
                </c:pt>
                <c:pt idx="4037">
                  <c:v>38525</c:v>
                </c:pt>
                <c:pt idx="4038">
                  <c:v>38526</c:v>
                </c:pt>
                <c:pt idx="4039">
                  <c:v>38527</c:v>
                </c:pt>
                <c:pt idx="4040">
                  <c:v>38530</c:v>
                </c:pt>
                <c:pt idx="4041">
                  <c:v>38531</c:v>
                </c:pt>
                <c:pt idx="4042">
                  <c:v>38532</c:v>
                </c:pt>
                <c:pt idx="4043">
                  <c:v>38533</c:v>
                </c:pt>
                <c:pt idx="4044">
                  <c:v>38534</c:v>
                </c:pt>
                <c:pt idx="4045">
                  <c:v>38537</c:v>
                </c:pt>
                <c:pt idx="4046">
                  <c:v>38538</c:v>
                </c:pt>
                <c:pt idx="4047">
                  <c:v>38539</c:v>
                </c:pt>
                <c:pt idx="4048">
                  <c:v>38540</c:v>
                </c:pt>
                <c:pt idx="4049">
                  <c:v>38541</c:v>
                </c:pt>
                <c:pt idx="4050">
                  <c:v>38544</c:v>
                </c:pt>
                <c:pt idx="4051">
                  <c:v>38545</c:v>
                </c:pt>
                <c:pt idx="4052">
                  <c:v>38546</c:v>
                </c:pt>
                <c:pt idx="4053">
                  <c:v>38547</c:v>
                </c:pt>
                <c:pt idx="4054">
                  <c:v>38548</c:v>
                </c:pt>
                <c:pt idx="4055">
                  <c:v>38551</c:v>
                </c:pt>
                <c:pt idx="4056">
                  <c:v>38552</c:v>
                </c:pt>
                <c:pt idx="4057">
                  <c:v>38553</c:v>
                </c:pt>
                <c:pt idx="4058">
                  <c:v>38554</c:v>
                </c:pt>
                <c:pt idx="4059">
                  <c:v>38555</c:v>
                </c:pt>
                <c:pt idx="4060">
                  <c:v>38558</c:v>
                </c:pt>
                <c:pt idx="4061">
                  <c:v>38559</c:v>
                </c:pt>
                <c:pt idx="4062">
                  <c:v>38560</c:v>
                </c:pt>
                <c:pt idx="4063">
                  <c:v>38561</c:v>
                </c:pt>
                <c:pt idx="4064">
                  <c:v>38562</c:v>
                </c:pt>
                <c:pt idx="4065">
                  <c:v>38565</c:v>
                </c:pt>
                <c:pt idx="4066">
                  <c:v>38566</c:v>
                </c:pt>
                <c:pt idx="4067">
                  <c:v>38567</c:v>
                </c:pt>
                <c:pt idx="4068">
                  <c:v>38568</c:v>
                </c:pt>
                <c:pt idx="4069">
                  <c:v>38569</c:v>
                </c:pt>
                <c:pt idx="4070">
                  <c:v>38572</c:v>
                </c:pt>
                <c:pt idx="4071">
                  <c:v>38573</c:v>
                </c:pt>
                <c:pt idx="4072">
                  <c:v>38574</c:v>
                </c:pt>
                <c:pt idx="4073">
                  <c:v>38575</c:v>
                </c:pt>
                <c:pt idx="4074">
                  <c:v>38576</c:v>
                </c:pt>
                <c:pt idx="4075">
                  <c:v>38579</c:v>
                </c:pt>
                <c:pt idx="4076">
                  <c:v>38580</c:v>
                </c:pt>
                <c:pt idx="4077">
                  <c:v>38581</c:v>
                </c:pt>
                <c:pt idx="4078">
                  <c:v>38582</c:v>
                </c:pt>
                <c:pt idx="4079">
                  <c:v>38583</c:v>
                </c:pt>
                <c:pt idx="4080">
                  <c:v>38586</c:v>
                </c:pt>
                <c:pt idx="4081">
                  <c:v>38587</c:v>
                </c:pt>
                <c:pt idx="4082">
                  <c:v>38588</c:v>
                </c:pt>
                <c:pt idx="4083">
                  <c:v>38589</c:v>
                </c:pt>
                <c:pt idx="4084">
                  <c:v>38590</c:v>
                </c:pt>
                <c:pt idx="4085">
                  <c:v>38593</c:v>
                </c:pt>
                <c:pt idx="4086">
                  <c:v>38594</c:v>
                </c:pt>
                <c:pt idx="4087">
                  <c:v>38595</c:v>
                </c:pt>
                <c:pt idx="4088">
                  <c:v>38596</c:v>
                </c:pt>
                <c:pt idx="4089">
                  <c:v>38597</c:v>
                </c:pt>
                <c:pt idx="4090">
                  <c:v>38600</c:v>
                </c:pt>
                <c:pt idx="4091">
                  <c:v>38601</c:v>
                </c:pt>
                <c:pt idx="4092">
                  <c:v>38602</c:v>
                </c:pt>
                <c:pt idx="4093">
                  <c:v>38603</c:v>
                </c:pt>
                <c:pt idx="4094">
                  <c:v>38604</c:v>
                </c:pt>
                <c:pt idx="4095">
                  <c:v>38607</c:v>
                </c:pt>
                <c:pt idx="4096">
                  <c:v>38608</c:v>
                </c:pt>
                <c:pt idx="4097">
                  <c:v>38609</c:v>
                </c:pt>
                <c:pt idx="4098">
                  <c:v>38610</c:v>
                </c:pt>
                <c:pt idx="4099">
                  <c:v>38611</c:v>
                </c:pt>
                <c:pt idx="4100">
                  <c:v>38614</c:v>
                </c:pt>
                <c:pt idx="4101">
                  <c:v>38615</c:v>
                </c:pt>
                <c:pt idx="4102">
                  <c:v>38616</c:v>
                </c:pt>
                <c:pt idx="4103">
                  <c:v>38617</c:v>
                </c:pt>
                <c:pt idx="4104">
                  <c:v>38618</c:v>
                </c:pt>
                <c:pt idx="4105">
                  <c:v>38621</c:v>
                </c:pt>
                <c:pt idx="4106">
                  <c:v>38622</c:v>
                </c:pt>
                <c:pt idx="4107">
                  <c:v>38623</c:v>
                </c:pt>
                <c:pt idx="4108">
                  <c:v>38624</c:v>
                </c:pt>
                <c:pt idx="4109">
                  <c:v>38625</c:v>
                </c:pt>
                <c:pt idx="4110">
                  <c:v>38628</c:v>
                </c:pt>
                <c:pt idx="4111">
                  <c:v>38629</c:v>
                </c:pt>
                <c:pt idx="4112">
                  <c:v>38630</c:v>
                </c:pt>
                <c:pt idx="4113">
                  <c:v>38631</c:v>
                </c:pt>
                <c:pt idx="4114">
                  <c:v>38632</c:v>
                </c:pt>
                <c:pt idx="4115">
                  <c:v>38635</c:v>
                </c:pt>
                <c:pt idx="4116">
                  <c:v>38636</c:v>
                </c:pt>
                <c:pt idx="4117">
                  <c:v>38637</c:v>
                </c:pt>
                <c:pt idx="4118">
                  <c:v>38638</c:v>
                </c:pt>
                <c:pt idx="4119">
                  <c:v>38639</c:v>
                </c:pt>
                <c:pt idx="4120">
                  <c:v>38642</c:v>
                </c:pt>
                <c:pt idx="4121">
                  <c:v>38643</c:v>
                </c:pt>
                <c:pt idx="4122">
                  <c:v>38644</c:v>
                </c:pt>
                <c:pt idx="4123">
                  <c:v>38645</c:v>
                </c:pt>
                <c:pt idx="4124">
                  <c:v>38646</c:v>
                </c:pt>
                <c:pt idx="4125">
                  <c:v>38649</c:v>
                </c:pt>
                <c:pt idx="4126">
                  <c:v>38650</c:v>
                </c:pt>
                <c:pt idx="4127">
                  <c:v>38651</c:v>
                </c:pt>
                <c:pt idx="4128">
                  <c:v>38652</c:v>
                </c:pt>
                <c:pt idx="4129">
                  <c:v>38653</c:v>
                </c:pt>
                <c:pt idx="4130">
                  <c:v>38656</c:v>
                </c:pt>
                <c:pt idx="4131">
                  <c:v>38657</c:v>
                </c:pt>
                <c:pt idx="4132">
                  <c:v>38658</c:v>
                </c:pt>
                <c:pt idx="4133">
                  <c:v>38659</c:v>
                </c:pt>
                <c:pt idx="4134">
                  <c:v>38660</c:v>
                </c:pt>
                <c:pt idx="4135">
                  <c:v>38663</c:v>
                </c:pt>
                <c:pt idx="4136">
                  <c:v>38664</c:v>
                </c:pt>
                <c:pt idx="4137">
                  <c:v>38665</c:v>
                </c:pt>
                <c:pt idx="4138">
                  <c:v>38666</c:v>
                </c:pt>
                <c:pt idx="4139">
                  <c:v>38667</c:v>
                </c:pt>
                <c:pt idx="4140">
                  <c:v>38670</c:v>
                </c:pt>
                <c:pt idx="4141">
                  <c:v>38671</c:v>
                </c:pt>
                <c:pt idx="4142">
                  <c:v>38672</c:v>
                </c:pt>
                <c:pt idx="4143">
                  <c:v>38673</c:v>
                </c:pt>
                <c:pt idx="4144">
                  <c:v>38674</c:v>
                </c:pt>
                <c:pt idx="4145">
                  <c:v>38677</c:v>
                </c:pt>
                <c:pt idx="4146">
                  <c:v>38678</c:v>
                </c:pt>
                <c:pt idx="4147">
                  <c:v>38679</c:v>
                </c:pt>
                <c:pt idx="4148">
                  <c:v>38680</c:v>
                </c:pt>
                <c:pt idx="4149">
                  <c:v>38681</c:v>
                </c:pt>
                <c:pt idx="4150">
                  <c:v>38684</c:v>
                </c:pt>
                <c:pt idx="4151">
                  <c:v>38685</c:v>
                </c:pt>
                <c:pt idx="4152">
                  <c:v>38686</c:v>
                </c:pt>
                <c:pt idx="4153">
                  <c:v>38687</c:v>
                </c:pt>
                <c:pt idx="4154">
                  <c:v>38688</c:v>
                </c:pt>
                <c:pt idx="4155">
                  <c:v>38691</c:v>
                </c:pt>
                <c:pt idx="4156">
                  <c:v>38692</c:v>
                </c:pt>
                <c:pt idx="4157">
                  <c:v>38693</c:v>
                </c:pt>
                <c:pt idx="4158">
                  <c:v>38694</c:v>
                </c:pt>
                <c:pt idx="4159">
                  <c:v>38695</c:v>
                </c:pt>
                <c:pt idx="4160">
                  <c:v>38698</c:v>
                </c:pt>
                <c:pt idx="4161">
                  <c:v>38699</c:v>
                </c:pt>
                <c:pt idx="4162">
                  <c:v>38700</c:v>
                </c:pt>
                <c:pt idx="4163">
                  <c:v>38701</c:v>
                </c:pt>
                <c:pt idx="4164">
                  <c:v>38702</c:v>
                </c:pt>
                <c:pt idx="4165">
                  <c:v>38705</c:v>
                </c:pt>
                <c:pt idx="4166">
                  <c:v>38706</c:v>
                </c:pt>
                <c:pt idx="4167">
                  <c:v>38707</c:v>
                </c:pt>
                <c:pt idx="4168">
                  <c:v>38708</c:v>
                </c:pt>
                <c:pt idx="4169">
                  <c:v>38709</c:v>
                </c:pt>
                <c:pt idx="4170">
                  <c:v>38712</c:v>
                </c:pt>
                <c:pt idx="4171">
                  <c:v>38713</c:v>
                </c:pt>
                <c:pt idx="4172">
                  <c:v>38714</c:v>
                </c:pt>
                <c:pt idx="4173">
                  <c:v>38715</c:v>
                </c:pt>
                <c:pt idx="4174">
                  <c:v>38716</c:v>
                </c:pt>
                <c:pt idx="4175">
                  <c:v>38719</c:v>
                </c:pt>
                <c:pt idx="4176">
                  <c:v>38720</c:v>
                </c:pt>
                <c:pt idx="4177">
                  <c:v>38721</c:v>
                </c:pt>
                <c:pt idx="4178">
                  <c:v>38722</c:v>
                </c:pt>
                <c:pt idx="4179">
                  <c:v>38723</c:v>
                </c:pt>
                <c:pt idx="4180">
                  <c:v>38726</c:v>
                </c:pt>
                <c:pt idx="4181">
                  <c:v>38727</c:v>
                </c:pt>
                <c:pt idx="4182">
                  <c:v>38728</c:v>
                </c:pt>
                <c:pt idx="4183">
                  <c:v>38729</c:v>
                </c:pt>
                <c:pt idx="4184">
                  <c:v>38730</c:v>
                </c:pt>
                <c:pt idx="4185">
                  <c:v>38733</c:v>
                </c:pt>
                <c:pt idx="4186">
                  <c:v>38734</c:v>
                </c:pt>
                <c:pt idx="4187">
                  <c:v>38735</c:v>
                </c:pt>
                <c:pt idx="4188">
                  <c:v>38736</c:v>
                </c:pt>
                <c:pt idx="4189">
                  <c:v>38737</c:v>
                </c:pt>
                <c:pt idx="4190">
                  <c:v>38740</c:v>
                </c:pt>
                <c:pt idx="4191">
                  <c:v>38741</c:v>
                </c:pt>
                <c:pt idx="4192">
                  <c:v>38742</c:v>
                </c:pt>
                <c:pt idx="4193">
                  <c:v>38743</c:v>
                </c:pt>
                <c:pt idx="4194">
                  <c:v>38744</c:v>
                </c:pt>
                <c:pt idx="4195">
                  <c:v>38747</c:v>
                </c:pt>
                <c:pt idx="4196">
                  <c:v>38748</c:v>
                </c:pt>
                <c:pt idx="4197">
                  <c:v>38749</c:v>
                </c:pt>
                <c:pt idx="4198">
                  <c:v>38750</c:v>
                </c:pt>
                <c:pt idx="4199">
                  <c:v>38751</c:v>
                </c:pt>
                <c:pt idx="4200">
                  <c:v>38754</c:v>
                </c:pt>
                <c:pt idx="4201">
                  <c:v>38755</c:v>
                </c:pt>
                <c:pt idx="4202">
                  <c:v>38756</c:v>
                </c:pt>
                <c:pt idx="4203">
                  <c:v>38757</c:v>
                </c:pt>
                <c:pt idx="4204">
                  <c:v>38758</c:v>
                </c:pt>
                <c:pt idx="4205">
                  <c:v>38761</c:v>
                </c:pt>
                <c:pt idx="4206">
                  <c:v>38762</c:v>
                </c:pt>
                <c:pt idx="4207">
                  <c:v>38763</c:v>
                </c:pt>
                <c:pt idx="4208">
                  <c:v>38764</c:v>
                </c:pt>
                <c:pt idx="4209">
                  <c:v>38765</c:v>
                </c:pt>
                <c:pt idx="4210">
                  <c:v>38768</c:v>
                </c:pt>
                <c:pt idx="4211">
                  <c:v>38769</c:v>
                </c:pt>
                <c:pt idx="4212">
                  <c:v>38770</c:v>
                </c:pt>
                <c:pt idx="4213">
                  <c:v>38771</c:v>
                </c:pt>
                <c:pt idx="4214">
                  <c:v>38772</c:v>
                </c:pt>
                <c:pt idx="4215">
                  <c:v>38775</c:v>
                </c:pt>
                <c:pt idx="4216">
                  <c:v>38776</c:v>
                </c:pt>
                <c:pt idx="4217">
                  <c:v>38777</c:v>
                </c:pt>
                <c:pt idx="4218">
                  <c:v>38778</c:v>
                </c:pt>
                <c:pt idx="4219">
                  <c:v>38779</c:v>
                </c:pt>
                <c:pt idx="4220">
                  <c:v>38782</c:v>
                </c:pt>
                <c:pt idx="4221">
                  <c:v>38783</c:v>
                </c:pt>
                <c:pt idx="4222">
                  <c:v>38784</c:v>
                </c:pt>
                <c:pt idx="4223">
                  <c:v>38785</c:v>
                </c:pt>
                <c:pt idx="4224">
                  <c:v>38786</c:v>
                </c:pt>
                <c:pt idx="4225">
                  <c:v>38789</c:v>
                </c:pt>
                <c:pt idx="4226">
                  <c:v>38790</c:v>
                </c:pt>
                <c:pt idx="4227">
                  <c:v>38791</c:v>
                </c:pt>
                <c:pt idx="4228">
                  <c:v>38792</c:v>
                </c:pt>
                <c:pt idx="4229">
                  <c:v>38793</c:v>
                </c:pt>
                <c:pt idx="4230">
                  <c:v>38796</c:v>
                </c:pt>
                <c:pt idx="4231">
                  <c:v>38797</c:v>
                </c:pt>
                <c:pt idx="4232">
                  <c:v>38798</c:v>
                </c:pt>
                <c:pt idx="4233">
                  <c:v>38799</c:v>
                </c:pt>
                <c:pt idx="4234">
                  <c:v>38800</c:v>
                </c:pt>
                <c:pt idx="4235">
                  <c:v>38803</c:v>
                </c:pt>
                <c:pt idx="4236">
                  <c:v>38804</c:v>
                </c:pt>
                <c:pt idx="4237">
                  <c:v>38805</c:v>
                </c:pt>
                <c:pt idx="4238">
                  <c:v>38806</c:v>
                </c:pt>
                <c:pt idx="4239">
                  <c:v>38807</c:v>
                </c:pt>
                <c:pt idx="4240">
                  <c:v>38810</c:v>
                </c:pt>
                <c:pt idx="4241">
                  <c:v>38811</c:v>
                </c:pt>
                <c:pt idx="4242">
                  <c:v>38812</c:v>
                </c:pt>
                <c:pt idx="4243">
                  <c:v>38813</c:v>
                </c:pt>
                <c:pt idx="4244">
                  <c:v>38814</c:v>
                </c:pt>
                <c:pt idx="4245">
                  <c:v>38817</c:v>
                </c:pt>
                <c:pt idx="4246">
                  <c:v>38818</c:v>
                </c:pt>
                <c:pt idx="4247">
                  <c:v>38819</c:v>
                </c:pt>
                <c:pt idx="4248">
                  <c:v>38820</c:v>
                </c:pt>
                <c:pt idx="4249">
                  <c:v>38821</c:v>
                </c:pt>
                <c:pt idx="4250">
                  <c:v>38824</c:v>
                </c:pt>
                <c:pt idx="4251">
                  <c:v>38825</c:v>
                </c:pt>
                <c:pt idx="4252">
                  <c:v>38826</c:v>
                </c:pt>
                <c:pt idx="4253">
                  <c:v>38827</c:v>
                </c:pt>
                <c:pt idx="4254">
                  <c:v>38828</c:v>
                </c:pt>
                <c:pt idx="4255">
                  <c:v>38831</c:v>
                </c:pt>
                <c:pt idx="4256">
                  <c:v>38832</c:v>
                </c:pt>
                <c:pt idx="4257">
                  <c:v>38833</c:v>
                </c:pt>
                <c:pt idx="4258">
                  <c:v>38834</c:v>
                </c:pt>
                <c:pt idx="4259">
                  <c:v>38835</c:v>
                </c:pt>
                <c:pt idx="4260">
                  <c:v>38838</c:v>
                </c:pt>
                <c:pt idx="4261">
                  <c:v>38839</c:v>
                </c:pt>
                <c:pt idx="4262">
                  <c:v>38840</c:v>
                </c:pt>
                <c:pt idx="4263">
                  <c:v>38841</c:v>
                </c:pt>
                <c:pt idx="4264">
                  <c:v>38842</c:v>
                </c:pt>
                <c:pt idx="4265">
                  <c:v>38845</c:v>
                </c:pt>
                <c:pt idx="4266">
                  <c:v>38846</c:v>
                </c:pt>
                <c:pt idx="4267">
                  <c:v>38847</c:v>
                </c:pt>
                <c:pt idx="4268">
                  <c:v>38848</c:v>
                </c:pt>
                <c:pt idx="4269">
                  <c:v>38849</c:v>
                </c:pt>
                <c:pt idx="4270">
                  <c:v>38852</c:v>
                </c:pt>
                <c:pt idx="4271">
                  <c:v>38853</c:v>
                </c:pt>
                <c:pt idx="4272">
                  <c:v>38854</c:v>
                </c:pt>
                <c:pt idx="4273">
                  <c:v>38855</c:v>
                </c:pt>
                <c:pt idx="4274">
                  <c:v>38856</c:v>
                </c:pt>
                <c:pt idx="4275">
                  <c:v>38859</c:v>
                </c:pt>
                <c:pt idx="4276">
                  <c:v>38860</c:v>
                </c:pt>
                <c:pt idx="4277">
                  <c:v>38861</c:v>
                </c:pt>
                <c:pt idx="4278">
                  <c:v>38862</c:v>
                </c:pt>
                <c:pt idx="4279">
                  <c:v>38863</c:v>
                </c:pt>
                <c:pt idx="4280">
                  <c:v>38866</c:v>
                </c:pt>
                <c:pt idx="4281">
                  <c:v>38867</c:v>
                </c:pt>
                <c:pt idx="4282">
                  <c:v>38868</c:v>
                </c:pt>
                <c:pt idx="4283">
                  <c:v>38869</c:v>
                </c:pt>
                <c:pt idx="4284">
                  <c:v>38870</c:v>
                </c:pt>
                <c:pt idx="4285">
                  <c:v>38873</c:v>
                </c:pt>
                <c:pt idx="4286">
                  <c:v>38874</c:v>
                </c:pt>
                <c:pt idx="4287">
                  <c:v>38875</c:v>
                </c:pt>
                <c:pt idx="4288">
                  <c:v>38876</c:v>
                </c:pt>
                <c:pt idx="4289">
                  <c:v>38877</c:v>
                </c:pt>
                <c:pt idx="4290">
                  <c:v>38880</c:v>
                </c:pt>
                <c:pt idx="4291">
                  <c:v>38881</c:v>
                </c:pt>
                <c:pt idx="4292">
                  <c:v>38882</c:v>
                </c:pt>
                <c:pt idx="4293">
                  <c:v>38883</c:v>
                </c:pt>
                <c:pt idx="4294">
                  <c:v>38884</c:v>
                </c:pt>
                <c:pt idx="4295">
                  <c:v>38887</c:v>
                </c:pt>
                <c:pt idx="4296">
                  <c:v>38888</c:v>
                </c:pt>
                <c:pt idx="4297">
                  <c:v>38889</c:v>
                </c:pt>
                <c:pt idx="4298">
                  <c:v>38890</c:v>
                </c:pt>
                <c:pt idx="4299">
                  <c:v>38891</c:v>
                </c:pt>
                <c:pt idx="4300">
                  <c:v>38894</c:v>
                </c:pt>
                <c:pt idx="4301">
                  <c:v>38895</c:v>
                </c:pt>
                <c:pt idx="4302">
                  <c:v>38896</c:v>
                </c:pt>
                <c:pt idx="4303">
                  <c:v>38897</c:v>
                </c:pt>
                <c:pt idx="4304">
                  <c:v>38898</c:v>
                </c:pt>
                <c:pt idx="4305">
                  <c:v>38901</c:v>
                </c:pt>
                <c:pt idx="4306">
                  <c:v>38902</c:v>
                </c:pt>
                <c:pt idx="4307">
                  <c:v>38903</c:v>
                </c:pt>
                <c:pt idx="4308">
                  <c:v>38904</c:v>
                </c:pt>
                <c:pt idx="4309">
                  <c:v>38905</c:v>
                </c:pt>
                <c:pt idx="4310">
                  <c:v>38908</c:v>
                </c:pt>
                <c:pt idx="4311">
                  <c:v>38909</c:v>
                </c:pt>
                <c:pt idx="4312">
                  <c:v>38910</c:v>
                </c:pt>
                <c:pt idx="4313">
                  <c:v>38911</c:v>
                </c:pt>
                <c:pt idx="4314">
                  <c:v>38912</c:v>
                </c:pt>
                <c:pt idx="4315">
                  <c:v>38915</c:v>
                </c:pt>
                <c:pt idx="4316">
                  <c:v>38916</c:v>
                </c:pt>
                <c:pt idx="4317">
                  <c:v>38917</c:v>
                </c:pt>
                <c:pt idx="4318">
                  <c:v>38918</c:v>
                </c:pt>
                <c:pt idx="4319">
                  <c:v>38919</c:v>
                </c:pt>
                <c:pt idx="4320">
                  <c:v>38922</c:v>
                </c:pt>
                <c:pt idx="4321">
                  <c:v>38923</c:v>
                </c:pt>
                <c:pt idx="4322">
                  <c:v>38924</c:v>
                </c:pt>
                <c:pt idx="4323">
                  <c:v>38925</c:v>
                </c:pt>
                <c:pt idx="4324">
                  <c:v>38926</c:v>
                </c:pt>
                <c:pt idx="4325">
                  <c:v>38929</c:v>
                </c:pt>
                <c:pt idx="4326">
                  <c:v>38930</c:v>
                </c:pt>
                <c:pt idx="4327">
                  <c:v>38931</c:v>
                </c:pt>
                <c:pt idx="4328">
                  <c:v>38932</c:v>
                </c:pt>
                <c:pt idx="4329">
                  <c:v>38933</c:v>
                </c:pt>
                <c:pt idx="4330">
                  <c:v>38936</c:v>
                </c:pt>
                <c:pt idx="4331">
                  <c:v>38937</c:v>
                </c:pt>
                <c:pt idx="4332">
                  <c:v>38938</c:v>
                </c:pt>
                <c:pt idx="4333">
                  <c:v>38939</c:v>
                </c:pt>
                <c:pt idx="4334">
                  <c:v>38940</c:v>
                </c:pt>
                <c:pt idx="4335">
                  <c:v>38943</c:v>
                </c:pt>
                <c:pt idx="4336">
                  <c:v>38944</c:v>
                </c:pt>
                <c:pt idx="4337">
                  <c:v>38945</c:v>
                </c:pt>
                <c:pt idx="4338">
                  <c:v>38946</c:v>
                </c:pt>
                <c:pt idx="4339">
                  <c:v>38947</c:v>
                </c:pt>
                <c:pt idx="4340">
                  <c:v>38950</c:v>
                </c:pt>
                <c:pt idx="4341">
                  <c:v>38951</c:v>
                </c:pt>
                <c:pt idx="4342">
                  <c:v>38952</c:v>
                </c:pt>
                <c:pt idx="4343">
                  <c:v>38953</c:v>
                </c:pt>
                <c:pt idx="4344">
                  <c:v>38954</c:v>
                </c:pt>
                <c:pt idx="4345">
                  <c:v>38957</c:v>
                </c:pt>
                <c:pt idx="4346">
                  <c:v>38958</c:v>
                </c:pt>
                <c:pt idx="4347">
                  <c:v>38959</c:v>
                </c:pt>
                <c:pt idx="4348">
                  <c:v>38960</c:v>
                </c:pt>
                <c:pt idx="4349">
                  <c:v>38961</c:v>
                </c:pt>
                <c:pt idx="4350">
                  <c:v>38964</c:v>
                </c:pt>
                <c:pt idx="4351">
                  <c:v>38965</c:v>
                </c:pt>
                <c:pt idx="4352">
                  <c:v>38966</c:v>
                </c:pt>
                <c:pt idx="4353">
                  <c:v>38967</c:v>
                </c:pt>
                <c:pt idx="4354">
                  <c:v>38968</c:v>
                </c:pt>
                <c:pt idx="4355">
                  <c:v>38971</c:v>
                </c:pt>
                <c:pt idx="4356">
                  <c:v>38972</c:v>
                </c:pt>
                <c:pt idx="4357">
                  <c:v>38973</c:v>
                </c:pt>
                <c:pt idx="4358">
                  <c:v>38974</c:v>
                </c:pt>
                <c:pt idx="4359">
                  <c:v>38975</c:v>
                </c:pt>
                <c:pt idx="4360">
                  <c:v>38978</c:v>
                </c:pt>
                <c:pt idx="4361">
                  <c:v>38979</c:v>
                </c:pt>
                <c:pt idx="4362">
                  <c:v>38980</c:v>
                </c:pt>
                <c:pt idx="4363">
                  <c:v>38981</c:v>
                </c:pt>
                <c:pt idx="4364">
                  <c:v>38982</c:v>
                </c:pt>
                <c:pt idx="4365">
                  <c:v>38985</c:v>
                </c:pt>
                <c:pt idx="4366">
                  <c:v>38986</c:v>
                </c:pt>
                <c:pt idx="4367">
                  <c:v>38987</c:v>
                </c:pt>
                <c:pt idx="4368">
                  <c:v>38988</c:v>
                </c:pt>
                <c:pt idx="4369">
                  <c:v>38989</c:v>
                </c:pt>
                <c:pt idx="4370">
                  <c:v>38992</c:v>
                </c:pt>
                <c:pt idx="4371">
                  <c:v>38993</c:v>
                </c:pt>
                <c:pt idx="4372">
                  <c:v>38994</c:v>
                </c:pt>
                <c:pt idx="4373">
                  <c:v>38995</c:v>
                </c:pt>
                <c:pt idx="4374">
                  <c:v>38996</c:v>
                </c:pt>
                <c:pt idx="4375">
                  <c:v>38999</c:v>
                </c:pt>
                <c:pt idx="4376">
                  <c:v>39000</c:v>
                </c:pt>
                <c:pt idx="4377">
                  <c:v>39001</c:v>
                </c:pt>
                <c:pt idx="4378">
                  <c:v>39002</c:v>
                </c:pt>
                <c:pt idx="4379">
                  <c:v>39003</c:v>
                </c:pt>
                <c:pt idx="4380">
                  <c:v>39006</c:v>
                </c:pt>
                <c:pt idx="4381">
                  <c:v>39007</c:v>
                </c:pt>
                <c:pt idx="4382">
                  <c:v>39008</c:v>
                </c:pt>
                <c:pt idx="4383">
                  <c:v>39009</c:v>
                </c:pt>
                <c:pt idx="4384">
                  <c:v>39010</c:v>
                </c:pt>
                <c:pt idx="4385">
                  <c:v>39013</c:v>
                </c:pt>
                <c:pt idx="4386">
                  <c:v>39014</c:v>
                </c:pt>
                <c:pt idx="4387">
                  <c:v>39015</c:v>
                </c:pt>
                <c:pt idx="4388">
                  <c:v>39016</c:v>
                </c:pt>
                <c:pt idx="4389">
                  <c:v>39017</c:v>
                </c:pt>
                <c:pt idx="4390">
                  <c:v>39020</c:v>
                </c:pt>
                <c:pt idx="4391">
                  <c:v>39021</c:v>
                </c:pt>
                <c:pt idx="4392">
                  <c:v>39022</c:v>
                </c:pt>
                <c:pt idx="4393">
                  <c:v>39023</c:v>
                </c:pt>
                <c:pt idx="4394">
                  <c:v>39024</c:v>
                </c:pt>
                <c:pt idx="4395">
                  <c:v>39027</c:v>
                </c:pt>
                <c:pt idx="4396">
                  <c:v>39028</c:v>
                </c:pt>
                <c:pt idx="4397">
                  <c:v>39029</c:v>
                </c:pt>
                <c:pt idx="4398">
                  <c:v>39030</c:v>
                </c:pt>
                <c:pt idx="4399">
                  <c:v>39031</c:v>
                </c:pt>
                <c:pt idx="4400">
                  <c:v>39034</c:v>
                </c:pt>
                <c:pt idx="4401">
                  <c:v>39035</c:v>
                </c:pt>
                <c:pt idx="4402">
                  <c:v>39036</c:v>
                </c:pt>
                <c:pt idx="4403">
                  <c:v>39037</c:v>
                </c:pt>
                <c:pt idx="4404">
                  <c:v>39038</c:v>
                </c:pt>
                <c:pt idx="4405">
                  <c:v>39041</c:v>
                </c:pt>
                <c:pt idx="4406">
                  <c:v>39042</c:v>
                </c:pt>
                <c:pt idx="4407">
                  <c:v>39043</c:v>
                </c:pt>
                <c:pt idx="4408">
                  <c:v>39044</c:v>
                </c:pt>
                <c:pt idx="4409">
                  <c:v>39045</c:v>
                </c:pt>
                <c:pt idx="4410">
                  <c:v>39048</c:v>
                </c:pt>
                <c:pt idx="4411">
                  <c:v>39049</c:v>
                </c:pt>
                <c:pt idx="4412">
                  <c:v>39050</c:v>
                </c:pt>
                <c:pt idx="4413">
                  <c:v>39051</c:v>
                </c:pt>
                <c:pt idx="4414">
                  <c:v>39052</c:v>
                </c:pt>
                <c:pt idx="4415">
                  <c:v>39055</c:v>
                </c:pt>
                <c:pt idx="4416">
                  <c:v>39056</c:v>
                </c:pt>
                <c:pt idx="4417">
                  <c:v>39057</c:v>
                </c:pt>
                <c:pt idx="4418">
                  <c:v>39058</c:v>
                </c:pt>
                <c:pt idx="4419">
                  <c:v>39059</c:v>
                </c:pt>
                <c:pt idx="4420">
                  <c:v>39062</c:v>
                </c:pt>
                <c:pt idx="4421">
                  <c:v>39063</c:v>
                </c:pt>
                <c:pt idx="4422">
                  <c:v>39064</c:v>
                </c:pt>
                <c:pt idx="4423">
                  <c:v>39065</c:v>
                </c:pt>
                <c:pt idx="4424">
                  <c:v>39066</c:v>
                </c:pt>
                <c:pt idx="4425">
                  <c:v>39069</c:v>
                </c:pt>
                <c:pt idx="4426">
                  <c:v>39070</c:v>
                </c:pt>
                <c:pt idx="4427">
                  <c:v>39071</c:v>
                </c:pt>
                <c:pt idx="4428">
                  <c:v>39072</c:v>
                </c:pt>
                <c:pt idx="4429">
                  <c:v>39073</c:v>
                </c:pt>
                <c:pt idx="4430">
                  <c:v>39076</c:v>
                </c:pt>
                <c:pt idx="4431">
                  <c:v>39077</c:v>
                </c:pt>
                <c:pt idx="4432">
                  <c:v>39078</c:v>
                </c:pt>
                <c:pt idx="4433">
                  <c:v>39079</c:v>
                </c:pt>
                <c:pt idx="4434">
                  <c:v>39080</c:v>
                </c:pt>
                <c:pt idx="4435">
                  <c:v>39083</c:v>
                </c:pt>
                <c:pt idx="4436">
                  <c:v>39084</c:v>
                </c:pt>
                <c:pt idx="4437">
                  <c:v>39085</c:v>
                </c:pt>
                <c:pt idx="4438">
                  <c:v>39086</c:v>
                </c:pt>
                <c:pt idx="4439">
                  <c:v>39087</c:v>
                </c:pt>
                <c:pt idx="4440">
                  <c:v>39090</c:v>
                </c:pt>
                <c:pt idx="4441">
                  <c:v>39091</c:v>
                </c:pt>
                <c:pt idx="4442">
                  <c:v>39092</c:v>
                </c:pt>
                <c:pt idx="4443">
                  <c:v>39093</c:v>
                </c:pt>
                <c:pt idx="4444">
                  <c:v>39094</c:v>
                </c:pt>
                <c:pt idx="4445">
                  <c:v>39097</c:v>
                </c:pt>
                <c:pt idx="4446">
                  <c:v>39098</c:v>
                </c:pt>
                <c:pt idx="4447">
                  <c:v>39099</c:v>
                </c:pt>
                <c:pt idx="4448">
                  <c:v>39100</c:v>
                </c:pt>
                <c:pt idx="4449">
                  <c:v>39101</c:v>
                </c:pt>
                <c:pt idx="4450">
                  <c:v>39104</c:v>
                </c:pt>
                <c:pt idx="4451">
                  <c:v>39105</c:v>
                </c:pt>
                <c:pt idx="4452">
                  <c:v>39106</c:v>
                </c:pt>
                <c:pt idx="4453">
                  <c:v>39107</c:v>
                </c:pt>
                <c:pt idx="4454">
                  <c:v>39108</c:v>
                </c:pt>
                <c:pt idx="4455">
                  <c:v>39111</c:v>
                </c:pt>
                <c:pt idx="4456">
                  <c:v>39112</c:v>
                </c:pt>
                <c:pt idx="4457">
                  <c:v>39113</c:v>
                </c:pt>
                <c:pt idx="4458">
                  <c:v>39114</c:v>
                </c:pt>
                <c:pt idx="4459">
                  <c:v>39115</c:v>
                </c:pt>
                <c:pt idx="4460">
                  <c:v>39118</c:v>
                </c:pt>
                <c:pt idx="4461">
                  <c:v>39119</c:v>
                </c:pt>
                <c:pt idx="4462">
                  <c:v>39120</c:v>
                </c:pt>
                <c:pt idx="4463">
                  <c:v>39121</c:v>
                </c:pt>
                <c:pt idx="4464">
                  <c:v>39122</c:v>
                </c:pt>
                <c:pt idx="4465">
                  <c:v>39125</c:v>
                </c:pt>
                <c:pt idx="4466">
                  <c:v>39126</c:v>
                </c:pt>
                <c:pt idx="4467">
                  <c:v>39127</c:v>
                </c:pt>
                <c:pt idx="4468">
                  <c:v>39128</c:v>
                </c:pt>
                <c:pt idx="4469">
                  <c:v>39129</c:v>
                </c:pt>
                <c:pt idx="4470">
                  <c:v>39132</c:v>
                </c:pt>
                <c:pt idx="4471">
                  <c:v>39133</c:v>
                </c:pt>
                <c:pt idx="4472">
                  <c:v>39134</c:v>
                </c:pt>
                <c:pt idx="4473">
                  <c:v>39135</c:v>
                </c:pt>
                <c:pt idx="4474">
                  <c:v>39136</c:v>
                </c:pt>
                <c:pt idx="4475">
                  <c:v>39139</c:v>
                </c:pt>
                <c:pt idx="4476">
                  <c:v>39140</c:v>
                </c:pt>
                <c:pt idx="4477">
                  <c:v>39141</c:v>
                </c:pt>
                <c:pt idx="4478">
                  <c:v>39142</c:v>
                </c:pt>
                <c:pt idx="4479">
                  <c:v>39143</c:v>
                </c:pt>
                <c:pt idx="4480">
                  <c:v>39146</c:v>
                </c:pt>
                <c:pt idx="4481">
                  <c:v>39147</c:v>
                </c:pt>
                <c:pt idx="4482">
                  <c:v>39148</c:v>
                </c:pt>
                <c:pt idx="4483">
                  <c:v>39149</c:v>
                </c:pt>
                <c:pt idx="4484">
                  <c:v>39150</c:v>
                </c:pt>
                <c:pt idx="4485">
                  <c:v>39153</c:v>
                </c:pt>
                <c:pt idx="4486">
                  <c:v>39154</c:v>
                </c:pt>
                <c:pt idx="4487">
                  <c:v>39155</c:v>
                </c:pt>
                <c:pt idx="4488">
                  <c:v>39156</c:v>
                </c:pt>
                <c:pt idx="4489">
                  <c:v>39157</c:v>
                </c:pt>
                <c:pt idx="4490">
                  <c:v>39160</c:v>
                </c:pt>
                <c:pt idx="4491">
                  <c:v>39161</c:v>
                </c:pt>
                <c:pt idx="4492">
                  <c:v>39162</c:v>
                </c:pt>
                <c:pt idx="4493">
                  <c:v>39163</c:v>
                </c:pt>
                <c:pt idx="4494">
                  <c:v>39164</c:v>
                </c:pt>
                <c:pt idx="4495">
                  <c:v>39167</c:v>
                </c:pt>
                <c:pt idx="4496">
                  <c:v>39168</c:v>
                </c:pt>
                <c:pt idx="4497">
                  <c:v>39169</c:v>
                </c:pt>
                <c:pt idx="4498">
                  <c:v>39170</c:v>
                </c:pt>
                <c:pt idx="4499">
                  <c:v>39171</c:v>
                </c:pt>
                <c:pt idx="4500">
                  <c:v>39174</c:v>
                </c:pt>
                <c:pt idx="4501">
                  <c:v>39175</c:v>
                </c:pt>
                <c:pt idx="4502">
                  <c:v>39176</c:v>
                </c:pt>
                <c:pt idx="4503">
                  <c:v>39177</c:v>
                </c:pt>
                <c:pt idx="4504">
                  <c:v>39178</c:v>
                </c:pt>
                <c:pt idx="4505">
                  <c:v>39181</c:v>
                </c:pt>
                <c:pt idx="4506">
                  <c:v>39182</c:v>
                </c:pt>
                <c:pt idx="4507">
                  <c:v>39183</c:v>
                </c:pt>
                <c:pt idx="4508">
                  <c:v>39184</c:v>
                </c:pt>
                <c:pt idx="4509">
                  <c:v>39185</c:v>
                </c:pt>
                <c:pt idx="4510">
                  <c:v>39188</c:v>
                </c:pt>
                <c:pt idx="4511">
                  <c:v>39189</c:v>
                </c:pt>
                <c:pt idx="4512">
                  <c:v>39190</c:v>
                </c:pt>
                <c:pt idx="4513">
                  <c:v>39191</c:v>
                </c:pt>
                <c:pt idx="4514">
                  <c:v>39192</c:v>
                </c:pt>
                <c:pt idx="4515">
                  <c:v>39195</c:v>
                </c:pt>
                <c:pt idx="4516">
                  <c:v>39196</c:v>
                </c:pt>
                <c:pt idx="4517">
                  <c:v>39197</c:v>
                </c:pt>
                <c:pt idx="4518">
                  <c:v>39198</c:v>
                </c:pt>
                <c:pt idx="4519">
                  <c:v>39199</c:v>
                </c:pt>
                <c:pt idx="4520">
                  <c:v>39202</c:v>
                </c:pt>
                <c:pt idx="4521">
                  <c:v>39203</c:v>
                </c:pt>
                <c:pt idx="4522">
                  <c:v>39204</c:v>
                </c:pt>
                <c:pt idx="4523">
                  <c:v>39205</c:v>
                </c:pt>
                <c:pt idx="4524">
                  <c:v>39206</c:v>
                </c:pt>
                <c:pt idx="4525">
                  <c:v>39209</c:v>
                </c:pt>
                <c:pt idx="4526">
                  <c:v>39210</c:v>
                </c:pt>
                <c:pt idx="4527">
                  <c:v>39211</c:v>
                </c:pt>
                <c:pt idx="4528">
                  <c:v>39212</c:v>
                </c:pt>
                <c:pt idx="4529">
                  <c:v>39213</c:v>
                </c:pt>
                <c:pt idx="4530">
                  <c:v>39216</c:v>
                </c:pt>
                <c:pt idx="4531">
                  <c:v>39217</c:v>
                </c:pt>
                <c:pt idx="4532">
                  <c:v>39218</c:v>
                </c:pt>
                <c:pt idx="4533">
                  <c:v>39219</c:v>
                </c:pt>
                <c:pt idx="4534">
                  <c:v>39220</c:v>
                </c:pt>
                <c:pt idx="4535">
                  <c:v>39223</c:v>
                </c:pt>
                <c:pt idx="4536">
                  <c:v>39224</c:v>
                </c:pt>
                <c:pt idx="4537">
                  <c:v>39225</c:v>
                </c:pt>
                <c:pt idx="4538">
                  <c:v>39226</c:v>
                </c:pt>
                <c:pt idx="4539">
                  <c:v>39227</c:v>
                </c:pt>
                <c:pt idx="4540">
                  <c:v>39230</c:v>
                </c:pt>
                <c:pt idx="4541">
                  <c:v>39231</c:v>
                </c:pt>
                <c:pt idx="4542">
                  <c:v>39232</c:v>
                </c:pt>
                <c:pt idx="4543">
                  <c:v>39233</c:v>
                </c:pt>
                <c:pt idx="4544">
                  <c:v>39234</c:v>
                </c:pt>
                <c:pt idx="4545">
                  <c:v>39237</c:v>
                </c:pt>
                <c:pt idx="4546">
                  <c:v>39238</c:v>
                </c:pt>
                <c:pt idx="4547">
                  <c:v>39239</c:v>
                </c:pt>
                <c:pt idx="4548">
                  <c:v>39240</c:v>
                </c:pt>
                <c:pt idx="4549">
                  <c:v>39241</c:v>
                </c:pt>
                <c:pt idx="4550">
                  <c:v>39244</c:v>
                </c:pt>
                <c:pt idx="4551">
                  <c:v>39245</c:v>
                </c:pt>
                <c:pt idx="4552">
                  <c:v>39246</c:v>
                </c:pt>
                <c:pt idx="4553">
                  <c:v>39247</c:v>
                </c:pt>
                <c:pt idx="4554">
                  <c:v>39248</c:v>
                </c:pt>
                <c:pt idx="4555">
                  <c:v>39251</c:v>
                </c:pt>
                <c:pt idx="4556">
                  <c:v>39252</c:v>
                </c:pt>
                <c:pt idx="4557">
                  <c:v>39253</c:v>
                </c:pt>
                <c:pt idx="4558">
                  <c:v>39254</c:v>
                </c:pt>
                <c:pt idx="4559">
                  <c:v>39255</c:v>
                </c:pt>
                <c:pt idx="4560">
                  <c:v>39258</c:v>
                </c:pt>
                <c:pt idx="4561">
                  <c:v>39259</c:v>
                </c:pt>
                <c:pt idx="4562">
                  <c:v>39260</c:v>
                </c:pt>
                <c:pt idx="4563">
                  <c:v>39261</c:v>
                </c:pt>
                <c:pt idx="4564">
                  <c:v>39262</c:v>
                </c:pt>
                <c:pt idx="4565">
                  <c:v>39265</c:v>
                </c:pt>
                <c:pt idx="4566">
                  <c:v>39266</c:v>
                </c:pt>
                <c:pt idx="4567">
                  <c:v>39267</c:v>
                </c:pt>
                <c:pt idx="4568">
                  <c:v>39268</c:v>
                </c:pt>
                <c:pt idx="4569">
                  <c:v>39269</c:v>
                </c:pt>
                <c:pt idx="4570">
                  <c:v>39272</c:v>
                </c:pt>
                <c:pt idx="4571">
                  <c:v>39273</c:v>
                </c:pt>
                <c:pt idx="4572">
                  <c:v>39274</c:v>
                </c:pt>
                <c:pt idx="4573">
                  <c:v>39275</c:v>
                </c:pt>
                <c:pt idx="4574">
                  <c:v>39276</c:v>
                </c:pt>
                <c:pt idx="4575">
                  <c:v>39279</c:v>
                </c:pt>
                <c:pt idx="4576">
                  <c:v>39280</c:v>
                </c:pt>
                <c:pt idx="4577">
                  <c:v>39281</c:v>
                </c:pt>
                <c:pt idx="4578">
                  <c:v>39282</c:v>
                </c:pt>
                <c:pt idx="4579">
                  <c:v>39283</c:v>
                </c:pt>
                <c:pt idx="4580">
                  <c:v>39286</c:v>
                </c:pt>
                <c:pt idx="4581">
                  <c:v>39287</c:v>
                </c:pt>
                <c:pt idx="4582">
                  <c:v>39288</c:v>
                </c:pt>
                <c:pt idx="4583">
                  <c:v>39289</c:v>
                </c:pt>
                <c:pt idx="4584">
                  <c:v>39290</c:v>
                </c:pt>
                <c:pt idx="4585">
                  <c:v>39293</c:v>
                </c:pt>
                <c:pt idx="4586">
                  <c:v>39294</c:v>
                </c:pt>
                <c:pt idx="4587">
                  <c:v>39295</c:v>
                </c:pt>
                <c:pt idx="4588">
                  <c:v>39296</c:v>
                </c:pt>
                <c:pt idx="4589">
                  <c:v>39297</c:v>
                </c:pt>
                <c:pt idx="4590">
                  <c:v>39300</c:v>
                </c:pt>
                <c:pt idx="4591">
                  <c:v>39301</c:v>
                </c:pt>
                <c:pt idx="4592">
                  <c:v>39302</c:v>
                </c:pt>
                <c:pt idx="4593">
                  <c:v>39303</c:v>
                </c:pt>
                <c:pt idx="4594">
                  <c:v>39304</c:v>
                </c:pt>
                <c:pt idx="4595">
                  <c:v>39307</c:v>
                </c:pt>
                <c:pt idx="4596">
                  <c:v>39308</c:v>
                </c:pt>
                <c:pt idx="4597">
                  <c:v>39309</c:v>
                </c:pt>
                <c:pt idx="4598">
                  <c:v>39310</c:v>
                </c:pt>
                <c:pt idx="4599">
                  <c:v>39311</c:v>
                </c:pt>
                <c:pt idx="4600">
                  <c:v>39314</c:v>
                </c:pt>
                <c:pt idx="4601">
                  <c:v>39315</c:v>
                </c:pt>
                <c:pt idx="4602">
                  <c:v>39316</c:v>
                </c:pt>
                <c:pt idx="4603">
                  <c:v>39317</c:v>
                </c:pt>
                <c:pt idx="4604">
                  <c:v>39318</c:v>
                </c:pt>
                <c:pt idx="4605">
                  <c:v>39321</c:v>
                </c:pt>
                <c:pt idx="4606">
                  <c:v>39322</c:v>
                </c:pt>
                <c:pt idx="4607">
                  <c:v>39323</c:v>
                </c:pt>
                <c:pt idx="4608">
                  <c:v>39324</c:v>
                </c:pt>
                <c:pt idx="4609">
                  <c:v>39325</c:v>
                </c:pt>
                <c:pt idx="4610">
                  <c:v>39328</c:v>
                </c:pt>
                <c:pt idx="4611">
                  <c:v>39329</c:v>
                </c:pt>
                <c:pt idx="4612">
                  <c:v>39330</c:v>
                </c:pt>
                <c:pt idx="4613">
                  <c:v>39331</c:v>
                </c:pt>
                <c:pt idx="4614">
                  <c:v>39332</c:v>
                </c:pt>
                <c:pt idx="4615">
                  <c:v>39335</c:v>
                </c:pt>
                <c:pt idx="4616">
                  <c:v>39336</c:v>
                </c:pt>
                <c:pt idx="4617">
                  <c:v>39337</c:v>
                </c:pt>
                <c:pt idx="4618">
                  <c:v>39338</c:v>
                </c:pt>
                <c:pt idx="4619">
                  <c:v>39339</c:v>
                </c:pt>
                <c:pt idx="4620">
                  <c:v>39342</c:v>
                </c:pt>
                <c:pt idx="4621">
                  <c:v>39343</c:v>
                </c:pt>
                <c:pt idx="4622">
                  <c:v>39344</c:v>
                </c:pt>
                <c:pt idx="4623">
                  <c:v>39345</c:v>
                </c:pt>
                <c:pt idx="4624">
                  <c:v>39346</c:v>
                </c:pt>
                <c:pt idx="4625">
                  <c:v>39349</c:v>
                </c:pt>
                <c:pt idx="4626">
                  <c:v>39350</c:v>
                </c:pt>
                <c:pt idx="4627">
                  <c:v>39351</c:v>
                </c:pt>
                <c:pt idx="4628">
                  <c:v>39352</c:v>
                </c:pt>
                <c:pt idx="4629">
                  <c:v>39353</c:v>
                </c:pt>
                <c:pt idx="4630">
                  <c:v>39356</c:v>
                </c:pt>
                <c:pt idx="4631">
                  <c:v>39357</c:v>
                </c:pt>
                <c:pt idx="4632">
                  <c:v>39358</c:v>
                </c:pt>
                <c:pt idx="4633">
                  <c:v>39359</c:v>
                </c:pt>
                <c:pt idx="4634">
                  <c:v>39360</c:v>
                </c:pt>
                <c:pt idx="4635">
                  <c:v>39363</c:v>
                </c:pt>
                <c:pt idx="4636">
                  <c:v>39364</c:v>
                </c:pt>
                <c:pt idx="4637">
                  <c:v>39365</c:v>
                </c:pt>
                <c:pt idx="4638">
                  <c:v>39366</c:v>
                </c:pt>
                <c:pt idx="4639">
                  <c:v>39367</c:v>
                </c:pt>
                <c:pt idx="4640">
                  <c:v>39370</c:v>
                </c:pt>
                <c:pt idx="4641">
                  <c:v>39371</c:v>
                </c:pt>
                <c:pt idx="4642">
                  <c:v>39372</c:v>
                </c:pt>
                <c:pt idx="4643">
                  <c:v>39373</c:v>
                </c:pt>
                <c:pt idx="4644">
                  <c:v>39374</c:v>
                </c:pt>
                <c:pt idx="4645">
                  <c:v>39377</c:v>
                </c:pt>
                <c:pt idx="4646">
                  <c:v>39378</c:v>
                </c:pt>
                <c:pt idx="4647">
                  <c:v>39379</c:v>
                </c:pt>
                <c:pt idx="4648">
                  <c:v>39380</c:v>
                </c:pt>
                <c:pt idx="4649">
                  <c:v>39381</c:v>
                </c:pt>
                <c:pt idx="4650">
                  <c:v>39384</c:v>
                </c:pt>
                <c:pt idx="4651">
                  <c:v>39385</c:v>
                </c:pt>
                <c:pt idx="4652">
                  <c:v>39386</c:v>
                </c:pt>
                <c:pt idx="4653">
                  <c:v>39387</c:v>
                </c:pt>
                <c:pt idx="4654">
                  <c:v>39388</c:v>
                </c:pt>
                <c:pt idx="4655">
                  <c:v>39391</c:v>
                </c:pt>
                <c:pt idx="4656">
                  <c:v>39392</c:v>
                </c:pt>
                <c:pt idx="4657">
                  <c:v>39393</c:v>
                </c:pt>
                <c:pt idx="4658">
                  <c:v>39394</c:v>
                </c:pt>
                <c:pt idx="4659">
                  <c:v>39395</c:v>
                </c:pt>
                <c:pt idx="4660">
                  <c:v>39398</c:v>
                </c:pt>
                <c:pt idx="4661">
                  <c:v>39399</c:v>
                </c:pt>
                <c:pt idx="4662">
                  <c:v>39400</c:v>
                </c:pt>
                <c:pt idx="4663">
                  <c:v>39401</c:v>
                </c:pt>
                <c:pt idx="4664">
                  <c:v>39402</c:v>
                </c:pt>
                <c:pt idx="4665">
                  <c:v>39405</c:v>
                </c:pt>
                <c:pt idx="4666">
                  <c:v>39406</c:v>
                </c:pt>
                <c:pt idx="4667">
                  <c:v>39407</c:v>
                </c:pt>
                <c:pt idx="4668">
                  <c:v>39408</c:v>
                </c:pt>
                <c:pt idx="4669">
                  <c:v>39409</c:v>
                </c:pt>
                <c:pt idx="4670">
                  <c:v>39412</c:v>
                </c:pt>
                <c:pt idx="4671">
                  <c:v>39413</c:v>
                </c:pt>
                <c:pt idx="4672">
                  <c:v>39414</c:v>
                </c:pt>
                <c:pt idx="4673">
                  <c:v>39415</c:v>
                </c:pt>
                <c:pt idx="4674">
                  <c:v>39416</c:v>
                </c:pt>
                <c:pt idx="4675">
                  <c:v>39419</c:v>
                </c:pt>
                <c:pt idx="4676">
                  <c:v>39420</c:v>
                </c:pt>
                <c:pt idx="4677">
                  <c:v>39421</c:v>
                </c:pt>
                <c:pt idx="4678">
                  <c:v>39422</c:v>
                </c:pt>
                <c:pt idx="4679">
                  <c:v>39423</c:v>
                </c:pt>
                <c:pt idx="4680">
                  <c:v>39426</c:v>
                </c:pt>
                <c:pt idx="4681">
                  <c:v>39427</c:v>
                </c:pt>
                <c:pt idx="4682">
                  <c:v>39428</c:v>
                </c:pt>
                <c:pt idx="4683">
                  <c:v>39429</c:v>
                </c:pt>
                <c:pt idx="4684">
                  <c:v>39430</c:v>
                </c:pt>
                <c:pt idx="4685">
                  <c:v>39433</c:v>
                </c:pt>
                <c:pt idx="4686">
                  <c:v>39434</c:v>
                </c:pt>
                <c:pt idx="4687">
                  <c:v>39435</c:v>
                </c:pt>
                <c:pt idx="4688">
                  <c:v>39436</c:v>
                </c:pt>
                <c:pt idx="4689">
                  <c:v>39437</c:v>
                </c:pt>
                <c:pt idx="4690">
                  <c:v>39440</c:v>
                </c:pt>
                <c:pt idx="4691">
                  <c:v>39441</c:v>
                </c:pt>
                <c:pt idx="4692">
                  <c:v>39442</c:v>
                </c:pt>
                <c:pt idx="4693">
                  <c:v>39443</c:v>
                </c:pt>
                <c:pt idx="4694">
                  <c:v>39444</c:v>
                </c:pt>
                <c:pt idx="4695">
                  <c:v>39447</c:v>
                </c:pt>
                <c:pt idx="4696">
                  <c:v>39448</c:v>
                </c:pt>
                <c:pt idx="4697">
                  <c:v>39449</c:v>
                </c:pt>
                <c:pt idx="4698">
                  <c:v>39450</c:v>
                </c:pt>
                <c:pt idx="4699">
                  <c:v>39451</c:v>
                </c:pt>
                <c:pt idx="4700">
                  <c:v>39454</c:v>
                </c:pt>
                <c:pt idx="4701">
                  <c:v>39455</c:v>
                </c:pt>
                <c:pt idx="4702">
                  <c:v>39456</c:v>
                </c:pt>
                <c:pt idx="4703">
                  <c:v>39457</c:v>
                </c:pt>
                <c:pt idx="4704">
                  <c:v>39458</c:v>
                </c:pt>
                <c:pt idx="4705">
                  <c:v>39461</c:v>
                </c:pt>
                <c:pt idx="4706">
                  <c:v>39462</c:v>
                </c:pt>
                <c:pt idx="4707">
                  <c:v>39463</c:v>
                </c:pt>
                <c:pt idx="4708">
                  <c:v>39464</c:v>
                </c:pt>
                <c:pt idx="4709">
                  <c:v>39465</c:v>
                </c:pt>
                <c:pt idx="4710">
                  <c:v>39468</c:v>
                </c:pt>
                <c:pt idx="4711">
                  <c:v>39469</c:v>
                </c:pt>
                <c:pt idx="4712">
                  <c:v>39470</c:v>
                </c:pt>
                <c:pt idx="4713">
                  <c:v>39471</c:v>
                </c:pt>
                <c:pt idx="4714">
                  <c:v>39472</c:v>
                </c:pt>
                <c:pt idx="4715">
                  <c:v>39475</c:v>
                </c:pt>
                <c:pt idx="4716">
                  <c:v>39476</c:v>
                </c:pt>
                <c:pt idx="4717">
                  <c:v>39477</c:v>
                </c:pt>
                <c:pt idx="4718">
                  <c:v>39478</c:v>
                </c:pt>
                <c:pt idx="4719">
                  <c:v>39479</c:v>
                </c:pt>
                <c:pt idx="4720">
                  <c:v>39482</c:v>
                </c:pt>
                <c:pt idx="4721">
                  <c:v>39483</c:v>
                </c:pt>
                <c:pt idx="4722">
                  <c:v>39484</c:v>
                </c:pt>
                <c:pt idx="4723">
                  <c:v>39485</c:v>
                </c:pt>
                <c:pt idx="4724">
                  <c:v>39486</c:v>
                </c:pt>
                <c:pt idx="4725">
                  <c:v>39489</c:v>
                </c:pt>
                <c:pt idx="4726">
                  <c:v>39490</c:v>
                </c:pt>
                <c:pt idx="4727">
                  <c:v>39491</c:v>
                </c:pt>
                <c:pt idx="4728">
                  <c:v>39492</c:v>
                </c:pt>
                <c:pt idx="4729">
                  <c:v>39493</c:v>
                </c:pt>
                <c:pt idx="4730">
                  <c:v>39496</c:v>
                </c:pt>
                <c:pt idx="4731">
                  <c:v>39497</c:v>
                </c:pt>
                <c:pt idx="4732">
                  <c:v>39498</c:v>
                </c:pt>
                <c:pt idx="4733">
                  <c:v>39499</c:v>
                </c:pt>
                <c:pt idx="4734">
                  <c:v>39500</c:v>
                </c:pt>
                <c:pt idx="4735">
                  <c:v>39503</c:v>
                </c:pt>
                <c:pt idx="4736">
                  <c:v>39504</c:v>
                </c:pt>
                <c:pt idx="4737">
                  <c:v>39505</c:v>
                </c:pt>
                <c:pt idx="4738">
                  <c:v>39506</c:v>
                </c:pt>
                <c:pt idx="4739">
                  <c:v>39507</c:v>
                </c:pt>
                <c:pt idx="4740">
                  <c:v>39510</c:v>
                </c:pt>
                <c:pt idx="4741">
                  <c:v>39511</c:v>
                </c:pt>
                <c:pt idx="4742">
                  <c:v>39512</c:v>
                </c:pt>
                <c:pt idx="4743">
                  <c:v>39513</c:v>
                </c:pt>
                <c:pt idx="4744">
                  <c:v>39514</c:v>
                </c:pt>
                <c:pt idx="4745">
                  <c:v>39517</c:v>
                </c:pt>
                <c:pt idx="4746">
                  <c:v>39518</c:v>
                </c:pt>
                <c:pt idx="4747">
                  <c:v>39519</c:v>
                </c:pt>
                <c:pt idx="4748">
                  <c:v>39520</c:v>
                </c:pt>
                <c:pt idx="4749">
                  <c:v>39521</c:v>
                </c:pt>
                <c:pt idx="4750">
                  <c:v>39524</c:v>
                </c:pt>
                <c:pt idx="4751">
                  <c:v>39525</c:v>
                </c:pt>
                <c:pt idx="4752">
                  <c:v>39526</c:v>
                </c:pt>
                <c:pt idx="4753">
                  <c:v>39527</c:v>
                </c:pt>
                <c:pt idx="4754">
                  <c:v>39528</c:v>
                </c:pt>
                <c:pt idx="4755">
                  <c:v>39531</c:v>
                </c:pt>
                <c:pt idx="4756">
                  <c:v>39532</c:v>
                </c:pt>
                <c:pt idx="4757">
                  <c:v>39533</c:v>
                </c:pt>
                <c:pt idx="4758">
                  <c:v>39534</c:v>
                </c:pt>
                <c:pt idx="4759">
                  <c:v>39535</c:v>
                </c:pt>
                <c:pt idx="4760">
                  <c:v>39538</c:v>
                </c:pt>
                <c:pt idx="4761">
                  <c:v>39539</c:v>
                </c:pt>
                <c:pt idx="4762">
                  <c:v>39540</c:v>
                </c:pt>
                <c:pt idx="4763">
                  <c:v>39541</c:v>
                </c:pt>
                <c:pt idx="4764">
                  <c:v>39542</c:v>
                </c:pt>
                <c:pt idx="4765">
                  <c:v>39545</c:v>
                </c:pt>
                <c:pt idx="4766">
                  <c:v>39546</c:v>
                </c:pt>
                <c:pt idx="4767">
                  <c:v>39547</c:v>
                </c:pt>
                <c:pt idx="4768">
                  <c:v>39548</c:v>
                </c:pt>
                <c:pt idx="4769">
                  <c:v>39549</c:v>
                </c:pt>
                <c:pt idx="4770">
                  <c:v>39552</c:v>
                </c:pt>
                <c:pt idx="4771">
                  <c:v>39553</c:v>
                </c:pt>
                <c:pt idx="4772">
                  <c:v>39554</c:v>
                </c:pt>
                <c:pt idx="4773">
                  <c:v>39555</c:v>
                </c:pt>
                <c:pt idx="4774">
                  <c:v>39556</c:v>
                </c:pt>
                <c:pt idx="4775">
                  <c:v>39559</c:v>
                </c:pt>
                <c:pt idx="4776">
                  <c:v>39560</c:v>
                </c:pt>
                <c:pt idx="4777">
                  <c:v>39561</c:v>
                </c:pt>
                <c:pt idx="4778">
                  <c:v>39562</c:v>
                </c:pt>
                <c:pt idx="4779">
                  <c:v>39563</c:v>
                </c:pt>
                <c:pt idx="4780">
                  <c:v>39566</c:v>
                </c:pt>
                <c:pt idx="4781">
                  <c:v>39567</c:v>
                </c:pt>
                <c:pt idx="4782">
                  <c:v>39568</c:v>
                </c:pt>
                <c:pt idx="4783">
                  <c:v>39569</c:v>
                </c:pt>
                <c:pt idx="4784">
                  <c:v>39570</c:v>
                </c:pt>
                <c:pt idx="4785">
                  <c:v>39573</c:v>
                </c:pt>
                <c:pt idx="4786">
                  <c:v>39574</c:v>
                </c:pt>
                <c:pt idx="4787">
                  <c:v>39575</c:v>
                </c:pt>
                <c:pt idx="4788">
                  <c:v>39576</c:v>
                </c:pt>
                <c:pt idx="4789">
                  <c:v>39577</c:v>
                </c:pt>
                <c:pt idx="4790">
                  <c:v>39580</c:v>
                </c:pt>
                <c:pt idx="4791">
                  <c:v>39581</c:v>
                </c:pt>
                <c:pt idx="4792">
                  <c:v>39582</c:v>
                </c:pt>
                <c:pt idx="4793">
                  <c:v>39583</c:v>
                </c:pt>
                <c:pt idx="4794">
                  <c:v>39584</c:v>
                </c:pt>
                <c:pt idx="4795">
                  <c:v>39587</c:v>
                </c:pt>
                <c:pt idx="4796">
                  <c:v>39588</c:v>
                </c:pt>
                <c:pt idx="4797">
                  <c:v>39589</c:v>
                </c:pt>
                <c:pt idx="4798">
                  <c:v>39590</c:v>
                </c:pt>
                <c:pt idx="4799">
                  <c:v>39591</c:v>
                </c:pt>
                <c:pt idx="4800">
                  <c:v>39594</c:v>
                </c:pt>
                <c:pt idx="4801">
                  <c:v>39595</c:v>
                </c:pt>
                <c:pt idx="4802">
                  <c:v>39596</c:v>
                </c:pt>
                <c:pt idx="4803">
                  <c:v>39597</c:v>
                </c:pt>
                <c:pt idx="4804">
                  <c:v>39598</c:v>
                </c:pt>
                <c:pt idx="4805">
                  <c:v>39601</c:v>
                </c:pt>
                <c:pt idx="4806">
                  <c:v>39602</c:v>
                </c:pt>
                <c:pt idx="4807">
                  <c:v>39603</c:v>
                </c:pt>
                <c:pt idx="4808">
                  <c:v>39604</c:v>
                </c:pt>
                <c:pt idx="4809">
                  <c:v>39605</c:v>
                </c:pt>
                <c:pt idx="4810">
                  <c:v>39608</c:v>
                </c:pt>
                <c:pt idx="4811">
                  <c:v>39609</c:v>
                </c:pt>
                <c:pt idx="4812">
                  <c:v>39610</c:v>
                </c:pt>
                <c:pt idx="4813">
                  <c:v>39611</c:v>
                </c:pt>
                <c:pt idx="4814">
                  <c:v>39612</c:v>
                </c:pt>
                <c:pt idx="4815">
                  <c:v>39615</c:v>
                </c:pt>
                <c:pt idx="4816">
                  <c:v>39616</c:v>
                </c:pt>
                <c:pt idx="4817">
                  <c:v>39617</c:v>
                </c:pt>
                <c:pt idx="4818">
                  <c:v>39618</c:v>
                </c:pt>
                <c:pt idx="4819">
                  <c:v>39619</c:v>
                </c:pt>
                <c:pt idx="4820">
                  <c:v>39622</c:v>
                </c:pt>
                <c:pt idx="4821">
                  <c:v>39623</c:v>
                </c:pt>
                <c:pt idx="4822">
                  <c:v>39624</c:v>
                </c:pt>
                <c:pt idx="4823">
                  <c:v>39625</c:v>
                </c:pt>
                <c:pt idx="4824">
                  <c:v>39626</c:v>
                </c:pt>
                <c:pt idx="4825">
                  <c:v>39629</c:v>
                </c:pt>
                <c:pt idx="4826">
                  <c:v>39630</c:v>
                </c:pt>
                <c:pt idx="4827">
                  <c:v>39631</c:v>
                </c:pt>
                <c:pt idx="4828">
                  <c:v>39632</c:v>
                </c:pt>
                <c:pt idx="4829">
                  <c:v>39633</c:v>
                </c:pt>
                <c:pt idx="4830">
                  <c:v>39636</c:v>
                </c:pt>
                <c:pt idx="4831">
                  <c:v>39637</c:v>
                </c:pt>
                <c:pt idx="4832">
                  <c:v>39638</c:v>
                </c:pt>
                <c:pt idx="4833">
                  <c:v>39639</c:v>
                </c:pt>
                <c:pt idx="4834">
                  <c:v>39640</c:v>
                </c:pt>
                <c:pt idx="4835">
                  <c:v>39643</c:v>
                </c:pt>
                <c:pt idx="4836">
                  <c:v>39644</c:v>
                </c:pt>
                <c:pt idx="4837">
                  <c:v>39645</c:v>
                </c:pt>
                <c:pt idx="4838">
                  <c:v>39646</c:v>
                </c:pt>
                <c:pt idx="4839">
                  <c:v>39647</c:v>
                </c:pt>
                <c:pt idx="4840">
                  <c:v>39650</c:v>
                </c:pt>
                <c:pt idx="4841">
                  <c:v>39651</c:v>
                </c:pt>
                <c:pt idx="4842">
                  <c:v>39652</c:v>
                </c:pt>
                <c:pt idx="4843">
                  <c:v>39653</c:v>
                </c:pt>
                <c:pt idx="4844">
                  <c:v>39654</c:v>
                </c:pt>
                <c:pt idx="4845">
                  <c:v>39657</c:v>
                </c:pt>
                <c:pt idx="4846">
                  <c:v>39658</c:v>
                </c:pt>
                <c:pt idx="4847">
                  <c:v>39659</c:v>
                </c:pt>
                <c:pt idx="4848">
                  <c:v>39660</c:v>
                </c:pt>
                <c:pt idx="4849">
                  <c:v>39661</c:v>
                </c:pt>
                <c:pt idx="4850">
                  <c:v>39664</c:v>
                </c:pt>
                <c:pt idx="4851">
                  <c:v>39665</c:v>
                </c:pt>
                <c:pt idx="4852">
                  <c:v>39666</c:v>
                </c:pt>
                <c:pt idx="4853">
                  <c:v>39667</c:v>
                </c:pt>
                <c:pt idx="4854">
                  <c:v>39668</c:v>
                </c:pt>
                <c:pt idx="4855">
                  <c:v>39671</c:v>
                </c:pt>
                <c:pt idx="4856">
                  <c:v>39672</c:v>
                </c:pt>
                <c:pt idx="4857">
                  <c:v>39673</c:v>
                </c:pt>
                <c:pt idx="4858">
                  <c:v>39674</c:v>
                </c:pt>
                <c:pt idx="4859">
                  <c:v>39675</c:v>
                </c:pt>
                <c:pt idx="4860">
                  <c:v>39678</c:v>
                </c:pt>
                <c:pt idx="4861">
                  <c:v>39679</c:v>
                </c:pt>
                <c:pt idx="4862">
                  <c:v>39680</c:v>
                </c:pt>
                <c:pt idx="4863">
                  <c:v>39681</c:v>
                </c:pt>
                <c:pt idx="4864">
                  <c:v>39682</c:v>
                </c:pt>
                <c:pt idx="4865">
                  <c:v>39685</c:v>
                </c:pt>
                <c:pt idx="4866">
                  <c:v>39686</c:v>
                </c:pt>
                <c:pt idx="4867">
                  <c:v>39687</c:v>
                </c:pt>
                <c:pt idx="4868">
                  <c:v>39688</c:v>
                </c:pt>
                <c:pt idx="4869">
                  <c:v>39689</c:v>
                </c:pt>
                <c:pt idx="4870">
                  <c:v>39692</c:v>
                </c:pt>
                <c:pt idx="4871">
                  <c:v>39693</c:v>
                </c:pt>
                <c:pt idx="4872">
                  <c:v>39694</c:v>
                </c:pt>
                <c:pt idx="4873">
                  <c:v>39695</c:v>
                </c:pt>
                <c:pt idx="4874">
                  <c:v>39696</c:v>
                </c:pt>
                <c:pt idx="4875">
                  <c:v>39699</c:v>
                </c:pt>
                <c:pt idx="4876">
                  <c:v>39700</c:v>
                </c:pt>
                <c:pt idx="4877">
                  <c:v>39701</c:v>
                </c:pt>
                <c:pt idx="4878">
                  <c:v>39702</c:v>
                </c:pt>
                <c:pt idx="4879">
                  <c:v>39703</c:v>
                </c:pt>
                <c:pt idx="4880">
                  <c:v>39706</c:v>
                </c:pt>
                <c:pt idx="4881">
                  <c:v>39707</c:v>
                </c:pt>
                <c:pt idx="4882">
                  <c:v>39708</c:v>
                </c:pt>
                <c:pt idx="4883">
                  <c:v>39709</c:v>
                </c:pt>
                <c:pt idx="4884">
                  <c:v>39710</c:v>
                </c:pt>
                <c:pt idx="4885">
                  <c:v>39713</c:v>
                </c:pt>
                <c:pt idx="4886">
                  <c:v>39714</c:v>
                </c:pt>
                <c:pt idx="4887">
                  <c:v>39715</c:v>
                </c:pt>
                <c:pt idx="4888">
                  <c:v>39716</c:v>
                </c:pt>
                <c:pt idx="4889">
                  <c:v>39717</c:v>
                </c:pt>
                <c:pt idx="4890">
                  <c:v>39720</c:v>
                </c:pt>
                <c:pt idx="4891">
                  <c:v>39721</c:v>
                </c:pt>
                <c:pt idx="4892">
                  <c:v>39722</c:v>
                </c:pt>
                <c:pt idx="4893">
                  <c:v>39723</c:v>
                </c:pt>
                <c:pt idx="4894">
                  <c:v>39724</c:v>
                </c:pt>
                <c:pt idx="4895">
                  <c:v>39727</c:v>
                </c:pt>
                <c:pt idx="4896">
                  <c:v>39728</c:v>
                </c:pt>
                <c:pt idx="4897">
                  <c:v>39729</c:v>
                </c:pt>
                <c:pt idx="4898">
                  <c:v>39730</c:v>
                </c:pt>
                <c:pt idx="4899">
                  <c:v>39731</c:v>
                </c:pt>
                <c:pt idx="4900">
                  <c:v>39734</c:v>
                </c:pt>
                <c:pt idx="4901">
                  <c:v>39735</c:v>
                </c:pt>
                <c:pt idx="4902">
                  <c:v>39736</c:v>
                </c:pt>
                <c:pt idx="4903">
                  <c:v>39737</c:v>
                </c:pt>
                <c:pt idx="4904">
                  <c:v>39738</c:v>
                </c:pt>
                <c:pt idx="4905">
                  <c:v>39741</c:v>
                </c:pt>
                <c:pt idx="4906">
                  <c:v>39742</c:v>
                </c:pt>
                <c:pt idx="4907">
                  <c:v>39743</c:v>
                </c:pt>
                <c:pt idx="4908">
                  <c:v>39744</c:v>
                </c:pt>
                <c:pt idx="4909">
                  <c:v>39745</c:v>
                </c:pt>
                <c:pt idx="4910">
                  <c:v>39748</c:v>
                </c:pt>
                <c:pt idx="4911">
                  <c:v>39749</c:v>
                </c:pt>
                <c:pt idx="4912">
                  <c:v>39750</c:v>
                </c:pt>
                <c:pt idx="4913">
                  <c:v>39751</c:v>
                </c:pt>
                <c:pt idx="4914">
                  <c:v>39752</c:v>
                </c:pt>
                <c:pt idx="4915">
                  <c:v>39755</c:v>
                </c:pt>
                <c:pt idx="4916">
                  <c:v>39756</c:v>
                </c:pt>
                <c:pt idx="4917">
                  <c:v>39757</c:v>
                </c:pt>
                <c:pt idx="4918">
                  <c:v>39758</c:v>
                </c:pt>
                <c:pt idx="4919">
                  <c:v>39759</c:v>
                </c:pt>
                <c:pt idx="4920">
                  <c:v>39762</c:v>
                </c:pt>
                <c:pt idx="4921">
                  <c:v>39763</c:v>
                </c:pt>
                <c:pt idx="4922">
                  <c:v>39764</c:v>
                </c:pt>
                <c:pt idx="4923">
                  <c:v>39765</c:v>
                </c:pt>
                <c:pt idx="4924">
                  <c:v>39766</c:v>
                </c:pt>
                <c:pt idx="4925">
                  <c:v>39769</c:v>
                </c:pt>
                <c:pt idx="4926">
                  <c:v>39770</c:v>
                </c:pt>
                <c:pt idx="4927">
                  <c:v>39771</c:v>
                </c:pt>
                <c:pt idx="4928">
                  <c:v>39772</c:v>
                </c:pt>
                <c:pt idx="4929">
                  <c:v>39773</c:v>
                </c:pt>
                <c:pt idx="4930">
                  <c:v>39776</c:v>
                </c:pt>
                <c:pt idx="4931">
                  <c:v>39777</c:v>
                </c:pt>
                <c:pt idx="4932">
                  <c:v>39778</c:v>
                </c:pt>
                <c:pt idx="4933">
                  <c:v>39779</c:v>
                </c:pt>
                <c:pt idx="4934">
                  <c:v>39780</c:v>
                </c:pt>
                <c:pt idx="4935">
                  <c:v>39783</c:v>
                </c:pt>
                <c:pt idx="4936">
                  <c:v>39784</c:v>
                </c:pt>
                <c:pt idx="4937">
                  <c:v>39785</c:v>
                </c:pt>
                <c:pt idx="4938">
                  <c:v>39786</c:v>
                </c:pt>
                <c:pt idx="4939">
                  <c:v>39787</c:v>
                </c:pt>
                <c:pt idx="4940">
                  <c:v>39790</c:v>
                </c:pt>
                <c:pt idx="4941">
                  <c:v>39791</c:v>
                </c:pt>
                <c:pt idx="4942">
                  <c:v>39792</c:v>
                </c:pt>
                <c:pt idx="4943">
                  <c:v>39793</c:v>
                </c:pt>
                <c:pt idx="4944">
                  <c:v>39794</c:v>
                </c:pt>
                <c:pt idx="4945">
                  <c:v>39797</c:v>
                </c:pt>
                <c:pt idx="4946">
                  <c:v>39798</c:v>
                </c:pt>
                <c:pt idx="4947">
                  <c:v>39799</c:v>
                </c:pt>
                <c:pt idx="4948">
                  <c:v>39800</c:v>
                </c:pt>
                <c:pt idx="4949">
                  <c:v>39801</c:v>
                </c:pt>
                <c:pt idx="4950">
                  <c:v>39804</c:v>
                </c:pt>
                <c:pt idx="4951">
                  <c:v>39805</c:v>
                </c:pt>
                <c:pt idx="4952">
                  <c:v>39806</c:v>
                </c:pt>
                <c:pt idx="4953">
                  <c:v>39807</c:v>
                </c:pt>
                <c:pt idx="4954">
                  <c:v>39808</c:v>
                </c:pt>
                <c:pt idx="4955">
                  <c:v>39811</c:v>
                </c:pt>
                <c:pt idx="4956">
                  <c:v>39812</c:v>
                </c:pt>
                <c:pt idx="4957">
                  <c:v>39813</c:v>
                </c:pt>
                <c:pt idx="4958">
                  <c:v>39814</c:v>
                </c:pt>
                <c:pt idx="4959">
                  <c:v>39815</c:v>
                </c:pt>
                <c:pt idx="4960">
                  <c:v>39818</c:v>
                </c:pt>
                <c:pt idx="4961">
                  <c:v>39819</c:v>
                </c:pt>
                <c:pt idx="4962">
                  <c:v>39820</c:v>
                </c:pt>
                <c:pt idx="4963">
                  <c:v>39821</c:v>
                </c:pt>
                <c:pt idx="4964">
                  <c:v>39822</c:v>
                </c:pt>
                <c:pt idx="4965">
                  <c:v>39825</c:v>
                </c:pt>
                <c:pt idx="4966">
                  <c:v>39826</c:v>
                </c:pt>
                <c:pt idx="4967">
                  <c:v>39827</c:v>
                </c:pt>
                <c:pt idx="4968">
                  <c:v>39828</c:v>
                </c:pt>
                <c:pt idx="4969">
                  <c:v>39829</c:v>
                </c:pt>
                <c:pt idx="4970">
                  <c:v>39832</c:v>
                </c:pt>
                <c:pt idx="4971">
                  <c:v>39833</c:v>
                </c:pt>
                <c:pt idx="4972">
                  <c:v>39834</c:v>
                </c:pt>
                <c:pt idx="4973">
                  <c:v>39835</c:v>
                </c:pt>
                <c:pt idx="4974">
                  <c:v>39836</c:v>
                </c:pt>
                <c:pt idx="4975">
                  <c:v>39839</c:v>
                </c:pt>
                <c:pt idx="4976">
                  <c:v>39840</c:v>
                </c:pt>
                <c:pt idx="4977">
                  <c:v>39841</c:v>
                </c:pt>
                <c:pt idx="4978">
                  <c:v>39842</c:v>
                </c:pt>
                <c:pt idx="4979">
                  <c:v>39843</c:v>
                </c:pt>
                <c:pt idx="4980">
                  <c:v>39846</c:v>
                </c:pt>
                <c:pt idx="4981">
                  <c:v>39847</c:v>
                </c:pt>
                <c:pt idx="4982">
                  <c:v>39848</c:v>
                </c:pt>
                <c:pt idx="4983">
                  <c:v>39849</c:v>
                </c:pt>
                <c:pt idx="4984">
                  <c:v>39850</c:v>
                </c:pt>
                <c:pt idx="4985">
                  <c:v>39853</c:v>
                </c:pt>
                <c:pt idx="4986">
                  <c:v>39854</c:v>
                </c:pt>
                <c:pt idx="4987">
                  <c:v>39855</c:v>
                </c:pt>
                <c:pt idx="4988">
                  <c:v>39856</c:v>
                </c:pt>
                <c:pt idx="4989">
                  <c:v>39857</c:v>
                </c:pt>
                <c:pt idx="4990">
                  <c:v>39860</c:v>
                </c:pt>
                <c:pt idx="4991">
                  <c:v>39861</c:v>
                </c:pt>
                <c:pt idx="4992">
                  <c:v>39862</c:v>
                </c:pt>
                <c:pt idx="4993">
                  <c:v>39863</c:v>
                </c:pt>
                <c:pt idx="4994">
                  <c:v>39864</c:v>
                </c:pt>
                <c:pt idx="4995">
                  <c:v>39867</c:v>
                </c:pt>
                <c:pt idx="4996">
                  <c:v>39868</c:v>
                </c:pt>
                <c:pt idx="4997">
                  <c:v>39869</c:v>
                </c:pt>
                <c:pt idx="4998">
                  <c:v>39870</c:v>
                </c:pt>
                <c:pt idx="4999">
                  <c:v>39871</c:v>
                </c:pt>
                <c:pt idx="5000">
                  <c:v>39874</c:v>
                </c:pt>
                <c:pt idx="5001">
                  <c:v>39875</c:v>
                </c:pt>
                <c:pt idx="5002">
                  <c:v>39876</c:v>
                </c:pt>
                <c:pt idx="5003">
                  <c:v>39877</c:v>
                </c:pt>
                <c:pt idx="5004">
                  <c:v>39878</c:v>
                </c:pt>
                <c:pt idx="5005">
                  <c:v>39881</c:v>
                </c:pt>
                <c:pt idx="5006">
                  <c:v>39882</c:v>
                </c:pt>
                <c:pt idx="5007">
                  <c:v>39883</c:v>
                </c:pt>
                <c:pt idx="5008">
                  <c:v>39884</c:v>
                </c:pt>
                <c:pt idx="5009">
                  <c:v>39885</c:v>
                </c:pt>
                <c:pt idx="5010">
                  <c:v>39888</c:v>
                </c:pt>
                <c:pt idx="5011">
                  <c:v>39889</c:v>
                </c:pt>
                <c:pt idx="5012">
                  <c:v>39890</c:v>
                </c:pt>
                <c:pt idx="5013">
                  <c:v>39891</c:v>
                </c:pt>
                <c:pt idx="5014">
                  <c:v>39892</c:v>
                </c:pt>
                <c:pt idx="5015">
                  <c:v>39895</c:v>
                </c:pt>
                <c:pt idx="5016">
                  <c:v>39896</c:v>
                </c:pt>
                <c:pt idx="5017">
                  <c:v>39897</c:v>
                </c:pt>
                <c:pt idx="5018">
                  <c:v>39898</c:v>
                </c:pt>
                <c:pt idx="5019">
                  <c:v>39899</c:v>
                </c:pt>
                <c:pt idx="5020">
                  <c:v>39902</c:v>
                </c:pt>
                <c:pt idx="5021">
                  <c:v>39903</c:v>
                </c:pt>
                <c:pt idx="5022">
                  <c:v>39904</c:v>
                </c:pt>
                <c:pt idx="5023">
                  <c:v>39905</c:v>
                </c:pt>
                <c:pt idx="5024">
                  <c:v>39906</c:v>
                </c:pt>
                <c:pt idx="5025">
                  <c:v>39909</c:v>
                </c:pt>
                <c:pt idx="5026">
                  <c:v>39910</c:v>
                </c:pt>
                <c:pt idx="5027">
                  <c:v>39911</c:v>
                </c:pt>
                <c:pt idx="5028">
                  <c:v>39912</c:v>
                </c:pt>
                <c:pt idx="5029">
                  <c:v>39913</c:v>
                </c:pt>
                <c:pt idx="5030">
                  <c:v>39916</c:v>
                </c:pt>
                <c:pt idx="5031">
                  <c:v>39917</c:v>
                </c:pt>
                <c:pt idx="5032">
                  <c:v>39918</c:v>
                </c:pt>
                <c:pt idx="5033">
                  <c:v>39919</c:v>
                </c:pt>
                <c:pt idx="5034">
                  <c:v>39920</c:v>
                </c:pt>
                <c:pt idx="5035">
                  <c:v>39923</c:v>
                </c:pt>
                <c:pt idx="5036">
                  <c:v>39924</c:v>
                </c:pt>
                <c:pt idx="5037">
                  <c:v>39925</c:v>
                </c:pt>
                <c:pt idx="5038">
                  <c:v>39926</c:v>
                </c:pt>
                <c:pt idx="5039">
                  <c:v>39927</c:v>
                </c:pt>
                <c:pt idx="5040">
                  <c:v>39930</c:v>
                </c:pt>
                <c:pt idx="5041">
                  <c:v>39931</c:v>
                </c:pt>
                <c:pt idx="5042">
                  <c:v>39932</c:v>
                </c:pt>
                <c:pt idx="5043">
                  <c:v>39933</c:v>
                </c:pt>
                <c:pt idx="5044">
                  <c:v>39934</c:v>
                </c:pt>
                <c:pt idx="5045">
                  <c:v>39937</c:v>
                </c:pt>
                <c:pt idx="5046">
                  <c:v>39938</c:v>
                </c:pt>
                <c:pt idx="5047">
                  <c:v>39939</c:v>
                </c:pt>
                <c:pt idx="5048">
                  <c:v>39940</c:v>
                </c:pt>
                <c:pt idx="5049">
                  <c:v>39941</c:v>
                </c:pt>
                <c:pt idx="5050">
                  <c:v>39944</c:v>
                </c:pt>
                <c:pt idx="5051">
                  <c:v>39945</c:v>
                </c:pt>
                <c:pt idx="5052">
                  <c:v>39946</c:v>
                </c:pt>
                <c:pt idx="5053">
                  <c:v>39947</c:v>
                </c:pt>
                <c:pt idx="5054">
                  <c:v>39948</c:v>
                </c:pt>
                <c:pt idx="5055">
                  <c:v>39951</c:v>
                </c:pt>
                <c:pt idx="5056">
                  <c:v>39952</c:v>
                </c:pt>
                <c:pt idx="5057">
                  <c:v>39953</c:v>
                </c:pt>
                <c:pt idx="5058">
                  <c:v>39954</c:v>
                </c:pt>
                <c:pt idx="5059">
                  <c:v>39955</c:v>
                </c:pt>
                <c:pt idx="5060">
                  <c:v>39958</c:v>
                </c:pt>
                <c:pt idx="5061">
                  <c:v>39959</c:v>
                </c:pt>
                <c:pt idx="5062">
                  <c:v>39960</c:v>
                </c:pt>
                <c:pt idx="5063">
                  <c:v>39961</c:v>
                </c:pt>
                <c:pt idx="5064">
                  <c:v>39962</c:v>
                </c:pt>
                <c:pt idx="5065">
                  <c:v>39965</c:v>
                </c:pt>
                <c:pt idx="5066">
                  <c:v>39966</c:v>
                </c:pt>
                <c:pt idx="5067">
                  <c:v>39967</c:v>
                </c:pt>
                <c:pt idx="5068">
                  <c:v>39968</c:v>
                </c:pt>
                <c:pt idx="5069">
                  <c:v>39969</c:v>
                </c:pt>
                <c:pt idx="5070">
                  <c:v>39972</c:v>
                </c:pt>
                <c:pt idx="5071">
                  <c:v>39973</c:v>
                </c:pt>
                <c:pt idx="5072">
                  <c:v>39974</c:v>
                </c:pt>
                <c:pt idx="5073">
                  <c:v>39975</c:v>
                </c:pt>
                <c:pt idx="5074">
                  <c:v>39976</c:v>
                </c:pt>
                <c:pt idx="5075">
                  <c:v>39979</c:v>
                </c:pt>
                <c:pt idx="5076">
                  <c:v>39980</c:v>
                </c:pt>
                <c:pt idx="5077">
                  <c:v>39981</c:v>
                </c:pt>
                <c:pt idx="5078">
                  <c:v>39982</c:v>
                </c:pt>
                <c:pt idx="5079">
                  <c:v>39983</c:v>
                </c:pt>
                <c:pt idx="5080">
                  <c:v>39986</c:v>
                </c:pt>
                <c:pt idx="5081">
                  <c:v>39987</c:v>
                </c:pt>
                <c:pt idx="5082">
                  <c:v>39988</c:v>
                </c:pt>
                <c:pt idx="5083">
                  <c:v>39989</c:v>
                </c:pt>
                <c:pt idx="5084">
                  <c:v>39990</c:v>
                </c:pt>
                <c:pt idx="5085">
                  <c:v>39993</c:v>
                </c:pt>
                <c:pt idx="5086">
                  <c:v>39994</c:v>
                </c:pt>
                <c:pt idx="5087">
                  <c:v>39995</c:v>
                </c:pt>
                <c:pt idx="5088">
                  <c:v>39996</c:v>
                </c:pt>
                <c:pt idx="5089">
                  <c:v>39997</c:v>
                </c:pt>
                <c:pt idx="5090">
                  <c:v>40000</c:v>
                </c:pt>
                <c:pt idx="5091">
                  <c:v>40001</c:v>
                </c:pt>
                <c:pt idx="5092">
                  <c:v>40002</c:v>
                </c:pt>
                <c:pt idx="5093">
                  <c:v>40003</c:v>
                </c:pt>
                <c:pt idx="5094">
                  <c:v>40004</c:v>
                </c:pt>
                <c:pt idx="5095">
                  <c:v>40007</c:v>
                </c:pt>
                <c:pt idx="5096">
                  <c:v>40008</c:v>
                </c:pt>
                <c:pt idx="5097">
                  <c:v>40009</c:v>
                </c:pt>
                <c:pt idx="5098">
                  <c:v>40010</c:v>
                </c:pt>
                <c:pt idx="5099">
                  <c:v>40011</c:v>
                </c:pt>
                <c:pt idx="5100">
                  <c:v>40014</c:v>
                </c:pt>
                <c:pt idx="5101">
                  <c:v>40015</c:v>
                </c:pt>
                <c:pt idx="5102">
                  <c:v>40016</c:v>
                </c:pt>
                <c:pt idx="5103">
                  <c:v>40017</c:v>
                </c:pt>
                <c:pt idx="5104">
                  <c:v>40018</c:v>
                </c:pt>
                <c:pt idx="5105">
                  <c:v>40021</c:v>
                </c:pt>
                <c:pt idx="5106">
                  <c:v>40022</c:v>
                </c:pt>
                <c:pt idx="5107">
                  <c:v>40023</c:v>
                </c:pt>
                <c:pt idx="5108">
                  <c:v>40024</c:v>
                </c:pt>
                <c:pt idx="5109">
                  <c:v>40025</c:v>
                </c:pt>
                <c:pt idx="5110">
                  <c:v>40028</c:v>
                </c:pt>
                <c:pt idx="5111">
                  <c:v>40029</c:v>
                </c:pt>
                <c:pt idx="5112">
                  <c:v>40030</c:v>
                </c:pt>
                <c:pt idx="5113">
                  <c:v>40031</c:v>
                </c:pt>
                <c:pt idx="5114">
                  <c:v>40032</c:v>
                </c:pt>
                <c:pt idx="5115">
                  <c:v>40035</c:v>
                </c:pt>
                <c:pt idx="5116">
                  <c:v>40036</c:v>
                </c:pt>
                <c:pt idx="5117">
                  <c:v>40037</c:v>
                </c:pt>
                <c:pt idx="5118">
                  <c:v>40038</c:v>
                </c:pt>
                <c:pt idx="5119">
                  <c:v>40039</c:v>
                </c:pt>
                <c:pt idx="5120">
                  <c:v>40042</c:v>
                </c:pt>
                <c:pt idx="5121">
                  <c:v>40043</c:v>
                </c:pt>
                <c:pt idx="5122">
                  <c:v>40044</c:v>
                </c:pt>
                <c:pt idx="5123">
                  <c:v>40045</c:v>
                </c:pt>
                <c:pt idx="5124">
                  <c:v>40046</c:v>
                </c:pt>
                <c:pt idx="5125">
                  <c:v>40049</c:v>
                </c:pt>
                <c:pt idx="5126">
                  <c:v>40050</c:v>
                </c:pt>
                <c:pt idx="5127">
                  <c:v>40051</c:v>
                </c:pt>
                <c:pt idx="5128">
                  <c:v>40052</c:v>
                </c:pt>
                <c:pt idx="5129">
                  <c:v>40053</c:v>
                </c:pt>
                <c:pt idx="5130">
                  <c:v>40056</c:v>
                </c:pt>
                <c:pt idx="5131">
                  <c:v>40057</c:v>
                </c:pt>
                <c:pt idx="5132">
                  <c:v>40058</c:v>
                </c:pt>
                <c:pt idx="5133">
                  <c:v>40059</c:v>
                </c:pt>
                <c:pt idx="5134">
                  <c:v>40060</c:v>
                </c:pt>
                <c:pt idx="5135">
                  <c:v>40063</c:v>
                </c:pt>
                <c:pt idx="5136">
                  <c:v>40064</c:v>
                </c:pt>
                <c:pt idx="5137">
                  <c:v>40065</c:v>
                </c:pt>
                <c:pt idx="5138">
                  <c:v>40066</c:v>
                </c:pt>
                <c:pt idx="5139">
                  <c:v>40067</c:v>
                </c:pt>
                <c:pt idx="5140">
                  <c:v>40070</c:v>
                </c:pt>
                <c:pt idx="5141">
                  <c:v>40071</c:v>
                </c:pt>
                <c:pt idx="5142">
                  <c:v>40072</c:v>
                </c:pt>
                <c:pt idx="5143">
                  <c:v>40073</c:v>
                </c:pt>
                <c:pt idx="5144">
                  <c:v>40074</c:v>
                </c:pt>
                <c:pt idx="5145">
                  <c:v>40077</c:v>
                </c:pt>
                <c:pt idx="5146">
                  <c:v>40078</c:v>
                </c:pt>
                <c:pt idx="5147">
                  <c:v>40079</c:v>
                </c:pt>
                <c:pt idx="5148">
                  <c:v>40080</c:v>
                </c:pt>
                <c:pt idx="5149">
                  <c:v>40081</c:v>
                </c:pt>
                <c:pt idx="5150">
                  <c:v>40084</c:v>
                </c:pt>
                <c:pt idx="5151">
                  <c:v>40085</c:v>
                </c:pt>
                <c:pt idx="5152">
                  <c:v>40086</c:v>
                </c:pt>
                <c:pt idx="5153">
                  <c:v>40087</c:v>
                </c:pt>
                <c:pt idx="5154">
                  <c:v>40088</c:v>
                </c:pt>
                <c:pt idx="5155">
                  <c:v>40091</c:v>
                </c:pt>
                <c:pt idx="5156">
                  <c:v>40092</c:v>
                </c:pt>
                <c:pt idx="5157">
                  <c:v>40093</c:v>
                </c:pt>
                <c:pt idx="5158">
                  <c:v>40094</c:v>
                </c:pt>
                <c:pt idx="5159">
                  <c:v>40095</c:v>
                </c:pt>
                <c:pt idx="5160">
                  <c:v>40098</c:v>
                </c:pt>
                <c:pt idx="5161">
                  <c:v>40099</c:v>
                </c:pt>
                <c:pt idx="5162">
                  <c:v>40100</c:v>
                </c:pt>
                <c:pt idx="5163">
                  <c:v>40101</c:v>
                </c:pt>
                <c:pt idx="5164">
                  <c:v>40102</c:v>
                </c:pt>
                <c:pt idx="5165">
                  <c:v>40105</c:v>
                </c:pt>
                <c:pt idx="5166">
                  <c:v>40106</c:v>
                </c:pt>
                <c:pt idx="5167">
                  <c:v>40107</c:v>
                </c:pt>
                <c:pt idx="5168">
                  <c:v>40108</c:v>
                </c:pt>
                <c:pt idx="5169">
                  <c:v>40109</c:v>
                </c:pt>
                <c:pt idx="5170">
                  <c:v>40112</c:v>
                </c:pt>
                <c:pt idx="5171">
                  <c:v>40113</c:v>
                </c:pt>
                <c:pt idx="5172">
                  <c:v>40114</c:v>
                </c:pt>
                <c:pt idx="5173">
                  <c:v>40115</c:v>
                </c:pt>
                <c:pt idx="5174">
                  <c:v>40116</c:v>
                </c:pt>
                <c:pt idx="5175">
                  <c:v>40119</c:v>
                </c:pt>
                <c:pt idx="5176">
                  <c:v>40120</c:v>
                </c:pt>
                <c:pt idx="5177">
                  <c:v>40121</c:v>
                </c:pt>
                <c:pt idx="5178">
                  <c:v>40122</c:v>
                </c:pt>
                <c:pt idx="5179">
                  <c:v>40123</c:v>
                </c:pt>
                <c:pt idx="5180">
                  <c:v>40126</c:v>
                </c:pt>
                <c:pt idx="5181">
                  <c:v>40127</c:v>
                </c:pt>
                <c:pt idx="5182">
                  <c:v>40128</c:v>
                </c:pt>
                <c:pt idx="5183">
                  <c:v>40129</c:v>
                </c:pt>
                <c:pt idx="5184">
                  <c:v>40130</c:v>
                </c:pt>
                <c:pt idx="5185">
                  <c:v>40133</c:v>
                </c:pt>
                <c:pt idx="5186">
                  <c:v>40134</c:v>
                </c:pt>
                <c:pt idx="5187">
                  <c:v>40135</c:v>
                </c:pt>
                <c:pt idx="5188">
                  <c:v>40136</c:v>
                </c:pt>
                <c:pt idx="5189">
                  <c:v>40137</c:v>
                </c:pt>
                <c:pt idx="5190">
                  <c:v>40140</c:v>
                </c:pt>
                <c:pt idx="5191">
                  <c:v>40141</c:v>
                </c:pt>
                <c:pt idx="5192">
                  <c:v>40142</c:v>
                </c:pt>
                <c:pt idx="5193">
                  <c:v>40143</c:v>
                </c:pt>
                <c:pt idx="5194">
                  <c:v>40144</c:v>
                </c:pt>
                <c:pt idx="5195">
                  <c:v>40147</c:v>
                </c:pt>
                <c:pt idx="5196">
                  <c:v>40148</c:v>
                </c:pt>
                <c:pt idx="5197">
                  <c:v>40149</c:v>
                </c:pt>
                <c:pt idx="5198">
                  <c:v>40150</c:v>
                </c:pt>
                <c:pt idx="5199">
                  <c:v>40151</c:v>
                </c:pt>
                <c:pt idx="5200">
                  <c:v>40154</c:v>
                </c:pt>
                <c:pt idx="5201">
                  <c:v>40155</c:v>
                </c:pt>
                <c:pt idx="5202">
                  <c:v>40156</c:v>
                </c:pt>
                <c:pt idx="5203">
                  <c:v>40157</c:v>
                </c:pt>
                <c:pt idx="5204">
                  <c:v>40158</c:v>
                </c:pt>
                <c:pt idx="5205">
                  <c:v>40161</c:v>
                </c:pt>
                <c:pt idx="5206">
                  <c:v>40162</c:v>
                </c:pt>
                <c:pt idx="5207">
                  <c:v>40163</c:v>
                </c:pt>
                <c:pt idx="5208">
                  <c:v>40164</c:v>
                </c:pt>
                <c:pt idx="5209">
                  <c:v>40165</c:v>
                </c:pt>
                <c:pt idx="5210">
                  <c:v>40168</c:v>
                </c:pt>
                <c:pt idx="5211">
                  <c:v>40169</c:v>
                </c:pt>
                <c:pt idx="5212">
                  <c:v>40170</c:v>
                </c:pt>
                <c:pt idx="5213">
                  <c:v>40171</c:v>
                </c:pt>
                <c:pt idx="5214">
                  <c:v>40172</c:v>
                </c:pt>
                <c:pt idx="5215">
                  <c:v>40175</c:v>
                </c:pt>
                <c:pt idx="5216">
                  <c:v>40176</c:v>
                </c:pt>
                <c:pt idx="5217">
                  <c:v>40177</c:v>
                </c:pt>
                <c:pt idx="5218">
                  <c:v>40178</c:v>
                </c:pt>
                <c:pt idx="5219">
                  <c:v>40179</c:v>
                </c:pt>
                <c:pt idx="5220">
                  <c:v>40182</c:v>
                </c:pt>
                <c:pt idx="5221">
                  <c:v>40183</c:v>
                </c:pt>
                <c:pt idx="5222">
                  <c:v>40184</c:v>
                </c:pt>
                <c:pt idx="5223">
                  <c:v>40185</c:v>
                </c:pt>
                <c:pt idx="5224">
                  <c:v>40186</c:v>
                </c:pt>
                <c:pt idx="5225">
                  <c:v>40189</c:v>
                </c:pt>
                <c:pt idx="5226">
                  <c:v>40190</c:v>
                </c:pt>
                <c:pt idx="5227">
                  <c:v>40191</c:v>
                </c:pt>
                <c:pt idx="5228">
                  <c:v>40192</c:v>
                </c:pt>
                <c:pt idx="5229">
                  <c:v>40193</c:v>
                </c:pt>
                <c:pt idx="5230">
                  <c:v>40196</c:v>
                </c:pt>
                <c:pt idx="5231">
                  <c:v>40197</c:v>
                </c:pt>
                <c:pt idx="5232">
                  <c:v>40198</c:v>
                </c:pt>
                <c:pt idx="5233">
                  <c:v>40199</c:v>
                </c:pt>
                <c:pt idx="5234">
                  <c:v>40200</c:v>
                </c:pt>
                <c:pt idx="5235">
                  <c:v>40203</c:v>
                </c:pt>
                <c:pt idx="5236">
                  <c:v>40204</c:v>
                </c:pt>
                <c:pt idx="5237">
                  <c:v>40205</c:v>
                </c:pt>
                <c:pt idx="5238">
                  <c:v>40206</c:v>
                </c:pt>
                <c:pt idx="5239">
                  <c:v>40207</c:v>
                </c:pt>
                <c:pt idx="5240">
                  <c:v>40210</c:v>
                </c:pt>
                <c:pt idx="5241">
                  <c:v>40211</c:v>
                </c:pt>
                <c:pt idx="5242">
                  <c:v>40212</c:v>
                </c:pt>
                <c:pt idx="5243">
                  <c:v>40213</c:v>
                </c:pt>
                <c:pt idx="5244">
                  <c:v>40214</c:v>
                </c:pt>
                <c:pt idx="5245">
                  <c:v>40217</c:v>
                </c:pt>
                <c:pt idx="5246">
                  <c:v>40218</c:v>
                </c:pt>
                <c:pt idx="5247">
                  <c:v>40219</c:v>
                </c:pt>
                <c:pt idx="5248">
                  <c:v>40220</c:v>
                </c:pt>
                <c:pt idx="5249">
                  <c:v>40221</c:v>
                </c:pt>
                <c:pt idx="5250">
                  <c:v>40224</c:v>
                </c:pt>
                <c:pt idx="5251">
                  <c:v>40225</c:v>
                </c:pt>
                <c:pt idx="5252">
                  <c:v>40226</c:v>
                </c:pt>
                <c:pt idx="5253">
                  <c:v>40227</c:v>
                </c:pt>
                <c:pt idx="5254">
                  <c:v>40228</c:v>
                </c:pt>
                <c:pt idx="5255">
                  <c:v>40231</c:v>
                </c:pt>
                <c:pt idx="5256">
                  <c:v>40232</c:v>
                </c:pt>
                <c:pt idx="5257">
                  <c:v>40233</c:v>
                </c:pt>
                <c:pt idx="5258">
                  <c:v>40234</c:v>
                </c:pt>
                <c:pt idx="5259">
                  <c:v>40235</c:v>
                </c:pt>
                <c:pt idx="5260">
                  <c:v>40238</c:v>
                </c:pt>
                <c:pt idx="5261">
                  <c:v>40239</c:v>
                </c:pt>
                <c:pt idx="5262">
                  <c:v>40240</c:v>
                </c:pt>
                <c:pt idx="5263">
                  <c:v>40241</c:v>
                </c:pt>
                <c:pt idx="5264">
                  <c:v>40242</c:v>
                </c:pt>
                <c:pt idx="5265">
                  <c:v>40245</c:v>
                </c:pt>
                <c:pt idx="5266">
                  <c:v>40246</c:v>
                </c:pt>
                <c:pt idx="5267">
                  <c:v>40247</c:v>
                </c:pt>
                <c:pt idx="5268">
                  <c:v>40248</c:v>
                </c:pt>
                <c:pt idx="5269">
                  <c:v>40249</c:v>
                </c:pt>
                <c:pt idx="5270">
                  <c:v>40252</c:v>
                </c:pt>
                <c:pt idx="5271">
                  <c:v>40253</c:v>
                </c:pt>
                <c:pt idx="5272">
                  <c:v>40254</c:v>
                </c:pt>
                <c:pt idx="5273">
                  <c:v>40255</c:v>
                </c:pt>
                <c:pt idx="5274">
                  <c:v>40256</c:v>
                </c:pt>
                <c:pt idx="5275">
                  <c:v>40259</c:v>
                </c:pt>
                <c:pt idx="5276">
                  <c:v>40260</c:v>
                </c:pt>
                <c:pt idx="5277">
                  <c:v>40261</c:v>
                </c:pt>
                <c:pt idx="5278">
                  <c:v>40262</c:v>
                </c:pt>
                <c:pt idx="5279">
                  <c:v>40263</c:v>
                </c:pt>
                <c:pt idx="5280">
                  <c:v>40266</c:v>
                </c:pt>
                <c:pt idx="5281">
                  <c:v>40267</c:v>
                </c:pt>
                <c:pt idx="5282">
                  <c:v>40268</c:v>
                </c:pt>
                <c:pt idx="5283">
                  <c:v>40269</c:v>
                </c:pt>
                <c:pt idx="5284">
                  <c:v>40270</c:v>
                </c:pt>
                <c:pt idx="5285">
                  <c:v>40273</c:v>
                </c:pt>
                <c:pt idx="5286">
                  <c:v>40274</c:v>
                </c:pt>
                <c:pt idx="5287">
                  <c:v>40275</c:v>
                </c:pt>
                <c:pt idx="5288">
                  <c:v>40276</c:v>
                </c:pt>
                <c:pt idx="5289">
                  <c:v>40277</c:v>
                </c:pt>
                <c:pt idx="5290">
                  <c:v>40280</c:v>
                </c:pt>
                <c:pt idx="5291">
                  <c:v>40281</c:v>
                </c:pt>
                <c:pt idx="5292">
                  <c:v>40282</c:v>
                </c:pt>
                <c:pt idx="5293">
                  <c:v>40283</c:v>
                </c:pt>
                <c:pt idx="5294">
                  <c:v>40284</c:v>
                </c:pt>
                <c:pt idx="5295">
                  <c:v>40287</c:v>
                </c:pt>
                <c:pt idx="5296">
                  <c:v>40288</c:v>
                </c:pt>
                <c:pt idx="5297">
                  <c:v>40289</c:v>
                </c:pt>
                <c:pt idx="5298">
                  <c:v>40290</c:v>
                </c:pt>
                <c:pt idx="5299">
                  <c:v>40291</c:v>
                </c:pt>
                <c:pt idx="5300">
                  <c:v>40294</c:v>
                </c:pt>
                <c:pt idx="5301">
                  <c:v>40295</c:v>
                </c:pt>
                <c:pt idx="5302">
                  <c:v>40296</c:v>
                </c:pt>
                <c:pt idx="5303">
                  <c:v>40297</c:v>
                </c:pt>
                <c:pt idx="5304">
                  <c:v>40298</c:v>
                </c:pt>
                <c:pt idx="5305">
                  <c:v>40301</c:v>
                </c:pt>
                <c:pt idx="5306">
                  <c:v>40302</c:v>
                </c:pt>
                <c:pt idx="5307">
                  <c:v>40303</c:v>
                </c:pt>
                <c:pt idx="5308">
                  <c:v>40304</c:v>
                </c:pt>
                <c:pt idx="5309">
                  <c:v>40305</c:v>
                </c:pt>
                <c:pt idx="5310">
                  <c:v>40308</c:v>
                </c:pt>
                <c:pt idx="5311">
                  <c:v>40309</c:v>
                </c:pt>
                <c:pt idx="5312">
                  <c:v>40310</c:v>
                </c:pt>
                <c:pt idx="5313">
                  <c:v>40311</c:v>
                </c:pt>
                <c:pt idx="5314">
                  <c:v>40312</c:v>
                </c:pt>
                <c:pt idx="5315">
                  <c:v>40315</c:v>
                </c:pt>
                <c:pt idx="5316">
                  <c:v>40316</c:v>
                </c:pt>
                <c:pt idx="5317">
                  <c:v>40317</c:v>
                </c:pt>
                <c:pt idx="5318">
                  <c:v>40318</c:v>
                </c:pt>
                <c:pt idx="5319">
                  <c:v>40319</c:v>
                </c:pt>
                <c:pt idx="5320">
                  <c:v>40322</c:v>
                </c:pt>
                <c:pt idx="5321">
                  <c:v>40323</c:v>
                </c:pt>
                <c:pt idx="5322">
                  <c:v>40324</c:v>
                </c:pt>
                <c:pt idx="5323">
                  <c:v>40325</c:v>
                </c:pt>
                <c:pt idx="5324">
                  <c:v>40326</c:v>
                </c:pt>
                <c:pt idx="5325">
                  <c:v>40329</c:v>
                </c:pt>
                <c:pt idx="5326">
                  <c:v>40330</c:v>
                </c:pt>
                <c:pt idx="5327">
                  <c:v>40331</c:v>
                </c:pt>
                <c:pt idx="5328">
                  <c:v>40332</c:v>
                </c:pt>
                <c:pt idx="5329">
                  <c:v>40333</c:v>
                </c:pt>
                <c:pt idx="5330">
                  <c:v>40336</c:v>
                </c:pt>
                <c:pt idx="5331">
                  <c:v>40337</c:v>
                </c:pt>
                <c:pt idx="5332">
                  <c:v>40338</c:v>
                </c:pt>
                <c:pt idx="5333">
                  <c:v>40339</c:v>
                </c:pt>
                <c:pt idx="5334">
                  <c:v>40340</c:v>
                </c:pt>
                <c:pt idx="5335">
                  <c:v>40343</c:v>
                </c:pt>
                <c:pt idx="5336">
                  <c:v>40344</c:v>
                </c:pt>
                <c:pt idx="5337">
                  <c:v>40345</c:v>
                </c:pt>
                <c:pt idx="5338">
                  <c:v>40346</c:v>
                </c:pt>
                <c:pt idx="5339">
                  <c:v>40347</c:v>
                </c:pt>
                <c:pt idx="5340">
                  <c:v>40350</c:v>
                </c:pt>
                <c:pt idx="5341">
                  <c:v>40351</c:v>
                </c:pt>
                <c:pt idx="5342">
                  <c:v>40352</c:v>
                </c:pt>
                <c:pt idx="5343">
                  <c:v>40353</c:v>
                </c:pt>
                <c:pt idx="5344">
                  <c:v>40354</c:v>
                </c:pt>
                <c:pt idx="5345">
                  <c:v>40357</c:v>
                </c:pt>
                <c:pt idx="5346">
                  <c:v>40358</c:v>
                </c:pt>
                <c:pt idx="5347">
                  <c:v>40359</c:v>
                </c:pt>
                <c:pt idx="5348">
                  <c:v>40360</c:v>
                </c:pt>
                <c:pt idx="5349">
                  <c:v>40361</c:v>
                </c:pt>
                <c:pt idx="5350">
                  <c:v>40364</c:v>
                </c:pt>
                <c:pt idx="5351">
                  <c:v>40365</c:v>
                </c:pt>
                <c:pt idx="5352">
                  <c:v>40366</c:v>
                </c:pt>
                <c:pt idx="5353">
                  <c:v>40367</c:v>
                </c:pt>
                <c:pt idx="5354">
                  <c:v>40368</c:v>
                </c:pt>
                <c:pt idx="5355">
                  <c:v>40371</c:v>
                </c:pt>
                <c:pt idx="5356">
                  <c:v>40372</c:v>
                </c:pt>
                <c:pt idx="5357">
                  <c:v>40373</c:v>
                </c:pt>
                <c:pt idx="5358">
                  <c:v>40374</c:v>
                </c:pt>
                <c:pt idx="5359">
                  <c:v>40375</c:v>
                </c:pt>
                <c:pt idx="5360">
                  <c:v>40378</c:v>
                </c:pt>
                <c:pt idx="5361">
                  <c:v>40379</c:v>
                </c:pt>
                <c:pt idx="5362">
                  <c:v>40380</c:v>
                </c:pt>
                <c:pt idx="5363">
                  <c:v>40381</c:v>
                </c:pt>
                <c:pt idx="5364">
                  <c:v>40382</c:v>
                </c:pt>
                <c:pt idx="5365">
                  <c:v>40385</c:v>
                </c:pt>
                <c:pt idx="5366">
                  <c:v>40386</c:v>
                </c:pt>
                <c:pt idx="5367">
                  <c:v>40387</c:v>
                </c:pt>
                <c:pt idx="5368">
                  <c:v>40388</c:v>
                </c:pt>
                <c:pt idx="5369">
                  <c:v>40389</c:v>
                </c:pt>
                <c:pt idx="5370">
                  <c:v>40392</c:v>
                </c:pt>
                <c:pt idx="5371">
                  <c:v>40393</c:v>
                </c:pt>
                <c:pt idx="5372">
                  <c:v>40394</c:v>
                </c:pt>
                <c:pt idx="5373">
                  <c:v>40395</c:v>
                </c:pt>
                <c:pt idx="5374">
                  <c:v>40396</c:v>
                </c:pt>
                <c:pt idx="5375">
                  <c:v>40399</c:v>
                </c:pt>
                <c:pt idx="5376">
                  <c:v>40400</c:v>
                </c:pt>
                <c:pt idx="5377">
                  <c:v>40401</c:v>
                </c:pt>
                <c:pt idx="5378">
                  <c:v>40402</c:v>
                </c:pt>
                <c:pt idx="5379">
                  <c:v>40403</c:v>
                </c:pt>
                <c:pt idx="5380">
                  <c:v>40406</c:v>
                </c:pt>
                <c:pt idx="5381">
                  <c:v>40407</c:v>
                </c:pt>
                <c:pt idx="5382">
                  <c:v>40408</c:v>
                </c:pt>
                <c:pt idx="5383">
                  <c:v>40409</c:v>
                </c:pt>
                <c:pt idx="5384">
                  <c:v>40410</c:v>
                </c:pt>
                <c:pt idx="5385">
                  <c:v>40413</c:v>
                </c:pt>
                <c:pt idx="5386">
                  <c:v>40414</c:v>
                </c:pt>
                <c:pt idx="5387">
                  <c:v>40415</c:v>
                </c:pt>
                <c:pt idx="5388">
                  <c:v>40416</c:v>
                </c:pt>
                <c:pt idx="5389">
                  <c:v>40417</c:v>
                </c:pt>
                <c:pt idx="5390">
                  <c:v>40420</c:v>
                </c:pt>
                <c:pt idx="5391">
                  <c:v>40421</c:v>
                </c:pt>
                <c:pt idx="5392">
                  <c:v>40422</c:v>
                </c:pt>
                <c:pt idx="5393">
                  <c:v>40423</c:v>
                </c:pt>
                <c:pt idx="5394">
                  <c:v>40424</c:v>
                </c:pt>
                <c:pt idx="5395">
                  <c:v>40427</c:v>
                </c:pt>
                <c:pt idx="5396">
                  <c:v>40428</c:v>
                </c:pt>
                <c:pt idx="5397">
                  <c:v>40429</c:v>
                </c:pt>
                <c:pt idx="5398">
                  <c:v>40430</c:v>
                </c:pt>
                <c:pt idx="5399">
                  <c:v>40431</c:v>
                </c:pt>
                <c:pt idx="5400">
                  <c:v>40434</c:v>
                </c:pt>
                <c:pt idx="5401">
                  <c:v>40435</c:v>
                </c:pt>
                <c:pt idx="5402">
                  <c:v>40436</c:v>
                </c:pt>
                <c:pt idx="5403">
                  <c:v>40437</c:v>
                </c:pt>
                <c:pt idx="5404">
                  <c:v>40438</c:v>
                </c:pt>
                <c:pt idx="5405">
                  <c:v>40441</c:v>
                </c:pt>
                <c:pt idx="5406">
                  <c:v>40442</c:v>
                </c:pt>
                <c:pt idx="5407">
                  <c:v>40443</c:v>
                </c:pt>
                <c:pt idx="5408">
                  <c:v>40444</c:v>
                </c:pt>
                <c:pt idx="5409">
                  <c:v>40445</c:v>
                </c:pt>
                <c:pt idx="5410">
                  <c:v>40448</c:v>
                </c:pt>
                <c:pt idx="5411">
                  <c:v>40449</c:v>
                </c:pt>
                <c:pt idx="5412">
                  <c:v>40450</c:v>
                </c:pt>
                <c:pt idx="5413">
                  <c:v>40451</c:v>
                </c:pt>
                <c:pt idx="5414">
                  <c:v>40452</c:v>
                </c:pt>
                <c:pt idx="5415">
                  <c:v>40455</c:v>
                </c:pt>
                <c:pt idx="5416">
                  <c:v>40456</c:v>
                </c:pt>
                <c:pt idx="5417">
                  <c:v>40457</c:v>
                </c:pt>
                <c:pt idx="5418">
                  <c:v>40458</c:v>
                </c:pt>
                <c:pt idx="5419">
                  <c:v>40459</c:v>
                </c:pt>
                <c:pt idx="5420">
                  <c:v>40462</c:v>
                </c:pt>
                <c:pt idx="5421">
                  <c:v>40463</c:v>
                </c:pt>
                <c:pt idx="5422">
                  <c:v>40464</c:v>
                </c:pt>
                <c:pt idx="5423">
                  <c:v>40465</c:v>
                </c:pt>
                <c:pt idx="5424">
                  <c:v>40466</c:v>
                </c:pt>
                <c:pt idx="5425">
                  <c:v>40469</c:v>
                </c:pt>
                <c:pt idx="5426">
                  <c:v>40470</c:v>
                </c:pt>
                <c:pt idx="5427">
                  <c:v>40471</c:v>
                </c:pt>
                <c:pt idx="5428">
                  <c:v>40472</c:v>
                </c:pt>
                <c:pt idx="5429">
                  <c:v>40473</c:v>
                </c:pt>
                <c:pt idx="5430">
                  <c:v>40476</c:v>
                </c:pt>
                <c:pt idx="5431">
                  <c:v>40477</c:v>
                </c:pt>
                <c:pt idx="5432">
                  <c:v>40478</c:v>
                </c:pt>
                <c:pt idx="5433">
                  <c:v>40479</c:v>
                </c:pt>
                <c:pt idx="5434">
                  <c:v>40480</c:v>
                </c:pt>
                <c:pt idx="5435">
                  <c:v>40483</c:v>
                </c:pt>
                <c:pt idx="5436">
                  <c:v>40484</c:v>
                </c:pt>
                <c:pt idx="5437">
                  <c:v>40485</c:v>
                </c:pt>
                <c:pt idx="5438">
                  <c:v>40486</c:v>
                </c:pt>
                <c:pt idx="5439">
                  <c:v>40487</c:v>
                </c:pt>
                <c:pt idx="5440">
                  <c:v>40490</c:v>
                </c:pt>
                <c:pt idx="5441">
                  <c:v>40491</c:v>
                </c:pt>
                <c:pt idx="5442">
                  <c:v>40492</c:v>
                </c:pt>
                <c:pt idx="5443">
                  <c:v>40493</c:v>
                </c:pt>
                <c:pt idx="5444">
                  <c:v>40494</c:v>
                </c:pt>
                <c:pt idx="5445">
                  <c:v>40497</c:v>
                </c:pt>
                <c:pt idx="5446">
                  <c:v>40498</c:v>
                </c:pt>
                <c:pt idx="5447">
                  <c:v>40499</c:v>
                </c:pt>
                <c:pt idx="5448">
                  <c:v>40500</c:v>
                </c:pt>
                <c:pt idx="5449">
                  <c:v>40501</c:v>
                </c:pt>
                <c:pt idx="5450">
                  <c:v>40504</c:v>
                </c:pt>
                <c:pt idx="5451">
                  <c:v>40505</c:v>
                </c:pt>
                <c:pt idx="5452">
                  <c:v>40506</c:v>
                </c:pt>
                <c:pt idx="5453">
                  <c:v>40507</c:v>
                </c:pt>
                <c:pt idx="5454">
                  <c:v>40508</c:v>
                </c:pt>
                <c:pt idx="5455">
                  <c:v>40511</c:v>
                </c:pt>
                <c:pt idx="5456">
                  <c:v>40512</c:v>
                </c:pt>
                <c:pt idx="5457">
                  <c:v>40513</c:v>
                </c:pt>
                <c:pt idx="5458">
                  <c:v>40514</c:v>
                </c:pt>
                <c:pt idx="5459">
                  <c:v>40515</c:v>
                </c:pt>
                <c:pt idx="5460">
                  <c:v>40518</c:v>
                </c:pt>
                <c:pt idx="5461">
                  <c:v>40519</c:v>
                </c:pt>
                <c:pt idx="5462">
                  <c:v>40520</c:v>
                </c:pt>
                <c:pt idx="5463">
                  <c:v>40521</c:v>
                </c:pt>
                <c:pt idx="5464">
                  <c:v>40522</c:v>
                </c:pt>
                <c:pt idx="5465">
                  <c:v>40525</c:v>
                </c:pt>
                <c:pt idx="5466">
                  <c:v>40526</c:v>
                </c:pt>
                <c:pt idx="5467">
                  <c:v>40527</c:v>
                </c:pt>
                <c:pt idx="5468">
                  <c:v>40528</c:v>
                </c:pt>
                <c:pt idx="5469">
                  <c:v>40529</c:v>
                </c:pt>
                <c:pt idx="5470">
                  <c:v>40532</c:v>
                </c:pt>
                <c:pt idx="5471">
                  <c:v>40533</c:v>
                </c:pt>
                <c:pt idx="5472">
                  <c:v>40534</c:v>
                </c:pt>
                <c:pt idx="5473">
                  <c:v>40535</c:v>
                </c:pt>
                <c:pt idx="5474">
                  <c:v>40536</c:v>
                </c:pt>
                <c:pt idx="5475">
                  <c:v>40539</c:v>
                </c:pt>
                <c:pt idx="5476">
                  <c:v>40540</c:v>
                </c:pt>
                <c:pt idx="5477">
                  <c:v>40541</c:v>
                </c:pt>
                <c:pt idx="5478">
                  <c:v>40542</c:v>
                </c:pt>
                <c:pt idx="5479">
                  <c:v>40543</c:v>
                </c:pt>
                <c:pt idx="5480">
                  <c:v>40546</c:v>
                </c:pt>
                <c:pt idx="5481">
                  <c:v>40547</c:v>
                </c:pt>
                <c:pt idx="5482">
                  <c:v>40548</c:v>
                </c:pt>
                <c:pt idx="5483">
                  <c:v>40549</c:v>
                </c:pt>
                <c:pt idx="5484">
                  <c:v>40550</c:v>
                </c:pt>
                <c:pt idx="5485">
                  <c:v>40553</c:v>
                </c:pt>
                <c:pt idx="5486">
                  <c:v>40554</c:v>
                </c:pt>
                <c:pt idx="5487">
                  <c:v>40555</c:v>
                </c:pt>
                <c:pt idx="5488">
                  <c:v>40556</c:v>
                </c:pt>
                <c:pt idx="5489">
                  <c:v>40557</c:v>
                </c:pt>
                <c:pt idx="5490">
                  <c:v>40560</c:v>
                </c:pt>
                <c:pt idx="5491">
                  <c:v>40561</c:v>
                </c:pt>
                <c:pt idx="5492">
                  <c:v>40562</c:v>
                </c:pt>
                <c:pt idx="5493">
                  <c:v>40563</c:v>
                </c:pt>
                <c:pt idx="5494">
                  <c:v>40564</c:v>
                </c:pt>
                <c:pt idx="5495">
                  <c:v>40567</c:v>
                </c:pt>
                <c:pt idx="5496">
                  <c:v>40568</c:v>
                </c:pt>
                <c:pt idx="5497">
                  <c:v>40569</c:v>
                </c:pt>
                <c:pt idx="5498">
                  <c:v>40570</c:v>
                </c:pt>
                <c:pt idx="5499">
                  <c:v>40571</c:v>
                </c:pt>
                <c:pt idx="5500">
                  <c:v>40574</c:v>
                </c:pt>
                <c:pt idx="5501">
                  <c:v>40575</c:v>
                </c:pt>
                <c:pt idx="5502">
                  <c:v>40576</c:v>
                </c:pt>
                <c:pt idx="5503">
                  <c:v>40577</c:v>
                </c:pt>
                <c:pt idx="5504">
                  <c:v>40578</c:v>
                </c:pt>
                <c:pt idx="5505">
                  <c:v>40581</c:v>
                </c:pt>
                <c:pt idx="5506">
                  <c:v>40582</c:v>
                </c:pt>
                <c:pt idx="5507">
                  <c:v>40583</c:v>
                </c:pt>
                <c:pt idx="5508">
                  <c:v>40584</c:v>
                </c:pt>
                <c:pt idx="5509">
                  <c:v>40585</c:v>
                </c:pt>
                <c:pt idx="5510">
                  <c:v>40588</c:v>
                </c:pt>
                <c:pt idx="5511">
                  <c:v>40589</c:v>
                </c:pt>
                <c:pt idx="5512">
                  <c:v>40590</c:v>
                </c:pt>
                <c:pt idx="5513">
                  <c:v>40591</c:v>
                </c:pt>
                <c:pt idx="5514">
                  <c:v>40592</c:v>
                </c:pt>
                <c:pt idx="5515">
                  <c:v>40595</c:v>
                </c:pt>
                <c:pt idx="5516">
                  <c:v>40596</c:v>
                </c:pt>
                <c:pt idx="5517">
                  <c:v>40597</c:v>
                </c:pt>
                <c:pt idx="5518">
                  <c:v>40598</c:v>
                </c:pt>
                <c:pt idx="5519">
                  <c:v>40599</c:v>
                </c:pt>
                <c:pt idx="5520">
                  <c:v>40602</c:v>
                </c:pt>
                <c:pt idx="5521">
                  <c:v>40603</c:v>
                </c:pt>
                <c:pt idx="5522">
                  <c:v>40604</c:v>
                </c:pt>
                <c:pt idx="5523">
                  <c:v>40605</c:v>
                </c:pt>
                <c:pt idx="5524">
                  <c:v>40606</c:v>
                </c:pt>
                <c:pt idx="5525">
                  <c:v>40609</c:v>
                </c:pt>
                <c:pt idx="5526">
                  <c:v>40610</c:v>
                </c:pt>
                <c:pt idx="5527">
                  <c:v>40611</c:v>
                </c:pt>
                <c:pt idx="5528">
                  <c:v>40612</c:v>
                </c:pt>
                <c:pt idx="5529">
                  <c:v>40613</c:v>
                </c:pt>
                <c:pt idx="5530">
                  <c:v>40616</c:v>
                </c:pt>
                <c:pt idx="5531">
                  <c:v>40617</c:v>
                </c:pt>
                <c:pt idx="5532">
                  <c:v>40618</c:v>
                </c:pt>
                <c:pt idx="5533">
                  <c:v>40619</c:v>
                </c:pt>
                <c:pt idx="5534">
                  <c:v>40620</c:v>
                </c:pt>
                <c:pt idx="5535">
                  <c:v>40623</c:v>
                </c:pt>
                <c:pt idx="5536">
                  <c:v>40624</c:v>
                </c:pt>
                <c:pt idx="5537">
                  <c:v>40625</c:v>
                </c:pt>
                <c:pt idx="5538">
                  <c:v>40626</c:v>
                </c:pt>
                <c:pt idx="5539">
                  <c:v>40627</c:v>
                </c:pt>
                <c:pt idx="5540">
                  <c:v>40630</c:v>
                </c:pt>
                <c:pt idx="5541">
                  <c:v>40631</c:v>
                </c:pt>
                <c:pt idx="5542">
                  <c:v>40632</c:v>
                </c:pt>
                <c:pt idx="5543">
                  <c:v>40633</c:v>
                </c:pt>
                <c:pt idx="5544">
                  <c:v>40634</c:v>
                </c:pt>
                <c:pt idx="5545">
                  <c:v>40637</c:v>
                </c:pt>
                <c:pt idx="5546">
                  <c:v>40638</c:v>
                </c:pt>
                <c:pt idx="5547">
                  <c:v>40639</c:v>
                </c:pt>
                <c:pt idx="5548">
                  <c:v>40640</c:v>
                </c:pt>
                <c:pt idx="5549">
                  <c:v>40641</c:v>
                </c:pt>
                <c:pt idx="5550">
                  <c:v>40644</c:v>
                </c:pt>
                <c:pt idx="5551">
                  <c:v>40645</c:v>
                </c:pt>
                <c:pt idx="5552">
                  <c:v>40646</c:v>
                </c:pt>
                <c:pt idx="5553">
                  <c:v>40647</c:v>
                </c:pt>
                <c:pt idx="5554">
                  <c:v>40648</c:v>
                </c:pt>
                <c:pt idx="5555">
                  <c:v>40651</c:v>
                </c:pt>
                <c:pt idx="5556">
                  <c:v>40652</c:v>
                </c:pt>
                <c:pt idx="5557">
                  <c:v>40653</c:v>
                </c:pt>
                <c:pt idx="5558">
                  <c:v>40654</c:v>
                </c:pt>
                <c:pt idx="5559">
                  <c:v>40655</c:v>
                </c:pt>
                <c:pt idx="5560">
                  <c:v>40658</c:v>
                </c:pt>
                <c:pt idx="5561">
                  <c:v>40659</c:v>
                </c:pt>
                <c:pt idx="5562">
                  <c:v>40660</c:v>
                </c:pt>
                <c:pt idx="5563">
                  <c:v>40661</c:v>
                </c:pt>
                <c:pt idx="5564">
                  <c:v>40662</c:v>
                </c:pt>
                <c:pt idx="5565">
                  <c:v>40665</c:v>
                </c:pt>
                <c:pt idx="5566">
                  <c:v>40666</c:v>
                </c:pt>
                <c:pt idx="5567">
                  <c:v>40667</c:v>
                </c:pt>
                <c:pt idx="5568">
                  <c:v>40668</c:v>
                </c:pt>
                <c:pt idx="5569">
                  <c:v>40669</c:v>
                </c:pt>
                <c:pt idx="5570">
                  <c:v>40672</c:v>
                </c:pt>
                <c:pt idx="5571">
                  <c:v>40673</c:v>
                </c:pt>
                <c:pt idx="5572">
                  <c:v>40674</c:v>
                </c:pt>
                <c:pt idx="5573">
                  <c:v>40675</c:v>
                </c:pt>
                <c:pt idx="5574">
                  <c:v>40676</c:v>
                </c:pt>
                <c:pt idx="5575">
                  <c:v>40679</c:v>
                </c:pt>
                <c:pt idx="5576">
                  <c:v>40680</c:v>
                </c:pt>
                <c:pt idx="5577">
                  <c:v>40681</c:v>
                </c:pt>
                <c:pt idx="5578">
                  <c:v>40682</c:v>
                </c:pt>
                <c:pt idx="5579">
                  <c:v>40683</c:v>
                </c:pt>
                <c:pt idx="5580">
                  <c:v>40686</c:v>
                </c:pt>
                <c:pt idx="5581">
                  <c:v>40687</c:v>
                </c:pt>
                <c:pt idx="5582">
                  <c:v>40688</c:v>
                </c:pt>
                <c:pt idx="5583">
                  <c:v>40689</c:v>
                </c:pt>
                <c:pt idx="5584">
                  <c:v>40690</c:v>
                </c:pt>
                <c:pt idx="5585">
                  <c:v>40693</c:v>
                </c:pt>
                <c:pt idx="5586">
                  <c:v>40694</c:v>
                </c:pt>
                <c:pt idx="5587">
                  <c:v>40695</c:v>
                </c:pt>
                <c:pt idx="5588">
                  <c:v>40696</c:v>
                </c:pt>
                <c:pt idx="5589">
                  <c:v>40697</c:v>
                </c:pt>
                <c:pt idx="5590">
                  <c:v>40700</c:v>
                </c:pt>
                <c:pt idx="5591">
                  <c:v>40701</c:v>
                </c:pt>
                <c:pt idx="5592">
                  <c:v>40702</c:v>
                </c:pt>
                <c:pt idx="5593">
                  <c:v>40703</c:v>
                </c:pt>
                <c:pt idx="5594">
                  <c:v>40704</c:v>
                </c:pt>
                <c:pt idx="5595">
                  <c:v>40707</c:v>
                </c:pt>
                <c:pt idx="5596">
                  <c:v>40708</c:v>
                </c:pt>
                <c:pt idx="5597">
                  <c:v>40709</c:v>
                </c:pt>
                <c:pt idx="5598">
                  <c:v>40710</c:v>
                </c:pt>
                <c:pt idx="5599">
                  <c:v>40711</c:v>
                </c:pt>
                <c:pt idx="5600">
                  <c:v>40714</c:v>
                </c:pt>
                <c:pt idx="5601">
                  <c:v>40715</c:v>
                </c:pt>
                <c:pt idx="5602">
                  <c:v>40716</c:v>
                </c:pt>
                <c:pt idx="5603">
                  <c:v>40717</c:v>
                </c:pt>
                <c:pt idx="5604">
                  <c:v>40718</c:v>
                </c:pt>
                <c:pt idx="5605">
                  <c:v>40721</c:v>
                </c:pt>
                <c:pt idx="5606">
                  <c:v>40722</c:v>
                </c:pt>
                <c:pt idx="5607">
                  <c:v>40723</c:v>
                </c:pt>
                <c:pt idx="5608">
                  <c:v>40724</c:v>
                </c:pt>
                <c:pt idx="5609">
                  <c:v>40725</c:v>
                </c:pt>
                <c:pt idx="5610">
                  <c:v>40728</c:v>
                </c:pt>
                <c:pt idx="5611">
                  <c:v>40729</c:v>
                </c:pt>
                <c:pt idx="5612">
                  <c:v>40730</c:v>
                </c:pt>
                <c:pt idx="5613">
                  <c:v>40731</c:v>
                </c:pt>
                <c:pt idx="5614">
                  <c:v>40732</c:v>
                </c:pt>
                <c:pt idx="5615">
                  <c:v>40735</c:v>
                </c:pt>
                <c:pt idx="5616">
                  <c:v>40736</c:v>
                </c:pt>
                <c:pt idx="5617">
                  <c:v>40737</c:v>
                </c:pt>
                <c:pt idx="5618">
                  <c:v>40738</c:v>
                </c:pt>
                <c:pt idx="5619">
                  <c:v>40739</c:v>
                </c:pt>
                <c:pt idx="5620">
                  <c:v>40742</c:v>
                </c:pt>
                <c:pt idx="5621">
                  <c:v>40743</c:v>
                </c:pt>
                <c:pt idx="5622">
                  <c:v>40744</c:v>
                </c:pt>
                <c:pt idx="5623">
                  <c:v>40745</c:v>
                </c:pt>
                <c:pt idx="5624">
                  <c:v>40746</c:v>
                </c:pt>
                <c:pt idx="5625">
                  <c:v>40749</c:v>
                </c:pt>
                <c:pt idx="5626">
                  <c:v>40750</c:v>
                </c:pt>
                <c:pt idx="5627">
                  <c:v>40751</c:v>
                </c:pt>
                <c:pt idx="5628">
                  <c:v>40752</c:v>
                </c:pt>
                <c:pt idx="5629">
                  <c:v>40753</c:v>
                </c:pt>
                <c:pt idx="5630">
                  <c:v>40756</c:v>
                </c:pt>
                <c:pt idx="5631">
                  <c:v>40757</c:v>
                </c:pt>
                <c:pt idx="5632">
                  <c:v>40758</c:v>
                </c:pt>
                <c:pt idx="5633">
                  <c:v>40759</c:v>
                </c:pt>
                <c:pt idx="5634">
                  <c:v>40760</c:v>
                </c:pt>
                <c:pt idx="5635">
                  <c:v>40763</c:v>
                </c:pt>
                <c:pt idx="5636">
                  <c:v>40764</c:v>
                </c:pt>
                <c:pt idx="5637">
                  <c:v>40765</c:v>
                </c:pt>
                <c:pt idx="5638">
                  <c:v>40766</c:v>
                </c:pt>
                <c:pt idx="5639">
                  <c:v>40767</c:v>
                </c:pt>
                <c:pt idx="5640">
                  <c:v>40770</c:v>
                </c:pt>
                <c:pt idx="5641">
                  <c:v>40771</c:v>
                </c:pt>
                <c:pt idx="5642">
                  <c:v>40772</c:v>
                </c:pt>
                <c:pt idx="5643">
                  <c:v>40773</c:v>
                </c:pt>
                <c:pt idx="5644">
                  <c:v>40774</c:v>
                </c:pt>
                <c:pt idx="5645">
                  <c:v>40777</c:v>
                </c:pt>
                <c:pt idx="5646">
                  <c:v>40778</c:v>
                </c:pt>
                <c:pt idx="5647">
                  <c:v>40779</c:v>
                </c:pt>
                <c:pt idx="5648">
                  <c:v>40780</c:v>
                </c:pt>
                <c:pt idx="5649">
                  <c:v>40781</c:v>
                </c:pt>
                <c:pt idx="5650">
                  <c:v>40784</c:v>
                </c:pt>
                <c:pt idx="5651">
                  <c:v>40785</c:v>
                </c:pt>
                <c:pt idx="5652">
                  <c:v>40786</c:v>
                </c:pt>
                <c:pt idx="5653">
                  <c:v>40787</c:v>
                </c:pt>
                <c:pt idx="5654">
                  <c:v>40788</c:v>
                </c:pt>
                <c:pt idx="5655">
                  <c:v>40791</c:v>
                </c:pt>
                <c:pt idx="5656">
                  <c:v>40792</c:v>
                </c:pt>
                <c:pt idx="5657">
                  <c:v>40793</c:v>
                </c:pt>
                <c:pt idx="5658">
                  <c:v>40794</c:v>
                </c:pt>
                <c:pt idx="5659">
                  <c:v>40795</c:v>
                </c:pt>
                <c:pt idx="5660">
                  <c:v>40798</c:v>
                </c:pt>
                <c:pt idx="5661">
                  <c:v>40799</c:v>
                </c:pt>
                <c:pt idx="5662">
                  <c:v>40800</c:v>
                </c:pt>
                <c:pt idx="5663">
                  <c:v>40801</c:v>
                </c:pt>
                <c:pt idx="5664">
                  <c:v>40802</c:v>
                </c:pt>
                <c:pt idx="5665">
                  <c:v>40805</c:v>
                </c:pt>
                <c:pt idx="5666">
                  <c:v>40806</c:v>
                </c:pt>
                <c:pt idx="5667">
                  <c:v>40807</c:v>
                </c:pt>
                <c:pt idx="5668">
                  <c:v>40808</c:v>
                </c:pt>
                <c:pt idx="5669">
                  <c:v>40809</c:v>
                </c:pt>
                <c:pt idx="5670">
                  <c:v>40812</c:v>
                </c:pt>
                <c:pt idx="5671">
                  <c:v>40813</c:v>
                </c:pt>
                <c:pt idx="5672">
                  <c:v>40814</c:v>
                </c:pt>
                <c:pt idx="5673">
                  <c:v>40815</c:v>
                </c:pt>
                <c:pt idx="5674">
                  <c:v>40816</c:v>
                </c:pt>
                <c:pt idx="5675">
                  <c:v>40819</c:v>
                </c:pt>
                <c:pt idx="5676">
                  <c:v>40820</c:v>
                </c:pt>
                <c:pt idx="5677">
                  <c:v>40821</c:v>
                </c:pt>
                <c:pt idx="5678">
                  <c:v>40822</c:v>
                </c:pt>
                <c:pt idx="5679">
                  <c:v>40823</c:v>
                </c:pt>
                <c:pt idx="5680">
                  <c:v>40826</c:v>
                </c:pt>
                <c:pt idx="5681">
                  <c:v>40827</c:v>
                </c:pt>
                <c:pt idx="5682">
                  <c:v>40828</c:v>
                </c:pt>
                <c:pt idx="5683">
                  <c:v>40829</c:v>
                </c:pt>
                <c:pt idx="5684">
                  <c:v>40830</c:v>
                </c:pt>
                <c:pt idx="5685">
                  <c:v>40833</c:v>
                </c:pt>
                <c:pt idx="5686">
                  <c:v>40834</c:v>
                </c:pt>
                <c:pt idx="5687">
                  <c:v>40835</c:v>
                </c:pt>
                <c:pt idx="5688">
                  <c:v>40836</c:v>
                </c:pt>
                <c:pt idx="5689">
                  <c:v>40837</c:v>
                </c:pt>
                <c:pt idx="5690">
                  <c:v>40840</c:v>
                </c:pt>
                <c:pt idx="5691">
                  <c:v>40841</c:v>
                </c:pt>
                <c:pt idx="5692">
                  <c:v>40842</c:v>
                </c:pt>
                <c:pt idx="5693">
                  <c:v>40843</c:v>
                </c:pt>
                <c:pt idx="5694">
                  <c:v>40844</c:v>
                </c:pt>
                <c:pt idx="5695">
                  <c:v>40847</c:v>
                </c:pt>
                <c:pt idx="5696">
                  <c:v>40848</c:v>
                </c:pt>
                <c:pt idx="5697">
                  <c:v>40849</c:v>
                </c:pt>
                <c:pt idx="5698">
                  <c:v>40850</c:v>
                </c:pt>
                <c:pt idx="5699">
                  <c:v>40851</c:v>
                </c:pt>
                <c:pt idx="5700">
                  <c:v>40854</c:v>
                </c:pt>
                <c:pt idx="5701">
                  <c:v>40855</c:v>
                </c:pt>
                <c:pt idx="5702">
                  <c:v>40856</c:v>
                </c:pt>
                <c:pt idx="5703">
                  <c:v>40857</c:v>
                </c:pt>
                <c:pt idx="5704">
                  <c:v>40858</c:v>
                </c:pt>
                <c:pt idx="5705">
                  <c:v>40861</c:v>
                </c:pt>
                <c:pt idx="5706">
                  <c:v>40862</c:v>
                </c:pt>
                <c:pt idx="5707">
                  <c:v>40863</c:v>
                </c:pt>
                <c:pt idx="5708">
                  <c:v>40864</c:v>
                </c:pt>
                <c:pt idx="5709">
                  <c:v>40865</c:v>
                </c:pt>
                <c:pt idx="5710">
                  <c:v>40868</c:v>
                </c:pt>
                <c:pt idx="5711">
                  <c:v>40869</c:v>
                </c:pt>
                <c:pt idx="5712">
                  <c:v>40870</c:v>
                </c:pt>
                <c:pt idx="5713">
                  <c:v>40871</c:v>
                </c:pt>
                <c:pt idx="5714">
                  <c:v>40872</c:v>
                </c:pt>
                <c:pt idx="5715">
                  <c:v>40875</c:v>
                </c:pt>
                <c:pt idx="5716">
                  <c:v>40876</c:v>
                </c:pt>
                <c:pt idx="5717">
                  <c:v>40877</c:v>
                </c:pt>
                <c:pt idx="5718">
                  <c:v>40878</c:v>
                </c:pt>
                <c:pt idx="5719">
                  <c:v>40879</c:v>
                </c:pt>
                <c:pt idx="5720">
                  <c:v>40882</c:v>
                </c:pt>
                <c:pt idx="5721">
                  <c:v>40883</c:v>
                </c:pt>
                <c:pt idx="5722">
                  <c:v>40884</c:v>
                </c:pt>
                <c:pt idx="5723">
                  <c:v>40885</c:v>
                </c:pt>
                <c:pt idx="5724">
                  <c:v>40886</c:v>
                </c:pt>
                <c:pt idx="5725">
                  <c:v>40889</c:v>
                </c:pt>
                <c:pt idx="5726">
                  <c:v>40890</c:v>
                </c:pt>
                <c:pt idx="5727">
                  <c:v>40891</c:v>
                </c:pt>
                <c:pt idx="5728">
                  <c:v>40892</c:v>
                </c:pt>
                <c:pt idx="5729">
                  <c:v>40893</c:v>
                </c:pt>
                <c:pt idx="5730">
                  <c:v>40896</c:v>
                </c:pt>
                <c:pt idx="5731">
                  <c:v>40897</c:v>
                </c:pt>
                <c:pt idx="5732">
                  <c:v>40898</c:v>
                </c:pt>
                <c:pt idx="5733">
                  <c:v>40899</c:v>
                </c:pt>
                <c:pt idx="5734">
                  <c:v>40900</c:v>
                </c:pt>
                <c:pt idx="5735">
                  <c:v>40903</c:v>
                </c:pt>
                <c:pt idx="5736">
                  <c:v>40904</c:v>
                </c:pt>
                <c:pt idx="5737">
                  <c:v>40905</c:v>
                </c:pt>
                <c:pt idx="5738">
                  <c:v>40906</c:v>
                </c:pt>
                <c:pt idx="5739">
                  <c:v>40907</c:v>
                </c:pt>
                <c:pt idx="5740">
                  <c:v>40910</c:v>
                </c:pt>
                <c:pt idx="5741">
                  <c:v>40911</c:v>
                </c:pt>
                <c:pt idx="5742">
                  <c:v>40912</c:v>
                </c:pt>
                <c:pt idx="5743">
                  <c:v>40913</c:v>
                </c:pt>
                <c:pt idx="5744">
                  <c:v>40914</c:v>
                </c:pt>
                <c:pt idx="5745">
                  <c:v>40917</c:v>
                </c:pt>
                <c:pt idx="5746">
                  <c:v>40918</c:v>
                </c:pt>
                <c:pt idx="5747">
                  <c:v>40919</c:v>
                </c:pt>
                <c:pt idx="5748">
                  <c:v>40920</c:v>
                </c:pt>
                <c:pt idx="5749">
                  <c:v>40921</c:v>
                </c:pt>
                <c:pt idx="5750">
                  <c:v>40924</c:v>
                </c:pt>
                <c:pt idx="5751">
                  <c:v>40925</c:v>
                </c:pt>
                <c:pt idx="5752">
                  <c:v>40926</c:v>
                </c:pt>
                <c:pt idx="5753">
                  <c:v>40927</c:v>
                </c:pt>
                <c:pt idx="5754">
                  <c:v>40928</c:v>
                </c:pt>
                <c:pt idx="5755">
                  <c:v>40931</c:v>
                </c:pt>
                <c:pt idx="5756">
                  <c:v>40932</c:v>
                </c:pt>
                <c:pt idx="5757">
                  <c:v>40933</c:v>
                </c:pt>
                <c:pt idx="5758">
                  <c:v>40934</c:v>
                </c:pt>
                <c:pt idx="5759">
                  <c:v>40935</c:v>
                </c:pt>
                <c:pt idx="5760">
                  <c:v>40938</c:v>
                </c:pt>
                <c:pt idx="5761">
                  <c:v>40939</c:v>
                </c:pt>
                <c:pt idx="5762">
                  <c:v>40940</c:v>
                </c:pt>
                <c:pt idx="5763">
                  <c:v>40941</c:v>
                </c:pt>
                <c:pt idx="5764">
                  <c:v>40942</c:v>
                </c:pt>
                <c:pt idx="5765">
                  <c:v>40945</c:v>
                </c:pt>
                <c:pt idx="5766">
                  <c:v>40946</c:v>
                </c:pt>
                <c:pt idx="5767">
                  <c:v>40947</c:v>
                </c:pt>
                <c:pt idx="5768">
                  <c:v>40948</c:v>
                </c:pt>
                <c:pt idx="5769">
                  <c:v>40949</c:v>
                </c:pt>
                <c:pt idx="5770">
                  <c:v>40952</c:v>
                </c:pt>
                <c:pt idx="5771">
                  <c:v>40953</c:v>
                </c:pt>
                <c:pt idx="5772">
                  <c:v>40954</c:v>
                </c:pt>
                <c:pt idx="5773">
                  <c:v>40955</c:v>
                </c:pt>
                <c:pt idx="5774">
                  <c:v>40956</c:v>
                </c:pt>
                <c:pt idx="5775">
                  <c:v>40959</c:v>
                </c:pt>
                <c:pt idx="5776">
                  <c:v>40960</c:v>
                </c:pt>
                <c:pt idx="5777">
                  <c:v>40961</c:v>
                </c:pt>
                <c:pt idx="5778">
                  <c:v>40962</c:v>
                </c:pt>
                <c:pt idx="5779">
                  <c:v>40963</c:v>
                </c:pt>
                <c:pt idx="5780">
                  <c:v>40966</c:v>
                </c:pt>
                <c:pt idx="5781">
                  <c:v>40967</c:v>
                </c:pt>
                <c:pt idx="5782">
                  <c:v>40968</c:v>
                </c:pt>
                <c:pt idx="5783">
                  <c:v>40969</c:v>
                </c:pt>
                <c:pt idx="5784">
                  <c:v>40970</c:v>
                </c:pt>
                <c:pt idx="5785">
                  <c:v>40973</c:v>
                </c:pt>
                <c:pt idx="5786">
                  <c:v>40974</c:v>
                </c:pt>
                <c:pt idx="5787">
                  <c:v>40975</c:v>
                </c:pt>
                <c:pt idx="5788">
                  <c:v>40976</c:v>
                </c:pt>
                <c:pt idx="5789">
                  <c:v>40977</c:v>
                </c:pt>
                <c:pt idx="5790">
                  <c:v>40980</c:v>
                </c:pt>
                <c:pt idx="5791">
                  <c:v>40981</c:v>
                </c:pt>
                <c:pt idx="5792">
                  <c:v>40982</c:v>
                </c:pt>
                <c:pt idx="5793">
                  <c:v>40983</c:v>
                </c:pt>
                <c:pt idx="5794">
                  <c:v>40984</c:v>
                </c:pt>
                <c:pt idx="5795">
                  <c:v>40987</c:v>
                </c:pt>
                <c:pt idx="5796">
                  <c:v>40988</c:v>
                </c:pt>
                <c:pt idx="5797">
                  <c:v>40989</c:v>
                </c:pt>
                <c:pt idx="5798">
                  <c:v>40990</c:v>
                </c:pt>
                <c:pt idx="5799">
                  <c:v>40991</c:v>
                </c:pt>
                <c:pt idx="5800">
                  <c:v>40994</c:v>
                </c:pt>
                <c:pt idx="5801">
                  <c:v>40995</c:v>
                </c:pt>
                <c:pt idx="5802">
                  <c:v>40996</c:v>
                </c:pt>
                <c:pt idx="5803">
                  <c:v>40997</c:v>
                </c:pt>
                <c:pt idx="5804">
                  <c:v>40998</c:v>
                </c:pt>
                <c:pt idx="5805">
                  <c:v>41001</c:v>
                </c:pt>
                <c:pt idx="5806">
                  <c:v>41002</c:v>
                </c:pt>
                <c:pt idx="5807">
                  <c:v>41003</c:v>
                </c:pt>
                <c:pt idx="5808">
                  <c:v>41004</c:v>
                </c:pt>
                <c:pt idx="5809">
                  <c:v>41005</c:v>
                </c:pt>
                <c:pt idx="5810">
                  <c:v>41008</c:v>
                </c:pt>
                <c:pt idx="5811">
                  <c:v>41009</c:v>
                </c:pt>
                <c:pt idx="5812">
                  <c:v>41010</c:v>
                </c:pt>
                <c:pt idx="5813">
                  <c:v>41011</c:v>
                </c:pt>
                <c:pt idx="5814">
                  <c:v>41012</c:v>
                </c:pt>
                <c:pt idx="5815">
                  <c:v>41015</c:v>
                </c:pt>
                <c:pt idx="5816">
                  <c:v>41016</c:v>
                </c:pt>
                <c:pt idx="5817">
                  <c:v>41017</c:v>
                </c:pt>
                <c:pt idx="5818">
                  <c:v>41018</c:v>
                </c:pt>
                <c:pt idx="5819">
                  <c:v>41019</c:v>
                </c:pt>
                <c:pt idx="5820">
                  <c:v>41022</c:v>
                </c:pt>
                <c:pt idx="5821">
                  <c:v>41023</c:v>
                </c:pt>
                <c:pt idx="5822">
                  <c:v>41024</c:v>
                </c:pt>
                <c:pt idx="5823">
                  <c:v>41025</c:v>
                </c:pt>
                <c:pt idx="5824">
                  <c:v>41026</c:v>
                </c:pt>
                <c:pt idx="5825">
                  <c:v>41029</c:v>
                </c:pt>
                <c:pt idx="5826">
                  <c:v>41030</c:v>
                </c:pt>
                <c:pt idx="5827">
                  <c:v>41031</c:v>
                </c:pt>
                <c:pt idx="5828">
                  <c:v>41032</c:v>
                </c:pt>
                <c:pt idx="5829">
                  <c:v>41033</c:v>
                </c:pt>
                <c:pt idx="5830">
                  <c:v>41036</c:v>
                </c:pt>
                <c:pt idx="5831">
                  <c:v>41037</c:v>
                </c:pt>
                <c:pt idx="5832">
                  <c:v>41038</c:v>
                </c:pt>
                <c:pt idx="5833">
                  <c:v>41039</c:v>
                </c:pt>
                <c:pt idx="5834">
                  <c:v>41040</c:v>
                </c:pt>
                <c:pt idx="5835">
                  <c:v>41043</c:v>
                </c:pt>
                <c:pt idx="5836">
                  <c:v>41044</c:v>
                </c:pt>
                <c:pt idx="5837">
                  <c:v>41045</c:v>
                </c:pt>
                <c:pt idx="5838">
                  <c:v>41046</c:v>
                </c:pt>
                <c:pt idx="5839">
                  <c:v>41047</c:v>
                </c:pt>
                <c:pt idx="5840">
                  <c:v>41050</c:v>
                </c:pt>
                <c:pt idx="5841">
                  <c:v>41051</c:v>
                </c:pt>
                <c:pt idx="5842">
                  <c:v>41052</c:v>
                </c:pt>
                <c:pt idx="5843">
                  <c:v>41053</c:v>
                </c:pt>
                <c:pt idx="5844">
                  <c:v>41054</c:v>
                </c:pt>
                <c:pt idx="5845">
                  <c:v>41057</c:v>
                </c:pt>
                <c:pt idx="5846">
                  <c:v>41058</c:v>
                </c:pt>
                <c:pt idx="5847">
                  <c:v>41059</c:v>
                </c:pt>
                <c:pt idx="5848">
                  <c:v>41060</c:v>
                </c:pt>
                <c:pt idx="5849">
                  <c:v>41061</c:v>
                </c:pt>
                <c:pt idx="5850">
                  <c:v>41064</c:v>
                </c:pt>
                <c:pt idx="5851">
                  <c:v>41065</c:v>
                </c:pt>
                <c:pt idx="5852">
                  <c:v>41066</c:v>
                </c:pt>
                <c:pt idx="5853">
                  <c:v>41067</c:v>
                </c:pt>
                <c:pt idx="5854">
                  <c:v>41068</c:v>
                </c:pt>
                <c:pt idx="5855">
                  <c:v>41071</c:v>
                </c:pt>
                <c:pt idx="5856">
                  <c:v>41072</c:v>
                </c:pt>
                <c:pt idx="5857">
                  <c:v>41073</c:v>
                </c:pt>
                <c:pt idx="5858">
                  <c:v>41074</c:v>
                </c:pt>
                <c:pt idx="5859">
                  <c:v>41075</c:v>
                </c:pt>
                <c:pt idx="5860">
                  <c:v>41078</c:v>
                </c:pt>
                <c:pt idx="5861">
                  <c:v>41079</c:v>
                </c:pt>
                <c:pt idx="5862">
                  <c:v>41080</c:v>
                </c:pt>
                <c:pt idx="5863">
                  <c:v>41081</c:v>
                </c:pt>
                <c:pt idx="5864">
                  <c:v>41082</c:v>
                </c:pt>
                <c:pt idx="5865">
                  <c:v>41085</c:v>
                </c:pt>
                <c:pt idx="5866">
                  <c:v>41086</c:v>
                </c:pt>
                <c:pt idx="5867">
                  <c:v>41087</c:v>
                </c:pt>
                <c:pt idx="5868">
                  <c:v>41088</c:v>
                </c:pt>
                <c:pt idx="5869">
                  <c:v>41089</c:v>
                </c:pt>
                <c:pt idx="5870">
                  <c:v>41092</c:v>
                </c:pt>
                <c:pt idx="5871">
                  <c:v>41093</c:v>
                </c:pt>
                <c:pt idx="5872">
                  <c:v>41094</c:v>
                </c:pt>
                <c:pt idx="5873">
                  <c:v>41095</c:v>
                </c:pt>
                <c:pt idx="5874">
                  <c:v>41096</c:v>
                </c:pt>
                <c:pt idx="5875">
                  <c:v>41099</c:v>
                </c:pt>
                <c:pt idx="5876">
                  <c:v>41100</c:v>
                </c:pt>
                <c:pt idx="5877">
                  <c:v>41101</c:v>
                </c:pt>
                <c:pt idx="5878">
                  <c:v>41102</c:v>
                </c:pt>
                <c:pt idx="5879">
                  <c:v>41103</c:v>
                </c:pt>
                <c:pt idx="5880">
                  <c:v>41106</c:v>
                </c:pt>
                <c:pt idx="5881">
                  <c:v>41107</c:v>
                </c:pt>
                <c:pt idx="5882">
                  <c:v>41108</c:v>
                </c:pt>
                <c:pt idx="5883">
                  <c:v>41109</c:v>
                </c:pt>
                <c:pt idx="5884">
                  <c:v>41110</c:v>
                </c:pt>
                <c:pt idx="5885">
                  <c:v>41113</c:v>
                </c:pt>
                <c:pt idx="5886">
                  <c:v>41114</c:v>
                </c:pt>
                <c:pt idx="5887">
                  <c:v>41115</c:v>
                </c:pt>
                <c:pt idx="5888">
                  <c:v>41116</c:v>
                </c:pt>
                <c:pt idx="5889">
                  <c:v>41117</c:v>
                </c:pt>
                <c:pt idx="5890">
                  <c:v>41120</c:v>
                </c:pt>
                <c:pt idx="5891">
                  <c:v>41121</c:v>
                </c:pt>
                <c:pt idx="5892">
                  <c:v>41122</c:v>
                </c:pt>
                <c:pt idx="5893">
                  <c:v>41123</c:v>
                </c:pt>
                <c:pt idx="5894">
                  <c:v>41124</c:v>
                </c:pt>
                <c:pt idx="5895">
                  <c:v>41127</c:v>
                </c:pt>
                <c:pt idx="5896">
                  <c:v>41128</c:v>
                </c:pt>
                <c:pt idx="5897">
                  <c:v>41129</c:v>
                </c:pt>
                <c:pt idx="5898">
                  <c:v>41130</c:v>
                </c:pt>
                <c:pt idx="5899">
                  <c:v>41131</c:v>
                </c:pt>
                <c:pt idx="5900">
                  <c:v>41134</c:v>
                </c:pt>
                <c:pt idx="5901">
                  <c:v>41135</c:v>
                </c:pt>
                <c:pt idx="5902">
                  <c:v>41136</c:v>
                </c:pt>
                <c:pt idx="5903">
                  <c:v>41137</c:v>
                </c:pt>
                <c:pt idx="5904">
                  <c:v>41138</c:v>
                </c:pt>
                <c:pt idx="5905">
                  <c:v>41141</c:v>
                </c:pt>
                <c:pt idx="5906">
                  <c:v>41142</c:v>
                </c:pt>
                <c:pt idx="5907">
                  <c:v>41143</c:v>
                </c:pt>
                <c:pt idx="5908">
                  <c:v>41144</c:v>
                </c:pt>
                <c:pt idx="5909">
                  <c:v>41145</c:v>
                </c:pt>
                <c:pt idx="5910">
                  <c:v>41148</c:v>
                </c:pt>
                <c:pt idx="5911">
                  <c:v>41149</c:v>
                </c:pt>
                <c:pt idx="5912">
                  <c:v>41150</c:v>
                </c:pt>
                <c:pt idx="5913">
                  <c:v>41151</c:v>
                </c:pt>
                <c:pt idx="5914">
                  <c:v>41152</c:v>
                </c:pt>
                <c:pt idx="5915">
                  <c:v>41155</c:v>
                </c:pt>
                <c:pt idx="5916">
                  <c:v>41156</c:v>
                </c:pt>
                <c:pt idx="5917">
                  <c:v>41157</c:v>
                </c:pt>
                <c:pt idx="5918">
                  <c:v>41158</c:v>
                </c:pt>
                <c:pt idx="5919">
                  <c:v>41159</c:v>
                </c:pt>
                <c:pt idx="5920">
                  <c:v>41162</c:v>
                </c:pt>
                <c:pt idx="5921">
                  <c:v>41163</c:v>
                </c:pt>
                <c:pt idx="5922">
                  <c:v>41164</c:v>
                </c:pt>
                <c:pt idx="5923">
                  <c:v>41165</c:v>
                </c:pt>
                <c:pt idx="5924">
                  <c:v>41166</c:v>
                </c:pt>
                <c:pt idx="5925">
                  <c:v>41169</c:v>
                </c:pt>
                <c:pt idx="5926">
                  <c:v>41170</c:v>
                </c:pt>
                <c:pt idx="5927">
                  <c:v>41171</c:v>
                </c:pt>
                <c:pt idx="5928">
                  <c:v>41172</c:v>
                </c:pt>
                <c:pt idx="5929">
                  <c:v>41173</c:v>
                </c:pt>
                <c:pt idx="5930">
                  <c:v>41176</c:v>
                </c:pt>
                <c:pt idx="5931">
                  <c:v>41177</c:v>
                </c:pt>
                <c:pt idx="5932">
                  <c:v>41178</c:v>
                </c:pt>
                <c:pt idx="5933">
                  <c:v>41179</c:v>
                </c:pt>
                <c:pt idx="5934">
                  <c:v>41180</c:v>
                </c:pt>
                <c:pt idx="5935">
                  <c:v>41183</c:v>
                </c:pt>
                <c:pt idx="5936">
                  <c:v>41184</c:v>
                </c:pt>
                <c:pt idx="5937">
                  <c:v>41185</c:v>
                </c:pt>
                <c:pt idx="5938">
                  <c:v>41186</c:v>
                </c:pt>
                <c:pt idx="5939">
                  <c:v>41187</c:v>
                </c:pt>
                <c:pt idx="5940">
                  <c:v>41190</c:v>
                </c:pt>
                <c:pt idx="5941">
                  <c:v>41191</c:v>
                </c:pt>
                <c:pt idx="5942">
                  <c:v>41192</c:v>
                </c:pt>
                <c:pt idx="5943">
                  <c:v>41193</c:v>
                </c:pt>
                <c:pt idx="5944">
                  <c:v>41194</c:v>
                </c:pt>
                <c:pt idx="5945">
                  <c:v>41197</c:v>
                </c:pt>
                <c:pt idx="5946">
                  <c:v>41198</c:v>
                </c:pt>
                <c:pt idx="5947">
                  <c:v>41199</c:v>
                </c:pt>
                <c:pt idx="5948">
                  <c:v>41200</c:v>
                </c:pt>
                <c:pt idx="5949">
                  <c:v>41201</c:v>
                </c:pt>
                <c:pt idx="5950">
                  <c:v>41204</c:v>
                </c:pt>
                <c:pt idx="5951">
                  <c:v>41205</c:v>
                </c:pt>
                <c:pt idx="5952">
                  <c:v>41206</c:v>
                </c:pt>
                <c:pt idx="5953">
                  <c:v>41207</c:v>
                </c:pt>
                <c:pt idx="5954">
                  <c:v>41208</c:v>
                </c:pt>
                <c:pt idx="5955">
                  <c:v>41211</c:v>
                </c:pt>
                <c:pt idx="5956">
                  <c:v>41212</c:v>
                </c:pt>
                <c:pt idx="5957">
                  <c:v>41213</c:v>
                </c:pt>
                <c:pt idx="5958">
                  <c:v>41214</c:v>
                </c:pt>
                <c:pt idx="5959">
                  <c:v>41215</c:v>
                </c:pt>
                <c:pt idx="5960">
                  <c:v>41218</c:v>
                </c:pt>
                <c:pt idx="5961">
                  <c:v>41219</c:v>
                </c:pt>
                <c:pt idx="5962">
                  <c:v>41220</c:v>
                </c:pt>
                <c:pt idx="5963">
                  <c:v>41221</c:v>
                </c:pt>
                <c:pt idx="5964">
                  <c:v>41222</c:v>
                </c:pt>
                <c:pt idx="5965">
                  <c:v>41225</c:v>
                </c:pt>
                <c:pt idx="5966">
                  <c:v>41226</c:v>
                </c:pt>
                <c:pt idx="5967">
                  <c:v>41227</c:v>
                </c:pt>
                <c:pt idx="5968">
                  <c:v>41228</c:v>
                </c:pt>
                <c:pt idx="5969">
                  <c:v>41229</c:v>
                </c:pt>
                <c:pt idx="5970">
                  <c:v>41232</c:v>
                </c:pt>
                <c:pt idx="5971">
                  <c:v>41233</c:v>
                </c:pt>
                <c:pt idx="5972">
                  <c:v>41234</c:v>
                </c:pt>
                <c:pt idx="5973">
                  <c:v>41235</c:v>
                </c:pt>
                <c:pt idx="5974">
                  <c:v>41236</c:v>
                </c:pt>
                <c:pt idx="5975">
                  <c:v>41239</c:v>
                </c:pt>
                <c:pt idx="5976">
                  <c:v>41240</c:v>
                </c:pt>
                <c:pt idx="5977">
                  <c:v>41241</c:v>
                </c:pt>
                <c:pt idx="5978">
                  <c:v>41242</c:v>
                </c:pt>
                <c:pt idx="5979">
                  <c:v>41243</c:v>
                </c:pt>
                <c:pt idx="5980">
                  <c:v>41246</c:v>
                </c:pt>
                <c:pt idx="5981">
                  <c:v>41247</c:v>
                </c:pt>
                <c:pt idx="5982">
                  <c:v>41248</c:v>
                </c:pt>
                <c:pt idx="5983">
                  <c:v>41249</c:v>
                </c:pt>
                <c:pt idx="5984">
                  <c:v>41250</c:v>
                </c:pt>
                <c:pt idx="5985">
                  <c:v>41253</c:v>
                </c:pt>
                <c:pt idx="5986">
                  <c:v>41254</c:v>
                </c:pt>
                <c:pt idx="5987">
                  <c:v>41255</c:v>
                </c:pt>
                <c:pt idx="5988">
                  <c:v>41256</c:v>
                </c:pt>
                <c:pt idx="5989">
                  <c:v>41257</c:v>
                </c:pt>
                <c:pt idx="5990">
                  <c:v>41260</c:v>
                </c:pt>
                <c:pt idx="5991">
                  <c:v>41261</c:v>
                </c:pt>
                <c:pt idx="5992">
                  <c:v>41262</c:v>
                </c:pt>
                <c:pt idx="5993">
                  <c:v>41263</c:v>
                </c:pt>
                <c:pt idx="5994">
                  <c:v>41264</c:v>
                </c:pt>
                <c:pt idx="5995">
                  <c:v>41267</c:v>
                </c:pt>
                <c:pt idx="5996">
                  <c:v>41268</c:v>
                </c:pt>
                <c:pt idx="5997">
                  <c:v>41269</c:v>
                </c:pt>
                <c:pt idx="5998">
                  <c:v>41270</c:v>
                </c:pt>
                <c:pt idx="5999">
                  <c:v>41271</c:v>
                </c:pt>
                <c:pt idx="6000">
                  <c:v>41274</c:v>
                </c:pt>
                <c:pt idx="6001">
                  <c:v>41275</c:v>
                </c:pt>
                <c:pt idx="6002">
                  <c:v>41276</c:v>
                </c:pt>
                <c:pt idx="6003">
                  <c:v>41277</c:v>
                </c:pt>
                <c:pt idx="6004">
                  <c:v>41278</c:v>
                </c:pt>
                <c:pt idx="6005">
                  <c:v>41281</c:v>
                </c:pt>
                <c:pt idx="6006">
                  <c:v>41282</c:v>
                </c:pt>
                <c:pt idx="6007">
                  <c:v>41283</c:v>
                </c:pt>
                <c:pt idx="6008">
                  <c:v>41284</c:v>
                </c:pt>
                <c:pt idx="6009">
                  <c:v>41285</c:v>
                </c:pt>
                <c:pt idx="6010">
                  <c:v>41288</c:v>
                </c:pt>
                <c:pt idx="6011">
                  <c:v>41289</c:v>
                </c:pt>
                <c:pt idx="6012">
                  <c:v>41290</c:v>
                </c:pt>
                <c:pt idx="6013">
                  <c:v>41291</c:v>
                </c:pt>
                <c:pt idx="6014">
                  <c:v>41292</c:v>
                </c:pt>
                <c:pt idx="6015">
                  <c:v>41295</c:v>
                </c:pt>
                <c:pt idx="6016">
                  <c:v>41296</c:v>
                </c:pt>
                <c:pt idx="6017">
                  <c:v>41297</c:v>
                </c:pt>
                <c:pt idx="6018">
                  <c:v>41298</c:v>
                </c:pt>
                <c:pt idx="6019">
                  <c:v>41299</c:v>
                </c:pt>
                <c:pt idx="6020">
                  <c:v>41302</c:v>
                </c:pt>
                <c:pt idx="6021">
                  <c:v>41303</c:v>
                </c:pt>
                <c:pt idx="6022">
                  <c:v>41304</c:v>
                </c:pt>
                <c:pt idx="6023">
                  <c:v>41305</c:v>
                </c:pt>
                <c:pt idx="6024">
                  <c:v>41306</c:v>
                </c:pt>
                <c:pt idx="6025">
                  <c:v>41309</c:v>
                </c:pt>
                <c:pt idx="6026">
                  <c:v>41310</c:v>
                </c:pt>
                <c:pt idx="6027">
                  <c:v>41311</c:v>
                </c:pt>
                <c:pt idx="6028">
                  <c:v>41312</c:v>
                </c:pt>
                <c:pt idx="6029">
                  <c:v>41313</c:v>
                </c:pt>
                <c:pt idx="6030">
                  <c:v>41316</c:v>
                </c:pt>
                <c:pt idx="6031">
                  <c:v>41317</c:v>
                </c:pt>
                <c:pt idx="6032">
                  <c:v>41318</c:v>
                </c:pt>
                <c:pt idx="6033">
                  <c:v>41319</c:v>
                </c:pt>
                <c:pt idx="6034">
                  <c:v>41320</c:v>
                </c:pt>
                <c:pt idx="6035">
                  <c:v>41323</c:v>
                </c:pt>
                <c:pt idx="6036">
                  <c:v>41324</c:v>
                </c:pt>
                <c:pt idx="6037">
                  <c:v>41325</c:v>
                </c:pt>
                <c:pt idx="6038">
                  <c:v>41326</c:v>
                </c:pt>
                <c:pt idx="6039">
                  <c:v>41327</c:v>
                </c:pt>
                <c:pt idx="6040">
                  <c:v>41330</c:v>
                </c:pt>
                <c:pt idx="6041">
                  <c:v>41331</c:v>
                </c:pt>
                <c:pt idx="6042">
                  <c:v>41332</c:v>
                </c:pt>
                <c:pt idx="6043">
                  <c:v>41333</c:v>
                </c:pt>
                <c:pt idx="6044">
                  <c:v>41334</c:v>
                </c:pt>
                <c:pt idx="6045">
                  <c:v>41337</c:v>
                </c:pt>
                <c:pt idx="6046">
                  <c:v>41338</c:v>
                </c:pt>
                <c:pt idx="6047">
                  <c:v>41339</c:v>
                </c:pt>
                <c:pt idx="6048">
                  <c:v>41340</c:v>
                </c:pt>
                <c:pt idx="6049">
                  <c:v>41341</c:v>
                </c:pt>
                <c:pt idx="6050">
                  <c:v>41344</c:v>
                </c:pt>
                <c:pt idx="6051">
                  <c:v>41345</c:v>
                </c:pt>
                <c:pt idx="6052">
                  <c:v>41346</c:v>
                </c:pt>
                <c:pt idx="6053">
                  <c:v>41347</c:v>
                </c:pt>
                <c:pt idx="6054">
                  <c:v>41348</c:v>
                </c:pt>
                <c:pt idx="6055">
                  <c:v>41351</c:v>
                </c:pt>
                <c:pt idx="6056">
                  <c:v>41352</c:v>
                </c:pt>
                <c:pt idx="6057">
                  <c:v>41353</c:v>
                </c:pt>
                <c:pt idx="6058">
                  <c:v>41354</c:v>
                </c:pt>
                <c:pt idx="6059">
                  <c:v>41355</c:v>
                </c:pt>
                <c:pt idx="6060">
                  <c:v>41358</c:v>
                </c:pt>
                <c:pt idx="6061">
                  <c:v>41359</c:v>
                </c:pt>
                <c:pt idx="6062">
                  <c:v>41360</c:v>
                </c:pt>
                <c:pt idx="6063">
                  <c:v>41361</c:v>
                </c:pt>
                <c:pt idx="6064">
                  <c:v>41362</c:v>
                </c:pt>
                <c:pt idx="6065">
                  <c:v>41365</c:v>
                </c:pt>
                <c:pt idx="6066">
                  <c:v>41366</c:v>
                </c:pt>
                <c:pt idx="6067">
                  <c:v>41367</c:v>
                </c:pt>
                <c:pt idx="6068">
                  <c:v>41368</c:v>
                </c:pt>
                <c:pt idx="6069">
                  <c:v>41369</c:v>
                </c:pt>
                <c:pt idx="6070">
                  <c:v>41372</c:v>
                </c:pt>
                <c:pt idx="6071">
                  <c:v>41373</c:v>
                </c:pt>
                <c:pt idx="6072">
                  <c:v>41374</c:v>
                </c:pt>
                <c:pt idx="6073">
                  <c:v>41375</c:v>
                </c:pt>
                <c:pt idx="6074">
                  <c:v>41376</c:v>
                </c:pt>
                <c:pt idx="6075">
                  <c:v>41379</c:v>
                </c:pt>
                <c:pt idx="6076">
                  <c:v>41380</c:v>
                </c:pt>
                <c:pt idx="6077">
                  <c:v>41381</c:v>
                </c:pt>
                <c:pt idx="6078">
                  <c:v>41382</c:v>
                </c:pt>
                <c:pt idx="6079">
                  <c:v>41383</c:v>
                </c:pt>
                <c:pt idx="6080">
                  <c:v>41386</c:v>
                </c:pt>
                <c:pt idx="6081">
                  <c:v>41387</c:v>
                </c:pt>
                <c:pt idx="6082">
                  <c:v>41388</c:v>
                </c:pt>
                <c:pt idx="6083">
                  <c:v>41389</c:v>
                </c:pt>
                <c:pt idx="6084">
                  <c:v>41390</c:v>
                </c:pt>
                <c:pt idx="6085">
                  <c:v>41393</c:v>
                </c:pt>
                <c:pt idx="6086">
                  <c:v>41394</c:v>
                </c:pt>
                <c:pt idx="6087">
                  <c:v>41395</c:v>
                </c:pt>
                <c:pt idx="6088">
                  <c:v>41396</c:v>
                </c:pt>
                <c:pt idx="6089">
                  <c:v>41397</c:v>
                </c:pt>
                <c:pt idx="6090">
                  <c:v>41400</c:v>
                </c:pt>
                <c:pt idx="6091">
                  <c:v>41401</c:v>
                </c:pt>
                <c:pt idx="6092">
                  <c:v>41402</c:v>
                </c:pt>
                <c:pt idx="6093">
                  <c:v>41403</c:v>
                </c:pt>
                <c:pt idx="6094">
                  <c:v>41404</c:v>
                </c:pt>
                <c:pt idx="6095">
                  <c:v>41407</c:v>
                </c:pt>
                <c:pt idx="6096">
                  <c:v>41408</c:v>
                </c:pt>
                <c:pt idx="6097">
                  <c:v>41409</c:v>
                </c:pt>
                <c:pt idx="6098">
                  <c:v>41410</c:v>
                </c:pt>
                <c:pt idx="6099">
                  <c:v>41411</c:v>
                </c:pt>
                <c:pt idx="6100">
                  <c:v>41414</c:v>
                </c:pt>
                <c:pt idx="6101">
                  <c:v>41415</c:v>
                </c:pt>
                <c:pt idx="6102">
                  <c:v>41416</c:v>
                </c:pt>
                <c:pt idx="6103">
                  <c:v>41417</c:v>
                </c:pt>
                <c:pt idx="6104">
                  <c:v>41418</c:v>
                </c:pt>
                <c:pt idx="6105">
                  <c:v>41421</c:v>
                </c:pt>
                <c:pt idx="6106">
                  <c:v>41422</c:v>
                </c:pt>
                <c:pt idx="6107">
                  <c:v>41423</c:v>
                </c:pt>
                <c:pt idx="6108">
                  <c:v>41424</c:v>
                </c:pt>
                <c:pt idx="6109">
                  <c:v>41425</c:v>
                </c:pt>
                <c:pt idx="6110">
                  <c:v>41428</c:v>
                </c:pt>
                <c:pt idx="6111">
                  <c:v>41429</c:v>
                </c:pt>
                <c:pt idx="6112">
                  <c:v>41430</c:v>
                </c:pt>
                <c:pt idx="6113">
                  <c:v>41431</c:v>
                </c:pt>
                <c:pt idx="6114">
                  <c:v>41432</c:v>
                </c:pt>
                <c:pt idx="6115">
                  <c:v>41435</c:v>
                </c:pt>
                <c:pt idx="6116">
                  <c:v>41436</c:v>
                </c:pt>
                <c:pt idx="6117">
                  <c:v>41437</c:v>
                </c:pt>
                <c:pt idx="6118">
                  <c:v>41438</c:v>
                </c:pt>
                <c:pt idx="6119">
                  <c:v>41439</c:v>
                </c:pt>
                <c:pt idx="6120">
                  <c:v>41442</c:v>
                </c:pt>
                <c:pt idx="6121">
                  <c:v>41443</c:v>
                </c:pt>
                <c:pt idx="6122">
                  <c:v>41444</c:v>
                </c:pt>
                <c:pt idx="6123">
                  <c:v>41445</c:v>
                </c:pt>
                <c:pt idx="6124">
                  <c:v>41446</c:v>
                </c:pt>
                <c:pt idx="6125">
                  <c:v>41449</c:v>
                </c:pt>
                <c:pt idx="6126">
                  <c:v>41450</c:v>
                </c:pt>
                <c:pt idx="6127">
                  <c:v>41451</c:v>
                </c:pt>
                <c:pt idx="6128">
                  <c:v>41452</c:v>
                </c:pt>
                <c:pt idx="6129">
                  <c:v>41453</c:v>
                </c:pt>
                <c:pt idx="6130">
                  <c:v>41456</c:v>
                </c:pt>
                <c:pt idx="6131">
                  <c:v>41457</c:v>
                </c:pt>
                <c:pt idx="6132">
                  <c:v>41458</c:v>
                </c:pt>
                <c:pt idx="6133">
                  <c:v>41459</c:v>
                </c:pt>
                <c:pt idx="6134">
                  <c:v>41460</c:v>
                </c:pt>
                <c:pt idx="6135">
                  <c:v>41463</c:v>
                </c:pt>
                <c:pt idx="6136">
                  <c:v>41464</c:v>
                </c:pt>
                <c:pt idx="6137">
                  <c:v>41465</c:v>
                </c:pt>
                <c:pt idx="6138">
                  <c:v>41466</c:v>
                </c:pt>
                <c:pt idx="6139">
                  <c:v>41467</c:v>
                </c:pt>
                <c:pt idx="6140">
                  <c:v>41470</c:v>
                </c:pt>
                <c:pt idx="6141">
                  <c:v>41471</c:v>
                </c:pt>
                <c:pt idx="6142">
                  <c:v>41472</c:v>
                </c:pt>
                <c:pt idx="6143">
                  <c:v>41473</c:v>
                </c:pt>
                <c:pt idx="6144">
                  <c:v>41474</c:v>
                </c:pt>
                <c:pt idx="6145">
                  <c:v>41477</c:v>
                </c:pt>
                <c:pt idx="6146">
                  <c:v>41478</c:v>
                </c:pt>
                <c:pt idx="6147">
                  <c:v>41479</c:v>
                </c:pt>
                <c:pt idx="6148">
                  <c:v>41480</c:v>
                </c:pt>
                <c:pt idx="6149">
                  <c:v>41481</c:v>
                </c:pt>
                <c:pt idx="6150">
                  <c:v>41484</c:v>
                </c:pt>
                <c:pt idx="6151">
                  <c:v>41485</c:v>
                </c:pt>
                <c:pt idx="6152">
                  <c:v>41486</c:v>
                </c:pt>
                <c:pt idx="6153">
                  <c:v>41487</c:v>
                </c:pt>
                <c:pt idx="6154">
                  <c:v>41488</c:v>
                </c:pt>
                <c:pt idx="6155">
                  <c:v>41491</c:v>
                </c:pt>
                <c:pt idx="6156">
                  <c:v>41492</c:v>
                </c:pt>
                <c:pt idx="6157">
                  <c:v>41493</c:v>
                </c:pt>
                <c:pt idx="6158">
                  <c:v>41494</c:v>
                </c:pt>
                <c:pt idx="6159">
                  <c:v>41495</c:v>
                </c:pt>
                <c:pt idx="6160">
                  <c:v>41498</c:v>
                </c:pt>
                <c:pt idx="6161">
                  <c:v>41499</c:v>
                </c:pt>
                <c:pt idx="6162">
                  <c:v>41500</c:v>
                </c:pt>
                <c:pt idx="6163">
                  <c:v>41501</c:v>
                </c:pt>
                <c:pt idx="6164">
                  <c:v>41502</c:v>
                </c:pt>
                <c:pt idx="6165">
                  <c:v>41505</c:v>
                </c:pt>
                <c:pt idx="6166">
                  <c:v>41506</c:v>
                </c:pt>
                <c:pt idx="6167">
                  <c:v>41507</c:v>
                </c:pt>
                <c:pt idx="6168">
                  <c:v>41508</c:v>
                </c:pt>
                <c:pt idx="6169">
                  <c:v>41509</c:v>
                </c:pt>
                <c:pt idx="6170">
                  <c:v>41512</c:v>
                </c:pt>
                <c:pt idx="6171">
                  <c:v>41513</c:v>
                </c:pt>
                <c:pt idx="6172">
                  <c:v>41514</c:v>
                </c:pt>
                <c:pt idx="6173">
                  <c:v>41515</c:v>
                </c:pt>
                <c:pt idx="6174">
                  <c:v>41516</c:v>
                </c:pt>
                <c:pt idx="6175">
                  <c:v>41519</c:v>
                </c:pt>
                <c:pt idx="6176">
                  <c:v>41520</c:v>
                </c:pt>
                <c:pt idx="6177">
                  <c:v>41521</c:v>
                </c:pt>
                <c:pt idx="6178">
                  <c:v>41522</c:v>
                </c:pt>
                <c:pt idx="6179">
                  <c:v>41523</c:v>
                </c:pt>
                <c:pt idx="6180">
                  <c:v>41526</c:v>
                </c:pt>
                <c:pt idx="6181">
                  <c:v>41527</c:v>
                </c:pt>
                <c:pt idx="6182">
                  <c:v>41528</c:v>
                </c:pt>
                <c:pt idx="6183">
                  <c:v>41529</c:v>
                </c:pt>
                <c:pt idx="6184">
                  <c:v>41530</c:v>
                </c:pt>
                <c:pt idx="6185">
                  <c:v>41533</c:v>
                </c:pt>
                <c:pt idx="6186">
                  <c:v>41534</c:v>
                </c:pt>
                <c:pt idx="6187">
                  <c:v>41535</c:v>
                </c:pt>
                <c:pt idx="6188">
                  <c:v>41536</c:v>
                </c:pt>
                <c:pt idx="6189">
                  <c:v>41537</c:v>
                </c:pt>
                <c:pt idx="6190">
                  <c:v>41540</c:v>
                </c:pt>
                <c:pt idx="6191">
                  <c:v>41541</c:v>
                </c:pt>
                <c:pt idx="6192">
                  <c:v>41542</c:v>
                </c:pt>
                <c:pt idx="6193">
                  <c:v>41543</c:v>
                </c:pt>
                <c:pt idx="6194">
                  <c:v>41544</c:v>
                </c:pt>
                <c:pt idx="6195">
                  <c:v>41547</c:v>
                </c:pt>
                <c:pt idx="6196">
                  <c:v>41548</c:v>
                </c:pt>
                <c:pt idx="6197">
                  <c:v>41549</c:v>
                </c:pt>
                <c:pt idx="6198">
                  <c:v>41550</c:v>
                </c:pt>
                <c:pt idx="6199">
                  <c:v>41551</c:v>
                </c:pt>
                <c:pt idx="6200">
                  <c:v>41554</c:v>
                </c:pt>
                <c:pt idx="6201">
                  <c:v>41555</c:v>
                </c:pt>
                <c:pt idx="6202">
                  <c:v>41556</c:v>
                </c:pt>
                <c:pt idx="6203">
                  <c:v>41557</c:v>
                </c:pt>
                <c:pt idx="6204">
                  <c:v>41558</c:v>
                </c:pt>
                <c:pt idx="6205">
                  <c:v>41561</c:v>
                </c:pt>
                <c:pt idx="6206">
                  <c:v>41562</c:v>
                </c:pt>
                <c:pt idx="6207">
                  <c:v>41563</c:v>
                </c:pt>
                <c:pt idx="6208">
                  <c:v>41564</c:v>
                </c:pt>
                <c:pt idx="6209">
                  <c:v>41565</c:v>
                </c:pt>
                <c:pt idx="6210">
                  <c:v>41568</c:v>
                </c:pt>
                <c:pt idx="6211">
                  <c:v>41569</c:v>
                </c:pt>
                <c:pt idx="6212">
                  <c:v>41570</c:v>
                </c:pt>
                <c:pt idx="6213">
                  <c:v>41571</c:v>
                </c:pt>
                <c:pt idx="6214">
                  <c:v>41572</c:v>
                </c:pt>
                <c:pt idx="6215">
                  <c:v>41575</c:v>
                </c:pt>
                <c:pt idx="6216">
                  <c:v>41576</c:v>
                </c:pt>
                <c:pt idx="6217">
                  <c:v>41577</c:v>
                </c:pt>
                <c:pt idx="6218">
                  <c:v>41578</c:v>
                </c:pt>
                <c:pt idx="6219">
                  <c:v>41579</c:v>
                </c:pt>
                <c:pt idx="6220">
                  <c:v>41582</c:v>
                </c:pt>
                <c:pt idx="6221">
                  <c:v>41583</c:v>
                </c:pt>
                <c:pt idx="6222">
                  <c:v>41584</c:v>
                </c:pt>
                <c:pt idx="6223">
                  <c:v>41585</c:v>
                </c:pt>
                <c:pt idx="6224">
                  <c:v>41586</c:v>
                </c:pt>
                <c:pt idx="6225">
                  <c:v>41589</c:v>
                </c:pt>
                <c:pt idx="6226">
                  <c:v>41590</c:v>
                </c:pt>
                <c:pt idx="6227">
                  <c:v>41591</c:v>
                </c:pt>
                <c:pt idx="6228">
                  <c:v>41592</c:v>
                </c:pt>
                <c:pt idx="6229">
                  <c:v>41593</c:v>
                </c:pt>
                <c:pt idx="6230">
                  <c:v>41596</c:v>
                </c:pt>
                <c:pt idx="6231">
                  <c:v>41597</c:v>
                </c:pt>
                <c:pt idx="6232">
                  <c:v>41598</c:v>
                </c:pt>
                <c:pt idx="6233">
                  <c:v>41599</c:v>
                </c:pt>
                <c:pt idx="6234">
                  <c:v>41600</c:v>
                </c:pt>
                <c:pt idx="6235">
                  <c:v>41603</c:v>
                </c:pt>
                <c:pt idx="6236">
                  <c:v>41604</c:v>
                </c:pt>
                <c:pt idx="6237">
                  <c:v>41605</c:v>
                </c:pt>
                <c:pt idx="6238">
                  <c:v>41606</c:v>
                </c:pt>
                <c:pt idx="6239">
                  <c:v>41607</c:v>
                </c:pt>
                <c:pt idx="6240">
                  <c:v>41610</c:v>
                </c:pt>
                <c:pt idx="6241">
                  <c:v>41611</c:v>
                </c:pt>
                <c:pt idx="6242">
                  <c:v>41612</c:v>
                </c:pt>
                <c:pt idx="6243">
                  <c:v>41613</c:v>
                </c:pt>
                <c:pt idx="6244">
                  <c:v>41614</c:v>
                </c:pt>
                <c:pt idx="6245">
                  <c:v>41617</c:v>
                </c:pt>
                <c:pt idx="6246">
                  <c:v>41618</c:v>
                </c:pt>
                <c:pt idx="6247">
                  <c:v>41619</c:v>
                </c:pt>
                <c:pt idx="6248">
                  <c:v>41620</c:v>
                </c:pt>
                <c:pt idx="6249">
                  <c:v>41621</c:v>
                </c:pt>
                <c:pt idx="6250">
                  <c:v>41624</c:v>
                </c:pt>
                <c:pt idx="6251">
                  <c:v>41625</c:v>
                </c:pt>
                <c:pt idx="6252">
                  <c:v>41626</c:v>
                </c:pt>
                <c:pt idx="6253">
                  <c:v>41627</c:v>
                </c:pt>
                <c:pt idx="6254">
                  <c:v>41628</c:v>
                </c:pt>
                <c:pt idx="6255">
                  <c:v>41631</c:v>
                </c:pt>
                <c:pt idx="6256">
                  <c:v>41632</c:v>
                </c:pt>
                <c:pt idx="6257">
                  <c:v>41633</c:v>
                </c:pt>
                <c:pt idx="6258">
                  <c:v>41634</c:v>
                </c:pt>
                <c:pt idx="6259">
                  <c:v>41635</c:v>
                </c:pt>
                <c:pt idx="6260">
                  <c:v>41638</c:v>
                </c:pt>
                <c:pt idx="6261">
                  <c:v>41639</c:v>
                </c:pt>
                <c:pt idx="6262">
                  <c:v>41640</c:v>
                </c:pt>
                <c:pt idx="6263">
                  <c:v>41641</c:v>
                </c:pt>
                <c:pt idx="6264">
                  <c:v>41642</c:v>
                </c:pt>
                <c:pt idx="6265">
                  <c:v>41645</c:v>
                </c:pt>
                <c:pt idx="6266">
                  <c:v>41646</c:v>
                </c:pt>
                <c:pt idx="6267">
                  <c:v>41647</c:v>
                </c:pt>
                <c:pt idx="6268">
                  <c:v>41648</c:v>
                </c:pt>
                <c:pt idx="6269">
                  <c:v>41649</c:v>
                </c:pt>
                <c:pt idx="6270">
                  <c:v>41652</c:v>
                </c:pt>
                <c:pt idx="6271">
                  <c:v>41653</c:v>
                </c:pt>
                <c:pt idx="6272">
                  <c:v>41654</c:v>
                </c:pt>
                <c:pt idx="6273">
                  <c:v>41655</c:v>
                </c:pt>
                <c:pt idx="6274">
                  <c:v>41656</c:v>
                </c:pt>
                <c:pt idx="6275">
                  <c:v>41659</c:v>
                </c:pt>
                <c:pt idx="6276">
                  <c:v>41660</c:v>
                </c:pt>
                <c:pt idx="6277">
                  <c:v>41661</c:v>
                </c:pt>
                <c:pt idx="6278">
                  <c:v>41662</c:v>
                </c:pt>
                <c:pt idx="6279">
                  <c:v>41663</c:v>
                </c:pt>
                <c:pt idx="6280">
                  <c:v>41666</c:v>
                </c:pt>
                <c:pt idx="6281">
                  <c:v>41667</c:v>
                </c:pt>
                <c:pt idx="6282">
                  <c:v>41668</c:v>
                </c:pt>
                <c:pt idx="6283">
                  <c:v>41669</c:v>
                </c:pt>
                <c:pt idx="6284">
                  <c:v>41670</c:v>
                </c:pt>
                <c:pt idx="6285">
                  <c:v>41673</c:v>
                </c:pt>
                <c:pt idx="6286">
                  <c:v>41674</c:v>
                </c:pt>
                <c:pt idx="6287">
                  <c:v>41675</c:v>
                </c:pt>
                <c:pt idx="6288">
                  <c:v>41676</c:v>
                </c:pt>
                <c:pt idx="6289">
                  <c:v>41677</c:v>
                </c:pt>
                <c:pt idx="6290">
                  <c:v>41680</c:v>
                </c:pt>
                <c:pt idx="6291">
                  <c:v>41681</c:v>
                </c:pt>
                <c:pt idx="6292">
                  <c:v>41682</c:v>
                </c:pt>
                <c:pt idx="6293">
                  <c:v>41683</c:v>
                </c:pt>
                <c:pt idx="6294">
                  <c:v>41684</c:v>
                </c:pt>
                <c:pt idx="6295">
                  <c:v>41687</c:v>
                </c:pt>
                <c:pt idx="6296">
                  <c:v>41688</c:v>
                </c:pt>
                <c:pt idx="6297">
                  <c:v>41689</c:v>
                </c:pt>
                <c:pt idx="6298">
                  <c:v>41690</c:v>
                </c:pt>
                <c:pt idx="6299">
                  <c:v>41691</c:v>
                </c:pt>
                <c:pt idx="6300">
                  <c:v>41694</c:v>
                </c:pt>
                <c:pt idx="6301">
                  <c:v>41695</c:v>
                </c:pt>
                <c:pt idx="6302">
                  <c:v>41696</c:v>
                </c:pt>
                <c:pt idx="6303">
                  <c:v>41697</c:v>
                </c:pt>
                <c:pt idx="6304">
                  <c:v>41698</c:v>
                </c:pt>
                <c:pt idx="6305">
                  <c:v>41701</c:v>
                </c:pt>
                <c:pt idx="6306">
                  <c:v>41702</c:v>
                </c:pt>
                <c:pt idx="6307">
                  <c:v>41703</c:v>
                </c:pt>
                <c:pt idx="6308">
                  <c:v>41704</c:v>
                </c:pt>
                <c:pt idx="6309">
                  <c:v>41705</c:v>
                </c:pt>
                <c:pt idx="6310">
                  <c:v>41708</c:v>
                </c:pt>
                <c:pt idx="6311">
                  <c:v>41709</c:v>
                </c:pt>
                <c:pt idx="6312">
                  <c:v>41710</c:v>
                </c:pt>
                <c:pt idx="6313">
                  <c:v>41711</c:v>
                </c:pt>
                <c:pt idx="6314">
                  <c:v>41712</c:v>
                </c:pt>
                <c:pt idx="6315">
                  <c:v>41715</c:v>
                </c:pt>
                <c:pt idx="6316">
                  <c:v>41716</c:v>
                </c:pt>
                <c:pt idx="6317">
                  <c:v>41717</c:v>
                </c:pt>
                <c:pt idx="6318">
                  <c:v>41718</c:v>
                </c:pt>
                <c:pt idx="6319">
                  <c:v>41719</c:v>
                </c:pt>
                <c:pt idx="6320">
                  <c:v>41722</c:v>
                </c:pt>
                <c:pt idx="6321">
                  <c:v>41723</c:v>
                </c:pt>
                <c:pt idx="6322">
                  <c:v>41724</c:v>
                </c:pt>
                <c:pt idx="6323">
                  <c:v>41725</c:v>
                </c:pt>
                <c:pt idx="6324">
                  <c:v>41726</c:v>
                </c:pt>
                <c:pt idx="6325">
                  <c:v>41729</c:v>
                </c:pt>
                <c:pt idx="6326">
                  <c:v>41730</c:v>
                </c:pt>
                <c:pt idx="6327">
                  <c:v>41731</c:v>
                </c:pt>
                <c:pt idx="6328">
                  <c:v>41732</c:v>
                </c:pt>
                <c:pt idx="6329">
                  <c:v>41733</c:v>
                </c:pt>
                <c:pt idx="6330">
                  <c:v>41736</c:v>
                </c:pt>
                <c:pt idx="6331">
                  <c:v>41737</c:v>
                </c:pt>
                <c:pt idx="6332">
                  <c:v>41738</c:v>
                </c:pt>
                <c:pt idx="6333">
                  <c:v>41739</c:v>
                </c:pt>
                <c:pt idx="6334">
                  <c:v>41740</c:v>
                </c:pt>
                <c:pt idx="6335">
                  <c:v>41743</c:v>
                </c:pt>
                <c:pt idx="6336">
                  <c:v>41744</c:v>
                </c:pt>
                <c:pt idx="6337">
                  <c:v>41745</c:v>
                </c:pt>
                <c:pt idx="6338">
                  <c:v>41746</c:v>
                </c:pt>
                <c:pt idx="6339">
                  <c:v>41747</c:v>
                </c:pt>
                <c:pt idx="6340">
                  <c:v>41750</c:v>
                </c:pt>
                <c:pt idx="6341">
                  <c:v>41751</c:v>
                </c:pt>
                <c:pt idx="6342">
                  <c:v>41752</c:v>
                </c:pt>
                <c:pt idx="6343">
                  <c:v>41753</c:v>
                </c:pt>
                <c:pt idx="6344">
                  <c:v>41754</c:v>
                </c:pt>
                <c:pt idx="6345">
                  <c:v>41757</c:v>
                </c:pt>
                <c:pt idx="6346">
                  <c:v>41758</c:v>
                </c:pt>
                <c:pt idx="6347">
                  <c:v>41759</c:v>
                </c:pt>
                <c:pt idx="6348">
                  <c:v>41760</c:v>
                </c:pt>
                <c:pt idx="6349">
                  <c:v>41761</c:v>
                </c:pt>
                <c:pt idx="6350">
                  <c:v>41764</c:v>
                </c:pt>
                <c:pt idx="6351">
                  <c:v>41765</c:v>
                </c:pt>
                <c:pt idx="6352">
                  <c:v>41766</c:v>
                </c:pt>
                <c:pt idx="6353">
                  <c:v>41767</c:v>
                </c:pt>
                <c:pt idx="6354">
                  <c:v>41768</c:v>
                </c:pt>
                <c:pt idx="6355">
                  <c:v>41771</c:v>
                </c:pt>
                <c:pt idx="6356">
                  <c:v>41772</c:v>
                </c:pt>
                <c:pt idx="6357">
                  <c:v>41773</c:v>
                </c:pt>
                <c:pt idx="6358">
                  <c:v>41774</c:v>
                </c:pt>
                <c:pt idx="6359">
                  <c:v>41775</c:v>
                </c:pt>
                <c:pt idx="6360">
                  <c:v>41778</c:v>
                </c:pt>
                <c:pt idx="6361">
                  <c:v>41779</c:v>
                </c:pt>
                <c:pt idx="6362">
                  <c:v>41780</c:v>
                </c:pt>
                <c:pt idx="6363">
                  <c:v>41781</c:v>
                </c:pt>
                <c:pt idx="6364">
                  <c:v>41782</c:v>
                </c:pt>
                <c:pt idx="6365">
                  <c:v>41785</c:v>
                </c:pt>
                <c:pt idx="6366">
                  <c:v>41786</c:v>
                </c:pt>
                <c:pt idx="6367">
                  <c:v>41787</c:v>
                </c:pt>
                <c:pt idx="6368">
                  <c:v>41788</c:v>
                </c:pt>
                <c:pt idx="6369">
                  <c:v>41789</c:v>
                </c:pt>
                <c:pt idx="6370">
                  <c:v>41792</c:v>
                </c:pt>
                <c:pt idx="6371">
                  <c:v>41793</c:v>
                </c:pt>
                <c:pt idx="6372">
                  <c:v>41794</c:v>
                </c:pt>
                <c:pt idx="6373">
                  <c:v>41795</c:v>
                </c:pt>
                <c:pt idx="6374">
                  <c:v>41796</c:v>
                </c:pt>
                <c:pt idx="6375">
                  <c:v>41799</c:v>
                </c:pt>
                <c:pt idx="6376">
                  <c:v>41800</c:v>
                </c:pt>
                <c:pt idx="6377">
                  <c:v>41801</c:v>
                </c:pt>
                <c:pt idx="6378">
                  <c:v>41802</c:v>
                </c:pt>
                <c:pt idx="6379">
                  <c:v>41803</c:v>
                </c:pt>
                <c:pt idx="6380">
                  <c:v>41806</c:v>
                </c:pt>
                <c:pt idx="6381">
                  <c:v>41807</c:v>
                </c:pt>
                <c:pt idx="6382">
                  <c:v>41808</c:v>
                </c:pt>
                <c:pt idx="6383">
                  <c:v>41809</c:v>
                </c:pt>
                <c:pt idx="6384">
                  <c:v>41810</c:v>
                </c:pt>
                <c:pt idx="6385">
                  <c:v>41813</c:v>
                </c:pt>
                <c:pt idx="6386">
                  <c:v>41814</c:v>
                </c:pt>
                <c:pt idx="6387">
                  <c:v>41815</c:v>
                </c:pt>
                <c:pt idx="6388">
                  <c:v>41816</c:v>
                </c:pt>
                <c:pt idx="6389">
                  <c:v>41817</c:v>
                </c:pt>
                <c:pt idx="6390">
                  <c:v>41820</c:v>
                </c:pt>
                <c:pt idx="6391">
                  <c:v>41821</c:v>
                </c:pt>
                <c:pt idx="6392">
                  <c:v>41822</c:v>
                </c:pt>
                <c:pt idx="6393">
                  <c:v>41823</c:v>
                </c:pt>
                <c:pt idx="6394">
                  <c:v>41824</c:v>
                </c:pt>
                <c:pt idx="6395">
                  <c:v>41827</c:v>
                </c:pt>
                <c:pt idx="6396">
                  <c:v>41828</c:v>
                </c:pt>
                <c:pt idx="6397">
                  <c:v>41829</c:v>
                </c:pt>
                <c:pt idx="6398">
                  <c:v>41830</c:v>
                </c:pt>
                <c:pt idx="6399">
                  <c:v>41831</c:v>
                </c:pt>
                <c:pt idx="6400">
                  <c:v>41834</c:v>
                </c:pt>
                <c:pt idx="6401">
                  <c:v>41835</c:v>
                </c:pt>
                <c:pt idx="6402">
                  <c:v>41836</c:v>
                </c:pt>
                <c:pt idx="6403">
                  <c:v>41837</c:v>
                </c:pt>
                <c:pt idx="6404">
                  <c:v>41838</c:v>
                </c:pt>
                <c:pt idx="6405">
                  <c:v>41841</c:v>
                </c:pt>
                <c:pt idx="6406">
                  <c:v>41842</c:v>
                </c:pt>
                <c:pt idx="6407">
                  <c:v>41843</c:v>
                </c:pt>
                <c:pt idx="6408">
                  <c:v>41844</c:v>
                </c:pt>
                <c:pt idx="6409">
                  <c:v>41845</c:v>
                </c:pt>
                <c:pt idx="6410">
                  <c:v>41848</c:v>
                </c:pt>
                <c:pt idx="6411">
                  <c:v>41849</c:v>
                </c:pt>
                <c:pt idx="6412">
                  <c:v>41850</c:v>
                </c:pt>
                <c:pt idx="6413">
                  <c:v>41851</c:v>
                </c:pt>
                <c:pt idx="6414">
                  <c:v>41852</c:v>
                </c:pt>
                <c:pt idx="6415">
                  <c:v>41855</c:v>
                </c:pt>
                <c:pt idx="6416">
                  <c:v>41856</c:v>
                </c:pt>
                <c:pt idx="6417">
                  <c:v>41857</c:v>
                </c:pt>
                <c:pt idx="6418">
                  <c:v>41858</c:v>
                </c:pt>
                <c:pt idx="6419">
                  <c:v>41859</c:v>
                </c:pt>
                <c:pt idx="6420">
                  <c:v>41862</c:v>
                </c:pt>
                <c:pt idx="6421">
                  <c:v>41863</c:v>
                </c:pt>
                <c:pt idx="6422">
                  <c:v>41864</c:v>
                </c:pt>
                <c:pt idx="6423">
                  <c:v>41865</c:v>
                </c:pt>
                <c:pt idx="6424">
                  <c:v>41866</c:v>
                </c:pt>
                <c:pt idx="6425">
                  <c:v>41869</c:v>
                </c:pt>
                <c:pt idx="6426">
                  <c:v>41870</c:v>
                </c:pt>
                <c:pt idx="6427">
                  <c:v>41871</c:v>
                </c:pt>
                <c:pt idx="6428">
                  <c:v>41872</c:v>
                </c:pt>
                <c:pt idx="6429">
                  <c:v>41873</c:v>
                </c:pt>
                <c:pt idx="6430">
                  <c:v>41876</c:v>
                </c:pt>
                <c:pt idx="6431">
                  <c:v>41877</c:v>
                </c:pt>
                <c:pt idx="6432">
                  <c:v>41878</c:v>
                </c:pt>
                <c:pt idx="6433">
                  <c:v>41879</c:v>
                </c:pt>
                <c:pt idx="6434">
                  <c:v>41880</c:v>
                </c:pt>
                <c:pt idx="6435">
                  <c:v>41883</c:v>
                </c:pt>
                <c:pt idx="6436">
                  <c:v>41884</c:v>
                </c:pt>
                <c:pt idx="6437">
                  <c:v>41885</c:v>
                </c:pt>
                <c:pt idx="6438">
                  <c:v>41886</c:v>
                </c:pt>
                <c:pt idx="6439">
                  <c:v>41887</c:v>
                </c:pt>
                <c:pt idx="6440">
                  <c:v>41890</c:v>
                </c:pt>
                <c:pt idx="6441">
                  <c:v>41891</c:v>
                </c:pt>
                <c:pt idx="6442">
                  <c:v>41892</c:v>
                </c:pt>
                <c:pt idx="6443">
                  <c:v>41893</c:v>
                </c:pt>
                <c:pt idx="6444">
                  <c:v>41894</c:v>
                </c:pt>
                <c:pt idx="6445">
                  <c:v>41897</c:v>
                </c:pt>
                <c:pt idx="6446">
                  <c:v>41898</c:v>
                </c:pt>
                <c:pt idx="6447">
                  <c:v>41899</c:v>
                </c:pt>
                <c:pt idx="6448">
                  <c:v>41900</c:v>
                </c:pt>
                <c:pt idx="6449">
                  <c:v>41901</c:v>
                </c:pt>
                <c:pt idx="6450">
                  <c:v>41904</c:v>
                </c:pt>
                <c:pt idx="6451">
                  <c:v>41905</c:v>
                </c:pt>
                <c:pt idx="6452">
                  <c:v>41906</c:v>
                </c:pt>
                <c:pt idx="6453">
                  <c:v>41907</c:v>
                </c:pt>
                <c:pt idx="6454">
                  <c:v>41908</c:v>
                </c:pt>
                <c:pt idx="6455">
                  <c:v>41911</c:v>
                </c:pt>
                <c:pt idx="6456">
                  <c:v>41912</c:v>
                </c:pt>
                <c:pt idx="6457">
                  <c:v>41913</c:v>
                </c:pt>
                <c:pt idx="6458">
                  <c:v>41914</c:v>
                </c:pt>
                <c:pt idx="6459">
                  <c:v>41915</c:v>
                </c:pt>
                <c:pt idx="6460">
                  <c:v>41918</c:v>
                </c:pt>
                <c:pt idx="6461">
                  <c:v>41919</c:v>
                </c:pt>
                <c:pt idx="6462">
                  <c:v>41920</c:v>
                </c:pt>
                <c:pt idx="6463">
                  <c:v>41921</c:v>
                </c:pt>
                <c:pt idx="6464">
                  <c:v>41922</c:v>
                </c:pt>
                <c:pt idx="6465">
                  <c:v>41925</c:v>
                </c:pt>
                <c:pt idx="6466">
                  <c:v>41926</c:v>
                </c:pt>
                <c:pt idx="6467">
                  <c:v>41927</c:v>
                </c:pt>
                <c:pt idx="6468">
                  <c:v>41928</c:v>
                </c:pt>
                <c:pt idx="6469">
                  <c:v>41929</c:v>
                </c:pt>
                <c:pt idx="6470">
                  <c:v>41932</c:v>
                </c:pt>
                <c:pt idx="6471">
                  <c:v>41933</c:v>
                </c:pt>
                <c:pt idx="6472">
                  <c:v>41934</c:v>
                </c:pt>
                <c:pt idx="6473">
                  <c:v>41935</c:v>
                </c:pt>
                <c:pt idx="6474">
                  <c:v>41936</c:v>
                </c:pt>
                <c:pt idx="6475">
                  <c:v>41939</c:v>
                </c:pt>
                <c:pt idx="6476">
                  <c:v>41940</c:v>
                </c:pt>
                <c:pt idx="6477">
                  <c:v>41941</c:v>
                </c:pt>
                <c:pt idx="6478">
                  <c:v>41942</c:v>
                </c:pt>
                <c:pt idx="6479">
                  <c:v>41943</c:v>
                </c:pt>
                <c:pt idx="6480">
                  <c:v>41946</c:v>
                </c:pt>
                <c:pt idx="6481">
                  <c:v>41947</c:v>
                </c:pt>
                <c:pt idx="6482">
                  <c:v>41948</c:v>
                </c:pt>
                <c:pt idx="6483">
                  <c:v>41949</c:v>
                </c:pt>
                <c:pt idx="6484">
                  <c:v>41950</c:v>
                </c:pt>
                <c:pt idx="6485">
                  <c:v>41953</c:v>
                </c:pt>
                <c:pt idx="6486">
                  <c:v>41954</c:v>
                </c:pt>
                <c:pt idx="6487">
                  <c:v>41955</c:v>
                </c:pt>
                <c:pt idx="6488">
                  <c:v>41956</c:v>
                </c:pt>
                <c:pt idx="6489">
                  <c:v>41957</c:v>
                </c:pt>
                <c:pt idx="6490">
                  <c:v>41960</c:v>
                </c:pt>
                <c:pt idx="6491">
                  <c:v>41961</c:v>
                </c:pt>
                <c:pt idx="6492">
                  <c:v>41962</c:v>
                </c:pt>
                <c:pt idx="6493">
                  <c:v>41963</c:v>
                </c:pt>
                <c:pt idx="6494">
                  <c:v>41964</c:v>
                </c:pt>
                <c:pt idx="6495">
                  <c:v>41967</c:v>
                </c:pt>
                <c:pt idx="6496">
                  <c:v>41968</c:v>
                </c:pt>
                <c:pt idx="6497">
                  <c:v>41969</c:v>
                </c:pt>
                <c:pt idx="6498">
                  <c:v>41970</c:v>
                </c:pt>
                <c:pt idx="6499">
                  <c:v>41971</c:v>
                </c:pt>
                <c:pt idx="6500">
                  <c:v>41974</c:v>
                </c:pt>
                <c:pt idx="6501">
                  <c:v>41975</c:v>
                </c:pt>
                <c:pt idx="6502">
                  <c:v>41976</c:v>
                </c:pt>
                <c:pt idx="6503">
                  <c:v>41977</c:v>
                </c:pt>
                <c:pt idx="6504">
                  <c:v>41978</c:v>
                </c:pt>
                <c:pt idx="6505">
                  <c:v>41981</c:v>
                </c:pt>
                <c:pt idx="6506">
                  <c:v>41982</c:v>
                </c:pt>
                <c:pt idx="6507">
                  <c:v>41983</c:v>
                </c:pt>
                <c:pt idx="6508">
                  <c:v>41984</c:v>
                </c:pt>
                <c:pt idx="6509">
                  <c:v>41985</c:v>
                </c:pt>
                <c:pt idx="6510">
                  <c:v>41988</c:v>
                </c:pt>
                <c:pt idx="6511">
                  <c:v>41989</c:v>
                </c:pt>
                <c:pt idx="6512">
                  <c:v>41990</c:v>
                </c:pt>
                <c:pt idx="6513">
                  <c:v>41991</c:v>
                </c:pt>
                <c:pt idx="6514">
                  <c:v>41992</c:v>
                </c:pt>
                <c:pt idx="6515">
                  <c:v>41995</c:v>
                </c:pt>
                <c:pt idx="6516">
                  <c:v>41996</c:v>
                </c:pt>
                <c:pt idx="6517">
                  <c:v>41997</c:v>
                </c:pt>
                <c:pt idx="6518">
                  <c:v>41998</c:v>
                </c:pt>
                <c:pt idx="6519">
                  <c:v>41999</c:v>
                </c:pt>
                <c:pt idx="6520">
                  <c:v>42002</c:v>
                </c:pt>
                <c:pt idx="6521">
                  <c:v>42003</c:v>
                </c:pt>
                <c:pt idx="6522">
                  <c:v>42004</c:v>
                </c:pt>
                <c:pt idx="6523">
                  <c:v>42005</c:v>
                </c:pt>
                <c:pt idx="6524">
                  <c:v>42006</c:v>
                </c:pt>
                <c:pt idx="6525">
                  <c:v>42009</c:v>
                </c:pt>
                <c:pt idx="6526">
                  <c:v>42010</c:v>
                </c:pt>
                <c:pt idx="6527">
                  <c:v>42011</c:v>
                </c:pt>
                <c:pt idx="6528">
                  <c:v>42012</c:v>
                </c:pt>
                <c:pt idx="6529">
                  <c:v>42013</c:v>
                </c:pt>
                <c:pt idx="6530">
                  <c:v>42016</c:v>
                </c:pt>
                <c:pt idx="6531">
                  <c:v>42017</c:v>
                </c:pt>
                <c:pt idx="6532">
                  <c:v>42018</c:v>
                </c:pt>
                <c:pt idx="6533">
                  <c:v>42019</c:v>
                </c:pt>
                <c:pt idx="6534">
                  <c:v>42020</c:v>
                </c:pt>
                <c:pt idx="6535">
                  <c:v>42023</c:v>
                </c:pt>
                <c:pt idx="6536">
                  <c:v>42024</c:v>
                </c:pt>
                <c:pt idx="6537">
                  <c:v>42025</c:v>
                </c:pt>
                <c:pt idx="6538">
                  <c:v>42026</c:v>
                </c:pt>
                <c:pt idx="6539">
                  <c:v>42027</c:v>
                </c:pt>
                <c:pt idx="6540">
                  <c:v>42030</c:v>
                </c:pt>
                <c:pt idx="6541">
                  <c:v>42031</c:v>
                </c:pt>
                <c:pt idx="6542">
                  <c:v>42032</c:v>
                </c:pt>
                <c:pt idx="6543">
                  <c:v>42033</c:v>
                </c:pt>
                <c:pt idx="6544">
                  <c:v>42034</c:v>
                </c:pt>
                <c:pt idx="6545">
                  <c:v>42037</c:v>
                </c:pt>
                <c:pt idx="6546">
                  <c:v>42038</c:v>
                </c:pt>
                <c:pt idx="6547">
                  <c:v>42039</c:v>
                </c:pt>
                <c:pt idx="6548">
                  <c:v>42040</c:v>
                </c:pt>
                <c:pt idx="6549">
                  <c:v>42041</c:v>
                </c:pt>
                <c:pt idx="6550">
                  <c:v>42044</c:v>
                </c:pt>
                <c:pt idx="6551">
                  <c:v>42045</c:v>
                </c:pt>
                <c:pt idx="6552">
                  <c:v>42046</c:v>
                </c:pt>
                <c:pt idx="6553">
                  <c:v>42047</c:v>
                </c:pt>
                <c:pt idx="6554">
                  <c:v>42048</c:v>
                </c:pt>
                <c:pt idx="6555">
                  <c:v>42051</c:v>
                </c:pt>
                <c:pt idx="6556">
                  <c:v>42052</c:v>
                </c:pt>
                <c:pt idx="6557">
                  <c:v>42053</c:v>
                </c:pt>
                <c:pt idx="6558">
                  <c:v>42054</c:v>
                </c:pt>
                <c:pt idx="6559">
                  <c:v>42055</c:v>
                </c:pt>
                <c:pt idx="6560">
                  <c:v>42058</c:v>
                </c:pt>
                <c:pt idx="6561">
                  <c:v>42059</c:v>
                </c:pt>
                <c:pt idx="6562">
                  <c:v>42060</c:v>
                </c:pt>
                <c:pt idx="6563">
                  <c:v>42061</c:v>
                </c:pt>
                <c:pt idx="6564">
                  <c:v>42062</c:v>
                </c:pt>
                <c:pt idx="6565">
                  <c:v>42065</c:v>
                </c:pt>
                <c:pt idx="6566">
                  <c:v>42066</c:v>
                </c:pt>
                <c:pt idx="6567">
                  <c:v>42067</c:v>
                </c:pt>
                <c:pt idx="6568">
                  <c:v>42068</c:v>
                </c:pt>
                <c:pt idx="6569">
                  <c:v>42069</c:v>
                </c:pt>
                <c:pt idx="6570">
                  <c:v>42072</c:v>
                </c:pt>
                <c:pt idx="6571">
                  <c:v>42073</c:v>
                </c:pt>
                <c:pt idx="6572">
                  <c:v>42074</c:v>
                </c:pt>
                <c:pt idx="6573">
                  <c:v>42075</c:v>
                </c:pt>
                <c:pt idx="6574">
                  <c:v>42076</c:v>
                </c:pt>
                <c:pt idx="6575">
                  <c:v>42079</c:v>
                </c:pt>
                <c:pt idx="6576">
                  <c:v>42080</c:v>
                </c:pt>
                <c:pt idx="6577">
                  <c:v>42081</c:v>
                </c:pt>
                <c:pt idx="6578">
                  <c:v>42082</c:v>
                </c:pt>
                <c:pt idx="6579">
                  <c:v>42083</c:v>
                </c:pt>
                <c:pt idx="6580">
                  <c:v>42086</c:v>
                </c:pt>
                <c:pt idx="6581">
                  <c:v>42087</c:v>
                </c:pt>
                <c:pt idx="6582">
                  <c:v>42088</c:v>
                </c:pt>
                <c:pt idx="6583">
                  <c:v>42089</c:v>
                </c:pt>
                <c:pt idx="6584">
                  <c:v>42090</c:v>
                </c:pt>
                <c:pt idx="6585">
                  <c:v>42093</c:v>
                </c:pt>
                <c:pt idx="6586">
                  <c:v>42094</c:v>
                </c:pt>
                <c:pt idx="6587">
                  <c:v>42095</c:v>
                </c:pt>
                <c:pt idx="6588">
                  <c:v>42096</c:v>
                </c:pt>
                <c:pt idx="6589">
                  <c:v>42097</c:v>
                </c:pt>
                <c:pt idx="6590">
                  <c:v>42100</c:v>
                </c:pt>
                <c:pt idx="6591">
                  <c:v>42101</c:v>
                </c:pt>
                <c:pt idx="6592">
                  <c:v>42102</c:v>
                </c:pt>
                <c:pt idx="6593">
                  <c:v>42103</c:v>
                </c:pt>
                <c:pt idx="6594">
                  <c:v>42104</c:v>
                </c:pt>
                <c:pt idx="6595">
                  <c:v>42107</c:v>
                </c:pt>
                <c:pt idx="6596">
                  <c:v>42108</c:v>
                </c:pt>
                <c:pt idx="6597">
                  <c:v>42109</c:v>
                </c:pt>
                <c:pt idx="6598">
                  <c:v>42110</c:v>
                </c:pt>
                <c:pt idx="6599">
                  <c:v>42111</c:v>
                </c:pt>
                <c:pt idx="6600">
                  <c:v>42114</c:v>
                </c:pt>
                <c:pt idx="6601">
                  <c:v>42115</c:v>
                </c:pt>
                <c:pt idx="6602">
                  <c:v>42116</c:v>
                </c:pt>
                <c:pt idx="6603">
                  <c:v>42117</c:v>
                </c:pt>
                <c:pt idx="6604">
                  <c:v>42118</c:v>
                </c:pt>
                <c:pt idx="6605">
                  <c:v>42121</c:v>
                </c:pt>
                <c:pt idx="6606">
                  <c:v>42122</c:v>
                </c:pt>
                <c:pt idx="6607">
                  <c:v>42123</c:v>
                </c:pt>
                <c:pt idx="6608">
                  <c:v>42124</c:v>
                </c:pt>
                <c:pt idx="6609">
                  <c:v>42125</c:v>
                </c:pt>
                <c:pt idx="6610">
                  <c:v>42128</c:v>
                </c:pt>
                <c:pt idx="6611">
                  <c:v>42129</c:v>
                </c:pt>
                <c:pt idx="6612">
                  <c:v>42130</c:v>
                </c:pt>
                <c:pt idx="6613">
                  <c:v>42131</c:v>
                </c:pt>
                <c:pt idx="6614">
                  <c:v>42132</c:v>
                </c:pt>
                <c:pt idx="6615">
                  <c:v>42135</c:v>
                </c:pt>
                <c:pt idx="6616">
                  <c:v>42136</c:v>
                </c:pt>
                <c:pt idx="6617">
                  <c:v>42137</c:v>
                </c:pt>
                <c:pt idx="6618">
                  <c:v>42138</c:v>
                </c:pt>
                <c:pt idx="6619">
                  <c:v>42139</c:v>
                </c:pt>
                <c:pt idx="6620">
                  <c:v>42142</c:v>
                </c:pt>
                <c:pt idx="6621">
                  <c:v>42143</c:v>
                </c:pt>
                <c:pt idx="6622">
                  <c:v>42144</c:v>
                </c:pt>
                <c:pt idx="6623">
                  <c:v>42145</c:v>
                </c:pt>
                <c:pt idx="6624">
                  <c:v>42146</c:v>
                </c:pt>
                <c:pt idx="6625">
                  <c:v>42149</c:v>
                </c:pt>
                <c:pt idx="6626">
                  <c:v>42150</c:v>
                </c:pt>
                <c:pt idx="6627">
                  <c:v>42151</c:v>
                </c:pt>
                <c:pt idx="6628">
                  <c:v>42152</c:v>
                </c:pt>
                <c:pt idx="6629">
                  <c:v>42153</c:v>
                </c:pt>
                <c:pt idx="6630">
                  <c:v>42156</c:v>
                </c:pt>
                <c:pt idx="6631">
                  <c:v>42157</c:v>
                </c:pt>
                <c:pt idx="6632">
                  <c:v>42158</c:v>
                </c:pt>
                <c:pt idx="6633">
                  <c:v>42159</c:v>
                </c:pt>
                <c:pt idx="6634">
                  <c:v>42160</c:v>
                </c:pt>
                <c:pt idx="6635">
                  <c:v>42163</c:v>
                </c:pt>
                <c:pt idx="6636">
                  <c:v>42164</c:v>
                </c:pt>
                <c:pt idx="6637">
                  <c:v>42165</c:v>
                </c:pt>
                <c:pt idx="6638">
                  <c:v>42166</c:v>
                </c:pt>
                <c:pt idx="6639">
                  <c:v>42167</c:v>
                </c:pt>
                <c:pt idx="6640">
                  <c:v>42170</c:v>
                </c:pt>
                <c:pt idx="6641">
                  <c:v>42171</c:v>
                </c:pt>
                <c:pt idx="6642">
                  <c:v>42172</c:v>
                </c:pt>
                <c:pt idx="6643">
                  <c:v>42173</c:v>
                </c:pt>
                <c:pt idx="6644">
                  <c:v>42174</c:v>
                </c:pt>
                <c:pt idx="6645">
                  <c:v>42177</c:v>
                </c:pt>
                <c:pt idx="6646">
                  <c:v>42178</c:v>
                </c:pt>
                <c:pt idx="6647">
                  <c:v>42179</c:v>
                </c:pt>
                <c:pt idx="6648">
                  <c:v>42180</c:v>
                </c:pt>
                <c:pt idx="6649">
                  <c:v>42181</c:v>
                </c:pt>
                <c:pt idx="6650">
                  <c:v>42184</c:v>
                </c:pt>
                <c:pt idx="6651">
                  <c:v>42185</c:v>
                </c:pt>
                <c:pt idx="6652">
                  <c:v>42186</c:v>
                </c:pt>
                <c:pt idx="6653">
                  <c:v>42187</c:v>
                </c:pt>
                <c:pt idx="6654">
                  <c:v>42188</c:v>
                </c:pt>
                <c:pt idx="6655">
                  <c:v>42191</c:v>
                </c:pt>
                <c:pt idx="6656">
                  <c:v>42192</c:v>
                </c:pt>
                <c:pt idx="6657">
                  <c:v>42193</c:v>
                </c:pt>
                <c:pt idx="6658">
                  <c:v>42194</c:v>
                </c:pt>
                <c:pt idx="6659">
                  <c:v>42195</c:v>
                </c:pt>
                <c:pt idx="6660">
                  <c:v>42198</c:v>
                </c:pt>
                <c:pt idx="6661">
                  <c:v>42199</c:v>
                </c:pt>
                <c:pt idx="6662">
                  <c:v>42200</c:v>
                </c:pt>
                <c:pt idx="6663">
                  <c:v>42201</c:v>
                </c:pt>
                <c:pt idx="6664">
                  <c:v>42202</c:v>
                </c:pt>
                <c:pt idx="6665">
                  <c:v>42205</c:v>
                </c:pt>
                <c:pt idx="6666">
                  <c:v>42206</c:v>
                </c:pt>
                <c:pt idx="6667">
                  <c:v>42207</c:v>
                </c:pt>
                <c:pt idx="6668">
                  <c:v>42208</c:v>
                </c:pt>
                <c:pt idx="6669">
                  <c:v>42209</c:v>
                </c:pt>
                <c:pt idx="6670">
                  <c:v>42212</c:v>
                </c:pt>
                <c:pt idx="6671">
                  <c:v>42213</c:v>
                </c:pt>
                <c:pt idx="6672">
                  <c:v>42214</c:v>
                </c:pt>
                <c:pt idx="6673">
                  <c:v>42215</c:v>
                </c:pt>
                <c:pt idx="6674">
                  <c:v>42216</c:v>
                </c:pt>
                <c:pt idx="6675">
                  <c:v>42219</c:v>
                </c:pt>
                <c:pt idx="6676">
                  <c:v>42220</c:v>
                </c:pt>
                <c:pt idx="6677">
                  <c:v>42221</c:v>
                </c:pt>
                <c:pt idx="6678">
                  <c:v>42222</c:v>
                </c:pt>
                <c:pt idx="6679">
                  <c:v>42223</c:v>
                </c:pt>
                <c:pt idx="6680">
                  <c:v>42226</c:v>
                </c:pt>
                <c:pt idx="6681">
                  <c:v>42227</c:v>
                </c:pt>
                <c:pt idx="6682">
                  <c:v>42228</c:v>
                </c:pt>
                <c:pt idx="6683">
                  <c:v>42229</c:v>
                </c:pt>
                <c:pt idx="6684">
                  <c:v>42230</c:v>
                </c:pt>
                <c:pt idx="6685">
                  <c:v>42233</c:v>
                </c:pt>
                <c:pt idx="6686">
                  <c:v>42234</c:v>
                </c:pt>
                <c:pt idx="6687">
                  <c:v>42235</c:v>
                </c:pt>
                <c:pt idx="6688">
                  <c:v>42236</c:v>
                </c:pt>
                <c:pt idx="6689">
                  <c:v>42237</c:v>
                </c:pt>
                <c:pt idx="6690">
                  <c:v>42240</c:v>
                </c:pt>
                <c:pt idx="6691">
                  <c:v>42241</c:v>
                </c:pt>
                <c:pt idx="6692">
                  <c:v>42242</c:v>
                </c:pt>
                <c:pt idx="6693">
                  <c:v>42243</c:v>
                </c:pt>
                <c:pt idx="6694">
                  <c:v>42244</c:v>
                </c:pt>
                <c:pt idx="6695">
                  <c:v>42247</c:v>
                </c:pt>
                <c:pt idx="6696">
                  <c:v>42248</c:v>
                </c:pt>
                <c:pt idx="6697">
                  <c:v>42249</c:v>
                </c:pt>
                <c:pt idx="6698">
                  <c:v>42250</c:v>
                </c:pt>
                <c:pt idx="6699">
                  <c:v>42251</c:v>
                </c:pt>
                <c:pt idx="6700">
                  <c:v>42254</c:v>
                </c:pt>
                <c:pt idx="6701">
                  <c:v>42255</c:v>
                </c:pt>
                <c:pt idx="6702">
                  <c:v>42256</c:v>
                </c:pt>
                <c:pt idx="6703">
                  <c:v>42257</c:v>
                </c:pt>
                <c:pt idx="6704">
                  <c:v>42258</c:v>
                </c:pt>
                <c:pt idx="6705">
                  <c:v>42261</c:v>
                </c:pt>
                <c:pt idx="6706">
                  <c:v>42262</c:v>
                </c:pt>
                <c:pt idx="6707">
                  <c:v>42263</c:v>
                </c:pt>
                <c:pt idx="6708">
                  <c:v>42264</c:v>
                </c:pt>
                <c:pt idx="6709">
                  <c:v>42265</c:v>
                </c:pt>
                <c:pt idx="6710">
                  <c:v>42268</c:v>
                </c:pt>
                <c:pt idx="6711">
                  <c:v>42269</c:v>
                </c:pt>
                <c:pt idx="6712">
                  <c:v>42270</c:v>
                </c:pt>
                <c:pt idx="6713">
                  <c:v>42271</c:v>
                </c:pt>
                <c:pt idx="6714">
                  <c:v>42272</c:v>
                </c:pt>
                <c:pt idx="6715">
                  <c:v>42275</c:v>
                </c:pt>
                <c:pt idx="6716">
                  <c:v>42276</c:v>
                </c:pt>
                <c:pt idx="6717">
                  <c:v>42277</c:v>
                </c:pt>
                <c:pt idx="6718">
                  <c:v>42278</c:v>
                </c:pt>
                <c:pt idx="6719">
                  <c:v>42279</c:v>
                </c:pt>
                <c:pt idx="6720">
                  <c:v>42282</c:v>
                </c:pt>
                <c:pt idx="6721">
                  <c:v>42283</c:v>
                </c:pt>
                <c:pt idx="6722">
                  <c:v>42284</c:v>
                </c:pt>
                <c:pt idx="6723">
                  <c:v>42285</c:v>
                </c:pt>
                <c:pt idx="6724">
                  <c:v>42286</c:v>
                </c:pt>
                <c:pt idx="6725">
                  <c:v>42289</c:v>
                </c:pt>
                <c:pt idx="6726">
                  <c:v>42290</c:v>
                </c:pt>
                <c:pt idx="6727">
                  <c:v>42291</c:v>
                </c:pt>
                <c:pt idx="6728">
                  <c:v>42292</c:v>
                </c:pt>
                <c:pt idx="6729">
                  <c:v>42293</c:v>
                </c:pt>
                <c:pt idx="6730">
                  <c:v>42296</c:v>
                </c:pt>
                <c:pt idx="6731">
                  <c:v>42297</c:v>
                </c:pt>
                <c:pt idx="6732">
                  <c:v>42298</c:v>
                </c:pt>
                <c:pt idx="6733">
                  <c:v>42299</c:v>
                </c:pt>
                <c:pt idx="6734">
                  <c:v>42300</c:v>
                </c:pt>
                <c:pt idx="6735">
                  <c:v>42303</c:v>
                </c:pt>
                <c:pt idx="6736">
                  <c:v>42304</c:v>
                </c:pt>
                <c:pt idx="6737">
                  <c:v>42305</c:v>
                </c:pt>
                <c:pt idx="6738">
                  <c:v>42306</c:v>
                </c:pt>
                <c:pt idx="6739">
                  <c:v>42307</c:v>
                </c:pt>
                <c:pt idx="6740">
                  <c:v>42310</c:v>
                </c:pt>
                <c:pt idx="6741">
                  <c:v>42311</c:v>
                </c:pt>
                <c:pt idx="6742">
                  <c:v>42312</c:v>
                </c:pt>
                <c:pt idx="6743">
                  <c:v>42313</c:v>
                </c:pt>
                <c:pt idx="6744">
                  <c:v>42314</c:v>
                </c:pt>
                <c:pt idx="6745">
                  <c:v>42317</c:v>
                </c:pt>
                <c:pt idx="6746">
                  <c:v>42318</c:v>
                </c:pt>
                <c:pt idx="6747">
                  <c:v>42319</c:v>
                </c:pt>
                <c:pt idx="6748">
                  <c:v>42320</c:v>
                </c:pt>
                <c:pt idx="6749">
                  <c:v>42321</c:v>
                </c:pt>
                <c:pt idx="6750">
                  <c:v>42324</c:v>
                </c:pt>
                <c:pt idx="6751">
                  <c:v>42325</c:v>
                </c:pt>
                <c:pt idx="6752">
                  <c:v>42326</c:v>
                </c:pt>
                <c:pt idx="6753">
                  <c:v>42327</c:v>
                </c:pt>
                <c:pt idx="6754">
                  <c:v>42328</c:v>
                </c:pt>
                <c:pt idx="6755">
                  <c:v>42331</c:v>
                </c:pt>
                <c:pt idx="6756">
                  <c:v>42332</c:v>
                </c:pt>
                <c:pt idx="6757">
                  <c:v>42333</c:v>
                </c:pt>
                <c:pt idx="6758">
                  <c:v>42334</c:v>
                </c:pt>
                <c:pt idx="6759">
                  <c:v>42335</c:v>
                </c:pt>
                <c:pt idx="6760">
                  <c:v>42338</c:v>
                </c:pt>
                <c:pt idx="6761">
                  <c:v>42339</c:v>
                </c:pt>
                <c:pt idx="6762">
                  <c:v>42340</c:v>
                </c:pt>
                <c:pt idx="6763">
                  <c:v>42341</c:v>
                </c:pt>
                <c:pt idx="6764">
                  <c:v>42342</c:v>
                </c:pt>
                <c:pt idx="6765">
                  <c:v>42345</c:v>
                </c:pt>
                <c:pt idx="6766">
                  <c:v>42346</c:v>
                </c:pt>
                <c:pt idx="6767">
                  <c:v>42347</c:v>
                </c:pt>
                <c:pt idx="6768">
                  <c:v>42348</c:v>
                </c:pt>
                <c:pt idx="6769">
                  <c:v>42349</c:v>
                </c:pt>
                <c:pt idx="6770">
                  <c:v>42352</c:v>
                </c:pt>
                <c:pt idx="6771">
                  <c:v>42353</c:v>
                </c:pt>
                <c:pt idx="6772">
                  <c:v>42354</c:v>
                </c:pt>
                <c:pt idx="6773">
                  <c:v>42355</c:v>
                </c:pt>
                <c:pt idx="6774">
                  <c:v>42356</c:v>
                </c:pt>
                <c:pt idx="6775">
                  <c:v>42359</c:v>
                </c:pt>
                <c:pt idx="6776">
                  <c:v>42360</c:v>
                </c:pt>
                <c:pt idx="6777">
                  <c:v>42361</c:v>
                </c:pt>
                <c:pt idx="6778">
                  <c:v>42362</c:v>
                </c:pt>
                <c:pt idx="6779">
                  <c:v>42363</c:v>
                </c:pt>
                <c:pt idx="6780">
                  <c:v>42366</c:v>
                </c:pt>
                <c:pt idx="6781">
                  <c:v>42367</c:v>
                </c:pt>
                <c:pt idx="6782">
                  <c:v>42368</c:v>
                </c:pt>
                <c:pt idx="6783">
                  <c:v>42369</c:v>
                </c:pt>
                <c:pt idx="6784">
                  <c:v>42370</c:v>
                </c:pt>
                <c:pt idx="6785">
                  <c:v>42373</c:v>
                </c:pt>
                <c:pt idx="6786">
                  <c:v>42374</c:v>
                </c:pt>
                <c:pt idx="6787">
                  <c:v>42375</c:v>
                </c:pt>
                <c:pt idx="6788">
                  <c:v>42376</c:v>
                </c:pt>
                <c:pt idx="6789">
                  <c:v>42377</c:v>
                </c:pt>
                <c:pt idx="6790">
                  <c:v>42380</c:v>
                </c:pt>
                <c:pt idx="6791">
                  <c:v>42381</c:v>
                </c:pt>
                <c:pt idx="6792">
                  <c:v>42382</c:v>
                </c:pt>
                <c:pt idx="6793">
                  <c:v>42383</c:v>
                </c:pt>
                <c:pt idx="6794">
                  <c:v>42384</c:v>
                </c:pt>
                <c:pt idx="6795">
                  <c:v>42387</c:v>
                </c:pt>
                <c:pt idx="6796">
                  <c:v>42388</c:v>
                </c:pt>
                <c:pt idx="6797">
                  <c:v>42389</c:v>
                </c:pt>
                <c:pt idx="6798">
                  <c:v>42390</c:v>
                </c:pt>
                <c:pt idx="6799">
                  <c:v>42391</c:v>
                </c:pt>
                <c:pt idx="6800">
                  <c:v>42394</c:v>
                </c:pt>
                <c:pt idx="6801">
                  <c:v>42395</c:v>
                </c:pt>
                <c:pt idx="6802">
                  <c:v>42396</c:v>
                </c:pt>
                <c:pt idx="6803">
                  <c:v>42397</c:v>
                </c:pt>
                <c:pt idx="6804">
                  <c:v>42398</c:v>
                </c:pt>
                <c:pt idx="6805">
                  <c:v>42401</c:v>
                </c:pt>
                <c:pt idx="6806">
                  <c:v>42402</c:v>
                </c:pt>
                <c:pt idx="6807">
                  <c:v>42403</c:v>
                </c:pt>
                <c:pt idx="6808">
                  <c:v>42404</c:v>
                </c:pt>
                <c:pt idx="6809">
                  <c:v>42405</c:v>
                </c:pt>
                <c:pt idx="6810">
                  <c:v>42408</c:v>
                </c:pt>
                <c:pt idx="6811">
                  <c:v>42409</c:v>
                </c:pt>
                <c:pt idx="6812">
                  <c:v>42410</c:v>
                </c:pt>
                <c:pt idx="6813">
                  <c:v>42411</c:v>
                </c:pt>
                <c:pt idx="6814">
                  <c:v>42412</c:v>
                </c:pt>
                <c:pt idx="6815">
                  <c:v>42415</c:v>
                </c:pt>
                <c:pt idx="6816">
                  <c:v>42416</c:v>
                </c:pt>
                <c:pt idx="6817">
                  <c:v>42417</c:v>
                </c:pt>
                <c:pt idx="6818">
                  <c:v>42418</c:v>
                </c:pt>
                <c:pt idx="6819">
                  <c:v>42419</c:v>
                </c:pt>
                <c:pt idx="6820">
                  <c:v>42422</c:v>
                </c:pt>
                <c:pt idx="6821">
                  <c:v>42423</c:v>
                </c:pt>
                <c:pt idx="6822">
                  <c:v>42424</c:v>
                </c:pt>
                <c:pt idx="6823">
                  <c:v>42425</c:v>
                </c:pt>
                <c:pt idx="6824">
                  <c:v>42426</c:v>
                </c:pt>
                <c:pt idx="6825">
                  <c:v>42429</c:v>
                </c:pt>
                <c:pt idx="6826">
                  <c:v>42430</c:v>
                </c:pt>
                <c:pt idx="6827">
                  <c:v>42431</c:v>
                </c:pt>
                <c:pt idx="6828">
                  <c:v>42432</c:v>
                </c:pt>
                <c:pt idx="6829">
                  <c:v>42433</c:v>
                </c:pt>
                <c:pt idx="6830">
                  <c:v>42436</c:v>
                </c:pt>
                <c:pt idx="6831">
                  <c:v>42437</c:v>
                </c:pt>
                <c:pt idx="6832">
                  <c:v>42438</c:v>
                </c:pt>
                <c:pt idx="6833">
                  <c:v>42439</c:v>
                </c:pt>
                <c:pt idx="6834">
                  <c:v>42440</c:v>
                </c:pt>
                <c:pt idx="6835">
                  <c:v>42443</c:v>
                </c:pt>
                <c:pt idx="6836">
                  <c:v>42444</c:v>
                </c:pt>
                <c:pt idx="6837">
                  <c:v>42445</c:v>
                </c:pt>
                <c:pt idx="6838">
                  <c:v>42446</c:v>
                </c:pt>
                <c:pt idx="6839">
                  <c:v>42447</c:v>
                </c:pt>
                <c:pt idx="6840">
                  <c:v>42450</c:v>
                </c:pt>
                <c:pt idx="6841">
                  <c:v>42451</c:v>
                </c:pt>
                <c:pt idx="6842">
                  <c:v>42452</c:v>
                </c:pt>
                <c:pt idx="6843">
                  <c:v>42453</c:v>
                </c:pt>
                <c:pt idx="6844">
                  <c:v>42454</c:v>
                </c:pt>
                <c:pt idx="6845">
                  <c:v>42457</c:v>
                </c:pt>
                <c:pt idx="6846">
                  <c:v>42458</c:v>
                </c:pt>
                <c:pt idx="6847">
                  <c:v>42459</c:v>
                </c:pt>
                <c:pt idx="6848">
                  <c:v>42460</c:v>
                </c:pt>
                <c:pt idx="6849">
                  <c:v>42461</c:v>
                </c:pt>
                <c:pt idx="6850">
                  <c:v>42464</c:v>
                </c:pt>
                <c:pt idx="6851">
                  <c:v>42465</c:v>
                </c:pt>
                <c:pt idx="6852">
                  <c:v>42466</c:v>
                </c:pt>
                <c:pt idx="6853">
                  <c:v>42467</c:v>
                </c:pt>
                <c:pt idx="6854">
                  <c:v>42468</c:v>
                </c:pt>
                <c:pt idx="6855">
                  <c:v>42471</c:v>
                </c:pt>
                <c:pt idx="6856">
                  <c:v>42472</c:v>
                </c:pt>
                <c:pt idx="6857">
                  <c:v>42473</c:v>
                </c:pt>
                <c:pt idx="6858">
                  <c:v>42474</c:v>
                </c:pt>
                <c:pt idx="6859">
                  <c:v>42475</c:v>
                </c:pt>
                <c:pt idx="6860">
                  <c:v>42478</c:v>
                </c:pt>
                <c:pt idx="6861">
                  <c:v>42479</c:v>
                </c:pt>
                <c:pt idx="6862">
                  <c:v>42480</c:v>
                </c:pt>
                <c:pt idx="6863">
                  <c:v>42481</c:v>
                </c:pt>
                <c:pt idx="6864">
                  <c:v>42482</c:v>
                </c:pt>
                <c:pt idx="6865">
                  <c:v>42485</c:v>
                </c:pt>
                <c:pt idx="6866">
                  <c:v>42486</c:v>
                </c:pt>
                <c:pt idx="6867">
                  <c:v>42487</c:v>
                </c:pt>
                <c:pt idx="6868">
                  <c:v>42488</c:v>
                </c:pt>
                <c:pt idx="6869">
                  <c:v>42489</c:v>
                </c:pt>
                <c:pt idx="6870">
                  <c:v>42492</c:v>
                </c:pt>
                <c:pt idx="6871">
                  <c:v>42493</c:v>
                </c:pt>
                <c:pt idx="6872">
                  <c:v>42494</c:v>
                </c:pt>
                <c:pt idx="6873">
                  <c:v>42495</c:v>
                </c:pt>
                <c:pt idx="6874">
                  <c:v>42496</c:v>
                </c:pt>
                <c:pt idx="6875">
                  <c:v>42499</c:v>
                </c:pt>
                <c:pt idx="6876">
                  <c:v>42500</c:v>
                </c:pt>
                <c:pt idx="6877">
                  <c:v>42501</c:v>
                </c:pt>
                <c:pt idx="6878">
                  <c:v>42502</c:v>
                </c:pt>
                <c:pt idx="6879">
                  <c:v>42503</c:v>
                </c:pt>
                <c:pt idx="6880">
                  <c:v>42506</c:v>
                </c:pt>
                <c:pt idx="6881">
                  <c:v>42507</c:v>
                </c:pt>
                <c:pt idx="6882">
                  <c:v>42508</c:v>
                </c:pt>
                <c:pt idx="6883">
                  <c:v>42509</c:v>
                </c:pt>
                <c:pt idx="6884">
                  <c:v>42510</c:v>
                </c:pt>
                <c:pt idx="6885">
                  <c:v>42513</c:v>
                </c:pt>
                <c:pt idx="6886">
                  <c:v>42514</c:v>
                </c:pt>
                <c:pt idx="6887">
                  <c:v>42515</c:v>
                </c:pt>
                <c:pt idx="6888">
                  <c:v>42516</c:v>
                </c:pt>
                <c:pt idx="6889">
                  <c:v>42517</c:v>
                </c:pt>
                <c:pt idx="6890">
                  <c:v>42520</c:v>
                </c:pt>
                <c:pt idx="6891">
                  <c:v>42521</c:v>
                </c:pt>
                <c:pt idx="6892">
                  <c:v>42522</c:v>
                </c:pt>
                <c:pt idx="6893">
                  <c:v>42523</c:v>
                </c:pt>
                <c:pt idx="6894">
                  <c:v>42524</c:v>
                </c:pt>
                <c:pt idx="6895">
                  <c:v>42527</c:v>
                </c:pt>
                <c:pt idx="6896">
                  <c:v>42528</c:v>
                </c:pt>
                <c:pt idx="6897">
                  <c:v>42529</c:v>
                </c:pt>
                <c:pt idx="6898">
                  <c:v>42530</c:v>
                </c:pt>
                <c:pt idx="6899">
                  <c:v>42531</c:v>
                </c:pt>
                <c:pt idx="6900">
                  <c:v>42534</c:v>
                </c:pt>
                <c:pt idx="6901">
                  <c:v>42535</c:v>
                </c:pt>
                <c:pt idx="6902">
                  <c:v>42536</c:v>
                </c:pt>
                <c:pt idx="6903">
                  <c:v>42537</c:v>
                </c:pt>
                <c:pt idx="6904">
                  <c:v>42538</c:v>
                </c:pt>
                <c:pt idx="6905">
                  <c:v>42541</c:v>
                </c:pt>
                <c:pt idx="6906">
                  <c:v>42542</c:v>
                </c:pt>
                <c:pt idx="6907">
                  <c:v>42543</c:v>
                </c:pt>
                <c:pt idx="6908">
                  <c:v>42544</c:v>
                </c:pt>
                <c:pt idx="6909">
                  <c:v>42545</c:v>
                </c:pt>
                <c:pt idx="6910">
                  <c:v>42548</c:v>
                </c:pt>
                <c:pt idx="6911">
                  <c:v>42549</c:v>
                </c:pt>
                <c:pt idx="6912">
                  <c:v>42550</c:v>
                </c:pt>
                <c:pt idx="6913">
                  <c:v>42551</c:v>
                </c:pt>
                <c:pt idx="6914">
                  <c:v>42552</c:v>
                </c:pt>
                <c:pt idx="6915">
                  <c:v>42555</c:v>
                </c:pt>
                <c:pt idx="6916">
                  <c:v>42556</c:v>
                </c:pt>
                <c:pt idx="6917">
                  <c:v>42557</c:v>
                </c:pt>
                <c:pt idx="6918">
                  <c:v>42558</c:v>
                </c:pt>
                <c:pt idx="6919">
                  <c:v>42559</c:v>
                </c:pt>
                <c:pt idx="6920">
                  <c:v>42562</c:v>
                </c:pt>
                <c:pt idx="6921">
                  <c:v>42563</c:v>
                </c:pt>
                <c:pt idx="6922">
                  <c:v>42564</c:v>
                </c:pt>
                <c:pt idx="6923">
                  <c:v>42565</c:v>
                </c:pt>
                <c:pt idx="6924">
                  <c:v>42566</c:v>
                </c:pt>
                <c:pt idx="6925">
                  <c:v>42569</c:v>
                </c:pt>
                <c:pt idx="6926">
                  <c:v>42570</c:v>
                </c:pt>
                <c:pt idx="6927">
                  <c:v>42571</c:v>
                </c:pt>
                <c:pt idx="6928">
                  <c:v>42572</c:v>
                </c:pt>
                <c:pt idx="6929">
                  <c:v>42573</c:v>
                </c:pt>
                <c:pt idx="6930">
                  <c:v>42576</c:v>
                </c:pt>
                <c:pt idx="6931">
                  <c:v>42577</c:v>
                </c:pt>
                <c:pt idx="6932">
                  <c:v>42578</c:v>
                </c:pt>
                <c:pt idx="6933">
                  <c:v>42579</c:v>
                </c:pt>
                <c:pt idx="6934">
                  <c:v>42580</c:v>
                </c:pt>
                <c:pt idx="6935">
                  <c:v>42583</c:v>
                </c:pt>
                <c:pt idx="6936">
                  <c:v>42584</c:v>
                </c:pt>
                <c:pt idx="6937">
                  <c:v>42585</c:v>
                </c:pt>
                <c:pt idx="6938">
                  <c:v>42586</c:v>
                </c:pt>
                <c:pt idx="6939">
                  <c:v>42587</c:v>
                </c:pt>
                <c:pt idx="6940">
                  <c:v>42590</c:v>
                </c:pt>
                <c:pt idx="6941">
                  <c:v>42591</c:v>
                </c:pt>
                <c:pt idx="6942">
                  <c:v>42592</c:v>
                </c:pt>
                <c:pt idx="6943">
                  <c:v>42593</c:v>
                </c:pt>
                <c:pt idx="6944">
                  <c:v>42594</c:v>
                </c:pt>
                <c:pt idx="6945">
                  <c:v>42597</c:v>
                </c:pt>
                <c:pt idx="6946">
                  <c:v>42598</c:v>
                </c:pt>
                <c:pt idx="6947">
                  <c:v>42599</c:v>
                </c:pt>
                <c:pt idx="6948">
                  <c:v>42600</c:v>
                </c:pt>
                <c:pt idx="6949">
                  <c:v>42601</c:v>
                </c:pt>
                <c:pt idx="6950">
                  <c:v>42604</c:v>
                </c:pt>
                <c:pt idx="6951">
                  <c:v>42605</c:v>
                </c:pt>
                <c:pt idx="6952">
                  <c:v>42606</c:v>
                </c:pt>
                <c:pt idx="6953">
                  <c:v>42607</c:v>
                </c:pt>
                <c:pt idx="6954">
                  <c:v>42608</c:v>
                </c:pt>
                <c:pt idx="6955">
                  <c:v>42611</c:v>
                </c:pt>
                <c:pt idx="6956">
                  <c:v>42612</c:v>
                </c:pt>
                <c:pt idx="6957">
                  <c:v>42613</c:v>
                </c:pt>
                <c:pt idx="6958">
                  <c:v>42614</c:v>
                </c:pt>
                <c:pt idx="6959">
                  <c:v>42615</c:v>
                </c:pt>
                <c:pt idx="6960">
                  <c:v>42618</c:v>
                </c:pt>
                <c:pt idx="6961">
                  <c:v>42619</c:v>
                </c:pt>
                <c:pt idx="6962">
                  <c:v>42620</c:v>
                </c:pt>
                <c:pt idx="6963">
                  <c:v>42621</c:v>
                </c:pt>
                <c:pt idx="6964">
                  <c:v>42622</c:v>
                </c:pt>
                <c:pt idx="6965">
                  <c:v>42625</c:v>
                </c:pt>
                <c:pt idx="6966">
                  <c:v>42626</c:v>
                </c:pt>
                <c:pt idx="6967">
                  <c:v>42627</c:v>
                </c:pt>
                <c:pt idx="6968">
                  <c:v>42628</c:v>
                </c:pt>
                <c:pt idx="6969">
                  <c:v>42629</c:v>
                </c:pt>
                <c:pt idx="6970">
                  <c:v>42632</c:v>
                </c:pt>
                <c:pt idx="6971">
                  <c:v>42633</c:v>
                </c:pt>
                <c:pt idx="6972">
                  <c:v>42634</c:v>
                </c:pt>
                <c:pt idx="6973">
                  <c:v>42635</c:v>
                </c:pt>
                <c:pt idx="6974">
                  <c:v>42636</c:v>
                </c:pt>
                <c:pt idx="6975">
                  <c:v>42639</c:v>
                </c:pt>
                <c:pt idx="6976">
                  <c:v>42640</c:v>
                </c:pt>
                <c:pt idx="6977">
                  <c:v>42641</c:v>
                </c:pt>
                <c:pt idx="6978">
                  <c:v>42642</c:v>
                </c:pt>
                <c:pt idx="6979">
                  <c:v>42643</c:v>
                </c:pt>
                <c:pt idx="6980">
                  <c:v>42646</c:v>
                </c:pt>
                <c:pt idx="6981">
                  <c:v>42647</c:v>
                </c:pt>
                <c:pt idx="6982">
                  <c:v>42648</c:v>
                </c:pt>
                <c:pt idx="6983">
                  <c:v>42649</c:v>
                </c:pt>
                <c:pt idx="6984">
                  <c:v>42650</c:v>
                </c:pt>
                <c:pt idx="6985">
                  <c:v>42653</c:v>
                </c:pt>
                <c:pt idx="6986">
                  <c:v>42654</c:v>
                </c:pt>
                <c:pt idx="6987">
                  <c:v>42655</c:v>
                </c:pt>
                <c:pt idx="6988">
                  <c:v>42656</c:v>
                </c:pt>
                <c:pt idx="6989">
                  <c:v>42657</c:v>
                </c:pt>
                <c:pt idx="6990">
                  <c:v>42660</c:v>
                </c:pt>
                <c:pt idx="6991">
                  <c:v>42661</c:v>
                </c:pt>
                <c:pt idx="6992">
                  <c:v>42662</c:v>
                </c:pt>
                <c:pt idx="6993">
                  <c:v>42663</c:v>
                </c:pt>
                <c:pt idx="6994">
                  <c:v>42664</c:v>
                </c:pt>
                <c:pt idx="6995">
                  <c:v>42667</c:v>
                </c:pt>
                <c:pt idx="6996">
                  <c:v>42668</c:v>
                </c:pt>
                <c:pt idx="6997">
                  <c:v>42669</c:v>
                </c:pt>
                <c:pt idx="6998">
                  <c:v>42670</c:v>
                </c:pt>
                <c:pt idx="6999">
                  <c:v>42671</c:v>
                </c:pt>
                <c:pt idx="7000">
                  <c:v>42674</c:v>
                </c:pt>
                <c:pt idx="7001">
                  <c:v>42675</c:v>
                </c:pt>
                <c:pt idx="7002">
                  <c:v>42676</c:v>
                </c:pt>
                <c:pt idx="7003">
                  <c:v>42677</c:v>
                </c:pt>
                <c:pt idx="7004">
                  <c:v>42678</c:v>
                </c:pt>
                <c:pt idx="7005">
                  <c:v>42681</c:v>
                </c:pt>
                <c:pt idx="7006">
                  <c:v>42682</c:v>
                </c:pt>
                <c:pt idx="7007">
                  <c:v>42683</c:v>
                </c:pt>
                <c:pt idx="7008">
                  <c:v>42684</c:v>
                </c:pt>
                <c:pt idx="7009">
                  <c:v>42685</c:v>
                </c:pt>
                <c:pt idx="7010">
                  <c:v>42688</c:v>
                </c:pt>
                <c:pt idx="7011">
                  <c:v>42689</c:v>
                </c:pt>
                <c:pt idx="7012">
                  <c:v>42690</c:v>
                </c:pt>
                <c:pt idx="7013">
                  <c:v>42691</c:v>
                </c:pt>
                <c:pt idx="7014">
                  <c:v>42692</c:v>
                </c:pt>
                <c:pt idx="7015">
                  <c:v>42695</c:v>
                </c:pt>
                <c:pt idx="7016">
                  <c:v>42696</c:v>
                </c:pt>
                <c:pt idx="7017">
                  <c:v>42697</c:v>
                </c:pt>
                <c:pt idx="7018">
                  <c:v>42698</c:v>
                </c:pt>
                <c:pt idx="7019">
                  <c:v>42699</c:v>
                </c:pt>
                <c:pt idx="7020">
                  <c:v>42702</c:v>
                </c:pt>
                <c:pt idx="7021">
                  <c:v>42703</c:v>
                </c:pt>
                <c:pt idx="7022">
                  <c:v>42704</c:v>
                </c:pt>
                <c:pt idx="7023">
                  <c:v>42705</c:v>
                </c:pt>
                <c:pt idx="7024">
                  <c:v>42706</c:v>
                </c:pt>
                <c:pt idx="7025">
                  <c:v>42709</c:v>
                </c:pt>
                <c:pt idx="7026">
                  <c:v>42710</c:v>
                </c:pt>
                <c:pt idx="7027">
                  <c:v>42711</c:v>
                </c:pt>
                <c:pt idx="7028">
                  <c:v>42712</c:v>
                </c:pt>
                <c:pt idx="7029">
                  <c:v>42713</c:v>
                </c:pt>
                <c:pt idx="7030">
                  <c:v>42716</c:v>
                </c:pt>
                <c:pt idx="7031">
                  <c:v>42717</c:v>
                </c:pt>
                <c:pt idx="7032">
                  <c:v>42718</c:v>
                </c:pt>
                <c:pt idx="7033">
                  <c:v>42719</c:v>
                </c:pt>
                <c:pt idx="7034">
                  <c:v>42720</c:v>
                </c:pt>
                <c:pt idx="7035">
                  <c:v>42723</c:v>
                </c:pt>
                <c:pt idx="7036">
                  <c:v>42724</c:v>
                </c:pt>
                <c:pt idx="7037">
                  <c:v>42725</c:v>
                </c:pt>
                <c:pt idx="7038">
                  <c:v>42726</c:v>
                </c:pt>
                <c:pt idx="7039">
                  <c:v>42727</c:v>
                </c:pt>
                <c:pt idx="7040">
                  <c:v>42730</c:v>
                </c:pt>
                <c:pt idx="7041">
                  <c:v>42731</c:v>
                </c:pt>
                <c:pt idx="7042">
                  <c:v>42732</c:v>
                </c:pt>
                <c:pt idx="7043">
                  <c:v>42733</c:v>
                </c:pt>
                <c:pt idx="7044">
                  <c:v>42734</c:v>
                </c:pt>
                <c:pt idx="7045">
                  <c:v>42737</c:v>
                </c:pt>
                <c:pt idx="7046">
                  <c:v>42738</c:v>
                </c:pt>
                <c:pt idx="7047">
                  <c:v>42739</c:v>
                </c:pt>
                <c:pt idx="7048">
                  <c:v>42740</c:v>
                </c:pt>
                <c:pt idx="7049">
                  <c:v>42741</c:v>
                </c:pt>
                <c:pt idx="7050">
                  <c:v>42744</c:v>
                </c:pt>
                <c:pt idx="7051">
                  <c:v>42745</c:v>
                </c:pt>
                <c:pt idx="7052">
                  <c:v>42746</c:v>
                </c:pt>
                <c:pt idx="7053">
                  <c:v>42747</c:v>
                </c:pt>
                <c:pt idx="7054">
                  <c:v>42748</c:v>
                </c:pt>
                <c:pt idx="7055">
                  <c:v>42751</c:v>
                </c:pt>
                <c:pt idx="7056">
                  <c:v>42752</c:v>
                </c:pt>
                <c:pt idx="7057">
                  <c:v>42753</c:v>
                </c:pt>
                <c:pt idx="7058">
                  <c:v>42754</c:v>
                </c:pt>
                <c:pt idx="7059">
                  <c:v>42755</c:v>
                </c:pt>
                <c:pt idx="7060">
                  <c:v>42758</c:v>
                </c:pt>
                <c:pt idx="7061">
                  <c:v>42759</c:v>
                </c:pt>
                <c:pt idx="7062">
                  <c:v>42760</c:v>
                </c:pt>
                <c:pt idx="7063">
                  <c:v>42761</c:v>
                </c:pt>
                <c:pt idx="7064">
                  <c:v>42762</c:v>
                </c:pt>
                <c:pt idx="7065">
                  <c:v>42765</c:v>
                </c:pt>
                <c:pt idx="7066">
                  <c:v>42766</c:v>
                </c:pt>
                <c:pt idx="7067">
                  <c:v>42767</c:v>
                </c:pt>
                <c:pt idx="7068">
                  <c:v>42768</c:v>
                </c:pt>
                <c:pt idx="7069">
                  <c:v>42769</c:v>
                </c:pt>
                <c:pt idx="7070">
                  <c:v>42772</c:v>
                </c:pt>
                <c:pt idx="7071">
                  <c:v>42773</c:v>
                </c:pt>
                <c:pt idx="7072">
                  <c:v>42774</c:v>
                </c:pt>
                <c:pt idx="7073">
                  <c:v>42775</c:v>
                </c:pt>
                <c:pt idx="7074">
                  <c:v>42776</c:v>
                </c:pt>
                <c:pt idx="7075">
                  <c:v>42779</c:v>
                </c:pt>
                <c:pt idx="7076">
                  <c:v>42780</c:v>
                </c:pt>
                <c:pt idx="7077">
                  <c:v>42781</c:v>
                </c:pt>
                <c:pt idx="7078">
                  <c:v>42782</c:v>
                </c:pt>
                <c:pt idx="7079">
                  <c:v>42783</c:v>
                </c:pt>
                <c:pt idx="7080">
                  <c:v>42786</c:v>
                </c:pt>
                <c:pt idx="7081">
                  <c:v>42787</c:v>
                </c:pt>
                <c:pt idx="7082">
                  <c:v>42788</c:v>
                </c:pt>
                <c:pt idx="7083">
                  <c:v>42789</c:v>
                </c:pt>
                <c:pt idx="7084">
                  <c:v>42790</c:v>
                </c:pt>
                <c:pt idx="7085">
                  <c:v>42793</c:v>
                </c:pt>
                <c:pt idx="7086">
                  <c:v>42794</c:v>
                </c:pt>
                <c:pt idx="7087">
                  <c:v>42795</c:v>
                </c:pt>
                <c:pt idx="7088">
                  <c:v>42796</c:v>
                </c:pt>
                <c:pt idx="7089">
                  <c:v>42797</c:v>
                </c:pt>
                <c:pt idx="7090">
                  <c:v>42800</c:v>
                </c:pt>
                <c:pt idx="7091">
                  <c:v>42801</c:v>
                </c:pt>
                <c:pt idx="7092">
                  <c:v>42802</c:v>
                </c:pt>
                <c:pt idx="7093">
                  <c:v>42803</c:v>
                </c:pt>
                <c:pt idx="7094">
                  <c:v>42804</c:v>
                </c:pt>
                <c:pt idx="7095">
                  <c:v>42807</c:v>
                </c:pt>
                <c:pt idx="7096">
                  <c:v>42808</c:v>
                </c:pt>
                <c:pt idx="7097">
                  <c:v>42809</c:v>
                </c:pt>
                <c:pt idx="7098">
                  <c:v>42810</c:v>
                </c:pt>
                <c:pt idx="7099">
                  <c:v>42811</c:v>
                </c:pt>
                <c:pt idx="7100">
                  <c:v>42814</c:v>
                </c:pt>
                <c:pt idx="7101">
                  <c:v>42815</c:v>
                </c:pt>
                <c:pt idx="7102">
                  <c:v>42816</c:v>
                </c:pt>
                <c:pt idx="7103">
                  <c:v>42817</c:v>
                </c:pt>
                <c:pt idx="7104">
                  <c:v>42818</c:v>
                </c:pt>
                <c:pt idx="7105">
                  <c:v>42821</c:v>
                </c:pt>
                <c:pt idx="7106">
                  <c:v>42822</c:v>
                </c:pt>
                <c:pt idx="7107">
                  <c:v>42823</c:v>
                </c:pt>
                <c:pt idx="7108">
                  <c:v>42824</c:v>
                </c:pt>
                <c:pt idx="7109">
                  <c:v>42825</c:v>
                </c:pt>
                <c:pt idx="7110">
                  <c:v>42828</c:v>
                </c:pt>
                <c:pt idx="7111">
                  <c:v>42829</c:v>
                </c:pt>
                <c:pt idx="7112">
                  <c:v>42830</c:v>
                </c:pt>
                <c:pt idx="7113">
                  <c:v>42831</c:v>
                </c:pt>
                <c:pt idx="7114">
                  <c:v>42832</c:v>
                </c:pt>
                <c:pt idx="7115">
                  <c:v>42835</c:v>
                </c:pt>
                <c:pt idx="7116">
                  <c:v>42836</c:v>
                </c:pt>
                <c:pt idx="7117">
                  <c:v>42837</c:v>
                </c:pt>
                <c:pt idx="7118">
                  <c:v>42838</c:v>
                </c:pt>
                <c:pt idx="7119">
                  <c:v>42839</c:v>
                </c:pt>
                <c:pt idx="7120">
                  <c:v>42842</c:v>
                </c:pt>
                <c:pt idx="7121">
                  <c:v>42843</c:v>
                </c:pt>
                <c:pt idx="7122">
                  <c:v>42844</c:v>
                </c:pt>
                <c:pt idx="7123">
                  <c:v>42845</c:v>
                </c:pt>
                <c:pt idx="7124">
                  <c:v>42846</c:v>
                </c:pt>
                <c:pt idx="7125">
                  <c:v>42849</c:v>
                </c:pt>
                <c:pt idx="7126">
                  <c:v>42850</c:v>
                </c:pt>
                <c:pt idx="7127">
                  <c:v>42851</c:v>
                </c:pt>
                <c:pt idx="7128">
                  <c:v>42852</c:v>
                </c:pt>
                <c:pt idx="7129">
                  <c:v>42853</c:v>
                </c:pt>
                <c:pt idx="7130">
                  <c:v>42856</c:v>
                </c:pt>
                <c:pt idx="7131">
                  <c:v>42857</c:v>
                </c:pt>
                <c:pt idx="7132">
                  <c:v>42858</c:v>
                </c:pt>
                <c:pt idx="7133">
                  <c:v>42859</c:v>
                </c:pt>
                <c:pt idx="7134">
                  <c:v>42860</c:v>
                </c:pt>
                <c:pt idx="7135">
                  <c:v>42863</c:v>
                </c:pt>
                <c:pt idx="7136">
                  <c:v>42864</c:v>
                </c:pt>
                <c:pt idx="7137">
                  <c:v>42865</c:v>
                </c:pt>
                <c:pt idx="7138">
                  <c:v>42866</c:v>
                </c:pt>
                <c:pt idx="7139">
                  <c:v>42867</c:v>
                </c:pt>
                <c:pt idx="7140">
                  <c:v>42870</c:v>
                </c:pt>
                <c:pt idx="7141">
                  <c:v>42871</c:v>
                </c:pt>
                <c:pt idx="7142">
                  <c:v>42872</c:v>
                </c:pt>
                <c:pt idx="7143">
                  <c:v>42873</c:v>
                </c:pt>
                <c:pt idx="7144">
                  <c:v>42874</c:v>
                </c:pt>
                <c:pt idx="7145">
                  <c:v>42877</c:v>
                </c:pt>
                <c:pt idx="7146">
                  <c:v>42878</c:v>
                </c:pt>
                <c:pt idx="7147">
                  <c:v>42879</c:v>
                </c:pt>
                <c:pt idx="7148">
                  <c:v>42880</c:v>
                </c:pt>
                <c:pt idx="7149">
                  <c:v>42881</c:v>
                </c:pt>
                <c:pt idx="7150">
                  <c:v>42884</c:v>
                </c:pt>
                <c:pt idx="7151">
                  <c:v>42885</c:v>
                </c:pt>
                <c:pt idx="7152">
                  <c:v>42886</c:v>
                </c:pt>
                <c:pt idx="7153">
                  <c:v>42887</c:v>
                </c:pt>
                <c:pt idx="7154">
                  <c:v>42888</c:v>
                </c:pt>
                <c:pt idx="7155">
                  <c:v>42891</c:v>
                </c:pt>
                <c:pt idx="7156">
                  <c:v>42892</c:v>
                </c:pt>
                <c:pt idx="7157">
                  <c:v>42893</c:v>
                </c:pt>
                <c:pt idx="7158">
                  <c:v>42894</c:v>
                </c:pt>
                <c:pt idx="7159">
                  <c:v>42895</c:v>
                </c:pt>
                <c:pt idx="7160">
                  <c:v>42898</c:v>
                </c:pt>
                <c:pt idx="7161">
                  <c:v>42899</c:v>
                </c:pt>
                <c:pt idx="7162">
                  <c:v>42900</c:v>
                </c:pt>
                <c:pt idx="7163">
                  <c:v>42901</c:v>
                </c:pt>
                <c:pt idx="7164">
                  <c:v>42902</c:v>
                </c:pt>
                <c:pt idx="7165">
                  <c:v>42905</c:v>
                </c:pt>
                <c:pt idx="7166">
                  <c:v>42906</c:v>
                </c:pt>
                <c:pt idx="7167">
                  <c:v>42907</c:v>
                </c:pt>
                <c:pt idx="7168">
                  <c:v>42908</c:v>
                </c:pt>
                <c:pt idx="7169">
                  <c:v>42909</c:v>
                </c:pt>
                <c:pt idx="7170">
                  <c:v>42912</c:v>
                </c:pt>
                <c:pt idx="7171">
                  <c:v>42913</c:v>
                </c:pt>
                <c:pt idx="7172">
                  <c:v>42914</c:v>
                </c:pt>
                <c:pt idx="7173">
                  <c:v>42915</c:v>
                </c:pt>
                <c:pt idx="7174">
                  <c:v>42916</c:v>
                </c:pt>
                <c:pt idx="7175">
                  <c:v>42919</c:v>
                </c:pt>
                <c:pt idx="7176">
                  <c:v>42920</c:v>
                </c:pt>
                <c:pt idx="7177">
                  <c:v>42921</c:v>
                </c:pt>
                <c:pt idx="7178">
                  <c:v>42922</c:v>
                </c:pt>
                <c:pt idx="7179">
                  <c:v>42923</c:v>
                </c:pt>
                <c:pt idx="7180">
                  <c:v>42926</c:v>
                </c:pt>
                <c:pt idx="7181">
                  <c:v>42927</c:v>
                </c:pt>
                <c:pt idx="7182">
                  <c:v>42928</c:v>
                </c:pt>
                <c:pt idx="7183">
                  <c:v>42929</c:v>
                </c:pt>
                <c:pt idx="7184">
                  <c:v>42930</c:v>
                </c:pt>
                <c:pt idx="7185">
                  <c:v>42933</c:v>
                </c:pt>
                <c:pt idx="7186">
                  <c:v>42934</c:v>
                </c:pt>
                <c:pt idx="7187">
                  <c:v>42935</c:v>
                </c:pt>
                <c:pt idx="7188">
                  <c:v>42936</c:v>
                </c:pt>
                <c:pt idx="7189">
                  <c:v>42937</c:v>
                </c:pt>
                <c:pt idx="7190">
                  <c:v>42940</c:v>
                </c:pt>
                <c:pt idx="7191">
                  <c:v>42941</c:v>
                </c:pt>
                <c:pt idx="7192">
                  <c:v>42942</c:v>
                </c:pt>
                <c:pt idx="7193">
                  <c:v>42943</c:v>
                </c:pt>
                <c:pt idx="7194">
                  <c:v>42944</c:v>
                </c:pt>
                <c:pt idx="7195">
                  <c:v>42947</c:v>
                </c:pt>
                <c:pt idx="7196">
                  <c:v>42948</c:v>
                </c:pt>
                <c:pt idx="7197">
                  <c:v>42949</c:v>
                </c:pt>
                <c:pt idx="7198">
                  <c:v>42950</c:v>
                </c:pt>
                <c:pt idx="7199">
                  <c:v>42951</c:v>
                </c:pt>
                <c:pt idx="7200">
                  <c:v>42954</c:v>
                </c:pt>
                <c:pt idx="7201">
                  <c:v>42955</c:v>
                </c:pt>
                <c:pt idx="7202">
                  <c:v>42956</c:v>
                </c:pt>
                <c:pt idx="7203">
                  <c:v>42957</c:v>
                </c:pt>
                <c:pt idx="7204">
                  <c:v>42958</c:v>
                </c:pt>
                <c:pt idx="7205">
                  <c:v>42961</c:v>
                </c:pt>
                <c:pt idx="7206">
                  <c:v>42962</c:v>
                </c:pt>
                <c:pt idx="7207">
                  <c:v>42963</c:v>
                </c:pt>
                <c:pt idx="7208">
                  <c:v>42964</c:v>
                </c:pt>
                <c:pt idx="7209">
                  <c:v>42965</c:v>
                </c:pt>
                <c:pt idx="7210">
                  <c:v>42968</c:v>
                </c:pt>
                <c:pt idx="7211">
                  <c:v>42969</c:v>
                </c:pt>
                <c:pt idx="7212">
                  <c:v>42970</c:v>
                </c:pt>
                <c:pt idx="7213">
                  <c:v>42971</c:v>
                </c:pt>
                <c:pt idx="7214">
                  <c:v>42972</c:v>
                </c:pt>
                <c:pt idx="7215">
                  <c:v>42975</c:v>
                </c:pt>
                <c:pt idx="7216">
                  <c:v>42976</c:v>
                </c:pt>
                <c:pt idx="7217">
                  <c:v>42977</c:v>
                </c:pt>
                <c:pt idx="7218">
                  <c:v>42978</c:v>
                </c:pt>
                <c:pt idx="7219">
                  <c:v>42979</c:v>
                </c:pt>
                <c:pt idx="7220">
                  <c:v>42982</c:v>
                </c:pt>
                <c:pt idx="7221">
                  <c:v>42983</c:v>
                </c:pt>
                <c:pt idx="7222">
                  <c:v>42984</c:v>
                </c:pt>
                <c:pt idx="7223">
                  <c:v>42985</c:v>
                </c:pt>
                <c:pt idx="7224">
                  <c:v>42986</c:v>
                </c:pt>
                <c:pt idx="7225">
                  <c:v>42989</c:v>
                </c:pt>
                <c:pt idx="7226">
                  <c:v>42990</c:v>
                </c:pt>
                <c:pt idx="7227">
                  <c:v>42991</c:v>
                </c:pt>
                <c:pt idx="7228">
                  <c:v>42992</c:v>
                </c:pt>
                <c:pt idx="7229">
                  <c:v>42993</c:v>
                </c:pt>
                <c:pt idx="7230">
                  <c:v>42996</c:v>
                </c:pt>
                <c:pt idx="7231">
                  <c:v>42997</c:v>
                </c:pt>
                <c:pt idx="7232">
                  <c:v>42998</c:v>
                </c:pt>
                <c:pt idx="7233">
                  <c:v>42999</c:v>
                </c:pt>
                <c:pt idx="7234">
                  <c:v>43000</c:v>
                </c:pt>
                <c:pt idx="7235">
                  <c:v>43003</c:v>
                </c:pt>
                <c:pt idx="7236">
                  <c:v>43004</c:v>
                </c:pt>
                <c:pt idx="7237">
                  <c:v>43005</c:v>
                </c:pt>
                <c:pt idx="7238">
                  <c:v>43006</c:v>
                </c:pt>
                <c:pt idx="7239">
                  <c:v>43007</c:v>
                </c:pt>
                <c:pt idx="7240">
                  <c:v>43010</c:v>
                </c:pt>
                <c:pt idx="7241">
                  <c:v>43011</c:v>
                </c:pt>
                <c:pt idx="7242">
                  <c:v>43012</c:v>
                </c:pt>
                <c:pt idx="7243">
                  <c:v>43013</c:v>
                </c:pt>
                <c:pt idx="7244">
                  <c:v>43014</c:v>
                </c:pt>
                <c:pt idx="7245">
                  <c:v>43017</c:v>
                </c:pt>
                <c:pt idx="7246">
                  <c:v>43018</c:v>
                </c:pt>
                <c:pt idx="7247">
                  <c:v>43019</c:v>
                </c:pt>
                <c:pt idx="7248">
                  <c:v>43020</c:v>
                </c:pt>
                <c:pt idx="7249">
                  <c:v>43021</c:v>
                </c:pt>
                <c:pt idx="7250">
                  <c:v>43024</c:v>
                </c:pt>
                <c:pt idx="7251">
                  <c:v>43025</c:v>
                </c:pt>
                <c:pt idx="7252">
                  <c:v>43026</c:v>
                </c:pt>
                <c:pt idx="7253">
                  <c:v>43027</c:v>
                </c:pt>
                <c:pt idx="7254">
                  <c:v>43028</c:v>
                </c:pt>
                <c:pt idx="7255">
                  <c:v>43031</c:v>
                </c:pt>
                <c:pt idx="7256">
                  <c:v>43032</c:v>
                </c:pt>
                <c:pt idx="7257">
                  <c:v>43033</c:v>
                </c:pt>
                <c:pt idx="7258">
                  <c:v>43034</c:v>
                </c:pt>
                <c:pt idx="7259">
                  <c:v>43035</c:v>
                </c:pt>
                <c:pt idx="7260">
                  <c:v>43038</c:v>
                </c:pt>
                <c:pt idx="7261">
                  <c:v>43039</c:v>
                </c:pt>
                <c:pt idx="7262">
                  <c:v>43040</c:v>
                </c:pt>
                <c:pt idx="7263">
                  <c:v>43041</c:v>
                </c:pt>
                <c:pt idx="7264">
                  <c:v>43042</c:v>
                </c:pt>
                <c:pt idx="7265">
                  <c:v>43045</c:v>
                </c:pt>
                <c:pt idx="7266">
                  <c:v>43046</c:v>
                </c:pt>
                <c:pt idx="7267">
                  <c:v>43047</c:v>
                </c:pt>
                <c:pt idx="7268">
                  <c:v>43048</c:v>
                </c:pt>
                <c:pt idx="7269">
                  <c:v>43049</c:v>
                </c:pt>
                <c:pt idx="7270">
                  <c:v>43052</c:v>
                </c:pt>
                <c:pt idx="7271">
                  <c:v>43053</c:v>
                </c:pt>
                <c:pt idx="7272">
                  <c:v>43054</c:v>
                </c:pt>
                <c:pt idx="7273">
                  <c:v>43055</c:v>
                </c:pt>
                <c:pt idx="7274">
                  <c:v>43056</c:v>
                </c:pt>
                <c:pt idx="7275">
                  <c:v>43059</c:v>
                </c:pt>
                <c:pt idx="7276">
                  <c:v>43060</c:v>
                </c:pt>
                <c:pt idx="7277">
                  <c:v>43061</c:v>
                </c:pt>
                <c:pt idx="7278">
                  <c:v>43062</c:v>
                </c:pt>
                <c:pt idx="7279">
                  <c:v>43063</c:v>
                </c:pt>
                <c:pt idx="7280">
                  <c:v>43066</c:v>
                </c:pt>
                <c:pt idx="7281">
                  <c:v>43067</c:v>
                </c:pt>
                <c:pt idx="7282">
                  <c:v>43068</c:v>
                </c:pt>
                <c:pt idx="7283">
                  <c:v>43069</c:v>
                </c:pt>
                <c:pt idx="7284">
                  <c:v>43070</c:v>
                </c:pt>
                <c:pt idx="7285">
                  <c:v>43073</c:v>
                </c:pt>
                <c:pt idx="7286">
                  <c:v>43074</c:v>
                </c:pt>
                <c:pt idx="7287">
                  <c:v>43075</c:v>
                </c:pt>
                <c:pt idx="7288">
                  <c:v>43076</c:v>
                </c:pt>
                <c:pt idx="7289">
                  <c:v>43077</c:v>
                </c:pt>
                <c:pt idx="7290">
                  <c:v>43080</c:v>
                </c:pt>
                <c:pt idx="7291">
                  <c:v>43081</c:v>
                </c:pt>
                <c:pt idx="7292">
                  <c:v>43082</c:v>
                </c:pt>
                <c:pt idx="7293">
                  <c:v>43083</c:v>
                </c:pt>
                <c:pt idx="7294">
                  <c:v>43084</c:v>
                </c:pt>
                <c:pt idx="7295">
                  <c:v>43087</c:v>
                </c:pt>
                <c:pt idx="7296">
                  <c:v>43088</c:v>
                </c:pt>
                <c:pt idx="7297">
                  <c:v>43089</c:v>
                </c:pt>
                <c:pt idx="7298">
                  <c:v>43090</c:v>
                </c:pt>
                <c:pt idx="7299">
                  <c:v>43091</c:v>
                </c:pt>
                <c:pt idx="7300">
                  <c:v>43094</c:v>
                </c:pt>
                <c:pt idx="7301">
                  <c:v>43095</c:v>
                </c:pt>
                <c:pt idx="7302">
                  <c:v>43096</c:v>
                </c:pt>
                <c:pt idx="7303">
                  <c:v>43097</c:v>
                </c:pt>
                <c:pt idx="7304">
                  <c:v>43098</c:v>
                </c:pt>
                <c:pt idx="7305">
                  <c:v>43101</c:v>
                </c:pt>
                <c:pt idx="7306">
                  <c:v>43102</c:v>
                </c:pt>
                <c:pt idx="7307">
                  <c:v>43103</c:v>
                </c:pt>
                <c:pt idx="7308">
                  <c:v>43104</c:v>
                </c:pt>
                <c:pt idx="7309">
                  <c:v>43105</c:v>
                </c:pt>
                <c:pt idx="7310">
                  <c:v>43108</c:v>
                </c:pt>
                <c:pt idx="7311">
                  <c:v>43109</c:v>
                </c:pt>
                <c:pt idx="7312">
                  <c:v>43110</c:v>
                </c:pt>
                <c:pt idx="7313">
                  <c:v>43111</c:v>
                </c:pt>
                <c:pt idx="7314">
                  <c:v>43112</c:v>
                </c:pt>
                <c:pt idx="7315">
                  <c:v>43115</c:v>
                </c:pt>
                <c:pt idx="7316">
                  <c:v>43116</c:v>
                </c:pt>
                <c:pt idx="7317">
                  <c:v>43117</c:v>
                </c:pt>
                <c:pt idx="7318">
                  <c:v>43118</c:v>
                </c:pt>
                <c:pt idx="7319">
                  <c:v>43119</c:v>
                </c:pt>
                <c:pt idx="7320">
                  <c:v>43122</c:v>
                </c:pt>
                <c:pt idx="7321">
                  <c:v>43123</c:v>
                </c:pt>
                <c:pt idx="7322">
                  <c:v>43124</c:v>
                </c:pt>
                <c:pt idx="7323">
                  <c:v>43125</c:v>
                </c:pt>
                <c:pt idx="7324">
                  <c:v>43126</c:v>
                </c:pt>
                <c:pt idx="7325">
                  <c:v>43129</c:v>
                </c:pt>
                <c:pt idx="7326">
                  <c:v>43130</c:v>
                </c:pt>
                <c:pt idx="7327">
                  <c:v>43131</c:v>
                </c:pt>
                <c:pt idx="7328">
                  <c:v>43132</c:v>
                </c:pt>
                <c:pt idx="7329">
                  <c:v>43133</c:v>
                </c:pt>
                <c:pt idx="7330">
                  <c:v>43136</c:v>
                </c:pt>
                <c:pt idx="7331">
                  <c:v>43137</c:v>
                </c:pt>
                <c:pt idx="7332">
                  <c:v>43138</c:v>
                </c:pt>
                <c:pt idx="7333">
                  <c:v>43139</c:v>
                </c:pt>
                <c:pt idx="7334">
                  <c:v>43140</c:v>
                </c:pt>
                <c:pt idx="7335">
                  <c:v>43143</c:v>
                </c:pt>
                <c:pt idx="7336">
                  <c:v>43144</c:v>
                </c:pt>
                <c:pt idx="7337">
                  <c:v>43145</c:v>
                </c:pt>
                <c:pt idx="7338">
                  <c:v>43146</c:v>
                </c:pt>
                <c:pt idx="7339">
                  <c:v>43147</c:v>
                </c:pt>
                <c:pt idx="7340">
                  <c:v>43150</c:v>
                </c:pt>
                <c:pt idx="7341">
                  <c:v>43151</c:v>
                </c:pt>
                <c:pt idx="7342">
                  <c:v>43152</c:v>
                </c:pt>
                <c:pt idx="7343">
                  <c:v>43153</c:v>
                </c:pt>
                <c:pt idx="7344">
                  <c:v>43154</c:v>
                </c:pt>
                <c:pt idx="7345">
                  <c:v>43157</c:v>
                </c:pt>
                <c:pt idx="7346">
                  <c:v>43158</c:v>
                </c:pt>
                <c:pt idx="7347">
                  <c:v>43159</c:v>
                </c:pt>
                <c:pt idx="7348">
                  <c:v>43160</c:v>
                </c:pt>
                <c:pt idx="7349">
                  <c:v>43161</c:v>
                </c:pt>
                <c:pt idx="7350">
                  <c:v>43164</c:v>
                </c:pt>
                <c:pt idx="7351">
                  <c:v>43165</c:v>
                </c:pt>
                <c:pt idx="7352">
                  <c:v>43166</c:v>
                </c:pt>
                <c:pt idx="7353">
                  <c:v>43167</c:v>
                </c:pt>
                <c:pt idx="7354">
                  <c:v>43168</c:v>
                </c:pt>
                <c:pt idx="7355">
                  <c:v>43171</c:v>
                </c:pt>
                <c:pt idx="7356">
                  <c:v>43172</c:v>
                </c:pt>
                <c:pt idx="7357">
                  <c:v>43173</c:v>
                </c:pt>
                <c:pt idx="7358">
                  <c:v>43174</c:v>
                </c:pt>
                <c:pt idx="7359">
                  <c:v>43175</c:v>
                </c:pt>
                <c:pt idx="7360">
                  <c:v>43178</c:v>
                </c:pt>
                <c:pt idx="7361">
                  <c:v>43179</c:v>
                </c:pt>
                <c:pt idx="7362">
                  <c:v>43180</c:v>
                </c:pt>
                <c:pt idx="7363">
                  <c:v>43181</c:v>
                </c:pt>
                <c:pt idx="7364">
                  <c:v>43182</c:v>
                </c:pt>
                <c:pt idx="7365">
                  <c:v>43185</c:v>
                </c:pt>
                <c:pt idx="7366">
                  <c:v>43186</c:v>
                </c:pt>
                <c:pt idx="7367">
                  <c:v>43187</c:v>
                </c:pt>
                <c:pt idx="7368">
                  <c:v>43188</c:v>
                </c:pt>
                <c:pt idx="7369">
                  <c:v>43189</c:v>
                </c:pt>
                <c:pt idx="7370">
                  <c:v>43192</c:v>
                </c:pt>
                <c:pt idx="7371">
                  <c:v>43193</c:v>
                </c:pt>
                <c:pt idx="7372">
                  <c:v>43194</c:v>
                </c:pt>
                <c:pt idx="7373">
                  <c:v>43195</c:v>
                </c:pt>
                <c:pt idx="7374">
                  <c:v>43196</c:v>
                </c:pt>
                <c:pt idx="7375">
                  <c:v>43199</c:v>
                </c:pt>
                <c:pt idx="7376">
                  <c:v>43200</c:v>
                </c:pt>
                <c:pt idx="7377">
                  <c:v>43201</c:v>
                </c:pt>
                <c:pt idx="7378">
                  <c:v>43202</c:v>
                </c:pt>
                <c:pt idx="7379">
                  <c:v>43203</c:v>
                </c:pt>
                <c:pt idx="7380">
                  <c:v>43206</c:v>
                </c:pt>
                <c:pt idx="7381">
                  <c:v>43207</c:v>
                </c:pt>
                <c:pt idx="7382">
                  <c:v>43208</c:v>
                </c:pt>
                <c:pt idx="7383">
                  <c:v>43209</c:v>
                </c:pt>
                <c:pt idx="7384">
                  <c:v>43210</c:v>
                </c:pt>
                <c:pt idx="7385">
                  <c:v>43213</c:v>
                </c:pt>
                <c:pt idx="7386">
                  <c:v>43214</c:v>
                </c:pt>
                <c:pt idx="7387">
                  <c:v>43215</c:v>
                </c:pt>
                <c:pt idx="7388">
                  <c:v>43216</c:v>
                </c:pt>
                <c:pt idx="7389">
                  <c:v>43217</c:v>
                </c:pt>
                <c:pt idx="7390">
                  <c:v>43220</c:v>
                </c:pt>
                <c:pt idx="7391">
                  <c:v>43221</c:v>
                </c:pt>
                <c:pt idx="7392">
                  <c:v>43222</c:v>
                </c:pt>
                <c:pt idx="7393">
                  <c:v>43223</c:v>
                </c:pt>
                <c:pt idx="7394">
                  <c:v>43224</c:v>
                </c:pt>
                <c:pt idx="7395">
                  <c:v>43227</c:v>
                </c:pt>
                <c:pt idx="7396">
                  <c:v>43228</c:v>
                </c:pt>
                <c:pt idx="7397">
                  <c:v>43229</c:v>
                </c:pt>
                <c:pt idx="7398">
                  <c:v>43230</c:v>
                </c:pt>
                <c:pt idx="7399">
                  <c:v>43231</c:v>
                </c:pt>
                <c:pt idx="7400">
                  <c:v>43234</c:v>
                </c:pt>
                <c:pt idx="7401">
                  <c:v>43235</c:v>
                </c:pt>
                <c:pt idx="7402">
                  <c:v>43236</c:v>
                </c:pt>
                <c:pt idx="7403">
                  <c:v>43237</c:v>
                </c:pt>
                <c:pt idx="7404">
                  <c:v>43238</c:v>
                </c:pt>
                <c:pt idx="7405">
                  <c:v>43241</c:v>
                </c:pt>
                <c:pt idx="7406">
                  <c:v>43242</c:v>
                </c:pt>
                <c:pt idx="7407">
                  <c:v>43243</c:v>
                </c:pt>
                <c:pt idx="7408">
                  <c:v>43244</c:v>
                </c:pt>
                <c:pt idx="7409">
                  <c:v>43245</c:v>
                </c:pt>
                <c:pt idx="7410">
                  <c:v>43248</c:v>
                </c:pt>
                <c:pt idx="7411">
                  <c:v>43249</c:v>
                </c:pt>
                <c:pt idx="7412">
                  <c:v>43250</c:v>
                </c:pt>
                <c:pt idx="7413">
                  <c:v>43251</c:v>
                </c:pt>
                <c:pt idx="7414">
                  <c:v>43252</c:v>
                </c:pt>
                <c:pt idx="7415">
                  <c:v>43255</c:v>
                </c:pt>
                <c:pt idx="7416">
                  <c:v>43256</c:v>
                </c:pt>
                <c:pt idx="7417">
                  <c:v>43257</c:v>
                </c:pt>
                <c:pt idx="7418">
                  <c:v>43258</c:v>
                </c:pt>
                <c:pt idx="7419">
                  <c:v>43259</c:v>
                </c:pt>
                <c:pt idx="7420">
                  <c:v>43262</c:v>
                </c:pt>
                <c:pt idx="7421">
                  <c:v>43263</c:v>
                </c:pt>
                <c:pt idx="7422">
                  <c:v>43264</c:v>
                </c:pt>
                <c:pt idx="7423">
                  <c:v>43265</c:v>
                </c:pt>
                <c:pt idx="7424">
                  <c:v>43266</c:v>
                </c:pt>
                <c:pt idx="7425">
                  <c:v>43269</c:v>
                </c:pt>
                <c:pt idx="7426">
                  <c:v>43270</c:v>
                </c:pt>
                <c:pt idx="7427">
                  <c:v>43271</c:v>
                </c:pt>
                <c:pt idx="7428">
                  <c:v>43272</c:v>
                </c:pt>
                <c:pt idx="7429">
                  <c:v>43273</c:v>
                </c:pt>
                <c:pt idx="7430">
                  <c:v>43276</c:v>
                </c:pt>
                <c:pt idx="7431">
                  <c:v>43277</c:v>
                </c:pt>
                <c:pt idx="7432">
                  <c:v>43278</c:v>
                </c:pt>
                <c:pt idx="7433">
                  <c:v>43279</c:v>
                </c:pt>
                <c:pt idx="7434">
                  <c:v>43280</c:v>
                </c:pt>
                <c:pt idx="7435">
                  <c:v>43283</c:v>
                </c:pt>
                <c:pt idx="7436">
                  <c:v>43284</c:v>
                </c:pt>
                <c:pt idx="7437">
                  <c:v>43285</c:v>
                </c:pt>
                <c:pt idx="7438">
                  <c:v>43286</c:v>
                </c:pt>
                <c:pt idx="7439">
                  <c:v>43287</c:v>
                </c:pt>
                <c:pt idx="7440">
                  <c:v>43290</c:v>
                </c:pt>
                <c:pt idx="7441">
                  <c:v>43291</c:v>
                </c:pt>
                <c:pt idx="7442">
                  <c:v>43292</c:v>
                </c:pt>
                <c:pt idx="7443">
                  <c:v>43293</c:v>
                </c:pt>
                <c:pt idx="7444">
                  <c:v>43294</c:v>
                </c:pt>
                <c:pt idx="7445">
                  <c:v>43297</c:v>
                </c:pt>
                <c:pt idx="7446">
                  <c:v>43298</c:v>
                </c:pt>
                <c:pt idx="7447">
                  <c:v>43299</c:v>
                </c:pt>
                <c:pt idx="7448">
                  <c:v>43300</c:v>
                </c:pt>
                <c:pt idx="7449">
                  <c:v>43301</c:v>
                </c:pt>
                <c:pt idx="7450">
                  <c:v>43304</c:v>
                </c:pt>
                <c:pt idx="7451">
                  <c:v>43305</c:v>
                </c:pt>
                <c:pt idx="7452">
                  <c:v>43306</c:v>
                </c:pt>
                <c:pt idx="7453">
                  <c:v>43307</c:v>
                </c:pt>
                <c:pt idx="7454">
                  <c:v>43308</c:v>
                </c:pt>
                <c:pt idx="7455">
                  <c:v>43311</c:v>
                </c:pt>
                <c:pt idx="7456">
                  <c:v>43312</c:v>
                </c:pt>
                <c:pt idx="7457">
                  <c:v>43313</c:v>
                </c:pt>
                <c:pt idx="7458">
                  <c:v>43314</c:v>
                </c:pt>
                <c:pt idx="7459">
                  <c:v>43315</c:v>
                </c:pt>
                <c:pt idx="7460">
                  <c:v>43318</c:v>
                </c:pt>
                <c:pt idx="7461">
                  <c:v>43319</c:v>
                </c:pt>
                <c:pt idx="7462">
                  <c:v>43320</c:v>
                </c:pt>
                <c:pt idx="7463">
                  <c:v>43321</c:v>
                </c:pt>
                <c:pt idx="7464">
                  <c:v>43322</c:v>
                </c:pt>
                <c:pt idx="7465">
                  <c:v>43325</c:v>
                </c:pt>
                <c:pt idx="7466">
                  <c:v>43326</c:v>
                </c:pt>
                <c:pt idx="7467">
                  <c:v>43327</c:v>
                </c:pt>
                <c:pt idx="7468">
                  <c:v>43328</c:v>
                </c:pt>
                <c:pt idx="7469">
                  <c:v>43329</c:v>
                </c:pt>
                <c:pt idx="7470">
                  <c:v>43332</c:v>
                </c:pt>
                <c:pt idx="7471">
                  <c:v>43333</c:v>
                </c:pt>
                <c:pt idx="7472">
                  <c:v>43334</c:v>
                </c:pt>
                <c:pt idx="7473">
                  <c:v>43335</c:v>
                </c:pt>
                <c:pt idx="7474">
                  <c:v>43336</c:v>
                </c:pt>
                <c:pt idx="7475">
                  <c:v>43339</c:v>
                </c:pt>
                <c:pt idx="7476">
                  <c:v>43340</c:v>
                </c:pt>
                <c:pt idx="7477">
                  <c:v>43341</c:v>
                </c:pt>
                <c:pt idx="7478">
                  <c:v>43342</c:v>
                </c:pt>
                <c:pt idx="7479">
                  <c:v>43343</c:v>
                </c:pt>
                <c:pt idx="7480">
                  <c:v>43346</c:v>
                </c:pt>
                <c:pt idx="7481">
                  <c:v>43347</c:v>
                </c:pt>
                <c:pt idx="7482">
                  <c:v>43348</c:v>
                </c:pt>
                <c:pt idx="7483">
                  <c:v>43349</c:v>
                </c:pt>
                <c:pt idx="7484">
                  <c:v>43350</c:v>
                </c:pt>
                <c:pt idx="7485">
                  <c:v>43353</c:v>
                </c:pt>
                <c:pt idx="7486">
                  <c:v>43354</c:v>
                </c:pt>
                <c:pt idx="7487">
                  <c:v>43355</c:v>
                </c:pt>
                <c:pt idx="7488">
                  <c:v>43356</c:v>
                </c:pt>
                <c:pt idx="7489">
                  <c:v>43357</c:v>
                </c:pt>
                <c:pt idx="7490">
                  <c:v>43360</c:v>
                </c:pt>
                <c:pt idx="7491">
                  <c:v>43361</c:v>
                </c:pt>
                <c:pt idx="7492">
                  <c:v>43362</c:v>
                </c:pt>
                <c:pt idx="7493">
                  <c:v>43363</c:v>
                </c:pt>
                <c:pt idx="7494">
                  <c:v>43364</c:v>
                </c:pt>
                <c:pt idx="7495">
                  <c:v>43367</c:v>
                </c:pt>
                <c:pt idx="7496">
                  <c:v>43368</c:v>
                </c:pt>
                <c:pt idx="7497">
                  <c:v>43369</c:v>
                </c:pt>
                <c:pt idx="7498">
                  <c:v>43370</c:v>
                </c:pt>
                <c:pt idx="7499">
                  <c:v>43371</c:v>
                </c:pt>
                <c:pt idx="7500">
                  <c:v>43374</c:v>
                </c:pt>
                <c:pt idx="7501">
                  <c:v>43375</c:v>
                </c:pt>
                <c:pt idx="7502">
                  <c:v>43376</c:v>
                </c:pt>
                <c:pt idx="7503">
                  <c:v>43377</c:v>
                </c:pt>
                <c:pt idx="7504">
                  <c:v>43378</c:v>
                </c:pt>
                <c:pt idx="7505">
                  <c:v>43381</c:v>
                </c:pt>
                <c:pt idx="7506">
                  <c:v>43382</c:v>
                </c:pt>
                <c:pt idx="7507">
                  <c:v>43383</c:v>
                </c:pt>
                <c:pt idx="7508">
                  <c:v>43384</c:v>
                </c:pt>
                <c:pt idx="7509">
                  <c:v>43385</c:v>
                </c:pt>
                <c:pt idx="7510">
                  <c:v>43388</c:v>
                </c:pt>
                <c:pt idx="7511">
                  <c:v>43389</c:v>
                </c:pt>
                <c:pt idx="7512">
                  <c:v>43390</c:v>
                </c:pt>
                <c:pt idx="7513">
                  <c:v>43391</c:v>
                </c:pt>
                <c:pt idx="7514">
                  <c:v>43392</c:v>
                </c:pt>
                <c:pt idx="7515">
                  <c:v>43395</c:v>
                </c:pt>
                <c:pt idx="7516">
                  <c:v>43396</c:v>
                </c:pt>
                <c:pt idx="7517">
                  <c:v>43397</c:v>
                </c:pt>
                <c:pt idx="7518">
                  <c:v>43398</c:v>
                </c:pt>
                <c:pt idx="7519">
                  <c:v>43399</c:v>
                </c:pt>
                <c:pt idx="7520">
                  <c:v>43402</c:v>
                </c:pt>
                <c:pt idx="7521">
                  <c:v>43403</c:v>
                </c:pt>
                <c:pt idx="7522">
                  <c:v>43404</c:v>
                </c:pt>
                <c:pt idx="7523">
                  <c:v>43405</c:v>
                </c:pt>
                <c:pt idx="7524">
                  <c:v>43406</c:v>
                </c:pt>
                <c:pt idx="7525">
                  <c:v>43409</c:v>
                </c:pt>
                <c:pt idx="7526">
                  <c:v>43410</c:v>
                </c:pt>
                <c:pt idx="7527">
                  <c:v>43411</c:v>
                </c:pt>
                <c:pt idx="7528">
                  <c:v>43412</c:v>
                </c:pt>
                <c:pt idx="7529">
                  <c:v>43413</c:v>
                </c:pt>
                <c:pt idx="7530">
                  <c:v>43416</c:v>
                </c:pt>
                <c:pt idx="7531">
                  <c:v>43417</c:v>
                </c:pt>
                <c:pt idx="7532">
                  <c:v>43418</c:v>
                </c:pt>
                <c:pt idx="7533">
                  <c:v>43419</c:v>
                </c:pt>
                <c:pt idx="7534">
                  <c:v>43420</c:v>
                </c:pt>
                <c:pt idx="7535">
                  <c:v>43423</c:v>
                </c:pt>
                <c:pt idx="7536">
                  <c:v>43424</c:v>
                </c:pt>
                <c:pt idx="7537">
                  <c:v>43425</c:v>
                </c:pt>
                <c:pt idx="7538">
                  <c:v>43426</c:v>
                </c:pt>
                <c:pt idx="7539">
                  <c:v>43427</c:v>
                </c:pt>
                <c:pt idx="7540">
                  <c:v>43430</c:v>
                </c:pt>
                <c:pt idx="7541">
                  <c:v>43431</c:v>
                </c:pt>
                <c:pt idx="7542">
                  <c:v>43432</c:v>
                </c:pt>
                <c:pt idx="7543">
                  <c:v>43433</c:v>
                </c:pt>
                <c:pt idx="7544">
                  <c:v>43434</c:v>
                </c:pt>
                <c:pt idx="7545">
                  <c:v>43437</c:v>
                </c:pt>
                <c:pt idx="7546">
                  <c:v>43438</c:v>
                </c:pt>
                <c:pt idx="7547">
                  <c:v>43439</c:v>
                </c:pt>
                <c:pt idx="7548">
                  <c:v>43440</c:v>
                </c:pt>
                <c:pt idx="7549">
                  <c:v>43441</c:v>
                </c:pt>
                <c:pt idx="7550">
                  <c:v>43444</c:v>
                </c:pt>
                <c:pt idx="7551">
                  <c:v>43445</c:v>
                </c:pt>
                <c:pt idx="7552">
                  <c:v>43446</c:v>
                </c:pt>
                <c:pt idx="7553">
                  <c:v>43447</c:v>
                </c:pt>
                <c:pt idx="7554">
                  <c:v>43448</c:v>
                </c:pt>
                <c:pt idx="7555">
                  <c:v>43451</c:v>
                </c:pt>
                <c:pt idx="7556">
                  <c:v>43452</c:v>
                </c:pt>
                <c:pt idx="7557">
                  <c:v>43453</c:v>
                </c:pt>
                <c:pt idx="7558">
                  <c:v>43454</c:v>
                </c:pt>
                <c:pt idx="7559">
                  <c:v>43455</c:v>
                </c:pt>
                <c:pt idx="7560">
                  <c:v>43458</c:v>
                </c:pt>
                <c:pt idx="7561">
                  <c:v>43459</c:v>
                </c:pt>
                <c:pt idx="7562">
                  <c:v>43460</c:v>
                </c:pt>
                <c:pt idx="7563">
                  <c:v>43461</c:v>
                </c:pt>
                <c:pt idx="7564">
                  <c:v>43462</c:v>
                </c:pt>
                <c:pt idx="7565">
                  <c:v>43465</c:v>
                </c:pt>
                <c:pt idx="7566">
                  <c:v>43466</c:v>
                </c:pt>
                <c:pt idx="7567">
                  <c:v>43467</c:v>
                </c:pt>
                <c:pt idx="7568">
                  <c:v>43468</c:v>
                </c:pt>
                <c:pt idx="7569">
                  <c:v>43469</c:v>
                </c:pt>
                <c:pt idx="7570">
                  <c:v>43472</c:v>
                </c:pt>
                <c:pt idx="7571">
                  <c:v>43473</c:v>
                </c:pt>
                <c:pt idx="7572">
                  <c:v>43474</c:v>
                </c:pt>
                <c:pt idx="7573">
                  <c:v>43475</c:v>
                </c:pt>
                <c:pt idx="7574">
                  <c:v>43476</c:v>
                </c:pt>
                <c:pt idx="7575">
                  <c:v>43479</c:v>
                </c:pt>
                <c:pt idx="7576">
                  <c:v>43480</c:v>
                </c:pt>
                <c:pt idx="7577">
                  <c:v>43481</c:v>
                </c:pt>
                <c:pt idx="7578">
                  <c:v>43482</c:v>
                </c:pt>
                <c:pt idx="7579">
                  <c:v>43483</c:v>
                </c:pt>
                <c:pt idx="7580">
                  <c:v>43486</c:v>
                </c:pt>
                <c:pt idx="7581">
                  <c:v>43487</c:v>
                </c:pt>
                <c:pt idx="7582">
                  <c:v>43488</c:v>
                </c:pt>
                <c:pt idx="7583">
                  <c:v>43489</c:v>
                </c:pt>
                <c:pt idx="7584">
                  <c:v>43490</c:v>
                </c:pt>
                <c:pt idx="7585">
                  <c:v>43493</c:v>
                </c:pt>
                <c:pt idx="7586">
                  <c:v>43494</c:v>
                </c:pt>
                <c:pt idx="7587">
                  <c:v>43495</c:v>
                </c:pt>
                <c:pt idx="7588">
                  <c:v>43496</c:v>
                </c:pt>
                <c:pt idx="7589">
                  <c:v>43497</c:v>
                </c:pt>
                <c:pt idx="7590">
                  <c:v>43500</c:v>
                </c:pt>
                <c:pt idx="7591">
                  <c:v>43501</c:v>
                </c:pt>
                <c:pt idx="7592">
                  <c:v>43502</c:v>
                </c:pt>
                <c:pt idx="7593">
                  <c:v>43503</c:v>
                </c:pt>
                <c:pt idx="7594">
                  <c:v>43504</c:v>
                </c:pt>
                <c:pt idx="7595">
                  <c:v>43507</c:v>
                </c:pt>
                <c:pt idx="7596">
                  <c:v>43508</c:v>
                </c:pt>
                <c:pt idx="7597">
                  <c:v>43509</c:v>
                </c:pt>
                <c:pt idx="7598">
                  <c:v>43510</c:v>
                </c:pt>
                <c:pt idx="7599">
                  <c:v>43511</c:v>
                </c:pt>
                <c:pt idx="7600">
                  <c:v>43514</c:v>
                </c:pt>
                <c:pt idx="7601">
                  <c:v>43515</c:v>
                </c:pt>
                <c:pt idx="7602">
                  <c:v>43516</c:v>
                </c:pt>
                <c:pt idx="7603">
                  <c:v>43517</c:v>
                </c:pt>
                <c:pt idx="7604">
                  <c:v>43518</c:v>
                </c:pt>
                <c:pt idx="7605">
                  <c:v>43521</c:v>
                </c:pt>
                <c:pt idx="7606">
                  <c:v>43522</c:v>
                </c:pt>
                <c:pt idx="7607">
                  <c:v>43523</c:v>
                </c:pt>
                <c:pt idx="7608">
                  <c:v>43524</c:v>
                </c:pt>
                <c:pt idx="7609">
                  <c:v>43525</c:v>
                </c:pt>
                <c:pt idx="7610">
                  <c:v>43528</c:v>
                </c:pt>
                <c:pt idx="7611">
                  <c:v>43529</c:v>
                </c:pt>
                <c:pt idx="7612">
                  <c:v>43530</c:v>
                </c:pt>
                <c:pt idx="7613">
                  <c:v>43531</c:v>
                </c:pt>
                <c:pt idx="7614">
                  <c:v>43532</c:v>
                </c:pt>
                <c:pt idx="7615">
                  <c:v>43535</c:v>
                </c:pt>
                <c:pt idx="7616">
                  <c:v>43536</c:v>
                </c:pt>
                <c:pt idx="7617">
                  <c:v>43537</c:v>
                </c:pt>
                <c:pt idx="7618">
                  <c:v>43538</c:v>
                </c:pt>
                <c:pt idx="7619">
                  <c:v>43539</c:v>
                </c:pt>
                <c:pt idx="7620">
                  <c:v>43542</c:v>
                </c:pt>
                <c:pt idx="7621">
                  <c:v>43543</c:v>
                </c:pt>
                <c:pt idx="7622">
                  <c:v>43544</c:v>
                </c:pt>
                <c:pt idx="7623">
                  <c:v>43545</c:v>
                </c:pt>
                <c:pt idx="7624">
                  <c:v>43546</c:v>
                </c:pt>
                <c:pt idx="7625">
                  <c:v>43549</c:v>
                </c:pt>
                <c:pt idx="7626">
                  <c:v>43550</c:v>
                </c:pt>
                <c:pt idx="7627">
                  <c:v>43551</c:v>
                </c:pt>
                <c:pt idx="7628">
                  <c:v>43552</c:v>
                </c:pt>
                <c:pt idx="7629">
                  <c:v>43553</c:v>
                </c:pt>
                <c:pt idx="7630">
                  <c:v>43556</c:v>
                </c:pt>
                <c:pt idx="7631">
                  <c:v>43557</c:v>
                </c:pt>
                <c:pt idx="7632">
                  <c:v>43558</c:v>
                </c:pt>
                <c:pt idx="7633">
                  <c:v>43559</c:v>
                </c:pt>
                <c:pt idx="7634">
                  <c:v>43560</c:v>
                </c:pt>
                <c:pt idx="7635">
                  <c:v>43563</c:v>
                </c:pt>
                <c:pt idx="7636">
                  <c:v>43564</c:v>
                </c:pt>
                <c:pt idx="7637">
                  <c:v>43565</c:v>
                </c:pt>
                <c:pt idx="7638">
                  <c:v>43566</c:v>
                </c:pt>
                <c:pt idx="7639">
                  <c:v>43567</c:v>
                </c:pt>
                <c:pt idx="7640">
                  <c:v>43570</c:v>
                </c:pt>
                <c:pt idx="7641">
                  <c:v>43571</c:v>
                </c:pt>
                <c:pt idx="7642">
                  <c:v>43572</c:v>
                </c:pt>
                <c:pt idx="7643">
                  <c:v>43573</c:v>
                </c:pt>
                <c:pt idx="7644">
                  <c:v>43574</c:v>
                </c:pt>
                <c:pt idx="7645">
                  <c:v>43577</c:v>
                </c:pt>
                <c:pt idx="7646">
                  <c:v>43578</c:v>
                </c:pt>
                <c:pt idx="7647">
                  <c:v>43579</c:v>
                </c:pt>
                <c:pt idx="7648">
                  <c:v>43580</c:v>
                </c:pt>
                <c:pt idx="7649">
                  <c:v>43581</c:v>
                </c:pt>
                <c:pt idx="7650">
                  <c:v>43584</c:v>
                </c:pt>
                <c:pt idx="7651">
                  <c:v>43585</c:v>
                </c:pt>
                <c:pt idx="7652">
                  <c:v>43586</c:v>
                </c:pt>
                <c:pt idx="7653">
                  <c:v>43587</c:v>
                </c:pt>
                <c:pt idx="7654">
                  <c:v>43588</c:v>
                </c:pt>
                <c:pt idx="7655">
                  <c:v>43591</c:v>
                </c:pt>
                <c:pt idx="7656">
                  <c:v>43592</c:v>
                </c:pt>
                <c:pt idx="7657">
                  <c:v>43593</c:v>
                </c:pt>
                <c:pt idx="7658">
                  <c:v>43594</c:v>
                </c:pt>
                <c:pt idx="7659">
                  <c:v>43595</c:v>
                </c:pt>
                <c:pt idx="7660">
                  <c:v>43598</c:v>
                </c:pt>
                <c:pt idx="7661">
                  <c:v>43599</c:v>
                </c:pt>
                <c:pt idx="7662">
                  <c:v>43600</c:v>
                </c:pt>
                <c:pt idx="7663">
                  <c:v>43601</c:v>
                </c:pt>
                <c:pt idx="7664">
                  <c:v>43602</c:v>
                </c:pt>
                <c:pt idx="7665">
                  <c:v>43605</c:v>
                </c:pt>
                <c:pt idx="7666">
                  <c:v>43606</c:v>
                </c:pt>
                <c:pt idx="7667">
                  <c:v>43607</c:v>
                </c:pt>
                <c:pt idx="7668">
                  <c:v>43608</c:v>
                </c:pt>
                <c:pt idx="7669">
                  <c:v>43609</c:v>
                </c:pt>
                <c:pt idx="7670">
                  <c:v>43612</c:v>
                </c:pt>
                <c:pt idx="7671">
                  <c:v>43613</c:v>
                </c:pt>
                <c:pt idx="7672">
                  <c:v>43614</c:v>
                </c:pt>
                <c:pt idx="7673">
                  <c:v>43615</c:v>
                </c:pt>
                <c:pt idx="7674">
                  <c:v>43616</c:v>
                </c:pt>
                <c:pt idx="7675">
                  <c:v>43619</c:v>
                </c:pt>
                <c:pt idx="7676">
                  <c:v>43620</c:v>
                </c:pt>
                <c:pt idx="7677">
                  <c:v>43621</c:v>
                </c:pt>
                <c:pt idx="7678">
                  <c:v>43622</c:v>
                </c:pt>
                <c:pt idx="7679">
                  <c:v>43623</c:v>
                </c:pt>
                <c:pt idx="7680">
                  <c:v>43626</c:v>
                </c:pt>
                <c:pt idx="7681">
                  <c:v>43627</c:v>
                </c:pt>
                <c:pt idx="7682">
                  <c:v>43628</c:v>
                </c:pt>
                <c:pt idx="7683">
                  <c:v>43629</c:v>
                </c:pt>
                <c:pt idx="7684">
                  <c:v>43630</c:v>
                </c:pt>
                <c:pt idx="7685">
                  <c:v>43633</c:v>
                </c:pt>
                <c:pt idx="7686">
                  <c:v>43634</c:v>
                </c:pt>
                <c:pt idx="7687">
                  <c:v>43635</c:v>
                </c:pt>
                <c:pt idx="7688">
                  <c:v>43636</c:v>
                </c:pt>
                <c:pt idx="7689">
                  <c:v>43637</c:v>
                </c:pt>
                <c:pt idx="7690">
                  <c:v>43640</c:v>
                </c:pt>
                <c:pt idx="7691">
                  <c:v>43641</c:v>
                </c:pt>
                <c:pt idx="7692">
                  <c:v>43642</c:v>
                </c:pt>
                <c:pt idx="7693">
                  <c:v>43643</c:v>
                </c:pt>
                <c:pt idx="7694">
                  <c:v>43644</c:v>
                </c:pt>
                <c:pt idx="7695">
                  <c:v>43647</c:v>
                </c:pt>
                <c:pt idx="7696">
                  <c:v>43648</c:v>
                </c:pt>
                <c:pt idx="7697">
                  <c:v>43649</c:v>
                </c:pt>
                <c:pt idx="7698">
                  <c:v>43650</c:v>
                </c:pt>
                <c:pt idx="7699">
                  <c:v>43651</c:v>
                </c:pt>
                <c:pt idx="7700">
                  <c:v>43654</c:v>
                </c:pt>
                <c:pt idx="7701">
                  <c:v>43655</c:v>
                </c:pt>
                <c:pt idx="7702">
                  <c:v>43656</c:v>
                </c:pt>
                <c:pt idx="7703">
                  <c:v>43657</c:v>
                </c:pt>
                <c:pt idx="7704">
                  <c:v>43658</c:v>
                </c:pt>
                <c:pt idx="7705">
                  <c:v>43661</c:v>
                </c:pt>
                <c:pt idx="7706">
                  <c:v>43662</c:v>
                </c:pt>
                <c:pt idx="7707">
                  <c:v>43663</c:v>
                </c:pt>
                <c:pt idx="7708">
                  <c:v>43664</c:v>
                </c:pt>
                <c:pt idx="7709">
                  <c:v>43665</c:v>
                </c:pt>
                <c:pt idx="7710">
                  <c:v>43668</c:v>
                </c:pt>
                <c:pt idx="7711">
                  <c:v>43669</c:v>
                </c:pt>
                <c:pt idx="7712">
                  <c:v>43670</c:v>
                </c:pt>
                <c:pt idx="7713">
                  <c:v>43671</c:v>
                </c:pt>
                <c:pt idx="7714">
                  <c:v>43672</c:v>
                </c:pt>
                <c:pt idx="7715">
                  <c:v>43675</c:v>
                </c:pt>
                <c:pt idx="7716">
                  <c:v>43676</c:v>
                </c:pt>
                <c:pt idx="7717">
                  <c:v>43677</c:v>
                </c:pt>
                <c:pt idx="7718">
                  <c:v>43678</c:v>
                </c:pt>
                <c:pt idx="7719">
                  <c:v>43679</c:v>
                </c:pt>
                <c:pt idx="7720">
                  <c:v>43682</c:v>
                </c:pt>
                <c:pt idx="7721">
                  <c:v>43683</c:v>
                </c:pt>
                <c:pt idx="7722">
                  <c:v>43684</c:v>
                </c:pt>
                <c:pt idx="7723">
                  <c:v>43685</c:v>
                </c:pt>
                <c:pt idx="7724">
                  <c:v>43686</c:v>
                </c:pt>
                <c:pt idx="7725">
                  <c:v>43689</c:v>
                </c:pt>
                <c:pt idx="7726">
                  <c:v>43690</c:v>
                </c:pt>
                <c:pt idx="7727">
                  <c:v>43691</c:v>
                </c:pt>
                <c:pt idx="7728">
                  <c:v>43692</c:v>
                </c:pt>
                <c:pt idx="7729">
                  <c:v>43693</c:v>
                </c:pt>
                <c:pt idx="7730">
                  <c:v>43696</c:v>
                </c:pt>
                <c:pt idx="7731">
                  <c:v>43697</c:v>
                </c:pt>
                <c:pt idx="7732">
                  <c:v>43698</c:v>
                </c:pt>
                <c:pt idx="7733">
                  <c:v>43699</c:v>
                </c:pt>
                <c:pt idx="7734">
                  <c:v>43700</c:v>
                </c:pt>
                <c:pt idx="7735">
                  <c:v>43703</c:v>
                </c:pt>
                <c:pt idx="7736">
                  <c:v>43704</c:v>
                </c:pt>
                <c:pt idx="7737">
                  <c:v>43705</c:v>
                </c:pt>
                <c:pt idx="7738">
                  <c:v>43706</c:v>
                </c:pt>
                <c:pt idx="7739">
                  <c:v>43707</c:v>
                </c:pt>
                <c:pt idx="7740">
                  <c:v>43710</c:v>
                </c:pt>
                <c:pt idx="7741">
                  <c:v>43711</c:v>
                </c:pt>
                <c:pt idx="7742">
                  <c:v>43712</c:v>
                </c:pt>
                <c:pt idx="7743">
                  <c:v>43713</c:v>
                </c:pt>
                <c:pt idx="7744">
                  <c:v>43714</c:v>
                </c:pt>
                <c:pt idx="7745">
                  <c:v>43717</c:v>
                </c:pt>
                <c:pt idx="7746">
                  <c:v>43718</c:v>
                </c:pt>
                <c:pt idx="7747">
                  <c:v>43719</c:v>
                </c:pt>
                <c:pt idx="7748">
                  <c:v>43720</c:v>
                </c:pt>
                <c:pt idx="7749">
                  <c:v>43721</c:v>
                </c:pt>
                <c:pt idx="7750">
                  <c:v>43724</c:v>
                </c:pt>
                <c:pt idx="7751">
                  <c:v>43725</c:v>
                </c:pt>
                <c:pt idx="7752">
                  <c:v>43726</c:v>
                </c:pt>
                <c:pt idx="7753">
                  <c:v>43727</c:v>
                </c:pt>
                <c:pt idx="7754">
                  <c:v>43728</c:v>
                </c:pt>
                <c:pt idx="7755">
                  <c:v>43731</c:v>
                </c:pt>
                <c:pt idx="7756">
                  <c:v>43732</c:v>
                </c:pt>
                <c:pt idx="7757">
                  <c:v>43733</c:v>
                </c:pt>
                <c:pt idx="7758">
                  <c:v>43734</c:v>
                </c:pt>
                <c:pt idx="7759">
                  <c:v>43735</c:v>
                </c:pt>
                <c:pt idx="7760">
                  <c:v>43738</c:v>
                </c:pt>
                <c:pt idx="7761">
                  <c:v>43739</c:v>
                </c:pt>
                <c:pt idx="7762">
                  <c:v>43740</c:v>
                </c:pt>
                <c:pt idx="7763">
                  <c:v>43741</c:v>
                </c:pt>
                <c:pt idx="7764">
                  <c:v>43742</c:v>
                </c:pt>
                <c:pt idx="7765">
                  <c:v>43745</c:v>
                </c:pt>
                <c:pt idx="7766">
                  <c:v>43746</c:v>
                </c:pt>
                <c:pt idx="7767">
                  <c:v>43747</c:v>
                </c:pt>
                <c:pt idx="7768">
                  <c:v>43748</c:v>
                </c:pt>
                <c:pt idx="7769">
                  <c:v>43749</c:v>
                </c:pt>
                <c:pt idx="7770">
                  <c:v>43752</c:v>
                </c:pt>
                <c:pt idx="7771">
                  <c:v>43753</c:v>
                </c:pt>
                <c:pt idx="7772">
                  <c:v>43754</c:v>
                </c:pt>
                <c:pt idx="7773">
                  <c:v>43755</c:v>
                </c:pt>
                <c:pt idx="7774">
                  <c:v>43756</c:v>
                </c:pt>
                <c:pt idx="7775">
                  <c:v>43759</c:v>
                </c:pt>
                <c:pt idx="7776">
                  <c:v>43760</c:v>
                </c:pt>
                <c:pt idx="7777">
                  <c:v>43761</c:v>
                </c:pt>
                <c:pt idx="7778">
                  <c:v>43762</c:v>
                </c:pt>
                <c:pt idx="7779">
                  <c:v>43763</c:v>
                </c:pt>
                <c:pt idx="7780">
                  <c:v>43766</c:v>
                </c:pt>
                <c:pt idx="7781">
                  <c:v>43767</c:v>
                </c:pt>
                <c:pt idx="7782">
                  <c:v>43768</c:v>
                </c:pt>
                <c:pt idx="7783">
                  <c:v>43769</c:v>
                </c:pt>
                <c:pt idx="7784">
                  <c:v>43770</c:v>
                </c:pt>
                <c:pt idx="7785">
                  <c:v>43773</c:v>
                </c:pt>
                <c:pt idx="7786">
                  <c:v>43774</c:v>
                </c:pt>
                <c:pt idx="7787">
                  <c:v>43775</c:v>
                </c:pt>
                <c:pt idx="7788">
                  <c:v>43776</c:v>
                </c:pt>
                <c:pt idx="7789">
                  <c:v>43777</c:v>
                </c:pt>
                <c:pt idx="7790">
                  <c:v>43780</c:v>
                </c:pt>
                <c:pt idx="7791">
                  <c:v>43781</c:v>
                </c:pt>
                <c:pt idx="7792">
                  <c:v>43782</c:v>
                </c:pt>
                <c:pt idx="7793">
                  <c:v>43783</c:v>
                </c:pt>
                <c:pt idx="7794">
                  <c:v>43784</c:v>
                </c:pt>
                <c:pt idx="7795">
                  <c:v>43787</c:v>
                </c:pt>
                <c:pt idx="7796">
                  <c:v>43788</c:v>
                </c:pt>
                <c:pt idx="7797">
                  <c:v>43789</c:v>
                </c:pt>
                <c:pt idx="7798">
                  <c:v>43790</c:v>
                </c:pt>
                <c:pt idx="7799">
                  <c:v>43791</c:v>
                </c:pt>
                <c:pt idx="7800">
                  <c:v>43794</c:v>
                </c:pt>
                <c:pt idx="7801">
                  <c:v>43795</c:v>
                </c:pt>
                <c:pt idx="7802">
                  <c:v>43796</c:v>
                </c:pt>
                <c:pt idx="7803">
                  <c:v>43797</c:v>
                </c:pt>
                <c:pt idx="7804">
                  <c:v>43798</c:v>
                </c:pt>
                <c:pt idx="7805">
                  <c:v>43801</c:v>
                </c:pt>
                <c:pt idx="7806">
                  <c:v>43802</c:v>
                </c:pt>
                <c:pt idx="7807">
                  <c:v>43803</c:v>
                </c:pt>
                <c:pt idx="7808">
                  <c:v>43804</c:v>
                </c:pt>
                <c:pt idx="7809">
                  <c:v>43805</c:v>
                </c:pt>
                <c:pt idx="7810">
                  <c:v>43808</c:v>
                </c:pt>
                <c:pt idx="7811">
                  <c:v>43809</c:v>
                </c:pt>
                <c:pt idx="7812">
                  <c:v>43810</c:v>
                </c:pt>
                <c:pt idx="7813">
                  <c:v>43811</c:v>
                </c:pt>
                <c:pt idx="7814">
                  <c:v>43812</c:v>
                </c:pt>
                <c:pt idx="7815">
                  <c:v>43815</c:v>
                </c:pt>
                <c:pt idx="7816">
                  <c:v>43816</c:v>
                </c:pt>
                <c:pt idx="7817">
                  <c:v>43817</c:v>
                </c:pt>
                <c:pt idx="7818">
                  <c:v>43818</c:v>
                </c:pt>
                <c:pt idx="7819">
                  <c:v>43819</c:v>
                </c:pt>
                <c:pt idx="7820">
                  <c:v>43822</c:v>
                </c:pt>
                <c:pt idx="7821">
                  <c:v>43823</c:v>
                </c:pt>
                <c:pt idx="7822">
                  <c:v>43824</c:v>
                </c:pt>
                <c:pt idx="7823">
                  <c:v>43825</c:v>
                </c:pt>
                <c:pt idx="7824">
                  <c:v>43826</c:v>
                </c:pt>
                <c:pt idx="7825">
                  <c:v>43829</c:v>
                </c:pt>
                <c:pt idx="7826">
                  <c:v>43830</c:v>
                </c:pt>
                <c:pt idx="7827">
                  <c:v>43831</c:v>
                </c:pt>
                <c:pt idx="7828">
                  <c:v>43832</c:v>
                </c:pt>
                <c:pt idx="7829">
                  <c:v>43833</c:v>
                </c:pt>
                <c:pt idx="7830">
                  <c:v>43836</c:v>
                </c:pt>
                <c:pt idx="7831">
                  <c:v>43837</c:v>
                </c:pt>
                <c:pt idx="7832">
                  <c:v>43838</c:v>
                </c:pt>
                <c:pt idx="7833">
                  <c:v>43839</c:v>
                </c:pt>
                <c:pt idx="7834">
                  <c:v>43840</c:v>
                </c:pt>
                <c:pt idx="7835">
                  <c:v>43843</c:v>
                </c:pt>
                <c:pt idx="7836">
                  <c:v>43844</c:v>
                </c:pt>
                <c:pt idx="7837">
                  <c:v>43845</c:v>
                </c:pt>
                <c:pt idx="7838">
                  <c:v>43846</c:v>
                </c:pt>
                <c:pt idx="7839">
                  <c:v>43847</c:v>
                </c:pt>
                <c:pt idx="7840">
                  <c:v>43850</c:v>
                </c:pt>
                <c:pt idx="7841">
                  <c:v>43851</c:v>
                </c:pt>
                <c:pt idx="7842">
                  <c:v>43852</c:v>
                </c:pt>
                <c:pt idx="7843">
                  <c:v>43853</c:v>
                </c:pt>
                <c:pt idx="7844">
                  <c:v>43854</c:v>
                </c:pt>
                <c:pt idx="7845">
                  <c:v>43857</c:v>
                </c:pt>
                <c:pt idx="7846">
                  <c:v>43858</c:v>
                </c:pt>
                <c:pt idx="7847">
                  <c:v>43859</c:v>
                </c:pt>
                <c:pt idx="7848">
                  <c:v>43860</c:v>
                </c:pt>
                <c:pt idx="7849">
                  <c:v>43861</c:v>
                </c:pt>
                <c:pt idx="7850">
                  <c:v>43864</c:v>
                </c:pt>
                <c:pt idx="7851">
                  <c:v>43865</c:v>
                </c:pt>
                <c:pt idx="7852">
                  <c:v>43866</c:v>
                </c:pt>
                <c:pt idx="7853">
                  <c:v>43867</c:v>
                </c:pt>
                <c:pt idx="7854">
                  <c:v>43868</c:v>
                </c:pt>
                <c:pt idx="7855">
                  <c:v>43871</c:v>
                </c:pt>
                <c:pt idx="7856">
                  <c:v>43872</c:v>
                </c:pt>
                <c:pt idx="7857">
                  <c:v>43873</c:v>
                </c:pt>
                <c:pt idx="7858">
                  <c:v>43874</c:v>
                </c:pt>
                <c:pt idx="7859">
                  <c:v>43875</c:v>
                </c:pt>
                <c:pt idx="7860">
                  <c:v>43878</c:v>
                </c:pt>
                <c:pt idx="7861">
                  <c:v>43879</c:v>
                </c:pt>
                <c:pt idx="7862">
                  <c:v>43880</c:v>
                </c:pt>
                <c:pt idx="7863">
                  <c:v>43881</c:v>
                </c:pt>
                <c:pt idx="7864">
                  <c:v>43882</c:v>
                </c:pt>
                <c:pt idx="7865">
                  <c:v>43885</c:v>
                </c:pt>
                <c:pt idx="7866">
                  <c:v>43886</c:v>
                </c:pt>
                <c:pt idx="7867">
                  <c:v>43887</c:v>
                </c:pt>
                <c:pt idx="7868">
                  <c:v>43888</c:v>
                </c:pt>
                <c:pt idx="7869">
                  <c:v>43889</c:v>
                </c:pt>
                <c:pt idx="7870">
                  <c:v>43892</c:v>
                </c:pt>
                <c:pt idx="7871">
                  <c:v>43893</c:v>
                </c:pt>
                <c:pt idx="7872">
                  <c:v>43894</c:v>
                </c:pt>
                <c:pt idx="7873">
                  <c:v>43895</c:v>
                </c:pt>
                <c:pt idx="7874">
                  <c:v>43896</c:v>
                </c:pt>
                <c:pt idx="7875">
                  <c:v>43899</c:v>
                </c:pt>
                <c:pt idx="7876">
                  <c:v>43900</c:v>
                </c:pt>
                <c:pt idx="7877">
                  <c:v>43901</c:v>
                </c:pt>
                <c:pt idx="7878">
                  <c:v>43902</c:v>
                </c:pt>
                <c:pt idx="7879">
                  <c:v>43903</c:v>
                </c:pt>
                <c:pt idx="7880">
                  <c:v>43906</c:v>
                </c:pt>
                <c:pt idx="7881">
                  <c:v>43907</c:v>
                </c:pt>
                <c:pt idx="7882">
                  <c:v>43908</c:v>
                </c:pt>
                <c:pt idx="7883">
                  <c:v>43909</c:v>
                </c:pt>
                <c:pt idx="7884">
                  <c:v>43910</c:v>
                </c:pt>
                <c:pt idx="7885">
                  <c:v>43913</c:v>
                </c:pt>
                <c:pt idx="7886">
                  <c:v>43914</c:v>
                </c:pt>
                <c:pt idx="7887">
                  <c:v>43915</c:v>
                </c:pt>
                <c:pt idx="7888">
                  <c:v>43916</c:v>
                </c:pt>
                <c:pt idx="7889">
                  <c:v>43917</c:v>
                </c:pt>
                <c:pt idx="7890">
                  <c:v>43920</c:v>
                </c:pt>
                <c:pt idx="7891">
                  <c:v>43921</c:v>
                </c:pt>
                <c:pt idx="7892">
                  <c:v>43922</c:v>
                </c:pt>
                <c:pt idx="7893">
                  <c:v>43923</c:v>
                </c:pt>
                <c:pt idx="7894">
                  <c:v>43924</c:v>
                </c:pt>
                <c:pt idx="7895">
                  <c:v>43927</c:v>
                </c:pt>
                <c:pt idx="7896">
                  <c:v>43928</c:v>
                </c:pt>
                <c:pt idx="7897">
                  <c:v>43929</c:v>
                </c:pt>
                <c:pt idx="7898">
                  <c:v>43930</c:v>
                </c:pt>
                <c:pt idx="7899">
                  <c:v>43931</c:v>
                </c:pt>
                <c:pt idx="7900">
                  <c:v>43934</c:v>
                </c:pt>
                <c:pt idx="7901">
                  <c:v>43935</c:v>
                </c:pt>
                <c:pt idx="7902">
                  <c:v>43936</c:v>
                </c:pt>
                <c:pt idx="7903">
                  <c:v>43937</c:v>
                </c:pt>
                <c:pt idx="7904">
                  <c:v>43938</c:v>
                </c:pt>
                <c:pt idx="7905">
                  <c:v>43941</c:v>
                </c:pt>
                <c:pt idx="7906">
                  <c:v>43942</c:v>
                </c:pt>
                <c:pt idx="7907">
                  <c:v>43943</c:v>
                </c:pt>
                <c:pt idx="7908">
                  <c:v>43944</c:v>
                </c:pt>
                <c:pt idx="7909">
                  <c:v>43945</c:v>
                </c:pt>
                <c:pt idx="7910">
                  <c:v>43948</c:v>
                </c:pt>
                <c:pt idx="7911">
                  <c:v>43949</c:v>
                </c:pt>
                <c:pt idx="7912">
                  <c:v>43950</c:v>
                </c:pt>
                <c:pt idx="7913">
                  <c:v>43951</c:v>
                </c:pt>
                <c:pt idx="7914">
                  <c:v>43952</c:v>
                </c:pt>
                <c:pt idx="7915">
                  <c:v>43955</c:v>
                </c:pt>
                <c:pt idx="7916">
                  <c:v>43956</c:v>
                </c:pt>
                <c:pt idx="7917">
                  <c:v>43957</c:v>
                </c:pt>
                <c:pt idx="7918">
                  <c:v>43958</c:v>
                </c:pt>
                <c:pt idx="7919">
                  <c:v>43959</c:v>
                </c:pt>
                <c:pt idx="7920">
                  <c:v>43962</c:v>
                </c:pt>
                <c:pt idx="7921">
                  <c:v>43963</c:v>
                </c:pt>
                <c:pt idx="7922">
                  <c:v>43964</c:v>
                </c:pt>
                <c:pt idx="7923">
                  <c:v>43965</c:v>
                </c:pt>
                <c:pt idx="7924">
                  <c:v>43966</c:v>
                </c:pt>
                <c:pt idx="7925">
                  <c:v>43969</c:v>
                </c:pt>
                <c:pt idx="7926">
                  <c:v>43970</c:v>
                </c:pt>
                <c:pt idx="7927">
                  <c:v>43971</c:v>
                </c:pt>
                <c:pt idx="7928">
                  <c:v>43972</c:v>
                </c:pt>
                <c:pt idx="7929">
                  <c:v>43973</c:v>
                </c:pt>
                <c:pt idx="7930">
                  <c:v>43976</c:v>
                </c:pt>
                <c:pt idx="7931">
                  <c:v>43977</c:v>
                </c:pt>
                <c:pt idx="7932">
                  <c:v>43978</c:v>
                </c:pt>
                <c:pt idx="7933">
                  <c:v>43979</c:v>
                </c:pt>
                <c:pt idx="7934">
                  <c:v>43980</c:v>
                </c:pt>
                <c:pt idx="7935">
                  <c:v>43983</c:v>
                </c:pt>
                <c:pt idx="7936">
                  <c:v>43984</c:v>
                </c:pt>
                <c:pt idx="7937">
                  <c:v>43985</c:v>
                </c:pt>
                <c:pt idx="7938">
                  <c:v>43986</c:v>
                </c:pt>
                <c:pt idx="7939">
                  <c:v>43987</c:v>
                </c:pt>
                <c:pt idx="7940">
                  <c:v>43990</c:v>
                </c:pt>
                <c:pt idx="7941">
                  <c:v>43991</c:v>
                </c:pt>
                <c:pt idx="7942">
                  <c:v>43992</c:v>
                </c:pt>
                <c:pt idx="7943">
                  <c:v>43993</c:v>
                </c:pt>
                <c:pt idx="7944">
                  <c:v>43994</c:v>
                </c:pt>
                <c:pt idx="7945">
                  <c:v>43997</c:v>
                </c:pt>
                <c:pt idx="7946">
                  <c:v>43998</c:v>
                </c:pt>
                <c:pt idx="7947">
                  <c:v>43999</c:v>
                </c:pt>
                <c:pt idx="7948">
                  <c:v>44000</c:v>
                </c:pt>
                <c:pt idx="7949">
                  <c:v>44001</c:v>
                </c:pt>
                <c:pt idx="7950">
                  <c:v>44004</c:v>
                </c:pt>
                <c:pt idx="7951">
                  <c:v>44005</c:v>
                </c:pt>
                <c:pt idx="7952">
                  <c:v>44006</c:v>
                </c:pt>
                <c:pt idx="7953">
                  <c:v>44007</c:v>
                </c:pt>
                <c:pt idx="7954">
                  <c:v>44008</c:v>
                </c:pt>
                <c:pt idx="7955">
                  <c:v>44011</c:v>
                </c:pt>
                <c:pt idx="7956">
                  <c:v>44012</c:v>
                </c:pt>
                <c:pt idx="7957">
                  <c:v>44013</c:v>
                </c:pt>
                <c:pt idx="7958">
                  <c:v>44014</c:v>
                </c:pt>
                <c:pt idx="7959">
                  <c:v>44015</c:v>
                </c:pt>
                <c:pt idx="7960">
                  <c:v>44018</c:v>
                </c:pt>
                <c:pt idx="7961">
                  <c:v>44019</c:v>
                </c:pt>
                <c:pt idx="7962">
                  <c:v>44020</c:v>
                </c:pt>
                <c:pt idx="7963">
                  <c:v>44021</c:v>
                </c:pt>
                <c:pt idx="7964">
                  <c:v>44022</c:v>
                </c:pt>
                <c:pt idx="7965">
                  <c:v>44025</c:v>
                </c:pt>
                <c:pt idx="7966">
                  <c:v>44026</c:v>
                </c:pt>
                <c:pt idx="7967">
                  <c:v>44027</c:v>
                </c:pt>
                <c:pt idx="7968">
                  <c:v>44028</c:v>
                </c:pt>
                <c:pt idx="7969">
                  <c:v>44029</c:v>
                </c:pt>
                <c:pt idx="7970">
                  <c:v>44032</c:v>
                </c:pt>
                <c:pt idx="7971">
                  <c:v>44033</c:v>
                </c:pt>
                <c:pt idx="7972">
                  <c:v>44034</c:v>
                </c:pt>
                <c:pt idx="7973">
                  <c:v>44035</c:v>
                </c:pt>
                <c:pt idx="7974">
                  <c:v>44036</c:v>
                </c:pt>
                <c:pt idx="7975">
                  <c:v>44039</c:v>
                </c:pt>
                <c:pt idx="7976">
                  <c:v>44040</c:v>
                </c:pt>
                <c:pt idx="7977">
                  <c:v>44041</c:v>
                </c:pt>
                <c:pt idx="7978">
                  <c:v>44042</c:v>
                </c:pt>
                <c:pt idx="7979">
                  <c:v>44043</c:v>
                </c:pt>
                <c:pt idx="7980">
                  <c:v>44046</c:v>
                </c:pt>
                <c:pt idx="7981">
                  <c:v>44047</c:v>
                </c:pt>
                <c:pt idx="7982">
                  <c:v>44048</c:v>
                </c:pt>
                <c:pt idx="7983">
                  <c:v>44049</c:v>
                </c:pt>
                <c:pt idx="7984">
                  <c:v>44050</c:v>
                </c:pt>
                <c:pt idx="7985">
                  <c:v>44053</c:v>
                </c:pt>
                <c:pt idx="7986">
                  <c:v>44054</c:v>
                </c:pt>
                <c:pt idx="7987">
                  <c:v>44055</c:v>
                </c:pt>
                <c:pt idx="7988">
                  <c:v>44056</c:v>
                </c:pt>
                <c:pt idx="7989">
                  <c:v>44057</c:v>
                </c:pt>
                <c:pt idx="7990">
                  <c:v>44060</c:v>
                </c:pt>
                <c:pt idx="7991">
                  <c:v>44061</c:v>
                </c:pt>
                <c:pt idx="7992">
                  <c:v>44062</c:v>
                </c:pt>
                <c:pt idx="7993">
                  <c:v>44063</c:v>
                </c:pt>
                <c:pt idx="7994">
                  <c:v>44064</c:v>
                </c:pt>
                <c:pt idx="7995">
                  <c:v>44067</c:v>
                </c:pt>
                <c:pt idx="7996">
                  <c:v>44068</c:v>
                </c:pt>
                <c:pt idx="7997">
                  <c:v>44069</c:v>
                </c:pt>
                <c:pt idx="7998">
                  <c:v>44070</c:v>
                </c:pt>
                <c:pt idx="7999">
                  <c:v>44071</c:v>
                </c:pt>
                <c:pt idx="8000">
                  <c:v>44074</c:v>
                </c:pt>
                <c:pt idx="8001">
                  <c:v>44075</c:v>
                </c:pt>
                <c:pt idx="8002">
                  <c:v>44076</c:v>
                </c:pt>
                <c:pt idx="8003">
                  <c:v>44077</c:v>
                </c:pt>
                <c:pt idx="8004">
                  <c:v>44078</c:v>
                </c:pt>
                <c:pt idx="8005">
                  <c:v>44081</c:v>
                </c:pt>
                <c:pt idx="8006">
                  <c:v>44082</c:v>
                </c:pt>
                <c:pt idx="8007">
                  <c:v>44083</c:v>
                </c:pt>
                <c:pt idx="8008">
                  <c:v>44084</c:v>
                </c:pt>
                <c:pt idx="8009">
                  <c:v>44085</c:v>
                </c:pt>
                <c:pt idx="8010">
                  <c:v>44088</c:v>
                </c:pt>
                <c:pt idx="8011">
                  <c:v>44089</c:v>
                </c:pt>
                <c:pt idx="8012">
                  <c:v>44090</c:v>
                </c:pt>
                <c:pt idx="8013">
                  <c:v>44091</c:v>
                </c:pt>
                <c:pt idx="8014">
                  <c:v>44092</c:v>
                </c:pt>
                <c:pt idx="8015">
                  <c:v>44095</c:v>
                </c:pt>
                <c:pt idx="8016">
                  <c:v>44096</c:v>
                </c:pt>
                <c:pt idx="8017">
                  <c:v>44097</c:v>
                </c:pt>
                <c:pt idx="8018">
                  <c:v>44098</c:v>
                </c:pt>
                <c:pt idx="8019">
                  <c:v>44099</c:v>
                </c:pt>
                <c:pt idx="8020">
                  <c:v>44102</c:v>
                </c:pt>
                <c:pt idx="8021">
                  <c:v>44103</c:v>
                </c:pt>
                <c:pt idx="8022">
                  <c:v>44104</c:v>
                </c:pt>
                <c:pt idx="8023">
                  <c:v>44105</c:v>
                </c:pt>
                <c:pt idx="8024">
                  <c:v>44106</c:v>
                </c:pt>
                <c:pt idx="8025">
                  <c:v>44109</c:v>
                </c:pt>
                <c:pt idx="8026">
                  <c:v>44110</c:v>
                </c:pt>
                <c:pt idx="8027">
                  <c:v>44111</c:v>
                </c:pt>
                <c:pt idx="8028">
                  <c:v>44112</c:v>
                </c:pt>
                <c:pt idx="8029">
                  <c:v>44113</c:v>
                </c:pt>
                <c:pt idx="8030">
                  <c:v>44116</c:v>
                </c:pt>
                <c:pt idx="8031">
                  <c:v>44117</c:v>
                </c:pt>
                <c:pt idx="8032">
                  <c:v>44118</c:v>
                </c:pt>
                <c:pt idx="8033">
                  <c:v>44119</c:v>
                </c:pt>
                <c:pt idx="8034">
                  <c:v>44120</c:v>
                </c:pt>
                <c:pt idx="8035">
                  <c:v>44123</c:v>
                </c:pt>
                <c:pt idx="8036">
                  <c:v>44124</c:v>
                </c:pt>
                <c:pt idx="8037">
                  <c:v>44125</c:v>
                </c:pt>
                <c:pt idx="8038">
                  <c:v>44126</c:v>
                </c:pt>
                <c:pt idx="8039">
                  <c:v>44127</c:v>
                </c:pt>
                <c:pt idx="8040">
                  <c:v>44130</c:v>
                </c:pt>
                <c:pt idx="8041">
                  <c:v>44131</c:v>
                </c:pt>
                <c:pt idx="8042">
                  <c:v>44132</c:v>
                </c:pt>
                <c:pt idx="8043">
                  <c:v>44133</c:v>
                </c:pt>
                <c:pt idx="8044">
                  <c:v>44134</c:v>
                </c:pt>
                <c:pt idx="8045">
                  <c:v>44137</c:v>
                </c:pt>
                <c:pt idx="8046">
                  <c:v>44138</c:v>
                </c:pt>
                <c:pt idx="8047">
                  <c:v>44139</c:v>
                </c:pt>
                <c:pt idx="8048">
                  <c:v>44140</c:v>
                </c:pt>
                <c:pt idx="8049">
                  <c:v>44141</c:v>
                </c:pt>
                <c:pt idx="8050">
                  <c:v>44144</c:v>
                </c:pt>
                <c:pt idx="8051">
                  <c:v>44145</c:v>
                </c:pt>
                <c:pt idx="8052">
                  <c:v>44146</c:v>
                </c:pt>
                <c:pt idx="8053">
                  <c:v>44147</c:v>
                </c:pt>
                <c:pt idx="8054">
                  <c:v>44148</c:v>
                </c:pt>
                <c:pt idx="8055">
                  <c:v>44151</c:v>
                </c:pt>
                <c:pt idx="8056">
                  <c:v>44152</c:v>
                </c:pt>
                <c:pt idx="8057">
                  <c:v>44153</c:v>
                </c:pt>
                <c:pt idx="8058">
                  <c:v>44154</c:v>
                </c:pt>
                <c:pt idx="8059">
                  <c:v>44155</c:v>
                </c:pt>
                <c:pt idx="8060">
                  <c:v>44158</c:v>
                </c:pt>
                <c:pt idx="8061">
                  <c:v>44159</c:v>
                </c:pt>
                <c:pt idx="8062">
                  <c:v>44160</c:v>
                </c:pt>
                <c:pt idx="8063">
                  <c:v>44161</c:v>
                </c:pt>
                <c:pt idx="8064">
                  <c:v>44162</c:v>
                </c:pt>
                <c:pt idx="8065">
                  <c:v>44165</c:v>
                </c:pt>
                <c:pt idx="8066">
                  <c:v>44166</c:v>
                </c:pt>
                <c:pt idx="8067">
                  <c:v>44167</c:v>
                </c:pt>
                <c:pt idx="8068">
                  <c:v>44168</c:v>
                </c:pt>
                <c:pt idx="8069">
                  <c:v>44169</c:v>
                </c:pt>
                <c:pt idx="8070">
                  <c:v>44172</c:v>
                </c:pt>
                <c:pt idx="8071">
                  <c:v>44173</c:v>
                </c:pt>
                <c:pt idx="8072">
                  <c:v>44174</c:v>
                </c:pt>
                <c:pt idx="8073">
                  <c:v>44175</c:v>
                </c:pt>
                <c:pt idx="8074">
                  <c:v>44176</c:v>
                </c:pt>
                <c:pt idx="8075">
                  <c:v>44179</c:v>
                </c:pt>
                <c:pt idx="8076">
                  <c:v>44180</c:v>
                </c:pt>
                <c:pt idx="8077">
                  <c:v>44181</c:v>
                </c:pt>
                <c:pt idx="8078">
                  <c:v>44182</c:v>
                </c:pt>
                <c:pt idx="8079">
                  <c:v>44183</c:v>
                </c:pt>
                <c:pt idx="8080">
                  <c:v>44186</c:v>
                </c:pt>
                <c:pt idx="8081">
                  <c:v>44187</c:v>
                </c:pt>
                <c:pt idx="8082">
                  <c:v>44188</c:v>
                </c:pt>
                <c:pt idx="8083">
                  <c:v>44189</c:v>
                </c:pt>
                <c:pt idx="8084">
                  <c:v>44190</c:v>
                </c:pt>
                <c:pt idx="8085">
                  <c:v>44193</c:v>
                </c:pt>
                <c:pt idx="8086">
                  <c:v>44194</c:v>
                </c:pt>
                <c:pt idx="8087">
                  <c:v>44195</c:v>
                </c:pt>
                <c:pt idx="8088">
                  <c:v>44196</c:v>
                </c:pt>
                <c:pt idx="8089">
                  <c:v>44197</c:v>
                </c:pt>
                <c:pt idx="8090">
                  <c:v>44200</c:v>
                </c:pt>
                <c:pt idx="8091">
                  <c:v>44201</c:v>
                </c:pt>
                <c:pt idx="8092">
                  <c:v>44202</c:v>
                </c:pt>
                <c:pt idx="8093">
                  <c:v>44203</c:v>
                </c:pt>
                <c:pt idx="8094">
                  <c:v>44204</c:v>
                </c:pt>
                <c:pt idx="8095">
                  <c:v>44207</c:v>
                </c:pt>
                <c:pt idx="8096">
                  <c:v>44208</c:v>
                </c:pt>
                <c:pt idx="8097">
                  <c:v>44209</c:v>
                </c:pt>
                <c:pt idx="8098">
                  <c:v>44210</c:v>
                </c:pt>
                <c:pt idx="8099">
                  <c:v>44211</c:v>
                </c:pt>
                <c:pt idx="8100">
                  <c:v>44214</c:v>
                </c:pt>
                <c:pt idx="8101">
                  <c:v>44215</c:v>
                </c:pt>
                <c:pt idx="8102">
                  <c:v>44216</c:v>
                </c:pt>
                <c:pt idx="8103">
                  <c:v>44217</c:v>
                </c:pt>
                <c:pt idx="8104">
                  <c:v>44218</c:v>
                </c:pt>
                <c:pt idx="8105">
                  <c:v>44221</c:v>
                </c:pt>
                <c:pt idx="8106">
                  <c:v>44222</c:v>
                </c:pt>
                <c:pt idx="8107">
                  <c:v>44223</c:v>
                </c:pt>
                <c:pt idx="8108">
                  <c:v>44224</c:v>
                </c:pt>
                <c:pt idx="8109">
                  <c:v>44225</c:v>
                </c:pt>
                <c:pt idx="8110">
                  <c:v>44228</c:v>
                </c:pt>
                <c:pt idx="8111">
                  <c:v>44229</c:v>
                </c:pt>
                <c:pt idx="8112">
                  <c:v>44230</c:v>
                </c:pt>
                <c:pt idx="8113">
                  <c:v>44231</c:v>
                </c:pt>
                <c:pt idx="8114">
                  <c:v>44232</c:v>
                </c:pt>
                <c:pt idx="8115">
                  <c:v>44235</c:v>
                </c:pt>
                <c:pt idx="8116">
                  <c:v>44236</c:v>
                </c:pt>
                <c:pt idx="8117">
                  <c:v>44237</c:v>
                </c:pt>
                <c:pt idx="8118">
                  <c:v>44238</c:v>
                </c:pt>
                <c:pt idx="8119">
                  <c:v>44239</c:v>
                </c:pt>
                <c:pt idx="8120">
                  <c:v>44242</c:v>
                </c:pt>
                <c:pt idx="8121">
                  <c:v>44243</c:v>
                </c:pt>
                <c:pt idx="8122">
                  <c:v>44244</c:v>
                </c:pt>
                <c:pt idx="8123">
                  <c:v>44245</c:v>
                </c:pt>
                <c:pt idx="8124">
                  <c:v>44246</c:v>
                </c:pt>
                <c:pt idx="8125">
                  <c:v>44249</c:v>
                </c:pt>
                <c:pt idx="8126">
                  <c:v>44250</c:v>
                </c:pt>
                <c:pt idx="8127">
                  <c:v>44251</c:v>
                </c:pt>
                <c:pt idx="8128">
                  <c:v>44252</c:v>
                </c:pt>
                <c:pt idx="8129">
                  <c:v>44253</c:v>
                </c:pt>
                <c:pt idx="8130">
                  <c:v>44256</c:v>
                </c:pt>
                <c:pt idx="8131">
                  <c:v>44257</c:v>
                </c:pt>
                <c:pt idx="8132">
                  <c:v>44258</c:v>
                </c:pt>
                <c:pt idx="8133">
                  <c:v>44259</c:v>
                </c:pt>
                <c:pt idx="8134">
                  <c:v>44260</c:v>
                </c:pt>
                <c:pt idx="8135">
                  <c:v>44263</c:v>
                </c:pt>
                <c:pt idx="8136">
                  <c:v>44264</c:v>
                </c:pt>
                <c:pt idx="8137">
                  <c:v>44265</c:v>
                </c:pt>
                <c:pt idx="8138">
                  <c:v>44266</c:v>
                </c:pt>
                <c:pt idx="8139">
                  <c:v>44267</c:v>
                </c:pt>
                <c:pt idx="8140">
                  <c:v>44270</c:v>
                </c:pt>
                <c:pt idx="8141">
                  <c:v>44271</c:v>
                </c:pt>
                <c:pt idx="8142">
                  <c:v>44272</c:v>
                </c:pt>
                <c:pt idx="8143">
                  <c:v>44273</c:v>
                </c:pt>
                <c:pt idx="8144">
                  <c:v>44274</c:v>
                </c:pt>
                <c:pt idx="8145">
                  <c:v>44277</c:v>
                </c:pt>
                <c:pt idx="8146">
                  <c:v>44278</c:v>
                </c:pt>
                <c:pt idx="8147">
                  <c:v>44279</c:v>
                </c:pt>
                <c:pt idx="8148">
                  <c:v>44280</c:v>
                </c:pt>
                <c:pt idx="8149">
                  <c:v>44281</c:v>
                </c:pt>
                <c:pt idx="8150">
                  <c:v>44284</c:v>
                </c:pt>
                <c:pt idx="8151">
                  <c:v>44285</c:v>
                </c:pt>
                <c:pt idx="8152">
                  <c:v>44286</c:v>
                </c:pt>
                <c:pt idx="8153">
                  <c:v>44287</c:v>
                </c:pt>
                <c:pt idx="8154">
                  <c:v>44288</c:v>
                </c:pt>
                <c:pt idx="8155">
                  <c:v>44291</c:v>
                </c:pt>
                <c:pt idx="8156">
                  <c:v>44292</c:v>
                </c:pt>
                <c:pt idx="8157">
                  <c:v>44293</c:v>
                </c:pt>
                <c:pt idx="8158">
                  <c:v>44294</c:v>
                </c:pt>
                <c:pt idx="8159">
                  <c:v>44295</c:v>
                </c:pt>
                <c:pt idx="8160">
                  <c:v>44298</c:v>
                </c:pt>
                <c:pt idx="8161">
                  <c:v>44299</c:v>
                </c:pt>
                <c:pt idx="8162">
                  <c:v>44300</c:v>
                </c:pt>
                <c:pt idx="8163">
                  <c:v>44301</c:v>
                </c:pt>
                <c:pt idx="8164">
                  <c:v>44302</c:v>
                </c:pt>
                <c:pt idx="8165">
                  <c:v>44305</c:v>
                </c:pt>
                <c:pt idx="8166">
                  <c:v>44306</c:v>
                </c:pt>
                <c:pt idx="8167">
                  <c:v>44307</c:v>
                </c:pt>
                <c:pt idx="8168">
                  <c:v>44308</c:v>
                </c:pt>
                <c:pt idx="8169">
                  <c:v>44309</c:v>
                </c:pt>
                <c:pt idx="8170">
                  <c:v>44312</c:v>
                </c:pt>
                <c:pt idx="8171">
                  <c:v>44313</c:v>
                </c:pt>
                <c:pt idx="8172">
                  <c:v>44314</c:v>
                </c:pt>
                <c:pt idx="8173">
                  <c:v>44315</c:v>
                </c:pt>
                <c:pt idx="8174">
                  <c:v>44316</c:v>
                </c:pt>
                <c:pt idx="8175">
                  <c:v>44319</c:v>
                </c:pt>
                <c:pt idx="8176">
                  <c:v>44320</c:v>
                </c:pt>
                <c:pt idx="8177">
                  <c:v>44321</c:v>
                </c:pt>
                <c:pt idx="8178">
                  <c:v>44322</c:v>
                </c:pt>
                <c:pt idx="8179">
                  <c:v>44323</c:v>
                </c:pt>
                <c:pt idx="8180">
                  <c:v>44326</c:v>
                </c:pt>
                <c:pt idx="8181">
                  <c:v>44327</c:v>
                </c:pt>
                <c:pt idx="8182">
                  <c:v>44328</c:v>
                </c:pt>
                <c:pt idx="8183">
                  <c:v>44329</c:v>
                </c:pt>
                <c:pt idx="8184">
                  <c:v>44330</c:v>
                </c:pt>
                <c:pt idx="8185">
                  <c:v>44333</c:v>
                </c:pt>
                <c:pt idx="8186">
                  <c:v>44334</c:v>
                </c:pt>
                <c:pt idx="8187">
                  <c:v>44335</c:v>
                </c:pt>
                <c:pt idx="8188">
                  <c:v>44336</c:v>
                </c:pt>
                <c:pt idx="8189">
                  <c:v>44337</c:v>
                </c:pt>
                <c:pt idx="8190">
                  <c:v>44340</c:v>
                </c:pt>
                <c:pt idx="8191">
                  <c:v>44341</c:v>
                </c:pt>
                <c:pt idx="8192">
                  <c:v>44342</c:v>
                </c:pt>
                <c:pt idx="8193">
                  <c:v>44343</c:v>
                </c:pt>
                <c:pt idx="8194">
                  <c:v>44344</c:v>
                </c:pt>
                <c:pt idx="8195">
                  <c:v>44347</c:v>
                </c:pt>
                <c:pt idx="8196">
                  <c:v>44348</c:v>
                </c:pt>
                <c:pt idx="8197">
                  <c:v>44349</c:v>
                </c:pt>
                <c:pt idx="8198">
                  <c:v>44350</c:v>
                </c:pt>
                <c:pt idx="8199">
                  <c:v>44351</c:v>
                </c:pt>
                <c:pt idx="8200">
                  <c:v>44354</c:v>
                </c:pt>
                <c:pt idx="8201">
                  <c:v>44355</c:v>
                </c:pt>
                <c:pt idx="8202">
                  <c:v>44356</c:v>
                </c:pt>
                <c:pt idx="8203">
                  <c:v>44357</c:v>
                </c:pt>
                <c:pt idx="8204">
                  <c:v>44358</c:v>
                </c:pt>
                <c:pt idx="8205">
                  <c:v>44361</c:v>
                </c:pt>
                <c:pt idx="8206">
                  <c:v>44362</c:v>
                </c:pt>
                <c:pt idx="8207">
                  <c:v>44363</c:v>
                </c:pt>
                <c:pt idx="8208">
                  <c:v>44364</c:v>
                </c:pt>
                <c:pt idx="8209">
                  <c:v>44365</c:v>
                </c:pt>
                <c:pt idx="8210">
                  <c:v>44368</c:v>
                </c:pt>
                <c:pt idx="8211">
                  <c:v>44369</c:v>
                </c:pt>
                <c:pt idx="8212">
                  <c:v>44370</c:v>
                </c:pt>
                <c:pt idx="8213">
                  <c:v>44371</c:v>
                </c:pt>
                <c:pt idx="8214">
                  <c:v>44372</c:v>
                </c:pt>
                <c:pt idx="8215">
                  <c:v>44375</c:v>
                </c:pt>
                <c:pt idx="8216">
                  <c:v>44376</c:v>
                </c:pt>
                <c:pt idx="8217">
                  <c:v>44377</c:v>
                </c:pt>
                <c:pt idx="8218">
                  <c:v>44378</c:v>
                </c:pt>
                <c:pt idx="8219">
                  <c:v>44379</c:v>
                </c:pt>
                <c:pt idx="8220">
                  <c:v>44382</c:v>
                </c:pt>
                <c:pt idx="8221">
                  <c:v>44383</c:v>
                </c:pt>
                <c:pt idx="8222">
                  <c:v>44384</c:v>
                </c:pt>
                <c:pt idx="8223">
                  <c:v>44385</c:v>
                </c:pt>
                <c:pt idx="8224">
                  <c:v>44386</c:v>
                </c:pt>
                <c:pt idx="8225">
                  <c:v>44389</c:v>
                </c:pt>
                <c:pt idx="8226">
                  <c:v>44390</c:v>
                </c:pt>
                <c:pt idx="8227">
                  <c:v>44391</c:v>
                </c:pt>
                <c:pt idx="8228">
                  <c:v>44392</c:v>
                </c:pt>
                <c:pt idx="8229">
                  <c:v>44393</c:v>
                </c:pt>
                <c:pt idx="8230">
                  <c:v>44396</c:v>
                </c:pt>
                <c:pt idx="8231">
                  <c:v>44397</c:v>
                </c:pt>
                <c:pt idx="8232">
                  <c:v>44398</c:v>
                </c:pt>
                <c:pt idx="8233">
                  <c:v>44399</c:v>
                </c:pt>
                <c:pt idx="8234">
                  <c:v>44400</c:v>
                </c:pt>
                <c:pt idx="8235">
                  <c:v>44403</c:v>
                </c:pt>
                <c:pt idx="8236">
                  <c:v>44404</c:v>
                </c:pt>
                <c:pt idx="8237">
                  <c:v>44405</c:v>
                </c:pt>
                <c:pt idx="8238">
                  <c:v>44406</c:v>
                </c:pt>
                <c:pt idx="8239">
                  <c:v>44407</c:v>
                </c:pt>
                <c:pt idx="8240">
                  <c:v>44410</c:v>
                </c:pt>
                <c:pt idx="8241">
                  <c:v>44411</c:v>
                </c:pt>
                <c:pt idx="8242">
                  <c:v>44412</c:v>
                </c:pt>
                <c:pt idx="8243">
                  <c:v>44413</c:v>
                </c:pt>
                <c:pt idx="8244">
                  <c:v>44414</c:v>
                </c:pt>
                <c:pt idx="8245">
                  <c:v>44417</c:v>
                </c:pt>
                <c:pt idx="8246">
                  <c:v>44418</c:v>
                </c:pt>
                <c:pt idx="8247">
                  <c:v>44419</c:v>
                </c:pt>
                <c:pt idx="8248">
                  <c:v>44420</c:v>
                </c:pt>
                <c:pt idx="8249">
                  <c:v>44421</c:v>
                </c:pt>
                <c:pt idx="8250">
                  <c:v>44424</c:v>
                </c:pt>
                <c:pt idx="8251">
                  <c:v>44425</c:v>
                </c:pt>
                <c:pt idx="8252">
                  <c:v>44426</c:v>
                </c:pt>
                <c:pt idx="8253">
                  <c:v>44427</c:v>
                </c:pt>
                <c:pt idx="8254">
                  <c:v>44428</c:v>
                </c:pt>
                <c:pt idx="8255">
                  <c:v>44431</c:v>
                </c:pt>
                <c:pt idx="8256">
                  <c:v>44432</c:v>
                </c:pt>
                <c:pt idx="8257">
                  <c:v>44433</c:v>
                </c:pt>
                <c:pt idx="8258">
                  <c:v>44434</c:v>
                </c:pt>
                <c:pt idx="8259">
                  <c:v>44435</c:v>
                </c:pt>
                <c:pt idx="8260">
                  <c:v>44438</c:v>
                </c:pt>
                <c:pt idx="8261">
                  <c:v>44439</c:v>
                </c:pt>
                <c:pt idx="8262">
                  <c:v>44440</c:v>
                </c:pt>
                <c:pt idx="8263">
                  <c:v>44441</c:v>
                </c:pt>
                <c:pt idx="8264">
                  <c:v>44442</c:v>
                </c:pt>
                <c:pt idx="8265">
                  <c:v>44445</c:v>
                </c:pt>
                <c:pt idx="8266">
                  <c:v>44446</c:v>
                </c:pt>
                <c:pt idx="8267">
                  <c:v>44447</c:v>
                </c:pt>
                <c:pt idx="8268">
                  <c:v>44448</c:v>
                </c:pt>
                <c:pt idx="8269">
                  <c:v>44449</c:v>
                </c:pt>
                <c:pt idx="8270">
                  <c:v>44452</c:v>
                </c:pt>
                <c:pt idx="8271">
                  <c:v>44453</c:v>
                </c:pt>
                <c:pt idx="8272">
                  <c:v>44454</c:v>
                </c:pt>
                <c:pt idx="8273">
                  <c:v>44455</c:v>
                </c:pt>
                <c:pt idx="8274">
                  <c:v>44456</c:v>
                </c:pt>
                <c:pt idx="8275">
                  <c:v>44459</c:v>
                </c:pt>
                <c:pt idx="8276">
                  <c:v>44460</c:v>
                </c:pt>
                <c:pt idx="8277">
                  <c:v>44461</c:v>
                </c:pt>
                <c:pt idx="8278">
                  <c:v>44462</c:v>
                </c:pt>
                <c:pt idx="8279">
                  <c:v>44463</c:v>
                </c:pt>
                <c:pt idx="8280">
                  <c:v>44466</c:v>
                </c:pt>
                <c:pt idx="8281">
                  <c:v>44467</c:v>
                </c:pt>
                <c:pt idx="8282">
                  <c:v>44468</c:v>
                </c:pt>
                <c:pt idx="8283">
                  <c:v>44469</c:v>
                </c:pt>
                <c:pt idx="8284">
                  <c:v>44470</c:v>
                </c:pt>
                <c:pt idx="8285">
                  <c:v>44473</c:v>
                </c:pt>
                <c:pt idx="8286">
                  <c:v>44474</c:v>
                </c:pt>
                <c:pt idx="8287">
                  <c:v>44475</c:v>
                </c:pt>
                <c:pt idx="8288">
                  <c:v>44476</c:v>
                </c:pt>
                <c:pt idx="8289">
                  <c:v>44477</c:v>
                </c:pt>
                <c:pt idx="8290">
                  <c:v>44480</c:v>
                </c:pt>
                <c:pt idx="8291">
                  <c:v>44481</c:v>
                </c:pt>
                <c:pt idx="8292">
                  <c:v>44482</c:v>
                </c:pt>
                <c:pt idx="8293">
                  <c:v>44483</c:v>
                </c:pt>
                <c:pt idx="8294">
                  <c:v>44484</c:v>
                </c:pt>
                <c:pt idx="8295">
                  <c:v>44487</c:v>
                </c:pt>
                <c:pt idx="8296">
                  <c:v>44488</c:v>
                </c:pt>
                <c:pt idx="8297">
                  <c:v>44489</c:v>
                </c:pt>
                <c:pt idx="8298">
                  <c:v>44490</c:v>
                </c:pt>
                <c:pt idx="8299">
                  <c:v>44491</c:v>
                </c:pt>
                <c:pt idx="8300">
                  <c:v>44494</c:v>
                </c:pt>
                <c:pt idx="8301">
                  <c:v>44495</c:v>
                </c:pt>
                <c:pt idx="8302">
                  <c:v>44496</c:v>
                </c:pt>
                <c:pt idx="8303">
                  <c:v>44497</c:v>
                </c:pt>
                <c:pt idx="8304">
                  <c:v>44498</c:v>
                </c:pt>
                <c:pt idx="8305">
                  <c:v>44501</c:v>
                </c:pt>
                <c:pt idx="8306">
                  <c:v>44502</c:v>
                </c:pt>
                <c:pt idx="8307">
                  <c:v>44503</c:v>
                </c:pt>
                <c:pt idx="8308">
                  <c:v>44504</c:v>
                </c:pt>
                <c:pt idx="8309">
                  <c:v>44505</c:v>
                </c:pt>
                <c:pt idx="8310">
                  <c:v>44508</c:v>
                </c:pt>
                <c:pt idx="8311">
                  <c:v>44509</c:v>
                </c:pt>
                <c:pt idx="8312">
                  <c:v>44510</c:v>
                </c:pt>
                <c:pt idx="8313">
                  <c:v>44511</c:v>
                </c:pt>
                <c:pt idx="8314">
                  <c:v>44512</c:v>
                </c:pt>
                <c:pt idx="8315">
                  <c:v>44515</c:v>
                </c:pt>
                <c:pt idx="8316">
                  <c:v>44516</c:v>
                </c:pt>
                <c:pt idx="8317">
                  <c:v>44517</c:v>
                </c:pt>
                <c:pt idx="8318">
                  <c:v>44518</c:v>
                </c:pt>
                <c:pt idx="8319">
                  <c:v>44519</c:v>
                </c:pt>
                <c:pt idx="8320">
                  <c:v>44522</c:v>
                </c:pt>
                <c:pt idx="8321">
                  <c:v>44523</c:v>
                </c:pt>
                <c:pt idx="8322">
                  <c:v>44524</c:v>
                </c:pt>
                <c:pt idx="8323">
                  <c:v>44525</c:v>
                </c:pt>
                <c:pt idx="8324">
                  <c:v>44526</c:v>
                </c:pt>
                <c:pt idx="8325">
                  <c:v>44529</c:v>
                </c:pt>
                <c:pt idx="8326">
                  <c:v>44530</c:v>
                </c:pt>
                <c:pt idx="8327">
                  <c:v>44531</c:v>
                </c:pt>
                <c:pt idx="8328">
                  <c:v>44532</c:v>
                </c:pt>
                <c:pt idx="8329">
                  <c:v>44533</c:v>
                </c:pt>
                <c:pt idx="8330">
                  <c:v>44536</c:v>
                </c:pt>
                <c:pt idx="8331">
                  <c:v>44537</c:v>
                </c:pt>
                <c:pt idx="8332">
                  <c:v>44538</c:v>
                </c:pt>
                <c:pt idx="8333">
                  <c:v>44539</c:v>
                </c:pt>
                <c:pt idx="8334">
                  <c:v>44540</c:v>
                </c:pt>
                <c:pt idx="8335">
                  <c:v>44543</c:v>
                </c:pt>
                <c:pt idx="8336">
                  <c:v>44544</c:v>
                </c:pt>
                <c:pt idx="8337">
                  <c:v>44545</c:v>
                </c:pt>
                <c:pt idx="8338">
                  <c:v>44546</c:v>
                </c:pt>
                <c:pt idx="8339">
                  <c:v>44547</c:v>
                </c:pt>
                <c:pt idx="8340">
                  <c:v>44550</c:v>
                </c:pt>
                <c:pt idx="8341">
                  <c:v>44551</c:v>
                </c:pt>
                <c:pt idx="8342">
                  <c:v>44552</c:v>
                </c:pt>
                <c:pt idx="8343">
                  <c:v>44553</c:v>
                </c:pt>
                <c:pt idx="8344">
                  <c:v>44554</c:v>
                </c:pt>
                <c:pt idx="8345">
                  <c:v>44557</c:v>
                </c:pt>
                <c:pt idx="8346">
                  <c:v>44558</c:v>
                </c:pt>
                <c:pt idx="8347">
                  <c:v>44559</c:v>
                </c:pt>
                <c:pt idx="8348">
                  <c:v>44560</c:v>
                </c:pt>
                <c:pt idx="8349">
                  <c:v>44561</c:v>
                </c:pt>
                <c:pt idx="8350">
                  <c:v>44564</c:v>
                </c:pt>
                <c:pt idx="8351">
                  <c:v>44565</c:v>
                </c:pt>
                <c:pt idx="8352">
                  <c:v>44566</c:v>
                </c:pt>
                <c:pt idx="8353">
                  <c:v>44567</c:v>
                </c:pt>
                <c:pt idx="8354">
                  <c:v>44568</c:v>
                </c:pt>
                <c:pt idx="8355">
                  <c:v>44571</c:v>
                </c:pt>
                <c:pt idx="8356">
                  <c:v>44572</c:v>
                </c:pt>
                <c:pt idx="8357">
                  <c:v>44573</c:v>
                </c:pt>
                <c:pt idx="8358">
                  <c:v>44574</c:v>
                </c:pt>
                <c:pt idx="8359">
                  <c:v>44575</c:v>
                </c:pt>
                <c:pt idx="8360">
                  <c:v>44578</c:v>
                </c:pt>
                <c:pt idx="8361">
                  <c:v>44579</c:v>
                </c:pt>
                <c:pt idx="8362">
                  <c:v>44580</c:v>
                </c:pt>
                <c:pt idx="8363">
                  <c:v>44581</c:v>
                </c:pt>
                <c:pt idx="8364">
                  <c:v>44582</c:v>
                </c:pt>
                <c:pt idx="8365">
                  <c:v>44585</c:v>
                </c:pt>
                <c:pt idx="8366">
                  <c:v>44586</c:v>
                </c:pt>
                <c:pt idx="8367">
                  <c:v>44587</c:v>
                </c:pt>
                <c:pt idx="8368">
                  <c:v>44588</c:v>
                </c:pt>
                <c:pt idx="8369">
                  <c:v>44589</c:v>
                </c:pt>
                <c:pt idx="8370">
                  <c:v>44592</c:v>
                </c:pt>
                <c:pt idx="8371">
                  <c:v>44593</c:v>
                </c:pt>
                <c:pt idx="8372">
                  <c:v>44594</c:v>
                </c:pt>
                <c:pt idx="8373">
                  <c:v>44595</c:v>
                </c:pt>
                <c:pt idx="8374">
                  <c:v>44596</c:v>
                </c:pt>
                <c:pt idx="8375">
                  <c:v>44599</c:v>
                </c:pt>
                <c:pt idx="8376">
                  <c:v>44600</c:v>
                </c:pt>
                <c:pt idx="8377">
                  <c:v>44601</c:v>
                </c:pt>
                <c:pt idx="8378">
                  <c:v>44602</c:v>
                </c:pt>
                <c:pt idx="8379">
                  <c:v>44603</c:v>
                </c:pt>
                <c:pt idx="8380">
                  <c:v>44606</c:v>
                </c:pt>
                <c:pt idx="8381">
                  <c:v>44607</c:v>
                </c:pt>
                <c:pt idx="8382">
                  <c:v>44608</c:v>
                </c:pt>
                <c:pt idx="8383">
                  <c:v>44609</c:v>
                </c:pt>
                <c:pt idx="8384">
                  <c:v>44610</c:v>
                </c:pt>
                <c:pt idx="8385">
                  <c:v>44613</c:v>
                </c:pt>
                <c:pt idx="8386">
                  <c:v>44614</c:v>
                </c:pt>
                <c:pt idx="8387">
                  <c:v>44615</c:v>
                </c:pt>
                <c:pt idx="8388">
                  <c:v>44616</c:v>
                </c:pt>
                <c:pt idx="8389">
                  <c:v>44617</c:v>
                </c:pt>
                <c:pt idx="8390">
                  <c:v>44620</c:v>
                </c:pt>
                <c:pt idx="8391">
                  <c:v>44621</c:v>
                </c:pt>
                <c:pt idx="8392">
                  <c:v>44622</c:v>
                </c:pt>
                <c:pt idx="8393">
                  <c:v>44623</c:v>
                </c:pt>
                <c:pt idx="8394">
                  <c:v>44624</c:v>
                </c:pt>
                <c:pt idx="8395">
                  <c:v>44627</c:v>
                </c:pt>
                <c:pt idx="8396">
                  <c:v>44628</c:v>
                </c:pt>
                <c:pt idx="8397">
                  <c:v>44629</c:v>
                </c:pt>
                <c:pt idx="8398">
                  <c:v>44630</c:v>
                </c:pt>
                <c:pt idx="8399">
                  <c:v>44631</c:v>
                </c:pt>
                <c:pt idx="8400">
                  <c:v>44634</c:v>
                </c:pt>
                <c:pt idx="8401">
                  <c:v>44635</c:v>
                </c:pt>
                <c:pt idx="8402">
                  <c:v>44636</c:v>
                </c:pt>
                <c:pt idx="8403">
                  <c:v>44637</c:v>
                </c:pt>
                <c:pt idx="8404">
                  <c:v>44638</c:v>
                </c:pt>
                <c:pt idx="8405">
                  <c:v>44641</c:v>
                </c:pt>
                <c:pt idx="8406">
                  <c:v>44642</c:v>
                </c:pt>
                <c:pt idx="8407">
                  <c:v>44643</c:v>
                </c:pt>
                <c:pt idx="8408">
                  <c:v>44644</c:v>
                </c:pt>
                <c:pt idx="8409">
                  <c:v>44645</c:v>
                </c:pt>
                <c:pt idx="8410">
                  <c:v>44648</c:v>
                </c:pt>
                <c:pt idx="8411">
                  <c:v>44649</c:v>
                </c:pt>
                <c:pt idx="8412">
                  <c:v>44650</c:v>
                </c:pt>
                <c:pt idx="8413">
                  <c:v>44651</c:v>
                </c:pt>
                <c:pt idx="8414">
                  <c:v>44652</c:v>
                </c:pt>
                <c:pt idx="8415">
                  <c:v>44655</c:v>
                </c:pt>
                <c:pt idx="8416">
                  <c:v>44656</c:v>
                </c:pt>
                <c:pt idx="8417">
                  <c:v>44657</c:v>
                </c:pt>
                <c:pt idx="8418">
                  <c:v>44658</c:v>
                </c:pt>
                <c:pt idx="8419">
                  <c:v>44659</c:v>
                </c:pt>
                <c:pt idx="8420">
                  <c:v>44662</c:v>
                </c:pt>
                <c:pt idx="8421">
                  <c:v>44663</c:v>
                </c:pt>
                <c:pt idx="8422">
                  <c:v>44664</c:v>
                </c:pt>
                <c:pt idx="8423">
                  <c:v>44665</c:v>
                </c:pt>
                <c:pt idx="8424">
                  <c:v>44666</c:v>
                </c:pt>
                <c:pt idx="8425">
                  <c:v>44669</c:v>
                </c:pt>
                <c:pt idx="8426">
                  <c:v>44670</c:v>
                </c:pt>
                <c:pt idx="8427">
                  <c:v>44671</c:v>
                </c:pt>
                <c:pt idx="8428">
                  <c:v>44672</c:v>
                </c:pt>
                <c:pt idx="8429">
                  <c:v>44673</c:v>
                </c:pt>
                <c:pt idx="8430">
                  <c:v>44676</c:v>
                </c:pt>
                <c:pt idx="8431">
                  <c:v>44677</c:v>
                </c:pt>
                <c:pt idx="8432">
                  <c:v>44678</c:v>
                </c:pt>
                <c:pt idx="8433">
                  <c:v>44679</c:v>
                </c:pt>
                <c:pt idx="8434">
                  <c:v>44680</c:v>
                </c:pt>
                <c:pt idx="8435">
                  <c:v>44683</c:v>
                </c:pt>
                <c:pt idx="8436">
                  <c:v>44684</c:v>
                </c:pt>
                <c:pt idx="8437">
                  <c:v>44685</c:v>
                </c:pt>
                <c:pt idx="8438">
                  <c:v>44686</c:v>
                </c:pt>
                <c:pt idx="8439">
                  <c:v>44687</c:v>
                </c:pt>
                <c:pt idx="8440">
                  <c:v>44690</c:v>
                </c:pt>
                <c:pt idx="8441">
                  <c:v>44691</c:v>
                </c:pt>
                <c:pt idx="8442">
                  <c:v>44692</c:v>
                </c:pt>
                <c:pt idx="8443">
                  <c:v>44693</c:v>
                </c:pt>
                <c:pt idx="8444">
                  <c:v>44694</c:v>
                </c:pt>
                <c:pt idx="8445">
                  <c:v>44697</c:v>
                </c:pt>
                <c:pt idx="8446">
                  <c:v>44698</c:v>
                </c:pt>
                <c:pt idx="8447">
                  <c:v>44699</c:v>
                </c:pt>
                <c:pt idx="8448">
                  <c:v>44700</c:v>
                </c:pt>
                <c:pt idx="8449">
                  <c:v>44701</c:v>
                </c:pt>
                <c:pt idx="8450">
                  <c:v>44704</c:v>
                </c:pt>
                <c:pt idx="8451">
                  <c:v>44705</c:v>
                </c:pt>
                <c:pt idx="8452">
                  <c:v>44706</c:v>
                </c:pt>
                <c:pt idx="8453">
                  <c:v>44707</c:v>
                </c:pt>
                <c:pt idx="8454">
                  <c:v>44708</c:v>
                </c:pt>
                <c:pt idx="8455">
                  <c:v>44711</c:v>
                </c:pt>
                <c:pt idx="8456">
                  <c:v>44712</c:v>
                </c:pt>
                <c:pt idx="8457">
                  <c:v>44713</c:v>
                </c:pt>
                <c:pt idx="8458">
                  <c:v>44714</c:v>
                </c:pt>
                <c:pt idx="8459">
                  <c:v>44715</c:v>
                </c:pt>
                <c:pt idx="8460">
                  <c:v>44718</c:v>
                </c:pt>
                <c:pt idx="8461">
                  <c:v>44719</c:v>
                </c:pt>
                <c:pt idx="8462">
                  <c:v>44720</c:v>
                </c:pt>
                <c:pt idx="8463">
                  <c:v>44721</c:v>
                </c:pt>
                <c:pt idx="8464">
                  <c:v>44722</c:v>
                </c:pt>
                <c:pt idx="8465">
                  <c:v>44725</c:v>
                </c:pt>
                <c:pt idx="8466">
                  <c:v>44726</c:v>
                </c:pt>
                <c:pt idx="8467">
                  <c:v>44727</c:v>
                </c:pt>
                <c:pt idx="8468">
                  <c:v>44728</c:v>
                </c:pt>
                <c:pt idx="8469">
                  <c:v>44729</c:v>
                </c:pt>
                <c:pt idx="8470">
                  <c:v>44732</c:v>
                </c:pt>
                <c:pt idx="8471">
                  <c:v>44733</c:v>
                </c:pt>
                <c:pt idx="8472">
                  <c:v>44734</c:v>
                </c:pt>
                <c:pt idx="8473">
                  <c:v>44735</c:v>
                </c:pt>
                <c:pt idx="8474">
                  <c:v>44736</c:v>
                </c:pt>
                <c:pt idx="8475">
                  <c:v>44739</c:v>
                </c:pt>
                <c:pt idx="8476">
                  <c:v>44740</c:v>
                </c:pt>
                <c:pt idx="8477">
                  <c:v>44741</c:v>
                </c:pt>
                <c:pt idx="8478">
                  <c:v>44742</c:v>
                </c:pt>
                <c:pt idx="8479">
                  <c:v>44743</c:v>
                </c:pt>
                <c:pt idx="8480">
                  <c:v>44746</c:v>
                </c:pt>
                <c:pt idx="8481">
                  <c:v>44747</c:v>
                </c:pt>
                <c:pt idx="8482">
                  <c:v>44748</c:v>
                </c:pt>
                <c:pt idx="8483">
                  <c:v>44749</c:v>
                </c:pt>
                <c:pt idx="8484">
                  <c:v>44750</c:v>
                </c:pt>
                <c:pt idx="8485">
                  <c:v>44753</c:v>
                </c:pt>
                <c:pt idx="8486">
                  <c:v>44754</c:v>
                </c:pt>
                <c:pt idx="8487">
                  <c:v>44755</c:v>
                </c:pt>
                <c:pt idx="8488">
                  <c:v>44756</c:v>
                </c:pt>
                <c:pt idx="8489">
                  <c:v>44757</c:v>
                </c:pt>
                <c:pt idx="8490">
                  <c:v>44760</c:v>
                </c:pt>
                <c:pt idx="8491">
                  <c:v>44761</c:v>
                </c:pt>
                <c:pt idx="8492">
                  <c:v>44762</c:v>
                </c:pt>
                <c:pt idx="8493">
                  <c:v>44763</c:v>
                </c:pt>
                <c:pt idx="8494">
                  <c:v>44764</c:v>
                </c:pt>
                <c:pt idx="8495">
                  <c:v>44767</c:v>
                </c:pt>
                <c:pt idx="8496">
                  <c:v>44768</c:v>
                </c:pt>
                <c:pt idx="8497">
                  <c:v>44769</c:v>
                </c:pt>
                <c:pt idx="8498">
                  <c:v>44770</c:v>
                </c:pt>
                <c:pt idx="8499">
                  <c:v>44771</c:v>
                </c:pt>
                <c:pt idx="8500">
                  <c:v>44774</c:v>
                </c:pt>
                <c:pt idx="8501">
                  <c:v>44775</c:v>
                </c:pt>
                <c:pt idx="8502">
                  <c:v>44776</c:v>
                </c:pt>
                <c:pt idx="8503">
                  <c:v>44777</c:v>
                </c:pt>
                <c:pt idx="8504">
                  <c:v>44778</c:v>
                </c:pt>
                <c:pt idx="8505">
                  <c:v>44781</c:v>
                </c:pt>
                <c:pt idx="8506">
                  <c:v>44782</c:v>
                </c:pt>
                <c:pt idx="8507">
                  <c:v>44783</c:v>
                </c:pt>
                <c:pt idx="8508">
                  <c:v>44784</c:v>
                </c:pt>
                <c:pt idx="8509">
                  <c:v>44785</c:v>
                </c:pt>
                <c:pt idx="8510">
                  <c:v>44788</c:v>
                </c:pt>
                <c:pt idx="8511">
                  <c:v>44789</c:v>
                </c:pt>
                <c:pt idx="8512">
                  <c:v>44790</c:v>
                </c:pt>
                <c:pt idx="8513">
                  <c:v>44791</c:v>
                </c:pt>
                <c:pt idx="8514">
                  <c:v>44792</c:v>
                </c:pt>
                <c:pt idx="8515">
                  <c:v>44795</c:v>
                </c:pt>
                <c:pt idx="8516">
                  <c:v>44796</c:v>
                </c:pt>
                <c:pt idx="8517">
                  <c:v>44797</c:v>
                </c:pt>
                <c:pt idx="8518">
                  <c:v>44798</c:v>
                </c:pt>
                <c:pt idx="8519">
                  <c:v>44799</c:v>
                </c:pt>
                <c:pt idx="8520">
                  <c:v>44802</c:v>
                </c:pt>
                <c:pt idx="8521">
                  <c:v>44803</c:v>
                </c:pt>
                <c:pt idx="8522">
                  <c:v>44804</c:v>
                </c:pt>
                <c:pt idx="8523">
                  <c:v>44805</c:v>
                </c:pt>
                <c:pt idx="8524">
                  <c:v>44806</c:v>
                </c:pt>
                <c:pt idx="8525">
                  <c:v>44809</c:v>
                </c:pt>
                <c:pt idx="8526">
                  <c:v>44810</c:v>
                </c:pt>
                <c:pt idx="8527">
                  <c:v>44811</c:v>
                </c:pt>
                <c:pt idx="8528">
                  <c:v>44812</c:v>
                </c:pt>
                <c:pt idx="8529">
                  <c:v>44813</c:v>
                </c:pt>
                <c:pt idx="8530">
                  <c:v>44816</c:v>
                </c:pt>
                <c:pt idx="8531">
                  <c:v>44817</c:v>
                </c:pt>
                <c:pt idx="8532">
                  <c:v>44818</c:v>
                </c:pt>
                <c:pt idx="8533">
                  <c:v>44819</c:v>
                </c:pt>
                <c:pt idx="8534">
                  <c:v>44820</c:v>
                </c:pt>
                <c:pt idx="8535">
                  <c:v>44823</c:v>
                </c:pt>
                <c:pt idx="8536">
                  <c:v>44824</c:v>
                </c:pt>
                <c:pt idx="8537">
                  <c:v>44825</c:v>
                </c:pt>
                <c:pt idx="8538">
                  <c:v>44826</c:v>
                </c:pt>
                <c:pt idx="8539">
                  <c:v>44827</c:v>
                </c:pt>
                <c:pt idx="8540">
                  <c:v>44830</c:v>
                </c:pt>
                <c:pt idx="8541">
                  <c:v>44831</c:v>
                </c:pt>
                <c:pt idx="8542">
                  <c:v>44832</c:v>
                </c:pt>
                <c:pt idx="8543">
                  <c:v>44833</c:v>
                </c:pt>
                <c:pt idx="8544">
                  <c:v>44834</c:v>
                </c:pt>
                <c:pt idx="8545">
                  <c:v>44837</c:v>
                </c:pt>
                <c:pt idx="8546">
                  <c:v>44838</c:v>
                </c:pt>
                <c:pt idx="8547">
                  <c:v>44839</c:v>
                </c:pt>
                <c:pt idx="8548">
                  <c:v>44840</c:v>
                </c:pt>
                <c:pt idx="8549">
                  <c:v>44841</c:v>
                </c:pt>
                <c:pt idx="8550">
                  <c:v>44844</c:v>
                </c:pt>
                <c:pt idx="8551">
                  <c:v>44845</c:v>
                </c:pt>
                <c:pt idx="8552">
                  <c:v>44846</c:v>
                </c:pt>
                <c:pt idx="8553">
                  <c:v>44847</c:v>
                </c:pt>
                <c:pt idx="8554">
                  <c:v>44848</c:v>
                </c:pt>
                <c:pt idx="8555">
                  <c:v>44851</c:v>
                </c:pt>
                <c:pt idx="8556">
                  <c:v>44852</c:v>
                </c:pt>
                <c:pt idx="8557">
                  <c:v>44853</c:v>
                </c:pt>
                <c:pt idx="8558">
                  <c:v>44854</c:v>
                </c:pt>
                <c:pt idx="8559">
                  <c:v>44855</c:v>
                </c:pt>
                <c:pt idx="8560">
                  <c:v>44858</c:v>
                </c:pt>
                <c:pt idx="8561">
                  <c:v>44859</c:v>
                </c:pt>
                <c:pt idx="8562">
                  <c:v>44860</c:v>
                </c:pt>
                <c:pt idx="8563">
                  <c:v>44861</c:v>
                </c:pt>
                <c:pt idx="8564">
                  <c:v>44862</c:v>
                </c:pt>
                <c:pt idx="8565">
                  <c:v>44865</c:v>
                </c:pt>
                <c:pt idx="8566">
                  <c:v>44866</c:v>
                </c:pt>
                <c:pt idx="8567">
                  <c:v>44867</c:v>
                </c:pt>
                <c:pt idx="8568">
                  <c:v>44868</c:v>
                </c:pt>
                <c:pt idx="8569">
                  <c:v>44869</c:v>
                </c:pt>
                <c:pt idx="8570">
                  <c:v>44872</c:v>
                </c:pt>
                <c:pt idx="8571">
                  <c:v>44873</c:v>
                </c:pt>
                <c:pt idx="8572">
                  <c:v>44874</c:v>
                </c:pt>
                <c:pt idx="8573">
                  <c:v>44875</c:v>
                </c:pt>
                <c:pt idx="8574">
                  <c:v>44876</c:v>
                </c:pt>
                <c:pt idx="8575">
                  <c:v>44879</c:v>
                </c:pt>
                <c:pt idx="8576">
                  <c:v>44880</c:v>
                </c:pt>
                <c:pt idx="8577">
                  <c:v>44881</c:v>
                </c:pt>
                <c:pt idx="8578">
                  <c:v>44882</c:v>
                </c:pt>
                <c:pt idx="8579">
                  <c:v>44883</c:v>
                </c:pt>
                <c:pt idx="8580">
                  <c:v>44886</c:v>
                </c:pt>
                <c:pt idx="8581">
                  <c:v>44887</c:v>
                </c:pt>
                <c:pt idx="8582">
                  <c:v>44888</c:v>
                </c:pt>
                <c:pt idx="8583">
                  <c:v>44889</c:v>
                </c:pt>
                <c:pt idx="8584">
                  <c:v>44890</c:v>
                </c:pt>
                <c:pt idx="8585">
                  <c:v>44893</c:v>
                </c:pt>
                <c:pt idx="8586">
                  <c:v>44894</c:v>
                </c:pt>
                <c:pt idx="8587">
                  <c:v>44895</c:v>
                </c:pt>
                <c:pt idx="8588">
                  <c:v>44896</c:v>
                </c:pt>
                <c:pt idx="8589">
                  <c:v>44897</c:v>
                </c:pt>
                <c:pt idx="8590">
                  <c:v>44900</c:v>
                </c:pt>
                <c:pt idx="8591">
                  <c:v>44901</c:v>
                </c:pt>
                <c:pt idx="8592">
                  <c:v>44902</c:v>
                </c:pt>
                <c:pt idx="8593">
                  <c:v>44903</c:v>
                </c:pt>
                <c:pt idx="8594">
                  <c:v>44904</c:v>
                </c:pt>
                <c:pt idx="8595">
                  <c:v>44907</c:v>
                </c:pt>
                <c:pt idx="8596">
                  <c:v>44908</c:v>
                </c:pt>
                <c:pt idx="8597">
                  <c:v>44909</c:v>
                </c:pt>
                <c:pt idx="8598">
                  <c:v>44910</c:v>
                </c:pt>
                <c:pt idx="8599">
                  <c:v>44911</c:v>
                </c:pt>
                <c:pt idx="8600">
                  <c:v>44914</c:v>
                </c:pt>
                <c:pt idx="8601">
                  <c:v>44915</c:v>
                </c:pt>
                <c:pt idx="8602">
                  <c:v>44916</c:v>
                </c:pt>
                <c:pt idx="8603">
                  <c:v>44917</c:v>
                </c:pt>
                <c:pt idx="8604">
                  <c:v>44918</c:v>
                </c:pt>
                <c:pt idx="8605">
                  <c:v>44921</c:v>
                </c:pt>
                <c:pt idx="8606">
                  <c:v>44922</c:v>
                </c:pt>
                <c:pt idx="8607">
                  <c:v>44923</c:v>
                </c:pt>
                <c:pt idx="8608">
                  <c:v>44924</c:v>
                </c:pt>
                <c:pt idx="8609">
                  <c:v>44925</c:v>
                </c:pt>
                <c:pt idx="8610">
                  <c:v>44928</c:v>
                </c:pt>
                <c:pt idx="8611">
                  <c:v>44929</c:v>
                </c:pt>
                <c:pt idx="8612">
                  <c:v>44930</c:v>
                </c:pt>
                <c:pt idx="8613">
                  <c:v>44931</c:v>
                </c:pt>
                <c:pt idx="8614">
                  <c:v>44932</c:v>
                </c:pt>
                <c:pt idx="8615">
                  <c:v>44935</c:v>
                </c:pt>
                <c:pt idx="8616">
                  <c:v>44936</c:v>
                </c:pt>
                <c:pt idx="8617">
                  <c:v>44937</c:v>
                </c:pt>
                <c:pt idx="8618">
                  <c:v>44938</c:v>
                </c:pt>
                <c:pt idx="8619">
                  <c:v>44939</c:v>
                </c:pt>
                <c:pt idx="8620">
                  <c:v>44942</c:v>
                </c:pt>
                <c:pt idx="8621">
                  <c:v>44943</c:v>
                </c:pt>
                <c:pt idx="8622">
                  <c:v>44944</c:v>
                </c:pt>
                <c:pt idx="8623">
                  <c:v>44945</c:v>
                </c:pt>
                <c:pt idx="8624">
                  <c:v>44946</c:v>
                </c:pt>
                <c:pt idx="8625">
                  <c:v>44949</c:v>
                </c:pt>
                <c:pt idx="8626">
                  <c:v>44950</c:v>
                </c:pt>
                <c:pt idx="8627">
                  <c:v>44951</c:v>
                </c:pt>
                <c:pt idx="8628">
                  <c:v>44952</c:v>
                </c:pt>
                <c:pt idx="8629">
                  <c:v>44953</c:v>
                </c:pt>
                <c:pt idx="8630">
                  <c:v>44956</c:v>
                </c:pt>
                <c:pt idx="8631">
                  <c:v>44957</c:v>
                </c:pt>
                <c:pt idx="8632">
                  <c:v>44958</c:v>
                </c:pt>
                <c:pt idx="8633">
                  <c:v>44959</c:v>
                </c:pt>
                <c:pt idx="8634">
                  <c:v>44960</c:v>
                </c:pt>
                <c:pt idx="8635">
                  <c:v>44963</c:v>
                </c:pt>
                <c:pt idx="8636">
                  <c:v>44964</c:v>
                </c:pt>
                <c:pt idx="8637">
                  <c:v>44965</c:v>
                </c:pt>
                <c:pt idx="8638">
                  <c:v>44966</c:v>
                </c:pt>
                <c:pt idx="8639">
                  <c:v>44967</c:v>
                </c:pt>
                <c:pt idx="8640">
                  <c:v>44970</c:v>
                </c:pt>
                <c:pt idx="8641">
                  <c:v>44971</c:v>
                </c:pt>
                <c:pt idx="8642">
                  <c:v>44972</c:v>
                </c:pt>
                <c:pt idx="8643">
                  <c:v>44973</c:v>
                </c:pt>
                <c:pt idx="8644">
                  <c:v>44974</c:v>
                </c:pt>
                <c:pt idx="8645">
                  <c:v>44977</c:v>
                </c:pt>
                <c:pt idx="8646">
                  <c:v>44978</c:v>
                </c:pt>
                <c:pt idx="8647">
                  <c:v>44979</c:v>
                </c:pt>
                <c:pt idx="8648">
                  <c:v>44980</c:v>
                </c:pt>
                <c:pt idx="8649">
                  <c:v>44981</c:v>
                </c:pt>
                <c:pt idx="8650">
                  <c:v>44984</c:v>
                </c:pt>
                <c:pt idx="8651">
                  <c:v>44985</c:v>
                </c:pt>
                <c:pt idx="8652">
                  <c:v>44986</c:v>
                </c:pt>
                <c:pt idx="8653">
                  <c:v>44987</c:v>
                </c:pt>
                <c:pt idx="8654">
                  <c:v>44988</c:v>
                </c:pt>
                <c:pt idx="8655">
                  <c:v>44991</c:v>
                </c:pt>
                <c:pt idx="8656">
                  <c:v>44992</c:v>
                </c:pt>
                <c:pt idx="8657">
                  <c:v>44993</c:v>
                </c:pt>
                <c:pt idx="8658">
                  <c:v>44994</c:v>
                </c:pt>
                <c:pt idx="8659">
                  <c:v>44995</c:v>
                </c:pt>
                <c:pt idx="8660">
                  <c:v>44998</c:v>
                </c:pt>
                <c:pt idx="8661">
                  <c:v>44999</c:v>
                </c:pt>
                <c:pt idx="8662">
                  <c:v>45000</c:v>
                </c:pt>
                <c:pt idx="8663">
                  <c:v>45001</c:v>
                </c:pt>
                <c:pt idx="8664">
                  <c:v>45002</c:v>
                </c:pt>
                <c:pt idx="8665">
                  <c:v>45005</c:v>
                </c:pt>
                <c:pt idx="8666">
                  <c:v>45006</c:v>
                </c:pt>
                <c:pt idx="8667">
                  <c:v>45007</c:v>
                </c:pt>
                <c:pt idx="8668">
                  <c:v>45008</c:v>
                </c:pt>
                <c:pt idx="8669">
                  <c:v>45009</c:v>
                </c:pt>
                <c:pt idx="8670">
                  <c:v>45012</c:v>
                </c:pt>
                <c:pt idx="8671">
                  <c:v>45013</c:v>
                </c:pt>
                <c:pt idx="8672">
                  <c:v>45014</c:v>
                </c:pt>
                <c:pt idx="8673">
                  <c:v>45015</c:v>
                </c:pt>
                <c:pt idx="8674">
                  <c:v>45016</c:v>
                </c:pt>
                <c:pt idx="8675">
                  <c:v>45019</c:v>
                </c:pt>
                <c:pt idx="8676">
                  <c:v>45020</c:v>
                </c:pt>
                <c:pt idx="8677">
                  <c:v>45021</c:v>
                </c:pt>
                <c:pt idx="8678">
                  <c:v>45022</c:v>
                </c:pt>
                <c:pt idx="8679">
                  <c:v>45023</c:v>
                </c:pt>
                <c:pt idx="8680">
                  <c:v>45026</c:v>
                </c:pt>
                <c:pt idx="8681">
                  <c:v>45027</c:v>
                </c:pt>
                <c:pt idx="8682">
                  <c:v>45028</c:v>
                </c:pt>
                <c:pt idx="8683">
                  <c:v>45029</c:v>
                </c:pt>
                <c:pt idx="8684">
                  <c:v>45030</c:v>
                </c:pt>
                <c:pt idx="8685">
                  <c:v>45033</c:v>
                </c:pt>
                <c:pt idx="8686">
                  <c:v>45034</c:v>
                </c:pt>
                <c:pt idx="8687">
                  <c:v>45035</c:v>
                </c:pt>
                <c:pt idx="8688">
                  <c:v>45036</c:v>
                </c:pt>
                <c:pt idx="8689">
                  <c:v>45037</c:v>
                </c:pt>
                <c:pt idx="8690">
                  <c:v>45040</c:v>
                </c:pt>
                <c:pt idx="8691">
                  <c:v>45041</c:v>
                </c:pt>
                <c:pt idx="8692">
                  <c:v>45042</c:v>
                </c:pt>
                <c:pt idx="8693">
                  <c:v>45043</c:v>
                </c:pt>
                <c:pt idx="8694">
                  <c:v>45044</c:v>
                </c:pt>
                <c:pt idx="8695">
                  <c:v>45047</c:v>
                </c:pt>
                <c:pt idx="8696">
                  <c:v>45048</c:v>
                </c:pt>
                <c:pt idx="8697">
                  <c:v>45049</c:v>
                </c:pt>
                <c:pt idx="8698">
                  <c:v>45050</c:v>
                </c:pt>
                <c:pt idx="8699">
                  <c:v>45051</c:v>
                </c:pt>
                <c:pt idx="8700">
                  <c:v>45054</c:v>
                </c:pt>
                <c:pt idx="8701">
                  <c:v>45055</c:v>
                </c:pt>
                <c:pt idx="8702">
                  <c:v>45056</c:v>
                </c:pt>
                <c:pt idx="8703">
                  <c:v>45057</c:v>
                </c:pt>
                <c:pt idx="8704">
                  <c:v>45058</c:v>
                </c:pt>
                <c:pt idx="8705">
                  <c:v>45061</c:v>
                </c:pt>
                <c:pt idx="8706">
                  <c:v>45062</c:v>
                </c:pt>
                <c:pt idx="8707">
                  <c:v>45063</c:v>
                </c:pt>
                <c:pt idx="8708">
                  <c:v>45064</c:v>
                </c:pt>
                <c:pt idx="8709">
                  <c:v>45065</c:v>
                </c:pt>
                <c:pt idx="8710">
                  <c:v>45068</c:v>
                </c:pt>
                <c:pt idx="8711">
                  <c:v>45069</c:v>
                </c:pt>
                <c:pt idx="8712">
                  <c:v>45070</c:v>
                </c:pt>
                <c:pt idx="8713">
                  <c:v>45071</c:v>
                </c:pt>
                <c:pt idx="8714">
                  <c:v>45072</c:v>
                </c:pt>
                <c:pt idx="8715">
                  <c:v>45075</c:v>
                </c:pt>
                <c:pt idx="8716">
                  <c:v>45076</c:v>
                </c:pt>
                <c:pt idx="8717">
                  <c:v>45077</c:v>
                </c:pt>
                <c:pt idx="8718">
                  <c:v>45078</c:v>
                </c:pt>
                <c:pt idx="8719">
                  <c:v>45079</c:v>
                </c:pt>
                <c:pt idx="8720">
                  <c:v>45082</c:v>
                </c:pt>
                <c:pt idx="8721">
                  <c:v>45083</c:v>
                </c:pt>
                <c:pt idx="8722">
                  <c:v>45084</c:v>
                </c:pt>
                <c:pt idx="8723">
                  <c:v>45085</c:v>
                </c:pt>
                <c:pt idx="8724">
                  <c:v>45086</c:v>
                </c:pt>
                <c:pt idx="8725">
                  <c:v>45089</c:v>
                </c:pt>
                <c:pt idx="8726">
                  <c:v>45090</c:v>
                </c:pt>
                <c:pt idx="8727">
                  <c:v>45091</c:v>
                </c:pt>
                <c:pt idx="8728">
                  <c:v>45092</c:v>
                </c:pt>
                <c:pt idx="8729">
                  <c:v>45093</c:v>
                </c:pt>
                <c:pt idx="8730">
                  <c:v>45096</c:v>
                </c:pt>
                <c:pt idx="8731">
                  <c:v>45097</c:v>
                </c:pt>
                <c:pt idx="8732">
                  <c:v>45098</c:v>
                </c:pt>
                <c:pt idx="8733">
                  <c:v>45099</c:v>
                </c:pt>
                <c:pt idx="8734">
                  <c:v>45100</c:v>
                </c:pt>
                <c:pt idx="8735">
                  <c:v>45103</c:v>
                </c:pt>
                <c:pt idx="8736">
                  <c:v>45104</c:v>
                </c:pt>
                <c:pt idx="8737">
                  <c:v>45105</c:v>
                </c:pt>
                <c:pt idx="8738">
                  <c:v>45106</c:v>
                </c:pt>
                <c:pt idx="8739">
                  <c:v>45107</c:v>
                </c:pt>
                <c:pt idx="8740">
                  <c:v>45110</c:v>
                </c:pt>
                <c:pt idx="8741">
                  <c:v>45111</c:v>
                </c:pt>
                <c:pt idx="8742">
                  <c:v>45112</c:v>
                </c:pt>
                <c:pt idx="8743">
                  <c:v>45113</c:v>
                </c:pt>
                <c:pt idx="8744">
                  <c:v>45114</c:v>
                </c:pt>
                <c:pt idx="8745">
                  <c:v>45117</c:v>
                </c:pt>
                <c:pt idx="8746">
                  <c:v>45118</c:v>
                </c:pt>
                <c:pt idx="8747">
                  <c:v>45119</c:v>
                </c:pt>
                <c:pt idx="8748">
                  <c:v>45120</c:v>
                </c:pt>
                <c:pt idx="8749">
                  <c:v>45121</c:v>
                </c:pt>
                <c:pt idx="8750">
                  <c:v>45124</c:v>
                </c:pt>
                <c:pt idx="8751">
                  <c:v>45125</c:v>
                </c:pt>
                <c:pt idx="8752">
                  <c:v>45126</c:v>
                </c:pt>
                <c:pt idx="8753">
                  <c:v>45127</c:v>
                </c:pt>
                <c:pt idx="8754">
                  <c:v>45128</c:v>
                </c:pt>
                <c:pt idx="8755">
                  <c:v>45131</c:v>
                </c:pt>
                <c:pt idx="8756">
                  <c:v>45132</c:v>
                </c:pt>
                <c:pt idx="8757">
                  <c:v>45133</c:v>
                </c:pt>
                <c:pt idx="8758">
                  <c:v>45134</c:v>
                </c:pt>
                <c:pt idx="8759">
                  <c:v>45135</c:v>
                </c:pt>
                <c:pt idx="8760">
                  <c:v>45138</c:v>
                </c:pt>
                <c:pt idx="8761">
                  <c:v>45139</c:v>
                </c:pt>
                <c:pt idx="8762">
                  <c:v>45140</c:v>
                </c:pt>
                <c:pt idx="8763">
                  <c:v>45141</c:v>
                </c:pt>
                <c:pt idx="8764">
                  <c:v>45142</c:v>
                </c:pt>
                <c:pt idx="8765">
                  <c:v>45145</c:v>
                </c:pt>
                <c:pt idx="8766">
                  <c:v>45146</c:v>
                </c:pt>
                <c:pt idx="8767">
                  <c:v>45147</c:v>
                </c:pt>
                <c:pt idx="8768">
                  <c:v>45148</c:v>
                </c:pt>
                <c:pt idx="8769">
                  <c:v>45149</c:v>
                </c:pt>
                <c:pt idx="8770">
                  <c:v>45152</c:v>
                </c:pt>
                <c:pt idx="8771">
                  <c:v>45153</c:v>
                </c:pt>
                <c:pt idx="8772">
                  <c:v>45154</c:v>
                </c:pt>
                <c:pt idx="8773">
                  <c:v>45155</c:v>
                </c:pt>
                <c:pt idx="8774">
                  <c:v>45156</c:v>
                </c:pt>
                <c:pt idx="8775">
                  <c:v>45159</c:v>
                </c:pt>
                <c:pt idx="8776">
                  <c:v>45160</c:v>
                </c:pt>
                <c:pt idx="8777">
                  <c:v>45161</c:v>
                </c:pt>
                <c:pt idx="8778">
                  <c:v>45162</c:v>
                </c:pt>
                <c:pt idx="8779">
                  <c:v>45163</c:v>
                </c:pt>
                <c:pt idx="8780">
                  <c:v>45166</c:v>
                </c:pt>
                <c:pt idx="8781">
                  <c:v>45167</c:v>
                </c:pt>
                <c:pt idx="8782">
                  <c:v>45168</c:v>
                </c:pt>
                <c:pt idx="8783">
                  <c:v>45169</c:v>
                </c:pt>
                <c:pt idx="8784">
                  <c:v>45170</c:v>
                </c:pt>
                <c:pt idx="8785">
                  <c:v>45173</c:v>
                </c:pt>
                <c:pt idx="8786">
                  <c:v>45174</c:v>
                </c:pt>
                <c:pt idx="8787">
                  <c:v>45175</c:v>
                </c:pt>
                <c:pt idx="8788">
                  <c:v>45176</c:v>
                </c:pt>
                <c:pt idx="8789">
                  <c:v>45177</c:v>
                </c:pt>
                <c:pt idx="8790">
                  <c:v>45180</c:v>
                </c:pt>
                <c:pt idx="8791">
                  <c:v>45181</c:v>
                </c:pt>
                <c:pt idx="8792">
                  <c:v>45182</c:v>
                </c:pt>
                <c:pt idx="8793">
                  <c:v>45183</c:v>
                </c:pt>
                <c:pt idx="8794">
                  <c:v>45184</c:v>
                </c:pt>
                <c:pt idx="8795">
                  <c:v>45187</c:v>
                </c:pt>
                <c:pt idx="8796">
                  <c:v>45188</c:v>
                </c:pt>
                <c:pt idx="8797">
                  <c:v>45189</c:v>
                </c:pt>
                <c:pt idx="8798">
                  <c:v>45190</c:v>
                </c:pt>
                <c:pt idx="8799">
                  <c:v>45191</c:v>
                </c:pt>
                <c:pt idx="8800">
                  <c:v>45194</c:v>
                </c:pt>
                <c:pt idx="8801">
                  <c:v>45195</c:v>
                </c:pt>
                <c:pt idx="8802">
                  <c:v>45196</c:v>
                </c:pt>
                <c:pt idx="8803">
                  <c:v>45197</c:v>
                </c:pt>
                <c:pt idx="8804">
                  <c:v>45198</c:v>
                </c:pt>
                <c:pt idx="8805">
                  <c:v>45201</c:v>
                </c:pt>
                <c:pt idx="8806">
                  <c:v>45202</c:v>
                </c:pt>
                <c:pt idx="8807">
                  <c:v>45203</c:v>
                </c:pt>
                <c:pt idx="8808">
                  <c:v>45204</c:v>
                </c:pt>
                <c:pt idx="8809">
                  <c:v>45205</c:v>
                </c:pt>
                <c:pt idx="8810">
                  <c:v>45208</c:v>
                </c:pt>
                <c:pt idx="8811">
                  <c:v>45209</c:v>
                </c:pt>
                <c:pt idx="8812">
                  <c:v>45210</c:v>
                </c:pt>
                <c:pt idx="8813">
                  <c:v>45211</c:v>
                </c:pt>
                <c:pt idx="8814">
                  <c:v>45212</c:v>
                </c:pt>
                <c:pt idx="8815">
                  <c:v>45215</c:v>
                </c:pt>
                <c:pt idx="8816">
                  <c:v>45216</c:v>
                </c:pt>
                <c:pt idx="8817">
                  <c:v>45217</c:v>
                </c:pt>
                <c:pt idx="8818">
                  <c:v>45218</c:v>
                </c:pt>
                <c:pt idx="8819">
                  <c:v>45219</c:v>
                </c:pt>
                <c:pt idx="8820">
                  <c:v>45222</c:v>
                </c:pt>
                <c:pt idx="8821">
                  <c:v>45223</c:v>
                </c:pt>
                <c:pt idx="8822">
                  <c:v>45224</c:v>
                </c:pt>
                <c:pt idx="8823">
                  <c:v>45225</c:v>
                </c:pt>
                <c:pt idx="8824">
                  <c:v>45226</c:v>
                </c:pt>
                <c:pt idx="8825">
                  <c:v>45229</c:v>
                </c:pt>
                <c:pt idx="8826">
                  <c:v>45230</c:v>
                </c:pt>
                <c:pt idx="8827">
                  <c:v>45231</c:v>
                </c:pt>
                <c:pt idx="8828">
                  <c:v>45232</c:v>
                </c:pt>
                <c:pt idx="8829">
                  <c:v>45233</c:v>
                </c:pt>
                <c:pt idx="8830">
                  <c:v>45236</c:v>
                </c:pt>
                <c:pt idx="8831">
                  <c:v>45237</c:v>
                </c:pt>
                <c:pt idx="8832">
                  <c:v>45238</c:v>
                </c:pt>
                <c:pt idx="8833">
                  <c:v>45239</c:v>
                </c:pt>
                <c:pt idx="8834">
                  <c:v>45240</c:v>
                </c:pt>
                <c:pt idx="8835">
                  <c:v>45243</c:v>
                </c:pt>
                <c:pt idx="8836">
                  <c:v>45244</c:v>
                </c:pt>
                <c:pt idx="8837">
                  <c:v>45245</c:v>
                </c:pt>
                <c:pt idx="8838">
                  <c:v>45246</c:v>
                </c:pt>
                <c:pt idx="8839">
                  <c:v>45247</c:v>
                </c:pt>
                <c:pt idx="8840">
                  <c:v>45250</c:v>
                </c:pt>
                <c:pt idx="8841">
                  <c:v>45251</c:v>
                </c:pt>
                <c:pt idx="8842">
                  <c:v>45252</c:v>
                </c:pt>
                <c:pt idx="8843">
                  <c:v>45253</c:v>
                </c:pt>
                <c:pt idx="8844">
                  <c:v>45254</c:v>
                </c:pt>
                <c:pt idx="8845">
                  <c:v>45257</c:v>
                </c:pt>
                <c:pt idx="8846">
                  <c:v>45258</c:v>
                </c:pt>
                <c:pt idx="8847">
                  <c:v>45259</c:v>
                </c:pt>
                <c:pt idx="8848">
                  <c:v>45260</c:v>
                </c:pt>
                <c:pt idx="8849">
                  <c:v>45261</c:v>
                </c:pt>
                <c:pt idx="8850">
                  <c:v>45264</c:v>
                </c:pt>
                <c:pt idx="8851">
                  <c:v>45265</c:v>
                </c:pt>
                <c:pt idx="8852">
                  <c:v>45266</c:v>
                </c:pt>
                <c:pt idx="8853">
                  <c:v>45267</c:v>
                </c:pt>
                <c:pt idx="8854">
                  <c:v>45268</c:v>
                </c:pt>
                <c:pt idx="8855">
                  <c:v>45271</c:v>
                </c:pt>
                <c:pt idx="8856">
                  <c:v>45272</c:v>
                </c:pt>
                <c:pt idx="8857">
                  <c:v>45273</c:v>
                </c:pt>
                <c:pt idx="8858">
                  <c:v>45274</c:v>
                </c:pt>
                <c:pt idx="8859">
                  <c:v>45275</c:v>
                </c:pt>
                <c:pt idx="8860">
                  <c:v>45278</c:v>
                </c:pt>
                <c:pt idx="8861">
                  <c:v>45279</c:v>
                </c:pt>
                <c:pt idx="8862">
                  <c:v>45280</c:v>
                </c:pt>
                <c:pt idx="8863">
                  <c:v>45281</c:v>
                </c:pt>
                <c:pt idx="8864">
                  <c:v>45282</c:v>
                </c:pt>
                <c:pt idx="8865">
                  <c:v>45285</c:v>
                </c:pt>
                <c:pt idx="8866">
                  <c:v>45286</c:v>
                </c:pt>
                <c:pt idx="8867">
                  <c:v>45287</c:v>
                </c:pt>
                <c:pt idx="8868">
                  <c:v>45288</c:v>
                </c:pt>
                <c:pt idx="8869">
                  <c:v>45289</c:v>
                </c:pt>
                <c:pt idx="8870">
                  <c:v>45292</c:v>
                </c:pt>
                <c:pt idx="8871">
                  <c:v>45293</c:v>
                </c:pt>
                <c:pt idx="8872">
                  <c:v>45294</c:v>
                </c:pt>
                <c:pt idx="8873">
                  <c:v>45295</c:v>
                </c:pt>
                <c:pt idx="8874">
                  <c:v>45296</c:v>
                </c:pt>
                <c:pt idx="8875">
                  <c:v>45299</c:v>
                </c:pt>
                <c:pt idx="8876">
                  <c:v>45300</c:v>
                </c:pt>
                <c:pt idx="8877">
                  <c:v>45301</c:v>
                </c:pt>
                <c:pt idx="8878">
                  <c:v>45302</c:v>
                </c:pt>
                <c:pt idx="8879">
                  <c:v>45303</c:v>
                </c:pt>
                <c:pt idx="8880">
                  <c:v>45306</c:v>
                </c:pt>
                <c:pt idx="8881">
                  <c:v>45307</c:v>
                </c:pt>
                <c:pt idx="8882">
                  <c:v>45308</c:v>
                </c:pt>
                <c:pt idx="8883">
                  <c:v>45309</c:v>
                </c:pt>
                <c:pt idx="8884">
                  <c:v>45310</c:v>
                </c:pt>
                <c:pt idx="8885">
                  <c:v>45313</c:v>
                </c:pt>
                <c:pt idx="8886">
                  <c:v>45314</c:v>
                </c:pt>
                <c:pt idx="8887">
                  <c:v>45315</c:v>
                </c:pt>
                <c:pt idx="8888">
                  <c:v>45316</c:v>
                </c:pt>
                <c:pt idx="8889">
                  <c:v>45317</c:v>
                </c:pt>
                <c:pt idx="8890">
                  <c:v>45320</c:v>
                </c:pt>
                <c:pt idx="8891">
                  <c:v>45321</c:v>
                </c:pt>
                <c:pt idx="8892">
                  <c:v>45322</c:v>
                </c:pt>
                <c:pt idx="8893">
                  <c:v>45323</c:v>
                </c:pt>
                <c:pt idx="8894">
                  <c:v>45324</c:v>
                </c:pt>
                <c:pt idx="8895">
                  <c:v>45327</c:v>
                </c:pt>
                <c:pt idx="8896">
                  <c:v>45328</c:v>
                </c:pt>
                <c:pt idx="8897">
                  <c:v>45329</c:v>
                </c:pt>
                <c:pt idx="8898">
                  <c:v>45330</c:v>
                </c:pt>
                <c:pt idx="8899">
                  <c:v>45331</c:v>
                </c:pt>
                <c:pt idx="8900">
                  <c:v>45334</c:v>
                </c:pt>
                <c:pt idx="8901">
                  <c:v>45335</c:v>
                </c:pt>
                <c:pt idx="8902">
                  <c:v>45336</c:v>
                </c:pt>
                <c:pt idx="8903">
                  <c:v>45337</c:v>
                </c:pt>
                <c:pt idx="8904">
                  <c:v>45338</c:v>
                </c:pt>
                <c:pt idx="8905">
                  <c:v>45341</c:v>
                </c:pt>
                <c:pt idx="8906">
                  <c:v>45342</c:v>
                </c:pt>
                <c:pt idx="8907">
                  <c:v>45343</c:v>
                </c:pt>
                <c:pt idx="8908">
                  <c:v>45344</c:v>
                </c:pt>
                <c:pt idx="8909">
                  <c:v>45345</c:v>
                </c:pt>
                <c:pt idx="8910">
                  <c:v>45348</c:v>
                </c:pt>
                <c:pt idx="8911">
                  <c:v>45349</c:v>
                </c:pt>
                <c:pt idx="8912">
                  <c:v>45350</c:v>
                </c:pt>
                <c:pt idx="8913">
                  <c:v>45351</c:v>
                </c:pt>
                <c:pt idx="8914">
                  <c:v>45352</c:v>
                </c:pt>
                <c:pt idx="8915">
                  <c:v>45355</c:v>
                </c:pt>
                <c:pt idx="8916">
                  <c:v>45356</c:v>
                </c:pt>
                <c:pt idx="8917">
                  <c:v>45357</c:v>
                </c:pt>
                <c:pt idx="8918">
                  <c:v>45358</c:v>
                </c:pt>
                <c:pt idx="8919">
                  <c:v>45359</c:v>
                </c:pt>
                <c:pt idx="8920">
                  <c:v>45362</c:v>
                </c:pt>
                <c:pt idx="8921">
                  <c:v>45363</c:v>
                </c:pt>
                <c:pt idx="8922">
                  <c:v>45364</c:v>
                </c:pt>
                <c:pt idx="8923">
                  <c:v>45365</c:v>
                </c:pt>
                <c:pt idx="8924">
                  <c:v>45366</c:v>
                </c:pt>
                <c:pt idx="8925">
                  <c:v>45369</c:v>
                </c:pt>
                <c:pt idx="8926">
                  <c:v>45370</c:v>
                </c:pt>
                <c:pt idx="8927">
                  <c:v>45371</c:v>
                </c:pt>
                <c:pt idx="8928">
                  <c:v>45372</c:v>
                </c:pt>
                <c:pt idx="8929">
                  <c:v>45373</c:v>
                </c:pt>
                <c:pt idx="8930">
                  <c:v>45376</c:v>
                </c:pt>
                <c:pt idx="8931">
                  <c:v>45377</c:v>
                </c:pt>
                <c:pt idx="8932">
                  <c:v>45378</c:v>
                </c:pt>
                <c:pt idx="8933">
                  <c:v>45379</c:v>
                </c:pt>
                <c:pt idx="8934">
                  <c:v>45380</c:v>
                </c:pt>
                <c:pt idx="8935">
                  <c:v>45383</c:v>
                </c:pt>
                <c:pt idx="8936">
                  <c:v>45384</c:v>
                </c:pt>
                <c:pt idx="8937">
                  <c:v>45385</c:v>
                </c:pt>
                <c:pt idx="8938">
                  <c:v>45386</c:v>
                </c:pt>
                <c:pt idx="8939">
                  <c:v>45387</c:v>
                </c:pt>
                <c:pt idx="8940">
                  <c:v>45390</c:v>
                </c:pt>
                <c:pt idx="8941">
                  <c:v>45391</c:v>
                </c:pt>
                <c:pt idx="8942">
                  <c:v>45392</c:v>
                </c:pt>
                <c:pt idx="8943">
                  <c:v>45393</c:v>
                </c:pt>
                <c:pt idx="8944">
                  <c:v>45394</c:v>
                </c:pt>
                <c:pt idx="8945">
                  <c:v>45397</c:v>
                </c:pt>
                <c:pt idx="8946">
                  <c:v>45398</c:v>
                </c:pt>
                <c:pt idx="8947">
                  <c:v>45399</c:v>
                </c:pt>
                <c:pt idx="8948">
                  <c:v>45400</c:v>
                </c:pt>
                <c:pt idx="8949">
                  <c:v>45401</c:v>
                </c:pt>
                <c:pt idx="8950">
                  <c:v>45404</c:v>
                </c:pt>
                <c:pt idx="8951">
                  <c:v>45405</c:v>
                </c:pt>
                <c:pt idx="8952">
                  <c:v>45406</c:v>
                </c:pt>
                <c:pt idx="8953">
                  <c:v>45407</c:v>
                </c:pt>
                <c:pt idx="8954">
                  <c:v>45408</c:v>
                </c:pt>
                <c:pt idx="8955">
                  <c:v>45411</c:v>
                </c:pt>
                <c:pt idx="8956">
                  <c:v>45412</c:v>
                </c:pt>
                <c:pt idx="8957">
                  <c:v>45413</c:v>
                </c:pt>
                <c:pt idx="8958">
                  <c:v>45414</c:v>
                </c:pt>
                <c:pt idx="8959">
                  <c:v>45415</c:v>
                </c:pt>
                <c:pt idx="8960">
                  <c:v>45418</c:v>
                </c:pt>
                <c:pt idx="8961">
                  <c:v>45419</c:v>
                </c:pt>
                <c:pt idx="8962">
                  <c:v>45420</c:v>
                </c:pt>
                <c:pt idx="8963">
                  <c:v>45421</c:v>
                </c:pt>
                <c:pt idx="8964">
                  <c:v>45422</c:v>
                </c:pt>
                <c:pt idx="8965">
                  <c:v>45425</c:v>
                </c:pt>
                <c:pt idx="8966">
                  <c:v>45426</c:v>
                </c:pt>
                <c:pt idx="8967">
                  <c:v>45427</c:v>
                </c:pt>
                <c:pt idx="8968">
                  <c:v>45428</c:v>
                </c:pt>
                <c:pt idx="8969">
                  <c:v>45429</c:v>
                </c:pt>
                <c:pt idx="8970">
                  <c:v>45432</c:v>
                </c:pt>
                <c:pt idx="8971">
                  <c:v>45433</c:v>
                </c:pt>
                <c:pt idx="8972">
                  <c:v>45434</c:v>
                </c:pt>
                <c:pt idx="8973">
                  <c:v>45435</c:v>
                </c:pt>
                <c:pt idx="8974">
                  <c:v>45436</c:v>
                </c:pt>
                <c:pt idx="8975">
                  <c:v>45439</c:v>
                </c:pt>
                <c:pt idx="8976">
                  <c:v>45440</c:v>
                </c:pt>
                <c:pt idx="8977">
                  <c:v>45441</c:v>
                </c:pt>
                <c:pt idx="8978">
                  <c:v>45442</c:v>
                </c:pt>
                <c:pt idx="8979">
                  <c:v>45443</c:v>
                </c:pt>
                <c:pt idx="8980">
                  <c:v>45446</c:v>
                </c:pt>
                <c:pt idx="8981">
                  <c:v>45447</c:v>
                </c:pt>
                <c:pt idx="8982">
                  <c:v>45448</c:v>
                </c:pt>
                <c:pt idx="8983">
                  <c:v>45449</c:v>
                </c:pt>
                <c:pt idx="8984">
                  <c:v>45450</c:v>
                </c:pt>
                <c:pt idx="8985">
                  <c:v>45453</c:v>
                </c:pt>
                <c:pt idx="8986">
                  <c:v>45454</c:v>
                </c:pt>
                <c:pt idx="8987">
                  <c:v>45455</c:v>
                </c:pt>
                <c:pt idx="8988">
                  <c:v>45456</c:v>
                </c:pt>
                <c:pt idx="8989">
                  <c:v>45457</c:v>
                </c:pt>
                <c:pt idx="8990">
                  <c:v>45460</c:v>
                </c:pt>
                <c:pt idx="8991">
                  <c:v>45461</c:v>
                </c:pt>
                <c:pt idx="8992">
                  <c:v>45462</c:v>
                </c:pt>
                <c:pt idx="8993">
                  <c:v>45463</c:v>
                </c:pt>
                <c:pt idx="8994">
                  <c:v>45464</c:v>
                </c:pt>
                <c:pt idx="8995">
                  <c:v>45467</c:v>
                </c:pt>
                <c:pt idx="8996">
                  <c:v>45468</c:v>
                </c:pt>
                <c:pt idx="8997">
                  <c:v>45469</c:v>
                </c:pt>
                <c:pt idx="8998">
                  <c:v>45470</c:v>
                </c:pt>
                <c:pt idx="8999">
                  <c:v>45471</c:v>
                </c:pt>
                <c:pt idx="9000">
                  <c:v>45474</c:v>
                </c:pt>
                <c:pt idx="9001">
                  <c:v>45475</c:v>
                </c:pt>
                <c:pt idx="9002">
                  <c:v>45476</c:v>
                </c:pt>
                <c:pt idx="9003">
                  <c:v>45477</c:v>
                </c:pt>
                <c:pt idx="9004">
                  <c:v>45478</c:v>
                </c:pt>
                <c:pt idx="9005">
                  <c:v>45481</c:v>
                </c:pt>
                <c:pt idx="9006">
                  <c:v>45482</c:v>
                </c:pt>
                <c:pt idx="9007">
                  <c:v>45483</c:v>
                </c:pt>
                <c:pt idx="9008">
                  <c:v>45484</c:v>
                </c:pt>
                <c:pt idx="9009">
                  <c:v>45485</c:v>
                </c:pt>
                <c:pt idx="9010">
                  <c:v>45488</c:v>
                </c:pt>
                <c:pt idx="9011">
                  <c:v>45489</c:v>
                </c:pt>
                <c:pt idx="9012">
                  <c:v>45490</c:v>
                </c:pt>
                <c:pt idx="9013">
                  <c:v>45491</c:v>
                </c:pt>
                <c:pt idx="9014">
                  <c:v>45492</c:v>
                </c:pt>
                <c:pt idx="9015">
                  <c:v>45495</c:v>
                </c:pt>
                <c:pt idx="9016">
                  <c:v>45496</c:v>
                </c:pt>
                <c:pt idx="9017">
                  <c:v>45497</c:v>
                </c:pt>
                <c:pt idx="9018">
                  <c:v>45498</c:v>
                </c:pt>
                <c:pt idx="9019">
                  <c:v>45499</c:v>
                </c:pt>
                <c:pt idx="9020">
                  <c:v>45502</c:v>
                </c:pt>
                <c:pt idx="9021">
                  <c:v>45503</c:v>
                </c:pt>
                <c:pt idx="9022">
                  <c:v>45504</c:v>
                </c:pt>
                <c:pt idx="9023">
                  <c:v>45505</c:v>
                </c:pt>
                <c:pt idx="9024">
                  <c:v>45506</c:v>
                </c:pt>
                <c:pt idx="9025">
                  <c:v>45509</c:v>
                </c:pt>
                <c:pt idx="9026">
                  <c:v>45510</c:v>
                </c:pt>
                <c:pt idx="9027">
                  <c:v>45511</c:v>
                </c:pt>
                <c:pt idx="9028">
                  <c:v>45512</c:v>
                </c:pt>
                <c:pt idx="9029">
                  <c:v>45513</c:v>
                </c:pt>
                <c:pt idx="9030">
                  <c:v>45516</c:v>
                </c:pt>
                <c:pt idx="9031">
                  <c:v>45517</c:v>
                </c:pt>
                <c:pt idx="9032">
                  <c:v>45518</c:v>
                </c:pt>
                <c:pt idx="9033">
                  <c:v>45519</c:v>
                </c:pt>
                <c:pt idx="9034">
                  <c:v>45520</c:v>
                </c:pt>
                <c:pt idx="9035">
                  <c:v>45523</c:v>
                </c:pt>
                <c:pt idx="9036">
                  <c:v>45524</c:v>
                </c:pt>
                <c:pt idx="9037">
                  <c:v>45525</c:v>
                </c:pt>
                <c:pt idx="9038">
                  <c:v>45526</c:v>
                </c:pt>
                <c:pt idx="9039">
                  <c:v>45527</c:v>
                </c:pt>
                <c:pt idx="9040">
                  <c:v>45530</c:v>
                </c:pt>
                <c:pt idx="9041">
                  <c:v>45531</c:v>
                </c:pt>
                <c:pt idx="9042">
                  <c:v>45532</c:v>
                </c:pt>
                <c:pt idx="9043">
                  <c:v>45533</c:v>
                </c:pt>
                <c:pt idx="9044">
                  <c:v>45534</c:v>
                </c:pt>
                <c:pt idx="9045">
                  <c:v>45537</c:v>
                </c:pt>
                <c:pt idx="9046">
                  <c:v>45538</c:v>
                </c:pt>
                <c:pt idx="9047">
                  <c:v>45539</c:v>
                </c:pt>
                <c:pt idx="9048">
                  <c:v>45540</c:v>
                </c:pt>
                <c:pt idx="9049">
                  <c:v>45541</c:v>
                </c:pt>
                <c:pt idx="9050">
                  <c:v>45544</c:v>
                </c:pt>
                <c:pt idx="9051">
                  <c:v>45545</c:v>
                </c:pt>
                <c:pt idx="9052">
                  <c:v>45546</c:v>
                </c:pt>
                <c:pt idx="9053">
                  <c:v>45547</c:v>
                </c:pt>
                <c:pt idx="9054">
                  <c:v>45548</c:v>
                </c:pt>
                <c:pt idx="9055">
                  <c:v>45551</c:v>
                </c:pt>
                <c:pt idx="9056">
                  <c:v>45552</c:v>
                </c:pt>
                <c:pt idx="9057">
                  <c:v>45553</c:v>
                </c:pt>
                <c:pt idx="9058">
                  <c:v>45554</c:v>
                </c:pt>
                <c:pt idx="9059">
                  <c:v>45555</c:v>
                </c:pt>
                <c:pt idx="9060">
                  <c:v>45558</c:v>
                </c:pt>
                <c:pt idx="9061">
                  <c:v>45559</c:v>
                </c:pt>
                <c:pt idx="9062">
                  <c:v>45560</c:v>
                </c:pt>
                <c:pt idx="9063">
                  <c:v>45561</c:v>
                </c:pt>
                <c:pt idx="9064">
                  <c:v>45562</c:v>
                </c:pt>
                <c:pt idx="9065">
                  <c:v>45565</c:v>
                </c:pt>
                <c:pt idx="9066">
                  <c:v>45566</c:v>
                </c:pt>
                <c:pt idx="9067">
                  <c:v>45567</c:v>
                </c:pt>
                <c:pt idx="9068">
                  <c:v>45568</c:v>
                </c:pt>
                <c:pt idx="9069">
                  <c:v>45569</c:v>
                </c:pt>
                <c:pt idx="9070">
                  <c:v>45572</c:v>
                </c:pt>
                <c:pt idx="9071">
                  <c:v>45573</c:v>
                </c:pt>
                <c:pt idx="9072">
                  <c:v>45574</c:v>
                </c:pt>
                <c:pt idx="9073">
                  <c:v>45575</c:v>
                </c:pt>
                <c:pt idx="9074">
                  <c:v>45576</c:v>
                </c:pt>
                <c:pt idx="9075">
                  <c:v>45579</c:v>
                </c:pt>
                <c:pt idx="9076">
                  <c:v>45580</c:v>
                </c:pt>
                <c:pt idx="9077">
                  <c:v>45581</c:v>
                </c:pt>
                <c:pt idx="9078">
                  <c:v>45582</c:v>
                </c:pt>
                <c:pt idx="9079">
                  <c:v>45583</c:v>
                </c:pt>
                <c:pt idx="9080">
                  <c:v>45586</c:v>
                </c:pt>
                <c:pt idx="9081">
                  <c:v>45587</c:v>
                </c:pt>
                <c:pt idx="9082">
                  <c:v>45588</c:v>
                </c:pt>
                <c:pt idx="9083">
                  <c:v>45589</c:v>
                </c:pt>
                <c:pt idx="9084">
                  <c:v>45590</c:v>
                </c:pt>
                <c:pt idx="9085">
                  <c:v>45593</c:v>
                </c:pt>
                <c:pt idx="9086">
                  <c:v>45594</c:v>
                </c:pt>
                <c:pt idx="9087">
                  <c:v>45595</c:v>
                </c:pt>
                <c:pt idx="9088">
                  <c:v>45596</c:v>
                </c:pt>
                <c:pt idx="9089">
                  <c:v>45597</c:v>
                </c:pt>
                <c:pt idx="9090">
                  <c:v>45600</c:v>
                </c:pt>
                <c:pt idx="9091">
                  <c:v>45601</c:v>
                </c:pt>
                <c:pt idx="9092">
                  <c:v>45602</c:v>
                </c:pt>
                <c:pt idx="9093">
                  <c:v>45603</c:v>
                </c:pt>
                <c:pt idx="9094">
                  <c:v>45604</c:v>
                </c:pt>
                <c:pt idx="9095">
                  <c:v>45607</c:v>
                </c:pt>
                <c:pt idx="9096">
                  <c:v>45608</c:v>
                </c:pt>
                <c:pt idx="9097">
                  <c:v>45609</c:v>
                </c:pt>
                <c:pt idx="9098">
                  <c:v>45610</c:v>
                </c:pt>
                <c:pt idx="9099">
                  <c:v>45611</c:v>
                </c:pt>
                <c:pt idx="9100">
                  <c:v>45614</c:v>
                </c:pt>
                <c:pt idx="9101">
                  <c:v>45615</c:v>
                </c:pt>
                <c:pt idx="9102">
                  <c:v>45616</c:v>
                </c:pt>
                <c:pt idx="9103">
                  <c:v>45617</c:v>
                </c:pt>
                <c:pt idx="9104">
                  <c:v>45618</c:v>
                </c:pt>
                <c:pt idx="9105">
                  <c:v>45621</c:v>
                </c:pt>
                <c:pt idx="9106">
                  <c:v>45622</c:v>
                </c:pt>
                <c:pt idx="9107">
                  <c:v>45623</c:v>
                </c:pt>
                <c:pt idx="9108">
                  <c:v>45624</c:v>
                </c:pt>
                <c:pt idx="9109">
                  <c:v>45625</c:v>
                </c:pt>
                <c:pt idx="9110">
                  <c:v>45628</c:v>
                </c:pt>
                <c:pt idx="9111">
                  <c:v>45629</c:v>
                </c:pt>
                <c:pt idx="9112">
                  <c:v>45630</c:v>
                </c:pt>
                <c:pt idx="9113">
                  <c:v>45631</c:v>
                </c:pt>
                <c:pt idx="9114">
                  <c:v>45632</c:v>
                </c:pt>
                <c:pt idx="9115">
                  <c:v>45635</c:v>
                </c:pt>
                <c:pt idx="9116">
                  <c:v>45636</c:v>
                </c:pt>
                <c:pt idx="9117">
                  <c:v>45637</c:v>
                </c:pt>
                <c:pt idx="9118">
                  <c:v>45638</c:v>
                </c:pt>
                <c:pt idx="9119">
                  <c:v>45639</c:v>
                </c:pt>
                <c:pt idx="9120">
                  <c:v>45642</c:v>
                </c:pt>
                <c:pt idx="9121">
                  <c:v>45643</c:v>
                </c:pt>
                <c:pt idx="9122">
                  <c:v>45644</c:v>
                </c:pt>
                <c:pt idx="9123">
                  <c:v>45645</c:v>
                </c:pt>
                <c:pt idx="9124">
                  <c:v>45646</c:v>
                </c:pt>
                <c:pt idx="9125">
                  <c:v>45649</c:v>
                </c:pt>
                <c:pt idx="9126">
                  <c:v>45650</c:v>
                </c:pt>
                <c:pt idx="9127">
                  <c:v>45651</c:v>
                </c:pt>
                <c:pt idx="9128">
                  <c:v>45652</c:v>
                </c:pt>
                <c:pt idx="9129">
                  <c:v>45653</c:v>
                </c:pt>
                <c:pt idx="9130">
                  <c:v>45656</c:v>
                </c:pt>
                <c:pt idx="9131">
                  <c:v>45657</c:v>
                </c:pt>
                <c:pt idx="9132">
                  <c:v>45658</c:v>
                </c:pt>
                <c:pt idx="9133">
                  <c:v>45659</c:v>
                </c:pt>
                <c:pt idx="9134">
                  <c:v>45660</c:v>
                </c:pt>
                <c:pt idx="9135">
                  <c:v>45663</c:v>
                </c:pt>
                <c:pt idx="9136">
                  <c:v>45664</c:v>
                </c:pt>
                <c:pt idx="9137">
                  <c:v>45665</c:v>
                </c:pt>
                <c:pt idx="9138">
                  <c:v>45666</c:v>
                </c:pt>
                <c:pt idx="9139">
                  <c:v>45667</c:v>
                </c:pt>
                <c:pt idx="9140">
                  <c:v>45670</c:v>
                </c:pt>
                <c:pt idx="9141">
                  <c:v>45671</c:v>
                </c:pt>
                <c:pt idx="9142">
                  <c:v>45672</c:v>
                </c:pt>
                <c:pt idx="9143">
                  <c:v>45673</c:v>
                </c:pt>
                <c:pt idx="9144">
                  <c:v>45674</c:v>
                </c:pt>
                <c:pt idx="9145">
                  <c:v>45677</c:v>
                </c:pt>
                <c:pt idx="9146">
                  <c:v>45678</c:v>
                </c:pt>
                <c:pt idx="9147">
                  <c:v>45679</c:v>
                </c:pt>
                <c:pt idx="9148">
                  <c:v>45680</c:v>
                </c:pt>
                <c:pt idx="9149">
                  <c:v>45681</c:v>
                </c:pt>
                <c:pt idx="9150">
                  <c:v>45684</c:v>
                </c:pt>
                <c:pt idx="9151">
                  <c:v>45685</c:v>
                </c:pt>
                <c:pt idx="9152">
                  <c:v>45686</c:v>
                </c:pt>
                <c:pt idx="9153">
                  <c:v>45687</c:v>
                </c:pt>
                <c:pt idx="9154">
                  <c:v>45688</c:v>
                </c:pt>
                <c:pt idx="9155">
                  <c:v>45691</c:v>
                </c:pt>
                <c:pt idx="9156">
                  <c:v>45692</c:v>
                </c:pt>
                <c:pt idx="9157">
                  <c:v>45693</c:v>
                </c:pt>
                <c:pt idx="9158">
                  <c:v>45694</c:v>
                </c:pt>
                <c:pt idx="9159">
                  <c:v>45695</c:v>
                </c:pt>
                <c:pt idx="9160">
                  <c:v>45698</c:v>
                </c:pt>
                <c:pt idx="9161">
                  <c:v>45699</c:v>
                </c:pt>
                <c:pt idx="9162">
                  <c:v>45700</c:v>
                </c:pt>
                <c:pt idx="9163">
                  <c:v>45701</c:v>
                </c:pt>
                <c:pt idx="9164">
                  <c:v>45702</c:v>
                </c:pt>
                <c:pt idx="9165">
                  <c:v>45705</c:v>
                </c:pt>
                <c:pt idx="9166">
                  <c:v>45706</c:v>
                </c:pt>
                <c:pt idx="9167">
                  <c:v>45707</c:v>
                </c:pt>
                <c:pt idx="9168">
                  <c:v>45708</c:v>
                </c:pt>
                <c:pt idx="9169">
                  <c:v>45709</c:v>
                </c:pt>
                <c:pt idx="9170">
                  <c:v>45712</c:v>
                </c:pt>
                <c:pt idx="9171">
                  <c:v>45713</c:v>
                </c:pt>
                <c:pt idx="9172">
                  <c:v>45714</c:v>
                </c:pt>
                <c:pt idx="9173">
                  <c:v>45715</c:v>
                </c:pt>
                <c:pt idx="9174">
                  <c:v>45716</c:v>
                </c:pt>
                <c:pt idx="9175">
                  <c:v>45719</c:v>
                </c:pt>
                <c:pt idx="9176">
                  <c:v>45720</c:v>
                </c:pt>
                <c:pt idx="9177">
                  <c:v>45721</c:v>
                </c:pt>
                <c:pt idx="9178">
                  <c:v>45722</c:v>
                </c:pt>
                <c:pt idx="9179">
                  <c:v>45723</c:v>
                </c:pt>
                <c:pt idx="9180">
                  <c:v>45726</c:v>
                </c:pt>
                <c:pt idx="9181">
                  <c:v>45727</c:v>
                </c:pt>
                <c:pt idx="9182">
                  <c:v>45728</c:v>
                </c:pt>
                <c:pt idx="9183">
                  <c:v>45729</c:v>
                </c:pt>
                <c:pt idx="9184">
                  <c:v>45730</c:v>
                </c:pt>
                <c:pt idx="9185">
                  <c:v>45733</c:v>
                </c:pt>
                <c:pt idx="9186">
                  <c:v>45734</c:v>
                </c:pt>
                <c:pt idx="9187">
                  <c:v>45735</c:v>
                </c:pt>
                <c:pt idx="9188">
                  <c:v>45736</c:v>
                </c:pt>
                <c:pt idx="9189">
                  <c:v>45737</c:v>
                </c:pt>
                <c:pt idx="9190">
                  <c:v>45740</c:v>
                </c:pt>
                <c:pt idx="9191">
                  <c:v>45741</c:v>
                </c:pt>
                <c:pt idx="9192">
                  <c:v>45742</c:v>
                </c:pt>
                <c:pt idx="9193">
                  <c:v>45743</c:v>
                </c:pt>
                <c:pt idx="9194">
                  <c:v>45744</c:v>
                </c:pt>
                <c:pt idx="9195">
                  <c:v>45747</c:v>
                </c:pt>
                <c:pt idx="9196">
                  <c:v>45748</c:v>
                </c:pt>
                <c:pt idx="9197">
                  <c:v>45749</c:v>
                </c:pt>
                <c:pt idx="9198">
                  <c:v>45750</c:v>
                </c:pt>
                <c:pt idx="9199">
                  <c:v>45751</c:v>
                </c:pt>
                <c:pt idx="9200">
                  <c:v>45754</c:v>
                </c:pt>
                <c:pt idx="9201">
                  <c:v>45755</c:v>
                </c:pt>
                <c:pt idx="9202">
                  <c:v>45756</c:v>
                </c:pt>
                <c:pt idx="9203">
                  <c:v>45757</c:v>
                </c:pt>
                <c:pt idx="9204">
                  <c:v>45758</c:v>
                </c:pt>
                <c:pt idx="9205">
                  <c:v>45761</c:v>
                </c:pt>
                <c:pt idx="9206">
                  <c:v>45762</c:v>
                </c:pt>
                <c:pt idx="9207">
                  <c:v>45763</c:v>
                </c:pt>
                <c:pt idx="9208">
                  <c:v>45764</c:v>
                </c:pt>
                <c:pt idx="9209">
                  <c:v>45765</c:v>
                </c:pt>
                <c:pt idx="9210">
                  <c:v>45768</c:v>
                </c:pt>
                <c:pt idx="9211">
                  <c:v>45769</c:v>
                </c:pt>
                <c:pt idx="9212">
                  <c:v>45770</c:v>
                </c:pt>
                <c:pt idx="9213">
                  <c:v>45771</c:v>
                </c:pt>
                <c:pt idx="9214">
                  <c:v>45772</c:v>
                </c:pt>
                <c:pt idx="9215">
                  <c:v>45775</c:v>
                </c:pt>
                <c:pt idx="9216">
                  <c:v>45776</c:v>
                </c:pt>
                <c:pt idx="9217">
                  <c:v>45777</c:v>
                </c:pt>
                <c:pt idx="9218">
                  <c:v>45778</c:v>
                </c:pt>
                <c:pt idx="9219">
                  <c:v>45779</c:v>
                </c:pt>
                <c:pt idx="9220">
                  <c:v>45782</c:v>
                </c:pt>
                <c:pt idx="9221">
                  <c:v>45783</c:v>
                </c:pt>
                <c:pt idx="9222">
                  <c:v>45784</c:v>
                </c:pt>
                <c:pt idx="9223">
                  <c:v>45785</c:v>
                </c:pt>
                <c:pt idx="9224">
                  <c:v>45786</c:v>
                </c:pt>
                <c:pt idx="9225">
                  <c:v>45789</c:v>
                </c:pt>
                <c:pt idx="9226">
                  <c:v>45790</c:v>
                </c:pt>
                <c:pt idx="9227">
                  <c:v>45791</c:v>
                </c:pt>
                <c:pt idx="9228">
                  <c:v>45792</c:v>
                </c:pt>
                <c:pt idx="9229">
                  <c:v>45793</c:v>
                </c:pt>
                <c:pt idx="9230">
                  <c:v>45796</c:v>
                </c:pt>
                <c:pt idx="9231">
                  <c:v>45797</c:v>
                </c:pt>
                <c:pt idx="9232">
                  <c:v>45798</c:v>
                </c:pt>
                <c:pt idx="9233">
                  <c:v>45799</c:v>
                </c:pt>
                <c:pt idx="9234">
                  <c:v>45800</c:v>
                </c:pt>
                <c:pt idx="9235">
                  <c:v>45803</c:v>
                </c:pt>
                <c:pt idx="9236">
                  <c:v>45804</c:v>
                </c:pt>
                <c:pt idx="9237">
                  <c:v>45805</c:v>
                </c:pt>
                <c:pt idx="9238">
                  <c:v>45806</c:v>
                </c:pt>
                <c:pt idx="9239">
                  <c:v>45807</c:v>
                </c:pt>
                <c:pt idx="9240">
                  <c:v>45810</c:v>
                </c:pt>
                <c:pt idx="9241">
                  <c:v>45811</c:v>
                </c:pt>
                <c:pt idx="9242">
                  <c:v>45812</c:v>
                </c:pt>
                <c:pt idx="9243">
                  <c:v>45813</c:v>
                </c:pt>
                <c:pt idx="9244">
                  <c:v>45814</c:v>
                </c:pt>
                <c:pt idx="9245">
                  <c:v>45817</c:v>
                </c:pt>
                <c:pt idx="9246">
                  <c:v>45818</c:v>
                </c:pt>
                <c:pt idx="9247">
                  <c:v>45819</c:v>
                </c:pt>
                <c:pt idx="9248">
                  <c:v>45820</c:v>
                </c:pt>
                <c:pt idx="9249">
                  <c:v>45821</c:v>
                </c:pt>
                <c:pt idx="9250">
                  <c:v>45824</c:v>
                </c:pt>
                <c:pt idx="9251">
                  <c:v>45825</c:v>
                </c:pt>
                <c:pt idx="9252">
                  <c:v>45826</c:v>
                </c:pt>
                <c:pt idx="9253">
                  <c:v>45827</c:v>
                </c:pt>
                <c:pt idx="9254">
                  <c:v>45828</c:v>
                </c:pt>
                <c:pt idx="9255">
                  <c:v>45831</c:v>
                </c:pt>
                <c:pt idx="9256">
                  <c:v>45832</c:v>
                </c:pt>
                <c:pt idx="9257">
                  <c:v>45833</c:v>
                </c:pt>
                <c:pt idx="9258">
                  <c:v>45834</c:v>
                </c:pt>
                <c:pt idx="9259">
                  <c:v>45835</c:v>
                </c:pt>
                <c:pt idx="9260">
                  <c:v>45838</c:v>
                </c:pt>
                <c:pt idx="9261">
                  <c:v>45839</c:v>
                </c:pt>
                <c:pt idx="9262">
                  <c:v>45840</c:v>
                </c:pt>
                <c:pt idx="9263">
                  <c:v>45841</c:v>
                </c:pt>
                <c:pt idx="9264">
                  <c:v>45842</c:v>
                </c:pt>
                <c:pt idx="9265">
                  <c:v>45845</c:v>
                </c:pt>
                <c:pt idx="9266">
                  <c:v>45846</c:v>
                </c:pt>
                <c:pt idx="9267">
                  <c:v>45847</c:v>
                </c:pt>
                <c:pt idx="9268">
                  <c:v>45848</c:v>
                </c:pt>
                <c:pt idx="9269">
                  <c:v>45849</c:v>
                </c:pt>
                <c:pt idx="9270">
                  <c:v>45852</c:v>
                </c:pt>
                <c:pt idx="9271">
                  <c:v>45853</c:v>
                </c:pt>
                <c:pt idx="9272">
                  <c:v>45854</c:v>
                </c:pt>
                <c:pt idx="9273">
                  <c:v>45855</c:v>
                </c:pt>
                <c:pt idx="9274">
                  <c:v>45856</c:v>
                </c:pt>
                <c:pt idx="9275">
                  <c:v>45859</c:v>
                </c:pt>
                <c:pt idx="9276">
                  <c:v>45860</c:v>
                </c:pt>
                <c:pt idx="9277">
                  <c:v>45861</c:v>
                </c:pt>
                <c:pt idx="9278">
                  <c:v>45862</c:v>
                </c:pt>
                <c:pt idx="9279">
                  <c:v>45863</c:v>
                </c:pt>
                <c:pt idx="9280">
                  <c:v>45866</c:v>
                </c:pt>
                <c:pt idx="9281">
                  <c:v>45867</c:v>
                </c:pt>
                <c:pt idx="9282">
                  <c:v>45868</c:v>
                </c:pt>
                <c:pt idx="9283">
                  <c:v>45869</c:v>
                </c:pt>
                <c:pt idx="9284">
                  <c:v>45870</c:v>
                </c:pt>
                <c:pt idx="9285">
                  <c:v>45873</c:v>
                </c:pt>
                <c:pt idx="9286">
                  <c:v>45874</c:v>
                </c:pt>
                <c:pt idx="9287">
                  <c:v>45875</c:v>
                </c:pt>
                <c:pt idx="9288">
                  <c:v>45876</c:v>
                </c:pt>
                <c:pt idx="9289">
                  <c:v>45877</c:v>
                </c:pt>
                <c:pt idx="9290">
                  <c:v>45880</c:v>
                </c:pt>
                <c:pt idx="9291">
                  <c:v>45881</c:v>
                </c:pt>
                <c:pt idx="9292">
                  <c:v>45882</c:v>
                </c:pt>
                <c:pt idx="9293">
                  <c:v>45883</c:v>
                </c:pt>
                <c:pt idx="9294">
                  <c:v>45884</c:v>
                </c:pt>
                <c:pt idx="9295">
                  <c:v>45887</c:v>
                </c:pt>
                <c:pt idx="9296">
                  <c:v>45888</c:v>
                </c:pt>
                <c:pt idx="9297">
                  <c:v>45889</c:v>
                </c:pt>
                <c:pt idx="9298">
                  <c:v>45890</c:v>
                </c:pt>
                <c:pt idx="9299">
                  <c:v>45891</c:v>
                </c:pt>
                <c:pt idx="9300">
                  <c:v>45894</c:v>
                </c:pt>
                <c:pt idx="9301">
                  <c:v>45895</c:v>
                </c:pt>
                <c:pt idx="9302">
                  <c:v>45896</c:v>
                </c:pt>
                <c:pt idx="9303">
                  <c:v>45897</c:v>
                </c:pt>
                <c:pt idx="9304">
                  <c:v>45898</c:v>
                </c:pt>
                <c:pt idx="9305">
                  <c:v>45901</c:v>
                </c:pt>
                <c:pt idx="9306">
                  <c:v>45902</c:v>
                </c:pt>
                <c:pt idx="9307">
                  <c:v>45903</c:v>
                </c:pt>
                <c:pt idx="9308">
                  <c:v>45904</c:v>
                </c:pt>
                <c:pt idx="9309">
                  <c:v>45905</c:v>
                </c:pt>
                <c:pt idx="9310">
                  <c:v>45908</c:v>
                </c:pt>
                <c:pt idx="9311">
                  <c:v>45909</c:v>
                </c:pt>
                <c:pt idx="9312">
                  <c:v>45910</c:v>
                </c:pt>
                <c:pt idx="9313">
                  <c:v>45911</c:v>
                </c:pt>
                <c:pt idx="9314">
                  <c:v>45912</c:v>
                </c:pt>
                <c:pt idx="9315">
                  <c:v>45915</c:v>
                </c:pt>
                <c:pt idx="9316">
                  <c:v>45916</c:v>
                </c:pt>
                <c:pt idx="9317">
                  <c:v>45917</c:v>
                </c:pt>
                <c:pt idx="9318">
                  <c:v>45918</c:v>
                </c:pt>
                <c:pt idx="9319">
                  <c:v>45919</c:v>
                </c:pt>
                <c:pt idx="9320">
                  <c:v>45922</c:v>
                </c:pt>
                <c:pt idx="9321">
                  <c:v>45923</c:v>
                </c:pt>
                <c:pt idx="9322">
                  <c:v>45924</c:v>
                </c:pt>
                <c:pt idx="9323">
                  <c:v>45925</c:v>
                </c:pt>
                <c:pt idx="9324">
                  <c:v>45926</c:v>
                </c:pt>
                <c:pt idx="9325">
                  <c:v>45929</c:v>
                </c:pt>
                <c:pt idx="9326">
                  <c:v>45930</c:v>
                </c:pt>
                <c:pt idx="9327">
                  <c:v>45931</c:v>
                </c:pt>
                <c:pt idx="9328">
                  <c:v>45932</c:v>
                </c:pt>
                <c:pt idx="9329">
                  <c:v>45933</c:v>
                </c:pt>
                <c:pt idx="9330">
                  <c:v>45936</c:v>
                </c:pt>
                <c:pt idx="9331">
                  <c:v>45937</c:v>
                </c:pt>
                <c:pt idx="9332">
                  <c:v>45938</c:v>
                </c:pt>
                <c:pt idx="9333">
                  <c:v>45939</c:v>
                </c:pt>
                <c:pt idx="9334">
                  <c:v>45940</c:v>
                </c:pt>
                <c:pt idx="9335">
                  <c:v>45943</c:v>
                </c:pt>
                <c:pt idx="9336">
                  <c:v>45944</c:v>
                </c:pt>
                <c:pt idx="9337">
                  <c:v>45945</c:v>
                </c:pt>
                <c:pt idx="9338">
                  <c:v>45946</c:v>
                </c:pt>
                <c:pt idx="9339">
                  <c:v>45947</c:v>
                </c:pt>
                <c:pt idx="9340">
                  <c:v>45950</c:v>
                </c:pt>
                <c:pt idx="9341">
                  <c:v>45951</c:v>
                </c:pt>
                <c:pt idx="9342">
                  <c:v>45952</c:v>
                </c:pt>
                <c:pt idx="9343">
                  <c:v>45953</c:v>
                </c:pt>
                <c:pt idx="9344">
                  <c:v>45954</c:v>
                </c:pt>
                <c:pt idx="9345">
                  <c:v>45957</c:v>
                </c:pt>
                <c:pt idx="9346">
                  <c:v>45958</c:v>
                </c:pt>
                <c:pt idx="9347">
                  <c:v>45959</c:v>
                </c:pt>
                <c:pt idx="9348">
                  <c:v>45960</c:v>
                </c:pt>
                <c:pt idx="9349">
                  <c:v>45961</c:v>
                </c:pt>
                <c:pt idx="9350">
                  <c:v>45964</c:v>
                </c:pt>
                <c:pt idx="9351">
                  <c:v>45965</c:v>
                </c:pt>
                <c:pt idx="9352">
                  <c:v>45966</c:v>
                </c:pt>
                <c:pt idx="9353">
                  <c:v>45967</c:v>
                </c:pt>
                <c:pt idx="9354">
                  <c:v>45968</c:v>
                </c:pt>
                <c:pt idx="9355">
                  <c:v>45971</c:v>
                </c:pt>
                <c:pt idx="9356">
                  <c:v>45972</c:v>
                </c:pt>
                <c:pt idx="9357">
                  <c:v>45973</c:v>
                </c:pt>
                <c:pt idx="9358">
                  <c:v>45974</c:v>
                </c:pt>
                <c:pt idx="9359">
                  <c:v>45975</c:v>
                </c:pt>
                <c:pt idx="9360">
                  <c:v>45978</c:v>
                </c:pt>
                <c:pt idx="9361">
                  <c:v>45979</c:v>
                </c:pt>
                <c:pt idx="9362">
                  <c:v>45980</c:v>
                </c:pt>
                <c:pt idx="9363">
                  <c:v>45981</c:v>
                </c:pt>
                <c:pt idx="9364">
                  <c:v>45982</c:v>
                </c:pt>
                <c:pt idx="9365">
                  <c:v>45985</c:v>
                </c:pt>
                <c:pt idx="9366">
                  <c:v>45986</c:v>
                </c:pt>
                <c:pt idx="9367">
                  <c:v>45987</c:v>
                </c:pt>
                <c:pt idx="9368">
                  <c:v>45988</c:v>
                </c:pt>
                <c:pt idx="9369">
                  <c:v>45989</c:v>
                </c:pt>
                <c:pt idx="9370">
                  <c:v>45992</c:v>
                </c:pt>
                <c:pt idx="9371">
                  <c:v>45993</c:v>
                </c:pt>
                <c:pt idx="9372">
                  <c:v>45994</c:v>
                </c:pt>
                <c:pt idx="9373">
                  <c:v>45995</c:v>
                </c:pt>
                <c:pt idx="9374">
                  <c:v>45996</c:v>
                </c:pt>
                <c:pt idx="9375">
                  <c:v>45999</c:v>
                </c:pt>
                <c:pt idx="9376">
                  <c:v>46000</c:v>
                </c:pt>
                <c:pt idx="9377">
                  <c:v>46001</c:v>
                </c:pt>
                <c:pt idx="9378">
                  <c:v>46002</c:v>
                </c:pt>
                <c:pt idx="9379">
                  <c:v>46003</c:v>
                </c:pt>
                <c:pt idx="9380">
                  <c:v>46006</c:v>
                </c:pt>
                <c:pt idx="9381">
                  <c:v>46007</c:v>
                </c:pt>
                <c:pt idx="9382">
                  <c:v>46008</c:v>
                </c:pt>
                <c:pt idx="9383">
                  <c:v>46009</c:v>
                </c:pt>
                <c:pt idx="9384">
                  <c:v>46010</c:v>
                </c:pt>
                <c:pt idx="9385">
                  <c:v>46013</c:v>
                </c:pt>
                <c:pt idx="9386">
                  <c:v>46014</c:v>
                </c:pt>
                <c:pt idx="9387">
                  <c:v>46015</c:v>
                </c:pt>
                <c:pt idx="9388">
                  <c:v>46016</c:v>
                </c:pt>
                <c:pt idx="9389">
                  <c:v>46017</c:v>
                </c:pt>
                <c:pt idx="9390">
                  <c:v>46020</c:v>
                </c:pt>
                <c:pt idx="9391">
                  <c:v>46021</c:v>
                </c:pt>
                <c:pt idx="9392">
                  <c:v>46022</c:v>
                </c:pt>
                <c:pt idx="9393">
                  <c:v>46023</c:v>
                </c:pt>
                <c:pt idx="9394">
                  <c:v>46024</c:v>
                </c:pt>
                <c:pt idx="9395">
                  <c:v>46027</c:v>
                </c:pt>
                <c:pt idx="9396">
                  <c:v>46028</c:v>
                </c:pt>
                <c:pt idx="9397">
                  <c:v>46029</c:v>
                </c:pt>
                <c:pt idx="9398">
                  <c:v>46030</c:v>
                </c:pt>
                <c:pt idx="9399">
                  <c:v>46031</c:v>
                </c:pt>
                <c:pt idx="9400">
                  <c:v>46034</c:v>
                </c:pt>
                <c:pt idx="9401">
                  <c:v>46035</c:v>
                </c:pt>
                <c:pt idx="9402">
                  <c:v>46036</c:v>
                </c:pt>
                <c:pt idx="9403">
                  <c:v>46037</c:v>
                </c:pt>
                <c:pt idx="9404">
                  <c:v>46038</c:v>
                </c:pt>
                <c:pt idx="9405">
                  <c:v>46041</c:v>
                </c:pt>
                <c:pt idx="9406">
                  <c:v>46042</c:v>
                </c:pt>
                <c:pt idx="9407">
                  <c:v>46043</c:v>
                </c:pt>
                <c:pt idx="9408">
                  <c:v>46044</c:v>
                </c:pt>
                <c:pt idx="9409">
                  <c:v>46045</c:v>
                </c:pt>
                <c:pt idx="9410">
                  <c:v>46048</c:v>
                </c:pt>
                <c:pt idx="9411">
                  <c:v>46049</c:v>
                </c:pt>
                <c:pt idx="9412">
                  <c:v>46050</c:v>
                </c:pt>
                <c:pt idx="9413">
                  <c:v>46051</c:v>
                </c:pt>
                <c:pt idx="9414">
                  <c:v>46052</c:v>
                </c:pt>
                <c:pt idx="9415">
                  <c:v>46055</c:v>
                </c:pt>
                <c:pt idx="9416">
                  <c:v>46056</c:v>
                </c:pt>
                <c:pt idx="9417">
                  <c:v>46057</c:v>
                </c:pt>
                <c:pt idx="9418">
                  <c:v>46058</c:v>
                </c:pt>
                <c:pt idx="9419">
                  <c:v>46059</c:v>
                </c:pt>
                <c:pt idx="9420">
                  <c:v>46062</c:v>
                </c:pt>
                <c:pt idx="9421">
                  <c:v>46063</c:v>
                </c:pt>
                <c:pt idx="9422">
                  <c:v>46064</c:v>
                </c:pt>
                <c:pt idx="9423">
                  <c:v>46065</c:v>
                </c:pt>
                <c:pt idx="9424">
                  <c:v>46066</c:v>
                </c:pt>
                <c:pt idx="9425">
                  <c:v>46069</c:v>
                </c:pt>
                <c:pt idx="9426">
                  <c:v>46070</c:v>
                </c:pt>
                <c:pt idx="9427">
                  <c:v>46071</c:v>
                </c:pt>
                <c:pt idx="9428">
                  <c:v>46072</c:v>
                </c:pt>
                <c:pt idx="9429">
                  <c:v>46073</c:v>
                </c:pt>
                <c:pt idx="9430">
                  <c:v>46076</c:v>
                </c:pt>
                <c:pt idx="9431">
                  <c:v>46077</c:v>
                </c:pt>
                <c:pt idx="9432">
                  <c:v>46078</c:v>
                </c:pt>
                <c:pt idx="9433">
                  <c:v>46079</c:v>
                </c:pt>
                <c:pt idx="9434">
                  <c:v>46080</c:v>
                </c:pt>
                <c:pt idx="9435">
                  <c:v>46083</c:v>
                </c:pt>
                <c:pt idx="9436">
                  <c:v>46084</c:v>
                </c:pt>
                <c:pt idx="9437">
                  <c:v>46085</c:v>
                </c:pt>
                <c:pt idx="9438">
                  <c:v>46086</c:v>
                </c:pt>
                <c:pt idx="9439">
                  <c:v>46087</c:v>
                </c:pt>
                <c:pt idx="9440">
                  <c:v>46090</c:v>
                </c:pt>
                <c:pt idx="9441">
                  <c:v>46091</c:v>
                </c:pt>
                <c:pt idx="9442">
                  <c:v>46092</c:v>
                </c:pt>
                <c:pt idx="9443">
                  <c:v>46093</c:v>
                </c:pt>
                <c:pt idx="9444">
                  <c:v>46094</c:v>
                </c:pt>
                <c:pt idx="9445">
                  <c:v>46097</c:v>
                </c:pt>
                <c:pt idx="9446">
                  <c:v>46098</c:v>
                </c:pt>
                <c:pt idx="9447">
                  <c:v>46099</c:v>
                </c:pt>
                <c:pt idx="9448">
                  <c:v>46100</c:v>
                </c:pt>
                <c:pt idx="9449">
                  <c:v>46101</c:v>
                </c:pt>
                <c:pt idx="9450">
                  <c:v>46104</c:v>
                </c:pt>
                <c:pt idx="9451">
                  <c:v>46105</c:v>
                </c:pt>
                <c:pt idx="9452">
                  <c:v>46106</c:v>
                </c:pt>
                <c:pt idx="9453">
                  <c:v>46107</c:v>
                </c:pt>
                <c:pt idx="9454">
                  <c:v>46108</c:v>
                </c:pt>
                <c:pt idx="9455">
                  <c:v>46111</c:v>
                </c:pt>
                <c:pt idx="9456">
                  <c:v>46112</c:v>
                </c:pt>
                <c:pt idx="9457">
                  <c:v>46113</c:v>
                </c:pt>
                <c:pt idx="9458">
                  <c:v>46114</c:v>
                </c:pt>
                <c:pt idx="9459">
                  <c:v>46115</c:v>
                </c:pt>
                <c:pt idx="9460">
                  <c:v>46118</c:v>
                </c:pt>
                <c:pt idx="9461">
                  <c:v>46119</c:v>
                </c:pt>
                <c:pt idx="9462">
                  <c:v>46120</c:v>
                </c:pt>
                <c:pt idx="9463">
                  <c:v>46121</c:v>
                </c:pt>
                <c:pt idx="9464">
                  <c:v>46122</c:v>
                </c:pt>
                <c:pt idx="9465">
                  <c:v>46125</c:v>
                </c:pt>
                <c:pt idx="9466">
                  <c:v>46126</c:v>
                </c:pt>
                <c:pt idx="9467">
                  <c:v>46127</c:v>
                </c:pt>
                <c:pt idx="9468">
                  <c:v>46128</c:v>
                </c:pt>
                <c:pt idx="9469">
                  <c:v>46129</c:v>
                </c:pt>
                <c:pt idx="9470">
                  <c:v>46132</c:v>
                </c:pt>
                <c:pt idx="9471">
                  <c:v>46133</c:v>
                </c:pt>
                <c:pt idx="9472">
                  <c:v>46134</c:v>
                </c:pt>
                <c:pt idx="9473">
                  <c:v>46135</c:v>
                </c:pt>
                <c:pt idx="9474">
                  <c:v>46136</c:v>
                </c:pt>
                <c:pt idx="9475">
                  <c:v>46139</c:v>
                </c:pt>
                <c:pt idx="9476">
                  <c:v>46140</c:v>
                </c:pt>
                <c:pt idx="9477">
                  <c:v>46141</c:v>
                </c:pt>
                <c:pt idx="9478">
                  <c:v>46142</c:v>
                </c:pt>
                <c:pt idx="9479">
                  <c:v>46143</c:v>
                </c:pt>
                <c:pt idx="9480">
                  <c:v>46146</c:v>
                </c:pt>
                <c:pt idx="9481">
                  <c:v>46147</c:v>
                </c:pt>
                <c:pt idx="9482">
                  <c:v>46148</c:v>
                </c:pt>
                <c:pt idx="9483">
                  <c:v>46149</c:v>
                </c:pt>
                <c:pt idx="9484">
                  <c:v>46150</c:v>
                </c:pt>
                <c:pt idx="9485">
                  <c:v>46153</c:v>
                </c:pt>
                <c:pt idx="9486">
                  <c:v>46154</c:v>
                </c:pt>
                <c:pt idx="9487">
                  <c:v>46155</c:v>
                </c:pt>
                <c:pt idx="9488">
                  <c:v>46156</c:v>
                </c:pt>
                <c:pt idx="9489">
                  <c:v>46157</c:v>
                </c:pt>
                <c:pt idx="9490">
                  <c:v>46160</c:v>
                </c:pt>
                <c:pt idx="9491">
                  <c:v>46161</c:v>
                </c:pt>
                <c:pt idx="9492">
                  <c:v>46162</c:v>
                </c:pt>
                <c:pt idx="9493">
                  <c:v>46163</c:v>
                </c:pt>
                <c:pt idx="9494">
                  <c:v>46164</c:v>
                </c:pt>
                <c:pt idx="9495">
                  <c:v>46167</c:v>
                </c:pt>
                <c:pt idx="9496">
                  <c:v>46168</c:v>
                </c:pt>
                <c:pt idx="9497">
                  <c:v>46169</c:v>
                </c:pt>
                <c:pt idx="9498">
                  <c:v>46170</c:v>
                </c:pt>
                <c:pt idx="9499">
                  <c:v>46171</c:v>
                </c:pt>
                <c:pt idx="9500">
                  <c:v>46174</c:v>
                </c:pt>
                <c:pt idx="9501">
                  <c:v>46175</c:v>
                </c:pt>
                <c:pt idx="9502">
                  <c:v>46176</c:v>
                </c:pt>
                <c:pt idx="9503">
                  <c:v>46177</c:v>
                </c:pt>
                <c:pt idx="9504">
                  <c:v>46178</c:v>
                </c:pt>
                <c:pt idx="9505">
                  <c:v>46181</c:v>
                </c:pt>
                <c:pt idx="9506">
                  <c:v>46182</c:v>
                </c:pt>
                <c:pt idx="9507">
                  <c:v>46183</c:v>
                </c:pt>
                <c:pt idx="9508">
                  <c:v>46184</c:v>
                </c:pt>
                <c:pt idx="9509">
                  <c:v>46185</c:v>
                </c:pt>
                <c:pt idx="9510">
                  <c:v>46188</c:v>
                </c:pt>
                <c:pt idx="9511">
                  <c:v>46189</c:v>
                </c:pt>
                <c:pt idx="9512">
                  <c:v>46190</c:v>
                </c:pt>
                <c:pt idx="9513">
                  <c:v>46191</c:v>
                </c:pt>
              </c:numCache>
            </c:numRef>
          </c:cat>
          <c:val>
            <c:numRef>
              <c:f>'DXY, bond yield, USDJPY spot'!$B$2612:$B$12125</c:f>
              <c:numCache>
                <c:formatCode>General</c:formatCode>
                <c:ptCount val="9514"/>
                <c:pt idx="0">
                  <c:v>93.16</c:v>
                </c:pt>
                <c:pt idx="1">
                  <c:v>94.25</c:v>
                </c:pt>
                <c:pt idx="2">
                  <c:v>94.45</c:v>
                </c:pt>
                <c:pt idx="3">
                  <c:v>92.54</c:v>
                </c:pt>
                <c:pt idx="4">
                  <c:v>93.06</c:v>
                </c:pt>
                <c:pt idx="5">
                  <c:v>92.05</c:v>
                </c:pt>
                <c:pt idx="6">
                  <c:v>92.36</c:v>
                </c:pt>
                <c:pt idx="7">
                  <c:v>92.5</c:v>
                </c:pt>
                <c:pt idx="8">
                  <c:v>92.44</c:v>
                </c:pt>
                <c:pt idx="9">
                  <c:v>92.56</c:v>
                </c:pt>
                <c:pt idx="10">
                  <c:v>92.95</c:v>
                </c:pt>
                <c:pt idx="11">
                  <c:v>92.87</c:v>
                </c:pt>
                <c:pt idx="12">
                  <c:v>92.77</c:v>
                </c:pt>
                <c:pt idx="13">
                  <c:v>93.78</c:v>
                </c:pt>
                <c:pt idx="14">
                  <c:v>93.76</c:v>
                </c:pt>
                <c:pt idx="15">
                  <c:v>94.36</c:v>
                </c:pt>
                <c:pt idx="16">
                  <c:v>93.05</c:v>
                </c:pt>
                <c:pt idx="17">
                  <c:v>92.87</c:v>
                </c:pt>
                <c:pt idx="18">
                  <c:v>92.57</c:v>
                </c:pt>
                <c:pt idx="19">
                  <c:v>92.53</c:v>
                </c:pt>
                <c:pt idx="20">
                  <c:v>91.99</c:v>
                </c:pt>
                <c:pt idx="21">
                  <c:v>92.91</c:v>
                </c:pt>
                <c:pt idx="22">
                  <c:v>92.55</c:v>
                </c:pt>
                <c:pt idx="23">
                  <c:v>92.18</c:v>
                </c:pt>
                <c:pt idx="24">
                  <c:v>92.44</c:v>
                </c:pt>
                <c:pt idx="25">
                  <c:v>91.49</c:v>
                </c:pt>
                <c:pt idx="26">
                  <c:v>91.45</c:v>
                </c:pt>
                <c:pt idx="27">
                  <c:v>91.68</c:v>
                </c:pt>
                <c:pt idx="28">
                  <c:v>91.92</c:v>
                </c:pt>
                <c:pt idx="29">
                  <c:v>91.94</c:v>
                </c:pt>
                <c:pt idx="30">
                  <c:v>92.11</c:v>
                </c:pt>
                <c:pt idx="31">
                  <c:v>92.21</c:v>
                </c:pt>
                <c:pt idx="32">
                  <c:v>92.25</c:v>
                </c:pt>
                <c:pt idx="33">
                  <c:v>92.89</c:v>
                </c:pt>
                <c:pt idx="34">
                  <c:v>92.07</c:v>
                </c:pt>
                <c:pt idx="35">
                  <c:v>92.07</c:v>
                </c:pt>
                <c:pt idx="36">
                  <c:v>91.78</c:v>
                </c:pt>
                <c:pt idx="37">
                  <c:v>91.88</c:v>
                </c:pt>
                <c:pt idx="38">
                  <c:v>91.84</c:v>
                </c:pt>
                <c:pt idx="39">
                  <c:v>92.2</c:v>
                </c:pt>
                <c:pt idx="40">
                  <c:v>92.71</c:v>
                </c:pt>
                <c:pt idx="41">
                  <c:v>92.83</c:v>
                </c:pt>
                <c:pt idx="42">
                  <c:v>93.39</c:v>
                </c:pt>
                <c:pt idx="43">
                  <c:v>93.96</c:v>
                </c:pt>
                <c:pt idx="44">
                  <c:v>94.15</c:v>
                </c:pt>
                <c:pt idx="45">
                  <c:v>93.36</c:v>
                </c:pt>
                <c:pt idx="46">
                  <c:v>93.59</c:v>
                </c:pt>
                <c:pt idx="47">
                  <c:v>93.37</c:v>
                </c:pt>
                <c:pt idx="48">
                  <c:v>93.62</c:v>
                </c:pt>
                <c:pt idx="49">
                  <c:v>93.89</c:v>
                </c:pt>
                <c:pt idx="50">
                  <c:v>94.43</c:v>
                </c:pt>
                <c:pt idx="51">
                  <c:v>94.28</c:v>
                </c:pt>
                <c:pt idx="52">
                  <c:v>94.2</c:v>
                </c:pt>
                <c:pt idx="53">
                  <c:v>93.74</c:v>
                </c:pt>
                <c:pt idx="54">
                  <c:v>93.82</c:v>
                </c:pt>
                <c:pt idx="55">
                  <c:v>93.49</c:v>
                </c:pt>
                <c:pt idx="56">
                  <c:v>94.3</c:v>
                </c:pt>
                <c:pt idx="57">
                  <c:v>94.57</c:v>
                </c:pt>
                <c:pt idx="58">
                  <c:v>94.19</c:v>
                </c:pt>
                <c:pt idx="59">
                  <c:v>94.39</c:v>
                </c:pt>
                <c:pt idx="60">
                  <c:v>94.36</c:v>
                </c:pt>
                <c:pt idx="61">
                  <c:v>94.55</c:v>
                </c:pt>
                <c:pt idx="62">
                  <c:v>94.47</c:v>
                </c:pt>
                <c:pt idx="63">
                  <c:v>93.58</c:v>
                </c:pt>
                <c:pt idx="64">
                  <c:v>93.77</c:v>
                </c:pt>
                <c:pt idx="65">
                  <c:v>94.1</c:v>
                </c:pt>
                <c:pt idx="66">
                  <c:v>93.99</c:v>
                </c:pt>
                <c:pt idx="67">
                  <c:v>94.01</c:v>
                </c:pt>
                <c:pt idx="68">
                  <c:v>93.85</c:v>
                </c:pt>
                <c:pt idx="69">
                  <c:v>93.7</c:v>
                </c:pt>
                <c:pt idx="70">
                  <c:v>93.64</c:v>
                </c:pt>
                <c:pt idx="71">
                  <c:v>92.97</c:v>
                </c:pt>
                <c:pt idx="72">
                  <c:v>92.87</c:v>
                </c:pt>
                <c:pt idx="73">
                  <c:v>92.91</c:v>
                </c:pt>
                <c:pt idx="74">
                  <c:v>92.91</c:v>
                </c:pt>
                <c:pt idx="75">
                  <c:v>93.35</c:v>
                </c:pt>
                <c:pt idx="76">
                  <c:v>93.31</c:v>
                </c:pt>
                <c:pt idx="77">
                  <c:v>92.94</c:v>
                </c:pt>
                <c:pt idx="78">
                  <c:v>93.08</c:v>
                </c:pt>
                <c:pt idx="79">
                  <c:v>93.39</c:v>
                </c:pt>
                <c:pt idx="80">
                  <c:v>93.8</c:v>
                </c:pt>
                <c:pt idx="81">
                  <c:v>93.83</c:v>
                </c:pt>
                <c:pt idx="82">
                  <c:v>93.08</c:v>
                </c:pt>
                <c:pt idx="83">
                  <c:v>93.17</c:v>
                </c:pt>
                <c:pt idx="84">
                  <c:v>93.08</c:v>
                </c:pt>
                <c:pt idx="85">
                  <c:v>93.08</c:v>
                </c:pt>
                <c:pt idx="86">
                  <c:v>93.14</c:v>
                </c:pt>
                <c:pt idx="87">
                  <c:v>93.21</c:v>
                </c:pt>
                <c:pt idx="88">
                  <c:v>93.16</c:v>
                </c:pt>
                <c:pt idx="89">
                  <c:v>92.43</c:v>
                </c:pt>
                <c:pt idx="90">
                  <c:v>92.04</c:v>
                </c:pt>
                <c:pt idx="91">
                  <c:v>92.01</c:v>
                </c:pt>
                <c:pt idx="92">
                  <c:v>91.16</c:v>
                </c:pt>
                <c:pt idx="93">
                  <c:v>91.03</c:v>
                </c:pt>
                <c:pt idx="94">
                  <c:v>91.06</c:v>
                </c:pt>
                <c:pt idx="95">
                  <c:v>91.11</c:v>
                </c:pt>
                <c:pt idx="96">
                  <c:v>91.15</c:v>
                </c:pt>
                <c:pt idx="97">
                  <c:v>91.24</c:v>
                </c:pt>
                <c:pt idx="98">
                  <c:v>91.25</c:v>
                </c:pt>
                <c:pt idx="99">
                  <c:v>91.38</c:v>
                </c:pt>
                <c:pt idx="100">
                  <c:v>91.94</c:v>
                </c:pt>
                <c:pt idx="101">
                  <c:v>91.97</c:v>
                </c:pt>
                <c:pt idx="102">
                  <c:v>92.07</c:v>
                </c:pt>
                <c:pt idx="103">
                  <c:v>92.41</c:v>
                </c:pt>
                <c:pt idx="104">
                  <c:v>92.17</c:v>
                </c:pt>
                <c:pt idx="105">
                  <c:v>92.17</c:v>
                </c:pt>
                <c:pt idx="106">
                  <c:v>91.98</c:v>
                </c:pt>
                <c:pt idx="107">
                  <c:v>92.33</c:v>
                </c:pt>
                <c:pt idx="108">
                  <c:v>92.93</c:v>
                </c:pt>
                <c:pt idx="109">
                  <c:v>92.99</c:v>
                </c:pt>
                <c:pt idx="110">
                  <c:v>92.68</c:v>
                </c:pt>
                <c:pt idx="111">
                  <c:v>92.59</c:v>
                </c:pt>
                <c:pt idx="112">
                  <c:v>92.61</c:v>
                </c:pt>
                <c:pt idx="113">
                  <c:v>92.8</c:v>
                </c:pt>
                <c:pt idx="114">
                  <c:v>93.08</c:v>
                </c:pt>
                <c:pt idx="115">
                  <c:v>92.93</c:v>
                </c:pt>
                <c:pt idx="116">
                  <c:v>92.94</c:v>
                </c:pt>
                <c:pt idx="117">
                  <c:v>92.54</c:v>
                </c:pt>
                <c:pt idx="118">
                  <c:v>92.73</c:v>
                </c:pt>
                <c:pt idx="119">
                  <c:v>92.59</c:v>
                </c:pt>
                <c:pt idx="120">
                  <c:v>92.02</c:v>
                </c:pt>
                <c:pt idx="121">
                  <c:v>91.91</c:v>
                </c:pt>
                <c:pt idx="122">
                  <c:v>92.06</c:v>
                </c:pt>
                <c:pt idx="123">
                  <c:v>92.11</c:v>
                </c:pt>
                <c:pt idx="124">
                  <c:v>91.97</c:v>
                </c:pt>
                <c:pt idx="125">
                  <c:v>92.1</c:v>
                </c:pt>
                <c:pt idx="126">
                  <c:v>91.46</c:v>
                </c:pt>
                <c:pt idx="127">
                  <c:v>91.53</c:v>
                </c:pt>
                <c:pt idx="128">
                  <c:v>91.68</c:v>
                </c:pt>
                <c:pt idx="129">
                  <c:v>91.15</c:v>
                </c:pt>
                <c:pt idx="130">
                  <c:v>90.51</c:v>
                </c:pt>
                <c:pt idx="131">
                  <c:v>90.43</c:v>
                </c:pt>
                <c:pt idx="132">
                  <c:v>90.43</c:v>
                </c:pt>
                <c:pt idx="133">
                  <c:v>90.41</c:v>
                </c:pt>
                <c:pt idx="134">
                  <c:v>90.5</c:v>
                </c:pt>
                <c:pt idx="135">
                  <c:v>90.27</c:v>
                </c:pt>
                <c:pt idx="136">
                  <c:v>89.58</c:v>
                </c:pt>
                <c:pt idx="137">
                  <c:v>90.18</c:v>
                </c:pt>
                <c:pt idx="138">
                  <c:v>89.38</c:v>
                </c:pt>
                <c:pt idx="139">
                  <c:v>90.06</c:v>
                </c:pt>
                <c:pt idx="140">
                  <c:v>90.19</c:v>
                </c:pt>
                <c:pt idx="141">
                  <c:v>89.69</c:v>
                </c:pt>
                <c:pt idx="142">
                  <c:v>89.84</c:v>
                </c:pt>
                <c:pt idx="143">
                  <c:v>89.66</c:v>
                </c:pt>
                <c:pt idx="144">
                  <c:v>89.54</c:v>
                </c:pt>
                <c:pt idx="145">
                  <c:v>88.93</c:v>
                </c:pt>
                <c:pt idx="146">
                  <c:v>88.99</c:v>
                </c:pt>
                <c:pt idx="147">
                  <c:v>89.15</c:v>
                </c:pt>
                <c:pt idx="148">
                  <c:v>89.14</c:v>
                </c:pt>
                <c:pt idx="149">
                  <c:v>88.44</c:v>
                </c:pt>
                <c:pt idx="150">
                  <c:v>88.13</c:v>
                </c:pt>
                <c:pt idx="151">
                  <c:v>87.2</c:v>
                </c:pt>
                <c:pt idx="152">
                  <c:v>87.42</c:v>
                </c:pt>
                <c:pt idx="153">
                  <c:v>87.73</c:v>
                </c:pt>
                <c:pt idx="154">
                  <c:v>87.54</c:v>
                </c:pt>
                <c:pt idx="155">
                  <c:v>87.12</c:v>
                </c:pt>
                <c:pt idx="156">
                  <c:v>87.52</c:v>
                </c:pt>
                <c:pt idx="157">
                  <c:v>87.59</c:v>
                </c:pt>
                <c:pt idx="158">
                  <c:v>87.69</c:v>
                </c:pt>
                <c:pt idx="159">
                  <c:v>87.59</c:v>
                </c:pt>
                <c:pt idx="160">
                  <c:v>87.01</c:v>
                </c:pt>
                <c:pt idx="161">
                  <c:v>86.37</c:v>
                </c:pt>
                <c:pt idx="162">
                  <c:v>86.3</c:v>
                </c:pt>
                <c:pt idx="163">
                  <c:v>85.87</c:v>
                </c:pt>
                <c:pt idx="164">
                  <c:v>85.62</c:v>
                </c:pt>
                <c:pt idx="165">
                  <c:v>86.18</c:v>
                </c:pt>
                <c:pt idx="166">
                  <c:v>86.17</c:v>
                </c:pt>
                <c:pt idx="167">
                  <c:v>85.97</c:v>
                </c:pt>
                <c:pt idx="168">
                  <c:v>85.12</c:v>
                </c:pt>
                <c:pt idx="169">
                  <c:v>85.66</c:v>
                </c:pt>
                <c:pt idx="170">
                  <c:v>85.3</c:v>
                </c:pt>
                <c:pt idx="171">
                  <c:v>85.4</c:v>
                </c:pt>
                <c:pt idx="172">
                  <c:v>85.57</c:v>
                </c:pt>
                <c:pt idx="173">
                  <c:v>85.92</c:v>
                </c:pt>
                <c:pt idx="174">
                  <c:v>86.58</c:v>
                </c:pt>
                <c:pt idx="175">
                  <c:v>86.58</c:v>
                </c:pt>
                <c:pt idx="176">
                  <c:v>86.85</c:v>
                </c:pt>
                <c:pt idx="177">
                  <c:v>85.72</c:v>
                </c:pt>
                <c:pt idx="178">
                  <c:v>85.47</c:v>
                </c:pt>
                <c:pt idx="179">
                  <c:v>86.05</c:v>
                </c:pt>
                <c:pt idx="180">
                  <c:v>86.68</c:v>
                </c:pt>
                <c:pt idx="181">
                  <c:v>86.9</c:v>
                </c:pt>
                <c:pt idx="182">
                  <c:v>86.94</c:v>
                </c:pt>
                <c:pt idx="183">
                  <c:v>85.79</c:v>
                </c:pt>
                <c:pt idx="184">
                  <c:v>85.72</c:v>
                </c:pt>
                <c:pt idx="185">
                  <c:v>84.92</c:v>
                </c:pt>
                <c:pt idx="186">
                  <c:v>85.24</c:v>
                </c:pt>
                <c:pt idx="187">
                  <c:v>85.98</c:v>
                </c:pt>
                <c:pt idx="188">
                  <c:v>86.22</c:v>
                </c:pt>
                <c:pt idx="189">
                  <c:v>86.31</c:v>
                </c:pt>
                <c:pt idx="190">
                  <c:v>85.48</c:v>
                </c:pt>
                <c:pt idx="191">
                  <c:v>85.96</c:v>
                </c:pt>
                <c:pt idx="192">
                  <c:v>85.75</c:v>
                </c:pt>
                <c:pt idx="193">
                  <c:v>85.72</c:v>
                </c:pt>
                <c:pt idx="194">
                  <c:v>85.91</c:v>
                </c:pt>
                <c:pt idx="195">
                  <c:v>85.43</c:v>
                </c:pt>
                <c:pt idx="196">
                  <c:v>85.1</c:v>
                </c:pt>
                <c:pt idx="197">
                  <c:v>84.71</c:v>
                </c:pt>
                <c:pt idx="198">
                  <c:v>84.13</c:v>
                </c:pt>
                <c:pt idx="199">
                  <c:v>84.24</c:v>
                </c:pt>
                <c:pt idx="200">
                  <c:v>83.57</c:v>
                </c:pt>
                <c:pt idx="201">
                  <c:v>83.21</c:v>
                </c:pt>
                <c:pt idx="202">
                  <c:v>83.29</c:v>
                </c:pt>
                <c:pt idx="203">
                  <c:v>82.79</c:v>
                </c:pt>
                <c:pt idx="204">
                  <c:v>83.16</c:v>
                </c:pt>
                <c:pt idx="205">
                  <c:v>83.25</c:v>
                </c:pt>
                <c:pt idx="206">
                  <c:v>82.59</c:v>
                </c:pt>
                <c:pt idx="207">
                  <c:v>82.56</c:v>
                </c:pt>
                <c:pt idx="208">
                  <c:v>81.96</c:v>
                </c:pt>
                <c:pt idx="209">
                  <c:v>82.3</c:v>
                </c:pt>
                <c:pt idx="210">
                  <c:v>82.96</c:v>
                </c:pt>
                <c:pt idx="211">
                  <c:v>83.16</c:v>
                </c:pt>
                <c:pt idx="212">
                  <c:v>82.48</c:v>
                </c:pt>
                <c:pt idx="213">
                  <c:v>83.04</c:v>
                </c:pt>
                <c:pt idx="214">
                  <c:v>82.88</c:v>
                </c:pt>
                <c:pt idx="215">
                  <c:v>83.24</c:v>
                </c:pt>
                <c:pt idx="216">
                  <c:v>82.99</c:v>
                </c:pt>
                <c:pt idx="217">
                  <c:v>83.27</c:v>
                </c:pt>
                <c:pt idx="218">
                  <c:v>82.82</c:v>
                </c:pt>
                <c:pt idx="219">
                  <c:v>82.22</c:v>
                </c:pt>
                <c:pt idx="220">
                  <c:v>81.709999999999994</c:v>
                </c:pt>
                <c:pt idx="221">
                  <c:v>82.11</c:v>
                </c:pt>
                <c:pt idx="222">
                  <c:v>82.04</c:v>
                </c:pt>
                <c:pt idx="223">
                  <c:v>82.32</c:v>
                </c:pt>
                <c:pt idx="224">
                  <c:v>82.12</c:v>
                </c:pt>
                <c:pt idx="225">
                  <c:v>81.709999999999994</c:v>
                </c:pt>
                <c:pt idx="226">
                  <c:v>81.849999999999994</c:v>
                </c:pt>
                <c:pt idx="227">
                  <c:v>81.63</c:v>
                </c:pt>
                <c:pt idx="228">
                  <c:v>81.84</c:v>
                </c:pt>
                <c:pt idx="229">
                  <c:v>81.59</c:v>
                </c:pt>
                <c:pt idx="230">
                  <c:v>81.540000000000006</c:v>
                </c:pt>
                <c:pt idx="231">
                  <c:v>81.63</c:v>
                </c:pt>
                <c:pt idx="232">
                  <c:v>81.510000000000005</c:v>
                </c:pt>
                <c:pt idx="233">
                  <c:v>81.510000000000005</c:v>
                </c:pt>
                <c:pt idx="234">
                  <c:v>81.86</c:v>
                </c:pt>
                <c:pt idx="235">
                  <c:v>82.1</c:v>
                </c:pt>
                <c:pt idx="236">
                  <c:v>81.709999999999994</c:v>
                </c:pt>
                <c:pt idx="237">
                  <c:v>82.23</c:v>
                </c:pt>
                <c:pt idx="238">
                  <c:v>83.21</c:v>
                </c:pt>
                <c:pt idx="239">
                  <c:v>82.94</c:v>
                </c:pt>
                <c:pt idx="240">
                  <c:v>83.82</c:v>
                </c:pt>
                <c:pt idx="241">
                  <c:v>83.23</c:v>
                </c:pt>
                <c:pt idx="242">
                  <c:v>83.21</c:v>
                </c:pt>
                <c:pt idx="243">
                  <c:v>82.71</c:v>
                </c:pt>
                <c:pt idx="244">
                  <c:v>81.93</c:v>
                </c:pt>
                <c:pt idx="245">
                  <c:v>82.1</c:v>
                </c:pt>
                <c:pt idx="246">
                  <c:v>82.33</c:v>
                </c:pt>
                <c:pt idx="247">
                  <c:v>82.13</c:v>
                </c:pt>
                <c:pt idx="248">
                  <c:v>82.31</c:v>
                </c:pt>
                <c:pt idx="249">
                  <c:v>82.58</c:v>
                </c:pt>
                <c:pt idx="250">
                  <c:v>82.78</c:v>
                </c:pt>
                <c:pt idx="251">
                  <c:v>82.34</c:v>
                </c:pt>
                <c:pt idx="252">
                  <c:v>82.61</c:v>
                </c:pt>
                <c:pt idx="253">
                  <c:v>83.89</c:v>
                </c:pt>
                <c:pt idx="254">
                  <c:v>84.7</c:v>
                </c:pt>
                <c:pt idx="255">
                  <c:v>85.29</c:v>
                </c:pt>
                <c:pt idx="256">
                  <c:v>85.29</c:v>
                </c:pt>
                <c:pt idx="257">
                  <c:v>85.03</c:v>
                </c:pt>
                <c:pt idx="258">
                  <c:v>84.73</c:v>
                </c:pt>
                <c:pt idx="259">
                  <c:v>83.26</c:v>
                </c:pt>
                <c:pt idx="260">
                  <c:v>83.12</c:v>
                </c:pt>
                <c:pt idx="261">
                  <c:v>83.12</c:v>
                </c:pt>
                <c:pt idx="262">
                  <c:v>82.81</c:v>
                </c:pt>
                <c:pt idx="263">
                  <c:v>82.81</c:v>
                </c:pt>
                <c:pt idx="264">
                  <c:v>83.36</c:v>
                </c:pt>
                <c:pt idx="265">
                  <c:v>84.67</c:v>
                </c:pt>
                <c:pt idx="266">
                  <c:v>84.95</c:v>
                </c:pt>
                <c:pt idx="267">
                  <c:v>84.53</c:v>
                </c:pt>
                <c:pt idx="268">
                  <c:v>84.19</c:v>
                </c:pt>
                <c:pt idx="269">
                  <c:v>84.29</c:v>
                </c:pt>
                <c:pt idx="270">
                  <c:v>84.83</c:v>
                </c:pt>
                <c:pt idx="271">
                  <c:v>84.85</c:v>
                </c:pt>
                <c:pt idx="272">
                  <c:v>85.11</c:v>
                </c:pt>
                <c:pt idx="273">
                  <c:v>83.37</c:v>
                </c:pt>
                <c:pt idx="274">
                  <c:v>82.94</c:v>
                </c:pt>
                <c:pt idx="275">
                  <c:v>82.59</c:v>
                </c:pt>
                <c:pt idx="276">
                  <c:v>82.79</c:v>
                </c:pt>
                <c:pt idx="277">
                  <c:v>82.21</c:v>
                </c:pt>
                <c:pt idx="278">
                  <c:v>82.46</c:v>
                </c:pt>
                <c:pt idx="279">
                  <c:v>82.63</c:v>
                </c:pt>
                <c:pt idx="280">
                  <c:v>82.41</c:v>
                </c:pt>
                <c:pt idx="281">
                  <c:v>82.7</c:v>
                </c:pt>
                <c:pt idx="282">
                  <c:v>82.34</c:v>
                </c:pt>
                <c:pt idx="283">
                  <c:v>82</c:v>
                </c:pt>
                <c:pt idx="284">
                  <c:v>81.64</c:v>
                </c:pt>
                <c:pt idx="285">
                  <c:v>81.38</c:v>
                </c:pt>
                <c:pt idx="286">
                  <c:v>81.06</c:v>
                </c:pt>
                <c:pt idx="287">
                  <c:v>80.52</c:v>
                </c:pt>
                <c:pt idx="288">
                  <c:v>80.87</c:v>
                </c:pt>
                <c:pt idx="289">
                  <c:v>80.84</c:v>
                </c:pt>
                <c:pt idx="290">
                  <c:v>80.489999999999995</c:v>
                </c:pt>
                <c:pt idx="291">
                  <c:v>80.89</c:v>
                </c:pt>
                <c:pt idx="292">
                  <c:v>81.23</c:v>
                </c:pt>
                <c:pt idx="293">
                  <c:v>81.36</c:v>
                </c:pt>
                <c:pt idx="294">
                  <c:v>81.92</c:v>
                </c:pt>
                <c:pt idx="295">
                  <c:v>81.92</c:v>
                </c:pt>
                <c:pt idx="296">
                  <c:v>82.61</c:v>
                </c:pt>
                <c:pt idx="297">
                  <c:v>82.67</c:v>
                </c:pt>
                <c:pt idx="298">
                  <c:v>82.47</c:v>
                </c:pt>
                <c:pt idx="299">
                  <c:v>83.12</c:v>
                </c:pt>
                <c:pt idx="300">
                  <c:v>83.85</c:v>
                </c:pt>
                <c:pt idx="301">
                  <c:v>83.93</c:v>
                </c:pt>
                <c:pt idx="302">
                  <c:v>83.84</c:v>
                </c:pt>
                <c:pt idx="303">
                  <c:v>84.07</c:v>
                </c:pt>
                <c:pt idx="304">
                  <c:v>84.84</c:v>
                </c:pt>
                <c:pt idx="305">
                  <c:v>84.73</c:v>
                </c:pt>
                <c:pt idx="306">
                  <c:v>85.05</c:v>
                </c:pt>
                <c:pt idx="307">
                  <c:v>84.94</c:v>
                </c:pt>
                <c:pt idx="308">
                  <c:v>85.24</c:v>
                </c:pt>
                <c:pt idx="309">
                  <c:v>86.31</c:v>
                </c:pt>
                <c:pt idx="310">
                  <c:v>86.9</c:v>
                </c:pt>
                <c:pt idx="311">
                  <c:v>86.21</c:v>
                </c:pt>
                <c:pt idx="312">
                  <c:v>86.35</c:v>
                </c:pt>
                <c:pt idx="313">
                  <c:v>86.72</c:v>
                </c:pt>
                <c:pt idx="314">
                  <c:v>87.9</c:v>
                </c:pt>
                <c:pt idx="315">
                  <c:v>88.87</c:v>
                </c:pt>
                <c:pt idx="316">
                  <c:v>89.64</c:v>
                </c:pt>
                <c:pt idx="317">
                  <c:v>89.41</c:v>
                </c:pt>
                <c:pt idx="318">
                  <c:v>88.87</c:v>
                </c:pt>
                <c:pt idx="319">
                  <c:v>89.47</c:v>
                </c:pt>
                <c:pt idx="320">
                  <c:v>91.08</c:v>
                </c:pt>
                <c:pt idx="321">
                  <c:v>91.04</c:v>
                </c:pt>
                <c:pt idx="322">
                  <c:v>91.87</c:v>
                </c:pt>
                <c:pt idx="323">
                  <c:v>92.01</c:v>
                </c:pt>
                <c:pt idx="324">
                  <c:v>92.01</c:v>
                </c:pt>
                <c:pt idx="325">
                  <c:v>90.55</c:v>
                </c:pt>
                <c:pt idx="326">
                  <c:v>90.35</c:v>
                </c:pt>
                <c:pt idx="327">
                  <c:v>90.46</c:v>
                </c:pt>
                <c:pt idx="328">
                  <c:v>89.93</c:v>
                </c:pt>
                <c:pt idx="329">
                  <c:v>90.64</c:v>
                </c:pt>
                <c:pt idx="330">
                  <c:v>90.96</c:v>
                </c:pt>
                <c:pt idx="331">
                  <c:v>89.62</c:v>
                </c:pt>
                <c:pt idx="332">
                  <c:v>90.52</c:v>
                </c:pt>
                <c:pt idx="333">
                  <c:v>89.94</c:v>
                </c:pt>
                <c:pt idx="334">
                  <c:v>90.36</c:v>
                </c:pt>
                <c:pt idx="335">
                  <c:v>89.64</c:v>
                </c:pt>
                <c:pt idx="336">
                  <c:v>89.57</c:v>
                </c:pt>
                <c:pt idx="337">
                  <c:v>89.84</c:v>
                </c:pt>
                <c:pt idx="338">
                  <c:v>91.35</c:v>
                </c:pt>
                <c:pt idx="339">
                  <c:v>92.71</c:v>
                </c:pt>
                <c:pt idx="340">
                  <c:v>93.81</c:v>
                </c:pt>
                <c:pt idx="341">
                  <c:v>92.93</c:v>
                </c:pt>
                <c:pt idx="342">
                  <c:v>93.15</c:v>
                </c:pt>
                <c:pt idx="343">
                  <c:v>93.26</c:v>
                </c:pt>
                <c:pt idx="344">
                  <c:v>93.46</c:v>
                </c:pt>
                <c:pt idx="345">
                  <c:v>93.31</c:v>
                </c:pt>
                <c:pt idx="346">
                  <c:v>91.54</c:v>
                </c:pt>
                <c:pt idx="347">
                  <c:v>91.86</c:v>
                </c:pt>
                <c:pt idx="348">
                  <c:v>92.26</c:v>
                </c:pt>
                <c:pt idx="349">
                  <c:v>93.41</c:v>
                </c:pt>
                <c:pt idx="350">
                  <c:v>92.69</c:v>
                </c:pt>
                <c:pt idx="351">
                  <c:v>92.07</c:v>
                </c:pt>
                <c:pt idx="352">
                  <c:v>92.6</c:v>
                </c:pt>
                <c:pt idx="353">
                  <c:v>92.51</c:v>
                </c:pt>
                <c:pt idx="354">
                  <c:v>92.38</c:v>
                </c:pt>
                <c:pt idx="355">
                  <c:v>92.01</c:v>
                </c:pt>
                <c:pt idx="356">
                  <c:v>91.29</c:v>
                </c:pt>
                <c:pt idx="357">
                  <c:v>90.79</c:v>
                </c:pt>
                <c:pt idx="358">
                  <c:v>91.15</c:v>
                </c:pt>
                <c:pt idx="359">
                  <c:v>92.95</c:v>
                </c:pt>
                <c:pt idx="360">
                  <c:v>92.72</c:v>
                </c:pt>
                <c:pt idx="361">
                  <c:v>91.82</c:v>
                </c:pt>
                <c:pt idx="362">
                  <c:v>92.27</c:v>
                </c:pt>
                <c:pt idx="363">
                  <c:v>91.9</c:v>
                </c:pt>
                <c:pt idx="364">
                  <c:v>91.68</c:v>
                </c:pt>
                <c:pt idx="365">
                  <c:v>91.68</c:v>
                </c:pt>
                <c:pt idx="366">
                  <c:v>91.17</c:v>
                </c:pt>
                <c:pt idx="367">
                  <c:v>92.02</c:v>
                </c:pt>
                <c:pt idx="368">
                  <c:v>92.18</c:v>
                </c:pt>
                <c:pt idx="369">
                  <c:v>93.15</c:v>
                </c:pt>
                <c:pt idx="370">
                  <c:v>93.44</c:v>
                </c:pt>
                <c:pt idx="371">
                  <c:v>93.27</c:v>
                </c:pt>
                <c:pt idx="372">
                  <c:v>93.49</c:v>
                </c:pt>
                <c:pt idx="373">
                  <c:v>93.7</c:v>
                </c:pt>
                <c:pt idx="374">
                  <c:v>94.56</c:v>
                </c:pt>
                <c:pt idx="375">
                  <c:v>94.56</c:v>
                </c:pt>
                <c:pt idx="376">
                  <c:v>94.85</c:v>
                </c:pt>
                <c:pt idx="377">
                  <c:v>95.56</c:v>
                </c:pt>
                <c:pt idx="378">
                  <c:v>95.91</c:v>
                </c:pt>
                <c:pt idx="379">
                  <c:v>95.79</c:v>
                </c:pt>
                <c:pt idx="380">
                  <c:v>95.78</c:v>
                </c:pt>
                <c:pt idx="381">
                  <c:v>96.73</c:v>
                </c:pt>
                <c:pt idx="382">
                  <c:v>95.6</c:v>
                </c:pt>
                <c:pt idx="383">
                  <c:v>95.45</c:v>
                </c:pt>
                <c:pt idx="384">
                  <c:v>95.91</c:v>
                </c:pt>
                <c:pt idx="385">
                  <c:v>95.05</c:v>
                </c:pt>
                <c:pt idx="386">
                  <c:v>95.55</c:v>
                </c:pt>
                <c:pt idx="387">
                  <c:v>95.3</c:v>
                </c:pt>
                <c:pt idx="388">
                  <c:v>95.5</c:v>
                </c:pt>
                <c:pt idx="389">
                  <c:v>96.03</c:v>
                </c:pt>
                <c:pt idx="390">
                  <c:v>96.81</c:v>
                </c:pt>
                <c:pt idx="391">
                  <c:v>97.15</c:v>
                </c:pt>
                <c:pt idx="392">
                  <c:v>97.07</c:v>
                </c:pt>
                <c:pt idx="393">
                  <c:v>97.07</c:v>
                </c:pt>
                <c:pt idx="394">
                  <c:v>96.72</c:v>
                </c:pt>
                <c:pt idx="395">
                  <c:v>96.03</c:v>
                </c:pt>
                <c:pt idx="396">
                  <c:v>96.48</c:v>
                </c:pt>
                <c:pt idx="397">
                  <c:v>96.35</c:v>
                </c:pt>
                <c:pt idx="398">
                  <c:v>97.18</c:v>
                </c:pt>
                <c:pt idx="399">
                  <c:v>95.15</c:v>
                </c:pt>
                <c:pt idx="400">
                  <c:v>95.21</c:v>
                </c:pt>
                <c:pt idx="401">
                  <c:v>95.64</c:v>
                </c:pt>
                <c:pt idx="402">
                  <c:v>95.24</c:v>
                </c:pt>
                <c:pt idx="403">
                  <c:v>94.66</c:v>
                </c:pt>
                <c:pt idx="404">
                  <c:v>93.48</c:v>
                </c:pt>
                <c:pt idx="405">
                  <c:v>94.17</c:v>
                </c:pt>
                <c:pt idx="406">
                  <c:v>94</c:v>
                </c:pt>
                <c:pt idx="407">
                  <c:v>93.23</c:v>
                </c:pt>
                <c:pt idx="408">
                  <c:v>94.19</c:v>
                </c:pt>
                <c:pt idx="409">
                  <c:v>93.52</c:v>
                </c:pt>
                <c:pt idx="410">
                  <c:v>93.68</c:v>
                </c:pt>
                <c:pt idx="411">
                  <c:v>94</c:v>
                </c:pt>
                <c:pt idx="412">
                  <c:v>93.49</c:v>
                </c:pt>
                <c:pt idx="413">
                  <c:v>93.97</c:v>
                </c:pt>
                <c:pt idx="414">
                  <c:v>93.33</c:v>
                </c:pt>
                <c:pt idx="415">
                  <c:v>92.39</c:v>
                </c:pt>
                <c:pt idx="416">
                  <c:v>91.97</c:v>
                </c:pt>
                <c:pt idx="417">
                  <c:v>92.02</c:v>
                </c:pt>
                <c:pt idx="418">
                  <c:v>92.3</c:v>
                </c:pt>
                <c:pt idx="419">
                  <c:v>92.87</c:v>
                </c:pt>
                <c:pt idx="420">
                  <c:v>92.7</c:v>
                </c:pt>
                <c:pt idx="421">
                  <c:v>93</c:v>
                </c:pt>
                <c:pt idx="422">
                  <c:v>93.21</c:v>
                </c:pt>
                <c:pt idx="423">
                  <c:v>93.68</c:v>
                </c:pt>
                <c:pt idx="424">
                  <c:v>94.38</c:v>
                </c:pt>
                <c:pt idx="425">
                  <c:v>96.46</c:v>
                </c:pt>
                <c:pt idx="426">
                  <c:v>95.46</c:v>
                </c:pt>
                <c:pt idx="427">
                  <c:v>93.23</c:v>
                </c:pt>
                <c:pt idx="428">
                  <c:v>92.9</c:v>
                </c:pt>
                <c:pt idx="429">
                  <c:v>93.58</c:v>
                </c:pt>
                <c:pt idx="430">
                  <c:v>93.56</c:v>
                </c:pt>
                <c:pt idx="431">
                  <c:v>93.6</c:v>
                </c:pt>
                <c:pt idx="432">
                  <c:v>93.1</c:v>
                </c:pt>
                <c:pt idx="433">
                  <c:v>93.37</c:v>
                </c:pt>
                <c:pt idx="434">
                  <c:v>93.49</c:v>
                </c:pt>
                <c:pt idx="435">
                  <c:v>93.49</c:v>
                </c:pt>
                <c:pt idx="436">
                  <c:v>92.95</c:v>
                </c:pt>
                <c:pt idx="437">
                  <c:v>92.92</c:v>
                </c:pt>
                <c:pt idx="438">
                  <c:v>93</c:v>
                </c:pt>
                <c:pt idx="439">
                  <c:v>92.12</c:v>
                </c:pt>
                <c:pt idx="440">
                  <c:v>91.16</c:v>
                </c:pt>
                <c:pt idx="441">
                  <c:v>91.16</c:v>
                </c:pt>
                <c:pt idx="442">
                  <c:v>90.95</c:v>
                </c:pt>
                <c:pt idx="443">
                  <c:v>90.77</c:v>
                </c:pt>
                <c:pt idx="444">
                  <c:v>90.95</c:v>
                </c:pt>
                <c:pt idx="445">
                  <c:v>90.34</c:v>
                </c:pt>
                <c:pt idx="446">
                  <c:v>90.24</c:v>
                </c:pt>
                <c:pt idx="447">
                  <c:v>90.83</c:v>
                </c:pt>
                <c:pt idx="448">
                  <c:v>90.93</c:v>
                </c:pt>
                <c:pt idx="449">
                  <c:v>90.77</c:v>
                </c:pt>
                <c:pt idx="450">
                  <c:v>90.15</c:v>
                </c:pt>
                <c:pt idx="451">
                  <c:v>90.85</c:v>
                </c:pt>
                <c:pt idx="452">
                  <c:v>90.51</c:v>
                </c:pt>
                <c:pt idx="453">
                  <c:v>90.83</c:v>
                </c:pt>
                <c:pt idx="454">
                  <c:v>90.07</c:v>
                </c:pt>
                <c:pt idx="455">
                  <c:v>89.9</c:v>
                </c:pt>
                <c:pt idx="456">
                  <c:v>90.02</c:v>
                </c:pt>
                <c:pt idx="457">
                  <c:v>89.82</c:v>
                </c:pt>
                <c:pt idx="458">
                  <c:v>89.52</c:v>
                </c:pt>
                <c:pt idx="459">
                  <c:v>90.06</c:v>
                </c:pt>
                <c:pt idx="460">
                  <c:v>90.13</c:v>
                </c:pt>
                <c:pt idx="461">
                  <c:v>91.19</c:v>
                </c:pt>
                <c:pt idx="462">
                  <c:v>90.6</c:v>
                </c:pt>
                <c:pt idx="463">
                  <c:v>90.81</c:v>
                </c:pt>
                <c:pt idx="464">
                  <c:v>90.5</c:v>
                </c:pt>
                <c:pt idx="465">
                  <c:v>90.92</c:v>
                </c:pt>
                <c:pt idx="466">
                  <c:v>91.52</c:v>
                </c:pt>
                <c:pt idx="467">
                  <c:v>91.25</c:v>
                </c:pt>
                <c:pt idx="468">
                  <c:v>90.75</c:v>
                </c:pt>
                <c:pt idx="469">
                  <c:v>90.43</c:v>
                </c:pt>
                <c:pt idx="470">
                  <c:v>90.74</c:v>
                </c:pt>
                <c:pt idx="471">
                  <c:v>91.03</c:v>
                </c:pt>
                <c:pt idx="472">
                  <c:v>91.62</c:v>
                </c:pt>
                <c:pt idx="473">
                  <c:v>91.08</c:v>
                </c:pt>
                <c:pt idx="474">
                  <c:v>91.11</c:v>
                </c:pt>
                <c:pt idx="475">
                  <c:v>91.89</c:v>
                </c:pt>
                <c:pt idx="476">
                  <c:v>90.48</c:v>
                </c:pt>
                <c:pt idx="477">
                  <c:v>89.91</c:v>
                </c:pt>
                <c:pt idx="478">
                  <c:v>89.94</c:v>
                </c:pt>
                <c:pt idx="479">
                  <c:v>88.73</c:v>
                </c:pt>
                <c:pt idx="480">
                  <c:v>88.44</c:v>
                </c:pt>
                <c:pt idx="481">
                  <c:v>88.5</c:v>
                </c:pt>
                <c:pt idx="482">
                  <c:v>88.44</c:v>
                </c:pt>
                <c:pt idx="483">
                  <c:v>88.71</c:v>
                </c:pt>
                <c:pt idx="484">
                  <c:v>88.91</c:v>
                </c:pt>
                <c:pt idx="485">
                  <c:v>88.65</c:v>
                </c:pt>
                <c:pt idx="486">
                  <c:v>88.7</c:v>
                </c:pt>
                <c:pt idx="487">
                  <c:v>88.42</c:v>
                </c:pt>
                <c:pt idx="488">
                  <c:v>88.27</c:v>
                </c:pt>
                <c:pt idx="489">
                  <c:v>87.86</c:v>
                </c:pt>
                <c:pt idx="490">
                  <c:v>87.5</c:v>
                </c:pt>
                <c:pt idx="491">
                  <c:v>87.06</c:v>
                </c:pt>
                <c:pt idx="492">
                  <c:v>87.12</c:v>
                </c:pt>
                <c:pt idx="493">
                  <c:v>87.14</c:v>
                </c:pt>
                <c:pt idx="494">
                  <c:v>86.63</c:v>
                </c:pt>
                <c:pt idx="495">
                  <c:v>86.65</c:v>
                </c:pt>
                <c:pt idx="496">
                  <c:v>87.6</c:v>
                </c:pt>
                <c:pt idx="497">
                  <c:v>87.84</c:v>
                </c:pt>
                <c:pt idx="498">
                  <c:v>87.84</c:v>
                </c:pt>
                <c:pt idx="499">
                  <c:v>88.19</c:v>
                </c:pt>
                <c:pt idx="500">
                  <c:v>87.74</c:v>
                </c:pt>
                <c:pt idx="501">
                  <c:v>87.51</c:v>
                </c:pt>
                <c:pt idx="502">
                  <c:v>87.1</c:v>
                </c:pt>
                <c:pt idx="503">
                  <c:v>86.68</c:v>
                </c:pt>
                <c:pt idx="504">
                  <c:v>85.75</c:v>
                </c:pt>
                <c:pt idx="505">
                  <c:v>86.01</c:v>
                </c:pt>
                <c:pt idx="506">
                  <c:v>86.25</c:v>
                </c:pt>
                <c:pt idx="507">
                  <c:v>86.26</c:v>
                </c:pt>
                <c:pt idx="508">
                  <c:v>86.48</c:v>
                </c:pt>
                <c:pt idx="509">
                  <c:v>86.62</c:v>
                </c:pt>
                <c:pt idx="510">
                  <c:v>86.02</c:v>
                </c:pt>
                <c:pt idx="511">
                  <c:v>85.89</c:v>
                </c:pt>
                <c:pt idx="512">
                  <c:v>85.88</c:v>
                </c:pt>
                <c:pt idx="513">
                  <c:v>85.48</c:v>
                </c:pt>
                <c:pt idx="514">
                  <c:v>84.46</c:v>
                </c:pt>
                <c:pt idx="515">
                  <c:v>83.72</c:v>
                </c:pt>
                <c:pt idx="516">
                  <c:v>83.85</c:v>
                </c:pt>
                <c:pt idx="517">
                  <c:v>83.85</c:v>
                </c:pt>
                <c:pt idx="518">
                  <c:v>83.31</c:v>
                </c:pt>
                <c:pt idx="519">
                  <c:v>83.67</c:v>
                </c:pt>
                <c:pt idx="520">
                  <c:v>83.74</c:v>
                </c:pt>
                <c:pt idx="521">
                  <c:v>83.53</c:v>
                </c:pt>
                <c:pt idx="522">
                  <c:v>83.53</c:v>
                </c:pt>
                <c:pt idx="523">
                  <c:v>83.88</c:v>
                </c:pt>
                <c:pt idx="524">
                  <c:v>84.42</c:v>
                </c:pt>
                <c:pt idx="525">
                  <c:v>83.11</c:v>
                </c:pt>
                <c:pt idx="526">
                  <c:v>82.84</c:v>
                </c:pt>
                <c:pt idx="527">
                  <c:v>82.96</c:v>
                </c:pt>
                <c:pt idx="528">
                  <c:v>85.32</c:v>
                </c:pt>
                <c:pt idx="529">
                  <c:v>86.51</c:v>
                </c:pt>
                <c:pt idx="530">
                  <c:v>86.16</c:v>
                </c:pt>
                <c:pt idx="531">
                  <c:v>86.67</c:v>
                </c:pt>
                <c:pt idx="532">
                  <c:v>88.18</c:v>
                </c:pt>
                <c:pt idx="533">
                  <c:v>87.83</c:v>
                </c:pt>
                <c:pt idx="534">
                  <c:v>86.39</c:v>
                </c:pt>
                <c:pt idx="535">
                  <c:v>86.27</c:v>
                </c:pt>
                <c:pt idx="536">
                  <c:v>86.15</c:v>
                </c:pt>
                <c:pt idx="537">
                  <c:v>86.26</c:v>
                </c:pt>
                <c:pt idx="538">
                  <c:v>86.94</c:v>
                </c:pt>
                <c:pt idx="539">
                  <c:v>86.37</c:v>
                </c:pt>
                <c:pt idx="540">
                  <c:v>87.41</c:v>
                </c:pt>
                <c:pt idx="541">
                  <c:v>87.05</c:v>
                </c:pt>
                <c:pt idx="542">
                  <c:v>86.98</c:v>
                </c:pt>
                <c:pt idx="543">
                  <c:v>87.58</c:v>
                </c:pt>
                <c:pt idx="544">
                  <c:v>87.49</c:v>
                </c:pt>
                <c:pt idx="545">
                  <c:v>87.08</c:v>
                </c:pt>
                <c:pt idx="546">
                  <c:v>86.7</c:v>
                </c:pt>
                <c:pt idx="547">
                  <c:v>86.25</c:v>
                </c:pt>
                <c:pt idx="548">
                  <c:v>86.1</c:v>
                </c:pt>
                <c:pt idx="549">
                  <c:v>85.29</c:v>
                </c:pt>
                <c:pt idx="550">
                  <c:v>86.1</c:v>
                </c:pt>
                <c:pt idx="551">
                  <c:v>86.93</c:v>
                </c:pt>
                <c:pt idx="552">
                  <c:v>87.5</c:v>
                </c:pt>
                <c:pt idx="553">
                  <c:v>88.28</c:v>
                </c:pt>
                <c:pt idx="554">
                  <c:v>88.32</c:v>
                </c:pt>
                <c:pt idx="555">
                  <c:v>88.23</c:v>
                </c:pt>
                <c:pt idx="556">
                  <c:v>89.06</c:v>
                </c:pt>
                <c:pt idx="557">
                  <c:v>89.05</c:v>
                </c:pt>
                <c:pt idx="558">
                  <c:v>89.09</c:v>
                </c:pt>
                <c:pt idx="559">
                  <c:v>89.65</c:v>
                </c:pt>
                <c:pt idx="560">
                  <c:v>89.44</c:v>
                </c:pt>
                <c:pt idx="561">
                  <c:v>89.75</c:v>
                </c:pt>
                <c:pt idx="562">
                  <c:v>89.2</c:v>
                </c:pt>
                <c:pt idx="563">
                  <c:v>88.72</c:v>
                </c:pt>
                <c:pt idx="564">
                  <c:v>88.99</c:v>
                </c:pt>
                <c:pt idx="565">
                  <c:v>89.19</c:v>
                </c:pt>
                <c:pt idx="566">
                  <c:v>89.96</c:v>
                </c:pt>
                <c:pt idx="567">
                  <c:v>90.53</c:v>
                </c:pt>
                <c:pt idx="568">
                  <c:v>90.69</c:v>
                </c:pt>
                <c:pt idx="569">
                  <c:v>90.48</c:v>
                </c:pt>
                <c:pt idx="570">
                  <c:v>90.26</c:v>
                </c:pt>
                <c:pt idx="571">
                  <c:v>90.72</c:v>
                </c:pt>
                <c:pt idx="572">
                  <c:v>90.35</c:v>
                </c:pt>
                <c:pt idx="573">
                  <c:v>90.83</c:v>
                </c:pt>
                <c:pt idx="574">
                  <c:v>90.84</c:v>
                </c:pt>
                <c:pt idx="575">
                  <c:v>90.51</c:v>
                </c:pt>
                <c:pt idx="576">
                  <c:v>89.76</c:v>
                </c:pt>
                <c:pt idx="577">
                  <c:v>89.99</c:v>
                </c:pt>
                <c:pt idx="578">
                  <c:v>90.91</c:v>
                </c:pt>
                <c:pt idx="579">
                  <c:v>90.94</c:v>
                </c:pt>
                <c:pt idx="580">
                  <c:v>90.68</c:v>
                </c:pt>
                <c:pt idx="581">
                  <c:v>90.54</c:v>
                </c:pt>
                <c:pt idx="582">
                  <c:v>90</c:v>
                </c:pt>
                <c:pt idx="583">
                  <c:v>90.52</c:v>
                </c:pt>
                <c:pt idx="584">
                  <c:v>89.56</c:v>
                </c:pt>
                <c:pt idx="585">
                  <c:v>89.81</c:v>
                </c:pt>
                <c:pt idx="586">
                  <c:v>89.65</c:v>
                </c:pt>
                <c:pt idx="587">
                  <c:v>90.22</c:v>
                </c:pt>
                <c:pt idx="588">
                  <c:v>89.85</c:v>
                </c:pt>
                <c:pt idx="589">
                  <c:v>89.09</c:v>
                </c:pt>
                <c:pt idx="590">
                  <c:v>89.02</c:v>
                </c:pt>
                <c:pt idx="591">
                  <c:v>88.84</c:v>
                </c:pt>
                <c:pt idx="592">
                  <c:v>88.99</c:v>
                </c:pt>
                <c:pt idx="593">
                  <c:v>88.48</c:v>
                </c:pt>
                <c:pt idx="594">
                  <c:v>89.25</c:v>
                </c:pt>
                <c:pt idx="595">
                  <c:v>89.78</c:v>
                </c:pt>
                <c:pt idx="596">
                  <c:v>89.78</c:v>
                </c:pt>
                <c:pt idx="597">
                  <c:v>90.12</c:v>
                </c:pt>
                <c:pt idx="598">
                  <c:v>90.51</c:v>
                </c:pt>
                <c:pt idx="599">
                  <c:v>90.51</c:v>
                </c:pt>
                <c:pt idx="600">
                  <c:v>90.51</c:v>
                </c:pt>
                <c:pt idx="601">
                  <c:v>90.5</c:v>
                </c:pt>
                <c:pt idx="602">
                  <c:v>90.21</c:v>
                </c:pt>
                <c:pt idx="603">
                  <c:v>90.28</c:v>
                </c:pt>
                <c:pt idx="604">
                  <c:v>89.79</c:v>
                </c:pt>
                <c:pt idx="605">
                  <c:v>89.78</c:v>
                </c:pt>
                <c:pt idx="606">
                  <c:v>89.75</c:v>
                </c:pt>
                <c:pt idx="607">
                  <c:v>89.93</c:v>
                </c:pt>
                <c:pt idx="608">
                  <c:v>89.62</c:v>
                </c:pt>
                <c:pt idx="609">
                  <c:v>89.12</c:v>
                </c:pt>
                <c:pt idx="610">
                  <c:v>89.45</c:v>
                </c:pt>
                <c:pt idx="611">
                  <c:v>89.04</c:v>
                </c:pt>
                <c:pt idx="612">
                  <c:v>88.67</c:v>
                </c:pt>
                <c:pt idx="613">
                  <c:v>88.92</c:v>
                </c:pt>
                <c:pt idx="614">
                  <c:v>89.39</c:v>
                </c:pt>
                <c:pt idx="615">
                  <c:v>89.15</c:v>
                </c:pt>
                <c:pt idx="616">
                  <c:v>88.29</c:v>
                </c:pt>
                <c:pt idx="617">
                  <c:v>87.59</c:v>
                </c:pt>
                <c:pt idx="618">
                  <c:v>87.94</c:v>
                </c:pt>
                <c:pt idx="619">
                  <c:v>87.63</c:v>
                </c:pt>
                <c:pt idx="620">
                  <c:v>86.91</c:v>
                </c:pt>
                <c:pt idx="621">
                  <c:v>86.75</c:v>
                </c:pt>
                <c:pt idx="622">
                  <c:v>87.27</c:v>
                </c:pt>
                <c:pt idx="623">
                  <c:v>87.96</c:v>
                </c:pt>
                <c:pt idx="624">
                  <c:v>87.9</c:v>
                </c:pt>
                <c:pt idx="625">
                  <c:v>87.9</c:v>
                </c:pt>
                <c:pt idx="626">
                  <c:v>87.65</c:v>
                </c:pt>
                <c:pt idx="627">
                  <c:v>88.83</c:v>
                </c:pt>
                <c:pt idx="628">
                  <c:v>88.27</c:v>
                </c:pt>
                <c:pt idx="629">
                  <c:v>87.22</c:v>
                </c:pt>
                <c:pt idx="630">
                  <c:v>87.1</c:v>
                </c:pt>
                <c:pt idx="631">
                  <c:v>87.34</c:v>
                </c:pt>
                <c:pt idx="632">
                  <c:v>87.26</c:v>
                </c:pt>
                <c:pt idx="633">
                  <c:v>87.08</c:v>
                </c:pt>
                <c:pt idx="634">
                  <c:v>86.58</c:v>
                </c:pt>
                <c:pt idx="635">
                  <c:v>86.57</c:v>
                </c:pt>
                <c:pt idx="636">
                  <c:v>86.72</c:v>
                </c:pt>
                <c:pt idx="637">
                  <c:v>86.78</c:v>
                </c:pt>
                <c:pt idx="638">
                  <c:v>86.01</c:v>
                </c:pt>
                <c:pt idx="639">
                  <c:v>85.97</c:v>
                </c:pt>
                <c:pt idx="640">
                  <c:v>85.72</c:v>
                </c:pt>
                <c:pt idx="641">
                  <c:v>85.44</c:v>
                </c:pt>
                <c:pt idx="642">
                  <c:v>85.95</c:v>
                </c:pt>
                <c:pt idx="643">
                  <c:v>85.61</c:v>
                </c:pt>
                <c:pt idx="644">
                  <c:v>85.91</c:v>
                </c:pt>
                <c:pt idx="645">
                  <c:v>85.58</c:v>
                </c:pt>
                <c:pt idx="646">
                  <c:v>85.57</c:v>
                </c:pt>
                <c:pt idx="647">
                  <c:v>84.9</c:v>
                </c:pt>
                <c:pt idx="648">
                  <c:v>84.28</c:v>
                </c:pt>
                <c:pt idx="649">
                  <c:v>84.13</c:v>
                </c:pt>
                <c:pt idx="650">
                  <c:v>83.62</c:v>
                </c:pt>
                <c:pt idx="651">
                  <c:v>83.72</c:v>
                </c:pt>
                <c:pt idx="652">
                  <c:v>83.64</c:v>
                </c:pt>
                <c:pt idx="653">
                  <c:v>83.1</c:v>
                </c:pt>
                <c:pt idx="654">
                  <c:v>83.1</c:v>
                </c:pt>
                <c:pt idx="655">
                  <c:v>83.13</c:v>
                </c:pt>
                <c:pt idx="656">
                  <c:v>82.15</c:v>
                </c:pt>
                <c:pt idx="657">
                  <c:v>82.32</c:v>
                </c:pt>
                <c:pt idx="658">
                  <c:v>83.32</c:v>
                </c:pt>
                <c:pt idx="659">
                  <c:v>82.62</c:v>
                </c:pt>
                <c:pt idx="660">
                  <c:v>81.84</c:v>
                </c:pt>
                <c:pt idx="661">
                  <c:v>82.18</c:v>
                </c:pt>
                <c:pt idx="662">
                  <c:v>82.07</c:v>
                </c:pt>
                <c:pt idx="663">
                  <c:v>81.75</c:v>
                </c:pt>
                <c:pt idx="664">
                  <c:v>81.040000000000006</c:v>
                </c:pt>
                <c:pt idx="665">
                  <c:v>82.54</c:v>
                </c:pt>
                <c:pt idx="666">
                  <c:v>82.41</c:v>
                </c:pt>
                <c:pt idx="667">
                  <c:v>82.44</c:v>
                </c:pt>
                <c:pt idx="668">
                  <c:v>82.34</c:v>
                </c:pt>
                <c:pt idx="669">
                  <c:v>83.18</c:v>
                </c:pt>
                <c:pt idx="670">
                  <c:v>82.23</c:v>
                </c:pt>
                <c:pt idx="671">
                  <c:v>81.83</c:v>
                </c:pt>
                <c:pt idx="672">
                  <c:v>82.22</c:v>
                </c:pt>
                <c:pt idx="673">
                  <c:v>81.98</c:v>
                </c:pt>
                <c:pt idx="674">
                  <c:v>81.91</c:v>
                </c:pt>
                <c:pt idx="675">
                  <c:v>81.900000000000006</c:v>
                </c:pt>
                <c:pt idx="676">
                  <c:v>82.03</c:v>
                </c:pt>
                <c:pt idx="677">
                  <c:v>82.3</c:v>
                </c:pt>
                <c:pt idx="678">
                  <c:v>82.15</c:v>
                </c:pt>
                <c:pt idx="679">
                  <c:v>81.650000000000006</c:v>
                </c:pt>
                <c:pt idx="680">
                  <c:v>81.61</c:v>
                </c:pt>
                <c:pt idx="681">
                  <c:v>81.75</c:v>
                </c:pt>
                <c:pt idx="682">
                  <c:v>81.61</c:v>
                </c:pt>
                <c:pt idx="683">
                  <c:v>81.3</c:v>
                </c:pt>
                <c:pt idx="684">
                  <c:v>81.66</c:v>
                </c:pt>
                <c:pt idx="685">
                  <c:v>81.58</c:v>
                </c:pt>
                <c:pt idx="686">
                  <c:v>81.33</c:v>
                </c:pt>
                <c:pt idx="687">
                  <c:v>81.19</c:v>
                </c:pt>
                <c:pt idx="688">
                  <c:v>80.92</c:v>
                </c:pt>
                <c:pt idx="689">
                  <c:v>80.16</c:v>
                </c:pt>
                <c:pt idx="690">
                  <c:v>78.94</c:v>
                </c:pt>
                <c:pt idx="691">
                  <c:v>78.87</c:v>
                </c:pt>
                <c:pt idx="692">
                  <c:v>79.209999999999994</c:v>
                </c:pt>
                <c:pt idx="693">
                  <c:v>79.31</c:v>
                </c:pt>
                <c:pt idx="694">
                  <c:v>79.17</c:v>
                </c:pt>
                <c:pt idx="695">
                  <c:v>78.88</c:v>
                </c:pt>
                <c:pt idx="696">
                  <c:v>78.33</c:v>
                </c:pt>
                <c:pt idx="697">
                  <c:v>78.41</c:v>
                </c:pt>
                <c:pt idx="698">
                  <c:v>79.400000000000006</c:v>
                </c:pt>
                <c:pt idx="699">
                  <c:v>78.819999999999993</c:v>
                </c:pt>
                <c:pt idx="700">
                  <c:v>78.819999999999993</c:v>
                </c:pt>
                <c:pt idx="701">
                  <c:v>78.489999999999995</c:v>
                </c:pt>
                <c:pt idx="702">
                  <c:v>79.459999999999994</c:v>
                </c:pt>
                <c:pt idx="703">
                  <c:v>79.739999999999995</c:v>
                </c:pt>
                <c:pt idx="704">
                  <c:v>80.650000000000006</c:v>
                </c:pt>
                <c:pt idx="705">
                  <c:v>82.9</c:v>
                </c:pt>
                <c:pt idx="706">
                  <c:v>83.39</c:v>
                </c:pt>
                <c:pt idx="707">
                  <c:v>84.33</c:v>
                </c:pt>
                <c:pt idx="708">
                  <c:v>83.64</c:v>
                </c:pt>
                <c:pt idx="709">
                  <c:v>84.73</c:v>
                </c:pt>
                <c:pt idx="710">
                  <c:v>84.42</c:v>
                </c:pt>
                <c:pt idx="711">
                  <c:v>84.69</c:v>
                </c:pt>
                <c:pt idx="712">
                  <c:v>84.45</c:v>
                </c:pt>
                <c:pt idx="713">
                  <c:v>84.07</c:v>
                </c:pt>
                <c:pt idx="714">
                  <c:v>83.85</c:v>
                </c:pt>
                <c:pt idx="715">
                  <c:v>82.69</c:v>
                </c:pt>
                <c:pt idx="716">
                  <c:v>81</c:v>
                </c:pt>
                <c:pt idx="717">
                  <c:v>81.099999999999994</c:v>
                </c:pt>
                <c:pt idx="718">
                  <c:v>81.790000000000006</c:v>
                </c:pt>
                <c:pt idx="719">
                  <c:v>81.36</c:v>
                </c:pt>
                <c:pt idx="720">
                  <c:v>82.4</c:v>
                </c:pt>
                <c:pt idx="721">
                  <c:v>82.62</c:v>
                </c:pt>
                <c:pt idx="722">
                  <c:v>83.28</c:v>
                </c:pt>
                <c:pt idx="723">
                  <c:v>84.87</c:v>
                </c:pt>
                <c:pt idx="724">
                  <c:v>84.81</c:v>
                </c:pt>
                <c:pt idx="725">
                  <c:v>83.98</c:v>
                </c:pt>
                <c:pt idx="726">
                  <c:v>83.81</c:v>
                </c:pt>
                <c:pt idx="727">
                  <c:v>83.75</c:v>
                </c:pt>
                <c:pt idx="728">
                  <c:v>83.53</c:v>
                </c:pt>
                <c:pt idx="729">
                  <c:v>84.56</c:v>
                </c:pt>
                <c:pt idx="730">
                  <c:v>85.5</c:v>
                </c:pt>
                <c:pt idx="731">
                  <c:v>86.46</c:v>
                </c:pt>
                <c:pt idx="732">
                  <c:v>86.63</c:v>
                </c:pt>
                <c:pt idx="733">
                  <c:v>85.93</c:v>
                </c:pt>
                <c:pt idx="734">
                  <c:v>86.8</c:v>
                </c:pt>
                <c:pt idx="735">
                  <c:v>87.25</c:v>
                </c:pt>
                <c:pt idx="736">
                  <c:v>87.01</c:v>
                </c:pt>
                <c:pt idx="737">
                  <c:v>87.66</c:v>
                </c:pt>
                <c:pt idx="738">
                  <c:v>87.33</c:v>
                </c:pt>
                <c:pt idx="739">
                  <c:v>87.63</c:v>
                </c:pt>
                <c:pt idx="740">
                  <c:v>88.84</c:v>
                </c:pt>
                <c:pt idx="741">
                  <c:v>88.55</c:v>
                </c:pt>
                <c:pt idx="742">
                  <c:v>88.64</c:v>
                </c:pt>
                <c:pt idx="743">
                  <c:v>89.21</c:v>
                </c:pt>
                <c:pt idx="744">
                  <c:v>89.92</c:v>
                </c:pt>
                <c:pt idx="745">
                  <c:v>90.19</c:v>
                </c:pt>
                <c:pt idx="746">
                  <c:v>89.8</c:v>
                </c:pt>
                <c:pt idx="747">
                  <c:v>89.62</c:v>
                </c:pt>
                <c:pt idx="748">
                  <c:v>89.44</c:v>
                </c:pt>
                <c:pt idx="749">
                  <c:v>88.97</c:v>
                </c:pt>
                <c:pt idx="750">
                  <c:v>90.04</c:v>
                </c:pt>
                <c:pt idx="751">
                  <c:v>90</c:v>
                </c:pt>
                <c:pt idx="752">
                  <c:v>89.86</c:v>
                </c:pt>
                <c:pt idx="753">
                  <c:v>89.56</c:v>
                </c:pt>
                <c:pt idx="754">
                  <c:v>91.12</c:v>
                </c:pt>
                <c:pt idx="755">
                  <c:v>90.87</c:v>
                </c:pt>
                <c:pt idx="756">
                  <c:v>90.68</c:v>
                </c:pt>
                <c:pt idx="757">
                  <c:v>90.41</c:v>
                </c:pt>
                <c:pt idx="758">
                  <c:v>90.75</c:v>
                </c:pt>
                <c:pt idx="759">
                  <c:v>91.11</c:v>
                </c:pt>
                <c:pt idx="760">
                  <c:v>90.83</c:v>
                </c:pt>
                <c:pt idx="761">
                  <c:v>90.11</c:v>
                </c:pt>
                <c:pt idx="762">
                  <c:v>90.03</c:v>
                </c:pt>
                <c:pt idx="763">
                  <c:v>90.15</c:v>
                </c:pt>
                <c:pt idx="764">
                  <c:v>90.56</c:v>
                </c:pt>
                <c:pt idx="765">
                  <c:v>88.97</c:v>
                </c:pt>
                <c:pt idx="766">
                  <c:v>89.13</c:v>
                </c:pt>
                <c:pt idx="767">
                  <c:v>89.89</c:v>
                </c:pt>
                <c:pt idx="768">
                  <c:v>90.15</c:v>
                </c:pt>
                <c:pt idx="769">
                  <c:v>90.13</c:v>
                </c:pt>
                <c:pt idx="770">
                  <c:v>89.71</c:v>
                </c:pt>
                <c:pt idx="771">
                  <c:v>89.78</c:v>
                </c:pt>
                <c:pt idx="772">
                  <c:v>89.33</c:v>
                </c:pt>
                <c:pt idx="773">
                  <c:v>89.37</c:v>
                </c:pt>
                <c:pt idx="774">
                  <c:v>89.68</c:v>
                </c:pt>
                <c:pt idx="775">
                  <c:v>89.83</c:v>
                </c:pt>
                <c:pt idx="776">
                  <c:v>90.75</c:v>
                </c:pt>
                <c:pt idx="777">
                  <c:v>91.05</c:v>
                </c:pt>
                <c:pt idx="778">
                  <c:v>91.18</c:v>
                </c:pt>
                <c:pt idx="779">
                  <c:v>91.14</c:v>
                </c:pt>
                <c:pt idx="780">
                  <c:v>92.16</c:v>
                </c:pt>
                <c:pt idx="781">
                  <c:v>92.15</c:v>
                </c:pt>
                <c:pt idx="782">
                  <c:v>92.17</c:v>
                </c:pt>
                <c:pt idx="783">
                  <c:v>92.36</c:v>
                </c:pt>
                <c:pt idx="784">
                  <c:v>92.36</c:v>
                </c:pt>
                <c:pt idx="785">
                  <c:v>93.46</c:v>
                </c:pt>
                <c:pt idx="786">
                  <c:v>92.64</c:v>
                </c:pt>
                <c:pt idx="787">
                  <c:v>93.07</c:v>
                </c:pt>
                <c:pt idx="788">
                  <c:v>93.17</c:v>
                </c:pt>
                <c:pt idx="789">
                  <c:v>93.45</c:v>
                </c:pt>
                <c:pt idx="790">
                  <c:v>92.69</c:v>
                </c:pt>
                <c:pt idx="791">
                  <c:v>92.89</c:v>
                </c:pt>
                <c:pt idx="792">
                  <c:v>92.62</c:v>
                </c:pt>
                <c:pt idx="793">
                  <c:v>92.61</c:v>
                </c:pt>
                <c:pt idx="794">
                  <c:v>93.04</c:v>
                </c:pt>
                <c:pt idx="795">
                  <c:v>92.06</c:v>
                </c:pt>
                <c:pt idx="796">
                  <c:v>92</c:v>
                </c:pt>
                <c:pt idx="797">
                  <c:v>91.55</c:v>
                </c:pt>
                <c:pt idx="798">
                  <c:v>92.25</c:v>
                </c:pt>
                <c:pt idx="799">
                  <c:v>91.41</c:v>
                </c:pt>
                <c:pt idx="800">
                  <c:v>90.47</c:v>
                </c:pt>
                <c:pt idx="801">
                  <c:v>90.55</c:v>
                </c:pt>
                <c:pt idx="802">
                  <c:v>91.36</c:v>
                </c:pt>
                <c:pt idx="803">
                  <c:v>91.28</c:v>
                </c:pt>
                <c:pt idx="804">
                  <c:v>92.46</c:v>
                </c:pt>
                <c:pt idx="805">
                  <c:v>93.56</c:v>
                </c:pt>
                <c:pt idx="806">
                  <c:v>93.92</c:v>
                </c:pt>
                <c:pt idx="807">
                  <c:v>94.24</c:v>
                </c:pt>
                <c:pt idx="808">
                  <c:v>94.53</c:v>
                </c:pt>
                <c:pt idx="809">
                  <c:v>94.4</c:v>
                </c:pt>
                <c:pt idx="810">
                  <c:v>94.35</c:v>
                </c:pt>
                <c:pt idx="811">
                  <c:v>94.03</c:v>
                </c:pt>
                <c:pt idx="812">
                  <c:v>94.47</c:v>
                </c:pt>
                <c:pt idx="813">
                  <c:v>94.32</c:v>
                </c:pt>
                <c:pt idx="814">
                  <c:v>94.25</c:v>
                </c:pt>
                <c:pt idx="815">
                  <c:v>94.38</c:v>
                </c:pt>
                <c:pt idx="816">
                  <c:v>93.09</c:v>
                </c:pt>
                <c:pt idx="817">
                  <c:v>92.93</c:v>
                </c:pt>
                <c:pt idx="818">
                  <c:v>93.2</c:v>
                </c:pt>
                <c:pt idx="819">
                  <c:v>93.38</c:v>
                </c:pt>
                <c:pt idx="820">
                  <c:v>92.65</c:v>
                </c:pt>
                <c:pt idx="821">
                  <c:v>92.91</c:v>
                </c:pt>
                <c:pt idx="822">
                  <c:v>93.41</c:v>
                </c:pt>
                <c:pt idx="823">
                  <c:v>93.51</c:v>
                </c:pt>
                <c:pt idx="824">
                  <c:v>94.01</c:v>
                </c:pt>
                <c:pt idx="825">
                  <c:v>94.18</c:v>
                </c:pt>
                <c:pt idx="826">
                  <c:v>93.25</c:v>
                </c:pt>
                <c:pt idx="827">
                  <c:v>93.4</c:v>
                </c:pt>
                <c:pt idx="828">
                  <c:v>93.22</c:v>
                </c:pt>
                <c:pt idx="829">
                  <c:v>94.3</c:v>
                </c:pt>
                <c:pt idx="830">
                  <c:v>94.02</c:v>
                </c:pt>
                <c:pt idx="831">
                  <c:v>94.37</c:v>
                </c:pt>
                <c:pt idx="832">
                  <c:v>94.29</c:v>
                </c:pt>
                <c:pt idx="833">
                  <c:v>94.36</c:v>
                </c:pt>
                <c:pt idx="834">
                  <c:v>94.5</c:v>
                </c:pt>
                <c:pt idx="835">
                  <c:v>94.55</c:v>
                </c:pt>
                <c:pt idx="836">
                  <c:v>94.3</c:v>
                </c:pt>
                <c:pt idx="837">
                  <c:v>94.22</c:v>
                </c:pt>
                <c:pt idx="838">
                  <c:v>93.18</c:v>
                </c:pt>
                <c:pt idx="839">
                  <c:v>92.88</c:v>
                </c:pt>
                <c:pt idx="840">
                  <c:v>92.94</c:v>
                </c:pt>
                <c:pt idx="841">
                  <c:v>92.73</c:v>
                </c:pt>
                <c:pt idx="842">
                  <c:v>93.29</c:v>
                </c:pt>
                <c:pt idx="843">
                  <c:v>93.52</c:v>
                </c:pt>
                <c:pt idx="844">
                  <c:v>92.93</c:v>
                </c:pt>
                <c:pt idx="845">
                  <c:v>92.78</c:v>
                </c:pt>
                <c:pt idx="846">
                  <c:v>92.47</c:v>
                </c:pt>
                <c:pt idx="847">
                  <c:v>91.87</c:v>
                </c:pt>
                <c:pt idx="848">
                  <c:v>91.15</c:v>
                </c:pt>
                <c:pt idx="849">
                  <c:v>91.37</c:v>
                </c:pt>
                <c:pt idx="850">
                  <c:v>91.2</c:v>
                </c:pt>
                <c:pt idx="851">
                  <c:v>91.72</c:v>
                </c:pt>
                <c:pt idx="852">
                  <c:v>91.97</c:v>
                </c:pt>
                <c:pt idx="853">
                  <c:v>91.25</c:v>
                </c:pt>
                <c:pt idx="854">
                  <c:v>91.22</c:v>
                </c:pt>
                <c:pt idx="855">
                  <c:v>90.67</c:v>
                </c:pt>
                <c:pt idx="856">
                  <c:v>89.97</c:v>
                </c:pt>
                <c:pt idx="857">
                  <c:v>90.51</c:v>
                </c:pt>
                <c:pt idx="858">
                  <c:v>90.95</c:v>
                </c:pt>
                <c:pt idx="859">
                  <c:v>91.31</c:v>
                </c:pt>
                <c:pt idx="860">
                  <c:v>90.37</c:v>
                </c:pt>
                <c:pt idx="861">
                  <c:v>90.18</c:v>
                </c:pt>
                <c:pt idx="862">
                  <c:v>90.33</c:v>
                </c:pt>
                <c:pt idx="863">
                  <c:v>89.84</c:v>
                </c:pt>
                <c:pt idx="864">
                  <c:v>89.38</c:v>
                </c:pt>
                <c:pt idx="865">
                  <c:v>88.6</c:v>
                </c:pt>
                <c:pt idx="866">
                  <c:v>89.59</c:v>
                </c:pt>
                <c:pt idx="867">
                  <c:v>89.27</c:v>
                </c:pt>
                <c:pt idx="868">
                  <c:v>89.25</c:v>
                </c:pt>
                <c:pt idx="869">
                  <c:v>89.5</c:v>
                </c:pt>
                <c:pt idx="870">
                  <c:v>89.32</c:v>
                </c:pt>
                <c:pt idx="871">
                  <c:v>89</c:v>
                </c:pt>
                <c:pt idx="872">
                  <c:v>89.11</c:v>
                </c:pt>
                <c:pt idx="873">
                  <c:v>88.77</c:v>
                </c:pt>
                <c:pt idx="874">
                  <c:v>89.23</c:v>
                </c:pt>
                <c:pt idx="875">
                  <c:v>90.52</c:v>
                </c:pt>
                <c:pt idx="876">
                  <c:v>90.51</c:v>
                </c:pt>
                <c:pt idx="877">
                  <c:v>90.58</c:v>
                </c:pt>
                <c:pt idx="878">
                  <c:v>90.93</c:v>
                </c:pt>
                <c:pt idx="879">
                  <c:v>90.15</c:v>
                </c:pt>
                <c:pt idx="880">
                  <c:v>90.64</c:v>
                </c:pt>
                <c:pt idx="881">
                  <c:v>90.91</c:v>
                </c:pt>
                <c:pt idx="882">
                  <c:v>90.67</c:v>
                </c:pt>
                <c:pt idx="883">
                  <c:v>90.38</c:v>
                </c:pt>
                <c:pt idx="884">
                  <c:v>90.7</c:v>
                </c:pt>
                <c:pt idx="885">
                  <c:v>91.04</c:v>
                </c:pt>
                <c:pt idx="886">
                  <c:v>90.63</c:v>
                </c:pt>
                <c:pt idx="887">
                  <c:v>90.49</c:v>
                </c:pt>
                <c:pt idx="888">
                  <c:v>89.51</c:v>
                </c:pt>
                <c:pt idx="889">
                  <c:v>88.96</c:v>
                </c:pt>
                <c:pt idx="890">
                  <c:v>89.08</c:v>
                </c:pt>
                <c:pt idx="891">
                  <c:v>89.02</c:v>
                </c:pt>
                <c:pt idx="892">
                  <c:v>89.4</c:v>
                </c:pt>
                <c:pt idx="893">
                  <c:v>89.33</c:v>
                </c:pt>
                <c:pt idx="894">
                  <c:v>90.75</c:v>
                </c:pt>
                <c:pt idx="895">
                  <c:v>90.42</c:v>
                </c:pt>
                <c:pt idx="896">
                  <c:v>90.44</c:v>
                </c:pt>
                <c:pt idx="897">
                  <c:v>90.83</c:v>
                </c:pt>
                <c:pt idx="898">
                  <c:v>90.43</c:v>
                </c:pt>
                <c:pt idx="899">
                  <c:v>90.44</c:v>
                </c:pt>
                <c:pt idx="900">
                  <c:v>90.35</c:v>
                </c:pt>
                <c:pt idx="901">
                  <c:v>91.07</c:v>
                </c:pt>
                <c:pt idx="902">
                  <c:v>91.73</c:v>
                </c:pt>
                <c:pt idx="903">
                  <c:v>91.78</c:v>
                </c:pt>
                <c:pt idx="904">
                  <c:v>92.93</c:v>
                </c:pt>
                <c:pt idx="905">
                  <c:v>93.36</c:v>
                </c:pt>
                <c:pt idx="906">
                  <c:v>93.75</c:v>
                </c:pt>
                <c:pt idx="907">
                  <c:v>93.48</c:v>
                </c:pt>
                <c:pt idx="908">
                  <c:v>94.05</c:v>
                </c:pt>
                <c:pt idx="909">
                  <c:v>93.71</c:v>
                </c:pt>
                <c:pt idx="910">
                  <c:v>93.31</c:v>
                </c:pt>
                <c:pt idx="911">
                  <c:v>92.87</c:v>
                </c:pt>
                <c:pt idx="912">
                  <c:v>93.61</c:v>
                </c:pt>
                <c:pt idx="913">
                  <c:v>93.17</c:v>
                </c:pt>
                <c:pt idx="914">
                  <c:v>93.49</c:v>
                </c:pt>
                <c:pt idx="915">
                  <c:v>93.49</c:v>
                </c:pt>
                <c:pt idx="916">
                  <c:v>93.85</c:v>
                </c:pt>
                <c:pt idx="917">
                  <c:v>93.85</c:v>
                </c:pt>
                <c:pt idx="918">
                  <c:v>94.02</c:v>
                </c:pt>
                <c:pt idx="919">
                  <c:v>95.01</c:v>
                </c:pt>
                <c:pt idx="920">
                  <c:v>95.26</c:v>
                </c:pt>
                <c:pt idx="921">
                  <c:v>94.6</c:v>
                </c:pt>
                <c:pt idx="922">
                  <c:v>94.48</c:v>
                </c:pt>
                <c:pt idx="923">
                  <c:v>94.86</c:v>
                </c:pt>
                <c:pt idx="924">
                  <c:v>94.6</c:v>
                </c:pt>
                <c:pt idx="925">
                  <c:v>94.22</c:v>
                </c:pt>
                <c:pt idx="926">
                  <c:v>94.02</c:v>
                </c:pt>
                <c:pt idx="927">
                  <c:v>93.97</c:v>
                </c:pt>
                <c:pt idx="928">
                  <c:v>94.03</c:v>
                </c:pt>
                <c:pt idx="929">
                  <c:v>94.57</c:v>
                </c:pt>
                <c:pt idx="930">
                  <c:v>94.76</c:v>
                </c:pt>
                <c:pt idx="931">
                  <c:v>94.88</c:v>
                </c:pt>
                <c:pt idx="932">
                  <c:v>94.44</c:v>
                </c:pt>
                <c:pt idx="933">
                  <c:v>95.53</c:v>
                </c:pt>
                <c:pt idx="934">
                  <c:v>95.37</c:v>
                </c:pt>
                <c:pt idx="935">
                  <c:v>94.63</c:v>
                </c:pt>
                <c:pt idx="936">
                  <c:v>94.4</c:v>
                </c:pt>
                <c:pt idx="937">
                  <c:v>94.38</c:v>
                </c:pt>
                <c:pt idx="938">
                  <c:v>94.52</c:v>
                </c:pt>
                <c:pt idx="939">
                  <c:v>94.14</c:v>
                </c:pt>
                <c:pt idx="940">
                  <c:v>94.38</c:v>
                </c:pt>
                <c:pt idx="941">
                  <c:v>95.21</c:v>
                </c:pt>
                <c:pt idx="942">
                  <c:v>95.23</c:v>
                </c:pt>
                <c:pt idx="943">
                  <c:v>95.27</c:v>
                </c:pt>
                <c:pt idx="944">
                  <c:v>95.13</c:v>
                </c:pt>
                <c:pt idx="945">
                  <c:v>93.94</c:v>
                </c:pt>
                <c:pt idx="946">
                  <c:v>93.98</c:v>
                </c:pt>
                <c:pt idx="947">
                  <c:v>93.38</c:v>
                </c:pt>
                <c:pt idx="948">
                  <c:v>94.12</c:v>
                </c:pt>
                <c:pt idx="949">
                  <c:v>93.38</c:v>
                </c:pt>
                <c:pt idx="950">
                  <c:v>93.77</c:v>
                </c:pt>
                <c:pt idx="951">
                  <c:v>93.56</c:v>
                </c:pt>
                <c:pt idx="952">
                  <c:v>94.01</c:v>
                </c:pt>
                <c:pt idx="953">
                  <c:v>93.3</c:v>
                </c:pt>
                <c:pt idx="954">
                  <c:v>93.3</c:v>
                </c:pt>
                <c:pt idx="955">
                  <c:v>93.62</c:v>
                </c:pt>
                <c:pt idx="956">
                  <c:v>93.95</c:v>
                </c:pt>
                <c:pt idx="957">
                  <c:v>93.51</c:v>
                </c:pt>
                <c:pt idx="958">
                  <c:v>93.19</c:v>
                </c:pt>
                <c:pt idx="959">
                  <c:v>92.08</c:v>
                </c:pt>
                <c:pt idx="960">
                  <c:v>92.08</c:v>
                </c:pt>
                <c:pt idx="961">
                  <c:v>91.36</c:v>
                </c:pt>
                <c:pt idx="962">
                  <c:v>91.72</c:v>
                </c:pt>
                <c:pt idx="963">
                  <c:v>91.05</c:v>
                </c:pt>
                <c:pt idx="964">
                  <c:v>90.8</c:v>
                </c:pt>
                <c:pt idx="965">
                  <c:v>91.18</c:v>
                </c:pt>
                <c:pt idx="966">
                  <c:v>91.21</c:v>
                </c:pt>
                <c:pt idx="967">
                  <c:v>90.75</c:v>
                </c:pt>
                <c:pt idx="968">
                  <c:v>90.94</c:v>
                </c:pt>
                <c:pt idx="969">
                  <c:v>91.4</c:v>
                </c:pt>
                <c:pt idx="970">
                  <c:v>91.4</c:v>
                </c:pt>
                <c:pt idx="971">
                  <c:v>92.72</c:v>
                </c:pt>
                <c:pt idx="972">
                  <c:v>92.32</c:v>
                </c:pt>
                <c:pt idx="973">
                  <c:v>92.81</c:v>
                </c:pt>
                <c:pt idx="974">
                  <c:v>92.65</c:v>
                </c:pt>
                <c:pt idx="975">
                  <c:v>92.25</c:v>
                </c:pt>
                <c:pt idx="976">
                  <c:v>91.82</c:v>
                </c:pt>
                <c:pt idx="977">
                  <c:v>91.89</c:v>
                </c:pt>
                <c:pt idx="978">
                  <c:v>92.82</c:v>
                </c:pt>
                <c:pt idx="979">
                  <c:v>92.69</c:v>
                </c:pt>
                <c:pt idx="980">
                  <c:v>92.35</c:v>
                </c:pt>
                <c:pt idx="981">
                  <c:v>92.43</c:v>
                </c:pt>
                <c:pt idx="982">
                  <c:v>92.28</c:v>
                </c:pt>
                <c:pt idx="983">
                  <c:v>92.31</c:v>
                </c:pt>
                <c:pt idx="984">
                  <c:v>91.65</c:v>
                </c:pt>
                <c:pt idx="985">
                  <c:v>91.71</c:v>
                </c:pt>
                <c:pt idx="986">
                  <c:v>91.32</c:v>
                </c:pt>
                <c:pt idx="987">
                  <c:v>91.78</c:v>
                </c:pt>
                <c:pt idx="988">
                  <c:v>92.39</c:v>
                </c:pt>
                <c:pt idx="989">
                  <c:v>92.52</c:v>
                </c:pt>
                <c:pt idx="990">
                  <c:v>93.36</c:v>
                </c:pt>
                <c:pt idx="991">
                  <c:v>93.43</c:v>
                </c:pt>
                <c:pt idx="992">
                  <c:v>93.34</c:v>
                </c:pt>
                <c:pt idx="993">
                  <c:v>94.14</c:v>
                </c:pt>
                <c:pt idx="994">
                  <c:v>94.44</c:v>
                </c:pt>
                <c:pt idx="995">
                  <c:v>94.81</c:v>
                </c:pt>
                <c:pt idx="996">
                  <c:v>94.71</c:v>
                </c:pt>
                <c:pt idx="997">
                  <c:v>94.85</c:v>
                </c:pt>
                <c:pt idx="998">
                  <c:v>94.48</c:v>
                </c:pt>
                <c:pt idx="999">
                  <c:v>95.08</c:v>
                </c:pt>
                <c:pt idx="1000">
                  <c:v>95.27</c:v>
                </c:pt>
                <c:pt idx="1001">
                  <c:v>95.44</c:v>
                </c:pt>
                <c:pt idx="1002">
                  <c:v>95.01</c:v>
                </c:pt>
                <c:pt idx="1003">
                  <c:v>95.13</c:v>
                </c:pt>
                <c:pt idx="1004">
                  <c:v>94.88</c:v>
                </c:pt>
                <c:pt idx="1005">
                  <c:v>94.6</c:v>
                </c:pt>
                <c:pt idx="1006">
                  <c:v>95.14</c:v>
                </c:pt>
                <c:pt idx="1007">
                  <c:v>94.89</c:v>
                </c:pt>
                <c:pt idx="1008">
                  <c:v>94.98</c:v>
                </c:pt>
                <c:pt idx="1009">
                  <c:v>94.5</c:v>
                </c:pt>
                <c:pt idx="1010">
                  <c:v>94.95</c:v>
                </c:pt>
                <c:pt idx="1011">
                  <c:v>95.26</c:v>
                </c:pt>
                <c:pt idx="1012">
                  <c:v>95.19</c:v>
                </c:pt>
                <c:pt idx="1013">
                  <c:v>95.69</c:v>
                </c:pt>
                <c:pt idx="1014">
                  <c:v>96.16</c:v>
                </c:pt>
                <c:pt idx="1015">
                  <c:v>95.78</c:v>
                </c:pt>
                <c:pt idx="1016">
                  <c:v>95.68</c:v>
                </c:pt>
                <c:pt idx="1017">
                  <c:v>95.6</c:v>
                </c:pt>
                <c:pt idx="1018">
                  <c:v>95.6</c:v>
                </c:pt>
                <c:pt idx="1019">
                  <c:v>96.02</c:v>
                </c:pt>
                <c:pt idx="1020">
                  <c:v>95.95</c:v>
                </c:pt>
                <c:pt idx="1021">
                  <c:v>96.21</c:v>
                </c:pt>
                <c:pt idx="1022">
                  <c:v>96.47</c:v>
                </c:pt>
                <c:pt idx="1023">
                  <c:v>96.44</c:v>
                </c:pt>
                <c:pt idx="1024">
                  <c:v>96.09</c:v>
                </c:pt>
                <c:pt idx="1025">
                  <c:v>94.98</c:v>
                </c:pt>
                <c:pt idx="1026">
                  <c:v>95.11</c:v>
                </c:pt>
                <c:pt idx="1027">
                  <c:v>95.16</c:v>
                </c:pt>
                <c:pt idx="1028">
                  <c:v>95.3</c:v>
                </c:pt>
                <c:pt idx="1029">
                  <c:v>95.05</c:v>
                </c:pt>
                <c:pt idx="1030">
                  <c:v>95.51</c:v>
                </c:pt>
                <c:pt idx="1031">
                  <c:v>95.81</c:v>
                </c:pt>
                <c:pt idx="1032">
                  <c:v>95.98</c:v>
                </c:pt>
                <c:pt idx="1033">
                  <c:v>95.67</c:v>
                </c:pt>
                <c:pt idx="1034">
                  <c:v>95.74</c:v>
                </c:pt>
                <c:pt idx="1035">
                  <c:v>95.73</c:v>
                </c:pt>
                <c:pt idx="1036">
                  <c:v>95.66</c:v>
                </c:pt>
                <c:pt idx="1037">
                  <c:v>95.14</c:v>
                </c:pt>
                <c:pt idx="1038">
                  <c:v>94.68</c:v>
                </c:pt>
                <c:pt idx="1039">
                  <c:v>94.68</c:v>
                </c:pt>
                <c:pt idx="1040">
                  <c:v>95.24</c:v>
                </c:pt>
                <c:pt idx="1041">
                  <c:v>95.14</c:v>
                </c:pt>
                <c:pt idx="1042">
                  <c:v>96.45</c:v>
                </c:pt>
                <c:pt idx="1043">
                  <c:v>96.7</c:v>
                </c:pt>
                <c:pt idx="1044">
                  <c:v>96.84</c:v>
                </c:pt>
                <c:pt idx="1045">
                  <c:v>96.97</c:v>
                </c:pt>
                <c:pt idx="1046">
                  <c:v>96.55</c:v>
                </c:pt>
                <c:pt idx="1047">
                  <c:v>96.58</c:v>
                </c:pt>
                <c:pt idx="1048">
                  <c:v>96.82</c:v>
                </c:pt>
                <c:pt idx="1049">
                  <c:v>96.08</c:v>
                </c:pt>
                <c:pt idx="1050">
                  <c:v>96.43</c:v>
                </c:pt>
                <c:pt idx="1051">
                  <c:v>96.69</c:v>
                </c:pt>
                <c:pt idx="1052">
                  <c:v>96.23</c:v>
                </c:pt>
                <c:pt idx="1053">
                  <c:v>96.77</c:v>
                </c:pt>
                <c:pt idx="1054">
                  <c:v>96.68</c:v>
                </c:pt>
                <c:pt idx="1055">
                  <c:v>96.83</c:v>
                </c:pt>
                <c:pt idx="1056">
                  <c:v>96.38</c:v>
                </c:pt>
                <c:pt idx="1057">
                  <c:v>96.47</c:v>
                </c:pt>
                <c:pt idx="1058">
                  <c:v>96.18</c:v>
                </c:pt>
                <c:pt idx="1059">
                  <c:v>96.71</c:v>
                </c:pt>
                <c:pt idx="1060">
                  <c:v>96.54</c:v>
                </c:pt>
                <c:pt idx="1061">
                  <c:v>96.5</c:v>
                </c:pt>
                <c:pt idx="1062">
                  <c:v>96.15</c:v>
                </c:pt>
                <c:pt idx="1063">
                  <c:v>95.4</c:v>
                </c:pt>
                <c:pt idx="1064">
                  <c:v>96.18</c:v>
                </c:pt>
                <c:pt idx="1065">
                  <c:v>95.59</c:v>
                </c:pt>
                <c:pt idx="1066">
                  <c:v>95.52</c:v>
                </c:pt>
                <c:pt idx="1067">
                  <c:v>95.53</c:v>
                </c:pt>
                <c:pt idx="1068">
                  <c:v>95.87</c:v>
                </c:pt>
                <c:pt idx="1069">
                  <c:v>96.75</c:v>
                </c:pt>
                <c:pt idx="1070">
                  <c:v>96.64</c:v>
                </c:pt>
                <c:pt idx="1071">
                  <c:v>96.95</c:v>
                </c:pt>
                <c:pt idx="1072">
                  <c:v>96.83</c:v>
                </c:pt>
                <c:pt idx="1073">
                  <c:v>96.6</c:v>
                </c:pt>
                <c:pt idx="1074">
                  <c:v>96.65</c:v>
                </c:pt>
                <c:pt idx="1075">
                  <c:v>94.91</c:v>
                </c:pt>
                <c:pt idx="1076">
                  <c:v>95.23</c:v>
                </c:pt>
                <c:pt idx="1077">
                  <c:v>95.16</c:v>
                </c:pt>
                <c:pt idx="1078">
                  <c:v>95.15</c:v>
                </c:pt>
                <c:pt idx="1079">
                  <c:v>94.6</c:v>
                </c:pt>
                <c:pt idx="1080">
                  <c:v>94.6</c:v>
                </c:pt>
                <c:pt idx="1081">
                  <c:v>95.23</c:v>
                </c:pt>
                <c:pt idx="1082">
                  <c:v>95.38</c:v>
                </c:pt>
                <c:pt idx="1083">
                  <c:v>95.01</c:v>
                </c:pt>
                <c:pt idx="1084">
                  <c:v>94.77</c:v>
                </c:pt>
                <c:pt idx="1085">
                  <c:v>94.55</c:v>
                </c:pt>
                <c:pt idx="1086">
                  <c:v>94.77</c:v>
                </c:pt>
                <c:pt idx="1087">
                  <c:v>94.51</c:v>
                </c:pt>
                <c:pt idx="1088">
                  <c:v>94.52</c:v>
                </c:pt>
                <c:pt idx="1089">
                  <c:v>95.16</c:v>
                </c:pt>
                <c:pt idx="1090">
                  <c:v>95.23</c:v>
                </c:pt>
                <c:pt idx="1091">
                  <c:v>95.02</c:v>
                </c:pt>
                <c:pt idx="1092">
                  <c:v>94.8</c:v>
                </c:pt>
                <c:pt idx="1093">
                  <c:v>93.71</c:v>
                </c:pt>
                <c:pt idx="1094">
                  <c:v>93.91</c:v>
                </c:pt>
                <c:pt idx="1095">
                  <c:v>94.23</c:v>
                </c:pt>
                <c:pt idx="1096">
                  <c:v>94.58</c:v>
                </c:pt>
                <c:pt idx="1097">
                  <c:v>94.2</c:v>
                </c:pt>
                <c:pt idx="1098">
                  <c:v>94.27</c:v>
                </c:pt>
                <c:pt idx="1099">
                  <c:v>94.57</c:v>
                </c:pt>
                <c:pt idx="1100">
                  <c:v>94.42</c:v>
                </c:pt>
                <c:pt idx="1101">
                  <c:v>94.32</c:v>
                </c:pt>
                <c:pt idx="1102">
                  <c:v>94.04</c:v>
                </c:pt>
                <c:pt idx="1103">
                  <c:v>93.57</c:v>
                </c:pt>
                <c:pt idx="1104">
                  <c:v>93.5</c:v>
                </c:pt>
                <c:pt idx="1105">
                  <c:v>93.49</c:v>
                </c:pt>
                <c:pt idx="1106">
                  <c:v>93.73</c:v>
                </c:pt>
                <c:pt idx="1107">
                  <c:v>93.54</c:v>
                </c:pt>
                <c:pt idx="1108">
                  <c:v>93.06</c:v>
                </c:pt>
                <c:pt idx="1109">
                  <c:v>94.31</c:v>
                </c:pt>
                <c:pt idx="1110">
                  <c:v>94.32</c:v>
                </c:pt>
                <c:pt idx="1111">
                  <c:v>95.28</c:v>
                </c:pt>
                <c:pt idx="1112">
                  <c:v>95.14</c:v>
                </c:pt>
                <c:pt idx="1113">
                  <c:v>95.08</c:v>
                </c:pt>
                <c:pt idx="1114">
                  <c:v>94.93</c:v>
                </c:pt>
                <c:pt idx="1115">
                  <c:v>94.71</c:v>
                </c:pt>
                <c:pt idx="1116">
                  <c:v>94.9</c:v>
                </c:pt>
                <c:pt idx="1117">
                  <c:v>94.55</c:v>
                </c:pt>
                <c:pt idx="1118">
                  <c:v>94.75</c:v>
                </c:pt>
                <c:pt idx="1119">
                  <c:v>94.9</c:v>
                </c:pt>
                <c:pt idx="1120">
                  <c:v>94.64</c:v>
                </c:pt>
                <c:pt idx="1121">
                  <c:v>94.45</c:v>
                </c:pt>
                <c:pt idx="1122">
                  <c:v>94</c:v>
                </c:pt>
                <c:pt idx="1123">
                  <c:v>93.96</c:v>
                </c:pt>
                <c:pt idx="1124">
                  <c:v>93.91</c:v>
                </c:pt>
                <c:pt idx="1125">
                  <c:v>93.6</c:v>
                </c:pt>
                <c:pt idx="1126">
                  <c:v>93.33</c:v>
                </c:pt>
                <c:pt idx="1127">
                  <c:v>93.33</c:v>
                </c:pt>
                <c:pt idx="1128">
                  <c:v>92.44</c:v>
                </c:pt>
                <c:pt idx="1129">
                  <c:v>92.12</c:v>
                </c:pt>
                <c:pt idx="1130">
                  <c:v>92.06</c:v>
                </c:pt>
                <c:pt idx="1131">
                  <c:v>91.65</c:v>
                </c:pt>
                <c:pt idx="1132">
                  <c:v>92.43</c:v>
                </c:pt>
                <c:pt idx="1133">
                  <c:v>92.99</c:v>
                </c:pt>
                <c:pt idx="1134">
                  <c:v>92.71</c:v>
                </c:pt>
                <c:pt idx="1135">
                  <c:v>92.47</c:v>
                </c:pt>
                <c:pt idx="1136">
                  <c:v>93.5</c:v>
                </c:pt>
                <c:pt idx="1137">
                  <c:v>93.33</c:v>
                </c:pt>
                <c:pt idx="1138">
                  <c:v>93.11</c:v>
                </c:pt>
                <c:pt idx="1139">
                  <c:v>93.3</c:v>
                </c:pt>
                <c:pt idx="1140">
                  <c:v>93.42</c:v>
                </c:pt>
                <c:pt idx="1141">
                  <c:v>93.31</c:v>
                </c:pt>
                <c:pt idx="1142">
                  <c:v>92.51</c:v>
                </c:pt>
                <c:pt idx="1143">
                  <c:v>92.61</c:v>
                </c:pt>
                <c:pt idx="1144">
                  <c:v>92.24</c:v>
                </c:pt>
                <c:pt idx="1145">
                  <c:v>92.24</c:v>
                </c:pt>
                <c:pt idx="1146">
                  <c:v>92.75</c:v>
                </c:pt>
                <c:pt idx="1147">
                  <c:v>92.44</c:v>
                </c:pt>
                <c:pt idx="1148">
                  <c:v>92.55</c:v>
                </c:pt>
                <c:pt idx="1149">
                  <c:v>92.32</c:v>
                </c:pt>
                <c:pt idx="1150">
                  <c:v>92.32</c:v>
                </c:pt>
                <c:pt idx="1151">
                  <c:v>92.52</c:v>
                </c:pt>
                <c:pt idx="1152">
                  <c:v>92.44</c:v>
                </c:pt>
                <c:pt idx="1153">
                  <c:v>92.82</c:v>
                </c:pt>
                <c:pt idx="1154">
                  <c:v>93.42</c:v>
                </c:pt>
                <c:pt idx="1155">
                  <c:v>93.39</c:v>
                </c:pt>
                <c:pt idx="1156">
                  <c:v>93.08</c:v>
                </c:pt>
                <c:pt idx="1157">
                  <c:v>93.2</c:v>
                </c:pt>
                <c:pt idx="1158">
                  <c:v>93.09</c:v>
                </c:pt>
                <c:pt idx="1159">
                  <c:v>92.97</c:v>
                </c:pt>
                <c:pt idx="1160">
                  <c:v>92.17</c:v>
                </c:pt>
                <c:pt idx="1161">
                  <c:v>92.17</c:v>
                </c:pt>
                <c:pt idx="1162">
                  <c:v>91.82</c:v>
                </c:pt>
                <c:pt idx="1163">
                  <c:v>91.83</c:v>
                </c:pt>
                <c:pt idx="1164">
                  <c:v>90.97</c:v>
                </c:pt>
                <c:pt idx="1165">
                  <c:v>90.45</c:v>
                </c:pt>
                <c:pt idx="1166">
                  <c:v>89.85</c:v>
                </c:pt>
                <c:pt idx="1167">
                  <c:v>90.49</c:v>
                </c:pt>
                <c:pt idx="1168">
                  <c:v>90.36</c:v>
                </c:pt>
                <c:pt idx="1169">
                  <c:v>89.6</c:v>
                </c:pt>
                <c:pt idx="1170">
                  <c:v>89.6</c:v>
                </c:pt>
                <c:pt idx="1171">
                  <c:v>89.38</c:v>
                </c:pt>
                <c:pt idx="1172">
                  <c:v>89.47</c:v>
                </c:pt>
                <c:pt idx="1173">
                  <c:v>89.62</c:v>
                </c:pt>
                <c:pt idx="1174">
                  <c:v>89.92</c:v>
                </c:pt>
                <c:pt idx="1175">
                  <c:v>90.01</c:v>
                </c:pt>
                <c:pt idx="1176">
                  <c:v>89.57</c:v>
                </c:pt>
                <c:pt idx="1177">
                  <c:v>89.34</c:v>
                </c:pt>
                <c:pt idx="1178">
                  <c:v>89.33</c:v>
                </c:pt>
                <c:pt idx="1179">
                  <c:v>88.87</c:v>
                </c:pt>
                <c:pt idx="1180">
                  <c:v>87.31</c:v>
                </c:pt>
                <c:pt idx="1181">
                  <c:v>87.21</c:v>
                </c:pt>
                <c:pt idx="1182">
                  <c:v>87.64</c:v>
                </c:pt>
                <c:pt idx="1183">
                  <c:v>88.45</c:v>
                </c:pt>
                <c:pt idx="1184">
                  <c:v>88.33</c:v>
                </c:pt>
                <c:pt idx="1185">
                  <c:v>88.13</c:v>
                </c:pt>
                <c:pt idx="1186">
                  <c:v>89.02</c:v>
                </c:pt>
                <c:pt idx="1187">
                  <c:v>88.97</c:v>
                </c:pt>
                <c:pt idx="1188">
                  <c:v>89.91</c:v>
                </c:pt>
                <c:pt idx="1189">
                  <c:v>90.18</c:v>
                </c:pt>
                <c:pt idx="1190">
                  <c:v>89.84</c:v>
                </c:pt>
                <c:pt idx="1191">
                  <c:v>89.69</c:v>
                </c:pt>
                <c:pt idx="1192">
                  <c:v>89.33</c:v>
                </c:pt>
                <c:pt idx="1193">
                  <c:v>90.2</c:v>
                </c:pt>
                <c:pt idx="1194">
                  <c:v>89.87</c:v>
                </c:pt>
                <c:pt idx="1195">
                  <c:v>89.56</c:v>
                </c:pt>
                <c:pt idx="1196">
                  <c:v>89.87</c:v>
                </c:pt>
                <c:pt idx="1197">
                  <c:v>89.49</c:v>
                </c:pt>
                <c:pt idx="1198">
                  <c:v>90.06</c:v>
                </c:pt>
                <c:pt idx="1199">
                  <c:v>89.63</c:v>
                </c:pt>
                <c:pt idx="1200">
                  <c:v>89.91</c:v>
                </c:pt>
                <c:pt idx="1201">
                  <c:v>89.87</c:v>
                </c:pt>
                <c:pt idx="1202">
                  <c:v>89.95</c:v>
                </c:pt>
                <c:pt idx="1203">
                  <c:v>89.12</c:v>
                </c:pt>
                <c:pt idx="1204">
                  <c:v>88.94</c:v>
                </c:pt>
                <c:pt idx="1205">
                  <c:v>88.91</c:v>
                </c:pt>
                <c:pt idx="1206">
                  <c:v>89.11</c:v>
                </c:pt>
                <c:pt idx="1207">
                  <c:v>88.93</c:v>
                </c:pt>
                <c:pt idx="1208">
                  <c:v>88.27</c:v>
                </c:pt>
                <c:pt idx="1209">
                  <c:v>88.03</c:v>
                </c:pt>
                <c:pt idx="1210">
                  <c:v>87.44</c:v>
                </c:pt>
                <c:pt idx="1211">
                  <c:v>87.75</c:v>
                </c:pt>
                <c:pt idx="1212">
                  <c:v>88.22</c:v>
                </c:pt>
                <c:pt idx="1213">
                  <c:v>88.15</c:v>
                </c:pt>
                <c:pt idx="1214">
                  <c:v>89.59</c:v>
                </c:pt>
                <c:pt idx="1215">
                  <c:v>89.57</c:v>
                </c:pt>
                <c:pt idx="1216">
                  <c:v>89.48</c:v>
                </c:pt>
                <c:pt idx="1217">
                  <c:v>89.67</c:v>
                </c:pt>
                <c:pt idx="1218">
                  <c:v>89.35</c:v>
                </c:pt>
                <c:pt idx="1219">
                  <c:v>88.56</c:v>
                </c:pt>
                <c:pt idx="1220">
                  <c:v>88.43</c:v>
                </c:pt>
                <c:pt idx="1221">
                  <c:v>88.01</c:v>
                </c:pt>
                <c:pt idx="1222">
                  <c:v>88.39</c:v>
                </c:pt>
                <c:pt idx="1223">
                  <c:v>88.68</c:v>
                </c:pt>
                <c:pt idx="1224">
                  <c:v>87.92</c:v>
                </c:pt>
                <c:pt idx="1225">
                  <c:v>87.85</c:v>
                </c:pt>
                <c:pt idx="1226">
                  <c:v>87.75</c:v>
                </c:pt>
                <c:pt idx="1227">
                  <c:v>87.83</c:v>
                </c:pt>
                <c:pt idx="1228">
                  <c:v>87.93</c:v>
                </c:pt>
                <c:pt idx="1229">
                  <c:v>87.57</c:v>
                </c:pt>
                <c:pt idx="1230">
                  <c:v>87.84</c:v>
                </c:pt>
                <c:pt idx="1231">
                  <c:v>87.76</c:v>
                </c:pt>
                <c:pt idx="1232">
                  <c:v>87.53</c:v>
                </c:pt>
                <c:pt idx="1233">
                  <c:v>87.67</c:v>
                </c:pt>
                <c:pt idx="1234">
                  <c:v>87.58</c:v>
                </c:pt>
                <c:pt idx="1235">
                  <c:v>87.99</c:v>
                </c:pt>
                <c:pt idx="1236">
                  <c:v>87.45</c:v>
                </c:pt>
                <c:pt idx="1237">
                  <c:v>87.85</c:v>
                </c:pt>
                <c:pt idx="1238">
                  <c:v>87.63</c:v>
                </c:pt>
                <c:pt idx="1239">
                  <c:v>87.88</c:v>
                </c:pt>
                <c:pt idx="1240">
                  <c:v>88.02</c:v>
                </c:pt>
                <c:pt idx="1241">
                  <c:v>87.72</c:v>
                </c:pt>
                <c:pt idx="1242">
                  <c:v>87.63</c:v>
                </c:pt>
                <c:pt idx="1243">
                  <c:v>87.65</c:v>
                </c:pt>
                <c:pt idx="1244">
                  <c:v>87.9</c:v>
                </c:pt>
                <c:pt idx="1245">
                  <c:v>87.82</c:v>
                </c:pt>
                <c:pt idx="1246">
                  <c:v>87.9</c:v>
                </c:pt>
                <c:pt idx="1247">
                  <c:v>87.66</c:v>
                </c:pt>
                <c:pt idx="1248">
                  <c:v>87.4</c:v>
                </c:pt>
                <c:pt idx="1249">
                  <c:v>86.74</c:v>
                </c:pt>
                <c:pt idx="1250">
                  <c:v>85.78</c:v>
                </c:pt>
                <c:pt idx="1251">
                  <c:v>85.91</c:v>
                </c:pt>
                <c:pt idx="1252">
                  <c:v>85.71</c:v>
                </c:pt>
                <c:pt idx="1253">
                  <c:v>85.35</c:v>
                </c:pt>
                <c:pt idx="1254">
                  <c:v>85.63</c:v>
                </c:pt>
                <c:pt idx="1255">
                  <c:v>85.32</c:v>
                </c:pt>
                <c:pt idx="1256">
                  <c:v>85.22</c:v>
                </c:pt>
                <c:pt idx="1257">
                  <c:v>85.17</c:v>
                </c:pt>
                <c:pt idx="1258">
                  <c:v>85.4</c:v>
                </c:pt>
                <c:pt idx="1259">
                  <c:v>85.99</c:v>
                </c:pt>
                <c:pt idx="1260">
                  <c:v>85.69</c:v>
                </c:pt>
                <c:pt idx="1261">
                  <c:v>85.5</c:v>
                </c:pt>
                <c:pt idx="1262">
                  <c:v>86.38</c:v>
                </c:pt>
                <c:pt idx="1263">
                  <c:v>86.58</c:v>
                </c:pt>
                <c:pt idx="1264">
                  <c:v>86.5</c:v>
                </c:pt>
                <c:pt idx="1265">
                  <c:v>86.48</c:v>
                </c:pt>
                <c:pt idx="1266">
                  <c:v>86.17</c:v>
                </c:pt>
                <c:pt idx="1267">
                  <c:v>87.06</c:v>
                </c:pt>
                <c:pt idx="1268">
                  <c:v>87.14</c:v>
                </c:pt>
                <c:pt idx="1269">
                  <c:v>87.09</c:v>
                </c:pt>
                <c:pt idx="1270">
                  <c:v>87.75</c:v>
                </c:pt>
                <c:pt idx="1271">
                  <c:v>88.27</c:v>
                </c:pt>
                <c:pt idx="1272">
                  <c:v>88.13</c:v>
                </c:pt>
                <c:pt idx="1273">
                  <c:v>88.02</c:v>
                </c:pt>
                <c:pt idx="1274">
                  <c:v>88.36</c:v>
                </c:pt>
                <c:pt idx="1275">
                  <c:v>88.43</c:v>
                </c:pt>
                <c:pt idx="1276">
                  <c:v>88.57</c:v>
                </c:pt>
                <c:pt idx="1277">
                  <c:v>88.42</c:v>
                </c:pt>
                <c:pt idx="1278">
                  <c:v>88.66</c:v>
                </c:pt>
                <c:pt idx="1279">
                  <c:v>88.75</c:v>
                </c:pt>
                <c:pt idx="1280">
                  <c:v>88.97</c:v>
                </c:pt>
                <c:pt idx="1281">
                  <c:v>89.19</c:v>
                </c:pt>
                <c:pt idx="1282">
                  <c:v>89.13</c:v>
                </c:pt>
                <c:pt idx="1283">
                  <c:v>89.21</c:v>
                </c:pt>
                <c:pt idx="1284">
                  <c:v>89.56</c:v>
                </c:pt>
                <c:pt idx="1285">
                  <c:v>89.39</c:v>
                </c:pt>
                <c:pt idx="1286">
                  <c:v>89.34</c:v>
                </c:pt>
                <c:pt idx="1287">
                  <c:v>89.21</c:v>
                </c:pt>
                <c:pt idx="1288">
                  <c:v>89.65</c:v>
                </c:pt>
                <c:pt idx="1289">
                  <c:v>89.6</c:v>
                </c:pt>
                <c:pt idx="1290">
                  <c:v>89.54</c:v>
                </c:pt>
                <c:pt idx="1291">
                  <c:v>89.53</c:v>
                </c:pt>
                <c:pt idx="1292">
                  <c:v>89.49</c:v>
                </c:pt>
                <c:pt idx="1293">
                  <c:v>89.52</c:v>
                </c:pt>
                <c:pt idx="1294">
                  <c:v>89.59</c:v>
                </c:pt>
                <c:pt idx="1295">
                  <c:v>89.7</c:v>
                </c:pt>
                <c:pt idx="1296">
                  <c:v>89.62</c:v>
                </c:pt>
                <c:pt idx="1297">
                  <c:v>90.02</c:v>
                </c:pt>
                <c:pt idx="1298">
                  <c:v>89.91</c:v>
                </c:pt>
                <c:pt idx="1299">
                  <c:v>89.96</c:v>
                </c:pt>
                <c:pt idx="1300">
                  <c:v>89.96</c:v>
                </c:pt>
                <c:pt idx="1301">
                  <c:v>89.87</c:v>
                </c:pt>
                <c:pt idx="1302">
                  <c:v>88.5</c:v>
                </c:pt>
                <c:pt idx="1303">
                  <c:v>89.02</c:v>
                </c:pt>
                <c:pt idx="1304">
                  <c:v>88.72</c:v>
                </c:pt>
                <c:pt idx="1305">
                  <c:v>88.72</c:v>
                </c:pt>
                <c:pt idx="1306">
                  <c:v>89.11</c:v>
                </c:pt>
                <c:pt idx="1307">
                  <c:v>89.31</c:v>
                </c:pt>
                <c:pt idx="1308">
                  <c:v>88.98</c:v>
                </c:pt>
                <c:pt idx="1309">
                  <c:v>89.61</c:v>
                </c:pt>
                <c:pt idx="1310">
                  <c:v>88.41</c:v>
                </c:pt>
                <c:pt idx="1311">
                  <c:v>88.43</c:v>
                </c:pt>
                <c:pt idx="1312">
                  <c:v>88.42</c:v>
                </c:pt>
                <c:pt idx="1313">
                  <c:v>88.1</c:v>
                </c:pt>
                <c:pt idx="1314">
                  <c:v>88.14</c:v>
                </c:pt>
                <c:pt idx="1315">
                  <c:v>88.02</c:v>
                </c:pt>
                <c:pt idx="1316">
                  <c:v>88.3</c:v>
                </c:pt>
                <c:pt idx="1317">
                  <c:v>88.45</c:v>
                </c:pt>
                <c:pt idx="1318">
                  <c:v>87.54</c:v>
                </c:pt>
                <c:pt idx="1319">
                  <c:v>87.45</c:v>
                </c:pt>
                <c:pt idx="1320">
                  <c:v>87.38</c:v>
                </c:pt>
                <c:pt idx="1321">
                  <c:v>87.41</c:v>
                </c:pt>
                <c:pt idx="1322">
                  <c:v>87.63</c:v>
                </c:pt>
                <c:pt idx="1323">
                  <c:v>87.62</c:v>
                </c:pt>
                <c:pt idx="1324">
                  <c:v>87.62</c:v>
                </c:pt>
                <c:pt idx="1325">
                  <c:v>87.1</c:v>
                </c:pt>
                <c:pt idx="1326">
                  <c:v>87.99</c:v>
                </c:pt>
                <c:pt idx="1327">
                  <c:v>87.78</c:v>
                </c:pt>
                <c:pt idx="1328">
                  <c:v>87.69</c:v>
                </c:pt>
                <c:pt idx="1329">
                  <c:v>88.19</c:v>
                </c:pt>
                <c:pt idx="1330">
                  <c:v>88.19</c:v>
                </c:pt>
                <c:pt idx="1331">
                  <c:v>88.43</c:v>
                </c:pt>
                <c:pt idx="1332">
                  <c:v>88.21</c:v>
                </c:pt>
                <c:pt idx="1333">
                  <c:v>88.12</c:v>
                </c:pt>
                <c:pt idx="1334">
                  <c:v>87.79</c:v>
                </c:pt>
                <c:pt idx="1335">
                  <c:v>87.78</c:v>
                </c:pt>
                <c:pt idx="1336">
                  <c:v>87.34</c:v>
                </c:pt>
                <c:pt idx="1337">
                  <c:v>87.4</c:v>
                </c:pt>
                <c:pt idx="1338">
                  <c:v>86.61</c:v>
                </c:pt>
                <c:pt idx="1339">
                  <c:v>86.43</c:v>
                </c:pt>
                <c:pt idx="1340">
                  <c:v>85.96</c:v>
                </c:pt>
                <c:pt idx="1341">
                  <c:v>86.11</c:v>
                </c:pt>
                <c:pt idx="1342">
                  <c:v>85.94</c:v>
                </c:pt>
                <c:pt idx="1343">
                  <c:v>85.79</c:v>
                </c:pt>
                <c:pt idx="1344">
                  <c:v>85.83</c:v>
                </c:pt>
                <c:pt idx="1345">
                  <c:v>86.2</c:v>
                </c:pt>
                <c:pt idx="1346">
                  <c:v>85.93</c:v>
                </c:pt>
                <c:pt idx="1347">
                  <c:v>85.97</c:v>
                </c:pt>
                <c:pt idx="1348">
                  <c:v>85.05</c:v>
                </c:pt>
                <c:pt idx="1349">
                  <c:v>84.37</c:v>
                </c:pt>
                <c:pt idx="1350">
                  <c:v>83.49</c:v>
                </c:pt>
                <c:pt idx="1351">
                  <c:v>81.91</c:v>
                </c:pt>
                <c:pt idx="1352">
                  <c:v>83.25</c:v>
                </c:pt>
                <c:pt idx="1353">
                  <c:v>83.02</c:v>
                </c:pt>
                <c:pt idx="1354">
                  <c:v>84.23</c:v>
                </c:pt>
                <c:pt idx="1355">
                  <c:v>83.79</c:v>
                </c:pt>
                <c:pt idx="1356">
                  <c:v>84.06</c:v>
                </c:pt>
                <c:pt idx="1357">
                  <c:v>83.11</c:v>
                </c:pt>
                <c:pt idx="1358">
                  <c:v>83.48</c:v>
                </c:pt>
                <c:pt idx="1359">
                  <c:v>83.33</c:v>
                </c:pt>
                <c:pt idx="1360">
                  <c:v>83.75</c:v>
                </c:pt>
                <c:pt idx="1361">
                  <c:v>83.61</c:v>
                </c:pt>
                <c:pt idx="1362">
                  <c:v>83.37</c:v>
                </c:pt>
                <c:pt idx="1363">
                  <c:v>83.39</c:v>
                </c:pt>
                <c:pt idx="1364">
                  <c:v>83.87</c:v>
                </c:pt>
                <c:pt idx="1365">
                  <c:v>83.45</c:v>
                </c:pt>
                <c:pt idx="1366">
                  <c:v>82.73</c:v>
                </c:pt>
                <c:pt idx="1367">
                  <c:v>82.47</c:v>
                </c:pt>
                <c:pt idx="1368">
                  <c:v>83.61</c:v>
                </c:pt>
                <c:pt idx="1369">
                  <c:v>81.900000000000006</c:v>
                </c:pt>
                <c:pt idx="1370">
                  <c:v>81.849999999999994</c:v>
                </c:pt>
                <c:pt idx="1371">
                  <c:v>82.04</c:v>
                </c:pt>
                <c:pt idx="1372">
                  <c:v>81.64</c:v>
                </c:pt>
                <c:pt idx="1373">
                  <c:v>81.72</c:v>
                </c:pt>
                <c:pt idx="1374">
                  <c:v>81.44</c:v>
                </c:pt>
                <c:pt idx="1375">
                  <c:v>82.65</c:v>
                </c:pt>
                <c:pt idx="1376">
                  <c:v>82.4</c:v>
                </c:pt>
                <c:pt idx="1377">
                  <c:v>82.37</c:v>
                </c:pt>
                <c:pt idx="1378">
                  <c:v>81.739999999999995</c:v>
                </c:pt>
                <c:pt idx="1379">
                  <c:v>81.739999999999995</c:v>
                </c:pt>
                <c:pt idx="1380">
                  <c:v>80.84</c:v>
                </c:pt>
                <c:pt idx="1381">
                  <c:v>80.27</c:v>
                </c:pt>
                <c:pt idx="1382">
                  <c:v>81.22</c:v>
                </c:pt>
                <c:pt idx="1383">
                  <c:v>81.97</c:v>
                </c:pt>
                <c:pt idx="1384">
                  <c:v>81.38</c:v>
                </c:pt>
                <c:pt idx="1385">
                  <c:v>81.61</c:v>
                </c:pt>
                <c:pt idx="1386">
                  <c:v>80.959999999999994</c:v>
                </c:pt>
                <c:pt idx="1387">
                  <c:v>81.209999999999994</c:v>
                </c:pt>
                <c:pt idx="1388">
                  <c:v>81.400000000000006</c:v>
                </c:pt>
                <c:pt idx="1389">
                  <c:v>81.8</c:v>
                </c:pt>
                <c:pt idx="1390">
                  <c:v>81.75</c:v>
                </c:pt>
                <c:pt idx="1391">
                  <c:v>81.41</c:v>
                </c:pt>
                <c:pt idx="1392">
                  <c:v>81.28</c:v>
                </c:pt>
                <c:pt idx="1393">
                  <c:v>81.27</c:v>
                </c:pt>
                <c:pt idx="1394">
                  <c:v>81.3</c:v>
                </c:pt>
                <c:pt idx="1395">
                  <c:v>80.8</c:v>
                </c:pt>
                <c:pt idx="1396">
                  <c:v>81.319999999999993</c:v>
                </c:pt>
                <c:pt idx="1397">
                  <c:v>81.55</c:v>
                </c:pt>
                <c:pt idx="1398">
                  <c:v>83.49</c:v>
                </c:pt>
                <c:pt idx="1399">
                  <c:v>84.04</c:v>
                </c:pt>
                <c:pt idx="1400">
                  <c:v>83.71</c:v>
                </c:pt>
                <c:pt idx="1401">
                  <c:v>83.86</c:v>
                </c:pt>
                <c:pt idx="1402">
                  <c:v>84.17</c:v>
                </c:pt>
                <c:pt idx="1403">
                  <c:v>84.01</c:v>
                </c:pt>
                <c:pt idx="1404">
                  <c:v>84.24</c:v>
                </c:pt>
                <c:pt idx="1405">
                  <c:v>84.15</c:v>
                </c:pt>
                <c:pt idx="1406">
                  <c:v>84.43</c:v>
                </c:pt>
                <c:pt idx="1407">
                  <c:v>84.11</c:v>
                </c:pt>
                <c:pt idx="1408">
                  <c:v>82.21</c:v>
                </c:pt>
                <c:pt idx="1409">
                  <c:v>81.099999999999994</c:v>
                </c:pt>
                <c:pt idx="1410">
                  <c:v>81.099999999999994</c:v>
                </c:pt>
                <c:pt idx="1411">
                  <c:v>81.48</c:v>
                </c:pt>
                <c:pt idx="1412">
                  <c:v>82.57</c:v>
                </c:pt>
                <c:pt idx="1413">
                  <c:v>82.54</c:v>
                </c:pt>
                <c:pt idx="1414">
                  <c:v>82.53</c:v>
                </c:pt>
                <c:pt idx="1415">
                  <c:v>82.38</c:v>
                </c:pt>
                <c:pt idx="1416">
                  <c:v>82.55</c:v>
                </c:pt>
                <c:pt idx="1417">
                  <c:v>82.4</c:v>
                </c:pt>
                <c:pt idx="1418">
                  <c:v>82.31</c:v>
                </c:pt>
                <c:pt idx="1419">
                  <c:v>82.18</c:v>
                </c:pt>
                <c:pt idx="1420">
                  <c:v>82.29</c:v>
                </c:pt>
                <c:pt idx="1421">
                  <c:v>82.48</c:v>
                </c:pt>
                <c:pt idx="1422">
                  <c:v>82.01</c:v>
                </c:pt>
                <c:pt idx="1423">
                  <c:v>82.41</c:v>
                </c:pt>
                <c:pt idx="1424">
                  <c:v>82.12</c:v>
                </c:pt>
                <c:pt idx="1425">
                  <c:v>82.17</c:v>
                </c:pt>
                <c:pt idx="1426">
                  <c:v>81.8</c:v>
                </c:pt>
                <c:pt idx="1427">
                  <c:v>81.5</c:v>
                </c:pt>
                <c:pt idx="1428">
                  <c:v>82.04</c:v>
                </c:pt>
                <c:pt idx="1429">
                  <c:v>81.430000000000007</c:v>
                </c:pt>
                <c:pt idx="1430">
                  <c:v>81.709999999999994</c:v>
                </c:pt>
                <c:pt idx="1431">
                  <c:v>81.56</c:v>
                </c:pt>
                <c:pt idx="1432">
                  <c:v>82.3</c:v>
                </c:pt>
                <c:pt idx="1433">
                  <c:v>81.459999999999994</c:v>
                </c:pt>
                <c:pt idx="1434">
                  <c:v>81.58</c:v>
                </c:pt>
                <c:pt idx="1435">
                  <c:v>81.569999999999993</c:v>
                </c:pt>
                <c:pt idx="1436">
                  <c:v>81.459999999999994</c:v>
                </c:pt>
                <c:pt idx="1437">
                  <c:v>81.38</c:v>
                </c:pt>
                <c:pt idx="1438">
                  <c:v>81.33</c:v>
                </c:pt>
                <c:pt idx="1439">
                  <c:v>81.86</c:v>
                </c:pt>
                <c:pt idx="1440">
                  <c:v>81.89</c:v>
                </c:pt>
                <c:pt idx="1441">
                  <c:v>82.32</c:v>
                </c:pt>
                <c:pt idx="1442">
                  <c:v>82.29</c:v>
                </c:pt>
                <c:pt idx="1443">
                  <c:v>81.87</c:v>
                </c:pt>
                <c:pt idx="1444">
                  <c:v>81.91</c:v>
                </c:pt>
                <c:pt idx="1445">
                  <c:v>82.16</c:v>
                </c:pt>
                <c:pt idx="1446">
                  <c:v>81.87</c:v>
                </c:pt>
                <c:pt idx="1447">
                  <c:v>81.39</c:v>
                </c:pt>
                <c:pt idx="1448">
                  <c:v>81.67</c:v>
                </c:pt>
                <c:pt idx="1449">
                  <c:v>81.8</c:v>
                </c:pt>
                <c:pt idx="1450">
                  <c:v>81.64</c:v>
                </c:pt>
                <c:pt idx="1451">
                  <c:v>81.900000000000006</c:v>
                </c:pt>
                <c:pt idx="1452">
                  <c:v>81.58</c:v>
                </c:pt>
                <c:pt idx="1453">
                  <c:v>81.489999999999995</c:v>
                </c:pt>
                <c:pt idx="1454">
                  <c:v>81.41</c:v>
                </c:pt>
                <c:pt idx="1455">
                  <c:v>81.569999999999993</c:v>
                </c:pt>
                <c:pt idx="1456">
                  <c:v>81.16</c:v>
                </c:pt>
                <c:pt idx="1457">
                  <c:v>82.22</c:v>
                </c:pt>
                <c:pt idx="1458">
                  <c:v>81.89</c:v>
                </c:pt>
                <c:pt idx="1459">
                  <c:v>82.08</c:v>
                </c:pt>
                <c:pt idx="1460">
                  <c:v>82.56</c:v>
                </c:pt>
                <c:pt idx="1461">
                  <c:v>82.64</c:v>
                </c:pt>
                <c:pt idx="1462">
                  <c:v>82.64</c:v>
                </c:pt>
                <c:pt idx="1463">
                  <c:v>83.16</c:v>
                </c:pt>
                <c:pt idx="1464">
                  <c:v>84.09</c:v>
                </c:pt>
                <c:pt idx="1465">
                  <c:v>84.02</c:v>
                </c:pt>
                <c:pt idx="1466">
                  <c:v>85.91</c:v>
                </c:pt>
                <c:pt idx="1467">
                  <c:v>86.12</c:v>
                </c:pt>
                <c:pt idx="1468">
                  <c:v>85.82</c:v>
                </c:pt>
                <c:pt idx="1469">
                  <c:v>85.96</c:v>
                </c:pt>
                <c:pt idx="1470">
                  <c:v>85.98</c:v>
                </c:pt>
                <c:pt idx="1471">
                  <c:v>86.24</c:v>
                </c:pt>
                <c:pt idx="1472">
                  <c:v>86.07</c:v>
                </c:pt>
                <c:pt idx="1473">
                  <c:v>85.8</c:v>
                </c:pt>
                <c:pt idx="1474">
                  <c:v>85.71</c:v>
                </c:pt>
                <c:pt idx="1475">
                  <c:v>85.51</c:v>
                </c:pt>
                <c:pt idx="1476">
                  <c:v>86.05</c:v>
                </c:pt>
                <c:pt idx="1477">
                  <c:v>86.05</c:v>
                </c:pt>
                <c:pt idx="1478">
                  <c:v>85.57</c:v>
                </c:pt>
                <c:pt idx="1479">
                  <c:v>85.47</c:v>
                </c:pt>
                <c:pt idx="1480">
                  <c:v>85.57</c:v>
                </c:pt>
                <c:pt idx="1481">
                  <c:v>85.49</c:v>
                </c:pt>
                <c:pt idx="1482">
                  <c:v>86.09</c:v>
                </c:pt>
                <c:pt idx="1483">
                  <c:v>86.12</c:v>
                </c:pt>
                <c:pt idx="1484">
                  <c:v>86.01</c:v>
                </c:pt>
                <c:pt idx="1485">
                  <c:v>85.99</c:v>
                </c:pt>
                <c:pt idx="1486">
                  <c:v>86</c:v>
                </c:pt>
                <c:pt idx="1487">
                  <c:v>87.05</c:v>
                </c:pt>
                <c:pt idx="1488">
                  <c:v>86.79</c:v>
                </c:pt>
                <c:pt idx="1489">
                  <c:v>86.97</c:v>
                </c:pt>
                <c:pt idx="1490">
                  <c:v>86.61</c:v>
                </c:pt>
                <c:pt idx="1491">
                  <c:v>86.99</c:v>
                </c:pt>
                <c:pt idx="1492">
                  <c:v>85.96</c:v>
                </c:pt>
                <c:pt idx="1493">
                  <c:v>83.91</c:v>
                </c:pt>
                <c:pt idx="1494">
                  <c:v>84.27</c:v>
                </c:pt>
                <c:pt idx="1495">
                  <c:v>84.55</c:v>
                </c:pt>
                <c:pt idx="1496">
                  <c:v>84.7</c:v>
                </c:pt>
                <c:pt idx="1497">
                  <c:v>84.23</c:v>
                </c:pt>
                <c:pt idx="1498">
                  <c:v>84.05</c:v>
                </c:pt>
                <c:pt idx="1499">
                  <c:v>84.29</c:v>
                </c:pt>
                <c:pt idx="1500">
                  <c:v>84.29</c:v>
                </c:pt>
                <c:pt idx="1501">
                  <c:v>84.57</c:v>
                </c:pt>
                <c:pt idx="1502">
                  <c:v>84.51</c:v>
                </c:pt>
                <c:pt idx="1503">
                  <c:v>83.91</c:v>
                </c:pt>
                <c:pt idx="1504">
                  <c:v>84.28</c:v>
                </c:pt>
                <c:pt idx="1505">
                  <c:v>83.98</c:v>
                </c:pt>
                <c:pt idx="1506">
                  <c:v>84.17</c:v>
                </c:pt>
                <c:pt idx="1507">
                  <c:v>84.44</c:v>
                </c:pt>
                <c:pt idx="1508">
                  <c:v>84.05</c:v>
                </c:pt>
                <c:pt idx="1509">
                  <c:v>84.42</c:v>
                </c:pt>
                <c:pt idx="1510">
                  <c:v>84.17</c:v>
                </c:pt>
                <c:pt idx="1511">
                  <c:v>83.92</c:v>
                </c:pt>
                <c:pt idx="1512">
                  <c:v>84.33</c:v>
                </c:pt>
                <c:pt idx="1513">
                  <c:v>83.76</c:v>
                </c:pt>
                <c:pt idx="1514">
                  <c:v>83.55</c:v>
                </c:pt>
                <c:pt idx="1515">
                  <c:v>83.2</c:v>
                </c:pt>
                <c:pt idx="1516">
                  <c:v>83.38</c:v>
                </c:pt>
                <c:pt idx="1517">
                  <c:v>83.44</c:v>
                </c:pt>
                <c:pt idx="1518">
                  <c:v>83.28</c:v>
                </c:pt>
                <c:pt idx="1519">
                  <c:v>83.78</c:v>
                </c:pt>
                <c:pt idx="1520">
                  <c:v>83.83</c:v>
                </c:pt>
                <c:pt idx="1521">
                  <c:v>83.66</c:v>
                </c:pt>
                <c:pt idx="1522">
                  <c:v>84.03</c:v>
                </c:pt>
                <c:pt idx="1523">
                  <c:v>84.3</c:v>
                </c:pt>
                <c:pt idx="1524">
                  <c:v>84.12</c:v>
                </c:pt>
                <c:pt idx="1525">
                  <c:v>84.05</c:v>
                </c:pt>
                <c:pt idx="1526">
                  <c:v>84.11</c:v>
                </c:pt>
                <c:pt idx="1527">
                  <c:v>84.11</c:v>
                </c:pt>
                <c:pt idx="1528">
                  <c:v>83.48</c:v>
                </c:pt>
                <c:pt idx="1529">
                  <c:v>83.84</c:v>
                </c:pt>
                <c:pt idx="1530">
                  <c:v>84.16</c:v>
                </c:pt>
                <c:pt idx="1531">
                  <c:v>83.99</c:v>
                </c:pt>
                <c:pt idx="1532">
                  <c:v>83.63</c:v>
                </c:pt>
                <c:pt idx="1533">
                  <c:v>83.83</c:v>
                </c:pt>
                <c:pt idx="1534">
                  <c:v>83.77</c:v>
                </c:pt>
                <c:pt idx="1535">
                  <c:v>83.61</c:v>
                </c:pt>
                <c:pt idx="1536">
                  <c:v>83.68</c:v>
                </c:pt>
                <c:pt idx="1537">
                  <c:v>83.54</c:v>
                </c:pt>
                <c:pt idx="1538">
                  <c:v>83.65</c:v>
                </c:pt>
                <c:pt idx="1539">
                  <c:v>83.98</c:v>
                </c:pt>
                <c:pt idx="1540">
                  <c:v>84.54</c:v>
                </c:pt>
                <c:pt idx="1541">
                  <c:v>84.5</c:v>
                </c:pt>
                <c:pt idx="1542">
                  <c:v>84.79</c:v>
                </c:pt>
                <c:pt idx="1543">
                  <c:v>85.26</c:v>
                </c:pt>
                <c:pt idx="1544">
                  <c:v>85.16</c:v>
                </c:pt>
                <c:pt idx="1545">
                  <c:v>84.97</c:v>
                </c:pt>
                <c:pt idx="1546">
                  <c:v>84.62</c:v>
                </c:pt>
                <c:pt idx="1547">
                  <c:v>84.93</c:v>
                </c:pt>
                <c:pt idx="1548">
                  <c:v>85.25</c:v>
                </c:pt>
                <c:pt idx="1549">
                  <c:v>85.24</c:v>
                </c:pt>
                <c:pt idx="1550">
                  <c:v>85.21</c:v>
                </c:pt>
                <c:pt idx="1551">
                  <c:v>85.43</c:v>
                </c:pt>
                <c:pt idx="1552">
                  <c:v>85.47</c:v>
                </c:pt>
                <c:pt idx="1553">
                  <c:v>84.89</c:v>
                </c:pt>
                <c:pt idx="1554">
                  <c:v>85.13</c:v>
                </c:pt>
                <c:pt idx="1555">
                  <c:v>84.63</c:v>
                </c:pt>
                <c:pt idx="1556">
                  <c:v>85.05</c:v>
                </c:pt>
                <c:pt idx="1557">
                  <c:v>84.95</c:v>
                </c:pt>
                <c:pt idx="1558">
                  <c:v>84.78</c:v>
                </c:pt>
                <c:pt idx="1559">
                  <c:v>84.7</c:v>
                </c:pt>
                <c:pt idx="1560">
                  <c:v>84.7</c:v>
                </c:pt>
                <c:pt idx="1561">
                  <c:v>84.44</c:v>
                </c:pt>
                <c:pt idx="1562">
                  <c:v>84.59</c:v>
                </c:pt>
                <c:pt idx="1563">
                  <c:v>84.8</c:v>
                </c:pt>
                <c:pt idx="1564">
                  <c:v>84.76</c:v>
                </c:pt>
                <c:pt idx="1565">
                  <c:v>84.76</c:v>
                </c:pt>
                <c:pt idx="1566">
                  <c:v>84.69</c:v>
                </c:pt>
                <c:pt idx="1567">
                  <c:v>85.11</c:v>
                </c:pt>
                <c:pt idx="1568">
                  <c:v>85.22</c:v>
                </c:pt>
                <c:pt idx="1569">
                  <c:v>85.06</c:v>
                </c:pt>
                <c:pt idx="1570">
                  <c:v>85.03</c:v>
                </c:pt>
                <c:pt idx="1571">
                  <c:v>85.07</c:v>
                </c:pt>
                <c:pt idx="1572">
                  <c:v>84.91</c:v>
                </c:pt>
                <c:pt idx="1573">
                  <c:v>85.13</c:v>
                </c:pt>
                <c:pt idx="1574">
                  <c:v>85.06</c:v>
                </c:pt>
                <c:pt idx="1575">
                  <c:v>85.31</c:v>
                </c:pt>
                <c:pt idx="1576">
                  <c:v>85.99</c:v>
                </c:pt>
                <c:pt idx="1577">
                  <c:v>86.26</c:v>
                </c:pt>
                <c:pt idx="1578">
                  <c:v>86.44</c:v>
                </c:pt>
                <c:pt idx="1579">
                  <c:v>86.75</c:v>
                </c:pt>
                <c:pt idx="1580">
                  <c:v>86.73</c:v>
                </c:pt>
                <c:pt idx="1581">
                  <c:v>86.83</c:v>
                </c:pt>
                <c:pt idx="1582">
                  <c:v>87.19</c:v>
                </c:pt>
                <c:pt idx="1583">
                  <c:v>87.42</c:v>
                </c:pt>
                <c:pt idx="1584">
                  <c:v>87.64</c:v>
                </c:pt>
                <c:pt idx="1585">
                  <c:v>87.41</c:v>
                </c:pt>
                <c:pt idx="1586">
                  <c:v>87.59</c:v>
                </c:pt>
                <c:pt idx="1587">
                  <c:v>87.38</c:v>
                </c:pt>
                <c:pt idx="1588">
                  <c:v>87.18</c:v>
                </c:pt>
                <c:pt idx="1589">
                  <c:v>87.01</c:v>
                </c:pt>
                <c:pt idx="1590">
                  <c:v>86.23</c:v>
                </c:pt>
                <c:pt idx="1591">
                  <c:v>86.41</c:v>
                </c:pt>
                <c:pt idx="1592">
                  <c:v>86.65</c:v>
                </c:pt>
                <c:pt idx="1593">
                  <c:v>86.8</c:v>
                </c:pt>
                <c:pt idx="1594">
                  <c:v>86.87</c:v>
                </c:pt>
                <c:pt idx="1595">
                  <c:v>86.78</c:v>
                </c:pt>
                <c:pt idx="1596">
                  <c:v>86.73</c:v>
                </c:pt>
                <c:pt idx="1597">
                  <c:v>86.43</c:v>
                </c:pt>
                <c:pt idx="1598">
                  <c:v>86.45</c:v>
                </c:pt>
                <c:pt idx="1599">
                  <c:v>85.91</c:v>
                </c:pt>
                <c:pt idx="1600">
                  <c:v>85.51</c:v>
                </c:pt>
                <c:pt idx="1601">
                  <c:v>85.71</c:v>
                </c:pt>
                <c:pt idx="1602">
                  <c:v>85.66</c:v>
                </c:pt>
                <c:pt idx="1603">
                  <c:v>85.53</c:v>
                </c:pt>
                <c:pt idx="1604">
                  <c:v>85.43</c:v>
                </c:pt>
                <c:pt idx="1605">
                  <c:v>85.41</c:v>
                </c:pt>
                <c:pt idx="1606">
                  <c:v>85.38</c:v>
                </c:pt>
                <c:pt idx="1607">
                  <c:v>85.98</c:v>
                </c:pt>
                <c:pt idx="1608">
                  <c:v>86.31</c:v>
                </c:pt>
                <c:pt idx="1609">
                  <c:v>86.49</c:v>
                </c:pt>
                <c:pt idx="1610">
                  <c:v>86.45</c:v>
                </c:pt>
                <c:pt idx="1611">
                  <c:v>86.34</c:v>
                </c:pt>
                <c:pt idx="1612">
                  <c:v>86.46</c:v>
                </c:pt>
                <c:pt idx="1613">
                  <c:v>86.37</c:v>
                </c:pt>
                <c:pt idx="1614">
                  <c:v>86.81</c:v>
                </c:pt>
                <c:pt idx="1615">
                  <c:v>86.59</c:v>
                </c:pt>
                <c:pt idx="1616">
                  <c:v>86.36</c:v>
                </c:pt>
                <c:pt idx="1617">
                  <c:v>86.24</c:v>
                </c:pt>
                <c:pt idx="1618">
                  <c:v>86.28</c:v>
                </c:pt>
                <c:pt idx="1619">
                  <c:v>86.28</c:v>
                </c:pt>
                <c:pt idx="1620">
                  <c:v>86.34</c:v>
                </c:pt>
                <c:pt idx="1621">
                  <c:v>86.18</c:v>
                </c:pt>
                <c:pt idx="1622">
                  <c:v>86.19</c:v>
                </c:pt>
                <c:pt idx="1623">
                  <c:v>86.51</c:v>
                </c:pt>
                <c:pt idx="1624">
                  <c:v>86.47</c:v>
                </c:pt>
                <c:pt idx="1625">
                  <c:v>86.45</c:v>
                </c:pt>
                <c:pt idx="1626">
                  <c:v>86.55</c:v>
                </c:pt>
                <c:pt idx="1627">
                  <c:v>86.79</c:v>
                </c:pt>
                <c:pt idx="1628">
                  <c:v>86.32</c:v>
                </c:pt>
                <c:pt idx="1629">
                  <c:v>86.52</c:v>
                </c:pt>
                <c:pt idx="1630">
                  <c:v>86.71</c:v>
                </c:pt>
                <c:pt idx="1631">
                  <c:v>86.68</c:v>
                </c:pt>
                <c:pt idx="1632">
                  <c:v>86.52</c:v>
                </c:pt>
                <c:pt idx="1633">
                  <c:v>86.46</c:v>
                </c:pt>
                <c:pt idx="1634">
                  <c:v>86.61</c:v>
                </c:pt>
                <c:pt idx="1635">
                  <c:v>86.55</c:v>
                </c:pt>
                <c:pt idx="1636">
                  <c:v>87.29</c:v>
                </c:pt>
                <c:pt idx="1637">
                  <c:v>87.33</c:v>
                </c:pt>
                <c:pt idx="1638">
                  <c:v>87.45</c:v>
                </c:pt>
                <c:pt idx="1639">
                  <c:v>87.53</c:v>
                </c:pt>
                <c:pt idx="1640">
                  <c:v>87.9</c:v>
                </c:pt>
                <c:pt idx="1641">
                  <c:v>87.77</c:v>
                </c:pt>
                <c:pt idx="1642">
                  <c:v>87.67</c:v>
                </c:pt>
                <c:pt idx="1643">
                  <c:v>87.24</c:v>
                </c:pt>
                <c:pt idx="1644">
                  <c:v>87.48</c:v>
                </c:pt>
                <c:pt idx="1645">
                  <c:v>87.64</c:v>
                </c:pt>
                <c:pt idx="1646">
                  <c:v>87.7</c:v>
                </c:pt>
                <c:pt idx="1647">
                  <c:v>87.72</c:v>
                </c:pt>
                <c:pt idx="1648">
                  <c:v>88.23</c:v>
                </c:pt>
                <c:pt idx="1649">
                  <c:v>87.9</c:v>
                </c:pt>
                <c:pt idx="1650">
                  <c:v>87.82</c:v>
                </c:pt>
                <c:pt idx="1651">
                  <c:v>88.02</c:v>
                </c:pt>
                <c:pt idx="1652">
                  <c:v>88.33</c:v>
                </c:pt>
                <c:pt idx="1653">
                  <c:v>87.95</c:v>
                </c:pt>
                <c:pt idx="1654">
                  <c:v>87.85</c:v>
                </c:pt>
                <c:pt idx="1655">
                  <c:v>87.81</c:v>
                </c:pt>
                <c:pt idx="1656">
                  <c:v>87.81</c:v>
                </c:pt>
                <c:pt idx="1657">
                  <c:v>87.54</c:v>
                </c:pt>
                <c:pt idx="1658">
                  <c:v>87.56</c:v>
                </c:pt>
                <c:pt idx="1659">
                  <c:v>87.92</c:v>
                </c:pt>
                <c:pt idx="1660">
                  <c:v>88.03</c:v>
                </c:pt>
                <c:pt idx="1661">
                  <c:v>88.17</c:v>
                </c:pt>
                <c:pt idx="1662">
                  <c:v>88.25</c:v>
                </c:pt>
                <c:pt idx="1663">
                  <c:v>88.24</c:v>
                </c:pt>
                <c:pt idx="1664">
                  <c:v>88.24</c:v>
                </c:pt>
                <c:pt idx="1665">
                  <c:v>88.34</c:v>
                </c:pt>
                <c:pt idx="1666">
                  <c:v>88.7</c:v>
                </c:pt>
                <c:pt idx="1667">
                  <c:v>88.7</c:v>
                </c:pt>
                <c:pt idx="1668">
                  <c:v>88.63</c:v>
                </c:pt>
                <c:pt idx="1669">
                  <c:v>88.83</c:v>
                </c:pt>
                <c:pt idx="1670">
                  <c:v>88.83</c:v>
                </c:pt>
                <c:pt idx="1671">
                  <c:v>89</c:v>
                </c:pt>
                <c:pt idx="1672">
                  <c:v>88.34</c:v>
                </c:pt>
                <c:pt idx="1673">
                  <c:v>88.25</c:v>
                </c:pt>
                <c:pt idx="1674">
                  <c:v>87.78</c:v>
                </c:pt>
                <c:pt idx="1675">
                  <c:v>87.96</c:v>
                </c:pt>
                <c:pt idx="1676">
                  <c:v>88.05</c:v>
                </c:pt>
                <c:pt idx="1677">
                  <c:v>88.1</c:v>
                </c:pt>
                <c:pt idx="1678">
                  <c:v>88.17</c:v>
                </c:pt>
                <c:pt idx="1679">
                  <c:v>88.42</c:v>
                </c:pt>
                <c:pt idx="1680">
                  <c:v>88.4</c:v>
                </c:pt>
                <c:pt idx="1681">
                  <c:v>88.45</c:v>
                </c:pt>
                <c:pt idx="1682">
                  <c:v>88.37</c:v>
                </c:pt>
                <c:pt idx="1683">
                  <c:v>88.11</c:v>
                </c:pt>
                <c:pt idx="1684">
                  <c:v>88.14</c:v>
                </c:pt>
                <c:pt idx="1685">
                  <c:v>87.84</c:v>
                </c:pt>
                <c:pt idx="1686">
                  <c:v>87.36</c:v>
                </c:pt>
                <c:pt idx="1687">
                  <c:v>87.66</c:v>
                </c:pt>
                <c:pt idx="1688">
                  <c:v>87.82</c:v>
                </c:pt>
                <c:pt idx="1689">
                  <c:v>88.3</c:v>
                </c:pt>
                <c:pt idx="1690">
                  <c:v>88.09</c:v>
                </c:pt>
                <c:pt idx="1691">
                  <c:v>88.05</c:v>
                </c:pt>
                <c:pt idx="1692">
                  <c:v>87.92</c:v>
                </c:pt>
                <c:pt idx="1693">
                  <c:v>87.61</c:v>
                </c:pt>
                <c:pt idx="1694">
                  <c:v>87.82</c:v>
                </c:pt>
                <c:pt idx="1695">
                  <c:v>87.78</c:v>
                </c:pt>
                <c:pt idx="1696">
                  <c:v>87.93</c:v>
                </c:pt>
                <c:pt idx="1697">
                  <c:v>87.72</c:v>
                </c:pt>
                <c:pt idx="1698">
                  <c:v>87.75</c:v>
                </c:pt>
                <c:pt idx="1699">
                  <c:v>88.12</c:v>
                </c:pt>
                <c:pt idx="1700">
                  <c:v>88.14</c:v>
                </c:pt>
                <c:pt idx="1701">
                  <c:v>88.06</c:v>
                </c:pt>
                <c:pt idx="1702">
                  <c:v>88.05</c:v>
                </c:pt>
                <c:pt idx="1703">
                  <c:v>87.9</c:v>
                </c:pt>
                <c:pt idx="1704">
                  <c:v>88.07</c:v>
                </c:pt>
                <c:pt idx="1705">
                  <c:v>87.82</c:v>
                </c:pt>
                <c:pt idx="1706">
                  <c:v>86.59</c:v>
                </c:pt>
                <c:pt idx="1707">
                  <c:v>86.56</c:v>
                </c:pt>
                <c:pt idx="1708">
                  <c:v>86.73</c:v>
                </c:pt>
                <c:pt idx="1709">
                  <c:v>86.48</c:v>
                </c:pt>
                <c:pt idx="1710">
                  <c:v>86.31</c:v>
                </c:pt>
                <c:pt idx="1711">
                  <c:v>86.5</c:v>
                </c:pt>
                <c:pt idx="1712">
                  <c:v>86.61</c:v>
                </c:pt>
                <c:pt idx="1713">
                  <c:v>86.21</c:v>
                </c:pt>
                <c:pt idx="1714">
                  <c:v>86.46</c:v>
                </c:pt>
                <c:pt idx="1715">
                  <c:v>86.33</c:v>
                </c:pt>
                <c:pt idx="1716">
                  <c:v>86.22</c:v>
                </c:pt>
                <c:pt idx="1717">
                  <c:v>85.9</c:v>
                </c:pt>
                <c:pt idx="1718">
                  <c:v>86.1</c:v>
                </c:pt>
                <c:pt idx="1719">
                  <c:v>86.1</c:v>
                </c:pt>
                <c:pt idx="1720">
                  <c:v>86.26</c:v>
                </c:pt>
                <c:pt idx="1721">
                  <c:v>86.46</c:v>
                </c:pt>
                <c:pt idx="1722">
                  <c:v>86.59</c:v>
                </c:pt>
                <c:pt idx="1723">
                  <c:v>86.54</c:v>
                </c:pt>
                <c:pt idx="1724">
                  <c:v>86.4</c:v>
                </c:pt>
                <c:pt idx="1725">
                  <c:v>86.36</c:v>
                </c:pt>
                <c:pt idx="1726">
                  <c:v>86.25</c:v>
                </c:pt>
                <c:pt idx="1727">
                  <c:v>86.66</c:v>
                </c:pt>
                <c:pt idx="1728">
                  <c:v>86.6</c:v>
                </c:pt>
                <c:pt idx="1729">
                  <c:v>86.75</c:v>
                </c:pt>
                <c:pt idx="1730">
                  <c:v>86.66</c:v>
                </c:pt>
                <c:pt idx="1731">
                  <c:v>86.7</c:v>
                </c:pt>
                <c:pt idx="1732">
                  <c:v>86.51</c:v>
                </c:pt>
                <c:pt idx="1733">
                  <c:v>86.72</c:v>
                </c:pt>
                <c:pt idx="1734">
                  <c:v>86.21</c:v>
                </c:pt>
                <c:pt idx="1735">
                  <c:v>86.2</c:v>
                </c:pt>
                <c:pt idx="1736">
                  <c:v>86.21</c:v>
                </c:pt>
                <c:pt idx="1737">
                  <c:v>86.21</c:v>
                </c:pt>
                <c:pt idx="1738">
                  <c:v>86.22</c:v>
                </c:pt>
                <c:pt idx="1739">
                  <c:v>86.36</c:v>
                </c:pt>
                <c:pt idx="1740">
                  <c:v>86.48</c:v>
                </c:pt>
                <c:pt idx="1741">
                  <c:v>86.54</c:v>
                </c:pt>
                <c:pt idx="1742">
                  <c:v>86.42</c:v>
                </c:pt>
                <c:pt idx="1743">
                  <c:v>86.58</c:v>
                </c:pt>
                <c:pt idx="1744">
                  <c:v>86.85</c:v>
                </c:pt>
                <c:pt idx="1745">
                  <c:v>87</c:v>
                </c:pt>
                <c:pt idx="1746">
                  <c:v>87.57</c:v>
                </c:pt>
                <c:pt idx="1747">
                  <c:v>87.6</c:v>
                </c:pt>
                <c:pt idx="1748">
                  <c:v>87.72</c:v>
                </c:pt>
                <c:pt idx="1749">
                  <c:v>87.71</c:v>
                </c:pt>
                <c:pt idx="1750">
                  <c:v>87.51</c:v>
                </c:pt>
                <c:pt idx="1751">
                  <c:v>87.6</c:v>
                </c:pt>
                <c:pt idx="1752">
                  <c:v>87.36</c:v>
                </c:pt>
                <c:pt idx="1753">
                  <c:v>87.55</c:v>
                </c:pt>
                <c:pt idx="1754">
                  <c:v>87.57</c:v>
                </c:pt>
                <c:pt idx="1755">
                  <c:v>87.43</c:v>
                </c:pt>
                <c:pt idx="1756">
                  <c:v>87.3</c:v>
                </c:pt>
                <c:pt idx="1757">
                  <c:v>87.56</c:v>
                </c:pt>
                <c:pt idx="1758">
                  <c:v>87.82</c:v>
                </c:pt>
                <c:pt idx="1759">
                  <c:v>87.82</c:v>
                </c:pt>
                <c:pt idx="1760">
                  <c:v>87.94</c:v>
                </c:pt>
                <c:pt idx="1761">
                  <c:v>87.94</c:v>
                </c:pt>
                <c:pt idx="1762">
                  <c:v>88.17</c:v>
                </c:pt>
                <c:pt idx="1763">
                  <c:v>88.06</c:v>
                </c:pt>
                <c:pt idx="1764">
                  <c:v>88.12</c:v>
                </c:pt>
                <c:pt idx="1765">
                  <c:v>87.97</c:v>
                </c:pt>
                <c:pt idx="1766">
                  <c:v>87.89</c:v>
                </c:pt>
                <c:pt idx="1767">
                  <c:v>87.97</c:v>
                </c:pt>
                <c:pt idx="1768">
                  <c:v>87.87</c:v>
                </c:pt>
                <c:pt idx="1769">
                  <c:v>87.95</c:v>
                </c:pt>
                <c:pt idx="1770">
                  <c:v>87.87</c:v>
                </c:pt>
                <c:pt idx="1771">
                  <c:v>88.32</c:v>
                </c:pt>
                <c:pt idx="1772">
                  <c:v>88.35</c:v>
                </c:pt>
                <c:pt idx="1773">
                  <c:v>88.47</c:v>
                </c:pt>
                <c:pt idx="1774">
                  <c:v>88.38</c:v>
                </c:pt>
                <c:pt idx="1775">
                  <c:v>88.13</c:v>
                </c:pt>
                <c:pt idx="1776">
                  <c:v>87.65</c:v>
                </c:pt>
                <c:pt idx="1777">
                  <c:v>87.67</c:v>
                </c:pt>
                <c:pt idx="1778">
                  <c:v>87.67</c:v>
                </c:pt>
                <c:pt idx="1779">
                  <c:v>87.63</c:v>
                </c:pt>
                <c:pt idx="1780">
                  <c:v>87.62</c:v>
                </c:pt>
                <c:pt idx="1781">
                  <c:v>87.34</c:v>
                </c:pt>
                <c:pt idx="1782">
                  <c:v>87.11</c:v>
                </c:pt>
                <c:pt idx="1783">
                  <c:v>87.43</c:v>
                </c:pt>
                <c:pt idx="1784">
                  <c:v>87.18</c:v>
                </c:pt>
                <c:pt idx="1785">
                  <c:v>87.07</c:v>
                </c:pt>
                <c:pt idx="1786">
                  <c:v>87.34</c:v>
                </c:pt>
                <c:pt idx="1787">
                  <c:v>87.31</c:v>
                </c:pt>
                <c:pt idx="1788">
                  <c:v>86.95</c:v>
                </c:pt>
                <c:pt idx="1789">
                  <c:v>86.63</c:v>
                </c:pt>
                <c:pt idx="1790">
                  <c:v>86.29</c:v>
                </c:pt>
                <c:pt idx="1791">
                  <c:v>86.81</c:v>
                </c:pt>
                <c:pt idx="1792">
                  <c:v>86.63</c:v>
                </c:pt>
                <c:pt idx="1793">
                  <c:v>86.68</c:v>
                </c:pt>
                <c:pt idx="1794">
                  <c:v>86.7</c:v>
                </c:pt>
                <c:pt idx="1795">
                  <c:v>86.46</c:v>
                </c:pt>
                <c:pt idx="1796">
                  <c:v>86.54</c:v>
                </c:pt>
                <c:pt idx="1797">
                  <c:v>86.18</c:v>
                </c:pt>
                <c:pt idx="1798">
                  <c:v>86.14</c:v>
                </c:pt>
                <c:pt idx="1799">
                  <c:v>86.56</c:v>
                </c:pt>
                <c:pt idx="1800">
                  <c:v>87.26</c:v>
                </c:pt>
                <c:pt idx="1801">
                  <c:v>87.35</c:v>
                </c:pt>
                <c:pt idx="1802">
                  <c:v>87.51</c:v>
                </c:pt>
                <c:pt idx="1803">
                  <c:v>87.61</c:v>
                </c:pt>
                <c:pt idx="1804">
                  <c:v>87.92</c:v>
                </c:pt>
                <c:pt idx="1805">
                  <c:v>88.6</c:v>
                </c:pt>
                <c:pt idx="1806">
                  <c:v>88.69</c:v>
                </c:pt>
                <c:pt idx="1807">
                  <c:v>88.81</c:v>
                </c:pt>
                <c:pt idx="1808">
                  <c:v>88.53</c:v>
                </c:pt>
                <c:pt idx="1809">
                  <c:v>88.42</c:v>
                </c:pt>
                <c:pt idx="1810">
                  <c:v>88.78</c:v>
                </c:pt>
                <c:pt idx="1811">
                  <c:v>88.67</c:v>
                </c:pt>
                <c:pt idx="1812">
                  <c:v>88.11</c:v>
                </c:pt>
                <c:pt idx="1813">
                  <c:v>88.25</c:v>
                </c:pt>
                <c:pt idx="1814">
                  <c:v>88.72</c:v>
                </c:pt>
                <c:pt idx="1815">
                  <c:v>88.47</c:v>
                </c:pt>
                <c:pt idx="1816">
                  <c:v>88.46</c:v>
                </c:pt>
                <c:pt idx="1817">
                  <c:v>88.6</c:v>
                </c:pt>
                <c:pt idx="1818">
                  <c:v>88.83</c:v>
                </c:pt>
                <c:pt idx="1819">
                  <c:v>88.67</c:v>
                </c:pt>
                <c:pt idx="1820">
                  <c:v>88.7</c:v>
                </c:pt>
                <c:pt idx="1821">
                  <c:v>88.81</c:v>
                </c:pt>
                <c:pt idx="1822">
                  <c:v>88.81</c:v>
                </c:pt>
                <c:pt idx="1823">
                  <c:v>88.78</c:v>
                </c:pt>
                <c:pt idx="1824">
                  <c:v>88.76</c:v>
                </c:pt>
                <c:pt idx="1825">
                  <c:v>88.86</c:v>
                </c:pt>
                <c:pt idx="1826">
                  <c:v>88.12</c:v>
                </c:pt>
                <c:pt idx="1827">
                  <c:v>88.12</c:v>
                </c:pt>
                <c:pt idx="1828">
                  <c:v>88.34</c:v>
                </c:pt>
                <c:pt idx="1829">
                  <c:v>89.3</c:v>
                </c:pt>
                <c:pt idx="1830">
                  <c:v>89.14</c:v>
                </c:pt>
                <c:pt idx="1831">
                  <c:v>89.01</c:v>
                </c:pt>
                <c:pt idx="1832">
                  <c:v>89.45</c:v>
                </c:pt>
                <c:pt idx="1833">
                  <c:v>89.45</c:v>
                </c:pt>
                <c:pt idx="1834">
                  <c:v>89.77</c:v>
                </c:pt>
                <c:pt idx="1835">
                  <c:v>89.98</c:v>
                </c:pt>
                <c:pt idx="1836">
                  <c:v>90.31</c:v>
                </c:pt>
                <c:pt idx="1837">
                  <c:v>89.91</c:v>
                </c:pt>
                <c:pt idx="1838">
                  <c:v>90.08</c:v>
                </c:pt>
                <c:pt idx="1839">
                  <c:v>90.86</c:v>
                </c:pt>
                <c:pt idx="1840">
                  <c:v>91.53</c:v>
                </c:pt>
                <c:pt idx="1841">
                  <c:v>91.62</c:v>
                </c:pt>
                <c:pt idx="1842">
                  <c:v>92.47</c:v>
                </c:pt>
                <c:pt idx="1843">
                  <c:v>92.56</c:v>
                </c:pt>
                <c:pt idx="1844">
                  <c:v>92.12</c:v>
                </c:pt>
                <c:pt idx="1845">
                  <c:v>92.77</c:v>
                </c:pt>
                <c:pt idx="1846">
                  <c:v>93.16</c:v>
                </c:pt>
                <c:pt idx="1847">
                  <c:v>93.02</c:v>
                </c:pt>
                <c:pt idx="1848">
                  <c:v>92.83</c:v>
                </c:pt>
                <c:pt idx="1849">
                  <c:v>93.04</c:v>
                </c:pt>
                <c:pt idx="1850">
                  <c:v>93.09</c:v>
                </c:pt>
                <c:pt idx="1851">
                  <c:v>93.24</c:v>
                </c:pt>
                <c:pt idx="1852">
                  <c:v>93.32</c:v>
                </c:pt>
                <c:pt idx="1853">
                  <c:v>93.47</c:v>
                </c:pt>
                <c:pt idx="1854">
                  <c:v>93.68</c:v>
                </c:pt>
                <c:pt idx="1855">
                  <c:v>93.52</c:v>
                </c:pt>
                <c:pt idx="1856">
                  <c:v>94.25</c:v>
                </c:pt>
                <c:pt idx="1857">
                  <c:v>94.71</c:v>
                </c:pt>
                <c:pt idx="1858">
                  <c:v>94.8</c:v>
                </c:pt>
                <c:pt idx="1859">
                  <c:v>94.91</c:v>
                </c:pt>
                <c:pt idx="1860">
                  <c:v>95.24</c:v>
                </c:pt>
                <c:pt idx="1861">
                  <c:v>95.15</c:v>
                </c:pt>
                <c:pt idx="1862">
                  <c:v>95.53</c:v>
                </c:pt>
                <c:pt idx="1863">
                  <c:v>94.91</c:v>
                </c:pt>
                <c:pt idx="1864">
                  <c:v>95.04</c:v>
                </c:pt>
                <c:pt idx="1865">
                  <c:v>94.29</c:v>
                </c:pt>
                <c:pt idx="1866">
                  <c:v>94.26</c:v>
                </c:pt>
                <c:pt idx="1867">
                  <c:v>94.94</c:v>
                </c:pt>
                <c:pt idx="1868">
                  <c:v>94.87</c:v>
                </c:pt>
                <c:pt idx="1869">
                  <c:v>94.89</c:v>
                </c:pt>
                <c:pt idx="1870">
                  <c:v>95.39</c:v>
                </c:pt>
                <c:pt idx="1871">
                  <c:v>96.08</c:v>
                </c:pt>
                <c:pt idx="1872">
                  <c:v>95.92</c:v>
                </c:pt>
                <c:pt idx="1873">
                  <c:v>95.9</c:v>
                </c:pt>
                <c:pt idx="1874">
                  <c:v>96.12</c:v>
                </c:pt>
                <c:pt idx="1875">
                  <c:v>95.58</c:v>
                </c:pt>
                <c:pt idx="1876">
                  <c:v>95.73</c:v>
                </c:pt>
                <c:pt idx="1877">
                  <c:v>95.42</c:v>
                </c:pt>
                <c:pt idx="1878">
                  <c:v>96.02</c:v>
                </c:pt>
                <c:pt idx="1879">
                  <c:v>95.58</c:v>
                </c:pt>
                <c:pt idx="1880">
                  <c:v>95.68</c:v>
                </c:pt>
                <c:pt idx="1881">
                  <c:v>94.98</c:v>
                </c:pt>
                <c:pt idx="1882">
                  <c:v>95.2</c:v>
                </c:pt>
                <c:pt idx="1883">
                  <c:v>95.7</c:v>
                </c:pt>
                <c:pt idx="1884">
                  <c:v>95.28</c:v>
                </c:pt>
                <c:pt idx="1885">
                  <c:v>95.25</c:v>
                </c:pt>
                <c:pt idx="1886">
                  <c:v>95.48</c:v>
                </c:pt>
                <c:pt idx="1887">
                  <c:v>95.33</c:v>
                </c:pt>
                <c:pt idx="1888">
                  <c:v>94.69</c:v>
                </c:pt>
                <c:pt idx="1889">
                  <c:v>94.69</c:v>
                </c:pt>
                <c:pt idx="1890">
                  <c:v>94.72</c:v>
                </c:pt>
                <c:pt idx="1891">
                  <c:v>94.09</c:v>
                </c:pt>
                <c:pt idx="1892">
                  <c:v>94.75</c:v>
                </c:pt>
                <c:pt idx="1893">
                  <c:v>94.3</c:v>
                </c:pt>
                <c:pt idx="1894">
                  <c:v>95.12</c:v>
                </c:pt>
                <c:pt idx="1895">
                  <c:v>96.15</c:v>
                </c:pt>
                <c:pt idx="1896">
                  <c:v>96.35</c:v>
                </c:pt>
                <c:pt idx="1897">
                  <c:v>96.92</c:v>
                </c:pt>
                <c:pt idx="1898">
                  <c:v>96.54</c:v>
                </c:pt>
                <c:pt idx="1899">
                  <c:v>96.57</c:v>
                </c:pt>
                <c:pt idx="1900">
                  <c:v>96.94</c:v>
                </c:pt>
                <c:pt idx="1901">
                  <c:v>96.72</c:v>
                </c:pt>
                <c:pt idx="1902">
                  <c:v>96.85</c:v>
                </c:pt>
                <c:pt idx="1903">
                  <c:v>96.7</c:v>
                </c:pt>
                <c:pt idx="1904">
                  <c:v>96.29</c:v>
                </c:pt>
                <c:pt idx="1905">
                  <c:v>95.8</c:v>
                </c:pt>
                <c:pt idx="1906">
                  <c:v>96.52</c:v>
                </c:pt>
                <c:pt idx="1907">
                  <c:v>96.44</c:v>
                </c:pt>
                <c:pt idx="1908">
                  <c:v>96.5</c:v>
                </c:pt>
                <c:pt idx="1909">
                  <c:v>97.1</c:v>
                </c:pt>
                <c:pt idx="1910">
                  <c:v>97.31</c:v>
                </c:pt>
                <c:pt idx="1911">
                  <c:v>96.91</c:v>
                </c:pt>
                <c:pt idx="1912">
                  <c:v>97.18</c:v>
                </c:pt>
                <c:pt idx="1913">
                  <c:v>96.81</c:v>
                </c:pt>
                <c:pt idx="1914">
                  <c:v>97.04</c:v>
                </c:pt>
                <c:pt idx="1915">
                  <c:v>97.16</c:v>
                </c:pt>
                <c:pt idx="1916">
                  <c:v>96.51</c:v>
                </c:pt>
                <c:pt idx="1917">
                  <c:v>96.51</c:v>
                </c:pt>
                <c:pt idx="1918">
                  <c:v>95.97</c:v>
                </c:pt>
                <c:pt idx="1919">
                  <c:v>94.9</c:v>
                </c:pt>
                <c:pt idx="1920">
                  <c:v>95.46</c:v>
                </c:pt>
                <c:pt idx="1921">
                  <c:v>94.88</c:v>
                </c:pt>
                <c:pt idx="1922">
                  <c:v>94.5</c:v>
                </c:pt>
                <c:pt idx="1923">
                  <c:v>94.38</c:v>
                </c:pt>
                <c:pt idx="1924">
                  <c:v>94.26</c:v>
                </c:pt>
                <c:pt idx="1925">
                  <c:v>94.68</c:v>
                </c:pt>
                <c:pt idx="1926">
                  <c:v>93.26</c:v>
                </c:pt>
                <c:pt idx="1927">
                  <c:v>94.01</c:v>
                </c:pt>
                <c:pt idx="1928">
                  <c:v>94.36</c:v>
                </c:pt>
                <c:pt idx="1929">
                  <c:v>94.24</c:v>
                </c:pt>
                <c:pt idx="1930">
                  <c:v>94.24</c:v>
                </c:pt>
                <c:pt idx="1931">
                  <c:v>94.95</c:v>
                </c:pt>
                <c:pt idx="1932">
                  <c:v>94.56</c:v>
                </c:pt>
                <c:pt idx="1933">
                  <c:v>94.65</c:v>
                </c:pt>
                <c:pt idx="1934">
                  <c:v>94.85</c:v>
                </c:pt>
                <c:pt idx="1935">
                  <c:v>95.73</c:v>
                </c:pt>
                <c:pt idx="1936">
                  <c:v>95.52</c:v>
                </c:pt>
                <c:pt idx="1937">
                  <c:v>95.73</c:v>
                </c:pt>
                <c:pt idx="1938">
                  <c:v>95.58</c:v>
                </c:pt>
                <c:pt idx="1939">
                  <c:v>95.52</c:v>
                </c:pt>
                <c:pt idx="1940">
                  <c:v>94.7</c:v>
                </c:pt>
                <c:pt idx="1941">
                  <c:v>94.98</c:v>
                </c:pt>
                <c:pt idx="1942">
                  <c:v>94.78</c:v>
                </c:pt>
                <c:pt idx="1943">
                  <c:v>95.48</c:v>
                </c:pt>
                <c:pt idx="1944">
                  <c:v>95.79</c:v>
                </c:pt>
                <c:pt idx="1945">
                  <c:v>95.43</c:v>
                </c:pt>
                <c:pt idx="1946">
                  <c:v>95.41</c:v>
                </c:pt>
                <c:pt idx="1947">
                  <c:v>95.51</c:v>
                </c:pt>
                <c:pt idx="1948">
                  <c:v>95.07</c:v>
                </c:pt>
                <c:pt idx="1949">
                  <c:v>95.3</c:v>
                </c:pt>
                <c:pt idx="1950">
                  <c:v>94.89</c:v>
                </c:pt>
                <c:pt idx="1951">
                  <c:v>95.18</c:v>
                </c:pt>
                <c:pt idx="1952">
                  <c:v>95.02</c:v>
                </c:pt>
                <c:pt idx="1953">
                  <c:v>94.94</c:v>
                </c:pt>
                <c:pt idx="1954">
                  <c:v>95.55</c:v>
                </c:pt>
                <c:pt idx="1955">
                  <c:v>95.67</c:v>
                </c:pt>
                <c:pt idx="1956">
                  <c:v>95.85</c:v>
                </c:pt>
                <c:pt idx="1957">
                  <c:v>95.86</c:v>
                </c:pt>
                <c:pt idx="1958">
                  <c:v>95.57</c:v>
                </c:pt>
                <c:pt idx="1959">
                  <c:v>95.65</c:v>
                </c:pt>
                <c:pt idx="1960">
                  <c:v>95.49</c:v>
                </c:pt>
                <c:pt idx="1961">
                  <c:v>95.84</c:v>
                </c:pt>
                <c:pt idx="1962">
                  <c:v>95.85</c:v>
                </c:pt>
                <c:pt idx="1963">
                  <c:v>95.58</c:v>
                </c:pt>
                <c:pt idx="1964">
                  <c:v>96.32</c:v>
                </c:pt>
                <c:pt idx="1965">
                  <c:v>97.15</c:v>
                </c:pt>
                <c:pt idx="1966">
                  <c:v>97.28</c:v>
                </c:pt>
                <c:pt idx="1967">
                  <c:v>97.23</c:v>
                </c:pt>
                <c:pt idx="1968">
                  <c:v>97.47</c:v>
                </c:pt>
                <c:pt idx="1969">
                  <c:v>97.35</c:v>
                </c:pt>
                <c:pt idx="1970">
                  <c:v>97.45</c:v>
                </c:pt>
                <c:pt idx="1971">
                  <c:v>98.19</c:v>
                </c:pt>
                <c:pt idx="1972">
                  <c:v>98.4</c:v>
                </c:pt>
                <c:pt idx="1973">
                  <c:v>98.87</c:v>
                </c:pt>
                <c:pt idx="1974">
                  <c:v>99.13</c:v>
                </c:pt>
                <c:pt idx="1975">
                  <c:v>99.65</c:v>
                </c:pt>
                <c:pt idx="1976">
                  <c:v>99.62</c:v>
                </c:pt>
                <c:pt idx="1977">
                  <c:v>99.56</c:v>
                </c:pt>
                <c:pt idx="1978">
                  <c:v>99.55</c:v>
                </c:pt>
                <c:pt idx="1979">
                  <c:v>100.43</c:v>
                </c:pt>
                <c:pt idx="1980">
                  <c:v>100.61</c:v>
                </c:pt>
                <c:pt idx="1981">
                  <c:v>101.17</c:v>
                </c:pt>
                <c:pt idx="1982">
                  <c:v>101.39</c:v>
                </c:pt>
                <c:pt idx="1983">
                  <c:v>101.03</c:v>
                </c:pt>
                <c:pt idx="1984">
                  <c:v>99.75</c:v>
                </c:pt>
                <c:pt idx="1985">
                  <c:v>100.41</c:v>
                </c:pt>
                <c:pt idx="1986">
                  <c:v>100.76</c:v>
                </c:pt>
                <c:pt idx="1987">
                  <c:v>99.67</c:v>
                </c:pt>
                <c:pt idx="1988">
                  <c:v>100.05</c:v>
                </c:pt>
                <c:pt idx="1989">
                  <c:v>99.05</c:v>
                </c:pt>
                <c:pt idx="1990">
                  <c:v>99.39</c:v>
                </c:pt>
                <c:pt idx="1991">
                  <c:v>99.89</c:v>
                </c:pt>
                <c:pt idx="1992">
                  <c:v>100.47</c:v>
                </c:pt>
                <c:pt idx="1993">
                  <c:v>99.82</c:v>
                </c:pt>
                <c:pt idx="1994">
                  <c:v>99.06</c:v>
                </c:pt>
                <c:pt idx="1995">
                  <c:v>99.26</c:v>
                </c:pt>
                <c:pt idx="1996">
                  <c:v>98.36</c:v>
                </c:pt>
                <c:pt idx="1997">
                  <c:v>98.6</c:v>
                </c:pt>
                <c:pt idx="1998">
                  <c:v>98.2</c:v>
                </c:pt>
                <c:pt idx="1999">
                  <c:v>99</c:v>
                </c:pt>
                <c:pt idx="2000">
                  <c:v>99.05</c:v>
                </c:pt>
                <c:pt idx="2001">
                  <c:v>100.07</c:v>
                </c:pt>
                <c:pt idx="2002">
                  <c:v>99.6</c:v>
                </c:pt>
                <c:pt idx="2003">
                  <c:v>99.47</c:v>
                </c:pt>
                <c:pt idx="2004">
                  <c:v>98.86</c:v>
                </c:pt>
                <c:pt idx="2005">
                  <c:v>99.07</c:v>
                </c:pt>
                <c:pt idx="2006">
                  <c:v>99.05</c:v>
                </c:pt>
                <c:pt idx="2007">
                  <c:v>98.71</c:v>
                </c:pt>
                <c:pt idx="2008">
                  <c:v>97.96</c:v>
                </c:pt>
                <c:pt idx="2009">
                  <c:v>97.73</c:v>
                </c:pt>
                <c:pt idx="2010">
                  <c:v>97.28</c:v>
                </c:pt>
                <c:pt idx="2011">
                  <c:v>97.68</c:v>
                </c:pt>
                <c:pt idx="2012">
                  <c:v>97.7</c:v>
                </c:pt>
                <c:pt idx="2013">
                  <c:v>97.99</c:v>
                </c:pt>
                <c:pt idx="2014">
                  <c:v>97.83</c:v>
                </c:pt>
                <c:pt idx="2015">
                  <c:v>98.43</c:v>
                </c:pt>
                <c:pt idx="2016">
                  <c:v>98.39</c:v>
                </c:pt>
                <c:pt idx="2017">
                  <c:v>97.49</c:v>
                </c:pt>
                <c:pt idx="2018">
                  <c:v>97.05</c:v>
                </c:pt>
                <c:pt idx="2019">
                  <c:v>97.25</c:v>
                </c:pt>
                <c:pt idx="2020">
                  <c:v>97.26</c:v>
                </c:pt>
                <c:pt idx="2021">
                  <c:v>97.11</c:v>
                </c:pt>
                <c:pt idx="2022">
                  <c:v>97.6</c:v>
                </c:pt>
                <c:pt idx="2023">
                  <c:v>97.64</c:v>
                </c:pt>
                <c:pt idx="2024">
                  <c:v>97.08</c:v>
                </c:pt>
                <c:pt idx="2025">
                  <c:v>97.13</c:v>
                </c:pt>
                <c:pt idx="2026">
                  <c:v>97.13</c:v>
                </c:pt>
                <c:pt idx="2027">
                  <c:v>96.69</c:v>
                </c:pt>
                <c:pt idx="2028">
                  <c:v>96.61</c:v>
                </c:pt>
                <c:pt idx="2029">
                  <c:v>96.66</c:v>
                </c:pt>
                <c:pt idx="2030">
                  <c:v>96.87</c:v>
                </c:pt>
                <c:pt idx="2031">
                  <c:v>96.95</c:v>
                </c:pt>
                <c:pt idx="2032">
                  <c:v>96.72</c:v>
                </c:pt>
                <c:pt idx="2033">
                  <c:v>96.49</c:v>
                </c:pt>
                <c:pt idx="2034">
                  <c:v>97.54</c:v>
                </c:pt>
                <c:pt idx="2035">
                  <c:v>97.49</c:v>
                </c:pt>
                <c:pt idx="2036">
                  <c:v>98.1</c:v>
                </c:pt>
                <c:pt idx="2037">
                  <c:v>97.98</c:v>
                </c:pt>
                <c:pt idx="2038">
                  <c:v>97.44</c:v>
                </c:pt>
                <c:pt idx="2039">
                  <c:v>97.73</c:v>
                </c:pt>
                <c:pt idx="2040">
                  <c:v>97.01</c:v>
                </c:pt>
                <c:pt idx="2041">
                  <c:v>96.06</c:v>
                </c:pt>
                <c:pt idx="2042">
                  <c:v>95.77</c:v>
                </c:pt>
                <c:pt idx="2043">
                  <c:v>95.46</c:v>
                </c:pt>
                <c:pt idx="2044">
                  <c:v>95.64</c:v>
                </c:pt>
                <c:pt idx="2045">
                  <c:v>96.07</c:v>
                </c:pt>
                <c:pt idx="2046">
                  <c:v>95.54</c:v>
                </c:pt>
                <c:pt idx="2047">
                  <c:v>95.52</c:v>
                </c:pt>
                <c:pt idx="2048">
                  <c:v>95.65</c:v>
                </c:pt>
                <c:pt idx="2049">
                  <c:v>95.25</c:v>
                </c:pt>
                <c:pt idx="2050">
                  <c:v>95.2</c:v>
                </c:pt>
                <c:pt idx="2051">
                  <c:v>95.21</c:v>
                </c:pt>
                <c:pt idx="2052">
                  <c:v>95.76</c:v>
                </c:pt>
                <c:pt idx="2053">
                  <c:v>95.95</c:v>
                </c:pt>
                <c:pt idx="2054">
                  <c:v>96.15</c:v>
                </c:pt>
                <c:pt idx="2055">
                  <c:v>96.19</c:v>
                </c:pt>
                <c:pt idx="2056">
                  <c:v>96.19</c:v>
                </c:pt>
                <c:pt idx="2057">
                  <c:v>96.39</c:v>
                </c:pt>
                <c:pt idx="2058">
                  <c:v>96.72</c:v>
                </c:pt>
                <c:pt idx="2059">
                  <c:v>96.6</c:v>
                </c:pt>
                <c:pt idx="2060">
                  <c:v>96.68</c:v>
                </c:pt>
                <c:pt idx="2061">
                  <c:v>97.23</c:v>
                </c:pt>
                <c:pt idx="2062">
                  <c:v>97.66</c:v>
                </c:pt>
                <c:pt idx="2063">
                  <c:v>97.88</c:v>
                </c:pt>
                <c:pt idx="2064">
                  <c:v>97.77</c:v>
                </c:pt>
                <c:pt idx="2065">
                  <c:v>98.4</c:v>
                </c:pt>
                <c:pt idx="2066">
                  <c:v>98.32</c:v>
                </c:pt>
                <c:pt idx="2067">
                  <c:v>98.1</c:v>
                </c:pt>
                <c:pt idx="2068">
                  <c:v>98.35</c:v>
                </c:pt>
                <c:pt idx="2069">
                  <c:v>98.86</c:v>
                </c:pt>
                <c:pt idx="2070">
                  <c:v>99.24</c:v>
                </c:pt>
                <c:pt idx="2071">
                  <c:v>99.16</c:v>
                </c:pt>
                <c:pt idx="2072">
                  <c:v>98.98</c:v>
                </c:pt>
                <c:pt idx="2073">
                  <c:v>98.18</c:v>
                </c:pt>
                <c:pt idx="2074">
                  <c:v>98.72</c:v>
                </c:pt>
                <c:pt idx="2075">
                  <c:v>98.76</c:v>
                </c:pt>
                <c:pt idx="2076">
                  <c:v>99.06</c:v>
                </c:pt>
                <c:pt idx="2077">
                  <c:v>98.28</c:v>
                </c:pt>
                <c:pt idx="2078">
                  <c:v>98.47</c:v>
                </c:pt>
                <c:pt idx="2079">
                  <c:v>98.54</c:v>
                </c:pt>
                <c:pt idx="2080">
                  <c:v>98.83</c:v>
                </c:pt>
                <c:pt idx="2081">
                  <c:v>98.57</c:v>
                </c:pt>
                <c:pt idx="2082">
                  <c:v>98.51</c:v>
                </c:pt>
                <c:pt idx="2083">
                  <c:v>98.51</c:v>
                </c:pt>
                <c:pt idx="2084">
                  <c:v>98.51</c:v>
                </c:pt>
                <c:pt idx="2085">
                  <c:v>99.1</c:v>
                </c:pt>
                <c:pt idx="2086">
                  <c:v>99.28</c:v>
                </c:pt>
                <c:pt idx="2087">
                  <c:v>99.65</c:v>
                </c:pt>
                <c:pt idx="2088">
                  <c:v>99.65</c:v>
                </c:pt>
                <c:pt idx="2089">
                  <c:v>100.1</c:v>
                </c:pt>
                <c:pt idx="2090">
                  <c:v>101.06</c:v>
                </c:pt>
                <c:pt idx="2091">
                  <c:v>101.4</c:v>
                </c:pt>
                <c:pt idx="2092">
                  <c:v>100.64</c:v>
                </c:pt>
                <c:pt idx="2093">
                  <c:v>101.02</c:v>
                </c:pt>
                <c:pt idx="2094">
                  <c:v>100.93</c:v>
                </c:pt>
                <c:pt idx="2095">
                  <c:v>100.93</c:v>
                </c:pt>
                <c:pt idx="2096">
                  <c:v>100.71</c:v>
                </c:pt>
                <c:pt idx="2097">
                  <c:v>100.74</c:v>
                </c:pt>
                <c:pt idx="2098">
                  <c:v>100.98</c:v>
                </c:pt>
                <c:pt idx="2099">
                  <c:v>100.99</c:v>
                </c:pt>
                <c:pt idx="2100">
                  <c:v>101.04</c:v>
                </c:pt>
                <c:pt idx="2101">
                  <c:v>101.2</c:v>
                </c:pt>
                <c:pt idx="2102">
                  <c:v>100.24</c:v>
                </c:pt>
                <c:pt idx="2103">
                  <c:v>99.76</c:v>
                </c:pt>
                <c:pt idx="2104">
                  <c:v>98.44</c:v>
                </c:pt>
                <c:pt idx="2105">
                  <c:v>99.16</c:v>
                </c:pt>
                <c:pt idx="2106">
                  <c:v>98.98</c:v>
                </c:pt>
                <c:pt idx="2107">
                  <c:v>99.82</c:v>
                </c:pt>
                <c:pt idx="2108">
                  <c:v>100.58</c:v>
                </c:pt>
                <c:pt idx="2109">
                  <c:v>100.72</c:v>
                </c:pt>
                <c:pt idx="2110">
                  <c:v>100.27</c:v>
                </c:pt>
                <c:pt idx="2111">
                  <c:v>99.86</c:v>
                </c:pt>
                <c:pt idx="2112">
                  <c:v>99.14</c:v>
                </c:pt>
                <c:pt idx="2113">
                  <c:v>98.55</c:v>
                </c:pt>
                <c:pt idx="2114">
                  <c:v>99.52</c:v>
                </c:pt>
                <c:pt idx="2115">
                  <c:v>99.93</c:v>
                </c:pt>
                <c:pt idx="2116">
                  <c:v>99.57</c:v>
                </c:pt>
                <c:pt idx="2117">
                  <c:v>99.94</c:v>
                </c:pt>
                <c:pt idx="2118">
                  <c:v>99.59</c:v>
                </c:pt>
                <c:pt idx="2119">
                  <c:v>100.01</c:v>
                </c:pt>
                <c:pt idx="2120">
                  <c:v>100.12</c:v>
                </c:pt>
                <c:pt idx="2121">
                  <c:v>100.51</c:v>
                </c:pt>
                <c:pt idx="2122">
                  <c:v>100.17</c:v>
                </c:pt>
                <c:pt idx="2123">
                  <c:v>100</c:v>
                </c:pt>
                <c:pt idx="2124">
                  <c:v>100.32</c:v>
                </c:pt>
                <c:pt idx="2125">
                  <c:v>99.32</c:v>
                </c:pt>
                <c:pt idx="2126">
                  <c:v>99.35</c:v>
                </c:pt>
                <c:pt idx="2127">
                  <c:v>100.19</c:v>
                </c:pt>
                <c:pt idx="2128">
                  <c:v>99.94</c:v>
                </c:pt>
                <c:pt idx="2129">
                  <c:v>99.83</c:v>
                </c:pt>
                <c:pt idx="2130">
                  <c:v>99.58</c:v>
                </c:pt>
                <c:pt idx="2131">
                  <c:v>99.55</c:v>
                </c:pt>
                <c:pt idx="2132">
                  <c:v>99.9</c:v>
                </c:pt>
                <c:pt idx="2133">
                  <c:v>100.83</c:v>
                </c:pt>
                <c:pt idx="2134">
                  <c:v>100.63</c:v>
                </c:pt>
                <c:pt idx="2135">
                  <c:v>100.31</c:v>
                </c:pt>
                <c:pt idx="2136">
                  <c:v>100.4</c:v>
                </c:pt>
                <c:pt idx="2137">
                  <c:v>100.58</c:v>
                </c:pt>
                <c:pt idx="2138">
                  <c:v>100.39</c:v>
                </c:pt>
                <c:pt idx="2139">
                  <c:v>99.8</c:v>
                </c:pt>
                <c:pt idx="2140">
                  <c:v>100.06</c:v>
                </c:pt>
                <c:pt idx="2141">
                  <c:v>99.99</c:v>
                </c:pt>
                <c:pt idx="2142">
                  <c:v>100.42</c:v>
                </c:pt>
                <c:pt idx="2143">
                  <c:v>100.77</c:v>
                </c:pt>
                <c:pt idx="2144">
                  <c:v>100.64</c:v>
                </c:pt>
                <c:pt idx="2145">
                  <c:v>100.35</c:v>
                </c:pt>
                <c:pt idx="2146">
                  <c:v>100.4</c:v>
                </c:pt>
                <c:pt idx="2147">
                  <c:v>100.2</c:v>
                </c:pt>
                <c:pt idx="2148">
                  <c:v>99.77</c:v>
                </c:pt>
                <c:pt idx="2149">
                  <c:v>100.33</c:v>
                </c:pt>
                <c:pt idx="2150">
                  <c:v>101.34</c:v>
                </c:pt>
                <c:pt idx="2151">
                  <c:v>101.5</c:v>
                </c:pt>
                <c:pt idx="2152">
                  <c:v>101.71</c:v>
                </c:pt>
                <c:pt idx="2153">
                  <c:v>101.84</c:v>
                </c:pt>
                <c:pt idx="2154">
                  <c:v>101.85</c:v>
                </c:pt>
                <c:pt idx="2155">
                  <c:v>101.5</c:v>
                </c:pt>
                <c:pt idx="2156">
                  <c:v>101.22</c:v>
                </c:pt>
                <c:pt idx="2157">
                  <c:v>100.21</c:v>
                </c:pt>
                <c:pt idx="2158">
                  <c:v>100.54</c:v>
                </c:pt>
                <c:pt idx="2159">
                  <c:v>100.54</c:v>
                </c:pt>
                <c:pt idx="2160">
                  <c:v>100.44</c:v>
                </c:pt>
                <c:pt idx="2161">
                  <c:v>99.51</c:v>
                </c:pt>
                <c:pt idx="2162">
                  <c:v>99.59</c:v>
                </c:pt>
                <c:pt idx="2163">
                  <c:v>99.81</c:v>
                </c:pt>
                <c:pt idx="2164">
                  <c:v>99.92</c:v>
                </c:pt>
                <c:pt idx="2165">
                  <c:v>99.74</c:v>
                </c:pt>
                <c:pt idx="2166">
                  <c:v>99.22</c:v>
                </c:pt>
                <c:pt idx="2167">
                  <c:v>99.28</c:v>
                </c:pt>
                <c:pt idx="2168">
                  <c:v>99.56</c:v>
                </c:pt>
                <c:pt idx="2169">
                  <c:v>99.38</c:v>
                </c:pt>
                <c:pt idx="2170">
                  <c:v>99.34</c:v>
                </c:pt>
                <c:pt idx="2171">
                  <c:v>99.62</c:v>
                </c:pt>
                <c:pt idx="2172">
                  <c:v>99.73</c:v>
                </c:pt>
                <c:pt idx="2173">
                  <c:v>99.71</c:v>
                </c:pt>
                <c:pt idx="2174">
                  <c:v>99.32</c:v>
                </c:pt>
                <c:pt idx="2175">
                  <c:v>99.24</c:v>
                </c:pt>
                <c:pt idx="2176">
                  <c:v>98.71</c:v>
                </c:pt>
                <c:pt idx="2177">
                  <c:v>98.8</c:v>
                </c:pt>
                <c:pt idx="2178">
                  <c:v>98.89</c:v>
                </c:pt>
                <c:pt idx="2179">
                  <c:v>99.05</c:v>
                </c:pt>
                <c:pt idx="2180">
                  <c:v>99.31</c:v>
                </c:pt>
                <c:pt idx="2181">
                  <c:v>99.39</c:v>
                </c:pt>
                <c:pt idx="2182">
                  <c:v>99.59</c:v>
                </c:pt>
                <c:pt idx="2183">
                  <c:v>99.6</c:v>
                </c:pt>
                <c:pt idx="2184">
                  <c:v>99.92</c:v>
                </c:pt>
                <c:pt idx="2185">
                  <c:v>100.17</c:v>
                </c:pt>
                <c:pt idx="2186">
                  <c:v>100.17</c:v>
                </c:pt>
                <c:pt idx="2187">
                  <c:v>99.5</c:v>
                </c:pt>
                <c:pt idx="2188">
                  <c:v>98.89</c:v>
                </c:pt>
                <c:pt idx="2189">
                  <c:v>99.08</c:v>
                </c:pt>
                <c:pt idx="2190">
                  <c:v>99.08</c:v>
                </c:pt>
                <c:pt idx="2191">
                  <c:v>99.75</c:v>
                </c:pt>
                <c:pt idx="2192">
                  <c:v>100.15</c:v>
                </c:pt>
                <c:pt idx="2193">
                  <c:v>100.25</c:v>
                </c:pt>
                <c:pt idx="2194">
                  <c:v>100.48</c:v>
                </c:pt>
                <c:pt idx="2195">
                  <c:v>100.23</c:v>
                </c:pt>
                <c:pt idx="2196">
                  <c:v>100.14</c:v>
                </c:pt>
                <c:pt idx="2197">
                  <c:v>99.8</c:v>
                </c:pt>
                <c:pt idx="2198">
                  <c:v>99.55</c:v>
                </c:pt>
                <c:pt idx="2199">
                  <c:v>100.15</c:v>
                </c:pt>
                <c:pt idx="2200">
                  <c:v>100.4</c:v>
                </c:pt>
                <c:pt idx="2201">
                  <c:v>100.39</c:v>
                </c:pt>
                <c:pt idx="2202">
                  <c:v>101.2</c:v>
                </c:pt>
                <c:pt idx="2203">
                  <c:v>101.94</c:v>
                </c:pt>
                <c:pt idx="2204">
                  <c:v>101.76</c:v>
                </c:pt>
                <c:pt idx="2205">
                  <c:v>102.25</c:v>
                </c:pt>
                <c:pt idx="2206">
                  <c:v>101.41</c:v>
                </c:pt>
                <c:pt idx="2207">
                  <c:v>100.07</c:v>
                </c:pt>
                <c:pt idx="2208">
                  <c:v>100.53</c:v>
                </c:pt>
                <c:pt idx="2209">
                  <c:v>100.12</c:v>
                </c:pt>
                <c:pt idx="2210">
                  <c:v>100.51</c:v>
                </c:pt>
                <c:pt idx="2211">
                  <c:v>100.87</c:v>
                </c:pt>
                <c:pt idx="2212">
                  <c:v>101.12</c:v>
                </c:pt>
                <c:pt idx="2213">
                  <c:v>101.12</c:v>
                </c:pt>
                <c:pt idx="2214">
                  <c:v>101.55</c:v>
                </c:pt>
                <c:pt idx="2215">
                  <c:v>101.64</c:v>
                </c:pt>
                <c:pt idx="2216">
                  <c:v>101.17</c:v>
                </c:pt>
                <c:pt idx="2217">
                  <c:v>101.46</c:v>
                </c:pt>
                <c:pt idx="2218">
                  <c:v>101.98</c:v>
                </c:pt>
                <c:pt idx="2219">
                  <c:v>101.57</c:v>
                </c:pt>
                <c:pt idx="2220">
                  <c:v>101.75</c:v>
                </c:pt>
                <c:pt idx="2221">
                  <c:v>101.67</c:v>
                </c:pt>
                <c:pt idx="2222">
                  <c:v>101.82</c:v>
                </c:pt>
                <c:pt idx="2223">
                  <c:v>102.46</c:v>
                </c:pt>
                <c:pt idx="2224">
                  <c:v>102.09</c:v>
                </c:pt>
                <c:pt idx="2225">
                  <c:v>101.51</c:v>
                </c:pt>
                <c:pt idx="2226">
                  <c:v>101.48</c:v>
                </c:pt>
                <c:pt idx="2227">
                  <c:v>101.37</c:v>
                </c:pt>
                <c:pt idx="2228">
                  <c:v>100.82</c:v>
                </c:pt>
                <c:pt idx="2229">
                  <c:v>100.58</c:v>
                </c:pt>
                <c:pt idx="2230">
                  <c:v>100.47</c:v>
                </c:pt>
                <c:pt idx="2231">
                  <c:v>100.94</c:v>
                </c:pt>
                <c:pt idx="2232">
                  <c:v>101.1</c:v>
                </c:pt>
                <c:pt idx="2233">
                  <c:v>100.97</c:v>
                </c:pt>
                <c:pt idx="2234">
                  <c:v>100.7</c:v>
                </c:pt>
                <c:pt idx="2235">
                  <c:v>101.02</c:v>
                </c:pt>
                <c:pt idx="2236">
                  <c:v>100.36</c:v>
                </c:pt>
                <c:pt idx="2237">
                  <c:v>100.56</c:v>
                </c:pt>
                <c:pt idx="2238">
                  <c:v>101.11</c:v>
                </c:pt>
                <c:pt idx="2239">
                  <c:v>101.14</c:v>
                </c:pt>
                <c:pt idx="2240">
                  <c:v>101.65</c:v>
                </c:pt>
                <c:pt idx="2241">
                  <c:v>101.13</c:v>
                </c:pt>
                <c:pt idx="2242">
                  <c:v>100.84</c:v>
                </c:pt>
                <c:pt idx="2243">
                  <c:v>101.1</c:v>
                </c:pt>
                <c:pt idx="2244">
                  <c:v>101.49</c:v>
                </c:pt>
                <c:pt idx="2245">
                  <c:v>101.48</c:v>
                </c:pt>
                <c:pt idx="2246">
                  <c:v>101.76</c:v>
                </c:pt>
                <c:pt idx="2247">
                  <c:v>101.79</c:v>
                </c:pt>
                <c:pt idx="2248">
                  <c:v>101.65</c:v>
                </c:pt>
                <c:pt idx="2249">
                  <c:v>102.42</c:v>
                </c:pt>
                <c:pt idx="2250">
                  <c:v>102.17</c:v>
                </c:pt>
                <c:pt idx="2251">
                  <c:v>102.4</c:v>
                </c:pt>
                <c:pt idx="2252">
                  <c:v>102.12</c:v>
                </c:pt>
                <c:pt idx="2253">
                  <c:v>101.99</c:v>
                </c:pt>
                <c:pt idx="2254">
                  <c:v>102.18</c:v>
                </c:pt>
                <c:pt idx="2255">
                  <c:v>102.03</c:v>
                </c:pt>
                <c:pt idx="2256">
                  <c:v>102.23</c:v>
                </c:pt>
                <c:pt idx="2257">
                  <c:v>102.57</c:v>
                </c:pt>
                <c:pt idx="2258">
                  <c:v>101.93</c:v>
                </c:pt>
                <c:pt idx="2259">
                  <c:v>100.22</c:v>
                </c:pt>
                <c:pt idx="2260">
                  <c:v>100.2</c:v>
                </c:pt>
                <c:pt idx="2261">
                  <c:v>99.19</c:v>
                </c:pt>
                <c:pt idx="2262">
                  <c:v>99.4</c:v>
                </c:pt>
                <c:pt idx="2263">
                  <c:v>98.38</c:v>
                </c:pt>
                <c:pt idx="2264">
                  <c:v>98.2</c:v>
                </c:pt>
                <c:pt idx="2265">
                  <c:v>97.87</c:v>
                </c:pt>
                <c:pt idx="2266">
                  <c:v>98.18</c:v>
                </c:pt>
                <c:pt idx="2267">
                  <c:v>98.24</c:v>
                </c:pt>
                <c:pt idx="2268">
                  <c:v>96.64</c:v>
                </c:pt>
                <c:pt idx="2269">
                  <c:v>96.5</c:v>
                </c:pt>
                <c:pt idx="2270">
                  <c:v>96.8</c:v>
                </c:pt>
                <c:pt idx="2271">
                  <c:v>96.51</c:v>
                </c:pt>
                <c:pt idx="2272">
                  <c:v>96.76</c:v>
                </c:pt>
                <c:pt idx="2273">
                  <c:v>96.47</c:v>
                </c:pt>
                <c:pt idx="2274">
                  <c:v>96.71</c:v>
                </c:pt>
                <c:pt idx="2275">
                  <c:v>96.77</c:v>
                </c:pt>
                <c:pt idx="2276">
                  <c:v>96.63</c:v>
                </c:pt>
                <c:pt idx="2277">
                  <c:v>96.45</c:v>
                </c:pt>
                <c:pt idx="2278">
                  <c:v>96.22</c:v>
                </c:pt>
                <c:pt idx="2279">
                  <c:v>96.38</c:v>
                </c:pt>
                <c:pt idx="2280">
                  <c:v>96.12</c:v>
                </c:pt>
                <c:pt idx="2281">
                  <c:v>95.82</c:v>
                </c:pt>
                <c:pt idx="2282">
                  <c:v>96.17</c:v>
                </c:pt>
                <c:pt idx="2283">
                  <c:v>95.36</c:v>
                </c:pt>
                <c:pt idx="2284">
                  <c:v>95.37</c:v>
                </c:pt>
                <c:pt idx="2285">
                  <c:v>94.98</c:v>
                </c:pt>
                <c:pt idx="2286">
                  <c:v>94.53</c:v>
                </c:pt>
                <c:pt idx="2287">
                  <c:v>92.37</c:v>
                </c:pt>
                <c:pt idx="2288">
                  <c:v>93.11</c:v>
                </c:pt>
                <c:pt idx="2289">
                  <c:v>93.1</c:v>
                </c:pt>
                <c:pt idx="2290">
                  <c:v>93.8</c:v>
                </c:pt>
                <c:pt idx="2291">
                  <c:v>93.14</c:v>
                </c:pt>
                <c:pt idx="2292">
                  <c:v>93.4</c:v>
                </c:pt>
                <c:pt idx="2293">
                  <c:v>92.2</c:v>
                </c:pt>
                <c:pt idx="2294">
                  <c:v>92.22</c:v>
                </c:pt>
                <c:pt idx="2295">
                  <c:v>92.57</c:v>
                </c:pt>
                <c:pt idx="2296">
                  <c:v>93.02</c:v>
                </c:pt>
                <c:pt idx="2297">
                  <c:v>93.49</c:v>
                </c:pt>
                <c:pt idx="2298">
                  <c:v>93.21</c:v>
                </c:pt>
                <c:pt idx="2299">
                  <c:v>93.17</c:v>
                </c:pt>
                <c:pt idx="2300">
                  <c:v>94.39</c:v>
                </c:pt>
                <c:pt idx="2301">
                  <c:v>93.88</c:v>
                </c:pt>
                <c:pt idx="2302">
                  <c:v>93.92</c:v>
                </c:pt>
                <c:pt idx="2303">
                  <c:v>93.79</c:v>
                </c:pt>
                <c:pt idx="2304">
                  <c:v>93.68</c:v>
                </c:pt>
                <c:pt idx="2305">
                  <c:v>93.56</c:v>
                </c:pt>
                <c:pt idx="2306">
                  <c:v>93.91</c:v>
                </c:pt>
                <c:pt idx="2307">
                  <c:v>94.13</c:v>
                </c:pt>
                <c:pt idx="2308">
                  <c:v>94.02</c:v>
                </c:pt>
                <c:pt idx="2309">
                  <c:v>94.75</c:v>
                </c:pt>
                <c:pt idx="2310">
                  <c:v>95.61</c:v>
                </c:pt>
                <c:pt idx="2311">
                  <c:v>95.7</c:v>
                </c:pt>
                <c:pt idx="2312">
                  <c:v>95.35</c:v>
                </c:pt>
                <c:pt idx="2313">
                  <c:v>95.68</c:v>
                </c:pt>
                <c:pt idx="2314">
                  <c:v>95.74</c:v>
                </c:pt>
                <c:pt idx="2315">
                  <c:v>94.81</c:v>
                </c:pt>
                <c:pt idx="2316">
                  <c:v>94.97</c:v>
                </c:pt>
                <c:pt idx="2317">
                  <c:v>95.28</c:v>
                </c:pt>
                <c:pt idx="2318">
                  <c:v>95.54</c:v>
                </c:pt>
                <c:pt idx="2319">
                  <c:v>95.81</c:v>
                </c:pt>
                <c:pt idx="2320">
                  <c:v>96.32</c:v>
                </c:pt>
                <c:pt idx="2321">
                  <c:v>96.4</c:v>
                </c:pt>
                <c:pt idx="2322">
                  <c:v>96.36</c:v>
                </c:pt>
                <c:pt idx="2323">
                  <c:v>96.35</c:v>
                </c:pt>
                <c:pt idx="2324">
                  <c:v>96.83</c:v>
                </c:pt>
                <c:pt idx="2325">
                  <c:v>96.2</c:v>
                </c:pt>
                <c:pt idx="2326">
                  <c:v>95.59</c:v>
                </c:pt>
                <c:pt idx="2327">
                  <c:v>94.82</c:v>
                </c:pt>
                <c:pt idx="2328">
                  <c:v>94.71</c:v>
                </c:pt>
                <c:pt idx="2329">
                  <c:v>94.91</c:v>
                </c:pt>
                <c:pt idx="2330">
                  <c:v>95.31</c:v>
                </c:pt>
                <c:pt idx="2331">
                  <c:v>94.8</c:v>
                </c:pt>
                <c:pt idx="2332">
                  <c:v>94.65</c:v>
                </c:pt>
                <c:pt idx="2333">
                  <c:v>93.86</c:v>
                </c:pt>
                <c:pt idx="2334">
                  <c:v>93.48</c:v>
                </c:pt>
                <c:pt idx="2335">
                  <c:v>93.39</c:v>
                </c:pt>
                <c:pt idx="2336">
                  <c:v>93.81</c:v>
                </c:pt>
                <c:pt idx="2337">
                  <c:v>94.46</c:v>
                </c:pt>
                <c:pt idx="2338">
                  <c:v>94.31</c:v>
                </c:pt>
                <c:pt idx="2339">
                  <c:v>94.04</c:v>
                </c:pt>
                <c:pt idx="2340">
                  <c:v>94.37</c:v>
                </c:pt>
                <c:pt idx="2341">
                  <c:v>94.5</c:v>
                </c:pt>
                <c:pt idx="2342">
                  <c:v>94.52</c:v>
                </c:pt>
                <c:pt idx="2343">
                  <c:v>94.89</c:v>
                </c:pt>
                <c:pt idx="2344">
                  <c:v>94.89</c:v>
                </c:pt>
                <c:pt idx="2345">
                  <c:v>94.66</c:v>
                </c:pt>
                <c:pt idx="2346">
                  <c:v>94.46</c:v>
                </c:pt>
                <c:pt idx="2347">
                  <c:v>94.69</c:v>
                </c:pt>
                <c:pt idx="2348">
                  <c:v>94.17</c:v>
                </c:pt>
                <c:pt idx="2349">
                  <c:v>94.17</c:v>
                </c:pt>
                <c:pt idx="2350">
                  <c:v>93.44</c:v>
                </c:pt>
                <c:pt idx="2351">
                  <c:v>93.47</c:v>
                </c:pt>
                <c:pt idx="2352">
                  <c:v>94.53</c:v>
                </c:pt>
                <c:pt idx="2353">
                  <c:v>93.72</c:v>
                </c:pt>
                <c:pt idx="2354">
                  <c:v>94.35</c:v>
                </c:pt>
                <c:pt idx="2355">
                  <c:v>94.66</c:v>
                </c:pt>
                <c:pt idx="2356">
                  <c:v>94.79</c:v>
                </c:pt>
                <c:pt idx="2357">
                  <c:v>94.25</c:v>
                </c:pt>
                <c:pt idx="2358">
                  <c:v>94.03</c:v>
                </c:pt>
                <c:pt idx="2359">
                  <c:v>94.72</c:v>
                </c:pt>
                <c:pt idx="2360">
                  <c:v>94.67</c:v>
                </c:pt>
                <c:pt idx="2361">
                  <c:v>94.52</c:v>
                </c:pt>
                <c:pt idx="2362">
                  <c:v>94.72</c:v>
                </c:pt>
                <c:pt idx="2363">
                  <c:v>94.5</c:v>
                </c:pt>
                <c:pt idx="2364">
                  <c:v>94.66</c:v>
                </c:pt>
                <c:pt idx="2365">
                  <c:v>94.73</c:v>
                </c:pt>
                <c:pt idx="2366">
                  <c:v>94.72</c:v>
                </c:pt>
                <c:pt idx="2367">
                  <c:v>95.68</c:v>
                </c:pt>
                <c:pt idx="2368">
                  <c:v>95.79</c:v>
                </c:pt>
                <c:pt idx="2369">
                  <c:v>96.08</c:v>
                </c:pt>
                <c:pt idx="2370">
                  <c:v>96.23</c:v>
                </c:pt>
                <c:pt idx="2371">
                  <c:v>95.71</c:v>
                </c:pt>
                <c:pt idx="2372">
                  <c:v>96.03</c:v>
                </c:pt>
                <c:pt idx="2373">
                  <c:v>95.68</c:v>
                </c:pt>
                <c:pt idx="2374">
                  <c:v>96.22</c:v>
                </c:pt>
                <c:pt idx="2375">
                  <c:v>96.01</c:v>
                </c:pt>
                <c:pt idx="2376">
                  <c:v>96.28</c:v>
                </c:pt>
                <c:pt idx="2377">
                  <c:v>95.96</c:v>
                </c:pt>
                <c:pt idx="2378">
                  <c:v>96.68</c:v>
                </c:pt>
                <c:pt idx="2379">
                  <c:v>96.31</c:v>
                </c:pt>
                <c:pt idx="2380">
                  <c:v>96.79</c:v>
                </c:pt>
                <c:pt idx="2381">
                  <c:v>97.21</c:v>
                </c:pt>
                <c:pt idx="2382">
                  <c:v>97.06</c:v>
                </c:pt>
                <c:pt idx="2383">
                  <c:v>97.32</c:v>
                </c:pt>
                <c:pt idx="2384">
                  <c:v>98.27</c:v>
                </c:pt>
                <c:pt idx="2385">
                  <c:v>98.52</c:v>
                </c:pt>
                <c:pt idx="2386">
                  <c:v>98.85</c:v>
                </c:pt>
                <c:pt idx="2387">
                  <c:v>99.11</c:v>
                </c:pt>
                <c:pt idx="2388">
                  <c:v>98.57</c:v>
                </c:pt>
                <c:pt idx="2389">
                  <c:v>98.71</c:v>
                </c:pt>
                <c:pt idx="2390">
                  <c:v>99.56</c:v>
                </c:pt>
                <c:pt idx="2391">
                  <c:v>99.37</c:v>
                </c:pt>
                <c:pt idx="2392">
                  <c:v>99.76</c:v>
                </c:pt>
                <c:pt idx="2393">
                  <c:v>100.48</c:v>
                </c:pt>
                <c:pt idx="2394">
                  <c:v>100.24</c:v>
                </c:pt>
                <c:pt idx="2395">
                  <c:v>99.75</c:v>
                </c:pt>
                <c:pt idx="2396">
                  <c:v>99.64</c:v>
                </c:pt>
                <c:pt idx="2397">
                  <c:v>99.01</c:v>
                </c:pt>
                <c:pt idx="2398">
                  <c:v>98.46</c:v>
                </c:pt>
                <c:pt idx="2399">
                  <c:v>99.13</c:v>
                </c:pt>
                <c:pt idx="2400">
                  <c:v>98.89</c:v>
                </c:pt>
                <c:pt idx="2401">
                  <c:v>98.56</c:v>
                </c:pt>
                <c:pt idx="2402">
                  <c:v>98.62</c:v>
                </c:pt>
                <c:pt idx="2403">
                  <c:v>98.57</c:v>
                </c:pt>
                <c:pt idx="2404">
                  <c:v>99.05</c:v>
                </c:pt>
                <c:pt idx="2405">
                  <c:v>98.92</c:v>
                </c:pt>
                <c:pt idx="2406">
                  <c:v>98.92</c:v>
                </c:pt>
                <c:pt idx="2407">
                  <c:v>99.06</c:v>
                </c:pt>
                <c:pt idx="2408">
                  <c:v>99.48</c:v>
                </c:pt>
                <c:pt idx="2409">
                  <c:v>100.19</c:v>
                </c:pt>
                <c:pt idx="2410">
                  <c:v>100.36</c:v>
                </c:pt>
                <c:pt idx="2411">
                  <c:v>100.54</c:v>
                </c:pt>
                <c:pt idx="2412">
                  <c:v>100.1</c:v>
                </c:pt>
                <c:pt idx="2413">
                  <c:v>100.09</c:v>
                </c:pt>
                <c:pt idx="2414">
                  <c:v>100.2</c:v>
                </c:pt>
                <c:pt idx="2415">
                  <c:v>100.74</c:v>
                </c:pt>
                <c:pt idx="2416">
                  <c:v>99.91</c:v>
                </c:pt>
                <c:pt idx="2417">
                  <c:v>100.35</c:v>
                </c:pt>
                <c:pt idx="2418">
                  <c:v>100.44</c:v>
                </c:pt>
                <c:pt idx="2419">
                  <c:v>100.06</c:v>
                </c:pt>
                <c:pt idx="2420">
                  <c:v>99.8</c:v>
                </c:pt>
                <c:pt idx="2421">
                  <c:v>100.06</c:v>
                </c:pt>
                <c:pt idx="2422">
                  <c:v>99.82</c:v>
                </c:pt>
                <c:pt idx="2423">
                  <c:v>100.34</c:v>
                </c:pt>
                <c:pt idx="2424">
                  <c:v>100.08</c:v>
                </c:pt>
                <c:pt idx="2425">
                  <c:v>100.43</c:v>
                </c:pt>
                <c:pt idx="2426">
                  <c:v>100.81</c:v>
                </c:pt>
                <c:pt idx="2427">
                  <c:v>101.17</c:v>
                </c:pt>
                <c:pt idx="2428">
                  <c:v>100.91</c:v>
                </c:pt>
                <c:pt idx="2429">
                  <c:v>100.87</c:v>
                </c:pt>
                <c:pt idx="2430">
                  <c:v>101.02</c:v>
                </c:pt>
                <c:pt idx="2431">
                  <c:v>100.63</c:v>
                </c:pt>
                <c:pt idx="2432">
                  <c:v>100.79</c:v>
                </c:pt>
                <c:pt idx="2433">
                  <c:v>100.94</c:v>
                </c:pt>
                <c:pt idx="2434">
                  <c:v>101</c:v>
                </c:pt>
                <c:pt idx="2435">
                  <c:v>101.11</c:v>
                </c:pt>
                <c:pt idx="2436">
                  <c:v>100.68</c:v>
                </c:pt>
                <c:pt idx="2437">
                  <c:v>99.91</c:v>
                </c:pt>
                <c:pt idx="2438">
                  <c:v>99.45</c:v>
                </c:pt>
                <c:pt idx="2439">
                  <c:v>99.99</c:v>
                </c:pt>
                <c:pt idx="2440">
                  <c:v>99.73</c:v>
                </c:pt>
                <c:pt idx="2441">
                  <c:v>100.24</c:v>
                </c:pt>
                <c:pt idx="2442">
                  <c:v>100.7</c:v>
                </c:pt>
                <c:pt idx="2443">
                  <c:v>100.7</c:v>
                </c:pt>
                <c:pt idx="2444">
                  <c:v>100.93</c:v>
                </c:pt>
                <c:pt idx="2445">
                  <c:v>100.86</c:v>
                </c:pt>
                <c:pt idx="2446">
                  <c:v>100.72</c:v>
                </c:pt>
                <c:pt idx="2447">
                  <c:v>101.09</c:v>
                </c:pt>
                <c:pt idx="2448">
                  <c:v>101.34</c:v>
                </c:pt>
                <c:pt idx="2449">
                  <c:v>101.64</c:v>
                </c:pt>
                <c:pt idx="2450">
                  <c:v>101.4</c:v>
                </c:pt>
                <c:pt idx="2451">
                  <c:v>101.38</c:v>
                </c:pt>
                <c:pt idx="2452">
                  <c:v>102.24</c:v>
                </c:pt>
                <c:pt idx="2453">
                  <c:v>102.08</c:v>
                </c:pt>
                <c:pt idx="2454">
                  <c:v>102.51</c:v>
                </c:pt>
                <c:pt idx="2455">
                  <c:v>102.28</c:v>
                </c:pt>
                <c:pt idx="2456">
                  <c:v>102.07</c:v>
                </c:pt>
                <c:pt idx="2457">
                  <c:v>102.79</c:v>
                </c:pt>
                <c:pt idx="2458">
                  <c:v>102.98</c:v>
                </c:pt>
                <c:pt idx="2459">
                  <c:v>102.65</c:v>
                </c:pt>
                <c:pt idx="2460">
                  <c:v>103.11</c:v>
                </c:pt>
                <c:pt idx="2461">
                  <c:v>101.76</c:v>
                </c:pt>
                <c:pt idx="2462">
                  <c:v>101.76</c:v>
                </c:pt>
                <c:pt idx="2463">
                  <c:v>101.58</c:v>
                </c:pt>
                <c:pt idx="2464">
                  <c:v>101</c:v>
                </c:pt>
                <c:pt idx="2465">
                  <c:v>102.11</c:v>
                </c:pt>
                <c:pt idx="2466">
                  <c:v>102.21</c:v>
                </c:pt>
                <c:pt idx="2467">
                  <c:v>102.85</c:v>
                </c:pt>
                <c:pt idx="2468">
                  <c:v>102.52</c:v>
                </c:pt>
                <c:pt idx="2469">
                  <c:v>102.31</c:v>
                </c:pt>
                <c:pt idx="2470">
                  <c:v>102.88</c:v>
                </c:pt>
                <c:pt idx="2471">
                  <c:v>103</c:v>
                </c:pt>
                <c:pt idx="2472">
                  <c:v>103.04</c:v>
                </c:pt>
                <c:pt idx="2473">
                  <c:v>102.51</c:v>
                </c:pt>
                <c:pt idx="2474">
                  <c:v>102.28</c:v>
                </c:pt>
                <c:pt idx="2475">
                  <c:v>102.85</c:v>
                </c:pt>
                <c:pt idx="2476">
                  <c:v>103.05</c:v>
                </c:pt>
                <c:pt idx="2477">
                  <c:v>102.85</c:v>
                </c:pt>
                <c:pt idx="2478">
                  <c:v>103.66</c:v>
                </c:pt>
                <c:pt idx="2479">
                  <c:v>103.49</c:v>
                </c:pt>
                <c:pt idx="2480">
                  <c:v>103.77</c:v>
                </c:pt>
                <c:pt idx="2481">
                  <c:v>103.78</c:v>
                </c:pt>
                <c:pt idx="2482">
                  <c:v>103.93</c:v>
                </c:pt>
                <c:pt idx="2483">
                  <c:v>104.12</c:v>
                </c:pt>
                <c:pt idx="2484">
                  <c:v>104.44</c:v>
                </c:pt>
                <c:pt idx="2485">
                  <c:v>104.5</c:v>
                </c:pt>
                <c:pt idx="2486">
                  <c:v>104.32</c:v>
                </c:pt>
                <c:pt idx="2487">
                  <c:v>103.93</c:v>
                </c:pt>
                <c:pt idx="2488">
                  <c:v>104</c:v>
                </c:pt>
                <c:pt idx="2489">
                  <c:v>104.08</c:v>
                </c:pt>
                <c:pt idx="2490">
                  <c:v>102.92</c:v>
                </c:pt>
                <c:pt idx="2491">
                  <c:v>102.41</c:v>
                </c:pt>
                <c:pt idx="2492">
                  <c:v>101.63</c:v>
                </c:pt>
                <c:pt idx="2493">
                  <c:v>101.49</c:v>
                </c:pt>
                <c:pt idx="2494">
                  <c:v>101.55</c:v>
                </c:pt>
                <c:pt idx="2495">
                  <c:v>100.57</c:v>
                </c:pt>
                <c:pt idx="2496">
                  <c:v>100.79</c:v>
                </c:pt>
                <c:pt idx="2497">
                  <c:v>100.41</c:v>
                </c:pt>
                <c:pt idx="2498">
                  <c:v>99.78</c:v>
                </c:pt>
                <c:pt idx="2499">
                  <c:v>99.75</c:v>
                </c:pt>
                <c:pt idx="2500">
                  <c:v>99.84</c:v>
                </c:pt>
                <c:pt idx="2501">
                  <c:v>99.91</c:v>
                </c:pt>
                <c:pt idx="2502">
                  <c:v>99.27</c:v>
                </c:pt>
                <c:pt idx="2503">
                  <c:v>99.42</c:v>
                </c:pt>
                <c:pt idx="2504">
                  <c:v>99.59</c:v>
                </c:pt>
                <c:pt idx="2505">
                  <c:v>99.98</c:v>
                </c:pt>
                <c:pt idx="2506">
                  <c:v>99.81</c:v>
                </c:pt>
                <c:pt idx="2507">
                  <c:v>100.18</c:v>
                </c:pt>
                <c:pt idx="2508">
                  <c:v>100.09</c:v>
                </c:pt>
                <c:pt idx="2509">
                  <c:v>100.77</c:v>
                </c:pt>
                <c:pt idx="2510">
                  <c:v>100.63</c:v>
                </c:pt>
                <c:pt idx="2511">
                  <c:v>100.84</c:v>
                </c:pt>
                <c:pt idx="2512">
                  <c:v>100.57</c:v>
                </c:pt>
                <c:pt idx="2513">
                  <c:v>99.8</c:v>
                </c:pt>
                <c:pt idx="2514">
                  <c:v>99.55</c:v>
                </c:pt>
                <c:pt idx="2515">
                  <c:v>100.74</c:v>
                </c:pt>
                <c:pt idx="2516">
                  <c:v>100.49</c:v>
                </c:pt>
                <c:pt idx="2517">
                  <c:v>101.3</c:v>
                </c:pt>
                <c:pt idx="2518">
                  <c:v>101.21</c:v>
                </c:pt>
                <c:pt idx="2519">
                  <c:v>101.02</c:v>
                </c:pt>
                <c:pt idx="2520">
                  <c:v>100.94</c:v>
                </c:pt>
                <c:pt idx="2521">
                  <c:v>99.95</c:v>
                </c:pt>
                <c:pt idx="2522">
                  <c:v>99.79</c:v>
                </c:pt>
                <c:pt idx="2523">
                  <c:v>99.25</c:v>
                </c:pt>
                <c:pt idx="2524">
                  <c:v>99.78</c:v>
                </c:pt>
                <c:pt idx="2525">
                  <c:v>99.89</c:v>
                </c:pt>
                <c:pt idx="2526">
                  <c:v>100</c:v>
                </c:pt>
                <c:pt idx="2527">
                  <c:v>99.88</c:v>
                </c:pt>
                <c:pt idx="2528">
                  <c:v>99.63</c:v>
                </c:pt>
                <c:pt idx="2529">
                  <c:v>101.02</c:v>
                </c:pt>
                <c:pt idx="2530">
                  <c:v>100.38</c:v>
                </c:pt>
                <c:pt idx="2531">
                  <c:v>100.73</c:v>
                </c:pt>
                <c:pt idx="2532">
                  <c:v>100.2</c:v>
                </c:pt>
                <c:pt idx="2533">
                  <c:v>100.2</c:v>
                </c:pt>
                <c:pt idx="2534">
                  <c:v>100.34</c:v>
                </c:pt>
                <c:pt idx="2535">
                  <c:v>100.51</c:v>
                </c:pt>
                <c:pt idx="2536">
                  <c:v>99.6</c:v>
                </c:pt>
                <c:pt idx="2537">
                  <c:v>99.75</c:v>
                </c:pt>
                <c:pt idx="2538">
                  <c:v>99.72</c:v>
                </c:pt>
                <c:pt idx="2539">
                  <c:v>99.64</c:v>
                </c:pt>
                <c:pt idx="2540">
                  <c:v>99.69</c:v>
                </c:pt>
                <c:pt idx="2541">
                  <c:v>99.18</c:v>
                </c:pt>
                <c:pt idx="2542">
                  <c:v>98.8</c:v>
                </c:pt>
                <c:pt idx="2543">
                  <c:v>98.54</c:v>
                </c:pt>
                <c:pt idx="2544">
                  <c:v>98.06</c:v>
                </c:pt>
                <c:pt idx="2545">
                  <c:v>98.04</c:v>
                </c:pt>
                <c:pt idx="2546">
                  <c:v>97.98</c:v>
                </c:pt>
                <c:pt idx="2547">
                  <c:v>98.48</c:v>
                </c:pt>
                <c:pt idx="2548">
                  <c:v>98.38</c:v>
                </c:pt>
                <c:pt idx="2549">
                  <c:v>99.02</c:v>
                </c:pt>
                <c:pt idx="2550">
                  <c:v>98.71</c:v>
                </c:pt>
                <c:pt idx="2551">
                  <c:v>97.95</c:v>
                </c:pt>
                <c:pt idx="2552">
                  <c:v>97.89</c:v>
                </c:pt>
                <c:pt idx="2553">
                  <c:v>97.92</c:v>
                </c:pt>
                <c:pt idx="2554">
                  <c:v>97.04</c:v>
                </c:pt>
                <c:pt idx="2555">
                  <c:v>97.42</c:v>
                </c:pt>
                <c:pt idx="2556">
                  <c:v>97.38</c:v>
                </c:pt>
                <c:pt idx="2557">
                  <c:v>98.13</c:v>
                </c:pt>
                <c:pt idx="2558">
                  <c:v>97.48</c:v>
                </c:pt>
                <c:pt idx="2559">
                  <c:v>98.48</c:v>
                </c:pt>
                <c:pt idx="2560">
                  <c:v>98.34</c:v>
                </c:pt>
                <c:pt idx="2561">
                  <c:v>98.82</c:v>
                </c:pt>
                <c:pt idx="2562">
                  <c:v>99.3</c:v>
                </c:pt>
                <c:pt idx="2563">
                  <c:v>99.37</c:v>
                </c:pt>
                <c:pt idx="2564">
                  <c:v>99.06</c:v>
                </c:pt>
                <c:pt idx="2565">
                  <c:v>99.31</c:v>
                </c:pt>
                <c:pt idx="2566">
                  <c:v>99.18</c:v>
                </c:pt>
                <c:pt idx="2567">
                  <c:v>99.5</c:v>
                </c:pt>
                <c:pt idx="2568">
                  <c:v>100.43</c:v>
                </c:pt>
                <c:pt idx="2569">
                  <c:v>100.28</c:v>
                </c:pt>
                <c:pt idx="2570">
                  <c:v>100.35</c:v>
                </c:pt>
                <c:pt idx="2571">
                  <c:v>100.23</c:v>
                </c:pt>
                <c:pt idx="2572">
                  <c:v>99.79</c:v>
                </c:pt>
                <c:pt idx="2573">
                  <c:v>100.08</c:v>
                </c:pt>
                <c:pt idx="2574">
                  <c:v>100.75</c:v>
                </c:pt>
                <c:pt idx="2575">
                  <c:v>100.69</c:v>
                </c:pt>
                <c:pt idx="2576">
                  <c:v>100.79</c:v>
                </c:pt>
                <c:pt idx="2577">
                  <c:v>100.2</c:v>
                </c:pt>
                <c:pt idx="2578">
                  <c:v>101</c:v>
                </c:pt>
                <c:pt idx="2579">
                  <c:v>100.89</c:v>
                </c:pt>
                <c:pt idx="2580">
                  <c:v>100.6</c:v>
                </c:pt>
                <c:pt idx="2581">
                  <c:v>100.83</c:v>
                </c:pt>
                <c:pt idx="2582">
                  <c:v>101.72</c:v>
                </c:pt>
                <c:pt idx="2583">
                  <c:v>101.54</c:v>
                </c:pt>
                <c:pt idx="2584">
                  <c:v>101.35</c:v>
                </c:pt>
                <c:pt idx="2585">
                  <c:v>101.86</c:v>
                </c:pt>
                <c:pt idx="2586">
                  <c:v>101.99</c:v>
                </c:pt>
                <c:pt idx="2587">
                  <c:v>102.09</c:v>
                </c:pt>
                <c:pt idx="2588">
                  <c:v>102.52</c:v>
                </c:pt>
                <c:pt idx="2589">
                  <c:v>102.51</c:v>
                </c:pt>
                <c:pt idx="2590">
                  <c:v>101.13</c:v>
                </c:pt>
                <c:pt idx="2591">
                  <c:v>100.82</c:v>
                </c:pt>
                <c:pt idx="2592">
                  <c:v>100.71</c:v>
                </c:pt>
                <c:pt idx="2593">
                  <c:v>101.02</c:v>
                </c:pt>
                <c:pt idx="2594">
                  <c:v>101.66</c:v>
                </c:pt>
                <c:pt idx="2595">
                  <c:v>101.67</c:v>
                </c:pt>
                <c:pt idx="2596">
                  <c:v>102.35</c:v>
                </c:pt>
                <c:pt idx="2597">
                  <c:v>102.4</c:v>
                </c:pt>
                <c:pt idx="2598">
                  <c:v>101.6</c:v>
                </c:pt>
                <c:pt idx="2599">
                  <c:v>102.18</c:v>
                </c:pt>
                <c:pt idx="2600">
                  <c:v>101.85</c:v>
                </c:pt>
                <c:pt idx="2601">
                  <c:v>101.93</c:v>
                </c:pt>
                <c:pt idx="2602">
                  <c:v>101.87</c:v>
                </c:pt>
                <c:pt idx="2603">
                  <c:v>101.44</c:v>
                </c:pt>
                <c:pt idx="2604">
                  <c:v>101.58</c:v>
                </c:pt>
                <c:pt idx="2605">
                  <c:v>101.58</c:v>
                </c:pt>
                <c:pt idx="2606">
                  <c:v>101.94</c:v>
                </c:pt>
                <c:pt idx="2607">
                  <c:v>101.98</c:v>
                </c:pt>
                <c:pt idx="2608">
                  <c:v>101.82</c:v>
                </c:pt>
                <c:pt idx="2609">
                  <c:v>101.87</c:v>
                </c:pt>
                <c:pt idx="2610">
                  <c:v>100.22</c:v>
                </c:pt>
                <c:pt idx="2611">
                  <c:v>100.41</c:v>
                </c:pt>
                <c:pt idx="2612">
                  <c:v>100.38</c:v>
                </c:pt>
                <c:pt idx="2613">
                  <c:v>100.48</c:v>
                </c:pt>
                <c:pt idx="2614">
                  <c:v>100.72</c:v>
                </c:pt>
                <c:pt idx="2615">
                  <c:v>100.99</c:v>
                </c:pt>
                <c:pt idx="2616">
                  <c:v>100.56</c:v>
                </c:pt>
                <c:pt idx="2617">
                  <c:v>100.62</c:v>
                </c:pt>
                <c:pt idx="2618">
                  <c:v>101</c:v>
                </c:pt>
                <c:pt idx="2619">
                  <c:v>101.72</c:v>
                </c:pt>
                <c:pt idx="2620">
                  <c:v>101.77</c:v>
                </c:pt>
                <c:pt idx="2621">
                  <c:v>101.86</c:v>
                </c:pt>
                <c:pt idx="2622">
                  <c:v>101.76</c:v>
                </c:pt>
                <c:pt idx="2623">
                  <c:v>101.36</c:v>
                </c:pt>
                <c:pt idx="2624">
                  <c:v>101.81</c:v>
                </c:pt>
                <c:pt idx="2625">
                  <c:v>102.2</c:v>
                </c:pt>
                <c:pt idx="2626">
                  <c:v>102.41</c:v>
                </c:pt>
                <c:pt idx="2627">
                  <c:v>102.44</c:v>
                </c:pt>
                <c:pt idx="2628">
                  <c:v>103.17</c:v>
                </c:pt>
                <c:pt idx="2629">
                  <c:v>104.48</c:v>
                </c:pt>
                <c:pt idx="2630">
                  <c:v>105.13</c:v>
                </c:pt>
                <c:pt idx="2631">
                  <c:v>104.92</c:v>
                </c:pt>
                <c:pt idx="2632">
                  <c:v>104.79</c:v>
                </c:pt>
                <c:pt idx="2633">
                  <c:v>103.8</c:v>
                </c:pt>
                <c:pt idx="2634">
                  <c:v>104.29</c:v>
                </c:pt>
                <c:pt idx="2635">
                  <c:v>104.64</c:v>
                </c:pt>
                <c:pt idx="2636">
                  <c:v>104.22</c:v>
                </c:pt>
                <c:pt idx="2637">
                  <c:v>103.5</c:v>
                </c:pt>
                <c:pt idx="2638">
                  <c:v>104.13</c:v>
                </c:pt>
                <c:pt idx="2639">
                  <c:v>104.1</c:v>
                </c:pt>
                <c:pt idx="2640">
                  <c:v>104.72</c:v>
                </c:pt>
                <c:pt idx="2641">
                  <c:v>104.69</c:v>
                </c:pt>
                <c:pt idx="2642">
                  <c:v>104.28</c:v>
                </c:pt>
                <c:pt idx="2643">
                  <c:v>104.27</c:v>
                </c:pt>
                <c:pt idx="2644">
                  <c:v>104.63</c:v>
                </c:pt>
                <c:pt idx="2645">
                  <c:v>104.51</c:v>
                </c:pt>
                <c:pt idx="2646">
                  <c:v>103.28</c:v>
                </c:pt>
                <c:pt idx="2647">
                  <c:v>103.53</c:v>
                </c:pt>
                <c:pt idx="2648">
                  <c:v>104.01</c:v>
                </c:pt>
                <c:pt idx="2649">
                  <c:v>105.26</c:v>
                </c:pt>
                <c:pt idx="2650">
                  <c:v>105.27</c:v>
                </c:pt>
                <c:pt idx="2651">
                  <c:v>105.92</c:v>
                </c:pt>
                <c:pt idx="2652">
                  <c:v>104.89</c:v>
                </c:pt>
                <c:pt idx="2653">
                  <c:v>105.78</c:v>
                </c:pt>
                <c:pt idx="2654">
                  <c:v>106</c:v>
                </c:pt>
                <c:pt idx="2655">
                  <c:v>106.16</c:v>
                </c:pt>
                <c:pt idx="2656">
                  <c:v>106.01</c:v>
                </c:pt>
                <c:pt idx="2657">
                  <c:v>105.96</c:v>
                </c:pt>
                <c:pt idx="2658">
                  <c:v>105.37</c:v>
                </c:pt>
                <c:pt idx="2659">
                  <c:v>105.71</c:v>
                </c:pt>
                <c:pt idx="2660">
                  <c:v>105.5</c:v>
                </c:pt>
                <c:pt idx="2661">
                  <c:v>105.2</c:v>
                </c:pt>
                <c:pt idx="2662">
                  <c:v>105.38</c:v>
                </c:pt>
                <c:pt idx="2663">
                  <c:v>105.18</c:v>
                </c:pt>
                <c:pt idx="2664">
                  <c:v>105.2</c:v>
                </c:pt>
                <c:pt idx="2665">
                  <c:v>105.15</c:v>
                </c:pt>
                <c:pt idx="2666">
                  <c:v>105.81</c:v>
                </c:pt>
                <c:pt idx="2667">
                  <c:v>106.04</c:v>
                </c:pt>
                <c:pt idx="2668">
                  <c:v>105.23</c:v>
                </c:pt>
                <c:pt idx="2669">
                  <c:v>104.77</c:v>
                </c:pt>
                <c:pt idx="2670">
                  <c:v>105.3</c:v>
                </c:pt>
                <c:pt idx="2671">
                  <c:v>105.53</c:v>
                </c:pt>
                <c:pt idx="2672">
                  <c:v>106.22</c:v>
                </c:pt>
                <c:pt idx="2673">
                  <c:v>105.47</c:v>
                </c:pt>
                <c:pt idx="2674">
                  <c:v>105.44</c:v>
                </c:pt>
                <c:pt idx="2675">
                  <c:v>105.54</c:v>
                </c:pt>
                <c:pt idx="2676">
                  <c:v>105.17</c:v>
                </c:pt>
                <c:pt idx="2677">
                  <c:v>105.29</c:v>
                </c:pt>
                <c:pt idx="2678">
                  <c:v>105.52</c:v>
                </c:pt>
                <c:pt idx="2679">
                  <c:v>105.97</c:v>
                </c:pt>
                <c:pt idx="2680">
                  <c:v>105.68</c:v>
                </c:pt>
                <c:pt idx="2681">
                  <c:v>105.94</c:v>
                </c:pt>
                <c:pt idx="2682">
                  <c:v>105.96</c:v>
                </c:pt>
                <c:pt idx="2683">
                  <c:v>106.14</c:v>
                </c:pt>
                <c:pt idx="2684">
                  <c:v>105.47</c:v>
                </c:pt>
                <c:pt idx="2685">
                  <c:v>106.13</c:v>
                </c:pt>
                <c:pt idx="2686">
                  <c:v>106.63</c:v>
                </c:pt>
                <c:pt idx="2687">
                  <c:v>107.13</c:v>
                </c:pt>
                <c:pt idx="2688">
                  <c:v>107.45</c:v>
                </c:pt>
                <c:pt idx="2689">
                  <c:v>107.45</c:v>
                </c:pt>
                <c:pt idx="2690">
                  <c:v>107.28</c:v>
                </c:pt>
                <c:pt idx="2691">
                  <c:v>108.67</c:v>
                </c:pt>
                <c:pt idx="2692">
                  <c:v>108.55</c:v>
                </c:pt>
                <c:pt idx="2693">
                  <c:v>109.57</c:v>
                </c:pt>
                <c:pt idx="2694">
                  <c:v>110.14</c:v>
                </c:pt>
                <c:pt idx="2695">
                  <c:v>109.63</c:v>
                </c:pt>
                <c:pt idx="2696">
                  <c:v>110.26</c:v>
                </c:pt>
                <c:pt idx="2697">
                  <c:v>111.26</c:v>
                </c:pt>
                <c:pt idx="2698">
                  <c:v>111.8</c:v>
                </c:pt>
                <c:pt idx="2699">
                  <c:v>111.31</c:v>
                </c:pt>
                <c:pt idx="2700">
                  <c:v>111.45</c:v>
                </c:pt>
                <c:pt idx="2701">
                  <c:v>110.75</c:v>
                </c:pt>
                <c:pt idx="2702">
                  <c:v>110.8</c:v>
                </c:pt>
                <c:pt idx="2703">
                  <c:v>111.52</c:v>
                </c:pt>
                <c:pt idx="2704">
                  <c:v>109.9</c:v>
                </c:pt>
                <c:pt idx="2705">
                  <c:v>110.56</c:v>
                </c:pt>
                <c:pt idx="2706">
                  <c:v>111.31</c:v>
                </c:pt>
                <c:pt idx="2707">
                  <c:v>112.1</c:v>
                </c:pt>
                <c:pt idx="2708">
                  <c:v>112.09</c:v>
                </c:pt>
                <c:pt idx="2709">
                  <c:v>111.47</c:v>
                </c:pt>
                <c:pt idx="2710">
                  <c:v>111.18</c:v>
                </c:pt>
                <c:pt idx="2711">
                  <c:v>111.44</c:v>
                </c:pt>
                <c:pt idx="2712">
                  <c:v>111.22</c:v>
                </c:pt>
                <c:pt idx="2713">
                  <c:v>110.74</c:v>
                </c:pt>
                <c:pt idx="2714">
                  <c:v>109.12</c:v>
                </c:pt>
                <c:pt idx="2715">
                  <c:v>109.12</c:v>
                </c:pt>
                <c:pt idx="2716">
                  <c:v>108.93</c:v>
                </c:pt>
                <c:pt idx="2717">
                  <c:v>108.74</c:v>
                </c:pt>
                <c:pt idx="2718">
                  <c:v>109.05</c:v>
                </c:pt>
                <c:pt idx="2719">
                  <c:v>108.12</c:v>
                </c:pt>
                <c:pt idx="2720">
                  <c:v>107.46</c:v>
                </c:pt>
                <c:pt idx="2721">
                  <c:v>106.59</c:v>
                </c:pt>
                <c:pt idx="2722">
                  <c:v>106.18</c:v>
                </c:pt>
                <c:pt idx="2723">
                  <c:v>106.73</c:v>
                </c:pt>
                <c:pt idx="2724">
                  <c:v>106.99</c:v>
                </c:pt>
                <c:pt idx="2725">
                  <c:v>106.97</c:v>
                </c:pt>
                <c:pt idx="2726">
                  <c:v>106.4</c:v>
                </c:pt>
                <c:pt idx="2727">
                  <c:v>106.46</c:v>
                </c:pt>
                <c:pt idx="2728">
                  <c:v>106.88</c:v>
                </c:pt>
                <c:pt idx="2729">
                  <c:v>105.96</c:v>
                </c:pt>
                <c:pt idx="2730">
                  <c:v>106.33</c:v>
                </c:pt>
                <c:pt idx="2731">
                  <c:v>106.64</c:v>
                </c:pt>
                <c:pt idx="2732">
                  <c:v>107.43</c:v>
                </c:pt>
                <c:pt idx="2733">
                  <c:v>107.94</c:v>
                </c:pt>
                <c:pt idx="2734">
                  <c:v>108.1</c:v>
                </c:pt>
                <c:pt idx="2735">
                  <c:v>108.2</c:v>
                </c:pt>
                <c:pt idx="2736">
                  <c:v>107.36</c:v>
                </c:pt>
                <c:pt idx="2737">
                  <c:v>107.67</c:v>
                </c:pt>
                <c:pt idx="2738">
                  <c:v>106.91</c:v>
                </c:pt>
                <c:pt idx="2739">
                  <c:v>106.84</c:v>
                </c:pt>
                <c:pt idx="2740">
                  <c:v>107.09</c:v>
                </c:pt>
                <c:pt idx="2741">
                  <c:v>107.29</c:v>
                </c:pt>
                <c:pt idx="2742">
                  <c:v>107.12</c:v>
                </c:pt>
                <c:pt idx="2743">
                  <c:v>107.4</c:v>
                </c:pt>
                <c:pt idx="2744">
                  <c:v>107.65</c:v>
                </c:pt>
                <c:pt idx="2745">
                  <c:v>106.91</c:v>
                </c:pt>
                <c:pt idx="2746">
                  <c:v>107.09</c:v>
                </c:pt>
                <c:pt idx="2747">
                  <c:v>108.04</c:v>
                </c:pt>
                <c:pt idx="2748">
                  <c:v>108.54</c:v>
                </c:pt>
                <c:pt idx="2749">
                  <c:v>108.45</c:v>
                </c:pt>
                <c:pt idx="2750">
                  <c:v>108.62</c:v>
                </c:pt>
                <c:pt idx="2751">
                  <c:v>109.38</c:v>
                </c:pt>
                <c:pt idx="2752">
                  <c:v>109.54</c:v>
                </c:pt>
                <c:pt idx="2753">
                  <c:v>108.62</c:v>
                </c:pt>
                <c:pt idx="2754">
                  <c:v>108.44</c:v>
                </c:pt>
                <c:pt idx="2755">
                  <c:v>108.63</c:v>
                </c:pt>
                <c:pt idx="2756">
                  <c:v>108.31</c:v>
                </c:pt>
                <c:pt idx="2757">
                  <c:v>107.97</c:v>
                </c:pt>
                <c:pt idx="2758">
                  <c:v>108.92</c:v>
                </c:pt>
                <c:pt idx="2759">
                  <c:v>109.74</c:v>
                </c:pt>
                <c:pt idx="2760">
                  <c:v>109.61</c:v>
                </c:pt>
                <c:pt idx="2761">
                  <c:v>110.6</c:v>
                </c:pt>
                <c:pt idx="2762">
                  <c:v>110.48</c:v>
                </c:pt>
                <c:pt idx="2763">
                  <c:v>110.98</c:v>
                </c:pt>
                <c:pt idx="2764">
                  <c:v>110.85</c:v>
                </c:pt>
                <c:pt idx="2765">
                  <c:v>110.85</c:v>
                </c:pt>
                <c:pt idx="2766">
                  <c:v>111.32</c:v>
                </c:pt>
                <c:pt idx="2767">
                  <c:v>111.44</c:v>
                </c:pt>
                <c:pt idx="2768">
                  <c:v>110.9</c:v>
                </c:pt>
                <c:pt idx="2769">
                  <c:v>111.21</c:v>
                </c:pt>
                <c:pt idx="2770">
                  <c:v>111.08</c:v>
                </c:pt>
                <c:pt idx="2771">
                  <c:v>110.51</c:v>
                </c:pt>
                <c:pt idx="2772">
                  <c:v>110.27</c:v>
                </c:pt>
                <c:pt idx="2773">
                  <c:v>110.23</c:v>
                </c:pt>
                <c:pt idx="2774">
                  <c:v>111.01</c:v>
                </c:pt>
                <c:pt idx="2775">
                  <c:v>111.46</c:v>
                </c:pt>
                <c:pt idx="2776">
                  <c:v>111.79</c:v>
                </c:pt>
                <c:pt idx="2777">
                  <c:v>111.42</c:v>
                </c:pt>
                <c:pt idx="2778">
                  <c:v>111.23</c:v>
                </c:pt>
                <c:pt idx="2779">
                  <c:v>111.35</c:v>
                </c:pt>
                <c:pt idx="2780">
                  <c:v>111.5</c:v>
                </c:pt>
                <c:pt idx="2781">
                  <c:v>112.2</c:v>
                </c:pt>
                <c:pt idx="2782">
                  <c:v>112.14</c:v>
                </c:pt>
                <c:pt idx="2783">
                  <c:v>112.6</c:v>
                </c:pt>
                <c:pt idx="2784">
                  <c:v>111.42</c:v>
                </c:pt>
                <c:pt idx="2785">
                  <c:v>111.59</c:v>
                </c:pt>
                <c:pt idx="2786">
                  <c:v>112.32</c:v>
                </c:pt>
                <c:pt idx="2787">
                  <c:v>114.17</c:v>
                </c:pt>
                <c:pt idx="2788">
                  <c:v>113.65</c:v>
                </c:pt>
                <c:pt idx="2789">
                  <c:v>114.34</c:v>
                </c:pt>
                <c:pt idx="2790">
                  <c:v>115.53</c:v>
                </c:pt>
                <c:pt idx="2791">
                  <c:v>115.17</c:v>
                </c:pt>
                <c:pt idx="2792">
                  <c:v>115.34</c:v>
                </c:pt>
                <c:pt idx="2793">
                  <c:v>115.21</c:v>
                </c:pt>
                <c:pt idx="2794">
                  <c:v>116.1</c:v>
                </c:pt>
                <c:pt idx="2795">
                  <c:v>116.03</c:v>
                </c:pt>
                <c:pt idx="2796">
                  <c:v>116.11</c:v>
                </c:pt>
                <c:pt idx="2797">
                  <c:v>116.28</c:v>
                </c:pt>
                <c:pt idx="2798">
                  <c:v>115.27</c:v>
                </c:pt>
                <c:pt idx="2799">
                  <c:v>113.82</c:v>
                </c:pt>
                <c:pt idx="2800">
                  <c:v>113.89</c:v>
                </c:pt>
                <c:pt idx="2801">
                  <c:v>113.13</c:v>
                </c:pt>
                <c:pt idx="2802">
                  <c:v>113.11</c:v>
                </c:pt>
                <c:pt idx="2803">
                  <c:v>113.31</c:v>
                </c:pt>
                <c:pt idx="2804">
                  <c:v>113.25</c:v>
                </c:pt>
                <c:pt idx="2805">
                  <c:v>113.79</c:v>
                </c:pt>
                <c:pt idx="2806">
                  <c:v>114.22</c:v>
                </c:pt>
                <c:pt idx="2807">
                  <c:v>114.17</c:v>
                </c:pt>
                <c:pt idx="2808">
                  <c:v>114.74</c:v>
                </c:pt>
                <c:pt idx="2809">
                  <c:v>114.85</c:v>
                </c:pt>
                <c:pt idx="2810">
                  <c:v>114.81</c:v>
                </c:pt>
                <c:pt idx="2811">
                  <c:v>114.36</c:v>
                </c:pt>
                <c:pt idx="2812">
                  <c:v>114.49</c:v>
                </c:pt>
                <c:pt idx="2813">
                  <c:v>114.97</c:v>
                </c:pt>
                <c:pt idx="2814">
                  <c:v>115.86</c:v>
                </c:pt>
                <c:pt idx="2815">
                  <c:v>116.34</c:v>
                </c:pt>
                <c:pt idx="2816">
                  <c:v>115.89</c:v>
                </c:pt>
                <c:pt idx="2817">
                  <c:v>117.33</c:v>
                </c:pt>
                <c:pt idx="2818">
                  <c:v>116.94</c:v>
                </c:pt>
                <c:pt idx="2819">
                  <c:v>117.16</c:v>
                </c:pt>
                <c:pt idx="2820">
                  <c:v>117.54</c:v>
                </c:pt>
                <c:pt idx="2821">
                  <c:v>117.42</c:v>
                </c:pt>
                <c:pt idx="2822">
                  <c:v>118.58</c:v>
                </c:pt>
                <c:pt idx="2823">
                  <c:v>118.4</c:v>
                </c:pt>
                <c:pt idx="2824">
                  <c:v>117.39</c:v>
                </c:pt>
                <c:pt idx="2825">
                  <c:v>117.25</c:v>
                </c:pt>
                <c:pt idx="2826">
                  <c:v>116.65</c:v>
                </c:pt>
                <c:pt idx="2827">
                  <c:v>115.56</c:v>
                </c:pt>
                <c:pt idx="2828">
                  <c:v>115.61</c:v>
                </c:pt>
                <c:pt idx="2829">
                  <c:v>114.97</c:v>
                </c:pt>
                <c:pt idx="2830">
                  <c:v>115.59</c:v>
                </c:pt>
                <c:pt idx="2831">
                  <c:v>115.61</c:v>
                </c:pt>
                <c:pt idx="2832">
                  <c:v>116.17</c:v>
                </c:pt>
                <c:pt idx="2833">
                  <c:v>115.34</c:v>
                </c:pt>
                <c:pt idx="2834">
                  <c:v>115.79</c:v>
                </c:pt>
                <c:pt idx="2835">
                  <c:v>115.7</c:v>
                </c:pt>
                <c:pt idx="2836">
                  <c:v>116.22</c:v>
                </c:pt>
                <c:pt idx="2837">
                  <c:v>116.39</c:v>
                </c:pt>
                <c:pt idx="2838">
                  <c:v>116.93</c:v>
                </c:pt>
                <c:pt idx="2839">
                  <c:v>117.31</c:v>
                </c:pt>
                <c:pt idx="2840">
                  <c:v>117.35</c:v>
                </c:pt>
                <c:pt idx="2841">
                  <c:v>117.95</c:v>
                </c:pt>
                <c:pt idx="2842">
                  <c:v>117.85</c:v>
                </c:pt>
                <c:pt idx="2843">
                  <c:v>118.09</c:v>
                </c:pt>
                <c:pt idx="2844">
                  <c:v>118.48</c:v>
                </c:pt>
                <c:pt idx="2845">
                  <c:v>117.1</c:v>
                </c:pt>
                <c:pt idx="2846">
                  <c:v>116.63</c:v>
                </c:pt>
                <c:pt idx="2847">
                  <c:v>116.61</c:v>
                </c:pt>
                <c:pt idx="2848">
                  <c:v>115.24</c:v>
                </c:pt>
                <c:pt idx="2849">
                  <c:v>114.73</c:v>
                </c:pt>
                <c:pt idx="2850">
                  <c:v>113.71</c:v>
                </c:pt>
                <c:pt idx="2851">
                  <c:v>114.47</c:v>
                </c:pt>
                <c:pt idx="2852">
                  <c:v>113.31</c:v>
                </c:pt>
                <c:pt idx="2853">
                  <c:v>113.44</c:v>
                </c:pt>
                <c:pt idx="2854">
                  <c:v>114.05</c:v>
                </c:pt>
                <c:pt idx="2855">
                  <c:v>114.29</c:v>
                </c:pt>
                <c:pt idx="2856">
                  <c:v>114.26</c:v>
                </c:pt>
                <c:pt idx="2857">
                  <c:v>114.71</c:v>
                </c:pt>
                <c:pt idx="2858">
                  <c:v>113.38</c:v>
                </c:pt>
                <c:pt idx="2859">
                  <c:v>112.9</c:v>
                </c:pt>
                <c:pt idx="2860">
                  <c:v>112.86</c:v>
                </c:pt>
                <c:pt idx="2861">
                  <c:v>113.21</c:v>
                </c:pt>
                <c:pt idx="2862">
                  <c:v>111.89</c:v>
                </c:pt>
                <c:pt idx="2863">
                  <c:v>111.51</c:v>
                </c:pt>
                <c:pt idx="2864">
                  <c:v>110.82</c:v>
                </c:pt>
                <c:pt idx="2865">
                  <c:v>110.82</c:v>
                </c:pt>
                <c:pt idx="2866">
                  <c:v>110.31</c:v>
                </c:pt>
                <c:pt idx="2867">
                  <c:v>110.21</c:v>
                </c:pt>
                <c:pt idx="2868">
                  <c:v>110.38</c:v>
                </c:pt>
                <c:pt idx="2869">
                  <c:v>109.56</c:v>
                </c:pt>
                <c:pt idx="2870">
                  <c:v>109.56</c:v>
                </c:pt>
                <c:pt idx="2871">
                  <c:v>108.61</c:v>
                </c:pt>
                <c:pt idx="2872">
                  <c:v>110.17</c:v>
                </c:pt>
                <c:pt idx="2873">
                  <c:v>108.81</c:v>
                </c:pt>
                <c:pt idx="2874">
                  <c:v>108.42</c:v>
                </c:pt>
                <c:pt idx="2875">
                  <c:v>108.86</c:v>
                </c:pt>
                <c:pt idx="2876">
                  <c:v>109.52</c:v>
                </c:pt>
                <c:pt idx="2877">
                  <c:v>109.86</c:v>
                </c:pt>
                <c:pt idx="2878">
                  <c:v>109.01</c:v>
                </c:pt>
                <c:pt idx="2879">
                  <c:v>109.27</c:v>
                </c:pt>
                <c:pt idx="2880">
                  <c:v>110.09</c:v>
                </c:pt>
                <c:pt idx="2881">
                  <c:v>110.11</c:v>
                </c:pt>
                <c:pt idx="2882">
                  <c:v>110.67</c:v>
                </c:pt>
                <c:pt idx="2883">
                  <c:v>109.94</c:v>
                </c:pt>
                <c:pt idx="2884">
                  <c:v>110.67</c:v>
                </c:pt>
                <c:pt idx="2885">
                  <c:v>110.14</c:v>
                </c:pt>
                <c:pt idx="2886">
                  <c:v>110.34</c:v>
                </c:pt>
                <c:pt idx="2887">
                  <c:v>111.81</c:v>
                </c:pt>
                <c:pt idx="2888">
                  <c:v>111.41</c:v>
                </c:pt>
                <c:pt idx="2889">
                  <c:v>111.46</c:v>
                </c:pt>
                <c:pt idx="2890">
                  <c:v>111.92</c:v>
                </c:pt>
                <c:pt idx="2891">
                  <c:v>111</c:v>
                </c:pt>
                <c:pt idx="2892">
                  <c:v>110.52</c:v>
                </c:pt>
                <c:pt idx="2893">
                  <c:v>109.93</c:v>
                </c:pt>
                <c:pt idx="2894">
                  <c:v>110.32</c:v>
                </c:pt>
                <c:pt idx="2895">
                  <c:v>109.95</c:v>
                </c:pt>
                <c:pt idx="2896">
                  <c:v>110.7</c:v>
                </c:pt>
                <c:pt idx="2897">
                  <c:v>111.13</c:v>
                </c:pt>
                <c:pt idx="2898">
                  <c:v>112.08</c:v>
                </c:pt>
                <c:pt idx="2899">
                  <c:v>111.52</c:v>
                </c:pt>
                <c:pt idx="2900">
                  <c:v>111.19</c:v>
                </c:pt>
                <c:pt idx="2901">
                  <c:v>112.01</c:v>
                </c:pt>
                <c:pt idx="2902">
                  <c:v>112.04</c:v>
                </c:pt>
                <c:pt idx="2903">
                  <c:v>113.2</c:v>
                </c:pt>
                <c:pt idx="2904">
                  <c:v>112.26</c:v>
                </c:pt>
                <c:pt idx="2905">
                  <c:v>111.9</c:v>
                </c:pt>
                <c:pt idx="2906">
                  <c:v>112.82</c:v>
                </c:pt>
                <c:pt idx="2907">
                  <c:v>113.02</c:v>
                </c:pt>
                <c:pt idx="2908">
                  <c:v>113.34</c:v>
                </c:pt>
                <c:pt idx="2909">
                  <c:v>112.03</c:v>
                </c:pt>
                <c:pt idx="2910">
                  <c:v>112.77</c:v>
                </c:pt>
                <c:pt idx="2911">
                  <c:v>112.34</c:v>
                </c:pt>
                <c:pt idx="2912">
                  <c:v>112.01</c:v>
                </c:pt>
                <c:pt idx="2913">
                  <c:v>111.28</c:v>
                </c:pt>
                <c:pt idx="2914">
                  <c:v>111.17</c:v>
                </c:pt>
                <c:pt idx="2915">
                  <c:v>111.54</c:v>
                </c:pt>
                <c:pt idx="2916">
                  <c:v>111.12</c:v>
                </c:pt>
                <c:pt idx="2917">
                  <c:v>111.83</c:v>
                </c:pt>
                <c:pt idx="2918">
                  <c:v>111.49</c:v>
                </c:pt>
                <c:pt idx="2919">
                  <c:v>111.44</c:v>
                </c:pt>
                <c:pt idx="2920">
                  <c:v>111.97</c:v>
                </c:pt>
                <c:pt idx="2921">
                  <c:v>113.11</c:v>
                </c:pt>
                <c:pt idx="2922">
                  <c:v>113.7</c:v>
                </c:pt>
                <c:pt idx="2923">
                  <c:v>114.71</c:v>
                </c:pt>
                <c:pt idx="2924">
                  <c:v>115.32</c:v>
                </c:pt>
                <c:pt idx="2925">
                  <c:v>115.2</c:v>
                </c:pt>
                <c:pt idx="2926">
                  <c:v>114.11</c:v>
                </c:pt>
                <c:pt idx="2927">
                  <c:v>115.53</c:v>
                </c:pt>
                <c:pt idx="2928">
                  <c:v>116.3</c:v>
                </c:pt>
                <c:pt idx="2929">
                  <c:v>115.94</c:v>
                </c:pt>
                <c:pt idx="2930">
                  <c:v>115.21</c:v>
                </c:pt>
                <c:pt idx="2931">
                  <c:v>115.4</c:v>
                </c:pt>
                <c:pt idx="2932">
                  <c:v>116.01</c:v>
                </c:pt>
                <c:pt idx="2933">
                  <c:v>116.61</c:v>
                </c:pt>
                <c:pt idx="2934">
                  <c:v>117.37</c:v>
                </c:pt>
                <c:pt idx="2935">
                  <c:v>117.34</c:v>
                </c:pt>
                <c:pt idx="2936">
                  <c:v>115.63</c:v>
                </c:pt>
                <c:pt idx="2937">
                  <c:v>115.08</c:v>
                </c:pt>
                <c:pt idx="2938">
                  <c:v>115.47</c:v>
                </c:pt>
                <c:pt idx="2939">
                  <c:v>114.75</c:v>
                </c:pt>
                <c:pt idx="2940">
                  <c:v>115.21</c:v>
                </c:pt>
                <c:pt idx="2941">
                  <c:v>116.02</c:v>
                </c:pt>
                <c:pt idx="2942">
                  <c:v>116.13</c:v>
                </c:pt>
                <c:pt idx="2943">
                  <c:v>115.54</c:v>
                </c:pt>
                <c:pt idx="2944">
                  <c:v>115.54</c:v>
                </c:pt>
                <c:pt idx="2945">
                  <c:v>116.18</c:v>
                </c:pt>
                <c:pt idx="2946">
                  <c:v>116.36</c:v>
                </c:pt>
                <c:pt idx="2947">
                  <c:v>116.19</c:v>
                </c:pt>
                <c:pt idx="2948">
                  <c:v>114.61</c:v>
                </c:pt>
                <c:pt idx="2949">
                  <c:v>114.32</c:v>
                </c:pt>
                <c:pt idx="2950">
                  <c:v>114.77</c:v>
                </c:pt>
                <c:pt idx="2951">
                  <c:v>115.23</c:v>
                </c:pt>
                <c:pt idx="2952">
                  <c:v>115</c:v>
                </c:pt>
                <c:pt idx="2953">
                  <c:v>114.46</c:v>
                </c:pt>
                <c:pt idx="2954">
                  <c:v>115.62</c:v>
                </c:pt>
                <c:pt idx="2955">
                  <c:v>115.76</c:v>
                </c:pt>
                <c:pt idx="2956">
                  <c:v>115.3</c:v>
                </c:pt>
                <c:pt idx="2957">
                  <c:v>115.16</c:v>
                </c:pt>
                <c:pt idx="2958">
                  <c:v>115.38</c:v>
                </c:pt>
                <c:pt idx="2959">
                  <c:v>114.93</c:v>
                </c:pt>
                <c:pt idx="2960">
                  <c:v>115.32</c:v>
                </c:pt>
                <c:pt idx="2961">
                  <c:v>116.08</c:v>
                </c:pt>
                <c:pt idx="2962">
                  <c:v>116.05</c:v>
                </c:pt>
                <c:pt idx="2963">
                  <c:v>116.37</c:v>
                </c:pt>
                <c:pt idx="2964">
                  <c:v>116.84</c:v>
                </c:pt>
                <c:pt idx="2965">
                  <c:v>117.14</c:v>
                </c:pt>
                <c:pt idx="2966">
                  <c:v>116.77</c:v>
                </c:pt>
                <c:pt idx="2967">
                  <c:v>116.2</c:v>
                </c:pt>
                <c:pt idx="2968">
                  <c:v>116.12</c:v>
                </c:pt>
                <c:pt idx="2969">
                  <c:v>116.41</c:v>
                </c:pt>
                <c:pt idx="2970">
                  <c:v>116.52</c:v>
                </c:pt>
                <c:pt idx="2971">
                  <c:v>117.69</c:v>
                </c:pt>
                <c:pt idx="2972">
                  <c:v>118.29</c:v>
                </c:pt>
                <c:pt idx="2973">
                  <c:v>118.36</c:v>
                </c:pt>
                <c:pt idx="2974">
                  <c:v>118.18</c:v>
                </c:pt>
                <c:pt idx="2975">
                  <c:v>118.06</c:v>
                </c:pt>
                <c:pt idx="2976">
                  <c:v>118.22</c:v>
                </c:pt>
                <c:pt idx="2977">
                  <c:v>118.2</c:v>
                </c:pt>
                <c:pt idx="2978">
                  <c:v>119.07</c:v>
                </c:pt>
                <c:pt idx="2979">
                  <c:v>118.89</c:v>
                </c:pt>
                <c:pt idx="2980">
                  <c:v>119.16</c:v>
                </c:pt>
                <c:pt idx="2981">
                  <c:v>118.53</c:v>
                </c:pt>
                <c:pt idx="2982">
                  <c:v>119.23</c:v>
                </c:pt>
                <c:pt idx="2983">
                  <c:v>119.11</c:v>
                </c:pt>
                <c:pt idx="2984">
                  <c:v>119.21</c:v>
                </c:pt>
                <c:pt idx="2985">
                  <c:v>120.12</c:v>
                </c:pt>
                <c:pt idx="2986">
                  <c:v>119.61</c:v>
                </c:pt>
                <c:pt idx="2987">
                  <c:v>118.94</c:v>
                </c:pt>
                <c:pt idx="2988">
                  <c:v>117.99</c:v>
                </c:pt>
                <c:pt idx="2989">
                  <c:v>118.29</c:v>
                </c:pt>
                <c:pt idx="2990">
                  <c:v>118.39</c:v>
                </c:pt>
                <c:pt idx="2991">
                  <c:v>119.04</c:v>
                </c:pt>
                <c:pt idx="2992">
                  <c:v>119.13</c:v>
                </c:pt>
                <c:pt idx="2993">
                  <c:v>119.01</c:v>
                </c:pt>
                <c:pt idx="2994">
                  <c:v>118.91</c:v>
                </c:pt>
                <c:pt idx="2995">
                  <c:v>118.32</c:v>
                </c:pt>
                <c:pt idx="2996">
                  <c:v>118.1</c:v>
                </c:pt>
                <c:pt idx="2997">
                  <c:v>118.38</c:v>
                </c:pt>
                <c:pt idx="2998">
                  <c:v>120.01</c:v>
                </c:pt>
                <c:pt idx="2999">
                  <c:v>119.47</c:v>
                </c:pt>
                <c:pt idx="3000">
                  <c:v>119.67</c:v>
                </c:pt>
                <c:pt idx="3001">
                  <c:v>119.35</c:v>
                </c:pt>
                <c:pt idx="3002">
                  <c:v>119.91</c:v>
                </c:pt>
                <c:pt idx="3003">
                  <c:v>120.9</c:v>
                </c:pt>
                <c:pt idx="3004">
                  <c:v>119.9</c:v>
                </c:pt>
                <c:pt idx="3005">
                  <c:v>119.89</c:v>
                </c:pt>
                <c:pt idx="3006">
                  <c:v>119.13</c:v>
                </c:pt>
                <c:pt idx="3007">
                  <c:v>118.64</c:v>
                </c:pt>
                <c:pt idx="3008">
                  <c:v>119.09</c:v>
                </c:pt>
                <c:pt idx="3009">
                  <c:v>119.33</c:v>
                </c:pt>
                <c:pt idx="3010">
                  <c:v>119.3</c:v>
                </c:pt>
                <c:pt idx="3011">
                  <c:v>118.9</c:v>
                </c:pt>
                <c:pt idx="3012">
                  <c:v>117.38</c:v>
                </c:pt>
                <c:pt idx="3013">
                  <c:v>117.36</c:v>
                </c:pt>
                <c:pt idx="3014">
                  <c:v>117.21</c:v>
                </c:pt>
                <c:pt idx="3015">
                  <c:v>117.85</c:v>
                </c:pt>
                <c:pt idx="3016">
                  <c:v>117.2</c:v>
                </c:pt>
                <c:pt idx="3017">
                  <c:v>116.64</c:v>
                </c:pt>
                <c:pt idx="3018">
                  <c:v>116.79</c:v>
                </c:pt>
                <c:pt idx="3019">
                  <c:v>116.94</c:v>
                </c:pt>
                <c:pt idx="3020">
                  <c:v>117.2</c:v>
                </c:pt>
                <c:pt idx="3021">
                  <c:v>117.18</c:v>
                </c:pt>
                <c:pt idx="3022">
                  <c:v>116.59</c:v>
                </c:pt>
                <c:pt idx="3023">
                  <c:v>116.16</c:v>
                </c:pt>
                <c:pt idx="3024">
                  <c:v>116.14</c:v>
                </c:pt>
                <c:pt idx="3025">
                  <c:v>116.46</c:v>
                </c:pt>
                <c:pt idx="3026">
                  <c:v>116.83</c:v>
                </c:pt>
                <c:pt idx="3027">
                  <c:v>116.54</c:v>
                </c:pt>
                <c:pt idx="3028">
                  <c:v>115.25</c:v>
                </c:pt>
                <c:pt idx="3029">
                  <c:v>115.29</c:v>
                </c:pt>
                <c:pt idx="3030">
                  <c:v>115.01</c:v>
                </c:pt>
                <c:pt idx="3031">
                  <c:v>114.38</c:v>
                </c:pt>
                <c:pt idx="3032">
                  <c:v>113.19</c:v>
                </c:pt>
                <c:pt idx="3033">
                  <c:v>113.08</c:v>
                </c:pt>
                <c:pt idx="3034">
                  <c:v>112.99</c:v>
                </c:pt>
                <c:pt idx="3035">
                  <c:v>113.4</c:v>
                </c:pt>
                <c:pt idx="3036">
                  <c:v>113.29</c:v>
                </c:pt>
                <c:pt idx="3037">
                  <c:v>113.27</c:v>
                </c:pt>
                <c:pt idx="3038">
                  <c:v>113.09</c:v>
                </c:pt>
                <c:pt idx="3039">
                  <c:v>113.33</c:v>
                </c:pt>
                <c:pt idx="3040">
                  <c:v>113.42</c:v>
                </c:pt>
                <c:pt idx="3041">
                  <c:v>113.43</c:v>
                </c:pt>
                <c:pt idx="3042">
                  <c:v>113.54</c:v>
                </c:pt>
                <c:pt idx="3043">
                  <c:v>112.84</c:v>
                </c:pt>
                <c:pt idx="3044">
                  <c:v>113.42</c:v>
                </c:pt>
                <c:pt idx="3045">
                  <c:v>113.69</c:v>
                </c:pt>
                <c:pt idx="3046">
                  <c:v>115.43</c:v>
                </c:pt>
                <c:pt idx="3047">
                  <c:v>115.63</c:v>
                </c:pt>
                <c:pt idx="3048">
                  <c:v>114.83</c:v>
                </c:pt>
                <c:pt idx="3049">
                  <c:v>114.05</c:v>
                </c:pt>
                <c:pt idx="3050">
                  <c:v>114.66</c:v>
                </c:pt>
                <c:pt idx="3051">
                  <c:v>114.15</c:v>
                </c:pt>
                <c:pt idx="3052">
                  <c:v>114.15</c:v>
                </c:pt>
                <c:pt idx="3053">
                  <c:v>114.15</c:v>
                </c:pt>
                <c:pt idx="3054">
                  <c:v>114.15</c:v>
                </c:pt>
                <c:pt idx="3055">
                  <c:v>112.17</c:v>
                </c:pt>
                <c:pt idx="3056">
                  <c:v>111.88</c:v>
                </c:pt>
                <c:pt idx="3057">
                  <c:v>111.94</c:v>
                </c:pt>
                <c:pt idx="3058">
                  <c:v>111.76</c:v>
                </c:pt>
                <c:pt idx="3059">
                  <c:v>112.92</c:v>
                </c:pt>
                <c:pt idx="3060">
                  <c:v>112.78</c:v>
                </c:pt>
                <c:pt idx="3061">
                  <c:v>112.21</c:v>
                </c:pt>
                <c:pt idx="3062">
                  <c:v>112.27</c:v>
                </c:pt>
                <c:pt idx="3063">
                  <c:v>112.93</c:v>
                </c:pt>
                <c:pt idx="3064">
                  <c:v>113.41</c:v>
                </c:pt>
                <c:pt idx="3065">
                  <c:v>112.95</c:v>
                </c:pt>
                <c:pt idx="3066">
                  <c:v>113</c:v>
                </c:pt>
                <c:pt idx="3067">
                  <c:v>113.22</c:v>
                </c:pt>
                <c:pt idx="3068">
                  <c:v>112.96</c:v>
                </c:pt>
                <c:pt idx="3069">
                  <c:v>112.79</c:v>
                </c:pt>
                <c:pt idx="3070">
                  <c:v>112.57</c:v>
                </c:pt>
                <c:pt idx="3071">
                  <c:v>113.35</c:v>
                </c:pt>
                <c:pt idx="3072">
                  <c:v>113.65</c:v>
                </c:pt>
                <c:pt idx="3073">
                  <c:v>114.48</c:v>
                </c:pt>
                <c:pt idx="3074">
                  <c:v>113.61</c:v>
                </c:pt>
                <c:pt idx="3075">
                  <c:v>113.82</c:v>
                </c:pt>
                <c:pt idx="3076">
                  <c:v>113.95</c:v>
                </c:pt>
                <c:pt idx="3077">
                  <c:v>114.34</c:v>
                </c:pt>
                <c:pt idx="3078">
                  <c:v>114.46</c:v>
                </c:pt>
                <c:pt idx="3079">
                  <c:v>114.88</c:v>
                </c:pt>
                <c:pt idx="3080">
                  <c:v>115.74</c:v>
                </c:pt>
                <c:pt idx="3081">
                  <c:v>115.88</c:v>
                </c:pt>
                <c:pt idx="3082">
                  <c:v>115.57</c:v>
                </c:pt>
                <c:pt idx="3083">
                  <c:v>115.68</c:v>
                </c:pt>
                <c:pt idx="3084">
                  <c:v>115.54</c:v>
                </c:pt>
                <c:pt idx="3085">
                  <c:v>114.27</c:v>
                </c:pt>
                <c:pt idx="3086">
                  <c:v>114.41</c:v>
                </c:pt>
                <c:pt idx="3087">
                  <c:v>114.86</c:v>
                </c:pt>
                <c:pt idx="3088">
                  <c:v>114.55</c:v>
                </c:pt>
                <c:pt idx="3089">
                  <c:v>114.46</c:v>
                </c:pt>
                <c:pt idx="3090">
                  <c:v>114.91</c:v>
                </c:pt>
                <c:pt idx="3091">
                  <c:v>115.12</c:v>
                </c:pt>
                <c:pt idx="3092">
                  <c:v>114.98</c:v>
                </c:pt>
                <c:pt idx="3093">
                  <c:v>115.16</c:v>
                </c:pt>
                <c:pt idx="3094">
                  <c:v>115.1</c:v>
                </c:pt>
                <c:pt idx="3095">
                  <c:v>115.18</c:v>
                </c:pt>
                <c:pt idx="3096">
                  <c:v>116.53</c:v>
                </c:pt>
                <c:pt idx="3097">
                  <c:v>116.25</c:v>
                </c:pt>
                <c:pt idx="3098">
                  <c:v>116.51</c:v>
                </c:pt>
                <c:pt idx="3099">
                  <c:v>116.41</c:v>
                </c:pt>
                <c:pt idx="3100">
                  <c:v>117.04</c:v>
                </c:pt>
                <c:pt idx="3101">
                  <c:v>116.62</c:v>
                </c:pt>
                <c:pt idx="3102">
                  <c:v>117.15</c:v>
                </c:pt>
                <c:pt idx="3103">
                  <c:v>117.29</c:v>
                </c:pt>
                <c:pt idx="3104">
                  <c:v>117.34</c:v>
                </c:pt>
                <c:pt idx="3105">
                  <c:v>117.11</c:v>
                </c:pt>
                <c:pt idx="3106">
                  <c:v>116.89</c:v>
                </c:pt>
                <c:pt idx="3107">
                  <c:v>116.17</c:v>
                </c:pt>
                <c:pt idx="3108">
                  <c:v>116.13</c:v>
                </c:pt>
                <c:pt idx="3109">
                  <c:v>116.13</c:v>
                </c:pt>
                <c:pt idx="3110">
                  <c:v>115.96</c:v>
                </c:pt>
                <c:pt idx="3111">
                  <c:v>116.08</c:v>
                </c:pt>
                <c:pt idx="3112">
                  <c:v>116.41</c:v>
                </c:pt>
                <c:pt idx="3113">
                  <c:v>115.64</c:v>
                </c:pt>
                <c:pt idx="3114">
                  <c:v>116.07</c:v>
                </c:pt>
                <c:pt idx="3115">
                  <c:v>116.26</c:v>
                </c:pt>
                <c:pt idx="3116">
                  <c:v>116.05</c:v>
                </c:pt>
                <c:pt idx="3117">
                  <c:v>115.33</c:v>
                </c:pt>
                <c:pt idx="3118">
                  <c:v>115.8</c:v>
                </c:pt>
                <c:pt idx="3119">
                  <c:v>114.93</c:v>
                </c:pt>
                <c:pt idx="3120">
                  <c:v>114.93</c:v>
                </c:pt>
                <c:pt idx="3121">
                  <c:v>115.15</c:v>
                </c:pt>
                <c:pt idx="3122">
                  <c:v>115.48</c:v>
                </c:pt>
                <c:pt idx="3123">
                  <c:v>115.59</c:v>
                </c:pt>
                <c:pt idx="3124">
                  <c:v>116.98</c:v>
                </c:pt>
                <c:pt idx="3125">
                  <c:v>117.91</c:v>
                </c:pt>
                <c:pt idx="3126">
                  <c:v>118.05</c:v>
                </c:pt>
                <c:pt idx="3127">
                  <c:v>117.85</c:v>
                </c:pt>
                <c:pt idx="3128">
                  <c:v>117.57</c:v>
                </c:pt>
                <c:pt idx="3129">
                  <c:v>117.25</c:v>
                </c:pt>
                <c:pt idx="3130">
                  <c:v>116.75</c:v>
                </c:pt>
                <c:pt idx="3131">
                  <c:v>116.84</c:v>
                </c:pt>
                <c:pt idx="3132">
                  <c:v>115.79</c:v>
                </c:pt>
                <c:pt idx="3133">
                  <c:v>116.11</c:v>
                </c:pt>
                <c:pt idx="3134">
                  <c:v>116.33</c:v>
                </c:pt>
                <c:pt idx="3135">
                  <c:v>116.33</c:v>
                </c:pt>
                <c:pt idx="3136">
                  <c:v>116.83</c:v>
                </c:pt>
                <c:pt idx="3137">
                  <c:v>117.01</c:v>
                </c:pt>
                <c:pt idx="3138">
                  <c:v>116.88</c:v>
                </c:pt>
                <c:pt idx="3139">
                  <c:v>116.64</c:v>
                </c:pt>
                <c:pt idx="3140">
                  <c:v>116.64</c:v>
                </c:pt>
                <c:pt idx="3141">
                  <c:v>117.29</c:v>
                </c:pt>
                <c:pt idx="3142">
                  <c:v>117.59</c:v>
                </c:pt>
                <c:pt idx="3143">
                  <c:v>117.85</c:v>
                </c:pt>
                <c:pt idx="3144">
                  <c:v>117.64</c:v>
                </c:pt>
                <c:pt idx="3145">
                  <c:v>117.67</c:v>
                </c:pt>
                <c:pt idx="3146">
                  <c:v>117.7</c:v>
                </c:pt>
                <c:pt idx="3147">
                  <c:v>118.43</c:v>
                </c:pt>
                <c:pt idx="3148">
                  <c:v>118.64</c:v>
                </c:pt>
                <c:pt idx="3149">
                  <c:v>119.85</c:v>
                </c:pt>
                <c:pt idx="3150">
                  <c:v>120.04</c:v>
                </c:pt>
                <c:pt idx="3151">
                  <c:v>119.62</c:v>
                </c:pt>
                <c:pt idx="3152">
                  <c:v>119.76</c:v>
                </c:pt>
                <c:pt idx="3153">
                  <c:v>120.21</c:v>
                </c:pt>
                <c:pt idx="3154">
                  <c:v>119.69</c:v>
                </c:pt>
                <c:pt idx="3155">
                  <c:v>118.95</c:v>
                </c:pt>
                <c:pt idx="3156">
                  <c:v>119.41</c:v>
                </c:pt>
                <c:pt idx="3157">
                  <c:v>119.52</c:v>
                </c:pt>
                <c:pt idx="3158">
                  <c:v>119.16</c:v>
                </c:pt>
                <c:pt idx="3159">
                  <c:v>118.98</c:v>
                </c:pt>
                <c:pt idx="3160">
                  <c:v>118.44</c:v>
                </c:pt>
                <c:pt idx="3161">
                  <c:v>118.25</c:v>
                </c:pt>
                <c:pt idx="3162">
                  <c:v>118.83</c:v>
                </c:pt>
                <c:pt idx="3163">
                  <c:v>118.4</c:v>
                </c:pt>
                <c:pt idx="3164">
                  <c:v>118.55</c:v>
                </c:pt>
                <c:pt idx="3165">
                  <c:v>118.81</c:v>
                </c:pt>
                <c:pt idx="3166">
                  <c:v>118.33</c:v>
                </c:pt>
                <c:pt idx="3167">
                  <c:v>118.93</c:v>
                </c:pt>
                <c:pt idx="3168">
                  <c:v>119.16</c:v>
                </c:pt>
                <c:pt idx="3169">
                  <c:v>118.48</c:v>
                </c:pt>
                <c:pt idx="3170">
                  <c:v>119.13</c:v>
                </c:pt>
                <c:pt idx="3171">
                  <c:v>119.82</c:v>
                </c:pt>
                <c:pt idx="3172">
                  <c:v>119.53</c:v>
                </c:pt>
                <c:pt idx="3173">
                  <c:v>119.16</c:v>
                </c:pt>
                <c:pt idx="3174">
                  <c:v>119.4</c:v>
                </c:pt>
                <c:pt idx="3175">
                  <c:v>118.81</c:v>
                </c:pt>
                <c:pt idx="3176">
                  <c:v>118.57</c:v>
                </c:pt>
                <c:pt idx="3177">
                  <c:v>117.96</c:v>
                </c:pt>
                <c:pt idx="3178">
                  <c:v>116.8</c:v>
                </c:pt>
                <c:pt idx="3179">
                  <c:v>117.99</c:v>
                </c:pt>
                <c:pt idx="3180">
                  <c:v>117.78</c:v>
                </c:pt>
                <c:pt idx="3181">
                  <c:v>117.8</c:v>
                </c:pt>
                <c:pt idx="3182">
                  <c:v>117.96</c:v>
                </c:pt>
                <c:pt idx="3183">
                  <c:v>117.29</c:v>
                </c:pt>
                <c:pt idx="3184">
                  <c:v>117.18</c:v>
                </c:pt>
                <c:pt idx="3185">
                  <c:v>117.46</c:v>
                </c:pt>
                <c:pt idx="3186">
                  <c:v>117.6</c:v>
                </c:pt>
                <c:pt idx="3187">
                  <c:v>117.22</c:v>
                </c:pt>
                <c:pt idx="3188">
                  <c:v>117.52</c:v>
                </c:pt>
                <c:pt idx="3189">
                  <c:v>118.05</c:v>
                </c:pt>
                <c:pt idx="3190">
                  <c:v>118.1</c:v>
                </c:pt>
                <c:pt idx="3191">
                  <c:v>118.14</c:v>
                </c:pt>
                <c:pt idx="3192">
                  <c:v>118.54</c:v>
                </c:pt>
                <c:pt idx="3193">
                  <c:v>118.62</c:v>
                </c:pt>
                <c:pt idx="3194">
                  <c:v>118.62</c:v>
                </c:pt>
                <c:pt idx="3195">
                  <c:v>117.77</c:v>
                </c:pt>
                <c:pt idx="3196">
                  <c:v>117.92</c:v>
                </c:pt>
                <c:pt idx="3197">
                  <c:v>117.68</c:v>
                </c:pt>
                <c:pt idx="3198">
                  <c:v>117.94</c:v>
                </c:pt>
                <c:pt idx="3199">
                  <c:v>117.69</c:v>
                </c:pt>
                <c:pt idx="3200">
                  <c:v>118.2</c:v>
                </c:pt>
                <c:pt idx="3201">
                  <c:v>117.56</c:v>
                </c:pt>
                <c:pt idx="3202">
                  <c:v>117.56</c:v>
                </c:pt>
                <c:pt idx="3203">
                  <c:v>117.37</c:v>
                </c:pt>
                <c:pt idx="3204">
                  <c:v>117.74</c:v>
                </c:pt>
                <c:pt idx="3205">
                  <c:v>117.73</c:v>
                </c:pt>
                <c:pt idx="3206">
                  <c:v>117.37</c:v>
                </c:pt>
                <c:pt idx="3207">
                  <c:v>116.6</c:v>
                </c:pt>
                <c:pt idx="3208">
                  <c:v>116.39</c:v>
                </c:pt>
                <c:pt idx="3209">
                  <c:v>116.29</c:v>
                </c:pt>
                <c:pt idx="3210">
                  <c:v>116.44</c:v>
                </c:pt>
                <c:pt idx="3211">
                  <c:v>116.57</c:v>
                </c:pt>
                <c:pt idx="3212">
                  <c:v>116.15</c:v>
                </c:pt>
                <c:pt idx="3213">
                  <c:v>115.45</c:v>
                </c:pt>
                <c:pt idx="3214">
                  <c:v>115.04</c:v>
                </c:pt>
                <c:pt idx="3215">
                  <c:v>114.89</c:v>
                </c:pt>
                <c:pt idx="3216">
                  <c:v>115.19</c:v>
                </c:pt>
                <c:pt idx="3217">
                  <c:v>114.54</c:v>
                </c:pt>
                <c:pt idx="3218">
                  <c:v>114.87</c:v>
                </c:pt>
                <c:pt idx="3219">
                  <c:v>113.59</c:v>
                </c:pt>
                <c:pt idx="3220">
                  <c:v>113.66</c:v>
                </c:pt>
                <c:pt idx="3221">
                  <c:v>113.92</c:v>
                </c:pt>
                <c:pt idx="3222">
                  <c:v>114.91</c:v>
                </c:pt>
                <c:pt idx="3223">
                  <c:v>114.52</c:v>
                </c:pt>
                <c:pt idx="3224">
                  <c:v>113.92</c:v>
                </c:pt>
                <c:pt idx="3225">
                  <c:v>114.15</c:v>
                </c:pt>
                <c:pt idx="3226">
                  <c:v>115.09</c:v>
                </c:pt>
                <c:pt idx="3227">
                  <c:v>114.12</c:v>
                </c:pt>
                <c:pt idx="3228">
                  <c:v>114.13</c:v>
                </c:pt>
                <c:pt idx="3229">
                  <c:v>113</c:v>
                </c:pt>
                <c:pt idx="3230">
                  <c:v>112.82</c:v>
                </c:pt>
                <c:pt idx="3231">
                  <c:v>112.8</c:v>
                </c:pt>
                <c:pt idx="3232">
                  <c:v>112.33</c:v>
                </c:pt>
                <c:pt idx="3233">
                  <c:v>112.79</c:v>
                </c:pt>
                <c:pt idx="3234">
                  <c:v>112.8</c:v>
                </c:pt>
                <c:pt idx="3235">
                  <c:v>112.82</c:v>
                </c:pt>
                <c:pt idx="3236">
                  <c:v>112.1</c:v>
                </c:pt>
                <c:pt idx="3237">
                  <c:v>111.62</c:v>
                </c:pt>
                <c:pt idx="3238">
                  <c:v>111.17</c:v>
                </c:pt>
                <c:pt idx="3239">
                  <c:v>111.81</c:v>
                </c:pt>
                <c:pt idx="3240">
                  <c:v>111.3</c:v>
                </c:pt>
                <c:pt idx="3241">
                  <c:v>111.09</c:v>
                </c:pt>
                <c:pt idx="3242">
                  <c:v>111.35</c:v>
                </c:pt>
                <c:pt idx="3243">
                  <c:v>110.83</c:v>
                </c:pt>
                <c:pt idx="3244">
                  <c:v>110.99</c:v>
                </c:pt>
                <c:pt idx="3245">
                  <c:v>111.1</c:v>
                </c:pt>
                <c:pt idx="3246">
                  <c:v>110.68</c:v>
                </c:pt>
                <c:pt idx="3247">
                  <c:v>111</c:v>
                </c:pt>
                <c:pt idx="3248">
                  <c:v>111.15</c:v>
                </c:pt>
                <c:pt idx="3249">
                  <c:v>110.76</c:v>
                </c:pt>
                <c:pt idx="3250">
                  <c:v>110.8</c:v>
                </c:pt>
                <c:pt idx="3251">
                  <c:v>110.2</c:v>
                </c:pt>
                <c:pt idx="3252">
                  <c:v>109.67</c:v>
                </c:pt>
                <c:pt idx="3253">
                  <c:v>108.94</c:v>
                </c:pt>
                <c:pt idx="3254">
                  <c:v>108.19</c:v>
                </c:pt>
                <c:pt idx="3255">
                  <c:v>108.2</c:v>
                </c:pt>
                <c:pt idx="3256">
                  <c:v>107.57</c:v>
                </c:pt>
                <c:pt idx="3257">
                  <c:v>106.56</c:v>
                </c:pt>
                <c:pt idx="3258">
                  <c:v>106.37</c:v>
                </c:pt>
                <c:pt idx="3259">
                  <c:v>106.11</c:v>
                </c:pt>
                <c:pt idx="3260">
                  <c:v>106.51</c:v>
                </c:pt>
                <c:pt idx="3261">
                  <c:v>106.8</c:v>
                </c:pt>
                <c:pt idx="3262">
                  <c:v>107.05</c:v>
                </c:pt>
                <c:pt idx="3263">
                  <c:v>107.19</c:v>
                </c:pt>
                <c:pt idx="3264">
                  <c:v>107.74</c:v>
                </c:pt>
                <c:pt idx="3265">
                  <c:v>106.21</c:v>
                </c:pt>
                <c:pt idx="3266">
                  <c:v>105.65</c:v>
                </c:pt>
                <c:pt idx="3267">
                  <c:v>106.08</c:v>
                </c:pt>
                <c:pt idx="3268">
                  <c:v>105.91</c:v>
                </c:pt>
                <c:pt idx="3269">
                  <c:v>105.89</c:v>
                </c:pt>
                <c:pt idx="3270">
                  <c:v>104.67</c:v>
                </c:pt>
                <c:pt idx="3271">
                  <c:v>104.49</c:v>
                </c:pt>
                <c:pt idx="3272">
                  <c:v>104.42</c:v>
                </c:pt>
                <c:pt idx="3273">
                  <c:v>104.47</c:v>
                </c:pt>
                <c:pt idx="3274">
                  <c:v>104.06</c:v>
                </c:pt>
                <c:pt idx="3275">
                  <c:v>104.75</c:v>
                </c:pt>
                <c:pt idx="3276">
                  <c:v>106.66</c:v>
                </c:pt>
                <c:pt idx="3277">
                  <c:v>105.52</c:v>
                </c:pt>
                <c:pt idx="3278">
                  <c:v>105.12</c:v>
                </c:pt>
                <c:pt idx="3279">
                  <c:v>106.61</c:v>
                </c:pt>
                <c:pt idx="3280">
                  <c:v>107.1</c:v>
                </c:pt>
                <c:pt idx="3281">
                  <c:v>106.8</c:v>
                </c:pt>
                <c:pt idx="3282">
                  <c:v>107.41</c:v>
                </c:pt>
                <c:pt idx="3283">
                  <c:v>107.02</c:v>
                </c:pt>
                <c:pt idx="3284">
                  <c:v>106.67</c:v>
                </c:pt>
                <c:pt idx="3285">
                  <c:v>107.27</c:v>
                </c:pt>
                <c:pt idx="3286">
                  <c:v>108.69</c:v>
                </c:pt>
                <c:pt idx="3287">
                  <c:v>107.85</c:v>
                </c:pt>
                <c:pt idx="3288">
                  <c:v>108.66</c:v>
                </c:pt>
                <c:pt idx="3289">
                  <c:v>108.18</c:v>
                </c:pt>
                <c:pt idx="3290">
                  <c:v>107.41</c:v>
                </c:pt>
                <c:pt idx="3291">
                  <c:v>107.11</c:v>
                </c:pt>
                <c:pt idx="3292">
                  <c:v>106.79</c:v>
                </c:pt>
                <c:pt idx="3293">
                  <c:v>106.72</c:v>
                </c:pt>
                <c:pt idx="3294">
                  <c:v>106.65</c:v>
                </c:pt>
                <c:pt idx="3295">
                  <c:v>107.52</c:v>
                </c:pt>
                <c:pt idx="3296">
                  <c:v>107.31</c:v>
                </c:pt>
                <c:pt idx="3297">
                  <c:v>107.14</c:v>
                </c:pt>
                <c:pt idx="3298">
                  <c:v>108.13</c:v>
                </c:pt>
                <c:pt idx="3299">
                  <c:v>107.97</c:v>
                </c:pt>
                <c:pt idx="3300">
                  <c:v>107.86</c:v>
                </c:pt>
                <c:pt idx="3301">
                  <c:v>106.77</c:v>
                </c:pt>
                <c:pt idx="3302">
                  <c:v>107.08</c:v>
                </c:pt>
                <c:pt idx="3303">
                  <c:v>106.7</c:v>
                </c:pt>
                <c:pt idx="3304">
                  <c:v>106.98</c:v>
                </c:pt>
                <c:pt idx="3305">
                  <c:v>106.67</c:v>
                </c:pt>
                <c:pt idx="3306">
                  <c:v>105.57</c:v>
                </c:pt>
                <c:pt idx="3307">
                  <c:v>106.1</c:v>
                </c:pt>
                <c:pt idx="3308">
                  <c:v>105.98</c:v>
                </c:pt>
                <c:pt idx="3309">
                  <c:v>106.84</c:v>
                </c:pt>
                <c:pt idx="3310">
                  <c:v>107.1</c:v>
                </c:pt>
                <c:pt idx="3311">
                  <c:v>107.52</c:v>
                </c:pt>
                <c:pt idx="3312">
                  <c:v>107.62</c:v>
                </c:pt>
                <c:pt idx="3313">
                  <c:v>107.13</c:v>
                </c:pt>
                <c:pt idx="3314">
                  <c:v>108.06</c:v>
                </c:pt>
                <c:pt idx="3315">
                  <c:v>108.24</c:v>
                </c:pt>
                <c:pt idx="3316">
                  <c:v>108.33</c:v>
                </c:pt>
                <c:pt idx="3317">
                  <c:v>107.76</c:v>
                </c:pt>
                <c:pt idx="3318">
                  <c:v>107</c:v>
                </c:pt>
                <c:pt idx="3319">
                  <c:v>107.53</c:v>
                </c:pt>
                <c:pt idx="3320">
                  <c:v>107.86</c:v>
                </c:pt>
                <c:pt idx="3321">
                  <c:v>107.52</c:v>
                </c:pt>
                <c:pt idx="3322">
                  <c:v>107.79</c:v>
                </c:pt>
                <c:pt idx="3323">
                  <c:v>107.68</c:v>
                </c:pt>
                <c:pt idx="3324">
                  <c:v>107.53</c:v>
                </c:pt>
                <c:pt idx="3325">
                  <c:v>106.87</c:v>
                </c:pt>
                <c:pt idx="3326">
                  <c:v>107.07</c:v>
                </c:pt>
                <c:pt idx="3327">
                  <c:v>107.16</c:v>
                </c:pt>
                <c:pt idx="3328">
                  <c:v>106.97</c:v>
                </c:pt>
                <c:pt idx="3329">
                  <c:v>107.6</c:v>
                </c:pt>
                <c:pt idx="3330">
                  <c:v>107.55</c:v>
                </c:pt>
                <c:pt idx="3331">
                  <c:v>108.07</c:v>
                </c:pt>
                <c:pt idx="3332">
                  <c:v>106.94</c:v>
                </c:pt>
                <c:pt idx="3333">
                  <c:v>107.2</c:v>
                </c:pt>
                <c:pt idx="3334">
                  <c:v>107.25</c:v>
                </c:pt>
                <c:pt idx="3335">
                  <c:v>107.15</c:v>
                </c:pt>
                <c:pt idx="3336">
                  <c:v>107.78</c:v>
                </c:pt>
                <c:pt idx="3337">
                  <c:v>107.63</c:v>
                </c:pt>
                <c:pt idx="3338">
                  <c:v>108.37</c:v>
                </c:pt>
                <c:pt idx="3339">
                  <c:v>108.52</c:v>
                </c:pt>
                <c:pt idx="3340">
                  <c:v>108.23</c:v>
                </c:pt>
                <c:pt idx="3341">
                  <c:v>107.94</c:v>
                </c:pt>
                <c:pt idx="3342">
                  <c:v>108</c:v>
                </c:pt>
                <c:pt idx="3343">
                  <c:v>107.91</c:v>
                </c:pt>
                <c:pt idx="3344">
                  <c:v>107.92</c:v>
                </c:pt>
                <c:pt idx="3345">
                  <c:v>107.16</c:v>
                </c:pt>
                <c:pt idx="3346">
                  <c:v>107.07</c:v>
                </c:pt>
                <c:pt idx="3347">
                  <c:v>107.07</c:v>
                </c:pt>
                <c:pt idx="3348">
                  <c:v>106.64</c:v>
                </c:pt>
                <c:pt idx="3349">
                  <c:v>106.08</c:v>
                </c:pt>
                <c:pt idx="3350">
                  <c:v>106.12</c:v>
                </c:pt>
                <c:pt idx="3351">
                  <c:v>105.87</c:v>
                </c:pt>
                <c:pt idx="3352">
                  <c:v>105.6</c:v>
                </c:pt>
                <c:pt idx="3353">
                  <c:v>104.97</c:v>
                </c:pt>
                <c:pt idx="3354">
                  <c:v>104.5</c:v>
                </c:pt>
                <c:pt idx="3355">
                  <c:v>104.57</c:v>
                </c:pt>
                <c:pt idx="3356">
                  <c:v>104.58</c:v>
                </c:pt>
                <c:pt idx="3357">
                  <c:v>105.1</c:v>
                </c:pt>
                <c:pt idx="3358">
                  <c:v>105.32</c:v>
                </c:pt>
                <c:pt idx="3359">
                  <c:v>105.04</c:v>
                </c:pt>
                <c:pt idx="3360">
                  <c:v>105.2</c:v>
                </c:pt>
                <c:pt idx="3361">
                  <c:v>105.67</c:v>
                </c:pt>
                <c:pt idx="3362">
                  <c:v>105.87</c:v>
                </c:pt>
                <c:pt idx="3363">
                  <c:v>105.81</c:v>
                </c:pt>
                <c:pt idx="3364">
                  <c:v>106.12</c:v>
                </c:pt>
                <c:pt idx="3365">
                  <c:v>106.54</c:v>
                </c:pt>
                <c:pt idx="3366">
                  <c:v>106.53</c:v>
                </c:pt>
                <c:pt idx="3367">
                  <c:v>106.77</c:v>
                </c:pt>
                <c:pt idx="3368">
                  <c:v>106.53</c:v>
                </c:pt>
                <c:pt idx="3369">
                  <c:v>106.38</c:v>
                </c:pt>
                <c:pt idx="3370">
                  <c:v>106.35</c:v>
                </c:pt>
                <c:pt idx="3371">
                  <c:v>106.37</c:v>
                </c:pt>
                <c:pt idx="3372">
                  <c:v>106.14</c:v>
                </c:pt>
                <c:pt idx="3373">
                  <c:v>106.1</c:v>
                </c:pt>
                <c:pt idx="3374">
                  <c:v>105.36</c:v>
                </c:pt>
                <c:pt idx="3375">
                  <c:v>105.24</c:v>
                </c:pt>
                <c:pt idx="3376">
                  <c:v>105.37</c:v>
                </c:pt>
                <c:pt idx="3377">
                  <c:v>105.35</c:v>
                </c:pt>
                <c:pt idx="3378">
                  <c:v>104.51</c:v>
                </c:pt>
                <c:pt idx="3379">
                  <c:v>103.98</c:v>
                </c:pt>
                <c:pt idx="3380">
                  <c:v>104.06</c:v>
                </c:pt>
                <c:pt idx="3381">
                  <c:v>103.51</c:v>
                </c:pt>
                <c:pt idx="3382">
                  <c:v>103.54</c:v>
                </c:pt>
                <c:pt idx="3383">
                  <c:v>103.48</c:v>
                </c:pt>
                <c:pt idx="3384">
                  <c:v>103.47</c:v>
                </c:pt>
                <c:pt idx="3385">
                  <c:v>103.64</c:v>
                </c:pt>
                <c:pt idx="3386">
                  <c:v>103.29</c:v>
                </c:pt>
                <c:pt idx="3387">
                  <c:v>103.16</c:v>
                </c:pt>
                <c:pt idx="3388">
                  <c:v>102.82</c:v>
                </c:pt>
                <c:pt idx="3389">
                  <c:v>102.41</c:v>
                </c:pt>
                <c:pt idx="3390">
                  <c:v>102.01</c:v>
                </c:pt>
                <c:pt idx="3391">
                  <c:v>101.85</c:v>
                </c:pt>
                <c:pt idx="3392">
                  <c:v>101.88</c:v>
                </c:pt>
                <c:pt idx="3393">
                  <c:v>102.98</c:v>
                </c:pt>
                <c:pt idx="3394">
                  <c:v>102.47</c:v>
                </c:pt>
                <c:pt idx="3395">
                  <c:v>101.97</c:v>
                </c:pt>
                <c:pt idx="3396">
                  <c:v>102.57</c:v>
                </c:pt>
                <c:pt idx="3397">
                  <c:v>101.87</c:v>
                </c:pt>
                <c:pt idx="3398">
                  <c:v>101.94</c:v>
                </c:pt>
                <c:pt idx="3399">
                  <c:v>101.23</c:v>
                </c:pt>
                <c:pt idx="3400">
                  <c:v>101.47</c:v>
                </c:pt>
                <c:pt idx="3401">
                  <c:v>101.21</c:v>
                </c:pt>
                <c:pt idx="3402">
                  <c:v>101.34</c:v>
                </c:pt>
                <c:pt idx="3403">
                  <c:v>100.79</c:v>
                </c:pt>
                <c:pt idx="3404">
                  <c:v>100.55</c:v>
                </c:pt>
                <c:pt idx="3405">
                  <c:v>100.47</c:v>
                </c:pt>
                <c:pt idx="3406">
                  <c:v>100.23</c:v>
                </c:pt>
                <c:pt idx="3407">
                  <c:v>100.23</c:v>
                </c:pt>
                <c:pt idx="3408">
                  <c:v>99.86</c:v>
                </c:pt>
                <c:pt idx="3409">
                  <c:v>99.22</c:v>
                </c:pt>
                <c:pt idx="3410">
                  <c:v>99.26</c:v>
                </c:pt>
                <c:pt idx="3411">
                  <c:v>99.48</c:v>
                </c:pt>
                <c:pt idx="3412">
                  <c:v>99.28</c:v>
                </c:pt>
                <c:pt idx="3413">
                  <c:v>99.52</c:v>
                </c:pt>
                <c:pt idx="3414">
                  <c:v>99.91</c:v>
                </c:pt>
                <c:pt idx="3415">
                  <c:v>99.9</c:v>
                </c:pt>
                <c:pt idx="3416">
                  <c:v>99.14</c:v>
                </c:pt>
                <c:pt idx="3417">
                  <c:v>99.65</c:v>
                </c:pt>
                <c:pt idx="3418">
                  <c:v>99.46</c:v>
                </c:pt>
                <c:pt idx="3419">
                  <c:v>99.57</c:v>
                </c:pt>
                <c:pt idx="3420">
                  <c:v>100.27</c:v>
                </c:pt>
                <c:pt idx="3421">
                  <c:v>100.39</c:v>
                </c:pt>
                <c:pt idx="3422">
                  <c:v>100.51</c:v>
                </c:pt>
                <c:pt idx="3423">
                  <c:v>99.59</c:v>
                </c:pt>
                <c:pt idx="3424">
                  <c:v>100.04</c:v>
                </c:pt>
                <c:pt idx="3425">
                  <c:v>100.46</c:v>
                </c:pt>
                <c:pt idx="3426">
                  <c:v>100.53</c:v>
                </c:pt>
                <c:pt idx="3427">
                  <c:v>100</c:v>
                </c:pt>
                <c:pt idx="3428">
                  <c:v>99.55</c:v>
                </c:pt>
                <c:pt idx="3429">
                  <c:v>100.09</c:v>
                </c:pt>
                <c:pt idx="3430">
                  <c:v>99.66</c:v>
                </c:pt>
                <c:pt idx="3431">
                  <c:v>99.86</c:v>
                </c:pt>
                <c:pt idx="3432">
                  <c:v>99.62</c:v>
                </c:pt>
                <c:pt idx="3433">
                  <c:v>99.81</c:v>
                </c:pt>
                <c:pt idx="3434">
                  <c:v>99.71</c:v>
                </c:pt>
                <c:pt idx="3435">
                  <c:v>99.1</c:v>
                </c:pt>
                <c:pt idx="3436">
                  <c:v>99.13</c:v>
                </c:pt>
                <c:pt idx="3437">
                  <c:v>98.28</c:v>
                </c:pt>
                <c:pt idx="3438">
                  <c:v>98.31</c:v>
                </c:pt>
                <c:pt idx="3439">
                  <c:v>98.04</c:v>
                </c:pt>
                <c:pt idx="3440">
                  <c:v>97.85</c:v>
                </c:pt>
                <c:pt idx="3441">
                  <c:v>97.91</c:v>
                </c:pt>
                <c:pt idx="3442">
                  <c:v>98.16</c:v>
                </c:pt>
                <c:pt idx="3443">
                  <c:v>99.78</c:v>
                </c:pt>
                <c:pt idx="3444">
                  <c:v>99.99</c:v>
                </c:pt>
                <c:pt idx="3445">
                  <c:v>100.74</c:v>
                </c:pt>
                <c:pt idx="3446">
                  <c:v>100.86</c:v>
                </c:pt>
                <c:pt idx="3447">
                  <c:v>101.58</c:v>
                </c:pt>
                <c:pt idx="3448">
                  <c:v>101.15</c:v>
                </c:pt>
                <c:pt idx="3449">
                  <c:v>102</c:v>
                </c:pt>
                <c:pt idx="3450">
                  <c:v>100.99</c:v>
                </c:pt>
                <c:pt idx="3451">
                  <c:v>100.87</c:v>
                </c:pt>
                <c:pt idx="3452">
                  <c:v>100.53</c:v>
                </c:pt>
                <c:pt idx="3453">
                  <c:v>100.64</c:v>
                </c:pt>
                <c:pt idx="3454">
                  <c:v>99.96</c:v>
                </c:pt>
                <c:pt idx="3455">
                  <c:v>98.88</c:v>
                </c:pt>
                <c:pt idx="3456">
                  <c:v>99.15</c:v>
                </c:pt>
                <c:pt idx="3457">
                  <c:v>100.08</c:v>
                </c:pt>
                <c:pt idx="3458">
                  <c:v>100.34</c:v>
                </c:pt>
                <c:pt idx="3459">
                  <c:v>100.4</c:v>
                </c:pt>
                <c:pt idx="3460">
                  <c:v>100.7</c:v>
                </c:pt>
                <c:pt idx="3461">
                  <c:v>100.53</c:v>
                </c:pt>
                <c:pt idx="3462">
                  <c:v>100.16</c:v>
                </c:pt>
                <c:pt idx="3463">
                  <c:v>99.82</c:v>
                </c:pt>
                <c:pt idx="3464">
                  <c:v>100.18</c:v>
                </c:pt>
                <c:pt idx="3465">
                  <c:v>99.96</c:v>
                </c:pt>
                <c:pt idx="3466">
                  <c:v>99.76</c:v>
                </c:pt>
                <c:pt idx="3467">
                  <c:v>99.06</c:v>
                </c:pt>
                <c:pt idx="3468">
                  <c:v>99.3</c:v>
                </c:pt>
                <c:pt idx="3469">
                  <c:v>99.28</c:v>
                </c:pt>
                <c:pt idx="3470">
                  <c:v>99.59</c:v>
                </c:pt>
                <c:pt idx="3471">
                  <c:v>98.73</c:v>
                </c:pt>
                <c:pt idx="3472">
                  <c:v>98.78</c:v>
                </c:pt>
                <c:pt idx="3473">
                  <c:v>98.33</c:v>
                </c:pt>
                <c:pt idx="3474">
                  <c:v>98.36</c:v>
                </c:pt>
                <c:pt idx="3475">
                  <c:v>98.67</c:v>
                </c:pt>
                <c:pt idx="3476">
                  <c:v>98.02</c:v>
                </c:pt>
                <c:pt idx="3477">
                  <c:v>97.19</c:v>
                </c:pt>
                <c:pt idx="3478">
                  <c:v>96.7</c:v>
                </c:pt>
                <c:pt idx="3479">
                  <c:v>96.75</c:v>
                </c:pt>
                <c:pt idx="3480">
                  <c:v>96.37</c:v>
                </c:pt>
                <c:pt idx="3481">
                  <c:v>95.34</c:v>
                </c:pt>
                <c:pt idx="3482">
                  <c:v>95.58</c:v>
                </c:pt>
                <c:pt idx="3483">
                  <c:v>94.93</c:v>
                </c:pt>
                <c:pt idx="3484">
                  <c:v>94.98</c:v>
                </c:pt>
                <c:pt idx="3485">
                  <c:v>94.55</c:v>
                </c:pt>
                <c:pt idx="3486">
                  <c:v>94.7</c:v>
                </c:pt>
                <c:pt idx="3487">
                  <c:v>94.58</c:v>
                </c:pt>
                <c:pt idx="3488">
                  <c:v>95.22</c:v>
                </c:pt>
                <c:pt idx="3489">
                  <c:v>94.08</c:v>
                </c:pt>
                <c:pt idx="3490">
                  <c:v>93.74</c:v>
                </c:pt>
                <c:pt idx="3491">
                  <c:v>93.26</c:v>
                </c:pt>
                <c:pt idx="3492">
                  <c:v>93.54</c:v>
                </c:pt>
                <c:pt idx="3493">
                  <c:v>93.56</c:v>
                </c:pt>
                <c:pt idx="3494">
                  <c:v>93.05</c:v>
                </c:pt>
                <c:pt idx="3495">
                  <c:v>93.05</c:v>
                </c:pt>
                <c:pt idx="3496">
                  <c:v>92.72</c:v>
                </c:pt>
                <c:pt idx="3497">
                  <c:v>93.45</c:v>
                </c:pt>
                <c:pt idx="3498">
                  <c:v>92.71</c:v>
                </c:pt>
                <c:pt idx="3499">
                  <c:v>93.29</c:v>
                </c:pt>
                <c:pt idx="3500">
                  <c:v>93.34</c:v>
                </c:pt>
                <c:pt idx="3501">
                  <c:v>93.53</c:v>
                </c:pt>
                <c:pt idx="3502">
                  <c:v>93.73</c:v>
                </c:pt>
                <c:pt idx="3503">
                  <c:v>92.52</c:v>
                </c:pt>
                <c:pt idx="3504">
                  <c:v>93.48</c:v>
                </c:pt>
                <c:pt idx="3505">
                  <c:v>93.3</c:v>
                </c:pt>
                <c:pt idx="3506">
                  <c:v>93.56</c:v>
                </c:pt>
                <c:pt idx="3507">
                  <c:v>92.97</c:v>
                </c:pt>
                <c:pt idx="3508">
                  <c:v>92.87</c:v>
                </c:pt>
                <c:pt idx="3509">
                  <c:v>92.22</c:v>
                </c:pt>
                <c:pt idx="3510">
                  <c:v>92.4</c:v>
                </c:pt>
                <c:pt idx="3511">
                  <c:v>92.61</c:v>
                </c:pt>
                <c:pt idx="3512">
                  <c:v>93.17</c:v>
                </c:pt>
                <c:pt idx="3513">
                  <c:v>93.16</c:v>
                </c:pt>
                <c:pt idx="3514">
                  <c:v>93.91</c:v>
                </c:pt>
                <c:pt idx="3515">
                  <c:v>94.08</c:v>
                </c:pt>
                <c:pt idx="3516">
                  <c:v>94.39</c:v>
                </c:pt>
                <c:pt idx="3517">
                  <c:v>94.12</c:v>
                </c:pt>
                <c:pt idx="3518">
                  <c:v>94.97</c:v>
                </c:pt>
                <c:pt idx="3519">
                  <c:v>95.04</c:v>
                </c:pt>
                <c:pt idx="3520">
                  <c:v>94.73</c:v>
                </c:pt>
                <c:pt idx="3521">
                  <c:v>94.3</c:v>
                </c:pt>
                <c:pt idx="3522">
                  <c:v>94.13</c:v>
                </c:pt>
                <c:pt idx="3523">
                  <c:v>94.35</c:v>
                </c:pt>
                <c:pt idx="3524">
                  <c:v>94.55</c:v>
                </c:pt>
                <c:pt idx="3525">
                  <c:v>95.51</c:v>
                </c:pt>
                <c:pt idx="3526">
                  <c:v>95.82</c:v>
                </c:pt>
                <c:pt idx="3527">
                  <c:v>95.55</c:v>
                </c:pt>
                <c:pt idx="3528">
                  <c:v>95.39</c:v>
                </c:pt>
                <c:pt idx="3529">
                  <c:v>95.8</c:v>
                </c:pt>
                <c:pt idx="3530">
                  <c:v>96.07</c:v>
                </c:pt>
                <c:pt idx="3531">
                  <c:v>97</c:v>
                </c:pt>
                <c:pt idx="3532">
                  <c:v>96.72</c:v>
                </c:pt>
                <c:pt idx="3533">
                  <c:v>96.86</c:v>
                </c:pt>
                <c:pt idx="3534">
                  <c:v>96.63</c:v>
                </c:pt>
                <c:pt idx="3535">
                  <c:v>96.11</c:v>
                </c:pt>
                <c:pt idx="3536">
                  <c:v>96.38</c:v>
                </c:pt>
                <c:pt idx="3537">
                  <c:v>95.44</c:v>
                </c:pt>
                <c:pt idx="3538">
                  <c:v>95.34</c:v>
                </c:pt>
                <c:pt idx="3539">
                  <c:v>94.96</c:v>
                </c:pt>
                <c:pt idx="3540">
                  <c:v>95.08</c:v>
                </c:pt>
                <c:pt idx="3541">
                  <c:v>95.33</c:v>
                </c:pt>
                <c:pt idx="3542">
                  <c:v>96.07</c:v>
                </c:pt>
                <c:pt idx="3543">
                  <c:v>96.89</c:v>
                </c:pt>
                <c:pt idx="3544">
                  <c:v>96.66</c:v>
                </c:pt>
                <c:pt idx="3545">
                  <c:v>96.16</c:v>
                </c:pt>
                <c:pt idx="3546">
                  <c:v>96.16</c:v>
                </c:pt>
                <c:pt idx="3547">
                  <c:v>96.29</c:v>
                </c:pt>
                <c:pt idx="3548">
                  <c:v>95.83</c:v>
                </c:pt>
                <c:pt idx="3549">
                  <c:v>96.36</c:v>
                </c:pt>
                <c:pt idx="3550">
                  <c:v>95.87</c:v>
                </c:pt>
                <c:pt idx="3551">
                  <c:v>96.15</c:v>
                </c:pt>
                <c:pt idx="3552">
                  <c:v>96.18</c:v>
                </c:pt>
                <c:pt idx="3553">
                  <c:v>96.68</c:v>
                </c:pt>
                <c:pt idx="3554">
                  <c:v>96.65</c:v>
                </c:pt>
                <c:pt idx="3555">
                  <c:v>97.35</c:v>
                </c:pt>
                <c:pt idx="3556">
                  <c:v>97.31</c:v>
                </c:pt>
                <c:pt idx="3557">
                  <c:v>97.37</c:v>
                </c:pt>
                <c:pt idx="3558">
                  <c:v>98.61</c:v>
                </c:pt>
                <c:pt idx="3559">
                  <c:v>98.83</c:v>
                </c:pt>
                <c:pt idx="3560">
                  <c:v>98.92</c:v>
                </c:pt>
                <c:pt idx="3561">
                  <c:v>98.76</c:v>
                </c:pt>
                <c:pt idx="3562">
                  <c:v>98.86</c:v>
                </c:pt>
                <c:pt idx="3563">
                  <c:v>98.83</c:v>
                </c:pt>
                <c:pt idx="3564">
                  <c:v>98.1</c:v>
                </c:pt>
                <c:pt idx="3565">
                  <c:v>98.07</c:v>
                </c:pt>
                <c:pt idx="3566">
                  <c:v>98.95</c:v>
                </c:pt>
                <c:pt idx="3567">
                  <c:v>98.71</c:v>
                </c:pt>
                <c:pt idx="3568">
                  <c:v>98.2</c:v>
                </c:pt>
                <c:pt idx="3569">
                  <c:v>97.09</c:v>
                </c:pt>
                <c:pt idx="3570">
                  <c:v>97.16</c:v>
                </c:pt>
                <c:pt idx="3571">
                  <c:v>96.44</c:v>
                </c:pt>
                <c:pt idx="3572">
                  <c:v>96.5</c:v>
                </c:pt>
                <c:pt idx="3573">
                  <c:v>96.56</c:v>
                </c:pt>
                <c:pt idx="3574">
                  <c:v>96</c:v>
                </c:pt>
                <c:pt idx="3575">
                  <c:v>95.98</c:v>
                </c:pt>
                <c:pt idx="3576">
                  <c:v>96.67</c:v>
                </c:pt>
                <c:pt idx="3577">
                  <c:v>95.8</c:v>
                </c:pt>
                <c:pt idx="3578">
                  <c:v>95.95</c:v>
                </c:pt>
                <c:pt idx="3579">
                  <c:v>94.78</c:v>
                </c:pt>
                <c:pt idx="3580">
                  <c:v>93.85</c:v>
                </c:pt>
                <c:pt idx="3581">
                  <c:v>93.99</c:v>
                </c:pt>
                <c:pt idx="3582">
                  <c:v>93.7</c:v>
                </c:pt>
                <c:pt idx="3583">
                  <c:v>93.76</c:v>
                </c:pt>
                <c:pt idx="3584">
                  <c:v>93.85</c:v>
                </c:pt>
                <c:pt idx="3585">
                  <c:v>93.08</c:v>
                </c:pt>
                <c:pt idx="3586">
                  <c:v>92.85</c:v>
                </c:pt>
                <c:pt idx="3587">
                  <c:v>92.39</c:v>
                </c:pt>
                <c:pt idx="3588">
                  <c:v>92.42</c:v>
                </c:pt>
                <c:pt idx="3589">
                  <c:v>93.1</c:v>
                </c:pt>
                <c:pt idx="3590">
                  <c:v>92.41</c:v>
                </c:pt>
                <c:pt idx="3591">
                  <c:v>91.89</c:v>
                </c:pt>
                <c:pt idx="3592">
                  <c:v>91.73</c:v>
                </c:pt>
                <c:pt idx="3593">
                  <c:v>91.94</c:v>
                </c:pt>
                <c:pt idx="3594">
                  <c:v>91.52</c:v>
                </c:pt>
                <c:pt idx="3595">
                  <c:v>91.89</c:v>
                </c:pt>
                <c:pt idx="3596">
                  <c:v>91.83</c:v>
                </c:pt>
                <c:pt idx="3597">
                  <c:v>92.5</c:v>
                </c:pt>
                <c:pt idx="3598">
                  <c:v>92.61</c:v>
                </c:pt>
                <c:pt idx="3599">
                  <c:v>92.29</c:v>
                </c:pt>
                <c:pt idx="3600">
                  <c:v>92.43</c:v>
                </c:pt>
                <c:pt idx="3601">
                  <c:v>92.37</c:v>
                </c:pt>
                <c:pt idx="3602">
                  <c:v>91.27</c:v>
                </c:pt>
                <c:pt idx="3603">
                  <c:v>91.51</c:v>
                </c:pt>
                <c:pt idx="3604">
                  <c:v>91.43</c:v>
                </c:pt>
                <c:pt idx="3605">
                  <c:v>91.61</c:v>
                </c:pt>
                <c:pt idx="3606">
                  <c:v>91.86</c:v>
                </c:pt>
                <c:pt idx="3607">
                  <c:v>91.86</c:v>
                </c:pt>
                <c:pt idx="3608">
                  <c:v>92.21</c:v>
                </c:pt>
                <c:pt idx="3609">
                  <c:v>92.73</c:v>
                </c:pt>
                <c:pt idx="3610">
                  <c:v>93.66</c:v>
                </c:pt>
                <c:pt idx="3611">
                  <c:v>93.23</c:v>
                </c:pt>
                <c:pt idx="3612">
                  <c:v>93.63</c:v>
                </c:pt>
                <c:pt idx="3613">
                  <c:v>93.89</c:v>
                </c:pt>
                <c:pt idx="3614">
                  <c:v>93.02</c:v>
                </c:pt>
                <c:pt idx="3615">
                  <c:v>93.05</c:v>
                </c:pt>
                <c:pt idx="3616">
                  <c:v>93.1</c:v>
                </c:pt>
                <c:pt idx="3617">
                  <c:v>92.31</c:v>
                </c:pt>
                <c:pt idx="3618">
                  <c:v>91.61</c:v>
                </c:pt>
                <c:pt idx="3619">
                  <c:v>91.37</c:v>
                </c:pt>
                <c:pt idx="3620">
                  <c:v>91.61</c:v>
                </c:pt>
                <c:pt idx="3621">
                  <c:v>90.23</c:v>
                </c:pt>
                <c:pt idx="3622">
                  <c:v>90.91</c:v>
                </c:pt>
                <c:pt idx="3623">
                  <c:v>90.66</c:v>
                </c:pt>
                <c:pt idx="3624">
                  <c:v>90.6</c:v>
                </c:pt>
                <c:pt idx="3625">
                  <c:v>91.56</c:v>
                </c:pt>
                <c:pt idx="3626">
                  <c:v>91.46</c:v>
                </c:pt>
                <c:pt idx="3627">
                  <c:v>90.6</c:v>
                </c:pt>
                <c:pt idx="3628">
                  <c:v>90.65</c:v>
                </c:pt>
                <c:pt idx="3629">
                  <c:v>90.23</c:v>
                </c:pt>
                <c:pt idx="3630">
                  <c:v>90.35</c:v>
                </c:pt>
                <c:pt idx="3631">
                  <c:v>89.64</c:v>
                </c:pt>
                <c:pt idx="3632">
                  <c:v>89.5</c:v>
                </c:pt>
                <c:pt idx="3633">
                  <c:v>89.6</c:v>
                </c:pt>
                <c:pt idx="3634">
                  <c:v>89.14</c:v>
                </c:pt>
                <c:pt idx="3635">
                  <c:v>88.75</c:v>
                </c:pt>
                <c:pt idx="3636">
                  <c:v>88.49</c:v>
                </c:pt>
                <c:pt idx="3637">
                  <c:v>88.88</c:v>
                </c:pt>
                <c:pt idx="3638">
                  <c:v>88.88</c:v>
                </c:pt>
                <c:pt idx="3639">
                  <c:v>88.6</c:v>
                </c:pt>
                <c:pt idx="3640">
                  <c:v>88.4</c:v>
                </c:pt>
                <c:pt idx="3641">
                  <c:v>88.36</c:v>
                </c:pt>
                <c:pt idx="3642">
                  <c:v>87.94</c:v>
                </c:pt>
                <c:pt idx="3643">
                  <c:v>87.85</c:v>
                </c:pt>
                <c:pt idx="3644">
                  <c:v>88.15</c:v>
                </c:pt>
                <c:pt idx="3645">
                  <c:v>87.99</c:v>
                </c:pt>
                <c:pt idx="3646">
                  <c:v>87.99</c:v>
                </c:pt>
                <c:pt idx="3647">
                  <c:v>87.55</c:v>
                </c:pt>
                <c:pt idx="3648">
                  <c:v>87.57</c:v>
                </c:pt>
                <c:pt idx="3649">
                  <c:v>87.63</c:v>
                </c:pt>
                <c:pt idx="3650">
                  <c:v>87.35</c:v>
                </c:pt>
                <c:pt idx="3651">
                  <c:v>87</c:v>
                </c:pt>
                <c:pt idx="3652">
                  <c:v>86.92</c:v>
                </c:pt>
                <c:pt idx="3653">
                  <c:v>86.95</c:v>
                </c:pt>
                <c:pt idx="3654">
                  <c:v>86.92</c:v>
                </c:pt>
                <c:pt idx="3655">
                  <c:v>86.07</c:v>
                </c:pt>
                <c:pt idx="3656">
                  <c:v>85.63</c:v>
                </c:pt>
                <c:pt idx="3657">
                  <c:v>86.2</c:v>
                </c:pt>
                <c:pt idx="3658">
                  <c:v>85.54</c:v>
                </c:pt>
                <c:pt idx="3659">
                  <c:v>85.11</c:v>
                </c:pt>
                <c:pt idx="3660">
                  <c:v>85.56</c:v>
                </c:pt>
                <c:pt idx="3661">
                  <c:v>85.51</c:v>
                </c:pt>
                <c:pt idx="3662">
                  <c:v>86.12</c:v>
                </c:pt>
                <c:pt idx="3663">
                  <c:v>86.57</c:v>
                </c:pt>
                <c:pt idx="3664">
                  <c:v>87.73</c:v>
                </c:pt>
                <c:pt idx="3665">
                  <c:v>87.96</c:v>
                </c:pt>
                <c:pt idx="3666">
                  <c:v>86.62</c:v>
                </c:pt>
                <c:pt idx="3667">
                  <c:v>86.34</c:v>
                </c:pt>
                <c:pt idx="3668">
                  <c:v>85.82</c:v>
                </c:pt>
                <c:pt idx="3669">
                  <c:v>86.56</c:v>
                </c:pt>
                <c:pt idx="3670">
                  <c:v>87.25</c:v>
                </c:pt>
                <c:pt idx="3671">
                  <c:v>86.25</c:v>
                </c:pt>
                <c:pt idx="3672">
                  <c:v>86.97</c:v>
                </c:pt>
                <c:pt idx="3673">
                  <c:v>87.58</c:v>
                </c:pt>
                <c:pt idx="3674">
                  <c:v>87.2</c:v>
                </c:pt>
                <c:pt idx="3675">
                  <c:v>87.44</c:v>
                </c:pt>
                <c:pt idx="3676">
                  <c:v>86.81</c:v>
                </c:pt>
                <c:pt idx="3677">
                  <c:v>86.83</c:v>
                </c:pt>
                <c:pt idx="3678">
                  <c:v>86.87</c:v>
                </c:pt>
                <c:pt idx="3679">
                  <c:v>86.02</c:v>
                </c:pt>
                <c:pt idx="3680">
                  <c:v>86</c:v>
                </c:pt>
                <c:pt idx="3681">
                  <c:v>85.84</c:v>
                </c:pt>
                <c:pt idx="3682">
                  <c:v>85.09</c:v>
                </c:pt>
                <c:pt idx="3683">
                  <c:v>85.29</c:v>
                </c:pt>
                <c:pt idx="3684">
                  <c:v>85.55</c:v>
                </c:pt>
                <c:pt idx="3685">
                  <c:v>85.38</c:v>
                </c:pt>
                <c:pt idx="3686">
                  <c:v>84.97</c:v>
                </c:pt>
                <c:pt idx="3687">
                  <c:v>85.94</c:v>
                </c:pt>
                <c:pt idx="3688">
                  <c:v>85.86</c:v>
                </c:pt>
                <c:pt idx="3689">
                  <c:v>87.24</c:v>
                </c:pt>
                <c:pt idx="3690">
                  <c:v>86.91</c:v>
                </c:pt>
                <c:pt idx="3691">
                  <c:v>86.15</c:v>
                </c:pt>
                <c:pt idx="3692">
                  <c:v>87.25</c:v>
                </c:pt>
                <c:pt idx="3693">
                  <c:v>87.67</c:v>
                </c:pt>
                <c:pt idx="3694">
                  <c:v>87.31</c:v>
                </c:pt>
                <c:pt idx="3695">
                  <c:v>87.52</c:v>
                </c:pt>
                <c:pt idx="3696">
                  <c:v>88.9</c:v>
                </c:pt>
                <c:pt idx="3697">
                  <c:v>88.94</c:v>
                </c:pt>
                <c:pt idx="3698">
                  <c:v>89.14</c:v>
                </c:pt>
                <c:pt idx="3699">
                  <c:v>88.17</c:v>
                </c:pt>
                <c:pt idx="3700">
                  <c:v>87.9</c:v>
                </c:pt>
                <c:pt idx="3701">
                  <c:v>88.43</c:v>
                </c:pt>
                <c:pt idx="3702">
                  <c:v>88.95</c:v>
                </c:pt>
                <c:pt idx="3703">
                  <c:v>88.51</c:v>
                </c:pt>
                <c:pt idx="3704">
                  <c:v>89.12</c:v>
                </c:pt>
                <c:pt idx="3705">
                  <c:v>88.81</c:v>
                </c:pt>
                <c:pt idx="3706">
                  <c:v>88.59</c:v>
                </c:pt>
                <c:pt idx="3707">
                  <c:v>88.66</c:v>
                </c:pt>
                <c:pt idx="3708">
                  <c:v>87.64</c:v>
                </c:pt>
                <c:pt idx="3709">
                  <c:v>88.13</c:v>
                </c:pt>
                <c:pt idx="3710">
                  <c:v>87.81</c:v>
                </c:pt>
                <c:pt idx="3711">
                  <c:v>87.85</c:v>
                </c:pt>
                <c:pt idx="3712">
                  <c:v>88.89</c:v>
                </c:pt>
                <c:pt idx="3713">
                  <c:v>88.9</c:v>
                </c:pt>
                <c:pt idx="3714">
                  <c:v>88.89</c:v>
                </c:pt>
                <c:pt idx="3715">
                  <c:v>88.63</c:v>
                </c:pt>
                <c:pt idx="3716">
                  <c:v>88.43</c:v>
                </c:pt>
                <c:pt idx="3717">
                  <c:v>87.61</c:v>
                </c:pt>
                <c:pt idx="3718">
                  <c:v>87.21</c:v>
                </c:pt>
                <c:pt idx="3719">
                  <c:v>88.51</c:v>
                </c:pt>
                <c:pt idx="3720">
                  <c:v>89.22</c:v>
                </c:pt>
                <c:pt idx="3721">
                  <c:v>88.62</c:v>
                </c:pt>
                <c:pt idx="3722">
                  <c:v>88.27</c:v>
                </c:pt>
                <c:pt idx="3723">
                  <c:v>89.02</c:v>
                </c:pt>
                <c:pt idx="3724">
                  <c:v>88.97</c:v>
                </c:pt>
                <c:pt idx="3725">
                  <c:v>88.95</c:v>
                </c:pt>
                <c:pt idx="3726">
                  <c:v>89.8</c:v>
                </c:pt>
                <c:pt idx="3727">
                  <c:v>90.24</c:v>
                </c:pt>
                <c:pt idx="3728">
                  <c:v>90.06</c:v>
                </c:pt>
                <c:pt idx="3729">
                  <c:v>89.94</c:v>
                </c:pt>
                <c:pt idx="3730">
                  <c:v>89.8</c:v>
                </c:pt>
                <c:pt idx="3731">
                  <c:v>90.49</c:v>
                </c:pt>
                <c:pt idx="3732">
                  <c:v>91.12</c:v>
                </c:pt>
                <c:pt idx="3733">
                  <c:v>90.82</c:v>
                </c:pt>
                <c:pt idx="3734">
                  <c:v>91.08</c:v>
                </c:pt>
                <c:pt idx="3735">
                  <c:v>90.62</c:v>
                </c:pt>
                <c:pt idx="3736">
                  <c:v>90.41</c:v>
                </c:pt>
                <c:pt idx="3737">
                  <c:v>91.17</c:v>
                </c:pt>
                <c:pt idx="3738">
                  <c:v>90.57</c:v>
                </c:pt>
                <c:pt idx="3739">
                  <c:v>90.48</c:v>
                </c:pt>
                <c:pt idx="3740">
                  <c:v>90.76</c:v>
                </c:pt>
                <c:pt idx="3741">
                  <c:v>89.81</c:v>
                </c:pt>
                <c:pt idx="3742">
                  <c:v>89.32</c:v>
                </c:pt>
                <c:pt idx="3743">
                  <c:v>89.89</c:v>
                </c:pt>
                <c:pt idx="3744">
                  <c:v>91.13</c:v>
                </c:pt>
                <c:pt idx="3745">
                  <c:v>91.56</c:v>
                </c:pt>
                <c:pt idx="3746">
                  <c:v>91.66</c:v>
                </c:pt>
                <c:pt idx="3747">
                  <c:v>91.29</c:v>
                </c:pt>
                <c:pt idx="3748">
                  <c:v>91.96</c:v>
                </c:pt>
                <c:pt idx="3749">
                  <c:v>91.66</c:v>
                </c:pt>
                <c:pt idx="3750">
                  <c:v>91</c:v>
                </c:pt>
                <c:pt idx="3751">
                  <c:v>91.25</c:v>
                </c:pt>
                <c:pt idx="3752">
                  <c:v>90.53</c:v>
                </c:pt>
                <c:pt idx="3753">
                  <c:v>91.03</c:v>
                </c:pt>
                <c:pt idx="3754">
                  <c:v>90.49</c:v>
                </c:pt>
                <c:pt idx="3755">
                  <c:v>90.55</c:v>
                </c:pt>
                <c:pt idx="3756">
                  <c:v>89.84</c:v>
                </c:pt>
                <c:pt idx="3757">
                  <c:v>89.79</c:v>
                </c:pt>
                <c:pt idx="3758">
                  <c:v>88.67</c:v>
                </c:pt>
                <c:pt idx="3759">
                  <c:v>88.9</c:v>
                </c:pt>
                <c:pt idx="3760">
                  <c:v>88.9</c:v>
                </c:pt>
                <c:pt idx="3761">
                  <c:v>88.88</c:v>
                </c:pt>
                <c:pt idx="3762">
                  <c:v>88.84</c:v>
                </c:pt>
                <c:pt idx="3763">
                  <c:v>88.95</c:v>
                </c:pt>
                <c:pt idx="3764">
                  <c:v>88.54</c:v>
                </c:pt>
                <c:pt idx="3765">
                  <c:v>88.25</c:v>
                </c:pt>
                <c:pt idx="3766">
                  <c:v>88.51</c:v>
                </c:pt>
                <c:pt idx="3767">
                  <c:v>89.73</c:v>
                </c:pt>
                <c:pt idx="3768">
                  <c:v>89.25</c:v>
                </c:pt>
                <c:pt idx="3769">
                  <c:v>90.01</c:v>
                </c:pt>
                <c:pt idx="3770">
                  <c:v>89.94</c:v>
                </c:pt>
                <c:pt idx="3771">
                  <c:v>89.09</c:v>
                </c:pt>
                <c:pt idx="3772">
                  <c:v>90.04</c:v>
                </c:pt>
                <c:pt idx="3773">
                  <c:v>89.6</c:v>
                </c:pt>
                <c:pt idx="3774">
                  <c:v>89.08</c:v>
                </c:pt>
                <c:pt idx="3775">
                  <c:v>89.25</c:v>
                </c:pt>
                <c:pt idx="3776">
                  <c:v>89.43</c:v>
                </c:pt>
                <c:pt idx="3777">
                  <c:v>89.42</c:v>
                </c:pt>
                <c:pt idx="3778">
                  <c:v>88.7</c:v>
                </c:pt>
                <c:pt idx="3779">
                  <c:v>88.88</c:v>
                </c:pt>
                <c:pt idx="3780">
                  <c:v>88.72</c:v>
                </c:pt>
                <c:pt idx="3781">
                  <c:v>89.41</c:v>
                </c:pt>
                <c:pt idx="3782">
                  <c:v>88.8</c:v>
                </c:pt>
                <c:pt idx="3783">
                  <c:v>88.79</c:v>
                </c:pt>
                <c:pt idx="3784">
                  <c:v>87.99</c:v>
                </c:pt>
                <c:pt idx="3785">
                  <c:v>88.23</c:v>
                </c:pt>
                <c:pt idx="3786">
                  <c:v>88.12</c:v>
                </c:pt>
                <c:pt idx="3787">
                  <c:v>87.65</c:v>
                </c:pt>
                <c:pt idx="3788">
                  <c:v>87.54</c:v>
                </c:pt>
                <c:pt idx="3789">
                  <c:v>87.42</c:v>
                </c:pt>
                <c:pt idx="3790">
                  <c:v>87.39</c:v>
                </c:pt>
                <c:pt idx="3791">
                  <c:v>87.83</c:v>
                </c:pt>
                <c:pt idx="3792">
                  <c:v>87.58</c:v>
                </c:pt>
                <c:pt idx="3793">
                  <c:v>87.99</c:v>
                </c:pt>
                <c:pt idx="3794">
                  <c:v>87.14</c:v>
                </c:pt>
                <c:pt idx="3795">
                  <c:v>87.18</c:v>
                </c:pt>
                <c:pt idx="3796">
                  <c:v>87.83</c:v>
                </c:pt>
                <c:pt idx="3797">
                  <c:v>88.56</c:v>
                </c:pt>
                <c:pt idx="3798">
                  <c:v>88.45</c:v>
                </c:pt>
                <c:pt idx="3799">
                  <c:v>89.26</c:v>
                </c:pt>
                <c:pt idx="3800">
                  <c:v>89.03</c:v>
                </c:pt>
                <c:pt idx="3801">
                  <c:v>89.79</c:v>
                </c:pt>
                <c:pt idx="3802">
                  <c:v>89.75</c:v>
                </c:pt>
                <c:pt idx="3803">
                  <c:v>89.95</c:v>
                </c:pt>
                <c:pt idx="3804">
                  <c:v>89.96</c:v>
                </c:pt>
                <c:pt idx="3805">
                  <c:v>89.75</c:v>
                </c:pt>
                <c:pt idx="3806">
                  <c:v>89.57</c:v>
                </c:pt>
                <c:pt idx="3807">
                  <c:v>89.68</c:v>
                </c:pt>
                <c:pt idx="3808">
                  <c:v>89.64</c:v>
                </c:pt>
                <c:pt idx="3809">
                  <c:v>88.36</c:v>
                </c:pt>
                <c:pt idx="3810">
                  <c:v>88.39</c:v>
                </c:pt>
                <c:pt idx="3811">
                  <c:v>88.79</c:v>
                </c:pt>
                <c:pt idx="3812">
                  <c:v>88.83</c:v>
                </c:pt>
                <c:pt idx="3813">
                  <c:v>88.69</c:v>
                </c:pt>
                <c:pt idx="3814">
                  <c:v>87.9</c:v>
                </c:pt>
                <c:pt idx="3815">
                  <c:v>87.96</c:v>
                </c:pt>
                <c:pt idx="3816">
                  <c:v>88.06</c:v>
                </c:pt>
                <c:pt idx="3817">
                  <c:v>88.08</c:v>
                </c:pt>
                <c:pt idx="3818">
                  <c:v>87.79</c:v>
                </c:pt>
                <c:pt idx="3819">
                  <c:v>88.12</c:v>
                </c:pt>
                <c:pt idx="3820">
                  <c:v>89.06</c:v>
                </c:pt>
                <c:pt idx="3821">
                  <c:v>89.45</c:v>
                </c:pt>
                <c:pt idx="3822">
                  <c:v>89.42</c:v>
                </c:pt>
                <c:pt idx="3823">
                  <c:v>89.3</c:v>
                </c:pt>
                <c:pt idx="3824">
                  <c:v>89.77</c:v>
                </c:pt>
                <c:pt idx="3825">
                  <c:v>89.69</c:v>
                </c:pt>
                <c:pt idx="3826">
                  <c:v>88.94</c:v>
                </c:pt>
                <c:pt idx="3827">
                  <c:v>88.87</c:v>
                </c:pt>
                <c:pt idx="3828">
                  <c:v>88.98</c:v>
                </c:pt>
                <c:pt idx="3829">
                  <c:v>89.63</c:v>
                </c:pt>
                <c:pt idx="3830">
                  <c:v>89.56</c:v>
                </c:pt>
                <c:pt idx="3831">
                  <c:v>89.23</c:v>
                </c:pt>
                <c:pt idx="3832">
                  <c:v>88.77</c:v>
                </c:pt>
                <c:pt idx="3833">
                  <c:v>88.83</c:v>
                </c:pt>
                <c:pt idx="3834">
                  <c:v>88.39</c:v>
                </c:pt>
                <c:pt idx="3835">
                  <c:v>88.54</c:v>
                </c:pt>
                <c:pt idx="3836">
                  <c:v>88.46</c:v>
                </c:pt>
                <c:pt idx="3837">
                  <c:v>89.15</c:v>
                </c:pt>
                <c:pt idx="3838">
                  <c:v>88.8</c:v>
                </c:pt>
                <c:pt idx="3839">
                  <c:v>88.84</c:v>
                </c:pt>
                <c:pt idx="3840">
                  <c:v>88.99</c:v>
                </c:pt>
                <c:pt idx="3841">
                  <c:v>88.13</c:v>
                </c:pt>
                <c:pt idx="3842">
                  <c:v>88.51</c:v>
                </c:pt>
                <c:pt idx="3843">
                  <c:v>88.44</c:v>
                </c:pt>
                <c:pt idx="3844">
                  <c:v>88.4</c:v>
                </c:pt>
                <c:pt idx="3845">
                  <c:v>88.29</c:v>
                </c:pt>
                <c:pt idx="3846">
                  <c:v>88.11</c:v>
                </c:pt>
                <c:pt idx="3847">
                  <c:v>88.1</c:v>
                </c:pt>
                <c:pt idx="3848">
                  <c:v>87.37</c:v>
                </c:pt>
                <c:pt idx="3849">
                  <c:v>87.63</c:v>
                </c:pt>
                <c:pt idx="3850">
                  <c:v>88.38</c:v>
                </c:pt>
                <c:pt idx="3851">
                  <c:v>88.17</c:v>
                </c:pt>
                <c:pt idx="3852">
                  <c:v>88.48</c:v>
                </c:pt>
                <c:pt idx="3853">
                  <c:v>88.34</c:v>
                </c:pt>
                <c:pt idx="3854">
                  <c:v>87.51</c:v>
                </c:pt>
                <c:pt idx="3855">
                  <c:v>87.54</c:v>
                </c:pt>
                <c:pt idx="3856">
                  <c:v>88.02</c:v>
                </c:pt>
                <c:pt idx="3857">
                  <c:v>87.88</c:v>
                </c:pt>
                <c:pt idx="3858">
                  <c:v>87.55</c:v>
                </c:pt>
                <c:pt idx="3859">
                  <c:v>87.09</c:v>
                </c:pt>
                <c:pt idx="3860">
                  <c:v>87.02</c:v>
                </c:pt>
                <c:pt idx="3861">
                  <c:v>86.84</c:v>
                </c:pt>
                <c:pt idx="3862">
                  <c:v>86.35</c:v>
                </c:pt>
                <c:pt idx="3863">
                  <c:v>86.02</c:v>
                </c:pt>
                <c:pt idx="3864">
                  <c:v>85.87</c:v>
                </c:pt>
                <c:pt idx="3865">
                  <c:v>84.97</c:v>
                </c:pt>
                <c:pt idx="3866">
                  <c:v>85.21</c:v>
                </c:pt>
                <c:pt idx="3867">
                  <c:v>85.44</c:v>
                </c:pt>
                <c:pt idx="3868">
                  <c:v>85.28</c:v>
                </c:pt>
                <c:pt idx="3869">
                  <c:v>84.91</c:v>
                </c:pt>
                <c:pt idx="3870">
                  <c:v>85.2</c:v>
                </c:pt>
                <c:pt idx="3871">
                  <c:v>85.47</c:v>
                </c:pt>
                <c:pt idx="3872">
                  <c:v>84.7</c:v>
                </c:pt>
                <c:pt idx="3873">
                  <c:v>84.54</c:v>
                </c:pt>
                <c:pt idx="3874">
                  <c:v>84.01</c:v>
                </c:pt>
                <c:pt idx="3875">
                  <c:v>84.09</c:v>
                </c:pt>
                <c:pt idx="3876">
                  <c:v>84.21</c:v>
                </c:pt>
                <c:pt idx="3877">
                  <c:v>84.43</c:v>
                </c:pt>
                <c:pt idx="3878">
                  <c:v>84.29</c:v>
                </c:pt>
                <c:pt idx="3879">
                  <c:v>83.69</c:v>
                </c:pt>
                <c:pt idx="3880">
                  <c:v>84</c:v>
                </c:pt>
                <c:pt idx="3881">
                  <c:v>83.8</c:v>
                </c:pt>
                <c:pt idx="3882">
                  <c:v>83.29</c:v>
                </c:pt>
                <c:pt idx="3883">
                  <c:v>83.69</c:v>
                </c:pt>
                <c:pt idx="3884">
                  <c:v>83.31</c:v>
                </c:pt>
                <c:pt idx="3885">
                  <c:v>83.19</c:v>
                </c:pt>
                <c:pt idx="3886">
                  <c:v>82.94</c:v>
                </c:pt>
                <c:pt idx="3887">
                  <c:v>82.41</c:v>
                </c:pt>
                <c:pt idx="3888">
                  <c:v>81.87</c:v>
                </c:pt>
                <c:pt idx="3889">
                  <c:v>81.78</c:v>
                </c:pt>
                <c:pt idx="3890">
                  <c:v>81.93</c:v>
                </c:pt>
                <c:pt idx="3891">
                  <c:v>81.819999999999993</c:v>
                </c:pt>
                <c:pt idx="3892">
                  <c:v>81.56</c:v>
                </c:pt>
                <c:pt idx="3893">
                  <c:v>81.95</c:v>
                </c:pt>
                <c:pt idx="3894">
                  <c:v>80.98</c:v>
                </c:pt>
                <c:pt idx="3895">
                  <c:v>81.28</c:v>
                </c:pt>
                <c:pt idx="3896">
                  <c:v>81.239999999999995</c:v>
                </c:pt>
                <c:pt idx="3897">
                  <c:v>81.900000000000006</c:v>
                </c:pt>
                <c:pt idx="3898">
                  <c:v>82.11</c:v>
                </c:pt>
                <c:pt idx="3899">
                  <c:v>82.67</c:v>
                </c:pt>
                <c:pt idx="3900">
                  <c:v>82.1</c:v>
                </c:pt>
                <c:pt idx="3901">
                  <c:v>82.32</c:v>
                </c:pt>
                <c:pt idx="3902">
                  <c:v>81.63</c:v>
                </c:pt>
                <c:pt idx="3903">
                  <c:v>82.45</c:v>
                </c:pt>
                <c:pt idx="3904">
                  <c:v>82.16</c:v>
                </c:pt>
                <c:pt idx="3905">
                  <c:v>81.67</c:v>
                </c:pt>
                <c:pt idx="3906">
                  <c:v>81.94</c:v>
                </c:pt>
                <c:pt idx="3907">
                  <c:v>81.93</c:v>
                </c:pt>
                <c:pt idx="3908">
                  <c:v>81.93</c:v>
                </c:pt>
                <c:pt idx="3909">
                  <c:v>81.28</c:v>
                </c:pt>
                <c:pt idx="3910">
                  <c:v>80.72</c:v>
                </c:pt>
                <c:pt idx="3911">
                  <c:v>80.72</c:v>
                </c:pt>
                <c:pt idx="3912">
                  <c:v>80.849999999999994</c:v>
                </c:pt>
                <c:pt idx="3913">
                  <c:v>80.53</c:v>
                </c:pt>
                <c:pt idx="3914">
                  <c:v>80.849999999999994</c:v>
                </c:pt>
                <c:pt idx="3915">
                  <c:v>81.3</c:v>
                </c:pt>
                <c:pt idx="3916">
                  <c:v>82.52</c:v>
                </c:pt>
                <c:pt idx="3917">
                  <c:v>82.54</c:v>
                </c:pt>
                <c:pt idx="3918">
                  <c:v>83.15</c:v>
                </c:pt>
                <c:pt idx="3919">
                  <c:v>83.6</c:v>
                </c:pt>
                <c:pt idx="3920">
                  <c:v>83.35</c:v>
                </c:pt>
                <c:pt idx="3921">
                  <c:v>83.07</c:v>
                </c:pt>
                <c:pt idx="3922">
                  <c:v>82.17</c:v>
                </c:pt>
                <c:pt idx="3923">
                  <c:v>82.51</c:v>
                </c:pt>
                <c:pt idx="3924">
                  <c:v>82.97</c:v>
                </c:pt>
                <c:pt idx="3925">
                  <c:v>83.24</c:v>
                </c:pt>
                <c:pt idx="3926">
                  <c:v>83.36</c:v>
                </c:pt>
                <c:pt idx="3927">
                  <c:v>83.6</c:v>
                </c:pt>
                <c:pt idx="3928">
                  <c:v>83.84</c:v>
                </c:pt>
                <c:pt idx="3929">
                  <c:v>83.26</c:v>
                </c:pt>
                <c:pt idx="3930">
                  <c:v>83.24</c:v>
                </c:pt>
                <c:pt idx="3931">
                  <c:v>83.99</c:v>
                </c:pt>
                <c:pt idx="3932">
                  <c:v>83.3</c:v>
                </c:pt>
                <c:pt idx="3933">
                  <c:v>83.43</c:v>
                </c:pt>
                <c:pt idx="3934">
                  <c:v>83.48</c:v>
                </c:pt>
                <c:pt idx="3935">
                  <c:v>83.57</c:v>
                </c:pt>
                <c:pt idx="3936">
                  <c:v>83.45</c:v>
                </c:pt>
                <c:pt idx="3937">
                  <c:v>83.54</c:v>
                </c:pt>
                <c:pt idx="3938">
                  <c:v>83.93</c:v>
                </c:pt>
                <c:pt idx="3939">
                  <c:v>84.39</c:v>
                </c:pt>
                <c:pt idx="3940">
                  <c:v>85.12</c:v>
                </c:pt>
                <c:pt idx="3941">
                  <c:v>85.1</c:v>
                </c:pt>
                <c:pt idx="3942">
                  <c:v>84.91</c:v>
                </c:pt>
                <c:pt idx="3943">
                  <c:v>84.54</c:v>
                </c:pt>
                <c:pt idx="3944">
                  <c:v>84.57</c:v>
                </c:pt>
                <c:pt idx="3945">
                  <c:v>83.96</c:v>
                </c:pt>
                <c:pt idx="3946">
                  <c:v>83.59</c:v>
                </c:pt>
                <c:pt idx="3947">
                  <c:v>83.67</c:v>
                </c:pt>
                <c:pt idx="3948">
                  <c:v>83.48</c:v>
                </c:pt>
                <c:pt idx="3949">
                  <c:v>83.49</c:v>
                </c:pt>
                <c:pt idx="3950">
                  <c:v>83.52</c:v>
                </c:pt>
                <c:pt idx="3951">
                  <c:v>82.41</c:v>
                </c:pt>
                <c:pt idx="3952">
                  <c:v>82.68</c:v>
                </c:pt>
                <c:pt idx="3953">
                  <c:v>82.9</c:v>
                </c:pt>
                <c:pt idx="3954">
                  <c:v>82.66</c:v>
                </c:pt>
                <c:pt idx="3955">
                  <c:v>82.51</c:v>
                </c:pt>
                <c:pt idx="3956">
                  <c:v>82.78</c:v>
                </c:pt>
                <c:pt idx="3957">
                  <c:v>83.08</c:v>
                </c:pt>
                <c:pt idx="3958">
                  <c:v>83.31</c:v>
                </c:pt>
                <c:pt idx="3959">
                  <c:v>82.52</c:v>
                </c:pt>
                <c:pt idx="3960">
                  <c:v>82.79</c:v>
                </c:pt>
                <c:pt idx="3961">
                  <c:v>81.98</c:v>
                </c:pt>
                <c:pt idx="3962">
                  <c:v>81.63</c:v>
                </c:pt>
                <c:pt idx="3963">
                  <c:v>81.59</c:v>
                </c:pt>
                <c:pt idx="3964">
                  <c:v>81.42</c:v>
                </c:pt>
                <c:pt idx="3965">
                  <c:v>81.97</c:v>
                </c:pt>
                <c:pt idx="3966">
                  <c:v>82.12</c:v>
                </c:pt>
                <c:pt idx="3967">
                  <c:v>81.59</c:v>
                </c:pt>
                <c:pt idx="3968">
                  <c:v>81.84</c:v>
                </c:pt>
                <c:pt idx="3969">
                  <c:v>82.05</c:v>
                </c:pt>
                <c:pt idx="3970">
                  <c:v>82.97</c:v>
                </c:pt>
                <c:pt idx="3971">
                  <c:v>83.36</c:v>
                </c:pt>
                <c:pt idx="3972">
                  <c:v>83.94</c:v>
                </c:pt>
                <c:pt idx="3973">
                  <c:v>84.13</c:v>
                </c:pt>
                <c:pt idx="3974">
                  <c:v>84.15</c:v>
                </c:pt>
                <c:pt idx="3975">
                  <c:v>84.51</c:v>
                </c:pt>
                <c:pt idx="3976">
                  <c:v>84.32</c:v>
                </c:pt>
                <c:pt idx="3977">
                  <c:v>84.29</c:v>
                </c:pt>
                <c:pt idx="3978">
                  <c:v>84.06</c:v>
                </c:pt>
                <c:pt idx="3979">
                  <c:v>84.43</c:v>
                </c:pt>
                <c:pt idx="3980">
                  <c:v>84.78</c:v>
                </c:pt>
                <c:pt idx="3981">
                  <c:v>84.66</c:v>
                </c:pt>
                <c:pt idx="3982">
                  <c:v>84.68</c:v>
                </c:pt>
                <c:pt idx="3983">
                  <c:v>84.87</c:v>
                </c:pt>
                <c:pt idx="3984">
                  <c:v>84.4</c:v>
                </c:pt>
                <c:pt idx="3985">
                  <c:v>84.22</c:v>
                </c:pt>
                <c:pt idx="3986">
                  <c:v>84.44</c:v>
                </c:pt>
                <c:pt idx="3987">
                  <c:v>84.4</c:v>
                </c:pt>
                <c:pt idx="3988">
                  <c:v>85</c:v>
                </c:pt>
                <c:pt idx="3989">
                  <c:v>84.56</c:v>
                </c:pt>
                <c:pt idx="3990">
                  <c:v>84</c:v>
                </c:pt>
                <c:pt idx="3991">
                  <c:v>83.76</c:v>
                </c:pt>
                <c:pt idx="3992">
                  <c:v>83.52</c:v>
                </c:pt>
                <c:pt idx="3993">
                  <c:v>83.7</c:v>
                </c:pt>
                <c:pt idx="3994">
                  <c:v>83.5</c:v>
                </c:pt>
                <c:pt idx="3995">
                  <c:v>83.82</c:v>
                </c:pt>
                <c:pt idx="3996">
                  <c:v>83.96</c:v>
                </c:pt>
                <c:pt idx="3997">
                  <c:v>84.12</c:v>
                </c:pt>
                <c:pt idx="3998">
                  <c:v>84.35</c:v>
                </c:pt>
                <c:pt idx="3999">
                  <c:v>84.43</c:v>
                </c:pt>
                <c:pt idx="4000">
                  <c:v>84.49</c:v>
                </c:pt>
                <c:pt idx="4001">
                  <c:v>84.51</c:v>
                </c:pt>
                <c:pt idx="4002">
                  <c:v>84</c:v>
                </c:pt>
                <c:pt idx="4003">
                  <c:v>83.94</c:v>
                </c:pt>
                <c:pt idx="4004">
                  <c:v>84.62</c:v>
                </c:pt>
                <c:pt idx="4005">
                  <c:v>84.64</c:v>
                </c:pt>
                <c:pt idx="4006">
                  <c:v>84.45</c:v>
                </c:pt>
                <c:pt idx="4007">
                  <c:v>84.89</c:v>
                </c:pt>
                <c:pt idx="4008">
                  <c:v>85.49</c:v>
                </c:pt>
                <c:pt idx="4009">
                  <c:v>86.1</c:v>
                </c:pt>
                <c:pt idx="4010">
                  <c:v>86.12</c:v>
                </c:pt>
                <c:pt idx="4011">
                  <c:v>86.21</c:v>
                </c:pt>
                <c:pt idx="4012">
                  <c:v>85.77</c:v>
                </c:pt>
                <c:pt idx="4013">
                  <c:v>86.09</c:v>
                </c:pt>
                <c:pt idx="4014">
                  <c:v>86.63</c:v>
                </c:pt>
                <c:pt idx="4015">
                  <c:v>86.4</c:v>
                </c:pt>
                <c:pt idx="4016">
                  <c:v>86.37</c:v>
                </c:pt>
                <c:pt idx="4017">
                  <c:v>86.35</c:v>
                </c:pt>
                <c:pt idx="4018">
                  <c:v>86.85</c:v>
                </c:pt>
                <c:pt idx="4019">
                  <c:v>86.42</c:v>
                </c:pt>
                <c:pt idx="4020">
                  <c:v>86.94</c:v>
                </c:pt>
                <c:pt idx="4021">
                  <c:v>87.76</c:v>
                </c:pt>
                <c:pt idx="4022">
                  <c:v>88.11</c:v>
                </c:pt>
                <c:pt idx="4023">
                  <c:v>87.75</c:v>
                </c:pt>
                <c:pt idx="4024">
                  <c:v>88.04</c:v>
                </c:pt>
                <c:pt idx="4025">
                  <c:v>87.6</c:v>
                </c:pt>
                <c:pt idx="4026">
                  <c:v>87.49</c:v>
                </c:pt>
                <c:pt idx="4027">
                  <c:v>87.88</c:v>
                </c:pt>
                <c:pt idx="4028">
                  <c:v>88.07</c:v>
                </c:pt>
                <c:pt idx="4029">
                  <c:v>88.69</c:v>
                </c:pt>
                <c:pt idx="4030">
                  <c:v>88.95</c:v>
                </c:pt>
                <c:pt idx="4031">
                  <c:v>89.3</c:v>
                </c:pt>
                <c:pt idx="4032">
                  <c:v>88.62</c:v>
                </c:pt>
                <c:pt idx="4033">
                  <c:v>88.64</c:v>
                </c:pt>
                <c:pt idx="4034">
                  <c:v>87.65</c:v>
                </c:pt>
                <c:pt idx="4035">
                  <c:v>88.49</c:v>
                </c:pt>
                <c:pt idx="4036">
                  <c:v>88.12</c:v>
                </c:pt>
                <c:pt idx="4037">
                  <c:v>88.56</c:v>
                </c:pt>
                <c:pt idx="4038">
                  <c:v>89.12</c:v>
                </c:pt>
                <c:pt idx="4039">
                  <c:v>88.78</c:v>
                </c:pt>
                <c:pt idx="4040">
                  <c:v>88.45</c:v>
                </c:pt>
                <c:pt idx="4041">
                  <c:v>88.99</c:v>
                </c:pt>
                <c:pt idx="4042">
                  <c:v>89.11</c:v>
                </c:pt>
                <c:pt idx="4043">
                  <c:v>89.09</c:v>
                </c:pt>
                <c:pt idx="4044">
                  <c:v>90.13</c:v>
                </c:pt>
                <c:pt idx="4045">
                  <c:v>90.46</c:v>
                </c:pt>
                <c:pt idx="4046">
                  <c:v>90.44</c:v>
                </c:pt>
                <c:pt idx="4047">
                  <c:v>90.38</c:v>
                </c:pt>
                <c:pt idx="4048">
                  <c:v>90.28</c:v>
                </c:pt>
                <c:pt idx="4049">
                  <c:v>90.25</c:v>
                </c:pt>
                <c:pt idx="4050">
                  <c:v>89.46</c:v>
                </c:pt>
                <c:pt idx="4051">
                  <c:v>88.35</c:v>
                </c:pt>
                <c:pt idx="4052">
                  <c:v>89.25</c:v>
                </c:pt>
                <c:pt idx="4053">
                  <c:v>89.48</c:v>
                </c:pt>
                <c:pt idx="4054">
                  <c:v>89.72</c:v>
                </c:pt>
                <c:pt idx="4055">
                  <c:v>89.64</c:v>
                </c:pt>
                <c:pt idx="4056">
                  <c:v>89.85</c:v>
                </c:pt>
                <c:pt idx="4057">
                  <c:v>89.34</c:v>
                </c:pt>
                <c:pt idx="4058">
                  <c:v>88.93</c:v>
                </c:pt>
                <c:pt idx="4059">
                  <c:v>89.64</c:v>
                </c:pt>
                <c:pt idx="4060">
                  <c:v>89.57</c:v>
                </c:pt>
                <c:pt idx="4061">
                  <c:v>90</c:v>
                </c:pt>
                <c:pt idx="4062">
                  <c:v>89.73</c:v>
                </c:pt>
                <c:pt idx="4063">
                  <c:v>89.34</c:v>
                </c:pt>
                <c:pt idx="4064">
                  <c:v>89.35</c:v>
                </c:pt>
                <c:pt idx="4065">
                  <c:v>88.89</c:v>
                </c:pt>
                <c:pt idx="4066">
                  <c:v>88.76</c:v>
                </c:pt>
                <c:pt idx="4067">
                  <c:v>87.99</c:v>
                </c:pt>
                <c:pt idx="4068">
                  <c:v>87.8</c:v>
                </c:pt>
                <c:pt idx="4069">
                  <c:v>88.06</c:v>
                </c:pt>
                <c:pt idx="4070">
                  <c:v>87.92</c:v>
                </c:pt>
                <c:pt idx="4071">
                  <c:v>87.89</c:v>
                </c:pt>
                <c:pt idx="4072">
                  <c:v>87.61</c:v>
                </c:pt>
                <c:pt idx="4073">
                  <c:v>87.1</c:v>
                </c:pt>
                <c:pt idx="4074">
                  <c:v>86.98</c:v>
                </c:pt>
                <c:pt idx="4075">
                  <c:v>87.32</c:v>
                </c:pt>
                <c:pt idx="4076">
                  <c:v>87.39</c:v>
                </c:pt>
                <c:pt idx="4077">
                  <c:v>88</c:v>
                </c:pt>
                <c:pt idx="4078">
                  <c:v>88.55</c:v>
                </c:pt>
                <c:pt idx="4079">
                  <c:v>88.6</c:v>
                </c:pt>
                <c:pt idx="4080">
                  <c:v>88.14</c:v>
                </c:pt>
                <c:pt idx="4081">
                  <c:v>88.08</c:v>
                </c:pt>
                <c:pt idx="4082">
                  <c:v>87.91</c:v>
                </c:pt>
                <c:pt idx="4083">
                  <c:v>87.64</c:v>
                </c:pt>
                <c:pt idx="4084">
                  <c:v>87.86</c:v>
                </c:pt>
                <c:pt idx="4085">
                  <c:v>88.25</c:v>
                </c:pt>
                <c:pt idx="4086">
                  <c:v>88.35</c:v>
                </c:pt>
                <c:pt idx="4087">
                  <c:v>87.58</c:v>
                </c:pt>
                <c:pt idx="4088">
                  <c:v>86.55</c:v>
                </c:pt>
                <c:pt idx="4089">
                  <c:v>86.3</c:v>
                </c:pt>
                <c:pt idx="4090">
                  <c:v>86.26</c:v>
                </c:pt>
                <c:pt idx="4091">
                  <c:v>86.57</c:v>
                </c:pt>
                <c:pt idx="4092">
                  <c:v>86.97</c:v>
                </c:pt>
                <c:pt idx="4093">
                  <c:v>87.04</c:v>
                </c:pt>
                <c:pt idx="4094">
                  <c:v>86.89</c:v>
                </c:pt>
                <c:pt idx="4095">
                  <c:v>87.68</c:v>
                </c:pt>
                <c:pt idx="4096">
                  <c:v>87.75</c:v>
                </c:pt>
                <c:pt idx="4097">
                  <c:v>87.67</c:v>
                </c:pt>
                <c:pt idx="4098">
                  <c:v>88.13</c:v>
                </c:pt>
                <c:pt idx="4099">
                  <c:v>88.06</c:v>
                </c:pt>
                <c:pt idx="4100">
                  <c:v>88.44</c:v>
                </c:pt>
                <c:pt idx="4101">
                  <c:v>88.6</c:v>
                </c:pt>
                <c:pt idx="4102">
                  <c:v>88.14</c:v>
                </c:pt>
                <c:pt idx="4103">
                  <c:v>88.56</c:v>
                </c:pt>
                <c:pt idx="4104">
                  <c:v>89.29</c:v>
                </c:pt>
                <c:pt idx="4105">
                  <c:v>89.11</c:v>
                </c:pt>
                <c:pt idx="4106">
                  <c:v>89.6</c:v>
                </c:pt>
                <c:pt idx="4107">
                  <c:v>89.47</c:v>
                </c:pt>
                <c:pt idx="4108">
                  <c:v>89.4</c:v>
                </c:pt>
                <c:pt idx="4109">
                  <c:v>89.52</c:v>
                </c:pt>
                <c:pt idx="4110">
                  <c:v>90.13</c:v>
                </c:pt>
                <c:pt idx="4111">
                  <c:v>90.1</c:v>
                </c:pt>
                <c:pt idx="4112">
                  <c:v>89.98</c:v>
                </c:pt>
                <c:pt idx="4113">
                  <c:v>88.66</c:v>
                </c:pt>
                <c:pt idx="4114">
                  <c:v>89.17</c:v>
                </c:pt>
                <c:pt idx="4115">
                  <c:v>89.46</c:v>
                </c:pt>
                <c:pt idx="4116">
                  <c:v>89.97</c:v>
                </c:pt>
                <c:pt idx="4117">
                  <c:v>89.63</c:v>
                </c:pt>
                <c:pt idx="4118">
                  <c:v>89.81</c:v>
                </c:pt>
                <c:pt idx="4119">
                  <c:v>89.46</c:v>
                </c:pt>
                <c:pt idx="4120">
                  <c:v>89.8</c:v>
                </c:pt>
                <c:pt idx="4121">
                  <c:v>90.29</c:v>
                </c:pt>
                <c:pt idx="4122">
                  <c:v>89.99</c:v>
                </c:pt>
                <c:pt idx="4123">
                  <c:v>89.78</c:v>
                </c:pt>
                <c:pt idx="4124">
                  <c:v>90.31</c:v>
                </c:pt>
                <c:pt idx="4125">
                  <c:v>90.11</c:v>
                </c:pt>
                <c:pt idx="4126">
                  <c:v>89.24</c:v>
                </c:pt>
                <c:pt idx="4127">
                  <c:v>89.49</c:v>
                </c:pt>
                <c:pt idx="4128">
                  <c:v>89.1</c:v>
                </c:pt>
                <c:pt idx="4129">
                  <c:v>89.59</c:v>
                </c:pt>
                <c:pt idx="4130">
                  <c:v>90.07</c:v>
                </c:pt>
                <c:pt idx="4131">
                  <c:v>90.08</c:v>
                </c:pt>
                <c:pt idx="4132">
                  <c:v>89.72</c:v>
                </c:pt>
                <c:pt idx="4133">
                  <c:v>90.44</c:v>
                </c:pt>
                <c:pt idx="4134">
                  <c:v>91.26</c:v>
                </c:pt>
                <c:pt idx="4135">
                  <c:v>91.29</c:v>
                </c:pt>
                <c:pt idx="4136">
                  <c:v>91.37</c:v>
                </c:pt>
                <c:pt idx="4137">
                  <c:v>91.5</c:v>
                </c:pt>
                <c:pt idx="4138">
                  <c:v>92.08</c:v>
                </c:pt>
                <c:pt idx="4139">
                  <c:v>91.98</c:v>
                </c:pt>
                <c:pt idx="4140">
                  <c:v>92.13</c:v>
                </c:pt>
                <c:pt idx="4141">
                  <c:v>92.09</c:v>
                </c:pt>
                <c:pt idx="4142">
                  <c:v>92.33</c:v>
                </c:pt>
                <c:pt idx="4143">
                  <c:v>91.88</c:v>
                </c:pt>
                <c:pt idx="4144">
                  <c:v>91.93</c:v>
                </c:pt>
                <c:pt idx="4145">
                  <c:v>92.03</c:v>
                </c:pt>
                <c:pt idx="4146">
                  <c:v>91.5</c:v>
                </c:pt>
                <c:pt idx="4147">
                  <c:v>91.37</c:v>
                </c:pt>
                <c:pt idx="4148">
                  <c:v>91.6</c:v>
                </c:pt>
                <c:pt idx="4149">
                  <c:v>92.04</c:v>
                </c:pt>
                <c:pt idx="4150">
                  <c:v>90.98</c:v>
                </c:pt>
                <c:pt idx="4151">
                  <c:v>91.62</c:v>
                </c:pt>
                <c:pt idx="4152">
                  <c:v>91.57</c:v>
                </c:pt>
                <c:pt idx="4153">
                  <c:v>91.82</c:v>
                </c:pt>
                <c:pt idx="4154">
                  <c:v>91.93</c:v>
                </c:pt>
                <c:pt idx="4155">
                  <c:v>91.48</c:v>
                </c:pt>
                <c:pt idx="4156">
                  <c:v>91.44</c:v>
                </c:pt>
                <c:pt idx="4157">
                  <c:v>91.89</c:v>
                </c:pt>
                <c:pt idx="4158">
                  <c:v>91.26</c:v>
                </c:pt>
                <c:pt idx="4159">
                  <c:v>91.25</c:v>
                </c:pt>
                <c:pt idx="4160">
                  <c:v>90.32</c:v>
                </c:pt>
                <c:pt idx="4161">
                  <c:v>90.38</c:v>
                </c:pt>
                <c:pt idx="4162">
                  <c:v>89.83</c:v>
                </c:pt>
                <c:pt idx="4163">
                  <c:v>90.02</c:v>
                </c:pt>
                <c:pt idx="4164">
                  <c:v>89.71</c:v>
                </c:pt>
                <c:pt idx="4165">
                  <c:v>89.87</c:v>
                </c:pt>
                <c:pt idx="4166">
                  <c:v>90.78</c:v>
                </c:pt>
                <c:pt idx="4167">
                  <c:v>90.94</c:v>
                </c:pt>
                <c:pt idx="4168">
                  <c:v>90.72</c:v>
                </c:pt>
                <c:pt idx="4169">
                  <c:v>90.78</c:v>
                </c:pt>
                <c:pt idx="4170">
                  <c:v>90.78</c:v>
                </c:pt>
                <c:pt idx="4171">
                  <c:v>91.19</c:v>
                </c:pt>
                <c:pt idx="4172">
                  <c:v>91.21</c:v>
                </c:pt>
                <c:pt idx="4173">
                  <c:v>91.1</c:v>
                </c:pt>
                <c:pt idx="4174">
                  <c:v>91.17</c:v>
                </c:pt>
                <c:pt idx="4175">
                  <c:v>91.17</c:v>
                </c:pt>
                <c:pt idx="4176">
                  <c:v>89.84</c:v>
                </c:pt>
                <c:pt idx="4177">
                  <c:v>89.14</c:v>
                </c:pt>
                <c:pt idx="4178">
                  <c:v>89.33</c:v>
                </c:pt>
                <c:pt idx="4179">
                  <c:v>88.91</c:v>
                </c:pt>
                <c:pt idx="4180">
                  <c:v>89.25</c:v>
                </c:pt>
                <c:pt idx="4181">
                  <c:v>89.33</c:v>
                </c:pt>
                <c:pt idx="4182">
                  <c:v>88.99</c:v>
                </c:pt>
                <c:pt idx="4183">
                  <c:v>89.44</c:v>
                </c:pt>
                <c:pt idx="4184">
                  <c:v>88.89</c:v>
                </c:pt>
                <c:pt idx="4185">
                  <c:v>89.12</c:v>
                </c:pt>
                <c:pt idx="4186">
                  <c:v>89.3</c:v>
                </c:pt>
                <c:pt idx="4187">
                  <c:v>89.25</c:v>
                </c:pt>
                <c:pt idx="4188">
                  <c:v>89.39</c:v>
                </c:pt>
                <c:pt idx="4189">
                  <c:v>88.97</c:v>
                </c:pt>
                <c:pt idx="4190">
                  <c:v>87.95</c:v>
                </c:pt>
                <c:pt idx="4191">
                  <c:v>88.06</c:v>
                </c:pt>
                <c:pt idx="4192">
                  <c:v>88.33</c:v>
                </c:pt>
                <c:pt idx="4193">
                  <c:v>88.62</c:v>
                </c:pt>
                <c:pt idx="4194">
                  <c:v>89.32</c:v>
                </c:pt>
                <c:pt idx="4195">
                  <c:v>89.42</c:v>
                </c:pt>
                <c:pt idx="4196">
                  <c:v>88.96</c:v>
                </c:pt>
                <c:pt idx="4197">
                  <c:v>89.51</c:v>
                </c:pt>
                <c:pt idx="4198">
                  <c:v>89.41</c:v>
                </c:pt>
                <c:pt idx="4199">
                  <c:v>89.89</c:v>
                </c:pt>
                <c:pt idx="4200">
                  <c:v>90.29</c:v>
                </c:pt>
                <c:pt idx="4201">
                  <c:v>90.24</c:v>
                </c:pt>
                <c:pt idx="4202">
                  <c:v>90.43</c:v>
                </c:pt>
                <c:pt idx="4203">
                  <c:v>90.29</c:v>
                </c:pt>
                <c:pt idx="4204">
                  <c:v>90.55</c:v>
                </c:pt>
                <c:pt idx="4205">
                  <c:v>90.54</c:v>
                </c:pt>
                <c:pt idx="4206">
                  <c:v>90.54</c:v>
                </c:pt>
                <c:pt idx="4207">
                  <c:v>90.72</c:v>
                </c:pt>
                <c:pt idx="4208">
                  <c:v>90.73</c:v>
                </c:pt>
                <c:pt idx="4209">
                  <c:v>90.64</c:v>
                </c:pt>
                <c:pt idx="4210">
                  <c:v>90.42</c:v>
                </c:pt>
                <c:pt idx="4211">
                  <c:v>90.55</c:v>
                </c:pt>
                <c:pt idx="4212">
                  <c:v>90.67</c:v>
                </c:pt>
                <c:pt idx="4213">
                  <c:v>90.39</c:v>
                </c:pt>
                <c:pt idx="4214">
                  <c:v>90.61</c:v>
                </c:pt>
                <c:pt idx="4215">
                  <c:v>90.63</c:v>
                </c:pt>
                <c:pt idx="4216">
                  <c:v>90.11</c:v>
                </c:pt>
                <c:pt idx="4217">
                  <c:v>90.22</c:v>
                </c:pt>
                <c:pt idx="4218">
                  <c:v>89.56</c:v>
                </c:pt>
                <c:pt idx="4219">
                  <c:v>89.66</c:v>
                </c:pt>
                <c:pt idx="4220">
                  <c:v>89.89</c:v>
                </c:pt>
                <c:pt idx="4221">
                  <c:v>90.77</c:v>
                </c:pt>
                <c:pt idx="4222">
                  <c:v>90.62</c:v>
                </c:pt>
                <c:pt idx="4223">
                  <c:v>90.75</c:v>
                </c:pt>
                <c:pt idx="4224">
                  <c:v>90.85</c:v>
                </c:pt>
                <c:pt idx="4225">
                  <c:v>90.54</c:v>
                </c:pt>
                <c:pt idx="4226">
                  <c:v>90</c:v>
                </c:pt>
                <c:pt idx="4227">
                  <c:v>89.7</c:v>
                </c:pt>
                <c:pt idx="4228">
                  <c:v>89.07</c:v>
                </c:pt>
                <c:pt idx="4229">
                  <c:v>88.92</c:v>
                </c:pt>
                <c:pt idx="4230">
                  <c:v>89.13</c:v>
                </c:pt>
                <c:pt idx="4231">
                  <c:v>89.62</c:v>
                </c:pt>
                <c:pt idx="4232">
                  <c:v>89.72</c:v>
                </c:pt>
                <c:pt idx="4233">
                  <c:v>90.46</c:v>
                </c:pt>
                <c:pt idx="4234">
                  <c:v>90.07</c:v>
                </c:pt>
                <c:pt idx="4235">
                  <c:v>90.07</c:v>
                </c:pt>
                <c:pt idx="4236">
                  <c:v>90.25</c:v>
                </c:pt>
                <c:pt idx="4237">
                  <c:v>90.21</c:v>
                </c:pt>
                <c:pt idx="4238">
                  <c:v>89.39</c:v>
                </c:pt>
                <c:pt idx="4239">
                  <c:v>89.73</c:v>
                </c:pt>
                <c:pt idx="4240">
                  <c:v>89.63</c:v>
                </c:pt>
                <c:pt idx="4241">
                  <c:v>88.83</c:v>
                </c:pt>
                <c:pt idx="4242">
                  <c:v>88.63</c:v>
                </c:pt>
                <c:pt idx="4243">
                  <c:v>88.96</c:v>
                </c:pt>
                <c:pt idx="4244">
                  <c:v>89.69</c:v>
                </c:pt>
                <c:pt idx="4245">
                  <c:v>89.65</c:v>
                </c:pt>
                <c:pt idx="4246">
                  <c:v>89.44</c:v>
                </c:pt>
                <c:pt idx="4247">
                  <c:v>89.62</c:v>
                </c:pt>
                <c:pt idx="4248">
                  <c:v>89.59</c:v>
                </c:pt>
                <c:pt idx="4249">
                  <c:v>89.59</c:v>
                </c:pt>
                <c:pt idx="4250">
                  <c:v>88.64</c:v>
                </c:pt>
                <c:pt idx="4251">
                  <c:v>88.24</c:v>
                </c:pt>
                <c:pt idx="4252">
                  <c:v>87.79</c:v>
                </c:pt>
                <c:pt idx="4253">
                  <c:v>88.25</c:v>
                </c:pt>
                <c:pt idx="4254">
                  <c:v>88.05</c:v>
                </c:pt>
                <c:pt idx="4255">
                  <c:v>87.45</c:v>
                </c:pt>
                <c:pt idx="4256">
                  <c:v>87.32</c:v>
                </c:pt>
                <c:pt idx="4257">
                  <c:v>87.22</c:v>
                </c:pt>
                <c:pt idx="4258">
                  <c:v>86.63</c:v>
                </c:pt>
                <c:pt idx="4259">
                  <c:v>86.11</c:v>
                </c:pt>
                <c:pt idx="4260">
                  <c:v>85.97</c:v>
                </c:pt>
                <c:pt idx="4261">
                  <c:v>85.79</c:v>
                </c:pt>
                <c:pt idx="4262">
                  <c:v>85.84</c:v>
                </c:pt>
                <c:pt idx="4263">
                  <c:v>85.36</c:v>
                </c:pt>
                <c:pt idx="4264">
                  <c:v>85.14</c:v>
                </c:pt>
                <c:pt idx="4265">
                  <c:v>85.23</c:v>
                </c:pt>
                <c:pt idx="4266">
                  <c:v>84.83</c:v>
                </c:pt>
                <c:pt idx="4267">
                  <c:v>84.5</c:v>
                </c:pt>
                <c:pt idx="4268">
                  <c:v>84.27</c:v>
                </c:pt>
                <c:pt idx="4269">
                  <c:v>83.91</c:v>
                </c:pt>
                <c:pt idx="4270">
                  <c:v>84.54</c:v>
                </c:pt>
                <c:pt idx="4271">
                  <c:v>84.17</c:v>
                </c:pt>
                <c:pt idx="4272">
                  <c:v>84.85</c:v>
                </c:pt>
                <c:pt idx="4273">
                  <c:v>84.51</c:v>
                </c:pt>
                <c:pt idx="4274">
                  <c:v>84.88</c:v>
                </c:pt>
                <c:pt idx="4275">
                  <c:v>84.35</c:v>
                </c:pt>
                <c:pt idx="4276">
                  <c:v>84.35</c:v>
                </c:pt>
                <c:pt idx="4277">
                  <c:v>84.95</c:v>
                </c:pt>
                <c:pt idx="4278">
                  <c:v>84.71</c:v>
                </c:pt>
                <c:pt idx="4279">
                  <c:v>85.16</c:v>
                </c:pt>
                <c:pt idx="4280">
                  <c:v>85.05</c:v>
                </c:pt>
                <c:pt idx="4281">
                  <c:v>84.28</c:v>
                </c:pt>
                <c:pt idx="4282">
                  <c:v>84.72</c:v>
                </c:pt>
                <c:pt idx="4283">
                  <c:v>84.79</c:v>
                </c:pt>
                <c:pt idx="4284">
                  <c:v>84.04</c:v>
                </c:pt>
                <c:pt idx="4285">
                  <c:v>84.14</c:v>
                </c:pt>
                <c:pt idx="4286">
                  <c:v>84.73</c:v>
                </c:pt>
                <c:pt idx="4287">
                  <c:v>84.99</c:v>
                </c:pt>
                <c:pt idx="4288">
                  <c:v>85.84</c:v>
                </c:pt>
                <c:pt idx="4289">
                  <c:v>85.72</c:v>
                </c:pt>
                <c:pt idx="4290">
                  <c:v>85.85</c:v>
                </c:pt>
                <c:pt idx="4291">
                  <c:v>86.48</c:v>
                </c:pt>
                <c:pt idx="4292">
                  <c:v>86.14</c:v>
                </c:pt>
                <c:pt idx="4293">
                  <c:v>86.02</c:v>
                </c:pt>
                <c:pt idx="4294">
                  <c:v>85.94</c:v>
                </c:pt>
                <c:pt idx="4295">
                  <c:v>86.32</c:v>
                </c:pt>
                <c:pt idx="4296">
                  <c:v>86.18</c:v>
                </c:pt>
                <c:pt idx="4297">
                  <c:v>85.78</c:v>
                </c:pt>
                <c:pt idx="4298">
                  <c:v>86.39</c:v>
                </c:pt>
                <c:pt idx="4299">
                  <c:v>86.88</c:v>
                </c:pt>
                <c:pt idx="4300">
                  <c:v>86.49</c:v>
                </c:pt>
                <c:pt idx="4301">
                  <c:v>86.47</c:v>
                </c:pt>
                <c:pt idx="4302">
                  <c:v>86.63</c:v>
                </c:pt>
                <c:pt idx="4303">
                  <c:v>85.92</c:v>
                </c:pt>
                <c:pt idx="4304">
                  <c:v>85.16</c:v>
                </c:pt>
                <c:pt idx="4305">
                  <c:v>85.19</c:v>
                </c:pt>
                <c:pt idx="4306">
                  <c:v>85.15</c:v>
                </c:pt>
                <c:pt idx="4307">
                  <c:v>85.6</c:v>
                </c:pt>
                <c:pt idx="4308">
                  <c:v>85.35</c:v>
                </c:pt>
                <c:pt idx="4309">
                  <c:v>85.01</c:v>
                </c:pt>
                <c:pt idx="4310">
                  <c:v>85.5</c:v>
                </c:pt>
                <c:pt idx="4311">
                  <c:v>85.36</c:v>
                </c:pt>
                <c:pt idx="4312">
                  <c:v>85.91</c:v>
                </c:pt>
                <c:pt idx="4313">
                  <c:v>85.84</c:v>
                </c:pt>
                <c:pt idx="4314">
                  <c:v>86.1</c:v>
                </c:pt>
                <c:pt idx="4315">
                  <c:v>87.02</c:v>
                </c:pt>
                <c:pt idx="4316">
                  <c:v>87.01</c:v>
                </c:pt>
                <c:pt idx="4317">
                  <c:v>86.52</c:v>
                </c:pt>
                <c:pt idx="4318">
                  <c:v>86.22</c:v>
                </c:pt>
                <c:pt idx="4319">
                  <c:v>85.93</c:v>
                </c:pt>
                <c:pt idx="4320">
                  <c:v>86.34</c:v>
                </c:pt>
                <c:pt idx="4321">
                  <c:v>86.64</c:v>
                </c:pt>
                <c:pt idx="4322">
                  <c:v>85.86</c:v>
                </c:pt>
                <c:pt idx="4323">
                  <c:v>85.84</c:v>
                </c:pt>
                <c:pt idx="4324">
                  <c:v>85.38</c:v>
                </c:pt>
                <c:pt idx="4325">
                  <c:v>85.3</c:v>
                </c:pt>
                <c:pt idx="4326">
                  <c:v>85.01</c:v>
                </c:pt>
                <c:pt idx="4327">
                  <c:v>85.18</c:v>
                </c:pt>
                <c:pt idx="4328">
                  <c:v>85.04</c:v>
                </c:pt>
                <c:pt idx="4329">
                  <c:v>84.58</c:v>
                </c:pt>
                <c:pt idx="4330">
                  <c:v>84.74</c:v>
                </c:pt>
                <c:pt idx="4331">
                  <c:v>84.83</c:v>
                </c:pt>
                <c:pt idx="4332">
                  <c:v>84.71</c:v>
                </c:pt>
                <c:pt idx="4333">
                  <c:v>85.12</c:v>
                </c:pt>
                <c:pt idx="4334">
                  <c:v>85.49</c:v>
                </c:pt>
                <c:pt idx="4335">
                  <c:v>85.67</c:v>
                </c:pt>
                <c:pt idx="4336">
                  <c:v>85.22</c:v>
                </c:pt>
                <c:pt idx="4337">
                  <c:v>84.88</c:v>
                </c:pt>
                <c:pt idx="4338">
                  <c:v>85.04</c:v>
                </c:pt>
                <c:pt idx="4339">
                  <c:v>85.09</c:v>
                </c:pt>
                <c:pt idx="4340">
                  <c:v>84.63</c:v>
                </c:pt>
                <c:pt idx="4341">
                  <c:v>85.17</c:v>
                </c:pt>
                <c:pt idx="4342">
                  <c:v>85.13</c:v>
                </c:pt>
                <c:pt idx="4343">
                  <c:v>85.28</c:v>
                </c:pt>
                <c:pt idx="4344">
                  <c:v>85.38</c:v>
                </c:pt>
                <c:pt idx="4345">
                  <c:v>85.26</c:v>
                </c:pt>
                <c:pt idx="4346">
                  <c:v>84.96</c:v>
                </c:pt>
                <c:pt idx="4347">
                  <c:v>84.97</c:v>
                </c:pt>
                <c:pt idx="4348">
                  <c:v>85.05</c:v>
                </c:pt>
                <c:pt idx="4349">
                  <c:v>84.92</c:v>
                </c:pt>
                <c:pt idx="4350">
                  <c:v>84.68</c:v>
                </c:pt>
                <c:pt idx="4351">
                  <c:v>85</c:v>
                </c:pt>
                <c:pt idx="4352">
                  <c:v>85.1</c:v>
                </c:pt>
                <c:pt idx="4353">
                  <c:v>85.53</c:v>
                </c:pt>
                <c:pt idx="4354">
                  <c:v>85.95</c:v>
                </c:pt>
                <c:pt idx="4355">
                  <c:v>85.92</c:v>
                </c:pt>
                <c:pt idx="4356">
                  <c:v>85.92</c:v>
                </c:pt>
                <c:pt idx="4357">
                  <c:v>85.86</c:v>
                </c:pt>
                <c:pt idx="4358">
                  <c:v>85.66</c:v>
                </c:pt>
                <c:pt idx="4359">
                  <c:v>85.98</c:v>
                </c:pt>
                <c:pt idx="4360">
                  <c:v>85.81</c:v>
                </c:pt>
                <c:pt idx="4361">
                  <c:v>85.94</c:v>
                </c:pt>
                <c:pt idx="4362">
                  <c:v>85.81</c:v>
                </c:pt>
                <c:pt idx="4363">
                  <c:v>85.2</c:v>
                </c:pt>
                <c:pt idx="4364">
                  <c:v>85.16</c:v>
                </c:pt>
                <c:pt idx="4365">
                  <c:v>85.38</c:v>
                </c:pt>
                <c:pt idx="4366">
                  <c:v>85.63</c:v>
                </c:pt>
                <c:pt idx="4367">
                  <c:v>85.69</c:v>
                </c:pt>
                <c:pt idx="4368">
                  <c:v>85.77</c:v>
                </c:pt>
                <c:pt idx="4369">
                  <c:v>86.03</c:v>
                </c:pt>
                <c:pt idx="4370">
                  <c:v>85.6</c:v>
                </c:pt>
                <c:pt idx="4371">
                  <c:v>85.71</c:v>
                </c:pt>
                <c:pt idx="4372">
                  <c:v>85.84</c:v>
                </c:pt>
                <c:pt idx="4373">
                  <c:v>85.92</c:v>
                </c:pt>
                <c:pt idx="4374">
                  <c:v>86.5</c:v>
                </c:pt>
                <c:pt idx="4375">
                  <c:v>86.55</c:v>
                </c:pt>
                <c:pt idx="4376">
                  <c:v>87.02</c:v>
                </c:pt>
                <c:pt idx="4377">
                  <c:v>87.12</c:v>
                </c:pt>
                <c:pt idx="4378">
                  <c:v>86.92</c:v>
                </c:pt>
                <c:pt idx="4379">
                  <c:v>87.12</c:v>
                </c:pt>
                <c:pt idx="4380">
                  <c:v>87</c:v>
                </c:pt>
                <c:pt idx="4381">
                  <c:v>86.87</c:v>
                </c:pt>
                <c:pt idx="4382">
                  <c:v>86.88</c:v>
                </c:pt>
                <c:pt idx="4383">
                  <c:v>86.24</c:v>
                </c:pt>
                <c:pt idx="4384">
                  <c:v>86.27</c:v>
                </c:pt>
                <c:pt idx="4385">
                  <c:v>86.71</c:v>
                </c:pt>
                <c:pt idx="4386">
                  <c:v>86.7</c:v>
                </c:pt>
                <c:pt idx="4387">
                  <c:v>86.38</c:v>
                </c:pt>
                <c:pt idx="4388">
                  <c:v>85.89</c:v>
                </c:pt>
                <c:pt idx="4389">
                  <c:v>85.56</c:v>
                </c:pt>
                <c:pt idx="4390">
                  <c:v>85.59</c:v>
                </c:pt>
                <c:pt idx="4391">
                  <c:v>85.32</c:v>
                </c:pt>
                <c:pt idx="4392">
                  <c:v>85.42</c:v>
                </c:pt>
                <c:pt idx="4393">
                  <c:v>85.34</c:v>
                </c:pt>
                <c:pt idx="4394">
                  <c:v>85.71</c:v>
                </c:pt>
                <c:pt idx="4395">
                  <c:v>85.75</c:v>
                </c:pt>
                <c:pt idx="4396">
                  <c:v>85.43</c:v>
                </c:pt>
                <c:pt idx="4397">
                  <c:v>85.41</c:v>
                </c:pt>
                <c:pt idx="4398">
                  <c:v>85.18</c:v>
                </c:pt>
                <c:pt idx="4399">
                  <c:v>85.07</c:v>
                </c:pt>
                <c:pt idx="4400">
                  <c:v>85.37</c:v>
                </c:pt>
                <c:pt idx="4401">
                  <c:v>85.3</c:v>
                </c:pt>
                <c:pt idx="4402">
                  <c:v>85.33</c:v>
                </c:pt>
                <c:pt idx="4403">
                  <c:v>85.49</c:v>
                </c:pt>
                <c:pt idx="4404">
                  <c:v>85.31</c:v>
                </c:pt>
                <c:pt idx="4405">
                  <c:v>85.42</c:v>
                </c:pt>
                <c:pt idx="4406">
                  <c:v>85.24</c:v>
                </c:pt>
                <c:pt idx="4407">
                  <c:v>84.53</c:v>
                </c:pt>
                <c:pt idx="4408">
                  <c:v>84.46</c:v>
                </c:pt>
                <c:pt idx="4409">
                  <c:v>83.66</c:v>
                </c:pt>
                <c:pt idx="4410">
                  <c:v>83.5</c:v>
                </c:pt>
                <c:pt idx="4411">
                  <c:v>83.13</c:v>
                </c:pt>
                <c:pt idx="4412">
                  <c:v>83.49</c:v>
                </c:pt>
                <c:pt idx="4413">
                  <c:v>82.95</c:v>
                </c:pt>
                <c:pt idx="4414">
                  <c:v>82.48</c:v>
                </c:pt>
                <c:pt idx="4415">
                  <c:v>82.43</c:v>
                </c:pt>
                <c:pt idx="4416">
                  <c:v>82.51</c:v>
                </c:pt>
                <c:pt idx="4417">
                  <c:v>82.74</c:v>
                </c:pt>
                <c:pt idx="4418">
                  <c:v>82.76</c:v>
                </c:pt>
                <c:pt idx="4419">
                  <c:v>83.29</c:v>
                </c:pt>
                <c:pt idx="4420">
                  <c:v>83.18</c:v>
                </c:pt>
                <c:pt idx="4421">
                  <c:v>82.94</c:v>
                </c:pt>
                <c:pt idx="4422">
                  <c:v>83.32</c:v>
                </c:pt>
                <c:pt idx="4423">
                  <c:v>83.7</c:v>
                </c:pt>
                <c:pt idx="4424">
                  <c:v>84.04</c:v>
                </c:pt>
                <c:pt idx="4425">
                  <c:v>84</c:v>
                </c:pt>
                <c:pt idx="4426">
                  <c:v>83.45</c:v>
                </c:pt>
                <c:pt idx="4427">
                  <c:v>83.55</c:v>
                </c:pt>
                <c:pt idx="4428">
                  <c:v>83.59</c:v>
                </c:pt>
                <c:pt idx="4429">
                  <c:v>83.81</c:v>
                </c:pt>
                <c:pt idx="4430">
                  <c:v>83.81</c:v>
                </c:pt>
                <c:pt idx="4431">
                  <c:v>84.06</c:v>
                </c:pt>
                <c:pt idx="4432">
                  <c:v>83.97</c:v>
                </c:pt>
                <c:pt idx="4433">
                  <c:v>83.82</c:v>
                </c:pt>
                <c:pt idx="4434">
                  <c:v>83.65</c:v>
                </c:pt>
                <c:pt idx="4435">
                  <c:v>83.65</c:v>
                </c:pt>
                <c:pt idx="4436">
                  <c:v>83.27</c:v>
                </c:pt>
                <c:pt idx="4437">
                  <c:v>83.92</c:v>
                </c:pt>
                <c:pt idx="4438">
                  <c:v>84.34</c:v>
                </c:pt>
                <c:pt idx="4439">
                  <c:v>84.64</c:v>
                </c:pt>
                <c:pt idx="4440">
                  <c:v>84.57</c:v>
                </c:pt>
                <c:pt idx="4441">
                  <c:v>84.75</c:v>
                </c:pt>
                <c:pt idx="4442">
                  <c:v>85.07</c:v>
                </c:pt>
                <c:pt idx="4443">
                  <c:v>85.28</c:v>
                </c:pt>
                <c:pt idx="4444">
                  <c:v>85.02</c:v>
                </c:pt>
                <c:pt idx="4445">
                  <c:v>84.94</c:v>
                </c:pt>
                <c:pt idx="4446">
                  <c:v>85.06</c:v>
                </c:pt>
                <c:pt idx="4447">
                  <c:v>84.94</c:v>
                </c:pt>
                <c:pt idx="4448">
                  <c:v>84.91</c:v>
                </c:pt>
                <c:pt idx="4449">
                  <c:v>84.86</c:v>
                </c:pt>
                <c:pt idx="4450">
                  <c:v>85.04</c:v>
                </c:pt>
                <c:pt idx="4451">
                  <c:v>84.67</c:v>
                </c:pt>
                <c:pt idx="4452">
                  <c:v>84.93</c:v>
                </c:pt>
                <c:pt idx="4453">
                  <c:v>85.11</c:v>
                </c:pt>
                <c:pt idx="4454">
                  <c:v>85.23</c:v>
                </c:pt>
                <c:pt idx="4455">
                  <c:v>85.09</c:v>
                </c:pt>
                <c:pt idx="4456">
                  <c:v>84.99</c:v>
                </c:pt>
                <c:pt idx="4457">
                  <c:v>84.6</c:v>
                </c:pt>
                <c:pt idx="4458">
                  <c:v>84.64</c:v>
                </c:pt>
                <c:pt idx="4459">
                  <c:v>84.96</c:v>
                </c:pt>
                <c:pt idx="4460">
                  <c:v>85.08</c:v>
                </c:pt>
                <c:pt idx="4461">
                  <c:v>84.77</c:v>
                </c:pt>
                <c:pt idx="4462">
                  <c:v>84.71</c:v>
                </c:pt>
                <c:pt idx="4463">
                  <c:v>84.69</c:v>
                </c:pt>
                <c:pt idx="4464">
                  <c:v>84.88</c:v>
                </c:pt>
                <c:pt idx="4465">
                  <c:v>85.12</c:v>
                </c:pt>
                <c:pt idx="4466">
                  <c:v>84.69</c:v>
                </c:pt>
                <c:pt idx="4467">
                  <c:v>84.18</c:v>
                </c:pt>
                <c:pt idx="4468">
                  <c:v>84.05</c:v>
                </c:pt>
                <c:pt idx="4469">
                  <c:v>84.06</c:v>
                </c:pt>
                <c:pt idx="4470">
                  <c:v>84.02</c:v>
                </c:pt>
                <c:pt idx="4471">
                  <c:v>84.18</c:v>
                </c:pt>
                <c:pt idx="4472">
                  <c:v>84.22</c:v>
                </c:pt>
                <c:pt idx="4473">
                  <c:v>84.34</c:v>
                </c:pt>
                <c:pt idx="4474">
                  <c:v>84.05</c:v>
                </c:pt>
                <c:pt idx="4475">
                  <c:v>83.93</c:v>
                </c:pt>
                <c:pt idx="4476">
                  <c:v>83.46</c:v>
                </c:pt>
                <c:pt idx="4477">
                  <c:v>83.57</c:v>
                </c:pt>
                <c:pt idx="4478">
                  <c:v>83.77</c:v>
                </c:pt>
                <c:pt idx="4479">
                  <c:v>83.74</c:v>
                </c:pt>
                <c:pt idx="4480">
                  <c:v>84.17</c:v>
                </c:pt>
                <c:pt idx="4481">
                  <c:v>84.04</c:v>
                </c:pt>
                <c:pt idx="4482">
                  <c:v>83.78</c:v>
                </c:pt>
                <c:pt idx="4483">
                  <c:v>84.13</c:v>
                </c:pt>
                <c:pt idx="4484">
                  <c:v>84.25</c:v>
                </c:pt>
                <c:pt idx="4485">
                  <c:v>83.88</c:v>
                </c:pt>
                <c:pt idx="4486">
                  <c:v>83.71</c:v>
                </c:pt>
                <c:pt idx="4487">
                  <c:v>83.64</c:v>
                </c:pt>
                <c:pt idx="4488">
                  <c:v>83.65</c:v>
                </c:pt>
                <c:pt idx="4489">
                  <c:v>83.19</c:v>
                </c:pt>
                <c:pt idx="4490">
                  <c:v>83.35</c:v>
                </c:pt>
                <c:pt idx="4491">
                  <c:v>83.07</c:v>
                </c:pt>
                <c:pt idx="4492">
                  <c:v>82.77</c:v>
                </c:pt>
                <c:pt idx="4493">
                  <c:v>83.09</c:v>
                </c:pt>
                <c:pt idx="4494">
                  <c:v>83.28</c:v>
                </c:pt>
                <c:pt idx="4495">
                  <c:v>83.08</c:v>
                </c:pt>
                <c:pt idx="4496">
                  <c:v>83.01</c:v>
                </c:pt>
                <c:pt idx="4497">
                  <c:v>83.03</c:v>
                </c:pt>
                <c:pt idx="4498">
                  <c:v>83.09</c:v>
                </c:pt>
                <c:pt idx="4499">
                  <c:v>82.93</c:v>
                </c:pt>
                <c:pt idx="4500">
                  <c:v>82.87</c:v>
                </c:pt>
                <c:pt idx="4501">
                  <c:v>83.15</c:v>
                </c:pt>
                <c:pt idx="4502">
                  <c:v>82.96</c:v>
                </c:pt>
                <c:pt idx="4503">
                  <c:v>82.677000000000007</c:v>
                </c:pt>
                <c:pt idx="4504">
                  <c:v>82.992000000000004</c:v>
                </c:pt>
                <c:pt idx="4505">
                  <c:v>83.097999999999999</c:v>
                </c:pt>
                <c:pt idx="4506">
                  <c:v>82.703999999999994</c:v>
                </c:pt>
                <c:pt idx="4507">
                  <c:v>82.671000000000006</c:v>
                </c:pt>
                <c:pt idx="4508">
                  <c:v>82.369</c:v>
                </c:pt>
                <c:pt idx="4509">
                  <c:v>82.129000000000005</c:v>
                </c:pt>
                <c:pt idx="4510">
                  <c:v>82.072999999999993</c:v>
                </c:pt>
                <c:pt idx="4511">
                  <c:v>81.831000000000003</c:v>
                </c:pt>
                <c:pt idx="4512">
                  <c:v>81.742999999999995</c:v>
                </c:pt>
                <c:pt idx="4513">
                  <c:v>81.644000000000005</c:v>
                </c:pt>
                <c:pt idx="4514">
                  <c:v>81.643000000000001</c:v>
                </c:pt>
                <c:pt idx="4515">
                  <c:v>81.738</c:v>
                </c:pt>
                <c:pt idx="4516">
                  <c:v>81.546000000000006</c:v>
                </c:pt>
                <c:pt idx="4517">
                  <c:v>81.427999999999997</c:v>
                </c:pt>
                <c:pt idx="4518">
                  <c:v>81.75</c:v>
                </c:pt>
                <c:pt idx="4519">
                  <c:v>81.528999999999996</c:v>
                </c:pt>
                <c:pt idx="4520">
                  <c:v>81.447000000000003</c:v>
                </c:pt>
                <c:pt idx="4521">
                  <c:v>81.594999999999999</c:v>
                </c:pt>
                <c:pt idx="4522">
                  <c:v>81.766999999999996</c:v>
                </c:pt>
                <c:pt idx="4523">
                  <c:v>81.948999999999998</c:v>
                </c:pt>
                <c:pt idx="4524">
                  <c:v>81.741</c:v>
                </c:pt>
                <c:pt idx="4525">
                  <c:v>81.676000000000002</c:v>
                </c:pt>
                <c:pt idx="4526">
                  <c:v>81.938999999999993</c:v>
                </c:pt>
                <c:pt idx="4527">
                  <c:v>82.016000000000005</c:v>
                </c:pt>
                <c:pt idx="4528">
                  <c:v>82.292000000000002</c:v>
                </c:pt>
                <c:pt idx="4529">
                  <c:v>82.116</c:v>
                </c:pt>
                <c:pt idx="4530">
                  <c:v>82.066000000000003</c:v>
                </c:pt>
                <c:pt idx="4531">
                  <c:v>81.754999999999995</c:v>
                </c:pt>
                <c:pt idx="4532">
                  <c:v>82.162999999999997</c:v>
                </c:pt>
                <c:pt idx="4533">
                  <c:v>82.317999999999998</c:v>
                </c:pt>
                <c:pt idx="4534">
                  <c:v>82.197000000000003</c:v>
                </c:pt>
                <c:pt idx="4535">
                  <c:v>82.364000000000004</c:v>
                </c:pt>
                <c:pt idx="4536">
                  <c:v>82.385999999999996</c:v>
                </c:pt>
                <c:pt idx="4537">
                  <c:v>82.31</c:v>
                </c:pt>
                <c:pt idx="4538">
                  <c:v>82.406000000000006</c:v>
                </c:pt>
                <c:pt idx="4539">
                  <c:v>82.331000000000003</c:v>
                </c:pt>
                <c:pt idx="4540">
                  <c:v>82.331999999999994</c:v>
                </c:pt>
                <c:pt idx="4541">
                  <c:v>82.31</c:v>
                </c:pt>
                <c:pt idx="4542">
                  <c:v>82.433000000000007</c:v>
                </c:pt>
                <c:pt idx="4543">
                  <c:v>82.301000000000002</c:v>
                </c:pt>
                <c:pt idx="4544">
                  <c:v>82.322000000000003</c:v>
                </c:pt>
                <c:pt idx="4545">
                  <c:v>82.058000000000007</c:v>
                </c:pt>
                <c:pt idx="4546">
                  <c:v>81.89</c:v>
                </c:pt>
                <c:pt idx="4547">
                  <c:v>81.897000000000006</c:v>
                </c:pt>
                <c:pt idx="4548">
                  <c:v>82.293999999999997</c:v>
                </c:pt>
                <c:pt idx="4549">
                  <c:v>82.691000000000003</c:v>
                </c:pt>
                <c:pt idx="4550">
                  <c:v>82.712000000000003</c:v>
                </c:pt>
                <c:pt idx="4551">
                  <c:v>82.891000000000005</c:v>
                </c:pt>
                <c:pt idx="4552">
                  <c:v>83.034999999999997</c:v>
                </c:pt>
                <c:pt idx="4553">
                  <c:v>83.128</c:v>
                </c:pt>
                <c:pt idx="4554">
                  <c:v>82.850999999999999</c:v>
                </c:pt>
                <c:pt idx="4555">
                  <c:v>82.715000000000003</c:v>
                </c:pt>
                <c:pt idx="4556">
                  <c:v>82.543999999999997</c:v>
                </c:pt>
                <c:pt idx="4557">
                  <c:v>82.518000000000001</c:v>
                </c:pt>
                <c:pt idx="4558">
                  <c:v>82.730999999999995</c:v>
                </c:pt>
                <c:pt idx="4559">
                  <c:v>82.335999999999999</c:v>
                </c:pt>
                <c:pt idx="4560">
                  <c:v>82.325000000000003</c:v>
                </c:pt>
                <c:pt idx="4561">
                  <c:v>82.295000000000002</c:v>
                </c:pt>
                <c:pt idx="4562">
                  <c:v>82.316000000000003</c:v>
                </c:pt>
                <c:pt idx="4563">
                  <c:v>82.332999999999998</c:v>
                </c:pt>
                <c:pt idx="4564">
                  <c:v>81.92</c:v>
                </c:pt>
                <c:pt idx="4565">
                  <c:v>81.394999999999996</c:v>
                </c:pt>
                <c:pt idx="4566">
                  <c:v>81.486000000000004</c:v>
                </c:pt>
                <c:pt idx="4567">
                  <c:v>81.433000000000007</c:v>
                </c:pt>
                <c:pt idx="4568">
                  <c:v>81.537999999999997</c:v>
                </c:pt>
                <c:pt idx="4569">
                  <c:v>81.465000000000003</c:v>
                </c:pt>
                <c:pt idx="4570">
                  <c:v>81.433000000000007</c:v>
                </c:pt>
                <c:pt idx="4571">
                  <c:v>80.86</c:v>
                </c:pt>
                <c:pt idx="4572">
                  <c:v>80.73</c:v>
                </c:pt>
                <c:pt idx="4573">
                  <c:v>80.635000000000005</c:v>
                </c:pt>
                <c:pt idx="4574">
                  <c:v>80.575999999999993</c:v>
                </c:pt>
                <c:pt idx="4575">
                  <c:v>80.522000000000006</c:v>
                </c:pt>
                <c:pt idx="4576">
                  <c:v>80.540000000000006</c:v>
                </c:pt>
                <c:pt idx="4577">
                  <c:v>80.424000000000007</c:v>
                </c:pt>
                <c:pt idx="4578">
                  <c:v>80.418999999999997</c:v>
                </c:pt>
                <c:pt idx="4579">
                  <c:v>80.287999999999997</c:v>
                </c:pt>
                <c:pt idx="4580">
                  <c:v>80.353999999999999</c:v>
                </c:pt>
                <c:pt idx="4581">
                  <c:v>80.076999999999998</c:v>
                </c:pt>
                <c:pt idx="4582">
                  <c:v>80.652000000000001</c:v>
                </c:pt>
                <c:pt idx="4583">
                  <c:v>80.453000000000003</c:v>
                </c:pt>
                <c:pt idx="4584">
                  <c:v>80.945999999999998</c:v>
                </c:pt>
                <c:pt idx="4585">
                  <c:v>80.849000000000004</c:v>
                </c:pt>
                <c:pt idx="4586">
                  <c:v>80.77</c:v>
                </c:pt>
                <c:pt idx="4587">
                  <c:v>80.872</c:v>
                </c:pt>
                <c:pt idx="4588">
                  <c:v>80.712999999999994</c:v>
                </c:pt>
                <c:pt idx="4589">
                  <c:v>80.177000000000007</c:v>
                </c:pt>
                <c:pt idx="4590">
                  <c:v>80.254999999999995</c:v>
                </c:pt>
                <c:pt idx="4591">
                  <c:v>80.478999999999999</c:v>
                </c:pt>
                <c:pt idx="4592">
                  <c:v>80.343000000000004</c:v>
                </c:pt>
                <c:pt idx="4593">
                  <c:v>80.744</c:v>
                </c:pt>
                <c:pt idx="4594">
                  <c:v>80.679000000000002</c:v>
                </c:pt>
                <c:pt idx="4595">
                  <c:v>81.048000000000002</c:v>
                </c:pt>
                <c:pt idx="4596">
                  <c:v>81.489000000000004</c:v>
                </c:pt>
                <c:pt idx="4597">
                  <c:v>81.822000000000003</c:v>
                </c:pt>
                <c:pt idx="4598">
                  <c:v>81.728999999999999</c:v>
                </c:pt>
                <c:pt idx="4599">
                  <c:v>81.426000000000002</c:v>
                </c:pt>
                <c:pt idx="4600">
                  <c:v>81.400000000000006</c:v>
                </c:pt>
                <c:pt idx="4601">
                  <c:v>81.492000000000004</c:v>
                </c:pt>
                <c:pt idx="4602">
                  <c:v>81.248999999999995</c:v>
                </c:pt>
                <c:pt idx="4603">
                  <c:v>81.144999999999996</c:v>
                </c:pt>
                <c:pt idx="4604">
                  <c:v>80.667000000000002</c:v>
                </c:pt>
                <c:pt idx="4605">
                  <c:v>80.739000000000004</c:v>
                </c:pt>
                <c:pt idx="4606">
                  <c:v>80.756</c:v>
                </c:pt>
                <c:pt idx="4607">
                  <c:v>80.7</c:v>
                </c:pt>
                <c:pt idx="4608">
                  <c:v>80.793999999999997</c:v>
                </c:pt>
                <c:pt idx="4609">
                  <c:v>80.790999999999997</c:v>
                </c:pt>
                <c:pt idx="4610">
                  <c:v>80.813999999999993</c:v>
                </c:pt>
                <c:pt idx="4611">
                  <c:v>80.88</c:v>
                </c:pt>
                <c:pt idx="4612">
                  <c:v>80.622</c:v>
                </c:pt>
                <c:pt idx="4613">
                  <c:v>80.471999999999994</c:v>
                </c:pt>
                <c:pt idx="4614">
                  <c:v>79.959000000000003</c:v>
                </c:pt>
                <c:pt idx="4615">
                  <c:v>79.816000000000003</c:v>
                </c:pt>
                <c:pt idx="4616">
                  <c:v>79.703999999999994</c:v>
                </c:pt>
                <c:pt idx="4617">
                  <c:v>79.364999999999995</c:v>
                </c:pt>
                <c:pt idx="4618">
                  <c:v>79.513000000000005</c:v>
                </c:pt>
                <c:pt idx="4619">
                  <c:v>79.617000000000004</c:v>
                </c:pt>
                <c:pt idx="4620">
                  <c:v>79.72</c:v>
                </c:pt>
                <c:pt idx="4621">
                  <c:v>79.209000000000003</c:v>
                </c:pt>
                <c:pt idx="4622">
                  <c:v>79.3</c:v>
                </c:pt>
                <c:pt idx="4623">
                  <c:v>78.581999999999994</c:v>
                </c:pt>
                <c:pt idx="4624">
                  <c:v>78.596999999999994</c:v>
                </c:pt>
                <c:pt idx="4625">
                  <c:v>78.527000000000001</c:v>
                </c:pt>
                <c:pt idx="4626">
                  <c:v>78.313000000000002</c:v>
                </c:pt>
                <c:pt idx="4627">
                  <c:v>78.492999999999995</c:v>
                </c:pt>
                <c:pt idx="4628">
                  <c:v>78.337999999999994</c:v>
                </c:pt>
                <c:pt idx="4629">
                  <c:v>77.718999999999994</c:v>
                </c:pt>
                <c:pt idx="4630">
                  <c:v>77.903999999999996</c:v>
                </c:pt>
                <c:pt idx="4631">
                  <c:v>78.302999999999997</c:v>
                </c:pt>
                <c:pt idx="4632">
                  <c:v>78.572999999999993</c:v>
                </c:pt>
                <c:pt idx="4633">
                  <c:v>78.480999999999995</c:v>
                </c:pt>
                <c:pt idx="4634">
                  <c:v>78.308000000000007</c:v>
                </c:pt>
                <c:pt idx="4635">
                  <c:v>78.671999999999997</c:v>
                </c:pt>
                <c:pt idx="4636">
                  <c:v>78.525999999999996</c:v>
                </c:pt>
                <c:pt idx="4637">
                  <c:v>78.375</c:v>
                </c:pt>
                <c:pt idx="4638">
                  <c:v>78.078000000000003</c:v>
                </c:pt>
                <c:pt idx="4639">
                  <c:v>78.224000000000004</c:v>
                </c:pt>
                <c:pt idx="4640">
                  <c:v>78.087999999999994</c:v>
                </c:pt>
                <c:pt idx="4641">
                  <c:v>78.251000000000005</c:v>
                </c:pt>
                <c:pt idx="4642">
                  <c:v>78.12</c:v>
                </c:pt>
                <c:pt idx="4643">
                  <c:v>77.59</c:v>
                </c:pt>
                <c:pt idx="4644">
                  <c:v>77.406999999999996</c:v>
                </c:pt>
                <c:pt idx="4645">
                  <c:v>78.06</c:v>
                </c:pt>
                <c:pt idx="4646">
                  <c:v>77.588999999999999</c:v>
                </c:pt>
                <c:pt idx="4647">
                  <c:v>77.546000000000006</c:v>
                </c:pt>
                <c:pt idx="4648">
                  <c:v>77.278000000000006</c:v>
                </c:pt>
                <c:pt idx="4649">
                  <c:v>77.027000000000001</c:v>
                </c:pt>
                <c:pt idx="4650">
                  <c:v>76.837000000000003</c:v>
                </c:pt>
                <c:pt idx="4651">
                  <c:v>76.772999999999996</c:v>
                </c:pt>
                <c:pt idx="4652">
                  <c:v>76.478999999999999</c:v>
                </c:pt>
                <c:pt idx="4653">
                  <c:v>76.593999999999994</c:v>
                </c:pt>
                <c:pt idx="4654">
                  <c:v>76.337000000000003</c:v>
                </c:pt>
                <c:pt idx="4655">
                  <c:v>76.424999999999997</c:v>
                </c:pt>
                <c:pt idx="4656">
                  <c:v>76.040000000000006</c:v>
                </c:pt>
                <c:pt idx="4657">
                  <c:v>75.412000000000006</c:v>
                </c:pt>
                <c:pt idx="4658">
                  <c:v>75.456000000000003</c:v>
                </c:pt>
                <c:pt idx="4659">
                  <c:v>75.400000000000006</c:v>
                </c:pt>
                <c:pt idx="4660">
                  <c:v>75.902000000000001</c:v>
                </c:pt>
                <c:pt idx="4661">
                  <c:v>75.881</c:v>
                </c:pt>
                <c:pt idx="4662">
                  <c:v>75.813999999999993</c:v>
                </c:pt>
                <c:pt idx="4663">
                  <c:v>76.069000000000003</c:v>
                </c:pt>
                <c:pt idx="4664">
                  <c:v>75.826999999999998</c:v>
                </c:pt>
                <c:pt idx="4665">
                  <c:v>75.78</c:v>
                </c:pt>
                <c:pt idx="4666">
                  <c:v>75.204999999999998</c:v>
                </c:pt>
                <c:pt idx="4667">
                  <c:v>75.072999999999993</c:v>
                </c:pt>
                <c:pt idx="4668">
                  <c:v>75.051000000000002</c:v>
                </c:pt>
                <c:pt idx="4669">
                  <c:v>75.052999999999997</c:v>
                </c:pt>
                <c:pt idx="4670">
                  <c:v>74.858999999999995</c:v>
                </c:pt>
                <c:pt idx="4671">
                  <c:v>75.096000000000004</c:v>
                </c:pt>
                <c:pt idx="4672">
                  <c:v>75.075999999999993</c:v>
                </c:pt>
                <c:pt idx="4673">
                  <c:v>75.587999999999994</c:v>
                </c:pt>
                <c:pt idx="4674">
                  <c:v>76.147000000000006</c:v>
                </c:pt>
                <c:pt idx="4675">
                  <c:v>75.935000000000002</c:v>
                </c:pt>
                <c:pt idx="4676">
                  <c:v>75.694000000000003</c:v>
                </c:pt>
                <c:pt idx="4677">
                  <c:v>76.412999999999997</c:v>
                </c:pt>
                <c:pt idx="4678">
                  <c:v>76.382999999999996</c:v>
                </c:pt>
                <c:pt idx="4679">
                  <c:v>76.287999999999997</c:v>
                </c:pt>
                <c:pt idx="4680">
                  <c:v>76.061999999999998</c:v>
                </c:pt>
                <c:pt idx="4681">
                  <c:v>76.221999999999994</c:v>
                </c:pt>
                <c:pt idx="4682">
                  <c:v>76.144000000000005</c:v>
                </c:pt>
                <c:pt idx="4683">
                  <c:v>76.561999999999998</c:v>
                </c:pt>
                <c:pt idx="4684">
                  <c:v>77.436000000000007</c:v>
                </c:pt>
                <c:pt idx="4685">
                  <c:v>77.400999999999996</c:v>
                </c:pt>
                <c:pt idx="4686">
                  <c:v>77.412000000000006</c:v>
                </c:pt>
                <c:pt idx="4687">
                  <c:v>77.587000000000003</c:v>
                </c:pt>
                <c:pt idx="4688">
                  <c:v>77.793999999999997</c:v>
                </c:pt>
                <c:pt idx="4689">
                  <c:v>77.721000000000004</c:v>
                </c:pt>
                <c:pt idx="4690">
                  <c:v>77.572000000000003</c:v>
                </c:pt>
                <c:pt idx="4691">
                  <c:v>77.596999999999994</c:v>
                </c:pt>
                <c:pt idx="4692">
                  <c:v>77.150000000000006</c:v>
                </c:pt>
                <c:pt idx="4693">
                  <c:v>76.606999999999999</c:v>
                </c:pt>
                <c:pt idx="4694">
                  <c:v>76.218000000000004</c:v>
                </c:pt>
                <c:pt idx="4695">
                  <c:v>76.694999999999993</c:v>
                </c:pt>
                <c:pt idx="4696">
                  <c:v>76.647999999999996</c:v>
                </c:pt>
                <c:pt idx="4697">
                  <c:v>75.971999999999994</c:v>
                </c:pt>
                <c:pt idx="4698">
                  <c:v>75.888999999999996</c:v>
                </c:pt>
                <c:pt idx="4699">
                  <c:v>75.793000000000006</c:v>
                </c:pt>
                <c:pt idx="4700">
                  <c:v>76.174000000000007</c:v>
                </c:pt>
                <c:pt idx="4701">
                  <c:v>76.111000000000004</c:v>
                </c:pt>
                <c:pt idx="4702">
                  <c:v>76.418999999999997</c:v>
                </c:pt>
                <c:pt idx="4703">
                  <c:v>75.933999999999997</c:v>
                </c:pt>
                <c:pt idx="4704">
                  <c:v>75.977999999999994</c:v>
                </c:pt>
                <c:pt idx="4705">
                  <c:v>75.613</c:v>
                </c:pt>
                <c:pt idx="4706">
                  <c:v>75.573999999999998</c:v>
                </c:pt>
                <c:pt idx="4707">
                  <c:v>76.257999999999996</c:v>
                </c:pt>
                <c:pt idx="4708">
                  <c:v>76.174000000000007</c:v>
                </c:pt>
                <c:pt idx="4709">
                  <c:v>76.382999999999996</c:v>
                </c:pt>
                <c:pt idx="4710">
                  <c:v>76.866</c:v>
                </c:pt>
                <c:pt idx="4711">
                  <c:v>76.346000000000004</c:v>
                </c:pt>
                <c:pt idx="4712">
                  <c:v>76.400999999999996</c:v>
                </c:pt>
                <c:pt idx="4713">
                  <c:v>75.691999999999993</c:v>
                </c:pt>
                <c:pt idx="4714">
                  <c:v>75.972999999999999</c:v>
                </c:pt>
                <c:pt idx="4715">
                  <c:v>75.578999999999994</c:v>
                </c:pt>
                <c:pt idx="4716">
                  <c:v>75.545000000000002</c:v>
                </c:pt>
                <c:pt idx="4717">
                  <c:v>75.031999999999996</c:v>
                </c:pt>
                <c:pt idx="4718">
                  <c:v>75.177999999999997</c:v>
                </c:pt>
                <c:pt idx="4719">
                  <c:v>75.444999999999993</c:v>
                </c:pt>
                <c:pt idx="4720">
                  <c:v>75.37</c:v>
                </c:pt>
                <c:pt idx="4721">
                  <c:v>76.116</c:v>
                </c:pt>
                <c:pt idx="4722">
                  <c:v>76.141000000000005</c:v>
                </c:pt>
                <c:pt idx="4723">
                  <c:v>76.938000000000002</c:v>
                </c:pt>
                <c:pt idx="4724">
                  <c:v>76.67</c:v>
                </c:pt>
                <c:pt idx="4725">
                  <c:v>76.584000000000003</c:v>
                </c:pt>
                <c:pt idx="4726">
                  <c:v>76.314999999999998</c:v>
                </c:pt>
                <c:pt idx="4727">
                  <c:v>76.399000000000001</c:v>
                </c:pt>
                <c:pt idx="4728">
                  <c:v>76.155000000000001</c:v>
                </c:pt>
                <c:pt idx="4729">
                  <c:v>76.100999999999999</c:v>
                </c:pt>
                <c:pt idx="4730">
                  <c:v>76.257000000000005</c:v>
                </c:pt>
                <c:pt idx="4731">
                  <c:v>75.998000000000005</c:v>
                </c:pt>
                <c:pt idx="4732">
                  <c:v>76.116</c:v>
                </c:pt>
                <c:pt idx="4733">
                  <c:v>75.600999999999999</c:v>
                </c:pt>
                <c:pt idx="4734">
                  <c:v>75.52</c:v>
                </c:pt>
                <c:pt idx="4735">
                  <c:v>75.528999999999996</c:v>
                </c:pt>
                <c:pt idx="4736">
                  <c:v>74.763000000000005</c:v>
                </c:pt>
                <c:pt idx="4737">
                  <c:v>74.212999999999994</c:v>
                </c:pt>
                <c:pt idx="4738">
                  <c:v>73.721000000000004</c:v>
                </c:pt>
                <c:pt idx="4739">
                  <c:v>73.713999999999999</c:v>
                </c:pt>
                <c:pt idx="4740">
                  <c:v>73.703999999999994</c:v>
                </c:pt>
                <c:pt idx="4741">
                  <c:v>73.664000000000001</c:v>
                </c:pt>
                <c:pt idx="4742">
                  <c:v>73.478999999999999</c:v>
                </c:pt>
                <c:pt idx="4743">
                  <c:v>73.001000000000005</c:v>
                </c:pt>
                <c:pt idx="4744">
                  <c:v>73.027000000000001</c:v>
                </c:pt>
                <c:pt idx="4745">
                  <c:v>72.992999999999995</c:v>
                </c:pt>
                <c:pt idx="4746">
                  <c:v>73.277000000000001</c:v>
                </c:pt>
                <c:pt idx="4747">
                  <c:v>72.403999999999996</c:v>
                </c:pt>
                <c:pt idx="4748">
                  <c:v>72.072000000000003</c:v>
                </c:pt>
                <c:pt idx="4749">
                  <c:v>71.656999999999996</c:v>
                </c:pt>
                <c:pt idx="4750">
                  <c:v>71.459000000000003</c:v>
                </c:pt>
                <c:pt idx="4751">
                  <c:v>71.570999999999998</c:v>
                </c:pt>
                <c:pt idx="4752">
                  <c:v>72.144000000000005</c:v>
                </c:pt>
                <c:pt idx="4753">
                  <c:v>72.747</c:v>
                </c:pt>
                <c:pt idx="4754">
                  <c:v>72.709000000000003</c:v>
                </c:pt>
                <c:pt idx="4755">
                  <c:v>72.948999999999998</c:v>
                </c:pt>
                <c:pt idx="4756">
                  <c:v>72.275999999999996</c:v>
                </c:pt>
                <c:pt idx="4757">
                  <c:v>71.506</c:v>
                </c:pt>
                <c:pt idx="4758">
                  <c:v>71.66</c:v>
                </c:pt>
                <c:pt idx="4759">
                  <c:v>71.677999999999997</c:v>
                </c:pt>
                <c:pt idx="4760">
                  <c:v>71.802000000000007</c:v>
                </c:pt>
                <c:pt idx="4761">
                  <c:v>72.563000000000002</c:v>
                </c:pt>
                <c:pt idx="4762">
                  <c:v>72.259</c:v>
                </c:pt>
                <c:pt idx="4763">
                  <c:v>72.216999999999999</c:v>
                </c:pt>
                <c:pt idx="4764">
                  <c:v>72.021000000000001</c:v>
                </c:pt>
                <c:pt idx="4765">
                  <c:v>72.201999999999998</c:v>
                </c:pt>
                <c:pt idx="4766">
                  <c:v>72.231999999999999</c:v>
                </c:pt>
                <c:pt idx="4767">
                  <c:v>71.832999999999998</c:v>
                </c:pt>
                <c:pt idx="4768">
                  <c:v>72.117000000000004</c:v>
                </c:pt>
                <c:pt idx="4769">
                  <c:v>71.808000000000007</c:v>
                </c:pt>
                <c:pt idx="4770">
                  <c:v>71.875</c:v>
                </c:pt>
                <c:pt idx="4771">
                  <c:v>72.022999999999996</c:v>
                </c:pt>
                <c:pt idx="4772">
                  <c:v>71.408000000000001</c:v>
                </c:pt>
                <c:pt idx="4773">
                  <c:v>71.680000000000007</c:v>
                </c:pt>
                <c:pt idx="4774">
                  <c:v>72.012</c:v>
                </c:pt>
                <c:pt idx="4775">
                  <c:v>71.647000000000006</c:v>
                </c:pt>
                <c:pt idx="4776">
                  <c:v>71.328999999999994</c:v>
                </c:pt>
                <c:pt idx="4777">
                  <c:v>71.819000000000003</c:v>
                </c:pt>
                <c:pt idx="4778">
                  <c:v>72.534999999999997</c:v>
                </c:pt>
                <c:pt idx="4779">
                  <c:v>72.790000000000006</c:v>
                </c:pt>
                <c:pt idx="4780">
                  <c:v>72.504000000000005</c:v>
                </c:pt>
                <c:pt idx="4781">
                  <c:v>72.894999999999996</c:v>
                </c:pt>
                <c:pt idx="4782">
                  <c:v>72.509</c:v>
                </c:pt>
                <c:pt idx="4783">
                  <c:v>73.275000000000006</c:v>
                </c:pt>
                <c:pt idx="4784">
                  <c:v>73.5</c:v>
                </c:pt>
                <c:pt idx="4785">
                  <c:v>73.19</c:v>
                </c:pt>
                <c:pt idx="4786">
                  <c:v>72.998999999999995</c:v>
                </c:pt>
                <c:pt idx="4787">
                  <c:v>73.513999999999996</c:v>
                </c:pt>
                <c:pt idx="4788">
                  <c:v>73.477000000000004</c:v>
                </c:pt>
                <c:pt idx="4789">
                  <c:v>73.05</c:v>
                </c:pt>
                <c:pt idx="4790">
                  <c:v>72.947000000000003</c:v>
                </c:pt>
                <c:pt idx="4791">
                  <c:v>73.272999999999996</c:v>
                </c:pt>
                <c:pt idx="4792">
                  <c:v>73.399000000000001</c:v>
                </c:pt>
                <c:pt idx="4793">
                  <c:v>73.349999999999994</c:v>
                </c:pt>
                <c:pt idx="4794">
                  <c:v>72.843999999999994</c:v>
                </c:pt>
                <c:pt idx="4795">
                  <c:v>73.045000000000002</c:v>
                </c:pt>
                <c:pt idx="4796">
                  <c:v>72.405000000000001</c:v>
                </c:pt>
                <c:pt idx="4797">
                  <c:v>71.938000000000002</c:v>
                </c:pt>
                <c:pt idx="4798">
                  <c:v>71.899000000000001</c:v>
                </c:pt>
                <c:pt idx="4799">
                  <c:v>71.888000000000005</c:v>
                </c:pt>
                <c:pt idx="4800">
                  <c:v>71.989999999999995</c:v>
                </c:pt>
                <c:pt idx="4801">
                  <c:v>72.337999999999994</c:v>
                </c:pt>
                <c:pt idx="4802">
                  <c:v>72.546999999999997</c:v>
                </c:pt>
                <c:pt idx="4803">
                  <c:v>73.022999999999996</c:v>
                </c:pt>
                <c:pt idx="4804">
                  <c:v>72.879000000000005</c:v>
                </c:pt>
                <c:pt idx="4805">
                  <c:v>72.929000000000002</c:v>
                </c:pt>
                <c:pt idx="4806">
                  <c:v>73.239999999999995</c:v>
                </c:pt>
                <c:pt idx="4807">
                  <c:v>73.424000000000007</c:v>
                </c:pt>
                <c:pt idx="4808">
                  <c:v>73.037999999999997</c:v>
                </c:pt>
                <c:pt idx="4809">
                  <c:v>72.39</c:v>
                </c:pt>
                <c:pt idx="4810">
                  <c:v>72.853999999999999</c:v>
                </c:pt>
                <c:pt idx="4811">
                  <c:v>73.695999999999998</c:v>
                </c:pt>
                <c:pt idx="4812">
                  <c:v>73.209000000000003</c:v>
                </c:pt>
                <c:pt idx="4813">
                  <c:v>73.858999999999995</c:v>
                </c:pt>
                <c:pt idx="4814">
                  <c:v>74.146000000000001</c:v>
                </c:pt>
                <c:pt idx="4815">
                  <c:v>73.61</c:v>
                </c:pt>
                <c:pt idx="4816">
                  <c:v>73.513999999999996</c:v>
                </c:pt>
                <c:pt idx="4817">
                  <c:v>73.44</c:v>
                </c:pt>
                <c:pt idx="4818">
                  <c:v>73.483000000000004</c:v>
                </c:pt>
                <c:pt idx="4819">
                  <c:v>73.03</c:v>
                </c:pt>
                <c:pt idx="4820">
                  <c:v>73.433999999999997</c:v>
                </c:pt>
                <c:pt idx="4821">
                  <c:v>73.241</c:v>
                </c:pt>
                <c:pt idx="4822">
                  <c:v>72.933000000000007</c:v>
                </c:pt>
                <c:pt idx="4823">
                  <c:v>72.486999999999995</c:v>
                </c:pt>
                <c:pt idx="4824">
                  <c:v>72.36</c:v>
                </c:pt>
                <c:pt idx="4825">
                  <c:v>72.462999999999994</c:v>
                </c:pt>
                <c:pt idx="4826">
                  <c:v>72.369</c:v>
                </c:pt>
                <c:pt idx="4827">
                  <c:v>72.028999999999996</c:v>
                </c:pt>
                <c:pt idx="4828">
                  <c:v>72.742000000000004</c:v>
                </c:pt>
                <c:pt idx="4829">
                  <c:v>72.730999999999995</c:v>
                </c:pt>
                <c:pt idx="4830">
                  <c:v>72.67</c:v>
                </c:pt>
                <c:pt idx="4831">
                  <c:v>73.012</c:v>
                </c:pt>
                <c:pt idx="4832">
                  <c:v>72.58</c:v>
                </c:pt>
                <c:pt idx="4833">
                  <c:v>72.492999999999995</c:v>
                </c:pt>
                <c:pt idx="4834">
                  <c:v>72.096000000000004</c:v>
                </c:pt>
                <c:pt idx="4835">
                  <c:v>71.915000000000006</c:v>
                </c:pt>
                <c:pt idx="4836">
                  <c:v>71.872</c:v>
                </c:pt>
                <c:pt idx="4837">
                  <c:v>72.063999999999993</c:v>
                </c:pt>
                <c:pt idx="4838">
                  <c:v>72.242000000000004</c:v>
                </c:pt>
                <c:pt idx="4839">
                  <c:v>72.188999999999993</c:v>
                </c:pt>
                <c:pt idx="4840">
                  <c:v>71.989999999999995</c:v>
                </c:pt>
                <c:pt idx="4841">
                  <c:v>72.445999999999998</c:v>
                </c:pt>
                <c:pt idx="4842">
                  <c:v>72.811000000000007</c:v>
                </c:pt>
                <c:pt idx="4843">
                  <c:v>72.933000000000007</c:v>
                </c:pt>
                <c:pt idx="4844">
                  <c:v>72.86</c:v>
                </c:pt>
                <c:pt idx="4845">
                  <c:v>72.649000000000001</c:v>
                </c:pt>
                <c:pt idx="4846">
                  <c:v>73.308999999999997</c:v>
                </c:pt>
                <c:pt idx="4847">
                  <c:v>73.322000000000003</c:v>
                </c:pt>
                <c:pt idx="4848">
                  <c:v>73.227000000000004</c:v>
                </c:pt>
                <c:pt idx="4849">
                  <c:v>73.424000000000007</c:v>
                </c:pt>
                <c:pt idx="4850">
                  <c:v>73.462000000000003</c:v>
                </c:pt>
                <c:pt idx="4851">
                  <c:v>73.881</c:v>
                </c:pt>
                <c:pt idx="4852">
                  <c:v>74.244</c:v>
                </c:pt>
                <c:pt idx="4853">
                  <c:v>74.546999999999997</c:v>
                </c:pt>
                <c:pt idx="4854">
                  <c:v>75.844999999999999</c:v>
                </c:pt>
                <c:pt idx="4855">
                  <c:v>76.125</c:v>
                </c:pt>
                <c:pt idx="4856">
                  <c:v>76.152000000000001</c:v>
                </c:pt>
                <c:pt idx="4857">
                  <c:v>76.207999999999998</c:v>
                </c:pt>
                <c:pt idx="4858">
                  <c:v>76.668999999999997</c:v>
                </c:pt>
                <c:pt idx="4859">
                  <c:v>77.180000000000007</c:v>
                </c:pt>
                <c:pt idx="4860">
                  <c:v>77.117000000000004</c:v>
                </c:pt>
                <c:pt idx="4861">
                  <c:v>76.838999999999999</c:v>
                </c:pt>
                <c:pt idx="4862">
                  <c:v>76.957999999999998</c:v>
                </c:pt>
                <c:pt idx="4863">
                  <c:v>76.195999999999998</c:v>
                </c:pt>
                <c:pt idx="4864">
                  <c:v>76.805000000000007</c:v>
                </c:pt>
                <c:pt idx="4865">
                  <c:v>76.793000000000006</c:v>
                </c:pt>
                <c:pt idx="4866">
                  <c:v>77.251000000000005</c:v>
                </c:pt>
                <c:pt idx="4867">
                  <c:v>77.051000000000002</c:v>
                </c:pt>
                <c:pt idx="4868">
                  <c:v>77.150999999999996</c:v>
                </c:pt>
                <c:pt idx="4869">
                  <c:v>77.381</c:v>
                </c:pt>
                <c:pt idx="4870">
                  <c:v>77.644000000000005</c:v>
                </c:pt>
                <c:pt idx="4871">
                  <c:v>78.061000000000007</c:v>
                </c:pt>
                <c:pt idx="4872">
                  <c:v>78.087000000000003</c:v>
                </c:pt>
                <c:pt idx="4873">
                  <c:v>78.61</c:v>
                </c:pt>
                <c:pt idx="4874">
                  <c:v>78.932000000000002</c:v>
                </c:pt>
                <c:pt idx="4875">
                  <c:v>79.588999999999999</c:v>
                </c:pt>
                <c:pt idx="4876">
                  <c:v>79.247</c:v>
                </c:pt>
                <c:pt idx="4877">
                  <c:v>79.844999999999999</c:v>
                </c:pt>
                <c:pt idx="4878">
                  <c:v>80.146000000000001</c:v>
                </c:pt>
                <c:pt idx="4879">
                  <c:v>78.965999999999994</c:v>
                </c:pt>
                <c:pt idx="4880">
                  <c:v>78.909000000000006</c:v>
                </c:pt>
                <c:pt idx="4881">
                  <c:v>79.067999999999998</c:v>
                </c:pt>
                <c:pt idx="4882">
                  <c:v>78.094999999999999</c:v>
                </c:pt>
                <c:pt idx="4883">
                  <c:v>78.019000000000005</c:v>
                </c:pt>
                <c:pt idx="4884">
                  <c:v>77.680000000000007</c:v>
                </c:pt>
                <c:pt idx="4885">
                  <c:v>76.150999999999996</c:v>
                </c:pt>
                <c:pt idx="4886">
                  <c:v>76.468000000000004</c:v>
                </c:pt>
                <c:pt idx="4887">
                  <c:v>76.787999999999997</c:v>
                </c:pt>
                <c:pt idx="4888">
                  <c:v>76.994</c:v>
                </c:pt>
                <c:pt idx="4889">
                  <c:v>76.953000000000003</c:v>
                </c:pt>
                <c:pt idx="4890">
                  <c:v>77.471000000000004</c:v>
                </c:pt>
                <c:pt idx="4891">
                  <c:v>79.447999999999993</c:v>
                </c:pt>
                <c:pt idx="4892">
                  <c:v>79.462999999999994</c:v>
                </c:pt>
                <c:pt idx="4893">
                  <c:v>80.438999999999993</c:v>
                </c:pt>
                <c:pt idx="4894">
                  <c:v>80.313000000000002</c:v>
                </c:pt>
                <c:pt idx="4895">
                  <c:v>81.674999999999997</c:v>
                </c:pt>
                <c:pt idx="4896">
                  <c:v>80.972999999999999</c:v>
                </c:pt>
                <c:pt idx="4897">
                  <c:v>80.912999999999997</c:v>
                </c:pt>
                <c:pt idx="4898">
                  <c:v>81.162999999999997</c:v>
                </c:pt>
                <c:pt idx="4899">
                  <c:v>82.997</c:v>
                </c:pt>
                <c:pt idx="4900">
                  <c:v>81.876000000000005</c:v>
                </c:pt>
                <c:pt idx="4901">
                  <c:v>81.363</c:v>
                </c:pt>
                <c:pt idx="4902">
                  <c:v>82.05</c:v>
                </c:pt>
                <c:pt idx="4903">
                  <c:v>82.454999999999998</c:v>
                </c:pt>
                <c:pt idx="4904">
                  <c:v>82.412999999999997</c:v>
                </c:pt>
                <c:pt idx="4905">
                  <c:v>83.1</c:v>
                </c:pt>
                <c:pt idx="4906">
                  <c:v>83.99</c:v>
                </c:pt>
                <c:pt idx="4907">
                  <c:v>85.37</c:v>
                </c:pt>
                <c:pt idx="4908">
                  <c:v>85.36</c:v>
                </c:pt>
                <c:pt idx="4909">
                  <c:v>86.44</c:v>
                </c:pt>
                <c:pt idx="4910">
                  <c:v>86.933999999999997</c:v>
                </c:pt>
                <c:pt idx="4911">
                  <c:v>87.028000000000006</c:v>
                </c:pt>
                <c:pt idx="4912">
                  <c:v>85.070999999999998</c:v>
                </c:pt>
                <c:pt idx="4913">
                  <c:v>84.555999999999997</c:v>
                </c:pt>
                <c:pt idx="4914">
                  <c:v>85.632999999999996</c:v>
                </c:pt>
                <c:pt idx="4915">
                  <c:v>86.353999999999999</c:v>
                </c:pt>
                <c:pt idx="4916">
                  <c:v>84.784000000000006</c:v>
                </c:pt>
                <c:pt idx="4917">
                  <c:v>84.605999999999995</c:v>
                </c:pt>
                <c:pt idx="4918">
                  <c:v>85.893000000000001</c:v>
                </c:pt>
                <c:pt idx="4919">
                  <c:v>85.906999999999996</c:v>
                </c:pt>
                <c:pt idx="4920">
                  <c:v>85.912000000000006</c:v>
                </c:pt>
                <c:pt idx="4921">
                  <c:v>87.075000000000003</c:v>
                </c:pt>
                <c:pt idx="4922">
                  <c:v>87.47</c:v>
                </c:pt>
                <c:pt idx="4923">
                  <c:v>86.938000000000002</c:v>
                </c:pt>
                <c:pt idx="4924">
                  <c:v>86.364999999999995</c:v>
                </c:pt>
                <c:pt idx="4925">
                  <c:v>86.807000000000002</c:v>
                </c:pt>
                <c:pt idx="4926">
                  <c:v>87.372</c:v>
                </c:pt>
                <c:pt idx="4927">
                  <c:v>87.311999999999998</c:v>
                </c:pt>
                <c:pt idx="4928">
                  <c:v>87.968999999999994</c:v>
                </c:pt>
                <c:pt idx="4929">
                  <c:v>88.191000000000003</c:v>
                </c:pt>
                <c:pt idx="4930">
                  <c:v>86.081000000000003</c:v>
                </c:pt>
                <c:pt idx="4931">
                  <c:v>85</c:v>
                </c:pt>
                <c:pt idx="4932">
                  <c:v>85.667000000000002</c:v>
                </c:pt>
                <c:pt idx="4933">
                  <c:v>85.566999999999993</c:v>
                </c:pt>
                <c:pt idx="4934">
                  <c:v>86.516999999999996</c:v>
                </c:pt>
                <c:pt idx="4935">
                  <c:v>86.724000000000004</c:v>
                </c:pt>
                <c:pt idx="4936">
                  <c:v>86.701999999999998</c:v>
                </c:pt>
                <c:pt idx="4937">
                  <c:v>87.03</c:v>
                </c:pt>
                <c:pt idx="4938">
                  <c:v>86.444000000000003</c:v>
                </c:pt>
                <c:pt idx="4939">
                  <c:v>87.120999999999995</c:v>
                </c:pt>
                <c:pt idx="4940">
                  <c:v>85.56</c:v>
                </c:pt>
                <c:pt idx="4941">
                  <c:v>85.837000000000003</c:v>
                </c:pt>
                <c:pt idx="4942">
                  <c:v>85.483999999999995</c:v>
                </c:pt>
                <c:pt idx="4943">
                  <c:v>83.834000000000003</c:v>
                </c:pt>
                <c:pt idx="4944">
                  <c:v>83.644000000000005</c:v>
                </c:pt>
                <c:pt idx="4945">
                  <c:v>82.27</c:v>
                </c:pt>
                <c:pt idx="4946">
                  <c:v>80.683000000000007</c:v>
                </c:pt>
                <c:pt idx="4947">
                  <c:v>78.908000000000001</c:v>
                </c:pt>
                <c:pt idx="4948">
                  <c:v>79.466999999999999</c:v>
                </c:pt>
                <c:pt idx="4949">
                  <c:v>81.298000000000002</c:v>
                </c:pt>
                <c:pt idx="4950">
                  <c:v>81.093000000000004</c:v>
                </c:pt>
                <c:pt idx="4951">
                  <c:v>81.241</c:v>
                </c:pt>
                <c:pt idx="4952">
                  <c:v>81.213999999999999</c:v>
                </c:pt>
                <c:pt idx="4953">
                  <c:v>81.213999999999999</c:v>
                </c:pt>
                <c:pt idx="4954">
                  <c:v>80.891999999999996</c:v>
                </c:pt>
                <c:pt idx="4955">
                  <c:v>80.685000000000002</c:v>
                </c:pt>
                <c:pt idx="4956">
                  <c:v>80.899000000000001</c:v>
                </c:pt>
                <c:pt idx="4957">
                  <c:v>81.308000000000007</c:v>
                </c:pt>
                <c:pt idx="4958">
                  <c:v>81.308000000000007</c:v>
                </c:pt>
                <c:pt idx="4959">
                  <c:v>81.838999999999999</c:v>
                </c:pt>
                <c:pt idx="4960">
                  <c:v>82.637</c:v>
                </c:pt>
                <c:pt idx="4961">
                  <c:v>82.85</c:v>
                </c:pt>
                <c:pt idx="4962">
                  <c:v>82.275000000000006</c:v>
                </c:pt>
                <c:pt idx="4963">
                  <c:v>81.536000000000001</c:v>
                </c:pt>
                <c:pt idx="4964">
                  <c:v>82.662999999999997</c:v>
                </c:pt>
                <c:pt idx="4965">
                  <c:v>83.019000000000005</c:v>
                </c:pt>
                <c:pt idx="4966">
                  <c:v>84.265000000000001</c:v>
                </c:pt>
                <c:pt idx="4967">
                  <c:v>84.418999999999997</c:v>
                </c:pt>
                <c:pt idx="4968">
                  <c:v>84.44</c:v>
                </c:pt>
                <c:pt idx="4969">
                  <c:v>84.212000000000003</c:v>
                </c:pt>
                <c:pt idx="4970">
                  <c:v>84.721999999999994</c:v>
                </c:pt>
                <c:pt idx="4971">
                  <c:v>86.215999999999994</c:v>
                </c:pt>
                <c:pt idx="4972">
                  <c:v>85.816999999999993</c:v>
                </c:pt>
                <c:pt idx="4973">
                  <c:v>85.52</c:v>
                </c:pt>
                <c:pt idx="4974">
                  <c:v>85.608000000000004</c:v>
                </c:pt>
                <c:pt idx="4975">
                  <c:v>84.727000000000004</c:v>
                </c:pt>
                <c:pt idx="4976">
                  <c:v>84.426000000000002</c:v>
                </c:pt>
                <c:pt idx="4977">
                  <c:v>84.671999999999997</c:v>
                </c:pt>
                <c:pt idx="4978">
                  <c:v>85.277000000000001</c:v>
                </c:pt>
                <c:pt idx="4979">
                  <c:v>85.998999999999995</c:v>
                </c:pt>
                <c:pt idx="4980">
                  <c:v>86.072999999999993</c:v>
                </c:pt>
                <c:pt idx="4981">
                  <c:v>85.05</c:v>
                </c:pt>
                <c:pt idx="4982">
                  <c:v>85.701999999999998</c:v>
                </c:pt>
                <c:pt idx="4983">
                  <c:v>86.057000000000002</c:v>
                </c:pt>
                <c:pt idx="4984">
                  <c:v>85.346000000000004</c:v>
                </c:pt>
                <c:pt idx="4985">
                  <c:v>84.792000000000002</c:v>
                </c:pt>
                <c:pt idx="4986">
                  <c:v>85.807000000000002</c:v>
                </c:pt>
                <c:pt idx="4987">
                  <c:v>85.775999999999996</c:v>
                </c:pt>
                <c:pt idx="4988">
                  <c:v>86.546999999999997</c:v>
                </c:pt>
                <c:pt idx="4989">
                  <c:v>86.040999999999997</c:v>
                </c:pt>
                <c:pt idx="4990">
                  <c:v>86.66</c:v>
                </c:pt>
                <c:pt idx="4991">
                  <c:v>87.581000000000003</c:v>
                </c:pt>
                <c:pt idx="4992">
                  <c:v>88.007000000000005</c:v>
                </c:pt>
                <c:pt idx="4993">
                  <c:v>87.438999999999993</c:v>
                </c:pt>
                <c:pt idx="4994">
                  <c:v>86.488</c:v>
                </c:pt>
                <c:pt idx="4995">
                  <c:v>87.24</c:v>
                </c:pt>
                <c:pt idx="4996">
                  <c:v>86.894999999999996</c:v>
                </c:pt>
                <c:pt idx="4997">
                  <c:v>87.906000000000006</c:v>
                </c:pt>
                <c:pt idx="4998">
                  <c:v>87.727000000000004</c:v>
                </c:pt>
                <c:pt idx="4999">
                  <c:v>88.007999999999996</c:v>
                </c:pt>
                <c:pt idx="5000">
                  <c:v>88.94</c:v>
                </c:pt>
                <c:pt idx="5001">
                  <c:v>88.91</c:v>
                </c:pt>
                <c:pt idx="5002">
                  <c:v>88.576999999999998</c:v>
                </c:pt>
                <c:pt idx="5003">
                  <c:v>89.105000000000004</c:v>
                </c:pt>
                <c:pt idx="5004">
                  <c:v>88.512</c:v>
                </c:pt>
                <c:pt idx="5005">
                  <c:v>89.009</c:v>
                </c:pt>
                <c:pt idx="5006">
                  <c:v>88.927000000000007</c:v>
                </c:pt>
                <c:pt idx="5007">
                  <c:v>87.867999999999995</c:v>
                </c:pt>
                <c:pt idx="5008">
                  <c:v>87.66</c:v>
                </c:pt>
                <c:pt idx="5009">
                  <c:v>87.427999999999997</c:v>
                </c:pt>
                <c:pt idx="5010">
                  <c:v>86.945999999999998</c:v>
                </c:pt>
                <c:pt idx="5011">
                  <c:v>86.933000000000007</c:v>
                </c:pt>
                <c:pt idx="5012">
                  <c:v>84.594999999999999</c:v>
                </c:pt>
                <c:pt idx="5013">
                  <c:v>83.129000000000005</c:v>
                </c:pt>
                <c:pt idx="5014">
                  <c:v>83.840999999999994</c:v>
                </c:pt>
                <c:pt idx="5015">
                  <c:v>83.426000000000002</c:v>
                </c:pt>
                <c:pt idx="5016">
                  <c:v>83.858000000000004</c:v>
                </c:pt>
                <c:pt idx="5017">
                  <c:v>83.808000000000007</c:v>
                </c:pt>
                <c:pt idx="5018">
                  <c:v>84.165000000000006</c:v>
                </c:pt>
                <c:pt idx="5019">
                  <c:v>85.111000000000004</c:v>
                </c:pt>
                <c:pt idx="5020">
                  <c:v>85.869</c:v>
                </c:pt>
                <c:pt idx="5021">
                  <c:v>85.43</c:v>
                </c:pt>
                <c:pt idx="5022">
                  <c:v>85.503</c:v>
                </c:pt>
                <c:pt idx="5023">
                  <c:v>84.445999999999998</c:v>
                </c:pt>
                <c:pt idx="5024">
                  <c:v>84.165000000000006</c:v>
                </c:pt>
                <c:pt idx="5025">
                  <c:v>84.570999999999998</c:v>
                </c:pt>
                <c:pt idx="5026">
                  <c:v>85.287999999999997</c:v>
                </c:pt>
                <c:pt idx="5027">
                  <c:v>85.361000000000004</c:v>
                </c:pt>
                <c:pt idx="5028">
                  <c:v>85.786000000000001</c:v>
                </c:pt>
                <c:pt idx="5029">
                  <c:v>85.786000000000001</c:v>
                </c:pt>
                <c:pt idx="5030">
                  <c:v>84.635000000000005</c:v>
                </c:pt>
                <c:pt idx="5031">
                  <c:v>84.641999999999996</c:v>
                </c:pt>
                <c:pt idx="5032">
                  <c:v>85.081000000000003</c:v>
                </c:pt>
                <c:pt idx="5033">
                  <c:v>85.227000000000004</c:v>
                </c:pt>
                <c:pt idx="5034">
                  <c:v>85.980999999999995</c:v>
                </c:pt>
                <c:pt idx="5035">
                  <c:v>86.637</c:v>
                </c:pt>
                <c:pt idx="5036">
                  <c:v>86.578999999999994</c:v>
                </c:pt>
                <c:pt idx="5037">
                  <c:v>86.191000000000003</c:v>
                </c:pt>
                <c:pt idx="5038">
                  <c:v>85.516999999999996</c:v>
                </c:pt>
                <c:pt idx="5039">
                  <c:v>84.713999999999999</c:v>
                </c:pt>
                <c:pt idx="5040">
                  <c:v>85.695999999999998</c:v>
                </c:pt>
                <c:pt idx="5041">
                  <c:v>85.158000000000001</c:v>
                </c:pt>
                <c:pt idx="5042">
                  <c:v>84.474000000000004</c:v>
                </c:pt>
                <c:pt idx="5043">
                  <c:v>84.614000000000004</c:v>
                </c:pt>
                <c:pt idx="5044">
                  <c:v>84.546000000000006</c:v>
                </c:pt>
                <c:pt idx="5045">
                  <c:v>83.97</c:v>
                </c:pt>
                <c:pt idx="5046">
                  <c:v>84.156999999999996</c:v>
                </c:pt>
                <c:pt idx="5047">
                  <c:v>83.802999999999997</c:v>
                </c:pt>
                <c:pt idx="5048">
                  <c:v>83.941000000000003</c:v>
                </c:pt>
                <c:pt idx="5049">
                  <c:v>82.528999999999996</c:v>
                </c:pt>
                <c:pt idx="5050">
                  <c:v>82.677999999999997</c:v>
                </c:pt>
                <c:pt idx="5051">
                  <c:v>82.305999999999997</c:v>
                </c:pt>
                <c:pt idx="5052">
                  <c:v>82.498999999999995</c:v>
                </c:pt>
                <c:pt idx="5053">
                  <c:v>82.278999999999996</c:v>
                </c:pt>
                <c:pt idx="5054">
                  <c:v>83.024000000000001</c:v>
                </c:pt>
                <c:pt idx="5055">
                  <c:v>82.667000000000002</c:v>
                </c:pt>
                <c:pt idx="5056">
                  <c:v>81.977999999999994</c:v>
                </c:pt>
                <c:pt idx="5057">
                  <c:v>80.984999999999999</c:v>
                </c:pt>
                <c:pt idx="5058">
                  <c:v>80.558000000000007</c:v>
                </c:pt>
                <c:pt idx="5059">
                  <c:v>79.957999999999998</c:v>
                </c:pt>
                <c:pt idx="5060">
                  <c:v>80.024000000000001</c:v>
                </c:pt>
                <c:pt idx="5061">
                  <c:v>80.131</c:v>
                </c:pt>
                <c:pt idx="5062">
                  <c:v>80.331999999999994</c:v>
                </c:pt>
                <c:pt idx="5063">
                  <c:v>80.433000000000007</c:v>
                </c:pt>
                <c:pt idx="5064">
                  <c:v>79.347999999999999</c:v>
                </c:pt>
                <c:pt idx="5065">
                  <c:v>79.171000000000006</c:v>
                </c:pt>
                <c:pt idx="5066">
                  <c:v>78.403999999999996</c:v>
                </c:pt>
                <c:pt idx="5067">
                  <c:v>79.5</c:v>
                </c:pt>
                <c:pt idx="5068">
                  <c:v>79.414000000000001</c:v>
                </c:pt>
                <c:pt idx="5069">
                  <c:v>80.67</c:v>
                </c:pt>
                <c:pt idx="5070">
                  <c:v>80.909000000000006</c:v>
                </c:pt>
                <c:pt idx="5071">
                  <c:v>79.787000000000006</c:v>
                </c:pt>
                <c:pt idx="5072">
                  <c:v>80.328999999999994</c:v>
                </c:pt>
                <c:pt idx="5073">
                  <c:v>79.41</c:v>
                </c:pt>
                <c:pt idx="5074">
                  <c:v>80.141999999999996</c:v>
                </c:pt>
                <c:pt idx="5075">
                  <c:v>81.14</c:v>
                </c:pt>
                <c:pt idx="5076">
                  <c:v>80.709000000000003</c:v>
                </c:pt>
                <c:pt idx="5077">
                  <c:v>80.168999999999997</c:v>
                </c:pt>
                <c:pt idx="5078">
                  <c:v>80.608999999999995</c:v>
                </c:pt>
                <c:pt idx="5079">
                  <c:v>80.263999999999996</c:v>
                </c:pt>
                <c:pt idx="5080">
                  <c:v>80.783000000000001</c:v>
                </c:pt>
                <c:pt idx="5081">
                  <c:v>79.840999999999994</c:v>
                </c:pt>
                <c:pt idx="5082">
                  <c:v>80.555999999999997</c:v>
                </c:pt>
                <c:pt idx="5083">
                  <c:v>80.403000000000006</c:v>
                </c:pt>
                <c:pt idx="5084">
                  <c:v>79.878</c:v>
                </c:pt>
                <c:pt idx="5085">
                  <c:v>79.834999999999994</c:v>
                </c:pt>
                <c:pt idx="5086">
                  <c:v>80.132999999999996</c:v>
                </c:pt>
                <c:pt idx="5087">
                  <c:v>79.634</c:v>
                </c:pt>
                <c:pt idx="5088">
                  <c:v>80.150999999999996</c:v>
                </c:pt>
                <c:pt idx="5089">
                  <c:v>80.382000000000005</c:v>
                </c:pt>
                <c:pt idx="5090">
                  <c:v>80.453999999999994</c:v>
                </c:pt>
                <c:pt idx="5091">
                  <c:v>80.620999999999995</c:v>
                </c:pt>
                <c:pt idx="5092">
                  <c:v>80.766000000000005</c:v>
                </c:pt>
                <c:pt idx="5093">
                  <c:v>79.864000000000004</c:v>
                </c:pt>
                <c:pt idx="5094">
                  <c:v>80.233000000000004</c:v>
                </c:pt>
                <c:pt idx="5095">
                  <c:v>80.126000000000005</c:v>
                </c:pt>
                <c:pt idx="5096">
                  <c:v>80.183999999999997</c:v>
                </c:pt>
                <c:pt idx="5097">
                  <c:v>79.316000000000003</c:v>
                </c:pt>
                <c:pt idx="5098">
                  <c:v>79.215999999999994</c:v>
                </c:pt>
                <c:pt idx="5099">
                  <c:v>79.346999999999994</c:v>
                </c:pt>
                <c:pt idx="5100">
                  <c:v>78.906999999999996</c:v>
                </c:pt>
                <c:pt idx="5101">
                  <c:v>78.927000000000007</c:v>
                </c:pt>
                <c:pt idx="5102">
                  <c:v>78.706000000000003</c:v>
                </c:pt>
                <c:pt idx="5103">
                  <c:v>78.802999999999997</c:v>
                </c:pt>
                <c:pt idx="5104">
                  <c:v>78.748999999999995</c:v>
                </c:pt>
                <c:pt idx="5105">
                  <c:v>78.626000000000005</c:v>
                </c:pt>
                <c:pt idx="5106">
                  <c:v>78.849999999999994</c:v>
                </c:pt>
                <c:pt idx="5107">
                  <c:v>79.63</c:v>
                </c:pt>
                <c:pt idx="5108">
                  <c:v>79.284999999999997</c:v>
                </c:pt>
                <c:pt idx="5109">
                  <c:v>78.346999999999994</c:v>
                </c:pt>
                <c:pt idx="5110">
                  <c:v>77.638999999999996</c:v>
                </c:pt>
                <c:pt idx="5111">
                  <c:v>77.765000000000001</c:v>
                </c:pt>
                <c:pt idx="5112">
                  <c:v>77.516999999999996</c:v>
                </c:pt>
                <c:pt idx="5113">
                  <c:v>78.064999999999998</c:v>
                </c:pt>
                <c:pt idx="5114">
                  <c:v>78.974999999999994</c:v>
                </c:pt>
                <c:pt idx="5115">
                  <c:v>79.256</c:v>
                </c:pt>
                <c:pt idx="5116">
                  <c:v>79.176000000000002</c:v>
                </c:pt>
                <c:pt idx="5117">
                  <c:v>78.790000000000006</c:v>
                </c:pt>
                <c:pt idx="5118">
                  <c:v>78.489000000000004</c:v>
                </c:pt>
                <c:pt idx="5119">
                  <c:v>78.885000000000005</c:v>
                </c:pt>
                <c:pt idx="5120">
                  <c:v>79.292000000000002</c:v>
                </c:pt>
                <c:pt idx="5121">
                  <c:v>78.936999999999998</c:v>
                </c:pt>
                <c:pt idx="5122">
                  <c:v>78.468999999999994</c:v>
                </c:pt>
                <c:pt idx="5123">
                  <c:v>78.384</c:v>
                </c:pt>
                <c:pt idx="5124">
                  <c:v>78.043999999999997</c:v>
                </c:pt>
                <c:pt idx="5125">
                  <c:v>78.271000000000001</c:v>
                </c:pt>
                <c:pt idx="5126">
                  <c:v>78.242999999999995</c:v>
                </c:pt>
                <c:pt idx="5127">
                  <c:v>78.661000000000001</c:v>
                </c:pt>
                <c:pt idx="5128">
                  <c:v>78.009</c:v>
                </c:pt>
                <c:pt idx="5129">
                  <c:v>78.366</c:v>
                </c:pt>
                <c:pt idx="5130">
                  <c:v>78.171999999999997</c:v>
                </c:pt>
                <c:pt idx="5131">
                  <c:v>78.760000000000005</c:v>
                </c:pt>
                <c:pt idx="5132">
                  <c:v>78.376000000000005</c:v>
                </c:pt>
                <c:pt idx="5133">
                  <c:v>78.465000000000003</c:v>
                </c:pt>
                <c:pt idx="5134">
                  <c:v>78.135999999999996</c:v>
                </c:pt>
                <c:pt idx="5135">
                  <c:v>78.012</c:v>
                </c:pt>
                <c:pt idx="5136">
                  <c:v>77.322999999999993</c:v>
                </c:pt>
                <c:pt idx="5137">
                  <c:v>77.09</c:v>
                </c:pt>
                <c:pt idx="5138">
                  <c:v>76.816999999999993</c:v>
                </c:pt>
                <c:pt idx="5139">
                  <c:v>76.608000000000004</c:v>
                </c:pt>
                <c:pt idx="5140">
                  <c:v>76.694999999999993</c:v>
                </c:pt>
                <c:pt idx="5141">
                  <c:v>76.543999999999997</c:v>
                </c:pt>
                <c:pt idx="5142">
                  <c:v>76.236000000000004</c:v>
                </c:pt>
                <c:pt idx="5143">
                  <c:v>76.188000000000002</c:v>
                </c:pt>
                <c:pt idx="5144">
                  <c:v>76.424999999999997</c:v>
                </c:pt>
                <c:pt idx="5145">
                  <c:v>76.775999999999996</c:v>
                </c:pt>
                <c:pt idx="5146">
                  <c:v>76.117999999999995</c:v>
                </c:pt>
                <c:pt idx="5147">
                  <c:v>76.046999999999997</c:v>
                </c:pt>
                <c:pt idx="5148">
                  <c:v>76.900000000000006</c:v>
                </c:pt>
                <c:pt idx="5149">
                  <c:v>76.811999999999998</c:v>
                </c:pt>
                <c:pt idx="5150">
                  <c:v>77.051000000000002</c:v>
                </c:pt>
                <c:pt idx="5151">
                  <c:v>77.123999999999995</c:v>
                </c:pt>
                <c:pt idx="5152">
                  <c:v>76.653000000000006</c:v>
                </c:pt>
                <c:pt idx="5153">
                  <c:v>77.188000000000002</c:v>
                </c:pt>
                <c:pt idx="5154">
                  <c:v>77.003</c:v>
                </c:pt>
                <c:pt idx="5155">
                  <c:v>76.641999999999996</c:v>
                </c:pt>
                <c:pt idx="5156">
                  <c:v>76.334999999999994</c:v>
                </c:pt>
                <c:pt idx="5157">
                  <c:v>76.494</c:v>
                </c:pt>
                <c:pt idx="5158">
                  <c:v>75.965999999999994</c:v>
                </c:pt>
                <c:pt idx="5159">
                  <c:v>76.430999999999997</c:v>
                </c:pt>
                <c:pt idx="5160">
                  <c:v>76.126000000000005</c:v>
                </c:pt>
                <c:pt idx="5161">
                  <c:v>75.975999999999999</c:v>
                </c:pt>
                <c:pt idx="5162">
                  <c:v>75.551000000000002</c:v>
                </c:pt>
                <c:pt idx="5163">
                  <c:v>75.480999999999995</c:v>
                </c:pt>
                <c:pt idx="5164">
                  <c:v>75.596999999999994</c:v>
                </c:pt>
                <c:pt idx="5165">
                  <c:v>75.510000000000005</c:v>
                </c:pt>
                <c:pt idx="5166">
                  <c:v>75.564999999999998</c:v>
                </c:pt>
                <c:pt idx="5167">
                  <c:v>74.971999999999994</c:v>
                </c:pt>
                <c:pt idx="5168">
                  <c:v>75.093999999999994</c:v>
                </c:pt>
                <c:pt idx="5169">
                  <c:v>75.468000000000004</c:v>
                </c:pt>
                <c:pt idx="5170">
                  <c:v>76.061000000000007</c:v>
                </c:pt>
                <c:pt idx="5171">
                  <c:v>76.135000000000005</c:v>
                </c:pt>
                <c:pt idx="5172">
                  <c:v>76.424999999999997</c:v>
                </c:pt>
                <c:pt idx="5173">
                  <c:v>75.917000000000002</c:v>
                </c:pt>
                <c:pt idx="5174">
                  <c:v>76.3</c:v>
                </c:pt>
                <c:pt idx="5175">
                  <c:v>76.290000000000006</c:v>
                </c:pt>
                <c:pt idx="5176">
                  <c:v>76.385999999999996</c:v>
                </c:pt>
                <c:pt idx="5177">
                  <c:v>75.643000000000001</c:v>
                </c:pt>
                <c:pt idx="5178">
                  <c:v>75.741</c:v>
                </c:pt>
                <c:pt idx="5179">
                  <c:v>75.819000000000003</c:v>
                </c:pt>
                <c:pt idx="5180">
                  <c:v>75.025999999999996</c:v>
                </c:pt>
                <c:pt idx="5181">
                  <c:v>75.021000000000001</c:v>
                </c:pt>
                <c:pt idx="5182">
                  <c:v>75.162000000000006</c:v>
                </c:pt>
                <c:pt idx="5183">
                  <c:v>75.596000000000004</c:v>
                </c:pt>
                <c:pt idx="5184">
                  <c:v>75.334000000000003</c:v>
                </c:pt>
                <c:pt idx="5185">
                  <c:v>74.894000000000005</c:v>
                </c:pt>
                <c:pt idx="5186">
                  <c:v>75.369</c:v>
                </c:pt>
                <c:pt idx="5187">
                  <c:v>75.185000000000002</c:v>
                </c:pt>
                <c:pt idx="5188">
                  <c:v>75.293000000000006</c:v>
                </c:pt>
                <c:pt idx="5189">
                  <c:v>75.656000000000006</c:v>
                </c:pt>
                <c:pt idx="5190">
                  <c:v>75.084999999999994</c:v>
                </c:pt>
                <c:pt idx="5191">
                  <c:v>75.067999999999998</c:v>
                </c:pt>
                <c:pt idx="5192">
                  <c:v>74.269000000000005</c:v>
                </c:pt>
                <c:pt idx="5193">
                  <c:v>74.825999999999993</c:v>
                </c:pt>
                <c:pt idx="5194">
                  <c:v>74.995999999999995</c:v>
                </c:pt>
                <c:pt idx="5195">
                  <c:v>74.879000000000005</c:v>
                </c:pt>
                <c:pt idx="5196">
                  <c:v>74.364999999999995</c:v>
                </c:pt>
                <c:pt idx="5197">
                  <c:v>74.668999999999997</c:v>
                </c:pt>
                <c:pt idx="5198">
                  <c:v>74.631</c:v>
                </c:pt>
                <c:pt idx="5199">
                  <c:v>75.911000000000001</c:v>
                </c:pt>
                <c:pt idx="5200">
                  <c:v>75.766999999999996</c:v>
                </c:pt>
                <c:pt idx="5201">
                  <c:v>76.31</c:v>
                </c:pt>
                <c:pt idx="5202">
                  <c:v>76.037999999999997</c:v>
                </c:pt>
                <c:pt idx="5203">
                  <c:v>76.045000000000002</c:v>
                </c:pt>
                <c:pt idx="5204">
                  <c:v>76.572999999999993</c:v>
                </c:pt>
                <c:pt idx="5205">
                  <c:v>76.352000000000004</c:v>
                </c:pt>
                <c:pt idx="5206">
                  <c:v>76.960999999999999</c:v>
                </c:pt>
                <c:pt idx="5207">
                  <c:v>76.995000000000005</c:v>
                </c:pt>
                <c:pt idx="5208">
                  <c:v>77.694000000000003</c:v>
                </c:pt>
                <c:pt idx="5209">
                  <c:v>77.820999999999998</c:v>
                </c:pt>
                <c:pt idx="5210">
                  <c:v>78.037000000000006</c:v>
                </c:pt>
                <c:pt idx="5211">
                  <c:v>78.25</c:v>
                </c:pt>
                <c:pt idx="5212">
                  <c:v>77.897000000000006</c:v>
                </c:pt>
                <c:pt idx="5213">
                  <c:v>77.733999999999995</c:v>
                </c:pt>
                <c:pt idx="5214">
                  <c:v>77.733999999999995</c:v>
                </c:pt>
                <c:pt idx="5215">
                  <c:v>77.632999999999996</c:v>
                </c:pt>
                <c:pt idx="5216">
                  <c:v>77.831000000000003</c:v>
                </c:pt>
                <c:pt idx="5217">
                  <c:v>77.914000000000001</c:v>
                </c:pt>
                <c:pt idx="5218">
                  <c:v>77.86</c:v>
                </c:pt>
                <c:pt idx="5219">
                  <c:v>77.86</c:v>
                </c:pt>
                <c:pt idx="5220">
                  <c:v>77.525000000000006</c:v>
                </c:pt>
                <c:pt idx="5221">
                  <c:v>77.619</c:v>
                </c:pt>
                <c:pt idx="5222">
                  <c:v>77.492999999999995</c:v>
                </c:pt>
                <c:pt idx="5223">
                  <c:v>77.912999999999997</c:v>
                </c:pt>
                <c:pt idx="5224">
                  <c:v>77.471000000000004</c:v>
                </c:pt>
                <c:pt idx="5225">
                  <c:v>77.004999999999995</c:v>
                </c:pt>
                <c:pt idx="5226">
                  <c:v>76.953999999999994</c:v>
                </c:pt>
                <c:pt idx="5227">
                  <c:v>76.846000000000004</c:v>
                </c:pt>
                <c:pt idx="5228">
                  <c:v>76.731999999999999</c:v>
                </c:pt>
                <c:pt idx="5229">
                  <c:v>77.322999999999993</c:v>
                </c:pt>
                <c:pt idx="5230">
                  <c:v>77.063999999999993</c:v>
                </c:pt>
                <c:pt idx="5231">
                  <c:v>77.5</c:v>
                </c:pt>
                <c:pt idx="5232">
                  <c:v>78.337999999999994</c:v>
                </c:pt>
                <c:pt idx="5233">
                  <c:v>78.319999999999993</c:v>
                </c:pt>
                <c:pt idx="5234">
                  <c:v>78.277000000000001</c:v>
                </c:pt>
                <c:pt idx="5235">
                  <c:v>78.19</c:v>
                </c:pt>
                <c:pt idx="5236">
                  <c:v>78.432000000000002</c:v>
                </c:pt>
                <c:pt idx="5237">
                  <c:v>78.674999999999997</c:v>
                </c:pt>
                <c:pt idx="5238">
                  <c:v>78.903999999999996</c:v>
                </c:pt>
                <c:pt idx="5239">
                  <c:v>79.462000000000003</c:v>
                </c:pt>
                <c:pt idx="5240">
                  <c:v>79.242000000000004</c:v>
                </c:pt>
                <c:pt idx="5241">
                  <c:v>79.013999999999996</c:v>
                </c:pt>
                <c:pt idx="5242">
                  <c:v>79.372</c:v>
                </c:pt>
                <c:pt idx="5243">
                  <c:v>79.915999999999997</c:v>
                </c:pt>
                <c:pt idx="5244">
                  <c:v>80.441000000000003</c:v>
                </c:pt>
                <c:pt idx="5245">
                  <c:v>80.302000000000007</c:v>
                </c:pt>
                <c:pt idx="5246">
                  <c:v>79.863</c:v>
                </c:pt>
                <c:pt idx="5247">
                  <c:v>80.028000000000006</c:v>
                </c:pt>
                <c:pt idx="5248">
                  <c:v>79.994</c:v>
                </c:pt>
                <c:pt idx="5249">
                  <c:v>80.218000000000004</c:v>
                </c:pt>
                <c:pt idx="5250">
                  <c:v>80.331999999999994</c:v>
                </c:pt>
                <c:pt idx="5251">
                  <c:v>79.7</c:v>
                </c:pt>
                <c:pt idx="5252">
                  <c:v>80.376000000000005</c:v>
                </c:pt>
                <c:pt idx="5253">
                  <c:v>80.397999999999996</c:v>
                </c:pt>
                <c:pt idx="5254">
                  <c:v>80.643000000000001</c:v>
                </c:pt>
                <c:pt idx="5255">
                  <c:v>80.507000000000005</c:v>
                </c:pt>
                <c:pt idx="5256">
                  <c:v>80.849999999999994</c:v>
                </c:pt>
                <c:pt idx="5257">
                  <c:v>80.849000000000004</c:v>
                </c:pt>
                <c:pt idx="5258">
                  <c:v>80.787000000000006</c:v>
                </c:pt>
                <c:pt idx="5259">
                  <c:v>80.361999999999995</c:v>
                </c:pt>
                <c:pt idx="5260">
                  <c:v>80.658000000000001</c:v>
                </c:pt>
                <c:pt idx="5261">
                  <c:v>80.521000000000001</c:v>
                </c:pt>
                <c:pt idx="5262">
                  <c:v>79.977000000000004</c:v>
                </c:pt>
                <c:pt idx="5263">
                  <c:v>80.561000000000007</c:v>
                </c:pt>
                <c:pt idx="5264">
                  <c:v>80.432000000000002</c:v>
                </c:pt>
                <c:pt idx="5265">
                  <c:v>80.432000000000002</c:v>
                </c:pt>
                <c:pt idx="5266">
                  <c:v>80.591999999999999</c:v>
                </c:pt>
                <c:pt idx="5267">
                  <c:v>80.444999999999993</c:v>
                </c:pt>
                <c:pt idx="5268">
                  <c:v>80.322999999999993</c:v>
                </c:pt>
                <c:pt idx="5269">
                  <c:v>79.832999999999998</c:v>
                </c:pt>
                <c:pt idx="5270">
                  <c:v>80.251000000000005</c:v>
                </c:pt>
                <c:pt idx="5271">
                  <c:v>79.753</c:v>
                </c:pt>
                <c:pt idx="5272">
                  <c:v>79.638000000000005</c:v>
                </c:pt>
                <c:pt idx="5273">
                  <c:v>80.224999999999994</c:v>
                </c:pt>
                <c:pt idx="5274">
                  <c:v>80.724000000000004</c:v>
                </c:pt>
                <c:pt idx="5275">
                  <c:v>80.650999999999996</c:v>
                </c:pt>
                <c:pt idx="5276">
                  <c:v>80.896000000000001</c:v>
                </c:pt>
                <c:pt idx="5277">
                  <c:v>81.837999999999994</c:v>
                </c:pt>
                <c:pt idx="5278">
                  <c:v>82.12</c:v>
                </c:pt>
                <c:pt idx="5279">
                  <c:v>81.676000000000002</c:v>
                </c:pt>
                <c:pt idx="5280">
                  <c:v>81.358000000000004</c:v>
                </c:pt>
                <c:pt idx="5281">
                  <c:v>81.47</c:v>
                </c:pt>
                <c:pt idx="5282">
                  <c:v>81.072999999999993</c:v>
                </c:pt>
                <c:pt idx="5283">
                  <c:v>80.775999999999996</c:v>
                </c:pt>
                <c:pt idx="5284">
                  <c:v>81.173000000000002</c:v>
                </c:pt>
                <c:pt idx="5285">
                  <c:v>81.093999999999994</c:v>
                </c:pt>
                <c:pt idx="5286">
                  <c:v>81.387</c:v>
                </c:pt>
                <c:pt idx="5287">
                  <c:v>81.442999999999998</c:v>
                </c:pt>
                <c:pt idx="5288">
                  <c:v>81.534000000000006</c:v>
                </c:pt>
                <c:pt idx="5289">
                  <c:v>81.093000000000004</c:v>
                </c:pt>
                <c:pt idx="5290">
                  <c:v>80.561999999999998</c:v>
                </c:pt>
                <c:pt idx="5291">
                  <c:v>80.507000000000005</c:v>
                </c:pt>
                <c:pt idx="5292">
                  <c:v>80.19</c:v>
                </c:pt>
                <c:pt idx="5293">
                  <c:v>80.481999999999999</c:v>
                </c:pt>
                <c:pt idx="5294">
                  <c:v>80.823999999999998</c:v>
                </c:pt>
                <c:pt idx="5295">
                  <c:v>81</c:v>
                </c:pt>
                <c:pt idx="5296">
                  <c:v>81.049000000000007</c:v>
                </c:pt>
                <c:pt idx="5297">
                  <c:v>81.161000000000001</c:v>
                </c:pt>
                <c:pt idx="5298">
                  <c:v>81.566999999999993</c:v>
                </c:pt>
                <c:pt idx="5299">
                  <c:v>81.352000000000004</c:v>
                </c:pt>
                <c:pt idx="5300">
                  <c:v>81.480999999999995</c:v>
                </c:pt>
                <c:pt idx="5301">
                  <c:v>82.146000000000001</c:v>
                </c:pt>
                <c:pt idx="5302">
                  <c:v>82.381</c:v>
                </c:pt>
                <c:pt idx="5303">
                  <c:v>82.003</c:v>
                </c:pt>
                <c:pt idx="5304">
                  <c:v>81.866</c:v>
                </c:pt>
                <c:pt idx="5305">
                  <c:v>82.272000000000006</c:v>
                </c:pt>
                <c:pt idx="5306">
                  <c:v>83.299000000000007</c:v>
                </c:pt>
                <c:pt idx="5307">
                  <c:v>84.078999999999994</c:v>
                </c:pt>
                <c:pt idx="5308">
                  <c:v>84.894000000000005</c:v>
                </c:pt>
                <c:pt idx="5309">
                  <c:v>84.45</c:v>
                </c:pt>
                <c:pt idx="5310">
                  <c:v>84.156000000000006</c:v>
                </c:pt>
                <c:pt idx="5311">
                  <c:v>84.466999999999999</c:v>
                </c:pt>
                <c:pt idx="5312">
                  <c:v>84.828000000000003</c:v>
                </c:pt>
                <c:pt idx="5313">
                  <c:v>85.206999999999994</c:v>
                </c:pt>
                <c:pt idx="5314">
                  <c:v>86.094999999999999</c:v>
                </c:pt>
                <c:pt idx="5315">
                  <c:v>86.204999999999998</c:v>
                </c:pt>
                <c:pt idx="5316">
                  <c:v>87.162000000000006</c:v>
                </c:pt>
                <c:pt idx="5317">
                  <c:v>86.391999999999996</c:v>
                </c:pt>
                <c:pt idx="5318">
                  <c:v>85.564999999999998</c:v>
                </c:pt>
                <c:pt idx="5319">
                  <c:v>85.370999999999995</c:v>
                </c:pt>
                <c:pt idx="5320">
                  <c:v>86.206000000000003</c:v>
                </c:pt>
                <c:pt idx="5321">
                  <c:v>86.778999999999996</c:v>
                </c:pt>
                <c:pt idx="5322">
                  <c:v>87.120999999999995</c:v>
                </c:pt>
                <c:pt idx="5323">
                  <c:v>86.185000000000002</c:v>
                </c:pt>
                <c:pt idx="5324">
                  <c:v>86.48</c:v>
                </c:pt>
                <c:pt idx="5325">
                  <c:v>86.587999999999994</c:v>
                </c:pt>
                <c:pt idx="5326">
                  <c:v>86.643000000000001</c:v>
                </c:pt>
                <c:pt idx="5327">
                  <c:v>86.793000000000006</c:v>
                </c:pt>
                <c:pt idx="5328">
                  <c:v>87.135999999999996</c:v>
                </c:pt>
                <c:pt idx="5329">
                  <c:v>88.233000000000004</c:v>
                </c:pt>
                <c:pt idx="5330">
                  <c:v>88.405000000000001</c:v>
                </c:pt>
                <c:pt idx="5331">
                  <c:v>88.394000000000005</c:v>
                </c:pt>
                <c:pt idx="5332">
                  <c:v>87.897000000000006</c:v>
                </c:pt>
                <c:pt idx="5333">
                  <c:v>87.168999999999997</c:v>
                </c:pt>
                <c:pt idx="5334">
                  <c:v>87.507000000000005</c:v>
                </c:pt>
                <c:pt idx="5335">
                  <c:v>86.510999999999996</c:v>
                </c:pt>
                <c:pt idx="5336">
                  <c:v>85.980999999999995</c:v>
                </c:pt>
                <c:pt idx="5337">
                  <c:v>86.082999999999998</c:v>
                </c:pt>
                <c:pt idx="5338">
                  <c:v>85.688000000000002</c:v>
                </c:pt>
                <c:pt idx="5339">
                  <c:v>85.698999999999998</c:v>
                </c:pt>
                <c:pt idx="5340">
                  <c:v>85.932000000000002</c:v>
                </c:pt>
                <c:pt idx="5341">
                  <c:v>86.105999999999995</c:v>
                </c:pt>
                <c:pt idx="5342">
                  <c:v>85.741</c:v>
                </c:pt>
                <c:pt idx="5343">
                  <c:v>85.733000000000004</c:v>
                </c:pt>
                <c:pt idx="5344">
                  <c:v>85.313000000000002</c:v>
                </c:pt>
                <c:pt idx="5345">
                  <c:v>85.652000000000001</c:v>
                </c:pt>
                <c:pt idx="5346">
                  <c:v>86.025000000000006</c:v>
                </c:pt>
                <c:pt idx="5347">
                  <c:v>86.019000000000005</c:v>
                </c:pt>
                <c:pt idx="5348">
                  <c:v>84.715999999999994</c:v>
                </c:pt>
                <c:pt idx="5349">
                  <c:v>84.427000000000007</c:v>
                </c:pt>
                <c:pt idx="5350">
                  <c:v>84.608000000000004</c:v>
                </c:pt>
                <c:pt idx="5351">
                  <c:v>84.082999999999998</c:v>
                </c:pt>
                <c:pt idx="5352">
                  <c:v>83.822000000000003</c:v>
                </c:pt>
                <c:pt idx="5353">
                  <c:v>83.823999999999998</c:v>
                </c:pt>
                <c:pt idx="5354">
                  <c:v>83.947000000000003</c:v>
                </c:pt>
                <c:pt idx="5355">
                  <c:v>84.203000000000003</c:v>
                </c:pt>
                <c:pt idx="5356">
                  <c:v>83.643000000000001</c:v>
                </c:pt>
                <c:pt idx="5357">
                  <c:v>83.426000000000002</c:v>
                </c:pt>
                <c:pt idx="5358">
                  <c:v>82.558000000000007</c:v>
                </c:pt>
                <c:pt idx="5359">
                  <c:v>82.486000000000004</c:v>
                </c:pt>
                <c:pt idx="5360">
                  <c:v>82.513000000000005</c:v>
                </c:pt>
                <c:pt idx="5361">
                  <c:v>82.747</c:v>
                </c:pt>
                <c:pt idx="5362">
                  <c:v>83.393000000000001</c:v>
                </c:pt>
                <c:pt idx="5363">
                  <c:v>82.594999999999999</c:v>
                </c:pt>
                <c:pt idx="5364">
                  <c:v>82.463999999999999</c:v>
                </c:pt>
                <c:pt idx="5365">
                  <c:v>82.087000000000003</c:v>
                </c:pt>
                <c:pt idx="5366">
                  <c:v>82.185000000000002</c:v>
                </c:pt>
                <c:pt idx="5367">
                  <c:v>82.179000000000002</c:v>
                </c:pt>
                <c:pt idx="5368">
                  <c:v>81.635999999999996</c:v>
                </c:pt>
                <c:pt idx="5369">
                  <c:v>81.539000000000001</c:v>
                </c:pt>
                <c:pt idx="5370">
                  <c:v>80.938000000000002</c:v>
                </c:pt>
                <c:pt idx="5371">
                  <c:v>80.596000000000004</c:v>
                </c:pt>
                <c:pt idx="5372">
                  <c:v>80.891999999999996</c:v>
                </c:pt>
                <c:pt idx="5373">
                  <c:v>80.825000000000003</c:v>
                </c:pt>
                <c:pt idx="5374">
                  <c:v>80.406999999999996</c:v>
                </c:pt>
                <c:pt idx="5375">
                  <c:v>80.710999999999999</c:v>
                </c:pt>
                <c:pt idx="5376">
                  <c:v>80.799000000000007</c:v>
                </c:pt>
                <c:pt idx="5377">
                  <c:v>82.29</c:v>
                </c:pt>
                <c:pt idx="5378">
                  <c:v>82.635000000000005</c:v>
                </c:pt>
                <c:pt idx="5379">
                  <c:v>82.947999999999993</c:v>
                </c:pt>
                <c:pt idx="5380">
                  <c:v>82.533000000000001</c:v>
                </c:pt>
                <c:pt idx="5381">
                  <c:v>82.225999999999999</c:v>
                </c:pt>
                <c:pt idx="5382">
                  <c:v>82.222999999999999</c:v>
                </c:pt>
                <c:pt idx="5383">
                  <c:v>82.447000000000003</c:v>
                </c:pt>
                <c:pt idx="5384">
                  <c:v>83.057000000000002</c:v>
                </c:pt>
                <c:pt idx="5385">
                  <c:v>83.123000000000005</c:v>
                </c:pt>
                <c:pt idx="5386">
                  <c:v>83.146000000000001</c:v>
                </c:pt>
                <c:pt idx="5387">
                  <c:v>83.260999999999996</c:v>
                </c:pt>
                <c:pt idx="5388">
                  <c:v>82.933999999999997</c:v>
                </c:pt>
                <c:pt idx="5389">
                  <c:v>82.918000000000006</c:v>
                </c:pt>
                <c:pt idx="5390">
                  <c:v>83.164000000000001</c:v>
                </c:pt>
                <c:pt idx="5391">
                  <c:v>83.201999999999998</c:v>
                </c:pt>
                <c:pt idx="5392">
                  <c:v>82.522000000000006</c:v>
                </c:pt>
                <c:pt idx="5393">
                  <c:v>82.462999999999994</c:v>
                </c:pt>
                <c:pt idx="5394">
                  <c:v>82.102000000000004</c:v>
                </c:pt>
                <c:pt idx="5395">
                  <c:v>82.042000000000002</c:v>
                </c:pt>
                <c:pt idx="5396">
                  <c:v>82.82</c:v>
                </c:pt>
                <c:pt idx="5397">
                  <c:v>82.584999999999994</c:v>
                </c:pt>
                <c:pt idx="5398">
                  <c:v>82.674000000000007</c:v>
                </c:pt>
                <c:pt idx="5399">
                  <c:v>82.697999999999993</c:v>
                </c:pt>
                <c:pt idx="5400">
                  <c:v>81.912000000000006</c:v>
                </c:pt>
                <c:pt idx="5401">
                  <c:v>81.08</c:v>
                </c:pt>
                <c:pt idx="5402">
                  <c:v>81.491</c:v>
                </c:pt>
                <c:pt idx="5403">
                  <c:v>81.241</c:v>
                </c:pt>
                <c:pt idx="5404">
                  <c:v>81.397999999999996</c:v>
                </c:pt>
                <c:pt idx="5405">
                  <c:v>81.334999999999994</c:v>
                </c:pt>
                <c:pt idx="5406">
                  <c:v>80.438999999999993</c:v>
                </c:pt>
                <c:pt idx="5407">
                  <c:v>79.83</c:v>
                </c:pt>
                <c:pt idx="5408">
                  <c:v>80.010000000000005</c:v>
                </c:pt>
                <c:pt idx="5409">
                  <c:v>79.394999999999996</c:v>
                </c:pt>
                <c:pt idx="5410">
                  <c:v>79.337999999999994</c:v>
                </c:pt>
                <c:pt idx="5411">
                  <c:v>79.013999999999996</c:v>
                </c:pt>
                <c:pt idx="5412">
                  <c:v>78.691000000000003</c:v>
                </c:pt>
                <c:pt idx="5413">
                  <c:v>78.72</c:v>
                </c:pt>
                <c:pt idx="5414">
                  <c:v>78.087999999999994</c:v>
                </c:pt>
                <c:pt idx="5415">
                  <c:v>78.447000000000003</c:v>
                </c:pt>
                <c:pt idx="5416">
                  <c:v>77.748999999999995</c:v>
                </c:pt>
                <c:pt idx="5417">
                  <c:v>77.385999999999996</c:v>
                </c:pt>
                <c:pt idx="5418">
                  <c:v>77.387</c:v>
                </c:pt>
                <c:pt idx="5419">
                  <c:v>77.325000000000003</c:v>
                </c:pt>
                <c:pt idx="5420">
                  <c:v>77.441999999999993</c:v>
                </c:pt>
                <c:pt idx="5421">
                  <c:v>77.363</c:v>
                </c:pt>
                <c:pt idx="5422">
                  <c:v>77.070999999999998</c:v>
                </c:pt>
                <c:pt idx="5423">
                  <c:v>76.647000000000006</c:v>
                </c:pt>
                <c:pt idx="5424">
                  <c:v>77.040999999999997</c:v>
                </c:pt>
                <c:pt idx="5425">
                  <c:v>76.933999999999997</c:v>
                </c:pt>
                <c:pt idx="5426">
                  <c:v>78.183999999999997</c:v>
                </c:pt>
                <c:pt idx="5427">
                  <c:v>77.171000000000006</c:v>
                </c:pt>
                <c:pt idx="5428">
                  <c:v>77.418000000000006</c:v>
                </c:pt>
                <c:pt idx="5429">
                  <c:v>77.471999999999994</c:v>
                </c:pt>
                <c:pt idx="5430">
                  <c:v>77.102999999999994</c:v>
                </c:pt>
                <c:pt idx="5431">
                  <c:v>77.707999999999998</c:v>
                </c:pt>
                <c:pt idx="5432">
                  <c:v>78.149000000000001</c:v>
                </c:pt>
                <c:pt idx="5433">
                  <c:v>77.308000000000007</c:v>
                </c:pt>
                <c:pt idx="5434">
                  <c:v>77.266000000000005</c:v>
                </c:pt>
                <c:pt idx="5435">
                  <c:v>77.296000000000006</c:v>
                </c:pt>
                <c:pt idx="5436">
                  <c:v>76.721999999999994</c:v>
                </c:pt>
                <c:pt idx="5437">
                  <c:v>76.480999999999995</c:v>
                </c:pt>
                <c:pt idx="5438">
                  <c:v>75.882000000000005</c:v>
                </c:pt>
                <c:pt idx="5439">
                  <c:v>76.548000000000002</c:v>
                </c:pt>
                <c:pt idx="5440">
                  <c:v>77.027000000000001</c:v>
                </c:pt>
                <c:pt idx="5441">
                  <c:v>77.442999999999998</c:v>
                </c:pt>
                <c:pt idx="5442">
                  <c:v>77.634</c:v>
                </c:pt>
                <c:pt idx="5443">
                  <c:v>78.216999999999999</c:v>
                </c:pt>
                <c:pt idx="5444">
                  <c:v>78.081999999999994</c:v>
                </c:pt>
                <c:pt idx="5445">
                  <c:v>78.518000000000001</c:v>
                </c:pt>
                <c:pt idx="5446">
                  <c:v>79.209999999999994</c:v>
                </c:pt>
                <c:pt idx="5447">
                  <c:v>79.084000000000003</c:v>
                </c:pt>
                <c:pt idx="5448">
                  <c:v>78.617000000000004</c:v>
                </c:pt>
                <c:pt idx="5449">
                  <c:v>78.504000000000005</c:v>
                </c:pt>
                <c:pt idx="5450">
                  <c:v>78.682000000000002</c:v>
                </c:pt>
                <c:pt idx="5451">
                  <c:v>79.680999999999997</c:v>
                </c:pt>
                <c:pt idx="5452">
                  <c:v>79.867000000000004</c:v>
                </c:pt>
                <c:pt idx="5453">
                  <c:v>79.73</c:v>
                </c:pt>
                <c:pt idx="5454">
                  <c:v>80.356999999999999</c:v>
                </c:pt>
                <c:pt idx="5455">
                  <c:v>80.834999999999994</c:v>
                </c:pt>
                <c:pt idx="5456">
                  <c:v>81.194999999999993</c:v>
                </c:pt>
                <c:pt idx="5457">
                  <c:v>80.712999999999994</c:v>
                </c:pt>
                <c:pt idx="5458">
                  <c:v>80.302999999999997</c:v>
                </c:pt>
                <c:pt idx="5459">
                  <c:v>79.376999999999995</c:v>
                </c:pt>
                <c:pt idx="5460">
                  <c:v>79.570999999999998</c:v>
                </c:pt>
                <c:pt idx="5461">
                  <c:v>79.856999999999999</c:v>
                </c:pt>
                <c:pt idx="5462">
                  <c:v>79.997</c:v>
                </c:pt>
                <c:pt idx="5463">
                  <c:v>80.069000000000003</c:v>
                </c:pt>
                <c:pt idx="5464">
                  <c:v>80.069999999999993</c:v>
                </c:pt>
                <c:pt idx="5465">
                  <c:v>79.284000000000006</c:v>
                </c:pt>
                <c:pt idx="5466">
                  <c:v>79.367000000000004</c:v>
                </c:pt>
                <c:pt idx="5467">
                  <c:v>80.260999999999996</c:v>
                </c:pt>
                <c:pt idx="5468">
                  <c:v>80.180999999999997</c:v>
                </c:pt>
                <c:pt idx="5469">
                  <c:v>80.373000000000005</c:v>
                </c:pt>
                <c:pt idx="5470">
                  <c:v>80.628</c:v>
                </c:pt>
                <c:pt idx="5471">
                  <c:v>80.718000000000004</c:v>
                </c:pt>
                <c:pt idx="5472">
                  <c:v>80.727000000000004</c:v>
                </c:pt>
                <c:pt idx="5473">
                  <c:v>80.522000000000006</c:v>
                </c:pt>
                <c:pt idx="5474">
                  <c:v>80.474000000000004</c:v>
                </c:pt>
                <c:pt idx="5475">
                  <c:v>80.366</c:v>
                </c:pt>
                <c:pt idx="5476">
                  <c:v>80.364999999999995</c:v>
                </c:pt>
                <c:pt idx="5477">
                  <c:v>79.796000000000006</c:v>
                </c:pt>
                <c:pt idx="5478">
                  <c:v>79.521000000000001</c:v>
                </c:pt>
                <c:pt idx="5479">
                  <c:v>79.028000000000006</c:v>
                </c:pt>
                <c:pt idx="5480">
                  <c:v>79.126999999999995</c:v>
                </c:pt>
                <c:pt idx="5481">
                  <c:v>79.444000000000003</c:v>
                </c:pt>
                <c:pt idx="5482">
                  <c:v>80.257999999999996</c:v>
                </c:pt>
                <c:pt idx="5483">
                  <c:v>80.790999999999997</c:v>
                </c:pt>
                <c:pt idx="5484">
                  <c:v>81.012</c:v>
                </c:pt>
                <c:pt idx="5485">
                  <c:v>80.881</c:v>
                </c:pt>
                <c:pt idx="5486">
                  <c:v>80.846000000000004</c:v>
                </c:pt>
                <c:pt idx="5487">
                  <c:v>80.031000000000006</c:v>
                </c:pt>
                <c:pt idx="5488">
                  <c:v>79.191000000000003</c:v>
                </c:pt>
                <c:pt idx="5489">
                  <c:v>79.162000000000006</c:v>
                </c:pt>
                <c:pt idx="5490">
                  <c:v>79.337000000000003</c:v>
                </c:pt>
                <c:pt idx="5491">
                  <c:v>78.962000000000003</c:v>
                </c:pt>
                <c:pt idx="5492">
                  <c:v>78.64</c:v>
                </c:pt>
                <c:pt idx="5493">
                  <c:v>78.822999999999993</c:v>
                </c:pt>
                <c:pt idx="5494">
                  <c:v>78.212999999999994</c:v>
                </c:pt>
                <c:pt idx="5495">
                  <c:v>78.05</c:v>
                </c:pt>
                <c:pt idx="5496">
                  <c:v>78.001999999999995</c:v>
                </c:pt>
                <c:pt idx="5497">
                  <c:v>77.897999999999996</c:v>
                </c:pt>
                <c:pt idx="5498">
                  <c:v>77.727000000000004</c:v>
                </c:pt>
                <c:pt idx="5499">
                  <c:v>78.132999999999996</c:v>
                </c:pt>
                <c:pt idx="5500">
                  <c:v>77.734999999999999</c:v>
                </c:pt>
                <c:pt idx="5501">
                  <c:v>77.066999999999993</c:v>
                </c:pt>
                <c:pt idx="5502">
                  <c:v>77.158000000000001</c:v>
                </c:pt>
                <c:pt idx="5503">
                  <c:v>77.748000000000005</c:v>
                </c:pt>
                <c:pt idx="5504">
                  <c:v>78.043999999999997</c:v>
                </c:pt>
                <c:pt idx="5505">
                  <c:v>78.028999999999996</c:v>
                </c:pt>
                <c:pt idx="5506">
                  <c:v>77.998999999999995</c:v>
                </c:pt>
                <c:pt idx="5507">
                  <c:v>77.641000000000005</c:v>
                </c:pt>
                <c:pt idx="5508">
                  <c:v>78.25</c:v>
                </c:pt>
                <c:pt idx="5509">
                  <c:v>78.459999999999994</c:v>
                </c:pt>
                <c:pt idx="5510">
                  <c:v>78.614000000000004</c:v>
                </c:pt>
                <c:pt idx="5511">
                  <c:v>78.572999999999993</c:v>
                </c:pt>
                <c:pt idx="5512">
                  <c:v>78.222999999999999</c:v>
                </c:pt>
                <c:pt idx="5513">
                  <c:v>77.995000000000005</c:v>
                </c:pt>
                <c:pt idx="5514">
                  <c:v>77.664000000000001</c:v>
                </c:pt>
                <c:pt idx="5515">
                  <c:v>77.688999999999993</c:v>
                </c:pt>
                <c:pt idx="5516">
                  <c:v>77.768000000000001</c:v>
                </c:pt>
                <c:pt idx="5517">
                  <c:v>77.409000000000006</c:v>
                </c:pt>
                <c:pt idx="5518">
                  <c:v>77.057000000000002</c:v>
                </c:pt>
                <c:pt idx="5519">
                  <c:v>77.275000000000006</c:v>
                </c:pt>
                <c:pt idx="5520">
                  <c:v>76.888999999999996</c:v>
                </c:pt>
                <c:pt idx="5521">
                  <c:v>77.049000000000007</c:v>
                </c:pt>
                <c:pt idx="5522">
                  <c:v>76.671000000000006</c:v>
                </c:pt>
                <c:pt idx="5523">
                  <c:v>76.483000000000004</c:v>
                </c:pt>
                <c:pt idx="5524">
                  <c:v>76.400000000000006</c:v>
                </c:pt>
                <c:pt idx="5525">
                  <c:v>76.495999999999995</c:v>
                </c:pt>
                <c:pt idx="5526">
                  <c:v>76.798000000000002</c:v>
                </c:pt>
                <c:pt idx="5527">
                  <c:v>76.721000000000004</c:v>
                </c:pt>
                <c:pt idx="5528">
                  <c:v>77.275999999999996</c:v>
                </c:pt>
                <c:pt idx="5529">
                  <c:v>76.775999999999996</c:v>
                </c:pt>
                <c:pt idx="5530">
                  <c:v>76.349000000000004</c:v>
                </c:pt>
                <c:pt idx="5531">
                  <c:v>76.328000000000003</c:v>
                </c:pt>
                <c:pt idx="5532">
                  <c:v>76.680999999999997</c:v>
                </c:pt>
                <c:pt idx="5533">
                  <c:v>76.040999999999997</c:v>
                </c:pt>
                <c:pt idx="5534">
                  <c:v>75.718000000000004</c:v>
                </c:pt>
                <c:pt idx="5535">
                  <c:v>75.400999999999996</c:v>
                </c:pt>
                <c:pt idx="5536">
                  <c:v>75.433999999999997</c:v>
                </c:pt>
                <c:pt idx="5537">
                  <c:v>75.793999999999997</c:v>
                </c:pt>
                <c:pt idx="5538">
                  <c:v>75.656000000000006</c:v>
                </c:pt>
                <c:pt idx="5539">
                  <c:v>76.216999999999999</c:v>
                </c:pt>
                <c:pt idx="5540">
                  <c:v>76.128</c:v>
                </c:pt>
                <c:pt idx="5541">
                  <c:v>76.248999999999995</c:v>
                </c:pt>
                <c:pt idx="5542">
                  <c:v>76.117999999999995</c:v>
                </c:pt>
                <c:pt idx="5543">
                  <c:v>75.856999999999999</c:v>
                </c:pt>
                <c:pt idx="5544">
                  <c:v>75.832999999999998</c:v>
                </c:pt>
                <c:pt idx="5545">
                  <c:v>75.912000000000006</c:v>
                </c:pt>
                <c:pt idx="5546">
                  <c:v>75.882000000000005</c:v>
                </c:pt>
                <c:pt idx="5547">
                  <c:v>75.513999999999996</c:v>
                </c:pt>
                <c:pt idx="5548">
                  <c:v>75.584999999999994</c:v>
                </c:pt>
                <c:pt idx="5549">
                  <c:v>75.066000000000003</c:v>
                </c:pt>
                <c:pt idx="5550">
                  <c:v>75.055999999999997</c:v>
                </c:pt>
                <c:pt idx="5551">
                  <c:v>74.852999999999994</c:v>
                </c:pt>
                <c:pt idx="5552">
                  <c:v>74.98</c:v>
                </c:pt>
                <c:pt idx="5553">
                  <c:v>74.685000000000002</c:v>
                </c:pt>
                <c:pt idx="5554">
                  <c:v>74.831999999999994</c:v>
                </c:pt>
                <c:pt idx="5555">
                  <c:v>75.504000000000005</c:v>
                </c:pt>
                <c:pt idx="5556">
                  <c:v>75.028999999999996</c:v>
                </c:pt>
                <c:pt idx="5557">
                  <c:v>74.367999999999995</c:v>
                </c:pt>
                <c:pt idx="5558">
                  <c:v>74.108999999999995</c:v>
                </c:pt>
                <c:pt idx="5559">
                  <c:v>74.108000000000004</c:v>
                </c:pt>
                <c:pt idx="5560">
                  <c:v>73.986000000000004</c:v>
                </c:pt>
                <c:pt idx="5561">
                  <c:v>73.837000000000003</c:v>
                </c:pt>
                <c:pt idx="5562">
                  <c:v>73.519000000000005</c:v>
                </c:pt>
                <c:pt idx="5563">
                  <c:v>73.120999999999995</c:v>
                </c:pt>
                <c:pt idx="5564">
                  <c:v>72.933000000000007</c:v>
                </c:pt>
                <c:pt idx="5565">
                  <c:v>72.950999999999993</c:v>
                </c:pt>
                <c:pt idx="5566">
                  <c:v>73.14</c:v>
                </c:pt>
                <c:pt idx="5567">
                  <c:v>73.031000000000006</c:v>
                </c:pt>
                <c:pt idx="5568">
                  <c:v>74.194000000000003</c:v>
                </c:pt>
                <c:pt idx="5569">
                  <c:v>74.840999999999994</c:v>
                </c:pt>
                <c:pt idx="5570">
                  <c:v>74.736999999999995</c:v>
                </c:pt>
                <c:pt idx="5571">
                  <c:v>74.611000000000004</c:v>
                </c:pt>
                <c:pt idx="5572">
                  <c:v>75.326999999999998</c:v>
                </c:pt>
                <c:pt idx="5573">
                  <c:v>75.239999999999995</c:v>
                </c:pt>
                <c:pt idx="5574">
                  <c:v>75.757000000000005</c:v>
                </c:pt>
                <c:pt idx="5575">
                  <c:v>75.47</c:v>
                </c:pt>
                <c:pt idx="5576">
                  <c:v>75.399000000000001</c:v>
                </c:pt>
                <c:pt idx="5577">
                  <c:v>75.474999999999994</c:v>
                </c:pt>
                <c:pt idx="5578">
                  <c:v>75.123000000000005</c:v>
                </c:pt>
                <c:pt idx="5579">
                  <c:v>75.435000000000002</c:v>
                </c:pt>
                <c:pt idx="5580">
                  <c:v>76.103999999999999</c:v>
                </c:pt>
                <c:pt idx="5581">
                  <c:v>75.882000000000005</c:v>
                </c:pt>
                <c:pt idx="5582">
                  <c:v>75.932000000000002</c:v>
                </c:pt>
                <c:pt idx="5583">
                  <c:v>75.549000000000007</c:v>
                </c:pt>
                <c:pt idx="5584">
                  <c:v>74.953999999999994</c:v>
                </c:pt>
                <c:pt idx="5585">
                  <c:v>74.957999999999998</c:v>
                </c:pt>
                <c:pt idx="5586">
                  <c:v>74.638000000000005</c:v>
                </c:pt>
                <c:pt idx="5587">
                  <c:v>74.677000000000007</c:v>
                </c:pt>
                <c:pt idx="5588">
                  <c:v>74.332999999999998</c:v>
                </c:pt>
                <c:pt idx="5589">
                  <c:v>73.783000000000001</c:v>
                </c:pt>
                <c:pt idx="5590">
                  <c:v>73.951999999999998</c:v>
                </c:pt>
                <c:pt idx="5591">
                  <c:v>73.521000000000001</c:v>
                </c:pt>
                <c:pt idx="5592">
                  <c:v>73.930000000000007</c:v>
                </c:pt>
                <c:pt idx="5593">
                  <c:v>74.191999999999993</c:v>
                </c:pt>
                <c:pt idx="5594">
                  <c:v>74.795000000000002</c:v>
                </c:pt>
                <c:pt idx="5595">
                  <c:v>74.512</c:v>
                </c:pt>
                <c:pt idx="5596">
                  <c:v>74.331999999999994</c:v>
                </c:pt>
                <c:pt idx="5597">
                  <c:v>75.600999999999999</c:v>
                </c:pt>
                <c:pt idx="5598">
                  <c:v>75.751999999999995</c:v>
                </c:pt>
                <c:pt idx="5599">
                  <c:v>74.988</c:v>
                </c:pt>
                <c:pt idx="5600">
                  <c:v>75.028999999999996</c:v>
                </c:pt>
                <c:pt idx="5601">
                  <c:v>74.540999999999997</c:v>
                </c:pt>
                <c:pt idx="5602">
                  <c:v>74.783000000000001</c:v>
                </c:pt>
                <c:pt idx="5603">
                  <c:v>75.447000000000003</c:v>
                </c:pt>
                <c:pt idx="5604">
                  <c:v>75.665000000000006</c:v>
                </c:pt>
                <c:pt idx="5605">
                  <c:v>75.391999999999996</c:v>
                </c:pt>
                <c:pt idx="5606">
                  <c:v>75.063000000000002</c:v>
                </c:pt>
                <c:pt idx="5607">
                  <c:v>74.691000000000003</c:v>
                </c:pt>
                <c:pt idx="5608">
                  <c:v>74.302999999999997</c:v>
                </c:pt>
                <c:pt idx="5609">
                  <c:v>74.349000000000004</c:v>
                </c:pt>
                <c:pt idx="5610">
                  <c:v>74.275000000000006</c:v>
                </c:pt>
                <c:pt idx="5611">
                  <c:v>74.691000000000003</c:v>
                </c:pt>
                <c:pt idx="5612">
                  <c:v>75.122</c:v>
                </c:pt>
                <c:pt idx="5613">
                  <c:v>74.956999999999994</c:v>
                </c:pt>
                <c:pt idx="5614">
                  <c:v>75.179000000000002</c:v>
                </c:pt>
                <c:pt idx="5615">
                  <c:v>75.989000000000004</c:v>
                </c:pt>
                <c:pt idx="5616">
                  <c:v>75.808999999999997</c:v>
                </c:pt>
                <c:pt idx="5617">
                  <c:v>75.207999999999998</c:v>
                </c:pt>
                <c:pt idx="5618">
                  <c:v>75.253</c:v>
                </c:pt>
                <c:pt idx="5619">
                  <c:v>75.126000000000005</c:v>
                </c:pt>
                <c:pt idx="5620">
                  <c:v>75.483000000000004</c:v>
                </c:pt>
                <c:pt idx="5621">
                  <c:v>75.221000000000004</c:v>
                </c:pt>
                <c:pt idx="5622">
                  <c:v>74.792000000000002</c:v>
                </c:pt>
                <c:pt idx="5623">
                  <c:v>74.015000000000001</c:v>
                </c:pt>
                <c:pt idx="5624">
                  <c:v>74.200999999999993</c:v>
                </c:pt>
                <c:pt idx="5625">
                  <c:v>74.063999999999993</c:v>
                </c:pt>
                <c:pt idx="5626">
                  <c:v>73.474000000000004</c:v>
                </c:pt>
                <c:pt idx="5627">
                  <c:v>74.087000000000003</c:v>
                </c:pt>
                <c:pt idx="5628">
                  <c:v>74.221999999999994</c:v>
                </c:pt>
                <c:pt idx="5629">
                  <c:v>73.897000000000006</c:v>
                </c:pt>
                <c:pt idx="5630">
                  <c:v>74.262</c:v>
                </c:pt>
                <c:pt idx="5631">
                  <c:v>74.513000000000005</c:v>
                </c:pt>
                <c:pt idx="5632">
                  <c:v>74.043999999999997</c:v>
                </c:pt>
                <c:pt idx="5633">
                  <c:v>75.123999999999995</c:v>
                </c:pt>
                <c:pt idx="5634">
                  <c:v>74.597999999999999</c:v>
                </c:pt>
                <c:pt idx="5635">
                  <c:v>74.790999999999997</c:v>
                </c:pt>
                <c:pt idx="5636">
                  <c:v>74.605000000000004</c:v>
                </c:pt>
                <c:pt idx="5637">
                  <c:v>74.635999999999996</c:v>
                </c:pt>
                <c:pt idx="5638">
                  <c:v>74.677000000000007</c:v>
                </c:pt>
                <c:pt idx="5639">
                  <c:v>74.606999999999999</c:v>
                </c:pt>
                <c:pt idx="5640">
                  <c:v>73.835999999999999</c:v>
                </c:pt>
                <c:pt idx="5641">
                  <c:v>74.010000000000005</c:v>
                </c:pt>
                <c:pt idx="5642">
                  <c:v>73.674000000000007</c:v>
                </c:pt>
                <c:pt idx="5643">
                  <c:v>74.244</c:v>
                </c:pt>
                <c:pt idx="5644">
                  <c:v>74.009</c:v>
                </c:pt>
                <c:pt idx="5645">
                  <c:v>74.073999999999998</c:v>
                </c:pt>
                <c:pt idx="5646">
                  <c:v>73.894000000000005</c:v>
                </c:pt>
                <c:pt idx="5647">
                  <c:v>74.012</c:v>
                </c:pt>
                <c:pt idx="5648">
                  <c:v>74.278999999999996</c:v>
                </c:pt>
                <c:pt idx="5649">
                  <c:v>73.813999999999993</c:v>
                </c:pt>
                <c:pt idx="5650">
                  <c:v>73.721000000000004</c:v>
                </c:pt>
                <c:pt idx="5651">
                  <c:v>73.945999999999998</c:v>
                </c:pt>
                <c:pt idx="5652">
                  <c:v>74.117000000000004</c:v>
                </c:pt>
                <c:pt idx="5653">
                  <c:v>74.478999999999999</c:v>
                </c:pt>
                <c:pt idx="5654">
                  <c:v>74.756</c:v>
                </c:pt>
                <c:pt idx="5655">
                  <c:v>75.111999999999995</c:v>
                </c:pt>
                <c:pt idx="5656">
                  <c:v>75.951999999999998</c:v>
                </c:pt>
                <c:pt idx="5657">
                  <c:v>75.466999999999999</c:v>
                </c:pt>
                <c:pt idx="5658">
                  <c:v>76.245999999999995</c:v>
                </c:pt>
                <c:pt idx="5659">
                  <c:v>77.191999999999993</c:v>
                </c:pt>
                <c:pt idx="5660">
                  <c:v>77.578000000000003</c:v>
                </c:pt>
                <c:pt idx="5661">
                  <c:v>76.918999999999997</c:v>
                </c:pt>
                <c:pt idx="5662">
                  <c:v>76.832999999999998</c:v>
                </c:pt>
                <c:pt idx="5663">
                  <c:v>76.241</c:v>
                </c:pt>
                <c:pt idx="5664">
                  <c:v>76.599000000000004</c:v>
                </c:pt>
                <c:pt idx="5665">
                  <c:v>77.146000000000001</c:v>
                </c:pt>
                <c:pt idx="5666">
                  <c:v>77.03</c:v>
                </c:pt>
                <c:pt idx="5667">
                  <c:v>77.341999999999999</c:v>
                </c:pt>
                <c:pt idx="5668">
                  <c:v>78.454999999999998</c:v>
                </c:pt>
                <c:pt idx="5669">
                  <c:v>78.501000000000005</c:v>
                </c:pt>
                <c:pt idx="5670">
                  <c:v>78.363</c:v>
                </c:pt>
                <c:pt idx="5671">
                  <c:v>77.506</c:v>
                </c:pt>
                <c:pt idx="5672">
                  <c:v>77.852000000000004</c:v>
                </c:pt>
                <c:pt idx="5673">
                  <c:v>78.028000000000006</c:v>
                </c:pt>
                <c:pt idx="5674">
                  <c:v>78.552999999999997</c:v>
                </c:pt>
                <c:pt idx="5675">
                  <c:v>79.430999999999997</c:v>
                </c:pt>
                <c:pt idx="5676">
                  <c:v>79.596999999999994</c:v>
                </c:pt>
                <c:pt idx="5677">
                  <c:v>78.918999999999997</c:v>
                </c:pt>
                <c:pt idx="5678">
                  <c:v>78.634</c:v>
                </c:pt>
                <c:pt idx="5679">
                  <c:v>78.725999999999999</c:v>
                </c:pt>
                <c:pt idx="5680">
                  <c:v>77.494</c:v>
                </c:pt>
                <c:pt idx="5681">
                  <c:v>77.584999999999994</c:v>
                </c:pt>
                <c:pt idx="5682">
                  <c:v>76.994</c:v>
                </c:pt>
                <c:pt idx="5683">
                  <c:v>76.995999999999995</c:v>
                </c:pt>
                <c:pt idx="5684">
                  <c:v>76.623000000000005</c:v>
                </c:pt>
                <c:pt idx="5685">
                  <c:v>77.146000000000001</c:v>
                </c:pt>
                <c:pt idx="5686">
                  <c:v>77.138000000000005</c:v>
                </c:pt>
                <c:pt idx="5687">
                  <c:v>77.114000000000004</c:v>
                </c:pt>
                <c:pt idx="5688">
                  <c:v>76.974000000000004</c:v>
                </c:pt>
                <c:pt idx="5689">
                  <c:v>76.394999999999996</c:v>
                </c:pt>
                <c:pt idx="5690">
                  <c:v>76.028000000000006</c:v>
                </c:pt>
                <c:pt idx="5691">
                  <c:v>76.122</c:v>
                </c:pt>
                <c:pt idx="5692">
                  <c:v>76.245999999999995</c:v>
                </c:pt>
                <c:pt idx="5693">
                  <c:v>74.879000000000005</c:v>
                </c:pt>
                <c:pt idx="5694">
                  <c:v>75.066999999999993</c:v>
                </c:pt>
                <c:pt idx="5695">
                  <c:v>76.165999999999997</c:v>
                </c:pt>
                <c:pt idx="5696">
                  <c:v>77.260999999999996</c:v>
                </c:pt>
                <c:pt idx="5697">
                  <c:v>77.016999999999996</c:v>
                </c:pt>
                <c:pt idx="5698">
                  <c:v>76.671999999999997</c:v>
                </c:pt>
                <c:pt idx="5699">
                  <c:v>76.962000000000003</c:v>
                </c:pt>
                <c:pt idx="5700">
                  <c:v>76.962000000000003</c:v>
                </c:pt>
                <c:pt idx="5701">
                  <c:v>76.585999999999999</c:v>
                </c:pt>
                <c:pt idx="5702">
                  <c:v>77.926000000000002</c:v>
                </c:pt>
                <c:pt idx="5703">
                  <c:v>77.742999999999995</c:v>
                </c:pt>
                <c:pt idx="5704">
                  <c:v>76.944999999999993</c:v>
                </c:pt>
                <c:pt idx="5705">
                  <c:v>77.569000000000003</c:v>
                </c:pt>
                <c:pt idx="5706">
                  <c:v>77.872</c:v>
                </c:pt>
                <c:pt idx="5707">
                  <c:v>78.016000000000005</c:v>
                </c:pt>
                <c:pt idx="5708">
                  <c:v>78.281999999999996</c:v>
                </c:pt>
                <c:pt idx="5709">
                  <c:v>78.063999999999993</c:v>
                </c:pt>
                <c:pt idx="5710">
                  <c:v>78.3</c:v>
                </c:pt>
                <c:pt idx="5711">
                  <c:v>78.266000000000005</c:v>
                </c:pt>
                <c:pt idx="5712">
                  <c:v>79.141000000000005</c:v>
                </c:pt>
                <c:pt idx="5713">
                  <c:v>79.141000000000005</c:v>
                </c:pt>
                <c:pt idx="5714">
                  <c:v>79.686000000000007</c:v>
                </c:pt>
                <c:pt idx="5715">
                  <c:v>79.263000000000005</c:v>
                </c:pt>
                <c:pt idx="5716">
                  <c:v>79.007000000000005</c:v>
                </c:pt>
                <c:pt idx="5717">
                  <c:v>78.384</c:v>
                </c:pt>
                <c:pt idx="5718">
                  <c:v>78.328000000000003</c:v>
                </c:pt>
                <c:pt idx="5719">
                  <c:v>78.625</c:v>
                </c:pt>
                <c:pt idx="5720">
                  <c:v>78.569999999999993</c:v>
                </c:pt>
                <c:pt idx="5721">
                  <c:v>78.498999999999995</c:v>
                </c:pt>
                <c:pt idx="5722">
                  <c:v>78.484999999999999</c:v>
                </c:pt>
                <c:pt idx="5723">
                  <c:v>78.831999999999994</c:v>
                </c:pt>
                <c:pt idx="5724">
                  <c:v>78.632000000000005</c:v>
                </c:pt>
                <c:pt idx="5725">
                  <c:v>79.534000000000006</c:v>
                </c:pt>
                <c:pt idx="5726">
                  <c:v>80.242000000000004</c:v>
                </c:pt>
                <c:pt idx="5727">
                  <c:v>80.588999999999999</c:v>
                </c:pt>
                <c:pt idx="5728">
                  <c:v>80.320999999999998</c:v>
                </c:pt>
                <c:pt idx="5729">
                  <c:v>80.256</c:v>
                </c:pt>
                <c:pt idx="5730">
                  <c:v>80.25</c:v>
                </c:pt>
                <c:pt idx="5731">
                  <c:v>79.882000000000005</c:v>
                </c:pt>
                <c:pt idx="5732">
                  <c:v>80.022000000000006</c:v>
                </c:pt>
                <c:pt idx="5733">
                  <c:v>79.963999999999999</c:v>
                </c:pt>
                <c:pt idx="5734">
                  <c:v>79.930000000000007</c:v>
                </c:pt>
                <c:pt idx="5735">
                  <c:v>79.921000000000006</c:v>
                </c:pt>
                <c:pt idx="5736">
                  <c:v>79.796999999999997</c:v>
                </c:pt>
                <c:pt idx="5737">
                  <c:v>80.497</c:v>
                </c:pt>
                <c:pt idx="5738">
                  <c:v>80.486000000000004</c:v>
                </c:pt>
                <c:pt idx="5739">
                  <c:v>80.177999999999997</c:v>
                </c:pt>
                <c:pt idx="5740">
                  <c:v>80.28</c:v>
                </c:pt>
                <c:pt idx="5741">
                  <c:v>79.611000000000004</c:v>
                </c:pt>
                <c:pt idx="5742">
                  <c:v>80.129000000000005</c:v>
                </c:pt>
                <c:pt idx="5743">
                  <c:v>80.936000000000007</c:v>
                </c:pt>
                <c:pt idx="5744">
                  <c:v>81.254000000000005</c:v>
                </c:pt>
                <c:pt idx="5745">
                  <c:v>81.051000000000002</c:v>
                </c:pt>
                <c:pt idx="5746">
                  <c:v>80.805000000000007</c:v>
                </c:pt>
                <c:pt idx="5747">
                  <c:v>81.350999999999999</c:v>
                </c:pt>
                <c:pt idx="5748">
                  <c:v>80.77</c:v>
                </c:pt>
                <c:pt idx="5749">
                  <c:v>81.515000000000001</c:v>
                </c:pt>
                <c:pt idx="5750">
                  <c:v>81.515000000000001</c:v>
                </c:pt>
                <c:pt idx="5751">
                  <c:v>81.182000000000002</c:v>
                </c:pt>
                <c:pt idx="5752">
                  <c:v>80.608999999999995</c:v>
                </c:pt>
                <c:pt idx="5753">
                  <c:v>80.215999999999994</c:v>
                </c:pt>
                <c:pt idx="5754">
                  <c:v>80.222999999999999</c:v>
                </c:pt>
                <c:pt idx="5755">
                  <c:v>79.783000000000001</c:v>
                </c:pt>
                <c:pt idx="5756">
                  <c:v>79.867999999999995</c:v>
                </c:pt>
                <c:pt idx="5757">
                  <c:v>79.578999999999994</c:v>
                </c:pt>
                <c:pt idx="5758">
                  <c:v>79.394999999999996</c:v>
                </c:pt>
                <c:pt idx="5759">
                  <c:v>78.902000000000001</c:v>
                </c:pt>
                <c:pt idx="5760">
                  <c:v>79.167000000000002</c:v>
                </c:pt>
                <c:pt idx="5761">
                  <c:v>79.287999999999997</c:v>
                </c:pt>
                <c:pt idx="5762">
                  <c:v>78.921999999999997</c:v>
                </c:pt>
                <c:pt idx="5763">
                  <c:v>78.991</c:v>
                </c:pt>
                <c:pt idx="5764">
                  <c:v>78.924000000000007</c:v>
                </c:pt>
                <c:pt idx="5765">
                  <c:v>79.069000000000003</c:v>
                </c:pt>
                <c:pt idx="5766">
                  <c:v>78.575999999999993</c:v>
                </c:pt>
                <c:pt idx="5767">
                  <c:v>78.641000000000005</c:v>
                </c:pt>
                <c:pt idx="5768">
                  <c:v>78.566000000000003</c:v>
                </c:pt>
                <c:pt idx="5769">
                  <c:v>79.114000000000004</c:v>
                </c:pt>
                <c:pt idx="5770">
                  <c:v>78.945999999999998</c:v>
                </c:pt>
                <c:pt idx="5771">
                  <c:v>79.58</c:v>
                </c:pt>
                <c:pt idx="5772">
                  <c:v>79.67</c:v>
                </c:pt>
                <c:pt idx="5773">
                  <c:v>79.347999999999999</c:v>
                </c:pt>
                <c:pt idx="5774">
                  <c:v>79.331000000000003</c:v>
                </c:pt>
                <c:pt idx="5775">
                  <c:v>79.331000000000003</c:v>
                </c:pt>
                <c:pt idx="5776">
                  <c:v>79.043999999999997</c:v>
                </c:pt>
                <c:pt idx="5777">
                  <c:v>79.210999999999999</c:v>
                </c:pt>
                <c:pt idx="5778">
                  <c:v>78.819000000000003</c:v>
                </c:pt>
                <c:pt idx="5779">
                  <c:v>78.352000000000004</c:v>
                </c:pt>
                <c:pt idx="5780">
                  <c:v>78.567999999999998</c:v>
                </c:pt>
                <c:pt idx="5781">
                  <c:v>78.272999999999996</c:v>
                </c:pt>
                <c:pt idx="5782">
                  <c:v>78.736999999999995</c:v>
                </c:pt>
                <c:pt idx="5783">
                  <c:v>78.789000000000001</c:v>
                </c:pt>
                <c:pt idx="5784">
                  <c:v>79.403000000000006</c:v>
                </c:pt>
                <c:pt idx="5785">
                  <c:v>79.3</c:v>
                </c:pt>
                <c:pt idx="5786">
                  <c:v>79.866</c:v>
                </c:pt>
                <c:pt idx="5787">
                  <c:v>79.712000000000003</c:v>
                </c:pt>
                <c:pt idx="5788">
                  <c:v>79.138999999999996</c:v>
                </c:pt>
                <c:pt idx="5789">
                  <c:v>80.040999999999997</c:v>
                </c:pt>
                <c:pt idx="5790">
                  <c:v>79.89</c:v>
                </c:pt>
                <c:pt idx="5791">
                  <c:v>80.192999999999998</c:v>
                </c:pt>
                <c:pt idx="5792">
                  <c:v>80.564999999999998</c:v>
                </c:pt>
                <c:pt idx="5793">
                  <c:v>80.150000000000006</c:v>
                </c:pt>
                <c:pt idx="5794">
                  <c:v>79.786000000000001</c:v>
                </c:pt>
                <c:pt idx="5795">
                  <c:v>79.451999999999998</c:v>
                </c:pt>
                <c:pt idx="5796">
                  <c:v>79.593000000000004</c:v>
                </c:pt>
                <c:pt idx="5797">
                  <c:v>79.656999999999996</c:v>
                </c:pt>
                <c:pt idx="5798">
                  <c:v>79.736000000000004</c:v>
                </c:pt>
                <c:pt idx="5799">
                  <c:v>79.344999999999999</c:v>
                </c:pt>
                <c:pt idx="5800">
                  <c:v>78.981999999999999</c:v>
                </c:pt>
                <c:pt idx="5801">
                  <c:v>79.046999999999997</c:v>
                </c:pt>
                <c:pt idx="5802">
                  <c:v>79.126000000000005</c:v>
                </c:pt>
                <c:pt idx="5803">
                  <c:v>79.186000000000007</c:v>
                </c:pt>
                <c:pt idx="5804">
                  <c:v>79.004000000000005</c:v>
                </c:pt>
                <c:pt idx="5805">
                  <c:v>78.819999999999993</c:v>
                </c:pt>
                <c:pt idx="5806">
                  <c:v>79.483000000000004</c:v>
                </c:pt>
                <c:pt idx="5807">
                  <c:v>79.778000000000006</c:v>
                </c:pt>
                <c:pt idx="5808">
                  <c:v>80.075999999999993</c:v>
                </c:pt>
                <c:pt idx="5809">
                  <c:v>79.885999999999996</c:v>
                </c:pt>
                <c:pt idx="5810">
                  <c:v>79.733000000000004</c:v>
                </c:pt>
                <c:pt idx="5811">
                  <c:v>79.891000000000005</c:v>
                </c:pt>
                <c:pt idx="5812">
                  <c:v>79.795000000000002</c:v>
                </c:pt>
                <c:pt idx="5813">
                  <c:v>79.284999999999997</c:v>
                </c:pt>
                <c:pt idx="5814">
                  <c:v>79.888000000000005</c:v>
                </c:pt>
                <c:pt idx="5815">
                  <c:v>79.555000000000007</c:v>
                </c:pt>
                <c:pt idx="5816">
                  <c:v>79.475999999999999</c:v>
                </c:pt>
                <c:pt idx="5817">
                  <c:v>79.537999999999997</c:v>
                </c:pt>
                <c:pt idx="5818">
                  <c:v>79.561000000000007</c:v>
                </c:pt>
                <c:pt idx="5819">
                  <c:v>79.194000000000003</c:v>
                </c:pt>
                <c:pt idx="5820">
                  <c:v>79.42</c:v>
                </c:pt>
                <c:pt idx="5821">
                  <c:v>79.224999999999994</c:v>
                </c:pt>
                <c:pt idx="5822">
                  <c:v>79.012</c:v>
                </c:pt>
                <c:pt idx="5823">
                  <c:v>78.918999999999997</c:v>
                </c:pt>
                <c:pt idx="5824">
                  <c:v>78.709000000000003</c:v>
                </c:pt>
                <c:pt idx="5825">
                  <c:v>78.775999999999996</c:v>
                </c:pt>
                <c:pt idx="5826">
                  <c:v>78.864000000000004</c:v>
                </c:pt>
                <c:pt idx="5827">
                  <c:v>79.132000000000005</c:v>
                </c:pt>
                <c:pt idx="5828">
                  <c:v>79.221000000000004</c:v>
                </c:pt>
                <c:pt idx="5829">
                  <c:v>79.498000000000005</c:v>
                </c:pt>
                <c:pt idx="5830">
                  <c:v>79.602999999999994</c:v>
                </c:pt>
                <c:pt idx="5831">
                  <c:v>79.738</c:v>
                </c:pt>
                <c:pt idx="5832">
                  <c:v>80.08</c:v>
                </c:pt>
                <c:pt idx="5833">
                  <c:v>80.111999999999995</c:v>
                </c:pt>
                <c:pt idx="5834">
                  <c:v>80.263999999999996</c:v>
                </c:pt>
                <c:pt idx="5835">
                  <c:v>80.605999999999995</c:v>
                </c:pt>
                <c:pt idx="5836">
                  <c:v>81.221000000000004</c:v>
                </c:pt>
                <c:pt idx="5837">
                  <c:v>81.372</c:v>
                </c:pt>
                <c:pt idx="5838">
                  <c:v>81.382999999999996</c:v>
                </c:pt>
                <c:pt idx="5839">
                  <c:v>81.292000000000002</c:v>
                </c:pt>
                <c:pt idx="5840">
                  <c:v>81.084000000000003</c:v>
                </c:pt>
                <c:pt idx="5841">
                  <c:v>81.492999999999995</c:v>
                </c:pt>
                <c:pt idx="5842">
                  <c:v>82.093999999999994</c:v>
                </c:pt>
                <c:pt idx="5843">
                  <c:v>82.346999999999994</c:v>
                </c:pt>
                <c:pt idx="5844">
                  <c:v>82.402000000000001</c:v>
                </c:pt>
                <c:pt idx="5845">
                  <c:v>82.402000000000001</c:v>
                </c:pt>
                <c:pt idx="5846">
                  <c:v>82.48</c:v>
                </c:pt>
                <c:pt idx="5847">
                  <c:v>83.018000000000001</c:v>
                </c:pt>
                <c:pt idx="5848">
                  <c:v>83.043000000000006</c:v>
                </c:pt>
                <c:pt idx="5849">
                  <c:v>82.89</c:v>
                </c:pt>
                <c:pt idx="5850">
                  <c:v>82.557000000000002</c:v>
                </c:pt>
                <c:pt idx="5851">
                  <c:v>82.825000000000003</c:v>
                </c:pt>
                <c:pt idx="5852">
                  <c:v>82.320999999999998</c:v>
                </c:pt>
                <c:pt idx="5853">
                  <c:v>82.051000000000002</c:v>
                </c:pt>
                <c:pt idx="5854">
                  <c:v>82.510999999999996</c:v>
                </c:pt>
                <c:pt idx="5855">
                  <c:v>82.515000000000001</c:v>
                </c:pt>
                <c:pt idx="5856">
                  <c:v>82.423000000000002</c:v>
                </c:pt>
                <c:pt idx="5857">
                  <c:v>82.058000000000007</c:v>
                </c:pt>
                <c:pt idx="5858">
                  <c:v>81.99</c:v>
                </c:pt>
                <c:pt idx="5859">
                  <c:v>81.628</c:v>
                </c:pt>
                <c:pt idx="5860">
                  <c:v>81.945999999999998</c:v>
                </c:pt>
                <c:pt idx="5861">
                  <c:v>81.378</c:v>
                </c:pt>
                <c:pt idx="5862">
                  <c:v>81.582999999999998</c:v>
                </c:pt>
                <c:pt idx="5863">
                  <c:v>82.29</c:v>
                </c:pt>
                <c:pt idx="5864">
                  <c:v>82.256</c:v>
                </c:pt>
                <c:pt idx="5865">
                  <c:v>82.497</c:v>
                </c:pt>
                <c:pt idx="5866">
                  <c:v>82.372</c:v>
                </c:pt>
                <c:pt idx="5867">
                  <c:v>82.617999999999995</c:v>
                </c:pt>
                <c:pt idx="5868">
                  <c:v>82.807000000000002</c:v>
                </c:pt>
                <c:pt idx="5869">
                  <c:v>81.626999999999995</c:v>
                </c:pt>
                <c:pt idx="5870">
                  <c:v>81.87</c:v>
                </c:pt>
                <c:pt idx="5871">
                  <c:v>81.781999999999996</c:v>
                </c:pt>
                <c:pt idx="5872">
                  <c:v>81.781999999999996</c:v>
                </c:pt>
                <c:pt idx="5873">
                  <c:v>82.813000000000002</c:v>
                </c:pt>
                <c:pt idx="5874">
                  <c:v>83.376999999999995</c:v>
                </c:pt>
                <c:pt idx="5875">
                  <c:v>83.161000000000001</c:v>
                </c:pt>
                <c:pt idx="5876">
                  <c:v>83.4</c:v>
                </c:pt>
                <c:pt idx="5877">
                  <c:v>83.567999999999998</c:v>
                </c:pt>
                <c:pt idx="5878">
                  <c:v>83.659000000000006</c:v>
                </c:pt>
                <c:pt idx="5879">
                  <c:v>83.349000000000004</c:v>
                </c:pt>
                <c:pt idx="5880">
                  <c:v>83.097999999999999</c:v>
                </c:pt>
                <c:pt idx="5881">
                  <c:v>83.031999999999996</c:v>
                </c:pt>
                <c:pt idx="5882">
                  <c:v>83.067999999999998</c:v>
                </c:pt>
                <c:pt idx="5883">
                  <c:v>82.882999999999996</c:v>
                </c:pt>
                <c:pt idx="5884">
                  <c:v>83.477999999999994</c:v>
                </c:pt>
                <c:pt idx="5885">
                  <c:v>83.706000000000003</c:v>
                </c:pt>
                <c:pt idx="5886">
                  <c:v>84.004999999999995</c:v>
                </c:pt>
                <c:pt idx="5887">
                  <c:v>83.524000000000001</c:v>
                </c:pt>
                <c:pt idx="5888">
                  <c:v>82.808000000000007</c:v>
                </c:pt>
                <c:pt idx="5889">
                  <c:v>82.709000000000003</c:v>
                </c:pt>
                <c:pt idx="5890">
                  <c:v>82.793999999999997</c:v>
                </c:pt>
                <c:pt idx="5891">
                  <c:v>82.635000000000005</c:v>
                </c:pt>
                <c:pt idx="5892">
                  <c:v>83.058000000000007</c:v>
                </c:pt>
                <c:pt idx="5893">
                  <c:v>83.361000000000004</c:v>
                </c:pt>
                <c:pt idx="5894">
                  <c:v>82.375</c:v>
                </c:pt>
                <c:pt idx="5895">
                  <c:v>82.266000000000005</c:v>
                </c:pt>
                <c:pt idx="5896">
                  <c:v>82.21</c:v>
                </c:pt>
                <c:pt idx="5897">
                  <c:v>82.394000000000005</c:v>
                </c:pt>
                <c:pt idx="5898">
                  <c:v>82.638000000000005</c:v>
                </c:pt>
                <c:pt idx="5899">
                  <c:v>82.552999999999997</c:v>
                </c:pt>
                <c:pt idx="5900">
                  <c:v>82.435000000000002</c:v>
                </c:pt>
                <c:pt idx="5901">
                  <c:v>82.483000000000004</c:v>
                </c:pt>
                <c:pt idx="5902">
                  <c:v>82.644999999999996</c:v>
                </c:pt>
                <c:pt idx="5903">
                  <c:v>82.356999999999999</c:v>
                </c:pt>
                <c:pt idx="5904">
                  <c:v>82.596000000000004</c:v>
                </c:pt>
                <c:pt idx="5905">
                  <c:v>82.456000000000003</c:v>
                </c:pt>
                <c:pt idx="5906">
                  <c:v>81.906999999999996</c:v>
                </c:pt>
                <c:pt idx="5907">
                  <c:v>81.486000000000004</c:v>
                </c:pt>
                <c:pt idx="5908">
                  <c:v>81.358999999999995</c:v>
                </c:pt>
                <c:pt idx="5909">
                  <c:v>81.593000000000004</c:v>
                </c:pt>
                <c:pt idx="5910">
                  <c:v>81.658000000000001</c:v>
                </c:pt>
                <c:pt idx="5911">
                  <c:v>81.37</c:v>
                </c:pt>
                <c:pt idx="5912">
                  <c:v>81.549000000000007</c:v>
                </c:pt>
                <c:pt idx="5913">
                  <c:v>81.691000000000003</c:v>
                </c:pt>
                <c:pt idx="5914">
                  <c:v>81.207999999999998</c:v>
                </c:pt>
                <c:pt idx="5915">
                  <c:v>81.207999999999998</c:v>
                </c:pt>
                <c:pt idx="5916">
                  <c:v>81.311999999999998</c:v>
                </c:pt>
                <c:pt idx="5917">
                  <c:v>81.234999999999999</c:v>
                </c:pt>
                <c:pt idx="5918">
                  <c:v>81.040000000000006</c:v>
                </c:pt>
                <c:pt idx="5919">
                  <c:v>80.251999999999995</c:v>
                </c:pt>
                <c:pt idx="5920">
                  <c:v>80.356999999999999</c:v>
                </c:pt>
                <c:pt idx="5921">
                  <c:v>79.856999999999999</c:v>
                </c:pt>
                <c:pt idx="5922">
                  <c:v>79.736999999999995</c:v>
                </c:pt>
                <c:pt idx="5923">
                  <c:v>79.262</c:v>
                </c:pt>
                <c:pt idx="5924">
                  <c:v>78.846999999999994</c:v>
                </c:pt>
                <c:pt idx="5925">
                  <c:v>79.010000000000005</c:v>
                </c:pt>
                <c:pt idx="5926">
                  <c:v>79.248999999999995</c:v>
                </c:pt>
                <c:pt idx="5927">
                  <c:v>79.055000000000007</c:v>
                </c:pt>
                <c:pt idx="5928">
                  <c:v>79.411000000000001</c:v>
                </c:pt>
                <c:pt idx="5929">
                  <c:v>79.328000000000003</c:v>
                </c:pt>
                <c:pt idx="5930">
                  <c:v>79.518000000000001</c:v>
                </c:pt>
                <c:pt idx="5931">
                  <c:v>79.552000000000007</c:v>
                </c:pt>
                <c:pt idx="5932">
                  <c:v>79.885000000000005</c:v>
                </c:pt>
                <c:pt idx="5933">
                  <c:v>79.548000000000002</c:v>
                </c:pt>
                <c:pt idx="5934">
                  <c:v>79.935000000000002</c:v>
                </c:pt>
                <c:pt idx="5935">
                  <c:v>79.823999999999998</c:v>
                </c:pt>
                <c:pt idx="5936">
                  <c:v>79.744</c:v>
                </c:pt>
                <c:pt idx="5937">
                  <c:v>79.965000000000003</c:v>
                </c:pt>
                <c:pt idx="5938">
                  <c:v>79.352999999999994</c:v>
                </c:pt>
                <c:pt idx="5939">
                  <c:v>79.337000000000003</c:v>
                </c:pt>
                <c:pt idx="5940">
                  <c:v>79.540000000000006</c:v>
                </c:pt>
                <c:pt idx="5941">
                  <c:v>79.950999999999993</c:v>
                </c:pt>
                <c:pt idx="5942">
                  <c:v>79.917000000000002</c:v>
                </c:pt>
                <c:pt idx="5943">
                  <c:v>79.775000000000006</c:v>
                </c:pt>
                <c:pt idx="5944">
                  <c:v>79.667000000000002</c:v>
                </c:pt>
                <c:pt idx="5945">
                  <c:v>79.742000000000004</c:v>
                </c:pt>
                <c:pt idx="5946">
                  <c:v>79.405000000000001</c:v>
                </c:pt>
                <c:pt idx="5947">
                  <c:v>79.016000000000005</c:v>
                </c:pt>
                <c:pt idx="5948">
                  <c:v>79.367000000000004</c:v>
                </c:pt>
                <c:pt idx="5949">
                  <c:v>79.620999999999995</c:v>
                </c:pt>
                <c:pt idx="5950">
                  <c:v>79.652000000000001</c:v>
                </c:pt>
                <c:pt idx="5951">
                  <c:v>79.975999999999999</c:v>
                </c:pt>
                <c:pt idx="5952">
                  <c:v>79.914000000000001</c:v>
                </c:pt>
                <c:pt idx="5953">
                  <c:v>80.043999999999997</c:v>
                </c:pt>
                <c:pt idx="5954">
                  <c:v>80.067999999999998</c:v>
                </c:pt>
                <c:pt idx="5955">
                  <c:v>80.231999999999999</c:v>
                </c:pt>
                <c:pt idx="5956">
                  <c:v>79.930999999999997</c:v>
                </c:pt>
                <c:pt idx="5957">
                  <c:v>79.918999999999997</c:v>
                </c:pt>
                <c:pt idx="5958">
                  <c:v>80.046999999999997</c:v>
                </c:pt>
                <c:pt idx="5959">
                  <c:v>80.593000000000004</c:v>
                </c:pt>
                <c:pt idx="5960">
                  <c:v>80.748999999999995</c:v>
                </c:pt>
                <c:pt idx="5961">
                  <c:v>80.613</c:v>
                </c:pt>
                <c:pt idx="5962">
                  <c:v>80.759</c:v>
                </c:pt>
                <c:pt idx="5963">
                  <c:v>80.793000000000006</c:v>
                </c:pt>
                <c:pt idx="5964">
                  <c:v>81.025999999999996</c:v>
                </c:pt>
                <c:pt idx="5965">
                  <c:v>81.034999999999997</c:v>
                </c:pt>
                <c:pt idx="5966">
                  <c:v>81.084000000000003</c:v>
                </c:pt>
                <c:pt idx="5967">
                  <c:v>81.055999999999997</c:v>
                </c:pt>
                <c:pt idx="5968">
                  <c:v>81.078000000000003</c:v>
                </c:pt>
                <c:pt idx="5969">
                  <c:v>81.257000000000005</c:v>
                </c:pt>
                <c:pt idx="5970">
                  <c:v>80.873999999999995</c:v>
                </c:pt>
                <c:pt idx="5971">
                  <c:v>80.956999999999994</c:v>
                </c:pt>
                <c:pt idx="5972">
                  <c:v>80.932000000000002</c:v>
                </c:pt>
                <c:pt idx="5973">
                  <c:v>80.698999999999998</c:v>
                </c:pt>
                <c:pt idx="5974">
                  <c:v>80.191999999999993</c:v>
                </c:pt>
                <c:pt idx="5975">
                  <c:v>80.251000000000005</c:v>
                </c:pt>
                <c:pt idx="5976">
                  <c:v>80.402000000000001</c:v>
                </c:pt>
                <c:pt idx="5977">
                  <c:v>80.335999999999999</c:v>
                </c:pt>
                <c:pt idx="5978">
                  <c:v>80.203999999999994</c:v>
                </c:pt>
                <c:pt idx="5979">
                  <c:v>80.153000000000006</c:v>
                </c:pt>
                <c:pt idx="5980">
                  <c:v>79.882000000000005</c:v>
                </c:pt>
                <c:pt idx="5981">
                  <c:v>79.644000000000005</c:v>
                </c:pt>
                <c:pt idx="5982">
                  <c:v>79.774000000000001</c:v>
                </c:pt>
                <c:pt idx="5983">
                  <c:v>80.257999999999996</c:v>
                </c:pt>
                <c:pt idx="5984">
                  <c:v>80.408000000000001</c:v>
                </c:pt>
                <c:pt idx="5985">
                  <c:v>80.328000000000003</c:v>
                </c:pt>
                <c:pt idx="5986">
                  <c:v>80.061000000000007</c:v>
                </c:pt>
                <c:pt idx="5987">
                  <c:v>79.814999999999998</c:v>
                </c:pt>
                <c:pt idx="5988">
                  <c:v>79.927999999999997</c:v>
                </c:pt>
                <c:pt idx="5989">
                  <c:v>79.58</c:v>
                </c:pt>
                <c:pt idx="5990">
                  <c:v>79.567999999999998</c:v>
                </c:pt>
                <c:pt idx="5991">
                  <c:v>79.358999999999995</c:v>
                </c:pt>
                <c:pt idx="5992">
                  <c:v>79.269000000000005</c:v>
                </c:pt>
                <c:pt idx="5993">
                  <c:v>79.260999999999996</c:v>
                </c:pt>
                <c:pt idx="5994">
                  <c:v>79.617000000000004</c:v>
                </c:pt>
                <c:pt idx="5995">
                  <c:v>79.641999999999996</c:v>
                </c:pt>
                <c:pt idx="5996">
                  <c:v>79.67</c:v>
                </c:pt>
                <c:pt idx="5997">
                  <c:v>79.620999999999995</c:v>
                </c:pt>
                <c:pt idx="5998">
                  <c:v>79.62</c:v>
                </c:pt>
                <c:pt idx="5999">
                  <c:v>79.677999999999997</c:v>
                </c:pt>
                <c:pt idx="6000">
                  <c:v>79.769000000000005</c:v>
                </c:pt>
                <c:pt idx="6001">
                  <c:v>79.736000000000004</c:v>
                </c:pt>
                <c:pt idx="6002">
                  <c:v>79.844999999999999</c:v>
                </c:pt>
                <c:pt idx="6003">
                  <c:v>80.382000000000005</c:v>
                </c:pt>
                <c:pt idx="6004">
                  <c:v>80.498999999999995</c:v>
                </c:pt>
                <c:pt idx="6005">
                  <c:v>80.256</c:v>
                </c:pt>
                <c:pt idx="6006">
                  <c:v>80.344999999999999</c:v>
                </c:pt>
                <c:pt idx="6007">
                  <c:v>80.557000000000002</c:v>
                </c:pt>
                <c:pt idx="6008">
                  <c:v>79.738</c:v>
                </c:pt>
                <c:pt idx="6009">
                  <c:v>79.563000000000002</c:v>
                </c:pt>
                <c:pt idx="6010">
                  <c:v>79.488</c:v>
                </c:pt>
                <c:pt idx="6011">
                  <c:v>79.778999999999996</c:v>
                </c:pt>
                <c:pt idx="6012">
                  <c:v>79.804000000000002</c:v>
                </c:pt>
                <c:pt idx="6013">
                  <c:v>79.649000000000001</c:v>
                </c:pt>
                <c:pt idx="6014">
                  <c:v>80.036000000000001</c:v>
                </c:pt>
                <c:pt idx="6015">
                  <c:v>80.036000000000001</c:v>
                </c:pt>
                <c:pt idx="6016">
                  <c:v>79.873999999999995</c:v>
                </c:pt>
                <c:pt idx="6017">
                  <c:v>79.92</c:v>
                </c:pt>
                <c:pt idx="6018">
                  <c:v>79.948999999999998</c:v>
                </c:pt>
                <c:pt idx="6019">
                  <c:v>79.748000000000005</c:v>
                </c:pt>
                <c:pt idx="6020">
                  <c:v>79.78</c:v>
                </c:pt>
                <c:pt idx="6021">
                  <c:v>79.563999999999993</c:v>
                </c:pt>
                <c:pt idx="6022">
                  <c:v>79.281000000000006</c:v>
                </c:pt>
                <c:pt idx="6023">
                  <c:v>79.206999999999994</c:v>
                </c:pt>
                <c:pt idx="6024">
                  <c:v>79.125</c:v>
                </c:pt>
                <c:pt idx="6025">
                  <c:v>79.554000000000002</c:v>
                </c:pt>
                <c:pt idx="6026">
                  <c:v>79.488</c:v>
                </c:pt>
                <c:pt idx="6027">
                  <c:v>79.721000000000004</c:v>
                </c:pt>
                <c:pt idx="6028">
                  <c:v>80.191999999999993</c:v>
                </c:pt>
                <c:pt idx="6029">
                  <c:v>80.245999999999995</c:v>
                </c:pt>
                <c:pt idx="6030">
                  <c:v>80.31</c:v>
                </c:pt>
                <c:pt idx="6031">
                  <c:v>80.105999999999995</c:v>
                </c:pt>
                <c:pt idx="6032">
                  <c:v>80.090999999999994</c:v>
                </c:pt>
                <c:pt idx="6033">
                  <c:v>80.457999999999998</c:v>
                </c:pt>
                <c:pt idx="6034">
                  <c:v>80.58</c:v>
                </c:pt>
                <c:pt idx="6035">
                  <c:v>80.626999999999995</c:v>
                </c:pt>
                <c:pt idx="6036">
                  <c:v>80.468000000000004</c:v>
                </c:pt>
                <c:pt idx="6037">
                  <c:v>81.069000000000003</c:v>
                </c:pt>
                <c:pt idx="6038">
                  <c:v>81.460999999999999</c:v>
                </c:pt>
                <c:pt idx="6039">
                  <c:v>81.481999999999999</c:v>
                </c:pt>
                <c:pt idx="6040">
                  <c:v>81.67</c:v>
                </c:pt>
                <c:pt idx="6041">
                  <c:v>81.87</c:v>
                </c:pt>
                <c:pt idx="6042">
                  <c:v>81.602000000000004</c:v>
                </c:pt>
                <c:pt idx="6043">
                  <c:v>81.948999999999998</c:v>
                </c:pt>
                <c:pt idx="6044">
                  <c:v>82.313000000000002</c:v>
                </c:pt>
                <c:pt idx="6045">
                  <c:v>82.194999999999993</c:v>
                </c:pt>
                <c:pt idx="6046">
                  <c:v>82.087000000000003</c:v>
                </c:pt>
                <c:pt idx="6047">
                  <c:v>82.459000000000003</c:v>
                </c:pt>
                <c:pt idx="6048">
                  <c:v>82.081000000000003</c:v>
                </c:pt>
                <c:pt idx="6049">
                  <c:v>82.695999999999998</c:v>
                </c:pt>
                <c:pt idx="6050">
                  <c:v>82.572999999999993</c:v>
                </c:pt>
                <c:pt idx="6051">
                  <c:v>82.584000000000003</c:v>
                </c:pt>
                <c:pt idx="6052">
                  <c:v>82.888999999999996</c:v>
                </c:pt>
                <c:pt idx="6053">
                  <c:v>82.605999999999995</c:v>
                </c:pt>
                <c:pt idx="6054">
                  <c:v>82.260999999999996</c:v>
                </c:pt>
                <c:pt idx="6055">
                  <c:v>82.694000000000003</c:v>
                </c:pt>
                <c:pt idx="6056">
                  <c:v>82.989000000000004</c:v>
                </c:pt>
                <c:pt idx="6057">
                  <c:v>82.778999999999996</c:v>
                </c:pt>
                <c:pt idx="6058">
                  <c:v>82.74</c:v>
                </c:pt>
                <c:pt idx="6059">
                  <c:v>82.376000000000005</c:v>
                </c:pt>
                <c:pt idx="6060">
                  <c:v>82.828000000000003</c:v>
                </c:pt>
                <c:pt idx="6061">
                  <c:v>82.881</c:v>
                </c:pt>
                <c:pt idx="6062">
                  <c:v>83.221000000000004</c:v>
                </c:pt>
                <c:pt idx="6063">
                  <c:v>82.995999999999995</c:v>
                </c:pt>
                <c:pt idx="6064">
                  <c:v>82.975999999999999</c:v>
                </c:pt>
                <c:pt idx="6065">
                  <c:v>82.733000000000004</c:v>
                </c:pt>
                <c:pt idx="6066">
                  <c:v>82.924000000000007</c:v>
                </c:pt>
                <c:pt idx="6067">
                  <c:v>82.718000000000004</c:v>
                </c:pt>
                <c:pt idx="6068">
                  <c:v>82.677000000000007</c:v>
                </c:pt>
                <c:pt idx="6069">
                  <c:v>82.495999999999995</c:v>
                </c:pt>
                <c:pt idx="6070">
                  <c:v>82.751999999999995</c:v>
                </c:pt>
                <c:pt idx="6071">
                  <c:v>82.308999999999997</c:v>
                </c:pt>
                <c:pt idx="6072">
                  <c:v>82.531999999999996</c:v>
                </c:pt>
                <c:pt idx="6073">
                  <c:v>82.247</c:v>
                </c:pt>
                <c:pt idx="6074">
                  <c:v>82.311000000000007</c:v>
                </c:pt>
                <c:pt idx="6075">
                  <c:v>82.417000000000002</c:v>
                </c:pt>
                <c:pt idx="6076">
                  <c:v>81.748999999999995</c:v>
                </c:pt>
                <c:pt idx="6077">
                  <c:v>82.683999999999997</c:v>
                </c:pt>
                <c:pt idx="6078">
                  <c:v>82.558999999999997</c:v>
                </c:pt>
                <c:pt idx="6079">
                  <c:v>82.713999999999999</c:v>
                </c:pt>
                <c:pt idx="6080">
                  <c:v>82.676000000000002</c:v>
                </c:pt>
                <c:pt idx="6081">
                  <c:v>83.048000000000002</c:v>
                </c:pt>
                <c:pt idx="6082">
                  <c:v>83.048000000000002</c:v>
                </c:pt>
                <c:pt idx="6083">
                  <c:v>82.744</c:v>
                </c:pt>
                <c:pt idx="6084">
                  <c:v>82.501999999999995</c:v>
                </c:pt>
                <c:pt idx="6085">
                  <c:v>82.147000000000006</c:v>
                </c:pt>
                <c:pt idx="6086">
                  <c:v>81.745999999999995</c:v>
                </c:pt>
                <c:pt idx="6087">
                  <c:v>81.483999999999995</c:v>
                </c:pt>
                <c:pt idx="6088">
                  <c:v>82.224000000000004</c:v>
                </c:pt>
                <c:pt idx="6089">
                  <c:v>82.125</c:v>
                </c:pt>
                <c:pt idx="6090">
                  <c:v>82.314999999999998</c:v>
                </c:pt>
                <c:pt idx="6091">
                  <c:v>82.253</c:v>
                </c:pt>
                <c:pt idx="6092">
                  <c:v>81.896000000000001</c:v>
                </c:pt>
                <c:pt idx="6093">
                  <c:v>82.793000000000006</c:v>
                </c:pt>
                <c:pt idx="6094">
                  <c:v>83.143000000000001</c:v>
                </c:pt>
                <c:pt idx="6095">
                  <c:v>83.277000000000001</c:v>
                </c:pt>
                <c:pt idx="6096">
                  <c:v>83.594999999999999</c:v>
                </c:pt>
                <c:pt idx="6097">
                  <c:v>83.83</c:v>
                </c:pt>
                <c:pt idx="6098">
                  <c:v>83.587999999999994</c:v>
                </c:pt>
                <c:pt idx="6099">
                  <c:v>84.251999999999995</c:v>
                </c:pt>
                <c:pt idx="6100">
                  <c:v>83.736000000000004</c:v>
                </c:pt>
                <c:pt idx="6101">
                  <c:v>83.864000000000004</c:v>
                </c:pt>
                <c:pt idx="6102">
                  <c:v>84.352000000000004</c:v>
                </c:pt>
                <c:pt idx="6103">
                  <c:v>83.8</c:v>
                </c:pt>
                <c:pt idx="6104">
                  <c:v>83.7</c:v>
                </c:pt>
                <c:pt idx="6105">
                  <c:v>83.7</c:v>
                </c:pt>
                <c:pt idx="6106">
                  <c:v>84.1</c:v>
                </c:pt>
                <c:pt idx="6107">
                  <c:v>83.66</c:v>
                </c:pt>
                <c:pt idx="6108">
                  <c:v>83.042000000000002</c:v>
                </c:pt>
                <c:pt idx="6109">
                  <c:v>83.375</c:v>
                </c:pt>
                <c:pt idx="6110">
                  <c:v>82.656000000000006</c:v>
                </c:pt>
                <c:pt idx="6111">
                  <c:v>82.769000000000005</c:v>
                </c:pt>
                <c:pt idx="6112">
                  <c:v>82.593999999999994</c:v>
                </c:pt>
                <c:pt idx="6113">
                  <c:v>81.537000000000006</c:v>
                </c:pt>
                <c:pt idx="6114">
                  <c:v>81.668999999999997</c:v>
                </c:pt>
                <c:pt idx="6115">
                  <c:v>81.646000000000001</c:v>
                </c:pt>
                <c:pt idx="6116">
                  <c:v>81.113</c:v>
                </c:pt>
                <c:pt idx="6117">
                  <c:v>80.947000000000003</c:v>
                </c:pt>
                <c:pt idx="6118">
                  <c:v>80.751999999999995</c:v>
                </c:pt>
                <c:pt idx="6119">
                  <c:v>80.67</c:v>
                </c:pt>
                <c:pt idx="6120">
                  <c:v>80.787000000000006</c:v>
                </c:pt>
                <c:pt idx="6121">
                  <c:v>80.611999999999995</c:v>
                </c:pt>
                <c:pt idx="6122">
                  <c:v>81.427999999999997</c:v>
                </c:pt>
                <c:pt idx="6123">
                  <c:v>81.915000000000006</c:v>
                </c:pt>
                <c:pt idx="6124">
                  <c:v>82.317999999999998</c:v>
                </c:pt>
                <c:pt idx="6125">
                  <c:v>82.424999999999997</c:v>
                </c:pt>
                <c:pt idx="6126">
                  <c:v>82.581000000000003</c:v>
                </c:pt>
                <c:pt idx="6127">
                  <c:v>82.977000000000004</c:v>
                </c:pt>
                <c:pt idx="6128">
                  <c:v>82.902000000000001</c:v>
                </c:pt>
                <c:pt idx="6129">
                  <c:v>83.135999999999996</c:v>
                </c:pt>
                <c:pt idx="6130">
                  <c:v>83.054000000000002</c:v>
                </c:pt>
                <c:pt idx="6131">
                  <c:v>83.543999999999997</c:v>
                </c:pt>
                <c:pt idx="6132">
                  <c:v>83.230999999999995</c:v>
                </c:pt>
                <c:pt idx="6133">
                  <c:v>83.230999999999995</c:v>
                </c:pt>
                <c:pt idx="6134">
                  <c:v>84.448999999999998</c:v>
                </c:pt>
                <c:pt idx="6135">
                  <c:v>84.192999999999998</c:v>
                </c:pt>
                <c:pt idx="6136">
                  <c:v>84.58</c:v>
                </c:pt>
                <c:pt idx="6137">
                  <c:v>84.040999999999997</c:v>
                </c:pt>
                <c:pt idx="6138">
                  <c:v>82.745999999999995</c:v>
                </c:pt>
                <c:pt idx="6139">
                  <c:v>82.988</c:v>
                </c:pt>
                <c:pt idx="6140">
                  <c:v>83.043000000000006</c:v>
                </c:pt>
                <c:pt idx="6141">
                  <c:v>82.498000000000005</c:v>
                </c:pt>
                <c:pt idx="6142">
                  <c:v>82.707999999999998</c:v>
                </c:pt>
                <c:pt idx="6143">
                  <c:v>82.822999999999993</c:v>
                </c:pt>
                <c:pt idx="6144">
                  <c:v>82.606999999999999</c:v>
                </c:pt>
                <c:pt idx="6145">
                  <c:v>82.218999999999994</c:v>
                </c:pt>
                <c:pt idx="6146">
                  <c:v>81.944999999999993</c:v>
                </c:pt>
                <c:pt idx="6147">
                  <c:v>82.290999999999997</c:v>
                </c:pt>
                <c:pt idx="6148">
                  <c:v>81.97</c:v>
                </c:pt>
                <c:pt idx="6149">
                  <c:v>81.656999999999996</c:v>
                </c:pt>
                <c:pt idx="6150">
                  <c:v>81.662999999999997</c:v>
                </c:pt>
                <c:pt idx="6151">
                  <c:v>81.828999999999994</c:v>
                </c:pt>
                <c:pt idx="6152">
                  <c:v>81.451999999999998</c:v>
                </c:pt>
                <c:pt idx="6153">
                  <c:v>82.335999999999999</c:v>
                </c:pt>
                <c:pt idx="6154">
                  <c:v>81.908000000000001</c:v>
                </c:pt>
                <c:pt idx="6155">
                  <c:v>81.875</c:v>
                </c:pt>
                <c:pt idx="6156">
                  <c:v>81.602999999999994</c:v>
                </c:pt>
                <c:pt idx="6157">
                  <c:v>81.287000000000006</c:v>
                </c:pt>
                <c:pt idx="6158">
                  <c:v>80.977000000000004</c:v>
                </c:pt>
                <c:pt idx="6159">
                  <c:v>81.126000000000005</c:v>
                </c:pt>
                <c:pt idx="6160">
                  <c:v>81.332999999999998</c:v>
                </c:pt>
                <c:pt idx="6161">
                  <c:v>81.768000000000001</c:v>
                </c:pt>
                <c:pt idx="6162">
                  <c:v>81.710999999999999</c:v>
                </c:pt>
                <c:pt idx="6163">
                  <c:v>81.180999999999997</c:v>
                </c:pt>
                <c:pt idx="6164">
                  <c:v>81.257000000000005</c:v>
                </c:pt>
                <c:pt idx="6165">
                  <c:v>81.225999999999999</c:v>
                </c:pt>
                <c:pt idx="6166">
                  <c:v>80.906000000000006</c:v>
                </c:pt>
                <c:pt idx="6167">
                  <c:v>81.212999999999994</c:v>
                </c:pt>
                <c:pt idx="6168">
                  <c:v>81.488</c:v>
                </c:pt>
                <c:pt idx="6169">
                  <c:v>81.361000000000004</c:v>
                </c:pt>
                <c:pt idx="6170">
                  <c:v>81.406999999999996</c:v>
                </c:pt>
                <c:pt idx="6171">
                  <c:v>81.165999999999997</c:v>
                </c:pt>
                <c:pt idx="6172">
                  <c:v>81.430999999999997</c:v>
                </c:pt>
                <c:pt idx="6173">
                  <c:v>81.947999999999993</c:v>
                </c:pt>
                <c:pt idx="6174">
                  <c:v>82.087000000000003</c:v>
                </c:pt>
                <c:pt idx="6175">
                  <c:v>82.087000000000003</c:v>
                </c:pt>
                <c:pt idx="6176">
                  <c:v>82.361000000000004</c:v>
                </c:pt>
                <c:pt idx="6177">
                  <c:v>82.168999999999997</c:v>
                </c:pt>
                <c:pt idx="6178">
                  <c:v>82.632999999999996</c:v>
                </c:pt>
                <c:pt idx="6179">
                  <c:v>82.146000000000001</c:v>
                </c:pt>
                <c:pt idx="6180">
                  <c:v>81.793000000000006</c:v>
                </c:pt>
                <c:pt idx="6181">
                  <c:v>81.820999999999998</c:v>
                </c:pt>
                <c:pt idx="6182">
                  <c:v>81.518000000000001</c:v>
                </c:pt>
                <c:pt idx="6183">
                  <c:v>81.489000000000004</c:v>
                </c:pt>
                <c:pt idx="6184">
                  <c:v>81.451999999999998</c:v>
                </c:pt>
                <c:pt idx="6185">
                  <c:v>81.295000000000002</c:v>
                </c:pt>
                <c:pt idx="6186">
                  <c:v>81.143000000000001</c:v>
                </c:pt>
                <c:pt idx="6187">
                  <c:v>80.236999999999995</c:v>
                </c:pt>
                <c:pt idx="6188">
                  <c:v>80.372</c:v>
                </c:pt>
                <c:pt idx="6189">
                  <c:v>80.430999999999997</c:v>
                </c:pt>
                <c:pt idx="6190">
                  <c:v>80.448999999999998</c:v>
                </c:pt>
                <c:pt idx="6191">
                  <c:v>80.563000000000002</c:v>
                </c:pt>
                <c:pt idx="6192">
                  <c:v>80.334000000000003</c:v>
                </c:pt>
                <c:pt idx="6193">
                  <c:v>80.522999999999996</c:v>
                </c:pt>
                <c:pt idx="6194">
                  <c:v>80.287000000000006</c:v>
                </c:pt>
                <c:pt idx="6195">
                  <c:v>80.221000000000004</c:v>
                </c:pt>
                <c:pt idx="6196">
                  <c:v>80.141000000000005</c:v>
                </c:pt>
                <c:pt idx="6197">
                  <c:v>79.900000000000006</c:v>
                </c:pt>
                <c:pt idx="6198">
                  <c:v>79.748999999999995</c:v>
                </c:pt>
                <c:pt idx="6199">
                  <c:v>80.122</c:v>
                </c:pt>
                <c:pt idx="6200">
                  <c:v>79.941000000000003</c:v>
                </c:pt>
                <c:pt idx="6201">
                  <c:v>80.06</c:v>
                </c:pt>
                <c:pt idx="6202">
                  <c:v>80.376000000000005</c:v>
                </c:pt>
                <c:pt idx="6203">
                  <c:v>80.417000000000002</c:v>
                </c:pt>
                <c:pt idx="6204">
                  <c:v>80.361999999999995</c:v>
                </c:pt>
                <c:pt idx="6205">
                  <c:v>80.263000000000005</c:v>
                </c:pt>
                <c:pt idx="6206">
                  <c:v>80.481999999999999</c:v>
                </c:pt>
                <c:pt idx="6207">
                  <c:v>80.47</c:v>
                </c:pt>
                <c:pt idx="6208">
                  <c:v>79.649000000000001</c:v>
                </c:pt>
                <c:pt idx="6209">
                  <c:v>79.653999999999996</c:v>
                </c:pt>
                <c:pt idx="6210">
                  <c:v>79.694999999999993</c:v>
                </c:pt>
                <c:pt idx="6211">
                  <c:v>79.23</c:v>
                </c:pt>
                <c:pt idx="6212">
                  <c:v>79.263999999999996</c:v>
                </c:pt>
                <c:pt idx="6213">
                  <c:v>79.185000000000002</c:v>
                </c:pt>
                <c:pt idx="6214">
                  <c:v>79.194000000000003</c:v>
                </c:pt>
                <c:pt idx="6215">
                  <c:v>79.245999999999995</c:v>
                </c:pt>
                <c:pt idx="6216">
                  <c:v>79.606999999999999</c:v>
                </c:pt>
                <c:pt idx="6217">
                  <c:v>79.777000000000001</c:v>
                </c:pt>
                <c:pt idx="6218">
                  <c:v>80.194999999999993</c:v>
                </c:pt>
                <c:pt idx="6219">
                  <c:v>80.715999999999994</c:v>
                </c:pt>
                <c:pt idx="6220">
                  <c:v>80.552999999999997</c:v>
                </c:pt>
                <c:pt idx="6221">
                  <c:v>80.706000000000003</c:v>
                </c:pt>
                <c:pt idx="6222">
                  <c:v>80.483000000000004</c:v>
                </c:pt>
                <c:pt idx="6223">
                  <c:v>80.844999999999999</c:v>
                </c:pt>
                <c:pt idx="6224">
                  <c:v>81.302999999999997</c:v>
                </c:pt>
                <c:pt idx="6225">
                  <c:v>81.090999999999994</c:v>
                </c:pt>
                <c:pt idx="6226">
                  <c:v>81.191999999999993</c:v>
                </c:pt>
                <c:pt idx="6227">
                  <c:v>80.926000000000002</c:v>
                </c:pt>
                <c:pt idx="6228">
                  <c:v>81.022999999999996</c:v>
                </c:pt>
                <c:pt idx="6229">
                  <c:v>80.849000000000004</c:v>
                </c:pt>
                <c:pt idx="6230">
                  <c:v>80.825000000000003</c:v>
                </c:pt>
                <c:pt idx="6231">
                  <c:v>80.703999999999994</c:v>
                </c:pt>
                <c:pt idx="6232">
                  <c:v>81.111999999999995</c:v>
                </c:pt>
                <c:pt idx="6233">
                  <c:v>81.072999999999993</c:v>
                </c:pt>
                <c:pt idx="6234">
                  <c:v>80.707999999999998</c:v>
                </c:pt>
                <c:pt idx="6235">
                  <c:v>80.92</c:v>
                </c:pt>
                <c:pt idx="6236">
                  <c:v>80.611000000000004</c:v>
                </c:pt>
                <c:pt idx="6237">
                  <c:v>80.721999999999994</c:v>
                </c:pt>
                <c:pt idx="6238">
                  <c:v>80.581999999999994</c:v>
                </c:pt>
                <c:pt idx="6239">
                  <c:v>80.680000000000007</c:v>
                </c:pt>
                <c:pt idx="6240">
                  <c:v>80.924999999999997</c:v>
                </c:pt>
                <c:pt idx="6241">
                  <c:v>80.590999999999994</c:v>
                </c:pt>
                <c:pt idx="6242">
                  <c:v>80.619</c:v>
                </c:pt>
                <c:pt idx="6243">
                  <c:v>80.234999999999999</c:v>
                </c:pt>
                <c:pt idx="6244">
                  <c:v>80.314999999999998</c:v>
                </c:pt>
                <c:pt idx="6245">
                  <c:v>80.134</c:v>
                </c:pt>
                <c:pt idx="6246">
                  <c:v>79.965999999999994</c:v>
                </c:pt>
                <c:pt idx="6247">
                  <c:v>79.894000000000005</c:v>
                </c:pt>
                <c:pt idx="6248">
                  <c:v>80.206000000000003</c:v>
                </c:pt>
                <c:pt idx="6249">
                  <c:v>80.213999999999999</c:v>
                </c:pt>
                <c:pt idx="6250">
                  <c:v>80.073999999999998</c:v>
                </c:pt>
                <c:pt idx="6251">
                  <c:v>80.061000000000007</c:v>
                </c:pt>
                <c:pt idx="6252">
                  <c:v>80.105000000000004</c:v>
                </c:pt>
                <c:pt idx="6253">
                  <c:v>80.63</c:v>
                </c:pt>
                <c:pt idx="6254">
                  <c:v>80.575000000000003</c:v>
                </c:pt>
                <c:pt idx="6255">
                  <c:v>80.447000000000003</c:v>
                </c:pt>
                <c:pt idx="6256">
                  <c:v>80.536000000000001</c:v>
                </c:pt>
                <c:pt idx="6257">
                  <c:v>80.558000000000007</c:v>
                </c:pt>
                <c:pt idx="6258">
                  <c:v>80.483999999999995</c:v>
                </c:pt>
                <c:pt idx="6259">
                  <c:v>80.391999999999996</c:v>
                </c:pt>
                <c:pt idx="6260">
                  <c:v>80</c:v>
                </c:pt>
                <c:pt idx="6261">
                  <c:v>80.034999999999997</c:v>
                </c:pt>
                <c:pt idx="6262">
                  <c:v>80.108000000000004</c:v>
                </c:pt>
                <c:pt idx="6263">
                  <c:v>80.63</c:v>
                </c:pt>
                <c:pt idx="6264">
                  <c:v>80.790999999999997</c:v>
                </c:pt>
                <c:pt idx="6265">
                  <c:v>80.652000000000001</c:v>
                </c:pt>
                <c:pt idx="6266">
                  <c:v>80.832999999999998</c:v>
                </c:pt>
                <c:pt idx="6267">
                  <c:v>81.022000000000006</c:v>
                </c:pt>
                <c:pt idx="6268">
                  <c:v>81.004999999999995</c:v>
                </c:pt>
                <c:pt idx="6269">
                  <c:v>80.658000000000001</c:v>
                </c:pt>
                <c:pt idx="6270">
                  <c:v>80.513000000000005</c:v>
                </c:pt>
                <c:pt idx="6271">
                  <c:v>80.662000000000006</c:v>
                </c:pt>
                <c:pt idx="6272">
                  <c:v>81.027000000000001</c:v>
                </c:pt>
                <c:pt idx="6273">
                  <c:v>80.91</c:v>
                </c:pt>
                <c:pt idx="6274">
                  <c:v>81.224999999999994</c:v>
                </c:pt>
                <c:pt idx="6275">
                  <c:v>81.224999999999994</c:v>
                </c:pt>
                <c:pt idx="6276">
                  <c:v>81.097999999999999</c:v>
                </c:pt>
                <c:pt idx="6277">
                  <c:v>81.167000000000002</c:v>
                </c:pt>
                <c:pt idx="6278">
                  <c:v>80.438000000000002</c:v>
                </c:pt>
                <c:pt idx="6279">
                  <c:v>80.457999999999998</c:v>
                </c:pt>
                <c:pt idx="6280">
                  <c:v>80.524000000000001</c:v>
                </c:pt>
                <c:pt idx="6281">
                  <c:v>80.567999999999998</c:v>
                </c:pt>
                <c:pt idx="6282">
                  <c:v>80.504999999999995</c:v>
                </c:pt>
                <c:pt idx="6283">
                  <c:v>81.084999999999994</c:v>
                </c:pt>
                <c:pt idx="6284">
                  <c:v>81.311000000000007</c:v>
                </c:pt>
                <c:pt idx="6285">
                  <c:v>81.009</c:v>
                </c:pt>
                <c:pt idx="6286">
                  <c:v>81.120999999999995</c:v>
                </c:pt>
                <c:pt idx="6287">
                  <c:v>81.036000000000001</c:v>
                </c:pt>
                <c:pt idx="6288">
                  <c:v>80.906000000000006</c:v>
                </c:pt>
                <c:pt idx="6289">
                  <c:v>80.691000000000003</c:v>
                </c:pt>
                <c:pt idx="6290">
                  <c:v>80.641999999999996</c:v>
                </c:pt>
                <c:pt idx="6291">
                  <c:v>80.638000000000005</c:v>
                </c:pt>
                <c:pt idx="6292">
                  <c:v>80.679000000000002</c:v>
                </c:pt>
                <c:pt idx="6293">
                  <c:v>80.322999999999993</c:v>
                </c:pt>
                <c:pt idx="6294">
                  <c:v>80.135999999999996</c:v>
                </c:pt>
                <c:pt idx="6295">
                  <c:v>80.135999999999996</c:v>
                </c:pt>
                <c:pt idx="6296">
                  <c:v>80.007999999999996</c:v>
                </c:pt>
                <c:pt idx="6297">
                  <c:v>80.144000000000005</c:v>
                </c:pt>
                <c:pt idx="6298">
                  <c:v>80.286000000000001</c:v>
                </c:pt>
                <c:pt idx="6299">
                  <c:v>80.236999999999995</c:v>
                </c:pt>
                <c:pt idx="6300">
                  <c:v>80.198999999999998</c:v>
                </c:pt>
                <c:pt idx="6301">
                  <c:v>80.137</c:v>
                </c:pt>
                <c:pt idx="6302">
                  <c:v>80.429000000000002</c:v>
                </c:pt>
                <c:pt idx="6303">
                  <c:v>80.284999999999997</c:v>
                </c:pt>
                <c:pt idx="6304">
                  <c:v>79.691000000000003</c:v>
                </c:pt>
                <c:pt idx="6305">
                  <c:v>80.076999999999998</c:v>
                </c:pt>
                <c:pt idx="6306">
                  <c:v>80.168000000000006</c:v>
                </c:pt>
                <c:pt idx="6307">
                  <c:v>80.108999999999995</c:v>
                </c:pt>
                <c:pt idx="6308">
                  <c:v>79.662999999999997</c:v>
                </c:pt>
                <c:pt idx="6309">
                  <c:v>79.718999999999994</c:v>
                </c:pt>
                <c:pt idx="6310">
                  <c:v>79.768000000000001</c:v>
                </c:pt>
                <c:pt idx="6311">
                  <c:v>79.736000000000004</c:v>
                </c:pt>
                <c:pt idx="6312">
                  <c:v>79.608000000000004</c:v>
                </c:pt>
                <c:pt idx="6313">
                  <c:v>79.62</c:v>
                </c:pt>
                <c:pt idx="6314">
                  <c:v>79.445999999999998</c:v>
                </c:pt>
                <c:pt idx="6315">
                  <c:v>79.385000000000005</c:v>
                </c:pt>
                <c:pt idx="6316">
                  <c:v>79.414000000000001</c:v>
                </c:pt>
                <c:pt idx="6317">
                  <c:v>79.995000000000005</c:v>
                </c:pt>
                <c:pt idx="6318">
                  <c:v>80.191999999999993</c:v>
                </c:pt>
                <c:pt idx="6319">
                  <c:v>80.105000000000004</c:v>
                </c:pt>
                <c:pt idx="6320">
                  <c:v>79.933999999999997</c:v>
                </c:pt>
                <c:pt idx="6321">
                  <c:v>79.944000000000003</c:v>
                </c:pt>
                <c:pt idx="6322">
                  <c:v>80.031999999999996</c:v>
                </c:pt>
                <c:pt idx="6323">
                  <c:v>80.111000000000004</c:v>
                </c:pt>
                <c:pt idx="6324">
                  <c:v>80.176000000000002</c:v>
                </c:pt>
                <c:pt idx="6325">
                  <c:v>80.099999999999994</c:v>
                </c:pt>
                <c:pt idx="6326">
                  <c:v>80.093999999999994</c:v>
                </c:pt>
                <c:pt idx="6327">
                  <c:v>80.215000000000003</c:v>
                </c:pt>
                <c:pt idx="6328">
                  <c:v>80.474999999999994</c:v>
                </c:pt>
                <c:pt idx="6329">
                  <c:v>80.423000000000002</c:v>
                </c:pt>
                <c:pt idx="6330">
                  <c:v>80.231999999999999</c:v>
                </c:pt>
                <c:pt idx="6331">
                  <c:v>79.751999999999995</c:v>
                </c:pt>
                <c:pt idx="6332">
                  <c:v>79.483999999999995</c:v>
                </c:pt>
                <c:pt idx="6333">
                  <c:v>79.382999999999996</c:v>
                </c:pt>
                <c:pt idx="6334">
                  <c:v>79.451999999999998</c:v>
                </c:pt>
                <c:pt idx="6335">
                  <c:v>79.728999999999999</c:v>
                </c:pt>
                <c:pt idx="6336">
                  <c:v>79.802999999999997</c:v>
                </c:pt>
                <c:pt idx="6337">
                  <c:v>79.802999999999997</c:v>
                </c:pt>
                <c:pt idx="6338">
                  <c:v>79.828000000000003</c:v>
                </c:pt>
                <c:pt idx="6339">
                  <c:v>79.846999999999994</c:v>
                </c:pt>
                <c:pt idx="6340">
                  <c:v>79.944999999999993</c:v>
                </c:pt>
                <c:pt idx="6341">
                  <c:v>79.905000000000001</c:v>
                </c:pt>
                <c:pt idx="6342">
                  <c:v>79.855000000000004</c:v>
                </c:pt>
                <c:pt idx="6343">
                  <c:v>79.799000000000007</c:v>
                </c:pt>
                <c:pt idx="6344">
                  <c:v>79.748999999999995</c:v>
                </c:pt>
                <c:pt idx="6345">
                  <c:v>79.683000000000007</c:v>
                </c:pt>
                <c:pt idx="6346">
                  <c:v>79.808000000000007</c:v>
                </c:pt>
                <c:pt idx="6347">
                  <c:v>79.474000000000004</c:v>
                </c:pt>
                <c:pt idx="6348">
                  <c:v>79.527000000000001</c:v>
                </c:pt>
                <c:pt idx="6349">
                  <c:v>79.516000000000005</c:v>
                </c:pt>
                <c:pt idx="6350">
                  <c:v>79.486000000000004</c:v>
                </c:pt>
                <c:pt idx="6351">
                  <c:v>79.093000000000004</c:v>
                </c:pt>
                <c:pt idx="6352">
                  <c:v>79.201999999999998</c:v>
                </c:pt>
                <c:pt idx="6353">
                  <c:v>79.361000000000004</c:v>
                </c:pt>
                <c:pt idx="6354">
                  <c:v>79.903000000000006</c:v>
                </c:pt>
                <c:pt idx="6355">
                  <c:v>79.900999999999996</c:v>
                </c:pt>
                <c:pt idx="6356">
                  <c:v>80.143000000000001</c:v>
                </c:pt>
                <c:pt idx="6357">
                  <c:v>80.072999999999993</c:v>
                </c:pt>
                <c:pt idx="6358">
                  <c:v>80.003</c:v>
                </c:pt>
                <c:pt idx="6359">
                  <c:v>80.043000000000006</c:v>
                </c:pt>
                <c:pt idx="6360">
                  <c:v>79.992999999999995</c:v>
                </c:pt>
                <c:pt idx="6361">
                  <c:v>80.040999999999997</c:v>
                </c:pt>
                <c:pt idx="6362">
                  <c:v>80.094999999999999</c:v>
                </c:pt>
                <c:pt idx="6363">
                  <c:v>80.254000000000005</c:v>
                </c:pt>
                <c:pt idx="6364">
                  <c:v>80.393000000000001</c:v>
                </c:pt>
                <c:pt idx="6365">
                  <c:v>80.393000000000001</c:v>
                </c:pt>
                <c:pt idx="6366">
                  <c:v>80.352000000000004</c:v>
                </c:pt>
                <c:pt idx="6367">
                  <c:v>80.570999999999998</c:v>
                </c:pt>
                <c:pt idx="6368">
                  <c:v>80.494</c:v>
                </c:pt>
                <c:pt idx="6369">
                  <c:v>80.369</c:v>
                </c:pt>
                <c:pt idx="6370">
                  <c:v>80.644000000000005</c:v>
                </c:pt>
                <c:pt idx="6371">
                  <c:v>80.554000000000002</c:v>
                </c:pt>
                <c:pt idx="6372">
                  <c:v>80.662999999999997</c:v>
                </c:pt>
                <c:pt idx="6373">
                  <c:v>80.370999999999995</c:v>
                </c:pt>
                <c:pt idx="6374">
                  <c:v>80.409000000000006</c:v>
                </c:pt>
                <c:pt idx="6375">
                  <c:v>80.653000000000006</c:v>
                </c:pt>
                <c:pt idx="6376">
                  <c:v>80.819999999999993</c:v>
                </c:pt>
                <c:pt idx="6377">
                  <c:v>80.787999999999997</c:v>
                </c:pt>
                <c:pt idx="6378">
                  <c:v>80.575999999999993</c:v>
                </c:pt>
                <c:pt idx="6379">
                  <c:v>80.575999999999993</c:v>
                </c:pt>
                <c:pt idx="6380">
                  <c:v>80.471000000000004</c:v>
                </c:pt>
                <c:pt idx="6381">
                  <c:v>80.629000000000005</c:v>
                </c:pt>
                <c:pt idx="6382">
                  <c:v>80.584000000000003</c:v>
                </c:pt>
                <c:pt idx="6383">
                  <c:v>80.316999999999993</c:v>
                </c:pt>
                <c:pt idx="6384">
                  <c:v>80.372</c:v>
                </c:pt>
                <c:pt idx="6385">
                  <c:v>80.272000000000006</c:v>
                </c:pt>
                <c:pt idx="6386">
                  <c:v>80.326999999999998</c:v>
                </c:pt>
                <c:pt idx="6387">
                  <c:v>80.224999999999994</c:v>
                </c:pt>
                <c:pt idx="6388">
                  <c:v>80.22</c:v>
                </c:pt>
                <c:pt idx="6389">
                  <c:v>80.039000000000001</c:v>
                </c:pt>
                <c:pt idx="6390">
                  <c:v>79.775000000000006</c:v>
                </c:pt>
                <c:pt idx="6391">
                  <c:v>79.814999999999998</c:v>
                </c:pt>
                <c:pt idx="6392">
                  <c:v>79.956000000000003</c:v>
                </c:pt>
                <c:pt idx="6393">
                  <c:v>80.212000000000003</c:v>
                </c:pt>
                <c:pt idx="6394">
                  <c:v>80.269000000000005</c:v>
                </c:pt>
                <c:pt idx="6395">
                  <c:v>80.218000000000004</c:v>
                </c:pt>
                <c:pt idx="6396">
                  <c:v>80.179000000000002</c:v>
                </c:pt>
                <c:pt idx="6397">
                  <c:v>79.992999999999995</c:v>
                </c:pt>
                <c:pt idx="6398">
                  <c:v>80.126999999999995</c:v>
                </c:pt>
                <c:pt idx="6399">
                  <c:v>80.186999999999998</c:v>
                </c:pt>
                <c:pt idx="6400">
                  <c:v>80.188000000000002</c:v>
                </c:pt>
                <c:pt idx="6401">
                  <c:v>80.39</c:v>
                </c:pt>
                <c:pt idx="6402">
                  <c:v>80.558999999999997</c:v>
                </c:pt>
                <c:pt idx="6403">
                  <c:v>80.504999999999995</c:v>
                </c:pt>
                <c:pt idx="6404">
                  <c:v>80.524000000000001</c:v>
                </c:pt>
                <c:pt idx="6405">
                  <c:v>80.56</c:v>
                </c:pt>
                <c:pt idx="6406">
                  <c:v>80.781000000000006</c:v>
                </c:pt>
                <c:pt idx="6407">
                  <c:v>80.822999999999993</c:v>
                </c:pt>
                <c:pt idx="6408">
                  <c:v>80.872</c:v>
                </c:pt>
                <c:pt idx="6409">
                  <c:v>81.028999999999996</c:v>
                </c:pt>
                <c:pt idx="6410">
                  <c:v>81.025000000000006</c:v>
                </c:pt>
                <c:pt idx="6411">
                  <c:v>81.213999999999999</c:v>
                </c:pt>
                <c:pt idx="6412">
                  <c:v>81.432000000000002</c:v>
                </c:pt>
                <c:pt idx="6413">
                  <c:v>81.456000000000003</c:v>
                </c:pt>
                <c:pt idx="6414">
                  <c:v>81.302000000000007</c:v>
                </c:pt>
                <c:pt idx="6415">
                  <c:v>81.328000000000003</c:v>
                </c:pt>
                <c:pt idx="6416">
                  <c:v>81.328000000000003</c:v>
                </c:pt>
                <c:pt idx="6417">
                  <c:v>81.444000000000003</c:v>
                </c:pt>
                <c:pt idx="6418">
                  <c:v>81.524000000000001</c:v>
                </c:pt>
                <c:pt idx="6419">
                  <c:v>81.388999999999996</c:v>
                </c:pt>
                <c:pt idx="6420">
                  <c:v>81.465999999999994</c:v>
                </c:pt>
                <c:pt idx="6421">
                  <c:v>81.5</c:v>
                </c:pt>
                <c:pt idx="6422">
                  <c:v>81.596000000000004</c:v>
                </c:pt>
                <c:pt idx="6423">
                  <c:v>81.587999999999994</c:v>
                </c:pt>
                <c:pt idx="6424">
                  <c:v>81.424000000000007</c:v>
                </c:pt>
                <c:pt idx="6425">
                  <c:v>81.575999999999993</c:v>
                </c:pt>
                <c:pt idx="6426">
                  <c:v>81.882999999999996</c:v>
                </c:pt>
                <c:pt idx="6427">
                  <c:v>82.225999999999999</c:v>
                </c:pt>
                <c:pt idx="6428">
                  <c:v>82.153999999999996</c:v>
                </c:pt>
                <c:pt idx="6429">
                  <c:v>82.335999999999999</c:v>
                </c:pt>
                <c:pt idx="6430">
                  <c:v>82.549000000000007</c:v>
                </c:pt>
                <c:pt idx="6431">
                  <c:v>82.65</c:v>
                </c:pt>
                <c:pt idx="6432">
                  <c:v>82.427999999999997</c:v>
                </c:pt>
                <c:pt idx="6433">
                  <c:v>82.477000000000004</c:v>
                </c:pt>
                <c:pt idx="6434">
                  <c:v>82.748000000000005</c:v>
                </c:pt>
                <c:pt idx="6435">
                  <c:v>82.748000000000005</c:v>
                </c:pt>
                <c:pt idx="6436">
                  <c:v>82.992000000000004</c:v>
                </c:pt>
                <c:pt idx="6437">
                  <c:v>82.864999999999995</c:v>
                </c:pt>
                <c:pt idx="6438">
                  <c:v>83.82</c:v>
                </c:pt>
                <c:pt idx="6439">
                  <c:v>83.739000000000004</c:v>
                </c:pt>
                <c:pt idx="6440">
                  <c:v>84.231999999999999</c:v>
                </c:pt>
                <c:pt idx="6441">
                  <c:v>84.278000000000006</c:v>
                </c:pt>
                <c:pt idx="6442">
                  <c:v>84.283000000000001</c:v>
                </c:pt>
                <c:pt idx="6443">
                  <c:v>84.298000000000002</c:v>
                </c:pt>
                <c:pt idx="6444">
                  <c:v>84.24</c:v>
                </c:pt>
                <c:pt idx="6445">
                  <c:v>84.263999999999996</c:v>
                </c:pt>
                <c:pt idx="6446">
                  <c:v>84.073999999999998</c:v>
                </c:pt>
                <c:pt idx="6447">
                  <c:v>84.344999999999999</c:v>
                </c:pt>
                <c:pt idx="6448">
                  <c:v>84.322999999999993</c:v>
                </c:pt>
                <c:pt idx="6449">
                  <c:v>84.734999999999999</c:v>
                </c:pt>
                <c:pt idx="6450">
                  <c:v>84.751999999999995</c:v>
                </c:pt>
                <c:pt idx="6451">
                  <c:v>84.658000000000001</c:v>
                </c:pt>
                <c:pt idx="6452">
                  <c:v>85.037000000000006</c:v>
                </c:pt>
                <c:pt idx="6453">
                  <c:v>85.194999999999993</c:v>
                </c:pt>
                <c:pt idx="6454">
                  <c:v>85.64</c:v>
                </c:pt>
                <c:pt idx="6455">
                  <c:v>85.590999999999994</c:v>
                </c:pt>
                <c:pt idx="6456">
                  <c:v>85.936000000000007</c:v>
                </c:pt>
                <c:pt idx="6457">
                  <c:v>85.971999999999994</c:v>
                </c:pt>
                <c:pt idx="6458">
                  <c:v>85.600999999999999</c:v>
                </c:pt>
                <c:pt idx="6459">
                  <c:v>86.694000000000003</c:v>
                </c:pt>
                <c:pt idx="6460">
                  <c:v>85.927999999999997</c:v>
                </c:pt>
                <c:pt idx="6461">
                  <c:v>85.671999999999997</c:v>
                </c:pt>
                <c:pt idx="6462">
                  <c:v>85.296999999999997</c:v>
                </c:pt>
                <c:pt idx="6463">
                  <c:v>85.522000000000006</c:v>
                </c:pt>
                <c:pt idx="6464">
                  <c:v>85.912000000000006</c:v>
                </c:pt>
                <c:pt idx="6465">
                  <c:v>85.531999999999996</c:v>
                </c:pt>
                <c:pt idx="6466">
                  <c:v>85.822000000000003</c:v>
                </c:pt>
                <c:pt idx="6467">
                  <c:v>85.147000000000006</c:v>
                </c:pt>
                <c:pt idx="6468">
                  <c:v>84.954999999999998</c:v>
                </c:pt>
                <c:pt idx="6469">
                  <c:v>85.11</c:v>
                </c:pt>
                <c:pt idx="6470">
                  <c:v>84.953000000000003</c:v>
                </c:pt>
                <c:pt idx="6471">
                  <c:v>85.302999999999997</c:v>
                </c:pt>
                <c:pt idx="6472">
                  <c:v>85.741</c:v>
                </c:pt>
                <c:pt idx="6473">
                  <c:v>85.843000000000004</c:v>
                </c:pt>
                <c:pt idx="6474">
                  <c:v>85.731999999999999</c:v>
                </c:pt>
                <c:pt idx="6475">
                  <c:v>85.495000000000005</c:v>
                </c:pt>
                <c:pt idx="6476">
                  <c:v>85.408000000000001</c:v>
                </c:pt>
                <c:pt idx="6477">
                  <c:v>85.951999999999998</c:v>
                </c:pt>
                <c:pt idx="6478">
                  <c:v>86.147000000000006</c:v>
                </c:pt>
                <c:pt idx="6479">
                  <c:v>86.917000000000002</c:v>
                </c:pt>
                <c:pt idx="6480">
                  <c:v>87.308999999999997</c:v>
                </c:pt>
                <c:pt idx="6481">
                  <c:v>86.983999999999995</c:v>
                </c:pt>
                <c:pt idx="6482">
                  <c:v>87.444000000000003</c:v>
                </c:pt>
                <c:pt idx="6483">
                  <c:v>88.012</c:v>
                </c:pt>
                <c:pt idx="6484">
                  <c:v>87.641999999999996</c:v>
                </c:pt>
                <c:pt idx="6485">
                  <c:v>87.81</c:v>
                </c:pt>
                <c:pt idx="6486">
                  <c:v>87.531000000000006</c:v>
                </c:pt>
                <c:pt idx="6487">
                  <c:v>87.822000000000003</c:v>
                </c:pt>
                <c:pt idx="6488">
                  <c:v>87.674000000000007</c:v>
                </c:pt>
                <c:pt idx="6489">
                  <c:v>87.525000000000006</c:v>
                </c:pt>
                <c:pt idx="6490">
                  <c:v>87.926000000000002</c:v>
                </c:pt>
                <c:pt idx="6491">
                  <c:v>87.575000000000003</c:v>
                </c:pt>
                <c:pt idx="6492">
                  <c:v>87.647000000000006</c:v>
                </c:pt>
                <c:pt idx="6493">
                  <c:v>87.590999999999994</c:v>
                </c:pt>
                <c:pt idx="6494">
                  <c:v>88.31</c:v>
                </c:pt>
                <c:pt idx="6495">
                  <c:v>88.150999999999996</c:v>
                </c:pt>
                <c:pt idx="6496">
                  <c:v>87.92</c:v>
                </c:pt>
                <c:pt idx="6497">
                  <c:v>87.606999999999999</c:v>
                </c:pt>
                <c:pt idx="6498">
                  <c:v>87.606999999999999</c:v>
                </c:pt>
                <c:pt idx="6499">
                  <c:v>88.355999999999995</c:v>
                </c:pt>
                <c:pt idx="6500">
                  <c:v>87.945999999999998</c:v>
                </c:pt>
                <c:pt idx="6501">
                  <c:v>88.647000000000006</c:v>
                </c:pt>
                <c:pt idx="6502">
                  <c:v>88.956000000000003</c:v>
                </c:pt>
                <c:pt idx="6503">
                  <c:v>88.703999999999994</c:v>
                </c:pt>
                <c:pt idx="6504">
                  <c:v>89.334000000000003</c:v>
                </c:pt>
                <c:pt idx="6505">
                  <c:v>89.040999999999997</c:v>
                </c:pt>
                <c:pt idx="6506">
                  <c:v>88.69</c:v>
                </c:pt>
                <c:pt idx="6507">
                  <c:v>88.271000000000001</c:v>
                </c:pt>
                <c:pt idx="6508">
                  <c:v>88.662999999999997</c:v>
                </c:pt>
                <c:pt idx="6509">
                  <c:v>88.363</c:v>
                </c:pt>
                <c:pt idx="6510">
                  <c:v>88.46</c:v>
                </c:pt>
                <c:pt idx="6511">
                  <c:v>88.125</c:v>
                </c:pt>
                <c:pt idx="6512">
                  <c:v>89.132999999999996</c:v>
                </c:pt>
                <c:pt idx="6513">
                  <c:v>89.234999999999999</c:v>
                </c:pt>
                <c:pt idx="6514">
                  <c:v>89.597999999999999</c:v>
                </c:pt>
                <c:pt idx="6515">
                  <c:v>89.77</c:v>
                </c:pt>
                <c:pt idx="6516">
                  <c:v>90.063999999999993</c:v>
                </c:pt>
                <c:pt idx="6517">
                  <c:v>89.966999999999999</c:v>
                </c:pt>
                <c:pt idx="6518">
                  <c:v>89.834999999999994</c:v>
                </c:pt>
                <c:pt idx="6519">
                  <c:v>90.03</c:v>
                </c:pt>
                <c:pt idx="6520">
                  <c:v>90.19</c:v>
                </c:pt>
                <c:pt idx="6521">
                  <c:v>89.991</c:v>
                </c:pt>
                <c:pt idx="6522">
                  <c:v>90.269000000000005</c:v>
                </c:pt>
                <c:pt idx="6523">
                  <c:v>90.275999999999996</c:v>
                </c:pt>
                <c:pt idx="6524">
                  <c:v>91.08</c:v>
                </c:pt>
                <c:pt idx="6525">
                  <c:v>91.378</c:v>
                </c:pt>
                <c:pt idx="6526">
                  <c:v>91.498999999999995</c:v>
                </c:pt>
                <c:pt idx="6527">
                  <c:v>91.89</c:v>
                </c:pt>
                <c:pt idx="6528">
                  <c:v>92.367999999999995</c:v>
                </c:pt>
                <c:pt idx="6529">
                  <c:v>91.935000000000002</c:v>
                </c:pt>
                <c:pt idx="6530">
                  <c:v>91.983000000000004</c:v>
                </c:pt>
                <c:pt idx="6531">
                  <c:v>92.31</c:v>
                </c:pt>
                <c:pt idx="6532">
                  <c:v>92.161000000000001</c:v>
                </c:pt>
                <c:pt idx="6533">
                  <c:v>92.352000000000004</c:v>
                </c:pt>
                <c:pt idx="6534">
                  <c:v>92.52</c:v>
                </c:pt>
                <c:pt idx="6535">
                  <c:v>92.52</c:v>
                </c:pt>
                <c:pt idx="6536">
                  <c:v>93.046000000000006</c:v>
                </c:pt>
                <c:pt idx="6537">
                  <c:v>92.903999999999996</c:v>
                </c:pt>
                <c:pt idx="6538">
                  <c:v>94.076999999999998</c:v>
                </c:pt>
                <c:pt idx="6539">
                  <c:v>94.762</c:v>
                </c:pt>
                <c:pt idx="6540">
                  <c:v>94.802000000000007</c:v>
                </c:pt>
                <c:pt idx="6541">
                  <c:v>94.022000000000006</c:v>
                </c:pt>
                <c:pt idx="6542">
                  <c:v>94.466999999999999</c:v>
                </c:pt>
                <c:pt idx="6543">
                  <c:v>94.781999999999996</c:v>
                </c:pt>
                <c:pt idx="6544">
                  <c:v>94.804000000000002</c:v>
                </c:pt>
                <c:pt idx="6545">
                  <c:v>94.504000000000005</c:v>
                </c:pt>
                <c:pt idx="6546">
                  <c:v>93.6</c:v>
                </c:pt>
                <c:pt idx="6547">
                  <c:v>93.986000000000004</c:v>
                </c:pt>
                <c:pt idx="6548">
                  <c:v>93.569000000000003</c:v>
                </c:pt>
                <c:pt idx="6549">
                  <c:v>94.697999999999993</c:v>
                </c:pt>
                <c:pt idx="6550">
                  <c:v>94.448999999999998</c:v>
                </c:pt>
                <c:pt idx="6551">
                  <c:v>94.757999999999996</c:v>
                </c:pt>
                <c:pt idx="6552">
                  <c:v>94.984999999999999</c:v>
                </c:pt>
                <c:pt idx="6553">
                  <c:v>94.093999999999994</c:v>
                </c:pt>
                <c:pt idx="6554">
                  <c:v>94.200999999999993</c:v>
                </c:pt>
                <c:pt idx="6555">
                  <c:v>94.200999999999993</c:v>
                </c:pt>
                <c:pt idx="6556">
                  <c:v>94.061000000000007</c:v>
                </c:pt>
                <c:pt idx="6557">
                  <c:v>94.197999999999993</c:v>
                </c:pt>
                <c:pt idx="6558">
                  <c:v>94.403999999999996</c:v>
                </c:pt>
                <c:pt idx="6559">
                  <c:v>94.253</c:v>
                </c:pt>
                <c:pt idx="6560">
                  <c:v>94.569000000000003</c:v>
                </c:pt>
                <c:pt idx="6561">
                  <c:v>94.492999999999995</c:v>
                </c:pt>
                <c:pt idx="6562">
                  <c:v>94.212999999999994</c:v>
                </c:pt>
                <c:pt idx="6563">
                  <c:v>95.292000000000002</c:v>
                </c:pt>
                <c:pt idx="6564">
                  <c:v>95.293000000000006</c:v>
                </c:pt>
                <c:pt idx="6565">
                  <c:v>95.462000000000003</c:v>
                </c:pt>
                <c:pt idx="6566">
                  <c:v>95.382999999999996</c:v>
                </c:pt>
                <c:pt idx="6567">
                  <c:v>95.965000000000003</c:v>
                </c:pt>
                <c:pt idx="6568">
                  <c:v>96.378</c:v>
                </c:pt>
                <c:pt idx="6569">
                  <c:v>97.614999999999995</c:v>
                </c:pt>
                <c:pt idx="6570">
                  <c:v>97.587999999999994</c:v>
                </c:pt>
                <c:pt idx="6571">
                  <c:v>98.617999999999995</c:v>
                </c:pt>
                <c:pt idx="6572">
                  <c:v>99.795000000000002</c:v>
                </c:pt>
                <c:pt idx="6573">
                  <c:v>99.435000000000002</c:v>
                </c:pt>
                <c:pt idx="6574">
                  <c:v>100.33</c:v>
                </c:pt>
                <c:pt idx="6575">
                  <c:v>99.603999999999999</c:v>
                </c:pt>
                <c:pt idx="6576">
                  <c:v>99.584999999999994</c:v>
                </c:pt>
                <c:pt idx="6577">
                  <c:v>98.55</c:v>
                </c:pt>
                <c:pt idx="6578">
                  <c:v>99.26</c:v>
                </c:pt>
                <c:pt idx="6579">
                  <c:v>97.909000000000006</c:v>
                </c:pt>
                <c:pt idx="6580">
                  <c:v>97.033000000000001</c:v>
                </c:pt>
                <c:pt idx="6581">
                  <c:v>97.192999999999998</c:v>
                </c:pt>
                <c:pt idx="6582">
                  <c:v>96.978999999999999</c:v>
                </c:pt>
                <c:pt idx="6583">
                  <c:v>97.436000000000007</c:v>
                </c:pt>
                <c:pt idx="6584">
                  <c:v>97.290999999999997</c:v>
                </c:pt>
                <c:pt idx="6585">
                  <c:v>97.974999999999994</c:v>
                </c:pt>
                <c:pt idx="6586">
                  <c:v>98.356999999999999</c:v>
                </c:pt>
                <c:pt idx="6587">
                  <c:v>98.185000000000002</c:v>
                </c:pt>
                <c:pt idx="6588">
                  <c:v>97.436000000000007</c:v>
                </c:pt>
                <c:pt idx="6589">
                  <c:v>96.545000000000002</c:v>
                </c:pt>
                <c:pt idx="6590">
                  <c:v>96.777000000000001</c:v>
                </c:pt>
                <c:pt idx="6591">
                  <c:v>97.83</c:v>
                </c:pt>
                <c:pt idx="6592">
                  <c:v>97.94</c:v>
                </c:pt>
                <c:pt idx="6593">
                  <c:v>99.155000000000001</c:v>
                </c:pt>
                <c:pt idx="6594">
                  <c:v>99.337999999999994</c:v>
                </c:pt>
                <c:pt idx="6595">
                  <c:v>99.49</c:v>
                </c:pt>
                <c:pt idx="6596">
                  <c:v>98.733000000000004</c:v>
                </c:pt>
                <c:pt idx="6597">
                  <c:v>98.319000000000003</c:v>
                </c:pt>
                <c:pt idx="6598">
                  <c:v>97.415000000000006</c:v>
                </c:pt>
                <c:pt idx="6599">
                  <c:v>97.52</c:v>
                </c:pt>
                <c:pt idx="6600">
                  <c:v>97.941000000000003</c:v>
                </c:pt>
                <c:pt idx="6601">
                  <c:v>98.004000000000005</c:v>
                </c:pt>
                <c:pt idx="6602">
                  <c:v>97.932000000000002</c:v>
                </c:pt>
                <c:pt idx="6603">
                  <c:v>97.278000000000006</c:v>
                </c:pt>
                <c:pt idx="6604">
                  <c:v>96.921999999999997</c:v>
                </c:pt>
                <c:pt idx="6605">
                  <c:v>96.765000000000001</c:v>
                </c:pt>
                <c:pt idx="6606">
                  <c:v>96.091999999999999</c:v>
                </c:pt>
                <c:pt idx="6607">
                  <c:v>95.209000000000003</c:v>
                </c:pt>
                <c:pt idx="6608">
                  <c:v>94.6</c:v>
                </c:pt>
                <c:pt idx="6609">
                  <c:v>95.296999999999997</c:v>
                </c:pt>
                <c:pt idx="6610">
                  <c:v>95.48</c:v>
                </c:pt>
                <c:pt idx="6611">
                  <c:v>95.075999999999993</c:v>
                </c:pt>
                <c:pt idx="6612">
                  <c:v>94.087000000000003</c:v>
                </c:pt>
                <c:pt idx="6613">
                  <c:v>94.635000000000005</c:v>
                </c:pt>
                <c:pt idx="6614">
                  <c:v>94.793999999999997</c:v>
                </c:pt>
                <c:pt idx="6615">
                  <c:v>95.010999999999996</c:v>
                </c:pt>
                <c:pt idx="6616">
                  <c:v>94.534000000000006</c:v>
                </c:pt>
                <c:pt idx="6617">
                  <c:v>93.617000000000004</c:v>
                </c:pt>
                <c:pt idx="6618">
                  <c:v>93.456999999999994</c:v>
                </c:pt>
                <c:pt idx="6619">
                  <c:v>93.135000000000005</c:v>
                </c:pt>
                <c:pt idx="6620">
                  <c:v>94.221000000000004</c:v>
                </c:pt>
                <c:pt idx="6621">
                  <c:v>95.266999999999996</c:v>
                </c:pt>
                <c:pt idx="6622">
                  <c:v>95.447999999999993</c:v>
                </c:pt>
                <c:pt idx="6623">
                  <c:v>95.254999999999995</c:v>
                </c:pt>
                <c:pt idx="6624">
                  <c:v>96.013999999999996</c:v>
                </c:pt>
                <c:pt idx="6625">
                  <c:v>96.013999999999996</c:v>
                </c:pt>
                <c:pt idx="6626">
                  <c:v>97.299000000000007</c:v>
                </c:pt>
                <c:pt idx="6627">
                  <c:v>97.370999999999995</c:v>
                </c:pt>
                <c:pt idx="6628">
                  <c:v>96.965000000000003</c:v>
                </c:pt>
                <c:pt idx="6629">
                  <c:v>96.906999999999996</c:v>
                </c:pt>
                <c:pt idx="6630">
                  <c:v>97.391999999999996</c:v>
                </c:pt>
                <c:pt idx="6631">
                  <c:v>95.834999999999994</c:v>
                </c:pt>
                <c:pt idx="6632">
                  <c:v>95.465000000000003</c:v>
                </c:pt>
                <c:pt idx="6633">
                  <c:v>95.460999999999999</c:v>
                </c:pt>
                <c:pt idx="6634">
                  <c:v>96.305999999999997</c:v>
                </c:pt>
                <c:pt idx="6635">
                  <c:v>95.299000000000007</c:v>
                </c:pt>
                <c:pt idx="6636">
                  <c:v>95.165999999999997</c:v>
                </c:pt>
                <c:pt idx="6637">
                  <c:v>94.646000000000001</c:v>
                </c:pt>
                <c:pt idx="6638">
                  <c:v>94.975999999999999</c:v>
                </c:pt>
                <c:pt idx="6639">
                  <c:v>94.971999999999994</c:v>
                </c:pt>
                <c:pt idx="6640">
                  <c:v>94.81</c:v>
                </c:pt>
                <c:pt idx="6641">
                  <c:v>94.998999999999995</c:v>
                </c:pt>
                <c:pt idx="6642">
                  <c:v>94.296000000000006</c:v>
                </c:pt>
                <c:pt idx="6643">
                  <c:v>94.042000000000002</c:v>
                </c:pt>
                <c:pt idx="6644">
                  <c:v>94.084999999999994</c:v>
                </c:pt>
                <c:pt idx="6645">
                  <c:v>94.328999999999994</c:v>
                </c:pt>
                <c:pt idx="6646">
                  <c:v>95.432000000000002</c:v>
                </c:pt>
                <c:pt idx="6647">
                  <c:v>95.263999999999996</c:v>
                </c:pt>
                <c:pt idx="6648">
                  <c:v>95.186999999999998</c:v>
                </c:pt>
                <c:pt idx="6649">
                  <c:v>95.471999999999994</c:v>
                </c:pt>
                <c:pt idx="6650">
                  <c:v>94.79</c:v>
                </c:pt>
                <c:pt idx="6651">
                  <c:v>95.484999999999999</c:v>
                </c:pt>
                <c:pt idx="6652">
                  <c:v>96.31</c:v>
                </c:pt>
                <c:pt idx="6653">
                  <c:v>96.113</c:v>
                </c:pt>
                <c:pt idx="6654">
                  <c:v>96.113</c:v>
                </c:pt>
                <c:pt idx="6655">
                  <c:v>96.298000000000002</c:v>
                </c:pt>
                <c:pt idx="6656">
                  <c:v>96.864999999999995</c:v>
                </c:pt>
                <c:pt idx="6657">
                  <c:v>96.293999999999997</c:v>
                </c:pt>
                <c:pt idx="6658">
                  <c:v>96.605999999999995</c:v>
                </c:pt>
                <c:pt idx="6659">
                  <c:v>96.025000000000006</c:v>
                </c:pt>
                <c:pt idx="6660">
                  <c:v>96.858000000000004</c:v>
                </c:pt>
                <c:pt idx="6661">
                  <c:v>96.643000000000001</c:v>
                </c:pt>
                <c:pt idx="6662">
                  <c:v>97.165999999999997</c:v>
                </c:pt>
                <c:pt idx="6663">
                  <c:v>97.668000000000006</c:v>
                </c:pt>
                <c:pt idx="6664">
                  <c:v>97.861999999999995</c:v>
                </c:pt>
                <c:pt idx="6665">
                  <c:v>98.028999999999996</c:v>
                </c:pt>
                <c:pt idx="6666">
                  <c:v>97.328000000000003</c:v>
                </c:pt>
                <c:pt idx="6667">
                  <c:v>97.597999999999999</c:v>
                </c:pt>
                <c:pt idx="6668">
                  <c:v>97.114999999999995</c:v>
                </c:pt>
                <c:pt idx="6669">
                  <c:v>97.244</c:v>
                </c:pt>
                <c:pt idx="6670">
                  <c:v>96.501999999999995</c:v>
                </c:pt>
                <c:pt idx="6671">
                  <c:v>96.772000000000006</c:v>
                </c:pt>
                <c:pt idx="6672">
                  <c:v>96.975999999999999</c:v>
                </c:pt>
                <c:pt idx="6673">
                  <c:v>97.56</c:v>
                </c:pt>
                <c:pt idx="6674">
                  <c:v>97.335999999999999</c:v>
                </c:pt>
                <c:pt idx="6675">
                  <c:v>97.494</c:v>
                </c:pt>
                <c:pt idx="6676">
                  <c:v>97.930999999999997</c:v>
                </c:pt>
                <c:pt idx="6677">
                  <c:v>97.957999999999998</c:v>
                </c:pt>
                <c:pt idx="6678">
                  <c:v>97.832999999999998</c:v>
                </c:pt>
                <c:pt idx="6679">
                  <c:v>97.563000000000002</c:v>
                </c:pt>
                <c:pt idx="6680">
                  <c:v>97.159000000000006</c:v>
                </c:pt>
                <c:pt idx="6681">
                  <c:v>97.29</c:v>
                </c:pt>
                <c:pt idx="6682">
                  <c:v>96.262</c:v>
                </c:pt>
                <c:pt idx="6683">
                  <c:v>96.444999999999993</c:v>
                </c:pt>
                <c:pt idx="6684">
                  <c:v>96.52</c:v>
                </c:pt>
                <c:pt idx="6685">
                  <c:v>96.805999999999997</c:v>
                </c:pt>
                <c:pt idx="6686">
                  <c:v>97.04</c:v>
                </c:pt>
                <c:pt idx="6687">
                  <c:v>96.358999999999995</c:v>
                </c:pt>
                <c:pt idx="6688">
                  <c:v>95.98</c:v>
                </c:pt>
                <c:pt idx="6689">
                  <c:v>95.007999999999996</c:v>
                </c:pt>
                <c:pt idx="6690">
                  <c:v>93.331999999999994</c:v>
                </c:pt>
                <c:pt idx="6691">
                  <c:v>94.53</c:v>
                </c:pt>
                <c:pt idx="6692">
                  <c:v>95.1</c:v>
                </c:pt>
                <c:pt idx="6693">
                  <c:v>95.61</c:v>
                </c:pt>
                <c:pt idx="6694">
                  <c:v>96.105999999999995</c:v>
                </c:pt>
                <c:pt idx="6695">
                  <c:v>95.823999999999998</c:v>
                </c:pt>
                <c:pt idx="6696">
                  <c:v>95.45</c:v>
                </c:pt>
                <c:pt idx="6697">
                  <c:v>95.828000000000003</c:v>
                </c:pt>
                <c:pt idx="6698">
                  <c:v>96.405000000000001</c:v>
                </c:pt>
                <c:pt idx="6699">
                  <c:v>96.228999999999999</c:v>
                </c:pt>
                <c:pt idx="6700">
                  <c:v>96.228999999999999</c:v>
                </c:pt>
                <c:pt idx="6701">
                  <c:v>95.984999999999999</c:v>
                </c:pt>
                <c:pt idx="6702">
                  <c:v>96.012</c:v>
                </c:pt>
                <c:pt idx="6703">
                  <c:v>95.456000000000003</c:v>
                </c:pt>
                <c:pt idx="6704">
                  <c:v>95.194000000000003</c:v>
                </c:pt>
                <c:pt idx="6705">
                  <c:v>95.245999999999995</c:v>
                </c:pt>
                <c:pt idx="6706">
                  <c:v>95.611000000000004</c:v>
                </c:pt>
                <c:pt idx="6707">
                  <c:v>95.42</c:v>
                </c:pt>
                <c:pt idx="6708">
                  <c:v>94.55</c:v>
                </c:pt>
                <c:pt idx="6709">
                  <c:v>94.863</c:v>
                </c:pt>
                <c:pt idx="6710">
                  <c:v>95.894000000000005</c:v>
                </c:pt>
                <c:pt idx="6711">
                  <c:v>96.283000000000001</c:v>
                </c:pt>
                <c:pt idx="6712">
                  <c:v>96.067999999999998</c:v>
                </c:pt>
                <c:pt idx="6713">
                  <c:v>95.994</c:v>
                </c:pt>
                <c:pt idx="6714">
                  <c:v>96.269000000000005</c:v>
                </c:pt>
                <c:pt idx="6715">
                  <c:v>96.034000000000006</c:v>
                </c:pt>
                <c:pt idx="6716">
                  <c:v>95.855000000000004</c:v>
                </c:pt>
                <c:pt idx="6717">
                  <c:v>96.35</c:v>
                </c:pt>
                <c:pt idx="6718">
                  <c:v>96.185000000000002</c:v>
                </c:pt>
                <c:pt idx="6719">
                  <c:v>95.83</c:v>
                </c:pt>
                <c:pt idx="6720">
                  <c:v>96.105999999999995</c:v>
                </c:pt>
                <c:pt idx="6721">
                  <c:v>95.454999999999998</c:v>
                </c:pt>
                <c:pt idx="6722">
                  <c:v>95.497</c:v>
                </c:pt>
                <c:pt idx="6723">
                  <c:v>95.317999999999998</c:v>
                </c:pt>
                <c:pt idx="6724">
                  <c:v>94.813000000000002</c:v>
                </c:pt>
                <c:pt idx="6725">
                  <c:v>94.840999999999994</c:v>
                </c:pt>
                <c:pt idx="6726">
                  <c:v>94.759</c:v>
                </c:pt>
                <c:pt idx="6727">
                  <c:v>93.930999999999997</c:v>
                </c:pt>
                <c:pt idx="6728">
                  <c:v>94.370999999999995</c:v>
                </c:pt>
                <c:pt idx="6729">
                  <c:v>94.54</c:v>
                </c:pt>
                <c:pt idx="6730">
                  <c:v>94.927999999999997</c:v>
                </c:pt>
                <c:pt idx="6731">
                  <c:v>94.912999999999997</c:v>
                </c:pt>
                <c:pt idx="6732">
                  <c:v>95.034999999999997</c:v>
                </c:pt>
                <c:pt idx="6733">
                  <c:v>96.378</c:v>
                </c:pt>
                <c:pt idx="6734">
                  <c:v>97.126999999999995</c:v>
                </c:pt>
                <c:pt idx="6735">
                  <c:v>96.861000000000004</c:v>
                </c:pt>
                <c:pt idx="6736">
                  <c:v>96.906000000000006</c:v>
                </c:pt>
                <c:pt idx="6737">
                  <c:v>97.781999999999996</c:v>
                </c:pt>
                <c:pt idx="6738">
                  <c:v>97.281999999999996</c:v>
                </c:pt>
                <c:pt idx="6739">
                  <c:v>96.945999999999998</c:v>
                </c:pt>
                <c:pt idx="6740">
                  <c:v>96.927999999999997</c:v>
                </c:pt>
                <c:pt idx="6741">
                  <c:v>97.158000000000001</c:v>
                </c:pt>
                <c:pt idx="6742">
                  <c:v>97.95</c:v>
                </c:pt>
                <c:pt idx="6743">
                  <c:v>97.936000000000007</c:v>
                </c:pt>
                <c:pt idx="6744">
                  <c:v>99.168000000000006</c:v>
                </c:pt>
                <c:pt idx="6745">
                  <c:v>98.978999999999999</c:v>
                </c:pt>
                <c:pt idx="6746">
                  <c:v>99.293000000000006</c:v>
                </c:pt>
                <c:pt idx="6747">
                  <c:v>99.013000000000005</c:v>
                </c:pt>
                <c:pt idx="6748">
                  <c:v>98.649000000000001</c:v>
                </c:pt>
                <c:pt idx="6749">
                  <c:v>98.998000000000005</c:v>
                </c:pt>
                <c:pt idx="6750">
                  <c:v>99.441999999999993</c:v>
                </c:pt>
                <c:pt idx="6751">
                  <c:v>99.631</c:v>
                </c:pt>
                <c:pt idx="6752">
                  <c:v>99.652000000000001</c:v>
                </c:pt>
                <c:pt idx="6753">
                  <c:v>98.989000000000004</c:v>
                </c:pt>
                <c:pt idx="6754">
                  <c:v>99.564999999999998</c:v>
                </c:pt>
                <c:pt idx="6755">
                  <c:v>99.802999999999997</c:v>
                </c:pt>
                <c:pt idx="6756">
                  <c:v>99.527000000000001</c:v>
                </c:pt>
                <c:pt idx="6757">
                  <c:v>99.795000000000002</c:v>
                </c:pt>
                <c:pt idx="6758">
                  <c:v>99.795000000000002</c:v>
                </c:pt>
                <c:pt idx="6759">
                  <c:v>100.02</c:v>
                </c:pt>
                <c:pt idx="6760">
                  <c:v>100.17</c:v>
                </c:pt>
                <c:pt idx="6761">
                  <c:v>99.795000000000002</c:v>
                </c:pt>
                <c:pt idx="6762">
                  <c:v>99.992999999999995</c:v>
                </c:pt>
                <c:pt idx="6763">
                  <c:v>97.620999999999995</c:v>
                </c:pt>
                <c:pt idx="6764">
                  <c:v>98.353999999999999</c:v>
                </c:pt>
                <c:pt idx="6765">
                  <c:v>98.655000000000001</c:v>
                </c:pt>
                <c:pt idx="6766">
                  <c:v>98.474000000000004</c:v>
                </c:pt>
                <c:pt idx="6767">
                  <c:v>97.344999999999999</c:v>
                </c:pt>
                <c:pt idx="6768">
                  <c:v>97.938999999999993</c:v>
                </c:pt>
                <c:pt idx="6769">
                  <c:v>97.564999999999998</c:v>
                </c:pt>
                <c:pt idx="6770">
                  <c:v>97.603999999999999</c:v>
                </c:pt>
                <c:pt idx="6771">
                  <c:v>98.216999999999999</c:v>
                </c:pt>
                <c:pt idx="6772">
                  <c:v>97.870999999999995</c:v>
                </c:pt>
                <c:pt idx="6773">
                  <c:v>99.27</c:v>
                </c:pt>
                <c:pt idx="6774">
                  <c:v>98.703000000000003</c:v>
                </c:pt>
                <c:pt idx="6775">
                  <c:v>98.363</c:v>
                </c:pt>
                <c:pt idx="6776">
                  <c:v>98.234999999999999</c:v>
                </c:pt>
                <c:pt idx="6777">
                  <c:v>98.340999999999994</c:v>
                </c:pt>
                <c:pt idx="6778">
                  <c:v>97.983999999999995</c:v>
                </c:pt>
                <c:pt idx="6779">
                  <c:v>97.846999999999994</c:v>
                </c:pt>
                <c:pt idx="6780">
                  <c:v>97.918999999999997</c:v>
                </c:pt>
                <c:pt idx="6781">
                  <c:v>98.100999999999999</c:v>
                </c:pt>
                <c:pt idx="6782">
                  <c:v>98.266000000000005</c:v>
                </c:pt>
                <c:pt idx="6783">
                  <c:v>98.631</c:v>
                </c:pt>
                <c:pt idx="6784">
                  <c:v>98.683000000000007</c:v>
                </c:pt>
                <c:pt idx="6785">
                  <c:v>98.869</c:v>
                </c:pt>
                <c:pt idx="6786">
                  <c:v>99.403999999999996</c:v>
                </c:pt>
                <c:pt idx="6787">
                  <c:v>99.180999999999997</c:v>
                </c:pt>
                <c:pt idx="6788">
                  <c:v>98.218999999999994</c:v>
                </c:pt>
                <c:pt idx="6789">
                  <c:v>98.54</c:v>
                </c:pt>
                <c:pt idx="6790">
                  <c:v>98.724999999999994</c:v>
                </c:pt>
                <c:pt idx="6791">
                  <c:v>98.974000000000004</c:v>
                </c:pt>
                <c:pt idx="6792">
                  <c:v>98.933000000000007</c:v>
                </c:pt>
                <c:pt idx="6793">
                  <c:v>99.088999999999999</c:v>
                </c:pt>
                <c:pt idx="6794">
                  <c:v>98.956000000000003</c:v>
                </c:pt>
                <c:pt idx="6795">
                  <c:v>98.956000000000003</c:v>
                </c:pt>
                <c:pt idx="6796">
                  <c:v>98.991</c:v>
                </c:pt>
                <c:pt idx="6797">
                  <c:v>99.090999999999994</c:v>
                </c:pt>
                <c:pt idx="6798">
                  <c:v>99.055999999999997</c:v>
                </c:pt>
                <c:pt idx="6799">
                  <c:v>99.573999999999998</c:v>
                </c:pt>
                <c:pt idx="6800">
                  <c:v>99.36</c:v>
                </c:pt>
                <c:pt idx="6801">
                  <c:v>99.087000000000003</c:v>
                </c:pt>
                <c:pt idx="6802">
                  <c:v>98.902000000000001</c:v>
                </c:pt>
                <c:pt idx="6803">
                  <c:v>98.51</c:v>
                </c:pt>
                <c:pt idx="6804">
                  <c:v>99.605999999999995</c:v>
                </c:pt>
                <c:pt idx="6805">
                  <c:v>99.009</c:v>
                </c:pt>
                <c:pt idx="6806">
                  <c:v>98.872</c:v>
                </c:pt>
                <c:pt idx="6807">
                  <c:v>97.287999999999997</c:v>
                </c:pt>
                <c:pt idx="6808">
                  <c:v>96.474000000000004</c:v>
                </c:pt>
                <c:pt idx="6809">
                  <c:v>97.031000000000006</c:v>
                </c:pt>
                <c:pt idx="6810">
                  <c:v>96.57</c:v>
                </c:pt>
                <c:pt idx="6811">
                  <c:v>96.070999999999998</c:v>
                </c:pt>
                <c:pt idx="6812">
                  <c:v>95.888000000000005</c:v>
                </c:pt>
                <c:pt idx="6813">
                  <c:v>95.561999999999998</c:v>
                </c:pt>
                <c:pt idx="6814">
                  <c:v>95.94</c:v>
                </c:pt>
                <c:pt idx="6815">
                  <c:v>95.94</c:v>
                </c:pt>
                <c:pt idx="6816">
                  <c:v>96.867999999999995</c:v>
                </c:pt>
                <c:pt idx="6817">
                  <c:v>96.786000000000001</c:v>
                </c:pt>
                <c:pt idx="6818">
                  <c:v>96.950999999999993</c:v>
                </c:pt>
                <c:pt idx="6819">
                  <c:v>96.6</c:v>
                </c:pt>
                <c:pt idx="6820">
                  <c:v>97.379000000000005</c:v>
                </c:pt>
                <c:pt idx="6821">
                  <c:v>97.480999999999995</c:v>
                </c:pt>
                <c:pt idx="6822">
                  <c:v>97.457999999999998</c:v>
                </c:pt>
                <c:pt idx="6823">
                  <c:v>97.287000000000006</c:v>
                </c:pt>
                <c:pt idx="6824">
                  <c:v>98.147999999999996</c:v>
                </c:pt>
                <c:pt idx="6825">
                  <c:v>98.210999999999999</c:v>
                </c:pt>
                <c:pt idx="6826">
                  <c:v>98.352000000000004</c:v>
                </c:pt>
                <c:pt idx="6827">
                  <c:v>98.213999999999999</c:v>
                </c:pt>
                <c:pt idx="6828">
                  <c:v>97.591999999999999</c:v>
                </c:pt>
                <c:pt idx="6829">
                  <c:v>97.34</c:v>
                </c:pt>
                <c:pt idx="6830">
                  <c:v>97.070999999999998</c:v>
                </c:pt>
                <c:pt idx="6831">
                  <c:v>97.209000000000003</c:v>
                </c:pt>
                <c:pt idx="6832">
                  <c:v>97.173000000000002</c:v>
                </c:pt>
                <c:pt idx="6833">
                  <c:v>96.066000000000003</c:v>
                </c:pt>
                <c:pt idx="6834">
                  <c:v>96.171999999999997</c:v>
                </c:pt>
                <c:pt idx="6835">
                  <c:v>96.623999999999995</c:v>
                </c:pt>
                <c:pt idx="6836">
                  <c:v>96.632999999999996</c:v>
                </c:pt>
                <c:pt idx="6837">
                  <c:v>95.89</c:v>
                </c:pt>
                <c:pt idx="6838">
                  <c:v>94.76</c:v>
                </c:pt>
                <c:pt idx="6839">
                  <c:v>95.085999999999999</c:v>
                </c:pt>
                <c:pt idx="6840">
                  <c:v>95.287999999999997</c:v>
                </c:pt>
                <c:pt idx="6841">
                  <c:v>95.647999999999996</c:v>
                </c:pt>
                <c:pt idx="6842">
                  <c:v>96.046000000000006</c:v>
                </c:pt>
                <c:pt idx="6843">
                  <c:v>96.141999999999996</c:v>
                </c:pt>
                <c:pt idx="6844">
                  <c:v>96.272999999999996</c:v>
                </c:pt>
                <c:pt idx="6845">
                  <c:v>95.942999999999998</c:v>
                </c:pt>
                <c:pt idx="6846">
                  <c:v>95.16</c:v>
                </c:pt>
                <c:pt idx="6847">
                  <c:v>94.840999999999994</c:v>
                </c:pt>
                <c:pt idx="6848">
                  <c:v>94.585999999999999</c:v>
                </c:pt>
                <c:pt idx="6849">
                  <c:v>94.619</c:v>
                </c:pt>
                <c:pt idx="6850">
                  <c:v>94.51</c:v>
                </c:pt>
                <c:pt idx="6851">
                  <c:v>94.631</c:v>
                </c:pt>
                <c:pt idx="6852">
                  <c:v>94.43</c:v>
                </c:pt>
                <c:pt idx="6853">
                  <c:v>94.481999999999999</c:v>
                </c:pt>
                <c:pt idx="6854">
                  <c:v>94.234999999999999</c:v>
                </c:pt>
                <c:pt idx="6855">
                  <c:v>93.95</c:v>
                </c:pt>
                <c:pt idx="6856">
                  <c:v>93.959000000000003</c:v>
                </c:pt>
                <c:pt idx="6857">
                  <c:v>94.744</c:v>
                </c:pt>
                <c:pt idx="6858">
                  <c:v>94.902000000000001</c:v>
                </c:pt>
                <c:pt idx="6859">
                  <c:v>94.695999999999998</c:v>
                </c:pt>
                <c:pt idx="6860">
                  <c:v>94.49</c:v>
                </c:pt>
                <c:pt idx="6861">
                  <c:v>93.975999999999999</c:v>
                </c:pt>
                <c:pt idx="6862">
                  <c:v>94.492000000000004</c:v>
                </c:pt>
                <c:pt idx="6863">
                  <c:v>94.599000000000004</c:v>
                </c:pt>
                <c:pt idx="6864">
                  <c:v>95.116</c:v>
                </c:pt>
                <c:pt idx="6865">
                  <c:v>94.841999999999999</c:v>
                </c:pt>
                <c:pt idx="6866">
                  <c:v>94.572999999999993</c:v>
                </c:pt>
                <c:pt idx="6867">
                  <c:v>94.387</c:v>
                </c:pt>
                <c:pt idx="6868">
                  <c:v>93.760999999999996</c:v>
                </c:pt>
                <c:pt idx="6869">
                  <c:v>93.081999999999994</c:v>
                </c:pt>
                <c:pt idx="6870">
                  <c:v>92.626000000000005</c:v>
                </c:pt>
                <c:pt idx="6871">
                  <c:v>92.944000000000003</c:v>
                </c:pt>
                <c:pt idx="6872">
                  <c:v>93.179000000000002</c:v>
                </c:pt>
                <c:pt idx="6873">
                  <c:v>93.78</c:v>
                </c:pt>
                <c:pt idx="6874">
                  <c:v>93.888000000000005</c:v>
                </c:pt>
                <c:pt idx="6875">
                  <c:v>94.128</c:v>
                </c:pt>
                <c:pt idx="6876">
                  <c:v>94.29</c:v>
                </c:pt>
                <c:pt idx="6877">
                  <c:v>93.822999999999993</c:v>
                </c:pt>
                <c:pt idx="6878">
                  <c:v>94.15</c:v>
                </c:pt>
                <c:pt idx="6879">
                  <c:v>94.608000000000004</c:v>
                </c:pt>
                <c:pt idx="6880">
                  <c:v>94.572000000000003</c:v>
                </c:pt>
                <c:pt idx="6881">
                  <c:v>94.548000000000002</c:v>
                </c:pt>
                <c:pt idx="6882">
                  <c:v>95.08</c:v>
                </c:pt>
                <c:pt idx="6883">
                  <c:v>95.287000000000006</c:v>
                </c:pt>
                <c:pt idx="6884">
                  <c:v>95.334000000000003</c:v>
                </c:pt>
                <c:pt idx="6885">
                  <c:v>95.230999999999995</c:v>
                </c:pt>
                <c:pt idx="6886">
                  <c:v>95.570999999999998</c:v>
                </c:pt>
                <c:pt idx="6887">
                  <c:v>95.353999999999999</c:v>
                </c:pt>
                <c:pt idx="6888">
                  <c:v>95.168000000000006</c:v>
                </c:pt>
                <c:pt idx="6889">
                  <c:v>95.521000000000001</c:v>
                </c:pt>
                <c:pt idx="6890">
                  <c:v>95.521000000000001</c:v>
                </c:pt>
                <c:pt idx="6891">
                  <c:v>95.891000000000005</c:v>
                </c:pt>
                <c:pt idx="6892">
                  <c:v>95.454999999999998</c:v>
                </c:pt>
                <c:pt idx="6893">
                  <c:v>95.563999999999993</c:v>
                </c:pt>
                <c:pt idx="6894">
                  <c:v>94.028999999999996</c:v>
                </c:pt>
                <c:pt idx="6895">
                  <c:v>93.902000000000001</c:v>
                </c:pt>
                <c:pt idx="6896">
                  <c:v>93.828000000000003</c:v>
                </c:pt>
                <c:pt idx="6897">
                  <c:v>93.59</c:v>
                </c:pt>
                <c:pt idx="6898">
                  <c:v>93.953000000000003</c:v>
                </c:pt>
                <c:pt idx="6899">
                  <c:v>94.570999999999998</c:v>
                </c:pt>
                <c:pt idx="6900">
                  <c:v>94.361999999999995</c:v>
                </c:pt>
                <c:pt idx="6901">
                  <c:v>94.927999999999997</c:v>
                </c:pt>
                <c:pt idx="6902">
                  <c:v>94.61</c:v>
                </c:pt>
                <c:pt idx="6903">
                  <c:v>94.569000000000003</c:v>
                </c:pt>
                <c:pt idx="6904">
                  <c:v>94.206000000000003</c:v>
                </c:pt>
                <c:pt idx="6905">
                  <c:v>93.611000000000004</c:v>
                </c:pt>
                <c:pt idx="6906">
                  <c:v>94.016999999999996</c:v>
                </c:pt>
                <c:pt idx="6907">
                  <c:v>93.715999999999994</c:v>
                </c:pt>
                <c:pt idx="6908">
                  <c:v>93.528999999999996</c:v>
                </c:pt>
                <c:pt idx="6909">
                  <c:v>95.447999999999993</c:v>
                </c:pt>
                <c:pt idx="6910">
                  <c:v>96.543999999999997</c:v>
                </c:pt>
                <c:pt idx="6911">
                  <c:v>96.245000000000005</c:v>
                </c:pt>
                <c:pt idx="6912">
                  <c:v>95.769000000000005</c:v>
                </c:pt>
                <c:pt idx="6913">
                  <c:v>96.143000000000001</c:v>
                </c:pt>
                <c:pt idx="6914">
                  <c:v>95.649000000000001</c:v>
                </c:pt>
                <c:pt idx="6915">
                  <c:v>95.649000000000001</c:v>
                </c:pt>
                <c:pt idx="6916">
                  <c:v>96.165999999999997</c:v>
                </c:pt>
                <c:pt idx="6917">
                  <c:v>96.052999999999997</c:v>
                </c:pt>
                <c:pt idx="6918">
                  <c:v>96.328000000000003</c:v>
                </c:pt>
                <c:pt idx="6919">
                  <c:v>96.302000000000007</c:v>
                </c:pt>
                <c:pt idx="6920">
                  <c:v>96.570999999999998</c:v>
                </c:pt>
                <c:pt idx="6921">
                  <c:v>96.441000000000003</c:v>
                </c:pt>
                <c:pt idx="6922">
                  <c:v>96.215999999999994</c:v>
                </c:pt>
                <c:pt idx="6923">
                  <c:v>96.076999999999998</c:v>
                </c:pt>
                <c:pt idx="6924">
                  <c:v>96.58</c:v>
                </c:pt>
                <c:pt idx="6925">
                  <c:v>96.561999999999998</c:v>
                </c:pt>
                <c:pt idx="6926">
                  <c:v>97.063000000000002</c:v>
                </c:pt>
                <c:pt idx="6927">
                  <c:v>97.200999999999993</c:v>
                </c:pt>
                <c:pt idx="6928">
                  <c:v>97</c:v>
                </c:pt>
                <c:pt idx="6929">
                  <c:v>97.466999999999999</c:v>
                </c:pt>
                <c:pt idx="6930">
                  <c:v>97.286000000000001</c:v>
                </c:pt>
                <c:pt idx="6931">
                  <c:v>97.156000000000006</c:v>
                </c:pt>
                <c:pt idx="6932">
                  <c:v>97.052999999999997</c:v>
                </c:pt>
                <c:pt idx="6933">
                  <c:v>96.739000000000004</c:v>
                </c:pt>
                <c:pt idx="6934">
                  <c:v>95.53</c:v>
                </c:pt>
                <c:pt idx="6935">
                  <c:v>95.712999999999994</c:v>
                </c:pt>
                <c:pt idx="6936">
                  <c:v>95.063999999999993</c:v>
                </c:pt>
                <c:pt idx="6937">
                  <c:v>95.563000000000002</c:v>
                </c:pt>
                <c:pt idx="6938">
                  <c:v>95.757999999999996</c:v>
                </c:pt>
                <c:pt idx="6939">
                  <c:v>96.194000000000003</c:v>
                </c:pt>
                <c:pt idx="6940">
                  <c:v>96.400999999999996</c:v>
                </c:pt>
                <c:pt idx="6941">
                  <c:v>96.183000000000007</c:v>
                </c:pt>
                <c:pt idx="6942">
                  <c:v>95.65</c:v>
                </c:pt>
                <c:pt idx="6943">
                  <c:v>95.856999999999999</c:v>
                </c:pt>
                <c:pt idx="6944">
                  <c:v>95.721999999999994</c:v>
                </c:pt>
                <c:pt idx="6945">
                  <c:v>95.629000000000005</c:v>
                </c:pt>
                <c:pt idx="6946">
                  <c:v>94.790999999999997</c:v>
                </c:pt>
                <c:pt idx="6947">
                  <c:v>94.718000000000004</c:v>
                </c:pt>
                <c:pt idx="6948">
                  <c:v>94.156999999999996</c:v>
                </c:pt>
                <c:pt idx="6949">
                  <c:v>94.510999999999996</c:v>
                </c:pt>
                <c:pt idx="6950">
                  <c:v>94.519000000000005</c:v>
                </c:pt>
                <c:pt idx="6951">
                  <c:v>94.539000000000001</c:v>
                </c:pt>
                <c:pt idx="6952">
                  <c:v>94.786000000000001</c:v>
                </c:pt>
                <c:pt idx="6953">
                  <c:v>94.772000000000006</c:v>
                </c:pt>
                <c:pt idx="6954">
                  <c:v>95.566000000000003</c:v>
                </c:pt>
                <c:pt idx="6955">
                  <c:v>95.58</c:v>
                </c:pt>
                <c:pt idx="6956">
                  <c:v>96.054000000000002</c:v>
                </c:pt>
                <c:pt idx="6957">
                  <c:v>96.022000000000006</c:v>
                </c:pt>
                <c:pt idx="6958">
                  <c:v>95.653000000000006</c:v>
                </c:pt>
                <c:pt idx="6959">
                  <c:v>95.843999999999994</c:v>
                </c:pt>
                <c:pt idx="6960">
                  <c:v>95.843999999999994</c:v>
                </c:pt>
                <c:pt idx="6961">
                  <c:v>94.822999999999993</c:v>
                </c:pt>
                <c:pt idx="6962">
                  <c:v>94.956000000000003</c:v>
                </c:pt>
                <c:pt idx="6963">
                  <c:v>95.027000000000001</c:v>
                </c:pt>
                <c:pt idx="6964">
                  <c:v>95.335999999999999</c:v>
                </c:pt>
                <c:pt idx="6965">
                  <c:v>95.094999999999999</c:v>
                </c:pt>
                <c:pt idx="6966">
                  <c:v>95.632999999999996</c:v>
                </c:pt>
                <c:pt idx="6967">
                  <c:v>95.326999999999998</c:v>
                </c:pt>
                <c:pt idx="6968">
                  <c:v>95.287999999999997</c:v>
                </c:pt>
                <c:pt idx="6969">
                  <c:v>96.108000000000004</c:v>
                </c:pt>
                <c:pt idx="6970">
                  <c:v>95.840999999999994</c:v>
                </c:pt>
                <c:pt idx="6971">
                  <c:v>96.019000000000005</c:v>
                </c:pt>
                <c:pt idx="6972">
                  <c:v>95.66</c:v>
                </c:pt>
                <c:pt idx="6973">
                  <c:v>95.447999999999993</c:v>
                </c:pt>
                <c:pt idx="6974">
                  <c:v>95.477000000000004</c:v>
                </c:pt>
                <c:pt idx="6975">
                  <c:v>95.296999999999997</c:v>
                </c:pt>
                <c:pt idx="6976">
                  <c:v>95.435000000000002</c:v>
                </c:pt>
                <c:pt idx="6977">
                  <c:v>95.430999999999997</c:v>
                </c:pt>
                <c:pt idx="6978">
                  <c:v>95.534999999999997</c:v>
                </c:pt>
                <c:pt idx="6979">
                  <c:v>95.462999999999994</c:v>
                </c:pt>
                <c:pt idx="6980">
                  <c:v>95.694999999999993</c:v>
                </c:pt>
                <c:pt idx="6981">
                  <c:v>96.168999999999997</c:v>
                </c:pt>
                <c:pt idx="6982">
                  <c:v>96.125</c:v>
                </c:pt>
                <c:pt idx="6983">
                  <c:v>96.765000000000001</c:v>
                </c:pt>
                <c:pt idx="6984">
                  <c:v>96.632000000000005</c:v>
                </c:pt>
                <c:pt idx="6985">
                  <c:v>96.929000000000002</c:v>
                </c:pt>
                <c:pt idx="6986">
                  <c:v>97.69</c:v>
                </c:pt>
                <c:pt idx="6987">
                  <c:v>97.965999999999994</c:v>
                </c:pt>
                <c:pt idx="6988">
                  <c:v>97.516000000000005</c:v>
                </c:pt>
                <c:pt idx="6989">
                  <c:v>98.019000000000005</c:v>
                </c:pt>
                <c:pt idx="6990">
                  <c:v>97.888000000000005</c:v>
                </c:pt>
                <c:pt idx="6991">
                  <c:v>97.894999999999996</c:v>
                </c:pt>
                <c:pt idx="6992">
                  <c:v>97.92</c:v>
                </c:pt>
                <c:pt idx="6993">
                  <c:v>98.314999999999998</c:v>
                </c:pt>
                <c:pt idx="6994">
                  <c:v>98.694999999999993</c:v>
                </c:pt>
                <c:pt idx="6995">
                  <c:v>98.756</c:v>
                </c:pt>
                <c:pt idx="6996">
                  <c:v>98.718999999999994</c:v>
                </c:pt>
                <c:pt idx="6997">
                  <c:v>98.629000000000005</c:v>
                </c:pt>
                <c:pt idx="6998">
                  <c:v>98.888000000000005</c:v>
                </c:pt>
                <c:pt idx="6999">
                  <c:v>98.347999999999999</c:v>
                </c:pt>
                <c:pt idx="7000">
                  <c:v>98.444999999999993</c:v>
                </c:pt>
                <c:pt idx="7001">
                  <c:v>97.698999999999998</c:v>
                </c:pt>
                <c:pt idx="7002">
                  <c:v>97.397999999999996</c:v>
                </c:pt>
                <c:pt idx="7003">
                  <c:v>97.156999999999996</c:v>
                </c:pt>
                <c:pt idx="7004">
                  <c:v>97.064999999999998</c:v>
                </c:pt>
                <c:pt idx="7005">
                  <c:v>97.781000000000006</c:v>
                </c:pt>
                <c:pt idx="7006">
                  <c:v>97.861000000000004</c:v>
                </c:pt>
                <c:pt idx="7007">
                  <c:v>98.504000000000005</c:v>
                </c:pt>
                <c:pt idx="7008">
                  <c:v>98.784999999999997</c:v>
                </c:pt>
                <c:pt idx="7009">
                  <c:v>99.06</c:v>
                </c:pt>
                <c:pt idx="7010">
                  <c:v>100.11</c:v>
                </c:pt>
                <c:pt idx="7011">
                  <c:v>100.23</c:v>
                </c:pt>
                <c:pt idx="7012">
                  <c:v>100.41</c:v>
                </c:pt>
                <c:pt idx="7013">
                  <c:v>100.89</c:v>
                </c:pt>
                <c:pt idx="7014">
                  <c:v>101.21</c:v>
                </c:pt>
                <c:pt idx="7015">
                  <c:v>101.05</c:v>
                </c:pt>
                <c:pt idx="7016">
                  <c:v>101.04</c:v>
                </c:pt>
                <c:pt idx="7017">
                  <c:v>101.7</c:v>
                </c:pt>
                <c:pt idx="7018">
                  <c:v>101.7</c:v>
                </c:pt>
                <c:pt idx="7019">
                  <c:v>101.49</c:v>
                </c:pt>
                <c:pt idx="7020">
                  <c:v>101.33</c:v>
                </c:pt>
                <c:pt idx="7021">
                  <c:v>100.93</c:v>
                </c:pt>
                <c:pt idx="7022">
                  <c:v>101.5</c:v>
                </c:pt>
                <c:pt idx="7023">
                  <c:v>101.04</c:v>
                </c:pt>
                <c:pt idx="7024">
                  <c:v>100.77</c:v>
                </c:pt>
                <c:pt idx="7025">
                  <c:v>100.09</c:v>
                </c:pt>
                <c:pt idx="7026">
                  <c:v>100.49</c:v>
                </c:pt>
                <c:pt idx="7027">
                  <c:v>100.23</c:v>
                </c:pt>
                <c:pt idx="7028">
                  <c:v>101.1</c:v>
                </c:pt>
                <c:pt idx="7029">
                  <c:v>101.59</c:v>
                </c:pt>
                <c:pt idx="7030">
                  <c:v>101.03</c:v>
                </c:pt>
                <c:pt idx="7031">
                  <c:v>101.07</c:v>
                </c:pt>
                <c:pt idx="7032">
                  <c:v>101.76</c:v>
                </c:pt>
                <c:pt idx="7033">
                  <c:v>103.02</c:v>
                </c:pt>
                <c:pt idx="7034">
                  <c:v>102.95</c:v>
                </c:pt>
                <c:pt idx="7035">
                  <c:v>103.14</c:v>
                </c:pt>
                <c:pt idx="7036">
                  <c:v>103.29</c:v>
                </c:pt>
                <c:pt idx="7037">
                  <c:v>103.02</c:v>
                </c:pt>
                <c:pt idx="7038">
                  <c:v>103.09</c:v>
                </c:pt>
                <c:pt idx="7039">
                  <c:v>103.01</c:v>
                </c:pt>
                <c:pt idx="7040">
                  <c:v>102.97</c:v>
                </c:pt>
                <c:pt idx="7041">
                  <c:v>103.02</c:v>
                </c:pt>
                <c:pt idx="7042">
                  <c:v>103.3</c:v>
                </c:pt>
                <c:pt idx="7043">
                  <c:v>102.68</c:v>
                </c:pt>
                <c:pt idx="7044">
                  <c:v>102.21</c:v>
                </c:pt>
                <c:pt idx="7045">
                  <c:v>102.78</c:v>
                </c:pt>
                <c:pt idx="7046">
                  <c:v>103.21</c:v>
                </c:pt>
                <c:pt idx="7047">
                  <c:v>102.7</c:v>
                </c:pt>
                <c:pt idx="7048">
                  <c:v>101.52</c:v>
                </c:pt>
                <c:pt idx="7049">
                  <c:v>102.22</c:v>
                </c:pt>
                <c:pt idx="7050">
                  <c:v>101.93</c:v>
                </c:pt>
                <c:pt idx="7051">
                  <c:v>102.01</c:v>
                </c:pt>
                <c:pt idx="7052">
                  <c:v>101.78</c:v>
                </c:pt>
                <c:pt idx="7053">
                  <c:v>101.35</c:v>
                </c:pt>
                <c:pt idx="7054">
                  <c:v>101.18</c:v>
                </c:pt>
                <c:pt idx="7055">
                  <c:v>101.18</c:v>
                </c:pt>
                <c:pt idx="7056">
                  <c:v>100.33</c:v>
                </c:pt>
                <c:pt idx="7057">
                  <c:v>100.93</c:v>
                </c:pt>
                <c:pt idx="7058">
                  <c:v>101.15</c:v>
                </c:pt>
                <c:pt idx="7059">
                  <c:v>100.74</c:v>
                </c:pt>
                <c:pt idx="7060">
                  <c:v>100.16</c:v>
                </c:pt>
                <c:pt idx="7061">
                  <c:v>100.35</c:v>
                </c:pt>
                <c:pt idx="7062">
                  <c:v>100.03</c:v>
                </c:pt>
                <c:pt idx="7063">
                  <c:v>100.38</c:v>
                </c:pt>
                <c:pt idx="7064">
                  <c:v>100.53</c:v>
                </c:pt>
                <c:pt idx="7065">
                  <c:v>100.43</c:v>
                </c:pt>
                <c:pt idx="7066">
                  <c:v>99.512</c:v>
                </c:pt>
                <c:pt idx="7067">
                  <c:v>99.641000000000005</c:v>
                </c:pt>
                <c:pt idx="7068">
                  <c:v>99.79</c:v>
                </c:pt>
                <c:pt idx="7069">
                  <c:v>99.867999999999995</c:v>
                </c:pt>
                <c:pt idx="7070">
                  <c:v>99.906999999999996</c:v>
                </c:pt>
                <c:pt idx="7071">
                  <c:v>100.26</c:v>
                </c:pt>
                <c:pt idx="7072">
                  <c:v>100.28</c:v>
                </c:pt>
                <c:pt idx="7073">
                  <c:v>100.65</c:v>
                </c:pt>
                <c:pt idx="7074">
                  <c:v>100.8</c:v>
                </c:pt>
                <c:pt idx="7075">
                  <c:v>100.96</c:v>
                </c:pt>
                <c:pt idx="7076">
                  <c:v>101.25</c:v>
                </c:pt>
                <c:pt idx="7077">
                  <c:v>101.18</c:v>
                </c:pt>
                <c:pt idx="7078">
                  <c:v>100.44</c:v>
                </c:pt>
                <c:pt idx="7079">
                  <c:v>100.95</c:v>
                </c:pt>
                <c:pt idx="7080">
                  <c:v>100.95</c:v>
                </c:pt>
                <c:pt idx="7081">
                  <c:v>101.37</c:v>
                </c:pt>
                <c:pt idx="7082">
                  <c:v>101.22</c:v>
                </c:pt>
                <c:pt idx="7083">
                  <c:v>101.05</c:v>
                </c:pt>
                <c:pt idx="7084">
                  <c:v>101.09</c:v>
                </c:pt>
                <c:pt idx="7085">
                  <c:v>101.13</c:v>
                </c:pt>
                <c:pt idx="7086">
                  <c:v>101.12</c:v>
                </c:pt>
                <c:pt idx="7087">
                  <c:v>101.78</c:v>
                </c:pt>
                <c:pt idx="7088">
                  <c:v>102.2</c:v>
                </c:pt>
                <c:pt idx="7089">
                  <c:v>101.54</c:v>
                </c:pt>
                <c:pt idx="7090">
                  <c:v>101.64</c:v>
                </c:pt>
                <c:pt idx="7091">
                  <c:v>101.81</c:v>
                </c:pt>
                <c:pt idx="7092">
                  <c:v>102.07</c:v>
                </c:pt>
                <c:pt idx="7093">
                  <c:v>101.85</c:v>
                </c:pt>
                <c:pt idx="7094">
                  <c:v>101.25</c:v>
                </c:pt>
                <c:pt idx="7095">
                  <c:v>101.31</c:v>
                </c:pt>
                <c:pt idx="7096">
                  <c:v>101.7</c:v>
                </c:pt>
                <c:pt idx="7097">
                  <c:v>100.74</c:v>
                </c:pt>
                <c:pt idx="7098">
                  <c:v>100.36</c:v>
                </c:pt>
                <c:pt idx="7099">
                  <c:v>100.3</c:v>
                </c:pt>
                <c:pt idx="7100">
                  <c:v>100.41</c:v>
                </c:pt>
                <c:pt idx="7101">
                  <c:v>99.813000000000002</c:v>
                </c:pt>
                <c:pt idx="7102">
                  <c:v>99.677000000000007</c:v>
                </c:pt>
                <c:pt idx="7103">
                  <c:v>99.76</c:v>
                </c:pt>
                <c:pt idx="7104">
                  <c:v>99.626999999999995</c:v>
                </c:pt>
                <c:pt idx="7105">
                  <c:v>99.165999999999997</c:v>
                </c:pt>
                <c:pt idx="7106">
                  <c:v>99.712000000000003</c:v>
                </c:pt>
                <c:pt idx="7107">
                  <c:v>99.998000000000005</c:v>
                </c:pt>
                <c:pt idx="7108">
                  <c:v>100.41</c:v>
                </c:pt>
                <c:pt idx="7109">
                  <c:v>100.35</c:v>
                </c:pt>
                <c:pt idx="7110">
                  <c:v>100.54</c:v>
                </c:pt>
                <c:pt idx="7111">
                  <c:v>100.54</c:v>
                </c:pt>
                <c:pt idx="7112">
                  <c:v>100.56</c:v>
                </c:pt>
                <c:pt idx="7113">
                  <c:v>100.67</c:v>
                </c:pt>
                <c:pt idx="7114">
                  <c:v>101.18</c:v>
                </c:pt>
                <c:pt idx="7115">
                  <c:v>101.02</c:v>
                </c:pt>
                <c:pt idx="7116">
                  <c:v>100.71</c:v>
                </c:pt>
                <c:pt idx="7117">
                  <c:v>100.78</c:v>
                </c:pt>
                <c:pt idx="7118">
                  <c:v>100.49</c:v>
                </c:pt>
                <c:pt idx="7119">
                  <c:v>100.51</c:v>
                </c:pt>
                <c:pt idx="7120">
                  <c:v>100.29</c:v>
                </c:pt>
                <c:pt idx="7121">
                  <c:v>99.498999999999995</c:v>
                </c:pt>
                <c:pt idx="7122">
                  <c:v>99.738</c:v>
                </c:pt>
                <c:pt idx="7123">
                  <c:v>99.778000000000006</c:v>
                </c:pt>
                <c:pt idx="7124">
                  <c:v>99.977000000000004</c:v>
                </c:pt>
                <c:pt idx="7125">
                  <c:v>99.091999999999999</c:v>
                </c:pt>
                <c:pt idx="7126">
                  <c:v>98.784999999999997</c:v>
                </c:pt>
                <c:pt idx="7127">
                  <c:v>99.045000000000002</c:v>
                </c:pt>
                <c:pt idx="7128">
                  <c:v>99.075999999999993</c:v>
                </c:pt>
                <c:pt idx="7129">
                  <c:v>99.05</c:v>
                </c:pt>
                <c:pt idx="7130">
                  <c:v>99.076999999999998</c:v>
                </c:pt>
                <c:pt idx="7131">
                  <c:v>98.975999999999999</c:v>
                </c:pt>
                <c:pt idx="7132">
                  <c:v>99.209000000000003</c:v>
                </c:pt>
                <c:pt idx="7133">
                  <c:v>98.796999999999997</c:v>
                </c:pt>
                <c:pt idx="7134">
                  <c:v>98.647999999999996</c:v>
                </c:pt>
                <c:pt idx="7135">
                  <c:v>99.06</c:v>
                </c:pt>
                <c:pt idx="7136">
                  <c:v>99.658000000000001</c:v>
                </c:pt>
                <c:pt idx="7137">
                  <c:v>99.668999999999997</c:v>
                </c:pt>
                <c:pt idx="7138">
                  <c:v>99.623000000000005</c:v>
                </c:pt>
                <c:pt idx="7139">
                  <c:v>99.251999999999995</c:v>
                </c:pt>
                <c:pt idx="7140">
                  <c:v>98.911000000000001</c:v>
                </c:pt>
                <c:pt idx="7141">
                  <c:v>98.105000000000004</c:v>
                </c:pt>
                <c:pt idx="7142">
                  <c:v>97.575000000000003</c:v>
                </c:pt>
                <c:pt idx="7143">
                  <c:v>97.879000000000005</c:v>
                </c:pt>
                <c:pt idx="7144">
                  <c:v>97.141999999999996</c:v>
                </c:pt>
                <c:pt idx="7145">
                  <c:v>96.983999999999995</c:v>
                </c:pt>
                <c:pt idx="7146">
                  <c:v>97.350999999999999</c:v>
                </c:pt>
                <c:pt idx="7147">
                  <c:v>97.238</c:v>
                </c:pt>
                <c:pt idx="7148">
                  <c:v>97.248000000000005</c:v>
                </c:pt>
                <c:pt idx="7149">
                  <c:v>97.441999999999993</c:v>
                </c:pt>
                <c:pt idx="7150">
                  <c:v>97.441999999999993</c:v>
                </c:pt>
                <c:pt idx="7151">
                  <c:v>97.28</c:v>
                </c:pt>
                <c:pt idx="7152">
                  <c:v>96.921999999999997</c:v>
                </c:pt>
                <c:pt idx="7153">
                  <c:v>97.197999999999993</c:v>
                </c:pt>
                <c:pt idx="7154">
                  <c:v>96.715000000000003</c:v>
                </c:pt>
                <c:pt idx="7155">
                  <c:v>96.799000000000007</c:v>
                </c:pt>
                <c:pt idx="7156">
                  <c:v>96.635999999999996</c:v>
                </c:pt>
                <c:pt idx="7157">
                  <c:v>96.748000000000005</c:v>
                </c:pt>
                <c:pt idx="7158">
                  <c:v>96.918000000000006</c:v>
                </c:pt>
                <c:pt idx="7159">
                  <c:v>97.274000000000001</c:v>
                </c:pt>
                <c:pt idx="7160">
                  <c:v>97.138000000000005</c:v>
                </c:pt>
                <c:pt idx="7161">
                  <c:v>96.974999999999994</c:v>
                </c:pt>
                <c:pt idx="7162">
                  <c:v>96.938999999999993</c:v>
                </c:pt>
                <c:pt idx="7163">
                  <c:v>97.433000000000007</c:v>
                </c:pt>
                <c:pt idx="7164">
                  <c:v>97.164000000000001</c:v>
                </c:pt>
                <c:pt idx="7165">
                  <c:v>97.548000000000002</c:v>
                </c:pt>
                <c:pt idx="7166">
                  <c:v>97.76</c:v>
                </c:pt>
                <c:pt idx="7167">
                  <c:v>97.558999999999997</c:v>
                </c:pt>
                <c:pt idx="7168">
                  <c:v>97.593000000000004</c:v>
                </c:pt>
                <c:pt idx="7169">
                  <c:v>97.263999999999996</c:v>
                </c:pt>
                <c:pt idx="7170">
                  <c:v>97.426000000000002</c:v>
                </c:pt>
                <c:pt idx="7171">
                  <c:v>96.394000000000005</c:v>
                </c:pt>
                <c:pt idx="7172">
                  <c:v>96.01</c:v>
                </c:pt>
                <c:pt idx="7173">
                  <c:v>95.628</c:v>
                </c:pt>
                <c:pt idx="7174">
                  <c:v>95.628</c:v>
                </c:pt>
                <c:pt idx="7175">
                  <c:v>96.218000000000004</c:v>
                </c:pt>
                <c:pt idx="7176">
                  <c:v>96.218000000000004</c:v>
                </c:pt>
                <c:pt idx="7177">
                  <c:v>96.29</c:v>
                </c:pt>
                <c:pt idx="7178">
                  <c:v>95.802000000000007</c:v>
                </c:pt>
                <c:pt idx="7179">
                  <c:v>96.007999999999996</c:v>
                </c:pt>
                <c:pt idx="7180">
                  <c:v>96.022000000000006</c:v>
                </c:pt>
                <c:pt idx="7181">
                  <c:v>95.668999999999997</c:v>
                </c:pt>
                <c:pt idx="7182">
                  <c:v>95.760999999999996</c:v>
                </c:pt>
                <c:pt idx="7183">
                  <c:v>95.727999999999994</c:v>
                </c:pt>
                <c:pt idx="7184">
                  <c:v>95.153000000000006</c:v>
                </c:pt>
                <c:pt idx="7185">
                  <c:v>95.128</c:v>
                </c:pt>
                <c:pt idx="7186">
                  <c:v>94.603999999999999</c:v>
                </c:pt>
                <c:pt idx="7187">
                  <c:v>94.778999999999996</c:v>
                </c:pt>
                <c:pt idx="7188">
                  <c:v>94.305999999999997</c:v>
                </c:pt>
                <c:pt idx="7189">
                  <c:v>93.858000000000004</c:v>
                </c:pt>
                <c:pt idx="7190">
                  <c:v>93.977000000000004</c:v>
                </c:pt>
                <c:pt idx="7191">
                  <c:v>94.054000000000002</c:v>
                </c:pt>
                <c:pt idx="7192">
                  <c:v>93.671999999999997</c:v>
                </c:pt>
                <c:pt idx="7193">
                  <c:v>93.864000000000004</c:v>
                </c:pt>
                <c:pt idx="7194">
                  <c:v>93.259</c:v>
                </c:pt>
                <c:pt idx="7195">
                  <c:v>92.863</c:v>
                </c:pt>
                <c:pt idx="7196">
                  <c:v>93.043000000000006</c:v>
                </c:pt>
                <c:pt idx="7197">
                  <c:v>92.835999999999999</c:v>
                </c:pt>
                <c:pt idx="7198">
                  <c:v>92.838999999999999</c:v>
                </c:pt>
                <c:pt idx="7199">
                  <c:v>93.542000000000002</c:v>
                </c:pt>
                <c:pt idx="7200">
                  <c:v>93.432000000000002</c:v>
                </c:pt>
                <c:pt idx="7201">
                  <c:v>93.647000000000006</c:v>
                </c:pt>
                <c:pt idx="7202">
                  <c:v>93.548000000000002</c:v>
                </c:pt>
                <c:pt idx="7203">
                  <c:v>93.400999999999996</c:v>
                </c:pt>
                <c:pt idx="7204">
                  <c:v>93.069000000000003</c:v>
                </c:pt>
                <c:pt idx="7205">
                  <c:v>93.411000000000001</c:v>
                </c:pt>
                <c:pt idx="7206">
                  <c:v>93.852999999999994</c:v>
                </c:pt>
                <c:pt idx="7207">
                  <c:v>93.540999999999997</c:v>
                </c:pt>
                <c:pt idx="7208">
                  <c:v>93.622</c:v>
                </c:pt>
                <c:pt idx="7209">
                  <c:v>93.433999999999997</c:v>
                </c:pt>
                <c:pt idx="7210">
                  <c:v>93.094999999999999</c:v>
                </c:pt>
                <c:pt idx="7211">
                  <c:v>93.545000000000002</c:v>
                </c:pt>
                <c:pt idx="7212">
                  <c:v>93.147000000000006</c:v>
                </c:pt>
                <c:pt idx="7213">
                  <c:v>93.277000000000001</c:v>
                </c:pt>
                <c:pt idx="7214">
                  <c:v>92.74</c:v>
                </c:pt>
                <c:pt idx="7215">
                  <c:v>92.206999999999994</c:v>
                </c:pt>
                <c:pt idx="7216">
                  <c:v>92.248999999999995</c:v>
                </c:pt>
                <c:pt idx="7217">
                  <c:v>92.884</c:v>
                </c:pt>
                <c:pt idx="7218">
                  <c:v>92.668000000000006</c:v>
                </c:pt>
                <c:pt idx="7219">
                  <c:v>92.813999999999993</c:v>
                </c:pt>
                <c:pt idx="7220">
                  <c:v>92.635000000000005</c:v>
                </c:pt>
                <c:pt idx="7221">
                  <c:v>92.251999999999995</c:v>
                </c:pt>
                <c:pt idx="7222">
                  <c:v>92.29</c:v>
                </c:pt>
                <c:pt idx="7223">
                  <c:v>91.662999999999997</c:v>
                </c:pt>
                <c:pt idx="7224">
                  <c:v>91.352000000000004</c:v>
                </c:pt>
                <c:pt idx="7225">
                  <c:v>91.875</c:v>
                </c:pt>
                <c:pt idx="7226">
                  <c:v>91.882000000000005</c:v>
                </c:pt>
                <c:pt idx="7227">
                  <c:v>92.52</c:v>
                </c:pt>
                <c:pt idx="7228">
                  <c:v>92.123999999999995</c:v>
                </c:pt>
                <c:pt idx="7229">
                  <c:v>91.872</c:v>
                </c:pt>
                <c:pt idx="7230">
                  <c:v>92.046999999999997</c:v>
                </c:pt>
                <c:pt idx="7231">
                  <c:v>91.793000000000006</c:v>
                </c:pt>
                <c:pt idx="7232">
                  <c:v>92.507999999999996</c:v>
                </c:pt>
                <c:pt idx="7233">
                  <c:v>92.259</c:v>
                </c:pt>
                <c:pt idx="7234">
                  <c:v>92.171000000000006</c:v>
                </c:pt>
                <c:pt idx="7235">
                  <c:v>92.647999999999996</c:v>
                </c:pt>
                <c:pt idx="7236">
                  <c:v>92.965999999999994</c:v>
                </c:pt>
                <c:pt idx="7237">
                  <c:v>93.361000000000004</c:v>
                </c:pt>
                <c:pt idx="7238">
                  <c:v>93.084999999999994</c:v>
                </c:pt>
                <c:pt idx="7239">
                  <c:v>93.075999999999993</c:v>
                </c:pt>
                <c:pt idx="7240">
                  <c:v>93.558999999999997</c:v>
                </c:pt>
                <c:pt idx="7241">
                  <c:v>93.569000000000003</c:v>
                </c:pt>
                <c:pt idx="7242">
                  <c:v>93.457999999999998</c:v>
                </c:pt>
                <c:pt idx="7243">
                  <c:v>93.960999999999999</c:v>
                </c:pt>
                <c:pt idx="7244">
                  <c:v>93.8</c:v>
                </c:pt>
                <c:pt idx="7245">
                  <c:v>93.674999999999997</c:v>
                </c:pt>
                <c:pt idx="7246">
                  <c:v>93.29</c:v>
                </c:pt>
                <c:pt idx="7247">
                  <c:v>93.015000000000001</c:v>
                </c:pt>
                <c:pt idx="7248">
                  <c:v>93.057000000000002</c:v>
                </c:pt>
                <c:pt idx="7249">
                  <c:v>93.090999999999994</c:v>
                </c:pt>
                <c:pt idx="7250">
                  <c:v>93.311999999999998</c:v>
                </c:pt>
                <c:pt idx="7251">
                  <c:v>93.486000000000004</c:v>
                </c:pt>
                <c:pt idx="7252">
                  <c:v>93.363</c:v>
                </c:pt>
                <c:pt idx="7253">
                  <c:v>93.266000000000005</c:v>
                </c:pt>
                <c:pt idx="7254">
                  <c:v>93.700999999999993</c:v>
                </c:pt>
                <c:pt idx="7255">
                  <c:v>93.936000000000007</c:v>
                </c:pt>
                <c:pt idx="7256">
                  <c:v>93.772000000000006</c:v>
                </c:pt>
                <c:pt idx="7257">
                  <c:v>93.710999999999999</c:v>
                </c:pt>
                <c:pt idx="7258">
                  <c:v>94.611999999999995</c:v>
                </c:pt>
                <c:pt idx="7259">
                  <c:v>94.915999999999997</c:v>
                </c:pt>
                <c:pt idx="7260">
                  <c:v>94.56</c:v>
                </c:pt>
                <c:pt idx="7261">
                  <c:v>94.552000000000007</c:v>
                </c:pt>
                <c:pt idx="7262">
                  <c:v>94.814999999999998</c:v>
                </c:pt>
                <c:pt idx="7263">
                  <c:v>94.685000000000002</c:v>
                </c:pt>
                <c:pt idx="7264">
                  <c:v>94.941000000000003</c:v>
                </c:pt>
                <c:pt idx="7265">
                  <c:v>94.757000000000005</c:v>
                </c:pt>
                <c:pt idx="7266">
                  <c:v>94.912999999999997</c:v>
                </c:pt>
                <c:pt idx="7267">
                  <c:v>94.866</c:v>
                </c:pt>
                <c:pt idx="7268">
                  <c:v>94.444000000000003</c:v>
                </c:pt>
                <c:pt idx="7269">
                  <c:v>94.391000000000005</c:v>
                </c:pt>
                <c:pt idx="7270">
                  <c:v>94.49</c:v>
                </c:pt>
                <c:pt idx="7271">
                  <c:v>93.826999999999998</c:v>
                </c:pt>
                <c:pt idx="7272">
                  <c:v>93.813000000000002</c:v>
                </c:pt>
                <c:pt idx="7273">
                  <c:v>93.932000000000002</c:v>
                </c:pt>
                <c:pt idx="7274">
                  <c:v>93.662000000000006</c:v>
                </c:pt>
                <c:pt idx="7275">
                  <c:v>94.08</c:v>
                </c:pt>
                <c:pt idx="7276">
                  <c:v>93.951999999999998</c:v>
                </c:pt>
                <c:pt idx="7277">
                  <c:v>93.22</c:v>
                </c:pt>
                <c:pt idx="7278">
                  <c:v>93.22</c:v>
                </c:pt>
                <c:pt idx="7279">
                  <c:v>92.781999999999996</c:v>
                </c:pt>
                <c:pt idx="7280">
                  <c:v>92.903999999999996</c:v>
                </c:pt>
                <c:pt idx="7281">
                  <c:v>93.27</c:v>
                </c:pt>
                <c:pt idx="7282">
                  <c:v>93.164000000000001</c:v>
                </c:pt>
                <c:pt idx="7283">
                  <c:v>93.046999999999997</c:v>
                </c:pt>
                <c:pt idx="7284">
                  <c:v>92.885000000000005</c:v>
                </c:pt>
                <c:pt idx="7285">
                  <c:v>93.188000000000002</c:v>
                </c:pt>
                <c:pt idx="7286">
                  <c:v>93.379000000000005</c:v>
                </c:pt>
                <c:pt idx="7287">
                  <c:v>93.61</c:v>
                </c:pt>
                <c:pt idx="7288">
                  <c:v>93.795000000000002</c:v>
                </c:pt>
                <c:pt idx="7289">
                  <c:v>93.900999999999996</c:v>
                </c:pt>
                <c:pt idx="7290">
                  <c:v>93.866</c:v>
                </c:pt>
                <c:pt idx="7291">
                  <c:v>94.100999999999999</c:v>
                </c:pt>
                <c:pt idx="7292">
                  <c:v>93.429000000000002</c:v>
                </c:pt>
                <c:pt idx="7293">
                  <c:v>93.489000000000004</c:v>
                </c:pt>
                <c:pt idx="7294">
                  <c:v>93.932000000000002</c:v>
                </c:pt>
                <c:pt idx="7295">
                  <c:v>93.694999999999993</c:v>
                </c:pt>
                <c:pt idx="7296">
                  <c:v>93.441000000000003</c:v>
                </c:pt>
                <c:pt idx="7297">
                  <c:v>93.313000000000002</c:v>
                </c:pt>
                <c:pt idx="7298">
                  <c:v>93.278000000000006</c:v>
                </c:pt>
                <c:pt idx="7299">
                  <c:v>93.346999999999994</c:v>
                </c:pt>
                <c:pt idx="7300">
                  <c:v>93.266999999999996</c:v>
                </c:pt>
                <c:pt idx="7301">
                  <c:v>93.257000000000005</c:v>
                </c:pt>
                <c:pt idx="7302">
                  <c:v>93.025000000000006</c:v>
                </c:pt>
                <c:pt idx="7303">
                  <c:v>92.602000000000004</c:v>
                </c:pt>
                <c:pt idx="7304">
                  <c:v>92.123999999999995</c:v>
                </c:pt>
                <c:pt idx="7305">
                  <c:v>92.24</c:v>
                </c:pt>
                <c:pt idx="7306">
                  <c:v>91.872</c:v>
                </c:pt>
                <c:pt idx="7307">
                  <c:v>92.162000000000006</c:v>
                </c:pt>
                <c:pt idx="7308">
                  <c:v>91.852999999999994</c:v>
                </c:pt>
                <c:pt idx="7309">
                  <c:v>91.948999999999998</c:v>
                </c:pt>
                <c:pt idx="7310">
                  <c:v>92.358000000000004</c:v>
                </c:pt>
                <c:pt idx="7311">
                  <c:v>92.528000000000006</c:v>
                </c:pt>
                <c:pt idx="7312">
                  <c:v>92.331999999999994</c:v>
                </c:pt>
                <c:pt idx="7313">
                  <c:v>91.852000000000004</c:v>
                </c:pt>
                <c:pt idx="7314">
                  <c:v>90.974000000000004</c:v>
                </c:pt>
                <c:pt idx="7315">
                  <c:v>90.974000000000004</c:v>
                </c:pt>
                <c:pt idx="7316">
                  <c:v>90.393000000000001</c:v>
                </c:pt>
                <c:pt idx="7317">
                  <c:v>90.540999999999997</c:v>
                </c:pt>
                <c:pt idx="7318">
                  <c:v>90.498000000000005</c:v>
                </c:pt>
                <c:pt idx="7319">
                  <c:v>90.572000000000003</c:v>
                </c:pt>
                <c:pt idx="7320">
                  <c:v>90.400999999999996</c:v>
                </c:pt>
                <c:pt idx="7321">
                  <c:v>90.123999999999995</c:v>
                </c:pt>
                <c:pt idx="7322">
                  <c:v>89.206000000000003</c:v>
                </c:pt>
                <c:pt idx="7323">
                  <c:v>89.391000000000005</c:v>
                </c:pt>
                <c:pt idx="7324">
                  <c:v>89.066999999999993</c:v>
                </c:pt>
                <c:pt idx="7325">
                  <c:v>89.308000000000007</c:v>
                </c:pt>
                <c:pt idx="7326">
                  <c:v>89.16</c:v>
                </c:pt>
                <c:pt idx="7327">
                  <c:v>89.132999999999996</c:v>
                </c:pt>
                <c:pt idx="7328">
                  <c:v>88.671000000000006</c:v>
                </c:pt>
                <c:pt idx="7329">
                  <c:v>89.194999999999993</c:v>
                </c:pt>
                <c:pt idx="7330">
                  <c:v>89.554000000000002</c:v>
                </c:pt>
                <c:pt idx="7331">
                  <c:v>89.584999999999994</c:v>
                </c:pt>
                <c:pt idx="7332">
                  <c:v>90.254999999999995</c:v>
                </c:pt>
                <c:pt idx="7333">
                  <c:v>90.228999999999999</c:v>
                </c:pt>
                <c:pt idx="7334">
                  <c:v>90.441999999999993</c:v>
                </c:pt>
                <c:pt idx="7335">
                  <c:v>90.207999999999998</c:v>
                </c:pt>
                <c:pt idx="7336">
                  <c:v>89.703000000000003</c:v>
                </c:pt>
                <c:pt idx="7337">
                  <c:v>89.120999999999995</c:v>
                </c:pt>
                <c:pt idx="7338">
                  <c:v>88.593000000000004</c:v>
                </c:pt>
                <c:pt idx="7339">
                  <c:v>89.1</c:v>
                </c:pt>
                <c:pt idx="7340">
                  <c:v>89.1</c:v>
                </c:pt>
                <c:pt idx="7341">
                  <c:v>89.715999999999994</c:v>
                </c:pt>
                <c:pt idx="7342">
                  <c:v>90</c:v>
                </c:pt>
                <c:pt idx="7343">
                  <c:v>89.736000000000004</c:v>
                </c:pt>
                <c:pt idx="7344">
                  <c:v>89.882999999999996</c:v>
                </c:pt>
                <c:pt idx="7345">
                  <c:v>89.852999999999994</c:v>
                </c:pt>
                <c:pt idx="7346">
                  <c:v>90.355000000000004</c:v>
                </c:pt>
                <c:pt idx="7347">
                  <c:v>90.613</c:v>
                </c:pt>
                <c:pt idx="7348">
                  <c:v>90.323999999999998</c:v>
                </c:pt>
                <c:pt idx="7349">
                  <c:v>89.935000000000002</c:v>
                </c:pt>
                <c:pt idx="7350">
                  <c:v>90.08</c:v>
                </c:pt>
                <c:pt idx="7351">
                  <c:v>89.617999999999995</c:v>
                </c:pt>
                <c:pt idx="7352">
                  <c:v>89.637</c:v>
                </c:pt>
                <c:pt idx="7353">
                  <c:v>90.179000000000002</c:v>
                </c:pt>
                <c:pt idx="7354">
                  <c:v>90.093000000000004</c:v>
                </c:pt>
                <c:pt idx="7355">
                  <c:v>89.894999999999996</c:v>
                </c:pt>
                <c:pt idx="7356">
                  <c:v>89.664000000000001</c:v>
                </c:pt>
                <c:pt idx="7357">
                  <c:v>89.703999999999994</c:v>
                </c:pt>
                <c:pt idx="7358">
                  <c:v>90.138999999999996</c:v>
                </c:pt>
                <c:pt idx="7359">
                  <c:v>90.233000000000004</c:v>
                </c:pt>
                <c:pt idx="7360">
                  <c:v>89.765000000000001</c:v>
                </c:pt>
                <c:pt idx="7361">
                  <c:v>90.370999999999995</c:v>
                </c:pt>
                <c:pt idx="7362">
                  <c:v>89.783000000000001</c:v>
                </c:pt>
                <c:pt idx="7363">
                  <c:v>89.856999999999999</c:v>
                </c:pt>
                <c:pt idx="7364">
                  <c:v>89.436000000000007</c:v>
                </c:pt>
                <c:pt idx="7365">
                  <c:v>89.027000000000001</c:v>
                </c:pt>
                <c:pt idx="7366">
                  <c:v>89.372</c:v>
                </c:pt>
                <c:pt idx="7367">
                  <c:v>90.058000000000007</c:v>
                </c:pt>
                <c:pt idx="7368">
                  <c:v>90.150999999999996</c:v>
                </c:pt>
                <c:pt idx="7369">
                  <c:v>89.974000000000004</c:v>
                </c:pt>
                <c:pt idx="7370">
                  <c:v>90.052000000000007</c:v>
                </c:pt>
                <c:pt idx="7371">
                  <c:v>90.2</c:v>
                </c:pt>
                <c:pt idx="7372">
                  <c:v>90.141999999999996</c:v>
                </c:pt>
                <c:pt idx="7373">
                  <c:v>90.46</c:v>
                </c:pt>
                <c:pt idx="7374">
                  <c:v>90.108000000000004</c:v>
                </c:pt>
                <c:pt idx="7375">
                  <c:v>89.837999999999994</c:v>
                </c:pt>
                <c:pt idx="7376">
                  <c:v>89.587000000000003</c:v>
                </c:pt>
                <c:pt idx="7377">
                  <c:v>89.567999999999998</c:v>
                </c:pt>
                <c:pt idx="7378">
                  <c:v>89.751000000000005</c:v>
                </c:pt>
                <c:pt idx="7379">
                  <c:v>89.8</c:v>
                </c:pt>
                <c:pt idx="7380">
                  <c:v>89.424999999999997</c:v>
                </c:pt>
                <c:pt idx="7381">
                  <c:v>89.516000000000005</c:v>
                </c:pt>
                <c:pt idx="7382">
                  <c:v>89.623000000000005</c:v>
                </c:pt>
                <c:pt idx="7383">
                  <c:v>89.94</c:v>
                </c:pt>
                <c:pt idx="7384">
                  <c:v>90.316000000000003</c:v>
                </c:pt>
                <c:pt idx="7385">
                  <c:v>90.945999999999998</c:v>
                </c:pt>
                <c:pt idx="7386">
                  <c:v>90.766000000000005</c:v>
                </c:pt>
                <c:pt idx="7387">
                  <c:v>91.171999999999997</c:v>
                </c:pt>
                <c:pt idx="7388">
                  <c:v>91.561000000000007</c:v>
                </c:pt>
                <c:pt idx="7389">
                  <c:v>91.542000000000002</c:v>
                </c:pt>
                <c:pt idx="7390">
                  <c:v>91.840999999999994</c:v>
                </c:pt>
                <c:pt idx="7391">
                  <c:v>92.448999999999998</c:v>
                </c:pt>
                <c:pt idx="7392">
                  <c:v>92.512</c:v>
                </c:pt>
                <c:pt idx="7393">
                  <c:v>92.414000000000001</c:v>
                </c:pt>
                <c:pt idx="7394">
                  <c:v>92.566000000000003</c:v>
                </c:pt>
                <c:pt idx="7395">
                  <c:v>92.748999999999995</c:v>
                </c:pt>
                <c:pt idx="7396">
                  <c:v>93.12</c:v>
                </c:pt>
                <c:pt idx="7397">
                  <c:v>93.04</c:v>
                </c:pt>
                <c:pt idx="7398">
                  <c:v>92.65</c:v>
                </c:pt>
                <c:pt idx="7399">
                  <c:v>92.537000000000006</c:v>
                </c:pt>
                <c:pt idx="7400">
                  <c:v>92.587000000000003</c:v>
                </c:pt>
                <c:pt idx="7401">
                  <c:v>93.218999999999994</c:v>
                </c:pt>
                <c:pt idx="7402">
                  <c:v>93.391999999999996</c:v>
                </c:pt>
                <c:pt idx="7403">
                  <c:v>93.468999999999994</c:v>
                </c:pt>
                <c:pt idx="7404">
                  <c:v>93.637</c:v>
                </c:pt>
                <c:pt idx="7405">
                  <c:v>93.677000000000007</c:v>
                </c:pt>
                <c:pt idx="7406">
                  <c:v>93.608999999999995</c:v>
                </c:pt>
                <c:pt idx="7407">
                  <c:v>94.003</c:v>
                </c:pt>
                <c:pt idx="7408">
                  <c:v>93.775000000000006</c:v>
                </c:pt>
                <c:pt idx="7409">
                  <c:v>94.253</c:v>
                </c:pt>
                <c:pt idx="7410">
                  <c:v>94.418000000000006</c:v>
                </c:pt>
                <c:pt idx="7411">
                  <c:v>94.82</c:v>
                </c:pt>
                <c:pt idx="7412">
                  <c:v>94.069000000000003</c:v>
                </c:pt>
                <c:pt idx="7413">
                  <c:v>93.978999999999999</c:v>
                </c:pt>
                <c:pt idx="7414">
                  <c:v>94.156000000000006</c:v>
                </c:pt>
                <c:pt idx="7415">
                  <c:v>94.037999999999997</c:v>
                </c:pt>
                <c:pt idx="7416">
                  <c:v>93.876000000000005</c:v>
                </c:pt>
                <c:pt idx="7417">
                  <c:v>93.614000000000004</c:v>
                </c:pt>
                <c:pt idx="7418">
                  <c:v>93.435000000000002</c:v>
                </c:pt>
                <c:pt idx="7419">
                  <c:v>93.534999999999997</c:v>
                </c:pt>
                <c:pt idx="7420">
                  <c:v>93.608000000000004</c:v>
                </c:pt>
                <c:pt idx="7421">
                  <c:v>93.817999999999998</c:v>
                </c:pt>
                <c:pt idx="7422">
                  <c:v>93.543999999999997</c:v>
                </c:pt>
                <c:pt idx="7423">
                  <c:v>94.879000000000005</c:v>
                </c:pt>
                <c:pt idx="7424">
                  <c:v>94.787999999999997</c:v>
                </c:pt>
                <c:pt idx="7425">
                  <c:v>94.756</c:v>
                </c:pt>
                <c:pt idx="7426">
                  <c:v>95.013000000000005</c:v>
                </c:pt>
                <c:pt idx="7427">
                  <c:v>95.123999999999995</c:v>
                </c:pt>
                <c:pt idx="7428">
                  <c:v>94.861999999999995</c:v>
                </c:pt>
                <c:pt idx="7429">
                  <c:v>94.52</c:v>
                </c:pt>
                <c:pt idx="7430">
                  <c:v>94.289000000000001</c:v>
                </c:pt>
                <c:pt idx="7431">
                  <c:v>94.676000000000002</c:v>
                </c:pt>
                <c:pt idx="7432">
                  <c:v>95.29</c:v>
                </c:pt>
                <c:pt idx="7433">
                  <c:v>95.311999999999998</c:v>
                </c:pt>
                <c:pt idx="7434">
                  <c:v>94.47</c:v>
                </c:pt>
                <c:pt idx="7435">
                  <c:v>94.870999999999995</c:v>
                </c:pt>
                <c:pt idx="7436">
                  <c:v>94.590999999999994</c:v>
                </c:pt>
                <c:pt idx="7437">
                  <c:v>94.531000000000006</c:v>
                </c:pt>
                <c:pt idx="7438">
                  <c:v>94.394999999999996</c:v>
                </c:pt>
                <c:pt idx="7439">
                  <c:v>93.962999999999994</c:v>
                </c:pt>
                <c:pt idx="7440">
                  <c:v>94.076999999999998</c:v>
                </c:pt>
                <c:pt idx="7441">
                  <c:v>94.158000000000001</c:v>
                </c:pt>
                <c:pt idx="7442">
                  <c:v>94.718999999999994</c:v>
                </c:pt>
                <c:pt idx="7443">
                  <c:v>94.826999999999998</c:v>
                </c:pt>
                <c:pt idx="7444">
                  <c:v>94.677000000000007</c:v>
                </c:pt>
                <c:pt idx="7445">
                  <c:v>94.510999999999996</c:v>
                </c:pt>
                <c:pt idx="7446">
                  <c:v>94.984999999999999</c:v>
                </c:pt>
                <c:pt idx="7447">
                  <c:v>95.084999999999994</c:v>
                </c:pt>
                <c:pt idx="7448">
                  <c:v>95.164000000000001</c:v>
                </c:pt>
                <c:pt idx="7449">
                  <c:v>94.475999999999999</c:v>
                </c:pt>
                <c:pt idx="7450">
                  <c:v>94.632000000000005</c:v>
                </c:pt>
                <c:pt idx="7451">
                  <c:v>94.613</c:v>
                </c:pt>
                <c:pt idx="7452">
                  <c:v>94.233000000000004</c:v>
                </c:pt>
                <c:pt idx="7453">
                  <c:v>94.784999999999997</c:v>
                </c:pt>
                <c:pt idx="7454">
                  <c:v>94.668999999999997</c:v>
                </c:pt>
                <c:pt idx="7455">
                  <c:v>94.347999999999999</c:v>
                </c:pt>
                <c:pt idx="7456">
                  <c:v>94.554000000000002</c:v>
                </c:pt>
                <c:pt idx="7457">
                  <c:v>94.661000000000001</c:v>
                </c:pt>
                <c:pt idx="7458">
                  <c:v>95.17</c:v>
                </c:pt>
                <c:pt idx="7459">
                  <c:v>95.161000000000001</c:v>
                </c:pt>
                <c:pt idx="7460">
                  <c:v>95.358000000000004</c:v>
                </c:pt>
                <c:pt idx="7461">
                  <c:v>95.186000000000007</c:v>
                </c:pt>
                <c:pt idx="7462">
                  <c:v>95.091999999999999</c:v>
                </c:pt>
                <c:pt idx="7463">
                  <c:v>95.504000000000005</c:v>
                </c:pt>
                <c:pt idx="7464">
                  <c:v>96.356999999999999</c:v>
                </c:pt>
                <c:pt idx="7465">
                  <c:v>96.391000000000005</c:v>
                </c:pt>
                <c:pt idx="7466">
                  <c:v>96.730999999999995</c:v>
                </c:pt>
                <c:pt idx="7467">
                  <c:v>96.695999999999998</c:v>
                </c:pt>
                <c:pt idx="7468">
                  <c:v>96.644999999999996</c:v>
                </c:pt>
                <c:pt idx="7469">
                  <c:v>96.100999999999999</c:v>
                </c:pt>
                <c:pt idx="7470">
                  <c:v>95.9</c:v>
                </c:pt>
                <c:pt idx="7471">
                  <c:v>95.256</c:v>
                </c:pt>
                <c:pt idx="7472">
                  <c:v>95.146000000000001</c:v>
                </c:pt>
                <c:pt idx="7473">
                  <c:v>95.665999999999997</c:v>
                </c:pt>
                <c:pt idx="7474">
                  <c:v>95.146000000000001</c:v>
                </c:pt>
                <c:pt idx="7475">
                  <c:v>94.778999999999996</c:v>
                </c:pt>
                <c:pt idx="7476">
                  <c:v>94.72</c:v>
                </c:pt>
                <c:pt idx="7477">
                  <c:v>94.6</c:v>
                </c:pt>
                <c:pt idx="7478">
                  <c:v>94.722999999999999</c:v>
                </c:pt>
                <c:pt idx="7479">
                  <c:v>95.14</c:v>
                </c:pt>
                <c:pt idx="7480">
                  <c:v>95.14</c:v>
                </c:pt>
                <c:pt idx="7481">
                  <c:v>95.438999999999993</c:v>
                </c:pt>
                <c:pt idx="7482">
                  <c:v>95.183999999999997</c:v>
                </c:pt>
                <c:pt idx="7483">
                  <c:v>95.021000000000001</c:v>
                </c:pt>
                <c:pt idx="7484">
                  <c:v>95.364999999999995</c:v>
                </c:pt>
                <c:pt idx="7485">
                  <c:v>95.15</c:v>
                </c:pt>
                <c:pt idx="7486">
                  <c:v>95.248999999999995</c:v>
                </c:pt>
                <c:pt idx="7487">
                  <c:v>94.799000000000007</c:v>
                </c:pt>
                <c:pt idx="7488">
                  <c:v>94.518000000000001</c:v>
                </c:pt>
                <c:pt idx="7489">
                  <c:v>94.927000000000007</c:v>
                </c:pt>
                <c:pt idx="7490">
                  <c:v>94.495999999999995</c:v>
                </c:pt>
                <c:pt idx="7491">
                  <c:v>94.64</c:v>
                </c:pt>
                <c:pt idx="7492">
                  <c:v>94.537000000000006</c:v>
                </c:pt>
                <c:pt idx="7493">
                  <c:v>93.912000000000006</c:v>
                </c:pt>
                <c:pt idx="7494">
                  <c:v>94.22</c:v>
                </c:pt>
                <c:pt idx="7495">
                  <c:v>94.185000000000002</c:v>
                </c:pt>
                <c:pt idx="7496">
                  <c:v>94.132999999999996</c:v>
                </c:pt>
                <c:pt idx="7497">
                  <c:v>94.192999999999998</c:v>
                </c:pt>
                <c:pt idx="7498">
                  <c:v>94.894000000000005</c:v>
                </c:pt>
                <c:pt idx="7499">
                  <c:v>95.132000000000005</c:v>
                </c:pt>
                <c:pt idx="7500">
                  <c:v>95.298000000000002</c:v>
                </c:pt>
                <c:pt idx="7501">
                  <c:v>95.507000000000005</c:v>
                </c:pt>
                <c:pt idx="7502">
                  <c:v>95.762</c:v>
                </c:pt>
                <c:pt idx="7503">
                  <c:v>95.751000000000005</c:v>
                </c:pt>
                <c:pt idx="7504">
                  <c:v>95.623999999999995</c:v>
                </c:pt>
                <c:pt idx="7505">
                  <c:v>95.760999999999996</c:v>
                </c:pt>
                <c:pt idx="7506">
                  <c:v>95.668000000000006</c:v>
                </c:pt>
                <c:pt idx="7507">
                  <c:v>95.507999999999996</c:v>
                </c:pt>
                <c:pt idx="7508">
                  <c:v>95.016999999999996</c:v>
                </c:pt>
                <c:pt idx="7509">
                  <c:v>95.221000000000004</c:v>
                </c:pt>
                <c:pt idx="7510">
                  <c:v>95.058999999999997</c:v>
                </c:pt>
                <c:pt idx="7511">
                  <c:v>95.048000000000002</c:v>
                </c:pt>
                <c:pt idx="7512">
                  <c:v>95.575000000000003</c:v>
                </c:pt>
                <c:pt idx="7513">
                  <c:v>95.9</c:v>
                </c:pt>
                <c:pt idx="7514">
                  <c:v>95.712999999999994</c:v>
                </c:pt>
                <c:pt idx="7515">
                  <c:v>96.013000000000005</c:v>
                </c:pt>
                <c:pt idx="7516">
                  <c:v>95.960999999999999</c:v>
                </c:pt>
                <c:pt idx="7517">
                  <c:v>96.433999999999997</c:v>
                </c:pt>
                <c:pt idx="7518">
                  <c:v>96.679000000000002</c:v>
                </c:pt>
                <c:pt idx="7519">
                  <c:v>96.358999999999995</c:v>
                </c:pt>
                <c:pt idx="7520">
                  <c:v>96.578999999999994</c:v>
                </c:pt>
                <c:pt idx="7521">
                  <c:v>97.010999999999996</c:v>
                </c:pt>
                <c:pt idx="7522">
                  <c:v>97.126999999999995</c:v>
                </c:pt>
                <c:pt idx="7523">
                  <c:v>96.277000000000001</c:v>
                </c:pt>
                <c:pt idx="7524">
                  <c:v>96.542000000000002</c:v>
                </c:pt>
                <c:pt idx="7525">
                  <c:v>96.278999999999996</c:v>
                </c:pt>
                <c:pt idx="7526">
                  <c:v>96.316999999999993</c:v>
                </c:pt>
                <c:pt idx="7527">
                  <c:v>95.997</c:v>
                </c:pt>
                <c:pt idx="7528">
                  <c:v>96.724000000000004</c:v>
                </c:pt>
                <c:pt idx="7529">
                  <c:v>96.905000000000001</c:v>
                </c:pt>
                <c:pt idx="7530">
                  <c:v>97.542000000000002</c:v>
                </c:pt>
                <c:pt idx="7531">
                  <c:v>97.302999999999997</c:v>
                </c:pt>
                <c:pt idx="7532">
                  <c:v>96.802999999999997</c:v>
                </c:pt>
                <c:pt idx="7533">
                  <c:v>96.927000000000007</c:v>
                </c:pt>
                <c:pt idx="7534">
                  <c:v>96.465000000000003</c:v>
                </c:pt>
                <c:pt idx="7535">
                  <c:v>96.192999999999998</c:v>
                </c:pt>
                <c:pt idx="7536">
                  <c:v>96.835999999999999</c:v>
                </c:pt>
                <c:pt idx="7537">
                  <c:v>96.712000000000003</c:v>
                </c:pt>
                <c:pt idx="7538">
                  <c:v>96.712000000000003</c:v>
                </c:pt>
                <c:pt idx="7539">
                  <c:v>96.915999999999997</c:v>
                </c:pt>
                <c:pt idx="7540">
                  <c:v>97.073999999999998</c:v>
                </c:pt>
                <c:pt idx="7541">
                  <c:v>97.369</c:v>
                </c:pt>
                <c:pt idx="7542">
                  <c:v>96.786000000000001</c:v>
                </c:pt>
                <c:pt idx="7543">
                  <c:v>96.778000000000006</c:v>
                </c:pt>
                <c:pt idx="7544">
                  <c:v>97.272000000000006</c:v>
                </c:pt>
                <c:pt idx="7545">
                  <c:v>97.04</c:v>
                </c:pt>
                <c:pt idx="7546">
                  <c:v>96.965000000000003</c:v>
                </c:pt>
                <c:pt idx="7547">
                  <c:v>97.07</c:v>
                </c:pt>
                <c:pt idx="7548">
                  <c:v>96.81</c:v>
                </c:pt>
                <c:pt idx="7549">
                  <c:v>96.513999999999996</c:v>
                </c:pt>
                <c:pt idx="7550">
                  <c:v>97.218999999999994</c:v>
                </c:pt>
                <c:pt idx="7551">
                  <c:v>97.388000000000005</c:v>
                </c:pt>
                <c:pt idx="7552">
                  <c:v>97.043999999999997</c:v>
                </c:pt>
                <c:pt idx="7553">
                  <c:v>97.063999999999993</c:v>
                </c:pt>
                <c:pt idx="7554">
                  <c:v>97.442999999999998</c:v>
                </c:pt>
                <c:pt idx="7555">
                  <c:v>97.1</c:v>
                </c:pt>
                <c:pt idx="7556">
                  <c:v>97.103999999999999</c:v>
                </c:pt>
                <c:pt idx="7557">
                  <c:v>97.034999999999997</c:v>
                </c:pt>
                <c:pt idx="7558">
                  <c:v>96.275999999999996</c:v>
                </c:pt>
                <c:pt idx="7559">
                  <c:v>96.956000000000003</c:v>
                </c:pt>
                <c:pt idx="7560">
                  <c:v>96.552999999999997</c:v>
                </c:pt>
                <c:pt idx="7561">
                  <c:v>96.581000000000003</c:v>
                </c:pt>
                <c:pt idx="7562">
                  <c:v>97.05</c:v>
                </c:pt>
                <c:pt idx="7563">
                  <c:v>96.480999999999995</c:v>
                </c:pt>
                <c:pt idx="7564">
                  <c:v>96.402000000000001</c:v>
                </c:pt>
                <c:pt idx="7565">
                  <c:v>96.173000000000002</c:v>
                </c:pt>
                <c:pt idx="7566">
                  <c:v>96.084999999999994</c:v>
                </c:pt>
                <c:pt idx="7567">
                  <c:v>96.819000000000003</c:v>
                </c:pt>
                <c:pt idx="7568">
                  <c:v>96.305000000000007</c:v>
                </c:pt>
                <c:pt idx="7569">
                  <c:v>96.179000000000002</c:v>
                </c:pt>
                <c:pt idx="7570">
                  <c:v>95.665999999999997</c:v>
                </c:pt>
                <c:pt idx="7571">
                  <c:v>95.903000000000006</c:v>
                </c:pt>
                <c:pt idx="7572">
                  <c:v>95.218999999999994</c:v>
                </c:pt>
                <c:pt idx="7573">
                  <c:v>95.539000000000001</c:v>
                </c:pt>
                <c:pt idx="7574">
                  <c:v>95.67</c:v>
                </c:pt>
                <c:pt idx="7575">
                  <c:v>95.61</c:v>
                </c:pt>
                <c:pt idx="7576">
                  <c:v>96.039000000000001</c:v>
                </c:pt>
                <c:pt idx="7577">
                  <c:v>96.058999999999997</c:v>
                </c:pt>
                <c:pt idx="7578">
                  <c:v>96.064999999999998</c:v>
                </c:pt>
                <c:pt idx="7579">
                  <c:v>96.335999999999999</c:v>
                </c:pt>
                <c:pt idx="7580">
                  <c:v>96.335999999999999</c:v>
                </c:pt>
                <c:pt idx="7581">
                  <c:v>96.302999999999997</c:v>
                </c:pt>
                <c:pt idx="7582">
                  <c:v>96.123000000000005</c:v>
                </c:pt>
                <c:pt idx="7583">
                  <c:v>96.600999999999999</c:v>
                </c:pt>
                <c:pt idx="7584">
                  <c:v>95.793999999999997</c:v>
                </c:pt>
                <c:pt idx="7585">
                  <c:v>95.745999999999995</c:v>
                </c:pt>
                <c:pt idx="7586">
                  <c:v>95.820999999999998</c:v>
                </c:pt>
                <c:pt idx="7587">
                  <c:v>95.34</c:v>
                </c:pt>
                <c:pt idx="7588">
                  <c:v>95.578000000000003</c:v>
                </c:pt>
                <c:pt idx="7589">
                  <c:v>95.578999999999994</c:v>
                </c:pt>
                <c:pt idx="7590">
                  <c:v>95.852000000000004</c:v>
                </c:pt>
                <c:pt idx="7591">
                  <c:v>96.066999999999993</c:v>
                </c:pt>
                <c:pt idx="7592">
                  <c:v>96.39</c:v>
                </c:pt>
                <c:pt idx="7593">
                  <c:v>96.507000000000005</c:v>
                </c:pt>
                <c:pt idx="7594">
                  <c:v>96.637</c:v>
                </c:pt>
                <c:pt idx="7595">
                  <c:v>97.057000000000002</c:v>
                </c:pt>
                <c:pt idx="7596">
                  <c:v>96.709000000000003</c:v>
                </c:pt>
                <c:pt idx="7597">
                  <c:v>97.129000000000005</c:v>
                </c:pt>
                <c:pt idx="7598">
                  <c:v>96.977999999999994</c:v>
                </c:pt>
                <c:pt idx="7599">
                  <c:v>96.903999999999996</c:v>
                </c:pt>
                <c:pt idx="7600">
                  <c:v>96.903999999999996</c:v>
                </c:pt>
                <c:pt idx="7601">
                  <c:v>96.52</c:v>
                </c:pt>
                <c:pt idx="7602">
                  <c:v>96.453999999999994</c:v>
                </c:pt>
                <c:pt idx="7603">
                  <c:v>96.605000000000004</c:v>
                </c:pt>
                <c:pt idx="7604">
                  <c:v>96.507000000000005</c:v>
                </c:pt>
                <c:pt idx="7605">
                  <c:v>96.412999999999997</c:v>
                </c:pt>
                <c:pt idx="7606">
                  <c:v>96.003</c:v>
                </c:pt>
                <c:pt idx="7607">
                  <c:v>96.153999999999996</c:v>
                </c:pt>
                <c:pt idx="7608">
                  <c:v>96.156999999999996</c:v>
                </c:pt>
                <c:pt idx="7609">
                  <c:v>96.527000000000001</c:v>
                </c:pt>
                <c:pt idx="7610">
                  <c:v>96.682000000000002</c:v>
                </c:pt>
                <c:pt idx="7611">
                  <c:v>96.866</c:v>
                </c:pt>
                <c:pt idx="7612">
                  <c:v>96.873000000000005</c:v>
                </c:pt>
                <c:pt idx="7613">
                  <c:v>97.667000000000002</c:v>
                </c:pt>
                <c:pt idx="7614">
                  <c:v>97.305999999999997</c:v>
                </c:pt>
                <c:pt idx="7615">
                  <c:v>97.215000000000003</c:v>
                </c:pt>
                <c:pt idx="7616">
                  <c:v>96.935000000000002</c:v>
                </c:pt>
                <c:pt idx="7617">
                  <c:v>96.55</c:v>
                </c:pt>
                <c:pt idx="7618">
                  <c:v>96.784999999999997</c:v>
                </c:pt>
                <c:pt idx="7619">
                  <c:v>96.594999999999999</c:v>
                </c:pt>
                <c:pt idx="7620">
                  <c:v>96.524000000000001</c:v>
                </c:pt>
                <c:pt idx="7621">
                  <c:v>96.382999999999996</c:v>
                </c:pt>
                <c:pt idx="7622">
                  <c:v>95.760999999999996</c:v>
                </c:pt>
                <c:pt idx="7623">
                  <c:v>96.495000000000005</c:v>
                </c:pt>
                <c:pt idx="7624">
                  <c:v>96.650999999999996</c:v>
                </c:pt>
                <c:pt idx="7625">
                  <c:v>96.566000000000003</c:v>
                </c:pt>
                <c:pt idx="7626">
                  <c:v>96.736000000000004</c:v>
                </c:pt>
                <c:pt idx="7627">
                  <c:v>96.774000000000001</c:v>
                </c:pt>
                <c:pt idx="7628">
                  <c:v>97.201999999999998</c:v>
                </c:pt>
                <c:pt idx="7629">
                  <c:v>97.284000000000006</c:v>
                </c:pt>
                <c:pt idx="7630">
                  <c:v>97.231999999999999</c:v>
                </c:pt>
                <c:pt idx="7631">
                  <c:v>97.361000000000004</c:v>
                </c:pt>
                <c:pt idx="7632">
                  <c:v>97.090999999999994</c:v>
                </c:pt>
                <c:pt idx="7633">
                  <c:v>97.308000000000007</c:v>
                </c:pt>
                <c:pt idx="7634">
                  <c:v>97.394999999999996</c:v>
                </c:pt>
                <c:pt idx="7635">
                  <c:v>97.05</c:v>
                </c:pt>
                <c:pt idx="7636">
                  <c:v>97.006</c:v>
                </c:pt>
                <c:pt idx="7637">
                  <c:v>96.945999999999998</c:v>
                </c:pt>
                <c:pt idx="7638">
                  <c:v>97.177000000000007</c:v>
                </c:pt>
                <c:pt idx="7639">
                  <c:v>96.971999999999994</c:v>
                </c:pt>
                <c:pt idx="7640">
                  <c:v>96.941999999999993</c:v>
                </c:pt>
                <c:pt idx="7641">
                  <c:v>97.043000000000006</c:v>
                </c:pt>
                <c:pt idx="7642">
                  <c:v>97.009</c:v>
                </c:pt>
                <c:pt idx="7643">
                  <c:v>97.474000000000004</c:v>
                </c:pt>
                <c:pt idx="7644">
                  <c:v>97.378</c:v>
                </c:pt>
                <c:pt idx="7645">
                  <c:v>97.287000000000006</c:v>
                </c:pt>
                <c:pt idx="7646">
                  <c:v>97.635999999999996</c:v>
                </c:pt>
                <c:pt idx="7647">
                  <c:v>98.173000000000002</c:v>
                </c:pt>
                <c:pt idx="7648">
                  <c:v>98.203000000000003</c:v>
                </c:pt>
                <c:pt idx="7649">
                  <c:v>98.006</c:v>
                </c:pt>
                <c:pt idx="7650">
                  <c:v>97.856999999999999</c:v>
                </c:pt>
                <c:pt idx="7651">
                  <c:v>97.478999999999999</c:v>
                </c:pt>
                <c:pt idx="7652">
                  <c:v>97.686000000000007</c:v>
                </c:pt>
                <c:pt idx="7653">
                  <c:v>97.831999999999994</c:v>
                </c:pt>
                <c:pt idx="7654">
                  <c:v>97.52</c:v>
                </c:pt>
                <c:pt idx="7655">
                  <c:v>97.515000000000001</c:v>
                </c:pt>
                <c:pt idx="7656">
                  <c:v>97.628</c:v>
                </c:pt>
                <c:pt idx="7657">
                  <c:v>97.623000000000005</c:v>
                </c:pt>
                <c:pt idx="7658">
                  <c:v>97.373000000000005</c:v>
                </c:pt>
                <c:pt idx="7659">
                  <c:v>97.33</c:v>
                </c:pt>
                <c:pt idx="7660">
                  <c:v>97.319000000000003</c:v>
                </c:pt>
                <c:pt idx="7661">
                  <c:v>97.525999999999996</c:v>
                </c:pt>
                <c:pt idx="7662">
                  <c:v>97.569000000000003</c:v>
                </c:pt>
                <c:pt idx="7663">
                  <c:v>97.855000000000004</c:v>
                </c:pt>
                <c:pt idx="7664">
                  <c:v>97.995000000000005</c:v>
                </c:pt>
                <c:pt idx="7665">
                  <c:v>97.933000000000007</c:v>
                </c:pt>
                <c:pt idx="7666">
                  <c:v>98.061999999999998</c:v>
                </c:pt>
                <c:pt idx="7667">
                  <c:v>98.040999999999997</c:v>
                </c:pt>
                <c:pt idx="7668">
                  <c:v>97.855999999999995</c:v>
                </c:pt>
                <c:pt idx="7669">
                  <c:v>97.613</c:v>
                </c:pt>
                <c:pt idx="7670">
                  <c:v>97.613</c:v>
                </c:pt>
                <c:pt idx="7671">
                  <c:v>97.951999999999998</c:v>
                </c:pt>
                <c:pt idx="7672">
                  <c:v>98.144000000000005</c:v>
                </c:pt>
                <c:pt idx="7673">
                  <c:v>98.141999999999996</c:v>
                </c:pt>
                <c:pt idx="7674">
                  <c:v>97.75</c:v>
                </c:pt>
                <c:pt idx="7675">
                  <c:v>97.141999999999996</c:v>
                </c:pt>
                <c:pt idx="7676">
                  <c:v>97.072000000000003</c:v>
                </c:pt>
                <c:pt idx="7677">
                  <c:v>97.32</c:v>
                </c:pt>
                <c:pt idx="7678">
                  <c:v>97.043999999999997</c:v>
                </c:pt>
                <c:pt idx="7679">
                  <c:v>96.543999999999997</c:v>
                </c:pt>
                <c:pt idx="7680">
                  <c:v>96.760999999999996</c:v>
                </c:pt>
                <c:pt idx="7681">
                  <c:v>96.686000000000007</c:v>
                </c:pt>
                <c:pt idx="7682">
                  <c:v>97</c:v>
                </c:pt>
                <c:pt idx="7683">
                  <c:v>97.013000000000005</c:v>
                </c:pt>
                <c:pt idx="7684">
                  <c:v>97.572000000000003</c:v>
                </c:pt>
                <c:pt idx="7685">
                  <c:v>97.558000000000007</c:v>
                </c:pt>
                <c:pt idx="7686">
                  <c:v>97.644000000000005</c:v>
                </c:pt>
                <c:pt idx="7687">
                  <c:v>97.117000000000004</c:v>
                </c:pt>
                <c:pt idx="7688">
                  <c:v>96.629000000000005</c:v>
                </c:pt>
                <c:pt idx="7689">
                  <c:v>96.22</c:v>
                </c:pt>
                <c:pt idx="7690">
                  <c:v>95.98</c:v>
                </c:pt>
                <c:pt idx="7691">
                  <c:v>96.14</c:v>
                </c:pt>
                <c:pt idx="7692">
                  <c:v>96.213999999999999</c:v>
                </c:pt>
                <c:pt idx="7693">
                  <c:v>96.194000000000003</c:v>
                </c:pt>
                <c:pt idx="7694">
                  <c:v>96.13</c:v>
                </c:pt>
                <c:pt idx="7695">
                  <c:v>96.843999999999994</c:v>
                </c:pt>
                <c:pt idx="7696">
                  <c:v>96.725999999999999</c:v>
                </c:pt>
                <c:pt idx="7697">
                  <c:v>96.768000000000001</c:v>
                </c:pt>
                <c:pt idx="7698">
                  <c:v>96.768000000000001</c:v>
                </c:pt>
                <c:pt idx="7699">
                  <c:v>97.286000000000001</c:v>
                </c:pt>
                <c:pt idx="7700">
                  <c:v>97.384</c:v>
                </c:pt>
                <c:pt idx="7701">
                  <c:v>97.489000000000004</c:v>
                </c:pt>
                <c:pt idx="7702">
                  <c:v>97.103999999999999</c:v>
                </c:pt>
                <c:pt idx="7703">
                  <c:v>97.05</c:v>
                </c:pt>
                <c:pt idx="7704">
                  <c:v>96.81</c:v>
                </c:pt>
                <c:pt idx="7705">
                  <c:v>96.933000000000007</c:v>
                </c:pt>
                <c:pt idx="7706">
                  <c:v>97.394999999999996</c:v>
                </c:pt>
                <c:pt idx="7707">
                  <c:v>97.222999999999999</c:v>
                </c:pt>
                <c:pt idx="7708">
                  <c:v>96.793999999999997</c:v>
                </c:pt>
                <c:pt idx="7709">
                  <c:v>97.150999999999996</c:v>
                </c:pt>
                <c:pt idx="7710">
                  <c:v>97.257000000000005</c:v>
                </c:pt>
                <c:pt idx="7711">
                  <c:v>97.704999999999998</c:v>
                </c:pt>
                <c:pt idx="7712">
                  <c:v>97.728999999999999</c:v>
                </c:pt>
                <c:pt idx="7713">
                  <c:v>97.817999999999998</c:v>
                </c:pt>
                <c:pt idx="7714">
                  <c:v>98.01</c:v>
                </c:pt>
                <c:pt idx="7715">
                  <c:v>98.043999999999997</c:v>
                </c:pt>
                <c:pt idx="7716">
                  <c:v>98.05</c:v>
                </c:pt>
                <c:pt idx="7717">
                  <c:v>98.516000000000005</c:v>
                </c:pt>
                <c:pt idx="7718">
                  <c:v>98.369</c:v>
                </c:pt>
                <c:pt idx="7719">
                  <c:v>98.073999999999998</c:v>
                </c:pt>
                <c:pt idx="7720">
                  <c:v>97.522000000000006</c:v>
                </c:pt>
                <c:pt idx="7721">
                  <c:v>97.63</c:v>
                </c:pt>
                <c:pt idx="7722">
                  <c:v>97.543999999999997</c:v>
                </c:pt>
                <c:pt idx="7723">
                  <c:v>97.617999999999995</c:v>
                </c:pt>
                <c:pt idx="7724">
                  <c:v>97.491</c:v>
                </c:pt>
                <c:pt idx="7725">
                  <c:v>97.38</c:v>
                </c:pt>
                <c:pt idx="7726">
                  <c:v>97.811999999999998</c:v>
                </c:pt>
                <c:pt idx="7727">
                  <c:v>97.986999999999995</c:v>
                </c:pt>
                <c:pt idx="7728">
                  <c:v>98.144000000000005</c:v>
                </c:pt>
                <c:pt idx="7729">
                  <c:v>98.141999999999996</c:v>
                </c:pt>
                <c:pt idx="7730">
                  <c:v>98.346999999999994</c:v>
                </c:pt>
                <c:pt idx="7731">
                  <c:v>98.19</c:v>
                </c:pt>
                <c:pt idx="7732">
                  <c:v>98.295000000000002</c:v>
                </c:pt>
                <c:pt idx="7733">
                  <c:v>98.17</c:v>
                </c:pt>
                <c:pt idx="7734">
                  <c:v>97.64</c:v>
                </c:pt>
                <c:pt idx="7735">
                  <c:v>98.081000000000003</c:v>
                </c:pt>
                <c:pt idx="7736">
                  <c:v>97.998999999999995</c:v>
                </c:pt>
                <c:pt idx="7737">
                  <c:v>98.21</c:v>
                </c:pt>
                <c:pt idx="7738">
                  <c:v>98.507000000000005</c:v>
                </c:pt>
                <c:pt idx="7739">
                  <c:v>98.915999999999997</c:v>
                </c:pt>
                <c:pt idx="7740">
                  <c:v>98.915999999999997</c:v>
                </c:pt>
                <c:pt idx="7741">
                  <c:v>99</c:v>
                </c:pt>
                <c:pt idx="7742">
                  <c:v>98.450999999999993</c:v>
                </c:pt>
                <c:pt idx="7743">
                  <c:v>98.414000000000001</c:v>
                </c:pt>
                <c:pt idx="7744">
                  <c:v>98.394000000000005</c:v>
                </c:pt>
                <c:pt idx="7745">
                  <c:v>98.281000000000006</c:v>
                </c:pt>
                <c:pt idx="7746">
                  <c:v>98.325999999999993</c:v>
                </c:pt>
                <c:pt idx="7747">
                  <c:v>98.644999999999996</c:v>
                </c:pt>
                <c:pt idx="7748">
                  <c:v>98.308999999999997</c:v>
                </c:pt>
                <c:pt idx="7749">
                  <c:v>98.257000000000005</c:v>
                </c:pt>
                <c:pt idx="7750">
                  <c:v>98.61</c:v>
                </c:pt>
                <c:pt idx="7751">
                  <c:v>98.260999999999996</c:v>
                </c:pt>
                <c:pt idx="7752">
                  <c:v>98.561000000000007</c:v>
                </c:pt>
                <c:pt idx="7753">
                  <c:v>98.272000000000006</c:v>
                </c:pt>
                <c:pt idx="7754">
                  <c:v>98.513000000000005</c:v>
                </c:pt>
                <c:pt idx="7755">
                  <c:v>98.599000000000004</c:v>
                </c:pt>
                <c:pt idx="7756">
                  <c:v>98.337000000000003</c:v>
                </c:pt>
                <c:pt idx="7757">
                  <c:v>99.037000000000006</c:v>
                </c:pt>
                <c:pt idx="7758">
                  <c:v>99.132000000000005</c:v>
                </c:pt>
                <c:pt idx="7759">
                  <c:v>99.108999999999995</c:v>
                </c:pt>
                <c:pt idx="7760">
                  <c:v>99.376999999999995</c:v>
                </c:pt>
                <c:pt idx="7761">
                  <c:v>99.128</c:v>
                </c:pt>
                <c:pt idx="7762">
                  <c:v>99.019000000000005</c:v>
                </c:pt>
                <c:pt idx="7763">
                  <c:v>98.864000000000004</c:v>
                </c:pt>
                <c:pt idx="7764">
                  <c:v>98.808000000000007</c:v>
                </c:pt>
                <c:pt idx="7765">
                  <c:v>98.966999999999999</c:v>
                </c:pt>
                <c:pt idx="7766">
                  <c:v>99.132999999999996</c:v>
                </c:pt>
                <c:pt idx="7767">
                  <c:v>99.117999999999995</c:v>
                </c:pt>
                <c:pt idx="7768">
                  <c:v>98.700999999999993</c:v>
                </c:pt>
                <c:pt idx="7769">
                  <c:v>98.301000000000002</c:v>
                </c:pt>
                <c:pt idx="7770">
                  <c:v>98.453999999999994</c:v>
                </c:pt>
                <c:pt idx="7771">
                  <c:v>98.287999999999997</c:v>
                </c:pt>
                <c:pt idx="7772">
                  <c:v>98.001999999999995</c:v>
                </c:pt>
                <c:pt idx="7773">
                  <c:v>97.606999999999999</c:v>
                </c:pt>
                <c:pt idx="7774">
                  <c:v>97.281999999999996</c:v>
                </c:pt>
                <c:pt idx="7775">
                  <c:v>97.328000000000003</c:v>
                </c:pt>
                <c:pt idx="7776">
                  <c:v>97.525999999999996</c:v>
                </c:pt>
                <c:pt idx="7777">
                  <c:v>97.491</c:v>
                </c:pt>
                <c:pt idx="7778">
                  <c:v>97.631</c:v>
                </c:pt>
                <c:pt idx="7779">
                  <c:v>97.831000000000003</c:v>
                </c:pt>
                <c:pt idx="7780">
                  <c:v>97.763999999999996</c:v>
                </c:pt>
                <c:pt idx="7781">
                  <c:v>97.69</c:v>
                </c:pt>
                <c:pt idx="7782">
                  <c:v>97.646000000000001</c:v>
                </c:pt>
                <c:pt idx="7783">
                  <c:v>97.352000000000004</c:v>
                </c:pt>
                <c:pt idx="7784">
                  <c:v>97.239000000000004</c:v>
                </c:pt>
                <c:pt idx="7785">
                  <c:v>97.504999999999995</c:v>
                </c:pt>
                <c:pt idx="7786">
                  <c:v>97.983000000000004</c:v>
                </c:pt>
                <c:pt idx="7787">
                  <c:v>97.951999999999998</c:v>
                </c:pt>
                <c:pt idx="7788">
                  <c:v>98.143000000000001</c:v>
                </c:pt>
                <c:pt idx="7789">
                  <c:v>98.352999999999994</c:v>
                </c:pt>
                <c:pt idx="7790">
                  <c:v>98.2</c:v>
                </c:pt>
                <c:pt idx="7791">
                  <c:v>98.308999999999997</c:v>
                </c:pt>
                <c:pt idx="7792">
                  <c:v>98.373000000000005</c:v>
                </c:pt>
                <c:pt idx="7793">
                  <c:v>98.162999999999997</c:v>
                </c:pt>
                <c:pt idx="7794">
                  <c:v>97.998999999999995</c:v>
                </c:pt>
                <c:pt idx="7795">
                  <c:v>97.793999999999997</c:v>
                </c:pt>
                <c:pt idx="7796">
                  <c:v>97.855999999999995</c:v>
                </c:pt>
                <c:pt idx="7797">
                  <c:v>97.933999999999997</c:v>
                </c:pt>
                <c:pt idx="7798">
                  <c:v>97.992999999999995</c:v>
                </c:pt>
                <c:pt idx="7799">
                  <c:v>98.27</c:v>
                </c:pt>
                <c:pt idx="7800">
                  <c:v>98.322999999999993</c:v>
                </c:pt>
                <c:pt idx="7801">
                  <c:v>98.251999999999995</c:v>
                </c:pt>
                <c:pt idx="7802">
                  <c:v>98.37</c:v>
                </c:pt>
                <c:pt idx="7803">
                  <c:v>98.37</c:v>
                </c:pt>
                <c:pt idx="7804">
                  <c:v>98.272999999999996</c:v>
                </c:pt>
                <c:pt idx="7805">
                  <c:v>97.855999999999995</c:v>
                </c:pt>
                <c:pt idx="7806">
                  <c:v>97.736999999999995</c:v>
                </c:pt>
                <c:pt idx="7807">
                  <c:v>97.647999999999996</c:v>
                </c:pt>
                <c:pt idx="7808">
                  <c:v>97.41</c:v>
                </c:pt>
                <c:pt idx="7809">
                  <c:v>97.7</c:v>
                </c:pt>
                <c:pt idx="7810">
                  <c:v>97.644000000000005</c:v>
                </c:pt>
                <c:pt idx="7811">
                  <c:v>97.412999999999997</c:v>
                </c:pt>
                <c:pt idx="7812">
                  <c:v>97.078000000000003</c:v>
                </c:pt>
                <c:pt idx="7813">
                  <c:v>97.397000000000006</c:v>
                </c:pt>
                <c:pt idx="7814">
                  <c:v>97.171999999999997</c:v>
                </c:pt>
                <c:pt idx="7815">
                  <c:v>97.019000000000005</c:v>
                </c:pt>
                <c:pt idx="7816">
                  <c:v>97.221999999999994</c:v>
                </c:pt>
                <c:pt idx="7817">
                  <c:v>97.4</c:v>
                </c:pt>
                <c:pt idx="7818">
                  <c:v>97.379000000000005</c:v>
                </c:pt>
                <c:pt idx="7819">
                  <c:v>97.69</c:v>
                </c:pt>
                <c:pt idx="7820">
                  <c:v>97.658000000000001</c:v>
                </c:pt>
                <c:pt idx="7821">
                  <c:v>97.653999999999996</c:v>
                </c:pt>
                <c:pt idx="7822">
                  <c:v>97.632000000000005</c:v>
                </c:pt>
                <c:pt idx="7823">
                  <c:v>97.534000000000006</c:v>
                </c:pt>
                <c:pt idx="7824">
                  <c:v>96.918999999999997</c:v>
                </c:pt>
                <c:pt idx="7825">
                  <c:v>96.74</c:v>
                </c:pt>
                <c:pt idx="7826">
                  <c:v>96.388999999999996</c:v>
                </c:pt>
                <c:pt idx="7827">
                  <c:v>96.444999999999993</c:v>
                </c:pt>
                <c:pt idx="7828">
                  <c:v>96.846000000000004</c:v>
                </c:pt>
                <c:pt idx="7829">
                  <c:v>96.837999999999994</c:v>
                </c:pt>
                <c:pt idx="7830">
                  <c:v>96.671000000000006</c:v>
                </c:pt>
                <c:pt idx="7831">
                  <c:v>97.004999999999995</c:v>
                </c:pt>
                <c:pt idx="7832">
                  <c:v>97.299000000000007</c:v>
                </c:pt>
                <c:pt idx="7833">
                  <c:v>97.45</c:v>
                </c:pt>
                <c:pt idx="7834">
                  <c:v>97.355999999999995</c:v>
                </c:pt>
                <c:pt idx="7835">
                  <c:v>97.344999999999999</c:v>
                </c:pt>
                <c:pt idx="7836">
                  <c:v>97.372</c:v>
                </c:pt>
                <c:pt idx="7837">
                  <c:v>97.228999999999999</c:v>
                </c:pt>
                <c:pt idx="7838">
                  <c:v>97.32</c:v>
                </c:pt>
                <c:pt idx="7839">
                  <c:v>97.605999999999995</c:v>
                </c:pt>
                <c:pt idx="7840">
                  <c:v>97.605999999999995</c:v>
                </c:pt>
                <c:pt idx="7841">
                  <c:v>97.531000000000006</c:v>
                </c:pt>
                <c:pt idx="7842">
                  <c:v>97.527000000000001</c:v>
                </c:pt>
                <c:pt idx="7843">
                  <c:v>97.692999999999998</c:v>
                </c:pt>
                <c:pt idx="7844">
                  <c:v>97.852999999999994</c:v>
                </c:pt>
                <c:pt idx="7845">
                  <c:v>97.956000000000003</c:v>
                </c:pt>
                <c:pt idx="7846">
                  <c:v>98.018000000000001</c:v>
                </c:pt>
                <c:pt idx="7847">
                  <c:v>97.991</c:v>
                </c:pt>
                <c:pt idx="7848">
                  <c:v>97.867000000000004</c:v>
                </c:pt>
                <c:pt idx="7849">
                  <c:v>97.39</c:v>
                </c:pt>
                <c:pt idx="7850">
                  <c:v>97.8</c:v>
                </c:pt>
                <c:pt idx="7851">
                  <c:v>97.960999999999999</c:v>
                </c:pt>
                <c:pt idx="7852">
                  <c:v>98.301000000000002</c:v>
                </c:pt>
                <c:pt idx="7853">
                  <c:v>98.495999999999995</c:v>
                </c:pt>
                <c:pt idx="7854">
                  <c:v>98.683999999999997</c:v>
                </c:pt>
                <c:pt idx="7855">
                  <c:v>98.831999999999994</c:v>
                </c:pt>
                <c:pt idx="7856">
                  <c:v>98.721000000000004</c:v>
                </c:pt>
                <c:pt idx="7857">
                  <c:v>99.049000000000007</c:v>
                </c:pt>
                <c:pt idx="7858">
                  <c:v>99.066999999999993</c:v>
                </c:pt>
                <c:pt idx="7859">
                  <c:v>99.123999999999995</c:v>
                </c:pt>
                <c:pt idx="7860">
                  <c:v>99.003</c:v>
                </c:pt>
                <c:pt idx="7861">
                  <c:v>99.44</c:v>
                </c:pt>
                <c:pt idx="7862">
                  <c:v>99.704999999999998</c:v>
                </c:pt>
                <c:pt idx="7863">
                  <c:v>99.864999999999995</c:v>
                </c:pt>
                <c:pt idx="7864">
                  <c:v>99.262</c:v>
                </c:pt>
                <c:pt idx="7865">
                  <c:v>99.358999999999995</c:v>
                </c:pt>
                <c:pt idx="7866">
                  <c:v>98.968000000000004</c:v>
                </c:pt>
                <c:pt idx="7867">
                  <c:v>98.995999999999995</c:v>
                </c:pt>
                <c:pt idx="7868">
                  <c:v>98.507999999999996</c:v>
                </c:pt>
                <c:pt idx="7869">
                  <c:v>98.132000000000005</c:v>
                </c:pt>
                <c:pt idx="7870">
                  <c:v>97.36</c:v>
                </c:pt>
                <c:pt idx="7871">
                  <c:v>97.153000000000006</c:v>
                </c:pt>
                <c:pt idx="7872">
                  <c:v>97.335999999999999</c:v>
                </c:pt>
                <c:pt idx="7873">
                  <c:v>96.82</c:v>
                </c:pt>
                <c:pt idx="7874">
                  <c:v>95.950999999999993</c:v>
                </c:pt>
                <c:pt idx="7875">
                  <c:v>94.894999999999996</c:v>
                </c:pt>
                <c:pt idx="7876">
                  <c:v>96.414000000000001</c:v>
                </c:pt>
                <c:pt idx="7877">
                  <c:v>96.507000000000005</c:v>
                </c:pt>
                <c:pt idx="7878">
                  <c:v>97.468000000000004</c:v>
                </c:pt>
                <c:pt idx="7879">
                  <c:v>98.748999999999995</c:v>
                </c:pt>
                <c:pt idx="7880">
                  <c:v>98.069000000000003</c:v>
                </c:pt>
                <c:pt idx="7881">
                  <c:v>99.575000000000003</c:v>
                </c:pt>
                <c:pt idx="7882">
                  <c:v>101.16</c:v>
                </c:pt>
                <c:pt idx="7883">
                  <c:v>102.755</c:v>
                </c:pt>
                <c:pt idx="7884">
                  <c:v>102.81699999999999</c:v>
                </c:pt>
                <c:pt idx="7885">
                  <c:v>102.48699999999999</c:v>
                </c:pt>
                <c:pt idx="7886">
                  <c:v>102.039</c:v>
                </c:pt>
                <c:pt idx="7887">
                  <c:v>101.05</c:v>
                </c:pt>
                <c:pt idx="7888">
                  <c:v>99.352000000000004</c:v>
                </c:pt>
                <c:pt idx="7889">
                  <c:v>98.364999999999995</c:v>
                </c:pt>
                <c:pt idx="7890">
                  <c:v>99.180999999999997</c:v>
                </c:pt>
                <c:pt idx="7891">
                  <c:v>99.048000000000002</c:v>
                </c:pt>
                <c:pt idx="7892">
                  <c:v>99.673000000000002</c:v>
                </c:pt>
                <c:pt idx="7893">
                  <c:v>100.18</c:v>
                </c:pt>
                <c:pt idx="7894">
                  <c:v>100.57599999999999</c:v>
                </c:pt>
                <c:pt idx="7895">
                  <c:v>100.685</c:v>
                </c:pt>
                <c:pt idx="7896">
                  <c:v>99.9</c:v>
                </c:pt>
                <c:pt idx="7897">
                  <c:v>100.119</c:v>
                </c:pt>
                <c:pt idx="7898">
                  <c:v>99.516999999999996</c:v>
                </c:pt>
                <c:pt idx="7899">
                  <c:v>99.481999999999999</c:v>
                </c:pt>
                <c:pt idx="7900">
                  <c:v>99.347999999999999</c:v>
                </c:pt>
                <c:pt idx="7901">
                  <c:v>98.887</c:v>
                </c:pt>
                <c:pt idx="7902">
                  <c:v>99.460999999999999</c:v>
                </c:pt>
                <c:pt idx="7903">
                  <c:v>100.02500000000001</c:v>
                </c:pt>
                <c:pt idx="7904">
                  <c:v>99.781999999999996</c:v>
                </c:pt>
                <c:pt idx="7905">
                  <c:v>99.954999999999998</c:v>
                </c:pt>
                <c:pt idx="7906">
                  <c:v>100.258</c:v>
                </c:pt>
                <c:pt idx="7907">
                  <c:v>100.38800000000001</c:v>
                </c:pt>
                <c:pt idx="7908">
                  <c:v>100.43300000000001</c:v>
                </c:pt>
                <c:pt idx="7909">
                  <c:v>100.38</c:v>
                </c:pt>
                <c:pt idx="7910">
                  <c:v>100.041</c:v>
                </c:pt>
                <c:pt idx="7911">
                  <c:v>99.864999999999995</c:v>
                </c:pt>
                <c:pt idx="7912">
                  <c:v>99.564999999999998</c:v>
                </c:pt>
                <c:pt idx="7913">
                  <c:v>99.016000000000005</c:v>
                </c:pt>
                <c:pt idx="7914">
                  <c:v>99.078999999999994</c:v>
                </c:pt>
                <c:pt idx="7915">
                  <c:v>99.483999999999995</c:v>
                </c:pt>
                <c:pt idx="7916">
                  <c:v>99.709000000000003</c:v>
                </c:pt>
                <c:pt idx="7917">
                  <c:v>100.09099999999999</c:v>
                </c:pt>
                <c:pt idx="7918">
                  <c:v>99.888999999999996</c:v>
                </c:pt>
                <c:pt idx="7919">
                  <c:v>99.733999999999995</c:v>
                </c:pt>
                <c:pt idx="7920">
                  <c:v>100.236</c:v>
                </c:pt>
                <c:pt idx="7921">
                  <c:v>99.933000000000007</c:v>
                </c:pt>
                <c:pt idx="7922">
                  <c:v>100.242</c:v>
                </c:pt>
                <c:pt idx="7923">
                  <c:v>100.46599999999999</c:v>
                </c:pt>
                <c:pt idx="7924">
                  <c:v>100.402</c:v>
                </c:pt>
                <c:pt idx="7925">
                  <c:v>99.665000000000006</c:v>
                </c:pt>
                <c:pt idx="7926">
                  <c:v>99.370999999999995</c:v>
                </c:pt>
                <c:pt idx="7927">
                  <c:v>99.123999999999995</c:v>
                </c:pt>
                <c:pt idx="7928">
                  <c:v>99.37</c:v>
                </c:pt>
                <c:pt idx="7929">
                  <c:v>99.863</c:v>
                </c:pt>
                <c:pt idx="7930">
                  <c:v>99.863</c:v>
                </c:pt>
                <c:pt idx="7931">
                  <c:v>98.908000000000001</c:v>
                </c:pt>
                <c:pt idx="7932">
                  <c:v>99.061999999999998</c:v>
                </c:pt>
                <c:pt idx="7933">
                  <c:v>98.382999999999996</c:v>
                </c:pt>
                <c:pt idx="7934">
                  <c:v>98.343999999999994</c:v>
                </c:pt>
                <c:pt idx="7935">
                  <c:v>97.83</c:v>
                </c:pt>
                <c:pt idx="7936">
                  <c:v>97.673000000000002</c:v>
                </c:pt>
                <c:pt idx="7937">
                  <c:v>97.275999999999996</c:v>
                </c:pt>
                <c:pt idx="7938">
                  <c:v>96.677000000000007</c:v>
                </c:pt>
                <c:pt idx="7939">
                  <c:v>96.936999999999998</c:v>
                </c:pt>
                <c:pt idx="7940">
                  <c:v>96.617999999999995</c:v>
                </c:pt>
                <c:pt idx="7941">
                  <c:v>96.323999999999998</c:v>
                </c:pt>
                <c:pt idx="7942">
                  <c:v>95.959000000000003</c:v>
                </c:pt>
                <c:pt idx="7943">
                  <c:v>96.733000000000004</c:v>
                </c:pt>
                <c:pt idx="7944">
                  <c:v>97.319000000000003</c:v>
                </c:pt>
                <c:pt idx="7945">
                  <c:v>96.706000000000003</c:v>
                </c:pt>
                <c:pt idx="7946">
                  <c:v>96.957999999999998</c:v>
                </c:pt>
                <c:pt idx="7947">
                  <c:v>97.158000000000001</c:v>
                </c:pt>
                <c:pt idx="7948">
                  <c:v>97.421000000000006</c:v>
                </c:pt>
                <c:pt idx="7949">
                  <c:v>97.623000000000005</c:v>
                </c:pt>
                <c:pt idx="7950">
                  <c:v>97.039000000000001</c:v>
                </c:pt>
                <c:pt idx="7951">
                  <c:v>96.646000000000001</c:v>
                </c:pt>
                <c:pt idx="7952">
                  <c:v>97.147999999999996</c:v>
                </c:pt>
                <c:pt idx="7953">
                  <c:v>97.429000000000002</c:v>
                </c:pt>
                <c:pt idx="7954">
                  <c:v>97.433000000000007</c:v>
                </c:pt>
                <c:pt idx="7955">
                  <c:v>97.536000000000001</c:v>
                </c:pt>
                <c:pt idx="7956">
                  <c:v>97.391000000000005</c:v>
                </c:pt>
                <c:pt idx="7957">
                  <c:v>97.195999999999998</c:v>
                </c:pt>
                <c:pt idx="7958">
                  <c:v>97.316999999999993</c:v>
                </c:pt>
                <c:pt idx="7959">
                  <c:v>97.171999999999997</c:v>
                </c:pt>
                <c:pt idx="7960">
                  <c:v>96.724999999999994</c:v>
                </c:pt>
                <c:pt idx="7961">
                  <c:v>96.881</c:v>
                </c:pt>
                <c:pt idx="7962">
                  <c:v>96.427999999999997</c:v>
                </c:pt>
                <c:pt idx="7963">
                  <c:v>96.7</c:v>
                </c:pt>
                <c:pt idx="7964">
                  <c:v>96.652000000000001</c:v>
                </c:pt>
                <c:pt idx="7965">
                  <c:v>96.463999999999999</c:v>
                </c:pt>
                <c:pt idx="7966">
                  <c:v>96.259</c:v>
                </c:pt>
                <c:pt idx="7967">
                  <c:v>96.081000000000003</c:v>
                </c:pt>
                <c:pt idx="7968">
                  <c:v>96.346000000000004</c:v>
                </c:pt>
                <c:pt idx="7969">
                  <c:v>95.941999999999993</c:v>
                </c:pt>
                <c:pt idx="7970">
                  <c:v>95.831999999999994</c:v>
                </c:pt>
                <c:pt idx="7971">
                  <c:v>95.117000000000004</c:v>
                </c:pt>
                <c:pt idx="7972">
                  <c:v>94.988</c:v>
                </c:pt>
                <c:pt idx="7973">
                  <c:v>94.691999999999993</c:v>
                </c:pt>
                <c:pt idx="7974">
                  <c:v>94.435000000000002</c:v>
                </c:pt>
                <c:pt idx="7975">
                  <c:v>93.668000000000006</c:v>
                </c:pt>
                <c:pt idx="7976">
                  <c:v>93.695999999999998</c:v>
                </c:pt>
                <c:pt idx="7977">
                  <c:v>93.453000000000003</c:v>
                </c:pt>
                <c:pt idx="7978">
                  <c:v>93.021000000000001</c:v>
                </c:pt>
                <c:pt idx="7979">
                  <c:v>93.349000000000004</c:v>
                </c:pt>
                <c:pt idx="7980">
                  <c:v>93.542000000000002</c:v>
                </c:pt>
                <c:pt idx="7981">
                  <c:v>93.382000000000005</c:v>
                </c:pt>
                <c:pt idx="7982">
                  <c:v>92.867999999999995</c:v>
                </c:pt>
                <c:pt idx="7983">
                  <c:v>92.787999999999997</c:v>
                </c:pt>
                <c:pt idx="7984">
                  <c:v>93.435000000000002</c:v>
                </c:pt>
                <c:pt idx="7985">
                  <c:v>93.581999999999994</c:v>
                </c:pt>
                <c:pt idx="7986">
                  <c:v>93.628</c:v>
                </c:pt>
                <c:pt idx="7987">
                  <c:v>93.442999999999998</c:v>
                </c:pt>
                <c:pt idx="7988">
                  <c:v>93.334999999999994</c:v>
                </c:pt>
                <c:pt idx="7989">
                  <c:v>93.096000000000004</c:v>
                </c:pt>
                <c:pt idx="7990">
                  <c:v>92.850999999999999</c:v>
                </c:pt>
                <c:pt idx="7991">
                  <c:v>92.271000000000001</c:v>
                </c:pt>
                <c:pt idx="7992">
                  <c:v>92.887</c:v>
                </c:pt>
                <c:pt idx="7993">
                  <c:v>92.793000000000006</c:v>
                </c:pt>
                <c:pt idx="7994">
                  <c:v>93.247</c:v>
                </c:pt>
                <c:pt idx="7995">
                  <c:v>93.298000000000002</c:v>
                </c:pt>
                <c:pt idx="7996">
                  <c:v>93.019000000000005</c:v>
                </c:pt>
                <c:pt idx="7997">
                  <c:v>93.006</c:v>
                </c:pt>
                <c:pt idx="7998">
                  <c:v>93.001000000000005</c:v>
                </c:pt>
                <c:pt idx="7999">
                  <c:v>92.370999999999995</c:v>
                </c:pt>
                <c:pt idx="8000">
                  <c:v>92.144000000000005</c:v>
                </c:pt>
                <c:pt idx="8001">
                  <c:v>92.337999999999994</c:v>
                </c:pt>
                <c:pt idx="8002">
                  <c:v>92.846999999999994</c:v>
                </c:pt>
                <c:pt idx="8003">
                  <c:v>92.739000000000004</c:v>
                </c:pt>
                <c:pt idx="8004">
                  <c:v>92.718999999999994</c:v>
                </c:pt>
                <c:pt idx="8005">
                  <c:v>92.718999999999994</c:v>
                </c:pt>
                <c:pt idx="8006">
                  <c:v>93.444999999999993</c:v>
                </c:pt>
                <c:pt idx="8007">
                  <c:v>93.254999999999995</c:v>
                </c:pt>
                <c:pt idx="8008">
                  <c:v>93.335999999999999</c:v>
                </c:pt>
                <c:pt idx="8009">
                  <c:v>93.332999999999998</c:v>
                </c:pt>
                <c:pt idx="8010">
                  <c:v>93.052000000000007</c:v>
                </c:pt>
                <c:pt idx="8011">
                  <c:v>93.05</c:v>
                </c:pt>
                <c:pt idx="8012">
                  <c:v>93.213999999999999</c:v>
                </c:pt>
                <c:pt idx="8013">
                  <c:v>92.97</c:v>
                </c:pt>
                <c:pt idx="8014">
                  <c:v>92.926000000000002</c:v>
                </c:pt>
                <c:pt idx="8015">
                  <c:v>93.656000000000006</c:v>
                </c:pt>
                <c:pt idx="8016">
                  <c:v>93.988</c:v>
                </c:pt>
                <c:pt idx="8017">
                  <c:v>94.388999999999996</c:v>
                </c:pt>
                <c:pt idx="8018">
                  <c:v>94.353999999999999</c:v>
                </c:pt>
                <c:pt idx="8019">
                  <c:v>94.641999999999996</c:v>
                </c:pt>
                <c:pt idx="8020">
                  <c:v>94.278000000000006</c:v>
                </c:pt>
                <c:pt idx="8021">
                  <c:v>93.891000000000005</c:v>
                </c:pt>
                <c:pt idx="8022">
                  <c:v>93.885999999999996</c:v>
                </c:pt>
                <c:pt idx="8023">
                  <c:v>93.710999999999999</c:v>
                </c:pt>
                <c:pt idx="8024">
                  <c:v>93.843999999999994</c:v>
                </c:pt>
                <c:pt idx="8025">
                  <c:v>93.513000000000005</c:v>
                </c:pt>
                <c:pt idx="8026">
                  <c:v>93.686000000000007</c:v>
                </c:pt>
                <c:pt idx="8027">
                  <c:v>93.63</c:v>
                </c:pt>
                <c:pt idx="8028">
                  <c:v>93.605000000000004</c:v>
                </c:pt>
                <c:pt idx="8029">
                  <c:v>93.057000000000002</c:v>
                </c:pt>
                <c:pt idx="8030">
                  <c:v>93.064999999999998</c:v>
                </c:pt>
                <c:pt idx="8031">
                  <c:v>93.531000000000006</c:v>
                </c:pt>
                <c:pt idx="8032">
                  <c:v>93.382000000000005</c:v>
                </c:pt>
                <c:pt idx="8033">
                  <c:v>93.855999999999995</c:v>
                </c:pt>
                <c:pt idx="8034">
                  <c:v>93.682000000000002</c:v>
                </c:pt>
                <c:pt idx="8035">
                  <c:v>93.427000000000007</c:v>
                </c:pt>
                <c:pt idx="8036">
                  <c:v>93.066999999999993</c:v>
                </c:pt>
                <c:pt idx="8037">
                  <c:v>92.611000000000004</c:v>
                </c:pt>
                <c:pt idx="8038">
                  <c:v>92.950999999999993</c:v>
                </c:pt>
                <c:pt idx="8039">
                  <c:v>92.768000000000001</c:v>
                </c:pt>
                <c:pt idx="8040">
                  <c:v>93.045000000000002</c:v>
                </c:pt>
                <c:pt idx="8041">
                  <c:v>92.94</c:v>
                </c:pt>
                <c:pt idx="8042">
                  <c:v>93.405000000000001</c:v>
                </c:pt>
                <c:pt idx="8043">
                  <c:v>93.954999999999998</c:v>
                </c:pt>
                <c:pt idx="8044">
                  <c:v>94.037999999999997</c:v>
                </c:pt>
                <c:pt idx="8045">
                  <c:v>94.129000000000005</c:v>
                </c:pt>
                <c:pt idx="8046">
                  <c:v>93.552999999999997</c:v>
                </c:pt>
                <c:pt idx="8047">
                  <c:v>93.406999999999996</c:v>
                </c:pt>
                <c:pt idx="8048">
                  <c:v>92.525000000000006</c:v>
                </c:pt>
                <c:pt idx="8049">
                  <c:v>92.228999999999999</c:v>
                </c:pt>
                <c:pt idx="8050">
                  <c:v>92.724999999999994</c:v>
                </c:pt>
                <c:pt idx="8051">
                  <c:v>92.748999999999995</c:v>
                </c:pt>
                <c:pt idx="8052">
                  <c:v>93.043000000000006</c:v>
                </c:pt>
                <c:pt idx="8053">
                  <c:v>92.962999999999994</c:v>
                </c:pt>
                <c:pt idx="8054">
                  <c:v>92.754999999999995</c:v>
                </c:pt>
                <c:pt idx="8055">
                  <c:v>92.641999999999996</c:v>
                </c:pt>
                <c:pt idx="8056">
                  <c:v>92.415999999999997</c:v>
                </c:pt>
                <c:pt idx="8057">
                  <c:v>92.316000000000003</c:v>
                </c:pt>
                <c:pt idx="8058">
                  <c:v>92.293999999999997</c:v>
                </c:pt>
                <c:pt idx="8059">
                  <c:v>92.391999999999996</c:v>
                </c:pt>
                <c:pt idx="8060">
                  <c:v>92.504999999999995</c:v>
                </c:pt>
                <c:pt idx="8061">
                  <c:v>92.225999999999999</c:v>
                </c:pt>
                <c:pt idx="8062">
                  <c:v>91.994</c:v>
                </c:pt>
                <c:pt idx="8063">
                  <c:v>91.994</c:v>
                </c:pt>
                <c:pt idx="8064">
                  <c:v>91.79</c:v>
                </c:pt>
                <c:pt idx="8065">
                  <c:v>91.869</c:v>
                </c:pt>
                <c:pt idx="8066">
                  <c:v>91.313000000000002</c:v>
                </c:pt>
                <c:pt idx="8067">
                  <c:v>91.117999999999995</c:v>
                </c:pt>
                <c:pt idx="8068">
                  <c:v>90.713999999999999</c:v>
                </c:pt>
                <c:pt idx="8069">
                  <c:v>90.700999999999993</c:v>
                </c:pt>
                <c:pt idx="8070">
                  <c:v>90.792000000000002</c:v>
                </c:pt>
                <c:pt idx="8071">
                  <c:v>90.965000000000003</c:v>
                </c:pt>
                <c:pt idx="8072">
                  <c:v>91.087000000000003</c:v>
                </c:pt>
                <c:pt idx="8073">
                  <c:v>90.823999999999998</c:v>
                </c:pt>
                <c:pt idx="8074">
                  <c:v>90.975999999999999</c:v>
                </c:pt>
                <c:pt idx="8075">
                  <c:v>90.710999999999999</c:v>
                </c:pt>
                <c:pt idx="8076">
                  <c:v>90.472999999999999</c:v>
                </c:pt>
                <c:pt idx="8077">
                  <c:v>90.45</c:v>
                </c:pt>
                <c:pt idx="8078">
                  <c:v>89.822000000000003</c:v>
                </c:pt>
                <c:pt idx="8079">
                  <c:v>90.016000000000005</c:v>
                </c:pt>
                <c:pt idx="8080">
                  <c:v>90.043000000000006</c:v>
                </c:pt>
                <c:pt idx="8081">
                  <c:v>90.653999999999996</c:v>
                </c:pt>
                <c:pt idx="8082">
                  <c:v>90.412999999999997</c:v>
                </c:pt>
                <c:pt idx="8083">
                  <c:v>90.322999999999993</c:v>
                </c:pt>
                <c:pt idx="8084">
                  <c:v>90.222999999999999</c:v>
                </c:pt>
                <c:pt idx="8085">
                  <c:v>90.337000000000003</c:v>
                </c:pt>
                <c:pt idx="8086">
                  <c:v>89.994</c:v>
                </c:pt>
                <c:pt idx="8087">
                  <c:v>89.68</c:v>
                </c:pt>
                <c:pt idx="8088">
                  <c:v>89.936999999999998</c:v>
                </c:pt>
                <c:pt idx="8089">
                  <c:v>89.936999999999998</c:v>
                </c:pt>
                <c:pt idx="8090">
                  <c:v>89.869</c:v>
                </c:pt>
                <c:pt idx="8091">
                  <c:v>89.436000000000007</c:v>
                </c:pt>
                <c:pt idx="8092">
                  <c:v>89.53</c:v>
                </c:pt>
                <c:pt idx="8093">
                  <c:v>89.825999999999993</c:v>
                </c:pt>
                <c:pt idx="8094">
                  <c:v>90.097999999999999</c:v>
                </c:pt>
                <c:pt idx="8095">
                  <c:v>90.465000000000003</c:v>
                </c:pt>
                <c:pt idx="8096">
                  <c:v>90.093000000000004</c:v>
                </c:pt>
                <c:pt idx="8097">
                  <c:v>90.355000000000004</c:v>
                </c:pt>
                <c:pt idx="8098">
                  <c:v>90.239000000000004</c:v>
                </c:pt>
                <c:pt idx="8099">
                  <c:v>90.772000000000006</c:v>
                </c:pt>
                <c:pt idx="8100">
                  <c:v>90.765000000000001</c:v>
                </c:pt>
                <c:pt idx="8101">
                  <c:v>90.498000000000005</c:v>
                </c:pt>
                <c:pt idx="8102">
                  <c:v>90.474999999999994</c:v>
                </c:pt>
                <c:pt idx="8103">
                  <c:v>90.131</c:v>
                </c:pt>
                <c:pt idx="8104">
                  <c:v>90.238</c:v>
                </c:pt>
                <c:pt idx="8105">
                  <c:v>90.391000000000005</c:v>
                </c:pt>
                <c:pt idx="8106">
                  <c:v>90.17</c:v>
                </c:pt>
                <c:pt idx="8107">
                  <c:v>90.647000000000006</c:v>
                </c:pt>
                <c:pt idx="8108">
                  <c:v>90.454999999999998</c:v>
                </c:pt>
                <c:pt idx="8109">
                  <c:v>90.584000000000003</c:v>
                </c:pt>
                <c:pt idx="8110">
                  <c:v>90.98</c:v>
                </c:pt>
                <c:pt idx="8111">
                  <c:v>91.197000000000003</c:v>
                </c:pt>
                <c:pt idx="8112">
                  <c:v>91.171000000000006</c:v>
                </c:pt>
                <c:pt idx="8113">
                  <c:v>91.528999999999996</c:v>
                </c:pt>
                <c:pt idx="8114">
                  <c:v>91.042000000000002</c:v>
                </c:pt>
                <c:pt idx="8115">
                  <c:v>90.933999999999997</c:v>
                </c:pt>
                <c:pt idx="8116">
                  <c:v>90.438999999999993</c:v>
                </c:pt>
                <c:pt idx="8117">
                  <c:v>90.370999999999995</c:v>
                </c:pt>
                <c:pt idx="8118">
                  <c:v>90.417000000000002</c:v>
                </c:pt>
                <c:pt idx="8119">
                  <c:v>90.48</c:v>
                </c:pt>
                <c:pt idx="8120">
                  <c:v>90.48</c:v>
                </c:pt>
                <c:pt idx="8121">
                  <c:v>90.509</c:v>
                </c:pt>
                <c:pt idx="8122">
                  <c:v>90.950999999999993</c:v>
                </c:pt>
                <c:pt idx="8123">
                  <c:v>90.591999999999999</c:v>
                </c:pt>
                <c:pt idx="8124">
                  <c:v>90.364000000000004</c:v>
                </c:pt>
                <c:pt idx="8125">
                  <c:v>90.01</c:v>
                </c:pt>
                <c:pt idx="8126">
                  <c:v>90.168999999999997</c:v>
                </c:pt>
                <c:pt idx="8127">
                  <c:v>90.176000000000002</c:v>
                </c:pt>
                <c:pt idx="8128">
                  <c:v>90.134</c:v>
                </c:pt>
                <c:pt idx="8129">
                  <c:v>90.879000000000005</c:v>
                </c:pt>
                <c:pt idx="8130">
                  <c:v>91.039000000000001</c:v>
                </c:pt>
                <c:pt idx="8131">
                  <c:v>90.784999999999997</c:v>
                </c:pt>
                <c:pt idx="8132">
                  <c:v>90.947000000000003</c:v>
                </c:pt>
                <c:pt idx="8133">
                  <c:v>91.631</c:v>
                </c:pt>
                <c:pt idx="8134">
                  <c:v>91.977000000000004</c:v>
                </c:pt>
                <c:pt idx="8135">
                  <c:v>92.313000000000002</c:v>
                </c:pt>
                <c:pt idx="8136">
                  <c:v>91.957999999999998</c:v>
                </c:pt>
                <c:pt idx="8137">
                  <c:v>91.822999999999993</c:v>
                </c:pt>
                <c:pt idx="8138">
                  <c:v>91.42</c:v>
                </c:pt>
                <c:pt idx="8139">
                  <c:v>91.679000000000002</c:v>
                </c:pt>
                <c:pt idx="8140">
                  <c:v>91.832999999999998</c:v>
                </c:pt>
                <c:pt idx="8141">
                  <c:v>91.864999999999995</c:v>
                </c:pt>
                <c:pt idx="8142">
                  <c:v>91.441999999999993</c:v>
                </c:pt>
                <c:pt idx="8143">
                  <c:v>91.861999999999995</c:v>
                </c:pt>
                <c:pt idx="8144">
                  <c:v>91.918999999999997</c:v>
                </c:pt>
                <c:pt idx="8145">
                  <c:v>91.742000000000004</c:v>
                </c:pt>
                <c:pt idx="8146">
                  <c:v>92.335999999999999</c:v>
                </c:pt>
                <c:pt idx="8147">
                  <c:v>92.528000000000006</c:v>
                </c:pt>
                <c:pt idx="8148">
                  <c:v>92.847999999999999</c:v>
                </c:pt>
                <c:pt idx="8149">
                  <c:v>92.766000000000005</c:v>
                </c:pt>
                <c:pt idx="8150">
                  <c:v>92.944000000000003</c:v>
                </c:pt>
                <c:pt idx="8151">
                  <c:v>93.296999999999997</c:v>
                </c:pt>
                <c:pt idx="8152">
                  <c:v>93.231999999999999</c:v>
                </c:pt>
                <c:pt idx="8153">
                  <c:v>92.929000000000002</c:v>
                </c:pt>
                <c:pt idx="8154">
                  <c:v>93.022000000000006</c:v>
                </c:pt>
                <c:pt idx="8155">
                  <c:v>92.594999999999999</c:v>
                </c:pt>
                <c:pt idx="8156">
                  <c:v>92.334999999999994</c:v>
                </c:pt>
                <c:pt idx="8157">
                  <c:v>92.454999999999998</c:v>
                </c:pt>
                <c:pt idx="8158">
                  <c:v>92.058999999999997</c:v>
                </c:pt>
                <c:pt idx="8159">
                  <c:v>92.162999999999997</c:v>
                </c:pt>
                <c:pt idx="8160">
                  <c:v>92.138000000000005</c:v>
                </c:pt>
                <c:pt idx="8161">
                  <c:v>91.852000000000004</c:v>
                </c:pt>
                <c:pt idx="8162">
                  <c:v>91.69</c:v>
                </c:pt>
                <c:pt idx="8163">
                  <c:v>91.671000000000006</c:v>
                </c:pt>
                <c:pt idx="8164">
                  <c:v>91.555999999999997</c:v>
                </c:pt>
                <c:pt idx="8165">
                  <c:v>91.069000000000003</c:v>
                </c:pt>
                <c:pt idx="8166">
                  <c:v>91.241</c:v>
                </c:pt>
                <c:pt idx="8167">
                  <c:v>91.155000000000001</c:v>
                </c:pt>
                <c:pt idx="8168">
                  <c:v>91.332999999999998</c:v>
                </c:pt>
                <c:pt idx="8169">
                  <c:v>90.858999999999995</c:v>
                </c:pt>
                <c:pt idx="8170">
                  <c:v>90.807000000000002</c:v>
                </c:pt>
                <c:pt idx="8171">
                  <c:v>90.909000000000006</c:v>
                </c:pt>
                <c:pt idx="8172">
                  <c:v>90.608999999999995</c:v>
                </c:pt>
                <c:pt idx="8173">
                  <c:v>90.614000000000004</c:v>
                </c:pt>
                <c:pt idx="8174">
                  <c:v>91.28</c:v>
                </c:pt>
                <c:pt idx="8175">
                  <c:v>90.944999999999993</c:v>
                </c:pt>
                <c:pt idx="8176">
                  <c:v>91.287999999999997</c:v>
                </c:pt>
                <c:pt idx="8177">
                  <c:v>91.308000000000007</c:v>
                </c:pt>
                <c:pt idx="8178">
                  <c:v>90.950999999999993</c:v>
                </c:pt>
                <c:pt idx="8179">
                  <c:v>90.233000000000004</c:v>
                </c:pt>
                <c:pt idx="8180">
                  <c:v>90.212000000000003</c:v>
                </c:pt>
                <c:pt idx="8181">
                  <c:v>90.141000000000005</c:v>
                </c:pt>
                <c:pt idx="8182">
                  <c:v>90.712999999999994</c:v>
                </c:pt>
                <c:pt idx="8183">
                  <c:v>90.751999999999995</c:v>
                </c:pt>
                <c:pt idx="8184">
                  <c:v>90.320999999999998</c:v>
                </c:pt>
                <c:pt idx="8185">
                  <c:v>90.164000000000001</c:v>
                </c:pt>
                <c:pt idx="8186">
                  <c:v>89.75</c:v>
                </c:pt>
                <c:pt idx="8187">
                  <c:v>90.191000000000003</c:v>
                </c:pt>
                <c:pt idx="8188">
                  <c:v>89.808000000000007</c:v>
                </c:pt>
                <c:pt idx="8189">
                  <c:v>90.016999999999996</c:v>
                </c:pt>
                <c:pt idx="8190">
                  <c:v>89.843999999999994</c:v>
                </c:pt>
                <c:pt idx="8191">
                  <c:v>89.638999999999996</c:v>
                </c:pt>
                <c:pt idx="8192">
                  <c:v>90.042000000000002</c:v>
                </c:pt>
                <c:pt idx="8193">
                  <c:v>89.971000000000004</c:v>
                </c:pt>
                <c:pt idx="8194">
                  <c:v>90.031000000000006</c:v>
                </c:pt>
                <c:pt idx="8195">
                  <c:v>89.828999999999994</c:v>
                </c:pt>
                <c:pt idx="8196">
                  <c:v>89.831000000000003</c:v>
                </c:pt>
                <c:pt idx="8197">
                  <c:v>89.909000000000006</c:v>
                </c:pt>
                <c:pt idx="8198">
                  <c:v>90.512</c:v>
                </c:pt>
                <c:pt idx="8199">
                  <c:v>90.135999999999996</c:v>
                </c:pt>
                <c:pt idx="8200">
                  <c:v>89.95</c:v>
                </c:pt>
                <c:pt idx="8201">
                  <c:v>90.075999999999993</c:v>
                </c:pt>
                <c:pt idx="8202">
                  <c:v>90.12</c:v>
                </c:pt>
                <c:pt idx="8203">
                  <c:v>90.075000000000003</c:v>
                </c:pt>
                <c:pt idx="8204">
                  <c:v>90.555000000000007</c:v>
                </c:pt>
                <c:pt idx="8205">
                  <c:v>90.522000000000006</c:v>
                </c:pt>
                <c:pt idx="8206">
                  <c:v>90.536000000000001</c:v>
                </c:pt>
                <c:pt idx="8207">
                  <c:v>91.129000000000005</c:v>
                </c:pt>
                <c:pt idx="8208">
                  <c:v>91.888999999999996</c:v>
                </c:pt>
                <c:pt idx="8209">
                  <c:v>92.224999999999994</c:v>
                </c:pt>
                <c:pt idx="8210">
                  <c:v>91.899000000000001</c:v>
                </c:pt>
                <c:pt idx="8211">
                  <c:v>91.756</c:v>
                </c:pt>
                <c:pt idx="8212">
                  <c:v>91.802000000000007</c:v>
                </c:pt>
                <c:pt idx="8213">
                  <c:v>91.813999999999993</c:v>
                </c:pt>
                <c:pt idx="8214">
                  <c:v>91.850999999999999</c:v>
                </c:pt>
                <c:pt idx="8215">
                  <c:v>91.887</c:v>
                </c:pt>
                <c:pt idx="8216">
                  <c:v>92.049000000000007</c:v>
                </c:pt>
                <c:pt idx="8217">
                  <c:v>92.436000000000007</c:v>
                </c:pt>
                <c:pt idx="8218">
                  <c:v>92.596999999999994</c:v>
                </c:pt>
                <c:pt idx="8219">
                  <c:v>92.225999999999999</c:v>
                </c:pt>
                <c:pt idx="8220">
                  <c:v>92.212000000000003</c:v>
                </c:pt>
                <c:pt idx="8221">
                  <c:v>92.546000000000006</c:v>
                </c:pt>
                <c:pt idx="8222">
                  <c:v>92.644000000000005</c:v>
                </c:pt>
                <c:pt idx="8223">
                  <c:v>92.417000000000002</c:v>
                </c:pt>
                <c:pt idx="8224">
                  <c:v>92.13</c:v>
                </c:pt>
                <c:pt idx="8225">
                  <c:v>92.260999999999996</c:v>
                </c:pt>
                <c:pt idx="8226">
                  <c:v>92.751999999999995</c:v>
                </c:pt>
                <c:pt idx="8227">
                  <c:v>92.41</c:v>
                </c:pt>
                <c:pt idx="8228">
                  <c:v>92.623999999999995</c:v>
                </c:pt>
                <c:pt idx="8229">
                  <c:v>92.686999999999998</c:v>
                </c:pt>
                <c:pt idx="8230">
                  <c:v>92.891000000000005</c:v>
                </c:pt>
                <c:pt idx="8231">
                  <c:v>92.972999999999999</c:v>
                </c:pt>
                <c:pt idx="8232">
                  <c:v>92.754000000000005</c:v>
                </c:pt>
                <c:pt idx="8233">
                  <c:v>92.822000000000003</c:v>
                </c:pt>
                <c:pt idx="8234">
                  <c:v>92.912000000000006</c:v>
                </c:pt>
                <c:pt idx="8235">
                  <c:v>92.649000000000001</c:v>
                </c:pt>
                <c:pt idx="8236">
                  <c:v>92.432000000000002</c:v>
                </c:pt>
                <c:pt idx="8237">
                  <c:v>92.322000000000003</c:v>
                </c:pt>
                <c:pt idx="8238">
                  <c:v>91.864000000000004</c:v>
                </c:pt>
                <c:pt idx="8239">
                  <c:v>92.174000000000007</c:v>
                </c:pt>
                <c:pt idx="8240">
                  <c:v>92.048000000000002</c:v>
                </c:pt>
                <c:pt idx="8241">
                  <c:v>92.081000000000003</c:v>
                </c:pt>
                <c:pt idx="8242">
                  <c:v>92.27</c:v>
                </c:pt>
                <c:pt idx="8243">
                  <c:v>92.244</c:v>
                </c:pt>
                <c:pt idx="8244">
                  <c:v>92.8</c:v>
                </c:pt>
                <c:pt idx="8245">
                  <c:v>92.944999999999993</c:v>
                </c:pt>
                <c:pt idx="8246">
                  <c:v>93.055000000000007</c:v>
                </c:pt>
                <c:pt idx="8247">
                  <c:v>92.921999999999997</c:v>
                </c:pt>
                <c:pt idx="8248">
                  <c:v>93.034999999999997</c:v>
                </c:pt>
                <c:pt idx="8249">
                  <c:v>92.518000000000001</c:v>
                </c:pt>
                <c:pt idx="8250">
                  <c:v>92.628</c:v>
                </c:pt>
                <c:pt idx="8251">
                  <c:v>93.13</c:v>
                </c:pt>
                <c:pt idx="8252">
                  <c:v>93.135999999999996</c:v>
                </c:pt>
                <c:pt idx="8253">
                  <c:v>93.567999999999998</c:v>
                </c:pt>
                <c:pt idx="8254">
                  <c:v>93.495999999999995</c:v>
                </c:pt>
                <c:pt idx="8255">
                  <c:v>92.957999999999998</c:v>
                </c:pt>
                <c:pt idx="8256">
                  <c:v>92.893000000000001</c:v>
                </c:pt>
                <c:pt idx="8257">
                  <c:v>92.825000000000003</c:v>
                </c:pt>
                <c:pt idx="8258">
                  <c:v>93.061999999999998</c:v>
                </c:pt>
                <c:pt idx="8259">
                  <c:v>92.686000000000007</c:v>
                </c:pt>
                <c:pt idx="8260">
                  <c:v>92.653000000000006</c:v>
                </c:pt>
                <c:pt idx="8261">
                  <c:v>92.626000000000005</c:v>
                </c:pt>
                <c:pt idx="8262">
                  <c:v>92.448999999999998</c:v>
                </c:pt>
                <c:pt idx="8263">
                  <c:v>92.224999999999994</c:v>
                </c:pt>
                <c:pt idx="8264">
                  <c:v>92.034999999999997</c:v>
                </c:pt>
                <c:pt idx="8265">
                  <c:v>92.034999999999997</c:v>
                </c:pt>
                <c:pt idx="8266">
                  <c:v>92.512</c:v>
                </c:pt>
                <c:pt idx="8267">
                  <c:v>92.653000000000006</c:v>
                </c:pt>
                <c:pt idx="8268">
                  <c:v>92.478999999999999</c:v>
                </c:pt>
                <c:pt idx="8269">
                  <c:v>92.581999999999994</c:v>
                </c:pt>
                <c:pt idx="8270">
                  <c:v>92.674999999999997</c:v>
                </c:pt>
                <c:pt idx="8271">
                  <c:v>92.623000000000005</c:v>
                </c:pt>
                <c:pt idx="8272">
                  <c:v>92.548000000000002</c:v>
                </c:pt>
                <c:pt idx="8273">
                  <c:v>92.932000000000002</c:v>
                </c:pt>
                <c:pt idx="8274">
                  <c:v>93.194999999999993</c:v>
                </c:pt>
                <c:pt idx="8275">
                  <c:v>93.275999999999996</c:v>
                </c:pt>
                <c:pt idx="8276">
                  <c:v>93.203999999999994</c:v>
                </c:pt>
                <c:pt idx="8277">
                  <c:v>93.462000000000003</c:v>
                </c:pt>
                <c:pt idx="8278">
                  <c:v>93.084999999999994</c:v>
                </c:pt>
                <c:pt idx="8279">
                  <c:v>93.326999999999998</c:v>
                </c:pt>
                <c:pt idx="8280">
                  <c:v>93.382999999999996</c:v>
                </c:pt>
                <c:pt idx="8281">
                  <c:v>93.766000000000005</c:v>
                </c:pt>
                <c:pt idx="8282">
                  <c:v>94.337999999999994</c:v>
                </c:pt>
                <c:pt idx="8283">
                  <c:v>94.23</c:v>
                </c:pt>
                <c:pt idx="8284">
                  <c:v>94.034999999999997</c:v>
                </c:pt>
                <c:pt idx="8285">
                  <c:v>93.775999999999996</c:v>
                </c:pt>
                <c:pt idx="8286">
                  <c:v>93.974999999999994</c:v>
                </c:pt>
                <c:pt idx="8287">
                  <c:v>94.266000000000005</c:v>
                </c:pt>
                <c:pt idx="8288">
                  <c:v>94.216999999999999</c:v>
                </c:pt>
                <c:pt idx="8289">
                  <c:v>94.066999999999993</c:v>
                </c:pt>
                <c:pt idx="8290">
                  <c:v>94.316000000000003</c:v>
                </c:pt>
                <c:pt idx="8291">
                  <c:v>94.516000000000005</c:v>
                </c:pt>
                <c:pt idx="8292">
                  <c:v>94.08</c:v>
                </c:pt>
                <c:pt idx="8293">
                  <c:v>93.956000000000003</c:v>
                </c:pt>
                <c:pt idx="8294">
                  <c:v>93.936999999999998</c:v>
                </c:pt>
                <c:pt idx="8295">
                  <c:v>93.953000000000003</c:v>
                </c:pt>
                <c:pt idx="8296">
                  <c:v>93.733999999999995</c:v>
                </c:pt>
                <c:pt idx="8297">
                  <c:v>93.558000000000007</c:v>
                </c:pt>
                <c:pt idx="8298">
                  <c:v>93.77</c:v>
                </c:pt>
                <c:pt idx="8299">
                  <c:v>93.641999999999996</c:v>
                </c:pt>
                <c:pt idx="8300">
                  <c:v>93.813000000000002</c:v>
                </c:pt>
                <c:pt idx="8301">
                  <c:v>93.948999999999998</c:v>
                </c:pt>
                <c:pt idx="8302">
                  <c:v>93.802000000000007</c:v>
                </c:pt>
                <c:pt idx="8303">
                  <c:v>93.344999999999999</c:v>
                </c:pt>
                <c:pt idx="8304">
                  <c:v>94.123000000000005</c:v>
                </c:pt>
                <c:pt idx="8305">
                  <c:v>93.879000000000005</c:v>
                </c:pt>
                <c:pt idx="8306">
                  <c:v>94.09</c:v>
                </c:pt>
                <c:pt idx="8307">
                  <c:v>93.864000000000004</c:v>
                </c:pt>
                <c:pt idx="8308">
                  <c:v>94.346999999999994</c:v>
                </c:pt>
                <c:pt idx="8309">
                  <c:v>94.32</c:v>
                </c:pt>
                <c:pt idx="8310">
                  <c:v>94.049000000000007</c:v>
                </c:pt>
                <c:pt idx="8311">
                  <c:v>93.954999999999998</c:v>
                </c:pt>
                <c:pt idx="8312">
                  <c:v>94.85</c:v>
                </c:pt>
                <c:pt idx="8313">
                  <c:v>95.177999999999997</c:v>
                </c:pt>
                <c:pt idx="8314">
                  <c:v>95.128</c:v>
                </c:pt>
                <c:pt idx="8315">
                  <c:v>95.406999999999996</c:v>
                </c:pt>
                <c:pt idx="8316">
                  <c:v>95.915000000000006</c:v>
                </c:pt>
                <c:pt idx="8317">
                  <c:v>95.828000000000003</c:v>
                </c:pt>
                <c:pt idx="8318">
                  <c:v>95.543999999999997</c:v>
                </c:pt>
                <c:pt idx="8319">
                  <c:v>96.031000000000006</c:v>
                </c:pt>
                <c:pt idx="8320">
                  <c:v>96.548000000000002</c:v>
                </c:pt>
                <c:pt idx="8321">
                  <c:v>96.491</c:v>
                </c:pt>
                <c:pt idx="8322">
                  <c:v>96.875</c:v>
                </c:pt>
                <c:pt idx="8323">
                  <c:v>96.774000000000001</c:v>
                </c:pt>
                <c:pt idx="8324">
                  <c:v>96.088999999999999</c:v>
                </c:pt>
                <c:pt idx="8325">
                  <c:v>96.340999999999994</c:v>
                </c:pt>
                <c:pt idx="8326">
                  <c:v>95.994</c:v>
                </c:pt>
                <c:pt idx="8327">
                  <c:v>96.028000000000006</c:v>
                </c:pt>
                <c:pt idx="8328">
                  <c:v>96.156000000000006</c:v>
                </c:pt>
                <c:pt idx="8329">
                  <c:v>96.117000000000004</c:v>
                </c:pt>
                <c:pt idx="8330">
                  <c:v>96.328000000000003</c:v>
                </c:pt>
                <c:pt idx="8331">
                  <c:v>96.369</c:v>
                </c:pt>
                <c:pt idx="8332">
                  <c:v>95.894000000000005</c:v>
                </c:pt>
                <c:pt idx="8333">
                  <c:v>96.271000000000001</c:v>
                </c:pt>
                <c:pt idx="8334">
                  <c:v>96.096999999999994</c:v>
                </c:pt>
                <c:pt idx="8335">
                  <c:v>96.316999999999993</c:v>
                </c:pt>
                <c:pt idx="8336">
                  <c:v>96.570999999999998</c:v>
                </c:pt>
                <c:pt idx="8337">
                  <c:v>96.510999999999996</c:v>
                </c:pt>
                <c:pt idx="8338">
                  <c:v>96.042000000000002</c:v>
                </c:pt>
                <c:pt idx="8339">
                  <c:v>96.564999999999998</c:v>
                </c:pt>
                <c:pt idx="8340">
                  <c:v>96.551000000000002</c:v>
                </c:pt>
                <c:pt idx="8341">
                  <c:v>96.491</c:v>
                </c:pt>
                <c:pt idx="8342">
                  <c:v>96.075999999999993</c:v>
                </c:pt>
                <c:pt idx="8343">
                  <c:v>96.019000000000005</c:v>
                </c:pt>
                <c:pt idx="8344">
                  <c:v>96.019000000000005</c:v>
                </c:pt>
                <c:pt idx="8345">
                  <c:v>96.093000000000004</c:v>
                </c:pt>
                <c:pt idx="8346">
                  <c:v>96.201999999999998</c:v>
                </c:pt>
                <c:pt idx="8347">
                  <c:v>95.929000000000002</c:v>
                </c:pt>
                <c:pt idx="8348">
                  <c:v>95.968000000000004</c:v>
                </c:pt>
                <c:pt idx="8349">
                  <c:v>95.67</c:v>
                </c:pt>
                <c:pt idx="8350">
                  <c:v>96.212999999999994</c:v>
                </c:pt>
                <c:pt idx="8351">
                  <c:v>96.262</c:v>
                </c:pt>
                <c:pt idx="8352">
                  <c:v>96.171000000000006</c:v>
                </c:pt>
                <c:pt idx="8353">
                  <c:v>96.32</c:v>
                </c:pt>
                <c:pt idx="8354">
                  <c:v>95.718999999999994</c:v>
                </c:pt>
                <c:pt idx="8355">
                  <c:v>95.991</c:v>
                </c:pt>
                <c:pt idx="8356">
                  <c:v>95.623999999999995</c:v>
                </c:pt>
                <c:pt idx="8357">
                  <c:v>94.915000000000006</c:v>
                </c:pt>
                <c:pt idx="8358">
                  <c:v>94.79</c:v>
                </c:pt>
                <c:pt idx="8359">
                  <c:v>95.165000000000006</c:v>
                </c:pt>
                <c:pt idx="8360">
                  <c:v>95.257999999999996</c:v>
                </c:pt>
                <c:pt idx="8361">
                  <c:v>95.731999999999999</c:v>
                </c:pt>
                <c:pt idx="8362">
                  <c:v>95.51</c:v>
                </c:pt>
                <c:pt idx="8363">
                  <c:v>95.734999999999999</c:v>
                </c:pt>
                <c:pt idx="8364">
                  <c:v>95.641999999999996</c:v>
                </c:pt>
                <c:pt idx="8365">
                  <c:v>95.918000000000006</c:v>
                </c:pt>
                <c:pt idx="8366">
                  <c:v>95.947999999999993</c:v>
                </c:pt>
                <c:pt idx="8367">
                  <c:v>96.477999999999994</c:v>
                </c:pt>
                <c:pt idx="8368">
                  <c:v>97.254999999999995</c:v>
                </c:pt>
                <c:pt idx="8369">
                  <c:v>97.27</c:v>
                </c:pt>
                <c:pt idx="8370">
                  <c:v>96.54</c:v>
                </c:pt>
                <c:pt idx="8371">
                  <c:v>96.385000000000005</c:v>
                </c:pt>
                <c:pt idx="8372">
                  <c:v>95.936000000000007</c:v>
                </c:pt>
                <c:pt idx="8373">
                  <c:v>95.379000000000005</c:v>
                </c:pt>
                <c:pt idx="8374">
                  <c:v>95.484999999999999</c:v>
                </c:pt>
                <c:pt idx="8375">
                  <c:v>95.399000000000001</c:v>
                </c:pt>
                <c:pt idx="8376">
                  <c:v>95.643000000000001</c:v>
                </c:pt>
                <c:pt idx="8377">
                  <c:v>95.494</c:v>
                </c:pt>
                <c:pt idx="8378">
                  <c:v>95.552999999999997</c:v>
                </c:pt>
                <c:pt idx="8379">
                  <c:v>96.081999999999994</c:v>
                </c:pt>
                <c:pt idx="8380">
                  <c:v>96.373999999999995</c:v>
                </c:pt>
                <c:pt idx="8381">
                  <c:v>95.989000000000004</c:v>
                </c:pt>
                <c:pt idx="8382">
                  <c:v>95.700999999999993</c:v>
                </c:pt>
                <c:pt idx="8383">
                  <c:v>95.8</c:v>
                </c:pt>
                <c:pt idx="8384">
                  <c:v>96.043000000000006</c:v>
                </c:pt>
                <c:pt idx="8385">
                  <c:v>96.078000000000003</c:v>
                </c:pt>
                <c:pt idx="8386">
                  <c:v>96.025000000000006</c:v>
                </c:pt>
                <c:pt idx="8387">
                  <c:v>96.19</c:v>
                </c:pt>
                <c:pt idx="8388">
                  <c:v>97.137</c:v>
                </c:pt>
                <c:pt idx="8389">
                  <c:v>96.614999999999995</c:v>
                </c:pt>
                <c:pt idx="8390">
                  <c:v>96.706999999999994</c:v>
                </c:pt>
                <c:pt idx="8391">
                  <c:v>97.409000000000006</c:v>
                </c:pt>
                <c:pt idx="8392">
                  <c:v>97.385000000000005</c:v>
                </c:pt>
                <c:pt idx="8393">
                  <c:v>97.784999999999997</c:v>
                </c:pt>
                <c:pt idx="8394">
                  <c:v>98.647999999999996</c:v>
                </c:pt>
                <c:pt idx="8395">
                  <c:v>99.293000000000006</c:v>
                </c:pt>
                <c:pt idx="8396">
                  <c:v>99.061999999999998</c:v>
                </c:pt>
                <c:pt idx="8397">
                  <c:v>97.968000000000004</c:v>
                </c:pt>
                <c:pt idx="8398">
                  <c:v>98.507000000000005</c:v>
                </c:pt>
                <c:pt idx="8399">
                  <c:v>99.123999999999995</c:v>
                </c:pt>
                <c:pt idx="8400">
                  <c:v>98.998999999999995</c:v>
                </c:pt>
                <c:pt idx="8401">
                  <c:v>99.096999999999994</c:v>
                </c:pt>
                <c:pt idx="8402">
                  <c:v>98.617999999999995</c:v>
                </c:pt>
                <c:pt idx="8403">
                  <c:v>97.974000000000004</c:v>
                </c:pt>
                <c:pt idx="8404">
                  <c:v>98.233000000000004</c:v>
                </c:pt>
                <c:pt idx="8405">
                  <c:v>98.498000000000005</c:v>
                </c:pt>
                <c:pt idx="8406">
                  <c:v>98.492999999999995</c:v>
                </c:pt>
                <c:pt idx="8407">
                  <c:v>98.622</c:v>
                </c:pt>
                <c:pt idx="8408">
                  <c:v>98.789000000000001</c:v>
                </c:pt>
                <c:pt idx="8409">
                  <c:v>98.789000000000001</c:v>
                </c:pt>
                <c:pt idx="8410">
                  <c:v>99.090999999999994</c:v>
                </c:pt>
                <c:pt idx="8411">
                  <c:v>98.403999999999996</c:v>
                </c:pt>
                <c:pt idx="8412">
                  <c:v>97.792000000000002</c:v>
                </c:pt>
                <c:pt idx="8413">
                  <c:v>98.311999999999998</c:v>
                </c:pt>
                <c:pt idx="8414">
                  <c:v>98.632000000000005</c:v>
                </c:pt>
                <c:pt idx="8415">
                  <c:v>99</c:v>
                </c:pt>
                <c:pt idx="8416">
                  <c:v>99.471999999999994</c:v>
                </c:pt>
                <c:pt idx="8417">
                  <c:v>99.599000000000004</c:v>
                </c:pt>
                <c:pt idx="8418">
                  <c:v>99.751000000000005</c:v>
                </c:pt>
                <c:pt idx="8419">
                  <c:v>99.796000000000006</c:v>
                </c:pt>
                <c:pt idx="8420">
                  <c:v>99.932000000000002</c:v>
                </c:pt>
                <c:pt idx="8421">
                  <c:v>100.292</c:v>
                </c:pt>
                <c:pt idx="8422">
                  <c:v>99.875</c:v>
                </c:pt>
                <c:pt idx="8423">
                  <c:v>100.321</c:v>
                </c:pt>
                <c:pt idx="8424">
                  <c:v>100.5</c:v>
                </c:pt>
                <c:pt idx="8425">
                  <c:v>100.78100000000001</c:v>
                </c:pt>
                <c:pt idx="8426">
                  <c:v>100.961</c:v>
                </c:pt>
                <c:pt idx="8427">
                  <c:v>100.39</c:v>
                </c:pt>
                <c:pt idx="8428">
                  <c:v>100.578</c:v>
                </c:pt>
                <c:pt idx="8429">
                  <c:v>101.22</c:v>
                </c:pt>
                <c:pt idx="8430">
                  <c:v>101.752</c:v>
                </c:pt>
                <c:pt idx="8431">
                  <c:v>102.303</c:v>
                </c:pt>
                <c:pt idx="8432">
                  <c:v>102.95399999999999</c:v>
                </c:pt>
                <c:pt idx="8433">
                  <c:v>103.623</c:v>
                </c:pt>
                <c:pt idx="8434">
                  <c:v>102.959</c:v>
                </c:pt>
                <c:pt idx="8435">
                  <c:v>103.744</c:v>
                </c:pt>
                <c:pt idx="8436">
                  <c:v>103.465</c:v>
                </c:pt>
                <c:pt idx="8437">
                  <c:v>102.587</c:v>
                </c:pt>
                <c:pt idx="8438">
                  <c:v>103.752</c:v>
                </c:pt>
                <c:pt idx="8439">
                  <c:v>103.66</c:v>
                </c:pt>
                <c:pt idx="8440">
                  <c:v>103.651</c:v>
                </c:pt>
                <c:pt idx="8441">
                  <c:v>103.92</c:v>
                </c:pt>
                <c:pt idx="8442">
                  <c:v>103.846</c:v>
                </c:pt>
                <c:pt idx="8443">
                  <c:v>104.851</c:v>
                </c:pt>
                <c:pt idx="8444">
                  <c:v>104.563</c:v>
                </c:pt>
                <c:pt idx="8445">
                  <c:v>104.187</c:v>
                </c:pt>
                <c:pt idx="8446">
                  <c:v>103.36</c:v>
                </c:pt>
                <c:pt idx="8447">
                  <c:v>103.81</c:v>
                </c:pt>
                <c:pt idx="8448">
                  <c:v>102.724</c:v>
                </c:pt>
                <c:pt idx="8449">
                  <c:v>103.15</c:v>
                </c:pt>
                <c:pt idx="8450">
                  <c:v>102.07599999999999</c:v>
                </c:pt>
                <c:pt idx="8451">
                  <c:v>101.857</c:v>
                </c:pt>
                <c:pt idx="8452">
                  <c:v>102.056</c:v>
                </c:pt>
                <c:pt idx="8453">
                  <c:v>101.82899999999999</c:v>
                </c:pt>
                <c:pt idx="8454">
                  <c:v>101.66800000000001</c:v>
                </c:pt>
                <c:pt idx="8455">
                  <c:v>101.66800000000001</c:v>
                </c:pt>
                <c:pt idx="8456">
                  <c:v>101.752</c:v>
                </c:pt>
                <c:pt idx="8457">
                  <c:v>102.498</c:v>
                </c:pt>
                <c:pt idx="8458">
                  <c:v>101.824</c:v>
                </c:pt>
                <c:pt idx="8459">
                  <c:v>102.14</c:v>
                </c:pt>
                <c:pt idx="8460">
                  <c:v>102.437</c:v>
                </c:pt>
                <c:pt idx="8461">
                  <c:v>102.318</c:v>
                </c:pt>
                <c:pt idx="8462">
                  <c:v>102.542</c:v>
                </c:pt>
                <c:pt idx="8463">
                  <c:v>103.223</c:v>
                </c:pt>
                <c:pt idx="8464">
                  <c:v>104.148</c:v>
                </c:pt>
                <c:pt idx="8465">
                  <c:v>105.078</c:v>
                </c:pt>
                <c:pt idx="8466">
                  <c:v>105.518</c:v>
                </c:pt>
                <c:pt idx="8467">
                  <c:v>105.158</c:v>
                </c:pt>
                <c:pt idx="8468">
                  <c:v>103.631</c:v>
                </c:pt>
                <c:pt idx="8469">
                  <c:v>104.7</c:v>
                </c:pt>
                <c:pt idx="8470">
                  <c:v>104.7</c:v>
                </c:pt>
                <c:pt idx="8471">
                  <c:v>104.435</c:v>
                </c:pt>
                <c:pt idx="8472">
                  <c:v>104.197</c:v>
                </c:pt>
                <c:pt idx="8473">
                  <c:v>104.431</c:v>
                </c:pt>
                <c:pt idx="8474">
                  <c:v>104.185</c:v>
                </c:pt>
                <c:pt idx="8475">
                  <c:v>103.93899999999999</c:v>
                </c:pt>
                <c:pt idx="8476">
                  <c:v>104.506</c:v>
                </c:pt>
                <c:pt idx="8477">
                  <c:v>105.10599999999999</c:v>
                </c:pt>
                <c:pt idx="8478">
                  <c:v>104.685</c:v>
                </c:pt>
                <c:pt idx="8479">
                  <c:v>105.13800000000001</c:v>
                </c:pt>
                <c:pt idx="8480">
                  <c:v>105.13800000000001</c:v>
                </c:pt>
                <c:pt idx="8481">
                  <c:v>106.535</c:v>
                </c:pt>
                <c:pt idx="8482">
                  <c:v>107.096</c:v>
                </c:pt>
                <c:pt idx="8483">
                  <c:v>107.13</c:v>
                </c:pt>
                <c:pt idx="8484">
                  <c:v>107.00700000000001</c:v>
                </c:pt>
                <c:pt idx="8485">
                  <c:v>108.021</c:v>
                </c:pt>
                <c:pt idx="8486">
                  <c:v>108.072</c:v>
                </c:pt>
                <c:pt idx="8487">
                  <c:v>107.95699999999999</c:v>
                </c:pt>
                <c:pt idx="8488">
                  <c:v>108.544</c:v>
                </c:pt>
                <c:pt idx="8489">
                  <c:v>108.063</c:v>
                </c:pt>
                <c:pt idx="8490">
                  <c:v>107.366</c:v>
                </c:pt>
                <c:pt idx="8491">
                  <c:v>106.682</c:v>
                </c:pt>
                <c:pt idx="8492">
                  <c:v>107.07599999999999</c:v>
                </c:pt>
                <c:pt idx="8493">
                  <c:v>106.91</c:v>
                </c:pt>
                <c:pt idx="8494">
                  <c:v>106.73</c:v>
                </c:pt>
                <c:pt idx="8495">
                  <c:v>106.483</c:v>
                </c:pt>
                <c:pt idx="8496">
                  <c:v>107.18899999999999</c:v>
                </c:pt>
                <c:pt idx="8497">
                  <c:v>106.452</c:v>
                </c:pt>
                <c:pt idx="8498">
                  <c:v>106.351</c:v>
                </c:pt>
                <c:pt idx="8499">
                  <c:v>105.90300000000001</c:v>
                </c:pt>
                <c:pt idx="8500">
                  <c:v>105.45</c:v>
                </c:pt>
                <c:pt idx="8501">
                  <c:v>106.241</c:v>
                </c:pt>
                <c:pt idx="8502">
                  <c:v>106.506</c:v>
                </c:pt>
                <c:pt idx="8503">
                  <c:v>105.693</c:v>
                </c:pt>
                <c:pt idx="8504">
                  <c:v>106.621</c:v>
                </c:pt>
                <c:pt idx="8505">
                  <c:v>106.435</c:v>
                </c:pt>
                <c:pt idx="8506">
                  <c:v>106.374</c:v>
                </c:pt>
                <c:pt idx="8507">
                  <c:v>105.196</c:v>
                </c:pt>
                <c:pt idx="8508">
                  <c:v>105.09</c:v>
                </c:pt>
                <c:pt idx="8509">
                  <c:v>105.631</c:v>
                </c:pt>
                <c:pt idx="8510">
                  <c:v>106.54600000000001</c:v>
                </c:pt>
                <c:pt idx="8511">
                  <c:v>106.5</c:v>
                </c:pt>
                <c:pt idx="8512">
                  <c:v>106.574</c:v>
                </c:pt>
                <c:pt idx="8513">
                  <c:v>107.48399999999999</c:v>
                </c:pt>
                <c:pt idx="8514">
                  <c:v>108.169</c:v>
                </c:pt>
                <c:pt idx="8515">
                  <c:v>109.04600000000001</c:v>
                </c:pt>
                <c:pt idx="8516">
                  <c:v>108.624</c:v>
                </c:pt>
                <c:pt idx="8517">
                  <c:v>108.67700000000001</c:v>
                </c:pt>
                <c:pt idx="8518">
                  <c:v>108.47</c:v>
                </c:pt>
                <c:pt idx="8519">
                  <c:v>108.803</c:v>
                </c:pt>
                <c:pt idx="8520">
                  <c:v>108.83499999999999</c:v>
                </c:pt>
                <c:pt idx="8521">
                  <c:v>108.773</c:v>
                </c:pt>
                <c:pt idx="8522">
                  <c:v>108.7</c:v>
                </c:pt>
                <c:pt idx="8523">
                  <c:v>109.691</c:v>
                </c:pt>
                <c:pt idx="8524">
                  <c:v>109.53400000000001</c:v>
                </c:pt>
                <c:pt idx="8525">
                  <c:v>109.53400000000001</c:v>
                </c:pt>
                <c:pt idx="8526">
                  <c:v>110.214</c:v>
                </c:pt>
                <c:pt idx="8527">
                  <c:v>109.84</c:v>
                </c:pt>
                <c:pt idx="8528">
                  <c:v>109.70699999999999</c:v>
                </c:pt>
                <c:pt idx="8529">
                  <c:v>109.003</c:v>
                </c:pt>
                <c:pt idx="8530">
                  <c:v>108.33</c:v>
                </c:pt>
                <c:pt idx="8531">
                  <c:v>109.815</c:v>
                </c:pt>
                <c:pt idx="8532">
                  <c:v>109.658</c:v>
                </c:pt>
                <c:pt idx="8533">
                  <c:v>109.739</c:v>
                </c:pt>
                <c:pt idx="8534">
                  <c:v>109.764</c:v>
                </c:pt>
                <c:pt idx="8535">
                  <c:v>109.73699999999999</c:v>
                </c:pt>
                <c:pt idx="8536">
                  <c:v>110.215</c:v>
                </c:pt>
                <c:pt idx="8537">
                  <c:v>110.642</c:v>
                </c:pt>
                <c:pt idx="8538">
                  <c:v>111.35299999999999</c:v>
                </c:pt>
                <c:pt idx="8539">
                  <c:v>113.19199999999999</c:v>
                </c:pt>
                <c:pt idx="8540">
                  <c:v>114.10299999999999</c:v>
                </c:pt>
                <c:pt idx="8541">
                  <c:v>114.10599999999999</c:v>
                </c:pt>
                <c:pt idx="8542">
                  <c:v>112.604</c:v>
                </c:pt>
                <c:pt idx="8543">
                  <c:v>112.254</c:v>
                </c:pt>
                <c:pt idx="8544">
                  <c:v>112.117</c:v>
                </c:pt>
                <c:pt idx="8545">
                  <c:v>111.745</c:v>
                </c:pt>
                <c:pt idx="8546">
                  <c:v>110.065</c:v>
                </c:pt>
                <c:pt idx="8547">
                  <c:v>111.208</c:v>
                </c:pt>
                <c:pt idx="8548">
                  <c:v>112.258</c:v>
                </c:pt>
                <c:pt idx="8549">
                  <c:v>112.795</c:v>
                </c:pt>
                <c:pt idx="8550">
                  <c:v>113.14400000000001</c:v>
                </c:pt>
                <c:pt idx="8551">
                  <c:v>113.221</c:v>
                </c:pt>
                <c:pt idx="8552">
                  <c:v>113.32</c:v>
                </c:pt>
                <c:pt idx="8553">
                  <c:v>112.363</c:v>
                </c:pt>
                <c:pt idx="8554">
                  <c:v>113.31100000000001</c:v>
                </c:pt>
                <c:pt idx="8555">
                  <c:v>112.039</c:v>
                </c:pt>
                <c:pt idx="8556">
                  <c:v>112.13</c:v>
                </c:pt>
                <c:pt idx="8557">
                  <c:v>112.98399999999999</c:v>
                </c:pt>
                <c:pt idx="8558">
                  <c:v>112.881</c:v>
                </c:pt>
                <c:pt idx="8559">
                  <c:v>112.012</c:v>
                </c:pt>
                <c:pt idx="8560">
                  <c:v>111.989</c:v>
                </c:pt>
                <c:pt idx="8561">
                  <c:v>110.95</c:v>
                </c:pt>
                <c:pt idx="8562">
                  <c:v>109.7</c:v>
                </c:pt>
                <c:pt idx="8563">
                  <c:v>110.587</c:v>
                </c:pt>
                <c:pt idx="8564">
                  <c:v>110.752</c:v>
                </c:pt>
                <c:pt idx="8565">
                  <c:v>111.527</c:v>
                </c:pt>
                <c:pt idx="8566">
                  <c:v>111.48099999999999</c:v>
                </c:pt>
                <c:pt idx="8567">
                  <c:v>111.345</c:v>
                </c:pt>
                <c:pt idx="8568">
                  <c:v>112.93</c:v>
                </c:pt>
                <c:pt idx="8569">
                  <c:v>110.877</c:v>
                </c:pt>
                <c:pt idx="8570">
                  <c:v>110.12</c:v>
                </c:pt>
                <c:pt idx="8571">
                  <c:v>109.636</c:v>
                </c:pt>
                <c:pt idx="8572">
                  <c:v>110.54900000000001</c:v>
                </c:pt>
                <c:pt idx="8573">
                  <c:v>108.206</c:v>
                </c:pt>
                <c:pt idx="8574">
                  <c:v>106.292</c:v>
                </c:pt>
                <c:pt idx="8575">
                  <c:v>106.66</c:v>
                </c:pt>
                <c:pt idx="8576">
                  <c:v>106.404</c:v>
                </c:pt>
                <c:pt idx="8577">
                  <c:v>106.28100000000001</c:v>
                </c:pt>
                <c:pt idx="8578">
                  <c:v>106.694</c:v>
                </c:pt>
                <c:pt idx="8579">
                  <c:v>106.93</c:v>
                </c:pt>
                <c:pt idx="8580">
                  <c:v>107.83499999999999</c:v>
                </c:pt>
                <c:pt idx="8581">
                  <c:v>107.22199999999999</c:v>
                </c:pt>
                <c:pt idx="8582">
                  <c:v>106.07599999999999</c:v>
                </c:pt>
                <c:pt idx="8583">
                  <c:v>106.07599999999999</c:v>
                </c:pt>
                <c:pt idx="8584">
                  <c:v>105.959</c:v>
                </c:pt>
                <c:pt idx="8585">
                  <c:v>106.681</c:v>
                </c:pt>
                <c:pt idx="8586">
                  <c:v>106.822</c:v>
                </c:pt>
                <c:pt idx="8587">
                  <c:v>105.95</c:v>
                </c:pt>
                <c:pt idx="8588">
                  <c:v>104.72799999999999</c:v>
                </c:pt>
                <c:pt idx="8589">
                  <c:v>104.545</c:v>
                </c:pt>
                <c:pt idx="8590">
                  <c:v>105.289</c:v>
                </c:pt>
                <c:pt idx="8591">
                  <c:v>105.578</c:v>
                </c:pt>
                <c:pt idx="8592">
                  <c:v>105.1</c:v>
                </c:pt>
                <c:pt idx="8593">
                  <c:v>104.774</c:v>
                </c:pt>
                <c:pt idx="8594">
                  <c:v>104.81</c:v>
                </c:pt>
                <c:pt idx="8595">
                  <c:v>105.131</c:v>
                </c:pt>
                <c:pt idx="8596">
                  <c:v>103.98</c:v>
                </c:pt>
                <c:pt idx="8597">
                  <c:v>103.77</c:v>
                </c:pt>
                <c:pt idx="8598">
                  <c:v>104.55800000000001</c:v>
                </c:pt>
                <c:pt idx="8599">
                  <c:v>104.70099999999999</c:v>
                </c:pt>
                <c:pt idx="8600">
                  <c:v>104.721</c:v>
                </c:pt>
                <c:pt idx="8601">
                  <c:v>103.965</c:v>
                </c:pt>
                <c:pt idx="8602">
                  <c:v>104.16200000000001</c:v>
                </c:pt>
                <c:pt idx="8603">
                  <c:v>104.43300000000001</c:v>
                </c:pt>
                <c:pt idx="8604">
                  <c:v>104.31399999999999</c:v>
                </c:pt>
                <c:pt idx="8605">
                  <c:v>104.31399999999999</c:v>
                </c:pt>
                <c:pt idx="8606">
                  <c:v>104.179</c:v>
                </c:pt>
                <c:pt idx="8607">
                  <c:v>104.46299999999999</c:v>
                </c:pt>
                <c:pt idx="8608">
                  <c:v>103.836</c:v>
                </c:pt>
                <c:pt idx="8609">
                  <c:v>103.52200000000001</c:v>
                </c:pt>
                <c:pt idx="8610">
                  <c:v>103.52200000000001</c:v>
                </c:pt>
                <c:pt idx="8611">
                  <c:v>104.518</c:v>
                </c:pt>
                <c:pt idx="8612">
                  <c:v>104.248</c:v>
                </c:pt>
                <c:pt idx="8613">
                  <c:v>105.042</c:v>
                </c:pt>
                <c:pt idx="8614">
                  <c:v>103.879</c:v>
                </c:pt>
                <c:pt idx="8615">
                  <c:v>103.001</c:v>
                </c:pt>
                <c:pt idx="8616">
                  <c:v>103.236</c:v>
                </c:pt>
                <c:pt idx="8617">
                  <c:v>103.188</c:v>
                </c:pt>
                <c:pt idx="8618">
                  <c:v>102.246</c:v>
                </c:pt>
                <c:pt idx="8619">
                  <c:v>102.20399999999999</c:v>
                </c:pt>
                <c:pt idx="8620">
                  <c:v>102.20399999999999</c:v>
                </c:pt>
                <c:pt idx="8621">
                  <c:v>102.39</c:v>
                </c:pt>
                <c:pt idx="8622">
                  <c:v>102.363</c:v>
                </c:pt>
                <c:pt idx="8623">
                  <c:v>102.05800000000001</c:v>
                </c:pt>
                <c:pt idx="8624">
                  <c:v>102.012</c:v>
                </c:pt>
                <c:pt idx="8625">
                  <c:v>102.13800000000001</c:v>
                </c:pt>
                <c:pt idx="8626">
                  <c:v>101.91800000000001</c:v>
                </c:pt>
                <c:pt idx="8627">
                  <c:v>101.64100000000001</c:v>
                </c:pt>
                <c:pt idx="8628">
                  <c:v>101.839</c:v>
                </c:pt>
                <c:pt idx="8629">
                  <c:v>101.92700000000001</c:v>
                </c:pt>
                <c:pt idx="8630">
                  <c:v>102.276</c:v>
                </c:pt>
                <c:pt idx="8631">
                  <c:v>102.09699999999999</c:v>
                </c:pt>
                <c:pt idx="8632">
                  <c:v>101.217</c:v>
                </c:pt>
                <c:pt idx="8633">
                  <c:v>101.75</c:v>
                </c:pt>
                <c:pt idx="8634">
                  <c:v>102.91500000000001</c:v>
                </c:pt>
                <c:pt idx="8635">
                  <c:v>103.621</c:v>
                </c:pt>
                <c:pt idx="8636">
                  <c:v>103.42700000000001</c:v>
                </c:pt>
                <c:pt idx="8637">
                  <c:v>103.40900000000001</c:v>
                </c:pt>
                <c:pt idx="8638">
                  <c:v>103.221</c:v>
                </c:pt>
                <c:pt idx="8639">
                  <c:v>103.63</c:v>
                </c:pt>
                <c:pt idx="8640">
                  <c:v>103.345</c:v>
                </c:pt>
                <c:pt idx="8641">
                  <c:v>103.233</c:v>
                </c:pt>
                <c:pt idx="8642">
                  <c:v>103.923</c:v>
                </c:pt>
                <c:pt idx="8643">
                  <c:v>103.85599999999999</c:v>
                </c:pt>
                <c:pt idx="8644">
                  <c:v>103.86199999999999</c:v>
                </c:pt>
                <c:pt idx="8645">
                  <c:v>103.86199999999999</c:v>
                </c:pt>
                <c:pt idx="8646">
                  <c:v>104.176</c:v>
                </c:pt>
                <c:pt idx="8647">
                  <c:v>104.58499999999999</c:v>
                </c:pt>
                <c:pt idx="8648">
                  <c:v>104.598</c:v>
                </c:pt>
                <c:pt idx="8649">
                  <c:v>105.214</c:v>
                </c:pt>
                <c:pt idx="8650">
                  <c:v>104.673</c:v>
                </c:pt>
                <c:pt idx="8651">
                  <c:v>104.869</c:v>
                </c:pt>
                <c:pt idx="8652">
                  <c:v>104.483</c:v>
                </c:pt>
                <c:pt idx="8653">
                  <c:v>105.027</c:v>
                </c:pt>
                <c:pt idx="8654">
                  <c:v>104.521</c:v>
                </c:pt>
                <c:pt idx="8655">
                  <c:v>104.35</c:v>
                </c:pt>
                <c:pt idx="8656">
                  <c:v>105.61499999999999</c:v>
                </c:pt>
                <c:pt idx="8657">
                  <c:v>105.658</c:v>
                </c:pt>
                <c:pt idx="8658">
                  <c:v>105.309</c:v>
                </c:pt>
                <c:pt idx="8659">
                  <c:v>104.57599999999999</c:v>
                </c:pt>
                <c:pt idx="8660">
                  <c:v>103.595</c:v>
                </c:pt>
                <c:pt idx="8661">
                  <c:v>103.59699999999999</c:v>
                </c:pt>
                <c:pt idx="8662">
                  <c:v>104.646</c:v>
                </c:pt>
                <c:pt idx="8663">
                  <c:v>104.41800000000001</c:v>
                </c:pt>
                <c:pt idx="8664">
                  <c:v>103.708</c:v>
                </c:pt>
                <c:pt idx="8665">
                  <c:v>103.28100000000001</c:v>
                </c:pt>
                <c:pt idx="8666">
                  <c:v>103.256</c:v>
                </c:pt>
                <c:pt idx="8667">
                  <c:v>102.346</c:v>
                </c:pt>
                <c:pt idx="8668">
                  <c:v>102.532</c:v>
                </c:pt>
                <c:pt idx="8669">
                  <c:v>103.116</c:v>
                </c:pt>
                <c:pt idx="8670">
                  <c:v>102.857</c:v>
                </c:pt>
                <c:pt idx="8671">
                  <c:v>102.43</c:v>
                </c:pt>
                <c:pt idx="8672">
                  <c:v>102.64</c:v>
                </c:pt>
                <c:pt idx="8673">
                  <c:v>102.14400000000001</c:v>
                </c:pt>
                <c:pt idx="8674">
                  <c:v>102.506</c:v>
                </c:pt>
                <c:pt idx="8675">
                  <c:v>102.093</c:v>
                </c:pt>
                <c:pt idx="8676">
                  <c:v>101.586</c:v>
                </c:pt>
                <c:pt idx="8677">
                  <c:v>101.852</c:v>
                </c:pt>
                <c:pt idx="8678">
                  <c:v>101.822</c:v>
                </c:pt>
                <c:pt idx="8679">
                  <c:v>102.092</c:v>
                </c:pt>
                <c:pt idx="8680">
                  <c:v>102.578</c:v>
                </c:pt>
                <c:pt idx="8681">
                  <c:v>102.20399999999999</c:v>
                </c:pt>
                <c:pt idx="8682">
                  <c:v>101.5</c:v>
                </c:pt>
                <c:pt idx="8683">
                  <c:v>101.011</c:v>
                </c:pt>
                <c:pt idx="8684">
                  <c:v>101.55200000000001</c:v>
                </c:pt>
                <c:pt idx="8685">
                  <c:v>102.10299999999999</c:v>
                </c:pt>
                <c:pt idx="8686">
                  <c:v>101.745</c:v>
                </c:pt>
                <c:pt idx="8687">
                  <c:v>101.968</c:v>
                </c:pt>
                <c:pt idx="8688">
                  <c:v>101.84</c:v>
                </c:pt>
                <c:pt idx="8689">
                  <c:v>101.822</c:v>
                </c:pt>
                <c:pt idx="8690">
                  <c:v>101.348</c:v>
                </c:pt>
                <c:pt idx="8691">
                  <c:v>101.863</c:v>
                </c:pt>
                <c:pt idx="8692">
                  <c:v>101.467</c:v>
                </c:pt>
                <c:pt idx="8693">
                  <c:v>101.503</c:v>
                </c:pt>
                <c:pt idx="8694">
                  <c:v>101.65900000000001</c:v>
                </c:pt>
                <c:pt idx="8695">
                  <c:v>102.151</c:v>
                </c:pt>
                <c:pt idx="8696">
                  <c:v>101.958</c:v>
                </c:pt>
                <c:pt idx="8697">
                  <c:v>101.343</c:v>
                </c:pt>
                <c:pt idx="8698">
                  <c:v>101.399</c:v>
                </c:pt>
                <c:pt idx="8699">
                  <c:v>101.214</c:v>
                </c:pt>
                <c:pt idx="8700">
                  <c:v>101.377</c:v>
                </c:pt>
                <c:pt idx="8701">
                  <c:v>101.605</c:v>
                </c:pt>
                <c:pt idx="8702">
                  <c:v>101.477</c:v>
                </c:pt>
                <c:pt idx="8703">
                  <c:v>102.05800000000001</c:v>
                </c:pt>
                <c:pt idx="8704">
                  <c:v>102.681</c:v>
                </c:pt>
                <c:pt idx="8705">
                  <c:v>102.434</c:v>
                </c:pt>
                <c:pt idx="8706">
                  <c:v>102.56399999999999</c:v>
                </c:pt>
                <c:pt idx="8707">
                  <c:v>102.88200000000001</c:v>
                </c:pt>
                <c:pt idx="8708">
                  <c:v>103.584</c:v>
                </c:pt>
                <c:pt idx="8709">
                  <c:v>103.19799999999999</c:v>
                </c:pt>
                <c:pt idx="8710">
                  <c:v>103.19799999999999</c:v>
                </c:pt>
                <c:pt idx="8711">
                  <c:v>103.488</c:v>
                </c:pt>
                <c:pt idx="8712">
                  <c:v>103.887</c:v>
                </c:pt>
                <c:pt idx="8713">
                  <c:v>104.251</c:v>
                </c:pt>
                <c:pt idx="8714">
                  <c:v>104.206</c:v>
                </c:pt>
                <c:pt idx="8715">
                  <c:v>104.206</c:v>
                </c:pt>
                <c:pt idx="8716">
                  <c:v>104.16500000000001</c:v>
                </c:pt>
                <c:pt idx="8717">
                  <c:v>104.32599999999999</c:v>
                </c:pt>
                <c:pt idx="8718">
                  <c:v>103.56</c:v>
                </c:pt>
                <c:pt idx="8719">
                  <c:v>104.015</c:v>
                </c:pt>
                <c:pt idx="8720">
                  <c:v>104.002</c:v>
                </c:pt>
                <c:pt idx="8721">
                  <c:v>104.125</c:v>
                </c:pt>
                <c:pt idx="8722">
                  <c:v>104.099</c:v>
                </c:pt>
                <c:pt idx="8723">
                  <c:v>103.343</c:v>
                </c:pt>
                <c:pt idx="8724">
                  <c:v>103.557</c:v>
                </c:pt>
                <c:pt idx="8725">
                  <c:v>103.654</c:v>
                </c:pt>
                <c:pt idx="8726">
                  <c:v>103.33799999999999</c:v>
                </c:pt>
                <c:pt idx="8727">
                  <c:v>102.94799999999999</c:v>
                </c:pt>
                <c:pt idx="8728">
                  <c:v>102.11499999999999</c:v>
                </c:pt>
                <c:pt idx="8729">
                  <c:v>102.24299999999999</c:v>
                </c:pt>
                <c:pt idx="8730">
                  <c:v>102.52200000000001</c:v>
                </c:pt>
                <c:pt idx="8731">
                  <c:v>102.54</c:v>
                </c:pt>
                <c:pt idx="8732">
                  <c:v>102.071</c:v>
                </c:pt>
                <c:pt idx="8733">
                  <c:v>102.386</c:v>
                </c:pt>
                <c:pt idx="8734">
                  <c:v>102.90300000000001</c:v>
                </c:pt>
                <c:pt idx="8735">
                  <c:v>102.69199999999999</c:v>
                </c:pt>
                <c:pt idx="8736">
                  <c:v>102.492</c:v>
                </c:pt>
                <c:pt idx="8737">
                  <c:v>102.905</c:v>
                </c:pt>
                <c:pt idx="8738">
                  <c:v>103.342</c:v>
                </c:pt>
                <c:pt idx="8739">
                  <c:v>102.91200000000001</c:v>
                </c:pt>
                <c:pt idx="8740">
                  <c:v>102.988</c:v>
                </c:pt>
                <c:pt idx="8741">
                  <c:v>103.039</c:v>
                </c:pt>
                <c:pt idx="8742">
                  <c:v>103.373</c:v>
                </c:pt>
                <c:pt idx="8743">
                  <c:v>103.166</c:v>
                </c:pt>
                <c:pt idx="8744">
                  <c:v>102.27200000000001</c:v>
                </c:pt>
                <c:pt idx="8745">
                  <c:v>101.97199999999999</c:v>
                </c:pt>
                <c:pt idx="8746">
                  <c:v>101.732</c:v>
                </c:pt>
                <c:pt idx="8747">
                  <c:v>100.521</c:v>
                </c:pt>
                <c:pt idx="8748">
                  <c:v>99.77</c:v>
                </c:pt>
                <c:pt idx="8749">
                  <c:v>99.914000000000001</c:v>
                </c:pt>
                <c:pt idx="8750">
                  <c:v>99.841999999999999</c:v>
                </c:pt>
                <c:pt idx="8751">
                  <c:v>99.941000000000003</c:v>
                </c:pt>
                <c:pt idx="8752">
                  <c:v>100.28100000000001</c:v>
                </c:pt>
                <c:pt idx="8753">
                  <c:v>100.88</c:v>
                </c:pt>
                <c:pt idx="8754">
                  <c:v>101.071</c:v>
                </c:pt>
                <c:pt idx="8755">
                  <c:v>101.346</c:v>
                </c:pt>
                <c:pt idx="8756">
                  <c:v>101.349</c:v>
                </c:pt>
                <c:pt idx="8757">
                  <c:v>100.887</c:v>
                </c:pt>
                <c:pt idx="8758">
                  <c:v>101.773</c:v>
                </c:pt>
                <c:pt idx="8759">
                  <c:v>101.622</c:v>
                </c:pt>
                <c:pt idx="8760">
                  <c:v>101.855</c:v>
                </c:pt>
                <c:pt idx="8761">
                  <c:v>102.303</c:v>
                </c:pt>
                <c:pt idx="8762">
                  <c:v>102.59</c:v>
                </c:pt>
                <c:pt idx="8763">
                  <c:v>102.542</c:v>
                </c:pt>
                <c:pt idx="8764">
                  <c:v>102.017</c:v>
                </c:pt>
                <c:pt idx="8765">
                  <c:v>102.047</c:v>
                </c:pt>
                <c:pt idx="8766">
                  <c:v>102.52800000000001</c:v>
                </c:pt>
                <c:pt idx="8767">
                  <c:v>102.49</c:v>
                </c:pt>
                <c:pt idx="8768">
                  <c:v>102.524</c:v>
                </c:pt>
                <c:pt idx="8769">
                  <c:v>102.842</c:v>
                </c:pt>
                <c:pt idx="8770">
                  <c:v>103.19</c:v>
                </c:pt>
                <c:pt idx="8771">
                  <c:v>103.209</c:v>
                </c:pt>
                <c:pt idx="8772">
                  <c:v>103.431</c:v>
                </c:pt>
                <c:pt idx="8773">
                  <c:v>103.572</c:v>
                </c:pt>
                <c:pt idx="8774">
                  <c:v>103.375</c:v>
                </c:pt>
                <c:pt idx="8775">
                  <c:v>103.3</c:v>
                </c:pt>
                <c:pt idx="8776">
                  <c:v>103.563</c:v>
                </c:pt>
                <c:pt idx="8777">
                  <c:v>103.419</c:v>
                </c:pt>
                <c:pt idx="8778">
                  <c:v>103.982</c:v>
                </c:pt>
                <c:pt idx="8779">
                  <c:v>104.077</c:v>
                </c:pt>
                <c:pt idx="8780">
                  <c:v>104.05800000000001</c:v>
                </c:pt>
                <c:pt idx="8781">
                  <c:v>103.53100000000001</c:v>
                </c:pt>
                <c:pt idx="8782">
                  <c:v>103.157</c:v>
                </c:pt>
                <c:pt idx="8783">
                  <c:v>103.619</c:v>
                </c:pt>
                <c:pt idx="8784">
                  <c:v>104.236</c:v>
                </c:pt>
                <c:pt idx="8785">
                  <c:v>104.236</c:v>
                </c:pt>
                <c:pt idx="8786">
                  <c:v>104.807</c:v>
                </c:pt>
                <c:pt idx="8787">
                  <c:v>104.861</c:v>
                </c:pt>
                <c:pt idx="8788">
                  <c:v>105.059</c:v>
                </c:pt>
                <c:pt idx="8789">
                  <c:v>105.09</c:v>
                </c:pt>
                <c:pt idx="8790">
                  <c:v>104.569</c:v>
                </c:pt>
                <c:pt idx="8791">
                  <c:v>104.711</c:v>
                </c:pt>
                <c:pt idx="8792">
                  <c:v>104.76600000000001</c:v>
                </c:pt>
                <c:pt idx="8793">
                  <c:v>105.405</c:v>
                </c:pt>
                <c:pt idx="8794">
                  <c:v>105.322</c:v>
                </c:pt>
                <c:pt idx="8795">
                  <c:v>105.202</c:v>
                </c:pt>
                <c:pt idx="8796">
                  <c:v>105.133</c:v>
                </c:pt>
                <c:pt idx="8797">
                  <c:v>105.328</c:v>
                </c:pt>
                <c:pt idx="8798">
                  <c:v>105.363</c:v>
                </c:pt>
                <c:pt idx="8799">
                  <c:v>105.583</c:v>
                </c:pt>
                <c:pt idx="8800">
                  <c:v>105.998</c:v>
                </c:pt>
                <c:pt idx="8801">
                  <c:v>106.23099999999999</c:v>
                </c:pt>
                <c:pt idx="8802">
                  <c:v>106.666</c:v>
                </c:pt>
                <c:pt idx="8803">
                  <c:v>106.224</c:v>
                </c:pt>
                <c:pt idx="8804">
                  <c:v>106.17400000000001</c:v>
                </c:pt>
                <c:pt idx="8805">
                  <c:v>106.904</c:v>
                </c:pt>
                <c:pt idx="8806">
                  <c:v>107</c:v>
                </c:pt>
                <c:pt idx="8807">
                  <c:v>106.79900000000001</c:v>
                </c:pt>
                <c:pt idx="8808">
                  <c:v>106.33199999999999</c:v>
                </c:pt>
                <c:pt idx="8809">
                  <c:v>106.044</c:v>
                </c:pt>
                <c:pt idx="8810">
                  <c:v>106.083</c:v>
                </c:pt>
                <c:pt idx="8811">
                  <c:v>105.825</c:v>
                </c:pt>
                <c:pt idx="8812">
                  <c:v>105.82</c:v>
                </c:pt>
                <c:pt idx="8813">
                  <c:v>106.599</c:v>
                </c:pt>
                <c:pt idx="8814">
                  <c:v>106.648</c:v>
                </c:pt>
                <c:pt idx="8815">
                  <c:v>106.24299999999999</c:v>
                </c:pt>
                <c:pt idx="8816">
                  <c:v>106.25</c:v>
                </c:pt>
                <c:pt idx="8817">
                  <c:v>106.565</c:v>
                </c:pt>
                <c:pt idx="8818">
                  <c:v>106.253</c:v>
                </c:pt>
                <c:pt idx="8819">
                  <c:v>106.163</c:v>
                </c:pt>
                <c:pt idx="8820">
                  <c:v>105.536</c:v>
                </c:pt>
                <c:pt idx="8821">
                  <c:v>106.27</c:v>
                </c:pt>
                <c:pt idx="8822">
                  <c:v>106.52800000000001</c:v>
                </c:pt>
                <c:pt idx="8823">
                  <c:v>106.602</c:v>
                </c:pt>
                <c:pt idx="8824">
                  <c:v>106.559</c:v>
                </c:pt>
                <c:pt idx="8825">
                  <c:v>106.12</c:v>
                </c:pt>
                <c:pt idx="8826">
                  <c:v>106.663</c:v>
                </c:pt>
                <c:pt idx="8827">
                  <c:v>106.884</c:v>
                </c:pt>
                <c:pt idx="8828">
                  <c:v>106.124</c:v>
                </c:pt>
                <c:pt idx="8829">
                  <c:v>105.021</c:v>
                </c:pt>
                <c:pt idx="8830">
                  <c:v>105.215</c:v>
                </c:pt>
                <c:pt idx="8831">
                  <c:v>105.542</c:v>
                </c:pt>
                <c:pt idx="8832">
                  <c:v>105.593</c:v>
                </c:pt>
                <c:pt idx="8833">
                  <c:v>105.91</c:v>
                </c:pt>
                <c:pt idx="8834">
                  <c:v>105.861</c:v>
                </c:pt>
                <c:pt idx="8835">
                  <c:v>105.631</c:v>
                </c:pt>
                <c:pt idx="8836">
                  <c:v>104.053</c:v>
                </c:pt>
                <c:pt idx="8837">
                  <c:v>104.39400000000001</c:v>
                </c:pt>
                <c:pt idx="8838">
                  <c:v>104.349</c:v>
                </c:pt>
                <c:pt idx="8839">
                  <c:v>103.917</c:v>
                </c:pt>
                <c:pt idx="8840">
                  <c:v>103.438</c:v>
                </c:pt>
                <c:pt idx="8841">
                  <c:v>103.565</c:v>
                </c:pt>
                <c:pt idx="8842">
                  <c:v>103.92</c:v>
                </c:pt>
                <c:pt idx="8843">
                  <c:v>103.92</c:v>
                </c:pt>
                <c:pt idx="8844">
                  <c:v>103.40300000000001</c:v>
                </c:pt>
                <c:pt idx="8845">
                  <c:v>103.199</c:v>
                </c:pt>
                <c:pt idx="8846">
                  <c:v>102.746</c:v>
                </c:pt>
                <c:pt idx="8847">
                  <c:v>102.765</c:v>
                </c:pt>
                <c:pt idx="8848">
                  <c:v>103.497</c:v>
                </c:pt>
                <c:pt idx="8849">
                  <c:v>103.268</c:v>
                </c:pt>
                <c:pt idx="8850">
                  <c:v>103.712</c:v>
                </c:pt>
                <c:pt idx="8851">
                  <c:v>104.05</c:v>
                </c:pt>
                <c:pt idx="8852">
                  <c:v>104.15300000000001</c:v>
                </c:pt>
                <c:pt idx="8853">
                  <c:v>103.541</c:v>
                </c:pt>
                <c:pt idx="8854">
                  <c:v>104.01</c:v>
                </c:pt>
                <c:pt idx="8855">
                  <c:v>104.095</c:v>
                </c:pt>
                <c:pt idx="8856">
                  <c:v>103.86499999999999</c:v>
                </c:pt>
                <c:pt idx="8857">
                  <c:v>102.869</c:v>
                </c:pt>
                <c:pt idx="8858">
                  <c:v>101.956</c:v>
                </c:pt>
                <c:pt idx="8859">
                  <c:v>102.55</c:v>
                </c:pt>
                <c:pt idx="8860">
                  <c:v>102.56100000000001</c:v>
                </c:pt>
                <c:pt idx="8861">
                  <c:v>102.167</c:v>
                </c:pt>
                <c:pt idx="8862">
                  <c:v>102.408</c:v>
                </c:pt>
                <c:pt idx="8863">
                  <c:v>101.843</c:v>
                </c:pt>
                <c:pt idx="8864">
                  <c:v>101.69799999999999</c:v>
                </c:pt>
                <c:pt idx="8865">
                  <c:v>101.69799999999999</c:v>
                </c:pt>
                <c:pt idx="8866">
                  <c:v>101.46599999999999</c:v>
                </c:pt>
                <c:pt idx="8867">
                  <c:v>100.986</c:v>
                </c:pt>
                <c:pt idx="8868">
                  <c:v>101.229</c:v>
                </c:pt>
                <c:pt idx="8869">
                  <c:v>101.333</c:v>
                </c:pt>
                <c:pt idx="8870">
                  <c:v>101.333</c:v>
                </c:pt>
                <c:pt idx="8871">
                  <c:v>102.2</c:v>
                </c:pt>
                <c:pt idx="8872">
                  <c:v>102.494</c:v>
                </c:pt>
                <c:pt idx="8873">
                  <c:v>102.422</c:v>
                </c:pt>
                <c:pt idx="8874">
                  <c:v>102.41200000000001</c:v>
                </c:pt>
                <c:pt idx="8875">
                  <c:v>102.209</c:v>
                </c:pt>
                <c:pt idx="8876">
                  <c:v>102.57</c:v>
                </c:pt>
                <c:pt idx="8877">
                  <c:v>102.36199999999999</c:v>
                </c:pt>
                <c:pt idx="8878">
                  <c:v>102.291</c:v>
                </c:pt>
                <c:pt idx="8879">
                  <c:v>102.404</c:v>
                </c:pt>
                <c:pt idx="8880">
                  <c:v>102.404</c:v>
                </c:pt>
                <c:pt idx="8881">
                  <c:v>103.357</c:v>
                </c:pt>
                <c:pt idx="8882">
                  <c:v>103.45</c:v>
                </c:pt>
                <c:pt idx="8883">
                  <c:v>103.536</c:v>
                </c:pt>
                <c:pt idx="8884">
                  <c:v>103.288</c:v>
                </c:pt>
                <c:pt idx="8885">
                  <c:v>103.331</c:v>
                </c:pt>
                <c:pt idx="8886">
                  <c:v>103.617</c:v>
                </c:pt>
                <c:pt idx="8887">
                  <c:v>103.236</c:v>
                </c:pt>
                <c:pt idx="8888">
                  <c:v>103.574</c:v>
                </c:pt>
                <c:pt idx="8889">
                  <c:v>103.43300000000001</c:v>
                </c:pt>
                <c:pt idx="8890">
                  <c:v>103.60899999999999</c:v>
                </c:pt>
                <c:pt idx="8891">
                  <c:v>103.39700000000001</c:v>
                </c:pt>
                <c:pt idx="8892">
                  <c:v>103.274</c:v>
                </c:pt>
                <c:pt idx="8893">
                  <c:v>103.048</c:v>
                </c:pt>
                <c:pt idx="8894">
                  <c:v>103.922</c:v>
                </c:pt>
                <c:pt idx="8895">
                  <c:v>104.452</c:v>
                </c:pt>
                <c:pt idx="8896">
                  <c:v>104.21299999999999</c:v>
                </c:pt>
                <c:pt idx="8897">
                  <c:v>104.057</c:v>
                </c:pt>
                <c:pt idx="8898">
                  <c:v>104.16500000000001</c:v>
                </c:pt>
                <c:pt idx="8899">
                  <c:v>104.111</c:v>
                </c:pt>
                <c:pt idx="8900">
                  <c:v>104.17</c:v>
                </c:pt>
                <c:pt idx="8901">
                  <c:v>104.96</c:v>
                </c:pt>
                <c:pt idx="8902">
                  <c:v>104.723</c:v>
                </c:pt>
                <c:pt idx="8903">
                  <c:v>104.29600000000001</c:v>
                </c:pt>
                <c:pt idx="8904">
                  <c:v>104.27500000000001</c:v>
                </c:pt>
                <c:pt idx="8905">
                  <c:v>104.291</c:v>
                </c:pt>
                <c:pt idx="8906">
                  <c:v>104.07899999999999</c:v>
                </c:pt>
                <c:pt idx="8907">
                  <c:v>104.006</c:v>
                </c:pt>
                <c:pt idx="8908">
                  <c:v>103.95699999999999</c:v>
                </c:pt>
                <c:pt idx="8909">
                  <c:v>103.93600000000001</c:v>
                </c:pt>
                <c:pt idx="8910">
                  <c:v>103.827</c:v>
                </c:pt>
                <c:pt idx="8911">
                  <c:v>103.82899999999999</c:v>
                </c:pt>
                <c:pt idx="8912">
                  <c:v>103.97499999999999</c:v>
                </c:pt>
                <c:pt idx="8913">
                  <c:v>104.15600000000001</c:v>
                </c:pt>
                <c:pt idx="8914">
                  <c:v>103.861</c:v>
                </c:pt>
                <c:pt idx="8915">
                  <c:v>103.83199999999999</c:v>
                </c:pt>
                <c:pt idx="8916">
                  <c:v>103.798</c:v>
                </c:pt>
                <c:pt idx="8917">
                  <c:v>103.369</c:v>
                </c:pt>
                <c:pt idx="8918">
                  <c:v>102.82299999999999</c:v>
                </c:pt>
                <c:pt idx="8919">
                  <c:v>102.712</c:v>
                </c:pt>
                <c:pt idx="8920">
                  <c:v>102.869</c:v>
                </c:pt>
                <c:pt idx="8921">
                  <c:v>102.95699999999999</c:v>
                </c:pt>
                <c:pt idx="8922">
                  <c:v>102.789</c:v>
                </c:pt>
                <c:pt idx="8923">
                  <c:v>103.36</c:v>
                </c:pt>
                <c:pt idx="8924">
                  <c:v>103.432</c:v>
                </c:pt>
                <c:pt idx="8925">
                  <c:v>103.57899999999999</c:v>
                </c:pt>
                <c:pt idx="8926">
                  <c:v>103.818</c:v>
                </c:pt>
                <c:pt idx="8927">
                  <c:v>103.389</c:v>
                </c:pt>
                <c:pt idx="8928">
                  <c:v>104.00700000000001</c:v>
                </c:pt>
                <c:pt idx="8929">
                  <c:v>104.43</c:v>
                </c:pt>
                <c:pt idx="8930">
                  <c:v>104.224</c:v>
                </c:pt>
                <c:pt idx="8931">
                  <c:v>104.298</c:v>
                </c:pt>
                <c:pt idx="8932">
                  <c:v>104.348</c:v>
                </c:pt>
                <c:pt idx="8933">
                  <c:v>104.54600000000001</c:v>
                </c:pt>
                <c:pt idx="8934">
                  <c:v>104.48699999999999</c:v>
                </c:pt>
                <c:pt idx="8935">
                  <c:v>105.01900000000001</c:v>
                </c:pt>
                <c:pt idx="8936">
                  <c:v>104.816</c:v>
                </c:pt>
                <c:pt idx="8937">
                  <c:v>104.249</c:v>
                </c:pt>
                <c:pt idx="8938">
                  <c:v>104.121</c:v>
                </c:pt>
                <c:pt idx="8939">
                  <c:v>104.298</c:v>
                </c:pt>
                <c:pt idx="8940">
                  <c:v>104.14</c:v>
                </c:pt>
                <c:pt idx="8941">
                  <c:v>104.148</c:v>
                </c:pt>
                <c:pt idx="8942">
                  <c:v>105.245</c:v>
                </c:pt>
                <c:pt idx="8943">
                  <c:v>105.282</c:v>
                </c:pt>
                <c:pt idx="8944">
                  <c:v>106.038</c:v>
                </c:pt>
                <c:pt idx="8945">
                  <c:v>106.208</c:v>
                </c:pt>
                <c:pt idx="8946">
                  <c:v>106.25700000000001</c:v>
                </c:pt>
                <c:pt idx="8947">
                  <c:v>105.95099999999999</c:v>
                </c:pt>
                <c:pt idx="8948">
                  <c:v>106.151</c:v>
                </c:pt>
                <c:pt idx="8949">
                  <c:v>106.154</c:v>
                </c:pt>
                <c:pt idx="8950">
                  <c:v>106.077</c:v>
                </c:pt>
                <c:pt idx="8951">
                  <c:v>105.675</c:v>
                </c:pt>
                <c:pt idx="8952">
                  <c:v>105.857</c:v>
                </c:pt>
                <c:pt idx="8953">
                  <c:v>105.598</c:v>
                </c:pt>
                <c:pt idx="8954">
                  <c:v>105.938</c:v>
                </c:pt>
                <c:pt idx="8955">
                  <c:v>105.57899999999999</c:v>
                </c:pt>
                <c:pt idx="8956">
                  <c:v>106.221</c:v>
                </c:pt>
                <c:pt idx="8957">
                  <c:v>105.755</c:v>
                </c:pt>
                <c:pt idx="8958">
                  <c:v>105.29900000000001</c:v>
                </c:pt>
                <c:pt idx="8959">
                  <c:v>105.03</c:v>
                </c:pt>
                <c:pt idx="8960">
                  <c:v>105.051</c:v>
                </c:pt>
                <c:pt idx="8961">
                  <c:v>105.41200000000001</c:v>
                </c:pt>
                <c:pt idx="8962">
                  <c:v>105.54600000000001</c:v>
                </c:pt>
                <c:pt idx="8963">
                  <c:v>105.227</c:v>
                </c:pt>
                <c:pt idx="8964">
                  <c:v>105.301</c:v>
                </c:pt>
                <c:pt idx="8965">
                  <c:v>105.218</c:v>
                </c:pt>
                <c:pt idx="8966">
                  <c:v>105.01300000000001</c:v>
                </c:pt>
                <c:pt idx="8967">
                  <c:v>104.345</c:v>
                </c:pt>
                <c:pt idx="8968">
                  <c:v>104.462</c:v>
                </c:pt>
                <c:pt idx="8969">
                  <c:v>104.44499999999999</c:v>
                </c:pt>
                <c:pt idx="8970">
                  <c:v>104.565</c:v>
                </c:pt>
                <c:pt idx="8971">
                  <c:v>104.661</c:v>
                </c:pt>
                <c:pt idx="8972">
                  <c:v>104.93300000000001</c:v>
                </c:pt>
                <c:pt idx="8973">
                  <c:v>105.108</c:v>
                </c:pt>
                <c:pt idx="8974">
                  <c:v>104.724</c:v>
                </c:pt>
                <c:pt idx="8975">
                  <c:v>104.595</c:v>
                </c:pt>
                <c:pt idx="8976">
                  <c:v>104.614</c:v>
                </c:pt>
                <c:pt idx="8977">
                  <c:v>105.122</c:v>
                </c:pt>
                <c:pt idx="8978">
                  <c:v>104.71599999999999</c:v>
                </c:pt>
                <c:pt idx="8979">
                  <c:v>104.67100000000001</c:v>
                </c:pt>
                <c:pt idx="8980">
                  <c:v>104.14</c:v>
                </c:pt>
                <c:pt idx="8981">
                  <c:v>104.11</c:v>
                </c:pt>
                <c:pt idx="8982">
                  <c:v>104.268</c:v>
                </c:pt>
                <c:pt idx="8983">
                  <c:v>104.102</c:v>
                </c:pt>
                <c:pt idx="8984">
                  <c:v>104.88500000000001</c:v>
                </c:pt>
                <c:pt idx="8985">
                  <c:v>105.15</c:v>
                </c:pt>
                <c:pt idx="8986">
                  <c:v>105.23</c:v>
                </c:pt>
                <c:pt idx="8987">
                  <c:v>104.645</c:v>
                </c:pt>
                <c:pt idx="8988">
                  <c:v>105.196</c:v>
                </c:pt>
                <c:pt idx="8989">
                  <c:v>105.55</c:v>
                </c:pt>
                <c:pt idx="8990">
                  <c:v>105.32</c:v>
                </c:pt>
                <c:pt idx="8991">
                  <c:v>105.256</c:v>
                </c:pt>
                <c:pt idx="8992">
                  <c:v>105.254</c:v>
                </c:pt>
                <c:pt idx="8993">
                  <c:v>105.58799999999999</c:v>
                </c:pt>
                <c:pt idx="8994">
                  <c:v>105.79600000000001</c:v>
                </c:pt>
                <c:pt idx="8995">
                  <c:v>105.473</c:v>
                </c:pt>
                <c:pt idx="8996">
                  <c:v>105.607</c:v>
                </c:pt>
                <c:pt idx="8997">
                  <c:v>106.05200000000001</c:v>
                </c:pt>
                <c:pt idx="8998">
                  <c:v>105.90600000000001</c:v>
                </c:pt>
                <c:pt idx="8999">
                  <c:v>105.866</c:v>
                </c:pt>
                <c:pt idx="9000">
                  <c:v>105.901</c:v>
                </c:pt>
                <c:pt idx="9001">
                  <c:v>105.72199999999999</c:v>
                </c:pt>
                <c:pt idx="9002">
                  <c:v>105.40300000000001</c:v>
                </c:pt>
                <c:pt idx="9003">
                  <c:v>105.13</c:v>
                </c:pt>
                <c:pt idx="9004">
                  <c:v>104.875</c:v>
                </c:pt>
                <c:pt idx="9005">
                  <c:v>105</c:v>
                </c:pt>
                <c:pt idx="9006">
                  <c:v>105.129</c:v>
                </c:pt>
                <c:pt idx="9007">
                  <c:v>105.048</c:v>
                </c:pt>
                <c:pt idx="9008">
                  <c:v>104.44</c:v>
                </c:pt>
                <c:pt idx="9009">
                  <c:v>104.093</c:v>
                </c:pt>
                <c:pt idx="9010">
                  <c:v>104.18899999999999</c:v>
                </c:pt>
                <c:pt idx="9011">
                  <c:v>104.27</c:v>
                </c:pt>
                <c:pt idx="9012">
                  <c:v>103.748</c:v>
                </c:pt>
                <c:pt idx="9013">
                  <c:v>104.173</c:v>
                </c:pt>
                <c:pt idx="9014">
                  <c:v>104.396</c:v>
                </c:pt>
                <c:pt idx="9015">
                  <c:v>104.31399999999999</c:v>
                </c:pt>
                <c:pt idx="9016">
                  <c:v>104.45</c:v>
                </c:pt>
                <c:pt idx="9017">
                  <c:v>104.39100000000001</c:v>
                </c:pt>
                <c:pt idx="9018">
                  <c:v>104.355</c:v>
                </c:pt>
                <c:pt idx="9019">
                  <c:v>104.316</c:v>
                </c:pt>
                <c:pt idx="9020">
                  <c:v>104.56399999999999</c:v>
                </c:pt>
                <c:pt idx="9021">
                  <c:v>104.554</c:v>
                </c:pt>
                <c:pt idx="9022">
                  <c:v>104.096</c:v>
                </c:pt>
                <c:pt idx="9023">
                  <c:v>104.42100000000001</c:v>
                </c:pt>
                <c:pt idx="9024">
                  <c:v>103.208</c:v>
                </c:pt>
                <c:pt idx="9025">
                  <c:v>102.68899999999999</c:v>
                </c:pt>
                <c:pt idx="9026">
                  <c:v>102.96899999999999</c:v>
                </c:pt>
                <c:pt idx="9027">
                  <c:v>103.197</c:v>
                </c:pt>
                <c:pt idx="9028">
                  <c:v>103.209</c:v>
                </c:pt>
                <c:pt idx="9029">
                  <c:v>103.13500000000001</c:v>
                </c:pt>
                <c:pt idx="9030">
                  <c:v>103.139</c:v>
                </c:pt>
                <c:pt idx="9031">
                  <c:v>102.559</c:v>
                </c:pt>
                <c:pt idx="9032">
                  <c:v>102.568</c:v>
                </c:pt>
                <c:pt idx="9033">
                  <c:v>102.977</c:v>
                </c:pt>
                <c:pt idx="9034">
                  <c:v>102.46299999999999</c:v>
                </c:pt>
                <c:pt idx="9035">
                  <c:v>101.886</c:v>
                </c:pt>
                <c:pt idx="9036">
                  <c:v>101.441</c:v>
                </c:pt>
                <c:pt idx="9037">
                  <c:v>101.039</c:v>
                </c:pt>
                <c:pt idx="9038">
                  <c:v>101.508</c:v>
                </c:pt>
                <c:pt idx="9039">
                  <c:v>100.718</c:v>
                </c:pt>
                <c:pt idx="9040">
                  <c:v>100.851</c:v>
                </c:pt>
                <c:pt idx="9041">
                  <c:v>100.55200000000001</c:v>
                </c:pt>
                <c:pt idx="9042">
                  <c:v>101.09399999999999</c:v>
                </c:pt>
                <c:pt idx="9043">
                  <c:v>101.343</c:v>
                </c:pt>
                <c:pt idx="9044">
                  <c:v>101.69799999999999</c:v>
                </c:pt>
                <c:pt idx="9045">
                  <c:v>101.65300000000001</c:v>
                </c:pt>
                <c:pt idx="9046">
                  <c:v>101.825</c:v>
                </c:pt>
                <c:pt idx="9047">
                  <c:v>101.358</c:v>
                </c:pt>
                <c:pt idx="9048">
                  <c:v>101.107</c:v>
                </c:pt>
                <c:pt idx="9049">
                  <c:v>101.17700000000001</c:v>
                </c:pt>
                <c:pt idx="9050">
                  <c:v>101.55200000000001</c:v>
                </c:pt>
                <c:pt idx="9051">
                  <c:v>101.63</c:v>
                </c:pt>
                <c:pt idx="9052">
                  <c:v>101.684</c:v>
                </c:pt>
                <c:pt idx="9053">
                  <c:v>101.366</c:v>
                </c:pt>
                <c:pt idx="9054">
                  <c:v>101.114</c:v>
                </c:pt>
                <c:pt idx="9055">
                  <c:v>100.76300000000001</c:v>
                </c:pt>
                <c:pt idx="9056">
                  <c:v>100.89400000000001</c:v>
                </c:pt>
                <c:pt idx="9057">
                  <c:v>100.596</c:v>
                </c:pt>
                <c:pt idx="9058">
                  <c:v>100.614</c:v>
                </c:pt>
                <c:pt idx="9059">
                  <c:v>100.723</c:v>
                </c:pt>
                <c:pt idx="9060">
                  <c:v>100.851</c:v>
                </c:pt>
                <c:pt idx="9061">
                  <c:v>100.46599999999999</c:v>
                </c:pt>
                <c:pt idx="9062">
                  <c:v>100.91200000000001</c:v>
                </c:pt>
                <c:pt idx="9063">
                  <c:v>100.562</c:v>
                </c:pt>
                <c:pt idx="9064">
                  <c:v>100.381</c:v>
                </c:pt>
                <c:pt idx="9065">
                  <c:v>100.779</c:v>
                </c:pt>
                <c:pt idx="9066">
                  <c:v>101.194</c:v>
                </c:pt>
                <c:pt idx="9067">
                  <c:v>101.67700000000001</c:v>
                </c:pt>
                <c:pt idx="9068">
                  <c:v>101.989</c:v>
                </c:pt>
                <c:pt idx="9069">
                  <c:v>102.52</c:v>
                </c:pt>
                <c:pt idx="9070">
                  <c:v>102.53700000000001</c:v>
                </c:pt>
                <c:pt idx="9071">
                  <c:v>102.54900000000001</c:v>
                </c:pt>
                <c:pt idx="9072">
                  <c:v>102.928</c:v>
                </c:pt>
                <c:pt idx="9073">
                  <c:v>102.988</c:v>
                </c:pt>
                <c:pt idx="9074">
                  <c:v>102.89</c:v>
                </c:pt>
                <c:pt idx="9075">
                  <c:v>103.298</c:v>
                </c:pt>
                <c:pt idx="9076">
                  <c:v>103.261</c:v>
                </c:pt>
                <c:pt idx="9077">
                  <c:v>103.59</c:v>
                </c:pt>
                <c:pt idx="9078">
                  <c:v>103.825</c:v>
                </c:pt>
                <c:pt idx="9079">
                  <c:v>103.49299999999999</c:v>
                </c:pt>
                <c:pt idx="9080">
                  <c:v>104.012</c:v>
                </c:pt>
                <c:pt idx="9081">
                  <c:v>104.075</c:v>
                </c:pt>
                <c:pt idx="9082">
                  <c:v>104.431</c:v>
                </c:pt>
                <c:pt idx="9083">
                  <c:v>104.05800000000001</c:v>
                </c:pt>
                <c:pt idx="9084">
                  <c:v>104.25700000000001</c:v>
                </c:pt>
                <c:pt idx="9085">
                  <c:v>104.316</c:v>
                </c:pt>
                <c:pt idx="9086">
                  <c:v>104.316</c:v>
                </c:pt>
                <c:pt idx="9087">
                  <c:v>103.994</c:v>
                </c:pt>
                <c:pt idx="9088">
                  <c:v>103.976</c:v>
                </c:pt>
                <c:pt idx="9089">
                  <c:v>104.282</c:v>
                </c:pt>
                <c:pt idx="9090">
                  <c:v>103.88500000000001</c:v>
                </c:pt>
                <c:pt idx="9091">
                  <c:v>103.423</c:v>
                </c:pt>
                <c:pt idx="9092">
                  <c:v>105.08799999999999</c:v>
                </c:pt>
                <c:pt idx="9093">
                  <c:v>104.508</c:v>
                </c:pt>
                <c:pt idx="9094">
                  <c:v>104.997</c:v>
                </c:pt>
                <c:pt idx="9095">
                  <c:v>105.54300000000001</c:v>
                </c:pt>
                <c:pt idx="9096">
                  <c:v>106.024</c:v>
                </c:pt>
                <c:pt idx="9097">
                  <c:v>106.48099999999999</c:v>
                </c:pt>
                <c:pt idx="9098">
                  <c:v>106.673</c:v>
                </c:pt>
                <c:pt idx="9099">
                  <c:v>106.687</c:v>
                </c:pt>
                <c:pt idx="9100">
                  <c:v>106.27500000000001</c:v>
                </c:pt>
                <c:pt idx="9101">
                  <c:v>106.206</c:v>
                </c:pt>
                <c:pt idx="9102">
                  <c:v>106.68</c:v>
                </c:pt>
                <c:pt idx="9103">
                  <c:v>106.97199999999999</c:v>
                </c:pt>
                <c:pt idx="9104">
                  <c:v>107.554</c:v>
                </c:pt>
                <c:pt idx="9105">
                  <c:v>106.81699999999999</c:v>
                </c:pt>
                <c:pt idx="9106">
                  <c:v>107.01300000000001</c:v>
                </c:pt>
                <c:pt idx="9107">
                  <c:v>106.084</c:v>
                </c:pt>
                <c:pt idx="9108">
                  <c:v>106.048</c:v>
                </c:pt>
                <c:pt idx="9109">
                  <c:v>105.73699999999999</c:v>
                </c:pt>
                <c:pt idx="9110">
                  <c:v>106.446</c:v>
                </c:pt>
                <c:pt idx="9111">
                  <c:v>106.36499999999999</c:v>
                </c:pt>
                <c:pt idx="9112">
                  <c:v>106.321</c:v>
                </c:pt>
                <c:pt idx="9113">
                  <c:v>105.714</c:v>
                </c:pt>
                <c:pt idx="9114">
                  <c:v>106.05500000000001</c:v>
                </c:pt>
                <c:pt idx="9115">
                  <c:v>106.145</c:v>
                </c:pt>
                <c:pt idx="9116">
                  <c:v>106.399</c:v>
                </c:pt>
                <c:pt idx="9117">
                  <c:v>106.71</c:v>
                </c:pt>
                <c:pt idx="9118">
                  <c:v>106.956</c:v>
                </c:pt>
                <c:pt idx="9119">
                  <c:v>107.003</c:v>
                </c:pt>
                <c:pt idx="9120">
                  <c:v>106.858</c:v>
                </c:pt>
                <c:pt idx="9121">
                  <c:v>106.956</c:v>
                </c:pt>
                <c:pt idx="9122">
                  <c:v>108.027</c:v>
                </c:pt>
                <c:pt idx="9123">
                  <c:v>108.408</c:v>
                </c:pt>
                <c:pt idx="9124">
                  <c:v>107.621</c:v>
                </c:pt>
                <c:pt idx="9125">
                  <c:v>108.03700000000001</c:v>
                </c:pt>
                <c:pt idx="9126">
                  <c:v>108.25700000000001</c:v>
                </c:pt>
                <c:pt idx="9127">
                  <c:v>108.25700000000001</c:v>
                </c:pt>
                <c:pt idx="9128">
                  <c:v>108.129</c:v>
                </c:pt>
                <c:pt idx="9129">
                  <c:v>107.998</c:v>
                </c:pt>
                <c:pt idx="9130">
                  <c:v>108.13</c:v>
                </c:pt>
                <c:pt idx="9131">
                  <c:v>108.48699999999999</c:v>
                </c:pt>
                <c:pt idx="9132">
                  <c:v>108.48699999999999</c:v>
                </c:pt>
                <c:pt idx="9133">
                  <c:v>109.39400000000001</c:v>
                </c:pt>
                <c:pt idx="9134">
                  <c:v>108.952</c:v>
                </c:pt>
                <c:pt idx="9135">
                  <c:v>108.25700000000001</c:v>
                </c:pt>
                <c:pt idx="9136">
                  <c:v>108.542</c:v>
                </c:pt>
                <c:pt idx="9137">
                  <c:v>109.09</c:v>
                </c:pt>
                <c:pt idx="9138">
                  <c:v>109.179</c:v>
                </c:pt>
                <c:pt idx="9139">
                  <c:v>109.65</c:v>
                </c:pt>
                <c:pt idx="9140">
                  <c:v>109.956</c:v>
                </c:pt>
                <c:pt idx="9141">
                  <c:v>109.273</c:v>
                </c:pt>
                <c:pt idx="9142">
                  <c:v>109.09</c:v>
                </c:pt>
                <c:pt idx="9143">
                  <c:v>108.95699999999999</c:v>
                </c:pt>
                <c:pt idx="9144">
                  <c:v>109.34699999999999</c:v>
                </c:pt>
                <c:pt idx="9145">
                  <c:v>109.34699999999999</c:v>
                </c:pt>
                <c:pt idx="9146">
                  <c:v>108.062</c:v>
                </c:pt>
                <c:pt idx="9147">
                  <c:v>108.167</c:v>
                </c:pt>
                <c:pt idx="9148">
                  <c:v>108.047</c:v>
                </c:pt>
                <c:pt idx="9149">
                  <c:v>107.443</c:v>
                </c:pt>
                <c:pt idx="9150">
                  <c:v>107.34099999999999</c:v>
                </c:pt>
                <c:pt idx="9151">
                  <c:v>107.866</c:v>
                </c:pt>
                <c:pt idx="9152">
                  <c:v>108</c:v>
                </c:pt>
                <c:pt idx="9153">
                  <c:v>107.797</c:v>
                </c:pt>
                <c:pt idx="9154">
                  <c:v>108.37</c:v>
                </c:pt>
                <c:pt idx="9155">
                  <c:v>108.99</c:v>
                </c:pt>
                <c:pt idx="9156">
                  <c:v>107.96</c:v>
                </c:pt>
                <c:pt idx="9157">
                  <c:v>107.57899999999999</c:v>
                </c:pt>
                <c:pt idx="9158">
                  <c:v>107.68899999999999</c:v>
                </c:pt>
                <c:pt idx="9159">
                  <c:v>108.04</c:v>
                </c:pt>
                <c:pt idx="9160">
                  <c:v>108.319</c:v>
                </c:pt>
                <c:pt idx="9161">
                  <c:v>107.96299999999999</c:v>
                </c:pt>
                <c:pt idx="9162">
                  <c:v>107.938</c:v>
                </c:pt>
                <c:pt idx="9163">
                  <c:v>107.313</c:v>
                </c:pt>
                <c:pt idx="9164">
                  <c:v>106.71</c:v>
                </c:pt>
                <c:pt idx="9165">
                  <c:v>106.575</c:v>
                </c:pt>
                <c:pt idx="9166">
                  <c:v>107.054</c:v>
                </c:pt>
                <c:pt idx="9167">
                  <c:v>107.173</c:v>
                </c:pt>
                <c:pt idx="9168">
                  <c:v>106.372</c:v>
                </c:pt>
                <c:pt idx="9169">
                  <c:v>106.61199999999999</c:v>
                </c:pt>
                <c:pt idx="9170">
                  <c:v>106.596</c:v>
                </c:pt>
                <c:pt idx="9171">
                  <c:v>106.30800000000001</c:v>
                </c:pt>
                <c:pt idx="9172">
                  <c:v>106.416</c:v>
                </c:pt>
                <c:pt idx="9173">
                  <c:v>107.244</c:v>
                </c:pt>
                <c:pt idx="9174">
                  <c:v>107.614</c:v>
                </c:pt>
                <c:pt idx="9175">
                  <c:v>106.747</c:v>
                </c:pt>
                <c:pt idx="9176">
                  <c:v>105.74299999999999</c:v>
                </c:pt>
                <c:pt idx="9177">
                  <c:v>104.276</c:v>
                </c:pt>
                <c:pt idx="9178">
                  <c:v>104.062</c:v>
                </c:pt>
                <c:pt idx="9179">
                  <c:v>103.83799999999999</c:v>
                </c:pt>
                <c:pt idx="9180">
                  <c:v>103.9</c:v>
                </c:pt>
                <c:pt idx="9181">
                  <c:v>103.419</c:v>
                </c:pt>
                <c:pt idx="9182">
                  <c:v>103.61199999999999</c:v>
                </c:pt>
                <c:pt idx="9183">
                  <c:v>103.828</c:v>
                </c:pt>
                <c:pt idx="9184">
                  <c:v>103.718</c:v>
                </c:pt>
                <c:pt idx="9185">
                  <c:v>103.37</c:v>
                </c:pt>
                <c:pt idx="9186">
                  <c:v>103.244</c:v>
                </c:pt>
                <c:pt idx="9187">
                  <c:v>103.428</c:v>
                </c:pt>
                <c:pt idx="9188">
                  <c:v>103.851</c:v>
                </c:pt>
                <c:pt idx="9189">
                  <c:v>104.08799999999999</c:v>
                </c:pt>
                <c:pt idx="9190">
                  <c:v>104.262</c:v>
                </c:pt>
                <c:pt idx="9191">
                  <c:v>104.184</c:v>
                </c:pt>
                <c:pt idx="9192">
                  <c:v>104.547</c:v>
                </c:pt>
                <c:pt idx="9193">
                  <c:v>104.33499999999999</c:v>
                </c:pt>
                <c:pt idx="9194">
                  <c:v>104.044</c:v>
                </c:pt>
                <c:pt idx="9195">
                  <c:v>104.21</c:v>
                </c:pt>
                <c:pt idx="9196">
                  <c:v>104.26</c:v>
                </c:pt>
                <c:pt idx="9197">
                  <c:v>103.807</c:v>
                </c:pt>
                <c:pt idx="9198">
                  <c:v>102.072</c:v>
                </c:pt>
                <c:pt idx="9199">
                  <c:v>103.023</c:v>
                </c:pt>
                <c:pt idx="9200">
                  <c:v>103.256</c:v>
                </c:pt>
                <c:pt idx="9201">
                  <c:v>102.955</c:v>
                </c:pt>
                <c:pt idx="9202">
                  <c:v>102.9</c:v>
                </c:pt>
                <c:pt idx="9203">
                  <c:v>100.867</c:v>
                </c:pt>
                <c:pt idx="9204">
                  <c:v>100.102</c:v>
                </c:pt>
                <c:pt idx="9205">
                  <c:v>99.64</c:v>
                </c:pt>
                <c:pt idx="9206">
                  <c:v>100.215</c:v>
                </c:pt>
                <c:pt idx="9207">
                  <c:v>99.38</c:v>
                </c:pt>
                <c:pt idx="9208">
                  <c:v>99.376000000000005</c:v>
                </c:pt>
                <c:pt idx="9209">
                  <c:v>99.23</c:v>
                </c:pt>
                <c:pt idx="9210">
                  <c:v>98.278000000000006</c:v>
                </c:pt>
                <c:pt idx="9211">
                  <c:v>98.918000000000006</c:v>
                </c:pt>
                <c:pt idx="9212">
                  <c:v>99.843999999999994</c:v>
                </c:pt>
                <c:pt idx="9213">
                  <c:v>99.376999999999995</c:v>
                </c:pt>
                <c:pt idx="9214">
                  <c:v>99.471000000000004</c:v>
                </c:pt>
                <c:pt idx="9215">
                  <c:v>99.01</c:v>
                </c:pt>
                <c:pt idx="9216">
                  <c:v>99.236999999999995</c:v>
                </c:pt>
                <c:pt idx="9217">
                  <c:v>99.468000000000004</c:v>
                </c:pt>
                <c:pt idx="9218">
                  <c:v>100.248</c:v>
                </c:pt>
                <c:pt idx="9219">
                  <c:v>100.03</c:v>
                </c:pt>
                <c:pt idx="9220">
                  <c:v>99.831000000000003</c:v>
                </c:pt>
                <c:pt idx="9221">
                  <c:v>99.238</c:v>
                </c:pt>
                <c:pt idx="9222">
                  <c:v>99.614000000000004</c:v>
                </c:pt>
                <c:pt idx="9223">
                  <c:v>100.64</c:v>
                </c:pt>
                <c:pt idx="9224">
                  <c:v>100.339</c:v>
                </c:pt>
                <c:pt idx="9225">
                  <c:v>101.788</c:v>
                </c:pt>
                <c:pt idx="9226">
                  <c:v>101.003</c:v>
                </c:pt>
                <c:pt idx="9227">
                  <c:v>101.039</c:v>
                </c:pt>
                <c:pt idx="9228">
                  <c:v>100.879</c:v>
                </c:pt>
                <c:pt idx="9229">
                  <c:v>101.092</c:v>
                </c:pt>
                <c:pt idx="9230">
                  <c:v>100.426</c:v>
                </c:pt>
                <c:pt idx="9231">
                  <c:v>100.11799999999999</c:v>
                </c:pt>
                <c:pt idx="9232">
                  <c:v>99.558999999999997</c:v>
                </c:pt>
                <c:pt idx="9233">
                  <c:v>99.96</c:v>
                </c:pt>
                <c:pt idx="9234">
                  <c:v>99.111999999999995</c:v>
                </c:pt>
                <c:pt idx="9235">
                  <c:v>98.933999999999997</c:v>
                </c:pt>
                <c:pt idx="9236">
                  <c:v>99.521000000000001</c:v>
                </c:pt>
                <c:pt idx="9237">
                  <c:v>99.875</c:v>
                </c:pt>
                <c:pt idx="9238">
                  <c:v>99.278000000000006</c:v>
                </c:pt>
                <c:pt idx="9239">
                  <c:v>99.328999999999994</c:v>
                </c:pt>
                <c:pt idx="9240">
                  <c:v>98.706000000000003</c:v>
                </c:pt>
                <c:pt idx="9241">
                  <c:v>99.227000000000004</c:v>
                </c:pt>
                <c:pt idx="9242">
                  <c:v>98.787000000000006</c:v>
                </c:pt>
                <c:pt idx="9243">
                  <c:v>98.741</c:v>
                </c:pt>
                <c:pt idx="9244">
                  <c:v>99.19</c:v>
                </c:pt>
                <c:pt idx="9245">
                  <c:v>98.938999999999993</c:v>
                </c:pt>
                <c:pt idx="9246">
                  <c:v>99.097999999999999</c:v>
                </c:pt>
                <c:pt idx="9247">
                  <c:v>98.631</c:v>
                </c:pt>
                <c:pt idx="9248">
                  <c:v>97.921000000000006</c:v>
                </c:pt>
                <c:pt idx="9249">
                  <c:v>98.183999999999997</c:v>
                </c:pt>
                <c:pt idx="9250">
                  <c:v>97.998000000000005</c:v>
                </c:pt>
                <c:pt idx="9251">
                  <c:v>98.82</c:v>
                </c:pt>
                <c:pt idx="9252">
                  <c:v>98.905000000000001</c:v>
                </c:pt>
                <c:pt idx="9253">
                  <c:v>98.905000000000001</c:v>
                </c:pt>
                <c:pt idx="9254">
                  <c:v>98.706999999999994</c:v>
                </c:pt>
                <c:pt idx="9255">
                  <c:v>98.415999999999997</c:v>
                </c:pt>
                <c:pt idx="9256">
                  <c:v>97.858000000000004</c:v>
                </c:pt>
                <c:pt idx="9257">
                  <c:v>97.679000000000002</c:v>
                </c:pt>
                <c:pt idx="9258">
                  <c:v>97.147000000000006</c:v>
                </c:pt>
                <c:pt idx="9259">
                  <c:v>97.400999999999996</c:v>
                </c:pt>
                <c:pt idx="9260">
                  <c:v>96.875</c:v>
                </c:pt>
                <c:pt idx="9261">
                  <c:v>96.819000000000003</c:v>
                </c:pt>
                <c:pt idx="9262">
                  <c:v>96.775999999999996</c:v>
                </c:pt>
                <c:pt idx="9263">
                  <c:v>97.18</c:v>
                </c:pt>
                <c:pt idx="9264">
                  <c:v>97.18</c:v>
                </c:pt>
                <c:pt idx="9265">
                  <c:v>97.48</c:v>
                </c:pt>
                <c:pt idx="9266">
                  <c:v>97.516000000000005</c:v>
                </c:pt>
                <c:pt idx="9267">
                  <c:v>97.555000000000007</c:v>
                </c:pt>
                <c:pt idx="9268">
                  <c:v>97.652000000000001</c:v>
                </c:pt>
                <c:pt idx="9269">
                  <c:v>97.852999999999994</c:v>
                </c:pt>
                <c:pt idx="9270">
                  <c:v>98.081000000000003</c:v>
                </c:pt>
                <c:pt idx="9271">
                  <c:v>98.616</c:v>
                </c:pt>
                <c:pt idx="9272">
                  <c:v>98.391999999999996</c:v>
                </c:pt>
                <c:pt idx="9273">
                  <c:v>98.733999999999995</c:v>
                </c:pt>
                <c:pt idx="9274">
                  <c:v>98.481999999999999</c:v>
                </c:pt>
                <c:pt idx="9275">
                  <c:v>97.852999999999994</c:v>
                </c:pt>
                <c:pt idx="9276">
                  <c:v>97.391999999999996</c:v>
                </c:pt>
                <c:pt idx="9277">
                  <c:v>97.213999999999999</c:v>
                </c:pt>
                <c:pt idx="9278">
                  <c:v>97.376999999999995</c:v>
                </c:pt>
                <c:pt idx="9279">
                  <c:v>97.644999999999996</c:v>
                </c:pt>
                <c:pt idx="9280">
                  <c:v>98.634</c:v>
                </c:pt>
                <c:pt idx="9281">
                  <c:v>98.885999999999996</c:v>
                </c:pt>
                <c:pt idx="9282">
                  <c:v>99.814999999999998</c:v>
                </c:pt>
                <c:pt idx="9283">
                  <c:v>99.968000000000004</c:v>
                </c:pt>
                <c:pt idx="9284">
                  <c:v>99.141000000000005</c:v>
                </c:pt>
                <c:pt idx="9285">
                  <c:v>98.784000000000006</c:v>
                </c:pt>
                <c:pt idx="9286">
                  <c:v>98.781999999999996</c:v>
                </c:pt>
                <c:pt idx="9287">
                  <c:v>98.177000000000007</c:v>
                </c:pt>
                <c:pt idx="9288">
                  <c:v>98.4</c:v>
                </c:pt>
                <c:pt idx="9289">
                  <c:v>98.18</c:v>
                </c:pt>
                <c:pt idx="9290">
                  <c:v>98.52</c:v>
                </c:pt>
                <c:pt idx="9291">
                  <c:v>98.096999999999994</c:v>
                </c:pt>
                <c:pt idx="9292">
                  <c:v>97.84</c:v>
                </c:pt>
                <c:pt idx="9293">
                  <c:v>98.254000000000005</c:v>
                </c:pt>
                <c:pt idx="9294">
                  <c:v>97.852000000000004</c:v>
                </c:pt>
                <c:pt idx="9295">
                  <c:v>98.167000000000002</c:v>
                </c:pt>
                <c:pt idx="9296">
                  <c:v>98.265000000000001</c:v>
                </c:pt>
                <c:pt idx="9297">
                  <c:v>98.218000000000004</c:v>
                </c:pt>
                <c:pt idx="9298">
                  <c:v>98.619</c:v>
                </c:pt>
                <c:pt idx="9299">
                  <c:v>97.715999999999994</c:v>
                </c:pt>
                <c:pt idx="9300">
                  <c:v>98.43</c:v>
                </c:pt>
                <c:pt idx="9301">
                  <c:v>98.224999999999994</c:v>
                </c:pt>
                <c:pt idx="9302">
                  <c:v>98.231999999999999</c:v>
                </c:pt>
                <c:pt idx="9303">
                  <c:v>97.813000000000002</c:v>
                </c:pt>
                <c:pt idx="9304">
                  <c:v>97.771000000000001</c:v>
                </c:pt>
                <c:pt idx="9305">
                  <c:v>97.771000000000001</c:v>
                </c:pt>
                <c:pt idx="9306">
                  <c:v>98.397000000000006</c:v>
                </c:pt>
                <c:pt idx="9307">
                  <c:v>98.141999999999996</c:v>
                </c:pt>
                <c:pt idx="9308">
                  <c:v>98.346999999999994</c:v>
                </c:pt>
                <c:pt idx="9309">
                  <c:v>97.768000000000001</c:v>
                </c:pt>
                <c:pt idx="9310">
                  <c:v>97.453999999999994</c:v>
                </c:pt>
                <c:pt idx="9311">
                  <c:v>97.787999999999997</c:v>
                </c:pt>
                <c:pt idx="9312">
                  <c:v>97.78</c:v>
                </c:pt>
                <c:pt idx="9313">
                  <c:v>97.531000000000006</c:v>
                </c:pt>
                <c:pt idx="9314">
                  <c:v>97.55</c:v>
                </c:pt>
                <c:pt idx="9315">
                  <c:v>97.302000000000007</c:v>
                </c:pt>
                <c:pt idx="9316">
                  <c:v>96.632999999999996</c:v>
                </c:pt>
                <c:pt idx="9317">
                  <c:v>96.873000000000005</c:v>
                </c:pt>
                <c:pt idx="9318">
                  <c:v>97.347999999999999</c:v>
                </c:pt>
                <c:pt idx="9319">
                  <c:v>97.644000000000005</c:v>
                </c:pt>
                <c:pt idx="9320">
                  <c:v>97.340999999999994</c:v>
                </c:pt>
                <c:pt idx="9321">
                  <c:v>97.263999999999996</c:v>
                </c:pt>
                <c:pt idx="9322">
                  <c:v>97.873000000000005</c:v>
                </c:pt>
                <c:pt idx="9323">
                  <c:v>98.552999999999997</c:v>
                </c:pt>
                <c:pt idx="9324">
                  <c:v>98.152000000000001</c:v>
                </c:pt>
                <c:pt idx="9325">
                  <c:v>97.906000000000006</c:v>
                </c:pt>
                <c:pt idx="9326">
                  <c:v>97.775000000000006</c:v>
                </c:pt>
                <c:pt idx="9327">
                  <c:v>97.706000000000003</c:v>
                </c:pt>
                <c:pt idx="9328">
                  <c:v>97.846000000000004</c:v>
                </c:pt>
                <c:pt idx="9329">
                  <c:v>97.722999999999999</c:v>
                </c:pt>
                <c:pt idx="9330">
                  <c:v>98.108000000000004</c:v>
                </c:pt>
                <c:pt idx="9331">
                  <c:v>98.578000000000003</c:v>
                </c:pt>
                <c:pt idx="9332">
                  <c:v>98.915000000000006</c:v>
                </c:pt>
                <c:pt idx="9333">
                  <c:v>99.537999999999997</c:v>
                </c:pt>
                <c:pt idx="9334">
                  <c:v>98.977999999999994</c:v>
                </c:pt>
                <c:pt idx="9335">
                  <c:v>99.269000000000005</c:v>
                </c:pt>
                <c:pt idx="9336">
                  <c:v>99.046999999999997</c:v>
                </c:pt>
                <c:pt idx="9337">
                  <c:v>98.793000000000006</c:v>
                </c:pt>
                <c:pt idx="9338">
                  <c:v>98.335999999999999</c:v>
                </c:pt>
                <c:pt idx="9339">
                  <c:v>98.433000000000007</c:v>
                </c:pt>
                <c:pt idx="9340">
                  <c:v>98.585999999999999</c:v>
                </c:pt>
                <c:pt idx="9341">
                  <c:v>98.933999999999997</c:v>
                </c:pt>
                <c:pt idx="9342">
                  <c:v>98.897000000000006</c:v>
                </c:pt>
                <c:pt idx="9343">
                  <c:v>98.936000000000007</c:v>
                </c:pt>
                <c:pt idx="9344">
                  <c:v>98.951999999999998</c:v>
                </c:pt>
                <c:pt idx="9345">
                  <c:v>98.783000000000001</c:v>
                </c:pt>
                <c:pt idx="9346">
                  <c:v>98.667000000000002</c:v>
                </c:pt>
                <c:pt idx="9347">
                  <c:v>99.22</c:v>
                </c:pt>
                <c:pt idx="9348">
                  <c:v>99.525999999999996</c:v>
                </c:pt>
                <c:pt idx="9349">
                  <c:v>99.804000000000002</c:v>
                </c:pt>
                <c:pt idx="9350">
                  <c:v>99.873000000000005</c:v>
                </c:pt>
                <c:pt idx="9351">
                  <c:v>100.224</c:v>
                </c:pt>
                <c:pt idx="9352">
                  <c:v>100.20399999999999</c:v>
                </c:pt>
                <c:pt idx="9353">
                  <c:v>99.733000000000004</c:v>
                </c:pt>
                <c:pt idx="9354">
                  <c:v>99.602999999999994</c:v>
                </c:pt>
                <c:pt idx="9355">
                  <c:v>99.588999999999999</c:v>
                </c:pt>
                <c:pt idx="9356">
                  <c:v>99.442999999999998</c:v>
                </c:pt>
                <c:pt idx="9357">
                  <c:v>99.495000000000005</c:v>
                </c:pt>
                <c:pt idx="9358">
                  <c:v>99.156000000000006</c:v>
                </c:pt>
                <c:pt idx="9359">
                  <c:v>99.299000000000007</c:v>
                </c:pt>
                <c:pt idx="9360">
                  <c:v>99.587999999999994</c:v>
                </c:pt>
                <c:pt idx="9361">
                  <c:v>99.55</c:v>
                </c:pt>
                <c:pt idx="9362">
                  <c:v>100.22799999999999</c:v>
                </c:pt>
                <c:pt idx="9363">
                  <c:v>100.158</c:v>
                </c:pt>
                <c:pt idx="9364">
                  <c:v>100.18</c:v>
                </c:pt>
                <c:pt idx="9365">
                  <c:v>100.142</c:v>
                </c:pt>
                <c:pt idx="9366">
                  <c:v>99.664000000000001</c:v>
                </c:pt>
                <c:pt idx="9367">
                  <c:v>99.594999999999999</c:v>
                </c:pt>
                <c:pt idx="9368">
                  <c:v>99.536000000000001</c:v>
                </c:pt>
                <c:pt idx="9369">
                  <c:v>99.459000000000003</c:v>
                </c:pt>
                <c:pt idx="9370">
                  <c:v>99.414000000000001</c:v>
                </c:pt>
                <c:pt idx="9371">
                  <c:v>99.356999999999999</c:v>
                </c:pt>
                <c:pt idx="9372">
                  <c:v>98.853999999999999</c:v>
                </c:pt>
                <c:pt idx="9373">
                  <c:v>98.989000000000004</c:v>
                </c:pt>
                <c:pt idx="9374">
                  <c:v>98.992000000000004</c:v>
                </c:pt>
                <c:pt idx="9375">
                  <c:v>99.087000000000003</c:v>
                </c:pt>
                <c:pt idx="9376">
                  <c:v>99.22</c:v>
                </c:pt>
                <c:pt idx="9377">
                  <c:v>98.786000000000001</c:v>
                </c:pt>
                <c:pt idx="9378">
                  <c:v>98.346000000000004</c:v>
                </c:pt>
                <c:pt idx="9379">
                  <c:v>98.399000000000001</c:v>
                </c:pt>
                <c:pt idx="9380">
                  <c:v>98.308999999999997</c:v>
                </c:pt>
                <c:pt idx="9381">
                  <c:v>98.146000000000001</c:v>
                </c:pt>
                <c:pt idx="9382">
                  <c:v>98.367999999999995</c:v>
                </c:pt>
                <c:pt idx="9383">
                  <c:v>98.427000000000007</c:v>
                </c:pt>
                <c:pt idx="9384">
                  <c:v>98.599000000000004</c:v>
                </c:pt>
                <c:pt idx="9385">
                  <c:v>98.286000000000001</c:v>
                </c:pt>
                <c:pt idx="9386">
                  <c:v>97.941999999999993</c:v>
                </c:pt>
                <c:pt idx="9387">
                  <c:v>97.975999999999999</c:v>
                </c:pt>
                <c:pt idx="9388">
                  <c:v>97.975999999999999</c:v>
                </c:pt>
                <c:pt idx="9389">
                  <c:v>98.022000000000006</c:v>
                </c:pt>
                <c:pt idx="9390">
                  <c:v>98.037000000000006</c:v>
                </c:pt>
                <c:pt idx="9391">
                  <c:v>98.238</c:v>
                </c:pt>
                <c:pt idx="9392">
                  <c:v>98.322000000000003</c:v>
                </c:pt>
                <c:pt idx="9393">
                  <c:v>98.322000000000003</c:v>
                </c:pt>
                <c:pt idx="9394">
                  <c:v>98.424000000000007</c:v>
                </c:pt>
                <c:pt idx="9395">
                  <c:v>98.27</c:v>
                </c:pt>
                <c:pt idx="9396">
                  <c:v>98.58</c:v>
                </c:pt>
                <c:pt idx="9397">
                  <c:v>98.683999999999997</c:v>
                </c:pt>
                <c:pt idx="9398">
                  <c:v>98.933999999999997</c:v>
                </c:pt>
                <c:pt idx="9399">
                  <c:v>99.132999999999996</c:v>
                </c:pt>
                <c:pt idx="9400">
                  <c:v>98.861999999999995</c:v>
                </c:pt>
                <c:pt idx="9401">
                  <c:v>99.134</c:v>
                </c:pt>
                <c:pt idx="9402">
                  <c:v>99.055000000000007</c:v>
                </c:pt>
                <c:pt idx="9403">
                  <c:v>99.320999999999998</c:v>
                </c:pt>
                <c:pt idx="9404">
                  <c:v>99.393000000000001</c:v>
                </c:pt>
                <c:pt idx="9405">
                  <c:v>99.393000000000001</c:v>
                </c:pt>
                <c:pt idx="9406">
                  <c:v>98.641000000000005</c:v>
                </c:pt>
                <c:pt idx="9407">
                  <c:v>98.760999999999996</c:v>
                </c:pt>
                <c:pt idx="9408">
                  <c:v>98.358999999999995</c:v>
                </c:pt>
                <c:pt idx="9409">
                  <c:v>97.599000000000004</c:v>
                </c:pt>
                <c:pt idx="9410">
                  <c:v>97.04</c:v>
                </c:pt>
                <c:pt idx="9411">
                  <c:v>96.216999999999999</c:v>
                </c:pt>
                <c:pt idx="9412">
                  <c:v>96.445999999999998</c:v>
                </c:pt>
                <c:pt idx="9413">
                  <c:v>96.283000000000001</c:v>
                </c:pt>
                <c:pt idx="9414">
                  <c:v>96.991</c:v>
                </c:pt>
                <c:pt idx="9415">
                  <c:v>97.632000000000005</c:v>
                </c:pt>
                <c:pt idx="9416">
                  <c:v>97.436999999999998</c:v>
                </c:pt>
                <c:pt idx="9417">
                  <c:v>97.616</c:v>
                </c:pt>
                <c:pt idx="9418">
                  <c:v>97.823999999999998</c:v>
                </c:pt>
                <c:pt idx="9419">
                  <c:v>97.632999999999996</c:v>
                </c:pt>
                <c:pt idx="9420">
                  <c:v>96.816000000000003</c:v>
                </c:pt>
                <c:pt idx="9421">
                  <c:v>96.799000000000007</c:v>
                </c:pt>
                <c:pt idx="9422">
                  <c:v>96.834000000000003</c:v>
                </c:pt>
                <c:pt idx="9423">
                  <c:v>96.924999999999997</c:v>
                </c:pt>
                <c:pt idx="9424">
                  <c:v>96.915000000000006</c:v>
                </c:pt>
                <c:pt idx="9425">
                  <c:v>96.915000000000006</c:v>
                </c:pt>
                <c:pt idx="9426">
                  <c:v>97.155000000000001</c:v>
                </c:pt>
                <c:pt idx="9427">
                  <c:v>97.703000000000003</c:v>
                </c:pt>
                <c:pt idx="9428">
                  <c:v>97.924999999999997</c:v>
                </c:pt>
                <c:pt idx="9429">
                  <c:v>97.796000000000006</c:v>
                </c:pt>
                <c:pt idx="9430">
                  <c:v>97.706000000000003</c:v>
                </c:pt>
                <c:pt idx="9431">
                  <c:v>97.843000000000004</c:v>
                </c:pt>
                <c:pt idx="9432">
                  <c:v>97.7</c:v>
                </c:pt>
                <c:pt idx="9433">
                  <c:v>97.790999999999997</c:v>
                </c:pt>
                <c:pt idx="9434">
                  <c:v>97.608000000000004</c:v>
                </c:pt>
                <c:pt idx="9435">
                  <c:v>98.381</c:v>
                </c:pt>
                <c:pt idx="9436">
                  <c:v>99.052000000000007</c:v>
                </c:pt>
                <c:pt idx="9437">
                  <c:v>98.769000000000005</c:v>
                </c:pt>
                <c:pt idx="9438">
                  <c:v>99.316999999999993</c:v>
                </c:pt>
                <c:pt idx="9439">
                  <c:v>98.986000000000004</c:v>
                </c:pt>
                <c:pt idx="9440">
                  <c:v>99.174999999999997</c:v>
                </c:pt>
                <c:pt idx="9441">
                  <c:v>98.825999999999993</c:v>
                </c:pt>
                <c:pt idx="9442">
                  <c:v>99.230999999999995</c:v>
                </c:pt>
                <c:pt idx="9443">
                  <c:v>99.739000000000004</c:v>
                </c:pt>
                <c:pt idx="9444">
                  <c:v>100.36199999999999</c:v>
                </c:pt>
                <c:pt idx="9445">
                  <c:v>99.712000000000003</c:v>
                </c:pt>
                <c:pt idx="9446">
                  <c:v>99.575000000000003</c:v>
                </c:pt>
                <c:pt idx="9447">
                  <c:v>100.086</c:v>
                </c:pt>
                <c:pt idx="9448">
                  <c:v>99.231999999999999</c:v>
                </c:pt>
                <c:pt idx="9449">
                  <c:v>99.647000000000006</c:v>
                </c:pt>
                <c:pt idx="9450">
                  <c:v>98.95</c:v>
                </c:pt>
                <c:pt idx="9451">
                  <c:v>99.433999999999997</c:v>
                </c:pt>
                <c:pt idx="9452">
                  <c:v>99.599000000000004</c:v>
                </c:pt>
                <c:pt idx="9453">
                  <c:v>99.9</c:v>
                </c:pt>
                <c:pt idx="9454">
                  <c:v>100.151</c:v>
                </c:pt>
                <c:pt idx="9455">
                  <c:v>100.509</c:v>
                </c:pt>
                <c:pt idx="9456">
                  <c:v>99.960999999999999</c:v>
                </c:pt>
                <c:pt idx="9457">
                  <c:v>99.650999999999996</c:v>
                </c:pt>
                <c:pt idx="9458">
                  <c:v>100.02800000000001</c:v>
                </c:pt>
                <c:pt idx="9459">
                  <c:v>100.02800000000001</c:v>
                </c:pt>
                <c:pt idx="9460">
                  <c:v>99.980999999999995</c:v>
                </c:pt>
                <c:pt idx="9461">
                  <c:v>99.858000000000004</c:v>
                </c:pt>
                <c:pt idx="9462">
                  <c:v>99.132999999999996</c:v>
                </c:pt>
                <c:pt idx="9463">
                  <c:v>98.819000000000003</c:v>
                </c:pt>
                <c:pt idx="9464">
                  <c:v>98.65</c:v>
                </c:pt>
                <c:pt idx="9465">
                  <c:v>98.366</c:v>
                </c:pt>
                <c:pt idx="9466">
                  <c:v>98.123999999999995</c:v>
                </c:pt>
                <c:pt idx="9467">
                  <c:v>98.055000000000007</c:v>
                </c:pt>
                <c:pt idx="9468">
                  <c:v>98.215000000000003</c:v>
                </c:pt>
                <c:pt idx="9469">
                  <c:v>98.097999999999999</c:v>
                </c:pt>
                <c:pt idx="9470">
                  <c:v>98.096999999999994</c:v>
                </c:pt>
                <c:pt idx="9471">
                  <c:v>98.394000000000005</c:v>
                </c:pt>
                <c:pt idx="9472">
                  <c:v>98.59</c:v>
                </c:pt>
                <c:pt idx="9473">
                  <c:v>98.77</c:v>
                </c:pt>
                <c:pt idx="9474">
                  <c:v>98.533000000000001</c:v>
                </c:pt>
                <c:pt idx="9475">
                  <c:v>98.495999999999995</c:v>
                </c:pt>
                <c:pt idx="9476">
                  <c:v>98.64</c:v>
                </c:pt>
                <c:pt idx="9477">
                  <c:v>98.960999999999999</c:v>
                </c:pt>
                <c:pt idx="9478">
                  <c:v>98.055999999999997</c:v>
                </c:pt>
                <c:pt idx="9479">
                  <c:v>98.156000000000006</c:v>
                </c:pt>
                <c:pt idx="9480">
                  <c:v>98.373999999999995</c:v>
                </c:pt>
                <c:pt idx="9481">
                  <c:v>98.444000000000003</c:v>
                </c:pt>
                <c:pt idx="9482">
                  <c:v>98.022999999999996</c:v>
                </c:pt>
                <c:pt idx="9483">
                  <c:v>98.066999999999993</c:v>
                </c:pt>
                <c:pt idx="9484">
                  <c:v>97.9</c:v>
                </c:pt>
                <c:pt idx="9485">
                  <c:v>97.954999999999998</c:v>
                </c:pt>
                <c:pt idx="9486">
                  <c:v>98.298000000000002</c:v>
                </c:pt>
                <c:pt idx="9487">
                  <c:v>98.524000000000001</c:v>
                </c:pt>
                <c:pt idx="9488">
                  <c:v>98.819000000000003</c:v>
                </c:pt>
                <c:pt idx="9489">
                  <c:v>99.284000000000006</c:v>
                </c:pt>
                <c:pt idx="9490">
                  <c:v>99.192999999999998</c:v>
                </c:pt>
                <c:pt idx="9491">
                  <c:v>99.326999999999998</c:v>
                </c:pt>
                <c:pt idx="9492">
                  <c:v>99.091999999999999</c:v>
                </c:pt>
                <c:pt idx="9493">
                  <c:v>99.257000000000005</c:v>
                </c:pt>
                <c:pt idx="9494">
                  <c:v>99.239000000000004</c:v>
                </c:pt>
                <c:pt idx="9495">
                  <c:v>99.239000000000004</c:v>
                </c:pt>
                <c:pt idx="9496">
                  <c:v>99.168999999999997</c:v>
                </c:pt>
                <c:pt idx="9497">
                  <c:v>99.206000000000003</c:v>
                </c:pt>
                <c:pt idx="9498">
                  <c:v>99.02</c:v>
                </c:pt>
                <c:pt idx="9499">
                  <c:v>98.941999999999993</c:v>
                </c:pt>
                <c:pt idx="9500">
                  <c:v>99.200999999999993</c:v>
                </c:pt>
                <c:pt idx="9501">
                  <c:v>99.218999999999994</c:v>
                </c:pt>
                <c:pt idx="9502">
                  <c:v>99.528999999999996</c:v>
                </c:pt>
                <c:pt idx="9503">
                  <c:v>99.412999999999997</c:v>
                </c:pt>
                <c:pt idx="9504">
                  <c:v>100.069</c:v>
                </c:pt>
                <c:pt idx="9505">
                  <c:v>100.045</c:v>
                </c:pt>
                <c:pt idx="9506">
                  <c:v>99.909000000000006</c:v>
                </c:pt>
                <c:pt idx="9507">
                  <c:v>99.947000000000003</c:v>
                </c:pt>
                <c:pt idx="9508">
                  <c:v>99.858000000000004</c:v>
                </c:pt>
                <c:pt idx="9509">
                  <c:v>99.747</c:v>
                </c:pt>
                <c:pt idx="9510">
                  <c:v>99.631</c:v>
                </c:pt>
                <c:pt idx="9511">
                  <c:v>99.54</c:v>
                </c:pt>
                <c:pt idx="9512">
                  <c:v>100.089</c:v>
                </c:pt>
                <c:pt idx="9513">
                  <c:v>100.22799999999999</c:v>
                </c:pt>
              </c:numCache>
            </c:numRef>
          </c:val>
          <c:smooth val="0"/>
          <c:extLst>
            <c:ext xmlns:c16="http://schemas.microsoft.com/office/drawing/2014/chart" uri="{C3380CC4-5D6E-409C-BE32-E72D297353CC}">
              <c16:uniqueId val="{00000000-E4BA-4E95-AACD-B072E2A5189E}"/>
            </c:ext>
          </c:extLst>
        </c:ser>
        <c:ser>
          <c:idx val="1"/>
          <c:order val="1"/>
          <c:tx>
            <c:strRef>
              <c:f>'DXY, bond yield, USDJPY spot'!$C$2</c:f>
              <c:strCache>
                <c:ptCount val="1"/>
                <c:pt idx="0">
                  <c:v>美元兑日元汇率</c:v>
                </c:pt>
              </c:strCache>
            </c:strRef>
          </c:tx>
          <c:spPr>
            <a:ln w="15875" cap="rnd">
              <a:solidFill>
                <a:srgbClr val="000000">
                  <a:lumMod val="65000"/>
                  <a:lumOff val="35000"/>
                </a:srgbClr>
              </a:solidFill>
              <a:round/>
            </a:ln>
            <a:effectLst/>
          </c:spPr>
          <c:marker>
            <c:symbol val="none"/>
          </c:marker>
          <c:cat>
            <c:numRef>
              <c:f>'DXY, bond yield, USDJPY spot'!$A$2612:$A$12125</c:f>
              <c:numCache>
                <c:formatCode>m/d/yyyy</c:formatCode>
                <c:ptCount val="9514"/>
                <c:pt idx="0">
                  <c:v>32874</c:v>
                </c:pt>
                <c:pt idx="1">
                  <c:v>32875</c:v>
                </c:pt>
                <c:pt idx="2">
                  <c:v>32876</c:v>
                </c:pt>
                <c:pt idx="3">
                  <c:v>32877</c:v>
                </c:pt>
                <c:pt idx="4">
                  <c:v>32878</c:v>
                </c:pt>
                <c:pt idx="5">
                  <c:v>32881</c:v>
                </c:pt>
                <c:pt idx="6">
                  <c:v>32882</c:v>
                </c:pt>
                <c:pt idx="7">
                  <c:v>32883</c:v>
                </c:pt>
                <c:pt idx="8">
                  <c:v>32884</c:v>
                </c:pt>
                <c:pt idx="9">
                  <c:v>32885</c:v>
                </c:pt>
                <c:pt idx="10">
                  <c:v>32888</c:v>
                </c:pt>
                <c:pt idx="11">
                  <c:v>32889</c:v>
                </c:pt>
                <c:pt idx="12">
                  <c:v>32890</c:v>
                </c:pt>
                <c:pt idx="13">
                  <c:v>32891</c:v>
                </c:pt>
                <c:pt idx="14">
                  <c:v>32892</c:v>
                </c:pt>
                <c:pt idx="15">
                  <c:v>32895</c:v>
                </c:pt>
                <c:pt idx="16">
                  <c:v>32896</c:v>
                </c:pt>
                <c:pt idx="17">
                  <c:v>32897</c:v>
                </c:pt>
                <c:pt idx="18">
                  <c:v>32898</c:v>
                </c:pt>
                <c:pt idx="19">
                  <c:v>32899</c:v>
                </c:pt>
                <c:pt idx="20">
                  <c:v>32902</c:v>
                </c:pt>
                <c:pt idx="21">
                  <c:v>32903</c:v>
                </c:pt>
                <c:pt idx="22">
                  <c:v>32904</c:v>
                </c:pt>
                <c:pt idx="23">
                  <c:v>32905</c:v>
                </c:pt>
                <c:pt idx="24">
                  <c:v>32906</c:v>
                </c:pt>
                <c:pt idx="25">
                  <c:v>32909</c:v>
                </c:pt>
                <c:pt idx="26">
                  <c:v>32910</c:v>
                </c:pt>
                <c:pt idx="27">
                  <c:v>32911</c:v>
                </c:pt>
                <c:pt idx="28">
                  <c:v>32912</c:v>
                </c:pt>
                <c:pt idx="29">
                  <c:v>32913</c:v>
                </c:pt>
                <c:pt idx="30">
                  <c:v>32916</c:v>
                </c:pt>
                <c:pt idx="31">
                  <c:v>32917</c:v>
                </c:pt>
                <c:pt idx="32">
                  <c:v>32918</c:v>
                </c:pt>
                <c:pt idx="33">
                  <c:v>32919</c:v>
                </c:pt>
                <c:pt idx="34">
                  <c:v>32920</c:v>
                </c:pt>
                <c:pt idx="35">
                  <c:v>32923</c:v>
                </c:pt>
                <c:pt idx="36">
                  <c:v>32924</c:v>
                </c:pt>
                <c:pt idx="37">
                  <c:v>32925</c:v>
                </c:pt>
                <c:pt idx="38">
                  <c:v>32926</c:v>
                </c:pt>
                <c:pt idx="39">
                  <c:v>32927</c:v>
                </c:pt>
                <c:pt idx="40">
                  <c:v>32930</c:v>
                </c:pt>
                <c:pt idx="41">
                  <c:v>32931</c:v>
                </c:pt>
                <c:pt idx="42">
                  <c:v>32932</c:v>
                </c:pt>
                <c:pt idx="43">
                  <c:v>32933</c:v>
                </c:pt>
                <c:pt idx="44">
                  <c:v>32934</c:v>
                </c:pt>
                <c:pt idx="45">
                  <c:v>32937</c:v>
                </c:pt>
                <c:pt idx="46">
                  <c:v>32938</c:v>
                </c:pt>
                <c:pt idx="47">
                  <c:v>32939</c:v>
                </c:pt>
                <c:pt idx="48">
                  <c:v>32940</c:v>
                </c:pt>
                <c:pt idx="49">
                  <c:v>32941</c:v>
                </c:pt>
                <c:pt idx="50">
                  <c:v>32944</c:v>
                </c:pt>
                <c:pt idx="51">
                  <c:v>32945</c:v>
                </c:pt>
                <c:pt idx="52">
                  <c:v>32946</c:v>
                </c:pt>
                <c:pt idx="53">
                  <c:v>32947</c:v>
                </c:pt>
                <c:pt idx="54">
                  <c:v>32948</c:v>
                </c:pt>
                <c:pt idx="55">
                  <c:v>32951</c:v>
                </c:pt>
                <c:pt idx="56">
                  <c:v>32952</c:v>
                </c:pt>
                <c:pt idx="57">
                  <c:v>32953</c:v>
                </c:pt>
                <c:pt idx="58">
                  <c:v>32954</c:v>
                </c:pt>
                <c:pt idx="59">
                  <c:v>32955</c:v>
                </c:pt>
                <c:pt idx="60">
                  <c:v>32958</c:v>
                </c:pt>
                <c:pt idx="61">
                  <c:v>32959</c:v>
                </c:pt>
                <c:pt idx="62">
                  <c:v>32960</c:v>
                </c:pt>
                <c:pt idx="63">
                  <c:v>32961</c:v>
                </c:pt>
                <c:pt idx="64">
                  <c:v>32962</c:v>
                </c:pt>
                <c:pt idx="65">
                  <c:v>32965</c:v>
                </c:pt>
                <c:pt idx="66">
                  <c:v>32966</c:v>
                </c:pt>
                <c:pt idx="67">
                  <c:v>32967</c:v>
                </c:pt>
                <c:pt idx="68">
                  <c:v>32968</c:v>
                </c:pt>
                <c:pt idx="69">
                  <c:v>32969</c:v>
                </c:pt>
                <c:pt idx="70">
                  <c:v>32972</c:v>
                </c:pt>
                <c:pt idx="71">
                  <c:v>32973</c:v>
                </c:pt>
                <c:pt idx="72">
                  <c:v>32974</c:v>
                </c:pt>
                <c:pt idx="73">
                  <c:v>32975</c:v>
                </c:pt>
                <c:pt idx="74">
                  <c:v>32976</c:v>
                </c:pt>
                <c:pt idx="75">
                  <c:v>32979</c:v>
                </c:pt>
                <c:pt idx="76">
                  <c:v>32980</c:v>
                </c:pt>
                <c:pt idx="77">
                  <c:v>32981</c:v>
                </c:pt>
                <c:pt idx="78">
                  <c:v>32982</c:v>
                </c:pt>
                <c:pt idx="79">
                  <c:v>32983</c:v>
                </c:pt>
                <c:pt idx="80">
                  <c:v>32986</c:v>
                </c:pt>
                <c:pt idx="81">
                  <c:v>32987</c:v>
                </c:pt>
                <c:pt idx="82">
                  <c:v>32988</c:v>
                </c:pt>
                <c:pt idx="83">
                  <c:v>32989</c:v>
                </c:pt>
                <c:pt idx="84">
                  <c:v>32990</c:v>
                </c:pt>
                <c:pt idx="85">
                  <c:v>32993</c:v>
                </c:pt>
                <c:pt idx="86">
                  <c:v>32994</c:v>
                </c:pt>
                <c:pt idx="87">
                  <c:v>32995</c:v>
                </c:pt>
                <c:pt idx="88">
                  <c:v>32996</c:v>
                </c:pt>
                <c:pt idx="89">
                  <c:v>32997</c:v>
                </c:pt>
                <c:pt idx="90">
                  <c:v>33000</c:v>
                </c:pt>
                <c:pt idx="91">
                  <c:v>33001</c:v>
                </c:pt>
                <c:pt idx="92">
                  <c:v>33002</c:v>
                </c:pt>
                <c:pt idx="93">
                  <c:v>33003</c:v>
                </c:pt>
                <c:pt idx="94">
                  <c:v>33004</c:v>
                </c:pt>
                <c:pt idx="95">
                  <c:v>33007</c:v>
                </c:pt>
                <c:pt idx="96">
                  <c:v>33008</c:v>
                </c:pt>
                <c:pt idx="97">
                  <c:v>33009</c:v>
                </c:pt>
                <c:pt idx="98">
                  <c:v>33010</c:v>
                </c:pt>
                <c:pt idx="99">
                  <c:v>33011</c:v>
                </c:pt>
                <c:pt idx="100">
                  <c:v>33014</c:v>
                </c:pt>
                <c:pt idx="101">
                  <c:v>33015</c:v>
                </c:pt>
                <c:pt idx="102">
                  <c:v>33016</c:v>
                </c:pt>
                <c:pt idx="103">
                  <c:v>33017</c:v>
                </c:pt>
                <c:pt idx="104">
                  <c:v>33018</c:v>
                </c:pt>
                <c:pt idx="105">
                  <c:v>33021</c:v>
                </c:pt>
                <c:pt idx="106">
                  <c:v>33022</c:v>
                </c:pt>
                <c:pt idx="107">
                  <c:v>33023</c:v>
                </c:pt>
                <c:pt idx="108">
                  <c:v>33024</c:v>
                </c:pt>
                <c:pt idx="109">
                  <c:v>33025</c:v>
                </c:pt>
                <c:pt idx="110">
                  <c:v>33028</c:v>
                </c:pt>
                <c:pt idx="111">
                  <c:v>33029</c:v>
                </c:pt>
                <c:pt idx="112">
                  <c:v>33030</c:v>
                </c:pt>
                <c:pt idx="113">
                  <c:v>33031</c:v>
                </c:pt>
                <c:pt idx="114">
                  <c:v>33032</c:v>
                </c:pt>
                <c:pt idx="115">
                  <c:v>33035</c:v>
                </c:pt>
                <c:pt idx="116">
                  <c:v>33036</c:v>
                </c:pt>
                <c:pt idx="117">
                  <c:v>33037</c:v>
                </c:pt>
                <c:pt idx="118">
                  <c:v>33038</c:v>
                </c:pt>
                <c:pt idx="119">
                  <c:v>33039</c:v>
                </c:pt>
                <c:pt idx="120">
                  <c:v>33042</c:v>
                </c:pt>
                <c:pt idx="121">
                  <c:v>33043</c:v>
                </c:pt>
                <c:pt idx="122">
                  <c:v>33044</c:v>
                </c:pt>
                <c:pt idx="123">
                  <c:v>33045</c:v>
                </c:pt>
                <c:pt idx="124">
                  <c:v>33046</c:v>
                </c:pt>
                <c:pt idx="125">
                  <c:v>33049</c:v>
                </c:pt>
                <c:pt idx="126">
                  <c:v>33050</c:v>
                </c:pt>
                <c:pt idx="127">
                  <c:v>33051</c:v>
                </c:pt>
                <c:pt idx="128">
                  <c:v>33052</c:v>
                </c:pt>
                <c:pt idx="129">
                  <c:v>33053</c:v>
                </c:pt>
                <c:pt idx="130">
                  <c:v>33056</c:v>
                </c:pt>
                <c:pt idx="131">
                  <c:v>33057</c:v>
                </c:pt>
                <c:pt idx="132">
                  <c:v>33058</c:v>
                </c:pt>
                <c:pt idx="133">
                  <c:v>33059</c:v>
                </c:pt>
                <c:pt idx="134">
                  <c:v>33060</c:v>
                </c:pt>
                <c:pt idx="135">
                  <c:v>33063</c:v>
                </c:pt>
                <c:pt idx="136">
                  <c:v>33064</c:v>
                </c:pt>
                <c:pt idx="137">
                  <c:v>33065</c:v>
                </c:pt>
                <c:pt idx="138">
                  <c:v>33066</c:v>
                </c:pt>
                <c:pt idx="139">
                  <c:v>33067</c:v>
                </c:pt>
                <c:pt idx="140">
                  <c:v>33070</c:v>
                </c:pt>
                <c:pt idx="141">
                  <c:v>33071</c:v>
                </c:pt>
                <c:pt idx="142">
                  <c:v>33072</c:v>
                </c:pt>
                <c:pt idx="143">
                  <c:v>33073</c:v>
                </c:pt>
                <c:pt idx="144">
                  <c:v>33074</c:v>
                </c:pt>
                <c:pt idx="145">
                  <c:v>33077</c:v>
                </c:pt>
                <c:pt idx="146">
                  <c:v>33078</c:v>
                </c:pt>
                <c:pt idx="147">
                  <c:v>33079</c:v>
                </c:pt>
                <c:pt idx="148">
                  <c:v>33080</c:v>
                </c:pt>
                <c:pt idx="149">
                  <c:v>33081</c:v>
                </c:pt>
                <c:pt idx="150">
                  <c:v>33084</c:v>
                </c:pt>
                <c:pt idx="151">
                  <c:v>33085</c:v>
                </c:pt>
                <c:pt idx="152">
                  <c:v>33086</c:v>
                </c:pt>
                <c:pt idx="153">
                  <c:v>33087</c:v>
                </c:pt>
                <c:pt idx="154">
                  <c:v>33088</c:v>
                </c:pt>
                <c:pt idx="155">
                  <c:v>33091</c:v>
                </c:pt>
                <c:pt idx="156">
                  <c:v>33092</c:v>
                </c:pt>
                <c:pt idx="157">
                  <c:v>33093</c:v>
                </c:pt>
                <c:pt idx="158">
                  <c:v>33094</c:v>
                </c:pt>
                <c:pt idx="159">
                  <c:v>33095</c:v>
                </c:pt>
                <c:pt idx="160">
                  <c:v>33098</c:v>
                </c:pt>
                <c:pt idx="161">
                  <c:v>33099</c:v>
                </c:pt>
                <c:pt idx="162">
                  <c:v>33100</c:v>
                </c:pt>
                <c:pt idx="163">
                  <c:v>33101</c:v>
                </c:pt>
                <c:pt idx="164">
                  <c:v>33102</c:v>
                </c:pt>
                <c:pt idx="165">
                  <c:v>33105</c:v>
                </c:pt>
                <c:pt idx="166">
                  <c:v>33106</c:v>
                </c:pt>
                <c:pt idx="167">
                  <c:v>33107</c:v>
                </c:pt>
                <c:pt idx="168">
                  <c:v>33108</c:v>
                </c:pt>
                <c:pt idx="169">
                  <c:v>33109</c:v>
                </c:pt>
                <c:pt idx="170">
                  <c:v>33112</c:v>
                </c:pt>
                <c:pt idx="171">
                  <c:v>33113</c:v>
                </c:pt>
                <c:pt idx="172">
                  <c:v>33114</c:v>
                </c:pt>
                <c:pt idx="173">
                  <c:v>33115</c:v>
                </c:pt>
                <c:pt idx="174">
                  <c:v>33116</c:v>
                </c:pt>
                <c:pt idx="175">
                  <c:v>33119</c:v>
                </c:pt>
                <c:pt idx="176">
                  <c:v>33120</c:v>
                </c:pt>
                <c:pt idx="177">
                  <c:v>33121</c:v>
                </c:pt>
                <c:pt idx="178">
                  <c:v>33122</c:v>
                </c:pt>
                <c:pt idx="179">
                  <c:v>33123</c:v>
                </c:pt>
                <c:pt idx="180">
                  <c:v>33126</c:v>
                </c:pt>
                <c:pt idx="181">
                  <c:v>33127</c:v>
                </c:pt>
                <c:pt idx="182">
                  <c:v>33128</c:v>
                </c:pt>
                <c:pt idx="183">
                  <c:v>33129</c:v>
                </c:pt>
                <c:pt idx="184">
                  <c:v>33130</c:v>
                </c:pt>
                <c:pt idx="185">
                  <c:v>33133</c:v>
                </c:pt>
                <c:pt idx="186">
                  <c:v>33134</c:v>
                </c:pt>
                <c:pt idx="187">
                  <c:v>33135</c:v>
                </c:pt>
                <c:pt idx="188">
                  <c:v>33136</c:v>
                </c:pt>
                <c:pt idx="189">
                  <c:v>33137</c:v>
                </c:pt>
                <c:pt idx="190">
                  <c:v>33140</c:v>
                </c:pt>
                <c:pt idx="191">
                  <c:v>33141</c:v>
                </c:pt>
                <c:pt idx="192">
                  <c:v>33142</c:v>
                </c:pt>
                <c:pt idx="193">
                  <c:v>33143</c:v>
                </c:pt>
                <c:pt idx="194">
                  <c:v>33144</c:v>
                </c:pt>
                <c:pt idx="195">
                  <c:v>33147</c:v>
                </c:pt>
                <c:pt idx="196">
                  <c:v>33148</c:v>
                </c:pt>
                <c:pt idx="197">
                  <c:v>33149</c:v>
                </c:pt>
                <c:pt idx="198">
                  <c:v>33150</c:v>
                </c:pt>
                <c:pt idx="199">
                  <c:v>33151</c:v>
                </c:pt>
                <c:pt idx="200">
                  <c:v>33154</c:v>
                </c:pt>
                <c:pt idx="201">
                  <c:v>33155</c:v>
                </c:pt>
                <c:pt idx="202">
                  <c:v>33156</c:v>
                </c:pt>
                <c:pt idx="203">
                  <c:v>33157</c:v>
                </c:pt>
                <c:pt idx="204">
                  <c:v>33158</c:v>
                </c:pt>
                <c:pt idx="205">
                  <c:v>33161</c:v>
                </c:pt>
                <c:pt idx="206">
                  <c:v>33162</c:v>
                </c:pt>
                <c:pt idx="207">
                  <c:v>33163</c:v>
                </c:pt>
                <c:pt idx="208">
                  <c:v>33164</c:v>
                </c:pt>
                <c:pt idx="209">
                  <c:v>33165</c:v>
                </c:pt>
                <c:pt idx="210">
                  <c:v>33168</c:v>
                </c:pt>
                <c:pt idx="211">
                  <c:v>33169</c:v>
                </c:pt>
                <c:pt idx="212">
                  <c:v>33170</c:v>
                </c:pt>
                <c:pt idx="213">
                  <c:v>33171</c:v>
                </c:pt>
                <c:pt idx="214">
                  <c:v>33172</c:v>
                </c:pt>
                <c:pt idx="215">
                  <c:v>33175</c:v>
                </c:pt>
                <c:pt idx="216">
                  <c:v>33176</c:v>
                </c:pt>
                <c:pt idx="217">
                  <c:v>33177</c:v>
                </c:pt>
                <c:pt idx="218">
                  <c:v>33178</c:v>
                </c:pt>
                <c:pt idx="219">
                  <c:v>33179</c:v>
                </c:pt>
                <c:pt idx="220">
                  <c:v>33182</c:v>
                </c:pt>
                <c:pt idx="221">
                  <c:v>33183</c:v>
                </c:pt>
                <c:pt idx="222">
                  <c:v>33184</c:v>
                </c:pt>
                <c:pt idx="223">
                  <c:v>33185</c:v>
                </c:pt>
                <c:pt idx="224">
                  <c:v>33186</c:v>
                </c:pt>
                <c:pt idx="225">
                  <c:v>33189</c:v>
                </c:pt>
                <c:pt idx="226">
                  <c:v>33190</c:v>
                </c:pt>
                <c:pt idx="227">
                  <c:v>33191</c:v>
                </c:pt>
                <c:pt idx="228">
                  <c:v>33192</c:v>
                </c:pt>
                <c:pt idx="229">
                  <c:v>33193</c:v>
                </c:pt>
                <c:pt idx="230">
                  <c:v>33196</c:v>
                </c:pt>
                <c:pt idx="231">
                  <c:v>33197</c:v>
                </c:pt>
                <c:pt idx="232">
                  <c:v>33198</c:v>
                </c:pt>
                <c:pt idx="233">
                  <c:v>33199</c:v>
                </c:pt>
                <c:pt idx="234">
                  <c:v>33200</c:v>
                </c:pt>
                <c:pt idx="235">
                  <c:v>33203</c:v>
                </c:pt>
                <c:pt idx="236">
                  <c:v>33204</c:v>
                </c:pt>
                <c:pt idx="237">
                  <c:v>33205</c:v>
                </c:pt>
                <c:pt idx="238">
                  <c:v>33206</c:v>
                </c:pt>
                <c:pt idx="239">
                  <c:v>33207</c:v>
                </c:pt>
                <c:pt idx="240">
                  <c:v>33210</c:v>
                </c:pt>
                <c:pt idx="241">
                  <c:v>33211</c:v>
                </c:pt>
                <c:pt idx="242">
                  <c:v>33212</c:v>
                </c:pt>
                <c:pt idx="243">
                  <c:v>33213</c:v>
                </c:pt>
                <c:pt idx="244">
                  <c:v>33214</c:v>
                </c:pt>
                <c:pt idx="245">
                  <c:v>33217</c:v>
                </c:pt>
                <c:pt idx="246">
                  <c:v>33218</c:v>
                </c:pt>
                <c:pt idx="247">
                  <c:v>33219</c:v>
                </c:pt>
                <c:pt idx="248">
                  <c:v>33220</c:v>
                </c:pt>
                <c:pt idx="249">
                  <c:v>33221</c:v>
                </c:pt>
                <c:pt idx="250">
                  <c:v>33224</c:v>
                </c:pt>
                <c:pt idx="251">
                  <c:v>33225</c:v>
                </c:pt>
                <c:pt idx="252">
                  <c:v>33226</c:v>
                </c:pt>
                <c:pt idx="253">
                  <c:v>33227</c:v>
                </c:pt>
                <c:pt idx="254">
                  <c:v>33228</c:v>
                </c:pt>
                <c:pt idx="255">
                  <c:v>33231</c:v>
                </c:pt>
                <c:pt idx="256">
                  <c:v>33232</c:v>
                </c:pt>
                <c:pt idx="257">
                  <c:v>33233</c:v>
                </c:pt>
                <c:pt idx="258">
                  <c:v>33234</c:v>
                </c:pt>
                <c:pt idx="259">
                  <c:v>33235</c:v>
                </c:pt>
                <c:pt idx="260">
                  <c:v>33238</c:v>
                </c:pt>
                <c:pt idx="261">
                  <c:v>33239</c:v>
                </c:pt>
                <c:pt idx="262">
                  <c:v>33240</c:v>
                </c:pt>
                <c:pt idx="263">
                  <c:v>33241</c:v>
                </c:pt>
                <c:pt idx="264">
                  <c:v>33242</c:v>
                </c:pt>
                <c:pt idx="265">
                  <c:v>33245</c:v>
                </c:pt>
                <c:pt idx="266">
                  <c:v>33246</c:v>
                </c:pt>
                <c:pt idx="267">
                  <c:v>33247</c:v>
                </c:pt>
                <c:pt idx="268">
                  <c:v>33248</c:v>
                </c:pt>
                <c:pt idx="269">
                  <c:v>33249</c:v>
                </c:pt>
                <c:pt idx="270">
                  <c:v>33252</c:v>
                </c:pt>
                <c:pt idx="271">
                  <c:v>33253</c:v>
                </c:pt>
                <c:pt idx="272">
                  <c:v>33254</c:v>
                </c:pt>
                <c:pt idx="273">
                  <c:v>33255</c:v>
                </c:pt>
                <c:pt idx="274">
                  <c:v>33256</c:v>
                </c:pt>
                <c:pt idx="275">
                  <c:v>33259</c:v>
                </c:pt>
                <c:pt idx="276">
                  <c:v>33260</c:v>
                </c:pt>
                <c:pt idx="277">
                  <c:v>33261</c:v>
                </c:pt>
                <c:pt idx="278">
                  <c:v>33262</c:v>
                </c:pt>
                <c:pt idx="279">
                  <c:v>33263</c:v>
                </c:pt>
                <c:pt idx="280">
                  <c:v>33266</c:v>
                </c:pt>
                <c:pt idx="281">
                  <c:v>33267</c:v>
                </c:pt>
                <c:pt idx="282">
                  <c:v>33268</c:v>
                </c:pt>
                <c:pt idx="283">
                  <c:v>33269</c:v>
                </c:pt>
                <c:pt idx="284">
                  <c:v>33270</c:v>
                </c:pt>
                <c:pt idx="285">
                  <c:v>33273</c:v>
                </c:pt>
                <c:pt idx="286">
                  <c:v>33274</c:v>
                </c:pt>
                <c:pt idx="287">
                  <c:v>33275</c:v>
                </c:pt>
                <c:pt idx="288">
                  <c:v>33276</c:v>
                </c:pt>
                <c:pt idx="289">
                  <c:v>33277</c:v>
                </c:pt>
                <c:pt idx="290">
                  <c:v>33280</c:v>
                </c:pt>
                <c:pt idx="291">
                  <c:v>33281</c:v>
                </c:pt>
                <c:pt idx="292">
                  <c:v>33282</c:v>
                </c:pt>
                <c:pt idx="293">
                  <c:v>33283</c:v>
                </c:pt>
                <c:pt idx="294">
                  <c:v>33284</c:v>
                </c:pt>
                <c:pt idx="295">
                  <c:v>33287</c:v>
                </c:pt>
                <c:pt idx="296">
                  <c:v>33288</c:v>
                </c:pt>
                <c:pt idx="297">
                  <c:v>33289</c:v>
                </c:pt>
                <c:pt idx="298">
                  <c:v>33290</c:v>
                </c:pt>
                <c:pt idx="299">
                  <c:v>33291</c:v>
                </c:pt>
                <c:pt idx="300">
                  <c:v>33294</c:v>
                </c:pt>
                <c:pt idx="301">
                  <c:v>33295</c:v>
                </c:pt>
                <c:pt idx="302">
                  <c:v>33296</c:v>
                </c:pt>
                <c:pt idx="303">
                  <c:v>33297</c:v>
                </c:pt>
                <c:pt idx="304">
                  <c:v>33298</c:v>
                </c:pt>
                <c:pt idx="305">
                  <c:v>33301</c:v>
                </c:pt>
                <c:pt idx="306">
                  <c:v>33302</c:v>
                </c:pt>
                <c:pt idx="307">
                  <c:v>33303</c:v>
                </c:pt>
                <c:pt idx="308">
                  <c:v>33304</c:v>
                </c:pt>
                <c:pt idx="309">
                  <c:v>33305</c:v>
                </c:pt>
                <c:pt idx="310">
                  <c:v>33308</c:v>
                </c:pt>
                <c:pt idx="311">
                  <c:v>33309</c:v>
                </c:pt>
                <c:pt idx="312">
                  <c:v>33310</c:v>
                </c:pt>
                <c:pt idx="313">
                  <c:v>33311</c:v>
                </c:pt>
                <c:pt idx="314">
                  <c:v>33312</c:v>
                </c:pt>
                <c:pt idx="315">
                  <c:v>33315</c:v>
                </c:pt>
                <c:pt idx="316">
                  <c:v>33316</c:v>
                </c:pt>
                <c:pt idx="317">
                  <c:v>33317</c:v>
                </c:pt>
                <c:pt idx="318">
                  <c:v>33318</c:v>
                </c:pt>
                <c:pt idx="319">
                  <c:v>33319</c:v>
                </c:pt>
                <c:pt idx="320">
                  <c:v>33322</c:v>
                </c:pt>
                <c:pt idx="321">
                  <c:v>33323</c:v>
                </c:pt>
                <c:pt idx="322">
                  <c:v>33324</c:v>
                </c:pt>
                <c:pt idx="323">
                  <c:v>33325</c:v>
                </c:pt>
                <c:pt idx="324">
                  <c:v>33326</c:v>
                </c:pt>
                <c:pt idx="325">
                  <c:v>33329</c:v>
                </c:pt>
                <c:pt idx="326">
                  <c:v>33330</c:v>
                </c:pt>
                <c:pt idx="327">
                  <c:v>33331</c:v>
                </c:pt>
                <c:pt idx="328">
                  <c:v>33332</c:v>
                </c:pt>
                <c:pt idx="329">
                  <c:v>33333</c:v>
                </c:pt>
                <c:pt idx="330">
                  <c:v>33336</c:v>
                </c:pt>
                <c:pt idx="331">
                  <c:v>33337</c:v>
                </c:pt>
                <c:pt idx="332">
                  <c:v>33338</c:v>
                </c:pt>
                <c:pt idx="333">
                  <c:v>33339</c:v>
                </c:pt>
                <c:pt idx="334">
                  <c:v>33340</c:v>
                </c:pt>
                <c:pt idx="335">
                  <c:v>33343</c:v>
                </c:pt>
                <c:pt idx="336">
                  <c:v>33344</c:v>
                </c:pt>
                <c:pt idx="337">
                  <c:v>33345</c:v>
                </c:pt>
                <c:pt idx="338">
                  <c:v>33346</c:v>
                </c:pt>
                <c:pt idx="339">
                  <c:v>33347</c:v>
                </c:pt>
                <c:pt idx="340">
                  <c:v>33350</c:v>
                </c:pt>
                <c:pt idx="341">
                  <c:v>33351</c:v>
                </c:pt>
                <c:pt idx="342">
                  <c:v>33352</c:v>
                </c:pt>
                <c:pt idx="343">
                  <c:v>33353</c:v>
                </c:pt>
                <c:pt idx="344">
                  <c:v>33354</c:v>
                </c:pt>
                <c:pt idx="345">
                  <c:v>33357</c:v>
                </c:pt>
                <c:pt idx="346">
                  <c:v>33358</c:v>
                </c:pt>
                <c:pt idx="347">
                  <c:v>33359</c:v>
                </c:pt>
                <c:pt idx="348">
                  <c:v>33360</c:v>
                </c:pt>
                <c:pt idx="349">
                  <c:v>33361</c:v>
                </c:pt>
                <c:pt idx="350">
                  <c:v>33364</c:v>
                </c:pt>
                <c:pt idx="351">
                  <c:v>33365</c:v>
                </c:pt>
                <c:pt idx="352">
                  <c:v>33366</c:v>
                </c:pt>
                <c:pt idx="353">
                  <c:v>33367</c:v>
                </c:pt>
                <c:pt idx="354">
                  <c:v>33368</c:v>
                </c:pt>
                <c:pt idx="355">
                  <c:v>33371</c:v>
                </c:pt>
                <c:pt idx="356">
                  <c:v>33372</c:v>
                </c:pt>
                <c:pt idx="357">
                  <c:v>33373</c:v>
                </c:pt>
                <c:pt idx="358">
                  <c:v>33374</c:v>
                </c:pt>
                <c:pt idx="359">
                  <c:v>33375</c:v>
                </c:pt>
                <c:pt idx="360">
                  <c:v>33378</c:v>
                </c:pt>
                <c:pt idx="361">
                  <c:v>33379</c:v>
                </c:pt>
                <c:pt idx="362">
                  <c:v>33380</c:v>
                </c:pt>
                <c:pt idx="363">
                  <c:v>33381</c:v>
                </c:pt>
                <c:pt idx="364">
                  <c:v>33382</c:v>
                </c:pt>
                <c:pt idx="365">
                  <c:v>33385</c:v>
                </c:pt>
                <c:pt idx="366">
                  <c:v>33386</c:v>
                </c:pt>
                <c:pt idx="367">
                  <c:v>33387</c:v>
                </c:pt>
                <c:pt idx="368">
                  <c:v>33388</c:v>
                </c:pt>
                <c:pt idx="369">
                  <c:v>33389</c:v>
                </c:pt>
                <c:pt idx="370">
                  <c:v>33392</c:v>
                </c:pt>
                <c:pt idx="371">
                  <c:v>33393</c:v>
                </c:pt>
                <c:pt idx="372">
                  <c:v>33394</c:v>
                </c:pt>
                <c:pt idx="373">
                  <c:v>33395</c:v>
                </c:pt>
                <c:pt idx="374">
                  <c:v>33396</c:v>
                </c:pt>
                <c:pt idx="375">
                  <c:v>33399</c:v>
                </c:pt>
                <c:pt idx="376">
                  <c:v>33400</c:v>
                </c:pt>
                <c:pt idx="377">
                  <c:v>33401</c:v>
                </c:pt>
                <c:pt idx="378">
                  <c:v>33402</c:v>
                </c:pt>
                <c:pt idx="379">
                  <c:v>33403</c:v>
                </c:pt>
                <c:pt idx="380">
                  <c:v>33406</c:v>
                </c:pt>
                <c:pt idx="381">
                  <c:v>33407</c:v>
                </c:pt>
                <c:pt idx="382">
                  <c:v>33408</c:v>
                </c:pt>
                <c:pt idx="383">
                  <c:v>33409</c:v>
                </c:pt>
                <c:pt idx="384">
                  <c:v>33410</c:v>
                </c:pt>
                <c:pt idx="385">
                  <c:v>33413</c:v>
                </c:pt>
                <c:pt idx="386">
                  <c:v>33414</c:v>
                </c:pt>
                <c:pt idx="387">
                  <c:v>33415</c:v>
                </c:pt>
                <c:pt idx="388">
                  <c:v>33416</c:v>
                </c:pt>
                <c:pt idx="389">
                  <c:v>33417</c:v>
                </c:pt>
                <c:pt idx="390">
                  <c:v>33420</c:v>
                </c:pt>
                <c:pt idx="391">
                  <c:v>33421</c:v>
                </c:pt>
                <c:pt idx="392">
                  <c:v>33422</c:v>
                </c:pt>
                <c:pt idx="393">
                  <c:v>33423</c:v>
                </c:pt>
                <c:pt idx="394">
                  <c:v>33424</c:v>
                </c:pt>
                <c:pt idx="395">
                  <c:v>33427</c:v>
                </c:pt>
                <c:pt idx="396">
                  <c:v>33428</c:v>
                </c:pt>
                <c:pt idx="397">
                  <c:v>33429</c:v>
                </c:pt>
                <c:pt idx="398">
                  <c:v>33430</c:v>
                </c:pt>
                <c:pt idx="399">
                  <c:v>33431</c:v>
                </c:pt>
                <c:pt idx="400">
                  <c:v>33434</c:v>
                </c:pt>
                <c:pt idx="401">
                  <c:v>33435</c:v>
                </c:pt>
                <c:pt idx="402">
                  <c:v>33436</c:v>
                </c:pt>
                <c:pt idx="403">
                  <c:v>33437</c:v>
                </c:pt>
                <c:pt idx="404">
                  <c:v>33438</c:v>
                </c:pt>
                <c:pt idx="405">
                  <c:v>33441</c:v>
                </c:pt>
                <c:pt idx="406">
                  <c:v>33442</c:v>
                </c:pt>
                <c:pt idx="407">
                  <c:v>33443</c:v>
                </c:pt>
                <c:pt idx="408">
                  <c:v>33444</c:v>
                </c:pt>
                <c:pt idx="409">
                  <c:v>33445</c:v>
                </c:pt>
                <c:pt idx="410">
                  <c:v>33448</c:v>
                </c:pt>
                <c:pt idx="411">
                  <c:v>33449</c:v>
                </c:pt>
                <c:pt idx="412">
                  <c:v>33450</c:v>
                </c:pt>
                <c:pt idx="413">
                  <c:v>33451</c:v>
                </c:pt>
                <c:pt idx="414">
                  <c:v>33452</c:v>
                </c:pt>
                <c:pt idx="415">
                  <c:v>33455</c:v>
                </c:pt>
                <c:pt idx="416">
                  <c:v>33456</c:v>
                </c:pt>
                <c:pt idx="417">
                  <c:v>33457</c:v>
                </c:pt>
                <c:pt idx="418">
                  <c:v>33458</c:v>
                </c:pt>
                <c:pt idx="419">
                  <c:v>33459</c:v>
                </c:pt>
                <c:pt idx="420">
                  <c:v>33462</c:v>
                </c:pt>
                <c:pt idx="421">
                  <c:v>33463</c:v>
                </c:pt>
                <c:pt idx="422">
                  <c:v>33464</c:v>
                </c:pt>
                <c:pt idx="423">
                  <c:v>33465</c:v>
                </c:pt>
                <c:pt idx="424">
                  <c:v>33466</c:v>
                </c:pt>
                <c:pt idx="425">
                  <c:v>33469</c:v>
                </c:pt>
                <c:pt idx="426">
                  <c:v>33470</c:v>
                </c:pt>
                <c:pt idx="427">
                  <c:v>33471</c:v>
                </c:pt>
                <c:pt idx="428">
                  <c:v>33472</c:v>
                </c:pt>
                <c:pt idx="429">
                  <c:v>33473</c:v>
                </c:pt>
                <c:pt idx="430">
                  <c:v>33476</c:v>
                </c:pt>
                <c:pt idx="431">
                  <c:v>33477</c:v>
                </c:pt>
                <c:pt idx="432">
                  <c:v>33478</c:v>
                </c:pt>
                <c:pt idx="433">
                  <c:v>33479</c:v>
                </c:pt>
                <c:pt idx="434">
                  <c:v>33480</c:v>
                </c:pt>
                <c:pt idx="435">
                  <c:v>33483</c:v>
                </c:pt>
                <c:pt idx="436">
                  <c:v>33484</c:v>
                </c:pt>
                <c:pt idx="437">
                  <c:v>33485</c:v>
                </c:pt>
                <c:pt idx="438">
                  <c:v>33486</c:v>
                </c:pt>
                <c:pt idx="439">
                  <c:v>33487</c:v>
                </c:pt>
                <c:pt idx="440">
                  <c:v>33490</c:v>
                </c:pt>
                <c:pt idx="441">
                  <c:v>33491</c:v>
                </c:pt>
                <c:pt idx="442">
                  <c:v>33492</c:v>
                </c:pt>
                <c:pt idx="443">
                  <c:v>33493</c:v>
                </c:pt>
                <c:pt idx="444">
                  <c:v>33494</c:v>
                </c:pt>
                <c:pt idx="445">
                  <c:v>33497</c:v>
                </c:pt>
                <c:pt idx="446">
                  <c:v>33498</c:v>
                </c:pt>
                <c:pt idx="447">
                  <c:v>33499</c:v>
                </c:pt>
                <c:pt idx="448">
                  <c:v>33500</c:v>
                </c:pt>
                <c:pt idx="449">
                  <c:v>33501</c:v>
                </c:pt>
                <c:pt idx="450">
                  <c:v>33504</c:v>
                </c:pt>
                <c:pt idx="451">
                  <c:v>33505</c:v>
                </c:pt>
                <c:pt idx="452">
                  <c:v>33506</c:v>
                </c:pt>
                <c:pt idx="453">
                  <c:v>33507</c:v>
                </c:pt>
                <c:pt idx="454">
                  <c:v>33508</c:v>
                </c:pt>
                <c:pt idx="455">
                  <c:v>33511</c:v>
                </c:pt>
                <c:pt idx="456">
                  <c:v>33512</c:v>
                </c:pt>
                <c:pt idx="457">
                  <c:v>33513</c:v>
                </c:pt>
                <c:pt idx="458">
                  <c:v>33514</c:v>
                </c:pt>
                <c:pt idx="459">
                  <c:v>33515</c:v>
                </c:pt>
                <c:pt idx="460">
                  <c:v>33518</c:v>
                </c:pt>
                <c:pt idx="461">
                  <c:v>33519</c:v>
                </c:pt>
                <c:pt idx="462">
                  <c:v>33520</c:v>
                </c:pt>
                <c:pt idx="463">
                  <c:v>33521</c:v>
                </c:pt>
                <c:pt idx="464">
                  <c:v>33522</c:v>
                </c:pt>
                <c:pt idx="465">
                  <c:v>33525</c:v>
                </c:pt>
                <c:pt idx="466">
                  <c:v>33526</c:v>
                </c:pt>
                <c:pt idx="467">
                  <c:v>33527</c:v>
                </c:pt>
                <c:pt idx="468">
                  <c:v>33528</c:v>
                </c:pt>
                <c:pt idx="469">
                  <c:v>33529</c:v>
                </c:pt>
                <c:pt idx="470">
                  <c:v>33532</c:v>
                </c:pt>
                <c:pt idx="471">
                  <c:v>33533</c:v>
                </c:pt>
                <c:pt idx="472">
                  <c:v>33534</c:v>
                </c:pt>
                <c:pt idx="473">
                  <c:v>33535</c:v>
                </c:pt>
                <c:pt idx="474">
                  <c:v>33536</c:v>
                </c:pt>
                <c:pt idx="475">
                  <c:v>33539</c:v>
                </c:pt>
                <c:pt idx="476">
                  <c:v>33540</c:v>
                </c:pt>
                <c:pt idx="477">
                  <c:v>33541</c:v>
                </c:pt>
                <c:pt idx="478">
                  <c:v>33542</c:v>
                </c:pt>
                <c:pt idx="479">
                  <c:v>33543</c:v>
                </c:pt>
                <c:pt idx="480">
                  <c:v>33546</c:v>
                </c:pt>
                <c:pt idx="481">
                  <c:v>33547</c:v>
                </c:pt>
                <c:pt idx="482">
                  <c:v>33548</c:v>
                </c:pt>
                <c:pt idx="483">
                  <c:v>33549</c:v>
                </c:pt>
                <c:pt idx="484">
                  <c:v>33550</c:v>
                </c:pt>
                <c:pt idx="485">
                  <c:v>33553</c:v>
                </c:pt>
                <c:pt idx="486">
                  <c:v>33554</c:v>
                </c:pt>
                <c:pt idx="487">
                  <c:v>33555</c:v>
                </c:pt>
                <c:pt idx="488">
                  <c:v>33556</c:v>
                </c:pt>
                <c:pt idx="489">
                  <c:v>33557</c:v>
                </c:pt>
                <c:pt idx="490">
                  <c:v>33560</c:v>
                </c:pt>
                <c:pt idx="491">
                  <c:v>33561</c:v>
                </c:pt>
                <c:pt idx="492">
                  <c:v>33562</c:v>
                </c:pt>
                <c:pt idx="493">
                  <c:v>33563</c:v>
                </c:pt>
                <c:pt idx="494">
                  <c:v>33564</c:v>
                </c:pt>
                <c:pt idx="495">
                  <c:v>33567</c:v>
                </c:pt>
                <c:pt idx="496">
                  <c:v>33568</c:v>
                </c:pt>
                <c:pt idx="497">
                  <c:v>33569</c:v>
                </c:pt>
                <c:pt idx="498">
                  <c:v>33570</c:v>
                </c:pt>
                <c:pt idx="499">
                  <c:v>33571</c:v>
                </c:pt>
                <c:pt idx="500">
                  <c:v>33574</c:v>
                </c:pt>
                <c:pt idx="501">
                  <c:v>33575</c:v>
                </c:pt>
                <c:pt idx="502">
                  <c:v>33576</c:v>
                </c:pt>
                <c:pt idx="503">
                  <c:v>33577</c:v>
                </c:pt>
                <c:pt idx="504">
                  <c:v>33578</c:v>
                </c:pt>
                <c:pt idx="505">
                  <c:v>33581</c:v>
                </c:pt>
                <c:pt idx="506">
                  <c:v>33582</c:v>
                </c:pt>
                <c:pt idx="507">
                  <c:v>33583</c:v>
                </c:pt>
                <c:pt idx="508">
                  <c:v>33584</c:v>
                </c:pt>
                <c:pt idx="509">
                  <c:v>33585</c:v>
                </c:pt>
                <c:pt idx="510">
                  <c:v>33588</c:v>
                </c:pt>
                <c:pt idx="511">
                  <c:v>33589</c:v>
                </c:pt>
                <c:pt idx="512">
                  <c:v>33590</c:v>
                </c:pt>
                <c:pt idx="513">
                  <c:v>33591</c:v>
                </c:pt>
                <c:pt idx="514">
                  <c:v>33592</c:v>
                </c:pt>
                <c:pt idx="515">
                  <c:v>33595</c:v>
                </c:pt>
                <c:pt idx="516">
                  <c:v>33596</c:v>
                </c:pt>
                <c:pt idx="517">
                  <c:v>33597</c:v>
                </c:pt>
                <c:pt idx="518">
                  <c:v>33598</c:v>
                </c:pt>
                <c:pt idx="519">
                  <c:v>33599</c:v>
                </c:pt>
                <c:pt idx="520">
                  <c:v>33602</c:v>
                </c:pt>
                <c:pt idx="521">
                  <c:v>33603</c:v>
                </c:pt>
                <c:pt idx="522">
                  <c:v>33604</c:v>
                </c:pt>
                <c:pt idx="523">
                  <c:v>33605</c:v>
                </c:pt>
                <c:pt idx="524">
                  <c:v>33606</c:v>
                </c:pt>
                <c:pt idx="525">
                  <c:v>33609</c:v>
                </c:pt>
                <c:pt idx="526">
                  <c:v>33610</c:v>
                </c:pt>
                <c:pt idx="527">
                  <c:v>33611</c:v>
                </c:pt>
                <c:pt idx="528">
                  <c:v>33612</c:v>
                </c:pt>
                <c:pt idx="529">
                  <c:v>33613</c:v>
                </c:pt>
                <c:pt idx="530">
                  <c:v>33616</c:v>
                </c:pt>
                <c:pt idx="531">
                  <c:v>33617</c:v>
                </c:pt>
                <c:pt idx="532">
                  <c:v>33618</c:v>
                </c:pt>
                <c:pt idx="533">
                  <c:v>33619</c:v>
                </c:pt>
                <c:pt idx="534">
                  <c:v>33620</c:v>
                </c:pt>
                <c:pt idx="535">
                  <c:v>33623</c:v>
                </c:pt>
                <c:pt idx="536">
                  <c:v>33624</c:v>
                </c:pt>
                <c:pt idx="537">
                  <c:v>33625</c:v>
                </c:pt>
                <c:pt idx="538">
                  <c:v>33626</c:v>
                </c:pt>
                <c:pt idx="539">
                  <c:v>33627</c:v>
                </c:pt>
                <c:pt idx="540">
                  <c:v>33630</c:v>
                </c:pt>
                <c:pt idx="541">
                  <c:v>33631</c:v>
                </c:pt>
                <c:pt idx="542">
                  <c:v>33632</c:v>
                </c:pt>
                <c:pt idx="543">
                  <c:v>33633</c:v>
                </c:pt>
                <c:pt idx="544">
                  <c:v>33634</c:v>
                </c:pt>
                <c:pt idx="545">
                  <c:v>33637</c:v>
                </c:pt>
                <c:pt idx="546">
                  <c:v>33638</c:v>
                </c:pt>
                <c:pt idx="547">
                  <c:v>33639</c:v>
                </c:pt>
                <c:pt idx="548">
                  <c:v>33640</c:v>
                </c:pt>
                <c:pt idx="549">
                  <c:v>33641</c:v>
                </c:pt>
                <c:pt idx="550">
                  <c:v>33644</c:v>
                </c:pt>
                <c:pt idx="551">
                  <c:v>33645</c:v>
                </c:pt>
                <c:pt idx="552">
                  <c:v>33646</c:v>
                </c:pt>
                <c:pt idx="553">
                  <c:v>33647</c:v>
                </c:pt>
                <c:pt idx="554">
                  <c:v>33648</c:v>
                </c:pt>
                <c:pt idx="555">
                  <c:v>33651</c:v>
                </c:pt>
                <c:pt idx="556">
                  <c:v>33652</c:v>
                </c:pt>
                <c:pt idx="557">
                  <c:v>33653</c:v>
                </c:pt>
                <c:pt idx="558">
                  <c:v>33654</c:v>
                </c:pt>
                <c:pt idx="559">
                  <c:v>33655</c:v>
                </c:pt>
                <c:pt idx="560">
                  <c:v>33658</c:v>
                </c:pt>
                <c:pt idx="561">
                  <c:v>33659</c:v>
                </c:pt>
                <c:pt idx="562">
                  <c:v>33660</c:v>
                </c:pt>
                <c:pt idx="563">
                  <c:v>33661</c:v>
                </c:pt>
                <c:pt idx="564">
                  <c:v>33662</c:v>
                </c:pt>
                <c:pt idx="565">
                  <c:v>33665</c:v>
                </c:pt>
                <c:pt idx="566">
                  <c:v>33666</c:v>
                </c:pt>
                <c:pt idx="567">
                  <c:v>33667</c:v>
                </c:pt>
                <c:pt idx="568">
                  <c:v>33668</c:v>
                </c:pt>
                <c:pt idx="569">
                  <c:v>33669</c:v>
                </c:pt>
                <c:pt idx="570">
                  <c:v>33672</c:v>
                </c:pt>
                <c:pt idx="571">
                  <c:v>33673</c:v>
                </c:pt>
                <c:pt idx="572">
                  <c:v>33674</c:v>
                </c:pt>
                <c:pt idx="573">
                  <c:v>33675</c:v>
                </c:pt>
                <c:pt idx="574">
                  <c:v>33676</c:v>
                </c:pt>
                <c:pt idx="575">
                  <c:v>33679</c:v>
                </c:pt>
                <c:pt idx="576">
                  <c:v>33680</c:v>
                </c:pt>
                <c:pt idx="577">
                  <c:v>33681</c:v>
                </c:pt>
                <c:pt idx="578">
                  <c:v>33682</c:v>
                </c:pt>
                <c:pt idx="579">
                  <c:v>33683</c:v>
                </c:pt>
                <c:pt idx="580">
                  <c:v>33686</c:v>
                </c:pt>
                <c:pt idx="581">
                  <c:v>33687</c:v>
                </c:pt>
                <c:pt idx="582">
                  <c:v>33688</c:v>
                </c:pt>
                <c:pt idx="583">
                  <c:v>33689</c:v>
                </c:pt>
                <c:pt idx="584">
                  <c:v>33690</c:v>
                </c:pt>
                <c:pt idx="585">
                  <c:v>33693</c:v>
                </c:pt>
                <c:pt idx="586">
                  <c:v>33694</c:v>
                </c:pt>
                <c:pt idx="587">
                  <c:v>33695</c:v>
                </c:pt>
                <c:pt idx="588">
                  <c:v>33696</c:v>
                </c:pt>
                <c:pt idx="589">
                  <c:v>33697</c:v>
                </c:pt>
                <c:pt idx="590">
                  <c:v>33700</c:v>
                </c:pt>
                <c:pt idx="591">
                  <c:v>33701</c:v>
                </c:pt>
                <c:pt idx="592">
                  <c:v>33702</c:v>
                </c:pt>
                <c:pt idx="593">
                  <c:v>33703</c:v>
                </c:pt>
                <c:pt idx="594">
                  <c:v>33704</c:v>
                </c:pt>
                <c:pt idx="595">
                  <c:v>33707</c:v>
                </c:pt>
                <c:pt idx="596">
                  <c:v>33708</c:v>
                </c:pt>
                <c:pt idx="597">
                  <c:v>33709</c:v>
                </c:pt>
                <c:pt idx="598">
                  <c:v>33710</c:v>
                </c:pt>
                <c:pt idx="599">
                  <c:v>33711</c:v>
                </c:pt>
                <c:pt idx="600">
                  <c:v>33714</c:v>
                </c:pt>
                <c:pt idx="601">
                  <c:v>33715</c:v>
                </c:pt>
                <c:pt idx="602">
                  <c:v>33716</c:v>
                </c:pt>
                <c:pt idx="603">
                  <c:v>33717</c:v>
                </c:pt>
                <c:pt idx="604">
                  <c:v>33718</c:v>
                </c:pt>
                <c:pt idx="605">
                  <c:v>33721</c:v>
                </c:pt>
                <c:pt idx="606">
                  <c:v>33722</c:v>
                </c:pt>
                <c:pt idx="607">
                  <c:v>33723</c:v>
                </c:pt>
                <c:pt idx="608">
                  <c:v>33724</c:v>
                </c:pt>
                <c:pt idx="609">
                  <c:v>33725</c:v>
                </c:pt>
                <c:pt idx="610">
                  <c:v>33728</c:v>
                </c:pt>
                <c:pt idx="611">
                  <c:v>33729</c:v>
                </c:pt>
                <c:pt idx="612">
                  <c:v>33730</c:v>
                </c:pt>
                <c:pt idx="613">
                  <c:v>33731</c:v>
                </c:pt>
                <c:pt idx="614">
                  <c:v>33732</c:v>
                </c:pt>
                <c:pt idx="615">
                  <c:v>33735</c:v>
                </c:pt>
                <c:pt idx="616">
                  <c:v>33736</c:v>
                </c:pt>
                <c:pt idx="617">
                  <c:v>33737</c:v>
                </c:pt>
                <c:pt idx="618">
                  <c:v>33738</c:v>
                </c:pt>
                <c:pt idx="619">
                  <c:v>33739</c:v>
                </c:pt>
                <c:pt idx="620">
                  <c:v>33742</c:v>
                </c:pt>
                <c:pt idx="621">
                  <c:v>33743</c:v>
                </c:pt>
                <c:pt idx="622">
                  <c:v>33744</c:v>
                </c:pt>
                <c:pt idx="623">
                  <c:v>33745</c:v>
                </c:pt>
                <c:pt idx="624">
                  <c:v>33746</c:v>
                </c:pt>
                <c:pt idx="625">
                  <c:v>33749</c:v>
                </c:pt>
                <c:pt idx="626">
                  <c:v>33750</c:v>
                </c:pt>
                <c:pt idx="627">
                  <c:v>33751</c:v>
                </c:pt>
                <c:pt idx="628">
                  <c:v>33752</c:v>
                </c:pt>
                <c:pt idx="629">
                  <c:v>33753</c:v>
                </c:pt>
                <c:pt idx="630">
                  <c:v>33756</c:v>
                </c:pt>
                <c:pt idx="631">
                  <c:v>33757</c:v>
                </c:pt>
                <c:pt idx="632">
                  <c:v>33758</c:v>
                </c:pt>
                <c:pt idx="633">
                  <c:v>33759</c:v>
                </c:pt>
                <c:pt idx="634">
                  <c:v>33760</c:v>
                </c:pt>
                <c:pt idx="635">
                  <c:v>33763</c:v>
                </c:pt>
                <c:pt idx="636">
                  <c:v>33764</c:v>
                </c:pt>
                <c:pt idx="637">
                  <c:v>33765</c:v>
                </c:pt>
                <c:pt idx="638">
                  <c:v>33766</c:v>
                </c:pt>
                <c:pt idx="639">
                  <c:v>33767</c:v>
                </c:pt>
                <c:pt idx="640">
                  <c:v>33770</c:v>
                </c:pt>
                <c:pt idx="641">
                  <c:v>33771</c:v>
                </c:pt>
                <c:pt idx="642">
                  <c:v>33772</c:v>
                </c:pt>
                <c:pt idx="643">
                  <c:v>33773</c:v>
                </c:pt>
                <c:pt idx="644">
                  <c:v>33774</c:v>
                </c:pt>
                <c:pt idx="645">
                  <c:v>33777</c:v>
                </c:pt>
                <c:pt idx="646">
                  <c:v>33778</c:v>
                </c:pt>
                <c:pt idx="647">
                  <c:v>33779</c:v>
                </c:pt>
                <c:pt idx="648">
                  <c:v>33780</c:v>
                </c:pt>
                <c:pt idx="649">
                  <c:v>33781</c:v>
                </c:pt>
                <c:pt idx="650">
                  <c:v>33784</c:v>
                </c:pt>
                <c:pt idx="651">
                  <c:v>33785</c:v>
                </c:pt>
                <c:pt idx="652">
                  <c:v>33786</c:v>
                </c:pt>
                <c:pt idx="653">
                  <c:v>33787</c:v>
                </c:pt>
                <c:pt idx="654">
                  <c:v>33788</c:v>
                </c:pt>
                <c:pt idx="655">
                  <c:v>33791</c:v>
                </c:pt>
                <c:pt idx="656">
                  <c:v>33792</c:v>
                </c:pt>
                <c:pt idx="657">
                  <c:v>33793</c:v>
                </c:pt>
                <c:pt idx="658">
                  <c:v>33794</c:v>
                </c:pt>
                <c:pt idx="659">
                  <c:v>33795</c:v>
                </c:pt>
                <c:pt idx="660">
                  <c:v>33798</c:v>
                </c:pt>
                <c:pt idx="661">
                  <c:v>33799</c:v>
                </c:pt>
                <c:pt idx="662">
                  <c:v>33800</c:v>
                </c:pt>
                <c:pt idx="663">
                  <c:v>33801</c:v>
                </c:pt>
                <c:pt idx="664">
                  <c:v>33802</c:v>
                </c:pt>
                <c:pt idx="665">
                  <c:v>33805</c:v>
                </c:pt>
                <c:pt idx="666">
                  <c:v>33806</c:v>
                </c:pt>
                <c:pt idx="667">
                  <c:v>33807</c:v>
                </c:pt>
                <c:pt idx="668">
                  <c:v>33808</c:v>
                </c:pt>
                <c:pt idx="669">
                  <c:v>33809</c:v>
                </c:pt>
                <c:pt idx="670">
                  <c:v>33812</c:v>
                </c:pt>
                <c:pt idx="671">
                  <c:v>33813</c:v>
                </c:pt>
                <c:pt idx="672">
                  <c:v>33814</c:v>
                </c:pt>
                <c:pt idx="673">
                  <c:v>33815</c:v>
                </c:pt>
                <c:pt idx="674">
                  <c:v>33816</c:v>
                </c:pt>
                <c:pt idx="675">
                  <c:v>33819</c:v>
                </c:pt>
                <c:pt idx="676">
                  <c:v>33820</c:v>
                </c:pt>
                <c:pt idx="677">
                  <c:v>33821</c:v>
                </c:pt>
                <c:pt idx="678">
                  <c:v>33822</c:v>
                </c:pt>
                <c:pt idx="679">
                  <c:v>33823</c:v>
                </c:pt>
                <c:pt idx="680">
                  <c:v>33826</c:v>
                </c:pt>
                <c:pt idx="681">
                  <c:v>33827</c:v>
                </c:pt>
                <c:pt idx="682">
                  <c:v>33828</c:v>
                </c:pt>
                <c:pt idx="683">
                  <c:v>33829</c:v>
                </c:pt>
                <c:pt idx="684">
                  <c:v>33830</c:v>
                </c:pt>
                <c:pt idx="685">
                  <c:v>33833</c:v>
                </c:pt>
                <c:pt idx="686">
                  <c:v>33834</c:v>
                </c:pt>
                <c:pt idx="687">
                  <c:v>33835</c:v>
                </c:pt>
                <c:pt idx="688">
                  <c:v>33836</c:v>
                </c:pt>
                <c:pt idx="689">
                  <c:v>33837</c:v>
                </c:pt>
                <c:pt idx="690">
                  <c:v>33840</c:v>
                </c:pt>
                <c:pt idx="691">
                  <c:v>33841</c:v>
                </c:pt>
                <c:pt idx="692">
                  <c:v>33842</c:v>
                </c:pt>
                <c:pt idx="693">
                  <c:v>33843</c:v>
                </c:pt>
                <c:pt idx="694">
                  <c:v>33844</c:v>
                </c:pt>
                <c:pt idx="695">
                  <c:v>33847</c:v>
                </c:pt>
                <c:pt idx="696">
                  <c:v>33848</c:v>
                </c:pt>
                <c:pt idx="697">
                  <c:v>33849</c:v>
                </c:pt>
                <c:pt idx="698">
                  <c:v>33850</c:v>
                </c:pt>
                <c:pt idx="699">
                  <c:v>33851</c:v>
                </c:pt>
                <c:pt idx="700">
                  <c:v>33854</c:v>
                </c:pt>
                <c:pt idx="701">
                  <c:v>33855</c:v>
                </c:pt>
                <c:pt idx="702">
                  <c:v>33856</c:v>
                </c:pt>
                <c:pt idx="703">
                  <c:v>33857</c:v>
                </c:pt>
                <c:pt idx="704">
                  <c:v>33858</c:v>
                </c:pt>
                <c:pt idx="705">
                  <c:v>33861</c:v>
                </c:pt>
                <c:pt idx="706">
                  <c:v>33862</c:v>
                </c:pt>
                <c:pt idx="707">
                  <c:v>33863</c:v>
                </c:pt>
                <c:pt idx="708">
                  <c:v>33864</c:v>
                </c:pt>
                <c:pt idx="709">
                  <c:v>33865</c:v>
                </c:pt>
                <c:pt idx="710">
                  <c:v>33868</c:v>
                </c:pt>
                <c:pt idx="711">
                  <c:v>33869</c:v>
                </c:pt>
                <c:pt idx="712">
                  <c:v>33870</c:v>
                </c:pt>
                <c:pt idx="713">
                  <c:v>33871</c:v>
                </c:pt>
                <c:pt idx="714">
                  <c:v>33872</c:v>
                </c:pt>
                <c:pt idx="715">
                  <c:v>33875</c:v>
                </c:pt>
                <c:pt idx="716">
                  <c:v>33876</c:v>
                </c:pt>
                <c:pt idx="717">
                  <c:v>33877</c:v>
                </c:pt>
                <c:pt idx="718">
                  <c:v>33878</c:v>
                </c:pt>
                <c:pt idx="719">
                  <c:v>33879</c:v>
                </c:pt>
                <c:pt idx="720">
                  <c:v>33882</c:v>
                </c:pt>
                <c:pt idx="721">
                  <c:v>33883</c:v>
                </c:pt>
                <c:pt idx="722">
                  <c:v>33884</c:v>
                </c:pt>
                <c:pt idx="723">
                  <c:v>33885</c:v>
                </c:pt>
                <c:pt idx="724">
                  <c:v>33886</c:v>
                </c:pt>
                <c:pt idx="725">
                  <c:v>33889</c:v>
                </c:pt>
                <c:pt idx="726">
                  <c:v>33890</c:v>
                </c:pt>
                <c:pt idx="727">
                  <c:v>33891</c:v>
                </c:pt>
                <c:pt idx="728">
                  <c:v>33892</c:v>
                </c:pt>
                <c:pt idx="729">
                  <c:v>33893</c:v>
                </c:pt>
                <c:pt idx="730">
                  <c:v>33896</c:v>
                </c:pt>
                <c:pt idx="731">
                  <c:v>33897</c:v>
                </c:pt>
                <c:pt idx="732">
                  <c:v>33898</c:v>
                </c:pt>
                <c:pt idx="733">
                  <c:v>33899</c:v>
                </c:pt>
                <c:pt idx="734">
                  <c:v>33900</c:v>
                </c:pt>
                <c:pt idx="735">
                  <c:v>33903</c:v>
                </c:pt>
                <c:pt idx="736">
                  <c:v>33904</c:v>
                </c:pt>
                <c:pt idx="737">
                  <c:v>33905</c:v>
                </c:pt>
                <c:pt idx="738">
                  <c:v>33906</c:v>
                </c:pt>
                <c:pt idx="739">
                  <c:v>33907</c:v>
                </c:pt>
                <c:pt idx="740">
                  <c:v>33910</c:v>
                </c:pt>
                <c:pt idx="741">
                  <c:v>33911</c:v>
                </c:pt>
                <c:pt idx="742">
                  <c:v>33912</c:v>
                </c:pt>
                <c:pt idx="743">
                  <c:v>33913</c:v>
                </c:pt>
                <c:pt idx="744">
                  <c:v>33914</c:v>
                </c:pt>
                <c:pt idx="745">
                  <c:v>33917</c:v>
                </c:pt>
                <c:pt idx="746">
                  <c:v>33918</c:v>
                </c:pt>
                <c:pt idx="747">
                  <c:v>33919</c:v>
                </c:pt>
                <c:pt idx="748">
                  <c:v>33920</c:v>
                </c:pt>
                <c:pt idx="749">
                  <c:v>33921</c:v>
                </c:pt>
                <c:pt idx="750">
                  <c:v>33924</c:v>
                </c:pt>
                <c:pt idx="751">
                  <c:v>33925</c:v>
                </c:pt>
                <c:pt idx="752">
                  <c:v>33926</c:v>
                </c:pt>
                <c:pt idx="753">
                  <c:v>33927</c:v>
                </c:pt>
                <c:pt idx="754">
                  <c:v>33928</c:v>
                </c:pt>
                <c:pt idx="755">
                  <c:v>33931</c:v>
                </c:pt>
                <c:pt idx="756">
                  <c:v>33932</c:v>
                </c:pt>
                <c:pt idx="757">
                  <c:v>33933</c:v>
                </c:pt>
                <c:pt idx="758">
                  <c:v>33934</c:v>
                </c:pt>
                <c:pt idx="759">
                  <c:v>33935</c:v>
                </c:pt>
                <c:pt idx="760">
                  <c:v>33938</c:v>
                </c:pt>
                <c:pt idx="761">
                  <c:v>33939</c:v>
                </c:pt>
                <c:pt idx="762">
                  <c:v>33940</c:v>
                </c:pt>
                <c:pt idx="763">
                  <c:v>33941</c:v>
                </c:pt>
                <c:pt idx="764">
                  <c:v>33942</c:v>
                </c:pt>
                <c:pt idx="765">
                  <c:v>33945</c:v>
                </c:pt>
                <c:pt idx="766">
                  <c:v>33946</c:v>
                </c:pt>
                <c:pt idx="767">
                  <c:v>33947</c:v>
                </c:pt>
                <c:pt idx="768">
                  <c:v>33948</c:v>
                </c:pt>
                <c:pt idx="769">
                  <c:v>33949</c:v>
                </c:pt>
                <c:pt idx="770">
                  <c:v>33952</c:v>
                </c:pt>
                <c:pt idx="771">
                  <c:v>33953</c:v>
                </c:pt>
                <c:pt idx="772">
                  <c:v>33954</c:v>
                </c:pt>
                <c:pt idx="773">
                  <c:v>33955</c:v>
                </c:pt>
                <c:pt idx="774">
                  <c:v>33956</c:v>
                </c:pt>
                <c:pt idx="775">
                  <c:v>33959</c:v>
                </c:pt>
                <c:pt idx="776">
                  <c:v>33960</c:v>
                </c:pt>
                <c:pt idx="777">
                  <c:v>33961</c:v>
                </c:pt>
                <c:pt idx="778">
                  <c:v>33962</c:v>
                </c:pt>
                <c:pt idx="779">
                  <c:v>33963</c:v>
                </c:pt>
                <c:pt idx="780">
                  <c:v>33966</c:v>
                </c:pt>
                <c:pt idx="781">
                  <c:v>33967</c:v>
                </c:pt>
                <c:pt idx="782">
                  <c:v>33968</c:v>
                </c:pt>
                <c:pt idx="783">
                  <c:v>33969</c:v>
                </c:pt>
                <c:pt idx="784">
                  <c:v>33970</c:v>
                </c:pt>
                <c:pt idx="785">
                  <c:v>33973</c:v>
                </c:pt>
                <c:pt idx="786">
                  <c:v>33974</c:v>
                </c:pt>
                <c:pt idx="787">
                  <c:v>33975</c:v>
                </c:pt>
                <c:pt idx="788">
                  <c:v>33976</c:v>
                </c:pt>
                <c:pt idx="789">
                  <c:v>33977</c:v>
                </c:pt>
                <c:pt idx="790">
                  <c:v>33980</c:v>
                </c:pt>
                <c:pt idx="791">
                  <c:v>33981</c:v>
                </c:pt>
                <c:pt idx="792">
                  <c:v>33982</c:v>
                </c:pt>
                <c:pt idx="793">
                  <c:v>33983</c:v>
                </c:pt>
                <c:pt idx="794">
                  <c:v>33984</c:v>
                </c:pt>
                <c:pt idx="795">
                  <c:v>33987</c:v>
                </c:pt>
                <c:pt idx="796">
                  <c:v>33988</c:v>
                </c:pt>
                <c:pt idx="797">
                  <c:v>33989</c:v>
                </c:pt>
                <c:pt idx="798">
                  <c:v>33990</c:v>
                </c:pt>
                <c:pt idx="799">
                  <c:v>33991</c:v>
                </c:pt>
                <c:pt idx="800">
                  <c:v>33994</c:v>
                </c:pt>
                <c:pt idx="801">
                  <c:v>33995</c:v>
                </c:pt>
                <c:pt idx="802">
                  <c:v>33996</c:v>
                </c:pt>
                <c:pt idx="803">
                  <c:v>33997</c:v>
                </c:pt>
                <c:pt idx="804">
                  <c:v>33998</c:v>
                </c:pt>
                <c:pt idx="805">
                  <c:v>34001</c:v>
                </c:pt>
                <c:pt idx="806">
                  <c:v>34002</c:v>
                </c:pt>
                <c:pt idx="807">
                  <c:v>34003</c:v>
                </c:pt>
                <c:pt idx="808">
                  <c:v>34004</c:v>
                </c:pt>
                <c:pt idx="809">
                  <c:v>34005</c:v>
                </c:pt>
                <c:pt idx="810">
                  <c:v>34008</c:v>
                </c:pt>
                <c:pt idx="811">
                  <c:v>34009</c:v>
                </c:pt>
                <c:pt idx="812">
                  <c:v>34010</c:v>
                </c:pt>
                <c:pt idx="813">
                  <c:v>34011</c:v>
                </c:pt>
                <c:pt idx="814">
                  <c:v>34012</c:v>
                </c:pt>
                <c:pt idx="815">
                  <c:v>34015</c:v>
                </c:pt>
                <c:pt idx="816">
                  <c:v>34016</c:v>
                </c:pt>
                <c:pt idx="817">
                  <c:v>34017</c:v>
                </c:pt>
                <c:pt idx="818">
                  <c:v>34018</c:v>
                </c:pt>
                <c:pt idx="819">
                  <c:v>34019</c:v>
                </c:pt>
                <c:pt idx="820">
                  <c:v>34022</c:v>
                </c:pt>
                <c:pt idx="821">
                  <c:v>34023</c:v>
                </c:pt>
                <c:pt idx="822">
                  <c:v>34024</c:v>
                </c:pt>
                <c:pt idx="823">
                  <c:v>34025</c:v>
                </c:pt>
                <c:pt idx="824">
                  <c:v>34026</c:v>
                </c:pt>
                <c:pt idx="825">
                  <c:v>34029</c:v>
                </c:pt>
                <c:pt idx="826">
                  <c:v>34030</c:v>
                </c:pt>
                <c:pt idx="827">
                  <c:v>34031</c:v>
                </c:pt>
                <c:pt idx="828">
                  <c:v>34032</c:v>
                </c:pt>
                <c:pt idx="829">
                  <c:v>34033</c:v>
                </c:pt>
                <c:pt idx="830">
                  <c:v>34036</c:v>
                </c:pt>
                <c:pt idx="831">
                  <c:v>34037</c:v>
                </c:pt>
                <c:pt idx="832">
                  <c:v>34038</c:v>
                </c:pt>
                <c:pt idx="833">
                  <c:v>34039</c:v>
                </c:pt>
                <c:pt idx="834">
                  <c:v>34040</c:v>
                </c:pt>
                <c:pt idx="835">
                  <c:v>34043</c:v>
                </c:pt>
                <c:pt idx="836">
                  <c:v>34044</c:v>
                </c:pt>
                <c:pt idx="837">
                  <c:v>34045</c:v>
                </c:pt>
                <c:pt idx="838">
                  <c:v>34046</c:v>
                </c:pt>
                <c:pt idx="839">
                  <c:v>34047</c:v>
                </c:pt>
                <c:pt idx="840">
                  <c:v>34050</c:v>
                </c:pt>
                <c:pt idx="841">
                  <c:v>34051</c:v>
                </c:pt>
                <c:pt idx="842">
                  <c:v>34052</c:v>
                </c:pt>
                <c:pt idx="843">
                  <c:v>34053</c:v>
                </c:pt>
                <c:pt idx="844">
                  <c:v>34054</c:v>
                </c:pt>
                <c:pt idx="845">
                  <c:v>34057</c:v>
                </c:pt>
                <c:pt idx="846">
                  <c:v>34058</c:v>
                </c:pt>
                <c:pt idx="847">
                  <c:v>34059</c:v>
                </c:pt>
                <c:pt idx="848">
                  <c:v>34060</c:v>
                </c:pt>
                <c:pt idx="849">
                  <c:v>34061</c:v>
                </c:pt>
                <c:pt idx="850">
                  <c:v>34064</c:v>
                </c:pt>
                <c:pt idx="851">
                  <c:v>34065</c:v>
                </c:pt>
                <c:pt idx="852">
                  <c:v>34066</c:v>
                </c:pt>
                <c:pt idx="853">
                  <c:v>34067</c:v>
                </c:pt>
                <c:pt idx="854">
                  <c:v>34068</c:v>
                </c:pt>
                <c:pt idx="855">
                  <c:v>34071</c:v>
                </c:pt>
                <c:pt idx="856">
                  <c:v>34072</c:v>
                </c:pt>
                <c:pt idx="857">
                  <c:v>34073</c:v>
                </c:pt>
                <c:pt idx="858">
                  <c:v>34074</c:v>
                </c:pt>
                <c:pt idx="859">
                  <c:v>34075</c:v>
                </c:pt>
                <c:pt idx="860">
                  <c:v>34078</c:v>
                </c:pt>
                <c:pt idx="861">
                  <c:v>34079</c:v>
                </c:pt>
                <c:pt idx="862">
                  <c:v>34080</c:v>
                </c:pt>
                <c:pt idx="863">
                  <c:v>34081</c:v>
                </c:pt>
                <c:pt idx="864">
                  <c:v>34082</c:v>
                </c:pt>
                <c:pt idx="865">
                  <c:v>34085</c:v>
                </c:pt>
                <c:pt idx="866">
                  <c:v>34086</c:v>
                </c:pt>
                <c:pt idx="867">
                  <c:v>34087</c:v>
                </c:pt>
                <c:pt idx="868">
                  <c:v>34088</c:v>
                </c:pt>
                <c:pt idx="869">
                  <c:v>34089</c:v>
                </c:pt>
                <c:pt idx="870">
                  <c:v>34092</c:v>
                </c:pt>
                <c:pt idx="871">
                  <c:v>34093</c:v>
                </c:pt>
                <c:pt idx="872">
                  <c:v>34094</c:v>
                </c:pt>
                <c:pt idx="873">
                  <c:v>34095</c:v>
                </c:pt>
                <c:pt idx="874">
                  <c:v>34096</c:v>
                </c:pt>
                <c:pt idx="875">
                  <c:v>34099</c:v>
                </c:pt>
                <c:pt idx="876">
                  <c:v>34100</c:v>
                </c:pt>
                <c:pt idx="877">
                  <c:v>34101</c:v>
                </c:pt>
                <c:pt idx="878">
                  <c:v>34102</c:v>
                </c:pt>
                <c:pt idx="879">
                  <c:v>34103</c:v>
                </c:pt>
                <c:pt idx="880">
                  <c:v>34106</c:v>
                </c:pt>
                <c:pt idx="881">
                  <c:v>34107</c:v>
                </c:pt>
                <c:pt idx="882">
                  <c:v>34108</c:v>
                </c:pt>
                <c:pt idx="883">
                  <c:v>34109</c:v>
                </c:pt>
                <c:pt idx="884">
                  <c:v>34110</c:v>
                </c:pt>
                <c:pt idx="885">
                  <c:v>34113</c:v>
                </c:pt>
                <c:pt idx="886">
                  <c:v>34114</c:v>
                </c:pt>
                <c:pt idx="887">
                  <c:v>34115</c:v>
                </c:pt>
                <c:pt idx="888">
                  <c:v>34116</c:v>
                </c:pt>
                <c:pt idx="889">
                  <c:v>34117</c:v>
                </c:pt>
                <c:pt idx="890">
                  <c:v>34120</c:v>
                </c:pt>
                <c:pt idx="891">
                  <c:v>34121</c:v>
                </c:pt>
                <c:pt idx="892">
                  <c:v>34122</c:v>
                </c:pt>
                <c:pt idx="893">
                  <c:v>34123</c:v>
                </c:pt>
                <c:pt idx="894">
                  <c:v>34124</c:v>
                </c:pt>
                <c:pt idx="895">
                  <c:v>34127</c:v>
                </c:pt>
                <c:pt idx="896">
                  <c:v>34128</c:v>
                </c:pt>
                <c:pt idx="897">
                  <c:v>34129</c:v>
                </c:pt>
                <c:pt idx="898">
                  <c:v>34130</c:v>
                </c:pt>
                <c:pt idx="899">
                  <c:v>34131</c:v>
                </c:pt>
                <c:pt idx="900">
                  <c:v>34134</c:v>
                </c:pt>
                <c:pt idx="901">
                  <c:v>34135</c:v>
                </c:pt>
                <c:pt idx="902">
                  <c:v>34136</c:v>
                </c:pt>
                <c:pt idx="903">
                  <c:v>34137</c:v>
                </c:pt>
                <c:pt idx="904">
                  <c:v>34138</c:v>
                </c:pt>
                <c:pt idx="905">
                  <c:v>34141</c:v>
                </c:pt>
                <c:pt idx="906">
                  <c:v>34142</c:v>
                </c:pt>
                <c:pt idx="907">
                  <c:v>34143</c:v>
                </c:pt>
                <c:pt idx="908">
                  <c:v>34144</c:v>
                </c:pt>
                <c:pt idx="909">
                  <c:v>34145</c:v>
                </c:pt>
                <c:pt idx="910">
                  <c:v>34148</c:v>
                </c:pt>
                <c:pt idx="911">
                  <c:v>34149</c:v>
                </c:pt>
                <c:pt idx="912">
                  <c:v>34150</c:v>
                </c:pt>
                <c:pt idx="913">
                  <c:v>34151</c:v>
                </c:pt>
                <c:pt idx="914">
                  <c:v>34152</c:v>
                </c:pt>
                <c:pt idx="915">
                  <c:v>34155</c:v>
                </c:pt>
                <c:pt idx="916">
                  <c:v>34156</c:v>
                </c:pt>
                <c:pt idx="917">
                  <c:v>34157</c:v>
                </c:pt>
                <c:pt idx="918">
                  <c:v>34158</c:v>
                </c:pt>
                <c:pt idx="919">
                  <c:v>34159</c:v>
                </c:pt>
                <c:pt idx="920">
                  <c:v>34162</c:v>
                </c:pt>
                <c:pt idx="921">
                  <c:v>34163</c:v>
                </c:pt>
                <c:pt idx="922">
                  <c:v>34164</c:v>
                </c:pt>
                <c:pt idx="923">
                  <c:v>34165</c:v>
                </c:pt>
                <c:pt idx="924">
                  <c:v>34166</c:v>
                </c:pt>
                <c:pt idx="925">
                  <c:v>34169</c:v>
                </c:pt>
                <c:pt idx="926">
                  <c:v>34170</c:v>
                </c:pt>
                <c:pt idx="927">
                  <c:v>34171</c:v>
                </c:pt>
                <c:pt idx="928">
                  <c:v>34172</c:v>
                </c:pt>
                <c:pt idx="929">
                  <c:v>34173</c:v>
                </c:pt>
                <c:pt idx="930">
                  <c:v>34176</c:v>
                </c:pt>
                <c:pt idx="931">
                  <c:v>34177</c:v>
                </c:pt>
                <c:pt idx="932">
                  <c:v>34178</c:v>
                </c:pt>
                <c:pt idx="933">
                  <c:v>34179</c:v>
                </c:pt>
                <c:pt idx="934">
                  <c:v>34180</c:v>
                </c:pt>
                <c:pt idx="935">
                  <c:v>34183</c:v>
                </c:pt>
                <c:pt idx="936">
                  <c:v>34184</c:v>
                </c:pt>
                <c:pt idx="937">
                  <c:v>34185</c:v>
                </c:pt>
                <c:pt idx="938">
                  <c:v>34186</c:v>
                </c:pt>
                <c:pt idx="939">
                  <c:v>34187</c:v>
                </c:pt>
                <c:pt idx="940">
                  <c:v>34190</c:v>
                </c:pt>
                <c:pt idx="941">
                  <c:v>34191</c:v>
                </c:pt>
                <c:pt idx="942">
                  <c:v>34192</c:v>
                </c:pt>
                <c:pt idx="943">
                  <c:v>34193</c:v>
                </c:pt>
                <c:pt idx="944">
                  <c:v>34194</c:v>
                </c:pt>
                <c:pt idx="945">
                  <c:v>34197</c:v>
                </c:pt>
                <c:pt idx="946">
                  <c:v>34198</c:v>
                </c:pt>
                <c:pt idx="947">
                  <c:v>34199</c:v>
                </c:pt>
                <c:pt idx="948">
                  <c:v>34200</c:v>
                </c:pt>
                <c:pt idx="949">
                  <c:v>34201</c:v>
                </c:pt>
                <c:pt idx="950">
                  <c:v>34204</c:v>
                </c:pt>
                <c:pt idx="951">
                  <c:v>34205</c:v>
                </c:pt>
                <c:pt idx="952">
                  <c:v>34206</c:v>
                </c:pt>
                <c:pt idx="953">
                  <c:v>34207</c:v>
                </c:pt>
                <c:pt idx="954">
                  <c:v>34208</c:v>
                </c:pt>
                <c:pt idx="955">
                  <c:v>34211</c:v>
                </c:pt>
                <c:pt idx="956">
                  <c:v>34212</c:v>
                </c:pt>
                <c:pt idx="957">
                  <c:v>34213</c:v>
                </c:pt>
                <c:pt idx="958">
                  <c:v>34214</c:v>
                </c:pt>
                <c:pt idx="959">
                  <c:v>34215</c:v>
                </c:pt>
                <c:pt idx="960">
                  <c:v>34218</c:v>
                </c:pt>
                <c:pt idx="961">
                  <c:v>34219</c:v>
                </c:pt>
                <c:pt idx="962">
                  <c:v>34220</c:v>
                </c:pt>
                <c:pt idx="963">
                  <c:v>34221</c:v>
                </c:pt>
                <c:pt idx="964">
                  <c:v>34222</c:v>
                </c:pt>
                <c:pt idx="965">
                  <c:v>34225</c:v>
                </c:pt>
                <c:pt idx="966">
                  <c:v>34226</c:v>
                </c:pt>
                <c:pt idx="967">
                  <c:v>34227</c:v>
                </c:pt>
                <c:pt idx="968">
                  <c:v>34228</c:v>
                </c:pt>
                <c:pt idx="969">
                  <c:v>34229</c:v>
                </c:pt>
                <c:pt idx="970">
                  <c:v>34232</c:v>
                </c:pt>
                <c:pt idx="971">
                  <c:v>34233</c:v>
                </c:pt>
                <c:pt idx="972">
                  <c:v>34234</c:v>
                </c:pt>
                <c:pt idx="973">
                  <c:v>34235</c:v>
                </c:pt>
                <c:pt idx="974">
                  <c:v>34236</c:v>
                </c:pt>
                <c:pt idx="975">
                  <c:v>34239</c:v>
                </c:pt>
                <c:pt idx="976">
                  <c:v>34240</c:v>
                </c:pt>
                <c:pt idx="977">
                  <c:v>34241</c:v>
                </c:pt>
                <c:pt idx="978">
                  <c:v>34242</c:v>
                </c:pt>
                <c:pt idx="979">
                  <c:v>34243</c:v>
                </c:pt>
                <c:pt idx="980">
                  <c:v>34246</c:v>
                </c:pt>
                <c:pt idx="981">
                  <c:v>34247</c:v>
                </c:pt>
                <c:pt idx="982">
                  <c:v>34248</c:v>
                </c:pt>
                <c:pt idx="983">
                  <c:v>34249</c:v>
                </c:pt>
                <c:pt idx="984">
                  <c:v>34250</c:v>
                </c:pt>
                <c:pt idx="985">
                  <c:v>34253</c:v>
                </c:pt>
                <c:pt idx="986">
                  <c:v>34254</c:v>
                </c:pt>
                <c:pt idx="987">
                  <c:v>34255</c:v>
                </c:pt>
                <c:pt idx="988">
                  <c:v>34256</c:v>
                </c:pt>
                <c:pt idx="989">
                  <c:v>34257</c:v>
                </c:pt>
                <c:pt idx="990">
                  <c:v>34260</c:v>
                </c:pt>
                <c:pt idx="991">
                  <c:v>34261</c:v>
                </c:pt>
                <c:pt idx="992">
                  <c:v>34262</c:v>
                </c:pt>
                <c:pt idx="993">
                  <c:v>34263</c:v>
                </c:pt>
                <c:pt idx="994">
                  <c:v>34264</c:v>
                </c:pt>
                <c:pt idx="995">
                  <c:v>34267</c:v>
                </c:pt>
                <c:pt idx="996">
                  <c:v>34268</c:v>
                </c:pt>
                <c:pt idx="997">
                  <c:v>34269</c:v>
                </c:pt>
                <c:pt idx="998">
                  <c:v>34270</c:v>
                </c:pt>
                <c:pt idx="999">
                  <c:v>34271</c:v>
                </c:pt>
                <c:pt idx="1000">
                  <c:v>34274</c:v>
                </c:pt>
                <c:pt idx="1001">
                  <c:v>34275</c:v>
                </c:pt>
                <c:pt idx="1002">
                  <c:v>34276</c:v>
                </c:pt>
                <c:pt idx="1003">
                  <c:v>34277</c:v>
                </c:pt>
                <c:pt idx="1004">
                  <c:v>34278</c:v>
                </c:pt>
                <c:pt idx="1005">
                  <c:v>34281</c:v>
                </c:pt>
                <c:pt idx="1006">
                  <c:v>34282</c:v>
                </c:pt>
                <c:pt idx="1007">
                  <c:v>34283</c:v>
                </c:pt>
                <c:pt idx="1008">
                  <c:v>34284</c:v>
                </c:pt>
                <c:pt idx="1009">
                  <c:v>34285</c:v>
                </c:pt>
                <c:pt idx="1010">
                  <c:v>34288</c:v>
                </c:pt>
                <c:pt idx="1011">
                  <c:v>34289</c:v>
                </c:pt>
                <c:pt idx="1012">
                  <c:v>34290</c:v>
                </c:pt>
                <c:pt idx="1013">
                  <c:v>34291</c:v>
                </c:pt>
                <c:pt idx="1014">
                  <c:v>34292</c:v>
                </c:pt>
                <c:pt idx="1015">
                  <c:v>34295</c:v>
                </c:pt>
                <c:pt idx="1016">
                  <c:v>34296</c:v>
                </c:pt>
                <c:pt idx="1017">
                  <c:v>34297</c:v>
                </c:pt>
                <c:pt idx="1018">
                  <c:v>34298</c:v>
                </c:pt>
                <c:pt idx="1019">
                  <c:v>34299</c:v>
                </c:pt>
                <c:pt idx="1020">
                  <c:v>34302</c:v>
                </c:pt>
                <c:pt idx="1021">
                  <c:v>34303</c:v>
                </c:pt>
                <c:pt idx="1022">
                  <c:v>34304</c:v>
                </c:pt>
                <c:pt idx="1023">
                  <c:v>34305</c:v>
                </c:pt>
                <c:pt idx="1024">
                  <c:v>34306</c:v>
                </c:pt>
                <c:pt idx="1025">
                  <c:v>34309</c:v>
                </c:pt>
                <c:pt idx="1026">
                  <c:v>34310</c:v>
                </c:pt>
                <c:pt idx="1027">
                  <c:v>34311</c:v>
                </c:pt>
                <c:pt idx="1028">
                  <c:v>34312</c:v>
                </c:pt>
                <c:pt idx="1029">
                  <c:v>34313</c:v>
                </c:pt>
                <c:pt idx="1030">
                  <c:v>34316</c:v>
                </c:pt>
                <c:pt idx="1031">
                  <c:v>34317</c:v>
                </c:pt>
                <c:pt idx="1032">
                  <c:v>34318</c:v>
                </c:pt>
                <c:pt idx="1033">
                  <c:v>34319</c:v>
                </c:pt>
                <c:pt idx="1034">
                  <c:v>34320</c:v>
                </c:pt>
                <c:pt idx="1035">
                  <c:v>34323</c:v>
                </c:pt>
                <c:pt idx="1036">
                  <c:v>34324</c:v>
                </c:pt>
                <c:pt idx="1037">
                  <c:v>34325</c:v>
                </c:pt>
                <c:pt idx="1038">
                  <c:v>34326</c:v>
                </c:pt>
                <c:pt idx="1039">
                  <c:v>34327</c:v>
                </c:pt>
                <c:pt idx="1040">
                  <c:v>34330</c:v>
                </c:pt>
                <c:pt idx="1041">
                  <c:v>34331</c:v>
                </c:pt>
                <c:pt idx="1042">
                  <c:v>34332</c:v>
                </c:pt>
                <c:pt idx="1043">
                  <c:v>34333</c:v>
                </c:pt>
                <c:pt idx="1044">
                  <c:v>34334</c:v>
                </c:pt>
                <c:pt idx="1045">
                  <c:v>34337</c:v>
                </c:pt>
                <c:pt idx="1046">
                  <c:v>34338</c:v>
                </c:pt>
                <c:pt idx="1047">
                  <c:v>34339</c:v>
                </c:pt>
                <c:pt idx="1048">
                  <c:v>34340</c:v>
                </c:pt>
                <c:pt idx="1049">
                  <c:v>34341</c:v>
                </c:pt>
                <c:pt idx="1050">
                  <c:v>34344</c:v>
                </c:pt>
                <c:pt idx="1051">
                  <c:v>34345</c:v>
                </c:pt>
                <c:pt idx="1052">
                  <c:v>34346</c:v>
                </c:pt>
                <c:pt idx="1053">
                  <c:v>34347</c:v>
                </c:pt>
                <c:pt idx="1054">
                  <c:v>34348</c:v>
                </c:pt>
                <c:pt idx="1055">
                  <c:v>34351</c:v>
                </c:pt>
                <c:pt idx="1056">
                  <c:v>34352</c:v>
                </c:pt>
                <c:pt idx="1057">
                  <c:v>34353</c:v>
                </c:pt>
                <c:pt idx="1058">
                  <c:v>34354</c:v>
                </c:pt>
                <c:pt idx="1059">
                  <c:v>34355</c:v>
                </c:pt>
                <c:pt idx="1060">
                  <c:v>34358</c:v>
                </c:pt>
                <c:pt idx="1061">
                  <c:v>34359</c:v>
                </c:pt>
                <c:pt idx="1062">
                  <c:v>34360</c:v>
                </c:pt>
                <c:pt idx="1063">
                  <c:v>34361</c:v>
                </c:pt>
                <c:pt idx="1064">
                  <c:v>34362</c:v>
                </c:pt>
                <c:pt idx="1065">
                  <c:v>34365</c:v>
                </c:pt>
                <c:pt idx="1066">
                  <c:v>34366</c:v>
                </c:pt>
                <c:pt idx="1067">
                  <c:v>34367</c:v>
                </c:pt>
                <c:pt idx="1068">
                  <c:v>34368</c:v>
                </c:pt>
                <c:pt idx="1069">
                  <c:v>34369</c:v>
                </c:pt>
                <c:pt idx="1070">
                  <c:v>34372</c:v>
                </c:pt>
                <c:pt idx="1071">
                  <c:v>34373</c:v>
                </c:pt>
                <c:pt idx="1072">
                  <c:v>34374</c:v>
                </c:pt>
                <c:pt idx="1073">
                  <c:v>34375</c:v>
                </c:pt>
                <c:pt idx="1074">
                  <c:v>34376</c:v>
                </c:pt>
                <c:pt idx="1075">
                  <c:v>34379</c:v>
                </c:pt>
                <c:pt idx="1076">
                  <c:v>34380</c:v>
                </c:pt>
                <c:pt idx="1077">
                  <c:v>34381</c:v>
                </c:pt>
                <c:pt idx="1078">
                  <c:v>34382</c:v>
                </c:pt>
                <c:pt idx="1079">
                  <c:v>34383</c:v>
                </c:pt>
                <c:pt idx="1080">
                  <c:v>34386</c:v>
                </c:pt>
                <c:pt idx="1081">
                  <c:v>34387</c:v>
                </c:pt>
                <c:pt idx="1082">
                  <c:v>34388</c:v>
                </c:pt>
                <c:pt idx="1083">
                  <c:v>34389</c:v>
                </c:pt>
                <c:pt idx="1084">
                  <c:v>34390</c:v>
                </c:pt>
                <c:pt idx="1085">
                  <c:v>34393</c:v>
                </c:pt>
                <c:pt idx="1086">
                  <c:v>34394</c:v>
                </c:pt>
                <c:pt idx="1087">
                  <c:v>34395</c:v>
                </c:pt>
                <c:pt idx="1088">
                  <c:v>34396</c:v>
                </c:pt>
                <c:pt idx="1089">
                  <c:v>34397</c:v>
                </c:pt>
                <c:pt idx="1090">
                  <c:v>34400</c:v>
                </c:pt>
                <c:pt idx="1091">
                  <c:v>34401</c:v>
                </c:pt>
                <c:pt idx="1092">
                  <c:v>34402</c:v>
                </c:pt>
                <c:pt idx="1093">
                  <c:v>34403</c:v>
                </c:pt>
                <c:pt idx="1094">
                  <c:v>34404</c:v>
                </c:pt>
                <c:pt idx="1095">
                  <c:v>34407</c:v>
                </c:pt>
                <c:pt idx="1096">
                  <c:v>34408</c:v>
                </c:pt>
                <c:pt idx="1097">
                  <c:v>34409</c:v>
                </c:pt>
                <c:pt idx="1098">
                  <c:v>34410</c:v>
                </c:pt>
                <c:pt idx="1099">
                  <c:v>34411</c:v>
                </c:pt>
                <c:pt idx="1100">
                  <c:v>34414</c:v>
                </c:pt>
                <c:pt idx="1101">
                  <c:v>34415</c:v>
                </c:pt>
                <c:pt idx="1102">
                  <c:v>34416</c:v>
                </c:pt>
                <c:pt idx="1103">
                  <c:v>34417</c:v>
                </c:pt>
                <c:pt idx="1104">
                  <c:v>34418</c:v>
                </c:pt>
                <c:pt idx="1105">
                  <c:v>34421</c:v>
                </c:pt>
                <c:pt idx="1106">
                  <c:v>34422</c:v>
                </c:pt>
                <c:pt idx="1107">
                  <c:v>34423</c:v>
                </c:pt>
                <c:pt idx="1108">
                  <c:v>34424</c:v>
                </c:pt>
                <c:pt idx="1109">
                  <c:v>34425</c:v>
                </c:pt>
                <c:pt idx="1110">
                  <c:v>34428</c:v>
                </c:pt>
                <c:pt idx="1111">
                  <c:v>34429</c:v>
                </c:pt>
                <c:pt idx="1112">
                  <c:v>34430</c:v>
                </c:pt>
                <c:pt idx="1113">
                  <c:v>34431</c:v>
                </c:pt>
                <c:pt idx="1114">
                  <c:v>34432</c:v>
                </c:pt>
                <c:pt idx="1115">
                  <c:v>34435</c:v>
                </c:pt>
                <c:pt idx="1116">
                  <c:v>34436</c:v>
                </c:pt>
                <c:pt idx="1117">
                  <c:v>34437</c:v>
                </c:pt>
                <c:pt idx="1118">
                  <c:v>34438</c:v>
                </c:pt>
                <c:pt idx="1119">
                  <c:v>34439</c:v>
                </c:pt>
                <c:pt idx="1120">
                  <c:v>34442</c:v>
                </c:pt>
                <c:pt idx="1121">
                  <c:v>34443</c:v>
                </c:pt>
                <c:pt idx="1122">
                  <c:v>34444</c:v>
                </c:pt>
                <c:pt idx="1123">
                  <c:v>34445</c:v>
                </c:pt>
                <c:pt idx="1124">
                  <c:v>34446</c:v>
                </c:pt>
                <c:pt idx="1125">
                  <c:v>34449</c:v>
                </c:pt>
                <c:pt idx="1126">
                  <c:v>34450</c:v>
                </c:pt>
                <c:pt idx="1127">
                  <c:v>34451</c:v>
                </c:pt>
                <c:pt idx="1128">
                  <c:v>34452</c:v>
                </c:pt>
                <c:pt idx="1129">
                  <c:v>34453</c:v>
                </c:pt>
                <c:pt idx="1130">
                  <c:v>34456</c:v>
                </c:pt>
                <c:pt idx="1131">
                  <c:v>34457</c:v>
                </c:pt>
                <c:pt idx="1132">
                  <c:v>34458</c:v>
                </c:pt>
                <c:pt idx="1133">
                  <c:v>34459</c:v>
                </c:pt>
                <c:pt idx="1134">
                  <c:v>34460</c:v>
                </c:pt>
                <c:pt idx="1135">
                  <c:v>34463</c:v>
                </c:pt>
                <c:pt idx="1136">
                  <c:v>34464</c:v>
                </c:pt>
                <c:pt idx="1137">
                  <c:v>34465</c:v>
                </c:pt>
                <c:pt idx="1138">
                  <c:v>34466</c:v>
                </c:pt>
                <c:pt idx="1139">
                  <c:v>34467</c:v>
                </c:pt>
                <c:pt idx="1140">
                  <c:v>34470</c:v>
                </c:pt>
                <c:pt idx="1141">
                  <c:v>34471</c:v>
                </c:pt>
                <c:pt idx="1142">
                  <c:v>34472</c:v>
                </c:pt>
                <c:pt idx="1143">
                  <c:v>34473</c:v>
                </c:pt>
                <c:pt idx="1144">
                  <c:v>34474</c:v>
                </c:pt>
                <c:pt idx="1145">
                  <c:v>34477</c:v>
                </c:pt>
                <c:pt idx="1146">
                  <c:v>34478</c:v>
                </c:pt>
                <c:pt idx="1147">
                  <c:v>34479</c:v>
                </c:pt>
                <c:pt idx="1148">
                  <c:v>34480</c:v>
                </c:pt>
                <c:pt idx="1149">
                  <c:v>34481</c:v>
                </c:pt>
                <c:pt idx="1150">
                  <c:v>34484</c:v>
                </c:pt>
                <c:pt idx="1151">
                  <c:v>34485</c:v>
                </c:pt>
                <c:pt idx="1152">
                  <c:v>34486</c:v>
                </c:pt>
                <c:pt idx="1153">
                  <c:v>34487</c:v>
                </c:pt>
                <c:pt idx="1154">
                  <c:v>34488</c:v>
                </c:pt>
                <c:pt idx="1155">
                  <c:v>34491</c:v>
                </c:pt>
                <c:pt idx="1156">
                  <c:v>34492</c:v>
                </c:pt>
                <c:pt idx="1157">
                  <c:v>34493</c:v>
                </c:pt>
                <c:pt idx="1158">
                  <c:v>34494</c:v>
                </c:pt>
                <c:pt idx="1159">
                  <c:v>34495</c:v>
                </c:pt>
                <c:pt idx="1160">
                  <c:v>34498</c:v>
                </c:pt>
                <c:pt idx="1161">
                  <c:v>34499</c:v>
                </c:pt>
                <c:pt idx="1162">
                  <c:v>34500</c:v>
                </c:pt>
                <c:pt idx="1163">
                  <c:v>34501</c:v>
                </c:pt>
                <c:pt idx="1164">
                  <c:v>34502</c:v>
                </c:pt>
                <c:pt idx="1165">
                  <c:v>34505</c:v>
                </c:pt>
                <c:pt idx="1166">
                  <c:v>34506</c:v>
                </c:pt>
                <c:pt idx="1167">
                  <c:v>34507</c:v>
                </c:pt>
                <c:pt idx="1168">
                  <c:v>34508</c:v>
                </c:pt>
                <c:pt idx="1169">
                  <c:v>34509</c:v>
                </c:pt>
                <c:pt idx="1170">
                  <c:v>34512</c:v>
                </c:pt>
                <c:pt idx="1171">
                  <c:v>34513</c:v>
                </c:pt>
                <c:pt idx="1172">
                  <c:v>34514</c:v>
                </c:pt>
                <c:pt idx="1173">
                  <c:v>34515</c:v>
                </c:pt>
                <c:pt idx="1174">
                  <c:v>34516</c:v>
                </c:pt>
                <c:pt idx="1175">
                  <c:v>34519</c:v>
                </c:pt>
                <c:pt idx="1176">
                  <c:v>34520</c:v>
                </c:pt>
                <c:pt idx="1177">
                  <c:v>34521</c:v>
                </c:pt>
                <c:pt idx="1178">
                  <c:v>34522</c:v>
                </c:pt>
                <c:pt idx="1179">
                  <c:v>34523</c:v>
                </c:pt>
                <c:pt idx="1180">
                  <c:v>34526</c:v>
                </c:pt>
                <c:pt idx="1181">
                  <c:v>34527</c:v>
                </c:pt>
                <c:pt idx="1182">
                  <c:v>34528</c:v>
                </c:pt>
                <c:pt idx="1183">
                  <c:v>34529</c:v>
                </c:pt>
                <c:pt idx="1184">
                  <c:v>34530</c:v>
                </c:pt>
                <c:pt idx="1185">
                  <c:v>34533</c:v>
                </c:pt>
                <c:pt idx="1186">
                  <c:v>34534</c:v>
                </c:pt>
                <c:pt idx="1187">
                  <c:v>34535</c:v>
                </c:pt>
                <c:pt idx="1188">
                  <c:v>34536</c:v>
                </c:pt>
                <c:pt idx="1189">
                  <c:v>34537</c:v>
                </c:pt>
                <c:pt idx="1190">
                  <c:v>34540</c:v>
                </c:pt>
                <c:pt idx="1191">
                  <c:v>34541</c:v>
                </c:pt>
                <c:pt idx="1192">
                  <c:v>34542</c:v>
                </c:pt>
                <c:pt idx="1193">
                  <c:v>34543</c:v>
                </c:pt>
                <c:pt idx="1194">
                  <c:v>34544</c:v>
                </c:pt>
                <c:pt idx="1195">
                  <c:v>34547</c:v>
                </c:pt>
                <c:pt idx="1196">
                  <c:v>34548</c:v>
                </c:pt>
                <c:pt idx="1197">
                  <c:v>34549</c:v>
                </c:pt>
                <c:pt idx="1198">
                  <c:v>34550</c:v>
                </c:pt>
                <c:pt idx="1199">
                  <c:v>34551</c:v>
                </c:pt>
                <c:pt idx="1200">
                  <c:v>34554</c:v>
                </c:pt>
                <c:pt idx="1201">
                  <c:v>34555</c:v>
                </c:pt>
                <c:pt idx="1202">
                  <c:v>34556</c:v>
                </c:pt>
                <c:pt idx="1203">
                  <c:v>34557</c:v>
                </c:pt>
                <c:pt idx="1204">
                  <c:v>34558</c:v>
                </c:pt>
                <c:pt idx="1205">
                  <c:v>34561</c:v>
                </c:pt>
                <c:pt idx="1206">
                  <c:v>34562</c:v>
                </c:pt>
                <c:pt idx="1207">
                  <c:v>34563</c:v>
                </c:pt>
                <c:pt idx="1208">
                  <c:v>34564</c:v>
                </c:pt>
                <c:pt idx="1209">
                  <c:v>34565</c:v>
                </c:pt>
                <c:pt idx="1210">
                  <c:v>34568</c:v>
                </c:pt>
                <c:pt idx="1211">
                  <c:v>34569</c:v>
                </c:pt>
                <c:pt idx="1212">
                  <c:v>34570</c:v>
                </c:pt>
                <c:pt idx="1213">
                  <c:v>34571</c:v>
                </c:pt>
                <c:pt idx="1214">
                  <c:v>34572</c:v>
                </c:pt>
                <c:pt idx="1215">
                  <c:v>34575</c:v>
                </c:pt>
                <c:pt idx="1216">
                  <c:v>34576</c:v>
                </c:pt>
                <c:pt idx="1217">
                  <c:v>34577</c:v>
                </c:pt>
                <c:pt idx="1218">
                  <c:v>34578</c:v>
                </c:pt>
                <c:pt idx="1219">
                  <c:v>34579</c:v>
                </c:pt>
                <c:pt idx="1220">
                  <c:v>34582</c:v>
                </c:pt>
                <c:pt idx="1221">
                  <c:v>34583</c:v>
                </c:pt>
                <c:pt idx="1222">
                  <c:v>34584</c:v>
                </c:pt>
                <c:pt idx="1223">
                  <c:v>34585</c:v>
                </c:pt>
                <c:pt idx="1224">
                  <c:v>34586</c:v>
                </c:pt>
                <c:pt idx="1225">
                  <c:v>34589</c:v>
                </c:pt>
                <c:pt idx="1226">
                  <c:v>34590</c:v>
                </c:pt>
                <c:pt idx="1227">
                  <c:v>34591</c:v>
                </c:pt>
                <c:pt idx="1228">
                  <c:v>34592</c:v>
                </c:pt>
                <c:pt idx="1229">
                  <c:v>34593</c:v>
                </c:pt>
                <c:pt idx="1230">
                  <c:v>34596</c:v>
                </c:pt>
                <c:pt idx="1231">
                  <c:v>34597</c:v>
                </c:pt>
                <c:pt idx="1232">
                  <c:v>34598</c:v>
                </c:pt>
                <c:pt idx="1233">
                  <c:v>34599</c:v>
                </c:pt>
                <c:pt idx="1234">
                  <c:v>34600</c:v>
                </c:pt>
                <c:pt idx="1235">
                  <c:v>34603</c:v>
                </c:pt>
                <c:pt idx="1236">
                  <c:v>34604</c:v>
                </c:pt>
                <c:pt idx="1237">
                  <c:v>34605</c:v>
                </c:pt>
                <c:pt idx="1238">
                  <c:v>34606</c:v>
                </c:pt>
                <c:pt idx="1239">
                  <c:v>34607</c:v>
                </c:pt>
                <c:pt idx="1240">
                  <c:v>34610</c:v>
                </c:pt>
                <c:pt idx="1241">
                  <c:v>34611</c:v>
                </c:pt>
                <c:pt idx="1242">
                  <c:v>34612</c:v>
                </c:pt>
                <c:pt idx="1243">
                  <c:v>34613</c:v>
                </c:pt>
                <c:pt idx="1244">
                  <c:v>34614</c:v>
                </c:pt>
                <c:pt idx="1245">
                  <c:v>34617</c:v>
                </c:pt>
                <c:pt idx="1246">
                  <c:v>34618</c:v>
                </c:pt>
                <c:pt idx="1247">
                  <c:v>34619</c:v>
                </c:pt>
                <c:pt idx="1248">
                  <c:v>34620</c:v>
                </c:pt>
                <c:pt idx="1249">
                  <c:v>34621</c:v>
                </c:pt>
                <c:pt idx="1250">
                  <c:v>34624</c:v>
                </c:pt>
                <c:pt idx="1251">
                  <c:v>34625</c:v>
                </c:pt>
                <c:pt idx="1252">
                  <c:v>34626</c:v>
                </c:pt>
                <c:pt idx="1253">
                  <c:v>34627</c:v>
                </c:pt>
                <c:pt idx="1254">
                  <c:v>34628</c:v>
                </c:pt>
                <c:pt idx="1255">
                  <c:v>34631</c:v>
                </c:pt>
                <c:pt idx="1256">
                  <c:v>34632</c:v>
                </c:pt>
                <c:pt idx="1257">
                  <c:v>34633</c:v>
                </c:pt>
                <c:pt idx="1258">
                  <c:v>34634</c:v>
                </c:pt>
                <c:pt idx="1259">
                  <c:v>34635</c:v>
                </c:pt>
                <c:pt idx="1260">
                  <c:v>34638</c:v>
                </c:pt>
                <c:pt idx="1261">
                  <c:v>34639</c:v>
                </c:pt>
                <c:pt idx="1262">
                  <c:v>34640</c:v>
                </c:pt>
                <c:pt idx="1263">
                  <c:v>34641</c:v>
                </c:pt>
                <c:pt idx="1264">
                  <c:v>34642</c:v>
                </c:pt>
                <c:pt idx="1265">
                  <c:v>34645</c:v>
                </c:pt>
                <c:pt idx="1266">
                  <c:v>34646</c:v>
                </c:pt>
                <c:pt idx="1267">
                  <c:v>34647</c:v>
                </c:pt>
                <c:pt idx="1268">
                  <c:v>34648</c:v>
                </c:pt>
                <c:pt idx="1269">
                  <c:v>34649</c:v>
                </c:pt>
                <c:pt idx="1270">
                  <c:v>34652</c:v>
                </c:pt>
                <c:pt idx="1271">
                  <c:v>34653</c:v>
                </c:pt>
                <c:pt idx="1272">
                  <c:v>34654</c:v>
                </c:pt>
                <c:pt idx="1273">
                  <c:v>34655</c:v>
                </c:pt>
                <c:pt idx="1274">
                  <c:v>34656</c:v>
                </c:pt>
                <c:pt idx="1275">
                  <c:v>34659</c:v>
                </c:pt>
                <c:pt idx="1276">
                  <c:v>34660</c:v>
                </c:pt>
                <c:pt idx="1277">
                  <c:v>34661</c:v>
                </c:pt>
                <c:pt idx="1278">
                  <c:v>34662</c:v>
                </c:pt>
                <c:pt idx="1279">
                  <c:v>34663</c:v>
                </c:pt>
                <c:pt idx="1280">
                  <c:v>34666</c:v>
                </c:pt>
                <c:pt idx="1281">
                  <c:v>34667</c:v>
                </c:pt>
                <c:pt idx="1282">
                  <c:v>34668</c:v>
                </c:pt>
                <c:pt idx="1283">
                  <c:v>34669</c:v>
                </c:pt>
                <c:pt idx="1284">
                  <c:v>34670</c:v>
                </c:pt>
                <c:pt idx="1285">
                  <c:v>34673</c:v>
                </c:pt>
                <c:pt idx="1286">
                  <c:v>34674</c:v>
                </c:pt>
                <c:pt idx="1287">
                  <c:v>34675</c:v>
                </c:pt>
                <c:pt idx="1288">
                  <c:v>34676</c:v>
                </c:pt>
                <c:pt idx="1289">
                  <c:v>34677</c:v>
                </c:pt>
                <c:pt idx="1290">
                  <c:v>34680</c:v>
                </c:pt>
                <c:pt idx="1291">
                  <c:v>34681</c:v>
                </c:pt>
                <c:pt idx="1292">
                  <c:v>34682</c:v>
                </c:pt>
                <c:pt idx="1293">
                  <c:v>34683</c:v>
                </c:pt>
                <c:pt idx="1294">
                  <c:v>34684</c:v>
                </c:pt>
                <c:pt idx="1295">
                  <c:v>34687</c:v>
                </c:pt>
                <c:pt idx="1296">
                  <c:v>34688</c:v>
                </c:pt>
                <c:pt idx="1297">
                  <c:v>34689</c:v>
                </c:pt>
                <c:pt idx="1298">
                  <c:v>34690</c:v>
                </c:pt>
                <c:pt idx="1299">
                  <c:v>34691</c:v>
                </c:pt>
                <c:pt idx="1300">
                  <c:v>34694</c:v>
                </c:pt>
                <c:pt idx="1301">
                  <c:v>34695</c:v>
                </c:pt>
                <c:pt idx="1302">
                  <c:v>34696</c:v>
                </c:pt>
                <c:pt idx="1303">
                  <c:v>34697</c:v>
                </c:pt>
                <c:pt idx="1304">
                  <c:v>34698</c:v>
                </c:pt>
                <c:pt idx="1305">
                  <c:v>34701</c:v>
                </c:pt>
                <c:pt idx="1306">
                  <c:v>34702</c:v>
                </c:pt>
                <c:pt idx="1307">
                  <c:v>34703</c:v>
                </c:pt>
                <c:pt idx="1308">
                  <c:v>34704</c:v>
                </c:pt>
                <c:pt idx="1309">
                  <c:v>34705</c:v>
                </c:pt>
                <c:pt idx="1310">
                  <c:v>34708</c:v>
                </c:pt>
                <c:pt idx="1311">
                  <c:v>34709</c:v>
                </c:pt>
                <c:pt idx="1312">
                  <c:v>34710</c:v>
                </c:pt>
                <c:pt idx="1313">
                  <c:v>34711</c:v>
                </c:pt>
                <c:pt idx="1314">
                  <c:v>34712</c:v>
                </c:pt>
                <c:pt idx="1315">
                  <c:v>34715</c:v>
                </c:pt>
                <c:pt idx="1316">
                  <c:v>34716</c:v>
                </c:pt>
                <c:pt idx="1317">
                  <c:v>34717</c:v>
                </c:pt>
                <c:pt idx="1318">
                  <c:v>34718</c:v>
                </c:pt>
                <c:pt idx="1319">
                  <c:v>34719</c:v>
                </c:pt>
                <c:pt idx="1320">
                  <c:v>34722</c:v>
                </c:pt>
                <c:pt idx="1321">
                  <c:v>34723</c:v>
                </c:pt>
                <c:pt idx="1322">
                  <c:v>34724</c:v>
                </c:pt>
                <c:pt idx="1323">
                  <c:v>34725</c:v>
                </c:pt>
                <c:pt idx="1324">
                  <c:v>34726</c:v>
                </c:pt>
                <c:pt idx="1325">
                  <c:v>34729</c:v>
                </c:pt>
                <c:pt idx="1326">
                  <c:v>34730</c:v>
                </c:pt>
                <c:pt idx="1327">
                  <c:v>34731</c:v>
                </c:pt>
                <c:pt idx="1328">
                  <c:v>34732</c:v>
                </c:pt>
                <c:pt idx="1329">
                  <c:v>34733</c:v>
                </c:pt>
                <c:pt idx="1330">
                  <c:v>34736</c:v>
                </c:pt>
                <c:pt idx="1331">
                  <c:v>34737</c:v>
                </c:pt>
                <c:pt idx="1332">
                  <c:v>34738</c:v>
                </c:pt>
                <c:pt idx="1333">
                  <c:v>34739</c:v>
                </c:pt>
                <c:pt idx="1334">
                  <c:v>34740</c:v>
                </c:pt>
                <c:pt idx="1335">
                  <c:v>34743</c:v>
                </c:pt>
                <c:pt idx="1336">
                  <c:v>34744</c:v>
                </c:pt>
                <c:pt idx="1337">
                  <c:v>34745</c:v>
                </c:pt>
                <c:pt idx="1338">
                  <c:v>34746</c:v>
                </c:pt>
                <c:pt idx="1339">
                  <c:v>34747</c:v>
                </c:pt>
                <c:pt idx="1340">
                  <c:v>34750</c:v>
                </c:pt>
                <c:pt idx="1341">
                  <c:v>34751</c:v>
                </c:pt>
                <c:pt idx="1342">
                  <c:v>34752</c:v>
                </c:pt>
                <c:pt idx="1343">
                  <c:v>34753</c:v>
                </c:pt>
                <c:pt idx="1344">
                  <c:v>34754</c:v>
                </c:pt>
                <c:pt idx="1345">
                  <c:v>34757</c:v>
                </c:pt>
                <c:pt idx="1346">
                  <c:v>34758</c:v>
                </c:pt>
                <c:pt idx="1347">
                  <c:v>34759</c:v>
                </c:pt>
                <c:pt idx="1348">
                  <c:v>34760</c:v>
                </c:pt>
                <c:pt idx="1349">
                  <c:v>34761</c:v>
                </c:pt>
                <c:pt idx="1350">
                  <c:v>34764</c:v>
                </c:pt>
                <c:pt idx="1351">
                  <c:v>34765</c:v>
                </c:pt>
                <c:pt idx="1352">
                  <c:v>34766</c:v>
                </c:pt>
                <c:pt idx="1353">
                  <c:v>34767</c:v>
                </c:pt>
                <c:pt idx="1354">
                  <c:v>34768</c:v>
                </c:pt>
                <c:pt idx="1355">
                  <c:v>34771</c:v>
                </c:pt>
                <c:pt idx="1356">
                  <c:v>34772</c:v>
                </c:pt>
                <c:pt idx="1357">
                  <c:v>34773</c:v>
                </c:pt>
                <c:pt idx="1358">
                  <c:v>34774</c:v>
                </c:pt>
                <c:pt idx="1359">
                  <c:v>34775</c:v>
                </c:pt>
                <c:pt idx="1360">
                  <c:v>34778</c:v>
                </c:pt>
                <c:pt idx="1361">
                  <c:v>34779</c:v>
                </c:pt>
                <c:pt idx="1362">
                  <c:v>34780</c:v>
                </c:pt>
                <c:pt idx="1363">
                  <c:v>34781</c:v>
                </c:pt>
                <c:pt idx="1364">
                  <c:v>34782</c:v>
                </c:pt>
                <c:pt idx="1365">
                  <c:v>34785</c:v>
                </c:pt>
                <c:pt idx="1366">
                  <c:v>34786</c:v>
                </c:pt>
                <c:pt idx="1367">
                  <c:v>34787</c:v>
                </c:pt>
                <c:pt idx="1368">
                  <c:v>34788</c:v>
                </c:pt>
                <c:pt idx="1369">
                  <c:v>34789</c:v>
                </c:pt>
                <c:pt idx="1370">
                  <c:v>34792</c:v>
                </c:pt>
                <c:pt idx="1371">
                  <c:v>34793</c:v>
                </c:pt>
                <c:pt idx="1372">
                  <c:v>34794</c:v>
                </c:pt>
                <c:pt idx="1373">
                  <c:v>34795</c:v>
                </c:pt>
                <c:pt idx="1374">
                  <c:v>34796</c:v>
                </c:pt>
                <c:pt idx="1375">
                  <c:v>34799</c:v>
                </c:pt>
                <c:pt idx="1376">
                  <c:v>34800</c:v>
                </c:pt>
                <c:pt idx="1377">
                  <c:v>34801</c:v>
                </c:pt>
                <c:pt idx="1378">
                  <c:v>34802</c:v>
                </c:pt>
                <c:pt idx="1379">
                  <c:v>34803</c:v>
                </c:pt>
                <c:pt idx="1380">
                  <c:v>34806</c:v>
                </c:pt>
                <c:pt idx="1381">
                  <c:v>34807</c:v>
                </c:pt>
                <c:pt idx="1382">
                  <c:v>34808</c:v>
                </c:pt>
                <c:pt idx="1383">
                  <c:v>34809</c:v>
                </c:pt>
                <c:pt idx="1384">
                  <c:v>34810</c:v>
                </c:pt>
                <c:pt idx="1385">
                  <c:v>34813</c:v>
                </c:pt>
                <c:pt idx="1386">
                  <c:v>34814</c:v>
                </c:pt>
                <c:pt idx="1387">
                  <c:v>34815</c:v>
                </c:pt>
                <c:pt idx="1388">
                  <c:v>34816</c:v>
                </c:pt>
                <c:pt idx="1389">
                  <c:v>34817</c:v>
                </c:pt>
                <c:pt idx="1390">
                  <c:v>34820</c:v>
                </c:pt>
                <c:pt idx="1391">
                  <c:v>34821</c:v>
                </c:pt>
                <c:pt idx="1392">
                  <c:v>34822</c:v>
                </c:pt>
                <c:pt idx="1393">
                  <c:v>34823</c:v>
                </c:pt>
                <c:pt idx="1394">
                  <c:v>34824</c:v>
                </c:pt>
                <c:pt idx="1395">
                  <c:v>34827</c:v>
                </c:pt>
                <c:pt idx="1396">
                  <c:v>34828</c:v>
                </c:pt>
                <c:pt idx="1397">
                  <c:v>34829</c:v>
                </c:pt>
                <c:pt idx="1398">
                  <c:v>34830</c:v>
                </c:pt>
                <c:pt idx="1399">
                  <c:v>34831</c:v>
                </c:pt>
                <c:pt idx="1400">
                  <c:v>34834</c:v>
                </c:pt>
                <c:pt idx="1401">
                  <c:v>34835</c:v>
                </c:pt>
                <c:pt idx="1402">
                  <c:v>34836</c:v>
                </c:pt>
                <c:pt idx="1403">
                  <c:v>34837</c:v>
                </c:pt>
                <c:pt idx="1404">
                  <c:v>34838</c:v>
                </c:pt>
                <c:pt idx="1405">
                  <c:v>34841</c:v>
                </c:pt>
                <c:pt idx="1406">
                  <c:v>34842</c:v>
                </c:pt>
                <c:pt idx="1407">
                  <c:v>34843</c:v>
                </c:pt>
                <c:pt idx="1408">
                  <c:v>34844</c:v>
                </c:pt>
                <c:pt idx="1409">
                  <c:v>34845</c:v>
                </c:pt>
                <c:pt idx="1410">
                  <c:v>34848</c:v>
                </c:pt>
                <c:pt idx="1411">
                  <c:v>34849</c:v>
                </c:pt>
                <c:pt idx="1412">
                  <c:v>34850</c:v>
                </c:pt>
                <c:pt idx="1413">
                  <c:v>34851</c:v>
                </c:pt>
                <c:pt idx="1414">
                  <c:v>34852</c:v>
                </c:pt>
                <c:pt idx="1415">
                  <c:v>34855</c:v>
                </c:pt>
                <c:pt idx="1416">
                  <c:v>34856</c:v>
                </c:pt>
                <c:pt idx="1417">
                  <c:v>34857</c:v>
                </c:pt>
                <c:pt idx="1418">
                  <c:v>34858</c:v>
                </c:pt>
                <c:pt idx="1419">
                  <c:v>34859</c:v>
                </c:pt>
                <c:pt idx="1420">
                  <c:v>34862</c:v>
                </c:pt>
                <c:pt idx="1421">
                  <c:v>34863</c:v>
                </c:pt>
                <c:pt idx="1422">
                  <c:v>34864</c:v>
                </c:pt>
                <c:pt idx="1423">
                  <c:v>34865</c:v>
                </c:pt>
                <c:pt idx="1424">
                  <c:v>34866</c:v>
                </c:pt>
                <c:pt idx="1425">
                  <c:v>34869</c:v>
                </c:pt>
                <c:pt idx="1426">
                  <c:v>34870</c:v>
                </c:pt>
                <c:pt idx="1427">
                  <c:v>34871</c:v>
                </c:pt>
                <c:pt idx="1428">
                  <c:v>34872</c:v>
                </c:pt>
                <c:pt idx="1429">
                  <c:v>34873</c:v>
                </c:pt>
                <c:pt idx="1430">
                  <c:v>34876</c:v>
                </c:pt>
                <c:pt idx="1431">
                  <c:v>34877</c:v>
                </c:pt>
                <c:pt idx="1432">
                  <c:v>34878</c:v>
                </c:pt>
                <c:pt idx="1433">
                  <c:v>34879</c:v>
                </c:pt>
                <c:pt idx="1434">
                  <c:v>34880</c:v>
                </c:pt>
                <c:pt idx="1435">
                  <c:v>34883</c:v>
                </c:pt>
                <c:pt idx="1436">
                  <c:v>34884</c:v>
                </c:pt>
                <c:pt idx="1437">
                  <c:v>34885</c:v>
                </c:pt>
                <c:pt idx="1438">
                  <c:v>34886</c:v>
                </c:pt>
                <c:pt idx="1439">
                  <c:v>34887</c:v>
                </c:pt>
                <c:pt idx="1440">
                  <c:v>34890</c:v>
                </c:pt>
                <c:pt idx="1441">
                  <c:v>34891</c:v>
                </c:pt>
                <c:pt idx="1442">
                  <c:v>34892</c:v>
                </c:pt>
                <c:pt idx="1443">
                  <c:v>34893</c:v>
                </c:pt>
                <c:pt idx="1444">
                  <c:v>34894</c:v>
                </c:pt>
                <c:pt idx="1445">
                  <c:v>34897</c:v>
                </c:pt>
                <c:pt idx="1446">
                  <c:v>34898</c:v>
                </c:pt>
                <c:pt idx="1447">
                  <c:v>34899</c:v>
                </c:pt>
                <c:pt idx="1448">
                  <c:v>34900</c:v>
                </c:pt>
                <c:pt idx="1449">
                  <c:v>34901</c:v>
                </c:pt>
                <c:pt idx="1450">
                  <c:v>34904</c:v>
                </c:pt>
                <c:pt idx="1451">
                  <c:v>34905</c:v>
                </c:pt>
                <c:pt idx="1452">
                  <c:v>34906</c:v>
                </c:pt>
                <c:pt idx="1453">
                  <c:v>34907</c:v>
                </c:pt>
                <c:pt idx="1454">
                  <c:v>34908</c:v>
                </c:pt>
                <c:pt idx="1455">
                  <c:v>34911</c:v>
                </c:pt>
                <c:pt idx="1456">
                  <c:v>34912</c:v>
                </c:pt>
                <c:pt idx="1457">
                  <c:v>34913</c:v>
                </c:pt>
                <c:pt idx="1458">
                  <c:v>34914</c:v>
                </c:pt>
                <c:pt idx="1459">
                  <c:v>34915</c:v>
                </c:pt>
                <c:pt idx="1460">
                  <c:v>34918</c:v>
                </c:pt>
                <c:pt idx="1461">
                  <c:v>34919</c:v>
                </c:pt>
                <c:pt idx="1462">
                  <c:v>34920</c:v>
                </c:pt>
                <c:pt idx="1463">
                  <c:v>34921</c:v>
                </c:pt>
                <c:pt idx="1464">
                  <c:v>34922</c:v>
                </c:pt>
                <c:pt idx="1465">
                  <c:v>34925</c:v>
                </c:pt>
                <c:pt idx="1466">
                  <c:v>34926</c:v>
                </c:pt>
                <c:pt idx="1467">
                  <c:v>34927</c:v>
                </c:pt>
                <c:pt idx="1468">
                  <c:v>34928</c:v>
                </c:pt>
                <c:pt idx="1469">
                  <c:v>34929</c:v>
                </c:pt>
                <c:pt idx="1470">
                  <c:v>34932</c:v>
                </c:pt>
                <c:pt idx="1471">
                  <c:v>34933</c:v>
                </c:pt>
                <c:pt idx="1472">
                  <c:v>34934</c:v>
                </c:pt>
                <c:pt idx="1473">
                  <c:v>34935</c:v>
                </c:pt>
                <c:pt idx="1474">
                  <c:v>34936</c:v>
                </c:pt>
                <c:pt idx="1475">
                  <c:v>34939</c:v>
                </c:pt>
                <c:pt idx="1476">
                  <c:v>34940</c:v>
                </c:pt>
                <c:pt idx="1477">
                  <c:v>34941</c:v>
                </c:pt>
                <c:pt idx="1478">
                  <c:v>34942</c:v>
                </c:pt>
                <c:pt idx="1479">
                  <c:v>34943</c:v>
                </c:pt>
                <c:pt idx="1480">
                  <c:v>34946</c:v>
                </c:pt>
                <c:pt idx="1481">
                  <c:v>34947</c:v>
                </c:pt>
                <c:pt idx="1482">
                  <c:v>34948</c:v>
                </c:pt>
                <c:pt idx="1483">
                  <c:v>34949</c:v>
                </c:pt>
                <c:pt idx="1484">
                  <c:v>34950</c:v>
                </c:pt>
                <c:pt idx="1485">
                  <c:v>34953</c:v>
                </c:pt>
                <c:pt idx="1486">
                  <c:v>34954</c:v>
                </c:pt>
                <c:pt idx="1487">
                  <c:v>34955</c:v>
                </c:pt>
                <c:pt idx="1488">
                  <c:v>34956</c:v>
                </c:pt>
                <c:pt idx="1489">
                  <c:v>34957</c:v>
                </c:pt>
                <c:pt idx="1490">
                  <c:v>34960</c:v>
                </c:pt>
                <c:pt idx="1491">
                  <c:v>34961</c:v>
                </c:pt>
                <c:pt idx="1492">
                  <c:v>34962</c:v>
                </c:pt>
                <c:pt idx="1493">
                  <c:v>34963</c:v>
                </c:pt>
                <c:pt idx="1494">
                  <c:v>34964</c:v>
                </c:pt>
                <c:pt idx="1495">
                  <c:v>34967</c:v>
                </c:pt>
                <c:pt idx="1496">
                  <c:v>34968</c:v>
                </c:pt>
                <c:pt idx="1497">
                  <c:v>34969</c:v>
                </c:pt>
                <c:pt idx="1498">
                  <c:v>34970</c:v>
                </c:pt>
                <c:pt idx="1499">
                  <c:v>34971</c:v>
                </c:pt>
                <c:pt idx="1500">
                  <c:v>34974</c:v>
                </c:pt>
                <c:pt idx="1501">
                  <c:v>34975</c:v>
                </c:pt>
                <c:pt idx="1502">
                  <c:v>34976</c:v>
                </c:pt>
                <c:pt idx="1503">
                  <c:v>34977</c:v>
                </c:pt>
                <c:pt idx="1504">
                  <c:v>34978</c:v>
                </c:pt>
                <c:pt idx="1505">
                  <c:v>34981</c:v>
                </c:pt>
                <c:pt idx="1506">
                  <c:v>34982</c:v>
                </c:pt>
                <c:pt idx="1507">
                  <c:v>34983</c:v>
                </c:pt>
                <c:pt idx="1508">
                  <c:v>34984</c:v>
                </c:pt>
                <c:pt idx="1509">
                  <c:v>34985</c:v>
                </c:pt>
                <c:pt idx="1510">
                  <c:v>34988</c:v>
                </c:pt>
                <c:pt idx="1511">
                  <c:v>34989</c:v>
                </c:pt>
                <c:pt idx="1512">
                  <c:v>34990</c:v>
                </c:pt>
                <c:pt idx="1513">
                  <c:v>34991</c:v>
                </c:pt>
                <c:pt idx="1514">
                  <c:v>34992</c:v>
                </c:pt>
                <c:pt idx="1515">
                  <c:v>34995</c:v>
                </c:pt>
                <c:pt idx="1516">
                  <c:v>34996</c:v>
                </c:pt>
                <c:pt idx="1517">
                  <c:v>34997</c:v>
                </c:pt>
                <c:pt idx="1518">
                  <c:v>34998</c:v>
                </c:pt>
                <c:pt idx="1519">
                  <c:v>34999</c:v>
                </c:pt>
                <c:pt idx="1520">
                  <c:v>35002</c:v>
                </c:pt>
                <c:pt idx="1521">
                  <c:v>35003</c:v>
                </c:pt>
                <c:pt idx="1522">
                  <c:v>35004</c:v>
                </c:pt>
                <c:pt idx="1523">
                  <c:v>35005</c:v>
                </c:pt>
                <c:pt idx="1524">
                  <c:v>35006</c:v>
                </c:pt>
                <c:pt idx="1525">
                  <c:v>35009</c:v>
                </c:pt>
                <c:pt idx="1526">
                  <c:v>35010</c:v>
                </c:pt>
                <c:pt idx="1527">
                  <c:v>35011</c:v>
                </c:pt>
                <c:pt idx="1528">
                  <c:v>35012</c:v>
                </c:pt>
                <c:pt idx="1529">
                  <c:v>35013</c:v>
                </c:pt>
                <c:pt idx="1530">
                  <c:v>35016</c:v>
                </c:pt>
                <c:pt idx="1531">
                  <c:v>35017</c:v>
                </c:pt>
                <c:pt idx="1532">
                  <c:v>35018</c:v>
                </c:pt>
                <c:pt idx="1533">
                  <c:v>35019</c:v>
                </c:pt>
                <c:pt idx="1534">
                  <c:v>35020</c:v>
                </c:pt>
                <c:pt idx="1535">
                  <c:v>35023</c:v>
                </c:pt>
                <c:pt idx="1536">
                  <c:v>35024</c:v>
                </c:pt>
                <c:pt idx="1537">
                  <c:v>35025</c:v>
                </c:pt>
                <c:pt idx="1538">
                  <c:v>35026</c:v>
                </c:pt>
                <c:pt idx="1539">
                  <c:v>35027</c:v>
                </c:pt>
                <c:pt idx="1540">
                  <c:v>35030</c:v>
                </c:pt>
                <c:pt idx="1541">
                  <c:v>35031</c:v>
                </c:pt>
                <c:pt idx="1542">
                  <c:v>35032</c:v>
                </c:pt>
                <c:pt idx="1543">
                  <c:v>35033</c:v>
                </c:pt>
                <c:pt idx="1544">
                  <c:v>35034</c:v>
                </c:pt>
                <c:pt idx="1545">
                  <c:v>35037</c:v>
                </c:pt>
                <c:pt idx="1546">
                  <c:v>35038</c:v>
                </c:pt>
                <c:pt idx="1547">
                  <c:v>35039</c:v>
                </c:pt>
                <c:pt idx="1548">
                  <c:v>35040</c:v>
                </c:pt>
                <c:pt idx="1549">
                  <c:v>35041</c:v>
                </c:pt>
                <c:pt idx="1550">
                  <c:v>35044</c:v>
                </c:pt>
                <c:pt idx="1551">
                  <c:v>35045</c:v>
                </c:pt>
                <c:pt idx="1552">
                  <c:v>35046</c:v>
                </c:pt>
                <c:pt idx="1553">
                  <c:v>35047</c:v>
                </c:pt>
                <c:pt idx="1554">
                  <c:v>35048</c:v>
                </c:pt>
                <c:pt idx="1555">
                  <c:v>35051</c:v>
                </c:pt>
                <c:pt idx="1556">
                  <c:v>35052</c:v>
                </c:pt>
                <c:pt idx="1557">
                  <c:v>35053</c:v>
                </c:pt>
                <c:pt idx="1558">
                  <c:v>35054</c:v>
                </c:pt>
                <c:pt idx="1559">
                  <c:v>35055</c:v>
                </c:pt>
                <c:pt idx="1560">
                  <c:v>35058</c:v>
                </c:pt>
                <c:pt idx="1561">
                  <c:v>35059</c:v>
                </c:pt>
                <c:pt idx="1562">
                  <c:v>35060</c:v>
                </c:pt>
                <c:pt idx="1563">
                  <c:v>35061</c:v>
                </c:pt>
                <c:pt idx="1564">
                  <c:v>35062</c:v>
                </c:pt>
                <c:pt idx="1565">
                  <c:v>35065</c:v>
                </c:pt>
                <c:pt idx="1566">
                  <c:v>35066</c:v>
                </c:pt>
                <c:pt idx="1567">
                  <c:v>35067</c:v>
                </c:pt>
                <c:pt idx="1568">
                  <c:v>35068</c:v>
                </c:pt>
                <c:pt idx="1569">
                  <c:v>35069</c:v>
                </c:pt>
                <c:pt idx="1570">
                  <c:v>35072</c:v>
                </c:pt>
                <c:pt idx="1571">
                  <c:v>35073</c:v>
                </c:pt>
                <c:pt idx="1572">
                  <c:v>35074</c:v>
                </c:pt>
                <c:pt idx="1573">
                  <c:v>35075</c:v>
                </c:pt>
                <c:pt idx="1574">
                  <c:v>35076</c:v>
                </c:pt>
                <c:pt idx="1575">
                  <c:v>35079</c:v>
                </c:pt>
                <c:pt idx="1576">
                  <c:v>35080</c:v>
                </c:pt>
                <c:pt idx="1577">
                  <c:v>35081</c:v>
                </c:pt>
                <c:pt idx="1578">
                  <c:v>35082</c:v>
                </c:pt>
                <c:pt idx="1579">
                  <c:v>35083</c:v>
                </c:pt>
                <c:pt idx="1580">
                  <c:v>35086</c:v>
                </c:pt>
                <c:pt idx="1581">
                  <c:v>35087</c:v>
                </c:pt>
                <c:pt idx="1582">
                  <c:v>35088</c:v>
                </c:pt>
                <c:pt idx="1583">
                  <c:v>35089</c:v>
                </c:pt>
                <c:pt idx="1584">
                  <c:v>35090</c:v>
                </c:pt>
                <c:pt idx="1585">
                  <c:v>35093</c:v>
                </c:pt>
                <c:pt idx="1586">
                  <c:v>35094</c:v>
                </c:pt>
                <c:pt idx="1587">
                  <c:v>35095</c:v>
                </c:pt>
                <c:pt idx="1588">
                  <c:v>35096</c:v>
                </c:pt>
                <c:pt idx="1589">
                  <c:v>35097</c:v>
                </c:pt>
                <c:pt idx="1590">
                  <c:v>35100</c:v>
                </c:pt>
                <c:pt idx="1591">
                  <c:v>35101</c:v>
                </c:pt>
                <c:pt idx="1592">
                  <c:v>35102</c:v>
                </c:pt>
                <c:pt idx="1593">
                  <c:v>35103</c:v>
                </c:pt>
                <c:pt idx="1594">
                  <c:v>35104</c:v>
                </c:pt>
                <c:pt idx="1595">
                  <c:v>35107</c:v>
                </c:pt>
                <c:pt idx="1596">
                  <c:v>35108</c:v>
                </c:pt>
                <c:pt idx="1597">
                  <c:v>35109</c:v>
                </c:pt>
                <c:pt idx="1598">
                  <c:v>35110</c:v>
                </c:pt>
                <c:pt idx="1599">
                  <c:v>35111</c:v>
                </c:pt>
                <c:pt idx="1600">
                  <c:v>35114</c:v>
                </c:pt>
                <c:pt idx="1601">
                  <c:v>35115</c:v>
                </c:pt>
                <c:pt idx="1602">
                  <c:v>35116</c:v>
                </c:pt>
                <c:pt idx="1603">
                  <c:v>35117</c:v>
                </c:pt>
                <c:pt idx="1604">
                  <c:v>35118</c:v>
                </c:pt>
                <c:pt idx="1605">
                  <c:v>35121</c:v>
                </c:pt>
                <c:pt idx="1606">
                  <c:v>35122</c:v>
                </c:pt>
                <c:pt idx="1607">
                  <c:v>35123</c:v>
                </c:pt>
                <c:pt idx="1608">
                  <c:v>35124</c:v>
                </c:pt>
                <c:pt idx="1609">
                  <c:v>35125</c:v>
                </c:pt>
                <c:pt idx="1610">
                  <c:v>35128</c:v>
                </c:pt>
                <c:pt idx="1611">
                  <c:v>35129</c:v>
                </c:pt>
                <c:pt idx="1612">
                  <c:v>35130</c:v>
                </c:pt>
                <c:pt idx="1613">
                  <c:v>35131</c:v>
                </c:pt>
                <c:pt idx="1614">
                  <c:v>35132</c:v>
                </c:pt>
                <c:pt idx="1615">
                  <c:v>35135</c:v>
                </c:pt>
                <c:pt idx="1616">
                  <c:v>35136</c:v>
                </c:pt>
                <c:pt idx="1617">
                  <c:v>35137</c:v>
                </c:pt>
                <c:pt idx="1618">
                  <c:v>35138</c:v>
                </c:pt>
                <c:pt idx="1619">
                  <c:v>35139</c:v>
                </c:pt>
                <c:pt idx="1620">
                  <c:v>35142</c:v>
                </c:pt>
                <c:pt idx="1621">
                  <c:v>35143</c:v>
                </c:pt>
                <c:pt idx="1622">
                  <c:v>35144</c:v>
                </c:pt>
                <c:pt idx="1623">
                  <c:v>35145</c:v>
                </c:pt>
                <c:pt idx="1624">
                  <c:v>35146</c:v>
                </c:pt>
                <c:pt idx="1625">
                  <c:v>35149</c:v>
                </c:pt>
                <c:pt idx="1626">
                  <c:v>35150</c:v>
                </c:pt>
                <c:pt idx="1627">
                  <c:v>35151</c:v>
                </c:pt>
                <c:pt idx="1628">
                  <c:v>35152</c:v>
                </c:pt>
                <c:pt idx="1629">
                  <c:v>35153</c:v>
                </c:pt>
                <c:pt idx="1630">
                  <c:v>35156</c:v>
                </c:pt>
                <c:pt idx="1631">
                  <c:v>35157</c:v>
                </c:pt>
                <c:pt idx="1632">
                  <c:v>35158</c:v>
                </c:pt>
                <c:pt idx="1633">
                  <c:v>35159</c:v>
                </c:pt>
                <c:pt idx="1634">
                  <c:v>35160</c:v>
                </c:pt>
                <c:pt idx="1635">
                  <c:v>35163</c:v>
                </c:pt>
                <c:pt idx="1636">
                  <c:v>35164</c:v>
                </c:pt>
                <c:pt idx="1637">
                  <c:v>35165</c:v>
                </c:pt>
                <c:pt idx="1638">
                  <c:v>35166</c:v>
                </c:pt>
                <c:pt idx="1639">
                  <c:v>35167</c:v>
                </c:pt>
                <c:pt idx="1640">
                  <c:v>35170</c:v>
                </c:pt>
                <c:pt idx="1641">
                  <c:v>35171</c:v>
                </c:pt>
                <c:pt idx="1642">
                  <c:v>35172</c:v>
                </c:pt>
                <c:pt idx="1643">
                  <c:v>35173</c:v>
                </c:pt>
                <c:pt idx="1644">
                  <c:v>35174</c:v>
                </c:pt>
                <c:pt idx="1645">
                  <c:v>35177</c:v>
                </c:pt>
                <c:pt idx="1646">
                  <c:v>35178</c:v>
                </c:pt>
                <c:pt idx="1647">
                  <c:v>35179</c:v>
                </c:pt>
                <c:pt idx="1648">
                  <c:v>35180</c:v>
                </c:pt>
                <c:pt idx="1649">
                  <c:v>35181</c:v>
                </c:pt>
                <c:pt idx="1650">
                  <c:v>35184</c:v>
                </c:pt>
                <c:pt idx="1651">
                  <c:v>35185</c:v>
                </c:pt>
                <c:pt idx="1652">
                  <c:v>35186</c:v>
                </c:pt>
                <c:pt idx="1653">
                  <c:v>35187</c:v>
                </c:pt>
                <c:pt idx="1654">
                  <c:v>35188</c:v>
                </c:pt>
                <c:pt idx="1655">
                  <c:v>35191</c:v>
                </c:pt>
                <c:pt idx="1656">
                  <c:v>35192</c:v>
                </c:pt>
                <c:pt idx="1657">
                  <c:v>35193</c:v>
                </c:pt>
                <c:pt idx="1658">
                  <c:v>35194</c:v>
                </c:pt>
                <c:pt idx="1659">
                  <c:v>35195</c:v>
                </c:pt>
                <c:pt idx="1660">
                  <c:v>35198</c:v>
                </c:pt>
                <c:pt idx="1661">
                  <c:v>35199</c:v>
                </c:pt>
                <c:pt idx="1662">
                  <c:v>35200</c:v>
                </c:pt>
                <c:pt idx="1663">
                  <c:v>35201</c:v>
                </c:pt>
                <c:pt idx="1664">
                  <c:v>35202</c:v>
                </c:pt>
                <c:pt idx="1665">
                  <c:v>35205</c:v>
                </c:pt>
                <c:pt idx="1666">
                  <c:v>35206</c:v>
                </c:pt>
                <c:pt idx="1667">
                  <c:v>35207</c:v>
                </c:pt>
                <c:pt idx="1668">
                  <c:v>35208</c:v>
                </c:pt>
                <c:pt idx="1669">
                  <c:v>35209</c:v>
                </c:pt>
                <c:pt idx="1670">
                  <c:v>35212</c:v>
                </c:pt>
                <c:pt idx="1671">
                  <c:v>35213</c:v>
                </c:pt>
                <c:pt idx="1672">
                  <c:v>35214</c:v>
                </c:pt>
                <c:pt idx="1673">
                  <c:v>35215</c:v>
                </c:pt>
                <c:pt idx="1674">
                  <c:v>35216</c:v>
                </c:pt>
                <c:pt idx="1675">
                  <c:v>35219</c:v>
                </c:pt>
                <c:pt idx="1676">
                  <c:v>35220</c:v>
                </c:pt>
                <c:pt idx="1677">
                  <c:v>35221</c:v>
                </c:pt>
                <c:pt idx="1678">
                  <c:v>35222</c:v>
                </c:pt>
                <c:pt idx="1679">
                  <c:v>35223</c:v>
                </c:pt>
                <c:pt idx="1680">
                  <c:v>35226</c:v>
                </c:pt>
                <c:pt idx="1681">
                  <c:v>35227</c:v>
                </c:pt>
                <c:pt idx="1682">
                  <c:v>35228</c:v>
                </c:pt>
                <c:pt idx="1683">
                  <c:v>35229</c:v>
                </c:pt>
                <c:pt idx="1684">
                  <c:v>35230</c:v>
                </c:pt>
                <c:pt idx="1685">
                  <c:v>35233</c:v>
                </c:pt>
                <c:pt idx="1686">
                  <c:v>35234</c:v>
                </c:pt>
                <c:pt idx="1687">
                  <c:v>35235</c:v>
                </c:pt>
                <c:pt idx="1688">
                  <c:v>35236</c:v>
                </c:pt>
                <c:pt idx="1689">
                  <c:v>35237</c:v>
                </c:pt>
                <c:pt idx="1690">
                  <c:v>35240</c:v>
                </c:pt>
                <c:pt idx="1691">
                  <c:v>35241</c:v>
                </c:pt>
                <c:pt idx="1692">
                  <c:v>35242</c:v>
                </c:pt>
                <c:pt idx="1693">
                  <c:v>35243</c:v>
                </c:pt>
                <c:pt idx="1694">
                  <c:v>35244</c:v>
                </c:pt>
                <c:pt idx="1695">
                  <c:v>35247</c:v>
                </c:pt>
                <c:pt idx="1696">
                  <c:v>35248</c:v>
                </c:pt>
                <c:pt idx="1697">
                  <c:v>35249</c:v>
                </c:pt>
                <c:pt idx="1698">
                  <c:v>35250</c:v>
                </c:pt>
                <c:pt idx="1699">
                  <c:v>35251</c:v>
                </c:pt>
                <c:pt idx="1700">
                  <c:v>35254</c:v>
                </c:pt>
                <c:pt idx="1701">
                  <c:v>35255</c:v>
                </c:pt>
                <c:pt idx="1702">
                  <c:v>35256</c:v>
                </c:pt>
                <c:pt idx="1703">
                  <c:v>35257</c:v>
                </c:pt>
                <c:pt idx="1704">
                  <c:v>35258</c:v>
                </c:pt>
                <c:pt idx="1705">
                  <c:v>35261</c:v>
                </c:pt>
                <c:pt idx="1706">
                  <c:v>35262</c:v>
                </c:pt>
                <c:pt idx="1707">
                  <c:v>35263</c:v>
                </c:pt>
                <c:pt idx="1708">
                  <c:v>35264</c:v>
                </c:pt>
                <c:pt idx="1709">
                  <c:v>35265</c:v>
                </c:pt>
                <c:pt idx="1710">
                  <c:v>35268</c:v>
                </c:pt>
                <c:pt idx="1711">
                  <c:v>35269</c:v>
                </c:pt>
                <c:pt idx="1712">
                  <c:v>35270</c:v>
                </c:pt>
                <c:pt idx="1713">
                  <c:v>35271</c:v>
                </c:pt>
                <c:pt idx="1714">
                  <c:v>35272</c:v>
                </c:pt>
                <c:pt idx="1715">
                  <c:v>35275</c:v>
                </c:pt>
                <c:pt idx="1716">
                  <c:v>35276</c:v>
                </c:pt>
                <c:pt idx="1717">
                  <c:v>35277</c:v>
                </c:pt>
                <c:pt idx="1718">
                  <c:v>35278</c:v>
                </c:pt>
                <c:pt idx="1719">
                  <c:v>35279</c:v>
                </c:pt>
                <c:pt idx="1720">
                  <c:v>35282</c:v>
                </c:pt>
                <c:pt idx="1721">
                  <c:v>35283</c:v>
                </c:pt>
                <c:pt idx="1722">
                  <c:v>35284</c:v>
                </c:pt>
                <c:pt idx="1723">
                  <c:v>35285</c:v>
                </c:pt>
                <c:pt idx="1724">
                  <c:v>35286</c:v>
                </c:pt>
                <c:pt idx="1725">
                  <c:v>35289</c:v>
                </c:pt>
                <c:pt idx="1726">
                  <c:v>35290</c:v>
                </c:pt>
                <c:pt idx="1727">
                  <c:v>35291</c:v>
                </c:pt>
                <c:pt idx="1728">
                  <c:v>35292</c:v>
                </c:pt>
                <c:pt idx="1729">
                  <c:v>35293</c:v>
                </c:pt>
                <c:pt idx="1730">
                  <c:v>35296</c:v>
                </c:pt>
                <c:pt idx="1731">
                  <c:v>35297</c:v>
                </c:pt>
                <c:pt idx="1732">
                  <c:v>35298</c:v>
                </c:pt>
                <c:pt idx="1733">
                  <c:v>35299</c:v>
                </c:pt>
                <c:pt idx="1734">
                  <c:v>35300</c:v>
                </c:pt>
                <c:pt idx="1735">
                  <c:v>35303</c:v>
                </c:pt>
                <c:pt idx="1736">
                  <c:v>35304</c:v>
                </c:pt>
                <c:pt idx="1737">
                  <c:v>35305</c:v>
                </c:pt>
                <c:pt idx="1738">
                  <c:v>35306</c:v>
                </c:pt>
                <c:pt idx="1739">
                  <c:v>35307</c:v>
                </c:pt>
                <c:pt idx="1740">
                  <c:v>35310</c:v>
                </c:pt>
                <c:pt idx="1741">
                  <c:v>35311</c:v>
                </c:pt>
                <c:pt idx="1742">
                  <c:v>35312</c:v>
                </c:pt>
                <c:pt idx="1743">
                  <c:v>35313</c:v>
                </c:pt>
                <c:pt idx="1744">
                  <c:v>35314</c:v>
                </c:pt>
                <c:pt idx="1745">
                  <c:v>35317</c:v>
                </c:pt>
                <c:pt idx="1746">
                  <c:v>35318</c:v>
                </c:pt>
                <c:pt idx="1747">
                  <c:v>35319</c:v>
                </c:pt>
                <c:pt idx="1748">
                  <c:v>35320</c:v>
                </c:pt>
                <c:pt idx="1749">
                  <c:v>35321</c:v>
                </c:pt>
                <c:pt idx="1750">
                  <c:v>35324</c:v>
                </c:pt>
                <c:pt idx="1751">
                  <c:v>35325</c:v>
                </c:pt>
                <c:pt idx="1752">
                  <c:v>35326</c:v>
                </c:pt>
                <c:pt idx="1753">
                  <c:v>35327</c:v>
                </c:pt>
                <c:pt idx="1754">
                  <c:v>35328</c:v>
                </c:pt>
                <c:pt idx="1755">
                  <c:v>35331</c:v>
                </c:pt>
                <c:pt idx="1756">
                  <c:v>35332</c:v>
                </c:pt>
                <c:pt idx="1757">
                  <c:v>35333</c:v>
                </c:pt>
                <c:pt idx="1758">
                  <c:v>35334</c:v>
                </c:pt>
                <c:pt idx="1759">
                  <c:v>35335</c:v>
                </c:pt>
                <c:pt idx="1760">
                  <c:v>35338</c:v>
                </c:pt>
                <c:pt idx="1761">
                  <c:v>35339</c:v>
                </c:pt>
                <c:pt idx="1762">
                  <c:v>35340</c:v>
                </c:pt>
                <c:pt idx="1763">
                  <c:v>35341</c:v>
                </c:pt>
                <c:pt idx="1764">
                  <c:v>35342</c:v>
                </c:pt>
                <c:pt idx="1765">
                  <c:v>35345</c:v>
                </c:pt>
                <c:pt idx="1766">
                  <c:v>35346</c:v>
                </c:pt>
                <c:pt idx="1767">
                  <c:v>35347</c:v>
                </c:pt>
                <c:pt idx="1768">
                  <c:v>35348</c:v>
                </c:pt>
                <c:pt idx="1769">
                  <c:v>35349</c:v>
                </c:pt>
                <c:pt idx="1770">
                  <c:v>35352</c:v>
                </c:pt>
                <c:pt idx="1771">
                  <c:v>35353</c:v>
                </c:pt>
                <c:pt idx="1772">
                  <c:v>35354</c:v>
                </c:pt>
                <c:pt idx="1773">
                  <c:v>35355</c:v>
                </c:pt>
                <c:pt idx="1774">
                  <c:v>35356</c:v>
                </c:pt>
                <c:pt idx="1775">
                  <c:v>35359</c:v>
                </c:pt>
                <c:pt idx="1776">
                  <c:v>35360</c:v>
                </c:pt>
                <c:pt idx="1777">
                  <c:v>35361</c:v>
                </c:pt>
                <c:pt idx="1778">
                  <c:v>35362</c:v>
                </c:pt>
                <c:pt idx="1779">
                  <c:v>35363</c:v>
                </c:pt>
                <c:pt idx="1780">
                  <c:v>35366</c:v>
                </c:pt>
                <c:pt idx="1781">
                  <c:v>35367</c:v>
                </c:pt>
                <c:pt idx="1782">
                  <c:v>35368</c:v>
                </c:pt>
                <c:pt idx="1783">
                  <c:v>35369</c:v>
                </c:pt>
                <c:pt idx="1784">
                  <c:v>35370</c:v>
                </c:pt>
                <c:pt idx="1785">
                  <c:v>35373</c:v>
                </c:pt>
                <c:pt idx="1786">
                  <c:v>35374</c:v>
                </c:pt>
                <c:pt idx="1787">
                  <c:v>35375</c:v>
                </c:pt>
                <c:pt idx="1788">
                  <c:v>35376</c:v>
                </c:pt>
                <c:pt idx="1789">
                  <c:v>35377</c:v>
                </c:pt>
                <c:pt idx="1790">
                  <c:v>35380</c:v>
                </c:pt>
                <c:pt idx="1791">
                  <c:v>35381</c:v>
                </c:pt>
                <c:pt idx="1792">
                  <c:v>35382</c:v>
                </c:pt>
                <c:pt idx="1793">
                  <c:v>35383</c:v>
                </c:pt>
                <c:pt idx="1794">
                  <c:v>35384</c:v>
                </c:pt>
                <c:pt idx="1795">
                  <c:v>35387</c:v>
                </c:pt>
                <c:pt idx="1796">
                  <c:v>35388</c:v>
                </c:pt>
                <c:pt idx="1797">
                  <c:v>35389</c:v>
                </c:pt>
                <c:pt idx="1798">
                  <c:v>35390</c:v>
                </c:pt>
                <c:pt idx="1799">
                  <c:v>35391</c:v>
                </c:pt>
                <c:pt idx="1800">
                  <c:v>35394</c:v>
                </c:pt>
                <c:pt idx="1801">
                  <c:v>35395</c:v>
                </c:pt>
                <c:pt idx="1802">
                  <c:v>35396</c:v>
                </c:pt>
                <c:pt idx="1803">
                  <c:v>35397</c:v>
                </c:pt>
                <c:pt idx="1804">
                  <c:v>35398</c:v>
                </c:pt>
                <c:pt idx="1805">
                  <c:v>35401</c:v>
                </c:pt>
                <c:pt idx="1806">
                  <c:v>35402</c:v>
                </c:pt>
                <c:pt idx="1807">
                  <c:v>35403</c:v>
                </c:pt>
                <c:pt idx="1808">
                  <c:v>35404</c:v>
                </c:pt>
                <c:pt idx="1809">
                  <c:v>35405</c:v>
                </c:pt>
                <c:pt idx="1810">
                  <c:v>35408</c:v>
                </c:pt>
                <c:pt idx="1811">
                  <c:v>35409</c:v>
                </c:pt>
                <c:pt idx="1812">
                  <c:v>35410</c:v>
                </c:pt>
                <c:pt idx="1813">
                  <c:v>35411</c:v>
                </c:pt>
                <c:pt idx="1814">
                  <c:v>35412</c:v>
                </c:pt>
                <c:pt idx="1815">
                  <c:v>35415</c:v>
                </c:pt>
                <c:pt idx="1816">
                  <c:v>35416</c:v>
                </c:pt>
                <c:pt idx="1817">
                  <c:v>35417</c:v>
                </c:pt>
                <c:pt idx="1818">
                  <c:v>35418</c:v>
                </c:pt>
                <c:pt idx="1819">
                  <c:v>35419</c:v>
                </c:pt>
                <c:pt idx="1820">
                  <c:v>35422</c:v>
                </c:pt>
                <c:pt idx="1821">
                  <c:v>35423</c:v>
                </c:pt>
                <c:pt idx="1822">
                  <c:v>35424</c:v>
                </c:pt>
                <c:pt idx="1823">
                  <c:v>35425</c:v>
                </c:pt>
                <c:pt idx="1824">
                  <c:v>35426</c:v>
                </c:pt>
                <c:pt idx="1825">
                  <c:v>35429</c:v>
                </c:pt>
                <c:pt idx="1826">
                  <c:v>35430</c:v>
                </c:pt>
                <c:pt idx="1827">
                  <c:v>35431</c:v>
                </c:pt>
                <c:pt idx="1828">
                  <c:v>35432</c:v>
                </c:pt>
                <c:pt idx="1829">
                  <c:v>35433</c:v>
                </c:pt>
                <c:pt idx="1830">
                  <c:v>35436</c:v>
                </c:pt>
                <c:pt idx="1831">
                  <c:v>35437</c:v>
                </c:pt>
                <c:pt idx="1832">
                  <c:v>35438</c:v>
                </c:pt>
                <c:pt idx="1833">
                  <c:v>35439</c:v>
                </c:pt>
                <c:pt idx="1834">
                  <c:v>35440</c:v>
                </c:pt>
                <c:pt idx="1835">
                  <c:v>35443</c:v>
                </c:pt>
                <c:pt idx="1836">
                  <c:v>35444</c:v>
                </c:pt>
                <c:pt idx="1837">
                  <c:v>35445</c:v>
                </c:pt>
                <c:pt idx="1838">
                  <c:v>35446</c:v>
                </c:pt>
                <c:pt idx="1839">
                  <c:v>35447</c:v>
                </c:pt>
                <c:pt idx="1840">
                  <c:v>35450</c:v>
                </c:pt>
                <c:pt idx="1841">
                  <c:v>35451</c:v>
                </c:pt>
                <c:pt idx="1842">
                  <c:v>35452</c:v>
                </c:pt>
                <c:pt idx="1843">
                  <c:v>35453</c:v>
                </c:pt>
                <c:pt idx="1844">
                  <c:v>35454</c:v>
                </c:pt>
                <c:pt idx="1845">
                  <c:v>35457</c:v>
                </c:pt>
                <c:pt idx="1846">
                  <c:v>35458</c:v>
                </c:pt>
                <c:pt idx="1847">
                  <c:v>35459</c:v>
                </c:pt>
                <c:pt idx="1848">
                  <c:v>35460</c:v>
                </c:pt>
                <c:pt idx="1849">
                  <c:v>35461</c:v>
                </c:pt>
                <c:pt idx="1850">
                  <c:v>35464</c:v>
                </c:pt>
                <c:pt idx="1851">
                  <c:v>35465</c:v>
                </c:pt>
                <c:pt idx="1852">
                  <c:v>35466</c:v>
                </c:pt>
                <c:pt idx="1853">
                  <c:v>35467</c:v>
                </c:pt>
                <c:pt idx="1854">
                  <c:v>35468</c:v>
                </c:pt>
                <c:pt idx="1855">
                  <c:v>35471</c:v>
                </c:pt>
                <c:pt idx="1856">
                  <c:v>35472</c:v>
                </c:pt>
                <c:pt idx="1857">
                  <c:v>35473</c:v>
                </c:pt>
                <c:pt idx="1858">
                  <c:v>35474</c:v>
                </c:pt>
                <c:pt idx="1859">
                  <c:v>35475</c:v>
                </c:pt>
                <c:pt idx="1860">
                  <c:v>35478</c:v>
                </c:pt>
                <c:pt idx="1861">
                  <c:v>35479</c:v>
                </c:pt>
                <c:pt idx="1862">
                  <c:v>35480</c:v>
                </c:pt>
                <c:pt idx="1863">
                  <c:v>35481</c:v>
                </c:pt>
                <c:pt idx="1864">
                  <c:v>35482</c:v>
                </c:pt>
                <c:pt idx="1865">
                  <c:v>35485</c:v>
                </c:pt>
                <c:pt idx="1866">
                  <c:v>35486</c:v>
                </c:pt>
                <c:pt idx="1867">
                  <c:v>35487</c:v>
                </c:pt>
                <c:pt idx="1868">
                  <c:v>35488</c:v>
                </c:pt>
                <c:pt idx="1869">
                  <c:v>35489</c:v>
                </c:pt>
                <c:pt idx="1870">
                  <c:v>35492</c:v>
                </c:pt>
                <c:pt idx="1871">
                  <c:v>35493</c:v>
                </c:pt>
                <c:pt idx="1872">
                  <c:v>35494</c:v>
                </c:pt>
                <c:pt idx="1873">
                  <c:v>35495</c:v>
                </c:pt>
                <c:pt idx="1874">
                  <c:v>35496</c:v>
                </c:pt>
                <c:pt idx="1875">
                  <c:v>35499</c:v>
                </c:pt>
                <c:pt idx="1876">
                  <c:v>35500</c:v>
                </c:pt>
                <c:pt idx="1877">
                  <c:v>35501</c:v>
                </c:pt>
                <c:pt idx="1878">
                  <c:v>35502</c:v>
                </c:pt>
                <c:pt idx="1879">
                  <c:v>35503</c:v>
                </c:pt>
                <c:pt idx="1880">
                  <c:v>35506</c:v>
                </c:pt>
                <c:pt idx="1881">
                  <c:v>35507</c:v>
                </c:pt>
                <c:pt idx="1882">
                  <c:v>35508</c:v>
                </c:pt>
                <c:pt idx="1883">
                  <c:v>35509</c:v>
                </c:pt>
                <c:pt idx="1884">
                  <c:v>35510</c:v>
                </c:pt>
                <c:pt idx="1885">
                  <c:v>35513</c:v>
                </c:pt>
                <c:pt idx="1886">
                  <c:v>35514</c:v>
                </c:pt>
                <c:pt idx="1887">
                  <c:v>35515</c:v>
                </c:pt>
                <c:pt idx="1888">
                  <c:v>35516</c:v>
                </c:pt>
                <c:pt idx="1889">
                  <c:v>35517</c:v>
                </c:pt>
                <c:pt idx="1890">
                  <c:v>35520</c:v>
                </c:pt>
                <c:pt idx="1891">
                  <c:v>35521</c:v>
                </c:pt>
                <c:pt idx="1892">
                  <c:v>35522</c:v>
                </c:pt>
                <c:pt idx="1893">
                  <c:v>35523</c:v>
                </c:pt>
                <c:pt idx="1894">
                  <c:v>35524</c:v>
                </c:pt>
                <c:pt idx="1895">
                  <c:v>35527</c:v>
                </c:pt>
                <c:pt idx="1896">
                  <c:v>35528</c:v>
                </c:pt>
                <c:pt idx="1897">
                  <c:v>35529</c:v>
                </c:pt>
                <c:pt idx="1898">
                  <c:v>35530</c:v>
                </c:pt>
                <c:pt idx="1899">
                  <c:v>35531</c:v>
                </c:pt>
                <c:pt idx="1900">
                  <c:v>35534</c:v>
                </c:pt>
                <c:pt idx="1901">
                  <c:v>35535</c:v>
                </c:pt>
                <c:pt idx="1902">
                  <c:v>35536</c:v>
                </c:pt>
                <c:pt idx="1903">
                  <c:v>35537</c:v>
                </c:pt>
                <c:pt idx="1904">
                  <c:v>35538</c:v>
                </c:pt>
                <c:pt idx="1905">
                  <c:v>35541</c:v>
                </c:pt>
                <c:pt idx="1906">
                  <c:v>35542</c:v>
                </c:pt>
                <c:pt idx="1907">
                  <c:v>35543</c:v>
                </c:pt>
                <c:pt idx="1908">
                  <c:v>35544</c:v>
                </c:pt>
                <c:pt idx="1909">
                  <c:v>35545</c:v>
                </c:pt>
                <c:pt idx="1910">
                  <c:v>35548</c:v>
                </c:pt>
                <c:pt idx="1911">
                  <c:v>35549</c:v>
                </c:pt>
                <c:pt idx="1912">
                  <c:v>35550</c:v>
                </c:pt>
                <c:pt idx="1913">
                  <c:v>35551</c:v>
                </c:pt>
                <c:pt idx="1914">
                  <c:v>35552</c:v>
                </c:pt>
                <c:pt idx="1915">
                  <c:v>35555</c:v>
                </c:pt>
                <c:pt idx="1916">
                  <c:v>35556</c:v>
                </c:pt>
                <c:pt idx="1917">
                  <c:v>35557</c:v>
                </c:pt>
                <c:pt idx="1918">
                  <c:v>35558</c:v>
                </c:pt>
                <c:pt idx="1919">
                  <c:v>35559</c:v>
                </c:pt>
                <c:pt idx="1920">
                  <c:v>35562</c:v>
                </c:pt>
                <c:pt idx="1921">
                  <c:v>35563</c:v>
                </c:pt>
                <c:pt idx="1922">
                  <c:v>35564</c:v>
                </c:pt>
                <c:pt idx="1923">
                  <c:v>35565</c:v>
                </c:pt>
                <c:pt idx="1924">
                  <c:v>35566</c:v>
                </c:pt>
                <c:pt idx="1925">
                  <c:v>35569</c:v>
                </c:pt>
                <c:pt idx="1926">
                  <c:v>35570</c:v>
                </c:pt>
                <c:pt idx="1927">
                  <c:v>35571</c:v>
                </c:pt>
                <c:pt idx="1928">
                  <c:v>35572</c:v>
                </c:pt>
                <c:pt idx="1929">
                  <c:v>35573</c:v>
                </c:pt>
                <c:pt idx="1930">
                  <c:v>35576</c:v>
                </c:pt>
                <c:pt idx="1931">
                  <c:v>35577</c:v>
                </c:pt>
                <c:pt idx="1932">
                  <c:v>35578</c:v>
                </c:pt>
                <c:pt idx="1933">
                  <c:v>35579</c:v>
                </c:pt>
                <c:pt idx="1934">
                  <c:v>35580</c:v>
                </c:pt>
                <c:pt idx="1935">
                  <c:v>35583</c:v>
                </c:pt>
                <c:pt idx="1936">
                  <c:v>35584</c:v>
                </c:pt>
                <c:pt idx="1937">
                  <c:v>35585</c:v>
                </c:pt>
                <c:pt idx="1938">
                  <c:v>35586</c:v>
                </c:pt>
                <c:pt idx="1939">
                  <c:v>35587</c:v>
                </c:pt>
                <c:pt idx="1940">
                  <c:v>35590</c:v>
                </c:pt>
                <c:pt idx="1941">
                  <c:v>35591</c:v>
                </c:pt>
                <c:pt idx="1942">
                  <c:v>35592</c:v>
                </c:pt>
                <c:pt idx="1943">
                  <c:v>35593</c:v>
                </c:pt>
                <c:pt idx="1944">
                  <c:v>35594</c:v>
                </c:pt>
                <c:pt idx="1945">
                  <c:v>35597</c:v>
                </c:pt>
                <c:pt idx="1946">
                  <c:v>35598</c:v>
                </c:pt>
                <c:pt idx="1947">
                  <c:v>35599</c:v>
                </c:pt>
                <c:pt idx="1948">
                  <c:v>35600</c:v>
                </c:pt>
                <c:pt idx="1949">
                  <c:v>35601</c:v>
                </c:pt>
                <c:pt idx="1950">
                  <c:v>35604</c:v>
                </c:pt>
                <c:pt idx="1951">
                  <c:v>35605</c:v>
                </c:pt>
                <c:pt idx="1952">
                  <c:v>35606</c:v>
                </c:pt>
                <c:pt idx="1953">
                  <c:v>35607</c:v>
                </c:pt>
                <c:pt idx="1954">
                  <c:v>35608</c:v>
                </c:pt>
                <c:pt idx="1955">
                  <c:v>35611</c:v>
                </c:pt>
                <c:pt idx="1956">
                  <c:v>35612</c:v>
                </c:pt>
                <c:pt idx="1957">
                  <c:v>35613</c:v>
                </c:pt>
                <c:pt idx="1958">
                  <c:v>35614</c:v>
                </c:pt>
                <c:pt idx="1959">
                  <c:v>35615</c:v>
                </c:pt>
                <c:pt idx="1960">
                  <c:v>35618</c:v>
                </c:pt>
                <c:pt idx="1961">
                  <c:v>35619</c:v>
                </c:pt>
                <c:pt idx="1962">
                  <c:v>35620</c:v>
                </c:pt>
                <c:pt idx="1963">
                  <c:v>35621</c:v>
                </c:pt>
                <c:pt idx="1964">
                  <c:v>35622</c:v>
                </c:pt>
                <c:pt idx="1965">
                  <c:v>35625</c:v>
                </c:pt>
                <c:pt idx="1966">
                  <c:v>35626</c:v>
                </c:pt>
                <c:pt idx="1967">
                  <c:v>35627</c:v>
                </c:pt>
                <c:pt idx="1968">
                  <c:v>35628</c:v>
                </c:pt>
                <c:pt idx="1969">
                  <c:v>35629</c:v>
                </c:pt>
                <c:pt idx="1970">
                  <c:v>35632</c:v>
                </c:pt>
                <c:pt idx="1971">
                  <c:v>35633</c:v>
                </c:pt>
                <c:pt idx="1972">
                  <c:v>35634</c:v>
                </c:pt>
                <c:pt idx="1973">
                  <c:v>35635</c:v>
                </c:pt>
                <c:pt idx="1974">
                  <c:v>35636</c:v>
                </c:pt>
                <c:pt idx="1975">
                  <c:v>35639</c:v>
                </c:pt>
                <c:pt idx="1976">
                  <c:v>35640</c:v>
                </c:pt>
                <c:pt idx="1977">
                  <c:v>35641</c:v>
                </c:pt>
                <c:pt idx="1978">
                  <c:v>35642</c:v>
                </c:pt>
                <c:pt idx="1979">
                  <c:v>35643</c:v>
                </c:pt>
                <c:pt idx="1980">
                  <c:v>35646</c:v>
                </c:pt>
                <c:pt idx="1981">
                  <c:v>35647</c:v>
                </c:pt>
                <c:pt idx="1982">
                  <c:v>35648</c:v>
                </c:pt>
                <c:pt idx="1983">
                  <c:v>35649</c:v>
                </c:pt>
                <c:pt idx="1984">
                  <c:v>35650</c:v>
                </c:pt>
                <c:pt idx="1985">
                  <c:v>35653</c:v>
                </c:pt>
                <c:pt idx="1986">
                  <c:v>35654</c:v>
                </c:pt>
                <c:pt idx="1987">
                  <c:v>35655</c:v>
                </c:pt>
                <c:pt idx="1988">
                  <c:v>35656</c:v>
                </c:pt>
                <c:pt idx="1989">
                  <c:v>35657</c:v>
                </c:pt>
                <c:pt idx="1990">
                  <c:v>35660</c:v>
                </c:pt>
                <c:pt idx="1991">
                  <c:v>35661</c:v>
                </c:pt>
                <c:pt idx="1992">
                  <c:v>35662</c:v>
                </c:pt>
                <c:pt idx="1993">
                  <c:v>35663</c:v>
                </c:pt>
                <c:pt idx="1994">
                  <c:v>35664</c:v>
                </c:pt>
                <c:pt idx="1995">
                  <c:v>35667</c:v>
                </c:pt>
                <c:pt idx="1996">
                  <c:v>35668</c:v>
                </c:pt>
                <c:pt idx="1997">
                  <c:v>35669</c:v>
                </c:pt>
                <c:pt idx="1998">
                  <c:v>35670</c:v>
                </c:pt>
                <c:pt idx="1999">
                  <c:v>35671</c:v>
                </c:pt>
                <c:pt idx="2000">
                  <c:v>35674</c:v>
                </c:pt>
                <c:pt idx="2001">
                  <c:v>35675</c:v>
                </c:pt>
                <c:pt idx="2002">
                  <c:v>35676</c:v>
                </c:pt>
                <c:pt idx="2003">
                  <c:v>35677</c:v>
                </c:pt>
                <c:pt idx="2004">
                  <c:v>35678</c:v>
                </c:pt>
                <c:pt idx="2005">
                  <c:v>35681</c:v>
                </c:pt>
                <c:pt idx="2006">
                  <c:v>35682</c:v>
                </c:pt>
                <c:pt idx="2007">
                  <c:v>35683</c:v>
                </c:pt>
                <c:pt idx="2008">
                  <c:v>35684</c:v>
                </c:pt>
                <c:pt idx="2009">
                  <c:v>35685</c:v>
                </c:pt>
                <c:pt idx="2010">
                  <c:v>35688</c:v>
                </c:pt>
                <c:pt idx="2011">
                  <c:v>35689</c:v>
                </c:pt>
                <c:pt idx="2012">
                  <c:v>35690</c:v>
                </c:pt>
                <c:pt idx="2013">
                  <c:v>35691</c:v>
                </c:pt>
                <c:pt idx="2014">
                  <c:v>35692</c:v>
                </c:pt>
                <c:pt idx="2015">
                  <c:v>35695</c:v>
                </c:pt>
                <c:pt idx="2016">
                  <c:v>35696</c:v>
                </c:pt>
                <c:pt idx="2017">
                  <c:v>35697</c:v>
                </c:pt>
                <c:pt idx="2018">
                  <c:v>35698</c:v>
                </c:pt>
                <c:pt idx="2019">
                  <c:v>35699</c:v>
                </c:pt>
                <c:pt idx="2020">
                  <c:v>35702</c:v>
                </c:pt>
                <c:pt idx="2021">
                  <c:v>35703</c:v>
                </c:pt>
                <c:pt idx="2022">
                  <c:v>35704</c:v>
                </c:pt>
                <c:pt idx="2023">
                  <c:v>35705</c:v>
                </c:pt>
                <c:pt idx="2024">
                  <c:v>35706</c:v>
                </c:pt>
                <c:pt idx="2025">
                  <c:v>35709</c:v>
                </c:pt>
                <c:pt idx="2026">
                  <c:v>35710</c:v>
                </c:pt>
                <c:pt idx="2027">
                  <c:v>35711</c:v>
                </c:pt>
                <c:pt idx="2028">
                  <c:v>35712</c:v>
                </c:pt>
                <c:pt idx="2029">
                  <c:v>35713</c:v>
                </c:pt>
                <c:pt idx="2030">
                  <c:v>35716</c:v>
                </c:pt>
                <c:pt idx="2031">
                  <c:v>35717</c:v>
                </c:pt>
                <c:pt idx="2032">
                  <c:v>35718</c:v>
                </c:pt>
                <c:pt idx="2033">
                  <c:v>35719</c:v>
                </c:pt>
                <c:pt idx="2034">
                  <c:v>35720</c:v>
                </c:pt>
                <c:pt idx="2035">
                  <c:v>35723</c:v>
                </c:pt>
                <c:pt idx="2036">
                  <c:v>35724</c:v>
                </c:pt>
                <c:pt idx="2037">
                  <c:v>35725</c:v>
                </c:pt>
                <c:pt idx="2038">
                  <c:v>35726</c:v>
                </c:pt>
                <c:pt idx="2039">
                  <c:v>35727</c:v>
                </c:pt>
                <c:pt idx="2040">
                  <c:v>35730</c:v>
                </c:pt>
                <c:pt idx="2041">
                  <c:v>35731</c:v>
                </c:pt>
                <c:pt idx="2042">
                  <c:v>35732</c:v>
                </c:pt>
                <c:pt idx="2043">
                  <c:v>35733</c:v>
                </c:pt>
                <c:pt idx="2044">
                  <c:v>35734</c:v>
                </c:pt>
                <c:pt idx="2045">
                  <c:v>35737</c:v>
                </c:pt>
                <c:pt idx="2046">
                  <c:v>35738</c:v>
                </c:pt>
                <c:pt idx="2047">
                  <c:v>35739</c:v>
                </c:pt>
                <c:pt idx="2048">
                  <c:v>35740</c:v>
                </c:pt>
                <c:pt idx="2049">
                  <c:v>35741</c:v>
                </c:pt>
                <c:pt idx="2050">
                  <c:v>35744</c:v>
                </c:pt>
                <c:pt idx="2051">
                  <c:v>35745</c:v>
                </c:pt>
                <c:pt idx="2052">
                  <c:v>35746</c:v>
                </c:pt>
                <c:pt idx="2053">
                  <c:v>35747</c:v>
                </c:pt>
                <c:pt idx="2054">
                  <c:v>35748</c:v>
                </c:pt>
                <c:pt idx="2055">
                  <c:v>35751</c:v>
                </c:pt>
                <c:pt idx="2056">
                  <c:v>35752</c:v>
                </c:pt>
                <c:pt idx="2057">
                  <c:v>35753</c:v>
                </c:pt>
                <c:pt idx="2058">
                  <c:v>35754</c:v>
                </c:pt>
                <c:pt idx="2059">
                  <c:v>35755</c:v>
                </c:pt>
                <c:pt idx="2060">
                  <c:v>35758</c:v>
                </c:pt>
                <c:pt idx="2061">
                  <c:v>35759</c:v>
                </c:pt>
                <c:pt idx="2062">
                  <c:v>35760</c:v>
                </c:pt>
                <c:pt idx="2063">
                  <c:v>35761</c:v>
                </c:pt>
                <c:pt idx="2064">
                  <c:v>35762</c:v>
                </c:pt>
                <c:pt idx="2065">
                  <c:v>35765</c:v>
                </c:pt>
                <c:pt idx="2066">
                  <c:v>35766</c:v>
                </c:pt>
                <c:pt idx="2067">
                  <c:v>35767</c:v>
                </c:pt>
                <c:pt idx="2068">
                  <c:v>35768</c:v>
                </c:pt>
                <c:pt idx="2069">
                  <c:v>35769</c:v>
                </c:pt>
                <c:pt idx="2070">
                  <c:v>35772</c:v>
                </c:pt>
                <c:pt idx="2071">
                  <c:v>35773</c:v>
                </c:pt>
                <c:pt idx="2072">
                  <c:v>35774</c:v>
                </c:pt>
                <c:pt idx="2073">
                  <c:v>35775</c:v>
                </c:pt>
                <c:pt idx="2074">
                  <c:v>35776</c:v>
                </c:pt>
                <c:pt idx="2075">
                  <c:v>35779</c:v>
                </c:pt>
                <c:pt idx="2076">
                  <c:v>35780</c:v>
                </c:pt>
                <c:pt idx="2077">
                  <c:v>35781</c:v>
                </c:pt>
                <c:pt idx="2078">
                  <c:v>35782</c:v>
                </c:pt>
                <c:pt idx="2079">
                  <c:v>35783</c:v>
                </c:pt>
                <c:pt idx="2080">
                  <c:v>35786</c:v>
                </c:pt>
                <c:pt idx="2081">
                  <c:v>35787</c:v>
                </c:pt>
                <c:pt idx="2082">
                  <c:v>35788</c:v>
                </c:pt>
                <c:pt idx="2083">
                  <c:v>35789</c:v>
                </c:pt>
                <c:pt idx="2084">
                  <c:v>35790</c:v>
                </c:pt>
                <c:pt idx="2085">
                  <c:v>35793</c:v>
                </c:pt>
                <c:pt idx="2086">
                  <c:v>35794</c:v>
                </c:pt>
                <c:pt idx="2087">
                  <c:v>35795</c:v>
                </c:pt>
                <c:pt idx="2088">
                  <c:v>35796</c:v>
                </c:pt>
                <c:pt idx="2089">
                  <c:v>35797</c:v>
                </c:pt>
                <c:pt idx="2090">
                  <c:v>35800</c:v>
                </c:pt>
                <c:pt idx="2091">
                  <c:v>35801</c:v>
                </c:pt>
                <c:pt idx="2092">
                  <c:v>35802</c:v>
                </c:pt>
                <c:pt idx="2093">
                  <c:v>35803</c:v>
                </c:pt>
                <c:pt idx="2094">
                  <c:v>35804</c:v>
                </c:pt>
                <c:pt idx="2095">
                  <c:v>35807</c:v>
                </c:pt>
                <c:pt idx="2096">
                  <c:v>35808</c:v>
                </c:pt>
                <c:pt idx="2097">
                  <c:v>35809</c:v>
                </c:pt>
                <c:pt idx="2098">
                  <c:v>35810</c:v>
                </c:pt>
                <c:pt idx="2099">
                  <c:v>35811</c:v>
                </c:pt>
                <c:pt idx="2100">
                  <c:v>35814</c:v>
                </c:pt>
                <c:pt idx="2101">
                  <c:v>35815</c:v>
                </c:pt>
                <c:pt idx="2102">
                  <c:v>35816</c:v>
                </c:pt>
                <c:pt idx="2103">
                  <c:v>35817</c:v>
                </c:pt>
                <c:pt idx="2104">
                  <c:v>35818</c:v>
                </c:pt>
                <c:pt idx="2105">
                  <c:v>35821</c:v>
                </c:pt>
                <c:pt idx="2106">
                  <c:v>35822</c:v>
                </c:pt>
                <c:pt idx="2107">
                  <c:v>35823</c:v>
                </c:pt>
                <c:pt idx="2108">
                  <c:v>35824</c:v>
                </c:pt>
                <c:pt idx="2109">
                  <c:v>35825</c:v>
                </c:pt>
                <c:pt idx="2110">
                  <c:v>35828</c:v>
                </c:pt>
                <c:pt idx="2111">
                  <c:v>35829</c:v>
                </c:pt>
                <c:pt idx="2112">
                  <c:v>35830</c:v>
                </c:pt>
                <c:pt idx="2113">
                  <c:v>35831</c:v>
                </c:pt>
                <c:pt idx="2114">
                  <c:v>35832</c:v>
                </c:pt>
                <c:pt idx="2115">
                  <c:v>35835</c:v>
                </c:pt>
                <c:pt idx="2116">
                  <c:v>35836</c:v>
                </c:pt>
                <c:pt idx="2117">
                  <c:v>35837</c:v>
                </c:pt>
                <c:pt idx="2118">
                  <c:v>35838</c:v>
                </c:pt>
                <c:pt idx="2119">
                  <c:v>35839</c:v>
                </c:pt>
                <c:pt idx="2120">
                  <c:v>35842</c:v>
                </c:pt>
                <c:pt idx="2121">
                  <c:v>35843</c:v>
                </c:pt>
                <c:pt idx="2122">
                  <c:v>35844</c:v>
                </c:pt>
                <c:pt idx="2123">
                  <c:v>35845</c:v>
                </c:pt>
                <c:pt idx="2124">
                  <c:v>35846</c:v>
                </c:pt>
                <c:pt idx="2125">
                  <c:v>35849</c:v>
                </c:pt>
                <c:pt idx="2126">
                  <c:v>35850</c:v>
                </c:pt>
                <c:pt idx="2127">
                  <c:v>35851</c:v>
                </c:pt>
                <c:pt idx="2128">
                  <c:v>35852</c:v>
                </c:pt>
                <c:pt idx="2129">
                  <c:v>35853</c:v>
                </c:pt>
                <c:pt idx="2130">
                  <c:v>35856</c:v>
                </c:pt>
                <c:pt idx="2131">
                  <c:v>35857</c:v>
                </c:pt>
                <c:pt idx="2132">
                  <c:v>35858</c:v>
                </c:pt>
                <c:pt idx="2133">
                  <c:v>35859</c:v>
                </c:pt>
                <c:pt idx="2134">
                  <c:v>35860</c:v>
                </c:pt>
                <c:pt idx="2135">
                  <c:v>35863</c:v>
                </c:pt>
                <c:pt idx="2136">
                  <c:v>35864</c:v>
                </c:pt>
                <c:pt idx="2137">
                  <c:v>35865</c:v>
                </c:pt>
                <c:pt idx="2138">
                  <c:v>35866</c:v>
                </c:pt>
                <c:pt idx="2139">
                  <c:v>35867</c:v>
                </c:pt>
                <c:pt idx="2140">
                  <c:v>35870</c:v>
                </c:pt>
                <c:pt idx="2141">
                  <c:v>35871</c:v>
                </c:pt>
                <c:pt idx="2142">
                  <c:v>35872</c:v>
                </c:pt>
                <c:pt idx="2143">
                  <c:v>35873</c:v>
                </c:pt>
                <c:pt idx="2144">
                  <c:v>35874</c:v>
                </c:pt>
                <c:pt idx="2145">
                  <c:v>35877</c:v>
                </c:pt>
                <c:pt idx="2146">
                  <c:v>35878</c:v>
                </c:pt>
                <c:pt idx="2147">
                  <c:v>35879</c:v>
                </c:pt>
                <c:pt idx="2148">
                  <c:v>35880</c:v>
                </c:pt>
                <c:pt idx="2149">
                  <c:v>35881</c:v>
                </c:pt>
                <c:pt idx="2150">
                  <c:v>35884</c:v>
                </c:pt>
                <c:pt idx="2151">
                  <c:v>35885</c:v>
                </c:pt>
                <c:pt idx="2152">
                  <c:v>35886</c:v>
                </c:pt>
                <c:pt idx="2153">
                  <c:v>35887</c:v>
                </c:pt>
                <c:pt idx="2154">
                  <c:v>35888</c:v>
                </c:pt>
                <c:pt idx="2155">
                  <c:v>35891</c:v>
                </c:pt>
                <c:pt idx="2156">
                  <c:v>35892</c:v>
                </c:pt>
                <c:pt idx="2157">
                  <c:v>35893</c:v>
                </c:pt>
                <c:pt idx="2158">
                  <c:v>35894</c:v>
                </c:pt>
                <c:pt idx="2159">
                  <c:v>35895</c:v>
                </c:pt>
                <c:pt idx="2160">
                  <c:v>35898</c:v>
                </c:pt>
                <c:pt idx="2161">
                  <c:v>35899</c:v>
                </c:pt>
                <c:pt idx="2162">
                  <c:v>35900</c:v>
                </c:pt>
                <c:pt idx="2163">
                  <c:v>35901</c:v>
                </c:pt>
                <c:pt idx="2164">
                  <c:v>35902</c:v>
                </c:pt>
                <c:pt idx="2165">
                  <c:v>35905</c:v>
                </c:pt>
                <c:pt idx="2166">
                  <c:v>35906</c:v>
                </c:pt>
                <c:pt idx="2167">
                  <c:v>35907</c:v>
                </c:pt>
                <c:pt idx="2168">
                  <c:v>35908</c:v>
                </c:pt>
                <c:pt idx="2169">
                  <c:v>35909</c:v>
                </c:pt>
                <c:pt idx="2170">
                  <c:v>35912</c:v>
                </c:pt>
                <c:pt idx="2171">
                  <c:v>35913</c:v>
                </c:pt>
                <c:pt idx="2172">
                  <c:v>35914</c:v>
                </c:pt>
                <c:pt idx="2173">
                  <c:v>35915</c:v>
                </c:pt>
                <c:pt idx="2174">
                  <c:v>35916</c:v>
                </c:pt>
                <c:pt idx="2175">
                  <c:v>35919</c:v>
                </c:pt>
                <c:pt idx="2176">
                  <c:v>35920</c:v>
                </c:pt>
                <c:pt idx="2177">
                  <c:v>35921</c:v>
                </c:pt>
                <c:pt idx="2178">
                  <c:v>35922</c:v>
                </c:pt>
                <c:pt idx="2179">
                  <c:v>35923</c:v>
                </c:pt>
                <c:pt idx="2180">
                  <c:v>35926</c:v>
                </c:pt>
                <c:pt idx="2181">
                  <c:v>35927</c:v>
                </c:pt>
                <c:pt idx="2182">
                  <c:v>35928</c:v>
                </c:pt>
                <c:pt idx="2183">
                  <c:v>35929</c:v>
                </c:pt>
                <c:pt idx="2184">
                  <c:v>35930</c:v>
                </c:pt>
                <c:pt idx="2185">
                  <c:v>35933</c:v>
                </c:pt>
                <c:pt idx="2186">
                  <c:v>35934</c:v>
                </c:pt>
                <c:pt idx="2187">
                  <c:v>35935</c:v>
                </c:pt>
                <c:pt idx="2188">
                  <c:v>35936</c:v>
                </c:pt>
                <c:pt idx="2189">
                  <c:v>35937</c:v>
                </c:pt>
                <c:pt idx="2190">
                  <c:v>35940</c:v>
                </c:pt>
                <c:pt idx="2191">
                  <c:v>35941</c:v>
                </c:pt>
                <c:pt idx="2192">
                  <c:v>35942</c:v>
                </c:pt>
                <c:pt idx="2193">
                  <c:v>35943</c:v>
                </c:pt>
                <c:pt idx="2194">
                  <c:v>35944</c:v>
                </c:pt>
                <c:pt idx="2195">
                  <c:v>35947</c:v>
                </c:pt>
                <c:pt idx="2196">
                  <c:v>35948</c:v>
                </c:pt>
                <c:pt idx="2197">
                  <c:v>35949</c:v>
                </c:pt>
                <c:pt idx="2198">
                  <c:v>35950</c:v>
                </c:pt>
                <c:pt idx="2199">
                  <c:v>35951</c:v>
                </c:pt>
                <c:pt idx="2200">
                  <c:v>35954</c:v>
                </c:pt>
                <c:pt idx="2201">
                  <c:v>35955</c:v>
                </c:pt>
                <c:pt idx="2202">
                  <c:v>35956</c:v>
                </c:pt>
                <c:pt idx="2203">
                  <c:v>35957</c:v>
                </c:pt>
                <c:pt idx="2204">
                  <c:v>35958</c:v>
                </c:pt>
                <c:pt idx="2205">
                  <c:v>35961</c:v>
                </c:pt>
                <c:pt idx="2206">
                  <c:v>35962</c:v>
                </c:pt>
                <c:pt idx="2207">
                  <c:v>35963</c:v>
                </c:pt>
                <c:pt idx="2208">
                  <c:v>35964</c:v>
                </c:pt>
                <c:pt idx="2209">
                  <c:v>35965</c:v>
                </c:pt>
                <c:pt idx="2210">
                  <c:v>35968</c:v>
                </c:pt>
                <c:pt idx="2211">
                  <c:v>35969</c:v>
                </c:pt>
                <c:pt idx="2212">
                  <c:v>35970</c:v>
                </c:pt>
                <c:pt idx="2213">
                  <c:v>35971</c:v>
                </c:pt>
                <c:pt idx="2214">
                  <c:v>35972</c:v>
                </c:pt>
                <c:pt idx="2215">
                  <c:v>35975</c:v>
                </c:pt>
                <c:pt idx="2216">
                  <c:v>35976</c:v>
                </c:pt>
                <c:pt idx="2217">
                  <c:v>35977</c:v>
                </c:pt>
                <c:pt idx="2218">
                  <c:v>35978</c:v>
                </c:pt>
                <c:pt idx="2219">
                  <c:v>35979</c:v>
                </c:pt>
                <c:pt idx="2220">
                  <c:v>35982</c:v>
                </c:pt>
                <c:pt idx="2221">
                  <c:v>35983</c:v>
                </c:pt>
                <c:pt idx="2222">
                  <c:v>35984</c:v>
                </c:pt>
                <c:pt idx="2223">
                  <c:v>35985</c:v>
                </c:pt>
                <c:pt idx="2224">
                  <c:v>35986</c:v>
                </c:pt>
                <c:pt idx="2225">
                  <c:v>35989</c:v>
                </c:pt>
                <c:pt idx="2226">
                  <c:v>35990</c:v>
                </c:pt>
                <c:pt idx="2227">
                  <c:v>35991</c:v>
                </c:pt>
                <c:pt idx="2228">
                  <c:v>35992</c:v>
                </c:pt>
                <c:pt idx="2229">
                  <c:v>35993</c:v>
                </c:pt>
                <c:pt idx="2230">
                  <c:v>35996</c:v>
                </c:pt>
                <c:pt idx="2231">
                  <c:v>35997</c:v>
                </c:pt>
                <c:pt idx="2232">
                  <c:v>35998</c:v>
                </c:pt>
                <c:pt idx="2233">
                  <c:v>35999</c:v>
                </c:pt>
                <c:pt idx="2234">
                  <c:v>36000</c:v>
                </c:pt>
                <c:pt idx="2235">
                  <c:v>36003</c:v>
                </c:pt>
                <c:pt idx="2236">
                  <c:v>36004</c:v>
                </c:pt>
                <c:pt idx="2237">
                  <c:v>36005</c:v>
                </c:pt>
                <c:pt idx="2238">
                  <c:v>36006</c:v>
                </c:pt>
                <c:pt idx="2239">
                  <c:v>36007</c:v>
                </c:pt>
                <c:pt idx="2240">
                  <c:v>36010</c:v>
                </c:pt>
                <c:pt idx="2241">
                  <c:v>36011</c:v>
                </c:pt>
                <c:pt idx="2242">
                  <c:v>36012</c:v>
                </c:pt>
                <c:pt idx="2243">
                  <c:v>36013</c:v>
                </c:pt>
                <c:pt idx="2244">
                  <c:v>36014</c:v>
                </c:pt>
                <c:pt idx="2245">
                  <c:v>36017</c:v>
                </c:pt>
                <c:pt idx="2246">
                  <c:v>36018</c:v>
                </c:pt>
                <c:pt idx="2247">
                  <c:v>36019</c:v>
                </c:pt>
                <c:pt idx="2248">
                  <c:v>36020</c:v>
                </c:pt>
                <c:pt idx="2249">
                  <c:v>36021</c:v>
                </c:pt>
                <c:pt idx="2250">
                  <c:v>36024</c:v>
                </c:pt>
                <c:pt idx="2251">
                  <c:v>36025</c:v>
                </c:pt>
                <c:pt idx="2252">
                  <c:v>36026</c:v>
                </c:pt>
                <c:pt idx="2253">
                  <c:v>36027</c:v>
                </c:pt>
                <c:pt idx="2254">
                  <c:v>36028</c:v>
                </c:pt>
                <c:pt idx="2255">
                  <c:v>36031</c:v>
                </c:pt>
                <c:pt idx="2256">
                  <c:v>36032</c:v>
                </c:pt>
                <c:pt idx="2257">
                  <c:v>36033</c:v>
                </c:pt>
                <c:pt idx="2258">
                  <c:v>36034</c:v>
                </c:pt>
                <c:pt idx="2259">
                  <c:v>36035</c:v>
                </c:pt>
                <c:pt idx="2260">
                  <c:v>36038</c:v>
                </c:pt>
                <c:pt idx="2261">
                  <c:v>36039</c:v>
                </c:pt>
                <c:pt idx="2262">
                  <c:v>36040</c:v>
                </c:pt>
                <c:pt idx="2263">
                  <c:v>36041</c:v>
                </c:pt>
                <c:pt idx="2264">
                  <c:v>36042</c:v>
                </c:pt>
                <c:pt idx="2265">
                  <c:v>36045</c:v>
                </c:pt>
                <c:pt idx="2266">
                  <c:v>36046</c:v>
                </c:pt>
                <c:pt idx="2267">
                  <c:v>36047</c:v>
                </c:pt>
                <c:pt idx="2268">
                  <c:v>36048</c:v>
                </c:pt>
                <c:pt idx="2269">
                  <c:v>36049</c:v>
                </c:pt>
                <c:pt idx="2270">
                  <c:v>36052</c:v>
                </c:pt>
                <c:pt idx="2271">
                  <c:v>36053</c:v>
                </c:pt>
                <c:pt idx="2272">
                  <c:v>36054</c:v>
                </c:pt>
                <c:pt idx="2273">
                  <c:v>36055</c:v>
                </c:pt>
                <c:pt idx="2274">
                  <c:v>36056</c:v>
                </c:pt>
                <c:pt idx="2275">
                  <c:v>36059</c:v>
                </c:pt>
                <c:pt idx="2276">
                  <c:v>36060</c:v>
                </c:pt>
                <c:pt idx="2277">
                  <c:v>36061</c:v>
                </c:pt>
                <c:pt idx="2278">
                  <c:v>36062</c:v>
                </c:pt>
                <c:pt idx="2279">
                  <c:v>36063</c:v>
                </c:pt>
                <c:pt idx="2280">
                  <c:v>36066</c:v>
                </c:pt>
                <c:pt idx="2281">
                  <c:v>36067</c:v>
                </c:pt>
                <c:pt idx="2282">
                  <c:v>36068</c:v>
                </c:pt>
                <c:pt idx="2283">
                  <c:v>36069</c:v>
                </c:pt>
                <c:pt idx="2284">
                  <c:v>36070</c:v>
                </c:pt>
                <c:pt idx="2285">
                  <c:v>36073</c:v>
                </c:pt>
                <c:pt idx="2286">
                  <c:v>36074</c:v>
                </c:pt>
                <c:pt idx="2287">
                  <c:v>36075</c:v>
                </c:pt>
                <c:pt idx="2288">
                  <c:v>36076</c:v>
                </c:pt>
                <c:pt idx="2289">
                  <c:v>36077</c:v>
                </c:pt>
                <c:pt idx="2290">
                  <c:v>36080</c:v>
                </c:pt>
                <c:pt idx="2291">
                  <c:v>36081</c:v>
                </c:pt>
                <c:pt idx="2292">
                  <c:v>36082</c:v>
                </c:pt>
                <c:pt idx="2293">
                  <c:v>36083</c:v>
                </c:pt>
                <c:pt idx="2294">
                  <c:v>36084</c:v>
                </c:pt>
                <c:pt idx="2295">
                  <c:v>36087</c:v>
                </c:pt>
                <c:pt idx="2296">
                  <c:v>36088</c:v>
                </c:pt>
                <c:pt idx="2297">
                  <c:v>36089</c:v>
                </c:pt>
                <c:pt idx="2298">
                  <c:v>36090</c:v>
                </c:pt>
                <c:pt idx="2299">
                  <c:v>36091</c:v>
                </c:pt>
                <c:pt idx="2300">
                  <c:v>36094</c:v>
                </c:pt>
                <c:pt idx="2301">
                  <c:v>36095</c:v>
                </c:pt>
                <c:pt idx="2302">
                  <c:v>36096</c:v>
                </c:pt>
                <c:pt idx="2303">
                  <c:v>36097</c:v>
                </c:pt>
                <c:pt idx="2304">
                  <c:v>36098</c:v>
                </c:pt>
                <c:pt idx="2305">
                  <c:v>36101</c:v>
                </c:pt>
                <c:pt idx="2306">
                  <c:v>36102</c:v>
                </c:pt>
                <c:pt idx="2307">
                  <c:v>36103</c:v>
                </c:pt>
                <c:pt idx="2308">
                  <c:v>36104</c:v>
                </c:pt>
                <c:pt idx="2309">
                  <c:v>36105</c:v>
                </c:pt>
                <c:pt idx="2310">
                  <c:v>36108</c:v>
                </c:pt>
                <c:pt idx="2311">
                  <c:v>36109</c:v>
                </c:pt>
                <c:pt idx="2312">
                  <c:v>36110</c:v>
                </c:pt>
                <c:pt idx="2313">
                  <c:v>36111</c:v>
                </c:pt>
                <c:pt idx="2314">
                  <c:v>36112</c:v>
                </c:pt>
                <c:pt idx="2315">
                  <c:v>36115</c:v>
                </c:pt>
                <c:pt idx="2316">
                  <c:v>36116</c:v>
                </c:pt>
                <c:pt idx="2317">
                  <c:v>36117</c:v>
                </c:pt>
                <c:pt idx="2318">
                  <c:v>36118</c:v>
                </c:pt>
                <c:pt idx="2319">
                  <c:v>36119</c:v>
                </c:pt>
                <c:pt idx="2320">
                  <c:v>36122</c:v>
                </c:pt>
                <c:pt idx="2321">
                  <c:v>36123</c:v>
                </c:pt>
                <c:pt idx="2322">
                  <c:v>36124</c:v>
                </c:pt>
                <c:pt idx="2323">
                  <c:v>36125</c:v>
                </c:pt>
                <c:pt idx="2324">
                  <c:v>36126</c:v>
                </c:pt>
                <c:pt idx="2325">
                  <c:v>36129</c:v>
                </c:pt>
                <c:pt idx="2326">
                  <c:v>36130</c:v>
                </c:pt>
                <c:pt idx="2327">
                  <c:v>36131</c:v>
                </c:pt>
                <c:pt idx="2328">
                  <c:v>36132</c:v>
                </c:pt>
                <c:pt idx="2329">
                  <c:v>36133</c:v>
                </c:pt>
                <c:pt idx="2330">
                  <c:v>36136</c:v>
                </c:pt>
                <c:pt idx="2331">
                  <c:v>36137</c:v>
                </c:pt>
                <c:pt idx="2332">
                  <c:v>36138</c:v>
                </c:pt>
                <c:pt idx="2333">
                  <c:v>36139</c:v>
                </c:pt>
                <c:pt idx="2334">
                  <c:v>36140</c:v>
                </c:pt>
                <c:pt idx="2335">
                  <c:v>36143</c:v>
                </c:pt>
                <c:pt idx="2336">
                  <c:v>36144</c:v>
                </c:pt>
                <c:pt idx="2337">
                  <c:v>36145</c:v>
                </c:pt>
                <c:pt idx="2338">
                  <c:v>36146</c:v>
                </c:pt>
                <c:pt idx="2339">
                  <c:v>36147</c:v>
                </c:pt>
                <c:pt idx="2340">
                  <c:v>36150</c:v>
                </c:pt>
                <c:pt idx="2341">
                  <c:v>36151</c:v>
                </c:pt>
                <c:pt idx="2342">
                  <c:v>36152</c:v>
                </c:pt>
                <c:pt idx="2343">
                  <c:v>36153</c:v>
                </c:pt>
                <c:pt idx="2344">
                  <c:v>36154</c:v>
                </c:pt>
                <c:pt idx="2345">
                  <c:v>36157</c:v>
                </c:pt>
                <c:pt idx="2346">
                  <c:v>36158</c:v>
                </c:pt>
                <c:pt idx="2347">
                  <c:v>36159</c:v>
                </c:pt>
                <c:pt idx="2348">
                  <c:v>36160</c:v>
                </c:pt>
                <c:pt idx="2349">
                  <c:v>36161</c:v>
                </c:pt>
                <c:pt idx="2350">
                  <c:v>36164</c:v>
                </c:pt>
                <c:pt idx="2351">
                  <c:v>36165</c:v>
                </c:pt>
                <c:pt idx="2352">
                  <c:v>36166</c:v>
                </c:pt>
                <c:pt idx="2353">
                  <c:v>36167</c:v>
                </c:pt>
                <c:pt idx="2354">
                  <c:v>36168</c:v>
                </c:pt>
                <c:pt idx="2355">
                  <c:v>36171</c:v>
                </c:pt>
                <c:pt idx="2356">
                  <c:v>36172</c:v>
                </c:pt>
                <c:pt idx="2357">
                  <c:v>36173</c:v>
                </c:pt>
                <c:pt idx="2358">
                  <c:v>36174</c:v>
                </c:pt>
                <c:pt idx="2359">
                  <c:v>36175</c:v>
                </c:pt>
                <c:pt idx="2360">
                  <c:v>36178</c:v>
                </c:pt>
                <c:pt idx="2361">
                  <c:v>36179</c:v>
                </c:pt>
                <c:pt idx="2362">
                  <c:v>36180</c:v>
                </c:pt>
                <c:pt idx="2363">
                  <c:v>36181</c:v>
                </c:pt>
                <c:pt idx="2364">
                  <c:v>36182</c:v>
                </c:pt>
                <c:pt idx="2365">
                  <c:v>36185</c:v>
                </c:pt>
                <c:pt idx="2366">
                  <c:v>36186</c:v>
                </c:pt>
                <c:pt idx="2367">
                  <c:v>36187</c:v>
                </c:pt>
                <c:pt idx="2368">
                  <c:v>36188</c:v>
                </c:pt>
                <c:pt idx="2369">
                  <c:v>36189</c:v>
                </c:pt>
                <c:pt idx="2370">
                  <c:v>36192</c:v>
                </c:pt>
                <c:pt idx="2371">
                  <c:v>36193</c:v>
                </c:pt>
                <c:pt idx="2372">
                  <c:v>36194</c:v>
                </c:pt>
                <c:pt idx="2373">
                  <c:v>36195</c:v>
                </c:pt>
                <c:pt idx="2374">
                  <c:v>36196</c:v>
                </c:pt>
                <c:pt idx="2375">
                  <c:v>36199</c:v>
                </c:pt>
                <c:pt idx="2376">
                  <c:v>36200</c:v>
                </c:pt>
                <c:pt idx="2377">
                  <c:v>36201</c:v>
                </c:pt>
                <c:pt idx="2378">
                  <c:v>36202</c:v>
                </c:pt>
                <c:pt idx="2379">
                  <c:v>36203</c:v>
                </c:pt>
                <c:pt idx="2380">
                  <c:v>36206</c:v>
                </c:pt>
                <c:pt idx="2381">
                  <c:v>36207</c:v>
                </c:pt>
                <c:pt idx="2382">
                  <c:v>36208</c:v>
                </c:pt>
                <c:pt idx="2383">
                  <c:v>36209</c:v>
                </c:pt>
                <c:pt idx="2384">
                  <c:v>36210</c:v>
                </c:pt>
                <c:pt idx="2385">
                  <c:v>36213</c:v>
                </c:pt>
                <c:pt idx="2386">
                  <c:v>36214</c:v>
                </c:pt>
                <c:pt idx="2387">
                  <c:v>36215</c:v>
                </c:pt>
                <c:pt idx="2388">
                  <c:v>36216</c:v>
                </c:pt>
                <c:pt idx="2389">
                  <c:v>36217</c:v>
                </c:pt>
                <c:pt idx="2390">
                  <c:v>36220</c:v>
                </c:pt>
                <c:pt idx="2391">
                  <c:v>36221</c:v>
                </c:pt>
                <c:pt idx="2392">
                  <c:v>36222</c:v>
                </c:pt>
                <c:pt idx="2393">
                  <c:v>36223</c:v>
                </c:pt>
                <c:pt idx="2394">
                  <c:v>36224</c:v>
                </c:pt>
                <c:pt idx="2395">
                  <c:v>36227</c:v>
                </c:pt>
                <c:pt idx="2396">
                  <c:v>36228</c:v>
                </c:pt>
                <c:pt idx="2397">
                  <c:v>36229</c:v>
                </c:pt>
                <c:pt idx="2398">
                  <c:v>36230</c:v>
                </c:pt>
                <c:pt idx="2399">
                  <c:v>36231</c:v>
                </c:pt>
                <c:pt idx="2400">
                  <c:v>36234</c:v>
                </c:pt>
                <c:pt idx="2401">
                  <c:v>36235</c:v>
                </c:pt>
                <c:pt idx="2402">
                  <c:v>36236</c:v>
                </c:pt>
                <c:pt idx="2403">
                  <c:v>36237</c:v>
                </c:pt>
                <c:pt idx="2404">
                  <c:v>36238</c:v>
                </c:pt>
                <c:pt idx="2405">
                  <c:v>36241</c:v>
                </c:pt>
                <c:pt idx="2406">
                  <c:v>36242</c:v>
                </c:pt>
                <c:pt idx="2407">
                  <c:v>36243</c:v>
                </c:pt>
                <c:pt idx="2408">
                  <c:v>36244</c:v>
                </c:pt>
                <c:pt idx="2409">
                  <c:v>36245</c:v>
                </c:pt>
                <c:pt idx="2410">
                  <c:v>36248</c:v>
                </c:pt>
                <c:pt idx="2411">
                  <c:v>36249</c:v>
                </c:pt>
                <c:pt idx="2412">
                  <c:v>36250</c:v>
                </c:pt>
                <c:pt idx="2413">
                  <c:v>36251</c:v>
                </c:pt>
                <c:pt idx="2414">
                  <c:v>36252</c:v>
                </c:pt>
                <c:pt idx="2415">
                  <c:v>36255</c:v>
                </c:pt>
                <c:pt idx="2416">
                  <c:v>36256</c:v>
                </c:pt>
                <c:pt idx="2417">
                  <c:v>36257</c:v>
                </c:pt>
                <c:pt idx="2418">
                  <c:v>36258</c:v>
                </c:pt>
                <c:pt idx="2419">
                  <c:v>36259</c:v>
                </c:pt>
                <c:pt idx="2420">
                  <c:v>36262</c:v>
                </c:pt>
                <c:pt idx="2421">
                  <c:v>36263</c:v>
                </c:pt>
                <c:pt idx="2422">
                  <c:v>36264</c:v>
                </c:pt>
                <c:pt idx="2423">
                  <c:v>36265</c:v>
                </c:pt>
                <c:pt idx="2424">
                  <c:v>36266</c:v>
                </c:pt>
                <c:pt idx="2425">
                  <c:v>36269</c:v>
                </c:pt>
                <c:pt idx="2426">
                  <c:v>36270</c:v>
                </c:pt>
                <c:pt idx="2427">
                  <c:v>36271</c:v>
                </c:pt>
                <c:pt idx="2428">
                  <c:v>36272</c:v>
                </c:pt>
                <c:pt idx="2429">
                  <c:v>36273</c:v>
                </c:pt>
                <c:pt idx="2430">
                  <c:v>36276</c:v>
                </c:pt>
                <c:pt idx="2431">
                  <c:v>36277</c:v>
                </c:pt>
                <c:pt idx="2432">
                  <c:v>36278</c:v>
                </c:pt>
                <c:pt idx="2433">
                  <c:v>36279</c:v>
                </c:pt>
                <c:pt idx="2434">
                  <c:v>36280</c:v>
                </c:pt>
                <c:pt idx="2435">
                  <c:v>36283</c:v>
                </c:pt>
                <c:pt idx="2436">
                  <c:v>36284</c:v>
                </c:pt>
                <c:pt idx="2437">
                  <c:v>36285</c:v>
                </c:pt>
                <c:pt idx="2438">
                  <c:v>36286</c:v>
                </c:pt>
                <c:pt idx="2439">
                  <c:v>36287</c:v>
                </c:pt>
                <c:pt idx="2440">
                  <c:v>36290</c:v>
                </c:pt>
                <c:pt idx="2441">
                  <c:v>36291</c:v>
                </c:pt>
                <c:pt idx="2442">
                  <c:v>36292</c:v>
                </c:pt>
                <c:pt idx="2443">
                  <c:v>36293</c:v>
                </c:pt>
                <c:pt idx="2444">
                  <c:v>36294</c:v>
                </c:pt>
                <c:pt idx="2445">
                  <c:v>36297</c:v>
                </c:pt>
                <c:pt idx="2446">
                  <c:v>36298</c:v>
                </c:pt>
                <c:pt idx="2447">
                  <c:v>36299</c:v>
                </c:pt>
                <c:pt idx="2448">
                  <c:v>36300</c:v>
                </c:pt>
                <c:pt idx="2449">
                  <c:v>36301</c:v>
                </c:pt>
                <c:pt idx="2450">
                  <c:v>36304</c:v>
                </c:pt>
                <c:pt idx="2451">
                  <c:v>36305</c:v>
                </c:pt>
                <c:pt idx="2452">
                  <c:v>36306</c:v>
                </c:pt>
                <c:pt idx="2453">
                  <c:v>36307</c:v>
                </c:pt>
                <c:pt idx="2454">
                  <c:v>36308</c:v>
                </c:pt>
                <c:pt idx="2455">
                  <c:v>36311</c:v>
                </c:pt>
                <c:pt idx="2456">
                  <c:v>36312</c:v>
                </c:pt>
                <c:pt idx="2457">
                  <c:v>36313</c:v>
                </c:pt>
                <c:pt idx="2458">
                  <c:v>36314</c:v>
                </c:pt>
                <c:pt idx="2459">
                  <c:v>36315</c:v>
                </c:pt>
                <c:pt idx="2460">
                  <c:v>36318</c:v>
                </c:pt>
                <c:pt idx="2461">
                  <c:v>36319</c:v>
                </c:pt>
                <c:pt idx="2462">
                  <c:v>36320</c:v>
                </c:pt>
                <c:pt idx="2463">
                  <c:v>36321</c:v>
                </c:pt>
                <c:pt idx="2464">
                  <c:v>36322</c:v>
                </c:pt>
                <c:pt idx="2465">
                  <c:v>36325</c:v>
                </c:pt>
                <c:pt idx="2466">
                  <c:v>36326</c:v>
                </c:pt>
                <c:pt idx="2467">
                  <c:v>36327</c:v>
                </c:pt>
                <c:pt idx="2468">
                  <c:v>36328</c:v>
                </c:pt>
                <c:pt idx="2469">
                  <c:v>36329</c:v>
                </c:pt>
                <c:pt idx="2470">
                  <c:v>36332</c:v>
                </c:pt>
                <c:pt idx="2471">
                  <c:v>36333</c:v>
                </c:pt>
                <c:pt idx="2472">
                  <c:v>36334</c:v>
                </c:pt>
                <c:pt idx="2473">
                  <c:v>36335</c:v>
                </c:pt>
                <c:pt idx="2474">
                  <c:v>36336</c:v>
                </c:pt>
                <c:pt idx="2475">
                  <c:v>36339</c:v>
                </c:pt>
                <c:pt idx="2476">
                  <c:v>36340</c:v>
                </c:pt>
                <c:pt idx="2477">
                  <c:v>36341</c:v>
                </c:pt>
                <c:pt idx="2478">
                  <c:v>36342</c:v>
                </c:pt>
                <c:pt idx="2479">
                  <c:v>36343</c:v>
                </c:pt>
                <c:pt idx="2480">
                  <c:v>36346</c:v>
                </c:pt>
                <c:pt idx="2481">
                  <c:v>36347</c:v>
                </c:pt>
                <c:pt idx="2482">
                  <c:v>36348</c:v>
                </c:pt>
                <c:pt idx="2483">
                  <c:v>36349</c:v>
                </c:pt>
                <c:pt idx="2484">
                  <c:v>36350</c:v>
                </c:pt>
                <c:pt idx="2485">
                  <c:v>36353</c:v>
                </c:pt>
                <c:pt idx="2486">
                  <c:v>36354</c:v>
                </c:pt>
                <c:pt idx="2487">
                  <c:v>36355</c:v>
                </c:pt>
                <c:pt idx="2488">
                  <c:v>36356</c:v>
                </c:pt>
                <c:pt idx="2489">
                  <c:v>36357</c:v>
                </c:pt>
                <c:pt idx="2490">
                  <c:v>36360</c:v>
                </c:pt>
                <c:pt idx="2491">
                  <c:v>36361</c:v>
                </c:pt>
                <c:pt idx="2492">
                  <c:v>36362</c:v>
                </c:pt>
                <c:pt idx="2493">
                  <c:v>36363</c:v>
                </c:pt>
                <c:pt idx="2494">
                  <c:v>36364</c:v>
                </c:pt>
                <c:pt idx="2495">
                  <c:v>36367</c:v>
                </c:pt>
                <c:pt idx="2496">
                  <c:v>36368</c:v>
                </c:pt>
                <c:pt idx="2497">
                  <c:v>36369</c:v>
                </c:pt>
                <c:pt idx="2498">
                  <c:v>36370</c:v>
                </c:pt>
                <c:pt idx="2499">
                  <c:v>36371</c:v>
                </c:pt>
                <c:pt idx="2500">
                  <c:v>36374</c:v>
                </c:pt>
                <c:pt idx="2501">
                  <c:v>36375</c:v>
                </c:pt>
                <c:pt idx="2502">
                  <c:v>36376</c:v>
                </c:pt>
                <c:pt idx="2503">
                  <c:v>36377</c:v>
                </c:pt>
                <c:pt idx="2504">
                  <c:v>36378</c:v>
                </c:pt>
                <c:pt idx="2505">
                  <c:v>36381</c:v>
                </c:pt>
                <c:pt idx="2506">
                  <c:v>36382</c:v>
                </c:pt>
                <c:pt idx="2507">
                  <c:v>36383</c:v>
                </c:pt>
                <c:pt idx="2508">
                  <c:v>36384</c:v>
                </c:pt>
                <c:pt idx="2509">
                  <c:v>36385</c:v>
                </c:pt>
                <c:pt idx="2510">
                  <c:v>36388</c:v>
                </c:pt>
                <c:pt idx="2511">
                  <c:v>36389</c:v>
                </c:pt>
                <c:pt idx="2512">
                  <c:v>36390</c:v>
                </c:pt>
                <c:pt idx="2513">
                  <c:v>36391</c:v>
                </c:pt>
                <c:pt idx="2514">
                  <c:v>36392</c:v>
                </c:pt>
                <c:pt idx="2515">
                  <c:v>36395</c:v>
                </c:pt>
                <c:pt idx="2516">
                  <c:v>36396</c:v>
                </c:pt>
                <c:pt idx="2517">
                  <c:v>36397</c:v>
                </c:pt>
                <c:pt idx="2518">
                  <c:v>36398</c:v>
                </c:pt>
                <c:pt idx="2519">
                  <c:v>36399</c:v>
                </c:pt>
                <c:pt idx="2520">
                  <c:v>36402</c:v>
                </c:pt>
                <c:pt idx="2521">
                  <c:v>36403</c:v>
                </c:pt>
                <c:pt idx="2522">
                  <c:v>36404</c:v>
                </c:pt>
                <c:pt idx="2523">
                  <c:v>36405</c:v>
                </c:pt>
                <c:pt idx="2524">
                  <c:v>36406</c:v>
                </c:pt>
                <c:pt idx="2525">
                  <c:v>36409</c:v>
                </c:pt>
                <c:pt idx="2526">
                  <c:v>36410</c:v>
                </c:pt>
                <c:pt idx="2527">
                  <c:v>36411</c:v>
                </c:pt>
                <c:pt idx="2528">
                  <c:v>36412</c:v>
                </c:pt>
                <c:pt idx="2529">
                  <c:v>36413</c:v>
                </c:pt>
                <c:pt idx="2530">
                  <c:v>36416</c:v>
                </c:pt>
                <c:pt idx="2531">
                  <c:v>36417</c:v>
                </c:pt>
                <c:pt idx="2532">
                  <c:v>36418</c:v>
                </c:pt>
                <c:pt idx="2533">
                  <c:v>36419</c:v>
                </c:pt>
                <c:pt idx="2534">
                  <c:v>36420</c:v>
                </c:pt>
                <c:pt idx="2535">
                  <c:v>36423</c:v>
                </c:pt>
                <c:pt idx="2536">
                  <c:v>36424</c:v>
                </c:pt>
                <c:pt idx="2537">
                  <c:v>36425</c:v>
                </c:pt>
                <c:pt idx="2538">
                  <c:v>36426</c:v>
                </c:pt>
                <c:pt idx="2539">
                  <c:v>36427</c:v>
                </c:pt>
                <c:pt idx="2540">
                  <c:v>36430</c:v>
                </c:pt>
                <c:pt idx="2541">
                  <c:v>36431</c:v>
                </c:pt>
                <c:pt idx="2542">
                  <c:v>36432</c:v>
                </c:pt>
                <c:pt idx="2543">
                  <c:v>36433</c:v>
                </c:pt>
                <c:pt idx="2544">
                  <c:v>36434</c:v>
                </c:pt>
                <c:pt idx="2545">
                  <c:v>36437</c:v>
                </c:pt>
                <c:pt idx="2546">
                  <c:v>36438</c:v>
                </c:pt>
                <c:pt idx="2547">
                  <c:v>36439</c:v>
                </c:pt>
                <c:pt idx="2548">
                  <c:v>36440</c:v>
                </c:pt>
                <c:pt idx="2549">
                  <c:v>36441</c:v>
                </c:pt>
                <c:pt idx="2550">
                  <c:v>36444</c:v>
                </c:pt>
                <c:pt idx="2551">
                  <c:v>36445</c:v>
                </c:pt>
                <c:pt idx="2552">
                  <c:v>36446</c:v>
                </c:pt>
                <c:pt idx="2553">
                  <c:v>36447</c:v>
                </c:pt>
                <c:pt idx="2554">
                  <c:v>36448</c:v>
                </c:pt>
                <c:pt idx="2555">
                  <c:v>36451</c:v>
                </c:pt>
                <c:pt idx="2556">
                  <c:v>36452</c:v>
                </c:pt>
                <c:pt idx="2557">
                  <c:v>36453</c:v>
                </c:pt>
                <c:pt idx="2558">
                  <c:v>36454</c:v>
                </c:pt>
                <c:pt idx="2559">
                  <c:v>36455</c:v>
                </c:pt>
                <c:pt idx="2560">
                  <c:v>36458</c:v>
                </c:pt>
                <c:pt idx="2561">
                  <c:v>36459</c:v>
                </c:pt>
                <c:pt idx="2562">
                  <c:v>36460</c:v>
                </c:pt>
                <c:pt idx="2563">
                  <c:v>36461</c:v>
                </c:pt>
                <c:pt idx="2564">
                  <c:v>36462</c:v>
                </c:pt>
                <c:pt idx="2565">
                  <c:v>36465</c:v>
                </c:pt>
                <c:pt idx="2566">
                  <c:v>36466</c:v>
                </c:pt>
                <c:pt idx="2567">
                  <c:v>36467</c:v>
                </c:pt>
                <c:pt idx="2568">
                  <c:v>36468</c:v>
                </c:pt>
                <c:pt idx="2569">
                  <c:v>36469</c:v>
                </c:pt>
                <c:pt idx="2570">
                  <c:v>36472</c:v>
                </c:pt>
                <c:pt idx="2571">
                  <c:v>36473</c:v>
                </c:pt>
                <c:pt idx="2572">
                  <c:v>36474</c:v>
                </c:pt>
                <c:pt idx="2573">
                  <c:v>36475</c:v>
                </c:pt>
                <c:pt idx="2574">
                  <c:v>36476</c:v>
                </c:pt>
                <c:pt idx="2575">
                  <c:v>36479</c:v>
                </c:pt>
                <c:pt idx="2576">
                  <c:v>36480</c:v>
                </c:pt>
                <c:pt idx="2577">
                  <c:v>36481</c:v>
                </c:pt>
                <c:pt idx="2578">
                  <c:v>36482</c:v>
                </c:pt>
                <c:pt idx="2579">
                  <c:v>36483</c:v>
                </c:pt>
                <c:pt idx="2580">
                  <c:v>36486</c:v>
                </c:pt>
                <c:pt idx="2581">
                  <c:v>36487</c:v>
                </c:pt>
                <c:pt idx="2582">
                  <c:v>36488</c:v>
                </c:pt>
                <c:pt idx="2583">
                  <c:v>36489</c:v>
                </c:pt>
                <c:pt idx="2584">
                  <c:v>36490</c:v>
                </c:pt>
                <c:pt idx="2585">
                  <c:v>36493</c:v>
                </c:pt>
                <c:pt idx="2586">
                  <c:v>36494</c:v>
                </c:pt>
                <c:pt idx="2587">
                  <c:v>36495</c:v>
                </c:pt>
                <c:pt idx="2588">
                  <c:v>36496</c:v>
                </c:pt>
                <c:pt idx="2589">
                  <c:v>36497</c:v>
                </c:pt>
                <c:pt idx="2590">
                  <c:v>36500</c:v>
                </c:pt>
                <c:pt idx="2591">
                  <c:v>36501</c:v>
                </c:pt>
                <c:pt idx="2592">
                  <c:v>36502</c:v>
                </c:pt>
                <c:pt idx="2593">
                  <c:v>36503</c:v>
                </c:pt>
                <c:pt idx="2594">
                  <c:v>36504</c:v>
                </c:pt>
                <c:pt idx="2595">
                  <c:v>36507</c:v>
                </c:pt>
                <c:pt idx="2596">
                  <c:v>36508</c:v>
                </c:pt>
                <c:pt idx="2597">
                  <c:v>36509</c:v>
                </c:pt>
                <c:pt idx="2598">
                  <c:v>36510</c:v>
                </c:pt>
                <c:pt idx="2599">
                  <c:v>36511</c:v>
                </c:pt>
                <c:pt idx="2600">
                  <c:v>36514</c:v>
                </c:pt>
                <c:pt idx="2601">
                  <c:v>36515</c:v>
                </c:pt>
                <c:pt idx="2602">
                  <c:v>36516</c:v>
                </c:pt>
                <c:pt idx="2603">
                  <c:v>36517</c:v>
                </c:pt>
                <c:pt idx="2604">
                  <c:v>36518</c:v>
                </c:pt>
                <c:pt idx="2605">
                  <c:v>36521</c:v>
                </c:pt>
                <c:pt idx="2606">
                  <c:v>36522</c:v>
                </c:pt>
                <c:pt idx="2607">
                  <c:v>36523</c:v>
                </c:pt>
                <c:pt idx="2608">
                  <c:v>36524</c:v>
                </c:pt>
                <c:pt idx="2609">
                  <c:v>36525</c:v>
                </c:pt>
                <c:pt idx="2610">
                  <c:v>36528</c:v>
                </c:pt>
                <c:pt idx="2611">
                  <c:v>36529</c:v>
                </c:pt>
                <c:pt idx="2612">
                  <c:v>36530</c:v>
                </c:pt>
                <c:pt idx="2613">
                  <c:v>36531</c:v>
                </c:pt>
                <c:pt idx="2614">
                  <c:v>36532</c:v>
                </c:pt>
                <c:pt idx="2615">
                  <c:v>36535</c:v>
                </c:pt>
                <c:pt idx="2616">
                  <c:v>36536</c:v>
                </c:pt>
                <c:pt idx="2617">
                  <c:v>36537</c:v>
                </c:pt>
                <c:pt idx="2618">
                  <c:v>36538</c:v>
                </c:pt>
                <c:pt idx="2619">
                  <c:v>36539</c:v>
                </c:pt>
                <c:pt idx="2620">
                  <c:v>36542</c:v>
                </c:pt>
                <c:pt idx="2621">
                  <c:v>36543</c:v>
                </c:pt>
                <c:pt idx="2622">
                  <c:v>36544</c:v>
                </c:pt>
                <c:pt idx="2623">
                  <c:v>36545</c:v>
                </c:pt>
                <c:pt idx="2624">
                  <c:v>36546</c:v>
                </c:pt>
                <c:pt idx="2625">
                  <c:v>36549</c:v>
                </c:pt>
                <c:pt idx="2626">
                  <c:v>36550</c:v>
                </c:pt>
                <c:pt idx="2627">
                  <c:v>36551</c:v>
                </c:pt>
                <c:pt idx="2628">
                  <c:v>36552</c:v>
                </c:pt>
                <c:pt idx="2629">
                  <c:v>36553</c:v>
                </c:pt>
                <c:pt idx="2630">
                  <c:v>36556</c:v>
                </c:pt>
                <c:pt idx="2631">
                  <c:v>36557</c:v>
                </c:pt>
                <c:pt idx="2632">
                  <c:v>36558</c:v>
                </c:pt>
                <c:pt idx="2633">
                  <c:v>36559</c:v>
                </c:pt>
                <c:pt idx="2634">
                  <c:v>36560</c:v>
                </c:pt>
                <c:pt idx="2635">
                  <c:v>36563</c:v>
                </c:pt>
                <c:pt idx="2636">
                  <c:v>36564</c:v>
                </c:pt>
                <c:pt idx="2637">
                  <c:v>36565</c:v>
                </c:pt>
                <c:pt idx="2638">
                  <c:v>36566</c:v>
                </c:pt>
                <c:pt idx="2639">
                  <c:v>36567</c:v>
                </c:pt>
                <c:pt idx="2640">
                  <c:v>36570</c:v>
                </c:pt>
                <c:pt idx="2641">
                  <c:v>36571</c:v>
                </c:pt>
                <c:pt idx="2642">
                  <c:v>36572</c:v>
                </c:pt>
                <c:pt idx="2643">
                  <c:v>36573</c:v>
                </c:pt>
                <c:pt idx="2644">
                  <c:v>36574</c:v>
                </c:pt>
                <c:pt idx="2645">
                  <c:v>36577</c:v>
                </c:pt>
                <c:pt idx="2646">
                  <c:v>36578</c:v>
                </c:pt>
                <c:pt idx="2647">
                  <c:v>36579</c:v>
                </c:pt>
                <c:pt idx="2648">
                  <c:v>36580</c:v>
                </c:pt>
                <c:pt idx="2649">
                  <c:v>36581</c:v>
                </c:pt>
                <c:pt idx="2650">
                  <c:v>36584</c:v>
                </c:pt>
                <c:pt idx="2651">
                  <c:v>36585</c:v>
                </c:pt>
                <c:pt idx="2652">
                  <c:v>36586</c:v>
                </c:pt>
                <c:pt idx="2653">
                  <c:v>36587</c:v>
                </c:pt>
                <c:pt idx="2654">
                  <c:v>36588</c:v>
                </c:pt>
                <c:pt idx="2655">
                  <c:v>36591</c:v>
                </c:pt>
                <c:pt idx="2656">
                  <c:v>36592</c:v>
                </c:pt>
                <c:pt idx="2657">
                  <c:v>36593</c:v>
                </c:pt>
                <c:pt idx="2658">
                  <c:v>36594</c:v>
                </c:pt>
                <c:pt idx="2659">
                  <c:v>36595</c:v>
                </c:pt>
                <c:pt idx="2660">
                  <c:v>36598</c:v>
                </c:pt>
                <c:pt idx="2661">
                  <c:v>36599</c:v>
                </c:pt>
                <c:pt idx="2662">
                  <c:v>36600</c:v>
                </c:pt>
                <c:pt idx="2663">
                  <c:v>36601</c:v>
                </c:pt>
                <c:pt idx="2664">
                  <c:v>36602</c:v>
                </c:pt>
                <c:pt idx="2665">
                  <c:v>36605</c:v>
                </c:pt>
                <c:pt idx="2666">
                  <c:v>36606</c:v>
                </c:pt>
                <c:pt idx="2667">
                  <c:v>36607</c:v>
                </c:pt>
                <c:pt idx="2668">
                  <c:v>36608</c:v>
                </c:pt>
                <c:pt idx="2669">
                  <c:v>36609</c:v>
                </c:pt>
                <c:pt idx="2670">
                  <c:v>36612</c:v>
                </c:pt>
                <c:pt idx="2671">
                  <c:v>36613</c:v>
                </c:pt>
                <c:pt idx="2672">
                  <c:v>36614</c:v>
                </c:pt>
                <c:pt idx="2673">
                  <c:v>36615</c:v>
                </c:pt>
                <c:pt idx="2674">
                  <c:v>36616</c:v>
                </c:pt>
                <c:pt idx="2675">
                  <c:v>36619</c:v>
                </c:pt>
                <c:pt idx="2676">
                  <c:v>36620</c:v>
                </c:pt>
                <c:pt idx="2677">
                  <c:v>36621</c:v>
                </c:pt>
                <c:pt idx="2678">
                  <c:v>36622</c:v>
                </c:pt>
                <c:pt idx="2679">
                  <c:v>36623</c:v>
                </c:pt>
                <c:pt idx="2680">
                  <c:v>36626</c:v>
                </c:pt>
                <c:pt idx="2681">
                  <c:v>36627</c:v>
                </c:pt>
                <c:pt idx="2682">
                  <c:v>36628</c:v>
                </c:pt>
                <c:pt idx="2683">
                  <c:v>36629</c:v>
                </c:pt>
                <c:pt idx="2684">
                  <c:v>36630</c:v>
                </c:pt>
                <c:pt idx="2685">
                  <c:v>36633</c:v>
                </c:pt>
                <c:pt idx="2686">
                  <c:v>36634</c:v>
                </c:pt>
                <c:pt idx="2687">
                  <c:v>36635</c:v>
                </c:pt>
                <c:pt idx="2688">
                  <c:v>36636</c:v>
                </c:pt>
                <c:pt idx="2689">
                  <c:v>36637</c:v>
                </c:pt>
                <c:pt idx="2690">
                  <c:v>36640</c:v>
                </c:pt>
                <c:pt idx="2691">
                  <c:v>36641</c:v>
                </c:pt>
                <c:pt idx="2692">
                  <c:v>36642</c:v>
                </c:pt>
                <c:pt idx="2693">
                  <c:v>36643</c:v>
                </c:pt>
                <c:pt idx="2694">
                  <c:v>36644</c:v>
                </c:pt>
                <c:pt idx="2695">
                  <c:v>36647</c:v>
                </c:pt>
                <c:pt idx="2696">
                  <c:v>36648</c:v>
                </c:pt>
                <c:pt idx="2697">
                  <c:v>36649</c:v>
                </c:pt>
                <c:pt idx="2698">
                  <c:v>36650</c:v>
                </c:pt>
                <c:pt idx="2699">
                  <c:v>36651</c:v>
                </c:pt>
                <c:pt idx="2700">
                  <c:v>36654</c:v>
                </c:pt>
                <c:pt idx="2701">
                  <c:v>36655</c:v>
                </c:pt>
                <c:pt idx="2702">
                  <c:v>36656</c:v>
                </c:pt>
                <c:pt idx="2703">
                  <c:v>36657</c:v>
                </c:pt>
                <c:pt idx="2704">
                  <c:v>36658</c:v>
                </c:pt>
                <c:pt idx="2705">
                  <c:v>36661</c:v>
                </c:pt>
                <c:pt idx="2706">
                  <c:v>36662</c:v>
                </c:pt>
                <c:pt idx="2707">
                  <c:v>36663</c:v>
                </c:pt>
                <c:pt idx="2708">
                  <c:v>36664</c:v>
                </c:pt>
                <c:pt idx="2709">
                  <c:v>36665</c:v>
                </c:pt>
                <c:pt idx="2710">
                  <c:v>36668</c:v>
                </c:pt>
                <c:pt idx="2711">
                  <c:v>36669</c:v>
                </c:pt>
                <c:pt idx="2712">
                  <c:v>36670</c:v>
                </c:pt>
                <c:pt idx="2713">
                  <c:v>36671</c:v>
                </c:pt>
                <c:pt idx="2714">
                  <c:v>36672</c:v>
                </c:pt>
                <c:pt idx="2715">
                  <c:v>36675</c:v>
                </c:pt>
                <c:pt idx="2716">
                  <c:v>36676</c:v>
                </c:pt>
                <c:pt idx="2717">
                  <c:v>36677</c:v>
                </c:pt>
                <c:pt idx="2718">
                  <c:v>36678</c:v>
                </c:pt>
                <c:pt idx="2719">
                  <c:v>36679</c:v>
                </c:pt>
                <c:pt idx="2720">
                  <c:v>36682</c:v>
                </c:pt>
                <c:pt idx="2721">
                  <c:v>36683</c:v>
                </c:pt>
                <c:pt idx="2722">
                  <c:v>36684</c:v>
                </c:pt>
                <c:pt idx="2723">
                  <c:v>36685</c:v>
                </c:pt>
                <c:pt idx="2724">
                  <c:v>36686</c:v>
                </c:pt>
                <c:pt idx="2725">
                  <c:v>36689</c:v>
                </c:pt>
                <c:pt idx="2726">
                  <c:v>36690</c:v>
                </c:pt>
                <c:pt idx="2727">
                  <c:v>36691</c:v>
                </c:pt>
                <c:pt idx="2728">
                  <c:v>36692</c:v>
                </c:pt>
                <c:pt idx="2729">
                  <c:v>36693</c:v>
                </c:pt>
                <c:pt idx="2730">
                  <c:v>36696</c:v>
                </c:pt>
                <c:pt idx="2731">
                  <c:v>36697</c:v>
                </c:pt>
                <c:pt idx="2732">
                  <c:v>36698</c:v>
                </c:pt>
                <c:pt idx="2733">
                  <c:v>36699</c:v>
                </c:pt>
                <c:pt idx="2734">
                  <c:v>36700</c:v>
                </c:pt>
                <c:pt idx="2735">
                  <c:v>36703</c:v>
                </c:pt>
                <c:pt idx="2736">
                  <c:v>36704</c:v>
                </c:pt>
                <c:pt idx="2737">
                  <c:v>36705</c:v>
                </c:pt>
                <c:pt idx="2738">
                  <c:v>36706</c:v>
                </c:pt>
                <c:pt idx="2739">
                  <c:v>36707</c:v>
                </c:pt>
                <c:pt idx="2740">
                  <c:v>36710</c:v>
                </c:pt>
                <c:pt idx="2741">
                  <c:v>36711</c:v>
                </c:pt>
                <c:pt idx="2742">
                  <c:v>36712</c:v>
                </c:pt>
                <c:pt idx="2743">
                  <c:v>36713</c:v>
                </c:pt>
                <c:pt idx="2744">
                  <c:v>36714</c:v>
                </c:pt>
                <c:pt idx="2745">
                  <c:v>36717</c:v>
                </c:pt>
                <c:pt idx="2746">
                  <c:v>36718</c:v>
                </c:pt>
                <c:pt idx="2747">
                  <c:v>36719</c:v>
                </c:pt>
                <c:pt idx="2748">
                  <c:v>36720</c:v>
                </c:pt>
                <c:pt idx="2749">
                  <c:v>36721</c:v>
                </c:pt>
                <c:pt idx="2750">
                  <c:v>36724</c:v>
                </c:pt>
                <c:pt idx="2751">
                  <c:v>36725</c:v>
                </c:pt>
                <c:pt idx="2752">
                  <c:v>36726</c:v>
                </c:pt>
                <c:pt idx="2753">
                  <c:v>36727</c:v>
                </c:pt>
                <c:pt idx="2754">
                  <c:v>36728</c:v>
                </c:pt>
                <c:pt idx="2755">
                  <c:v>36731</c:v>
                </c:pt>
                <c:pt idx="2756">
                  <c:v>36732</c:v>
                </c:pt>
                <c:pt idx="2757">
                  <c:v>36733</c:v>
                </c:pt>
                <c:pt idx="2758">
                  <c:v>36734</c:v>
                </c:pt>
                <c:pt idx="2759">
                  <c:v>36735</c:v>
                </c:pt>
                <c:pt idx="2760">
                  <c:v>36738</c:v>
                </c:pt>
                <c:pt idx="2761">
                  <c:v>36739</c:v>
                </c:pt>
                <c:pt idx="2762">
                  <c:v>36740</c:v>
                </c:pt>
                <c:pt idx="2763">
                  <c:v>36741</c:v>
                </c:pt>
                <c:pt idx="2764">
                  <c:v>36742</c:v>
                </c:pt>
                <c:pt idx="2765">
                  <c:v>36745</c:v>
                </c:pt>
                <c:pt idx="2766">
                  <c:v>36746</c:v>
                </c:pt>
                <c:pt idx="2767">
                  <c:v>36747</c:v>
                </c:pt>
                <c:pt idx="2768">
                  <c:v>36748</c:v>
                </c:pt>
                <c:pt idx="2769">
                  <c:v>36749</c:v>
                </c:pt>
                <c:pt idx="2770">
                  <c:v>36752</c:v>
                </c:pt>
                <c:pt idx="2771">
                  <c:v>36753</c:v>
                </c:pt>
                <c:pt idx="2772">
                  <c:v>36754</c:v>
                </c:pt>
                <c:pt idx="2773">
                  <c:v>36755</c:v>
                </c:pt>
                <c:pt idx="2774">
                  <c:v>36756</c:v>
                </c:pt>
                <c:pt idx="2775">
                  <c:v>36759</c:v>
                </c:pt>
                <c:pt idx="2776">
                  <c:v>36760</c:v>
                </c:pt>
                <c:pt idx="2777">
                  <c:v>36761</c:v>
                </c:pt>
                <c:pt idx="2778">
                  <c:v>36762</c:v>
                </c:pt>
                <c:pt idx="2779">
                  <c:v>36763</c:v>
                </c:pt>
                <c:pt idx="2780">
                  <c:v>36766</c:v>
                </c:pt>
                <c:pt idx="2781">
                  <c:v>36767</c:v>
                </c:pt>
                <c:pt idx="2782">
                  <c:v>36768</c:v>
                </c:pt>
                <c:pt idx="2783">
                  <c:v>36769</c:v>
                </c:pt>
                <c:pt idx="2784">
                  <c:v>36770</c:v>
                </c:pt>
                <c:pt idx="2785">
                  <c:v>36773</c:v>
                </c:pt>
                <c:pt idx="2786">
                  <c:v>36774</c:v>
                </c:pt>
                <c:pt idx="2787">
                  <c:v>36775</c:v>
                </c:pt>
                <c:pt idx="2788">
                  <c:v>36776</c:v>
                </c:pt>
                <c:pt idx="2789">
                  <c:v>36777</c:v>
                </c:pt>
                <c:pt idx="2790">
                  <c:v>36780</c:v>
                </c:pt>
                <c:pt idx="2791">
                  <c:v>36781</c:v>
                </c:pt>
                <c:pt idx="2792">
                  <c:v>36782</c:v>
                </c:pt>
                <c:pt idx="2793">
                  <c:v>36783</c:v>
                </c:pt>
                <c:pt idx="2794">
                  <c:v>36784</c:v>
                </c:pt>
                <c:pt idx="2795">
                  <c:v>36787</c:v>
                </c:pt>
                <c:pt idx="2796">
                  <c:v>36788</c:v>
                </c:pt>
                <c:pt idx="2797">
                  <c:v>36789</c:v>
                </c:pt>
                <c:pt idx="2798">
                  <c:v>36790</c:v>
                </c:pt>
                <c:pt idx="2799">
                  <c:v>36791</c:v>
                </c:pt>
                <c:pt idx="2800">
                  <c:v>36794</c:v>
                </c:pt>
                <c:pt idx="2801">
                  <c:v>36795</c:v>
                </c:pt>
                <c:pt idx="2802">
                  <c:v>36796</c:v>
                </c:pt>
                <c:pt idx="2803">
                  <c:v>36797</c:v>
                </c:pt>
                <c:pt idx="2804">
                  <c:v>36798</c:v>
                </c:pt>
                <c:pt idx="2805">
                  <c:v>36801</c:v>
                </c:pt>
                <c:pt idx="2806">
                  <c:v>36802</c:v>
                </c:pt>
                <c:pt idx="2807">
                  <c:v>36803</c:v>
                </c:pt>
                <c:pt idx="2808">
                  <c:v>36804</c:v>
                </c:pt>
                <c:pt idx="2809">
                  <c:v>36805</c:v>
                </c:pt>
                <c:pt idx="2810">
                  <c:v>36808</c:v>
                </c:pt>
                <c:pt idx="2811">
                  <c:v>36809</c:v>
                </c:pt>
                <c:pt idx="2812">
                  <c:v>36810</c:v>
                </c:pt>
                <c:pt idx="2813">
                  <c:v>36811</c:v>
                </c:pt>
                <c:pt idx="2814">
                  <c:v>36812</c:v>
                </c:pt>
                <c:pt idx="2815">
                  <c:v>36815</c:v>
                </c:pt>
                <c:pt idx="2816">
                  <c:v>36816</c:v>
                </c:pt>
                <c:pt idx="2817">
                  <c:v>36817</c:v>
                </c:pt>
                <c:pt idx="2818">
                  <c:v>36818</c:v>
                </c:pt>
                <c:pt idx="2819">
                  <c:v>36819</c:v>
                </c:pt>
                <c:pt idx="2820">
                  <c:v>36822</c:v>
                </c:pt>
                <c:pt idx="2821">
                  <c:v>36823</c:v>
                </c:pt>
                <c:pt idx="2822">
                  <c:v>36824</c:v>
                </c:pt>
                <c:pt idx="2823">
                  <c:v>36825</c:v>
                </c:pt>
                <c:pt idx="2824">
                  <c:v>36826</c:v>
                </c:pt>
                <c:pt idx="2825">
                  <c:v>36829</c:v>
                </c:pt>
                <c:pt idx="2826">
                  <c:v>36830</c:v>
                </c:pt>
                <c:pt idx="2827">
                  <c:v>36831</c:v>
                </c:pt>
                <c:pt idx="2828">
                  <c:v>36832</c:v>
                </c:pt>
                <c:pt idx="2829">
                  <c:v>36833</c:v>
                </c:pt>
                <c:pt idx="2830">
                  <c:v>36836</c:v>
                </c:pt>
                <c:pt idx="2831">
                  <c:v>36837</c:v>
                </c:pt>
                <c:pt idx="2832">
                  <c:v>36838</c:v>
                </c:pt>
                <c:pt idx="2833">
                  <c:v>36839</c:v>
                </c:pt>
                <c:pt idx="2834">
                  <c:v>36840</c:v>
                </c:pt>
                <c:pt idx="2835">
                  <c:v>36843</c:v>
                </c:pt>
                <c:pt idx="2836">
                  <c:v>36844</c:v>
                </c:pt>
                <c:pt idx="2837">
                  <c:v>36845</c:v>
                </c:pt>
                <c:pt idx="2838">
                  <c:v>36846</c:v>
                </c:pt>
                <c:pt idx="2839">
                  <c:v>36847</c:v>
                </c:pt>
                <c:pt idx="2840">
                  <c:v>36850</c:v>
                </c:pt>
                <c:pt idx="2841">
                  <c:v>36851</c:v>
                </c:pt>
                <c:pt idx="2842">
                  <c:v>36852</c:v>
                </c:pt>
                <c:pt idx="2843">
                  <c:v>36853</c:v>
                </c:pt>
                <c:pt idx="2844">
                  <c:v>36854</c:v>
                </c:pt>
                <c:pt idx="2845">
                  <c:v>36857</c:v>
                </c:pt>
                <c:pt idx="2846">
                  <c:v>36858</c:v>
                </c:pt>
                <c:pt idx="2847">
                  <c:v>36859</c:v>
                </c:pt>
                <c:pt idx="2848">
                  <c:v>36860</c:v>
                </c:pt>
                <c:pt idx="2849">
                  <c:v>36861</c:v>
                </c:pt>
                <c:pt idx="2850">
                  <c:v>36864</c:v>
                </c:pt>
                <c:pt idx="2851">
                  <c:v>36865</c:v>
                </c:pt>
                <c:pt idx="2852">
                  <c:v>36866</c:v>
                </c:pt>
                <c:pt idx="2853">
                  <c:v>36867</c:v>
                </c:pt>
                <c:pt idx="2854">
                  <c:v>36868</c:v>
                </c:pt>
                <c:pt idx="2855">
                  <c:v>36871</c:v>
                </c:pt>
                <c:pt idx="2856">
                  <c:v>36872</c:v>
                </c:pt>
                <c:pt idx="2857">
                  <c:v>36873</c:v>
                </c:pt>
                <c:pt idx="2858">
                  <c:v>36874</c:v>
                </c:pt>
                <c:pt idx="2859">
                  <c:v>36875</c:v>
                </c:pt>
                <c:pt idx="2860">
                  <c:v>36878</c:v>
                </c:pt>
                <c:pt idx="2861">
                  <c:v>36879</c:v>
                </c:pt>
                <c:pt idx="2862">
                  <c:v>36880</c:v>
                </c:pt>
                <c:pt idx="2863">
                  <c:v>36881</c:v>
                </c:pt>
                <c:pt idx="2864">
                  <c:v>36882</c:v>
                </c:pt>
                <c:pt idx="2865">
                  <c:v>36885</c:v>
                </c:pt>
                <c:pt idx="2866">
                  <c:v>36886</c:v>
                </c:pt>
                <c:pt idx="2867">
                  <c:v>36887</c:v>
                </c:pt>
                <c:pt idx="2868">
                  <c:v>36888</c:v>
                </c:pt>
                <c:pt idx="2869">
                  <c:v>36889</c:v>
                </c:pt>
                <c:pt idx="2870">
                  <c:v>36892</c:v>
                </c:pt>
                <c:pt idx="2871">
                  <c:v>36893</c:v>
                </c:pt>
                <c:pt idx="2872">
                  <c:v>36894</c:v>
                </c:pt>
                <c:pt idx="2873">
                  <c:v>36895</c:v>
                </c:pt>
                <c:pt idx="2874">
                  <c:v>36896</c:v>
                </c:pt>
                <c:pt idx="2875">
                  <c:v>36899</c:v>
                </c:pt>
                <c:pt idx="2876">
                  <c:v>36900</c:v>
                </c:pt>
                <c:pt idx="2877">
                  <c:v>36901</c:v>
                </c:pt>
                <c:pt idx="2878">
                  <c:v>36902</c:v>
                </c:pt>
                <c:pt idx="2879">
                  <c:v>36903</c:v>
                </c:pt>
                <c:pt idx="2880">
                  <c:v>36906</c:v>
                </c:pt>
                <c:pt idx="2881">
                  <c:v>36907</c:v>
                </c:pt>
                <c:pt idx="2882">
                  <c:v>36908</c:v>
                </c:pt>
                <c:pt idx="2883">
                  <c:v>36909</c:v>
                </c:pt>
                <c:pt idx="2884">
                  <c:v>36910</c:v>
                </c:pt>
                <c:pt idx="2885">
                  <c:v>36913</c:v>
                </c:pt>
                <c:pt idx="2886">
                  <c:v>36914</c:v>
                </c:pt>
                <c:pt idx="2887">
                  <c:v>36915</c:v>
                </c:pt>
                <c:pt idx="2888">
                  <c:v>36916</c:v>
                </c:pt>
                <c:pt idx="2889">
                  <c:v>36917</c:v>
                </c:pt>
                <c:pt idx="2890">
                  <c:v>36920</c:v>
                </c:pt>
                <c:pt idx="2891">
                  <c:v>36921</c:v>
                </c:pt>
                <c:pt idx="2892">
                  <c:v>36922</c:v>
                </c:pt>
                <c:pt idx="2893">
                  <c:v>36923</c:v>
                </c:pt>
                <c:pt idx="2894">
                  <c:v>36924</c:v>
                </c:pt>
                <c:pt idx="2895">
                  <c:v>36927</c:v>
                </c:pt>
                <c:pt idx="2896">
                  <c:v>36928</c:v>
                </c:pt>
                <c:pt idx="2897">
                  <c:v>36929</c:v>
                </c:pt>
                <c:pt idx="2898">
                  <c:v>36930</c:v>
                </c:pt>
                <c:pt idx="2899">
                  <c:v>36931</c:v>
                </c:pt>
                <c:pt idx="2900">
                  <c:v>36934</c:v>
                </c:pt>
                <c:pt idx="2901">
                  <c:v>36935</c:v>
                </c:pt>
                <c:pt idx="2902">
                  <c:v>36936</c:v>
                </c:pt>
                <c:pt idx="2903">
                  <c:v>36937</c:v>
                </c:pt>
                <c:pt idx="2904">
                  <c:v>36938</c:v>
                </c:pt>
                <c:pt idx="2905">
                  <c:v>36941</c:v>
                </c:pt>
                <c:pt idx="2906">
                  <c:v>36942</c:v>
                </c:pt>
                <c:pt idx="2907">
                  <c:v>36943</c:v>
                </c:pt>
                <c:pt idx="2908">
                  <c:v>36944</c:v>
                </c:pt>
                <c:pt idx="2909">
                  <c:v>36945</c:v>
                </c:pt>
                <c:pt idx="2910">
                  <c:v>36948</c:v>
                </c:pt>
                <c:pt idx="2911">
                  <c:v>36949</c:v>
                </c:pt>
                <c:pt idx="2912">
                  <c:v>36950</c:v>
                </c:pt>
                <c:pt idx="2913">
                  <c:v>36951</c:v>
                </c:pt>
                <c:pt idx="2914">
                  <c:v>36952</c:v>
                </c:pt>
                <c:pt idx="2915">
                  <c:v>36955</c:v>
                </c:pt>
                <c:pt idx="2916">
                  <c:v>36956</c:v>
                </c:pt>
                <c:pt idx="2917">
                  <c:v>36957</c:v>
                </c:pt>
                <c:pt idx="2918">
                  <c:v>36958</c:v>
                </c:pt>
                <c:pt idx="2919">
                  <c:v>36959</c:v>
                </c:pt>
                <c:pt idx="2920">
                  <c:v>36962</c:v>
                </c:pt>
                <c:pt idx="2921">
                  <c:v>36963</c:v>
                </c:pt>
                <c:pt idx="2922">
                  <c:v>36964</c:v>
                </c:pt>
                <c:pt idx="2923">
                  <c:v>36965</c:v>
                </c:pt>
                <c:pt idx="2924">
                  <c:v>36966</c:v>
                </c:pt>
                <c:pt idx="2925">
                  <c:v>36969</c:v>
                </c:pt>
                <c:pt idx="2926">
                  <c:v>36970</c:v>
                </c:pt>
                <c:pt idx="2927">
                  <c:v>36971</c:v>
                </c:pt>
                <c:pt idx="2928">
                  <c:v>36972</c:v>
                </c:pt>
                <c:pt idx="2929">
                  <c:v>36973</c:v>
                </c:pt>
                <c:pt idx="2930">
                  <c:v>36976</c:v>
                </c:pt>
                <c:pt idx="2931">
                  <c:v>36977</c:v>
                </c:pt>
                <c:pt idx="2932">
                  <c:v>36978</c:v>
                </c:pt>
                <c:pt idx="2933">
                  <c:v>36979</c:v>
                </c:pt>
                <c:pt idx="2934">
                  <c:v>36980</c:v>
                </c:pt>
                <c:pt idx="2935">
                  <c:v>36983</c:v>
                </c:pt>
                <c:pt idx="2936">
                  <c:v>36984</c:v>
                </c:pt>
                <c:pt idx="2937">
                  <c:v>36985</c:v>
                </c:pt>
                <c:pt idx="2938">
                  <c:v>36986</c:v>
                </c:pt>
                <c:pt idx="2939">
                  <c:v>36987</c:v>
                </c:pt>
                <c:pt idx="2940">
                  <c:v>36990</c:v>
                </c:pt>
                <c:pt idx="2941">
                  <c:v>36991</c:v>
                </c:pt>
                <c:pt idx="2942">
                  <c:v>36992</c:v>
                </c:pt>
                <c:pt idx="2943">
                  <c:v>36993</c:v>
                </c:pt>
                <c:pt idx="2944">
                  <c:v>36994</c:v>
                </c:pt>
                <c:pt idx="2945">
                  <c:v>36997</c:v>
                </c:pt>
                <c:pt idx="2946">
                  <c:v>36998</c:v>
                </c:pt>
                <c:pt idx="2947">
                  <c:v>36999</c:v>
                </c:pt>
                <c:pt idx="2948">
                  <c:v>37000</c:v>
                </c:pt>
                <c:pt idx="2949">
                  <c:v>37001</c:v>
                </c:pt>
                <c:pt idx="2950">
                  <c:v>37004</c:v>
                </c:pt>
                <c:pt idx="2951">
                  <c:v>37005</c:v>
                </c:pt>
                <c:pt idx="2952">
                  <c:v>37006</c:v>
                </c:pt>
                <c:pt idx="2953">
                  <c:v>37007</c:v>
                </c:pt>
                <c:pt idx="2954">
                  <c:v>37008</c:v>
                </c:pt>
                <c:pt idx="2955">
                  <c:v>37011</c:v>
                </c:pt>
                <c:pt idx="2956">
                  <c:v>37012</c:v>
                </c:pt>
                <c:pt idx="2957">
                  <c:v>37013</c:v>
                </c:pt>
                <c:pt idx="2958">
                  <c:v>37014</c:v>
                </c:pt>
                <c:pt idx="2959">
                  <c:v>37015</c:v>
                </c:pt>
                <c:pt idx="2960">
                  <c:v>37018</c:v>
                </c:pt>
                <c:pt idx="2961">
                  <c:v>37019</c:v>
                </c:pt>
                <c:pt idx="2962">
                  <c:v>37020</c:v>
                </c:pt>
                <c:pt idx="2963">
                  <c:v>37021</c:v>
                </c:pt>
                <c:pt idx="2964">
                  <c:v>37022</c:v>
                </c:pt>
                <c:pt idx="2965">
                  <c:v>37025</c:v>
                </c:pt>
                <c:pt idx="2966">
                  <c:v>37026</c:v>
                </c:pt>
                <c:pt idx="2967">
                  <c:v>37027</c:v>
                </c:pt>
                <c:pt idx="2968">
                  <c:v>37028</c:v>
                </c:pt>
                <c:pt idx="2969">
                  <c:v>37029</c:v>
                </c:pt>
                <c:pt idx="2970">
                  <c:v>37032</c:v>
                </c:pt>
                <c:pt idx="2971">
                  <c:v>37033</c:v>
                </c:pt>
                <c:pt idx="2972">
                  <c:v>37034</c:v>
                </c:pt>
                <c:pt idx="2973">
                  <c:v>37035</c:v>
                </c:pt>
                <c:pt idx="2974">
                  <c:v>37036</c:v>
                </c:pt>
                <c:pt idx="2975">
                  <c:v>37039</c:v>
                </c:pt>
                <c:pt idx="2976">
                  <c:v>37040</c:v>
                </c:pt>
                <c:pt idx="2977">
                  <c:v>37041</c:v>
                </c:pt>
                <c:pt idx="2978">
                  <c:v>37042</c:v>
                </c:pt>
                <c:pt idx="2979">
                  <c:v>37043</c:v>
                </c:pt>
                <c:pt idx="2980">
                  <c:v>37046</c:v>
                </c:pt>
                <c:pt idx="2981">
                  <c:v>37047</c:v>
                </c:pt>
                <c:pt idx="2982">
                  <c:v>37048</c:v>
                </c:pt>
                <c:pt idx="2983">
                  <c:v>37049</c:v>
                </c:pt>
                <c:pt idx="2984">
                  <c:v>37050</c:v>
                </c:pt>
                <c:pt idx="2985">
                  <c:v>37053</c:v>
                </c:pt>
                <c:pt idx="2986">
                  <c:v>37054</c:v>
                </c:pt>
                <c:pt idx="2987">
                  <c:v>37055</c:v>
                </c:pt>
                <c:pt idx="2988">
                  <c:v>37056</c:v>
                </c:pt>
                <c:pt idx="2989">
                  <c:v>37057</c:v>
                </c:pt>
                <c:pt idx="2990">
                  <c:v>37060</c:v>
                </c:pt>
                <c:pt idx="2991">
                  <c:v>37061</c:v>
                </c:pt>
                <c:pt idx="2992">
                  <c:v>37062</c:v>
                </c:pt>
                <c:pt idx="2993">
                  <c:v>37063</c:v>
                </c:pt>
                <c:pt idx="2994">
                  <c:v>37064</c:v>
                </c:pt>
                <c:pt idx="2995">
                  <c:v>37067</c:v>
                </c:pt>
                <c:pt idx="2996">
                  <c:v>37068</c:v>
                </c:pt>
                <c:pt idx="2997">
                  <c:v>37069</c:v>
                </c:pt>
                <c:pt idx="2998">
                  <c:v>37070</c:v>
                </c:pt>
                <c:pt idx="2999">
                  <c:v>37071</c:v>
                </c:pt>
                <c:pt idx="3000">
                  <c:v>37074</c:v>
                </c:pt>
                <c:pt idx="3001">
                  <c:v>37075</c:v>
                </c:pt>
                <c:pt idx="3002">
                  <c:v>37076</c:v>
                </c:pt>
                <c:pt idx="3003">
                  <c:v>37077</c:v>
                </c:pt>
                <c:pt idx="3004">
                  <c:v>37078</c:v>
                </c:pt>
                <c:pt idx="3005">
                  <c:v>37081</c:v>
                </c:pt>
                <c:pt idx="3006">
                  <c:v>37082</c:v>
                </c:pt>
                <c:pt idx="3007">
                  <c:v>37083</c:v>
                </c:pt>
                <c:pt idx="3008">
                  <c:v>37084</c:v>
                </c:pt>
                <c:pt idx="3009">
                  <c:v>37085</c:v>
                </c:pt>
                <c:pt idx="3010">
                  <c:v>37088</c:v>
                </c:pt>
                <c:pt idx="3011">
                  <c:v>37089</c:v>
                </c:pt>
                <c:pt idx="3012">
                  <c:v>37090</c:v>
                </c:pt>
                <c:pt idx="3013">
                  <c:v>37091</c:v>
                </c:pt>
                <c:pt idx="3014">
                  <c:v>37092</c:v>
                </c:pt>
                <c:pt idx="3015">
                  <c:v>37095</c:v>
                </c:pt>
                <c:pt idx="3016">
                  <c:v>37096</c:v>
                </c:pt>
                <c:pt idx="3017">
                  <c:v>37097</c:v>
                </c:pt>
                <c:pt idx="3018">
                  <c:v>37098</c:v>
                </c:pt>
                <c:pt idx="3019">
                  <c:v>37099</c:v>
                </c:pt>
                <c:pt idx="3020">
                  <c:v>37102</c:v>
                </c:pt>
                <c:pt idx="3021">
                  <c:v>37103</c:v>
                </c:pt>
                <c:pt idx="3022">
                  <c:v>37104</c:v>
                </c:pt>
                <c:pt idx="3023">
                  <c:v>37105</c:v>
                </c:pt>
                <c:pt idx="3024">
                  <c:v>37106</c:v>
                </c:pt>
                <c:pt idx="3025">
                  <c:v>37109</c:v>
                </c:pt>
                <c:pt idx="3026">
                  <c:v>37110</c:v>
                </c:pt>
                <c:pt idx="3027">
                  <c:v>37111</c:v>
                </c:pt>
                <c:pt idx="3028">
                  <c:v>37112</c:v>
                </c:pt>
                <c:pt idx="3029">
                  <c:v>37113</c:v>
                </c:pt>
                <c:pt idx="3030">
                  <c:v>37116</c:v>
                </c:pt>
                <c:pt idx="3031">
                  <c:v>37117</c:v>
                </c:pt>
                <c:pt idx="3032">
                  <c:v>37118</c:v>
                </c:pt>
                <c:pt idx="3033">
                  <c:v>37119</c:v>
                </c:pt>
                <c:pt idx="3034">
                  <c:v>37120</c:v>
                </c:pt>
                <c:pt idx="3035">
                  <c:v>37123</c:v>
                </c:pt>
                <c:pt idx="3036">
                  <c:v>37124</c:v>
                </c:pt>
                <c:pt idx="3037">
                  <c:v>37125</c:v>
                </c:pt>
                <c:pt idx="3038">
                  <c:v>37126</c:v>
                </c:pt>
                <c:pt idx="3039">
                  <c:v>37127</c:v>
                </c:pt>
                <c:pt idx="3040">
                  <c:v>37130</c:v>
                </c:pt>
                <c:pt idx="3041">
                  <c:v>37131</c:v>
                </c:pt>
                <c:pt idx="3042">
                  <c:v>37132</c:v>
                </c:pt>
                <c:pt idx="3043">
                  <c:v>37133</c:v>
                </c:pt>
                <c:pt idx="3044">
                  <c:v>37134</c:v>
                </c:pt>
                <c:pt idx="3045">
                  <c:v>37137</c:v>
                </c:pt>
                <c:pt idx="3046">
                  <c:v>37138</c:v>
                </c:pt>
                <c:pt idx="3047">
                  <c:v>37139</c:v>
                </c:pt>
                <c:pt idx="3048">
                  <c:v>37140</c:v>
                </c:pt>
                <c:pt idx="3049">
                  <c:v>37141</c:v>
                </c:pt>
                <c:pt idx="3050">
                  <c:v>37144</c:v>
                </c:pt>
                <c:pt idx="3051">
                  <c:v>37145</c:v>
                </c:pt>
                <c:pt idx="3052">
                  <c:v>37146</c:v>
                </c:pt>
                <c:pt idx="3053">
                  <c:v>37147</c:v>
                </c:pt>
                <c:pt idx="3054">
                  <c:v>37148</c:v>
                </c:pt>
                <c:pt idx="3055">
                  <c:v>37151</c:v>
                </c:pt>
                <c:pt idx="3056">
                  <c:v>37152</c:v>
                </c:pt>
                <c:pt idx="3057">
                  <c:v>37153</c:v>
                </c:pt>
                <c:pt idx="3058">
                  <c:v>37154</c:v>
                </c:pt>
                <c:pt idx="3059">
                  <c:v>37155</c:v>
                </c:pt>
                <c:pt idx="3060">
                  <c:v>37158</c:v>
                </c:pt>
                <c:pt idx="3061">
                  <c:v>37159</c:v>
                </c:pt>
                <c:pt idx="3062">
                  <c:v>37160</c:v>
                </c:pt>
                <c:pt idx="3063">
                  <c:v>37161</c:v>
                </c:pt>
                <c:pt idx="3064">
                  <c:v>37162</c:v>
                </c:pt>
                <c:pt idx="3065">
                  <c:v>37165</c:v>
                </c:pt>
                <c:pt idx="3066">
                  <c:v>37166</c:v>
                </c:pt>
                <c:pt idx="3067">
                  <c:v>37167</c:v>
                </c:pt>
                <c:pt idx="3068">
                  <c:v>37168</c:v>
                </c:pt>
                <c:pt idx="3069">
                  <c:v>37169</c:v>
                </c:pt>
                <c:pt idx="3070">
                  <c:v>37172</c:v>
                </c:pt>
                <c:pt idx="3071">
                  <c:v>37173</c:v>
                </c:pt>
                <c:pt idx="3072">
                  <c:v>37174</c:v>
                </c:pt>
                <c:pt idx="3073">
                  <c:v>37175</c:v>
                </c:pt>
                <c:pt idx="3074">
                  <c:v>37176</c:v>
                </c:pt>
                <c:pt idx="3075">
                  <c:v>37179</c:v>
                </c:pt>
                <c:pt idx="3076">
                  <c:v>37180</c:v>
                </c:pt>
                <c:pt idx="3077">
                  <c:v>37181</c:v>
                </c:pt>
                <c:pt idx="3078">
                  <c:v>37182</c:v>
                </c:pt>
                <c:pt idx="3079">
                  <c:v>37183</c:v>
                </c:pt>
                <c:pt idx="3080">
                  <c:v>37186</c:v>
                </c:pt>
                <c:pt idx="3081">
                  <c:v>37187</c:v>
                </c:pt>
                <c:pt idx="3082">
                  <c:v>37188</c:v>
                </c:pt>
                <c:pt idx="3083">
                  <c:v>37189</c:v>
                </c:pt>
                <c:pt idx="3084">
                  <c:v>37190</c:v>
                </c:pt>
                <c:pt idx="3085">
                  <c:v>37193</c:v>
                </c:pt>
                <c:pt idx="3086">
                  <c:v>37194</c:v>
                </c:pt>
                <c:pt idx="3087">
                  <c:v>37195</c:v>
                </c:pt>
                <c:pt idx="3088">
                  <c:v>37196</c:v>
                </c:pt>
                <c:pt idx="3089">
                  <c:v>37197</c:v>
                </c:pt>
                <c:pt idx="3090">
                  <c:v>37200</c:v>
                </c:pt>
                <c:pt idx="3091">
                  <c:v>37201</c:v>
                </c:pt>
                <c:pt idx="3092">
                  <c:v>37202</c:v>
                </c:pt>
                <c:pt idx="3093">
                  <c:v>37203</c:v>
                </c:pt>
                <c:pt idx="3094">
                  <c:v>37204</c:v>
                </c:pt>
                <c:pt idx="3095">
                  <c:v>37207</c:v>
                </c:pt>
                <c:pt idx="3096">
                  <c:v>37208</c:v>
                </c:pt>
                <c:pt idx="3097">
                  <c:v>37209</c:v>
                </c:pt>
                <c:pt idx="3098">
                  <c:v>37210</c:v>
                </c:pt>
                <c:pt idx="3099">
                  <c:v>37211</c:v>
                </c:pt>
                <c:pt idx="3100">
                  <c:v>37214</c:v>
                </c:pt>
                <c:pt idx="3101">
                  <c:v>37215</c:v>
                </c:pt>
                <c:pt idx="3102">
                  <c:v>37216</c:v>
                </c:pt>
                <c:pt idx="3103">
                  <c:v>37217</c:v>
                </c:pt>
                <c:pt idx="3104">
                  <c:v>37218</c:v>
                </c:pt>
                <c:pt idx="3105">
                  <c:v>37221</c:v>
                </c:pt>
                <c:pt idx="3106">
                  <c:v>37222</c:v>
                </c:pt>
                <c:pt idx="3107">
                  <c:v>37223</c:v>
                </c:pt>
                <c:pt idx="3108">
                  <c:v>37224</c:v>
                </c:pt>
                <c:pt idx="3109">
                  <c:v>37225</c:v>
                </c:pt>
                <c:pt idx="3110">
                  <c:v>37228</c:v>
                </c:pt>
                <c:pt idx="3111">
                  <c:v>37229</c:v>
                </c:pt>
                <c:pt idx="3112">
                  <c:v>37230</c:v>
                </c:pt>
                <c:pt idx="3113">
                  <c:v>37231</c:v>
                </c:pt>
                <c:pt idx="3114">
                  <c:v>37232</c:v>
                </c:pt>
                <c:pt idx="3115">
                  <c:v>37235</c:v>
                </c:pt>
                <c:pt idx="3116">
                  <c:v>37236</c:v>
                </c:pt>
                <c:pt idx="3117">
                  <c:v>37237</c:v>
                </c:pt>
                <c:pt idx="3118">
                  <c:v>37238</c:v>
                </c:pt>
                <c:pt idx="3119">
                  <c:v>37239</c:v>
                </c:pt>
                <c:pt idx="3120">
                  <c:v>37242</c:v>
                </c:pt>
                <c:pt idx="3121">
                  <c:v>37243</c:v>
                </c:pt>
                <c:pt idx="3122">
                  <c:v>37244</c:v>
                </c:pt>
                <c:pt idx="3123">
                  <c:v>37245</c:v>
                </c:pt>
                <c:pt idx="3124">
                  <c:v>37246</c:v>
                </c:pt>
                <c:pt idx="3125">
                  <c:v>37249</c:v>
                </c:pt>
                <c:pt idx="3126">
                  <c:v>37250</c:v>
                </c:pt>
                <c:pt idx="3127">
                  <c:v>37251</c:v>
                </c:pt>
                <c:pt idx="3128">
                  <c:v>37252</c:v>
                </c:pt>
                <c:pt idx="3129">
                  <c:v>37253</c:v>
                </c:pt>
                <c:pt idx="3130">
                  <c:v>37256</c:v>
                </c:pt>
                <c:pt idx="3131">
                  <c:v>37257</c:v>
                </c:pt>
                <c:pt idx="3132">
                  <c:v>37258</c:v>
                </c:pt>
                <c:pt idx="3133">
                  <c:v>37259</c:v>
                </c:pt>
                <c:pt idx="3134">
                  <c:v>37260</c:v>
                </c:pt>
                <c:pt idx="3135">
                  <c:v>37263</c:v>
                </c:pt>
                <c:pt idx="3136">
                  <c:v>37264</c:v>
                </c:pt>
                <c:pt idx="3137">
                  <c:v>37265</c:v>
                </c:pt>
                <c:pt idx="3138">
                  <c:v>37266</c:v>
                </c:pt>
                <c:pt idx="3139">
                  <c:v>37267</c:v>
                </c:pt>
                <c:pt idx="3140">
                  <c:v>37270</c:v>
                </c:pt>
                <c:pt idx="3141">
                  <c:v>37271</c:v>
                </c:pt>
                <c:pt idx="3142">
                  <c:v>37272</c:v>
                </c:pt>
                <c:pt idx="3143">
                  <c:v>37273</c:v>
                </c:pt>
                <c:pt idx="3144">
                  <c:v>37274</c:v>
                </c:pt>
                <c:pt idx="3145">
                  <c:v>37277</c:v>
                </c:pt>
                <c:pt idx="3146">
                  <c:v>37278</c:v>
                </c:pt>
                <c:pt idx="3147">
                  <c:v>37279</c:v>
                </c:pt>
                <c:pt idx="3148">
                  <c:v>37280</c:v>
                </c:pt>
                <c:pt idx="3149">
                  <c:v>37281</c:v>
                </c:pt>
                <c:pt idx="3150">
                  <c:v>37284</c:v>
                </c:pt>
                <c:pt idx="3151">
                  <c:v>37285</c:v>
                </c:pt>
                <c:pt idx="3152">
                  <c:v>37286</c:v>
                </c:pt>
                <c:pt idx="3153">
                  <c:v>37287</c:v>
                </c:pt>
                <c:pt idx="3154">
                  <c:v>37288</c:v>
                </c:pt>
                <c:pt idx="3155">
                  <c:v>37291</c:v>
                </c:pt>
                <c:pt idx="3156">
                  <c:v>37292</c:v>
                </c:pt>
                <c:pt idx="3157">
                  <c:v>37293</c:v>
                </c:pt>
                <c:pt idx="3158">
                  <c:v>37294</c:v>
                </c:pt>
                <c:pt idx="3159">
                  <c:v>37295</c:v>
                </c:pt>
                <c:pt idx="3160">
                  <c:v>37298</c:v>
                </c:pt>
                <c:pt idx="3161">
                  <c:v>37299</c:v>
                </c:pt>
                <c:pt idx="3162">
                  <c:v>37300</c:v>
                </c:pt>
                <c:pt idx="3163">
                  <c:v>37301</c:v>
                </c:pt>
                <c:pt idx="3164">
                  <c:v>37302</c:v>
                </c:pt>
                <c:pt idx="3165">
                  <c:v>37305</c:v>
                </c:pt>
                <c:pt idx="3166">
                  <c:v>37306</c:v>
                </c:pt>
                <c:pt idx="3167">
                  <c:v>37307</c:v>
                </c:pt>
                <c:pt idx="3168">
                  <c:v>37308</c:v>
                </c:pt>
                <c:pt idx="3169">
                  <c:v>37309</c:v>
                </c:pt>
                <c:pt idx="3170">
                  <c:v>37312</c:v>
                </c:pt>
                <c:pt idx="3171">
                  <c:v>37313</c:v>
                </c:pt>
                <c:pt idx="3172">
                  <c:v>37314</c:v>
                </c:pt>
                <c:pt idx="3173">
                  <c:v>37315</c:v>
                </c:pt>
                <c:pt idx="3174">
                  <c:v>37316</c:v>
                </c:pt>
                <c:pt idx="3175">
                  <c:v>37319</c:v>
                </c:pt>
                <c:pt idx="3176">
                  <c:v>37320</c:v>
                </c:pt>
                <c:pt idx="3177">
                  <c:v>37321</c:v>
                </c:pt>
                <c:pt idx="3178">
                  <c:v>37322</c:v>
                </c:pt>
                <c:pt idx="3179">
                  <c:v>37323</c:v>
                </c:pt>
                <c:pt idx="3180">
                  <c:v>37326</c:v>
                </c:pt>
                <c:pt idx="3181">
                  <c:v>37327</c:v>
                </c:pt>
                <c:pt idx="3182">
                  <c:v>37328</c:v>
                </c:pt>
                <c:pt idx="3183">
                  <c:v>37329</c:v>
                </c:pt>
                <c:pt idx="3184">
                  <c:v>37330</c:v>
                </c:pt>
                <c:pt idx="3185">
                  <c:v>37333</c:v>
                </c:pt>
                <c:pt idx="3186">
                  <c:v>37334</c:v>
                </c:pt>
                <c:pt idx="3187">
                  <c:v>37335</c:v>
                </c:pt>
                <c:pt idx="3188">
                  <c:v>37336</c:v>
                </c:pt>
                <c:pt idx="3189">
                  <c:v>37337</c:v>
                </c:pt>
                <c:pt idx="3190">
                  <c:v>37340</c:v>
                </c:pt>
                <c:pt idx="3191">
                  <c:v>37341</c:v>
                </c:pt>
                <c:pt idx="3192">
                  <c:v>37342</c:v>
                </c:pt>
                <c:pt idx="3193">
                  <c:v>37343</c:v>
                </c:pt>
                <c:pt idx="3194">
                  <c:v>37344</c:v>
                </c:pt>
                <c:pt idx="3195">
                  <c:v>37347</c:v>
                </c:pt>
                <c:pt idx="3196">
                  <c:v>37348</c:v>
                </c:pt>
                <c:pt idx="3197">
                  <c:v>37349</c:v>
                </c:pt>
                <c:pt idx="3198">
                  <c:v>37350</c:v>
                </c:pt>
                <c:pt idx="3199">
                  <c:v>37351</c:v>
                </c:pt>
                <c:pt idx="3200">
                  <c:v>37354</c:v>
                </c:pt>
                <c:pt idx="3201">
                  <c:v>37355</c:v>
                </c:pt>
                <c:pt idx="3202">
                  <c:v>37356</c:v>
                </c:pt>
                <c:pt idx="3203">
                  <c:v>37357</c:v>
                </c:pt>
                <c:pt idx="3204">
                  <c:v>37358</c:v>
                </c:pt>
                <c:pt idx="3205">
                  <c:v>37361</c:v>
                </c:pt>
                <c:pt idx="3206">
                  <c:v>37362</c:v>
                </c:pt>
                <c:pt idx="3207">
                  <c:v>37363</c:v>
                </c:pt>
                <c:pt idx="3208">
                  <c:v>37364</c:v>
                </c:pt>
                <c:pt idx="3209">
                  <c:v>37365</c:v>
                </c:pt>
                <c:pt idx="3210">
                  <c:v>37368</c:v>
                </c:pt>
                <c:pt idx="3211">
                  <c:v>37369</c:v>
                </c:pt>
                <c:pt idx="3212">
                  <c:v>37370</c:v>
                </c:pt>
                <c:pt idx="3213">
                  <c:v>37371</c:v>
                </c:pt>
                <c:pt idx="3214">
                  <c:v>37372</c:v>
                </c:pt>
                <c:pt idx="3215">
                  <c:v>37375</c:v>
                </c:pt>
                <c:pt idx="3216">
                  <c:v>37376</c:v>
                </c:pt>
                <c:pt idx="3217">
                  <c:v>37377</c:v>
                </c:pt>
                <c:pt idx="3218">
                  <c:v>37378</c:v>
                </c:pt>
                <c:pt idx="3219">
                  <c:v>37379</c:v>
                </c:pt>
                <c:pt idx="3220">
                  <c:v>37382</c:v>
                </c:pt>
                <c:pt idx="3221">
                  <c:v>37383</c:v>
                </c:pt>
                <c:pt idx="3222">
                  <c:v>37384</c:v>
                </c:pt>
                <c:pt idx="3223">
                  <c:v>37385</c:v>
                </c:pt>
                <c:pt idx="3224">
                  <c:v>37386</c:v>
                </c:pt>
                <c:pt idx="3225">
                  <c:v>37389</c:v>
                </c:pt>
                <c:pt idx="3226">
                  <c:v>37390</c:v>
                </c:pt>
                <c:pt idx="3227">
                  <c:v>37391</c:v>
                </c:pt>
                <c:pt idx="3228">
                  <c:v>37392</c:v>
                </c:pt>
                <c:pt idx="3229">
                  <c:v>37393</c:v>
                </c:pt>
                <c:pt idx="3230">
                  <c:v>37396</c:v>
                </c:pt>
                <c:pt idx="3231">
                  <c:v>37397</c:v>
                </c:pt>
                <c:pt idx="3232">
                  <c:v>37398</c:v>
                </c:pt>
                <c:pt idx="3233">
                  <c:v>37399</c:v>
                </c:pt>
                <c:pt idx="3234">
                  <c:v>37400</c:v>
                </c:pt>
                <c:pt idx="3235">
                  <c:v>37403</c:v>
                </c:pt>
                <c:pt idx="3236">
                  <c:v>37404</c:v>
                </c:pt>
                <c:pt idx="3237">
                  <c:v>37405</c:v>
                </c:pt>
                <c:pt idx="3238">
                  <c:v>37406</c:v>
                </c:pt>
                <c:pt idx="3239">
                  <c:v>37407</c:v>
                </c:pt>
                <c:pt idx="3240">
                  <c:v>37410</c:v>
                </c:pt>
                <c:pt idx="3241">
                  <c:v>37411</c:v>
                </c:pt>
                <c:pt idx="3242">
                  <c:v>37412</c:v>
                </c:pt>
                <c:pt idx="3243">
                  <c:v>37413</c:v>
                </c:pt>
                <c:pt idx="3244">
                  <c:v>37414</c:v>
                </c:pt>
                <c:pt idx="3245">
                  <c:v>37417</c:v>
                </c:pt>
                <c:pt idx="3246">
                  <c:v>37418</c:v>
                </c:pt>
                <c:pt idx="3247">
                  <c:v>37419</c:v>
                </c:pt>
                <c:pt idx="3248">
                  <c:v>37420</c:v>
                </c:pt>
                <c:pt idx="3249">
                  <c:v>37421</c:v>
                </c:pt>
                <c:pt idx="3250">
                  <c:v>37424</c:v>
                </c:pt>
                <c:pt idx="3251">
                  <c:v>37425</c:v>
                </c:pt>
                <c:pt idx="3252">
                  <c:v>37426</c:v>
                </c:pt>
                <c:pt idx="3253">
                  <c:v>37427</c:v>
                </c:pt>
                <c:pt idx="3254">
                  <c:v>37428</c:v>
                </c:pt>
                <c:pt idx="3255">
                  <c:v>37431</c:v>
                </c:pt>
                <c:pt idx="3256">
                  <c:v>37432</c:v>
                </c:pt>
                <c:pt idx="3257">
                  <c:v>37433</c:v>
                </c:pt>
                <c:pt idx="3258">
                  <c:v>37434</c:v>
                </c:pt>
                <c:pt idx="3259">
                  <c:v>37435</c:v>
                </c:pt>
                <c:pt idx="3260">
                  <c:v>37438</c:v>
                </c:pt>
                <c:pt idx="3261">
                  <c:v>37439</c:v>
                </c:pt>
                <c:pt idx="3262">
                  <c:v>37440</c:v>
                </c:pt>
                <c:pt idx="3263">
                  <c:v>37441</c:v>
                </c:pt>
                <c:pt idx="3264">
                  <c:v>37442</c:v>
                </c:pt>
                <c:pt idx="3265">
                  <c:v>37445</c:v>
                </c:pt>
                <c:pt idx="3266">
                  <c:v>37446</c:v>
                </c:pt>
                <c:pt idx="3267">
                  <c:v>37447</c:v>
                </c:pt>
                <c:pt idx="3268">
                  <c:v>37448</c:v>
                </c:pt>
                <c:pt idx="3269">
                  <c:v>37449</c:v>
                </c:pt>
                <c:pt idx="3270">
                  <c:v>37452</c:v>
                </c:pt>
                <c:pt idx="3271">
                  <c:v>37453</c:v>
                </c:pt>
                <c:pt idx="3272">
                  <c:v>37454</c:v>
                </c:pt>
                <c:pt idx="3273">
                  <c:v>37455</c:v>
                </c:pt>
                <c:pt idx="3274">
                  <c:v>37456</c:v>
                </c:pt>
                <c:pt idx="3275">
                  <c:v>37459</c:v>
                </c:pt>
                <c:pt idx="3276">
                  <c:v>37460</c:v>
                </c:pt>
                <c:pt idx="3277">
                  <c:v>37461</c:v>
                </c:pt>
                <c:pt idx="3278">
                  <c:v>37462</c:v>
                </c:pt>
                <c:pt idx="3279">
                  <c:v>37463</c:v>
                </c:pt>
                <c:pt idx="3280">
                  <c:v>37466</c:v>
                </c:pt>
                <c:pt idx="3281">
                  <c:v>37467</c:v>
                </c:pt>
                <c:pt idx="3282">
                  <c:v>37468</c:v>
                </c:pt>
                <c:pt idx="3283">
                  <c:v>37469</c:v>
                </c:pt>
                <c:pt idx="3284">
                  <c:v>37470</c:v>
                </c:pt>
                <c:pt idx="3285">
                  <c:v>37473</c:v>
                </c:pt>
                <c:pt idx="3286">
                  <c:v>37474</c:v>
                </c:pt>
                <c:pt idx="3287">
                  <c:v>37475</c:v>
                </c:pt>
                <c:pt idx="3288">
                  <c:v>37476</c:v>
                </c:pt>
                <c:pt idx="3289">
                  <c:v>37477</c:v>
                </c:pt>
                <c:pt idx="3290">
                  <c:v>37480</c:v>
                </c:pt>
                <c:pt idx="3291">
                  <c:v>37481</c:v>
                </c:pt>
                <c:pt idx="3292">
                  <c:v>37482</c:v>
                </c:pt>
                <c:pt idx="3293">
                  <c:v>37483</c:v>
                </c:pt>
                <c:pt idx="3294">
                  <c:v>37484</c:v>
                </c:pt>
                <c:pt idx="3295">
                  <c:v>37487</c:v>
                </c:pt>
                <c:pt idx="3296">
                  <c:v>37488</c:v>
                </c:pt>
                <c:pt idx="3297">
                  <c:v>37489</c:v>
                </c:pt>
                <c:pt idx="3298">
                  <c:v>37490</c:v>
                </c:pt>
                <c:pt idx="3299">
                  <c:v>37491</c:v>
                </c:pt>
                <c:pt idx="3300">
                  <c:v>37494</c:v>
                </c:pt>
                <c:pt idx="3301">
                  <c:v>37495</c:v>
                </c:pt>
                <c:pt idx="3302">
                  <c:v>37496</c:v>
                </c:pt>
                <c:pt idx="3303">
                  <c:v>37497</c:v>
                </c:pt>
                <c:pt idx="3304">
                  <c:v>37498</c:v>
                </c:pt>
                <c:pt idx="3305">
                  <c:v>37501</c:v>
                </c:pt>
                <c:pt idx="3306">
                  <c:v>37502</c:v>
                </c:pt>
                <c:pt idx="3307">
                  <c:v>37503</c:v>
                </c:pt>
                <c:pt idx="3308">
                  <c:v>37504</c:v>
                </c:pt>
                <c:pt idx="3309">
                  <c:v>37505</c:v>
                </c:pt>
                <c:pt idx="3310">
                  <c:v>37508</c:v>
                </c:pt>
                <c:pt idx="3311">
                  <c:v>37509</c:v>
                </c:pt>
                <c:pt idx="3312">
                  <c:v>37510</c:v>
                </c:pt>
                <c:pt idx="3313">
                  <c:v>37511</c:v>
                </c:pt>
                <c:pt idx="3314">
                  <c:v>37512</c:v>
                </c:pt>
                <c:pt idx="3315">
                  <c:v>37515</c:v>
                </c:pt>
                <c:pt idx="3316">
                  <c:v>37516</c:v>
                </c:pt>
                <c:pt idx="3317">
                  <c:v>37517</c:v>
                </c:pt>
                <c:pt idx="3318">
                  <c:v>37518</c:v>
                </c:pt>
                <c:pt idx="3319">
                  <c:v>37519</c:v>
                </c:pt>
                <c:pt idx="3320">
                  <c:v>37522</c:v>
                </c:pt>
                <c:pt idx="3321">
                  <c:v>37523</c:v>
                </c:pt>
                <c:pt idx="3322">
                  <c:v>37524</c:v>
                </c:pt>
                <c:pt idx="3323">
                  <c:v>37525</c:v>
                </c:pt>
                <c:pt idx="3324">
                  <c:v>37526</c:v>
                </c:pt>
                <c:pt idx="3325">
                  <c:v>37529</c:v>
                </c:pt>
                <c:pt idx="3326">
                  <c:v>37530</c:v>
                </c:pt>
                <c:pt idx="3327">
                  <c:v>37531</c:v>
                </c:pt>
                <c:pt idx="3328">
                  <c:v>37532</c:v>
                </c:pt>
                <c:pt idx="3329">
                  <c:v>37533</c:v>
                </c:pt>
                <c:pt idx="3330">
                  <c:v>37536</c:v>
                </c:pt>
                <c:pt idx="3331">
                  <c:v>37537</c:v>
                </c:pt>
                <c:pt idx="3332">
                  <c:v>37538</c:v>
                </c:pt>
                <c:pt idx="3333">
                  <c:v>37539</c:v>
                </c:pt>
                <c:pt idx="3334">
                  <c:v>37540</c:v>
                </c:pt>
                <c:pt idx="3335">
                  <c:v>37543</c:v>
                </c:pt>
                <c:pt idx="3336">
                  <c:v>37544</c:v>
                </c:pt>
                <c:pt idx="3337">
                  <c:v>37545</c:v>
                </c:pt>
                <c:pt idx="3338">
                  <c:v>37546</c:v>
                </c:pt>
                <c:pt idx="3339">
                  <c:v>37547</c:v>
                </c:pt>
                <c:pt idx="3340">
                  <c:v>37550</c:v>
                </c:pt>
                <c:pt idx="3341">
                  <c:v>37551</c:v>
                </c:pt>
                <c:pt idx="3342">
                  <c:v>37552</c:v>
                </c:pt>
                <c:pt idx="3343">
                  <c:v>37553</c:v>
                </c:pt>
                <c:pt idx="3344">
                  <c:v>37554</c:v>
                </c:pt>
                <c:pt idx="3345">
                  <c:v>37557</c:v>
                </c:pt>
                <c:pt idx="3346">
                  <c:v>37558</c:v>
                </c:pt>
                <c:pt idx="3347">
                  <c:v>37559</c:v>
                </c:pt>
                <c:pt idx="3348">
                  <c:v>37560</c:v>
                </c:pt>
                <c:pt idx="3349">
                  <c:v>37561</c:v>
                </c:pt>
                <c:pt idx="3350">
                  <c:v>37564</c:v>
                </c:pt>
                <c:pt idx="3351">
                  <c:v>37565</c:v>
                </c:pt>
                <c:pt idx="3352">
                  <c:v>37566</c:v>
                </c:pt>
                <c:pt idx="3353">
                  <c:v>37567</c:v>
                </c:pt>
                <c:pt idx="3354">
                  <c:v>37568</c:v>
                </c:pt>
                <c:pt idx="3355">
                  <c:v>37571</c:v>
                </c:pt>
                <c:pt idx="3356">
                  <c:v>37572</c:v>
                </c:pt>
                <c:pt idx="3357">
                  <c:v>37573</c:v>
                </c:pt>
                <c:pt idx="3358">
                  <c:v>37574</c:v>
                </c:pt>
                <c:pt idx="3359">
                  <c:v>37575</c:v>
                </c:pt>
                <c:pt idx="3360">
                  <c:v>37578</c:v>
                </c:pt>
                <c:pt idx="3361">
                  <c:v>37579</c:v>
                </c:pt>
                <c:pt idx="3362">
                  <c:v>37580</c:v>
                </c:pt>
                <c:pt idx="3363">
                  <c:v>37581</c:v>
                </c:pt>
                <c:pt idx="3364">
                  <c:v>37582</c:v>
                </c:pt>
                <c:pt idx="3365">
                  <c:v>37585</c:v>
                </c:pt>
                <c:pt idx="3366">
                  <c:v>37586</c:v>
                </c:pt>
                <c:pt idx="3367">
                  <c:v>37587</c:v>
                </c:pt>
                <c:pt idx="3368">
                  <c:v>37588</c:v>
                </c:pt>
                <c:pt idx="3369">
                  <c:v>37589</c:v>
                </c:pt>
                <c:pt idx="3370">
                  <c:v>37592</c:v>
                </c:pt>
                <c:pt idx="3371">
                  <c:v>37593</c:v>
                </c:pt>
                <c:pt idx="3372">
                  <c:v>37594</c:v>
                </c:pt>
                <c:pt idx="3373">
                  <c:v>37595</c:v>
                </c:pt>
                <c:pt idx="3374">
                  <c:v>37596</c:v>
                </c:pt>
                <c:pt idx="3375">
                  <c:v>37599</c:v>
                </c:pt>
                <c:pt idx="3376">
                  <c:v>37600</c:v>
                </c:pt>
                <c:pt idx="3377">
                  <c:v>37601</c:v>
                </c:pt>
                <c:pt idx="3378">
                  <c:v>37602</c:v>
                </c:pt>
                <c:pt idx="3379">
                  <c:v>37603</c:v>
                </c:pt>
                <c:pt idx="3380">
                  <c:v>37606</c:v>
                </c:pt>
                <c:pt idx="3381">
                  <c:v>37607</c:v>
                </c:pt>
                <c:pt idx="3382">
                  <c:v>37608</c:v>
                </c:pt>
                <c:pt idx="3383">
                  <c:v>37609</c:v>
                </c:pt>
                <c:pt idx="3384">
                  <c:v>37610</c:v>
                </c:pt>
                <c:pt idx="3385">
                  <c:v>37613</c:v>
                </c:pt>
                <c:pt idx="3386">
                  <c:v>37614</c:v>
                </c:pt>
                <c:pt idx="3387">
                  <c:v>37615</c:v>
                </c:pt>
                <c:pt idx="3388">
                  <c:v>37616</c:v>
                </c:pt>
                <c:pt idx="3389">
                  <c:v>37617</c:v>
                </c:pt>
                <c:pt idx="3390">
                  <c:v>37620</c:v>
                </c:pt>
                <c:pt idx="3391">
                  <c:v>37621</c:v>
                </c:pt>
                <c:pt idx="3392">
                  <c:v>37622</c:v>
                </c:pt>
                <c:pt idx="3393">
                  <c:v>37623</c:v>
                </c:pt>
                <c:pt idx="3394">
                  <c:v>37624</c:v>
                </c:pt>
                <c:pt idx="3395">
                  <c:v>37627</c:v>
                </c:pt>
                <c:pt idx="3396">
                  <c:v>37628</c:v>
                </c:pt>
                <c:pt idx="3397">
                  <c:v>37629</c:v>
                </c:pt>
                <c:pt idx="3398">
                  <c:v>37630</c:v>
                </c:pt>
                <c:pt idx="3399">
                  <c:v>37631</c:v>
                </c:pt>
                <c:pt idx="3400">
                  <c:v>37634</c:v>
                </c:pt>
                <c:pt idx="3401">
                  <c:v>37635</c:v>
                </c:pt>
                <c:pt idx="3402">
                  <c:v>37636</c:v>
                </c:pt>
                <c:pt idx="3403">
                  <c:v>37637</c:v>
                </c:pt>
                <c:pt idx="3404">
                  <c:v>37638</c:v>
                </c:pt>
                <c:pt idx="3405">
                  <c:v>37641</c:v>
                </c:pt>
                <c:pt idx="3406">
                  <c:v>37642</c:v>
                </c:pt>
                <c:pt idx="3407">
                  <c:v>37643</c:v>
                </c:pt>
                <c:pt idx="3408">
                  <c:v>37644</c:v>
                </c:pt>
                <c:pt idx="3409">
                  <c:v>37645</c:v>
                </c:pt>
                <c:pt idx="3410">
                  <c:v>37648</c:v>
                </c:pt>
                <c:pt idx="3411">
                  <c:v>37649</c:v>
                </c:pt>
                <c:pt idx="3412">
                  <c:v>37650</c:v>
                </c:pt>
                <c:pt idx="3413">
                  <c:v>37651</c:v>
                </c:pt>
                <c:pt idx="3414">
                  <c:v>37652</c:v>
                </c:pt>
                <c:pt idx="3415">
                  <c:v>37655</c:v>
                </c:pt>
                <c:pt idx="3416">
                  <c:v>37656</c:v>
                </c:pt>
                <c:pt idx="3417">
                  <c:v>37657</c:v>
                </c:pt>
                <c:pt idx="3418">
                  <c:v>37658</c:v>
                </c:pt>
                <c:pt idx="3419">
                  <c:v>37659</c:v>
                </c:pt>
                <c:pt idx="3420">
                  <c:v>37662</c:v>
                </c:pt>
                <c:pt idx="3421">
                  <c:v>37663</c:v>
                </c:pt>
                <c:pt idx="3422">
                  <c:v>37664</c:v>
                </c:pt>
                <c:pt idx="3423">
                  <c:v>37665</c:v>
                </c:pt>
                <c:pt idx="3424">
                  <c:v>37666</c:v>
                </c:pt>
                <c:pt idx="3425">
                  <c:v>37669</c:v>
                </c:pt>
                <c:pt idx="3426">
                  <c:v>37670</c:v>
                </c:pt>
                <c:pt idx="3427">
                  <c:v>37671</c:v>
                </c:pt>
                <c:pt idx="3428">
                  <c:v>37672</c:v>
                </c:pt>
                <c:pt idx="3429">
                  <c:v>37673</c:v>
                </c:pt>
                <c:pt idx="3430">
                  <c:v>37676</c:v>
                </c:pt>
                <c:pt idx="3431">
                  <c:v>37677</c:v>
                </c:pt>
                <c:pt idx="3432">
                  <c:v>37678</c:v>
                </c:pt>
                <c:pt idx="3433">
                  <c:v>37679</c:v>
                </c:pt>
                <c:pt idx="3434">
                  <c:v>37680</c:v>
                </c:pt>
                <c:pt idx="3435">
                  <c:v>37683</c:v>
                </c:pt>
                <c:pt idx="3436">
                  <c:v>37684</c:v>
                </c:pt>
                <c:pt idx="3437">
                  <c:v>37685</c:v>
                </c:pt>
                <c:pt idx="3438">
                  <c:v>37686</c:v>
                </c:pt>
                <c:pt idx="3439">
                  <c:v>37687</c:v>
                </c:pt>
                <c:pt idx="3440">
                  <c:v>37690</c:v>
                </c:pt>
                <c:pt idx="3441">
                  <c:v>37691</c:v>
                </c:pt>
                <c:pt idx="3442">
                  <c:v>37692</c:v>
                </c:pt>
                <c:pt idx="3443">
                  <c:v>37693</c:v>
                </c:pt>
                <c:pt idx="3444">
                  <c:v>37694</c:v>
                </c:pt>
                <c:pt idx="3445">
                  <c:v>37697</c:v>
                </c:pt>
                <c:pt idx="3446">
                  <c:v>37698</c:v>
                </c:pt>
                <c:pt idx="3447">
                  <c:v>37699</c:v>
                </c:pt>
                <c:pt idx="3448">
                  <c:v>37700</c:v>
                </c:pt>
                <c:pt idx="3449">
                  <c:v>37701</c:v>
                </c:pt>
                <c:pt idx="3450">
                  <c:v>37704</c:v>
                </c:pt>
                <c:pt idx="3451">
                  <c:v>37705</c:v>
                </c:pt>
                <c:pt idx="3452">
                  <c:v>37706</c:v>
                </c:pt>
                <c:pt idx="3453">
                  <c:v>37707</c:v>
                </c:pt>
                <c:pt idx="3454">
                  <c:v>37708</c:v>
                </c:pt>
                <c:pt idx="3455">
                  <c:v>37711</c:v>
                </c:pt>
                <c:pt idx="3456">
                  <c:v>37712</c:v>
                </c:pt>
                <c:pt idx="3457">
                  <c:v>37713</c:v>
                </c:pt>
                <c:pt idx="3458">
                  <c:v>37714</c:v>
                </c:pt>
                <c:pt idx="3459">
                  <c:v>37715</c:v>
                </c:pt>
                <c:pt idx="3460">
                  <c:v>37718</c:v>
                </c:pt>
                <c:pt idx="3461">
                  <c:v>37719</c:v>
                </c:pt>
                <c:pt idx="3462">
                  <c:v>37720</c:v>
                </c:pt>
                <c:pt idx="3463">
                  <c:v>37721</c:v>
                </c:pt>
                <c:pt idx="3464">
                  <c:v>37722</c:v>
                </c:pt>
                <c:pt idx="3465">
                  <c:v>37725</c:v>
                </c:pt>
                <c:pt idx="3466">
                  <c:v>37726</c:v>
                </c:pt>
                <c:pt idx="3467">
                  <c:v>37727</c:v>
                </c:pt>
                <c:pt idx="3468">
                  <c:v>37728</c:v>
                </c:pt>
                <c:pt idx="3469">
                  <c:v>37729</c:v>
                </c:pt>
                <c:pt idx="3470">
                  <c:v>37732</c:v>
                </c:pt>
                <c:pt idx="3471">
                  <c:v>37733</c:v>
                </c:pt>
                <c:pt idx="3472">
                  <c:v>37734</c:v>
                </c:pt>
                <c:pt idx="3473">
                  <c:v>37735</c:v>
                </c:pt>
                <c:pt idx="3474">
                  <c:v>37736</c:v>
                </c:pt>
                <c:pt idx="3475">
                  <c:v>37739</c:v>
                </c:pt>
                <c:pt idx="3476">
                  <c:v>37740</c:v>
                </c:pt>
                <c:pt idx="3477">
                  <c:v>37741</c:v>
                </c:pt>
                <c:pt idx="3478">
                  <c:v>37742</c:v>
                </c:pt>
                <c:pt idx="3479">
                  <c:v>37743</c:v>
                </c:pt>
                <c:pt idx="3480">
                  <c:v>37746</c:v>
                </c:pt>
                <c:pt idx="3481">
                  <c:v>37747</c:v>
                </c:pt>
                <c:pt idx="3482">
                  <c:v>37748</c:v>
                </c:pt>
                <c:pt idx="3483">
                  <c:v>37749</c:v>
                </c:pt>
                <c:pt idx="3484">
                  <c:v>37750</c:v>
                </c:pt>
                <c:pt idx="3485">
                  <c:v>37753</c:v>
                </c:pt>
                <c:pt idx="3486">
                  <c:v>37754</c:v>
                </c:pt>
                <c:pt idx="3487">
                  <c:v>37755</c:v>
                </c:pt>
                <c:pt idx="3488">
                  <c:v>37756</c:v>
                </c:pt>
                <c:pt idx="3489">
                  <c:v>37757</c:v>
                </c:pt>
                <c:pt idx="3490">
                  <c:v>37760</c:v>
                </c:pt>
                <c:pt idx="3491">
                  <c:v>37761</c:v>
                </c:pt>
                <c:pt idx="3492">
                  <c:v>37762</c:v>
                </c:pt>
                <c:pt idx="3493">
                  <c:v>37763</c:v>
                </c:pt>
                <c:pt idx="3494">
                  <c:v>37764</c:v>
                </c:pt>
                <c:pt idx="3495">
                  <c:v>37767</c:v>
                </c:pt>
                <c:pt idx="3496">
                  <c:v>37768</c:v>
                </c:pt>
                <c:pt idx="3497">
                  <c:v>37769</c:v>
                </c:pt>
                <c:pt idx="3498">
                  <c:v>37770</c:v>
                </c:pt>
                <c:pt idx="3499">
                  <c:v>37771</c:v>
                </c:pt>
                <c:pt idx="3500">
                  <c:v>37774</c:v>
                </c:pt>
                <c:pt idx="3501">
                  <c:v>37775</c:v>
                </c:pt>
                <c:pt idx="3502">
                  <c:v>37776</c:v>
                </c:pt>
                <c:pt idx="3503">
                  <c:v>37777</c:v>
                </c:pt>
                <c:pt idx="3504">
                  <c:v>37778</c:v>
                </c:pt>
                <c:pt idx="3505">
                  <c:v>37781</c:v>
                </c:pt>
                <c:pt idx="3506">
                  <c:v>37782</c:v>
                </c:pt>
                <c:pt idx="3507">
                  <c:v>37783</c:v>
                </c:pt>
                <c:pt idx="3508">
                  <c:v>37784</c:v>
                </c:pt>
                <c:pt idx="3509">
                  <c:v>37785</c:v>
                </c:pt>
                <c:pt idx="3510">
                  <c:v>37788</c:v>
                </c:pt>
                <c:pt idx="3511">
                  <c:v>37789</c:v>
                </c:pt>
                <c:pt idx="3512">
                  <c:v>37790</c:v>
                </c:pt>
                <c:pt idx="3513">
                  <c:v>37791</c:v>
                </c:pt>
                <c:pt idx="3514">
                  <c:v>37792</c:v>
                </c:pt>
                <c:pt idx="3515">
                  <c:v>37795</c:v>
                </c:pt>
                <c:pt idx="3516">
                  <c:v>37796</c:v>
                </c:pt>
                <c:pt idx="3517">
                  <c:v>37797</c:v>
                </c:pt>
                <c:pt idx="3518">
                  <c:v>37798</c:v>
                </c:pt>
                <c:pt idx="3519">
                  <c:v>37799</c:v>
                </c:pt>
                <c:pt idx="3520">
                  <c:v>37802</c:v>
                </c:pt>
                <c:pt idx="3521">
                  <c:v>37803</c:v>
                </c:pt>
                <c:pt idx="3522">
                  <c:v>37804</c:v>
                </c:pt>
                <c:pt idx="3523">
                  <c:v>37805</c:v>
                </c:pt>
                <c:pt idx="3524">
                  <c:v>37806</c:v>
                </c:pt>
                <c:pt idx="3525">
                  <c:v>37809</c:v>
                </c:pt>
                <c:pt idx="3526">
                  <c:v>37810</c:v>
                </c:pt>
                <c:pt idx="3527">
                  <c:v>37811</c:v>
                </c:pt>
                <c:pt idx="3528">
                  <c:v>37812</c:v>
                </c:pt>
                <c:pt idx="3529">
                  <c:v>37813</c:v>
                </c:pt>
                <c:pt idx="3530">
                  <c:v>37816</c:v>
                </c:pt>
                <c:pt idx="3531">
                  <c:v>37817</c:v>
                </c:pt>
                <c:pt idx="3532">
                  <c:v>37818</c:v>
                </c:pt>
                <c:pt idx="3533">
                  <c:v>37819</c:v>
                </c:pt>
                <c:pt idx="3534">
                  <c:v>37820</c:v>
                </c:pt>
                <c:pt idx="3535">
                  <c:v>37823</c:v>
                </c:pt>
                <c:pt idx="3536">
                  <c:v>37824</c:v>
                </c:pt>
                <c:pt idx="3537">
                  <c:v>37825</c:v>
                </c:pt>
                <c:pt idx="3538">
                  <c:v>37826</c:v>
                </c:pt>
                <c:pt idx="3539">
                  <c:v>37827</c:v>
                </c:pt>
                <c:pt idx="3540">
                  <c:v>37830</c:v>
                </c:pt>
                <c:pt idx="3541">
                  <c:v>37831</c:v>
                </c:pt>
                <c:pt idx="3542">
                  <c:v>37832</c:v>
                </c:pt>
                <c:pt idx="3543">
                  <c:v>37833</c:v>
                </c:pt>
                <c:pt idx="3544">
                  <c:v>37834</c:v>
                </c:pt>
                <c:pt idx="3545">
                  <c:v>37837</c:v>
                </c:pt>
                <c:pt idx="3546">
                  <c:v>37838</c:v>
                </c:pt>
                <c:pt idx="3547">
                  <c:v>37839</c:v>
                </c:pt>
                <c:pt idx="3548">
                  <c:v>37840</c:v>
                </c:pt>
                <c:pt idx="3549">
                  <c:v>37841</c:v>
                </c:pt>
                <c:pt idx="3550">
                  <c:v>37844</c:v>
                </c:pt>
                <c:pt idx="3551">
                  <c:v>37845</c:v>
                </c:pt>
                <c:pt idx="3552">
                  <c:v>37846</c:v>
                </c:pt>
                <c:pt idx="3553">
                  <c:v>37847</c:v>
                </c:pt>
                <c:pt idx="3554">
                  <c:v>37848</c:v>
                </c:pt>
                <c:pt idx="3555">
                  <c:v>37851</c:v>
                </c:pt>
                <c:pt idx="3556">
                  <c:v>37852</c:v>
                </c:pt>
                <c:pt idx="3557">
                  <c:v>37853</c:v>
                </c:pt>
                <c:pt idx="3558">
                  <c:v>37854</c:v>
                </c:pt>
                <c:pt idx="3559">
                  <c:v>37855</c:v>
                </c:pt>
                <c:pt idx="3560">
                  <c:v>37858</c:v>
                </c:pt>
                <c:pt idx="3561">
                  <c:v>37859</c:v>
                </c:pt>
                <c:pt idx="3562">
                  <c:v>37860</c:v>
                </c:pt>
                <c:pt idx="3563">
                  <c:v>37861</c:v>
                </c:pt>
                <c:pt idx="3564">
                  <c:v>37862</c:v>
                </c:pt>
                <c:pt idx="3565">
                  <c:v>37865</c:v>
                </c:pt>
                <c:pt idx="3566">
                  <c:v>37866</c:v>
                </c:pt>
                <c:pt idx="3567">
                  <c:v>37867</c:v>
                </c:pt>
                <c:pt idx="3568">
                  <c:v>37868</c:v>
                </c:pt>
                <c:pt idx="3569">
                  <c:v>37869</c:v>
                </c:pt>
                <c:pt idx="3570">
                  <c:v>37872</c:v>
                </c:pt>
                <c:pt idx="3571">
                  <c:v>37873</c:v>
                </c:pt>
                <c:pt idx="3572">
                  <c:v>37874</c:v>
                </c:pt>
                <c:pt idx="3573">
                  <c:v>37875</c:v>
                </c:pt>
                <c:pt idx="3574">
                  <c:v>37876</c:v>
                </c:pt>
                <c:pt idx="3575">
                  <c:v>37879</c:v>
                </c:pt>
                <c:pt idx="3576">
                  <c:v>37880</c:v>
                </c:pt>
                <c:pt idx="3577">
                  <c:v>37881</c:v>
                </c:pt>
                <c:pt idx="3578">
                  <c:v>37882</c:v>
                </c:pt>
                <c:pt idx="3579">
                  <c:v>37883</c:v>
                </c:pt>
                <c:pt idx="3580">
                  <c:v>37886</c:v>
                </c:pt>
                <c:pt idx="3581">
                  <c:v>37887</c:v>
                </c:pt>
                <c:pt idx="3582">
                  <c:v>37888</c:v>
                </c:pt>
                <c:pt idx="3583">
                  <c:v>37889</c:v>
                </c:pt>
                <c:pt idx="3584">
                  <c:v>37890</c:v>
                </c:pt>
                <c:pt idx="3585">
                  <c:v>37893</c:v>
                </c:pt>
                <c:pt idx="3586">
                  <c:v>37894</c:v>
                </c:pt>
                <c:pt idx="3587">
                  <c:v>37895</c:v>
                </c:pt>
                <c:pt idx="3588">
                  <c:v>37896</c:v>
                </c:pt>
                <c:pt idx="3589">
                  <c:v>37897</c:v>
                </c:pt>
                <c:pt idx="3590">
                  <c:v>37900</c:v>
                </c:pt>
                <c:pt idx="3591">
                  <c:v>37901</c:v>
                </c:pt>
                <c:pt idx="3592">
                  <c:v>37902</c:v>
                </c:pt>
                <c:pt idx="3593">
                  <c:v>37903</c:v>
                </c:pt>
                <c:pt idx="3594">
                  <c:v>37904</c:v>
                </c:pt>
                <c:pt idx="3595">
                  <c:v>37907</c:v>
                </c:pt>
                <c:pt idx="3596">
                  <c:v>37908</c:v>
                </c:pt>
                <c:pt idx="3597">
                  <c:v>37909</c:v>
                </c:pt>
                <c:pt idx="3598">
                  <c:v>37910</c:v>
                </c:pt>
                <c:pt idx="3599">
                  <c:v>37911</c:v>
                </c:pt>
                <c:pt idx="3600">
                  <c:v>37914</c:v>
                </c:pt>
                <c:pt idx="3601">
                  <c:v>37915</c:v>
                </c:pt>
                <c:pt idx="3602">
                  <c:v>37916</c:v>
                </c:pt>
                <c:pt idx="3603">
                  <c:v>37917</c:v>
                </c:pt>
                <c:pt idx="3604">
                  <c:v>37918</c:v>
                </c:pt>
                <c:pt idx="3605">
                  <c:v>37921</c:v>
                </c:pt>
                <c:pt idx="3606">
                  <c:v>37922</c:v>
                </c:pt>
                <c:pt idx="3607">
                  <c:v>37923</c:v>
                </c:pt>
                <c:pt idx="3608">
                  <c:v>37924</c:v>
                </c:pt>
                <c:pt idx="3609">
                  <c:v>37925</c:v>
                </c:pt>
                <c:pt idx="3610">
                  <c:v>37928</c:v>
                </c:pt>
                <c:pt idx="3611">
                  <c:v>37929</c:v>
                </c:pt>
                <c:pt idx="3612">
                  <c:v>37930</c:v>
                </c:pt>
                <c:pt idx="3613">
                  <c:v>37931</c:v>
                </c:pt>
                <c:pt idx="3614">
                  <c:v>37932</c:v>
                </c:pt>
                <c:pt idx="3615">
                  <c:v>37935</c:v>
                </c:pt>
                <c:pt idx="3616">
                  <c:v>37936</c:v>
                </c:pt>
                <c:pt idx="3617">
                  <c:v>37937</c:v>
                </c:pt>
                <c:pt idx="3618">
                  <c:v>37938</c:v>
                </c:pt>
                <c:pt idx="3619">
                  <c:v>37939</c:v>
                </c:pt>
                <c:pt idx="3620">
                  <c:v>37942</c:v>
                </c:pt>
                <c:pt idx="3621">
                  <c:v>37943</c:v>
                </c:pt>
                <c:pt idx="3622">
                  <c:v>37944</c:v>
                </c:pt>
                <c:pt idx="3623">
                  <c:v>37945</c:v>
                </c:pt>
                <c:pt idx="3624">
                  <c:v>37946</c:v>
                </c:pt>
                <c:pt idx="3625">
                  <c:v>37949</c:v>
                </c:pt>
                <c:pt idx="3626">
                  <c:v>37950</c:v>
                </c:pt>
                <c:pt idx="3627">
                  <c:v>37951</c:v>
                </c:pt>
                <c:pt idx="3628">
                  <c:v>37952</c:v>
                </c:pt>
                <c:pt idx="3629">
                  <c:v>37953</c:v>
                </c:pt>
                <c:pt idx="3630">
                  <c:v>37956</c:v>
                </c:pt>
                <c:pt idx="3631">
                  <c:v>37957</c:v>
                </c:pt>
                <c:pt idx="3632">
                  <c:v>37958</c:v>
                </c:pt>
                <c:pt idx="3633">
                  <c:v>37959</c:v>
                </c:pt>
                <c:pt idx="3634">
                  <c:v>37960</c:v>
                </c:pt>
                <c:pt idx="3635">
                  <c:v>37963</c:v>
                </c:pt>
                <c:pt idx="3636">
                  <c:v>37964</c:v>
                </c:pt>
                <c:pt idx="3637">
                  <c:v>37965</c:v>
                </c:pt>
                <c:pt idx="3638">
                  <c:v>37966</c:v>
                </c:pt>
                <c:pt idx="3639">
                  <c:v>37967</c:v>
                </c:pt>
                <c:pt idx="3640">
                  <c:v>37970</c:v>
                </c:pt>
                <c:pt idx="3641">
                  <c:v>37971</c:v>
                </c:pt>
                <c:pt idx="3642">
                  <c:v>37972</c:v>
                </c:pt>
                <c:pt idx="3643">
                  <c:v>37973</c:v>
                </c:pt>
                <c:pt idx="3644">
                  <c:v>37974</c:v>
                </c:pt>
                <c:pt idx="3645">
                  <c:v>37977</c:v>
                </c:pt>
                <c:pt idx="3646">
                  <c:v>37978</c:v>
                </c:pt>
                <c:pt idx="3647">
                  <c:v>37979</c:v>
                </c:pt>
                <c:pt idx="3648">
                  <c:v>37980</c:v>
                </c:pt>
                <c:pt idx="3649">
                  <c:v>37981</c:v>
                </c:pt>
                <c:pt idx="3650">
                  <c:v>37984</c:v>
                </c:pt>
                <c:pt idx="3651">
                  <c:v>37985</c:v>
                </c:pt>
                <c:pt idx="3652">
                  <c:v>37986</c:v>
                </c:pt>
                <c:pt idx="3653">
                  <c:v>37987</c:v>
                </c:pt>
                <c:pt idx="3654">
                  <c:v>37988</c:v>
                </c:pt>
                <c:pt idx="3655">
                  <c:v>37991</c:v>
                </c:pt>
                <c:pt idx="3656">
                  <c:v>37992</c:v>
                </c:pt>
                <c:pt idx="3657">
                  <c:v>37993</c:v>
                </c:pt>
                <c:pt idx="3658">
                  <c:v>37994</c:v>
                </c:pt>
                <c:pt idx="3659">
                  <c:v>37995</c:v>
                </c:pt>
                <c:pt idx="3660">
                  <c:v>37998</c:v>
                </c:pt>
                <c:pt idx="3661">
                  <c:v>37999</c:v>
                </c:pt>
                <c:pt idx="3662">
                  <c:v>38000</c:v>
                </c:pt>
                <c:pt idx="3663">
                  <c:v>38001</c:v>
                </c:pt>
                <c:pt idx="3664">
                  <c:v>38002</c:v>
                </c:pt>
                <c:pt idx="3665">
                  <c:v>38005</c:v>
                </c:pt>
                <c:pt idx="3666">
                  <c:v>38006</c:v>
                </c:pt>
                <c:pt idx="3667">
                  <c:v>38007</c:v>
                </c:pt>
                <c:pt idx="3668">
                  <c:v>38008</c:v>
                </c:pt>
                <c:pt idx="3669">
                  <c:v>38009</c:v>
                </c:pt>
                <c:pt idx="3670">
                  <c:v>38012</c:v>
                </c:pt>
                <c:pt idx="3671">
                  <c:v>38013</c:v>
                </c:pt>
                <c:pt idx="3672">
                  <c:v>38014</c:v>
                </c:pt>
                <c:pt idx="3673">
                  <c:v>38015</c:v>
                </c:pt>
                <c:pt idx="3674">
                  <c:v>38016</c:v>
                </c:pt>
                <c:pt idx="3675">
                  <c:v>38019</c:v>
                </c:pt>
                <c:pt idx="3676">
                  <c:v>38020</c:v>
                </c:pt>
                <c:pt idx="3677">
                  <c:v>38021</c:v>
                </c:pt>
                <c:pt idx="3678">
                  <c:v>38022</c:v>
                </c:pt>
                <c:pt idx="3679">
                  <c:v>38023</c:v>
                </c:pt>
                <c:pt idx="3680">
                  <c:v>38026</c:v>
                </c:pt>
                <c:pt idx="3681">
                  <c:v>38027</c:v>
                </c:pt>
                <c:pt idx="3682">
                  <c:v>38028</c:v>
                </c:pt>
                <c:pt idx="3683">
                  <c:v>38029</c:v>
                </c:pt>
                <c:pt idx="3684">
                  <c:v>38030</c:v>
                </c:pt>
                <c:pt idx="3685">
                  <c:v>38033</c:v>
                </c:pt>
                <c:pt idx="3686">
                  <c:v>38034</c:v>
                </c:pt>
                <c:pt idx="3687">
                  <c:v>38035</c:v>
                </c:pt>
                <c:pt idx="3688">
                  <c:v>38036</c:v>
                </c:pt>
                <c:pt idx="3689">
                  <c:v>38037</c:v>
                </c:pt>
                <c:pt idx="3690">
                  <c:v>38040</c:v>
                </c:pt>
                <c:pt idx="3691">
                  <c:v>38041</c:v>
                </c:pt>
                <c:pt idx="3692">
                  <c:v>38042</c:v>
                </c:pt>
                <c:pt idx="3693">
                  <c:v>38043</c:v>
                </c:pt>
                <c:pt idx="3694">
                  <c:v>38044</c:v>
                </c:pt>
                <c:pt idx="3695">
                  <c:v>38047</c:v>
                </c:pt>
                <c:pt idx="3696">
                  <c:v>38048</c:v>
                </c:pt>
                <c:pt idx="3697">
                  <c:v>38049</c:v>
                </c:pt>
                <c:pt idx="3698">
                  <c:v>38050</c:v>
                </c:pt>
                <c:pt idx="3699">
                  <c:v>38051</c:v>
                </c:pt>
                <c:pt idx="3700">
                  <c:v>38054</c:v>
                </c:pt>
                <c:pt idx="3701">
                  <c:v>38055</c:v>
                </c:pt>
                <c:pt idx="3702">
                  <c:v>38056</c:v>
                </c:pt>
                <c:pt idx="3703">
                  <c:v>38057</c:v>
                </c:pt>
                <c:pt idx="3704">
                  <c:v>38058</c:v>
                </c:pt>
                <c:pt idx="3705">
                  <c:v>38061</c:v>
                </c:pt>
                <c:pt idx="3706">
                  <c:v>38062</c:v>
                </c:pt>
                <c:pt idx="3707">
                  <c:v>38063</c:v>
                </c:pt>
                <c:pt idx="3708">
                  <c:v>38064</c:v>
                </c:pt>
                <c:pt idx="3709">
                  <c:v>38065</c:v>
                </c:pt>
                <c:pt idx="3710">
                  <c:v>38068</c:v>
                </c:pt>
                <c:pt idx="3711">
                  <c:v>38069</c:v>
                </c:pt>
                <c:pt idx="3712">
                  <c:v>38070</c:v>
                </c:pt>
                <c:pt idx="3713">
                  <c:v>38071</c:v>
                </c:pt>
                <c:pt idx="3714">
                  <c:v>38072</c:v>
                </c:pt>
                <c:pt idx="3715">
                  <c:v>38075</c:v>
                </c:pt>
                <c:pt idx="3716">
                  <c:v>38076</c:v>
                </c:pt>
                <c:pt idx="3717">
                  <c:v>38077</c:v>
                </c:pt>
                <c:pt idx="3718">
                  <c:v>38078</c:v>
                </c:pt>
                <c:pt idx="3719">
                  <c:v>38079</c:v>
                </c:pt>
                <c:pt idx="3720">
                  <c:v>38082</c:v>
                </c:pt>
                <c:pt idx="3721">
                  <c:v>38083</c:v>
                </c:pt>
                <c:pt idx="3722">
                  <c:v>38084</c:v>
                </c:pt>
                <c:pt idx="3723">
                  <c:v>38085</c:v>
                </c:pt>
                <c:pt idx="3724">
                  <c:v>38086</c:v>
                </c:pt>
                <c:pt idx="3725">
                  <c:v>38089</c:v>
                </c:pt>
                <c:pt idx="3726">
                  <c:v>38090</c:v>
                </c:pt>
                <c:pt idx="3727">
                  <c:v>38091</c:v>
                </c:pt>
                <c:pt idx="3728">
                  <c:v>38092</c:v>
                </c:pt>
                <c:pt idx="3729">
                  <c:v>38093</c:v>
                </c:pt>
                <c:pt idx="3730">
                  <c:v>38096</c:v>
                </c:pt>
                <c:pt idx="3731">
                  <c:v>38097</c:v>
                </c:pt>
                <c:pt idx="3732">
                  <c:v>38098</c:v>
                </c:pt>
                <c:pt idx="3733">
                  <c:v>38099</c:v>
                </c:pt>
                <c:pt idx="3734">
                  <c:v>38100</c:v>
                </c:pt>
                <c:pt idx="3735">
                  <c:v>38103</c:v>
                </c:pt>
                <c:pt idx="3736">
                  <c:v>38104</c:v>
                </c:pt>
                <c:pt idx="3737">
                  <c:v>38105</c:v>
                </c:pt>
                <c:pt idx="3738">
                  <c:v>38106</c:v>
                </c:pt>
                <c:pt idx="3739">
                  <c:v>38107</c:v>
                </c:pt>
                <c:pt idx="3740">
                  <c:v>38110</c:v>
                </c:pt>
                <c:pt idx="3741">
                  <c:v>38111</c:v>
                </c:pt>
                <c:pt idx="3742">
                  <c:v>38112</c:v>
                </c:pt>
                <c:pt idx="3743">
                  <c:v>38113</c:v>
                </c:pt>
                <c:pt idx="3744">
                  <c:v>38114</c:v>
                </c:pt>
                <c:pt idx="3745">
                  <c:v>38117</c:v>
                </c:pt>
                <c:pt idx="3746">
                  <c:v>38118</c:v>
                </c:pt>
                <c:pt idx="3747">
                  <c:v>38119</c:v>
                </c:pt>
                <c:pt idx="3748">
                  <c:v>38120</c:v>
                </c:pt>
                <c:pt idx="3749">
                  <c:v>38121</c:v>
                </c:pt>
                <c:pt idx="3750">
                  <c:v>38124</c:v>
                </c:pt>
                <c:pt idx="3751">
                  <c:v>38125</c:v>
                </c:pt>
                <c:pt idx="3752">
                  <c:v>38126</c:v>
                </c:pt>
                <c:pt idx="3753">
                  <c:v>38127</c:v>
                </c:pt>
                <c:pt idx="3754">
                  <c:v>38128</c:v>
                </c:pt>
                <c:pt idx="3755">
                  <c:v>38131</c:v>
                </c:pt>
                <c:pt idx="3756">
                  <c:v>38132</c:v>
                </c:pt>
                <c:pt idx="3757">
                  <c:v>38133</c:v>
                </c:pt>
                <c:pt idx="3758">
                  <c:v>38134</c:v>
                </c:pt>
                <c:pt idx="3759">
                  <c:v>38135</c:v>
                </c:pt>
                <c:pt idx="3760">
                  <c:v>38138</c:v>
                </c:pt>
                <c:pt idx="3761">
                  <c:v>38139</c:v>
                </c:pt>
                <c:pt idx="3762">
                  <c:v>38140</c:v>
                </c:pt>
                <c:pt idx="3763">
                  <c:v>38141</c:v>
                </c:pt>
                <c:pt idx="3764">
                  <c:v>38142</c:v>
                </c:pt>
                <c:pt idx="3765">
                  <c:v>38145</c:v>
                </c:pt>
                <c:pt idx="3766">
                  <c:v>38146</c:v>
                </c:pt>
                <c:pt idx="3767">
                  <c:v>38147</c:v>
                </c:pt>
                <c:pt idx="3768">
                  <c:v>38148</c:v>
                </c:pt>
                <c:pt idx="3769">
                  <c:v>38149</c:v>
                </c:pt>
                <c:pt idx="3770">
                  <c:v>38152</c:v>
                </c:pt>
                <c:pt idx="3771">
                  <c:v>38153</c:v>
                </c:pt>
                <c:pt idx="3772">
                  <c:v>38154</c:v>
                </c:pt>
                <c:pt idx="3773">
                  <c:v>38155</c:v>
                </c:pt>
                <c:pt idx="3774">
                  <c:v>38156</c:v>
                </c:pt>
                <c:pt idx="3775">
                  <c:v>38159</c:v>
                </c:pt>
                <c:pt idx="3776">
                  <c:v>38160</c:v>
                </c:pt>
                <c:pt idx="3777">
                  <c:v>38161</c:v>
                </c:pt>
                <c:pt idx="3778">
                  <c:v>38162</c:v>
                </c:pt>
                <c:pt idx="3779">
                  <c:v>38163</c:v>
                </c:pt>
                <c:pt idx="3780">
                  <c:v>38166</c:v>
                </c:pt>
                <c:pt idx="3781">
                  <c:v>38167</c:v>
                </c:pt>
                <c:pt idx="3782">
                  <c:v>38168</c:v>
                </c:pt>
                <c:pt idx="3783">
                  <c:v>38169</c:v>
                </c:pt>
                <c:pt idx="3784">
                  <c:v>38170</c:v>
                </c:pt>
                <c:pt idx="3785">
                  <c:v>38173</c:v>
                </c:pt>
                <c:pt idx="3786">
                  <c:v>38174</c:v>
                </c:pt>
                <c:pt idx="3787">
                  <c:v>38175</c:v>
                </c:pt>
                <c:pt idx="3788">
                  <c:v>38176</c:v>
                </c:pt>
                <c:pt idx="3789">
                  <c:v>38177</c:v>
                </c:pt>
                <c:pt idx="3790">
                  <c:v>38180</c:v>
                </c:pt>
                <c:pt idx="3791">
                  <c:v>38181</c:v>
                </c:pt>
                <c:pt idx="3792">
                  <c:v>38182</c:v>
                </c:pt>
                <c:pt idx="3793">
                  <c:v>38183</c:v>
                </c:pt>
                <c:pt idx="3794">
                  <c:v>38184</c:v>
                </c:pt>
                <c:pt idx="3795">
                  <c:v>38187</c:v>
                </c:pt>
                <c:pt idx="3796">
                  <c:v>38188</c:v>
                </c:pt>
                <c:pt idx="3797">
                  <c:v>38189</c:v>
                </c:pt>
                <c:pt idx="3798">
                  <c:v>38190</c:v>
                </c:pt>
                <c:pt idx="3799">
                  <c:v>38191</c:v>
                </c:pt>
                <c:pt idx="3800">
                  <c:v>38194</c:v>
                </c:pt>
                <c:pt idx="3801">
                  <c:v>38195</c:v>
                </c:pt>
                <c:pt idx="3802">
                  <c:v>38196</c:v>
                </c:pt>
                <c:pt idx="3803">
                  <c:v>38197</c:v>
                </c:pt>
                <c:pt idx="3804">
                  <c:v>38198</c:v>
                </c:pt>
                <c:pt idx="3805">
                  <c:v>38201</c:v>
                </c:pt>
                <c:pt idx="3806">
                  <c:v>38202</c:v>
                </c:pt>
                <c:pt idx="3807">
                  <c:v>38203</c:v>
                </c:pt>
                <c:pt idx="3808">
                  <c:v>38204</c:v>
                </c:pt>
                <c:pt idx="3809">
                  <c:v>38205</c:v>
                </c:pt>
                <c:pt idx="3810">
                  <c:v>38208</c:v>
                </c:pt>
                <c:pt idx="3811">
                  <c:v>38209</c:v>
                </c:pt>
                <c:pt idx="3812">
                  <c:v>38210</c:v>
                </c:pt>
                <c:pt idx="3813">
                  <c:v>38211</c:v>
                </c:pt>
                <c:pt idx="3814">
                  <c:v>38212</c:v>
                </c:pt>
                <c:pt idx="3815">
                  <c:v>38215</c:v>
                </c:pt>
                <c:pt idx="3816">
                  <c:v>38216</c:v>
                </c:pt>
                <c:pt idx="3817">
                  <c:v>38217</c:v>
                </c:pt>
                <c:pt idx="3818">
                  <c:v>38218</c:v>
                </c:pt>
                <c:pt idx="3819">
                  <c:v>38219</c:v>
                </c:pt>
                <c:pt idx="3820">
                  <c:v>38222</c:v>
                </c:pt>
                <c:pt idx="3821">
                  <c:v>38223</c:v>
                </c:pt>
                <c:pt idx="3822">
                  <c:v>38224</c:v>
                </c:pt>
                <c:pt idx="3823">
                  <c:v>38225</c:v>
                </c:pt>
                <c:pt idx="3824">
                  <c:v>38226</c:v>
                </c:pt>
                <c:pt idx="3825">
                  <c:v>38229</c:v>
                </c:pt>
                <c:pt idx="3826">
                  <c:v>38230</c:v>
                </c:pt>
                <c:pt idx="3827">
                  <c:v>38231</c:v>
                </c:pt>
                <c:pt idx="3828">
                  <c:v>38232</c:v>
                </c:pt>
                <c:pt idx="3829">
                  <c:v>38233</c:v>
                </c:pt>
                <c:pt idx="3830">
                  <c:v>38236</c:v>
                </c:pt>
                <c:pt idx="3831">
                  <c:v>38237</c:v>
                </c:pt>
                <c:pt idx="3832">
                  <c:v>38238</c:v>
                </c:pt>
                <c:pt idx="3833">
                  <c:v>38239</c:v>
                </c:pt>
                <c:pt idx="3834">
                  <c:v>38240</c:v>
                </c:pt>
                <c:pt idx="3835">
                  <c:v>38243</c:v>
                </c:pt>
                <c:pt idx="3836">
                  <c:v>38244</c:v>
                </c:pt>
                <c:pt idx="3837">
                  <c:v>38245</c:v>
                </c:pt>
                <c:pt idx="3838">
                  <c:v>38246</c:v>
                </c:pt>
                <c:pt idx="3839">
                  <c:v>38247</c:v>
                </c:pt>
                <c:pt idx="3840">
                  <c:v>38250</c:v>
                </c:pt>
                <c:pt idx="3841">
                  <c:v>38251</c:v>
                </c:pt>
                <c:pt idx="3842">
                  <c:v>38252</c:v>
                </c:pt>
                <c:pt idx="3843">
                  <c:v>38253</c:v>
                </c:pt>
                <c:pt idx="3844">
                  <c:v>38254</c:v>
                </c:pt>
                <c:pt idx="3845">
                  <c:v>38257</c:v>
                </c:pt>
                <c:pt idx="3846">
                  <c:v>38258</c:v>
                </c:pt>
                <c:pt idx="3847">
                  <c:v>38259</c:v>
                </c:pt>
                <c:pt idx="3848">
                  <c:v>38260</c:v>
                </c:pt>
                <c:pt idx="3849">
                  <c:v>38261</c:v>
                </c:pt>
                <c:pt idx="3850">
                  <c:v>38264</c:v>
                </c:pt>
                <c:pt idx="3851">
                  <c:v>38265</c:v>
                </c:pt>
                <c:pt idx="3852">
                  <c:v>38266</c:v>
                </c:pt>
                <c:pt idx="3853">
                  <c:v>38267</c:v>
                </c:pt>
                <c:pt idx="3854">
                  <c:v>38268</c:v>
                </c:pt>
                <c:pt idx="3855">
                  <c:v>38271</c:v>
                </c:pt>
                <c:pt idx="3856">
                  <c:v>38272</c:v>
                </c:pt>
                <c:pt idx="3857">
                  <c:v>38273</c:v>
                </c:pt>
                <c:pt idx="3858">
                  <c:v>38274</c:v>
                </c:pt>
                <c:pt idx="3859">
                  <c:v>38275</c:v>
                </c:pt>
                <c:pt idx="3860">
                  <c:v>38278</c:v>
                </c:pt>
                <c:pt idx="3861">
                  <c:v>38279</c:v>
                </c:pt>
                <c:pt idx="3862">
                  <c:v>38280</c:v>
                </c:pt>
                <c:pt idx="3863">
                  <c:v>38281</c:v>
                </c:pt>
                <c:pt idx="3864">
                  <c:v>38282</c:v>
                </c:pt>
                <c:pt idx="3865">
                  <c:v>38285</c:v>
                </c:pt>
                <c:pt idx="3866">
                  <c:v>38286</c:v>
                </c:pt>
                <c:pt idx="3867">
                  <c:v>38287</c:v>
                </c:pt>
                <c:pt idx="3868">
                  <c:v>38288</c:v>
                </c:pt>
                <c:pt idx="3869">
                  <c:v>38289</c:v>
                </c:pt>
                <c:pt idx="3870">
                  <c:v>38292</c:v>
                </c:pt>
                <c:pt idx="3871">
                  <c:v>38293</c:v>
                </c:pt>
                <c:pt idx="3872">
                  <c:v>38294</c:v>
                </c:pt>
                <c:pt idx="3873">
                  <c:v>38295</c:v>
                </c:pt>
                <c:pt idx="3874">
                  <c:v>38296</c:v>
                </c:pt>
                <c:pt idx="3875">
                  <c:v>38299</c:v>
                </c:pt>
                <c:pt idx="3876">
                  <c:v>38300</c:v>
                </c:pt>
                <c:pt idx="3877">
                  <c:v>38301</c:v>
                </c:pt>
                <c:pt idx="3878">
                  <c:v>38302</c:v>
                </c:pt>
                <c:pt idx="3879">
                  <c:v>38303</c:v>
                </c:pt>
                <c:pt idx="3880">
                  <c:v>38306</c:v>
                </c:pt>
                <c:pt idx="3881">
                  <c:v>38307</c:v>
                </c:pt>
                <c:pt idx="3882">
                  <c:v>38308</c:v>
                </c:pt>
                <c:pt idx="3883">
                  <c:v>38309</c:v>
                </c:pt>
                <c:pt idx="3884">
                  <c:v>38310</c:v>
                </c:pt>
                <c:pt idx="3885">
                  <c:v>38313</c:v>
                </c:pt>
                <c:pt idx="3886">
                  <c:v>38314</c:v>
                </c:pt>
                <c:pt idx="3887">
                  <c:v>38315</c:v>
                </c:pt>
                <c:pt idx="3888">
                  <c:v>38316</c:v>
                </c:pt>
                <c:pt idx="3889">
                  <c:v>38317</c:v>
                </c:pt>
                <c:pt idx="3890">
                  <c:v>38320</c:v>
                </c:pt>
                <c:pt idx="3891">
                  <c:v>38321</c:v>
                </c:pt>
                <c:pt idx="3892">
                  <c:v>38322</c:v>
                </c:pt>
                <c:pt idx="3893">
                  <c:v>38323</c:v>
                </c:pt>
                <c:pt idx="3894">
                  <c:v>38324</c:v>
                </c:pt>
                <c:pt idx="3895">
                  <c:v>38327</c:v>
                </c:pt>
                <c:pt idx="3896">
                  <c:v>38328</c:v>
                </c:pt>
                <c:pt idx="3897">
                  <c:v>38329</c:v>
                </c:pt>
                <c:pt idx="3898">
                  <c:v>38330</c:v>
                </c:pt>
                <c:pt idx="3899">
                  <c:v>38331</c:v>
                </c:pt>
                <c:pt idx="3900">
                  <c:v>38334</c:v>
                </c:pt>
                <c:pt idx="3901">
                  <c:v>38335</c:v>
                </c:pt>
                <c:pt idx="3902">
                  <c:v>38336</c:v>
                </c:pt>
                <c:pt idx="3903">
                  <c:v>38337</c:v>
                </c:pt>
                <c:pt idx="3904">
                  <c:v>38338</c:v>
                </c:pt>
                <c:pt idx="3905">
                  <c:v>38341</c:v>
                </c:pt>
                <c:pt idx="3906">
                  <c:v>38342</c:v>
                </c:pt>
                <c:pt idx="3907">
                  <c:v>38343</c:v>
                </c:pt>
                <c:pt idx="3908">
                  <c:v>38344</c:v>
                </c:pt>
                <c:pt idx="3909">
                  <c:v>38345</c:v>
                </c:pt>
                <c:pt idx="3910">
                  <c:v>38348</c:v>
                </c:pt>
                <c:pt idx="3911">
                  <c:v>38349</c:v>
                </c:pt>
                <c:pt idx="3912">
                  <c:v>38350</c:v>
                </c:pt>
                <c:pt idx="3913">
                  <c:v>38351</c:v>
                </c:pt>
                <c:pt idx="3914">
                  <c:v>38352</c:v>
                </c:pt>
                <c:pt idx="3915">
                  <c:v>38355</c:v>
                </c:pt>
                <c:pt idx="3916">
                  <c:v>38356</c:v>
                </c:pt>
                <c:pt idx="3917">
                  <c:v>38357</c:v>
                </c:pt>
                <c:pt idx="3918">
                  <c:v>38358</c:v>
                </c:pt>
                <c:pt idx="3919">
                  <c:v>38359</c:v>
                </c:pt>
                <c:pt idx="3920">
                  <c:v>38362</c:v>
                </c:pt>
                <c:pt idx="3921">
                  <c:v>38363</c:v>
                </c:pt>
                <c:pt idx="3922">
                  <c:v>38364</c:v>
                </c:pt>
                <c:pt idx="3923">
                  <c:v>38365</c:v>
                </c:pt>
                <c:pt idx="3924">
                  <c:v>38366</c:v>
                </c:pt>
                <c:pt idx="3925">
                  <c:v>38369</c:v>
                </c:pt>
                <c:pt idx="3926">
                  <c:v>38370</c:v>
                </c:pt>
                <c:pt idx="3927">
                  <c:v>38371</c:v>
                </c:pt>
                <c:pt idx="3928">
                  <c:v>38372</c:v>
                </c:pt>
                <c:pt idx="3929">
                  <c:v>38373</c:v>
                </c:pt>
                <c:pt idx="3930">
                  <c:v>38376</c:v>
                </c:pt>
                <c:pt idx="3931">
                  <c:v>38377</c:v>
                </c:pt>
                <c:pt idx="3932">
                  <c:v>38378</c:v>
                </c:pt>
                <c:pt idx="3933">
                  <c:v>38379</c:v>
                </c:pt>
                <c:pt idx="3934">
                  <c:v>38380</c:v>
                </c:pt>
                <c:pt idx="3935">
                  <c:v>38383</c:v>
                </c:pt>
                <c:pt idx="3936">
                  <c:v>38384</c:v>
                </c:pt>
                <c:pt idx="3937">
                  <c:v>38385</c:v>
                </c:pt>
                <c:pt idx="3938">
                  <c:v>38386</c:v>
                </c:pt>
                <c:pt idx="3939">
                  <c:v>38387</c:v>
                </c:pt>
                <c:pt idx="3940">
                  <c:v>38390</c:v>
                </c:pt>
                <c:pt idx="3941">
                  <c:v>38391</c:v>
                </c:pt>
                <c:pt idx="3942">
                  <c:v>38392</c:v>
                </c:pt>
                <c:pt idx="3943">
                  <c:v>38393</c:v>
                </c:pt>
                <c:pt idx="3944">
                  <c:v>38394</c:v>
                </c:pt>
                <c:pt idx="3945">
                  <c:v>38397</c:v>
                </c:pt>
                <c:pt idx="3946">
                  <c:v>38398</c:v>
                </c:pt>
                <c:pt idx="3947">
                  <c:v>38399</c:v>
                </c:pt>
                <c:pt idx="3948">
                  <c:v>38400</c:v>
                </c:pt>
                <c:pt idx="3949">
                  <c:v>38401</c:v>
                </c:pt>
                <c:pt idx="3950">
                  <c:v>38404</c:v>
                </c:pt>
                <c:pt idx="3951">
                  <c:v>38405</c:v>
                </c:pt>
                <c:pt idx="3952">
                  <c:v>38406</c:v>
                </c:pt>
                <c:pt idx="3953">
                  <c:v>38407</c:v>
                </c:pt>
                <c:pt idx="3954">
                  <c:v>38408</c:v>
                </c:pt>
                <c:pt idx="3955">
                  <c:v>38411</c:v>
                </c:pt>
                <c:pt idx="3956">
                  <c:v>38412</c:v>
                </c:pt>
                <c:pt idx="3957">
                  <c:v>38413</c:v>
                </c:pt>
                <c:pt idx="3958">
                  <c:v>38414</c:v>
                </c:pt>
                <c:pt idx="3959">
                  <c:v>38415</c:v>
                </c:pt>
                <c:pt idx="3960">
                  <c:v>38418</c:v>
                </c:pt>
                <c:pt idx="3961">
                  <c:v>38419</c:v>
                </c:pt>
                <c:pt idx="3962">
                  <c:v>38420</c:v>
                </c:pt>
                <c:pt idx="3963">
                  <c:v>38421</c:v>
                </c:pt>
                <c:pt idx="3964">
                  <c:v>38422</c:v>
                </c:pt>
                <c:pt idx="3965">
                  <c:v>38425</c:v>
                </c:pt>
                <c:pt idx="3966">
                  <c:v>38426</c:v>
                </c:pt>
                <c:pt idx="3967">
                  <c:v>38427</c:v>
                </c:pt>
                <c:pt idx="3968">
                  <c:v>38428</c:v>
                </c:pt>
                <c:pt idx="3969">
                  <c:v>38429</c:v>
                </c:pt>
                <c:pt idx="3970">
                  <c:v>38432</c:v>
                </c:pt>
                <c:pt idx="3971">
                  <c:v>38433</c:v>
                </c:pt>
                <c:pt idx="3972">
                  <c:v>38434</c:v>
                </c:pt>
                <c:pt idx="3973">
                  <c:v>38435</c:v>
                </c:pt>
                <c:pt idx="3974">
                  <c:v>38436</c:v>
                </c:pt>
                <c:pt idx="3975">
                  <c:v>38439</c:v>
                </c:pt>
                <c:pt idx="3976">
                  <c:v>38440</c:v>
                </c:pt>
                <c:pt idx="3977">
                  <c:v>38441</c:v>
                </c:pt>
                <c:pt idx="3978">
                  <c:v>38442</c:v>
                </c:pt>
                <c:pt idx="3979">
                  <c:v>38443</c:v>
                </c:pt>
                <c:pt idx="3980">
                  <c:v>38446</c:v>
                </c:pt>
                <c:pt idx="3981">
                  <c:v>38447</c:v>
                </c:pt>
                <c:pt idx="3982">
                  <c:v>38448</c:v>
                </c:pt>
                <c:pt idx="3983">
                  <c:v>38449</c:v>
                </c:pt>
                <c:pt idx="3984">
                  <c:v>38450</c:v>
                </c:pt>
                <c:pt idx="3985">
                  <c:v>38453</c:v>
                </c:pt>
                <c:pt idx="3986">
                  <c:v>38454</c:v>
                </c:pt>
                <c:pt idx="3987">
                  <c:v>38455</c:v>
                </c:pt>
                <c:pt idx="3988">
                  <c:v>38456</c:v>
                </c:pt>
                <c:pt idx="3989">
                  <c:v>38457</c:v>
                </c:pt>
                <c:pt idx="3990">
                  <c:v>38460</c:v>
                </c:pt>
                <c:pt idx="3991">
                  <c:v>38461</c:v>
                </c:pt>
                <c:pt idx="3992">
                  <c:v>38462</c:v>
                </c:pt>
                <c:pt idx="3993">
                  <c:v>38463</c:v>
                </c:pt>
                <c:pt idx="3994">
                  <c:v>38464</c:v>
                </c:pt>
                <c:pt idx="3995">
                  <c:v>38467</c:v>
                </c:pt>
                <c:pt idx="3996">
                  <c:v>38468</c:v>
                </c:pt>
                <c:pt idx="3997">
                  <c:v>38469</c:v>
                </c:pt>
                <c:pt idx="3998">
                  <c:v>38470</c:v>
                </c:pt>
                <c:pt idx="3999">
                  <c:v>38471</c:v>
                </c:pt>
                <c:pt idx="4000">
                  <c:v>38474</c:v>
                </c:pt>
                <c:pt idx="4001">
                  <c:v>38475</c:v>
                </c:pt>
                <c:pt idx="4002">
                  <c:v>38476</c:v>
                </c:pt>
                <c:pt idx="4003">
                  <c:v>38477</c:v>
                </c:pt>
                <c:pt idx="4004">
                  <c:v>38478</c:v>
                </c:pt>
                <c:pt idx="4005">
                  <c:v>38481</c:v>
                </c:pt>
                <c:pt idx="4006">
                  <c:v>38482</c:v>
                </c:pt>
                <c:pt idx="4007">
                  <c:v>38483</c:v>
                </c:pt>
                <c:pt idx="4008">
                  <c:v>38484</c:v>
                </c:pt>
                <c:pt idx="4009">
                  <c:v>38485</c:v>
                </c:pt>
                <c:pt idx="4010">
                  <c:v>38488</c:v>
                </c:pt>
                <c:pt idx="4011">
                  <c:v>38489</c:v>
                </c:pt>
                <c:pt idx="4012">
                  <c:v>38490</c:v>
                </c:pt>
                <c:pt idx="4013">
                  <c:v>38491</c:v>
                </c:pt>
                <c:pt idx="4014">
                  <c:v>38492</c:v>
                </c:pt>
                <c:pt idx="4015">
                  <c:v>38495</c:v>
                </c:pt>
                <c:pt idx="4016">
                  <c:v>38496</c:v>
                </c:pt>
                <c:pt idx="4017">
                  <c:v>38497</c:v>
                </c:pt>
                <c:pt idx="4018">
                  <c:v>38498</c:v>
                </c:pt>
                <c:pt idx="4019">
                  <c:v>38499</c:v>
                </c:pt>
                <c:pt idx="4020">
                  <c:v>38502</c:v>
                </c:pt>
                <c:pt idx="4021">
                  <c:v>38503</c:v>
                </c:pt>
                <c:pt idx="4022">
                  <c:v>38504</c:v>
                </c:pt>
                <c:pt idx="4023">
                  <c:v>38505</c:v>
                </c:pt>
                <c:pt idx="4024">
                  <c:v>38506</c:v>
                </c:pt>
                <c:pt idx="4025">
                  <c:v>38509</c:v>
                </c:pt>
                <c:pt idx="4026">
                  <c:v>38510</c:v>
                </c:pt>
                <c:pt idx="4027">
                  <c:v>38511</c:v>
                </c:pt>
                <c:pt idx="4028">
                  <c:v>38512</c:v>
                </c:pt>
                <c:pt idx="4029">
                  <c:v>38513</c:v>
                </c:pt>
                <c:pt idx="4030">
                  <c:v>38516</c:v>
                </c:pt>
                <c:pt idx="4031">
                  <c:v>38517</c:v>
                </c:pt>
                <c:pt idx="4032">
                  <c:v>38518</c:v>
                </c:pt>
                <c:pt idx="4033">
                  <c:v>38519</c:v>
                </c:pt>
                <c:pt idx="4034">
                  <c:v>38520</c:v>
                </c:pt>
                <c:pt idx="4035">
                  <c:v>38523</c:v>
                </c:pt>
                <c:pt idx="4036">
                  <c:v>38524</c:v>
                </c:pt>
                <c:pt idx="4037">
                  <c:v>38525</c:v>
                </c:pt>
                <c:pt idx="4038">
                  <c:v>38526</c:v>
                </c:pt>
                <c:pt idx="4039">
                  <c:v>38527</c:v>
                </c:pt>
                <c:pt idx="4040">
                  <c:v>38530</c:v>
                </c:pt>
                <c:pt idx="4041">
                  <c:v>38531</c:v>
                </c:pt>
                <c:pt idx="4042">
                  <c:v>38532</c:v>
                </c:pt>
                <c:pt idx="4043">
                  <c:v>38533</c:v>
                </c:pt>
                <c:pt idx="4044">
                  <c:v>38534</c:v>
                </c:pt>
                <c:pt idx="4045">
                  <c:v>38537</c:v>
                </c:pt>
                <c:pt idx="4046">
                  <c:v>38538</c:v>
                </c:pt>
                <c:pt idx="4047">
                  <c:v>38539</c:v>
                </c:pt>
                <c:pt idx="4048">
                  <c:v>38540</c:v>
                </c:pt>
                <c:pt idx="4049">
                  <c:v>38541</c:v>
                </c:pt>
                <c:pt idx="4050">
                  <c:v>38544</c:v>
                </c:pt>
                <c:pt idx="4051">
                  <c:v>38545</c:v>
                </c:pt>
                <c:pt idx="4052">
                  <c:v>38546</c:v>
                </c:pt>
                <c:pt idx="4053">
                  <c:v>38547</c:v>
                </c:pt>
                <c:pt idx="4054">
                  <c:v>38548</c:v>
                </c:pt>
                <c:pt idx="4055">
                  <c:v>38551</c:v>
                </c:pt>
                <c:pt idx="4056">
                  <c:v>38552</c:v>
                </c:pt>
                <c:pt idx="4057">
                  <c:v>38553</c:v>
                </c:pt>
                <c:pt idx="4058">
                  <c:v>38554</c:v>
                </c:pt>
                <c:pt idx="4059">
                  <c:v>38555</c:v>
                </c:pt>
                <c:pt idx="4060">
                  <c:v>38558</c:v>
                </c:pt>
                <c:pt idx="4061">
                  <c:v>38559</c:v>
                </c:pt>
                <c:pt idx="4062">
                  <c:v>38560</c:v>
                </c:pt>
                <c:pt idx="4063">
                  <c:v>38561</c:v>
                </c:pt>
                <c:pt idx="4064">
                  <c:v>38562</c:v>
                </c:pt>
                <c:pt idx="4065">
                  <c:v>38565</c:v>
                </c:pt>
                <c:pt idx="4066">
                  <c:v>38566</c:v>
                </c:pt>
                <c:pt idx="4067">
                  <c:v>38567</c:v>
                </c:pt>
                <c:pt idx="4068">
                  <c:v>38568</c:v>
                </c:pt>
                <c:pt idx="4069">
                  <c:v>38569</c:v>
                </c:pt>
                <c:pt idx="4070">
                  <c:v>38572</c:v>
                </c:pt>
                <c:pt idx="4071">
                  <c:v>38573</c:v>
                </c:pt>
                <c:pt idx="4072">
                  <c:v>38574</c:v>
                </c:pt>
                <c:pt idx="4073">
                  <c:v>38575</c:v>
                </c:pt>
                <c:pt idx="4074">
                  <c:v>38576</c:v>
                </c:pt>
                <c:pt idx="4075">
                  <c:v>38579</c:v>
                </c:pt>
                <c:pt idx="4076">
                  <c:v>38580</c:v>
                </c:pt>
                <c:pt idx="4077">
                  <c:v>38581</c:v>
                </c:pt>
                <c:pt idx="4078">
                  <c:v>38582</c:v>
                </c:pt>
                <c:pt idx="4079">
                  <c:v>38583</c:v>
                </c:pt>
                <c:pt idx="4080">
                  <c:v>38586</c:v>
                </c:pt>
                <c:pt idx="4081">
                  <c:v>38587</c:v>
                </c:pt>
                <c:pt idx="4082">
                  <c:v>38588</c:v>
                </c:pt>
                <c:pt idx="4083">
                  <c:v>38589</c:v>
                </c:pt>
                <c:pt idx="4084">
                  <c:v>38590</c:v>
                </c:pt>
                <c:pt idx="4085">
                  <c:v>38593</c:v>
                </c:pt>
                <c:pt idx="4086">
                  <c:v>38594</c:v>
                </c:pt>
                <c:pt idx="4087">
                  <c:v>38595</c:v>
                </c:pt>
                <c:pt idx="4088">
                  <c:v>38596</c:v>
                </c:pt>
                <c:pt idx="4089">
                  <c:v>38597</c:v>
                </c:pt>
                <c:pt idx="4090">
                  <c:v>38600</c:v>
                </c:pt>
                <c:pt idx="4091">
                  <c:v>38601</c:v>
                </c:pt>
                <c:pt idx="4092">
                  <c:v>38602</c:v>
                </c:pt>
                <c:pt idx="4093">
                  <c:v>38603</c:v>
                </c:pt>
                <c:pt idx="4094">
                  <c:v>38604</c:v>
                </c:pt>
                <c:pt idx="4095">
                  <c:v>38607</c:v>
                </c:pt>
                <c:pt idx="4096">
                  <c:v>38608</c:v>
                </c:pt>
                <c:pt idx="4097">
                  <c:v>38609</c:v>
                </c:pt>
                <c:pt idx="4098">
                  <c:v>38610</c:v>
                </c:pt>
                <c:pt idx="4099">
                  <c:v>38611</c:v>
                </c:pt>
                <c:pt idx="4100">
                  <c:v>38614</c:v>
                </c:pt>
                <c:pt idx="4101">
                  <c:v>38615</c:v>
                </c:pt>
                <c:pt idx="4102">
                  <c:v>38616</c:v>
                </c:pt>
                <c:pt idx="4103">
                  <c:v>38617</c:v>
                </c:pt>
                <c:pt idx="4104">
                  <c:v>38618</c:v>
                </c:pt>
                <c:pt idx="4105">
                  <c:v>38621</c:v>
                </c:pt>
                <c:pt idx="4106">
                  <c:v>38622</c:v>
                </c:pt>
                <c:pt idx="4107">
                  <c:v>38623</c:v>
                </c:pt>
                <c:pt idx="4108">
                  <c:v>38624</c:v>
                </c:pt>
                <c:pt idx="4109">
                  <c:v>38625</c:v>
                </c:pt>
                <c:pt idx="4110">
                  <c:v>38628</c:v>
                </c:pt>
                <c:pt idx="4111">
                  <c:v>38629</c:v>
                </c:pt>
                <c:pt idx="4112">
                  <c:v>38630</c:v>
                </c:pt>
                <c:pt idx="4113">
                  <c:v>38631</c:v>
                </c:pt>
                <c:pt idx="4114">
                  <c:v>38632</c:v>
                </c:pt>
                <c:pt idx="4115">
                  <c:v>38635</c:v>
                </c:pt>
                <c:pt idx="4116">
                  <c:v>38636</c:v>
                </c:pt>
                <c:pt idx="4117">
                  <c:v>38637</c:v>
                </c:pt>
                <c:pt idx="4118">
                  <c:v>38638</c:v>
                </c:pt>
                <c:pt idx="4119">
                  <c:v>38639</c:v>
                </c:pt>
                <c:pt idx="4120">
                  <c:v>38642</c:v>
                </c:pt>
                <c:pt idx="4121">
                  <c:v>38643</c:v>
                </c:pt>
                <c:pt idx="4122">
                  <c:v>38644</c:v>
                </c:pt>
                <c:pt idx="4123">
                  <c:v>38645</c:v>
                </c:pt>
                <c:pt idx="4124">
                  <c:v>38646</c:v>
                </c:pt>
                <c:pt idx="4125">
                  <c:v>38649</c:v>
                </c:pt>
                <c:pt idx="4126">
                  <c:v>38650</c:v>
                </c:pt>
                <c:pt idx="4127">
                  <c:v>38651</c:v>
                </c:pt>
                <c:pt idx="4128">
                  <c:v>38652</c:v>
                </c:pt>
                <c:pt idx="4129">
                  <c:v>38653</c:v>
                </c:pt>
                <c:pt idx="4130">
                  <c:v>38656</c:v>
                </c:pt>
                <c:pt idx="4131">
                  <c:v>38657</c:v>
                </c:pt>
                <c:pt idx="4132">
                  <c:v>38658</c:v>
                </c:pt>
                <c:pt idx="4133">
                  <c:v>38659</c:v>
                </c:pt>
                <c:pt idx="4134">
                  <c:v>38660</c:v>
                </c:pt>
                <c:pt idx="4135">
                  <c:v>38663</c:v>
                </c:pt>
                <c:pt idx="4136">
                  <c:v>38664</c:v>
                </c:pt>
                <c:pt idx="4137">
                  <c:v>38665</c:v>
                </c:pt>
                <c:pt idx="4138">
                  <c:v>38666</c:v>
                </c:pt>
                <c:pt idx="4139">
                  <c:v>38667</c:v>
                </c:pt>
                <c:pt idx="4140">
                  <c:v>38670</c:v>
                </c:pt>
                <c:pt idx="4141">
                  <c:v>38671</c:v>
                </c:pt>
                <c:pt idx="4142">
                  <c:v>38672</c:v>
                </c:pt>
                <c:pt idx="4143">
                  <c:v>38673</c:v>
                </c:pt>
                <c:pt idx="4144">
                  <c:v>38674</c:v>
                </c:pt>
                <c:pt idx="4145">
                  <c:v>38677</c:v>
                </c:pt>
                <c:pt idx="4146">
                  <c:v>38678</c:v>
                </c:pt>
                <c:pt idx="4147">
                  <c:v>38679</c:v>
                </c:pt>
                <c:pt idx="4148">
                  <c:v>38680</c:v>
                </c:pt>
                <c:pt idx="4149">
                  <c:v>38681</c:v>
                </c:pt>
                <c:pt idx="4150">
                  <c:v>38684</c:v>
                </c:pt>
                <c:pt idx="4151">
                  <c:v>38685</c:v>
                </c:pt>
                <c:pt idx="4152">
                  <c:v>38686</c:v>
                </c:pt>
                <c:pt idx="4153">
                  <c:v>38687</c:v>
                </c:pt>
                <c:pt idx="4154">
                  <c:v>38688</c:v>
                </c:pt>
                <c:pt idx="4155">
                  <c:v>38691</c:v>
                </c:pt>
                <c:pt idx="4156">
                  <c:v>38692</c:v>
                </c:pt>
                <c:pt idx="4157">
                  <c:v>38693</c:v>
                </c:pt>
                <c:pt idx="4158">
                  <c:v>38694</c:v>
                </c:pt>
                <c:pt idx="4159">
                  <c:v>38695</c:v>
                </c:pt>
                <c:pt idx="4160">
                  <c:v>38698</c:v>
                </c:pt>
                <c:pt idx="4161">
                  <c:v>38699</c:v>
                </c:pt>
                <c:pt idx="4162">
                  <c:v>38700</c:v>
                </c:pt>
                <c:pt idx="4163">
                  <c:v>38701</c:v>
                </c:pt>
                <c:pt idx="4164">
                  <c:v>38702</c:v>
                </c:pt>
                <c:pt idx="4165">
                  <c:v>38705</c:v>
                </c:pt>
                <c:pt idx="4166">
                  <c:v>38706</c:v>
                </c:pt>
                <c:pt idx="4167">
                  <c:v>38707</c:v>
                </c:pt>
                <c:pt idx="4168">
                  <c:v>38708</c:v>
                </c:pt>
                <c:pt idx="4169">
                  <c:v>38709</c:v>
                </c:pt>
                <c:pt idx="4170">
                  <c:v>38712</c:v>
                </c:pt>
                <c:pt idx="4171">
                  <c:v>38713</c:v>
                </c:pt>
                <c:pt idx="4172">
                  <c:v>38714</c:v>
                </c:pt>
                <c:pt idx="4173">
                  <c:v>38715</c:v>
                </c:pt>
                <c:pt idx="4174">
                  <c:v>38716</c:v>
                </c:pt>
                <c:pt idx="4175">
                  <c:v>38719</c:v>
                </c:pt>
                <c:pt idx="4176">
                  <c:v>38720</c:v>
                </c:pt>
                <c:pt idx="4177">
                  <c:v>38721</c:v>
                </c:pt>
                <c:pt idx="4178">
                  <c:v>38722</c:v>
                </c:pt>
                <c:pt idx="4179">
                  <c:v>38723</c:v>
                </c:pt>
                <c:pt idx="4180">
                  <c:v>38726</c:v>
                </c:pt>
                <c:pt idx="4181">
                  <c:v>38727</c:v>
                </c:pt>
                <c:pt idx="4182">
                  <c:v>38728</c:v>
                </c:pt>
                <c:pt idx="4183">
                  <c:v>38729</c:v>
                </c:pt>
                <c:pt idx="4184">
                  <c:v>38730</c:v>
                </c:pt>
                <c:pt idx="4185">
                  <c:v>38733</c:v>
                </c:pt>
                <c:pt idx="4186">
                  <c:v>38734</c:v>
                </c:pt>
                <c:pt idx="4187">
                  <c:v>38735</c:v>
                </c:pt>
                <c:pt idx="4188">
                  <c:v>38736</c:v>
                </c:pt>
                <c:pt idx="4189">
                  <c:v>38737</c:v>
                </c:pt>
                <c:pt idx="4190">
                  <c:v>38740</c:v>
                </c:pt>
                <c:pt idx="4191">
                  <c:v>38741</c:v>
                </c:pt>
                <c:pt idx="4192">
                  <c:v>38742</c:v>
                </c:pt>
                <c:pt idx="4193">
                  <c:v>38743</c:v>
                </c:pt>
                <c:pt idx="4194">
                  <c:v>38744</c:v>
                </c:pt>
                <c:pt idx="4195">
                  <c:v>38747</c:v>
                </c:pt>
                <c:pt idx="4196">
                  <c:v>38748</c:v>
                </c:pt>
                <c:pt idx="4197">
                  <c:v>38749</c:v>
                </c:pt>
                <c:pt idx="4198">
                  <c:v>38750</c:v>
                </c:pt>
                <c:pt idx="4199">
                  <c:v>38751</c:v>
                </c:pt>
                <c:pt idx="4200">
                  <c:v>38754</c:v>
                </c:pt>
                <c:pt idx="4201">
                  <c:v>38755</c:v>
                </c:pt>
                <c:pt idx="4202">
                  <c:v>38756</c:v>
                </c:pt>
                <c:pt idx="4203">
                  <c:v>38757</c:v>
                </c:pt>
                <c:pt idx="4204">
                  <c:v>38758</c:v>
                </c:pt>
                <c:pt idx="4205">
                  <c:v>38761</c:v>
                </c:pt>
                <c:pt idx="4206">
                  <c:v>38762</c:v>
                </c:pt>
                <c:pt idx="4207">
                  <c:v>38763</c:v>
                </c:pt>
                <c:pt idx="4208">
                  <c:v>38764</c:v>
                </c:pt>
                <c:pt idx="4209">
                  <c:v>38765</c:v>
                </c:pt>
                <c:pt idx="4210">
                  <c:v>38768</c:v>
                </c:pt>
                <c:pt idx="4211">
                  <c:v>38769</c:v>
                </c:pt>
                <c:pt idx="4212">
                  <c:v>38770</c:v>
                </c:pt>
                <c:pt idx="4213">
                  <c:v>38771</c:v>
                </c:pt>
                <c:pt idx="4214">
                  <c:v>38772</c:v>
                </c:pt>
                <c:pt idx="4215">
                  <c:v>38775</c:v>
                </c:pt>
                <c:pt idx="4216">
                  <c:v>38776</c:v>
                </c:pt>
                <c:pt idx="4217">
                  <c:v>38777</c:v>
                </c:pt>
                <c:pt idx="4218">
                  <c:v>38778</c:v>
                </c:pt>
                <c:pt idx="4219">
                  <c:v>38779</c:v>
                </c:pt>
                <c:pt idx="4220">
                  <c:v>38782</c:v>
                </c:pt>
                <c:pt idx="4221">
                  <c:v>38783</c:v>
                </c:pt>
                <c:pt idx="4222">
                  <c:v>38784</c:v>
                </c:pt>
                <c:pt idx="4223">
                  <c:v>38785</c:v>
                </c:pt>
                <c:pt idx="4224">
                  <c:v>38786</c:v>
                </c:pt>
                <c:pt idx="4225">
                  <c:v>38789</c:v>
                </c:pt>
                <c:pt idx="4226">
                  <c:v>38790</c:v>
                </c:pt>
                <c:pt idx="4227">
                  <c:v>38791</c:v>
                </c:pt>
                <c:pt idx="4228">
                  <c:v>38792</c:v>
                </c:pt>
                <c:pt idx="4229">
                  <c:v>38793</c:v>
                </c:pt>
                <c:pt idx="4230">
                  <c:v>38796</c:v>
                </c:pt>
                <c:pt idx="4231">
                  <c:v>38797</c:v>
                </c:pt>
                <c:pt idx="4232">
                  <c:v>38798</c:v>
                </c:pt>
                <c:pt idx="4233">
                  <c:v>38799</c:v>
                </c:pt>
                <c:pt idx="4234">
                  <c:v>38800</c:v>
                </c:pt>
                <c:pt idx="4235">
                  <c:v>38803</c:v>
                </c:pt>
                <c:pt idx="4236">
                  <c:v>38804</c:v>
                </c:pt>
                <c:pt idx="4237">
                  <c:v>38805</c:v>
                </c:pt>
                <c:pt idx="4238">
                  <c:v>38806</c:v>
                </c:pt>
                <c:pt idx="4239">
                  <c:v>38807</c:v>
                </c:pt>
                <c:pt idx="4240">
                  <c:v>38810</c:v>
                </c:pt>
                <c:pt idx="4241">
                  <c:v>38811</c:v>
                </c:pt>
                <c:pt idx="4242">
                  <c:v>38812</c:v>
                </c:pt>
                <c:pt idx="4243">
                  <c:v>38813</c:v>
                </c:pt>
                <c:pt idx="4244">
                  <c:v>38814</c:v>
                </c:pt>
                <c:pt idx="4245">
                  <c:v>38817</c:v>
                </c:pt>
                <c:pt idx="4246">
                  <c:v>38818</c:v>
                </c:pt>
                <c:pt idx="4247">
                  <c:v>38819</c:v>
                </c:pt>
                <c:pt idx="4248">
                  <c:v>38820</c:v>
                </c:pt>
                <c:pt idx="4249">
                  <c:v>38821</c:v>
                </c:pt>
                <c:pt idx="4250">
                  <c:v>38824</c:v>
                </c:pt>
                <c:pt idx="4251">
                  <c:v>38825</c:v>
                </c:pt>
                <c:pt idx="4252">
                  <c:v>38826</c:v>
                </c:pt>
                <c:pt idx="4253">
                  <c:v>38827</c:v>
                </c:pt>
                <c:pt idx="4254">
                  <c:v>38828</c:v>
                </c:pt>
                <c:pt idx="4255">
                  <c:v>38831</c:v>
                </c:pt>
                <c:pt idx="4256">
                  <c:v>38832</c:v>
                </c:pt>
                <c:pt idx="4257">
                  <c:v>38833</c:v>
                </c:pt>
                <c:pt idx="4258">
                  <c:v>38834</c:v>
                </c:pt>
                <c:pt idx="4259">
                  <c:v>38835</c:v>
                </c:pt>
                <c:pt idx="4260">
                  <c:v>38838</c:v>
                </c:pt>
                <c:pt idx="4261">
                  <c:v>38839</c:v>
                </c:pt>
                <c:pt idx="4262">
                  <c:v>38840</c:v>
                </c:pt>
                <c:pt idx="4263">
                  <c:v>38841</c:v>
                </c:pt>
                <c:pt idx="4264">
                  <c:v>38842</c:v>
                </c:pt>
                <c:pt idx="4265">
                  <c:v>38845</c:v>
                </c:pt>
                <c:pt idx="4266">
                  <c:v>38846</c:v>
                </c:pt>
                <c:pt idx="4267">
                  <c:v>38847</c:v>
                </c:pt>
                <c:pt idx="4268">
                  <c:v>38848</c:v>
                </c:pt>
                <c:pt idx="4269">
                  <c:v>38849</c:v>
                </c:pt>
                <c:pt idx="4270">
                  <c:v>38852</c:v>
                </c:pt>
                <c:pt idx="4271">
                  <c:v>38853</c:v>
                </c:pt>
                <c:pt idx="4272">
                  <c:v>38854</c:v>
                </c:pt>
                <c:pt idx="4273">
                  <c:v>38855</c:v>
                </c:pt>
                <c:pt idx="4274">
                  <c:v>38856</c:v>
                </c:pt>
                <c:pt idx="4275">
                  <c:v>38859</c:v>
                </c:pt>
                <c:pt idx="4276">
                  <c:v>38860</c:v>
                </c:pt>
                <c:pt idx="4277">
                  <c:v>38861</c:v>
                </c:pt>
                <c:pt idx="4278">
                  <c:v>38862</c:v>
                </c:pt>
                <c:pt idx="4279">
                  <c:v>38863</c:v>
                </c:pt>
                <c:pt idx="4280">
                  <c:v>38866</c:v>
                </c:pt>
                <c:pt idx="4281">
                  <c:v>38867</c:v>
                </c:pt>
                <c:pt idx="4282">
                  <c:v>38868</c:v>
                </c:pt>
                <c:pt idx="4283">
                  <c:v>38869</c:v>
                </c:pt>
                <c:pt idx="4284">
                  <c:v>38870</c:v>
                </c:pt>
                <c:pt idx="4285">
                  <c:v>38873</c:v>
                </c:pt>
                <c:pt idx="4286">
                  <c:v>38874</c:v>
                </c:pt>
                <c:pt idx="4287">
                  <c:v>38875</c:v>
                </c:pt>
                <c:pt idx="4288">
                  <c:v>38876</c:v>
                </c:pt>
                <c:pt idx="4289">
                  <c:v>38877</c:v>
                </c:pt>
                <c:pt idx="4290">
                  <c:v>38880</c:v>
                </c:pt>
                <c:pt idx="4291">
                  <c:v>38881</c:v>
                </c:pt>
                <c:pt idx="4292">
                  <c:v>38882</c:v>
                </c:pt>
                <c:pt idx="4293">
                  <c:v>38883</c:v>
                </c:pt>
                <c:pt idx="4294">
                  <c:v>38884</c:v>
                </c:pt>
                <c:pt idx="4295">
                  <c:v>38887</c:v>
                </c:pt>
                <c:pt idx="4296">
                  <c:v>38888</c:v>
                </c:pt>
                <c:pt idx="4297">
                  <c:v>38889</c:v>
                </c:pt>
                <c:pt idx="4298">
                  <c:v>38890</c:v>
                </c:pt>
                <c:pt idx="4299">
                  <c:v>38891</c:v>
                </c:pt>
                <c:pt idx="4300">
                  <c:v>38894</c:v>
                </c:pt>
                <c:pt idx="4301">
                  <c:v>38895</c:v>
                </c:pt>
                <c:pt idx="4302">
                  <c:v>38896</c:v>
                </c:pt>
                <c:pt idx="4303">
                  <c:v>38897</c:v>
                </c:pt>
                <c:pt idx="4304">
                  <c:v>38898</c:v>
                </c:pt>
                <c:pt idx="4305">
                  <c:v>38901</c:v>
                </c:pt>
                <c:pt idx="4306">
                  <c:v>38902</c:v>
                </c:pt>
                <c:pt idx="4307">
                  <c:v>38903</c:v>
                </c:pt>
                <c:pt idx="4308">
                  <c:v>38904</c:v>
                </c:pt>
                <c:pt idx="4309">
                  <c:v>38905</c:v>
                </c:pt>
                <c:pt idx="4310">
                  <c:v>38908</c:v>
                </c:pt>
                <c:pt idx="4311">
                  <c:v>38909</c:v>
                </c:pt>
                <c:pt idx="4312">
                  <c:v>38910</c:v>
                </c:pt>
                <c:pt idx="4313">
                  <c:v>38911</c:v>
                </c:pt>
                <c:pt idx="4314">
                  <c:v>38912</c:v>
                </c:pt>
                <c:pt idx="4315">
                  <c:v>38915</c:v>
                </c:pt>
                <c:pt idx="4316">
                  <c:v>38916</c:v>
                </c:pt>
                <c:pt idx="4317">
                  <c:v>38917</c:v>
                </c:pt>
                <c:pt idx="4318">
                  <c:v>38918</c:v>
                </c:pt>
                <c:pt idx="4319">
                  <c:v>38919</c:v>
                </c:pt>
                <c:pt idx="4320">
                  <c:v>38922</c:v>
                </c:pt>
                <c:pt idx="4321">
                  <c:v>38923</c:v>
                </c:pt>
                <c:pt idx="4322">
                  <c:v>38924</c:v>
                </c:pt>
                <c:pt idx="4323">
                  <c:v>38925</c:v>
                </c:pt>
                <c:pt idx="4324">
                  <c:v>38926</c:v>
                </c:pt>
                <c:pt idx="4325">
                  <c:v>38929</c:v>
                </c:pt>
                <c:pt idx="4326">
                  <c:v>38930</c:v>
                </c:pt>
                <c:pt idx="4327">
                  <c:v>38931</c:v>
                </c:pt>
                <c:pt idx="4328">
                  <c:v>38932</c:v>
                </c:pt>
                <c:pt idx="4329">
                  <c:v>38933</c:v>
                </c:pt>
                <c:pt idx="4330">
                  <c:v>38936</c:v>
                </c:pt>
                <c:pt idx="4331">
                  <c:v>38937</c:v>
                </c:pt>
                <c:pt idx="4332">
                  <c:v>38938</c:v>
                </c:pt>
                <c:pt idx="4333">
                  <c:v>38939</c:v>
                </c:pt>
                <c:pt idx="4334">
                  <c:v>38940</c:v>
                </c:pt>
                <c:pt idx="4335">
                  <c:v>38943</c:v>
                </c:pt>
                <c:pt idx="4336">
                  <c:v>38944</c:v>
                </c:pt>
                <c:pt idx="4337">
                  <c:v>38945</c:v>
                </c:pt>
                <c:pt idx="4338">
                  <c:v>38946</c:v>
                </c:pt>
                <c:pt idx="4339">
                  <c:v>38947</c:v>
                </c:pt>
                <c:pt idx="4340">
                  <c:v>38950</c:v>
                </c:pt>
                <c:pt idx="4341">
                  <c:v>38951</c:v>
                </c:pt>
                <c:pt idx="4342">
                  <c:v>38952</c:v>
                </c:pt>
                <c:pt idx="4343">
                  <c:v>38953</c:v>
                </c:pt>
                <c:pt idx="4344">
                  <c:v>38954</c:v>
                </c:pt>
                <c:pt idx="4345">
                  <c:v>38957</c:v>
                </c:pt>
                <c:pt idx="4346">
                  <c:v>38958</c:v>
                </c:pt>
                <c:pt idx="4347">
                  <c:v>38959</c:v>
                </c:pt>
                <c:pt idx="4348">
                  <c:v>38960</c:v>
                </c:pt>
                <c:pt idx="4349">
                  <c:v>38961</c:v>
                </c:pt>
                <c:pt idx="4350">
                  <c:v>38964</c:v>
                </c:pt>
                <c:pt idx="4351">
                  <c:v>38965</c:v>
                </c:pt>
                <c:pt idx="4352">
                  <c:v>38966</c:v>
                </c:pt>
                <c:pt idx="4353">
                  <c:v>38967</c:v>
                </c:pt>
                <c:pt idx="4354">
                  <c:v>38968</c:v>
                </c:pt>
                <c:pt idx="4355">
                  <c:v>38971</c:v>
                </c:pt>
                <c:pt idx="4356">
                  <c:v>38972</c:v>
                </c:pt>
                <c:pt idx="4357">
                  <c:v>38973</c:v>
                </c:pt>
                <c:pt idx="4358">
                  <c:v>38974</c:v>
                </c:pt>
                <c:pt idx="4359">
                  <c:v>38975</c:v>
                </c:pt>
                <c:pt idx="4360">
                  <c:v>38978</c:v>
                </c:pt>
                <c:pt idx="4361">
                  <c:v>38979</c:v>
                </c:pt>
                <c:pt idx="4362">
                  <c:v>38980</c:v>
                </c:pt>
                <c:pt idx="4363">
                  <c:v>38981</c:v>
                </c:pt>
                <c:pt idx="4364">
                  <c:v>38982</c:v>
                </c:pt>
                <c:pt idx="4365">
                  <c:v>38985</c:v>
                </c:pt>
                <c:pt idx="4366">
                  <c:v>38986</c:v>
                </c:pt>
                <c:pt idx="4367">
                  <c:v>38987</c:v>
                </c:pt>
                <c:pt idx="4368">
                  <c:v>38988</c:v>
                </c:pt>
                <c:pt idx="4369">
                  <c:v>38989</c:v>
                </c:pt>
                <c:pt idx="4370">
                  <c:v>38992</c:v>
                </c:pt>
                <c:pt idx="4371">
                  <c:v>38993</c:v>
                </c:pt>
                <c:pt idx="4372">
                  <c:v>38994</c:v>
                </c:pt>
                <c:pt idx="4373">
                  <c:v>38995</c:v>
                </c:pt>
                <c:pt idx="4374">
                  <c:v>38996</c:v>
                </c:pt>
                <c:pt idx="4375">
                  <c:v>38999</c:v>
                </c:pt>
                <c:pt idx="4376">
                  <c:v>39000</c:v>
                </c:pt>
                <c:pt idx="4377">
                  <c:v>39001</c:v>
                </c:pt>
                <c:pt idx="4378">
                  <c:v>39002</c:v>
                </c:pt>
                <c:pt idx="4379">
                  <c:v>39003</c:v>
                </c:pt>
                <c:pt idx="4380">
                  <c:v>39006</c:v>
                </c:pt>
                <c:pt idx="4381">
                  <c:v>39007</c:v>
                </c:pt>
                <c:pt idx="4382">
                  <c:v>39008</c:v>
                </c:pt>
                <c:pt idx="4383">
                  <c:v>39009</c:v>
                </c:pt>
                <c:pt idx="4384">
                  <c:v>39010</c:v>
                </c:pt>
                <c:pt idx="4385">
                  <c:v>39013</c:v>
                </c:pt>
                <c:pt idx="4386">
                  <c:v>39014</c:v>
                </c:pt>
                <c:pt idx="4387">
                  <c:v>39015</c:v>
                </c:pt>
                <c:pt idx="4388">
                  <c:v>39016</c:v>
                </c:pt>
                <c:pt idx="4389">
                  <c:v>39017</c:v>
                </c:pt>
                <c:pt idx="4390">
                  <c:v>39020</c:v>
                </c:pt>
                <c:pt idx="4391">
                  <c:v>39021</c:v>
                </c:pt>
                <c:pt idx="4392">
                  <c:v>39022</c:v>
                </c:pt>
                <c:pt idx="4393">
                  <c:v>39023</c:v>
                </c:pt>
                <c:pt idx="4394">
                  <c:v>39024</c:v>
                </c:pt>
                <c:pt idx="4395">
                  <c:v>39027</c:v>
                </c:pt>
                <c:pt idx="4396">
                  <c:v>39028</c:v>
                </c:pt>
                <c:pt idx="4397">
                  <c:v>39029</c:v>
                </c:pt>
                <c:pt idx="4398">
                  <c:v>39030</c:v>
                </c:pt>
                <c:pt idx="4399">
                  <c:v>39031</c:v>
                </c:pt>
                <c:pt idx="4400">
                  <c:v>39034</c:v>
                </c:pt>
                <c:pt idx="4401">
                  <c:v>39035</c:v>
                </c:pt>
                <c:pt idx="4402">
                  <c:v>39036</c:v>
                </c:pt>
                <c:pt idx="4403">
                  <c:v>39037</c:v>
                </c:pt>
                <c:pt idx="4404">
                  <c:v>39038</c:v>
                </c:pt>
                <c:pt idx="4405">
                  <c:v>39041</c:v>
                </c:pt>
                <c:pt idx="4406">
                  <c:v>39042</c:v>
                </c:pt>
                <c:pt idx="4407">
                  <c:v>39043</c:v>
                </c:pt>
                <c:pt idx="4408">
                  <c:v>39044</c:v>
                </c:pt>
                <c:pt idx="4409">
                  <c:v>39045</c:v>
                </c:pt>
                <c:pt idx="4410">
                  <c:v>39048</c:v>
                </c:pt>
                <c:pt idx="4411">
                  <c:v>39049</c:v>
                </c:pt>
                <c:pt idx="4412">
                  <c:v>39050</c:v>
                </c:pt>
                <c:pt idx="4413">
                  <c:v>39051</c:v>
                </c:pt>
                <c:pt idx="4414">
                  <c:v>39052</c:v>
                </c:pt>
                <c:pt idx="4415">
                  <c:v>39055</c:v>
                </c:pt>
                <c:pt idx="4416">
                  <c:v>39056</c:v>
                </c:pt>
                <c:pt idx="4417">
                  <c:v>39057</c:v>
                </c:pt>
                <c:pt idx="4418">
                  <c:v>39058</c:v>
                </c:pt>
                <c:pt idx="4419">
                  <c:v>39059</c:v>
                </c:pt>
                <c:pt idx="4420">
                  <c:v>39062</c:v>
                </c:pt>
                <c:pt idx="4421">
                  <c:v>39063</c:v>
                </c:pt>
                <c:pt idx="4422">
                  <c:v>39064</c:v>
                </c:pt>
                <c:pt idx="4423">
                  <c:v>39065</c:v>
                </c:pt>
                <c:pt idx="4424">
                  <c:v>39066</c:v>
                </c:pt>
                <c:pt idx="4425">
                  <c:v>39069</c:v>
                </c:pt>
                <c:pt idx="4426">
                  <c:v>39070</c:v>
                </c:pt>
                <c:pt idx="4427">
                  <c:v>39071</c:v>
                </c:pt>
                <c:pt idx="4428">
                  <c:v>39072</c:v>
                </c:pt>
                <c:pt idx="4429">
                  <c:v>39073</c:v>
                </c:pt>
                <c:pt idx="4430">
                  <c:v>39076</c:v>
                </c:pt>
                <c:pt idx="4431">
                  <c:v>39077</c:v>
                </c:pt>
                <c:pt idx="4432">
                  <c:v>39078</c:v>
                </c:pt>
                <c:pt idx="4433">
                  <c:v>39079</c:v>
                </c:pt>
                <c:pt idx="4434">
                  <c:v>39080</c:v>
                </c:pt>
                <c:pt idx="4435">
                  <c:v>39083</c:v>
                </c:pt>
                <c:pt idx="4436">
                  <c:v>39084</c:v>
                </c:pt>
                <c:pt idx="4437">
                  <c:v>39085</c:v>
                </c:pt>
                <c:pt idx="4438">
                  <c:v>39086</c:v>
                </c:pt>
                <c:pt idx="4439">
                  <c:v>39087</c:v>
                </c:pt>
                <c:pt idx="4440">
                  <c:v>39090</c:v>
                </c:pt>
                <c:pt idx="4441">
                  <c:v>39091</c:v>
                </c:pt>
                <c:pt idx="4442">
                  <c:v>39092</c:v>
                </c:pt>
                <c:pt idx="4443">
                  <c:v>39093</c:v>
                </c:pt>
                <c:pt idx="4444">
                  <c:v>39094</c:v>
                </c:pt>
                <c:pt idx="4445">
                  <c:v>39097</c:v>
                </c:pt>
                <c:pt idx="4446">
                  <c:v>39098</c:v>
                </c:pt>
                <c:pt idx="4447">
                  <c:v>39099</c:v>
                </c:pt>
                <c:pt idx="4448">
                  <c:v>39100</c:v>
                </c:pt>
                <c:pt idx="4449">
                  <c:v>39101</c:v>
                </c:pt>
                <c:pt idx="4450">
                  <c:v>39104</c:v>
                </c:pt>
                <c:pt idx="4451">
                  <c:v>39105</c:v>
                </c:pt>
                <c:pt idx="4452">
                  <c:v>39106</c:v>
                </c:pt>
                <c:pt idx="4453">
                  <c:v>39107</c:v>
                </c:pt>
                <c:pt idx="4454">
                  <c:v>39108</c:v>
                </c:pt>
                <c:pt idx="4455">
                  <c:v>39111</c:v>
                </c:pt>
                <c:pt idx="4456">
                  <c:v>39112</c:v>
                </c:pt>
                <c:pt idx="4457">
                  <c:v>39113</c:v>
                </c:pt>
                <c:pt idx="4458">
                  <c:v>39114</c:v>
                </c:pt>
                <c:pt idx="4459">
                  <c:v>39115</c:v>
                </c:pt>
                <c:pt idx="4460">
                  <c:v>39118</c:v>
                </c:pt>
                <c:pt idx="4461">
                  <c:v>39119</c:v>
                </c:pt>
                <c:pt idx="4462">
                  <c:v>39120</c:v>
                </c:pt>
                <c:pt idx="4463">
                  <c:v>39121</c:v>
                </c:pt>
                <c:pt idx="4464">
                  <c:v>39122</c:v>
                </c:pt>
                <c:pt idx="4465">
                  <c:v>39125</c:v>
                </c:pt>
                <c:pt idx="4466">
                  <c:v>39126</c:v>
                </c:pt>
                <c:pt idx="4467">
                  <c:v>39127</c:v>
                </c:pt>
                <c:pt idx="4468">
                  <c:v>39128</c:v>
                </c:pt>
                <c:pt idx="4469">
                  <c:v>39129</c:v>
                </c:pt>
                <c:pt idx="4470">
                  <c:v>39132</c:v>
                </c:pt>
                <c:pt idx="4471">
                  <c:v>39133</c:v>
                </c:pt>
                <c:pt idx="4472">
                  <c:v>39134</c:v>
                </c:pt>
                <c:pt idx="4473">
                  <c:v>39135</c:v>
                </c:pt>
                <c:pt idx="4474">
                  <c:v>39136</c:v>
                </c:pt>
                <c:pt idx="4475">
                  <c:v>39139</c:v>
                </c:pt>
                <c:pt idx="4476">
                  <c:v>39140</c:v>
                </c:pt>
                <c:pt idx="4477">
                  <c:v>39141</c:v>
                </c:pt>
                <c:pt idx="4478">
                  <c:v>39142</c:v>
                </c:pt>
                <c:pt idx="4479">
                  <c:v>39143</c:v>
                </c:pt>
                <c:pt idx="4480">
                  <c:v>39146</c:v>
                </c:pt>
                <c:pt idx="4481">
                  <c:v>39147</c:v>
                </c:pt>
                <c:pt idx="4482">
                  <c:v>39148</c:v>
                </c:pt>
                <c:pt idx="4483">
                  <c:v>39149</c:v>
                </c:pt>
                <c:pt idx="4484">
                  <c:v>39150</c:v>
                </c:pt>
                <c:pt idx="4485">
                  <c:v>39153</c:v>
                </c:pt>
                <c:pt idx="4486">
                  <c:v>39154</c:v>
                </c:pt>
                <c:pt idx="4487">
                  <c:v>39155</c:v>
                </c:pt>
                <c:pt idx="4488">
                  <c:v>39156</c:v>
                </c:pt>
                <c:pt idx="4489">
                  <c:v>39157</c:v>
                </c:pt>
                <c:pt idx="4490">
                  <c:v>39160</c:v>
                </c:pt>
                <c:pt idx="4491">
                  <c:v>39161</c:v>
                </c:pt>
                <c:pt idx="4492">
                  <c:v>39162</c:v>
                </c:pt>
                <c:pt idx="4493">
                  <c:v>39163</c:v>
                </c:pt>
                <c:pt idx="4494">
                  <c:v>39164</c:v>
                </c:pt>
                <c:pt idx="4495">
                  <c:v>39167</c:v>
                </c:pt>
                <c:pt idx="4496">
                  <c:v>39168</c:v>
                </c:pt>
                <c:pt idx="4497">
                  <c:v>39169</c:v>
                </c:pt>
                <c:pt idx="4498">
                  <c:v>39170</c:v>
                </c:pt>
                <c:pt idx="4499">
                  <c:v>39171</c:v>
                </c:pt>
                <c:pt idx="4500">
                  <c:v>39174</c:v>
                </c:pt>
                <c:pt idx="4501">
                  <c:v>39175</c:v>
                </c:pt>
                <c:pt idx="4502">
                  <c:v>39176</c:v>
                </c:pt>
                <c:pt idx="4503">
                  <c:v>39177</c:v>
                </c:pt>
                <c:pt idx="4504">
                  <c:v>39178</c:v>
                </c:pt>
                <c:pt idx="4505">
                  <c:v>39181</c:v>
                </c:pt>
                <c:pt idx="4506">
                  <c:v>39182</c:v>
                </c:pt>
                <c:pt idx="4507">
                  <c:v>39183</c:v>
                </c:pt>
                <c:pt idx="4508">
                  <c:v>39184</c:v>
                </c:pt>
                <c:pt idx="4509">
                  <c:v>39185</c:v>
                </c:pt>
                <c:pt idx="4510">
                  <c:v>39188</c:v>
                </c:pt>
                <c:pt idx="4511">
                  <c:v>39189</c:v>
                </c:pt>
                <c:pt idx="4512">
                  <c:v>39190</c:v>
                </c:pt>
                <c:pt idx="4513">
                  <c:v>39191</c:v>
                </c:pt>
                <c:pt idx="4514">
                  <c:v>39192</c:v>
                </c:pt>
                <c:pt idx="4515">
                  <c:v>39195</c:v>
                </c:pt>
                <c:pt idx="4516">
                  <c:v>39196</c:v>
                </c:pt>
                <c:pt idx="4517">
                  <c:v>39197</c:v>
                </c:pt>
                <c:pt idx="4518">
                  <c:v>39198</c:v>
                </c:pt>
                <c:pt idx="4519">
                  <c:v>39199</c:v>
                </c:pt>
                <c:pt idx="4520">
                  <c:v>39202</c:v>
                </c:pt>
                <c:pt idx="4521">
                  <c:v>39203</c:v>
                </c:pt>
                <c:pt idx="4522">
                  <c:v>39204</c:v>
                </c:pt>
                <c:pt idx="4523">
                  <c:v>39205</c:v>
                </c:pt>
                <c:pt idx="4524">
                  <c:v>39206</c:v>
                </c:pt>
                <c:pt idx="4525">
                  <c:v>39209</c:v>
                </c:pt>
                <c:pt idx="4526">
                  <c:v>39210</c:v>
                </c:pt>
                <c:pt idx="4527">
                  <c:v>39211</c:v>
                </c:pt>
                <c:pt idx="4528">
                  <c:v>39212</c:v>
                </c:pt>
                <c:pt idx="4529">
                  <c:v>39213</c:v>
                </c:pt>
                <c:pt idx="4530">
                  <c:v>39216</c:v>
                </c:pt>
                <c:pt idx="4531">
                  <c:v>39217</c:v>
                </c:pt>
                <c:pt idx="4532">
                  <c:v>39218</c:v>
                </c:pt>
                <c:pt idx="4533">
                  <c:v>39219</c:v>
                </c:pt>
                <c:pt idx="4534">
                  <c:v>39220</c:v>
                </c:pt>
                <c:pt idx="4535">
                  <c:v>39223</c:v>
                </c:pt>
                <c:pt idx="4536">
                  <c:v>39224</c:v>
                </c:pt>
                <c:pt idx="4537">
                  <c:v>39225</c:v>
                </c:pt>
                <c:pt idx="4538">
                  <c:v>39226</c:v>
                </c:pt>
                <c:pt idx="4539">
                  <c:v>39227</c:v>
                </c:pt>
                <c:pt idx="4540">
                  <c:v>39230</c:v>
                </c:pt>
                <c:pt idx="4541">
                  <c:v>39231</c:v>
                </c:pt>
                <c:pt idx="4542">
                  <c:v>39232</c:v>
                </c:pt>
                <c:pt idx="4543">
                  <c:v>39233</c:v>
                </c:pt>
                <c:pt idx="4544">
                  <c:v>39234</c:v>
                </c:pt>
                <c:pt idx="4545">
                  <c:v>39237</c:v>
                </c:pt>
                <c:pt idx="4546">
                  <c:v>39238</c:v>
                </c:pt>
                <c:pt idx="4547">
                  <c:v>39239</c:v>
                </c:pt>
                <c:pt idx="4548">
                  <c:v>39240</c:v>
                </c:pt>
                <c:pt idx="4549">
                  <c:v>39241</c:v>
                </c:pt>
                <c:pt idx="4550">
                  <c:v>39244</c:v>
                </c:pt>
                <c:pt idx="4551">
                  <c:v>39245</c:v>
                </c:pt>
                <c:pt idx="4552">
                  <c:v>39246</c:v>
                </c:pt>
                <c:pt idx="4553">
                  <c:v>39247</c:v>
                </c:pt>
                <c:pt idx="4554">
                  <c:v>39248</c:v>
                </c:pt>
                <c:pt idx="4555">
                  <c:v>39251</c:v>
                </c:pt>
                <c:pt idx="4556">
                  <c:v>39252</c:v>
                </c:pt>
                <c:pt idx="4557">
                  <c:v>39253</c:v>
                </c:pt>
                <c:pt idx="4558">
                  <c:v>39254</c:v>
                </c:pt>
                <c:pt idx="4559">
                  <c:v>39255</c:v>
                </c:pt>
                <c:pt idx="4560">
                  <c:v>39258</c:v>
                </c:pt>
                <c:pt idx="4561">
                  <c:v>39259</c:v>
                </c:pt>
                <c:pt idx="4562">
                  <c:v>39260</c:v>
                </c:pt>
                <c:pt idx="4563">
                  <c:v>39261</c:v>
                </c:pt>
                <c:pt idx="4564">
                  <c:v>39262</c:v>
                </c:pt>
                <c:pt idx="4565">
                  <c:v>39265</c:v>
                </c:pt>
                <c:pt idx="4566">
                  <c:v>39266</c:v>
                </c:pt>
                <c:pt idx="4567">
                  <c:v>39267</c:v>
                </c:pt>
                <c:pt idx="4568">
                  <c:v>39268</c:v>
                </c:pt>
                <c:pt idx="4569">
                  <c:v>39269</c:v>
                </c:pt>
                <c:pt idx="4570">
                  <c:v>39272</c:v>
                </c:pt>
                <c:pt idx="4571">
                  <c:v>39273</c:v>
                </c:pt>
                <c:pt idx="4572">
                  <c:v>39274</c:v>
                </c:pt>
                <c:pt idx="4573">
                  <c:v>39275</c:v>
                </c:pt>
                <c:pt idx="4574">
                  <c:v>39276</c:v>
                </c:pt>
                <c:pt idx="4575">
                  <c:v>39279</c:v>
                </c:pt>
                <c:pt idx="4576">
                  <c:v>39280</c:v>
                </c:pt>
                <c:pt idx="4577">
                  <c:v>39281</c:v>
                </c:pt>
                <c:pt idx="4578">
                  <c:v>39282</c:v>
                </c:pt>
                <c:pt idx="4579">
                  <c:v>39283</c:v>
                </c:pt>
                <c:pt idx="4580">
                  <c:v>39286</c:v>
                </c:pt>
                <c:pt idx="4581">
                  <c:v>39287</c:v>
                </c:pt>
                <c:pt idx="4582">
                  <c:v>39288</c:v>
                </c:pt>
                <c:pt idx="4583">
                  <c:v>39289</c:v>
                </c:pt>
                <c:pt idx="4584">
                  <c:v>39290</c:v>
                </c:pt>
                <c:pt idx="4585">
                  <c:v>39293</c:v>
                </c:pt>
                <c:pt idx="4586">
                  <c:v>39294</c:v>
                </c:pt>
                <c:pt idx="4587">
                  <c:v>39295</c:v>
                </c:pt>
                <c:pt idx="4588">
                  <c:v>39296</c:v>
                </c:pt>
                <c:pt idx="4589">
                  <c:v>39297</c:v>
                </c:pt>
                <c:pt idx="4590">
                  <c:v>39300</c:v>
                </c:pt>
                <c:pt idx="4591">
                  <c:v>39301</c:v>
                </c:pt>
                <c:pt idx="4592">
                  <c:v>39302</c:v>
                </c:pt>
                <c:pt idx="4593">
                  <c:v>39303</c:v>
                </c:pt>
                <c:pt idx="4594">
                  <c:v>39304</c:v>
                </c:pt>
                <c:pt idx="4595">
                  <c:v>39307</c:v>
                </c:pt>
                <c:pt idx="4596">
                  <c:v>39308</c:v>
                </c:pt>
                <c:pt idx="4597">
                  <c:v>39309</c:v>
                </c:pt>
                <c:pt idx="4598">
                  <c:v>39310</c:v>
                </c:pt>
                <c:pt idx="4599">
                  <c:v>39311</c:v>
                </c:pt>
                <c:pt idx="4600">
                  <c:v>39314</c:v>
                </c:pt>
                <c:pt idx="4601">
                  <c:v>39315</c:v>
                </c:pt>
                <c:pt idx="4602">
                  <c:v>39316</c:v>
                </c:pt>
                <c:pt idx="4603">
                  <c:v>39317</c:v>
                </c:pt>
                <c:pt idx="4604">
                  <c:v>39318</c:v>
                </c:pt>
                <c:pt idx="4605">
                  <c:v>39321</c:v>
                </c:pt>
                <c:pt idx="4606">
                  <c:v>39322</c:v>
                </c:pt>
                <c:pt idx="4607">
                  <c:v>39323</c:v>
                </c:pt>
                <c:pt idx="4608">
                  <c:v>39324</c:v>
                </c:pt>
                <c:pt idx="4609">
                  <c:v>39325</c:v>
                </c:pt>
                <c:pt idx="4610">
                  <c:v>39328</c:v>
                </c:pt>
                <c:pt idx="4611">
                  <c:v>39329</c:v>
                </c:pt>
                <c:pt idx="4612">
                  <c:v>39330</c:v>
                </c:pt>
                <c:pt idx="4613">
                  <c:v>39331</c:v>
                </c:pt>
                <c:pt idx="4614">
                  <c:v>39332</c:v>
                </c:pt>
                <c:pt idx="4615">
                  <c:v>39335</c:v>
                </c:pt>
                <c:pt idx="4616">
                  <c:v>39336</c:v>
                </c:pt>
                <c:pt idx="4617">
                  <c:v>39337</c:v>
                </c:pt>
                <c:pt idx="4618">
                  <c:v>39338</c:v>
                </c:pt>
                <c:pt idx="4619">
                  <c:v>39339</c:v>
                </c:pt>
                <c:pt idx="4620">
                  <c:v>39342</c:v>
                </c:pt>
                <c:pt idx="4621">
                  <c:v>39343</c:v>
                </c:pt>
                <c:pt idx="4622">
                  <c:v>39344</c:v>
                </c:pt>
                <c:pt idx="4623">
                  <c:v>39345</c:v>
                </c:pt>
                <c:pt idx="4624">
                  <c:v>39346</c:v>
                </c:pt>
                <c:pt idx="4625">
                  <c:v>39349</c:v>
                </c:pt>
                <c:pt idx="4626">
                  <c:v>39350</c:v>
                </c:pt>
                <c:pt idx="4627">
                  <c:v>39351</c:v>
                </c:pt>
                <c:pt idx="4628">
                  <c:v>39352</c:v>
                </c:pt>
                <c:pt idx="4629">
                  <c:v>39353</c:v>
                </c:pt>
                <c:pt idx="4630">
                  <c:v>39356</c:v>
                </c:pt>
                <c:pt idx="4631">
                  <c:v>39357</c:v>
                </c:pt>
                <c:pt idx="4632">
                  <c:v>39358</c:v>
                </c:pt>
                <c:pt idx="4633">
                  <c:v>39359</c:v>
                </c:pt>
                <c:pt idx="4634">
                  <c:v>39360</c:v>
                </c:pt>
                <c:pt idx="4635">
                  <c:v>39363</c:v>
                </c:pt>
                <c:pt idx="4636">
                  <c:v>39364</c:v>
                </c:pt>
                <c:pt idx="4637">
                  <c:v>39365</c:v>
                </c:pt>
                <c:pt idx="4638">
                  <c:v>39366</c:v>
                </c:pt>
                <c:pt idx="4639">
                  <c:v>39367</c:v>
                </c:pt>
                <c:pt idx="4640">
                  <c:v>39370</c:v>
                </c:pt>
                <c:pt idx="4641">
                  <c:v>39371</c:v>
                </c:pt>
                <c:pt idx="4642">
                  <c:v>39372</c:v>
                </c:pt>
                <c:pt idx="4643">
                  <c:v>39373</c:v>
                </c:pt>
                <c:pt idx="4644">
                  <c:v>39374</c:v>
                </c:pt>
                <c:pt idx="4645">
                  <c:v>39377</c:v>
                </c:pt>
                <c:pt idx="4646">
                  <c:v>39378</c:v>
                </c:pt>
                <c:pt idx="4647">
                  <c:v>39379</c:v>
                </c:pt>
                <c:pt idx="4648">
                  <c:v>39380</c:v>
                </c:pt>
                <c:pt idx="4649">
                  <c:v>39381</c:v>
                </c:pt>
                <c:pt idx="4650">
                  <c:v>39384</c:v>
                </c:pt>
                <c:pt idx="4651">
                  <c:v>39385</c:v>
                </c:pt>
                <c:pt idx="4652">
                  <c:v>39386</c:v>
                </c:pt>
                <c:pt idx="4653">
                  <c:v>39387</c:v>
                </c:pt>
                <c:pt idx="4654">
                  <c:v>39388</c:v>
                </c:pt>
                <c:pt idx="4655">
                  <c:v>39391</c:v>
                </c:pt>
                <c:pt idx="4656">
                  <c:v>39392</c:v>
                </c:pt>
                <c:pt idx="4657">
                  <c:v>39393</c:v>
                </c:pt>
                <c:pt idx="4658">
                  <c:v>39394</c:v>
                </c:pt>
                <c:pt idx="4659">
                  <c:v>39395</c:v>
                </c:pt>
                <c:pt idx="4660">
                  <c:v>39398</c:v>
                </c:pt>
                <c:pt idx="4661">
                  <c:v>39399</c:v>
                </c:pt>
                <c:pt idx="4662">
                  <c:v>39400</c:v>
                </c:pt>
                <c:pt idx="4663">
                  <c:v>39401</c:v>
                </c:pt>
                <c:pt idx="4664">
                  <c:v>39402</c:v>
                </c:pt>
                <c:pt idx="4665">
                  <c:v>39405</c:v>
                </c:pt>
                <c:pt idx="4666">
                  <c:v>39406</c:v>
                </c:pt>
                <c:pt idx="4667">
                  <c:v>39407</c:v>
                </c:pt>
                <c:pt idx="4668">
                  <c:v>39408</c:v>
                </c:pt>
                <c:pt idx="4669">
                  <c:v>39409</c:v>
                </c:pt>
                <c:pt idx="4670">
                  <c:v>39412</c:v>
                </c:pt>
                <c:pt idx="4671">
                  <c:v>39413</c:v>
                </c:pt>
                <c:pt idx="4672">
                  <c:v>39414</c:v>
                </c:pt>
                <c:pt idx="4673">
                  <c:v>39415</c:v>
                </c:pt>
                <c:pt idx="4674">
                  <c:v>39416</c:v>
                </c:pt>
                <c:pt idx="4675">
                  <c:v>39419</c:v>
                </c:pt>
                <c:pt idx="4676">
                  <c:v>39420</c:v>
                </c:pt>
                <c:pt idx="4677">
                  <c:v>39421</c:v>
                </c:pt>
                <c:pt idx="4678">
                  <c:v>39422</c:v>
                </c:pt>
                <c:pt idx="4679">
                  <c:v>39423</c:v>
                </c:pt>
                <c:pt idx="4680">
                  <c:v>39426</c:v>
                </c:pt>
                <c:pt idx="4681">
                  <c:v>39427</c:v>
                </c:pt>
                <c:pt idx="4682">
                  <c:v>39428</c:v>
                </c:pt>
                <c:pt idx="4683">
                  <c:v>39429</c:v>
                </c:pt>
                <c:pt idx="4684">
                  <c:v>39430</c:v>
                </c:pt>
                <c:pt idx="4685">
                  <c:v>39433</c:v>
                </c:pt>
                <c:pt idx="4686">
                  <c:v>39434</c:v>
                </c:pt>
                <c:pt idx="4687">
                  <c:v>39435</c:v>
                </c:pt>
                <c:pt idx="4688">
                  <c:v>39436</c:v>
                </c:pt>
                <c:pt idx="4689">
                  <c:v>39437</c:v>
                </c:pt>
                <c:pt idx="4690">
                  <c:v>39440</c:v>
                </c:pt>
                <c:pt idx="4691">
                  <c:v>39441</c:v>
                </c:pt>
                <c:pt idx="4692">
                  <c:v>39442</c:v>
                </c:pt>
                <c:pt idx="4693">
                  <c:v>39443</c:v>
                </c:pt>
                <c:pt idx="4694">
                  <c:v>39444</c:v>
                </c:pt>
                <c:pt idx="4695">
                  <c:v>39447</c:v>
                </c:pt>
                <c:pt idx="4696">
                  <c:v>39448</c:v>
                </c:pt>
                <c:pt idx="4697">
                  <c:v>39449</c:v>
                </c:pt>
                <c:pt idx="4698">
                  <c:v>39450</c:v>
                </c:pt>
                <c:pt idx="4699">
                  <c:v>39451</c:v>
                </c:pt>
                <c:pt idx="4700">
                  <c:v>39454</c:v>
                </c:pt>
                <c:pt idx="4701">
                  <c:v>39455</c:v>
                </c:pt>
                <c:pt idx="4702">
                  <c:v>39456</c:v>
                </c:pt>
                <c:pt idx="4703">
                  <c:v>39457</c:v>
                </c:pt>
                <c:pt idx="4704">
                  <c:v>39458</c:v>
                </c:pt>
                <c:pt idx="4705">
                  <c:v>39461</c:v>
                </c:pt>
                <c:pt idx="4706">
                  <c:v>39462</c:v>
                </c:pt>
                <c:pt idx="4707">
                  <c:v>39463</c:v>
                </c:pt>
                <c:pt idx="4708">
                  <c:v>39464</c:v>
                </c:pt>
                <c:pt idx="4709">
                  <c:v>39465</c:v>
                </c:pt>
                <c:pt idx="4710">
                  <c:v>39468</c:v>
                </c:pt>
                <c:pt idx="4711">
                  <c:v>39469</c:v>
                </c:pt>
                <c:pt idx="4712">
                  <c:v>39470</c:v>
                </c:pt>
                <c:pt idx="4713">
                  <c:v>39471</c:v>
                </c:pt>
                <c:pt idx="4714">
                  <c:v>39472</c:v>
                </c:pt>
                <c:pt idx="4715">
                  <c:v>39475</c:v>
                </c:pt>
                <c:pt idx="4716">
                  <c:v>39476</c:v>
                </c:pt>
                <c:pt idx="4717">
                  <c:v>39477</c:v>
                </c:pt>
                <c:pt idx="4718">
                  <c:v>39478</c:v>
                </c:pt>
                <c:pt idx="4719">
                  <c:v>39479</c:v>
                </c:pt>
                <c:pt idx="4720">
                  <c:v>39482</c:v>
                </c:pt>
                <c:pt idx="4721">
                  <c:v>39483</c:v>
                </c:pt>
                <c:pt idx="4722">
                  <c:v>39484</c:v>
                </c:pt>
                <c:pt idx="4723">
                  <c:v>39485</c:v>
                </c:pt>
                <c:pt idx="4724">
                  <c:v>39486</c:v>
                </c:pt>
                <c:pt idx="4725">
                  <c:v>39489</c:v>
                </c:pt>
                <c:pt idx="4726">
                  <c:v>39490</c:v>
                </c:pt>
                <c:pt idx="4727">
                  <c:v>39491</c:v>
                </c:pt>
                <c:pt idx="4728">
                  <c:v>39492</c:v>
                </c:pt>
                <c:pt idx="4729">
                  <c:v>39493</c:v>
                </c:pt>
                <c:pt idx="4730">
                  <c:v>39496</c:v>
                </c:pt>
                <c:pt idx="4731">
                  <c:v>39497</c:v>
                </c:pt>
                <c:pt idx="4732">
                  <c:v>39498</c:v>
                </c:pt>
                <c:pt idx="4733">
                  <c:v>39499</c:v>
                </c:pt>
                <c:pt idx="4734">
                  <c:v>39500</c:v>
                </c:pt>
                <c:pt idx="4735">
                  <c:v>39503</c:v>
                </c:pt>
                <c:pt idx="4736">
                  <c:v>39504</c:v>
                </c:pt>
                <c:pt idx="4737">
                  <c:v>39505</c:v>
                </c:pt>
                <c:pt idx="4738">
                  <c:v>39506</c:v>
                </c:pt>
                <c:pt idx="4739">
                  <c:v>39507</c:v>
                </c:pt>
                <c:pt idx="4740">
                  <c:v>39510</c:v>
                </c:pt>
                <c:pt idx="4741">
                  <c:v>39511</c:v>
                </c:pt>
                <c:pt idx="4742">
                  <c:v>39512</c:v>
                </c:pt>
                <c:pt idx="4743">
                  <c:v>39513</c:v>
                </c:pt>
                <c:pt idx="4744">
                  <c:v>39514</c:v>
                </c:pt>
                <c:pt idx="4745">
                  <c:v>39517</c:v>
                </c:pt>
                <c:pt idx="4746">
                  <c:v>39518</c:v>
                </c:pt>
                <c:pt idx="4747">
                  <c:v>39519</c:v>
                </c:pt>
                <c:pt idx="4748">
                  <c:v>39520</c:v>
                </c:pt>
                <c:pt idx="4749">
                  <c:v>39521</c:v>
                </c:pt>
                <c:pt idx="4750">
                  <c:v>39524</c:v>
                </c:pt>
                <c:pt idx="4751">
                  <c:v>39525</c:v>
                </c:pt>
                <c:pt idx="4752">
                  <c:v>39526</c:v>
                </c:pt>
                <c:pt idx="4753">
                  <c:v>39527</c:v>
                </c:pt>
                <c:pt idx="4754">
                  <c:v>39528</c:v>
                </c:pt>
                <c:pt idx="4755">
                  <c:v>39531</c:v>
                </c:pt>
                <c:pt idx="4756">
                  <c:v>39532</c:v>
                </c:pt>
                <c:pt idx="4757">
                  <c:v>39533</c:v>
                </c:pt>
                <c:pt idx="4758">
                  <c:v>39534</c:v>
                </c:pt>
                <c:pt idx="4759">
                  <c:v>39535</c:v>
                </c:pt>
                <c:pt idx="4760">
                  <c:v>39538</c:v>
                </c:pt>
                <c:pt idx="4761">
                  <c:v>39539</c:v>
                </c:pt>
                <c:pt idx="4762">
                  <c:v>39540</c:v>
                </c:pt>
                <c:pt idx="4763">
                  <c:v>39541</c:v>
                </c:pt>
                <c:pt idx="4764">
                  <c:v>39542</c:v>
                </c:pt>
                <c:pt idx="4765">
                  <c:v>39545</c:v>
                </c:pt>
                <c:pt idx="4766">
                  <c:v>39546</c:v>
                </c:pt>
                <c:pt idx="4767">
                  <c:v>39547</c:v>
                </c:pt>
                <c:pt idx="4768">
                  <c:v>39548</c:v>
                </c:pt>
                <c:pt idx="4769">
                  <c:v>39549</c:v>
                </c:pt>
                <c:pt idx="4770">
                  <c:v>39552</c:v>
                </c:pt>
                <c:pt idx="4771">
                  <c:v>39553</c:v>
                </c:pt>
                <c:pt idx="4772">
                  <c:v>39554</c:v>
                </c:pt>
                <c:pt idx="4773">
                  <c:v>39555</c:v>
                </c:pt>
                <c:pt idx="4774">
                  <c:v>39556</c:v>
                </c:pt>
                <c:pt idx="4775">
                  <c:v>39559</c:v>
                </c:pt>
                <c:pt idx="4776">
                  <c:v>39560</c:v>
                </c:pt>
                <c:pt idx="4777">
                  <c:v>39561</c:v>
                </c:pt>
                <c:pt idx="4778">
                  <c:v>39562</c:v>
                </c:pt>
                <c:pt idx="4779">
                  <c:v>39563</c:v>
                </c:pt>
                <c:pt idx="4780">
                  <c:v>39566</c:v>
                </c:pt>
                <c:pt idx="4781">
                  <c:v>39567</c:v>
                </c:pt>
                <c:pt idx="4782">
                  <c:v>39568</c:v>
                </c:pt>
                <c:pt idx="4783">
                  <c:v>39569</c:v>
                </c:pt>
                <c:pt idx="4784">
                  <c:v>39570</c:v>
                </c:pt>
                <c:pt idx="4785">
                  <c:v>39573</c:v>
                </c:pt>
                <c:pt idx="4786">
                  <c:v>39574</c:v>
                </c:pt>
                <c:pt idx="4787">
                  <c:v>39575</c:v>
                </c:pt>
                <c:pt idx="4788">
                  <c:v>39576</c:v>
                </c:pt>
                <c:pt idx="4789">
                  <c:v>39577</c:v>
                </c:pt>
                <c:pt idx="4790">
                  <c:v>39580</c:v>
                </c:pt>
                <c:pt idx="4791">
                  <c:v>39581</c:v>
                </c:pt>
                <c:pt idx="4792">
                  <c:v>39582</c:v>
                </c:pt>
                <c:pt idx="4793">
                  <c:v>39583</c:v>
                </c:pt>
                <c:pt idx="4794">
                  <c:v>39584</c:v>
                </c:pt>
                <c:pt idx="4795">
                  <c:v>39587</c:v>
                </c:pt>
                <c:pt idx="4796">
                  <c:v>39588</c:v>
                </c:pt>
                <c:pt idx="4797">
                  <c:v>39589</c:v>
                </c:pt>
                <c:pt idx="4798">
                  <c:v>39590</c:v>
                </c:pt>
                <c:pt idx="4799">
                  <c:v>39591</c:v>
                </c:pt>
                <c:pt idx="4800">
                  <c:v>39594</c:v>
                </c:pt>
                <c:pt idx="4801">
                  <c:v>39595</c:v>
                </c:pt>
                <c:pt idx="4802">
                  <c:v>39596</c:v>
                </c:pt>
                <c:pt idx="4803">
                  <c:v>39597</c:v>
                </c:pt>
                <c:pt idx="4804">
                  <c:v>39598</c:v>
                </c:pt>
                <c:pt idx="4805">
                  <c:v>39601</c:v>
                </c:pt>
                <c:pt idx="4806">
                  <c:v>39602</c:v>
                </c:pt>
                <c:pt idx="4807">
                  <c:v>39603</c:v>
                </c:pt>
                <c:pt idx="4808">
                  <c:v>39604</c:v>
                </c:pt>
                <c:pt idx="4809">
                  <c:v>39605</c:v>
                </c:pt>
                <c:pt idx="4810">
                  <c:v>39608</c:v>
                </c:pt>
                <c:pt idx="4811">
                  <c:v>39609</c:v>
                </c:pt>
                <c:pt idx="4812">
                  <c:v>39610</c:v>
                </c:pt>
                <c:pt idx="4813">
                  <c:v>39611</c:v>
                </c:pt>
                <c:pt idx="4814">
                  <c:v>39612</c:v>
                </c:pt>
                <c:pt idx="4815">
                  <c:v>39615</c:v>
                </c:pt>
                <c:pt idx="4816">
                  <c:v>39616</c:v>
                </c:pt>
                <c:pt idx="4817">
                  <c:v>39617</c:v>
                </c:pt>
                <c:pt idx="4818">
                  <c:v>39618</c:v>
                </c:pt>
                <c:pt idx="4819">
                  <c:v>39619</c:v>
                </c:pt>
                <c:pt idx="4820">
                  <c:v>39622</c:v>
                </c:pt>
                <c:pt idx="4821">
                  <c:v>39623</c:v>
                </c:pt>
                <c:pt idx="4822">
                  <c:v>39624</c:v>
                </c:pt>
                <c:pt idx="4823">
                  <c:v>39625</c:v>
                </c:pt>
                <c:pt idx="4824">
                  <c:v>39626</c:v>
                </c:pt>
                <c:pt idx="4825">
                  <c:v>39629</c:v>
                </c:pt>
                <c:pt idx="4826">
                  <c:v>39630</c:v>
                </c:pt>
                <c:pt idx="4827">
                  <c:v>39631</c:v>
                </c:pt>
                <c:pt idx="4828">
                  <c:v>39632</c:v>
                </c:pt>
                <c:pt idx="4829">
                  <c:v>39633</c:v>
                </c:pt>
                <c:pt idx="4830">
                  <c:v>39636</c:v>
                </c:pt>
                <c:pt idx="4831">
                  <c:v>39637</c:v>
                </c:pt>
                <c:pt idx="4832">
                  <c:v>39638</c:v>
                </c:pt>
                <c:pt idx="4833">
                  <c:v>39639</c:v>
                </c:pt>
                <c:pt idx="4834">
                  <c:v>39640</c:v>
                </c:pt>
                <c:pt idx="4835">
                  <c:v>39643</c:v>
                </c:pt>
                <c:pt idx="4836">
                  <c:v>39644</c:v>
                </c:pt>
                <c:pt idx="4837">
                  <c:v>39645</c:v>
                </c:pt>
                <c:pt idx="4838">
                  <c:v>39646</c:v>
                </c:pt>
                <c:pt idx="4839">
                  <c:v>39647</c:v>
                </c:pt>
                <c:pt idx="4840">
                  <c:v>39650</c:v>
                </c:pt>
                <c:pt idx="4841">
                  <c:v>39651</c:v>
                </c:pt>
                <c:pt idx="4842">
                  <c:v>39652</c:v>
                </c:pt>
                <c:pt idx="4843">
                  <c:v>39653</c:v>
                </c:pt>
                <c:pt idx="4844">
                  <c:v>39654</c:v>
                </c:pt>
                <c:pt idx="4845">
                  <c:v>39657</c:v>
                </c:pt>
                <c:pt idx="4846">
                  <c:v>39658</c:v>
                </c:pt>
                <c:pt idx="4847">
                  <c:v>39659</c:v>
                </c:pt>
                <c:pt idx="4848">
                  <c:v>39660</c:v>
                </c:pt>
                <c:pt idx="4849">
                  <c:v>39661</c:v>
                </c:pt>
                <c:pt idx="4850">
                  <c:v>39664</c:v>
                </c:pt>
                <c:pt idx="4851">
                  <c:v>39665</c:v>
                </c:pt>
                <c:pt idx="4852">
                  <c:v>39666</c:v>
                </c:pt>
                <c:pt idx="4853">
                  <c:v>39667</c:v>
                </c:pt>
                <c:pt idx="4854">
                  <c:v>39668</c:v>
                </c:pt>
                <c:pt idx="4855">
                  <c:v>39671</c:v>
                </c:pt>
                <c:pt idx="4856">
                  <c:v>39672</c:v>
                </c:pt>
                <c:pt idx="4857">
                  <c:v>39673</c:v>
                </c:pt>
                <c:pt idx="4858">
                  <c:v>39674</c:v>
                </c:pt>
                <c:pt idx="4859">
                  <c:v>39675</c:v>
                </c:pt>
                <c:pt idx="4860">
                  <c:v>39678</c:v>
                </c:pt>
                <c:pt idx="4861">
                  <c:v>39679</c:v>
                </c:pt>
                <c:pt idx="4862">
                  <c:v>39680</c:v>
                </c:pt>
                <c:pt idx="4863">
                  <c:v>39681</c:v>
                </c:pt>
                <c:pt idx="4864">
                  <c:v>39682</c:v>
                </c:pt>
                <c:pt idx="4865">
                  <c:v>39685</c:v>
                </c:pt>
                <c:pt idx="4866">
                  <c:v>39686</c:v>
                </c:pt>
                <c:pt idx="4867">
                  <c:v>39687</c:v>
                </c:pt>
                <c:pt idx="4868">
                  <c:v>39688</c:v>
                </c:pt>
                <c:pt idx="4869">
                  <c:v>39689</c:v>
                </c:pt>
                <c:pt idx="4870">
                  <c:v>39692</c:v>
                </c:pt>
                <c:pt idx="4871">
                  <c:v>39693</c:v>
                </c:pt>
                <c:pt idx="4872">
                  <c:v>39694</c:v>
                </c:pt>
                <c:pt idx="4873">
                  <c:v>39695</c:v>
                </c:pt>
                <c:pt idx="4874">
                  <c:v>39696</c:v>
                </c:pt>
                <c:pt idx="4875">
                  <c:v>39699</c:v>
                </c:pt>
                <c:pt idx="4876">
                  <c:v>39700</c:v>
                </c:pt>
                <c:pt idx="4877">
                  <c:v>39701</c:v>
                </c:pt>
                <c:pt idx="4878">
                  <c:v>39702</c:v>
                </c:pt>
                <c:pt idx="4879">
                  <c:v>39703</c:v>
                </c:pt>
                <c:pt idx="4880">
                  <c:v>39706</c:v>
                </c:pt>
                <c:pt idx="4881">
                  <c:v>39707</c:v>
                </c:pt>
                <c:pt idx="4882">
                  <c:v>39708</c:v>
                </c:pt>
                <c:pt idx="4883">
                  <c:v>39709</c:v>
                </c:pt>
                <c:pt idx="4884">
                  <c:v>39710</c:v>
                </c:pt>
                <c:pt idx="4885">
                  <c:v>39713</c:v>
                </c:pt>
                <c:pt idx="4886">
                  <c:v>39714</c:v>
                </c:pt>
                <c:pt idx="4887">
                  <c:v>39715</c:v>
                </c:pt>
                <c:pt idx="4888">
                  <c:v>39716</c:v>
                </c:pt>
                <c:pt idx="4889">
                  <c:v>39717</c:v>
                </c:pt>
                <c:pt idx="4890">
                  <c:v>39720</c:v>
                </c:pt>
                <c:pt idx="4891">
                  <c:v>39721</c:v>
                </c:pt>
                <c:pt idx="4892">
                  <c:v>39722</c:v>
                </c:pt>
                <c:pt idx="4893">
                  <c:v>39723</c:v>
                </c:pt>
                <c:pt idx="4894">
                  <c:v>39724</c:v>
                </c:pt>
                <c:pt idx="4895">
                  <c:v>39727</c:v>
                </c:pt>
                <c:pt idx="4896">
                  <c:v>39728</c:v>
                </c:pt>
                <c:pt idx="4897">
                  <c:v>39729</c:v>
                </c:pt>
                <c:pt idx="4898">
                  <c:v>39730</c:v>
                </c:pt>
                <c:pt idx="4899">
                  <c:v>39731</c:v>
                </c:pt>
                <c:pt idx="4900">
                  <c:v>39734</c:v>
                </c:pt>
                <c:pt idx="4901">
                  <c:v>39735</c:v>
                </c:pt>
                <c:pt idx="4902">
                  <c:v>39736</c:v>
                </c:pt>
                <c:pt idx="4903">
                  <c:v>39737</c:v>
                </c:pt>
                <c:pt idx="4904">
                  <c:v>39738</c:v>
                </c:pt>
                <c:pt idx="4905">
                  <c:v>39741</c:v>
                </c:pt>
                <c:pt idx="4906">
                  <c:v>39742</c:v>
                </c:pt>
                <c:pt idx="4907">
                  <c:v>39743</c:v>
                </c:pt>
                <c:pt idx="4908">
                  <c:v>39744</c:v>
                </c:pt>
                <c:pt idx="4909">
                  <c:v>39745</c:v>
                </c:pt>
                <c:pt idx="4910">
                  <c:v>39748</c:v>
                </c:pt>
                <c:pt idx="4911">
                  <c:v>39749</c:v>
                </c:pt>
                <c:pt idx="4912">
                  <c:v>39750</c:v>
                </c:pt>
                <c:pt idx="4913">
                  <c:v>39751</c:v>
                </c:pt>
                <c:pt idx="4914">
                  <c:v>39752</c:v>
                </c:pt>
                <c:pt idx="4915">
                  <c:v>39755</c:v>
                </c:pt>
                <c:pt idx="4916">
                  <c:v>39756</c:v>
                </c:pt>
                <c:pt idx="4917">
                  <c:v>39757</c:v>
                </c:pt>
                <c:pt idx="4918">
                  <c:v>39758</c:v>
                </c:pt>
                <c:pt idx="4919">
                  <c:v>39759</c:v>
                </c:pt>
                <c:pt idx="4920">
                  <c:v>39762</c:v>
                </c:pt>
                <c:pt idx="4921">
                  <c:v>39763</c:v>
                </c:pt>
                <c:pt idx="4922">
                  <c:v>39764</c:v>
                </c:pt>
                <c:pt idx="4923">
                  <c:v>39765</c:v>
                </c:pt>
                <c:pt idx="4924">
                  <c:v>39766</c:v>
                </c:pt>
                <c:pt idx="4925">
                  <c:v>39769</c:v>
                </c:pt>
                <c:pt idx="4926">
                  <c:v>39770</c:v>
                </c:pt>
                <c:pt idx="4927">
                  <c:v>39771</c:v>
                </c:pt>
                <c:pt idx="4928">
                  <c:v>39772</c:v>
                </c:pt>
                <c:pt idx="4929">
                  <c:v>39773</c:v>
                </c:pt>
                <c:pt idx="4930">
                  <c:v>39776</c:v>
                </c:pt>
                <c:pt idx="4931">
                  <c:v>39777</c:v>
                </c:pt>
                <c:pt idx="4932">
                  <c:v>39778</c:v>
                </c:pt>
                <c:pt idx="4933">
                  <c:v>39779</c:v>
                </c:pt>
                <c:pt idx="4934">
                  <c:v>39780</c:v>
                </c:pt>
                <c:pt idx="4935">
                  <c:v>39783</c:v>
                </c:pt>
                <c:pt idx="4936">
                  <c:v>39784</c:v>
                </c:pt>
                <c:pt idx="4937">
                  <c:v>39785</c:v>
                </c:pt>
                <c:pt idx="4938">
                  <c:v>39786</c:v>
                </c:pt>
                <c:pt idx="4939">
                  <c:v>39787</c:v>
                </c:pt>
                <c:pt idx="4940">
                  <c:v>39790</c:v>
                </c:pt>
                <c:pt idx="4941">
                  <c:v>39791</c:v>
                </c:pt>
                <c:pt idx="4942">
                  <c:v>39792</c:v>
                </c:pt>
                <c:pt idx="4943">
                  <c:v>39793</c:v>
                </c:pt>
                <c:pt idx="4944">
                  <c:v>39794</c:v>
                </c:pt>
                <c:pt idx="4945">
                  <c:v>39797</c:v>
                </c:pt>
                <c:pt idx="4946">
                  <c:v>39798</c:v>
                </c:pt>
                <c:pt idx="4947">
                  <c:v>39799</c:v>
                </c:pt>
                <c:pt idx="4948">
                  <c:v>39800</c:v>
                </c:pt>
                <c:pt idx="4949">
                  <c:v>39801</c:v>
                </c:pt>
                <c:pt idx="4950">
                  <c:v>39804</c:v>
                </c:pt>
                <c:pt idx="4951">
                  <c:v>39805</c:v>
                </c:pt>
                <c:pt idx="4952">
                  <c:v>39806</c:v>
                </c:pt>
                <c:pt idx="4953">
                  <c:v>39807</c:v>
                </c:pt>
                <c:pt idx="4954">
                  <c:v>39808</c:v>
                </c:pt>
                <c:pt idx="4955">
                  <c:v>39811</c:v>
                </c:pt>
                <c:pt idx="4956">
                  <c:v>39812</c:v>
                </c:pt>
                <c:pt idx="4957">
                  <c:v>39813</c:v>
                </c:pt>
                <c:pt idx="4958">
                  <c:v>39814</c:v>
                </c:pt>
                <c:pt idx="4959">
                  <c:v>39815</c:v>
                </c:pt>
                <c:pt idx="4960">
                  <c:v>39818</c:v>
                </c:pt>
                <c:pt idx="4961">
                  <c:v>39819</c:v>
                </c:pt>
                <c:pt idx="4962">
                  <c:v>39820</c:v>
                </c:pt>
                <c:pt idx="4963">
                  <c:v>39821</c:v>
                </c:pt>
                <c:pt idx="4964">
                  <c:v>39822</c:v>
                </c:pt>
                <c:pt idx="4965">
                  <c:v>39825</c:v>
                </c:pt>
                <c:pt idx="4966">
                  <c:v>39826</c:v>
                </c:pt>
                <c:pt idx="4967">
                  <c:v>39827</c:v>
                </c:pt>
                <c:pt idx="4968">
                  <c:v>39828</c:v>
                </c:pt>
                <c:pt idx="4969">
                  <c:v>39829</c:v>
                </c:pt>
                <c:pt idx="4970">
                  <c:v>39832</c:v>
                </c:pt>
                <c:pt idx="4971">
                  <c:v>39833</c:v>
                </c:pt>
                <c:pt idx="4972">
                  <c:v>39834</c:v>
                </c:pt>
                <c:pt idx="4973">
                  <c:v>39835</c:v>
                </c:pt>
                <c:pt idx="4974">
                  <c:v>39836</c:v>
                </c:pt>
                <c:pt idx="4975">
                  <c:v>39839</c:v>
                </c:pt>
                <c:pt idx="4976">
                  <c:v>39840</c:v>
                </c:pt>
                <c:pt idx="4977">
                  <c:v>39841</c:v>
                </c:pt>
                <c:pt idx="4978">
                  <c:v>39842</c:v>
                </c:pt>
                <c:pt idx="4979">
                  <c:v>39843</c:v>
                </c:pt>
                <c:pt idx="4980">
                  <c:v>39846</c:v>
                </c:pt>
                <c:pt idx="4981">
                  <c:v>39847</c:v>
                </c:pt>
                <c:pt idx="4982">
                  <c:v>39848</c:v>
                </c:pt>
                <c:pt idx="4983">
                  <c:v>39849</c:v>
                </c:pt>
                <c:pt idx="4984">
                  <c:v>39850</c:v>
                </c:pt>
                <c:pt idx="4985">
                  <c:v>39853</c:v>
                </c:pt>
                <c:pt idx="4986">
                  <c:v>39854</c:v>
                </c:pt>
                <c:pt idx="4987">
                  <c:v>39855</c:v>
                </c:pt>
                <c:pt idx="4988">
                  <c:v>39856</c:v>
                </c:pt>
                <c:pt idx="4989">
                  <c:v>39857</c:v>
                </c:pt>
                <c:pt idx="4990">
                  <c:v>39860</c:v>
                </c:pt>
                <c:pt idx="4991">
                  <c:v>39861</c:v>
                </c:pt>
                <c:pt idx="4992">
                  <c:v>39862</c:v>
                </c:pt>
                <c:pt idx="4993">
                  <c:v>39863</c:v>
                </c:pt>
                <c:pt idx="4994">
                  <c:v>39864</c:v>
                </c:pt>
                <c:pt idx="4995">
                  <c:v>39867</c:v>
                </c:pt>
                <c:pt idx="4996">
                  <c:v>39868</c:v>
                </c:pt>
                <c:pt idx="4997">
                  <c:v>39869</c:v>
                </c:pt>
                <c:pt idx="4998">
                  <c:v>39870</c:v>
                </c:pt>
                <c:pt idx="4999">
                  <c:v>39871</c:v>
                </c:pt>
                <c:pt idx="5000">
                  <c:v>39874</c:v>
                </c:pt>
                <c:pt idx="5001">
                  <c:v>39875</c:v>
                </c:pt>
                <c:pt idx="5002">
                  <c:v>39876</c:v>
                </c:pt>
                <c:pt idx="5003">
                  <c:v>39877</c:v>
                </c:pt>
                <c:pt idx="5004">
                  <c:v>39878</c:v>
                </c:pt>
                <c:pt idx="5005">
                  <c:v>39881</c:v>
                </c:pt>
                <c:pt idx="5006">
                  <c:v>39882</c:v>
                </c:pt>
                <c:pt idx="5007">
                  <c:v>39883</c:v>
                </c:pt>
                <c:pt idx="5008">
                  <c:v>39884</c:v>
                </c:pt>
                <c:pt idx="5009">
                  <c:v>39885</c:v>
                </c:pt>
                <c:pt idx="5010">
                  <c:v>39888</c:v>
                </c:pt>
                <c:pt idx="5011">
                  <c:v>39889</c:v>
                </c:pt>
                <c:pt idx="5012">
                  <c:v>39890</c:v>
                </c:pt>
                <c:pt idx="5013">
                  <c:v>39891</c:v>
                </c:pt>
                <c:pt idx="5014">
                  <c:v>39892</c:v>
                </c:pt>
                <c:pt idx="5015">
                  <c:v>39895</c:v>
                </c:pt>
                <c:pt idx="5016">
                  <c:v>39896</c:v>
                </c:pt>
                <c:pt idx="5017">
                  <c:v>39897</c:v>
                </c:pt>
                <c:pt idx="5018">
                  <c:v>39898</c:v>
                </c:pt>
                <c:pt idx="5019">
                  <c:v>39899</c:v>
                </c:pt>
                <c:pt idx="5020">
                  <c:v>39902</c:v>
                </c:pt>
                <c:pt idx="5021">
                  <c:v>39903</c:v>
                </c:pt>
                <c:pt idx="5022">
                  <c:v>39904</c:v>
                </c:pt>
                <c:pt idx="5023">
                  <c:v>39905</c:v>
                </c:pt>
                <c:pt idx="5024">
                  <c:v>39906</c:v>
                </c:pt>
                <c:pt idx="5025">
                  <c:v>39909</c:v>
                </c:pt>
                <c:pt idx="5026">
                  <c:v>39910</c:v>
                </c:pt>
                <c:pt idx="5027">
                  <c:v>39911</c:v>
                </c:pt>
                <c:pt idx="5028">
                  <c:v>39912</c:v>
                </c:pt>
                <c:pt idx="5029">
                  <c:v>39913</c:v>
                </c:pt>
                <c:pt idx="5030">
                  <c:v>39916</c:v>
                </c:pt>
                <c:pt idx="5031">
                  <c:v>39917</c:v>
                </c:pt>
                <c:pt idx="5032">
                  <c:v>39918</c:v>
                </c:pt>
                <c:pt idx="5033">
                  <c:v>39919</c:v>
                </c:pt>
                <c:pt idx="5034">
                  <c:v>39920</c:v>
                </c:pt>
                <c:pt idx="5035">
                  <c:v>39923</c:v>
                </c:pt>
                <c:pt idx="5036">
                  <c:v>39924</c:v>
                </c:pt>
                <c:pt idx="5037">
                  <c:v>39925</c:v>
                </c:pt>
                <c:pt idx="5038">
                  <c:v>39926</c:v>
                </c:pt>
                <c:pt idx="5039">
                  <c:v>39927</c:v>
                </c:pt>
                <c:pt idx="5040">
                  <c:v>39930</c:v>
                </c:pt>
                <c:pt idx="5041">
                  <c:v>39931</c:v>
                </c:pt>
                <c:pt idx="5042">
                  <c:v>39932</c:v>
                </c:pt>
                <c:pt idx="5043">
                  <c:v>39933</c:v>
                </c:pt>
                <c:pt idx="5044">
                  <c:v>39934</c:v>
                </c:pt>
                <c:pt idx="5045">
                  <c:v>39937</c:v>
                </c:pt>
                <c:pt idx="5046">
                  <c:v>39938</c:v>
                </c:pt>
                <c:pt idx="5047">
                  <c:v>39939</c:v>
                </c:pt>
                <c:pt idx="5048">
                  <c:v>39940</c:v>
                </c:pt>
                <c:pt idx="5049">
                  <c:v>39941</c:v>
                </c:pt>
                <c:pt idx="5050">
                  <c:v>39944</c:v>
                </c:pt>
                <c:pt idx="5051">
                  <c:v>39945</c:v>
                </c:pt>
                <c:pt idx="5052">
                  <c:v>39946</c:v>
                </c:pt>
                <c:pt idx="5053">
                  <c:v>39947</c:v>
                </c:pt>
                <c:pt idx="5054">
                  <c:v>39948</c:v>
                </c:pt>
                <c:pt idx="5055">
                  <c:v>39951</c:v>
                </c:pt>
                <c:pt idx="5056">
                  <c:v>39952</c:v>
                </c:pt>
                <c:pt idx="5057">
                  <c:v>39953</c:v>
                </c:pt>
                <c:pt idx="5058">
                  <c:v>39954</c:v>
                </c:pt>
                <c:pt idx="5059">
                  <c:v>39955</c:v>
                </c:pt>
                <c:pt idx="5060">
                  <c:v>39958</c:v>
                </c:pt>
                <c:pt idx="5061">
                  <c:v>39959</c:v>
                </c:pt>
                <c:pt idx="5062">
                  <c:v>39960</c:v>
                </c:pt>
                <c:pt idx="5063">
                  <c:v>39961</c:v>
                </c:pt>
                <c:pt idx="5064">
                  <c:v>39962</c:v>
                </c:pt>
                <c:pt idx="5065">
                  <c:v>39965</c:v>
                </c:pt>
                <c:pt idx="5066">
                  <c:v>39966</c:v>
                </c:pt>
                <c:pt idx="5067">
                  <c:v>39967</c:v>
                </c:pt>
                <c:pt idx="5068">
                  <c:v>39968</c:v>
                </c:pt>
                <c:pt idx="5069">
                  <c:v>39969</c:v>
                </c:pt>
                <c:pt idx="5070">
                  <c:v>39972</c:v>
                </c:pt>
                <c:pt idx="5071">
                  <c:v>39973</c:v>
                </c:pt>
                <c:pt idx="5072">
                  <c:v>39974</c:v>
                </c:pt>
                <c:pt idx="5073">
                  <c:v>39975</c:v>
                </c:pt>
                <c:pt idx="5074">
                  <c:v>39976</c:v>
                </c:pt>
                <c:pt idx="5075">
                  <c:v>39979</c:v>
                </c:pt>
                <c:pt idx="5076">
                  <c:v>39980</c:v>
                </c:pt>
                <c:pt idx="5077">
                  <c:v>39981</c:v>
                </c:pt>
                <c:pt idx="5078">
                  <c:v>39982</c:v>
                </c:pt>
                <c:pt idx="5079">
                  <c:v>39983</c:v>
                </c:pt>
                <c:pt idx="5080">
                  <c:v>39986</c:v>
                </c:pt>
                <c:pt idx="5081">
                  <c:v>39987</c:v>
                </c:pt>
                <c:pt idx="5082">
                  <c:v>39988</c:v>
                </c:pt>
                <c:pt idx="5083">
                  <c:v>39989</c:v>
                </c:pt>
                <c:pt idx="5084">
                  <c:v>39990</c:v>
                </c:pt>
                <c:pt idx="5085">
                  <c:v>39993</c:v>
                </c:pt>
                <c:pt idx="5086">
                  <c:v>39994</c:v>
                </c:pt>
                <c:pt idx="5087">
                  <c:v>39995</c:v>
                </c:pt>
                <c:pt idx="5088">
                  <c:v>39996</c:v>
                </c:pt>
                <c:pt idx="5089">
                  <c:v>39997</c:v>
                </c:pt>
                <c:pt idx="5090">
                  <c:v>40000</c:v>
                </c:pt>
                <c:pt idx="5091">
                  <c:v>40001</c:v>
                </c:pt>
                <c:pt idx="5092">
                  <c:v>40002</c:v>
                </c:pt>
                <c:pt idx="5093">
                  <c:v>40003</c:v>
                </c:pt>
                <c:pt idx="5094">
                  <c:v>40004</c:v>
                </c:pt>
                <c:pt idx="5095">
                  <c:v>40007</c:v>
                </c:pt>
                <c:pt idx="5096">
                  <c:v>40008</c:v>
                </c:pt>
                <c:pt idx="5097">
                  <c:v>40009</c:v>
                </c:pt>
                <c:pt idx="5098">
                  <c:v>40010</c:v>
                </c:pt>
                <c:pt idx="5099">
                  <c:v>40011</c:v>
                </c:pt>
                <c:pt idx="5100">
                  <c:v>40014</c:v>
                </c:pt>
                <c:pt idx="5101">
                  <c:v>40015</c:v>
                </c:pt>
                <c:pt idx="5102">
                  <c:v>40016</c:v>
                </c:pt>
                <c:pt idx="5103">
                  <c:v>40017</c:v>
                </c:pt>
                <c:pt idx="5104">
                  <c:v>40018</c:v>
                </c:pt>
                <c:pt idx="5105">
                  <c:v>40021</c:v>
                </c:pt>
                <c:pt idx="5106">
                  <c:v>40022</c:v>
                </c:pt>
                <c:pt idx="5107">
                  <c:v>40023</c:v>
                </c:pt>
                <c:pt idx="5108">
                  <c:v>40024</c:v>
                </c:pt>
                <c:pt idx="5109">
                  <c:v>40025</c:v>
                </c:pt>
                <c:pt idx="5110">
                  <c:v>40028</c:v>
                </c:pt>
                <c:pt idx="5111">
                  <c:v>40029</c:v>
                </c:pt>
                <c:pt idx="5112">
                  <c:v>40030</c:v>
                </c:pt>
                <c:pt idx="5113">
                  <c:v>40031</c:v>
                </c:pt>
                <c:pt idx="5114">
                  <c:v>40032</c:v>
                </c:pt>
                <c:pt idx="5115">
                  <c:v>40035</c:v>
                </c:pt>
                <c:pt idx="5116">
                  <c:v>40036</c:v>
                </c:pt>
                <c:pt idx="5117">
                  <c:v>40037</c:v>
                </c:pt>
                <c:pt idx="5118">
                  <c:v>40038</c:v>
                </c:pt>
                <c:pt idx="5119">
                  <c:v>40039</c:v>
                </c:pt>
                <c:pt idx="5120">
                  <c:v>40042</c:v>
                </c:pt>
                <c:pt idx="5121">
                  <c:v>40043</c:v>
                </c:pt>
                <c:pt idx="5122">
                  <c:v>40044</c:v>
                </c:pt>
                <c:pt idx="5123">
                  <c:v>40045</c:v>
                </c:pt>
                <c:pt idx="5124">
                  <c:v>40046</c:v>
                </c:pt>
                <c:pt idx="5125">
                  <c:v>40049</c:v>
                </c:pt>
                <c:pt idx="5126">
                  <c:v>40050</c:v>
                </c:pt>
                <c:pt idx="5127">
                  <c:v>40051</c:v>
                </c:pt>
                <c:pt idx="5128">
                  <c:v>40052</c:v>
                </c:pt>
                <c:pt idx="5129">
                  <c:v>40053</c:v>
                </c:pt>
                <c:pt idx="5130">
                  <c:v>40056</c:v>
                </c:pt>
                <c:pt idx="5131">
                  <c:v>40057</c:v>
                </c:pt>
                <c:pt idx="5132">
                  <c:v>40058</c:v>
                </c:pt>
                <c:pt idx="5133">
                  <c:v>40059</c:v>
                </c:pt>
                <c:pt idx="5134">
                  <c:v>40060</c:v>
                </c:pt>
                <c:pt idx="5135">
                  <c:v>40063</c:v>
                </c:pt>
                <c:pt idx="5136">
                  <c:v>40064</c:v>
                </c:pt>
                <c:pt idx="5137">
                  <c:v>40065</c:v>
                </c:pt>
                <c:pt idx="5138">
                  <c:v>40066</c:v>
                </c:pt>
                <c:pt idx="5139">
                  <c:v>40067</c:v>
                </c:pt>
                <c:pt idx="5140">
                  <c:v>40070</c:v>
                </c:pt>
                <c:pt idx="5141">
                  <c:v>40071</c:v>
                </c:pt>
                <c:pt idx="5142">
                  <c:v>40072</c:v>
                </c:pt>
                <c:pt idx="5143">
                  <c:v>40073</c:v>
                </c:pt>
                <c:pt idx="5144">
                  <c:v>40074</c:v>
                </c:pt>
                <c:pt idx="5145">
                  <c:v>40077</c:v>
                </c:pt>
                <c:pt idx="5146">
                  <c:v>40078</c:v>
                </c:pt>
                <c:pt idx="5147">
                  <c:v>40079</c:v>
                </c:pt>
                <c:pt idx="5148">
                  <c:v>40080</c:v>
                </c:pt>
                <c:pt idx="5149">
                  <c:v>40081</c:v>
                </c:pt>
                <c:pt idx="5150">
                  <c:v>40084</c:v>
                </c:pt>
                <c:pt idx="5151">
                  <c:v>40085</c:v>
                </c:pt>
                <c:pt idx="5152">
                  <c:v>40086</c:v>
                </c:pt>
                <c:pt idx="5153">
                  <c:v>40087</c:v>
                </c:pt>
                <c:pt idx="5154">
                  <c:v>40088</c:v>
                </c:pt>
                <c:pt idx="5155">
                  <c:v>40091</c:v>
                </c:pt>
                <c:pt idx="5156">
                  <c:v>40092</c:v>
                </c:pt>
                <c:pt idx="5157">
                  <c:v>40093</c:v>
                </c:pt>
                <c:pt idx="5158">
                  <c:v>40094</c:v>
                </c:pt>
                <c:pt idx="5159">
                  <c:v>40095</c:v>
                </c:pt>
                <c:pt idx="5160">
                  <c:v>40098</c:v>
                </c:pt>
                <c:pt idx="5161">
                  <c:v>40099</c:v>
                </c:pt>
                <c:pt idx="5162">
                  <c:v>40100</c:v>
                </c:pt>
                <c:pt idx="5163">
                  <c:v>40101</c:v>
                </c:pt>
                <c:pt idx="5164">
                  <c:v>40102</c:v>
                </c:pt>
                <c:pt idx="5165">
                  <c:v>40105</c:v>
                </c:pt>
                <c:pt idx="5166">
                  <c:v>40106</c:v>
                </c:pt>
                <c:pt idx="5167">
                  <c:v>40107</c:v>
                </c:pt>
                <c:pt idx="5168">
                  <c:v>40108</c:v>
                </c:pt>
                <c:pt idx="5169">
                  <c:v>40109</c:v>
                </c:pt>
                <c:pt idx="5170">
                  <c:v>40112</c:v>
                </c:pt>
                <c:pt idx="5171">
                  <c:v>40113</c:v>
                </c:pt>
                <c:pt idx="5172">
                  <c:v>40114</c:v>
                </c:pt>
                <c:pt idx="5173">
                  <c:v>40115</c:v>
                </c:pt>
                <c:pt idx="5174">
                  <c:v>40116</c:v>
                </c:pt>
                <c:pt idx="5175">
                  <c:v>40119</c:v>
                </c:pt>
                <c:pt idx="5176">
                  <c:v>40120</c:v>
                </c:pt>
                <c:pt idx="5177">
                  <c:v>40121</c:v>
                </c:pt>
                <c:pt idx="5178">
                  <c:v>40122</c:v>
                </c:pt>
                <c:pt idx="5179">
                  <c:v>40123</c:v>
                </c:pt>
                <c:pt idx="5180">
                  <c:v>40126</c:v>
                </c:pt>
                <c:pt idx="5181">
                  <c:v>40127</c:v>
                </c:pt>
                <c:pt idx="5182">
                  <c:v>40128</c:v>
                </c:pt>
                <c:pt idx="5183">
                  <c:v>40129</c:v>
                </c:pt>
                <c:pt idx="5184">
                  <c:v>40130</c:v>
                </c:pt>
                <c:pt idx="5185">
                  <c:v>40133</c:v>
                </c:pt>
                <c:pt idx="5186">
                  <c:v>40134</c:v>
                </c:pt>
                <c:pt idx="5187">
                  <c:v>40135</c:v>
                </c:pt>
                <c:pt idx="5188">
                  <c:v>40136</c:v>
                </c:pt>
                <c:pt idx="5189">
                  <c:v>40137</c:v>
                </c:pt>
                <c:pt idx="5190">
                  <c:v>40140</c:v>
                </c:pt>
                <c:pt idx="5191">
                  <c:v>40141</c:v>
                </c:pt>
                <c:pt idx="5192">
                  <c:v>40142</c:v>
                </c:pt>
                <c:pt idx="5193">
                  <c:v>40143</c:v>
                </c:pt>
                <c:pt idx="5194">
                  <c:v>40144</c:v>
                </c:pt>
                <c:pt idx="5195">
                  <c:v>40147</c:v>
                </c:pt>
                <c:pt idx="5196">
                  <c:v>40148</c:v>
                </c:pt>
                <c:pt idx="5197">
                  <c:v>40149</c:v>
                </c:pt>
                <c:pt idx="5198">
                  <c:v>40150</c:v>
                </c:pt>
                <c:pt idx="5199">
                  <c:v>40151</c:v>
                </c:pt>
                <c:pt idx="5200">
                  <c:v>40154</c:v>
                </c:pt>
                <c:pt idx="5201">
                  <c:v>40155</c:v>
                </c:pt>
                <c:pt idx="5202">
                  <c:v>40156</c:v>
                </c:pt>
                <c:pt idx="5203">
                  <c:v>40157</c:v>
                </c:pt>
                <c:pt idx="5204">
                  <c:v>40158</c:v>
                </c:pt>
                <c:pt idx="5205">
                  <c:v>40161</c:v>
                </c:pt>
                <c:pt idx="5206">
                  <c:v>40162</c:v>
                </c:pt>
                <c:pt idx="5207">
                  <c:v>40163</c:v>
                </c:pt>
                <c:pt idx="5208">
                  <c:v>40164</c:v>
                </c:pt>
                <c:pt idx="5209">
                  <c:v>40165</c:v>
                </c:pt>
                <c:pt idx="5210">
                  <c:v>40168</c:v>
                </c:pt>
                <c:pt idx="5211">
                  <c:v>40169</c:v>
                </c:pt>
                <c:pt idx="5212">
                  <c:v>40170</c:v>
                </c:pt>
                <c:pt idx="5213">
                  <c:v>40171</c:v>
                </c:pt>
                <c:pt idx="5214">
                  <c:v>40172</c:v>
                </c:pt>
                <c:pt idx="5215">
                  <c:v>40175</c:v>
                </c:pt>
                <c:pt idx="5216">
                  <c:v>40176</c:v>
                </c:pt>
                <c:pt idx="5217">
                  <c:v>40177</c:v>
                </c:pt>
                <c:pt idx="5218">
                  <c:v>40178</c:v>
                </c:pt>
                <c:pt idx="5219">
                  <c:v>40179</c:v>
                </c:pt>
                <c:pt idx="5220">
                  <c:v>40182</c:v>
                </c:pt>
                <c:pt idx="5221">
                  <c:v>40183</c:v>
                </c:pt>
                <c:pt idx="5222">
                  <c:v>40184</c:v>
                </c:pt>
                <c:pt idx="5223">
                  <c:v>40185</c:v>
                </c:pt>
                <c:pt idx="5224">
                  <c:v>40186</c:v>
                </c:pt>
                <c:pt idx="5225">
                  <c:v>40189</c:v>
                </c:pt>
                <c:pt idx="5226">
                  <c:v>40190</c:v>
                </c:pt>
                <c:pt idx="5227">
                  <c:v>40191</c:v>
                </c:pt>
                <c:pt idx="5228">
                  <c:v>40192</c:v>
                </c:pt>
                <c:pt idx="5229">
                  <c:v>40193</c:v>
                </c:pt>
                <c:pt idx="5230">
                  <c:v>40196</c:v>
                </c:pt>
                <c:pt idx="5231">
                  <c:v>40197</c:v>
                </c:pt>
                <c:pt idx="5232">
                  <c:v>40198</c:v>
                </c:pt>
                <c:pt idx="5233">
                  <c:v>40199</c:v>
                </c:pt>
                <c:pt idx="5234">
                  <c:v>40200</c:v>
                </c:pt>
                <c:pt idx="5235">
                  <c:v>40203</c:v>
                </c:pt>
                <c:pt idx="5236">
                  <c:v>40204</c:v>
                </c:pt>
                <c:pt idx="5237">
                  <c:v>40205</c:v>
                </c:pt>
                <c:pt idx="5238">
                  <c:v>40206</c:v>
                </c:pt>
                <c:pt idx="5239">
                  <c:v>40207</c:v>
                </c:pt>
                <c:pt idx="5240">
                  <c:v>40210</c:v>
                </c:pt>
                <c:pt idx="5241">
                  <c:v>40211</c:v>
                </c:pt>
                <c:pt idx="5242">
                  <c:v>40212</c:v>
                </c:pt>
                <c:pt idx="5243">
                  <c:v>40213</c:v>
                </c:pt>
                <c:pt idx="5244">
                  <c:v>40214</c:v>
                </c:pt>
                <c:pt idx="5245">
                  <c:v>40217</c:v>
                </c:pt>
                <c:pt idx="5246">
                  <c:v>40218</c:v>
                </c:pt>
                <c:pt idx="5247">
                  <c:v>40219</c:v>
                </c:pt>
                <c:pt idx="5248">
                  <c:v>40220</c:v>
                </c:pt>
                <c:pt idx="5249">
                  <c:v>40221</c:v>
                </c:pt>
                <c:pt idx="5250">
                  <c:v>40224</c:v>
                </c:pt>
                <c:pt idx="5251">
                  <c:v>40225</c:v>
                </c:pt>
                <c:pt idx="5252">
                  <c:v>40226</c:v>
                </c:pt>
                <c:pt idx="5253">
                  <c:v>40227</c:v>
                </c:pt>
                <c:pt idx="5254">
                  <c:v>40228</c:v>
                </c:pt>
                <c:pt idx="5255">
                  <c:v>40231</c:v>
                </c:pt>
                <c:pt idx="5256">
                  <c:v>40232</c:v>
                </c:pt>
                <c:pt idx="5257">
                  <c:v>40233</c:v>
                </c:pt>
                <c:pt idx="5258">
                  <c:v>40234</c:v>
                </c:pt>
                <c:pt idx="5259">
                  <c:v>40235</c:v>
                </c:pt>
                <c:pt idx="5260">
                  <c:v>40238</c:v>
                </c:pt>
                <c:pt idx="5261">
                  <c:v>40239</c:v>
                </c:pt>
                <c:pt idx="5262">
                  <c:v>40240</c:v>
                </c:pt>
                <c:pt idx="5263">
                  <c:v>40241</c:v>
                </c:pt>
                <c:pt idx="5264">
                  <c:v>40242</c:v>
                </c:pt>
                <c:pt idx="5265">
                  <c:v>40245</c:v>
                </c:pt>
                <c:pt idx="5266">
                  <c:v>40246</c:v>
                </c:pt>
                <c:pt idx="5267">
                  <c:v>40247</c:v>
                </c:pt>
                <c:pt idx="5268">
                  <c:v>40248</c:v>
                </c:pt>
                <c:pt idx="5269">
                  <c:v>40249</c:v>
                </c:pt>
                <c:pt idx="5270">
                  <c:v>40252</c:v>
                </c:pt>
                <c:pt idx="5271">
                  <c:v>40253</c:v>
                </c:pt>
                <c:pt idx="5272">
                  <c:v>40254</c:v>
                </c:pt>
                <c:pt idx="5273">
                  <c:v>40255</c:v>
                </c:pt>
                <c:pt idx="5274">
                  <c:v>40256</c:v>
                </c:pt>
                <c:pt idx="5275">
                  <c:v>40259</c:v>
                </c:pt>
                <c:pt idx="5276">
                  <c:v>40260</c:v>
                </c:pt>
                <c:pt idx="5277">
                  <c:v>40261</c:v>
                </c:pt>
                <c:pt idx="5278">
                  <c:v>40262</c:v>
                </c:pt>
                <c:pt idx="5279">
                  <c:v>40263</c:v>
                </c:pt>
                <c:pt idx="5280">
                  <c:v>40266</c:v>
                </c:pt>
                <c:pt idx="5281">
                  <c:v>40267</c:v>
                </c:pt>
                <c:pt idx="5282">
                  <c:v>40268</c:v>
                </c:pt>
                <c:pt idx="5283">
                  <c:v>40269</c:v>
                </c:pt>
                <c:pt idx="5284">
                  <c:v>40270</c:v>
                </c:pt>
                <c:pt idx="5285">
                  <c:v>40273</c:v>
                </c:pt>
                <c:pt idx="5286">
                  <c:v>40274</c:v>
                </c:pt>
                <c:pt idx="5287">
                  <c:v>40275</c:v>
                </c:pt>
                <c:pt idx="5288">
                  <c:v>40276</c:v>
                </c:pt>
                <c:pt idx="5289">
                  <c:v>40277</c:v>
                </c:pt>
                <c:pt idx="5290">
                  <c:v>40280</c:v>
                </c:pt>
                <c:pt idx="5291">
                  <c:v>40281</c:v>
                </c:pt>
                <c:pt idx="5292">
                  <c:v>40282</c:v>
                </c:pt>
                <c:pt idx="5293">
                  <c:v>40283</c:v>
                </c:pt>
                <c:pt idx="5294">
                  <c:v>40284</c:v>
                </c:pt>
                <c:pt idx="5295">
                  <c:v>40287</c:v>
                </c:pt>
                <c:pt idx="5296">
                  <c:v>40288</c:v>
                </c:pt>
                <c:pt idx="5297">
                  <c:v>40289</c:v>
                </c:pt>
                <c:pt idx="5298">
                  <c:v>40290</c:v>
                </c:pt>
                <c:pt idx="5299">
                  <c:v>40291</c:v>
                </c:pt>
                <c:pt idx="5300">
                  <c:v>40294</c:v>
                </c:pt>
                <c:pt idx="5301">
                  <c:v>40295</c:v>
                </c:pt>
                <c:pt idx="5302">
                  <c:v>40296</c:v>
                </c:pt>
                <c:pt idx="5303">
                  <c:v>40297</c:v>
                </c:pt>
                <c:pt idx="5304">
                  <c:v>40298</c:v>
                </c:pt>
                <c:pt idx="5305">
                  <c:v>40301</c:v>
                </c:pt>
                <c:pt idx="5306">
                  <c:v>40302</c:v>
                </c:pt>
                <c:pt idx="5307">
                  <c:v>40303</c:v>
                </c:pt>
                <c:pt idx="5308">
                  <c:v>40304</c:v>
                </c:pt>
                <c:pt idx="5309">
                  <c:v>40305</c:v>
                </c:pt>
                <c:pt idx="5310">
                  <c:v>40308</c:v>
                </c:pt>
                <c:pt idx="5311">
                  <c:v>40309</c:v>
                </c:pt>
                <c:pt idx="5312">
                  <c:v>40310</c:v>
                </c:pt>
                <c:pt idx="5313">
                  <c:v>40311</c:v>
                </c:pt>
                <c:pt idx="5314">
                  <c:v>40312</c:v>
                </c:pt>
                <c:pt idx="5315">
                  <c:v>40315</c:v>
                </c:pt>
                <c:pt idx="5316">
                  <c:v>40316</c:v>
                </c:pt>
                <c:pt idx="5317">
                  <c:v>40317</c:v>
                </c:pt>
                <c:pt idx="5318">
                  <c:v>40318</c:v>
                </c:pt>
                <c:pt idx="5319">
                  <c:v>40319</c:v>
                </c:pt>
                <c:pt idx="5320">
                  <c:v>40322</c:v>
                </c:pt>
                <c:pt idx="5321">
                  <c:v>40323</c:v>
                </c:pt>
                <c:pt idx="5322">
                  <c:v>40324</c:v>
                </c:pt>
                <c:pt idx="5323">
                  <c:v>40325</c:v>
                </c:pt>
                <c:pt idx="5324">
                  <c:v>40326</c:v>
                </c:pt>
                <c:pt idx="5325">
                  <c:v>40329</c:v>
                </c:pt>
                <c:pt idx="5326">
                  <c:v>40330</c:v>
                </c:pt>
                <c:pt idx="5327">
                  <c:v>40331</c:v>
                </c:pt>
                <c:pt idx="5328">
                  <c:v>40332</c:v>
                </c:pt>
                <c:pt idx="5329">
                  <c:v>40333</c:v>
                </c:pt>
                <c:pt idx="5330">
                  <c:v>40336</c:v>
                </c:pt>
                <c:pt idx="5331">
                  <c:v>40337</c:v>
                </c:pt>
                <c:pt idx="5332">
                  <c:v>40338</c:v>
                </c:pt>
                <c:pt idx="5333">
                  <c:v>40339</c:v>
                </c:pt>
                <c:pt idx="5334">
                  <c:v>40340</c:v>
                </c:pt>
                <c:pt idx="5335">
                  <c:v>40343</c:v>
                </c:pt>
                <c:pt idx="5336">
                  <c:v>40344</c:v>
                </c:pt>
                <c:pt idx="5337">
                  <c:v>40345</c:v>
                </c:pt>
                <c:pt idx="5338">
                  <c:v>40346</c:v>
                </c:pt>
                <c:pt idx="5339">
                  <c:v>40347</c:v>
                </c:pt>
                <c:pt idx="5340">
                  <c:v>40350</c:v>
                </c:pt>
                <c:pt idx="5341">
                  <c:v>40351</c:v>
                </c:pt>
                <c:pt idx="5342">
                  <c:v>40352</c:v>
                </c:pt>
                <c:pt idx="5343">
                  <c:v>40353</c:v>
                </c:pt>
                <c:pt idx="5344">
                  <c:v>40354</c:v>
                </c:pt>
                <c:pt idx="5345">
                  <c:v>40357</c:v>
                </c:pt>
                <c:pt idx="5346">
                  <c:v>40358</c:v>
                </c:pt>
                <c:pt idx="5347">
                  <c:v>40359</c:v>
                </c:pt>
                <c:pt idx="5348">
                  <c:v>40360</c:v>
                </c:pt>
                <c:pt idx="5349">
                  <c:v>40361</c:v>
                </c:pt>
                <c:pt idx="5350">
                  <c:v>40364</c:v>
                </c:pt>
                <c:pt idx="5351">
                  <c:v>40365</c:v>
                </c:pt>
                <c:pt idx="5352">
                  <c:v>40366</c:v>
                </c:pt>
                <c:pt idx="5353">
                  <c:v>40367</c:v>
                </c:pt>
                <c:pt idx="5354">
                  <c:v>40368</c:v>
                </c:pt>
                <c:pt idx="5355">
                  <c:v>40371</c:v>
                </c:pt>
                <c:pt idx="5356">
                  <c:v>40372</c:v>
                </c:pt>
                <c:pt idx="5357">
                  <c:v>40373</c:v>
                </c:pt>
                <c:pt idx="5358">
                  <c:v>40374</c:v>
                </c:pt>
                <c:pt idx="5359">
                  <c:v>40375</c:v>
                </c:pt>
                <c:pt idx="5360">
                  <c:v>40378</c:v>
                </c:pt>
                <c:pt idx="5361">
                  <c:v>40379</c:v>
                </c:pt>
                <c:pt idx="5362">
                  <c:v>40380</c:v>
                </c:pt>
                <c:pt idx="5363">
                  <c:v>40381</c:v>
                </c:pt>
                <c:pt idx="5364">
                  <c:v>40382</c:v>
                </c:pt>
                <c:pt idx="5365">
                  <c:v>40385</c:v>
                </c:pt>
                <c:pt idx="5366">
                  <c:v>40386</c:v>
                </c:pt>
                <c:pt idx="5367">
                  <c:v>40387</c:v>
                </c:pt>
                <c:pt idx="5368">
                  <c:v>40388</c:v>
                </c:pt>
                <c:pt idx="5369">
                  <c:v>40389</c:v>
                </c:pt>
                <c:pt idx="5370">
                  <c:v>40392</c:v>
                </c:pt>
                <c:pt idx="5371">
                  <c:v>40393</c:v>
                </c:pt>
                <c:pt idx="5372">
                  <c:v>40394</c:v>
                </c:pt>
                <c:pt idx="5373">
                  <c:v>40395</c:v>
                </c:pt>
                <c:pt idx="5374">
                  <c:v>40396</c:v>
                </c:pt>
                <c:pt idx="5375">
                  <c:v>40399</c:v>
                </c:pt>
                <c:pt idx="5376">
                  <c:v>40400</c:v>
                </c:pt>
                <c:pt idx="5377">
                  <c:v>40401</c:v>
                </c:pt>
                <c:pt idx="5378">
                  <c:v>40402</c:v>
                </c:pt>
                <c:pt idx="5379">
                  <c:v>40403</c:v>
                </c:pt>
                <c:pt idx="5380">
                  <c:v>40406</c:v>
                </c:pt>
                <c:pt idx="5381">
                  <c:v>40407</c:v>
                </c:pt>
                <c:pt idx="5382">
                  <c:v>40408</c:v>
                </c:pt>
                <c:pt idx="5383">
                  <c:v>40409</c:v>
                </c:pt>
                <c:pt idx="5384">
                  <c:v>40410</c:v>
                </c:pt>
                <c:pt idx="5385">
                  <c:v>40413</c:v>
                </c:pt>
                <c:pt idx="5386">
                  <c:v>40414</c:v>
                </c:pt>
                <c:pt idx="5387">
                  <c:v>40415</c:v>
                </c:pt>
                <c:pt idx="5388">
                  <c:v>40416</c:v>
                </c:pt>
                <c:pt idx="5389">
                  <c:v>40417</c:v>
                </c:pt>
                <c:pt idx="5390">
                  <c:v>40420</c:v>
                </c:pt>
                <c:pt idx="5391">
                  <c:v>40421</c:v>
                </c:pt>
                <c:pt idx="5392">
                  <c:v>40422</c:v>
                </c:pt>
                <c:pt idx="5393">
                  <c:v>40423</c:v>
                </c:pt>
                <c:pt idx="5394">
                  <c:v>40424</c:v>
                </c:pt>
                <c:pt idx="5395">
                  <c:v>40427</c:v>
                </c:pt>
                <c:pt idx="5396">
                  <c:v>40428</c:v>
                </c:pt>
                <c:pt idx="5397">
                  <c:v>40429</c:v>
                </c:pt>
                <c:pt idx="5398">
                  <c:v>40430</c:v>
                </c:pt>
                <c:pt idx="5399">
                  <c:v>40431</c:v>
                </c:pt>
                <c:pt idx="5400">
                  <c:v>40434</c:v>
                </c:pt>
                <c:pt idx="5401">
                  <c:v>40435</c:v>
                </c:pt>
                <c:pt idx="5402">
                  <c:v>40436</c:v>
                </c:pt>
                <c:pt idx="5403">
                  <c:v>40437</c:v>
                </c:pt>
                <c:pt idx="5404">
                  <c:v>40438</c:v>
                </c:pt>
                <c:pt idx="5405">
                  <c:v>40441</c:v>
                </c:pt>
                <c:pt idx="5406">
                  <c:v>40442</c:v>
                </c:pt>
                <c:pt idx="5407">
                  <c:v>40443</c:v>
                </c:pt>
                <c:pt idx="5408">
                  <c:v>40444</c:v>
                </c:pt>
                <c:pt idx="5409">
                  <c:v>40445</c:v>
                </c:pt>
                <c:pt idx="5410">
                  <c:v>40448</c:v>
                </c:pt>
                <c:pt idx="5411">
                  <c:v>40449</c:v>
                </c:pt>
                <c:pt idx="5412">
                  <c:v>40450</c:v>
                </c:pt>
                <c:pt idx="5413">
                  <c:v>40451</c:v>
                </c:pt>
                <c:pt idx="5414">
                  <c:v>40452</c:v>
                </c:pt>
                <c:pt idx="5415">
                  <c:v>40455</c:v>
                </c:pt>
                <c:pt idx="5416">
                  <c:v>40456</c:v>
                </c:pt>
                <c:pt idx="5417">
                  <c:v>40457</c:v>
                </c:pt>
                <c:pt idx="5418">
                  <c:v>40458</c:v>
                </c:pt>
                <c:pt idx="5419">
                  <c:v>40459</c:v>
                </c:pt>
                <c:pt idx="5420">
                  <c:v>40462</c:v>
                </c:pt>
                <c:pt idx="5421">
                  <c:v>40463</c:v>
                </c:pt>
                <c:pt idx="5422">
                  <c:v>40464</c:v>
                </c:pt>
                <c:pt idx="5423">
                  <c:v>40465</c:v>
                </c:pt>
                <c:pt idx="5424">
                  <c:v>40466</c:v>
                </c:pt>
                <c:pt idx="5425">
                  <c:v>40469</c:v>
                </c:pt>
                <c:pt idx="5426">
                  <c:v>40470</c:v>
                </c:pt>
                <c:pt idx="5427">
                  <c:v>40471</c:v>
                </c:pt>
                <c:pt idx="5428">
                  <c:v>40472</c:v>
                </c:pt>
                <c:pt idx="5429">
                  <c:v>40473</c:v>
                </c:pt>
                <c:pt idx="5430">
                  <c:v>40476</c:v>
                </c:pt>
                <c:pt idx="5431">
                  <c:v>40477</c:v>
                </c:pt>
                <c:pt idx="5432">
                  <c:v>40478</c:v>
                </c:pt>
                <c:pt idx="5433">
                  <c:v>40479</c:v>
                </c:pt>
                <c:pt idx="5434">
                  <c:v>40480</c:v>
                </c:pt>
                <c:pt idx="5435">
                  <c:v>40483</c:v>
                </c:pt>
                <c:pt idx="5436">
                  <c:v>40484</c:v>
                </c:pt>
                <c:pt idx="5437">
                  <c:v>40485</c:v>
                </c:pt>
                <c:pt idx="5438">
                  <c:v>40486</c:v>
                </c:pt>
                <c:pt idx="5439">
                  <c:v>40487</c:v>
                </c:pt>
                <c:pt idx="5440">
                  <c:v>40490</c:v>
                </c:pt>
                <c:pt idx="5441">
                  <c:v>40491</c:v>
                </c:pt>
                <c:pt idx="5442">
                  <c:v>40492</c:v>
                </c:pt>
                <c:pt idx="5443">
                  <c:v>40493</c:v>
                </c:pt>
                <c:pt idx="5444">
                  <c:v>40494</c:v>
                </c:pt>
                <c:pt idx="5445">
                  <c:v>40497</c:v>
                </c:pt>
                <c:pt idx="5446">
                  <c:v>40498</c:v>
                </c:pt>
                <c:pt idx="5447">
                  <c:v>40499</c:v>
                </c:pt>
                <c:pt idx="5448">
                  <c:v>40500</c:v>
                </c:pt>
                <c:pt idx="5449">
                  <c:v>40501</c:v>
                </c:pt>
                <c:pt idx="5450">
                  <c:v>40504</c:v>
                </c:pt>
                <c:pt idx="5451">
                  <c:v>40505</c:v>
                </c:pt>
                <c:pt idx="5452">
                  <c:v>40506</c:v>
                </c:pt>
                <c:pt idx="5453">
                  <c:v>40507</c:v>
                </c:pt>
                <c:pt idx="5454">
                  <c:v>40508</c:v>
                </c:pt>
                <c:pt idx="5455">
                  <c:v>40511</c:v>
                </c:pt>
                <c:pt idx="5456">
                  <c:v>40512</c:v>
                </c:pt>
                <c:pt idx="5457">
                  <c:v>40513</c:v>
                </c:pt>
                <c:pt idx="5458">
                  <c:v>40514</c:v>
                </c:pt>
                <c:pt idx="5459">
                  <c:v>40515</c:v>
                </c:pt>
                <c:pt idx="5460">
                  <c:v>40518</c:v>
                </c:pt>
                <c:pt idx="5461">
                  <c:v>40519</c:v>
                </c:pt>
                <c:pt idx="5462">
                  <c:v>40520</c:v>
                </c:pt>
                <c:pt idx="5463">
                  <c:v>40521</c:v>
                </c:pt>
                <c:pt idx="5464">
                  <c:v>40522</c:v>
                </c:pt>
                <c:pt idx="5465">
                  <c:v>40525</c:v>
                </c:pt>
                <c:pt idx="5466">
                  <c:v>40526</c:v>
                </c:pt>
                <c:pt idx="5467">
                  <c:v>40527</c:v>
                </c:pt>
                <c:pt idx="5468">
                  <c:v>40528</c:v>
                </c:pt>
                <c:pt idx="5469">
                  <c:v>40529</c:v>
                </c:pt>
                <c:pt idx="5470">
                  <c:v>40532</c:v>
                </c:pt>
                <c:pt idx="5471">
                  <c:v>40533</c:v>
                </c:pt>
                <c:pt idx="5472">
                  <c:v>40534</c:v>
                </c:pt>
                <c:pt idx="5473">
                  <c:v>40535</c:v>
                </c:pt>
                <c:pt idx="5474">
                  <c:v>40536</c:v>
                </c:pt>
                <c:pt idx="5475">
                  <c:v>40539</c:v>
                </c:pt>
                <c:pt idx="5476">
                  <c:v>40540</c:v>
                </c:pt>
                <c:pt idx="5477">
                  <c:v>40541</c:v>
                </c:pt>
                <c:pt idx="5478">
                  <c:v>40542</c:v>
                </c:pt>
                <c:pt idx="5479">
                  <c:v>40543</c:v>
                </c:pt>
                <c:pt idx="5480">
                  <c:v>40546</c:v>
                </c:pt>
                <c:pt idx="5481">
                  <c:v>40547</c:v>
                </c:pt>
                <c:pt idx="5482">
                  <c:v>40548</c:v>
                </c:pt>
                <c:pt idx="5483">
                  <c:v>40549</c:v>
                </c:pt>
                <c:pt idx="5484">
                  <c:v>40550</c:v>
                </c:pt>
                <c:pt idx="5485">
                  <c:v>40553</c:v>
                </c:pt>
                <c:pt idx="5486">
                  <c:v>40554</c:v>
                </c:pt>
                <c:pt idx="5487">
                  <c:v>40555</c:v>
                </c:pt>
                <c:pt idx="5488">
                  <c:v>40556</c:v>
                </c:pt>
                <c:pt idx="5489">
                  <c:v>40557</c:v>
                </c:pt>
                <c:pt idx="5490">
                  <c:v>40560</c:v>
                </c:pt>
                <c:pt idx="5491">
                  <c:v>40561</c:v>
                </c:pt>
                <c:pt idx="5492">
                  <c:v>40562</c:v>
                </c:pt>
                <c:pt idx="5493">
                  <c:v>40563</c:v>
                </c:pt>
                <c:pt idx="5494">
                  <c:v>40564</c:v>
                </c:pt>
                <c:pt idx="5495">
                  <c:v>40567</c:v>
                </c:pt>
                <c:pt idx="5496">
                  <c:v>40568</c:v>
                </c:pt>
                <c:pt idx="5497">
                  <c:v>40569</c:v>
                </c:pt>
                <c:pt idx="5498">
                  <c:v>40570</c:v>
                </c:pt>
                <c:pt idx="5499">
                  <c:v>40571</c:v>
                </c:pt>
                <c:pt idx="5500">
                  <c:v>40574</c:v>
                </c:pt>
                <c:pt idx="5501">
                  <c:v>40575</c:v>
                </c:pt>
                <c:pt idx="5502">
                  <c:v>40576</c:v>
                </c:pt>
                <c:pt idx="5503">
                  <c:v>40577</c:v>
                </c:pt>
                <c:pt idx="5504">
                  <c:v>40578</c:v>
                </c:pt>
                <c:pt idx="5505">
                  <c:v>40581</c:v>
                </c:pt>
                <c:pt idx="5506">
                  <c:v>40582</c:v>
                </c:pt>
                <c:pt idx="5507">
                  <c:v>40583</c:v>
                </c:pt>
                <c:pt idx="5508">
                  <c:v>40584</c:v>
                </c:pt>
                <c:pt idx="5509">
                  <c:v>40585</c:v>
                </c:pt>
                <c:pt idx="5510">
                  <c:v>40588</c:v>
                </c:pt>
                <c:pt idx="5511">
                  <c:v>40589</c:v>
                </c:pt>
                <c:pt idx="5512">
                  <c:v>40590</c:v>
                </c:pt>
                <c:pt idx="5513">
                  <c:v>40591</c:v>
                </c:pt>
                <c:pt idx="5514">
                  <c:v>40592</c:v>
                </c:pt>
                <c:pt idx="5515">
                  <c:v>40595</c:v>
                </c:pt>
                <c:pt idx="5516">
                  <c:v>40596</c:v>
                </c:pt>
                <c:pt idx="5517">
                  <c:v>40597</c:v>
                </c:pt>
                <c:pt idx="5518">
                  <c:v>40598</c:v>
                </c:pt>
                <c:pt idx="5519">
                  <c:v>40599</c:v>
                </c:pt>
                <c:pt idx="5520">
                  <c:v>40602</c:v>
                </c:pt>
                <c:pt idx="5521">
                  <c:v>40603</c:v>
                </c:pt>
                <c:pt idx="5522">
                  <c:v>40604</c:v>
                </c:pt>
                <c:pt idx="5523">
                  <c:v>40605</c:v>
                </c:pt>
                <c:pt idx="5524">
                  <c:v>40606</c:v>
                </c:pt>
                <c:pt idx="5525">
                  <c:v>40609</c:v>
                </c:pt>
                <c:pt idx="5526">
                  <c:v>40610</c:v>
                </c:pt>
                <c:pt idx="5527">
                  <c:v>40611</c:v>
                </c:pt>
                <c:pt idx="5528">
                  <c:v>40612</c:v>
                </c:pt>
                <c:pt idx="5529">
                  <c:v>40613</c:v>
                </c:pt>
                <c:pt idx="5530">
                  <c:v>40616</c:v>
                </c:pt>
                <c:pt idx="5531">
                  <c:v>40617</c:v>
                </c:pt>
                <c:pt idx="5532">
                  <c:v>40618</c:v>
                </c:pt>
                <c:pt idx="5533">
                  <c:v>40619</c:v>
                </c:pt>
                <c:pt idx="5534">
                  <c:v>40620</c:v>
                </c:pt>
                <c:pt idx="5535">
                  <c:v>40623</c:v>
                </c:pt>
                <c:pt idx="5536">
                  <c:v>40624</c:v>
                </c:pt>
                <c:pt idx="5537">
                  <c:v>40625</c:v>
                </c:pt>
                <c:pt idx="5538">
                  <c:v>40626</c:v>
                </c:pt>
                <c:pt idx="5539">
                  <c:v>40627</c:v>
                </c:pt>
                <c:pt idx="5540">
                  <c:v>40630</c:v>
                </c:pt>
                <c:pt idx="5541">
                  <c:v>40631</c:v>
                </c:pt>
                <c:pt idx="5542">
                  <c:v>40632</c:v>
                </c:pt>
                <c:pt idx="5543">
                  <c:v>40633</c:v>
                </c:pt>
                <c:pt idx="5544">
                  <c:v>40634</c:v>
                </c:pt>
                <c:pt idx="5545">
                  <c:v>40637</c:v>
                </c:pt>
                <c:pt idx="5546">
                  <c:v>40638</c:v>
                </c:pt>
                <c:pt idx="5547">
                  <c:v>40639</c:v>
                </c:pt>
                <c:pt idx="5548">
                  <c:v>40640</c:v>
                </c:pt>
                <c:pt idx="5549">
                  <c:v>40641</c:v>
                </c:pt>
                <c:pt idx="5550">
                  <c:v>40644</c:v>
                </c:pt>
                <c:pt idx="5551">
                  <c:v>40645</c:v>
                </c:pt>
                <c:pt idx="5552">
                  <c:v>40646</c:v>
                </c:pt>
                <c:pt idx="5553">
                  <c:v>40647</c:v>
                </c:pt>
                <c:pt idx="5554">
                  <c:v>40648</c:v>
                </c:pt>
                <c:pt idx="5555">
                  <c:v>40651</c:v>
                </c:pt>
                <c:pt idx="5556">
                  <c:v>40652</c:v>
                </c:pt>
                <c:pt idx="5557">
                  <c:v>40653</c:v>
                </c:pt>
                <c:pt idx="5558">
                  <c:v>40654</c:v>
                </c:pt>
                <c:pt idx="5559">
                  <c:v>40655</c:v>
                </c:pt>
                <c:pt idx="5560">
                  <c:v>40658</c:v>
                </c:pt>
                <c:pt idx="5561">
                  <c:v>40659</c:v>
                </c:pt>
                <c:pt idx="5562">
                  <c:v>40660</c:v>
                </c:pt>
                <c:pt idx="5563">
                  <c:v>40661</c:v>
                </c:pt>
                <c:pt idx="5564">
                  <c:v>40662</c:v>
                </c:pt>
                <c:pt idx="5565">
                  <c:v>40665</c:v>
                </c:pt>
                <c:pt idx="5566">
                  <c:v>40666</c:v>
                </c:pt>
                <c:pt idx="5567">
                  <c:v>40667</c:v>
                </c:pt>
                <c:pt idx="5568">
                  <c:v>40668</c:v>
                </c:pt>
                <c:pt idx="5569">
                  <c:v>40669</c:v>
                </c:pt>
                <c:pt idx="5570">
                  <c:v>40672</c:v>
                </c:pt>
                <c:pt idx="5571">
                  <c:v>40673</c:v>
                </c:pt>
                <c:pt idx="5572">
                  <c:v>40674</c:v>
                </c:pt>
                <c:pt idx="5573">
                  <c:v>40675</c:v>
                </c:pt>
                <c:pt idx="5574">
                  <c:v>40676</c:v>
                </c:pt>
                <c:pt idx="5575">
                  <c:v>40679</c:v>
                </c:pt>
                <c:pt idx="5576">
                  <c:v>40680</c:v>
                </c:pt>
                <c:pt idx="5577">
                  <c:v>40681</c:v>
                </c:pt>
                <c:pt idx="5578">
                  <c:v>40682</c:v>
                </c:pt>
                <c:pt idx="5579">
                  <c:v>40683</c:v>
                </c:pt>
                <c:pt idx="5580">
                  <c:v>40686</c:v>
                </c:pt>
                <c:pt idx="5581">
                  <c:v>40687</c:v>
                </c:pt>
                <c:pt idx="5582">
                  <c:v>40688</c:v>
                </c:pt>
                <c:pt idx="5583">
                  <c:v>40689</c:v>
                </c:pt>
                <c:pt idx="5584">
                  <c:v>40690</c:v>
                </c:pt>
                <c:pt idx="5585">
                  <c:v>40693</c:v>
                </c:pt>
                <c:pt idx="5586">
                  <c:v>40694</c:v>
                </c:pt>
                <c:pt idx="5587">
                  <c:v>40695</c:v>
                </c:pt>
                <c:pt idx="5588">
                  <c:v>40696</c:v>
                </c:pt>
                <c:pt idx="5589">
                  <c:v>40697</c:v>
                </c:pt>
                <c:pt idx="5590">
                  <c:v>40700</c:v>
                </c:pt>
                <c:pt idx="5591">
                  <c:v>40701</c:v>
                </c:pt>
                <c:pt idx="5592">
                  <c:v>40702</c:v>
                </c:pt>
                <c:pt idx="5593">
                  <c:v>40703</c:v>
                </c:pt>
                <c:pt idx="5594">
                  <c:v>40704</c:v>
                </c:pt>
                <c:pt idx="5595">
                  <c:v>40707</c:v>
                </c:pt>
                <c:pt idx="5596">
                  <c:v>40708</c:v>
                </c:pt>
                <c:pt idx="5597">
                  <c:v>40709</c:v>
                </c:pt>
                <c:pt idx="5598">
                  <c:v>40710</c:v>
                </c:pt>
                <c:pt idx="5599">
                  <c:v>40711</c:v>
                </c:pt>
                <c:pt idx="5600">
                  <c:v>40714</c:v>
                </c:pt>
                <c:pt idx="5601">
                  <c:v>40715</c:v>
                </c:pt>
                <c:pt idx="5602">
                  <c:v>40716</c:v>
                </c:pt>
                <c:pt idx="5603">
                  <c:v>40717</c:v>
                </c:pt>
                <c:pt idx="5604">
                  <c:v>40718</c:v>
                </c:pt>
                <c:pt idx="5605">
                  <c:v>40721</c:v>
                </c:pt>
                <c:pt idx="5606">
                  <c:v>40722</c:v>
                </c:pt>
                <c:pt idx="5607">
                  <c:v>40723</c:v>
                </c:pt>
                <c:pt idx="5608">
                  <c:v>40724</c:v>
                </c:pt>
                <c:pt idx="5609">
                  <c:v>40725</c:v>
                </c:pt>
                <c:pt idx="5610">
                  <c:v>40728</c:v>
                </c:pt>
                <c:pt idx="5611">
                  <c:v>40729</c:v>
                </c:pt>
                <c:pt idx="5612">
                  <c:v>40730</c:v>
                </c:pt>
                <c:pt idx="5613">
                  <c:v>40731</c:v>
                </c:pt>
                <c:pt idx="5614">
                  <c:v>40732</c:v>
                </c:pt>
                <c:pt idx="5615">
                  <c:v>40735</c:v>
                </c:pt>
                <c:pt idx="5616">
                  <c:v>40736</c:v>
                </c:pt>
                <c:pt idx="5617">
                  <c:v>40737</c:v>
                </c:pt>
                <c:pt idx="5618">
                  <c:v>40738</c:v>
                </c:pt>
                <c:pt idx="5619">
                  <c:v>40739</c:v>
                </c:pt>
                <c:pt idx="5620">
                  <c:v>40742</c:v>
                </c:pt>
                <c:pt idx="5621">
                  <c:v>40743</c:v>
                </c:pt>
                <c:pt idx="5622">
                  <c:v>40744</c:v>
                </c:pt>
                <c:pt idx="5623">
                  <c:v>40745</c:v>
                </c:pt>
                <c:pt idx="5624">
                  <c:v>40746</c:v>
                </c:pt>
                <c:pt idx="5625">
                  <c:v>40749</c:v>
                </c:pt>
                <c:pt idx="5626">
                  <c:v>40750</c:v>
                </c:pt>
                <c:pt idx="5627">
                  <c:v>40751</c:v>
                </c:pt>
                <c:pt idx="5628">
                  <c:v>40752</c:v>
                </c:pt>
                <c:pt idx="5629">
                  <c:v>40753</c:v>
                </c:pt>
                <c:pt idx="5630">
                  <c:v>40756</c:v>
                </c:pt>
                <c:pt idx="5631">
                  <c:v>40757</c:v>
                </c:pt>
                <c:pt idx="5632">
                  <c:v>40758</c:v>
                </c:pt>
                <c:pt idx="5633">
                  <c:v>40759</c:v>
                </c:pt>
                <c:pt idx="5634">
                  <c:v>40760</c:v>
                </c:pt>
                <c:pt idx="5635">
                  <c:v>40763</c:v>
                </c:pt>
                <c:pt idx="5636">
                  <c:v>40764</c:v>
                </c:pt>
                <c:pt idx="5637">
                  <c:v>40765</c:v>
                </c:pt>
                <c:pt idx="5638">
                  <c:v>40766</c:v>
                </c:pt>
                <c:pt idx="5639">
                  <c:v>40767</c:v>
                </c:pt>
                <c:pt idx="5640">
                  <c:v>40770</c:v>
                </c:pt>
                <c:pt idx="5641">
                  <c:v>40771</c:v>
                </c:pt>
                <c:pt idx="5642">
                  <c:v>40772</c:v>
                </c:pt>
                <c:pt idx="5643">
                  <c:v>40773</c:v>
                </c:pt>
                <c:pt idx="5644">
                  <c:v>40774</c:v>
                </c:pt>
                <c:pt idx="5645">
                  <c:v>40777</c:v>
                </c:pt>
                <c:pt idx="5646">
                  <c:v>40778</c:v>
                </c:pt>
                <c:pt idx="5647">
                  <c:v>40779</c:v>
                </c:pt>
                <c:pt idx="5648">
                  <c:v>40780</c:v>
                </c:pt>
                <c:pt idx="5649">
                  <c:v>40781</c:v>
                </c:pt>
                <c:pt idx="5650">
                  <c:v>40784</c:v>
                </c:pt>
                <c:pt idx="5651">
                  <c:v>40785</c:v>
                </c:pt>
                <c:pt idx="5652">
                  <c:v>40786</c:v>
                </c:pt>
                <c:pt idx="5653">
                  <c:v>40787</c:v>
                </c:pt>
                <c:pt idx="5654">
                  <c:v>40788</c:v>
                </c:pt>
                <c:pt idx="5655">
                  <c:v>40791</c:v>
                </c:pt>
                <c:pt idx="5656">
                  <c:v>40792</c:v>
                </c:pt>
                <c:pt idx="5657">
                  <c:v>40793</c:v>
                </c:pt>
                <c:pt idx="5658">
                  <c:v>40794</c:v>
                </c:pt>
                <c:pt idx="5659">
                  <c:v>40795</c:v>
                </c:pt>
                <c:pt idx="5660">
                  <c:v>40798</c:v>
                </c:pt>
                <c:pt idx="5661">
                  <c:v>40799</c:v>
                </c:pt>
                <c:pt idx="5662">
                  <c:v>40800</c:v>
                </c:pt>
                <c:pt idx="5663">
                  <c:v>40801</c:v>
                </c:pt>
                <c:pt idx="5664">
                  <c:v>40802</c:v>
                </c:pt>
                <c:pt idx="5665">
                  <c:v>40805</c:v>
                </c:pt>
                <c:pt idx="5666">
                  <c:v>40806</c:v>
                </c:pt>
                <c:pt idx="5667">
                  <c:v>40807</c:v>
                </c:pt>
                <c:pt idx="5668">
                  <c:v>40808</c:v>
                </c:pt>
                <c:pt idx="5669">
                  <c:v>40809</c:v>
                </c:pt>
                <c:pt idx="5670">
                  <c:v>40812</c:v>
                </c:pt>
                <c:pt idx="5671">
                  <c:v>40813</c:v>
                </c:pt>
                <c:pt idx="5672">
                  <c:v>40814</c:v>
                </c:pt>
                <c:pt idx="5673">
                  <c:v>40815</c:v>
                </c:pt>
                <c:pt idx="5674">
                  <c:v>40816</c:v>
                </c:pt>
                <c:pt idx="5675">
                  <c:v>40819</c:v>
                </c:pt>
                <c:pt idx="5676">
                  <c:v>40820</c:v>
                </c:pt>
                <c:pt idx="5677">
                  <c:v>40821</c:v>
                </c:pt>
                <c:pt idx="5678">
                  <c:v>40822</c:v>
                </c:pt>
                <c:pt idx="5679">
                  <c:v>40823</c:v>
                </c:pt>
                <c:pt idx="5680">
                  <c:v>40826</c:v>
                </c:pt>
                <c:pt idx="5681">
                  <c:v>40827</c:v>
                </c:pt>
                <c:pt idx="5682">
                  <c:v>40828</c:v>
                </c:pt>
                <c:pt idx="5683">
                  <c:v>40829</c:v>
                </c:pt>
                <c:pt idx="5684">
                  <c:v>40830</c:v>
                </c:pt>
                <c:pt idx="5685">
                  <c:v>40833</c:v>
                </c:pt>
                <c:pt idx="5686">
                  <c:v>40834</c:v>
                </c:pt>
                <c:pt idx="5687">
                  <c:v>40835</c:v>
                </c:pt>
                <c:pt idx="5688">
                  <c:v>40836</c:v>
                </c:pt>
                <c:pt idx="5689">
                  <c:v>40837</c:v>
                </c:pt>
                <c:pt idx="5690">
                  <c:v>40840</c:v>
                </c:pt>
                <c:pt idx="5691">
                  <c:v>40841</c:v>
                </c:pt>
                <c:pt idx="5692">
                  <c:v>40842</c:v>
                </c:pt>
                <c:pt idx="5693">
                  <c:v>40843</c:v>
                </c:pt>
                <c:pt idx="5694">
                  <c:v>40844</c:v>
                </c:pt>
                <c:pt idx="5695">
                  <c:v>40847</c:v>
                </c:pt>
                <c:pt idx="5696">
                  <c:v>40848</c:v>
                </c:pt>
                <c:pt idx="5697">
                  <c:v>40849</c:v>
                </c:pt>
                <c:pt idx="5698">
                  <c:v>40850</c:v>
                </c:pt>
                <c:pt idx="5699">
                  <c:v>40851</c:v>
                </c:pt>
                <c:pt idx="5700">
                  <c:v>40854</c:v>
                </c:pt>
                <c:pt idx="5701">
                  <c:v>40855</c:v>
                </c:pt>
                <c:pt idx="5702">
                  <c:v>40856</c:v>
                </c:pt>
                <c:pt idx="5703">
                  <c:v>40857</c:v>
                </c:pt>
                <c:pt idx="5704">
                  <c:v>40858</c:v>
                </c:pt>
                <c:pt idx="5705">
                  <c:v>40861</c:v>
                </c:pt>
                <c:pt idx="5706">
                  <c:v>40862</c:v>
                </c:pt>
                <c:pt idx="5707">
                  <c:v>40863</c:v>
                </c:pt>
                <c:pt idx="5708">
                  <c:v>40864</c:v>
                </c:pt>
                <c:pt idx="5709">
                  <c:v>40865</c:v>
                </c:pt>
                <c:pt idx="5710">
                  <c:v>40868</c:v>
                </c:pt>
                <c:pt idx="5711">
                  <c:v>40869</c:v>
                </c:pt>
                <c:pt idx="5712">
                  <c:v>40870</c:v>
                </c:pt>
                <c:pt idx="5713">
                  <c:v>40871</c:v>
                </c:pt>
                <c:pt idx="5714">
                  <c:v>40872</c:v>
                </c:pt>
                <c:pt idx="5715">
                  <c:v>40875</c:v>
                </c:pt>
                <c:pt idx="5716">
                  <c:v>40876</c:v>
                </c:pt>
                <c:pt idx="5717">
                  <c:v>40877</c:v>
                </c:pt>
                <c:pt idx="5718">
                  <c:v>40878</c:v>
                </c:pt>
                <c:pt idx="5719">
                  <c:v>40879</c:v>
                </c:pt>
                <c:pt idx="5720">
                  <c:v>40882</c:v>
                </c:pt>
                <c:pt idx="5721">
                  <c:v>40883</c:v>
                </c:pt>
                <c:pt idx="5722">
                  <c:v>40884</c:v>
                </c:pt>
                <c:pt idx="5723">
                  <c:v>40885</c:v>
                </c:pt>
                <c:pt idx="5724">
                  <c:v>40886</c:v>
                </c:pt>
                <c:pt idx="5725">
                  <c:v>40889</c:v>
                </c:pt>
                <c:pt idx="5726">
                  <c:v>40890</c:v>
                </c:pt>
                <c:pt idx="5727">
                  <c:v>40891</c:v>
                </c:pt>
                <c:pt idx="5728">
                  <c:v>40892</c:v>
                </c:pt>
                <c:pt idx="5729">
                  <c:v>40893</c:v>
                </c:pt>
                <c:pt idx="5730">
                  <c:v>40896</c:v>
                </c:pt>
                <c:pt idx="5731">
                  <c:v>40897</c:v>
                </c:pt>
                <c:pt idx="5732">
                  <c:v>40898</c:v>
                </c:pt>
                <c:pt idx="5733">
                  <c:v>40899</c:v>
                </c:pt>
                <c:pt idx="5734">
                  <c:v>40900</c:v>
                </c:pt>
                <c:pt idx="5735">
                  <c:v>40903</c:v>
                </c:pt>
                <c:pt idx="5736">
                  <c:v>40904</c:v>
                </c:pt>
                <c:pt idx="5737">
                  <c:v>40905</c:v>
                </c:pt>
                <c:pt idx="5738">
                  <c:v>40906</c:v>
                </c:pt>
                <c:pt idx="5739">
                  <c:v>40907</c:v>
                </c:pt>
                <c:pt idx="5740">
                  <c:v>40910</c:v>
                </c:pt>
                <c:pt idx="5741">
                  <c:v>40911</c:v>
                </c:pt>
                <c:pt idx="5742">
                  <c:v>40912</c:v>
                </c:pt>
                <c:pt idx="5743">
                  <c:v>40913</c:v>
                </c:pt>
                <c:pt idx="5744">
                  <c:v>40914</c:v>
                </c:pt>
                <c:pt idx="5745">
                  <c:v>40917</c:v>
                </c:pt>
                <c:pt idx="5746">
                  <c:v>40918</c:v>
                </c:pt>
                <c:pt idx="5747">
                  <c:v>40919</c:v>
                </c:pt>
                <c:pt idx="5748">
                  <c:v>40920</c:v>
                </c:pt>
                <c:pt idx="5749">
                  <c:v>40921</c:v>
                </c:pt>
                <c:pt idx="5750">
                  <c:v>40924</c:v>
                </c:pt>
                <c:pt idx="5751">
                  <c:v>40925</c:v>
                </c:pt>
                <c:pt idx="5752">
                  <c:v>40926</c:v>
                </c:pt>
                <c:pt idx="5753">
                  <c:v>40927</c:v>
                </c:pt>
                <c:pt idx="5754">
                  <c:v>40928</c:v>
                </c:pt>
                <c:pt idx="5755">
                  <c:v>40931</c:v>
                </c:pt>
                <c:pt idx="5756">
                  <c:v>40932</c:v>
                </c:pt>
                <c:pt idx="5757">
                  <c:v>40933</c:v>
                </c:pt>
                <c:pt idx="5758">
                  <c:v>40934</c:v>
                </c:pt>
                <c:pt idx="5759">
                  <c:v>40935</c:v>
                </c:pt>
                <c:pt idx="5760">
                  <c:v>40938</c:v>
                </c:pt>
                <c:pt idx="5761">
                  <c:v>40939</c:v>
                </c:pt>
                <c:pt idx="5762">
                  <c:v>40940</c:v>
                </c:pt>
                <c:pt idx="5763">
                  <c:v>40941</c:v>
                </c:pt>
                <c:pt idx="5764">
                  <c:v>40942</c:v>
                </c:pt>
                <c:pt idx="5765">
                  <c:v>40945</c:v>
                </c:pt>
                <c:pt idx="5766">
                  <c:v>40946</c:v>
                </c:pt>
                <c:pt idx="5767">
                  <c:v>40947</c:v>
                </c:pt>
                <c:pt idx="5768">
                  <c:v>40948</c:v>
                </c:pt>
                <c:pt idx="5769">
                  <c:v>40949</c:v>
                </c:pt>
                <c:pt idx="5770">
                  <c:v>40952</c:v>
                </c:pt>
                <c:pt idx="5771">
                  <c:v>40953</c:v>
                </c:pt>
                <c:pt idx="5772">
                  <c:v>40954</c:v>
                </c:pt>
                <c:pt idx="5773">
                  <c:v>40955</c:v>
                </c:pt>
                <c:pt idx="5774">
                  <c:v>40956</c:v>
                </c:pt>
                <c:pt idx="5775">
                  <c:v>40959</c:v>
                </c:pt>
                <c:pt idx="5776">
                  <c:v>40960</c:v>
                </c:pt>
                <c:pt idx="5777">
                  <c:v>40961</c:v>
                </c:pt>
                <c:pt idx="5778">
                  <c:v>40962</c:v>
                </c:pt>
                <c:pt idx="5779">
                  <c:v>40963</c:v>
                </c:pt>
                <c:pt idx="5780">
                  <c:v>40966</c:v>
                </c:pt>
                <c:pt idx="5781">
                  <c:v>40967</c:v>
                </c:pt>
                <c:pt idx="5782">
                  <c:v>40968</c:v>
                </c:pt>
                <c:pt idx="5783">
                  <c:v>40969</c:v>
                </c:pt>
                <c:pt idx="5784">
                  <c:v>40970</c:v>
                </c:pt>
                <c:pt idx="5785">
                  <c:v>40973</c:v>
                </c:pt>
                <c:pt idx="5786">
                  <c:v>40974</c:v>
                </c:pt>
                <c:pt idx="5787">
                  <c:v>40975</c:v>
                </c:pt>
                <c:pt idx="5788">
                  <c:v>40976</c:v>
                </c:pt>
                <c:pt idx="5789">
                  <c:v>40977</c:v>
                </c:pt>
                <c:pt idx="5790">
                  <c:v>40980</c:v>
                </c:pt>
                <c:pt idx="5791">
                  <c:v>40981</c:v>
                </c:pt>
                <c:pt idx="5792">
                  <c:v>40982</c:v>
                </c:pt>
                <c:pt idx="5793">
                  <c:v>40983</c:v>
                </c:pt>
                <c:pt idx="5794">
                  <c:v>40984</c:v>
                </c:pt>
                <c:pt idx="5795">
                  <c:v>40987</c:v>
                </c:pt>
                <c:pt idx="5796">
                  <c:v>40988</c:v>
                </c:pt>
                <c:pt idx="5797">
                  <c:v>40989</c:v>
                </c:pt>
                <c:pt idx="5798">
                  <c:v>40990</c:v>
                </c:pt>
                <c:pt idx="5799">
                  <c:v>40991</c:v>
                </c:pt>
                <c:pt idx="5800">
                  <c:v>40994</c:v>
                </c:pt>
                <c:pt idx="5801">
                  <c:v>40995</c:v>
                </c:pt>
                <c:pt idx="5802">
                  <c:v>40996</c:v>
                </c:pt>
                <c:pt idx="5803">
                  <c:v>40997</c:v>
                </c:pt>
                <c:pt idx="5804">
                  <c:v>40998</c:v>
                </c:pt>
                <c:pt idx="5805">
                  <c:v>41001</c:v>
                </c:pt>
                <c:pt idx="5806">
                  <c:v>41002</c:v>
                </c:pt>
                <c:pt idx="5807">
                  <c:v>41003</c:v>
                </c:pt>
                <c:pt idx="5808">
                  <c:v>41004</c:v>
                </c:pt>
                <c:pt idx="5809">
                  <c:v>41005</c:v>
                </c:pt>
                <c:pt idx="5810">
                  <c:v>41008</c:v>
                </c:pt>
                <c:pt idx="5811">
                  <c:v>41009</c:v>
                </c:pt>
                <c:pt idx="5812">
                  <c:v>41010</c:v>
                </c:pt>
                <c:pt idx="5813">
                  <c:v>41011</c:v>
                </c:pt>
                <c:pt idx="5814">
                  <c:v>41012</c:v>
                </c:pt>
                <c:pt idx="5815">
                  <c:v>41015</c:v>
                </c:pt>
                <c:pt idx="5816">
                  <c:v>41016</c:v>
                </c:pt>
                <c:pt idx="5817">
                  <c:v>41017</c:v>
                </c:pt>
                <c:pt idx="5818">
                  <c:v>41018</c:v>
                </c:pt>
                <c:pt idx="5819">
                  <c:v>41019</c:v>
                </c:pt>
                <c:pt idx="5820">
                  <c:v>41022</c:v>
                </c:pt>
                <c:pt idx="5821">
                  <c:v>41023</c:v>
                </c:pt>
                <c:pt idx="5822">
                  <c:v>41024</c:v>
                </c:pt>
                <c:pt idx="5823">
                  <c:v>41025</c:v>
                </c:pt>
                <c:pt idx="5824">
                  <c:v>41026</c:v>
                </c:pt>
                <c:pt idx="5825">
                  <c:v>41029</c:v>
                </c:pt>
                <c:pt idx="5826">
                  <c:v>41030</c:v>
                </c:pt>
                <c:pt idx="5827">
                  <c:v>41031</c:v>
                </c:pt>
                <c:pt idx="5828">
                  <c:v>41032</c:v>
                </c:pt>
                <c:pt idx="5829">
                  <c:v>41033</c:v>
                </c:pt>
                <c:pt idx="5830">
                  <c:v>41036</c:v>
                </c:pt>
                <c:pt idx="5831">
                  <c:v>41037</c:v>
                </c:pt>
                <c:pt idx="5832">
                  <c:v>41038</c:v>
                </c:pt>
                <c:pt idx="5833">
                  <c:v>41039</c:v>
                </c:pt>
                <c:pt idx="5834">
                  <c:v>41040</c:v>
                </c:pt>
                <c:pt idx="5835">
                  <c:v>41043</c:v>
                </c:pt>
                <c:pt idx="5836">
                  <c:v>41044</c:v>
                </c:pt>
                <c:pt idx="5837">
                  <c:v>41045</c:v>
                </c:pt>
                <c:pt idx="5838">
                  <c:v>41046</c:v>
                </c:pt>
                <c:pt idx="5839">
                  <c:v>41047</c:v>
                </c:pt>
                <c:pt idx="5840">
                  <c:v>41050</c:v>
                </c:pt>
                <c:pt idx="5841">
                  <c:v>41051</c:v>
                </c:pt>
                <c:pt idx="5842">
                  <c:v>41052</c:v>
                </c:pt>
                <c:pt idx="5843">
                  <c:v>41053</c:v>
                </c:pt>
                <c:pt idx="5844">
                  <c:v>41054</c:v>
                </c:pt>
                <c:pt idx="5845">
                  <c:v>41057</c:v>
                </c:pt>
                <c:pt idx="5846">
                  <c:v>41058</c:v>
                </c:pt>
                <c:pt idx="5847">
                  <c:v>41059</c:v>
                </c:pt>
                <c:pt idx="5848">
                  <c:v>41060</c:v>
                </c:pt>
                <c:pt idx="5849">
                  <c:v>41061</c:v>
                </c:pt>
                <c:pt idx="5850">
                  <c:v>41064</c:v>
                </c:pt>
                <c:pt idx="5851">
                  <c:v>41065</c:v>
                </c:pt>
                <c:pt idx="5852">
                  <c:v>41066</c:v>
                </c:pt>
                <c:pt idx="5853">
                  <c:v>41067</c:v>
                </c:pt>
                <c:pt idx="5854">
                  <c:v>41068</c:v>
                </c:pt>
                <c:pt idx="5855">
                  <c:v>41071</c:v>
                </c:pt>
                <c:pt idx="5856">
                  <c:v>41072</c:v>
                </c:pt>
                <c:pt idx="5857">
                  <c:v>41073</c:v>
                </c:pt>
                <c:pt idx="5858">
                  <c:v>41074</c:v>
                </c:pt>
                <c:pt idx="5859">
                  <c:v>41075</c:v>
                </c:pt>
                <c:pt idx="5860">
                  <c:v>41078</c:v>
                </c:pt>
                <c:pt idx="5861">
                  <c:v>41079</c:v>
                </c:pt>
                <c:pt idx="5862">
                  <c:v>41080</c:v>
                </c:pt>
                <c:pt idx="5863">
                  <c:v>41081</c:v>
                </c:pt>
                <c:pt idx="5864">
                  <c:v>41082</c:v>
                </c:pt>
                <c:pt idx="5865">
                  <c:v>41085</c:v>
                </c:pt>
                <c:pt idx="5866">
                  <c:v>41086</c:v>
                </c:pt>
                <c:pt idx="5867">
                  <c:v>41087</c:v>
                </c:pt>
                <c:pt idx="5868">
                  <c:v>41088</c:v>
                </c:pt>
                <c:pt idx="5869">
                  <c:v>41089</c:v>
                </c:pt>
                <c:pt idx="5870">
                  <c:v>41092</c:v>
                </c:pt>
                <c:pt idx="5871">
                  <c:v>41093</c:v>
                </c:pt>
                <c:pt idx="5872">
                  <c:v>41094</c:v>
                </c:pt>
                <c:pt idx="5873">
                  <c:v>41095</c:v>
                </c:pt>
                <c:pt idx="5874">
                  <c:v>41096</c:v>
                </c:pt>
                <c:pt idx="5875">
                  <c:v>41099</c:v>
                </c:pt>
                <c:pt idx="5876">
                  <c:v>41100</c:v>
                </c:pt>
                <c:pt idx="5877">
                  <c:v>41101</c:v>
                </c:pt>
                <c:pt idx="5878">
                  <c:v>41102</c:v>
                </c:pt>
                <c:pt idx="5879">
                  <c:v>41103</c:v>
                </c:pt>
                <c:pt idx="5880">
                  <c:v>41106</c:v>
                </c:pt>
                <c:pt idx="5881">
                  <c:v>41107</c:v>
                </c:pt>
                <c:pt idx="5882">
                  <c:v>41108</c:v>
                </c:pt>
                <c:pt idx="5883">
                  <c:v>41109</c:v>
                </c:pt>
                <c:pt idx="5884">
                  <c:v>41110</c:v>
                </c:pt>
                <c:pt idx="5885">
                  <c:v>41113</c:v>
                </c:pt>
                <c:pt idx="5886">
                  <c:v>41114</c:v>
                </c:pt>
                <c:pt idx="5887">
                  <c:v>41115</c:v>
                </c:pt>
                <c:pt idx="5888">
                  <c:v>41116</c:v>
                </c:pt>
                <c:pt idx="5889">
                  <c:v>41117</c:v>
                </c:pt>
                <c:pt idx="5890">
                  <c:v>41120</c:v>
                </c:pt>
                <c:pt idx="5891">
                  <c:v>41121</c:v>
                </c:pt>
                <c:pt idx="5892">
                  <c:v>41122</c:v>
                </c:pt>
                <c:pt idx="5893">
                  <c:v>41123</c:v>
                </c:pt>
                <c:pt idx="5894">
                  <c:v>41124</c:v>
                </c:pt>
                <c:pt idx="5895">
                  <c:v>41127</c:v>
                </c:pt>
                <c:pt idx="5896">
                  <c:v>41128</c:v>
                </c:pt>
                <c:pt idx="5897">
                  <c:v>41129</c:v>
                </c:pt>
                <c:pt idx="5898">
                  <c:v>41130</c:v>
                </c:pt>
                <c:pt idx="5899">
                  <c:v>41131</c:v>
                </c:pt>
                <c:pt idx="5900">
                  <c:v>41134</c:v>
                </c:pt>
                <c:pt idx="5901">
                  <c:v>41135</c:v>
                </c:pt>
                <c:pt idx="5902">
                  <c:v>41136</c:v>
                </c:pt>
                <c:pt idx="5903">
                  <c:v>41137</c:v>
                </c:pt>
                <c:pt idx="5904">
                  <c:v>41138</c:v>
                </c:pt>
                <c:pt idx="5905">
                  <c:v>41141</c:v>
                </c:pt>
                <c:pt idx="5906">
                  <c:v>41142</c:v>
                </c:pt>
                <c:pt idx="5907">
                  <c:v>41143</c:v>
                </c:pt>
                <c:pt idx="5908">
                  <c:v>41144</c:v>
                </c:pt>
                <c:pt idx="5909">
                  <c:v>41145</c:v>
                </c:pt>
                <c:pt idx="5910">
                  <c:v>41148</c:v>
                </c:pt>
                <c:pt idx="5911">
                  <c:v>41149</c:v>
                </c:pt>
                <c:pt idx="5912">
                  <c:v>41150</c:v>
                </c:pt>
                <c:pt idx="5913">
                  <c:v>41151</c:v>
                </c:pt>
                <c:pt idx="5914">
                  <c:v>41152</c:v>
                </c:pt>
                <c:pt idx="5915">
                  <c:v>41155</c:v>
                </c:pt>
                <c:pt idx="5916">
                  <c:v>41156</c:v>
                </c:pt>
                <c:pt idx="5917">
                  <c:v>41157</c:v>
                </c:pt>
                <c:pt idx="5918">
                  <c:v>41158</c:v>
                </c:pt>
                <c:pt idx="5919">
                  <c:v>41159</c:v>
                </c:pt>
                <c:pt idx="5920">
                  <c:v>41162</c:v>
                </c:pt>
                <c:pt idx="5921">
                  <c:v>41163</c:v>
                </c:pt>
                <c:pt idx="5922">
                  <c:v>41164</c:v>
                </c:pt>
                <c:pt idx="5923">
                  <c:v>41165</c:v>
                </c:pt>
                <c:pt idx="5924">
                  <c:v>41166</c:v>
                </c:pt>
                <c:pt idx="5925">
                  <c:v>41169</c:v>
                </c:pt>
                <c:pt idx="5926">
                  <c:v>41170</c:v>
                </c:pt>
                <c:pt idx="5927">
                  <c:v>41171</c:v>
                </c:pt>
                <c:pt idx="5928">
                  <c:v>41172</c:v>
                </c:pt>
                <c:pt idx="5929">
                  <c:v>41173</c:v>
                </c:pt>
                <c:pt idx="5930">
                  <c:v>41176</c:v>
                </c:pt>
                <c:pt idx="5931">
                  <c:v>41177</c:v>
                </c:pt>
                <c:pt idx="5932">
                  <c:v>41178</c:v>
                </c:pt>
                <c:pt idx="5933">
                  <c:v>41179</c:v>
                </c:pt>
                <c:pt idx="5934">
                  <c:v>41180</c:v>
                </c:pt>
                <c:pt idx="5935">
                  <c:v>41183</c:v>
                </c:pt>
                <c:pt idx="5936">
                  <c:v>41184</c:v>
                </c:pt>
                <c:pt idx="5937">
                  <c:v>41185</c:v>
                </c:pt>
                <c:pt idx="5938">
                  <c:v>41186</c:v>
                </c:pt>
                <c:pt idx="5939">
                  <c:v>41187</c:v>
                </c:pt>
                <c:pt idx="5940">
                  <c:v>41190</c:v>
                </c:pt>
                <c:pt idx="5941">
                  <c:v>41191</c:v>
                </c:pt>
                <c:pt idx="5942">
                  <c:v>41192</c:v>
                </c:pt>
                <c:pt idx="5943">
                  <c:v>41193</c:v>
                </c:pt>
                <c:pt idx="5944">
                  <c:v>41194</c:v>
                </c:pt>
                <c:pt idx="5945">
                  <c:v>41197</c:v>
                </c:pt>
                <c:pt idx="5946">
                  <c:v>41198</c:v>
                </c:pt>
                <c:pt idx="5947">
                  <c:v>41199</c:v>
                </c:pt>
                <c:pt idx="5948">
                  <c:v>41200</c:v>
                </c:pt>
                <c:pt idx="5949">
                  <c:v>41201</c:v>
                </c:pt>
                <c:pt idx="5950">
                  <c:v>41204</c:v>
                </c:pt>
                <c:pt idx="5951">
                  <c:v>41205</c:v>
                </c:pt>
                <c:pt idx="5952">
                  <c:v>41206</c:v>
                </c:pt>
                <c:pt idx="5953">
                  <c:v>41207</c:v>
                </c:pt>
                <c:pt idx="5954">
                  <c:v>41208</c:v>
                </c:pt>
                <c:pt idx="5955">
                  <c:v>41211</c:v>
                </c:pt>
                <c:pt idx="5956">
                  <c:v>41212</c:v>
                </c:pt>
                <c:pt idx="5957">
                  <c:v>41213</c:v>
                </c:pt>
                <c:pt idx="5958">
                  <c:v>41214</c:v>
                </c:pt>
                <c:pt idx="5959">
                  <c:v>41215</c:v>
                </c:pt>
                <c:pt idx="5960">
                  <c:v>41218</c:v>
                </c:pt>
                <c:pt idx="5961">
                  <c:v>41219</c:v>
                </c:pt>
                <c:pt idx="5962">
                  <c:v>41220</c:v>
                </c:pt>
                <c:pt idx="5963">
                  <c:v>41221</c:v>
                </c:pt>
                <c:pt idx="5964">
                  <c:v>41222</c:v>
                </c:pt>
                <c:pt idx="5965">
                  <c:v>41225</c:v>
                </c:pt>
                <c:pt idx="5966">
                  <c:v>41226</c:v>
                </c:pt>
                <c:pt idx="5967">
                  <c:v>41227</c:v>
                </c:pt>
                <c:pt idx="5968">
                  <c:v>41228</c:v>
                </c:pt>
                <c:pt idx="5969">
                  <c:v>41229</c:v>
                </c:pt>
                <c:pt idx="5970">
                  <c:v>41232</c:v>
                </c:pt>
                <c:pt idx="5971">
                  <c:v>41233</c:v>
                </c:pt>
                <c:pt idx="5972">
                  <c:v>41234</c:v>
                </c:pt>
                <c:pt idx="5973">
                  <c:v>41235</c:v>
                </c:pt>
                <c:pt idx="5974">
                  <c:v>41236</c:v>
                </c:pt>
                <c:pt idx="5975">
                  <c:v>41239</c:v>
                </c:pt>
                <c:pt idx="5976">
                  <c:v>41240</c:v>
                </c:pt>
                <c:pt idx="5977">
                  <c:v>41241</c:v>
                </c:pt>
                <c:pt idx="5978">
                  <c:v>41242</c:v>
                </c:pt>
                <c:pt idx="5979">
                  <c:v>41243</c:v>
                </c:pt>
                <c:pt idx="5980">
                  <c:v>41246</c:v>
                </c:pt>
                <c:pt idx="5981">
                  <c:v>41247</c:v>
                </c:pt>
                <c:pt idx="5982">
                  <c:v>41248</c:v>
                </c:pt>
                <c:pt idx="5983">
                  <c:v>41249</c:v>
                </c:pt>
                <c:pt idx="5984">
                  <c:v>41250</c:v>
                </c:pt>
                <c:pt idx="5985">
                  <c:v>41253</c:v>
                </c:pt>
                <c:pt idx="5986">
                  <c:v>41254</c:v>
                </c:pt>
                <c:pt idx="5987">
                  <c:v>41255</c:v>
                </c:pt>
                <c:pt idx="5988">
                  <c:v>41256</c:v>
                </c:pt>
                <c:pt idx="5989">
                  <c:v>41257</c:v>
                </c:pt>
                <c:pt idx="5990">
                  <c:v>41260</c:v>
                </c:pt>
                <c:pt idx="5991">
                  <c:v>41261</c:v>
                </c:pt>
                <c:pt idx="5992">
                  <c:v>41262</c:v>
                </c:pt>
                <c:pt idx="5993">
                  <c:v>41263</c:v>
                </c:pt>
                <c:pt idx="5994">
                  <c:v>41264</c:v>
                </c:pt>
                <c:pt idx="5995">
                  <c:v>41267</c:v>
                </c:pt>
                <c:pt idx="5996">
                  <c:v>41268</c:v>
                </c:pt>
                <c:pt idx="5997">
                  <c:v>41269</c:v>
                </c:pt>
                <c:pt idx="5998">
                  <c:v>41270</c:v>
                </c:pt>
                <c:pt idx="5999">
                  <c:v>41271</c:v>
                </c:pt>
                <c:pt idx="6000">
                  <c:v>41274</c:v>
                </c:pt>
                <c:pt idx="6001">
                  <c:v>41275</c:v>
                </c:pt>
                <c:pt idx="6002">
                  <c:v>41276</c:v>
                </c:pt>
                <c:pt idx="6003">
                  <c:v>41277</c:v>
                </c:pt>
                <c:pt idx="6004">
                  <c:v>41278</c:v>
                </c:pt>
                <c:pt idx="6005">
                  <c:v>41281</c:v>
                </c:pt>
                <c:pt idx="6006">
                  <c:v>41282</c:v>
                </c:pt>
                <c:pt idx="6007">
                  <c:v>41283</c:v>
                </c:pt>
                <c:pt idx="6008">
                  <c:v>41284</c:v>
                </c:pt>
                <c:pt idx="6009">
                  <c:v>41285</c:v>
                </c:pt>
                <c:pt idx="6010">
                  <c:v>41288</c:v>
                </c:pt>
                <c:pt idx="6011">
                  <c:v>41289</c:v>
                </c:pt>
                <c:pt idx="6012">
                  <c:v>41290</c:v>
                </c:pt>
                <c:pt idx="6013">
                  <c:v>41291</c:v>
                </c:pt>
                <c:pt idx="6014">
                  <c:v>41292</c:v>
                </c:pt>
                <c:pt idx="6015">
                  <c:v>41295</c:v>
                </c:pt>
                <c:pt idx="6016">
                  <c:v>41296</c:v>
                </c:pt>
                <c:pt idx="6017">
                  <c:v>41297</c:v>
                </c:pt>
                <c:pt idx="6018">
                  <c:v>41298</c:v>
                </c:pt>
                <c:pt idx="6019">
                  <c:v>41299</c:v>
                </c:pt>
                <c:pt idx="6020">
                  <c:v>41302</c:v>
                </c:pt>
                <c:pt idx="6021">
                  <c:v>41303</c:v>
                </c:pt>
                <c:pt idx="6022">
                  <c:v>41304</c:v>
                </c:pt>
                <c:pt idx="6023">
                  <c:v>41305</c:v>
                </c:pt>
                <c:pt idx="6024">
                  <c:v>41306</c:v>
                </c:pt>
                <c:pt idx="6025">
                  <c:v>41309</c:v>
                </c:pt>
                <c:pt idx="6026">
                  <c:v>41310</c:v>
                </c:pt>
                <c:pt idx="6027">
                  <c:v>41311</c:v>
                </c:pt>
                <c:pt idx="6028">
                  <c:v>41312</c:v>
                </c:pt>
                <c:pt idx="6029">
                  <c:v>41313</c:v>
                </c:pt>
                <c:pt idx="6030">
                  <c:v>41316</c:v>
                </c:pt>
                <c:pt idx="6031">
                  <c:v>41317</c:v>
                </c:pt>
                <c:pt idx="6032">
                  <c:v>41318</c:v>
                </c:pt>
                <c:pt idx="6033">
                  <c:v>41319</c:v>
                </c:pt>
                <c:pt idx="6034">
                  <c:v>41320</c:v>
                </c:pt>
                <c:pt idx="6035">
                  <c:v>41323</c:v>
                </c:pt>
                <c:pt idx="6036">
                  <c:v>41324</c:v>
                </c:pt>
                <c:pt idx="6037">
                  <c:v>41325</c:v>
                </c:pt>
                <c:pt idx="6038">
                  <c:v>41326</c:v>
                </c:pt>
                <c:pt idx="6039">
                  <c:v>41327</c:v>
                </c:pt>
                <c:pt idx="6040">
                  <c:v>41330</c:v>
                </c:pt>
                <c:pt idx="6041">
                  <c:v>41331</c:v>
                </c:pt>
                <c:pt idx="6042">
                  <c:v>41332</c:v>
                </c:pt>
                <c:pt idx="6043">
                  <c:v>41333</c:v>
                </c:pt>
                <c:pt idx="6044">
                  <c:v>41334</c:v>
                </c:pt>
                <c:pt idx="6045">
                  <c:v>41337</c:v>
                </c:pt>
                <c:pt idx="6046">
                  <c:v>41338</c:v>
                </c:pt>
                <c:pt idx="6047">
                  <c:v>41339</c:v>
                </c:pt>
                <c:pt idx="6048">
                  <c:v>41340</c:v>
                </c:pt>
                <c:pt idx="6049">
                  <c:v>41341</c:v>
                </c:pt>
                <c:pt idx="6050">
                  <c:v>41344</c:v>
                </c:pt>
                <c:pt idx="6051">
                  <c:v>41345</c:v>
                </c:pt>
                <c:pt idx="6052">
                  <c:v>41346</c:v>
                </c:pt>
                <c:pt idx="6053">
                  <c:v>41347</c:v>
                </c:pt>
                <c:pt idx="6054">
                  <c:v>41348</c:v>
                </c:pt>
                <c:pt idx="6055">
                  <c:v>41351</c:v>
                </c:pt>
                <c:pt idx="6056">
                  <c:v>41352</c:v>
                </c:pt>
                <c:pt idx="6057">
                  <c:v>41353</c:v>
                </c:pt>
                <c:pt idx="6058">
                  <c:v>41354</c:v>
                </c:pt>
                <c:pt idx="6059">
                  <c:v>41355</c:v>
                </c:pt>
                <c:pt idx="6060">
                  <c:v>41358</c:v>
                </c:pt>
                <c:pt idx="6061">
                  <c:v>41359</c:v>
                </c:pt>
                <c:pt idx="6062">
                  <c:v>41360</c:v>
                </c:pt>
                <c:pt idx="6063">
                  <c:v>41361</c:v>
                </c:pt>
                <c:pt idx="6064">
                  <c:v>41362</c:v>
                </c:pt>
                <c:pt idx="6065">
                  <c:v>41365</c:v>
                </c:pt>
                <c:pt idx="6066">
                  <c:v>41366</c:v>
                </c:pt>
                <c:pt idx="6067">
                  <c:v>41367</c:v>
                </c:pt>
                <c:pt idx="6068">
                  <c:v>41368</c:v>
                </c:pt>
                <c:pt idx="6069">
                  <c:v>41369</c:v>
                </c:pt>
                <c:pt idx="6070">
                  <c:v>41372</c:v>
                </c:pt>
                <c:pt idx="6071">
                  <c:v>41373</c:v>
                </c:pt>
                <c:pt idx="6072">
                  <c:v>41374</c:v>
                </c:pt>
                <c:pt idx="6073">
                  <c:v>41375</c:v>
                </c:pt>
                <c:pt idx="6074">
                  <c:v>41376</c:v>
                </c:pt>
                <c:pt idx="6075">
                  <c:v>41379</c:v>
                </c:pt>
                <c:pt idx="6076">
                  <c:v>41380</c:v>
                </c:pt>
                <c:pt idx="6077">
                  <c:v>41381</c:v>
                </c:pt>
                <c:pt idx="6078">
                  <c:v>41382</c:v>
                </c:pt>
                <c:pt idx="6079">
                  <c:v>41383</c:v>
                </c:pt>
                <c:pt idx="6080">
                  <c:v>41386</c:v>
                </c:pt>
                <c:pt idx="6081">
                  <c:v>41387</c:v>
                </c:pt>
                <c:pt idx="6082">
                  <c:v>41388</c:v>
                </c:pt>
                <c:pt idx="6083">
                  <c:v>41389</c:v>
                </c:pt>
                <c:pt idx="6084">
                  <c:v>41390</c:v>
                </c:pt>
                <c:pt idx="6085">
                  <c:v>41393</c:v>
                </c:pt>
                <c:pt idx="6086">
                  <c:v>41394</c:v>
                </c:pt>
                <c:pt idx="6087">
                  <c:v>41395</c:v>
                </c:pt>
                <c:pt idx="6088">
                  <c:v>41396</c:v>
                </c:pt>
                <c:pt idx="6089">
                  <c:v>41397</c:v>
                </c:pt>
                <c:pt idx="6090">
                  <c:v>41400</c:v>
                </c:pt>
                <c:pt idx="6091">
                  <c:v>41401</c:v>
                </c:pt>
                <c:pt idx="6092">
                  <c:v>41402</c:v>
                </c:pt>
                <c:pt idx="6093">
                  <c:v>41403</c:v>
                </c:pt>
                <c:pt idx="6094">
                  <c:v>41404</c:v>
                </c:pt>
                <c:pt idx="6095">
                  <c:v>41407</c:v>
                </c:pt>
                <c:pt idx="6096">
                  <c:v>41408</c:v>
                </c:pt>
                <c:pt idx="6097">
                  <c:v>41409</c:v>
                </c:pt>
                <c:pt idx="6098">
                  <c:v>41410</c:v>
                </c:pt>
                <c:pt idx="6099">
                  <c:v>41411</c:v>
                </c:pt>
                <c:pt idx="6100">
                  <c:v>41414</c:v>
                </c:pt>
                <c:pt idx="6101">
                  <c:v>41415</c:v>
                </c:pt>
                <c:pt idx="6102">
                  <c:v>41416</c:v>
                </c:pt>
                <c:pt idx="6103">
                  <c:v>41417</c:v>
                </c:pt>
                <c:pt idx="6104">
                  <c:v>41418</c:v>
                </c:pt>
                <c:pt idx="6105">
                  <c:v>41421</c:v>
                </c:pt>
                <c:pt idx="6106">
                  <c:v>41422</c:v>
                </c:pt>
                <c:pt idx="6107">
                  <c:v>41423</c:v>
                </c:pt>
                <c:pt idx="6108">
                  <c:v>41424</c:v>
                </c:pt>
                <c:pt idx="6109">
                  <c:v>41425</c:v>
                </c:pt>
                <c:pt idx="6110">
                  <c:v>41428</c:v>
                </c:pt>
                <c:pt idx="6111">
                  <c:v>41429</c:v>
                </c:pt>
                <c:pt idx="6112">
                  <c:v>41430</c:v>
                </c:pt>
                <c:pt idx="6113">
                  <c:v>41431</c:v>
                </c:pt>
                <c:pt idx="6114">
                  <c:v>41432</c:v>
                </c:pt>
                <c:pt idx="6115">
                  <c:v>41435</c:v>
                </c:pt>
                <c:pt idx="6116">
                  <c:v>41436</c:v>
                </c:pt>
                <c:pt idx="6117">
                  <c:v>41437</c:v>
                </c:pt>
                <c:pt idx="6118">
                  <c:v>41438</c:v>
                </c:pt>
                <c:pt idx="6119">
                  <c:v>41439</c:v>
                </c:pt>
                <c:pt idx="6120">
                  <c:v>41442</c:v>
                </c:pt>
                <c:pt idx="6121">
                  <c:v>41443</c:v>
                </c:pt>
                <c:pt idx="6122">
                  <c:v>41444</c:v>
                </c:pt>
                <c:pt idx="6123">
                  <c:v>41445</c:v>
                </c:pt>
                <c:pt idx="6124">
                  <c:v>41446</c:v>
                </c:pt>
                <c:pt idx="6125">
                  <c:v>41449</c:v>
                </c:pt>
                <c:pt idx="6126">
                  <c:v>41450</c:v>
                </c:pt>
                <c:pt idx="6127">
                  <c:v>41451</c:v>
                </c:pt>
                <c:pt idx="6128">
                  <c:v>41452</c:v>
                </c:pt>
                <c:pt idx="6129">
                  <c:v>41453</c:v>
                </c:pt>
                <c:pt idx="6130">
                  <c:v>41456</c:v>
                </c:pt>
                <c:pt idx="6131">
                  <c:v>41457</c:v>
                </c:pt>
                <c:pt idx="6132">
                  <c:v>41458</c:v>
                </c:pt>
                <c:pt idx="6133">
                  <c:v>41459</c:v>
                </c:pt>
                <c:pt idx="6134">
                  <c:v>41460</c:v>
                </c:pt>
                <c:pt idx="6135">
                  <c:v>41463</c:v>
                </c:pt>
                <c:pt idx="6136">
                  <c:v>41464</c:v>
                </c:pt>
                <c:pt idx="6137">
                  <c:v>41465</c:v>
                </c:pt>
                <c:pt idx="6138">
                  <c:v>41466</c:v>
                </c:pt>
                <c:pt idx="6139">
                  <c:v>41467</c:v>
                </c:pt>
                <c:pt idx="6140">
                  <c:v>41470</c:v>
                </c:pt>
                <c:pt idx="6141">
                  <c:v>41471</c:v>
                </c:pt>
                <c:pt idx="6142">
                  <c:v>41472</c:v>
                </c:pt>
                <c:pt idx="6143">
                  <c:v>41473</c:v>
                </c:pt>
                <c:pt idx="6144">
                  <c:v>41474</c:v>
                </c:pt>
                <c:pt idx="6145">
                  <c:v>41477</c:v>
                </c:pt>
                <c:pt idx="6146">
                  <c:v>41478</c:v>
                </c:pt>
                <c:pt idx="6147">
                  <c:v>41479</c:v>
                </c:pt>
                <c:pt idx="6148">
                  <c:v>41480</c:v>
                </c:pt>
                <c:pt idx="6149">
                  <c:v>41481</c:v>
                </c:pt>
                <c:pt idx="6150">
                  <c:v>41484</c:v>
                </c:pt>
                <c:pt idx="6151">
                  <c:v>41485</c:v>
                </c:pt>
                <c:pt idx="6152">
                  <c:v>41486</c:v>
                </c:pt>
                <c:pt idx="6153">
                  <c:v>41487</c:v>
                </c:pt>
                <c:pt idx="6154">
                  <c:v>41488</c:v>
                </c:pt>
                <c:pt idx="6155">
                  <c:v>41491</c:v>
                </c:pt>
                <c:pt idx="6156">
                  <c:v>41492</c:v>
                </c:pt>
                <c:pt idx="6157">
                  <c:v>41493</c:v>
                </c:pt>
                <c:pt idx="6158">
                  <c:v>41494</c:v>
                </c:pt>
                <c:pt idx="6159">
                  <c:v>41495</c:v>
                </c:pt>
                <c:pt idx="6160">
                  <c:v>41498</c:v>
                </c:pt>
                <c:pt idx="6161">
                  <c:v>41499</c:v>
                </c:pt>
                <c:pt idx="6162">
                  <c:v>41500</c:v>
                </c:pt>
                <c:pt idx="6163">
                  <c:v>41501</c:v>
                </c:pt>
                <c:pt idx="6164">
                  <c:v>41502</c:v>
                </c:pt>
                <c:pt idx="6165">
                  <c:v>41505</c:v>
                </c:pt>
                <c:pt idx="6166">
                  <c:v>41506</c:v>
                </c:pt>
                <c:pt idx="6167">
                  <c:v>41507</c:v>
                </c:pt>
                <c:pt idx="6168">
                  <c:v>41508</c:v>
                </c:pt>
                <c:pt idx="6169">
                  <c:v>41509</c:v>
                </c:pt>
                <c:pt idx="6170">
                  <c:v>41512</c:v>
                </c:pt>
                <c:pt idx="6171">
                  <c:v>41513</c:v>
                </c:pt>
                <c:pt idx="6172">
                  <c:v>41514</c:v>
                </c:pt>
                <c:pt idx="6173">
                  <c:v>41515</c:v>
                </c:pt>
                <c:pt idx="6174">
                  <c:v>41516</c:v>
                </c:pt>
                <c:pt idx="6175">
                  <c:v>41519</c:v>
                </c:pt>
                <c:pt idx="6176">
                  <c:v>41520</c:v>
                </c:pt>
                <c:pt idx="6177">
                  <c:v>41521</c:v>
                </c:pt>
                <c:pt idx="6178">
                  <c:v>41522</c:v>
                </c:pt>
                <c:pt idx="6179">
                  <c:v>41523</c:v>
                </c:pt>
                <c:pt idx="6180">
                  <c:v>41526</c:v>
                </c:pt>
                <c:pt idx="6181">
                  <c:v>41527</c:v>
                </c:pt>
                <c:pt idx="6182">
                  <c:v>41528</c:v>
                </c:pt>
                <c:pt idx="6183">
                  <c:v>41529</c:v>
                </c:pt>
                <c:pt idx="6184">
                  <c:v>41530</c:v>
                </c:pt>
                <c:pt idx="6185">
                  <c:v>41533</c:v>
                </c:pt>
                <c:pt idx="6186">
                  <c:v>41534</c:v>
                </c:pt>
                <c:pt idx="6187">
                  <c:v>41535</c:v>
                </c:pt>
                <c:pt idx="6188">
                  <c:v>41536</c:v>
                </c:pt>
                <c:pt idx="6189">
                  <c:v>41537</c:v>
                </c:pt>
                <c:pt idx="6190">
                  <c:v>41540</c:v>
                </c:pt>
                <c:pt idx="6191">
                  <c:v>41541</c:v>
                </c:pt>
                <c:pt idx="6192">
                  <c:v>41542</c:v>
                </c:pt>
                <c:pt idx="6193">
                  <c:v>41543</c:v>
                </c:pt>
                <c:pt idx="6194">
                  <c:v>41544</c:v>
                </c:pt>
                <c:pt idx="6195">
                  <c:v>41547</c:v>
                </c:pt>
                <c:pt idx="6196">
                  <c:v>41548</c:v>
                </c:pt>
                <c:pt idx="6197">
                  <c:v>41549</c:v>
                </c:pt>
                <c:pt idx="6198">
                  <c:v>41550</c:v>
                </c:pt>
                <c:pt idx="6199">
                  <c:v>41551</c:v>
                </c:pt>
                <c:pt idx="6200">
                  <c:v>41554</c:v>
                </c:pt>
                <c:pt idx="6201">
                  <c:v>41555</c:v>
                </c:pt>
                <c:pt idx="6202">
                  <c:v>41556</c:v>
                </c:pt>
                <c:pt idx="6203">
                  <c:v>41557</c:v>
                </c:pt>
                <c:pt idx="6204">
                  <c:v>41558</c:v>
                </c:pt>
                <c:pt idx="6205">
                  <c:v>41561</c:v>
                </c:pt>
                <c:pt idx="6206">
                  <c:v>41562</c:v>
                </c:pt>
                <c:pt idx="6207">
                  <c:v>41563</c:v>
                </c:pt>
                <c:pt idx="6208">
                  <c:v>41564</c:v>
                </c:pt>
                <c:pt idx="6209">
                  <c:v>41565</c:v>
                </c:pt>
                <c:pt idx="6210">
                  <c:v>41568</c:v>
                </c:pt>
                <c:pt idx="6211">
                  <c:v>41569</c:v>
                </c:pt>
                <c:pt idx="6212">
                  <c:v>41570</c:v>
                </c:pt>
                <c:pt idx="6213">
                  <c:v>41571</c:v>
                </c:pt>
                <c:pt idx="6214">
                  <c:v>41572</c:v>
                </c:pt>
                <c:pt idx="6215">
                  <c:v>41575</c:v>
                </c:pt>
                <c:pt idx="6216">
                  <c:v>41576</c:v>
                </c:pt>
                <c:pt idx="6217">
                  <c:v>41577</c:v>
                </c:pt>
                <c:pt idx="6218">
                  <c:v>41578</c:v>
                </c:pt>
                <c:pt idx="6219">
                  <c:v>41579</c:v>
                </c:pt>
                <c:pt idx="6220">
                  <c:v>41582</c:v>
                </c:pt>
                <c:pt idx="6221">
                  <c:v>41583</c:v>
                </c:pt>
                <c:pt idx="6222">
                  <c:v>41584</c:v>
                </c:pt>
                <c:pt idx="6223">
                  <c:v>41585</c:v>
                </c:pt>
                <c:pt idx="6224">
                  <c:v>41586</c:v>
                </c:pt>
                <c:pt idx="6225">
                  <c:v>41589</c:v>
                </c:pt>
                <c:pt idx="6226">
                  <c:v>41590</c:v>
                </c:pt>
                <c:pt idx="6227">
                  <c:v>41591</c:v>
                </c:pt>
                <c:pt idx="6228">
                  <c:v>41592</c:v>
                </c:pt>
                <c:pt idx="6229">
                  <c:v>41593</c:v>
                </c:pt>
                <c:pt idx="6230">
                  <c:v>41596</c:v>
                </c:pt>
                <c:pt idx="6231">
                  <c:v>41597</c:v>
                </c:pt>
                <c:pt idx="6232">
                  <c:v>41598</c:v>
                </c:pt>
                <c:pt idx="6233">
                  <c:v>41599</c:v>
                </c:pt>
                <c:pt idx="6234">
                  <c:v>41600</c:v>
                </c:pt>
                <c:pt idx="6235">
                  <c:v>41603</c:v>
                </c:pt>
                <c:pt idx="6236">
                  <c:v>41604</c:v>
                </c:pt>
                <c:pt idx="6237">
                  <c:v>41605</c:v>
                </c:pt>
                <c:pt idx="6238">
                  <c:v>41606</c:v>
                </c:pt>
                <c:pt idx="6239">
                  <c:v>41607</c:v>
                </c:pt>
                <c:pt idx="6240">
                  <c:v>41610</c:v>
                </c:pt>
                <c:pt idx="6241">
                  <c:v>41611</c:v>
                </c:pt>
                <c:pt idx="6242">
                  <c:v>41612</c:v>
                </c:pt>
                <c:pt idx="6243">
                  <c:v>41613</c:v>
                </c:pt>
                <c:pt idx="6244">
                  <c:v>41614</c:v>
                </c:pt>
                <c:pt idx="6245">
                  <c:v>41617</c:v>
                </c:pt>
                <c:pt idx="6246">
                  <c:v>41618</c:v>
                </c:pt>
                <c:pt idx="6247">
                  <c:v>41619</c:v>
                </c:pt>
                <c:pt idx="6248">
                  <c:v>41620</c:v>
                </c:pt>
                <c:pt idx="6249">
                  <c:v>41621</c:v>
                </c:pt>
                <c:pt idx="6250">
                  <c:v>41624</c:v>
                </c:pt>
                <c:pt idx="6251">
                  <c:v>41625</c:v>
                </c:pt>
                <c:pt idx="6252">
                  <c:v>41626</c:v>
                </c:pt>
                <c:pt idx="6253">
                  <c:v>41627</c:v>
                </c:pt>
                <c:pt idx="6254">
                  <c:v>41628</c:v>
                </c:pt>
                <c:pt idx="6255">
                  <c:v>41631</c:v>
                </c:pt>
                <c:pt idx="6256">
                  <c:v>41632</c:v>
                </c:pt>
                <c:pt idx="6257">
                  <c:v>41633</c:v>
                </c:pt>
                <c:pt idx="6258">
                  <c:v>41634</c:v>
                </c:pt>
                <c:pt idx="6259">
                  <c:v>41635</c:v>
                </c:pt>
                <c:pt idx="6260">
                  <c:v>41638</c:v>
                </c:pt>
                <c:pt idx="6261">
                  <c:v>41639</c:v>
                </c:pt>
                <c:pt idx="6262">
                  <c:v>41640</c:v>
                </c:pt>
                <c:pt idx="6263">
                  <c:v>41641</c:v>
                </c:pt>
                <c:pt idx="6264">
                  <c:v>41642</c:v>
                </c:pt>
                <c:pt idx="6265">
                  <c:v>41645</c:v>
                </c:pt>
                <c:pt idx="6266">
                  <c:v>41646</c:v>
                </c:pt>
                <c:pt idx="6267">
                  <c:v>41647</c:v>
                </c:pt>
                <c:pt idx="6268">
                  <c:v>41648</c:v>
                </c:pt>
                <c:pt idx="6269">
                  <c:v>41649</c:v>
                </c:pt>
                <c:pt idx="6270">
                  <c:v>41652</c:v>
                </c:pt>
                <c:pt idx="6271">
                  <c:v>41653</c:v>
                </c:pt>
                <c:pt idx="6272">
                  <c:v>41654</c:v>
                </c:pt>
                <c:pt idx="6273">
                  <c:v>41655</c:v>
                </c:pt>
                <c:pt idx="6274">
                  <c:v>41656</c:v>
                </c:pt>
                <c:pt idx="6275">
                  <c:v>41659</c:v>
                </c:pt>
                <c:pt idx="6276">
                  <c:v>41660</c:v>
                </c:pt>
                <c:pt idx="6277">
                  <c:v>41661</c:v>
                </c:pt>
                <c:pt idx="6278">
                  <c:v>41662</c:v>
                </c:pt>
                <c:pt idx="6279">
                  <c:v>41663</c:v>
                </c:pt>
                <c:pt idx="6280">
                  <c:v>41666</c:v>
                </c:pt>
                <c:pt idx="6281">
                  <c:v>41667</c:v>
                </c:pt>
                <c:pt idx="6282">
                  <c:v>41668</c:v>
                </c:pt>
                <c:pt idx="6283">
                  <c:v>41669</c:v>
                </c:pt>
                <c:pt idx="6284">
                  <c:v>41670</c:v>
                </c:pt>
                <c:pt idx="6285">
                  <c:v>41673</c:v>
                </c:pt>
                <c:pt idx="6286">
                  <c:v>41674</c:v>
                </c:pt>
                <c:pt idx="6287">
                  <c:v>41675</c:v>
                </c:pt>
                <c:pt idx="6288">
                  <c:v>41676</c:v>
                </c:pt>
                <c:pt idx="6289">
                  <c:v>41677</c:v>
                </c:pt>
                <c:pt idx="6290">
                  <c:v>41680</c:v>
                </c:pt>
                <c:pt idx="6291">
                  <c:v>41681</c:v>
                </c:pt>
                <c:pt idx="6292">
                  <c:v>41682</c:v>
                </c:pt>
                <c:pt idx="6293">
                  <c:v>41683</c:v>
                </c:pt>
                <c:pt idx="6294">
                  <c:v>41684</c:v>
                </c:pt>
                <c:pt idx="6295">
                  <c:v>41687</c:v>
                </c:pt>
                <c:pt idx="6296">
                  <c:v>41688</c:v>
                </c:pt>
                <c:pt idx="6297">
                  <c:v>41689</c:v>
                </c:pt>
                <c:pt idx="6298">
                  <c:v>41690</c:v>
                </c:pt>
                <c:pt idx="6299">
                  <c:v>41691</c:v>
                </c:pt>
                <c:pt idx="6300">
                  <c:v>41694</c:v>
                </c:pt>
                <c:pt idx="6301">
                  <c:v>41695</c:v>
                </c:pt>
                <c:pt idx="6302">
                  <c:v>41696</c:v>
                </c:pt>
                <c:pt idx="6303">
                  <c:v>41697</c:v>
                </c:pt>
                <c:pt idx="6304">
                  <c:v>41698</c:v>
                </c:pt>
                <c:pt idx="6305">
                  <c:v>41701</c:v>
                </c:pt>
                <c:pt idx="6306">
                  <c:v>41702</c:v>
                </c:pt>
                <c:pt idx="6307">
                  <c:v>41703</c:v>
                </c:pt>
                <c:pt idx="6308">
                  <c:v>41704</c:v>
                </c:pt>
                <c:pt idx="6309">
                  <c:v>41705</c:v>
                </c:pt>
                <c:pt idx="6310">
                  <c:v>41708</c:v>
                </c:pt>
                <c:pt idx="6311">
                  <c:v>41709</c:v>
                </c:pt>
                <c:pt idx="6312">
                  <c:v>41710</c:v>
                </c:pt>
                <c:pt idx="6313">
                  <c:v>41711</c:v>
                </c:pt>
                <c:pt idx="6314">
                  <c:v>41712</c:v>
                </c:pt>
                <c:pt idx="6315">
                  <c:v>41715</c:v>
                </c:pt>
                <c:pt idx="6316">
                  <c:v>41716</c:v>
                </c:pt>
                <c:pt idx="6317">
                  <c:v>41717</c:v>
                </c:pt>
                <c:pt idx="6318">
                  <c:v>41718</c:v>
                </c:pt>
                <c:pt idx="6319">
                  <c:v>41719</c:v>
                </c:pt>
                <c:pt idx="6320">
                  <c:v>41722</c:v>
                </c:pt>
                <c:pt idx="6321">
                  <c:v>41723</c:v>
                </c:pt>
                <c:pt idx="6322">
                  <c:v>41724</c:v>
                </c:pt>
                <c:pt idx="6323">
                  <c:v>41725</c:v>
                </c:pt>
                <c:pt idx="6324">
                  <c:v>41726</c:v>
                </c:pt>
                <c:pt idx="6325">
                  <c:v>41729</c:v>
                </c:pt>
                <c:pt idx="6326">
                  <c:v>41730</c:v>
                </c:pt>
                <c:pt idx="6327">
                  <c:v>41731</c:v>
                </c:pt>
                <c:pt idx="6328">
                  <c:v>41732</c:v>
                </c:pt>
                <c:pt idx="6329">
                  <c:v>41733</c:v>
                </c:pt>
                <c:pt idx="6330">
                  <c:v>41736</c:v>
                </c:pt>
                <c:pt idx="6331">
                  <c:v>41737</c:v>
                </c:pt>
                <c:pt idx="6332">
                  <c:v>41738</c:v>
                </c:pt>
                <c:pt idx="6333">
                  <c:v>41739</c:v>
                </c:pt>
                <c:pt idx="6334">
                  <c:v>41740</c:v>
                </c:pt>
                <c:pt idx="6335">
                  <c:v>41743</c:v>
                </c:pt>
                <c:pt idx="6336">
                  <c:v>41744</c:v>
                </c:pt>
                <c:pt idx="6337">
                  <c:v>41745</c:v>
                </c:pt>
                <c:pt idx="6338">
                  <c:v>41746</c:v>
                </c:pt>
                <c:pt idx="6339">
                  <c:v>41747</c:v>
                </c:pt>
                <c:pt idx="6340">
                  <c:v>41750</c:v>
                </c:pt>
                <c:pt idx="6341">
                  <c:v>41751</c:v>
                </c:pt>
                <c:pt idx="6342">
                  <c:v>41752</c:v>
                </c:pt>
                <c:pt idx="6343">
                  <c:v>41753</c:v>
                </c:pt>
                <c:pt idx="6344">
                  <c:v>41754</c:v>
                </c:pt>
                <c:pt idx="6345">
                  <c:v>41757</c:v>
                </c:pt>
                <c:pt idx="6346">
                  <c:v>41758</c:v>
                </c:pt>
                <c:pt idx="6347">
                  <c:v>41759</c:v>
                </c:pt>
                <c:pt idx="6348">
                  <c:v>41760</c:v>
                </c:pt>
                <c:pt idx="6349">
                  <c:v>41761</c:v>
                </c:pt>
                <c:pt idx="6350">
                  <c:v>41764</c:v>
                </c:pt>
                <c:pt idx="6351">
                  <c:v>41765</c:v>
                </c:pt>
                <c:pt idx="6352">
                  <c:v>41766</c:v>
                </c:pt>
                <c:pt idx="6353">
                  <c:v>41767</c:v>
                </c:pt>
                <c:pt idx="6354">
                  <c:v>41768</c:v>
                </c:pt>
                <c:pt idx="6355">
                  <c:v>41771</c:v>
                </c:pt>
                <c:pt idx="6356">
                  <c:v>41772</c:v>
                </c:pt>
                <c:pt idx="6357">
                  <c:v>41773</c:v>
                </c:pt>
                <c:pt idx="6358">
                  <c:v>41774</c:v>
                </c:pt>
                <c:pt idx="6359">
                  <c:v>41775</c:v>
                </c:pt>
                <c:pt idx="6360">
                  <c:v>41778</c:v>
                </c:pt>
                <c:pt idx="6361">
                  <c:v>41779</c:v>
                </c:pt>
                <c:pt idx="6362">
                  <c:v>41780</c:v>
                </c:pt>
                <c:pt idx="6363">
                  <c:v>41781</c:v>
                </c:pt>
                <c:pt idx="6364">
                  <c:v>41782</c:v>
                </c:pt>
                <c:pt idx="6365">
                  <c:v>41785</c:v>
                </c:pt>
                <c:pt idx="6366">
                  <c:v>41786</c:v>
                </c:pt>
                <c:pt idx="6367">
                  <c:v>41787</c:v>
                </c:pt>
                <c:pt idx="6368">
                  <c:v>41788</c:v>
                </c:pt>
                <c:pt idx="6369">
                  <c:v>41789</c:v>
                </c:pt>
                <c:pt idx="6370">
                  <c:v>41792</c:v>
                </c:pt>
                <c:pt idx="6371">
                  <c:v>41793</c:v>
                </c:pt>
                <c:pt idx="6372">
                  <c:v>41794</c:v>
                </c:pt>
                <c:pt idx="6373">
                  <c:v>41795</c:v>
                </c:pt>
                <c:pt idx="6374">
                  <c:v>41796</c:v>
                </c:pt>
                <c:pt idx="6375">
                  <c:v>41799</c:v>
                </c:pt>
                <c:pt idx="6376">
                  <c:v>41800</c:v>
                </c:pt>
                <c:pt idx="6377">
                  <c:v>41801</c:v>
                </c:pt>
                <c:pt idx="6378">
                  <c:v>41802</c:v>
                </c:pt>
                <c:pt idx="6379">
                  <c:v>41803</c:v>
                </c:pt>
                <c:pt idx="6380">
                  <c:v>41806</c:v>
                </c:pt>
                <c:pt idx="6381">
                  <c:v>41807</c:v>
                </c:pt>
                <c:pt idx="6382">
                  <c:v>41808</c:v>
                </c:pt>
                <c:pt idx="6383">
                  <c:v>41809</c:v>
                </c:pt>
                <c:pt idx="6384">
                  <c:v>41810</c:v>
                </c:pt>
                <c:pt idx="6385">
                  <c:v>41813</c:v>
                </c:pt>
                <c:pt idx="6386">
                  <c:v>41814</c:v>
                </c:pt>
                <c:pt idx="6387">
                  <c:v>41815</c:v>
                </c:pt>
                <c:pt idx="6388">
                  <c:v>41816</c:v>
                </c:pt>
                <c:pt idx="6389">
                  <c:v>41817</c:v>
                </c:pt>
                <c:pt idx="6390">
                  <c:v>41820</c:v>
                </c:pt>
                <c:pt idx="6391">
                  <c:v>41821</c:v>
                </c:pt>
                <c:pt idx="6392">
                  <c:v>41822</c:v>
                </c:pt>
                <c:pt idx="6393">
                  <c:v>41823</c:v>
                </c:pt>
                <c:pt idx="6394">
                  <c:v>41824</c:v>
                </c:pt>
                <c:pt idx="6395">
                  <c:v>41827</c:v>
                </c:pt>
                <c:pt idx="6396">
                  <c:v>41828</c:v>
                </c:pt>
                <c:pt idx="6397">
                  <c:v>41829</c:v>
                </c:pt>
                <c:pt idx="6398">
                  <c:v>41830</c:v>
                </c:pt>
                <c:pt idx="6399">
                  <c:v>41831</c:v>
                </c:pt>
                <c:pt idx="6400">
                  <c:v>41834</c:v>
                </c:pt>
                <c:pt idx="6401">
                  <c:v>41835</c:v>
                </c:pt>
                <c:pt idx="6402">
                  <c:v>41836</c:v>
                </c:pt>
                <c:pt idx="6403">
                  <c:v>41837</c:v>
                </c:pt>
                <c:pt idx="6404">
                  <c:v>41838</c:v>
                </c:pt>
                <c:pt idx="6405">
                  <c:v>41841</c:v>
                </c:pt>
                <c:pt idx="6406">
                  <c:v>41842</c:v>
                </c:pt>
                <c:pt idx="6407">
                  <c:v>41843</c:v>
                </c:pt>
                <c:pt idx="6408">
                  <c:v>41844</c:v>
                </c:pt>
                <c:pt idx="6409">
                  <c:v>41845</c:v>
                </c:pt>
                <c:pt idx="6410">
                  <c:v>41848</c:v>
                </c:pt>
                <c:pt idx="6411">
                  <c:v>41849</c:v>
                </c:pt>
                <c:pt idx="6412">
                  <c:v>41850</c:v>
                </c:pt>
                <c:pt idx="6413">
                  <c:v>41851</c:v>
                </c:pt>
                <c:pt idx="6414">
                  <c:v>41852</c:v>
                </c:pt>
                <c:pt idx="6415">
                  <c:v>41855</c:v>
                </c:pt>
                <c:pt idx="6416">
                  <c:v>41856</c:v>
                </c:pt>
                <c:pt idx="6417">
                  <c:v>41857</c:v>
                </c:pt>
                <c:pt idx="6418">
                  <c:v>41858</c:v>
                </c:pt>
                <c:pt idx="6419">
                  <c:v>41859</c:v>
                </c:pt>
                <c:pt idx="6420">
                  <c:v>41862</c:v>
                </c:pt>
                <c:pt idx="6421">
                  <c:v>41863</c:v>
                </c:pt>
                <c:pt idx="6422">
                  <c:v>41864</c:v>
                </c:pt>
                <c:pt idx="6423">
                  <c:v>41865</c:v>
                </c:pt>
                <c:pt idx="6424">
                  <c:v>41866</c:v>
                </c:pt>
                <c:pt idx="6425">
                  <c:v>41869</c:v>
                </c:pt>
                <c:pt idx="6426">
                  <c:v>41870</c:v>
                </c:pt>
                <c:pt idx="6427">
                  <c:v>41871</c:v>
                </c:pt>
                <c:pt idx="6428">
                  <c:v>41872</c:v>
                </c:pt>
                <c:pt idx="6429">
                  <c:v>41873</c:v>
                </c:pt>
                <c:pt idx="6430">
                  <c:v>41876</c:v>
                </c:pt>
                <c:pt idx="6431">
                  <c:v>41877</c:v>
                </c:pt>
                <c:pt idx="6432">
                  <c:v>41878</c:v>
                </c:pt>
                <c:pt idx="6433">
                  <c:v>41879</c:v>
                </c:pt>
                <c:pt idx="6434">
                  <c:v>41880</c:v>
                </c:pt>
                <c:pt idx="6435">
                  <c:v>41883</c:v>
                </c:pt>
                <c:pt idx="6436">
                  <c:v>41884</c:v>
                </c:pt>
                <c:pt idx="6437">
                  <c:v>41885</c:v>
                </c:pt>
                <c:pt idx="6438">
                  <c:v>41886</c:v>
                </c:pt>
                <c:pt idx="6439">
                  <c:v>41887</c:v>
                </c:pt>
                <c:pt idx="6440">
                  <c:v>41890</c:v>
                </c:pt>
                <c:pt idx="6441">
                  <c:v>41891</c:v>
                </c:pt>
                <c:pt idx="6442">
                  <c:v>41892</c:v>
                </c:pt>
                <c:pt idx="6443">
                  <c:v>41893</c:v>
                </c:pt>
                <c:pt idx="6444">
                  <c:v>41894</c:v>
                </c:pt>
                <c:pt idx="6445">
                  <c:v>41897</c:v>
                </c:pt>
                <c:pt idx="6446">
                  <c:v>41898</c:v>
                </c:pt>
                <c:pt idx="6447">
                  <c:v>41899</c:v>
                </c:pt>
                <c:pt idx="6448">
                  <c:v>41900</c:v>
                </c:pt>
                <c:pt idx="6449">
                  <c:v>41901</c:v>
                </c:pt>
                <c:pt idx="6450">
                  <c:v>41904</c:v>
                </c:pt>
                <c:pt idx="6451">
                  <c:v>41905</c:v>
                </c:pt>
                <c:pt idx="6452">
                  <c:v>41906</c:v>
                </c:pt>
                <c:pt idx="6453">
                  <c:v>41907</c:v>
                </c:pt>
                <c:pt idx="6454">
                  <c:v>41908</c:v>
                </c:pt>
                <c:pt idx="6455">
                  <c:v>41911</c:v>
                </c:pt>
                <c:pt idx="6456">
                  <c:v>41912</c:v>
                </c:pt>
                <c:pt idx="6457">
                  <c:v>41913</c:v>
                </c:pt>
                <c:pt idx="6458">
                  <c:v>41914</c:v>
                </c:pt>
                <c:pt idx="6459">
                  <c:v>41915</c:v>
                </c:pt>
                <c:pt idx="6460">
                  <c:v>41918</c:v>
                </c:pt>
                <c:pt idx="6461">
                  <c:v>41919</c:v>
                </c:pt>
                <c:pt idx="6462">
                  <c:v>41920</c:v>
                </c:pt>
                <c:pt idx="6463">
                  <c:v>41921</c:v>
                </c:pt>
                <c:pt idx="6464">
                  <c:v>41922</c:v>
                </c:pt>
                <c:pt idx="6465">
                  <c:v>41925</c:v>
                </c:pt>
                <c:pt idx="6466">
                  <c:v>41926</c:v>
                </c:pt>
                <c:pt idx="6467">
                  <c:v>41927</c:v>
                </c:pt>
                <c:pt idx="6468">
                  <c:v>41928</c:v>
                </c:pt>
                <c:pt idx="6469">
                  <c:v>41929</c:v>
                </c:pt>
                <c:pt idx="6470">
                  <c:v>41932</c:v>
                </c:pt>
                <c:pt idx="6471">
                  <c:v>41933</c:v>
                </c:pt>
                <c:pt idx="6472">
                  <c:v>41934</c:v>
                </c:pt>
                <c:pt idx="6473">
                  <c:v>41935</c:v>
                </c:pt>
                <c:pt idx="6474">
                  <c:v>41936</c:v>
                </c:pt>
                <c:pt idx="6475">
                  <c:v>41939</c:v>
                </c:pt>
                <c:pt idx="6476">
                  <c:v>41940</c:v>
                </c:pt>
                <c:pt idx="6477">
                  <c:v>41941</c:v>
                </c:pt>
                <c:pt idx="6478">
                  <c:v>41942</c:v>
                </c:pt>
                <c:pt idx="6479">
                  <c:v>41943</c:v>
                </c:pt>
                <c:pt idx="6480">
                  <c:v>41946</c:v>
                </c:pt>
                <c:pt idx="6481">
                  <c:v>41947</c:v>
                </c:pt>
                <c:pt idx="6482">
                  <c:v>41948</c:v>
                </c:pt>
                <c:pt idx="6483">
                  <c:v>41949</c:v>
                </c:pt>
                <c:pt idx="6484">
                  <c:v>41950</c:v>
                </c:pt>
                <c:pt idx="6485">
                  <c:v>41953</c:v>
                </c:pt>
                <c:pt idx="6486">
                  <c:v>41954</c:v>
                </c:pt>
                <c:pt idx="6487">
                  <c:v>41955</c:v>
                </c:pt>
                <c:pt idx="6488">
                  <c:v>41956</c:v>
                </c:pt>
                <c:pt idx="6489">
                  <c:v>41957</c:v>
                </c:pt>
                <c:pt idx="6490">
                  <c:v>41960</c:v>
                </c:pt>
                <c:pt idx="6491">
                  <c:v>41961</c:v>
                </c:pt>
                <c:pt idx="6492">
                  <c:v>41962</c:v>
                </c:pt>
                <c:pt idx="6493">
                  <c:v>41963</c:v>
                </c:pt>
                <c:pt idx="6494">
                  <c:v>41964</c:v>
                </c:pt>
                <c:pt idx="6495">
                  <c:v>41967</c:v>
                </c:pt>
                <c:pt idx="6496">
                  <c:v>41968</c:v>
                </c:pt>
                <c:pt idx="6497">
                  <c:v>41969</c:v>
                </c:pt>
                <c:pt idx="6498">
                  <c:v>41970</c:v>
                </c:pt>
                <c:pt idx="6499">
                  <c:v>41971</c:v>
                </c:pt>
                <c:pt idx="6500">
                  <c:v>41974</c:v>
                </c:pt>
                <c:pt idx="6501">
                  <c:v>41975</c:v>
                </c:pt>
                <c:pt idx="6502">
                  <c:v>41976</c:v>
                </c:pt>
                <c:pt idx="6503">
                  <c:v>41977</c:v>
                </c:pt>
                <c:pt idx="6504">
                  <c:v>41978</c:v>
                </c:pt>
                <c:pt idx="6505">
                  <c:v>41981</c:v>
                </c:pt>
                <c:pt idx="6506">
                  <c:v>41982</c:v>
                </c:pt>
                <c:pt idx="6507">
                  <c:v>41983</c:v>
                </c:pt>
                <c:pt idx="6508">
                  <c:v>41984</c:v>
                </c:pt>
                <c:pt idx="6509">
                  <c:v>41985</c:v>
                </c:pt>
                <c:pt idx="6510">
                  <c:v>41988</c:v>
                </c:pt>
                <c:pt idx="6511">
                  <c:v>41989</c:v>
                </c:pt>
                <c:pt idx="6512">
                  <c:v>41990</c:v>
                </c:pt>
                <c:pt idx="6513">
                  <c:v>41991</c:v>
                </c:pt>
                <c:pt idx="6514">
                  <c:v>41992</c:v>
                </c:pt>
                <c:pt idx="6515">
                  <c:v>41995</c:v>
                </c:pt>
                <c:pt idx="6516">
                  <c:v>41996</c:v>
                </c:pt>
                <c:pt idx="6517">
                  <c:v>41997</c:v>
                </c:pt>
                <c:pt idx="6518">
                  <c:v>41998</c:v>
                </c:pt>
                <c:pt idx="6519">
                  <c:v>41999</c:v>
                </c:pt>
                <c:pt idx="6520">
                  <c:v>42002</c:v>
                </c:pt>
                <c:pt idx="6521">
                  <c:v>42003</c:v>
                </c:pt>
                <c:pt idx="6522">
                  <c:v>42004</c:v>
                </c:pt>
                <c:pt idx="6523">
                  <c:v>42005</c:v>
                </c:pt>
                <c:pt idx="6524">
                  <c:v>42006</c:v>
                </c:pt>
                <c:pt idx="6525">
                  <c:v>42009</c:v>
                </c:pt>
                <c:pt idx="6526">
                  <c:v>42010</c:v>
                </c:pt>
                <c:pt idx="6527">
                  <c:v>42011</c:v>
                </c:pt>
                <c:pt idx="6528">
                  <c:v>42012</c:v>
                </c:pt>
                <c:pt idx="6529">
                  <c:v>42013</c:v>
                </c:pt>
                <c:pt idx="6530">
                  <c:v>42016</c:v>
                </c:pt>
                <c:pt idx="6531">
                  <c:v>42017</c:v>
                </c:pt>
                <c:pt idx="6532">
                  <c:v>42018</c:v>
                </c:pt>
                <c:pt idx="6533">
                  <c:v>42019</c:v>
                </c:pt>
                <c:pt idx="6534">
                  <c:v>42020</c:v>
                </c:pt>
                <c:pt idx="6535">
                  <c:v>42023</c:v>
                </c:pt>
                <c:pt idx="6536">
                  <c:v>42024</c:v>
                </c:pt>
                <c:pt idx="6537">
                  <c:v>42025</c:v>
                </c:pt>
                <c:pt idx="6538">
                  <c:v>42026</c:v>
                </c:pt>
                <c:pt idx="6539">
                  <c:v>42027</c:v>
                </c:pt>
                <c:pt idx="6540">
                  <c:v>42030</c:v>
                </c:pt>
                <c:pt idx="6541">
                  <c:v>42031</c:v>
                </c:pt>
                <c:pt idx="6542">
                  <c:v>42032</c:v>
                </c:pt>
                <c:pt idx="6543">
                  <c:v>42033</c:v>
                </c:pt>
                <c:pt idx="6544">
                  <c:v>42034</c:v>
                </c:pt>
                <c:pt idx="6545">
                  <c:v>42037</c:v>
                </c:pt>
                <c:pt idx="6546">
                  <c:v>42038</c:v>
                </c:pt>
                <c:pt idx="6547">
                  <c:v>42039</c:v>
                </c:pt>
                <c:pt idx="6548">
                  <c:v>42040</c:v>
                </c:pt>
                <c:pt idx="6549">
                  <c:v>42041</c:v>
                </c:pt>
                <c:pt idx="6550">
                  <c:v>42044</c:v>
                </c:pt>
                <c:pt idx="6551">
                  <c:v>42045</c:v>
                </c:pt>
                <c:pt idx="6552">
                  <c:v>42046</c:v>
                </c:pt>
                <c:pt idx="6553">
                  <c:v>42047</c:v>
                </c:pt>
                <c:pt idx="6554">
                  <c:v>42048</c:v>
                </c:pt>
                <c:pt idx="6555">
                  <c:v>42051</c:v>
                </c:pt>
                <c:pt idx="6556">
                  <c:v>42052</c:v>
                </c:pt>
                <c:pt idx="6557">
                  <c:v>42053</c:v>
                </c:pt>
                <c:pt idx="6558">
                  <c:v>42054</c:v>
                </c:pt>
                <c:pt idx="6559">
                  <c:v>42055</c:v>
                </c:pt>
                <c:pt idx="6560">
                  <c:v>42058</c:v>
                </c:pt>
                <c:pt idx="6561">
                  <c:v>42059</c:v>
                </c:pt>
                <c:pt idx="6562">
                  <c:v>42060</c:v>
                </c:pt>
                <c:pt idx="6563">
                  <c:v>42061</c:v>
                </c:pt>
                <c:pt idx="6564">
                  <c:v>42062</c:v>
                </c:pt>
                <c:pt idx="6565">
                  <c:v>42065</c:v>
                </c:pt>
                <c:pt idx="6566">
                  <c:v>42066</c:v>
                </c:pt>
                <c:pt idx="6567">
                  <c:v>42067</c:v>
                </c:pt>
                <c:pt idx="6568">
                  <c:v>42068</c:v>
                </c:pt>
                <c:pt idx="6569">
                  <c:v>42069</c:v>
                </c:pt>
                <c:pt idx="6570">
                  <c:v>42072</c:v>
                </c:pt>
                <c:pt idx="6571">
                  <c:v>42073</c:v>
                </c:pt>
                <c:pt idx="6572">
                  <c:v>42074</c:v>
                </c:pt>
                <c:pt idx="6573">
                  <c:v>42075</c:v>
                </c:pt>
                <c:pt idx="6574">
                  <c:v>42076</c:v>
                </c:pt>
                <c:pt idx="6575">
                  <c:v>42079</c:v>
                </c:pt>
                <c:pt idx="6576">
                  <c:v>42080</c:v>
                </c:pt>
                <c:pt idx="6577">
                  <c:v>42081</c:v>
                </c:pt>
                <c:pt idx="6578">
                  <c:v>42082</c:v>
                </c:pt>
                <c:pt idx="6579">
                  <c:v>42083</c:v>
                </c:pt>
                <c:pt idx="6580">
                  <c:v>42086</c:v>
                </c:pt>
                <c:pt idx="6581">
                  <c:v>42087</c:v>
                </c:pt>
                <c:pt idx="6582">
                  <c:v>42088</c:v>
                </c:pt>
                <c:pt idx="6583">
                  <c:v>42089</c:v>
                </c:pt>
                <c:pt idx="6584">
                  <c:v>42090</c:v>
                </c:pt>
                <c:pt idx="6585">
                  <c:v>42093</c:v>
                </c:pt>
                <c:pt idx="6586">
                  <c:v>42094</c:v>
                </c:pt>
                <c:pt idx="6587">
                  <c:v>42095</c:v>
                </c:pt>
                <c:pt idx="6588">
                  <c:v>42096</c:v>
                </c:pt>
                <c:pt idx="6589">
                  <c:v>42097</c:v>
                </c:pt>
                <c:pt idx="6590">
                  <c:v>42100</c:v>
                </c:pt>
                <c:pt idx="6591">
                  <c:v>42101</c:v>
                </c:pt>
                <c:pt idx="6592">
                  <c:v>42102</c:v>
                </c:pt>
                <c:pt idx="6593">
                  <c:v>42103</c:v>
                </c:pt>
                <c:pt idx="6594">
                  <c:v>42104</c:v>
                </c:pt>
                <c:pt idx="6595">
                  <c:v>42107</c:v>
                </c:pt>
                <c:pt idx="6596">
                  <c:v>42108</c:v>
                </c:pt>
                <c:pt idx="6597">
                  <c:v>42109</c:v>
                </c:pt>
                <c:pt idx="6598">
                  <c:v>42110</c:v>
                </c:pt>
                <c:pt idx="6599">
                  <c:v>42111</c:v>
                </c:pt>
                <c:pt idx="6600">
                  <c:v>42114</c:v>
                </c:pt>
                <c:pt idx="6601">
                  <c:v>42115</c:v>
                </c:pt>
                <c:pt idx="6602">
                  <c:v>42116</c:v>
                </c:pt>
                <c:pt idx="6603">
                  <c:v>42117</c:v>
                </c:pt>
                <c:pt idx="6604">
                  <c:v>42118</c:v>
                </c:pt>
                <c:pt idx="6605">
                  <c:v>42121</c:v>
                </c:pt>
                <c:pt idx="6606">
                  <c:v>42122</c:v>
                </c:pt>
                <c:pt idx="6607">
                  <c:v>42123</c:v>
                </c:pt>
                <c:pt idx="6608">
                  <c:v>42124</c:v>
                </c:pt>
                <c:pt idx="6609">
                  <c:v>42125</c:v>
                </c:pt>
                <c:pt idx="6610">
                  <c:v>42128</c:v>
                </c:pt>
                <c:pt idx="6611">
                  <c:v>42129</c:v>
                </c:pt>
                <c:pt idx="6612">
                  <c:v>42130</c:v>
                </c:pt>
                <c:pt idx="6613">
                  <c:v>42131</c:v>
                </c:pt>
                <c:pt idx="6614">
                  <c:v>42132</c:v>
                </c:pt>
                <c:pt idx="6615">
                  <c:v>42135</c:v>
                </c:pt>
                <c:pt idx="6616">
                  <c:v>42136</c:v>
                </c:pt>
                <c:pt idx="6617">
                  <c:v>42137</c:v>
                </c:pt>
                <c:pt idx="6618">
                  <c:v>42138</c:v>
                </c:pt>
                <c:pt idx="6619">
                  <c:v>42139</c:v>
                </c:pt>
                <c:pt idx="6620">
                  <c:v>42142</c:v>
                </c:pt>
                <c:pt idx="6621">
                  <c:v>42143</c:v>
                </c:pt>
                <c:pt idx="6622">
                  <c:v>42144</c:v>
                </c:pt>
                <c:pt idx="6623">
                  <c:v>42145</c:v>
                </c:pt>
                <c:pt idx="6624">
                  <c:v>42146</c:v>
                </c:pt>
                <c:pt idx="6625">
                  <c:v>42149</c:v>
                </c:pt>
                <c:pt idx="6626">
                  <c:v>42150</c:v>
                </c:pt>
                <c:pt idx="6627">
                  <c:v>42151</c:v>
                </c:pt>
                <c:pt idx="6628">
                  <c:v>42152</c:v>
                </c:pt>
                <c:pt idx="6629">
                  <c:v>42153</c:v>
                </c:pt>
                <c:pt idx="6630">
                  <c:v>42156</c:v>
                </c:pt>
                <c:pt idx="6631">
                  <c:v>42157</c:v>
                </c:pt>
                <c:pt idx="6632">
                  <c:v>42158</c:v>
                </c:pt>
                <c:pt idx="6633">
                  <c:v>42159</c:v>
                </c:pt>
                <c:pt idx="6634">
                  <c:v>42160</c:v>
                </c:pt>
                <c:pt idx="6635">
                  <c:v>42163</c:v>
                </c:pt>
                <c:pt idx="6636">
                  <c:v>42164</c:v>
                </c:pt>
                <c:pt idx="6637">
                  <c:v>42165</c:v>
                </c:pt>
                <c:pt idx="6638">
                  <c:v>42166</c:v>
                </c:pt>
                <c:pt idx="6639">
                  <c:v>42167</c:v>
                </c:pt>
                <c:pt idx="6640">
                  <c:v>42170</c:v>
                </c:pt>
                <c:pt idx="6641">
                  <c:v>42171</c:v>
                </c:pt>
                <c:pt idx="6642">
                  <c:v>42172</c:v>
                </c:pt>
                <c:pt idx="6643">
                  <c:v>42173</c:v>
                </c:pt>
                <c:pt idx="6644">
                  <c:v>42174</c:v>
                </c:pt>
                <c:pt idx="6645">
                  <c:v>42177</c:v>
                </c:pt>
                <c:pt idx="6646">
                  <c:v>42178</c:v>
                </c:pt>
                <c:pt idx="6647">
                  <c:v>42179</c:v>
                </c:pt>
                <c:pt idx="6648">
                  <c:v>42180</c:v>
                </c:pt>
                <c:pt idx="6649">
                  <c:v>42181</c:v>
                </c:pt>
                <c:pt idx="6650">
                  <c:v>42184</c:v>
                </c:pt>
                <c:pt idx="6651">
                  <c:v>42185</c:v>
                </c:pt>
                <c:pt idx="6652">
                  <c:v>42186</c:v>
                </c:pt>
                <c:pt idx="6653">
                  <c:v>42187</c:v>
                </c:pt>
                <c:pt idx="6654">
                  <c:v>42188</c:v>
                </c:pt>
                <c:pt idx="6655">
                  <c:v>42191</c:v>
                </c:pt>
                <c:pt idx="6656">
                  <c:v>42192</c:v>
                </c:pt>
                <c:pt idx="6657">
                  <c:v>42193</c:v>
                </c:pt>
                <c:pt idx="6658">
                  <c:v>42194</c:v>
                </c:pt>
                <c:pt idx="6659">
                  <c:v>42195</c:v>
                </c:pt>
                <c:pt idx="6660">
                  <c:v>42198</c:v>
                </c:pt>
                <c:pt idx="6661">
                  <c:v>42199</c:v>
                </c:pt>
                <c:pt idx="6662">
                  <c:v>42200</c:v>
                </c:pt>
                <c:pt idx="6663">
                  <c:v>42201</c:v>
                </c:pt>
                <c:pt idx="6664">
                  <c:v>42202</c:v>
                </c:pt>
                <c:pt idx="6665">
                  <c:v>42205</c:v>
                </c:pt>
                <c:pt idx="6666">
                  <c:v>42206</c:v>
                </c:pt>
                <c:pt idx="6667">
                  <c:v>42207</c:v>
                </c:pt>
                <c:pt idx="6668">
                  <c:v>42208</c:v>
                </c:pt>
                <c:pt idx="6669">
                  <c:v>42209</c:v>
                </c:pt>
                <c:pt idx="6670">
                  <c:v>42212</c:v>
                </c:pt>
                <c:pt idx="6671">
                  <c:v>42213</c:v>
                </c:pt>
                <c:pt idx="6672">
                  <c:v>42214</c:v>
                </c:pt>
                <c:pt idx="6673">
                  <c:v>42215</c:v>
                </c:pt>
                <c:pt idx="6674">
                  <c:v>42216</c:v>
                </c:pt>
                <c:pt idx="6675">
                  <c:v>42219</c:v>
                </c:pt>
                <c:pt idx="6676">
                  <c:v>42220</c:v>
                </c:pt>
                <c:pt idx="6677">
                  <c:v>42221</c:v>
                </c:pt>
                <c:pt idx="6678">
                  <c:v>42222</c:v>
                </c:pt>
                <c:pt idx="6679">
                  <c:v>42223</c:v>
                </c:pt>
                <c:pt idx="6680">
                  <c:v>42226</c:v>
                </c:pt>
                <c:pt idx="6681">
                  <c:v>42227</c:v>
                </c:pt>
                <c:pt idx="6682">
                  <c:v>42228</c:v>
                </c:pt>
                <c:pt idx="6683">
                  <c:v>42229</c:v>
                </c:pt>
                <c:pt idx="6684">
                  <c:v>42230</c:v>
                </c:pt>
                <c:pt idx="6685">
                  <c:v>42233</c:v>
                </c:pt>
                <c:pt idx="6686">
                  <c:v>42234</c:v>
                </c:pt>
                <c:pt idx="6687">
                  <c:v>42235</c:v>
                </c:pt>
                <c:pt idx="6688">
                  <c:v>42236</c:v>
                </c:pt>
                <c:pt idx="6689">
                  <c:v>42237</c:v>
                </c:pt>
                <c:pt idx="6690">
                  <c:v>42240</c:v>
                </c:pt>
                <c:pt idx="6691">
                  <c:v>42241</c:v>
                </c:pt>
                <c:pt idx="6692">
                  <c:v>42242</c:v>
                </c:pt>
                <c:pt idx="6693">
                  <c:v>42243</c:v>
                </c:pt>
                <c:pt idx="6694">
                  <c:v>42244</c:v>
                </c:pt>
                <c:pt idx="6695">
                  <c:v>42247</c:v>
                </c:pt>
                <c:pt idx="6696">
                  <c:v>42248</c:v>
                </c:pt>
                <c:pt idx="6697">
                  <c:v>42249</c:v>
                </c:pt>
                <c:pt idx="6698">
                  <c:v>42250</c:v>
                </c:pt>
                <c:pt idx="6699">
                  <c:v>42251</c:v>
                </c:pt>
                <c:pt idx="6700">
                  <c:v>42254</c:v>
                </c:pt>
                <c:pt idx="6701">
                  <c:v>42255</c:v>
                </c:pt>
                <c:pt idx="6702">
                  <c:v>42256</c:v>
                </c:pt>
                <c:pt idx="6703">
                  <c:v>42257</c:v>
                </c:pt>
                <c:pt idx="6704">
                  <c:v>42258</c:v>
                </c:pt>
                <c:pt idx="6705">
                  <c:v>42261</c:v>
                </c:pt>
                <c:pt idx="6706">
                  <c:v>42262</c:v>
                </c:pt>
                <c:pt idx="6707">
                  <c:v>42263</c:v>
                </c:pt>
                <c:pt idx="6708">
                  <c:v>42264</c:v>
                </c:pt>
                <c:pt idx="6709">
                  <c:v>42265</c:v>
                </c:pt>
                <c:pt idx="6710">
                  <c:v>42268</c:v>
                </c:pt>
                <c:pt idx="6711">
                  <c:v>42269</c:v>
                </c:pt>
                <c:pt idx="6712">
                  <c:v>42270</c:v>
                </c:pt>
                <c:pt idx="6713">
                  <c:v>42271</c:v>
                </c:pt>
                <c:pt idx="6714">
                  <c:v>42272</c:v>
                </c:pt>
                <c:pt idx="6715">
                  <c:v>42275</c:v>
                </c:pt>
                <c:pt idx="6716">
                  <c:v>42276</c:v>
                </c:pt>
                <c:pt idx="6717">
                  <c:v>42277</c:v>
                </c:pt>
                <c:pt idx="6718">
                  <c:v>42278</c:v>
                </c:pt>
                <c:pt idx="6719">
                  <c:v>42279</c:v>
                </c:pt>
                <c:pt idx="6720">
                  <c:v>42282</c:v>
                </c:pt>
                <c:pt idx="6721">
                  <c:v>42283</c:v>
                </c:pt>
                <c:pt idx="6722">
                  <c:v>42284</c:v>
                </c:pt>
                <c:pt idx="6723">
                  <c:v>42285</c:v>
                </c:pt>
                <c:pt idx="6724">
                  <c:v>42286</c:v>
                </c:pt>
                <c:pt idx="6725">
                  <c:v>42289</c:v>
                </c:pt>
                <c:pt idx="6726">
                  <c:v>42290</c:v>
                </c:pt>
                <c:pt idx="6727">
                  <c:v>42291</c:v>
                </c:pt>
                <c:pt idx="6728">
                  <c:v>42292</c:v>
                </c:pt>
                <c:pt idx="6729">
                  <c:v>42293</c:v>
                </c:pt>
                <c:pt idx="6730">
                  <c:v>42296</c:v>
                </c:pt>
                <c:pt idx="6731">
                  <c:v>42297</c:v>
                </c:pt>
                <c:pt idx="6732">
                  <c:v>42298</c:v>
                </c:pt>
                <c:pt idx="6733">
                  <c:v>42299</c:v>
                </c:pt>
                <c:pt idx="6734">
                  <c:v>42300</c:v>
                </c:pt>
                <c:pt idx="6735">
                  <c:v>42303</c:v>
                </c:pt>
                <c:pt idx="6736">
                  <c:v>42304</c:v>
                </c:pt>
                <c:pt idx="6737">
                  <c:v>42305</c:v>
                </c:pt>
                <c:pt idx="6738">
                  <c:v>42306</c:v>
                </c:pt>
                <c:pt idx="6739">
                  <c:v>42307</c:v>
                </c:pt>
                <c:pt idx="6740">
                  <c:v>42310</c:v>
                </c:pt>
                <c:pt idx="6741">
                  <c:v>42311</c:v>
                </c:pt>
                <c:pt idx="6742">
                  <c:v>42312</c:v>
                </c:pt>
                <c:pt idx="6743">
                  <c:v>42313</c:v>
                </c:pt>
                <c:pt idx="6744">
                  <c:v>42314</c:v>
                </c:pt>
                <c:pt idx="6745">
                  <c:v>42317</c:v>
                </c:pt>
                <c:pt idx="6746">
                  <c:v>42318</c:v>
                </c:pt>
                <c:pt idx="6747">
                  <c:v>42319</c:v>
                </c:pt>
                <c:pt idx="6748">
                  <c:v>42320</c:v>
                </c:pt>
                <c:pt idx="6749">
                  <c:v>42321</c:v>
                </c:pt>
                <c:pt idx="6750">
                  <c:v>42324</c:v>
                </c:pt>
                <c:pt idx="6751">
                  <c:v>42325</c:v>
                </c:pt>
                <c:pt idx="6752">
                  <c:v>42326</c:v>
                </c:pt>
                <c:pt idx="6753">
                  <c:v>42327</c:v>
                </c:pt>
                <c:pt idx="6754">
                  <c:v>42328</c:v>
                </c:pt>
                <c:pt idx="6755">
                  <c:v>42331</c:v>
                </c:pt>
                <c:pt idx="6756">
                  <c:v>42332</c:v>
                </c:pt>
                <c:pt idx="6757">
                  <c:v>42333</c:v>
                </c:pt>
                <c:pt idx="6758">
                  <c:v>42334</c:v>
                </c:pt>
                <c:pt idx="6759">
                  <c:v>42335</c:v>
                </c:pt>
                <c:pt idx="6760">
                  <c:v>42338</c:v>
                </c:pt>
                <c:pt idx="6761">
                  <c:v>42339</c:v>
                </c:pt>
                <c:pt idx="6762">
                  <c:v>42340</c:v>
                </c:pt>
                <c:pt idx="6763">
                  <c:v>42341</c:v>
                </c:pt>
                <c:pt idx="6764">
                  <c:v>42342</c:v>
                </c:pt>
                <c:pt idx="6765">
                  <c:v>42345</c:v>
                </c:pt>
                <c:pt idx="6766">
                  <c:v>42346</c:v>
                </c:pt>
                <c:pt idx="6767">
                  <c:v>42347</c:v>
                </c:pt>
                <c:pt idx="6768">
                  <c:v>42348</c:v>
                </c:pt>
                <c:pt idx="6769">
                  <c:v>42349</c:v>
                </c:pt>
                <c:pt idx="6770">
                  <c:v>42352</c:v>
                </c:pt>
                <c:pt idx="6771">
                  <c:v>42353</c:v>
                </c:pt>
                <c:pt idx="6772">
                  <c:v>42354</c:v>
                </c:pt>
                <c:pt idx="6773">
                  <c:v>42355</c:v>
                </c:pt>
                <c:pt idx="6774">
                  <c:v>42356</c:v>
                </c:pt>
                <c:pt idx="6775">
                  <c:v>42359</c:v>
                </c:pt>
                <c:pt idx="6776">
                  <c:v>42360</c:v>
                </c:pt>
                <c:pt idx="6777">
                  <c:v>42361</c:v>
                </c:pt>
                <c:pt idx="6778">
                  <c:v>42362</c:v>
                </c:pt>
                <c:pt idx="6779">
                  <c:v>42363</c:v>
                </c:pt>
                <c:pt idx="6780">
                  <c:v>42366</c:v>
                </c:pt>
                <c:pt idx="6781">
                  <c:v>42367</c:v>
                </c:pt>
                <c:pt idx="6782">
                  <c:v>42368</c:v>
                </c:pt>
                <c:pt idx="6783">
                  <c:v>42369</c:v>
                </c:pt>
                <c:pt idx="6784">
                  <c:v>42370</c:v>
                </c:pt>
                <c:pt idx="6785">
                  <c:v>42373</c:v>
                </c:pt>
                <c:pt idx="6786">
                  <c:v>42374</c:v>
                </c:pt>
                <c:pt idx="6787">
                  <c:v>42375</c:v>
                </c:pt>
                <c:pt idx="6788">
                  <c:v>42376</c:v>
                </c:pt>
                <c:pt idx="6789">
                  <c:v>42377</c:v>
                </c:pt>
                <c:pt idx="6790">
                  <c:v>42380</c:v>
                </c:pt>
                <c:pt idx="6791">
                  <c:v>42381</c:v>
                </c:pt>
                <c:pt idx="6792">
                  <c:v>42382</c:v>
                </c:pt>
                <c:pt idx="6793">
                  <c:v>42383</c:v>
                </c:pt>
                <c:pt idx="6794">
                  <c:v>42384</c:v>
                </c:pt>
                <c:pt idx="6795">
                  <c:v>42387</c:v>
                </c:pt>
                <c:pt idx="6796">
                  <c:v>42388</c:v>
                </c:pt>
                <c:pt idx="6797">
                  <c:v>42389</c:v>
                </c:pt>
                <c:pt idx="6798">
                  <c:v>42390</c:v>
                </c:pt>
                <c:pt idx="6799">
                  <c:v>42391</c:v>
                </c:pt>
                <c:pt idx="6800">
                  <c:v>42394</c:v>
                </c:pt>
                <c:pt idx="6801">
                  <c:v>42395</c:v>
                </c:pt>
                <c:pt idx="6802">
                  <c:v>42396</c:v>
                </c:pt>
                <c:pt idx="6803">
                  <c:v>42397</c:v>
                </c:pt>
                <c:pt idx="6804">
                  <c:v>42398</c:v>
                </c:pt>
                <c:pt idx="6805">
                  <c:v>42401</c:v>
                </c:pt>
                <c:pt idx="6806">
                  <c:v>42402</c:v>
                </c:pt>
                <c:pt idx="6807">
                  <c:v>42403</c:v>
                </c:pt>
                <c:pt idx="6808">
                  <c:v>42404</c:v>
                </c:pt>
                <c:pt idx="6809">
                  <c:v>42405</c:v>
                </c:pt>
                <c:pt idx="6810">
                  <c:v>42408</c:v>
                </c:pt>
                <c:pt idx="6811">
                  <c:v>42409</c:v>
                </c:pt>
                <c:pt idx="6812">
                  <c:v>42410</c:v>
                </c:pt>
                <c:pt idx="6813">
                  <c:v>42411</c:v>
                </c:pt>
                <c:pt idx="6814">
                  <c:v>42412</c:v>
                </c:pt>
                <c:pt idx="6815">
                  <c:v>42415</c:v>
                </c:pt>
                <c:pt idx="6816">
                  <c:v>42416</c:v>
                </c:pt>
                <c:pt idx="6817">
                  <c:v>42417</c:v>
                </c:pt>
                <c:pt idx="6818">
                  <c:v>42418</c:v>
                </c:pt>
                <c:pt idx="6819">
                  <c:v>42419</c:v>
                </c:pt>
                <c:pt idx="6820">
                  <c:v>42422</c:v>
                </c:pt>
                <c:pt idx="6821">
                  <c:v>42423</c:v>
                </c:pt>
                <c:pt idx="6822">
                  <c:v>42424</c:v>
                </c:pt>
                <c:pt idx="6823">
                  <c:v>42425</c:v>
                </c:pt>
                <c:pt idx="6824">
                  <c:v>42426</c:v>
                </c:pt>
                <c:pt idx="6825">
                  <c:v>42429</c:v>
                </c:pt>
                <c:pt idx="6826">
                  <c:v>42430</c:v>
                </c:pt>
                <c:pt idx="6827">
                  <c:v>42431</c:v>
                </c:pt>
                <c:pt idx="6828">
                  <c:v>42432</c:v>
                </c:pt>
                <c:pt idx="6829">
                  <c:v>42433</c:v>
                </c:pt>
                <c:pt idx="6830">
                  <c:v>42436</c:v>
                </c:pt>
                <c:pt idx="6831">
                  <c:v>42437</c:v>
                </c:pt>
                <c:pt idx="6832">
                  <c:v>42438</c:v>
                </c:pt>
                <c:pt idx="6833">
                  <c:v>42439</c:v>
                </c:pt>
                <c:pt idx="6834">
                  <c:v>42440</c:v>
                </c:pt>
                <c:pt idx="6835">
                  <c:v>42443</c:v>
                </c:pt>
                <c:pt idx="6836">
                  <c:v>42444</c:v>
                </c:pt>
                <c:pt idx="6837">
                  <c:v>42445</c:v>
                </c:pt>
                <c:pt idx="6838">
                  <c:v>42446</c:v>
                </c:pt>
                <c:pt idx="6839">
                  <c:v>42447</c:v>
                </c:pt>
                <c:pt idx="6840">
                  <c:v>42450</c:v>
                </c:pt>
                <c:pt idx="6841">
                  <c:v>42451</c:v>
                </c:pt>
                <c:pt idx="6842">
                  <c:v>42452</c:v>
                </c:pt>
                <c:pt idx="6843">
                  <c:v>42453</c:v>
                </c:pt>
                <c:pt idx="6844">
                  <c:v>42454</c:v>
                </c:pt>
                <c:pt idx="6845">
                  <c:v>42457</c:v>
                </c:pt>
                <c:pt idx="6846">
                  <c:v>42458</c:v>
                </c:pt>
                <c:pt idx="6847">
                  <c:v>42459</c:v>
                </c:pt>
                <c:pt idx="6848">
                  <c:v>42460</c:v>
                </c:pt>
                <c:pt idx="6849">
                  <c:v>42461</c:v>
                </c:pt>
                <c:pt idx="6850">
                  <c:v>42464</c:v>
                </c:pt>
                <c:pt idx="6851">
                  <c:v>42465</c:v>
                </c:pt>
                <c:pt idx="6852">
                  <c:v>42466</c:v>
                </c:pt>
                <c:pt idx="6853">
                  <c:v>42467</c:v>
                </c:pt>
                <c:pt idx="6854">
                  <c:v>42468</c:v>
                </c:pt>
                <c:pt idx="6855">
                  <c:v>42471</c:v>
                </c:pt>
                <c:pt idx="6856">
                  <c:v>42472</c:v>
                </c:pt>
                <c:pt idx="6857">
                  <c:v>42473</c:v>
                </c:pt>
                <c:pt idx="6858">
                  <c:v>42474</c:v>
                </c:pt>
                <c:pt idx="6859">
                  <c:v>42475</c:v>
                </c:pt>
                <c:pt idx="6860">
                  <c:v>42478</c:v>
                </c:pt>
                <c:pt idx="6861">
                  <c:v>42479</c:v>
                </c:pt>
                <c:pt idx="6862">
                  <c:v>42480</c:v>
                </c:pt>
                <c:pt idx="6863">
                  <c:v>42481</c:v>
                </c:pt>
                <c:pt idx="6864">
                  <c:v>42482</c:v>
                </c:pt>
                <c:pt idx="6865">
                  <c:v>42485</c:v>
                </c:pt>
                <c:pt idx="6866">
                  <c:v>42486</c:v>
                </c:pt>
                <c:pt idx="6867">
                  <c:v>42487</c:v>
                </c:pt>
                <c:pt idx="6868">
                  <c:v>42488</c:v>
                </c:pt>
                <c:pt idx="6869">
                  <c:v>42489</c:v>
                </c:pt>
                <c:pt idx="6870">
                  <c:v>42492</c:v>
                </c:pt>
                <c:pt idx="6871">
                  <c:v>42493</c:v>
                </c:pt>
                <c:pt idx="6872">
                  <c:v>42494</c:v>
                </c:pt>
                <c:pt idx="6873">
                  <c:v>42495</c:v>
                </c:pt>
                <c:pt idx="6874">
                  <c:v>42496</c:v>
                </c:pt>
                <c:pt idx="6875">
                  <c:v>42499</c:v>
                </c:pt>
                <c:pt idx="6876">
                  <c:v>42500</c:v>
                </c:pt>
                <c:pt idx="6877">
                  <c:v>42501</c:v>
                </c:pt>
                <c:pt idx="6878">
                  <c:v>42502</c:v>
                </c:pt>
                <c:pt idx="6879">
                  <c:v>42503</c:v>
                </c:pt>
                <c:pt idx="6880">
                  <c:v>42506</c:v>
                </c:pt>
                <c:pt idx="6881">
                  <c:v>42507</c:v>
                </c:pt>
                <c:pt idx="6882">
                  <c:v>42508</c:v>
                </c:pt>
                <c:pt idx="6883">
                  <c:v>42509</c:v>
                </c:pt>
                <c:pt idx="6884">
                  <c:v>42510</c:v>
                </c:pt>
                <c:pt idx="6885">
                  <c:v>42513</c:v>
                </c:pt>
                <c:pt idx="6886">
                  <c:v>42514</c:v>
                </c:pt>
                <c:pt idx="6887">
                  <c:v>42515</c:v>
                </c:pt>
                <c:pt idx="6888">
                  <c:v>42516</c:v>
                </c:pt>
                <c:pt idx="6889">
                  <c:v>42517</c:v>
                </c:pt>
                <c:pt idx="6890">
                  <c:v>42520</c:v>
                </c:pt>
                <c:pt idx="6891">
                  <c:v>42521</c:v>
                </c:pt>
                <c:pt idx="6892">
                  <c:v>42522</c:v>
                </c:pt>
                <c:pt idx="6893">
                  <c:v>42523</c:v>
                </c:pt>
                <c:pt idx="6894">
                  <c:v>42524</c:v>
                </c:pt>
                <c:pt idx="6895">
                  <c:v>42527</c:v>
                </c:pt>
                <c:pt idx="6896">
                  <c:v>42528</c:v>
                </c:pt>
                <c:pt idx="6897">
                  <c:v>42529</c:v>
                </c:pt>
                <c:pt idx="6898">
                  <c:v>42530</c:v>
                </c:pt>
                <c:pt idx="6899">
                  <c:v>42531</c:v>
                </c:pt>
                <c:pt idx="6900">
                  <c:v>42534</c:v>
                </c:pt>
                <c:pt idx="6901">
                  <c:v>42535</c:v>
                </c:pt>
                <c:pt idx="6902">
                  <c:v>42536</c:v>
                </c:pt>
                <c:pt idx="6903">
                  <c:v>42537</c:v>
                </c:pt>
                <c:pt idx="6904">
                  <c:v>42538</c:v>
                </c:pt>
                <c:pt idx="6905">
                  <c:v>42541</c:v>
                </c:pt>
                <c:pt idx="6906">
                  <c:v>42542</c:v>
                </c:pt>
                <c:pt idx="6907">
                  <c:v>42543</c:v>
                </c:pt>
                <c:pt idx="6908">
                  <c:v>42544</c:v>
                </c:pt>
                <c:pt idx="6909">
                  <c:v>42545</c:v>
                </c:pt>
                <c:pt idx="6910">
                  <c:v>42548</c:v>
                </c:pt>
                <c:pt idx="6911">
                  <c:v>42549</c:v>
                </c:pt>
                <c:pt idx="6912">
                  <c:v>42550</c:v>
                </c:pt>
                <c:pt idx="6913">
                  <c:v>42551</c:v>
                </c:pt>
                <c:pt idx="6914">
                  <c:v>42552</c:v>
                </c:pt>
                <c:pt idx="6915">
                  <c:v>42555</c:v>
                </c:pt>
                <c:pt idx="6916">
                  <c:v>42556</c:v>
                </c:pt>
                <c:pt idx="6917">
                  <c:v>42557</c:v>
                </c:pt>
                <c:pt idx="6918">
                  <c:v>42558</c:v>
                </c:pt>
                <c:pt idx="6919">
                  <c:v>42559</c:v>
                </c:pt>
                <c:pt idx="6920">
                  <c:v>42562</c:v>
                </c:pt>
                <c:pt idx="6921">
                  <c:v>42563</c:v>
                </c:pt>
                <c:pt idx="6922">
                  <c:v>42564</c:v>
                </c:pt>
                <c:pt idx="6923">
                  <c:v>42565</c:v>
                </c:pt>
                <c:pt idx="6924">
                  <c:v>42566</c:v>
                </c:pt>
                <c:pt idx="6925">
                  <c:v>42569</c:v>
                </c:pt>
                <c:pt idx="6926">
                  <c:v>42570</c:v>
                </c:pt>
                <c:pt idx="6927">
                  <c:v>42571</c:v>
                </c:pt>
                <c:pt idx="6928">
                  <c:v>42572</c:v>
                </c:pt>
                <c:pt idx="6929">
                  <c:v>42573</c:v>
                </c:pt>
                <c:pt idx="6930">
                  <c:v>42576</c:v>
                </c:pt>
                <c:pt idx="6931">
                  <c:v>42577</c:v>
                </c:pt>
                <c:pt idx="6932">
                  <c:v>42578</c:v>
                </c:pt>
                <c:pt idx="6933">
                  <c:v>42579</c:v>
                </c:pt>
                <c:pt idx="6934">
                  <c:v>42580</c:v>
                </c:pt>
                <c:pt idx="6935">
                  <c:v>42583</c:v>
                </c:pt>
                <c:pt idx="6936">
                  <c:v>42584</c:v>
                </c:pt>
                <c:pt idx="6937">
                  <c:v>42585</c:v>
                </c:pt>
                <c:pt idx="6938">
                  <c:v>42586</c:v>
                </c:pt>
                <c:pt idx="6939">
                  <c:v>42587</c:v>
                </c:pt>
                <c:pt idx="6940">
                  <c:v>42590</c:v>
                </c:pt>
                <c:pt idx="6941">
                  <c:v>42591</c:v>
                </c:pt>
                <c:pt idx="6942">
                  <c:v>42592</c:v>
                </c:pt>
                <c:pt idx="6943">
                  <c:v>42593</c:v>
                </c:pt>
                <c:pt idx="6944">
                  <c:v>42594</c:v>
                </c:pt>
                <c:pt idx="6945">
                  <c:v>42597</c:v>
                </c:pt>
                <c:pt idx="6946">
                  <c:v>42598</c:v>
                </c:pt>
                <c:pt idx="6947">
                  <c:v>42599</c:v>
                </c:pt>
                <c:pt idx="6948">
                  <c:v>42600</c:v>
                </c:pt>
                <c:pt idx="6949">
                  <c:v>42601</c:v>
                </c:pt>
                <c:pt idx="6950">
                  <c:v>42604</c:v>
                </c:pt>
                <c:pt idx="6951">
                  <c:v>42605</c:v>
                </c:pt>
                <c:pt idx="6952">
                  <c:v>42606</c:v>
                </c:pt>
                <c:pt idx="6953">
                  <c:v>42607</c:v>
                </c:pt>
                <c:pt idx="6954">
                  <c:v>42608</c:v>
                </c:pt>
                <c:pt idx="6955">
                  <c:v>42611</c:v>
                </c:pt>
                <c:pt idx="6956">
                  <c:v>42612</c:v>
                </c:pt>
                <c:pt idx="6957">
                  <c:v>42613</c:v>
                </c:pt>
                <c:pt idx="6958">
                  <c:v>42614</c:v>
                </c:pt>
                <c:pt idx="6959">
                  <c:v>42615</c:v>
                </c:pt>
                <c:pt idx="6960">
                  <c:v>42618</c:v>
                </c:pt>
                <c:pt idx="6961">
                  <c:v>42619</c:v>
                </c:pt>
                <c:pt idx="6962">
                  <c:v>42620</c:v>
                </c:pt>
                <c:pt idx="6963">
                  <c:v>42621</c:v>
                </c:pt>
                <c:pt idx="6964">
                  <c:v>42622</c:v>
                </c:pt>
                <c:pt idx="6965">
                  <c:v>42625</c:v>
                </c:pt>
                <c:pt idx="6966">
                  <c:v>42626</c:v>
                </c:pt>
                <c:pt idx="6967">
                  <c:v>42627</c:v>
                </c:pt>
                <c:pt idx="6968">
                  <c:v>42628</c:v>
                </c:pt>
                <c:pt idx="6969">
                  <c:v>42629</c:v>
                </c:pt>
                <c:pt idx="6970">
                  <c:v>42632</c:v>
                </c:pt>
                <c:pt idx="6971">
                  <c:v>42633</c:v>
                </c:pt>
                <c:pt idx="6972">
                  <c:v>42634</c:v>
                </c:pt>
                <c:pt idx="6973">
                  <c:v>42635</c:v>
                </c:pt>
                <c:pt idx="6974">
                  <c:v>42636</c:v>
                </c:pt>
                <c:pt idx="6975">
                  <c:v>42639</c:v>
                </c:pt>
                <c:pt idx="6976">
                  <c:v>42640</c:v>
                </c:pt>
                <c:pt idx="6977">
                  <c:v>42641</c:v>
                </c:pt>
                <c:pt idx="6978">
                  <c:v>42642</c:v>
                </c:pt>
                <c:pt idx="6979">
                  <c:v>42643</c:v>
                </c:pt>
                <c:pt idx="6980">
                  <c:v>42646</c:v>
                </c:pt>
                <c:pt idx="6981">
                  <c:v>42647</c:v>
                </c:pt>
                <c:pt idx="6982">
                  <c:v>42648</c:v>
                </c:pt>
                <c:pt idx="6983">
                  <c:v>42649</c:v>
                </c:pt>
                <c:pt idx="6984">
                  <c:v>42650</c:v>
                </c:pt>
                <c:pt idx="6985">
                  <c:v>42653</c:v>
                </c:pt>
                <c:pt idx="6986">
                  <c:v>42654</c:v>
                </c:pt>
                <c:pt idx="6987">
                  <c:v>42655</c:v>
                </c:pt>
                <c:pt idx="6988">
                  <c:v>42656</c:v>
                </c:pt>
                <c:pt idx="6989">
                  <c:v>42657</c:v>
                </c:pt>
                <c:pt idx="6990">
                  <c:v>42660</c:v>
                </c:pt>
                <c:pt idx="6991">
                  <c:v>42661</c:v>
                </c:pt>
                <c:pt idx="6992">
                  <c:v>42662</c:v>
                </c:pt>
                <c:pt idx="6993">
                  <c:v>42663</c:v>
                </c:pt>
                <c:pt idx="6994">
                  <c:v>42664</c:v>
                </c:pt>
                <c:pt idx="6995">
                  <c:v>42667</c:v>
                </c:pt>
                <c:pt idx="6996">
                  <c:v>42668</c:v>
                </c:pt>
                <c:pt idx="6997">
                  <c:v>42669</c:v>
                </c:pt>
                <c:pt idx="6998">
                  <c:v>42670</c:v>
                </c:pt>
                <c:pt idx="6999">
                  <c:v>42671</c:v>
                </c:pt>
                <c:pt idx="7000">
                  <c:v>42674</c:v>
                </c:pt>
                <c:pt idx="7001">
                  <c:v>42675</c:v>
                </c:pt>
                <c:pt idx="7002">
                  <c:v>42676</c:v>
                </c:pt>
                <c:pt idx="7003">
                  <c:v>42677</c:v>
                </c:pt>
                <c:pt idx="7004">
                  <c:v>42678</c:v>
                </c:pt>
                <c:pt idx="7005">
                  <c:v>42681</c:v>
                </c:pt>
                <c:pt idx="7006">
                  <c:v>42682</c:v>
                </c:pt>
                <c:pt idx="7007">
                  <c:v>42683</c:v>
                </c:pt>
                <c:pt idx="7008">
                  <c:v>42684</c:v>
                </c:pt>
                <c:pt idx="7009">
                  <c:v>42685</c:v>
                </c:pt>
                <c:pt idx="7010">
                  <c:v>42688</c:v>
                </c:pt>
                <c:pt idx="7011">
                  <c:v>42689</c:v>
                </c:pt>
                <c:pt idx="7012">
                  <c:v>42690</c:v>
                </c:pt>
                <c:pt idx="7013">
                  <c:v>42691</c:v>
                </c:pt>
                <c:pt idx="7014">
                  <c:v>42692</c:v>
                </c:pt>
                <c:pt idx="7015">
                  <c:v>42695</c:v>
                </c:pt>
                <c:pt idx="7016">
                  <c:v>42696</c:v>
                </c:pt>
                <c:pt idx="7017">
                  <c:v>42697</c:v>
                </c:pt>
                <c:pt idx="7018">
                  <c:v>42698</c:v>
                </c:pt>
                <c:pt idx="7019">
                  <c:v>42699</c:v>
                </c:pt>
                <c:pt idx="7020">
                  <c:v>42702</c:v>
                </c:pt>
                <c:pt idx="7021">
                  <c:v>42703</c:v>
                </c:pt>
                <c:pt idx="7022">
                  <c:v>42704</c:v>
                </c:pt>
                <c:pt idx="7023">
                  <c:v>42705</c:v>
                </c:pt>
                <c:pt idx="7024">
                  <c:v>42706</c:v>
                </c:pt>
                <c:pt idx="7025">
                  <c:v>42709</c:v>
                </c:pt>
                <c:pt idx="7026">
                  <c:v>42710</c:v>
                </c:pt>
                <c:pt idx="7027">
                  <c:v>42711</c:v>
                </c:pt>
                <c:pt idx="7028">
                  <c:v>42712</c:v>
                </c:pt>
                <c:pt idx="7029">
                  <c:v>42713</c:v>
                </c:pt>
                <c:pt idx="7030">
                  <c:v>42716</c:v>
                </c:pt>
                <c:pt idx="7031">
                  <c:v>42717</c:v>
                </c:pt>
                <c:pt idx="7032">
                  <c:v>42718</c:v>
                </c:pt>
                <c:pt idx="7033">
                  <c:v>42719</c:v>
                </c:pt>
                <c:pt idx="7034">
                  <c:v>42720</c:v>
                </c:pt>
                <c:pt idx="7035">
                  <c:v>42723</c:v>
                </c:pt>
                <c:pt idx="7036">
                  <c:v>42724</c:v>
                </c:pt>
                <c:pt idx="7037">
                  <c:v>42725</c:v>
                </c:pt>
                <c:pt idx="7038">
                  <c:v>42726</c:v>
                </c:pt>
                <c:pt idx="7039">
                  <c:v>42727</c:v>
                </c:pt>
                <c:pt idx="7040">
                  <c:v>42730</c:v>
                </c:pt>
                <c:pt idx="7041">
                  <c:v>42731</c:v>
                </c:pt>
                <c:pt idx="7042">
                  <c:v>42732</c:v>
                </c:pt>
                <c:pt idx="7043">
                  <c:v>42733</c:v>
                </c:pt>
                <c:pt idx="7044">
                  <c:v>42734</c:v>
                </c:pt>
                <c:pt idx="7045">
                  <c:v>42737</c:v>
                </c:pt>
                <c:pt idx="7046">
                  <c:v>42738</c:v>
                </c:pt>
                <c:pt idx="7047">
                  <c:v>42739</c:v>
                </c:pt>
                <c:pt idx="7048">
                  <c:v>42740</c:v>
                </c:pt>
                <c:pt idx="7049">
                  <c:v>42741</c:v>
                </c:pt>
                <c:pt idx="7050">
                  <c:v>42744</c:v>
                </c:pt>
                <c:pt idx="7051">
                  <c:v>42745</c:v>
                </c:pt>
                <c:pt idx="7052">
                  <c:v>42746</c:v>
                </c:pt>
                <c:pt idx="7053">
                  <c:v>42747</c:v>
                </c:pt>
                <c:pt idx="7054">
                  <c:v>42748</c:v>
                </c:pt>
                <c:pt idx="7055">
                  <c:v>42751</c:v>
                </c:pt>
                <c:pt idx="7056">
                  <c:v>42752</c:v>
                </c:pt>
                <c:pt idx="7057">
                  <c:v>42753</c:v>
                </c:pt>
                <c:pt idx="7058">
                  <c:v>42754</c:v>
                </c:pt>
                <c:pt idx="7059">
                  <c:v>42755</c:v>
                </c:pt>
                <c:pt idx="7060">
                  <c:v>42758</c:v>
                </c:pt>
                <c:pt idx="7061">
                  <c:v>42759</c:v>
                </c:pt>
                <c:pt idx="7062">
                  <c:v>42760</c:v>
                </c:pt>
                <c:pt idx="7063">
                  <c:v>42761</c:v>
                </c:pt>
                <c:pt idx="7064">
                  <c:v>42762</c:v>
                </c:pt>
                <c:pt idx="7065">
                  <c:v>42765</c:v>
                </c:pt>
                <c:pt idx="7066">
                  <c:v>42766</c:v>
                </c:pt>
                <c:pt idx="7067">
                  <c:v>42767</c:v>
                </c:pt>
                <c:pt idx="7068">
                  <c:v>42768</c:v>
                </c:pt>
                <c:pt idx="7069">
                  <c:v>42769</c:v>
                </c:pt>
                <c:pt idx="7070">
                  <c:v>42772</c:v>
                </c:pt>
                <c:pt idx="7071">
                  <c:v>42773</c:v>
                </c:pt>
                <c:pt idx="7072">
                  <c:v>42774</c:v>
                </c:pt>
                <c:pt idx="7073">
                  <c:v>42775</c:v>
                </c:pt>
                <c:pt idx="7074">
                  <c:v>42776</c:v>
                </c:pt>
                <c:pt idx="7075">
                  <c:v>42779</c:v>
                </c:pt>
                <c:pt idx="7076">
                  <c:v>42780</c:v>
                </c:pt>
                <c:pt idx="7077">
                  <c:v>42781</c:v>
                </c:pt>
                <c:pt idx="7078">
                  <c:v>42782</c:v>
                </c:pt>
                <c:pt idx="7079">
                  <c:v>42783</c:v>
                </c:pt>
                <c:pt idx="7080">
                  <c:v>42786</c:v>
                </c:pt>
                <c:pt idx="7081">
                  <c:v>42787</c:v>
                </c:pt>
                <c:pt idx="7082">
                  <c:v>42788</c:v>
                </c:pt>
                <c:pt idx="7083">
                  <c:v>42789</c:v>
                </c:pt>
                <c:pt idx="7084">
                  <c:v>42790</c:v>
                </c:pt>
                <c:pt idx="7085">
                  <c:v>42793</c:v>
                </c:pt>
                <c:pt idx="7086">
                  <c:v>42794</c:v>
                </c:pt>
                <c:pt idx="7087">
                  <c:v>42795</c:v>
                </c:pt>
                <c:pt idx="7088">
                  <c:v>42796</c:v>
                </c:pt>
                <c:pt idx="7089">
                  <c:v>42797</c:v>
                </c:pt>
                <c:pt idx="7090">
                  <c:v>42800</c:v>
                </c:pt>
                <c:pt idx="7091">
                  <c:v>42801</c:v>
                </c:pt>
                <c:pt idx="7092">
                  <c:v>42802</c:v>
                </c:pt>
                <c:pt idx="7093">
                  <c:v>42803</c:v>
                </c:pt>
                <c:pt idx="7094">
                  <c:v>42804</c:v>
                </c:pt>
                <c:pt idx="7095">
                  <c:v>42807</c:v>
                </c:pt>
                <c:pt idx="7096">
                  <c:v>42808</c:v>
                </c:pt>
                <c:pt idx="7097">
                  <c:v>42809</c:v>
                </c:pt>
                <c:pt idx="7098">
                  <c:v>42810</c:v>
                </c:pt>
                <c:pt idx="7099">
                  <c:v>42811</c:v>
                </c:pt>
                <c:pt idx="7100">
                  <c:v>42814</c:v>
                </c:pt>
                <c:pt idx="7101">
                  <c:v>42815</c:v>
                </c:pt>
                <c:pt idx="7102">
                  <c:v>42816</c:v>
                </c:pt>
                <c:pt idx="7103">
                  <c:v>42817</c:v>
                </c:pt>
                <c:pt idx="7104">
                  <c:v>42818</c:v>
                </c:pt>
                <c:pt idx="7105">
                  <c:v>42821</c:v>
                </c:pt>
                <c:pt idx="7106">
                  <c:v>42822</c:v>
                </c:pt>
                <c:pt idx="7107">
                  <c:v>42823</c:v>
                </c:pt>
                <c:pt idx="7108">
                  <c:v>42824</c:v>
                </c:pt>
                <c:pt idx="7109">
                  <c:v>42825</c:v>
                </c:pt>
                <c:pt idx="7110">
                  <c:v>42828</c:v>
                </c:pt>
                <c:pt idx="7111">
                  <c:v>42829</c:v>
                </c:pt>
                <c:pt idx="7112">
                  <c:v>42830</c:v>
                </c:pt>
                <c:pt idx="7113">
                  <c:v>42831</c:v>
                </c:pt>
                <c:pt idx="7114">
                  <c:v>42832</c:v>
                </c:pt>
                <c:pt idx="7115">
                  <c:v>42835</c:v>
                </c:pt>
                <c:pt idx="7116">
                  <c:v>42836</c:v>
                </c:pt>
                <c:pt idx="7117">
                  <c:v>42837</c:v>
                </c:pt>
                <c:pt idx="7118">
                  <c:v>42838</c:v>
                </c:pt>
                <c:pt idx="7119">
                  <c:v>42839</c:v>
                </c:pt>
                <c:pt idx="7120">
                  <c:v>42842</c:v>
                </c:pt>
                <c:pt idx="7121">
                  <c:v>42843</c:v>
                </c:pt>
                <c:pt idx="7122">
                  <c:v>42844</c:v>
                </c:pt>
                <c:pt idx="7123">
                  <c:v>42845</c:v>
                </c:pt>
                <c:pt idx="7124">
                  <c:v>42846</c:v>
                </c:pt>
                <c:pt idx="7125">
                  <c:v>42849</c:v>
                </c:pt>
                <c:pt idx="7126">
                  <c:v>42850</c:v>
                </c:pt>
                <c:pt idx="7127">
                  <c:v>42851</c:v>
                </c:pt>
                <c:pt idx="7128">
                  <c:v>42852</c:v>
                </c:pt>
                <c:pt idx="7129">
                  <c:v>42853</c:v>
                </c:pt>
                <c:pt idx="7130">
                  <c:v>42856</c:v>
                </c:pt>
                <c:pt idx="7131">
                  <c:v>42857</c:v>
                </c:pt>
                <c:pt idx="7132">
                  <c:v>42858</c:v>
                </c:pt>
                <c:pt idx="7133">
                  <c:v>42859</c:v>
                </c:pt>
                <c:pt idx="7134">
                  <c:v>42860</c:v>
                </c:pt>
                <c:pt idx="7135">
                  <c:v>42863</c:v>
                </c:pt>
                <c:pt idx="7136">
                  <c:v>42864</c:v>
                </c:pt>
                <c:pt idx="7137">
                  <c:v>42865</c:v>
                </c:pt>
                <c:pt idx="7138">
                  <c:v>42866</c:v>
                </c:pt>
                <c:pt idx="7139">
                  <c:v>42867</c:v>
                </c:pt>
                <c:pt idx="7140">
                  <c:v>42870</c:v>
                </c:pt>
                <c:pt idx="7141">
                  <c:v>42871</c:v>
                </c:pt>
                <c:pt idx="7142">
                  <c:v>42872</c:v>
                </c:pt>
                <c:pt idx="7143">
                  <c:v>42873</c:v>
                </c:pt>
                <c:pt idx="7144">
                  <c:v>42874</c:v>
                </c:pt>
                <c:pt idx="7145">
                  <c:v>42877</c:v>
                </c:pt>
                <c:pt idx="7146">
                  <c:v>42878</c:v>
                </c:pt>
                <c:pt idx="7147">
                  <c:v>42879</c:v>
                </c:pt>
                <c:pt idx="7148">
                  <c:v>42880</c:v>
                </c:pt>
                <c:pt idx="7149">
                  <c:v>42881</c:v>
                </c:pt>
                <c:pt idx="7150">
                  <c:v>42884</c:v>
                </c:pt>
                <c:pt idx="7151">
                  <c:v>42885</c:v>
                </c:pt>
                <c:pt idx="7152">
                  <c:v>42886</c:v>
                </c:pt>
                <c:pt idx="7153">
                  <c:v>42887</c:v>
                </c:pt>
                <c:pt idx="7154">
                  <c:v>42888</c:v>
                </c:pt>
                <c:pt idx="7155">
                  <c:v>42891</c:v>
                </c:pt>
                <c:pt idx="7156">
                  <c:v>42892</c:v>
                </c:pt>
                <c:pt idx="7157">
                  <c:v>42893</c:v>
                </c:pt>
                <c:pt idx="7158">
                  <c:v>42894</c:v>
                </c:pt>
                <c:pt idx="7159">
                  <c:v>42895</c:v>
                </c:pt>
                <c:pt idx="7160">
                  <c:v>42898</c:v>
                </c:pt>
                <c:pt idx="7161">
                  <c:v>42899</c:v>
                </c:pt>
                <c:pt idx="7162">
                  <c:v>42900</c:v>
                </c:pt>
                <c:pt idx="7163">
                  <c:v>42901</c:v>
                </c:pt>
                <c:pt idx="7164">
                  <c:v>42902</c:v>
                </c:pt>
                <c:pt idx="7165">
                  <c:v>42905</c:v>
                </c:pt>
                <c:pt idx="7166">
                  <c:v>42906</c:v>
                </c:pt>
                <c:pt idx="7167">
                  <c:v>42907</c:v>
                </c:pt>
                <c:pt idx="7168">
                  <c:v>42908</c:v>
                </c:pt>
                <c:pt idx="7169">
                  <c:v>42909</c:v>
                </c:pt>
                <c:pt idx="7170">
                  <c:v>42912</c:v>
                </c:pt>
                <c:pt idx="7171">
                  <c:v>42913</c:v>
                </c:pt>
                <c:pt idx="7172">
                  <c:v>42914</c:v>
                </c:pt>
                <c:pt idx="7173">
                  <c:v>42915</c:v>
                </c:pt>
                <c:pt idx="7174">
                  <c:v>42916</c:v>
                </c:pt>
                <c:pt idx="7175">
                  <c:v>42919</c:v>
                </c:pt>
                <c:pt idx="7176">
                  <c:v>42920</c:v>
                </c:pt>
                <c:pt idx="7177">
                  <c:v>42921</c:v>
                </c:pt>
                <c:pt idx="7178">
                  <c:v>42922</c:v>
                </c:pt>
                <c:pt idx="7179">
                  <c:v>42923</c:v>
                </c:pt>
                <c:pt idx="7180">
                  <c:v>42926</c:v>
                </c:pt>
                <c:pt idx="7181">
                  <c:v>42927</c:v>
                </c:pt>
                <c:pt idx="7182">
                  <c:v>42928</c:v>
                </c:pt>
                <c:pt idx="7183">
                  <c:v>42929</c:v>
                </c:pt>
                <c:pt idx="7184">
                  <c:v>42930</c:v>
                </c:pt>
                <c:pt idx="7185">
                  <c:v>42933</c:v>
                </c:pt>
                <c:pt idx="7186">
                  <c:v>42934</c:v>
                </c:pt>
                <c:pt idx="7187">
                  <c:v>42935</c:v>
                </c:pt>
                <c:pt idx="7188">
                  <c:v>42936</c:v>
                </c:pt>
                <c:pt idx="7189">
                  <c:v>42937</c:v>
                </c:pt>
                <c:pt idx="7190">
                  <c:v>42940</c:v>
                </c:pt>
                <c:pt idx="7191">
                  <c:v>42941</c:v>
                </c:pt>
                <c:pt idx="7192">
                  <c:v>42942</c:v>
                </c:pt>
                <c:pt idx="7193">
                  <c:v>42943</c:v>
                </c:pt>
                <c:pt idx="7194">
                  <c:v>42944</c:v>
                </c:pt>
                <c:pt idx="7195">
                  <c:v>42947</c:v>
                </c:pt>
                <c:pt idx="7196">
                  <c:v>42948</c:v>
                </c:pt>
                <c:pt idx="7197">
                  <c:v>42949</c:v>
                </c:pt>
                <c:pt idx="7198">
                  <c:v>42950</c:v>
                </c:pt>
                <c:pt idx="7199">
                  <c:v>42951</c:v>
                </c:pt>
                <c:pt idx="7200">
                  <c:v>42954</c:v>
                </c:pt>
                <c:pt idx="7201">
                  <c:v>42955</c:v>
                </c:pt>
                <c:pt idx="7202">
                  <c:v>42956</c:v>
                </c:pt>
                <c:pt idx="7203">
                  <c:v>42957</c:v>
                </c:pt>
                <c:pt idx="7204">
                  <c:v>42958</c:v>
                </c:pt>
                <c:pt idx="7205">
                  <c:v>42961</c:v>
                </c:pt>
                <c:pt idx="7206">
                  <c:v>42962</c:v>
                </c:pt>
                <c:pt idx="7207">
                  <c:v>42963</c:v>
                </c:pt>
                <c:pt idx="7208">
                  <c:v>42964</c:v>
                </c:pt>
                <c:pt idx="7209">
                  <c:v>42965</c:v>
                </c:pt>
                <c:pt idx="7210">
                  <c:v>42968</c:v>
                </c:pt>
                <c:pt idx="7211">
                  <c:v>42969</c:v>
                </c:pt>
                <c:pt idx="7212">
                  <c:v>42970</c:v>
                </c:pt>
                <c:pt idx="7213">
                  <c:v>42971</c:v>
                </c:pt>
                <c:pt idx="7214">
                  <c:v>42972</c:v>
                </c:pt>
                <c:pt idx="7215">
                  <c:v>42975</c:v>
                </c:pt>
                <c:pt idx="7216">
                  <c:v>42976</c:v>
                </c:pt>
                <c:pt idx="7217">
                  <c:v>42977</c:v>
                </c:pt>
                <c:pt idx="7218">
                  <c:v>42978</c:v>
                </c:pt>
                <c:pt idx="7219">
                  <c:v>42979</c:v>
                </c:pt>
                <c:pt idx="7220">
                  <c:v>42982</c:v>
                </c:pt>
                <c:pt idx="7221">
                  <c:v>42983</c:v>
                </c:pt>
                <c:pt idx="7222">
                  <c:v>42984</c:v>
                </c:pt>
                <c:pt idx="7223">
                  <c:v>42985</c:v>
                </c:pt>
                <c:pt idx="7224">
                  <c:v>42986</c:v>
                </c:pt>
                <c:pt idx="7225">
                  <c:v>42989</c:v>
                </c:pt>
                <c:pt idx="7226">
                  <c:v>42990</c:v>
                </c:pt>
                <c:pt idx="7227">
                  <c:v>42991</c:v>
                </c:pt>
                <c:pt idx="7228">
                  <c:v>42992</c:v>
                </c:pt>
                <c:pt idx="7229">
                  <c:v>42993</c:v>
                </c:pt>
                <c:pt idx="7230">
                  <c:v>42996</c:v>
                </c:pt>
                <c:pt idx="7231">
                  <c:v>42997</c:v>
                </c:pt>
                <c:pt idx="7232">
                  <c:v>42998</c:v>
                </c:pt>
                <c:pt idx="7233">
                  <c:v>42999</c:v>
                </c:pt>
                <c:pt idx="7234">
                  <c:v>43000</c:v>
                </c:pt>
                <c:pt idx="7235">
                  <c:v>43003</c:v>
                </c:pt>
                <c:pt idx="7236">
                  <c:v>43004</c:v>
                </c:pt>
                <c:pt idx="7237">
                  <c:v>43005</c:v>
                </c:pt>
                <c:pt idx="7238">
                  <c:v>43006</c:v>
                </c:pt>
                <c:pt idx="7239">
                  <c:v>43007</c:v>
                </c:pt>
                <c:pt idx="7240">
                  <c:v>43010</c:v>
                </c:pt>
                <c:pt idx="7241">
                  <c:v>43011</c:v>
                </c:pt>
                <c:pt idx="7242">
                  <c:v>43012</c:v>
                </c:pt>
                <c:pt idx="7243">
                  <c:v>43013</c:v>
                </c:pt>
                <c:pt idx="7244">
                  <c:v>43014</c:v>
                </c:pt>
                <c:pt idx="7245">
                  <c:v>43017</c:v>
                </c:pt>
                <c:pt idx="7246">
                  <c:v>43018</c:v>
                </c:pt>
                <c:pt idx="7247">
                  <c:v>43019</c:v>
                </c:pt>
                <c:pt idx="7248">
                  <c:v>43020</c:v>
                </c:pt>
                <c:pt idx="7249">
                  <c:v>43021</c:v>
                </c:pt>
                <c:pt idx="7250">
                  <c:v>43024</c:v>
                </c:pt>
                <c:pt idx="7251">
                  <c:v>43025</c:v>
                </c:pt>
                <c:pt idx="7252">
                  <c:v>43026</c:v>
                </c:pt>
                <c:pt idx="7253">
                  <c:v>43027</c:v>
                </c:pt>
                <c:pt idx="7254">
                  <c:v>43028</c:v>
                </c:pt>
                <c:pt idx="7255">
                  <c:v>43031</c:v>
                </c:pt>
                <c:pt idx="7256">
                  <c:v>43032</c:v>
                </c:pt>
                <c:pt idx="7257">
                  <c:v>43033</c:v>
                </c:pt>
                <c:pt idx="7258">
                  <c:v>43034</c:v>
                </c:pt>
                <c:pt idx="7259">
                  <c:v>43035</c:v>
                </c:pt>
                <c:pt idx="7260">
                  <c:v>43038</c:v>
                </c:pt>
                <c:pt idx="7261">
                  <c:v>43039</c:v>
                </c:pt>
                <c:pt idx="7262">
                  <c:v>43040</c:v>
                </c:pt>
                <c:pt idx="7263">
                  <c:v>43041</c:v>
                </c:pt>
                <c:pt idx="7264">
                  <c:v>43042</c:v>
                </c:pt>
                <c:pt idx="7265">
                  <c:v>43045</c:v>
                </c:pt>
                <c:pt idx="7266">
                  <c:v>43046</c:v>
                </c:pt>
                <c:pt idx="7267">
                  <c:v>43047</c:v>
                </c:pt>
                <c:pt idx="7268">
                  <c:v>43048</c:v>
                </c:pt>
                <c:pt idx="7269">
                  <c:v>43049</c:v>
                </c:pt>
                <c:pt idx="7270">
                  <c:v>43052</c:v>
                </c:pt>
                <c:pt idx="7271">
                  <c:v>43053</c:v>
                </c:pt>
                <c:pt idx="7272">
                  <c:v>43054</c:v>
                </c:pt>
                <c:pt idx="7273">
                  <c:v>43055</c:v>
                </c:pt>
                <c:pt idx="7274">
                  <c:v>43056</c:v>
                </c:pt>
                <c:pt idx="7275">
                  <c:v>43059</c:v>
                </c:pt>
                <c:pt idx="7276">
                  <c:v>43060</c:v>
                </c:pt>
                <c:pt idx="7277">
                  <c:v>43061</c:v>
                </c:pt>
                <c:pt idx="7278">
                  <c:v>43062</c:v>
                </c:pt>
                <c:pt idx="7279">
                  <c:v>43063</c:v>
                </c:pt>
                <c:pt idx="7280">
                  <c:v>43066</c:v>
                </c:pt>
                <c:pt idx="7281">
                  <c:v>43067</c:v>
                </c:pt>
                <c:pt idx="7282">
                  <c:v>43068</c:v>
                </c:pt>
                <c:pt idx="7283">
                  <c:v>43069</c:v>
                </c:pt>
                <c:pt idx="7284">
                  <c:v>43070</c:v>
                </c:pt>
                <c:pt idx="7285">
                  <c:v>43073</c:v>
                </c:pt>
                <c:pt idx="7286">
                  <c:v>43074</c:v>
                </c:pt>
                <c:pt idx="7287">
                  <c:v>43075</c:v>
                </c:pt>
                <c:pt idx="7288">
                  <c:v>43076</c:v>
                </c:pt>
                <c:pt idx="7289">
                  <c:v>43077</c:v>
                </c:pt>
                <c:pt idx="7290">
                  <c:v>43080</c:v>
                </c:pt>
                <c:pt idx="7291">
                  <c:v>43081</c:v>
                </c:pt>
                <c:pt idx="7292">
                  <c:v>43082</c:v>
                </c:pt>
                <c:pt idx="7293">
                  <c:v>43083</c:v>
                </c:pt>
                <c:pt idx="7294">
                  <c:v>43084</c:v>
                </c:pt>
                <c:pt idx="7295">
                  <c:v>43087</c:v>
                </c:pt>
                <c:pt idx="7296">
                  <c:v>43088</c:v>
                </c:pt>
                <c:pt idx="7297">
                  <c:v>43089</c:v>
                </c:pt>
                <c:pt idx="7298">
                  <c:v>43090</c:v>
                </c:pt>
                <c:pt idx="7299">
                  <c:v>43091</c:v>
                </c:pt>
                <c:pt idx="7300">
                  <c:v>43094</c:v>
                </c:pt>
                <c:pt idx="7301">
                  <c:v>43095</c:v>
                </c:pt>
                <c:pt idx="7302">
                  <c:v>43096</c:v>
                </c:pt>
                <c:pt idx="7303">
                  <c:v>43097</c:v>
                </c:pt>
                <c:pt idx="7304">
                  <c:v>43098</c:v>
                </c:pt>
                <c:pt idx="7305">
                  <c:v>43101</c:v>
                </c:pt>
                <c:pt idx="7306">
                  <c:v>43102</c:v>
                </c:pt>
                <c:pt idx="7307">
                  <c:v>43103</c:v>
                </c:pt>
                <c:pt idx="7308">
                  <c:v>43104</c:v>
                </c:pt>
                <c:pt idx="7309">
                  <c:v>43105</c:v>
                </c:pt>
                <c:pt idx="7310">
                  <c:v>43108</c:v>
                </c:pt>
                <c:pt idx="7311">
                  <c:v>43109</c:v>
                </c:pt>
                <c:pt idx="7312">
                  <c:v>43110</c:v>
                </c:pt>
                <c:pt idx="7313">
                  <c:v>43111</c:v>
                </c:pt>
                <c:pt idx="7314">
                  <c:v>43112</c:v>
                </c:pt>
                <c:pt idx="7315">
                  <c:v>43115</c:v>
                </c:pt>
                <c:pt idx="7316">
                  <c:v>43116</c:v>
                </c:pt>
                <c:pt idx="7317">
                  <c:v>43117</c:v>
                </c:pt>
                <c:pt idx="7318">
                  <c:v>43118</c:v>
                </c:pt>
                <c:pt idx="7319">
                  <c:v>43119</c:v>
                </c:pt>
                <c:pt idx="7320">
                  <c:v>43122</c:v>
                </c:pt>
                <c:pt idx="7321">
                  <c:v>43123</c:v>
                </c:pt>
                <c:pt idx="7322">
                  <c:v>43124</c:v>
                </c:pt>
                <c:pt idx="7323">
                  <c:v>43125</c:v>
                </c:pt>
                <c:pt idx="7324">
                  <c:v>43126</c:v>
                </c:pt>
                <c:pt idx="7325">
                  <c:v>43129</c:v>
                </c:pt>
                <c:pt idx="7326">
                  <c:v>43130</c:v>
                </c:pt>
                <c:pt idx="7327">
                  <c:v>43131</c:v>
                </c:pt>
                <c:pt idx="7328">
                  <c:v>43132</c:v>
                </c:pt>
                <c:pt idx="7329">
                  <c:v>43133</c:v>
                </c:pt>
                <c:pt idx="7330">
                  <c:v>43136</c:v>
                </c:pt>
                <c:pt idx="7331">
                  <c:v>43137</c:v>
                </c:pt>
                <c:pt idx="7332">
                  <c:v>43138</c:v>
                </c:pt>
                <c:pt idx="7333">
                  <c:v>43139</c:v>
                </c:pt>
                <c:pt idx="7334">
                  <c:v>43140</c:v>
                </c:pt>
                <c:pt idx="7335">
                  <c:v>43143</c:v>
                </c:pt>
                <c:pt idx="7336">
                  <c:v>43144</c:v>
                </c:pt>
                <c:pt idx="7337">
                  <c:v>43145</c:v>
                </c:pt>
                <c:pt idx="7338">
                  <c:v>43146</c:v>
                </c:pt>
                <c:pt idx="7339">
                  <c:v>43147</c:v>
                </c:pt>
                <c:pt idx="7340">
                  <c:v>43150</c:v>
                </c:pt>
                <c:pt idx="7341">
                  <c:v>43151</c:v>
                </c:pt>
                <c:pt idx="7342">
                  <c:v>43152</c:v>
                </c:pt>
                <c:pt idx="7343">
                  <c:v>43153</c:v>
                </c:pt>
                <c:pt idx="7344">
                  <c:v>43154</c:v>
                </c:pt>
                <c:pt idx="7345">
                  <c:v>43157</c:v>
                </c:pt>
                <c:pt idx="7346">
                  <c:v>43158</c:v>
                </c:pt>
                <c:pt idx="7347">
                  <c:v>43159</c:v>
                </c:pt>
                <c:pt idx="7348">
                  <c:v>43160</c:v>
                </c:pt>
                <c:pt idx="7349">
                  <c:v>43161</c:v>
                </c:pt>
                <c:pt idx="7350">
                  <c:v>43164</c:v>
                </c:pt>
                <c:pt idx="7351">
                  <c:v>43165</c:v>
                </c:pt>
                <c:pt idx="7352">
                  <c:v>43166</c:v>
                </c:pt>
                <c:pt idx="7353">
                  <c:v>43167</c:v>
                </c:pt>
                <c:pt idx="7354">
                  <c:v>43168</c:v>
                </c:pt>
                <c:pt idx="7355">
                  <c:v>43171</c:v>
                </c:pt>
                <c:pt idx="7356">
                  <c:v>43172</c:v>
                </c:pt>
                <c:pt idx="7357">
                  <c:v>43173</c:v>
                </c:pt>
                <c:pt idx="7358">
                  <c:v>43174</c:v>
                </c:pt>
                <c:pt idx="7359">
                  <c:v>43175</c:v>
                </c:pt>
                <c:pt idx="7360">
                  <c:v>43178</c:v>
                </c:pt>
                <c:pt idx="7361">
                  <c:v>43179</c:v>
                </c:pt>
                <c:pt idx="7362">
                  <c:v>43180</c:v>
                </c:pt>
                <c:pt idx="7363">
                  <c:v>43181</c:v>
                </c:pt>
                <c:pt idx="7364">
                  <c:v>43182</c:v>
                </c:pt>
                <c:pt idx="7365">
                  <c:v>43185</c:v>
                </c:pt>
                <c:pt idx="7366">
                  <c:v>43186</c:v>
                </c:pt>
                <c:pt idx="7367">
                  <c:v>43187</c:v>
                </c:pt>
                <c:pt idx="7368">
                  <c:v>43188</c:v>
                </c:pt>
                <c:pt idx="7369">
                  <c:v>43189</c:v>
                </c:pt>
                <c:pt idx="7370">
                  <c:v>43192</c:v>
                </c:pt>
                <c:pt idx="7371">
                  <c:v>43193</c:v>
                </c:pt>
                <c:pt idx="7372">
                  <c:v>43194</c:v>
                </c:pt>
                <c:pt idx="7373">
                  <c:v>43195</c:v>
                </c:pt>
                <c:pt idx="7374">
                  <c:v>43196</c:v>
                </c:pt>
                <c:pt idx="7375">
                  <c:v>43199</c:v>
                </c:pt>
                <c:pt idx="7376">
                  <c:v>43200</c:v>
                </c:pt>
                <c:pt idx="7377">
                  <c:v>43201</c:v>
                </c:pt>
                <c:pt idx="7378">
                  <c:v>43202</c:v>
                </c:pt>
                <c:pt idx="7379">
                  <c:v>43203</c:v>
                </c:pt>
                <c:pt idx="7380">
                  <c:v>43206</c:v>
                </c:pt>
                <c:pt idx="7381">
                  <c:v>43207</c:v>
                </c:pt>
                <c:pt idx="7382">
                  <c:v>43208</c:v>
                </c:pt>
                <c:pt idx="7383">
                  <c:v>43209</c:v>
                </c:pt>
                <c:pt idx="7384">
                  <c:v>43210</c:v>
                </c:pt>
                <c:pt idx="7385">
                  <c:v>43213</c:v>
                </c:pt>
                <c:pt idx="7386">
                  <c:v>43214</c:v>
                </c:pt>
                <c:pt idx="7387">
                  <c:v>43215</c:v>
                </c:pt>
                <c:pt idx="7388">
                  <c:v>43216</c:v>
                </c:pt>
                <c:pt idx="7389">
                  <c:v>43217</c:v>
                </c:pt>
                <c:pt idx="7390">
                  <c:v>43220</c:v>
                </c:pt>
                <c:pt idx="7391">
                  <c:v>43221</c:v>
                </c:pt>
                <c:pt idx="7392">
                  <c:v>43222</c:v>
                </c:pt>
                <c:pt idx="7393">
                  <c:v>43223</c:v>
                </c:pt>
                <c:pt idx="7394">
                  <c:v>43224</c:v>
                </c:pt>
                <c:pt idx="7395">
                  <c:v>43227</c:v>
                </c:pt>
                <c:pt idx="7396">
                  <c:v>43228</c:v>
                </c:pt>
                <c:pt idx="7397">
                  <c:v>43229</c:v>
                </c:pt>
                <c:pt idx="7398">
                  <c:v>43230</c:v>
                </c:pt>
                <c:pt idx="7399">
                  <c:v>43231</c:v>
                </c:pt>
                <c:pt idx="7400">
                  <c:v>43234</c:v>
                </c:pt>
                <c:pt idx="7401">
                  <c:v>43235</c:v>
                </c:pt>
                <c:pt idx="7402">
                  <c:v>43236</c:v>
                </c:pt>
                <c:pt idx="7403">
                  <c:v>43237</c:v>
                </c:pt>
                <c:pt idx="7404">
                  <c:v>43238</c:v>
                </c:pt>
                <c:pt idx="7405">
                  <c:v>43241</c:v>
                </c:pt>
                <c:pt idx="7406">
                  <c:v>43242</c:v>
                </c:pt>
                <c:pt idx="7407">
                  <c:v>43243</c:v>
                </c:pt>
                <c:pt idx="7408">
                  <c:v>43244</c:v>
                </c:pt>
                <c:pt idx="7409">
                  <c:v>43245</c:v>
                </c:pt>
                <c:pt idx="7410">
                  <c:v>43248</c:v>
                </c:pt>
                <c:pt idx="7411">
                  <c:v>43249</c:v>
                </c:pt>
                <c:pt idx="7412">
                  <c:v>43250</c:v>
                </c:pt>
                <c:pt idx="7413">
                  <c:v>43251</c:v>
                </c:pt>
                <c:pt idx="7414">
                  <c:v>43252</c:v>
                </c:pt>
                <c:pt idx="7415">
                  <c:v>43255</c:v>
                </c:pt>
                <c:pt idx="7416">
                  <c:v>43256</c:v>
                </c:pt>
                <c:pt idx="7417">
                  <c:v>43257</c:v>
                </c:pt>
                <c:pt idx="7418">
                  <c:v>43258</c:v>
                </c:pt>
                <c:pt idx="7419">
                  <c:v>43259</c:v>
                </c:pt>
                <c:pt idx="7420">
                  <c:v>43262</c:v>
                </c:pt>
                <c:pt idx="7421">
                  <c:v>43263</c:v>
                </c:pt>
                <c:pt idx="7422">
                  <c:v>43264</c:v>
                </c:pt>
                <c:pt idx="7423">
                  <c:v>43265</c:v>
                </c:pt>
                <c:pt idx="7424">
                  <c:v>43266</c:v>
                </c:pt>
                <c:pt idx="7425">
                  <c:v>43269</c:v>
                </c:pt>
                <c:pt idx="7426">
                  <c:v>43270</c:v>
                </c:pt>
                <c:pt idx="7427">
                  <c:v>43271</c:v>
                </c:pt>
                <c:pt idx="7428">
                  <c:v>43272</c:v>
                </c:pt>
                <c:pt idx="7429">
                  <c:v>43273</c:v>
                </c:pt>
                <c:pt idx="7430">
                  <c:v>43276</c:v>
                </c:pt>
                <c:pt idx="7431">
                  <c:v>43277</c:v>
                </c:pt>
                <c:pt idx="7432">
                  <c:v>43278</c:v>
                </c:pt>
                <c:pt idx="7433">
                  <c:v>43279</c:v>
                </c:pt>
                <c:pt idx="7434">
                  <c:v>43280</c:v>
                </c:pt>
                <c:pt idx="7435">
                  <c:v>43283</c:v>
                </c:pt>
                <c:pt idx="7436">
                  <c:v>43284</c:v>
                </c:pt>
                <c:pt idx="7437">
                  <c:v>43285</c:v>
                </c:pt>
                <c:pt idx="7438">
                  <c:v>43286</c:v>
                </c:pt>
                <c:pt idx="7439">
                  <c:v>43287</c:v>
                </c:pt>
                <c:pt idx="7440">
                  <c:v>43290</c:v>
                </c:pt>
                <c:pt idx="7441">
                  <c:v>43291</c:v>
                </c:pt>
                <c:pt idx="7442">
                  <c:v>43292</c:v>
                </c:pt>
                <c:pt idx="7443">
                  <c:v>43293</c:v>
                </c:pt>
                <c:pt idx="7444">
                  <c:v>43294</c:v>
                </c:pt>
                <c:pt idx="7445">
                  <c:v>43297</c:v>
                </c:pt>
                <c:pt idx="7446">
                  <c:v>43298</c:v>
                </c:pt>
                <c:pt idx="7447">
                  <c:v>43299</c:v>
                </c:pt>
                <c:pt idx="7448">
                  <c:v>43300</c:v>
                </c:pt>
                <c:pt idx="7449">
                  <c:v>43301</c:v>
                </c:pt>
                <c:pt idx="7450">
                  <c:v>43304</c:v>
                </c:pt>
                <c:pt idx="7451">
                  <c:v>43305</c:v>
                </c:pt>
                <c:pt idx="7452">
                  <c:v>43306</c:v>
                </c:pt>
                <c:pt idx="7453">
                  <c:v>43307</c:v>
                </c:pt>
                <c:pt idx="7454">
                  <c:v>43308</c:v>
                </c:pt>
                <c:pt idx="7455">
                  <c:v>43311</c:v>
                </c:pt>
                <c:pt idx="7456">
                  <c:v>43312</c:v>
                </c:pt>
                <c:pt idx="7457">
                  <c:v>43313</c:v>
                </c:pt>
                <c:pt idx="7458">
                  <c:v>43314</c:v>
                </c:pt>
                <c:pt idx="7459">
                  <c:v>43315</c:v>
                </c:pt>
                <c:pt idx="7460">
                  <c:v>43318</c:v>
                </c:pt>
                <c:pt idx="7461">
                  <c:v>43319</c:v>
                </c:pt>
                <c:pt idx="7462">
                  <c:v>43320</c:v>
                </c:pt>
                <c:pt idx="7463">
                  <c:v>43321</c:v>
                </c:pt>
                <c:pt idx="7464">
                  <c:v>43322</c:v>
                </c:pt>
                <c:pt idx="7465">
                  <c:v>43325</c:v>
                </c:pt>
                <c:pt idx="7466">
                  <c:v>43326</c:v>
                </c:pt>
                <c:pt idx="7467">
                  <c:v>43327</c:v>
                </c:pt>
                <c:pt idx="7468">
                  <c:v>43328</c:v>
                </c:pt>
                <c:pt idx="7469">
                  <c:v>43329</c:v>
                </c:pt>
                <c:pt idx="7470">
                  <c:v>43332</c:v>
                </c:pt>
                <c:pt idx="7471">
                  <c:v>43333</c:v>
                </c:pt>
                <c:pt idx="7472">
                  <c:v>43334</c:v>
                </c:pt>
                <c:pt idx="7473">
                  <c:v>43335</c:v>
                </c:pt>
                <c:pt idx="7474">
                  <c:v>43336</c:v>
                </c:pt>
                <c:pt idx="7475">
                  <c:v>43339</c:v>
                </c:pt>
                <c:pt idx="7476">
                  <c:v>43340</c:v>
                </c:pt>
                <c:pt idx="7477">
                  <c:v>43341</c:v>
                </c:pt>
                <c:pt idx="7478">
                  <c:v>43342</c:v>
                </c:pt>
                <c:pt idx="7479">
                  <c:v>43343</c:v>
                </c:pt>
                <c:pt idx="7480">
                  <c:v>43346</c:v>
                </c:pt>
                <c:pt idx="7481">
                  <c:v>43347</c:v>
                </c:pt>
                <c:pt idx="7482">
                  <c:v>43348</c:v>
                </c:pt>
                <c:pt idx="7483">
                  <c:v>43349</c:v>
                </c:pt>
                <c:pt idx="7484">
                  <c:v>43350</c:v>
                </c:pt>
                <c:pt idx="7485">
                  <c:v>43353</c:v>
                </c:pt>
                <c:pt idx="7486">
                  <c:v>43354</c:v>
                </c:pt>
                <c:pt idx="7487">
                  <c:v>43355</c:v>
                </c:pt>
                <c:pt idx="7488">
                  <c:v>43356</c:v>
                </c:pt>
                <c:pt idx="7489">
                  <c:v>43357</c:v>
                </c:pt>
                <c:pt idx="7490">
                  <c:v>43360</c:v>
                </c:pt>
                <c:pt idx="7491">
                  <c:v>43361</c:v>
                </c:pt>
                <c:pt idx="7492">
                  <c:v>43362</c:v>
                </c:pt>
                <c:pt idx="7493">
                  <c:v>43363</c:v>
                </c:pt>
                <c:pt idx="7494">
                  <c:v>43364</c:v>
                </c:pt>
                <c:pt idx="7495">
                  <c:v>43367</c:v>
                </c:pt>
                <c:pt idx="7496">
                  <c:v>43368</c:v>
                </c:pt>
                <c:pt idx="7497">
                  <c:v>43369</c:v>
                </c:pt>
                <c:pt idx="7498">
                  <c:v>43370</c:v>
                </c:pt>
                <c:pt idx="7499">
                  <c:v>43371</c:v>
                </c:pt>
                <c:pt idx="7500">
                  <c:v>43374</c:v>
                </c:pt>
                <c:pt idx="7501">
                  <c:v>43375</c:v>
                </c:pt>
                <c:pt idx="7502">
                  <c:v>43376</c:v>
                </c:pt>
                <c:pt idx="7503">
                  <c:v>43377</c:v>
                </c:pt>
                <c:pt idx="7504">
                  <c:v>43378</c:v>
                </c:pt>
                <c:pt idx="7505">
                  <c:v>43381</c:v>
                </c:pt>
                <c:pt idx="7506">
                  <c:v>43382</c:v>
                </c:pt>
                <c:pt idx="7507">
                  <c:v>43383</c:v>
                </c:pt>
                <c:pt idx="7508">
                  <c:v>43384</c:v>
                </c:pt>
                <c:pt idx="7509">
                  <c:v>43385</c:v>
                </c:pt>
                <c:pt idx="7510">
                  <c:v>43388</c:v>
                </c:pt>
                <c:pt idx="7511">
                  <c:v>43389</c:v>
                </c:pt>
                <c:pt idx="7512">
                  <c:v>43390</c:v>
                </c:pt>
                <c:pt idx="7513">
                  <c:v>43391</c:v>
                </c:pt>
                <c:pt idx="7514">
                  <c:v>43392</c:v>
                </c:pt>
                <c:pt idx="7515">
                  <c:v>43395</c:v>
                </c:pt>
                <c:pt idx="7516">
                  <c:v>43396</c:v>
                </c:pt>
                <c:pt idx="7517">
                  <c:v>43397</c:v>
                </c:pt>
                <c:pt idx="7518">
                  <c:v>43398</c:v>
                </c:pt>
                <c:pt idx="7519">
                  <c:v>43399</c:v>
                </c:pt>
                <c:pt idx="7520">
                  <c:v>43402</c:v>
                </c:pt>
                <c:pt idx="7521">
                  <c:v>43403</c:v>
                </c:pt>
                <c:pt idx="7522">
                  <c:v>43404</c:v>
                </c:pt>
                <c:pt idx="7523">
                  <c:v>43405</c:v>
                </c:pt>
                <c:pt idx="7524">
                  <c:v>43406</c:v>
                </c:pt>
                <c:pt idx="7525">
                  <c:v>43409</c:v>
                </c:pt>
                <c:pt idx="7526">
                  <c:v>43410</c:v>
                </c:pt>
                <c:pt idx="7527">
                  <c:v>43411</c:v>
                </c:pt>
                <c:pt idx="7528">
                  <c:v>43412</c:v>
                </c:pt>
                <c:pt idx="7529">
                  <c:v>43413</c:v>
                </c:pt>
                <c:pt idx="7530">
                  <c:v>43416</c:v>
                </c:pt>
                <c:pt idx="7531">
                  <c:v>43417</c:v>
                </c:pt>
                <c:pt idx="7532">
                  <c:v>43418</c:v>
                </c:pt>
                <c:pt idx="7533">
                  <c:v>43419</c:v>
                </c:pt>
                <c:pt idx="7534">
                  <c:v>43420</c:v>
                </c:pt>
                <c:pt idx="7535">
                  <c:v>43423</c:v>
                </c:pt>
                <c:pt idx="7536">
                  <c:v>43424</c:v>
                </c:pt>
                <c:pt idx="7537">
                  <c:v>43425</c:v>
                </c:pt>
                <c:pt idx="7538">
                  <c:v>43426</c:v>
                </c:pt>
                <c:pt idx="7539">
                  <c:v>43427</c:v>
                </c:pt>
                <c:pt idx="7540">
                  <c:v>43430</c:v>
                </c:pt>
                <c:pt idx="7541">
                  <c:v>43431</c:v>
                </c:pt>
                <c:pt idx="7542">
                  <c:v>43432</c:v>
                </c:pt>
                <c:pt idx="7543">
                  <c:v>43433</c:v>
                </c:pt>
                <c:pt idx="7544">
                  <c:v>43434</c:v>
                </c:pt>
                <c:pt idx="7545">
                  <c:v>43437</c:v>
                </c:pt>
                <c:pt idx="7546">
                  <c:v>43438</c:v>
                </c:pt>
                <c:pt idx="7547">
                  <c:v>43439</c:v>
                </c:pt>
                <c:pt idx="7548">
                  <c:v>43440</c:v>
                </c:pt>
                <c:pt idx="7549">
                  <c:v>43441</c:v>
                </c:pt>
                <c:pt idx="7550">
                  <c:v>43444</c:v>
                </c:pt>
                <c:pt idx="7551">
                  <c:v>43445</c:v>
                </c:pt>
                <c:pt idx="7552">
                  <c:v>43446</c:v>
                </c:pt>
                <c:pt idx="7553">
                  <c:v>43447</c:v>
                </c:pt>
                <c:pt idx="7554">
                  <c:v>43448</c:v>
                </c:pt>
                <c:pt idx="7555">
                  <c:v>43451</c:v>
                </c:pt>
                <c:pt idx="7556">
                  <c:v>43452</c:v>
                </c:pt>
                <c:pt idx="7557">
                  <c:v>43453</c:v>
                </c:pt>
                <c:pt idx="7558">
                  <c:v>43454</c:v>
                </c:pt>
                <c:pt idx="7559">
                  <c:v>43455</c:v>
                </c:pt>
                <c:pt idx="7560">
                  <c:v>43458</c:v>
                </c:pt>
                <c:pt idx="7561">
                  <c:v>43459</c:v>
                </c:pt>
                <c:pt idx="7562">
                  <c:v>43460</c:v>
                </c:pt>
                <c:pt idx="7563">
                  <c:v>43461</c:v>
                </c:pt>
                <c:pt idx="7564">
                  <c:v>43462</c:v>
                </c:pt>
                <c:pt idx="7565">
                  <c:v>43465</c:v>
                </c:pt>
                <c:pt idx="7566">
                  <c:v>43466</c:v>
                </c:pt>
                <c:pt idx="7567">
                  <c:v>43467</c:v>
                </c:pt>
                <c:pt idx="7568">
                  <c:v>43468</c:v>
                </c:pt>
                <c:pt idx="7569">
                  <c:v>43469</c:v>
                </c:pt>
                <c:pt idx="7570">
                  <c:v>43472</c:v>
                </c:pt>
                <c:pt idx="7571">
                  <c:v>43473</c:v>
                </c:pt>
                <c:pt idx="7572">
                  <c:v>43474</c:v>
                </c:pt>
                <c:pt idx="7573">
                  <c:v>43475</c:v>
                </c:pt>
                <c:pt idx="7574">
                  <c:v>43476</c:v>
                </c:pt>
                <c:pt idx="7575">
                  <c:v>43479</c:v>
                </c:pt>
                <c:pt idx="7576">
                  <c:v>43480</c:v>
                </c:pt>
                <c:pt idx="7577">
                  <c:v>43481</c:v>
                </c:pt>
                <c:pt idx="7578">
                  <c:v>43482</c:v>
                </c:pt>
                <c:pt idx="7579">
                  <c:v>43483</c:v>
                </c:pt>
                <c:pt idx="7580">
                  <c:v>43486</c:v>
                </c:pt>
                <c:pt idx="7581">
                  <c:v>43487</c:v>
                </c:pt>
                <c:pt idx="7582">
                  <c:v>43488</c:v>
                </c:pt>
                <c:pt idx="7583">
                  <c:v>43489</c:v>
                </c:pt>
                <c:pt idx="7584">
                  <c:v>43490</c:v>
                </c:pt>
                <c:pt idx="7585">
                  <c:v>43493</c:v>
                </c:pt>
                <c:pt idx="7586">
                  <c:v>43494</c:v>
                </c:pt>
                <c:pt idx="7587">
                  <c:v>43495</c:v>
                </c:pt>
                <c:pt idx="7588">
                  <c:v>43496</c:v>
                </c:pt>
                <c:pt idx="7589">
                  <c:v>43497</c:v>
                </c:pt>
                <c:pt idx="7590">
                  <c:v>43500</c:v>
                </c:pt>
                <c:pt idx="7591">
                  <c:v>43501</c:v>
                </c:pt>
                <c:pt idx="7592">
                  <c:v>43502</c:v>
                </c:pt>
                <c:pt idx="7593">
                  <c:v>43503</c:v>
                </c:pt>
                <c:pt idx="7594">
                  <c:v>43504</c:v>
                </c:pt>
                <c:pt idx="7595">
                  <c:v>43507</c:v>
                </c:pt>
                <c:pt idx="7596">
                  <c:v>43508</c:v>
                </c:pt>
                <c:pt idx="7597">
                  <c:v>43509</c:v>
                </c:pt>
                <c:pt idx="7598">
                  <c:v>43510</c:v>
                </c:pt>
                <c:pt idx="7599">
                  <c:v>43511</c:v>
                </c:pt>
                <c:pt idx="7600">
                  <c:v>43514</c:v>
                </c:pt>
                <c:pt idx="7601">
                  <c:v>43515</c:v>
                </c:pt>
                <c:pt idx="7602">
                  <c:v>43516</c:v>
                </c:pt>
                <c:pt idx="7603">
                  <c:v>43517</c:v>
                </c:pt>
                <c:pt idx="7604">
                  <c:v>43518</c:v>
                </c:pt>
                <c:pt idx="7605">
                  <c:v>43521</c:v>
                </c:pt>
                <c:pt idx="7606">
                  <c:v>43522</c:v>
                </c:pt>
                <c:pt idx="7607">
                  <c:v>43523</c:v>
                </c:pt>
                <c:pt idx="7608">
                  <c:v>43524</c:v>
                </c:pt>
                <c:pt idx="7609">
                  <c:v>43525</c:v>
                </c:pt>
                <c:pt idx="7610">
                  <c:v>43528</c:v>
                </c:pt>
                <c:pt idx="7611">
                  <c:v>43529</c:v>
                </c:pt>
                <c:pt idx="7612">
                  <c:v>43530</c:v>
                </c:pt>
                <c:pt idx="7613">
                  <c:v>43531</c:v>
                </c:pt>
                <c:pt idx="7614">
                  <c:v>43532</c:v>
                </c:pt>
                <c:pt idx="7615">
                  <c:v>43535</c:v>
                </c:pt>
                <c:pt idx="7616">
                  <c:v>43536</c:v>
                </c:pt>
                <c:pt idx="7617">
                  <c:v>43537</c:v>
                </c:pt>
                <c:pt idx="7618">
                  <c:v>43538</c:v>
                </c:pt>
                <c:pt idx="7619">
                  <c:v>43539</c:v>
                </c:pt>
                <c:pt idx="7620">
                  <c:v>43542</c:v>
                </c:pt>
                <c:pt idx="7621">
                  <c:v>43543</c:v>
                </c:pt>
                <c:pt idx="7622">
                  <c:v>43544</c:v>
                </c:pt>
                <c:pt idx="7623">
                  <c:v>43545</c:v>
                </c:pt>
                <c:pt idx="7624">
                  <c:v>43546</c:v>
                </c:pt>
                <c:pt idx="7625">
                  <c:v>43549</c:v>
                </c:pt>
                <c:pt idx="7626">
                  <c:v>43550</c:v>
                </c:pt>
                <c:pt idx="7627">
                  <c:v>43551</c:v>
                </c:pt>
                <c:pt idx="7628">
                  <c:v>43552</c:v>
                </c:pt>
                <c:pt idx="7629">
                  <c:v>43553</c:v>
                </c:pt>
                <c:pt idx="7630">
                  <c:v>43556</c:v>
                </c:pt>
                <c:pt idx="7631">
                  <c:v>43557</c:v>
                </c:pt>
                <c:pt idx="7632">
                  <c:v>43558</c:v>
                </c:pt>
                <c:pt idx="7633">
                  <c:v>43559</c:v>
                </c:pt>
                <c:pt idx="7634">
                  <c:v>43560</c:v>
                </c:pt>
                <c:pt idx="7635">
                  <c:v>43563</c:v>
                </c:pt>
                <c:pt idx="7636">
                  <c:v>43564</c:v>
                </c:pt>
                <c:pt idx="7637">
                  <c:v>43565</c:v>
                </c:pt>
                <c:pt idx="7638">
                  <c:v>43566</c:v>
                </c:pt>
                <c:pt idx="7639">
                  <c:v>43567</c:v>
                </c:pt>
                <c:pt idx="7640">
                  <c:v>43570</c:v>
                </c:pt>
                <c:pt idx="7641">
                  <c:v>43571</c:v>
                </c:pt>
                <c:pt idx="7642">
                  <c:v>43572</c:v>
                </c:pt>
                <c:pt idx="7643">
                  <c:v>43573</c:v>
                </c:pt>
                <c:pt idx="7644">
                  <c:v>43574</c:v>
                </c:pt>
                <c:pt idx="7645">
                  <c:v>43577</c:v>
                </c:pt>
                <c:pt idx="7646">
                  <c:v>43578</c:v>
                </c:pt>
                <c:pt idx="7647">
                  <c:v>43579</c:v>
                </c:pt>
                <c:pt idx="7648">
                  <c:v>43580</c:v>
                </c:pt>
                <c:pt idx="7649">
                  <c:v>43581</c:v>
                </c:pt>
                <c:pt idx="7650">
                  <c:v>43584</c:v>
                </c:pt>
                <c:pt idx="7651">
                  <c:v>43585</c:v>
                </c:pt>
                <c:pt idx="7652">
                  <c:v>43586</c:v>
                </c:pt>
                <c:pt idx="7653">
                  <c:v>43587</c:v>
                </c:pt>
                <c:pt idx="7654">
                  <c:v>43588</c:v>
                </c:pt>
                <c:pt idx="7655">
                  <c:v>43591</c:v>
                </c:pt>
                <c:pt idx="7656">
                  <c:v>43592</c:v>
                </c:pt>
                <c:pt idx="7657">
                  <c:v>43593</c:v>
                </c:pt>
                <c:pt idx="7658">
                  <c:v>43594</c:v>
                </c:pt>
                <c:pt idx="7659">
                  <c:v>43595</c:v>
                </c:pt>
                <c:pt idx="7660">
                  <c:v>43598</c:v>
                </c:pt>
                <c:pt idx="7661">
                  <c:v>43599</c:v>
                </c:pt>
                <c:pt idx="7662">
                  <c:v>43600</c:v>
                </c:pt>
                <c:pt idx="7663">
                  <c:v>43601</c:v>
                </c:pt>
                <c:pt idx="7664">
                  <c:v>43602</c:v>
                </c:pt>
                <c:pt idx="7665">
                  <c:v>43605</c:v>
                </c:pt>
                <c:pt idx="7666">
                  <c:v>43606</c:v>
                </c:pt>
                <c:pt idx="7667">
                  <c:v>43607</c:v>
                </c:pt>
                <c:pt idx="7668">
                  <c:v>43608</c:v>
                </c:pt>
                <c:pt idx="7669">
                  <c:v>43609</c:v>
                </c:pt>
                <c:pt idx="7670">
                  <c:v>43612</c:v>
                </c:pt>
                <c:pt idx="7671">
                  <c:v>43613</c:v>
                </c:pt>
                <c:pt idx="7672">
                  <c:v>43614</c:v>
                </c:pt>
                <c:pt idx="7673">
                  <c:v>43615</c:v>
                </c:pt>
                <c:pt idx="7674">
                  <c:v>43616</c:v>
                </c:pt>
                <c:pt idx="7675">
                  <c:v>43619</c:v>
                </c:pt>
                <c:pt idx="7676">
                  <c:v>43620</c:v>
                </c:pt>
                <c:pt idx="7677">
                  <c:v>43621</c:v>
                </c:pt>
                <c:pt idx="7678">
                  <c:v>43622</c:v>
                </c:pt>
                <c:pt idx="7679">
                  <c:v>43623</c:v>
                </c:pt>
                <c:pt idx="7680">
                  <c:v>43626</c:v>
                </c:pt>
                <c:pt idx="7681">
                  <c:v>43627</c:v>
                </c:pt>
                <c:pt idx="7682">
                  <c:v>43628</c:v>
                </c:pt>
                <c:pt idx="7683">
                  <c:v>43629</c:v>
                </c:pt>
                <c:pt idx="7684">
                  <c:v>43630</c:v>
                </c:pt>
                <c:pt idx="7685">
                  <c:v>43633</c:v>
                </c:pt>
                <c:pt idx="7686">
                  <c:v>43634</c:v>
                </c:pt>
                <c:pt idx="7687">
                  <c:v>43635</c:v>
                </c:pt>
                <c:pt idx="7688">
                  <c:v>43636</c:v>
                </c:pt>
                <c:pt idx="7689">
                  <c:v>43637</c:v>
                </c:pt>
                <c:pt idx="7690">
                  <c:v>43640</c:v>
                </c:pt>
                <c:pt idx="7691">
                  <c:v>43641</c:v>
                </c:pt>
                <c:pt idx="7692">
                  <c:v>43642</c:v>
                </c:pt>
                <c:pt idx="7693">
                  <c:v>43643</c:v>
                </c:pt>
                <c:pt idx="7694">
                  <c:v>43644</c:v>
                </c:pt>
                <c:pt idx="7695">
                  <c:v>43647</c:v>
                </c:pt>
                <c:pt idx="7696">
                  <c:v>43648</c:v>
                </c:pt>
                <c:pt idx="7697">
                  <c:v>43649</c:v>
                </c:pt>
                <c:pt idx="7698">
                  <c:v>43650</c:v>
                </c:pt>
                <c:pt idx="7699">
                  <c:v>43651</c:v>
                </c:pt>
                <c:pt idx="7700">
                  <c:v>43654</c:v>
                </c:pt>
                <c:pt idx="7701">
                  <c:v>43655</c:v>
                </c:pt>
                <c:pt idx="7702">
                  <c:v>43656</c:v>
                </c:pt>
                <c:pt idx="7703">
                  <c:v>43657</c:v>
                </c:pt>
                <c:pt idx="7704">
                  <c:v>43658</c:v>
                </c:pt>
                <c:pt idx="7705">
                  <c:v>43661</c:v>
                </c:pt>
                <c:pt idx="7706">
                  <c:v>43662</c:v>
                </c:pt>
                <c:pt idx="7707">
                  <c:v>43663</c:v>
                </c:pt>
                <c:pt idx="7708">
                  <c:v>43664</c:v>
                </c:pt>
                <c:pt idx="7709">
                  <c:v>43665</c:v>
                </c:pt>
                <c:pt idx="7710">
                  <c:v>43668</c:v>
                </c:pt>
                <c:pt idx="7711">
                  <c:v>43669</c:v>
                </c:pt>
                <c:pt idx="7712">
                  <c:v>43670</c:v>
                </c:pt>
                <c:pt idx="7713">
                  <c:v>43671</c:v>
                </c:pt>
                <c:pt idx="7714">
                  <c:v>43672</c:v>
                </c:pt>
                <c:pt idx="7715">
                  <c:v>43675</c:v>
                </c:pt>
                <c:pt idx="7716">
                  <c:v>43676</c:v>
                </c:pt>
                <c:pt idx="7717">
                  <c:v>43677</c:v>
                </c:pt>
                <c:pt idx="7718">
                  <c:v>43678</c:v>
                </c:pt>
                <c:pt idx="7719">
                  <c:v>43679</c:v>
                </c:pt>
                <c:pt idx="7720">
                  <c:v>43682</c:v>
                </c:pt>
                <c:pt idx="7721">
                  <c:v>43683</c:v>
                </c:pt>
                <c:pt idx="7722">
                  <c:v>43684</c:v>
                </c:pt>
                <c:pt idx="7723">
                  <c:v>43685</c:v>
                </c:pt>
                <c:pt idx="7724">
                  <c:v>43686</c:v>
                </c:pt>
                <c:pt idx="7725">
                  <c:v>43689</c:v>
                </c:pt>
                <c:pt idx="7726">
                  <c:v>43690</c:v>
                </c:pt>
                <c:pt idx="7727">
                  <c:v>43691</c:v>
                </c:pt>
                <c:pt idx="7728">
                  <c:v>43692</c:v>
                </c:pt>
                <c:pt idx="7729">
                  <c:v>43693</c:v>
                </c:pt>
                <c:pt idx="7730">
                  <c:v>43696</c:v>
                </c:pt>
                <c:pt idx="7731">
                  <c:v>43697</c:v>
                </c:pt>
                <c:pt idx="7732">
                  <c:v>43698</c:v>
                </c:pt>
                <c:pt idx="7733">
                  <c:v>43699</c:v>
                </c:pt>
                <c:pt idx="7734">
                  <c:v>43700</c:v>
                </c:pt>
                <c:pt idx="7735">
                  <c:v>43703</c:v>
                </c:pt>
                <c:pt idx="7736">
                  <c:v>43704</c:v>
                </c:pt>
                <c:pt idx="7737">
                  <c:v>43705</c:v>
                </c:pt>
                <c:pt idx="7738">
                  <c:v>43706</c:v>
                </c:pt>
                <c:pt idx="7739">
                  <c:v>43707</c:v>
                </c:pt>
                <c:pt idx="7740">
                  <c:v>43710</c:v>
                </c:pt>
                <c:pt idx="7741">
                  <c:v>43711</c:v>
                </c:pt>
                <c:pt idx="7742">
                  <c:v>43712</c:v>
                </c:pt>
                <c:pt idx="7743">
                  <c:v>43713</c:v>
                </c:pt>
                <c:pt idx="7744">
                  <c:v>43714</c:v>
                </c:pt>
                <c:pt idx="7745">
                  <c:v>43717</c:v>
                </c:pt>
                <c:pt idx="7746">
                  <c:v>43718</c:v>
                </c:pt>
                <c:pt idx="7747">
                  <c:v>43719</c:v>
                </c:pt>
                <c:pt idx="7748">
                  <c:v>43720</c:v>
                </c:pt>
                <c:pt idx="7749">
                  <c:v>43721</c:v>
                </c:pt>
                <c:pt idx="7750">
                  <c:v>43724</c:v>
                </c:pt>
                <c:pt idx="7751">
                  <c:v>43725</c:v>
                </c:pt>
                <c:pt idx="7752">
                  <c:v>43726</c:v>
                </c:pt>
                <c:pt idx="7753">
                  <c:v>43727</c:v>
                </c:pt>
                <c:pt idx="7754">
                  <c:v>43728</c:v>
                </c:pt>
                <c:pt idx="7755">
                  <c:v>43731</c:v>
                </c:pt>
                <c:pt idx="7756">
                  <c:v>43732</c:v>
                </c:pt>
                <c:pt idx="7757">
                  <c:v>43733</c:v>
                </c:pt>
                <c:pt idx="7758">
                  <c:v>43734</c:v>
                </c:pt>
                <c:pt idx="7759">
                  <c:v>43735</c:v>
                </c:pt>
                <c:pt idx="7760">
                  <c:v>43738</c:v>
                </c:pt>
                <c:pt idx="7761">
                  <c:v>43739</c:v>
                </c:pt>
                <c:pt idx="7762">
                  <c:v>43740</c:v>
                </c:pt>
                <c:pt idx="7763">
                  <c:v>43741</c:v>
                </c:pt>
                <c:pt idx="7764">
                  <c:v>43742</c:v>
                </c:pt>
                <c:pt idx="7765">
                  <c:v>43745</c:v>
                </c:pt>
                <c:pt idx="7766">
                  <c:v>43746</c:v>
                </c:pt>
                <c:pt idx="7767">
                  <c:v>43747</c:v>
                </c:pt>
                <c:pt idx="7768">
                  <c:v>43748</c:v>
                </c:pt>
                <c:pt idx="7769">
                  <c:v>43749</c:v>
                </c:pt>
                <c:pt idx="7770">
                  <c:v>43752</c:v>
                </c:pt>
                <c:pt idx="7771">
                  <c:v>43753</c:v>
                </c:pt>
                <c:pt idx="7772">
                  <c:v>43754</c:v>
                </c:pt>
                <c:pt idx="7773">
                  <c:v>43755</c:v>
                </c:pt>
                <c:pt idx="7774">
                  <c:v>43756</c:v>
                </c:pt>
                <c:pt idx="7775">
                  <c:v>43759</c:v>
                </c:pt>
                <c:pt idx="7776">
                  <c:v>43760</c:v>
                </c:pt>
                <c:pt idx="7777">
                  <c:v>43761</c:v>
                </c:pt>
                <c:pt idx="7778">
                  <c:v>43762</c:v>
                </c:pt>
                <c:pt idx="7779">
                  <c:v>43763</c:v>
                </c:pt>
                <c:pt idx="7780">
                  <c:v>43766</c:v>
                </c:pt>
                <c:pt idx="7781">
                  <c:v>43767</c:v>
                </c:pt>
                <c:pt idx="7782">
                  <c:v>43768</c:v>
                </c:pt>
                <c:pt idx="7783">
                  <c:v>43769</c:v>
                </c:pt>
                <c:pt idx="7784">
                  <c:v>43770</c:v>
                </c:pt>
                <c:pt idx="7785">
                  <c:v>43773</c:v>
                </c:pt>
                <c:pt idx="7786">
                  <c:v>43774</c:v>
                </c:pt>
                <c:pt idx="7787">
                  <c:v>43775</c:v>
                </c:pt>
                <c:pt idx="7788">
                  <c:v>43776</c:v>
                </c:pt>
                <c:pt idx="7789">
                  <c:v>43777</c:v>
                </c:pt>
                <c:pt idx="7790">
                  <c:v>43780</c:v>
                </c:pt>
                <c:pt idx="7791">
                  <c:v>43781</c:v>
                </c:pt>
                <c:pt idx="7792">
                  <c:v>43782</c:v>
                </c:pt>
                <c:pt idx="7793">
                  <c:v>43783</c:v>
                </c:pt>
                <c:pt idx="7794">
                  <c:v>43784</c:v>
                </c:pt>
                <c:pt idx="7795">
                  <c:v>43787</c:v>
                </c:pt>
                <c:pt idx="7796">
                  <c:v>43788</c:v>
                </c:pt>
                <c:pt idx="7797">
                  <c:v>43789</c:v>
                </c:pt>
                <c:pt idx="7798">
                  <c:v>43790</c:v>
                </c:pt>
                <c:pt idx="7799">
                  <c:v>43791</c:v>
                </c:pt>
                <c:pt idx="7800">
                  <c:v>43794</c:v>
                </c:pt>
                <c:pt idx="7801">
                  <c:v>43795</c:v>
                </c:pt>
                <c:pt idx="7802">
                  <c:v>43796</c:v>
                </c:pt>
                <c:pt idx="7803">
                  <c:v>43797</c:v>
                </c:pt>
                <c:pt idx="7804">
                  <c:v>43798</c:v>
                </c:pt>
                <c:pt idx="7805">
                  <c:v>43801</c:v>
                </c:pt>
                <c:pt idx="7806">
                  <c:v>43802</c:v>
                </c:pt>
                <c:pt idx="7807">
                  <c:v>43803</c:v>
                </c:pt>
                <c:pt idx="7808">
                  <c:v>43804</c:v>
                </c:pt>
                <c:pt idx="7809">
                  <c:v>43805</c:v>
                </c:pt>
                <c:pt idx="7810">
                  <c:v>43808</c:v>
                </c:pt>
                <c:pt idx="7811">
                  <c:v>43809</c:v>
                </c:pt>
                <c:pt idx="7812">
                  <c:v>43810</c:v>
                </c:pt>
                <c:pt idx="7813">
                  <c:v>43811</c:v>
                </c:pt>
                <c:pt idx="7814">
                  <c:v>43812</c:v>
                </c:pt>
                <c:pt idx="7815">
                  <c:v>43815</c:v>
                </c:pt>
                <c:pt idx="7816">
                  <c:v>43816</c:v>
                </c:pt>
                <c:pt idx="7817">
                  <c:v>43817</c:v>
                </c:pt>
                <c:pt idx="7818">
                  <c:v>43818</c:v>
                </c:pt>
                <c:pt idx="7819">
                  <c:v>43819</c:v>
                </c:pt>
                <c:pt idx="7820">
                  <c:v>43822</c:v>
                </c:pt>
                <c:pt idx="7821">
                  <c:v>43823</c:v>
                </c:pt>
                <c:pt idx="7822">
                  <c:v>43824</c:v>
                </c:pt>
                <c:pt idx="7823">
                  <c:v>43825</c:v>
                </c:pt>
                <c:pt idx="7824">
                  <c:v>43826</c:v>
                </c:pt>
                <c:pt idx="7825">
                  <c:v>43829</c:v>
                </c:pt>
                <c:pt idx="7826">
                  <c:v>43830</c:v>
                </c:pt>
                <c:pt idx="7827">
                  <c:v>43831</c:v>
                </c:pt>
                <c:pt idx="7828">
                  <c:v>43832</c:v>
                </c:pt>
                <c:pt idx="7829">
                  <c:v>43833</c:v>
                </c:pt>
                <c:pt idx="7830">
                  <c:v>43836</c:v>
                </c:pt>
                <c:pt idx="7831">
                  <c:v>43837</c:v>
                </c:pt>
                <c:pt idx="7832">
                  <c:v>43838</c:v>
                </c:pt>
                <c:pt idx="7833">
                  <c:v>43839</c:v>
                </c:pt>
                <c:pt idx="7834">
                  <c:v>43840</c:v>
                </c:pt>
                <c:pt idx="7835">
                  <c:v>43843</c:v>
                </c:pt>
                <c:pt idx="7836">
                  <c:v>43844</c:v>
                </c:pt>
                <c:pt idx="7837">
                  <c:v>43845</c:v>
                </c:pt>
                <c:pt idx="7838">
                  <c:v>43846</c:v>
                </c:pt>
                <c:pt idx="7839">
                  <c:v>43847</c:v>
                </c:pt>
                <c:pt idx="7840">
                  <c:v>43850</c:v>
                </c:pt>
                <c:pt idx="7841">
                  <c:v>43851</c:v>
                </c:pt>
                <c:pt idx="7842">
                  <c:v>43852</c:v>
                </c:pt>
                <c:pt idx="7843">
                  <c:v>43853</c:v>
                </c:pt>
                <c:pt idx="7844">
                  <c:v>43854</c:v>
                </c:pt>
                <c:pt idx="7845">
                  <c:v>43857</c:v>
                </c:pt>
                <c:pt idx="7846">
                  <c:v>43858</c:v>
                </c:pt>
                <c:pt idx="7847">
                  <c:v>43859</c:v>
                </c:pt>
                <c:pt idx="7848">
                  <c:v>43860</c:v>
                </c:pt>
                <c:pt idx="7849">
                  <c:v>43861</c:v>
                </c:pt>
                <c:pt idx="7850">
                  <c:v>43864</c:v>
                </c:pt>
                <c:pt idx="7851">
                  <c:v>43865</c:v>
                </c:pt>
                <c:pt idx="7852">
                  <c:v>43866</c:v>
                </c:pt>
                <c:pt idx="7853">
                  <c:v>43867</c:v>
                </c:pt>
                <c:pt idx="7854">
                  <c:v>43868</c:v>
                </c:pt>
                <c:pt idx="7855">
                  <c:v>43871</c:v>
                </c:pt>
                <c:pt idx="7856">
                  <c:v>43872</c:v>
                </c:pt>
                <c:pt idx="7857">
                  <c:v>43873</c:v>
                </c:pt>
                <c:pt idx="7858">
                  <c:v>43874</c:v>
                </c:pt>
                <c:pt idx="7859">
                  <c:v>43875</c:v>
                </c:pt>
                <c:pt idx="7860">
                  <c:v>43878</c:v>
                </c:pt>
                <c:pt idx="7861">
                  <c:v>43879</c:v>
                </c:pt>
                <c:pt idx="7862">
                  <c:v>43880</c:v>
                </c:pt>
                <c:pt idx="7863">
                  <c:v>43881</c:v>
                </c:pt>
                <c:pt idx="7864">
                  <c:v>43882</c:v>
                </c:pt>
                <c:pt idx="7865">
                  <c:v>43885</c:v>
                </c:pt>
                <c:pt idx="7866">
                  <c:v>43886</c:v>
                </c:pt>
                <c:pt idx="7867">
                  <c:v>43887</c:v>
                </c:pt>
                <c:pt idx="7868">
                  <c:v>43888</c:v>
                </c:pt>
                <c:pt idx="7869">
                  <c:v>43889</c:v>
                </c:pt>
                <c:pt idx="7870">
                  <c:v>43892</c:v>
                </c:pt>
                <c:pt idx="7871">
                  <c:v>43893</c:v>
                </c:pt>
                <c:pt idx="7872">
                  <c:v>43894</c:v>
                </c:pt>
                <c:pt idx="7873">
                  <c:v>43895</c:v>
                </c:pt>
                <c:pt idx="7874">
                  <c:v>43896</c:v>
                </c:pt>
                <c:pt idx="7875">
                  <c:v>43899</c:v>
                </c:pt>
                <c:pt idx="7876">
                  <c:v>43900</c:v>
                </c:pt>
                <c:pt idx="7877">
                  <c:v>43901</c:v>
                </c:pt>
                <c:pt idx="7878">
                  <c:v>43902</c:v>
                </c:pt>
                <c:pt idx="7879">
                  <c:v>43903</c:v>
                </c:pt>
                <c:pt idx="7880">
                  <c:v>43906</c:v>
                </c:pt>
                <c:pt idx="7881">
                  <c:v>43907</c:v>
                </c:pt>
                <c:pt idx="7882">
                  <c:v>43908</c:v>
                </c:pt>
                <c:pt idx="7883">
                  <c:v>43909</c:v>
                </c:pt>
                <c:pt idx="7884">
                  <c:v>43910</c:v>
                </c:pt>
                <c:pt idx="7885">
                  <c:v>43913</c:v>
                </c:pt>
                <c:pt idx="7886">
                  <c:v>43914</c:v>
                </c:pt>
                <c:pt idx="7887">
                  <c:v>43915</c:v>
                </c:pt>
                <c:pt idx="7888">
                  <c:v>43916</c:v>
                </c:pt>
                <c:pt idx="7889">
                  <c:v>43917</c:v>
                </c:pt>
                <c:pt idx="7890">
                  <c:v>43920</c:v>
                </c:pt>
                <c:pt idx="7891">
                  <c:v>43921</c:v>
                </c:pt>
                <c:pt idx="7892">
                  <c:v>43922</c:v>
                </c:pt>
                <c:pt idx="7893">
                  <c:v>43923</c:v>
                </c:pt>
                <c:pt idx="7894">
                  <c:v>43924</c:v>
                </c:pt>
                <c:pt idx="7895">
                  <c:v>43927</c:v>
                </c:pt>
                <c:pt idx="7896">
                  <c:v>43928</c:v>
                </c:pt>
                <c:pt idx="7897">
                  <c:v>43929</c:v>
                </c:pt>
                <c:pt idx="7898">
                  <c:v>43930</c:v>
                </c:pt>
                <c:pt idx="7899">
                  <c:v>43931</c:v>
                </c:pt>
                <c:pt idx="7900">
                  <c:v>43934</c:v>
                </c:pt>
                <c:pt idx="7901">
                  <c:v>43935</c:v>
                </c:pt>
                <c:pt idx="7902">
                  <c:v>43936</c:v>
                </c:pt>
                <c:pt idx="7903">
                  <c:v>43937</c:v>
                </c:pt>
                <c:pt idx="7904">
                  <c:v>43938</c:v>
                </c:pt>
                <c:pt idx="7905">
                  <c:v>43941</c:v>
                </c:pt>
                <c:pt idx="7906">
                  <c:v>43942</c:v>
                </c:pt>
                <c:pt idx="7907">
                  <c:v>43943</c:v>
                </c:pt>
                <c:pt idx="7908">
                  <c:v>43944</c:v>
                </c:pt>
                <c:pt idx="7909">
                  <c:v>43945</c:v>
                </c:pt>
                <c:pt idx="7910">
                  <c:v>43948</c:v>
                </c:pt>
                <c:pt idx="7911">
                  <c:v>43949</c:v>
                </c:pt>
                <c:pt idx="7912">
                  <c:v>43950</c:v>
                </c:pt>
                <c:pt idx="7913">
                  <c:v>43951</c:v>
                </c:pt>
                <c:pt idx="7914">
                  <c:v>43952</c:v>
                </c:pt>
                <c:pt idx="7915">
                  <c:v>43955</c:v>
                </c:pt>
                <c:pt idx="7916">
                  <c:v>43956</c:v>
                </c:pt>
                <c:pt idx="7917">
                  <c:v>43957</c:v>
                </c:pt>
                <c:pt idx="7918">
                  <c:v>43958</c:v>
                </c:pt>
                <c:pt idx="7919">
                  <c:v>43959</c:v>
                </c:pt>
                <c:pt idx="7920">
                  <c:v>43962</c:v>
                </c:pt>
                <c:pt idx="7921">
                  <c:v>43963</c:v>
                </c:pt>
                <c:pt idx="7922">
                  <c:v>43964</c:v>
                </c:pt>
                <c:pt idx="7923">
                  <c:v>43965</c:v>
                </c:pt>
                <c:pt idx="7924">
                  <c:v>43966</c:v>
                </c:pt>
                <c:pt idx="7925">
                  <c:v>43969</c:v>
                </c:pt>
                <c:pt idx="7926">
                  <c:v>43970</c:v>
                </c:pt>
                <c:pt idx="7927">
                  <c:v>43971</c:v>
                </c:pt>
                <c:pt idx="7928">
                  <c:v>43972</c:v>
                </c:pt>
                <c:pt idx="7929">
                  <c:v>43973</c:v>
                </c:pt>
                <c:pt idx="7930">
                  <c:v>43976</c:v>
                </c:pt>
                <c:pt idx="7931">
                  <c:v>43977</c:v>
                </c:pt>
                <c:pt idx="7932">
                  <c:v>43978</c:v>
                </c:pt>
                <c:pt idx="7933">
                  <c:v>43979</c:v>
                </c:pt>
                <c:pt idx="7934">
                  <c:v>43980</c:v>
                </c:pt>
                <c:pt idx="7935">
                  <c:v>43983</c:v>
                </c:pt>
                <c:pt idx="7936">
                  <c:v>43984</c:v>
                </c:pt>
                <c:pt idx="7937">
                  <c:v>43985</c:v>
                </c:pt>
                <c:pt idx="7938">
                  <c:v>43986</c:v>
                </c:pt>
                <c:pt idx="7939">
                  <c:v>43987</c:v>
                </c:pt>
                <c:pt idx="7940">
                  <c:v>43990</c:v>
                </c:pt>
                <c:pt idx="7941">
                  <c:v>43991</c:v>
                </c:pt>
                <c:pt idx="7942">
                  <c:v>43992</c:v>
                </c:pt>
                <c:pt idx="7943">
                  <c:v>43993</c:v>
                </c:pt>
                <c:pt idx="7944">
                  <c:v>43994</c:v>
                </c:pt>
                <c:pt idx="7945">
                  <c:v>43997</c:v>
                </c:pt>
                <c:pt idx="7946">
                  <c:v>43998</c:v>
                </c:pt>
                <c:pt idx="7947">
                  <c:v>43999</c:v>
                </c:pt>
                <c:pt idx="7948">
                  <c:v>44000</c:v>
                </c:pt>
                <c:pt idx="7949">
                  <c:v>44001</c:v>
                </c:pt>
                <c:pt idx="7950">
                  <c:v>44004</c:v>
                </c:pt>
                <c:pt idx="7951">
                  <c:v>44005</c:v>
                </c:pt>
                <c:pt idx="7952">
                  <c:v>44006</c:v>
                </c:pt>
                <c:pt idx="7953">
                  <c:v>44007</c:v>
                </c:pt>
                <c:pt idx="7954">
                  <c:v>44008</c:v>
                </c:pt>
                <c:pt idx="7955">
                  <c:v>44011</c:v>
                </c:pt>
                <c:pt idx="7956">
                  <c:v>44012</c:v>
                </c:pt>
                <c:pt idx="7957">
                  <c:v>44013</c:v>
                </c:pt>
                <c:pt idx="7958">
                  <c:v>44014</c:v>
                </c:pt>
                <c:pt idx="7959">
                  <c:v>44015</c:v>
                </c:pt>
                <c:pt idx="7960">
                  <c:v>44018</c:v>
                </c:pt>
                <c:pt idx="7961">
                  <c:v>44019</c:v>
                </c:pt>
                <c:pt idx="7962">
                  <c:v>44020</c:v>
                </c:pt>
                <c:pt idx="7963">
                  <c:v>44021</c:v>
                </c:pt>
                <c:pt idx="7964">
                  <c:v>44022</c:v>
                </c:pt>
                <c:pt idx="7965">
                  <c:v>44025</c:v>
                </c:pt>
                <c:pt idx="7966">
                  <c:v>44026</c:v>
                </c:pt>
                <c:pt idx="7967">
                  <c:v>44027</c:v>
                </c:pt>
                <c:pt idx="7968">
                  <c:v>44028</c:v>
                </c:pt>
                <c:pt idx="7969">
                  <c:v>44029</c:v>
                </c:pt>
                <c:pt idx="7970">
                  <c:v>44032</c:v>
                </c:pt>
                <c:pt idx="7971">
                  <c:v>44033</c:v>
                </c:pt>
                <c:pt idx="7972">
                  <c:v>44034</c:v>
                </c:pt>
                <c:pt idx="7973">
                  <c:v>44035</c:v>
                </c:pt>
                <c:pt idx="7974">
                  <c:v>44036</c:v>
                </c:pt>
                <c:pt idx="7975">
                  <c:v>44039</c:v>
                </c:pt>
                <c:pt idx="7976">
                  <c:v>44040</c:v>
                </c:pt>
                <c:pt idx="7977">
                  <c:v>44041</c:v>
                </c:pt>
                <c:pt idx="7978">
                  <c:v>44042</c:v>
                </c:pt>
                <c:pt idx="7979">
                  <c:v>44043</c:v>
                </c:pt>
                <c:pt idx="7980">
                  <c:v>44046</c:v>
                </c:pt>
                <c:pt idx="7981">
                  <c:v>44047</c:v>
                </c:pt>
                <c:pt idx="7982">
                  <c:v>44048</c:v>
                </c:pt>
                <c:pt idx="7983">
                  <c:v>44049</c:v>
                </c:pt>
                <c:pt idx="7984">
                  <c:v>44050</c:v>
                </c:pt>
                <c:pt idx="7985">
                  <c:v>44053</c:v>
                </c:pt>
                <c:pt idx="7986">
                  <c:v>44054</c:v>
                </c:pt>
                <c:pt idx="7987">
                  <c:v>44055</c:v>
                </c:pt>
                <c:pt idx="7988">
                  <c:v>44056</c:v>
                </c:pt>
                <c:pt idx="7989">
                  <c:v>44057</c:v>
                </c:pt>
                <c:pt idx="7990">
                  <c:v>44060</c:v>
                </c:pt>
                <c:pt idx="7991">
                  <c:v>44061</c:v>
                </c:pt>
                <c:pt idx="7992">
                  <c:v>44062</c:v>
                </c:pt>
                <c:pt idx="7993">
                  <c:v>44063</c:v>
                </c:pt>
                <c:pt idx="7994">
                  <c:v>44064</c:v>
                </c:pt>
                <c:pt idx="7995">
                  <c:v>44067</c:v>
                </c:pt>
                <c:pt idx="7996">
                  <c:v>44068</c:v>
                </c:pt>
                <c:pt idx="7997">
                  <c:v>44069</c:v>
                </c:pt>
                <c:pt idx="7998">
                  <c:v>44070</c:v>
                </c:pt>
                <c:pt idx="7999">
                  <c:v>44071</c:v>
                </c:pt>
                <c:pt idx="8000">
                  <c:v>44074</c:v>
                </c:pt>
                <c:pt idx="8001">
                  <c:v>44075</c:v>
                </c:pt>
                <c:pt idx="8002">
                  <c:v>44076</c:v>
                </c:pt>
                <c:pt idx="8003">
                  <c:v>44077</c:v>
                </c:pt>
                <c:pt idx="8004">
                  <c:v>44078</c:v>
                </c:pt>
                <c:pt idx="8005">
                  <c:v>44081</c:v>
                </c:pt>
                <c:pt idx="8006">
                  <c:v>44082</c:v>
                </c:pt>
                <c:pt idx="8007">
                  <c:v>44083</c:v>
                </c:pt>
                <c:pt idx="8008">
                  <c:v>44084</c:v>
                </c:pt>
                <c:pt idx="8009">
                  <c:v>44085</c:v>
                </c:pt>
                <c:pt idx="8010">
                  <c:v>44088</c:v>
                </c:pt>
                <c:pt idx="8011">
                  <c:v>44089</c:v>
                </c:pt>
                <c:pt idx="8012">
                  <c:v>44090</c:v>
                </c:pt>
                <c:pt idx="8013">
                  <c:v>44091</c:v>
                </c:pt>
                <c:pt idx="8014">
                  <c:v>44092</c:v>
                </c:pt>
                <c:pt idx="8015">
                  <c:v>44095</c:v>
                </c:pt>
                <c:pt idx="8016">
                  <c:v>44096</c:v>
                </c:pt>
                <c:pt idx="8017">
                  <c:v>44097</c:v>
                </c:pt>
                <c:pt idx="8018">
                  <c:v>44098</c:v>
                </c:pt>
                <c:pt idx="8019">
                  <c:v>44099</c:v>
                </c:pt>
                <c:pt idx="8020">
                  <c:v>44102</c:v>
                </c:pt>
                <c:pt idx="8021">
                  <c:v>44103</c:v>
                </c:pt>
                <c:pt idx="8022">
                  <c:v>44104</c:v>
                </c:pt>
                <c:pt idx="8023">
                  <c:v>44105</c:v>
                </c:pt>
                <c:pt idx="8024">
                  <c:v>44106</c:v>
                </c:pt>
                <c:pt idx="8025">
                  <c:v>44109</c:v>
                </c:pt>
                <c:pt idx="8026">
                  <c:v>44110</c:v>
                </c:pt>
                <c:pt idx="8027">
                  <c:v>44111</c:v>
                </c:pt>
                <c:pt idx="8028">
                  <c:v>44112</c:v>
                </c:pt>
                <c:pt idx="8029">
                  <c:v>44113</c:v>
                </c:pt>
                <c:pt idx="8030">
                  <c:v>44116</c:v>
                </c:pt>
                <c:pt idx="8031">
                  <c:v>44117</c:v>
                </c:pt>
                <c:pt idx="8032">
                  <c:v>44118</c:v>
                </c:pt>
                <c:pt idx="8033">
                  <c:v>44119</c:v>
                </c:pt>
                <c:pt idx="8034">
                  <c:v>44120</c:v>
                </c:pt>
                <c:pt idx="8035">
                  <c:v>44123</c:v>
                </c:pt>
                <c:pt idx="8036">
                  <c:v>44124</c:v>
                </c:pt>
                <c:pt idx="8037">
                  <c:v>44125</c:v>
                </c:pt>
                <c:pt idx="8038">
                  <c:v>44126</c:v>
                </c:pt>
                <c:pt idx="8039">
                  <c:v>44127</c:v>
                </c:pt>
                <c:pt idx="8040">
                  <c:v>44130</c:v>
                </c:pt>
                <c:pt idx="8041">
                  <c:v>44131</c:v>
                </c:pt>
                <c:pt idx="8042">
                  <c:v>44132</c:v>
                </c:pt>
                <c:pt idx="8043">
                  <c:v>44133</c:v>
                </c:pt>
                <c:pt idx="8044">
                  <c:v>44134</c:v>
                </c:pt>
                <c:pt idx="8045">
                  <c:v>44137</c:v>
                </c:pt>
                <c:pt idx="8046">
                  <c:v>44138</c:v>
                </c:pt>
                <c:pt idx="8047">
                  <c:v>44139</c:v>
                </c:pt>
                <c:pt idx="8048">
                  <c:v>44140</c:v>
                </c:pt>
                <c:pt idx="8049">
                  <c:v>44141</c:v>
                </c:pt>
                <c:pt idx="8050">
                  <c:v>44144</c:v>
                </c:pt>
                <c:pt idx="8051">
                  <c:v>44145</c:v>
                </c:pt>
                <c:pt idx="8052">
                  <c:v>44146</c:v>
                </c:pt>
                <c:pt idx="8053">
                  <c:v>44147</c:v>
                </c:pt>
                <c:pt idx="8054">
                  <c:v>44148</c:v>
                </c:pt>
                <c:pt idx="8055">
                  <c:v>44151</c:v>
                </c:pt>
                <c:pt idx="8056">
                  <c:v>44152</c:v>
                </c:pt>
                <c:pt idx="8057">
                  <c:v>44153</c:v>
                </c:pt>
                <c:pt idx="8058">
                  <c:v>44154</c:v>
                </c:pt>
                <c:pt idx="8059">
                  <c:v>44155</c:v>
                </c:pt>
                <c:pt idx="8060">
                  <c:v>44158</c:v>
                </c:pt>
                <c:pt idx="8061">
                  <c:v>44159</c:v>
                </c:pt>
                <c:pt idx="8062">
                  <c:v>44160</c:v>
                </c:pt>
                <c:pt idx="8063">
                  <c:v>44161</c:v>
                </c:pt>
                <c:pt idx="8064">
                  <c:v>44162</c:v>
                </c:pt>
                <c:pt idx="8065">
                  <c:v>44165</c:v>
                </c:pt>
                <c:pt idx="8066">
                  <c:v>44166</c:v>
                </c:pt>
                <c:pt idx="8067">
                  <c:v>44167</c:v>
                </c:pt>
                <c:pt idx="8068">
                  <c:v>44168</c:v>
                </c:pt>
                <c:pt idx="8069">
                  <c:v>44169</c:v>
                </c:pt>
                <c:pt idx="8070">
                  <c:v>44172</c:v>
                </c:pt>
                <c:pt idx="8071">
                  <c:v>44173</c:v>
                </c:pt>
                <c:pt idx="8072">
                  <c:v>44174</c:v>
                </c:pt>
                <c:pt idx="8073">
                  <c:v>44175</c:v>
                </c:pt>
                <c:pt idx="8074">
                  <c:v>44176</c:v>
                </c:pt>
                <c:pt idx="8075">
                  <c:v>44179</c:v>
                </c:pt>
                <c:pt idx="8076">
                  <c:v>44180</c:v>
                </c:pt>
                <c:pt idx="8077">
                  <c:v>44181</c:v>
                </c:pt>
                <c:pt idx="8078">
                  <c:v>44182</c:v>
                </c:pt>
                <c:pt idx="8079">
                  <c:v>44183</c:v>
                </c:pt>
                <c:pt idx="8080">
                  <c:v>44186</c:v>
                </c:pt>
                <c:pt idx="8081">
                  <c:v>44187</c:v>
                </c:pt>
                <c:pt idx="8082">
                  <c:v>44188</c:v>
                </c:pt>
                <c:pt idx="8083">
                  <c:v>44189</c:v>
                </c:pt>
                <c:pt idx="8084">
                  <c:v>44190</c:v>
                </c:pt>
                <c:pt idx="8085">
                  <c:v>44193</c:v>
                </c:pt>
                <c:pt idx="8086">
                  <c:v>44194</c:v>
                </c:pt>
                <c:pt idx="8087">
                  <c:v>44195</c:v>
                </c:pt>
                <c:pt idx="8088">
                  <c:v>44196</c:v>
                </c:pt>
                <c:pt idx="8089">
                  <c:v>44197</c:v>
                </c:pt>
                <c:pt idx="8090">
                  <c:v>44200</c:v>
                </c:pt>
                <c:pt idx="8091">
                  <c:v>44201</c:v>
                </c:pt>
                <c:pt idx="8092">
                  <c:v>44202</c:v>
                </c:pt>
                <c:pt idx="8093">
                  <c:v>44203</c:v>
                </c:pt>
                <c:pt idx="8094">
                  <c:v>44204</c:v>
                </c:pt>
                <c:pt idx="8095">
                  <c:v>44207</c:v>
                </c:pt>
                <c:pt idx="8096">
                  <c:v>44208</c:v>
                </c:pt>
                <c:pt idx="8097">
                  <c:v>44209</c:v>
                </c:pt>
                <c:pt idx="8098">
                  <c:v>44210</c:v>
                </c:pt>
                <c:pt idx="8099">
                  <c:v>44211</c:v>
                </c:pt>
                <c:pt idx="8100">
                  <c:v>44214</c:v>
                </c:pt>
                <c:pt idx="8101">
                  <c:v>44215</c:v>
                </c:pt>
                <c:pt idx="8102">
                  <c:v>44216</c:v>
                </c:pt>
                <c:pt idx="8103">
                  <c:v>44217</c:v>
                </c:pt>
                <c:pt idx="8104">
                  <c:v>44218</c:v>
                </c:pt>
                <c:pt idx="8105">
                  <c:v>44221</c:v>
                </c:pt>
                <c:pt idx="8106">
                  <c:v>44222</c:v>
                </c:pt>
                <c:pt idx="8107">
                  <c:v>44223</c:v>
                </c:pt>
                <c:pt idx="8108">
                  <c:v>44224</c:v>
                </c:pt>
                <c:pt idx="8109">
                  <c:v>44225</c:v>
                </c:pt>
                <c:pt idx="8110">
                  <c:v>44228</c:v>
                </c:pt>
                <c:pt idx="8111">
                  <c:v>44229</c:v>
                </c:pt>
                <c:pt idx="8112">
                  <c:v>44230</c:v>
                </c:pt>
                <c:pt idx="8113">
                  <c:v>44231</c:v>
                </c:pt>
                <c:pt idx="8114">
                  <c:v>44232</c:v>
                </c:pt>
                <c:pt idx="8115">
                  <c:v>44235</c:v>
                </c:pt>
                <c:pt idx="8116">
                  <c:v>44236</c:v>
                </c:pt>
                <c:pt idx="8117">
                  <c:v>44237</c:v>
                </c:pt>
                <c:pt idx="8118">
                  <c:v>44238</c:v>
                </c:pt>
                <c:pt idx="8119">
                  <c:v>44239</c:v>
                </c:pt>
                <c:pt idx="8120">
                  <c:v>44242</c:v>
                </c:pt>
                <c:pt idx="8121">
                  <c:v>44243</c:v>
                </c:pt>
                <c:pt idx="8122">
                  <c:v>44244</c:v>
                </c:pt>
                <c:pt idx="8123">
                  <c:v>44245</c:v>
                </c:pt>
                <c:pt idx="8124">
                  <c:v>44246</c:v>
                </c:pt>
                <c:pt idx="8125">
                  <c:v>44249</c:v>
                </c:pt>
                <c:pt idx="8126">
                  <c:v>44250</c:v>
                </c:pt>
                <c:pt idx="8127">
                  <c:v>44251</c:v>
                </c:pt>
                <c:pt idx="8128">
                  <c:v>44252</c:v>
                </c:pt>
                <c:pt idx="8129">
                  <c:v>44253</c:v>
                </c:pt>
                <c:pt idx="8130">
                  <c:v>44256</c:v>
                </c:pt>
                <c:pt idx="8131">
                  <c:v>44257</c:v>
                </c:pt>
                <c:pt idx="8132">
                  <c:v>44258</c:v>
                </c:pt>
                <c:pt idx="8133">
                  <c:v>44259</c:v>
                </c:pt>
                <c:pt idx="8134">
                  <c:v>44260</c:v>
                </c:pt>
                <c:pt idx="8135">
                  <c:v>44263</c:v>
                </c:pt>
                <c:pt idx="8136">
                  <c:v>44264</c:v>
                </c:pt>
                <c:pt idx="8137">
                  <c:v>44265</c:v>
                </c:pt>
                <c:pt idx="8138">
                  <c:v>44266</c:v>
                </c:pt>
                <c:pt idx="8139">
                  <c:v>44267</c:v>
                </c:pt>
                <c:pt idx="8140">
                  <c:v>44270</c:v>
                </c:pt>
                <c:pt idx="8141">
                  <c:v>44271</c:v>
                </c:pt>
                <c:pt idx="8142">
                  <c:v>44272</c:v>
                </c:pt>
                <c:pt idx="8143">
                  <c:v>44273</c:v>
                </c:pt>
                <c:pt idx="8144">
                  <c:v>44274</c:v>
                </c:pt>
                <c:pt idx="8145">
                  <c:v>44277</c:v>
                </c:pt>
                <c:pt idx="8146">
                  <c:v>44278</c:v>
                </c:pt>
                <c:pt idx="8147">
                  <c:v>44279</c:v>
                </c:pt>
                <c:pt idx="8148">
                  <c:v>44280</c:v>
                </c:pt>
                <c:pt idx="8149">
                  <c:v>44281</c:v>
                </c:pt>
                <c:pt idx="8150">
                  <c:v>44284</c:v>
                </c:pt>
                <c:pt idx="8151">
                  <c:v>44285</c:v>
                </c:pt>
                <c:pt idx="8152">
                  <c:v>44286</c:v>
                </c:pt>
                <c:pt idx="8153">
                  <c:v>44287</c:v>
                </c:pt>
                <c:pt idx="8154">
                  <c:v>44288</c:v>
                </c:pt>
                <c:pt idx="8155">
                  <c:v>44291</c:v>
                </c:pt>
                <c:pt idx="8156">
                  <c:v>44292</c:v>
                </c:pt>
                <c:pt idx="8157">
                  <c:v>44293</c:v>
                </c:pt>
                <c:pt idx="8158">
                  <c:v>44294</c:v>
                </c:pt>
                <c:pt idx="8159">
                  <c:v>44295</c:v>
                </c:pt>
                <c:pt idx="8160">
                  <c:v>44298</c:v>
                </c:pt>
                <c:pt idx="8161">
                  <c:v>44299</c:v>
                </c:pt>
                <c:pt idx="8162">
                  <c:v>44300</c:v>
                </c:pt>
                <c:pt idx="8163">
                  <c:v>44301</c:v>
                </c:pt>
                <c:pt idx="8164">
                  <c:v>44302</c:v>
                </c:pt>
                <c:pt idx="8165">
                  <c:v>44305</c:v>
                </c:pt>
                <c:pt idx="8166">
                  <c:v>44306</c:v>
                </c:pt>
                <c:pt idx="8167">
                  <c:v>44307</c:v>
                </c:pt>
                <c:pt idx="8168">
                  <c:v>44308</c:v>
                </c:pt>
                <c:pt idx="8169">
                  <c:v>44309</c:v>
                </c:pt>
                <c:pt idx="8170">
                  <c:v>44312</c:v>
                </c:pt>
                <c:pt idx="8171">
                  <c:v>44313</c:v>
                </c:pt>
                <c:pt idx="8172">
                  <c:v>44314</c:v>
                </c:pt>
                <c:pt idx="8173">
                  <c:v>44315</c:v>
                </c:pt>
                <c:pt idx="8174">
                  <c:v>44316</c:v>
                </c:pt>
                <c:pt idx="8175">
                  <c:v>44319</c:v>
                </c:pt>
                <c:pt idx="8176">
                  <c:v>44320</c:v>
                </c:pt>
                <c:pt idx="8177">
                  <c:v>44321</c:v>
                </c:pt>
                <c:pt idx="8178">
                  <c:v>44322</c:v>
                </c:pt>
                <c:pt idx="8179">
                  <c:v>44323</c:v>
                </c:pt>
                <c:pt idx="8180">
                  <c:v>44326</c:v>
                </c:pt>
                <c:pt idx="8181">
                  <c:v>44327</c:v>
                </c:pt>
                <c:pt idx="8182">
                  <c:v>44328</c:v>
                </c:pt>
                <c:pt idx="8183">
                  <c:v>44329</c:v>
                </c:pt>
                <c:pt idx="8184">
                  <c:v>44330</c:v>
                </c:pt>
                <c:pt idx="8185">
                  <c:v>44333</c:v>
                </c:pt>
                <c:pt idx="8186">
                  <c:v>44334</c:v>
                </c:pt>
                <c:pt idx="8187">
                  <c:v>44335</c:v>
                </c:pt>
                <c:pt idx="8188">
                  <c:v>44336</c:v>
                </c:pt>
                <c:pt idx="8189">
                  <c:v>44337</c:v>
                </c:pt>
                <c:pt idx="8190">
                  <c:v>44340</c:v>
                </c:pt>
                <c:pt idx="8191">
                  <c:v>44341</c:v>
                </c:pt>
                <c:pt idx="8192">
                  <c:v>44342</c:v>
                </c:pt>
                <c:pt idx="8193">
                  <c:v>44343</c:v>
                </c:pt>
                <c:pt idx="8194">
                  <c:v>44344</c:v>
                </c:pt>
                <c:pt idx="8195">
                  <c:v>44347</c:v>
                </c:pt>
                <c:pt idx="8196">
                  <c:v>44348</c:v>
                </c:pt>
                <c:pt idx="8197">
                  <c:v>44349</c:v>
                </c:pt>
                <c:pt idx="8198">
                  <c:v>44350</c:v>
                </c:pt>
                <c:pt idx="8199">
                  <c:v>44351</c:v>
                </c:pt>
                <c:pt idx="8200">
                  <c:v>44354</c:v>
                </c:pt>
                <c:pt idx="8201">
                  <c:v>44355</c:v>
                </c:pt>
                <c:pt idx="8202">
                  <c:v>44356</c:v>
                </c:pt>
                <c:pt idx="8203">
                  <c:v>44357</c:v>
                </c:pt>
                <c:pt idx="8204">
                  <c:v>44358</c:v>
                </c:pt>
                <c:pt idx="8205">
                  <c:v>44361</c:v>
                </c:pt>
                <c:pt idx="8206">
                  <c:v>44362</c:v>
                </c:pt>
                <c:pt idx="8207">
                  <c:v>44363</c:v>
                </c:pt>
                <c:pt idx="8208">
                  <c:v>44364</c:v>
                </c:pt>
                <c:pt idx="8209">
                  <c:v>44365</c:v>
                </c:pt>
                <c:pt idx="8210">
                  <c:v>44368</c:v>
                </c:pt>
                <c:pt idx="8211">
                  <c:v>44369</c:v>
                </c:pt>
                <c:pt idx="8212">
                  <c:v>44370</c:v>
                </c:pt>
                <c:pt idx="8213">
                  <c:v>44371</c:v>
                </c:pt>
                <c:pt idx="8214">
                  <c:v>44372</c:v>
                </c:pt>
                <c:pt idx="8215">
                  <c:v>44375</c:v>
                </c:pt>
                <c:pt idx="8216">
                  <c:v>44376</c:v>
                </c:pt>
                <c:pt idx="8217">
                  <c:v>44377</c:v>
                </c:pt>
                <c:pt idx="8218">
                  <c:v>44378</c:v>
                </c:pt>
                <c:pt idx="8219">
                  <c:v>44379</c:v>
                </c:pt>
                <c:pt idx="8220">
                  <c:v>44382</c:v>
                </c:pt>
                <c:pt idx="8221">
                  <c:v>44383</c:v>
                </c:pt>
                <c:pt idx="8222">
                  <c:v>44384</c:v>
                </c:pt>
                <c:pt idx="8223">
                  <c:v>44385</c:v>
                </c:pt>
                <c:pt idx="8224">
                  <c:v>44386</c:v>
                </c:pt>
                <c:pt idx="8225">
                  <c:v>44389</c:v>
                </c:pt>
                <c:pt idx="8226">
                  <c:v>44390</c:v>
                </c:pt>
                <c:pt idx="8227">
                  <c:v>44391</c:v>
                </c:pt>
                <c:pt idx="8228">
                  <c:v>44392</c:v>
                </c:pt>
                <c:pt idx="8229">
                  <c:v>44393</c:v>
                </c:pt>
                <c:pt idx="8230">
                  <c:v>44396</c:v>
                </c:pt>
                <c:pt idx="8231">
                  <c:v>44397</c:v>
                </c:pt>
                <c:pt idx="8232">
                  <c:v>44398</c:v>
                </c:pt>
                <c:pt idx="8233">
                  <c:v>44399</c:v>
                </c:pt>
                <c:pt idx="8234">
                  <c:v>44400</c:v>
                </c:pt>
                <c:pt idx="8235">
                  <c:v>44403</c:v>
                </c:pt>
                <c:pt idx="8236">
                  <c:v>44404</c:v>
                </c:pt>
                <c:pt idx="8237">
                  <c:v>44405</c:v>
                </c:pt>
                <c:pt idx="8238">
                  <c:v>44406</c:v>
                </c:pt>
                <c:pt idx="8239">
                  <c:v>44407</c:v>
                </c:pt>
                <c:pt idx="8240">
                  <c:v>44410</c:v>
                </c:pt>
                <c:pt idx="8241">
                  <c:v>44411</c:v>
                </c:pt>
                <c:pt idx="8242">
                  <c:v>44412</c:v>
                </c:pt>
                <c:pt idx="8243">
                  <c:v>44413</c:v>
                </c:pt>
                <c:pt idx="8244">
                  <c:v>44414</c:v>
                </c:pt>
                <c:pt idx="8245">
                  <c:v>44417</c:v>
                </c:pt>
                <c:pt idx="8246">
                  <c:v>44418</c:v>
                </c:pt>
                <c:pt idx="8247">
                  <c:v>44419</c:v>
                </c:pt>
                <c:pt idx="8248">
                  <c:v>44420</c:v>
                </c:pt>
                <c:pt idx="8249">
                  <c:v>44421</c:v>
                </c:pt>
                <c:pt idx="8250">
                  <c:v>44424</c:v>
                </c:pt>
                <c:pt idx="8251">
                  <c:v>44425</c:v>
                </c:pt>
                <c:pt idx="8252">
                  <c:v>44426</c:v>
                </c:pt>
                <c:pt idx="8253">
                  <c:v>44427</c:v>
                </c:pt>
                <c:pt idx="8254">
                  <c:v>44428</c:v>
                </c:pt>
                <c:pt idx="8255">
                  <c:v>44431</c:v>
                </c:pt>
                <c:pt idx="8256">
                  <c:v>44432</c:v>
                </c:pt>
                <c:pt idx="8257">
                  <c:v>44433</c:v>
                </c:pt>
                <c:pt idx="8258">
                  <c:v>44434</c:v>
                </c:pt>
                <c:pt idx="8259">
                  <c:v>44435</c:v>
                </c:pt>
                <c:pt idx="8260">
                  <c:v>44438</c:v>
                </c:pt>
                <c:pt idx="8261">
                  <c:v>44439</c:v>
                </c:pt>
                <c:pt idx="8262">
                  <c:v>44440</c:v>
                </c:pt>
                <c:pt idx="8263">
                  <c:v>44441</c:v>
                </c:pt>
                <c:pt idx="8264">
                  <c:v>44442</c:v>
                </c:pt>
                <c:pt idx="8265">
                  <c:v>44445</c:v>
                </c:pt>
                <c:pt idx="8266">
                  <c:v>44446</c:v>
                </c:pt>
                <c:pt idx="8267">
                  <c:v>44447</c:v>
                </c:pt>
                <c:pt idx="8268">
                  <c:v>44448</c:v>
                </c:pt>
                <c:pt idx="8269">
                  <c:v>44449</c:v>
                </c:pt>
                <c:pt idx="8270">
                  <c:v>44452</c:v>
                </c:pt>
                <c:pt idx="8271">
                  <c:v>44453</c:v>
                </c:pt>
                <c:pt idx="8272">
                  <c:v>44454</c:v>
                </c:pt>
                <c:pt idx="8273">
                  <c:v>44455</c:v>
                </c:pt>
                <c:pt idx="8274">
                  <c:v>44456</c:v>
                </c:pt>
                <c:pt idx="8275">
                  <c:v>44459</c:v>
                </c:pt>
                <c:pt idx="8276">
                  <c:v>44460</c:v>
                </c:pt>
                <c:pt idx="8277">
                  <c:v>44461</c:v>
                </c:pt>
                <c:pt idx="8278">
                  <c:v>44462</c:v>
                </c:pt>
                <c:pt idx="8279">
                  <c:v>44463</c:v>
                </c:pt>
                <c:pt idx="8280">
                  <c:v>44466</c:v>
                </c:pt>
                <c:pt idx="8281">
                  <c:v>44467</c:v>
                </c:pt>
                <c:pt idx="8282">
                  <c:v>44468</c:v>
                </c:pt>
                <c:pt idx="8283">
                  <c:v>44469</c:v>
                </c:pt>
                <c:pt idx="8284">
                  <c:v>44470</c:v>
                </c:pt>
                <c:pt idx="8285">
                  <c:v>44473</c:v>
                </c:pt>
                <c:pt idx="8286">
                  <c:v>44474</c:v>
                </c:pt>
                <c:pt idx="8287">
                  <c:v>44475</c:v>
                </c:pt>
                <c:pt idx="8288">
                  <c:v>44476</c:v>
                </c:pt>
                <c:pt idx="8289">
                  <c:v>44477</c:v>
                </c:pt>
                <c:pt idx="8290">
                  <c:v>44480</c:v>
                </c:pt>
                <c:pt idx="8291">
                  <c:v>44481</c:v>
                </c:pt>
                <c:pt idx="8292">
                  <c:v>44482</c:v>
                </c:pt>
                <c:pt idx="8293">
                  <c:v>44483</c:v>
                </c:pt>
                <c:pt idx="8294">
                  <c:v>44484</c:v>
                </c:pt>
                <c:pt idx="8295">
                  <c:v>44487</c:v>
                </c:pt>
                <c:pt idx="8296">
                  <c:v>44488</c:v>
                </c:pt>
                <c:pt idx="8297">
                  <c:v>44489</c:v>
                </c:pt>
                <c:pt idx="8298">
                  <c:v>44490</c:v>
                </c:pt>
                <c:pt idx="8299">
                  <c:v>44491</c:v>
                </c:pt>
                <c:pt idx="8300">
                  <c:v>44494</c:v>
                </c:pt>
                <c:pt idx="8301">
                  <c:v>44495</c:v>
                </c:pt>
                <c:pt idx="8302">
                  <c:v>44496</c:v>
                </c:pt>
                <c:pt idx="8303">
                  <c:v>44497</c:v>
                </c:pt>
                <c:pt idx="8304">
                  <c:v>44498</c:v>
                </c:pt>
                <c:pt idx="8305">
                  <c:v>44501</c:v>
                </c:pt>
                <c:pt idx="8306">
                  <c:v>44502</c:v>
                </c:pt>
                <c:pt idx="8307">
                  <c:v>44503</c:v>
                </c:pt>
                <c:pt idx="8308">
                  <c:v>44504</c:v>
                </c:pt>
                <c:pt idx="8309">
                  <c:v>44505</c:v>
                </c:pt>
                <c:pt idx="8310">
                  <c:v>44508</c:v>
                </c:pt>
                <c:pt idx="8311">
                  <c:v>44509</c:v>
                </c:pt>
                <c:pt idx="8312">
                  <c:v>44510</c:v>
                </c:pt>
                <c:pt idx="8313">
                  <c:v>44511</c:v>
                </c:pt>
                <c:pt idx="8314">
                  <c:v>44512</c:v>
                </c:pt>
                <c:pt idx="8315">
                  <c:v>44515</c:v>
                </c:pt>
                <c:pt idx="8316">
                  <c:v>44516</c:v>
                </c:pt>
                <c:pt idx="8317">
                  <c:v>44517</c:v>
                </c:pt>
                <c:pt idx="8318">
                  <c:v>44518</c:v>
                </c:pt>
                <c:pt idx="8319">
                  <c:v>44519</c:v>
                </c:pt>
                <c:pt idx="8320">
                  <c:v>44522</c:v>
                </c:pt>
                <c:pt idx="8321">
                  <c:v>44523</c:v>
                </c:pt>
                <c:pt idx="8322">
                  <c:v>44524</c:v>
                </c:pt>
                <c:pt idx="8323">
                  <c:v>44525</c:v>
                </c:pt>
                <c:pt idx="8324">
                  <c:v>44526</c:v>
                </c:pt>
                <c:pt idx="8325">
                  <c:v>44529</c:v>
                </c:pt>
                <c:pt idx="8326">
                  <c:v>44530</c:v>
                </c:pt>
                <c:pt idx="8327">
                  <c:v>44531</c:v>
                </c:pt>
                <c:pt idx="8328">
                  <c:v>44532</c:v>
                </c:pt>
                <c:pt idx="8329">
                  <c:v>44533</c:v>
                </c:pt>
                <c:pt idx="8330">
                  <c:v>44536</c:v>
                </c:pt>
                <c:pt idx="8331">
                  <c:v>44537</c:v>
                </c:pt>
                <c:pt idx="8332">
                  <c:v>44538</c:v>
                </c:pt>
                <c:pt idx="8333">
                  <c:v>44539</c:v>
                </c:pt>
                <c:pt idx="8334">
                  <c:v>44540</c:v>
                </c:pt>
                <c:pt idx="8335">
                  <c:v>44543</c:v>
                </c:pt>
                <c:pt idx="8336">
                  <c:v>44544</c:v>
                </c:pt>
                <c:pt idx="8337">
                  <c:v>44545</c:v>
                </c:pt>
                <c:pt idx="8338">
                  <c:v>44546</c:v>
                </c:pt>
                <c:pt idx="8339">
                  <c:v>44547</c:v>
                </c:pt>
                <c:pt idx="8340">
                  <c:v>44550</c:v>
                </c:pt>
                <c:pt idx="8341">
                  <c:v>44551</c:v>
                </c:pt>
                <c:pt idx="8342">
                  <c:v>44552</c:v>
                </c:pt>
                <c:pt idx="8343">
                  <c:v>44553</c:v>
                </c:pt>
                <c:pt idx="8344">
                  <c:v>44554</c:v>
                </c:pt>
                <c:pt idx="8345">
                  <c:v>44557</c:v>
                </c:pt>
                <c:pt idx="8346">
                  <c:v>44558</c:v>
                </c:pt>
                <c:pt idx="8347">
                  <c:v>44559</c:v>
                </c:pt>
                <c:pt idx="8348">
                  <c:v>44560</c:v>
                </c:pt>
                <c:pt idx="8349">
                  <c:v>44561</c:v>
                </c:pt>
                <c:pt idx="8350">
                  <c:v>44564</c:v>
                </c:pt>
                <c:pt idx="8351">
                  <c:v>44565</c:v>
                </c:pt>
                <c:pt idx="8352">
                  <c:v>44566</c:v>
                </c:pt>
                <c:pt idx="8353">
                  <c:v>44567</c:v>
                </c:pt>
                <c:pt idx="8354">
                  <c:v>44568</c:v>
                </c:pt>
                <c:pt idx="8355">
                  <c:v>44571</c:v>
                </c:pt>
                <c:pt idx="8356">
                  <c:v>44572</c:v>
                </c:pt>
                <c:pt idx="8357">
                  <c:v>44573</c:v>
                </c:pt>
                <c:pt idx="8358">
                  <c:v>44574</c:v>
                </c:pt>
                <c:pt idx="8359">
                  <c:v>44575</c:v>
                </c:pt>
                <c:pt idx="8360">
                  <c:v>44578</c:v>
                </c:pt>
                <c:pt idx="8361">
                  <c:v>44579</c:v>
                </c:pt>
                <c:pt idx="8362">
                  <c:v>44580</c:v>
                </c:pt>
                <c:pt idx="8363">
                  <c:v>44581</c:v>
                </c:pt>
                <c:pt idx="8364">
                  <c:v>44582</c:v>
                </c:pt>
                <c:pt idx="8365">
                  <c:v>44585</c:v>
                </c:pt>
                <c:pt idx="8366">
                  <c:v>44586</c:v>
                </c:pt>
                <c:pt idx="8367">
                  <c:v>44587</c:v>
                </c:pt>
                <c:pt idx="8368">
                  <c:v>44588</c:v>
                </c:pt>
                <c:pt idx="8369">
                  <c:v>44589</c:v>
                </c:pt>
                <c:pt idx="8370">
                  <c:v>44592</c:v>
                </c:pt>
                <c:pt idx="8371">
                  <c:v>44593</c:v>
                </c:pt>
                <c:pt idx="8372">
                  <c:v>44594</c:v>
                </c:pt>
                <c:pt idx="8373">
                  <c:v>44595</c:v>
                </c:pt>
                <c:pt idx="8374">
                  <c:v>44596</c:v>
                </c:pt>
                <c:pt idx="8375">
                  <c:v>44599</c:v>
                </c:pt>
                <c:pt idx="8376">
                  <c:v>44600</c:v>
                </c:pt>
                <c:pt idx="8377">
                  <c:v>44601</c:v>
                </c:pt>
                <c:pt idx="8378">
                  <c:v>44602</c:v>
                </c:pt>
                <c:pt idx="8379">
                  <c:v>44603</c:v>
                </c:pt>
                <c:pt idx="8380">
                  <c:v>44606</c:v>
                </c:pt>
                <c:pt idx="8381">
                  <c:v>44607</c:v>
                </c:pt>
                <c:pt idx="8382">
                  <c:v>44608</c:v>
                </c:pt>
                <c:pt idx="8383">
                  <c:v>44609</c:v>
                </c:pt>
                <c:pt idx="8384">
                  <c:v>44610</c:v>
                </c:pt>
                <c:pt idx="8385">
                  <c:v>44613</c:v>
                </c:pt>
                <c:pt idx="8386">
                  <c:v>44614</c:v>
                </c:pt>
                <c:pt idx="8387">
                  <c:v>44615</c:v>
                </c:pt>
                <c:pt idx="8388">
                  <c:v>44616</c:v>
                </c:pt>
                <c:pt idx="8389">
                  <c:v>44617</c:v>
                </c:pt>
                <c:pt idx="8390">
                  <c:v>44620</c:v>
                </c:pt>
                <c:pt idx="8391">
                  <c:v>44621</c:v>
                </c:pt>
                <c:pt idx="8392">
                  <c:v>44622</c:v>
                </c:pt>
                <c:pt idx="8393">
                  <c:v>44623</c:v>
                </c:pt>
                <c:pt idx="8394">
                  <c:v>44624</c:v>
                </c:pt>
                <c:pt idx="8395">
                  <c:v>44627</c:v>
                </c:pt>
                <c:pt idx="8396">
                  <c:v>44628</c:v>
                </c:pt>
                <c:pt idx="8397">
                  <c:v>44629</c:v>
                </c:pt>
                <c:pt idx="8398">
                  <c:v>44630</c:v>
                </c:pt>
                <c:pt idx="8399">
                  <c:v>44631</c:v>
                </c:pt>
                <c:pt idx="8400">
                  <c:v>44634</c:v>
                </c:pt>
                <c:pt idx="8401">
                  <c:v>44635</c:v>
                </c:pt>
                <c:pt idx="8402">
                  <c:v>44636</c:v>
                </c:pt>
                <c:pt idx="8403">
                  <c:v>44637</c:v>
                </c:pt>
                <c:pt idx="8404">
                  <c:v>44638</c:v>
                </c:pt>
                <c:pt idx="8405">
                  <c:v>44641</c:v>
                </c:pt>
                <c:pt idx="8406">
                  <c:v>44642</c:v>
                </c:pt>
                <c:pt idx="8407">
                  <c:v>44643</c:v>
                </c:pt>
                <c:pt idx="8408">
                  <c:v>44644</c:v>
                </c:pt>
                <c:pt idx="8409">
                  <c:v>44645</c:v>
                </c:pt>
                <c:pt idx="8410">
                  <c:v>44648</c:v>
                </c:pt>
                <c:pt idx="8411">
                  <c:v>44649</c:v>
                </c:pt>
                <c:pt idx="8412">
                  <c:v>44650</c:v>
                </c:pt>
                <c:pt idx="8413">
                  <c:v>44651</c:v>
                </c:pt>
                <c:pt idx="8414">
                  <c:v>44652</c:v>
                </c:pt>
                <c:pt idx="8415">
                  <c:v>44655</c:v>
                </c:pt>
                <c:pt idx="8416">
                  <c:v>44656</c:v>
                </c:pt>
                <c:pt idx="8417">
                  <c:v>44657</c:v>
                </c:pt>
                <c:pt idx="8418">
                  <c:v>44658</c:v>
                </c:pt>
                <c:pt idx="8419">
                  <c:v>44659</c:v>
                </c:pt>
                <c:pt idx="8420">
                  <c:v>44662</c:v>
                </c:pt>
                <c:pt idx="8421">
                  <c:v>44663</c:v>
                </c:pt>
                <c:pt idx="8422">
                  <c:v>44664</c:v>
                </c:pt>
                <c:pt idx="8423">
                  <c:v>44665</c:v>
                </c:pt>
                <c:pt idx="8424">
                  <c:v>44666</c:v>
                </c:pt>
                <c:pt idx="8425">
                  <c:v>44669</c:v>
                </c:pt>
                <c:pt idx="8426">
                  <c:v>44670</c:v>
                </c:pt>
                <c:pt idx="8427">
                  <c:v>44671</c:v>
                </c:pt>
                <c:pt idx="8428">
                  <c:v>44672</c:v>
                </c:pt>
                <c:pt idx="8429">
                  <c:v>44673</c:v>
                </c:pt>
                <c:pt idx="8430">
                  <c:v>44676</c:v>
                </c:pt>
                <c:pt idx="8431">
                  <c:v>44677</c:v>
                </c:pt>
                <c:pt idx="8432">
                  <c:v>44678</c:v>
                </c:pt>
                <c:pt idx="8433">
                  <c:v>44679</c:v>
                </c:pt>
                <c:pt idx="8434">
                  <c:v>44680</c:v>
                </c:pt>
                <c:pt idx="8435">
                  <c:v>44683</c:v>
                </c:pt>
                <c:pt idx="8436">
                  <c:v>44684</c:v>
                </c:pt>
                <c:pt idx="8437">
                  <c:v>44685</c:v>
                </c:pt>
                <c:pt idx="8438">
                  <c:v>44686</c:v>
                </c:pt>
                <c:pt idx="8439">
                  <c:v>44687</c:v>
                </c:pt>
                <c:pt idx="8440">
                  <c:v>44690</c:v>
                </c:pt>
                <c:pt idx="8441">
                  <c:v>44691</c:v>
                </c:pt>
                <c:pt idx="8442">
                  <c:v>44692</c:v>
                </c:pt>
                <c:pt idx="8443">
                  <c:v>44693</c:v>
                </c:pt>
                <c:pt idx="8444">
                  <c:v>44694</c:v>
                </c:pt>
                <c:pt idx="8445">
                  <c:v>44697</c:v>
                </c:pt>
                <c:pt idx="8446">
                  <c:v>44698</c:v>
                </c:pt>
                <c:pt idx="8447">
                  <c:v>44699</c:v>
                </c:pt>
                <c:pt idx="8448">
                  <c:v>44700</c:v>
                </c:pt>
                <c:pt idx="8449">
                  <c:v>44701</c:v>
                </c:pt>
                <c:pt idx="8450">
                  <c:v>44704</c:v>
                </c:pt>
                <c:pt idx="8451">
                  <c:v>44705</c:v>
                </c:pt>
                <c:pt idx="8452">
                  <c:v>44706</c:v>
                </c:pt>
                <c:pt idx="8453">
                  <c:v>44707</c:v>
                </c:pt>
                <c:pt idx="8454">
                  <c:v>44708</c:v>
                </c:pt>
                <c:pt idx="8455">
                  <c:v>44711</c:v>
                </c:pt>
                <c:pt idx="8456">
                  <c:v>44712</c:v>
                </c:pt>
                <c:pt idx="8457">
                  <c:v>44713</c:v>
                </c:pt>
                <c:pt idx="8458">
                  <c:v>44714</c:v>
                </c:pt>
                <c:pt idx="8459">
                  <c:v>44715</c:v>
                </c:pt>
                <c:pt idx="8460">
                  <c:v>44718</c:v>
                </c:pt>
                <c:pt idx="8461">
                  <c:v>44719</c:v>
                </c:pt>
                <c:pt idx="8462">
                  <c:v>44720</c:v>
                </c:pt>
                <c:pt idx="8463">
                  <c:v>44721</c:v>
                </c:pt>
                <c:pt idx="8464">
                  <c:v>44722</c:v>
                </c:pt>
                <c:pt idx="8465">
                  <c:v>44725</c:v>
                </c:pt>
                <c:pt idx="8466">
                  <c:v>44726</c:v>
                </c:pt>
                <c:pt idx="8467">
                  <c:v>44727</c:v>
                </c:pt>
                <c:pt idx="8468">
                  <c:v>44728</c:v>
                </c:pt>
                <c:pt idx="8469">
                  <c:v>44729</c:v>
                </c:pt>
                <c:pt idx="8470">
                  <c:v>44732</c:v>
                </c:pt>
                <c:pt idx="8471">
                  <c:v>44733</c:v>
                </c:pt>
                <c:pt idx="8472">
                  <c:v>44734</c:v>
                </c:pt>
                <c:pt idx="8473">
                  <c:v>44735</c:v>
                </c:pt>
                <c:pt idx="8474">
                  <c:v>44736</c:v>
                </c:pt>
                <c:pt idx="8475">
                  <c:v>44739</c:v>
                </c:pt>
                <c:pt idx="8476">
                  <c:v>44740</c:v>
                </c:pt>
                <c:pt idx="8477">
                  <c:v>44741</c:v>
                </c:pt>
                <c:pt idx="8478">
                  <c:v>44742</c:v>
                </c:pt>
                <c:pt idx="8479">
                  <c:v>44743</c:v>
                </c:pt>
                <c:pt idx="8480">
                  <c:v>44746</c:v>
                </c:pt>
                <c:pt idx="8481">
                  <c:v>44747</c:v>
                </c:pt>
                <c:pt idx="8482">
                  <c:v>44748</c:v>
                </c:pt>
                <c:pt idx="8483">
                  <c:v>44749</c:v>
                </c:pt>
                <c:pt idx="8484">
                  <c:v>44750</c:v>
                </c:pt>
                <c:pt idx="8485">
                  <c:v>44753</c:v>
                </c:pt>
                <c:pt idx="8486">
                  <c:v>44754</c:v>
                </c:pt>
                <c:pt idx="8487">
                  <c:v>44755</c:v>
                </c:pt>
                <c:pt idx="8488">
                  <c:v>44756</c:v>
                </c:pt>
                <c:pt idx="8489">
                  <c:v>44757</c:v>
                </c:pt>
                <c:pt idx="8490">
                  <c:v>44760</c:v>
                </c:pt>
                <c:pt idx="8491">
                  <c:v>44761</c:v>
                </c:pt>
                <c:pt idx="8492">
                  <c:v>44762</c:v>
                </c:pt>
                <c:pt idx="8493">
                  <c:v>44763</c:v>
                </c:pt>
                <c:pt idx="8494">
                  <c:v>44764</c:v>
                </c:pt>
                <c:pt idx="8495">
                  <c:v>44767</c:v>
                </c:pt>
                <c:pt idx="8496">
                  <c:v>44768</c:v>
                </c:pt>
                <c:pt idx="8497">
                  <c:v>44769</c:v>
                </c:pt>
                <c:pt idx="8498">
                  <c:v>44770</c:v>
                </c:pt>
                <c:pt idx="8499">
                  <c:v>44771</c:v>
                </c:pt>
                <c:pt idx="8500">
                  <c:v>44774</c:v>
                </c:pt>
                <c:pt idx="8501">
                  <c:v>44775</c:v>
                </c:pt>
                <c:pt idx="8502">
                  <c:v>44776</c:v>
                </c:pt>
                <c:pt idx="8503">
                  <c:v>44777</c:v>
                </c:pt>
                <c:pt idx="8504">
                  <c:v>44778</c:v>
                </c:pt>
                <c:pt idx="8505">
                  <c:v>44781</c:v>
                </c:pt>
                <c:pt idx="8506">
                  <c:v>44782</c:v>
                </c:pt>
                <c:pt idx="8507">
                  <c:v>44783</c:v>
                </c:pt>
                <c:pt idx="8508">
                  <c:v>44784</c:v>
                </c:pt>
                <c:pt idx="8509">
                  <c:v>44785</c:v>
                </c:pt>
                <c:pt idx="8510">
                  <c:v>44788</c:v>
                </c:pt>
                <c:pt idx="8511">
                  <c:v>44789</c:v>
                </c:pt>
                <c:pt idx="8512">
                  <c:v>44790</c:v>
                </c:pt>
                <c:pt idx="8513">
                  <c:v>44791</c:v>
                </c:pt>
                <c:pt idx="8514">
                  <c:v>44792</c:v>
                </c:pt>
                <c:pt idx="8515">
                  <c:v>44795</c:v>
                </c:pt>
                <c:pt idx="8516">
                  <c:v>44796</c:v>
                </c:pt>
                <c:pt idx="8517">
                  <c:v>44797</c:v>
                </c:pt>
                <c:pt idx="8518">
                  <c:v>44798</c:v>
                </c:pt>
                <c:pt idx="8519">
                  <c:v>44799</c:v>
                </c:pt>
                <c:pt idx="8520">
                  <c:v>44802</c:v>
                </c:pt>
                <c:pt idx="8521">
                  <c:v>44803</c:v>
                </c:pt>
                <c:pt idx="8522">
                  <c:v>44804</c:v>
                </c:pt>
                <c:pt idx="8523">
                  <c:v>44805</c:v>
                </c:pt>
                <c:pt idx="8524">
                  <c:v>44806</c:v>
                </c:pt>
                <c:pt idx="8525">
                  <c:v>44809</c:v>
                </c:pt>
                <c:pt idx="8526">
                  <c:v>44810</c:v>
                </c:pt>
                <c:pt idx="8527">
                  <c:v>44811</c:v>
                </c:pt>
                <c:pt idx="8528">
                  <c:v>44812</c:v>
                </c:pt>
                <c:pt idx="8529">
                  <c:v>44813</c:v>
                </c:pt>
                <c:pt idx="8530">
                  <c:v>44816</c:v>
                </c:pt>
                <c:pt idx="8531">
                  <c:v>44817</c:v>
                </c:pt>
                <c:pt idx="8532">
                  <c:v>44818</c:v>
                </c:pt>
                <c:pt idx="8533">
                  <c:v>44819</c:v>
                </c:pt>
                <c:pt idx="8534">
                  <c:v>44820</c:v>
                </c:pt>
                <c:pt idx="8535">
                  <c:v>44823</c:v>
                </c:pt>
                <c:pt idx="8536">
                  <c:v>44824</c:v>
                </c:pt>
                <c:pt idx="8537">
                  <c:v>44825</c:v>
                </c:pt>
                <c:pt idx="8538">
                  <c:v>44826</c:v>
                </c:pt>
                <c:pt idx="8539">
                  <c:v>44827</c:v>
                </c:pt>
                <c:pt idx="8540">
                  <c:v>44830</c:v>
                </c:pt>
                <c:pt idx="8541">
                  <c:v>44831</c:v>
                </c:pt>
                <c:pt idx="8542">
                  <c:v>44832</c:v>
                </c:pt>
                <c:pt idx="8543">
                  <c:v>44833</c:v>
                </c:pt>
                <c:pt idx="8544">
                  <c:v>44834</c:v>
                </c:pt>
                <c:pt idx="8545">
                  <c:v>44837</c:v>
                </c:pt>
                <c:pt idx="8546">
                  <c:v>44838</c:v>
                </c:pt>
                <c:pt idx="8547">
                  <c:v>44839</c:v>
                </c:pt>
                <c:pt idx="8548">
                  <c:v>44840</c:v>
                </c:pt>
                <c:pt idx="8549">
                  <c:v>44841</c:v>
                </c:pt>
                <c:pt idx="8550">
                  <c:v>44844</c:v>
                </c:pt>
                <c:pt idx="8551">
                  <c:v>44845</c:v>
                </c:pt>
                <c:pt idx="8552">
                  <c:v>44846</c:v>
                </c:pt>
                <c:pt idx="8553">
                  <c:v>44847</c:v>
                </c:pt>
                <c:pt idx="8554">
                  <c:v>44848</c:v>
                </c:pt>
                <c:pt idx="8555">
                  <c:v>44851</c:v>
                </c:pt>
                <c:pt idx="8556">
                  <c:v>44852</c:v>
                </c:pt>
                <c:pt idx="8557">
                  <c:v>44853</c:v>
                </c:pt>
                <c:pt idx="8558">
                  <c:v>44854</c:v>
                </c:pt>
                <c:pt idx="8559">
                  <c:v>44855</c:v>
                </c:pt>
                <c:pt idx="8560">
                  <c:v>44858</c:v>
                </c:pt>
                <c:pt idx="8561">
                  <c:v>44859</c:v>
                </c:pt>
                <c:pt idx="8562">
                  <c:v>44860</c:v>
                </c:pt>
                <c:pt idx="8563">
                  <c:v>44861</c:v>
                </c:pt>
                <c:pt idx="8564">
                  <c:v>44862</c:v>
                </c:pt>
                <c:pt idx="8565">
                  <c:v>44865</c:v>
                </c:pt>
                <c:pt idx="8566">
                  <c:v>44866</c:v>
                </c:pt>
                <c:pt idx="8567">
                  <c:v>44867</c:v>
                </c:pt>
                <c:pt idx="8568">
                  <c:v>44868</c:v>
                </c:pt>
                <c:pt idx="8569">
                  <c:v>44869</c:v>
                </c:pt>
                <c:pt idx="8570">
                  <c:v>44872</c:v>
                </c:pt>
                <c:pt idx="8571">
                  <c:v>44873</c:v>
                </c:pt>
                <c:pt idx="8572">
                  <c:v>44874</c:v>
                </c:pt>
                <c:pt idx="8573">
                  <c:v>44875</c:v>
                </c:pt>
                <c:pt idx="8574">
                  <c:v>44876</c:v>
                </c:pt>
                <c:pt idx="8575">
                  <c:v>44879</c:v>
                </c:pt>
                <c:pt idx="8576">
                  <c:v>44880</c:v>
                </c:pt>
                <c:pt idx="8577">
                  <c:v>44881</c:v>
                </c:pt>
                <c:pt idx="8578">
                  <c:v>44882</c:v>
                </c:pt>
                <c:pt idx="8579">
                  <c:v>44883</c:v>
                </c:pt>
                <c:pt idx="8580">
                  <c:v>44886</c:v>
                </c:pt>
                <c:pt idx="8581">
                  <c:v>44887</c:v>
                </c:pt>
                <c:pt idx="8582">
                  <c:v>44888</c:v>
                </c:pt>
                <c:pt idx="8583">
                  <c:v>44889</c:v>
                </c:pt>
                <c:pt idx="8584">
                  <c:v>44890</c:v>
                </c:pt>
                <c:pt idx="8585">
                  <c:v>44893</c:v>
                </c:pt>
                <c:pt idx="8586">
                  <c:v>44894</c:v>
                </c:pt>
                <c:pt idx="8587">
                  <c:v>44895</c:v>
                </c:pt>
                <c:pt idx="8588">
                  <c:v>44896</c:v>
                </c:pt>
                <c:pt idx="8589">
                  <c:v>44897</c:v>
                </c:pt>
                <c:pt idx="8590">
                  <c:v>44900</c:v>
                </c:pt>
                <c:pt idx="8591">
                  <c:v>44901</c:v>
                </c:pt>
                <c:pt idx="8592">
                  <c:v>44902</c:v>
                </c:pt>
                <c:pt idx="8593">
                  <c:v>44903</c:v>
                </c:pt>
                <c:pt idx="8594">
                  <c:v>44904</c:v>
                </c:pt>
                <c:pt idx="8595">
                  <c:v>44907</c:v>
                </c:pt>
                <c:pt idx="8596">
                  <c:v>44908</c:v>
                </c:pt>
                <c:pt idx="8597">
                  <c:v>44909</c:v>
                </c:pt>
                <c:pt idx="8598">
                  <c:v>44910</c:v>
                </c:pt>
                <c:pt idx="8599">
                  <c:v>44911</c:v>
                </c:pt>
                <c:pt idx="8600">
                  <c:v>44914</c:v>
                </c:pt>
                <c:pt idx="8601">
                  <c:v>44915</c:v>
                </c:pt>
                <c:pt idx="8602">
                  <c:v>44916</c:v>
                </c:pt>
                <c:pt idx="8603">
                  <c:v>44917</c:v>
                </c:pt>
                <c:pt idx="8604">
                  <c:v>44918</c:v>
                </c:pt>
                <c:pt idx="8605">
                  <c:v>44921</c:v>
                </c:pt>
                <c:pt idx="8606">
                  <c:v>44922</c:v>
                </c:pt>
                <c:pt idx="8607">
                  <c:v>44923</c:v>
                </c:pt>
                <c:pt idx="8608">
                  <c:v>44924</c:v>
                </c:pt>
                <c:pt idx="8609">
                  <c:v>44925</c:v>
                </c:pt>
                <c:pt idx="8610">
                  <c:v>44928</c:v>
                </c:pt>
                <c:pt idx="8611">
                  <c:v>44929</c:v>
                </c:pt>
                <c:pt idx="8612">
                  <c:v>44930</c:v>
                </c:pt>
                <c:pt idx="8613">
                  <c:v>44931</c:v>
                </c:pt>
                <c:pt idx="8614">
                  <c:v>44932</c:v>
                </c:pt>
                <c:pt idx="8615">
                  <c:v>44935</c:v>
                </c:pt>
                <c:pt idx="8616">
                  <c:v>44936</c:v>
                </c:pt>
                <c:pt idx="8617">
                  <c:v>44937</c:v>
                </c:pt>
                <c:pt idx="8618">
                  <c:v>44938</c:v>
                </c:pt>
                <c:pt idx="8619">
                  <c:v>44939</c:v>
                </c:pt>
                <c:pt idx="8620">
                  <c:v>44942</c:v>
                </c:pt>
                <c:pt idx="8621">
                  <c:v>44943</c:v>
                </c:pt>
                <c:pt idx="8622">
                  <c:v>44944</c:v>
                </c:pt>
                <c:pt idx="8623">
                  <c:v>44945</c:v>
                </c:pt>
                <c:pt idx="8624">
                  <c:v>44946</c:v>
                </c:pt>
                <c:pt idx="8625">
                  <c:v>44949</c:v>
                </c:pt>
                <c:pt idx="8626">
                  <c:v>44950</c:v>
                </c:pt>
                <c:pt idx="8627">
                  <c:v>44951</c:v>
                </c:pt>
                <c:pt idx="8628">
                  <c:v>44952</c:v>
                </c:pt>
                <c:pt idx="8629">
                  <c:v>44953</c:v>
                </c:pt>
                <c:pt idx="8630">
                  <c:v>44956</c:v>
                </c:pt>
                <c:pt idx="8631">
                  <c:v>44957</c:v>
                </c:pt>
                <c:pt idx="8632">
                  <c:v>44958</c:v>
                </c:pt>
                <c:pt idx="8633">
                  <c:v>44959</c:v>
                </c:pt>
                <c:pt idx="8634">
                  <c:v>44960</c:v>
                </c:pt>
                <c:pt idx="8635">
                  <c:v>44963</c:v>
                </c:pt>
                <c:pt idx="8636">
                  <c:v>44964</c:v>
                </c:pt>
                <c:pt idx="8637">
                  <c:v>44965</c:v>
                </c:pt>
                <c:pt idx="8638">
                  <c:v>44966</c:v>
                </c:pt>
                <c:pt idx="8639">
                  <c:v>44967</c:v>
                </c:pt>
                <c:pt idx="8640">
                  <c:v>44970</c:v>
                </c:pt>
                <c:pt idx="8641">
                  <c:v>44971</c:v>
                </c:pt>
                <c:pt idx="8642">
                  <c:v>44972</c:v>
                </c:pt>
                <c:pt idx="8643">
                  <c:v>44973</c:v>
                </c:pt>
                <c:pt idx="8644">
                  <c:v>44974</c:v>
                </c:pt>
                <c:pt idx="8645">
                  <c:v>44977</c:v>
                </c:pt>
                <c:pt idx="8646">
                  <c:v>44978</c:v>
                </c:pt>
                <c:pt idx="8647">
                  <c:v>44979</c:v>
                </c:pt>
                <c:pt idx="8648">
                  <c:v>44980</c:v>
                </c:pt>
                <c:pt idx="8649">
                  <c:v>44981</c:v>
                </c:pt>
                <c:pt idx="8650">
                  <c:v>44984</c:v>
                </c:pt>
                <c:pt idx="8651">
                  <c:v>44985</c:v>
                </c:pt>
                <c:pt idx="8652">
                  <c:v>44986</c:v>
                </c:pt>
                <c:pt idx="8653">
                  <c:v>44987</c:v>
                </c:pt>
                <c:pt idx="8654">
                  <c:v>44988</c:v>
                </c:pt>
                <c:pt idx="8655">
                  <c:v>44991</c:v>
                </c:pt>
                <c:pt idx="8656">
                  <c:v>44992</c:v>
                </c:pt>
                <c:pt idx="8657">
                  <c:v>44993</c:v>
                </c:pt>
                <c:pt idx="8658">
                  <c:v>44994</c:v>
                </c:pt>
                <c:pt idx="8659">
                  <c:v>44995</c:v>
                </c:pt>
                <c:pt idx="8660">
                  <c:v>44998</c:v>
                </c:pt>
                <c:pt idx="8661">
                  <c:v>44999</c:v>
                </c:pt>
                <c:pt idx="8662">
                  <c:v>45000</c:v>
                </c:pt>
                <c:pt idx="8663">
                  <c:v>45001</c:v>
                </c:pt>
                <c:pt idx="8664">
                  <c:v>45002</c:v>
                </c:pt>
                <c:pt idx="8665">
                  <c:v>45005</c:v>
                </c:pt>
                <c:pt idx="8666">
                  <c:v>45006</c:v>
                </c:pt>
                <c:pt idx="8667">
                  <c:v>45007</c:v>
                </c:pt>
                <c:pt idx="8668">
                  <c:v>45008</c:v>
                </c:pt>
                <c:pt idx="8669">
                  <c:v>45009</c:v>
                </c:pt>
                <c:pt idx="8670">
                  <c:v>45012</c:v>
                </c:pt>
                <c:pt idx="8671">
                  <c:v>45013</c:v>
                </c:pt>
                <c:pt idx="8672">
                  <c:v>45014</c:v>
                </c:pt>
                <c:pt idx="8673">
                  <c:v>45015</c:v>
                </c:pt>
                <c:pt idx="8674">
                  <c:v>45016</c:v>
                </c:pt>
                <c:pt idx="8675">
                  <c:v>45019</c:v>
                </c:pt>
                <c:pt idx="8676">
                  <c:v>45020</c:v>
                </c:pt>
                <c:pt idx="8677">
                  <c:v>45021</c:v>
                </c:pt>
                <c:pt idx="8678">
                  <c:v>45022</c:v>
                </c:pt>
                <c:pt idx="8679">
                  <c:v>45023</c:v>
                </c:pt>
                <c:pt idx="8680">
                  <c:v>45026</c:v>
                </c:pt>
                <c:pt idx="8681">
                  <c:v>45027</c:v>
                </c:pt>
                <c:pt idx="8682">
                  <c:v>45028</c:v>
                </c:pt>
                <c:pt idx="8683">
                  <c:v>45029</c:v>
                </c:pt>
                <c:pt idx="8684">
                  <c:v>45030</c:v>
                </c:pt>
                <c:pt idx="8685">
                  <c:v>45033</c:v>
                </c:pt>
                <c:pt idx="8686">
                  <c:v>45034</c:v>
                </c:pt>
                <c:pt idx="8687">
                  <c:v>45035</c:v>
                </c:pt>
                <c:pt idx="8688">
                  <c:v>45036</c:v>
                </c:pt>
                <c:pt idx="8689">
                  <c:v>45037</c:v>
                </c:pt>
                <c:pt idx="8690">
                  <c:v>45040</c:v>
                </c:pt>
                <c:pt idx="8691">
                  <c:v>45041</c:v>
                </c:pt>
                <c:pt idx="8692">
                  <c:v>45042</c:v>
                </c:pt>
                <c:pt idx="8693">
                  <c:v>45043</c:v>
                </c:pt>
                <c:pt idx="8694">
                  <c:v>45044</c:v>
                </c:pt>
                <c:pt idx="8695">
                  <c:v>45047</c:v>
                </c:pt>
                <c:pt idx="8696">
                  <c:v>45048</c:v>
                </c:pt>
                <c:pt idx="8697">
                  <c:v>45049</c:v>
                </c:pt>
                <c:pt idx="8698">
                  <c:v>45050</c:v>
                </c:pt>
                <c:pt idx="8699">
                  <c:v>45051</c:v>
                </c:pt>
                <c:pt idx="8700">
                  <c:v>45054</c:v>
                </c:pt>
                <c:pt idx="8701">
                  <c:v>45055</c:v>
                </c:pt>
                <c:pt idx="8702">
                  <c:v>45056</c:v>
                </c:pt>
                <c:pt idx="8703">
                  <c:v>45057</c:v>
                </c:pt>
                <c:pt idx="8704">
                  <c:v>45058</c:v>
                </c:pt>
                <c:pt idx="8705">
                  <c:v>45061</c:v>
                </c:pt>
                <c:pt idx="8706">
                  <c:v>45062</c:v>
                </c:pt>
                <c:pt idx="8707">
                  <c:v>45063</c:v>
                </c:pt>
                <c:pt idx="8708">
                  <c:v>45064</c:v>
                </c:pt>
                <c:pt idx="8709">
                  <c:v>45065</c:v>
                </c:pt>
                <c:pt idx="8710">
                  <c:v>45068</c:v>
                </c:pt>
                <c:pt idx="8711">
                  <c:v>45069</c:v>
                </c:pt>
                <c:pt idx="8712">
                  <c:v>45070</c:v>
                </c:pt>
                <c:pt idx="8713">
                  <c:v>45071</c:v>
                </c:pt>
                <c:pt idx="8714">
                  <c:v>45072</c:v>
                </c:pt>
                <c:pt idx="8715">
                  <c:v>45075</c:v>
                </c:pt>
                <c:pt idx="8716">
                  <c:v>45076</c:v>
                </c:pt>
                <c:pt idx="8717">
                  <c:v>45077</c:v>
                </c:pt>
                <c:pt idx="8718">
                  <c:v>45078</c:v>
                </c:pt>
                <c:pt idx="8719">
                  <c:v>45079</c:v>
                </c:pt>
                <c:pt idx="8720">
                  <c:v>45082</c:v>
                </c:pt>
                <c:pt idx="8721">
                  <c:v>45083</c:v>
                </c:pt>
                <c:pt idx="8722">
                  <c:v>45084</c:v>
                </c:pt>
                <c:pt idx="8723">
                  <c:v>45085</c:v>
                </c:pt>
                <c:pt idx="8724">
                  <c:v>45086</c:v>
                </c:pt>
                <c:pt idx="8725">
                  <c:v>45089</c:v>
                </c:pt>
                <c:pt idx="8726">
                  <c:v>45090</c:v>
                </c:pt>
                <c:pt idx="8727">
                  <c:v>45091</c:v>
                </c:pt>
                <c:pt idx="8728">
                  <c:v>45092</c:v>
                </c:pt>
                <c:pt idx="8729">
                  <c:v>45093</c:v>
                </c:pt>
                <c:pt idx="8730">
                  <c:v>45096</c:v>
                </c:pt>
                <c:pt idx="8731">
                  <c:v>45097</c:v>
                </c:pt>
                <c:pt idx="8732">
                  <c:v>45098</c:v>
                </c:pt>
                <c:pt idx="8733">
                  <c:v>45099</c:v>
                </c:pt>
                <c:pt idx="8734">
                  <c:v>45100</c:v>
                </c:pt>
                <c:pt idx="8735">
                  <c:v>45103</c:v>
                </c:pt>
                <c:pt idx="8736">
                  <c:v>45104</c:v>
                </c:pt>
                <c:pt idx="8737">
                  <c:v>45105</c:v>
                </c:pt>
                <c:pt idx="8738">
                  <c:v>45106</c:v>
                </c:pt>
                <c:pt idx="8739">
                  <c:v>45107</c:v>
                </c:pt>
                <c:pt idx="8740">
                  <c:v>45110</c:v>
                </c:pt>
                <c:pt idx="8741">
                  <c:v>45111</c:v>
                </c:pt>
                <c:pt idx="8742">
                  <c:v>45112</c:v>
                </c:pt>
                <c:pt idx="8743">
                  <c:v>45113</c:v>
                </c:pt>
                <c:pt idx="8744">
                  <c:v>45114</c:v>
                </c:pt>
                <c:pt idx="8745">
                  <c:v>45117</c:v>
                </c:pt>
                <c:pt idx="8746">
                  <c:v>45118</c:v>
                </c:pt>
                <c:pt idx="8747">
                  <c:v>45119</c:v>
                </c:pt>
                <c:pt idx="8748">
                  <c:v>45120</c:v>
                </c:pt>
                <c:pt idx="8749">
                  <c:v>45121</c:v>
                </c:pt>
                <c:pt idx="8750">
                  <c:v>45124</c:v>
                </c:pt>
                <c:pt idx="8751">
                  <c:v>45125</c:v>
                </c:pt>
                <c:pt idx="8752">
                  <c:v>45126</c:v>
                </c:pt>
                <c:pt idx="8753">
                  <c:v>45127</c:v>
                </c:pt>
                <c:pt idx="8754">
                  <c:v>45128</c:v>
                </c:pt>
                <c:pt idx="8755">
                  <c:v>45131</c:v>
                </c:pt>
                <c:pt idx="8756">
                  <c:v>45132</c:v>
                </c:pt>
                <c:pt idx="8757">
                  <c:v>45133</c:v>
                </c:pt>
                <c:pt idx="8758">
                  <c:v>45134</c:v>
                </c:pt>
                <c:pt idx="8759">
                  <c:v>45135</c:v>
                </c:pt>
                <c:pt idx="8760">
                  <c:v>45138</c:v>
                </c:pt>
                <c:pt idx="8761">
                  <c:v>45139</c:v>
                </c:pt>
                <c:pt idx="8762">
                  <c:v>45140</c:v>
                </c:pt>
                <c:pt idx="8763">
                  <c:v>45141</c:v>
                </c:pt>
                <c:pt idx="8764">
                  <c:v>45142</c:v>
                </c:pt>
                <c:pt idx="8765">
                  <c:v>45145</c:v>
                </c:pt>
                <c:pt idx="8766">
                  <c:v>45146</c:v>
                </c:pt>
                <c:pt idx="8767">
                  <c:v>45147</c:v>
                </c:pt>
                <c:pt idx="8768">
                  <c:v>45148</c:v>
                </c:pt>
                <c:pt idx="8769">
                  <c:v>45149</c:v>
                </c:pt>
                <c:pt idx="8770">
                  <c:v>45152</c:v>
                </c:pt>
                <c:pt idx="8771">
                  <c:v>45153</c:v>
                </c:pt>
                <c:pt idx="8772">
                  <c:v>45154</c:v>
                </c:pt>
                <c:pt idx="8773">
                  <c:v>45155</c:v>
                </c:pt>
                <c:pt idx="8774">
                  <c:v>45156</c:v>
                </c:pt>
                <c:pt idx="8775">
                  <c:v>45159</c:v>
                </c:pt>
                <c:pt idx="8776">
                  <c:v>45160</c:v>
                </c:pt>
                <c:pt idx="8777">
                  <c:v>45161</c:v>
                </c:pt>
                <c:pt idx="8778">
                  <c:v>45162</c:v>
                </c:pt>
                <c:pt idx="8779">
                  <c:v>45163</c:v>
                </c:pt>
                <c:pt idx="8780">
                  <c:v>45166</c:v>
                </c:pt>
                <c:pt idx="8781">
                  <c:v>45167</c:v>
                </c:pt>
                <c:pt idx="8782">
                  <c:v>45168</c:v>
                </c:pt>
                <c:pt idx="8783">
                  <c:v>45169</c:v>
                </c:pt>
                <c:pt idx="8784">
                  <c:v>45170</c:v>
                </c:pt>
                <c:pt idx="8785">
                  <c:v>45173</c:v>
                </c:pt>
                <c:pt idx="8786">
                  <c:v>45174</c:v>
                </c:pt>
                <c:pt idx="8787">
                  <c:v>45175</c:v>
                </c:pt>
                <c:pt idx="8788">
                  <c:v>45176</c:v>
                </c:pt>
                <c:pt idx="8789">
                  <c:v>45177</c:v>
                </c:pt>
                <c:pt idx="8790">
                  <c:v>45180</c:v>
                </c:pt>
                <c:pt idx="8791">
                  <c:v>45181</c:v>
                </c:pt>
                <c:pt idx="8792">
                  <c:v>45182</c:v>
                </c:pt>
                <c:pt idx="8793">
                  <c:v>45183</c:v>
                </c:pt>
                <c:pt idx="8794">
                  <c:v>45184</c:v>
                </c:pt>
                <c:pt idx="8795">
                  <c:v>45187</c:v>
                </c:pt>
                <c:pt idx="8796">
                  <c:v>45188</c:v>
                </c:pt>
                <c:pt idx="8797">
                  <c:v>45189</c:v>
                </c:pt>
                <c:pt idx="8798">
                  <c:v>45190</c:v>
                </c:pt>
                <c:pt idx="8799">
                  <c:v>45191</c:v>
                </c:pt>
                <c:pt idx="8800">
                  <c:v>45194</c:v>
                </c:pt>
                <c:pt idx="8801">
                  <c:v>45195</c:v>
                </c:pt>
                <c:pt idx="8802">
                  <c:v>45196</c:v>
                </c:pt>
                <c:pt idx="8803">
                  <c:v>45197</c:v>
                </c:pt>
                <c:pt idx="8804">
                  <c:v>45198</c:v>
                </c:pt>
                <c:pt idx="8805">
                  <c:v>45201</c:v>
                </c:pt>
                <c:pt idx="8806">
                  <c:v>45202</c:v>
                </c:pt>
                <c:pt idx="8807">
                  <c:v>45203</c:v>
                </c:pt>
                <c:pt idx="8808">
                  <c:v>45204</c:v>
                </c:pt>
                <c:pt idx="8809">
                  <c:v>45205</c:v>
                </c:pt>
                <c:pt idx="8810">
                  <c:v>45208</c:v>
                </c:pt>
                <c:pt idx="8811">
                  <c:v>45209</c:v>
                </c:pt>
                <c:pt idx="8812">
                  <c:v>45210</c:v>
                </c:pt>
                <c:pt idx="8813">
                  <c:v>45211</c:v>
                </c:pt>
                <c:pt idx="8814">
                  <c:v>45212</c:v>
                </c:pt>
                <c:pt idx="8815">
                  <c:v>45215</c:v>
                </c:pt>
                <c:pt idx="8816">
                  <c:v>45216</c:v>
                </c:pt>
                <c:pt idx="8817">
                  <c:v>45217</c:v>
                </c:pt>
                <c:pt idx="8818">
                  <c:v>45218</c:v>
                </c:pt>
                <c:pt idx="8819">
                  <c:v>45219</c:v>
                </c:pt>
                <c:pt idx="8820">
                  <c:v>45222</c:v>
                </c:pt>
                <c:pt idx="8821">
                  <c:v>45223</c:v>
                </c:pt>
                <c:pt idx="8822">
                  <c:v>45224</c:v>
                </c:pt>
                <c:pt idx="8823">
                  <c:v>45225</c:v>
                </c:pt>
                <c:pt idx="8824">
                  <c:v>45226</c:v>
                </c:pt>
                <c:pt idx="8825">
                  <c:v>45229</c:v>
                </c:pt>
                <c:pt idx="8826">
                  <c:v>45230</c:v>
                </c:pt>
                <c:pt idx="8827">
                  <c:v>45231</c:v>
                </c:pt>
                <c:pt idx="8828">
                  <c:v>45232</c:v>
                </c:pt>
                <c:pt idx="8829">
                  <c:v>45233</c:v>
                </c:pt>
                <c:pt idx="8830">
                  <c:v>45236</c:v>
                </c:pt>
                <c:pt idx="8831">
                  <c:v>45237</c:v>
                </c:pt>
                <c:pt idx="8832">
                  <c:v>45238</c:v>
                </c:pt>
                <c:pt idx="8833">
                  <c:v>45239</c:v>
                </c:pt>
                <c:pt idx="8834">
                  <c:v>45240</c:v>
                </c:pt>
                <c:pt idx="8835">
                  <c:v>45243</c:v>
                </c:pt>
                <c:pt idx="8836">
                  <c:v>45244</c:v>
                </c:pt>
                <c:pt idx="8837">
                  <c:v>45245</c:v>
                </c:pt>
                <c:pt idx="8838">
                  <c:v>45246</c:v>
                </c:pt>
                <c:pt idx="8839">
                  <c:v>45247</c:v>
                </c:pt>
                <c:pt idx="8840">
                  <c:v>45250</c:v>
                </c:pt>
                <c:pt idx="8841">
                  <c:v>45251</c:v>
                </c:pt>
                <c:pt idx="8842">
                  <c:v>45252</c:v>
                </c:pt>
                <c:pt idx="8843">
                  <c:v>45253</c:v>
                </c:pt>
                <c:pt idx="8844">
                  <c:v>45254</c:v>
                </c:pt>
                <c:pt idx="8845">
                  <c:v>45257</c:v>
                </c:pt>
                <c:pt idx="8846">
                  <c:v>45258</c:v>
                </c:pt>
                <c:pt idx="8847">
                  <c:v>45259</c:v>
                </c:pt>
                <c:pt idx="8848">
                  <c:v>45260</c:v>
                </c:pt>
                <c:pt idx="8849">
                  <c:v>45261</c:v>
                </c:pt>
                <c:pt idx="8850">
                  <c:v>45264</c:v>
                </c:pt>
                <c:pt idx="8851">
                  <c:v>45265</c:v>
                </c:pt>
                <c:pt idx="8852">
                  <c:v>45266</c:v>
                </c:pt>
                <c:pt idx="8853">
                  <c:v>45267</c:v>
                </c:pt>
                <c:pt idx="8854">
                  <c:v>45268</c:v>
                </c:pt>
                <c:pt idx="8855">
                  <c:v>45271</c:v>
                </c:pt>
                <c:pt idx="8856">
                  <c:v>45272</c:v>
                </c:pt>
                <c:pt idx="8857">
                  <c:v>45273</c:v>
                </c:pt>
                <c:pt idx="8858">
                  <c:v>45274</c:v>
                </c:pt>
                <c:pt idx="8859">
                  <c:v>45275</c:v>
                </c:pt>
                <c:pt idx="8860">
                  <c:v>45278</c:v>
                </c:pt>
                <c:pt idx="8861">
                  <c:v>45279</c:v>
                </c:pt>
                <c:pt idx="8862">
                  <c:v>45280</c:v>
                </c:pt>
                <c:pt idx="8863">
                  <c:v>45281</c:v>
                </c:pt>
                <c:pt idx="8864">
                  <c:v>45282</c:v>
                </c:pt>
                <c:pt idx="8865">
                  <c:v>45285</c:v>
                </c:pt>
                <c:pt idx="8866">
                  <c:v>45286</c:v>
                </c:pt>
                <c:pt idx="8867">
                  <c:v>45287</c:v>
                </c:pt>
                <c:pt idx="8868">
                  <c:v>45288</c:v>
                </c:pt>
                <c:pt idx="8869">
                  <c:v>45289</c:v>
                </c:pt>
                <c:pt idx="8870">
                  <c:v>45292</c:v>
                </c:pt>
                <c:pt idx="8871">
                  <c:v>45293</c:v>
                </c:pt>
                <c:pt idx="8872">
                  <c:v>45294</c:v>
                </c:pt>
                <c:pt idx="8873">
                  <c:v>45295</c:v>
                </c:pt>
                <c:pt idx="8874">
                  <c:v>45296</c:v>
                </c:pt>
                <c:pt idx="8875">
                  <c:v>45299</c:v>
                </c:pt>
                <c:pt idx="8876">
                  <c:v>45300</c:v>
                </c:pt>
                <c:pt idx="8877">
                  <c:v>45301</c:v>
                </c:pt>
                <c:pt idx="8878">
                  <c:v>45302</c:v>
                </c:pt>
                <c:pt idx="8879">
                  <c:v>45303</c:v>
                </c:pt>
                <c:pt idx="8880">
                  <c:v>45306</c:v>
                </c:pt>
                <c:pt idx="8881">
                  <c:v>45307</c:v>
                </c:pt>
                <c:pt idx="8882">
                  <c:v>45308</c:v>
                </c:pt>
                <c:pt idx="8883">
                  <c:v>45309</c:v>
                </c:pt>
                <c:pt idx="8884">
                  <c:v>45310</c:v>
                </c:pt>
                <c:pt idx="8885">
                  <c:v>45313</c:v>
                </c:pt>
                <c:pt idx="8886">
                  <c:v>45314</c:v>
                </c:pt>
                <c:pt idx="8887">
                  <c:v>45315</c:v>
                </c:pt>
                <c:pt idx="8888">
                  <c:v>45316</c:v>
                </c:pt>
                <c:pt idx="8889">
                  <c:v>45317</c:v>
                </c:pt>
                <c:pt idx="8890">
                  <c:v>45320</c:v>
                </c:pt>
                <c:pt idx="8891">
                  <c:v>45321</c:v>
                </c:pt>
                <c:pt idx="8892">
                  <c:v>45322</c:v>
                </c:pt>
                <c:pt idx="8893">
                  <c:v>45323</c:v>
                </c:pt>
                <c:pt idx="8894">
                  <c:v>45324</c:v>
                </c:pt>
                <c:pt idx="8895">
                  <c:v>45327</c:v>
                </c:pt>
                <c:pt idx="8896">
                  <c:v>45328</c:v>
                </c:pt>
                <c:pt idx="8897">
                  <c:v>45329</c:v>
                </c:pt>
                <c:pt idx="8898">
                  <c:v>45330</c:v>
                </c:pt>
                <c:pt idx="8899">
                  <c:v>45331</c:v>
                </c:pt>
                <c:pt idx="8900">
                  <c:v>45334</c:v>
                </c:pt>
                <c:pt idx="8901">
                  <c:v>45335</c:v>
                </c:pt>
                <c:pt idx="8902">
                  <c:v>45336</c:v>
                </c:pt>
                <c:pt idx="8903">
                  <c:v>45337</c:v>
                </c:pt>
                <c:pt idx="8904">
                  <c:v>45338</c:v>
                </c:pt>
                <c:pt idx="8905">
                  <c:v>45341</c:v>
                </c:pt>
                <c:pt idx="8906">
                  <c:v>45342</c:v>
                </c:pt>
                <c:pt idx="8907">
                  <c:v>45343</c:v>
                </c:pt>
                <c:pt idx="8908">
                  <c:v>45344</c:v>
                </c:pt>
                <c:pt idx="8909">
                  <c:v>45345</c:v>
                </c:pt>
                <c:pt idx="8910">
                  <c:v>45348</c:v>
                </c:pt>
                <c:pt idx="8911">
                  <c:v>45349</c:v>
                </c:pt>
                <c:pt idx="8912">
                  <c:v>45350</c:v>
                </c:pt>
                <c:pt idx="8913">
                  <c:v>45351</c:v>
                </c:pt>
                <c:pt idx="8914">
                  <c:v>45352</c:v>
                </c:pt>
                <c:pt idx="8915">
                  <c:v>45355</c:v>
                </c:pt>
                <c:pt idx="8916">
                  <c:v>45356</c:v>
                </c:pt>
                <c:pt idx="8917">
                  <c:v>45357</c:v>
                </c:pt>
                <c:pt idx="8918">
                  <c:v>45358</c:v>
                </c:pt>
                <c:pt idx="8919">
                  <c:v>45359</c:v>
                </c:pt>
                <c:pt idx="8920">
                  <c:v>45362</c:v>
                </c:pt>
                <c:pt idx="8921">
                  <c:v>45363</c:v>
                </c:pt>
                <c:pt idx="8922">
                  <c:v>45364</c:v>
                </c:pt>
                <c:pt idx="8923">
                  <c:v>45365</c:v>
                </c:pt>
                <c:pt idx="8924">
                  <c:v>45366</c:v>
                </c:pt>
                <c:pt idx="8925">
                  <c:v>45369</c:v>
                </c:pt>
                <c:pt idx="8926">
                  <c:v>45370</c:v>
                </c:pt>
                <c:pt idx="8927">
                  <c:v>45371</c:v>
                </c:pt>
                <c:pt idx="8928">
                  <c:v>45372</c:v>
                </c:pt>
                <c:pt idx="8929">
                  <c:v>45373</c:v>
                </c:pt>
                <c:pt idx="8930">
                  <c:v>45376</c:v>
                </c:pt>
                <c:pt idx="8931">
                  <c:v>45377</c:v>
                </c:pt>
                <c:pt idx="8932">
                  <c:v>45378</c:v>
                </c:pt>
                <c:pt idx="8933">
                  <c:v>45379</c:v>
                </c:pt>
                <c:pt idx="8934">
                  <c:v>45380</c:v>
                </c:pt>
                <c:pt idx="8935">
                  <c:v>45383</c:v>
                </c:pt>
                <c:pt idx="8936">
                  <c:v>45384</c:v>
                </c:pt>
                <c:pt idx="8937">
                  <c:v>45385</c:v>
                </c:pt>
                <c:pt idx="8938">
                  <c:v>45386</c:v>
                </c:pt>
                <c:pt idx="8939">
                  <c:v>45387</c:v>
                </c:pt>
                <c:pt idx="8940">
                  <c:v>45390</c:v>
                </c:pt>
                <c:pt idx="8941">
                  <c:v>45391</c:v>
                </c:pt>
                <c:pt idx="8942">
                  <c:v>45392</c:v>
                </c:pt>
                <c:pt idx="8943">
                  <c:v>45393</c:v>
                </c:pt>
                <c:pt idx="8944">
                  <c:v>45394</c:v>
                </c:pt>
                <c:pt idx="8945">
                  <c:v>45397</c:v>
                </c:pt>
                <c:pt idx="8946">
                  <c:v>45398</c:v>
                </c:pt>
                <c:pt idx="8947">
                  <c:v>45399</c:v>
                </c:pt>
                <c:pt idx="8948">
                  <c:v>45400</c:v>
                </c:pt>
                <c:pt idx="8949">
                  <c:v>45401</c:v>
                </c:pt>
                <c:pt idx="8950">
                  <c:v>45404</c:v>
                </c:pt>
                <c:pt idx="8951">
                  <c:v>45405</c:v>
                </c:pt>
                <c:pt idx="8952">
                  <c:v>45406</c:v>
                </c:pt>
                <c:pt idx="8953">
                  <c:v>45407</c:v>
                </c:pt>
                <c:pt idx="8954">
                  <c:v>45408</c:v>
                </c:pt>
                <c:pt idx="8955">
                  <c:v>45411</c:v>
                </c:pt>
                <c:pt idx="8956">
                  <c:v>45412</c:v>
                </c:pt>
                <c:pt idx="8957">
                  <c:v>45413</c:v>
                </c:pt>
                <c:pt idx="8958">
                  <c:v>45414</c:v>
                </c:pt>
                <c:pt idx="8959">
                  <c:v>45415</c:v>
                </c:pt>
                <c:pt idx="8960">
                  <c:v>45418</c:v>
                </c:pt>
                <c:pt idx="8961">
                  <c:v>45419</c:v>
                </c:pt>
                <c:pt idx="8962">
                  <c:v>45420</c:v>
                </c:pt>
                <c:pt idx="8963">
                  <c:v>45421</c:v>
                </c:pt>
                <c:pt idx="8964">
                  <c:v>45422</c:v>
                </c:pt>
                <c:pt idx="8965">
                  <c:v>45425</c:v>
                </c:pt>
                <c:pt idx="8966">
                  <c:v>45426</c:v>
                </c:pt>
                <c:pt idx="8967">
                  <c:v>45427</c:v>
                </c:pt>
                <c:pt idx="8968">
                  <c:v>45428</c:v>
                </c:pt>
                <c:pt idx="8969">
                  <c:v>45429</c:v>
                </c:pt>
                <c:pt idx="8970">
                  <c:v>45432</c:v>
                </c:pt>
                <c:pt idx="8971">
                  <c:v>45433</c:v>
                </c:pt>
                <c:pt idx="8972">
                  <c:v>45434</c:v>
                </c:pt>
                <c:pt idx="8973">
                  <c:v>45435</c:v>
                </c:pt>
                <c:pt idx="8974">
                  <c:v>45436</c:v>
                </c:pt>
                <c:pt idx="8975">
                  <c:v>45439</c:v>
                </c:pt>
                <c:pt idx="8976">
                  <c:v>45440</c:v>
                </c:pt>
                <c:pt idx="8977">
                  <c:v>45441</c:v>
                </c:pt>
                <c:pt idx="8978">
                  <c:v>45442</c:v>
                </c:pt>
                <c:pt idx="8979">
                  <c:v>45443</c:v>
                </c:pt>
                <c:pt idx="8980">
                  <c:v>45446</c:v>
                </c:pt>
                <c:pt idx="8981">
                  <c:v>45447</c:v>
                </c:pt>
                <c:pt idx="8982">
                  <c:v>45448</c:v>
                </c:pt>
                <c:pt idx="8983">
                  <c:v>45449</c:v>
                </c:pt>
                <c:pt idx="8984">
                  <c:v>45450</c:v>
                </c:pt>
                <c:pt idx="8985">
                  <c:v>45453</c:v>
                </c:pt>
                <c:pt idx="8986">
                  <c:v>45454</c:v>
                </c:pt>
                <c:pt idx="8987">
                  <c:v>45455</c:v>
                </c:pt>
                <c:pt idx="8988">
                  <c:v>45456</c:v>
                </c:pt>
                <c:pt idx="8989">
                  <c:v>45457</c:v>
                </c:pt>
                <c:pt idx="8990">
                  <c:v>45460</c:v>
                </c:pt>
                <c:pt idx="8991">
                  <c:v>45461</c:v>
                </c:pt>
                <c:pt idx="8992">
                  <c:v>45462</c:v>
                </c:pt>
                <c:pt idx="8993">
                  <c:v>45463</c:v>
                </c:pt>
                <c:pt idx="8994">
                  <c:v>45464</c:v>
                </c:pt>
                <c:pt idx="8995">
                  <c:v>45467</c:v>
                </c:pt>
                <c:pt idx="8996">
                  <c:v>45468</c:v>
                </c:pt>
                <c:pt idx="8997">
                  <c:v>45469</c:v>
                </c:pt>
                <c:pt idx="8998">
                  <c:v>45470</c:v>
                </c:pt>
                <c:pt idx="8999">
                  <c:v>45471</c:v>
                </c:pt>
                <c:pt idx="9000">
                  <c:v>45474</c:v>
                </c:pt>
                <c:pt idx="9001">
                  <c:v>45475</c:v>
                </c:pt>
                <c:pt idx="9002">
                  <c:v>45476</c:v>
                </c:pt>
                <c:pt idx="9003">
                  <c:v>45477</c:v>
                </c:pt>
                <c:pt idx="9004">
                  <c:v>45478</c:v>
                </c:pt>
                <c:pt idx="9005">
                  <c:v>45481</c:v>
                </c:pt>
                <c:pt idx="9006">
                  <c:v>45482</c:v>
                </c:pt>
                <c:pt idx="9007">
                  <c:v>45483</c:v>
                </c:pt>
                <c:pt idx="9008">
                  <c:v>45484</c:v>
                </c:pt>
                <c:pt idx="9009">
                  <c:v>45485</c:v>
                </c:pt>
                <c:pt idx="9010">
                  <c:v>45488</c:v>
                </c:pt>
                <c:pt idx="9011">
                  <c:v>45489</c:v>
                </c:pt>
                <c:pt idx="9012">
                  <c:v>45490</c:v>
                </c:pt>
                <c:pt idx="9013">
                  <c:v>45491</c:v>
                </c:pt>
                <c:pt idx="9014">
                  <c:v>45492</c:v>
                </c:pt>
                <c:pt idx="9015">
                  <c:v>45495</c:v>
                </c:pt>
                <c:pt idx="9016">
                  <c:v>45496</c:v>
                </c:pt>
                <c:pt idx="9017">
                  <c:v>45497</c:v>
                </c:pt>
                <c:pt idx="9018">
                  <c:v>45498</c:v>
                </c:pt>
                <c:pt idx="9019">
                  <c:v>45499</c:v>
                </c:pt>
                <c:pt idx="9020">
                  <c:v>45502</c:v>
                </c:pt>
                <c:pt idx="9021">
                  <c:v>45503</c:v>
                </c:pt>
                <c:pt idx="9022">
                  <c:v>45504</c:v>
                </c:pt>
                <c:pt idx="9023">
                  <c:v>45505</c:v>
                </c:pt>
                <c:pt idx="9024">
                  <c:v>45506</c:v>
                </c:pt>
                <c:pt idx="9025">
                  <c:v>45509</c:v>
                </c:pt>
                <c:pt idx="9026">
                  <c:v>45510</c:v>
                </c:pt>
                <c:pt idx="9027">
                  <c:v>45511</c:v>
                </c:pt>
                <c:pt idx="9028">
                  <c:v>45512</c:v>
                </c:pt>
                <c:pt idx="9029">
                  <c:v>45513</c:v>
                </c:pt>
                <c:pt idx="9030">
                  <c:v>45516</c:v>
                </c:pt>
                <c:pt idx="9031">
                  <c:v>45517</c:v>
                </c:pt>
                <c:pt idx="9032">
                  <c:v>45518</c:v>
                </c:pt>
                <c:pt idx="9033">
                  <c:v>45519</c:v>
                </c:pt>
                <c:pt idx="9034">
                  <c:v>45520</c:v>
                </c:pt>
                <c:pt idx="9035">
                  <c:v>45523</c:v>
                </c:pt>
                <c:pt idx="9036">
                  <c:v>45524</c:v>
                </c:pt>
                <c:pt idx="9037">
                  <c:v>45525</c:v>
                </c:pt>
                <c:pt idx="9038">
                  <c:v>45526</c:v>
                </c:pt>
                <c:pt idx="9039">
                  <c:v>45527</c:v>
                </c:pt>
                <c:pt idx="9040">
                  <c:v>45530</c:v>
                </c:pt>
                <c:pt idx="9041">
                  <c:v>45531</c:v>
                </c:pt>
                <c:pt idx="9042">
                  <c:v>45532</c:v>
                </c:pt>
                <c:pt idx="9043">
                  <c:v>45533</c:v>
                </c:pt>
                <c:pt idx="9044">
                  <c:v>45534</c:v>
                </c:pt>
                <c:pt idx="9045">
                  <c:v>45537</c:v>
                </c:pt>
                <c:pt idx="9046">
                  <c:v>45538</c:v>
                </c:pt>
                <c:pt idx="9047">
                  <c:v>45539</c:v>
                </c:pt>
                <c:pt idx="9048">
                  <c:v>45540</c:v>
                </c:pt>
                <c:pt idx="9049">
                  <c:v>45541</c:v>
                </c:pt>
                <c:pt idx="9050">
                  <c:v>45544</c:v>
                </c:pt>
                <c:pt idx="9051">
                  <c:v>45545</c:v>
                </c:pt>
                <c:pt idx="9052">
                  <c:v>45546</c:v>
                </c:pt>
                <c:pt idx="9053">
                  <c:v>45547</c:v>
                </c:pt>
                <c:pt idx="9054">
                  <c:v>45548</c:v>
                </c:pt>
                <c:pt idx="9055">
                  <c:v>45551</c:v>
                </c:pt>
                <c:pt idx="9056">
                  <c:v>45552</c:v>
                </c:pt>
                <c:pt idx="9057">
                  <c:v>45553</c:v>
                </c:pt>
                <c:pt idx="9058">
                  <c:v>45554</c:v>
                </c:pt>
                <c:pt idx="9059">
                  <c:v>45555</c:v>
                </c:pt>
                <c:pt idx="9060">
                  <c:v>45558</c:v>
                </c:pt>
                <c:pt idx="9061">
                  <c:v>45559</c:v>
                </c:pt>
                <c:pt idx="9062">
                  <c:v>45560</c:v>
                </c:pt>
                <c:pt idx="9063">
                  <c:v>45561</c:v>
                </c:pt>
                <c:pt idx="9064">
                  <c:v>45562</c:v>
                </c:pt>
                <c:pt idx="9065">
                  <c:v>45565</c:v>
                </c:pt>
                <c:pt idx="9066">
                  <c:v>45566</c:v>
                </c:pt>
                <c:pt idx="9067">
                  <c:v>45567</c:v>
                </c:pt>
                <c:pt idx="9068">
                  <c:v>45568</c:v>
                </c:pt>
                <c:pt idx="9069">
                  <c:v>45569</c:v>
                </c:pt>
                <c:pt idx="9070">
                  <c:v>45572</c:v>
                </c:pt>
                <c:pt idx="9071">
                  <c:v>45573</c:v>
                </c:pt>
                <c:pt idx="9072">
                  <c:v>45574</c:v>
                </c:pt>
                <c:pt idx="9073">
                  <c:v>45575</c:v>
                </c:pt>
                <c:pt idx="9074">
                  <c:v>45576</c:v>
                </c:pt>
                <c:pt idx="9075">
                  <c:v>45579</c:v>
                </c:pt>
                <c:pt idx="9076">
                  <c:v>45580</c:v>
                </c:pt>
                <c:pt idx="9077">
                  <c:v>45581</c:v>
                </c:pt>
                <c:pt idx="9078">
                  <c:v>45582</c:v>
                </c:pt>
                <c:pt idx="9079">
                  <c:v>45583</c:v>
                </c:pt>
                <c:pt idx="9080">
                  <c:v>45586</c:v>
                </c:pt>
                <c:pt idx="9081">
                  <c:v>45587</c:v>
                </c:pt>
                <c:pt idx="9082">
                  <c:v>45588</c:v>
                </c:pt>
                <c:pt idx="9083">
                  <c:v>45589</c:v>
                </c:pt>
                <c:pt idx="9084">
                  <c:v>45590</c:v>
                </c:pt>
                <c:pt idx="9085">
                  <c:v>45593</c:v>
                </c:pt>
                <c:pt idx="9086">
                  <c:v>45594</c:v>
                </c:pt>
                <c:pt idx="9087">
                  <c:v>45595</c:v>
                </c:pt>
                <c:pt idx="9088">
                  <c:v>45596</c:v>
                </c:pt>
                <c:pt idx="9089">
                  <c:v>45597</c:v>
                </c:pt>
                <c:pt idx="9090">
                  <c:v>45600</c:v>
                </c:pt>
                <c:pt idx="9091">
                  <c:v>45601</c:v>
                </c:pt>
                <c:pt idx="9092">
                  <c:v>45602</c:v>
                </c:pt>
                <c:pt idx="9093">
                  <c:v>45603</c:v>
                </c:pt>
                <c:pt idx="9094">
                  <c:v>45604</c:v>
                </c:pt>
                <c:pt idx="9095">
                  <c:v>45607</c:v>
                </c:pt>
                <c:pt idx="9096">
                  <c:v>45608</c:v>
                </c:pt>
                <c:pt idx="9097">
                  <c:v>45609</c:v>
                </c:pt>
                <c:pt idx="9098">
                  <c:v>45610</c:v>
                </c:pt>
                <c:pt idx="9099">
                  <c:v>45611</c:v>
                </c:pt>
                <c:pt idx="9100">
                  <c:v>45614</c:v>
                </c:pt>
                <c:pt idx="9101">
                  <c:v>45615</c:v>
                </c:pt>
                <c:pt idx="9102">
                  <c:v>45616</c:v>
                </c:pt>
                <c:pt idx="9103">
                  <c:v>45617</c:v>
                </c:pt>
                <c:pt idx="9104">
                  <c:v>45618</c:v>
                </c:pt>
                <c:pt idx="9105">
                  <c:v>45621</c:v>
                </c:pt>
                <c:pt idx="9106">
                  <c:v>45622</c:v>
                </c:pt>
                <c:pt idx="9107">
                  <c:v>45623</c:v>
                </c:pt>
                <c:pt idx="9108">
                  <c:v>45624</c:v>
                </c:pt>
                <c:pt idx="9109">
                  <c:v>45625</c:v>
                </c:pt>
                <c:pt idx="9110">
                  <c:v>45628</c:v>
                </c:pt>
                <c:pt idx="9111">
                  <c:v>45629</c:v>
                </c:pt>
                <c:pt idx="9112">
                  <c:v>45630</c:v>
                </c:pt>
                <c:pt idx="9113">
                  <c:v>45631</c:v>
                </c:pt>
                <c:pt idx="9114">
                  <c:v>45632</c:v>
                </c:pt>
                <c:pt idx="9115">
                  <c:v>45635</c:v>
                </c:pt>
                <c:pt idx="9116">
                  <c:v>45636</c:v>
                </c:pt>
                <c:pt idx="9117">
                  <c:v>45637</c:v>
                </c:pt>
                <c:pt idx="9118">
                  <c:v>45638</c:v>
                </c:pt>
                <c:pt idx="9119">
                  <c:v>45639</c:v>
                </c:pt>
                <c:pt idx="9120">
                  <c:v>45642</c:v>
                </c:pt>
                <c:pt idx="9121">
                  <c:v>45643</c:v>
                </c:pt>
                <c:pt idx="9122">
                  <c:v>45644</c:v>
                </c:pt>
                <c:pt idx="9123">
                  <c:v>45645</c:v>
                </c:pt>
                <c:pt idx="9124">
                  <c:v>45646</c:v>
                </c:pt>
                <c:pt idx="9125">
                  <c:v>45649</c:v>
                </c:pt>
                <c:pt idx="9126">
                  <c:v>45650</c:v>
                </c:pt>
                <c:pt idx="9127">
                  <c:v>45651</c:v>
                </c:pt>
                <c:pt idx="9128">
                  <c:v>45652</c:v>
                </c:pt>
                <c:pt idx="9129">
                  <c:v>45653</c:v>
                </c:pt>
                <c:pt idx="9130">
                  <c:v>45656</c:v>
                </c:pt>
                <c:pt idx="9131">
                  <c:v>45657</c:v>
                </c:pt>
                <c:pt idx="9132">
                  <c:v>45658</c:v>
                </c:pt>
                <c:pt idx="9133">
                  <c:v>45659</c:v>
                </c:pt>
                <c:pt idx="9134">
                  <c:v>45660</c:v>
                </c:pt>
                <c:pt idx="9135">
                  <c:v>45663</c:v>
                </c:pt>
                <c:pt idx="9136">
                  <c:v>45664</c:v>
                </c:pt>
                <c:pt idx="9137">
                  <c:v>45665</c:v>
                </c:pt>
                <c:pt idx="9138">
                  <c:v>45666</c:v>
                </c:pt>
                <c:pt idx="9139">
                  <c:v>45667</c:v>
                </c:pt>
                <c:pt idx="9140">
                  <c:v>45670</c:v>
                </c:pt>
                <c:pt idx="9141">
                  <c:v>45671</c:v>
                </c:pt>
                <c:pt idx="9142">
                  <c:v>45672</c:v>
                </c:pt>
                <c:pt idx="9143">
                  <c:v>45673</c:v>
                </c:pt>
                <c:pt idx="9144">
                  <c:v>45674</c:v>
                </c:pt>
                <c:pt idx="9145">
                  <c:v>45677</c:v>
                </c:pt>
                <c:pt idx="9146">
                  <c:v>45678</c:v>
                </c:pt>
                <c:pt idx="9147">
                  <c:v>45679</c:v>
                </c:pt>
                <c:pt idx="9148">
                  <c:v>45680</c:v>
                </c:pt>
                <c:pt idx="9149">
                  <c:v>45681</c:v>
                </c:pt>
                <c:pt idx="9150">
                  <c:v>45684</c:v>
                </c:pt>
                <c:pt idx="9151">
                  <c:v>45685</c:v>
                </c:pt>
                <c:pt idx="9152">
                  <c:v>45686</c:v>
                </c:pt>
                <c:pt idx="9153">
                  <c:v>45687</c:v>
                </c:pt>
                <c:pt idx="9154">
                  <c:v>45688</c:v>
                </c:pt>
                <c:pt idx="9155">
                  <c:v>45691</c:v>
                </c:pt>
                <c:pt idx="9156">
                  <c:v>45692</c:v>
                </c:pt>
                <c:pt idx="9157">
                  <c:v>45693</c:v>
                </c:pt>
                <c:pt idx="9158">
                  <c:v>45694</c:v>
                </c:pt>
                <c:pt idx="9159">
                  <c:v>45695</c:v>
                </c:pt>
                <c:pt idx="9160">
                  <c:v>45698</c:v>
                </c:pt>
                <c:pt idx="9161">
                  <c:v>45699</c:v>
                </c:pt>
                <c:pt idx="9162">
                  <c:v>45700</c:v>
                </c:pt>
                <c:pt idx="9163">
                  <c:v>45701</c:v>
                </c:pt>
                <c:pt idx="9164">
                  <c:v>45702</c:v>
                </c:pt>
                <c:pt idx="9165">
                  <c:v>45705</c:v>
                </c:pt>
                <c:pt idx="9166">
                  <c:v>45706</c:v>
                </c:pt>
                <c:pt idx="9167">
                  <c:v>45707</c:v>
                </c:pt>
                <c:pt idx="9168">
                  <c:v>45708</c:v>
                </c:pt>
                <c:pt idx="9169">
                  <c:v>45709</c:v>
                </c:pt>
                <c:pt idx="9170">
                  <c:v>45712</c:v>
                </c:pt>
                <c:pt idx="9171">
                  <c:v>45713</c:v>
                </c:pt>
                <c:pt idx="9172">
                  <c:v>45714</c:v>
                </c:pt>
                <c:pt idx="9173">
                  <c:v>45715</c:v>
                </c:pt>
                <c:pt idx="9174">
                  <c:v>45716</c:v>
                </c:pt>
                <c:pt idx="9175">
                  <c:v>45719</c:v>
                </c:pt>
                <c:pt idx="9176">
                  <c:v>45720</c:v>
                </c:pt>
                <c:pt idx="9177">
                  <c:v>45721</c:v>
                </c:pt>
                <c:pt idx="9178">
                  <c:v>45722</c:v>
                </c:pt>
                <c:pt idx="9179">
                  <c:v>45723</c:v>
                </c:pt>
                <c:pt idx="9180">
                  <c:v>45726</c:v>
                </c:pt>
                <c:pt idx="9181">
                  <c:v>45727</c:v>
                </c:pt>
                <c:pt idx="9182">
                  <c:v>45728</c:v>
                </c:pt>
                <c:pt idx="9183">
                  <c:v>45729</c:v>
                </c:pt>
                <c:pt idx="9184">
                  <c:v>45730</c:v>
                </c:pt>
                <c:pt idx="9185">
                  <c:v>45733</c:v>
                </c:pt>
                <c:pt idx="9186">
                  <c:v>45734</c:v>
                </c:pt>
                <c:pt idx="9187">
                  <c:v>45735</c:v>
                </c:pt>
                <c:pt idx="9188">
                  <c:v>45736</c:v>
                </c:pt>
                <c:pt idx="9189">
                  <c:v>45737</c:v>
                </c:pt>
                <c:pt idx="9190">
                  <c:v>45740</c:v>
                </c:pt>
                <c:pt idx="9191">
                  <c:v>45741</c:v>
                </c:pt>
                <c:pt idx="9192">
                  <c:v>45742</c:v>
                </c:pt>
                <c:pt idx="9193">
                  <c:v>45743</c:v>
                </c:pt>
                <c:pt idx="9194">
                  <c:v>45744</c:v>
                </c:pt>
                <c:pt idx="9195">
                  <c:v>45747</c:v>
                </c:pt>
                <c:pt idx="9196">
                  <c:v>45748</c:v>
                </c:pt>
                <c:pt idx="9197">
                  <c:v>45749</c:v>
                </c:pt>
                <c:pt idx="9198">
                  <c:v>45750</c:v>
                </c:pt>
                <c:pt idx="9199">
                  <c:v>45751</c:v>
                </c:pt>
                <c:pt idx="9200">
                  <c:v>45754</c:v>
                </c:pt>
                <c:pt idx="9201">
                  <c:v>45755</c:v>
                </c:pt>
                <c:pt idx="9202">
                  <c:v>45756</c:v>
                </c:pt>
                <c:pt idx="9203">
                  <c:v>45757</c:v>
                </c:pt>
                <c:pt idx="9204">
                  <c:v>45758</c:v>
                </c:pt>
                <c:pt idx="9205">
                  <c:v>45761</c:v>
                </c:pt>
                <c:pt idx="9206">
                  <c:v>45762</c:v>
                </c:pt>
                <c:pt idx="9207">
                  <c:v>45763</c:v>
                </c:pt>
                <c:pt idx="9208">
                  <c:v>45764</c:v>
                </c:pt>
                <c:pt idx="9209">
                  <c:v>45765</c:v>
                </c:pt>
                <c:pt idx="9210">
                  <c:v>45768</c:v>
                </c:pt>
                <c:pt idx="9211">
                  <c:v>45769</c:v>
                </c:pt>
                <c:pt idx="9212">
                  <c:v>45770</c:v>
                </c:pt>
                <c:pt idx="9213">
                  <c:v>45771</c:v>
                </c:pt>
                <c:pt idx="9214">
                  <c:v>45772</c:v>
                </c:pt>
                <c:pt idx="9215">
                  <c:v>45775</c:v>
                </c:pt>
                <c:pt idx="9216">
                  <c:v>45776</c:v>
                </c:pt>
                <c:pt idx="9217">
                  <c:v>45777</c:v>
                </c:pt>
                <c:pt idx="9218">
                  <c:v>45778</c:v>
                </c:pt>
                <c:pt idx="9219">
                  <c:v>45779</c:v>
                </c:pt>
                <c:pt idx="9220">
                  <c:v>45782</c:v>
                </c:pt>
                <c:pt idx="9221">
                  <c:v>45783</c:v>
                </c:pt>
                <c:pt idx="9222">
                  <c:v>45784</c:v>
                </c:pt>
                <c:pt idx="9223">
                  <c:v>45785</c:v>
                </c:pt>
                <c:pt idx="9224">
                  <c:v>45786</c:v>
                </c:pt>
                <c:pt idx="9225">
                  <c:v>45789</c:v>
                </c:pt>
                <c:pt idx="9226">
                  <c:v>45790</c:v>
                </c:pt>
                <c:pt idx="9227">
                  <c:v>45791</c:v>
                </c:pt>
                <c:pt idx="9228">
                  <c:v>45792</c:v>
                </c:pt>
                <c:pt idx="9229">
                  <c:v>45793</c:v>
                </c:pt>
                <c:pt idx="9230">
                  <c:v>45796</c:v>
                </c:pt>
                <c:pt idx="9231">
                  <c:v>45797</c:v>
                </c:pt>
                <c:pt idx="9232">
                  <c:v>45798</c:v>
                </c:pt>
                <c:pt idx="9233">
                  <c:v>45799</c:v>
                </c:pt>
                <c:pt idx="9234">
                  <c:v>45800</c:v>
                </c:pt>
                <c:pt idx="9235">
                  <c:v>45803</c:v>
                </c:pt>
                <c:pt idx="9236">
                  <c:v>45804</c:v>
                </c:pt>
                <c:pt idx="9237">
                  <c:v>45805</c:v>
                </c:pt>
                <c:pt idx="9238">
                  <c:v>45806</c:v>
                </c:pt>
                <c:pt idx="9239">
                  <c:v>45807</c:v>
                </c:pt>
                <c:pt idx="9240">
                  <c:v>45810</c:v>
                </c:pt>
                <c:pt idx="9241">
                  <c:v>45811</c:v>
                </c:pt>
                <c:pt idx="9242">
                  <c:v>45812</c:v>
                </c:pt>
                <c:pt idx="9243">
                  <c:v>45813</c:v>
                </c:pt>
                <c:pt idx="9244">
                  <c:v>45814</c:v>
                </c:pt>
                <c:pt idx="9245">
                  <c:v>45817</c:v>
                </c:pt>
                <c:pt idx="9246">
                  <c:v>45818</c:v>
                </c:pt>
                <c:pt idx="9247">
                  <c:v>45819</c:v>
                </c:pt>
                <c:pt idx="9248">
                  <c:v>45820</c:v>
                </c:pt>
                <c:pt idx="9249">
                  <c:v>45821</c:v>
                </c:pt>
                <c:pt idx="9250">
                  <c:v>45824</c:v>
                </c:pt>
                <c:pt idx="9251">
                  <c:v>45825</c:v>
                </c:pt>
                <c:pt idx="9252">
                  <c:v>45826</c:v>
                </c:pt>
                <c:pt idx="9253">
                  <c:v>45827</c:v>
                </c:pt>
                <c:pt idx="9254">
                  <c:v>45828</c:v>
                </c:pt>
                <c:pt idx="9255">
                  <c:v>45831</c:v>
                </c:pt>
                <c:pt idx="9256">
                  <c:v>45832</c:v>
                </c:pt>
                <c:pt idx="9257">
                  <c:v>45833</c:v>
                </c:pt>
                <c:pt idx="9258">
                  <c:v>45834</c:v>
                </c:pt>
                <c:pt idx="9259">
                  <c:v>45835</c:v>
                </c:pt>
                <c:pt idx="9260">
                  <c:v>45838</c:v>
                </c:pt>
                <c:pt idx="9261">
                  <c:v>45839</c:v>
                </c:pt>
                <c:pt idx="9262">
                  <c:v>45840</c:v>
                </c:pt>
                <c:pt idx="9263">
                  <c:v>45841</c:v>
                </c:pt>
                <c:pt idx="9264">
                  <c:v>45842</c:v>
                </c:pt>
                <c:pt idx="9265">
                  <c:v>45845</c:v>
                </c:pt>
                <c:pt idx="9266">
                  <c:v>45846</c:v>
                </c:pt>
                <c:pt idx="9267">
                  <c:v>45847</c:v>
                </c:pt>
                <c:pt idx="9268">
                  <c:v>45848</c:v>
                </c:pt>
                <c:pt idx="9269">
                  <c:v>45849</c:v>
                </c:pt>
                <c:pt idx="9270">
                  <c:v>45852</c:v>
                </c:pt>
                <c:pt idx="9271">
                  <c:v>45853</c:v>
                </c:pt>
                <c:pt idx="9272">
                  <c:v>45854</c:v>
                </c:pt>
                <c:pt idx="9273">
                  <c:v>45855</c:v>
                </c:pt>
                <c:pt idx="9274">
                  <c:v>45856</c:v>
                </c:pt>
                <c:pt idx="9275">
                  <c:v>45859</c:v>
                </c:pt>
                <c:pt idx="9276">
                  <c:v>45860</c:v>
                </c:pt>
                <c:pt idx="9277">
                  <c:v>45861</c:v>
                </c:pt>
                <c:pt idx="9278">
                  <c:v>45862</c:v>
                </c:pt>
                <c:pt idx="9279">
                  <c:v>45863</c:v>
                </c:pt>
                <c:pt idx="9280">
                  <c:v>45866</c:v>
                </c:pt>
                <c:pt idx="9281">
                  <c:v>45867</c:v>
                </c:pt>
                <c:pt idx="9282">
                  <c:v>45868</c:v>
                </c:pt>
                <c:pt idx="9283">
                  <c:v>45869</c:v>
                </c:pt>
                <c:pt idx="9284">
                  <c:v>45870</c:v>
                </c:pt>
                <c:pt idx="9285">
                  <c:v>45873</c:v>
                </c:pt>
                <c:pt idx="9286">
                  <c:v>45874</c:v>
                </c:pt>
                <c:pt idx="9287">
                  <c:v>45875</c:v>
                </c:pt>
                <c:pt idx="9288">
                  <c:v>45876</c:v>
                </c:pt>
                <c:pt idx="9289">
                  <c:v>45877</c:v>
                </c:pt>
                <c:pt idx="9290">
                  <c:v>45880</c:v>
                </c:pt>
                <c:pt idx="9291">
                  <c:v>45881</c:v>
                </c:pt>
                <c:pt idx="9292">
                  <c:v>45882</c:v>
                </c:pt>
                <c:pt idx="9293">
                  <c:v>45883</c:v>
                </c:pt>
                <c:pt idx="9294">
                  <c:v>45884</c:v>
                </c:pt>
                <c:pt idx="9295">
                  <c:v>45887</c:v>
                </c:pt>
                <c:pt idx="9296">
                  <c:v>45888</c:v>
                </c:pt>
                <c:pt idx="9297">
                  <c:v>45889</c:v>
                </c:pt>
                <c:pt idx="9298">
                  <c:v>45890</c:v>
                </c:pt>
                <c:pt idx="9299">
                  <c:v>45891</c:v>
                </c:pt>
                <c:pt idx="9300">
                  <c:v>45894</c:v>
                </c:pt>
                <c:pt idx="9301">
                  <c:v>45895</c:v>
                </c:pt>
                <c:pt idx="9302">
                  <c:v>45896</c:v>
                </c:pt>
                <c:pt idx="9303">
                  <c:v>45897</c:v>
                </c:pt>
                <c:pt idx="9304">
                  <c:v>45898</c:v>
                </c:pt>
                <c:pt idx="9305">
                  <c:v>45901</c:v>
                </c:pt>
                <c:pt idx="9306">
                  <c:v>45902</c:v>
                </c:pt>
                <c:pt idx="9307">
                  <c:v>45903</c:v>
                </c:pt>
                <c:pt idx="9308">
                  <c:v>45904</c:v>
                </c:pt>
                <c:pt idx="9309">
                  <c:v>45905</c:v>
                </c:pt>
                <c:pt idx="9310">
                  <c:v>45908</c:v>
                </c:pt>
                <c:pt idx="9311">
                  <c:v>45909</c:v>
                </c:pt>
                <c:pt idx="9312">
                  <c:v>45910</c:v>
                </c:pt>
                <c:pt idx="9313">
                  <c:v>45911</c:v>
                </c:pt>
                <c:pt idx="9314">
                  <c:v>45912</c:v>
                </c:pt>
                <c:pt idx="9315">
                  <c:v>45915</c:v>
                </c:pt>
                <c:pt idx="9316">
                  <c:v>45916</c:v>
                </c:pt>
                <c:pt idx="9317">
                  <c:v>45917</c:v>
                </c:pt>
                <c:pt idx="9318">
                  <c:v>45918</c:v>
                </c:pt>
                <c:pt idx="9319">
                  <c:v>45919</c:v>
                </c:pt>
                <c:pt idx="9320">
                  <c:v>45922</c:v>
                </c:pt>
                <c:pt idx="9321">
                  <c:v>45923</c:v>
                </c:pt>
                <c:pt idx="9322">
                  <c:v>45924</c:v>
                </c:pt>
                <c:pt idx="9323">
                  <c:v>45925</c:v>
                </c:pt>
                <c:pt idx="9324">
                  <c:v>45926</c:v>
                </c:pt>
                <c:pt idx="9325">
                  <c:v>45929</c:v>
                </c:pt>
                <c:pt idx="9326">
                  <c:v>45930</c:v>
                </c:pt>
                <c:pt idx="9327">
                  <c:v>45931</c:v>
                </c:pt>
                <c:pt idx="9328">
                  <c:v>45932</c:v>
                </c:pt>
                <c:pt idx="9329">
                  <c:v>45933</c:v>
                </c:pt>
                <c:pt idx="9330">
                  <c:v>45936</c:v>
                </c:pt>
                <c:pt idx="9331">
                  <c:v>45937</c:v>
                </c:pt>
                <c:pt idx="9332">
                  <c:v>45938</c:v>
                </c:pt>
                <c:pt idx="9333">
                  <c:v>45939</c:v>
                </c:pt>
                <c:pt idx="9334">
                  <c:v>45940</c:v>
                </c:pt>
                <c:pt idx="9335">
                  <c:v>45943</c:v>
                </c:pt>
                <c:pt idx="9336">
                  <c:v>45944</c:v>
                </c:pt>
                <c:pt idx="9337">
                  <c:v>45945</c:v>
                </c:pt>
                <c:pt idx="9338">
                  <c:v>45946</c:v>
                </c:pt>
                <c:pt idx="9339">
                  <c:v>45947</c:v>
                </c:pt>
                <c:pt idx="9340">
                  <c:v>45950</c:v>
                </c:pt>
                <c:pt idx="9341">
                  <c:v>45951</c:v>
                </c:pt>
                <c:pt idx="9342">
                  <c:v>45952</c:v>
                </c:pt>
                <c:pt idx="9343">
                  <c:v>45953</c:v>
                </c:pt>
                <c:pt idx="9344">
                  <c:v>45954</c:v>
                </c:pt>
                <c:pt idx="9345">
                  <c:v>45957</c:v>
                </c:pt>
                <c:pt idx="9346">
                  <c:v>45958</c:v>
                </c:pt>
                <c:pt idx="9347">
                  <c:v>45959</c:v>
                </c:pt>
                <c:pt idx="9348">
                  <c:v>45960</c:v>
                </c:pt>
                <c:pt idx="9349">
                  <c:v>45961</c:v>
                </c:pt>
                <c:pt idx="9350">
                  <c:v>45964</c:v>
                </c:pt>
                <c:pt idx="9351">
                  <c:v>45965</c:v>
                </c:pt>
                <c:pt idx="9352">
                  <c:v>45966</c:v>
                </c:pt>
                <c:pt idx="9353">
                  <c:v>45967</c:v>
                </c:pt>
                <c:pt idx="9354">
                  <c:v>45968</c:v>
                </c:pt>
                <c:pt idx="9355">
                  <c:v>45971</c:v>
                </c:pt>
                <c:pt idx="9356">
                  <c:v>45972</c:v>
                </c:pt>
                <c:pt idx="9357">
                  <c:v>45973</c:v>
                </c:pt>
                <c:pt idx="9358">
                  <c:v>45974</c:v>
                </c:pt>
                <c:pt idx="9359">
                  <c:v>45975</c:v>
                </c:pt>
                <c:pt idx="9360">
                  <c:v>45978</c:v>
                </c:pt>
                <c:pt idx="9361">
                  <c:v>45979</c:v>
                </c:pt>
                <c:pt idx="9362">
                  <c:v>45980</c:v>
                </c:pt>
                <c:pt idx="9363">
                  <c:v>45981</c:v>
                </c:pt>
                <c:pt idx="9364">
                  <c:v>45982</c:v>
                </c:pt>
                <c:pt idx="9365">
                  <c:v>45985</c:v>
                </c:pt>
                <c:pt idx="9366">
                  <c:v>45986</c:v>
                </c:pt>
                <c:pt idx="9367">
                  <c:v>45987</c:v>
                </c:pt>
                <c:pt idx="9368">
                  <c:v>45988</c:v>
                </c:pt>
                <c:pt idx="9369">
                  <c:v>45989</c:v>
                </c:pt>
                <c:pt idx="9370">
                  <c:v>45992</c:v>
                </c:pt>
                <c:pt idx="9371">
                  <c:v>45993</c:v>
                </c:pt>
                <c:pt idx="9372">
                  <c:v>45994</c:v>
                </c:pt>
                <c:pt idx="9373">
                  <c:v>45995</c:v>
                </c:pt>
                <c:pt idx="9374">
                  <c:v>45996</c:v>
                </c:pt>
                <c:pt idx="9375">
                  <c:v>45999</c:v>
                </c:pt>
                <c:pt idx="9376">
                  <c:v>46000</c:v>
                </c:pt>
                <c:pt idx="9377">
                  <c:v>46001</c:v>
                </c:pt>
                <c:pt idx="9378">
                  <c:v>46002</c:v>
                </c:pt>
                <c:pt idx="9379">
                  <c:v>46003</c:v>
                </c:pt>
                <c:pt idx="9380">
                  <c:v>46006</c:v>
                </c:pt>
                <c:pt idx="9381">
                  <c:v>46007</c:v>
                </c:pt>
                <c:pt idx="9382">
                  <c:v>46008</c:v>
                </c:pt>
                <c:pt idx="9383">
                  <c:v>46009</c:v>
                </c:pt>
                <c:pt idx="9384">
                  <c:v>46010</c:v>
                </c:pt>
                <c:pt idx="9385">
                  <c:v>46013</c:v>
                </c:pt>
                <c:pt idx="9386">
                  <c:v>46014</c:v>
                </c:pt>
                <c:pt idx="9387">
                  <c:v>46015</c:v>
                </c:pt>
                <c:pt idx="9388">
                  <c:v>46016</c:v>
                </c:pt>
                <c:pt idx="9389">
                  <c:v>46017</c:v>
                </c:pt>
                <c:pt idx="9390">
                  <c:v>46020</c:v>
                </c:pt>
                <c:pt idx="9391">
                  <c:v>46021</c:v>
                </c:pt>
                <c:pt idx="9392">
                  <c:v>46022</c:v>
                </c:pt>
                <c:pt idx="9393">
                  <c:v>46023</c:v>
                </c:pt>
                <c:pt idx="9394">
                  <c:v>46024</c:v>
                </c:pt>
                <c:pt idx="9395">
                  <c:v>46027</c:v>
                </c:pt>
                <c:pt idx="9396">
                  <c:v>46028</c:v>
                </c:pt>
                <c:pt idx="9397">
                  <c:v>46029</c:v>
                </c:pt>
                <c:pt idx="9398">
                  <c:v>46030</c:v>
                </c:pt>
                <c:pt idx="9399">
                  <c:v>46031</c:v>
                </c:pt>
                <c:pt idx="9400">
                  <c:v>46034</c:v>
                </c:pt>
                <c:pt idx="9401">
                  <c:v>46035</c:v>
                </c:pt>
                <c:pt idx="9402">
                  <c:v>46036</c:v>
                </c:pt>
                <c:pt idx="9403">
                  <c:v>46037</c:v>
                </c:pt>
                <c:pt idx="9404">
                  <c:v>46038</c:v>
                </c:pt>
                <c:pt idx="9405">
                  <c:v>46041</c:v>
                </c:pt>
                <c:pt idx="9406">
                  <c:v>46042</c:v>
                </c:pt>
                <c:pt idx="9407">
                  <c:v>46043</c:v>
                </c:pt>
                <c:pt idx="9408">
                  <c:v>46044</c:v>
                </c:pt>
                <c:pt idx="9409">
                  <c:v>46045</c:v>
                </c:pt>
                <c:pt idx="9410">
                  <c:v>46048</c:v>
                </c:pt>
                <c:pt idx="9411">
                  <c:v>46049</c:v>
                </c:pt>
                <c:pt idx="9412">
                  <c:v>46050</c:v>
                </c:pt>
                <c:pt idx="9413">
                  <c:v>46051</c:v>
                </c:pt>
                <c:pt idx="9414">
                  <c:v>46052</c:v>
                </c:pt>
                <c:pt idx="9415">
                  <c:v>46055</c:v>
                </c:pt>
                <c:pt idx="9416">
                  <c:v>46056</c:v>
                </c:pt>
                <c:pt idx="9417">
                  <c:v>46057</c:v>
                </c:pt>
                <c:pt idx="9418">
                  <c:v>46058</c:v>
                </c:pt>
                <c:pt idx="9419">
                  <c:v>46059</c:v>
                </c:pt>
                <c:pt idx="9420">
                  <c:v>46062</c:v>
                </c:pt>
                <c:pt idx="9421">
                  <c:v>46063</c:v>
                </c:pt>
                <c:pt idx="9422">
                  <c:v>46064</c:v>
                </c:pt>
                <c:pt idx="9423">
                  <c:v>46065</c:v>
                </c:pt>
                <c:pt idx="9424">
                  <c:v>46066</c:v>
                </c:pt>
                <c:pt idx="9425">
                  <c:v>46069</c:v>
                </c:pt>
                <c:pt idx="9426">
                  <c:v>46070</c:v>
                </c:pt>
                <c:pt idx="9427">
                  <c:v>46071</c:v>
                </c:pt>
                <c:pt idx="9428">
                  <c:v>46072</c:v>
                </c:pt>
                <c:pt idx="9429">
                  <c:v>46073</c:v>
                </c:pt>
                <c:pt idx="9430">
                  <c:v>46076</c:v>
                </c:pt>
                <c:pt idx="9431">
                  <c:v>46077</c:v>
                </c:pt>
                <c:pt idx="9432">
                  <c:v>46078</c:v>
                </c:pt>
                <c:pt idx="9433">
                  <c:v>46079</c:v>
                </c:pt>
                <c:pt idx="9434">
                  <c:v>46080</c:v>
                </c:pt>
                <c:pt idx="9435">
                  <c:v>46083</c:v>
                </c:pt>
                <c:pt idx="9436">
                  <c:v>46084</c:v>
                </c:pt>
                <c:pt idx="9437">
                  <c:v>46085</c:v>
                </c:pt>
                <c:pt idx="9438">
                  <c:v>46086</c:v>
                </c:pt>
                <c:pt idx="9439">
                  <c:v>46087</c:v>
                </c:pt>
                <c:pt idx="9440">
                  <c:v>46090</c:v>
                </c:pt>
                <c:pt idx="9441">
                  <c:v>46091</c:v>
                </c:pt>
                <c:pt idx="9442">
                  <c:v>46092</c:v>
                </c:pt>
                <c:pt idx="9443">
                  <c:v>46093</c:v>
                </c:pt>
                <c:pt idx="9444">
                  <c:v>46094</c:v>
                </c:pt>
                <c:pt idx="9445">
                  <c:v>46097</c:v>
                </c:pt>
                <c:pt idx="9446">
                  <c:v>46098</c:v>
                </c:pt>
                <c:pt idx="9447">
                  <c:v>46099</c:v>
                </c:pt>
                <c:pt idx="9448">
                  <c:v>46100</c:v>
                </c:pt>
                <c:pt idx="9449">
                  <c:v>46101</c:v>
                </c:pt>
                <c:pt idx="9450">
                  <c:v>46104</c:v>
                </c:pt>
                <c:pt idx="9451">
                  <c:v>46105</c:v>
                </c:pt>
                <c:pt idx="9452">
                  <c:v>46106</c:v>
                </c:pt>
                <c:pt idx="9453">
                  <c:v>46107</c:v>
                </c:pt>
                <c:pt idx="9454">
                  <c:v>46108</c:v>
                </c:pt>
                <c:pt idx="9455">
                  <c:v>46111</c:v>
                </c:pt>
                <c:pt idx="9456">
                  <c:v>46112</c:v>
                </c:pt>
                <c:pt idx="9457">
                  <c:v>46113</c:v>
                </c:pt>
                <c:pt idx="9458">
                  <c:v>46114</c:v>
                </c:pt>
                <c:pt idx="9459">
                  <c:v>46115</c:v>
                </c:pt>
                <c:pt idx="9460">
                  <c:v>46118</c:v>
                </c:pt>
                <c:pt idx="9461">
                  <c:v>46119</c:v>
                </c:pt>
                <c:pt idx="9462">
                  <c:v>46120</c:v>
                </c:pt>
                <c:pt idx="9463">
                  <c:v>46121</c:v>
                </c:pt>
                <c:pt idx="9464">
                  <c:v>46122</c:v>
                </c:pt>
                <c:pt idx="9465">
                  <c:v>46125</c:v>
                </c:pt>
                <c:pt idx="9466">
                  <c:v>46126</c:v>
                </c:pt>
                <c:pt idx="9467">
                  <c:v>46127</c:v>
                </c:pt>
                <c:pt idx="9468">
                  <c:v>46128</c:v>
                </c:pt>
                <c:pt idx="9469">
                  <c:v>46129</c:v>
                </c:pt>
                <c:pt idx="9470">
                  <c:v>46132</c:v>
                </c:pt>
                <c:pt idx="9471">
                  <c:v>46133</c:v>
                </c:pt>
                <c:pt idx="9472">
                  <c:v>46134</c:v>
                </c:pt>
                <c:pt idx="9473">
                  <c:v>46135</c:v>
                </c:pt>
                <c:pt idx="9474">
                  <c:v>46136</c:v>
                </c:pt>
                <c:pt idx="9475">
                  <c:v>46139</c:v>
                </c:pt>
                <c:pt idx="9476">
                  <c:v>46140</c:v>
                </c:pt>
                <c:pt idx="9477">
                  <c:v>46141</c:v>
                </c:pt>
                <c:pt idx="9478">
                  <c:v>46142</c:v>
                </c:pt>
                <c:pt idx="9479">
                  <c:v>46143</c:v>
                </c:pt>
                <c:pt idx="9480">
                  <c:v>46146</c:v>
                </c:pt>
                <c:pt idx="9481">
                  <c:v>46147</c:v>
                </c:pt>
                <c:pt idx="9482">
                  <c:v>46148</c:v>
                </c:pt>
                <c:pt idx="9483">
                  <c:v>46149</c:v>
                </c:pt>
                <c:pt idx="9484">
                  <c:v>46150</c:v>
                </c:pt>
                <c:pt idx="9485">
                  <c:v>46153</c:v>
                </c:pt>
                <c:pt idx="9486">
                  <c:v>46154</c:v>
                </c:pt>
                <c:pt idx="9487">
                  <c:v>46155</c:v>
                </c:pt>
                <c:pt idx="9488">
                  <c:v>46156</c:v>
                </c:pt>
                <c:pt idx="9489">
                  <c:v>46157</c:v>
                </c:pt>
                <c:pt idx="9490">
                  <c:v>46160</c:v>
                </c:pt>
                <c:pt idx="9491">
                  <c:v>46161</c:v>
                </c:pt>
                <c:pt idx="9492">
                  <c:v>46162</c:v>
                </c:pt>
                <c:pt idx="9493">
                  <c:v>46163</c:v>
                </c:pt>
                <c:pt idx="9494">
                  <c:v>46164</c:v>
                </c:pt>
                <c:pt idx="9495">
                  <c:v>46167</c:v>
                </c:pt>
                <c:pt idx="9496">
                  <c:v>46168</c:v>
                </c:pt>
                <c:pt idx="9497">
                  <c:v>46169</c:v>
                </c:pt>
                <c:pt idx="9498">
                  <c:v>46170</c:v>
                </c:pt>
                <c:pt idx="9499">
                  <c:v>46171</c:v>
                </c:pt>
                <c:pt idx="9500">
                  <c:v>46174</c:v>
                </c:pt>
                <c:pt idx="9501">
                  <c:v>46175</c:v>
                </c:pt>
                <c:pt idx="9502">
                  <c:v>46176</c:v>
                </c:pt>
                <c:pt idx="9503">
                  <c:v>46177</c:v>
                </c:pt>
                <c:pt idx="9504">
                  <c:v>46178</c:v>
                </c:pt>
                <c:pt idx="9505">
                  <c:v>46181</c:v>
                </c:pt>
                <c:pt idx="9506">
                  <c:v>46182</c:v>
                </c:pt>
                <c:pt idx="9507">
                  <c:v>46183</c:v>
                </c:pt>
                <c:pt idx="9508">
                  <c:v>46184</c:v>
                </c:pt>
                <c:pt idx="9509">
                  <c:v>46185</c:v>
                </c:pt>
                <c:pt idx="9510">
                  <c:v>46188</c:v>
                </c:pt>
                <c:pt idx="9511">
                  <c:v>46189</c:v>
                </c:pt>
                <c:pt idx="9512">
                  <c:v>46190</c:v>
                </c:pt>
                <c:pt idx="9513">
                  <c:v>46191</c:v>
                </c:pt>
              </c:numCache>
            </c:numRef>
          </c:cat>
          <c:val>
            <c:numRef>
              <c:f>'DXY, bond yield, USDJPY spot'!$C$2612:$C$12125</c:f>
              <c:numCache>
                <c:formatCode>General</c:formatCode>
                <c:ptCount val="9514"/>
                <c:pt idx="0">
                  <c:v>143.80000000000001</c:v>
                </c:pt>
                <c:pt idx="1">
                  <c:v>146.25</c:v>
                </c:pt>
                <c:pt idx="2">
                  <c:v>145.69999999999999</c:v>
                </c:pt>
                <c:pt idx="3">
                  <c:v>143.37</c:v>
                </c:pt>
                <c:pt idx="4">
                  <c:v>143.82</c:v>
                </c:pt>
                <c:pt idx="5">
                  <c:v>144.1</c:v>
                </c:pt>
                <c:pt idx="6">
                  <c:v>145.19999999999999</c:v>
                </c:pt>
                <c:pt idx="7">
                  <c:v>145.25</c:v>
                </c:pt>
                <c:pt idx="8">
                  <c:v>145.4</c:v>
                </c:pt>
                <c:pt idx="9">
                  <c:v>145.4</c:v>
                </c:pt>
                <c:pt idx="10">
                  <c:v>145.46</c:v>
                </c:pt>
                <c:pt idx="11">
                  <c:v>145.47999999999999</c:v>
                </c:pt>
                <c:pt idx="12">
                  <c:v>145.49</c:v>
                </c:pt>
                <c:pt idx="13">
                  <c:v>146.12</c:v>
                </c:pt>
                <c:pt idx="14">
                  <c:v>145.65</c:v>
                </c:pt>
                <c:pt idx="15">
                  <c:v>146.43</c:v>
                </c:pt>
                <c:pt idx="16">
                  <c:v>146.09</c:v>
                </c:pt>
                <c:pt idx="17">
                  <c:v>145.32</c:v>
                </c:pt>
                <c:pt idx="18">
                  <c:v>144.41999999999999</c:v>
                </c:pt>
                <c:pt idx="19">
                  <c:v>143.35</c:v>
                </c:pt>
                <c:pt idx="20">
                  <c:v>143.13</c:v>
                </c:pt>
                <c:pt idx="21">
                  <c:v>144.1</c:v>
                </c:pt>
                <c:pt idx="22">
                  <c:v>144.55000000000001</c:v>
                </c:pt>
                <c:pt idx="23">
                  <c:v>144.9</c:v>
                </c:pt>
                <c:pt idx="24">
                  <c:v>145.38</c:v>
                </c:pt>
                <c:pt idx="25">
                  <c:v>145.38999999999999</c:v>
                </c:pt>
                <c:pt idx="26">
                  <c:v>145.13</c:v>
                </c:pt>
                <c:pt idx="27">
                  <c:v>145.47</c:v>
                </c:pt>
                <c:pt idx="28">
                  <c:v>145.4</c:v>
                </c:pt>
                <c:pt idx="29">
                  <c:v>145.19999999999999</c:v>
                </c:pt>
                <c:pt idx="30">
                  <c:v>144.19999999999999</c:v>
                </c:pt>
                <c:pt idx="31">
                  <c:v>144.4</c:v>
                </c:pt>
                <c:pt idx="32">
                  <c:v>144.27000000000001</c:v>
                </c:pt>
                <c:pt idx="33">
                  <c:v>144.4</c:v>
                </c:pt>
                <c:pt idx="34">
                  <c:v>144.15</c:v>
                </c:pt>
                <c:pt idx="35">
                  <c:v>144.65</c:v>
                </c:pt>
                <c:pt idx="36">
                  <c:v>145.44999999999999</c:v>
                </c:pt>
                <c:pt idx="37">
                  <c:v>145.32</c:v>
                </c:pt>
                <c:pt idx="38">
                  <c:v>145.88999999999999</c:v>
                </c:pt>
                <c:pt idx="39">
                  <c:v>146.91999999999999</c:v>
                </c:pt>
                <c:pt idx="40">
                  <c:v>148.85</c:v>
                </c:pt>
                <c:pt idx="41">
                  <c:v>148.63</c:v>
                </c:pt>
                <c:pt idx="42">
                  <c:v>148.82</c:v>
                </c:pt>
                <c:pt idx="43">
                  <c:v>149.66999999999999</c:v>
                </c:pt>
                <c:pt idx="44">
                  <c:v>150.28</c:v>
                </c:pt>
                <c:pt idx="45">
                  <c:v>149.78</c:v>
                </c:pt>
                <c:pt idx="46">
                  <c:v>149.80000000000001</c:v>
                </c:pt>
                <c:pt idx="47">
                  <c:v>151.22</c:v>
                </c:pt>
                <c:pt idx="48">
                  <c:v>150.83000000000001</c:v>
                </c:pt>
                <c:pt idx="49">
                  <c:v>151.34</c:v>
                </c:pt>
                <c:pt idx="50">
                  <c:v>152.38</c:v>
                </c:pt>
                <c:pt idx="51">
                  <c:v>152.55000000000001</c:v>
                </c:pt>
                <c:pt idx="52">
                  <c:v>152.24</c:v>
                </c:pt>
                <c:pt idx="53">
                  <c:v>152.55000000000001</c:v>
                </c:pt>
                <c:pt idx="54">
                  <c:v>152.38</c:v>
                </c:pt>
                <c:pt idx="55">
                  <c:v>153.5</c:v>
                </c:pt>
                <c:pt idx="56">
                  <c:v>153.88</c:v>
                </c:pt>
                <c:pt idx="57">
                  <c:v>154.16</c:v>
                </c:pt>
                <c:pt idx="58">
                  <c:v>155.1</c:v>
                </c:pt>
                <c:pt idx="59">
                  <c:v>153.9</c:v>
                </c:pt>
                <c:pt idx="60">
                  <c:v>156.5</c:v>
                </c:pt>
                <c:pt idx="61">
                  <c:v>157.4</c:v>
                </c:pt>
                <c:pt idx="62">
                  <c:v>158.75</c:v>
                </c:pt>
                <c:pt idx="63">
                  <c:v>156.75</c:v>
                </c:pt>
                <c:pt idx="64">
                  <c:v>157.82</c:v>
                </c:pt>
                <c:pt idx="65">
                  <c:v>158.9</c:v>
                </c:pt>
                <c:pt idx="66">
                  <c:v>159.13</c:v>
                </c:pt>
                <c:pt idx="67">
                  <c:v>158.6</c:v>
                </c:pt>
                <c:pt idx="68">
                  <c:v>157.68</c:v>
                </c:pt>
                <c:pt idx="69">
                  <c:v>157.65</c:v>
                </c:pt>
                <c:pt idx="70">
                  <c:v>157.5</c:v>
                </c:pt>
                <c:pt idx="71">
                  <c:v>158.58000000000001</c:v>
                </c:pt>
                <c:pt idx="72">
                  <c:v>158.28</c:v>
                </c:pt>
                <c:pt idx="73">
                  <c:v>158.19</c:v>
                </c:pt>
                <c:pt idx="74">
                  <c:v>158.75</c:v>
                </c:pt>
                <c:pt idx="75">
                  <c:v>159.37</c:v>
                </c:pt>
                <c:pt idx="76">
                  <c:v>159.9</c:v>
                </c:pt>
                <c:pt idx="77">
                  <c:v>159.1</c:v>
                </c:pt>
                <c:pt idx="78">
                  <c:v>156.5</c:v>
                </c:pt>
                <c:pt idx="79">
                  <c:v>157.85</c:v>
                </c:pt>
                <c:pt idx="80">
                  <c:v>157.69999999999999</c:v>
                </c:pt>
                <c:pt idx="81">
                  <c:v>158.72</c:v>
                </c:pt>
                <c:pt idx="82">
                  <c:v>158.72999999999999</c:v>
                </c:pt>
                <c:pt idx="83">
                  <c:v>158.75</c:v>
                </c:pt>
                <c:pt idx="84">
                  <c:v>158.9</c:v>
                </c:pt>
                <c:pt idx="85">
                  <c:v>158.85</c:v>
                </c:pt>
                <c:pt idx="86">
                  <c:v>158.85</c:v>
                </c:pt>
                <c:pt idx="87">
                  <c:v>158.30000000000001</c:v>
                </c:pt>
                <c:pt idx="88">
                  <c:v>158.15</c:v>
                </c:pt>
                <c:pt idx="89">
                  <c:v>158.35</c:v>
                </c:pt>
                <c:pt idx="90">
                  <c:v>158</c:v>
                </c:pt>
                <c:pt idx="91">
                  <c:v>157.9</c:v>
                </c:pt>
                <c:pt idx="92">
                  <c:v>156.44999999999999</c:v>
                </c:pt>
                <c:pt idx="93">
                  <c:v>157</c:v>
                </c:pt>
                <c:pt idx="94">
                  <c:v>152.72999999999999</c:v>
                </c:pt>
                <c:pt idx="95">
                  <c:v>152.77000000000001</c:v>
                </c:pt>
                <c:pt idx="96">
                  <c:v>151.4</c:v>
                </c:pt>
                <c:pt idx="97">
                  <c:v>151.43</c:v>
                </c:pt>
                <c:pt idx="98">
                  <c:v>152.35</c:v>
                </c:pt>
                <c:pt idx="99">
                  <c:v>152.85</c:v>
                </c:pt>
                <c:pt idx="100">
                  <c:v>153.53</c:v>
                </c:pt>
                <c:pt idx="101">
                  <c:v>151.6</c:v>
                </c:pt>
                <c:pt idx="102">
                  <c:v>151.22999999999999</c:v>
                </c:pt>
                <c:pt idx="103">
                  <c:v>151.55000000000001</c:v>
                </c:pt>
                <c:pt idx="104">
                  <c:v>149.69</c:v>
                </c:pt>
                <c:pt idx="105">
                  <c:v>149.5</c:v>
                </c:pt>
                <c:pt idx="106">
                  <c:v>150.88</c:v>
                </c:pt>
                <c:pt idx="107">
                  <c:v>151.32</c:v>
                </c:pt>
                <c:pt idx="108">
                  <c:v>152.63999999999999</c:v>
                </c:pt>
                <c:pt idx="109">
                  <c:v>151.38999999999999</c:v>
                </c:pt>
                <c:pt idx="110">
                  <c:v>151.6</c:v>
                </c:pt>
                <c:pt idx="111">
                  <c:v>152.65</c:v>
                </c:pt>
                <c:pt idx="112">
                  <c:v>152.55000000000001</c:v>
                </c:pt>
                <c:pt idx="113">
                  <c:v>152.53</c:v>
                </c:pt>
                <c:pt idx="114">
                  <c:v>153.53</c:v>
                </c:pt>
                <c:pt idx="115">
                  <c:v>154.52000000000001</c:v>
                </c:pt>
                <c:pt idx="116">
                  <c:v>154.44</c:v>
                </c:pt>
                <c:pt idx="117">
                  <c:v>154.79</c:v>
                </c:pt>
                <c:pt idx="118">
                  <c:v>154.07</c:v>
                </c:pt>
                <c:pt idx="119">
                  <c:v>154.19999999999999</c:v>
                </c:pt>
                <c:pt idx="120">
                  <c:v>153.69999999999999</c:v>
                </c:pt>
                <c:pt idx="121">
                  <c:v>153.65</c:v>
                </c:pt>
                <c:pt idx="122">
                  <c:v>154</c:v>
                </c:pt>
                <c:pt idx="123">
                  <c:v>154.82</c:v>
                </c:pt>
                <c:pt idx="124">
                  <c:v>154.75</c:v>
                </c:pt>
                <c:pt idx="125">
                  <c:v>155.37</c:v>
                </c:pt>
                <c:pt idx="126">
                  <c:v>155.15</c:v>
                </c:pt>
                <c:pt idx="127">
                  <c:v>154.38</c:v>
                </c:pt>
                <c:pt idx="128">
                  <c:v>153.16999999999999</c:v>
                </c:pt>
                <c:pt idx="129">
                  <c:v>152.35</c:v>
                </c:pt>
                <c:pt idx="130">
                  <c:v>151.27000000000001</c:v>
                </c:pt>
                <c:pt idx="131">
                  <c:v>151.19999999999999</c:v>
                </c:pt>
                <c:pt idx="132">
                  <c:v>149.80000000000001</c:v>
                </c:pt>
                <c:pt idx="133">
                  <c:v>150.77000000000001</c:v>
                </c:pt>
                <c:pt idx="134">
                  <c:v>151.03</c:v>
                </c:pt>
                <c:pt idx="135">
                  <c:v>151.1</c:v>
                </c:pt>
                <c:pt idx="136">
                  <c:v>148.9</c:v>
                </c:pt>
                <c:pt idx="137">
                  <c:v>148.68</c:v>
                </c:pt>
                <c:pt idx="138">
                  <c:v>148.6</c:v>
                </c:pt>
                <c:pt idx="139">
                  <c:v>147.5</c:v>
                </c:pt>
                <c:pt idx="140">
                  <c:v>148.05000000000001</c:v>
                </c:pt>
                <c:pt idx="141">
                  <c:v>148.35</c:v>
                </c:pt>
                <c:pt idx="142">
                  <c:v>147.30000000000001</c:v>
                </c:pt>
                <c:pt idx="143">
                  <c:v>148.05000000000001</c:v>
                </c:pt>
                <c:pt idx="144">
                  <c:v>148.97</c:v>
                </c:pt>
                <c:pt idx="145">
                  <c:v>148.44999999999999</c:v>
                </c:pt>
                <c:pt idx="146">
                  <c:v>148.35</c:v>
                </c:pt>
                <c:pt idx="147">
                  <c:v>148.88</c:v>
                </c:pt>
                <c:pt idx="148">
                  <c:v>150.44999999999999</c:v>
                </c:pt>
                <c:pt idx="149">
                  <c:v>149.6</c:v>
                </c:pt>
                <c:pt idx="150">
                  <c:v>148.19999999999999</c:v>
                </c:pt>
                <c:pt idx="151">
                  <c:v>146.13</c:v>
                </c:pt>
                <c:pt idx="152">
                  <c:v>147.25</c:v>
                </c:pt>
                <c:pt idx="153">
                  <c:v>149.6</c:v>
                </c:pt>
                <c:pt idx="154">
                  <c:v>149.9</c:v>
                </c:pt>
                <c:pt idx="155">
                  <c:v>149.75</c:v>
                </c:pt>
                <c:pt idx="156">
                  <c:v>149.80000000000001</c:v>
                </c:pt>
                <c:pt idx="157">
                  <c:v>150.15</c:v>
                </c:pt>
                <c:pt idx="158">
                  <c:v>149.82</c:v>
                </c:pt>
                <c:pt idx="159">
                  <c:v>150.15</c:v>
                </c:pt>
                <c:pt idx="160">
                  <c:v>150.35</c:v>
                </c:pt>
                <c:pt idx="161">
                  <c:v>149.47999999999999</c:v>
                </c:pt>
                <c:pt idx="162">
                  <c:v>147.44999999999999</c:v>
                </c:pt>
                <c:pt idx="163">
                  <c:v>148.38</c:v>
                </c:pt>
                <c:pt idx="164">
                  <c:v>147.57</c:v>
                </c:pt>
                <c:pt idx="165">
                  <c:v>146.87</c:v>
                </c:pt>
                <c:pt idx="166">
                  <c:v>146.4</c:v>
                </c:pt>
                <c:pt idx="167">
                  <c:v>145.75</c:v>
                </c:pt>
                <c:pt idx="168">
                  <c:v>146.6</c:v>
                </c:pt>
                <c:pt idx="169">
                  <c:v>146.55000000000001</c:v>
                </c:pt>
                <c:pt idx="170">
                  <c:v>144.44999999999999</c:v>
                </c:pt>
                <c:pt idx="171">
                  <c:v>143.47999999999999</c:v>
                </c:pt>
                <c:pt idx="172">
                  <c:v>143.62</c:v>
                </c:pt>
                <c:pt idx="173">
                  <c:v>144.30000000000001</c:v>
                </c:pt>
                <c:pt idx="174">
                  <c:v>143.93</c:v>
                </c:pt>
                <c:pt idx="175">
                  <c:v>143.52000000000001</c:v>
                </c:pt>
                <c:pt idx="176">
                  <c:v>143.55000000000001</c:v>
                </c:pt>
                <c:pt idx="177">
                  <c:v>141.68</c:v>
                </c:pt>
                <c:pt idx="178">
                  <c:v>141.05000000000001</c:v>
                </c:pt>
                <c:pt idx="179">
                  <c:v>140.1</c:v>
                </c:pt>
                <c:pt idx="180">
                  <c:v>139.19999999999999</c:v>
                </c:pt>
                <c:pt idx="181">
                  <c:v>139.85</c:v>
                </c:pt>
                <c:pt idx="182">
                  <c:v>137.69999999999999</c:v>
                </c:pt>
                <c:pt idx="183">
                  <c:v>137.35</c:v>
                </c:pt>
                <c:pt idx="184">
                  <c:v>136.66999999999999</c:v>
                </c:pt>
                <c:pt idx="185">
                  <c:v>137</c:v>
                </c:pt>
                <c:pt idx="186">
                  <c:v>137.5</c:v>
                </c:pt>
                <c:pt idx="187">
                  <c:v>137.5</c:v>
                </c:pt>
                <c:pt idx="188">
                  <c:v>136.93</c:v>
                </c:pt>
                <c:pt idx="189">
                  <c:v>136.9</c:v>
                </c:pt>
                <c:pt idx="190">
                  <c:v>136.1</c:v>
                </c:pt>
                <c:pt idx="191">
                  <c:v>137.38</c:v>
                </c:pt>
                <c:pt idx="192">
                  <c:v>137.27000000000001</c:v>
                </c:pt>
                <c:pt idx="193">
                  <c:v>138.37</c:v>
                </c:pt>
                <c:pt idx="194">
                  <c:v>138.27000000000001</c:v>
                </c:pt>
                <c:pt idx="195">
                  <c:v>136.9</c:v>
                </c:pt>
                <c:pt idx="196">
                  <c:v>136.94999999999999</c:v>
                </c:pt>
                <c:pt idx="197">
                  <c:v>136.13</c:v>
                </c:pt>
                <c:pt idx="198">
                  <c:v>133.9</c:v>
                </c:pt>
                <c:pt idx="199">
                  <c:v>132.4</c:v>
                </c:pt>
                <c:pt idx="200">
                  <c:v>130.5</c:v>
                </c:pt>
                <c:pt idx="201">
                  <c:v>130.33000000000001</c:v>
                </c:pt>
                <c:pt idx="202">
                  <c:v>129.97</c:v>
                </c:pt>
                <c:pt idx="203">
                  <c:v>129.94999999999999</c:v>
                </c:pt>
                <c:pt idx="204">
                  <c:v>128.65</c:v>
                </c:pt>
                <c:pt idx="205">
                  <c:v>128.15</c:v>
                </c:pt>
                <c:pt idx="206">
                  <c:v>127.25</c:v>
                </c:pt>
                <c:pt idx="207">
                  <c:v>125.27</c:v>
                </c:pt>
                <c:pt idx="208">
                  <c:v>125.05</c:v>
                </c:pt>
                <c:pt idx="209">
                  <c:v>125.75</c:v>
                </c:pt>
                <c:pt idx="210">
                  <c:v>126.05</c:v>
                </c:pt>
                <c:pt idx="211">
                  <c:v>127.5</c:v>
                </c:pt>
                <c:pt idx="212">
                  <c:v>128.05000000000001</c:v>
                </c:pt>
                <c:pt idx="213">
                  <c:v>127.3</c:v>
                </c:pt>
                <c:pt idx="214">
                  <c:v>128</c:v>
                </c:pt>
                <c:pt idx="215">
                  <c:v>128.4</c:v>
                </c:pt>
                <c:pt idx="216">
                  <c:v>129.1</c:v>
                </c:pt>
                <c:pt idx="217">
                  <c:v>129.94999999999999</c:v>
                </c:pt>
                <c:pt idx="218">
                  <c:v>130.47999999999999</c:v>
                </c:pt>
                <c:pt idx="219">
                  <c:v>128.6</c:v>
                </c:pt>
                <c:pt idx="220">
                  <c:v>126.8</c:v>
                </c:pt>
                <c:pt idx="221">
                  <c:v>127.3</c:v>
                </c:pt>
                <c:pt idx="222">
                  <c:v>128.15</c:v>
                </c:pt>
                <c:pt idx="223">
                  <c:v>129.9</c:v>
                </c:pt>
                <c:pt idx="224">
                  <c:v>129.72999999999999</c:v>
                </c:pt>
                <c:pt idx="225">
                  <c:v>128.85</c:v>
                </c:pt>
                <c:pt idx="226">
                  <c:v>129.6</c:v>
                </c:pt>
                <c:pt idx="227">
                  <c:v>129.62</c:v>
                </c:pt>
                <c:pt idx="228">
                  <c:v>129.27000000000001</c:v>
                </c:pt>
                <c:pt idx="229">
                  <c:v>129.43</c:v>
                </c:pt>
                <c:pt idx="230">
                  <c:v>129</c:v>
                </c:pt>
                <c:pt idx="231">
                  <c:v>128.94999999999999</c:v>
                </c:pt>
                <c:pt idx="232">
                  <c:v>127.65</c:v>
                </c:pt>
                <c:pt idx="233">
                  <c:v>127.32</c:v>
                </c:pt>
                <c:pt idx="234">
                  <c:v>127.35</c:v>
                </c:pt>
                <c:pt idx="235">
                  <c:v>128.75</c:v>
                </c:pt>
                <c:pt idx="236">
                  <c:v>128.33000000000001</c:v>
                </c:pt>
                <c:pt idx="237">
                  <c:v>129.85</c:v>
                </c:pt>
                <c:pt idx="238">
                  <c:v>132.44999999999999</c:v>
                </c:pt>
                <c:pt idx="239">
                  <c:v>133.1</c:v>
                </c:pt>
                <c:pt idx="240">
                  <c:v>134.4</c:v>
                </c:pt>
                <c:pt idx="241">
                  <c:v>134.05000000000001</c:v>
                </c:pt>
                <c:pt idx="242">
                  <c:v>134.53</c:v>
                </c:pt>
                <c:pt idx="243">
                  <c:v>132.35</c:v>
                </c:pt>
                <c:pt idx="244">
                  <c:v>131.05000000000001</c:v>
                </c:pt>
                <c:pt idx="245">
                  <c:v>131.9</c:v>
                </c:pt>
                <c:pt idx="246">
                  <c:v>132.1</c:v>
                </c:pt>
                <c:pt idx="247">
                  <c:v>131.82</c:v>
                </c:pt>
                <c:pt idx="248">
                  <c:v>132.13</c:v>
                </c:pt>
                <c:pt idx="249">
                  <c:v>132.94999999999999</c:v>
                </c:pt>
                <c:pt idx="250">
                  <c:v>133.25</c:v>
                </c:pt>
                <c:pt idx="251">
                  <c:v>133.22999999999999</c:v>
                </c:pt>
                <c:pt idx="252">
                  <c:v>134.15</c:v>
                </c:pt>
                <c:pt idx="253">
                  <c:v>134.85</c:v>
                </c:pt>
                <c:pt idx="254">
                  <c:v>135.6</c:v>
                </c:pt>
                <c:pt idx="255">
                  <c:v>136.05000000000001</c:v>
                </c:pt>
                <c:pt idx="256">
                  <c:v>135.9</c:v>
                </c:pt>
                <c:pt idx="257">
                  <c:v>136.05000000000001</c:v>
                </c:pt>
                <c:pt idx="258">
                  <c:v>136.44999999999999</c:v>
                </c:pt>
                <c:pt idx="259">
                  <c:v>135.12</c:v>
                </c:pt>
                <c:pt idx="260">
                  <c:v>135.75</c:v>
                </c:pt>
                <c:pt idx="261">
                  <c:v>135.13</c:v>
                </c:pt>
                <c:pt idx="262">
                  <c:v>134.6</c:v>
                </c:pt>
                <c:pt idx="263">
                  <c:v>133.05000000000001</c:v>
                </c:pt>
                <c:pt idx="264">
                  <c:v>135.1</c:v>
                </c:pt>
                <c:pt idx="265">
                  <c:v>136.69999999999999</c:v>
                </c:pt>
                <c:pt idx="266">
                  <c:v>136.44999999999999</c:v>
                </c:pt>
                <c:pt idx="267">
                  <c:v>134.05000000000001</c:v>
                </c:pt>
                <c:pt idx="268">
                  <c:v>134.6</c:v>
                </c:pt>
                <c:pt idx="269">
                  <c:v>134.25</c:v>
                </c:pt>
                <c:pt idx="270">
                  <c:v>135.05000000000001</c:v>
                </c:pt>
                <c:pt idx="271">
                  <c:v>135.9</c:v>
                </c:pt>
                <c:pt idx="272">
                  <c:v>136.85</c:v>
                </c:pt>
                <c:pt idx="273">
                  <c:v>132.88</c:v>
                </c:pt>
                <c:pt idx="274">
                  <c:v>132.80000000000001</c:v>
                </c:pt>
                <c:pt idx="275">
                  <c:v>132.05000000000001</c:v>
                </c:pt>
                <c:pt idx="276">
                  <c:v>131.69999999999999</c:v>
                </c:pt>
                <c:pt idx="277">
                  <c:v>132.41</c:v>
                </c:pt>
                <c:pt idx="278">
                  <c:v>132.22999999999999</c:v>
                </c:pt>
                <c:pt idx="279">
                  <c:v>132.27000000000001</c:v>
                </c:pt>
                <c:pt idx="280">
                  <c:v>132.19999999999999</c:v>
                </c:pt>
                <c:pt idx="281">
                  <c:v>131.53</c:v>
                </c:pt>
                <c:pt idx="282">
                  <c:v>131.6</c:v>
                </c:pt>
                <c:pt idx="283">
                  <c:v>131.44999999999999</c:v>
                </c:pt>
                <c:pt idx="284">
                  <c:v>131.44999999999999</c:v>
                </c:pt>
                <c:pt idx="285">
                  <c:v>131.08000000000001</c:v>
                </c:pt>
                <c:pt idx="286">
                  <c:v>129.72999999999999</c:v>
                </c:pt>
                <c:pt idx="287">
                  <c:v>128.35</c:v>
                </c:pt>
                <c:pt idx="288">
                  <c:v>127.95</c:v>
                </c:pt>
                <c:pt idx="289">
                  <c:v>127.9</c:v>
                </c:pt>
                <c:pt idx="290">
                  <c:v>127.72</c:v>
                </c:pt>
                <c:pt idx="291">
                  <c:v>128.30000000000001</c:v>
                </c:pt>
                <c:pt idx="292">
                  <c:v>129.08000000000001</c:v>
                </c:pt>
                <c:pt idx="293">
                  <c:v>129.80000000000001</c:v>
                </c:pt>
                <c:pt idx="294">
                  <c:v>130.44999999999999</c:v>
                </c:pt>
                <c:pt idx="295">
                  <c:v>130.4</c:v>
                </c:pt>
                <c:pt idx="296">
                  <c:v>131.55000000000001</c:v>
                </c:pt>
                <c:pt idx="297">
                  <c:v>131.80000000000001</c:v>
                </c:pt>
                <c:pt idx="298">
                  <c:v>131.4</c:v>
                </c:pt>
                <c:pt idx="299">
                  <c:v>132.19999999999999</c:v>
                </c:pt>
                <c:pt idx="300">
                  <c:v>133.35</c:v>
                </c:pt>
                <c:pt idx="301">
                  <c:v>132.85</c:v>
                </c:pt>
                <c:pt idx="302">
                  <c:v>132.27000000000001</c:v>
                </c:pt>
                <c:pt idx="303">
                  <c:v>132.94999999999999</c:v>
                </c:pt>
                <c:pt idx="304">
                  <c:v>134.55000000000001</c:v>
                </c:pt>
                <c:pt idx="305">
                  <c:v>135.55000000000001</c:v>
                </c:pt>
                <c:pt idx="306">
                  <c:v>135.38999999999999</c:v>
                </c:pt>
                <c:pt idx="307">
                  <c:v>136.25</c:v>
                </c:pt>
                <c:pt idx="308">
                  <c:v>135.80000000000001</c:v>
                </c:pt>
                <c:pt idx="309">
                  <c:v>136.25</c:v>
                </c:pt>
                <c:pt idx="310">
                  <c:v>138.1</c:v>
                </c:pt>
                <c:pt idx="311">
                  <c:v>136.30000000000001</c:v>
                </c:pt>
                <c:pt idx="312">
                  <c:v>136.4</c:v>
                </c:pt>
                <c:pt idx="313">
                  <c:v>135.94999999999999</c:v>
                </c:pt>
                <c:pt idx="314">
                  <c:v>137.19999999999999</c:v>
                </c:pt>
                <c:pt idx="315">
                  <c:v>138.15</c:v>
                </c:pt>
                <c:pt idx="316">
                  <c:v>138.15</c:v>
                </c:pt>
                <c:pt idx="317">
                  <c:v>138.6</c:v>
                </c:pt>
                <c:pt idx="318">
                  <c:v>137.6</c:v>
                </c:pt>
                <c:pt idx="319">
                  <c:v>137.19999999999999</c:v>
                </c:pt>
                <c:pt idx="320">
                  <c:v>138.43</c:v>
                </c:pt>
                <c:pt idx="321">
                  <c:v>138.35</c:v>
                </c:pt>
                <c:pt idx="322">
                  <c:v>139.1</c:v>
                </c:pt>
                <c:pt idx="323">
                  <c:v>141.19999999999999</c:v>
                </c:pt>
                <c:pt idx="324">
                  <c:v>140.6</c:v>
                </c:pt>
                <c:pt idx="325">
                  <c:v>140.19999999999999</c:v>
                </c:pt>
                <c:pt idx="326">
                  <c:v>138.30000000000001</c:v>
                </c:pt>
                <c:pt idx="327">
                  <c:v>137.4</c:v>
                </c:pt>
                <c:pt idx="328">
                  <c:v>135.97</c:v>
                </c:pt>
                <c:pt idx="329">
                  <c:v>136.9</c:v>
                </c:pt>
                <c:pt idx="330">
                  <c:v>137.25</c:v>
                </c:pt>
                <c:pt idx="331">
                  <c:v>135.1</c:v>
                </c:pt>
                <c:pt idx="332">
                  <c:v>136.35</c:v>
                </c:pt>
                <c:pt idx="333">
                  <c:v>135.94999999999999</c:v>
                </c:pt>
                <c:pt idx="334">
                  <c:v>136.30000000000001</c:v>
                </c:pt>
                <c:pt idx="335">
                  <c:v>134.47999999999999</c:v>
                </c:pt>
                <c:pt idx="336">
                  <c:v>134.85</c:v>
                </c:pt>
                <c:pt idx="337">
                  <c:v>136.35</c:v>
                </c:pt>
                <c:pt idx="338">
                  <c:v>136.80000000000001</c:v>
                </c:pt>
                <c:pt idx="339">
                  <c:v>138.58000000000001</c:v>
                </c:pt>
                <c:pt idx="340">
                  <c:v>139.44999999999999</c:v>
                </c:pt>
                <c:pt idx="341">
                  <c:v>137.94</c:v>
                </c:pt>
                <c:pt idx="342">
                  <c:v>138.05000000000001</c:v>
                </c:pt>
                <c:pt idx="343">
                  <c:v>138.05000000000001</c:v>
                </c:pt>
                <c:pt idx="344">
                  <c:v>138.13</c:v>
                </c:pt>
                <c:pt idx="345">
                  <c:v>137.69999999999999</c:v>
                </c:pt>
                <c:pt idx="346">
                  <c:v>136.38</c:v>
                </c:pt>
                <c:pt idx="347">
                  <c:v>137.6</c:v>
                </c:pt>
                <c:pt idx="348">
                  <c:v>138.1</c:v>
                </c:pt>
                <c:pt idx="349">
                  <c:v>138.55000000000001</c:v>
                </c:pt>
                <c:pt idx="350">
                  <c:v>138.47</c:v>
                </c:pt>
                <c:pt idx="351">
                  <c:v>137.94999999999999</c:v>
                </c:pt>
                <c:pt idx="352">
                  <c:v>138.35</c:v>
                </c:pt>
                <c:pt idx="353">
                  <c:v>139.30000000000001</c:v>
                </c:pt>
                <c:pt idx="354">
                  <c:v>138.75</c:v>
                </c:pt>
                <c:pt idx="355">
                  <c:v>139.41999999999999</c:v>
                </c:pt>
                <c:pt idx="356">
                  <c:v>138.15</c:v>
                </c:pt>
                <c:pt idx="357">
                  <c:v>137.99</c:v>
                </c:pt>
                <c:pt idx="358">
                  <c:v>137.55000000000001</c:v>
                </c:pt>
                <c:pt idx="359">
                  <c:v>138.5</c:v>
                </c:pt>
                <c:pt idx="360">
                  <c:v>138.22</c:v>
                </c:pt>
                <c:pt idx="361">
                  <c:v>137.5</c:v>
                </c:pt>
                <c:pt idx="362">
                  <c:v>138.05000000000001</c:v>
                </c:pt>
                <c:pt idx="363">
                  <c:v>137.72999999999999</c:v>
                </c:pt>
                <c:pt idx="364">
                  <c:v>138.4</c:v>
                </c:pt>
                <c:pt idx="365">
                  <c:v>138.19999999999999</c:v>
                </c:pt>
                <c:pt idx="366">
                  <c:v>137.80000000000001</c:v>
                </c:pt>
                <c:pt idx="367">
                  <c:v>138.19999999999999</c:v>
                </c:pt>
                <c:pt idx="368">
                  <c:v>137.85</c:v>
                </c:pt>
                <c:pt idx="369">
                  <c:v>138.44999999999999</c:v>
                </c:pt>
                <c:pt idx="370">
                  <c:v>139.08000000000001</c:v>
                </c:pt>
                <c:pt idx="371">
                  <c:v>138.66</c:v>
                </c:pt>
                <c:pt idx="372">
                  <c:v>139.13</c:v>
                </c:pt>
                <c:pt idx="373">
                  <c:v>139.18</c:v>
                </c:pt>
                <c:pt idx="374">
                  <c:v>140.31</c:v>
                </c:pt>
                <c:pt idx="375">
                  <c:v>141.9</c:v>
                </c:pt>
                <c:pt idx="376">
                  <c:v>141.19999999999999</c:v>
                </c:pt>
                <c:pt idx="377">
                  <c:v>141.9</c:v>
                </c:pt>
                <c:pt idx="378">
                  <c:v>141.33000000000001</c:v>
                </c:pt>
                <c:pt idx="379">
                  <c:v>140.55000000000001</c:v>
                </c:pt>
                <c:pt idx="380">
                  <c:v>140.97</c:v>
                </c:pt>
                <c:pt idx="381">
                  <c:v>140.9</c:v>
                </c:pt>
                <c:pt idx="382">
                  <c:v>140.08000000000001</c:v>
                </c:pt>
                <c:pt idx="383">
                  <c:v>138.74</c:v>
                </c:pt>
                <c:pt idx="384">
                  <c:v>139</c:v>
                </c:pt>
                <c:pt idx="385">
                  <c:v>138.9</c:v>
                </c:pt>
                <c:pt idx="386">
                  <c:v>138.82</c:v>
                </c:pt>
                <c:pt idx="387">
                  <c:v>138.30000000000001</c:v>
                </c:pt>
                <c:pt idx="388">
                  <c:v>138.1</c:v>
                </c:pt>
                <c:pt idx="389">
                  <c:v>137.9</c:v>
                </c:pt>
                <c:pt idx="390">
                  <c:v>138.4</c:v>
                </c:pt>
                <c:pt idx="391">
                  <c:v>138.78</c:v>
                </c:pt>
                <c:pt idx="392">
                  <c:v>139.5</c:v>
                </c:pt>
                <c:pt idx="393">
                  <c:v>139.1</c:v>
                </c:pt>
                <c:pt idx="394">
                  <c:v>138.35</c:v>
                </c:pt>
                <c:pt idx="395">
                  <c:v>138.72999999999999</c:v>
                </c:pt>
                <c:pt idx="396">
                  <c:v>138.65</c:v>
                </c:pt>
                <c:pt idx="397">
                  <c:v>138.53</c:v>
                </c:pt>
                <c:pt idx="398">
                  <c:v>138.58000000000001</c:v>
                </c:pt>
                <c:pt idx="399">
                  <c:v>136.75</c:v>
                </c:pt>
                <c:pt idx="400">
                  <c:v>136.69999999999999</c:v>
                </c:pt>
                <c:pt idx="401">
                  <c:v>137.15</c:v>
                </c:pt>
                <c:pt idx="402">
                  <c:v>136.80000000000001</c:v>
                </c:pt>
                <c:pt idx="403">
                  <c:v>136.80000000000001</c:v>
                </c:pt>
                <c:pt idx="404">
                  <c:v>136.44999999999999</c:v>
                </c:pt>
                <c:pt idx="405">
                  <c:v>137.44999999999999</c:v>
                </c:pt>
                <c:pt idx="406">
                  <c:v>136.97999999999999</c:v>
                </c:pt>
                <c:pt idx="407">
                  <c:v>137.38</c:v>
                </c:pt>
                <c:pt idx="408">
                  <c:v>138.85</c:v>
                </c:pt>
                <c:pt idx="409">
                  <c:v>137.9</c:v>
                </c:pt>
                <c:pt idx="410">
                  <c:v>138.18</c:v>
                </c:pt>
                <c:pt idx="411">
                  <c:v>137.93</c:v>
                </c:pt>
                <c:pt idx="412">
                  <c:v>137.41999999999999</c:v>
                </c:pt>
                <c:pt idx="413">
                  <c:v>137.66999999999999</c:v>
                </c:pt>
                <c:pt idx="414">
                  <c:v>136.74</c:v>
                </c:pt>
                <c:pt idx="415">
                  <c:v>136.68</c:v>
                </c:pt>
                <c:pt idx="416">
                  <c:v>135.72999999999999</c:v>
                </c:pt>
                <c:pt idx="417">
                  <c:v>135.85</c:v>
                </c:pt>
                <c:pt idx="418">
                  <c:v>136.47</c:v>
                </c:pt>
                <c:pt idx="419">
                  <c:v>136.9</c:v>
                </c:pt>
                <c:pt idx="420">
                  <c:v>136.54</c:v>
                </c:pt>
                <c:pt idx="421">
                  <c:v>136.52000000000001</c:v>
                </c:pt>
                <c:pt idx="422">
                  <c:v>136.61000000000001</c:v>
                </c:pt>
                <c:pt idx="423">
                  <c:v>136.47</c:v>
                </c:pt>
                <c:pt idx="424">
                  <c:v>137.25</c:v>
                </c:pt>
                <c:pt idx="425">
                  <c:v>138.30000000000001</c:v>
                </c:pt>
                <c:pt idx="426">
                  <c:v>137.44999999999999</c:v>
                </c:pt>
                <c:pt idx="427">
                  <c:v>136.80000000000001</c:v>
                </c:pt>
                <c:pt idx="428">
                  <c:v>136.43</c:v>
                </c:pt>
                <c:pt idx="429">
                  <c:v>137.1</c:v>
                </c:pt>
                <c:pt idx="430">
                  <c:v>137</c:v>
                </c:pt>
                <c:pt idx="431">
                  <c:v>137</c:v>
                </c:pt>
                <c:pt idx="432">
                  <c:v>136.6</c:v>
                </c:pt>
                <c:pt idx="433">
                  <c:v>137</c:v>
                </c:pt>
                <c:pt idx="434">
                  <c:v>136.85</c:v>
                </c:pt>
                <c:pt idx="435">
                  <c:v>136.75</c:v>
                </c:pt>
                <c:pt idx="436">
                  <c:v>136.02000000000001</c:v>
                </c:pt>
                <c:pt idx="437">
                  <c:v>135.30000000000001</c:v>
                </c:pt>
                <c:pt idx="438">
                  <c:v>135.87</c:v>
                </c:pt>
                <c:pt idx="439">
                  <c:v>136.15</c:v>
                </c:pt>
                <c:pt idx="440">
                  <c:v>134.94999999999999</c:v>
                </c:pt>
                <c:pt idx="441">
                  <c:v>134.85</c:v>
                </c:pt>
                <c:pt idx="442">
                  <c:v>134.94999999999999</c:v>
                </c:pt>
                <c:pt idx="443">
                  <c:v>134.06</c:v>
                </c:pt>
                <c:pt idx="444">
                  <c:v>133.97999999999999</c:v>
                </c:pt>
                <c:pt idx="445">
                  <c:v>133.65</c:v>
                </c:pt>
                <c:pt idx="446">
                  <c:v>133.82</c:v>
                </c:pt>
                <c:pt idx="447">
                  <c:v>134.16999999999999</c:v>
                </c:pt>
                <c:pt idx="448">
                  <c:v>134.5</c:v>
                </c:pt>
                <c:pt idx="449">
                  <c:v>134.37</c:v>
                </c:pt>
                <c:pt idx="450">
                  <c:v>133.05000000000001</c:v>
                </c:pt>
                <c:pt idx="451">
                  <c:v>133.08000000000001</c:v>
                </c:pt>
                <c:pt idx="452">
                  <c:v>133.30000000000001</c:v>
                </c:pt>
                <c:pt idx="453">
                  <c:v>133.66999999999999</c:v>
                </c:pt>
                <c:pt idx="454">
                  <c:v>133.4</c:v>
                </c:pt>
                <c:pt idx="455">
                  <c:v>132.85</c:v>
                </c:pt>
                <c:pt idx="456">
                  <c:v>133.19999999999999</c:v>
                </c:pt>
                <c:pt idx="457">
                  <c:v>132.68</c:v>
                </c:pt>
                <c:pt idx="458">
                  <c:v>130.77000000000001</c:v>
                </c:pt>
                <c:pt idx="459">
                  <c:v>130.03</c:v>
                </c:pt>
                <c:pt idx="460">
                  <c:v>129.30000000000001</c:v>
                </c:pt>
                <c:pt idx="461">
                  <c:v>130.1</c:v>
                </c:pt>
                <c:pt idx="462">
                  <c:v>130.25</c:v>
                </c:pt>
                <c:pt idx="463">
                  <c:v>130.35</c:v>
                </c:pt>
                <c:pt idx="464">
                  <c:v>129.72999999999999</c:v>
                </c:pt>
                <c:pt idx="465">
                  <c:v>129.4</c:v>
                </c:pt>
                <c:pt idx="466">
                  <c:v>130.22</c:v>
                </c:pt>
                <c:pt idx="467">
                  <c:v>130.02000000000001</c:v>
                </c:pt>
                <c:pt idx="468">
                  <c:v>129.83000000000001</c:v>
                </c:pt>
                <c:pt idx="469">
                  <c:v>129.77000000000001</c:v>
                </c:pt>
                <c:pt idx="470">
                  <c:v>130.72999999999999</c:v>
                </c:pt>
                <c:pt idx="471">
                  <c:v>131.19999999999999</c:v>
                </c:pt>
                <c:pt idx="472">
                  <c:v>131.55000000000001</c:v>
                </c:pt>
                <c:pt idx="473">
                  <c:v>131.18</c:v>
                </c:pt>
                <c:pt idx="474">
                  <c:v>131.4</c:v>
                </c:pt>
                <c:pt idx="475">
                  <c:v>132.25</c:v>
                </c:pt>
                <c:pt idx="476">
                  <c:v>130.75</c:v>
                </c:pt>
                <c:pt idx="477">
                  <c:v>131.08000000000001</c:v>
                </c:pt>
                <c:pt idx="478">
                  <c:v>130.6</c:v>
                </c:pt>
                <c:pt idx="479">
                  <c:v>130.30000000000001</c:v>
                </c:pt>
                <c:pt idx="480">
                  <c:v>128.9</c:v>
                </c:pt>
                <c:pt idx="481">
                  <c:v>129.80000000000001</c:v>
                </c:pt>
                <c:pt idx="482">
                  <c:v>129.9</c:v>
                </c:pt>
                <c:pt idx="483">
                  <c:v>129.69999999999999</c:v>
                </c:pt>
                <c:pt idx="484">
                  <c:v>130.32</c:v>
                </c:pt>
                <c:pt idx="485">
                  <c:v>129.91</c:v>
                </c:pt>
                <c:pt idx="486">
                  <c:v>129.65</c:v>
                </c:pt>
                <c:pt idx="487">
                  <c:v>130.12</c:v>
                </c:pt>
                <c:pt idx="488">
                  <c:v>129.87</c:v>
                </c:pt>
                <c:pt idx="489">
                  <c:v>130.05000000000001</c:v>
                </c:pt>
                <c:pt idx="490">
                  <c:v>129.30000000000001</c:v>
                </c:pt>
                <c:pt idx="491">
                  <c:v>129.94999999999999</c:v>
                </c:pt>
                <c:pt idx="492">
                  <c:v>129.77000000000001</c:v>
                </c:pt>
                <c:pt idx="493">
                  <c:v>129.62</c:v>
                </c:pt>
                <c:pt idx="494">
                  <c:v>129.53</c:v>
                </c:pt>
                <c:pt idx="495">
                  <c:v>127.77</c:v>
                </c:pt>
                <c:pt idx="496">
                  <c:v>128.1</c:v>
                </c:pt>
                <c:pt idx="497">
                  <c:v>130.28</c:v>
                </c:pt>
                <c:pt idx="498">
                  <c:v>129.9</c:v>
                </c:pt>
                <c:pt idx="499">
                  <c:v>130.08000000000001</c:v>
                </c:pt>
                <c:pt idx="500">
                  <c:v>129.94999999999999</c:v>
                </c:pt>
                <c:pt idx="501">
                  <c:v>129.55000000000001</c:v>
                </c:pt>
                <c:pt idx="502">
                  <c:v>129.55000000000001</c:v>
                </c:pt>
                <c:pt idx="503">
                  <c:v>128.77000000000001</c:v>
                </c:pt>
                <c:pt idx="504">
                  <c:v>128.19999999999999</c:v>
                </c:pt>
                <c:pt idx="505">
                  <c:v>128.4</c:v>
                </c:pt>
                <c:pt idx="506">
                  <c:v>128.69999999999999</c:v>
                </c:pt>
                <c:pt idx="507">
                  <c:v>129.15</c:v>
                </c:pt>
                <c:pt idx="508">
                  <c:v>129.24</c:v>
                </c:pt>
                <c:pt idx="509">
                  <c:v>128.80000000000001</c:v>
                </c:pt>
                <c:pt idx="510">
                  <c:v>128.47</c:v>
                </c:pt>
                <c:pt idx="511">
                  <c:v>128.6</c:v>
                </c:pt>
                <c:pt idx="512">
                  <c:v>128.44999999999999</c:v>
                </c:pt>
                <c:pt idx="513">
                  <c:v>128.33000000000001</c:v>
                </c:pt>
                <c:pt idx="514">
                  <c:v>127.57</c:v>
                </c:pt>
                <c:pt idx="515">
                  <c:v>126.55</c:v>
                </c:pt>
                <c:pt idx="516">
                  <c:v>127.55</c:v>
                </c:pt>
                <c:pt idx="517">
                  <c:v>127.02</c:v>
                </c:pt>
                <c:pt idx="518">
                  <c:v>126.78</c:v>
                </c:pt>
                <c:pt idx="519">
                  <c:v>125.57</c:v>
                </c:pt>
                <c:pt idx="520">
                  <c:v>125.75</c:v>
                </c:pt>
                <c:pt idx="521">
                  <c:v>124.9</c:v>
                </c:pt>
                <c:pt idx="522">
                  <c:v>124.9</c:v>
                </c:pt>
                <c:pt idx="523">
                  <c:v>124.5</c:v>
                </c:pt>
                <c:pt idx="524">
                  <c:v>124.8</c:v>
                </c:pt>
                <c:pt idx="525">
                  <c:v>124.1</c:v>
                </c:pt>
                <c:pt idx="526">
                  <c:v>124.4</c:v>
                </c:pt>
                <c:pt idx="527">
                  <c:v>124.9</c:v>
                </c:pt>
                <c:pt idx="528">
                  <c:v>125.4</c:v>
                </c:pt>
                <c:pt idx="529">
                  <c:v>127.05</c:v>
                </c:pt>
                <c:pt idx="530">
                  <c:v>126.85</c:v>
                </c:pt>
                <c:pt idx="531">
                  <c:v>126.8</c:v>
                </c:pt>
                <c:pt idx="532">
                  <c:v>128.4</c:v>
                </c:pt>
                <c:pt idx="533">
                  <c:v>128.28</c:v>
                </c:pt>
                <c:pt idx="534">
                  <c:v>127.45</c:v>
                </c:pt>
                <c:pt idx="535">
                  <c:v>123.97</c:v>
                </c:pt>
                <c:pt idx="536">
                  <c:v>123.2</c:v>
                </c:pt>
                <c:pt idx="537">
                  <c:v>123.22</c:v>
                </c:pt>
                <c:pt idx="538">
                  <c:v>123.9</c:v>
                </c:pt>
                <c:pt idx="539">
                  <c:v>123.42</c:v>
                </c:pt>
                <c:pt idx="540">
                  <c:v>125.4</c:v>
                </c:pt>
                <c:pt idx="541">
                  <c:v>125.62</c:v>
                </c:pt>
                <c:pt idx="542">
                  <c:v>125.45</c:v>
                </c:pt>
                <c:pt idx="543">
                  <c:v>126</c:v>
                </c:pt>
                <c:pt idx="544">
                  <c:v>125.55</c:v>
                </c:pt>
                <c:pt idx="545">
                  <c:v>125.95</c:v>
                </c:pt>
                <c:pt idx="546">
                  <c:v>126.15</c:v>
                </c:pt>
                <c:pt idx="547">
                  <c:v>125.83</c:v>
                </c:pt>
                <c:pt idx="548">
                  <c:v>125.65</c:v>
                </c:pt>
                <c:pt idx="549">
                  <c:v>125.22</c:v>
                </c:pt>
                <c:pt idx="550">
                  <c:v>126.7</c:v>
                </c:pt>
                <c:pt idx="551">
                  <c:v>126.93</c:v>
                </c:pt>
                <c:pt idx="552">
                  <c:v>127.68</c:v>
                </c:pt>
                <c:pt idx="553">
                  <c:v>127.68</c:v>
                </c:pt>
                <c:pt idx="554">
                  <c:v>127.93</c:v>
                </c:pt>
                <c:pt idx="555">
                  <c:v>127</c:v>
                </c:pt>
                <c:pt idx="556">
                  <c:v>128</c:v>
                </c:pt>
                <c:pt idx="557">
                  <c:v>128.4</c:v>
                </c:pt>
                <c:pt idx="558">
                  <c:v>128.65</c:v>
                </c:pt>
                <c:pt idx="559">
                  <c:v>128.72</c:v>
                </c:pt>
                <c:pt idx="560">
                  <c:v>129.1</c:v>
                </c:pt>
                <c:pt idx="561">
                  <c:v>129.44999999999999</c:v>
                </c:pt>
                <c:pt idx="562">
                  <c:v>129.68</c:v>
                </c:pt>
                <c:pt idx="563">
                  <c:v>129.41</c:v>
                </c:pt>
                <c:pt idx="564">
                  <c:v>129.15</c:v>
                </c:pt>
                <c:pt idx="565">
                  <c:v>129.63</c:v>
                </c:pt>
                <c:pt idx="566">
                  <c:v>130.84</c:v>
                </c:pt>
                <c:pt idx="567">
                  <c:v>132.11000000000001</c:v>
                </c:pt>
                <c:pt idx="568">
                  <c:v>131.85</c:v>
                </c:pt>
                <c:pt idx="569">
                  <c:v>131.76</c:v>
                </c:pt>
                <c:pt idx="570">
                  <c:v>131.91999999999999</c:v>
                </c:pt>
                <c:pt idx="571">
                  <c:v>132.88</c:v>
                </c:pt>
                <c:pt idx="572">
                  <c:v>133.44999999999999</c:v>
                </c:pt>
                <c:pt idx="573">
                  <c:v>134.25</c:v>
                </c:pt>
                <c:pt idx="574">
                  <c:v>133.6</c:v>
                </c:pt>
                <c:pt idx="575">
                  <c:v>133.97999999999999</c:v>
                </c:pt>
                <c:pt idx="576">
                  <c:v>133.44999999999999</c:v>
                </c:pt>
                <c:pt idx="577">
                  <c:v>132.05000000000001</c:v>
                </c:pt>
                <c:pt idx="578">
                  <c:v>133.27000000000001</c:v>
                </c:pt>
                <c:pt idx="579">
                  <c:v>134.15</c:v>
                </c:pt>
                <c:pt idx="580">
                  <c:v>133.69999999999999</c:v>
                </c:pt>
                <c:pt idx="581">
                  <c:v>133.69</c:v>
                </c:pt>
                <c:pt idx="582">
                  <c:v>133.35</c:v>
                </c:pt>
                <c:pt idx="583">
                  <c:v>133.94999999999999</c:v>
                </c:pt>
                <c:pt idx="584">
                  <c:v>133.12</c:v>
                </c:pt>
                <c:pt idx="585">
                  <c:v>133.06</c:v>
                </c:pt>
                <c:pt idx="586">
                  <c:v>132.91999999999999</c:v>
                </c:pt>
                <c:pt idx="587">
                  <c:v>134.5</c:v>
                </c:pt>
                <c:pt idx="588">
                  <c:v>133.83000000000001</c:v>
                </c:pt>
                <c:pt idx="589">
                  <c:v>133.25</c:v>
                </c:pt>
                <c:pt idx="590">
                  <c:v>132.72</c:v>
                </c:pt>
                <c:pt idx="591">
                  <c:v>133.28</c:v>
                </c:pt>
                <c:pt idx="592">
                  <c:v>132.6</c:v>
                </c:pt>
                <c:pt idx="593">
                  <c:v>132.22999999999999</c:v>
                </c:pt>
                <c:pt idx="594">
                  <c:v>132.9</c:v>
                </c:pt>
                <c:pt idx="595">
                  <c:v>133.28</c:v>
                </c:pt>
                <c:pt idx="596">
                  <c:v>132.79</c:v>
                </c:pt>
                <c:pt idx="597">
                  <c:v>133.38999999999999</c:v>
                </c:pt>
                <c:pt idx="598">
                  <c:v>133.9</c:v>
                </c:pt>
                <c:pt idx="599">
                  <c:v>134</c:v>
                </c:pt>
                <c:pt idx="600">
                  <c:v>134.5</c:v>
                </c:pt>
                <c:pt idx="601">
                  <c:v>134.22999999999999</c:v>
                </c:pt>
                <c:pt idx="602">
                  <c:v>134.15</c:v>
                </c:pt>
                <c:pt idx="603">
                  <c:v>134.53</c:v>
                </c:pt>
                <c:pt idx="604">
                  <c:v>134.53</c:v>
                </c:pt>
                <c:pt idx="605">
                  <c:v>133.13</c:v>
                </c:pt>
                <c:pt idx="606">
                  <c:v>133.33000000000001</c:v>
                </c:pt>
                <c:pt idx="607">
                  <c:v>133.5</c:v>
                </c:pt>
                <c:pt idx="608">
                  <c:v>133.30000000000001</c:v>
                </c:pt>
                <c:pt idx="609">
                  <c:v>132.75</c:v>
                </c:pt>
                <c:pt idx="610">
                  <c:v>132.69999999999999</c:v>
                </c:pt>
                <c:pt idx="611">
                  <c:v>133.07</c:v>
                </c:pt>
                <c:pt idx="612">
                  <c:v>132.5</c:v>
                </c:pt>
                <c:pt idx="613">
                  <c:v>132.69999999999999</c:v>
                </c:pt>
                <c:pt idx="614">
                  <c:v>133.4</c:v>
                </c:pt>
                <c:pt idx="615">
                  <c:v>133.16999999999999</c:v>
                </c:pt>
                <c:pt idx="616">
                  <c:v>130.5</c:v>
                </c:pt>
                <c:pt idx="617">
                  <c:v>130.4</c:v>
                </c:pt>
                <c:pt idx="618">
                  <c:v>130.19999999999999</c:v>
                </c:pt>
                <c:pt idx="619">
                  <c:v>130.25</c:v>
                </c:pt>
                <c:pt idx="620">
                  <c:v>128.80000000000001</c:v>
                </c:pt>
                <c:pt idx="621">
                  <c:v>129.1</c:v>
                </c:pt>
                <c:pt idx="622">
                  <c:v>129.58000000000001</c:v>
                </c:pt>
                <c:pt idx="623">
                  <c:v>130.25</c:v>
                </c:pt>
                <c:pt idx="624">
                  <c:v>129.4</c:v>
                </c:pt>
                <c:pt idx="625">
                  <c:v>129.15</c:v>
                </c:pt>
                <c:pt idx="626">
                  <c:v>129.33000000000001</c:v>
                </c:pt>
                <c:pt idx="627">
                  <c:v>129.94999999999999</c:v>
                </c:pt>
                <c:pt idx="628">
                  <c:v>129.62</c:v>
                </c:pt>
                <c:pt idx="629">
                  <c:v>127.75</c:v>
                </c:pt>
                <c:pt idx="630">
                  <c:v>127.45</c:v>
                </c:pt>
                <c:pt idx="631">
                  <c:v>127.53</c:v>
                </c:pt>
                <c:pt idx="632">
                  <c:v>127.8</c:v>
                </c:pt>
                <c:pt idx="633">
                  <c:v>127.57</c:v>
                </c:pt>
                <c:pt idx="634">
                  <c:v>126.8</c:v>
                </c:pt>
                <c:pt idx="635">
                  <c:v>127.2</c:v>
                </c:pt>
                <c:pt idx="636">
                  <c:v>127.55</c:v>
                </c:pt>
                <c:pt idx="637">
                  <c:v>127.65</c:v>
                </c:pt>
                <c:pt idx="638">
                  <c:v>126.75</c:v>
                </c:pt>
                <c:pt idx="639">
                  <c:v>126.65</c:v>
                </c:pt>
                <c:pt idx="640">
                  <c:v>126.8</c:v>
                </c:pt>
                <c:pt idx="641">
                  <c:v>126.7</c:v>
                </c:pt>
                <c:pt idx="642">
                  <c:v>127.05</c:v>
                </c:pt>
                <c:pt idx="643">
                  <c:v>126.65</c:v>
                </c:pt>
                <c:pt idx="644">
                  <c:v>126.93</c:v>
                </c:pt>
                <c:pt idx="645">
                  <c:v>127.1</c:v>
                </c:pt>
                <c:pt idx="646">
                  <c:v>127.23</c:v>
                </c:pt>
                <c:pt idx="647">
                  <c:v>126.68</c:v>
                </c:pt>
                <c:pt idx="648">
                  <c:v>125.45</c:v>
                </c:pt>
                <c:pt idx="649">
                  <c:v>125.72</c:v>
                </c:pt>
                <c:pt idx="650">
                  <c:v>125.25</c:v>
                </c:pt>
                <c:pt idx="651">
                  <c:v>125.87</c:v>
                </c:pt>
                <c:pt idx="652">
                  <c:v>124.92</c:v>
                </c:pt>
                <c:pt idx="653">
                  <c:v>124.6</c:v>
                </c:pt>
                <c:pt idx="654">
                  <c:v>124.8</c:v>
                </c:pt>
                <c:pt idx="655">
                  <c:v>124.55</c:v>
                </c:pt>
                <c:pt idx="656">
                  <c:v>124.42</c:v>
                </c:pt>
                <c:pt idx="657">
                  <c:v>124.85</c:v>
                </c:pt>
                <c:pt idx="658">
                  <c:v>125.8</c:v>
                </c:pt>
                <c:pt idx="659">
                  <c:v>125.4</c:v>
                </c:pt>
                <c:pt idx="660">
                  <c:v>124.95</c:v>
                </c:pt>
                <c:pt idx="661">
                  <c:v>125.3</c:v>
                </c:pt>
                <c:pt idx="662">
                  <c:v>125</c:v>
                </c:pt>
                <c:pt idx="663">
                  <c:v>125.45</c:v>
                </c:pt>
                <c:pt idx="664">
                  <c:v>124.55</c:v>
                </c:pt>
                <c:pt idx="665">
                  <c:v>125.25</c:v>
                </c:pt>
                <c:pt idx="666">
                  <c:v>125.3</c:v>
                </c:pt>
                <c:pt idx="667">
                  <c:v>126.9</c:v>
                </c:pt>
                <c:pt idx="668">
                  <c:v>126.63</c:v>
                </c:pt>
                <c:pt idx="669">
                  <c:v>128.1</c:v>
                </c:pt>
                <c:pt idx="670">
                  <c:v>127.55</c:v>
                </c:pt>
                <c:pt idx="671">
                  <c:v>127.39</c:v>
                </c:pt>
                <c:pt idx="672">
                  <c:v>127.83</c:v>
                </c:pt>
                <c:pt idx="673">
                  <c:v>127.55</c:v>
                </c:pt>
                <c:pt idx="674">
                  <c:v>127.2</c:v>
                </c:pt>
                <c:pt idx="675">
                  <c:v>127.18</c:v>
                </c:pt>
                <c:pt idx="676">
                  <c:v>127.25</c:v>
                </c:pt>
                <c:pt idx="677">
                  <c:v>127.6</c:v>
                </c:pt>
                <c:pt idx="678">
                  <c:v>127.7</c:v>
                </c:pt>
                <c:pt idx="679">
                  <c:v>127.48</c:v>
                </c:pt>
                <c:pt idx="680">
                  <c:v>127.92</c:v>
                </c:pt>
                <c:pt idx="681">
                  <c:v>128</c:v>
                </c:pt>
                <c:pt idx="682">
                  <c:v>127.27</c:v>
                </c:pt>
                <c:pt idx="683">
                  <c:v>126.37</c:v>
                </c:pt>
                <c:pt idx="684">
                  <c:v>126.05</c:v>
                </c:pt>
                <c:pt idx="685">
                  <c:v>125.69</c:v>
                </c:pt>
                <c:pt idx="686">
                  <c:v>126.17</c:v>
                </c:pt>
                <c:pt idx="687">
                  <c:v>126.53</c:v>
                </c:pt>
                <c:pt idx="688">
                  <c:v>126.5</c:v>
                </c:pt>
                <c:pt idx="689">
                  <c:v>125.73</c:v>
                </c:pt>
                <c:pt idx="690">
                  <c:v>124.53</c:v>
                </c:pt>
                <c:pt idx="691">
                  <c:v>124.51</c:v>
                </c:pt>
                <c:pt idx="692">
                  <c:v>124.82</c:v>
                </c:pt>
                <c:pt idx="693">
                  <c:v>124.78</c:v>
                </c:pt>
                <c:pt idx="694">
                  <c:v>123.3</c:v>
                </c:pt>
                <c:pt idx="695">
                  <c:v>123.08</c:v>
                </c:pt>
                <c:pt idx="696">
                  <c:v>122.88</c:v>
                </c:pt>
                <c:pt idx="697">
                  <c:v>123.12</c:v>
                </c:pt>
                <c:pt idx="698">
                  <c:v>124.15</c:v>
                </c:pt>
                <c:pt idx="699">
                  <c:v>123.14</c:v>
                </c:pt>
                <c:pt idx="700">
                  <c:v>123.5</c:v>
                </c:pt>
                <c:pt idx="701">
                  <c:v>122.87</c:v>
                </c:pt>
                <c:pt idx="702">
                  <c:v>123.37</c:v>
                </c:pt>
                <c:pt idx="703">
                  <c:v>123</c:v>
                </c:pt>
                <c:pt idx="704">
                  <c:v>124.31</c:v>
                </c:pt>
                <c:pt idx="705">
                  <c:v>124.48</c:v>
                </c:pt>
                <c:pt idx="706">
                  <c:v>124.34</c:v>
                </c:pt>
                <c:pt idx="707">
                  <c:v>125.5</c:v>
                </c:pt>
                <c:pt idx="708">
                  <c:v>124.4</c:v>
                </c:pt>
                <c:pt idx="709">
                  <c:v>124.48</c:v>
                </c:pt>
                <c:pt idx="710">
                  <c:v>123.73</c:v>
                </c:pt>
                <c:pt idx="711">
                  <c:v>121.04</c:v>
                </c:pt>
                <c:pt idx="712">
                  <c:v>120.07</c:v>
                </c:pt>
                <c:pt idx="713">
                  <c:v>120.49</c:v>
                </c:pt>
                <c:pt idx="714">
                  <c:v>120.71</c:v>
                </c:pt>
                <c:pt idx="715">
                  <c:v>119.71</c:v>
                </c:pt>
                <c:pt idx="716">
                  <c:v>119.31</c:v>
                </c:pt>
                <c:pt idx="717">
                  <c:v>120.07</c:v>
                </c:pt>
                <c:pt idx="718">
                  <c:v>119.87</c:v>
                </c:pt>
                <c:pt idx="719">
                  <c:v>119.35</c:v>
                </c:pt>
                <c:pt idx="720">
                  <c:v>119.78</c:v>
                </c:pt>
                <c:pt idx="721">
                  <c:v>119.74</c:v>
                </c:pt>
                <c:pt idx="722">
                  <c:v>120.45</c:v>
                </c:pt>
                <c:pt idx="723">
                  <c:v>122.05</c:v>
                </c:pt>
                <c:pt idx="724">
                  <c:v>121.84</c:v>
                </c:pt>
                <c:pt idx="725">
                  <c:v>120.75</c:v>
                </c:pt>
                <c:pt idx="726">
                  <c:v>121.38</c:v>
                </c:pt>
                <c:pt idx="727">
                  <c:v>121.14</c:v>
                </c:pt>
                <c:pt idx="728">
                  <c:v>120.23</c:v>
                </c:pt>
                <c:pt idx="729">
                  <c:v>119.41</c:v>
                </c:pt>
                <c:pt idx="730">
                  <c:v>120.57</c:v>
                </c:pt>
                <c:pt idx="731">
                  <c:v>122.5</c:v>
                </c:pt>
                <c:pt idx="732">
                  <c:v>122.65</c:v>
                </c:pt>
                <c:pt idx="733">
                  <c:v>120.75</c:v>
                </c:pt>
                <c:pt idx="734">
                  <c:v>121.63</c:v>
                </c:pt>
                <c:pt idx="735">
                  <c:v>122.05</c:v>
                </c:pt>
                <c:pt idx="736">
                  <c:v>122.2</c:v>
                </c:pt>
                <c:pt idx="737">
                  <c:v>123.19</c:v>
                </c:pt>
                <c:pt idx="738">
                  <c:v>123.27</c:v>
                </c:pt>
                <c:pt idx="739">
                  <c:v>123.45</c:v>
                </c:pt>
                <c:pt idx="740">
                  <c:v>123.75</c:v>
                </c:pt>
                <c:pt idx="741">
                  <c:v>122.65</c:v>
                </c:pt>
                <c:pt idx="742">
                  <c:v>123.2</c:v>
                </c:pt>
                <c:pt idx="743">
                  <c:v>122.84</c:v>
                </c:pt>
                <c:pt idx="744">
                  <c:v>123.44</c:v>
                </c:pt>
                <c:pt idx="745">
                  <c:v>124.25</c:v>
                </c:pt>
                <c:pt idx="746">
                  <c:v>124.25</c:v>
                </c:pt>
                <c:pt idx="747">
                  <c:v>124.1</c:v>
                </c:pt>
                <c:pt idx="748">
                  <c:v>123.92</c:v>
                </c:pt>
                <c:pt idx="749">
                  <c:v>124.03</c:v>
                </c:pt>
                <c:pt idx="750">
                  <c:v>124.78</c:v>
                </c:pt>
                <c:pt idx="751">
                  <c:v>124.35</c:v>
                </c:pt>
                <c:pt idx="752">
                  <c:v>123.75</c:v>
                </c:pt>
                <c:pt idx="753">
                  <c:v>123.48</c:v>
                </c:pt>
                <c:pt idx="754">
                  <c:v>124.33</c:v>
                </c:pt>
                <c:pt idx="755">
                  <c:v>124.13</c:v>
                </c:pt>
                <c:pt idx="756">
                  <c:v>123.88</c:v>
                </c:pt>
                <c:pt idx="757">
                  <c:v>123.77</c:v>
                </c:pt>
                <c:pt idx="758">
                  <c:v>124.15</c:v>
                </c:pt>
                <c:pt idx="759">
                  <c:v>124.45</c:v>
                </c:pt>
                <c:pt idx="760">
                  <c:v>124.75</c:v>
                </c:pt>
                <c:pt idx="761">
                  <c:v>124.15</c:v>
                </c:pt>
                <c:pt idx="762">
                  <c:v>124.49</c:v>
                </c:pt>
                <c:pt idx="763">
                  <c:v>124.7</c:v>
                </c:pt>
                <c:pt idx="764">
                  <c:v>124.95</c:v>
                </c:pt>
                <c:pt idx="765">
                  <c:v>123.83</c:v>
                </c:pt>
                <c:pt idx="766">
                  <c:v>123.8</c:v>
                </c:pt>
                <c:pt idx="767">
                  <c:v>124.05</c:v>
                </c:pt>
                <c:pt idx="768">
                  <c:v>123.71</c:v>
                </c:pt>
                <c:pt idx="769">
                  <c:v>123.92</c:v>
                </c:pt>
                <c:pt idx="770">
                  <c:v>123.7</c:v>
                </c:pt>
                <c:pt idx="771">
                  <c:v>124.09</c:v>
                </c:pt>
                <c:pt idx="772">
                  <c:v>123</c:v>
                </c:pt>
                <c:pt idx="773">
                  <c:v>122.72</c:v>
                </c:pt>
                <c:pt idx="774">
                  <c:v>123.2</c:v>
                </c:pt>
                <c:pt idx="775">
                  <c:v>123.1</c:v>
                </c:pt>
                <c:pt idx="776">
                  <c:v>123.85</c:v>
                </c:pt>
                <c:pt idx="777">
                  <c:v>123.86</c:v>
                </c:pt>
                <c:pt idx="778">
                  <c:v>123.95</c:v>
                </c:pt>
                <c:pt idx="779">
                  <c:v>123.7</c:v>
                </c:pt>
                <c:pt idx="780">
                  <c:v>124.95</c:v>
                </c:pt>
                <c:pt idx="781">
                  <c:v>124.73</c:v>
                </c:pt>
                <c:pt idx="782">
                  <c:v>124.65</c:v>
                </c:pt>
                <c:pt idx="783">
                  <c:v>124.86</c:v>
                </c:pt>
                <c:pt idx="784">
                  <c:v>124.86</c:v>
                </c:pt>
                <c:pt idx="785">
                  <c:v>125.35</c:v>
                </c:pt>
                <c:pt idx="786">
                  <c:v>124.85</c:v>
                </c:pt>
                <c:pt idx="787">
                  <c:v>125.17</c:v>
                </c:pt>
                <c:pt idx="788">
                  <c:v>125.29</c:v>
                </c:pt>
                <c:pt idx="789">
                  <c:v>125.45</c:v>
                </c:pt>
                <c:pt idx="790">
                  <c:v>125.15</c:v>
                </c:pt>
                <c:pt idx="791">
                  <c:v>125.35</c:v>
                </c:pt>
                <c:pt idx="792">
                  <c:v>125.67</c:v>
                </c:pt>
                <c:pt idx="793">
                  <c:v>125.88</c:v>
                </c:pt>
                <c:pt idx="794">
                  <c:v>126.1</c:v>
                </c:pt>
                <c:pt idx="795">
                  <c:v>125.65</c:v>
                </c:pt>
                <c:pt idx="796">
                  <c:v>125.47</c:v>
                </c:pt>
                <c:pt idx="797">
                  <c:v>124.7</c:v>
                </c:pt>
                <c:pt idx="798">
                  <c:v>124.95</c:v>
                </c:pt>
                <c:pt idx="799">
                  <c:v>125.19</c:v>
                </c:pt>
                <c:pt idx="800">
                  <c:v>123.35</c:v>
                </c:pt>
                <c:pt idx="801">
                  <c:v>123.58</c:v>
                </c:pt>
                <c:pt idx="802">
                  <c:v>124.16</c:v>
                </c:pt>
                <c:pt idx="803">
                  <c:v>124.17</c:v>
                </c:pt>
                <c:pt idx="804">
                  <c:v>124.73</c:v>
                </c:pt>
                <c:pt idx="805">
                  <c:v>125.1</c:v>
                </c:pt>
                <c:pt idx="806">
                  <c:v>124.65</c:v>
                </c:pt>
                <c:pt idx="807">
                  <c:v>124.45</c:v>
                </c:pt>
                <c:pt idx="808">
                  <c:v>124.75</c:v>
                </c:pt>
                <c:pt idx="809">
                  <c:v>124.45</c:v>
                </c:pt>
                <c:pt idx="810">
                  <c:v>123.81</c:v>
                </c:pt>
                <c:pt idx="811">
                  <c:v>121.25</c:v>
                </c:pt>
                <c:pt idx="812">
                  <c:v>121.45</c:v>
                </c:pt>
                <c:pt idx="813">
                  <c:v>121.3</c:v>
                </c:pt>
                <c:pt idx="814">
                  <c:v>120.7</c:v>
                </c:pt>
                <c:pt idx="815">
                  <c:v>120.94</c:v>
                </c:pt>
                <c:pt idx="816">
                  <c:v>119.99</c:v>
                </c:pt>
                <c:pt idx="817">
                  <c:v>119.7</c:v>
                </c:pt>
                <c:pt idx="818">
                  <c:v>119.2</c:v>
                </c:pt>
                <c:pt idx="819">
                  <c:v>118.35</c:v>
                </c:pt>
                <c:pt idx="820">
                  <c:v>116.35</c:v>
                </c:pt>
                <c:pt idx="821">
                  <c:v>117.1</c:v>
                </c:pt>
                <c:pt idx="822">
                  <c:v>117.7</c:v>
                </c:pt>
                <c:pt idx="823">
                  <c:v>117.5</c:v>
                </c:pt>
                <c:pt idx="824">
                  <c:v>118.25</c:v>
                </c:pt>
                <c:pt idx="825">
                  <c:v>118.76</c:v>
                </c:pt>
                <c:pt idx="826">
                  <c:v>117.75</c:v>
                </c:pt>
                <c:pt idx="827">
                  <c:v>116.65</c:v>
                </c:pt>
                <c:pt idx="828">
                  <c:v>116.8</c:v>
                </c:pt>
                <c:pt idx="829">
                  <c:v>117.65</c:v>
                </c:pt>
                <c:pt idx="830">
                  <c:v>116.87</c:v>
                </c:pt>
                <c:pt idx="831">
                  <c:v>117.7</c:v>
                </c:pt>
                <c:pt idx="832">
                  <c:v>118.05</c:v>
                </c:pt>
                <c:pt idx="833">
                  <c:v>117.63</c:v>
                </c:pt>
                <c:pt idx="834">
                  <c:v>118.08</c:v>
                </c:pt>
                <c:pt idx="835">
                  <c:v>118.58</c:v>
                </c:pt>
                <c:pt idx="836">
                  <c:v>117</c:v>
                </c:pt>
                <c:pt idx="837">
                  <c:v>117.28</c:v>
                </c:pt>
                <c:pt idx="838">
                  <c:v>115.75</c:v>
                </c:pt>
                <c:pt idx="839">
                  <c:v>116.15</c:v>
                </c:pt>
                <c:pt idx="840">
                  <c:v>115.77</c:v>
                </c:pt>
                <c:pt idx="841">
                  <c:v>116.15</c:v>
                </c:pt>
                <c:pt idx="842">
                  <c:v>117.6</c:v>
                </c:pt>
                <c:pt idx="843">
                  <c:v>117.3</c:v>
                </c:pt>
                <c:pt idx="844">
                  <c:v>116.55</c:v>
                </c:pt>
                <c:pt idx="845">
                  <c:v>116.8</c:v>
                </c:pt>
                <c:pt idx="846">
                  <c:v>116.65</c:v>
                </c:pt>
                <c:pt idx="847">
                  <c:v>114.88</c:v>
                </c:pt>
                <c:pt idx="848">
                  <c:v>114.05</c:v>
                </c:pt>
                <c:pt idx="849">
                  <c:v>113.8</c:v>
                </c:pt>
                <c:pt idx="850">
                  <c:v>113.69</c:v>
                </c:pt>
                <c:pt idx="851">
                  <c:v>114</c:v>
                </c:pt>
                <c:pt idx="852">
                  <c:v>113.55</c:v>
                </c:pt>
                <c:pt idx="853">
                  <c:v>113.35</c:v>
                </c:pt>
                <c:pt idx="854">
                  <c:v>113.2</c:v>
                </c:pt>
                <c:pt idx="855">
                  <c:v>112.9</c:v>
                </c:pt>
                <c:pt idx="856">
                  <c:v>113.5</c:v>
                </c:pt>
                <c:pt idx="857">
                  <c:v>113.71</c:v>
                </c:pt>
                <c:pt idx="858">
                  <c:v>113.18</c:v>
                </c:pt>
                <c:pt idx="859">
                  <c:v>112.3</c:v>
                </c:pt>
                <c:pt idx="860">
                  <c:v>111.08</c:v>
                </c:pt>
                <c:pt idx="861">
                  <c:v>110.55</c:v>
                </c:pt>
                <c:pt idx="862">
                  <c:v>110.65</c:v>
                </c:pt>
                <c:pt idx="863">
                  <c:v>109.99</c:v>
                </c:pt>
                <c:pt idx="864">
                  <c:v>110.7</c:v>
                </c:pt>
                <c:pt idx="865">
                  <c:v>110.58</c:v>
                </c:pt>
                <c:pt idx="866">
                  <c:v>111.98</c:v>
                </c:pt>
                <c:pt idx="867">
                  <c:v>112.07</c:v>
                </c:pt>
                <c:pt idx="868">
                  <c:v>111.4</c:v>
                </c:pt>
                <c:pt idx="869">
                  <c:v>111.05</c:v>
                </c:pt>
                <c:pt idx="870">
                  <c:v>110.88</c:v>
                </c:pt>
                <c:pt idx="871">
                  <c:v>110.15</c:v>
                </c:pt>
                <c:pt idx="872">
                  <c:v>110.2</c:v>
                </c:pt>
                <c:pt idx="873">
                  <c:v>110.05</c:v>
                </c:pt>
                <c:pt idx="874">
                  <c:v>110.4</c:v>
                </c:pt>
                <c:pt idx="875">
                  <c:v>111.83</c:v>
                </c:pt>
                <c:pt idx="876">
                  <c:v>111.38</c:v>
                </c:pt>
                <c:pt idx="877">
                  <c:v>111.55</c:v>
                </c:pt>
                <c:pt idx="878">
                  <c:v>111.95</c:v>
                </c:pt>
                <c:pt idx="879">
                  <c:v>110.73</c:v>
                </c:pt>
                <c:pt idx="880">
                  <c:v>111.34</c:v>
                </c:pt>
                <c:pt idx="881">
                  <c:v>111.46</c:v>
                </c:pt>
                <c:pt idx="882">
                  <c:v>110.8</c:v>
                </c:pt>
                <c:pt idx="883">
                  <c:v>110.75</c:v>
                </c:pt>
                <c:pt idx="884">
                  <c:v>110.5</c:v>
                </c:pt>
                <c:pt idx="885">
                  <c:v>110.65</c:v>
                </c:pt>
                <c:pt idx="886">
                  <c:v>109.35</c:v>
                </c:pt>
                <c:pt idx="887">
                  <c:v>108.5</c:v>
                </c:pt>
                <c:pt idx="888">
                  <c:v>107.37</c:v>
                </c:pt>
                <c:pt idx="889">
                  <c:v>106.95</c:v>
                </c:pt>
                <c:pt idx="890">
                  <c:v>107.08</c:v>
                </c:pt>
                <c:pt idx="891">
                  <c:v>107.1</c:v>
                </c:pt>
                <c:pt idx="892">
                  <c:v>107.2</c:v>
                </c:pt>
                <c:pt idx="893">
                  <c:v>107.2</c:v>
                </c:pt>
                <c:pt idx="894">
                  <c:v>107.79</c:v>
                </c:pt>
                <c:pt idx="895">
                  <c:v>107.24</c:v>
                </c:pt>
                <c:pt idx="896">
                  <c:v>106.25</c:v>
                </c:pt>
                <c:pt idx="897">
                  <c:v>106.37</c:v>
                </c:pt>
                <c:pt idx="898">
                  <c:v>106.05</c:v>
                </c:pt>
                <c:pt idx="899">
                  <c:v>106.18</c:v>
                </c:pt>
                <c:pt idx="900">
                  <c:v>105.09</c:v>
                </c:pt>
                <c:pt idx="901">
                  <c:v>106.05</c:v>
                </c:pt>
                <c:pt idx="902">
                  <c:v>106.6</c:v>
                </c:pt>
                <c:pt idx="903">
                  <c:v>107.29</c:v>
                </c:pt>
                <c:pt idx="904">
                  <c:v>109.6</c:v>
                </c:pt>
                <c:pt idx="905">
                  <c:v>110.67</c:v>
                </c:pt>
                <c:pt idx="906">
                  <c:v>110.93</c:v>
                </c:pt>
                <c:pt idx="907">
                  <c:v>108.85</c:v>
                </c:pt>
                <c:pt idx="908">
                  <c:v>108.6</c:v>
                </c:pt>
                <c:pt idx="909">
                  <c:v>106.25</c:v>
                </c:pt>
                <c:pt idx="910">
                  <c:v>106.27</c:v>
                </c:pt>
                <c:pt idx="911">
                  <c:v>106.42</c:v>
                </c:pt>
                <c:pt idx="912">
                  <c:v>107.3</c:v>
                </c:pt>
                <c:pt idx="913">
                  <c:v>107.37</c:v>
                </c:pt>
                <c:pt idx="914">
                  <c:v>108.6</c:v>
                </c:pt>
                <c:pt idx="915">
                  <c:v>109.05</c:v>
                </c:pt>
                <c:pt idx="916">
                  <c:v>108.99</c:v>
                </c:pt>
                <c:pt idx="917">
                  <c:v>107.58</c:v>
                </c:pt>
                <c:pt idx="918">
                  <c:v>108.6</c:v>
                </c:pt>
                <c:pt idx="919">
                  <c:v>110</c:v>
                </c:pt>
                <c:pt idx="920">
                  <c:v>109.35</c:v>
                </c:pt>
                <c:pt idx="921">
                  <c:v>108.13</c:v>
                </c:pt>
                <c:pt idx="922">
                  <c:v>107.05</c:v>
                </c:pt>
                <c:pt idx="923">
                  <c:v>108.25</c:v>
                </c:pt>
                <c:pt idx="924">
                  <c:v>107.55</c:v>
                </c:pt>
                <c:pt idx="925">
                  <c:v>108.55</c:v>
                </c:pt>
                <c:pt idx="926">
                  <c:v>108.17</c:v>
                </c:pt>
                <c:pt idx="927">
                  <c:v>108.15</c:v>
                </c:pt>
                <c:pt idx="928">
                  <c:v>105.7</c:v>
                </c:pt>
                <c:pt idx="929">
                  <c:v>107.07</c:v>
                </c:pt>
                <c:pt idx="930">
                  <c:v>106.75</c:v>
                </c:pt>
                <c:pt idx="931">
                  <c:v>106.21</c:v>
                </c:pt>
                <c:pt idx="932">
                  <c:v>106.02</c:v>
                </c:pt>
                <c:pt idx="933">
                  <c:v>106.55</c:v>
                </c:pt>
                <c:pt idx="934">
                  <c:v>105.1</c:v>
                </c:pt>
                <c:pt idx="935">
                  <c:v>104.34</c:v>
                </c:pt>
                <c:pt idx="936">
                  <c:v>104.45</c:v>
                </c:pt>
                <c:pt idx="937">
                  <c:v>104.9</c:v>
                </c:pt>
                <c:pt idx="938">
                  <c:v>104.38</c:v>
                </c:pt>
                <c:pt idx="939">
                  <c:v>104.4</c:v>
                </c:pt>
                <c:pt idx="940">
                  <c:v>104.95</c:v>
                </c:pt>
                <c:pt idx="941">
                  <c:v>104.64</c:v>
                </c:pt>
                <c:pt idx="942">
                  <c:v>103.69</c:v>
                </c:pt>
                <c:pt idx="943">
                  <c:v>102.99</c:v>
                </c:pt>
                <c:pt idx="944">
                  <c:v>101.85</c:v>
                </c:pt>
                <c:pt idx="945">
                  <c:v>101.62</c:v>
                </c:pt>
                <c:pt idx="946">
                  <c:v>101.02</c:v>
                </c:pt>
                <c:pt idx="947">
                  <c:v>101.63</c:v>
                </c:pt>
                <c:pt idx="948">
                  <c:v>105.84</c:v>
                </c:pt>
                <c:pt idx="949">
                  <c:v>104.43</c:v>
                </c:pt>
                <c:pt idx="950">
                  <c:v>103.05</c:v>
                </c:pt>
                <c:pt idx="951">
                  <c:v>103.73</c:v>
                </c:pt>
                <c:pt idx="952">
                  <c:v>105.05</c:v>
                </c:pt>
                <c:pt idx="953">
                  <c:v>104.41</c:v>
                </c:pt>
                <c:pt idx="954">
                  <c:v>103.8</c:v>
                </c:pt>
                <c:pt idx="955">
                  <c:v>103.8</c:v>
                </c:pt>
                <c:pt idx="956">
                  <c:v>104.75</c:v>
                </c:pt>
                <c:pt idx="957">
                  <c:v>105.35</c:v>
                </c:pt>
                <c:pt idx="958">
                  <c:v>105.95</c:v>
                </c:pt>
                <c:pt idx="959">
                  <c:v>104.69</c:v>
                </c:pt>
                <c:pt idx="960">
                  <c:v>104.41</c:v>
                </c:pt>
                <c:pt idx="961">
                  <c:v>104.28</c:v>
                </c:pt>
                <c:pt idx="962">
                  <c:v>105.49</c:v>
                </c:pt>
                <c:pt idx="963">
                  <c:v>105.35</c:v>
                </c:pt>
                <c:pt idx="964">
                  <c:v>106.15</c:v>
                </c:pt>
                <c:pt idx="965">
                  <c:v>106.3</c:v>
                </c:pt>
                <c:pt idx="966">
                  <c:v>105.95</c:v>
                </c:pt>
                <c:pt idx="967">
                  <c:v>105.93</c:v>
                </c:pt>
                <c:pt idx="968">
                  <c:v>104.25</c:v>
                </c:pt>
                <c:pt idx="969">
                  <c:v>104.5</c:v>
                </c:pt>
                <c:pt idx="970">
                  <c:v>104.61</c:v>
                </c:pt>
                <c:pt idx="971">
                  <c:v>106.5</c:v>
                </c:pt>
                <c:pt idx="972">
                  <c:v>106.32</c:v>
                </c:pt>
                <c:pt idx="973">
                  <c:v>105.87</c:v>
                </c:pt>
                <c:pt idx="974">
                  <c:v>106</c:v>
                </c:pt>
                <c:pt idx="975">
                  <c:v>106.2</c:v>
                </c:pt>
                <c:pt idx="976">
                  <c:v>105.03</c:v>
                </c:pt>
                <c:pt idx="977">
                  <c:v>105.05</c:v>
                </c:pt>
                <c:pt idx="978">
                  <c:v>106.3</c:v>
                </c:pt>
                <c:pt idx="979">
                  <c:v>105.9</c:v>
                </c:pt>
                <c:pt idx="980">
                  <c:v>105.65</c:v>
                </c:pt>
                <c:pt idx="981">
                  <c:v>105.8</c:v>
                </c:pt>
                <c:pt idx="982">
                  <c:v>105.66</c:v>
                </c:pt>
                <c:pt idx="983">
                  <c:v>105</c:v>
                </c:pt>
                <c:pt idx="984">
                  <c:v>106.15</c:v>
                </c:pt>
                <c:pt idx="985">
                  <c:v>106.2</c:v>
                </c:pt>
                <c:pt idx="986">
                  <c:v>106.05</c:v>
                </c:pt>
                <c:pt idx="987">
                  <c:v>105.95</c:v>
                </c:pt>
                <c:pt idx="988">
                  <c:v>107.25</c:v>
                </c:pt>
                <c:pt idx="989">
                  <c:v>107.2</c:v>
                </c:pt>
                <c:pt idx="990">
                  <c:v>107.5</c:v>
                </c:pt>
                <c:pt idx="991">
                  <c:v>107.1</c:v>
                </c:pt>
                <c:pt idx="992">
                  <c:v>107.39</c:v>
                </c:pt>
                <c:pt idx="993">
                  <c:v>108.3</c:v>
                </c:pt>
                <c:pt idx="994">
                  <c:v>108.1</c:v>
                </c:pt>
                <c:pt idx="995">
                  <c:v>108.58</c:v>
                </c:pt>
                <c:pt idx="996">
                  <c:v>108.35</c:v>
                </c:pt>
                <c:pt idx="997">
                  <c:v>108.7</c:v>
                </c:pt>
                <c:pt idx="998">
                  <c:v>108.17</c:v>
                </c:pt>
                <c:pt idx="999">
                  <c:v>108.6</c:v>
                </c:pt>
                <c:pt idx="1000">
                  <c:v>108.25</c:v>
                </c:pt>
                <c:pt idx="1001">
                  <c:v>107.85</c:v>
                </c:pt>
                <c:pt idx="1002">
                  <c:v>107.7</c:v>
                </c:pt>
                <c:pt idx="1003">
                  <c:v>108.23</c:v>
                </c:pt>
                <c:pt idx="1004">
                  <c:v>108.4</c:v>
                </c:pt>
                <c:pt idx="1005">
                  <c:v>107.83</c:v>
                </c:pt>
                <c:pt idx="1006">
                  <c:v>107.95</c:v>
                </c:pt>
                <c:pt idx="1007">
                  <c:v>107.2</c:v>
                </c:pt>
                <c:pt idx="1008">
                  <c:v>106.4</c:v>
                </c:pt>
                <c:pt idx="1009">
                  <c:v>105.75</c:v>
                </c:pt>
                <c:pt idx="1010">
                  <c:v>106.73</c:v>
                </c:pt>
                <c:pt idx="1011">
                  <c:v>106.81</c:v>
                </c:pt>
                <c:pt idx="1012">
                  <c:v>106.9</c:v>
                </c:pt>
                <c:pt idx="1013">
                  <c:v>107.35</c:v>
                </c:pt>
                <c:pt idx="1014">
                  <c:v>108.55</c:v>
                </c:pt>
                <c:pt idx="1015">
                  <c:v>108.5</c:v>
                </c:pt>
                <c:pt idx="1016">
                  <c:v>108.37</c:v>
                </c:pt>
                <c:pt idx="1017">
                  <c:v>108.16</c:v>
                </c:pt>
                <c:pt idx="1018">
                  <c:v>108.38</c:v>
                </c:pt>
                <c:pt idx="1019">
                  <c:v>108.98</c:v>
                </c:pt>
                <c:pt idx="1020">
                  <c:v>109.25</c:v>
                </c:pt>
                <c:pt idx="1021">
                  <c:v>109.08</c:v>
                </c:pt>
                <c:pt idx="1022">
                  <c:v>108.79</c:v>
                </c:pt>
                <c:pt idx="1023">
                  <c:v>108.82</c:v>
                </c:pt>
                <c:pt idx="1024">
                  <c:v>108.6</c:v>
                </c:pt>
                <c:pt idx="1025">
                  <c:v>107.89</c:v>
                </c:pt>
                <c:pt idx="1026">
                  <c:v>107.52</c:v>
                </c:pt>
                <c:pt idx="1027">
                  <c:v>109</c:v>
                </c:pt>
                <c:pt idx="1028">
                  <c:v>108.62</c:v>
                </c:pt>
                <c:pt idx="1029">
                  <c:v>109.2</c:v>
                </c:pt>
                <c:pt idx="1030">
                  <c:v>109</c:v>
                </c:pt>
                <c:pt idx="1031">
                  <c:v>109.4</c:v>
                </c:pt>
                <c:pt idx="1032">
                  <c:v>109.78</c:v>
                </c:pt>
                <c:pt idx="1033">
                  <c:v>109.56</c:v>
                </c:pt>
                <c:pt idx="1034">
                  <c:v>110.19</c:v>
                </c:pt>
                <c:pt idx="1035">
                  <c:v>110.62</c:v>
                </c:pt>
                <c:pt idx="1036">
                  <c:v>111.16</c:v>
                </c:pt>
                <c:pt idx="1037">
                  <c:v>110.39</c:v>
                </c:pt>
                <c:pt idx="1038">
                  <c:v>110.68</c:v>
                </c:pt>
                <c:pt idx="1039">
                  <c:v>110.88</c:v>
                </c:pt>
                <c:pt idx="1040">
                  <c:v>111.46</c:v>
                </c:pt>
                <c:pt idx="1041">
                  <c:v>111.43</c:v>
                </c:pt>
                <c:pt idx="1042">
                  <c:v>111.81</c:v>
                </c:pt>
                <c:pt idx="1043">
                  <c:v>111.81</c:v>
                </c:pt>
                <c:pt idx="1044">
                  <c:v>111.85</c:v>
                </c:pt>
                <c:pt idx="1045">
                  <c:v>112.7</c:v>
                </c:pt>
                <c:pt idx="1046">
                  <c:v>112.64</c:v>
                </c:pt>
                <c:pt idx="1047">
                  <c:v>113.06</c:v>
                </c:pt>
                <c:pt idx="1048">
                  <c:v>112.62</c:v>
                </c:pt>
                <c:pt idx="1049">
                  <c:v>111.91</c:v>
                </c:pt>
                <c:pt idx="1050">
                  <c:v>112.25</c:v>
                </c:pt>
                <c:pt idx="1051">
                  <c:v>112.38</c:v>
                </c:pt>
                <c:pt idx="1052">
                  <c:v>112.2</c:v>
                </c:pt>
                <c:pt idx="1053">
                  <c:v>111.77</c:v>
                </c:pt>
                <c:pt idx="1054">
                  <c:v>111</c:v>
                </c:pt>
                <c:pt idx="1055">
                  <c:v>111.02</c:v>
                </c:pt>
                <c:pt idx="1056">
                  <c:v>110.8</c:v>
                </c:pt>
                <c:pt idx="1057">
                  <c:v>111.4</c:v>
                </c:pt>
                <c:pt idx="1058">
                  <c:v>111.31</c:v>
                </c:pt>
                <c:pt idx="1059">
                  <c:v>111.55</c:v>
                </c:pt>
                <c:pt idx="1060">
                  <c:v>111.77</c:v>
                </c:pt>
                <c:pt idx="1061">
                  <c:v>111.03</c:v>
                </c:pt>
                <c:pt idx="1062">
                  <c:v>109.93</c:v>
                </c:pt>
                <c:pt idx="1063">
                  <c:v>108.63</c:v>
                </c:pt>
                <c:pt idx="1064">
                  <c:v>109.97</c:v>
                </c:pt>
                <c:pt idx="1065">
                  <c:v>108.49</c:v>
                </c:pt>
                <c:pt idx="1066">
                  <c:v>107.66</c:v>
                </c:pt>
                <c:pt idx="1067">
                  <c:v>108.25</c:v>
                </c:pt>
                <c:pt idx="1068">
                  <c:v>108.32</c:v>
                </c:pt>
                <c:pt idx="1069">
                  <c:v>109.43</c:v>
                </c:pt>
                <c:pt idx="1070">
                  <c:v>108.55</c:v>
                </c:pt>
                <c:pt idx="1071">
                  <c:v>108.9</c:v>
                </c:pt>
                <c:pt idx="1072">
                  <c:v>108.31</c:v>
                </c:pt>
                <c:pt idx="1073">
                  <c:v>108.15</c:v>
                </c:pt>
                <c:pt idx="1074">
                  <c:v>107.2</c:v>
                </c:pt>
                <c:pt idx="1075">
                  <c:v>102.1</c:v>
                </c:pt>
                <c:pt idx="1076">
                  <c:v>103.85</c:v>
                </c:pt>
                <c:pt idx="1077">
                  <c:v>103.81</c:v>
                </c:pt>
                <c:pt idx="1078">
                  <c:v>104.25</c:v>
                </c:pt>
                <c:pt idx="1079">
                  <c:v>104.61</c:v>
                </c:pt>
                <c:pt idx="1080">
                  <c:v>106.05</c:v>
                </c:pt>
                <c:pt idx="1081">
                  <c:v>105.7</c:v>
                </c:pt>
                <c:pt idx="1082">
                  <c:v>105.7</c:v>
                </c:pt>
                <c:pt idx="1083">
                  <c:v>105</c:v>
                </c:pt>
                <c:pt idx="1084">
                  <c:v>104.81</c:v>
                </c:pt>
                <c:pt idx="1085">
                  <c:v>104.5</c:v>
                </c:pt>
                <c:pt idx="1086">
                  <c:v>104.6</c:v>
                </c:pt>
                <c:pt idx="1087">
                  <c:v>104.3</c:v>
                </c:pt>
                <c:pt idx="1088">
                  <c:v>103.89</c:v>
                </c:pt>
                <c:pt idx="1089">
                  <c:v>105.51</c:v>
                </c:pt>
                <c:pt idx="1090">
                  <c:v>105.65</c:v>
                </c:pt>
                <c:pt idx="1091">
                  <c:v>105.36</c:v>
                </c:pt>
                <c:pt idx="1092">
                  <c:v>105.8</c:v>
                </c:pt>
                <c:pt idx="1093">
                  <c:v>105.3</c:v>
                </c:pt>
                <c:pt idx="1094">
                  <c:v>105.06</c:v>
                </c:pt>
                <c:pt idx="1095">
                  <c:v>106.2</c:v>
                </c:pt>
                <c:pt idx="1096">
                  <c:v>106.15</c:v>
                </c:pt>
                <c:pt idx="1097">
                  <c:v>106.01</c:v>
                </c:pt>
                <c:pt idx="1098">
                  <c:v>105.81</c:v>
                </c:pt>
                <c:pt idx="1099">
                  <c:v>106.16</c:v>
                </c:pt>
                <c:pt idx="1100">
                  <c:v>106.11</c:v>
                </c:pt>
                <c:pt idx="1101">
                  <c:v>106</c:v>
                </c:pt>
                <c:pt idx="1102">
                  <c:v>106.31</c:v>
                </c:pt>
                <c:pt idx="1103">
                  <c:v>104.51</c:v>
                </c:pt>
                <c:pt idx="1104">
                  <c:v>104.81</c:v>
                </c:pt>
                <c:pt idx="1105">
                  <c:v>104.06</c:v>
                </c:pt>
                <c:pt idx="1106">
                  <c:v>103.09</c:v>
                </c:pt>
                <c:pt idx="1107">
                  <c:v>102.96</c:v>
                </c:pt>
                <c:pt idx="1108">
                  <c:v>102.75</c:v>
                </c:pt>
                <c:pt idx="1109">
                  <c:v>103.6</c:v>
                </c:pt>
                <c:pt idx="1110">
                  <c:v>103.24</c:v>
                </c:pt>
                <c:pt idx="1111">
                  <c:v>104.36</c:v>
                </c:pt>
                <c:pt idx="1112">
                  <c:v>104.51</c:v>
                </c:pt>
                <c:pt idx="1113">
                  <c:v>104.95</c:v>
                </c:pt>
                <c:pt idx="1114">
                  <c:v>105.26</c:v>
                </c:pt>
                <c:pt idx="1115">
                  <c:v>103.41</c:v>
                </c:pt>
                <c:pt idx="1116">
                  <c:v>103.56</c:v>
                </c:pt>
                <c:pt idx="1117">
                  <c:v>103.36</c:v>
                </c:pt>
                <c:pt idx="1118">
                  <c:v>104.28</c:v>
                </c:pt>
                <c:pt idx="1119">
                  <c:v>103.45</c:v>
                </c:pt>
                <c:pt idx="1120">
                  <c:v>103.2</c:v>
                </c:pt>
                <c:pt idx="1121">
                  <c:v>103.06</c:v>
                </c:pt>
                <c:pt idx="1122">
                  <c:v>103.11</c:v>
                </c:pt>
                <c:pt idx="1123">
                  <c:v>103.61</c:v>
                </c:pt>
                <c:pt idx="1124">
                  <c:v>103.26</c:v>
                </c:pt>
                <c:pt idx="1125">
                  <c:v>103.16</c:v>
                </c:pt>
                <c:pt idx="1126">
                  <c:v>102.81</c:v>
                </c:pt>
                <c:pt idx="1127">
                  <c:v>102.35</c:v>
                </c:pt>
                <c:pt idx="1128">
                  <c:v>101.36</c:v>
                </c:pt>
                <c:pt idx="1129">
                  <c:v>101.7</c:v>
                </c:pt>
                <c:pt idx="1130">
                  <c:v>101.67</c:v>
                </c:pt>
                <c:pt idx="1131">
                  <c:v>101</c:v>
                </c:pt>
                <c:pt idx="1132">
                  <c:v>101.86</c:v>
                </c:pt>
                <c:pt idx="1133">
                  <c:v>102.9</c:v>
                </c:pt>
                <c:pt idx="1134">
                  <c:v>102.41</c:v>
                </c:pt>
                <c:pt idx="1135">
                  <c:v>102.71</c:v>
                </c:pt>
                <c:pt idx="1136">
                  <c:v>104.46</c:v>
                </c:pt>
                <c:pt idx="1137">
                  <c:v>104.31</c:v>
                </c:pt>
                <c:pt idx="1138">
                  <c:v>104.31</c:v>
                </c:pt>
                <c:pt idx="1139">
                  <c:v>104.95</c:v>
                </c:pt>
                <c:pt idx="1140">
                  <c:v>104.8</c:v>
                </c:pt>
                <c:pt idx="1141">
                  <c:v>104.6</c:v>
                </c:pt>
                <c:pt idx="1142">
                  <c:v>103.56</c:v>
                </c:pt>
                <c:pt idx="1143">
                  <c:v>104.33</c:v>
                </c:pt>
                <c:pt idx="1144">
                  <c:v>104.3</c:v>
                </c:pt>
                <c:pt idx="1145">
                  <c:v>104.4</c:v>
                </c:pt>
                <c:pt idx="1146">
                  <c:v>104.72</c:v>
                </c:pt>
                <c:pt idx="1147">
                  <c:v>104.4</c:v>
                </c:pt>
                <c:pt idx="1148">
                  <c:v>104.68</c:v>
                </c:pt>
                <c:pt idx="1149">
                  <c:v>104.3</c:v>
                </c:pt>
                <c:pt idx="1150">
                  <c:v>104.57</c:v>
                </c:pt>
                <c:pt idx="1151">
                  <c:v>104.78</c:v>
                </c:pt>
                <c:pt idx="1152">
                  <c:v>104.53</c:v>
                </c:pt>
                <c:pt idx="1153">
                  <c:v>104.85</c:v>
                </c:pt>
                <c:pt idx="1154">
                  <c:v>105.45</c:v>
                </c:pt>
                <c:pt idx="1155">
                  <c:v>105.29</c:v>
                </c:pt>
                <c:pt idx="1156">
                  <c:v>104.17</c:v>
                </c:pt>
                <c:pt idx="1157">
                  <c:v>104</c:v>
                </c:pt>
                <c:pt idx="1158">
                  <c:v>103.95</c:v>
                </c:pt>
                <c:pt idx="1159">
                  <c:v>103.6</c:v>
                </c:pt>
                <c:pt idx="1160">
                  <c:v>102.9</c:v>
                </c:pt>
                <c:pt idx="1161">
                  <c:v>102.78</c:v>
                </c:pt>
                <c:pt idx="1162">
                  <c:v>102.8</c:v>
                </c:pt>
                <c:pt idx="1163">
                  <c:v>103.5</c:v>
                </c:pt>
                <c:pt idx="1164">
                  <c:v>102.75</c:v>
                </c:pt>
                <c:pt idx="1165">
                  <c:v>102.02</c:v>
                </c:pt>
                <c:pt idx="1166">
                  <c:v>100.3</c:v>
                </c:pt>
                <c:pt idx="1167">
                  <c:v>101.2</c:v>
                </c:pt>
                <c:pt idx="1168">
                  <c:v>101.4</c:v>
                </c:pt>
                <c:pt idx="1169">
                  <c:v>100.6</c:v>
                </c:pt>
                <c:pt idx="1170">
                  <c:v>100.45</c:v>
                </c:pt>
                <c:pt idx="1171">
                  <c:v>100.05</c:v>
                </c:pt>
                <c:pt idx="1172">
                  <c:v>98.8</c:v>
                </c:pt>
                <c:pt idx="1173">
                  <c:v>98.44</c:v>
                </c:pt>
                <c:pt idx="1174">
                  <c:v>98.75</c:v>
                </c:pt>
                <c:pt idx="1175">
                  <c:v>99</c:v>
                </c:pt>
                <c:pt idx="1176">
                  <c:v>99</c:v>
                </c:pt>
                <c:pt idx="1177">
                  <c:v>99</c:v>
                </c:pt>
                <c:pt idx="1178">
                  <c:v>98.6</c:v>
                </c:pt>
                <c:pt idx="1179">
                  <c:v>98.1</c:v>
                </c:pt>
                <c:pt idx="1180">
                  <c:v>97.6</c:v>
                </c:pt>
                <c:pt idx="1181">
                  <c:v>97.25</c:v>
                </c:pt>
                <c:pt idx="1182">
                  <c:v>98.3</c:v>
                </c:pt>
                <c:pt idx="1183">
                  <c:v>98.6</c:v>
                </c:pt>
                <c:pt idx="1184">
                  <c:v>97.86</c:v>
                </c:pt>
                <c:pt idx="1185">
                  <c:v>98.45</c:v>
                </c:pt>
                <c:pt idx="1186">
                  <c:v>99.3</c:v>
                </c:pt>
                <c:pt idx="1187">
                  <c:v>98.85</c:v>
                </c:pt>
                <c:pt idx="1188">
                  <c:v>99.1</c:v>
                </c:pt>
                <c:pt idx="1189">
                  <c:v>98.95</c:v>
                </c:pt>
                <c:pt idx="1190">
                  <c:v>98.6</c:v>
                </c:pt>
                <c:pt idx="1191">
                  <c:v>98.3</c:v>
                </c:pt>
                <c:pt idx="1192">
                  <c:v>98.47</c:v>
                </c:pt>
                <c:pt idx="1193">
                  <c:v>100.15</c:v>
                </c:pt>
                <c:pt idx="1194">
                  <c:v>100.15</c:v>
                </c:pt>
                <c:pt idx="1195">
                  <c:v>99.41</c:v>
                </c:pt>
                <c:pt idx="1196">
                  <c:v>100.41</c:v>
                </c:pt>
                <c:pt idx="1197">
                  <c:v>100.3</c:v>
                </c:pt>
                <c:pt idx="1198">
                  <c:v>100.6</c:v>
                </c:pt>
                <c:pt idx="1199">
                  <c:v>100.25</c:v>
                </c:pt>
                <c:pt idx="1200">
                  <c:v>101.51</c:v>
                </c:pt>
                <c:pt idx="1201">
                  <c:v>101.32</c:v>
                </c:pt>
                <c:pt idx="1202">
                  <c:v>101.35</c:v>
                </c:pt>
                <c:pt idx="1203">
                  <c:v>100.25</c:v>
                </c:pt>
                <c:pt idx="1204">
                  <c:v>100.15</c:v>
                </c:pt>
                <c:pt idx="1205">
                  <c:v>100.2</c:v>
                </c:pt>
                <c:pt idx="1206">
                  <c:v>100.58</c:v>
                </c:pt>
                <c:pt idx="1207">
                  <c:v>100.13</c:v>
                </c:pt>
                <c:pt idx="1208">
                  <c:v>98.58</c:v>
                </c:pt>
                <c:pt idx="1209">
                  <c:v>98.65</c:v>
                </c:pt>
                <c:pt idx="1210">
                  <c:v>97.8</c:v>
                </c:pt>
                <c:pt idx="1211">
                  <c:v>97.88</c:v>
                </c:pt>
                <c:pt idx="1212">
                  <c:v>99.02</c:v>
                </c:pt>
                <c:pt idx="1213">
                  <c:v>99.7</c:v>
                </c:pt>
                <c:pt idx="1214">
                  <c:v>100.67</c:v>
                </c:pt>
                <c:pt idx="1215">
                  <c:v>100.03</c:v>
                </c:pt>
                <c:pt idx="1216">
                  <c:v>99.58</c:v>
                </c:pt>
                <c:pt idx="1217">
                  <c:v>100.05</c:v>
                </c:pt>
                <c:pt idx="1218">
                  <c:v>99.81</c:v>
                </c:pt>
                <c:pt idx="1219">
                  <c:v>99.13</c:v>
                </c:pt>
                <c:pt idx="1220">
                  <c:v>99.37</c:v>
                </c:pt>
                <c:pt idx="1221">
                  <c:v>98.68</c:v>
                </c:pt>
                <c:pt idx="1222">
                  <c:v>99.44</c:v>
                </c:pt>
                <c:pt idx="1223">
                  <c:v>99.55</c:v>
                </c:pt>
                <c:pt idx="1224">
                  <c:v>99.18</c:v>
                </c:pt>
                <c:pt idx="1225">
                  <c:v>99.25</c:v>
                </c:pt>
                <c:pt idx="1226">
                  <c:v>98.77</c:v>
                </c:pt>
                <c:pt idx="1227">
                  <c:v>99.2</c:v>
                </c:pt>
                <c:pt idx="1228">
                  <c:v>99.5</c:v>
                </c:pt>
                <c:pt idx="1229">
                  <c:v>98.95</c:v>
                </c:pt>
                <c:pt idx="1230">
                  <c:v>98.5</c:v>
                </c:pt>
                <c:pt idx="1231">
                  <c:v>97.6</c:v>
                </c:pt>
                <c:pt idx="1232">
                  <c:v>97.75</c:v>
                </c:pt>
                <c:pt idx="1233">
                  <c:v>98.03</c:v>
                </c:pt>
                <c:pt idx="1234">
                  <c:v>97.85</c:v>
                </c:pt>
                <c:pt idx="1235">
                  <c:v>98.75</c:v>
                </c:pt>
                <c:pt idx="1236">
                  <c:v>98</c:v>
                </c:pt>
                <c:pt idx="1237">
                  <c:v>98.95</c:v>
                </c:pt>
                <c:pt idx="1238">
                  <c:v>98.55</c:v>
                </c:pt>
                <c:pt idx="1239">
                  <c:v>99.15</c:v>
                </c:pt>
                <c:pt idx="1240">
                  <c:v>99.58</c:v>
                </c:pt>
                <c:pt idx="1241">
                  <c:v>99.66</c:v>
                </c:pt>
                <c:pt idx="1242">
                  <c:v>99.61</c:v>
                </c:pt>
                <c:pt idx="1243">
                  <c:v>99.87</c:v>
                </c:pt>
                <c:pt idx="1244">
                  <c:v>100.65</c:v>
                </c:pt>
                <c:pt idx="1245">
                  <c:v>100.3</c:v>
                </c:pt>
                <c:pt idx="1246">
                  <c:v>100.2</c:v>
                </c:pt>
                <c:pt idx="1247">
                  <c:v>99.7</c:v>
                </c:pt>
                <c:pt idx="1248">
                  <c:v>99.35</c:v>
                </c:pt>
                <c:pt idx="1249">
                  <c:v>98.25</c:v>
                </c:pt>
                <c:pt idx="1250">
                  <c:v>97.72</c:v>
                </c:pt>
                <c:pt idx="1251">
                  <c:v>97.75</c:v>
                </c:pt>
                <c:pt idx="1252">
                  <c:v>97.4</c:v>
                </c:pt>
                <c:pt idx="1253">
                  <c:v>97.03</c:v>
                </c:pt>
                <c:pt idx="1254">
                  <c:v>97.23</c:v>
                </c:pt>
                <c:pt idx="1255">
                  <c:v>97.13</c:v>
                </c:pt>
                <c:pt idx="1256">
                  <c:v>96.82</c:v>
                </c:pt>
                <c:pt idx="1257">
                  <c:v>96.83</c:v>
                </c:pt>
                <c:pt idx="1258">
                  <c:v>97.03</c:v>
                </c:pt>
                <c:pt idx="1259">
                  <c:v>97.28</c:v>
                </c:pt>
                <c:pt idx="1260">
                  <c:v>96.96</c:v>
                </c:pt>
                <c:pt idx="1261">
                  <c:v>96.61</c:v>
                </c:pt>
                <c:pt idx="1262">
                  <c:v>97.53</c:v>
                </c:pt>
                <c:pt idx="1263">
                  <c:v>97.63</c:v>
                </c:pt>
                <c:pt idx="1264">
                  <c:v>97.45</c:v>
                </c:pt>
                <c:pt idx="1265">
                  <c:v>97.38</c:v>
                </c:pt>
                <c:pt idx="1266">
                  <c:v>97.1</c:v>
                </c:pt>
                <c:pt idx="1267">
                  <c:v>97.84</c:v>
                </c:pt>
                <c:pt idx="1268">
                  <c:v>97.71</c:v>
                </c:pt>
                <c:pt idx="1269">
                  <c:v>97.73</c:v>
                </c:pt>
                <c:pt idx="1270">
                  <c:v>98.33</c:v>
                </c:pt>
                <c:pt idx="1271">
                  <c:v>98.75</c:v>
                </c:pt>
                <c:pt idx="1272">
                  <c:v>98.37</c:v>
                </c:pt>
                <c:pt idx="1273">
                  <c:v>98.33</c:v>
                </c:pt>
                <c:pt idx="1274">
                  <c:v>98.59</c:v>
                </c:pt>
                <c:pt idx="1275">
                  <c:v>98.27</c:v>
                </c:pt>
                <c:pt idx="1276">
                  <c:v>98.21</c:v>
                </c:pt>
                <c:pt idx="1277">
                  <c:v>98.44</c:v>
                </c:pt>
                <c:pt idx="1278">
                  <c:v>98.47</c:v>
                </c:pt>
                <c:pt idx="1279">
                  <c:v>98.78</c:v>
                </c:pt>
                <c:pt idx="1280">
                  <c:v>98.74</c:v>
                </c:pt>
                <c:pt idx="1281">
                  <c:v>98.96</c:v>
                </c:pt>
                <c:pt idx="1282">
                  <c:v>98.98</c:v>
                </c:pt>
                <c:pt idx="1283">
                  <c:v>99.38</c:v>
                </c:pt>
                <c:pt idx="1284">
                  <c:v>100.64</c:v>
                </c:pt>
                <c:pt idx="1285">
                  <c:v>100.33</c:v>
                </c:pt>
                <c:pt idx="1286">
                  <c:v>100.12</c:v>
                </c:pt>
                <c:pt idx="1287">
                  <c:v>99.92</c:v>
                </c:pt>
                <c:pt idx="1288">
                  <c:v>100.56</c:v>
                </c:pt>
                <c:pt idx="1289">
                  <c:v>100.11</c:v>
                </c:pt>
                <c:pt idx="1290">
                  <c:v>100</c:v>
                </c:pt>
                <c:pt idx="1291">
                  <c:v>100.28</c:v>
                </c:pt>
                <c:pt idx="1292">
                  <c:v>100.3</c:v>
                </c:pt>
                <c:pt idx="1293">
                  <c:v>100.31</c:v>
                </c:pt>
                <c:pt idx="1294">
                  <c:v>100.25</c:v>
                </c:pt>
                <c:pt idx="1295">
                  <c:v>100.13</c:v>
                </c:pt>
                <c:pt idx="1296">
                  <c:v>100.23</c:v>
                </c:pt>
                <c:pt idx="1297">
                  <c:v>100.61</c:v>
                </c:pt>
                <c:pt idx="1298">
                  <c:v>100.15</c:v>
                </c:pt>
                <c:pt idx="1299">
                  <c:v>100.12</c:v>
                </c:pt>
                <c:pt idx="1300">
                  <c:v>100.31</c:v>
                </c:pt>
                <c:pt idx="1301">
                  <c:v>100.38</c:v>
                </c:pt>
                <c:pt idx="1302">
                  <c:v>99.3</c:v>
                </c:pt>
                <c:pt idx="1303">
                  <c:v>99.63</c:v>
                </c:pt>
                <c:pt idx="1304">
                  <c:v>99.58</c:v>
                </c:pt>
                <c:pt idx="1305">
                  <c:v>100.2</c:v>
                </c:pt>
                <c:pt idx="1306">
                  <c:v>100.67</c:v>
                </c:pt>
                <c:pt idx="1307">
                  <c:v>101.35</c:v>
                </c:pt>
                <c:pt idx="1308">
                  <c:v>100.88</c:v>
                </c:pt>
                <c:pt idx="1309">
                  <c:v>101.37</c:v>
                </c:pt>
                <c:pt idx="1310">
                  <c:v>100.03</c:v>
                </c:pt>
                <c:pt idx="1311">
                  <c:v>100.03</c:v>
                </c:pt>
                <c:pt idx="1312">
                  <c:v>100.09</c:v>
                </c:pt>
                <c:pt idx="1313">
                  <c:v>98.67</c:v>
                </c:pt>
                <c:pt idx="1314">
                  <c:v>98.4</c:v>
                </c:pt>
                <c:pt idx="1315">
                  <c:v>98.42</c:v>
                </c:pt>
                <c:pt idx="1316">
                  <c:v>99.11</c:v>
                </c:pt>
                <c:pt idx="1317">
                  <c:v>99.53</c:v>
                </c:pt>
                <c:pt idx="1318">
                  <c:v>99.13</c:v>
                </c:pt>
                <c:pt idx="1319">
                  <c:v>99.4</c:v>
                </c:pt>
                <c:pt idx="1320">
                  <c:v>99.8</c:v>
                </c:pt>
                <c:pt idx="1321">
                  <c:v>99.69</c:v>
                </c:pt>
                <c:pt idx="1322">
                  <c:v>99.53</c:v>
                </c:pt>
                <c:pt idx="1323">
                  <c:v>99.43</c:v>
                </c:pt>
                <c:pt idx="1324">
                  <c:v>99.4</c:v>
                </c:pt>
                <c:pt idx="1325">
                  <c:v>98.42</c:v>
                </c:pt>
                <c:pt idx="1326">
                  <c:v>99.55</c:v>
                </c:pt>
                <c:pt idx="1327">
                  <c:v>99.19</c:v>
                </c:pt>
                <c:pt idx="1328">
                  <c:v>99.41</c:v>
                </c:pt>
                <c:pt idx="1329">
                  <c:v>99.85</c:v>
                </c:pt>
                <c:pt idx="1330">
                  <c:v>99.36</c:v>
                </c:pt>
                <c:pt idx="1331">
                  <c:v>99.46</c:v>
                </c:pt>
                <c:pt idx="1332">
                  <c:v>98.93</c:v>
                </c:pt>
                <c:pt idx="1333">
                  <c:v>98.91</c:v>
                </c:pt>
                <c:pt idx="1334">
                  <c:v>98.93</c:v>
                </c:pt>
                <c:pt idx="1335">
                  <c:v>98.73</c:v>
                </c:pt>
                <c:pt idx="1336">
                  <c:v>98.48</c:v>
                </c:pt>
                <c:pt idx="1337">
                  <c:v>98.34</c:v>
                </c:pt>
                <c:pt idx="1338">
                  <c:v>97.5</c:v>
                </c:pt>
                <c:pt idx="1339">
                  <c:v>97.4</c:v>
                </c:pt>
                <c:pt idx="1340">
                  <c:v>97.29</c:v>
                </c:pt>
                <c:pt idx="1341">
                  <c:v>97.08</c:v>
                </c:pt>
                <c:pt idx="1342">
                  <c:v>97.05</c:v>
                </c:pt>
                <c:pt idx="1343">
                  <c:v>96.72</c:v>
                </c:pt>
                <c:pt idx="1344">
                  <c:v>96.9</c:v>
                </c:pt>
                <c:pt idx="1345">
                  <c:v>97.08</c:v>
                </c:pt>
                <c:pt idx="1346">
                  <c:v>96.69</c:v>
                </c:pt>
                <c:pt idx="1347">
                  <c:v>96.77</c:v>
                </c:pt>
                <c:pt idx="1348">
                  <c:v>95.28</c:v>
                </c:pt>
                <c:pt idx="1349">
                  <c:v>94.14</c:v>
                </c:pt>
                <c:pt idx="1350">
                  <c:v>92.87</c:v>
                </c:pt>
                <c:pt idx="1351">
                  <c:v>90.45</c:v>
                </c:pt>
                <c:pt idx="1352">
                  <c:v>91.62</c:v>
                </c:pt>
                <c:pt idx="1353">
                  <c:v>91.02</c:v>
                </c:pt>
                <c:pt idx="1354">
                  <c:v>90.9</c:v>
                </c:pt>
                <c:pt idx="1355">
                  <c:v>90.67</c:v>
                </c:pt>
                <c:pt idx="1356">
                  <c:v>90.77</c:v>
                </c:pt>
                <c:pt idx="1357">
                  <c:v>89.49</c:v>
                </c:pt>
                <c:pt idx="1358">
                  <c:v>90.31</c:v>
                </c:pt>
                <c:pt idx="1359">
                  <c:v>89.05</c:v>
                </c:pt>
                <c:pt idx="1360">
                  <c:v>89.35</c:v>
                </c:pt>
                <c:pt idx="1361">
                  <c:v>89.35</c:v>
                </c:pt>
                <c:pt idx="1362">
                  <c:v>89.03</c:v>
                </c:pt>
                <c:pt idx="1363">
                  <c:v>88.15</c:v>
                </c:pt>
                <c:pt idx="1364">
                  <c:v>88.89</c:v>
                </c:pt>
                <c:pt idx="1365">
                  <c:v>89.35</c:v>
                </c:pt>
                <c:pt idx="1366">
                  <c:v>88.91</c:v>
                </c:pt>
                <c:pt idx="1367">
                  <c:v>88.34</c:v>
                </c:pt>
                <c:pt idx="1368">
                  <c:v>89.55</c:v>
                </c:pt>
                <c:pt idx="1369">
                  <c:v>86.55</c:v>
                </c:pt>
                <c:pt idx="1370">
                  <c:v>85.85</c:v>
                </c:pt>
                <c:pt idx="1371">
                  <c:v>86.2</c:v>
                </c:pt>
                <c:pt idx="1372">
                  <c:v>86.15</c:v>
                </c:pt>
                <c:pt idx="1373">
                  <c:v>84.84</c:v>
                </c:pt>
                <c:pt idx="1374">
                  <c:v>83.85</c:v>
                </c:pt>
                <c:pt idx="1375">
                  <c:v>83.9</c:v>
                </c:pt>
                <c:pt idx="1376">
                  <c:v>83.53</c:v>
                </c:pt>
                <c:pt idx="1377">
                  <c:v>83.75</c:v>
                </c:pt>
                <c:pt idx="1378">
                  <c:v>83.5</c:v>
                </c:pt>
                <c:pt idx="1379">
                  <c:v>83.3</c:v>
                </c:pt>
                <c:pt idx="1380">
                  <c:v>81.95</c:v>
                </c:pt>
                <c:pt idx="1381">
                  <c:v>80.63</c:v>
                </c:pt>
                <c:pt idx="1382">
                  <c:v>81.349999999999994</c:v>
                </c:pt>
                <c:pt idx="1383">
                  <c:v>83.17</c:v>
                </c:pt>
                <c:pt idx="1384">
                  <c:v>82.73</c:v>
                </c:pt>
                <c:pt idx="1385">
                  <c:v>83.03</c:v>
                </c:pt>
                <c:pt idx="1386">
                  <c:v>81.83</c:v>
                </c:pt>
                <c:pt idx="1387">
                  <c:v>83.8</c:v>
                </c:pt>
                <c:pt idx="1388">
                  <c:v>83.66</c:v>
                </c:pt>
                <c:pt idx="1389">
                  <c:v>84.34</c:v>
                </c:pt>
                <c:pt idx="1390">
                  <c:v>83.5</c:v>
                </c:pt>
                <c:pt idx="1391">
                  <c:v>83.62</c:v>
                </c:pt>
                <c:pt idx="1392">
                  <c:v>83.7</c:v>
                </c:pt>
                <c:pt idx="1393">
                  <c:v>83.89</c:v>
                </c:pt>
                <c:pt idx="1394">
                  <c:v>83.97</c:v>
                </c:pt>
                <c:pt idx="1395">
                  <c:v>83.26</c:v>
                </c:pt>
                <c:pt idx="1396">
                  <c:v>83.37</c:v>
                </c:pt>
                <c:pt idx="1397">
                  <c:v>83.81</c:v>
                </c:pt>
                <c:pt idx="1398">
                  <c:v>85.72</c:v>
                </c:pt>
                <c:pt idx="1399">
                  <c:v>86.75</c:v>
                </c:pt>
                <c:pt idx="1400">
                  <c:v>86.45</c:v>
                </c:pt>
                <c:pt idx="1401">
                  <c:v>86.65</c:v>
                </c:pt>
                <c:pt idx="1402">
                  <c:v>86.88</c:v>
                </c:pt>
                <c:pt idx="1403">
                  <c:v>86.87</c:v>
                </c:pt>
                <c:pt idx="1404">
                  <c:v>86.86</c:v>
                </c:pt>
                <c:pt idx="1405">
                  <c:v>87.38</c:v>
                </c:pt>
                <c:pt idx="1406">
                  <c:v>87.16</c:v>
                </c:pt>
                <c:pt idx="1407">
                  <c:v>87.16</c:v>
                </c:pt>
                <c:pt idx="1408">
                  <c:v>84.84</c:v>
                </c:pt>
                <c:pt idx="1409">
                  <c:v>82.91</c:v>
                </c:pt>
                <c:pt idx="1410">
                  <c:v>82.8</c:v>
                </c:pt>
                <c:pt idx="1411">
                  <c:v>82.92</c:v>
                </c:pt>
                <c:pt idx="1412">
                  <c:v>84.62</c:v>
                </c:pt>
                <c:pt idx="1413">
                  <c:v>84.81</c:v>
                </c:pt>
                <c:pt idx="1414">
                  <c:v>84.33</c:v>
                </c:pt>
                <c:pt idx="1415">
                  <c:v>84.78</c:v>
                </c:pt>
                <c:pt idx="1416">
                  <c:v>84.77</c:v>
                </c:pt>
                <c:pt idx="1417">
                  <c:v>84.97</c:v>
                </c:pt>
                <c:pt idx="1418">
                  <c:v>84.55</c:v>
                </c:pt>
                <c:pt idx="1419">
                  <c:v>84.34</c:v>
                </c:pt>
                <c:pt idx="1420">
                  <c:v>84.06</c:v>
                </c:pt>
                <c:pt idx="1421">
                  <c:v>84.68</c:v>
                </c:pt>
                <c:pt idx="1422">
                  <c:v>84.34</c:v>
                </c:pt>
                <c:pt idx="1423">
                  <c:v>84.58</c:v>
                </c:pt>
                <c:pt idx="1424">
                  <c:v>84.7</c:v>
                </c:pt>
                <c:pt idx="1425">
                  <c:v>84.62</c:v>
                </c:pt>
                <c:pt idx="1426">
                  <c:v>84.53</c:v>
                </c:pt>
                <c:pt idx="1427">
                  <c:v>84.05</c:v>
                </c:pt>
                <c:pt idx="1428">
                  <c:v>84.49</c:v>
                </c:pt>
                <c:pt idx="1429">
                  <c:v>84.33</c:v>
                </c:pt>
                <c:pt idx="1430">
                  <c:v>84.29</c:v>
                </c:pt>
                <c:pt idx="1431">
                  <c:v>84.22</c:v>
                </c:pt>
                <c:pt idx="1432">
                  <c:v>85.56</c:v>
                </c:pt>
                <c:pt idx="1433">
                  <c:v>84.33</c:v>
                </c:pt>
                <c:pt idx="1434">
                  <c:v>84.63</c:v>
                </c:pt>
                <c:pt idx="1435">
                  <c:v>84.72</c:v>
                </c:pt>
                <c:pt idx="1436">
                  <c:v>84.79</c:v>
                </c:pt>
                <c:pt idx="1437">
                  <c:v>84.88</c:v>
                </c:pt>
                <c:pt idx="1438">
                  <c:v>84.97</c:v>
                </c:pt>
                <c:pt idx="1439">
                  <c:v>86.7</c:v>
                </c:pt>
                <c:pt idx="1440">
                  <c:v>86.91</c:v>
                </c:pt>
                <c:pt idx="1441">
                  <c:v>87.62</c:v>
                </c:pt>
                <c:pt idx="1442">
                  <c:v>87.28</c:v>
                </c:pt>
                <c:pt idx="1443">
                  <c:v>87.3</c:v>
                </c:pt>
                <c:pt idx="1444">
                  <c:v>87.85</c:v>
                </c:pt>
                <c:pt idx="1445">
                  <c:v>89.09</c:v>
                </c:pt>
                <c:pt idx="1446">
                  <c:v>88.35</c:v>
                </c:pt>
                <c:pt idx="1447">
                  <c:v>87.35</c:v>
                </c:pt>
                <c:pt idx="1448">
                  <c:v>88.13</c:v>
                </c:pt>
                <c:pt idx="1449">
                  <c:v>88.45</c:v>
                </c:pt>
                <c:pt idx="1450">
                  <c:v>87.68</c:v>
                </c:pt>
                <c:pt idx="1451">
                  <c:v>87.93</c:v>
                </c:pt>
                <c:pt idx="1452">
                  <c:v>87.93</c:v>
                </c:pt>
                <c:pt idx="1453">
                  <c:v>88.15</c:v>
                </c:pt>
                <c:pt idx="1454">
                  <c:v>88.15</c:v>
                </c:pt>
                <c:pt idx="1455">
                  <c:v>88.45</c:v>
                </c:pt>
                <c:pt idx="1456">
                  <c:v>88.09</c:v>
                </c:pt>
                <c:pt idx="1457">
                  <c:v>91.17</c:v>
                </c:pt>
                <c:pt idx="1458">
                  <c:v>90.34</c:v>
                </c:pt>
                <c:pt idx="1459">
                  <c:v>91.43</c:v>
                </c:pt>
                <c:pt idx="1460">
                  <c:v>91.46</c:v>
                </c:pt>
                <c:pt idx="1461">
                  <c:v>91.5</c:v>
                </c:pt>
                <c:pt idx="1462">
                  <c:v>91.58</c:v>
                </c:pt>
                <c:pt idx="1463">
                  <c:v>92.77</c:v>
                </c:pt>
                <c:pt idx="1464">
                  <c:v>94.04</c:v>
                </c:pt>
                <c:pt idx="1465">
                  <c:v>93.63</c:v>
                </c:pt>
                <c:pt idx="1466">
                  <c:v>97.24</c:v>
                </c:pt>
                <c:pt idx="1467">
                  <c:v>98.05</c:v>
                </c:pt>
                <c:pt idx="1468">
                  <c:v>97.26</c:v>
                </c:pt>
                <c:pt idx="1469">
                  <c:v>97.51</c:v>
                </c:pt>
                <c:pt idx="1470">
                  <c:v>97.17</c:v>
                </c:pt>
                <c:pt idx="1471">
                  <c:v>96.91</c:v>
                </c:pt>
                <c:pt idx="1472">
                  <c:v>96.53</c:v>
                </c:pt>
                <c:pt idx="1473">
                  <c:v>96.71</c:v>
                </c:pt>
                <c:pt idx="1474">
                  <c:v>96.7</c:v>
                </c:pt>
                <c:pt idx="1475">
                  <c:v>96.77</c:v>
                </c:pt>
                <c:pt idx="1476">
                  <c:v>98.21</c:v>
                </c:pt>
                <c:pt idx="1477">
                  <c:v>99.11</c:v>
                </c:pt>
                <c:pt idx="1478">
                  <c:v>97.46</c:v>
                </c:pt>
                <c:pt idx="1479">
                  <c:v>97.44</c:v>
                </c:pt>
                <c:pt idx="1480">
                  <c:v>97.66</c:v>
                </c:pt>
                <c:pt idx="1481">
                  <c:v>97.64</c:v>
                </c:pt>
                <c:pt idx="1482">
                  <c:v>98.96</c:v>
                </c:pt>
                <c:pt idx="1483">
                  <c:v>99.1</c:v>
                </c:pt>
                <c:pt idx="1484">
                  <c:v>99.63</c:v>
                </c:pt>
                <c:pt idx="1485">
                  <c:v>100.03</c:v>
                </c:pt>
                <c:pt idx="1486">
                  <c:v>101.1</c:v>
                </c:pt>
                <c:pt idx="1487">
                  <c:v>102.59</c:v>
                </c:pt>
                <c:pt idx="1488">
                  <c:v>102.39</c:v>
                </c:pt>
                <c:pt idx="1489">
                  <c:v>104.15</c:v>
                </c:pt>
                <c:pt idx="1490">
                  <c:v>103.28</c:v>
                </c:pt>
                <c:pt idx="1491">
                  <c:v>104.55</c:v>
                </c:pt>
                <c:pt idx="1492">
                  <c:v>102.55</c:v>
                </c:pt>
                <c:pt idx="1493">
                  <c:v>99.05</c:v>
                </c:pt>
                <c:pt idx="1494">
                  <c:v>100.1</c:v>
                </c:pt>
                <c:pt idx="1495">
                  <c:v>100.55</c:v>
                </c:pt>
                <c:pt idx="1496">
                  <c:v>100.96</c:v>
                </c:pt>
                <c:pt idx="1497">
                  <c:v>100.42</c:v>
                </c:pt>
                <c:pt idx="1498">
                  <c:v>99.16</c:v>
                </c:pt>
                <c:pt idx="1499">
                  <c:v>99.73</c:v>
                </c:pt>
                <c:pt idx="1500">
                  <c:v>100.35</c:v>
                </c:pt>
                <c:pt idx="1501">
                  <c:v>101.6</c:v>
                </c:pt>
                <c:pt idx="1502">
                  <c:v>100.82</c:v>
                </c:pt>
                <c:pt idx="1503">
                  <c:v>99.67</c:v>
                </c:pt>
                <c:pt idx="1504">
                  <c:v>100.44</c:v>
                </c:pt>
                <c:pt idx="1505">
                  <c:v>100.43</c:v>
                </c:pt>
                <c:pt idx="1506">
                  <c:v>100.85</c:v>
                </c:pt>
                <c:pt idx="1507">
                  <c:v>101.11</c:v>
                </c:pt>
                <c:pt idx="1508">
                  <c:v>100.17</c:v>
                </c:pt>
                <c:pt idx="1509">
                  <c:v>100.98</c:v>
                </c:pt>
                <c:pt idx="1510">
                  <c:v>100.69</c:v>
                </c:pt>
                <c:pt idx="1511">
                  <c:v>100.35</c:v>
                </c:pt>
                <c:pt idx="1512">
                  <c:v>100.75</c:v>
                </c:pt>
                <c:pt idx="1513">
                  <c:v>100.37</c:v>
                </c:pt>
                <c:pt idx="1514">
                  <c:v>100.35</c:v>
                </c:pt>
                <c:pt idx="1515">
                  <c:v>99.97</c:v>
                </c:pt>
                <c:pt idx="1516">
                  <c:v>100.47</c:v>
                </c:pt>
                <c:pt idx="1517">
                  <c:v>101.24</c:v>
                </c:pt>
                <c:pt idx="1518">
                  <c:v>101.44</c:v>
                </c:pt>
                <c:pt idx="1519">
                  <c:v>101.87</c:v>
                </c:pt>
                <c:pt idx="1520">
                  <c:v>101.9</c:v>
                </c:pt>
                <c:pt idx="1521">
                  <c:v>101.96</c:v>
                </c:pt>
                <c:pt idx="1522">
                  <c:v>103.3</c:v>
                </c:pt>
                <c:pt idx="1523">
                  <c:v>104.07</c:v>
                </c:pt>
                <c:pt idx="1524">
                  <c:v>103.9</c:v>
                </c:pt>
                <c:pt idx="1525">
                  <c:v>103.26</c:v>
                </c:pt>
                <c:pt idx="1526">
                  <c:v>103.01</c:v>
                </c:pt>
                <c:pt idx="1527">
                  <c:v>102.59</c:v>
                </c:pt>
                <c:pt idx="1528">
                  <c:v>100.57</c:v>
                </c:pt>
                <c:pt idx="1529">
                  <c:v>100.88</c:v>
                </c:pt>
                <c:pt idx="1530">
                  <c:v>101.93</c:v>
                </c:pt>
                <c:pt idx="1531">
                  <c:v>101.51</c:v>
                </c:pt>
                <c:pt idx="1532">
                  <c:v>101.51</c:v>
                </c:pt>
                <c:pt idx="1533">
                  <c:v>102.05</c:v>
                </c:pt>
                <c:pt idx="1534">
                  <c:v>102.18</c:v>
                </c:pt>
                <c:pt idx="1535">
                  <c:v>101.21</c:v>
                </c:pt>
                <c:pt idx="1536">
                  <c:v>101.45</c:v>
                </c:pt>
                <c:pt idx="1537">
                  <c:v>100.88</c:v>
                </c:pt>
                <c:pt idx="1538">
                  <c:v>100.76</c:v>
                </c:pt>
                <c:pt idx="1539">
                  <c:v>101.53</c:v>
                </c:pt>
                <c:pt idx="1540">
                  <c:v>101.65</c:v>
                </c:pt>
                <c:pt idx="1541">
                  <c:v>101.25</c:v>
                </c:pt>
                <c:pt idx="1542">
                  <c:v>101.65</c:v>
                </c:pt>
                <c:pt idx="1543">
                  <c:v>102.04</c:v>
                </c:pt>
                <c:pt idx="1544">
                  <c:v>101.22</c:v>
                </c:pt>
                <c:pt idx="1545">
                  <c:v>101.31</c:v>
                </c:pt>
                <c:pt idx="1546">
                  <c:v>101.2</c:v>
                </c:pt>
                <c:pt idx="1547">
                  <c:v>101.61</c:v>
                </c:pt>
                <c:pt idx="1548">
                  <c:v>101.33</c:v>
                </c:pt>
                <c:pt idx="1549">
                  <c:v>101.27</c:v>
                </c:pt>
                <c:pt idx="1550">
                  <c:v>101.16</c:v>
                </c:pt>
                <c:pt idx="1551">
                  <c:v>101.77</c:v>
                </c:pt>
                <c:pt idx="1552">
                  <c:v>101.63</c:v>
                </c:pt>
                <c:pt idx="1553">
                  <c:v>101.43</c:v>
                </c:pt>
                <c:pt idx="1554">
                  <c:v>102.04</c:v>
                </c:pt>
                <c:pt idx="1555">
                  <c:v>101.5</c:v>
                </c:pt>
                <c:pt idx="1556">
                  <c:v>102</c:v>
                </c:pt>
                <c:pt idx="1557">
                  <c:v>101.72</c:v>
                </c:pt>
                <c:pt idx="1558">
                  <c:v>101.78</c:v>
                </c:pt>
                <c:pt idx="1559">
                  <c:v>102.3</c:v>
                </c:pt>
                <c:pt idx="1560">
                  <c:v>102.45</c:v>
                </c:pt>
                <c:pt idx="1561">
                  <c:v>102.33</c:v>
                </c:pt>
                <c:pt idx="1562">
                  <c:v>102.82</c:v>
                </c:pt>
                <c:pt idx="1563">
                  <c:v>102.68</c:v>
                </c:pt>
                <c:pt idx="1564">
                  <c:v>103.52</c:v>
                </c:pt>
                <c:pt idx="1565">
                  <c:v>103.45</c:v>
                </c:pt>
                <c:pt idx="1566">
                  <c:v>103.95</c:v>
                </c:pt>
                <c:pt idx="1567">
                  <c:v>104.86</c:v>
                </c:pt>
                <c:pt idx="1568">
                  <c:v>105.17</c:v>
                </c:pt>
                <c:pt idx="1569">
                  <c:v>105.42</c:v>
                </c:pt>
                <c:pt idx="1570">
                  <c:v>105.22</c:v>
                </c:pt>
                <c:pt idx="1571">
                  <c:v>104.39</c:v>
                </c:pt>
                <c:pt idx="1572">
                  <c:v>104.83</c:v>
                </c:pt>
                <c:pt idx="1573">
                  <c:v>104.82</c:v>
                </c:pt>
                <c:pt idx="1574">
                  <c:v>105.25</c:v>
                </c:pt>
                <c:pt idx="1575">
                  <c:v>105.33</c:v>
                </c:pt>
                <c:pt idx="1576">
                  <c:v>106.09</c:v>
                </c:pt>
                <c:pt idx="1577">
                  <c:v>105.59</c:v>
                </c:pt>
                <c:pt idx="1578">
                  <c:v>105.63</c:v>
                </c:pt>
                <c:pt idx="1579">
                  <c:v>105.36</c:v>
                </c:pt>
                <c:pt idx="1580">
                  <c:v>105.78</c:v>
                </c:pt>
                <c:pt idx="1581">
                  <c:v>105.97</c:v>
                </c:pt>
                <c:pt idx="1582">
                  <c:v>107.08</c:v>
                </c:pt>
                <c:pt idx="1583">
                  <c:v>107.1</c:v>
                </c:pt>
                <c:pt idx="1584">
                  <c:v>106.6</c:v>
                </c:pt>
                <c:pt idx="1585">
                  <c:v>106.7</c:v>
                </c:pt>
                <c:pt idx="1586">
                  <c:v>107.36</c:v>
                </c:pt>
                <c:pt idx="1587">
                  <c:v>107.05</c:v>
                </c:pt>
                <c:pt idx="1588">
                  <c:v>106.74</c:v>
                </c:pt>
                <c:pt idx="1589">
                  <c:v>106.38</c:v>
                </c:pt>
                <c:pt idx="1590">
                  <c:v>105.21</c:v>
                </c:pt>
                <c:pt idx="1591">
                  <c:v>105.1</c:v>
                </c:pt>
                <c:pt idx="1592">
                  <c:v>106.13</c:v>
                </c:pt>
                <c:pt idx="1593">
                  <c:v>107.13</c:v>
                </c:pt>
                <c:pt idx="1594">
                  <c:v>107.05</c:v>
                </c:pt>
                <c:pt idx="1595">
                  <c:v>106.86</c:v>
                </c:pt>
                <c:pt idx="1596">
                  <c:v>106.75</c:v>
                </c:pt>
                <c:pt idx="1597">
                  <c:v>106.19</c:v>
                </c:pt>
                <c:pt idx="1598">
                  <c:v>105.63</c:v>
                </c:pt>
                <c:pt idx="1599">
                  <c:v>105.24</c:v>
                </c:pt>
                <c:pt idx="1600">
                  <c:v>104.12</c:v>
                </c:pt>
                <c:pt idx="1601">
                  <c:v>105.86</c:v>
                </c:pt>
                <c:pt idx="1602">
                  <c:v>104.95</c:v>
                </c:pt>
                <c:pt idx="1603">
                  <c:v>104.97</c:v>
                </c:pt>
                <c:pt idx="1604">
                  <c:v>104.91</c:v>
                </c:pt>
                <c:pt idx="1605">
                  <c:v>104.35</c:v>
                </c:pt>
                <c:pt idx="1606">
                  <c:v>104.38</c:v>
                </c:pt>
                <c:pt idx="1607">
                  <c:v>104.82</c:v>
                </c:pt>
                <c:pt idx="1608">
                  <c:v>105.23</c:v>
                </c:pt>
                <c:pt idx="1609">
                  <c:v>105.28</c:v>
                </c:pt>
                <c:pt idx="1610">
                  <c:v>105.25</c:v>
                </c:pt>
                <c:pt idx="1611">
                  <c:v>105.15</c:v>
                </c:pt>
                <c:pt idx="1612">
                  <c:v>105.46</c:v>
                </c:pt>
                <c:pt idx="1613">
                  <c:v>105.29</c:v>
                </c:pt>
                <c:pt idx="1614">
                  <c:v>105.69</c:v>
                </c:pt>
                <c:pt idx="1615">
                  <c:v>105.53</c:v>
                </c:pt>
                <c:pt idx="1616">
                  <c:v>105.19</c:v>
                </c:pt>
                <c:pt idx="1617">
                  <c:v>105.2</c:v>
                </c:pt>
                <c:pt idx="1618">
                  <c:v>105.44</c:v>
                </c:pt>
                <c:pt idx="1619">
                  <c:v>105.88</c:v>
                </c:pt>
                <c:pt idx="1620">
                  <c:v>106.07</c:v>
                </c:pt>
                <c:pt idx="1621">
                  <c:v>106.16</c:v>
                </c:pt>
                <c:pt idx="1622">
                  <c:v>106.45</c:v>
                </c:pt>
                <c:pt idx="1623">
                  <c:v>106.85</c:v>
                </c:pt>
                <c:pt idx="1624">
                  <c:v>106.75</c:v>
                </c:pt>
                <c:pt idx="1625">
                  <c:v>106.15</c:v>
                </c:pt>
                <c:pt idx="1626">
                  <c:v>106.49</c:v>
                </c:pt>
                <c:pt idx="1627">
                  <c:v>106.67</c:v>
                </c:pt>
                <c:pt idx="1628">
                  <c:v>106.28</c:v>
                </c:pt>
                <c:pt idx="1629">
                  <c:v>107.26</c:v>
                </c:pt>
                <c:pt idx="1630">
                  <c:v>107.58</c:v>
                </c:pt>
                <c:pt idx="1631">
                  <c:v>107.63</c:v>
                </c:pt>
                <c:pt idx="1632">
                  <c:v>106.91</c:v>
                </c:pt>
                <c:pt idx="1633">
                  <c:v>107.1</c:v>
                </c:pt>
                <c:pt idx="1634">
                  <c:v>107.65</c:v>
                </c:pt>
                <c:pt idx="1635">
                  <c:v>107.75</c:v>
                </c:pt>
                <c:pt idx="1636">
                  <c:v>108.32</c:v>
                </c:pt>
                <c:pt idx="1637">
                  <c:v>108.33</c:v>
                </c:pt>
                <c:pt idx="1638">
                  <c:v>108.6</c:v>
                </c:pt>
                <c:pt idx="1639">
                  <c:v>108.73</c:v>
                </c:pt>
                <c:pt idx="1640">
                  <c:v>108.53</c:v>
                </c:pt>
                <c:pt idx="1641">
                  <c:v>108.13</c:v>
                </c:pt>
                <c:pt idx="1642">
                  <c:v>108.19</c:v>
                </c:pt>
                <c:pt idx="1643">
                  <c:v>106.74</c:v>
                </c:pt>
                <c:pt idx="1644">
                  <c:v>107.37</c:v>
                </c:pt>
                <c:pt idx="1645">
                  <c:v>106.74</c:v>
                </c:pt>
                <c:pt idx="1646">
                  <c:v>106.76</c:v>
                </c:pt>
                <c:pt idx="1647">
                  <c:v>106.53</c:v>
                </c:pt>
                <c:pt idx="1648">
                  <c:v>106.76</c:v>
                </c:pt>
                <c:pt idx="1649">
                  <c:v>105.45</c:v>
                </c:pt>
                <c:pt idx="1650">
                  <c:v>104.95</c:v>
                </c:pt>
                <c:pt idx="1651">
                  <c:v>105.13</c:v>
                </c:pt>
                <c:pt idx="1652">
                  <c:v>105.35</c:v>
                </c:pt>
                <c:pt idx="1653">
                  <c:v>104.39</c:v>
                </c:pt>
                <c:pt idx="1654">
                  <c:v>105.15</c:v>
                </c:pt>
                <c:pt idx="1655">
                  <c:v>104.85</c:v>
                </c:pt>
                <c:pt idx="1656">
                  <c:v>105.24</c:v>
                </c:pt>
                <c:pt idx="1657">
                  <c:v>105.1</c:v>
                </c:pt>
                <c:pt idx="1658">
                  <c:v>104.6</c:v>
                </c:pt>
                <c:pt idx="1659">
                  <c:v>105.56</c:v>
                </c:pt>
                <c:pt idx="1660">
                  <c:v>105</c:v>
                </c:pt>
                <c:pt idx="1661">
                  <c:v>105.85</c:v>
                </c:pt>
                <c:pt idx="1662">
                  <c:v>106.89</c:v>
                </c:pt>
                <c:pt idx="1663">
                  <c:v>106.56</c:v>
                </c:pt>
                <c:pt idx="1664">
                  <c:v>106.8</c:v>
                </c:pt>
                <c:pt idx="1665">
                  <c:v>107.1</c:v>
                </c:pt>
                <c:pt idx="1666">
                  <c:v>107.18</c:v>
                </c:pt>
                <c:pt idx="1667">
                  <c:v>107.17</c:v>
                </c:pt>
                <c:pt idx="1668">
                  <c:v>106.91</c:v>
                </c:pt>
                <c:pt idx="1669">
                  <c:v>107.9</c:v>
                </c:pt>
                <c:pt idx="1670">
                  <c:v>107.85</c:v>
                </c:pt>
                <c:pt idx="1671">
                  <c:v>108.85</c:v>
                </c:pt>
                <c:pt idx="1672">
                  <c:v>108.13</c:v>
                </c:pt>
                <c:pt idx="1673">
                  <c:v>107.76</c:v>
                </c:pt>
                <c:pt idx="1674">
                  <c:v>108.08</c:v>
                </c:pt>
                <c:pt idx="1675">
                  <c:v>108.45</c:v>
                </c:pt>
                <c:pt idx="1676">
                  <c:v>108.82</c:v>
                </c:pt>
                <c:pt idx="1677">
                  <c:v>109.08</c:v>
                </c:pt>
                <c:pt idx="1678">
                  <c:v>109.15</c:v>
                </c:pt>
                <c:pt idx="1679">
                  <c:v>109.31</c:v>
                </c:pt>
                <c:pt idx="1680">
                  <c:v>109.06</c:v>
                </c:pt>
                <c:pt idx="1681">
                  <c:v>109.53</c:v>
                </c:pt>
                <c:pt idx="1682">
                  <c:v>108.95</c:v>
                </c:pt>
                <c:pt idx="1683">
                  <c:v>108.69</c:v>
                </c:pt>
                <c:pt idx="1684">
                  <c:v>109.23</c:v>
                </c:pt>
                <c:pt idx="1685">
                  <c:v>109.04</c:v>
                </c:pt>
                <c:pt idx="1686">
                  <c:v>107.8</c:v>
                </c:pt>
                <c:pt idx="1687">
                  <c:v>108.01</c:v>
                </c:pt>
                <c:pt idx="1688">
                  <c:v>108.19</c:v>
                </c:pt>
                <c:pt idx="1689">
                  <c:v>109.16</c:v>
                </c:pt>
                <c:pt idx="1690">
                  <c:v>108.92</c:v>
                </c:pt>
                <c:pt idx="1691">
                  <c:v>108.92</c:v>
                </c:pt>
                <c:pt idx="1692">
                  <c:v>109.58</c:v>
                </c:pt>
                <c:pt idx="1693">
                  <c:v>109.1</c:v>
                </c:pt>
                <c:pt idx="1694">
                  <c:v>109.73</c:v>
                </c:pt>
                <c:pt idx="1695">
                  <c:v>109.68</c:v>
                </c:pt>
                <c:pt idx="1696">
                  <c:v>110.34</c:v>
                </c:pt>
                <c:pt idx="1697">
                  <c:v>110.3</c:v>
                </c:pt>
                <c:pt idx="1698">
                  <c:v>110.4</c:v>
                </c:pt>
                <c:pt idx="1699">
                  <c:v>110.81</c:v>
                </c:pt>
                <c:pt idx="1700">
                  <c:v>110.82</c:v>
                </c:pt>
                <c:pt idx="1701">
                  <c:v>110.44</c:v>
                </c:pt>
                <c:pt idx="1702">
                  <c:v>110.4</c:v>
                </c:pt>
                <c:pt idx="1703">
                  <c:v>110.28</c:v>
                </c:pt>
                <c:pt idx="1704">
                  <c:v>110.91</c:v>
                </c:pt>
                <c:pt idx="1705">
                  <c:v>110.26</c:v>
                </c:pt>
                <c:pt idx="1706">
                  <c:v>109.36</c:v>
                </c:pt>
                <c:pt idx="1707">
                  <c:v>108.66</c:v>
                </c:pt>
                <c:pt idx="1708">
                  <c:v>108.39</c:v>
                </c:pt>
                <c:pt idx="1709">
                  <c:v>107.82</c:v>
                </c:pt>
                <c:pt idx="1710">
                  <c:v>107.45</c:v>
                </c:pt>
                <c:pt idx="1711">
                  <c:v>107.83</c:v>
                </c:pt>
                <c:pt idx="1712">
                  <c:v>108.43</c:v>
                </c:pt>
                <c:pt idx="1713">
                  <c:v>108.24</c:v>
                </c:pt>
                <c:pt idx="1714">
                  <c:v>108.34</c:v>
                </c:pt>
                <c:pt idx="1715">
                  <c:v>108.19</c:v>
                </c:pt>
                <c:pt idx="1716">
                  <c:v>107.96</c:v>
                </c:pt>
                <c:pt idx="1717">
                  <c:v>106.82</c:v>
                </c:pt>
                <c:pt idx="1718">
                  <c:v>107.1</c:v>
                </c:pt>
                <c:pt idx="1719">
                  <c:v>106.81</c:v>
                </c:pt>
                <c:pt idx="1720">
                  <c:v>106.56</c:v>
                </c:pt>
                <c:pt idx="1721">
                  <c:v>106.82</c:v>
                </c:pt>
                <c:pt idx="1722">
                  <c:v>108.02</c:v>
                </c:pt>
                <c:pt idx="1723">
                  <c:v>108.27</c:v>
                </c:pt>
                <c:pt idx="1724">
                  <c:v>108.23</c:v>
                </c:pt>
                <c:pt idx="1725">
                  <c:v>107.68</c:v>
                </c:pt>
                <c:pt idx="1726">
                  <c:v>107.67</c:v>
                </c:pt>
                <c:pt idx="1727">
                  <c:v>108.12</c:v>
                </c:pt>
                <c:pt idx="1728">
                  <c:v>107.85</c:v>
                </c:pt>
                <c:pt idx="1729">
                  <c:v>107.73</c:v>
                </c:pt>
                <c:pt idx="1730">
                  <c:v>107.83</c:v>
                </c:pt>
                <c:pt idx="1731">
                  <c:v>108.33</c:v>
                </c:pt>
                <c:pt idx="1732">
                  <c:v>108.48</c:v>
                </c:pt>
                <c:pt idx="1733">
                  <c:v>108.3</c:v>
                </c:pt>
                <c:pt idx="1734">
                  <c:v>108.13</c:v>
                </c:pt>
                <c:pt idx="1735">
                  <c:v>107.71</c:v>
                </c:pt>
                <c:pt idx="1736">
                  <c:v>107.71</c:v>
                </c:pt>
                <c:pt idx="1737">
                  <c:v>108.45</c:v>
                </c:pt>
                <c:pt idx="1738">
                  <c:v>108.38</c:v>
                </c:pt>
                <c:pt idx="1739">
                  <c:v>108.9</c:v>
                </c:pt>
                <c:pt idx="1740">
                  <c:v>109.16</c:v>
                </c:pt>
                <c:pt idx="1741">
                  <c:v>109.26</c:v>
                </c:pt>
                <c:pt idx="1742">
                  <c:v>108.83</c:v>
                </c:pt>
                <c:pt idx="1743">
                  <c:v>109.24</c:v>
                </c:pt>
                <c:pt idx="1744">
                  <c:v>109.23</c:v>
                </c:pt>
                <c:pt idx="1745">
                  <c:v>109.25</c:v>
                </c:pt>
                <c:pt idx="1746">
                  <c:v>109.73</c:v>
                </c:pt>
                <c:pt idx="1747">
                  <c:v>110.26</c:v>
                </c:pt>
                <c:pt idx="1748">
                  <c:v>110.18</c:v>
                </c:pt>
                <c:pt idx="1749">
                  <c:v>110.45</c:v>
                </c:pt>
                <c:pt idx="1750">
                  <c:v>110.19</c:v>
                </c:pt>
                <c:pt idx="1751">
                  <c:v>110.28</c:v>
                </c:pt>
                <c:pt idx="1752">
                  <c:v>109.17</c:v>
                </c:pt>
                <c:pt idx="1753">
                  <c:v>109.44</c:v>
                </c:pt>
                <c:pt idx="1754">
                  <c:v>110.01</c:v>
                </c:pt>
                <c:pt idx="1755">
                  <c:v>109.97</c:v>
                </c:pt>
                <c:pt idx="1756">
                  <c:v>109.22</c:v>
                </c:pt>
                <c:pt idx="1757">
                  <c:v>110.39</c:v>
                </c:pt>
                <c:pt idx="1758">
                  <c:v>110.68</c:v>
                </c:pt>
                <c:pt idx="1759">
                  <c:v>110.86</c:v>
                </c:pt>
                <c:pt idx="1760">
                  <c:v>111.39</c:v>
                </c:pt>
                <c:pt idx="1761">
                  <c:v>111.43</c:v>
                </c:pt>
                <c:pt idx="1762">
                  <c:v>111.88</c:v>
                </c:pt>
                <c:pt idx="1763">
                  <c:v>111.43</c:v>
                </c:pt>
                <c:pt idx="1764">
                  <c:v>111.86</c:v>
                </c:pt>
                <c:pt idx="1765">
                  <c:v>111.13</c:v>
                </c:pt>
                <c:pt idx="1766">
                  <c:v>111.69</c:v>
                </c:pt>
                <c:pt idx="1767">
                  <c:v>111.58</c:v>
                </c:pt>
                <c:pt idx="1768">
                  <c:v>111.18</c:v>
                </c:pt>
                <c:pt idx="1769">
                  <c:v>111.57</c:v>
                </c:pt>
                <c:pt idx="1770">
                  <c:v>111.67</c:v>
                </c:pt>
                <c:pt idx="1771">
                  <c:v>112.27</c:v>
                </c:pt>
                <c:pt idx="1772">
                  <c:v>112.28</c:v>
                </c:pt>
                <c:pt idx="1773">
                  <c:v>112.23</c:v>
                </c:pt>
                <c:pt idx="1774">
                  <c:v>112.48</c:v>
                </c:pt>
                <c:pt idx="1775">
                  <c:v>112.73</c:v>
                </c:pt>
                <c:pt idx="1776">
                  <c:v>112.37</c:v>
                </c:pt>
                <c:pt idx="1777">
                  <c:v>112.93</c:v>
                </c:pt>
                <c:pt idx="1778">
                  <c:v>112.86</c:v>
                </c:pt>
                <c:pt idx="1779">
                  <c:v>113.36</c:v>
                </c:pt>
                <c:pt idx="1780">
                  <c:v>114.28</c:v>
                </c:pt>
                <c:pt idx="1781">
                  <c:v>114.27</c:v>
                </c:pt>
                <c:pt idx="1782">
                  <c:v>114.13</c:v>
                </c:pt>
                <c:pt idx="1783">
                  <c:v>114.07</c:v>
                </c:pt>
                <c:pt idx="1784">
                  <c:v>113.35</c:v>
                </c:pt>
                <c:pt idx="1785">
                  <c:v>113.82</c:v>
                </c:pt>
                <c:pt idx="1786">
                  <c:v>114.26</c:v>
                </c:pt>
                <c:pt idx="1787">
                  <c:v>113.88</c:v>
                </c:pt>
                <c:pt idx="1788">
                  <c:v>112.13</c:v>
                </c:pt>
                <c:pt idx="1789">
                  <c:v>111.77</c:v>
                </c:pt>
                <c:pt idx="1790">
                  <c:v>111.08</c:v>
                </c:pt>
                <c:pt idx="1791">
                  <c:v>111.52</c:v>
                </c:pt>
                <c:pt idx="1792">
                  <c:v>111.84</c:v>
                </c:pt>
                <c:pt idx="1793">
                  <c:v>111.6</c:v>
                </c:pt>
                <c:pt idx="1794">
                  <c:v>111.1</c:v>
                </c:pt>
                <c:pt idx="1795">
                  <c:v>111.45</c:v>
                </c:pt>
                <c:pt idx="1796">
                  <c:v>111.64</c:v>
                </c:pt>
                <c:pt idx="1797">
                  <c:v>111.5</c:v>
                </c:pt>
                <c:pt idx="1798">
                  <c:v>111.24</c:v>
                </c:pt>
                <c:pt idx="1799">
                  <c:v>111.5</c:v>
                </c:pt>
                <c:pt idx="1800">
                  <c:v>112.58</c:v>
                </c:pt>
                <c:pt idx="1801">
                  <c:v>112.45</c:v>
                </c:pt>
                <c:pt idx="1802">
                  <c:v>113.2</c:v>
                </c:pt>
                <c:pt idx="1803">
                  <c:v>113.69</c:v>
                </c:pt>
                <c:pt idx="1804">
                  <c:v>113.85</c:v>
                </c:pt>
                <c:pt idx="1805">
                  <c:v>114.57</c:v>
                </c:pt>
                <c:pt idx="1806">
                  <c:v>113.35</c:v>
                </c:pt>
                <c:pt idx="1807">
                  <c:v>113.02</c:v>
                </c:pt>
                <c:pt idx="1808">
                  <c:v>112.25</c:v>
                </c:pt>
                <c:pt idx="1809">
                  <c:v>112.98</c:v>
                </c:pt>
                <c:pt idx="1810">
                  <c:v>113.48</c:v>
                </c:pt>
                <c:pt idx="1811">
                  <c:v>113.34</c:v>
                </c:pt>
                <c:pt idx="1812">
                  <c:v>112.78</c:v>
                </c:pt>
                <c:pt idx="1813">
                  <c:v>113.15</c:v>
                </c:pt>
                <c:pt idx="1814">
                  <c:v>113.9</c:v>
                </c:pt>
                <c:pt idx="1815">
                  <c:v>113.82</c:v>
                </c:pt>
                <c:pt idx="1816">
                  <c:v>113.85</c:v>
                </c:pt>
                <c:pt idx="1817">
                  <c:v>113.59</c:v>
                </c:pt>
                <c:pt idx="1818">
                  <c:v>114.1</c:v>
                </c:pt>
                <c:pt idx="1819">
                  <c:v>114.3</c:v>
                </c:pt>
                <c:pt idx="1820">
                  <c:v>114.09</c:v>
                </c:pt>
                <c:pt idx="1821">
                  <c:v>114.5</c:v>
                </c:pt>
                <c:pt idx="1822">
                  <c:v>114.69</c:v>
                </c:pt>
                <c:pt idx="1823">
                  <c:v>114.85</c:v>
                </c:pt>
                <c:pt idx="1824">
                  <c:v>115.3</c:v>
                </c:pt>
                <c:pt idx="1825">
                  <c:v>116.21</c:v>
                </c:pt>
                <c:pt idx="1826">
                  <c:v>115.7</c:v>
                </c:pt>
                <c:pt idx="1827">
                  <c:v>115.89</c:v>
                </c:pt>
                <c:pt idx="1828">
                  <c:v>115.68</c:v>
                </c:pt>
                <c:pt idx="1829">
                  <c:v>116.44</c:v>
                </c:pt>
                <c:pt idx="1830">
                  <c:v>115.75</c:v>
                </c:pt>
                <c:pt idx="1831">
                  <c:v>115.25</c:v>
                </c:pt>
                <c:pt idx="1832">
                  <c:v>115.85</c:v>
                </c:pt>
                <c:pt idx="1833">
                  <c:v>116.37</c:v>
                </c:pt>
                <c:pt idx="1834">
                  <c:v>116.16</c:v>
                </c:pt>
                <c:pt idx="1835">
                  <c:v>116.48</c:v>
                </c:pt>
                <c:pt idx="1836">
                  <c:v>117.18</c:v>
                </c:pt>
                <c:pt idx="1837">
                  <c:v>116.73</c:v>
                </c:pt>
                <c:pt idx="1838">
                  <c:v>116.58</c:v>
                </c:pt>
                <c:pt idx="1839">
                  <c:v>117.39</c:v>
                </c:pt>
                <c:pt idx="1840">
                  <c:v>117.97</c:v>
                </c:pt>
                <c:pt idx="1841">
                  <c:v>117.99</c:v>
                </c:pt>
                <c:pt idx="1842">
                  <c:v>118.92</c:v>
                </c:pt>
                <c:pt idx="1843">
                  <c:v>119.13</c:v>
                </c:pt>
                <c:pt idx="1844">
                  <c:v>118.9</c:v>
                </c:pt>
                <c:pt idx="1845">
                  <c:v>119.58</c:v>
                </c:pt>
                <c:pt idx="1846">
                  <c:v>121.03</c:v>
                </c:pt>
                <c:pt idx="1847">
                  <c:v>122.07</c:v>
                </c:pt>
                <c:pt idx="1848">
                  <c:v>121.86</c:v>
                </c:pt>
                <c:pt idx="1849">
                  <c:v>121.3</c:v>
                </c:pt>
                <c:pt idx="1850">
                  <c:v>121.7</c:v>
                </c:pt>
                <c:pt idx="1851">
                  <c:v>122.48</c:v>
                </c:pt>
                <c:pt idx="1852">
                  <c:v>123.54</c:v>
                </c:pt>
                <c:pt idx="1853">
                  <c:v>123.89</c:v>
                </c:pt>
                <c:pt idx="1854">
                  <c:v>123.2</c:v>
                </c:pt>
                <c:pt idx="1855">
                  <c:v>122.85</c:v>
                </c:pt>
                <c:pt idx="1856">
                  <c:v>123.47</c:v>
                </c:pt>
                <c:pt idx="1857">
                  <c:v>124.3</c:v>
                </c:pt>
                <c:pt idx="1858">
                  <c:v>124.25</c:v>
                </c:pt>
                <c:pt idx="1859">
                  <c:v>124.28</c:v>
                </c:pt>
                <c:pt idx="1860">
                  <c:v>124.55</c:v>
                </c:pt>
                <c:pt idx="1861">
                  <c:v>124.04</c:v>
                </c:pt>
                <c:pt idx="1862">
                  <c:v>124.55</c:v>
                </c:pt>
                <c:pt idx="1863">
                  <c:v>122.51</c:v>
                </c:pt>
                <c:pt idx="1864">
                  <c:v>122.96</c:v>
                </c:pt>
                <c:pt idx="1865">
                  <c:v>122.24</c:v>
                </c:pt>
                <c:pt idx="1866">
                  <c:v>121.55</c:v>
                </c:pt>
                <c:pt idx="1867">
                  <c:v>122.18</c:v>
                </c:pt>
                <c:pt idx="1868">
                  <c:v>120.68</c:v>
                </c:pt>
                <c:pt idx="1869">
                  <c:v>120.38</c:v>
                </c:pt>
                <c:pt idx="1870">
                  <c:v>121.27</c:v>
                </c:pt>
                <c:pt idx="1871">
                  <c:v>122.15</c:v>
                </c:pt>
                <c:pt idx="1872">
                  <c:v>121.23</c:v>
                </c:pt>
                <c:pt idx="1873">
                  <c:v>121.05</c:v>
                </c:pt>
                <c:pt idx="1874">
                  <c:v>121.95</c:v>
                </c:pt>
                <c:pt idx="1875">
                  <c:v>121.65</c:v>
                </c:pt>
                <c:pt idx="1876">
                  <c:v>121.86</c:v>
                </c:pt>
                <c:pt idx="1877">
                  <c:v>122.25</c:v>
                </c:pt>
                <c:pt idx="1878">
                  <c:v>123.48</c:v>
                </c:pt>
                <c:pt idx="1879">
                  <c:v>123.53</c:v>
                </c:pt>
                <c:pt idx="1880">
                  <c:v>123.8</c:v>
                </c:pt>
                <c:pt idx="1881">
                  <c:v>122.51</c:v>
                </c:pt>
                <c:pt idx="1882">
                  <c:v>122.73</c:v>
                </c:pt>
                <c:pt idx="1883">
                  <c:v>123.73</c:v>
                </c:pt>
                <c:pt idx="1884">
                  <c:v>122.65</c:v>
                </c:pt>
                <c:pt idx="1885">
                  <c:v>123.01</c:v>
                </c:pt>
                <c:pt idx="1886">
                  <c:v>123.65</c:v>
                </c:pt>
                <c:pt idx="1887">
                  <c:v>124.05</c:v>
                </c:pt>
                <c:pt idx="1888">
                  <c:v>123.68</c:v>
                </c:pt>
                <c:pt idx="1889">
                  <c:v>123.94</c:v>
                </c:pt>
                <c:pt idx="1890">
                  <c:v>123.8</c:v>
                </c:pt>
                <c:pt idx="1891">
                  <c:v>121.93</c:v>
                </c:pt>
                <c:pt idx="1892">
                  <c:v>122.9</c:v>
                </c:pt>
                <c:pt idx="1893">
                  <c:v>122.63</c:v>
                </c:pt>
                <c:pt idx="1894">
                  <c:v>124.29</c:v>
                </c:pt>
                <c:pt idx="1895">
                  <c:v>125.72</c:v>
                </c:pt>
                <c:pt idx="1896">
                  <c:v>126.35</c:v>
                </c:pt>
                <c:pt idx="1897">
                  <c:v>126.86</c:v>
                </c:pt>
                <c:pt idx="1898">
                  <c:v>125.71</c:v>
                </c:pt>
                <c:pt idx="1899">
                  <c:v>125.88</c:v>
                </c:pt>
                <c:pt idx="1900">
                  <c:v>126.57</c:v>
                </c:pt>
                <c:pt idx="1901">
                  <c:v>126.05</c:v>
                </c:pt>
                <c:pt idx="1902">
                  <c:v>125.88</c:v>
                </c:pt>
                <c:pt idx="1903">
                  <c:v>125.95</c:v>
                </c:pt>
                <c:pt idx="1904">
                  <c:v>125.85</c:v>
                </c:pt>
                <c:pt idx="1905">
                  <c:v>125.39</c:v>
                </c:pt>
                <c:pt idx="1906">
                  <c:v>126.33</c:v>
                </c:pt>
                <c:pt idx="1907">
                  <c:v>126.08</c:v>
                </c:pt>
                <c:pt idx="1908">
                  <c:v>126.18</c:v>
                </c:pt>
                <c:pt idx="1909">
                  <c:v>126.46</c:v>
                </c:pt>
                <c:pt idx="1910">
                  <c:v>126.87</c:v>
                </c:pt>
                <c:pt idx="1911">
                  <c:v>126.85</c:v>
                </c:pt>
                <c:pt idx="1912">
                  <c:v>127.1</c:v>
                </c:pt>
                <c:pt idx="1913">
                  <c:v>126.55</c:v>
                </c:pt>
                <c:pt idx="1914">
                  <c:v>126.7</c:v>
                </c:pt>
                <c:pt idx="1915">
                  <c:v>126.68</c:v>
                </c:pt>
                <c:pt idx="1916">
                  <c:v>125.43</c:v>
                </c:pt>
                <c:pt idx="1917">
                  <c:v>125.16</c:v>
                </c:pt>
                <c:pt idx="1918">
                  <c:v>123.66</c:v>
                </c:pt>
                <c:pt idx="1919">
                  <c:v>120.05</c:v>
                </c:pt>
                <c:pt idx="1920">
                  <c:v>119.35</c:v>
                </c:pt>
                <c:pt idx="1921">
                  <c:v>118.46</c:v>
                </c:pt>
                <c:pt idx="1922">
                  <c:v>117.15</c:v>
                </c:pt>
                <c:pt idx="1923">
                  <c:v>115.89</c:v>
                </c:pt>
                <c:pt idx="1924">
                  <c:v>115.6</c:v>
                </c:pt>
                <c:pt idx="1925">
                  <c:v>115.63</c:v>
                </c:pt>
                <c:pt idx="1926">
                  <c:v>112.58</c:v>
                </c:pt>
                <c:pt idx="1927">
                  <c:v>114.28</c:v>
                </c:pt>
                <c:pt idx="1928">
                  <c:v>116.11</c:v>
                </c:pt>
                <c:pt idx="1929">
                  <c:v>115.65</c:v>
                </c:pt>
                <c:pt idx="1930">
                  <c:v>116.26</c:v>
                </c:pt>
                <c:pt idx="1931">
                  <c:v>116.68</c:v>
                </c:pt>
                <c:pt idx="1932">
                  <c:v>115.73</c:v>
                </c:pt>
                <c:pt idx="1933">
                  <c:v>116.28</c:v>
                </c:pt>
                <c:pt idx="1934">
                  <c:v>116.33</c:v>
                </c:pt>
                <c:pt idx="1935">
                  <c:v>116.63</c:v>
                </c:pt>
                <c:pt idx="1936">
                  <c:v>116.03</c:v>
                </c:pt>
                <c:pt idx="1937">
                  <c:v>116.38</c:v>
                </c:pt>
                <c:pt idx="1938">
                  <c:v>115.63</c:v>
                </c:pt>
                <c:pt idx="1939">
                  <c:v>114.3</c:v>
                </c:pt>
                <c:pt idx="1940">
                  <c:v>113</c:v>
                </c:pt>
                <c:pt idx="1941">
                  <c:v>112.28</c:v>
                </c:pt>
                <c:pt idx="1942">
                  <c:v>111.26</c:v>
                </c:pt>
                <c:pt idx="1943">
                  <c:v>114.33</c:v>
                </c:pt>
                <c:pt idx="1944">
                  <c:v>114.87</c:v>
                </c:pt>
                <c:pt idx="1945">
                  <c:v>113.21</c:v>
                </c:pt>
                <c:pt idx="1946">
                  <c:v>113.35</c:v>
                </c:pt>
                <c:pt idx="1947">
                  <c:v>113.53</c:v>
                </c:pt>
                <c:pt idx="1948">
                  <c:v>114.23</c:v>
                </c:pt>
                <c:pt idx="1949">
                  <c:v>114.78</c:v>
                </c:pt>
                <c:pt idx="1950">
                  <c:v>114.78</c:v>
                </c:pt>
                <c:pt idx="1951">
                  <c:v>114.83</c:v>
                </c:pt>
                <c:pt idx="1952">
                  <c:v>113.8</c:v>
                </c:pt>
                <c:pt idx="1953">
                  <c:v>113.18</c:v>
                </c:pt>
                <c:pt idx="1954">
                  <c:v>114.59</c:v>
                </c:pt>
                <c:pt idx="1955">
                  <c:v>114.58</c:v>
                </c:pt>
                <c:pt idx="1956">
                  <c:v>114.92</c:v>
                </c:pt>
                <c:pt idx="1957">
                  <c:v>114.43</c:v>
                </c:pt>
                <c:pt idx="1958">
                  <c:v>113.64</c:v>
                </c:pt>
                <c:pt idx="1959">
                  <c:v>113.53</c:v>
                </c:pt>
                <c:pt idx="1960">
                  <c:v>112.78</c:v>
                </c:pt>
                <c:pt idx="1961">
                  <c:v>113.27</c:v>
                </c:pt>
                <c:pt idx="1962">
                  <c:v>112.76</c:v>
                </c:pt>
                <c:pt idx="1963">
                  <c:v>113.12</c:v>
                </c:pt>
                <c:pt idx="1964">
                  <c:v>114.2</c:v>
                </c:pt>
                <c:pt idx="1965">
                  <c:v>113.7</c:v>
                </c:pt>
                <c:pt idx="1966">
                  <c:v>115.68</c:v>
                </c:pt>
                <c:pt idx="1967">
                  <c:v>115.6</c:v>
                </c:pt>
                <c:pt idx="1968">
                  <c:v>115.88</c:v>
                </c:pt>
                <c:pt idx="1969">
                  <c:v>115.47</c:v>
                </c:pt>
                <c:pt idx="1970">
                  <c:v>116.23</c:v>
                </c:pt>
                <c:pt idx="1971">
                  <c:v>115.18</c:v>
                </c:pt>
                <c:pt idx="1972">
                  <c:v>115.65</c:v>
                </c:pt>
                <c:pt idx="1973">
                  <c:v>116.09</c:v>
                </c:pt>
                <c:pt idx="1974">
                  <c:v>116.88</c:v>
                </c:pt>
                <c:pt idx="1975">
                  <c:v>117.83</c:v>
                </c:pt>
                <c:pt idx="1976">
                  <c:v>118.45</c:v>
                </c:pt>
                <c:pt idx="1977">
                  <c:v>118.23</c:v>
                </c:pt>
                <c:pt idx="1978">
                  <c:v>118.55</c:v>
                </c:pt>
                <c:pt idx="1979">
                  <c:v>118.43</c:v>
                </c:pt>
                <c:pt idx="1980">
                  <c:v>118.13</c:v>
                </c:pt>
                <c:pt idx="1981">
                  <c:v>119.38</c:v>
                </c:pt>
                <c:pt idx="1982">
                  <c:v>118.56</c:v>
                </c:pt>
                <c:pt idx="1983">
                  <c:v>118.5</c:v>
                </c:pt>
                <c:pt idx="1984">
                  <c:v>114.76</c:v>
                </c:pt>
                <c:pt idx="1985">
                  <c:v>116.14</c:v>
                </c:pt>
                <c:pt idx="1986">
                  <c:v>116.35</c:v>
                </c:pt>
                <c:pt idx="1987">
                  <c:v>115.75</c:v>
                </c:pt>
                <c:pt idx="1988">
                  <c:v>117.9</c:v>
                </c:pt>
                <c:pt idx="1989">
                  <c:v>117.4</c:v>
                </c:pt>
                <c:pt idx="1990">
                  <c:v>118.07</c:v>
                </c:pt>
                <c:pt idx="1991">
                  <c:v>118.23</c:v>
                </c:pt>
                <c:pt idx="1992">
                  <c:v>117.69</c:v>
                </c:pt>
                <c:pt idx="1993">
                  <c:v>117.17</c:v>
                </c:pt>
                <c:pt idx="1994">
                  <c:v>118.26</c:v>
                </c:pt>
                <c:pt idx="1995">
                  <c:v>118.77</c:v>
                </c:pt>
                <c:pt idx="1996">
                  <c:v>118.16</c:v>
                </c:pt>
                <c:pt idx="1997">
                  <c:v>118.9</c:v>
                </c:pt>
                <c:pt idx="1998">
                  <c:v>118.95</c:v>
                </c:pt>
                <c:pt idx="1999">
                  <c:v>120.95</c:v>
                </c:pt>
                <c:pt idx="2000">
                  <c:v>121.08</c:v>
                </c:pt>
                <c:pt idx="2001">
                  <c:v>121.52</c:v>
                </c:pt>
                <c:pt idx="2002">
                  <c:v>120.82</c:v>
                </c:pt>
                <c:pt idx="2003">
                  <c:v>121.08</c:v>
                </c:pt>
                <c:pt idx="2004">
                  <c:v>121.26</c:v>
                </c:pt>
                <c:pt idx="2005">
                  <c:v>121.16</c:v>
                </c:pt>
                <c:pt idx="2006">
                  <c:v>118.8</c:v>
                </c:pt>
                <c:pt idx="2007">
                  <c:v>119.22</c:v>
                </c:pt>
                <c:pt idx="2008">
                  <c:v>119.63</c:v>
                </c:pt>
                <c:pt idx="2009">
                  <c:v>121.02</c:v>
                </c:pt>
                <c:pt idx="2010">
                  <c:v>120.07</c:v>
                </c:pt>
                <c:pt idx="2011">
                  <c:v>121.17</c:v>
                </c:pt>
                <c:pt idx="2012">
                  <c:v>120.88</c:v>
                </c:pt>
                <c:pt idx="2013">
                  <c:v>121.85</c:v>
                </c:pt>
                <c:pt idx="2014">
                  <c:v>122.17</c:v>
                </c:pt>
                <c:pt idx="2015">
                  <c:v>121.76</c:v>
                </c:pt>
                <c:pt idx="2016">
                  <c:v>122.03</c:v>
                </c:pt>
                <c:pt idx="2017">
                  <c:v>120.35</c:v>
                </c:pt>
                <c:pt idx="2018">
                  <c:v>121.13</c:v>
                </c:pt>
                <c:pt idx="2019">
                  <c:v>121.26</c:v>
                </c:pt>
                <c:pt idx="2020">
                  <c:v>120.83</c:v>
                </c:pt>
                <c:pt idx="2021">
                  <c:v>120.51</c:v>
                </c:pt>
                <c:pt idx="2022">
                  <c:v>120.95</c:v>
                </c:pt>
                <c:pt idx="2023">
                  <c:v>121.7</c:v>
                </c:pt>
                <c:pt idx="2024">
                  <c:v>122.08</c:v>
                </c:pt>
                <c:pt idx="2025">
                  <c:v>121.98</c:v>
                </c:pt>
                <c:pt idx="2026">
                  <c:v>122.43</c:v>
                </c:pt>
                <c:pt idx="2027">
                  <c:v>121.13</c:v>
                </c:pt>
                <c:pt idx="2028">
                  <c:v>121.21</c:v>
                </c:pt>
                <c:pt idx="2029">
                  <c:v>120.1</c:v>
                </c:pt>
                <c:pt idx="2030">
                  <c:v>121.03</c:v>
                </c:pt>
                <c:pt idx="2031">
                  <c:v>121.46</c:v>
                </c:pt>
                <c:pt idx="2032">
                  <c:v>121.02</c:v>
                </c:pt>
                <c:pt idx="2033">
                  <c:v>119.76</c:v>
                </c:pt>
                <c:pt idx="2034">
                  <c:v>120.97</c:v>
                </c:pt>
                <c:pt idx="2035">
                  <c:v>121.15</c:v>
                </c:pt>
                <c:pt idx="2036">
                  <c:v>120.91</c:v>
                </c:pt>
                <c:pt idx="2037">
                  <c:v>120.65</c:v>
                </c:pt>
                <c:pt idx="2038">
                  <c:v>121.9</c:v>
                </c:pt>
                <c:pt idx="2039">
                  <c:v>121.93</c:v>
                </c:pt>
                <c:pt idx="2040">
                  <c:v>122.03</c:v>
                </c:pt>
                <c:pt idx="2041">
                  <c:v>120.73</c:v>
                </c:pt>
                <c:pt idx="2042">
                  <c:v>120.8</c:v>
                </c:pt>
                <c:pt idx="2043">
                  <c:v>119.99</c:v>
                </c:pt>
                <c:pt idx="2044">
                  <c:v>120.48</c:v>
                </c:pt>
                <c:pt idx="2045">
                  <c:v>121.4</c:v>
                </c:pt>
                <c:pt idx="2046">
                  <c:v>121.89</c:v>
                </c:pt>
                <c:pt idx="2047">
                  <c:v>123.13</c:v>
                </c:pt>
                <c:pt idx="2048">
                  <c:v>123.4</c:v>
                </c:pt>
                <c:pt idx="2049">
                  <c:v>124.26</c:v>
                </c:pt>
                <c:pt idx="2050">
                  <c:v>124.33</c:v>
                </c:pt>
                <c:pt idx="2051">
                  <c:v>124.86</c:v>
                </c:pt>
                <c:pt idx="2052">
                  <c:v>126.45</c:v>
                </c:pt>
                <c:pt idx="2053">
                  <c:v>125.73</c:v>
                </c:pt>
                <c:pt idx="2054">
                  <c:v>125.4</c:v>
                </c:pt>
                <c:pt idx="2055">
                  <c:v>125.78</c:v>
                </c:pt>
                <c:pt idx="2056">
                  <c:v>126.13</c:v>
                </c:pt>
                <c:pt idx="2057">
                  <c:v>126.91</c:v>
                </c:pt>
                <c:pt idx="2058">
                  <c:v>125.98</c:v>
                </c:pt>
                <c:pt idx="2059">
                  <c:v>126.37</c:v>
                </c:pt>
                <c:pt idx="2060">
                  <c:v>126.93</c:v>
                </c:pt>
                <c:pt idx="2061">
                  <c:v>127.36</c:v>
                </c:pt>
                <c:pt idx="2062">
                  <c:v>127.14</c:v>
                </c:pt>
                <c:pt idx="2063">
                  <c:v>126.87</c:v>
                </c:pt>
                <c:pt idx="2064">
                  <c:v>127.85</c:v>
                </c:pt>
                <c:pt idx="2065">
                  <c:v>128.68</c:v>
                </c:pt>
                <c:pt idx="2066">
                  <c:v>128.66</c:v>
                </c:pt>
                <c:pt idx="2067">
                  <c:v>128.65</c:v>
                </c:pt>
                <c:pt idx="2068">
                  <c:v>129.38</c:v>
                </c:pt>
                <c:pt idx="2069">
                  <c:v>130.32</c:v>
                </c:pt>
                <c:pt idx="2070">
                  <c:v>130.58000000000001</c:v>
                </c:pt>
                <c:pt idx="2071">
                  <c:v>129.74</c:v>
                </c:pt>
                <c:pt idx="2072">
                  <c:v>129.43</c:v>
                </c:pt>
                <c:pt idx="2073">
                  <c:v>129.65</c:v>
                </c:pt>
                <c:pt idx="2074">
                  <c:v>130.33000000000001</c:v>
                </c:pt>
                <c:pt idx="2075">
                  <c:v>130.88</c:v>
                </c:pt>
                <c:pt idx="2076">
                  <c:v>130.72999999999999</c:v>
                </c:pt>
                <c:pt idx="2077">
                  <c:v>127.13</c:v>
                </c:pt>
                <c:pt idx="2078">
                  <c:v>128.44999999999999</c:v>
                </c:pt>
                <c:pt idx="2079">
                  <c:v>129.4</c:v>
                </c:pt>
                <c:pt idx="2080">
                  <c:v>130.33000000000001</c:v>
                </c:pt>
                <c:pt idx="2081">
                  <c:v>129.51</c:v>
                </c:pt>
                <c:pt idx="2082">
                  <c:v>129.78</c:v>
                </c:pt>
                <c:pt idx="2083">
                  <c:v>130.03</c:v>
                </c:pt>
                <c:pt idx="2084">
                  <c:v>130.18</c:v>
                </c:pt>
                <c:pt idx="2085">
                  <c:v>129.61000000000001</c:v>
                </c:pt>
                <c:pt idx="2086">
                  <c:v>130.1</c:v>
                </c:pt>
                <c:pt idx="2087">
                  <c:v>130.59</c:v>
                </c:pt>
                <c:pt idx="2088">
                  <c:v>130.55000000000001</c:v>
                </c:pt>
                <c:pt idx="2089">
                  <c:v>132.32</c:v>
                </c:pt>
                <c:pt idx="2090">
                  <c:v>133.41999999999999</c:v>
                </c:pt>
                <c:pt idx="2091">
                  <c:v>134.18</c:v>
                </c:pt>
                <c:pt idx="2092">
                  <c:v>132.05000000000001</c:v>
                </c:pt>
                <c:pt idx="2093">
                  <c:v>132.55000000000001</c:v>
                </c:pt>
                <c:pt idx="2094">
                  <c:v>132.09</c:v>
                </c:pt>
                <c:pt idx="2095">
                  <c:v>132.63</c:v>
                </c:pt>
                <c:pt idx="2096">
                  <c:v>131.51</c:v>
                </c:pt>
                <c:pt idx="2097">
                  <c:v>130.9</c:v>
                </c:pt>
                <c:pt idx="2098">
                  <c:v>129.80000000000001</c:v>
                </c:pt>
                <c:pt idx="2099">
                  <c:v>129.35</c:v>
                </c:pt>
                <c:pt idx="2100">
                  <c:v>129.26</c:v>
                </c:pt>
                <c:pt idx="2101">
                  <c:v>128.38</c:v>
                </c:pt>
                <c:pt idx="2102">
                  <c:v>126.86</c:v>
                </c:pt>
                <c:pt idx="2103">
                  <c:v>127.37</c:v>
                </c:pt>
                <c:pt idx="2104">
                  <c:v>125.7</c:v>
                </c:pt>
                <c:pt idx="2105">
                  <c:v>126.68</c:v>
                </c:pt>
                <c:pt idx="2106">
                  <c:v>125.16</c:v>
                </c:pt>
                <c:pt idx="2107">
                  <c:v>124.98</c:v>
                </c:pt>
                <c:pt idx="2108">
                  <c:v>125.85</c:v>
                </c:pt>
                <c:pt idx="2109">
                  <c:v>127.05</c:v>
                </c:pt>
                <c:pt idx="2110">
                  <c:v>126.28</c:v>
                </c:pt>
                <c:pt idx="2111">
                  <c:v>125.83</c:v>
                </c:pt>
                <c:pt idx="2112">
                  <c:v>123.7</c:v>
                </c:pt>
                <c:pt idx="2113">
                  <c:v>123.58</c:v>
                </c:pt>
                <c:pt idx="2114">
                  <c:v>124.15</c:v>
                </c:pt>
                <c:pt idx="2115">
                  <c:v>124.28</c:v>
                </c:pt>
                <c:pt idx="2116">
                  <c:v>123.27</c:v>
                </c:pt>
                <c:pt idx="2117">
                  <c:v>123.53</c:v>
                </c:pt>
                <c:pt idx="2118">
                  <c:v>124.69</c:v>
                </c:pt>
                <c:pt idx="2119">
                  <c:v>125.17</c:v>
                </c:pt>
                <c:pt idx="2120">
                  <c:v>126.07</c:v>
                </c:pt>
                <c:pt idx="2121">
                  <c:v>126.58</c:v>
                </c:pt>
                <c:pt idx="2122">
                  <c:v>126.5</c:v>
                </c:pt>
                <c:pt idx="2123">
                  <c:v>125.91</c:v>
                </c:pt>
                <c:pt idx="2124">
                  <c:v>127.8</c:v>
                </c:pt>
                <c:pt idx="2125">
                  <c:v>127.95</c:v>
                </c:pt>
                <c:pt idx="2126">
                  <c:v>127.97</c:v>
                </c:pt>
                <c:pt idx="2127">
                  <c:v>128.43</c:v>
                </c:pt>
                <c:pt idx="2128">
                  <c:v>127.25</c:v>
                </c:pt>
                <c:pt idx="2129">
                  <c:v>126.1</c:v>
                </c:pt>
                <c:pt idx="2130">
                  <c:v>125.62</c:v>
                </c:pt>
                <c:pt idx="2131">
                  <c:v>126.21</c:v>
                </c:pt>
                <c:pt idx="2132">
                  <c:v>126.63</c:v>
                </c:pt>
                <c:pt idx="2133">
                  <c:v>127.78</c:v>
                </c:pt>
                <c:pt idx="2134">
                  <c:v>127.77</c:v>
                </c:pt>
                <c:pt idx="2135">
                  <c:v>127.65</c:v>
                </c:pt>
                <c:pt idx="2136">
                  <c:v>127.38</c:v>
                </c:pt>
                <c:pt idx="2137">
                  <c:v>129.19999999999999</c:v>
                </c:pt>
                <c:pt idx="2138">
                  <c:v>128.86000000000001</c:v>
                </c:pt>
                <c:pt idx="2139">
                  <c:v>127.85</c:v>
                </c:pt>
                <c:pt idx="2140">
                  <c:v>129.53</c:v>
                </c:pt>
                <c:pt idx="2141">
                  <c:v>128.88999999999999</c:v>
                </c:pt>
                <c:pt idx="2142">
                  <c:v>130.04</c:v>
                </c:pt>
                <c:pt idx="2143">
                  <c:v>130.66999999999999</c:v>
                </c:pt>
                <c:pt idx="2144">
                  <c:v>130.35</c:v>
                </c:pt>
                <c:pt idx="2145">
                  <c:v>130.46</c:v>
                </c:pt>
                <c:pt idx="2146">
                  <c:v>130.29</c:v>
                </c:pt>
                <c:pt idx="2147">
                  <c:v>128.91999999999999</c:v>
                </c:pt>
                <c:pt idx="2148">
                  <c:v>128.41</c:v>
                </c:pt>
                <c:pt idx="2149">
                  <c:v>130.25</c:v>
                </c:pt>
                <c:pt idx="2150">
                  <c:v>131.97</c:v>
                </c:pt>
                <c:pt idx="2151">
                  <c:v>133.07</c:v>
                </c:pt>
                <c:pt idx="2152">
                  <c:v>133.63</c:v>
                </c:pt>
                <c:pt idx="2153">
                  <c:v>133.75</c:v>
                </c:pt>
                <c:pt idx="2154">
                  <c:v>135.15</c:v>
                </c:pt>
                <c:pt idx="2155">
                  <c:v>134.71</c:v>
                </c:pt>
                <c:pt idx="2156">
                  <c:v>133.44999999999999</c:v>
                </c:pt>
                <c:pt idx="2157">
                  <c:v>131.21</c:v>
                </c:pt>
                <c:pt idx="2158">
                  <c:v>131.47999999999999</c:v>
                </c:pt>
                <c:pt idx="2159">
                  <c:v>128.65</c:v>
                </c:pt>
                <c:pt idx="2160">
                  <c:v>129.63</c:v>
                </c:pt>
                <c:pt idx="2161">
                  <c:v>129.5</c:v>
                </c:pt>
                <c:pt idx="2162">
                  <c:v>130.35</c:v>
                </c:pt>
                <c:pt idx="2163">
                  <c:v>131.77000000000001</c:v>
                </c:pt>
                <c:pt idx="2164">
                  <c:v>131.79</c:v>
                </c:pt>
                <c:pt idx="2165">
                  <c:v>132.12</c:v>
                </c:pt>
                <c:pt idx="2166">
                  <c:v>131.30000000000001</c:v>
                </c:pt>
                <c:pt idx="2167">
                  <c:v>130.51</c:v>
                </c:pt>
                <c:pt idx="2168">
                  <c:v>129.85</c:v>
                </c:pt>
                <c:pt idx="2169">
                  <c:v>131.30000000000001</c:v>
                </c:pt>
                <c:pt idx="2170">
                  <c:v>132.18</c:v>
                </c:pt>
                <c:pt idx="2171">
                  <c:v>132.12</c:v>
                </c:pt>
                <c:pt idx="2172">
                  <c:v>132.32</c:v>
                </c:pt>
                <c:pt idx="2173">
                  <c:v>132.87</c:v>
                </c:pt>
                <c:pt idx="2174">
                  <c:v>133.44</c:v>
                </c:pt>
                <c:pt idx="2175">
                  <c:v>133.03</c:v>
                </c:pt>
                <c:pt idx="2176">
                  <c:v>131.58000000000001</c:v>
                </c:pt>
                <c:pt idx="2177">
                  <c:v>133.16999999999999</c:v>
                </c:pt>
                <c:pt idx="2178">
                  <c:v>133.32</c:v>
                </c:pt>
                <c:pt idx="2179">
                  <c:v>132.94999999999999</c:v>
                </c:pt>
                <c:pt idx="2180">
                  <c:v>132.88</c:v>
                </c:pt>
                <c:pt idx="2181">
                  <c:v>133.97999999999999</c:v>
                </c:pt>
                <c:pt idx="2182">
                  <c:v>134.13</c:v>
                </c:pt>
                <c:pt idx="2183">
                  <c:v>133.63</c:v>
                </c:pt>
                <c:pt idx="2184">
                  <c:v>134.66</c:v>
                </c:pt>
                <c:pt idx="2185">
                  <c:v>135.94999999999999</c:v>
                </c:pt>
                <c:pt idx="2186">
                  <c:v>136.26</c:v>
                </c:pt>
                <c:pt idx="2187">
                  <c:v>136.08000000000001</c:v>
                </c:pt>
                <c:pt idx="2188">
                  <c:v>134.97</c:v>
                </c:pt>
                <c:pt idx="2189">
                  <c:v>135.97</c:v>
                </c:pt>
                <c:pt idx="2190">
                  <c:v>136.99</c:v>
                </c:pt>
                <c:pt idx="2191">
                  <c:v>137.86000000000001</c:v>
                </c:pt>
                <c:pt idx="2192">
                  <c:v>137.44999999999999</c:v>
                </c:pt>
                <c:pt idx="2193">
                  <c:v>138.62</c:v>
                </c:pt>
                <c:pt idx="2194">
                  <c:v>138.80000000000001</c:v>
                </c:pt>
                <c:pt idx="2195">
                  <c:v>139.66999999999999</c:v>
                </c:pt>
                <c:pt idx="2196">
                  <c:v>138.75</c:v>
                </c:pt>
                <c:pt idx="2197">
                  <c:v>138.69999999999999</c:v>
                </c:pt>
                <c:pt idx="2198">
                  <c:v>138.49</c:v>
                </c:pt>
                <c:pt idx="2199">
                  <c:v>139.77000000000001</c:v>
                </c:pt>
                <c:pt idx="2200">
                  <c:v>140.78</c:v>
                </c:pt>
                <c:pt idx="2201">
                  <c:v>140.32</c:v>
                </c:pt>
                <c:pt idx="2202">
                  <c:v>140.57</c:v>
                </c:pt>
                <c:pt idx="2203">
                  <c:v>144.05000000000001</c:v>
                </c:pt>
                <c:pt idx="2204">
                  <c:v>144.19999999999999</c:v>
                </c:pt>
                <c:pt idx="2205">
                  <c:v>146.15</c:v>
                </c:pt>
                <c:pt idx="2206">
                  <c:v>143.18</c:v>
                </c:pt>
                <c:pt idx="2207">
                  <c:v>136.75</c:v>
                </c:pt>
                <c:pt idx="2208">
                  <c:v>137.85</c:v>
                </c:pt>
                <c:pt idx="2209">
                  <c:v>137.02000000000001</c:v>
                </c:pt>
                <c:pt idx="2210">
                  <c:v>137.96</c:v>
                </c:pt>
                <c:pt idx="2211">
                  <c:v>139.26</c:v>
                </c:pt>
                <c:pt idx="2212">
                  <c:v>141.05000000000001</c:v>
                </c:pt>
                <c:pt idx="2213">
                  <c:v>142.25</c:v>
                </c:pt>
                <c:pt idx="2214">
                  <c:v>142.21</c:v>
                </c:pt>
                <c:pt idx="2215">
                  <c:v>142</c:v>
                </c:pt>
                <c:pt idx="2216">
                  <c:v>138.78</c:v>
                </c:pt>
                <c:pt idx="2217">
                  <c:v>137.91</c:v>
                </c:pt>
                <c:pt idx="2218">
                  <c:v>140.71</c:v>
                </c:pt>
                <c:pt idx="2219">
                  <c:v>139.4</c:v>
                </c:pt>
                <c:pt idx="2220">
                  <c:v>140.13999999999999</c:v>
                </c:pt>
                <c:pt idx="2221">
                  <c:v>138.66999999999999</c:v>
                </c:pt>
                <c:pt idx="2222">
                  <c:v>139.4</c:v>
                </c:pt>
                <c:pt idx="2223">
                  <c:v>141.1</c:v>
                </c:pt>
                <c:pt idx="2224">
                  <c:v>141.4</c:v>
                </c:pt>
                <c:pt idx="2225">
                  <c:v>141.13999999999999</c:v>
                </c:pt>
                <c:pt idx="2226">
                  <c:v>140</c:v>
                </c:pt>
                <c:pt idx="2227">
                  <c:v>140.68</c:v>
                </c:pt>
                <c:pt idx="2228">
                  <c:v>140.22</c:v>
                </c:pt>
                <c:pt idx="2229">
                  <c:v>139.63</c:v>
                </c:pt>
                <c:pt idx="2230">
                  <c:v>139.03</c:v>
                </c:pt>
                <c:pt idx="2231">
                  <c:v>140.33000000000001</c:v>
                </c:pt>
                <c:pt idx="2232">
                  <c:v>141.11000000000001</c:v>
                </c:pt>
                <c:pt idx="2233">
                  <c:v>141.31</c:v>
                </c:pt>
                <c:pt idx="2234">
                  <c:v>141.69999999999999</c:v>
                </c:pt>
                <c:pt idx="2235">
                  <c:v>142.47999999999999</c:v>
                </c:pt>
                <c:pt idx="2236">
                  <c:v>141.13999999999999</c:v>
                </c:pt>
                <c:pt idx="2237">
                  <c:v>142.4</c:v>
                </c:pt>
                <c:pt idx="2238">
                  <c:v>143.83000000000001</c:v>
                </c:pt>
                <c:pt idx="2239">
                  <c:v>144.66</c:v>
                </c:pt>
                <c:pt idx="2240">
                  <c:v>145.53</c:v>
                </c:pt>
                <c:pt idx="2241">
                  <c:v>144.87</c:v>
                </c:pt>
                <c:pt idx="2242">
                  <c:v>144.01</c:v>
                </c:pt>
                <c:pt idx="2243">
                  <c:v>144.38</c:v>
                </c:pt>
                <c:pt idx="2244">
                  <c:v>146.22</c:v>
                </c:pt>
                <c:pt idx="2245">
                  <c:v>146.31</c:v>
                </c:pt>
                <c:pt idx="2246">
                  <c:v>147.26</c:v>
                </c:pt>
                <c:pt idx="2247">
                  <c:v>146.18</c:v>
                </c:pt>
                <c:pt idx="2248">
                  <c:v>145.03</c:v>
                </c:pt>
                <c:pt idx="2249">
                  <c:v>146.38</c:v>
                </c:pt>
                <c:pt idx="2250">
                  <c:v>146.07</c:v>
                </c:pt>
                <c:pt idx="2251">
                  <c:v>144.93</c:v>
                </c:pt>
                <c:pt idx="2252">
                  <c:v>143.85</c:v>
                </c:pt>
                <c:pt idx="2253">
                  <c:v>142.91</c:v>
                </c:pt>
                <c:pt idx="2254">
                  <c:v>144.65</c:v>
                </c:pt>
                <c:pt idx="2255">
                  <c:v>143.72999999999999</c:v>
                </c:pt>
                <c:pt idx="2256">
                  <c:v>144.13999999999999</c:v>
                </c:pt>
                <c:pt idx="2257">
                  <c:v>144.13999999999999</c:v>
                </c:pt>
                <c:pt idx="2258">
                  <c:v>141.99</c:v>
                </c:pt>
                <c:pt idx="2259">
                  <c:v>141.80000000000001</c:v>
                </c:pt>
                <c:pt idx="2260">
                  <c:v>139.30000000000001</c:v>
                </c:pt>
                <c:pt idx="2261">
                  <c:v>136.71</c:v>
                </c:pt>
                <c:pt idx="2262">
                  <c:v>138.32</c:v>
                </c:pt>
                <c:pt idx="2263">
                  <c:v>134.35</c:v>
                </c:pt>
                <c:pt idx="2264">
                  <c:v>133.53</c:v>
                </c:pt>
                <c:pt idx="2265">
                  <c:v>131.9</c:v>
                </c:pt>
                <c:pt idx="2266">
                  <c:v>132.11000000000001</c:v>
                </c:pt>
                <c:pt idx="2267">
                  <c:v>136.29</c:v>
                </c:pt>
                <c:pt idx="2268">
                  <c:v>134.58000000000001</c:v>
                </c:pt>
                <c:pt idx="2269">
                  <c:v>130.94999999999999</c:v>
                </c:pt>
                <c:pt idx="2270">
                  <c:v>132.13</c:v>
                </c:pt>
                <c:pt idx="2271">
                  <c:v>134</c:v>
                </c:pt>
                <c:pt idx="2272">
                  <c:v>134.15</c:v>
                </c:pt>
                <c:pt idx="2273">
                  <c:v>131.87</c:v>
                </c:pt>
                <c:pt idx="2274">
                  <c:v>132.75</c:v>
                </c:pt>
                <c:pt idx="2275">
                  <c:v>134.57</c:v>
                </c:pt>
                <c:pt idx="2276">
                  <c:v>135.52000000000001</c:v>
                </c:pt>
                <c:pt idx="2277">
                  <c:v>135.63</c:v>
                </c:pt>
                <c:pt idx="2278">
                  <c:v>134.88999999999999</c:v>
                </c:pt>
                <c:pt idx="2279">
                  <c:v>136.15</c:v>
                </c:pt>
                <c:pt idx="2280">
                  <c:v>135.93</c:v>
                </c:pt>
                <c:pt idx="2281">
                  <c:v>134.4</c:v>
                </c:pt>
                <c:pt idx="2282">
                  <c:v>136.46</c:v>
                </c:pt>
                <c:pt idx="2283">
                  <c:v>135.94999999999999</c:v>
                </c:pt>
                <c:pt idx="2284">
                  <c:v>135.5</c:v>
                </c:pt>
                <c:pt idx="2285">
                  <c:v>134.30000000000001</c:v>
                </c:pt>
                <c:pt idx="2286">
                  <c:v>130.03</c:v>
                </c:pt>
                <c:pt idx="2287">
                  <c:v>121.3</c:v>
                </c:pt>
                <c:pt idx="2288">
                  <c:v>118.85</c:v>
                </c:pt>
                <c:pt idx="2289">
                  <c:v>116.65</c:v>
                </c:pt>
                <c:pt idx="2290">
                  <c:v>117.45</c:v>
                </c:pt>
                <c:pt idx="2291">
                  <c:v>119.28</c:v>
                </c:pt>
                <c:pt idx="2292">
                  <c:v>118.79</c:v>
                </c:pt>
                <c:pt idx="2293">
                  <c:v>115.8</c:v>
                </c:pt>
                <c:pt idx="2294">
                  <c:v>115.27</c:v>
                </c:pt>
                <c:pt idx="2295">
                  <c:v>114.4</c:v>
                </c:pt>
                <c:pt idx="2296">
                  <c:v>116.2</c:v>
                </c:pt>
                <c:pt idx="2297">
                  <c:v>117.13</c:v>
                </c:pt>
                <c:pt idx="2298">
                  <c:v>117.45</c:v>
                </c:pt>
                <c:pt idx="2299">
                  <c:v>118.07</c:v>
                </c:pt>
                <c:pt idx="2300">
                  <c:v>119.45</c:v>
                </c:pt>
                <c:pt idx="2301">
                  <c:v>118.03</c:v>
                </c:pt>
                <c:pt idx="2302">
                  <c:v>117.83</c:v>
                </c:pt>
                <c:pt idx="2303">
                  <c:v>116.92</c:v>
                </c:pt>
                <c:pt idx="2304">
                  <c:v>115.98</c:v>
                </c:pt>
                <c:pt idx="2305">
                  <c:v>114.76</c:v>
                </c:pt>
                <c:pt idx="2306">
                  <c:v>115.16</c:v>
                </c:pt>
                <c:pt idx="2307">
                  <c:v>116.96</c:v>
                </c:pt>
                <c:pt idx="2308">
                  <c:v>118.13</c:v>
                </c:pt>
                <c:pt idx="2309">
                  <c:v>119</c:v>
                </c:pt>
                <c:pt idx="2310">
                  <c:v>121.88</c:v>
                </c:pt>
                <c:pt idx="2311">
                  <c:v>122.07</c:v>
                </c:pt>
                <c:pt idx="2312">
                  <c:v>121.67</c:v>
                </c:pt>
                <c:pt idx="2313">
                  <c:v>121.99</c:v>
                </c:pt>
                <c:pt idx="2314">
                  <c:v>122.77</c:v>
                </c:pt>
                <c:pt idx="2315">
                  <c:v>120.41</c:v>
                </c:pt>
                <c:pt idx="2316">
                  <c:v>120.95</c:v>
                </c:pt>
                <c:pt idx="2317">
                  <c:v>121.98</c:v>
                </c:pt>
                <c:pt idx="2318">
                  <c:v>119.93</c:v>
                </c:pt>
                <c:pt idx="2319">
                  <c:v>120.4</c:v>
                </c:pt>
                <c:pt idx="2320">
                  <c:v>121.14</c:v>
                </c:pt>
                <c:pt idx="2321">
                  <c:v>121.16</c:v>
                </c:pt>
                <c:pt idx="2322">
                  <c:v>121.75</c:v>
                </c:pt>
                <c:pt idx="2323">
                  <c:v>122.23</c:v>
                </c:pt>
                <c:pt idx="2324">
                  <c:v>123.05</c:v>
                </c:pt>
                <c:pt idx="2325">
                  <c:v>122.94</c:v>
                </c:pt>
                <c:pt idx="2326">
                  <c:v>121.88</c:v>
                </c:pt>
                <c:pt idx="2327">
                  <c:v>119.97</c:v>
                </c:pt>
                <c:pt idx="2328">
                  <c:v>117.95</c:v>
                </c:pt>
                <c:pt idx="2329">
                  <c:v>118.72</c:v>
                </c:pt>
                <c:pt idx="2330">
                  <c:v>120.05</c:v>
                </c:pt>
                <c:pt idx="2331">
                  <c:v>119.03</c:v>
                </c:pt>
                <c:pt idx="2332">
                  <c:v>117.93</c:v>
                </c:pt>
                <c:pt idx="2333">
                  <c:v>117.11</c:v>
                </c:pt>
                <c:pt idx="2334">
                  <c:v>116.35</c:v>
                </c:pt>
                <c:pt idx="2335">
                  <c:v>115.66</c:v>
                </c:pt>
                <c:pt idx="2336">
                  <c:v>116.73</c:v>
                </c:pt>
                <c:pt idx="2337">
                  <c:v>116.75</c:v>
                </c:pt>
                <c:pt idx="2338">
                  <c:v>116.36</c:v>
                </c:pt>
                <c:pt idx="2339">
                  <c:v>115.65</c:v>
                </c:pt>
                <c:pt idx="2340">
                  <c:v>115.82</c:v>
                </c:pt>
                <c:pt idx="2341">
                  <c:v>116.6</c:v>
                </c:pt>
                <c:pt idx="2342">
                  <c:v>115.83</c:v>
                </c:pt>
                <c:pt idx="2343">
                  <c:v>116</c:v>
                </c:pt>
                <c:pt idx="2344">
                  <c:v>116.23</c:v>
                </c:pt>
                <c:pt idx="2345">
                  <c:v>116.03</c:v>
                </c:pt>
                <c:pt idx="2346">
                  <c:v>115.58</c:v>
                </c:pt>
                <c:pt idx="2347">
                  <c:v>114.96</c:v>
                </c:pt>
                <c:pt idx="2348">
                  <c:v>113.6</c:v>
                </c:pt>
                <c:pt idx="2349">
                  <c:v>113.6</c:v>
                </c:pt>
                <c:pt idx="2350">
                  <c:v>112.02</c:v>
                </c:pt>
                <c:pt idx="2351">
                  <c:v>111.58</c:v>
                </c:pt>
                <c:pt idx="2352">
                  <c:v>112.88</c:v>
                </c:pt>
                <c:pt idx="2353">
                  <c:v>111.31</c:v>
                </c:pt>
                <c:pt idx="2354">
                  <c:v>110.85</c:v>
                </c:pt>
                <c:pt idx="2355">
                  <c:v>108.89</c:v>
                </c:pt>
                <c:pt idx="2356">
                  <c:v>112.59</c:v>
                </c:pt>
                <c:pt idx="2357">
                  <c:v>113.36</c:v>
                </c:pt>
                <c:pt idx="2358">
                  <c:v>113.58</c:v>
                </c:pt>
                <c:pt idx="2359">
                  <c:v>114.15</c:v>
                </c:pt>
                <c:pt idx="2360">
                  <c:v>114.23</c:v>
                </c:pt>
                <c:pt idx="2361">
                  <c:v>113.47</c:v>
                </c:pt>
                <c:pt idx="2362">
                  <c:v>113.09</c:v>
                </c:pt>
                <c:pt idx="2363">
                  <c:v>113.83</c:v>
                </c:pt>
                <c:pt idx="2364">
                  <c:v>114.57</c:v>
                </c:pt>
                <c:pt idx="2365">
                  <c:v>113.86</c:v>
                </c:pt>
                <c:pt idx="2366">
                  <c:v>113.87</c:v>
                </c:pt>
                <c:pt idx="2367">
                  <c:v>115.64</c:v>
                </c:pt>
                <c:pt idx="2368">
                  <c:v>116.33</c:v>
                </c:pt>
                <c:pt idx="2369">
                  <c:v>116.33</c:v>
                </c:pt>
                <c:pt idx="2370">
                  <c:v>114.95</c:v>
                </c:pt>
                <c:pt idx="2371">
                  <c:v>111.98</c:v>
                </c:pt>
                <c:pt idx="2372">
                  <c:v>112.99</c:v>
                </c:pt>
                <c:pt idx="2373">
                  <c:v>112.07</c:v>
                </c:pt>
                <c:pt idx="2374">
                  <c:v>113.13</c:v>
                </c:pt>
                <c:pt idx="2375">
                  <c:v>114.55</c:v>
                </c:pt>
                <c:pt idx="2376">
                  <c:v>114.08</c:v>
                </c:pt>
                <c:pt idx="2377">
                  <c:v>114.36</c:v>
                </c:pt>
                <c:pt idx="2378">
                  <c:v>114.63</c:v>
                </c:pt>
                <c:pt idx="2379">
                  <c:v>114.25</c:v>
                </c:pt>
                <c:pt idx="2380">
                  <c:v>115.72</c:v>
                </c:pt>
                <c:pt idx="2381">
                  <c:v>118.57</c:v>
                </c:pt>
                <c:pt idx="2382">
                  <c:v>118.83</c:v>
                </c:pt>
                <c:pt idx="2383">
                  <c:v>119.67</c:v>
                </c:pt>
                <c:pt idx="2384">
                  <c:v>121.3</c:v>
                </c:pt>
                <c:pt idx="2385">
                  <c:v>121.28</c:v>
                </c:pt>
                <c:pt idx="2386">
                  <c:v>120.8</c:v>
                </c:pt>
                <c:pt idx="2387">
                  <c:v>121.45</c:v>
                </c:pt>
                <c:pt idx="2388">
                  <c:v>119.84</c:v>
                </c:pt>
                <c:pt idx="2389">
                  <c:v>119.2</c:v>
                </c:pt>
                <c:pt idx="2390">
                  <c:v>119.7</c:v>
                </c:pt>
                <c:pt idx="2391">
                  <c:v>120.11</c:v>
                </c:pt>
                <c:pt idx="2392">
                  <c:v>121.77</c:v>
                </c:pt>
                <c:pt idx="2393">
                  <c:v>123.44</c:v>
                </c:pt>
                <c:pt idx="2394">
                  <c:v>122.73</c:v>
                </c:pt>
                <c:pt idx="2395">
                  <c:v>121.8</c:v>
                </c:pt>
                <c:pt idx="2396">
                  <c:v>121.17</c:v>
                </c:pt>
                <c:pt idx="2397">
                  <c:v>119.79</c:v>
                </c:pt>
                <c:pt idx="2398">
                  <c:v>119.19</c:v>
                </c:pt>
                <c:pt idx="2399">
                  <c:v>118.7</c:v>
                </c:pt>
                <c:pt idx="2400">
                  <c:v>117.95</c:v>
                </c:pt>
                <c:pt idx="2401">
                  <c:v>117.52</c:v>
                </c:pt>
                <c:pt idx="2402">
                  <c:v>118.28</c:v>
                </c:pt>
                <c:pt idx="2403">
                  <c:v>117.47</c:v>
                </c:pt>
                <c:pt idx="2404">
                  <c:v>117.14</c:v>
                </c:pt>
                <c:pt idx="2405">
                  <c:v>118.33</c:v>
                </c:pt>
                <c:pt idx="2406">
                  <c:v>118.16</c:v>
                </c:pt>
                <c:pt idx="2407">
                  <c:v>118.09</c:v>
                </c:pt>
                <c:pt idx="2408">
                  <c:v>118.21</c:v>
                </c:pt>
                <c:pt idx="2409">
                  <c:v>120.3</c:v>
                </c:pt>
                <c:pt idx="2410">
                  <c:v>120.27</c:v>
                </c:pt>
                <c:pt idx="2411">
                  <c:v>120.28</c:v>
                </c:pt>
                <c:pt idx="2412">
                  <c:v>118.9</c:v>
                </c:pt>
                <c:pt idx="2413">
                  <c:v>120.77</c:v>
                </c:pt>
                <c:pt idx="2414">
                  <c:v>120.52</c:v>
                </c:pt>
                <c:pt idx="2415">
                  <c:v>121.78</c:v>
                </c:pt>
                <c:pt idx="2416">
                  <c:v>120.58</c:v>
                </c:pt>
                <c:pt idx="2417">
                  <c:v>121.38</c:v>
                </c:pt>
                <c:pt idx="2418">
                  <c:v>121.17</c:v>
                </c:pt>
                <c:pt idx="2419">
                  <c:v>121</c:v>
                </c:pt>
                <c:pt idx="2420">
                  <c:v>120.37</c:v>
                </c:pt>
                <c:pt idx="2421">
                  <c:v>119.78</c:v>
                </c:pt>
                <c:pt idx="2422">
                  <c:v>118.75</c:v>
                </c:pt>
                <c:pt idx="2423">
                  <c:v>119.15</c:v>
                </c:pt>
                <c:pt idx="2424">
                  <c:v>117.84</c:v>
                </c:pt>
                <c:pt idx="2425">
                  <c:v>117.6</c:v>
                </c:pt>
                <c:pt idx="2426">
                  <c:v>118.95</c:v>
                </c:pt>
                <c:pt idx="2427">
                  <c:v>119.85</c:v>
                </c:pt>
                <c:pt idx="2428">
                  <c:v>119.53</c:v>
                </c:pt>
                <c:pt idx="2429">
                  <c:v>119.13</c:v>
                </c:pt>
                <c:pt idx="2430">
                  <c:v>119.25</c:v>
                </c:pt>
                <c:pt idx="2431">
                  <c:v>120.29</c:v>
                </c:pt>
                <c:pt idx="2432">
                  <c:v>119.1</c:v>
                </c:pt>
                <c:pt idx="2433">
                  <c:v>119.18</c:v>
                </c:pt>
                <c:pt idx="2434">
                  <c:v>119.48</c:v>
                </c:pt>
                <c:pt idx="2435">
                  <c:v>120.31</c:v>
                </c:pt>
                <c:pt idx="2436">
                  <c:v>120.82</c:v>
                </c:pt>
                <c:pt idx="2437">
                  <c:v>120.47</c:v>
                </c:pt>
                <c:pt idx="2438">
                  <c:v>120.58</c:v>
                </c:pt>
                <c:pt idx="2439">
                  <c:v>120.81</c:v>
                </c:pt>
                <c:pt idx="2440">
                  <c:v>120.55</c:v>
                </c:pt>
                <c:pt idx="2441">
                  <c:v>120.95</c:v>
                </c:pt>
                <c:pt idx="2442">
                  <c:v>120.94</c:v>
                </c:pt>
                <c:pt idx="2443">
                  <c:v>121.78</c:v>
                </c:pt>
                <c:pt idx="2444">
                  <c:v>122.84</c:v>
                </c:pt>
                <c:pt idx="2445">
                  <c:v>123.57</c:v>
                </c:pt>
                <c:pt idx="2446">
                  <c:v>123.32</c:v>
                </c:pt>
                <c:pt idx="2447">
                  <c:v>124.3</c:v>
                </c:pt>
                <c:pt idx="2448">
                  <c:v>124.33</c:v>
                </c:pt>
                <c:pt idx="2449">
                  <c:v>124</c:v>
                </c:pt>
                <c:pt idx="2450">
                  <c:v>123.2</c:v>
                </c:pt>
                <c:pt idx="2451">
                  <c:v>122.25</c:v>
                </c:pt>
                <c:pt idx="2452">
                  <c:v>122.38</c:v>
                </c:pt>
                <c:pt idx="2453">
                  <c:v>120.15</c:v>
                </c:pt>
                <c:pt idx="2454">
                  <c:v>121.56</c:v>
                </c:pt>
                <c:pt idx="2455">
                  <c:v>121.8</c:v>
                </c:pt>
                <c:pt idx="2456">
                  <c:v>120.73</c:v>
                </c:pt>
                <c:pt idx="2457">
                  <c:v>121.49</c:v>
                </c:pt>
                <c:pt idx="2458">
                  <c:v>121.5</c:v>
                </c:pt>
                <c:pt idx="2459">
                  <c:v>122.24</c:v>
                </c:pt>
                <c:pt idx="2460">
                  <c:v>120.8</c:v>
                </c:pt>
                <c:pt idx="2461">
                  <c:v>119.23</c:v>
                </c:pt>
                <c:pt idx="2462">
                  <c:v>119.12</c:v>
                </c:pt>
                <c:pt idx="2463">
                  <c:v>118.96</c:v>
                </c:pt>
                <c:pt idx="2464">
                  <c:v>117.9</c:v>
                </c:pt>
                <c:pt idx="2465">
                  <c:v>120.61</c:v>
                </c:pt>
                <c:pt idx="2466">
                  <c:v>120.43</c:v>
                </c:pt>
                <c:pt idx="2467">
                  <c:v>120.42</c:v>
                </c:pt>
                <c:pt idx="2468">
                  <c:v>119.41</c:v>
                </c:pt>
                <c:pt idx="2469">
                  <c:v>120.47</c:v>
                </c:pt>
                <c:pt idx="2470">
                  <c:v>122.38</c:v>
                </c:pt>
                <c:pt idx="2471">
                  <c:v>121.7</c:v>
                </c:pt>
                <c:pt idx="2472">
                  <c:v>121.93</c:v>
                </c:pt>
                <c:pt idx="2473">
                  <c:v>121.91</c:v>
                </c:pt>
                <c:pt idx="2474">
                  <c:v>121.47</c:v>
                </c:pt>
                <c:pt idx="2475">
                  <c:v>121.51</c:v>
                </c:pt>
                <c:pt idx="2476">
                  <c:v>121</c:v>
                </c:pt>
                <c:pt idx="2477">
                  <c:v>121.1</c:v>
                </c:pt>
                <c:pt idx="2478">
                  <c:v>120.78</c:v>
                </c:pt>
                <c:pt idx="2479">
                  <c:v>121</c:v>
                </c:pt>
                <c:pt idx="2480">
                  <c:v>122.37</c:v>
                </c:pt>
                <c:pt idx="2481">
                  <c:v>122.25</c:v>
                </c:pt>
                <c:pt idx="2482">
                  <c:v>122.27</c:v>
                </c:pt>
                <c:pt idx="2483">
                  <c:v>122.53</c:v>
                </c:pt>
                <c:pt idx="2484">
                  <c:v>122.41</c:v>
                </c:pt>
                <c:pt idx="2485">
                  <c:v>122.12</c:v>
                </c:pt>
                <c:pt idx="2486">
                  <c:v>121.24</c:v>
                </c:pt>
                <c:pt idx="2487">
                  <c:v>120.74</c:v>
                </c:pt>
                <c:pt idx="2488">
                  <c:v>120.99</c:v>
                </c:pt>
                <c:pt idx="2489">
                  <c:v>120.97</c:v>
                </c:pt>
                <c:pt idx="2490">
                  <c:v>118.25</c:v>
                </c:pt>
                <c:pt idx="2491">
                  <c:v>118.93</c:v>
                </c:pt>
                <c:pt idx="2492">
                  <c:v>118.18</c:v>
                </c:pt>
                <c:pt idx="2493">
                  <c:v>116.86</c:v>
                </c:pt>
                <c:pt idx="2494">
                  <c:v>116.64</c:v>
                </c:pt>
                <c:pt idx="2495">
                  <c:v>116.85</c:v>
                </c:pt>
                <c:pt idx="2496">
                  <c:v>116.47</c:v>
                </c:pt>
                <c:pt idx="2497">
                  <c:v>115.9</c:v>
                </c:pt>
                <c:pt idx="2498">
                  <c:v>115.43</c:v>
                </c:pt>
                <c:pt idx="2499">
                  <c:v>114.53</c:v>
                </c:pt>
                <c:pt idx="2500">
                  <c:v>114.4</c:v>
                </c:pt>
                <c:pt idx="2501">
                  <c:v>115.29</c:v>
                </c:pt>
                <c:pt idx="2502">
                  <c:v>114.33</c:v>
                </c:pt>
                <c:pt idx="2503">
                  <c:v>114.45</c:v>
                </c:pt>
                <c:pt idx="2504">
                  <c:v>114.87</c:v>
                </c:pt>
                <c:pt idx="2505">
                  <c:v>115.08</c:v>
                </c:pt>
                <c:pt idx="2506">
                  <c:v>114.83</c:v>
                </c:pt>
                <c:pt idx="2507">
                  <c:v>115.39</c:v>
                </c:pt>
                <c:pt idx="2508">
                  <c:v>115.29</c:v>
                </c:pt>
                <c:pt idx="2509">
                  <c:v>115.83</c:v>
                </c:pt>
                <c:pt idx="2510">
                  <c:v>114.59</c:v>
                </c:pt>
                <c:pt idx="2511">
                  <c:v>113.93</c:v>
                </c:pt>
                <c:pt idx="2512">
                  <c:v>111.84</c:v>
                </c:pt>
                <c:pt idx="2513">
                  <c:v>111.6</c:v>
                </c:pt>
                <c:pt idx="2514">
                  <c:v>111.29</c:v>
                </c:pt>
                <c:pt idx="2515">
                  <c:v>111.67</c:v>
                </c:pt>
                <c:pt idx="2516">
                  <c:v>110.82</c:v>
                </c:pt>
                <c:pt idx="2517">
                  <c:v>111.09</c:v>
                </c:pt>
                <c:pt idx="2518">
                  <c:v>111.57</c:v>
                </c:pt>
                <c:pt idx="2519">
                  <c:v>111.43</c:v>
                </c:pt>
                <c:pt idx="2520">
                  <c:v>110.63</c:v>
                </c:pt>
                <c:pt idx="2521">
                  <c:v>109.73</c:v>
                </c:pt>
                <c:pt idx="2522">
                  <c:v>109.14</c:v>
                </c:pt>
                <c:pt idx="2523">
                  <c:v>109.13</c:v>
                </c:pt>
                <c:pt idx="2524">
                  <c:v>110.04</c:v>
                </c:pt>
                <c:pt idx="2525">
                  <c:v>109.69</c:v>
                </c:pt>
                <c:pt idx="2526">
                  <c:v>110.77</c:v>
                </c:pt>
                <c:pt idx="2527">
                  <c:v>111.18</c:v>
                </c:pt>
                <c:pt idx="2528">
                  <c:v>108.06</c:v>
                </c:pt>
                <c:pt idx="2529">
                  <c:v>108.72</c:v>
                </c:pt>
                <c:pt idx="2530">
                  <c:v>106.65</c:v>
                </c:pt>
                <c:pt idx="2531">
                  <c:v>105.88</c:v>
                </c:pt>
                <c:pt idx="2532">
                  <c:v>104.68</c:v>
                </c:pt>
                <c:pt idx="2533">
                  <c:v>105.25</c:v>
                </c:pt>
                <c:pt idx="2534">
                  <c:v>107.16</c:v>
                </c:pt>
                <c:pt idx="2535">
                  <c:v>106.12</c:v>
                </c:pt>
                <c:pt idx="2536">
                  <c:v>104.85</c:v>
                </c:pt>
                <c:pt idx="2537">
                  <c:v>104.33</c:v>
                </c:pt>
                <c:pt idx="2538">
                  <c:v>103.73</c:v>
                </c:pt>
                <c:pt idx="2539">
                  <c:v>104.18</c:v>
                </c:pt>
                <c:pt idx="2540">
                  <c:v>105.93</c:v>
                </c:pt>
                <c:pt idx="2541">
                  <c:v>106.5</c:v>
                </c:pt>
                <c:pt idx="2542">
                  <c:v>107.09</c:v>
                </c:pt>
                <c:pt idx="2543">
                  <c:v>106.46</c:v>
                </c:pt>
                <c:pt idx="2544">
                  <c:v>105.1</c:v>
                </c:pt>
                <c:pt idx="2545">
                  <c:v>106.2</c:v>
                </c:pt>
                <c:pt idx="2546">
                  <c:v>106.41</c:v>
                </c:pt>
                <c:pt idx="2547">
                  <c:v>107.5</c:v>
                </c:pt>
                <c:pt idx="2548">
                  <c:v>107.17</c:v>
                </c:pt>
                <c:pt idx="2549">
                  <c:v>107.6</c:v>
                </c:pt>
                <c:pt idx="2550">
                  <c:v>106.89</c:v>
                </c:pt>
                <c:pt idx="2551">
                  <c:v>106.12</c:v>
                </c:pt>
                <c:pt idx="2552">
                  <c:v>106.59</c:v>
                </c:pt>
                <c:pt idx="2553">
                  <c:v>107.37</c:v>
                </c:pt>
                <c:pt idx="2554">
                  <c:v>105.5</c:v>
                </c:pt>
                <c:pt idx="2555">
                  <c:v>105.37</c:v>
                </c:pt>
                <c:pt idx="2556">
                  <c:v>105.42</c:v>
                </c:pt>
                <c:pt idx="2557">
                  <c:v>106.61</c:v>
                </c:pt>
                <c:pt idx="2558">
                  <c:v>106.05</c:v>
                </c:pt>
                <c:pt idx="2559">
                  <c:v>105.81</c:v>
                </c:pt>
                <c:pt idx="2560">
                  <c:v>105.39</c:v>
                </c:pt>
                <c:pt idx="2561">
                  <c:v>104.85</c:v>
                </c:pt>
                <c:pt idx="2562">
                  <c:v>104.34</c:v>
                </c:pt>
                <c:pt idx="2563">
                  <c:v>105.04</c:v>
                </c:pt>
                <c:pt idx="2564">
                  <c:v>104.1</c:v>
                </c:pt>
                <c:pt idx="2565">
                  <c:v>104.06</c:v>
                </c:pt>
                <c:pt idx="2566">
                  <c:v>104.06</c:v>
                </c:pt>
                <c:pt idx="2567">
                  <c:v>104.89</c:v>
                </c:pt>
                <c:pt idx="2568">
                  <c:v>104.82</c:v>
                </c:pt>
                <c:pt idx="2569">
                  <c:v>106.05</c:v>
                </c:pt>
                <c:pt idx="2570">
                  <c:v>105.17</c:v>
                </c:pt>
                <c:pt idx="2571">
                  <c:v>104.94</c:v>
                </c:pt>
                <c:pt idx="2572">
                  <c:v>104.65</c:v>
                </c:pt>
                <c:pt idx="2573">
                  <c:v>104.87</c:v>
                </c:pt>
                <c:pt idx="2574">
                  <c:v>105.3</c:v>
                </c:pt>
                <c:pt idx="2575">
                  <c:v>104.79</c:v>
                </c:pt>
                <c:pt idx="2576">
                  <c:v>105.89</c:v>
                </c:pt>
                <c:pt idx="2577">
                  <c:v>105.55</c:v>
                </c:pt>
                <c:pt idx="2578">
                  <c:v>105.94</c:v>
                </c:pt>
                <c:pt idx="2579">
                  <c:v>106.39</c:v>
                </c:pt>
                <c:pt idx="2580">
                  <c:v>104.73</c:v>
                </c:pt>
                <c:pt idx="2581">
                  <c:v>104.29</c:v>
                </c:pt>
                <c:pt idx="2582">
                  <c:v>104.73</c:v>
                </c:pt>
                <c:pt idx="2583">
                  <c:v>104.42</c:v>
                </c:pt>
                <c:pt idx="2584">
                  <c:v>101.87</c:v>
                </c:pt>
                <c:pt idx="2585">
                  <c:v>102.72</c:v>
                </c:pt>
                <c:pt idx="2586">
                  <c:v>102.16</c:v>
                </c:pt>
                <c:pt idx="2587">
                  <c:v>102.61</c:v>
                </c:pt>
                <c:pt idx="2588">
                  <c:v>102.77</c:v>
                </c:pt>
                <c:pt idx="2589">
                  <c:v>102.67</c:v>
                </c:pt>
                <c:pt idx="2590">
                  <c:v>102.96</c:v>
                </c:pt>
                <c:pt idx="2591">
                  <c:v>102.4</c:v>
                </c:pt>
                <c:pt idx="2592">
                  <c:v>102.88</c:v>
                </c:pt>
                <c:pt idx="2593">
                  <c:v>102.47</c:v>
                </c:pt>
                <c:pt idx="2594">
                  <c:v>102.25</c:v>
                </c:pt>
                <c:pt idx="2595">
                  <c:v>103.12</c:v>
                </c:pt>
                <c:pt idx="2596">
                  <c:v>103.54</c:v>
                </c:pt>
                <c:pt idx="2597">
                  <c:v>103.72</c:v>
                </c:pt>
                <c:pt idx="2598">
                  <c:v>103.1</c:v>
                </c:pt>
                <c:pt idx="2599">
                  <c:v>103.03</c:v>
                </c:pt>
                <c:pt idx="2600">
                  <c:v>102.44</c:v>
                </c:pt>
                <c:pt idx="2601">
                  <c:v>102.14</c:v>
                </c:pt>
                <c:pt idx="2602">
                  <c:v>101.64</c:v>
                </c:pt>
                <c:pt idx="2603">
                  <c:v>102.14</c:v>
                </c:pt>
                <c:pt idx="2604">
                  <c:v>102.93</c:v>
                </c:pt>
                <c:pt idx="2605">
                  <c:v>102.24</c:v>
                </c:pt>
                <c:pt idx="2606">
                  <c:v>102.51</c:v>
                </c:pt>
                <c:pt idx="2607">
                  <c:v>102.1</c:v>
                </c:pt>
                <c:pt idx="2608">
                  <c:v>102.49</c:v>
                </c:pt>
                <c:pt idx="2609">
                  <c:v>102.51</c:v>
                </c:pt>
                <c:pt idx="2610">
                  <c:v>101.45</c:v>
                </c:pt>
                <c:pt idx="2611">
                  <c:v>103.22</c:v>
                </c:pt>
                <c:pt idx="2612">
                  <c:v>104.14</c:v>
                </c:pt>
                <c:pt idx="2613">
                  <c:v>105.23</c:v>
                </c:pt>
                <c:pt idx="2614">
                  <c:v>105.34</c:v>
                </c:pt>
                <c:pt idx="2615">
                  <c:v>105.16</c:v>
                </c:pt>
                <c:pt idx="2616">
                  <c:v>105.95</c:v>
                </c:pt>
                <c:pt idx="2617">
                  <c:v>105.79</c:v>
                </c:pt>
                <c:pt idx="2618">
                  <c:v>106.17</c:v>
                </c:pt>
                <c:pt idx="2619">
                  <c:v>105.87</c:v>
                </c:pt>
                <c:pt idx="2620">
                  <c:v>104.9</c:v>
                </c:pt>
                <c:pt idx="2621">
                  <c:v>105.67</c:v>
                </c:pt>
                <c:pt idx="2622">
                  <c:v>105.32</c:v>
                </c:pt>
                <c:pt idx="2623">
                  <c:v>105.47</c:v>
                </c:pt>
                <c:pt idx="2624">
                  <c:v>104.78</c:v>
                </c:pt>
                <c:pt idx="2625">
                  <c:v>105.57</c:v>
                </c:pt>
                <c:pt idx="2626">
                  <c:v>106.04</c:v>
                </c:pt>
                <c:pt idx="2627">
                  <c:v>105.66</c:v>
                </c:pt>
                <c:pt idx="2628">
                  <c:v>105.12</c:v>
                </c:pt>
                <c:pt idx="2629">
                  <c:v>107.13</c:v>
                </c:pt>
                <c:pt idx="2630">
                  <c:v>107.32</c:v>
                </c:pt>
                <c:pt idx="2631">
                  <c:v>107.85</c:v>
                </c:pt>
                <c:pt idx="2632">
                  <c:v>108.16</c:v>
                </c:pt>
                <c:pt idx="2633">
                  <c:v>107.56</c:v>
                </c:pt>
                <c:pt idx="2634">
                  <c:v>107.19</c:v>
                </c:pt>
                <c:pt idx="2635">
                  <c:v>108.62</c:v>
                </c:pt>
                <c:pt idx="2636">
                  <c:v>109.47</c:v>
                </c:pt>
                <c:pt idx="2637">
                  <c:v>108.79</c:v>
                </c:pt>
                <c:pt idx="2638">
                  <c:v>109.27</c:v>
                </c:pt>
                <c:pt idx="2639">
                  <c:v>108.82</c:v>
                </c:pt>
                <c:pt idx="2640">
                  <c:v>108.96</c:v>
                </c:pt>
                <c:pt idx="2641">
                  <c:v>109.22</c:v>
                </c:pt>
                <c:pt idx="2642">
                  <c:v>109.44</c:v>
                </c:pt>
                <c:pt idx="2643">
                  <c:v>110.56</c:v>
                </c:pt>
                <c:pt idx="2644">
                  <c:v>111.09</c:v>
                </c:pt>
                <c:pt idx="2645">
                  <c:v>111.26</c:v>
                </c:pt>
                <c:pt idx="2646">
                  <c:v>110.69</c:v>
                </c:pt>
                <c:pt idx="2647">
                  <c:v>111.07</c:v>
                </c:pt>
                <c:pt idx="2648">
                  <c:v>111.37</c:v>
                </c:pt>
                <c:pt idx="2649">
                  <c:v>110.29</c:v>
                </c:pt>
                <c:pt idx="2650">
                  <c:v>109.45</c:v>
                </c:pt>
                <c:pt idx="2651">
                  <c:v>110.33</c:v>
                </c:pt>
                <c:pt idx="2652">
                  <c:v>107.28</c:v>
                </c:pt>
                <c:pt idx="2653">
                  <c:v>107.74</c:v>
                </c:pt>
                <c:pt idx="2654">
                  <c:v>107.9</c:v>
                </c:pt>
                <c:pt idx="2655">
                  <c:v>107.54</c:v>
                </c:pt>
                <c:pt idx="2656">
                  <c:v>106.12</c:v>
                </c:pt>
                <c:pt idx="2657">
                  <c:v>107.17</c:v>
                </c:pt>
                <c:pt idx="2658">
                  <c:v>106.53</c:v>
                </c:pt>
                <c:pt idx="2659">
                  <c:v>106.35</c:v>
                </c:pt>
                <c:pt idx="2660">
                  <c:v>105.52</c:v>
                </c:pt>
                <c:pt idx="2661">
                  <c:v>105.12</c:v>
                </c:pt>
                <c:pt idx="2662">
                  <c:v>105.69</c:v>
                </c:pt>
                <c:pt idx="2663">
                  <c:v>105.37</c:v>
                </c:pt>
                <c:pt idx="2664">
                  <c:v>106.73</c:v>
                </c:pt>
                <c:pt idx="2665">
                  <c:v>106.3</c:v>
                </c:pt>
                <c:pt idx="2666">
                  <c:v>106.78</c:v>
                </c:pt>
                <c:pt idx="2667">
                  <c:v>107.11</c:v>
                </c:pt>
                <c:pt idx="2668">
                  <c:v>107.24</c:v>
                </c:pt>
                <c:pt idx="2669">
                  <c:v>106.87</c:v>
                </c:pt>
                <c:pt idx="2670">
                  <c:v>106.79</c:v>
                </c:pt>
                <c:pt idx="2671">
                  <c:v>105.84</c:v>
                </c:pt>
                <c:pt idx="2672">
                  <c:v>105.69</c:v>
                </c:pt>
                <c:pt idx="2673">
                  <c:v>105.57</c:v>
                </c:pt>
                <c:pt idx="2674">
                  <c:v>102.78</c:v>
                </c:pt>
                <c:pt idx="2675">
                  <c:v>104.9</c:v>
                </c:pt>
                <c:pt idx="2676">
                  <c:v>105.16</c:v>
                </c:pt>
                <c:pt idx="2677">
                  <c:v>104.88</c:v>
                </c:pt>
                <c:pt idx="2678">
                  <c:v>104.77</c:v>
                </c:pt>
                <c:pt idx="2679">
                  <c:v>105.37</c:v>
                </c:pt>
                <c:pt idx="2680">
                  <c:v>106.44</c:v>
                </c:pt>
                <c:pt idx="2681">
                  <c:v>106.92</c:v>
                </c:pt>
                <c:pt idx="2682">
                  <c:v>105.78</c:v>
                </c:pt>
                <c:pt idx="2683">
                  <c:v>105.88</c:v>
                </c:pt>
                <c:pt idx="2684">
                  <c:v>104.74</c:v>
                </c:pt>
                <c:pt idx="2685">
                  <c:v>104.54</c:v>
                </c:pt>
                <c:pt idx="2686">
                  <c:v>104.74</c:v>
                </c:pt>
                <c:pt idx="2687">
                  <c:v>104.82</c:v>
                </c:pt>
                <c:pt idx="2688">
                  <c:v>105.77</c:v>
                </c:pt>
                <c:pt idx="2689">
                  <c:v>105.77</c:v>
                </c:pt>
                <c:pt idx="2690">
                  <c:v>105.78</c:v>
                </c:pt>
                <c:pt idx="2691">
                  <c:v>106.31</c:v>
                </c:pt>
                <c:pt idx="2692">
                  <c:v>106.27</c:v>
                </c:pt>
                <c:pt idx="2693">
                  <c:v>106.43</c:v>
                </c:pt>
                <c:pt idx="2694">
                  <c:v>108.18</c:v>
                </c:pt>
                <c:pt idx="2695">
                  <c:v>108.76</c:v>
                </c:pt>
                <c:pt idx="2696">
                  <c:v>108.41</c:v>
                </c:pt>
                <c:pt idx="2697">
                  <c:v>109.02</c:v>
                </c:pt>
                <c:pt idx="2698">
                  <c:v>108.03</c:v>
                </c:pt>
                <c:pt idx="2699">
                  <c:v>108.56</c:v>
                </c:pt>
                <c:pt idx="2700">
                  <c:v>109</c:v>
                </c:pt>
                <c:pt idx="2701">
                  <c:v>109.19</c:v>
                </c:pt>
                <c:pt idx="2702">
                  <c:v>109.53</c:v>
                </c:pt>
                <c:pt idx="2703">
                  <c:v>108.52</c:v>
                </c:pt>
                <c:pt idx="2704">
                  <c:v>108.47</c:v>
                </c:pt>
                <c:pt idx="2705">
                  <c:v>109.3</c:v>
                </c:pt>
                <c:pt idx="2706">
                  <c:v>109.66</c:v>
                </c:pt>
                <c:pt idx="2707">
                  <c:v>109.32</c:v>
                </c:pt>
                <c:pt idx="2708">
                  <c:v>108.65</c:v>
                </c:pt>
                <c:pt idx="2709">
                  <c:v>106.98</c:v>
                </c:pt>
                <c:pt idx="2710">
                  <c:v>107.14</c:v>
                </c:pt>
                <c:pt idx="2711">
                  <c:v>106.42</c:v>
                </c:pt>
                <c:pt idx="2712">
                  <c:v>107.8</c:v>
                </c:pt>
                <c:pt idx="2713">
                  <c:v>107.35</c:v>
                </c:pt>
                <c:pt idx="2714">
                  <c:v>107.15</c:v>
                </c:pt>
                <c:pt idx="2715">
                  <c:v>107.04</c:v>
                </c:pt>
                <c:pt idx="2716">
                  <c:v>106.55</c:v>
                </c:pt>
                <c:pt idx="2717">
                  <c:v>107.66</c:v>
                </c:pt>
                <c:pt idx="2718">
                  <c:v>108.52</c:v>
                </c:pt>
                <c:pt idx="2719">
                  <c:v>108.03</c:v>
                </c:pt>
                <c:pt idx="2720">
                  <c:v>107.33</c:v>
                </c:pt>
                <c:pt idx="2721">
                  <c:v>105.8</c:v>
                </c:pt>
                <c:pt idx="2722">
                  <c:v>105.32</c:v>
                </c:pt>
                <c:pt idx="2723">
                  <c:v>105.84</c:v>
                </c:pt>
                <c:pt idx="2724">
                  <c:v>106.91</c:v>
                </c:pt>
                <c:pt idx="2725">
                  <c:v>106.85</c:v>
                </c:pt>
                <c:pt idx="2726">
                  <c:v>106.93</c:v>
                </c:pt>
                <c:pt idx="2727">
                  <c:v>106.63</c:v>
                </c:pt>
                <c:pt idx="2728">
                  <c:v>106.46</c:v>
                </c:pt>
                <c:pt idx="2729">
                  <c:v>106.41</c:v>
                </c:pt>
                <c:pt idx="2730">
                  <c:v>105.91</c:v>
                </c:pt>
                <c:pt idx="2731">
                  <c:v>105.53</c:v>
                </c:pt>
                <c:pt idx="2732">
                  <c:v>105.55</c:v>
                </c:pt>
                <c:pt idx="2733">
                  <c:v>104.57</c:v>
                </c:pt>
                <c:pt idx="2734">
                  <c:v>104.75</c:v>
                </c:pt>
                <c:pt idx="2735">
                  <c:v>105.66</c:v>
                </c:pt>
                <c:pt idx="2736">
                  <c:v>105.36</c:v>
                </c:pt>
                <c:pt idx="2737">
                  <c:v>105.57</c:v>
                </c:pt>
                <c:pt idx="2738">
                  <c:v>105.32</c:v>
                </c:pt>
                <c:pt idx="2739">
                  <c:v>106.12</c:v>
                </c:pt>
                <c:pt idx="2740">
                  <c:v>105.69</c:v>
                </c:pt>
                <c:pt idx="2741">
                  <c:v>106.1</c:v>
                </c:pt>
                <c:pt idx="2742">
                  <c:v>106.96</c:v>
                </c:pt>
                <c:pt idx="2743">
                  <c:v>107.44</c:v>
                </c:pt>
                <c:pt idx="2744">
                  <c:v>107.91</c:v>
                </c:pt>
                <c:pt idx="2745">
                  <c:v>107.01</c:v>
                </c:pt>
                <c:pt idx="2746">
                  <c:v>107.12</c:v>
                </c:pt>
                <c:pt idx="2747">
                  <c:v>108.09</c:v>
                </c:pt>
                <c:pt idx="2748">
                  <c:v>108.13</c:v>
                </c:pt>
                <c:pt idx="2749">
                  <c:v>107.72</c:v>
                </c:pt>
                <c:pt idx="2750">
                  <c:v>108</c:v>
                </c:pt>
                <c:pt idx="2751">
                  <c:v>108.14</c:v>
                </c:pt>
                <c:pt idx="2752">
                  <c:v>108.29</c:v>
                </c:pt>
                <c:pt idx="2753">
                  <c:v>107.67</c:v>
                </c:pt>
                <c:pt idx="2754">
                  <c:v>108.92</c:v>
                </c:pt>
                <c:pt idx="2755">
                  <c:v>108.78</c:v>
                </c:pt>
                <c:pt idx="2756">
                  <c:v>109.12</c:v>
                </c:pt>
                <c:pt idx="2757">
                  <c:v>109.19</c:v>
                </c:pt>
                <c:pt idx="2758">
                  <c:v>109.16</c:v>
                </c:pt>
                <c:pt idx="2759">
                  <c:v>109.59</c:v>
                </c:pt>
                <c:pt idx="2760">
                  <c:v>109.43</c:v>
                </c:pt>
                <c:pt idx="2761">
                  <c:v>109.33</c:v>
                </c:pt>
                <c:pt idx="2762">
                  <c:v>108.99</c:v>
                </c:pt>
                <c:pt idx="2763">
                  <c:v>108.33</c:v>
                </c:pt>
                <c:pt idx="2764">
                  <c:v>108.65</c:v>
                </c:pt>
                <c:pt idx="2765">
                  <c:v>109.1</c:v>
                </c:pt>
                <c:pt idx="2766">
                  <c:v>108.62</c:v>
                </c:pt>
                <c:pt idx="2767">
                  <c:v>107.82</c:v>
                </c:pt>
                <c:pt idx="2768">
                  <c:v>108.66</c:v>
                </c:pt>
                <c:pt idx="2769">
                  <c:v>108.53</c:v>
                </c:pt>
                <c:pt idx="2770">
                  <c:v>109.43</c:v>
                </c:pt>
                <c:pt idx="2771">
                  <c:v>109.02</c:v>
                </c:pt>
                <c:pt idx="2772">
                  <c:v>108.54</c:v>
                </c:pt>
                <c:pt idx="2773">
                  <c:v>108.53</c:v>
                </c:pt>
                <c:pt idx="2774">
                  <c:v>108.41</c:v>
                </c:pt>
                <c:pt idx="2775">
                  <c:v>108.7</c:v>
                </c:pt>
                <c:pt idx="2776">
                  <c:v>108.32</c:v>
                </c:pt>
                <c:pt idx="2777">
                  <c:v>106.96</c:v>
                </c:pt>
                <c:pt idx="2778">
                  <c:v>106.85</c:v>
                </c:pt>
                <c:pt idx="2779">
                  <c:v>106.86</c:v>
                </c:pt>
                <c:pt idx="2780">
                  <c:v>106.53</c:v>
                </c:pt>
                <c:pt idx="2781">
                  <c:v>106.05</c:v>
                </c:pt>
                <c:pt idx="2782">
                  <c:v>106.44</c:v>
                </c:pt>
                <c:pt idx="2783">
                  <c:v>106.67</c:v>
                </c:pt>
                <c:pt idx="2784">
                  <c:v>106</c:v>
                </c:pt>
                <c:pt idx="2785">
                  <c:v>105.87</c:v>
                </c:pt>
                <c:pt idx="2786">
                  <c:v>105.84</c:v>
                </c:pt>
                <c:pt idx="2787">
                  <c:v>105.89</c:v>
                </c:pt>
                <c:pt idx="2788">
                  <c:v>105.17</c:v>
                </c:pt>
                <c:pt idx="2789">
                  <c:v>106.12</c:v>
                </c:pt>
                <c:pt idx="2790">
                  <c:v>106.12</c:v>
                </c:pt>
                <c:pt idx="2791">
                  <c:v>106.83</c:v>
                </c:pt>
                <c:pt idx="2792">
                  <c:v>107.09</c:v>
                </c:pt>
                <c:pt idx="2793">
                  <c:v>107.58</c:v>
                </c:pt>
                <c:pt idx="2794">
                  <c:v>107.12</c:v>
                </c:pt>
                <c:pt idx="2795">
                  <c:v>106.9</c:v>
                </c:pt>
                <c:pt idx="2796">
                  <c:v>106.99</c:v>
                </c:pt>
                <c:pt idx="2797">
                  <c:v>106.53</c:v>
                </c:pt>
                <c:pt idx="2798">
                  <c:v>106.63</c:v>
                </c:pt>
                <c:pt idx="2799">
                  <c:v>107.92</c:v>
                </c:pt>
                <c:pt idx="2800">
                  <c:v>107.77</c:v>
                </c:pt>
                <c:pt idx="2801">
                  <c:v>107.59</c:v>
                </c:pt>
                <c:pt idx="2802">
                  <c:v>107.32</c:v>
                </c:pt>
                <c:pt idx="2803">
                  <c:v>107.63</c:v>
                </c:pt>
                <c:pt idx="2804">
                  <c:v>108.14</c:v>
                </c:pt>
                <c:pt idx="2805">
                  <c:v>108.83</c:v>
                </c:pt>
                <c:pt idx="2806">
                  <c:v>108.87</c:v>
                </c:pt>
                <c:pt idx="2807">
                  <c:v>109.28</c:v>
                </c:pt>
                <c:pt idx="2808">
                  <c:v>109.11</c:v>
                </c:pt>
                <c:pt idx="2809">
                  <c:v>108.81</c:v>
                </c:pt>
                <c:pt idx="2810">
                  <c:v>108.85</c:v>
                </c:pt>
                <c:pt idx="2811">
                  <c:v>107.75</c:v>
                </c:pt>
                <c:pt idx="2812">
                  <c:v>107.77</c:v>
                </c:pt>
                <c:pt idx="2813">
                  <c:v>107.7</c:v>
                </c:pt>
                <c:pt idx="2814">
                  <c:v>107.83</c:v>
                </c:pt>
                <c:pt idx="2815">
                  <c:v>108.05</c:v>
                </c:pt>
                <c:pt idx="2816">
                  <c:v>108.02</c:v>
                </c:pt>
                <c:pt idx="2817">
                  <c:v>107.7</c:v>
                </c:pt>
                <c:pt idx="2818">
                  <c:v>108.45</c:v>
                </c:pt>
                <c:pt idx="2819">
                  <c:v>108.85</c:v>
                </c:pt>
                <c:pt idx="2820">
                  <c:v>108.24</c:v>
                </c:pt>
                <c:pt idx="2821">
                  <c:v>107.75</c:v>
                </c:pt>
                <c:pt idx="2822">
                  <c:v>108.22</c:v>
                </c:pt>
                <c:pt idx="2823">
                  <c:v>108.34</c:v>
                </c:pt>
                <c:pt idx="2824">
                  <c:v>108.65</c:v>
                </c:pt>
                <c:pt idx="2825">
                  <c:v>108.98</c:v>
                </c:pt>
                <c:pt idx="2826">
                  <c:v>108.84</c:v>
                </c:pt>
                <c:pt idx="2827">
                  <c:v>108.17</c:v>
                </c:pt>
                <c:pt idx="2828">
                  <c:v>108.22</c:v>
                </c:pt>
                <c:pt idx="2829">
                  <c:v>107.08</c:v>
                </c:pt>
                <c:pt idx="2830">
                  <c:v>107.44</c:v>
                </c:pt>
                <c:pt idx="2831">
                  <c:v>107.07</c:v>
                </c:pt>
                <c:pt idx="2832">
                  <c:v>107.25</c:v>
                </c:pt>
                <c:pt idx="2833">
                  <c:v>107.44</c:v>
                </c:pt>
                <c:pt idx="2834">
                  <c:v>107.87</c:v>
                </c:pt>
                <c:pt idx="2835">
                  <c:v>107.69</c:v>
                </c:pt>
                <c:pt idx="2836">
                  <c:v>108.17</c:v>
                </c:pt>
                <c:pt idx="2837">
                  <c:v>108.78</c:v>
                </c:pt>
                <c:pt idx="2838">
                  <c:v>108.94</c:v>
                </c:pt>
                <c:pt idx="2839">
                  <c:v>108.77</c:v>
                </c:pt>
                <c:pt idx="2840">
                  <c:v>109.88</c:v>
                </c:pt>
                <c:pt idx="2841">
                  <c:v>110.07</c:v>
                </c:pt>
                <c:pt idx="2842">
                  <c:v>110.15</c:v>
                </c:pt>
                <c:pt idx="2843">
                  <c:v>110.22</c:v>
                </c:pt>
                <c:pt idx="2844">
                  <c:v>111.28</c:v>
                </c:pt>
                <c:pt idx="2845">
                  <c:v>110.57</c:v>
                </c:pt>
                <c:pt idx="2846">
                  <c:v>110.17</c:v>
                </c:pt>
                <c:pt idx="2847">
                  <c:v>111.24</c:v>
                </c:pt>
                <c:pt idx="2848">
                  <c:v>110.38</c:v>
                </c:pt>
                <c:pt idx="2849">
                  <c:v>111.29</c:v>
                </c:pt>
                <c:pt idx="2850">
                  <c:v>111.12</c:v>
                </c:pt>
                <c:pt idx="2851">
                  <c:v>111.16</c:v>
                </c:pt>
                <c:pt idx="2852">
                  <c:v>110.19</c:v>
                </c:pt>
                <c:pt idx="2853">
                  <c:v>110.53</c:v>
                </c:pt>
                <c:pt idx="2854">
                  <c:v>111.04</c:v>
                </c:pt>
                <c:pt idx="2855">
                  <c:v>110.79</c:v>
                </c:pt>
                <c:pt idx="2856">
                  <c:v>111.44</c:v>
                </c:pt>
                <c:pt idx="2857">
                  <c:v>112.27</c:v>
                </c:pt>
                <c:pt idx="2858">
                  <c:v>111.91</c:v>
                </c:pt>
                <c:pt idx="2859">
                  <c:v>112.58</c:v>
                </c:pt>
                <c:pt idx="2860">
                  <c:v>112.24</c:v>
                </c:pt>
                <c:pt idx="2861">
                  <c:v>112.41</c:v>
                </c:pt>
                <c:pt idx="2862">
                  <c:v>112.77</c:v>
                </c:pt>
                <c:pt idx="2863">
                  <c:v>112.27</c:v>
                </c:pt>
                <c:pt idx="2864">
                  <c:v>112.88</c:v>
                </c:pt>
                <c:pt idx="2865">
                  <c:v>112.95</c:v>
                </c:pt>
                <c:pt idx="2866">
                  <c:v>113.57</c:v>
                </c:pt>
                <c:pt idx="2867">
                  <c:v>114.14</c:v>
                </c:pt>
                <c:pt idx="2868">
                  <c:v>114.33</c:v>
                </c:pt>
                <c:pt idx="2869">
                  <c:v>114.41</c:v>
                </c:pt>
                <c:pt idx="2870">
                  <c:v>114.36</c:v>
                </c:pt>
                <c:pt idx="2871">
                  <c:v>114.36</c:v>
                </c:pt>
                <c:pt idx="2872">
                  <c:v>113.58</c:v>
                </c:pt>
                <c:pt idx="2873">
                  <c:v>115.55</c:v>
                </c:pt>
                <c:pt idx="2874">
                  <c:v>116.53</c:v>
                </c:pt>
                <c:pt idx="2875">
                  <c:v>116.16</c:v>
                </c:pt>
                <c:pt idx="2876">
                  <c:v>116.88</c:v>
                </c:pt>
                <c:pt idx="2877">
                  <c:v>116.43</c:v>
                </c:pt>
                <c:pt idx="2878">
                  <c:v>117.81</c:v>
                </c:pt>
                <c:pt idx="2879">
                  <c:v>118.55</c:v>
                </c:pt>
                <c:pt idx="2880">
                  <c:v>118.99</c:v>
                </c:pt>
                <c:pt idx="2881">
                  <c:v>117.72</c:v>
                </c:pt>
                <c:pt idx="2882">
                  <c:v>118.88</c:v>
                </c:pt>
                <c:pt idx="2883">
                  <c:v>118.14</c:v>
                </c:pt>
                <c:pt idx="2884">
                  <c:v>117.18</c:v>
                </c:pt>
                <c:pt idx="2885">
                  <c:v>116.41</c:v>
                </c:pt>
                <c:pt idx="2886">
                  <c:v>116.73</c:v>
                </c:pt>
                <c:pt idx="2887">
                  <c:v>117.73</c:v>
                </c:pt>
                <c:pt idx="2888">
                  <c:v>116.79</c:v>
                </c:pt>
                <c:pt idx="2889">
                  <c:v>117.18</c:v>
                </c:pt>
                <c:pt idx="2890">
                  <c:v>116.76</c:v>
                </c:pt>
                <c:pt idx="2891">
                  <c:v>115.86</c:v>
                </c:pt>
                <c:pt idx="2892">
                  <c:v>116.57</c:v>
                </c:pt>
                <c:pt idx="2893">
                  <c:v>115.59</c:v>
                </c:pt>
                <c:pt idx="2894">
                  <c:v>115.75</c:v>
                </c:pt>
                <c:pt idx="2895">
                  <c:v>114.77</c:v>
                </c:pt>
                <c:pt idx="2896">
                  <c:v>114.78</c:v>
                </c:pt>
                <c:pt idx="2897">
                  <c:v>116.23</c:v>
                </c:pt>
                <c:pt idx="2898">
                  <c:v>116.78</c:v>
                </c:pt>
                <c:pt idx="2899">
                  <c:v>117.5</c:v>
                </c:pt>
                <c:pt idx="2900">
                  <c:v>117.41</c:v>
                </c:pt>
                <c:pt idx="2901">
                  <c:v>116.82</c:v>
                </c:pt>
                <c:pt idx="2902">
                  <c:v>116.31</c:v>
                </c:pt>
                <c:pt idx="2903">
                  <c:v>115.5</c:v>
                </c:pt>
                <c:pt idx="2904">
                  <c:v>115.73</c:v>
                </c:pt>
                <c:pt idx="2905">
                  <c:v>116.03</c:v>
                </c:pt>
                <c:pt idx="2906">
                  <c:v>115.67</c:v>
                </c:pt>
                <c:pt idx="2907">
                  <c:v>116.56</c:v>
                </c:pt>
                <c:pt idx="2908">
                  <c:v>117.08</c:v>
                </c:pt>
                <c:pt idx="2909">
                  <c:v>115.8</c:v>
                </c:pt>
                <c:pt idx="2910">
                  <c:v>116.47</c:v>
                </c:pt>
                <c:pt idx="2911">
                  <c:v>116.24</c:v>
                </c:pt>
                <c:pt idx="2912">
                  <c:v>117.37</c:v>
                </c:pt>
                <c:pt idx="2913">
                  <c:v>117.4</c:v>
                </c:pt>
                <c:pt idx="2914">
                  <c:v>119.01</c:v>
                </c:pt>
                <c:pt idx="2915">
                  <c:v>119.18</c:v>
                </c:pt>
                <c:pt idx="2916">
                  <c:v>118.75</c:v>
                </c:pt>
                <c:pt idx="2917">
                  <c:v>119.88</c:v>
                </c:pt>
                <c:pt idx="2918">
                  <c:v>119.74</c:v>
                </c:pt>
                <c:pt idx="2919">
                  <c:v>119.53</c:v>
                </c:pt>
                <c:pt idx="2920">
                  <c:v>120.57</c:v>
                </c:pt>
                <c:pt idx="2921">
                  <c:v>119.69</c:v>
                </c:pt>
                <c:pt idx="2922">
                  <c:v>121.03</c:v>
                </c:pt>
                <c:pt idx="2923">
                  <c:v>122.34</c:v>
                </c:pt>
                <c:pt idx="2924">
                  <c:v>123.03</c:v>
                </c:pt>
                <c:pt idx="2925">
                  <c:v>122.83</c:v>
                </c:pt>
                <c:pt idx="2926">
                  <c:v>122.19</c:v>
                </c:pt>
                <c:pt idx="2927">
                  <c:v>123.49</c:v>
                </c:pt>
                <c:pt idx="2928">
                  <c:v>123.52</c:v>
                </c:pt>
                <c:pt idx="2929">
                  <c:v>122.76</c:v>
                </c:pt>
                <c:pt idx="2930">
                  <c:v>122.57</c:v>
                </c:pt>
                <c:pt idx="2931">
                  <c:v>122.25</c:v>
                </c:pt>
                <c:pt idx="2932">
                  <c:v>122.38</c:v>
                </c:pt>
                <c:pt idx="2933">
                  <c:v>123.67</c:v>
                </c:pt>
                <c:pt idx="2934">
                  <c:v>126.34</c:v>
                </c:pt>
                <c:pt idx="2935">
                  <c:v>126.8</c:v>
                </c:pt>
                <c:pt idx="2936">
                  <c:v>125.52</c:v>
                </c:pt>
                <c:pt idx="2937">
                  <c:v>125.33</c:v>
                </c:pt>
                <c:pt idx="2938">
                  <c:v>124.01</c:v>
                </c:pt>
                <c:pt idx="2939">
                  <c:v>123.77</c:v>
                </c:pt>
                <c:pt idx="2940">
                  <c:v>125.13</c:v>
                </c:pt>
                <c:pt idx="2941">
                  <c:v>124.45</c:v>
                </c:pt>
                <c:pt idx="2942">
                  <c:v>124.79</c:v>
                </c:pt>
                <c:pt idx="2943">
                  <c:v>123.59</c:v>
                </c:pt>
                <c:pt idx="2944">
                  <c:v>124.2</c:v>
                </c:pt>
                <c:pt idx="2945">
                  <c:v>124.34</c:v>
                </c:pt>
                <c:pt idx="2946">
                  <c:v>123.36</c:v>
                </c:pt>
                <c:pt idx="2947">
                  <c:v>122.05</c:v>
                </c:pt>
                <c:pt idx="2948">
                  <c:v>120.94</c:v>
                </c:pt>
                <c:pt idx="2949">
                  <c:v>122.54</c:v>
                </c:pt>
                <c:pt idx="2950">
                  <c:v>121.25</c:v>
                </c:pt>
                <c:pt idx="2951">
                  <c:v>122.25</c:v>
                </c:pt>
                <c:pt idx="2952">
                  <c:v>122.11</c:v>
                </c:pt>
                <c:pt idx="2953">
                  <c:v>123.17</c:v>
                </c:pt>
                <c:pt idx="2954">
                  <c:v>124</c:v>
                </c:pt>
                <c:pt idx="2955">
                  <c:v>123.48</c:v>
                </c:pt>
                <c:pt idx="2956">
                  <c:v>121.98</c:v>
                </c:pt>
                <c:pt idx="2957">
                  <c:v>121.44</c:v>
                </c:pt>
                <c:pt idx="2958">
                  <c:v>121.36</c:v>
                </c:pt>
                <c:pt idx="2959">
                  <c:v>121.35</c:v>
                </c:pt>
                <c:pt idx="2960">
                  <c:v>121.13</c:v>
                </c:pt>
                <c:pt idx="2961">
                  <c:v>121.29</c:v>
                </c:pt>
                <c:pt idx="2962">
                  <c:v>122.27</c:v>
                </c:pt>
                <c:pt idx="2963">
                  <c:v>122.58</c:v>
                </c:pt>
                <c:pt idx="2964">
                  <c:v>122.51</c:v>
                </c:pt>
                <c:pt idx="2965">
                  <c:v>123.35</c:v>
                </c:pt>
                <c:pt idx="2966">
                  <c:v>123.32</c:v>
                </c:pt>
                <c:pt idx="2967">
                  <c:v>123.44</c:v>
                </c:pt>
                <c:pt idx="2968">
                  <c:v>122.58</c:v>
                </c:pt>
                <c:pt idx="2969">
                  <c:v>123.5</c:v>
                </c:pt>
                <c:pt idx="2970">
                  <c:v>122.65</c:v>
                </c:pt>
                <c:pt idx="2971">
                  <c:v>122.89</c:v>
                </c:pt>
                <c:pt idx="2972">
                  <c:v>120.15</c:v>
                </c:pt>
                <c:pt idx="2973">
                  <c:v>119.83</c:v>
                </c:pt>
                <c:pt idx="2974">
                  <c:v>120.65</c:v>
                </c:pt>
                <c:pt idx="2975">
                  <c:v>121.08</c:v>
                </c:pt>
                <c:pt idx="2976">
                  <c:v>120.26</c:v>
                </c:pt>
                <c:pt idx="2977">
                  <c:v>120.35</c:v>
                </c:pt>
                <c:pt idx="2978">
                  <c:v>119.23</c:v>
                </c:pt>
                <c:pt idx="2979">
                  <c:v>119.24</c:v>
                </c:pt>
                <c:pt idx="2980">
                  <c:v>119.28</c:v>
                </c:pt>
                <c:pt idx="2981">
                  <c:v>120.24</c:v>
                </c:pt>
                <c:pt idx="2982">
                  <c:v>120.16</c:v>
                </c:pt>
                <c:pt idx="2983">
                  <c:v>120.15</c:v>
                </c:pt>
                <c:pt idx="2984">
                  <c:v>120.94</c:v>
                </c:pt>
                <c:pt idx="2985">
                  <c:v>121.91</c:v>
                </c:pt>
                <c:pt idx="2986">
                  <c:v>121.7</c:v>
                </c:pt>
                <c:pt idx="2987">
                  <c:v>122.12</c:v>
                </c:pt>
                <c:pt idx="2988">
                  <c:v>121.34</c:v>
                </c:pt>
                <c:pt idx="2989">
                  <c:v>122.93</c:v>
                </c:pt>
                <c:pt idx="2990">
                  <c:v>123.27</c:v>
                </c:pt>
                <c:pt idx="2991">
                  <c:v>122.85</c:v>
                </c:pt>
                <c:pt idx="2992">
                  <c:v>123.83</c:v>
                </c:pt>
                <c:pt idx="2993">
                  <c:v>124.6</c:v>
                </c:pt>
                <c:pt idx="2994">
                  <c:v>124.5</c:v>
                </c:pt>
                <c:pt idx="2995">
                  <c:v>123.81</c:v>
                </c:pt>
                <c:pt idx="2996">
                  <c:v>123.79</c:v>
                </c:pt>
                <c:pt idx="2997">
                  <c:v>124.34</c:v>
                </c:pt>
                <c:pt idx="2998">
                  <c:v>124.78</c:v>
                </c:pt>
                <c:pt idx="2999">
                  <c:v>124.65</c:v>
                </c:pt>
                <c:pt idx="3000">
                  <c:v>124.12</c:v>
                </c:pt>
                <c:pt idx="3001">
                  <c:v>124.4</c:v>
                </c:pt>
                <c:pt idx="3002">
                  <c:v>124.45</c:v>
                </c:pt>
                <c:pt idx="3003">
                  <c:v>125.68</c:v>
                </c:pt>
                <c:pt idx="3004">
                  <c:v>125.87</c:v>
                </c:pt>
                <c:pt idx="3005">
                  <c:v>125.33</c:v>
                </c:pt>
                <c:pt idx="3006">
                  <c:v>125.42</c:v>
                </c:pt>
                <c:pt idx="3007">
                  <c:v>124.31</c:v>
                </c:pt>
                <c:pt idx="3008">
                  <c:v>123.89</c:v>
                </c:pt>
                <c:pt idx="3009">
                  <c:v>124.94</c:v>
                </c:pt>
                <c:pt idx="3010">
                  <c:v>125.46</c:v>
                </c:pt>
                <c:pt idx="3011">
                  <c:v>124.96</c:v>
                </c:pt>
                <c:pt idx="3012">
                  <c:v>123.89</c:v>
                </c:pt>
                <c:pt idx="3013">
                  <c:v>123.33</c:v>
                </c:pt>
                <c:pt idx="3014">
                  <c:v>122.98</c:v>
                </c:pt>
                <c:pt idx="3015">
                  <c:v>124.4</c:v>
                </c:pt>
                <c:pt idx="3016">
                  <c:v>124.09</c:v>
                </c:pt>
                <c:pt idx="3017">
                  <c:v>123.53</c:v>
                </c:pt>
                <c:pt idx="3018">
                  <c:v>123.76</c:v>
                </c:pt>
                <c:pt idx="3019">
                  <c:v>123.53</c:v>
                </c:pt>
                <c:pt idx="3020">
                  <c:v>125.14</c:v>
                </c:pt>
                <c:pt idx="3021">
                  <c:v>125</c:v>
                </c:pt>
                <c:pt idx="3022">
                  <c:v>124.63</c:v>
                </c:pt>
                <c:pt idx="3023">
                  <c:v>123.7</c:v>
                </c:pt>
                <c:pt idx="3024">
                  <c:v>123.66</c:v>
                </c:pt>
                <c:pt idx="3025">
                  <c:v>123.9</c:v>
                </c:pt>
                <c:pt idx="3026">
                  <c:v>123.54</c:v>
                </c:pt>
                <c:pt idx="3027">
                  <c:v>123.61</c:v>
                </c:pt>
                <c:pt idx="3028">
                  <c:v>121.91</c:v>
                </c:pt>
                <c:pt idx="3029">
                  <c:v>122.01</c:v>
                </c:pt>
                <c:pt idx="3030">
                  <c:v>122.49</c:v>
                </c:pt>
                <c:pt idx="3031">
                  <c:v>121.75</c:v>
                </c:pt>
                <c:pt idx="3032">
                  <c:v>119.58</c:v>
                </c:pt>
                <c:pt idx="3033">
                  <c:v>120.38</c:v>
                </c:pt>
                <c:pt idx="3034">
                  <c:v>120.24</c:v>
                </c:pt>
                <c:pt idx="3035">
                  <c:v>120.74</c:v>
                </c:pt>
                <c:pt idx="3036">
                  <c:v>119.65</c:v>
                </c:pt>
                <c:pt idx="3037">
                  <c:v>120.39</c:v>
                </c:pt>
                <c:pt idx="3038">
                  <c:v>119.87</c:v>
                </c:pt>
                <c:pt idx="3039">
                  <c:v>120.03</c:v>
                </c:pt>
                <c:pt idx="3040">
                  <c:v>119.91</c:v>
                </c:pt>
                <c:pt idx="3041">
                  <c:v>120.06</c:v>
                </c:pt>
                <c:pt idx="3042">
                  <c:v>120.13</c:v>
                </c:pt>
                <c:pt idx="3043">
                  <c:v>119.4</c:v>
                </c:pt>
                <c:pt idx="3044">
                  <c:v>118.79</c:v>
                </c:pt>
                <c:pt idx="3045">
                  <c:v>118.74</c:v>
                </c:pt>
                <c:pt idx="3046">
                  <c:v>119.33</c:v>
                </c:pt>
                <c:pt idx="3047">
                  <c:v>120.67</c:v>
                </c:pt>
                <c:pt idx="3048">
                  <c:v>120.8</c:v>
                </c:pt>
                <c:pt idx="3049">
                  <c:v>120</c:v>
                </c:pt>
                <c:pt idx="3050">
                  <c:v>121.04</c:v>
                </c:pt>
                <c:pt idx="3051">
                  <c:v>119.42</c:v>
                </c:pt>
                <c:pt idx="3052">
                  <c:v>119.52</c:v>
                </c:pt>
                <c:pt idx="3053">
                  <c:v>118.91</c:v>
                </c:pt>
                <c:pt idx="3054">
                  <c:v>117.35</c:v>
                </c:pt>
                <c:pt idx="3055">
                  <c:v>117.82</c:v>
                </c:pt>
                <c:pt idx="3056">
                  <c:v>117.26</c:v>
                </c:pt>
                <c:pt idx="3057">
                  <c:v>117.58</c:v>
                </c:pt>
                <c:pt idx="3058">
                  <c:v>116.38</c:v>
                </c:pt>
                <c:pt idx="3059">
                  <c:v>116.58</c:v>
                </c:pt>
                <c:pt idx="3060">
                  <c:v>117.55</c:v>
                </c:pt>
                <c:pt idx="3061">
                  <c:v>117.63</c:v>
                </c:pt>
                <c:pt idx="3062">
                  <c:v>117.72</c:v>
                </c:pt>
                <c:pt idx="3063">
                  <c:v>119.74</c:v>
                </c:pt>
                <c:pt idx="3064">
                  <c:v>119.56</c:v>
                </c:pt>
                <c:pt idx="3065">
                  <c:v>120.23</c:v>
                </c:pt>
                <c:pt idx="3066">
                  <c:v>120.8</c:v>
                </c:pt>
                <c:pt idx="3067">
                  <c:v>120.57</c:v>
                </c:pt>
                <c:pt idx="3068">
                  <c:v>120.45</c:v>
                </c:pt>
                <c:pt idx="3069">
                  <c:v>120.51</c:v>
                </c:pt>
                <c:pt idx="3070">
                  <c:v>119.88</c:v>
                </c:pt>
                <c:pt idx="3071">
                  <c:v>120.11</c:v>
                </c:pt>
                <c:pt idx="3072">
                  <c:v>120.37</c:v>
                </c:pt>
                <c:pt idx="3073">
                  <c:v>121.42</c:v>
                </c:pt>
                <c:pt idx="3074">
                  <c:v>121.12</c:v>
                </c:pt>
                <c:pt idx="3075">
                  <c:v>120.85</c:v>
                </c:pt>
                <c:pt idx="3076">
                  <c:v>121.25</c:v>
                </c:pt>
                <c:pt idx="3077">
                  <c:v>121.31</c:v>
                </c:pt>
                <c:pt idx="3078">
                  <c:v>121.1</c:v>
                </c:pt>
                <c:pt idx="3079">
                  <c:v>121.2</c:v>
                </c:pt>
                <c:pt idx="3080">
                  <c:v>122.44</c:v>
                </c:pt>
                <c:pt idx="3081">
                  <c:v>122.58</c:v>
                </c:pt>
                <c:pt idx="3082">
                  <c:v>122.77</c:v>
                </c:pt>
                <c:pt idx="3083">
                  <c:v>122.87</c:v>
                </c:pt>
                <c:pt idx="3084">
                  <c:v>122.7</c:v>
                </c:pt>
                <c:pt idx="3085">
                  <c:v>121.98</c:v>
                </c:pt>
                <c:pt idx="3086">
                  <c:v>122.08</c:v>
                </c:pt>
                <c:pt idx="3087">
                  <c:v>122.42</c:v>
                </c:pt>
                <c:pt idx="3088">
                  <c:v>121.9</c:v>
                </c:pt>
                <c:pt idx="3089">
                  <c:v>121.73</c:v>
                </c:pt>
                <c:pt idx="3090">
                  <c:v>121.66</c:v>
                </c:pt>
                <c:pt idx="3091">
                  <c:v>121.24</c:v>
                </c:pt>
                <c:pt idx="3092">
                  <c:v>121.03</c:v>
                </c:pt>
                <c:pt idx="3093">
                  <c:v>120.11</c:v>
                </c:pt>
                <c:pt idx="3094">
                  <c:v>120.32</c:v>
                </c:pt>
                <c:pt idx="3095">
                  <c:v>120.53</c:v>
                </c:pt>
                <c:pt idx="3096">
                  <c:v>121.57</c:v>
                </c:pt>
                <c:pt idx="3097">
                  <c:v>121.56</c:v>
                </c:pt>
                <c:pt idx="3098">
                  <c:v>122.4</c:v>
                </c:pt>
                <c:pt idx="3099">
                  <c:v>122.94</c:v>
                </c:pt>
                <c:pt idx="3100">
                  <c:v>123.13</c:v>
                </c:pt>
                <c:pt idx="3101">
                  <c:v>122.58</c:v>
                </c:pt>
                <c:pt idx="3102">
                  <c:v>123.22</c:v>
                </c:pt>
                <c:pt idx="3103">
                  <c:v>123.91</c:v>
                </c:pt>
                <c:pt idx="3104">
                  <c:v>124.22</c:v>
                </c:pt>
                <c:pt idx="3105">
                  <c:v>124.06</c:v>
                </c:pt>
                <c:pt idx="3106">
                  <c:v>123.96</c:v>
                </c:pt>
                <c:pt idx="3107">
                  <c:v>123.06</c:v>
                </c:pt>
                <c:pt idx="3108">
                  <c:v>123.87</c:v>
                </c:pt>
                <c:pt idx="3109">
                  <c:v>123.48</c:v>
                </c:pt>
                <c:pt idx="3110">
                  <c:v>124.16</c:v>
                </c:pt>
                <c:pt idx="3111">
                  <c:v>124.18</c:v>
                </c:pt>
                <c:pt idx="3112">
                  <c:v>124.14</c:v>
                </c:pt>
                <c:pt idx="3113">
                  <c:v>124.6</c:v>
                </c:pt>
                <c:pt idx="3114">
                  <c:v>125.53</c:v>
                </c:pt>
                <c:pt idx="3115">
                  <c:v>126.01</c:v>
                </c:pt>
                <c:pt idx="3116">
                  <c:v>126.02</c:v>
                </c:pt>
                <c:pt idx="3117">
                  <c:v>126.01</c:v>
                </c:pt>
                <c:pt idx="3118">
                  <c:v>126.07</c:v>
                </c:pt>
                <c:pt idx="3119">
                  <c:v>127.3</c:v>
                </c:pt>
                <c:pt idx="3120">
                  <c:v>127.55</c:v>
                </c:pt>
                <c:pt idx="3121">
                  <c:v>127.85</c:v>
                </c:pt>
                <c:pt idx="3122">
                  <c:v>128.19</c:v>
                </c:pt>
                <c:pt idx="3123">
                  <c:v>128.66</c:v>
                </c:pt>
                <c:pt idx="3124">
                  <c:v>129.59</c:v>
                </c:pt>
                <c:pt idx="3125">
                  <c:v>129.94999999999999</c:v>
                </c:pt>
                <c:pt idx="3126">
                  <c:v>130.88</c:v>
                </c:pt>
                <c:pt idx="3127">
                  <c:v>130.88999999999999</c:v>
                </c:pt>
                <c:pt idx="3128">
                  <c:v>131.79</c:v>
                </c:pt>
                <c:pt idx="3129">
                  <c:v>131.12</c:v>
                </c:pt>
                <c:pt idx="3130">
                  <c:v>131.66</c:v>
                </c:pt>
                <c:pt idx="3131">
                  <c:v>131.65</c:v>
                </c:pt>
                <c:pt idx="3132">
                  <c:v>132.13</c:v>
                </c:pt>
                <c:pt idx="3133">
                  <c:v>131.80000000000001</c:v>
                </c:pt>
                <c:pt idx="3134">
                  <c:v>131.04</c:v>
                </c:pt>
                <c:pt idx="3135">
                  <c:v>131.09</c:v>
                </c:pt>
                <c:pt idx="3136">
                  <c:v>132.86000000000001</c:v>
                </c:pt>
                <c:pt idx="3137">
                  <c:v>133.15</c:v>
                </c:pt>
                <c:pt idx="3138">
                  <c:v>132.38999999999999</c:v>
                </c:pt>
                <c:pt idx="3139">
                  <c:v>132.22</c:v>
                </c:pt>
                <c:pt idx="3140">
                  <c:v>132.05000000000001</c:v>
                </c:pt>
                <c:pt idx="3141">
                  <c:v>131.13999999999999</c:v>
                </c:pt>
                <c:pt idx="3142">
                  <c:v>132.07</c:v>
                </c:pt>
                <c:pt idx="3143">
                  <c:v>132.54</c:v>
                </c:pt>
                <c:pt idx="3144">
                  <c:v>132.57</c:v>
                </c:pt>
                <c:pt idx="3145">
                  <c:v>132.72</c:v>
                </c:pt>
                <c:pt idx="3146">
                  <c:v>133.87</c:v>
                </c:pt>
                <c:pt idx="3147">
                  <c:v>134.57</c:v>
                </c:pt>
                <c:pt idx="3148">
                  <c:v>134.69</c:v>
                </c:pt>
                <c:pt idx="3149">
                  <c:v>134.47</c:v>
                </c:pt>
                <c:pt idx="3150">
                  <c:v>133.44</c:v>
                </c:pt>
                <c:pt idx="3151">
                  <c:v>133.46</c:v>
                </c:pt>
                <c:pt idx="3152">
                  <c:v>132.9</c:v>
                </c:pt>
                <c:pt idx="3153">
                  <c:v>134.68</c:v>
                </c:pt>
                <c:pt idx="3154">
                  <c:v>133.07</c:v>
                </c:pt>
                <c:pt idx="3155">
                  <c:v>132.35</c:v>
                </c:pt>
                <c:pt idx="3156">
                  <c:v>133.93</c:v>
                </c:pt>
                <c:pt idx="3157">
                  <c:v>133.69</c:v>
                </c:pt>
                <c:pt idx="3158">
                  <c:v>133.75</c:v>
                </c:pt>
                <c:pt idx="3159">
                  <c:v>134.71</c:v>
                </c:pt>
                <c:pt idx="3160">
                  <c:v>133.38</c:v>
                </c:pt>
                <c:pt idx="3161">
                  <c:v>132.63999999999999</c:v>
                </c:pt>
                <c:pt idx="3162">
                  <c:v>133.27000000000001</c:v>
                </c:pt>
                <c:pt idx="3163">
                  <c:v>132.12</c:v>
                </c:pt>
                <c:pt idx="3164">
                  <c:v>132.61000000000001</c:v>
                </c:pt>
                <c:pt idx="3165">
                  <c:v>132.71</c:v>
                </c:pt>
                <c:pt idx="3166">
                  <c:v>133.57</c:v>
                </c:pt>
                <c:pt idx="3167">
                  <c:v>133.72999999999999</c:v>
                </c:pt>
                <c:pt idx="3168">
                  <c:v>134.21</c:v>
                </c:pt>
                <c:pt idx="3169">
                  <c:v>134.15</c:v>
                </c:pt>
                <c:pt idx="3170">
                  <c:v>133.86000000000001</c:v>
                </c:pt>
                <c:pt idx="3171">
                  <c:v>134.68</c:v>
                </c:pt>
                <c:pt idx="3172">
                  <c:v>134.28</c:v>
                </c:pt>
                <c:pt idx="3173">
                  <c:v>133.36000000000001</c:v>
                </c:pt>
                <c:pt idx="3174">
                  <c:v>133.46</c:v>
                </c:pt>
                <c:pt idx="3175">
                  <c:v>132.22</c:v>
                </c:pt>
                <c:pt idx="3176">
                  <c:v>132.24</c:v>
                </c:pt>
                <c:pt idx="3177">
                  <c:v>130.66999999999999</c:v>
                </c:pt>
                <c:pt idx="3178">
                  <c:v>127.56</c:v>
                </c:pt>
                <c:pt idx="3179">
                  <c:v>128.65</c:v>
                </c:pt>
                <c:pt idx="3180">
                  <c:v>128.37</c:v>
                </c:pt>
                <c:pt idx="3181">
                  <c:v>129.04</c:v>
                </c:pt>
                <c:pt idx="3182">
                  <c:v>129.47</c:v>
                </c:pt>
                <c:pt idx="3183">
                  <c:v>129.16</c:v>
                </c:pt>
                <c:pt idx="3184">
                  <c:v>129</c:v>
                </c:pt>
                <c:pt idx="3185">
                  <c:v>131.33000000000001</c:v>
                </c:pt>
                <c:pt idx="3186">
                  <c:v>132.08000000000001</c:v>
                </c:pt>
                <c:pt idx="3187">
                  <c:v>131.4</c:v>
                </c:pt>
                <c:pt idx="3188">
                  <c:v>132.07</c:v>
                </c:pt>
                <c:pt idx="3189">
                  <c:v>132.88</c:v>
                </c:pt>
                <c:pt idx="3190">
                  <c:v>133.37</c:v>
                </c:pt>
                <c:pt idx="3191">
                  <c:v>133.04</c:v>
                </c:pt>
                <c:pt idx="3192">
                  <c:v>132.63999999999999</c:v>
                </c:pt>
                <c:pt idx="3193">
                  <c:v>132.76</c:v>
                </c:pt>
                <c:pt idx="3194">
                  <c:v>132.72999999999999</c:v>
                </c:pt>
                <c:pt idx="3195">
                  <c:v>133.47999999999999</c:v>
                </c:pt>
                <c:pt idx="3196">
                  <c:v>133.21</c:v>
                </c:pt>
                <c:pt idx="3197">
                  <c:v>132.74</c:v>
                </c:pt>
                <c:pt idx="3198">
                  <c:v>132.33000000000001</c:v>
                </c:pt>
                <c:pt idx="3199">
                  <c:v>131.58000000000001</c:v>
                </c:pt>
                <c:pt idx="3200">
                  <c:v>131.68</c:v>
                </c:pt>
                <c:pt idx="3201">
                  <c:v>130.88</c:v>
                </c:pt>
                <c:pt idx="3202">
                  <c:v>130.72</c:v>
                </c:pt>
                <c:pt idx="3203">
                  <c:v>131.49</c:v>
                </c:pt>
                <c:pt idx="3204">
                  <c:v>131.96</c:v>
                </c:pt>
                <c:pt idx="3205">
                  <c:v>132.16999999999999</c:v>
                </c:pt>
                <c:pt idx="3206">
                  <c:v>131.19999999999999</c:v>
                </c:pt>
                <c:pt idx="3207">
                  <c:v>130.71</c:v>
                </c:pt>
                <c:pt idx="3208">
                  <c:v>130.03</c:v>
                </c:pt>
                <c:pt idx="3209">
                  <c:v>130.36000000000001</c:v>
                </c:pt>
                <c:pt idx="3210">
                  <c:v>130.01</c:v>
                </c:pt>
                <c:pt idx="3211">
                  <c:v>130.22</c:v>
                </c:pt>
                <c:pt idx="3212">
                  <c:v>129.61000000000001</c:v>
                </c:pt>
                <c:pt idx="3213">
                  <c:v>128.66</c:v>
                </c:pt>
                <c:pt idx="3214">
                  <c:v>127.87</c:v>
                </c:pt>
                <c:pt idx="3215">
                  <c:v>127.97</c:v>
                </c:pt>
                <c:pt idx="3216">
                  <c:v>128.54</c:v>
                </c:pt>
                <c:pt idx="3217">
                  <c:v>127.41</c:v>
                </c:pt>
                <c:pt idx="3218">
                  <c:v>127.91</c:v>
                </c:pt>
                <c:pt idx="3219">
                  <c:v>127.01</c:v>
                </c:pt>
                <c:pt idx="3220">
                  <c:v>127.19</c:v>
                </c:pt>
                <c:pt idx="3221">
                  <c:v>128.07</c:v>
                </c:pt>
                <c:pt idx="3222">
                  <c:v>128.87</c:v>
                </c:pt>
                <c:pt idx="3223">
                  <c:v>128.34</c:v>
                </c:pt>
                <c:pt idx="3224">
                  <c:v>127.59</c:v>
                </c:pt>
                <c:pt idx="3225">
                  <c:v>127.79</c:v>
                </c:pt>
                <c:pt idx="3226">
                  <c:v>128.49</c:v>
                </c:pt>
                <c:pt idx="3227">
                  <c:v>127.67</c:v>
                </c:pt>
                <c:pt idx="3228">
                  <c:v>128.13</c:v>
                </c:pt>
                <c:pt idx="3229">
                  <c:v>125.98</c:v>
                </c:pt>
                <c:pt idx="3230">
                  <c:v>125.32</c:v>
                </c:pt>
                <c:pt idx="3231">
                  <c:v>124.2</c:v>
                </c:pt>
                <c:pt idx="3232">
                  <c:v>124.19</c:v>
                </c:pt>
                <c:pt idx="3233">
                  <c:v>125.11</c:v>
                </c:pt>
                <c:pt idx="3234">
                  <c:v>124.73</c:v>
                </c:pt>
                <c:pt idx="3235">
                  <c:v>124.81</c:v>
                </c:pt>
                <c:pt idx="3236">
                  <c:v>124.57</c:v>
                </c:pt>
                <c:pt idx="3237">
                  <c:v>124.36</c:v>
                </c:pt>
                <c:pt idx="3238">
                  <c:v>123.35</c:v>
                </c:pt>
                <c:pt idx="3239">
                  <c:v>124.22</c:v>
                </c:pt>
                <c:pt idx="3240">
                  <c:v>123.58</c:v>
                </c:pt>
                <c:pt idx="3241">
                  <c:v>124.14</c:v>
                </c:pt>
                <c:pt idx="3242">
                  <c:v>124.36</c:v>
                </c:pt>
                <c:pt idx="3243">
                  <c:v>124.13</c:v>
                </c:pt>
                <c:pt idx="3244">
                  <c:v>124.33</c:v>
                </c:pt>
                <c:pt idx="3245">
                  <c:v>124.75</c:v>
                </c:pt>
                <c:pt idx="3246">
                  <c:v>125.32</c:v>
                </c:pt>
                <c:pt idx="3247">
                  <c:v>125.7</c:v>
                </c:pt>
                <c:pt idx="3248">
                  <c:v>124.9</c:v>
                </c:pt>
                <c:pt idx="3249">
                  <c:v>124.13</c:v>
                </c:pt>
                <c:pt idx="3250">
                  <c:v>124.28</c:v>
                </c:pt>
                <c:pt idx="3251">
                  <c:v>124.34</c:v>
                </c:pt>
                <c:pt idx="3252">
                  <c:v>123.84</c:v>
                </c:pt>
                <c:pt idx="3253">
                  <c:v>123.53</c:v>
                </c:pt>
                <c:pt idx="3254">
                  <c:v>121.11</c:v>
                </c:pt>
                <c:pt idx="3255">
                  <c:v>121.71</c:v>
                </c:pt>
                <c:pt idx="3256">
                  <c:v>121.33</c:v>
                </c:pt>
                <c:pt idx="3257">
                  <c:v>120.05</c:v>
                </c:pt>
                <c:pt idx="3258">
                  <c:v>119.64</c:v>
                </c:pt>
                <c:pt idx="3259">
                  <c:v>119.47</c:v>
                </c:pt>
                <c:pt idx="3260">
                  <c:v>119.73</c:v>
                </c:pt>
                <c:pt idx="3261">
                  <c:v>119.85</c:v>
                </c:pt>
                <c:pt idx="3262">
                  <c:v>119.78</c:v>
                </c:pt>
                <c:pt idx="3263">
                  <c:v>120.08</c:v>
                </c:pt>
                <c:pt idx="3264">
                  <c:v>120.43</c:v>
                </c:pt>
                <c:pt idx="3265">
                  <c:v>118.43</c:v>
                </c:pt>
                <c:pt idx="3266">
                  <c:v>118.1</c:v>
                </c:pt>
                <c:pt idx="3267">
                  <c:v>117.66</c:v>
                </c:pt>
                <c:pt idx="3268">
                  <c:v>117.12</c:v>
                </c:pt>
                <c:pt idx="3269">
                  <c:v>116.88</c:v>
                </c:pt>
                <c:pt idx="3270">
                  <c:v>116.35</c:v>
                </c:pt>
                <c:pt idx="3271">
                  <c:v>115.81</c:v>
                </c:pt>
                <c:pt idx="3272">
                  <c:v>116.33</c:v>
                </c:pt>
                <c:pt idx="3273">
                  <c:v>116.5</c:v>
                </c:pt>
                <c:pt idx="3274">
                  <c:v>115.88</c:v>
                </c:pt>
                <c:pt idx="3275">
                  <c:v>116.21</c:v>
                </c:pt>
                <c:pt idx="3276">
                  <c:v>117.54</c:v>
                </c:pt>
                <c:pt idx="3277">
                  <c:v>116.64</c:v>
                </c:pt>
                <c:pt idx="3278">
                  <c:v>116.47</c:v>
                </c:pt>
                <c:pt idx="3279">
                  <c:v>118.8</c:v>
                </c:pt>
                <c:pt idx="3280">
                  <c:v>119.63</c:v>
                </c:pt>
                <c:pt idx="3281">
                  <c:v>120.23</c:v>
                </c:pt>
                <c:pt idx="3282">
                  <c:v>119.85</c:v>
                </c:pt>
                <c:pt idx="3283">
                  <c:v>119.21</c:v>
                </c:pt>
                <c:pt idx="3284">
                  <c:v>118.85</c:v>
                </c:pt>
                <c:pt idx="3285">
                  <c:v>119.69</c:v>
                </c:pt>
                <c:pt idx="3286">
                  <c:v>120.77</c:v>
                </c:pt>
                <c:pt idx="3287">
                  <c:v>120.17</c:v>
                </c:pt>
                <c:pt idx="3288">
                  <c:v>120.99</c:v>
                </c:pt>
                <c:pt idx="3289">
                  <c:v>120.16</c:v>
                </c:pt>
                <c:pt idx="3290">
                  <c:v>118.98</c:v>
                </c:pt>
                <c:pt idx="3291">
                  <c:v>118.37</c:v>
                </c:pt>
                <c:pt idx="3292">
                  <c:v>117.39</c:v>
                </c:pt>
                <c:pt idx="3293">
                  <c:v>117.39</c:v>
                </c:pt>
                <c:pt idx="3294">
                  <c:v>117.65</c:v>
                </c:pt>
                <c:pt idx="3295">
                  <c:v>118.68</c:v>
                </c:pt>
                <c:pt idx="3296">
                  <c:v>118.8</c:v>
                </c:pt>
                <c:pt idx="3297">
                  <c:v>118.51</c:v>
                </c:pt>
                <c:pt idx="3298">
                  <c:v>119.88</c:v>
                </c:pt>
                <c:pt idx="3299">
                  <c:v>119.65</c:v>
                </c:pt>
                <c:pt idx="3300">
                  <c:v>119.74</c:v>
                </c:pt>
                <c:pt idx="3301">
                  <c:v>118.22</c:v>
                </c:pt>
                <c:pt idx="3302">
                  <c:v>118.88</c:v>
                </c:pt>
                <c:pt idx="3303">
                  <c:v>118.28</c:v>
                </c:pt>
                <c:pt idx="3304">
                  <c:v>118.46</c:v>
                </c:pt>
                <c:pt idx="3305">
                  <c:v>118.13</c:v>
                </c:pt>
                <c:pt idx="3306">
                  <c:v>116.95</c:v>
                </c:pt>
                <c:pt idx="3307">
                  <c:v>118.02</c:v>
                </c:pt>
                <c:pt idx="3308">
                  <c:v>118.31</c:v>
                </c:pt>
                <c:pt idx="3309">
                  <c:v>118.54</c:v>
                </c:pt>
                <c:pt idx="3310">
                  <c:v>118.91</c:v>
                </c:pt>
                <c:pt idx="3311">
                  <c:v>119.84</c:v>
                </c:pt>
                <c:pt idx="3312">
                  <c:v>120.31</c:v>
                </c:pt>
                <c:pt idx="3313">
                  <c:v>120.14</c:v>
                </c:pt>
                <c:pt idx="3314">
                  <c:v>121.7</c:v>
                </c:pt>
                <c:pt idx="3315">
                  <c:v>122.25</c:v>
                </c:pt>
                <c:pt idx="3316">
                  <c:v>122.04</c:v>
                </c:pt>
                <c:pt idx="3317">
                  <c:v>121.51</c:v>
                </c:pt>
                <c:pt idx="3318">
                  <c:v>121.32</c:v>
                </c:pt>
                <c:pt idx="3319">
                  <c:v>123.4</c:v>
                </c:pt>
                <c:pt idx="3320">
                  <c:v>123.91</c:v>
                </c:pt>
                <c:pt idx="3321">
                  <c:v>123.31</c:v>
                </c:pt>
                <c:pt idx="3322">
                  <c:v>122.87</c:v>
                </c:pt>
                <c:pt idx="3323">
                  <c:v>122.06</c:v>
                </c:pt>
                <c:pt idx="3324">
                  <c:v>122.52</c:v>
                </c:pt>
                <c:pt idx="3325">
                  <c:v>121.81</c:v>
                </c:pt>
                <c:pt idx="3326">
                  <c:v>122.63</c:v>
                </c:pt>
                <c:pt idx="3327">
                  <c:v>122.88</c:v>
                </c:pt>
                <c:pt idx="3328">
                  <c:v>122.61</c:v>
                </c:pt>
                <c:pt idx="3329">
                  <c:v>123.29</c:v>
                </c:pt>
                <c:pt idx="3330">
                  <c:v>124.35</c:v>
                </c:pt>
                <c:pt idx="3331">
                  <c:v>124.3</c:v>
                </c:pt>
                <c:pt idx="3332">
                  <c:v>123.28</c:v>
                </c:pt>
                <c:pt idx="3333">
                  <c:v>123.64</c:v>
                </c:pt>
                <c:pt idx="3334">
                  <c:v>124.05</c:v>
                </c:pt>
                <c:pt idx="3335">
                  <c:v>124.33</c:v>
                </c:pt>
                <c:pt idx="3336">
                  <c:v>124.68</c:v>
                </c:pt>
                <c:pt idx="3337">
                  <c:v>124.51</c:v>
                </c:pt>
                <c:pt idx="3338">
                  <c:v>125.12</c:v>
                </c:pt>
                <c:pt idx="3339">
                  <c:v>125.51</c:v>
                </c:pt>
                <c:pt idx="3340">
                  <c:v>124.91</c:v>
                </c:pt>
                <c:pt idx="3341">
                  <c:v>125.15</c:v>
                </c:pt>
                <c:pt idx="3342">
                  <c:v>124.6</c:v>
                </c:pt>
                <c:pt idx="3343">
                  <c:v>124.44</c:v>
                </c:pt>
                <c:pt idx="3344">
                  <c:v>124.33</c:v>
                </c:pt>
                <c:pt idx="3345">
                  <c:v>123.53</c:v>
                </c:pt>
                <c:pt idx="3346">
                  <c:v>123.07</c:v>
                </c:pt>
                <c:pt idx="3347">
                  <c:v>122.93</c:v>
                </c:pt>
                <c:pt idx="3348">
                  <c:v>122.48</c:v>
                </c:pt>
                <c:pt idx="3349">
                  <c:v>122.17</c:v>
                </c:pt>
                <c:pt idx="3350">
                  <c:v>122.19</c:v>
                </c:pt>
                <c:pt idx="3351">
                  <c:v>121.87</c:v>
                </c:pt>
                <c:pt idx="3352">
                  <c:v>121.72</c:v>
                </c:pt>
                <c:pt idx="3353">
                  <c:v>121.15</c:v>
                </c:pt>
                <c:pt idx="3354">
                  <c:v>119.84</c:v>
                </c:pt>
                <c:pt idx="3355">
                  <c:v>119.67</c:v>
                </c:pt>
                <c:pt idx="3356">
                  <c:v>119.6</c:v>
                </c:pt>
                <c:pt idx="3357">
                  <c:v>120.08</c:v>
                </c:pt>
                <c:pt idx="3358">
                  <c:v>120.43</c:v>
                </c:pt>
                <c:pt idx="3359">
                  <c:v>120.49</c:v>
                </c:pt>
                <c:pt idx="3360">
                  <c:v>121.07</c:v>
                </c:pt>
                <c:pt idx="3361">
                  <c:v>122.29</c:v>
                </c:pt>
                <c:pt idx="3362">
                  <c:v>122.73</c:v>
                </c:pt>
                <c:pt idx="3363">
                  <c:v>122.62</c:v>
                </c:pt>
                <c:pt idx="3364">
                  <c:v>122.81</c:v>
                </c:pt>
                <c:pt idx="3365">
                  <c:v>122.14</c:v>
                </c:pt>
                <c:pt idx="3366">
                  <c:v>121.6</c:v>
                </c:pt>
                <c:pt idx="3367">
                  <c:v>122.32</c:v>
                </c:pt>
                <c:pt idx="3368">
                  <c:v>122.29</c:v>
                </c:pt>
                <c:pt idx="3369">
                  <c:v>122.55</c:v>
                </c:pt>
                <c:pt idx="3370">
                  <c:v>124.45</c:v>
                </c:pt>
                <c:pt idx="3371">
                  <c:v>124.35</c:v>
                </c:pt>
                <c:pt idx="3372">
                  <c:v>124.56</c:v>
                </c:pt>
                <c:pt idx="3373">
                  <c:v>124.92</c:v>
                </c:pt>
                <c:pt idx="3374">
                  <c:v>123.51</c:v>
                </c:pt>
                <c:pt idx="3375">
                  <c:v>123.36</c:v>
                </c:pt>
                <c:pt idx="3376">
                  <c:v>123.77</c:v>
                </c:pt>
                <c:pt idx="3377">
                  <c:v>123.64</c:v>
                </c:pt>
                <c:pt idx="3378">
                  <c:v>122.7</c:v>
                </c:pt>
                <c:pt idx="3379">
                  <c:v>120.5</c:v>
                </c:pt>
                <c:pt idx="3380">
                  <c:v>121.38</c:v>
                </c:pt>
                <c:pt idx="3381">
                  <c:v>121.29</c:v>
                </c:pt>
                <c:pt idx="3382">
                  <c:v>121.02</c:v>
                </c:pt>
                <c:pt idx="3383">
                  <c:v>120.6</c:v>
                </c:pt>
                <c:pt idx="3384">
                  <c:v>120.39</c:v>
                </c:pt>
                <c:pt idx="3385">
                  <c:v>120.46</c:v>
                </c:pt>
                <c:pt idx="3386">
                  <c:v>120.29</c:v>
                </c:pt>
                <c:pt idx="3387">
                  <c:v>120.29</c:v>
                </c:pt>
                <c:pt idx="3388">
                  <c:v>119.96</c:v>
                </c:pt>
                <c:pt idx="3389">
                  <c:v>119.88</c:v>
                </c:pt>
                <c:pt idx="3390">
                  <c:v>118.52</c:v>
                </c:pt>
                <c:pt idx="3391">
                  <c:v>118.79</c:v>
                </c:pt>
                <c:pt idx="3392">
                  <c:v>118.79</c:v>
                </c:pt>
                <c:pt idx="3393">
                  <c:v>120.08</c:v>
                </c:pt>
                <c:pt idx="3394">
                  <c:v>119.63</c:v>
                </c:pt>
                <c:pt idx="3395">
                  <c:v>119.21</c:v>
                </c:pt>
                <c:pt idx="3396">
                  <c:v>120.48</c:v>
                </c:pt>
                <c:pt idx="3397">
                  <c:v>119.14</c:v>
                </c:pt>
                <c:pt idx="3398">
                  <c:v>119.37</c:v>
                </c:pt>
                <c:pt idx="3399">
                  <c:v>119.32</c:v>
                </c:pt>
                <c:pt idx="3400">
                  <c:v>118.99</c:v>
                </c:pt>
                <c:pt idx="3401">
                  <c:v>118.15</c:v>
                </c:pt>
                <c:pt idx="3402">
                  <c:v>118.1</c:v>
                </c:pt>
                <c:pt idx="3403">
                  <c:v>117.81</c:v>
                </c:pt>
                <c:pt idx="3404">
                  <c:v>117.83</c:v>
                </c:pt>
                <c:pt idx="3405">
                  <c:v>118.03</c:v>
                </c:pt>
                <c:pt idx="3406">
                  <c:v>118.16</c:v>
                </c:pt>
                <c:pt idx="3407">
                  <c:v>118.28</c:v>
                </c:pt>
                <c:pt idx="3408">
                  <c:v>118.12</c:v>
                </c:pt>
                <c:pt idx="3409">
                  <c:v>117.82</c:v>
                </c:pt>
                <c:pt idx="3410">
                  <c:v>118.56</c:v>
                </c:pt>
                <c:pt idx="3411">
                  <c:v>118.77</c:v>
                </c:pt>
                <c:pt idx="3412">
                  <c:v>118.36</c:v>
                </c:pt>
                <c:pt idx="3413">
                  <c:v>118.96</c:v>
                </c:pt>
                <c:pt idx="3414">
                  <c:v>119.87</c:v>
                </c:pt>
                <c:pt idx="3415">
                  <c:v>120.29</c:v>
                </c:pt>
                <c:pt idx="3416">
                  <c:v>119.66</c:v>
                </c:pt>
                <c:pt idx="3417">
                  <c:v>120.06</c:v>
                </c:pt>
                <c:pt idx="3418">
                  <c:v>119.8</c:v>
                </c:pt>
                <c:pt idx="3419">
                  <c:v>120.27</c:v>
                </c:pt>
                <c:pt idx="3420">
                  <c:v>121.31</c:v>
                </c:pt>
                <c:pt idx="3421">
                  <c:v>121.08</c:v>
                </c:pt>
                <c:pt idx="3422">
                  <c:v>121.45</c:v>
                </c:pt>
                <c:pt idx="3423">
                  <c:v>120.56</c:v>
                </c:pt>
                <c:pt idx="3424">
                  <c:v>120.47</c:v>
                </c:pt>
                <c:pt idx="3425">
                  <c:v>120.34</c:v>
                </c:pt>
                <c:pt idx="3426">
                  <c:v>119.1</c:v>
                </c:pt>
                <c:pt idx="3427">
                  <c:v>118.73</c:v>
                </c:pt>
                <c:pt idx="3428">
                  <c:v>118.34</c:v>
                </c:pt>
                <c:pt idx="3429">
                  <c:v>118.7</c:v>
                </c:pt>
                <c:pt idx="3430">
                  <c:v>117.84</c:v>
                </c:pt>
                <c:pt idx="3431">
                  <c:v>117.35</c:v>
                </c:pt>
                <c:pt idx="3432">
                  <c:v>117.17</c:v>
                </c:pt>
                <c:pt idx="3433">
                  <c:v>117.75</c:v>
                </c:pt>
                <c:pt idx="3434">
                  <c:v>118.1</c:v>
                </c:pt>
                <c:pt idx="3435">
                  <c:v>117.63</c:v>
                </c:pt>
                <c:pt idx="3436">
                  <c:v>117.65</c:v>
                </c:pt>
                <c:pt idx="3437">
                  <c:v>117.28</c:v>
                </c:pt>
                <c:pt idx="3438">
                  <c:v>117.4</c:v>
                </c:pt>
                <c:pt idx="3439">
                  <c:v>117.11</c:v>
                </c:pt>
                <c:pt idx="3440">
                  <c:v>116.84</c:v>
                </c:pt>
                <c:pt idx="3441">
                  <c:v>117.14</c:v>
                </c:pt>
                <c:pt idx="3442">
                  <c:v>117.38</c:v>
                </c:pt>
                <c:pt idx="3443">
                  <c:v>118.55</c:v>
                </c:pt>
                <c:pt idx="3444">
                  <c:v>118.32</c:v>
                </c:pt>
                <c:pt idx="3445">
                  <c:v>118.51</c:v>
                </c:pt>
                <c:pt idx="3446">
                  <c:v>118.87</c:v>
                </c:pt>
                <c:pt idx="3447">
                  <c:v>120.44</c:v>
                </c:pt>
                <c:pt idx="3448">
                  <c:v>120.32</c:v>
                </c:pt>
                <c:pt idx="3449">
                  <c:v>121.69</c:v>
                </c:pt>
                <c:pt idx="3450">
                  <c:v>120.74</c:v>
                </c:pt>
                <c:pt idx="3451">
                  <c:v>120.07</c:v>
                </c:pt>
                <c:pt idx="3452">
                  <c:v>119.94</c:v>
                </c:pt>
                <c:pt idx="3453">
                  <c:v>119.97</c:v>
                </c:pt>
                <c:pt idx="3454">
                  <c:v>119.89</c:v>
                </c:pt>
                <c:pt idx="3455">
                  <c:v>118.09</c:v>
                </c:pt>
                <c:pt idx="3456">
                  <c:v>117.92</c:v>
                </c:pt>
                <c:pt idx="3457">
                  <c:v>118.96</c:v>
                </c:pt>
                <c:pt idx="3458">
                  <c:v>119.37</c:v>
                </c:pt>
                <c:pt idx="3459">
                  <c:v>120</c:v>
                </c:pt>
                <c:pt idx="3460">
                  <c:v>119.73</c:v>
                </c:pt>
                <c:pt idx="3461">
                  <c:v>119.88</c:v>
                </c:pt>
                <c:pt idx="3462">
                  <c:v>120.09</c:v>
                </c:pt>
                <c:pt idx="3463">
                  <c:v>119.67</c:v>
                </c:pt>
                <c:pt idx="3464">
                  <c:v>120.55</c:v>
                </c:pt>
                <c:pt idx="3465">
                  <c:v>120.33</c:v>
                </c:pt>
                <c:pt idx="3466">
                  <c:v>120.32</c:v>
                </c:pt>
                <c:pt idx="3467">
                  <c:v>119.6</c:v>
                </c:pt>
                <c:pt idx="3468">
                  <c:v>119.65</c:v>
                </c:pt>
                <c:pt idx="3469">
                  <c:v>119.77</c:v>
                </c:pt>
                <c:pt idx="3470">
                  <c:v>120.51</c:v>
                </c:pt>
                <c:pt idx="3471">
                  <c:v>119.95</c:v>
                </c:pt>
                <c:pt idx="3472">
                  <c:v>120.37</c:v>
                </c:pt>
                <c:pt idx="3473">
                  <c:v>120.01</c:v>
                </c:pt>
                <c:pt idx="3474">
                  <c:v>120.21</c:v>
                </c:pt>
                <c:pt idx="3475">
                  <c:v>120.46</c:v>
                </c:pt>
                <c:pt idx="3476">
                  <c:v>119.77</c:v>
                </c:pt>
                <c:pt idx="3477">
                  <c:v>118.88</c:v>
                </c:pt>
                <c:pt idx="3478">
                  <c:v>118.6</c:v>
                </c:pt>
                <c:pt idx="3479">
                  <c:v>119.07</c:v>
                </c:pt>
                <c:pt idx="3480">
                  <c:v>118.55</c:v>
                </c:pt>
                <c:pt idx="3481">
                  <c:v>117.57</c:v>
                </c:pt>
                <c:pt idx="3482">
                  <c:v>116.44</c:v>
                </c:pt>
                <c:pt idx="3483">
                  <c:v>117.1</c:v>
                </c:pt>
                <c:pt idx="3484">
                  <c:v>117.4</c:v>
                </c:pt>
                <c:pt idx="3485">
                  <c:v>117.02</c:v>
                </c:pt>
                <c:pt idx="3486">
                  <c:v>116.78</c:v>
                </c:pt>
                <c:pt idx="3487">
                  <c:v>116.27</c:v>
                </c:pt>
                <c:pt idx="3488">
                  <c:v>116.54</c:v>
                </c:pt>
                <c:pt idx="3489">
                  <c:v>116.08</c:v>
                </c:pt>
                <c:pt idx="3490">
                  <c:v>117.15</c:v>
                </c:pt>
                <c:pt idx="3491">
                  <c:v>116.65</c:v>
                </c:pt>
                <c:pt idx="3492">
                  <c:v>117.61</c:v>
                </c:pt>
                <c:pt idx="3493">
                  <c:v>117.22</c:v>
                </c:pt>
                <c:pt idx="3494">
                  <c:v>116.91</c:v>
                </c:pt>
                <c:pt idx="3495">
                  <c:v>116.88</c:v>
                </c:pt>
                <c:pt idx="3496">
                  <c:v>117.27</c:v>
                </c:pt>
                <c:pt idx="3497">
                  <c:v>118.58</c:v>
                </c:pt>
                <c:pt idx="3498">
                  <c:v>118.02</c:v>
                </c:pt>
                <c:pt idx="3499">
                  <c:v>119.3</c:v>
                </c:pt>
                <c:pt idx="3500">
                  <c:v>118.59</c:v>
                </c:pt>
                <c:pt idx="3501">
                  <c:v>119.22</c:v>
                </c:pt>
                <c:pt idx="3502">
                  <c:v>118.91</c:v>
                </c:pt>
                <c:pt idx="3503">
                  <c:v>117.65</c:v>
                </c:pt>
                <c:pt idx="3504">
                  <c:v>118.66</c:v>
                </c:pt>
                <c:pt idx="3505">
                  <c:v>118.18</c:v>
                </c:pt>
                <c:pt idx="3506">
                  <c:v>117.79</c:v>
                </c:pt>
                <c:pt idx="3507">
                  <c:v>117.79</c:v>
                </c:pt>
                <c:pt idx="3508">
                  <c:v>117.69</c:v>
                </c:pt>
                <c:pt idx="3509">
                  <c:v>117.42</c:v>
                </c:pt>
                <c:pt idx="3510">
                  <c:v>117.64</c:v>
                </c:pt>
                <c:pt idx="3511">
                  <c:v>118.14</c:v>
                </c:pt>
                <c:pt idx="3512">
                  <c:v>117.84</c:v>
                </c:pt>
                <c:pt idx="3513">
                  <c:v>118.38</c:v>
                </c:pt>
                <c:pt idx="3514">
                  <c:v>118.35</c:v>
                </c:pt>
                <c:pt idx="3515">
                  <c:v>117.77</c:v>
                </c:pt>
                <c:pt idx="3516">
                  <c:v>117.86</c:v>
                </c:pt>
                <c:pt idx="3517">
                  <c:v>118.04</c:v>
                </c:pt>
                <c:pt idx="3518">
                  <c:v>119.37</c:v>
                </c:pt>
                <c:pt idx="3519">
                  <c:v>119.61</c:v>
                </c:pt>
                <c:pt idx="3520">
                  <c:v>119.8</c:v>
                </c:pt>
                <c:pt idx="3521">
                  <c:v>119.43</c:v>
                </c:pt>
                <c:pt idx="3522">
                  <c:v>118.13</c:v>
                </c:pt>
                <c:pt idx="3523">
                  <c:v>118.18</c:v>
                </c:pt>
                <c:pt idx="3524">
                  <c:v>118.14</c:v>
                </c:pt>
                <c:pt idx="3525">
                  <c:v>118.18</c:v>
                </c:pt>
                <c:pt idx="3526">
                  <c:v>118.14</c:v>
                </c:pt>
                <c:pt idx="3527">
                  <c:v>117.8</c:v>
                </c:pt>
                <c:pt idx="3528">
                  <c:v>117.69</c:v>
                </c:pt>
                <c:pt idx="3529">
                  <c:v>117.92</c:v>
                </c:pt>
                <c:pt idx="3530">
                  <c:v>117.74</c:v>
                </c:pt>
                <c:pt idx="3531">
                  <c:v>117.95</c:v>
                </c:pt>
                <c:pt idx="3532">
                  <c:v>118.1</c:v>
                </c:pt>
                <c:pt idx="3533">
                  <c:v>118.81</c:v>
                </c:pt>
                <c:pt idx="3534">
                  <c:v>118.52</c:v>
                </c:pt>
                <c:pt idx="3535">
                  <c:v>118.47</c:v>
                </c:pt>
                <c:pt idx="3536">
                  <c:v>119.16</c:v>
                </c:pt>
                <c:pt idx="3537">
                  <c:v>118.78</c:v>
                </c:pt>
                <c:pt idx="3538">
                  <c:v>118.91</c:v>
                </c:pt>
                <c:pt idx="3539">
                  <c:v>118.77</c:v>
                </c:pt>
                <c:pt idx="3540">
                  <c:v>119.43</c:v>
                </c:pt>
                <c:pt idx="3541">
                  <c:v>119.94</c:v>
                </c:pt>
                <c:pt idx="3542">
                  <c:v>120.27</c:v>
                </c:pt>
                <c:pt idx="3543">
                  <c:v>120.55</c:v>
                </c:pt>
                <c:pt idx="3544">
                  <c:v>120.12</c:v>
                </c:pt>
                <c:pt idx="3545">
                  <c:v>120.33</c:v>
                </c:pt>
                <c:pt idx="3546">
                  <c:v>119.85</c:v>
                </c:pt>
                <c:pt idx="3547">
                  <c:v>120.28</c:v>
                </c:pt>
                <c:pt idx="3548">
                  <c:v>118.96</c:v>
                </c:pt>
                <c:pt idx="3549">
                  <c:v>119.08</c:v>
                </c:pt>
                <c:pt idx="3550">
                  <c:v>118.6</c:v>
                </c:pt>
                <c:pt idx="3551">
                  <c:v>118.74</c:v>
                </c:pt>
                <c:pt idx="3552">
                  <c:v>119.15</c:v>
                </c:pt>
                <c:pt idx="3553">
                  <c:v>119.15</c:v>
                </c:pt>
                <c:pt idx="3554">
                  <c:v>119.2</c:v>
                </c:pt>
                <c:pt idx="3555">
                  <c:v>119.45</c:v>
                </c:pt>
                <c:pt idx="3556">
                  <c:v>118.37</c:v>
                </c:pt>
                <c:pt idx="3557">
                  <c:v>118.1</c:v>
                </c:pt>
                <c:pt idx="3558">
                  <c:v>117.81</c:v>
                </c:pt>
                <c:pt idx="3559">
                  <c:v>117.55</c:v>
                </c:pt>
                <c:pt idx="3560">
                  <c:v>117.32</c:v>
                </c:pt>
                <c:pt idx="3561">
                  <c:v>117.36</c:v>
                </c:pt>
                <c:pt idx="3562">
                  <c:v>117.41</c:v>
                </c:pt>
                <c:pt idx="3563">
                  <c:v>117.32</c:v>
                </c:pt>
                <c:pt idx="3564">
                  <c:v>116.92</c:v>
                </c:pt>
                <c:pt idx="3565">
                  <c:v>116.56</c:v>
                </c:pt>
                <c:pt idx="3566">
                  <c:v>116.58</c:v>
                </c:pt>
                <c:pt idx="3567">
                  <c:v>115.9</c:v>
                </c:pt>
                <c:pt idx="3568">
                  <c:v>116.73</c:v>
                </c:pt>
                <c:pt idx="3569">
                  <c:v>116.83</c:v>
                </c:pt>
                <c:pt idx="3570">
                  <c:v>116.84</c:v>
                </c:pt>
                <c:pt idx="3571">
                  <c:v>116.86</c:v>
                </c:pt>
                <c:pt idx="3572">
                  <c:v>117.09</c:v>
                </c:pt>
                <c:pt idx="3573">
                  <c:v>117.11</c:v>
                </c:pt>
                <c:pt idx="3574">
                  <c:v>117.29</c:v>
                </c:pt>
                <c:pt idx="3575">
                  <c:v>117.48</c:v>
                </c:pt>
                <c:pt idx="3576">
                  <c:v>116.19</c:v>
                </c:pt>
                <c:pt idx="3577">
                  <c:v>116.03</c:v>
                </c:pt>
                <c:pt idx="3578">
                  <c:v>115.25</c:v>
                </c:pt>
                <c:pt idx="3579">
                  <c:v>113.99</c:v>
                </c:pt>
                <c:pt idx="3580">
                  <c:v>112.21</c:v>
                </c:pt>
                <c:pt idx="3581">
                  <c:v>112.29</c:v>
                </c:pt>
                <c:pt idx="3582">
                  <c:v>111.73</c:v>
                </c:pt>
                <c:pt idx="3583">
                  <c:v>112.23</c:v>
                </c:pt>
                <c:pt idx="3584">
                  <c:v>111.73</c:v>
                </c:pt>
                <c:pt idx="3585">
                  <c:v>110.78</c:v>
                </c:pt>
                <c:pt idx="3586">
                  <c:v>111.5</c:v>
                </c:pt>
                <c:pt idx="3587">
                  <c:v>110.67</c:v>
                </c:pt>
                <c:pt idx="3588">
                  <c:v>110.71</c:v>
                </c:pt>
                <c:pt idx="3589">
                  <c:v>110.93</c:v>
                </c:pt>
                <c:pt idx="3590">
                  <c:v>110.99</c:v>
                </c:pt>
                <c:pt idx="3591">
                  <c:v>109.93</c:v>
                </c:pt>
                <c:pt idx="3592">
                  <c:v>109.61</c:v>
                </c:pt>
                <c:pt idx="3593">
                  <c:v>109.08</c:v>
                </c:pt>
                <c:pt idx="3594">
                  <c:v>108.66</c:v>
                </c:pt>
                <c:pt idx="3595">
                  <c:v>108.93</c:v>
                </c:pt>
                <c:pt idx="3596">
                  <c:v>108.87</c:v>
                </c:pt>
                <c:pt idx="3597">
                  <c:v>109.54</c:v>
                </c:pt>
                <c:pt idx="3598">
                  <c:v>109.97</c:v>
                </c:pt>
                <c:pt idx="3599">
                  <c:v>109.38</c:v>
                </c:pt>
                <c:pt idx="3600">
                  <c:v>110.38</c:v>
                </c:pt>
                <c:pt idx="3601">
                  <c:v>109.49</c:v>
                </c:pt>
                <c:pt idx="3602">
                  <c:v>108.99</c:v>
                </c:pt>
                <c:pt idx="3603">
                  <c:v>109.51</c:v>
                </c:pt>
                <c:pt idx="3604">
                  <c:v>109.25</c:v>
                </c:pt>
                <c:pt idx="3605">
                  <c:v>108.53</c:v>
                </c:pt>
                <c:pt idx="3606">
                  <c:v>108.28</c:v>
                </c:pt>
                <c:pt idx="3607">
                  <c:v>108.32</c:v>
                </c:pt>
                <c:pt idx="3608">
                  <c:v>108.74</c:v>
                </c:pt>
                <c:pt idx="3609">
                  <c:v>109.94</c:v>
                </c:pt>
                <c:pt idx="3610">
                  <c:v>110.96</c:v>
                </c:pt>
                <c:pt idx="3611">
                  <c:v>109.56</c:v>
                </c:pt>
                <c:pt idx="3612">
                  <c:v>109.89</c:v>
                </c:pt>
                <c:pt idx="3613">
                  <c:v>110.24</c:v>
                </c:pt>
                <c:pt idx="3614">
                  <c:v>109.39</c:v>
                </c:pt>
                <c:pt idx="3615">
                  <c:v>108.84</c:v>
                </c:pt>
                <c:pt idx="3616">
                  <c:v>108.71</c:v>
                </c:pt>
                <c:pt idx="3617">
                  <c:v>108.87</c:v>
                </c:pt>
                <c:pt idx="3618">
                  <c:v>108.11</c:v>
                </c:pt>
                <c:pt idx="3619">
                  <c:v>108.35</c:v>
                </c:pt>
                <c:pt idx="3620">
                  <c:v>108.92</c:v>
                </c:pt>
                <c:pt idx="3621">
                  <c:v>107.95</c:v>
                </c:pt>
                <c:pt idx="3622">
                  <c:v>109.32</c:v>
                </c:pt>
                <c:pt idx="3623">
                  <c:v>109.03</c:v>
                </c:pt>
                <c:pt idx="3624">
                  <c:v>108.77</c:v>
                </c:pt>
                <c:pt idx="3625">
                  <c:v>109.35</c:v>
                </c:pt>
                <c:pt idx="3626">
                  <c:v>109.4</c:v>
                </c:pt>
                <c:pt idx="3627">
                  <c:v>109.09</c:v>
                </c:pt>
                <c:pt idx="3628">
                  <c:v>109.09</c:v>
                </c:pt>
                <c:pt idx="3629">
                  <c:v>109.63</c:v>
                </c:pt>
                <c:pt idx="3630">
                  <c:v>109.41</c:v>
                </c:pt>
                <c:pt idx="3631">
                  <c:v>108.58</c:v>
                </c:pt>
                <c:pt idx="3632">
                  <c:v>108.29</c:v>
                </c:pt>
                <c:pt idx="3633">
                  <c:v>108.21</c:v>
                </c:pt>
                <c:pt idx="3634">
                  <c:v>107.69</c:v>
                </c:pt>
                <c:pt idx="3635">
                  <c:v>107.41</c:v>
                </c:pt>
                <c:pt idx="3636">
                  <c:v>107.27</c:v>
                </c:pt>
                <c:pt idx="3637">
                  <c:v>108.45</c:v>
                </c:pt>
                <c:pt idx="3638">
                  <c:v>108.03</c:v>
                </c:pt>
                <c:pt idx="3639">
                  <c:v>107.78</c:v>
                </c:pt>
                <c:pt idx="3640">
                  <c:v>107.55</c:v>
                </c:pt>
                <c:pt idx="3641">
                  <c:v>107.51</c:v>
                </c:pt>
                <c:pt idx="3642">
                  <c:v>107.41</c:v>
                </c:pt>
                <c:pt idx="3643">
                  <c:v>107.63</c:v>
                </c:pt>
                <c:pt idx="3644">
                  <c:v>107.82</c:v>
                </c:pt>
                <c:pt idx="3645">
                  <c:v>107.57</c:v>
                </c:pt>
                <c:pt idx="3646">
                  <c:v>107.43</c:v>
                </c:pt>
                <c:pt idx="3647">
                  <c:v>107.36</c:v>
                </c:pt>
                <c:pt idx="3648">
                  <c:v>107.26</c:v>
                </c:pt>
                <c:pt idx="3649">
                  <c:v>107.46</c:v>
                </c:pt>
                <c:pt idx="3650">
                  <c:v>107.03</c:v>
                </c:pt>
                <c:pt idx="3651">
                  <c:v>106.98</c:v>
                </c:pt>
                <c:pt idx="3652">
                  <c:v>107.22</c:v>
                </c:pt>
                <c:pt idx="3653">
                  <c:v>107.45</c:v>
                </c:pt>
                <c:pt idx="3654">
                  <c:v>107.06</c:v>
                </c:pt>
                <c:pt idx="3655">
                  <c:v>106.2</c:v>
                </c:pt>
                <c:pt idx="3656">
                  <c:v>106.18</c:v>
                </c:pt>
                <c:pt idx="3657">
                  <c:v>106.17</c:v>
                </c:pt>
                <c:pt idx="3658">
                  <c:v>106.2</c:v>
                </c:pt>
                <c:pt idx="3659">
                  <c:v>106.8</c:v>
                </c:pt>
                <c:pt idx="3660">
                  <c:v>106.64</c:v>
                </c:pt>
                <c:pt idx="3661">
                  <c:v>106.22</c:v>
                </c:pt>
                <c:pt idx="3662">
                  <c:v>106.17</c:v>
                </c:pt>
                <c:pt idx="3663">
                  <c:v>106.35</c:v>
                </c:pt>
                <c:pt idx="3664">
                  <c:v>106.63</c:v>
                </c:pt>
                <c:pt idx="3665">
                  <c:v>107.25</c:v>
                </c:pt>
                <c:pt idx="3666">
                  <c:v>107.06</c:v>
                </c:pt>
                <c:pt idx="3667">
                  <c:v>106.9</c:v>
                </c:pt>
                <c:pt idx="3668">
                  <c:v>106.04</c:v>
                </c:pt>
                <c:pt idx="3669">
                  <c:v>106.75</c:v>
                </c:pt>
                <c:pt idx="3670">
                  <c:v>106.39</c:v>
                </c:pt>
                <c:pt idx="3671">
                  <c:v>105.55</c:v>
                </c:pt>
                <c:pt idx="3672">
                  <c:v>106.23</c:v>
                </c:pt>
                <c:pt idx="3673">
                  <c:v>105.95</c:v>
                </c:pt>
                <c:pt idx="3674">
                  <c:v>105.71</c:v>
                </c:pt>
                <c:pt idx="3675">
                  <c:v>105.61</c:v>
                </c:pt>
                <c:pt idx="3676">
                  <c:v>105.5</c:v>
                </c:pt>
                <c:pt idx="3677">
                  <c:v>105.43</c:v>
                </c:pt>
                <c:pt idx="3678">
                  <c:v>105.84</c:v>
                </c:pt>
                <c:pt idx="3679">
                  <c:v>105.49</c:v>
                </c:pt>
                <c:pt idx="3680">
                  <c:v>105.59</c:v>
                </c:pt>
                <c:pt idx="3681">
                  <c:v>105.62</c:v>
                </c:pt>
                <c:pt idx="3682">
                  <c:v>105.47</c:v>
                </c:pt>
                <c:pt idx="3683">
                  <c:v>105.37</c:v>
                </c:pt>
                <c:pt idx="3684">
                  <c:v>105.46</c:v>
                </c:pt>
                <c:pt idx="3685">
                  <c:v>105.47</c:v>
                </c:pt>
                <c:pt idx="3686">
                  <c:v>105.67</c:v>
                </c:pt>
                <c:pt idx="3687">
                  <c:v>106.76</c:v>
                </c:pt>
                <c:pt idx="3688">
                  <c:v>107.02</c:v>
                </c:pt>
                <c:pt idx="3689">
                  <c:v>109.04</c:v>
                </c:pt>
                <c:pt idx="3690">
                  <c:v>108.38</c:v>
                </c:pt>
                <c:pt idx="3691">
                  <c:v>108.18</c:v>
                </c:pt>
                <c:pt idx="3692">
                  <c:v>108.99</c:v>
                </c:pt>
                <c:pt idx="3693">
                  <c:v>109.57</c:v>
                </c:pt>
                <c:pt idx="3694">
                  <c:v>109.11</c:v>
                </c:pt>
                <c:pt idx="3695">
                  <c:v>108.99</c:v>
                </c:pt>
                <c:pt idx="3696">
                  <c:v>110.1</c:v>
                </c:pt>
                <c:pt idx="3697">
                  <c:v>110.05</c:v>
                </c:pt>
                <c:pt idx="3698">
                  <c:v>111.12</c:v>
                </c:pt>
                <c:pt idx="3699">
                  <c:v>112.04</c:v>
                </c:pt>
                <c:pt idx="3700">
                  <c:v>111.19</c:v>
                </c:pt>
                <c:pt idx="3701">
                  <c:v>111.32</c:v>
                </c:pt>
                <c:pt idx="3702">
                  <c:v>110.91</c:v>
                </c:pt>
                <c:pt idx="3703">
                  <c:v>110.78</c:v>
                </c:pt>
                <c:pt idx="3704">
                  <c:v>110.79</c:v>
                </c:pt>
                <c:pt idx="3705">
                  <c:v>110.31</c:v>
                </c:pt>
                <c:pt idx="3706">
                  <c:v>108.77</c:v>
                </c:pt>
                <c:pt idx="3707">
                  <c:v>108.28</c:v>
                </c:pt>
                <c:pt idx="3708">
                  <c:v>106.83</c:v>
                </c:pt>
                <c:pt idx="3709">
                  <c:v>106.67</c:v>
                </c:pt>
                <c:pt idx="3710">
                  <c:v>106.88</c:v>
                </c:pt>
                <c:pt idx="3711">
                  <c:v>106.77</c:v>
                </c:pt>
                <c:pt idx="3712">
                  <c:v>106.23</c:v>
                </c:pt>
                <c:pt idx="3713">
                  <c:v>106.18</c:v>
                </c:pt>
                <c:pt idx="3714">
                  <c:v>106.01</c:v>
                </c:pt>
                <c:pt idx="3715">
                  <c:v>105.54</c:v>
                </c:pt>
                <c:pt idx="3716">
                  <c:v>105.77</c:v>
                </c:pt>
                <c:pt idx="3717">
                  <c:v>104.23</c:v>
                </c:pt>
                <c:pt idx="3718">
                  <c:v>103.68</c:v>
                </c:pt>
                <c:pt idx="3719">
                  <c:v>104.51</c:v>
                </c:pt>
                <c:pt idx="3720">
                  <c:v>104.93</c:v>
                </c:pt>
                <c:pt idx="3721">
                  <c:v>105.75</c:v>
                </c:pt>
                <c:pt idx="3722">
                  <c:v>105.23</c:v>
                </c:pt>
                <c:pt idx="3723">
                  <c:v>106.29</c:v>
                </c:pt>
                <c:pt idx="3724">
                  <c:v>106.45</c:v>
                </c:pt>
                <c:pt idx="3725">
                  <c:v>105.39</c:v>
                </c:pt>
                <c:pt idx="3726">
                  <c:v>106.59</c:v>
                </c:pt>
                <c:pt idx="3727">
                  <c:v>108.65</c:v>
                </c:pt>
                <c:pt idx="3728">
                  <c:v>108.27</c:v>
                </c:pt>
                <c:pt idx="3729">
                  <c:v>107.82</c:v>
                </c:pt>
                <c:pt idx="3730">
                  <c:v>108.44</c:v>
                </c:pt>
                <c:pt idx="3731">
                  <c:v>108.78</c:v>
                </c:pt>
                <c:pt idx="3732">
                  <c:v>109.39</c:v>
                </c:pt>
                <c:pt idx="3733">
                  <c:v>109.41</c:v>
                </c:pt>
                <c:pt idx="3734">
                  <c:v>108.97</c:v>
                </c:pt>
                <c:pt idx="3735">
                  <c:v>108.61</c:v>
                </c:pt>
                <c:pt idx="3736">
                  <c:v>109.42</c:v>
                </c:pt>
                <c:pt idx="3737">
                  <c:v>110.1</c:v>
                </c:pt>
                <c:pt idx="3738">
                  <c:v>109.89</c:v>
                </c:pt>
                <c:pt idx="3739">
                  <c:v>110.52</c:v>
                </c:pt>
                <c:pt idx="3740">
                  <c:v>110.34</c:v>
                </c:pt>
                <c:pt idx="3741">
                  <c:v>109.36</c:v>
                </c:pt>
                <c:pt idx="3742">
                  <c:v>108.7</c:v>
                </c:pt>
                <c:pt idx="3743">
                  <c:v>109.76</c:v>
                </c:pt>
                <c:pt idx="3744">
                  <c:v>112.21</c:v>
                </c:pt>
                <c:pt idx="3745">
                  <c:v>113.68</c:v>
                </c:pt>
                <c:pt idx="3746">
                  <c:v>113.16</c:v>
                </c:pt>
                <c:pt idx="3747">
                  <c:v>113</c:v>
                </c:pt>
                <c:pt idx="3748">
                  <c:v>114.52</c:v>
                </c:pt>
                <c:pt idx="3749">
                  <c:v>114.25</c:v>
                </c:pt>
                <c:pt idx="3750">
                  <c:v>114.34</c:v>
                </c:pt>
                <c:pt idx="3751">
                  <c:v>114.29</c:v>
                </c:pt>
                <c:pt idx="3752">
                  <c:v>113.12</c:v>
                </c:pt>
                <c:pt idx="3753">
                  <c:v>112.76</c:v>
                </c:pt>
                <c:pt idx="3754">
                  <c:v>112.36</c:v>
                </c:pt>
                <c:pt idx="3755">
                  <c:v>112.93</c:v>
                </c:pt>
                <c:pt idx="3756">
                  <c:v>111.72</c:v>
                </c:pt>
                <c:pt idx="3757">
                  <c:v>111.93</c:v>
                </c:pt>
                <c:pt idx="3758">
                  <c:v>110.86</c:v>
                </c:pt>
                <c:pt idx="3759">
                  <c:v>110.21</c:v>
                </c:pt>
                <c:pt idx="3760">
                  <c:v>109.52</c:v>
                </c:pt>
                <c:pt idx="3761">
                  <c:v>110.63</c:v>
                </c:pt>
                <c:pt idx="3762">
                  <c:v>109.9</c:v>
                </c:pt>
                <c:pt idx="3763">
                  <c:v>110.82</c:v>
                </c:pt>
                <c:pt idx="3764">
                  <c:v>111.19</c:v>
                </c:pt>
                <c:pt idx="3765">
                  <c:v>109.56</c:v>
                </c:pt>
                <c:pt idx="3766">
                  <c:v>109.65</c:v>
                </c:pt>
                <c:pt idx="3767">
                  <c:v>110.44</c:v>
                </c:pt>
                <c:pt idx="3768">
                  <c:v>109.34</c:v>
                </c:pt>
                <c:pt idx="3769">
                  <c:v>110.06</c:v>
                </c:pt>
                <c:pt idx="3770">
                  <c:v>111.04</c:v>
                </c:pt>
                <c:pt idx="3771">
                  <c:v>109.52</c:v>
                </c:pt>
                <c:pt idx="3772">
                  <c:v>110.08</c:v>
                </c:pt>
                <c:pt idx="3773">
                  <c:v>109.65</c:v>
                </c:pt>
                <c:pt idx="3774">
                  <c:v>108.86</c:v>
                </c:pt>
                <c:pt idx="3775">
                  <c:v>108.93</c:v>
                </c:pt>
                <c:pt idx="3776">
                  <c:v>109.28</c:v>
                </c:pt>
                <c:pt idx="3777">
                  <c:v>108.5</c:v>
                </c:pt>
                <c:pt idx="3778">
                  <c:v>107.14</c:v>
                </c:pt>
                <c:pt idx="3779">
                  <c:v>107.57</c:v>
                </c:pt>
                <c:pt idx="3780">
                  <c:v>107.95</c:v>
                </c:pt>
                <c:pt idx="3781">
                  <c:v>108.23</c:v>
                </c:pt>
                <c:pt idx="3782">
                  <c:v>108.77</c:v>
                </c:pt>
                <c:pt idx="3783">
                  <c:v>108.41</c:v>
                </c:pt>
                <c:pt idx="3784">
                  <c:v>108.32</c:v>
                </c:pt>
                <c:pt idx="3785">
                  <c:v>109.08</c:v>
                </c:pt>
                <c:pt idx="3786">
                  <c:v>109.5</c:v>
                </c:pt>
                <c:pt idx="3787">
                  <c:v>108.63</c:v>
                </c:pt>
                <c:pt idx="3788">
                  <c:v>109.01</c:v>
                </c:pt>
                <c:pt idx="3789">
                  <c:v>108.2</c:v>
                </c:pt>
                <c:pt idx="3790">
                  <c:v>108.27</c:v>
                </c:pt>
                <c:pt idx="3791">
                  <c:v>108.67</c:v>
                </c:pt>
                <c:pt idx="3792">
                  <c:v>109.17</c:v>
                </c:pt>
                <c:pt idx="3793">
                  <c:v>109.8</c:v>
                </c:pt>
                <c:pt idx="3794">
                  <c:v>108.71</c:v>
                </c:pt>
                <c:pt idx="3795">
                  <c:v>108.27</c:v>
                </c:pt>
                <c:pt idx="3796">
                  <c:v>108.68</c:v>
                </c:pt>
                <c:pt idx="3797">
                  <c:v>109.8</c:v>
                </c:pt>
                <c:pt idx="3798">
                  <c:v>109.79</c:v>
                </c:pt>
                <c:pt idx="3799">
                  <c:v>110.19</c:v>
                </c:pt>
                <c:pt idx="3800">
                  <c:v>109.96</c:v>
                </c:pt>
                <c:pt idx="3801">
                  <c:v>110.94</c:v>
                </c:pt>
                <c:pt idx="3802">
                  <c:v>111.65</c:v>
                </c:pt>
                <c:pt idx="3803">
                  <c:v>111.99</c:v>
                </c:pt>
                <c:pt idx="3804">
                  <c:v>111.36</c:v>
                </c:pt>
                <c:pt idx="3805">
                  <c:v>110.72</c:v>
                </c:pt>
                <c:pt idx="3806">
                  <c:v>110.56</c:v>
                </c:pt>
                <c:pt idx="3807">
                  <c:v>111.13</c:v>
                </c:pt>
                <c:pt idx="3808">
                  <c:v>111.82</c:v>
                </c:pt>
                <c:pt idx="3809">
                  <c:v>110.48</c:v>
                </c:pt>
                <c:pt idx="3810">
                  <c:v>110.62</c:v>
                </c:pt>
                <c:pt idx="3811">
                  <c:v>111.32</c:v>
                </c:pt>
                <c:pt idx="3812">
                  <c:v>110.92</c:v>
                </c:pt>
                <c:pt idx="3813">
                  <c:v>110.91</c:v>
                </c:pt>
                <c:pt idx="3814">
                  <c:v>110.7</c:v>
                </c:pt>
                <c:pt idx="3815">
                  <c:v>110.49</c:v>
                </c:pt>
                <c:pt idx="3816">
                  <c:v>110.06</c:v>
                </c:pt>
                <c:pt idx="3817">
                  <c:v>109.33</c:v>
                </c:pt>
                <c:pt idx="3818">
                  <c:v>109.36</c:v>
                </c:pt>
                <c:pt idx="3819">
                  <c:v>109.12</c:v>
                </c:pt>
                <c:pt idx="3820">
                  <c:v>109.83</c:v>
                </c:pt>
                <c:pt idx="3821">
                  <c:v>109.63</c:v>
                </c:pt>
                <c:pt idx="3822">
                  <c:v>110.19</c:v>
                </c:pt>
                <c:pt idx="3823">
                  <c:v>109.69</c:v>
                </c:pt>
                <c:pt idx="3824">
                  <c:v>109.69</c:v>
                </c:pt>
                <c:pt idx="3825">
                  <c:v>109.88</c:v>
                </c:pt>
                <c:pt idx="3826">
                  <c:v>109.17</c:v>
                </c:pt>
                <c:pt idx="3827">
                  <c:v>109.52</c:v>
                </c:pt>
                <c:pt idx="3828">
                  <c:v>109.49</c:v>
                </c:pt>
                <c:pt idx="3829">
                  <c:v>110.48</c:v>
                </c:pt>
                <c:pt idx="3830">
                  <c:v>110.15</c:v>
                </c:pt>
                <c:pt idx="3831">
                  <c:v>109.35</c:v>
                </c:pt>
                <c:pt idx="3832">
                  <c:v>109.35</c:v>
                </c:pt>
                <c:pt idx="3833">
                  <c:v>109.68</c:v>
                </c:pt>
                <c:pt idx="3834">
                  <c:v>109.67</c:v>
                </c:pt>
                <c:pt idx="3835">
                  <c:v>110.03</c:v>
                </c:pt>
                <c:pt idx="3836">
                  <c:v>109.64</c:v>
                </c:pt>
                <c:pt idx="3837">
                  <c:v>110.03</c:v>
                </c:pt>
                <c:pt idx="3838">
                  <c:v>109.59</c:v>
                </c:pt>
                <c:pt idx="3839">
                  <c:v>109.83</c:v>
                </c:pt>
                <c:pt idx="3840">
                  <c:v>109.9</c:v>
                </c:pt>
                <c:pt idx="3841">
                  <c:v>109.66</c:v>
                </c:pt>
                <c:pt idx="3842">
                  <c:v>110.61</c:v>
                </c:pt>
                <c:pt idx="3843">
                  <c:v>110.8</c:v>
                </c:pt>
                <c:pt idx="3844">
                  <c:v>110.63</c:v>
                </c:pt>
                <c:pt idx="3845">
                  <c:v>111.29</c:v>
                </c:pt>
                <c:pt idx="3846">
                  <c:v>111.38</c:v>
                </c:pt>
                <c:pt idx="3847">
                  <c:v>110.89</c:v>
                </c:pt>
                <c:pt idx="3848">
                  <c:v>110.05</c:v>
                </c:pt>
                <c:pt idx="3849">
                  <c:v>110.54</c:v>
                </c:pt>
                <c:pt idx="3850">
                  <c:v>110.98</c:v>
                </c:pt>
                <c:pt idx="3851">
                  <c:v>111.15</c:v>
                </c:pt>
                <c:pt idx="3852">
                  <c:v>111.35</c:v>
                </c:pt>
                <c:pt idx="3853">
                  <c:v>111.24</c:v>
                </c:pt>
                <c:pt idx="3854">
                  <c:v>109.53</c:v>
                </c:pt>
                <c:pt idx="3855">
                  <c:v>109.36</c:v>
                </c:pt>
                <c:pt idx="3856">
                  <c:v>109.69</c:v>
                </c:pt>
                <c:pt idx="3857">
                  <c:v>109.75</c:v>
                </c:pt>
                <c:pt idx="3858">
                  <c:v>109.67</c:v>
                </c:pt>
                <c:pt idx="3859">
                  <c:v>109.33</c:v>
                </c:pt>
                <c:pt idx="3860">
                  <c:v>109.26</c:v>
                </c:pt>
                <c:pt idx="3861">
                  <c:v>108.38</c:v>
                </c:pt>
                <c:pt idx="3862">
                  <c:v>108.24</c:v>
                </c:pt>
                <c:pt idx="3863">
                  <c:v>107.48</c:v>
                </c:pt>
                <c:pt idx="3864">
                  <c:v>107.26</c:v>
                </c:pt>
                <c:pt idx="3865">
                  <c:v>106.75</c:v>
                </c:pt>
                <c:pt idx="3866">
                  <c:v>106.73</c:v>
                </c:pt>
                <c:pt idx="3867">
                  <c:v>106.45</c:v>
                </c:pt>
                <c:pt idx="3868">
                  <c:v>106.3</c:v>
                </c:pt>
                <c:pt idx="3869">
                  <c:v>105.81</c:v>
                </c:pt>
                <c:pt idx="3870">
                  <c:v>106.47</c:v>
                </c:pt>
                <c:pt idx="3871">
                  <c:v>106.05</c:v>
                </c:pt>
                <c:pt idx="3872">
                  <c:v>106.23</c:v>
                </c:pt>
                <c:pt idx="3873">
                  <c:v>106.04</c:v>
                </c:pt>
                <c:pt idx="3874">
                  <c:v>105.58</c:v>
                </c:pt>
                <c:pt idx="3875">
                  <c:v>105.48</c:v>
                </c:pt>
                <c:pt idx="3876">
                  <c:v>105.66</c:v>
                </c:pt>
                <c:pt idx="3877">
                  <c:v>107.13</c:v>
                </c:pt>
                <c:pt idx="3878">
                  <c:v>106.62</c:v>
                </c:pt>
                <c:pt idx="3879">
                  <c:v>105.57</c:v>
                </c:pt>
                <c:pt idx="3880">
                  <c:v>105.28</c:v>
                </c:pt>
                <c:pt idx="3881">
                  <c:v>105.35</c:v>
                </c:pt>
                <c:pt idx="3882">
                  <c:v>104.04</c:v>
                </c:pt>
                <c:pt idx="3883">
                  <c:v>104.18</c:v>
                </c:pt>
                <c:pt idx="3884">
                  <c:v>103.1</c:v>
                </c:pt>
                <c:pt idx="3885">
                  <c:v>103.15</c:v>
                </c:pt>
                <c:pt idx="3886">
                  <c:v>103.32</c:v>
                </c:pt>
                <c:pt idx="3887">
                  <c:v>102.8</c:v>
                </c:pt>
                <c:pt idx="3888">
                  <c:v>102.46</c:v>
                </c:pt>
                <c:pt idx="3889">
                  <c:v>102.59</c:v>
                </c:pt>
                <c:pt idx="3890">
                  <c:v>102.86</c:v>
                </c:pt>
                <c:pt idx="3891">
                  <c:v>103.07</c:v>
                </c:pt>
                <c:pt idx="3892">
                  <c:v>102.58</c:v>
                </c:pt>
                <c:pt idx="3893">
                  <c:v>103.23</c:v>
                </c:pt>
                <c:pt idx="3894">
                  <c:v>102.09</c:v>
                </c:pt>
                <c:pt idx="3895">
                  <c:v>103.18</c:v>
                </c:pt>
                <c:pt idx="3896">
                  <c:v>102.97</c:v>
                </c:pt>
                <c:pt idx="3897">
                  <c:v>103.98</c:v>
                </c:pt>
                <c:pt idx="3898">
                  <c:v>104.67</c:v>
                </c:pt>
                <c:pt idx="3899">
                  <c:v>105.23</c:v>
                </c:pt>
                <c:pt idx="3900">
                  <c:v>104.84</c:v>
                </c:pt>
                <c:pt idx="3901">
                  <c:v>105.53</c:v>
                </c:pt>
                <c:pt idx="3902">
                  <c:v>104.24</c:v>
                </c:pt>
                <c:pt idx="3903">
                  <c:v>104.79</c:v>
                </c:pt>
                <c:pt idx="3904">
                  <c:v>104.19</c:v>
                </c:pt>
                <c:pt idx="3905">
                  <c:v>104.11</c:v>
                </c:pt>
                <c:pt idx="3906">
                  <c:v>104.36</c:v>
                </c:pt>
                <c:pt idx="3907">
                  <c:v>104.24</c:v>
                </c:pt>
                <c:pt idx="3908">
                  <c:v>103.59</c:v>
                </c:pt>
                <c:pt idx="3909">
                  <c:v>103.68</c:v>
                </c:pt>
                <c:pt idx="3910">
                  <c:v>103.07</c:v>
                </c:pt>
                <c:pt idx="3911">
                  <c:v>103.06</c:v>
                </c:pt>
                <c:pt idx="3912">
                  <c:v>103.86</c:v>
                </c:pt>
                <c:pt idx="3913">
                  <c:v>103.08</c:v>
                </c:pt>
                <c:pt idx="3914">
                  <c:v>102.63</c:v>
                </c:pt>
                <c:pt idx="3915">
                  <c:v>102.78</c:v>
                </c:pt>
                <c:pt idx="3916">
                  <c:v>104.57</c:v>
                </c:pt>
                <c:pt idx="3917">
                  <c:v>104.15</c:v>
                </c:pt>
                <c:pt idx="3918">
                  <c:v>105.02</c:v>
                </c:pt>
                <c:pt idx="3919">
                  <c:v>104.76</c:v>
                </c:pt>
                <c:pt idx="3920">
                  <c:v>104.35</c:v>
                </c:pt>
                <c:pt idx="3921">
                  <c:v>103.33</c:v>
                </c:pt>
                <c:pt idx="3922">
                  <c:v>102.45</c:v>
                </c:pt>
                <c:pt idx="3923">
                  <c:v>102.38</c:v>
                </c:pt>
                <c:pt idx="3924">
                  <c:v>102.05</c:v>
                </c:pt>
                <c:pt idx="3925">
                  <c:v>102.13</c:v>
                </c:pt>
                <c:pt idx="3926">
                  <c:v>102.27</c:v>
                </c:pt>
                <c:pt idx="3927">
                  <c:v>102.77</c:v>
                </c:pt>
                <c:pt idx="3928">
                  <c:v>103.43</c:v>
                </c:pt>
                <c:pt idx="3929">
                  <c:v>102.7</c:v>
                </c:pt>
                <c:pt idx="3930">
                  <c:v>102.62</c:v>
                </c:pt>
                <c:pt idx="3931">
                  <c:v>104.07</c:v>
                </c:pt>
                <c:pt idx="3932">
                  <c:v>103.07</c:v>
                </c:pt>
                <c:pt idx="3933">
                  <c:v>102.71</c:v>
                </c:pt>
                <c:pt idx="3934">
                  <c:v>103.28</c:v>
                </c:pt>
                <c:pt idx="3935">
                  <c:v>103.7</c:v>
                </c:pt>
                <c:pt idx="3936">
                  <c:v>103.68</c:v>
                </c:pt>
                <c:pt idx="3937">
                  <c:v>103.59</c:v>
                </c:pt>
                <c:pt idx="3938">
                  <c:v>104.47</c:v>
                </c:pt>
                <c:pt idx="3939">
                  <c:v>104.09</c:v>
                </c:pt>
                <c:pt idx="3940">
                  <c:v>104.84</c:v>
                </c:pt>
                <c:pt idx="3941">
                  <c:v>105.85</c:v>
                </c:pt>
                <c:pt idx="3942">
                  <c:v>105.63</c:v>
                </c:pt>
                <c:pt idx="3943">
                  <c:v>105.85</c:v>
                </c:pt>
                <c:pt idx="3944">
                  <c:v>105.72</c:v>
                </c:pt>
                <c:pt idx="3945">
                  <c:v>105.09</c:v>
                </c:pt>
                <c:pt idx="3946">
                  <c:v>104.42</c:v>
                </c:pt>
                <c:pt idx="3947">
                  <c:v>105.42</c:v>
                </c:pt>
                <c:pt idx="3948">
                  <c:v>105.55</c:v>
                </c:pt>
                <c:pt idx="3949">
                  <c:v>105.65</c:v>
                </c:pt>
                <c:pt idx="3950">
                  <c:v>105.57</c:v>
                </c:pt>
                <c:pt idx="3951">
                  <c:v>104.04</c:v>
                </c:pt>
                <c:pt idx="3952">
                  <c:v>104.84</c:v>
                </c:pt>
                <c:pt idx="3953">
                  <c:v>105.39</c:v>
                </c:pt>
                <c:pt idx="3954">
                  <c:v>105.23</c:v>
                </c:pt>
                <c:pt idx="3955">
                  <c:v>104.63</c:v>
                </c:pt>
                <c:pt idx="3956">
                  <c:v>104.39</c:v>
                </c:pt>
                <c:pt idx="3957">
                  <c:v>104.75</c:v>
                </c:pt>
                <c:pt idx="3958">
                  <c:v>105.29</c:v>
                </c:pt>
                <c:pt idx="3959">
                  <c:v>104.78</c:v>
                </c:pt>
                <c:pt idx="3960">
                  <c:v>105.19</c:v>
                </c:pt>
                <c:pt idx="3961">
                  <c:v>104.68</c:v>
                </c:pt>
                <c:pt idx="3962">
                  <c:v>103.95</c:v>
                </c:pt>
                <c:pt idx="3963">
                  <c:v>104.12</c:v>
                </c:pt>
                <c:pt idx="3964">
                  <c:v>104</c:v>
                </c:pt>
                <c:pt idx="3965">
                  <c:v>104.84</c:v>
                </c:pt>
                <c:pt idx="3966">
                  <c:v>104.56</c:v>
                </c:pt>
                <c:pt idx="3967">
                  <c:v>104.17</c:v>
                </c:pt>
                <c:pt idx="3968">
                  <c:v>104.54</c:v>
                </c:pt>
                <c:pt idx="3969">
                  <c:v>104.75</c:v>
                </c:pt>
                <c:pt idx="3970">
                  <c:v>105.2</c:v>
                </c:pt>
                <c:pt idx="3971">
                  <c:v>105.62</c:v>
                </c:pt>
                <c:pt idx="3972">
                  <c:v>105.96</c:v>
                </c:pt>
                <c:pt idx="3973">
                  <c:v>106.33</c:v>
                </c:pt>
                <c:pt idx="3974">
                  <c:v>106.39</c:v>
                </c:pt>
                <c:pt idx="3975">
                  <c:v>107.18</c:v>
                </c:pt>
                <c:pt idx="3976">
                  <c:v>107.57</c:v>
                </c:pt>
                <c:pt idx="3977">
                  <c:v>107.55</c:v>
                </c:pt>
                <c:pt idx="3978">
                  <c:v>107.15</c:v>
                </c:pt>
                <c:pt idx="3979">
                  <c:v>107.56</c:v>
                </c:pt>
                <c:pt idx="3980">
                  <c:v>108.31</c:v>
                </c:pt>
                <c:pt idx="3981">
                  <c:v>108.17</c:v>
                </c:pt>
                <c:pt idx="3982">
                  <c:v>108.69</c:v>
                </c:pt>
                <c:pt idx="3983">
                  <c:v>108.63</c:v>
                </c:pt>
                <c:pt idx="3984">
                  <c:v>108.24</c:v>
                </c:pt>
                <c:pt idx="3985">
                  <c:v>107.87</c:v>
                </c:pt>
                <c:pt idx="3986">
                  <c:v>107.77</c:v>
                </c:pt>
                <c:pt idx="3987">
                  <c:v>107.35</c:v>
                </c:pt>
                <c:pt idx="3988">
                  <c:v>108.18</c:v>
                </c:pt>
                <c:pt idx="3989">
                  <c:v>107.8</c:v>
                </c:pt>
                <c:pt idx="3990">
                  <c:v>107.5</c:v>
                </c:pt>
                <c:pt idx="3991">
                  <c:v>106.73</c:v>
                </c:pt>
                <c:pt idx="3992">
                  <c:v>106.88</c:v>
                </c:pt>
                <c:pt idx="3993">
                  <c:v>106.96</c:v>
                </c:pt>
                <c:pt idx="3994">
                  <c:v>106.01</c:v>
                </c:pt>
                <c:pt idx="3995">
                  <c:v>105.67</c:v>
                </c:pt>
                <c:pt idx="3996">
                  <c:v>106.02</c:v>
                </c:pt>
                <c:pt idx="3997">
                  <c:v>105.87</c:v>
                </c:pt>
                <c:pt idx="3998">
                  <c:v>106.12</c:v>
                </c:pt>
                <c:pt idx="3999">
                  <c:v>104.75</c:v>
                </c:pt>
                <c:pt idx="4000">
                  <c:v>105.04</c:v>
                </c:pt>
                <c:pt idx="4001">
                  <c:v>105.09</c:v>
                </c:pt>
                <c:pt idx="4002">
                  <c:v>104.56</c:v>
                </c:pt>
                <c:pt idx="4003">
                  <c:v>104.46</c:v>
                </c:pt>
                <c:pt idx="4004">
                  <c:v>105.06</c:v>
                </c:pt>
                <c:pt idx="4005">
                  <c:v>105.63</c:v>
                </c:pt>
                <c:pt idx="4006">
                  <c:v>105.56</c:v>
                </c:pt>
                <c:pt idx="4007">
                  <c:v>105.76</c:v>
                </c:pt>
                <c:pt idx="4008">
                  <c:v>106.78</c:v>
                </c:pt>
                <c:pt idx="4009">
                  <c:v>107.32</c:v>
                </c:pt>
                <c:pt idx="4010">
                  <c:v>106.73</c:v>
                </c:pt>
                <c:pt idx="4011">
                  <c:v>107.53</c:v>
                </c:pt>
                <c:pt idx="4012">
                  <c:v>106.98</c:v>
                </c:pt>
                <c:pt idx="4013">
                  <c:v>107.64</c:v>
                </c:pt>
                <c:pt idx="4014">
                  <c:v>108.16</c:v>
                </c:pt>
                <c:pt idx="4015">
                  <c:v>107.65</c:v>
                </c:pt>
                <c:pt idx="4016">
                  <c:v>107.64</c:v>
                </c:pt>
                <c:pt idx="4017">
                  <c:v>107.72</c:v>
                </c:pt>
                <c:pt idx="4018">
                  <c:v>107.97</c:v>
                </c:pt>
                <c:pt idx="4019">
                  <c:v>107.92</c:v>
                </c:pt>
                <c:pt idx="4020">
                  <c:v>108</c:v>
                </c:pt>
                <c:pt idx="4021">
                  <c:v>108.57</c:v>
                </c:pt>
                <c:pt idx="4022">
                  <c:v>108.76</c:v>
                </c:pt>
                <c:pt idx="4023">
                  <c:v>108.3</c:v>
                </c:pt>
                <c:pt idx="4024">
                  <c:v>107.7</c:v>
                </c:pt>
                <c:pt idx="4025">
                  <c:v>106.94</c:v>
                </c:pt>
                <c:pt idx="4026">
                  <c:v>106.61</c:v>
                </c:pt>
                <c:pt idx="4027">
                  <c:v>107.29</c:v>
                </c:pt>
                <c:pt idx="4028">
                  <c:v>107.44</c:v>
                </c:pt>
                <c:pt idx="4029">
                  <c:v>108.67</c:v>
                </c:pt>
                <c:pt idx="4030">
                  <c:v>109.57</c:v>
                </c:pt>
                <c:pt idx="4031">
                  <c:v>109.48</c:v>
                </c:pt>
                <c:pt idx="4032">
                  <c:v>109.2</c:v>
                </c:pt>
                <c:pt idx="4033">
                  <c:v>108.91</c:v>
                </c:pt>
                <c:pt idx="4034">
                  <c:v>108.58</c:v>
                </c:pt>
                <c:pt idx="4035">
                  <c:v>109.26</c:v>
                </c:pt>
                <c:pt idx="4036">
                  <c:v>108.17</c:v>
                </c:pt>
                <c:pt idx="4037">
                  <c:v>108.87</c:v>
                </c:pt>
                <c:pt idx="4038">
                  <c:v>108.92</c:v>
                </c:pt>
                <c:pt idx="4039">
                  <c:v>109.05</c:v>
                </c:pt>
                <c:pt idx="4040">
                  <c:v>109.26</c:v>
                </c:pt>
                <c:pt idx="4041">
                  <c:v>110.03</c:v>
                </c:pt>
                <c:pt idx="4042">
                  <c:v>110.43</c:v>
                </c:pt>
                <c:pt idx="4043">
                  <c:v>110.92</c:v>
                </c:pt>
                <c:pt idx="4044">
                  <c:v>111.78</c:v>
                </c:pt>
                <c:pt idx="4045">
                  <c:v>111.64</c:v>
                </c:pt>
                <c:pt idx="4046">
                  <c:v>111.73</c:v>
                </c:pt>
                <c:pt idx="4047">
                  <c:v>112.18</c:v>
                </c:pt>
                <c:pt idx="4048">
                  <c:v>112.08</c:v>
                </c:pt>
                <c:pt idx="4049">
                  <c:v>112.23</c:v>
                </c:pt>
                <c:pt idx="4050">
                  <c:v>111.81</c:v>
                </c:pt>
                <c:pt idx="4051">
                  <c:v>110.8</c:v>
                </c:pt>
                <c:pt idx="4052">
                  <c:v>111.87</c:v>
                </c:pt>
                <c:pt idx="4053">
                  <c:v>112.37</c:v>
                </c:pt>
                <c:pt idx="4054">
                  <c:v>112.16</c:v>
                </c:pt>
                <c:pt idx="4055">
                  <c:v>111.98</c:v>
                </c:pt>
                <c:pt idx="4056">
                  <c:v>112.69</c:v>
                </c:pt>
                <c:pt idx="4057">
                  <c:v>112.9</c:v>
                </c:pt>
                <c:pt idx="4058">
                  <c:v>110.26</c:v>
                </c:pt>
                <c:pt idx="4059">
                  <c:v>111.34</c:v>
                </c:pt>
                <c:pt idx="4060">
                  <c:v>111.49</c:v>
                </c:pt>
                <c:pt idx="4061">
                  <c:v>112.53</c:v>
                </c:pt>
                <c:pt idx="4062">
                  <c:v>112.47</c:v>
                </c:pt>
                <c:pt idx="4063">
                  <c:v>112.12</c:v>
                </c:pt>
                <c:pt idx="4064">
                  <c:v>112.5</c:v>
                </c:pt>
                <c:pt idx="4065">
                  <c:v>112.24</c:v>
                </c:pt>
                <c:pt idx="4066">
                  <c:v>111.47</c:v>
                </c:pt>
                <c:pt idx="4067">
                  <c:v>111.08</c:v>
                </c:pt>
                <c:pt idx="4068">
                  <c:v>111.24</c:v>
                </c:pt>
                <c:pt idx="4069">
                  <c:v>111.93</c:v>
                </c:pt>
                <c:pt idx="4070">
                  <c:v>112.19</c:v>
                </c:pt>
                <c:pt idx="4071">
                  <c:v>111.9</c:v>
                </c:pt>
                <c:pt idx="4072">
                  <c:v>110.66</c:v>
                </c:pt>
                <c:pt idx="4073">
                  <c:v>109.7</c:v>
                </c:pt>
                <c:pt idx="4074">
                  <c:v>109.38</c:v>
                </c:pt>
                <c:pt idx="4075">
                  <c:v>109.24</c:v>
                </c:pt>
                <c:pt idx="4076">
                  <c:v>109.53</c:v>
                </c:pt>
                <c:pt idx="4077">
                  <c:v>109.93</c:v>
                </c:pt>
                <c:pt idx="4078">
                  <c:v>110.53</c:v>
                </c:pt>
                <c:pt idx="4079">
                  <c:v>110.46</c:v>
                </c:pt>
                <c:pt idx="4080">
                  <c:v>109.79</c:v>
                </c:pt>
                <c:pt idx="4081">
                  <c:v>109.88</c:v>
                </c:pt>
                <c:pt idx="4082">
                  <c:v>110.22</c:v>
                </c:pt>
                <c:pt idx="4083">
                  <c:v>110.05</c:v>
                </c:pt>
                <c:pt idx="4084">
                  <c:v>110.2</c:v>
                </c:pt>
                <c:pt idx="4085">
                  <c:v>110.63</c:v>
                </c:pt>
                <c:pt idx="4086">
                  <c:v>111.25</c:v>
                </c:pt>
                <c:pt idx="4087">
                  <c:v>110.61</c:v>
                </c:pt>
                <c:pt idx="4088">
                  <c:v>109.82</c:v>
                </c:pt>
                <c:pt idx="4089">
                  <c:v>109.82</c:v>
                </c:pt>
                <c:pt idx="4090">
                  <c:v>109.16</c:v>
                </c:pt>
                <c:pt idx="4091">
                  <c:v>109.68</c:v>
                </c:pt>
                <c:pt idx="4092">
                  <c:v>110.1</c:v>
                </c:pt>
                <c:pt idx="4093">
                  <c:v>110.52</c:v>
                </c:pt>
                <c:pt idx="4094">
                  <c:v>109.68</c:v>
                </c:pt>
                <c:pt idx="4095">
                  <c:v>110.35</c:v>
                </c:pt>
                <c:pt idx="4096">
                  <c:v>110.65</c:v>
                </c:pt>
                <c:pt idx="4097">
                  <c:v>110.38</c:v>
                </c:pt>
                <c:pt idx="4098">
                  <c:v>110.64</c:v>
                </c:pt>
                <c:pt idx="4099">
                  <c:v>111.35</c:v>
                </c:pt>
                <c:pt idx="4100">
                  <c:v>111.54</c:v>
                </c:pt>
                <c:pt idx="4101">
                  <c:v>111.97</c:v>
                </c:pt>
                <c:pt idx="4102">
                  <c:v>111.3</c:v>
                </c:pt>
                <c:pt idx="4103">
                  <c:v>111.72</c:v>
                </c:pt>
                <c:pt idx="4104">
                  <c:v>112.5</c:v>
                </c:pt>
                <c:pt idx="4105">
                  <c:v>112.18</c:v>
                </c:pt>
                <c:pt idx="4106">
                  <c:v>113.29</c:v>
                </c:pt>
                <c:pt idx="4107">
                  <c:v>113.11</c:v>
                </c:pt>
                <c:pt idx="4108">
                  <c:v>113.01</c:v>
                </c:pt>
                <c:pt idx="4109">
                  <c:v>113.51</c:v>
                </c:pt>
                <c:pt idx="4110">
                  <c:v>114.13</c:v>
                </c:pt>
                <c:pt idx="4111">
                  <c:v>114.25</c:v>
                </c:pt>
                <c:pt idx="4112">
                  <c:v>114.01</c:v>
                </c:pt>
                <c:pt idx="4113">
                  <c:v>113.3</c:v>
                </c:pt>
                <c:pt idx="4114">
                  <c:v>113.82</c:v>
                </c:pt>
                <c:pt idx="4115">
                  <c:v>114.11</c:v>
                </c:pt>
                <c:pt idx="4116">
                  <c:v>114.57</c:v>
                </c:pt>
                <c:pt idx="4117">
                  <c:v>114.39</c:v>
                </c:pt>
                <c:pt idx="4118">
                  <c:v>114.51</c:v>
                </c:pt>
                <c:pt idx="4119">
                  <c:v>114.09</c:v>
                </c:pt>
                <c:pt idx="4120">
                  <c:v>114.93</c:v>
                </c:pt>
                <c:pt idx="4121">
                  <c:v>115.71</c:v>
                </c:pt>
                <c:pt idx="4122">
                  <c:v>115.44</c:v>
                </c:pt>
                <c:pt idx="4123">
                  <c:v>115.31</c:v>
                </c:pt>
                <c:pt idx="4124">
                  <c:v>115.91</c:v>
                </c:pt>
                <c:pt idx="4125">
                  <c:v>115.45</c:v>
                </c:pt>
                <c:pt idx="4126">
                  <c:v>115.04</c:v>
                </c:pt>
                <c:pt idx="4127">
                  <c:v>115.86</c:v>
                </c:pt>
                <c:pt idx="4128">
                  <c:v>115.44</c:v>
                </c:pt>
                <c:pt idx="4129">
                  <c:v>115.67</c:v>
                </c:pt>
                <c:pt idx="4130">
                  <c:v>116.4</c:v>
                </c:pt>
                <c:pt idx="4131">
                  <c:v>116.74</c:v>
                </c:pt>
                <c:pt idx="4132">
                  <c:v>116.88</c:v>
                </c:pt>
                <c:pt idx="4133">
                  <c:v>117.23</c:v>
                </c:pt>
                <c:pt idx="4134">
                  <c:v>118.34</c:v>
                </c:pt>
                <c:pt idx="4135">
                  <c:v>117.68</c:v>
                </c:pt>
                <c:pt idx="4136">
                  <c:v>117.3</c:v>
                </c:pt>
                <c:pt idx="4137">
                  <c:v>117.52</c:v>
                </c:pt>
                <c:pt idx="4138">
                  <c:v>118.21</c:v>
                </c:pt>
                <c:pt idx="4139">
                  <c:v>118.02</c:v>
                </c:pt>
                <c:pt idx="4140">
                  <c:v>118.79</c:v>
                </c:pt>
                <c:pt idx="4141">
                  <c:v>118.91</c:v>
                </c:pt>
                <c:pt idx="4142">
                  <c:v>119.19</c:v>
                </c:pt>
                <c:pt idx="4143">
                  <c:v>118.83</c:v>
                </c:pt>
                <c:pt idx="4144">
                  <c:v>119.11</c:v>
                </c:pt>
                <c:pt idx="4145">
                  <c:v>119.04</c:v>
                </c:pt>
                <c:pt idx="4146">
                  <c:v>118.74</c:v>
                </c:pt>
                <c:pt idx="4147">
                  <c:v>118.74</c:v>
                </c:pt>
                <c:pt idx="4148">
                  <c:v>118.93</c:v>
                </c:pt>
                <c:pt idx="4149">
                  <c:v>119.63</c:v>
                </c:pt>
                <c:pt idx="4150">
                  <c:v>118.83</c:v>
                </c:pt>
                <c:pt idx="4151">
                  <c:v>119.67</c:v>
                </c:pt>
                <c:pt idx="4152">
                  <c:v>119.81</c:v>
                </c:pt>
                <c:pt idx="4153">
                  <c:v>120.64</c:v>
                </c:pt>
                <c:pt idx="4154">
                  <c:v>120.59</c:v>
                </c:pt>
                <c:pt idx="4155">
                  <c:v>120.82</c:v>
                </c:pt>
                <c:pt idx="4156">
                  <c:v>120.89</c:v>
                </c:pt>
                <c:pt idx="4157">
                  <c:v>121.04</c:v>
                </c:pt>
                <c:pt idx="4158">
                  <c:v>120.33</c:v>
                </c:pt>
                <c:pt idx="4159">
                  <c:v>120.66</c:v>
                </c:pt>
                <c:pt idx="4160">
                  <c:v>119.78</c:v>
                </c:pt>
                <c:pt idx="4161">
                  <c:v>119.96</c:v>
                </c:pt>
                <c:pt idx="4162">
                  <c:v>117.39</c:v>
                </c:pt>
                <c:pt idx="4163">
                  <c:v>116.22</c:v>
                </c:pt>
                <c:pt idx="4164">
                  <c:v>115.68</c:v>
                </c:pt>
                <c:pt idx="4165">
                  <c:v>116.15</c:v>
                </c:pt>
                <c:pt idx="4166">
                  <c:v>117.25</c:v>
                </c:pt>
                <c:pt idx="4167">
                  <c:v>117.4</c:v>
                </c:pt>
                <c:pt idx="4168">
                  <c:v>116.65</c:v>
                </c:pt>
                <c:pt idx="4169">
                  <c:v>116.26</c:v>
                </c:pt>
                <c:pt idx="4170">
                  <c:v>116.32</c:v>
                </c:pt>
                <c:pt idx="4171">
                  <c:v>117.44</c:v>
                </c:pt>
                <c:pt idx="4172">
                  <c:v>117.92</c:v>
                </c:pt>
                <c:pt idx="4173">
                  <c:v>117.86</c:v>
                </c:pt>
                <c:pt idx="4174">
                  <c:v>117.75</c:v>
                </c:pt>
                <c:pt idx="4175">
                  <c:v>117.88</c:v>
                </c:pt>
                <c:pt idx="4176">
                  <c:v>116.17</c:v>
                </c:pt>
                <c:pt idx="4177">
                  <c:v>116.1</c:v>
                </c:pt>
                <c:pt idx="4178">
                  <c:v>115.93</c:v>
                </c:pt>
                <c:pt idx="4179">
                  <c:v>114.44</c:v>
                </c:pt>
                <c:pt idx="4180">
                  <c:v>114.48</c:v>
                </c:pt>
                <c:pt idx="4181">
                  <c:v>114.34</c:v>
                </c:pt>
                <c:pt idx="4182">
                  <c:v>114.15</c:v>
                </c:pt>
                <c:pt idx="4183">
                  <c:v>114.37</c:v>
                </c:pt>
                <c:pt idx="4184">
                  <c:v>114.18</c:v>
                </c:pt>
                <c:pt idx="4185">
                  <c:v>114.97</c:v>
                </c:pt>
                <c:pt idx="4186">
                  <c:v>115.48</c:v>
                </c:pt>
                <c:pt idx="4187">
                  <c:v>115.24</c:v>
                </c:pt>
                <c:pt idx="4188">
                  <c:v>115.41</c:v>
                </c:pt>
                <c:pt idx="4189">
                  <c:v>115.29</c:v>
                </c:pt>
                <c:pt idx="4190">
                  <c:v>114.42</c:v>
                </c:pt>
                <c:pt idx="4191">
                  <c:v>114.69</c:v>
                </c:pt>
                <c:pt idx="4192">
                  <c:v>115.85</c:v>
                </c:pt>
                <c:pt idx="4193">
                  <c:v>116.44</c:v>
                </c:pt>
                <c:pt idx="4194">
                  <c:v>117.33</c:v>
                </c:pt>
                <c:pt idx="4195">
                  <c:v>117.61</c:v>
                </c:pt>
                <c:pt idx="4196">
                  <c:v>117.2</c:v>
                </c:pt>
                <c:pt idx="4197">
                  <c:v>118.03</c:v>
                </c:pt>
                <c:pt idx="4198">
                  <c:v>118.56</c:v>
                </c:pt>
                <c:pt idx="4199">
                  <c:v>118.95</c:v>
                </c:pt>
                <c:pt idx="4200">
                  <c:v>119.04</c:v>
                </c:pt>
                <c:pt idx="4201">
                  <c:v>117.95</c:v>
                </c:pt>
                <c:pt idx="4202">
                  <c:v>118.53</c:v>
                </c:pt>
                <c:pt idx="4203">
                  <c:v>118.84</c:v>
                </c:pt>
                <c:pt idx="4204">
                  <c:v>117.86</c:v>
                </c:pt>
                <c:pt idx="4205">
                  <c:v>117.78</c:v>
                </c:pt>
                <c:pt idx="4206">
                  <c:v>117.4</c:v>
                </c:pt>
                <c:pt idx="4207">
                  <c:v>117.88</c:v>
                </c:pt>
                <c:pt idx="4208">
                  <c:v>117.59</c:v>
                </c:pt>
                <c:pt idx="4209">
                  <c:v>118.06</c:v>
                </c:pt>
                <c:pt idx="4210">
                  <c:v>118.26</c:v>
                </c:pt>
                <c:pt idx="4211">
                  <c:v>118.71</c:v>
                </c:pt>
                <c:pt idx="4212">
                  <c:v>118.54</c:v>
                </c:pt>
                <c:pt idx="4213">
                  <c:v>117.14</c:v>
                </c:pt>
                <c:pt idx="4214">
                  <c:v>116.9</c:v>
                </c:pt>
                <c:pt idx="4215">
                  <c:v>116.12</c:v>
                </c:pt>
                <c:pt idx="4216">
                  <c:v>115.77</c:v>
                </c:pt>
                <c:pt idx="4217">
                  <c:v>116.1</c:v>
                </c:pt>
                <c:pt idx="4218">
                  <c:v>115.88</c:v>
                </c:pt>
                <c:pt idx="4219">
                  <c:v>116.38</c:v>
                </c:pt>
                <c:pt idx="4220">
                  <c:v>117.58</c:v>
                </c:pt>
                <c:pt idx="4221">
                  <c:v>117.87</c:v>
                </c:pt>
                <c:pt idx="4222">
                  <c:v>117.86</c:v>
                </c:pt>
                <c:pt idx="4223">
                  <c:v>118.21</c:v>
                </c:pt>
                <c:pt idx="4224">
                  <c:v>119.01</c:v>
                </c:pt>
                <c:pt idx="4225">
                  <c:v>118.73</c:v>
                </c:pt>
                <c:pt idx="4226">
                  <c:v>117.61</c:v>
                </c:pt>
                <c:pt idx="4227">
                  <c:v>117.38</c:v>
                </c:pt>
                <c:pt idx="4228">
                  <c:v>116.82</c:v>
                </c:pt>
                <c:pt idx="4229">
                  <c:v>115.92</c:v>
                </c:pt>
                <c:pt idx="4230">
                  <c:v>116.39</c:v>
                </c:pt>
                <c:pt idx="4231">
                  <c:v>117.27</c:v>
                </c:pt>
                <c:pt idx="4232">
                  <c:v>117.02</c:v>
                </c:pt>
                <c:pt idx="4233">
                  <c:v>117.86</c:v>
                </c:pt>
                <c:pt idx="4234">
                  <c:v>117.46</c:v>
                </c:pt>
                <c:pt idx="4235">
                  <c:v>116.74</c:v>
                </c:pt>
                <c:pt idx="4236">
                  <c:v>117.95</c:v>
                </c:pt>
                <c:pt idx="4237">
                  <c:v>117.82</c:v>
                </c:pt>
                <c:pt idx="4238">
                  <c:v>117.33</c:v>
                </c:pt>
                <c:pt idx="4239">
                  <c:v>117.78</c:v>
                </c:pt>
                <c:pt idx="4240">
                  <c:v>117.69</c:v>
                </c:pt>
                <c:pt idx="4241">
                  <c:v>117.54</c:v>
                </c:pt>
                <c:pt idx="4242">
                  <c:v>117.42</c:v>
                </c:pt>
                <c:pt idx="4243">
                  <c:v>117.75</c:v>
                </c:pt>
                <c:pt idx="4244">
                  <c:v>118.3</c:v>
                </c:pt>
                <c:pt idx="4245">
                  <c:v>118.35</c:v>
                </c:pt>
                <c:pt idx="4246">
                  <c:v>118.28</c:v>
                </c:pt>
                <c:pt idx="4247">
                  <c:v>118.57</c:v>
                </c:pt>
                <c:pt idx="4248">
                  <c:v>118.56</c:v>
                </c:pt>
                <c:pt idx="4249">
                  <c:v>118.69</c:v>
                </c:pt>
                <c:pt idx="4250">
                  <c:v>117.81</c:v>
                </c:pt>
                <c:pt idx="4251">
                  <c:v>117.13</c:v>
                </c:pt>
                <c:pt idx="4252">
                  <c:v>117.27</c:v>
                </c:pt>
                <c:pt idx="4253">
                  <c:v>117.55</c:v>
                </c:pt>
                <c:pt idx="4254">
                  <c:v>116.59</c:v>
                </c:pt>
                <c:pt idx="4255">
                  <c:v>114.65</c:v>
                </c:pt>
                <c:pt idx="4256">
                  <c:v>114.82</c:v>
                </c:pt>
                <c:pt idx="4257">
                  <c:v>114.73</c:v>
                </c:pt>
                <c:pt idx="4258">
                  <c:v>114.11</c:v>
                </c:pt>
                <c:pt idx="4259">
                  <c:v>113.83</c:v>
                </c:pt>
                <c:pt idx="4260">
                  <c:v>113.36</c:v>
                </c:pt>
                <c:pt idx="4261">
                  <c:v>113.35</c:v>
                </c:pt>
                <c:pt idx="4262">
                  <c:v>113.59</c:v>
                </c:pt>
                <c:pt idx="4263">
                  <c:v>113.66</c:v>
                </c:pt>
                <c:pt idx="4264">
                  <c:v>112.58</c:v>
                </c:pt>
                <c:pt idx="4265">
                  <c:v>111.64</c:v>
                </c:pt>
                <c:pt idx="4266">
                  <c:v>111.04</c:v>
                </c:pt>
                <c:pt idx="4267">
                  <c:v>110.5</c:v>
                </c:pt>
                <c:pt idx="4268">
                  <c:v>110.72</c:v>
                </c:pt>
                <c:pt idx="4269">
                  <c:v>110.03</c:v>
                </c:pt>
                <c:pt idx="4270">
                  <c:v>110.49</c:v>
                </c:pt>
                <c:pt idx="4271">
                  <c:v>109.75</c:v>
                </c:pt>
                <c:pt idx="4272">
                  <c:v>110.96</c:v>
                </c:pt>
                <c:pt idx="4273">
                  <c:v>110.82</c:v>
                </c:pt>
                <c:pt idx="4274">
                  <c:v>111.69</c:v>
                </c:pt>
                <c:pt idx="4275">
                  <c:v>111.57</c:v>
                </c:pt>
                <c:pt idx="4276">
                  <c:v>111.99</c:v>
                </c:pt>
                <c:pt idx="4277">
                  <c:v>112.95</c:v>
                </c:pt>
                <c:pt idx="4278">
                  <c:v>111.78</c:v>
                </c:pt>
                <c:pt idx="4279">
                  <c:v>112.67</c:v>
                </c:pt>
                <c:pt idx="4280">
                  <c:v>112.47</c:v>
                </c:pt>
                <c:pt idx="4281">
                  <c:v>112.17</c:v>
                </c:pt>
                <c:pt idx="4282">
                  <c:v>112.64</c:v>
                </c:pt>
                <c:pt idx="4283">
                  <c:v>112.71</c:v>
                </c:pt>
                <c:pt idx="4284">
                  <c:v>111.74</c:v>
                </c:pt>
                <c:pt idx="4285">
                  <c:v>112.24</c:v>
                </c:pt>
                <c:pt idx="4286">
                  <c:v>113.33</c:v>
                </c:pt>
                <c:pt idx="4287">
                  <c:v>113.58</c:v>
                </c:pt>
                <c:pt idx="4288">
                  <c:v>114.23</c:v>
                </c:pt>
                <c:pt idx="4289">
                  <c:v>113.98</c:v>
                </c:pt>
                <c:pt idx="4290">
                  <c:v>114.38</c:v>
                </c:pt>
                <c:pt idx="4291">
                  <c:v>115.43</c:v>
                </c:pt>
                <c:pt idx="4292">
                  <c:v>115.05</c:v>
                </c:pt>
                <c:pt idx="4293">
                  <c:v>114.75</c:v>
                </c:pt>
                <c:pt idx="4294">
                  <c:v>115.2</c:v>
                </c:pt>
                <c:pt idx="4295">
                  <c:v>115.54</c:v>
                </c:pt>
                <c:pt idx="4296">
                  <c:v>114.97</c:v>
                </c:pt>
                <c:pt idx="4297">
                  <c:v>114.9</c:v>
                </c:pt>
                <c:pt idx="4298">
                  <c:v>116.12</c:v>
                </c:pt>
                <c:pt idx="4299">
                  <c:v>116.54</c:v>
                </c:pt>
                <c:pt idx="4300">
                  <c:v>116.27</c:v>
                </c:pt>
                <c:pt idx="4301">
                  <c:v>116.3</c:v>
                </c:pt>
                <c:pt idx="4302">
                  <c:v>116.47</c:v>
                </c:pt>
                <c:pt idx="4303">
                  <c:v>115.17</c:v>
                </c:pt>
                <c:pt idx="4304">
                  <c:v>114.44</c:v>
                </c:pt>
                <c:pt idx="4305">
                  <c:v>114.68</c:v>
                </c:pt>
                <c:pt idx="4306">
                  <c:v>114.82</c:v>
                </c:pt>
                <c:pt idx="4307">
                  <c:v>115.74</c:v>
                </c:pt>
                <c:pt idx="4308">
                  <c:v>115.13</c:v>
                </c:pt>
                <c:pt idx="4309">
                  <c:v>114.02</c:v>
                </c:pt>
                <c:pt idx="4310">
                  <c:v>114.34</c:v>
                </c:pt>
                <c:pt idx="4311">
                  <c:v>114.26</c:v>
                </c:pt>
                <c:pt idx="4312">
                  <c:v>115.52</c:v>
                </c:pt>
                <c:pt idx="4313">
                  <c:v>115.4</c:v>
                </c:pt>
                <c:pt idx="4314">
                  <c:v>116.11</c:v>
                </c:pt>
                <c:pt idx="4315">
                  <c:v>117.24</c:v>
                </c:pt>
                <c:pt idx="4316">
                  <c:v>117.32</c:v>
                </c:pt>
                <c:pt idx="4317">
                  <c:v>116.88</c:v>
                </c:pt>
                <c:pt idx="4318">
                  <c:v>117.05</c:v>
                </c:pt>
                <c:pt idx="4319">
                  <c:v>116.17</c:v>
                </c:pt>
                <c:pt idx="4320">
                  <c:v>116.68</c:v>
                </c:pt>
                <c:pt idx="4321">
                  <c:v>117.24</c:v>
                </c:pt>
                <c:pt idx="4322">
                  <c:v>116.27</c:v>
                </c:pt>
                <c:pt idx="4323">
                  <c:v>115.78</c:v>
                </c:pt>
                <c:pt idx="4324">
                  <c:v>114.65</c:v>
                </c:pt>
                <c:pt idx="4325">
                  <c:v>114.68</c:v>
                </c:pt>
                <c:pt idx="4326">
                  <c:v>114.57</c:v>
                </c:pt>
                <c:pt idx="4327">
                  <c:v>114.67</c:v>
                </c:pt>
                <c:pt idx="4328">
                  <c:v>115.01</c:v>
                </c:pt>
                <c:pt idx="4329">
                  <c:v>114.44</c:v>
                </c:pt>
                <c:pt idx="4330">
                  <c:v>115.14</c:v>
                </c:pt>
                <c:pt idx="4331">
                  <c:v>115.31</c:v>
                </c:pt>
                <c:pt idx="4332">
                  <c:v>115.33</c:v>
                </c:pt>
                <c:pt idx="4333">
                  <c:v>115.26</c:v>
                </c:pt>
                <c:pt idx="4334">
                  <c:v>116.31</c:v>
                </c:pt>
                <c:pt idx="4335">
                  <c:v>116.71</c:v>
                </c:pt>
                <c:pt idx="4336">
                  <c:v>116.1</c:v>
                </c:pt>
                <c:pt idx="4337">
                  <c:v>115.87</c:v>
                </c:pt>
                <c:pt idx="4338">
                  <c:v>115.98</c:v>
                </c:pt>
                <c:pt idx="4339">
                  <c:v>115.79</c:v>
                </c:pt>
                <c:pt idx="4340">
                  <c:v>115.86</c:v>
                </c:pt>
                <c:pt idx="4341">
                  <c:v>116.53</c:v>
                </c:pt>
                <c:pt idx="4342">
                  <c:v>116.41</c:v>
                </c:pt>
                <c:pt idx="4343">
                  <c:v>116.54</c:v>
                </c:pt>
                <c:pt idx="4344">
                  <c:v>117.29</c:v>
                </c:pt>
                <c:pt idx="4345">
                  <c:v>117.22</c:v>
                </c:pt>
                <c:pt idx="4346">
                  <c:v>116.68</c:v>
                </c:pt>
                <c:pt idx="4347">
                  <c:v>117.16</c:v>
                </c:pt>
                <c:pt idx="4348">
                  <c:v>117.4</c:v>
                </c:pt>
                <c:pt idx="4349">
                  <c:v>117.09</c:v>
                </c:pt>
                <c:pt idx="4350">
                  <c:v>116.09</c:v>
                </c:pt>
                <c:pt idx="4351">
                  <c:v>116.09</c:v>
                </c:pt>
                <c:pt idx="4352">
                  <c:v>116.65</c:v>
                </c:pt>
                <c:pt idx="4353">
                  <c:v>116.43</c:v>
                </c:pt>
                <c:pt idx="4354">
                  <c:v>116.94</c:v>
                </c:pt>
                <c:pt idx="4355">
                  <c:v>117.69</c:v>
                </c:pt>
                <c:pt idx="4356">
                  <c:v>117.95</c:v>
                </c:pt>
                <c:pt idx="4357">
                  <c:v>117.68</c:v>
                </c:pt>
                <c:pt idx="4358">
                  <c:v>117.59</c:v>
                </c:pt>
                <c:pt idx="4359">
                  <c:v>117.56</c:v>
                </c:pt>
                <c:pt idx="4360">
                  <c:v>117.95</c:v>
                </c:pt>
                <c:pt idx="4361">
                  <c:v>117.76</c:v>
                </c:pt>
                <c:pt idx="4362">
                  <c:v>117.46</c:v>
                </c:pt>
                <c:pt idx="4363">
                  <c:v>116.37</c:v>
                </c:pt>
                <c:pt idx="4364">
                  <c:v>116.56</c:v>
                </c:pt>
                <c:pt idx="4365">
                  <c:v>116.61</c:v>
                </c:pt>
                <c:pt idx="4366">
                  <c:v>117.11</c:v>
                </c:pt>
                <c:pt idx="4367">
                  <c:v>117.5</c:v>
                </c:pt>
                <c:pt idx="4368">
                  <c:v>117.81</c:v>
                </c:pt>
                <c:pt idx="4369">
                  <c:v>118.18</c:v>
                </c:pt>
                <c:pt idx="4370">
                  <c:v>117.65</c:v>
                </c:pt>
                <c:pt idx="4371">
                  <c:v>117.92</c:v>
                </c:pt>
                <c:pt idx="4372">
                  <c:v>117.9</c:v>
                </c:pt>
                <c:pt idx="4373">
                  <c:v>117.7</c:v>
                </c:pt>
                <c:pt idx="4374">
                  <c:v>119.02</c:v>
                </c:pt>
                <c:pt idx="4375">
                  <c:v>119.11</c:v>
                </c:pt>
                <c:pt idx="4376">
                  <c:v>119.72</c:v>
                </c:pt>
                <c:pt idx="4377">
                  <c:v>119.79</c:v>
                </c:pt>
                <c:pt idx="4378">
                  <c:v>119.37</c:v>
                </c:pt>
                <c:pt idx="4379">
                  <c:v>119.63</c:v>
                </c:pt>
                <c:pt idx="4380">
                  <c:v>119.04</c:v>
                </c:pt>
                <c:pt idx="4381">
                  <c:v>118.75</c:v>
                </c:pt>
                <c:pt idx="4382">
                  <c:v>118.91</c:v>
                </c:pt>
                <c:pt idx="4383">
                  <c:v>118.17</c:v>
                </c:pt>
                <c:pt idx="4384">
                  <c:v>118.75</c:v>
                </c:pt>
                <c:pt idx="4385">
                  <c:v>119.35</c:v>
                </c:pt>
                <c:pt idx="4386">
                  <c:v>119.38</c:v>
                </c:pt>
                <c:pt idx="4387">
                  <c:v>119.13</c:v>
                </c:pt>
                <c:pt idx="4388">
                  <c:v>118.4</c:v>
                </c:pt>
                <c:pt idx="4389">
                  <c:v>117.61</c:v>
                </c:pt>
                <c:pt idx="4390">
                  <c:v>117.49</c:v>
                </c:pt>
                <c:pt idx="4391">
                  <c:v>116.98</c:v>
                </c:pt>
                <c:pt idx="4392">
                  <c:v>117.04</c:v>
                </c:pt>
                <c:pt idx="4393">
                  <c:v>117.14</c:v>
                </c:pt>
                <c:pt idx="4394">
                  <c:v>118.01</c:v>
                </c:pt>
                <c:pt idx="4395">
                  <c:v>118.31</c:v>
                </c:pt>
                <c:pt idx="4396">
                  <c:v>117.7</c:v>
                </c:pt>
                <c:pt idx="4397">
                  <c:v>117.84</c:v>
                </c:pt>
                <c:pt idx="4398">
                  <c:v>117.93</c:v>
                </c:pt>
                <c:pt idx="4399">
                  <c:v>117.63</c:v>
                </c:pt>
                <c:pt idx="4400">
                  <c:v>118.17</c:v>
                </c:pt>
                <c:pt idx="4401">
                  <c:v>117.63</c:v>
                </c:pt>
                <c:pt idx="4402">
                  <c:v>118.02</c:v>
                </c:pt>
                <c:pt idx="4403">
                  <c:v>118.22</c:v>
                </c:pt>
                <c:pt idx="4404">
                  <c:v>117.76</c:v>
                </c:pt>
                <c:pt idx="4405">
                  <c:v>118.05</c:v>
                </c:pt>
                <c:pt idx="4406">
                  <c:v>117.92</c:v>
                </c:pt>
                <c:pt idx="4407">
                  <c:v>116.74</c:v>
                </c:pt>
                <c:pt idx="4408">
                  <c:v>116.3</c:v>
                </c:pt>
                <c:pt idx="4409">
                  <c:v>115.9</c:v>
                </c:pt>
                <c:pt idx="4410">
                  <c:v>116.08</c:v>
                </c:pt>
                <c:pt idx="4411">
                  <c:v>116.16</c:v>
                </c:pt>
                <c:pt idx="4412">
                  <c:v>116.41</c:v>
                </c:pt>
                <c:pt idx="4413">
                  <c:v>115.81</c:v>
                </c:pt>
                <c:pt idx="4414">
                  <c:v>115.45</c:v>
                </c:pt>
                <c:pt idx="4415">
                  <c:v>115.28</c:v>
                </c:pt>
                <c:pt idx="4416">
                  <c:v>114.89</c:v>
                </c:pt>
                <c:pt idx="4417">
                  <c:v>115.26</c:v>
                </c:pt>
                <c:pt idx="4418">
                  <c:v>115.27</c:v>
                </c:pt>
                <c:pt idx="4419">
                  <c:v>116.33</c:v>
                </c:pt>
                <c:pt idx="4420">
                  <c:v>117</c:v>
                </c:pt>
                <c:pt idx="4421">
                  <c:v>116.79</c:v>
                </c:pt>
                <c:pt idx="4422">
                  <c:v>117.59</c:v>
                </c:pt>
                <c:pt idx="4423">
                  <c:v>117.84</c:v>
                </c:pt>
                <c:pt idx="4424">
                  <c:v>118.18</c:v>
                </c:pt>
                <c:pt idx="4425">
                  <c:v>118.15</c:v>
                </c:pt>
                <c:pt idx="4426">
                  <c:v>118.12</c:v>
                </c:pt>
                <c:pt idx="4427">
                  <c:v>118.47</c:v>
                </c:pt>
                <c:pt idx="4428">
                  <c:v>118.34</c:v>
                </c:pt>
                <c:pt idx="4429">
                  <c:v>118.87</c:v>
                </c:pt>
                <c:pt idx="4430">
                  <c:v>118.76</c:v>
                </c:pt>
                <c:pt idx="4431">
                  <c:v>119.15</c:v>
                </c:pt>
                <c:pt idx="4432">
                  <c:v>118.87</c:v>
                </c:pt>
                <c:pt idx="4433">
                  <c:v>118.93</c:v>
                </c:pt>
                <c:pt idx="4434">
                  <c:v>119.06</c:v>
                </c:pt>
                <c:pt idx="4435">
                  <c:v>119.04</c:v>
                </c:pt>
                <c:pt idx="4436">
                  <c:v>118.85</c:v>
                </c:pt>
                <c:pt idx="4437">
                  <c:v>119.39</c:v>
                </c:pt>
                <c:pt idx="4438">
                  <c:v>119.05</c:v>
                </c:pt>
                <c:pt idx="4439">
                  <c:v>118.63</c:v>
                </c:pt>
                <c:pt idx="4440">
                  <c:v>118.79</c:v>
                </c:pt>
                <c:pt idx="4441">
                  <c:v>119.38</c:v>
                </c:pt>
                <c:pt idx="4442">
                  <c:v>119.63</c:v>
                </c:pt>
                <c:pt idx="4443">
                  <c:v>120.5</c:v>
                </c:pt>
                <c:pt idx="4444">
                  <c:v>120.33</c:v>
                </c:pt>
                <c:pt idx="4445">
                  <c:v>120.43</c:v>
                </c:pt>
                <c:pt idx="4446">
                  <c:v>120.66</c:v>
                </c:pt>
                <c:pt idx="4447">
                  <c:v>120.67</c:v>
                </c:pt>
                <c:pt idx="4448">
                  <c:v>121.22</c:v>
                </c:pt>
                <c:pt idx="4449">
                  <c:v>121.24</c:v>
                </c:pt>
                <c:pt idx="4450">
                  <c:v>121.66</c:v>
                </c:pt>
                <c:pt idx="4451">
                  <c:v>121.64</c:v>
                </c:pt>
                <c:pt idx="4452">
                  <c:v>121.19</c:v>
                </c:pt>
                <c:pt idx="4453">
                  <c:v>121.26</c:v>
                </c:pt>
                <c:pt idx="4454">
                  <c:v>121.54</c:v>
                </c:pt>
                <c:pt idx="4455">
                  <c:v>121.74</c:v>
                </c:pt>
                <c:pt idx="4456">
                  <c:v>121.63</c:v>
                </c:pt>
                <c:pt idx="4457">
                  <c:v>120.7</c:v>
                </c:pt>
                <c:pt idx="4458">
                  <c:v>120.82</c:v>
                </c:pt>
                <c:pt idx="4459">
                  <c:v>121.14</c:v>
                </c:pt>
                <c:pt idx="4460">
                  <c:v>120.34</c:v>
                </c:pt>
                <c:pt idx="4461">
                  <c:v>120.1</c:v>
                </c:pt>
                <c:pt idx="4462">
                  <c:v>120.68</c:v>
                </c:pt>
                <c:pt idx="4463">
                  <c:v>121.03</c:v>
                </c:pt>
                <c:pt idx="4464">
                  <c:v>121.71</c:v>
                </c:pt>
                <c:pt idx="4465">
                  <c:v>121.94</c:v>
                </c:pt>
                <c:pt idx="4466">
                  <c:v>121.17</c:v>
                </c:pt>
                <c:pt idx="4467">
                  <c:v>120.8</c:v>
                </c:pt>
                <c:pt idx="4468">
                  <c:v>119.27</c:v>
                </c:pt>
                <c:pt idx="4469">
                  <c:v>119.43</c:v>
                </c:pt>
                <c:pt idx="4470">
                  <c:v>119.56</c:v>
                </c:pt>
                <c:pt idx="4471">
                  <c:v>120.03</c:v>
                </c:pt>
                <c:pt idx="4472">
                  <c:v>120.94</c:v>
                </c:pt>
                <c:pt idx="4473">
                  <c:v>121.58</c:v>
                </c:pt>
                <c:pt idx="4474">
                  <c:v>121.08</c:v>
                </c:pt>
                <c:pt idx="4475">
                  <c:v>120.66</c:v>
                </c:pt>
                <c:pt idx="4476">
                  <c:v>117.94</c:v>
                </c:pt>
                <c:pt idx="4477">
                  <c:v>118.56</c:v>
                </c:pt>
                <c:pt idx="4478">
                  <c:v>117.62</c:v>
                </c:pt>
                <c:pt idx="4479">
                  <c:v>116.8</c:v>
                </c:pt>
                <c:pt idx="4480">
                  <c:v>115.53</c:v>
                </c:pt>
                <c:pt idx="4481">
                  <c:v>116.6</c:v>
                </c:pt>
                <c:pt idx="4482">
                  <c:v>116.06</c:v>
                </c:pt>
                <c:pt idx="4483">
                  <c:v>117.18</c:v>
                </c:pt>
                <c:pt idx="4484">
                  <c:v>118.34</c:v>
                </c:pt>
                <c:pt idx="4485">
                  <c:v>117.74</c:v>
                </c:pt>
                <c:pt idx="4486">
                  <c:v>116.28</c:v>
                </c:pt>
                <c:pt idx="4487">
                  <c:v>117.09</c:v>
                </c:pt>
                <c:pt idx="4488">
                  <c:v>117.57</c:v>
                </c:pt>
                <c:pt idx="4489">
                  <c:v>116.75</c:v>
                </c:pt>
                <c:pt idx="4490">
                  <c:v>117.53</c:v>
                </c:pt>
                <c:pt idx="4491">
                  <c:v>117.29</c:v>
                </c:pt>
                <c:pt idx="4492">
                  <c:v>117.55</c:v>
                </c:pt>
                <c:pt idx="4493">
                  <c:v>118.13</c:v>
                </c:pt>
                <c:pt idx="4494">
                  <c:v>118.12</c:v>
                </c:pt>
                <c:pt idx="4495">
                  <c:v>118.14</c:v>
                </c:pt>
                <c:pt idx="4496">
                  <c:v>117.81</c:v>
                </c:pt>
                <c:pt idx="4497">
                  <c:v>116.86</c:v>
                </c:pt>
                <c:pt idx="4498">
                  <c:v>118.07</c:v>
                </c:pt>
                <c:pt idx="4499">
                  <c:v>117.83</c:v>
                </c:pt>
                <c:pt idx="4500">
                  <c:v>117.86</c:v>
                </c:pt>
                <c:pt idx="4501">
                  <c:v>118.96</c:v>
                </c:pt>
                <c:pt idx="4502">
                  <c:v>118.73</c:v>
                </c:pt>
                <c:pt idx="4503">
                  <c:v>118.73</c:v>
                </c:pt>
                <c:pt idx="4504">
                  <c:v>119.26</c:v>
                </c:pt>
                <c:pt idx="4505">
                  <c:v>119.33</c:v>
                </c:pt>
                <c:pt idx="4506">
                  <c:v>119.06</c:v>
                </c:pt>
                <c:pt idx="4507">
                  <c:v>119.39</c:v>
                </c:pt>
                <c:pt idx="4508">
                  <c:v>119.16</c:v>
                </c:pt>
                <c:pt idx="4509">
                  <c:v>119.27</c:v>
                </c:pt>
                <c:pt idx="4510">
                  <c:v>119.74</c:v>
                </c:pt>
                <c:pt idx="4511">
                  <c:v>118.91</c:v>
                </c:pt>
                <c:pt idx="4512">
                  <c:v>118.69</c:v>
                </c:pt>
                <c:pt idx="4513">
                  <c:v>118.48</c:v>
                </c:pt>
                <c:pt idx="4514">
                  <c:v>118.69</c:v>
                </c:pt>
                <c:pt idx="4515">
                  <c:v>118.65</c:v>
                </c:pt>
                <c:pt idx="4516">
                  <c:v>118.59</c:v>
                </c:pt>
                <c:pt idx="4517">
                  <c:v>118.75</c:v>
                </c:pt>
                <c:pt idx="4518">
                  <c:v>119.57</c:v>
                </c:pt>
                <c:pt idx="4519">
                  <c:v>119.63</c:v>
                </c:pt>
                <c:pt idx="4520">
                  <c:v>119.53</c:v>
                </c:pt>
                <c:pt idx="4521">
                  <c:v>119.87</c:v>
                </c:pt>
                <c:pt idx="4522">
                  <c:v>120.16</c:v>
                </c:pt>
                <c:pt idx="4523">
                  <c:v>120.45</c:v>
                </c:pt>
                <c:pt idx="4524">
                  <c:v>120.19</c:v>
                </c:pt>
                <c:pt idx="4525">
                  <c:v>120.1</c:v>
                </c:pt>
                <c:pt idx="4526">
                  <c:v>120.04</c:v>
                </c:pt>
                <c:pt idx="4527">
                  <c:v>120.09</c:v>
                </c:pt>
                <c:pt idx="4528">
                  <c:v>119.9</c:v>
                </c:pt>
                <c:pt idx="4529">
                  <c:v>120.2</c:v>
                </c:pt>
                <c:pt idx="4530">
                  <c:v>120.35</c:v>
                </c:pt>
                <c:pt idx="4531">
                  <c:v>120.28</c:v>
                </c:pt>
                <c:pt idx="4532">
                  <c:v>120.83</c:v>
                </c:pt>
                <c:pt idx="4533">
                  <c:v>121.31</c:v>
                </c:pt>
                <c:pt idx="4534">
                  <c:v>121.12</c:v>
                </c:pt>
                <c:pt idx="4535">
                  <c:v>121.47</c:v>
                </c:pt>
                <c:pt idx="4536">
                  <c:v>121.56</c:v>
                </c:pt>
                <c:pt idx="4537">
                  <c:v>121.66</c:v>
                </c:pt>
                <c:pt idx="4538">
                  <c:v>121.4</c:v>
                </c:pt>
                <c:pt idx="4539">
                  <c:v>121.79</c:v>
                </c:pt>
                <c:pt idx="4540">
                  <c:v>121.72</c:v>
                </c:pt>
                <c:pt idx="4541">
                  <c:v>121.66</c:v>
                </c:pt>
                <c:pt idx="4542">
                  <c:v>121.66</c:v>
                </c:pt>
                <c:pt idx="4543">
                  <c:v>121.73</c:v>
                </c:pt>
                <c:pt idx="4544">
                  <c:v>122.1</c:v>
                </c:pt>
                <c:pt idx="4545">
                  <c:v>121.78</c:v>
                </c:pt>
                <c:pt idx="4546">
                  <c:v>121.39</c:v>
                </c:pt>
                <c:pt idx="4547">
                  <c:v>121.09</c:v>
                </c:pt>
                <c:pt idx="4548">
                  <c:v>120.98</c:v>
                </c:pt>
                <c:pt idx="4549">
                  <c:v>121.73</c:v>
                </c:pt>
                <c:pt idx="4550">
                  <c:v>121.73</c:v>
                </c:pt>
                <c:pt idx="4551">
                  <c:v>121.7</c:v>
                </c:pt>
                <c:pt idx="4552">
                  <c:v>122.72</c:v>
                </c:pt>
                <c:pt idx="4553">
                  <c:v>122.92</c:v>
                </c:pt>
                <c:pt idx="4554">
                  <c:v>123.44</c:v>
                </c:pt>
                <c:pt idx="4555">
                  <c:v>123.68</c:v>
                </c:pt>
                <c:pt idx="4556">
                  <c:v>123.36</c:v>
                </c:pt>
                <c:pt idx="4557">
                  <c:v>123.57</c:v>
                </c:pt>
                <c:pt idx="4558">
                  <c:v>123.72</c:v>
                </c:pt>
                <c:pt idx="4559">
                  <c:v>123.89</c:v>
                </c:pt>
                <c:pt idx="4560">
                  <c:v>123.67</c:v>
                </c:pt>
                <c:pt idx="4561">
                  <c:v>123.26</c:v>
                </c:pt>
                <c:pt idx="4562">
                  <c:v>122.84</c:v>
                </c:pt>
                <c:pt idx="4563">
                  <c:v>123.18</c:v>
                </c:pt>
                <c:pt idx="4564">
                  <c:v>123.17</c:v>
                </c:pt>
                <c:pt idx="4565">
                  <c:v>122.42</c:v>
                </c:pt>
                <c:pt idx="4566">
                  <c:v>122.47</c:v>
                </c:pt>
                <c:pt idx="4567">
                  <c:v>122.7</c:v>
                </c:pt>
                <c:pt idx="4568">
                  <c:v>122.95</c:v>
                </c:pt>
                <c:pt idx="4569">
                  <c:v>123.34</c:v>
                </c:pt>
                <c:pt idx="4570">
                  <c:v>123.41</c:v>
                </c:pt>
                <c:pt idx="4571">
                  <c:v>121.74</c:v>
                </c:pt>
                <c:pt idx="4572">
                  <c:v>122.49</c:v>
                </c:pt>
                <c:pt idx="4573">
                  <c:v>122.42</c:v>
                </c:pt>
                <c:pt idx="4574">
                  <c:v>121.93</c:v>
                </c:pt>
                <c:pt idx="4575">
                  <c:v>121.9</c:v>
                </c:pt>
                <c:pt idx="4576">
                  <c:v>122.34</c:v>
                </c:pt>
                <c:pt idx="4577">
                  <c:v>121.95</c:v>
                </c:pt>
                <c:pt idx="4578">
                  <c:v>122.01</c:v>
                </c:pt>
                <c:pt idx="4579">
                  <c:v>121.28</c:v>
                </c:pt>
                <c:pt idx="4580">
                  <c:v>121.1</c:v>
                </c:pt>
                <c:pt idx="4581">
                  <c:v>120.26</c:v>
                </c:pt>
                <c:pt idx="4582">
                  <c:v>120.5</c:v>
                </c:pt>
                <c:pt idx="4583">
                  <c:v>118.68</c:v>
                </c:pt>
                <c:pt idx="4584">
                  <c:v>118.63</c:v>
                </c:pt>
                <c:pt idx="4585">
                  <c:v>119.06</c:v>
                </c:pt>
                <c:pt idx="4586">
                  <c:v>118.62</c:v>
                </c:pt>
                <c:pt idx="4587">
                  <c:v>118.96</c:v>
                </c:pt>
                <c:pt idx="4588">
                  <c:v>119.21</c:v>
                </c:pt>
                <c:pt idx="4589">
                  <c:v>118.06</c:v>
                </c:pt>
                <c:pt idx="4590">
                  <c:v>118.88</c:v>
                </c:pt>
                <c:pt idx="4591">
                  <c:v>118.84</c:v>
                </c:pt>
                <c:pt idx="4592">
                  <c:v>119.73</c:v>
                </c:pt>
                <c:pt idx="4593">
                  <c:v>118.16</c:v>
                </c:pt>
                <c:pt idx="4594">
                  <c:v>118.4</c:v>
                </c:pt>
                <c:pt idx="4595">
                  <c:v>118.25</c:v>
                </c:pt>
                <c:pt idx="4596">
                  <c:v>117.58</c:v>
                </c:pt>
                <c:pt idx="4597">
                  <c:v>116.61</c:v>
                </c:pt>
                <c:pt idx="4598">
                  <c:v>113.89</c:v>
                </c:pt>
                <c:pt idx="4599">
                  <c:v>114.36</c:v>
                </c:pt>
                <c:pt idx="4600">
                  <c:v>114.88</c:v>
                </c:pt>
                <c:pt idx="4601">
                  <c:v>114.44</c:v>
                </c:pt>
                <c:pt idx="4602">
                  <c:v>115.34</c:v>
                </c:pt>
                <c:pt idx="4603">
                  <c:v>116.2</c:v>
                </c:pt>
                <c:pt idx="4604">
                  <c:v>116.45</c:v>
                </c:pt>
                <c:pt idx="4605">
                  <c:v>115.86</c:v>
                </c:pt>
                <c:pt idx="4606">
                  <c:v>114.27</c:v>
                </c:pt>
                <c:pt idx="4607">
                  <c:v>116.18</c:v>
                </c:pt>
                <c:pt idx="4608">
                  <c:v>115.86</c:v>
                </c:pt>
                <c:pt idx="4609">
                  <c:v>115.77</c:v>
                </c:pt>
                <c:pt idx="4610">
                  <c:v>115.97</c:v>
                </c:pt>
                <c:pt idx="4611">
                  <c:v>116.33</c:v>
                </c:pt>
                <c:pt idx="4612">
                  <c:v>115.28</c:v>
                </c:pt>
                <c:pt idx="4613">
                  <c:v>115.38</c:v>
                </c:pt>
                <c:pt idx="4614">
                  <c:v>113.38</c:v>
                </c:pt>
                <c:pt idx="4615">
                  <c:v>113.72</c:v>
                </c:pt>
                <c:pt idx="4616">
                  <c:v>114.27</c:v>
                </c:pt>
                <c:pt idx="4617">
                  <c:v>114.26</c:v>
                </c:pt>
                <c:pt idx="4618">
                  <c:v>115.09</c:v>
                </c:pt>
                <c:pt idx="4619">
                  <c:v>115.37</c:v>
                </c:pt>
                <c:pt idx="4620">
                  <c:v>115.12</c:v>
                </c:pt>
                <c:pt idx="4621">
                  <c:v>116.08</c:v>
                </c:pt>
                <c:pt idx="4622">
                  <c:v>116.1</c:v>
                </c:pt>
                <c:pt idx="4623">
                  <c:v>114.76</c:v>
                </c:pt>
                <c:pt idx="4624">
                  <c:v>115.5</c:v>
                </c:pt>
                <c:pt idx="4625">
                  <c:v>114.87</c:v>
                </c:pt>
                <c:pt idx="4626">
                  <c:v>114.78</c:v>
                </c:pt>
                <c:pt idx="4627">
                  <c:v>115.56</c:v>
                </c:pt>
                <c:pt idx="4628">
                  <c:v>115.63</c:v>
                </c:pt>
                <c:pt idx="4629">
                  <c:v>114.81</c:v>
                </c:pt>
                <c:pt idx="4630">
                  <c:v>115.74</c:v>
                </c:pt>
                <c:pt idx="4631">
                  <c:v>115.75</c:v>
                </c:pt>
                <c:pt idx="4632">
                  <c:v>116.75</c:v>
                </c:pt>
                <c:pt idx="4633">
                  <c:v>116.46</c:v>
                </c:pt>
                <c:pt idx="4634">
                  <c:v>116.97</c:v>
                </c:pt>
                <c:pt idx="4635">
                  <c:v>117.42</c:v>
                </c:pt>
                <c:pt idx="4636">
                  <c:v>117.14</c:v>
                </c:pt>
                <c:pt idx="4637">
                  <c:v>117.25</c:v>
                </c:pt>
                <c:pt idx="4638">
                  <c:v>117.28</c:v>
                </c:pt>
                <c:pt idx="4639">
                  <c:v>117.61</c:v>
                </c:pt>
                <c:pt idx="4640">
                  <c:v>117.4</c:v>
                </c:pt>
                <c:pt idx="4641">
                  <c:v>116.92</c:v>
                </c:pt>
                <c:pt idx="4642">
                  <c:v>116.68</c:v>
                </c:pt>
                <c:pt idx="4643">
                  <c:v>115.63</c:v>
                </c:pt>
                <c:pt idx="4644">
                  <c:v>114.52</c:v>
                </c:pt>
                <c:pt idx="4645">
                  <c:v>114.55</c:v>
                </c:pt>
                <c:pt idx="4646">
                  <c:v>114.78</c:v>
                </c:pt>
                <c:pt idx="4647">
                  <c:v>114.27</c:v>
                </c:pt>
                <c:pt idx="4648">
                  <c:v>114.18</c:v>
                </c:pt>
                <c:pt idx="4649">
                  <c:v>114.19</c:v>
                </c:pt>
                <c:pt idx="4650">
                  <c:v>114.66</c:v>
                </c:pt>
                <c:pt idx="4651">
                  <c:v>114.64</c:v>
                </c:pt>
                <c:pt idx="4652">
                  <c:v>115.44</c:v>
                </c:pt>
                <c:pt idx="4653">
                  <c:v>114.67</c:v>
                </c:pt>
                <c:pt idx="4654">
                  <c:v>114.86</c:v>
                </c:pt>
                <c:pt idx="4655">
                  <c:v>114.55</c:v>
                </c:pt>
                <c:pt idx="4656">
                  <c:v>114.73</c:v>
                </c:pt>
                <c:pt idx="4657">
                  <c:v>112.63</c:v>
                </c:pt>
                <c:pt idx="4658">
                  <c:v>112.6</c:v>
                </c:pt>
                <c:pt idx="4659">
                  <c:v>110.69</c:v>
                </c:pt>
                <c:pt idx="4660">
                  <c:v>109.41</c:v>
                </c:pt>
                <c:pt idx="4661">
                  <c:v>110.9</c:v>
                </c:pt>
                <c:pt idx="4662">
                  <c:v>111.33</c:v>
                </c:pt>
                <c:pt idx="4663">
                  <c:v>110.31</c:v>
                </c:pt>
                <c:pt idx="4664">
                  <c:v>111.09</c:v>
                </c:pt>
                <c:pt idx="4665">
                  <c:v>109.77</c:v>
                </c:pt>
                <c:pt idx="4666">
                  <c:v>109.98</c:v>
                </c:pt>
                <c:pt idx="4667">
                  <c:v>108.42</c:v>
                </c:pt>
                <c:pt idx="4668">
                  <c:v>108.44</c:v>
                </c:pt>
                <c:pt idx="4669">
                  <c:v>108.29</c:v>
                </c:pt>
                <c:pt idx="4670">
                  <c:v>107.41</c:v>
                </c:pt>
                <c:pt idx="4671">
                  <c:v>108.97</c:v>
                </c:pt>
                <c:pt idx="4672">
                  <c:v>110.03</c:v>
                </c:pt>
                <c:pt idx="4673">
                  <c:v>109.94</c:v>
                </c:pt>
                <c:pt idx="4674">
                  <c:v>111.24</c:v>
                </c:pt>
                <c:pt idx="4675">
                  <c:v>110.47</c:v>
                </c:pt>
                <c:pt idx="4676">
                  <c:v>109.87</c:v>
                </c:pt>
                <c:pt idx="4677">
                  <c:v>110.9</c:v>
                </c:pt>
                <c:pt idx="4678">
                  <c:v>111.32</c:v>
                </c:pt>
                <c:pt idx="4679">
                  <c:v>111.69</c:v>
                </c:pt>
                <c:pt idx="4680">
                  <c:v>111.71</c:v>
                </c:pt>
                <c:pt idx="4681">
                  <c:v>110.66</c:v>
                </c:pt>
                <c:pt idx="4682">
                  <c:v>112.24</c:v>
                </c:pt>
                <c:pt idx="4683">
                  <c:v>112.22</c:v>
                </c:pt>
                <c:pt idx="4684">
                  <c:v>113.28</c:v>
                </c:pt>
                <c:pt idx="4685">
                  <c:v>112.95</c:v>
                </c:pt>
                <c:pt idx="4686">
                  <c:v>113.4</c:v>
                </c:pt>
                <c:pt idx="4687">
                  <c:v>113.43</c:v>
                </c:pt>
                <c:pt idx="4688">
                  <c:v>113.14</c:v>
                </c:pt>
                <c:pt idx="4689">
                  <c:v>114.05</c:v>
                </c:pt>
                <c:pt idx="4690">
                  <c:v>114.3</c:v>
                </c:pt>
                <c:pt idx="4691">
                  <c:v>114.13</c:v>
                </c:pt>
                <c:pt idx="4692">
                  <c:v>114.34</c:v>
                </c:pt>
                <c:pt idx="4693">
                  <c:v>113.73</c:v>
                </c:pt>
                <c:pt idx="4694">
                  <c:v>112.29</c:v>
                </c:pt>
                <c:pt idx="4695">
                  <c:v>111.75</c:v>
                </c:pt>
                <c:pt idx="4696">
                  <c:v>111.65</c:v>
                </c:pt>
                <c:pt idx="4697">
                  <c:v>109.66</c:v>
                </c:pt>
                <c:pt idx="4698">
                  <c:v>109.32</c:v>
                </c:pt>
                <c:pt idx="4699">
                  <c:v>108.6</c:v>
                </c:pt>
                <c:pt idx="4700">
                  <c:v>109.18</c:v>
                </c:pt>
                <c:pt idx="4701">
                  <c:v>108.9</c:v>
                </c:pt>
                <c:pt idx="4702">
                  <c:v>110.05</c:v>
                </c:pt>
                <c:pt idx="4703">
                  <c:v>109.34</c:v>
                </c:pt>
                <c:pt idx="4704">
                  <c:v>108.84</c:v>
                </c:pt>
                <c:pt idx="4705">
                  <c:v>108.17</c:v>
                </c:pt>
                <c:pt idx="4706">
                  <c:v>106.79</c:v>
                </c:pt>
                <c:pt idx="4707">
                  <c:v>107.64</c:v>
                </c:pt>
                <c:pt idx="4708">
                  <c:v>106.54</c:v>
                </c:pt>
                <c:pt idx="4709">
                  <c:v>106.87</c:v>
                </c:pt>
                <c:pt idx="4710">
                  <c:v>105.99</c:v>
                </c:pt>
                <c:pt idx="4711">
                  <c:v>106.44</c:v>
                </c:pt>
                <c:pt idx="4712">
                  <c:v>106.72</c:v>
                </c:pt>
                <c:pt idx="4713">
                  <c:v>107.18</c:v>
                </c:pt>
                <c:pt idx="4714">
                  <c:v>106.73</c:v>
                </c:pt>
                <c:pt idx="4715">
                  <c:v>106.9</c:v>
                </c:pt>
                <c:pt idx="4716">
                  <c:v>107.11</c:v>
                </c:pt>
                <c:pt idx="4717">
                  <c:v>106.23</c:v>
                </c:pt>
                <c:pt idx="4718">
                  <c:v>106.45</c:v>
                </c:pt>
                <c:pt idx="4719">
                  <c:v>106.49</c:v>
                </c:pt>
                <c:pt idx="4720">
                  <c:v>106.71</c:v>
                </c:pt>
                <c:pt idx="4721">
                  <c:v>106.82</c:v>
                </c:pt>
                <c:pt idx="4722">
                  <c:v>106.54</c:v>
                </c:pt>
                <c:pt idx="4723">
                  <c:v>107.49</c:v>
                </c:pt>
                <c:pt idx="4724">
                  <c:v>107.3</c:v>
                </c:pt>
                <c:pt idx="4725">
                  <c:v>106.97</c:v>
                </c:pt>
                <c:pt idx="4726">
                  <c:v>107.31</c:v>
                </c:pt>
                <c:pt idx="4727">
                  <c:v>108.34</c:v>
                </c:pt>
                <c:pt idx="4728">
                  <c:v>107.87</c:v>
                </c:pt>
                <c:pt idx="4729">
                  <c:v>107.82</c:v>
                </c:pt>
                <c:pt idx="4730">
                  <c:v>108.23</c:v>
                </c:pt>
                <c:pt idx="4731">
                  <c:v>107.78</c:v>
                </c:pt>
                <c:pt idx="4732">
                  <c:v>108.12</c:v>
                </c:pt>
                <c:pt idx="4733">
                  <c:v>107.4</c:v>
                </c:pt>
                <c:pt idx="4734">
                  <c:v>107.17</c:v>
                </c:pt>
                <c:pt idx="4735">
                  <c:v>108.07</c:v>
                </c:pt>
                <c:pt idx="4736">
                  <c:v>107.28</c:v>
                </c:pt>
                <c:pt idx="4737">
                  <c:v>106.49</c:v>
                </c:pt>
                <c:pt idx="4738">
                  <c:v>105.37</c:v>
                </c:pt>
                <c:pt idx="4739">
                  <c:v>103.74</c:v>
                </c:pt>
                <c:pt idx="4740">
                  <c:v>103.49</c:v>
                </c:pt>
                <c:pt idx="4741">
                  <c:v>103.37</c:v>
                </c:pt>
                <c:pt idx="4742">
                  <c:v>104.02</c:v>
                </c:pt>
                <c:pt idx="4743">
                  <c:v>102.67</c:v>
                </c:pt>
                <c:pt idx="4744">
                  <c:v>102.67</c:v>
                </c:pt>
                <c:pt idx="4745">
                  <c:v>101.76</c:v>
                </c:pt>
                <c:pt idx="4746">
                  <c:v>103.42</c:v>
                </c:pt>
                <c:pt idx="4747">
                  <c:v>101.8</c:v>
                </c:pt>
                <c:pt idx="4748">
                  <c:v>100.65</c:v>
                </c:pt>
                <c:pt idx="4749">
                  <c:v>99.09</c:v>
                </c:pt>
                <c:pt idx="4750">
                  <c:v>97.33</c:v>
                </c:pt>
                <c:pt idx="4751">
                  <c:v>99.86</c:v>
                </c:pt>
                <c:pt idx="4752">
                  <c:v>99.04</c:v>
                </c:pt>
                <c:pt idx="4753">
                  <c:v>99.51</c:v>
                </c:pt>
                <c:pt idx="4754">
                  <c:v>99.58</c:v>
                </c:pt>
                <c:pt idx="4755">
                  <c:v>100.75</c:v>
                </c:pt>
                <c:pt idx="4756">
                  <c:v>99.98</c:v>
                </c:pt>
                <c:pt idx="4757">
                  <c:v>99.2</c:v>
                </c:pt>
                <c:pt idx="4758">
                  <c:v>99.65</c:v>
                </c:pt>
                <c:pt idx="4759">
                  <c:v>99.23</c:v>
                </c:pt>
                <c:pt idx="4760">
                  <c:v>99.7</c:v>
                </c:pt>
                <c:pt idx="4761">
                  <c:v>101.85</c:v>
                </c:pt>
                <c:pt idx="4762">
                  <c:v>102.36</c:v>
                </c:pt>
                <c:pt idx="4763">
                  <c:v>102.26</c:v>
                </c:pt>
                <c:pt idx="4764">
                  <c:v>101.47</c:v>
                </c:pt>
                <c:pt idx="4765">
                  <c:v>102.4</c:v>
                </c:pt>
                <c:pt idx="4766">
                  <c:v>102.66</c:v>
                </c:pt>
                <c:pt idx="4767">
                  <c:v>101.81</c:v>
                </c:pt>
                <c:pt idx="4768">
                  <c:v>101.95</c:v>
                </c:pt>
                <c:pt idx="4769">
                  <c:v>100.96</c:v>
                </c:pt>
                <c:pt idx="4770">
                  <c:v>101.1</c:v>
                </c:pt>
                <c:pt idx="4771">
                  <c:v>101.83</c:v>
                </c:pt>
                <c:pt idx="4772">
                  <c:v>101.83</c:v>
                </c:pt>
                <c:pt idx="4773">
                  <c:v>102.48</c:v>
                </c:pt>
                <c:pt idx="4774">
                  <c:v>103.67</c:v>
                </c:pt>
                <c:pt idx="4775">
                  <c:v>103.27</c:v>
                </c:pt>
                <c:pt idx="4776">
                  <c:v>103.03</c:v>
                </c:pt>
                <c:pt idx="4777">
                  <c:v>103.38</c:v>
                </c:pt>
                <c:pt idx="4778">
                  <c:v>104.27</c:v>
                </c:pt>
                <c:pt idx="4779">
                  <c:v>104.43</c:v>
                </c:pt>
                <c:pt idx="4780">
                  <c:v>104.19</c:v>
                </c:pt>
                <c:pt idx="4781">
                  <c:v>104.02</c:v>
                </c:pt>
                <c:pt idx="4782">
                  <c:v>103.92</c:v>
                </c:pt>
                <c:pt idx="4783">
                  <c:v>104.43</c:v>
                </c:pt>
                <c:pt idx="4784">
                  <c:v>105.4</c:v>
                </c:pt>
                <c:pt idx="4785">
                  <c:v>104.86</c:v>
                </c:pt>
                <c:pt idx="4786">
                  <c:v>104.78</c:v>
                </c:pt>
                <c:pt idx="4787">
                  <c:v>104.73</c:v>
                </c:pt>
                <c:pt idx="4788">
                  <c:v>103.74</c:v>
                </c:pt>
                <c:pt idx="4789">
                  <c:v>102.87</c:v>
                </c:pt>
                <c:pt idx="4790">
                  <c:v>103.75</c:v>
                </c:pt>
                <c:pt idx="4791">
                  <c:v>104.75</c:v>
                </c:pt>
                <c:pt idx="4792">
                  <c:v>105.04</c:v>
                </c:pt>
                <c:pt idx="4793">
                  <c:v>104.75</c:v>
                </c:pt>
                <c:pt idx="4794">
                  <c:v>104.05</c:v>
                </c:pt>
                <c:pt idx="4795">
                  <c:v>104.33</c:v>
                </c:pt>
                <c:pt idx="4796">
                  <c:v>103.68</c:v>
                </c:pt>
                <c:pt idx="4797">
                  <c:v>103.06</c:v>
                </c:pt>
                <c:pt idx="4798">
                  <c:v>104.08</c:v>
                </c:pt>
                <c:pt idx="4799">
                  <c:v>103.38</c:v>
                </c:pt>
                <c:pt idx="4800">
                  <c:v>103.44</c:v>
                </c:pt>
                <c:pt idx="4801">
                  <c:v>104.24</c:v>
                </c:pt>
                <c:pt idx="4802">
                  <c:v>104.69</c:v>
                </c:pt>
                <c:pt idx="4803">
                  <c:v>105.51</c:v>
                </c:pt>
                <c:pt idx="4804">
                  <c:v>105.52</c:v>
                </c:pt>
                <c:pt idx="4805">
                  <c:v>104.43</c:v>
                </c:pt>
                <c:pt idx="4806">
                  <c:v>105.09</c:v>
                </c:pt>
                <c:pt idx="4807">
                  <c:v>105.23</c:v>
                </c:pt>
                <c:pt idx="4808">
                  <c:v>105.94</c:v>
                </c:pt>
                <c:pt idx="4809">
                  <c:v>104.93</c:v>
                </c:pt>
                <c:pt idx="4810">
                  <c:v>106.31</c:v>
                </c:pt>
                <c:pt idx="4811">
                  <c:v>107.44</c:v>
                </c:pt>
                <c:pt idx="4812">
                  <c:v>106.97</c:v>
                </c:pt>
                <c:pt idx="4813">
                  <c:v>107.96</c:v>
                </c:pt>
                <c:pt idx="4814">
                  <c:v>108.19</c:v>
                </c:pt>
                <c:pt idx="4815">
                  <c:v>108.22</c:v>
                </c:pt>
                <c:pt idx="4816">
                  <c:v>107.93</c:v>
                </c:pt>
                <c:pt idx="4817">
                  <c:v>107.88</c:v>
                </c:pt>
                <c:pt idx="4818">
                  <c:v>108.01</c:v>
                </c:pt>
                <c:pt idx="4819">
                  <c:v>107.34</c:v>
                </c:pt>
                <c:pt idx="4820">
                  <c:v>107.85</c:v>
                </c:pt>
                <c:pt idx="4821">
                  <c:v>107.82</c:v>
                </c:pt>
                <c:pt idx="4822">
                  <c:v>107.81</c:v>
                </c:pt>
                <c:pt idx="4823">
                  <c:v>106.81</c:v>
                </c:pt>
                <c:pt idx="4824">
                  <c:v>106.14</c:v>
                </c:pt>
                <c:pt idx="4825">
                  <c:v>106.21</c:v>
                </c:pt>
                <c:pt idx="4826">
                  <c:v>106.13</c:v>
                </c:pt>
                <c:pt idx="4827">
                  <c:v>105.92</c:v>
                </c:pt>
                <c:pt idx="4828">
                  <c:v>106.73</c:v>
                </c:pt>
                <c:pt idx="4829">
                  <c:v>106.81</c:v>
                </c:pt>
                <c:pt idx="4830">
                  <c:v>107.18</c:v>
                </c:pt>
                <c:pt idx="4831">
                  <c:v>107.51</c:v>
                </c:pt>
                <c:pt idx="4832">
                  <c:v>106.76</c:v>
                </c:pt>
                <c:pt idx="4833">
                  <c:v>107.07</c:v>
                </c:pt>
                <c:pt idx="4834">
                  <c:v>106.28</c:v>
                </c:pt>
                <c:pt idx="4835">
                  <c:v>106.14</c:v>
                </c:pt>
                <c:pt idx="4836">
                  <c:v>104.73</c:v>
                </c:pt>
                <c:pt idx="4837">
                  <c:v>105.13</c:v>
                </c:pt>
                <c:pt idx="4838">
                  <c:v>106.28</c:v>
                </c:pt>
                <c:pt idx="4839">
                  <c:v>106.97</c:v>
                </c:pt>
                <c:pt idx="4840">
                  <c:v>106.45</c:v>
                </c:pt>
                <c:pt idx="4841">
                  <c:v>107.33</c:v>
                </c:pt>
                <c:pt idx="4842">
                  <c:v>107.9</c:v>
                </c:pt>
                <c:pt idx="4843">
                  <c:v>107.33</c:v>
                </c:pt>
                <c:pt idx="4844">
                  <c:v>107.84</c:v>
                </c:pt>
                <c:pt idx="4845">
                  <c:v>107.46</c:v>
                </c:pt>
                <c:pt idx="4846">
                  <c:v>108.11</c:v>
                </c:pt>
                <c:pt idx="4847">
                  <c:v>108.13</c:v>
                </c:pt>
                <c:pt idx="4848">
                  <c:v>107.92</c:v>
                </c:pt>
                <c:pt idx="4849">
                  <c:v>107.71</c:v>
                </c:pt>
                <c:pt idx="4850">
                  <c:v>108.27</c:v>
                </c:pt>
                <c:pt idx="4851">
                  <c:v>108.35</c:v>
                </c:pt>
                <c:pt idx="4852">
                  <c:v>109.8</c:v>
                </c:pt>
                <c:pt idx="4853">
                  <c:v>109.44</c:v>
                </c:pt>
                <c:pt idx="4854">
                  <c:v>110.18</c:v>
                </c:pt>
                <c:pt idx="4855">
                  <c:v>110.06</c:v>
                </c:pt>
                <c:pt idx="4856">
                  <c:v>109.27</c:v>
                </c:pt>
                <c:pt idx="4857">
                  <c:v>109.53</c:v>
                </c:pt>
                <c:pt idx="4858">
                  <c:v>109.74</c:v>
                </c:pt>
                <c:pt idx="4859">
                  <c:v>110.54</c:v>
                </c:pt>
                <c:pt idx="4860">
                  <c:v>110.13</c:v>
                </c:pt>
                <c:pt idx="4861">
                  <c:v>109.72</c:v>
                </c:pt>
                <c:pt idx="4862">
                  <c:v>109.86</c:v>
                </c:pt>
                <c:pt idx="4863">
                  <c:v>108.44</c:v>
                </c:pt>
                <c:pt idx="4864">
                  <c:v>110.08</c:v>
                </c:pt>
                <c:pt idx="4865">
                  <c:v>109.31</c:v>
                </c:pt>
                <c:pt idx="4866">
                  <c:v>109.61</c:v>
                </c:pt>
                <c:pt idx="4867">
                  <c:v>109.49</c:v>
                </c:pt>
                <c:pt idx="4868">
                  <c:v>109.5</c:v>
                </c:pt>
                <c:pt idx="4869">
                  <c:v>108.8</c:v>
                </c:pt>
                <c:pt idx="4870">
                  <c:v>108.14</c:v>
                </c:pt>
                <c:pt idx="4871">
                  <c:v>108.61</c:v>
                </c:pt>
                <c:pt idx="4872">
                  <c:v>108.29</c:v>
                </c:pt>
                <c:pt idx="4873">
                  <c:v>107.08</c:v>
                </c:pt>
                <c:pt idx="4874">
                  <c:v>107.73</c:v>
                </c:pt>
                <c:pt idx="4875">
                  <c:v>108.28</c:v>
                </c:pt>
                <c:pt idx="4876">
                  <c:v>106.81</c:v>
                </c:pt>
                <c:pt idx="4877">
                  <c:v>107.7</c:v>
                </c:pt>
                <c:pt idx="4878">
                  <c:v>107.17</c:v>
                </c:pt>
                <c:pt idx="4879">
                  <c:v>107.95</c:v>
                </c:pt>
                <c:pt idx="4880">
                  <c:v>104.66</c:v>
                </c:pt>
                <c:pt idx="4881">
                  <c:v>105.65</c:v>
                </c:pt>
                <c:pt idx="4882">
                  <c:v>104.66</c:v>
                </c:pt>
                <c:pt idx="4883">
                  <c:v>105.44</c:v>
                </c:pt>
                <c:pt idx="4884">
                  <c:v>107.45</c:v>
                </c:pt>
                <c:pt idx="4885">
                  <c:v>105.52</c:v>
                </c:pt>
                <c:pt idx="4886">
                  <c:v>105.56</c:v>
                </c:pt>
                <c:pt idx="4887">
                  <c:v>106.11</c:v>
                </c:pt>
                <c:pt idx="4888">
                  <c:v>106.56</c:v>
                </c:pt>
                <c:pt idx="4889">
                  <c:v>106.01</c:v>
                </c:pt>
                <c:pt idx="4890">
                  <c:v>104.18</c:v>
                </c:pt>
                <c:pt idx="4891">
                  <c:v>106.11</c:v>
                </c:pt>
                <c:pt idx="4892">
                  <c:v>105.72</c:v>
                </c:pt>
                <c:pt idx="4893">
                  <c:v>105.34</c:v>
                </c:pt>
                <c:pt idx="4894">
                  <c:v>105.32</c:v>
                </c:pt>
                <c:pt idx="4895">
                  <c:v>101.82</c:v>
                </c:pt>
                <c:pt idx="4896">
                  <c:v>101.48</c:v>
                </c:pt>
                <c:pt idx="4897">
                  <c:v>99.14</c:v>
                </c:pt>
                <c:pt idx="4898">
                  <c:v>99.82</c:v>
                </c:pt>
                <c:pt idx="4899">
                  <c:v>100.67</c:v>
                </c:pt>
                <c:pt idx="4900">
                  <c:v>102.02</c:v>
                </c:pt>
                <c:pt idx="4901">
                  <c:v>102.08</c:v>
                </c:pt>
                <c:pt idx="4902">
                  <c:v>99.96</c:v>
                </c:pt>
                <c:pt idx="4903">
                  <c:v>101.58</c:v>
                </c:pt>
                <c:pt idx="4904">
                  <c:v>101.69</c:v>
                </c:pt>
                <c:pt idx="4905">
                  <c:v>101.87</c:v>
                </c:pt>
                <c:pt idx="4906">
                  <c:v>100.14</c:v>
                </c:pt>
                <c:pt idx="4907">
                  <c:v>97.67</c:v>
                </c:pt>
                <c:pt idx="4908">
                  <c:v>97.31</c:v>
                </c:pt>
                <c:pt idx="4909">
                  <c:v>94.32</c:v>
                </c:pt>
                <c:pt idx="4910">
                  <c:v>92.78</c:v>
                </c:pt>
                <c:pt idx="4911">
                  <c:v>98.03</c:v>
                </c:pt>
                <c:pt idx="4912">
                  <c:v>97.39</c:v>
                </c:pt>
                <c:pt idx="4913">
                  <c:v>98.61</c:v>
                </c:pt>
                <c:pt idx="4914">
                  <c:v>98.47</c:v>
                </c:pt>
                <c:pt idx="4915">
                  <c:v>99.12</c:v>
                </c:pt>
                <c:pt idx="4916">
                  <c:v>99.71</c:v>
                </c:pt>
                <c:pt idx="4917">
                  <c:v>97.95</c:v>
                </c:pt>
                <c:pt idx="4918">
                  <c:v>97.75</c:v>
                </c:pt>
                <c:pt idx="4919">
                  <c:v>98.24</c:v>
                </c:pt>
                <c:pt idx="4920">
                  <c:v>98.01</c:v>
                </c:pt>
                <c:pt idx="4921">
                  <c:v>97.66</c:v>
                </c:pt>
                <c:pt idx="4922">
                  <c:v>95.01</c:v>
                </c:pt>
                <c:pt idx="4923">
                  <c:v>97.68</c:v>
                </c:pt>
                <c:pt idx="4924">
                  <c:v>97.14</c:v>
                </c:pt>
                <c:pt idx="4925">
                  <c:v>96.44</c:v>
                </c:pt>
                <c:pt idx="4926">
                  <c:v>97.03</c:v>
                </c:pt>
                <c:pt idx="4927">
                  <c:v>95.74</c:v>
                </c:pt>
                <c:pt idx="4928">
                  <c:v>93.7</c:v>
                </c:pt>
                <c:pt idx="4929">
                  <c:v>95.96</c:v>
                </c:pt>
                <c:pt idx="4930">
                  <c:v>97.35</c:v>
                </c:pt>
                <c:pt idx="4931">
                  <c:v>95.23</c:v>
                </c:pt>
                <c:pt idx="4932">
                  <c:v>95.67</c:v>
                </c:pt>
                <c:pt idx="4933">
                  <c:v>95.19</c:v>
                </c:pt>
                <c:pt idx="4934">
                  <c:v>95.53</c:v>
                </c:pt>
                <c:pt idx="4935">
                  <c:v>93.19</c:v>
                </c:pt>
                <c:pt idx="4936">
                  <c:v>93.18</c:v>
                </c:pt>
                <c:pt idx="4937">
                  <c:v>93.3</c:v>
                </c:pt>
                <c:pt idx="4938">
                  <c:v>92.23</c:v>
                </c:pt>
                <c:pt idx="4939">
                  <c:v>92.84</c:v>
                </c:pt>
                <c:pt idx="4940">
                  <c:v>92.82</c:v>
                </c:pt>
                <c:pt idx="4941">
                  <c:v>92.13</c:v>
                </c:pt>
                <c:pt idx="4942">
                  <c:v>92.77</c:v>
                </c:pt>
                <c:pt idx="4943">
                  <c:v>91.46</c:v>
                </c:pt>
                <c:pt idx="4944">
                  <c:v>91.21</c:v>
                </c:pt>
                <c:pt idx="4945">
                  <c:v>90.65</c:v>
                </c:pt>
                <c:pt idx="4946">
                  <c:v>89.05</c:v>
                </c:pt>
                <c:pt idx="4947">
                  <c:v>87.24</c:v>
                </c:pt>
                <c:pt idx="4948">
                  <c:v>89.44</c:v>
                </c:pt>
                <c:pt idx="4949">
                  <c:v>89.32</c:v>
                </c:pt>
                <c:pt idx="4950">
                  <c:v>90.25</c:v>
                </c:pt>
                <c:pt idx="4951">
                  <c:v>90.98</c:v>
                </c:pt>
                <c:pt idx="4952">
                  <c:v>90.46</c:v>
                </c:pt>
                <c:pt idx="4953">
                  <c:v>90.38</c:v>
                </c:pt>
                <c:pt idx="4954">
                  <c:v>90.82</c:v>
                </c:pt>
                <c:pt idx="4955">
                  <c:v>90.68</c:v>
                </c:pt>
                <c:pt idx="4956">
                  <c:v>90.34</c:v>
                </c:pt>
                <c:pt idx="4957">
                  <c:v>90.64</c:v>
                </c:pt>
                <c:pt idx="4958">
                  <c:v>90.75</c:v>
                </c:pt>
                <c:pt idx="4959">
                  <c:v>91.84</c:v>
                </c:pt>
                <c:pt idx="4960">
                  <c:v>93.44</c:v>
                </c:pt>
                <c:pt idx="4961">
                  <c:v>93.65</c:v>
                </c:pt>
                <c:pt idx="4962">
                  <c:v>92.65</c:v>
                </c:pt>
                <c:pt idx="4963">
                  <c:v>91.21</c:v>
                </c:pt>
                <c:pt idx="4964">
                  <c:v>90.4</c:v>
                </c:pt>
                <c:pt idx="4965">
                  <c:v>89.22</c:v>
                </c:pt>
                <c:pt idx="4966">
                  <c:v>89.38</c:v>
                </c:pt>
                <c:pt idx="4967">
                  <c:v>89.05</c:v>
                </c:pt>
                <c:pt idx="4968">
                  <c:v>89.84</c:v>
                </c:pt>
                <c:pt idx="4969">
                  <c:v>90.72</c:v>
                </c:pt>
                <c:pt idx="4970">
                  <c:v>90.65</c:v>
                </c:pt>
                <c:pt idx="4971">
                  <c:v>89.76</c:v>
                </c:pt>
                <c:pt idx="4972">
                  <c:v>89.49</c:v>
                </c:pt>
                <c:pt idx="4973">
                  <c:v>88.92</c:v>
                </c:pt>
                <c:pt idx="4974">
                  <c:v>88.75</c:v>
                </c:pt>
                <c:pt idx="4975">
                  <c:v>89.1</c:v>
                </c:pt>
                <c:pt idx="4976">
                  <c:v>88.98</c:v>
                </c:pt>
                <c:pt idx="4977">
                  <c:v>90.27</c:v>
                </c:pt>
                <c:pt idx="4978">
                  <c:v>90.03</c:v>
                </c:pt>
                <c:pt idx="4979">
                  <c:v>89.92</c:v>
                </c:pt>
                <c:pt idx="4980">
                  <c:v>89.45</c:v>
                </c:pt>
                <c:pt idx="4981">
                  <c:v>89.44</c:v>
                </c:pt>
                <c:pt idx="4982">
                  <c:v>89.43</c:v>
                </c:pt>
                <c:pt idx="4983">
                  <c:v>91.23</c:v>
                </c:pt>
                <c:pt idx="4984">
                  <c:v>91.9</c:v>
                </c:pt>
                <c:pt idx="4985">
                  <c:v>91.47</c:v>
                </c:pt>
                <c:pt idx="4986">
                  <c:v>90.47</c:v>
                </c:pt>
                <c:pt idx="4987">
                  <c:v>90.4</c:v>
                </c:pt>
                <c:pt idx="4988">
                  <c:v>90.94</c:v>
                </c:pt>
                <c:pt idx="4989">
                  <c:v>91.93</c:v>
                </c:pt>
                <c:pt idx="4990">
                  <c:v>91.73</c:v>
                </c:pt>
                <c:pt idx="4991">
                  <c:v>92.41</c:v>
                </c:pt>
                <c:pt idx="4992">
                  <c:v>93.79</c:v>
                </c:pt>
                <c:pt idx="4993">
                  <c:v>94.2</c:v>
                </c:pt>
                <c:pt idx="4994">
                  <c:v>93.35</c:v>
                </c:pt>
                <c:pt idx="4995">
                  <c:v>94.61</c:v>
                </c:pt>
                <c:pt idx="4996">
                  <c:v>96.65</c:v>
                </c:pt>
                <c:pt idx="4997">
                  <c:v>97.39</c:v>
                </c:pt>
                <c:pt idx="4998">
                  <c:v>98.52</c:v>
                </c:pt>
                <c:pt idx="4999">
                  <c:v>97.58</c:v>
                </c:pt>
                <c:pt idx="5000">
                  <c:v>97.46</c:v>
                </c:pt>
                <c:pt idx="5001">
                  <c:v>98.17</c:v>
                </c:pt>
                <c:pt idx="5002">
                  <c:v>99.16</c:v>
                </c:pt>
                <c:pt idx="5003">
                  <c:v>98.07</c:v>
                </c:pt>
                <c:pt idx="5004">
                  <c:v>98.26</c:v>
                </c:pt>
                <c:pt idx="5005">
                  <c:v>98.85</c:v>
                </c:pt>
                <c:pt idx="5006">
                  <c:v>98.67</c:v>
                </c:pt>
                <c:pt idx="5007">
                  <c:v>97.28</c:v>
                </c:pt>
                <c:pt idx="5008">
                  <c:v>97.72</c:v>
                </c:pt>
                <c:pt idx="5009">
                  <c:v>97.95</c:v>
                </c:pt>
                <c:pt idx="5010">
                  <c:v>98.18</c:v>
                </c:pt>
                <c:pt idx="5011">
                  <c:v>98.6</c:v>
                </c:pt>
                <c:pt idx="5012">
                  <c:v>96.23</c:v>
                </c:pt>
                <c:pt idx="5013">
                  <c:v>94.52</c:v>
                </c:pt>
                <c:pt idx="5014">
                  <c:v>95.94</c:v>
                </c:pt>
                <c:pt idx="5015">
                  <c:v>96.95</c:v>
                </c:pt>
                <c:pt idx="5016">
                  <c:v>97.86</c:v>
                </c:pt>
                <c:pt idx="5017">
                  <c:v>97.54</c:v>
                </c:pt>
                <c:pt idx="5018">
                  <c:v>98.71</c:v>
                </c:pt>
                <c:pt idx="5019">
                  <c:v>97.86</c:v>
                </c:pt>
                <c:pt idx="5020">
                  <c:v>97.26</c:v>
                </c:pt>
                <c:pt idx="5021">
                  <c:v>98.96</c:v>
                </c:pt>
                <c:pt idx="5022">
                  <c:v>98.53</c:v>
                </c:pt>
                <c:pt idx="5023">
                  <c:v>99.52</c:v>
                </c:pt>
                <c:pt idx="5024">
                  <c:v>100.32</c:v>
                </c:pt>
                <c:pt idx="5025">
                  <c:v>100.99</c:v>
                </c:pt>
                <c:pt idx="5026">
                  <c:v>100.42</c:v>
                </c:pt>
                <c:pt idx="5027">
                  <c:v>99.76</c:v>
                </c:pt>
                <c:pt idx="5028">
                  <c:v>100.42</c:v>
                </c:pt>
                <c:pt idx="5029">
                  <c:v>100.25</c:v>
                </c:pt>
                <c:pt idx="5030">
                  <c:v>100.1</c:v>
                </c:pt>
                <c:pt idx="5031">
                  <c:v>98.98</c:v>
                </c:pt>
                <c:pt idx="5032">
                  <c:v>99.37</c:v>
                </c:pt>
                <c:pt idx="5033">
                  <c:v>99.28</c:v>
                </c:pt>
                <c:pt idx="5034">
                  <c:v>99.16</c:v>
                </c:pt>
                <c:pt idx="5035">
                  <c:v>97.89</c:v>
                </c:pt>
                <c:pt idx="5036">
                  <c:v>98.73</c:v>
                </c:pt>
                <c:pt idx="5037">
                  <c:v>98.02</c:v>
                </c:pt>
                <c:pt idx="5038">
                  <c:v>97.96</c:v>
                </c:pt>
                <c:pt idx="5039">
                  <c:v>97.17</c:v>
                </c:pt>
                <c:pt idx="5040">
                  <c:v>96.77</c:v>
                </c:pt>
                <c:pt idx="5041">
                  <c:v>96.45</c:v>
                </c:pt>
                <c:pt idx="5042">
                  <c:v>97.66</c:v>
                </c:pt>
                <c:pt idx="5043">
                  <c:v>98.63</c:v>
                </c:pt>
                <c:pt idx="5044">
                  <c:v>99.12</c:v>
                </c:pt>
                <c:pt idx="5045">
                  <c:v>98.8</c:v>
                </c:pt>
                <c:pt idx="5046">
                  <c:v>98.82</c:v>
                </c:pt>
                <c:pt idx="5047">
                  <c:v>98.31</c:v>
                </c:pt>
                <c:pt idx="5048">
                  <c:v>99.12</c:v>
                </c:pt>
                <c:pt idx="5049">
                  <c:v>98.47</c:v>
                </c:pt>
                <c:pt idx="5050">
                  <c:v>97.49</c:v>
                </c:pt>
                <c:pt idx="5051">
                  <c:v>96.45</c:v>
                </c:pt>
                <c:pt idx="5052">
                  <c:v>95.31</c:v>
                </c:pt>
                <c:pt idx="5053">
                  <c:v>95.8</c:v>
                </c:pt>
                <c:pt idx="5054">
                  <c:v>95.21</c:v>
                </c:pt>
                <c:pt idx="5055">
                  <c:v>96.31</c:v>
                </c:pt>
                <c:pt idx="5056">
                  <c:v>95.98</c:v>
                </c:pt>
                <c:pt idx="5057">
                  <c:v>94.88</c:v>
                </c:pt>
                <c:pt idx="5058">
                  <c:v>94.41</c:v>
                </c:pt>
                <c:pt idx="5059">
                  <c:v>94.78</c:v>
                </c:pt>
                <c:pt idx="5060">
                  <c:v>94.83</c:v>
                </c:pt>
                <c:pt idx="5061">
                  <c:v>95.03</c:v>
                </c:pt>
                <c:pt idx="5062">
                  <c:v>95.34</c:v>
                </c:pt>
                <c:pt idx="5063">
                  <c:v>96.86</c:v>
                </c:pt>
                <c:pt idx="5064">
                  <c:v>95.34</c:v>
                </c:pt>
                <c:pt idx="5065">
                  <c:v>96.59</c:v>
                </c:pt>
                <c:pt idx="5066">
                  <c:v>95.77</c:v>
                </c:pt>
                <c:pt idx="5067">
                  <c:v>95.99</c:v>
                </c:pt>
                <c:pt idx="5068">
                  <c:v>96.58</c:v>
                </c:pt>
                <c:pt idx="5069">
                  <c:v>98.64</c:v>
                </c:pt>
                <c:pt idx="5070">
                  <c:v>98.49</c:v>
                </c:pt>
                <c:pt idx="5071">
                  <c:v>97.38</c:v>
                </c:pt>
                <c:pt idx="5072">
                  <c:v>98.12</c:v>
                </c:pt>
                <c:pt idx="5073">
                  <c:v>97.64</c:v>
                </c:pt>
                <c:pt idx="5074">
                  <c:v>98.44</c:v>
                </c:pt>
                <c:pt idx="5075">
                  <c:v>97.84</c:v>
                </c:pt>
                <c:pt idx="5076">
                  <c:v>96.39</c:v>
                </c:pt>
                <c:pt idx="5077">
                  <c:v>95.75</c:v>
                </c:pt>
                <c:pt idx="5078">
                  <c:v>96.48</c:v>
                </c:pt>
                <c:pt idx="5079">
                  <c:v>96.27</c:v>
                </c:pt>
                <c:pt idx="5080">
                  <c:v>95.87</c:v>
                </c:pt>
                <c:pt idx="5081">
                  <c:v>95.22</c:v>
                </c:pt>
                <c:pt idx="5082">
                  <c:v>95.67</c:v>
                </c:pt>
                <c:pt idx="5083">
                  <c:v>95.95</c:v>
                </c:pt>
                <c:pt idx="5084">
                  <c:v>95.19</c:v>
                </c:pt>
                <c:pt idx="5085">
                  <c:v>96.06</c:v>
                </c:pt>
                <c:pt idx="5086">
                  <c:v>96.36</c:v>
                </c:pt>
                <c:pt idx="5087">
                  <c:v>96.66</c:v>
                </c:pt>
                <c:pt idx="5088">
                  <c:v>95.95</c:v>
                </c:pt>
                <c:pt idx="5089">
                  <c:v>96.04</c:v>
                </c:pt>
                <c:pt idx="5090">
                  <c:v>95.35</c:v>
                </c:pt>
                <c:pt idx="5091">
                  <c:v>94.9</c:v>
                </c:pt>
                <c:pt idx="5092">
                  <c:v>92.88</c:v>
                </c:pt>
                <c:pt idx="5093">
                  <c:v>93</c:v>
                </c:pt>
                <c:pt idx="5094">
                  <c:v>92.55</c:v>
                </c:pt>
                <c:pt idx="5095">
                  <c:v>92.97</c:v>
                </c:pt>
                <c:pt idx="5096">
                  <c:v>93.51</c:v>
                </c:pt>
                <c:pt idx="5097">
                  <c:v>94.23</c:v>
                </c:pt>
                <c:pt idx="5098">
                  <c:v>93.93</c:v>
                </c:pt>
                <c:pt idx="5099">
                  <c:v>94.2</c:v>
                </c:pt>
                <c:pt idx="5100">
                  <c:v>94.19</c:v>
                </c:pt>
                <c:pt idx="5101">
                  <c:v>93.75</c:v>
                </c:pt>
                <c:pt idx="5102">
                  <c:v>93.68</c:v>
                </c:pt>
                <c:pt idx="5103">
                  <c:v>94.93</c:v>
                </c:pt>
                <c:pt idx="5104">
                  <c:v>94.79</c:v>
                </c:pt>
                <c:pt idx="5105">
                  <c:v>95.19</c:v>
                </c:pt>
                <c:pt idx="5106">
                  <c:v>94.55</c:v>
                </c:pt>
                <c:pt idx="5107">
                  <c:v>94.99</c:v>
                </c:pt>
                <c:pt idx="5108">
                  <c:v>95.56</c:v>
                </c:pt>
                <c:pt idx="5109">
                  <c:v>94.68</c:v>
                </c:pt>
                <c:pt idx="5110">
                  <c:v>95.27</c:v>
                </c:pt>
                <c:pt idx="5111">
                  <c:v>95.23</c:v>
                </c:pt>
                <c:pt idx="5112">
                  <c:v>94.97</c:v>
                </c:pt>
                <c:pt idx="5113">
                  <c:v>95.46</c:v>
                </c:pt>
                <c:pt idx="5114">
                  <c:v>97.57</c:v>
                </c:pt>
                <c:pt idx="5115">
                  <c:v>97.15</c:v>
                </c:pt>
                <c:pt idx="5116">
                  <c:v>96</c:v>
                </c:pt>
                <c:pt idx="5117">
                  <c:v>96.06</c:v>
                </c:pt>
                <c:pt idx="5118">
                  <c:v>95.48</c:v>
                </c:pt>
                <c:pt idx="5119">
                  <c:v>94.94</c:v>
                </c:pt>
                <c:pt idx="5120">
                  <c:v>94.51</c:v>
                </c:pt>
                <c:pt idx="5121">
                  <c:v>94.69</c:v>
                </c:pt>
                <c:pt idx="5122">
                  <c:v>94.08</c:v>
                </c:pt>
                <c:pt idx="5123">
                  <c:v>94.2</c:v>
                </c:pt>
                <c:pt idx="5124">
                  <c:v>94.38</c:v>
                </c:pt>
                <c:pt idx="5125">
                  <c:v>94.56</c:v>
                </c:pt>
                <c:pt idx="5126">
                  <c:v>94.19</c:v>
                </c:pt>
                <c:pt idx="5127">
                  <c:v>94.26</c:v>
                </c:pt>
                <c:pt idx="5128">
                  <c:v>93.52</c:v>
                </c:pt>
                <c:pt idx="5129">
                  <c:v>93.6</c:v>
                </c:pt>
                <c:pt idx="5130">
                  <c:v>93.12</c:v>
                </c:pt>
                <c:pt idx="5131">
                  <c:v>92.92</c:v>
                </c:pt>
                <c:pt idx="5132">
                  <c:v>92.22</c:v>
                </c:pt>
                <c:pt idx="5133">
                  <c:v>92.64</c:v>
                </c:pt>
                <c:pt idx="5134">
                  <c:v>93.01</c:v>
                </c:pt>
                <c:pt idx="5135">
                  <c:v>93.08</c:v>
                </c:pt>
                <c:pt idx="5136">
                  <c:v>92.33</c:v>
                </c:pt>
                <c:pt idx="5137">
                  <c:v>92.04</c:v>
                </c:pt>
                <c:pt idx="5138">
                  <c:v>91.73</c:v>
                </c:pt>
                <c:pt idx="5139">
                  <c:v>90.71</c:v>
                </c:pt>
                <c:pt idx="5140">
                  <c:v>90.94</c:v>
                </c:pt>
                <c:pt idx="5141">
                  <c:v>91.05</c:v>
                </c:pt>
                <c:pt idx="5142">
                  <c:v>90.93</c:v>
                </c:pt>
                <c:pt idx="5143">
                  <c:v>91.08</c:v>
                </c:pt>
                <c:pt idx="5144">
                  <c:v>91.29</c:v>
                </c:pt>
                <c:pt idx="5145">
                  <c:v>91.93</c:v>
                </c:pt>
                <c:pt idx="5146">
                  <c:v>91.1</c:v>
                </c:pt>
                <c:pt idx="5147">
                  <c:v>91.29</c:v>
                </c:pt>
                <c:pt idx="5148">
                  <c:v>91.28</c:v>
                </c:pt>
                <c:pt idx="5149">
                  <c:v>89.64</c:v>
                </c:pt>
                <c:pt idx="5150">
                  <c:v>89.63</c:v>
                </c:pt>
                <c:pt idx="5151">
                  <c:v>90.09</c:v>
                </c:pt>
                <c:pt idx="5152">
                  <c:v>89.71</c:v>
                </c:pt>
                <c:pt idx="5153">
                  <c:v>89.61</c:v>
                </c:pt>
                <c:pt idx="5154">
                  <c:v>89.81</c:v>
                </c:pt>
                <c:pt idx="5155">
                  <c:v>89.54</c:v>
                </c:pt>
                <c:pt idx="5156">
                  <c:v>88.83</c:v>
                </c:pt>
                <c:pt idx="5157">
                  <c:v>88.61</c:v>
                </c:pt>
                <c:pt idx="5158">
                  <c:v>88.39</c:v>
                </c:pt>
                <c:pt idx="5159">
                  <c:v>89.79</c:v>
                </c:pt>
                <c:pt idx="5160">
                  <c:v>89.83</c:v>
                </c:pt>
                <c:pt idx="5161">
                  <c:v>89.71</c:v>
                </c:pt>
                <c:pt idx="5162">
                  <c:v>89.45</c:v>
                </c:pt>
                <c:pt idx="5163">
                  <c:v>90.56</c:v>
                </c:pt>
                <c:pt idx="5164">
                  <c:v>90.89</c:v>
                </c:pt>
                <c:pt idx="5165">
                  <c:v>90.55</c:v>
                </c:pt>
                <c:pt idx="5166">
                  <c:v>90.78</c:v>
                </c:pt>
                <c:pt idx="5167">
                  <c:v>90.97</c:v>
                </c:pt>
                <c:pt idx="5168">
                  <c:v>91.3</c:v>
                </c:pt>
                <c:pt idx="5169">
                  <c:v>92.06</c:v>
                </c:pt>
                <c:pt idx="5170">
                  <c:v>92.19</c:v>
                </c:pt>
                <c:pt idx="5171">
                  <c:v>91.8</c:v>
                </c:pt>
                <c:pt idx="5172">
                  <c:v>90.76</c:v>
                </c:pt>
                <c:pt idx="5173">
                  <c:v>91.41</c:v>
                </c:pt>
                <c:pt idx="5174">
                  <c:v>90.09</c:v>
                </c:pt>
                <c:pt idx="5175">
                  <c:v>90.21</c:v>
                </c:pt>
                <c:pt idx="5176">
                  <c:v>90.34</c:v>
                </c:pt>
                <c:pt idx="5177">
                  <c:v>90.73</c:v>
                </c:pt>
                <c:pt idx="5178">
                  <c:v>90.71</c:v>
                </c:pt>
                <c:pt idx="5179">
                  <c:v>89.88</c:v>
                </c:pt>
                <c:pt idx="5180">
                  <c:v>89.93</c:v>
                </c:pt>
                <c:pt idx="5181">
                  <c:v>89.81</c:v>
                </c:pt>
                <c:pt idx="5182">
                  <c:v>89.87</c:v>
                </c:pt>
                <c:pt idx="5183">
                  <c:v>90.37</c:v>
                </c:pt>
                <c:pt idx="5184">
                  <c:v>89.66</c:v>
                </c:pt>
                <c:pt idx="5185">
                  <c:v>89.06</c:v>
                </c:pt>
                <c:pt idx="5186">
                  <c:v>89.25</c:v>
                </c:pt>
                <c:pt idx="5187">
                  <c:v>89.32</c:v>
                </c:pt>
                <c:pt idx="5188">
                  <c:v>88.98</c:v>
                </c:pt>
                <c:pt idx="5189">
                  <c:v>88.89</c:v>
                </c:pt>
                <c:pt idx="5190">
                  <c:v>88.97</c:v>
                </c:pt>
                <c:pt idx="5191">
                  <c:v>88.5</c:v>
                </c:pt>
                <c:pt idx="5192">
                  <c:v>87.35</c:v>
                </c:pt>
                <c:pt idx="5193">
                  <c:v>86.59</c:v>
                </c:pt>
                <c:pt idx="5194">
                  <c:v>86.53</c:v>
                </c:pt>
                <c:pt idx="5195">
                  <c:v>86.41</c:v>
                </c:pt>
                <c:pt idx="5196">
                  <c:v>86.68</c:v>
                </c:pt>
                <c:pt idx="5197">
                  <c:v>87.39</c:v>
                </c:pt>
                <c:pt idx="5198">
                  <c:v>88.26</c:v>
                </c:pt>
                <c:pt idx="5199">
                  <c:v>90.56</c:v>
                </c:pt>
                <c:pt idx="5200">
                  <c:v>89.51</c:v>
                </c:pt>
                <c:pt idx="5201">
                  <c:v>88.43</c:v>
                </c:pt>
                <c:pt idx="5202">
                  <c:v>87.87</c:v>
                </c:pt>
                <c:pt idx="5203">
                  <c:v>88.2</c:v>
                </c:pt>
                <c:pt idx="5204">
                  <c:v>89.1</c:v>
                </c:pt>
                <c:pt idx="5205">
                  <c:v>88.62</c:v>
                </c:pt>
                <c:pt idx="5206">
                  <c:v>89.61</c:v>
                </c:pt>
                <c:pt idx="5207">
                  <c:v>89.78</c:v>
                </c:pt>
                <c:pt idx="5208">
                  <c:v>89.97</c:v>
                </c:pt>
                <c:pt idx="5209">
                  <c:v>90.5</c:v>
                </c:pt>
                <c:pt idx="5210">
                  <c:v>91.17</c:v>
                </c:pt>
                <c:pt idx="5211">
                  <c:v>91.84</c:v>
                </c:pt>
                <c:pt idx="5212">
                  <c:v>91.64</c:v>
                </c:pt>
                <c:pt idx="5213">
                  <c:v>91.54</c:v>
                </c:pt>
                <c:pt idx="5214">
                  <c:v>91.3</c:v>
                </c:pt>
                <c:pt idx="5215">
                  <c:v>91.63</c:v>
                </c:pt>
                <c:pt idx="5216">
                  <c:v>92</c:v>
                </c:pt>
                <c:pt idx="5217">
                  <c:v>92.44</c:v>
                </c:pt>
                <c:pt idx="5218">
                  <c:v>93.03</c:v>
                </c:pt>
                <c:pt idx="5219">
                  <c:v>93.04</c:v>
                </c:pt>
                <c:pt idx="5220">
                  <c:v>92.51</c:v>
                </c:pt>
                <c:pt idx="5221">
                  <c:v>91.72</c:v>
                </c:pt>
                <c:pt idx="5222">
                  <c:v>92.32</c:v>
                </c:pt>
                <c:pt idx="5223">
                  <c:v>93.37</c:v>
                </c:pt>
                <c:pt idx="5224">
                  <c:v>92.66</c:v>
                </c:pt>
                <c:pt idx="5225">
                  <c:v>92.09</c:v>
                </c:pt>
                <c:pt idx="5226">
                  <c:v>90.98</c:v>
                </c:pt>
                <c:pt idx="5227">
                  <c:v>91.37</c:v>
                </c:pt>
                <c:pt idx="5228">
                  <c:v>91.21</c:v>
                </c:pt>
                <c:pt idx="5229">
                  <c:v>90.77</c:v>
                </c:pt>
                <c:pt idx="5230">
                  <c:v>90.79</c:v>
                </c:pt>
                <c:pt idx="5231">
                  <c:v>91.15</c:v>
                </c:pt>
                <c:pt idx="5232">
                  <c:v>91.24</c:v>
                </c:pt>
                <c:pt idx="5233">
                  <c:v>90.43</c:v>
                </c:pt>
                <c:pt idx="5234">
                  <c:v>89.82</c:v>
                </c:pt>
                <c:pt idx="5235">
                  <c:v>90.28</c:v>
                </c:pt>
                <c:pt idx="5236">
                  <c:v>89.65</c:v>
                </c:pt>
                <c:pt idx="5237">
                  <c:v>90.01</c:v>
                </c:pt>
                <c:pt idx="5238">
                  <c:v>89.92</c:v>
                </c:pt>
                <c:pt idx="5239">
                  <c:v>90.27</c:v>
                </c:pt>
                <c:pt idx="5240">
                  <c:v>90.61</c:v>
                </c:pt>
                <c:pt idx="5241">
                  <c:v>90.38</c:v>
                </c:pt>
                <c:pt idx="5242">
                  <c:v>90.98</c:v>
                </c:pt>
                <c:pt idx="5243">
                  <c:v>89.06</c:v>
                </c:pt>
                <c:pt idx="5244">
                  <c:v>89.25</c:v>
                </c:pt>
                <c:pt idx="5245">
                  <c:v>89.26</c:v>
                </c:pt>
                <c:pt idx="5246">
                  <c:v>89.7</c:v>
                </c:pt>
                <c:pt idx="5247">
                  <c:v>89.94</c:v>
                </c:pt>
                <c:pt idx="5248">
                  <c:v>89.77</c:v>
                </c:pt>
                <c:pt idx="5249">
                  <c:v>89.96</c:v>
                </c:pt>
                <c:pt idx="5250">
                  <c:v>90.02</c:v>
                </c:pt>
                <c:pt idx="5251">
                  <c:v>90.14</c:v>
                </c:pt>
                <c:pt idx="5252">
                  <c:v>91.26</c:v>
                </c:pt>
                <c:pt idx="5253">
                  <c:v>91.81</c:v>
                </c:pt>
                <c:pt idx="5254">
                  <c:v>91.52</c:v>
                </c:pt>
                <c:pt idx="5255">
                  <c:v>91.14</c:v>
                </c:pt>
                <c:pt idx="5256">
                  <c:v>90.22</c:v>
                </c:pt>
                <c:pt idx="5257">
                  <c:v>90.15</c:v>
                </c:pt>
                <c:pt idx="5258">
                  <c:v>89.08</c:v>
                </c:pt>
                <c:pt idx="5259">
                  <c:v>88.97</c:v>
                </c:pt>
                <c:pt idx="5260">
                  <c:v>89.13</c:v>
                </c:pt>
                <c:pt idx="5261">
                  <c:v>88.85</c:v>
                </c:pt>
                <c:pt idx="5262">
                  <c:v>88.47</c:v>
                </c:pt>
                <c:pt idx="5263">
                  <c:v>89.02</c:v>
                </c:pt>
                <c:pt idx="5264">
                  <c:v>90.28</c:v>
                </c:pt>
                <c:pt idx="5265">
                  <c:v>90.31</c:v>
                </c:pt>
                <c:pt idx="5266">
                  <c:v>89.97</c:v>
                </c:pt>
                <c:pt idx="5267">
                  <c:v>90.52</c:v>
                </c:pt>
                <c:pt idx="5268">
                  <c:v>90.51</c:v>
                </c:pt>
                <c:pt idx="5269">
                  <c:v>90.56</c:v>
                </c:pt>
                <c:pt idx="5270">
                  <c:v>90.53</c:v>
                </c:pt>
                <c:pt idx="5271">
                  <c:v>90.31</c:v>
                </c:pt>
                <c:pt idx="5272">
                  <c:v>90.31</c:v>
                </c:pt>
                <c:pt idx="5273">
                  <c:v>90.39</c:v>
                </c:pt>
                <c:pt idx="5274">
                  <c:v>90.55</c:v>
                </c:pt>
                <c:pt idx="5275">
                  <c:v>90.14</c:v>
                </c:pt>
                <c:pt idx="5276">
                  <c:v>90.4</c:v>
                </c:pt>
                <c:pt idx="5277">
                  <c:v>92.3</c:v>
                </c:pt>
                <c:pt idx="5278">
                  <c:v>92.73</c:v>
                </c:pt>
                <c:pt idx="5279">
                  <c:v>92.52</c:v>
                </c:pt>
                <c:pt idx="5280">
                  <c:v>92.46</c:v>
                </c:pt>
                <c:pt idx="5281">
                  <c:v>92.77</c:v>
                </c:pt>
                <c:pt idx="5282">
                  <c:v>93.47</c:v>
                </c:pt>
                <c:pt idx="5283">
                  <c:v>93.82</c:v>
                </c:pt>
                <c:pt idx="5284">
                  <c:v>94.61</c:v>
                </c:pt>
                <c:pt idx="5285">
                  <c:v>94.37</c:v>
                </c:pt>
                <c:pt idx="5286">
                  <c:v>93.79</c:v>
                </c:pt>
                <c:pt idx="5287">
                  <c:v>93.36</c:v>
                </c:pt>
                <c:pt idx="5288">
                  <c:v>93.38</c:v>
                </c:pt>
                <c:pt idx="5289">
                  <c:v>93.18</c:v>
                </c:pt>
                <c:pt idx="5290">
                  <c:v>93.24</c:v>
                </c:pt>
                <c:pt idx="5291">
                  <c:v>93.2</c:v>
                </c:pt>
                <c:pt idx="5292">
                  <c:v>93.23</c:v>
                </c:pt>
                <c:pt idx="5293">
                  <c:v>93.03</c:v>
                </c:pt>
                <c:pt idx="5294">
                  <c:v>92.17</c:v>
                </c:pt>
                <c:pt idx="5295">
                  <c:v>92.4</c:v>
                </c:pt>
                <c:pt idx="5296">
                  <c:v>93.22</c:v>
                </c:pt>
                <c:pt idx="5297">
                  <c:v>93.19</c:v>
                </c:pt>
                <c:pt idx="5298">
                  <c:v>93.49</c:v>
                </c:pt>
                <c:pt idx="5299">
                  <c:v>93.97</c:v>
                </c:pt>
                <c:pt idx="5300">
                  <c:v>93.96</c:v>
                </c:pt>
                <c:pt idx="5301">
                  <c:v>93.27</c:v>
                </c:pt>
                <c:pt idx="5302">
                  <c:v>94.03</c:v>
                </c:pt>
                <c:pt idx="5303">
                  <c:v>94.03</c:v>
                </c:pt>
                <c:pt idx="5304">
                  <c:v>93.85</c:v>
                </c:pt>
                <c:pt idx="5305">
                  <c:v>94.54</c:v>
                </c:pt>
                <c:pt idx="5306">
                  <c:v>94.54</c:v>
                </c:pt>
                <c:pt idx="5307">
                  <c:v>93.81</c:v>
                </c:pt>
                <c:pt idx="5308">
                  <c:v>90.58</c:v>
                </c:pt>
                <c:pt idx="5309">
                  <c:v>91.59</c:v>
                </c:pt>
                <c:pt idx="5310">
                  <c:v>93.3</c:v>
                </c:pt>
                <c:pt idx="5311">
                  <c:v>92.65</c:v>
                </c:pt>
                <c:pt idx="5312">
                  <c:v>93.24</c:v>
                </c:pt>
                <c:pt idx="5313">
                  <c:v>92.75</c:v>
                </c:pt>
                <c:pt idx="5314">
                  <c:v>92.47</c:v>
                </c:pt>
                <c:pt idx="5315">
                  <c:v>92.59</c:v>
                </c:pt>
                <c:pt idx="5316">
                  <c:v>92.23</c:v>
                </c:pt>
                <c:pt idx="5317">
                  <c:v>91.71</c:v>
                </c:pt>
                <c:pt idx="5318">
                  <c:v>89.69</c:v>
                </c:pt>
                <c:pt idx="5319">
                  <c:v>90</c:v>
                </c:pt>
                <c:pt idx="5320">
                  <c:v>90.29</c:v>
                </c:pt>
                <c:pt idx="5321">
                  <c:v>90.23</c:v>
                </c:pt>
                <c:pt idx="5322">
                  <c:v>89.92</c:v>
                </c:pt>
                <c:pt idx="5323">
                  <c:v>91.04</c:v>
                </c:pt>
                <c:pt idx="5324">
                  <c:v>91.06</c:v>
                </c:pt>
                <c:pt idx="5325">
                  <c:v>91.27</c:v>
                </c:pt>
                <c:pt idx="5326">
                  <c:v>90.95</c:v>
                </c:pt>
                <c:pt idx="5327">
                  <c:v>92.13</c:v>
                </c:pt>
                <c:pt idx="5328">
                  <c:v>92.71</c:v>
                </c:pt>
                <c:pt idx="5329">
                  <c:v>91.9</c:v>
                </c:pt>
                <c:pt idx="5330">
                  <c:v>91.37</c:v>
                </c:pt>
                <c:pt idx="5331">
                  <c:v>91.46</c:v>
                </c:pt>
                <c:pt idx="5332">
                  <c:v>91.3</c:v>
                </c:pt>
                <c:pt idx="5333">
                  <c:v>91.34</c:v>
                </c:pt>
                <c:pt idx="5334">
                  <c:v>91.65</c:v>
                </c:pt>
                <c:pt idx="5335">
                  <c:v>91.58</c:v>
                </c:pt>
                <c:pt idx="5336">
                  <c:v>91.46</c:v>
                </c:pt>
                <c:pt idx="5337">
                  <c:v>91.44</c:v>
                </c:pt>
                <c:pt idx="5338">
                  <c:v>91.01</c:v>
                </c:pt>
                <c:pt idx="5339">
                  <c:v>90.71</c:v>
                </c:pt>
                <c:pt idx="5340">
                  <c:v>91.11</c:v>
                </c:pt>
                <c:pt idx="5341">
                  <c:v>90.57</c:v>
                </c:pt>
                <c:pt idx="5342">
                  <c:v>89.82</c:v>
                </c:pt>
                <c:pt idx="5343">
                  <c:v>89.61</c:v>
                </c:pt>
                <c:pt idx="5344">
                  <c:v>89.23</c:v>
                </c:pt>
                <c:pt idx="5345">
                  <c:v>89.37</c:v>
                </c:pt>
                <c:pt idx="5346">
                  <c:v>88.6</c:v>
                </c:pt>
                <c:pt idx="5347">
                  <c:v>88.43</c:v>
                </c:pt>
                <c:pt idx="5348">
                  <c:v>87.6</c:v>
                </c:pt>
                <c:pt idx="5349">
                  <c:v>87.75</c:v>
                </c:pt>
                <c:pt idx="5350">
                  <c:v>87.77</c:v>
                </c:pt>
                <c:pt idx="5351">
                  <c:v>87.52</c:v>
                </c:pt>
                <c:pt idx="5352">
                  <c:v>87.7</c:v>
                </c:pt>
                <c:pt idx="5353">
                  <c:v>88.36</c:v>
                </c:pt>
                <c:pt idx="5354">
                  <c:v>88.62</c:v>
                </c:pt>
                <c:pt idx="5355">
                  <c:v>88.62</c:v>
                </c:pt>
                <c:pt idx="5356">
                  <c:v>88.74</c:v>
                </c:pt>
                <c:pt idx="5357">
                  <c:v>88.41</c:v>
                </c:pt>
                <c:pt idx="5358">
                  <c:v>87.4</c:v>
                </c:pt>
                <c:pt idx="5359">
                  <c:v>86.57</c:v>
                </c:pt>
                <c:pt idx="5360">
                  <c:v>86.69</c:v>
                </c:pt>
                <c:pt idx="5361">
                  <c:v>87.51</c:v>
                </c:pt>
                <c:pt idx="5362">
                  <c:v>87.05</c:v>
                </c:pt>
                <c:pt idx="5363">
                  <c:v>86.95</c:v>
                </c:pt>
                <c:pt idx="5364">
                  <c:v>87.46</c:v>
                </c:pt>
                <c:pt idx="5365">
                  <c:v>86.88</c:v>
                </c:pt>
                <c:pt idx="5366">
                  <c:v>87.9</c:v>
                </c:pt>
                <c:pt idx="5367">
                  <c:v>87.47</c:v>
                </c:pt>
                <c:pt idx="5368">
                  <c:v>86.79</c:v>
                </c:pt>
                <c:pt idx="5369">
                  <c:v>86.47</c:v>
                </c:pt>
                <c:pt idx="5370">
                  <c:v>86.5</c:v>
                </c:pt>
                <c:pt idx="5371">
                  <c:v>85.79</c:v>
                </c:pt>
                <c:pt idx="5372">
                  <c:v>86.27</c:v>
                </c:pt>
                <c:pt idx="5373">
                  <c:v>85.82</c:v>
                </c:pt>
                <c:pt idx="5374">
                  <c:v>85.51</c:v>
                </c:pt>
                <c:pt idx="5375">
                  <c:v>85.94</c:v>
                </c:pt>
                <c:pt idx="5376">
                  <c:v>85.44</c:v>
                </c:pt>
                <c:pt idx="5377">
                  <c:v>85.32</c:v>
                </c:pt>
                <c:pt idx="5378">
                  <c:v>85.9</c:v>
                </c:pt>
                <c:pt idx="5379">
                  <c:v>86.2</c:v>
                </c:pt>
                <c:pt idx="5380">
                  <c:v>85.33</c:v>
                </c:pt>
                <c:pt idx="5381">
                  <c:v>85.53</c:v>
                </c:pt>
                <c:pt idx="5382">
                  <c:v>85.46</c:v>
                </c:pt>
                <c:pt idx="5383">
                  <c:v>85.39</c:v>
                </c:pt>
                <c:pt idx="5384">
                  <c:v>85.62</c:v>
                </c:pt>
                <c:pt idx="5385">
                  <c:v>85.16</c:v>
                </c:pt>
                <c:pt idx="5386">
                  <c:v>83.9</c:v>
                </c:pt>
                <c:pt idx="5387">
                  <c:v>84.58</c:v>
                </c:pt>
                <c:pt idx="5388">
                  <c:v>84.45</c:v>
                </c:pt>
                <c:pt idx="5389">
                  <c:v>85.23</c:v>
                </c:pt>
                <c:pt idx="5390">
                  <c:v>84.62</c:v>
                </c:pt>
                <c:pt idx="5391">
                  <c:v>84.2</c:v>
                </c:pt>
                <c:pt idx="5392">
                  <c:v>84.44</c:v>
                </c:pt>
                <c:pt idx="5393">
                  <c:v>84.28</c:v>
                </c:pt>
                <c:pt idx="5394">
                  <c:v>84.31</c:v>
                </c:pt>
                <c:pt idx="5395">
                  <c:v>84.21</c:v>
                </c:pt>
                <c:pt idx="5396">
                  <c:v>83.83</c:v>
                </c:pt>
                <c:pt idx="5397">
                  <c:v>83.88</c:v>
                </c:pt>
                <c:pt idx="5398">
                  <c:v>83.78</c:v>
                </c:pt>
                <c:pt idx="5399">
                  <c:v>84.15</c:v>
                </c:pt>
                <c:pt idx="5400">
                  <c:v>83.71</c:v>
                </c:pt>
                <c:pt idx="5401">
                  <c:v>83.04</c:v>
                </c:pt>
                <c:pt idx="5402">
                  <c:v>85.75</c:v>
                </c:pt>
                <c:pt idx="5403">
                  <c:v>85.78</c:v>
                </c:pt>
                <c:pt idx="5404">
                  <c:v>85.86</c:v>
                </c:pt>
                <c:pt idx="5405">
                  <c:v>85.69</c:v>
                </c:pt>
                <c:pt idx="5406">
                  <c:v>85.09</c:v>
                </c:pt>
                <c:pt idx="5407">
                  <c:v>84.5</c:v>
                </c:pt>
                <c:pt idx="5408">
                  <c:v>84.38</c:v>
                </c:pt>
                <c:pt idx="5409">
                  <c:v>84.21</c:v>
                </c:pt>
                <c:pt idx="5410">
                  <c:v>84.29</c:v>
                </c:pt>
                <c:pt idx="5411">
                  <c:v>83.87</c:v>
                </c:pt>
                <c:pt idx="5412">
                  <c:v>83.7</c:v>
                </c:pt>
                <c:pt idx="5413">
                  <c:v>83.53</c:v>
                </c:pt>
                <c:pt idx="5414">
                  <c:v>83.22</c:v>
                </c:pt>
                <c:pt idx="5415">
                  <c:v>83.36</c:v>
                </c:pt>
                <c:pt idx="5416">
                  <c:v>83.22</c:v>
                </c:pt>
                <c:pt idx="5417">
                  <c:v>82.93</c:v>
                </c:pt>
                <c:pt idx="5418">
                  <c:v>82.41</c:v>
                </c:pt>
                <c:pt idx="5419">
                  <c:v>81.93</c:v>
                </c:pt>
                <c:pt idx="5420">
                  <c:v>82.07</c:v>
                </c:pt>
                <c:pt idx="5421">
                  <c:v>81.72</c:v>
                </c:pt>
                <c:pt idx="5422">
                  <c:v>81.81</c:v>
                </c:pt>
                <c:pt idx="5423">
                  <c:v>81.48</c:v>
                </c:pt>
                <c:pt idx="5424">
                  <c:v>81.45</c:v>
                </c:pt>
                <c:pt idx="5425">
                  <c:v>81.27</c:v>
                </c:pt>
                <c:pt idx="5426">
                  <c:v>81.59</c:v>
                </c:pt>
                <c:pt idx="5427">
                  <c:v>81.09</c:v>
                </c:pt>
                <c:pt idx="5428">
                  <c:v>81.33</c:v>
                </c:pt>
                <c:pt idx="5429">
                  <c:v>81.38</c:v>
                </c:pt>
                <c:pt idx="5430">
                  <c:v>80.81</c:v>
                </c:pt>
                <c:pt idx="5431">
                  <c:v>81.430000000000007</c:v>
                </c:pt>
                <c:pt idx="5432">
                  <c:v>81.75</c:v>
                </c:pt>
                <c:pt idx="5433">
                  <c:v>81.03</c:v>
                </c:pt>
                <c:pt idx="5434">
                  <c:v>80.400000000000006</c:v>
                </c:pt>
                <c:pt idx="5435">
                  <c:v>80.510000000000005</c:v>
                </c:pt>
                <c:pt idx="5436">
                  <c:v>80.63</c:v>
                </c:pt>
                <c:pt idx="5437">
                  <c:v>81.069999999999993</c:v>
                </c:pt>
                <c:pt idx="5438">
                  <c:v>80.75</c:v>
                </c:pt>
                <c:pt idx="5439">
                  <c:v>81.260000000000005</c:v>
                </c:pt>
                <c:pt idx="5440">
                  <c:v>81.180000000000007</c:v>
                </c:pt>
                <c:pt idx="5441">
                  <c:v>81.69</c:v>
                </c:pt>
                <c:pt idx="5442">
                  <c:v>82.28</c:v>
                </c:pt>
                <c:pt idx="5443">
                  <c:v>82.49</c:v>
                </c:pt>
                <c:pt idx="5444">
                  <c:v>82.53</c:v>
                </c:pt>
                <c:pt idx="5445">
                  <c:v>83.07</c:v>
                </c:pt>
                <c:pt idx="5446">
                  <c:v>83.29</c:v>
                </c:pt>
                <c:pt idx="5447">
                  <c:v>83.18</c:v>
                </c:pt>
                <c:pt idx="5448">
                  <c:v>83.52</c:v>
                </c:pt>
                <c:pt idx="5449">
                  <c:v>83.55</c:v>
                </c:pt>
                <c:pt idx="5450">
                  <c:v>83.33</c:v>
                </c:pt>
                <c:pt idx="5451">
                  <c:v>83.16</c:v>
                </c:pt>
                <c:pt idx="5452">
                  <c:v>83.54</c:v>
                </c:pt>
                <c:pt idx="5453">
                  <c:v>83.6</c:v>
                </c:pt>
                <c:pt idx="5454">
                  <c:v>84.1</c:v>
                </c:pt>
                <c:pt idx="5455">
                  <c:v>84.26</c:v>
                </c:pt>
                <c:pt idx="5456">
                  <c:v>83.69</c:v>
                </c:pt>
                <c:pt idx="5457">
                  <c:v>84.19</c:v>
                </c:pt>
                <c:pt idx="5458">
                  <c:v>83.82</c:v>
                </c:pt>
                <c:pt idx="5459">
                  <c:v>82.53</c:v>
                </c:pt>
                <c:pt idx="5460">
                  <c:v>82.66</c:v>
                </c:pt>
                <c:pt idx="5461">
                  <c:v>83.49</c:v>
                </c:pt>
                <c:pt idx="5462">
                  <c:v>84.04</c:v>
                </c:pt>
                <c:pt idx="5463">
                  <c:v>83.76</c:v>
                </c:pt>
                <c:pt idx="5464">
                  <c:v>83.95</c:v>
                </c:pt>
                <c:pt idx="5465">
                  <c:v>83.39</c:v>
                </c:pt>
                <c:pt idx="5466">
                  <c:v>83.66</c:v>
                </c:pt>
                <c:pt idx="5467">
                  <c:v>84.24</c:v>
                </c:pt>
                <c:pt idx="5468">
                  <c:v>83.91</c:v>
                </c:pt>
                <c:pt idx="5469">
                  <c:v>83.98</c:v>
                </c:pt>
                <c:pt idx="5470">
                  <c:v>83.77</c:v>
                </c:pt>
                <c:pt idx="5471">
                  <c:v>83.75</c:v>
                </c:pt>
                <c:pt idx="5472">
                  <c:v>83.57</c:v>
                </c:pt>
                <c:pt idx="5473">
                  <c:v>82.91</c:v>
                </c:pt>
                <c:pt idx="5474">
                  <c:v>82.88</c:v>
                </c:pt>
                <c:pt idx="5475">
                  <c:v>82.81</c:v>
                </c:pt>
                <c:pt idx="5476">
                  <c:v>82.38</c:v>
                </c:pt>
                <c:pt idx="5477">
                  <c:v>81.62</c:v>
                </c:pt>
                <c:pt idx="5478">
                  <c:v>81.53</c:v>
                </c:pt>
                <c:pt idx="5479">
                  <c:v>81.12</c:v>
                </c:pt>
                <c:pt idx="5480">
                  <c:v>81.739999999999995</c:v>
                </c:pt>
                <c:pt idx="5481">
                  <c:v>82.04</c:v>
                </c:pt>
                <c:pt idx="5482">
                  <c:v>83.25</c:v>
                </c:pt>
                <c:pt idx="5483">
                  <c:v>83.33</c:v>
                </c:pt>
                <c:pt idx="5484">
                  <c:v>83.15</c:v>
                </c:pt>
                <c:pt idx="5485">
                  <c:v>82.71</c:v>
                </c:pt>
                <c:pt idx="5486">
                  <c:v>83.24</c:v>
                </c:pt>
                <c:pt idx="5487">
                  <c:v>83</c:v>
                </c:pt>
                <c:pt idx="5488">
                  <c:v>82.81</c:v>
                </c:pt>
                <c:pt idx="5489">
                  <c:v>82.87</c:v>
                </c:pt>
                <c:pt idx="5490">
                  <c:v>82.68</c:v>
                </c:pt>
                <c:pt idx="5491">
                  <c:v>82.56</c:v>
                </c:pt>
                <c:pt idx="5492">
                  <c:v>82.02</c:v>
                </c:pt>
                <c:pt idx="5493">
                  <c:v>83.01</c:v>
                </c:pt>
                <c:pt idx="5494">
                  <c:v>82.57</c:v>
                </c:pt>
                <c:pt idx="5495">
                  <c:v>82.53</c:v>
                </c:pt>
                <c:pt idx="5496">
                  <c:v>82.25</c:v>
                </c:pt>
                <c:pt idx="5497">
                  <c:v>82.17</c:v>
                </c:pt>
                <c:pt idx="5498">
                  <c:v>82.92</c:v>
                </c:pt>
                <c:pt idx="5499">
                  <c:v>82.12</c:v>
                </c:pt>
                <c:pt idx="5500">
                  <c:v>82.04</c:v>
                </c:pt>
                <c:pt idx="5501">
                  <c:v>81.349999999999994</c:v>
                </c:pt>
                <c:pt idx="5502">
                  <c:v>81.55</c:v>
                </c:pt>
                <c:pt idx="5503">
                  <c:v>81.63</c:v>
                </c:pt>
                <c:pt idx="5504">
                  <c:v>82.18</c:v>
                </c:pt>
                <c:pt idx="5505">
                  <c:v>82.33</c:v>
                </c:pt>
                <c:pt idx="5506">
                  <c:v>82.36</c:v>
                </c:pt>
                <c:pt idx="5507">
                  <c:v>82.36</c:v>
                </c:pt>
                <c:pt idx="5508">
                  <c:v>83.23</c:v>
                </c:pt>
                <c:pt idx="5509">
                  <c:v>83.43</c:v>
                </c:pt>
                <c:pt idx="5510">
                  <c:v>83.32</c:v>
                </c:pt>
                <c:pt idx="5511">
                  <c:v>83.77</c:v>
                </c:pt>
                <c:pt idx="5512">
                  <c:v>83.68</c:v>
                </c:pt>
                <c:pt idx="5513">
                  <c:v>83.31</c:v>
                </c:pt>
                <c:pt idx="5514">
                  <c:v>83.18</c:v>
                </c:pt>
                <c:pt idx="5515">
                  <c:v>83.14</c:v>
                </c:pt>
                <c:pt idx="5516">
                  <c:v>82.77</c:v>
                </c:pt>
                <c:pt idx="5517">
                  <c:v>82.51</c:v>
                </c:pt>
                <c:pt idx="5518">
                  <c:v>81.89</c:v>
                </c:pt>
                <c:pt idx="5519">
                  <c:v>81.680000000000007</c:v>
                </c:pt>
                <c:pt idx="5520">
                  <c:v>81.78</c:v>
                </c:pt>
                <c:pt idx="5521">
                  <c:v>81.86</c:v>
                </c:pt>
                <c:pt idx="5522">
                  <c:v>81.87</c:v>
                </c:pt>
                <c:pt idx="5523">
                  <c:v>82.45</c:v>
                </c:pt>
                <c:pt idx="5524">
                  <c:v>82.32</c:v>
                </c:pt>
                <c:pt idx="5525">
                  <c:v>82.24</c:v>
                </c:pt>
                <c:pt idx="5526">
                  <c:v>82.67</c:v>
                </c:pt>
                <c:pt idx="5527">
                  <c:v>82.74</c:v>
                </c:pt>
                <c:pt idx="5528">
                  <c:v>82.98</c:v>
                </c:pt>
                <c:pt idx="5529">
                  <c:v>81.84</c:v>
                </c:pt>
                <c:pt idx="5530">
                  <c:v>81.63</c:v>
                </c:pt>
                <c:pt idx="5531">
                  <c:v>80.72</c:v>
                </c:pt>
                <c:pt idx="5532">
                  <c:v>79.59</c:v>
                </c:pt>
                <c:pt idx="5533">
                  <c:v>78.89</c:v>
                </c:pt>
                <c:pt idx="5534">
                  <c:v>80.58</c:v>
                </c:pt>
                <c:pt idx="5535">
                  <c:v>81.03</c:v>
                </c:pt>
                <c:pt idx="5536">
                  <c:v>80.97</c:v>
                </c:pt>
                <c:pt idx="5537">
                  <c:v>80.92</c:v>
                </c:pt>
                <c:pt idx="5538">
                  <c:v>80.97</c:v>
                </c:pt>
                <c:pt idx="5539">
                  <c:v>81.34</c:v>
                </c:pt>
                <c:pt idx="5540">
                  <c:v>81.69</c:v>
                </c:pt>
                <c:pt idx="5541">
                  <c:v>82.48</c:v>
                </c:pt>
                <c:pt idx="5542">
                  <c:v>82.89</c:v>
                </c:pt>
                <c:pt idx="5543">
                  <c:v>83.13</c:v>
                </c:pt>
                <c:pt idx="5544">
                  <c:v>84.06</c:v>
                </c:pt>
                <c:pt idx="5545">
                  <c:v>84.06</c:v>
                </c:pt>
                <c:pt idx="5546">
                  <c:v>84.87</c:v>
                </c:pt>
                <c:pt idx="5547">
                  <c:v>85.49</c:v>
                </c:pt>
                <c:pt idx="5548">
                  <c:v>84.91</c:v>
                </c:pt>
                <c:pt idx="5549">
                  <c:v>84.76</c:v>
                </c:pt>
                <c:pt idx="5550">
                  <c:v>84.6</c:v>
                </c:pt>
                <c:pt idx="5551">
                  <c:v>83.58</c:v>
                </c:pt>
                <c:pt idx="5552">
                  <c:v>83.84</c:v>
                </c:pt>
                <c:pt idx="5553">
                  <c:v>83.5</c:v>
                </c:pt>
                <c:pt idx="5554">
                  <c:v>83.13</c:v>
                </c:pt>
                <c:pt idx="5555">
                  <c:v>82.66</c:v>
                </c:pt>
                <c:pt idx="5556">
                  <c:v>82.59</c:v>
                </c:pt>
                <c:pt idx="5557">
                  <c:v>82.56</c:v>
                </c:pt>
                <c:pt idx="5558">
                  <c:v>81.849999999999994</c:v>
                </c:pt>
                <c:pt idx="5559">
                  <c:v>81.88</c:v>
                </c:pt>
                <c:pt idx="5560">
                  <c:v>81.83</c:v>
                </c:pt>
                <c:pt idx="5561">
                  <c:v>81.55</c:v>
                </c:pt>
                <c:pt idx="5562">
                  <c:v>82.16</c:v>
                </c:pt>
                <c:pt idx="5563">
                  <c:v>81.540000000000006</c:v>
                </c:pt>
                <c:pt idx="5564">
                  <c:v>81.19</c:v>
                </c:pt>
                <c:pt idx="5565">
                  <c:v>81.23</c:v>
                </c:pt>
                <c:pt idx="5566">
                  <c:v>80.94</c:v>
                </c:pt>
                <c:pt idx="5567">
                  <c:v>80.61</c:v>
                </c:pt>
                <c:pt idx="5568">
                  <c:v>80.069999999999993</c:v>
                </c:pt>
                <c:pt idx="5569">
                  <c:v>80.63</c:v>
                </c:pt>
                <c:pt idx="5570">
                  <c:v>80.36</c:v>
                </c:pt>
                <c:pt idx="5571">
                  <c:v>80.88</c:v>
                </c:pt>
                <c:pt idx="5572">
                  <c:v>81.05</c:v>
                </c:pt>
                <c:pt idx="5573">
                  <c:v>80.94</c:v>
                </c:pt>
                <c:pt idx="5574">
                  <c:v>80.8</c:v>
                </c:pt>
                <c:pt idx="5575">
                  <c:v>80.790000000000006</c:v>
                </c:pt>
                <c:pt idx="5576">
                  <c:v>81.42</c:v>
                </c:pt>
                <c:pt idx="5577">
                  <c:v>81.680000000000007</c:v>
                </c:pt>
                <c:pt idx="5578">
                  <c:v>81.61</c:v>
                </c:pt>
                <c:pt idx="5579">
                  <c:v>81.7</c:v>
                </c:pt>
                <c:pt idx="5580">
                  <c:v>82.01</c:v>
                </c:pt>
                <c:pt idx="5581">
                  <c:v>81.95</c:v>
                </c:pt>
                <c:pt idx="5582">
                  <c:v>81.97</c:v>
                </c:pt>
                <c:pt idx="5583">
                  <c:v>81.290000000000006</c:v>
                </c:pt>
                <c:pt idx="5584">
                  <c:v>80.8</c:v>
                </c:pt>
                <c:pt idx="5585">
                  <c:v>80.94</c:v>
                </c:pt>
                <c:pt idx="5586">
                  <c:v>81.52</c:v>
                </c:pt>
                <c:pt idx="5587">
                  <c:v>80.95</c:v>
                </c:pt>
                <c:pt idx="5588">
                  <c:v>80.900000000000006</c:v>
                </c:pt>
                <c:pt idx="5589">
                  <c:v>80.34</c:v>
                </c:pt>
                <c:pt idx="5590">
                  <c:v>80.099999999999994</c:v>
                </c:pt>
                <c:pt idx="5591">
                  <c:v>80.09</c:v>
                </c:pt>
                <c:pt idx="5592">
                  <c:v>79.89</c:v>
                </c:pt>
                <c:pt idx="5593">
                  <c:v>80.36</c:v>
                </c:pt>
                <c:pt idx="5594">
                  <c:v>80.319999999999993</c:v>
                </c:pt>
                <c:pt idx="5595">
                  <c:v>80.239999999999995</c:v>
                </c:pt>
                <c:pt idx="5596">
                  <c:v>80.489999999999995</c:v>
                </c:pt>
                <c:pt idx="5597">
                  <c:v>80.959999999999994</c:v>
                </c:pt>
                <c:pt idx="5598">
                  <c:v>80.63</c:v>
                </c:pt>
                <c:pt idx="5599">
                  <c:v>80.05</c:v>
                </c:pt>
                <c:pt idx="5600">
                  <c:v>80.25</c:v>
                </c:pt>
                <c:pt idx="5601">
                  <c:v>80.209999999999994</c:v>
                </c:pt>
                <c:pt idx="5602">
                  <c:v>80.290000000000006</c:v>
                </c:pt>
                <c:pt idx="5603">
                  <c:v>80.510000000000005</c:v>
                </c:pt>
                <c:pt idx="5604">
                  <c:v>80.430000000000007</c:v>
                </c:pt>
                <c:pt idx="5605">
                  <c:v>80.89</c:v>
                </c:pt>
                <c:pt idx="5606">
                  <c:v>81.12</c:v>
                </c:pt>
                <c:pt idx="5607">
                  <c:v>80.78</c:v>
                </c:pt>
                <c:pt idx="5608">
                  <c:v>80.56</c:v>
                </c:pt>
                <c:pt idx="5609">
                  <c:v>80.83</c:v>
                </c:pt>
                <c:pt idx="5610">
                  <c:v>80.8</c:v>
                </c:pt>
                <c:pt idx="5611">
                  <c:v>81.069999999999993</c:v>
                </c:pt>
                <c:pt idx="5612">
                  <c:v>80.91</c:v>
                </c:pt>
                <c:pt idx="5613">
                  <c:v>81.25</c:v>
                </c:pt>
                <c:pt idx="5614">
                  <c:v>80.64</c:v>
                </c:pt>
                <c:pt idx="5615">
                  <c:v>80.260000000000005</c:v>
                </c:pt>
                <c:pt idx="5616">
                  <c:v>79.239999999999995</c:v>
                </c:pt>
                <c:pt idx="5617">
                  <c:v>78.98</c:v>
                </c:pt>
                <c:pt idx="5618">
                  <c:v>79.14</c:v>
                </c:pt>
                <c:pt idx="5619">
                  <c:v>79.13</c:v>
                </c:pt>
                <c:pt idx="5620">
                  <c:v>79.040000000000006</c:v>
                </c:pt>
                <c:pt idx="5621">
                  <c:v>79.180000000000007</c:v>
                </c:pt>
                <c:pt idx="5622">
                  <c:v>78.78</c:v>
                </c:pt>
                <c:pt idx="5623">
                  <c:v>78.3</c:v>
                </c:pt>
                <c:pt idx="5624">
                  <c:v>78.540000000000006</c:v>
                </c:pt>
                <c:pt idx="5625">
                  <c:v>78.290000000000006</c:v>
                </c:pt>
                <c:pt idx="5626">
                  <c:v>77.88</c:v>
                </c:pt>
                <c:pt idx="5627">
                  <c:v>77.98</c:v>
                </c:pt>
                <c:pt idx="5628">
                  <c:v>77.67</c:v>
                </c:pt>
                <c:pt idx="5629">
                  <c:v>76.760000000000005</c:v>
                </c:pt>
                <c:pt idx="5630">
                  <c:v>77.209999999999994</c:v>
                </c:pt>
                <c:pt idx="5631">
                  <c:v>77.150000000000006</c:v>
                </c:pt>
                <c:pt idx="5632">
                  <c:v>77.06</c:v>
                </c:pt>
                <c:pt idx="5633">
                  <c:v>78.89</c:v>
                </c:pt>
                <c:pt idx="5634">
                  <c:v>78.400000000000006</c:v>
                </c:pt>
                <c:pt idx="5635">
                  <c:v>77.77</c:v>
                </c:pt>
                <c:pt idx="5636">
                  <c:v>76.959999999999994</c:v>
                </c:pt>
                <c:pt idx="5637">
                  <c:v>76.86</c:v>
                </c:pt>
                <c:pt idx="5638">
                  <c:v>76.84</c:v>
                </c:pt>
                <c:pt idx="5639">
                  <c:v>76.709999999999994</c:v>
                </c:pt>
                <c:pt idx="5640">
                  <c:v>76.83</c:v>
                </c:pt>
                <c:pt idx="5641">
                  <c:v>76.8</c:v>
                </c:pt>
                <c:pt idx="5642">
                  <c:v>76.599999999999994</c:v>
                </c:pt>
                <c:pt idx="5643">
                  <c:v>76.58</c:v>
                </c:pt>
                <c:pt idx="5644">
                  <c:v>76.55</c:v>
                </c:pt>
                <c:pt idx="5645">
                  <c:v>76.790000000000006</c:v>
                </c:pt>
                <c:pt idx="5646">
                  <c:v>76.66</c:v>
                </c:pt>
                <c:pt idx="5647">
                  <c:v>76.98</c:v>
                </c:pt>
                <c:pt idx="5648">
                  <c:v>77.459999999999994</c:v>
                </c:pt>
                <c:pt idx="5649">
                  <c:v>76.64</c:v>
                </c:pt>
                <c:pt idx="5650">
                  <c:v>76.83</c:v>
                </c:pt>
                <c:pt idx="5651">
                  <c:v>76.739999999999995</c:v>
                </c:pt>
                <c:pt idx="5652">
                  <c:v>76.66</c:v>
                </c:pt>
                <c:pt idx="5653">
                  <c:v>76.930000000000007</c:v>
                </c:pt>
                <c:pt idx="5654">
                  <c:v>76.8</c:v>
                </c:pt>
                <c:pt idx="5655">
                  <c:v>76.89</c:v>
                </c:pt>
                <c:pt idx="5656">
                  <c:v>77.66</c:v>
                </c:pt>
                <c:pt idx="5657">
                  <c:v>77.260000000000005</c:v>
                </c:pt>
                <c:pt idx="5658">
                  <c:v>77.510000000000005</c:v>
                </c:pt>
                <c:pt idx="5659">
                  <c:v>77.61</c:v>
                </c:pt>
                <c:pt idx="5660">
                  <c:v>77.209999999999994</c:v>
                </c:pt>
                <c:pt idx="5661">
                  <c:v>76.959999999999994</c:v>
                </c:pt>
                <c:pt idx="5662">
                  <c:v>76.62</c:v>
                </c:pt>
                <c:pt idx="5663">
                  <c:v>76.7</c:v>
                </c:pt>
                <c:pt idx="5664">
                  <c:v>76.790000000000006</c:v>
                </c:pt>
                <c:pt idx="5665">
                  <c:v>76.58</c:v>
                </c:pt>
                <c:pt idx="5666">
                  <c:v>76.45</c:v>
                </c:pt>
                <c:pt idx="5667">
                  <c:v>76.459999999999994</c:v>
                </c:pt>
                <c:pt idx="5668">
                  <c:v>76.239999999999995</c:v>
                </c:pt>
                <c:pt idx="5669">
                  <c:v>76.61</c:v>
                </c:pt>
                <c:pt idx="5670">
                  <c:v>76.36</c:v>
                </c:pt>
                <c:pt idx="5671">
                  <c:v>76.81</c:v>
                </c:pt>
                <c:pt idx="5672">
                  <c:v>76.61</c:v>
                </c:pt>
                <c:pt idx="5673">
                  <c:v>76.83</c:v>
                </c:pt>
                <c:pt idx="5674">
                  <c:v>77.06</c:v>
                </c:pt>
                <c:pt idx="5675">
                  <c:v>76.63</c:v>
                </c:pt>
                <c:pt idx="5676">
                  <c:v>76.81</c:v>
                </c:pt>
                <c:pt idx="5677">
                  <c:v>76.790000000000006</c:v>
                </c:pt>
                <c:pt idx="5678">
                  <c:v>76.72</c:v>
                </c:pt>
                <c:pt idx="5679">
                  <c:v>76.73</c:v>
                </c:pt>
                <c:pt idx="5680">
                  <c:v>76.680000000000007</c:v>
                </c:pt>
                <c:pt idx="5681">
                  <c:v>76.650000000000006</c:v>
                </c:pt>
                <c:pt idx="5682">
                  <c:v>77.260000000000005</c:v>
                </c:pt>
                <c:pt idx="5683">
                  <c:v>76.900000000000006</c:v>
                </c:pt>
                <c:pt idx="5684">
                  <c:v>77.22</c:v>
                </c:pt>
                <c:pt idx="5685">
                  <c:v>76.83</c:v>
                </c:pt>
                <c:pt idx="5686">
                  <c:v>76.819999999999993</c:v>
                </c:pt>
                <c:pt idx="5687">
                  <c:v>76.81</c:v>
                </c:pt>
                <c:pt idx="5688">
                  <c:v>76.8</c:v>
                </c:pt>
                <c:pt idx="5689">
                  <c:v>76.290000000000006</c:v>
                </c:pt>
                <c:pt idx="5690">
                  <c:v>76.099999999999994</c:v>
                </c:pt>
                <c:pt idx="5691">
                  <c:v>76.09</c:v>
                </c:pt>
                <c:pt idx="5692">
                  <c:v>76.180000000000007</c:v>
                </c:pt>
                <c:pt idx="5693">
                  <c:v>75.95</c:v>
                </c:pt>
                <c:pt idx="5694">
                  <c:v>75.819999999999993</c:v>
                </c:pt>
                <c:pt idx="5695">
                  <c:v>78.17</c:v>
                </c:pt>
                <c:pt idx="5696">
                  <c:v>78.37</c:v>
                </c:pt>
                <c:pt idx="5697">
                  <c:v>78.05</c:v>
                </c:pt>
                <c:pt idx="5698">
                  <c:v>78.06</c:v>
                </c:pt>
                <c:pt idx="5699">
                  <c:v>78.239999999999995</c:v>
                </c:pt>
                <c:pt idx="5700">
                  <c:v>78.05</c:v>
                </c:pt>
                <c:pt idx="5701">
                  <c:v>77.73</c:v>
                </c:pt>
                <c:pt idx="5702">
                  <c:v>77.819999999999993</c:v>
                </c:pt>
                <c:pt idx="5703">
                  <c:v>77.650000000000006</c:v>
                </c:pt>
                <c:pt idx="5704">
                  <c:v>77.2</c:v>
                </c:pt>
                <c:pt idx="5705">
                  <c:v>77.069999999999993</c:v>
                </c:pt>
                <c:pt idx="5706">
                  <c:v>77.03</c:v>
                </c:pt>
                <c:pt idx="5707">
                  <c:v>77.06</c:v>
                </c:pt>
                <c:pt idx="5708">
                  <c:v>76.98</c:v>
                </c:pt>
                <c:pt idx="5709">
                  <c:v>76.91</c:v>
                </c:pt>
                <c:pt idx="5710">
                  <c:v>76.89</c:v>
                </c:pt>
                <c:pt idx="5711">
                  <c:v>76.97</c:v>
                </c:pt>
                <c:pt idx="5712">
                  <c:v>77.31</c:v>
                </c:pt>
                <c:pt idx="5713">
                  <c:v>77.12</c:v>
                </c:pt>
                <c:pt idx="5714">
                  <c:v>77.73</c:v>
                </c:pt>
                <c:pt idx="5715">
                  <c:v>77.98</c:v>
                </c:pt>
                <c:pt idx="5716">
                  <c:v>77.930000000000007</c:v>
                </c:pt>
                <c:pt idx="5717">
                  <c:v>77.62</c:v>
                </c:pt>
                <c:pt idx="5718">
                  <c:v>77.7</c:v>
                </c:pt>
                <c:pt idx="5719">
                  <c:v>77.989999999999995</c:v>
                </c:pt>
                <c:pt idx="5720">
                  <c:v>77.819999999999993</c:v>
                </c:pt>
                <c:pt idx="5721">
                  <c:v>77.73</c:v>
                </c:pt>
                <c:pt idx="5722">
                  <c:v>77.680000000000007</c:v>
                </c:pt>
                <c:pt idx="5723">
                  <c:v>77.64</c:v>
                </c:pt>
                <c:pt idx="5724">
                  <c:v>77.650000000000006</c:v>
                </c:pt>
                <c:pt idx="5725">
                  <c:v>77.94</c:v>
                </c:pt>
                <c:pt idx="5726">
                  <c:v>78</c:v>
                </c:pt>
                <c:pt idx="5727">
                  <c:v>78.069999999999993</c:v>
                </c:pt>
                <c:pt idx="5728">
                  <c:v>77.86</c:v>
                </c:pt>
                <c:pt idx="5729">
                  <c:v>77.760000000000005</c:v>
                </c:pt>
                <c:pt idx="5730">
                  <c:v>78.05</c:v>
                </c:pt>
                <c:pt idx="5731">
                  <c:v>77.89</c:v>
                </c:pt>
                <c:pt idx="5732">
                  <c:v>78.06</c:v>
                </c:pt>
                <c:pt idx="5733">
                  <c:v>78.17</c:v>
                </c:pt>
                <c:pt idx="5734">
                  <c:v>78.09</c:v>
                </c:pt>
                <c:pt idx="5735">
                  <c:v>77.98</c:v>
                </c:pt>
                <c:pt idx="5736">
                  <c:v>77.88</c:v>
                </c:pt>
                <c:pt idx="5737">
                  <c:v>77.94</c:v>
                </c:pt>
                <c:pt idx="5738">
                  <c:v>77.64</c:v>
                </c:pt>
                <c:pt idx="5739">
                  <c:v>76.91</c:v>
                </c:pt>
                <c:pt idx="5740">
                  <c:v>76.900000000000006</c:v>
                </c:pt>
                <c:pt idx="5741">
                  <c:v>76.739999999999995</c:v>
                </c:pt>
                <c:pt idx="5742">
                  <c:v>76.72</c:v>
                </c:pt>
                <c:pt idx="5743">
                  <c:v>77.12</c:v>
                </c:pt>
                <c:pt idx="5744">
                  <c:v>76.97</c:v>
                </c:pt>
                <c:pt idx="5745">
                  <c:v>76.86</c:v>
                </c:pt>
                <c:pt idx="5746">
                  <c:v>76.849999999999994</c:v>
                </c:pt>
                <c:pt idx="5747">
                  <c:v>76.849999999999994</c:v>
                </c:pt>
                <c:pt idx="5748">
                  <c:v>76.760000000000005</c:v>
                </c:pt>
                <c:pt idx="5749">
                  <c:v>76.97</c:v>
                </c:pt>
                <c:pt idx="5750">
                  <c:v>76.78</c:v>
                </c:pt>
                <c:pt idx="5751">
                  <c:v>76.83</c:v>
                </c:pt>
                <c:pt idx="5752">
                  <c:v>76.819999999999993</c:v>
                </c:pt>
                <c:pt idx="5753">
                  <c:v>77.11</c:v>
                </c:pt>
                <c:pt idx="5754">
                  <c:v>77.010000000000005</c:v>
                </c:pt>
                <c:pt idx="5755">
                  <c:v>77.02</c:v>
                </c:pt>
                <c:pt idx="5756">
                  <c:v>77.67</c:v>
                </c:pt>
                <c:pt idx="5757">
                  <c:v>77.78</c:v>
                </c:pt>
                <c:pt idx="5758">
                  <c:v>77.45</c:v>
                </c:pt>
                <c:pt idx="5759">
                  <c:v>76.7</c:v>
                </c:pt>
                <c:pt idx="5760">
                  <c:v>76.349999999999994</c:v>
                </c:pt>
                <c:pt idx="5761">
                  <c:v>76.27</c:v>
                </c:pt>
                <c:pt idx="5762">
                  <c:v>76.2</c:v>
                </c:pt>
                <c:pt idx="5763">
                  <c:v>76.22</c:v>
                </c:pt>
                <c:pt idx="5764">
                  <c:v>76.599999999999994</c:v>
                </c:pt>
                <c:pt idx="5765">
                  <c:v>76.55</c:v>
                </c:pt>
                <c:pt idx="5766">
                  <c:v>76.760000000000005</c:v>
                </c:pt>
                <c:pt idx="5767">
                  <c:v>77.040000000000006</c:v>
                </c:pt>
                <c:pt idx="5768">
                  <c:v>77.67</c:v>
                </c:pt>
                <c:pt idx="5769">
                  <c:v>77.61</c:v>
                </c:pt>
                <c:pt idx="5770">
                  <c:v>77.569999999999993</c:v>
                </c:pt>
                <c:pt idx="5771">
                  <c:v>78.44</c:v>
                </c:pt>
                <c:pt idx="5772">
                  <c:v>78.430000000000007</c:v>
                </c:pt>
                <c:pt idx="5773">
                  <c:v>78.94</c:v>
                </c:pt>
                <c:pt idx="5774">
                  <c:v>79.55</c:v>
                </c:pt>
                <c:pt idx="5775">
                  <c:v>79.63</c:v>
                </c:pt>
                <c:pt idx="5776">
                  <c:v>79.739999999999995</c:v>
                </c:pt>
                <c:pt idx="5777">
                  <c:v>80.290000000000006</c:v>
                </c:pt>
                <c:pt idx="5778">
                  <c:v>80</c:v>
                </c:pt>
                <c:pt idx="5779">
                  <c:v>81.2</c:v>
                </c:pt>
                <c:pt idx="5780">
                  <c:v>80.61</c:v>
                </c:pt>
                <c:pt idx="5781">
                  <c:v>80.459999999999994</c:v>
                </c:pt>
                <c:pt idx="5782">
                  <c:v>81.150000000000006</c:v>
                </c:pt>
                <c:pt idx="5783">
                  <c:v>81.12</c:v>
                </c:pt>
                <c:pt idx="5784">
                  <c:v>81.81</c:v>
                </c:pt>
                <c:pt idx="5785">
                  <c:v>81.56</c:v>
                </c:pt>
                <c:pt idx="5786">
                  <c:v>80.89</c:v>
                </c:pt>
                <c:pt idx="5787">
                  <c:v>81.09</c:v>
                </c:pt>
                <c:pt idx="5788">
                  <c:v>81.56</c:v>
                </c:pt>
                <c:pt idx="5789">
                  <c:v>82.46</c:v>
                </c:pt>
                <c:pt idx="5790">
                  <c:v>82.23</c:v>
                </c:pt>
                <c:pt idx="5791">
                  <c:v>82.94</c:v>
                </c:pt>
                <c:pt idx="5792">
                  <c:v>83.73</c:v>
                </c:pt>
                <c:pt idx="5793">
                  <c:v>83.57</c:v>
                </c:pt>
                <c:pt idx="5794">
                  <c:v>83.43</c:v>
                </c:pt>
                <c:pt idx="5795">
                  <c:v>83.35</c:v>
                </c:pt>
                <c:pt idx="5796">
                  <c:v>83.7</c:v>
                </c:pt>
                <c:pt idx="5797">
                  <c:v>83.41</c:v>
                </c:pt>
                <c:pt idx="5798">
                  <c:v>82.54</c:v>
                </c:pt>
                <c:pt idx="5799">
                  <c:v>82.35</c:v>
                </c:pt>
                <c:pt idx="5800">
                  <c:v>82.82</c:v>
                </c:pt>
                <c:pt idx="5801">
                  <c:v>83.17</c:v>
                </c:pt>
                <c:pt idx="5802">
                  <c:v>82.9</c:v>
                </c:pt>
                <c:pt idx="5803">
                  <c:v>82.46</c:v>
                </c:pt>
                <c:pt idx="5804">
                  <c:v>82.87</c:v>
                </c:pt>
                <c:pt idx="5805">
                  <c:v>82.08</c:v>
                </c:pt>
                <c:pt idx="5806">
                  <c:v>82.81</c:v>
                </c:pt>
                <c:pt idx="5807">
                  <c:v>82.46</c:v>
                </c:pt>
                <c:pt idx="5808">
                  <c:v>82.37</c:v>
                </c:pt>
                <c:pt idx="5809">
                  <c:v>81.64</c:v>
                </c:pt>
                <c:pt idx="5810">
                  <c:v>81.489999999999995</c:v>
                </c:pt>
                <c:pt idx="5811">
                  <c:v>80.67</c:v>
                </c:pt>
                <c:pt idx="5812">
                  <c:v>80.86</c:v>
                </c:pt>
                <c:pt idx="5813">
                  <c:v>80.89</c:v>
                </c:pt>
                <c:pt idx="5814">
                  <c:v>80.930000000000007</c:v>
                </c:pt>
                <c:pt idx="5815">
                  <c:v>80.41</c:v>
                </c:pt>
                <c:pt idx="5816">
                  <c:v>80.849999999999994</c:v>
                </c:pt>
                <c:pt idx="5817">
                  <c:v>81.260000000000005</c:v>
                </c:pt>
                <c:pt idx="5818">
                  <c:v>81.61</c:v>
                </c:pt>
                <c:pt idx="5819">
                  <c:v>81.52</c:v>
                </c:pt>
                <c:pt idx="5820">
                  <c:v>81.180000000000007</c:v>
                </c:pt>
                <c:pt idx="5821">
                  <c:v>81.319999999999993</c:v>
                </c:pt>
                <c:pt idx="5822">
                  <c:v>81.34</c:v>
                </c:pt>
                <c:pt idx="5823">
                  <c:v>80.989999999999995</c:v>
                </c:pt>
                <c:pt idx="5824">
                  <c:v>80.27</c:v>
                </c:pt>
                <c:pt idx="5825">
                  <c:v>79.819999999999993</c:v>
                </c:pt>
                <c:pt idx="5826">
                  <c:v>80.09</c:v>
                </c:pt>
                <c:pt idx="5827">
                  <c:v>80.14</c:v>
                </c:pt>
                <c:pt idx="5828">
                  <c:v>80.180000000000007</c:v>
                </c:pt>
                <c:pt idx="5829">
                  <c:v>79.849999999999994</c:v>
                </c:pt>
                <c:pt idx="5830">
                  <c:v>79.92</c:v>
                </c:pt>
                <c:pt idx="5831">
                  <c:v>79.87</c:v>
                </c:pt>
                <c:pt idx="5832">
                  <c:v>79.64</c:v>
                </c:pt>
                <c:pt idx="5833">
                  <c:v>79.930000000000007</c:v>
                </c:pt>
                <c:pt idx="5834">
                  <c:v>79.94</c:v>
                </c:pt>
                <c:pt idx="5835">
                  <c:v>79.849999999999994</c:v>
                </c:pt>
                <c:pt idx="5836">
                  <c:v>80.180000000000007</c:v>
                </c:pt>
                <c:pt idx="5837">
                  <c:v>80.33</c:v>
                </c:pt>
                <c:pt idx="5838">
                  <c:v>79.28</c:v>
                </c:pt>
                <c:pt idx="5839">
                  <c:v>79.02</c:v>
                </c:pt>
                <c:pt idx="5840">
                  <c:v>79.31</c:v>
                </c:pt>
                <c:pt idx="5841">
                  <c:v>79.959999999999994</c:v>
                </c:pt>
                <c:pt idx="5842">
                  <c:v>79.47</c:v>
                </c:pt>
                <c:pt idx="5843">
                  <c:v>79.599999999999994</c:v>
                </c:pt>
                <c:pt idx="5844">
                  <c:v>79.680000000000007</c:v>
                </c:pt>
                <c:pt idx="5845">
                  <c:v>79.47</c:v>
                </c:pt>
                <c:pt idx="5846">
                  <c:v>79.489999999999995</c:v>
                </c:pt>
                <c:pt idx="5847">
                  <c:v>79.069999999999993</c:v>
                </c:pt>
                <c:pt idx="5848">
                  <c:v>78.319999999999993</c:v>
                </c:pt>
                <c:pt idx="5849">
                  <c:v>78.02</c:v>
                </c:pt>
                <c:pt idx="5850">
                  <c:v>78.34</c:v>
                </c:pt>
                <c:pt idx="5851">
                  <c:v>78.75</c:v>
                </c:pt>
                <c:pt idx="5852">
                  <c:v>79.19</c:v>
                </c:pt>
                <c:pt idx="5853">
                  <c:v>79.63</c:v>
                </c:pt>
                <c:pt idx="5854">
                  <c:v>79.489999999999995</c:v>
                </c:pt>
                <c:pt idx="5855">
                  <c:v>79.44</c:v>
                </c:pt>
                <c:pt idx="5856">
                  <c:v>79.53</c:v>
                </c:pt>
                <c:pt idx="5857">
                  <c:v>79.48</c:v>
                </c:pt>
                <c:pt idx="5858">
                  <c:v>79.349999999999994</c:v>
                </c:pt>
                <c:pt idx="5859">
                  <c:v>78.73</c:v>
                </c:pt>
                <c:pt idx="5860">
                  <c:v>79.11</c:v>
                </c:pt>
                <c:pt idx="5861">
                  <c:v>78.95</c:v>
                </c:pt>
                <c:pt idx="5862">
                  <c:v>79.540000000000006</c:v>
                </c:pt>
                <c:pt idx="5863">
                  <c:v>80.28</c:v>
                </c:pt>
                <c:pt idx="5864">
                  <c:v>80.430000000000007</c:v>
                </c:pt>
                <c:pt idx="5865">
                  <c:v>79.66</c:v>
                </c:pt>
                <c:pt idx="5866">
                  <c:v>79.52</c:v>
                </c:pt>
                <c:pt idx="5867">
                  <c:v>79.72</c:v>
                </c:pt>
                <c:pt idx="5868">
                  <c:v>79.459999999999994</c:v>
                </c:pt>
                <c:pt idx="5869">
                  <c:v>79.790000000000006</c:v>
                </c:pt>
                <c:pt idx="5870">
                  <c:v>79.510000000000005</c:v>
                </c:pt>
                <c:pt idx="5871">
                  <c:v>79.790000000000006</c:v>
                </c:pt>
                <c:pt idx="5872">
                  <c:v>79.88</c:v>
                </c:pt>
                <c:pt idx="5873">
                  <c:v>79.92</c:v>
                </c:pt>
                <c:pt idx="5874">
                  <c:v>79.66</c:v>
                </c:pt>
                <c:pt idx="5875">
                  <c:v>79.56</c:v>
                </c:pt>
                <c:pt idx="5876">
                  <c:v>79.430000000000007</c:v>
                </c:pt>
                <c:pt idx="5877">
                  <c:v>79.760000000000005</c:v>
                </c:pt>
                <c:pt idx="5878">
                  <c:v>79.31</c:v>
                </c:pt>
                <c:pt idx="5879">
                  <c:v>79.180000000000007</c:v>
                </c:pt>
                <c:pt idx="5880">
                  <c:v>78.87</c:v>
                </c:pt>
                <c:pt idx="5881">
                  <c:v>79.06</c:v>
                </c:pt>
                <c:pt idx="5882">
                  <c:v>78.8</c:v>
                </c:pt>
                <c:pt idx="5883">
                  <c:v>78.59</c:v>
                </c:pt>
                <c:pt idx="5884">
                  <c:v>78.489999999999995</c:v>
                </c:pt>
                <c:pt idx="5885">
                  <c:v>78.400000000000006</c:v>
                </c:pt>
                <c:pt idx="5886">
                  <c:v>78.180000000000007</c:v>
                </c:pt>
                <c:pt idx="5887">
                  <c:v>78.16</c:v>
                </c:pt>
                <c:pt idx="5888">
                  <c:v>78.209999999999994</c:v>
                </c:pt>
                <c:pt idx="5889">
                  <c:v>78.459999999999994</c:v>
                </c:pt>
                <c:pt idx="5890">
                  <c:v>78.180000000000007</c:v>
                </c:pt>
                <c:pt idx="5891">
                  <c:v>78.12</c:v>
                </c:pt>
                <c:pt idx="5892">
                  <c:v>78.44</c:v>
                </c:pt>
                <c:pt idx="5893">
                  <c:v>78.239999999999995</c:v>
                </c:pt>
                <c:pt idx="5894">
                  <c:v>78.47</c:v>
                </c:pt>
                <c:pt idx="5895">
                  <c:v>78.25</c:v>
                </c:pt>
                <c:pt idx="5896">
                  <c:v>78.61</c:v>
                </c:pt>
                <c:pt idx="5897">
                  <c:v>78.430000000000007</c:v>
                </c:pt>
                <c:pt idx="5898">
                  <c:v>78.569999999999993</c:v>
                </c:pt>
                <c:pt idx="5899">
                  <c:v>78.28</c:v>
                </c:pt>
                <c:pt idx="5900">
                  <c:v>78.319999999999993</c:v>
                </c:pt>
                <c:pt idx="5901">
                  <c:v>78.739999999999995</c:v>
                </c:pt>
                <c:pt idx="5902">
                  <c:v>78.989999999999995</c:v>
                </c:pt>
                <c:pt idx="5903">
                  <c:v>79.349999999999994</c:v>
                </c:pt>
                <c:pt idx="5904">
                  <c:v>79.56</c:v>
                </c:pt>
                <c:pt idx="5905">
                  <c:v>79.430000000000007</c:v>
                </c:pt>
                <c:pt idx="5906">
                  <c:v>79.290000000000006</c:v>
                </c:pt>
                <c:pt idx="5907">
                  <c:v>78.58</c:v>
                </c:pt>
                <c:pt idx="5908">
                  <c:v>78.489999999999995</c:v>
                </c:pt>
                <c:pt idx="5909">
                  <c:v>78.67</c:v>
                </c:pt>
                <c:pt idx="5910">
                  <c:v>78.739999999999995</c:v>
                </c:pt>
                <c:pt idx="5911">
                  <c:v>78.510000000000005</c:v>
                </c:pt>
                <c:pt idx="5912">
                  <c:v>78.709999999999994</c:v>
                </c:pt>
                <c:pt idx="5913">
                  <c:v>78.63</c:v>
                </c:pt>
                <c:pt idx="5914">
                  <c:v>78.39</c:v>
                </c:pt>
                <c:pt idx="5915">
                  <c:v>78.260000000000005</c:v>
                </c:pt>
                <c:pt idx="5916">
                  <c:v>78.430000000000007</c:v>
                </c:pt>
                <c:pt idx="5917">
                  <c:v>78.39</c:v>
                </c:pt>
                <c:pt idx="5918">
                  <c:v>78.86</c:v>
                </c:pt>
                <c:pt idx="5919">
                  <c:v>78.239999999999995</c:v>
                </c:pt>
                <c:pt idx="5920">
                  <c:v>78.290000000000006</c:v>
                </c:pt>
                <c:pt idx="5921">
                  <c:v>77.77</c:v>
                </c:pt>
                <c:pt idx="5922">
                  <c:v>77.86</c:v>
                </c:pt>
                <c:pt idx="5923">
                  <c:v>77.489999999999995</c:v>
                </c:pt>
                <c:pt idx="5924">
                  <c:v>78.39</c:v>
                </c:pt>
                <c:pt idx="5925">
                  <c:v>78.709999999999994</c:v>
                </c:pt>
                <c:pt idx="5926">
                  <c:v>78.819999999999993</c:v>
                </c:pt>
                <c:pt idx="5927">
                  <c:v>78.38</c:v>
                </c:pt>
                <c:pt idx="5928">
                  <c:v>78.239999999999995</c:v>
                </c:pt>
                <c:pt idx="5929">
                  <c:v>78.17</c:v>
                </c:pt>
                <c:pt idx="5930">
                  <c:v>77.849999999999994</c:v>
                </c:pt>
                <c:pt idx="5931">
                  <c:v>77.8</c:v>
                </c:pt>
                <c:pt idx="5932">
                  <c:v>77.75</c:v>
                </c:pt>
                <c:pt idx="5933">
                  <c:v>77.61</c:v>
                </c:pt>
                <c:pt idx="5934">
                  <c:v>77.959999999999994</c:v>
                </c:pt>
                <c:pt idx="5935">
                  <c:v>77.989999999999995</c:v>
                </c:pt>
                <c:pt idx="5936">
                  <c:v>78.16</c:v>
                </c:pt>
                <c:pt idx="5937">
                  <c:v>78.489999999999995</c:v>
                </c:pt>
                <c:pt idx="5938">
                  <c:v>78.48</c:v>
                </c:pt>
                <c:pt idx="5939">
                  <c:v>78.67</c:v>
                </c:pt>
                <c:pt idx="5940">
                  <c:v>78.33</c:v>
                </c:pt>
                <c:pt idx="5941">
                  <c:v>78.260000000000005</c:v>
                </c:pt>
                <c:pt idx="5942">
                  <c:v>78.180000000000007</c:v>
                </c:pt>
                <c:pt idx="5943">
                  <c:v>78.34</c:v>
                </c:pt>
                <c:pt idx="5944">
                  <c:v>78.44</c:v>
                </c:pt>
                <c:pt idx="5945">
                  <c:v>78.650000000000006</c:v>
                </c:pt>
                <c:pt idx="5946">
                  <c:v>78.89</c:v>
                </c:pt>
                <c:pt idx="5947">
                  <c:v>78.930000000000007</c:v>
                </c:pt>
                <c:pt idx="5948">
                  <c:v>79.28</c:v>
                </c:pt>
                <c:pt idx="5949">
                  <c:v>79.319999999999993</c:v>
                </c:pt>
                <c:pt idx="5950">
                  <c:v>79.94</c:v>
                </c:pt>
                <c:pt idx="5951">
                  <c:v>79.849999999999994</c:v>
                </c:pt>
                <c:pt idx="5952">
                  <c:v>79.81</c:v>
                </c:pt>
                <c:pt idx="5953">
                  <c:v>80.3</c:v>
                </c:pt>
                <c:pt idx="5954">
                  <c:v>79.650000000000006</c:v>
                </c:pt>
                <c:pt idx="5955">
                  <c:v>79.8</c:v>
                </c:pt>
                <c:pt idx="5956">
                  <c:v>79.63</c:v>
                </c:pt>
                <c:pt idx="5957">
                  <c:v>79.77</c:v>
                </c:pt>
                <c:pt idx="5958">
                  <c:v>80.12</c:v>
                </c:pt>
                <c:pt idx="5959">
                  <c:v>80.430000000000007</c:v>
                </c:pt>
                <c:pt idx="5960">
                  <c:v>80.290000000000006</c:v>
                </c:pt>
                <c:pt idx="5961">
                  <c:v>80.349999999999994</c:v>
                </c:pt>
                <c:pt idx="5962">
                  <c:v>80</c:v>
                </c:pt>
                <c:pt idx="5963">
                  <c:v>79.47</c:v>
                </c:pt>
                <c:pt idx="5964">
                  <c:v>79.489999999999995</c:v>
                </c:pt>
                <c:pt idx="5965">
                  <c:v>79.5</c:v>
                </c:pt>
                <c:pt idx="5966">
                  <c:v>79.38</c:v>
                </c:pt>
                <c:pt idx="5967">
                  <c:v>80.25</c:v>
                </c:pt>
                <c:pt idx="5968">
                  <c:v>81.17</c:v>
                </c:pt>
                <c:pt idx="5969">
                  <c:v>81.319999999999993</c:v>
                </c:pt>
                <c:pt idx="5970">
                  <c:v>81.41</c:v>
                </c:pt>
                <c:pt idx="5971">
                  <c:v>81.680000000000007</c:v>
                </c:pt>
                <c:pt idx="5972">
                  <c:v>82.52</c:v>
                </c:pt>
                <c:pt idx="5973">
                  <c:v>82.48</c:v>
                </c:pt>
                <c:pt idx="5974">
                  <c:v>82.4</c:v>
                </c:pt>
                <c:pt idx="5975">
                  <c:v>82.08</c:v>
                </c:pt>
                <c:pt idx="5976">
                  <c:v>82.15</c:v>
                </c:pt>
                <c:pt idx="5977">
                  <c:v>82.08</c:v>
                </c:pt>
                <c:pt idx="5978">
                  <c:v>82.12</c:v>
                </c:pt>
                <c:pt idx="5979">
                  <c:v>82.48</c:v>
                </c:pt>
                <c:pt idx="5980">
                  <c:v>82.25</c:v>
                </c:pt>
                <c:pt idx="5981">
                  <c:v>81.900000000000006</c:v>
                </c:pt>
                <c:pt idx="5982">
                  <c:v>82.47</c:v>
                </c:pt>
                <c:pt idx="5983">
                  <c:v>82.4</c:v>
                </c:pt>
                <c:pt idx="5984">
                  <c:v>82.49</c:v>
                </c:pt>
                <c:pt idx="5985">
                  <c:v>82.36</c:v>
                </c:pt>
                <c:pt idx="5986">
                  <c:v>82.52</c:v>
                </c:pt>
                <c:pt idx="5987">
                  <c:v>83.26</c:v>
                </c:pt>
                <c:pt idx="5988">
                  <c:v>83.65</c:v>
                </c:pt>
                <c:pt idx="5989">
                  <c:v>83.52</c:v>
                </c:pt>
                <c:pt idx="5990">
                  <c:v>83.89</c:v>
                </c:pt>
                <c:pt idx="5991">
                  <c:v>84.21</c:v>
                </c:pt>
                <c:pt idx="5992">
                  <c:v>84.41</c:v>
                </c:pt>
                <c:pt idx="5993">
                  <c:v>84.39</c:v>
                </c:pt>
                <c:pt idx="5994">
                  <c:v>84.24</c:v>
                </c:pt>
                <c:pt idx="5995">
                  <c:v>84.94</c:v>
                </c:pt>
                <c:pt idx="5996">
                  <c:v>84.77</c:v>
                </c:pt>
                <c:pt idx="5997">
                  <c:v>85.63</c:v>
                </c:pt>
                <c:pt idx="5998">
                  <c:v>86.1</c:v>
                </c:pt>
                <c:pt idx="5999">
                  <c:v>85.96</c:v>
                </c:pt>
                <c:pt idx="6000">
                  <c:v>86.75</c:v>
                </c:pt>
                <c:pt idx="6001">
                  <c:v>86.7</c:v>
                </c:pt>
                <c:pt idx="6002">
                  <c:v>87.34</c:v>
                </c:pt>
                <c:pt idx="6003">
                  <c:v>87.24</c:v>
                </c:pt>
                <c:pt idx="6004">
                  <c:v>88.15</c:v>
                </c:pt>
                <c:pt idx="6005">
                  <c:v>87.79</c:v>
                </c:pt>
                <c:pt idx="6006">
                  <c:v>87.05</c:v>
                </c:pt>
                <c:pt idx="6007">
                  <c:v>87.88</c:v>
                </c:pt>
                <c:pt idx="6008">
                  <c:v>88.78</c:v>
                </c:pt>
                <c:pt idx="6009">
                  <c:v>89.18</c:v>
                </c:pt>
                <c:pt idx="6010">
                  <c:v>89.48</c:v>
                </c:pt>
                <c:pt idx="6011">
                  <c:v>88.79</c:v>
                </c:pt>
                <c:pt idx="6012">
                  <c:v>88.38</c:v>
                </c:pt>
                <c:pt idx="6013">
                  <c:v>89.88</c:v>
                </c:pt>
                <c:pt idx="6014">
                  <c:v>90.1</c:v>
                </c:pt>
                <c:pt idx="6015">
                  <c:v>89.6</c:v>
                </c:pt>
                <c:pt idx="6016">
                  <c:v>88.71</c:v>
                </c:pt>
                <c:pt idx="6017">
                  <c:v>88.61</c:v>
                </c:pt>
                <c:pt idx="6018">
                  <c:v>90.33</c:v>
                </c:pt>
                <c:pt idx="6019">
                  <c:v>90.91</c:v>
                </c:pt>
                <c:pt idx="6020">
                  <c:v>90.86</c:v>
                </c:pt>
                <c:pt idx="6021">
                  <c:v>90.73</c:v>
                </c:pt>
                <c:pt idx="6022">
                  <c:v>91.08</c:v>
                </c:pt>
                <c:pt idx="6023">
                  <c:v>91.71</c:v>
                </c:pt>
                <c:pt idx="6024">
                  <c:v>92.77</c:v>
                </c:pt>
                <c:pt idx="6025">
                  <c:v>92.38</c:v>
                </c:pt>
                <c:pt idx="6026">
                  <c:v>93.63</c:v>
                </c:pt>
                <c:pt idx="6027">
                  <c:v>93.64</c:v>
                </c:pt>
                <c:pt idx="6028">
                  <c:v>93.63</c:v>
                </c:pt>
                <c:pt idx="6029">
                  <c:v>92.68</c:v>
                </c:pt>
                <c:pt idx="6030">
                  <c:v>94.32</c:v>
                </c:pt>
                <c:pt idx="6031">
                  <c:v>93.48</c:v>
                </c:pt>
                <c:pt idx="6032">
                  <c:v>93.39</c:v>
                </c:pt>
                <c:pt idx="6033">
                  <c:v>92.88</c:v>
                </c:pt>
                <c:pt idx="6034">
                  <c:v>93.5</c:v>
                </c:pt>
                <c:pt idx="6035">
                  <c:v>93.96</c:v>
                </c:pt>
                <c:pt idx="6036">
                  <c:v>93.57</c:v>
                </c:pt>
                <c:pt idx="6037">
                  <c:v>93.57</c:v>
                </c:pt>
                <c:pt idx="6038">
                  <c:v>93.11</c:v>
                </c:pt>
                <c:pt idx="6039">
                  <c:v>93.42</c:v>
                </c:pt>
                <c:pt idx="6040">
                  <c:v>91.82</c:v>
                </c:pt>
                <c:pt idx="6041">
                  <c:v>91.98</c:v>
                </c:pt>
                <c:pt idx="6042">
                  <c:v>92.24</c:v>
                </c:pt>
                <c:pt idx="6043">
                  <c:v>92.56</c:v>
                </c:pt>
                <c:pt idx="6044">
                  <c:v>93.59</c:v>
                </c:pt>
                <c:pt idx="6045">
                  <c:v>93.48</c:v>
                </c:pt>
                <c:pt idx="6046">
                  <c:v>93.29</c:v>
                </c:pt>
                <c:pt idx="6047">
                  <c:v>94.07</c:v>
                </c:pt>
                <c:pt idx="6048">
                  <c:v>94.82</c:v>
                </c:pt>
                <c:pt idx="6049">
                  <c:v>96</c:v>
                </c:pt>
                <c:pt idx="6050">
                  <c:v>96.28</c:v>
                </c:pt>
                <c:pt idx="6051">
                  <c:v>96.08</c:v>
                </c:pt>
                <c:pt idx="6052">
                  <c:v>96.13</c:v>
                </c:pt>
                <c:pt idx="6053">
                  <c:v>96.11</c:v>
                </c:pt>
                <c:pt idx="6054">
                  <c:v>95.28</c:v>
                </c:pt>
                <c:pt idx="6055">
                  <c:v>95.21</c:v>
                </c:pt>
                <c:pt idx="6056">
                  <c:v>95.16</c:v>
                </c:pt>
                <c:pt idx="6057">
                  <c:v>96.01</c:v>
                </c:pt>
                <c:pt idx="6058">
                  <c:v>94.9</c:v>
                </c:pt>
                <c:pt idx="6059">
                  <c:v>94.46</c:v>
                </c:pt>
                <c:pt idx="6060">
                  <c:v>94.17</c:v>
                </c:pt>
                <c:pt idx="6061">
                  <c:v>94.44</c:v>
                </c:pt>
                <c:pt idx="6062">
                  <c:v>94.46</c:v>
                </c:pt>
                <c:pt idx="6063">
                  <c:v>94.15</c:v>
                </c:pt>
                <c:pt idx="6064">
                  <c:v>94.22</c:v>
                </c:pt>
                <c:pt idx="6065">
                  <c:v>93.23</c:v>
                </c:pt>
                <c:pt idx="6066">
                  <c:v>93.44</c:v>
                </c:pt>
                <c:pt idx="6067">
                  <c:v>93.04</c:v>
                </c:pt>
                <c:pt idx="6068">
                  <c:v>96.34</c:v>
                </c:pt>
                <c:pt idx="6069">
                  <c:v>97.57</c:v>
                </c:pt>
                <c:pt idx="6070">
                  <c:v>99.36</c:v>
                </c:pt>
                <c:pt idx="6071">
                  <c:v>99.02</c:v>
                </c:pt>
                <c:pt idx="6072">
                  <c:v>99.78</c:v>
                </c:pt>
                <c:pt idx="6073">
                  <c:v>99.68</c:v>
                </c:pt>
                <c:pt idx="6074">
                  <c:v>98.37</c:v>
                </c:pt>
                <c:pt idx="6075">
                  <c:v>96.77</c:v>
                </c:pt>
                <c:pt idx="6076">
                  <c:v>97.54</c:v>
                </c:pt>
                <c:pt idx="6077">
                  <c:v>98.12</c:v>
                </c:pt>
                <c:pt idx="6078">
                  <c:v>98.17</c:v>
                </c:pt>
                <c:pt idx="6079">
                  <c:v>99.52</c:v>
                </c:pt>
                <c:pt idx="6080">
                  <c:v>99.23</c:v>
                </c:pt>
                <c:pt idx="6081">
                  <c:v>99.48</c:v>
                </c:pt>
                <c:pt idx="6082">
                  <c:v>99.51</c:v>
                </c:pt>
                <c:pt idx="6083">
                  <c:v>99.26</c:v>
                </c:pt>
                <c:pt idx="6084">
                  <c:v>98.05</c:v>
                </c:pt>
                <c:pt idx="6085">
                  <c:v>97.76</c:v>
                </c:pt>
                <c:pt idx="6086">
                  <c:v>97.45</c:v>
                </c:pt>
                <c:pt idx="6087">
                  <c:v>97.39</c:v>
                </c:pt>
                <c:pt idx="6088">
                  <c:v>97.94</c:v>
                </c:pt>
                <c:pt idx="6089">
                  <c:v>98.99</c:v>
                </c:pt>
                <c:pt idx="6090">
                  <c:v>99.33</c:v>
                </c:pt>
                <c:pt idx="6091">
                  <c:v>99</c:v>
                </c:pt>
                <c:pt idx="6092">
                  <c:v>99.01</c:v>
                </c:pt>
                <c:pt idx="6093">
                  <c:v>100.59</c:v>
                </c:pt>
                <c:pt idx="6094">
                  <c:v>101.62</c:v>
                </c:pt>
                <c:pt idx="6095">
                  <c:v>101.82</c:v>
                </c:pt>
                <c:pt idx="6096">
                  <c:v>102.42</c:v>
                </c:pt>
                <c:pt idx="6097">
                  <c:v>102.25</c:v>
                </c:pt>
                <c:pt idx="6098">
                  <c:v>102.26</c:v>
                </c:pt>
                <c:pt idx="6099">
                  <c:v>103.21</c:v>
                </c:pt>
                <c:pt idx="6100">
                  <c:v>102.27</c:v>
                </c:pt>
                <c:pt idx="6101">
                  <c:v>102.5</c:v>
                </c:pt>
                <c:pt idx="6102">
                  <c:v>103.16</c:v>
                </c:pt>
                <c:pt idx="6103">
                  <c:v>102.02</c:v>
                </c:pt>
                <c:pt idx="6104">
                  <c:v>101.31</c:v>
                </c:pt>
                <c:pt idx="6105">
                  <c:v>100.96</c:v>
                </c:pt>
                <c:pt idx="6106">
                  <c:v>102.37</c:v>
                </c:pt>
                <c:pt idx="6107">
                  <c:v>101.16</c:v>
                </c:pt>
                <c:pt idx="6108">
                  <c:v>100.73</c:v>
                </c:pt>
                <c:pt idx="6109">
                  <c:v>100.45</c:v>
                </c:pt>
                <c:pt idx="6110">
                  <c:v>99.53</c:v>
                </c:pt>
                <c:pt idx="6111">
                  <c:v>100.03</c:v>
                </c:pt>
                <c:pt idx="6112">
                  <c:v>99.06</c:v>
                </c:pt>
                <c:pt idx="6113">
                  <c:v>96.97</c:v>
                </c:pt>
                <c:pt idx="6114">
                  <c:v>97.56</c:v>
                </c:pt>
                <c:pt idx="6115">
                  <c:v>98.76</c:v>
                </c:pt>
                <c:pt idx="6116">
                  <c:v>96.03</c:v>
                </c:pt>
                <c:pt idx="6117">
                  <c:v>96.02</c:v>
                </c:pt>
                <c:pt idx="6118">
                  <c:v>95.37</c:v>
                </c:pt>
                <c:pt idx="6119">
                  <c:v>94.31</c:v>
                </c:pt>
                <c:pt idx="6120">
                  <c:v>94.51</c:v>
                </c:pt>
                <c:pt idx="6121">
                  <c:v>95.33</c:v>
                </c:pt>
                <c:pt idx="6122">
                  <c:v>96.45</c:v>
                </c:pt>
                <c:pt idx="6123">
                  <c:v>97.28</c:v>
                </c:pt>
                <c:pt idx="6124">
                  <c:v>97.9</c:v>
                </c:pt>
                <c:pt idx="6125">
                  <c:v>97.73</c:v>
                </c:pt>
                <c:pt idx="6126">
                  <c:v>97.81</c:v>
                </c:pt>
                <c:pt idx="6127">
                  <c:v>97.72</c:v>
                </c:pt>
                <c:pt idx="6128">
                  <c:v>98.35</c:v>
                </c:pt>
                <c:pt idx="6129">
                  <c:v>99.14</c:v>
                </c:pt>
                <c:pt idx="6130">
                  <c:v>99.66</c:v>
                </c:pt>
                <c:pt idx="6131">
                  <c:v>100.63</c:v>
                </c:pt>
                <c:pt idx="6132">
                  <c:v>99.91</c:v>
                </c:pt>
                <c:pt idx="6133">
                  <c:v>100.04</c:v>
                </c:pt>
                <c:pt idx="6134">
                  <c:v>101.2</c:v>
                </c:pt>
                <c:pt idx="6135">
                  <c:v>100.97</c:v>
                </c:pt>
                <c:pt idx="6136">
                  <c:v>101.15</c:v>
                </c:pt>
                <c:pt idx="6137">
                  <c:v>99.68</c:v>
                </c:pt>
                <c:pt idx="6138">
                  <c:v>98.96</c:v>
                </c:pt>
                <c:pt idx="6139">
                  <c:v>99.22</c:v>
                </c:pt>
                <c:pt idx="6140">
                  <c:v>99.86</c:v>
                </c:pt>
                <c:pt idx="6141">
                  <c:v>99.1</c:v>
                </c:pt>
                <c:pt idx="6142">
                  <c:v>99.59</c:v>
                </c:pt>
                <c:pt idx="6143">
                  <c:v>100.43</c:v>
                </c:pt>
                <c:pt idx="6144">
                  <c:v>100.65</c:v>
                </c:pt>
                <c:pt idx="6145">
                  <c:v>99.67</c:v>
                </c:pt>
                <c:pt idx="6146">
                  <c:v>99.43</c:v>
                </c:pt>
                <c:pt idx="6147">
                  <c:v>100.27</c:v>
                </c:pt>
                <c:pt idx="6148">
                  <c:v>99.29</c:v>
                </c:pt>
                <c:pt idx="6149">
                  <c:v>98.21</c:v>
                </c:pt>
                <c:pt idx="6150">
                  <c:v>97.96</c:v>
                </c:pt>
                <c:pt idx="6151">
                  <c:v>98.03</c:v>
                </c:pt>
                <c:pt idx="6152">
                  <c:v>97.88</c:v>
                </c:pt>
                <c:pt idx="6153">
                  <c:v>99.54</c:v>
                </c:pt>
                <c:pt idx="6154">
                  <c:v>98.94</c:v>
                </c:pt>
                <c:pt idx="6155">
                  <c:v>98.3</c:v>
                </c:pt>
                <c:pt idx="6156">
                  <c:v>97.74</c:v>
                </c:pt>
                <c:pt idx="6157">
                  <c:v>96.33</c:v>
                </c:pt>
                <c:pt idx="6158">
                  <c:v>96.67</c:v>
                </c:pt>
                <c:pt idx="6159">
                  <c:v>96.21</c:v>
                </c:pt>
                <c:pt idx="6160">
                  <c:v>96.9</c:v>
                </c:pt>
                <c:pt idx="6161">
                  <c:v>98.2</c:v>
                </c:pt>
                <c:pt idx="6162">
                  <c:v>98.14</c:v>
                </c:pt>
                <c:pt idx="6163">
                  <c:v>97.37</c:v>
                </c:pt>
                <c:pt idx="6164">
                  <c:v>97.53</c:v>
                </c:pt>
                <c:pt idx="6165">
                  <c:v>97.55</c:v>
                </c:pt>
                <c:pt idx="6166">
                  <c:v>97.27</c:v>
                </c:pt>
                <c:pt idx="6167">
                  <c:v>97.68</c:v>
                </c:pt>
                <c:pt idx="6168">
                  <c:v>98.72</c:v>
                </c:pt>
                <c:pt idx="6169">
                  <c:v>98.72</c:v>
                </c:pt>
                <c:pt idx="6170">
                  <c:v>98.51</c:v>
                </c:pt>
                <c:pt idx="6171">
                  <c:v>97.03</c:v>
                </c:pt>
                <c:pt idx="6172">
                  <c:v>97.64</c:v>
                </c:pt>
                <c:pt idx="6173">
                  <c:v>98.35</c:v>
                </c:pt>
                <c:pt idx="6174">
                  <c:v>98.17</c:v>
                </c:pt>
                <c:pt idx="6175">
                  <c:v>99.33</c:v>
                </c:pt>
                <c:pt idx="6176">
                  <c:v>99.57</c:v>
                </c:pt>
                <c:pt idx="6177">
                  <c:v>99.74</c:v>
                </c:pt>
                <c:pt idx="6178">
                  <c:v>100.11</c:v>
                </c:pt>
                <c:pt idx="6179">
                  <c:v>99.11</c:v>
                </c:pt>
                <c:pt idx="6180">
                  <c:v>99.58</c:v>
                </c:pt>
                <c:pt idx="6181">
                  <c:v>100.39</c:v>
                </c:pt>
                <c:pt idx="6182">
                  <c:v>99.89</c:v>
                </c:pt>
                <c:pt idx="6183">
                  <c:v>99.54</c:v>
                </c:pt>
                <c:pt idx="6184">
                  <c:v>99.38</c:v>
                </c:pt>
                <c:pt idx="6185">
                  <c:v>99.08</c:v>
                </c:pt>
                <c:pt idx="6186">
                  <c:v>99.13</c:v>
                </c:pt>
                <c:pt idx="6187">
                  <c:v>97.94</c:v>
                </c:pt>
                <c:pt idx="6188">
                  <c:v>99.45</c:v>
                </c:pt>
                <c:pt idx="6189">
                  <c:v>99.36</c:v>
                </c:pt>
                <c:pt idx="6190">
                  <c:v>98.85</c:v>
                </c:pt>
                <c:pt idx="6191">
                  <c:v>98.75</c:v>
                </c:pt>
                <c:pt idx="6192">
                  <c:v>98.43</c:v>
                </c:pt>
                <c:pt idx="6193">
                  <c:v>98.99</c:v>
                </c:pt>
                <c:pt idx="6194">
                  <c:v>98.24</c:v>
                </c:pt>
                <c:pt idx="6195">
                  <c:v>98.27</c:v>
                </c:pt>
                <c:pt idx="6196">
                  <c:v>98</c:v>
                </c:pt>
                <c:pt idx="6197">
                  <c:v>97.36</c:v>
                </c:pt>
                <c:pt idx="6198">
                  <c:v>97.27</c:v>
                </c:pt>
                <c:pt idx="6199">
                  <c:v>97.48</c:v>
                </c:pt>
                <c:pt idx="6200">
                  <c:v>96.71</c:v>
                </c:pt>
                <c:pt idx="6201">
                  <c:v>96.88</c:v>
                </c:pt>
                <c:pt idx="6202">
                  <c:v>97.34</c:v>
                </c:pt>
                <c:pt idx="6203">
                  <c:v>98.16</c:v>
                </c:pt>
                <c:pt idx="6204">
                  <c:v>98.58</c:v>
                </c:pt>
                <c:pt idx="6205">
                  <c:v>98.57</c:v>
                </c:pt>
                <c:pt idx="6206">
                  <c:v>98.16</c:v>
                </c:pt>
                <c:pt idx="6207">
                  <c:v>98.77</c:v>
                </c:pt>
                <c:pt idx="6208">
                  <c:v>97.91</c:v>
                </c:pt>
                <c:pt idx="6209">
                  <c:v>97.72</c:v>
                </c:pt>
                <c:pt idx="6210">
                  <c:v>98.19</c:v>
                </c:pt>
                <c:pt idx="6211">
                  <c:v>98.14</c:v>
                </c:pt>
                <c:pt idx="6212">
                  <c:v>97.38</c:v>
                </c:pt>
                <c:pt idx="6213">
                  <c:v>97.28</c:v>
                </c:pt>
                <c:pt idx="6214">
                  <c:v>97.42</c:v>
                </c:pt>
                <c:pt idx="6215">
                  <c:v>97.68</c:v>
                </c:pt>
                <c:pt idx="6216">
                  <c:v>98.19</c:v>
                </c:pt>
                <c:pt idx="6217">
                  <c:v>98.51</c:v>
                </c:pt>
                <c:pt idx="6218">
                  <c:v>98.36</c:v>
                </c:pt>
                <c:pt idx="6219">
                  <c:v>98.67</c:v>
                </c:pt>
                <c:pt idx="6220">
                  <c:v>98.6</c:v>
                </c:pt>
                <c:pt idx="6221">
                  <c:v>98.5</c:v>
                </c:pt>
                <c:pt idx="6222">
                  <c:v>98.66</c:v>
                </c:pt>
                <c:pt idx="6223">
                  <c:v>98.09</c:v>
                </c:pt>
                <c:pt idx="6224">
                  <c:v>99.05</c:v>
                </c:pt>
                <c:pt idx="6225">
                  <c:v>99.16</c:v>
                </c:pt>
                <c:pt idx="6226">
                  <c:v>99.64</c:v>
                </c:pt>
                <c:pt idx="6227">
                  <c:v>99.25</c:v>
                </c:pt>
                <c:pt idx="6228">
                  <c:v>100.01</c:v>
                </c:pt>
                <c:pt idx="6229">
                  <c:v>100.19</c:v>
                </c:pt>
                <c:pt idx="6230">
                  <c:v>99.99</c:v>
                </c:pt>
                <c:pt idx="6231">
                  <c:v>100.14</c:v>
                </c:pt>
                <c:pt idx="6232">
                  <c:v>100.03</c:v>
                </c:pt>
                <c:pt idx="6233">
                  <c:v>101.16</c:v>
                </c:pt>
                <c:pt idx="6234">
                  <c:v>101.27</c:v>
                </c:pt>
                <c:pt idx="6235">
                  <c:v>101.67</c:v>
                </c:pt>
                <c:pt idx="6236">
                  <c:v>101.28</c:v>
                </c:pt>
                <c:pt idx="6237">
                  <c:v>102.16</c:v>
                </c:pt>
                <c:pt idx="6238">
                  <c:v>102.33</c:v>
                </c:pt>
                <c:pt idx="6239">
                  <c:v>102.44</c:v>
                </c:pt>
                <c:pt idx="6240">
                  <c:v>102.94</c:v>
                </c:pt>
                <c:pt idx="6241">
                  <c:v>102.51</c:v>
                </c:pt>
                <c:pt idx="6242">
                  <c:v>102.36</c:v>
                </c:pt>
                <c:pt idx="6243">
                  <c:v>101.79</c:v>
                </c:pt>
                <c:pt idx="6244">
                  <c:v>102.91</c:v>
                </c:pt>
                <c:pt idx="6245">
                  <c:v>103.27</c:v>
                </c:pt>
                <c:pt idx="6246">
                  <c:v>102.85</c:v>
                </c:pt>
                <c:pt idx="6247">
                  <c:v>102.42</c:v>
                </c:pt>
                <c:pt idx="6248">
                  <c:v>103.38</c:v>
                </c:pt>
                <c:pt idx="6249">
                  <c:v>103.21</c:v>
                </c:pt>
                <c:pt idx="6250">
                  <c:v>103.02</c:v>
                </c:pt>
                <c:pt idx="6251">
                  <c:v>102.67</c:v>
                </c:pt>
                <c:pt idx="6252">
                  <c:v>104.29</c:v>
                </c:pt>
                <c:pt idx="6253">
                  <c:v>104.25</c:v>
                </c:pt>
                <c:pt idx="6254">
                  <c:v>104.1</c:v>
                </c:pt>
                <c:pt idx="6255">
                  <c:v>104.11</c:v>
                </c:pt>
                <c:pt idx="6256">
                  <c:v>104.25</c:v>
                </c:pt>
                <c:pt idx="6257">
                  <c:v>104.38</c:v>
                </c:pt>
                <c:pt idx="6258">
                  <c:v>104.81</c:v>
                </c:pt>
                <c:pt idx="6259">
                  <c:v>105.17</c:v>
                </c:pt>
                <c:pt idx="6260">
                  <c:v>105.15</c:v>
                </c:pt>
                <c:pt idx="6261">
                  <c:v>105.31</c:v>
                </c:pt>
                <c:pt idx="6262">
                  <c:v>105.25</c:v>
                </c:pt>
                <c:pt idx="6263">
                  <c:v>104.81</c:v>
                </c:pt>
                <c:pt idx="6264">
                  <c:v>104.86</c:v>
                </c:pt>
                <c:pt idx="6265">
                  <c:v>104.22</c:v>
                </c:pt>
                <c:pt idx="6266">
                  <c:v>104.6</c:v>
                </c:pt>
                <c:pt idx="6267">
                  <c:v>104.86</c:v>
                </c:pt>
                <c:pt idx="6268">
                  <c:v>104.82</c:v>
                </c:pt>
                <c:pt idx="6269">
                  <c:v>104.18</c:v>
                </c:pt>
                <c:pt idx="6270">
                  <c:v>103</c:v>
                </c:pt>
                <c:pt idx="6271">
                  <c:v>104.22</c:v>
                </c:pt>
                <c:pt idx="6272">
                  <c:v>104.56</c:v>
                </c:pt>
                <c:pt idx="6273">
                  <c:v>104.35</c:v>
                </c:pt>
                <c:pt idx="6274">
                  <c:v>104.32</c:v>
                </c:pt>
                <c:pt idx="6275">
                  <c:v>104.18</c:v>
                </c:pt>
                <c:pt idx="6276">
                  <c:v>104.3</c:v>
                </c:pt>
                <c:pt idx="6277">
                  <c:v>104.52</c:v>
                </c:pt>
                <c:pt idx="6278">
                  <c:v>103.26</c:v>
                </c:pt>
                <c:pt idx="6279">
                  <c:v>102.31</c:v>
                </c:pt>
                <c:pt idx="6280">
                  <c:v>102.55</c:v>
                </c:pt>
                <c:pt idx="6281">
                  <c:v>102.94</c:v>
                </c:pt>
                <c:pt idx="6282">
                  <c:v>102.29</c:v>
                </c:pt>
                <c:pt idx="6283">
                  <c:v>102.72</c:v>
                </c:pt>
                <c:pt idx="6284">
                  <c:v>102.04</c:v>
                </c:pt>
                <c:pt idx="6285">
                  <c:v>100.98</c:v>
                </c:pt>
                <c:pt idx="6286">
                  <c:v>101.64</c:v>
                </c:pt>
                <c:pt idx="6287">
                  <c:v>101.45</c:v>
                </c:pt>
                <c:pt idx="6288">
                  <c:v>102.11</c:v>
                </c:pt>
                <c:pt idx="6289">
                  <c:v>102.3</c:v>
                </c:pt>
                <c:pt idx="6290">
                  <c:v>102.26</c:v>
                </c:pt>
                <c:pt idx="6291">
                  <c:v>102.63</c:v>
                </c:pt>
                <c:pt idx="6292">
                  <c:v>102.53</c:v>
                </c:pt>
                <c:pt idx="6293">
                  <c:v>102.17</c:v>
                </c:pt>
                <c:pt idx="6294">
                  <c:v>101.8</c:v>
                </c:pt>
                <c:pt idx="6295">
                  <c:v>101.92</c:v>
                </c:pt>
                <c:pt idx="6296">
                  <c:v>102.36</c:v>
                </c:pt>
                <c:pt idx="6297">
                  <c:v>102.31</c:v>
                </c:pt>
                <c:pt idx="6298">
                  <c:v>102.28</c:v>
                </c:pt>
                <c:pt idx="6299">
                  <c:v>102.51</c:v>
                </c:pt>
                <c:pt idx="6300">
                  <c:v>102.51</c:v>
                </c:pt>
                <c:pt idx="6301">
                  <c:v>102.24</c:v>
                </c:pt>
                <c:pt idx="6302">
                  <c:v>102.38</c:v>
                </c:pt>
                <c:pt idx="6303">
                  <c:v>102.13</c:v>
                </c:pt>
                <c:pt idx="6304">
                  <c:v>101.8</c:v>
                </c:pt>
                <c:pt idx="6305">
                  <c:v>101.45</c:v>
                </c:pt>
                <c:pt idx="6306">
                  <c:v>102.21</c:v>
                </c:pt>
                <c:pt idx="6307">
                  <c:v>102.3</c:v>
                </c:pt>
                <c:pt idx="6308">
                  <c:v>103.07</c:v>
                </c:pt>
                <c:pt idx="6309">
                  <c:v>103.28</c:v>
                </c:pt>
                <c:pt idx="6310">
                  <c:v>103.27</c:v>
                </c:pt>
                <c:pt idx="6311">
                  <c:v>103.02</c:v>
                </c:pt>
                <c:pt idx="6312">
                  <c:v>102.76</c:v>
                </c:pt>
                <c:pt idx="6313">
                  <c:v>101.84</c:v>
                </c:pt>
                <c:pt idx="6314">
                  <c:v>101.36</c:v>
                </c:pt>
                <c:pt idx="6315">
                  <c:v>101.77</c:v>
                </c:pt>
                <c:pt idx="6316">
                  <c:v>101.44</c:v>
                </c:pt>
                <c:pt idx="6317">
                  <c:v>102.32</c:v>
                </c:pt>
                <c:pt idx="6318">
                  <c:v>102.39</c:v>
                </c:pt>
                <c:pt idx="6319">
                  <c:v>102.25</c:v>
                </c:pt>
                <c:pt idx="6320">
                  <c:v>102.24</c:v>
                </c:pt>
                <c:pt idx="6321">
                  <c:v>102.26</c:v>
                </c:pt>
                <c:pt idx="6322">
                  <c:v>102.04</c:v>
                </c:pt>
                <c:pt idx="6323">
                  <c:v>102.18</c:v>
                </c:pt>
                <c:pt idx="6324">
                  <c:v>102.83</c:v>
                </c:pt>
                <c:pt idx="6325">
                  <c:v>103.23</c:v>
                </c:pt>
                <c:pt idx="6326">
                  <c:v>103.65</c:v>
                </c:pt>
                <c:pt idx="6327">
                  <c:v>103.88</c:v>
                </c:pt>
                <c:pt idx="6328">
                  <c:v>103.93</c:v>
                </c:pt>
                <c:pt idx="6329">
                  <c:v>103.29</c:v>
                </c:pt>
                <c:pt idx="6330">
                  <c:v>103.1</c:v>
                </c:pt>
                <c:pt idx="6331">
                  <c:v>101.81</c:v>
                </c:pt>
                <c:pt idx="6332">
                  <c:v>102</c:v>
                </c:pt>
                <c:pt idx="6333">
                  <c:v>101.53</c:v>
                </c:pt>
                <c:pt idx="6334">
                  <c:v>101.62</c:v>
                </c:pt>
                <c:pt idx="6335">
                  <c:v>101.85</c:v>
                </c:pt>
                <c:pt idx="6336">
                  <c:v>101.92</c:v>
                </c:pt>
                <c:pt idx="6337">
                  <c:v>102.23</c:v>
                </c:pt>
                <c:pt idx="6338">
                  <c:v>102.39</c:v>
                </c:pt>
                <c:pt idx="6339">
                  <c:v>102.43</c:v>
                </c:pt>
                <c:pt idx="6340">
                  <c:v>102.62</c:v>
                </c:pt>
                <c:pt idx="6341">
                  <c:v>102.62</c:v>
                </c:pt>
                <c:pt idx="6342">
                  <c:v>102.54</c:v>
                </c:pt>
                <c:pt idx="6343">
                  <c:v>102.32</c:v>
                </c:pt>
                <c:pt idx="6344">
                  <c:v>102.16</c:v>
                </c:pt>
                <c:pt idx="6345">
                  <c:v>102.49</c:v>
                </c:pt>
                <c:pt idx="6346">
                  <c:v>102.64</c:v>
                </c:pt>
                <c:pt idx="6347">
                  <c:v>102.24</c:v>
                </c:pt>
                <c:pt idx="6348">
                  <c:v>102.33</c:v>
                </c:pt>
                <c:pt idx="6349">
                  <c:v>102.2</c:v>
                </c:pt>
                <c:pt idx="6350">
                  <c:v>102.14</c:v>
                </c:pt>
                <c:pt idx="6351">
                  <c:v>101.68</c:v>
                </c:pt>
                <c:pt idx="6352">
                  <c:v>101.9</c:v>
                </c:pt>
                <c:pt idx="6353">
                  <c:v>101.66</c:v>
                </c:pt>
                <c:pt idx="6354">
                  <c:v>101.86</c:v>
                </c:pt>
                <c:pt idx="6355">
                  <c:v>102.13</c:v>
                </c:pt>
                <c:pt idx="6356">
                  <c:v>102.26</c:v>
                </c:pt>
                <c:pt idx="6357">
                  <c:v>101.9</c:v>
                </c:pt>
                <c:pt idx="6358">
                  <c:v>101.58</c:v>
                </c:pt>
                <c:pt idx="6359">
                  <c:v>101.5</c:v>
                </c:pt>
                <c:pt idx="6360">
                  <c:v>101.5</c:v>
                </c:pt>
                <c:pt idx="6361">
                  <c:v>101.33</c:v>
                </c:pt>
                <c:pt idx="6362">
                  <c:v>101.37</c:v>
                </c:pt>
                <c:pt idx="6363">
                  <c:v>101.74</c:v>
                </c:pt>
                <c:pt idx="6364">
                  <c:v>101.97</c:v>
                </c:pt>
                <c:pt idx="6365">
                  <c:v>101.94</c:v>
                </c:pt>
                <c:pt idx="6366">
                  <c:v>101.98</c:v>
                </c:pt>
                <c:pt idx="6367">
                  <c:v>101.85</c:v>
                </c:pt>
                <c:pt idx="6368">
                  <c:v>101.79</c:v>
                </c:pt>
                <c:pt idx="6369">
                  <c:v>101.77</c:v>
                </c:pt>
                <c:pt idx="6370">
                  <c:v>102.38</c:v>
                </c:pt>
                <c:pt idx="6371">
                  <c:v>102.51</c:v>
                </c:pt>
                <c:pt idx="6372">
                  <c:v>102.75</c:v>
                </c:pt>
                <c:pt idx="6373">
                  <c:v>102.41</c:v>
                </c:pt>
                <c:pt idx="6374">
                  <c:v>102.48</c:v>
                </c:pt>
                <c:pt idx="6375">
                  <c:v>102.53</c:v>
                </c:pt>
                <c:pt idx="6376">
                  <c:v>102.35</c:v>
                </c:pt>
                <c:pt idx="6377">
                  <c:v>102.07</c:v>
                </c:pt>
                <c:pt idx="6378">
                  <c:v>101.7</c:v>
                </c:pt>
                <c:pt idx="6379">
                  <c:v>102.04</c:v>
                </c:pt>
                <c:pt idx="6380">
                  <c:v>101.83</c:v>
                </c:pt>
                <c:pt idx="6381">
                  <c:v>102.15</c:v>
                </c:pt>
                <c:pt idx="6382">
                  <c:v>101.93</c:v>
                </c:pt>
                <c:pt idx="6383">
                  <c:v>101.94</c:v>
                </c:pt>
                <c:pt idx="6384">
                  <c:v>102.07</c:v>
                </c:pt>
                <c:pt idx="6385">
                  <c:v>101.93</c:v>
                </c:pt>
                <c:pt idx="6386">
                  <c:v>101.97</c:v>
                </c:pt>
                <c:pt idx="6387">
                  <c:v>101.87</c:v>
                </c:pt>
                <c:pt idx="6388">
                  <c:v>101.73</c:v>
                </c:pt>
                <c:pt idx="6389">
                  <c:v>101.42</c:v>
                </c:pt>
                <c:pt idx="6390">
                  <c:v>101.33</c:v>
                </c:pt>
                <c:pt idx="6391">
                  <c:v>101.53</c:v>
                </c:pt>
                <c:pt idx="6392">
                  <c:v>101.77</c:v>
                </c:pt>
                <c:pt idx="6393">
                  <c:v>102.19</c:v>
                </c:pt>
                <c:pt idx="6394">
                  <c:v>102.06</c:v>
                </c:pt>
                <c:pt idx="6395">
                  <c:v>101.86</c:v>
                </c:pt>
                <c:pt idx="6396">
                  <c:v>101.57</c:v>
                </c:pt>
                <c:pt idx="6397">
                  <c:v>101.64</c:v>
                </c:pt>
                <c:pt idx="6398">
                  <c:v>101.34</c:v>
                </c:pt>
                <c:pt idx="6399">
                  <c:v>101.3</c:v>
                </c:pt>
                <c:pt idx="6400">
                  <c:v>101.54</c:v>
                </c:pt>
                <c:pt idx="6401">
                  <c:v>101.68</c:v>
                </c:pt>
                <c:pt idx="6402">
                  <c:v>101.67</c:v>
                </c:pt>
                <c:pt idx="6403">
                  <c:v>101.18</c:v>
                </c:pt>
                <c:pt idx="6404">
                  <c:v>101.34</c:v>
                </c:pt>
                <c:pt idx="6405">
                  <c:v>101.4</c:v>
                </c:pt>
                <c:pt idx="6406">
                  <c:v>101.46</c:v>
                </c:pt>
                <c:pt idx="6407">
                  <c:v>101.48</c:v>
                </c:pt>
                <c:pt idx="6408">
                  <c:v>101.82</c:v>
                </c:pt>
                <c:pt idx="6409">
                  <c:v>101.84</c:v>
                </c:pt>
                <c:pt idx="6410">
                  <c:v>101.86</c:v>
                </c:pt>
                <c:pt idx="6411">
                  <c:v>102.12</c:v>
                </c:pt>
                <c:pt idx="6412">
                  <c:v>102.79</c:v>
                </c:pt>
                <c:pt idx="6413">
                  <c:v>102.8</c:v>
                </c:pt>
                <c:pt idx="6414">
                  <c:v>102.61</c:v>
                </c:pt>
                <c:pt idx="6415">
                  <c:v>102.57</c:v>
                </c:pt>
                <c:pt idx="6416">
                  <c:v>102.6</c:v>
                </c:pt>
                <c:pt idx="6417">
                  <c:v>102.1</c:v>
                </c:pt>
                <c:pt idx="6418">
                  <c:v>102.1</c:v>
                </c:pt>
                <c:pt idx="6419">
                  <c:v>102.04</c:v>
                </c:pt>
                <c:pt idx="6420">
                  <c:v>102.19</c:v>
                </c:pt>
                <c:pt idx="6421">
                  <c:v>102.26</c:v>
                </c:pt>
                <c:pt idx="6422">
                  <c:v>102.42</c:v>
                </c:pt>
                <c:pt idx="6423">
                  <c:v>102.45</c:v>
                </c:pt>
                <c:pt idx="6424">
                  <c:v>102.36</c:v>
                </c:pt>
                <c:pt idx="6425">
                  <c:v>102.57</c:v>
                </c:pt>
                <c:pt idx="6426">
                  <c:v>102.92</c:v>
                </c:pt>
                <c:pt idx="6427">
                  <c:v>103.76</c:v>
                </c:pt>
                <c:pt idx="6428">
                  <c:v>103.85</c:v>
                </c:pt>
                <c:pt idx="6429">
                  <c:v>103.95</c:v>
                </c:pt>
                <c:pt idx="6430">
                  <c:v>104.05</c:v>
                </c:pt>
                <c:pt idx="6431">
                  <c:v>104.06</c:v>
                </c:pt>
                <c:pt idx="6432">
                  <c:v>103.88</c:v>
                </c:pt>
                <c:pt idx="6433">
                  <c:v>103.72</c:v>
                </c:pt>
                <c:pt idx="6434">
                  <c:v>104.09</c:v>
                </c:pt>
                <c:pt idx="6435">
                  <c:v>104.35</c:v>
                </c:pt>
                <c:pt idx="6436">
                  <c:v>105.09</c:v>
                </c:pt>
                <c:pt idx="6437">
                  <c:v>104.79</c:v>
                </c:pt>
                <c:pt idx="6438">
                  <c:v>105.27</c:v>
                </c:pt>
                <c:pt idx="6439">
                  <c:v>105.09</c:v>
                </c:pt>
                <c:pt idx="6440">
                  <c:v>106.03</c:v>
                </c:pt>
                <c:pt idx="6441">
                  <c:v>106.2</c:v>
                </c:pt>
                <c:pt idx="6442">
                  <c:v>106.86</c:v>
                </c:pt>
                <c:pt idx="6443">
                  <c:v>107.11</c:v>
                </c:pt>
                <c:pt idx="6444">
                  <c:v>107.34</c:v>
                </c:pt>
                <c:pt idx="6445">
                  <c:v>107.19</c:v>
                </c:pt>
                <c:pt idx="6446">
                  <c:v>107.13</c:v>
                </c:pt>
                <c:pt idx="6447">
                  <c:v>108.37</c:v>
                </c:pt>
                <c:pt idx="6448">
                  <c:v>108.69</c:v>
                </c:pt>
                <c:pt idx="6449">
                  <c:v>109.04</c:v>
                </c:pt>
                <c:pt idx="6450">
                  <c:v>108.84</c:v>
                </c:pt>
                <c:pt idx="6451">
                  <c:v>108.89</c:v>
                </c:pt>
                <c:pt idx="6452">
                  <c:v>109.04</c:v>
                </c:pt>
                <c:pt idx="6453">
                  <c:v>108.75</c:v>
                </c:pt>
                <c:pt idx="6454">
                  <c:v>109.29</c:v>
                </c:pt>
                <c:pt idx="6455">
                  <c:v>109.5</c:v>
                </c:pt>
                <c:pt idx="6456">
                  <c:v>109.65</c:v>
                </c:pt>
                <c:pt idx="6457">
                  <c:v>108.89</c:v>
                </c:pt>
                <c:pt idx="6458">
                  <c:v>108.42</c:v>
                </c:pt>
                <c:pt idx="6459">
                  <c:v>109.76</c:v>
                </c:pt>
                <c:pt idx="6460">
                  <c:v>108.78</c:v>
                </c:pt>
                <c:pt idx="6461">
                  <c:v>108.03</c:v>
                </c:pt>
                <c:pt idx="6462">
                  <c:v>108.08</c:v>
                </c:pt>
                <c:pt idx="6463">
                  <c:v>107.84</c:v>
                </c:pt>
                <c:pt idx="6464">
                  <c:v>107.66</c:v>
                </c:pt>
                <c:pt idx="6465">
                  <c:v>106.86</c:v>
                </c:pt>
                <c:pt idx="6466">
                  <c:v>107.05</c:v>
                </c:pt>
                <c:pt idx="6467">
                  <c:v>105.92</c:v>
                </c:pt>
                <c:pt idx="6468">
                  <c:v>106.33</c:v>
                </c:pt>
                <c:pt idx="6469">
                  <c:v>106.88</c:v>
                </c:pt>
                <c:pt idx="6470">
                  <c:v>106.95</c:v>
                </c:pt>
                <c:pt idx="6471">
                  <c:v>107</c:v>
                </c:pt>
                <c:pt idx="6472">
                  <c:v>107.14</c:v>
                </c:pt>
                <c:pt idx="6473">
                  <c:v>108.27</c:v>
                </c:pt>
                <c:pt idx="6474">
                  <c:v>108.16</c:v>
                </c:pt>
                <c:pt idx="6475">
                  <c:v>107.82</c:v>
                </c:pt>
                <c:pt idx="6476">
                  <c:v>108.16</c:v>
                </c:pt>
                <c:pt idx="6477">
                  <c:v>108.89</c:v>
                </c:pt>
                <c:pt idx="6478">
                  <c:v>109.21</c:v>
                </c:pt>
                <c:pt idx="6479">
                  <c:v>112.32</c:v>
                </c:pt>
                <c:pt idx="6480">
                  <c:v>114.05</c:v>
                </c:pt>
                <c:pt idx="6481">
                  <c:v>113.6</c:v>
                </c:pt>
                <c:pt idx="6482">
                  <c:v>114.64</c:v>
                </c:pt>
                <c:pt idx="6483">
                  <c:v>115.21</c:v>
                </c:pt>
                <c:pt idx="6484">
                  <c:v>114.6</c:v>
                </c:pt>
                <c:pt idx="6485">
                  <c:v>114.86</c:v>
                </c:pt>
                <c:pt idx="6486">
                  <c:v>115.78</c:v>
                </c:pt>
                <c:pt idx="6487">
                  <c:v>115.49</c:v>
                </c:pt>
                <c:pt idx="6488">
                  <c:v>115.77</c:v>
                </c:pt>
                <c:pt idx="6489">
                  <c:v>116.29</c:v>
                </c:pt>
                <c:pt idx="6490">
                  <c:v>116.65</c:v>
                </c:pt>
                <c:pt idx="6491">
                  <c:v>116.86</c:v>
                </c:pt>
                <c:pt idx="6492">
                  <c:v>117.97</c:v>
                </c:pt>
                <c:pt idx="6493">
                  <c:v>118.21</c:v>
                </c:pt>
                <c:pt idx="6494">
                  <c:v>117.79</c:v>
                </c:pt>
                <c:pt idx="6495">
                  <c:v>118.27</c:v>
                </c:pt>
                <c:pt idx="6496">
                  <c:v>117.97</c:v>
                </c:pt>
                <c:pt idx="6497">
                  <c:v>117.73</c:v>
                </c:pt>
                <c:pt idx="6498">
                  <c:v>117.71</c:v>
                </c:pt>
                <c:pt idx="6499">
                  <c:v>118.63</c:v>
                </c:pt>
                <c:pt idx="6500">
                  <c:v>118.4</c:v>
                </c:pt>
                <c:pt idx="6501">
                  <c:v>119.21</c:v>
                </c:pt>
                <c:pt idx="6502">
                  <c:v>119.79</c:v>
                </c:pt>
                <c:pt idx="6503">
                  <c:v>119.78</c:v>
                </c:pt>
                <c:pt idx="6504">
                  <c:v>121.46</c:v>
                </c:pt>
                <c:pt idx="6505">
                  <c:v>120.69</c:v>
                </c:pt>
                <c:pt idx="6506">
                  <c:v>119.69</c:v>
                </c:pt>
                <c:pt idx="6507">
                  <c:v>117.82</c:v>
                </c:pt>
                <c:pt idx="6508">
                  <c:v>118.65</c:v>
                </c:pt>
                <c:pt idx="6509">
                  <c:v>118.75</c:v>
                </c:pt>
                <c:pt idx="6510">
                  <c:v>117.82</c:v>
                </c:pt>
                <c:pt idx="6511">
                  <c:v>116.41</c:v>
                </c:pt>
                <c:pt idx="6512">
                  <c:v>118.65</c:v>
                </c:pt>
                <c:pt idx="6513">
                  <c:v>118.84</c:v>
                </c:pt>
                <c:pt idx="6514">
                  <c:v>119.5</c:v>
                </c:pt>
                <c:pt idx="6515">
                  <c:v>120.05</c:v>
                </c:pt>
                <c:pt idx="6516">
                  <c:v>120.69</c:v>
                </c:pt>
                <c:pt idx="6517">
                  <c:v>120.51</c:v>
                </c:pt>
                <c:pt idx="6518">
                  <c:v>120.1</c:v>
                </c:pt>
                <c:pt idx="6519">
                  <c:v>120.31</c:v>
                </c:pt>
                <c:pt idx="6520">
                  <c:v>120.67</c:v>
                </c:pt>
                <c:pt idx="6521">
                  <c:v>119.48</c:v>
                </c:pt>
                <c:pt idx="6522">
                  <c:v>119.78</c:v>
                </c:pt>
                <c:pt idx="6523">
                  <c:v>119.74</c:v>
                </c:pt>
                <c:pt idx="6524">
                  <c:v>120.5</c:v>
                </c:pt>
                <c:pt idx="6525">
                  <c:v>119.64</c:v>
                </c:pt>
                <c:pt idx="6526">
                  <c:v>118.39</c:v>
                </c:pt>
                <c:pt idx="6527">
                  <c:v>119.26</c:v>
                </c:pt>
                <c:pt idx="6528">
                  <c:v>119.66</c:v>
                </c:pt>
                <c:pt idx="6529">
                  <c:v>118.5</c:v>
                </c:pt>
                <c:pt idx="6530">
                  <c:v>118.35</c:v>
                </c:pt>
                <c:pt idx="6531">
                  <c:v>117.93</c:v>
                </c:pt>
                <c:pt idx="6532">
                  <c:v>117.33</c:v>
                </c:pt>
                <c:pt idx="6533">
                  <c:v>116.17</c:v>
                </c:pt>
                <c:pt idx="6534">
                  <c:v>117.51</c:v>
                </c:pt>
                <c:pt idx="6535">
                  <c:v>117.56</c:v>
                </c:pt>
                <c:pt idx="6536">
                  <c:v>118.82</c:v>
                </c:pt>
                <c:pt idx="6537">
                  <c:v>117.97</c:v>
                </c:pt>
                <c:pt idx="6538">
                  <c:v>118.49</c:v>
                </c:pt>
                <c:pt idx="6539">
                  <c:v>117.77</c:v>
                </c:pt>
                <c:pt idx="6540">
                  <c:v>118.46</c:v>
                </c:pt>
                <c:pt idx="6541">
                  <c:v>117.87</c:v>
                </c:pt>
                <c:pt idx="6542">
                  <c:v>117.54</c:v>
                </c:pt>
                <c:pt idx="6543">
                  <c:v>118.29</c:v>
                </c:pt>
                <c:pt idx="6544">
                  <c:v>117.49</c:v>
                </c:pt>
                <c:pt idx="6545">
                  <c:v>117.57</c:v>
                </c:pt>
                <c:pt idx="6546">
                  <c:v>117.57</c:v>
                </c:pt>
                <c:pt idx="6547">
                  <c:v>117.28</c:v>
                </c:pt>
                <c:pt idx="6548">
                  <c:v>117.53</c:v>
                </c:pt>
                <c:pt idx="6549">
                  <c:v>119.12</c:v>
                </c:pt>
                <c:pt idx="6550">
                  <c:v>118.64</c:v>
                </c:pt>
                <c:pt idx="6551">
                  <c:v>119.43</c:v>
                </c:pt>
                <c:pt idx="6552">
                  <c:v>120.46</c:v>
                </c:pt>
                <c:pt idx="6553">
                  <c:v>119.11</c:v>
                </c:pt>
                <c:pt idx="6554">
                  <c:v>118.75</c:v>
                </c:pt>
                <c:pt idx="6555">
                  <c:v>118.48</c:v>
                </c:pt>
                <c:pt idx="6556">
                  <c:v>119.25</c:v>
                </c:pt>
                <c:pt idx="6557">
                  <c:v>118.79</c:v>
                </c:pt>
                <c:pt idx="6558">
                  <c:v>118.95</c:v>
                </c:pt>
                <c:pt idx="6559">
                  <c:v>119.03</c:v>
                </c:pt>
                <c:pt idx="6560">
                  <c:v>118.81</c:v>
                </c:pt>
                <c:pt idx="6561">
                  <c:v>118.97</c:v>
                </c:pt>
                <c:pt idx="6562">
                  <c:v>118.86</c:v>
                </c:pt>
                <c:pt idx="6563">
                  <c:v>119.41</c:v>
                </c:pt>
                <c:pt idx="6564">
                  <c:v>119.63</c:v>
                </c:pt>
                <c:pt idx="6565">
                  <c:v>120.13</c:v>
                </c:pt>
                <c:pt idx="6566">
                  <c:v>119.73</c:v>
                </c:pt>
                <c:pt idx="6567">
                  <c:v>119.68</c:v>
                </c:pt>
                <c:pt idx="6568">
                  <c:v>120.13</c:v>
                </c:pt>
                <c:pt idx="6569">
                  <c:v>120.83</c:v>
                </c:pt>
                <c:pt idx="6570">
                  <c:v>121.15</c:v>
                </c:pt>
                <c:pt idx="6571">
                  <c:v>121.13</c:v>
                </c:pt>
                <c:pt idx="6572">
                  <c:v>121.45</c:v>
                </c:pt>
                <c:pt idx="6573">
                  <c:v>121.29</c:v>
                </c:pt>
                <c:pt idx="6574">
                  <c:v>121.4</c:v>
                </c:pt>
                <c:pt idx="6575">
                  <c:v>121.34</c:v>
                </c:pt>
                <c:pt idx="6576">
                  <c:v>121.37</c:v>
                </c:pt>
                <c:pt idx="6577">
                  <c:v>120.11</c:v>
                </c:pt>
                <c:pt idx="6578">
                  <c:v>120.78</c:v>
                </c:pt>
                <c:pt idx="6579">
                  <c:v>120.04</c:v>
                </c:pt>
                <c:pt idx="6580">
                  <c:v>119.73</c:v>
                </c:pt>
                <c:pt idx="6581">
                  <c:v>119.76</c:v>
                </c:pt>
                <c:pt idx="6582">
                  <c:v>119.49</c:v>
                </c:pt>
                <c:pt idx="6583">
                  <c:v>119.19</c:v>
                </c:pt>
                <c:pt idx="6584">
                  <c:v>119.13</c:v>
                </c:pt>
                <c:pt idx="6585">
                  <c:v>120.07</c:v>
                </c:pt>
                <c:pt idx="6586">
                  <c:v>120.13</c:v>
                </c:pt>
                <c:pt idx="6587">
                  <c:v>119.76</c:v>
                </c:pt>
                <c:pt idx="6588">
                  <c:v>119.72</c:v>
                </c:pt>
                <c:pt idx="6589">
                  <c:v>118.97</c:v>
                </c:pt>
                <c:pt idx="6590">
                  <c:v>119.54</c:v>
                </c:pt>
                <c:pt idx="6591">
                  <c:v>120.28</c:v>
                </c:pt>
                <c:pt idx="6592">
                  <c:v>120.13</c:v>
                </c:pt>
                <c:pt idx="6593">
                  <c:v>120.58</c:v>
                </c:pt>
                <c:pt idx="6594">
                  <c:v>120.22</c:v>
                </c:pt>
                <c:pt idx="6595">
                  <c:v>120.13</c:v>
                </c:pt>
                <c:pt idx="6596">
                  <c:v>119.4</c:v>
                </c:pt>
                <c:pt idx="6597">
                  <c:v>119.14</c:v>
                </c:pt>
                <c:pt idx="6598">
                  <c:v>119.02</c:v>
                </c:pt>
                <c:pt idx="6599">
                  <c:v>118.9</c:v>
                </c:pt>
                <c:pt idx="6600">
                  <c:v>119.18</c:v>
                </c:pt>
                <c:pt idx="6601">
                  <c:v>119.67</c:v>
                </c:pt>
                <c:pt idx="6602">
                  <c:v>119.91</c:v>
                </c:pt>
                <c:pt idx="6603">
                  <c:v>119.58</c:v>
                </c:pt>
                <c:pt idx="6604">
                  <c:v>118.99</c:v>
                </c:pt>
                <c:pt idx="6605">
                  <c:v>119.04</c:v>
                </c:pt>
                <c:pt idx="6606">
                  <c:v>118.86</c:v>
                </c:pt>
                <c:pt idx="6607">
                  <c:v>119.02</c:v>
                </c:pt>
                <c:pt idx="6608">
                  <c:v>119.38</c:v>
                </c:pt>
                <c:pt idx="6609">
                  <c:v>120.15</c:v>
                </c:pt>
                <c:pt idx="6610">
                  <c:v>120.13</c:v>
                </c:pt>
                <c:pt idx="6611">
                  <c:v>119.86</c:v>
                </c:pt>
                <c:pt idx="6612">
                  <c:v>119.46</c:v>
                </c:pt>
                <c:pt idx="6613">
                  <c:v>119.74</c:v>
                </c:pt>
                <c:pt idx="6614">
                  <c:v>119.76</c:v>
                </c:pt>
                <c:pt idx="6615">
                  <c:v>120.08</c:v>
                </c:pt>
                <c:pt idx="6616">
                  <c:v>119.87</c:v>
                </c:pt>
                <c:pt idx="6617">
                  <c:v>119.15</c:v>
                </c:pt>
                <c:pt idx="6618">
                  <c:v>119.18</c:v>
                </c:pt>
                <c:pt idx="6619">
                  <c:v>119.25</c:v>
                </c:pt>
                <c:pt idx="6620">
                  <c:v>119.99</c:v>
                </c:pt>
                <c:pt idx="6621">
                  <c:v>120.69</c:v>
                </c:pt>
                <c:pt idx="6622">
                  <c:v>121.35</c:v>
                </c:pt>
                <c:pt idx="6623">
                  <c:v>121.04</c:v>
                </c:pt>
                <c:pt idx="6624">
                  <c:v>121.54</c:v>
                </c:pt>
                <c:pt idx="6625">
                  <c:v>121.56</c:v>
                </c:pt>
                <c:pt idx="6626">
                  <c:v>123.1</c:v>
                </c:pt>
                <c:pt idx="6627">
                  <c:v>123.66</c:v>
                </c:pt>
                <c:pt idx="6628">
                  <c:v>123.95</c:v>
                </c:pt>
                <c:pt idx="6629">
                  <c:v>124.15</c:v>
                </c:pt>
                <c:pt idx="6630">
                  <c:v>124.77</c:v>
                </c:pt>
                <c:pt idx="6631">
                  <c:v>124.11</c:v>
                </c:pt>
                <c:pt idx="6632">
                  <c:v>124.25</c:v>
                </c:pt>
                <c:pt idx="6633">
                  <c:v>124.36</c:v>
                </c:pt>
                <c:pt idx="6634">
                  <c:v>125.63</c:v>
                </c:pt>
                <c:pt idx="6635">
                  <c:v>124.49</c:v>
                </c:pt>
                <c:pt idx="6636">
                  <c:v>124.34</c:v>
                </c:pt>
                <c:pt idx="6637">
                  <c:v>122.68</c:v>
                </c:pt>
                <c:pt idx="6638">
                  <c:v>123.42</c:v>
                </c:pt>
                <c:pt idx="6639">
                  <c:v>123.39</c:v>
                </c:pt>
                <c:pt idx="6640">
                  <c:v>123.42</c:v>
                </c:pt>
                <c:pt idx="6641">
                  <c:v>123.36</c:v>
                </c:pt>
                <c:pt idx="6642">
                  <c:v>123.43</c:v>
                </c:pt>
                <c:pt idx="6643">
                  <c:v>122.96</c:v>
                </c:pt>
                <c:pt idx="6644">
                  <c:v>122.71</c:v>
                </c:pt>
                <c:pt idx="6645">
                  <c:v>123.37</c:v>
                </c:pt>
                <c:pt idx="6646">
                  <c:v>123.94</c:v>
                </c:pt>
                <c:pt idx="6647">
                  <c:v>123.85</c:v>
                </c:pt>
                <c:pt idx="6648">
                  <c:v>123.63</c:v>
                </c:pt>
                <c:pt idx="6649">
                  <c:v>123.85</c:v>
                </c:pt>
                <c:pt idx="6650">
                  <c:v>122.54</c:v>
                </c:pt>
                <c:pt idx="6651">
                  <c:v>122.5</c:v>
                </c:pt>
                <c:pt idx="6652">
                  <c:v>123.17</c:v>
                </c:pt>
                <c:pt idx="6653">
                  <c:v>123.07</c:v>
                </c:pt>
                <c:pt idx="6654">
                  <c:v>122.79</c:v>
                </c:pt>
                <c:pt idx="6655">
                  <c:v>122.57</c:v>
                </c:pt>
                <c:pt idx="6656">
                  <c:v>122.54</c:v>
                </c:pt>
                <c:pt idx="6657">
                  <c:v>120.71</c:v>
                </c:pt>
                <c:pt idx="6658">
                  <c:v>121.34</c:v>
                </c:pt>
                <c:pt idx="6659">
                  <c:v>122.78</c:v>
                </c:pt>
                <c:pt idx="6660">
                  <c:v>123.43</c:v>
                </c:pt>
                <c:pt idx="6661">
                  <c:v>123.4</c:v>
                </c:pt>
                <c:pt idx="6662">
                  <c:v>123.76</c:v>
                </c:pt>
                <c:pt idx="6663">
                  <c:v>124.15</c:v>
                </c:pt>
                <c:pt idx="6664">
                  <c:v>124.09</c:v>
                </c:pt>
                <c:pt idx="6665">
                  <c:v>124.27</c:v>
                </c:pt>
                <c:pt idx="6666">
                  <c:v>123.89</c:v>
                </c:pt>
                <c:pt idx="6667">
                  <c:v>123.97</c:v>
                </c:pt>
                <c:pt idx="6668">
                  <c:v>123.93</c:v>
                </c:pt>
                <c:pt idx="6669">
                  <c:v>123.81</c:v>
                </c:pt>
                <c:pt idx="6670">
                  <c:v>123.25</c:v>
                </c:pt>
                <c:pt idx="6671">
                  <c:v>123.56</c:v>
                </c:pt>
                <c:pt idx="6672">
                  <c:v>123.94</c:v>
                </c:pt>
                <c:pt idx="6673">
                  <c:v>124.14</c:v>
                </c:pt>
                <c:pt idx="6674">
                  <c:v>123.89</c:v>
                </c:pt>
                <c:pt idx="6675">
                  <c:v>124.03</c:v>
                </c:pt>
                <c:pt idx="6676">
                  <c:v>124.38</c:v>
                </c:pt>
                <c:pt idx="6677">
                  <c:v>124.87</c:v>
                </c:pt>
                <c:pt idx="6678">
                  <c:v>124.74</c:v>
                </c:pt>
                <c:pt idx="6679">
                  <c:v>124.24</c:v>
                </c:pt>
                <c:pt idx="6680">
                  <c:v>124.63</c:v>
                </c:pt>
                <c:pt idx="6681">
                  <c:v>125.13</c:v>
                </c:pt>
                <c:pt idx="6682">
                  <c:v>124.21</c:v>
                </c:pt>
                <c:pt idx="6683">
                  <c:v>124.43</c:v>
                </c:pt>
                <c:pt idx="6684">
                  <c:v>124.31</c:v>
                </c:pt>
                <c:pt idx="6685">
                  <c:v>124.39</c:v>
                </c:pt>
                <c:pt idx="6686">
                  <c:v>124.41</c:v>
                </c:pt>
                <c:pt idx="6687">
                  <c:v>123.8</c:v>
                </c:pt>
                <c:pt idx="6688">
                  <c:v>123.4</c:v>
                </c:pt>
                <c:pt idx="6689">
                  <c:v>122.04</c:v>
                </c:pt>
                <c:pt idx="6690">
                  <c:v>118.41</c:v>
                </c:pt>
                <c:pt idx="6691">
                  <c:v>118.83</c:v>
                </c:pt>
                <c:pt idx="6692">
                  <c:v>119.92</c:v>
                </c:pt>
                <c:pt idx="6693">
                  <c:v>121.03</c:v>
                </c:pt>
                <c:pt idx="6694">
                  <c:v>121.71</c:v>
                </c:pt>
                <c:pt idx="6695">
                  <c:v>121.23</c:v>
                </c:pt>
                <c:pt idx="6696">
                  <c:v>119.37</c:v>
                </c:pt>
                <c:pt idx="6697">
                  <c:v>120.33</c:v>
                </c:pt>
                <c:pt idx="6698">
                  <c:v>120.07</c:v>
                </c:pt>
                <c:pt idx="6699">
                  <c:v>118.99</c:v>
                </c:pt>
                <c:pt idx="6700">
                  <c:v>119.28</c:v>
                </c:pt>
                <c:pt idx="6701">
                  <c:v>119.81</c:v>
                </c:pt>
                <c:pt idx="6702">
                  <c:v>120.5</c:v>
                </c:pt>
                <c:pt idx="6703">
                  <c:v>120.62</c:v>
                </c:pt>
                <c:pt idx="6704">
                  <c:v>120.59</c:v>
                </c:pt>
                <c:pt idx="6705">
                  <c:v>120.23</c:v>
                </c:pt>
                <c:pt idx="6706">
                  <c:v>120.42</c:v>
                </c:pt>
                <c:pt idx="6707">
                  <c:v>120.57</c:v>
                </c:pt>
                <c:pt idx="6708">
                  <c:v>120.01</c:v>
                </c:pt>
                <c:pt idx="6709">
                  <c:v>119.98</c:v>
                </c:pt>
                <c:pt idx="6710">
                  <c:v>120.56</c:v>
                </c:pt>
                <c:pt idx="6711">
                  <c:v>120.15</c:v>
                </c:pt>
                <c:pt idx="6712">
                  <c:v>120.28</c:v>
                </c:pt>
                <c:pt idx="6713">
                  <c:v>120.07</c:v>
                </c:pt>
                <c:pt idx="6714">
                  <c:v>120.59</c:v>
                </c:pt>
                <c:pt idx="6715">
                  <c:v>119.92</c:v>
                </c:pt>
                <c:pt idx="6716">
                  <c:v>119.74</c:v>
                </c:pt>
                <c:pt idx="6717">
                  <c:v>119.88</c:v>
                </c:pt>
                <c:pt idx="6718">
                  <c:v>119.93</c:v>
                </c:pt>
                <c:pt idx="6719">
                  <c:v>119.91</c:v>
                </c:pt>
                <c:pt idx="6720">
                  <c:v>120.46</c:v>
                </c:pt>
                <c:pt idx="6721">
                  <c:v>120.23</c:v>
                </c:pt>
                <c:pt idx="6722">
                  <c:v>120.01</c:v>
                </c:pt>
                <c:pt idx="6723">
                  <c:v>119.93</c:v>
                </c:pt>
                <c:pt idx="6724">
                  <c:v>120.27</c:v>
                </c:pt>
                <c:pt idx="6725">
                  <c:v>120.04</c:v>
                </c:pt>
                <c:pt idx="6726">
                  <c:v>119.75</c:v>
                </c:pt>
                <c:pt idx="6727">
                  <c:v>118.83</c:v>
                </c:pt>
                <c:pt idx="6728">
                  <c:v>118.9</c:v>
                </c:pt>
                <c:pt idx="6729">
                  <c:v>119.44</c:v>
                </c:pt>
                <c:pt idx="6730">
                  <c:v>119.5</c:v>
                </c:pt>
                <c:pt idx="6731">
                  <c:v>119.84</c:v>
                </c:pt>
                <c:pt idx="6732">
                  <c:v>119.93</c:v>
                </c:pt>
                <c:pt idx="6733">
                  <c:v>120.69</c:v>
                </c:pt>
                <c:pt idx="6734">
                  <c:v>121.47</c:v>
                </c:pt>
                <c:pt idx="6735">
                  <c:v>121.1</c:v>
                </c:pt>
                <c:pt idx="6736">
                  <c:v>120.46</c:v>
                </c:pt>
                <c:pt idx="6737">
                  <c:v>121.09</c:v>
                </c:pt>
                <c:pt idx="6738">
                  <c:v>121.13</c:v>
                </c:pt>
                <c:pt idx="6739">
                  <c:v>120.62</c:v>
                </c:pt>
                <c:pt idx="6740">
                  <c:v>120.76</c:v>
                </c:pt>
                <c:pt idx="6741">
                  <c:v>121.07</c:v>
                </c:pt>
                <c:pt idx="6742">
                  <c:v>121.57</c:v>
                </c:pt>
                <c:pt idx="6743">
                  <c:v>121.75</c:v>
                </c:pt>
                <c:pt idx="6744">
                  <c:v>123.13</c:v>
                </c:pt>
                <c:pt idx="6745">
                  <c:v>123.18</c:v>
                </c:pt>
                <c:pt idx="6746">
                  <c:v>123.15</c:v>
                </c:pt>
                <c:pt idx="6747">
                  <c:v>122.86</c:v>
                </c:pt>
                <c:pt idx="6748">
                  <c:v>122.61</c:v>
                </c:pt>
                <c:pt idx="6749">
                  <c:v>122.61</c:v>
                </c:pt>
                <c:pt idx="6750">
                  <c:v>123.18</c:v>
                </c:pt>
                <c:pt idx="6751">
                  <c:v>123.45</c:v>
                </c:pt>
                <c:pt idx="6752">
                  <c:v>123.64</c:v>
                </c:pt>
                <c:pt idx="6753">
                  <c:v>122.87</c:v>
                </c:pt>
                <c:pt idx="6754">
                  <c:v>122.81</c:v>
                </c:pt>
                <c:pt idx="6755">
                  <c:v>122.84</c:v>
                </c:pt>
                <c:pt idx="6756">
                  <c:v>122.53</c:v>
                </c:pt>
                <c:pt idx="6757">
                  <c:v>122.74</c:v>
                </c:pt>
                <c:pt idx="6758">
                  <c:v>122.57</c:v>
                </c:pt>
                <c:pt idx="6759">
                  <c:v>122.8</c:v>
                </c:pt>
                <c:pt idx="6760">
                  <c:v>123.11</c:v>
                </c:pt>
                <c:pt idx="6761">
                  <c:v>122.87</c:v>
                </c:pt>
                <c:pt idx="6762">
                  <c:v>123.24</c:v>
                </c:pt>
                <c:pt idx="6763">
                  <c:v>122.61</c:v>
                </c:pt>
                <c:pt idx="6764">
                  <c:v>123.11</c:v>
                </c:pt>
                <c:pt idx="6765">
                  <c:v>123.37</c:v>
                </c:pt>
                <c:pt idx="6766">
                  <c:v>122.93</c:v>
                </c:pt>
                <c:pt idx="6767">
                  <c:v>121.44</c:v>
                </c:pt>
                <c:pt idx="6768">
                  <c:v>121.56</c:v>
                </c:pt>
                <c:pt idx="6769">
                  <c:v>121.01</c:v>
                </c:pt>
                <c:pt idx="6770">
                  <c:v>121.03</c:v>
                </c:pt>
                <c:pt idx="6771">
                  <c:v>121.68</c:v>
                </c:pt>
                <c:pt idx="6772">
                  <c:v>122.21</c:v>
                </c:pt>
                <c:pt idx="6773">
                  <c:v>122.56</c:v>
                </c:pt>
                <c:pt idx="6774">
                  <c:v>121.16</c:v>
                </c:pt>
                <c:pt idx="6775">
                  <c:v>121.19</c:v>
                </c:pt>
                <c:pt idx="6776">
                  <c:v>121.07</c:v>
                </c:pt>
                <c:pt idx="6777">
                  <c:v>120.92</c:v>
                </c:pt>
                <c:pt idx="6778">
                  <c:v>120.43</c:v>
                </c:pt>
                <c:pt idx="6779">
                  <c:v>120.33</c:v>
                </c:pt>
                <c:pt idx="6780">
                  <c:v>120.4</c:v>
                </c:pt>
                <c:pt idx="6781">
                  <c:v>120.46</c:v>
                </c:pt>
                <c:pt idx="6782">
                  <c:v>120.52</c:v>
                </c:pt>
                <c:pt idx="6783">
                  <c:v>120.22</c:v>
                </c:pt>
                <c:pt idx="6784">
                  <c:v>120.55</c:v>
                </c:pt>
                <c:pt idx="6785">
                  <c:v>119.44</c:v>
                </c:pt>
                <c:pt idx="6786">
                  <c:v>119.06</c:v>
                </c:pt>
                <c:pt idx="6787">
                  <c:v>118.47</c:v>
                </c:pt>
                <c:pt idx="6788">
                  <c:v>117.67</c:v>
                </c:pt>
                <c:pt idx="6789">
                  <c:v>117.26</c:v>
                </c:pt>
                <c:pt idx="6790">
                  <c:v>117.76</c:v>
                </c:pt>
                <c:pt idx="6791">
                  <c:v>117.65</c:v>
                </c:pt>
                <c:pt idx="6792">
                  <c:v>117.68</c:v>
                </c:pt>
                <c:pt idx="6793">
                  <c:v>118.06</c:v>
                </c:pt>
                <c:pt idx="6794">
                  <c:v>116.98</c:v>
                </c:pt>
                <c:pt idx="6795">
                  <c:v>117.32</c:v>
                </c:pt>
                <c:pt idx="6796">
                  <c:v>117.64</c:v>
                </c:pt>
                <c:pt idx="6797">
                  <c:v>116.94</c:v>
                </c:pt>
                <c:pt idx="6798">
                  <c:v>117.7</c:v>
                </c:pt>
                <c:pt idx="6799">
                  <c:v>118.78</c:v>
                </c:pt>
                <c:pt idx="6800">
                  <c:v>118.3</c:v>
                </c:pt>
                <c:pt idx="6801">
                  <c:v>118.42</c:v>
                </c:pt>
                <c:pt idx="6802">
                  <c:v>118.68</c:v>
                </c:pt>
                <c:pt idx="6803">
                  <c:v>118.82</c:v>
                </c:pt>
                <c:pt idx="6804">
                  <c:v>121.14</c:v>
                </c:pt>
                <c:pt idx="6805">
                  <c:v>120.99</c:v>
                </c:pt>
                <c:pt idx="6806">
                  <c:v>119.97</c:v>
                </c:pt>
                <c:pt idx="6807">
                  <c:v>117.9</c:v>
                </c:pt>
                <c:pt idx="6808">
                  <c:v>116.78</c:v>
                </c:pt>
                <c:pt idx="6809">
                  <c:v>116.87</c:v>
                </c:pt>
                <c:pt idx="6810">
                  <c:v>115.85</c:v>
                </c:pt>
                <c:pt idx="6811">
                  <c:v>115.11</c:v>
                </c:pt>
                <c:pt idx="6812">
                  <c:v>113.35</c:v>
                </c:pt>
                <c:pt idx="6813">
                  <c:v>112.42</c:v>
                </c:pt>
                <c:pt idx="6814">
                  <c:v>113.25</c:v>
                </c:pt>
                <c:pt idx="6815">
                  <c:v>114.6</c:v>
                </c:pt>
                <c:pt idx="6816">
                  <c:v>114.07</c:v>
                </c:pt>
                <c:pt idx="6817">
                  <c:v>114.1</c:v>
                </c:pt>
                <c:pt idx="6818">
                  <c:v>113.24</c:v>
                </c:pt>
                <c:pt idx="6819">
                  <c:v>112.63</c:v>
                </c:pt>
                <c:pt idx="6820">
                  <c:v>112.92</c:v>
                </c:pt>
                <c:pt idx="6821">
                  <c:v>112.1</c:v>
                </c:pt>
                <c:pt idx="6822">
                  <c:v>112.18</c:v>
                </c:pt>
                <c:pt idx="6823">
                  <c:v>113</c:v>
                </c:pt>
                <c:pt idx="6824">
                  <c:v>114</c:v>
                </c:pt>
                <c:pt idx="6825">
                  <c:v>112.69</c:v>
                </c:pt>
                <c:pt idx="6826">
                  <c:v>114.01</c:v>
                </c:pt>
                <c:pt idx="6827">
                  <c:v>113.48</c:v>
                </c:pt>
                <c:pt idx="6828">
                  <c:v>113.69</c:v>
                </c:pt>
                <c:pt idx="6829">
                  <c:v>113.74</c:v>
                </c:pt>
                <c:pt idx="6830">
                  <c:v>113.46</c:v>
                </c:pt>
                <c:pt idx="6831">
                  <c:v>112.62</c:v>
                </c:pt>
                <c:pt idx="6832">
                  <c:v>113.35</c:v>
                </c:pt>
                <c:pt idx="6833">
                  <c:v>113.19</c:v>
                </c:pt>
                <c:pt idx="6834">
                  <c:v>113.86</c:v>
                </c:pt>
                <c:pt idx="6835">
                  <c:v>113.82</c:v>
                </c:pt>
                <c:pt idx="6836">
                  <c:v>113.18</c:v>
                </c:pt>
                <c:pt idx="6837">
                  <c:v>112.56</c:v>
                </c:pt>
                <c:pt idx="6838">
                  <c:v>111.39</c:v>
                </c:pt>
                <c:pt idx="6839">
                  <c:v>111.55</c:v>
                </c:pt>
                <c:pt idx="6840">
                  <c:v>111.95</c:v>
                </c:pt>
                <c:pt idx="6841">
                  <c:v>112.37</c:v>
                </c:pt>
                <c:pt idx="6842">
                  <c:v>112.38</c:v>
                </c:pt>
                <c:pt idx="6843">
                  <c:v>112.9</c:v>
                </c:pt>
                <c:pt idx="6844">
                  <c:v>113.08</c:v>
                </c:pt>
                <c:pt idx="6845">
                  <c:v>113.45</c:v>
                </c:pt>
                <c:pt idx="6846">
                  <c:v>112.7</c:v>
                </c:pt>
                <c:pt idx="6847">
                  <c:v>112.43</c:v>
                </c:pt>
                <c:pt idx="6848">
                  <c:v>112.57</c:v>
                </c:pt>
                <c:pt idx="6849">
                  <c:v>111.69</c:v>
                </c:pt>
                <c:pt idx="6850">
                  <c:v>111.34</c:v>
                </c:pt>
                <c:pt idx="6851">
                  <c:v>110.34</c:v>
                </c:pt>
                <c:pt idx="6852">
                  <c:v>109.79</c:v>
                </c:pt>
                <c:pt idx="6853">
                  <c:v>108.21</c:v>
                </c:pt>
                <c:pt idx="6854">
                  <c:v>108.07</c:v>
                </c:pt>
                <c:pt idx="6855">
                  <c:v>107.94</c:v>
                </c:pt>
                <c:pt idx="6856">
                  <c:v>108.54</c:v>
                </c:pt>
                <c:pt idx="6857">
                  <c:v>109.34</c:v>
                </c:pt>
                <c:pt idx="6858">
                  <c:v>109.4</c:v>
                </c:pt>
                <c:pt idx="6859">
                  <c:v>108.76</c:v>
                </c:pt>
                <c:pt idx="6860">
                  <c:v>108.82</c:v>
                </c:pt>
                <c:pt idx="6861">
                  <c:v>109.21</c:v>
                </c:pt>
                <c:pt idx="6862">
                  <c:v>109.84</c:v>
                </c:pt>
                <c:pt idx="6863">
                  <c:v>109.46</c:v>
                </c:pt>
                <c:pt idx="6864">
                  <c:v>111.79</c:v>
                </c:pt>
                <c:pt idx="6865">
                  <c:v>111.2</c:v>
                </c:pt>
                <c:pt idx="6866">
                  <c:v>111.31</c:v>
                </c:pt>
                <c:pt idx="6867">
                  <c:v>111.46</c:v>
                </c:pt>
                <c:pt idx="6868">
                  <c:v>108.11</c:v>
                </c:pt>
                <c:pt idx="6869">
                  <c:v>106.5</c:v>
                </c:pt>
                <c:pt idx="6870">
                  <c:v>106.41</c:v>
                </c:pt>
                <c:pt idx="6871">
                  <c:v>106.6</c:v>
                </c:pt>
                <c:pt idx="6872">
                  <c:v>107.01</c:v>
                </c:pt>
                <c:pt idx="6873">
                  <c:v>107.26</c:v>
                </c:pt>
                <c:pt idx="6874">
                  <c:v>107.12</c:v>
                </c:pt>
                <c:pt idx="6875">
                  <c:v>108.32</c:v>
                </c:pt>
                <c:pt idx="6876">
                  <c:v>109.27</c:v>
                </c:pt>
                <c:pt idx="6877">
                  <c:v>108.41</c:v>
                </c:pt>
                <c:pt idx="6878">
                  <c:v>109.02</c:v>
                </c:pt>
                <c:pt idx="6879">
                  <c:v>108.63</c:v>
                </c:pt>
                <c:pt idx="6880">
                  <c:v>109.03</c:v>
                </c:pt>
                <c:pt idx="6881">
                  <c:v>109.14</c:v>
                </c:pt>
                <c:pt idx="6882">
                  <c:v>110.19</c:v>
                </c:pt>
                <c:pt idx="6883">
                  <c:v>109.96</c:v>
                </c:pt>
                <c:pt idx="6884">
                  <c:v>110.15</c:v>
                </c:pt>
                <c:pt idx="6885">
                  <c:v>109.24</c:v>
                </c:pt>
                <c:pt idx="6886">
                  <c:v>109.99</c:v>
                </c:pt>
                <c:pt idx="6887">
                  <c:v>110.19</c:v>
                </c:pt>
                <c:pt idx="6888">
                  <c:v>109.76</c:v>
                </c:pt>
                <c:pt idx="6889">
                  <c:v>110.31</c:v>
                </c:pt>
                <c:pt idx="6890">
                  <c:v>111.12</c:v>
                </c:pt>
                <c:pt idx="6891">
                  <c:v>110.73</c:v>
                </c:pt>
                <c:pt idx="6892">
                  <c:v>109.54</c:v>
                </c:pt>
                <c:pt idx="6893">
                  <c:v>108.87</c:v>
                </c:pt>
                <c:pt idx="6894">
                  <c:v>106.53</c:v>
                </c:pt>
                <c:pt idx="6895">
                  <c:v>107.56</c:v>
                </c:pt>
                <c:pt idx="6896">
                  <c:v>107.37</c:v>
                </c:pt>
                <c:pt idx="6897">
                  <c:v>106.99</c:v>
                </c:pt>
                <c:pt idx="6898">
                  <c:v>107.1</c:v>
                </c:pt>
                <c:pt idx="6899">
                  <c:v>106.97</c:v>
                </c:pt>
                <c:pt idx="6900">
                  <c:v>106.26</c:v>
                </c:pt>
                <c:pt idx="6901">
                  <c:v>106.11</c:v>
                </c:pt>
                <c:pt idx="6902">
                  <c:v>106.01</c:v>
                </c:pt>
                <c:pt idx="6903">
                  <c:v>104.26</c:v>
                </c:pt>
                <c:pt idx="6904">
                  <c:v>104.16</c:v>
                </c:pt>
                <c:pt idx="6905">
                  <c:v>103.94</c:v>
                </c:pt>
                <c:pt idx="6906">
                  <c:v>104.75</c:v>
                </c:pt>
                <c:pt idx="6907">
                  <c:v>104.41</c:v>
                </c:pt>
                <c:pt idx="6908">
                  <c:v>106.16</c:v>
                </c:pt>
                <c:pt idx="6909">
                  <c:v>102.22</c:v>
                </c:pt>
                <c:pt idx="6910">
                  <c:v>102</c:v>
                </c:pt>
                <c:pt idx="6911">
                  <c:v>102.75</c:v>
                </c:pt>
                <c:pt idx="6912">
                  <c:v>102.83</c:v>
                </c:pt>
                <c:pt idx="6913">
                  <c:v>103.2</c:v>
                </c:pt>
                <c:pt idx="6914">
                  <c:v>102.52</c:v>
                </c:pt>
                <c:pt idx="6915">
                  <c:v>102.56</c:v>
                </c:pt>
                <c:pt idx="6916">
                  <c:v>101.74</c:v>
                </c:pt>
                <c:pt idx="6917">
                  <c:v>101.32</c:v>
                </c:pt>
                <c:pt idx="6918">
                  <c:v>100.77</c:v>
                </c:pt>
                <c:pt idx="6919">
                  <c:v>100.54</c:v>
                </c:pt>
                <c:pt idx="6920">
                  <c:v>102.8</c:v>
                </c:pt>
                <c:pt idx="6921">
                  <c:v>104.69</c:v>
                </c:pt>
                <c:pt idx="6922">
                  <c:v>104.49</c:v>
                </c:pt>
                <c:pt idx="6923">
                  <c:v>105.35</c:v>
                </c:pt>
                <c:pt idx="6924">
                  <c:v>104.88</c:v>
                </c:pt>
                <c:pt idx="6925">
                  <c:v>106.16</c:v>
                </c:pt>
                <c:pt idx="6926">
                  <c:v>106.12</c:v>
                </c:pt>
                <c:pt idx="6927">
                  <c:v>106.89</c:v>
                </c:pt>
                <c:pt idx="6928">
                  <c:v>105.82</c:v>
                </c:pt>
                <c:pt idx="6929">
                  <c:v>106.13</c:v>
                </c:pt>
                <c:pt idx="6930">
                  <c:v>105.81</c:v>
                </c:pt>
                <c:pt idx="6931">
                  <c:v>104.66</c:v>
                </c:pt>
                <c:pt idx="6932">
                  <c:v>105.4</c:v>
                </c:pt>
                <c:pt idx="6933">
                  <c:v>105.27</c:v>
                </c:pt>
                <c:pt idx="6934">
                  <c:v>102.06</c:v>
                </c:pt>
                <c:pt idx="6935">
                  <c:v>102.39</c:v>
                </c:pt>
                <c:pt idx="6936">
                  <c:v>100.89</c:v>
                </c:pt>
                <c:pt idx="6937">
                  <c:v>101.24</c:v>
                </c:pt>
                <c:pt idx="6938">
                  <c:v>101.22</c:v>
                </c:pt>
                <c:pt idx="6939">
                  <c:v>101.82</c:v>
                </c:pt>
                <c:pt idx="6940">
                  <c:v>102.45</c:v>
                </c:pt>
                <c:pt idx="6941">
                  <c:v>101.88</c:v>
                </c:pt>
                <c:pt idx="6942">
                  <c:v>101.29</c:v>
                </c:pt>
                <c:pt idx="6943">
                  <c:v>101.96</c:v>
                </c:pt>
                <c:pt idx="6944">
                  <c:v>101.3</c:v>
                </c:pt>
                <c:pt idx="6945">
                  <c:v>101.26</c:v>
                </c:pt>
                <c:pt idx="6946">
                  <c:v>100.31</c:v>
                </c:pt>
                <c:pt idx="6947">
                  <c:v>100.28</c:v>
                </c:pt>
                <c:pt idx="6948">
                  <c:v>99.89</c:v>
                </c:pt>
                <c:pt idx="6949">
                  <c:v>100.22</c:v>
                </c:pt>
                <c:pt idx="6950">
                  <c:v>100.33</c:v>
                </c:pt>
                <c:pt idx="6951">
                  <c:v>100.24</c:v>
                </c:pt>
                <c:pt idx="6952">
                  <c:v>100.45</c:v>
                </c:pt>
                <c:pt idx="6953">
                  <c:v>100.53</c:v>
                </c:pt>
                <c:pt idx="6954">
                  <c:v>101.84</c:v>
                </c:pt>
                <c:pt idx="6955">
                  <c:v>101.92</c:v>
                </c:pt>
                <c:pt idx="6956">
                  <c:v>102.96</c:v>
                </c:pt>
                <c:pt idx="6957">
                  <c:v>103.43</c:v>
                </c:pt>
                <c:pt idx="6958">
                  <c:v>103.23</c:v>
                </c:pt>
                <c:pt idx="6959">
                  <c:v>103.92</c:v>
                </c:pt>
                <c:pt idx="6960">
                  <c:v>103.43</c:v>
                </c:pt>
                <c:pt idx="6961">
                  <c:v>102.02</c:v>
                </c:pt>
                <c:pt idx="6962">
                  <c:v>101.74</c:v>
                </c:pt>
                <c:pt idx="6963">
                  <c:v>102.49</c:v>
                </c:pt>
                <c:pt idx="6964">
                  <c:v>102.69</c:v>
                </c:pt>
                <c:pt idx="6965">
                  <c:v>101.85</c:v>
                </c:pt>
                <c:pt idx="6966">
                  <c:v>102.56</c:v>
                </c:pt>
                <c:pt idx="6967">
                  <c:v>102.43</c:v>
                </c:pt>
                <c:pt idx="6968">
                  <c:v>102.1</c:v>
                </c:pt>
                <c:pt idx="6969">
                  <c:v>102.29</c:v>
                </c:pt>
                <c:pt idx="6970">
                  <c:v>101.93</c:v>
                </c:pt>
                <c:pt idx="6971">
                  <c:v>101.7</c:v>
                </c:pt>
                <c:pt idx="6972">
                  <c:v>100.32</c:v>
                </c:pt>
                <c:pt idx="6973">
                  <c:v>100.76</c:v>
                </c:pt>
                <c:pt idx="6974">
                  <c:v>101.02</c:v>
                </c:pt>
                <c:pt idx="6975">
                  <c:v>100.33</c:v>
                </c:pt>
                <c:pt idx="6976">
                  <c:v>100.43</c:v>
                </c:pt>
                <c:pt idx="6977">
                  <c:v>100.69</c:v>
                </c:pt>
                <c:pt idx="6978">
                  <c:v>101.03</c:v>
                </c:pt>
                <c:pt idx="6979">
                  <c:v>101.35</c:v>
                </c:pt>
                <c:pt idx="6980">
                  <c:v>101.65</c:v>
                </c:pt>
                <c:pt idx="6981">
                  <c:v>102.9</c:v>
                </c:pt>
                <c:pt idx="6982">
                  <c:v>103.5</c:v>
                </c:pt>
                <c:pt idx="6983">
                  <c:v>103.95</c:v>
                </c:pt>
                <c:pt idx="6984">
                  <c:v>102.98</c:v>
                </c:pt>
                <c:pt idx="6985">
                  <c:v>103.61</c:v>
                </c:pt>
                <c:pt idx="6986">
                  <c:v>103.51</c:v>
                </c:pt>
                <c:pt idx="6987">
                  <c:v>104.21</c:v>
                </c:pt>
                <c:pt idx="6988">
                  <c:v>103.71</c:v>
                </c:pt>
                <c:pt idx="6989">
                  <c:v>104.18</c:v>
                </c:pt>
                <c:pt idx="6990">
                  <c:v>103.89</c:v>
                </c:pt>
                <c:pt idx="6991">
                  <c:v>103.87</c:v>
                </c:pt>
                <c:pt idx="6992">
                  <c:v>103.44</c:v>
                </c:pt>
                <c:pt idx="6993">
                  <c:v>103.95</c:v>
                </c:pt>
                <c:pt idx="6994">
                  <c:v>103.8</c:v>
                </c:pt>
                <c:pt idx="6995">
                  <c:v>104.18</c:v>
                </c:pt>
                <c:pt idx="6996">
                  <c:v>104.22</c:v>
                </c:pt>
                <c:pt idx="6997">
                  <c:v>104.47</c:v>
                </c:pt>
                <c:pt idx="6998">
                  <c:v>105.29</c:v>
                </c:pt>
                <c:pt idx="6999">
                  <c:v>104.74</c:v>
                </c:pt>
                <c:pt idx="7000">
                  <c:v>104.82</c:v>
                </c:pt>
                <c:pt idx="7001">
                  <c:v>104.15</c:v>
                </c:pt>
                <c:pt idx="7002">
                  <c:v>103.3</c:v>
                </c:pt>
                <c:pt idx="7003">
                  <c:v>102.98</c:v>
                </c:pt>
                <c:pt idx="7004">
                  <c:v>103.12</c:v>
                </c:pt>
                <c:pt idx="7005">
                  <c:v>104.46</c:v>
                </c:pt>
                <c:pt idx="7006">
                  <c:v>105.16</c:v>
                </c:pt>
                <c:pt idx="7007">
                  <c:v>105.67</c:v>
                </c:pt>
                <c:pt idx="7008">
                  <c:v>106.83</c:v>
                </c:pt>
                <c:pt idx="7009">
                  <c:v>106.65</c:v>
                </c:pt>
                <c:pt idx="7010">
                  <c:v>108.42</c:v>
                </c:pt>
                <c:pt idx="7011">
                  <c:v>109.2</c:v>
                </c:pt>
                <c:pt idx="7012">
                  <c:v>109.08</c:v>
                </c:pt>
                <c:pt idx="7013">
                  <c:v>110.12</c:v>
                </c:pt>
                <c:pt idx="7014">
                  <c:v>110.91</c:v>
                </c:pt>
                <c:pt idx="7015">
                  <c:v>110.82</c:v>
                </c:pt>
                <c:pt idx="7016">
                  <c:v>111.14</c:v>
                </c:pt>
                <c:pt idx="7017">
                  <c:v>112.52</c:v>
                </c:pt>
                <c:pt idx="7018">
                  <c:v>113.33</c:v>
                </c:pt>
                <c:pt idx="7019">
                  <c:v>113.22</c:v>
                </c:pt>
                <c:pt idx="7020">
                  <c:v>111.94</c:v>
                </c:pt>
                <c:pt idx="7021">
                  <c:v>112.38</c:v>
                </c:pt>
                <c:pt idx="7022">
                  <c:v>114.46</c:v>
                </c:pt>
                <c:pt idx="7023">
                  <c:v>114.1</c:v>
                </c:pt>
                <c:pt idx="7024">
                  <c:v>113.51</c:v>
                </c:pt>
                <c:pt idx="7025">
                  <c:v>113.85</c:v>
                </c:pt>
                <c:pt idx="7026">
                  <c:v>114.02</c:v>
                </c:pt>
                <c:pt idx="7027">
                  <c:v>113.77</c:v>
                </c:pt>
                <c:pt idx="7028">
                  <c:v>114.04</c:v>
                </c:pt>
                <c:pt idx="7029">
                  <c:v>115.32</c:v>
                </c:pt>
                <c:pt idx="7030">
                  <c:v>115.02</c:v>
                </c:pt>
                <c:pt idx="7031">
                  <c:v>115.19</c:v>
                </c:pt>
                <c:pt idx="7032">
                  <c:v>117.04</c:v>
                </c:pt>
                <c:pt idx="7033">
                  <c:v>118.18</c:v>
                </c:pt>
                <c:pt idx="7034">
                  <c:v>117.93</c:v>
                </c:pt>
                <c:pt idx="7035">
                  <c:v>117.09</c:v>
                </c:pt>
                <c:pt idx="7036">
                  <c:v>117.86</c:v>
                </c:pt>
                <c:pt idx="7037">
                  <c:v>117.55</c:v>
                </c:pt>
                <c:pt idx="7038">
                  <c:v>117.54</c:v>
                </c:pt>
                <c:pt idx="7039">
                  <c:v>117.33</c:v>
                </c:pt>
                <c:pt idx="7040">
                  <c:v>117.1</c:v>
                </c:pt>
                <c:pt idx="7041">
                  <c:v>117.43</c:v>
                </c:pt>
                <c:pt idx="7042">
                  <c:v>117.26</c:v>
                </c:pt>
                <c:pt idx="7043">
                  <c:v>116.54</c:v>
                </c:pt>
                <c:pt idx="7044">
                  <c:v>116.96</c:v>
                </c:pt>
                <c:pt idx="7045">
                  <c:v>117.55</c:v>
                </c:pt>
                <c:pt idx="7046">
                  <c:v>117.75</c:v>
                </c:pt>
                <c:pt idx="7047">
                  <c:v>117.25</c:v>
                </c:pt>
                <c:pt idx="7048">
                  <c:v>115.35</c:v>
                </c:pt>
                <c:pt idx="7049">
                  <c:v>117.02</c:v>
                </c:pt>
                <c:pt idx="7050">
                  <c:v>116.03</c:v>
                </c:pt>
                <c:pt idx="7051">
                  <c:v>115.77</c:v>
                </c:pt>
                <c:pt idx="7052">
                  <c:v>115.41</c:v>
                </c:pt>
                <c:pt idx="7053">
                  <c:v>114.72</c:v>
                </c:pt>
                <c:pt idx="7054">
                  <c:v>114.49</c:v>
                </c:pt>
                <c:pt idx="7055">
                  <c:v>114.2</c:v>
                </c:pt>
                <c:pt idx="7056">
                  <c:v>112.62</c:v>
                </c:pt>
                <c:pt idx="7057">
                  <c:v>114.65</c:v>
                </c:pt>
                <c:pt idx="7058">
                  <c:v>114.86</c:v>
                </c:pt>
                <c:pt idx="7059">
                  <c:v>114.62</c:v>
                </c:pt>
                <c:pt idx="7060">
                  <c:v>112.71</c:v>
                </c:pt>
                <c:pt idx="7061">
                  <c:v>113.79</c:v>
                </c:pt>
                <c:pt idx="7062">
                  <c:v>113.28</c:v>
                </c:pt>
                <c:pt idx="7063">
                  <c:v>114.53</c:v>
                </c:pt>
                <c:pt idx="7064">
                  <c:v>115.1</c:v>
                </c:pt>
                <c:pt idx="7065">
                  <c:v>113.77</c:v>
                </c:pt>
                <c:pt idx="7066">
                  <c:v>112.8</c:v>
                </c:pt>
                <c:pt idx="7067">
                  <c:v>113.25</c:v>
                </c:pt>
                <c:pt idx="7068">
                  <c:v>112.8</c:v>
                </c:pt>
                <c:pt idx="7069">
                  <c:v>112.61</c:v>
                </c:pt>
                <c:pt idx="7070">
                  <c:v>111.74</c:v>
                </c:pt>
                <c:pt idx="7071">
                  <c:v>112.39</c:v>
                </c:pt>
                <c:pt idx="7072">
                  <c:v>111.93</c:v>
                </c:pt>
                <c:pt idx="7073">
                  <c:v>113.25</c:v>
                </c:pt>
                <c:pt idx="7074">
                  <c:v>113.22</c:v>
                </c:pt>
                <c:pt idx="7075">
                  <c:v>113.74</c:v>
                </c:pt>
                <c:pt idx="7076">
                  <c:v>114.26</c:v>
                </c:pt>
                <c:pt idx="7077">
                  <c:v>114.16</c:v>
                </c:pt>
                <c:pt idx="7078">
                  <c:v>113.24</c:v>
                </c:pt>
                <c:pt idx="7079">
                  <c:v>112.84</c:v>
                </c:pt>
                <c:pt idx="7080">
                  <c:v>113.1</c:v>
                </c:pt>
                <c:pt idx="7081">
                  <c:v>113.68</c:v>
                </c:pt>
                <c:pt idx="7082">
                  <c:v>113.31</c:v>
                </c:pt>
                <c:pt idx="7083">
                  <c:v>112.61</c:v>
                </c:pt>
                <c:pt idx="7084">
                  <c:v>112.12</c:v>
                </c:pt>
                <c:pt idx="7085">
                  <c:v>112.7</c:v>
                </c:pt>
                <c:pt idx="7086">
                  <c:v>112.77</c:v>
                </c:pt>
                <c:pt idx="7087">
                  <c:v>113.73</c:v>
                </c:pt>
                <c:pt idx="7088">
                  <c:v>114.41</c:v>
                </c:pt>
                <c:pt idx="7089">
                  <c:v>114.04</c:v>
                </c:pt>
                <c:pt idx="7090">
                  <c:v>113.89</c:v>
                </c:pt>
                <c:pt idx="7091">
                  <c:v>113.98</c:v>
                </c:pt>
                <c:pt idx="7092">
                  <c:v>114.35</c:v>
                </c:pt>
                <c:pt idx="7093">
                  <c:v>114.95</c:v>
                </c:pt>
                <c:pt idx="7094">
                  <c:v>114.79</c:v>
                </c:pt>
                <c:pt idx="7095">
                  <c:v>114.88</c:v>
                </c:pt>
                <c:pt idx="7096">
                  <c:v>114.75</c:v>
                </c:pt>
                <c:pt idx="7097">
                  <c:v>113.38</c:v>
                </c:pt>
                <c:pt idx="7098">
                  <c:v>113.31</c:v>
                </c:pt>
                <c:pt idx="7099">
                  <c:v>112.7</c:v>
                </c:pt>
                <c:pt idx="7100">
                  <c:v>112.55</c:v>
                </c:pt>
                <c:pt idx="7101">
                  <c:v>111.71</c:v>
                </c:pt>
                <c:pt idx="7102">
                  <c:v>111.16</c:v>
                </c:pt>
                <c:pt idx="7103">
                  <c:v>110.94</c:v>
                </c:pt>
                <c:pt idx="7104">
                  <c:v>111.34</c:v>
                </c:pt>
                <c:pt idx="7105">
                  <c:v>110.66</c:v>
                </c:pt>
                <c:pt idx="7106">
                  <c:v>111.15</c:v>
                </c:pt>
                <c:pt idx="7107">
                  <c:v>111.04</c:v>
                </c:pt>
                <c:pt idx="7108">
                  <c:v>111.92</c:v>
                </c:pt>
                <c:pt idx="7109">
                  <c:v>111.39</c:v>
                </c:pt>
                <c:pt idx="7110">
                  <c:v>110.9</c:v>
                </c:pt>
                <c:pt idx="7111">
                  <c:v>110.74</c:v>
                </c:pt>
                <c:pt idx="7112">
                  <c:v>110.7</c:v>
                </c:pt>
                <c:pt idx="7113">
                  <c:v>110.81</c:v>
                </c:pt>
                <c:pt idx="7114">
                  <c:v>111.09</c:v>
                </c:pt>
                <c:pt idx="7115">
                  <c:v>110.94</c:v>
                </c:pt>
                <c:pt idx="7116">
                  <c:v>109.62</c:v>
                </c:pt>
                <c:pt idx="7117">
                  <c:v>109.03</c:v>
                </c:pt>
                <c:pt idx="7118">
                  <c:v>109.09</c:v>
                </c:pt>
                <c:pt idx="7119">
                  <c:v>108.64</c:v>
                </c:pt>
                <c:pt idx="7120">
                  <c:v>108.91</c:v>
                </c:pt>
                <c:pt idx="7121">
                  <c:v>108.43</c:v>
                </c:pt>
                <c:pt idx="7122">
                  <c:v>108.86</c:v>
                </c:pt>
                <c:pt idx="7123">
                  <c:v>109.32</c:v>
                </c:pt>
                <c:pt idx="7124">
                  <c:v>109.09</c:v>
                </c:pt>
                <c:pt idx="7125">
                  <c:v>109.77</c:v>
                </c:pt>
                <c:pt idx="7126">
                  <c:v>111.09</c:v>
                </c:pt>
                <c:pt idx="7127">
                  <c:v>111.06</c:v>
                </c:pt>
                <c:pt idx="7128">
                  <c:v>111.26</c:v>
                </c:pt>
                <c:pt idx="7129">
                  <c:v>111.49</c:v>
                </c:pt>
                <c:pt idx="7130">
                  <c:v>111.84</c:v>
                </c:pt>
                <c:pt idx="7131">
                  <c:v>111.99</c:v>
                </c:pt>
                <c:pt idx="7132">
                  <c:v>112.75</c:v>
                </c:pt>
                <c:pt idx="7133">
                  <c:v>112.46</c:v>
                </c:pt>
                <c:pt idx="7134">
                  <c:v>112.71</c:v>
                </c:pt>
                <c:pt idx="7135">
                  <c:v>113.26</c:v>
                </c:pt>
                <c:pt idx="7136">
                  <c:v>113.98</c:v>
                </c:pt>
                <c:pt idx="7137">
                  <c:v>114.28</c:v>
                </c:pt>
                <c:pt idx="7138">
                  <c:v>113.86</c:v>
                </c:pt>
                <c:pt idx="7139">
                  <c:v>113.38</c:v>
                </c:pt>
                <c:pt idx="7140">
                  <c:v>113.79</c:v>
                </c:pt>
                <c:pt idx="7141">
                  <c:v>113.12</c:v>
                </c:pt>
                <c:pt idx="7142">
                  <c:v>110.83</c:v>
                </c:pt>
                <c:pt idx="7143">
                  <c:v>111.49</c:v>
                </c:pt>
                <c:pt idx="7144">
                  <c:v>111.26</c:v>
                </c:pt>
                <c:pt idx="7145">
                  <c:v>111.3</c:v>
                </c:pt>
                <c:pt idx="7146">
                  <c:v>111.78</c:v>
                </c:pt>
                <c:pt idx="7147">
                  <c:v>111.49</c:v>
                </c:pt>
                <c:pt idx="7148">
                  <c:v>111.84</c:v>
                </c:pt>
                <c:pt idx="7149">
                  <c:v>111.33</c:v>
                </c:pt>
                <c:pt idx="7150">
                  <c:v>111.27</c:v>
                </c:pt>
                <c:pt idx="7151">
                  <c:v>110.85</c:v>
                </c:pt>
                <c:pt idx="7152">
                  <c:v>110.78</c:v>
                </c:pt>
                <c:pt idx="7153">
                  <c:v>111.37</c:v>
                </c:pt>
                <c:pt idx="7154">
                  <c:v>110.4</c:v>
                </c:pt>
                <c:pt idx="7155">
                  <c:v>110.45</c:v>
                </c:pt>
                <c:pt idx="7156">
                  <c:v>109.41</c:v>
                </c:pt>
                <c:pt idx="7157">
                  <c:v>109.82</c:v>
                </c:pt>
                <c:pt idx="7158">
                  <c:v>110.02</c:v>
                </c:pt>
                <c:pt idx="7159">
                  <c:v>110.32</c:v>
                </c:pt>
                <c:pt idx="7160">
                  <c:v>109.95</c:v>
                </c:pt>
                <c:pt idx="7161">
                  <c:v>110.07</c:v>
                </c:pt>
                <c:pt idx="7162">
                  <c:v>109.58</c:v>
                </c:pt>
                <c:pt idx="7163">
                  <c:v>110.93</c:v>
                </c:pt>
                <c:pt idx="7164">
                  <c:v>110.88</c:v>
                </c:pt>
                <c:pt idx="7165">
                  <c:v>111.53</c:v>
                </c:pt>
                <c:pt idx="7166">
                  <c:v>111.45</c:v>
                </c:pt>
                <c:pt idx="7167">
                  <c:v>111.38</c:v>
                </c:pt>
                <c:pt idx="7168">
                  <c:v>111.33</c:v>
                </c:pt>
                <c:pt idx="7169">
                  <c:v>111.28</c:v>
                </c:pt>
                <c:pt idx="7170">
                  <c:v>111.86</c:v>
                </c:pt>
                <c:pt idx="7171">
                  <c:v>112.35</c:v>
                </c:pt>
                <c:pt idx="7172">
                  <c:v>112.3</c:v>
                </c:pt>
                <c:pt idx="7173">
                  <c:v>112.18</c:v>
                </c:pt>
                <c:pt idx="7174">
                  <c:v>112.39</c:v>
                </c:pt>
                <c:pt idx="7175">
                  <c:v>113.38</c:v>
                </c:pt>
                <c:pt idx="7176">
                  <c:v>113.28</c:v>
                </c:pt>
                <c:pt idx="7177">
                  <c:v>113.26</c:v>
                </c:pt>
                <c:pt idx="7178">
                  <c:v>113.22</c:v>
                </c:pt>
                <c:pt idx="7179">
                  <c:v>113.92</c:v>
                </c:pt>
                <c:pt idx="7180">
                  <c:v>114.04</c:v>
                </c:pt>
                <c:pt idx="7181">
                  <c:v>113.94</c:v>
                </c:pt>
                <c:pt idx="7182">
                  <c:v>113.17</c:v>
                </c:pt>
                <c:pt idx="7183">
                  <c:v>113.28</c:v>
                </c:pt>
                <c:pt idx="7184">
                  <c:v>112.53</c:v>
                </c:pt>
                <c:pt idx="7185">
                  <c:v>112.63</c:v>
                </c:pt>
                <c:pt idx="7186">
                  <c:v>112.07</c:v>
                </c:pt>
                <c:pt idx="7187">
                  <c:v>111.97</c:v>
                </c:pt>
                <c:pt idx="7188">
                  <c:v>111.91</c:v>
                </c:pt>
                <c:pt idx="7189">
                  <c:v>111.13</c:v>
                </c:pt>
                <c:pt idx="7190">
                  <c:v>111.1</c:v>
                </c:pt>
                <c:pt idx="7191">
                  <c:v>111.89</c:v>
                </c:pt>
                <c:pt idx="7192">
                  <c:v>111.18</c:v>
                </c:pt>
                <c:pt idx="7193">
                  <c:v>111.26</c:v>
                </c:pt>
                <c:pt idx="7194">
                  <c:v>110.68</c:v>
                </c:pt>
                <c:pt idx="7195">
                  <c:v>110.26</c:v>
                </c:pt>
                <c:pt idx="7196">
                  <c:v>110.36</c:v>
                </c:pt>
                <c:pt idx="7197">
                  <c:v>110.72</c:v>
                </c:pt>
                <c:pt idx="7198">
                  <c:v>110.05</c:v>
                </c:pt>
                <c:pt idx="7199">
                  <c:v>110.69</c:v>
                </c:pt>
                <c:pt idx="7200">
                  <c:v>110.75</c:v>
                </c:pt>
                <c:pt idx="7201">
                  <c:v>110.32</c:v>
                </c:pt>
                <c:pt idx="7202">
                  <c:v>110.07</c:v>
                </c:pt>
                <c:pt idx="7203">
                  <c:v>109.2</c:v>
                </c:pt>
                <c:pt idx="7204">
                  <c:v>109.19</c:v>
                </c:pt>
                <c:pt idx="7205">
                  <c:v>109.63</c:v>
                </c:pt>
                <c:pt idx="7206">
                  <c:v>110.67</c:v>
                </c:pt>
                <c:pt idx="7207">
                  <c:v>110.19</c:v>
                </c:pt>
                <c:pt idx="7208">
                  <c:v>109.57</c:v>
                </c:pt>
                <c:pt idx="7209">
                  <c:v>109.18</c:v>
                </c:pt>
                <c:pt idx="7210">
                  <c:v>108.98</c:v>
                </c:pt>
                <c:pt idx="7211">
                  <c:v>109.57</c:v>
                </c:pt>
                <c:pt idx="7212">
                  <c:v>109.04</c:v>
                </c:pt>
                <c:pt idx="7213">
                  <c:v>109.56</c:v>
                </c:pt>
                <c:pt idx="7214">
                  <c:v>109.36</c:v>
                </c:pt>
                <c:pt idx="7215">
                  <c:v>109.25</c:v>
                </c:pt>
                <c:pt idx="7216">
                  <c:v>109.71</c:v>
                </c:pt>
                <c:pt idx="7217">
                  <c:v>110.24</c:v>
                </c:pt>
                <c:pt idx="7218">
                  <c:v>109.98</c:v>
                </c:pt>
                <c:pt idx="7219">
                  <c:v>110.25</c:v>
                </c:pt>
                <c:pt idx="7220">
                  <c:v>109.72</c:v>
                </c:pt>
                <c:pt idx="7221">
                  <c:v>108.81</c:v>
                </c:pt>
                <c:pt idx="7222">
                  <c:v>109.22</c:v>
                </c:pt>
                <c:pt idx="7223">
                  <c:v>108.45</c:v>
                </c:pt>
                <c:pt idx="7224">
                  <c:v>107.84</c:v>
                </c:pt>
                <c:pt idx="7225">
                  <c:v>109.39</c:v>
                </c:pt>
                <c:pt idx="7226">
                  <c:v>110.17</c:v>
                </c:pt>
                <c:pt idx="7227">
                  <c:v>110.49</c:v>
                </c:pt>
                <c:pt idx="7228">
                  <c:v>110.24</c:v>
                </c:pt>
                <c:pt idx="7229">
                  <c:v>110.83</c:v>
                </c:pt>
                <c:pt idx="7230">
                  <c:v>111.57</c:v>
                </c:pt>
                <c:pt idx="7231">
                  <c:v>111.59</c:v>
                </c:pt>
                <c:pt idx="7232">
                  <c:v>112.22</c:v>
                </c:pt>
                <c:pt idx="7233">
                  <c:v>112.48</c:v>
                </c:pt>
                <c:pt idx="7234">
                  <c:v>111.99</c:v>
                </c:pt>
                <c:pt idx="7235">
                  <c:v>111.73</c:v>
                </c:pt>
                <c:pt idx="7236">
                  <c:v>112.24</c:v>
                </c:pt>
                <c:pt idx="7237">
                  <c:v>112.84</c:v>
                </c:pt>
                <c:pt idx="7238">
                  <c:v>112.34</c:v>
                </c:pt>
                <c:pt idx="7239">
                  <c:v>112.51</c:v>
                </c:pt>
                <c:pt idx="7240">
                  <c:v>112.77</c:v>
                </c:pt>
                <c:pt idx="7241">
                  <c:v>112.85</c:v>
                </c:pt>
                <c:pt idx="7242">
                  <c:v>112.76</c:v>
                </c:pt>
                <c:pt idx="7243">
                  <c:v>112.82</c:v>
                </c:pt>
                <c:pt idx="7244">
                  <c:v>112.65</c:v>
                </c:pt>
                <c:pt idx="7245">
                  <c:v>112.68</c:v>
                </c:pt>
                <c:pt idx="7246">
                  <c:v>112.45</c:v>
                </c:pt>
                <c:pt idx="7247">
                  <c:v>112.5</c:v>
                </c:pt>
                <c:pt idx="7248">
                  <c:v>112.28</c:v>
                </c:pt>
                <c:pt idx="7249">
                  <c:v>111.82</c:v>
                </c:pt>
                <c:pt idx="7250">
                  <c:v>112.19</c:v>
                </c:pt>
                <c:pt idx="7251">
                  <c:v>112.2</c:v>
                </c:pt>
                <c:pt idx="7252">
                  <c:v>112.94</c:v>
                </c:pt>
                <c:pt idx="7253">
                  <c:v>112.54</c:v>
                </c:pt>
                <c:pt idx="7254">
                  <c:v>113.52</c:v>
                </c:pt>
                <c:pt idx="7255">
                  <c:v>113.43</c:v>
                </c:pt>
                <c:pt idx="7256">
                  <c:v>113.9</c:v>
                </c:pt>
                <c:pt idx="7257">
                  <c:v>113.74</c:v>
                </c:pt>
                <c:pt idx="7258">
                  <c:v>113.98</c:v>
                </c:pt>
                <c:pt idx="7259">
                  <c:v>113.67</c:v>
                </c:pt>
                <c:pt idx="7260">
                  <c:v>113.18</c:v>
                </c:pt>
                <c:pt idx="7261">
                  <c:v>113.64</c:v>
                </c:pt>
                <c:pt idx="7262">
                  <c:v>114.18</c:v>
                </c:pt>
                <c:pt idx="7263">
                  <c:v>114.08</c:v>
                </c:pt>
                <c:pt idx="7264">
                  <c:v>114.07</c:v>
                </c:pt>
                <c:pt idx="7265">
                  <c:v>113.71</c:v>
                </c:pt>
                <c:pt idx="7266">
                  <c:v>114.01</c:v>
                </c:pt>
                <c:pt idx="7267">
                  <c:v>113.87</c:v>
                </c:pt>
                <c:pt idx="7268">
                  <c:v>113.47</c:v>
                </c:pt>
                <c:pt idx="7269">
                  <c:v>113.53</c:v>
                </c:pt>
                <c:pt idx="7270">
                  <c:v>113.62</c:v>
                </c:pt>
                <c:pt idx="7271">
                  <c:v>113.46</c:v>
                </c:pt>
                <c:pt idx="7272">
                  <c:v>112.88</c:v>
                </c:pt>
                <c:pt idx="7273">
                  <c:v>113.06</c:v>
                </c:pt>
                <c:pt idx="7274">
                  <c:v>112.1</c:v>
                </c:pt>
                <c:pt idx="7275">
                  <c:v>112.62</c:v>
                </c:pt>
                <c:pt idx="7276">
                  <c:v>112.45</c:v>
                </c:pt>
                <c:pt idx="7277">
                  <c:v>111.22</c:v>
                </c:pt>
                <c:pt idx="7278">
                  <c:v>111.22</c:v>
                </c:pt>
                <c:pt idx="7279">
                  <c:v>111.53</c:v>
                </c:pt>
                <c:pt idx="7280">
                  <c:v>111.09</c:v>
                </c:pt>
                <c:pt idx="7281">
                  <c:v>111.48</c:v>
                </c:pt>
                <c:pt idx="7282">
                  <c:v>111.93</c:v>
                </c:pt>
                <c:pt idx="7283">
                  <c:v>112.54</c:v>
                </c:pt>
                <c:pt idx="7284">
                  <c:v>112.17</c:v>
                </c:pt>
                <c:pt idx="7285">
                  <c:v>112.41</c:v>
                </c:pt>
                <c:pt idx="7286">
                  <c:v>112.6</c:v>
                </c:pt>
                <c:pt idx="7287">
                  <c:v>112.29</c:v>
                </c:pt>
                <c:pt idx="7288">
                  <c:v>113.09</c:v>
                </c:pt>
                <c:pt idx="7289">
                  <c:v>113.48</c:v>
                </c:pt>
                <c:pt idx="7290">
                  <c:v>113.56</c:v>
                </c:pt>
                <c:pt idx="7291">
                  <c:v>113.55</c:v>
                </c:pt>
                <c:pt idx="7292">
                  <c:v>112.54</c:v>
                </c:pt>
                <c:pt idx="7293">
                  <c:v>112.39</c:v>
                </c:pt>
                <c:pt idx="7294">
                  <c:v>112.6</c:v>
                </c:pt>
                <c:pt idx="7295">
                  <c:v>112.55</c:v>
                </c:pt>
                <c:pt idx="7296">
                  <c:v>112.89</c:v>
                </c:pt>
                <c:pt idx="7297">
                  <c:v>113.4</c:v>
                </c:pt>
                <c:pt idx="7298">
                  <c:v>113.33</c:v>
                </c:pt>
                <c:pt idx="7299">
                  <c:v>113.29</c:v>
                </c:pt>
                <c:pt idx="7300">
                  <c:v>113.26</c:v>
                </c:pt>
                <c:pt idx="7301">
                  <c:v>113.23</c:v>
                </c:pt>
                <c:pt idx="7302">
                  <c:v>113.35</c:v>
                </c:pt>
                <c:pt idx="7303">
                  <c:v>112.87</c:v>
                </c:pt>
                <c:pt idx="7304">
                  <c:v>112.69</c:v>
                </c:pt>
                <c:pt idx="7305">
                  <c:v>112.63</c:v>
                </c:pt>
                <c:pt idx="7306">
                  <c:v>112.29</c:v>
                </c:pt>
                <c:pt idx="7307">
                  <c:v>112.51</c:v>
                </c:pt>
                <c:pt idx="7308">
                  <c:v>112.75</c:v>
                </c:pt>
                <c:pt idx="7309">
                  <c:v>113.05</c:v>
                </c:pt>
                <c:pt idx="7310">
                  <c:v>113.09</c:v>
                </c:pt>
                <c:pt idx="7311">
                  <c:v>112.65</c:v>
                </c:pt>
                <c:pt idx="7312">
                  <c:v>111.44</c:v>
                </c:pt>
                <c:pt idx="7313">
                  <c:v>111.26</c:v>
                </c:pt>
                <c:pt idx="7314">
                  <c:v>111.06</c:v>
                </c:pt>
                <c:pt idx="7315">
                  <c:v>110.54</c:v>
                </c:pt>
                <c:pt idx="7316">
                  <c:v>110.45</c:v>
                </c:pt>
                <c:pt idx="7317">
                  <c:v>111.29</c:v>
                </c:pt>
                <c:pt idx="7318">
                  <c:v>111.11</c:v>
                </c:pt>
                <c:pt idx="7319">
                  <c:v>110.77</c:v>
                </c:pt>
                <c:pt idx="7320">
                  <c:v>110.92</c:v>
                </c:pt>
                <c:pt idx="7321">
                  <c:v>110.31</c:v>
                </c:pt>
                <c:pt idx="7322">
                  <c:v>109.22</c:v>
                </c:pt>
                <c:pt idx="7323">
                  <c:v>109.41</c:v>
                </c:pt>
                <c:pt idx="7324">
                  <c:v>108.58</c:v>
                </c:pt>
                <c:pt idx="7325">
                  <c:v>108.96</c:v>
                </c:pt>
                <c:pt idx="7326">
                  <c:v>108.78</c:v>
                </c:pt>
                <c:pt idx="7327">
                  <c:v>109.19</c:v>
                </c:pt>
                <c:pt idx="7328">
                  <c:v>109.4</c:v>
                </c:pt>
                <c:pt idx="7329">
                  <c:v>110.17</c:v>
                </c:pt>
                <c:pt idx="7330">
                  <c:v>109.09</c:v>
                </c:pt>
                <c:pt idx="7331">
                  <c:v>109.56</c:v>
                </c:pt>
                <c:pt idx="7332">
                  <c:v>109.33</c:v>
                </c:pt>
                <c:pt idx="7333">
                  <c:v>108.74</c:v>
                </c:pt>
                <c:pt idx="7334">
                  <c:v>108.8</c:v>
                </c:pt>
                <c:pt idx="7335">
                  <c:v>108.66</c:v>
                </c:pt>
                <c:pt idx="7336">
                  <c:v>107.82</c:v>
                </c:pt>
                <c:pt idx="7337">
                  <c:v>107.01</c:v>
                </c:pt>
                <c:pt idx="7338">
                  <c:v>106.13</c:v>
                </c:pt>
                <c:pt idx="7339">
                  <c:v>106.21</c:v>
                </c:pt>
                <c:pt idx="7340">
                  <c:v>106.59</c:v>
                </c:pt>
                <c:pt idx="7341">
                  <c:v>107.33</c:v>
                </c:pt>
                <c:pt idx="7342">
                  <c:v>107.78</c:v>
                </c:pt>
                <c:pt idx="7343">
                  <c:v>106.75</c:v>
                </c:pt>
                <c:pt idx="7344">
                  <c:v>106.89</c:v>
                </c:pt>
                <c:pt idx="7345">
                  <c:v>106.93</c:v>
                </c:pt>
                <c:pt idx="7346">
                  <c:v>107.33</c:v>
                </c:pt>
                <c:pt idx="7347">
                  <c:v>106.68</c:v>
                </c:pt>
                <c:pt idx="7348">
                  <c:v>106.24</c:v>
                </c:pt>
                <c:pt idx="7349">
                  <c:v>105.75</c:v>
                </c:pt>
                <c:pt idx="7350">
                  <c:v>106.2</c:v>
                </c:pt>
                <c:pt idx="7351">
                  <c:v>106.13</c:v>
                </c:pt>
                <c:pt idx="7352">
                  <c:v>106.07</c:v>
                </c:pt>
                <c:pt idx="7353">
                  <c:v>106.23</c:v>
                </c:pt>
                <c:pt idx="7354">
                  <c:v>106.82</c:v>
                </c:pt>
                <c:pt idx="7355">
                  <c:v>106.42</c:v>
                </c:pt>
                <c:pt idx="7356">
                  <c:v>106.58</c:v>
                </c:pt>
                <c:pt idx="7357">
                  <c:v>106.32</c:v>
                </c:pt>
                <c:pt idx="7358">
                  <c:v>106.34</c:v>
                </c:pt>
                <c:pt idx="7359">
                  <c:v>106.01</c:v>
                </c:pt>
                <c:pt idx="7360">
                  <c:v>106.1</c:v>
                </c:pt>
                <c:pt idx="7361">
                  <c:v>106.53</c:v>
                </c:pt>
                <c:pt idx="7362">
                  <c:v>106.05</c:v>
                </c:pt>
                <c:pt idx="7363">
                  <c:v>105.28</c:v>
                </c:pt>
                <c:pt idx="7364">
                  <c:v>104.74</c:v>
                </c:pt>
                <c:pt idx="7365">
                  <c:v>105.41</c:v>
                </c:pt>
                <c:pt idx="7366">
                  <c:v>105.34</c:v>
                </c:pt>
                <c:pt idx="7367">
                  <c:v>106.85</c:v>
                </c:pt>
                <c:pt idx="7368">
                  <c:v>106.43</c:v>
                </c:pt>
                <c:pt idx="7369">
                  <c:v>106.28</c:v>
                </c:pt>
                <c:pt idx="7370">
                  <c:v>105.89</c:v>
                </c:pt>
                <c:pt idx="7371">
                  <c:v>106.61</c:v>
                </c:pt>
                <c:pt idx="7372">
                  <c:v>106.78</c:v>
                </c:pt>
                <c:pt idx="7373">
                  <c:v>107.39</c:v>
                </c:pt>
                <c:pt idx="7374">
                  <c:v>106.93</c:v>
                </c:pt>
                <c:pt idx="7375">
                  <c:v>106.77</c:v>
                </c:pt>
                <c:pt idx="7376">
                  <c:v>107.2</c:v>
                </c:pt>
                <c:pt idx="7377">
                  <c:v>106.79</c:v>
                </c:pt>
                <c:pt idx="7378">
                  <c:v>107.33</c:v>
                </c:pt>
                <c:pt idx="7379">
                  <c:v>107.35</c:v>
                </c:pt>
                <c:pt idx="7380">
                  <c:v>107.12</c:v>
                </c:pt>
                <c:pt idx="7381">
                  <c:v>107</c:v>
                </c:pt>
                <c:pt idx="7382">
                  <c:v>107.23</c:v>
                </c:pt>
                <c:pt idx="7383">
                  <c:v>107.37</c:v>
                </c:pt>
                <c:pt idx="7384">
                  <c:v>107.66</c:v>
                </c:pt>
                <c:pt idx="7385">
                  <c:v>108.71</c:v>
                </c:pt>
                <c:pt idx="7386">
                  <c:v>108.82</c:v>
                </c:pt>
                <c:pt idx="7387">
                  <c:v>109.43</c:v>
                </c:pt>
                <c:pt idx="7388">
                  <c:v>109.3</c:v>
                </c:pt>
                <c:pt idx="7389">
                  <c:v>109.05</c:v>
                </c:pt>
                <c:pt idx="7390">
                  <c:v>109.34</c:v>
                </c:pt>
                <c:pt idx="7391">
                  <c:v>109.86</c:v>
                </c:pt>
                <c:pt idx="7392">
                  <c:v>109.84</c:v>
                </c:pt>
                <c:pt idx="7393">
                  <c:v>109.19</c:v>
                </c:pt>
                <c:pt idx="7394">
                  <c:v>109.12</c:v>
                </c:pt>
                <c:pt idx="7395">
                  <c:v>109.09</c:v>
                </c:pt>
                <c:pt idx="7396">
                  <c:v>109.13</c:v>
                </c:pt>
                <c:pt idx="7397">
                  <c:v>109.74</c:v>
                </c:pt>
                <c:pt idx="7398">
                  <c:v>109.4</c:v>
                </c:pt>
                <c:pt idx="7399">
                  <c:v>109.39</c:v>
                </c:pt>
                <c:pt idx="7400">
                  <c:v>109.66</c:v>
                </c:pt>
                <c:pt idx="7401">
                  <c:v>110.35</c:v>
                </c:pt>
                <c:pt idx="7402">
                  <c:v>110.4</c:v>
                </c:pt>
                <c:pt idx="7403">
                  <c:v>110.77</c:v>
                </c:pt>
                <c:pt idx="7404">
                  <c:v>110.78</c:v>
                </c:pt>
                <c:pt idx="7405">
                  <c:v>111.05</c:v>
                </c:pt>
                <c:pt idx="7406">
                  <c:v>110.9</c:v>
                </c:pt>
                <c:pt idx="7407">
                  <c:v>110.08</c:v>
                </c:pt>
                <c:pt idx="7408">
                  <c:v>109.26</c:v>
                </c:pt>
                <c:pt idx="7409">
                  <c:v>109.41</c:v>
                </c:pt>
                <c:pt idx="7410">
                  <c:v>109.42</c:v>
                </c:pt>
                <c:pt idx="7411">
                  <c:v>108.77</c:v>
                </c:pt>
                <c:pt idx="7412">
                  <c:v>108.91</c:v>
                </c:pt>
                <c:pt idx="7413">
                  <c:v>108.82</c:v>
                </c:pt>
                <c:pt idx="7414">
                  <c:v>109.54</c:v>
                </c:pt>
                <c:pt idx="7415">
                  <c:v>109.82</c:v>
                </c:pt>
                <c:pt idx="7416">
                  <c:v>109.79</c:v>
                </c:pt>
                <c:pt idx="7417">
                  <c:v>110.18</c:v>
                </c:pt>
                <c:pt idx="7418">
                  <c:v>109.7</c:v>
                </c:pt>
                <c:pt idx="7419">
                  <c:v>109.55</c:v>
                </c:pt>
                <c:pt idx="7420">
                  <c:v>110.03</c:v>
                </c:pt>
                <c:pt idx="7421">
                  <c:v>110.37</c:v>
                </c:pt>
                <c:pt idx="7422">
                  <c:v>110.34</c:v>
                </c:pt>
                <c:pt idx="7423">
                  <c:v>110.63</c:v>
                </c:pt>
                <c:pt idx="7424">
                  <c:v>110.66</c:v>
                </c:pt>
                <c:pt idx="7425">
                  <c:v>110.55</c:v>
                </c:pt>
                <c:pt idx="7426">
                  <c:v>110.06</c:v>
                </c:pt>
                <c:pt idx="7427">
                  <c:v>110.36</c:v>
                </c:pt>
                <c:pt idx="7428">
                  <c:v>109.99</c:v>
                </c:pt>
                <c:pt idx="7429">
                  <c:v>109.97</c:v>
                </c:pt>
                <c:pt idx="7430">
                  <c:v>109.77</c:v>
                </c:pt>
                <c:pt idx="7431">
                  <c:v>110.06</c:v>
                </c:pt>
                <c:pt idx="7432">
                  <c:v>110.26</c:v>
                </c:pt>
                <c:pt idx="7433">
                  <c:v>110.49</c:v>
                </c:pt>
                <c:pt idx="7434">
                  <c:v>110.76</c:v>
                </c:pt>
                <c:pt idx="7435">
                  <c:v>110.9</c:v>
                </c:pt>
                <c:pt idx="7436">
                  <c:v>110.59</c:v>
                </c:pt>
                <c:pt idx="7437">
                  <c:v>110.49</c:v>
                </c:pt>
                <c:pt idx="7438">
                  <c:v>110.64</c:v>
                </c:pt>
                <c:pt idx="7439">
                  <c:v>110.47</c:v>
                </c:pt>
                <c:pt idx="7440">
                  <c:v>110.85</c:v>
                </c:pt>
                <c:pt idx="7441">
                  <c:v>111</c:v>
                </c:pt>
                <c:pt idx="7442">
                  <c:v>112.01</c:v>
                </c:pt>
                <c:pt idx="7443">
                  <c:v>112.55</c:v>
                </c:pt>
                <c:pt idx="7444">
                  <c:v>112.38</c:v>
                </c:pt>
                <c:pt idx="7445">
                  <c:v>112.29</c:v>
                </c:pt>
                <c:pt idx="7446">
                  <c:v>112.88</c:v>
                </c:pt>
                <c:pt idx="7447">
                  <c:v>112.86</c:v>
                </c:pt>
                <c:pt idx="7448">
                  <c:v>112.47</c:v>
                </c:pt>
                <c:pt idx="7449">
                  <c:v>111.41</c:v>
                </c:pt>
                <c:pt idx="7450">
                  <c:v>111.35</c:v>
                </c:pt>
                <c:pt idx="7451">
                  <c:v>111.2</c:v>
                </c:pt>
                <c:pt idx="7452">
                  <c:v>110.98</c:v>
                </c:pt>
                <c:pt idx="7453">
                  <c:v>111.23</c:v>
                </c:pt>
                <c:pt idx="7454">
                  <c:v>111.05</c:v>
                </c:pt>
                <c:pt idx="7455">
                  <c:v>111.04</c:v>
                </c:pt>
                <c:pt idx="7456">
                  <c:v>111.86</c:v>
                </c:pt>
                <c:pt idx="7457">
                  <c:v>111.73</c:v>
                </c:pt>
                <c:pt idx="7458">
                  <c:v>111.66</c:v>
                </c:pt>
                <c:pt idx="7459">
                  <c:v>111.25</c:v>
                </c:pt>
                <c:pt idx="7460">
                  <c:v>111.4</c:v>
                </c:pt>
                <c:pt idx="7461">
                  <c:v>111.38</c:v>
                </c:pt>
                <c:pt idx="7462">
                  <c:v>110.98</c:v>
                </c:pt>
                <c:pt idx="7463">
                  <c:v>111.08</c:v>
                </c:pt>
                <c:pt idx="7464">
                  <c:v>110.83</c:v>
                </c:pt>
                <c:pt idx="7465">
                  <c:v>110.7</c:v>
                </c:pt>
                <c:pt idx="7466">
                  <c:v>111.15</c:v>
                </c:pt>
                <c:pt idx="7467">
                  <c:v>110.74</c:v>
                </c:pt>
                <c:pt idx="7468">
                  <c:v>110.9</c:v>
                </c:pt>
                <c:pt idx="7469">
                  <c:v>110.5</c:v>
                </c:pt>
                <c:pt idx="7470">
                  <c:v>110.07</c:v>
                </c:pt>
                <c:pt idx="7471">
                  <c:v>110.31</c:v>
                </c:pt>
                <c:pt idx="7472">
                  <c:v>110.56</c:v>
                </c:pt>
                <c:pt idx="7473">
                  <c:v>111.29</c:v>
                </c:pt>
                <c:pt idx="7474">
                  <c:v>111.24</c:v>
                </c:pt>
                <c:pt idx="7475">
                  <c:v>111.08</c:v>
                </c:pt>
                <c:pt idx="7476">
                  <c:v>111.19</c:v>
                </c:pt>
                <c:pt idx="7477">
                  <c:v>111.68</c:v>
                </c:pt>
                <c:pt idx="7478">
                  <c:v>110.98</c:v>
                </c:pt>
                <c:pt idx="7479">
                  <c:v>111.03</c:v>
                </c:pt>
                <c:pt idx="7480">
                  <c:v>111.07</c:v>
                </c:pt>
                <c:pt idx="7481">
                  <c:v>111.41</c:v>
                </c:pt>
                <c:pt idx="7482">
                  <c:v>111.53</c:v>
                </c:pt>
                <c:pt idx="7483">
                  <c:v>110.75</c:v>
                </c:pt>
                <c:pt idx="7484">
                  <c:v>110.99</c:v>
                </c:pt>
                <c:pt idx="7485">
                  <c:v>111.13</c:v>
                </c:pt>
                <c:pt idx="7486">
                  <c:v>111.63</c:v>
                </c:pt>
                <c:pt idx="7487">
                  <c:v>111.26</c:v>
                </c:pt>
                <c:pt idx="7488">
                  <c:v>111.92</c:v>
                </c:pt>
                <c:pt idx="7489">
                  <c:v>112.06</c:v>
                </c:pt>
                <c:pt idx="7490">
                  <c:v>111.85</c:v>
                </c:pt>
                <c:pt idx="7491">
                  <c:v>112.36</c:v>
                </c:pt>
                <c:pt idx="7492">
                  <c:v>112.28</c:v>
                </c:pt>
                <c:pt idx="7493">
                  <c:v>112.49</c:v>
                </c:pt>
                <c:pt idx="7494">
                  <c:v>112.59</c:v>
                </c:pt>
                <c:pt idx="7495">
                  <c:v>112.8</c:v>
                </c:pt>
                <c:pt idx="7496">
                  <c:v>112.97</c:v>
                </c:pt>
                <c:pt idx="7497">
                  <c:v>112.73</c:v>
                </c:pt>
                <c:pt idx="7498">
                  <c:v>113.38</c:v>
                </c:pt>
                <c:pt idx="7499">
                  <c:v>113.7</c:v>
                </c:pt>
                <c:pt idx="7500">
                  <c:v>113.93</c:v>
                </c:pt>
                <c:pt idx="7501">
                  <c:v>113.65</c:v>
                </c:pt>
                <c:pt idx="7502">
                  <c:v>114.53</c:v>
                </c:pt>
                <c:pt idx="7503">
                  <c:v>113.91</c:v>
                </c:pt>
                <c:pt idx="7504">
                  <c:v>113.72</c:v>
                </c:pt>
                <c:pt idx="7505">
                  <c:v>113.23</c:v>
                </c:pt>
                <c:pt idx="7506">
                  <c:v>112.96</c:v>
                </c:pt>
                <c:pt idx="7507">
                  <c:v>112.27</c:v>
                </c:pt>
                <c:pt idx="7508">
                  <c:v>112.16</c:v>
                </c:pt>
                <c:pt idx="7509">
                  <c:v>112.21</c:v>
                </c:pt>
                <c:pt idx="7510">
                  <c:v>111.77</c:v>
                </c:pt>
                <c:pt idx="7511">
                  <c:v>112.25</c:v>
                </c:pt>
                <c:pt idx="7512">
                  <c:v>112.65</c:v>
                </c:pt>
                <c:pt idx="7513">
                  <c:v>112.21</c:v>
                </c:pt>
                <c:pt idx="7514">
                  <c:v>112.55</c:v>
                </c:pt>
                <c:pt idx="7515">
                  <c:v>112.82</c:v>
                </c:pt>
                <c:pt idx="7516">
                  <c:v>112.44</c:v>
                </c:pt>
                <c:pt idx="7517">
                  <c:v>112.26</c:v>
                </c:pt>
                <c:pt idx="7518">
                  <c:v>112.42</c:v>
                </c:pt>
                <c:pt idx="7519">
                  <c:v>111.91</c:v>
                </c:pt>
                <c:pt idx="7520">
                  <c:v>112.37</c:v>
                </c:pt>
                <c:pt idx="7521">
                  <c:v>113.13</c:v>
                </c:pt>
                <c:pt idx="7522">
                  <c:v>112.94</c:v>
                </c:pt>
                <c:pt idx="7523">
                  <c:v>112.72</c:v>
                </c:pt>
                <c:pt idx="7524">
                  <c:v>113.2</c:v>
                </c:pt>
                <c:pt idx="7525">
                  <c:v>113.19</c:v>
                </c:pt>
                <c:pt idx="7526">
                  <c:v>113.43</c:v>
                </c:pt>
                <c:pt idx="7527">
                  <c:v>113.52</c:v>
                </c:pt>
                <c:pt idx="7528">
                  <c:v>114.07</c:v>
                </c:pt>
                <c:pt idx="7529">
                  <c:v>113.83</c:v>
                </c:pt>
                <c:pt idx="7530">
                  <c:v>113.84</c:v>
                </c:pt>
                <c:pt idx="7531">
                  <c:v>113.81</c:v>
                </c:pt>
                <c:pt idx="7532">
                  <c:v>113.63</c:v>
                </c:pt>
                <c:pt idx="7533">
                  <c:v>113.64</c:v>
                </c:pt>
                <c:pt idx="7534">
                  <c:v>112.83</c:v>
                </c:pt>
                <c:pt idx="7535">
                  <c:v>112.55</c:v>
                </c:pt>
                <c:pt idx="7536">
                  <c:v>112.77</c:v>
                </c:pt>
                <c:pt idx="7537">
                  <c:v>113.06</c:v>
                </c:pt>
                <c:pt idx="7538">
                  <c:v>112.95</c:v>
                </c:pt>
                <c:pt idx="7539">
                  <c:v>112.96</c:v>
                </c:pt>
                <c:pt idx="7540">
                  <c:v>113.58</c:v>
                </c:pt>
                <c:pt idx="7541">
                  <c:v>113.79</c:v>
                </c:pt>
                <c:pt idx="7542">
                  <c:v>113.68</c:v>
                </c:pt>
                <c:pt idx="7543">
                  <c:v>113.48</c:v>
                </c:pt>
                <c:pt idx="7544">
                  <c:v>113.57</c:v>
                </c:pt>
                <c:pt idx="7545">
                  <c:v>113.66</c:v>
                </c:pt>
                <c:pt idx="7546">
                  <c:v>112.77</c:v>
                </c:pt>
                <c:pt idx="7547">
                  <c:v>113.19</c:v>
                </c:pt>
                <c:pt idx="7548">
                  <c:v>112.68</c:v>
                </c:pt>
                <c:pt idx="7549">
                  <c:v>112.69</c:v>
                </c:pt>
                <c:pt idx="7550">
                  <c:v>113.33</c:v>
                </c:pt>
                <c:pt idx="7551">
                  <c:v>113.38</c:v>
                </c:pt>
                <c:pt idx="7552">
                  <c:v>113.29</c:v>
                </c:pt>
                <c:pt idx="7553">
                  <c:v>113.63</c:v>
                </c:pt>
                <c:pt idx="7554">
                  <c:v>113.39</c:v>
                </c:pt>
                <c:pt idx="7555">
                  <c:v>112.83</c:v>
                </c:pt>
                <c:pt idx="7556">
                  <c:v>112.52</c:v>
                </c:pt>
                <c:pt idx="7557">
                  <c:v>112.48</c:v>
                </c:pt>
                <c:pt idx="7558">
                  <c:v>111.28</c:v>
                </c:pt>
                <c:pt idx="7559">
                  <c:v>111.22</c:v>
                </c:pt>
                <c:pt idx="7560">
                  <c:v>110.45</c:v>
                </c:pt>
                <c:pt idx="7561">
                  <c:v>110.31</c:v>
                </c:pt>
                <c:pt idx="7562">
                  <c:v>111.37</c:v>
                </c:pt>
                <c:pt idx="7563">
                  <c:v>111.01</c:v>
                </c:pt>
                <c:pt idx="7564">
                  <c:v>110.27</c:v>
                </c:pt>
                <c:pt idx="7565">
                  <c:v>109.69</c:v>
                </c:pt>
                <c:pt idx="7566">
                  <c:v>109.74</c:v>
                </c:pt>
                <c:pt idx="7567">
                  <c:v>108.88</c:v>
                </c:pt>
                <c:pt idx="7568">
                  <c:v>107.68</c:v>
                </c:pt>
                <c:pt idx="7569">
                  <c:v>108.51</c:v>
                </c:pt>
                <c:pt idx="7570">
                  <c:v>108.72</c:v>
                </c:pt>
                <c:pt idx="7571">
                  <c:v>108.75</c:v>
                </c:pt>
                <c:pt idx="7572">
                  <c:v>108.17</c:v>
                </c:pt>
                <c:pt idx="7573">
                  <c:v>108.43</c:v>
                </c:pt>
                <c:pt idx="7574">
                  <c:v>108.48</c:v>
                </c:pt>
                <c:pt idx="7575">
                  <c:v>108.16</c:v>
                </c:pt>
                <c:pt idx="7576">
                  <c:v>108.68</c:v>
                </c:pt>
                <c:pt idx="7577">
                  <c:v>109.09</c:v>
                </c:pt>
                <c:pt idx="7578">
                  <c:v>109.26</c:v>
                </c:pt>
                <c:pt idx="7579">
                  <c:v>109.78</c:v>
                </c:pt>
                <c:pt idx="7580">
                  <c:v>109.67</c:v>
                </c:pt>
                <c:pt idx="7581">
                  <c:v>109.37</c:v>
                </c:pt>
                <c:pt idx="7582">
                  <c:v>109.6</c:v>
                </c:pt>
                <c:pt idx="7583">
                  <c:v>109.64</c:v>
                </c:pt>
                <c:pt idx="7584">
                  <c:v>109.55</c:v>
                </c:pt>
                <c:pt idx="7585">
                  <c:v>109.35</c:v>
                </c:pt>
                <c:pt idx="7586">
                  <c:v>109.4</c:v>
                </c:pt>
                <c:pt idx="7587">
                  <c:v>109.04</c:v>
                </c:pt>
                <c:pt idx="7588">
                  <c:v>108.89</c:v>
                </c:pt>
                <c:pt idx="7589">
                  <c:v>109.5</c:v>
                </c:pt>
                <c:pt idx="7590">
                  <c:v>109.89</c:v>
                </c:pt>
                <c:pt idx="7591">
                  <c:v>109.96</c:v>
                </c:pt>
                <c:pt idx="7592">
                  <c:v>109.97</c:v>
                </c:pt>
                <c:pt idx="7593">
                  <c:v>109.82</c:v>
                </c:pt>
                <c:pt idx="7594">
                  <c:v>109.73</c:v>
                </c:pt>
                <c:pt idx="7595">
                  <c:v>110.38</c:v>
                </c:pt>
                <c:pt idx="7596">
                  <c:v>110.48</c:v>
                </c:pt>
                <c:pt idx="7597">
                  <c:v>111.01</c:v>
                </c:pt>
                <c:pt idx="7598">
                  <c:v>110.48</c:v>
                </c:pt>
                <c:pt idx="7599">
                  <c:v>110.47</c:v>
                </c:pt>
                <c:pt idx="7600">
                  <c:v>110.62</c:v>
                </c:pt>
                <c:pt idx="7601">
                  <c:v>110.63</c:v>
                </c:pt>
                <c:pt idx="7602">
                  <c:v>110.85</c:v>
                </c:pt>
                <c:pt idx="7603">
                  <c:v>110.7</c:v>
                </c:pt>
                <c:pt idx="7604">
                  <c:v>110.69</c:v>
                </c:pt>
                <c:pt idx="7605">
                  <c:v>111.06</c:v>
                </c:pt>
                <c:pt idx="7606">
                  <c:v>110.59</c:v>
                </c:pt>
                <c:pt idx="7607">
                  <c:v>111</c:v>
                </c:pt>
                <c:pt idx="7608">
                  <c:v>111.39</c:v>
                </c:pt>
                <c:pt idx="7609">
                  <c:v>111.89</c:v>
                </c:pt>
                <c:pt idx="7610">
                  <c:v>111.75</c:v>
                </c:pt>
                <c:pt idx="7611">
                  <c:v>111.89</c:v>
                </c:pt>
                <c:pt idx="7612">
                  <c:v>111.77</c:v>
                </c:pt>
                <c:pt idx="7613">
                  <c:v>111.58</c:v>
                </c:pt>
                <c:pt idx="7614">
                  <c:v>111.17</c:v>
                </c:pt>
                <c:pt idx="7615">
                  <c:v>111.21</c:v>
                </c:pt>
                <c:pt idx="7616">
                  <c:v>111.36</c:v>
                </c:pt>
                <c:pt idx="7617">
                  <c:v>111.17</c:v>
                </c:pt>
                <c:pt idx="7618">
                  <c:v>111.7</c:v>
                </c:pt>
                <c:pt idx="7619">
                  <c:v>111.48</c:v>
                </c:pt>
                <c:pt idx="7620">
                  <c:v>111.43</c:v>
                </c:pt>
                <c:pt idx="7621">
                  <c:v>111.39</c:v>
                </c:pt>
                <c:pt idx="7622">
                  <c:v>110.7</c:v>
                </c:pt>
                <c:pt idx="7623">
                  <c:v>110.82</c:v>
                </c:pt>
                <c:pt idx="7624">
                  <c:v>109.92</c:v>
                </c:pt>
                <c:pt idx="7625">
                  <c:v>109.97</c:v>
                </c:pt>
                <c:pt idx="7626">
                  <c:v>110.64</c:v>
                </c:pt>
                <c:pt idx="7627">
                  <c:v>110.51</c:v>
                </c:pt>
                <c:pt idx="7628">
                  <c:v>110.63</c:v>
                </c:pt>
                <c:pt idx="7629">
                  <c:v>110.86</c:v>
                </c:pt>
                <c:pt idx="7630">
                  <c:v>111.35</c:v>
                </c:pt>
                <c:pt idx="7631">
                  <c:v>111.32</c:v>
                </c:pt>
                <c:pt idx="7632">
                  <c:v>111.49</c:v>
                </c:pt>
                <c:pt idx="7633">
                  <c:v>111.66</c:v>
                </c:pt>
                <c:pt idx="7634">
                  <c:v>111.73</c:v>
                </c:pt>
                <c:pt idx="7635">
                  <c:v>111.48</c:v>
                </c:pt>
                <c:pt idx="7636">
                  <c:v>111.14</c:v>
                </c:pt>
                <c:pt idx="7637">
                  <c:v>111.01</c:v>
                </c:pt>
                <c:pt idx="7638">
                  <c:v>111.66</c:v>
                </c:pt>
                <c:pt idx="7639">
                  <c:v>112.02</c:v>
                </c:pt>
                <c:pt idx="7640">
                  <c:v>112.04</c:v>
                </c:pt>
                <c:pt idx="7641">
                  <c:v>112</c:v>
                </c:pt>
                <c:pt idx="7642">
                  <c:v>112.06</c:v>
                </c:pt>
                <c:pt idx="7643">
                  <c:v>111.97</c:v>
                </c:pt>
                <c:pt idx="7644">
                  <c:v>111.92</c:v>
                </c:pt>
                <c:pt idx="7645">
                  <c:v>111.94</c:v>
                </c:pt>
                <c:pt idx="7646">
                  <c:v>111.86</c:v>
                </c:pt>
                <c:pt idx="7647">
                  <c:v>112.19</c:v>
                </c:pt>
                <c:pt idx="7648">
                  <c:v>111.63</c:v>
                </c:pt>
                <c:pt idx="7649">
                  <c:v>111.58</c:v>
                </c:pt>
                <c:pt idx="7650">
                  <c:v>111.65</c:v>
                </c:pt>
                <c:pt idx="7651">
                  <c:v>111.42</c:v>
                </c:pt>
                <c:pt idx="7652">
                  <c:v>111.38</c:v>
                </c:pt>
                <c:pt idx="7653">
                  <c:v>111.51</c:v>
                </c:pt>
                <c:pt idx="7654">
                  <c:v>111.1</c:v>
                </c:pt>
                <c:pt idx="7655">
                  <c:v>110.76</c:v>
                </c:pt>
                <c:pt idx="7656">
                  <c:v>110.26</c:v>
                </c:pt>
                <c:pt idx="7657">
                  <c:v>110.1</c:v>
                </c:pt>
                <c:pt idx="7658">
                  <c:v>109.74</c:v>
                </c:pt>
                <c:pt idx="7659">
                  <c:v>109.95</c:v>
                </c:pt>
                <c:pt idx="7660">
                  <c:v>109.3</c:v>
                </c:pt>
                <c:pt idx="7661">
                  <c:v>109.61</c:v>
                </c:pt>
                <c:pt idx="7662">
                  <c:v>109.6</c:v>
                </c:pt>
                <c:pt idx="7663">
                  <c:v>109.85</c:v>
                </c:pt>
                <c:pt idx="7664">
                  <c:v>110.08</c:v>
                </c:pt>
                <c:pt idx="7665">
                  <c:v>110.06</c:v>
                </c:pt>
                <c:pt idx="7666">
                  <c:v>110.5</c:v>
                </c:pt>
                <c:pt idx="7667">
                  <c:v>110.36</c:v>
                </c:pt>
                <c:pt idx="7668">
                  <c:v>109.61</c:v>
                </c:pt>
                <c:pt idx="7669">
                  <c:v>109.31</c:v>
                </c:pt>
                <c:pt idx="7670">
                  <c:v>109.51</c:v>
                </c:pt>
                <c:pt idx="7671">
                  <c:v>109.38</c:v>
                </c:pt>
                <c:pt idx="7672">
                  <c:v>109.59</c:v>
                </c:pt>
                <c:pt idx="7673">
                  <c:v>109.62</c:v>
                </c:pt>
                <c:pt idx="7674">
                  <c:v>108.29</c:v>
                </c:pt>
                <c:pt idx="7675">
                  <c:v>108.07</c:v>
                </c:pt>
                <c:pt idx="7676">
                  <c:v>108.15</c:v>
                </c:pt>
                <c:pt idx="7677">
                  <c:v>108.46</c:v>
                </c:pt>
                <c:pt idx="7678">
                  <c:v>108.4</c:v>
                </c:pt>
                <c:pt idx="7679">
                  <c:v>108.19</c:v>
                </c:pt>
                <c:pt idx="7680">
                  <c:v>108.45</c:v>
                </c:pt>
                <c:pt idx="7681">
                  <c:v>108.52</c:v>
                </c:pt>
                <c:pt idx="7682">
                  <c:v>108.5</c:v>
                </c:pt>
                <c:pt idx="7683">
                  <c:v>108.38</c:v>
                </c:pt>
                <c:pt idx="7684">
                  <c:v>108.56</c:v>
                </c:pt>
                <c:pt idx="7685">
                  <c:v>108.54</c:v>
                </c:pt>
                <c:pt idx="7686">
                  <c:v>108.45</c:v>
                </c:pt>
                <c:pt idx="7687">
                  <c:v>108.1</c:v>
                </c:pt>
                <c:pt idx="7688">
                  <c:v>107.3</c:v>
                </c:pt>
                <c:pt idx="7689">
                  <c:v>107.32</c:v>
                </c:pt>
                <c:pt idx="7690">
                  <c:v>107.3</c:v>
                </c:pt>
                <c:pt idx="7691">
                  <c:v>107.2</c:v>
                </c:pt>
                <c:pt idx="7692">
                  <c:v>107.79</c:v>
                </c:pt>
                <c:pt idx="7693">
                  <c:v>107.79</c:v>
                </c:pt>
                <c:pt idx="7694">
                  <c:v>107.85</c:v>
                </c:pt>
                <c:pt idx="7695">
                  <c:v>108.45</c:v>
                </c:pt>
                <c:pt idx="7696">
                  <c:v>107.88</c:v>
                </c:pt>
                <c:pt idx="7697">
                  <c:v>107.81</c:v>
                </c:pt>
                <c:pt idx="7698">
                  <c:v>107.82</c:v>
                </c:pt>
                <c:pt idx="7699">
                  <c:v>108.47</c:v>
                </c:pt>
                <c:pt idx="7700">
                  <c:v>108.72</c:v>
                </c:pt>
                <c:pt idx="7701">
                  <c:v>108.85</c:v>
                </c:pt>
                <c:pt idx="7702">
                  <c:v>108.46</c:v>
                </c:pt>
                <c:pt idx="7703">
                  <c:v>108.5</c:v>
                </c:pt>
                <c:pt idx="7704">
                  <c:v>107.91</c:v>
                </c:pt>
                <c:pt idx="7705">
                  <c:v>107.91</c:v>
                </c:pt>
                <c:pt idx="7706">
                  <c:v>108.24</c:v>
                </c:pt>
                <c:pt idx="7707">
                  <c:v>107.95</c:v>
                </c:pt>
                <c:pt idx="7708">
                  <c:v>107.3</c:v>
                </c:pt>
                <c:pt idx="7709">
                  <c:v>107.71</c:v>
                </c:pt>
                <c:pt idx="7710">
                  <c:v>107.87</c:v>
                </c:pt>
                <c:pt idx="7711">
                  <c:v>108.23</c:v>
                </c:pt>
                <c:pt idx="7712">
                  <c:v>108.19</c:v>
                </c:pt>
                <c:pt idx="7713">
                  <c:v>108.63</c:v>
                </c:pt>
                <c:pt idx="7714">
                  <c:v>108.68</c:v>
                </c:pt>
                <c:pt idx="7715">
                  <c:v>108.78</c:v>
                </c:pt>
                <c:pt idx="7716">
                  <c:v>108.61</c:v>
                </c:pt>
                <c:pt idx="7717">
                  <c:v>108.78</c:v>
                </c:pt>
                <c:pt idx="7718">
                  <c:v>107.34</c:v>
                </c:pt>
                <c:pt idx="7719">
                  <c:v>106.59</c:v>
                </c:pt>
                <c:pt idx="7720">
                  <c:v>105.95</c:v>
                </c:pt>
                <c:pt idx="7721">
                  <c:v>106.47</c:v>
                </c:pt>
                <c:pt idx="7722">
                  <c:v>106.27</c:v>
                </c:pt>
                <c:pt idx="7723">
                  <c:v>106.07</c:v>
                </c:pt>
                <c:pt idx="7724">
                  <c:v>105.69</c:v>
                </c:pt>
                <c:pt idx="7725">
                  <c:v>105.3</c:v>
                </c:pt>
                <c:pt idx="7726">
                  <c:v>106.74</c:v>
                </c:pt>
                <c:pt idx="7727">
                  <c:v>105.91</c:v>
                </c:pt>
                <c:pt idx="7728">
                  <c:v>106.12</c:v>
                </c:pt>
                <c:pt idx="7729">
                  <c:v>106.38</c:v>
                </c:pt>
                <c:pt idx="7730">
                  <c:v>106.64</c:v>
                </c:pt>
                <c:pt idx="7731">
                  <c:v>106.23</c:v>
                </c:pt>
                <c:pt idx="7732">
                  <c:v>106.62</c:v>
                </c:pt>
                <c:pt idx="7733">
                  <c:v>106.44</c:v>
                </c:pt>
                <c:pt idx="7734">
                  <c:v>105.39</c:v>
                </c:pt>
                <c:pt idx="7735">
                  <c:v>106.12</c:v>
                </c:pt>
                <c:pt idx="7736">
                  <c:v>105.75</c:v>
                </c:pt>
                <c:pt idx="7737">
                  <c:v>106.12</c:v>
                </c:pt>
                <c:pt idx="7738">
                  <c:v>106.52</c:v>
                </c:pt>
                <c:pt idx="7739">
                  <c:v>106.28</c:v>
                </c:pt>
                <c:pt idx="7740">
                  <c:v>106.24</c:v>
                </c:pt>
                <c:pt idx="7741">
                  <c:v>105.94</c:v>
                </c:pt>
                <c:pt idx="7742">
                  <c:v>106.39</c:v>
                </c:pt>
                <c:pt idx="7743">
                  <c:v>106.94</c:v>
                </c:pt>
                <c:pt idx="7744">
                  <c:v>106.92</c:v>
                </c:pt>
                <c:pt idx="7745">
                  <c:v>107.24</c:v>
                </c:pt>
                <c:pt idx="7746">
                  <c:v>107.54</c:v>
                </c:pt>
                <c:pt idx="7747">
                  <c:v>107.82</c:v>
                </c:pt>
                <c:pt idx="7748">
                  <c:v>108.1</c:v>
                </c:pt>
                <c:pt idx="7749">
                  <c:v>108.09</c:v>
                </c:pt>
                <c:pt idx="7750">
                  <c:v>108.12</c:v>
                </c:pt>
                <c:pt idx="7751">
                  <c:v>108.13</c:v>
                </c:pt>
                <c:pt idx="7752">
                  <c:v>108.45</c:v>
                </c:pt>
                <c:pt idx="7753">
                  <c:v>108.02</c:v>
                </c:pt>
                <c:pt idx="7754">
                  <c:v>107.56</c:v>
                </c:pt>
                <c:pt idx="7755">
                  <c:v>107.55</c:v>
                </c:pt>
                <c:pt idx="7756">
                  <c:v>107.07</c:v>
                </c:pt>
                <c:pt idx="7757">
                  <c:v>107.77</c:v>
                </c:pt>
                <c:pt idx="7758">
                  <c:v>107.83</c:v>
                </c:pt>
                <c:pt idx="7759">
                  <c:v>107.92</c:v>
                </c:pt>
                <c:pt idx="7760">
                  <c:v>108.08</c:v>
                </c:pt>
                <c:pt idx="7761">
                  <c:v>107.75</c:v>
                </c:pt>
                <c:pt idx="7762">
                  <c:v>107.18</c:v>
                </c:pt>
                <c:pt idx="7763">
                  <c:v>106.92</c:v>
                </c:pt>
                <c:pt idx="7764">
                  <c:v>106.94</c:v>
                </c:pt>
                <c:pt idx="7765">
                  <c:v>107.26</c:v>
                </c:pt>
                <c:pt idx="7766">
                  <c:v>107.09</c:v>
                </c:pt>
                <c:pt idx="7767">
                  <c:v>107.48</c:v>
                </c:pt>
                <c:pt idx="7768">
                  <c:v>107.98</c:v>
                </c:pt>
                <c:pt idx="7769">
                  <c:v>108.29</c:v>
                </c:pt>
                <c:pt idx="7770">
                  <c:v>108.4</c:v>
                </c:pt>
                <c:pt idx="7771">
                  <c:v>108.86</c:v>
                </c:pt>
                <c:pt idx="7772">
                  <c:v>108.76</c:v>
                </c:pt>
                <c:pt idx="7773">
                  <c:v>108.66</c:v>
                </c:pt>
                <c:pt idx="7774">
                  <c:v>108.45</c:v>
                </c:pt>
                <c:pt idx="7775">
                  <c:v>108.62</c:v>
                </c:pt>
                <c:pt idx="7776">
                  <c:v>108.49</c:v>
                </c:pt>
                <c:pt idx="7777">
                  <c:v>108.69</c:v>
                </c:pt>
                <c:pt idx="7778">
                  <c:v>108.61</c:v>
                </c:pt>
                <c:pt idx="7779">
                  <c:v>108.67</c:v>
                </c:pt>
                <c:pt idx="7780">
                  <c:v>108.95</c:v>
                </c:pt>
                <c:pt idx="7781">
                  <c:v>108.89</c:v>
                </c:pt>
                <c:pt idx="7782">
                  <c:v>108.85</c:v>
                </c:pt>
                <c:pt idx="7783">
                  <c:v>108.03</c:v>
                </c:pt>
                <c:pt idx="7784">
                  <c:v>108.19</c:v>
                </c:pt>
                <c:pt idx="7785">
                  <c:v>108.58</c:v>
                </c:pt>
                <c:pt idx="7786">
                  <c:v>109.16</c:v>
                </c:pt>
                <c:pt idx="7787">
                  <c:v>108.98</c:v>
                </c:pt>
                <c:pt idx="7788">
                  <c:v>109.28</c:v>
                </c:pt>
                <c:pt idx="7789">
                  <c:v>109.26</c:v>
                </c:pt>
                <c:pt idx="7790">
                  <c:v>109.05</c:v>
                </c:pt>
                <c:pt idx="7791">
                  <c:v>109.01</c:v>
                </c:pt>
                <c:pt idx="7792">
                  <c:v>108.82</c:v>
                </c:pt>
                <c:pt idx="7793">
                  <c:v>108.42</c:v>
                </c:pt>
                <c:pt idx="7794">
                  <c:v>108.8</c:v>
                </c:pt>
                <c:pt idx="7795">
                  <c:v>108.68</c:v>
                </c:pt>
                <c:pt idx="7796">
                  <c:v>108.54</c:v>
                </c:pt>
                <c:pt idx="7797">
                  <c:v>108.61</c:v>
                </c:pt>
                <c:pt idx="7798">
                  <c:v>108.63</c:v>
                </c:pt>
                <c:pt idx="7799">
                  <c:v>108.66</c:v>
                </c:pt>
                <c:pt idx="7800">
                  <c:v>108.93</c:v>
                </c:pt>
                <c:pt idx="7801">
                  <c:v>109.05</c:v>
                </c:pt>
                <c:pt idx="7802">
                  <c:v>109.54</c:v>
                </c:pt>
                <c:pt idx="7803">
                  <c:v>109.51</c:v>
                </c:pt>
                <c:pt idx="7804">
                  <c:v>109.49</c:v>
                </c:pt>
                <c:pt idx="7805">
                  <c:v>108.98</c:v>
                </c:pt>
                <c:pt idx="7806">
                  <c:v>108.63</c:v>
                </c:pt>
                <c:pt idx="7807">
                  <c:v>108.86</c:v>
                </c:pt>
                <c:pt idx="7808">
                  <c:v>108.76</c:v>
                </c:pt>
                <c:pt idx="7809">
                  <c:v>108.58</c:v>
                </c:pt>
                <c:pt idx="7810">
                  <c:v>108.56</c:v>
                </c:pt>
                <c:pt idx="7811">
                  <c:v>108.72</c:v>
                </c:pt>
                <c:pt idx="7812">
                  <c:v>108.56</c:v>
                </c:pt>
                <c:pt idx="7813">
                  <c:v>109.31</c:v>
                </c:pt>
                <c:pt idx="7814">
                  <c:v>109.38</c:v>
                </c:pt>
                <c:pt idx="7815">
                  <c:v>109.55</c:v>
                </c:pt>
                <c:pt idx="7816">
                  <c:v>109.48</c:v>
                </c:pt>
                <c:pt idx="7817">
                  <c:v>109.55</c:v>
                </c:pt>
                <c:pt idx="7818">
                  <c:v>109.37</c:v>
                </c:pt>
                <c:pt idx="7819">
                  <c:v>109.44</c:v>
                </c:pt>
                <c:pt idx="7820">
                  <c:v>109.4</c:v>
                </c:pt>
                <c:pt idx="7821">
                  <c:v>109.39</c:v>
                </c:pt>
                <c:pt idx="7822">
                  <c:v>109.38</c:v>
                </c:pt>
                <c:pt idx="7823">
                  <c:v>109.63</c:v>
                </c:pt>
                <c:pt idx="7824">
                  <c:v>109.44</c:v>
                </c:pt>
                <c:pt idx="7825">
                  <c:v>108.88</c:v>
                </c:pt>
                <c:pt idx="7826">
                  <c:v>108.61</c:v>
                </c:pt>
                <c:pt idx="7827">
                  <c:v>108.76</c:v>
                </c:pt>
                <c:pt idx="7828">
                  <c:v>108.57</c:v>
                </c:pt>
                <c:pt idx="7829">
                  <c:v>108.09</c:v>
                </c:pt>
                <c:pt idx="7830">
                  <c:v>108.37</c:v>
                </c:pt>
                <c:pt idx="7831">
                  <c:v>108.44</c:v>
                </c:pt>
                <c:pt idx="7832">
                  <c:v>109.12</c:v>
                </c:pt>
                <c:pt idx="7833">
                  <c:v>109.52</c:v>
                </c:pt>
                <c:pt idx="7834">
                  <c:v>109.45</c:v>
                </c:pt>
                <c:pt idx="7835">
                  <c:v>109.95</c:v>
                </c:pt>
                <c:pt idx="7836">
                  <c:v>109.99</c:v>
                </c:pt>
                <c:pt idx="7837">
                  <c:v>109.9</c:v>
                </c:pt>
                <c:pt idx="7838">
                  <c:v>110.16</c:v>
                </c:pt>
                <c:pt idx="7839">
                  <c:v>110.14</c:v>
                </c:pt>
                <c:pt idx="7840">
                  <c:v>110.18</c:v>
                </c:pt>
                <c:pt idx="7841">
                  <c:v>109.87</c:v>
                </c:pt>
                <c:pt idx="7842">
                  <c:v>109.84</c:v>
                </c:pt>
                <c:pt idx="7843">
                  <c:v>109.49</c:v>
                </c:pt>
                <c:pt idx="7844">
                  <c:v>109.28</c:v>
                </c:pt>
                <c:pt idx="7845">
                  <c:v>108.9</c:v>
                </c:pt>
                <c:pt idx="7846">
                  <c:v>109.15</c:v>
                </c:pt>
                <c:pt idx="7847">
                  <c:v>109.02</c:v>
                </c:pt>
                <c:pt idx="7848">
                  <c:v>108.96</c:v>
                </c:pt>
                <c:pt idx="7849">
                  <c:v>108.35</c:v>
                </c:pt>
                <c:pt idx="7850">
                  <c:v>108.69</c:v>
                </c:pt>
                <c:pt idx="7851">
                  <c:v>109.52</c:v>
                </c:pt>
                <c:pt idx="7852">
                  <c:v>109.83</c:v>
                </c:pt>
                <c:pt idx="7853">
                  <c:v>109.99</c:v>
                </c:pt>
                <c:pt idx="7854">
                  <c:v>109.75</c:v>
                </c:pt>
                <c:pt idx="7855">
                  <c:v>109.77</c:v>
                </c:pt>
                <c:pt idx="7856">
                  <c:v>109.79</c:v>
                </c:pt>
                <c:pt idx="7857">
                  <c:v>110.09</c:v>
                </c:pt>
                <c:pt idx="7858">
                  <c:v>109.82</c:v>
                </c:pt>
                <c:pt idx="7859">
                  <c:v>109.78</c:v>
                </c:pt>
                <c:pt idx="7860">
                  <c:v>109.88</c:v>
                </c:pt>
                <c:pt idx="7861">
                  <c:v>109.87</c:v>
                </c:pt>
                <c:pt idx="7862">
                  <c:v>111.37</c:v>
                </c:pt>
                <c:pt idx="7863">
                  <c:v>112.1</c:v>
                </c:pt>
                <c:pt idx="7864">
                  <c:v>111.61</c:v>
                </c:pt>
                <c:pt idx="7865">
                  <c:v>110.72</c:v>
                </c:pt>
                <c:pt idx="7866">
                  <c:v>110.2</c:v>
                </c:pt>
                <c:pt idx="7867">
                  <c:v>110.43</c:v>
                </c:pt>
                <c:pt idx="7868">
                  <c:v>109.59</c:v>
                </c:pt>
                <c:pt idx="7869">
                  <c:v>107.89</c:v>
                </c:pt>
                <c:pt idx="7870">
                  <c:v>108.33</c:v>
                </c:pt>
                <c:pt idx="7871">
                  <c:v>107.13</c:v>
                </c:pt>
                <c:pt idx="7872">
                  <c:v>107.53</c:v>
                </c:pt>
                <c:pt idx="7873">
                  <c:v>106.16</c:v>
                </c:pt>
                <c:pt idx="7874">
                  <c:v>105.39</c:v>
                </c:pt>
                <c:pt idx="7875">
                  <c:v>102.36</c:v>
                </c:pt>
                <c:pt idx="7876">
                  <c:v>105.64</c:v>
                </c:pt>
                <c:pt idx="7877">
                  <c:v>104.54</c:v>
                </c:pt>
                <c:pt idx="7878">
                  <c:v>104.64</c:v>
                </c:pt>
                <c:pt idx="7879">
                  <c:v>107.62</c:v>
                </c:pt>
                <c:pt idx="7880">
                  <c:v>105.83</c:v>
                </c:pt>
                <c:pt idx="7881">
                  <c:v>107.7</c:v>
                </c:pt>
                <c:pt idx="7882">
                  <c:v>108.08</c:v>
                </c:pt>
                <c:pt idx="7883">
                  <c:v>110.71</c:v>
                </c:pt>
                <c:pt idx="7884">
                  <c:v>110.93</c:v>
                </c:pt>
                <c:pt idx="7885">
                  <c:v>111.23</c:v>
                </c:pt>
                <c:pt idx="7886">
                  <c:v>111.23</c:v>
                </c:pt>
                <c:pt idx="7887">
                  <c:v>111.21</c:v>
                </c:pt>
                <c:pt idx="7888">
                  <c:v>109.58</c:v>
                </c:pt>
                <c:pt idx="7889">
                  <c:v>107.94</c:v>
                </c:pt>
                <c:pt idx="7890">
                  <c:v>107.76</c:v>
                </c:pt>
                <c:pt idx="7891">
                  <c:v>107.54</c:v>
                </c:pt>
                <c:pt idx="7892">
                  <c:v>107.17</c:v>
                </c:pt>
                <c:pt idx="7893">
                  <c:v>107.91</c:v>
                </c:pt>
                <c:pt idx="7894">
                  <c:v>108.55</c:v>
                </c:pt>
                <c:pt idx="7895">
                  <c:v>109.22</c:v>
                </c:pt>
                <c:pt idx="7896">
                  <c:v>108.76</c:v>
                </c:pt>
                <c:pt idx="7897">
                  <c:v>108.83</c:v>
                </c:pt>
                <c:pt idx="7898">
                  <c:v>108.49</c:v>
                </c:pt>
                <c:pt idx="7899">
                  <c:v>108.47</c:v>
                </c:pt>
                <c:pt idx="7900">
                  <c:v>107.77</c:v>
                </c:pt>
                <c:pt idx="7901">
                  <c:v>107.22</c:v>
                </c:pt>
                <c:pt idx="7902">
                  <c:v>107.46</c:v>
                </c:pt>
                <c:pt idx="7903">
                  <c:v>107.92</c:v>
                </c:pt>
                <c:pt idx="7904">
                  <c:v>107.54</c:v>
                </c:pt>
                <c:pt idx="7905">
                  <c:v>107.62</c:v>
                </c:pt>
                <c:pt idx="7906">
                  <c:v>107.8</c:v>
                </c:pt>
                <c:pt idx="7907">
                  <c:v>107.75</c:v>
                </c:pt>
                <c:pt idx="7908">
                  <c:v>107.6</c:v>
                </c:pt>
                <c:pt idx="7909">
                  <c:v>107.51</c:v>
                </c:pt>
                <c:pt idx="7910">
                  <c:v>107.25</c:v>
                </c:pt>
                <c:pt idx="7911">
                  <c:v>106.87</c:v>
                </c:pt>
                <c:pt idx="7912">
                  <c:v>106.68</c:v>
                </c:pt>
                <c:pt idx="7913">
                  <c:v>107.18</c:v>
                </c:pt>
                <c:pt idx="7914">
                  <c:v>106.91</c:v>
                </c:pt>
                <c:pt idx="7915">
                  <c:v>106.74</c:v>
                </c:pt>
                <c:pt idx="7916">
                  <c:v>106.57</c:v>
                </c:pt>
                <c:pt idx="7917">
                  <c:v>106.12</c:v>
                </c:pt>
                <c:pt idx="7918">
                  <c:v>106.28</c:v>
                </c:pt>
                <c:pt idx="7919">
                  <c:v>106.65</c:v>
                </c:pt>
                <c:pt idx="7920">
                  <c:v>107.66</c:v>
                </c:pt>
                <c:pt idx="7921">
                  <c:v>107.14</c:v>
                </c:pt>
                <c:pt idx="7922">
                  <c:v>107.03</c:v>
                </c:pt>
                <c:pt idx="7923">
                  <c:v>107.25</c:v>
                </c:pt>
                <c:pt idx="7924">
                  <c:v>107.06</c:v>
                </c:pt>
                <c:pt idx="7925">
                  <c:v>107.34</c:v>
                </c:pt>
                <c:pt idx="7926">
                  <c:v>107.71</c:v>
                </c:pt>
                <c:pt idx="7927">
                  <c:v>107.53</c:v>
                </c:pt>
                <c:pt idx="7928">
                  <c:v>107.61</c:v>
                </c:pt>
                <c:pt idx="7929">
                  <c:v>107.64</c:v>
                </c:pt>
                <c:pt idx="7930">
                  <c:v>107.71</c:v>
                </c:pt>
                <c:pt idx="7931">
                  <c:v>107.54</c:v>
                </c:pt>
                <c:pt idx="7932">
                  <c:v>107.72</c:v>
                </c:pt>
                <c:pt idx="7933">
                  <c:v>107.65</c:v>
                </c:pt>
                <c:pt idx="7934">
                  <c:v>107.83</c:v>
                </c:pt>
                <c:pt idx="7935">
                  <c:v>107.59</c:v>
                </c:pt>
                <c:pt idx="7936">
                  <c:v>108.68</c:v>
                </c:pt>
                <c:pt idx="7937">
                  <c:v>108.9</c:v>
                </c:pt>
                <c:pt idx="7938">
                  <c:v>109.15</c:v>
                </c:pt>
                <c:pt idx="7939">
                  <c:v>109.59</c:v>
                </c:pt>
                <c:pt idx="7940">
                  <c:v>108.43</c:v>
                </c:pt>
                <c:pt idx="7941">
                  <c:v>107.76</c:v>
                </c:pt>
                <c:pt idx="7942">
                  <c:v>107.12</c:v>
                </c:pt>
                <c:pt idx="7943">
                  <c:v>106.87</c:v>
                </c:pt>
                <c:pt idx="7944">
                  <c:v>107.38</c:v>
                </c:pt>
                <c:pt idx="7945">
                  <c:v>107.33</c:v>
                </c:pt>
                <c:pt idx="7946">
                  <c:v>107.32</c:v>
                </c:pt>
                <c:pt idx="7947">
                  <c:v>107.01</c:v>
                </c:pt>
                <c:pt idx="7948">
                  <c:v>106.97</c:v>
                </c:pt>
                <c:pt idx="7949">
                  <c:v>106.87</c:v>
                </c:pt>
                <c:pt idx="7950">
                  <c:v>106.91</c:v>
                </c:pt>
                <c:pt idx="7951">
                  <c:v>106.52</c:v>
                </c:pt>
                <c:pt idx="7952">
                  <c:v>107.04</c:v>
                </c:pt>
                <c:pt idx="7953">
                  <c:v>107.19</c:v>
                </c:pt>
                <c:pt idx="7954">
                  <c:v>107.22</c:v>
                </c:pt>
                <c:pt idx="7955">
                  <c:v>107.58</c:v>
                </c:pt>
                <c:pt idx="7956">
                  <c:v>107.93</c:v>
                </c:pt>
                <c:pt idx="7957">
                  <c:v>107.47</c:v>
                </c:pt>
                <c:pt idx="7958">
                  <c:v>107.5</c:v>
                </c:pt>
                <c:pt idx="7959">
                  <c:v>107.51</c:v>
                </c:pt>
                <c:pt idx="7960">
                  <c:v>107.35</c:v>
                </c:pt>
                <c:pt idx="7961">
                  <c:v>107.52</c:v>
                </c:pt>
                <c:pt idx="7962">
                  <c:v>107.26</c:v>
                </c:pt>
                <c:pt idx="7963">
                  <c:v>107.2</c:v>
                </c:pt>
                <c:pt idx="7964">
                  <c:v>106.93</c:v>
                </c:pt>
                <c:pt idx="7965">
                  <c:v>107.29</c:v>
                </c:pt>
                <c:pt idx="7966">
                  <c:v>107.24</c:v>
                </c:pt>
                <c:pt idx="7967">
                  <c:v>106.94</c:v>
                </c:pt>
                <c:pt idx="7968">
                  <c:v>107.27</c:v>
                </c:pt>
                <c:pt idx="7969">
                  <c:v>107.02</c:v>
                </c:pt>
                <c:pt idx="7970">
                  <c:v>107.27</c:v>
                </c:pt>
                <c:pt idx="7971">
                  <c:v>106.8</c:v>
                </c:pt>
                <c:pt idx="7972">
                  <c:v>107.15</c:v>
                </c:pt>
                <c:pt idx="7973">
                  <c:v>106.86</c:v>
                </c:pt>
                <c:pt idx="7974">
                  <c:v>106.14</c:v>
                </c:pt>
                <c:pt idx="7975">
                  <c:v>105.37</c:v>
                </c:pt>
                <c:pt idx="7976">
                  <c:v>105.09</c:v>
                </c:pt>
                <c:pt idx="7977">
                  <c:v>104.92</c:v>
                </c:pt>
                <c:pt idx="7978">
                  <c:v>104.73</c:v>
                </c:pt>
                <c:pt idx="7979">
                  <c:v>105.83</c:v>
                </c:pt>
                <c:pt idx="7980">
                  <c:v>105.95</c:v>
                </c:pt>
                <c:pt idx="7981">
                  <c:v>105.72</c:v>
                </c:pt>
                <c:pt idx="7982">
                  <c:v>105.6</c:v>
                </c:pt>
                <c:pt idx="7983">
                  <c:v>105.55</c:v>
                </c:pt>
                <c:pt idx="7984">
                  <c:v>105.92</c:v>
                </c:pt>
                <c:pt idx="7985">
                  <c:v>105.96</c:v>
                </c:pt>
                <c:pt idx="7986">
                  <c:v>106.49</c:v>
                </c:pt>
                <c:pt idx="7987">
                  <c:v>106.91</c:v>
                </c:pt>
                <c:pt idx="7988">
                  <c:v>106.93</c:v>
                </c:pt>
                <c:pt idx="7989">
                  <c:v>106.6</c:v>
                </c:pt>
                <c:pt idx="7990">
                  <c:v>106</c:v>
                </c:pt>
                <c:pt idx="7991">
                  <c:v>105.41</c:v>
                </c:pt>
                <c:pt idx="7992">
                  <c:v>106.12</c:v>
                </c:pt>
                <c:pt idx="7993">
                  <c:v>105.8</c:v>
                </c:pt>
                <c:pt idx="7994">
                  <c:v>105.8</c:v>
                </c:pt>
                <c:pt idx="7995">
                  <c:v>105.98</c:v>
                </c:pt>
                <c:pt idx="7996">
                  <c:v>106.39</c:v>
                </c:pt>
                <c:pt idx="7997">
                  <c:v>105.99</c:v>
                </c:pt>
                <c:pt idx="7998">
                  <c:v>106.57</c:v>
                </c:pt>
                <c:pt idx="7999">
                  <c:v>105.37</c:v>
                </c:pt>
                <c:pt idx="8000">
                  <c:v>105.91</c:v>
                </c:pt>
                <c:pt idx="8001">
                  <c:v>105.96</c:v>
                </c:pt>
                <c:pt idx="8002">
                  <c:v>106.18</c:v>
                </c:pt>
                <c:pt idx="8003">
                  <c:v>106.19</c:v>
                </c:pt>
                <c:pt idx="8004">
                  <c:v>106.24</c:v>
                </c:pt>
                <c:pt idx="8005">
                  <c:v>106.27</c:v>
                </c:pt>
                <c:pt idx="8006">
                  <c:v>106.03</c:v>
                </c:pt>
                <c:pt idx="8007">
                  <c:v>106.18</c:v>
                </c:pt>
                <c:pt idx="8008">
                  <c:v>106.13</c:v>
                </c:pt>
                <c:pt idx="8009">
                  <c:v>106.16</c:v>
                </c:pt>
                <c:pt idx="8010">
                  <c:v>105.73</c:v>
                </c:pt>
                <c:pt idx="8011">
                  <c:v>105.44</c:v>
                </c:pt>
                <c:pt idx="8012">
                  <c:v>104.95</c:v>
                </c:pt>
                <c:pt idx="8013">
                  <c:v>104.74</c:v>
                </c:pt>
                <c:pt idx="8014">
                  <c:v>104.57</c:v>
                </c:pt>
                <c:pt idx="8015">
                  <c:v>104.65</c:v>
                </c:pt>
                <c:pt idx="8016">
                  <c:v>104.93</c:v>
                </c:pt>
                <c:pt idx="8017">
                  <c:v>105.39</c:v>
                </c:pt>
                <c:pt idx="8018">
                  <c:v>105.41</c:v>
                </c:pt>
                <c:pt idx="8019">
                  <c:v>105.58</c:v>
                </c:pt>
                <c:pt idx="8020">
                  <c:v>105.5</c:v>
                </c:pt>
                <c:pt idx="8021">
                  <c:v>105.66</c:v>
                </c:pt>
                <c:pt idx="8022">
                  <c:v>105.48</c:v>
                </c:pt>
                <c:pt idx="8023">
                  <c:v>105.53</c:v>
                </c:pt>
                <c:pt idx="8024">
                  <c:v>105.29</c:v>
                </c:pt>
                <c:pt idx="8025">
                  <c:v>105.75</c:v>
                </c:pt>
                <c:pt idx="8026">
                  <c:v>105.63</c:v>
                </c:pt>
                <c:pt idx="8027">
                  <c:v>105.98</c:v>
                </c:pt>
                <c:pt idx="8028">
                  <c:v>106.03</c:v>
                </c:pt>
                <c:pt idx="8029">
                  <c:v>105.62</c:v>
                </c:pt>
                <c:pt idx="8030">
                  <c:v>105.33</c:v>
                </c:pt>
                <c:pt idx="8031">
                  <c:v>105.48</c:v>
                </c:pt>
                <c:pt idx="8032">
                  <c:v>105.17</c:v>
                </c:pt>
                <c:pt idx="8033">
                  <c:v>105.45</c:v>
                </c:pt>
                <c:pt idx="8034">
                  <c:v>105.4</c:v>
                </c:pt>
                <c:pt idx="8035">
                  <c:v>105.43</c:v>
                </c:pt>
                <c:pt idx="8036">
                  <c:v>105.5</c:v>
                </c:pt>
                <c:pt idx="8037">
                  <c:v>104.59</c:v>
                </c:pt>
                <c:pt idx="8038">
                  <c:v>104.86</c:v>
                </c:pt>
                <c:pt idx="8039">
                  <c:v>104.71</c:v>
                </c:pt>
                <c:pt idx="8040">
                  <c:v>104.84</c:v>
                </c:pt>
                <c:pt idx="8041">
                  <c:v>104.42</c:v>
                </c:pt>
                <c:pt idx="8042">
                  <c:v>104.32</c:v>
                </c:pt>
                <c:pt idx="8043">
                  <c:v>104.61</c:v>
                </c:pt>
                <c:pt idx="8044">
                  <c:v>104.66</c:v>
                </c:pt>
                <c:pt idx="8045">
                  <c:v>104.72</c:v>
                </c:pt>
                <c:pt idx="8046">
                  <c:v>104.49</c:v>
                </c:pt>
                <c:pt idx="8047">
                  <c:v>104.52</c:v>
                </c:pt>
                <c:pt idx="8048">
                  <c:v>103.49</c:v>
                </c:pt>
                <c:pt idx="8049">
                  <c:v>103.35</c:v>
                </c:pt>
                <c:pt idx="8050">
                  <c:v>105.38</c:v>
                </c:pt>
                <c:pt idx="8051">
                  <c:v>105.3</c:v>
                </c:pt>
                <c:pt idx="8052">
                  <c:v>105.43</c:v>
                </c:pt>
                <c:pt idx="8053">
                  <c:v>105.13</c:v>
                </c:pt>
                <c:pt idx="8054">
                  <c:v>104.63</c:v>
                </c:pt>
                <c:pt idx="8055">
                  <c:v>104.58</c:v>
                </c:pt>
                <c:pt idx="8056">
                  <c:v>104.19</c:v>
                </c:pt>
                <c:pt idx="8057">
                  <c:v>103.82</c:v>
                </c:pt>
                <c:pt idx="8058">
                  <c:v>103.74</c:v>
                </c:pt>
                <c:pt idx="8059">
                  <c:v>103.86</c:v>
                </c:pt>
                <c:pt idx="8060">
                  <c:v>104.52</c:v>
                </c:pt>
                <c:pt idx="8061">
                  <c:v>104.44</c:v>
                </c:pt>
                <c:pt idx="8062">
                  <c:v>104.46</c:v>
                </c:pt>
                <c:pt idx="8063">
                  <c:v>104.26</c:v>
                </c:pt>
                <c:pt idx="8064">
                  <c:v>104.09</c:v>
                </c:pt>
                <c:pt idx="8065">
                  <c:v>104.31</c:v>
                </c:pt>
                <c:pt idx="8066">
                  <c:v>104.33</c:v>
                </c:pt>
                <c:pt idx="8067">
                  <c:v>104.42</c:v>
                </c:pt>
                <c:pt idx="8068">
                  <c:v>103.84</c:v>
                </c:pt>
                <c:pt idx="8069">
                  <c:v>104.17</c:v>
                </c:pt>
                <c:pt idx="8070">
                  <c:v>104.05</c:v>
                </c:pt>
                <c:pt idx="8071">
                  <c:v>104.16</c:v>
                </c:pt>
                <c:pt idx="8072">
                  <c:v>104.23</c:v>
                </c:pt>
                <c:pt idx="8073">
                  <c:v>104.24</c:v>
                </c:pt>
                <c:pt idx="8074">
                  <c:v>104.04</c:v>
                </c:pt>
                <c:pt idx="8075">
                  <c:v>104.05</c:v>
                </c:pt>
                <c:pt idx="8076">
                  <c:v>103.67</c:v>
                </c:pt>
                <c:pt idx="8077">
                  <c:v>103.47</c:v>
                </c:pt>
                <c:pt idx="8078">
                  <c:v>103.11</c:v>
                </c:pt>
                <c:pt idx="8079">
                  <c:v>103.3</c:v>
                </c:pt>
                <c:pt idx="8080">
                  <c:v>103.32</c:v>
                </c:pt>
                <c:pt idx="8081">
                  <c:v>103.64</c:v>
                </c:pt>
                <c:pt idx="8082">
                  <c:v>103.57</c:v>
                </c:pt>
                <c:pt idx="8083">
                  <c:v>103.65</c:v>
                </c:pt>
                <c:pt idx="8084">
                  <c:v>103.43</c:v>
                </c:pt>
                <c:pt idx="8085">
                  <c:v>103.81</c:v>
                </c:pt>
                <c:pt idx="8086">
                  <c:v>103.58</c:v>
                </c:pt>
                <c:pt idx="8087">
                  <c:v>103.19</c:v>
                </c:pt>
                <c:pt idx="8088">
                  <c:v>103.25</c:v>
                </c:pt>
                <c:pt idx="8089">
                  <c:v>103.2</c:v>
                </c:pt>
                <c:pt idx="8090">
                  <c:v>103.13</c:v>
                </c:pt>
                <c:pt idx="8091">
                  <c:v>102.72</c:v>
                </c:pt>
                <c:pt idx="8092">
                  <c:v>103.04</c:v>
                </c:pt>
                <c:pt idx="8093">
                  <c:v>103.81</c:v>
                </c:pt>
                <c:pt idx="8094">
                  <c:v>103.94</c:v>
                </c:pt>
                <c:pt idx="8095">
                  <c:v>104.26</c:v>
                </c:pt>
                <c:pt idx="8096">
                  <c:v>103.76</c:v>
                </c:pt>
                <c:pt idx="8097">
                  <c:v>103.89</c:v>
                </c:pt>
                <c:pt idx="8098">
                  <c:v>103.8</c:v>
                </c:pt>
                <c:pt idx="8099">
                  <c:v>103.85</c:v>
                </c:pt>
                <c:pt idx="8100">
                  <c:v>103.69</c:v>
                </c:pt>
                <c:pt idx="8101">
                  <c:v>103.9</c:v>
                </c:pt>
                <c:pt idx="8102">
                  <c:v>103.54</c:v>
                </c:pt>
                <c:pt idx="8103">
                  <c:v>103.5</c:v>
                </c:pt>
                <c:pt idx="8104">
                  <c:v>103.78</c:v>
                </c:pt>
                <c:pt idx="8105">
                  <c:v>103.75</c:v>
                </c:pt>
                <c:pt idx="8106">
                  <c:v>103.62</c:v>
                </c:pt>
                <c:pt idx="8107">
                  <c:v>104.11</c:v>
                </c:pt>
                <c:pt idx="8108">
                  <c:v>104.24</c:v>
                </c:pt>
                <c:pt idx="8109">
                  <c:v>104.68</c:v>
                </c:pt>
                <c:pt idx="8110">
                  <c:v>104.93</c:v>
                </c:pt>
                <c:pt idx="8111">
                  <c:v>104.98</c:v>
                </c:pt>
                <c:pt idx="8112">
                  <c:v>105.03</c:v>
                </c:pt>
                <c:pt idx="8113">
                  <c:v>105.54</c:v>
                </c:pt>
                <c:pt idx="8114">
                  <c:v>105.39</c:v>
                </c:pt>
                <c:pt idx="8115">
                  <c:v>105.23</c:v>
                </c:pt>
                <c:pt idx="8116">
                  <c:v>104.59</c:v>
                </c:pt>
                <c:pt idx="8117">
                  <c:v>104.59</c:v>
                </c:pt>
                <c:pt idx="8118">
                  <c:v>104.75</c:v>
                </c:pt>
                <c:pt idx="8119">
                  <c:v>104.94</c:v>
                </c:pt>
                <c:pt idx="8120">
                  <c:v>105.38</c:v>
                </c:pt>
                <c:pt idx="8121">
                  <c:v>106.04</c:v>
                </c:pt>
                <c:pt idx="8122">
                  <c:v>105.87</c:v>
                </c:pt>
                <c:pt idx="8123">
                  <c:v>105.69</c:v>
                </c:pt>
                <c:pt idx="8124">
                  <c:v>105.45</c:v>
                </c:pt>
                <c:pt idx="8125">
                  <c:v>105.08</c:v>
                </c:pt>
                <c:pt idx="8126">
                  <c:v>105.25</c:v>
                </c:pt>
                <c:pt idx="8127">
                  <c:v>105.87</c:v>
                </c:pt>
                <c:pt idx="8128">
                  <c:v>106.21</c:v>
                </c:pt>
                <c:pt idx="8129">
                  <c:v>106.57</c:v>
                </c:pt>
                <c:pt idx="8130">
                  <c:v>106.76</c:v>
                </c:pt>
                <c:pt idx="8131">
                  <c:v>106.69</c:v>
                </c:pt>
                <c:pt idx="8132">
                  <c:v>107.01</c:v>
                </c:pt>
                <c:pt idx="8133">
                  <c:v>107.98</c:v>
                </c:pt>
                <c:pt idx="8134">
                  <c:v>108.31</c:v>
                </c:pt>
                <c:pt idx="8135">
                  <c:v>108.89</c:v>
                </c:pt>
                <c:pt idx="8136">
                  <c:v>108.48</c:v>
                </c:pt>
                <c:pt idx="8137">
                  <c:v>108.38</c:v>
                </c:pt>
                <c:pt idx="8138">
                  <c:v>108.51</c:v>
                </c:pt>
                <c:pt idx="8139">
                  <c:v>109.03</c:v>
                </c:pt>
                <c:pt idx="8140">
                  <c:v>109.13</c:v>
                </c:pt>
                <c:pt idx="8141">
                  <c:v>109</c:v>
                </c:pt>
                <c:pt idx="8142">
                  <c:v>108.84</c:v>
                </c:pt>
                <c:pt idx="8143">
                  <c:v>108.89</c:v>
                </c:pt>
                <c:pt idx="8144">
                  <c:v>108.88</c:v>
                </c:pt>
                <c:pt idx="8145">
                  <c:v>108.85</c:v>
                </c:pt>
                <c:pt idx="8146">
                  <c:v>108.59</c:v>
                </c:pt>
                <c:pt idx="8147">
                  <c:v>108.73</c:v>
                </c:pt>
                <c:pt idx="8148">
                  <c:v>109.19</c:v>
                </c:pt>
                <c:pt idx="8149">
                  <c:v>109.64</c:v>
                </c:pt>
                <c:pt idx="8150">
                  <c:v>109.81</c:v>
                </c:pt>
                <c:pt idx="8151">
                  <c:v>110.36</c:v>
                </c:pt>
                <c:pt idx="8152">
                  <c:v>110.72</c:v>
                </c:pt>
                <c:pt idx="8153">
                  <c:v>110.62</c:v>
                </c:pt>
                <c:pt idx="8154">
                  <c:v>110.69</c:v>
                </c:pt>
                <c:pt idx="8155">
                  <c:v>110.18</c:v>
                </c:pt>
                <c:pt idx="8156">
                  <c:v>109.75</c:v>
                </c:pt>
                <c:pt idx="8157">
                  <c:v>109.85</c:v>
                </c:pt>
                <c:pt idx="8158">
                  <c:v>109.26</c:v>
                </c:pt>
                <c:pt idx="8159">
                  <c:v>109.67</c:v>
                </c:pt>
                <c:pt idx="8160">
                  <c:v>109.38</c:v>
                </c:pt>
                <c:pt idx="8161">
                  <c:v>109.06</c:v>
                </c:pt>
                <c:pt idx="8162">
                  <c:v>108.93</c:v>
                </c:pt>
                <c:pt idx="8163">
                  <c:v>108.76</c:v>
                </c:pt>
                <c:pt idx="8164">
                  <c:v>108.8</c:v>
                </c:pt>
                <c:pt idx="8165">
                  <c:v>108.17</c:v>
                </c:pt>
                <c:pt idx="8166">
                  <c:v>108.11</c:v>
                </c:pt>
                <c:pt idx="8167">
                  <c:v>108.08</c:v>
                </c:pt>
                <c:pt idx="8168">
                  <c:v>107.97</c:v>
                </c:pt>
                <c:pt idx="8169">
                  <c:v>107.88</c:v>
                </c:pt>
                <c:pt idx="8170">
                  <c:v>108.08</c:v>
                </c:pt>
                <c:pt idx="8171">
                  <c:v>108.7</c:v>
                </c:pt>
                <c:pt idx="8172">
                  <c:v>108.6</c:v>
                </c:pt>
                <c:pt idx="8173">
                  <c:v>108.93</c:v>
                </c:pt>
                <c:pt idx="8174">
                  <c:v>109.31</c:v>
                </c:pt>
                <c:pt idx="8175">
                  <c:v>109.07</c:v>
                </c:pt>
                <c:pt idx="8176">
                  <c:v>109.33</c:v>
                </c:pt>
                <c:pt idx="8177">
                  <c:v>109.21</c:v>
                </c:pt>
                <c:pt idx="8178">
                  <c:v>109.09</c:v>
                </c:pt>
                <c:pt idx="8179">
                  <c:v>108.6</c:v>
                </c:pt>
                <c:pt idx="8180">
                  <c:v>108.81</c:v>
                </c:pt>
                <c:pt idx="8181">
                  <c:v>108.62</c:v>
                </c:pt>
                <c:pt idx="8182">
                  <c:v>109.67</c:v>
                </c:pt>
                <c:pt idx="8183">
                  <c:v>109.47</c:v>
                </c:pt>
                <c:pt idx="8184">
                  <c:v>109.35</c:v>
                </c:pt>
                <c:pt idx="8185">
                  <c:v>109.21</c:v>
                </c:pt>
                <c:pt idx="8186">
                  <c:v>108.9</c:v>
                </c:pt>
                <c:pt idx="8187">
                  <c:v>109.22</c:v>
                </c:pt>
                <c:pt idx="8188">
                  <c:v>108.78</c:v>
                </c:pt>
                <c:pt idx="8189">
                  <c:v>108.96</c:v>
                </c:pt>
                <c:pt idx="8190">
                  <c:v>108.75</c:v>
                </c:pt>
                <c:pt idx="8191">
                  <c:v>108.78</c:v>
                </c:pt>
                <c:pt idx="8192">
                  <c:v>109.15</c:v>
                </c:pt>
                <c:pt idx="8193">
                  <c:v>109.81</c:v>
                </c:pt>
                <c:pt idx="8194">
                  <c:v>109.85</c:v>
                </c:pt>
                <c:pt idx="8195">
                  <c:v>109.58</c:v>
                </c:pt>
                <c:pt idx="8196">
                  <c:v>109.48</c:v>
                </c:pt>
                <c:pt idx="8197">
                  <c:v>109.56</c:v>
                </c:pt>
                <c:pt idx="8198">
                  <c:v>110.29</c:v>
                </c:pt>
                <c:pt idx="8199">
                  <c:v>109.52</c:v>
                </c:pt>
                <c:pt idx="8200">
                  <c:v>109.25</c:v>
                </c:pt>
                <c:pt idx="8201">
                  <c:v>109.5</c:v>
                </c:pt>
                <c:pt idx="8202">
                  <c:v>109.63</c:v>
                </c:pt>
                <c:pt idx="8203">
                  <c:v>109.33</c:v>
                </c:pt>
                <c:pt idx="8204">
                  <c:v>109.66</c:v>
                </c:pt>
                <c:pt idx="8205">
                  <c:v>110.07</c:v>
                </c:pt>
                <c:pt idx="8206">
                  <c:v>110.08</c:v>
                </c:pt>
                <c:pt idx="8207">
                  <c:v>110.71</c:v>
                </c:pt>
                <c:pt idx="8208">
                  <c:v>110.21</c:v>
                </c:pt>
                <c:pt idx="8209">
                  <c:v>110.21</c:v>
                </c:pt>
                <c:pt idx="8210">
                  <c:v>110.27</c:v>
                </c:pt>
                <c:pt idx="8211">
                  <c:v>110.65</c:v>
                </c:pt>
                <c:pt idx="8212">
                  <c:v>110.96</c:v>
                </c:pt>
                <c:pt idx="8213">
                  <c:v>110.87</c:v>
                </c:pt>
                <c:pt idx="8214">
                  <c:v>110.75</c:v>
                </c:pt>
                <c:pt idx="8215">
                  <c:v>110.63</c:v>
                </c:pt>
                <c:pt idx="8216">
                  <c:v>110.53</c:v>
                </c:pt>
                <c:pt idx="8217">
                  <c:v>111.11</c:v>
                </c:pt>
                <c:pt idx="8218">
                  <c:v>111.53</c:v>
                </c:pt>
                <c:pt idx="8219">
                  <c:v>111.05</c:v>
                </c:pt>
                <c:pt idx="8220">
                  <c:v>110.97</c:v>
                </c:pt>
                <c:pt idx="8221">
                  <c:v>110.63</c:v>
                </c:pt>
                <c:pt idx="8222">
                  <c:v>110.66</c:v>
                </c:pt>
                <c:pt idx="8223">
                  <c:v>109.72</c:v>
                </c:pt>
                <c:pt idx="8224">
                  <c:v>110.14</c:v>
                </c:pt>
                <c:pt idx="8225">
                  <c:v>110.37</c:v>
                </c:pt>
                <c:pt idx="8226">
                  <c:v>110.63</c:v>
                </c:pt>
                <c:pt idx="8227">
                  <c:v>109.97</c:v>
                </c:pt>
                <c:pt idx="8228">
                  <c:v>109.83</c:v>
                </c:pt>
                <c:pt idx="8229">
                  <c:v>110.07</c:v>
                </c:pt>
                <c:pt idx="8230">
                  <c:v>109.46</c:v>
                </c:pt>
                <c:pt idx="8231">
                  <c:v>109.85</c:v>
                </c:pt>
                <c:pt idx="8232">
                  <c:v>110.29</c:v>
                </c:pt>
                <c:pt idx="8233">
                  <c:v>110.14</c:v>
                </c:pt>
                <c:pt idx="8234">
                  <c:v>110.55</c:v>
                </c:pt>
                <c:pt idx="8235">
                  <c:v>110.39</c:v>
                </c:pt>
                <c:pt idx="8236">
                  <c:v>109.78</c:v>
                </c:pt>
                <c:pt idx="8237">
                  <c:v>109.91</c:v>
                </c:pt>
                <c:pt idx="8238">
                  <c:v>109.48</c:v>
                </c:pt>
                <c:pt idx="8239">
                  <c:v>109.72</c:v>
                </c:pt>
                <c:pt idx="8240">
                  <c:v>109.31</c:v>
                </c:pt>
                <c:pt idx="8241">
                  <c:v>109.04</c:v>
                </c:pt>
                <c:pt idx="8242">
                  <c:v>109.48</c:v>
                </c:pt>
                <c:pt idx="8243">
                  <c:v>109.77</c:v>
                </c:pt>
                <c:pt idx="8244">
                  <c:v>110.25</c:v>
                </c:pt>
                <c:pt idx="8245">
                  <c:v>110.29</c:v>
                </c:pt>
                <c:pt idx="8246">
                  <c:v>110.57</c:v>
                </c:pt>
                <c:pt idx="8247">
                  <c:v>110.43</c:v>
                </c:pt>
                <c:pt idx="8248">
                  <c:v>110.41</c:v>
                </c:pt>
                <c:pt idx="8249">
                  <c:v>109.59</c:v>
                </c:pt>
                <c:pt idx="8250">
                  <c:v>109.24</c:v>
                </c:pt>
                <c:pt idx="8251">
                  <c:v>109.6</c:v>
                </c:pt>
                <c:pt idx="8252">
                  <c:v>109.77</c:v>
                </c:pt>
                <c:pt idx="8253">
                  <c:v>109.74</c:v>
                </c:pt>
                <c:pt idx="8254">
                  <c:v>109.78</c:v>
                </c:pt>
                <c:pt idx="8255">
                  <c:v>109.7</c:v>
                </c:pt>
                <c:pt idx="8256">
                  <c:v>109.65</c:v>
                </c:pt>
                <c:pt idx="8257">
                  <c:v>110.02</c:v>
                </c:pt>
                <c:pt idx="8258">
                  <c:v>110.09</c:v>
                </c:pt>
                <c:pt idx="8259">
                  <c:v>109.84</c:v>
                </c:pt>
                <c:pt idx="8260">
                  <c:v>109.92</c:v>
                </c:pt>
                <c:pt idx="8261">
                  <c:v>110.02</c:v>
                </c:pt>
                <c:pt idx="8262">
                  <c:v>110.01</c:v>
                </c:pt>
                <c:pt idx="8263">
                  <c:v>109.94</c:v>
                </c:pt>
                <c:pt idx="8264">
                  <c:v>109.71</c:v>
                </c:pt>
                <c:pt idx="8265">
                  <c:v>109.86</c:v>
                </c:pt>
                <c:pt idx="8266">
                  <c:v>110.28</c:v>
                </c:pt>
                <c:pt idx="8267">
                  <c:v>110.25</c:v>
                </c:pt>
                <c:pt idx="8268">
                  <c:v>109.72</c:v>
                </c:pt>
                <c:pt idx="8269">
                  <c:v>109.94</c:v>
                </c:pt>
                <c:pt idx="8270">
                  <c:v>109.99</c:v>
                </c:pt>
                <c:pt idx="8271">
                  <c:v>109.69</c:v>
                </c:pt>
                <c:pt idx="8272">
                  <c:v>109.38</c:v>
                </c:pt>
                <c:pt idx="8273">
                  <c:v>109.73</c:v>
                </c:pt>
                <c:pt idx="8274">
                  <c:v>109.93</c:v>
                </c:pt>
                <c:pt idx="8275">
                  <c:v>109.44</c:v>
                </c:pt>
                <c:pt idx="8276">
                  <c:v>109.23</c:v>
                </c:pt>
                <c:pt idx="8277">
                  <c:v>109.78</c:v>
                </c:pt>
                <c:pt idx="8278">
                  <c:v>110.33</c:v>
                </c:pt>
                <c:pt idx="8279">
                  <c:v>110.73</c:v>
                </c:pt>
                <c:pt idx="8280">
                  <c:v>111</c:v>
                </c:pt>
                <c:pt idx="8281">
                  <c:v>111.5</c:v>
                </c:pt>
                <c:pt idx="8282">
                  <c:v>111.96</c:v>
                </c:pt>
                <c:pt idx="8283">
                  <c:v>111.29</c:v>
                </c:pt>
                <c:pt idx="8284">
                  <c:v>111.05</c:v>
                </c:pt>
                <c:pt idx="8285">
                  <c:v>110.93</c:v>
                </c:pt>
                <c:pt idx="8286">
                  <c:v>111.46</c:v>
                </c:pt>
                <c:pt idx="8287">
                  <c:v>111.41</c:v>
                </c:pt>
                <c:pt idx="8288">
                  <c:v>111.63</c:v>
                </c:pt>
                <c:pt idx="8289">
                  <c:v>112.24</c:v>
                </c:pt>
                <c:pt idx="8290">
                  <c:v>113.31</c:v>
                </c:pt>
                <c:pt idx="8291">
                  <c:v>113.61</c:v>
                </c:pt>
                <c:pt idx="8292">
                  <c:v>113.25</c:v>
                </c:pt>
                <c:pt idx="8293">
                  <c:v>113.68</c:v>
                </c:pt>
                <c:pt idx="8294">
                  <c:v>114.22</c:v>
                </c:pt>
                <c:pt idx="8295">
                  <c:v>114.32</c:v>
                </c:pt>
                <c:pt idx="8296">
                  <c:v>114.38</c:v>
                </c:pt>
                <c:pt idx="8297">
                  <c:v>114.31</c:v>
                </c:pt>
                <c:pt idx="8298">
                  <c:v>113.99</c:v>
                </c:pt>
                <c:pt idx="8299">
                  <c:v>113.5</c:v>
                </c:pt>
                <c:pt idx="8300">
                  <c:v>113.71</c:v>
                </c:pt>
                <c:pt idx="8301">
                  <c:v>114.16</c:v>
                </c:pt>
                <c:pt idx="8302">
                  <c:v>113.83</c:v>
                </c:pt>
                <c:pt idx="8303">
                  <c:v>113.58</c:v>
                </c:pt>
                <c:pt idx="8304">
                  <c:v>113.95</c:v>
                </c:pt>
                <c:pt idx="8305">
                  <c:v>114</c:v>
                </c:pt>
                <c:pt idx="8306">
                  <c:v>113.96</c:v>
                </c:pt>
                <c:pt idx="8307">
                  <c:v>114.01</c:v>
                </c:pt>
                <c:pt idx="8308">
                  <c:v>113.76</c:v>
                </c:pt>
                <c:pt idx="8309">
                  <c:v>113.41</c:v>
                </c:pt>
                <c:pt idx="8310">
                  <c:v>113.23</c:v>
                </c:pt>
                <c:pt idx="8311">
                  <c:v>112.87</c:v>
                </c:pt>
                <c:pt idx="8312">
                  <c:v>113.91</c:v>
                </c:pt>
                <c:pt idx="8313">
                  <c:v>114.06</c:v>
                </c:pt>
                <c:pt idx="8314">
                  <c:v>113.89</c:v>
                </c:pt>
                <c:pt idx="8315">
                  <c:v>114.12</c:v>
                </c:pt>
                <c:pt idx="8316">
                  <c:v>114.82</c:v>
                </c:pt>
                <c:pt idx="8317">
                  <c:v>114.08</c:v>
                </c:pt>
                <c:pt idx="8318">
                  <c:v>114.26</c:v>
                </c:pt>
                <c:pt idx="8319">
                  <c:v>113.99</c:v>
                </c:pt>
                <c:pt idx="8320">
                  <c:v>114.88</c:v>
                </c:pt>
                <c:pt idx="8321">
                  <c:v>115.14</c:v>
                </c:pt>
                <c:pt idx="8322">
                  <c:v>115.43</c:v>
                </c:pt>
                <c:pt idx="8323">
                  <c:v>115.36</c:v>
                </c:pt>
                <c:pt idx="8324">
                  <c:v>113.38</c:v>
                </c:pt>
                <c:pt idx="8325">
                  <c:v>113.53</c:v>
                </c:pt>
                <c:pt idx="8326">
                  <c:v>113.17</c:v>
                </c:pt>
                <c:pt idx="8327">
                  <c:v>112.78</c:v>
                </c:pt>
                <c:pt idx="8328">
                  <c:v>113.11</c:v>
                </c:pt>
                <c:pt idx="8329">
                  <c:v>112.8</c:v>
                </c:pt>
                <c:pt idx="8330">
                  <c:v>113.48</c:v>
                </c:pt>
                <c:pt idx="8331">
                  <c:v>113.6</c:v>
                </c:pt>
                <c:pt idx="8332">
                  <c:v>113.67</c:v>
                </c:pt>
                <c:pt idx="8333">
                  <c:v>113.49</c:v>
                </c:pt>
                <c:pt idx="8334">
                  <c:v>113.44</c:v>
                </c:pt>
                <c:pt idx="8335">
                  <c:v>113.54</c:v>
                </c:pt>
                <c:pt idx="8336">
                  <c:v>113.7</c:v>
                </c:pt>
                <c:pt idx="8337">
                  <c:v>114.04</c:v>
                </c:pt>
                <c:pt idx="8338">
                  <c:v>113.67</c:v>
                </c:pt>
                <c:pt idx="8339">
                  <c:v>113.63</c:v>
                </c:pt>
                <c:pt idx="8340">
                  <c:v>113.61</c:v>
                </c:pt>
                <c:pt idx="8341">
                  <c:v>114.1</c:v>
                </c:pt>
                <c:pt idx="8342">
                  <c:v>114.1</c:v>
                </c:pt>
                <c:pt idx="8343">
                  <c:v>114.39</c:v>
                </c:pt>
                <c:pt idx="8344">
                  <c:v>114.38</c:v>
                </c:pt>
                <c:pt idx="8345">
                  <c:v>114.87</c:v>
                </c:pt>
                <c:pt idx="8346">
                  <c:v>114.82</c:v>
                </c:pt>
                <c:pt idx="8347">
                  <c:v>114.95</c:v>
                </c:pt>
                <c:pt idx="8348">
                  <c:v>115.08</c:v>
                </c:pt>
                <c:pt idx="8349">
                  <c:v>115.08</c:v>
                </c:pt>
                <c:pt idx="8350">
                  <c:v>115.32</c:v>
                </c:pt>
                <c:pt idx="8351">
                  <c:v>116.16</c:v>
                </c:pt>
                <c:pt idx="8352">
                  <c:v>116.11</c:v>
                </c:pt>
                <c:pt idx="8353">
                  <c:v>115.83</c:v>
                </c:pt>
                <c:pt idx="8354">
                  <c:v>115.56</c:v>
                </c:pt>
                <c:pt idx="8355">
                  <c:v>115.2</c:v>
                </c:pt>
                <c:pt idx="8356">
                  <c:v>115.3</c:v>
                </c:pt>
                <c:pt idx="8357">
                  <c:v>114.64</c:v>
                </c:pt>
                <c:pt idx="8358">
                  <c:v>114.2</c:v>
                </c:pt>
                <c:pt idx="8359">
                  <c:v>114.19</c:v>
                </c:pt>
                <c:pt idx="8360">
                  <c:v>114.63</c:v>
                </c:pt>
                <c:pt idx="8361">
                  <c:v>114.61</c:v>
                </c:pt>
                <c:pt idx="8362">
                  <c:v>114.33</c:v>
                </c:pt>
                <c:pt idx="8363">
                  <c:v>114.11</c:v>
                </c:pt>
                <c:pt idx="8364">
                  <c:v>113.68</c:v>
                </c:pt>
                <c:pt idx="8365">
                  <c:v>113.95</c:v>
                </c:pt>
                <c:pt idx="8366">
                  <c:v>113.88</c:v>
                </c:pt>
                <c:pt idx="8367">
                  <c:v>114.64</c:v>
                </c:pt>
                <c:pt idx="8368">
                  <c:v>115.37</c:v>
                </c:pt>
                <c:pt idx="8369">
                  <c:v>115.26</c:v>
                </c:pt>
                <c:pt idx="8370">
                  <c:v>115.11</c:v>
                </c:pt>
                <c:pt idx="8371">
                  <c:v>114.71</c:v>
                </c:pt>
                <c:pt idx="8372">
                  <c:v>114.46</c:v>
                </c:pt>
                <c:pt idx="8373">
                  <c:v>114.97</c:v>
                </c:pt>
                <c:pt idx="8374">
                  <c:v>115.26</c:v>
                </c:pt>
                <c:pt idx="8375">
                  <c:v>115.1</c:v>
                </c:pt>
                <c:pt idx="8376">
                  <c:v>115.55</c:v>
                </c:pt>
                <c:pt idx="8377">
                  <c:v>115.52</c:v>
                </c:pt>
                <c:pt idx="8378">
                  <c:v>116.01</c:v>
                </c:pt>
                <c:pt idx="8379">
                  <c:v>115.42</c:v>
                </c:pt>
                <c:pt idx="8380">
                  <c:v>115.54</c:v>
                </c:pt>
                <c:pt idx="8381">
                  <c:v>115.61</c:v>
                </c:pt>
                <c:pt idx="8382">
                  <c:v>115.52</c:v>
                </c:pt>
                <c:pt idx="8383">
                  <c:v>114.94</c:v>
                </c:pt>
                <c:pt idx="8384">
                  <c:v>115.01</c:v>
                </c:pt>
                <c:pt idx="8385">
                  <c:v>114.74</c:v>
                </c:pt>
                <c:pt idx="8386">
                  <c:v>115.08</c:v>
                </c:pt>
                <c:pt idx="8387">
                  <c:v>115.01</c:v>
                </c:pt>
                <c:pt idx="8388">
                  <c:v>115.53</c:v>
                </c:pt>
                <c:pt idx="8389">
                  <c:v>115.55</c:v>
                </c:pt>
                <c:pt idx="8390">
                  <c:v>115</c:v>
                </c:pt>
                <c:pt idx="8391">
                  <c:v>114.92</c:v>
                </c:pt>
                <c:pt idx="8392">
                  <c:v>115.52</c:v>
                </c:pt>
                <c:pt idx="8393">
                  <c:v>115.46</c:v>
                </c:pt>
                <c:pt idx="8394">
                  <c:v>114.82</c:v>
                </c:pt>
                <c:pt idx="8395">
                  <c:v>115.32</c:v>
                </c:pt>
                <c:pt idx="8396">
                  <c:v>115.67</c:v>
                </c:pt>
                <c:pt idx="8397">
                  <c:v>115.83</c:v>
                </c:pt>
                <c:pt idx="8398">
                  <c:v>116.14</c:v>
                </c:pt>
                <c:pt idx="8399">
                  <c:v>117.29</c:v>
                </c:pt>
                <c:pt idx="8400">
                  <c:v>118.19</c:v>
                </c:pt>
                <c:pt idx="8401">
                  <c:v>118.3</c:v>
                </c:pt>
                <c:pt idx="8402">
                  <c:v>118.73</c:v>
                </c:pt>
                <c:pt idx="8403">
                  <c:v>118.6</c:v>
                </c:pt>
                <c:pt idx="8404">
                  <c:v>119.17</c:v>
                </c:pt>
                <c:pt idx="8405">
                  <c:v>119.47</c:v>
                </c:pt>
                <c:pt idx="8406">
                  <c:v>120.8</c:v>
                </c:pt>
                <c:pt idx="8407">
                  <c:v>121.15</c:v>
                </c:pt>
                <c:pt idx="8408">
                  <c:v>122.35</c:v>
                </c:pt>
                <c:pt idx="8409">
                  <c:v>122.05</c:v>
                </c:pt>
                <c:pt idx="8410">
                  <c:v>123.86</c:v>
                </c:pt>
                <c:pt idx="8411">
                  <c:v>122.88</c:v>
                </c:pt>
                <c:pt idx="8412">
                  <c:v>121.83</c:v>
                </c:pt>
                <c:pt idx="8413">
                  <c:v>121.7</c:v>
                </c:pt>
                <c:pt idx="8414">
                  <c:v>122.52</c:v>
                </c:pt>
                <c:pt idx="8415">
                  <c:v>122.79</c:v>
                </c:pt>
                <c:pt idx="8416">
                  <c:v>123.6</c:v>
                </c:pt>
                <c:pt idx="8417">
                  <c:v>123.8</c:v>
                </c:pt>
                <c:pt idx="8418">
                  <c:v>123.95</c:v>
                </c:pt>
                <c:pt idx="8419">
                  <c:v>124.34</c:v>
                </c:pt>
                <c:pt idx="8420">
                  <c:v>125.37</c:v>
                </c:pt>
                <c:pt idx="8421">
                  <c:v>125.38</c:v>
                </c:pt>
                <c:pt idx="8422">
                  <c:v>125.62</c:v>
                </c:pt>
                <c:pt idx="8423">
                  <c:v>125.88</c:v>
                </c:pt>
                <c:pt idx="8424">
                  <c:v>126.46</c:v>
                </c:pt>
                <c:pt idx="8425">
                  <c:v>126.99</c:v>
                </c:pt>
                <c:pt idx="8426">
                  <c:v>128.91</c:v>
                </c:pt>
                <c:pt idx="8427">
                  <c:v>127.86</c:v>
                </c:pt>
                <c:pt idx="8428">
                  <c:v>128.38</c:v>
                </c:pt>
                <c:pt idx="8429">
                  <c:v>128.5</c:v>
                </c:pt>
                <c:pt idx="8430">
                  <c:v>128.13999999999999</c:v>
                </c:pt>
                <c:pt idx="8431">
                  <c:v>127.23</c:v>
                </c:pt>
                <c:pt idx="8432">
                  <c:v>128.43</c:v>
                </c:pt>
                <c:pt idx="8433">
                  <c:v>130.85</c:v>
                </c:pt>
                <c:pt idx="8434">
                  <c:v>129.69999999999999</c:v>
                </c:pt>
                <c:pt idx="8435">
                  <c:v>130.16</c:v>
                </c:pt>
                <c:pt idx="8436">
                  <c:v>130.13999999999999</c:v>
                </c:pt>
                <c:pt idx="8437">
                  <c:v>129.09</c:v>
                </c:pt>
                <c:pt idx="8438">
                  <c:v>130.19999999999999</c:v>
                </c:pt>
                <c:pt idx="8439">
                  <c:v>130.56</c:v>
                </c:pt>
                <c:pt idx="8440">
                  <c:v>130.29</c:v>
                </c:pt>
                <c:pt idx="8441">
                  <c:v>130.44999999999999</c:v>
                </c:pt>
                <c:pt idx="8442">
                  <c:v>129.97</c:v>
                </c:pt>
                <c:pt idx="8443">
                  <c:v>128.34</c:v>
                </c:pt>
                <c:pt idx="8444">
                  <c:v>129.22</c:v>
                </c:pt>
                <c:pt idx="8445">
                  <c:v>129.16</c:v>
                </c:pt>
                <c:pt idx="8446">
                  <c:v>129.38</c:v>
                </c:pt>
                <c:pt idx="8447">
                  <c:v>128.22999999999999</c:v>
                </c:pt>
                <c:pt idx="8448">
                  <c:v>127.79</c:v>
                </c:pt>
                <c:pt idx="8449">
                  <c:v>127.88</c:v>
                </c:pt>
                <c:pt idx="8450">
                  <c:v>127.9</c:v>
                </c:pt>
                <c:pt idx="8451">
                  <c:v>126.83</c:v>
                </c:pt>
                <c:pt idx="8452">
                  <c:v>127.32</c:v>
                </c:pt>
                <c:pt idx="8453">
                  <c:v>127.12</c:v>
                </c:pt>
                <c:pt idx="8454">
                  <c:v>127.11</c:v>
                </c:pt>
                <c:pt idx="8455">
                  <c:v>127.59</c:v>
                </c:pt>
                <c:pt idx="8456">
                  <c:v>128.66999999999999</c:v>
                </c:pt>
                <c:pt idx="8457">
                  <c:v>130.13</c:v>
                </c:pt>
                <c:pt idx="8458">
                  <c:v>129.84</c:v>
                </c:pt>
                <c:pt idx="8459">
                  <c:v>130.88</c:v>
                </c:pt>
                <c:pt idx="8460">
                  <c:v>131.88</c:v>
                </c:pt>
                <c:pt idx="8461">
                  <c:v>132.59</c:v>
                </c:pt>
                <c:pt idx="8462">
                  <c:v>134.25</c:v>
                </c:pt>
                <c:pt idx="8463">
                  <c:v>134.36000000000001</c:v>
                </c:pt>
                <c:pt idx="8464">
                  <c:v>134.41</c:v>
                </c:pt>
                <c:pt idx="8465">
                  <c:v>134.41999999999999</c:v>
                </c:pt>
                <c:pt idx="8466">
                  <c:v>135.47</c:v>
                </c:pt>
                <c:pt idx="8467">
                  <c:v>133.84</c:v>
                </c:pt>
                <c:pt idx="8468">
                  <c:v>132.21</c:v>
                </c:pt>
                <c:pt idx="8469">
                  <c:v>135.02000000000001</c:v>
                </c:pt>
                <c:pt idx="8470">
                  <c:v>135.07</c:v>
                </c:pt>
                <c:pt idx="8471">
                  <c:v>136.57</c:v>
                </c:pt>
                <c:pt idx="8472">
                  <c:v>136.26</c:v>
                </c:pt>
                <c:pt idx="8473">
                  <c:v>134.94999999999999</c:v>
                </c:pt>
                <c:pt idx="8474">
                  <c:v>135.22999999999999</c:v>
                </c:pt>
                <c:pt idx="8475">
                  <c:v>135.46</c:v>
                </c:pt>
                <c:pt idx="8476">
                  <c:v>136.13999999999999</c:v>
                </c:pt>
                <c:pt idx="8477">
                  <c:v>136.59</c:v>
                </c:pt>
                <c:pt idx="8478">
                  <c:v>135.72</c:v>
                </c:pt>
                <c:pt idx="8479">
                  <c:v>135.21</c:v>
                </c:pt>
                <c:pt idx="8480">
                  <c:v>135.62</c:v>
                </c:pt>
                <c:pt idx="8481">
                  <c:v>135.85</c:v>
                </c:pt>
                <c:pt idx="8482">
                  <c:v>135.94999999999999</c:v>
                </c:pt>
                <c:pt idx="8483">
                  <c:v>136.01</c:v>
                </c:pt>
                <c:pt idx="8484">
                  <c:v>136.1</c:v>
                </c:pt>
                <c:pt idx="8485">
                  <c:v>137.44</c:v>
                </c:pt>
                <c:pt idx="8486">
                  <c:v>136.87</c:v>
                </c:pt>
                <c:pt idx="8487">
                  <c:v>137.38999999999999</c:v>
                </c:pt>
                <c:pt idx="8488">
                  <c:v>138.96</c:v>
                </c:pt>
                <c:pt idx="8489">
                  <c:v>138.57</c:v>
                </c:pt>
                <c:pt idx="8490">
                  <c:v>138.13999999999999</c:v>
                </c:pt>
                <c:pt idx="8491">
                  <c:v>138.19</c:v>
                </c:pt>
                <c:pt idx="8492">
                  <c:v>138.21</c:v>
                </c:pt>
                <c:pt idx="8493">
                  <c:v>137.36000000000001</c:v>
                </c:pt>
                <c:pt idx="8494">
                  <c:v>136.12</c:v>
                </c:pt>
                <c:pt idx="8495">
                  <c:v>136.69</c:v>
                </c:pt>
                <c:pt idx="8496">
                  <c:v>136.91</c:v>
                </c:pt>
                <c:pt idx="8497">
                  <c:v>136.57</c:v>
                </c:pt>
                <c:pt idx="8498">
                  <c:v>134.27000000000001</c:v>
                </c:pt>
                <c:pt idx="8499">
                  <c:v>133.27000000000001</c:v>
                </c:pt>
                <c:pt idx="8500">
                  <c:v>131.61000000000001</c:v>
                </c:pt>
                <c:pt idx="8501">
                  <c:v>133.16999999999999</c:v>
                </c:pt>
                <c:pt idx="8502">
                  <c:v>133.86000000000001</c:v>
                </c:pt>
                <c:pt idx="8503">
                  <c:v>132.88999999999999</c:v>
                </c:pt>
                <c:pt idx="8504">
                  <c:v>135.01</c:v>
                </c:pt>
                <c:pt idx="8505">
                  <c:v>134.94999999999999</c:v>
                </c:pt>
                <c:pt idx="8506">
                  <c:v>135.05000000000001</c:v>
                </c:pt>
                <c:pt idx="8507">
                  <c:v>132.88999999999999</c:v>
                </c:pt>
                <c:pt idx="8508">
                  <c:v>133.02000000000001</c:v>
                </c:pt>
                <c:pt idx="8509">
                  <c:v>133.41999999999999</c:v>
                </c:pt>
                <c:pt idx="8510">
                  <c:v>133.32</c:v>
                </c:pt>
                <c:pt idx="8511">
                  <c:v>134.22</c:v>
                </c:pt>
                <c:pt idx="8512">
                  <c:v>135.05000000000001</c:v>
                </c:pt>
                <c:pt idx="8513">
                  <c:v>135.88999999999999</c:v>
                </c:pt>
                <c:pt idx="8514">
                  <c:v>136.97</c:v>
                </c:pt>
                <c:pt idx="8515">
                  <c:v>137.47999999999999</c:v>
                </c:pt>
                <c:pt idx="8516">
                  <c:v>136.77000000000001</c:v>
                </c:pt>
                <c:pt idx="8517">
                  <c:v>137.12</c:v>
                </c:pt>
                <c:pt idx="8518">
                  <c:v>136.49</c:v>
                </c:pt>
                <c:pt idx="8519">
                  <c:v>137.63999999999999</c:v>
                </c:pt>
                <c:pt idx="8520">
                  <c:v>138.72</c:v>
                </c:pt>
                <c:pt idx="8521">
                  <c:v>138.79</c:v>
                </c:pt>
                <c:pt idx="8522">
                  <c:v>138.96</c:v>
                </c:pt>
                <c:pt idx="8523">
                  <c:v>140.21</c:v>
                </c:pt>
                <c:pt idx="8524">
                  <c:v>140.19999999999999</c:v>
                </c:pt>
                <c:pt idx="8525">
                  <c:v>140.6</c:v>
                </c:pt>
                <c:pt idx="8526">
                  <c:v>142.80000000000001</c:v>
                </c:pt>
                <c:pt idx="8527">
                  <c:v>143.74</c:v>
                </c:pt>
                <c:pt idx="8528">
                  <c:v>144.11000000000001</c:v>
                </c:pt>
                <c:pt idx="8529">
                  <c:v>142.47</c:v>
                </c:pt>
                <c:pt idx="8530">
                  <c:v>142.84</c:v>
                </c:pt>
                <c:pt idx="8531">
                  <c:v>144.58000000000001</c:v>
                </c:pt>
                <c:pt idx="8532">
                  <c:v>143.08000000000001</c:v>
                </c:pt>
                <c:pt idx="8533">
                  <c:v>143.52000000000001</c:v>
                </c:pt>
                <c:pt idx="8534">
                  <c:v>142.91999999999999</c:v>
                </c:pt>
                <c:pt idx="8535">
                  <c:v>143.21</c:v>
                </c:pt>
                <c:pt idx="8536">
                  <c:v>143.75</c:v>
                </c:pt>
                <c:pt idx="8537">
                  <c:v>144.06</c:v>
                </c:pt>
                <c:pt idx="8538">
                  <c:v>142.38999999999999</c:v>
                </c:pt>
                <c:pt idx="8539">
                  <c:v>143.31</c:v>
                </c:pt>
                <c:pt idx="8540">
                  <c:v>144.75</c:v>
                </c:pt>
                <c:pt idx="8541">
                  <c:v>144.80000000000001</c:v>
                </c:pt>
                <c:pt idx="8542">
                  <c:v>144.16</c:v>
                </c:pt>
                <c:pt idx="8543">
                  <c:v>144.46</c:v>
                </c:pt>
                <c:pt idx="8544">
                  <c:v>144.74</c:v>
                </c:pt>
                <c:pt idx="8545">
                  <c:v>144.55000000000001</c:v>
                </c:pt>
                <c:pt idx="8546">
                  <c:v>144.13</c:v>
                </c:pt>
                <c:pt idx="8547">
                  <c:v>144.63999999999999</c:v>
                </c:pt>
                <c:pt idx="8548">
                  <c:v>145.13999999999999</c:v>
                </c:pt>
                <c:pt idx="8549">
                  <c:v>145.25</c:v>
                </c:pt>
                <c:pt idx="8550">
                  <c:v>145.72</c:v>
                </c:pt>
                <c:pt idx="8551">
                  <c:v>145.86000000000001</c:v>
                </c:pt>
                <c:pt idx="8552">
                  <c:v>146.91</c:v>
                </c:pt>
                <c:pt idx="8553">
                  <c:v>147.12</c:v>
                </c:pt>
                <c:pt idx="8554">
                  <c:v>148.66999999999999</c:v>
                </c:pt>
                <c:pt idx="8555">
                  <c:v>149.04</c:v>
                </c:pt>
                <c:pt idx="8556">
                  <c:v>149.26</c:v>
                </c:pt>
                <c:pt idx="8557">
                  <c:v>149.9</c:v>
                </c:pt>
                <c:pt idx="8558">
                  <c:v>150.15</c:v>
                </c:pt>
                <c:pt idx="8559">
                  <c:v>147.65</c:v>
                </c:pt>
                <c:pt idx="8560">
                  <c:v>148.91</c:v>
                </c:pt>
                <c:pt idx="8561">
                  <c:v>147.93</c:v>
                </c:pt>
                <c:pt idx="8562">
                  <c:v>146.37</c:v>
                </c:pt>
                <c:pt idx="8563">
                  <c:v>146.29</c:v>
                </c:pt>
                <c:pt idx="8564">
                  <c:v>147.6</c:v>
                </c:pt>
                <c:pt idx="8565">
                  <c:v>148.71</c:v>
                </c:pt>
                <c:pt idx="8566">
                  <c:v>148.27000000000001</c:v>
                </c:pt>
                <c:pt idx="8567">
                  <c:v>147.9</c:v>
                </c:pt>
                <c:pt idx="8568">
                  <c:v>148.26</c:v>
                </c:pt>
                <c:pt idx="8569">
                  <c:v>146.62</c:v>
                </c:pt>
                <c:pt idx="8570">
                  <c:v>146.63</c:v>
                </c:pt>
                <c:pt idx="8571">
                  <c:v>145.68</c:v>
                </c:pt>
                <c:pt idx="8572">
                  <c:v>146.47</c:v>
                </c:pt>
                <c:pt idx="8573">
                  <c:v>140.97999999999999</c:v>
                </c:pt>
                <c:pt idx="8574">
                  <c:v>138.81</c:v>
                </c:pt>
                <c:pt idx="8575">
                  <c:v>139.88999999999999</c:v>
                </c:pt>
                <c:pt idx="8576">
                  <c:v>139.28</c:v>
                </c:pt>
                <c:pt idx="8577">
                  <c:v>139.5</c:v>
                </c:pt>
                <c:pt idx="8578">
                  <c:v>140.19999999999999</c:v>
                </c:pt>
                <c:pt idx="8579">
                  <c:v>140.37</c:v>
                </c:pt>
                <c:pt idx="8580">
                  <c:v>142.13999999999999</c:v>
                </c:pt>
                <c:pt idx="8581">
                  <c:v>141.22999999999999</c:v>
                </c:pt>
                <c:pt idx="8582">
                  <c:v>139.6</c:v>
                </c:pt>
                <c:pt idx="8583">
                  <c:v>138.54</c:v>
                </c:pt>
                <c:pt idx="8584">
                  <c:v>139.19</c:v>
                </c:pt>
                <c:pt idx="8585">
                  <c:v>138.94999999999999</c:v>
                </c:pt>
                <c:pt idx="8586">
                  <c:v>138.63</c:v>
                </c:pt>
                <c:pt idx="8587">
                  <c:v>138.07</c:v>
                </c:pt>
                <c:pt idx="8588">
                  <c:v>135.33000000000001</c:v>
                </c:pt>
                <c:pt idx="8589">
                  <c:v>134.31</c:v>
                </c:pt>
                <c:pt idx="8590">
                  <c:v>136.75</c:v>
                </c:pt>
                <c:pt idx="8591">
                  <c:v>137</c:v>
                </c:pt>
                <c:pt idx="8592">
                  <c:v>136.62</c:v>
                </c:pt>
                <c:pt idx="8593">
                  <c:v>136.66999999999999</c:v>
                </c:pt>
                <c:pt idx="8594">
                  <c:v>136.56</c:v>
                </c:pt>
                <c:pt idx="8595">
                  <c:v>137.66999999999999</c:v>
                </c:pt>
                <c:pt idx="8596">
                  <c:v>135.59</c:v>
                </c:pt>
                <c:pt idx="8597">
                  <c:v>135.47999999999999</c:v>
                </c:pt>
                <c:pt idx="8598">
                  <c:v>137.78</c:v>
                </c:pt>
                <c:pt idx="8599">
                  <c:v>136.6</c:v>
                </c:pt>
                <c:pt idx="8600">
                  <c:v>136.91</c:v>
                </c:pt>
                <c:pt idx="8601">
                  <c:v>131.72999999999999</c:v>
                </c:pt>
                <c:pt idx="8602">
                  <c:v>132.46</c:v>
                </c:pt>
                <c:pt idx="8603">
                  <c:v>132.35</c:v>
                </c:pt>
                <c:pt idx="8604">
                  <c:v>132.91</c:v>
                </c:pt>
                <c:pt idx="8605">
                  <c:v>132.88</c:v>
                </c:pt>
                <c:pt idx="8606">
                  <c:v>133.49</c:v>
                </c:pt>
                <c:pt idx="8607">
                  <c:v>134.47</c:v>
                </c:pt>
                <c:pt idx="8608">
                  <c:v>133.03</c:v>
                </c:pt>
                <c:pt idx="8609">
                  <c:v>131.12</c:v>
                </c:pt>
                <c:pt idx="8610">
                  <c:v>130.80000000000001</c:v>
                </c:pt>
                <c:pt idx="8611">
                  <c:v>131.02000000000001</c:v>
                </c:pt>
                <c:pt idx="8612">
                  <c:v>132.63</c:v>
                </c:pt>
                <c:pt idx="8613">
                  <c:v>133.41</c:v>
                </c:pt>
                <c:pt idx="8614">
                  <c:v>132.08000000000001</c:v>
                </c:pt>
                <c:pt idx="8615">
                  <c:v>131.88</c:v>
                </c:pt>
                <c:pt idx="8616">
                  <c:v>132.26</c:v>
                </c:pt>
                <c:pt idx="8617">
                  <c:v>132.44999999999999</c:v>
                </c:pt>
                <c:pt idx="8618">
                  <c:v>129.25</c:v>
                </c:pt>
                <c:pt idx="8619">
                  <c:v>127.87</c:v>
                </c:pt>
                <c:pt idx="8620">
                  <c:v>128.58000000000001</c:v>
                </c:pt>
                <c:pt idx="8621">
                  <c:v>128.12</c:v>
                </c:pt>
                <c:pt idx="8622">
                  <c:v>128.9</c:v>
                </c:pt>
                <c:pt idx="8623">
                  <c:v>128.43</c:v>
                </c:pt>
                <c:pt idx="8624">
                  <c:v>129.6</c:v>
                </c:pt>
                <c:pt idx="8625">
                  <c:v>130.66999999999999</c:v>
                </c:pt>
                <c:pt idx="8626">
                  <c:v>130.16999999999999</c:v>
                </c:pt>
                <c:pt idx="8627">
                  <c:v>129.59</c:v>
                </c:pt>
                <c:pt idx="8628">
                  <c:v>130.22</c:v>
                </c:pt>
                <c:pt idx="8629">
                  <c:v>129.88</c:v>
                </c:pt>
                <c:pt idx="8630">
                  <c:v>130.38999999999999</c:v>
                </c:pt>
                <c:pt idx="8631">
                  <c:v>130.09</c:v>
                </c:pt>
                <c:pt idx="8632">
                  <c:v>128.97999999999999</c:v>
                </c:pt>
                <c:pt idx="8633">
                  <c:v>128.68</c:v>
                </c:pt>
                <c:pt idx="8634">
                  <c:v>131.19</c:v>
                </c:pt>
                <c:pt idx="8635">
                  <c:v>132.66</c:v>
                </c:pt>
                <c:pt idx="8636">
                  <c:v>131.07</c:v>
                </c:pt>
                <c:pt idx="8637">
                  <c:v>131.4</c:v>
                </c:pt>
                <c:pt idx="8638">
                  <c:v>131.59</c:v>
                </c:pt>
                <c:pt idx="8639">
                  <c:v>131.36000000000001</c:v>
                </c:pt>
                <c:pt idx="8640">
                  <c:v>132.41999999999999</c:v>
                </c:pt>
                <c:pt idx="8641">
                  <c:v>133.16</c:v>
                </c:pt>
                <c:pt idx="8642">
                  <c:v>134.16</c:v>
                </c:pt>
                <c:pt idx="8643">
                  <c:v>133.94</c:v>
                </c:pt>
                <c:pt idx="8644">
                  <c:v>134.15</c:v>
                </c:pt>
                <c:pt idx="8645">
                  <c:v>134.25</c:v>
                </c:pt>
                <c:pt idx="8646">
                  <c:v>135.01</c:v>
                </c:pt>
                <c:pt idx="8647">
                  <c:v>134.84</c:v>
                </c:pt>
                <c:pt idx="8648">
                  <c:v>134.69999999999999</c:v>
                </c:pt>
                <c:pt idx="8649">
                  <c:v>136.47999999999999</c:v>
                </c:pt>
                <c:pt idx="8650">
                  <c:v>136.19</c:v>
                </c:pt>
                <c:pt idx="8651">
                  <c:v>136.16999999999999</c:v>
                </c:pt>
                <c:pt idx="8652">
                  <c:v>136.19</c:v>
                </c:pt>
                <c:pt idx="8653">
                  <c:v>136.77000000000001</c:v>
                </c:pt>
                <c:pt idx="8654">
                  <c:v>135.87</c:v>
                </c:pt>
                <c:pt idx="8655">
                  <c:v>135.93</c:v>
                </c:pt>
                <c:pt idx="8656">
                  <c:v>137.16</c:v>
                </c:pt>
                <c:pt idx="8657">
                  <c:v>137.36000000000001</c:v>
                </c:pt>
                <c:pt idx="8658">
                  <c:v>136.15</c:v>
                </c:pt>
                <c:pt idx="8659">
                  <c:v>135.03</c:v>
                </c:pt>
                <c:pt idx="8660">
                  <c:v>133.21</c:v>
                </c:pt>
                <c:pt idx="8661">
                  <c:v>134.22</c:v>
                </c:pt>
                <c:pt idx="8662">
                  <c:v>133.41999999999999</c:v>
                </c:pt>
                <c:pt idx="8663">
                  <c:v>133.74</c:v>
                </c:pt>
                <c:pt idx="8664">
                  <c:v>131.85</c:v>
                </c:pt>
                <c:pt idx="8665">
                  <c:v>131.32</c:v>
                </c:pt>
                <c:pt idx="8666">
                  <c:v>132.51</c:v>
                </c:pt>
                <c:pt idx="8667">
                  <c:v>131.44</c:v>
                </c:pt>
                <c:pt idx="8668">
                  <c:v>130.85</c:v>
                </c:pt>
                <c:pt idx="8669">
                  <c:v>130.72999999999999</c:v>
                </c:pt>
                <c:pt idx="8670">
                  <c:v>131.57</c:v>
                </c:pt>
                <c:pt idx="8671">
                  <c:v>130.88999999999999</c:v>
                </c:pt>
                <c:pt idx="8672">
                  <c:v>132.86000000000001</c:v>
                </c:pt>
                <c:pt idx="8673">
                  <c:v>132.69999999999999</c:v>
                </c:pt>
                <c:pt idx="8674">
                  <c:v>132.86000000000001</c:v>
                </c:pt>
                <c:pt idx="8675">
                  <c:v>132.46</c:v>
                </c:pt>
                <c:pt idx="8676">
                  <c:v>131.71</c:v>
                </c:pt>
                <c:pt idx="8677">
                  <c:v>131.32</c:v>
                </c:pt>
                <c:pt idx="8678">
                  <c:v>131.78</c:v>
                </c:pt>
                <c:pt idx="8679">
                  <c:v>132.16</c:v>
                </c:pt>
                <c:pt idx="8680">
                  <c:v>133.61000000000001</c:v>
                </c:pt>
                <c:pt idx="8681">
                  <c:v>133.68</c:v>
                </c:pt>
                <c:pt idx="8682">
                  <c:v>133.13</c:v>
                </c:pt>
                <c:pt idx="8683">
                  <c:v>132.58000000000001</c:v>
                </c:pt>
                <c:pt idx="8684">
                  <c:v>133.79</c:v>
                </c:pt>
                <c:pt idx="8685">
                  <c:v>134.47</c:v>
                </c:pt>
                <c:pt idx="8686">
                  <c:v>134.12</c:v>
                </c:pt>
                <c:pt idx="8687">
                  <c:v>134.72</c:v>
                </c:pt>
                <c:pt idx="8688">
                  <c:v>134.24</c:v>
                </c:pt>
                <c:pt idx="8689">
                  <c:v>134.16</c:v>
                </c:pt>
                <c:pt idx="8690">
                  <c:v>134.24</c:v>
                </c:pt>
                <c:pt idx="8691">
                  <c:v>133.76</c:v>
                </c:pt>
                <c:pt idx="8692">
                  <c:v>133.66999999999999</c:v>
                </c:pt>
                <c:pt idx="8693">
                  <c:v>133.97</c:v>
                </c:pt>
                <c:pt idx="8694">
                  <c:v>136.30000000000001</c:v>
                </c:pt>
                <c:pt idx="8695">
                  <c:v>137.5</c:v>
                </c:pt>
                <c:pt idx="8696">
                  <c:v>136.55000000000001</c:v>
                </c:pt>
                <c:pt idx="8697">
                  <c:v>134.71</c:v>
                </c:pt>
                <c:pt idx="8698">
                  <c:v>134.29</c:v>
                </c:pt>
                <c:pt idx="8699">
                  <c:v>134.80000000000001</c:v>
                </c:pt>
                <c:pt idx="8700">
                  <c:v>135.1</c:v>
                </c:pt>
                <c:pt idx="8701">
                  <c:v>135.22999999999999</c:v>
                </c:pt>
                <c:pt idx="8702">
                  <c:v>134.34</c:v>
                </c:pt>
                <c:pt idx="8703">
                  <c:v>134.53</c:v>
                </c:pt>
                <c:pt idx="8704">
                  <c:v>135.69999999999999</c:v>
                </c:pt>
                <c:pt idx="8705">
                  <c:v>136.12</c:v>
                </c:pt>
                <c:pt idx="8706">
                  <c:v>136.38999999999999</c:v>
                </c:pt>
                <c:pt idx="8707">
                  <c:v>137.68</c:v>
                </c:pt>
                <c:pt idx="8708">
                  <c:v>138.71</c:v>
                </c:pt>
                <c:pt idx="8709">
                  <c:v>137.97999999999999</c:v>
                </c:pt>
                <c:pt idx="8710">
                  <c:v>138.6</c:v>
                </c:pt>
                <c:pt idx="8711">
                  <c:v>138.59</c:v>
                </c:pt>
                <c:pt idx="8712">
                  <c:v>139.47</c:v>
                </c:pt>
                <c:pt idx="8713">
                  <c:v>140.06</c:v>
                </c:pt>
                <c:pt idx="8714">
                  <c:v>140.6</c:v>
                </c:pt>
                <c:pt idx="8715">
                  <c:v>140.44999999999999</c:v>
                </c:pt>
                <c:pt idx="8716">
                  <c:v>139.79</c:v>
                </c:pt>
                <c:pt idx="8717">
                  <c:v>139.34</c:v>
                </c:pt>
                <c:pt idx="8718">
                  <c:v>138.80000000000001</c:v>
                </c:pt>
                <c:pt idx="8719">
                  <c:v>139.91999999999999</c:v>
                </c:pt>
                <c:pt idx="8720">
                  <c:v>139.58000000000001</c:v>
                </c:pt>
                <c:pt idx="8721">
                  <c:v>139.63</c:v>
                </c:pt>
                <c:pt idx="8722">
                  <c:v>140.13</c:v>
                </c:pt>
                <c:pt idx="8723">
                  <c:v>138.91999999999999</c:v>
                </c:pt>
                <c:pt idx="8724">
                  <c:v>139.4</c:v>
                </c:pt>
                <c:pt idx="8725">
                  <c:v>139.6</c:v>
                </c:pt>
                <c:pt idx="8726">
                  <c:v>140.22</c:v>
                </c:pt>
                <c:pt idx="8727">
                  <c:v>140.09</c:v>
                </c:pt>
                <c:pt idx="8728">
                  <c:v>140.29</c:v>
                </c:pt>
                <c:pt idx="8729">
                  <c:v>141.82</c:v>
                </c:pt>
                <c:pt idx="8730">
                  <c:v>141.97999999999999</c:v>
                </c:pt>
                <c:pt idx="8731">
                  <c:v>141.47</c:v>
                </c:pt>
                <c:pt idx="8732">
                  <c:v>141.88</c:v>
                </c:pt>
                <c:pt idx="8733">
                  <c:v>143.11000000000001</c:v>
                </c:pt>
                <c:pt idx="8734">
                  <c:v>143.69999999999999</c:v>
                </c:pt>
                <c:pt idx="8735">
                  <c:v>143.51</c:v>
                </c:pt>
                <c:pt idx="8736">
                  <c:v>144.07</c:v>
                </c:pt>
                <c:pt idx="8737">
                  <c:v>144.47999999999999</c:v>
                </c:pt>
                <c:pt idx="8738">
                  <c:v>144.76</c:v>
                </c:pt>
                <c:pt idx="8739">
                  <c:v>144.31</c:v>
                </c:pt>
                <c:pt idx="8740">
                  <c:v>144.68</c:v>
                </c:pt>
                <c:pt idx="8741">
                  <c:v>144.47</c:v>
                </c:pt>
                <c:pt idx="8742">
                  <c:v>144.66</c:v>
                </c:pt>
                <c:pt idx="8743">
                  <c:v>144.07</c:v>
                </c:pt>
                <c:pt idx="8744">
                  <c:v>142.21</c:v>
                </c:pt>
                <c:pt idx="8745">
                  <c:v>141.31</c:v>
                </c:pt>
                <c:pt idx="8746">
                  <c:v>140.36000000000001</c:v>
                </c:pt>
                <c:pt idx="8747">
                  <c:v>138.5</c:v>
                </c:pt>
                <c:pt idx="8748">
                  <c:v>138.05000000000001</c:v>
                </c:pt>
                <c:pt idx="8749">
                  <c:v>138.80000000000001</c:v>
                </c:pt>
                <c:pt idx="8750">
                  <c:v>138.71</c:v>
                </c:pt>
                <c:pt idx="8751">
                  <c:v>138.83000000000001</c:v>
                </c:pt>
                <c:pt idx="8752">
                  <c:v>139.65</c:v>
                </c:pt>
                <c:pt idx="8753">
                  <c:v>140.07</c:v>
                </c:pt>
                <c:pt idx="8754">
                  <c:v>141.72999999999999</c:v>
                </c:pt>
                <c:pt idx="8755">
                  <c:v>141.47999999999999</c:v>
                </c:pt>
                <c:pt idx="8756">
                  <c:v>140.9</c:v>
                </c:pt>
                <c:pt idx="8757">
                  <c:v>140.24</c:v>
                </c:pt>
                <c:pt idx="8758">
                  <c:v>139.47999999999999</c:v>
                </c:pt>
                <c:pt idx="8759">
                  <c:v>141.16</c:v>
                </c:pt>
                <c:pt idx="8760">
                  <c:v>142.29</c:v>
                </c:pt>
                <c:pt idx="8761">
                  <c:v>143.34</c:v>
                </c:pt>
                <c:pt idx="8762">
                  <c:v>143.32</c:v>
                </c:pt>
                <c:pt idx="8763">
                  <c:v>142.58000000000001</c:v>
                </c:pt>
                <c:pt idx="8764">
                  <c:v>141.76</c:v>
                </c:pt>
                <c:pt idx="8765">
                  <c:v>142.5</c:v>
                </c:pt>
                <c:pt idx="8766">
                  <c:v>143.38</c:v>
                </c:pt>
                <c:pt idx="8767">
                  <c:v>143.72999999999999</c:v>
                </c:pt>
                <c:pt idx="8768">
                  <c:v>144.75</c:v>
                </c:pt>
                <c:pt idx="8769">
                  <c:v>144.96</c:v>
                </c:pt>
                <c:pt idx="8770">
                  <c:v>145.56</c:v>
                </c:pt>
                <c:pt idx="8771">
                  <c:v>145.57</c:v>
                </c:pt>
                <c:pt idx="8772">
                  <c:v>146.35</c:v>
                </c:pt>
                <c:pt idx="8773">
                  <c:v>145.84</c:v>
                </c:pt>
                <c:pt idx="8774">
                  <c:v>145.38999999999999</c:v>
                </c:pt>
                <c:pt idx="8775">
                  <c:v>146.22</c:v>
                </c:pt>
                <c:pt idx="8776">
                  <c:v>145.88999999999999</c:v>
                </c:pt>
                <c:pt idx="8777">
                  <c:v>144.84</c:v>
                </c:pt>
                <c:pt idx="8778">
                  <c:v>145.83000000000001</c:v>
                </c:pt>
                <c:pt idx="8779">
                  <c:v>146.44</c:v>
                </c:pt>
                <c:pt idx="8780">
                  <c:v>146.54</c:v>
                </c:pt>
                <c:pt idx="8781">
                  <c:v>145.88</c:v>
                </c:pt>
                <c:pt idx="8782">
                  <c:v>146.24</c:v>
                </c:pt>
                <c:pt idx="8783">
                  <c:v>145.54</c:v>
                </c:pt>
                <c:pt idx="8784">
                  <c:v>146.22</c:v>
                </c:pt>
                <c:pt idx="8785">
                  <c:v>146.47</c:v>
                </c:pt>
                <c:pt idx="8786">
                  <c:v>147.72</c:v>
                </c:pt>
                <c:pt idx="8787">
                  <c:v>147.66</c:v>
                </c:pt>
                <c:pt idx="8788">
                  <c:v>147.30000000000001</c:v>
                </c:pt>
                <c:pt idx="8789">
                  <c:v>147.83000000000001</c:v>
                </c:pt>
                <c:pt idx="8790">
                  <c:v>146.59</c:v>
                </c:pt>
                <c:pt idx="8791">
                  <c:v>147.08000000000001</c:v>
                </c:pt>
                <c:pt idx="8792">
                  <c:v>147.46</c:v>
                </c:pt>
                <c:pt idx="8793">
                  <c:v>147.47</c:v>
                </c:pt>
                <c:pt idx="8794">
                  <c:v>147.85</c:v>
                </c:pt>
                <c:pt idx="8795">
                  <c:v>147.61000000000001</c:v>
                </c:pt>
                <c:pt idx="8796">
                  <c:v>147.86000000000001</c:v>
                </c:pt>
                <c:pt idx="8797">
                  <c:v>148.34</c:v>
                </c:pt>
                <c:pt idx="8798">
                  <c:v>147.59</c:v>
                </c:pt>
                <c:pt idx="8799">
                  <c:v>148.37</c:v>
                </c:pt>
                <c:pt idx="8800">
                  <c:v>148.88</c:v>
                </c:pt>
                <c:pt idx="8801">
                  <c:v>149.07</c:v>
                </c:pt>
                <c:pt idx="8802">
                  <c:v>149.63</c:v>
                </c:pt>
                <c:pt idx="8803">
                  <c:v>149.31</c:v>
                </c:pt>
                <c:pt idx="8804">
                  <c:v>149.37</c:v>
                </c:pt>
                <c:pt idx="8805">
                  <c:v>149.86000000000001</c:v>
                </c:pt>
                <c:pt idx="8806">
                  <c:v>149.02000000000001</c:v>
                </c:pt>
                <c:pt idx="8807">
                  <c:v>149.12</c:v>
                </c:pt>
                <c:pt idx="8808">
                  <c:v>148.51</c:v>
                </c:pt>
                <c:pt idx="8809">
                  <c:v>149.32</c:v>
                </c:pt>
                <c:pt idx="8810">
                  <c:v>148.51</c:v>
                </c:pt>
                <c:pt idx="8811">
                  <c:v>148.71</c:v>
                </c:pt>
                <c:pt idx="8812">
                  <c:v>149.16999999999999</c:v>
                </c:pt>
                <c:pt idx="8813">
                  <c:v>149.81</c:v>
                </c:pt>
                <c:pt idx="8814">
                  <c:v>149.57</c:v>
                </c:pt>
                <c:pt idx="8815">
                  <c:v>149.51</c:v>
                </c:pt>
                <c:pt idx="8816">
                  <c:v>149.81</c:v>
                </c:pt>
                <c:pt idx="8817">
                  <c:v>149.93</c:v>
                </c:pt>
                <c:pt idx="8818">
                  <c:v>149.80000000000001</c:v>
                </c:pt>
                <c:pt idx="8819">
                  <c:v>149.86000000000001</c:v>
                </c:pt>
                <c:pt idx="8820">
                  <c:v>149.71</c:v>
                </c:pt>
                <c:pt idx="8821">
                  <c:v>149.91</c:v>
                </c:pt>
                <c:pt idx="8822">
                  <c:v>150.22999999999999</c:v>
                </c:pt>
                <c:pt idx="8823">
                  <c:v>150.4</c:v>
                </c:pt>
                <c:pt idx="8824">
                  <c:v>149.66</c:v>
                </c:pt>
                <c:pt idx="8825">
                  <c:v>149.1</c:v>
                </c:pt>
                <c:pt idx="8826">
                  <c:v>151.68</c:v>
                </c:pt>
                <c:pt idx="8827">
                  <c:v>150.94999999999999</c:v>
                </c:pt>
                <c:pt idx="8828">
                  <c:v>150.44999999999999</c:v>
                </c:pt>
                <c:pt idx="8829">
                  <c:v>149.38999999999999</c:v>
                </c:pt>
                <c:pt idx="8830">
                  <c:v>150.07</c:v>
                </c:pt>
                <c:pt idx="8831">
                  <c:v>150.37</c:v>
                </c:pt>
                <c:pt idx="8832">
                  <c:v>150.97999999999999</c:v>
                </c:pt>
                <c:pt idx="8833">
                  <c:v>151.35</c:v>
                </c:pt>
                <c:pt idx="8834">
                  <c:v>151.52000000000001</c:v>
                </c:pt>
                <c:pt idx="8835">
                  <c:v>151.72</c:v>
                </c:pt>
                <c:pt idx="8836">
                  <c:v>150.37</c:v>
                </c:pt>
                <c:pt idx="8837">
                  <c:v>151.36000000000001</c:v>
                </c:pt>
                <c:pt idx="8838">
                  <c:v>150.72999999999999</c:v>
                </c:pt>
                <c:pt idx="8839">
                  <c:v>149.63</c:v>
                </c:pt>
                <c:pt idx="8840">
                  <c:v>148.38999999999999</c:v>
                </c:pt>
                <c:pt idx="8841">
                  <c:v>148.38999999999999</c:v>
                </c:pt>
                <c:pt idx="8842">
                  <c:v>149.54</c:v>
                </c:pt>
                <c:pt idx="8843">
                  <c:v>149.56</c:v>
                </c:pt>
                <c:pt idx="8844">
                  <c:v>149.44</c:v>
                </c:pt>
                <c:pt idx="8845">
                  <c:v>148.69</c:v>
                </c:pt>
                <c:pt idx="8846">
                  <c:v>147.47999999999999</c:v>
                </c:pt>
                <c:pt idx="8847">
                  <c:v>147.24</c:v>
                </c:pt>
                <c:pt idx="8848">
                  <c:v>148.19999999999999</c:v>
                </c:pt>
                <c:pt idx="8849">
                  <c:v>146.82</c:v>
                </c:pt>
                <c:pt idx="8850">
                  <c:v>147.21</c:v>
                </c:pt>
                <c:pt idx="8851">
                  <c:v>147.15</c:v>
                </c:pt>
                <c:pt idx="8852">
                  <c:v>147.31</c:v>
                </c:pt>
                <c:pt idx="8853">
                  <c:v>144.13</c:v>
                </c:pt>
                <c:pt idx="8854">
                  <c:v>144.94999999999999</c:v>
                </c:pt>
                <c:pt idx="8855">
                  <c:v>146.16</c:v>
                </c:pt>
                <c:pt idx="8856">
                  <c:v>145.44999999999999</c:v>
                </c:pt>
                <c:pt idx="8857">
                  <c:v>142.88999999999999</c:v>
                </c:pt>
                <c:pt idx="8858">
                  <c:v>141.88999999999999</c:v>
                </c:pt>
                <c:pt idx="8859">
                  <c:v>142.15</c:v>
                </c:pt>
                <c:pt idx="8860">
                  <c:v>142.78</c:v>
                </c:pt>
                <c:pt idx="8861">
                  <c:v>143.84</c:v>
                </c:pt>
                <c:pt idx="8862">
                  <c:v>143.57</c:v>
                </c:pt>
                <c:pt idx="8863">
                  <c:v>142.12</c:v>
                </c:pt>
                <c:pt idx="8864">
                  <c:v>142.41</c:v>
                </c:pt>
                <c:pt idx="8865">
                  <c:v>142.35</c:v>
                </c:pt>
                <c:pt idx="8866">
                  <c:v>142.4</c:v>
                </c:pt>
                <c:pt idx="8867">
                  <c:v>141.83000000000001</c:v>
                </c:pt>
                <c:pt idx="8868">
                  <c:v>141.41</c:v>
                </c:pt>
                <c:pt idx="8869">
                  <c:v>141.04</c:v>
                </c:pt>
                <c:pt idx="8870">
                  <c:v>140.88999999999999</c:v>
                </c:pt>
                <c:pt idx="8871">
                  <c:v>141.99</c:v>
                </c:pt>
                <c:pt idx="8872">
                  <c:v>143.29</c:v>
                </c:pt>
                <c:pt idx="8873">
                  <c:v>144.63</c:v>
                </c:pt>
                <c:pt idx="8874">
                  <c:v>144.63</c:v>
                </c:pt>
                <c:pt idx="8875">
                  <c:v>144.22999999999999</c:v>
                </c:pt>
                <c:pt idx="8876">
                  <c:v>144.47999999999999</c:v>
                </c:pt>
                <c:pt idx="8877">
                  <c:v>145.76</c:v>
                </c:pt>
                <c:pt idx="8878">
                  <c:v>145.29</c:v>
                </c:pt>
                <c:pt idx="8879">
                  <c:v>144.88</c:v>
                </c:pt>
                <c:pt idx="8880">
                  <c:v>145.72999999999999</c:v>
                </c:pt>
                <c:pt idx="8881">
                  <c:v>147.19</c:v>
                </c:pt>
                <c:pt idx="8882">
                  <c:v>148.16</c:v>
                </c:pt>
                <c:pt idx="8883">
                  <c:v>148.16</c:v>
                </c:pt>
                <c:pt idx="8884">
                  <c:v>148.12</c:v>
                </c:pt>
                <c:pt idx="8885">
                  <c:v>148.1</c:v>
                </c:pt>
                <c:pt idx="8886">
                  <c:v>148.35</c:v>
                </c:pt>
                <c:pt idx="8887">
                  <c:v>147.51</c:v>
                </c:pt>
                <c:pt idx="8888">
                  <c:v>147.66</c:v>
                </c:pt>
                <c:pt idx="8889">
                  <c:v>148.15</c:v>
                </c:pt>
                <c:pt idx="8890">
                  <c:v>147.5</c:v>
                </c:pt>
                <c:pt idx="8891">
                  <c:v>147.61000000000001</c:v>
                </c:pt>
                <c:pt idx="8892">
                  <c:v>146.91999999999999</c:v>
                </c:pt>
                <c:pt idx="8893">
                  <c:v>146.43</c:v>
                </c:pt>
                <c:pt idx="8894">
                  <c:v>148.38</c:v>
                </c:pt>
                <c:pt idx="8895">
                  <c:v>148.68</c:v>
                </c:pt>
                <c:pt idx="8896">
                  <c:v>147.94</c:v>
                </c:pt>
                <c:pt idx="8897">
                  <c:v>148.18</c:v>
                </c:pt>
                <c:pt idx="8898">
                  <c:v>149.32</c:v>
                </c:pt>
                <c:pt idx="8899">
                  <c:v>149.29</c:v>
                </c:pt>
                <c:pt idx="8900">
                  <c:v>149.35</c:v>
                </c:pt>
                <c:pt idx="8901">
                  <c:v>150.80000000000001</c:v>
                </c:pt>
                <c:pt idx="8902">
                  <c:v>150.58000000000001</c:v>
                </c:pt>
                <c:pt idx="8903">
                  <c:v>149.93</c:v>
                </c:pt>
                <c:pt idx="8904">
                  <c:v>150.21</c:v>
                </c:pt>
                <c:pt idx="8905">
                  <c:v>150.13</c:v>
                </c:pt>
                <c:pt idx="8906">
                  <c:v>150.01</c:v>
                </c:pt>
                <c:pt idx="8907">
                  <c:v>150.30000000000001</c:v>
                </c:pt>
                <c:pt idx="8908">
                  <c:v>150.53</c:v>
                </c:pt>
                <c:pt idx="8909">
                  <c:v>150.51</c:v>
                </c:pt>
                <c:pt idx="8910">
                  <c:v>150.69999999999999</c:v>
                </c:pt>
                <c:pt idx="8911">
                  <c:v>150.51</c:v>
                </c:pt>
                <c:pt idx="8912">
                  <c:v>150.69</c:v>
                </c:pt>
                <c:pt idx="8913">
                  <c:v>149.97999999999999</c:v>
                </c:pt>
                <c:pt idx="8914">
                  <c:v>150.12</c:v>
                </c:pt>
                <c:pt idx="8915">
                  <c:v>150.53</c:v>
                </c:pt>
                <c:pt idx="8916">
                  <c:v>150.05000000000001</c:v>
                </c:pt>
                <c:pt idx="8917">
                  <c:v>149.38</c:v>
                </c:pt>
                <c:pt idx="8918">
                  <c:v>148.05000000000001</c:v>
                </c:pt>
                <c:pt idx="8919">
                  <c:v>147.06</c:v>
                </c:pt>
                <c:pt idx="8920">
                  <c:v>146.94999999999999</c:v>
                </c:pt>
                <c:pt idx="8921">
                  <c:v>147.68</c:v>
                </c:pt>
                <c:pt idx="8922">
                  <c:v>147.76</c:v>
                </c:pt>
                <c:pt idx="8923">
                  <c:v>148.33000000000001</c:v>
                </c:pt>
                <c:pt idx="8924">
                  <c:v>149.04</c:v>
                </c:pt>
                <c:pt idx="8925">
                  <c:v>149.15</c:v>
                </c:pt>
                <c:pt idx="8926">
                  <c:v>150.86000000000001</c:v>
                </c:pt>
                <c:pt idx="8927">
                  <c:v>151.26</c:v>
                </c:pt>
                <c:pt idx="8928">
                  <c:v>151.62</c:v>
                </c:pt>
                <c:pt idx="8929">
                  <c:v>151.41</c:v>
                </c:pt>
                <c:pt idx="8930">
                  <c:v>151.41999999999999</c:v>
                </c:pt>
                <c:pt idx="8931">
                  <c:v>151.56</c:v>
                </c:pt>
                <c:pt idx="8932">
                  <c:v>151.33000000000001</c:v>
                </c:pt>
                <c:pt idx="8933">
                  <c:v>151.38</c:v>
                </c:pt>
                <c:pt idx="8934">
                  <c:v>151.35</c:v>
                </c:pt>
                <c:pt idx="8935">
                  <c:v>151.65</c:v>
                </c:pt>
                <c:pt idx="8936">
                  <c:v>151.56</c:v>
                </c:pt>
                <c:pt idx="8937">
                  <c:v>151.69999999999999</c:v>
                </c:pt>
                <c:pt idx="8938">
                  <c:v>151.34</c:v>
                </c:pt>
                <c:pt idx="8939">
                  <c:v>151.62</c:v>
                </c:pt>
                <c:pt idx="8940">
                  <c:v>151.82</c:v>
                </c:pt>
                <c:pt idx="8941">
                  <c:v>151.76</c:v>
                </c:pt>
                <c:pt idx="8942">
                  <c:v>153.16</c:v>
                </c:pt>
                <c:pt idx="8943">
                  <c:v>153.27000000000001</c:v>
                </c:pt>
                <c:pt idx="8944">
                  <c:v>153.22999999999999</c:v>
                </c:pt>
                <c:pt idx="8945">
                  <c:v>154.28</c:v>
                </c:pt>
                <c:pt idx="8946">
                  <c:v>154.72</c:v>
                </c:pt>
                <c:pt idx="8947">
                  <c:v>154.38999999999999</c:v>
                </c:pt>
                <c:pt idx="8948">
                  <c:v>154.63999999999999</c:v>
                </c:pt>
                <c:pt idx="8949">
                  <c:v>154.63999999999999</c:v>
                </c:pt>
                <c:pt idx="8950">
                  <c:v>154.85</c:v>
                </c:pt>
                <c:pt idx="8951">
                  <c:v>154.83000000000001</c:v>
                </c:pt>
                <c:pt idx="8952">
                  <c:v>155.35</c:v>
                </c:pt>
                <c:pt idx="8953">
                  <c:v>155.65</c:v>
                </c:pt>
                <c:pt idx="8954">
                  <c:v>158.33000000000001</c:v>
                </c:pt>
                <c:pt idx="8955">
                  <c:v>156.35</c:v>
                </c:pt>
                <c:pt idx="8956">
                  <c:v>157.80000000000001</c:v>
                </c:pt>
                <c:pt idx="8957">
                  <c:v>154.57</c:v>
                </c:pt>
                <c:pt idx="8958">
                  <c:v>153.63999999999999</c:v>
                </c:pt>
                <c:pt idx="8959">
                  <c:v>153.05000000000001</c:v>
                </c:pt>
                <c:pt idx="8960">
                  <c:v>153.91999999999999</c:v>
                </c:pt>
                <c:pt idx="8961">
                  <c:v>154.69</c:v>
                </c:pt>
                <c:pt idx="8962">
                  <c:v>155.53</c:v>
                </c:pt>
                <c:pt idx="8963">
                  <c:v>155.47999999999999</c:v>
                </c:pt>
                <c:pt idx="8964">
                  <c:v>155.78</c:v>
                </c:pt>
                <c:pt idx="8965">
                  <c:v>156.22</c:v>
                </c:pt>
                <c:pt idx="8966">
                  <c:v>156.41999999999999</c:v>
                </c:pt>
                <c:pt idx="8967">
                  <c:v>154.88</c:v>
                </c:pt>
                <c:pt idx="8968">
                  <c:v>155.38999999999999</c:v>
                </c:pt>
                <c:pt idx="8969">
                  <c:v>155.65</c:v>
                </c:pt>
                <c:pt idx="8970">
                  <c:v>156.26</c:v>
                </c:pt>
                <c:pt idx="8971">
                  <c:v>156.16999999999999</c:v>
                </c:pt>
                <c:pt idx="8972">
                  <c:v>156.80000000000001</c:v>
                </c:pt>
                <c:pt idx="8973">
                  <c:v>156.93</c:v>
                </c:pt>
                <c:pt idx="8974">
                  <c:v>156.99</c:v>
                </c:pt>
                <c:pt idx="8975">
                  <c:v>156.88</c:v>
                </c:pt>
                <c:pt idx="8976">
                  <c:v>157.16999999999999</c:v>
                </c:pt>
                <c:pt idx="8977">
                  <c:v>157.63999999999999</c:v>
                </c:pt>
                <c:pt idx="8978">
                  <c:v>156.82</c:v>
                </c:pt>
                <c:pt idx="8979">
                  <c:v>157.31</c:v>
                </c:pt>
                <c:pt idx="8980">
                  <c:v>156.08000000000001</c:v>
                </c:pt>
                <c:pt idx="8981">
                  <c:v>154.88</c:v>
                </c:pt>
                <c:pt idx="8982">
                  <c:v>156.11000000000001</c:v>
                </c:pt>
                <c:pt idx="8983">
                  <c:v>155.61000000000001</c:v>
                </c:pt>
                <c:pt idx="8984">
                  <c:v>156.75</c:v>
                </c:pt>
                <c:pt idx="8985">
                  <c:v>157.04</c:v>
                </c:pt>
                <c:pt idx="8986">
                  <c:v>157.13</c:v>
                </c:pt>
                <c:pt idx="8987">
                  <c:v>156.72</c:v>
                </c:pt>
                <c:pt idx="8988">
                  <c:v>157.03</c:v>
                </c:pt>
                <c:pt idx="8989">
                  <c:v>157.4</c:v>
                </c:pt>
                <c:pt idx="8990">
                  <c:v>157.74</c:v>
                </c:pt>
                <c:pt idx="8991">
                  <c:v>157.86000000000001</c:v>
                </c:pt>
                <c:pt idx="8992">
                  <c:v>158.09</c:v>
                </c:pt>
                <c:pt idx="8993">
                  <c:v>158.93</c:v>
                </c:pt>
                <c:pt idx="8994">
                  <c:v>159.80000000000001</c:v>
                </c:pt>
                <c:pt idx="8995">
                  <c:v>159.62</c:v>
                </c:pt>
                <c:pt idx="8996">
                  <c:v>159.69999999999999</c:v>
                </c:pt>
                <c:pt idx="8997">
                  <c:v>160.81</c:v>
                </c:pt>
                <c:pt idx="8998">
                  <c:v>160.76</c:v>
                </c:pt>
                <c:pt idx="8999">
                  <c:v>160.88</c:v>
                </c:pt>
                <c:pt idx="9000">
                  <c:v>161.46</c:v>
                </c:pt>
                <c:pt idx="9001">
                  <c:v>161.44</c:v>
                </c:pt>
                <c:pt idx="9002">
                  <c:v>161.69</c:v>
                </c:pt>
                <c:pt idx="9003">
                  <c:v>161.28</c:v>
                </c:pt>
                <c:pt idx="9004">
                  <c:v>160.75</c:v>
                </c:pt>
                <c:pt idx="9005">
                  <c:v>160.83000000000001</c:v>
                </c:pt>
                <c:pt idx="9006">
                  <c:v>161.33000000000001</c:v>
                </c:pt>
                <c:pt idx="9007">
                  <c:v>161.69</c:v>
                </c:pt>
                <c:pt idx="9008">
                  <c:v>158.84</c:v>
                </c:pt>
                <c:pt idx="9009">
                  <c:v>157.83000000000001</c:v>
                </c:pt>
                <c:pt idx="9010">
                  <c:v>158.06</c:v>
                </c:pt>
                <c:pt idx="9011">
                  <c:v>158.35</c:v>
                </c:pt>
                <c:pt idx="9012">
                  <c:v>156.19999999999999</c:v>
                </c:pt>
                <c:pt idx="9013">
                  <c:v>157.37</c:v>
                </c:pt>
                <c:pt idx="9014">
                  <c:v>157.47999999999999</c:v>
                </c:pt>
                <c:pt idx="9015">
                  <c:v>157.04</c:v>
                </c:pt>
                <c:pt idx="9016">
                  <c:v>155.59</c:v>
                </c:pt>
                <c:pt idx="9017">
                  <c:v>153.88999999999999</c:v>
                </c:pt>
                <c:pt idx="9018">
                  <c:v>153.94</c:v>
                </c:pt>
                <c:pt idx="9019">
                  <c:v>153.76</c:v>
                </c:pt>
                <c:pt idx="9020">
                  <c:v>154.02000000000001</c:v>
                </c:pt>
                <c:pt idx="9021">
                  <c:v>152.77000000000001</c:v>
                </c:pt>
                <c:pt idx="9022">
                  <c:v>149.97999999999999</c:v>
                </c:pt>
                <c:pt idx="9023">
                  <c:v>149.36000000000001</c:v>
                </c:pt>
                <c:pt idx="9024">
                  <c:v>146.53</c:v>
                </c:pt>
                <c:pt idx="9025">
                  <c:v>144.18</c:v>
                </c:pt>
                <c:pt idx="9026">
                  <c:v>144.34</c:v>
                </c:pt>
                <c:pt idx="9027">
                  <c:v>146.68</c:v>
                </c:pt>
                <c:pt idx="9028">
                  <c:v>147.22999999999999</c:v>
                </c:pt>
                <c:pt idx="9029">
                  <c:v>146.61000000000001</c:v>
                </c:pt>
                <c:pt idx="9030">
                  <c:v>147.21</c:v>
                </c:pt>
                <c:pt idx="9031">
                  <c:v>146.84</c:v>
                </c:pt>
                <c:pt idx="9032">
                  <c:v>147.33000000000001</c:v>
                </c:pt>
                <c:pt idx="9033">
                  <c:v>149.28</c:v>
                </c:pt>
                <c:pt idx="9034">
                  <c:v>147.63</c:v>
                </c:pt>
                <c:pt idx="9035">
                  <c:v>146.59</c:v>
                </c:pt>
                <c:pt idx="9036">
                  <c:v>145.26</c:v>
                </c:pt>
                <c:pt idx="9037">
                  <c:v>145.21</c:v>
                </c:pt>
                <c:pt idx="9038">
                  <c:v>146.29</c:v>
                </c:pt>
                <c:pt idx="9039">
                  <c:v>144.37</c:v>
                </c:pt>
                <c:pt idx="9040">
                  <c:v>144.53</c:v>
                </c:pt>
                <c:pt idx="9041">
                  <c:v>143.96</c:v>
                </c:pt>
                <c:pt idx="9042">
                  <c:v>144.59</c:v>
                </c:pt>
                <c:pt idx="9043">
                  <c:v>144.99</c:v>
                </c:pt>
                <c:pt idx="9044">
                  <c:v>146.16999999999999</c:v>
                </c:pt>
                <c:pt idx="9045">
                  <c:v>146.91999999999999</c:v>
                </c:pt>
                <c:pt idx="9046">
                  <c:v>145.47999999999999</c:v>
                </c:pt>
                <c:pt idx="9047">
                  <c:v>143.74</c:v>
                </c:pt>
                <c:pt idx="9048">
                  <c:v>143.44999999999999</c:v>
                </c:pt>
                <c:pt idx="9049">
                  <c:v>142.30000000000001</c:v>
                </c:pt>
                <c:pt idx="9050">
                  <c:v>143.18</c:v>
                </c:pt>
                <c:pt idx="9051">
                  <c:v>142.44</c:v>
                </c:pt>
                <c:pt idx="9052">
                  <c:v>142.36000000000001</c:v>
                </c:pt>
                <c:pt idx="9053">
                  <c:v>141.82</c:v>
                </c:pt>
                <c:pt idx="9054">
                  <c:v>140.85</c:v>
                </c:pt>
                <c:pt idx="9055">
                  <c:v>140.62</c:v>
                </c:pt>
                <c:pt idx="9056">
                  <c:v>142.41</c:v>
                </c:pt>
                <c:pt idx="9057">
                  <c:v>142.29</c:v>
                </c:pt>
                <c:pt idx="9058">
                  <c:v>142.63</c:v>
                </c:pt>
                <c:pt idx="9059">
                  <c:v>143.85</c:v>
                </c:pt>
                <c:pt idx="9060">
                  <c:v>143.61000000000001</c:v>
                </c:pt>
                <c:pt idx="9061">
                  <c:v>143.22999999999999</c:v>
                </c:pt>
                <c:pt idx="9062">
                  <c:v>144.75</c:v>
                </c:pt>
                <c:pt idx="9063">
                  <c:v>144.81</c:v>
                </c:pt>
                <c:pt idx="9064">
                  <c:v>142.21</c:v>
                </c:pt>
                <c:pt idx="9065">
                  <c:v>143.63</c:v>
                </c:pt>
                <c:pt idx="9066">
                  <c:v>143.57</c:v>
                </c:pt>
                <c:pt idx="9067">
                  <c:v>146.47</c:v>
                </c:pt>
                <c:pt idx="9068">
                  <c:v>146.93</c:v>
                </c:pt>
                <c:pt idx="9069">
                  <c:v>148.69999999999999</c:v>
                </c:pt>
                <c:pt idx="9070">
                  <c:v>148.18</c:v>
                </c:pt>
                <c:pt idx="9071">
                  <c:v>148.19999999999999</c:v>
                </c:pt>
                <c:pt idx="9072">
                  <c:v>149.31</c:v>
                </c:pt>
                <c:pt idx="9073">
                  <c:v>148.57</c:v>
                </c:pt>
                <c:pt idx="9074">
                  <c:v>149.13</c:v>
                </c:pt>
                <c:pt idx="9075">
                  <c:v>149.76</c:v>
                </c:pt>
                <c:pt idx="9076">
                  <c:v>149.19999999999999</c:v>
                </c:pt>
                <c:pt idx="9077">
                  <c:v>149.63999999999999</c:v>
                </c:pt>
                <c:pt idx="9078">
                  <c:v>150.21</c:v>
                </c:pt>
                <c:pt idx="9079">
                  <c:v>149.53</c:v>
                </c:pt>
                <c:pt idx="9080">
                  <c:v>150.84</c:v>
                </c:pt>
                <c:pt idx="9081">
                  <c:v>151.08000000000001</c:v>
                </c:pt>
                <c:pt idx="9082">
                  <c:v>152.76</c:v>
                </c:pt>
                <c:pt idx="9083">
                  <c:v>151.83000000000001</c:v>
                </c:pt>
                <c:pt idx="9084">
                  <c:v>152.31</c:v>
                </c:pt>
                <c:pt idx="9085">
                  <c:v>153.29</c:v>
                </c:pt>
                <c:pt idx="9086">
                  <c:v>153.36000000000001</c:v>
                </c:pt>
                <c:pt idx="9087">
                  <c:v>153.41999999999999</c:v>
                </c:pt>
                <c:pt idx="9088">
                  <c:v>152.03</c:v>
                </c:pt>
                <c:pt idx="9089">
                  <c:v>153.01</c:v>
                </c:pt>
                <c:pt idx="9090">
                  <c:v>152.13</c:v>
                </c:pt>
                <c:pt idx="9091">
                  <c:v>151.62</c:v>
                </c:pt>
                <c:pt idx="9092">
                  <c:v>154.63</c:v>
                </c:pt>
                <c:pt idx="9093">
                  <c:v>152.94</c:v>
                </c:pt>
                <c:pt idx="9094">
                  <c:v>152.63999999999999</c:v>
                </c:pt>
                <c:pt idx="9095">
                  <c:v>153.72</c:v>
                </c:pt>
                <c:pt idx="9096">
                  <c:v>154.61000000000001</c:v>
                </c:pt>
                <c:pt idx="9097">
                  <c:v>155.46</c:v>
                </c:pt>
                <c:pt idx="9098">
                  <c:v>156.27000000000001</c:v>
                </c:pt>
                <c:pt idx="9099">
                  <c:v>154.30000000000001</c:v>
                </c:pt>
                <c:pt idx="9100">
                  <c:v>154.66</c:v>
                </c:pt>
                <c:pt idx="9101">
                  <c:v>154.66</c:v>
                </c:pt>
                <c:pt idx="9102">
                  <c:v>155.44</c:v>
                </c:pt>
                <c:pt idx="9103">
                  <c:v>154.54</c:v>
                </c:pt>
                <c:pt idx="9104">
                  <c:v>154.78</c:v>
                </c:pt>
                <c:pt idx="9105">
                  <c:v>154.22999999999999</c:v>
                </c:pt>
                <c:pt idx="9106">
                  <c:v>153.08000000000001</c:v>
                </c:pt>
                <c:pt idx="9107">
                  <c:v>151.09</c:v>
                </c:pt>
                <c:pt idx="9108">
                  <c:v>151.55000000000001</c:v>
                </c:pt>
                <c:pt idx="9109">
                  <c:v>149.77000000000001</c:v>
                </c:pt>
                <c:pt idx="9110">
                  <c:v>149.6</c:v>
                </c:pt>
                <c:pt idx="9111">
                  <c:v>149.6</c:v>
                </c:pt>
                <c:pt idx="9112">
                  <c:v>150.59</c:v>
                </c:pt>
                <c:pt idx="9113">
                  <c:v>150.1</c:v>
                </c:pt>
                <c:pt idx="9114">
                  <c:v>150</c:v>
                </c:pt>
                <c:pt idx="9115">
                  <c:v>151.21</c:v>
                </c:pt>
                <c:pt idx="9116">
                  <c:v>151.94999999999999</c:v>
                </c:pt>
                <c:pt idx="9117">
                  <c:v>152.44999999999999</c:v>
                </c:pt>
                <c:pt idx="9118">
                  <c:v>152.63</c:v>
                </c:pt>
                <c:pt idx="9119">
                  <c:v>153.65</c:v>
                </c:pt>
                <c:pt idx="9120">
                  <c:v>154.15</c:v>
                </c:pt>
                <c:pt idx="9121">
                  <c:v>153.46</c:v>
                </c:pt>
                <c:pt idx="9122">
                  <c:v>154.80000000000001</c:v>
                </c:pt>
                <c:pt idx="9123">
                  <c:v>157.44</c:v>
                </c:pt>
                <c:pt idx="9124">
                  <c:v>156.31</c:v>
                </c:pt>
                <c:pt idx="9125">
                  <c:v>157.16999999999999</c:v>
                </c:pt>
                <c:pt idx="9126">
                  <c:v>157.19</c:v>
                </c:pt>
                <c:pt idx="9127">
                  <c:v>157.33000000000001</c:v>
                </c:pt>
                <c:pt idx="9128">
                  <c:v>157.99</c:v>
                </c:pt>
                <c:pt idx="9129">
                  <c:v>157.87</c:v>
                </c:pt>
                <c:pt idx="9130">
                  <c:v>156.84</c:v>
                </c:pt>
                <c:pt idx="9131">
                  <c:v>157.19999999999999</c:v>
                </c:pt>
                <c:pt idx="9132">
                  <c:v>157.24</c:v>
                </c:pt>
                <c:pt idx="9133">
                  <c:v>157.5</c:v>
                </c:pt>
                <c:pt idx="9134">
                  <c:v>157.26</c:v>
                </c:pt>
                <c:pt idx="9135">
                  <c:v>157.62</c:v>
                </c:pt>
                <c:pt idx="9136">
                  <c:v>158.05000000000001</c:v>
                </c:pt>
                <c:pt idx="9137">
                  <c:v>158.35</c:v>
                </c:pt>
                <c:pt idx="9138">
                  <c:v>158.13999999999999</c:v>
                </c:pt>
                <c:pt idx="9139">
                  <c:v>157.72999999999999</c:v>
                </c:pt>
                <c:pt idx="9140">
                  <c:v>157.47999999999999</c:v>
                </c:pt>
                <c:pt idx="9141">
                  <c:v>157.96</c:v>
                </c:pt>
                <c:pt idx="9142">
                  <c:v>156.47</c:v>
                </c:pt>
                <c:pt idx="9143">
                  <c:v>155.16</c:v>
                </c:pt>
                <c:pt idx="9144">
                  <c:v>156.30000000000001</c:v>
                </c:pt>
                <c:pt idx="9145">
                  <c:v>155.62</c:v>
                </c:pt>
                <c:pt idx="9146">
                  <c:v>155.52000000000001</c:v>
                </c:pt>
                <c:pt idx="9147">
                  <c:v>156.53</c:v>
                </c:pt>
                <c:pt idx="9148">
                  <c:v>156.05000000000001</c:v>
                </c:pt>
                <c:pt idx="9149">
                  <c:v>156</c:v>
                </c:pt>
                <c:pt idx="9150">
                  <c:v>154.51</c:v>
                </c:pt>
                <c:pt idx="9151">
                  <c:v>155.54</c:v>
                </c:pt>
                <c:pt idx="9152">
                  <c:v>155.22</c:v>
                </c:pt>
                <c:pt idx="9153">
                  <c:v>154.29</c:v>
                </c:pt>
                <c:pt idx="9154">
                  <c:v>155.19</c:v>
                </c:pt>
                <c:pt idx="9155">
                  <c:v>154.72999999999999</c:v>
                </c:pt>
                <c:pt idx="9156">
                  <c:v>154.34</c:v>
                </c:pt>
                <c:pt idx="9157">
                  <c:v>152.61000000000001</c:v>
                </c:pt>
                <c:pt idx="9158">
                  <c:v>151.41</c:v>
                </c:pt>
                <c:pt idx="9159">
                  <c:v>151.41</c:v>
                </c:pt>
                <c:pt idx="9160">
                  <c:v>152</c:v>
                </c:pt>
                <c:pt idx="9161">
                  <c:v>152.49</c:v>
                </c:pt>
                <c:pt idx="9162">
                  <c:v>154.41999999999999</c:v>
                </c:pt>
                <c:pt idx="9163">
                  <c:v>152.80000000000001</c:v>
                </c:pt>
                <c:pt idx="9164">
                  <c:v>152.31</c:v>
                </c:pt>
                <c:pt idx="9165">
                  <c:v>151.51</c:v>
                </c:pt>
                <c:pt idx="9166">
                  <c:v>152.06</c:v>
                </c:pt>
                <c:pt idx="9167">
                  <c:v>151.47</c:v>
                </c:pt>
                <c:pt idx="9168">
                  <c:v>149.63999999999999</c:v>
                </c:pt>
                <c:pt idx="9169">
                  <c:v>149.27000000000001</c:v>
                </c:pt>
                <c:pt idx="9170">
                  <c:v>149.72</c:v>
                </c:pt>
                <c:pt idx="9171">
                  <c:v>149.03</c:v>
                </c:pt>
                <c:pt idx="9172">
                  <c:v>149.1</c:v>
                </c:pt>
                <c:pt idx="9173">
                  <c:v>149.81</c:v>
                </c:pt>
                <c:pt idx="9174">
                  <c:v>150.63</c:v>
                </c:pt>
                <c:pt idx="9175">
                  <c:v>149.5</c:v>
                </c:pt>
                <c:pt idx="9176">
                  <c:v>149.79</c:v>
                </c:pt>
                <c:pt idx="9177">
                  <c:v>148.88</c:v>
                </c:pt>
                <c:pt idx="9178">
                  <c:v>147.97999999999999</c:v>
                </c:pt>
                <c:pt idx="9179">
                  <c:v>148.04</c:v>
                </c:pt>
                <c:pt idx="9180">
                  <c:v>147.27000000000001</c:v>
                </c:pt>
                <c:pt idx="9181">
                  <c:v>147.78</c:v>
                </c:pt>
                <c:pt idx="9182">
                  <c:v>148.25</c:v>
                </c:pt>
                <c:pt idx="9183">
                  <c:v>147.81</c:v>
                </c:pt>
                <c:pt idx="9184">
                  <c:v>148.63999999999999</c:v>
                </c:pt>
                <c:pt idx="9185">
                  <c:v>149.21</c:v>
                </c:pt>
                <c:pt idx="9186">
                  <c:v>149.27000000000001</c:v>
                </c:pt>
                <c:pt idx="9187">
                  <c:v>148.69</c:v>
                </c:pt>
                <c:pt idx="9188">
                  <c:v>148.78</c:v>
                </c:pt>
                <c:pt idx="9189">
                  <c:v>149.32</c:v>
                </c:pt>
                <c:pt idx="9190">
                  <c:v>150.69999999999999</c:v>
                </c:pt>
                <c:pt idx="9191">
                  <c:v>149.91</c:v>
                </c:pt>
                <c:pt idx="9192">
                  <c:v>150.57</c:v>
                </c:pt>
                <c:pt idx="9193">
                  <c:v>151.05000000000001</c:v>
                </c:pt>
                <c:pt idx="9194">
                  <c:v>149.84</c:v>
                </c:pt>
                <c:pt idx="9195">
                  <c:v>149.96</c:v>
                </c:pt>
                <c:pt idx="9196">
                  <c:v>149.61000000000001</c:v>
                </c:pt>
                <c:pt idx="9197">
                  <c:v>149.28</c:v>
                </c:pt>
                <c:pt idx="9198">
                  <c:v>146.06</c:v>
                </c:pt>
                <c:pt idx="9199">
                  <c:v>146.93</c:v>
                </c:pt>
                <c:pt idx="9200">
                  <c:v>147.84</c:v>
                </c:pt>
                <c:pt idx="9201">
                  <c:v>146.27000000000001</c:v>
                </c:pt>
                <c:pt idx="9202">
                  <c:v>147.76</c:v>
                </c:pt>
                <c:pt idx="9203">
                  <c:v>144.44999999999999</c:v>
                </c:pt>
                <c:pt idx="9204">
                  <c:v>143.54</c:v>
                </c:pt>
                <c:pt idx="9205">
                  <c:v>143.06</c:v>
                </c:pt>
                <c:pt idx="9206">
                  <c:v>143.21</c:v>
                </c:pt>
                <c:pt idx="9207">
                  <c:v>141.88</c:v>
                </c:pt>
                <c:pt idx="9208">
                  <c:v>142.43</c:v>
                </c:pt>
                <c:pt idx="9209">
                  <c:v>142.18</c:v>
                </c:pt>
                <c:pt idx="9210">
                  <c:v>140.86000000000001</c:v>
                </c:pt>
                <c:pt idx="9211">
                  <c:v>141.57</c:v>
                </c:pt>
                <c:pt idx="9212">
                  <c:v>143.44999999999999</c:v>
                </c:pt>
                <c:pt idx="9213">
                  <c:v>142.63</c:v>
                </c:pt>
                <c:pt idx="9214">
                  <c:v>143.66999999999999</c:v>
                </c:pt>
                <c:pt idx="9215">
                  <c:v>142.01</c:v>
                </c:pt>
                <c:pt idx="9216">
                  <c:v>142.33000000000001</c:v>
                </c:pt>
                <c:pt idx="9217">
                  <c:v>143.07</c:v>
                </c:pt>
                <c:pt idx="9218">
                  <c:v>145.38999999999999</c:v>
                </c:pt>
                <c:pt idx="9219">
                  <c:v>144.96</c:v>
                </c:pt>
                <c:pt idx="9220">
                  <c:v>143.69999999999999</c:v>
                </c:pt>
                <c:pt idx="9221">
                  <c:v>142.44999999999999</c:v>
                </c:pt>
                <c:pt idx="9222">
                  <c:v>143.83000000000001</c:v>
                </c:pt>
                <c:pt idx="9223">
                  <c:v>145.91</c:v>
                </c:pt>
                <c:pt idx="9224">
                  <c:v>145.37</c:v>
                </c:pt>
                <c:pt idx="9225">
                  <c:v>148.46</c:v>
                </c:pt>
                <c:pt idx="9226">
                  <c:v>147.47999999999999</c:v>
                </c:pt>
                <c:pt idx="9227">
                  <c:v>146.75</c:v>
                </c:pt>
                <c:pt idx="9228">
                  <c:v>145.66999999999999</c:v>
                </c:pt>
                <c:pt idx="9229">
                  <c:v>145.69999999999999</c:v>
                </c:pt>
                <c:pt idx="9230">
                  <c:v>144.86000000000001</c:v>
                </c:pt>
                <c:pt idx="9231">
                  <c:v>144.51</c:v>
                </c:pt>
                <c:pt idx="9232">
                  <c:v>143.68</c:v>
                </c:pt>
                <c:pt idx="9233">
                  <c:v>144.01</c:v>
                </c:pt>
                <c:pt idx="9234">
                  <c:v>142.56</c:v>
                </c:pt>
                <c:pt idx="9235">
                  <c:v>142.85</c:v>
                </c:pt>
                <c:pt idx="9236">
                  <c:v>144.33000000000001</c:v>
                </c:pt>
                <c:pt idx="9237">
                  <c:v>144.84</c:v>
                </c:pt>
                <c:pt idx="9238">
                  <c:v>144.21</c:v>
                </c:pt>
                <c:pt idx="9239">
                  <c:v>144.02000000000001</c:v>
                </c:pt>
                <c:pt idx="9240">
                  <c:v>142.71</c:v>
                </c:pt>
                <c:pt idx="9241">
                  <c:v>143.97</c:v>
                </c:pt>
                <c:pt idx="9242">
                  <c:v>142.77000000000001</c:v>
                </c:pt>
                <c:pt idx="9243">
                  <c:v>143.53</c:v>
                </c:pt>
                <c:pt idx="9244">
                  <c:v>144.85</c:v>
                </c:pt>
                <c:pt idx="9245">
                  <c:v>144.57</c:v>
                </c:pt>
                <c:pt idx="9246">
                  <c:v>144.87</c:v>
                </c:pt>
                <c:pt idx="9247">
                  <c:v>144.56</c:v>
                </c:pt>
                <c:pt idx="9248">
                  <c:v>143.47999999999999</c:v>
                </c:pt>
                <c:pt idx="9249">
                  <c:v>144.07</c:v>
                </c:pt>
                <c:pt idx="9250">
                  <c:v>144.75</c:v>
                </c:pt>
                <c:pt idx="9251">
                  <c:v>145.29</c:v>
                </c:pt>
                <c:pt idx="9252">
                  <c:v>145.13</c:v>
                </c:pt>
                <c:pt idx="9253">
                  <c:v>145.44999999999999</c:v>
                </c:pt>
                <c:pt idx="9254">
                  <c:v>146.09</c:v>
                </c:pt>
                <c:pt idx="9255">
                  <c:v>146.15</c:v>
                </c:pt>
                <c:pt idx="9256">
                  <c:v>144.94</c:v>
                </c:pt>
                <c:pt idx="9257">
                  <c:v>145.24</c:v>
                </c:pt>
                <c:pt idx="9258">
                  <c:v>144.41999999999999</c:v>
                </c:pt>
                <c:pt idx="9259">
                  <c:v>144.65</c:v>
                </c:pt>
                <c:pt idx="9260">
                  <c:v>144.03</c:v>
                </c:pt>
                <c:pt idx="9261">
                  <c:v>143.41999999999999</c:v>
                </c:pt>
                <c:pt idx="9262">
                  <c:v>143.66</c:v>
                </c:pt>
                <c:pt idx="9263">
                  <c:v>144.93</c:v>
                </c:pt>
                <c:pt idx="9264">
                  <c:v>144.47</c:v>
                </c:pt>
                <c:pt idx="9265">
                  <c:v>146.05000000000001</c:v>
                </c:pt>
                <c:pt idx="9266">
                  <c:v>146.58000000000001</c:v>
                </c:pt>
                <c:pt idx="9267">
                  <c:v>146.33000000000001</c:v>
                </c:pt>
                <c:pt idx="9268">
                  <c:v>146.26</c:v>
                </c:pt>
                <c:pt idx="9269">
                  <c:v>147.43</c:v>
                </c:pt>
                <c:pt idx="9270">
                  <c:v>147.72</c:v>
                </c:pt>
                <c:pt idx="9271">
                  <c:v>148.88</c:v>
                </c:pt>
                <c:pt idx="9272">
                  <c:v>147.88</c:v>
                </c:pt>
                <c:pt idx="9273">
                  <c:v>148.58000000000001</c:v>
                </c:pt>
                <c:pt idx="9274">
                  <c:v>148.81</c:v>
                </c:pt>
                <c:pt idx="9275">
                  <c:v>147.38</c:v>
                </c:pt>
                <c:pt idx="9276">
                  <c:v>146.63</c:v>
                </c:pt>
                <c:pt idx="9277">
                  <c:v>146.51</c:v>
                </c:pt>
                <c:pt idx="9278">
                  <c:v>147.01</c:v>
                </c:pt>
                <c:pt idx="9279">
                  <c:v>147.69</c:v>
                </c:pt>
                <c:pt idx="9280">
                  <c:v>148.53</c:v>
                </c:pt>
                <c:pt idx="9281">
                  <c:v>148.46</c:v>
                </c:pt>
                <c:pt idx="9282">
                  <c:v>149.51</c:v>
                </c:pt>
                <c:pt idx="9283">
                  <c:v>150.75</c:v>
                </c:pt>
                <c:pt idx="9284">
                  <c:v>147.4</c:v>
                </c:pt>
                <c:pt idx="9285">
                  <c:v>147.09</c:v>
                </c:pt>
                <c:pt idx="9286">
                  <c:v>147.62</c:v>
                </c:pt>
                <c:pt idx="9287">
                  <c:v>147.37</c:v>
                </c:pt>
                <c:pt idx="9288">
                  <c:v>147.13999999999999</c:v>
                </c:pt>
                <c:pt idx="9289">
                  <c:v>147.74</c:v>
                </c:pt>
                <c:pt idx="9290">
                  <c:v>148.15</c:v>
                </c:pt>
                <c:pt idx="9291">
                  <c:v>147.84</c:v>
                </c:pt>
                <c:pt idx="9292">
                  <c:v>147.38</c:v>
                </c:pt>
                <c:pt idx="9293">
                  <c:v>147.76</c:v>
                </c:pt>
                <c:pt idx="9294">
                  <c:v>147.19</c:v>
                </c:pt>
                <c:pt idx="9295">
                  <c:v>147.88999999999999</c:v>
                </c:pt>
                <c:pt idx="9296">
                  <c:v>147.66999999999999</c:v>
                </c:pt>
                <c:pt idx="9297">
                  <c:v>147.33000000000001</c:v>
                </c:pt>
                <c:pt idx="9298">
                  <c:v>148.37</c:v>
                </c:pt>
                <c:pt idx="9299">
                  <c:v>146.94</c:v>
                </c:pt>
                <c:pt idx="9300">
                  <c:v>147.80000000000001</c:v>
                </c:pt>
                <c:pt idx="9301">
                  <c:v>147.4</c:v>
                </c:pt>
                <c:pt idx="9302">
                  <c:v>147.41999999999999</c:v>
                </c:pt>
                <c:pt idx="9303">
                  <c:v>146.93</c:v>
                </c:pt>
                <c:pt idx="9304">
                  <c:v>147.05000000000001</c:v>
                </c:pt>
                <c:pt idx="9305">
                  <c:v>147.18</c:v>
                </c:pt>
                <c:pt idx="9306">
                  <c:v>148.36000000000001</c:v>
                </c:pt>
                <c:pt idx="9307">
                  <c:v>148.1</c:v>
                </c:pt>
                <c:pt idx="9308">
                  <c:v>148.49</c:v>
                </c:pt>
                <c:pt idx="9309">
                  <c:v>147.43</c:v>
                </c:pt>
                <c:pt idx="9310">
                  <c:v>147.5</c:v>
                </c:pt>
                <c:pt idx="9311">
                  <c:v>147.41</c:v>
                </c:pt>
                <c:pt idx="9312">
                  <c:v>147.46</c:v>
                </c:pt>
                <c:pt idx="9313">
                  <c:v>147.21</c:v>
                </c:pt>
                <c:pt idx="9314">
                  <c:v>147.68</c:v>
                </c:pt>
                <c:pt idx="9315">
                  <c:v>147.4</c:v>
                </c:pt>
                <c:pt idx="9316">
                  <c:v>146.47999999999999</c:v>
                </c:pt>
                <c:pt idx="9317">
                  <c:v>146.99</c:v>
                </c:pt>
                <c:pt idx="9318">
                  <c:v>148</c:v>
                </c:pt>
                <c:pt idx="9319">
                  <c:v>147.94999999999999</c:v>
                </c:pt>
                <c:pt idx="9320">
                  <c:v>147.72</c:v>
                </c:pt>
                <c:pt idx="9321">
                  <c:v>147.63999999999999</c:v>
                </c:pt>
                <c:pt idx="9322">
                  <c:v>148.9</c:v>
                </c:pt>
                <c:pt idx="9323">
                  <c:v>149.80000000000001</c:v>
                </c:pt>
                <c:pt idx="9324">
                  <c:v>149.49</c:v>
                </c:pt>
                <c:pt idx="9325">
                  <c:v>148.59</c:v>
                </c:pt>
                <c:pt idx="9326">
                  <c:v>147.9</c:v>
                </c:pt>
                <c:pt idx="9327">
                  <c:v>147.07</c:v>
                </c:pt>
                <c:pt idx="9328">
                  <c:v>147.26</c:v>
                </c:pt>
                <c:pt idx="9329">
                  <c:v>147.47</c:v>
                </c:pt>
                <c:pt idx="9330">
                  <c:v>150.35</c:v>
                </c:pt>
                <c:pt idx="9331">
                  <c:v>151.9</c:v>
                </c:pt>
                <c:pt idx="9332">
                  <c:v>152.69</c:v>
                </c:pt>
                <c:pt idx="9333">
                  <c:v>153.07</c:v>
                </c:pt>
                <c:pt idx="9334">
                  <c:v>151.19</c:v>
                </c:pt>
                <c:pt idx="9335">
                  <c:v>152.28</c:v>
                </c:pt>
                <c:pt idx="9336">
                  <c:v>151.84</c:v>
                </c:pt>
                <c:pt idx="9337">
                  <c:v>151.05000000000001</c:v>
                </c:pt>
                <c:pt idx="9338">
                  <c:v>150.43</c:v>
                </c:pt>
                <c:pt idx="9339">
                  <c:v>150.61000000000001</c:v>
                </c:pt>
                <c:pt idx="9340">
                  <c:v>150.75</c:v>
                </c:pt>
                <c:pt idx="9341">
                  <c:v>151.93</c:v>
                </c:pt>
                <c:pt idx="9342">
                  <c:v>151.97999999999999</c:v>
                </c:pt>
                <c:pt idx="9343">
                  <c:v>152.57</c:v>
                </c:pt>
                <c:pt idx="9344">
                  <c:v>152.86000000000001</c:v>
                </c:pt>
                <c:pt idx="9345">
                  <c:v>152.88</c:v>
                </c:pt>
                <c:pt idx="9346">
                  <c:v>152.11000000000001</c:v>
                </c:pt>
                <c:pt idx="9347">
                  <c:v>152.72999999999999</c:v>
                </c:pt>
                <c:pt idx="9348">
                  <c:v>154.13</c:v>
                </c:pt>
                <c:pt idx="9349">
                  <c:v>153.99</c:v>
                </c:pt>
                <c:pt idx="9350">
                  <c:v>154.22</c:v>
                </c:pt>
                <c:pt idx="9351">
                  <c:v>153.66999999999999</c:v>
                </c:pt>
                <c:pt idx="9352">
                  <c:v>154.12</c:v>
                </c:pt>
                <c:pt idx="9353">
                  <c:v>153.06</c:v>
                </c:pt>
                <c:pt idx="9354">
                  <c:v>153.41999999999999</c:v>
                </c:pt>
                <c:pt idx="9355">
                  <c:v>154.15</c:v>
                </c:pt>
                <c:pt idx="9356">
                  <c:v>154.16</c:v>
                </c:pt>
                <c:pt idx="9357">
                  <c:v>154.79</c:v>
                </c:pt>
                <c:pt idx="9358">
                  <c:v>154.56</c:v>
                </c:pt>
                <c:pt idx="9359">
                  <c:v>154.55000000000001</c:v>
                </c:pt>
                <c:pt idx="9360">
                  <c:v>155.26</c:v>
                </c:pt>
                <c:pt idx="9361">
                  <c:v>155.51</c:v>
                </c:pt>
                <c:pt idx="9362">
                  <c:v>157.16</c:v>
                </c:pt>
                <c:pt idx="9363">
                  <c:v>157.47</c:v>
                </c:pt>
                <c:pt idx="9364">
                  <c:v>156.41</c:v>
                </c:pt>
                <c:pt idx="9365">
                  <c:v>156.88999999999999</c:v>
                </c:pt>
                <c:pt idx="9366">
                  <c:v>156.05000000000001</c:v>
                </c:pt>
                <c:pt idx="9367">
                  <c:v>156.47</c:v>
                </c:pt>
                <c:pt idx="9368">
                  <c:v>156.31</c:v>
                </c:pt>
                <c:pt idx="9369">
                  <c:v>156.18</c:v>
                </c:pt>
                <c:pt idx="9370">
                  <c:v>155.46</c:v>
                </c:pt>
                <c:pt idx="9371">
                  <c:v>155.88</c:v>
                </c:pt>
                <c:pt idx="9372">
                  <c:v>155.25</c:v>
                </c:pt>
                <c:pt idx="9373">
                  <c:v>155.1</c:v>
                </c:pt>
                <c:pt idx="9374">
                  <c:v>155.33000000000001</c:v>
                </c:pt>
                <c:pt idx="9375">
                  <c:v>155.91999999999999</c:v>
                </c:pt>
                <c:pt idx="9376">
                  <c:v>156.88</c:v>
                </c:pt>
                <c:pt idx="9377">
                  <c:v>156.02000000000001</c:v>
                </c:pt>
                <c:pt idx="9378">
                  <c:v>155.59</c:v>
                </c:pt>
                <c:pt idx="9379">
                  <c:v>155.81</c:v>
                </c:pt>
                <c:pt idx="9380">
                  <c:v>155.22999999999999</c:v>
                </c:pt>
                <c:pt idx="9381">
                  <c:v>154.72</c:v>
                </c:pt>
                <c:pt idx="9382">
                  <c:v>155.69</c:v>
                </c:pt>
                <c:pt idx="9383">
                  <c:v>155.55000000000001</c:v>
                </c:pt>
                <c:pt idx="9384">
                  <c:v>157.75</c:v>
                </c:pt>
                <c:pt idx="9385">
                  <c:v>157.05000000000001</c:v>
                </c:pt>
                <c:pt idx="9386">
                  <c:v>156.22999999999999</c:v>
                </c:pt>
                <c:pt idx="9387">
                  <c:v>155.93</c:v>
                </c:pt>
                <c:pt idx="9388">
                  <c:v>155.83000000000001</c:v>
                </c:pt>
                <c:pt idx="9389">
                  <c:v>156.57</c:v>
                </c:pt>
                <c:pt idx="9390">
                  <c:v>156.06</c:v>
                </c:pt>
                <c:pt idx="9391">
                  <c:v>156.41</c:v>
                </c:pt>
                <c:pt idx="9392">
                  <c:v>156.71</c:v>
                </c:pt>
                <c:pt idx="9393">
                  <c:v>156.75</c:v>
                </c:pt>
                <c:pt idx="9394">
                  <c:v>156.84</c:v>
                </c:pt>
                <c:pt idx="9395">
                  <c:v>156.38</c:v>
                </c:pt>
                <c:pt idx="9396">
                  <c:v>156.65</c:v>
                </c:pt>
                <c:pt idx="9397">
                  <c:v>156.76</c:v>
                </c:pt>
                <c:pt idx="9398">
                  <c:v>156.87</c:v>
                </c:pt>
                <c:pt idx="9399">
                  <c:v>157.88999999999999</c:v>
                </c:pt>
                <c:pt idx="9400">
                  <c:v>158.13999999999999</c:v>
                </c:pt>
                <c:pt idx="9401">
                  <c:v>159.13999999999999</c:v>
                </c:pt>
                <c:pt idx="9402">
                  <c:v>158.46</c:v>
                </c:pt>
                <c:pt idx="9403">
                  <c:v>158.63</c:v>
                </c:pt>
                <c:pt idx="9404">
                  <c:v>158.12</c:v>
                </c:pt>
                <c:pt idx="9405">
                  <c:v>158.11000000000001</c:v>
                </c:pt>
                <c:pt idx="9406">
                  <c:v>158.15</c:v>
                </c:pt>
                <c:pt idx="9407">
                  <c:v>158.30000000000001</c:v>
                </c:pt>
                <c:pt idx="9408">
                  <c:v>158.41</c:v>
                </c:pt>
                <c:pt idx="9409">
                  <c:v>155.69999999999999</c:v>
                </c:pt>
                <c:pt idx="9410">
                  <c:v>154.18</c:v>
                </c:pt>
                <c:pt idx="9411">
                  <c:v>152.21</c:v>
                </c:pt>
                <c:pt idx="9412">
                  <c:v>153.41</c:v>
                </c:pt>
                <c:pt idx="9413">
                  <c:v>153.11000000000001</c:v>
                </c:pt>
                <c:pt idx="9414">
                  <c:v>154.78</c:v>
                </c:pt>
                <c:pt idx="9415">
                  <c:v>155.63</c:v>
                </c:pt>
                <c:pt idx="9416">
                  <c:v>155.75</c:v>
                </c:pt>
                <c:pt idx="9417">
                  <c:v>156.86000000000001</c:v>
                </c:pt>
                <c:pt idx="9418">
                  <c:v>157.04</c:v>
                </c:pt>
                <c:pt idx="9419">
                  <c:v>157.22</c:v>
                </c:pt>
                <c:pt idx="9420">
                  <c:v>155.88</c:v>
                </c:pt>
                <c:pt idx="9421">
                  <c:v>154.38999999999999</c:v>
                </c:pt>
                <c:pt idx="9422">
                  <c:v>153.26</c:v>
                </c:pt>
                <c:pt idx="9423">
                  <c:v>152.74</c:v>
                </c:pt>
                <c:pt idx="9424">
                  <c:v>152.69999999999999</c:v>
                </c:pt>
                <c:pt idx="9425">
                  <c:v>153.47</c:v>
                </c:pt>
                <c:pt idx="9426">
                  <c:v>153.31</c:v>
                </c:pt>
                <c:pt idx="9427">
                  <c:v>154.81</c:v>
                </c:pt>
                <c:pt idx="9428">
                  <c:v>155.01</c:v>
                </c:pt>
                <c:pt idx="9429">
                  <c:v>155.05000000000001</c:v>
                </c:pt>
                <c:pt idx="9430">
                  <c:v>154.65</c:v>
                </c:pt>
                <c:pt idx="9431">
                  <c:v>155.87</c:v>
                </c:pt>
                <c:pt idx="9432">
                  <c:v>156.37</c:v>
                </c:pt>
                <c:pt idx="9433">
                  <c:v>156.13</c:v>
                </c:pt>
                <c:pt idx="9434">
                  <c:v>156.05000000000001</c:v>
                </c:pt>
                <c:pt idx="9435">
                  <c:v>157.38999999999999</c:v>
                </c:pt>
                <c:pt idx="9436">
                  <c:v>157.74</c:v>
                </c:pt>
                <c:pt idx="9437">
                  <c:v>157.06</c:v>
                </c:pt>
                <c:pt idx="9438">
                  <c:v>157.59</c:v>
                </c:pt>
                <c:pt idx="9439">
                  <c:v>157.78</c:v>
                </c:pt>
                <c:pt idx="9440">
                  <c:v>157.66999999999999</c:v>
                </c:pt>
                <c:pt idx="9441">
                  <c:v>158.05000000000001</c:v>
                </c:pt>
                <c:pt idx="9442">
                  <c:v>158.94999999999999</c:v>
                </c:pt>
                <c:pt idx="9443">
                  <c:v>159.35</c:v>
                </c:pt>
                <c:pt idx="9444">
                  <c:v>159.72999999999999</c:v>
                </c:pt>
                <c:pt idx="9445">
                  <c:v>159.07</c:v>
                </c:pt>
                <c:pt idx="9446">
                  <c:v>159</c:v>
                </c:pt>
                <c:pt idx="9447">
                  <c:v>159.86000000000001</c:v>
                </c:pt>
                <c:pt idx="9448">
                  <c:v>157.72999999999999</c:v>
                </c:pt>
                <c:pt idx="9449">
                  <c:v>159.22999999999999</c:v>
                </c:pt>
                <c:pt idx="9450">
                  <c:v>158.44</c:v>
                </c:pt>
                <c:pt idx="9451">
                  <c:v>158.69999999999999</c:v>
                </c:pt>
                <c:pt idx="9452">
                  <c:v>159.47</c:v>
                </c:pt>
                <c:pt idx="9453">
                  <c:v>159.81</c:v>
                </c:pt>
                <c:pt idx="9454">
                  <c:v>160.31</c:v>
                </c:pt>
                <c:pt idx="9455">
                  <c:v>159.71</c:v>
                </c:pt>
                <c:pt idx="9456">
                  <c:v>158.72</c:v>
                </c:pt>
                <c:pt idx="9457">
                  <c:v>158.82</c:v>
                </c:pt>
                <c:pt idx="9458">
                  <c:v>159.6</c:v>
                </c:pt>
                <c:pt idx="9459">
                  <c:v>159.66999999999999</c:v>
                </c:pt>
                <c:pt idx="9460">
                  <c:v>159.68</c:v>
                </c:pt>
                <c:pt idx="9461">
                  <c:v>159.62</c:v>
                </c:pt>
                <c:pt idx="9462">
                  <c:v>158.57</c:v>
                </c:pt>
                <c:pt idx="9463">
                  <c:v>158.96</c:v>
                </c:pt>
                <c:pt idx="9464">
                  <c:v>159.27000000000001</c:v>
                </c:pt>
                <c:pt idx="9465">
                  <c:v>159.44999999999999</c:v>
                </c:pt>
                <c:pt idx="9466">
                  <c:v>158.79</c:v>
                </c:pt>
                <c:pt idx="9467">
                  <c:v>159</c:v>
                </c:pt>
                <c:pt idx="9468">
                  <c:v>159.16999999999999</c:v>
                </c:pt>
                <c:pt idx="9469">
                  <c:v>158.63999999999999</c:v>
                </c:pt>
                <c:pt idx="9470">
                  <c:v>158.81</c:v>
                </c:pt>
                <c:pt idx="9471">
                  <c:v>159.37</c:v>
                </c:pt>
                <c:pt idx="9472">
                  <c:v>159.47999999999999</c:v>
                </c:pt>
                <c:pt idx="9473">
                  <c:v>159.71</c:v>
                </c:pt>
                <c:pt idx="9474">
                  <c:v>159.38</c:v>
                </c:pt>
                <c:pt idx="9475">
                  <c:v>159.41999999999999</c:v>
                </c:pt>
                <c:pt idx="9476">
                  <c:v>159.62</c:v>
                </c:pt>
                <c:pt idx="9477">
                  <c:v>160.41</c:v>
                </c:pt>
                <c:pt idx="9478">
                  <c:v>156.59</c:v>
                </c:pt>
                <c:pt idx="9479">
                  <c:v>157.01</c:v>
                </c:pt>
                <c:pt idx="9480">
                  <c:v>157.24</c:v>
                </c:pt>
                <c:pt idx="9481">
                  <c:v>157.88</c:v>
                </c:pt>
                <c:pt idx="9482">
                  <c:v>156.38999999999999</c:v>
                </c:pt>
                <c:pt idx="9483">
                  <c:v>156.93</c:v>
                </c:pt>
                <c:pt idx="9484">
                  <c:v>156.68</c:v>
                </c:pt>
                <c:pt idx="9485">
                  <c:v>157.19</c:v>
                </c:pt>
                <c:pt idx="9486">
                  <c:v>157.63</c:v>
                </c:pt>
                <c:pt idx="9487">
                  <c:v>157.86000000000001</c:v>
                </c:pt>
                <c:pt idx="9488">
                  <c:v>158.37</c:v>
                </c:pt>
                <c:pt idx="9489">
                  <c:v>158.74</c:v>
                </c:pt>
                <c:pt idx="9490">
                  <c:v>158.82</c:v>
                </c:pt>
                <c:pt idx="9491">
                  <c:v>159.07</c:v>
                </c:pt>
                <c:pt idx="9492">
                  <c:v>158.91999999999999</c:v>
                </c:pt>
                <c:pt idx="9493">
                  <c:v>158.97999999999999</c:v>
                </c:pt>
                <c:pt idx="9494">
                  <c:v>159.18</c:v>
                </c:pt>
                <c:pt idx="9495">
                  <c:v>158.91</c:v>
                </c:pt>
                <c:pt idx="9496">
                  <c:v>159.30000000000001</c:v>
                </c:pt>
                <c:pt idx="9497">
                  <c:v>159.52000000000001</c:v>
                </c:pt>
                <c:pt idx="9498">
                  <c:v>159.24</c:v>
                </c:pt>
                <c:pt idx="9499">
                  <c:v>159.27000000000001</c:v>
                </c:pt>
                <c:pt idx="9500">
                  <c:v>159.66</c:v>
                </c:pt>
                <c:pt idx="9501">
                  <c:v>159.91</c:v>
                </c:pt>
                <c:pt idx="9502">
                  <c:v>160.07</c:v>
                </c:pt>
                <c:pt idx="9503">
                  <c:v>160.02000000000001</c:v>
                </c:pt>
                <c:pt idx="9504">
                  <c:v>160.29</c:v>
                </c:pt>
                <c:pt idx="9505">
                  <c:v>160.16</c:v>
                </c:pt>
                <c:pt idx="9506">
                  <c:v>160.36000000000001</c:v>
                </c:pt>
                <c:pt idx="9507">
                  <c:v>160.55000000000001</c:v>
                </c:pt>
                <c:pt idx="9508">
                  <c:v>159.93</c:v>
                </c:pt>
                <c:pt idx="9509">
                  <c:v>160.24</c:v>
                </c:pt>
                <c:pt idx="9510">
                  <c:v>160.34</c:v>
                </c:pt>
                <c:pt idx="9511">
                  <c:v>160.43</c:v>
                </c:pt>
                <c:pt idx="9512">
                  <c:v>160.65</c:v>
                </c:pt>
                <c:pt idx="9513">
                  <c:v>160.59</c:v>
                </c:pt>
              </c:numCache>
            </c:numRef>
          </c:val>
          <c:smooth val="0"/>
          <c:extLst>
            <c:ext xmlns:c16="http://schemas.microsoft.com/office/drawing/2014/chart" uri="{C3380CC4-5D6E-409C-BE32-E72D297353CC}">
              <c16:uniqueId val="{00000001-E4BA-4E95-AACD-B072E2A5189E}"/>
            </c:ext>
          </c:extLst>
        </c:ser>
        <c:dLbls>
          <c:showLegendKey val="0"/>
          <c:showVal val="0"/>
          <c:showCatName val="0"/>
          <c:showSerName val="0"/>
          <c:showPercent val="0"/>
          <c:showBubbleSize val="0"/>
        </c:dLbls>
        <c:smooth val="0"/>
        <c:axId val="2000000800"/>
        <c:axId val="2000000801"/>
      </c:lineChart>
      <c:dateAx>
        <c:axId val="2000000800"/>
        <c:scaling>
          <c:orientation val="minMax"/>
        </c:scaling>
        <c:delete val="0"/>
        <c:axPos val="b"/>
        <c:numFmt formatCode="m/d/yyyy" sourceLinked="0"/>
        <c:majorTickMark val="none"/>
        <c:minorTickMark val="none"/>
        <c:tickLblPos val="nextTo"/>
        <c:spPr>
          <a:noFill/>
          <a:ln w="6350" cap="flat" cmpd="sng" algn="ctr">
            <a:solidFill>
              <a:sysClr val="windowText" lastClr="000000"/>
            </a:solidFill>
            <a:round/>
          </a:ln>
          <a:effectLst/>
        </c:spPr>
        <c:txPr>
          <a:bodyPr rot="-6000000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0801"/>
        <c:crosses val="autoZero"/>
        <c:auto val="1"/>
        <c:lblOffset val="100"/>
        <c:baseTimeUnit val="days"/>
      </c:dateAx>
      <c:valAx>
        <c:axId val="2000000801"/>
        <c:scaling>
          <c:orientation val="minMax"/>
          <c:max val="170"/>
          <c:min val="60"/>
        </c:scaling>
        <c:delete val="0"/>
        <c:axPos val="l"/>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0800"/>
        <c:crosses val="autoZero"/>
        <c:crossBetween val="between"/>
      </c:valAx>
      <c:spPr>
        <a:noFill/>
        <a:ln>
          <a:noFill/>
        </a:ln>
        <a:effectLst/>
      </c:spPr>
    </c:plotArea>
    <c:legend>
      <c:legendPos val="t"/>
      <c:legendEntry>
        <c:idx val="0"/>
        <c:txPr>
          <a:bodyPr rot="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egendEntry>
        <c:idx val="1"/>
        <c:txPr>
          <a:bodyPr rot="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ayout>
        <c:manualLayout>
          <c:xMode val="edge"/>
          <c:yMode val="edge"/>
          <c:x val="0.24277777777777784"/>
          <c:y val="2.7777777777777776E-2"/>
          <c:w val="0.45333333333333331"/>
          <c:h val="6.8729585885097699E-2"/>
        </c:manualLayout>
      </c:layout>
      <c:overlay val="0"/>
      <c:spPr>
        <a:noFill/>
        <a:ln>
          <a:noFill/>
        </a:ln>
        <a:effectLst/>
      </c:spPr>
      <c:txPr>
        <a:bodyPr rot="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
    <c:plotVisOnly val="1"/>
    <c:dispBlanksAs val="gap"/>
    <c:showDLblsOverMax val="0"/>
  </c:chart>
  <c:spPr>
    <a:noFill/>
    <a:ln w="9525" cap="flat" cmpd="sng" algn="ctr">
      <a:noFill/>
      <a:round/>
    </a:ln>
    <a:effectLst/>
  </c:spPr>
  <c:txPr>
    <a:bodyPr/>
    <a:lstStyle/>
    <a:p>
      <a:pPr>
        <a:defRPr lang="zh-CN" sz="80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defRPr>
      </a:pPr>
      <a:endParaRPr lang="zh-CN"/>
    </a:p>
  </c:txPr>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6012646532004398E-2"/>
          <c:y val="0.174558204367605"/>
          <c:w val="0.84340643929044301"/>
          <c:h val="0.74717790047048405"/>
        </c:manualLayout>
      </c:layout>
      <c:lineChart>
        <c:grouping val="standard"/>
        <c:varyColors val="0"/>
        <c:ser>
          <c:idx val="0"/>
          <c:order val="0"/>
          <c:tx>
            <c:strRef>
              <c:f>'US CPI&amp;FFR'!$B$1</c:f>
              <c:strCache>
                <c:ptCount val="1"/>
                <c:pt idx="0">
                  <c:v>美国CPI非季调同比（%）</c:v>
                </c:pt>
              </c:strCache>
            </c:strRef>
          </c:tx>
          <c:spPr>
            <a:ln w="25400" cap="rnd" cmpd="sng">
              <a:solidFill>
                <a:srgbClr val="7C80C8"/>
              </a:solidFill>
              <a:prstDash val="solid"/>
              <a:round/>
            </a:ln>
            <a:effectLst/>
          </c:spPr>
          <c:marker>
            <c:symbol val="none"/>
          </c:marker>
          <c:cat>
            <c:numRef>
              <c:f>'US CPI&amp;FFR'!$A$2:$A$318</c:f>
              <c:numCache>
                <c:formatCode>m/d/yyyy</c:formatCode>
                <c:ptCount val="317"/>
                <c:pt idx="0">
                  <c:v>36556</c:v>
                </c:pt>
                <c:pt idx="1">
                  <c:v>36585</c:v>
                </c:pt>
                <c:pt idx="2">
                  <c:v>36616</c:v>
                </c:pt>
                <c:pt idx="3">
                  <c:v>36646</c:v>
                </c:pt>
                <c:pt idx="4">
                  <c:v>36677</c:v>
                </c:pt>
                <c:pt idx="5">
                  <c:v>36707</c:v>
                </c:pt>
                <c:pt idx="6">
                  <c:v>36738</c:v>
                </c:pt>
                <c:pt idx="7">
                  <c:v>36769</c:v>
                </c:pt>
                <c:pt idx="8">
                  <c:v>36799</c:v>
                </c:pt>
                <c:pt idx="9">
                  <c:v>36830</c:v>
                </c:pt>
                <c:pt idx="10">
                  <c:v>36860</c:v>
                </c:pt>
                <c:pt idx="11">
                  <c:v>36891</c:v>
                </c:pt>
                <c:pt idx="12">
                  <c:v>36922</c:v>
                </c:pt>
                <c:pt idx="13">
                  <c:v>36950</c:v>
                </c:pt>
                <c:pt idx="14">
                  <c:v>36981</c:v>
                </c:pt>
                <c:pt idx="15">
                  <c:v>37011</c:v>
                </c:pt>
                <c:pt idx="16">
                  <c:v>37042</c:v>
                </c:pt>
                <c:pt idx="17">
                  <c:v>37072</c:v>
                </c:pt>
                <c:pt idx="18">
                  <c:v>37103</c:v>
                </c:pt>
                <c:pt idx="19">
                  <c:v>37134</c:v>
                </c:pt>
                <c:pt idx="20">
                  <c:v>37164</c:v>
                </c:pt>
                <c:pt idx="21">
                  <c:v>37195</c:v>
                </c:pt>
                <c:pt idx="22">
                  <c:v>37225</c:v>
                </c:pt>
                <c:pt idx="23">
                  <c:v>37256</c:v>
                </c:pt>
                <c:pt idx="24">
                  <c:v>37287</c:v>
                </c:pt>
                <c:pt idx="25">
                  <c:v>37315</c:v>
                </c:pt>
                <c:pt idx="26">
                  <c:v>37346</c:v>
                </c:pt>
                <c:pt idx="27">
                  <c:v>37376</c:v>
                </c:pt>
                <c:pt idx="28">
                  <c:v>37407</c:v>
                </c:pt>
                <c:pt idx="29">
                  <c:v>37437</c:v>
                </c:pt>
                <c:pt idx="30">
                  <c:v>37468</c:v>
                </c:pt>
                <c:pt idx="31">
                  <c:v>37499</c:v>
                </c:pt>
                <c:pt idx="32">
                  <c:v>37529</c:v>
                </c:pt>
                <c:pt idx="33">
                  <c:v>37560</c:v>
                </c:pt>
                <c:pt idx="34">
                  <c:v>37590</c:v>
                </c:pt>
                <c:pt idx="35">
                  <c:v>37621</c:v>
                </c:pt>
                <c:pt idx="36">
                  <c:v>37652</c:v>
                </c:pt>
                <c:pt idx="37">
                  <c:v>37680</c:v>
                </c:pt>
                <c:pt idx="38">
                  <c:v>37711</c:v>
                </c:pt>
                <c:pt idx="39">
                  <c:v>37741</c:v>
                </c:pt>
                <c:pt idx="40">
                  <c:v>37772</c:v>
                </c:pt>
                <c:pt idx="41">
                  <c:v>37802</c:v>
                </c:pt>
                <c:pt idx="42">
                  <c:v>37833</c:v>
                </c:pt>
                <c:pt idx="43">
                  <c:v>37864</c:v>
                </c:pt>
                <c:pt idx="44">
                  <c:v>37894</c:v>
                </c:pt>
                <c:pt idx="45">
                  <c:v>37925</c:v>
                </c:pt>
                <c:pt idx="46">
                  <c:v>37955</c:v>
                </c:pt>
                <c:pt idx="47">
                  <c:v>37986</c:v>
                </c:pt>
                <c:pt idx="48">
                  <c:v>38017</c:v>
                </c:pt>
                <c:pt idx="49">
                  <c:v>38046</c:v>
                </c:pt>
                <c:pt idx="50">
                  <c:v>38077</c:v>
                </c:pt>
                <c:pt idx="51">
                  <c:v>38107</c:v>
                </c:pt>
                <c:pt idx="52">
                  <c:v>38138</c:v>
                </c:pt>
                <c:pt idx="53">
                  <c:v>38168</c:v>
                </c:pt>
                <c:pt idx="54">
                  <c:v>38199</c:v>
                </c:pt>
                <c:pt idx="55">
                  <c:v>38230</c:v>
                </c:pt>
                <c:pt idx="56">
                  <c:v>38260</c:v>
                </c:pt>
                <c:pt idx="57">
                  <c:v>38291</c:v>
                </c:pt>
                <c:pt idx="58">
                  <c:v>38321</c:v>
                </c:pt>
                <c:pt idx="59">
                  <c:v>38352</c:v>
                </c:pt>
                <c:pt idx="60">
                  <c:v>38383</c:v>
                </c:pt>
                <c:pt idx="61">
                  <c:v>38411</c:v>
                </c:pt>
                <c:pt idx="62">
                  <c:v>38442</c:v>
                </c:pt>
                <c:pt idx="63">
                  <c:v>38472</c:v>
                </c:pt>
                <c:pt idx="64">
                  <c:v>38503</c:v>
                </c:pt>
                <c:pt idx="65">
                  <c:v>38533</c:v>
                </c:pt>
                <c:pt idx="66">
                  <c:v>38564</c:v>
                </c:pt>
                <c:pt idx="67">
                  <c:v>38595</c:v>
                </c:pt>
                <c:pt idx="68">
                  <c:v>38625</c:v>
                </c:pt>
                <c:pt idx="69">
                  <c:v>38656</c:v>
                </c:pt>
                <c:pt idx="70">
                  <c:v>38686</c:v>
                </c:pt>
                <c:pt idx="71">
                  <c:v>38717</c:v>
                </c:pt>
                <c:pt idx="72">
                  <c:v>38748</c:v>
                </c:pt>
                <c:pt idx="73">
                  <c:v>38776</c:v>
                </c:pt>
                <c:pt idx="74">
                  <c:v>38807</c:v>
                </c:pt>
                <c:pt idx="75">
                  <c:v>38837</c:v>
                </c:pt>
                <c:pt idx="76">
                  <c:v>38868</c:v>
                </c:pt>
                <c:pt idx="77">
                  <c:v>38898</c:v>
                </c:pt>
                <c:pt idx="78">
                  <c:v>38929</c:v>
                </c:pt>
                <c:pt idx="79">
                  <c:v>38960</c:v>
                </c:pt>
                <c:pt idx="80">
                  <c:v>38990</c:v>
                </c:pt>
                <c:pt idx="81">
                  <c:v>39021</c:v>
                </c:pt>
                <c:pt idx="82">
                  <c:v>39051</c:v>
                </c:pt>
                <c:pt idx="83">
                  <c:v>39082</c:v>
                </c:pt>
                <c:pt idx="84">
                  <c:v>39113</c:v>
                </c:pt>
                <c:pt idx="85">
                  <c:v>39141</c:v>
                </c:pt>
                <c:pt idx="86">
                  <c:v>39172</c:v>
                </c:pt>
                <c:pt idx="87">
                  <c:v>39202</c:v>
                </c:pt>
                <c:pt idx="88">
                  <c:v>39233</c:v>
                </c:pt>
                <c:pt idx="89">
                  <c:v>39263</c:v>
                </c:pt>
                <c:pt idx="90">
                  <c:v>39294</c:v>
                </c:pt>
                <c:pt idx="91">
                  <c:v>39325</c:v>
                </c:pt>
                <c:pt idx="92">
                  <c:v>39355</c:v>
                </c:pt>
                <c:pt idx="93">
                  <c:v>39386</c:v>
                </c:pt>
                <c:pt idx="94">
                  <c:v>39416</c:v>
                </c:pt>
                <c:pt idx="95">
                  <c:v>39447</c:v>
                </c:pt>
                <c:pt idx="96">
                  <c:v>39478</c:v>
                </c:pt>
                <c:pt idx="97">
                  <c:v>39507</c:v>
                </c:pt>
                <c:pt idx="98">
                  <c:v>39538</c:v>
                </c:pt>
                <c:pt idx="99">
                  <c:v>39568</c:v>
                </c:pt>
                <c:pt idx="100">
                  <c:v>39599</c:v>
                </c:pt>
                <c:pt idx="101">
                  <c:v>39629</c:v>
                </c:pt>
                <c:pt idx="102">
                  <c:v>39660</c:v>
                </c:pt>
                <c:pt idx="103">
                  <c:v>39691</c:v>
                </c:pt>
                <c:pt idx="104">
                  <c:v>39721</c:v>
                </c:pt>
                <c:pt idx="105">
                  <c:v>39752</c:v>
                </c:pt>
                <c:pt idx="106">
                  <c:v>39782</c:v>
                </c:pt>
                <c:pt idx="107">
                  <c:v>39813</c:v>
                </c:pt>
                <c:pt idx="108">
                  <c:v>39844</c:v>
                </c:pt>
                <c:pt idx="109">
                  <c:v>39872</c:v>
                </c:pt>
                <c:pt idx="110">
                  <c:v>39903</c:v>
                </c:pt>
                <c:pt idx="111">
                  <c:v>39933</c:v>
                </c:pt>
                <c:pt idx="112">
                  <c:v>39964</c:v>
                </c:pt>
                <c:pt idx="113">
                  <c:v>39994</c:v>
                </c:pt>
                <c:pt idx="114">
                  <c:v>40025</c:v>
                </c:pt>
                <c:pt idx="115">
                  <c:v>40056</c:v>
                </c:pt>
                <c:pt idx="116">
                  <c:v>40086</c:v>
                </c:pt>
                <c:pt idx="117">
                  <c:v>40117</c:v>
                </c:pt>
                <c:pt idx="118">
                  <c:v>40147</c:v>
                </c:pt>
                <c:pt idx="119">
                  <c:v>40178</c:v>
                </c:pt>
                <c:pt idx="120">
                  <c:v>40209</c:v>
                </c:pt>
                <c:pt idx="121">
                  <c:v>40237</c:v>
                </c:pt>
                <c:pt idx="122">
                  <c:v>40268</c:v>
                </c:pt>
                <c:pt idx="123">
                  <c:v>40298</c:v>
                </c:pt>
                <c:pt idx="124">
                  <c:v>40329</c:v>
                </c:pt>
                <c:pt idx="125">
                  <c:v>40359</c:v>
                </c:pt>
                <c:pt idx="126">
                  <c:v>40390</c:v>
                </c:pt>
                <c:pt idx="127">
                  <c:v>40421</c:v>
                </c:pt>
                <c:pt idx="128">
                  <c:v>40451</c:v>
                </c:pt>
                <c:pt idx="129">
                  <c:v>40482</c:v>
                </c:pt>
                <c:pt idx="130">
                  <c:v>40512</c:v>
                </c:pt>
                <c:pt idx="131">
                  <c:v>40543</c:v>
                </c:pt>
                <c:pt idx="132">
                  <c:v>40574</c:v>
                </c:pt>
                <c:pt idx="133">
                  <c:v>40602</c:v>
                </c:pt>
                <c:pt idx="134">
                  <c:v>40633</c:v>
                </c:pt>
                <c:pt idx="135">
                  <c:v>40663</c:v>
                </c:pt>
                <c:pt idx="136">
                  <c:v>40694</c:v>
                </c:pt>
                <c:pt idx="137">
                  <c:v>40724</c:v>
                </c:pt>
                <c:pt idx="138">
                  <c:v>40755</c:v>
                </c:pt>
                <c:pt idx="139">
                  <c:v>40786</c:v>
                </c:pt>
                <c:pt idx="140">
                  <c:v>40816</c:v>
                </c:pt>
                <c:pt idx="141">
                  <c:v>40847</c:v>
                </c:pt>
                <c:pt idx="142">
                  <c:v>40877</c:v>
                </c:pt>
                <c:pt idx="143">
                  <c:v>40908</c:v>
                </c:pt>
                <c:pt idx="144">
                  <c:v>40939</c:v>
                </c:pt>
                <c:pt idx="145">
                  <c:v>40968</c:v>
                </c:pt>
                <c:pt idx="146">
                  <c:v>40999</c:v>
                </c:pt>
                <c:pt idx="147">
                  <c:v>41029</c:v>
                </c:pt>
                <c:pt idx="148">
                  <c:v>41060</c:v>
                </c:pt>
                <c:pt idx="149">
                  <c:v>41090</c:v>
                </c:pt>
                <c:pt idx="150">
                  <c:v>41121</c:v>
                </c:pt>
                <c:pt idx="151">
                  <c:v>41152</c:v>
                </c:pt>
                <c:pt idx="152">
                  <c:v>41182</c:v>
                </c:pt>
                <c:pt idx="153">
                  <c:v>41213</c:v>
                </c:pt>
                <c:pt idx="154">
                  <c:v>41243</c:v>
                </c:pt>
                <c:pt idx="155">
                  <c:v>41274</c:v>
                </c:pt>
                <c:pt idx="156">
                  <c:v>41305</c:v>
                </c:pt>
                <c:pt idx="157">
                  <c:v>41333</c:v>
                </c:pt>
                <c:pt idx="158">
                  <c:v>41364</c:v>
                </c:pt>
                <c:pt idx="159">
                  <c:v>41394</c:v>
                </c:pt>
                <c:pt idx="160">
                  <c:v>41425</c:v>
                </c:pt>
                <c:pt idx="161">
                  <c:v>41455</c:v>
                </c:pt>
                <c:pt idx="162">
                  <c:v>41486</c:v>
                </c:pt>
                <c:pt idx="163">
                  <c:v>41517</c:v>
                </c:pt>
                <c:pt idx="164">
                  <c:v>41547</c:v>
                </c:pt>
                <c:pt idx="165">
                  <c:v>41578</c:v>
                </c:pt>
                <c:pt idx="166">
                  <c:v>41608</c:v>
                </c:pt>
                <c:pt idx="167">
                  <c:v>41639</c:v>
                </c:pt>
                <c:pt idx="168">
                  <c:v>41670</c:v>
                </c:pt>
                <c:pt idx="169">
                  <c:v>41698</c:v>
                </c:pt>
                <c:pt idx="170">
                  <c:v>41729</c:v>
                </c:pt>
                <c:pt idx="171">
                  <c:v>41759</c:v>
                </c:pt>
                <c:pt idx="172">
                  <c:v>41790</c:v>
                </c:pt>
                <c:pt idx="173">
                  <c:v>41820</c:v>
                </c:pt>
                <c:pt idx="174">
                  <c:v>41851</c:v>
                </c:pt>
                <c:pt idx="175">
                  <c:v>41882</c:v>
                </c:pt>
                <c:pt idx="176">
                  <c:v>41912</c:v>
                </c:pt>
                <c:pt idx="177">
                  <c:v>41943</c:v>
                </c:pt>
                <c:pt idx="178">
                  <c:v>41973</c:v>
                </c:pt>
                <c:pt idx="179">
                  <c:v>42004</c:v>
                </c:pt>
                <c:pt idx="180">
                  <c:v>42035</c:v>
                </c:pt>
                <c:pt idx="181">
                  <c:v>42063</c:v>
                </c:pt>
                <c:pt idx="182">
                  <c:v>42094</c:v>
                </c:pt>
                <c:pt idx="183">
                  <c:v>42124</c:v>
                </c:pt>
                <c:pt idx="184">
                  <c:v>42155</c:v>
                </c:pt>
                <c:pt idx="185">
                  <c:v>42185</c:v>
                </c:pt>
                <c:pt idx="186">
                  <c:v>42216</c:v>
                </c:pt>
                <c:pt idx="187">
                  <c:v>42247</c:v>
                </c:pt>
                <c:pt idx="188">
                  <c:v>42277</c:v>
                </c:pt>
                <c:pt idx="189">
                  <c:v>42308</c:v>
                </c:pt>
                <c:pt idx="190">
                  <c:v>42338</c:v>
                </c:pt>
                <c:pt idx="191">
                  <c:v>42369</c:v>
                </c:pt>
                <c:pt idx="192">
                  <c:v>42400</c:v>
                </c:pt>
                <c:pt idx="193">
                  <c:v>42429</c:v>
                </c:pt>
                <c:pt idx="194">
                  <c:v>42460</c:v>
                </c:pt>
                <c:pt idx="195">
                  <c:v>42490</c:v>
                </c:pt>
                <c:pt idx="196">
                  <c:v>42521</c:v>
                </c:pt>
                <c:pt idx="197">
                  <c:v>42551</c:v>
                </c:pt>
                <c:pt idx="198">
                  <c:v>42582</c:v>
                </c:pt>
                <c:pt idx="199">
                  <c:v>42613</c:v>
                </c:pt>
                <c:pt idx="200">
                  <c:v>42643</c:v>
                </c:pt>
                <c:pt idx="201">
                  <c:v>42674</c:v>
                </c:pt>
                <c:pt idx="202">
                  <c:v>42704</c:v>
                </c:pt>
                <c:pt idx="203">
                  <c:v>42735</c:v>
                </c:pt>
                <c:pt idx="204">
                  <c:v>42766</c:v>
                </c:pt>
                <c:pt idx="205">
                  <c:v>42794</c:v>
                </c:pt>
                <c:pt idx="206">
                  <c:v>42825</c:v>
                </c:pt>
                <c:pt idx="207">
                  <c:v>42855</c:v>
                </c:pt>
                <c:pt idx="208">
                  <c:v>42886</c:v>
                </c:pt>
                <c:pt idx="209">
                  <c:v>42916</c:v>
                </c:pt>
                <c:pt idx="210">
                  <c:v>42947</c:v>
                </c:pt>
                <c:pt idx="211">
                  <c:v>42978</c:v>
                </c:pt>
                <c:pt idx="212">
                  <c:v>43008</c:v>
                </c:pt>
                <c:pt idx="213">
                  <c:v>43039</c:v>
                </c:pt>
                <c:pt idx="214">
                  <c:v>43069</c:v>
                </c:pt>
                <c:pt idx="215">
                  <c:v>43100</c:v>
                </c:pt>
                <c:pt idx="216">
                  <c:v>43131</c:v>
                </c:pt>
                <c:pt idx="217">
                  <c:v>43159</c:v>
                </c:pt>
                <c:pt idx="218">
                  <c:v>43190</c:v>
                </c:pt>
                <c:pt idx="219">
                  <c:v>43220</c:v>
                </c:pt>
                <c:pt idx="220">
                  <c:v>43251</c:v>
                </c:pt>
                <c:pt idx="221">
                  <c:v>43281</c:v>
                </c:pt>
                <c:pt idx="222">
                  <c:v>43312</c:v>
                </c:pt>
                <c:pt idx="223">
                  <c:v>43343</c:v>
                </c:pt>
                <c:pt idx="224">
                  <c:v>43373</c:v>
                </c:pt>
                <c:pt idx="225">
                  <c:v>43404</c:v>
                </c:pt>
                <c:pt idx="226">
                  <c:v>43434</c:v>
                </c:pt>
                <c:pt idx="227">
                  <c:v>43465</c:v>
                </c:pt>
                <c:pt idx="228">
                  <c:v>43496</c:v>
                </c:pt>
                <c:pt idx="229">
                  <c:v>43524</c:v>
                </c:pt>
                <c:pt idx="230">
                  <c:v>43555</c:v>
                </c:pt>
                <c:pt idx="231">
                  <c:v>43585</c:v>
                </c:pt>
                <c:pt idx="232">
                  <c:v>43616</c:v>
                </c:pt>
                <c:pt idx="233">
                  <c:v>43646</c:v>
                </c:pt>
                <c:pt idx="234">
                  <c:v>43677</c:v>
                </c:pt>
                <c:pt idx="235">
                  <c:v>43708</c:v>
                </c:pt>
                <c:pt idx="236">
                  <c:v>43738</c:v>
                </c:pt>
                <c:pt idx="237">
                  <c:v>43769</c:v>
                </c:pt>
                <c:pt idx="238">
                  <c:v>43799</c:v>
                </c:pt>
                <c:pt idx="239">
                  <c:v>43830</c:v>
                </c:pt>
                <c:pt idx="240">
                  <c:v>43861</c:v>
                </c:pt>
                <c:pt idx="241">
                  <c:v>43890</c:v>
                </c:pt>
                <c:pt idx="242">
                  <c:v>43921</c:v>
                </c:pt>
                <c:pt idx="243">
                  <c:v>43951</c:v>
                </c:pt>
                <c:pt idx="244">
                  <c:v>43982</c:v>
                </c:pt>
                <c:pt idx="245">
                  <c:v>44012</c:v>
                </c:pt>
                <c:pt idx="246">
                  <c:v>44043</c:v>
                </c:pt>
                <c:pt idx="247">
                  <c:v>44074</c:v>
                </c:pt>
                <c:pt idx="248">
                  <c:v>44104</c:v>
                </c:pt>
                <c:pt idx="249">
                  <c:v>44135</c:v>
                </c:pt>
                <c:pt idx="250">
                  <c:v>44165</c:v>
                </c:pt>
                <c:pt idx="251">
                  <c:v>44196</c:v>
                </c:pt>
                <c:pt idx="252">
                  <c:v>44227</c:v>
                </c:pt>
                <c:pt idx="253">
                  <c:v>44255</c:v>
                </c:pt>
                <c:pt idx="254">
                  <c:v>44286</c:v>
                </c:pt>
                <c:pt idx="255">
                  <c:v>44316</c:v>
                </c:pt>
                <c:pt idx="256">
                  <c:v>44347</c:v>
                </c:pt>
                <c:pt idx="257">
                  <c:v>44377</c:v>
                </c:pt>
                <c:pt idx="258">
                  <c:v>44408</c:v>
                </c:pt>
                <c:pt idx="259">
                  <c:v>44439</c:v>
                </c:pt>
                <c:pt idx="260">
                  <c:v>44469</c:v>
                </c:pt>
                <c:pt idx="261">
                  <c:v>44500</c:v>
                </c:pt>
                <c:pt idx="262">
                  <c:v>44530</c:v>
                </c:pt>
                <c:pt idx="263">
                  <c:v>44561</c:v>
                </c:pt>
                <c:pt idx="264">
                  <c:v>44592</c:v>
                </c:pt>
                <c:pt idx="265">
                  <c:v>44620</c:v>
                </c:pt>
                <c:pt idx="266">
                  <c:v>44651</c:v>
                </c:pt>
                <c:pt idx="267">
                  <c:v>44681</c:v>
                </c:pt>
                <c:pt idx="268">
                  <c:v>44712</c:v>
                </c:pt>
                <c:pt idx="269">
                  <c:v>44742</c:v>
                </c:pt>
                <c:pt idx="270">
                  <c:v>44773</c:v>
                </c:pt>
                <c:pt idx="271">
                  <c:v>44804</c:v>
                </c:pt>
                <c:pt idx="272">
                  <c:v>44834</c:v>
                </c:pt>
                <c:pt idx="273">
                  <c:v>44865</c:v>
                </c:pt>
                <c:pt idx="274">
                  <c:v>44895</c:v>
                </c:pt>
                <c:pt idx="275">
                  <c:v>44926</c:v>
                </c:pt>
                <c:pt idx="276">
                  <c:v>44957</c:v>
                </c:pt>
                <c:pt idx="277">
                  <c:v>44985</c:v>
                </c:pt>
                <c:pt idx="278">
                  <c:v>45016</c:v>
                </c:pt>
                <c:pt idx="279">
                  <c:v>45046</c:v>
                </c:pt>
                <c:pt idx="280">
                  <c:v>45077</c:v>
                </c:pt>
                <c:pt idx="281">
                  <c:v>45107</c:v>
                </c:pt>
                <c:pt idx="282">
                  <c:v>45138</c:v>
                </c:pt>
                <c:pt idx="283">
                  <c:v>45169</c:v>
                </c:pt>
                <c:pt idx="284">
                  <c:v>45199</c:v>
                </c:pt>
                <c:pt idx="285">
                  <c:v>45230</c:v>
                </c:pt>
                <c:pt idx="286">
                  <c:v>45260</c:v>
                </c:pt>
                <c:pt idx="287">
                  <c:v>45291</c:v>
                </c:pt>
                <c:pt idx="288">
                  <c:v>45322</c:v>
                </c:pt>
                <c:pt idx="289">
                  <c:v>45351</c:v>
                </c:pt>
                <c:pt idx="290">
                  <c:v>45382</c:v>
                </c:pt>
                <c:pt idx="291">
                  <c:v>45412</c:v>
                </c:pt>
                <c:pt idx="292">
                  <c:v>45443</c:v>
                </c:pt>
                <c:pt idx="293">
                  <c:v>45473</c:v>
                </c:pt>
                <c:pt idx="294">
                  <c:v>45504</c:v>
                </c:pt>
                <c:pt idx="295">
                  <c:v>45535</c:v>
                </c:pt>
                <c:pt idx="296">
                  <c:v>45565</c:v>
                </c:pt>
                <c:pt idx="297">
                  <c:v>45596</c:v>
                </c:pt>
                <c:pt idx="298">
                  <c:v>45626</c:v>
                </c:pt>
                <c:pt idx="299">
                  <c:v>45657</c:v>
                </c:pt>
                <c:pt idx="300">
                  <c:v>45688</c:v>
                </c:pt>
                <c:pt idx="301">
                  <c:v>45716</c:v>
                </c:pt>
                <c:pt idx="302">
                  <c:v>45747</c:v>
                </c:pt>
                <c:pt idx="303">
                  <c:v>45777</c:v>
                </c:pt>
                <c:pt idx="304">
                  <c:v>45808</c:v>
                </c:pt>
                <c:pt idx="305">
                  <c:v>45838</c:v>
                </c:pt>
                <c:pt idx="306">
                  <c:v>45869</c:v>
                </c:pt>
                <c:pt idx="307">
                  <c:v>45900</c:v>
                </c:pt>
                <c:pt idx="308">
                  <c:v>45930</c:v>
                </c:pt>
                <c:pt idx="309">
                  <c:v>45961</c:v>
                </c:pt>
                <c:pt idx="310">
                  <c:v>45991</c:v>
                </c:pt>
                <c:pt idx="311">
                  <c:v>46022</c:v>
                </c:pt>
                <c:pt idx="312">
                  <c:v>46053</c:v>
                </c:pt>
                <c:pt idx="313">
                  <c:v>46081</c:v>
                </c:pt>
                <c:pt idx="314">
                  <c:v>46112</c:v>
                </c:pt>
                <c:pt idx="315">
                  <c:v>46142</c:v>
                </c:pt>
                <c:pt idx="316">
                  <c:v>46173</c:v>
                </c:pt>
              </c:numCache>
            </c:numRef>
          </c:cat>
          <c:val>
            <c:numRef>
              <c:f>'US CPI&amp;FFR'!$B$2:$B$318</c:f>
              <c:numCache>
                <c:formatCode>General</c:formatCode>
                <c:ptCount val="317"/>
                <c:pt idx="0">
                  <c:v>2.7</c:v>
                </c:pt>
                <c:pt idx="1">
                  <c:v>3.2</c:v>
                </c:pt>
                <c:pt idx="2">
                  <c:v>3.8</c:v>
                </c:pt>
                <c:pt idx="3">
                  <c:v>3.1</c:v>
                </c:pt>
                <c:pt idx="4">
                  <c:v>3.2</c:v>
                </c:pt>
                <c:pt idx="5">
                  <c:v>3.7</c:v>
                </c:pt>
                <c:pt idx="6">
                  <c:v>3.7</c:v>
                </c:pt>
                <c:pt idx="7">
                  <c:v>3.4</c:v>
                </c:pt>
                <c:pt idx="8">
                  <c:v>3.5</c:v>
                </c:pt>
                <c:pt idx="9">
                  <c:v>3.4</c:v>
                </c:pt>
                <c:pt idx="10">
                  <c:v>3.4</c:v>
                </c:pt>
                <c:pt idx="11">
                  <c:v>3.4</c:v>
                </c:pt>
                <c:pt idx="12">
                  <c:v>3.7</c:v>
                </c:pt>
                <c:pt idx="13">
                  <c:v>3.5</c:v>
                </c:pt>
                <c:pt idx="14">
                  <c:v>2.9</c:v>
                </c:pt>
                <c:pt idx="15">
                  <c:v>3.3</c:v>
                </c:pt>
                <c:pt idx="16">
                  <c:v>3.6</c:v>
                </c:pt>
                <c:pt idx="17">
                  <c:v>3.2</c:v>
                </c:pt>
                <c:pt idx="18">
                  <c:v>2.7</c:v>
                </c:pt>
                <c:pt idx="19">
                  <c:v>2.7</c:v>
                </c:pt>
                <c:pt idx="20">
                  <c:v>2.6</c:v>
                </c:pt>
                <c:pt idx="21">
                  <c:v>2.1</c:v>
                </c:pt>
                <c:pt idx="22">
                  <c:v>1.9</c:v>
                </c:pt>
                <c:pt idx="23">
                  <c:v>1.6</c:v>
                </c:pt>
                <c:pt idx="24">
                  <c:v>1.1000000000000001</c:v>
                </c:pt>
                <c:pt idx="25">
                  <c:v>1.1000000000000001</c:v>
                </c:pt>
                <c:pt idx="26">
                  <c:v>1.5</c:v>
                </c:pt>
                <c:pt idx="27">
                  <c:v>1.6</c:v>
                </c:pt>
                <c:pt idx="28">
                  <c:v>1.2</c:v>
                </c:pt>
                <c:pt idx="29">
                  <c:v>1.1000000000000001</c:v>
                </c:pt>
                <c:pt idx="30">
                  <c:v>1.5</c:v>
                </c:pt>
                <c:pt idx="31">
                  <c:v>1.8</c:v>
                </c:pt>
                <c:pt idx="32">
                  <c:v>1.5</c:v>
                </c:pt>
                <c:pt idx="33">
                  <c:v>2</c:v>
                </c:pt>
                <c:pt idx="34">
                  <c:v>2.2000000000000002</c:v>
                </c:pt>
                <c:pt idx="35">
                  <c:v>2.4</c:v>
                </c:pt>
                <c:pt idx="36">
                  <c:v>2.6</c:v>
                </c:pt>
                <c:pt idx="37">
                  <c:v>3</c:v>
                </c:pt>
                <c:pt idx="38">
                  <c:v>3</c:v>
                </c:pt>
                <c:pt idx="39">
                  <c:v>2.2000000000000002</c:v>
                </c:pt>
                <c:pt idx="40">
                  <c:v>2.1</c:v>
                </c:pt>
                <c:pt idx="41">
                  <c:v>2.1</c:v>
                </c:pt>
                <c:pt idx="42">
                  <c:v>2.1</c:v>
                </c:pt>
                <c:pt idx="43">
                  <c:v>2.2000000000000002</c:v>
                </c:pt>
                <c:pt idx="44">
                  <c:v>2.2999999999999998</c:v>
                </c:pt>
                <c:pt idx="45">
                  <c:v>2</c:v>
                </c:pt>
                <c:pt idx="46">
                  <c:v>1.8</c:v>
                </c:pt>
                <c:pt idx="47">
                  <c:v>1.9</c:v>
                </c:pt>
                <c:pt idx="48">
                  <c:v>1.9</c:v>
                </c:pt>
                <c:pt idx="49">
                  <c:v>1.7</c:v>
                </c:pt>
                <c:pt idx="50">
                  <c:v>1.7</c:v>
                </c:pt>
                <c:pt idx="51">
                  <c:v>2.2999999999999998</c:v>
                </c:pt>
                <c:pt idx="52">
                  <c:v>3.1</c:v>
                </c:pt>
                <c:pt idx="53">
                  <c:v>3.3</c:v>
                </c:pt>
                <c:pt idx="54">
                  <c:v>3</c:v>
                </c:pt>
                <c:pt idx="55">
                  <c:v>2.7</c:v>
                </c:pt>
                <c:pt idx="56">
                  <c:v>2.5</c:v>
                </c:pt>
                <c:pt idx="57">
                  <c:v>3.2</c:v>
                </c:pt>
                <c:pt idx="58">
                  <c:v>3.5</c:v>
                </c:pt>
                <c:pt idx="59">
                  <c:v>3.3</c:v>
                </c:pt>
                <c:pt idx="60">
                  <c:v>3</c:v>
                </c:pt>
                <c:pt idx="61">
                  <c:v>3</c:v>
                </c:pt>
                <c:pt idx="62">
                  <c:v>3.1</c:v>
                </c:pt>
                <c:pt idx="63">
                  <c:v>3.5</c:v>
                </c:pt>
                <c:pt idx="64">
                  <c:v>2.8</c:v>
                </c:pt>
                <c:pt idx="65">
                  <c:v>2.5</c:v>
                </c:pt>
                <c:pt idx="66">
                  <c:v>3.2</c:v>
                </c:pt>
                <c:pt idx="67">
                  <c:v>3.6</c:v>
                </c:pt>
                <c:pt idx="68">
                  <c:v>4.7</c:v>
                </c:pt>
                <c:pt idx="69">
                  <c:v>4.3</c:v>
                </c:pt>
                <c:pt idx="70">
                  <c:v>3.5</c:v>
                </c:pt>
                <c:pt idx="71">
                  <c:v>3.4</c:v>
                </c:pt>
                <c:pt idx="72">
                  <c:v>4</c:v>
                </c:pt>
                <c:pt idx="73">
                  <c:v>3.6</c:v>
                </c:pt>
                <c:pt idx="74">
                  <c:v>3.4</c:v>
                </c:pt>
                <c:pt idx="75">
                  <c:v>3.5</c:v>
                </c:pt>
                <c:pt idx="76">
                  <c:v>4.2</c:v>
                </c:pt>
                <c:pt idx="77">
                  <c:v>4.3</c:v>
                </c:pt>
                <c:pt idx="78">
                  <c:v>4.0999999999999996</c:v>
                </c:pt>
                <c:pt idx="79">
                  <c:v>3.8</c:v>
                </c:pt>
                <c:pt idx="80">
                  <c:v>2.1</c:v>
                </c:pt>
                <c:pt idx="81">
                  <c:v>1.3</c:v>
                </c:pt>
                <c:pt idx="82">
                  <c:v>2</c:v>
                </c:pt>
                <c:pt idx="83">
                  <c:v>2.5</c:v>
                </c:pt>
                <c:pt idx="84">
                  <c:v>2.1</c:v>
                </c:pt>
                <c:pt idx="85">
                  <c:v>2.4</c:v>
                </c:pt>
                <c:pt idx="86">
                  <c:v>2.8</c:v>
                </c:pt>
                <c:pt idx="87">
                  <c:v>2.6</c:v>
                </c:pt>
                <c:pt idx="88">
                  <c:v>2.7</c:v>
                </c:pt>
                <c:pt idx="89">
                  <c:v>2.7</c:v>
                </c:pt>
                <c:pt idx="90">
                  <c:v>2.4</c:v>
                </c:pt>
                <c:pt idx="91">
                  <c:v>2</c:v>
                </c:pt>
                <c:pt idx="92">
                  <c:v>2.8</c:v>
                </c:pt>
                <c:pt idx="93">
                  <c:v>3.5</c:v>
                </c:pt>
                <c:pt idx="94">
                  <c:v>4.3</c:v>
                </c:pt>
                <c:pt idx="95">
                  <c:v>4.0999999999999996</c:v>
                </c:pt>
                <c:pt idx="96">
                  <c:v>4.3</c:v>
                </c:pt>
                <c:pt idx="97">
                  <c:v>4</c:v>
                </c:pt>
                <c:pt idx="98">
                  <c:v>4</c:v>
                </c:pt>
                <c:pt idx="99">
                  <c:v>3.9</c:v>
                </c:pt>
                <c:pt idx="100">
                  <c:v>4.2</c:v>
                </c:pt>
                <c:pt idx="101">
                  <c:v>5</c:v>
                </c:pt>
                <c:pt idx="102">
                  <c:v>5.6</c:v>
                </c:pt>
                <c:pt idx="103">
                  <c:v>5.4</c:v>
                </c:pt>
                <c:pt idx="104">
                  <c:v>4.9000000000000004</c:v>
                </c:pt>
                <c:pt idx="105">
                  <c:v>3.7</c:v>
                </c:pt>
                <c:pt idx="106">
                  <c:v>1.1000000000000001</c:v>
                </c:pt>
                <c:pt idx="107">
                  <c:v>0.1</c:v>
                </c:pt>
                <c:pt idx="108">
                  <c:v>0</c:v>
                </c:pt>
                <c:pt idx="109">
                  <c:v>0.2</c:v>
                </c:pt>
                <c:pt idx="110">
                  <c:v>-0.4</c:v>
                </c:pt>
                <c:pt idx="111">
                  <c:v>-0.7</c:v>
                </c:pt>
                <c:pt idx="112">
                  <c:v>-1.3</c:v>
                </c:pt>
                <c:pt idx="113">
                  <c:v>-1.4</c:v>
                </c:pt>
                <c:pt idx="114">
                  <c:v>-2.1</c:v>
                </c:pt>
                <c:pt idx="115">
                  <c:v>-1.5</c:v>
                </c:pt>
                <c:pt idx="116">
                  <c:v>-1.3</c:v>
                </c:pt>
                <c:pt idx="117">
                  <c:v>-0.2</c:v>
                </c:pt>
                <c:pt idx="118">
                  <c:v>1.8</c:v>
                </c:pt>
                <c:pt idx="119">
                  <c:v>2.7</c:v>
                </c:pt>
                <c:pt idx="120">
                  <c:v>2.6</c:v>
                </c:pt>
                <c:pt idx="121">
                  <c:v>2.1</c:v>
                </c:pt>
                <c:pt idx="122">
                  <c:v>2.2999999999999998</c:v>
                </c:pt>
                <c:pt idx="123">
                  <c:v>2.2000000000000002</c:v>
                </c:pt>
                <c:pt idx="124">
                  <c:v>2</c:v>
                </c:pt>
                <c:pt idx="125">
                  <c:v>1.1000000000000001</c:v>
                </c:pt>
                <c:pt idx="126">
                  <c:v>1.2</c:v>
                </c:pt>
                <c:pt idx="127">
                  <c:v>1.1000000000000001</c:v>
                </c:pt>
                <c:pt idx="128">
                  <c:v>1.1000000000000001</c:v>
                </c:pt>
                <c:pt idx="129">
                  <c:v>1.2</c:v>
                </c:pt>
                <c:pt idx="130">
                  <c:v>1.1000000000000001</c:v>
                </c:pt>
                <c:pt idx="131">
                  <c:v>1.5</c:v>
                </c:pt>
                <c:pt idx="132">
                  <c:v>1.6</c:v>
                </c:pt>
                <c:pt idx="133">
                  <c:v>2.1</c:v>
                </c:pt>
                <c:pt idx="134">
                  <c:v>2.7</c:v>
                </c:pt>
                <c:pt idx="135">
                  <c:v>3.2</c:v>
                </c:pt>
                <c:pt idx="136">
                  <c:v>3.6</c:v>
                </c:pt>
                <c:pt idx="137">
                  <c:v>3.6</c:v>
                </c:pt>
                <c:pt idx="138">
                  <c:v>3.6</c:v>
                </c:pt>
                <c:pt idx="139">
                  <c:v>3.8</c:v>
                </c:pt>
                <c:pt idx="140">
                  <c:v>3.9</c:v>
                </c:pt>
                <c:pt idx="141">
                  <c:v>3.5</c:v>
                </c:pt>
                <c:pt idx="142">
                  <c:v>3.4</c:v>
                </c:pt>
                <c:pt idx="143">
                  <c:v>3</c:v>
                </c:pt>
                <c:pt idx="144">
                  <c:v>2.9</c:v>
                </c:pt>
                <c:pt idx="145">
                  <c:v>2.9</c:v>
                </c:pt>
                <c:pt idx="146">
                  <c:v>2.7</c:v>
                </c:pt>
                <c:pt idx="147">
                  <c:v>2.2999999999999998</c:v>
                </c:pt>
                <c:pt idx="148">
                  <c:v>1.7</c:v>
                </c:pt>
                <c:pt idx="149">
                  <c:v>1.7</c:v>
                </c:pt>
                <c:pt idx="150">
                  <c:v>1.4</c:v>
                </c:pt>
                <c:pt idx="151">
                  <c:v>1.7</c:v>
                </c:pt>
                <c:pt idx="152">
                  <c:v>2</c:v>
                </c:pt>
                <c:pt idx="153">
                  <c:v>2.2000000000000002</c:v>
                </c:pt>
                <c:pt idx="154">
                  <c:v>1.8</c:v>
                </c:pt>
                <c:pt idx="155">
                  <c:v>1.7</c:v>
                </c:pt>
                <c:pt idx="156">
                  <c:v>1.6</c:v>
                </c:pt>
                <c:pt idx="157">
                  <c:v>2</c:v>
                </c:pt>
                <c:pt idx="158">
                  <c:v>1.5</c:v>
                </c:pt>
                <c:pt idx="159">
                  <c:v>1.1000000000000001</c:v>
                </c:pt>
                <c:pt idx="160">
                  <c:v>1.4</c:v>
                </c:pt>
                <c:pt idx="161">
                  <c:v>1.8</c:v>
                </c:pt>
                <c:pt idx="162">
                  <c:v>2</c:v>
                </c:pt>
                <c:pt idx="163">
                  <c:v>1.5</c:v>
                </c:pt>
                <c:pt idx="164">
                  <c:v>1.2</c:v>
                </c:pt>
                <c:pt idx="165">
                  <c:v>1</c:v>
                </c:pt>
                <c:pt idx="166">
                  <c:v>1.2</c:v>
                </c:pt>
                <c:pt idx="167">
                  <c:v>1.5</c:v>
                </c:pt>
                <c:pt idx="168">
                  <c:v>1.6</c:v>
                </c:pt>
                <c:pt idx="169">
                  <c:v>1.1000000000000001</c:v>
                </c:pt>
                <c:pt idx="170">
                  <c:v>1.5</c:v>
                </c:pt>
                <c:pt idx="171">
                  <c:v>2</c:v>
                </c:pt>
                <c:pt idx="172">
                  <c:v>2.1</c:v>
                </c:pt>
                <c:pt idx="173">
                  <c:v>2.1</c:v>
                </c:pt>
                <c:pt idx="174">
                  <c:v>2</c:v>
                </c:pt>
                <c:pt idx="175">
                  <c:v>1.7</c:v>
                </c:pt>
                <c:pt idx="176">
                  <c:v>1.7</c:v>
                </c:pt>
                <c:pt idx="177">
                  <c:v>1.7</c:v>
                </c:pt>
                <c:pt idx="178">
                  <c:v>1.3</c:v>
                </c:pt>
                <c:pt idx="179">
                  <c:v>0.8</c:v>
                </c:pt>
                <c:pt idx="180">
                  <c:v>-0.1</c:v>
                </c:pt>
                <c:pt idx="181">
                  <c:v>0</c:v>
                </c:pt>
                <c:pt idx="182">
                  <c:v>-0.1</c:v>
                </c:pt>
                <c:pt idx="183">
                  <c:v>-0.2</c:v>
                </c:pt>
                <c:pt idx="184">
                  <c:v>0</c:v>
                </c:pt>
                <c:pt idx="185">
                  <c:v>0.1</c:v>
                </c:pt>
                <c:pt idx="186">
                  <c:v>0.2</c:v>
                </c:pt>
                <c:pt idx="187">
                  <c:v>0.2</c:v>
                </c:pt>
                <c:pt idx="188">
                  <c:v>0</c:v>
                </c:pt>
                <c:pt idx="189">
                  <c:v>0.2</c:v>
                </c:pt>
                <c:pt idx="190">
                  <c:v>0.5</c:v>
                </c:pt>
                <c:pt idx="191">
                  <c:v>0.7</c:v>
                </c:pt>
                <c:pt idx="192">
                  <c:v>1.4</c:v>
                </c:pt>
                <c:pt idx="193">
                  <c:v>1</c:v>
                </c:pt>
                <c:pt idx="194">
                  <c:v>0.9</c:v>
                </c:pt>
                <c:pt idx="195">
                  <c:v>1.1000000000000001</c:v>
                </c:pt>
                <c:pt idx="196">
                  <c:v>1</c:v>
                </c:pt>
                <c:pt idx="197">
                  <c:v>1</c:v>
                </c:pt>
                <c:pt idx="198">
                  <c:v>0.8</c:v>
                </c:pt>
                <c:pt idx="199">
                  <c:v>1.1000000000000001</c:v>
                </c:pt>
                <c:pt idx="200">
                  <c:v>1.5</c:v>
                </c:pt>
                <c:pt idx="201">
                  <c:v>1.6</c:v>
                </c:pt>
                <c:pt idx="202">
                  <c:v>1.7</c:v>
                </c:pt>
                <c:pt idx="203">
                  <c:v>2.1</c:v>
                </c:pt>
                <c:pt idx="204">
                  <c:v>2.5</c:v>
                </c:pt>
                <c:pt idx="205">
                  <c:v>2.7</c:v>
                </c:pt>
                <c:pt idx="206">
                  <c:v>2.4</c:v>
                </c:pt>
                <c:pt idx="207">
                  <c:v>2.2000000000000002</c:v>
                </c:pt>
                <c:pt idx="208">
                  <c:v>1.9</c:v>
                </c:pt>
                <c:pt idx="209">
                  <c:v>1.6</c:v>
                </c:pt>
                <c:pt idx="210">
                  <c:v>1.7</c:v>
                </c:pt>
                <c:pt idx="211">
                  <c:v>1.9</c:v>
                </c:pt>
                <c:pt idx="212">
                  <c:v>2.2000000000000002</c:v>
                </c:pt>
                <c:pt idx="213">
                  <c:v>2</c:v>
                </c:pt>
                <c:pt idx="214">
                  <c:v>2.2000000000000002</c:v>
                </c:pt>
                <c:pt idx="215">
                  <c:v>2.1</c:v>
                </c:pt>
                <c:pt idx="216">
                  <c:v>2.1</c:v>
                </c:pt>
                <c:pt idx="217">
                  <c:v>2.2000000000000002</c:v>
                </c:pt>
                <c:pt idx="218">
                  <c:v>2.4</c:v>
                </c:pt>
                <c:pt idx="219">
                  <c:v>2.5</c:v>
                </c:pt>
                <c:pt idx="220">
                  <c:v>2.8</c:v>
                </c:pt>
                <c:pt idx="221">
                  <c:v>2.9</c:v>
                </c:pt>
                <c:pt idx="222">
                  <c:v>2.9</c:v>
                </c:pt>
                <c:pt idx="223">
                  <c:v>2.7</c:v>
                </c:pt>
                <c:pt idx="224">
                  <c:v>2.2999999999999998</c:v>
                </c:pt>
                <c:pt idx="225">
                  <c:v>2.5</c:v>
                </c:pt>
                <c:pt idx="226">
                  <c:v>2.2000000000000002</c:v>
                </c:pt>
                <c:pt idx="227">
                  <c:v>1.9</c:v>
                </c:pt>
                <c:pt idx="228">
                  <c:v>1.6</c:v>
                </c:pt>
                <c:pt idx="229">
                  <c:v>1.5</c:v>
                </c:pt>
                <c:pt idx="230">
                  <c:v>1.9</c:v>
                </c:pt>
                <c:pt idx="231">
                  <c:v>2</c:v>
                </c:pt>
                <c:pt idx="232">
                  <c:v>1.8</c:v>
                </c:pt>
                <c:pt idx="233">
                  <c:v>1.6</c:v>
                </c:pt>
                <c:pt idx="234">
                  <c:v>1.8</c:v>
                </c:pt>
                <c:pt idx="235">
                  <c:v>1.7</c:v>
                </c:pt>
                <c:pt idx="236">
                  <c:v>1.7</c:v>
                </c:pt>
                <c:pt idx="237">
                  <c:v>1.8</c:v>
                </c:pt>
                <c:pt idx="238">
                  <c:v>2.1</c:v>
                </c:pt>
                <c:pt idx="239">
                  <c:v>2.2999999999999998</c:v>
                </c:pt>
                <c:pt idx="240">
                  <c:v>2.5</c:v>
                </c:pt>
                <c:pt idx="241">
                  <c:v>2.2999999999999998</c:v>
                </c:pt>
                <c:pt idx="242">
                  <c:v>1.5</c:v>
                </c:pt>
                <c:pt idx="243">
                  <c:v>0.3</c:v>
                </c:pt>
                <c:pt idx="244">
                  <c:v>0.1</c:v>
                </c:pt>
                <c:pt idx="245">
                  <c:v>0.6</c:v>
                </c:pt>
                <c:pt idx="246">
                  <c:v>1</c:v>
                </c:pt>
                <c:pt idx="247">
                  <c:v>1.3</c:v>
                </c:pt>
                <c:pt idx="248">
                  <c:v>1.4</c:v>
                </c:pt>
                <c:pt idx="249">
                  <c:v>1.2</c:v>
                </c:pt>
                <c:pt idx="250">
                  <c:v>1.2</c:v>
                </c:pt>
                <c:pt idx="251">
                  <c:v>1.4</c:v>
                </c:pt>
                <c:pt idx="252">
                  <c:v>1.4</c:v>
                </c:pt>
                <c:pt idx="253">
                  <c:v>1.7</c:v>
                </c:pt>
                <c:pt idx="254">
                  <c:v>2.6</c:v>
                </c:pt>
                <c:pt idx="255">
                  <c:v>4.2</c:v>
                </c:pt>
                <c:pt idx="256">
                  <c:v>5</c:v>
                </c:pt>
                <c:pt idx="257">
                  <c:v>5.4</c:v>
                </c:pt>
                <c:pt idx="258">
                  <c:v>5.4</c:v>
                </c:pt>
                <c:pt idx="259">
                  <c:v>5.3</c:v>
                </c:pt>
                <c:pt idx="260">
                  <c:v>5.4</c:v>
                </c:pt>
                <c:pt idx="261">
                  <c:v>6.2</c:v>
                </c:pt>
                <c:pt idx="262">
                  <c:v>6.8</c:v>
                </c:pt>
                <c:pt idx="263">
                  <c:v>7</c:v>
                </c:pt>
                <c:pt idx="264">
                  <c:v>7.5</c:v>
                </c:pt>
                <c:pt idx="265">
                  <c:v>7.9</c:v>
                </c:pt>
                <c:pt idx="266">
                  <c:v>8.5</c:v>
                </c:pt>
                <c:pt idx="267">
                  <c:v>8.3000000000000007</c:v>
                </c:pt>
                <c:pt idx="268">
                  <c:v>8.6</c:v>
                </c:pt>
                <c:pt idx="269">
                  <c:v>9.1</c:v>
                </c:pt>
                <c:pt idx="270">
                  <c:v>8.5</c:v>
                </c:pt>
                <c:pt idx="271">
                  <c:v>8.3000000000000007</c:v>
                </c:pt>
                <c:pt idx="272">
                  <c:v>8.1999999999999993</c:v>
                </c:pt>
                <c:pt idx="273">
                  <c:v>7.7</c:v>
                </c:pt>
                <c:pt idx="274">
                  <c:v>7.1</c:v>
                </c:pt>
                <c:pt idx="275">
                  <c:v>6.5</c:v>
                </c:pt>
                <c:pt idx="276">
                  <c:v>6.4</c:v>
                </c:pt>
                <c:pt idx="277">
                  <c:v>6</c:v>
                </c:pt>
                <c:pt idx="278">
                  <c:v>5</c:v>
                </c:pt>
                <c:pt idx="279">
                  <c:v>4.9000000000000004</c:v>
                </c:pt>
                <c:pt idx="280">
                  <c:v>4</c:v>
                </c:pt>
                <c:pt idx="281">
                  <c:v>3</c:v>
                </c:pt>
                <c:pt idx="282">
                  <c:v>3.2</c:v>
                </c:pt>
                <c:pt idx="283">
                  <c:v>3.7</c:v>
                </c:pt>
                <c:pt idx="284">
                  <c:v>3.7</c:v>
                </c:pt>
                <c:pt idx="285">
                  <c:v>3.2</c:v>
                </c:pt>
                <c:pt idx="286">
                  <c:v>3.1</c:v>
                </c:pt>
                <c:pt idx="287">
                  <c:v>3.4</c:v>
                </c:pt>
                <c:pt idx="288">
                  <c:v>3.1</c:v>
                </c:pt>
                <c:pt idx="289">
                  <c:v>3.2</c:v>
                </c:pt>
                <c:pt idx="290">
                  <c:v>3.5</c:v>
                </c:pt>
                <c:pt idx="291">
                  <c:v>3.4</c:v>
                </c:pt>
                <c:pt idx="292">
                  <c:v>3.3</c:v>
                </c:pt>
                <c:pt idx="293">
                  <c:v>3</c:v>
                </c:pt>
                <c:pt idx="294">
                  <c:v>2.9</c:v>
                </c:pt>
                <c:pt idx="295">
                  <c:v>2.5</c:v>
                </c:pt>
                <c:pt idx="296">
                  <c:v>2.4</c:v>
                </c:pt>
                <c:pt idx="297">
                  <c:v>2.6</c:v>
                </c:pt>
                <c:pt idx="298">
                  <c:v>2.7</c:v>
                </c:pt>
                <c:pt idx="299">
                  <c:v>2.9</c:v>
                </c:pt>
                <c:pt idx="300">
                  <c:v>3</c:v>
                </c:pt>
                <c:pt idx="301">
                  <c:v>2.8</c:v>
                </c:pt>
                <c:pt idx="302">
                  <c:v>2.4</c:v>
                </c:pt>
                <c:pt idx="303">
                  <c:v>2.2999999999999998</c:v>
                </c:pt>
                <c:pt idx="304">
                  <c:v>2.4</c:v>
                </c:pt>
                <c:pt idx="305">
                  <c:v>2.7</c:v>
                </c:pt>
                <c:pt idx="306">
                  <c:v>2.7</c:v>
                </c:pt>
                <c:pt idx="307">
                  <c:v>2.9</c:v>
                </c:pt>
                <c:pt idx="308">
                  <c:v>3</c:v>
                </c:pt>
                <c:pt idx="310">
                  <c:v>2.7</c:v>
                </c:pt>
                <c:pt idx="311">
                  <c:v>2.7</c:v>
                </c:pt>
                <c:pt idx="312">
                  <c:v>2.4</c:v>
                </c:pt>
                <c:pt idx="313">
                  <c:v>2.4</c:v>
                </c:pt>
                <c:pt idx="314">
                  <c:v>3.3</c:v>
                </c:pt>
                <c:pt idx="315">
                  <c:v>3.8</c:v>
                </c:pt>
                <c:pt idx="316">
                  <c:v>4.2</c:v>
                </c:pt>
              </c:numCache>
            </c:numRef>
          </c:val>
          <c:smooth val="0"/>
          <c:extLst>
            <c:ext xmlns:c16="http://schemas.microsoft.com/office/drawing/2014/chart" uri="{C3380CC4-5D6E-409C-BE32-E72D297353CC}">
              <c16:uniqueId val="{00000000-A46F-4B0B-ABBC-55CD94707F08}"/>
            </c:ext>
          </c:extLst>
        </c:ser>
        <c:ser>
          <c:idx val="1"/>
          <c:order val="1"/>
          <c:tx>
            <c:strRef>
              <c:f>'US CPI&amp;FFR'!$C$1</c:f>
              <c:strCache>
                <c:ptCount val="1"/>
                <c:pt idx="0">
                  <c:v>美联储政策利率（%）</c:v>
                </c:pt>
              </c:strCache>
            </c:strRef>
          </c:tx>
          <c:spPr>
            <a:ln w="25400" cap="rnd">
              <a:solidFill>
                <a:srgbClr val="4BACC6">
                  <a:lumMod val="50000"/>
                </a:srgbClr>
              </a:solidFill>
              <a:round/>
            </a:ln>
            <a:effectLst/>
          </c:spPr>
          <c:marker>
            <c:symbol val="none"/>
          </c:marker>
          <c:cat>
            <c:numRef>
              <c:f>'US CPI&amp;FFR'!$A$2:$A$318</c:f>
              <c:numCache>
                <c:formatCode>m/d/yyyy</c:formatCode>
                <c:ptCount val="317"/>
                <c:pt idx="0">
                  <c:v>36556</c:v>
                </c:pt>
                <c:pt idx="1">
                  <c:v>36585</c:v>
                </c:pt>
                <c:pt idx="2">
                  <c:v>36616</c:v>
                </c:pt>
                <c:pt idx="3">
                  <c:v>36646</c:v>
                </c:pt>
                <c:pt idx="4">
                  <c:v>36677</c:v>
                </c:pt>
                <c:pt idx="5">
                  <c:v>36707</c:v>
                </c:pt>
                <c:pt idx="6">
                  <c:v>36738</c:v>
                </c:pt>
                <c:pt idx="7">
                  <c:v>36769</c:v>
                </c:pt>
                <c:pt idx="8">
                  <c:v>36799</c:v>
                </c:pt>
                <c:pt idx="9">
                  <c:v>36830</c:v>
                </c:pt>
                <c:pt idx="10">
                  <c:v>36860</c:v>
                </c:pt>
                <c:pt idx="11">
                  <c:v>36891</c:v>
                </c:pt>
                <c:pt idx="12">
                  <c:v>36922</c:v>
                </c:pt>
                <c:pt idx="13">
                  <c:v>36950</c:v>
                </c:pt>
                <c:pt idx="14">
                  <c:v>36981</c:v>
                </c:pt>
                <c:pt idx="15">
                  <c:v>37011</c:v>
                </c:pt>
                <c:pt idx="16">
                  <c:v>37042</c:v>
                </c:pt>
                <c:pt idx="17">
                  <c:v>37072</c:v>
                </c:pt>
                <c:pt idx="18">
                  <c:v>37103</c:v>
                </c:pt>
                <c:pt idx="19">
                  <c:v>37134</c:v>
                </c:pt>
                <c:pt idx="20">
                  <c:v>37164</c:v>
                </c:pt>
                <c:pt idx="21">
                  <c:v>37195</c:v>
                </c:pt>
                <c:pt idx="22">
                  <c:v>37225</c:v>
                </c:pt>
                <c:pt idx="23">
                  <c:v>37256</c:v>
                </c:pt>
                <c:pt idx="24">
                  <c:v>37287</c:v>
                </c:pt>
                <c:pt idx="25">
                  <c:v>37315</c:v>
                </c:pt>
                <c:pt idx="26">
                  <c:v>37346</c:v>
                </c:pt>
                <c:pt idx="27">
                  <c:v>37376</c:v>
                </c:pt>
                <c:pt idx="28">
                  <c:v>37407</c:v>
                </c:pt>
                <c:pt idx="29">
                  <c:v>37437</c:v>
                </c:pt>
                <c:pt idx="30">
                  <c:v>37468</c:v>
                </c:pt>
                <c:pt idx="31">
                  <c:v>37499</c:v>
                </c:pt>
                <c:pt idx="32">
                  <c:v>37529</c:v>
                </c:pt>
                <c:pt idx="33">
                  <c:v>37560</c:v>
                </c:pt>
                <c:pt idx="34">
                  <c:v>37590</c:v>
                </c:pt>
                <c:pt idx="35">
                  <c:v>37621</c:v>
                </c:pt>
                <c:pt idx="36">
                  <c:v>37652</c:v>
                </c:pt>
                <c:pt idx="37">
                  <c:v>37680</c:v>
                </c:pt>
                <c:pt idx="38">
                  <c:v>37711</c:v>
                </c:pt>
                <c:pt idx="39">
                  <c:v>37741</c:v>
                </c:pt>
                <c:pt idx="40">
                  <c:v>37772</c:v>
                </c:pt>
                <c:pt idx="41">
                  <c:v>37802</c:v>
                </c:pt>
                <c:pt idx="42">
                  <c:v>37833</c:v>
                </c:pt>
                <c:pt idx="43">
                  <c:v>37864</c:v>
                </c:pt>
                <c:pt idx="44">
                  <c:v>37894</c:v>
                </c:pt>
                <c:pt idx="45">
                  <c:v>37925</c:v>
                </c:pt>
                <c:pt idx="46">
                  <c:v>37955</c:v>
                </c:pt>
                <c:pt idx="47">
                  <c:v>37986</c:v>
                </c:pt>
                <c:pt idx="48">
                  <c:v>38017</c:v>
                </c:pt>
                <c:pt idx="49">
                  <c:v>38046</c:v>
                </c:pt>
                <c:pt idx="50">
                  <c:v>38077</c:v>
                </c:pt>
                <c:pt idx="51">
                  <c:v>38107</c:v>
                </c:pt>
                <c:pt idx="52">
                  <c:v>38138</c:v>
                </c:pt>
                <c:pt idx="53">
                  <c:v>38168</c:v>
                </c:pt>
                <c:pt idx="54">
                  <c:v>38199</c:v>
                </c:pt>
                <c:pt idx="55">
                  <c:v>38230</c:v>
                </c:pt>
                <c:pt idx="56">
                  <c:v>38260</c:v>
                </c:pt>
                <c:pt idx="57">
                  <c:v>38291</c:v>
                </c:pt>
                <c:pt idx="58">
                  <c:v>38321</c:v>
                </c:pt>
                <c:pt idx="59">
                  <c:v>38352</c:v>
                </c:pt>
                <c:pt idx="60">
                  <c:v>38383</c:v>
                </c:pt>
                <c:pt idx="61">
                  <c:v>38411</c:v>
                </c:pt>
                <c:pt idx="62">
                  <c:v>38442</c:v>
                </c:pt>
                <c:pt idx="63">
                  <c:v>38472</c:v>
                </c:pt>
                <c:pt idx="64">
                  <c:v>38503</c:v>
                </c:pt>
                <c:pt idx="65">
                  <c:v>38533</c:v>
                </c:pt>
                <c:pt idx="66">
                  <c:v>38564</c:v>
                </c:pt>
                <c:pt idx="67">
                  <c:v>38595</c:v>
                </c:pt>
                <c:pt idx="68">
                  <c:v>38625</c:v>
                </c:pt>
                <c:pt idx="69">
                  <c:v>38656</c:v>
                </c:pt>
                <c:pt idx="70">
                  <c:v>38686</c:v>
                </c:pt>
                <c:pt idx="71">
                  <c:v>38717</c:v>
                </c:pt>
                <c:pt idx="72">
                  <c:v>38748</c:v>
                </c:pt>
                <c:pt idx="73">
                  <c:v>38776</c:v>
                </c:pt>
                <c:pt idx="74">
                  <c:v>38807</c:v>
                </c:pt>
                <c:pt idx="75">
                  <c:v>38837</c:v>
                </c:pt>
                <c:pt idx="76">
                  <c:v>38868</c:v>
                </c:pt>
                <c:pt idx="77">
                  <c:v>38898</c:v>
                </c:pt>
                <c:pt idx="78">
                  <c:v>38929</c:v>
                </c:pt>
                <c:pt idx="79">
                  <c:v>38960</c:v>
                </c:pt>
                <c:pt idx="80">
                  <c:v>38990</c:v>
                </c:pt>
                <c:pt idx="81">
                  <c:v>39021</c:v>
                </c:pt>
                <c:pt idx="82">
                  <c:v>39051</c:v>
                </c:pt>
                <c:pt idx="83">
                  <c:v>39082</c:v>
                </c:pt>
                <c:pt idx="84">
                  <c:v>39113</c:v>
                </c:pt>
                <c:pt idx="85">
                  <c:v>39141</c:v>
                </c:pt>
                <c:pt idx="86">
                  <c:v>39172</c:v>
                </c:pt>
                <c:pt idx="87">
                  <c:v>39202</c:v>
                </c:pt>
                <c:pt idx="88">
                  <c:v>39233</c:v>
                </c:pt>
                <c:pt idx="89">
                  <c:v>39263</c:v>
                </c:pt>
                <c:pt idx="90">
                  <c:v>39294</c:v>
                </c:pt>
                <c:pt idx="91">
                  <c:v>39325</c:v>
                </c:pt>
                <c:pt idx="92">
                  <c:v>39355</c:v>
                </c:pt>
                <c:pt idx="93">
                  <c:v>39386</c:v>
                </c:pt>
                <c:pt idx="94">
                  <c:v>39416</c:v>
                </c:pt>
                <c:pt idx="95">
                  <c:v>39447</c:v>
                </c:pt>
                <c:pt idx="96">
                  <c:v>39478</c:v>
                </c:pt>
                <c:pt idx="97">
                  <c:v>39507</c:v>
                </c:pt>
                <c:pt idx="98">
                  <c:v>39538</c:v>
                </c:pt>
                <c:pt idx="99">
                  <c:v>39568</c:v>
                </c:pt>
                <c:pt idx="100">
                  <c:v>39599</c:v>
                </c:pt>
                <c:pt idx="101">
                  <c:v>39629</c:v>
                </c:pt>
                <c:pt idx="102">
                  <c:v>39660</c:v>
                </c:pt>
                <c:pt idx="103">
                  <c:v>39691</c:v>
                </c:pt>
                <c:pt idx="104">
                  <c:v>39721</c:v>
                </c:pt>
                <c:pt idx="105">
                  <c:v>39752</c:v>
                </c:pt>
                <c:pt idx="106">
                  <c:v>39782</c:v>
                </c:pt>
                <c:pt idx="107">
                  <c:v>39813</c:v>
                </c:pt>
                <c:pt idx="108">
                  <c:v>39844</c:v>
                </c:pt>
                <c:pt idx="109">
                  <c:v>39872</c:v>
                </c:pt>
                <c:pt idx="110">
                  <c:v>39903</c:v>
                </c:pt>
                <c:pt idx="111">
                  <c:v>39933</c:v>
                </c:pt>
                <c:pt idx="112">
                  <c:v>39964</c:v>
                </c:pt>
                <c:pt idx="113">
                  <c:v>39994</c:v>
                </c:pt>
                <c:pt idx="114">
                  <c:v>40025</c:v>
                </c:pt>
                <c:pt idx="115">
                  <c:v>40056</c:v>
                </c:pt>
                <c:pt idx="116">
                  <c:v>40086</c:v>
                </c:pt>
                <c:pt idx="117">
                  <c:v>40117</c:v>
                </c:pt>
                <c:pt idx="118">
                  <c:v>40147</c:v>
                </c:pt>
                <c:pt idx="119">
                  <c:v>40178</c:v>
                </c:pt>
                <c:pt idx="120">
                  <c:v>40209</c:v>
                </c:pt>
                <c:pt idx="121">
                  <c:v>40237</c:v>
                </c:pt>
                <c:pt idx="122">
                  <c:v>40268</c:v>
                </c:pt>
                <c:pt idx="123">
                  <c:v>40298</c:v>
                </c:pt>
                <c:pt idx="124">
                  <c:v>40329</c:v>
                </c:pt>
                <c:pt idx="125">
                  <c:v>40359</c:v>
                </c:pt>
                <c:pt idx="126">
                  <c:v>40390</c:v>
                </c:pt>
                <c:pt idx="127">
                  <c:v>40421</c:v>
                </c:pt>
                <c:pt idx="128">
                  <c:v>40451</c:v>
                </c:pt>
                <c:pt idx="129">
                  <c:v>40482</c:v>
                </c:pt>
                <c:pt idx="130">
                  <c:v>40512</c:v>
                </c:pt>
                <c:pt idx="131">
                  <c:v>40543</c:v>
                </c:pt>
                <c:pt idx="132">
                  <c:v>40574</c:v>
                </c:pt>
                <c:pt idx="133">
                  <c:v>40602</c:v>
                </c:pt>
                <c:pt idx="134">
                  <c:v>40633</c:v>
                </c:pt>
                <c:pt idx="135">
                  <c:v>40663</c:v>
                </c:pt>
                <c:pt idx="136">
                  <c:v>40694</c:v>
                </c:pt>
                <c:pt idx="137">
                  <c:v>40724</c:v>
                </c:pt>
                <c:pt idx="138">
                  <c:v>40755</c:v>
                </c:pt>
                <c:pt idx="139">
                  <c:v>40786</c:v>
                </c:pt>
                <c:pt idx="140">
                  <c:v>40816</c:v>
                </c:pt>
                <c:pt idx="141">
                  <c:v>40847</c:v>
                </c:pt>
                <c:pt idx="142">
                  <c:v>40877</c:v>
                </c:pt>
                <c:pt idx="143">
                  <c:v>40908</c:v>
                </c:pt>
                <c:pt idx="144">
                  <c:v>40939</c:v>
                </c:pt>
                <c:pt idx="145">
                  <c:v>40968</c:v>
                </c:pt>
                <c:pt idx="146">
                  <c:v>40999</c:v>
                </c:pt>
                <c:pt idx="147">
                  <c:v>41029</c:v>
                </c:pt>
                <c:pt idx="148">
                  <c:v>41060</c:v>
                </c:pt>
                <c:pt idx="149">
                  <c:v>41090</c:v>
                </c:pt>
                <c:pt idx="150">
                  <c:v>41121</c:v>
                </c:pt>
                <c:pt idx="151">
                  <c:v>41152</c:v>
                </c:pt>
                <c:pt idx="152">
                  <c:v>41182</c:v>
                </c:pt>
                <c:pt idx="153">
                  <c:v>41213</c:v>
                </c:pt>
                <c:pt idx="154">
                  <c:v>41243</c:v>
                </c:pt>
                <c:pt idx="155">
                  <c:v>41274</c:v>
                </c:pt>
                <c:pt idx="156">
                  <c:v>41305</c:v>
                </c:pt>
                <c:pt idx="157">
                  <c:v>41333</c:v>
                </c:pt>
                <c:pt idx="158">
                  <c:v>41364</c:v>
                </c:pt>
                <c:pt idx="159">
                  <c:v>41394</c:v>
                </c:pt>
                <c:pt idx="160">
                  <c:v>41425</c:v>
                </c:pt>
                <c:pt idx="161">
                  <c:v>41455</c:v>
                </c:pt>
                <c:pt idx="162">
                  <c:v>41486</c:v>
                </c:pt>
                <c:pt idx="163">
                  <c:v>41517</c:v>
                </c:pt>
                <c:pt idx="164">
                  <c:v>41547</c:v>
                </c:pt>
                <c:pt idx="165">
                  <c:v>41578</c:v>
                </c:pt>
                <c:pt idx="166">
                  <c:v>41608</c:v>
                </c:pt>
                <c:pt idx="167">
                  <c:v>41639</c:v>
                </c:pt>
                <c:pt idx="168">
                  <c:v>41670</c:v>
                </c:pt>
                <c:pt idx="169">
                  <c:v>41698</c:v>
                </c:pt>
                <c:pt idx="170">
                  <c:v>41729</c:v>
                </c:pt>
                <c:pt idx="171">
                  <c:v>41759</c:v>
                </c:pt>
                <c:pt idx="172">
                  <c:v>41790</c:v>
                </c:pt>
                <c:pt idx="173">
                  <c:v>41820</c:v>
                </c:pt>
                <c:pt idx="174">
                  <c:v>41851</c:v>
                </c:pt>
                <c:pt idx="175">
                  <c:v>41882</c:v>
                </c:pt>
                <c:pt idx="176">
                  <c:v>41912</c:v>
                </c:pt>
                <c:pt idx="177">
                  <c:v>41943</c:v>
                </c:pt>
                <c:pt idx="178">
                  <c:v>41973</c:v>
                </c:pt>
                <c:pt idx="179">
                  <c:v>42004</c:v>
                </c:pt>
                <c:pt idx="180">
                  <c:v>42035</c:v>
                </c:pt>
                <c:pt idx="181">
                  <c:v>42063</c:v>
                </c:pt>
                <c:pt idx="182">
                  <c:v>42094</c:v>
                </c:pt>
                <c:pt idx="183">
                  <c:v>42124</c:v>
                </c:pt>
                <c:pt idx="184">
                  <c:v>42155</c:v>
                </c:pt>
                <c:pt idx="185">
                  <c:v>42185</c:v>
                </c:pt>
                <c:pt idx="186">
                  <c:v>42216</c:v>
                </c:pt>
                <c:pt idx="187">
                  <c:v>42247</c:v>
                </c:pt>
                <c:pt idx="188">
                  <c:v>42277</c:v>
                </c:pt>
                <c:pt idx="189">
                  <c:v>42308</c:v>
                </c:pt>
                <c:pt idx="190">
                  <c:v>42338</c:v>
                </c:pt>
                <c:pt idx="191">
                  <c:v>42369</c:v>
                </c:pt>
                <c:pt idx="192">
                  <c:v>42400</c:v>
                </c:pt>
                <c:pt idx="193">
                  <c:v>42429</c:v>
                </c:pt>
                <c:pt idx="194">
                  <c:v>42460</c:v>
                </c:pt>
                <c:pt idx="195">
                  <c:v>42490</c:v>
                </c:pt>
                <c:pt idx="196">
                  <c:v>42521</c:v>
                </c:pt>
                <c:pt idx="197">
                  <c:v>42551</c:v>
                </c:pt>
                <c:pt idx="198">
                  <c:v>42582</c:v>
                </c:pt>
                <c:pt idx="199">
                  <c:v>42613</c:v>
                </c:pt>
                <c:pt idx="200">
                  <c:v>42643</c:v>
                </c:pt>
                <c:pt idx="201">
                  <c:v>42674</c:v>
                </c:pt>
                <c:pt idx="202">
                  <c:v>42704</c:v>
                </c:pt>
                <c:pt idx="203">
                  <c:v>42735</c:v>
                </c:pt>
                <c:pt idx="204">
                  <c:v>42766</c:v>
                </c:pt>
                <c:pt idx="205">
                  <c:v>42794</c:v>
                </c:pt>
                <c:pt idx="206">
                  <c:v>42825</c:v>
                </c:pt>
                <c:pt idx="207">
                  <c:v>42855</c:v>
                </c:pt>
                <c:pt idx="208">
                  <c:v>42886</c:v>
                </c:pt>
                <c:pt idx="209">
                  <c:v>42916</c:v>
                </c:pt>
                <c:pt idx="210">
                  <c:v>42947</c:v>
                </c:pt>
                <c:pt idx="211">
                  <c:v>42978</c:v>
                </c:pt>
                <c:pt idx="212">
                  <c:v>43008</c:v>
                </c:pt>
                <c:pt idx="213">
                  <c:v>43039</c:v>
                </c:pt>
                <c:pt idx="214">
                  <c:v>43069</c:v>
                </c:pt>
                <c:pt idx="215">
                  <c:v>43100</c:v>
                </c:pt>
                <c:pt idx="216">
                  <c:v>43131</c:v>
                </c:pt>
                <c:pt idx="217">
                  <c:v>43159</c:v>
                </c:pt>
                <c:pt idx="218">
                  <c:v>43190</c:v>
                </c:pt>
                <c:pt idx="219">
                  <c:v>43220</c:v>
                </c:pt>
                <c:pt idx="220">
                  <c:v>43251</c:v>
                </c:pt>
                <c:pt idx="221">
                  <c:v>43281</c:v>
                </c:pt>
                <c:pt idx="222">
                  <c:v>43312</c:v>
                </c:pt>
                <c:pt idx="223">
                  <c:v>43343</c:v>
                </c:pt>
                <c:pt idx="224">
                  <c:v>43373</c:v>
                </c:pt>
                <c:pt idx="225">
                  <c:v>43404</c:v>
                </c:pt>
                <c:pt idx="226">
                  <c:v>43434</c:v>
                </c:pt>
                <c:pt idx="227">
                  <c:v>43465</c:v>
                </c:pt>
                <c:pt idx="228">
                  <c:v>43496</c:v>
                </c:pt>
                <c:pt idx="229">
                  <c:v>43524</c:v>
                </c:pt>
                <c:pt idx="230">
                  <c:v>43555</c:v>
                </c:pt>
                <c:pt idx="231">
                  <c:v>43585</c:v>
                </c:pt>
                <c:pt idx="232">
                  <c:v>43616</c:v>
                </c:pt>
                <c:pt idx="233">
                  <c:v>43646</c:v>
                </c:pt>
                <c:pt idx="234">
                  <c:v>43677</c:v>
                </c:pt>
                <c:pt idx="235">
                  <c:v>43708</c:v>
                </c:pt>
                <c:pt idx="236">
                  <c:v>43738</c:v>
                </c:pt>
                <c:pt idx="237">
                  <c:v>43769</c:v>
                </c:pt>
                <c:pt idx="238">
                  <c:v>43799</c:v>
                </c:pt>
                <c:pt idx="239">
                  <c:v>43830</c:v>
                </c:pt>
                <c:pt idx="240">
                  <c:v>43861</c:v>
                </c:pt>
                <c:pt idx="241">
                  <c:v>43890</c:v>
                </c:pt>
                <c:pt idx="242">
                  <c:v>43921</c:v>
                </c:pt>
                <c:pt idx="243">
                  <c:v>43951</c:v>
                </c:pt>
                <c:pt idx="244">
                  <c:v>43982</c:v>
                </c:pt>
                <c:pt idx="245">
                  <c:v>44012</c:v>
                </c:pt>
                <c:pt idx="246">
                  <c:v>44043</c:v>
                </c:pt>
                <c:pt idx="247">
                  <c:v>44074</c:v>
                </c:pt>
                <c:pt idx="248">
                  <c:v>44104</c:v>
                </c:pt>
                <c:pt idx="249">
                  <c:v>44135</c:v>
                </c:pt>
                <c:pt idx="250">
                  <c:v>44165</c:v>
                </c:pt>
                <c:pt idx="251">
                  <c:v>44196</c:v>
                </c:pt>
                <c:pt idx="252">
                  <c:v>44227</c:v>
                </c:pt>
                <c:pt idx="253">
                  <c:v>44255</c:v>
                </c:pt>
                <c:pt idx="254">
                  <c:v>44286</c:v>
                </c:pt>
                <c:pt idx="255">
                  <c:v>44316</c:v>
                </c:pt>
                <c:pt idx="256">
                  <c:v>44347</c:v>
                </c:pt>
                <c:pt idx="257">
                  <c:v>44377</c:v>
                </c:pt>
                <c:pt idx="258">
                  <c:v>44408</c:v>
                </c:pt>
                <c:pt idx="259">
                  <c:v>44439</c:v>
                </c:pt>
                <c:pt idx="260">
                  <c:v>44469</c:v>
                </c:pt>
                <c:pt idx="261">
                  <c:v>44500</c:v>
                </c:pt>
                <c:pt idx="262">
                  <c:v>44530</c:v>
                </c:pt>
                <c:pt idx="263">
                  <c:v>44561</c:v>
                </c:pt>
                <c:pt idx="264">
                  <c:v>44592</c:v>
                </c:pt>
                <c:pt idx="265">
                  <c:v>44620</c:v>
                </c:pt>
                <c:pt idx="266">
                  <c:v>44651</c:v>
                </c:pt>
                <c:pt idx="267">
                  <c:v>44681</c:v>
                </c:pt>
                <c:pt idx="268">
                  <c:v>44712</c:v>
                </c:pt>
                <c:pt idx="269">
                  <c:v>44742</c:v>
                </c:pt>
                <c:pt idx="270">
                  <c:v>44773</c:v>
                </c:pt>
                <c:pt idx="271">
                  <c:v>44804</c:v>
                </c:pt>
                <c:pt idx="272">
                  <c:v>44834</c:v>
                </c:pt>
                <c:pt idx="273">
                  <c:v>44865</c:v>
                </c:pt>
                <c:pt idx="274">
                  <c:v>44895</c:v>
                </c:pt>
                <c:pt idx="275">
                  <c:v>44926</c:v>
                </c:pt>
                <c:pt idx="276">
                  <c:v>44957</c:v>
                </c:pt>
                <c:pt idx="277">
                  <c:v>44985</c:v>
                </c:pt>
                <c:pt idx="278">
                  <c:v>45016</c:v>
                </c:pt>
                <c:pt idx="279">
                  <c:v>45046</c:v>
                </c:pt>
                <c:pt idx="280">
                  <c:v>45077</c:v>
                </c:pt>
                <c:pt idx="281">
                  <c:v>45107</c:v>
                </c:pt>
                <c:pt idx="282">
                  <c:v>45138</c:v>
                </c:pt>
                <c:pt idx="283">
                  <c:v>45169</c:v>
                </c:pt>
                <c:pt idx="284">
                  <c:v>45199</c:v>
                </c:pt>
                <c:pt idx="285">
                  <c:v>45230</c:v>
                </c:pt>
                <c:pt idx="286">
                  <c:v>45260</c:v>
                </c:pt>
                <c:pt idx="287">
                  <c:v>45291</c:v>
                </c:pt>
                <c:pt idx="288">
                  <c:v>45322</c:v>
                </c:pt>
                <c:pt idx="289">
                  <c:v>45351</c:v>
                </c:pt>
                <c:pt idx="290">
                  <c:v>45382</c:v>
                </c:pt>
                <c:pt idx="291">
                  <c:v>45412</c:v>
                </c:pt>
                <c:pt idx="292">
                  <c:v>45443</c:v>
                </c:pt>
                <c:pt idx="293">
                  <c:v>45473</c:v>
                </c:pt>
                <c:pt idx="294">
                  <c:v>45504</c:v>
                </c:pt>
                <c:pt idx="295">
                  <c:v>45535</c:v>
                </c:pt>
                <c:pt idx="296">
                  <c:v>45565</c:v>
                </c:pt>
                <c:pt idx="297">
                  <c:v>45596</c:v>
                </c:pt>
                <c:pt idx="298">
                  <c:v>45626</c:v>
                </c:pt>
                <c:pt idx="299">
                  <c:v>45657</c:v>
                </c:pt>
                <c:pt idx="300">
                  <c:v>45688</c:v>
                </c:pt>
                <c:pt idx="301">
                  <c:v>45716</c:v>
                </c:pt>
                <c:pt idx="302">
                  <c:v>45747</c:v>
                </c:pt>
                <c:pt idx="303">
                  <c:v>45777</c:v>
                </c:pt>
                <c:pt idx="304">
                  <c:v>45808</c:v>
                </c:pt>
                <c:pt idx="305">
                  <c:v>45838</c:v>
                </c:pt>
                <c:pt idx="306">
                  <c:v>45869</c:v>
                </c:pt>
                <c:pt idx="307">
                  <c:v>45900</c:v>
                </c:pt>
                <c:pt idx="308">
                  <c:v>45930</c:v>
                </c:pt>
                <c:pt idx="309">
                  <c:v>45961</c:v>
                </c:pt>
                <c:pt idx="310">
                  <c:v>45991</c:v>
                </c:pt>
                <c:pt idx="311">
                  <c:v>46022</c:v>
                </c:pt>
                <c:pt idx="312">
                  <c:v>46053</c:v>
                </c:pt>
                <c:pt idx="313">
                  <c:v>46081</c:v>
                </c:pt>
                <c:pt idx="314">
                  <c:v>46112</c:v>
                </c:pt>
                <c:pt idx="315">
                  <c:v>46142</c:v>
                </c:pt>
                <c:pt idx="316">
                  <c:v>46173</c:v>
                </c:pt>
              </c:numCache>
            </c:numRef>
          </c:cat>
          <c:val>
            <c:numRef>
              <c:f>'US CPI&amp;FFR'!$C$2:$C$318</c:f>
              <c:numCache>
                <c:formatCode>General</c:formatCode>
                <c:ptCount val="317"/>
                <c:pt idx="0">
                  <c:v>5.5</c:v>
                </c:pt>
                <c:pt idx="1">
                  <c:v>5.75</c:v>
                </c:pt>
                <c:pt idx="2">
                  <c:v>6</c:v>
                </c:pt>
                <c:pt idx="3">
                  <c:v>6</c:v>
                </c:pt>
                <c:pt idx="4">
                  <c:v>6.5</c:v>
                </c:pt>
                <c:pt idx="5">
                  <c:v>6.5</c:v>
                </c:pt>
                <c:pt idx="6">
                  <c:v>6.5</c:v>
                </c:pt>
                <c:pt idx="7">
                  <c:v>6.5</c:v>
                </c:pt>
                <c:pt idx="8">
                  <c:v>6.5</c:v>
                </c:pt>
                <c:pt idx="9">
                  <c:v>6.5</c:v>
                </c:pt>
                <c:pt idx="10">
                  <c:v>6.5</c:v>
                </c:pt>
                <c:pt idx="11">
                  <c:v>6.5</c:v>
                </c:pt>
                <c:pt idx="12">
                  <c:v>5.5</c:v>
                </c:pt>
                <c:pt idx="13">
                  <c:v>5.5</c:v>
                </c:pt>
                <c:pt idx="14">
                  <c:v>5</c:v>
                </c:pt>
                <c:pt idx="15">
                  <c:v>4.5</c:v>
                </c:pt>
                <c:pt idx="16">
                  <c:v>4</c:v>
                </c:pt>
                <c:pt idx="17">
                  <c:v>3.75</c:v>
                </c:pt>
                <c:pt idx="18">
                  <c:v>3.75</c:v>
                </c:pt>
                <c:pt idx="19">
                  <c:v>3.5</c:v>
                </c:pt>
                <c:pt idx="20">
                  <c:v>3</c:v>
                </c:pt>
                <c:pt idx="21">
                  <c:v>2.5</c:v>
                </c:pt>
                <c:pt idx="22">
                  <c:v>2</c:v>
                </c:pt>
                <c:pt idx="23">
                  <c:v>1.75</c:v>
                </c:pt>
                <c:pt idx="24">
                  <c:v>1.75</c:v>
                </c:pt>
                <c:pt idx="25">
                  <c:v>1.75</c:v>
                </c:pt>
                <c:pt idx="26">
                  <c:v>1.75</c:v>
                </c:pt>
                <c:pt idx="27">
                  <c:v>1.75</c:v>
                </c:pt>
                <c:pt idx="28">
                  <c:v>1.75</c:v>
                </c:pt>
                <c:pt idx="29">
                  <c:v>1.75</c:v>
                </c:pt>
                <c:pt idx="30">
                  <c:v>1.75</c:v>
                </c:pt>
                <c:pt idx="31">
                  <c:v>1.75</c:v>
                </c:pt>
                <c:pt idx="32">
                  <c:v>1.75</c:v>
                </c:pt>
                <c:pt idx="33">
                  <c:v>1.75</c:v>
                </c:pt>
                <c:pt idx="34">
                  <c:v>1.25</c:v>
                </c:pt>
                <c:pt idx="35">
                  <c:v>1.25</c:v>
                </c:pt>
                <c:pt idx="36">
                  <c:v>1.25</c:v>
                </c:pt>
                <c:pt idx="37">
                  <c:v>1.25</c:v>
                </c:pt>
                <c:pt idx="38">
                  <c:v>1.25</c:v>
                </c:pt>
                <c:pt idx="39">
                  <c:v>1.25</c:v>
                </c:pt>
                <c:pt idx="40">
                  <c:v>1.25</c:v>
                </c:pt>
                <c:pt idx="41">
                  <c:v>1</c:v>
                </c:pt>
                <c:pt idx="42">
                  <c:v>1</c:v>
                </c:pt>
                <c:pt idx="43">
                  <c:v>1</c:v>
                </c:pt>
                <c:pt idx="44">
                  <c:v>1</c:v>
                </c:pt>
                <c:pt idx="45">
                  <c:v>1</c:v>
                </c:pt>
                <c:pt idx="46">
                  <c:v>1</c:v>
                </c:pt>
                <c:pt idx="47">
                  <c:v>1</c:v>
                </c:pt>
                <c:pt idx="48">
                  <c:v>1</c:v>
                </c:pt>
                <c:pt idx="49">
                  <c:v>1</c:v>
                </c:pt>
                <c:pt idx="50">
                  <c:v>1</c:v>
                </c:pt>
                <c:pt idx="51">
                  <c:v>1</c:v>
                </c:pt>
                <c:pt idx="52">
                  <c:v>1</c:v>
                </c:pt>
                <c:pt idx="53">
                  <c:v>1.25</c:v>
                </c:pt>
                <c:pt idx="54">
                  <c:v>1.25</c:v>
                </c:pt>
                <c:pt idx="55">
                  <c:v>1.5</c:v>
                </c:pt>
                <c:pt idx="56">
                  <c:v>1.75</c:v>
                </c:pt>
                <c:pt idx="57">
                  <c:v>1.75</c:v>
                </c:pt>
                <c:pt idx="58">
                  <c:v>2</c:v>
                </c:pt>
                <c:pt idx="59">
                  <c:v>2.25</c:v>
                </c:pt>
                <c:pt idx="60">
                  <c:v>2.25</c:v>
                </c:pt>
                <c:pt idx="61">
                  <c:v>2.5</c:v>
                </c:pt>
                <c:pt idx="62">
                  <c:v>2.75</c:v>
                </c:pt>
                <c:pt idx="63">
                  <c:v>2.75</c:v>
                </c:pt>
                <c:pt idx="64">
                  <c:v>3</c:v>
                </c:pt>
                <c:pt idx="65">
                  <c:v>3.25</c:v>
                </c:pt>
                <c:pt idx="66">
                  <c:v>3.25</c:v>
                </c:pt>
                <c:pt idx="67">
                  <c:v>3.5</c:v>
                </c:pt>
                <c:pt idx="68">
                  <c:v>3.75</c:v>
                </c:pt>
                <c:pt idx="69">
                  <c:v>3.75</c:v>
                </c:pt>
                <c:pt idx="70">
                  <c:v>4</c:v>
                </c:pt>
                <c:pt idx="71">
                  <c:v>4.25</c:v>
                </c:pt>
                <c:pt idx="72">
                  <c:v>4.5</c:v>
                </c:pt>
                <c:pt idx="73">
                  <c:v>4.5</c:v>
                </c:pt>
                <c:pt idx="74">
                  <c:v>4.75</c:v>
                </c:pt>
                <c:pt idx="75">
                  <c:v>4.75</c:v>
                </c:pt>
                <c:pt idx="76">
                  <c:v>5</c:v>
                </c:pt>
                <c:pt idx="77">
                  <c:v>5.25</c:v>
                </c:pt>
                <c:pt idx="78">
                  <c:v>5.25</c:v>
                </c:pt>
                <c:pt idx="79">
                  <c:v>5.25</c:v>
                </c:pt>
                <c:pt idx="80">
                  <c:v>5.25</c:v>
                </c:pt>
                <c:pt idx="81">
                  <c:v>5.25</c:v>
                </c:pt>
                <c:pt idx="82">
                  <c:v>5.25</c:v>
                </c:pt>
                <c:pt idx="83">
                  <c:v>5.25</c:v>
                </c:pt>
                <c:pt idx="84">
                  <c:v>5.25</c:v>
                </c:pt>
                <c:pt idx="85">
                  <c:v>5.25</c:v>
                </c:pt>
                <c:pt idx="86">
                  <c:v>5.25</c:v>
                </c:pt>
                <c:pt idx="87">
                  <c:v>5.25</c:v>
                </c:pt>
                <c:pt idx="88">
                  <c:v>5.25</c:v>
                </c:pt>
                <c:pt idx="89">
                  <c:v>5.25</c:v>
                </c:pt>
                <c:pt idx="90">
                  <c:v>5.25</c:v>
                </c:pt>
                <c:pt idx="91">
                  <c:v>5.25</c:v>
                </c:pt>
                <c:pt idx="92">
                  <c:v>4.75</c:v>
                </c:pt>
                <c:pt idx="93">
                  <c:v>4.5</c:v>
                </c:pt>
                <c:pt idx="94">
                  <c:v>4.5</c:v>
                </c:pt>
                <c:pt idx="95">
                  <c:v>4.25</c:v>
                </c:pt>
                <c:pt idx="96">
                  <c:v>3</c:v>
                </c:pt>
                <c:pt idx="97">
                  <c:v>3</c:v>
                </c:pt>
                <c:pt idx="98">
                  <c:v>2.25</c:v>
                </c:pt>
                <c:pt idx="99">
                  <c:v>2</c:v>
                </c:pt>
                <c:pt idx="100">
                  <c:v>2</c:v>
                </c:pt>
                <c:pt idx="101">
                  <c:v>2</c:v>
                </c:pt>
                <c:pt idx="102">
                  <c:v>2</c:v>
                </c:pt>
                <c:pt idx="103">
                  <c:v>2</c:v>
                </c:pt>
                <c:pt idx="104">
                  <c:v>2</c:v>
                </c:pt>
                <c:pt idx="105">
                  <c:v>1</c:v>
                </c:pt>
                <c:pt idx="106">
                  <c:v>1</c:v>
                </c:pt>
                <c:pt idx="107">
                  <c:v>0.25</c:v>
                </c:pt>
                <c:pt idx="108">
                  <c:v>0.25</c:v>
                </c:pt>
                <c:pt idx="109">
                  <c:v>0.25</c:v>
                </c:pt>
                <c:pt idx="110">
                  <c:v>0.25</c:v>
                </c:pt>
                <c:pt idx="111">
                  <c:v>0.25</c:v>
                </c:pt>
                <c:pt idx="112">
                  <c:v>0.25</c:v>
                </c:pt>
                <c:pt idx="113">
                  <c:v>0.25</c:v>
                </c:pt>
                <c:pt idx="114">
                  <c:v>0.25</c:v>
                </c:pt>
                <c:pt idx="115">
                  <c:v>0.25</c:v>
                </c:pt>
                <c:pt idx="116">
                  <c:v>0.25</c:v>
                </c:pt>
                <c:pt idx="117">
                  <c:v>0.25</c:v>
                </c:pt>
                <c:pt idx="118">
                  <c:v>0.25</c:v>
                </c:pt>
                <c:pt idx="119">
                  <c:v>0.25</c:v>
                </c:pt>
                <c:pt idx="120">
                  <c:v>0.25</c:v>
                </c:pt>
                <c:pt idx="121">
                  <c:v>0.25</c:v>
                </c:pt>
                <c:pt idx="122">
                  <c:v>0.25</c:v>
                </c:pt>
                <c:pt idx="123">
                  <c:v>0.25</c:v>
                </c:pt>
                <c:pt idx="124">
                  <c:v>0.25</c:v>
                </c:pt>
                <c:pt idx="125">
                  <c:v>0.25</c:v>
                </c:pt>
                <c:pt idx="126">
                  <c:v>0.25</c:v>
                </c:pt>
                <c:pt idx="127">
                  <c:v>0.25</c:v>
                </c:pt>
                <c:pt idx="128">
                  <c:v>0.25</c:v>
                </c:pt>
                <c:pt idx="129">
                  <c:v>0.25</c:v>
                </c:pt>
                <c:pt idx="130">
                  <c:v>0.25</c:v>
                </c:pt>
                <c:pt idx="131">
                  <c:v>0.25</c:v>
                </c:pt>
                <c:pt idx="132">
                  <c:v>0.25</c:v>
                </c:pt>
                <c:pt idx="133">
                  <c:v>0.25</c:v>
                </c:pt>
                <c:pt idx="134">
                  <c:v>0.25</c:v>
                </c:pt>
                <c:pt idx="135">
                  <c:v>0.25</c:v>
                </c:pt>
                <c:pt idx="136">
                  <c:v>0.25</c:v>
                </c:pt>
                <c:pt idx="137">
                  <c:v>0.25</c:v>
                </c:pt>
                <c:pt idx="138">
                  <c:v>0.25</c:v>
                </c:pt>
                <c:pt idx="139">
                  <c:v>0.25</c:v>
                </c:pt>
                <c:pt idx="140">
                  <c:v>0.25</c:v>
                </c:pt>
                <c:pt idx="141">
                  <c:v>0.25</c:v>
                </c:pt>
                <c:pt idx="142">
                  <c:v>0.25</c:v>
                </c:pt>
                <c:pt idx="143">
                  <c:v>0.25</c:v>
                </c:pt>
                <c:pt idx="144">
                  <c:v>0.25</c:v>
                </c:pt>
                <c:pt idx="145">
                  <c:v>0.25</c:v>
                </c:pt>
                <c:pt idx="146">
                  <c:v>0.25</c:v>
                </c:pt>
                <c:pt idx="147">
                  <c:v>0.25</c:v>
                </c:pt>
                <c:pt idx="148">
                  <c:v>0.25</c:v>
                </c:pt>
                <c:pt idx="149">
                  <c:v>0.25</c:v>
                </c:pt>
                <c:pt idx="150">
                  <c:v>0.25</c:v>
                </c:pt>
                <c:pt idx="151">
                  <c:v>0.25</c:v>
                </c:pt>
                <c:pt idx="152">
                  <c:v>0.25</c:v>
                </c:pt>
                <c:pt idx="153">
                  <c:v>0.25</c:v>
                </c:pt>
                <c:pt idx="154">
                  <c:v>0.25</c:v>
                </c:pt>
                <c:pt idx="155">
                  <c:v>0.25</c:v>
                </c:pt>
                <c:pt idx="156">
                  <c:v>0.25</c:v>
                </c:pt>
                <c:pt idx="157">
                  <c:v>0.25</c:v>
                </c:pt>
                <c:pt idx="158">
                  <c:v>0.25</c:v>
                </c:pt>
                <c:pt idx="159">
                  <c:v>0.25</c:v>
                </c:pt>
                <c:pt idx="160">
                  <c:v>0.25</c:v>
                </c:pt>
                <c:pt idx="161">
                  <c:v>0.25</c:v>
                </c:pt>
                <c:pt idx="162">
                  <c:v>0.25</c:v>
                </c:pt>
                <c:pt idx="163">
                  <c:v>0.25</c:v>
                </c:pt>
                <c:pt idx="164">
                  <c:v>0.25</c:v>
                </c:pt>
                <c:pt idx="165">
                  <c:v>0.25</c:v>
                </c:pt>
                <c:pt idx="166">
                  <c:v>0.25</c:v>
                </c:pt>
                <c:pt idx="167">
                  <c:v>0.25</c:v>
                </c:pt>
                <c:pt idx="168">
                  <c:v>0.25</c:v>
                </c:pt>
                <c:pt idx="169">
                  <c:v>0.25</c:v>
                </c:pt>
                <c:pt idx="170">
                  <c:v>0.25</c:v>
                </c:pt>
                <c:pt idx="171">
                  <c:v>0.25</c:v>
                </c:pt>
                <c:pt idx="172">
                  <c:v>0.25</c:v>
                </c:pt>
                <c:pt idx="173">
                  <c:v>0.25</c:v>
                </c:pt>
                <c:pt idx="174">
                  <c:v>0.25</c:v>
                </c:pt>
                <c:pt idx="175">
                  <c:v>0.25</c:v>
                </c:pt>
                <c:pt idx="176">
                  <c:v>0.25</c:v>
                </c:pt>
                <c:pt idx="177">
                  <c:v>0.25</c:v>
                </c:pt>
                <c:pt idx="178">
                  <c:v>0.25</c:v>
                </c:pt>
                <c:pt idx="179">
                  <c:v>0.25</c:v>
                </c:pt>
                <c:pt idx="180">
                  <c:v>0.25</c:v>
                </c:pt>
                <c:pt idx="181">
                  <c:v>0.25</c:v>
                </c:pt>
                <c:pt idx="182">
                  <c:v>0.25</c:v>
                </c:pt>
                <c:pt idx="183">
                  <c:v>0.25</c:v>
                </c:pt>
                <c:pt idx="184">
                  <c:v>0.25</c:v>
                </c:pt>
                <c:pt idx="185">
                  <c:v>0.25</c:v>
                </c:pt>
                <c:pt idx="186">
                  <c:v>0.25</c:v>
                </c:pt>
                <c:pt idx="187">
                  <c:v>0.25</c:v>
                </c:pt>
                <c:pt idx="188">
                  <c:v>0.25</c:v>
                </c:pt>
                <c:pt idx="189">
                  <c:v>0.25</c:v>
                </c:pt>
                <c:pt idx="190">
                  <c:v>0.25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0.75</c:v>
                </c:pt>
                <c:pt idx="204">
                  <c:v>0.75</c:v>
                </c:pt>
                <c:pt idx="205">
                  <c:v>0.75</c:v>
                </c:pt>
                <c:pt idx="206">
                  <c:v>1</c:v>
                </c:pt>
                <c:pt idx="207">
                  <c:v>1</c:v>
                </c:pt>
                <c:pt idx="208">
                  <c:v>1</c:v>
                </c:pt>
                <c:pt idx="209">
                  <c:v>1.25</c:v>
                </c:pt>
                <c:pt idx="210">
                  <c:v>1.25</c:v>
                </c:pt>
                <c:pt idx="211">
                  <c:v>1.25</c:v>
                </c:pt>
                <c:pt idx="212">
                  <c:v>1.25</c:v>
                </c:pt>
                <c:pt idx="213">
                  <c:v>1.25</c:v>
                </c:pt>
                <c:pt idx="214">
                  <c:v>1.25</c:v>
                </c:pt>
                <c:pt idx="215">
                  <c:v>1.5</c:v>
                </c:pt>
                <c:pt idx="216">
                  <c:v>1.5</c:v>
                </c:pt>
                <c:pt idx="217">
                  <c:v>1.5</c:v>
                </c:pt>
                <c:pt idx="218">
                  <c:v>1.75</c:v>
                </c:pt>
                <c:pt idx="219">
                  <c:v>1.75</c:v>
                </c:pt>
                <c:pt idx="220">
                  <c:v>1.75</c:v>
                </c:pt>
                <c:pt idx="221">
                  <c:v>2</c:v>
                </c:pt>
                <c:pt idx="222">
                  <c:v>2</c:v>
                </c:pt>
                <c:pt idx="223">
                  <c:v>2</c:v>
                </c:pt>
                <c:pt idx="224">
                  <c:v>2.25</c:v>
                </c:pt>
                <c:pt idx="225">
                  <c:v>2.25</c:v>
                </c:pt>
                <c:pt idx="226">
                  <c:v>2.25</c:v>
                </c:pt>
                <c:pt idx="227">
                  <c:v>2.5</c:v>
                </c:pt>
                <c:pt idx="228">
                  <c:v>2.5</c:v>
                </c:pt>
                <c:pt idx="229">
                  <c:v>2.5</c:v>
                </c:pt>
                <c:pt idx="230">
                  <c:v>2.5</c:v>
                </c:pt>
                <c:pt idx="231">
                  <c:v>2.5</c:v>
                </c:pt>
                <c:pt idx="232">
                  <c:v>2.5</c:v>
                </c:pt>
                <c:pt idx="233">
                  <c:v>2.5</c:v>
                </c:pt>
                <c:pt idx="234">
                  <c:v>2.25</c:v>
                </c:pt>
                <c:pt idx="235">
                  <c:v>2.25</c:v>
                </c:pt>
                <c:pt idx="236">
                  <c:v>2</c:v>
                </c:pt>
                <c:pt idx="237">
                  <c:v>1.75</c:v>
                </c:pt>
                <c:pt idx="238">
                  <c:v>1.75</c:v>
                </c:pt>
                <c:pt idx="239">
                  <c:v>1.75</c:v>
                </c:pt>
                <c:pt idx="240">
                  <c:v>1.75</c:v>
                </c:pt>
                <c:pt idx="241">
                  <c:v>1.75</c:v>
                </c:pt>
                <c:pt idx="242">
                  <c:v>0.25</c:v>
                </c:pt>
                <c:pt idx="243">
                  <c:v>0.25</c:v>
                </c:pt>
                <c:pt idx="244">
                  <c:v>0.25</c:v>
                </c:pt>
                <c:pt idx="245">
                  <c:v>0.25</c:v>
                </c:pt>
                <c:pt idx="246">
                  <c:v>0.25</c:v>
                </c:pt>
                <c:pt idx="247">
                  <c:v>0.25</c:v>
                </c:pt>
                <c:pt idx="248">
                  <c:v>0.25</c:v>
                </c:pt>
                <c:pt idx="249">
                  <c:v>0.25</c:v>
                </c:pt>
                <c:pt idx="250">
                  <c:v>0.25</c:v>
                </c:pt>
                <c:pt idx="251">
                  <c:v>0.25</c:v>
                </c:pt>
                <c:pt idx="252">
                  <c:v>0.25</c:v>
                </c:pt>
                <c:pt idx="253">
                  <c:v>0.25</c:v>
                </c:pt>
                <c:pt idx="254">
                  <c:v>0.25</c:v>
                </c:pt>
                <c:pt idx="255">
                  <c:v>0.25</c:v>
                </c:pt>
                <c:pt idx="256">
                  <c:v>0.25</c:v>
                </c:pt>
                <c:pt idx="257">
                  <c:v>0.25</c:v>
                </c:pt>
                <c:pt idx="258">
                  <c:v>0.25</c:v>
                </c:pt>
                <c:pt idx="259">
                  <c:v>0.25</c:v>
                </c:pt>
                <c:pt idx="260">
                  <c:v>0.25</c:v>
                </c:pt>
                <c:pt idx="261">
                  <c:v>0.25</c:v>
                </c:pt>
                <c:pt idx="262">
                  <c:v>0.25</c:v>
                </c:pt>
                <c:pt idx="263">
                  <c:v>0.25</c:v>
                </c:pt>
                <c:pt idx="264">
                  <c:v>0.25</c:v>
                </c:pt>
                <c:pt idx="265">
                  <c:v>0.25</c:v>
                </c:pt>
                <c:pt idx="266">
                  <c:v>0.5</c:v>
                </c:pt>
                <c:pt idx="267">
                  <c:v>0.5</c:v>
                </c:pt>
                <c:pt idx="268">
                  <c:v>1</c:v>
                </c:pt>
                <c:pt idx="269">
                  <c:v>1.75</c:v>
                </c:pt>
                <c:pt idx="270">
                  <c:v>2.5</c:v>
                </c:pt>
                <c:pt idx="271">
                  <c:v>2.5</c:v>
                </c:pt>
                <c:pt idx="272">
                  <c:v>3.25</c:v>
                </c:pt>
                <c:pt idx="273">
                  <c:v>3.25</c:v>
                </c:pt>
                <c:pt idx="274">
                  <c:v>4</c:v>
                </c:pt>
                <c:pt idx="275">
                  <c:v>4.5</c:v>
                </c:pt>
                <c:pt idx="276">
                  <c:v>4.5</c:v>
                </c:pt>
                <c:pt idx="277">
                  <c:v>4.75</c:v>
                </c:pt>
                <c:pt idx="278">
                  <c:v>5</c:v>
                </c:pt>
                <c:pt idx="279">
                  <c:v>5</c:v>
                </c:pt>
                <c:pt idx="280">
                  <c:v>5.25</c:v>
                </c:pt>
                <c:pt idx="281">
                  <c:v>5.25</c:v>
                </c:pt>
                <c:pt idx="282">
                  <c:v>5.5</c:v>
                </c:pt>
                <c:pt idx="283">
                  <c:v>5.5</c:v>
                </c:pt>
                <c:pt idx="284">
                  <c:v>5.5</c:v>
                </c:pt>
                <c:pt idx="285">
                  <c:v>5.5</c:v>
                </c:pt>
                <c:pt idx="286">
                  <c:v>5.5</c:v>
                </c:pt>
                <c:pt idx="287">
                  <c:v>5.5</c:v>
                </c:pt>
                <c:pt idx="288">
                  <c:v>5.5</c:v>
                </c:pt>
                <c:pt idx="289">
                  <c:v>5.5</c:v>
                </c:pt>
                <c:pt idx="290">
                  <c:v>5.5</c:v>
                </c:pt>
                <c:pt idx="291">
                  <c:v>5.5</c:v>
                </c:pt>
                <c:pt idx="292">
                  <c:v>5.5</c:v>
                </c:pt>
                <c:pt idx="293">
                  <c:v>5.5</c:v>
                </c:pt>
                <c:pt idx="294">
                  <c:v>5.5</c:v>
                </c:pt>
                <c:pt idx="295">
                  <c:v>5.5</c:v>
                </c:pt>
                <c:pt idx="296">
                  <c:v>5</c:v>
                </c:pt>
                <c:pt idx="297">
                  <c:v>5</c:v>
                </c:pt>
                <c:pt idx="298">
                  <c:v>4.75</c:v>
                </c:pt>
                <c:pt idx="299">
                  <c:v>4.5</c:v>
                </c:pt>
                <c:pt idx="300">
                  <c:v>4.5</c:v>
                </c:pt>
                <c:pt idx="301">
                  <c:v>4.5</c:v>
                </c:pt>
                <c:pt idx="302">
                  <c:v>4.5</c:v>
                </c:pt>
                <c:pt idx="303">
                  <c:v>4.5</c:v>
                </c:pt>
                <c:pt idx="304">
                  <c:v>4.5</c:v>
                </c:pt>
                <c:pt idx="305">
                  <c:v>4.5</c:v>
                </c:pt>
                <c:pt idx="306">
                  <c:v>4.5</c:v>
                </c:pt>
                <c:pt idx="307">
                  <c:v>4.5</c:v>
                </c:pt>
                <c:pt idx="308">
                  <c:v>4.25</c:v>
                </c:pt>
                <c:pt idx="309">
                  <c:v>4</c:v>
                </c:pt>
                <c:pt idx="310">
                  <c:v>4</c:v>
                </c:pt>
                <c:pt idx="311">
                  <c:v>3.75</c:v>
                </c:pt>
                <c:pt idx="312">
                  <c:v>3.75</c:v>
                </c:pt>
                <c:pt idx="313">
                  <c:v>3.75</c:v>
                </c:pt>
                <c:pt idx="314">
                  <c:v>3.75</c:v>
                </c:pt>
                <c:pt idx="315">
                  <c:v>3.75</c:v>
                </c:pt>
                <c:pt idx="316">
                  <c:v>3.75</c:v>
                </c:pt>
              </c:numCache>
            </c:numRef>
          </c:val>
          <c:smooth val="0"/>
          <c:extLst>
            <c:ext xmlns:c16="http://schemas.microsoft.com/office/drawing/2014/chart" uri="{C3380CC4-5D6E-409C-BE32-E72D297353CC}">
              <c16:uniqueId val="{00000001-A46F-4B0B-ABBC-55CD94707F08}"/>
            </c:ext>
          </c:extLst>
        </c:ser>
        <c:dLbls>
          <c:showLegendKey val="0"/>
          <c:showVal val="0"/>
          <c:showCatName val="0"/>
          <c:showSerName val="0"/>
          <c:showPercent val="0"/>
          <c:showBubbleSize val="0"/>
        </c:dLbls>
        <c:smooth val="0"/>
        <c:axId val="2000000832"/>
        <c:axId val="2000000833"/>
      </c:lineChart>
      <c:dateAx>
        <c:axId val="2000000832"/>
        <c:scaling>
          <c:orientation val="minMax"/>
        </c:scaling>
        <c:delete val="0"/>
        <c:axPos val="b"/>
        <c:numFmt formatCode="m/d/yyyy" sourceLinked="0"/>
        <c:majorTickMark val="none"/>
        <c:minorTickMark val="none"/>
        <c:tickLblPos val="nextTo"/>
        <c:spPr>
          <a:noFill/>
          <a:ln w="6350" cap="flat" cmpd="sng" algn="ctr">
            <a:solidFill>
              <a:sysClr val="windowText" lastClr="000000"/>
            </a:solidFill>
            <a:round/>
          </a:ln>
          <a:effectLst/>
        </c:spPr>
        <c:txPr>
          <a:bodyPr rot="-6000000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0833"/>
        <c:crosses val="autoZero"/>
        <c:auto val="1"/>
        <c:lblOffset val="100"/>
        <c:baseTimeUnit val="months"/>
      </c:dateAx>
      <c:valAx>
        <c:axId val="2000000833"/>
        <c:scaling>
          <c:orientation val="minMax"/>
          <c:max val="10"/>
        </c:scaling>
        <c:delete val="0"/>
        <c:axPos val="l"/>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0832"/>
        <c:crosses val="autoZero"/>
        <c:crossBetween val="between"/>
      </c:valAx>
      <c:spPr>
        <a:noFill/>
        <a:ln>
          <a:noFill/>
        </a:ln>
        <a:effectLst/>
      </c:spPr>
    </c:plotArea>
    <c:legend>
      <c:legendPos val="t"/>
      <c:legendEntry>
        <c:idx val="0"/>
        <c:txPr>
          <a:bodyPr rot="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egendEntry>
        <c:idx val="1"/>
        <c:txPr>
          <a:bodyPr rot="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overlay val="0"/>
      <c:spPr>
        <a:noFill/>
        <a:ln>
          <a:noFill/>
        </a:ln>
        <a:effectLst/>
      </c:spPr>
      <c:txPr>
        <a:bodyPr rot="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
    <c:plotVisOnly val="1"/>
    <c:dispBlanksAs val="gap"/>
    <c:showDLblsOverMax val="0"/>
  </c:chart>
  <c:spPr>
    <a:noFill/>
    <a:ln w="9525" cap="flat" cmpd="sng" algn="ctr">
      <a:noFill/>
      <a:round/>
    </a:ln>
    <a:effectLst/>
  </c:spPr>
  <c:txPr>
    <a:bodyPr/>
    <a:lstStyle/>
    <a:p>
      <a:pPr>
        <a:defRPr lang="zh-CN" sz="80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defRPr>
      </a:pPr>
      <a:endParaRPr lang="zh-CN"/>
    </a:p>
  </c:txPr>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6012646532004398E-2"/>
          <c:y val="0.13540014201755579"/>
          <c:w val="0.90128065554539027"/>
          <c:h val="0.70685615517572509"/>
        </c:manualLayout>
      </c:layout>
      <c:lineChart>
        <c:grouping val="standard"/>
        <c:varyColors val="0"/>
        <c:ser>
          <c:idx val="0"/>
          <c:order val="0"/>
          <c:tx>
            <c:strRef>
              <c:f>'worldwide policy rate'!$B$1</c:f>
              <c:strCache>
                <c:ptCount val="1"/>
                <c:pt idx="0">
                  <c:v>美国联邦基金利率上限，%</c:v>
                </c:pt>
              </c:strCache>
            </c:strRef>
          </c:tx>
          <c:spPr>
            <a:ln w="25400" cap="rnd" cmpd="sng">
              <a:solidFill>
                <a:srgbClr val="7C80C8"/>
              </a:solidFill>
              <a:prstDash val="solid"/>
              <a:round/>
            </a:ln>
            <a:effectLst/>
          </c:spPr>
          <c:marker>
            <c:symbol val="none"/>
          </c:marker>
          <c:cat>
            <c:numRef>
              <c:f>'worldwide policy rate'!$A$2612:$A$7950</c:f>
              <c:numCache>
                <c:formatCode>m/d/yyyy</c:formatCode>
                <c:ptCount val="5339"/>
                <c:pt idx="0">
                  <c:v>38719</c:v>
                </c:pt>
                <c:pt idx="1">
                  <c:v>38720</c:v>
                </c:pt>
                <c:pt idx="2">
                  <c:v>38721</c:v>
                </c:pt>
                <c:pt idx="3">
                  <c:v>38722</c:v>
                </c:pt>
                <c:pt idx="4">
                  <c:v>38723</c:v>
                </c:pt>
                <c:pt idx="5">
                  <c:v>38726</c:v>
                </c:pt>
                <c:pt idx="6">
                  <c:v>38727</c:v>
                </c:pt>
                <c:pt idx="7">
                  <c:v>38728</c:v>
                </c:pt>
                <c:pt idx="8">
                  <c:v>38729</c:v>
                </c:pt>
                <c:pt idx="9">
                  <c:v>38730</c:v>
                </c:pt>
                <c:pt idx="10">
                  <c:v>38733</c:v>
                </c:pt>
                <c:pt idx="11">
                  <c:v>38734</c:v>
                </c:pt>
                <c:pt idx="12">
                  <c:v>38735</c:v>
                </c:pt>
                <c:pt idx="13">
                  <c:v>38736</c:v>
                </c:pt>
                <c:pt idx="14">
                  <c:v>38737</c:v>
                </c:pt>
                <c:pt idx="15">
                  <c:v>38740</c:v>
                </c:pt>
                <c:pt idx="16">
                  <c:v>38741</c:v>
                </c:pt>
                <c:pt idx="17">
                  <c:v>38742</c:v>
                </c:pt>
                <c:pt idx="18">
                  <c:v>38743</c:v>
                </c:pt>
                <c:pt idx="19">
                  <c:v>38744</c:v>
                </c:pt>
                <c:pt idx="20">
                  <c:v>38747</c:v>
                </c:pt>
                <c:pt idx="21">
                  <c:v>38748</c:v>
                </c:pt>
                <c:pt idx="22">
                  <c:v>38749</c:v>
                </c:pt>
                <c:pt idx="23">
                  <c:v>38750</c:v>
                </c:pt>
                <c:pt idx="24">
                  <c:v>38751</c:v>
                </c:pt>
                <c:pt idx="25">
                  <c:v>38754</c:v>
                </c:pt>
                <c:pt idx="26">
                  <c:v>38755</c:v>
                </c:pt>
                <c:pt idx="27">
                  <c:v>38756</c:v>
                </c:pt>
                <c:pt idx="28">
                  <c:v>38757</c:v>
                </c:pt>
                <c:pt idx="29">
                  <c:v>38758</c:v>
                </c:pt>
                <c:pt idx="30">
                  <c:v>38761</c:v>
                </c:pt>
                <c:pt idx="31">
                  <c:v>38762</c:v>
                </c:pt>
                <c:pt idx="32">
                  <c:v>38763</c:v>
                </c:pt>
                <c:pt idx="33">
                  <c:v>38764</c:v>
                </c:pt>
                <c:pt idx="34">
                  <c:v>38765</c:v>
                </c:pt>
                <c:pt idx="35">
                  <c:v>38768</c:v>
                </c:pt>
                <c:pt idx="36">
                  <c:v>38769</c:v>
                </c:pt>
                <c:pt idx="37">
                  <c:v>38770</c:v>
                </c:pt>
                <c:pt idx="38">
                  <c:v>38771</c:v>
                </c:pt>
                <c:pt idx="39">
                  <c:v>38772</c:v>
                </c:pt>
                <c:pt idx="40">
                  <c:v>38775</c:v>
                </c:pt>
                <c:pt idx="41">
                  <c:v>38776</c:v>
                </c:pt>
                <c:pt idx="42">
                  <c:v>38777</c:v>
                </c:pt>
                <c:pt idx="43">
                  <c:v>38778</c:v>
                </c:pt>
                <c:pt idx="44">
                  <c:v>38779</c:v>
                </c:pt>
                <c:pt idx="45">
                  <c:v>38782</c:v>
                </c:pt>
                <c:pt idx="46">
                  <c:v>38783</c:v>
                </c:pt>
                <c:pt idx="47">
                  <c:v>38784</c:v>
                </c:pt>
                <c:pt idx="48">
                  <c:v>38785</c:v>
                </c:pt>
                <c:pt idx="49">
                  <c:v>38786</c:v>
                </c:pt>
                <c:pt idx="50">
                  <c:v>38789</c:v>
                </c:pt>
                <c:pt idx="51">
                  <c:v>38790</c:v>
                </c:pt>
                <c:pt idx="52">
                  <c:v>38791</c:v>
                </c:pt>
                <c:pt idx="53">
                  <c:v>38792</c:v>
                </c:pt>
                <c:pt idx="54">
                  <c:v>38793</c:v>
                </c:pt>
                <c:pt idx="55">
                  <c:v>38796</c:v>
                </c:pt>
                <c:pt idx="56">
                  <c:v>38797</c:v>
                </c:pt>
                <c:pt idx="57">
                  <c:v>38798</c:v>
                </c:pt>
                <c:pt idx="58">
                  <c:v>38799</c:v>
                </c:pt>
                <c:pt idx="59">
                  <c:v>38800</c:v>
                </c:pt>
                <c:pt idx="60">
                  <c:v>38803</c:v>
                </c:pt>
                <c:pt idx="61">
                  <c:v>38804</c:v>
                </c:pt>
                <c:pt idx="62">
                  <c:v>38805</c:v>
                </c:pt>
                <c:pt idx="63">
                  <c:v>38806</c:v>
                </c:pt>
                <c:pt idx="64">
                  <c:v>38807</c:v>
                </c:pt>
                <c:pt idx="65">
                  <c:v>38810</c:v>
                </c:pt>
                <c:pt idx="66">
                  <c:v>38811</c:v>
                </c:pt>
                <c:pt idx="67">
                  <c:v>38812</c:v>
                </c:pt>
                <c:pt idx="68">
                  <c:v>38813</c:v>
                </c:pt>
                <c:pt idx="69">
                  <c:v>38814</c:v>
                </c:pt>
                <c:pt idx="70">
                  <c:v>38817</c:v>
                </c:pt>
                <c:pt idx="71">
                  <c:v>38818</c:v>
                </c:pt>
                <c:pt idx="72">
                  <c:v>38819</c:v>
                </c:pt>
                <c:pt idx="73">
                  <c:v>38820</c:v>
                </c:pt>
                <c:pt idx="74">
                  <c:v>38821</c:v>
                </c:pt>
                <c:pt idx="75">
                  <c:v>38824</c:v>
                </c:pt>
                <c:pt idx="76">
                  <c:v>38825</c:v>
                </c:pt>
                <c:pt idx="77">
                  <c:v>38826</c:v>
                </c:pt>
                <c:pt idx="78">
                  <c:v>38827</c:v>
                </c:pt>
                <c:pt idx="79">
                  <c:v>38828</c:v>
                </c:pt>
                <c:pt idx="80">
                  <c:v>38831</c:v>
                </c:pt>
                <c:pt idx="81">
                  <c:v>38832</c:v>
                </c:pt>
                <c:pt idx="82">
                  <c:v>38833</c:v>
                </c:pt>
                <c:pt idx="83">
                  <c:v>38834</c:v>
                </c:pt>
                <c:pt idx="84">
                  <c:v>38835</c:v>
                </c:pt>
                <c:pt idx="85">
                  <c:v>38838</c:v>
                </c:pt>
                <c:pt idx="86">
                  <c:v>38839</c:v>
                </c:pt>
                <c:pt idx="87">
                  <c:v>38840</c:v>
                </c:pt>
                <c:pt idx="88">
                  <c:v>38841</c:v>
                </c:pt>
                <c:pt idx="89">
                  <c:v>38842</c:v>
                </c:pt>
                <c:pt idx="90">
                  <c:v>38845</c:v>
                </c:pt>
                <c:pt idx="91">
                  <c:v>38846</c:v>
                </c:pt>
                <c:pt idx="92">
                  <c:v>38847</c:v>
                </c:pt>
                <c:pt idx="93">
                  <c:v>38848</c:v>
                </c:pt>
                <c:pt idx="94">
                  <c:v>38849</c:v>
                </c:pt>
                <c:pt idx="95">
                  <c:v>38852</c:v>
                </c:pt>
                <c:pt idx="96">
                  <c:v>38853</c:v>
                </c:pt>
                <c:pt idx="97">
                  <c:v>38854</c:v>
                </c:pt>
                <c:pt idx="98">
                  <c:v>38855</c:v>
                </c:pt>
                <c:pt idx="99">
                  <c:v>38856</c:v>
                </c:pt>
                <c:pt idx="100">
                  <c:v>38859</c:v>
                </c:pt>
                <c:pt idx="101">
                  <c:v>38860</c:v>
                </c:pt>
                <c:pt idx="102">
                  <c:v>38861</c:v>
                </c:pt>
                <c:pt idx="103">
                  <c:v>38862</c:v>
                </c:pt>
                <c:pt idx="104">
                  <c:v>38863</c:v>
                </c:pt>
                <c:pt idx="105">
                  <c:v>38866</c:v>
                </c:pt>
                <c:pt idx="106">
                  <c:v>38867</c:v>
                </c:pt>
                <c:pt idx="107">
                  <c:v>38868</c:v>
                </c:pt>
                <c:pt idx="108">
                  <c:v>38869</c:v>
                </c:pt>
                <c:pt idx="109">
                  <c:v>38870</c:v>
                </c:pt>
                <c:pt idx="110">
                  <c:v>38873</c:v>
                </c:pt>
                <c:pt idx="111">
                  <c:v>38874</c:v>
                </c:pt>
                <c:pt idx="112">
                  <c:v>38875</c:v>
                </c:pt>
                <c:pt idx="113">
                  <c:v>38876</c:v>
                </c:pt>
                <c:pt idx="114">
                  <c:v>38877</c:v>
                </c:pt>
                <c:pt idx="115">
                  <c:v>38880</c:v>
                </c:pt>
                <c:pt idx="116">
                  <c:v>38881</c:v>
                </c:pt>
                <c:pt idx="117">
                  <c:v>38882</c:v>
                </c:pt>
                <c:pt idx="118">
                  <c:v>38883</c:v>
                </c:pt>
                <c:pt idx="119">
                  <c:v>38884</c:v>
                </c:pt>
                <c:pt idx="120">
                  <c:v>38887</c:v>
                </c:pt>
                <c:pt idx="121">
                  <c:v>38888</c:v>
                </c:pt>
                <c:pt idx="122">
                  <c:v>38889</c:v>
                </c:pt>
                <c:pt idx="123">
                  <c:v>38890</c:v>
                </c:pt>
                <c:pt idx="124">
                  <c:v>38891</c:v>
                </c:pt>
                <c:pt idx="125">
                  <c:v>38894</c:v>
                </c:pt>
                <c:pt idx="126">
                  <c:v>38895</c:v>
                </c:pt>
                <c:pt idx="127">
                  <c:v>38896</c:v>
                </c:pt>
                <c:pt idx="128">
                  <c:v>38897</c:v>
                </c:pt>
                <c:pt idx="129">
                  <c:v>38898</c:v>
                </c:pt>
                <c:pt idx="130">
                  <c:v>38901</c:v>
                </c:pt>
                <c:pt idx="131">
                  <c:v>38902</c:v>
                </c:pt>
                <c:pt idx="132">
                  <c:v>38903</c:v>
                </c:pt>
                <c:pt idx="133">
                  <c:v>38904</c:v>
                </c:pt>
                <c:pt idx="134">
                  <c:v>38905</c:v>
                </c:pt>
                <c:pt idx="135">
                  <c:v>38908</c:v>
                </c:pt>
                <c:pt idx="136">
                  <c:v>38909</c:v>
                </c:pt>
                <c:pt idx="137">
                  <c:v>38910</c:v>
                </c:pt>
                <c:pt idx="138">
                  <c:v>38911</c:v>
                </c:pt>
                <c:pt idx="139">
                  <c:v>38912</c:v>
                </c:pt>
                <c:pt idx="140">
                  <c:v>38915</c:v>
                </c:pt>
                <c:pt idx="141">
                  <c:v>38916</c:v>
                </c:pt>
                <c:pt idx="142">
                  <c:v>38917</c:v>
                </c:pt>
                <c:pt idx="143">
                  <c:v>38918</c:v>
                </c:pt>
                <c:pt idx="144">
                  <c:v>38919</c:v>
                </c:pt>
                <c:pt idx="145">
                  <c:v>38922</c:v>
                </c:pt>
                <c:pt idx="146">
                  <c:v>38923</c:v>
                </c:pt>
                <c:pt idx="147">
                  <c:v>38924</c:v>
                </c:pt>
                <c:pt idx="148">
                  <c:v>38925</c:v>
                </c:pt>
                <c:pt idx="149">
                  <c:v>38926</c:v>
                </c:pt>
                <c:pt idx="150">
                  <c:v>38929</c:v>
                </c:pt>
                <c:pt idx="151">
                  <c:v>38930</c:v>
                </c:pt>
                <c:pt idx="152">
                  <c:v>38931</c:v>
                </c:pt>
                <c:pt idx="153">
                  <c:v>38932</c:v>
                </c:pt>
                <c:pt idx="154">
                  <c:v>38933</c:v>
                </c:pt>
                <c:pt idx="155">
                  <c:v>38936</c:v>
                </c:pt>
                <c:pt idx="156">
                  <c:v>38937</c:v>
                </c:pt>
                <c:pt idx="157">
                  <c:v>38938</c:v>
                </c:pt>
                <c:pt idx="158">
                  <c:v>38939</c:v>
                </c:pt>
                <c:pt idx="159">
                  <c:v>38940</c:v>
                </c:pt>
                <c:pt idx="160">
                  <c:v>38943</c:v>
                </c:pt>
                <c:pt idx="161">
                  <c:v>38944</c:v>
                </c:pt>
                <c:pt idx="162">
                  <c:v>38945</c:v>
                </c:pt>
                <c:pt idx="163">
                  <c:v>38946</c:v>
                </c:pt>
                <c:pt idx="164">
                  <c:v>38947</c:v>
                </c:pt>
                <c:pt idx="165">
                  <c:v>38950</c:v>
                </c:pt>
                <c:pt idx="166">
                  <c:v>38951</c:v>
                </c:pt>
                <c:pt idx="167">
                  <c:v>38952</c:v>
                </c:pt>
                <c:pt idx="168">
                  <c:v>38953</c:v>
                </c:pt>
                <c:pt idx="169">
                  <c:v>38954</c:v>
                </c:pt>
                <c:pt idx="170">
                  <c:v>38957</c:v>
                </c:pt>
                <c:pt idx="171">
                  <c:v>38958</c:v>
                </c:pt>
                <c:pt idx="172">
                  <c:v>38959</c:v>
                </c:pt>
                <c:pt idx="173">
                  <c:v>38960</c:v>
                </c:pt>
                <c:pt idx="174">
                  <c:v>38961</c:v>
                </c:pt>
                <c:pt idx="175">
                  <c:v>38964</c:v>
                </c:pt>
                <c:pt idx="176">
                  <c:v>38965</c:v>
                </c:pt>
                <c:pt idx="177">
                  <c:v>38966</c:v>
                </c:pt>
                <c:pt idx="178">
                  <c:v>38967</c:v>
                </c:pt>
                <c:pt idx="179">
                  <c:v>38968</c:v>
                </c:pt>
                <c:pt idx="180">
                  <c:v>38971</c:v>
                </c:pt>
                <c:pt idx="181">
                  <c:v>38972</c:v>
                </c:pt>
                <c:pt idx="182">
                  <c:v>38973</c:v>
                </c:pt>
                <c:pt idx="183">
                  <c:v>38974</c:v>
                </c:pt>
                <c:pt idx="184">
                  <c:v>38975</c:v>
                </c:pt>
                <c:pt idx="185">
                  <c:v>38978</c:v>
                </c:pt>
                <c:pt idx="186">
                  <c:v>38979</c:v>
                </c:pt>
                <c:pt idx="187">
                  <c:v>38980</c:v>
                </c:pt>
                <c:pt idx="188">
                  <c:v>38981</c:v>
                </c:pt>
                <c:pt idx="189">
                  <c:v>38982</c:v>
                </c:pt>
                <c:pt idx="190">
                  <c:v>38985</c:v>
                </c:pt>
                <c:pt idx="191">
                  <c:v>38986</c:v>
                </c:pt>
                <c:pt idx="192">
                  <c:v>38987</c:v>
                </c:pt>
                <c:pt idx="193">
                  <c:v>38988</c:v>
                </c:pt>
                <c:pt idx="194">
                  <c:v>38989</c:v>
                </c:pt>
                <c:pt idx="195">
                  <c:v>38992</c:v>
                </c:pt>
                <c:pt idx="196">
                  <c:v>38993</c:v>
                </c:pt>
                <c:pt idx="197">
                  <c:v>38994</c:v>
                </c:pt>
                <c:pt idx="198">
                  <c:v>38995</c:v>
                </c:pt>
                <c:pt idx="199">
                  <c:v>38996</c:v>
                </c:pt>
                <c:pt idx="200">
                  <c:v>38999</c:v>
                </c:pt>
                <c:pt idx="201">
                  <c:v>39000</c:v>
                </c:pt>
                <c:pt idx="202">
                  <c:v>39001</c:v>
                </c:pt>
                <c:pt idx="203">
                  <c:v>39002</c:v>
                </c:pt>
                <c:pt idx="204">
                  <c:v>39003</c:v>
                </c:pt>
                <c:pt idx="205">
                  <c:v>39006</c:v>
                </c:pt>
                <c:pt idx="206">
                  <c:v>39007</c:v>
                </c:pt>
                <c:pt idx="207">
                  <c:v>39008</c:v>
                </c:pt>
                <c:pt idx="208">
                  <c:v>39009</c:v>
                </c:pt>
                <c:pt idx="209">
                  <c:v>39010</c:v>
                </c:pt>
                <c:pt idx="210">
                  <c:v>39013</c:v>
                </c:pt>
                <c:pt idx="211">
                  <c:v>39014</c:v>
                </c:pt>
                <c:pt idx="212">
                  <c:v>39015</c:v>
                </c:pt>
                <c:pt idx="213">
                  <c:v>39016</c:v>
                </c:pt>
                <c:pt idx="214">
                  <c:v>39017</c:v>
                </c:pt>
                <c:pt idx="215">
                  <c:v>39020</c:v>
                </c:pt>
                <c:pt idx="216">
                  <c:v>39021</c:v>
                </c:pt>
                <c:pt idx="217">
                  <c:v>39022</c:v>
                </c:pt>
                <c:pt idx="218">
                  <c:v>39023</c:v>
                </c:pt>
                <c:pt idx="219">
                  <c:v>39024</c:v>
                </c:pt>
                <c:pt idx="220">
                  <c:v>39027</c:v>
                </c:pt>
                <c:pt idx="221">
                  <c:v>39028</c:v>
                </c:pt>
                <c:pt idx="222">
                  <c:v>39029</c:v>
                </c:pt>
                <c:pt idx="223">
                  <c:v>39030</c:v>
                </c:pt>
                <c:pt idx="224">
                  <c:v>39031</c:v>
                </c:pt>
                <c:pt idx="225">
                  <c:v>39034</c:v>
                </c:pt>
                <c:pt idx="226">
                  <c:v>39035</c:v>
                </c:pt>
                <c:pt idx="227">
                  <c:v>39036</c:v>
                </c:pt>
                <c:pt idx="228">
                  <c:v>39037</c:v>
                </c:pt>
                <c:pt idx="229">
                  <c:v>39038</c:v>
                </c:pt>
                <c:pt idx="230">
                  <c:v>39041</c:v>
                </c:pt>
                <c:pt idx="231">
                  <c:v>39042</c:v>
                </c:pt>
                <c:pt idx="232">
                  <c:v>39043</c:v>
                </c:pt>
                <c:pt idx="233">
                  <c:v>39044</c:v>
                </c:pt>
                <c:pt idx="234">
                  <c:v>39045</c:v>
                </c:pt>
                <c:pt idx="235">
                  <c:v>39048</c:v>
                </c:pt>
                <c:pt idx="236">
                  <c:v>39049</c:v>
                </c:pt>
                <c:pt idx="237">
                  <c:v>39050</c:v>
                </c:pt>
                <c:pt idx="238">
                  <c:v>39051</c:v>
                </c:pt>
                <c:pt idx="239">
                  <c:v>39052</c:v>
                </c:pt>
                <c:pt idx="240">
                  <c:v>39055</c:v>
                </c:pt>
                <c:pt idx="241">
                  <c:v>39056</c:v>
                </c:pt>
                <c:pt idx="242">
                  <c:v>39057</c:v>
                </c:pt>
                <c:pt idx="243">
                  <c:v>39058</c:v>
                </c:pt>
                <c:pt idx="244">
                  <c:v>39059</c:v>
                </c:pt>
                <c:pt idx="245">
                  <c:v>39062</c:v>
                </c:pt>
                <c:pt idx="246">
                  <c:v>39063</c:v>
                </c:pt>
                <c:pt idx="247">
                  <c:v>39064</c:v>
                </c:pt>
                <c:pt idx="248">
                  <c:v>39065</c:v>
                </c:pt>
                <c:pt idx="249">
                  <c:v>39066</c:v>
                </c:pt>
                <c:pt idx="250">
                  <c:v>39069</c:v>
                </c:pt>
                <c:pt idx="251">
                  <c:v>39070</c:v>
                </c:pt>
                <c:pt idx="252">
                  <c:v>39071</c:v>
                </c:pt>
                <c:pt idx="253">
                  <c:v>39072</c:v>
                </c:pt>
                <c:pt idx="254">
                  <c:v>39073</c:v>
                </c:pt>
                <c:pt idx="255">
                  <c:v>39076</c:v>
                </c:pt>
                <c:pt idx="256">
                  <c:v>39077</c:v>
                </c:pt>
                <c:pt idx="257">
                  <c:v>39078</c:v>
                </c:pt>
                <c:pt idx="258">
                  <c:v>39079</c:v>
                </c:pt>
                <c:pt idx="259">
                  <c:v>39080</c:v>
                </c:pt>
                <c:pt idx="260">
                  <c:v>39083</c:v>
                </c:pt>
                <c:pt idx="261">
                  <c:v>39084</c:v>
                </c:pt>
                <c:pt idx="262">
                  <c:v>39085</c:v>
                </c:pt>
                <c:pt idx="263">
                  <c:v>39086</c:v>
                </c:pt>
                <c:pt idx="264">
                  <c:v>39087</c:v>
                </c:pt>
                <c:pt idx="265">
                  <c:v>39090</c:v>
                </c:pt>
                <c:pt idx="266">
                  <c:v>39091</c:v>
                </c:pt>
                <c:pt idx="267">
                  <c:v>39092</c:v>
                </c:pt>
                <c:pt idx="268">
                  <c:v>39093</c:v>
                </c:pt>
                <c:pt idx="269">
                  <c:v>39094</c:v>
                </c:pt>
                <c:pt idx="270">
                  <c:v>39097</c:v>
                </c:pt>
                <c:pt idx="271">
                  <c:v>39098</c:v>
                </c:pt>
                <c:pt idx="272">
                  <c:v>39099</c:v>
                </c:pt>
                <c:pt idx="273">
                  <c:v>39100</c:v>
                </c:pt>
                <c:pt idx="274">
                  <c:v>39101</c:v>
                </c:pt>
                <c:pt idx="275">
                  <c:v>39104</c:v>
                </c:pt>
                <c:pt idx="276">
                  <c:v>39105</c:v>
                </c:pt>
                <c:pt idx="277">
                  <c:v>39106</c:v>
                </c:pt>
                <c:pt idx="278">
                  <c:v>39107</c:v>
                </c:pt>
                <c:pt idx="279">
                  <c:v>39108</c:v>
                </c:pt>
                <c:pt idx="280">
                  <c:v>39111</c:v>
                </c:pt>
                <c:pt idx="281">
                  <c:v>39112</c:v>
                </c:pt>
                <c:pt idx="282">
                  <c:v>39113</c:v>
                </c:pt>
                <c:pt idx="283">
                  <c:v>39114</c:v>
                </c:pt>
                <c:pt idx="284">
                  <c:v>39115</c:v>
                </c:pt>
                <c:pt idx="285">
                  <c:v>39118</c:v>
                </c:pt>
                <c:pt idx="286">
                  <c:v>39119</c:v>
                </c:pt>
                <c:pt idx="287">
                  <c:v>39120</c:v>
                </c:pt>
                <c:pt idx="288">
                  <c:v>39121</c:v>
                </c:pt>
                <c:pt idx="289">
                  <c:v>39122</c:v>
                </c:pt>
                <c:pt idx="290">
                  <c:v>39125</c:v>
                </c:pt>
                <c:pt idx="291">
                  <c:v>39126</c:v>
                </c:pt>
                <c:pt idx="292">
                  <c:v>39127</c:v>
                </c:pt>
                <c:pt idx="293">
                  <c:v>39128</c:v>
                </c:pt>
                <c:pt idx="294">
                  <c:v>39129</c:v>
                </c:pt>
                <c:pt idx="295">
                  <c:v>39132</c:v>
                </c:pt>
                <c:pt idx="296">
                  <c:v>39133</c:v>
                </c:pt>
                <c:pt idx="297">
                  <c:v>39134</c:v>
                </c:pt>
                <c:pt idx="298">
                  <c:v>39135</c:v>
                </c:pt>
                <c:pt idx="299">
                  <c:v>39136</c:v>
                </c:pt>
                <c:pt idx="300">
                  <c:v>39139</c:v>
                </c:pt>
                <c:pt idx="301">
                  <c:v>39140</c:v>
                </c:pt>
                <c:pt idx="302">
                  <c:v>39141</c:v>
                </c:pt>
                <c:pt idx="303">
                  <c:v>39142</c:v>
                </c:pt>
                <c:pt idx="304">
                  <c:v>39143</c:v>
                </c:pt>
                <c:pt idx="305">
                  <c:v>39146</c:v>
                </c:pt>
                <c:pt idx="306">
                  <c:v>39147</c:v>
                </c:pt>
                <c:pt idx="307">
                  <c:v>39148</c:v>
                </c:pt>
                <c:pt idx="308">
                  <c:v>39149</c:v>
                </c:pt>
                <c:pt idx="309">
                  <c:v>39150</c:v>
                </c:pt>
                <c:pt idx="310">
                  <c:v>39153</c:v>
                </c:pt>
                <c:pt idx="311">
                  <c:v>39154</c:v>
                </c:pt>
                <c:pt idx="312">
                  <c:v>39155</c:v>
                </c:pt>
                <c:pt idx="313">
                  <c:v>39156</c:v>
                </c:pt>
                <c:pt idx="314">
                  <c:v>39157</c:v>
                </c:pt>
                <c:pt idx="315">
                  <c:v>39160</c:v>
                </c:pt>
                <c:pt idx="316">
                  <c:v>39161</c:v>
                </c:pt>
                <c:pt idx="317">
                  <c:v>39162</c:v>
                </c:pt>
                <c:pt idx="318">
                  <c:v>39163</c:v>
                </c:pt>
                <c:pt idx="319">
                  <c:v>39164</c:v>
                </c:pt>
                <c:pt idx="320">
                  <c:v>39167</c:v>
                </c:pt>
                <c:pt idx="321">
                  <c:v>39168</c:v>
                </c:pt>
                <c:pt idx="322">
                  <c:v>39169</c:v>
                </c:pt>
                <c:pt idx="323">
                  <c:v>39170</c:v>
                </c:pt>
                <c:pt idx="324">
                  <c:v>39171</c:v>
                </c:pt>
                <c:pt idx="325">
                  <c:v>39174</c:v>
                </c:pt>
                <c:pt idx="326">
                  <c:v>39175</c:v>
                </c:pt>
                <c:pt idx="327">
                  <c:v>39176</c:v>
                </c:pt>
                <c:pt idx="328">
                  <c:v>39177</c:v>
                </c:pt>
                <c:pt idx="329">
                  <c:v>39178</c:v>
                </c:pt>
                <c:pt idx="330">
                  <c:v>39181</c:v>
                </c:pt>
                <c:pt idx="331">
                  <c:v>39182</c:v>
                </c:pt>
                <c:pt idx="332">
                  <c:v>39183</c:v>
                </c:pt>
                <c:pt idx="333">
                  <c:v>39184</c:v>
                </c:pt>
                <c:pt idx="334">
                  <c:v>39185</c:v>
                </c:pt>
                <c:pt idx="335">
                  <c:v>39188</c:v>
                </c:pt>
                <c:pt idx="336">
                  <c:v>39189</c:v>
                </c:pt>
                <c:pt idx="337">
                  <c:v>39190</c:v>
                </c:pt>
                <c:pt idx="338">
                  <c:v>39191</c:v>
                </c:pt>
                <c:pt idx="339">
                  <c:v>39192</c:v>
                </c:pt>
                <c:pt idx="340">
                  <c:v>39195</c:v>
                </c:pt>
                <c:pt idx="341">
                  <c:v>39196</c:v>
                </c:pt>
                <c:pt idx="342">
                  <c:v>39197</c:v>
                </c:pt>
                <c:pt idx="343">
                  <c:v>39198</c:v>
                </c:pt>
                <c:pt idx="344">
                  <c:v>39199</c:v>
                </c:pt>
                <c:pt idx="345">
                  <c:v>39202</c:v>
                </c:pt>
                <c:pt idx="346">
                  <c:v>39203</c:v>
                </c:pt>
                <c:pt idx="347">
                  <c:v>39204</c:v>
                </c:pt>
                <c:pt idx="348">
                  <c:v>39205</c:v>
                </c:pt>
                <c:pt idx="349">
                  <c:v>39206</c:v>
                </c:pt>
                <c:pt idx="350">
                  <c:v>39209</c:v>
                </c:pt>
                <c:pt idx="351">
                  <c:v>39210</c:v>
                </c:pt>
                <c:pt idx="352">
                  <c:v>39211</c:v>
                </c:pt>
                <c:pt idx="353">
                  <c:v>39212</c:v>
                </c:pt>
                <c:pt idx="354">
                  <c:v>39213</c:v>
                </c:pt>
                <c:pt idx="355">
                  <c:v>39216</c:v>
                </c:pt>
                <c:pt idx="356">
                  <c:v>39217</c:v>
                </c:pt>
                <c:pt idx="357">
                  <c:v>39218</c:v>
                </c:pt>
                <c:pt idx="358">
                  <c:v>39219</c:v>
                </c:pt>
                <c:pt idx="359">
                  <c:v>39220</c:v>
                </c:pt>
                <c:pt idx="360">
                  <c:v>39223</c:v>
                </c:pt>
                <c:pt idx="361">
                  <c:v>39224</c:v>
                </c:pt>
                <c:pt idx="362">
                  <c:v>39225</c:v>
                </c:pt>
                <c:pt idx="363">
                  <c:v>39226</c:v>
                </c:pt>
                <c:pt idx="364">
                  <c:v>39227</c:v>
                </c:pt>
                <c:pt idx="365">
                  <c:v>39230</c:v>
                </c:pt>
                <c:pt idx="366">
                  <c:v>39231</c:v>
                </c:pt>
                <c:pt idx="367">
                  <c:v>39232</c:v>
                </c:pt>
                <c:pt idx="368">
                  <c:v>39233</c:v>
                </c:pt>
                <c:pt idx="369">
                  <c:v>39234</c:v>
                </c:pt>
                <c:pt idx="370">
                  <c:v>39237</c:v>
                </c:pt>
                <c:pt idx="371">
                  <c:v>39238</c:v>
                </c:pt>
                <c:pt idx="372">
                  <c:v>39239</c:v>
                </c:pt>
                <c:pt idx="373">
                  <c:v>39240</c:v>
                </c:pt>
                <c:pt idx="374">
                  <c:v>39241</c:v>
                </c:pt>
                <c:pt idx="375">
                  <c:v>39244</c:v>
                </c:pt>
                <c:pt idx="376">
                  <c:v>39245</c:v>
                </c:pt>
                <c:pt idx="377">
                  <c:v>39246</c:v>
                </c:pt>
                <c:pt idx="378">
                  <c:v>39247</c:v>
                </c:pt>
                <c:pt idx="379">
                  <c:v>39248</c:v>
                </c:pt>
                <c:pt idx="380">
                  <c:v>39251</c:v>
                </c:pt>
                <c:pt idx="381">
                  <c:v>39252</c:v>
                </c:pt>
                <c:pt idx="382">
                  <c:v>39253</c:v>
                </c:pt>
                <c:pt idx="383">
                  <c:v>39254</c:v>
                </c:pt>
                <c:pt idx="384">
                  <c:v>39255</c:v>
                </c:pt>
                <c:pt idx="385">
                  <c:v>39258</c:v>
                </c:pt>
                <c:pt idx="386">
                  <c:v>39259</c:v>
                </c:pt>
                <c:pt idx="387">
                  <c:v>39260</c:v>
                </c:pt>
                <c:pt idx="388">
                  <c:v>39261</c:v>
                </c:pt>
                <c:pt idx="389">
                  <c:v>39262</c:v>
                </c:pt>
                <c:pt idx="390">
                  <c:v>39265</c:v>
                </c:pt>
                <c:pt idx="391">
                  <c:v>39266</c:v>
                </c:pt>
                <c:pt idx="392">
                  <c:v>39267</c:v>
                </c:pt>
                <c:pt idx="393">
                  <c:v>39268</c:v>
                </c:pt>
                <c:pt idx="394">
                  <c:v>39269</c:v>
                </c:pt>
                <c:pt idx="395">
                  <c:v>39272</c:v>
                </c:pt>
                <c:pt idx="396">
                  <c:v>39273</c:v>
                </c:pt>
                <c:pt idx="397">
                  <c:v>39274</c:v>
                </c:pt>
                <c:pt idx="398">
                  <c:v>39275</c:v>
                </c:pt>
                <c:pt idx="399">
                  <c:v>39276</c:v>
                </c:pt>
                <c:pt idx="400">
                  <c:v>39279</c:v>
                </c:pt>
                <c:pt idx="401">
                  <c:v>39280</c:v>
                </c:pt>
                <c:pt idx="402">
                  <c:v>39281</c:v>
                </c:pt>
                <c:pt idx="403">
                  <c:v>39282</c:v>
                </c:pt>
                <c:pt idx="404">
                  <c:v>39283</c:v>
                </c:pt>
                <c:pt idx="405">
                  <c:v>39286</c:v>
                </c:pt>
                <c:pt idx="406">
                  <c:v>39287</c:v>
                </c:pt>
                <c:pt idx="407">
                  <c:v>39288</c:v>
                </c:pt>
                <c:pt idx="408">
                  <c:v>39289</c:v>
                </c:pt>
                <c:pt idx="409">
                  <c:v>39290</c:v>
                </c:pt>
                <c:pt idx="410">
                  <c:v>39293</c:v>
                </c:pt>
                <c:pt idx="411">
                  <c:v>39294</c:v>
                </c:pt>
                <c:pt idx="412">
                  <c:v>39295</c:v>
                </c:pt>
                <c:pt idx="413">
                  <c:v>39296</c:v>
                </c:pt>
                <c:pt idx="414">
                  <c:v>39297</c:v>
                </c:pt>
                <c:pt idx="415">
                  <c:v>39300</c:v>
                </c:pt>
                <c:pt idx="416">
                  <c:v>39301</c:v>
                </c:pt>
                <c:pt idx="417">
                  <c:v>39302</c:v>
                </c:pt>
                <c:pt idx="418">
                  <c:v>39303</c:v>
                </c:pt>
                <c:pt idx="419">
                  <c:v>39304</c:v>
                </c:pt>
                <c:pt idx="420">
                  <c:v>39307</c:v>
                </c:pt>
                <c:pt idx="421">
                  <c:v>39308</c:v>
                </c:pt>
                <c:pt idx="422">
                  <c:v>39309</c:v>
                </c:pt>
                <c:pt idx="423">
                  <c:v>39310</c:v>
                </c:pt>
                <c:pt idx="424">
                  <c:v>39311</c:v>
                </c:pt>
                <c:pt idx="425">
                  <c:v>39314</c:v>
                </c:pt>
                <c:pt idx="426">
                  <c:v>39315</c:v>
                </c:pt>
                <c:pt idx="427">
                  <c:v>39316</c:v>
                </c:pt>
                <c:pt idx="428">
                  <c:v>39317</c:v>
                </c:pt>
                <c:pt idx="429">
                  <c:v>39318</c:v>
                </c:pt>
                <c:pt idx="430">
                  <c:v>39321</c:v>
                </c:pt>
                <c:pt idx="431">
                  <c:v>39322</c:v>
                </c:pt>
                <c:pt idx="432">
                  <c:v>39323</c:v>
                </c:pt>
                <c:pt idx="433">
                  <c:v>39324</c:v>
                </c:pt>
                <c:pt idx="434">
                  <c:v>39325</c:v>
                </c:pt>
                <c:pt idx="435">
                  <c:v>39328</c:v>
                </c:pt>
                <c:pt idx="436">
                  <c:v>39329</c:v>
                </c:pt>
                <c:pt idx="437">
                  <c:v>39330</c:v>
                </c:pt>
                <c:pt idx="438">
                  <c:v>39331</c:v>
                </c:pt>
                <c:pt idx="439">
                  <c:v>39332</c:v>
                </c:pt>
                <c:pt idx="440">
                  <c:v>39335</c:v>
                </c:pt>
                <c:pt idx="441">
                  <c:v>39336</c:v>
                </c:pt>
                <c:pt idx="442">
                  <c:v>39337</c:v>
                </c:pt>
                <c:pt idx="443">
                  <c:v>39338</c:v>
                </c:pt>
                <c:pt idx="444">
                  <c:v>39339</c:v>
                </c:pt>
                <c:pt idx="445">
                  <c:v>39342</c:v>
                </c:pt>
                <c:pt idx="446">
                  <c:v>39343</c:v>
                </c:pt>
                <c:pt idx="447">
                  <c:v>39344</c:v>
                </c:pt>
                <c:pt idx="448">
                  <c:v>39345</c:v>
                </c:pt>
                <c:pt idx="449">
                  <c:v>39346</c:v>
                </c:pt>
                <c:pt idx="450">
                  <c:v>39349</c:v>
                </c:pt>
                <c:pt idx="451">
                  <c:v>39350</c:v>
                </c:pt>
                <c:pt idx="452">
                  <c:v>39351</c:v>
                </c:pt>
                <c:pt idx="453">
                  <c:v>39352</c:v>
                </c:pt>
                <c:pt idx="454">
                  <c:v>39353</c:v>
                </c:pt>
                <c:pt idx="455">
                  <c:v>39356</c:v>
                </c:pt>
                <c:pt idx="456">
                  <c:v>39357</c:v>
                </c:pt>
                <c:pt idx="457">
                  <c:v>39358</c:v>
                </c:pt>
                <c:pt idx="458">
                  <c:v>39359</c:v>
                </c:pt>
                <c:pt idx="459">
                  <c:v>39360</c:v>
                </c:pt>
                <c:pt idx="460">
                  <c:v>39363</c:v>
                </c:pt>
                <c:pt idx="461">
                  <c:v>39364</c:v>
                </c:pt>
                <c:pt idx="462">
                  <c:v>39365</c:v>
                </c:pt>
                <c:pt idx="463">
                  <c:v>39366</c:v>
                </c:pt>
                <c:pt idx="464">
                  <c:v>39367</c:v>
                </c:pt>
                <c:pt idx="465">
                  <c:v>39370</c:v>
                </c:pt>
                <c:pt idx="466">
                  <c:v>39371</c:v>
                </c:pt>
                <c:pt idx="467">
                  <c:v>39372</c:v>
                </c:pt>
                <c:pt idx="468">
                  <c:v>39373</c:v>
                </c:pt>
                <c:pt idx="469">
                  <c:v>39374</c:v>
                </c:pt>
                <c:pt idx="470">
                  <c:v>39377</c:v>
                </c:pt>
                <c:pt idx="471">
                  <c:v>39378</c:v>
                </c:pt>
                <c:pt idx="472">
                  <c:v>39379</c:v>
                </c:pt>
                <c:pt idx="473">
                  <c:v>39380</c:v>
                </c:pt>
                <c:pt idx="474">
                  <c:v>39381</c:v>
                </c:pt>
                <c:pt idx="475">
                  <c:v>39384</c:v>
                </c:pt>
                <c:pt idx="476">
                  <c:v>39385</c:v>
                </c:pt>
                <c:pt idx="477">
                  <c:v>39386</c:v>
                </c:pt>
                <c:pt idx="478">
                  <c:v>39387</c:v>
                </c:pt>
                <c:pt idx="479">
                  <c:v>39388</c:v>
                </c:pt>
                <c:pt idx="480">
                  <c:v>39391</c:v>
                </c:pt>
                <c:pt idx="481">
                  <c:v>39392</c:v>
                </c:pt>
                <c:pt idx="482">
                  <c:v>39393</c:v>
                </c:pt>
                <c:pt idx="483">
                  <c:v>39394</c:v>
                </c:pt>
                <c:pt idx="484">
                  <c:v>39395</c:v>
                </c:pt>
                <c:pt idx="485">
                  <c:v>39398</c:v>
                </c:pt>
                <c:pt idx="486">
                  <c:v>39399</c:v>
                </c:pt>
                <c:pt idx="487">
                  <c:v>39400</c:v>
                </c:pt>
                <c:pt idx="488">
                  <c:v>39401</c:v>
                </c:pt>
                <c:pt idx="489">
                  <c:v>39402</c:v>
                </c:pt>
                <c:pt idx="490">
                  <c:v>39405</c:v>
                </c:pt>
                <c:pt idx="491">
                  <c:v>39406</c:v>
                </c:pt>
                <c:pt idx="492">
                  <c:v>39407</c:v>
                </c:pt>
                <c:pt idx="493">
                  <c:v>39408</c:v>
                </c:pt>
                <c:pt idx="494">
                  <c:v>39409</c:v>
                </c:pt>
                <c:pt idx="495">
                  <c:v>39412</c:v>
                </c:pt>
                <c:pt idx="496">
                  <c:v>39413</c:v>
                </c:pt>
                <c:pt idx="497">
                  <c:v>39414</c:v>
                </c:pt>
                <c:pt idx="498">
                  <c:v>39415</c:v>
                </c:pt>
                <c:pt idx="499">
                  <c:v>39416</c:v>
                </c:pt>
                <c:pt idx="500">
                  <c:v>39419</c:v>
                </c:pt>
                <c:pt idx="501">
                  <c:v>39420</c:v>
                </c:pt>
                <c:pt idx="502">
                  <c:v>39421</c:v>
                </c:pt>
                <c:pt idx="503">
                  <c:v>39422</c:v>
                </c:pt>
                <c:pt idx="504">
                  <c:v>39423</c:v>
                </c:pt>
                <c:pt idx="505">
                  <c:v>39426</c:v>
                </c:pt>
                <c:pt idx="506">
                  <c:v>39427</c:v>
                </c:pt>
                <c:pt idx="507">
                  <c:v>39428</c:v>
                </c:pt>
                <c:pt idx="508">
                  <c:v>39429</c:v>
                </c:pt>
                <c:pt idx="509">
                  <c:v>39430</c:v>
                </c:pt>
                <c:pt idx="510">
                  <c:v>39433</c:v>
                </c:pt>
                <c:pt idx="511">
                  <c:v>39434</c:v>
                </c:pt>
                <c:pt idx="512">
                  <c:v>39435</c:v>
                </c:pt>
                <c:pt idx="513">
                  <c:v>39436</c:v>
                </c:pt>
                <c:pt idx="514">
                  <c:v>39437</c:v>
                </c:pt>
                <c:pt idx="515">
                  <c:v>39440</c:v>
                </c:pt>
                <c:pt idx="516">
                  <c:v>39441</c:v>
                </c:pt>
                <c:pt idx="517">
                  <c:v>39442</c:v>
                </c:pt>
                <c:pt idx="518">
                  <c:v>39443</c:v>
                </c:pt>
                <c:pt idx="519">
                  <c:v>39444</c:v>
                </c:pt>
                <c:pt idx="520">
                  <c:v>39447</c:v>
                </c:pt>
                <c:pt idx="521">
                  <c:v>39448</c:v>
                </c:pt>
                <c:pt idx="522">
                  <c:v>39449</c:v>
                </c:pt>
                <c:pt idx="523">
                  <c:v>39450</c:v>
                </c:pt>
                <c:pt idx="524">
                  <c:v>39451</c:v>
                </c:pt>
                <c:pt idx="525">
                  <c:v>39454</c:v>
                </c:pt>
                <c:pt idx="526">
                  <c:v>39455</c:v>
                </c:pt>
                <c:pt idx="527">
                  <c:v>39456</c:v>
                </c:pt>
                <c:pt idx="528">
                  <c:v>39457</c:v>
                </c:pt>
                <c:pt idx="529">
                  <c:v>39458</c:v>
                </c:pt>
                <c:pt idx="530">
                  <c:v>39461</c:v>
                </c:pt>
                <c:pt idx="531">
                  <c:v>39462</c:v>
                </c:pt>
                <c:pt idx="532">
                  <c:v>39463</c:v>
                </c:pt>
                <c:pt idx="533">
                  <c:v>39464</c:v>
                </c:pt>
                <c:pt idx="534">
                  <c:v>39465</c:v>
                </c:pt>
                <c:pt idx="535">
                  <c:v>39468</c:v>
                </c:pt>
                <c:pt idx="536">
                  <c:v>39469</c:v>
                </c:pt>
                <c:pt idx="537">
                  <c:v>39470</c:v>
                </c:pt>
                <c:pt idx="538">
                  <c:v>39471</c:v>
                </c:pt>
                <c:pt idx="539">
                  <c:v>39472</c:v>
                </c:pt>
                <c:pt idx="540">
                  <c:v>39475</c:v>
                </c:pt>
                <c:pt idx="541">
                  <c:v>39476</c:v>
                </c:pt>
                <c:pt idx="542">
                  <c:v>39477</c:v>
                </c:pt>
                <c:pt idx="543">
                  <c:v>39478</c:v>
                </c:pt>
                <c:pt idx="544">
                  <c:v>39479</c:v>
                </c:pt>
                <c:pt idx="545">
                  <c:v>39482</c:v>
                </c:pt>
                <c:pt idx="546">
                  <c:v>39483</c:v>
                </c:pt>
                <c:pt idx="547">
                  <c:v>39484</c:v>
                </c:pt>
                <c:pt idx="548">
                  <c:v>39485</c:v>
                </c:pt>
                <c:pt idx="549">
                  <c:v>39486</c:v>
                </c:pt>
                <c:pt idx="550">
                  <c:v>39489</c:v>
                </c:pt>
                <c:pt idx="551">
                  <c:v>39490</c:v>
                </c:pt>
                <c:pt idx="552">
                  <c:v>39491</c:v>
                </c:pt>
                <c:pt idx="553">
                  <c:v>39492</c:v>
                </c:pt>
                <c:pt idx="554">
                  <c:v>39493</c:v>
                </c:pt>
                <c:pt idx="555">
                  <c:v>39496</c:v>
                </c:pt>
                <c:pt idx="556">
                  <c:v>39497</c:v>
                </c:pt>
                <c:pt idx="557">
                  <c:v>39498</c:v>
                </c:pt>
                <c:pt idx="558">
                  <c:v>39499</c:v>
                </c:pt>
                <c:pt idx="559">
                  <c:v>39500</c:v>
                </c:pt>
                <c:pt idx="560">
                  <c:v>39503</c:v>
                </c:pt>
                <c:pt idx="561">
                  <c:v>39504</c:v>
                </c:pt>
                <c:pt idx="562">
                  <c:v>39505</c:v>
                </c:pt>
                <c:pt idx="563">
                  <c:v>39506</c:v>
                </c:pt>
                <c:pt idx="564">
                  <c:v>39507</c:v>
                </c:pt>
                <c:pt idx="565">
                  <c:v>39510</c:v>
                </c:pt>
                <c:pt idx="566">
                  <c:v>39511</c:v>
                </c:pt>
                <c:pt idx="567">
                  <c:v>39512</c:v>
                </c:pt>
                <c:pt idx="568">
                  <c:v>39513</c:v>
                </c:pt>
                <c:pt idx="569">
                  <c:v>39514</c:v>
                </c:pt>
                <c:pt idx="570">
                  <c:v>39517</c:v>
                </c:pt>
                <c:pt idx="571">
                  <c:v>39518</c:v>
                </c:pt>
                <c:pt idx="572">
                  <c:v>39519</c:v>
                </c:pt>
                <c:pt idx="573">
                  <c:v>39520</c:v>
                </c:pt>
                <c:pt idx="574">
                  <c:v>39521</c:v>
                </c:pt>
                <c:pt idx="575">
                  <c:v>39524</c:v>
                </c:pt>
                <c:pt idx="576">
                  <c:v>39525</c:v>
                </c:pt>
                <c:pt idx="577">
                  <c:v>39526</c:v>
                </c:pt>
                <c:pt idx="578">
                  <c:v>39527</c:v>
                </c:pt>
                <c:pt idx="579">
                  <c:v>39528</c:v>
                </c:pt>
                <c:pt idx="580">
                  <c:v>39531</c:v>
                </c:pt>
                <c:pt idx="581">
                  <c:v>39532</c:v>
                </c:pt>
                <c:pt idx="582">
                  <c:v>39533</c:v>
                </c:pt>
                <c:pt idx="583">
                  <c:v>39534</c:v>
                </c:pt>
                <c:pt idx="584">
                  <c:v>39535</c:v>
                </c:pt>
                <c:pt idx="585">
                  <c:v>39538</c:v>
                </c:pt>
                <c:pt idx="586">
                  <c:v>39539</c:v>
                </c:pt>
                <c:pt idx="587">
                  <c:v>39540</c:v>
                </c:pt>
                <c:pt idx="588">
                  <c:v>39541</c:v>
                </c:pt>
                <c:pt idx="589">
                  <c:v>39542</c:v>
                </c:pt>
                <c:pt idx="590">
                  <c:v>39545</c:v>
                </c:pt>
                <c:pt idx="591">
                  <c:v>39546</c:v>
                </c:pt>
                <c:pt idx="592">
                  <c:v>39547</c:v>
                </c:pt>
                <c:pt idx="593">
                  <c:v>39548</c:v>
                </c:pt>
                <c:pt idx="594">
                  <c:v>39549</c:v>
                </c:pt>
                <c:pt idx="595">
                  <c:v>39552</c:v>
                </c:pt>
                <c:pt idx="596">
                  <c:v>39553</c:v>
                </c:pt>
                <c:pt idx="597">
                  <c:v>39554</c:v>
                </c:pt>
                <c:pt idx="598">
                  <c:v>39555</c:v>
                </c:pt>
                <c:pt idx="599">
                  <c:v>39556</c:v>
                </c:pt>
                <c:pt idx="600">
                  <c:v>39559</c:v>
                </c:pt>
                <c:pt idx="601">
                  <c:v>39560</c:v>
                </c:pt>
                <c:pt idx="602">
                  <c:v>39561</c:v>
                </c:pt>
                <c:pt idx="603">
                  <c:v>39562</c:v>
                </c:pt>
                <c:pt idx="604">
                  <c:v>39563</c:v>
                </c:pt>
                <c:pt idx="605">
                  <c:v>39566</c:v>
                </c:pt>
                <c:pt idx="606">
                  <c:v>39567</c:v>
                </c:pt>
                <c:pt idx="607">
                  <c:v>39568</c:v>
                </c:pt>
                <c:pt idx="608">
                  <c:v>39569</c:v>
                </c:pt>
                <c:pt idx="609">
                  <c:v>39570</c:v>
                </c:pt>
                <c:pt idx="610">
                  <c:v>39573</c:v>
                </c:pt>
                <c:pt idx="611">
                  <c:v>39574</c:v>
                </c:pt>
                <c:pt idx="612">
                  <c:v>39575</c:v>
                </c:pt>
                <c:pt idx="613">
                  <c:v>39576</c:v>
                </c:pt>
                <c:pt idx="614">
                  <c:v>39577</c:v>
                </c:pt>
                <c:pt idx="615">
                  <c:v>39580</c:v>
                </c:pt>
                <c:pt idx="616">
                  <c:v>39581</c:v>
                </c:pt>
                <c:pt idx="617">
                  <c:v>39582</c:v>
                </c:pt>
                <c:pt idx="618">
                  <c:v>39583</c:v>
                </c:pt>
                <c:pt idx="619">
                  <c:v>39584</c:v>
                </c:pt>
                <c:pt idx="620">
                  <c:v>39587</c:v>
                </c:pt>
                <c:pt idx="621">
                  <c:v>39588</c:v>
                </c:pt>
                <c:pt idx="622">
                  <c:v>39589</c:v>
                </c:pt>
                <c:pt idx="623">
                  <c:v>39590</c:v>
                </c:pt>
                <c:pt idx="624">
                  <c:v>39591</c:v>
                </c:pt>
                <c:pt idx="625">
                  <c:v>39594</c:v>
                </c:pt>
                <c:pt idx="626">
                  <c:v>39595</c:v>
                </c:pt>
                <c:pt idx="627">
                  <c:v>39596</c:v>
                </c:pt>
                <c:pt idx="628">
                  <c:v>39597</c:v>
                </c:pt>
                <c:pt idx="629">
                  <c:v>39598</c:v>
                </c:pt>
                <c:pt idx="630">
                  <c:v>39601</c:v>
                </c:pt>
                <c:pt idx="631">
                  <c:v>39602</c:v>
                </c:pt>
                <c:pt idx="632">
                  <c:v>39603</c:v>
                </c:pt>
                <c:pt idx="633">
                  <c:v>39604</c:v>
                </c:pt>
                <c:pt idx="634">
                  <c:v>39605</c:v>
                </c:pt>
                <c:pt idx="635">
                  <c:v>39608</c:v>
                </c:pt>
                <c:pt idx="636">
                  <c:v>39609</c:v>
                </c:pt>
                <c:pt idx="637">
                  <c:v>39610</c:v>
                </c:pt>
                <c:pt idx="638">
                  <c:v>39611</c:v>
                </c:pt>
                <c:pt idx="639">
                  <c:v>39612</c:v>
                </c:pt>
                <c:pt idx="640">
                  <c:v>39615</c:v>
                </c:pt>
                <c:pt idx="641">
                  <c:v>39616</c:v>
                </c:pt>
                <c:pt idx="642">
                  <c:v>39617</c:v>
                </c:pt>
                <c:pt idx="643">
                  <c:v>39618</c:v>
                </c:pt>
                <c:pt idx="644">
                  <c:v>39619</c:v>
                </c:pt>
                <c:pt idx="645">
                  <c:v>39622</c:v>
                </c:pt>
                <c:pt idx="646">
                  <c:v>39623</c:v>
                </c:pt>
                <c:pt idx="647">
                  <c:v>39624</c:v>
                </c:pt>
                <c:pt idx="648">
                  <c:v>39625</c:v>
                </c:pt>
                <c:pt idx="649">
                  <c:v>39626</c:v>
                </c:pt>
                <c:pt idx="650">
                  <c:v>39629</c:v>
                </c:pt>
                <c:pt idx="651">
                  <c:v>39630</c:v>
                </c:pt>
                <c:pt idx="652">
                  <c:v>39631</c:v>
                </c:pt>
                <c:pt idx="653">
                  <c:v>39632</c:v>
                </c:pt>
                <c:pt idx="654">
                  <c:v>39633</c:v>
                </c:pt>
                <c:pt idx="655">
                  <c:v>39636</c:v>
                </c:pt>
                <c:pt idx="656">
                  <c:v>39637</c:v>
                </c:pt>
                <c:pt idx="657">
                  <c:v>39638</c:v>
                </c:pt>
                <c:pt idx="658">
                  <c:v>39639</c:v>
                </c:pt>
                <c:pt idx="659">
                  <c:v>39640</c:v>
                </c:pt>
                <c:pt idx="660">
                  <c:v>39643</c:v>
                </c:pt>
                <c:pt idx="661">
                  <c:v>39644</c:v>
                </c:pt>
                <c:pt idx="662">
                  <c:v>39645</c:v>
                </c:pt>
                <c:pt idx="663">
                  <c:v>39646</c:v>
                </c:pt>
                <c:pt idx="664">
                  <c:v>39647</c:v>
                </c:pt>
                <c:pt idx="665">
                  <c:v>39650</c:v>
                </c:pt>
                <c:pt idx="666">
                  <c:v>39651</c:v>
                </c:pt>
                <c:pt idx="667">
                  <c:v>39652</c:v>
                </c:pt>
                <c:pt idx="668">
                  <c:v>39653</c:v>
                </c:pt>
                <c:pt idx="669">
                  <c:v>39654</c:v>
                </c:pt>
                <c:pt idx="670">
                  <c:v>39657</c:v>
                </c:pt>
                <c:pt idx="671">
                  <c:v>39658</c:v>
                </c:pt>
                <c:pt idx="672">
                  <c:v>39659</c:v>
                </c:pt>
                <c:pt idx="673">
                  <c:v>39660</c:v>
                </c:pt>
                <c:pt idx="674">
                  <c:v>39661</c:v>
                </c:pt>
                <c:pt idx="675">
                  <c:v>39664</c:v>
                </c:pt>
                <c:pt idx="676">
                  <c:v>39665</c:v>
                </c:pt>
                <c:pt idx="677">
                  <c:v>39666</c:v>
                </c:pt>
                <c:pt idx="678">
                  <c:v>39667</c:v>
                </c:pt>
                <c:pt idx="679">
                  <c:v>39668</c:v>
                </c:pt>
                <c:pt idx="680">
                  <c:v>39671</c:v>
                </c:pt>
                <c:pt idx="681">
                  <c:v>39672</c:v>
                </c:pt>
                <c:pt idx="682">
                  <c:v>39673</c:v>
                </c:pt>
                <c:pt idx="683">
                  <c:v>39674</c:v>
                </c:pt>
                <c:pt idx="684">
                  <c:v>39675</c:v>
                </c:pt>
                <c:pt idx="685">
                  <c:v>39678</c:v>
                </c:pt>
                <c:pt idx="686">
                  <c:v>39679</c:v>
                </c:pt>
                <c:pt idx="687">
                  <c:v>39680</c:v>
                </c:pt>
                <c:pt idx="688">
                  <c:v>39681</c:v>
                </c:pt>
                <c:pt idx="689">
                  <c:v>39682</c:v>
                </c:pt>
                <c:pt idx="690">
                  <c:v>39685</c:v>
                </c:pt>
                <c:pt idx="691">
                  <c:v>39686</c:v>
                </c:pt>
                <c:pt idx="692">
                  <c:v>39687</c:v>
                </c:pt>
                <c:pt idx="693">
                  <c:v>39688</c:v>
                </c:pt>
                <c:pt idx="694">
                  <c:v>39689</c:v>
                </c:pt>
                <c:pt idx="695">
                  <c:v>39692</c:v>
                </c:pt>
                <c:pt idx="696">
                  <c:v>39693</c:v>
                </c:pt>
                <c:pt idx="697">
                  <c:v>39694</c:v>
                </c:pt>
                <c:pt idx="698">
                  <c:v>39695</c:v>
                </c:pt>
                <c:pt idx="699">
                  <c:v>39696</c:v>
                </c:pt>
                <c:pt idx="700">
                  <c:v>39699</c:v>
                </c:pt>
                <c:pt idx="701">
                  <c:v>39700</c:v>
                </c:pt>
                <c:pt idx="702">
                  <c:v>39701</c:v>
                </c:pt>
                <c:pt idx="703">
                  <c:v>39702</c:v>
                </c:pt>
                <c:pt idx="704">
                  <c:v>39703</c:v>
                </c:pt>
                <c:pt idx="705">
                  <c:v>39706</c:v>
                </c:pt>
                <c:pt idx="706">
                  <c:v>39707</c:v>
                </c:pt>
                <c:pt idx="707">
                  <c:v>39708</c:v>
                </c:pt>
                <c:pt idx="708">
                  <c:v>39709</c:v>
                </c:pt>
                <c:pt idx="709">
                  <c:v>39710</c:v>
                </c:pt>
                <c:pt idx="710">
                  <c:v>39713</c:v>
                </c:pt>
                <c:pt idx="711">
                  <c:v>39714</c:v>
                </c:pt>
                <c:pt idx="712">
                  <c:v>39715</c:v>
                </c:pt>
                <c:pt idx="713">
                  <c:v>39716</c:v>
                </c:pt>
                <c:pt idx="714">
                  <c:v>39717</c:v>
                </c:pt>
                <c:pt idx="715">
                  <c:v>39720</c:v>
                </c:pt>
                <c:pt idx="716">
                  <c:v>39721</c:v>
                </c:pt>
                <c:pt idx="717">
                  <c:v>39722</c:v>
                </c:pt>
                <c:pt idx="718">
                  <c:v>39723</c:v>
                </c:pt>
                <c:pt idx="719">
                  <c:v>39724</c:v>
                </c:pt>
                <c:pt idx="720">
                  <c:v>39727</c:v>
                </c:pt>
                <c:pt idx="721">
                  <c:v>39728</c:v>
                </c:pt>
                <c:pt idx="722">
                  <c:v>39729</c:v>
                </c:pt>
                <c:pt idx="723">
                  <c:v>39730</c:v>
                </c:pt>
                <c:pt idx="724">
                  <c:v>39731</c:v>
                </c:pt>
                <c:pt idx="725">
                  <c:v>39734</c:v>
                </c:pt>
                <c:pt idx="726">
                  <c:v>39735</c:v>
                </c:pt>
                <c:pt idx="727">
                  <c:v>39736</c:v>
                </c:pt>
                <c:pt idx="728">
                  <c:v>39737</c:v>
                </c:pt>
                <c:pt idx="729">
                  <c:v>39738</c:v>
                </c:pt>
                <c:pt idx="730">
                  <c:v>39741</c:v>
                </c:pt>
                <c:pt idx="731">
                  <c:v>39742</c:v>
                </c:pt>
                <c:pt idx="732">
                  <c:v>39743</c:v>
                </c:pt>
                <c:pt idx="733">
                  <c:v>39744</c:v>
                </c:pt>
                <c:pt idx="734">
                  <c:v>39745</c:v>
                </c:pt>
                <c:pt idx="735">
                  <c:v>39748</c:v>
                </c:pt>
                <c:pt idx="736">
                  <c:v>39749</c:v>
                </c:pt>
                <c:pt idx="737">
                  <c:v>39750</c:v>
                </c:pt>
                <c:pt idx="738">
                  <c:v>39751</c:v>
                </c:pt>
                <c:pt idx="739">
                  <c:v>39752</c:v>
                </c:pt>
                <c:pt idx="740">
                  <c:v>39755</c:v>
                </c:pt>
                <c:pt idx="741">
                  <c:v>39756</c:v>
                </c:pt>
                <c:pt idx="742">
                  <c:v>39757</c:v>
                </c:pt>
                <c:pt idx="743">
                  <c:v>39758</c:v>
                </c:pt>
                <c:pt idx="744">
                  <c:v>39759</c:v>
                </c:pt>
                <c:pt idx="745">
                  <c:v>39762</c:v>
                </c:pt>
                <c:pt idx="746">
                  <c:v>39763</c:v>
                </c:pt>
                <c:pt idx="747">
                  <c:v>39764</c:v>
                </c:pt>
                <c:pt idx="748">
                  <c:v>39765</c:v>
                </c:pt>
                <c:pt idx="749">
                  <c:v>39766</c:v>
                </c:pt>
                <c:pt idx="750">
                  <c:v>39769</c:v>
                </c:pt>
                <c:pt idx="751">
                  <c:v>39770</c:v>
                </c:pt>
                <c:pt idx="752">
                  <c:v>39771</c:v>
                </c:pt>
                <c:pt idx="753">
                  <c:v>39772</c:v>
                </c:pt>
                <c:pt idx="754">
                  <c:v>39773</c:v>
                </c:pt>
                <c:pt idx="755">
                  <c:v>39776</c:v>
                </c:pt>
                <c:pt idx="756">
                  <c:v>39777</c:v>
                </c:pt>
                <c:pt idx="757">
                  <c:v>39778</c:v>
                </c:pt>
                <c:pt idx="758">
                  <c:v>39779</c:v>
                </c:pt>
                <c:pt idx="759">
                  <c:v>39780</c:v>
                </c:pt>
                <c:pt idx="760">
                  <c:v>39783</c:v>
                </c:pt>
                <c:pt idx="761">
                  <c:v>39784</c:v>
                </c:pt>
                <c:pt idx="762">
                  <c:v>39785</c:v>
                </c:pt>
                <c:pt idx="763">
                  <c:v>39786</c:v>
                </c:pt>
                <c:pt idx="764">
                  <c:v>39787</c:v>
                </c:pt>
                <c:pt idx="765">
                  <c:v>39790</c:v>
                </c:pt>
                <c:pt idx="766">
                  <c:v>39791</c:v>
                </c:pt>
                <c:pt idx="767">
                  <c:v>39792</c:v>
                </c:pt>
                <c:pt idx="768">
                  <c:v>39793</c:v>
                </c:pt>
                <c:pt idx="769">
                  <c:v>39794</c:v>
                </c:pt>
                <c:pt idx="770">
                  <c:v>39797</c:v>
                </c:pt>
                <c:pt idx="771">
                  <c:v>39798</c:v>
                </c:pt>
                <c:pt idx="772">
                  <c:v>39799</c:v>
                </c:pt>
                <c:pt idx="773">
                  <c:v>39800</c:v>
                </c:pt>
                <c:pt idx="774">
                  <c:v>39801</c:v>
                </c:pt>
                <c:pt idx="775">
                  <c:v>39804</c:v>
                </c:pt>
                <c:pt idx="776">
                  <c:v>39805</c:v>
                </c:pt>
                <c:pt idx="777">
                  <c:v>39806</c:v>
                </c:pt>
                <c:pt idx="778">
                  <c:v>39807</c:v>
                </c:pt>
                <c:pt idx="779">
                  <c:v>39808</c:v>
                </c:pt>
                <c:pt idx="780">
                  <c:v>39811</c:v>
                </c:pt>
                <c:pt idx="781">
                  <c:v>39812</c:v>
                </c:pt>
                <c:pt idx="782">
                  <c:v>39813</c:v>
                </c:pt>
                <c:pt idx="783">
                  <c:v>39814</c:v>
                </c:pt>
                <c:pt idx="784">
                  <c:v>39815</c:v>
                </c:pt>
                <c:pt idx="785">
                  <c:v>39818</c:v>
                </c:pt>
                <c:pt idx="786">
                  <c:v>39819</c:v>
                </c:pt>
                <c:pt idx="787">
                  <c:v>39820</c:v>
                </c:pt>
                <c:pt idx="788">
                  <c:v>39821</c:v>
                </c:pt>
                <c:pt idx="789">
                  <c:v>39822</c:v>
                </c:pt>
                <c:pt idx="790">
                  <c:v>39825</c:v>
                </c:pt>
                <c:pt idx="791">
                  <c:v>39826</c:v>
                </c:pt>
                <c:pt idx="792">
                  <c:v>39827</c:v>
                </c:pt>
                <c:pt idx="793">
                  <c:v>39828</c:v>
                </c:pt>
                <c:pt idx="794">
                  <c:v>39829</c:v>
                </c:pt>
                <c:pt idx="795">
                  <c:v>39832</c:v>
                </c:pt>
                <c:pt idx="796">
                  <c:v>39833</c:v>
                </c:pt>
                <c:pt idx="797">
                  <c:v>39834</c:v>
                </c:pt>
                <c:pt idx="798">
                  <c:v>39835</c:v>
                </c:pt>
                <c:pt idx="799">
                  <c:v>39836</c:v>
                </c:pt>
                <c:pt idx="800">
                  <c:v>39839</c:v>
                </c:pt>
                <c:pt idx="801">
                  <c:v>39840</c:v>
                </c:pt>
                <c:pt idx="802">
                  <c:v>39841</c:v>
                </c:pt>
                <c:pt idx="803">
                  <c:v>39842</c:v>
                </c:pt>
                <c:pt idx="804">
                  <c:v>39843</c:v>
                </c:pt>
                <c:pt idx="805">
                  <c:v>39846</c:v>
                </c:pt>
                <c:pt idx="806">
                  <c:v>39847</c:v>
                </c:pt>
                <c:pt idx="807">
                  <c:v>39848</c:v>
                </c:pt>
                <c:pt idx="808">
                  <c:v>39849</c:v>
                </c:pt>
                <c:pt idx="809">
                  <c:v>39850</c:v>
                </c:pt>
                <c:pt idx="810">
                  <c:v>39853</c:v>
                </c:pt>
                <c:pt idx="811">
                  <c:v>39854</c:v>
                </c:pt>
                <c:pt idx="812">
                  <c:v>39855</c:v>
                </c:pt>
                <c:pt idx="813">
                  <c:v>39856</c:v>
                </c:pt>
                <c:pt idx="814">
                  <c:v>39857</c:v>
                </c:pt>
                <c:pt idx="815">
                  <c:v>39860</c:v>
                </c:pt>
                <c:pt idx="816">
                  <c:v>39861</c:v>
                </c:pt>
                <c:pt idx="817">
                  <c:v>39862</c:v>
                </c:pt>
                <c:pt idx="818">
                  <c:v>39863</c:v>
                </c:pt>
                <c:pt idx="819">
                  <c:v>39864</c:v>
                </c:pt>
                <c:pt idx="820">
                  <c:v>39867</c:v>
                </c:pt>
                <c:pt idx="821">
                  <c:v>39868</c:v>
                </c:pt>
                <c:pt idx="822">
                  <c:v>39869</c:v>
                </c:pt>
                <c:pt idx="823">
                  <c:v>39870</c:v>
                </c:pt>
                <c:pt idx="824">
                  <c:v>39871</c:v>
                </c:pt>
                <c:pt idx="825">
                  <c:v>39874</c:v>
                </c:pt>
                <c:pt idx="826">
                  <c:v>39875</c:v>
                </c:pt>
                <c:pt idx="827">
                  <c:v>39876</c:v>
                </c:pt>
                <c:pt idx="828">
                  <c:v>39877</c:v>
                </c:pt>
                <c:pt idx="829">
                  <c:v>39878</c:v>
                </c:pt>
                <c:pt idx="830">
                  <c:v>39881</c:v>
                </c:pt>
                <c:pt idx="831">
                  <c:v>39882</c:v>
                </c:pt>
                <c:pt idx="832">
                  <c:v>39883</c:v>
                </c:pt>
                <c:pt idx="833">
                  <c:v>39884</c:v>
                </c:pt>
                <c:pt idx="834">
                  <c:v>39885</c:v>
                </c:pt>
                <c:pt idx="835">
                  <c:v>39888</c:v>
                </c:pt>
                <c:pt idx="836">
                  <c:v>39889</c:v>
                </c:pt>
                <c:pt idx="837">
                  <c:v>39890</c:v>
                </c:pt>
                <c:pt idx="838">
                  <c:v>39891</c:v>
                </c:pt>
                <c:pt idx="839">
                  <c:v>39892</c:v>
                </c:pt>
                <c:pt idx="840">
                  <c:v>39895</c:v>
                </c:pt>
                <c:pt idx="841">
                  <c:v>39896</c:v>
                </c:pt>
                <c:pt idx="842">
                  <c:v>39897</c:v>
                </c:pt>
                <c:pt idx="843">
                  <c:v>39898</c:v>
                </c:pt>
                <c:pt idx="844">
                  <c:v>39899</c:v>
                </c:pt>
                <c:pt idx="845">
                  <c:v>39902</c:v>
                </c:pt>
                <c:pt idx="846">
                  <c:v>39903</c:v>
                </c:pt>
                <c:pt idx="847">
                  <c:v>39904</c:v>
                </c:pt>
                <c:pt idx="848">
                  <c:v>39905</c:v>
                </c:pt>
                <c:pt idx="849">
                  <c:v>39906</c:v>
                </c:pt>
                <c:pt idx="850">
                  <c:v>39909</c:v>
                </c:pt>
                <c:pt idx="851">
                  <c:v>39910</c:v>
                </c:pt>
                <c:pt idx="852">
                  <c:v>39911</c:v>
                </c:pt>
                <c:pt idx="853">
                  <c:v>39912</c:v>
                </c:pt>
                <c:pt idx="854">
                  <c:v>39913</c:v>
                </c:pt>
                <c:pt idx="855">
                  <c:v>39916</c:v>
                </c:pt>
                <c:pt idx="856">
                  <c:v>39917</c:v>
                </c:pt>
                <c:pt idx="857">
                  <c:v>39918</c:v>
                </c:pt>
                <c:pt idx="858">
                  <c:v>39919</c:v>
                </c:pt>
                <c:pt idx="859">
                  <c:v>39920</c:v>
                </c:pt>
                <c:pt idx="860">
                  <c:v>39923</c:v>
                </c:pt>
                <c:pt idx="861">
                  <c:v>39924</c:v>
                </c:pt>
                <c:pt idx="862">
                  <c:v>39925</c:v>
                </c:pt>
                <c:pt idx="863">
                  <c:v>39926</c:v>
                </c:pt>
                <c:pt idx="864">
                  <c:v>39927</c:v>
                </c:pt>
                <c:pt idx="865">
                  <c:v>39930</c:v>
                </c:pt>
                <c:pt idx="866">
                  <c:v>39931</c:v>
                </c:pt>
                <c:pt idx="867">
                  <c:v>39932</c:v>
                </c:pt>
                <c:pt idx="868">
                  <c:v>39933</c:v>
                </c:pt>
                <c:pt idx="869">
                  <c:v>39934</c:v>
                </c:pt>
                <c:pt idx="870">
                  <c:v>39937</c:v>
                </c:pt>
                <c:pt idx="871">
                  <c:v>39938</c:v>
                </c:pt>
                <c:pt idx="872">
                  <c:v>39939</c:v>
                </c:pt>
                <c:pt idx="873">
                  <c:v>39940</c:v>
                </c:pt>
                <c:pt idx="874">
                  <c:v>39941</c:v>
                </c:pt>
                <c:pt idx="875">
                  <c:v>39944</c:v>
                </c:pt>
                <c:pt idx="876">
                  <c:v>39945</c:v>
                </c:pt>
                <c:pt idx="877">
                  <c:v>39946</c:v>
                </c:pt>
                <c:pt idx="878">
                  <c:v>39947</c:v>
                </c:pt>
                <c:pt idx="879">
                  <c:v>39948</c:v>
                </c:pt>
                <c:pt idx="880">
                  <c:v>39951</c:v>
                </c:pt>
                <c:pt idx="881">
                  <c:v>39952</c:v>
                </c:pt>
                <c:pt idx="882">
                  <c:v>39953</c:v>
                </c:pt>
                <c:pt idx="883">
                  <c:v>39954</c:v>
                </c:pt>
                <c:pt idx="884">
                  <c:v>39955</c:v>
                </c:pt>
                <c:pt idx="885">
                  <c:v>39958</c:v>
                </c:pt>
                <c:pt idx="886">
                  <c:v>39959</c:v>
                </c:pt>
                <c:pt idx="887">
                  <c:v>39960</c:v>
                </c:pt>
                <c:pt idx="888">
                  <c:v>39961</c:v>
                </c:pt>
                <c:pt idx="889">
                  <c:v>39962</c:v>
                </c:pt>
                <c:pt idx="890">
                  <c:v>39965</c:v>
                </c:pt>
                <c:pt idx="891">
                  <c:v>39966</c:v>
                </c:pt>
                <c:pt idx="892">
                  <c:v>39967</c:v>
                </c:pt>
                <c:pt idx="893">
                  <c:v>39968</c:v>
                </c:pt>
                <c:pt idx="894">
                  <c:v>39969</c:v>
                </c:pt>
                <c:pt idx="895">
                  <c:v>39972</c:v>
                </c:pt>
                <c:pt idx="896">
                  <c:v>39973</c:v>
                </c:pt>
                <c:pt idx="897">
                  <c:v>39974</c:v>
                </c:pt>
                <c:pt idx="898">
                  <c:v>39975</c:v>
                </c:pt>
                <c:pt idx="899">
                  <c:v>39976</c:v>
                </c:pt>
                <c:pt idx="900">
                  <c:v>39979</c:v>
                </c:pt>
                <c:pt idx="901">
                  <c:v>39980</c:v>
                </c:pt>
                <c:pt idx="902">
                  <c:v>39981</c:v>
                </c:pt>
                <c:pt idx="903">
                  <c:v>39982</c:v>
                </c:pt>
                <c:pt idx="904">
                  <c:v>39983</c:v>
                </c:pt>
                <c:pt idx="905">
                  <c:v>39986</c:v>
                </c:pt>
                <c:pt idx="906">
                  <c:v>39987</c:v>
                </c:pt>
                <c:pt idx="907">
                  <c:v>39988</c:v>
                </c:pt>
                <c:pt idx="908">
                  <c:v>39989</c:v>
                </c:pt>
                <c:pt idx="909">
                  <c:v>39990</c:v>
                </c:pt>
                <c:pt idx="910">
                  <c:v>39993</c:v>
                </c:pt>
                <c:pt idx="911">
                  <c:v>39994</c:v>
                </c:pt>
                <c:pt idx="912">
                  <c:v>39995</c:v>
                </c:pt>
                <c:pt idx="913">
                  <c:v>39996</c:v>
                </c:pt>
                <c:pt idx="914">
                  <c:v>39997</c:v>
                </c:pt>
                <c:pt idx="915">
                  <c:v>40000</c:v>
                </c:pt>
                <c:pt idx="916">
                  <c:v>40001</c:v>
                </c:pt>
                <c:pt idx="917">
                  <c:v>40002</c:v>
                </c:pt>
                <c:pt idx="918">
                  <c:v>40003</c:v>
                </c:pt>
                <c:pt idx="919">
                  <c:v>40004</c:v>
                </c:pt>
                <c:pt idx="920">
                  <c:v>40007</c:v>
                </c:pt>
                <c:pt idx="921">
                  <c:v>40008</c:v>
                </c:pt>
                <c:pt idx="922">
                  <c:v>40009</c:v>
                </c:pt>
                <c:pt idx="923">
                  <c:v>40010</c:v>
                </c:pt>
                <c:pt idx="924">
                  <c:v>40011</c:v>
                </c:pt>
                <c:pt idx="925">
                  <c:v>40014</c:v>
                </c:pt>
                <c:pt idx="926">
                  <c:v>40015</c:v>
                </c:pt>
                <c:pt idx="927">
                  <c:v>40016</c:v>
                </c:pt>
                <c:pt idx="928">
                  <c:v>40017</c:v>
                </c:pt>
                <c:pt idx="929">
                  <c:v>40018</c:v>
                </c:pt>
                <c:pt idx="930">
                  <c:v>40021</c:v>
                </c:pt>
                <c:pt idx="931">
                  <c:v>40022</c:v>
                </c:pt>
                <c:pt idx="932">
                  <c:v>40023</c:v>
                </c:pt>
                <c:pt idx="933">
                  <c:v>40024</c:v>
                </c:pt>
                <c:pt idx="934">
                  <c:v>40025</c:v>
                </c:pt>
                <c:pt idx="935">
                  <c:v>40028</c:v>
                </c:pt>
                <c:pt idx="936">
                  <c:v>40029</c:v>
                </c:pt>
                <c:pt idx="937">
                  <c:v>40030</c:v>
                </c:pt>
                <c:pt idx="938">
                  <c:v>40031</c:v>
                </c:pt>
                <c:pt idx="939">
                  <c:v>40032</c:v>
                </c:pt>
                <c:pt idx="940">
                  <c:v>40035</c:v>
                </c:pt>
                <c:pt idx="941">
                  <c:v>40036</c:v>
                </c:pt>
                <c:pt idx="942">
                  <c:v>40037</c:v>
                </c:pt>
                <c:pt idx="943">
                  <c:v>40038</c:v>
                </c:pt>
                <c:pt idx="944">
                  <c:v>40039</c:v>
                </c:pt>
                <c:pt idx="945">
                  <c:v>40042</c:v>
                </c:pt>
                <c:pt idx="946">
                  <c:v>40043</c:v>
                </c:pt>
                <c:pt idx="947">
                  <c:v>40044</c:v>
                </c:pt>
                <c:pt idx="948">
                  <c:v>40045</c:v>
                </c:pt>
                <c:pt idx="949">
                  <c:v>40046</c:v>
                </c:pt>
                <c:pt idx="950">
                  <c:v>40049</c:v>
                </c:pt>
                <c:pt idx="951">
                  <c:v>40050</c:v>
                </c:pt>
                <c:pt idx="952">
                  <c:v>40051</c:v>
                </c:pt>
                <c:pt idx="953">
                  <c:v>40052</c:v>
                </c:pt>
                <c:pt idx="954">
                  <c:v>40053</c:v>
                </c:pt>
                <c:pt idx="955">
                  <c:v>40056</c:v>
                </c:pt>
                <c:pt idx="956">
                  <c:v>40057</c:v>
                </c:pt>
                <c:pt idx="957">
                  <c:v>40058</c:v>
                </c:pt>
                <c:pt idx="958">
                  <c:v>40059</c:v>
                </c:pt>
                <c:pt idx="959">
                  <c:v>40060</c:v>
                </c:pt>
                <c:pt idx="960">
                  <c:v>40063</c:v>
                </c:pt>
                <c:pt idx="961">
                  <c:v>40064</c:v>
                </c:pt>
                <c:pt idx="962">
                  <c:v>40065</c:v>
                </c:pt>
                <c:pt idx="963">
                  <c:v>40066</c:v>
                </c:pt>
                <c:pt idx="964">
                  <c:v>40067</c:v>
                </c:pt>
                <c:pt idx="965">
                  <c:v>40070</c:v>
                </c:pt>
                <c:pt idx="966">
                  <c:v>40071</c:v>
                </c:pt>
                <c:pt idx="967">
                  <c:v>40072</c:v>
                </c:pt>
                <c:pt idx="968">
                  <c:v>40073</c:v>
                </c:pt>
                <c:pt idx="969">
                  <c:v>40074</c:v>
                </c:pt>
                <c:pt idx="970">
                  <c:v>40077</c:v>
                </c:pt>
                <c:pt idx="971">
                  <c:v>40078</c:v>
                </c:pt>
                <c:pt idx="972">
                  <c:v>40079</c:v>
                </c:pt>
                <c:pt idx="973">
                  <c:v>40080</c:v>
                </c:pt>
                <c:pt idx="974">
                  <c:v>40081</c:v>
                </c:pt>
                <c:pt idx="975">
                  <c:v>40084</c:v>
                </c:pt>
                <c:pt idx="976">
                  <c:v>40085</c:v>
                </c:pt>
                <c:pt idx="977">
                  <c:v>40086</c:v>
                </c:pt>
                <c:pt idx="978">
                  <c:v>40087</c:v>
                </c:pt>
                <c:pt idx="979">
                  <c:v>40088</c:v>
                </c:pt>
                <c:pt idx="980">
                  <c:v>40091</c:v>
                </c:pt>
                <c:pt idx="981">
                  <c:v>40092</c:v>
                </c:pt>
                <c:pt idx="982">
                  <c:v>40093</c:v>
                </c:pt>
                <c:pt idx="983">
                  <c:v>40094</c:v>
                </c:pt>
                <c:pt idx="984">
                  <c:v>40095</c:v>
                </c:pt>
                <c:pt idx="985">
                  <c:v>40098</c:v>
                </c:pt>
                <c:pt idx="986">
                  <c:v>40099</c:v>
                </c:pt>
                <c:pt idx="987">
                  <c:v>40100</c:v>
                </c:pt>
                <c:pt idx="988">
                  <c:v>40101</c:v>
                </c:pt>
                <c:pt idx="989">
                  <c:v>40102</c:v>
                </c:pt>
                <c:pt idx="990">
                  <c:v>40105</c:v>
                </c:pt>
                <c:pt idx="991">
                  <c:v>40106</c:v>
                </c:pt>
                <c:pt idx="992">
                  <c:v>40107</c:v>
                </c:pt>
                <c:pt idx="993">
                  <c:v>40108</c:v>
                </c:pt>
                <c:pt idx="994">
                  <c:v>40109</c:v>
                </c:pt>
                <c:pt idx="995">
                  <c:v>40112</c:v>
                </c:pt>
                <c:pt idx="996">
                  <c:v>40113</c:v>
                </c:pt>
                <c:pt idx="997">
                  <c:v>40114</c:v>
                </c:pt>
                <c:pt idx="998">
                  <c:v>40115</c:v>
                </c:pt>
                <c:pt idx="999">
                  <c:v>40116</c:v>
                </c:pt>
                <c:pt idx="1000">
                  <c:v>40119</c:v>
                </c:pt>
                <c:pt idx="1001">
                  <c:v>40120</c:v>
                </c:pt>
                <c:pt idx="1002">
                  <c:v>40121</c:v>
                </c:pt>
                <c:pt idx="1003">
                  <c:v>40122</c:v>
                </c:pt>
                <c:pt idx="1004">
                  <c:v>40123</c:v>
                </c:pt>
                <c:pt idx="1005">
                  <c:v>40126</c:v>
                </c:pt>
                <c:pt idx="1006">
                  <c:v>40127</c:v>
                </c:pt>
                <c:pt idx="1007">
                  <c:v>40128</c:v>
                </c:pt>
                <c:pt idx="1008">
                  <c:v>40129</c:v>
                </c:pt>
                <c:pt idx="1009">
                  <c:v>40130</c:v>
                </c:pt>
                <c:pt idx="1010">
                  <c:v>40133</c:v>
                </c:pt>
                <c:pt idx="1011">
                  <c:v>40134</c:v>
                </c:pt>
                <c:pt idx="1012">
                  <c:v>40135</c:v>
                </c:pt>
                <c:pt idx="1013">
                  <c:v>40136</c:v>
                </c:pt>
                <c:pt idx="1014">
                  <c:v>40137</c:v>
                </c:pt>
                <c:pt idx="1015">
                  <c:v>40140</c:v>
                </c:pt>
                <c:pt idx="1016">
                  <c:v>40141</c:v>
                </c:pt>
                <c:pt idx="1017">
                  <c:v>40142</c:v>
                </c:pt>
                <c:pt idx="1018">
                  <c:v>40143</c:v>
                </c:pt>
                <c:pt idx="1019">
                  <c:v>40144</c:v>
                </c:pt>
                <c:pt idx="1020">
                  <c:v>40147</c:v>
                </c:pt>
                <c:pt idx="1021">
                  <c:v>40148</c:v>
                </c:pt>
                <c:pt idx="1022">
                  <c:v>40149</c:v>
                </c:pt>
                <c:pt idx="1023">
                  <c:v>40150</c:v>
                </c:pt>
                <c:pt idx="1024">
                  <c:v>40151</c:v>
                </c:pt>
                <c:pt idx="1025">
                  <c:v>40154</c:v>
                </c:pt>
                <c:pt idx="1026">
                  <c:v>40155</c:v>
                </c:pt>
                <c:pt idx="1027">
                  <c:v>40156</c:v>
                </c:pt>
                <c:pt idx="1028">
                  <c:v>40157</c:v>
                </c:pt>
                <c:pt idx="1029">
                  <c:v>40158</c:v>
                </c:pt>
                <c:pt idx="1030">
                  <c:v>40161</c:v>
                </c:pt>
                <c:pt idx="1031">
                  <c:v>40162</c:v>
                </c:pt>
                <c:pt idx="1032">
                  <c:v>40163</c:v>
                </c:pt>
                <c:pt idx="1033">
                  <c:v>40164</c:v>
                </c:pt>
                <c:pt idx="1034">
                  <c:v>40165</c:v>
                </c:pt>
                <c:pt idx="1035">
                  <c:v>40168</c:v>
                </c:pt>
                <c:pt idx="1036">
                  <c:v>40169</c:v>
                </c:pt>
                <c:pt idx="1037">
                  <c:v>40170</c:v>
                </c:pt>
                <c:pt idx="1038">
                  <c:v>40171</c:v>
                </c:pt>
                <c:pt idx="1039">
                  <c:v>40172</c:v>
                </c:pt>
                <c:pt idx="1040">
                  <c:v>40175</c:v>
                </c:pt>
                <c:pt idx="1041">
                  <c:v>40176</c:v>
                </c:pt>
                <c:pt idx="1042">
                  <c:v>40177</c:v>
                </c:pt>
                <c:pt idx="1043">
                  <c:v>40178</c:v>
                </c:pt>
                <c:pt idx="1044">
                  <c:v>40179</c:v>
                </c:pt>
                <c:pt idx="1045">
                  <c:v>40182</c:v>
                </c:pt>
                <c:pt idx="1046">
                  <c:v>40183</c:v>
                </c:pt>
                <c:pt idx="1047">
                  <c:v>40184</c:v>
                </c:pt>
                <c:pt idx="1048">
                  <c:v>40185</c:v>
                </c:pt>
                <c:pt idx="1049">
                  <c:v>40186</c:v>
                </c:pt>
                <c:pt idx="1050">
                  <c:v>40189</c:v>
                </c:pt>
                <c:pt idx="1051">
                  <c:v>40190</c:v>
                </c:pt>
                <c:pt idx="1052">
                  <c:v>40191</c:v>
                </c:pt>
                <c:pt idx="1053">
                  <c:v>40192</c:v>
                </c:pt>
                <c:pt idx="1054">
                  <c:v>40193</c:v>
                </c:pt>
                <c:pt idx="1055">
                  <c:v>40196</c:v>
                </c:pt>
                <c:pt idx="1056">
                  <c:v>40197</c:v>
                </c:pt>
                <c:pt idx="1057">
                  <c:v>40198</c:v>
                </c:pt>
                <c:pt idx="1058">
                  <c:v>40199</c:v>
                </c:pt>
                <c:pt idx="1059">
                  <c:v>40200</c:v>
                </c:pt>
                <c:pt idx="1060">
                  <c:v>40203</c:v>
                </c:pt>
                <c:pt idx="1061">
                  <c:v>40204</c:v>
                </c:pt>
                <c:pt idx="1062">
                  <c:v>40205</c:v>
                </c:pt>
                <c:pt idx="1063">
                  <c:v>40206</c:v>
                </c:pt>
                <c:pt idx="1064">
                  <c:v>40207</c:v>
                </c:pt>
                <c:pt idx="1065">
                  <c:v>40210</c:v>
                </c:pt>
                <c:pt idx="1066">
                  <c:v>40211</c:v>
                </c:pt>
                <c:pt idx="1067">
                  <c:v>40212</c:v>
                </c:pt>
                <c:pt idx="1068">
                  <c:v>40213</c:v>
                </c:pt>
                <c:pt idx="1069">
                  <c:v>40214</c:v>
                </c:pt>
                <c:pt idx="1070">
                  <c:v>40217</c:v>
                </c:pt>
                <c:pt idx="1071">
                  <c:v>40218</c:v>
                </c:pt>
                <c:pt idx="1072">
                  <c:v>40219</c:v>
                </c:pt>
                <c:pt idx="1073">
                  <c:v>40220</c:v>
                </c:pt>
                <c:pt idx="1074">
                  <c:v>40221</c:v>
                </c:pt>
                <c:pt idx="1075">
                  <c:v>40224</c:v>
                </c:pt>
                <c:pt idx="1076">
                  <c:v>40225</c:v>
                </c:pt>
                <c:pt idx="1077">
                  <c:v>40226</c:v>
                </c:pt>
                <c:pt idx="1078">
                  <c:v>40227</c:v>
                </c:pt>
                <c:pt idx="1079">
                  <c:v>40228</c:v>
                </c:pt>
                <c:pt idx="1080">
                  <c:v>40231</c:v>
                </c:pt>
                <c:pt idx="1081">
                  <c:v>40232</c:v>
                </c:pt>
                <c:pt idx="1082">
                  <c:v>40233</c:v>
                </c:pt>
                <c:pt idx="1083">
                  <c:v>40234</c:v>
                </c:pt>
                <c:pt idx="1084">
                  <c:v>40235</c:v>
                </c:pt>
                <c:pt idx="1085">
                  <c:v>40238</c:v>
                </c:pt>
                <c:pt idx="1086">
                  <c:v>40239</c:v>
                </c:pt>
                <c:pt idx="1087">
                  <c:v>40240</c:v>
                </c:pt>
                <c:pt idx="1088">
                  <c:v>40241</c:v>
                </c:pt>
                <c:pt idx="1089">
                  <c:v>40242</c:v>
                </c:pt>
                <c:pt idx="1090">
                  <c:v>40245</c:v>
                </c:pt>
                <c:pt idx="1091">
                  <c:v>40246</c:v>
                </c:pt>
                <c:pt idx="1092">
                  <c:v>40247</c:v>
                </c:pt>
                <c:pt idx="1093">
                  <c:v>40248</c:v>
                </c:pt>
                <c:pt idx="1094">
                  <c:v>40249</c:v>
                </c:pt>
                <c:pt idx="1095">
                  <c:v>40252</c:v>
                </c:pt>
                <c:pt idx="1096">
                  <c:v>40253</c:v>
                </c:pt>
                <c:pt idx="1097">
                  <c:v>40254</c:v>
                </c:pt>
                <c:pt idx="1098">
                  <c:v>40255</c:v>
                </c:pt>
                <c:pt idx="1099">
                  <c:v>40256</c:v>
                </c:pt>
                <c:pt idx="1100">
                  <c:v>40259</c:v>
                </c:pt>
                <c:pt idx="1101">
                  <c:v>40260</c:v>
                </c:pt>
                <c:pt idx="1102">
                  <c:v>40261</c:v>
                </c:pt>
                <c:pt idx="1103">
                  <c:v>40262</c:v>
                </c:pt>
                <c:pt idx="1104">
                  <c:v>40263</c:v>
                </c:pt>
                <c:pt idx="1105">
                  <c:v>40266</c:v>
                </c:pt>
                <c:pt idx="1106">
                  <c:v>40267</c:v>
                </c:pt>
                <c:pt idx="1107">
                  <c:v>40268</c:v>
                </c:pt>
                <c:pt idx="1108">
                  <c:v>40269</c:v>
                </c:pt>
                <c:pt idx="1109">
                  <c:v>40270</c:v>
                </c:pt>
                <c:pt idx="1110">
                  <c:v>40273</c:v>
                </c:pt>
                <c:pt idx="1111">
                  <c:v>40274</c:v>
                </c:pt>
                <c:pt idx="1112">
                  <c:v>40275</c:v>
                </c:pt>
                <c:pt idx="1113">
                  <c:v>40276</c:v>
                </c:pt>
                <c:pt idx="1114">
                  <c:v>40277</c:v>
                </c:pt>
                <c:pt idx="1115">
                  <c:v>40280</c:v>
                </c:pt>
                <c:pt idx="1116">
                  <c:v>40281</c:v>
                </c:pt>
                <c:pt idx="1117">
                  <c:v>40282</c:v>
                </c:pt>
                <c:pt idx="1118">
                  <c:v>40283</c:v>
                </c:pt>
                <c:pt idx="1119">
                  <c:v>40284</c:v>
                </c:pt>
                <c:pt idx="1120">
                  <c:v>40287</c:v>
                </c:pt>
                <c:pt idx="1121">
                  <c:v>40288</c:v>
                </c:pt>
                <c:pt idx="1122">
                  <c:v>40289</c:v>
                </c:pt>
                <c:pt idx="1123">
                  <c:v>40290</c:v>
                </c:pt>
                <c:pt idx="1124">
                  <c:v>40291</c:v>
                </c:pt>
                <c:pt idx="1125">
                  <c:v>40294</c:v>
                </c:pt>
                <c:pt idx="1126">
                  <c:v>40295</c:v>
                </c:pt>
                <c:pt idx="1127">
                  <c:v>40296</c:v>
                </c:pt>
                <c:pt idx="1128">
                  <c:v>40297</c:v>
                </c:pt>
                <c:pt idx="1129">
                  <c:v>40298</c:v>
                </c:pt>
                <c:pt idx="1130">
                  <c:v>40301</c:v>
                </c:pt>
                <c:pt idx="1131">
                  <c:v>40302</c:v>
                </c:pt>
                <c:pt idx="1132">
                  <c:v>40303</c:v>
                </c:pt>
                <c:pt idx="1133">
                  <c:v>40304</c:v>
                </c:pt>
                <c:pt idx="1134">
                  <c:v>40305</c:v>
                </c:pt>
                <c:pt idx="1135">
                  <c:v>40308</c:v>
                </c:pt>
                <c:pt idx="1136">
                  <c:v>40309</c:v>
                </c:pt>
                <c:pt idx="1137">
                  <c:v>40310</c:v>
                </c:pt>
                <c:pt idx="1138">
                  <c:v>40311</c:v>
                </c:pt>
                <c:pt idx="1139">
                  <c:v>40312</c:v>
                </c:pt>
                <c:pt idx="1140">
                  <c:v>40315</c:v>
                </c:pt>
                <c:pt idx="1141">
                  <c:v>40316</c:v>
                </c:pt>
                <c:pt idx="1142">
                  <c:v>40317</c:v>
                </c:pt>
                <c:pt idx="1143">
                  <c:v>40318</c:v>
                </c:pt>
                <c:pt idx="1144">
                  <c:v>40319</c:v>
                </c:pt>
                <c:pt idx="1145">
                  <c:v>40322</c:v>
                </c:pt>
                <c:pt idx="1146">
                  <c:v>40323</c:v>
                </c:pt>
                <c:pt idx="1147">
                  <c:v>40324</c:v>
                </c:pt>
                <c:pt idx="1148">
                  <c:v>40325</c:v>
                </c:pt>
                <c:pt idx="1149">
                  <c:v>40326</c:v>
                </c:pt>
                <c:pt idx="1150">
                  <c:v>40329</c:v>
                </c:pt>
                <c:pt idx="1151">
                  <c:v>40330</c:v>
                </c:pt>
                <c:pt idx="1152">
                  <c:v>40331</c:v>
                </c:pt>
                <c:pt idx="1153">
                  <c:v>40332</c:v>
                </c:pt>
                <c:pt idx="1154">
                  <c:v>40333</c:v>
                </c:pt>
                <c:pt idx="1155">
                  <c:v>40336</c:v>
                </c:pt>
                <c:pt idx="1156">
                  <c:v>40337</c:v>
                </c:pt>
                <c:pt idx="1157">
                  <c:v>40338</c:v>
                </c:pt>
                <c:pt idx="1158">
                  <c:v>40339</c:v>
                </c:pt>
                <c:pt idx="1159">
                  <c:v>40340</c:v>
                </c:pt>
                <c:pt idx="1160">
                  <c:v>40343</c:v>
                </c:pt>
                <c:pt idx="1161">
                  <c:v>40344</c:v>
                </c:pt>
                <c:pt idx="1162">
                  <c:v>40345</c:v>
                </c:pt>
                <c:pt idx="1163">
                  <c:v>40346</c:v>
                </c:pt>
                <c:pt idx="1164">
                  <c:v>40347</c:v>
                </c:pt>
                <c:pt idx="1165">
                  <c:v>40350</c:v>
                </c:pt>
                <c:pt idx="1166">
                  <c:v>40351</c:v>
                </c:pt>
                <c:pt idx="1167">
                  <c:v>40352</c:v>
                </c:pt>
                <c:pt idx="1168">
                  <c:v>40353</c:v>
                </c:pt>
                <c:pt idx="1169">
                  <c:v>40354</c:v>
                </c:pt>
                <c:pt idx="1170">
                  <c:v>40357</c:v>
                </c:pt>
                <c:pt idx="1171">
                  <c:v>40358</c:v>
                </c:pt>
                <c:pt idx="1172">
                  <c:v>40359</c:v>
                </c:pt>
                <c:pt idx="1173">
                  <c:v>40360</c:v>
                </c:pt>
                <c:pt idx="1174">
                  <c:v>40361</c:v>
                </c:pt>
                <c:pt idx="1175">
                  <c:v>40364</c:v>
                </c:pt>
                <c:pt idx="1176">
                  <c:v>40365</c:v>
                </c:pt>
                <c:pt idx="1177">
                  <c:v>40366</c:v>
                </c:pt>
                <c:pt idx="1178">
                  <c:v>40367</c:v>
                </c:pt>
                <c:pt idx="1179">
                  <c:v>40368</c:v>
                </c:pt>
                <c:pt idx="1180">
                  <c:v>40371</c:v>
                </c:pt>
                <c:pt idx="1181">
                  <c:v>40372</c:v>
                </c:pt>
                <c:pt idx="1182">
                  <c:v>40373</c:v>
                </c:pt>
                <c:pt idx="1183">
                  <c:v>40374</c:v>
                </c:pt>
                <c:pt idx="1184">
                  <c:v>40375</c:v>
                </c:pt>
                <c:pt idx="1185">
                  <c:v>40378</c:v>
                </c:pt>
                <c:pt idx="1186">
                  <c:v>40379</c:v>
                </c:pt>
                <c:pt idx="1187">
                  <c:v>40380</c:v>
                </c:pt>
                <c:pt idx="1188">
                  <c:v>40381</c:v>
                </c:pt>
                <c:pt idx="1189">
                  <c:v>40382</c:v>
                </c:pt>
                <c:pt idx="1190">
                  <c:v>40385</c:v>
                </c:pt>
                <c:pt idx="1191">
                  <c:v>40386</c:v>
                </c:pt>
                <c:pt idx="1192">
                  <c:v>40387</c:v>
                </c:pt>
                <c:pt idx="1193">
                  <c:v>40388</c:v>
                </c:pt>
                <c:pt idx="1194">
                  <c:v>40389</c:v>
                </c:pt>
                <c:pt idx="1195">
                  <c:v>40392</c:v>
                </c:pt>
                <c:pt idx="1196">
                  <c:v>40393</c:v>
                </c:pt>
                <c:pt idx="1197">
                  <c:v>40394</c:v>
                </c:pt>
                <c:pt idx="1198">
                  <c:v>40395</c:v>
                </c:pt>
                <c:pt idx="1199">
                  <c:v>40396</c:v>
                </c:pt>
                <c:pt idx="1200">
                  <c:v>40399</c:v>
                </c:pt>
                <c:pt idx="1201">
                  <c:v>40400</c:v>
                </c:pt>
                <c:pt idx="1202">
                  <c:v>40401</c:v>
                </c:pt>
                <c:pt idx="1203">
                  <c:v>40402</c:v>
                </c:pt>
                <c:pt idx="1204">
                  <c:v>40403</c:v>
                </c:pt>
                <c:pt idx="1205">
                  <c:v>40406</c:v>
                </c:pt>
                <c:pt idx="1206">
                  <c:v>40407</c:v>
                </c:pt>
                <c:pt idx="1207">
                  <c:v>40408</c:v>
                </c:pt>
                <c:pt idx="1208">
                  <c:v>40409</c:v>
                </c:pt>
                <c:pt idx="1209">
                  <c:v>40410</c:v>
                </c:pt>
                <c:pt idx="1210">
                  <c:v>40413</c:v>
                </c:pt>
                <c:pt idx="1211">
                  <c:v>40414</c:v>
                </c:pt>
                <c:pt idx="1212">
                  <c:v>40415</c:v>
                </c:pt>
                <c:pt idx="1213">
                  <c:v>40416</c:v>
                </c:pt>
                <c:pt idx="1214">
                  <c:v>40417</c:v>
                </c:pt>
                <c:pt idx="1215">
                  <c:v>40420</c:v>
                </c:pt>
                <c:pt idx="1216">
                  <c:v>40421</c:v>
                </c:pt>
                <c:pt idx="1217">
                  <c:v>40422</c:v>
                </c:pt>
                <c:pt idx="1218">
                  <c:v>40423</c:v>
                </c:pt>
                <c:pt idx="1219">
                  <c:v>40424</c:v>
                </c:pt>
                <c:pt idx="1220">
                  <c:v>40427</c:v>
                </c:pt>
                <c:pt idx="1221">
                  <c:v>40428</c:v>
                </c:pt>
                <c:pt idx="1222">
                  <c:v>40429</c:v>
                </c:pt>
                <c:pt idx="1223">
                  <c:v>40430</c:v>
                </c:pt>
                <c:pt idx="1224">
                  <c:v>40431</c:v>
                </c:pt>
                <c:pt idx="1225">
                  <c:v>40434</c:v>
                </c:pt>
                <c:pt idx="1226">
                  <c:v>40435</c:v>
                </c:pt>
                <c:pt idx="1227">
                  <c:v>40436</c:v>
                </c:pt>
                <c:pt idx="1228">
                  <c:v>40437</c:v>
                </c:pt>
                <c:pt idx="1229">
                  <c:v>40438</c:v>
                </c:pt>
                <c:pt idx="1230">
                  <c:v>40441</c:v>
                </c:pt>
                <c:pt idx="1231">
                  <c:v>40442</c:v>
                </c:pt>
                <c:pt idx="1232">
                  <c:v>40443</c:v>
                </c:pt>
                <c:pt idx="1233">
                  <c:v>40444</c:v>
                </c:pt>
                <c:pt idx="1234">
                  <c:v>40445</c:v>
                </c:pt>
                <c:pt idx="1235">
                  <c:v>40448</c:v>
                </c:pt>
                <c:pt idx="1236">
                  <c:v>40449</c:v>
                </c:pt>
                <c:pt idx="1237">
                  <c:v>40450</c:v>
                </c:pt>
                <c:pt idx="1238">
                  <c:v>40451</c:v>
                </c:pt>
                <c:pt idx="1239">
                  <c:v>40452</c:v>
                </c:pt>
                <c:pt idx="1240">
                  <c:v>40455</c:v>
                </c:pt>
                <c:pt idx="1241">
                  <c:v>40456</c:v>
                </c:pt>
                <c:pt idx="1242">
                  <c:v>40457</c:v>
                </c:pt>
                <c:pt idx="1243">
                  <c:v>40458</c:v>
                </c:pt>
                <c:pt idx="1244">
                  <c:v>40459</c:v>
                </c:pt>
                <c:pt idx="1245">
                  <c:v>40462</c:v>
                </c:pt>
                <c:pt idx="1246">
                  <c:v>40463</c:v>
                </c:pt>
                <c:pt idx="1247">
                  <c:v>40464</c:v>
                </c:pt>
                <c:pt idx="1248">
                  <c:v>40465</c:v>
                </c:pt>
                <c:pt idx="1249">
                  <c:v>40466</c:v>
                </c:pt>
                <c:pt idx="1250">
                  <c:v>40469</c:v>
                </c:pt>
                <c:pt idx="1251">
                  <c:v>40470</c:v>
                </c:pt>
                <c:pt idx="1252">
                  <c:v>40471</c:v>
                </c:pt>
                <c:pt idx="1253">
                  <c:v>40472</c:v>
                </c:pt>
                <c:pt idx="1254">
                  <c:v>40473</c:v>
                </c:pt>
                <c:pt idx="1255">
                  <c:v>40476</c:v>
                </c:pt>
                <c:pt idx="1256">
                  <c:v>40477</c:v>
                </c:pt>
                <c:pt idx="1257">
                  <c:v>40478</c:v>
                </c:pt>
                <c:pt idx="1258">
                  <c:v>40479</c:v>
                </c:pt>
                <c:pt idx="1259">
                  <c:v>40480</c:v>
                </c:pt>
                <c:pt idx="1260">
                  <c:v>40483</c:v>
                </c:pt>
                <c:pt idx="1261">
                  <c:v>40484</c:v>
                </c:pt>
                <c:pt idx="1262">
                  <c:v>40485</c:v>
                </c:pt>
                <c:pt idx="1263">
                  <c:v>40486</c:v>
                </c:pt>
                <c:pt idx="1264">
                  <c:v>40487</c:v>
                </c:pt>
                <c:pt idx="1265">
                  <c:v>40490</c:v>
                </c:pt>
                <c:pt idx="1266">
                  <c:v>40491</c:v>
                </c:pt>
                <c:pt idx="1267">
                  <c:v>40492</c:v>
                </c:pt>
                <c:pt idx="1268">
                  <c:v>40493</c:v>
                </c:pt>
                <c:pt idx="1269">
                  <c:v>40494</c:v>
                </c:pt>
                <c:pt idx="1270">
                  <c:v>40497</c:v>
                </c:pt>
                <c:pt idx="1271">
                  <c:v>40498</c:v>
                </c:pt>
                <c:pt idx="1272">
                  <c:v>40499</c:v>
                </c:pt>
                <c:pt idx="1273">
                  <c:v>40500</c:v>
                </c:pt>
                <c:pt idx="1274">
                  <c:v>40501</c:v>
                </c:pt>
                <c:pt idx="1275">
                  <c:v>40504</c:v>
                </c:pt>
                <c:pt idx="1276">
                  <c:v>40505</c:v>
                </c:pt>
                <c:pt idx="1277">
                  <c:v>40506</c:v>
                </c:pt>
                <c:pt idx="1278">
                  <c:v>40507</c:v>
                </c:pt>
                <c:pt idx="1279">
                  <c:v>40508</c:v>
                </c:pt>
                <c:pt idx="1280">
                  <c:v>40511</c:v>
                </c:pt>
                <c:pt idx="1281">
                  <c:v>40512</c:v>
                </c:pt>
                <c:pt idx="1282">
                  <c:v>40513</c:v>
                </c:pt>
                <c:pt idx="1283">
                  <c:v>40514</c:v>
                </c:pt>
                <c:pt idx="1284">
                  <c:v>40515</c:v>
                </c:pt>
                <c:pt idx="1285">
                  <c:v>40518</c:v>
                </c:pt>
                <c:pt idx="1286">
                  <c:v>40519</c:v>
                </c:pt>
                <c:pt idx="1287">
                  <c:v>40520</c:v>
                </c:pt>
                <c:pt idx="1288">
                  <c:v>40521</c:v>
                </c:pt>
                <c:pt idx="1289">
                  <c:v>40522</c:v>
                </c:pt>
                <c:pt idx="1290">
                  <c:v>40525</c:v>
                </c:pt>
                <c:pt idx="1291">
                  <c:v>40526</c:v>
                </c:pt>
                <c:pt idx="1292">
                  <c:v>40527</c:v>
                </c:pt>
                <c:pt idx="1293">
                  <c:v>40528</c:v>
                </c:pt>
                <c:pt idx="1294">
                  <c:v>40529</c:v>
                </c:pt>
                <c:pt idx="1295">
                  <c:v>40532</c:v>
                </c:pt>
                <c:pt idx="1296">
                  <c:v>40533</c:v>
                </c:pt>
                <c:pt idx="1297">
                  <c:v>40534</c:v>
                </c:pt>
                <c:pt idx="1298">
                  <c:v>40535</c:v>
                </c:pt>
                <c:pt idx="1299">
                  <c:v>40536</c:v>
                </c:pt>
                <c:pt idx="1300">
                  <c:v>40539</c:v>
                </c:pt>
                <c:pt idx="1301">
                  <c:v>40540</c:v>
                </c:pt>
                <c:pt idx="1302">
                  <c:v>40541</c:v>
                </c:pt>
                <c:pt idx="1303">
                  <c:v>40542</c:v>
                </c:pt>
                <c:pt idx="1304">
                  <c:v>40543</c:v>
                </c:pt>
                <c:pt idx="1305">
                  <c:v>40546</c:v>
                </c:pt>
                <c:pt idx="1306">
                  <c:v>40547</c:v>
                </c:pt>
                <c:pt idx="1307">
                  <c:v>40548</c:v>
                </c:pt>
                <c:pt idx="1308">
                  <c:v>40549</c:v>
                </c:pt>
                <c:pt idx="1309">
                  <c:v>40550</c:v>
                </c:pt>
                <c:pt idx="1310">
                  <c:v>40553</c:v>
                </c:pt>
                <c:pt idx="1311">
                  <c:v>40554</c:v>
                </c:pt>
                <c:pt idx="1312">
                  <c:v>40555</c:v>
                </c:pt>
                <c:pt idx="1313">
                  <c:v>40556</c:v>
                </c:pt>
                <c:pt idx="1314">
                  <c:v>40557</c:v>
                </c:pt>
                <c:pt idx="1315">
                  <c:v>40560</c:v>
                </c:pt>
                <c:pt idx="1316">
                  <c:v>40561</c:v>
                </c:pt>
                <c:pt idx="1317">
                  <c:v>40562</c:v>
                </c:pt>
                <c:pt idx="1318">
                  <c:v>40563</c:v>
                </c:pt>
                <c:pt idx="1319">
                  <c:v>40564</c:v>
                </c:pt>
                <c:pt idx="1320">
                  <c:v>40567</c:v>
                </c:pt>
                <c:pt idx="1321">
                  <c:v>40568</c:v>
                </c:pt>
                <c:pt idx="1322">
                  <c:v>40569</c:v>
                </c:pt>
                <c:pt idx="1323">
                  <c:v>40570</c:v>
                </c:pt>
                <c:pt idx="1324">
                  <c:v>40571</c:v>
                </c:pt>
                <c:pt idx="1325">
                  <c:v>40574</c:v>
                </c:pt>
                <c:pt idx="1326">
                  <c:v>40575</c:v>
                </c:pt>
                <c:pt idx="1327">
                  <c:v>40576</c:v>
                </c:pt>
                <c:pt idx="1328">
                  <c:v>40577</c:v>
                </c:pt>
                <c:pt idx="1329">
                  <c:v>40578</c:v>
                </c:pt>
                <c:pt idx="1330">
                  <c:v>40581</c:v>
                </c:pt>
                <c:pt idx="1331">
                  <c:v>40582</c:v>
                </c:pt>
                <c:pt idx="1332">
                  <c:v>40583</c:v>
                </c:pt>
                <c:pt idx="1333">
                  <c:v>40584</c:v>
                </c:pt>
                <c:pt idx="1334">
                  <c:v>40585</c:v>
                </c:pt>
                <c:pt idx="1335">
                  <c:v>40588</c:v>
                </c:pt>
                <c:pt idx="1336">
                  <c:v>40589</c:v>
                </c:pt>
                <c:pt idx="1337">
                  <c:v>40590</c:v>
                </c:pt>
                <c:pt idx="1338">
                  <c:v>40591</c:v>
                </c:pt>
                <c:pt idx="1339">
                  <c:v>40592</c:v>
                </c:pt>
                <c:pt idx="1340">
                  <c:v>40595</c:v>
                </c:pt>
                <c:pt idx="1341">
                  <c:v>40596</c:v>
                </c:pt>
                <c:pt idx="1342">
                  <c:v>40597</c:v>
                </c:pt>
                <c:pt idx="1343">
                  <c:v>40598</c:v>
                </c:pt>
                <c:pt idx="1344">
                  <c:v>40599</c:v>
                </c:pt>
                <c:pt idx="1345">
                  <c:v>40602</c:v>
                </c:pt>
                <c:pt idx="1346">
                  <c:v>40603</c:v>
                </c:pt>
                <c:pt idx="1347">
                  <c:v>40604</c:v>
                </c:pt>
                <c:pt idx="1348">
                  <c:v>40605</c:v>
                </c:pt>
                <c:pt idx="1349">
                  <c:v>40606</c:v>
                </c:pt>
                <c:pt idx="1350">
                  <c:v>40609</c:v>
                </c:pt>
                <c:pt idx="1351">
                  <c:v>40610</c:v>
                </c:pt>
                <c:pt idx="1352">
                  <c:v>40611</c:v>
                </c:pt>
                <c:pt idx="1353">
                  <c:v>40612</c:v>
                </c:pt>
                <c:pt idx="1354">
                  <c:v>40613</c:v>
                </c:pt>
                <c:pt idx="1355">
                  <c:v>40616</c:v>
                </c:pt>
                <c:pt idx="1356">
                  <c:v>40617</c:v>
                </c:pt>
                <c:pt idx="1357">
                  <c:v>40618</c:v>
                </c:pt>
                <c:pt idx="1358">
                  <c:v>40619</c:v>
                </c:pt>
                <c:pt idx="1359">
                  <c:v>40620</c:v>
                </c:pt>
                <c:pt idx="1360">
                  <c:v>40623</c:v>
                </c:pt>
                <c:pt idx="1361">
                  <c:v>40624</c:v>
                </c:pt>
                <c:pt idx="1362">
                  <c:v>40625</c:v>
                </c:pt>
                <c:pt idx="1363">
                  <c:v>40626</c:v>
                </c:pt>
                <c:pt idx="1364">
                  <c:v>40627</c:v>
                </c:pt>
                <c:pt idx="1365">
                  <c:v>40630</c:v>
                </c:pt>
                <c:pt idx="1366">
                  <c:v>40631</c:v>
                </c:pt>
                <c:pt idx="1367">
                  <c:v>40632</c:v>
                </c:pt>
                <c:pt idx="1368">
                  <c:v>40633</c:v>
                </c:pt>
                <c:pt idx="1369">
                  <c:v>40634</c:v>
                </c:pt>
                <c:pt idx="1370">
                  <c:v>40637</c:v>
                </c:pt>
                <c:pt idx="1371">
                  <c:v>40638</c:v>
                </c:pt>
                <c:pt idx="1372">
                  <c:v>40639</c:v>
                </c:pt>
                <c:pt idx="1373">
                  <c:v>40640</c:v>
                </c:pt>
                <c:pt idx="1374">
                  <c:v>40641</c:v>
                </c:pt>
                <c:pt idx="1375">
                  <c:v>40644</c:v>
                </c:pt>
                <c:pt idx="1376">
                  <c:v>40645</c:v>
                </c:pt>
                <c:pt idx="1377">
                  <c:v>40646</c:v>
                </c:pt>
                <c:pt idx="1378">
                  <c:v>40647</c:v>
                </c:pt>
                <c:pt idx="1379">
                  <c:v>40648</c:v>
                </c:pt>
                <c:pt idx="1380">
                  <c:v>40651</c:v>
                </c:pt>
                <c:pt idx="1381">
                  <c:v>40652</c:v>
                </c:pt>
                <c:pt idx="1382">
                  <c:v>40653</c:v>
                </c:pt>
                <c:pt idx="1383">
                  <c:v>40654</c:v>
                </c:pt>
                <c:pt idx="1384">
                  <c:v>40655</c:v>
                </c:pt>
                <c:pt idx="1385">
                  <c:v>40658</c:v>
                </c:pt>
                <c:pt idx="1386">
                  <c:v>40659</c:v>
                </c:pt>
                <c:pt idx="1387">
                  <c:v>40660</c:v>
                </c:pt>
                <c:pt idx="1388">
                  <c:v>40661</c:v>
                </c:pt>
                <c:pt idx="1389">
                  <c:v>40662</c:v>
                </c:pt>
                <c:pt idx="1390">
                  <c:v>40665</c:v>
                </c:pt>
                <c:pt idx="1391">
                  <c:v>40666</c:v>
                </c:pt>
                <c:pt idx="1392">
                  <c:v>40667</c:v>
                </c:pt>
                <c:pt idx="1393">
                  <c:v>40668</c:v>
                </c:pt>
                <c:pt idx="1394">
                  <c:v>40669</c:v>
                </c:pt>
                <c:pt idx="1395">
                  <c:v>40672</c:v>
                </c:pt>
                <c:pt idx="1396">
                  <c:v>40673</c:v>
                </c:pt>
                <c:pt idx="1397">
                  <c:v>40674</c:v>
                </c:pt>
                <c:pt idx="1398">
                  <c:v>40675</c:v>
                </c:pt>
                <c:pt idx="1399">
                  <c:v>40676</c:v>
                </c:pt>
                <c:pt idx="1400">
                  <c:v>40679</c:v>
                </c:pt>
                <c:pt idx="1401">
                  <c:v>40680</c:v>
                </c:pt>
                <c:pt idx="1402">
                  <c:v>40681</c:v>
                </c:pt>
                <c:pt idx="1403">
                  <c:v>40682</c:v>
                </c:pt>
                <c:pt idx="1404">
                  <c:v>40683</c:v>
                </c:pt>
                <c:pt idx="1405">
                  <c:v>40686</c:v>
                </c:pt>
                <c:pt idx="1406">
                  <c:v>40687</c:v>
                </c:pt>
                <c:pt idx="1407">
                  <c:v>40688</c:v>
                </c:pt>
                <c:pt idx="1408">
                  <c:v>40689</c:v>
                </c:pt>
                <c:pt idx="1409">
                  <c:v>40690</c:v>
                </c:pt>
                <c:pt idx="1410">
                  <c:v>40693</c:v>
                </c:pt>
                <c:pt idx="1411">
                  <c:v>40694</c:v>
                </c:pt>
                <c:pt idx="1412">
                  <c:v>40695</c:v>
                </c:pt>
                <c:pt idx="1413">
                  <c:v>40696</c:v>
                </c:pt>
                <c:pt idx="1414">
                  <c:v>40697</c:v>
                </c:pt>
                <c:pt idx="1415">
                  <c:v>40700</c:v>
                </c:pt>
                <c:pt idx="1416">
                  <c:v>40701</c:v>
                </c:pt>
                <c:pt idx="1417">
                  <c:v>40702</c:v>
                </c:pt>
                <c:pt idx="1418">
                  <c:v>40703</c:v>
                </c:pt>
                <c:pt idx="1419">
                  <c:v>40704</c:v>
                </c:pt>
                <c:pt idx="1420">
                  <c:v>40707</c:v>
                </c:pt>
                <c:pt idx="1421">
                  <c:v>40708</c:v>
                </c:pt>
                <c:pt idx="1422">
                  <c:v>40709</c:v>
                </c:pt>
                <c:pt idx="1423">
                  <c:v>40710</c:v>
                </c:pt>
                <c:pt idx="1424">
                  <c:v>40711</c:v>
                </c:pt>
                <c:pt idx="1425">
                  <c:v>40714</c:v>
                </c:pt>
                <c:pt idx="1426">
                  <c:v>40715</c:v>
                </c:pt>
                <c:pt idx="1427">
                  <c:v>40716</c:v>
                </c:pt>
                <c:pt idx="1428">
                  <c:v>40717</c:v>
                </c:pt>
                <c:pt idx="1429">
                  <c:v>40718</c:v>
                </c:pt>
                <c:pt idx="1430">
                  <c:v>40721</c:v>
                </c:pt>
                <c:pt idx="1431">
                  <c:v>40722</c:v>
                </c:pt>
                <c:pt idx="1432">
                  <c:v>40723</c:v>
                </c:pt>
                <c:pt idx="1433">
                  <c:v>40724</c:v>
                </c:pt>
                <c:pt idx="1434">
                  <c:v>40725</c:v>
                </c:pt>
                <c:pt idx="1435">
                  <c:v>40728</c:v>
                </c:pt>
                <c:pt idx="1436">
                  <c:v>40729</c:v>
                </c:pt>
                <c:pt idx="1437">
                  <c:v>40730</c:v>
                </c:pt>
                <c:pt idx="1438">
                  <c:v>40731</c:v>
                </c:pt>
                <c:pt idx="1439">
                  <c:v>40732</c:v>
                </c:pt>
                <c:pt idx="1440">
                  <c:v>40735</c:v>
                </c:pt>
                <c:pt idx="1441">
                  <c:v>40736</c:v>
                </c:pt>
                <c:pt idx="1442">
                  <c:v>40737</c:v>
                </c:pt>
                <c:pt idx="1443">
                  <c:v>40738</c:v>
                </c:pt>
                <c:pt idx="1444">
                  <c:v>40739</c:v>
                </c:pt>
                <c:pt idx="1445">
                  <c:v>40742</c:v>
                </c:pt>
                <c:pt idx="1446">
                  <c:v>40743</c:v>
                </c:pt>
                <c:pt idx="1447">
                  <c:v>40744</c:v>
                </c:pt>
                <c:pt idx="1448">
                  <c:v>40745</c:v>
                </c:pt>
                <c:pt idx="1449">
                  <c:v>40746</c:v>
                </c:pt>
                <c:pt idx="1450">
                  <c:v>40749</c:v>
                </c:pt>
                <c:pt idx="1451">
                  <c:v>40750</c:v>
                </c:pt>
                <c:pt idx="1452">
                  <c:v>40751</c:v>
                </c:pt>
                <c:pt idx="1453">
                  <c:v>40752</c:v>
                </c:pt>
                <c:pt idx="1454">
                  <c:v>40753</c:v>
                </c:pt>
                <c:pt idx="1455">
                  <c:v>40756</c:v>
                </c:pt>
                <c:pt idx="1456">
                  <c:v>40757</c:v>
                </c:pt>
                <c:pt idx="1457">
                  <c:v>40758</c:v>
                </c:pt>
                <c:pt idx="1458">
                  <c:v>40759</c:v>
                </c:pt>
                <c:pt idx="1459">
                  <c:v>40760</c:v>
                </c:pt>
                <c:pt idx="1460">
                  <c:v>40763</c:v>
                </c:pt>
                <c:pt idx="1461">
                  <c:v>40764</c:v>
                </c:pt>
                <c:pt idx="1462">
                  <c:v>40765</c:v>
                </c:pt>
                <c:pt idx="1463">
                  <c:v>40766</c:v>
                </c:pt>
                <c:pt idx="1464">
                  <c:v>40767</c:v>
                </c:pt>
                <c:pt idx="1465">
                  <c:v>40770</c:v>
                </c:pt>
                <c:pt idx="1466">
                  <c:v>40771</c:v>
                </c:pt>
                <c:pt idx="1467">
                  <c:v>40772</c:v>
                </c:pt>
                <c:pt idx="1468">
                  <c:v>40773</c:v>
                </c:pt>
                <c:pt idx="1469">
                  <c:v>40774</c:v>
                </c:pt>
                <c:pt idx="1470">
                  <c:v>40777</c:v>
                </c:pt>
                <c:pt idx="1471">
                  <c:v>40778</c:v>
                </c:pt>
                <c:pt idx="1472">
                  <c:v>40779</c:v>
                </c:pt>
                <c:pt idx="1473">
                  <c:v>40780</c:v>
                </c:pt>
                <c:pt idx="1474">
                  <c:v>40781</c:v>
                </c:pt>
                <c:pt idx="1475">
                  <c:v>40784</c:v>
                </c:pt>
                <c:pt idx="1476">
                  <c:v>40785</c:v>
                </c:pt>
                <c:pt idx="1477">
                  <c:v>40786</c:v>
                </c:pt>
                <c:pt idx="1478">
                  <c:v>40787</c:v>
                </c:pt>
                <c:pt idx="1479">
                  <c:v>40788</c:v>
                </c:pt>
                <c:pt idx="1480">
                  <c:v>40791</c:v>
                </c:pt>
                <c:pt idx="1481">
                  <c:v>40792</c:v>
                </c:pt>
                <c:pt idx="1482">
                  <c:v>40793</c:v>
                </c:pt>
                <c:pt idx="1483">
                  <c:v>40794</c:v>
                </c:pt>
                <c:pt idx="1484">
                  <c:v>40795</c:v>
                </c:pt>
                <c:pt idx="1485">
                  <c:v>40798</c:v>
                </c:pt>
                <c:pt idx="1486">
                  <c:v>40799</c:v>
                </c:pt>
                <c:pt idx="1487">
                  <c:v>40800</c:v>
                </c:pt>
                <c:pt idx="1488">
                  <c:v>40801</c:v>
                </c:pt>
                <c:pt idx="1489">
                  <c:v>40802</c:v>
                </c:pt>
                <c:pt idx="1490">
                  <c:v>40805</c:v>
                </c:pt>
                <c:pt idx="1491">
                  <c:v>40806</c:v>
                </c:pt>
                <c:pt idx="1492">
                  <c:v>40807</c:v>
                </c:pt>
                <c:pt idx="1493">
                  <c:v>40808</c:v>
                </c:pt>
                <c:pt idx="1494">
                  <c:v>40809</c:v>
                </c:pt>
                <c:pt idx="1495">
                  <c:v>40812</c:v>
                </c:pt>
                <c:pt idx="1496">
                  <c:v>40813</c:v>
                </c:pt>
                <c:pt idx="1497">
                  <c:v>40814</c:v>
                </c:pt>
                <c:pt idx="1498">
                  <c:v>40815</c:v>
                </c:pt>
                <c:pt idx="1499">
                  <c:v>40816</c:v>
                </c:pt>
                <c:pt idx="1500">
                  <c:v>40819</c:v>
                </c:pt>
                <c:pt idx="1501">
                  <c:v>40820</c:v>
                </c:pt>
                <c:pt idx="1502">
                  <c:v>40821</c:v>
                </c:pt>
                <c:pt idx="1503">
                  <c:v>40822</c:v>
                </c:pt>
                <c:pt idx="1504">
                  <c:v>40823</c:v>
                </c:pt>
                <c:pt idx="1505">
                  <c:v>40826</c:v>
                </c:pt>
                <c:pt idx="1506">
                  <c:v>40827</c:v>
                </c:pt>
                <c:pt idx="1507">
                  <c:v>40828</c:v>
                </c:pt>
                <c:pt idx="1508">
                  <c:v>40829</c:v>
                </c:pt>
                <c:pt idx="1509">
                  <c:v>40830</c:v>
                </c:pt>
                <c:pt idx="1510">
                  <c:v>40833</c:v>
                </c:pt>
                <c:pt idx="1511">
                  <c:v>40834</c:v>
                </c:pt>
                <c:pt idx="1512">
                  <c:v>40835</c:v>
                </c:pt>
                <c:pt idx="1513">
                  <c:v>40836</c:v>
                </c:pt>
                <c:pt idx="1514">
                  <c:v>40837</c:v>
                </c:pt>
                <c:pt idx="1515">
                  <c:v>40840</c:v>
                </c:pt>
                <c:pt idx="1516">
                  <c:v>40841</c:v>
                </c:pt>
                <c:pt idx="1517">
                  <c:v>40842</c:v>
                </c:pt>
                <c:pt idx="1518">
                  <c:v>40843</c:v>
                </c:pt>
                <c:pt idx="1519">
                  <c:v>40844</c:v>
                </c:pt>
                <c:pt idx="1520">
                  <c:v>40847</c:v>
                </c:pt>
                <c:pt idx="1521">
                  <c:v>40848</c:v>
                </c:pt>
                <c:pt idx="1522">
                  <c:v>40849</c:v>
                </c:pt>
                <c:pt idx="1523">
                  <c:v>40850</c:v>
                </c:pt>
                <c:pt idx="1524">
                  <c:v>40851</c:v>
                </c:pt>
                <c:pt idx="1525">
                  <c:v>40854</c:v>
                </c:pt>
                <c:pt idx="1526">
                  <c:v>40855</c:v>
                </c:pt>
                <c:pt idx="1527">
                  <c:v>40856</c:v>
                </c:pt>
                <c:pt idx="1528">
                  <c:v>40857</c:v>
                </c:pt>
                <c:pt idx="1529">
                  <c:v>40858</c:v>
                </c:pt>
                <c:pt idx="1530">
                  <c:v>40861</c:v>
                </c:pt>
                <c:pt idx="1531">
                  <c:v>40862</c:v>
                </c:pt>
                <c:pt idx="1532">
                  <c:v>40863</c:v>
                </c:pt>
                <c:pt idx="1533">
                  <c:v>40864</c:v>
                </c:pt>
                <c:pt idx="1534">
                  <c:v>40865</c:v>
                </c:pt>
                <c:pt idx="1535">
                  <c:v>40868</c:v>
                </c:pt>
                <c:pt idx="1536">
                  <c:v>40869</c:v>
                </c:pt>
                <c:pt idx="1537">
                  <c:v>40870</c:v>
                </c:pt>
                <c:pt idx="1538">
                  <c:v>40871</c:v>
                </c:pt>
                <c:pt idx="1539">
                  <c:v>40872</c:v>
                </c:pt>
                <c:pt idx="1540">
                  <c:v>40875</c:v>
                </c:pt>
                <c:pt idx="1541">
                  <c:v>40876</c:v>
                </c:pt>
                <c:pt idx="1542">
                  <c:v>40877</c:v>
                </c:pt>
                <c:pt idx="1543">
                  <c:v>40878</c:v>
                </c:pt>
                <c:pt idx="1544">
                  <c:v>40879</c:v>
                </c:pt>
                <c:pt idx="1545">
                  <c:v>40882</c:v>
                </c:pt>
                <c:pt idx="1546">
                  <c:v>40883</c:v>
                </c:pt>
                <c:pt idx="1547">
                  <c:v>40884</c:v>
                </c:pt>
                <c:pt idx="1548">
                  <c:v>40885</c:v>
                </c:pt>
                <c:pt idx="1549">
                  <c:v>40886</c:v>
                </c:pt>
                <c:pt idx="1550">
                  <c:v>40889</c:v>
                </c:pt>
                <c:pt idx="1551">
                  <c:v>40890</c:v>
                </c:pt>
                <c:pt idx="1552">
                  <c:v>40891</c:v>
                </c:pt>
                <c:pt idx="1553">
                  <c:v>40892</c:v>
                </c:pt>
                <c:pt idx="1554">
                  <c:v>40893</c:v>
                </c:pt>
                <c:pt idx="1555">
                  <c:v>40896</c:v>
                </c:pt>
                <c:pt idx="1556">
                  <c:v>40897</c:v>
                </c:pt>
                <c:pt idx="1557">
                  <c:v>40898</c:v>
                </c:pt>
                <c:pt idx="1558">
                  <c:v>40899</c:v>
                </c:pt>
                <c:pt idx="1559">
                  <c:v>40900</c:v>
                </c:pt>
                <c:pt idx="1560">
                  <c:v>40903</c:v>
                </c:pt>
                <c:pt idx="1561">
                  <c:v>40904</c:v>
                </c:pt>
                <c:pt idx="1562">
                  <c:v>40905</c:v>
                </c:pt>
                <c:pt idx="1563">
                  <c:v>40906</c:v>
                </c:pt>
                <c:pt idx="1564">
                  <c:v>40907</c:v>
                </c:pt>
                <c:pt idx="1565">
                  <c:v>40910</c:v>
                </c:pt>
                <c:pt idx="1566">
                  <c:v>40911</c:v>
                </c:pt>
                <c:pt idx="1567">
                  <c:v>40912</c:v>
                </c:pt>
                <c:pt idx="1568">
                  <c:v>40913</c:v>
                </c:pt>
                <c:pt idx="1569">
                  <c:v>40914</c:v>
                </c:pt>
                <c:pt idx="1570">
                  <c:v>40917</c:v>
                </c:pt>
                <c:pt idx="1571">
                  <c:v>40918</c:v>
                </c:pt>
                <c:pt idx="1572">
                  <c:v>40919</c:v>
                </c:pt>
                <c:pt idx="1573">
                  <c:v>40920</c:v>
                </c:pt>
                <c:pt idx="1574">
                  <c:v>40921</c:v>
                </c:pt>
                <c:pt idx="1575">
                  <c:v>40924</c:v>
                </c:pt>
                <c:pt idx="1576">
                  <c:v>40925</c:v>
                </c:pt>
                <c:pt idx="1577">
                  <c:v>40926</c:v>
                </c:pt>
                <c:pt idx="1578">
                  <c:v>40927</c:v>
                </c:pt>
                <c:pt idx="1579">
                  <c:v>40928</c:v>
                </c:pt>
                <c:pt idx="1580">
                  <c:v>40931</c:v>
                </c:pt>
                <c:pt idx="1581">
                  <c:v>40932</c:v>
                </c:pt>
                <c:pt idx="1582">
                  <c:v>40933</c:v>
                </c:pt>
                <c:pt idx="1583">
                  <c:v>40934</c:v>
                </c:pt>
                <c:pt idx="1584">
                  <c:v>40935</c:v>
                </c:pt>
                <c:pt idx="1585">
                  <c:v>40938</c:v>
                </c:pt>
                <c:pt idx="1586">
                  <c:v>40939</c:v>
                </c:pt>
                <c:pt idx="1587">
                  <c:v>40940</c:v>
                </c:pt>
                <c:pt idx="1588">
                  <c:v>40941</c:v>
                </c:pt>
                <c:pt idx="1589">
                  <c:v>40942</c:v>
                </c:pt>
                <c:pt idx="1590">
                  <c:v>40945</c:v>
                </c:pt>
                <c:pt idx="1591">
                  <c:v>40946</c:v>
                </c:pt>
                <c:pt idx="1592">
                  <c:v>40947</c:v>
                </c:pt>
                <c:pt idx="1593">
                  <c:v>40948</c:v>
                </c:pt>
                <c:pt idx="1594">
                  <c:v>40949</c:v>
                </c:pt>
                <c:pt idx="1595">
                  <c:v>40952</c:v>
                </c:pt>
                <c:pt idx="1596">
                  <c:v>40953</c:v>
                </c:pt>
                <c:pt idx="1597">
                  <c:v>40954</c:v>
                </c:pt>
                <c:pt idx="1598">
                  <c:v>40955</c:v>
                </c:pt>
                <c:pt idx="1599">
                  <c:v>40956</c:v>
                </c:pt>
                <c:pt idx="1600">
                  <c:v>40959</c:v>
                </c:pt>
                <c:pt idx="1601">
                  <c:v>40960</c:v>
                </c:pt>
                <c:pt idx="1602">
                  <c:v>40961</c:v>
                </c:pt>
                <c:pt idx="1603">
                  <c:v>40962</c:v>
                </c:pt>
                <c:pt idx="1604">
                  <c:v>40963</c:v>
                </c:pt>
                <c:pt idx="1605">
                  <c:v>40966</c:v>
                </c:pt>
                <c:pt idx="1606">
                  <c:v>40967</c:v>
                </c:pt>
                <c:pt idx="1607">
                  <c:v>40968</c:v>
                </c:pt>
                <c:pt idx="1608">
                  <c:v>40969</c:v>
                </c:pt>
                <c:pt idx="1609">
                  <c:v>40970</c:v>
                </c:pt>
                <c:pt idx="1610">
                  <c:v>40973</c:v>
                </c:pt>
                <c:pt idx="1611">
                  <c:v>40974</c:v>
                </c:pt>
                <c:pt idx="1612">
                  <c:v>40975</c:v>
                </c:pt>
                <c:pt idx="1613">
                  <c:v>40976</c:v>
                </c:pt>
                <c:pt idx="1614">
                  <c:v>40977</c:v>
                </c:pt>
                <c:pt idx="1615">
                  <c:v>40980</c:v>
                </c:pt>
                <c:pt idx="1616">
                  <c:v>40981</c:v>
                </c:pt>
                <c:pt idx="1617">
                  <c:v>40982</c:v>
                </c:pt>
                <c:pt idx="1618">
                  <c:v>40983</c:v>
                </c:pt>
                <c:pt idx="1619">
                  <c:v>40984</c:v>
                </c:pt>
                <c:pt idx="1620">
                  <c:v>40987</c:v>
                </c:pt>
                <c:pt idx="1621">
                  <c:v>40988</c:v>
                </c:pt>
                <c:pt idx="1622">
                  <c:v>40989</c:v>
                </c:pt>
                <c:pt idx="1623">
                  <c:v>40990</c:v>
                </c:pt>
                <c:pt idx="1624">
                  <c:v>40991</c:v>
                </c:pt>
                <c:pt idx="1625">
                  <c:v>40994</c:v>
                </c:pt>
                <c:pt idx="1626">
                  <c:v>40995</c:v>
                </c:pt>
                <c:pt idx="1627">
                  <c:v>40996</c:v>
                </c:pt>
                <c:pt idx="1628">
                  <c:v>40997</c:v>
                </c:pt>
                <c:pt idx="1629">
                  <c:v>40998</c:v>
                </c:pt>
                <c:pt idx="1630">
                  <c:v>41001</c:v>
                </c:pt>
                <c:pt idx="1631">
                  <c:v>41002</c:v>
                </c:pt>
                <c:pt idx="1632">
                  <c:v>41003</c:v>
                </c:pt>
                <c:pt idx="1633">
                  <c:v>41004</c:v>
                </c:pt>
                <c:pt idx="1634">
                  <c:v>41005</c:v>
                </c:pt>
                <c:pt idx="1635">
                  <c:v>41008</c:v>
                </c:pt>
                <c:pt idx="1636">
                  <c:v>41009</c:v>
                </c:pt>
                <c:pt idx="1637">
                  <c:v>41010</c:v>
                </c:pt>
                <c:pt idx="1638">
                  <c:v>41011</c:v>
                </c:pt>
                <c:pt idx="1639">
                  <c:v>41012</c:v>
                </c:pt>
                <c:pt idx="1640">
                  <c:v>41015</c:v>
                </c:pt>
                <c:pt idx="1641">
                  <c:v>41016</c:v>
                </c:pt>
                <c:pt idx="1642">
                  <c:v>41017</c:v>
                </c:pt>
                <c:pt idx="1643">
                  <c:v>41018</c:v>
                </c:pt>
                <c:pt idx="1644">
                  <c:v>41019</c:v>
                </c:pt>
                <c:pt idx="1645">
                  <c:v>41022</c:v>
                </c:pt>
                <c:pt idx="1646">
                  <c:v>41023</c:v>
                </c:pt>
                <c:pt idx="1647">
                  <c:v>41024</c:v>
                </c:pt>
                <c:pt idx="1648">
                  <c:v>41025</c:v>
                </c:pt>
                <c:pt idx="1649">
                  <c:v>41026</c:v>
                </c:pt>
                <c:pt idx="1650">
                  <c:v>41029</c:v>
                </c:pt>
                <c:pt idx="1651">
                  <c:v>41030</c:v>
                </c:pt>
                <c:pt idx="1652">
                  <c:v>41031</c:v>
                </c:pt>
                <c:pt idx="1653">
                  <c:v>41032</c:v>
                </c:pt>
                <c:pt idx="1654">
                  <c:v>41033</c:v>
                </c:pt>
                <c:pt idx="1655">
                  <c:v>41036</c:v>
                </c:pt>
                <c:pt idx="1656">
                  <c:v>41037</c:v>
                </c:pt>
                <c:pt idx="1657">
                  <c:v>41038</c:v>
                </c:pt>
                <c:pt idx="1658">
                  <c:v>41039</c:v>
                </c:pt>
                <c:pt idx="1659">
                  <c:v>41040</c:v>
                </c:pt>
                <c:pt idx="1660">
                  <c:v>41043</c:v>
                </c:pt>
                <c:pt idx="1661">
                  <c:v>41044</c:v>
                </c:pt>
                <c:pt idx="1662">
                  <c:v>41045</c:v>
                </c:pt>
                <c:pt idx="1663">
                  <c:v>41046</c:v>
                </c:pt>
                <c:pt idx="1664">
                  <c:v>41047</c:v>
                </c:pt>
                <c:pt idx="1665">
                  <c:v>41050</c:v>
                </c:pt>
                <c:pt idx="1666">
                  <c:v>41051</c:v>
                </c:pt>
                <c:pt idx="1667">
                  <c:v>41052</c:v>
                </c:pt>
                <c:pt idx="1668">
                  <c:v>41053</c:v>
                </c:pt>
                <c:pt idx="1669">
                  <c:v>41054</c:v>
                </c:pt>
                <c:pt idx="1670">
                  <c:v>41057</c:v>
                </c:pt>
                <c:pt idx="1671">
                  <c:v>41058</c:v>
                </c:pt>
                <c:pt idx="1672">
                  <c:v>41059</c:v>
                </c:pt>
                <c:pt idx="1673">
                  <c:v>41060</c:v>
                </c:pt>
                <c:pt idx="1674">
                  <c:v>41061</c:v>
                </c:pt>
                <c:pt idx="1675">
                  <c:v>41064</c:v>
                </c:pt>
                <c:pt idx="1676">
                  <c:v>41065</c:v>
                </c:pt>
                <c:pt idx="1677">
                  <c:v>41066</c:v>
                </c:pt>
                <c:pt idx="1678">
                  <c:v>41067</c:v>
                </c:pt>
                <c:pt idx="1679">
                  <c:v>41068</c:v>
                </c:pt>
                <c:pt idx="1680">
                  <c:v>41071</c:v>
                </c:pt>
                <c:pt idx="1681">
                  <c:v>41072</c:v>
                </c:pt>
                <c:pt idx="1682">
                  <c:v>41073</c:v>
                </c:pt>
                <c:pt idx="1683">
                  <c:v>41074</c:v>
                </c:pt>
                <c:pt idx="1684">
                  <c:v>41075</c:v>
                </c:pt>
                <c:pt idx="1685">
                  <c:v>41078</c:v>
                </c:pt>
                <c:pt idx="1686">
                  <c:v>41079</c:v>
                </c:pt>
                <c:pt idx="1687">
                  <c:v>41080</c:v>
                </c:pt>
                <c:pt idx="1688">
                  <c:v>41081</c:v>
                </c:pt>
                <c:pt idx="1689">
                  <c:v>41082</c:v>
                </c:pt>
                <c:pt idx="1690">
                  <c:v>41085</c:v>
                </c:pt>
                <c:pt idx="1691">
                  <c:v>41086</c:v>
                </c:pt>
                <c:pt idx="1692">
                  <c:v>41087</c:v>
                </c:pt>
                <c:pt idx="1693">
                  <c:v>41088</c:v>
                </c:pt>
                <c:pt idx="1694">
                  <c:v>41089</c:v>
                </c:pt>
                <c:pt idx="1695">
                  <c:v>41092</c:v>
                </c:pt>
                <c:pt idx="1696">
                  <c:v>41093</c:v>
                </c:pt>
                <c:pt idx="1697">
                  <c:v>41094</c:v>
                </c:pt>
                <c:pt idx="1698">
                  <c:v>41095</c:v>
                </c:pt>
                <c:pt idx="1699">
                  <c:v>41096</c:v>
                </c:pt>
                <c:pt idx="1700">
                  <c:v>41099</c:v>
                </c:pt>
                <c:pt idx="1701">
                  <c:v>41100</c:v>
                </c:pt>
                <c:pt idx="1702">
                  <c:v>41101</c:v>
                </c:pt>
                <c:pt idx="1703">
                  <c:v>41102</c:v>
                </c:pt>
                <c:pt idx="1704">
                  <c:v>41103</c:v>
                </c:pt>
                <c:pt idx="1705">
                  <c:v>41106</c:v>
                </c:pt>
                <c:pt idx="1706">
                  <c:v>41107</c:v>
                </c:pt>
                <c:pt idx="1707">
                  <c:v>41108</c:v>
                </c:pt>
                <c:pt idx="1708">
                  <c:v>41109</c:v>
                </c:pt>
                <c:pt idx="1709">
                  <c:v>41110</c:v>
                </c:pt>
                <c:pt idx="1710">
                  <c:v>41113</c:v>
                </c:pt>
                <c:pt idx="1711">
                  <c:v>41114</c:v>
                </c:pt>
                <c:pt idx="1712">
                  <c:v>41115</c:v>
                </c:pt>
                <c:pt idx="1713">
                  <c:v>41116</c:v>
                </c:pt>
                <c:pt idx="1714">
                  <c:v>41117</c:v>
                </c:pt>
                <c:pt idx="1715">
                  <c:v>41120</c:v>
                </c:pt>
                <c:pt idx="1716">
                  <c:v>41121</c:v>
                </c:pt>
                <c:pt idx="1717">
                  <c:v>41122</c:v>
                </c:pt>
                <c:pt idx="1718">
                  <c:v>41123</c:v>
                </c:pt>
                <c:pt idx="1719">
                  <c:v>41124</c:v>
                </c:pt>
                <c:pt idx="1720">
                  <c:v>41127</c:v>
                </c:pt>
                <c:pt idx="1721">
                  <c:v>41128</c:v>
                </c:pt>
                <c:pt idx="1722">
                  <c:v>41129</c:v>
                </c:pt>
                <c:pt idx="1723">
                  <c:v>41130</c:v>
                </c:pt>
                <c:pt idx="1724">
                  <c:v>41131</c:v>
                </c:pt>
                <c:pt idx="1725">
                  <c:v>41134</c:v>
                </c:pt>
                <c:pt idx="1726">
                  <c:v>41135</c:v>
                </c:pt>
                <c:pt idx="1727">
                  <c:v>41136</c:v>
                </c:pt>
                <c:pt idx="1728">
                  <c:v>41137</c:v>
                </c:pt>
                <c:pt idx="1729">
                  <c:v>41138</c:v>
                </c:pt>
                <c:pt idx="1730">
                  <c:v>41141</c:v>
                </c:pt>
                <c:pt idx="1731">
                  <c:v>41142</c:v>
                </c:pt>
                <c:pt idx="1732">
                  <c:v>41143</c:v>
                </c:pt>
                <c:pt idx="1733">
                  <c:v>41144</c:v>
                </c:pt>
                <c:pt idx="1734">
                  <c:v>41145</c:v>
                </c:pt>
                <c:pt idx="1735">
                  <c:v>41148</c:v>
                </c:pt>
                <c:pt idx="1736">
                  <c:v>41149</c:v>
                </c:pt>
                <c:pt idx="1737">
                  <c:v>41150</c:v>
                </c:pt>
                <c:pt idx="1738">
                  <c:v>41151</c:v>
                </c:pt>
                <c:pt idx="1739">
                  <c:v>41152</c:v>
                </c:pt>
                <c:pt idx="1740">
                  <c:v>41155</c:v>
                </c:pt>
                <c:pt idx="1741">
                  <c:v>41156</c:v>
                </c:pt>
                <c:pt idx="1742">
                  <c:v>41157</c:v>
                </c:pt>
                <c:pt idx="1743">
                  <c:v>41158</c:v>
                </c:pt>
                <c:pt idx="1744">
                  <c:v>41159</c:v>
                </c:pt>
                <c:pt idx="1745">
                  <c:v>41162</c:v>
                </c:pt>
                <c:pt idx="1746">
                  <c:v>41163</c:v>
                </c:pt>
                <c:pt idx="1747">
                  <c:v>41164</c:v>
                </c:pt>
                <c:pt idx="1748">
                  <c:v>41165</c:v>
                </c:pt>
                <c:pt idx="1749">
                  <c:v>41166</c:v>
                </c:pt>
                <c:pt idx="1750">
                  <c:v>41169</c:v>
                </c:pt>
                <c:pt idx="1751">
                  <c:v>41170</c:v>
                </c:pt>
                <c:pt idx="1752">
                  <c:v>41171</c:v>
                </c:pt>
                <c:pt idx="1753">
                  <c:v>41172</c:v>
                </c:pt>
                <c:pt idx="1754">
                  <c:v>41173</c:v>
                </c:pt>
                <c:pt idx="1755">
                  <c:v>41176</c:v>
                </c:pt>
                <c:pt idx="1756">
                  <c:v>41177</c:v>
                </c:pt>
                <c:pt idx="1757">
                  <c:v>41178</c:v>
                </c:pt>
                <c:pt idx="1758">
                  <c:v>41179</c:v>
                </c:pt>
                <c:pt idx="1759">
                  <c:v>41180</c:v>
                </c:pt>
                <c:pt idx="1760">
                  <c:v>41183</c:v>
                </c:pt>
                <c:pt idx="1761">
                  <c:v>41184</c:v>
                </c:pt>
                <c:pt idx="1762">
                  <c:v>41185</c:v>
                </c:pt>
                <c:pt idx="1763">
                  <c:v>41186</c:v>
                </c:pt>
                <c:pt idx="1764">
                  <c:v>41187</c:v>
                </c:pt>
                <c:pt idx="1765">
                  <c:v>41190</c:v>
                </c:pt>
                <c:pt idx="1766">
                  <c:v>41191</c:v>
                </c:pt>
                <c:pt idx="1767">
                  <c:v>41192</c:v>
                </c:pt>
                <c:pt idx="1768">
                  <c:v>41193</c:v>
                </c:pt>
                <c:pt idx="1769">
                  <c:v>41194</c:v>
                </c:pt>
                <c:pt idx="1770">
                  <c:v>41197</c:v>
                </c:pt>
                <c:pt idx="1771">
                  <c:v>41198</c:v>
                </c:pt>
                <c:pt idx="1772">
                  <c:v>41199</c:v>
                </c:pt>
                <c:pt idx="1773">
                  <c:v>41200</c:v>
                </c:pt>
                <c:pt idx="1774">
                  <c:v>41201</c:v>
                </c:pt>
                <c:pt idx="1775">
                  <c:v>41204</c:v>
                </c:pt>
                <c:pt idx="1776">
                  <c:v>41205</c:v>
                </c:pt>
                <c:pt idx="1777">
                  <c:v>41206</c:v>
                </c:pt>
                <c:pt idx="1778">
                  <c:v>41207</c:v>
                </c:pt>
                <c:pt idx="1779">
                  <c:v>41208</c:v>
                </c:pt>
                <c:pt idx="1780">
                  <c:v>41211</c:v>
                </c:pt>
                <c:pt idx="1781">
                  <c:v>41212</c:v>
                </c:pt>
                <c:pt idx="1782">
                  <c:v>41213</c:v>
                </c:pt>
                <c:pt idx="1783">
                  <c:v>41214</c:v>
                </c:pt>
                <c:pt idx="1784">
                  <c:v>41215</c:v>
                </c:pt>
                <c:pt idx="1785">
                  <c:v>41218</c:v>
                </c:pt>
                <c:pt idx="1786">
                  <c:v>41219</c:v>
                </c:pt>
                <c:pt idx="1787">
                  <c:v>41220</c:v>
                </c:pt>
                <c:pt idx="1788">
                  <c:v>41221</c:v>
                </c:pt>
                <c:pt idx="1789">
                  <c:v>41222</c:v>
                </c:pt>
                <c:pt idx="1790">
                  <c:v>41225</c:v>
                </c:pt>
                <c:pt idx="1791">
                  <c:v>41226</c:v>
                </c:pt>
                <c:pt idx="1792">
                  <c:v>41227</c:v>
                </c:pt>
                <c:pt idx="1793">
                  <c:v>41228</c:v>
                </c:pt>
                <c:pt idx="1794">
                  <c:v>41229</c:v>
                </c:pt>
                <c:pt idx="1795">
                  <c:v>41232</c:v>
                </c:pt>
                <c:pt idx="1796">
                  <c:v>41233</c:v>
                </c:pt>
                <c:pt idx="1797">
                  <c:v>41234</c:v>
                </c:pt>
                <c:pt idx="1798">
                  <c:v>41235</c:v>
                </c:pt>
                <c:pt idx="1799">
                  <c:v>41236</c:v>
                </c:pt>
                <c:pt idx="1800">
                  <c:v>41239</c:v>
                </c:pt>
                <c:pt idx="1801">
                  <c:v>41240</c:v>
                </c:pt>
                <c:pt idx="1802">
                  <c:v>41241</c:v>
                </c:pt>
                <c:pt idx="1803">
                  <c:v>41242</c:v>
                </c:pt>
                <c:pt idx="1804">
                  <c:v>41243</c:v>
                </c:pt>
                <c:pt idx="1805">
                  <c:v>41246</c:v>
                </c:pt>
                <c:pt idx="1806">
                  <c:v>41247</c:v>
                </c:pt>
                <c:pt idx="1807">
                  <c:v>41248</c:v>
                </c:pt>
                <c:pt idx="1808">
                  <c:v>41249</c:v>
                </c:pt>
                <c:pt idx="1809">
                  <c:v>41250</c:v>
                </c:pt>
                <c:pt idx="1810">
                  <c:v>41253</c:v>
                </c:pt>
                <c:pt idx="1811">
                  <c:v>41254</c:v>
                </c:pt>
                <c:pt idx="1812">
                  <c:v>41255</c:v>
                </c:pt>
                <c:pt idx="1813">
                  <c:v>41256</c:v>
                </c:pt>
                <c:pt idx="1814">
                  <c:v>41257</c:v>
                </c:pt>
                <c:pt idx="1815">
                  <c:v>41260</c:v>
                </c:pt>
                <c:pt idx="1816">
                  <c:v>41261</c:v>
                </c:pt>
                <c:pt idx="1817">
                  <c:v>41262</c:v>
                </c:pt>
                <c:pt idx="1818">
                  <c:v>41263</c:v>
                </c:pt>
                <c:pt idx="1819">
                  <c:v>41264</c:v>
                </c:pt>
                <c:pt idx="1820">
                  <c:v>41267</c:v>
                </c:pt>
                <c:pt idx="1821">
                  <c:v>41268</c:v>
                </c:pt>
                <c:pt idx="1822">
                  <c:v>41269</c:v>
                </c:pt>
                <c:pt idx="1823">
                  <c:v>41270</c:v>
                </c:pt>
                <c:pt idx="1824">
                  <c:v>41271</c:v>
                </c:pt>
                <c:pt idx="1825">
                  <c:v>41274</c:v>
                </c:pt>
                <c:pt idx="1826">
                  <c:v>41275</c:v>
                </c:pt>
                <c:pt idx="1827">
                  <c:v>41276</c:v>
                </c:pt>
                <c:pt idx="1828">
                  <c:v>41277</c:v>
                </c:pt>
                <c:pt idx="1829">
                  <c:v>41278</c:v>
                </c:pt>
                <c:pt idx="1830">
                  <c:v>41281</c:v>
                </c:pt>
                <c:pt idx="1831">
                  <c:v>41282</c:v>
                </c:pt>
                <c:pt idx="1832">
                  <c:v>41283</c:v>
                </c:pt>
                <c:pt idx="1833">
                  <c:v>41284</c:v>
                </c:pt>
                <c:pt idx="1834">
                  <c:v>41285</c:v>
                </c:pt>
                <c:pt idx="1835">
                  <c:v>41288</c:v>
                </c:pt>
                <c:pt idx="1836">
                  <c:v>41289</c:v>
                </c:pt>
                <c:pt idx="1837">
                  <c:v>41290</c:v>
                </c:pt>
                <c:pt idx="1838">
                  <c:v>41291</c:v>
                </c:pt>
                <c:pt idx="1839">
                  <c:v>41292</c:v>
                </c:pt>
                <c:pt idx="1840">
                  <c:v>41295</c:v>
                </c:pt>
                <c:pt idx="1841">
                  <c:v>41296</c:v>
                </c:pt>
                <c:pt idx="1842">
                  <c:v>41297</c:v>
                </c:pt>
                <c:pt idx="1843">
                  <c:v>41298</c:v>
                </c:pt>
                <c:pt idx="1844">
                  <c:v>41299</c:v>
                </c:pt>
                <c:pt idx="1845">
                  <c:v>41302</c:v>
                </c:pt>
                <c:pt idx="1846">
                  <c:v>41303</c:v>
                </c:pt>
                <c:pt idx="1847">
                  <c:v>41304</c:v>
                </c:pt>
                <c:pt idx="1848">
                  <c:v>41305</c:v>
                </c:pt>
                <c:pt idx="1849">
                  <c:v>41306</c:v>
                </c:pt>
                <c:pt idx="1850">
                  <c:v>41309</c:v>
                </c:pt>
                <c:pt idx="1851">
                  <c:v>41310</c:v>
                </c:pt>
                <c:pt idx="1852">
                  <c:v>41311</c:v>
                </c:pt>
                <c:pt idx="1853">
                  <c:v>41312</c:v>
                </c:pt>
                <c:pt idx="1854">
                  <c:v>41313</c:v>
                </c:pt>
                <c:pt idx="1855">
                  <c:v>41316</c:v>
                </c:pt>
                <c:pt idx="1856">
                  <c:v>41317</c:v>
                </c:pt>
                <c:pt idx="1857">
                  <c:v>41318</c:v>
                </c:pt>
                <c:pt idx="1858">
                  <c:v>41319</c:v>
                </c:pt>
                <c:pt idx="1859">
                  <c:v>41320</c:v>
                </c:pt>
                <c:pt idx="1860">
                  <c:v>41323</c:v>
                </c:pt>
                <c:pt idx="1861">
                  <c:v>41324</c:v>
                </c:pt>
                <c:pt idx="1862">
                  <c:v>41325</c:v>
                </c:pt>
                <c:pt idx="1863">
                  <c:v>41326</c:v>
                </c:pt>
                <c:pt idx="1864">
                  <c:v>41327</c:v>
                </c:pt>
                <c:pt idx="1865">
                  <c:v>41330</c:v>
                </c:pt>
                <c:pt idx="1866">
                  <c:v>41331</c:v>
                </c:pt>
                <c:pt idx="1867">
                  <c:v>41332</c:v>
                </c:pt>
                <c:pt idx="1868">
                  <c:v>41333</c:v>
                </c:pt>
                <c:pt idx="1869">
                  <c:v>41334</c:v>
                </c:pt>
                <c:pt idx="1870">
                  <c:v>41337</c:v>
                </c:pt>
                <c:pt idx="1871">
                  <c:v>41338</c:v>
                </c:pt>
                <c:pt idx="1872">
                  <c:v>41339</c:v>
                </c:pt>
                <c:pt idx="1873">
                  <c:v>41340</c:v>
                </c:pt>
                <c:pt idx="1874">
                  <c:v>41341</c:v>
                </c:pt>
                <c:pt idx="1875">
                  <c:v>41344</c:v>
                </c:pt>
                <c:pt idx="1876">
                  <c:v>41345</c:v>
                </c:pt>
                <c:pt idx="1877">
                  <c:v>41346</c:v>
                </c:pt>
                <c:pt idx="1878">
                  <c:v>41347</c:v>
                </c:pt>
                <c:pt idx="1879">
                  <c:v>41348</c:v>
                </c:pt>
                <c:pt idx="1880">
                  <c:v>41351</c:v>
                </c:pt>
                <c:pt idx="1881">
                  <c:v>41352</c:v>
                </c:pt>
                <c:pt idx="1882">
                  <c:v>41353</c:v>
                </c:pt>
                <c:pt idx="1883">
                  <c:v>41354</c:v>
                </c:pt>
                <c:pt idx="1884">
                  <c:v>41355</c:v>
                </c:pt>
                <c:pt idx="1885">
                  <c:v>41358</c:v>
                </c:pt>
                <c:pt idx="1886">
                  <c:v>41359</c:v>
                </c:pt>
                <c:pt idx="1887">
                  <c:v>41360</c:v>
                </c:pt>
                <c:pt idx="1888">
                  <c:v>41361</c:v>
                </c:pt>
                <c:pt idx="1889">
                  <c:v>41362</c:v>
                </c:pt>
                <c:pt idx="1890">
                  <c:v>41365</c:v>
                </c:pt>
                <c:pt idx="1891">
                  <c:v>41366</c:v>
                </c:pt>
                <c:pt idx="1892">
                  <c:v>41367</c:v>
                </c:pt>
                <c:pt idx="1893">
                  <c:v>41368</c:v>
                </c:pt>
                <c:pt idx="1894">
                  <c:v>41369</c:v>
                </c:pt>
                <c:pt idx="1895">
                  <c:v>41372</c:v>
                </c:pt>
                <c:pt idx="1896">
                  <c:v>41373</c:v>
                </c:pt>
                <c:pt idx="1897">
                  <c:v>41374</c:v>
                </c:pt>
                <c:pt idx="1898">
                  <c:v>41375</c:v>
                </c:pt>
                <c:pt idx="1899">
                  <c:v>41376</c:v>
                </c:pt>
                <c:pt idx="1900">
                  <c:v>41379</c:v>
                </c:pt>
                <c:pt idx="1901">
                  <c:v>41380</c:v>
                </c:pt>
                <c:pt idx="1902">
                  <c:v>41381</c:v>
                </c:pt>
                <c:pt idx="1903">
                  <c:v>41382</c:v>
                </c:pt>
                <c:pt idx="1904">
                  <c:v>41383</c:v>
                </c:pt>
                <c:pt idx="1905">
                  <c:v>41386</c:v>
                </c:pt>
                <c:pt idx="1906">
                  <c:v>41387</c:v>
                </c:pt>
                <c:pt idx="1907">
                  <c:v>41388</c:v>
                </c:pt>
                <c:pt idx="1908">
                  <c:v>41389</c:v>
                </c:pt>
                <c:pt idx="1909">
                  <c:v>41390</c:v>
                </c:pt>
                <c:pt idx="1910">
                  <c:v>41393</c:v>
                </c:pt>
                <c:pt idx="1911">
                  <c:v>41394</c:v>
                </c:pt>
                <c:pt idx="1912">
                  <c:v>41395</c:v>
                </c:pt>
                <c:pt idx="1913">
                  <c:v>41396</c:v>
                </c:pt>
                <c:pt idx="1914">
                  <c:v>41397</c:v>
                </c:pt>
                <c:pt idx="1915">
                  <c:v>41400</c:v>
                </c:pt>
                <c:pt idx="1916">
                  <c:v>41401</c:v>
                </c:pt>
                <c:pt idx="1917">
                  <c:v>41402</c:v>
                </c:pt>
                <c:pt idx="1918">
                  <c:v>41403</c:v>
                </c:pt>
                <c:pt idx="1919">
                  <c:v>41404</c:v>
                </c:pt>
                <c:pt idx="1920">
                  <c:v>41407</c:v>
                </c:pt>
                <c:pt idx="1921">
                  <c:v>41408</c:v>
                </c:pt>
                <c:pt idx="1922">
                  <c:v>41409</c:v>
                </c:pt>
                <c:pt idx="1923">
                  <c:v>41410</c:v>
                </c:pt>
                <c:pt idx="1924">
                  <c:v>41411</c:v>
                </c:pt>
                <c:pt idx="1925">
                  <c:v>41414</c:v>
                </c:pt>
                <c:pt idx="1926">
                  <c:v>41415</c:v>
                </c:pt>
                <c:pt idx="1927">
                  <c:v>41416</c:v>
                </c:pt>
                <c:pt idx="1928">
                  <c:v>41417</c:v>
                </c:pt>
                <c:pt idx="1929">
                  <c:v>41418</c:v>
                </c:pt>
                <c:pt idx="1930">
                  <c:v>41421</c:v>
                </c:pt>
                <c:pt idx="1931">
                  <c:v>41422</c:v>
                </c:pt>
                <c:pt idx="1932">
                  <c:v>41423</c:v>
                </c:pt>
                <c:pt idx="1933">
                  <c:v>41424</c:v>
                </c:pt>
                <c:pt idx="1934">
                  <c:v>41425</c:v>
                </c:pt>
                <c:pt idx="1935">
                  <c:v>41428</c:v>
                </c:pt>
                <c:pt idx="1936">
                  <c:v>41429</c:v>
                </c:pt>
                <c:pt idx="1937">
                  <c:v>41430</c:v>
                </c:pt>
                <c:pt idx="1938">
                  <c:v>41431</c:v>
                </c:pt>
                <c:pt idx="1939">
                  <c:v>41432</c:v>
                </c:pt>
                <c:pt idx="1940">
                  <c:v>41435</c:v>
                </c:pt>
                <c:pt idx="1941">
                  <c:v>41436</c:v>
                </c:pt>
                <c:pt idx="1942">
                  <c:v>41437</c:v>
                </c:pt>
                <c:pt idx="1943">
                  <c:v>41438</c:v>
                </c:pt>
                <c:pt idx="1944">
                  <c:v>41439</c:v>
                </c:pt>
                <c:pt idx="1945">
                  <c:v>41442</c:v>
                </c:pt>
                <c:pt idx="1946">
                  <c:v>41443</c:v>
                </c:pt>
                <c:pt idx="1947">
                  <c:v>41444</c:v>
                </c:pt>
                <c:pt idx="1948">
                  <c:v>41445</c:v>
                </c:pt>
                <c:pt idx="1949">
                  <c:v>41446</c:v>
                </c:pt>
                <c:pt idx="1950">
                  <c:v>41449</c:v>
                </c:pt>
                <c:pt idx="1951">
                  <c:v>41450</c:v>
                </c:pt>
                <c:pt idx="1952">
                  <c:v>41451</c:v>
                </c:pt>
                <c:pt idx="1953">
                  <c:v>41452</c:v>
                </c:pt>
                <c:pt idx="1954">
                  <c:v>41453</c:v>
                </c:pt>
                <c:pt idx="1955">
                  <c:v>41456</c:v>
                </c:pt>
                <c:pt idx="1956">
                  <c:v>41457</c:v>
                </c:pt>
                <c:pt idx="1957">
                  <c:v>41458</c:v>
                </c:pt>
                <c:pt idx="1958">
                  <c:v>41459</c:v>
                </c:pt>
                <c:pt idx="1959">
                  <c:v>41460</c:v>
                </c:pt>
                <c:pt idx="1960">
                  <c:v>41463</c:v>
                </c:pt>
                <c:pt idx="1961">
                  <c:v>41464</c:v>
                </c:pt>
                <c:pt idx="1962">
                  <c:v>41465</c:v>
                </c:pt>
                <c:pt idx="1963">
                  <c:v>41466</c:v>
                </c:pt>
                <c:pt idx="1964">
                  <c:v>41467</c:v>
                </c:pt>
                <c:pt idx="1965">
                  <c:v>41470</c:v>
                </c:pt>
                <c:pt idx="1966">
                  <c:v>41471</c:v>
                </c:pt>
                <c:pt idx="1967">
                  <c:v>41472</c:v>
                </c:pt>
                <c:pt idx="1968">
                  <c:v>41473</c:v>
                </c:pt>
                <c:pt idx="1969">
                  <c:v>41474</c:v>
                </c:pt>
                <c:pt idx="1970">
                  <c:v>41477</c:v>
                </c:pt>
                <c:pt idx="1971">
                  <c:v>41478</c:v>
                </c:pt>
                <c:pt idx="1972">
                  <c:v>41479</c:v>
                </c:pt>
                <c:pt idx="1973">
                  <c:v>41480</c:v>
                </c:pt>
                <c:pt idx="1974">
                  <c:v>41481</c:v>
                </c:pt>
                <c:pt idx="1975">
                  <c:v>41484</c:v>
                </c:pt>
                <c:pt idx="1976">
                  <c:v>41485</c:v>
                </c:pt>
                <c:pt idx="1977">
                  <c:v>41486</c:v>
                </c:pt>
                <c:pt idx="1978">
                  <c:v>41487</c:v>
                </c:pt>
                <c:pt idx="1979">
                  <c:v>41488</c:v>
                </c:pt>
                <c:pt idx="1980">
                  <c:v>41491</c:v>
                </c:pt>
                <c:pt idx="1981">
                  <c:v>41492</c:v>
                </c:pt>
                <c:pt idx="1982">
                  <c:v>41493</c:v>
                </c:pt>
                <c:pt idx="1983">
                  <c:v>41494</c:v>
                </c:pt>
                <c:pt idx="1984">
                  <c:v>41495</c:v>
                </c:pt>
                <c:pt idx="1985">
                  <c:v>41498</c:v>
                </c:pt>
                <c:pt idx="1986">
                  <c:v>41499</c:v>
                </c:pt>
                <c:pt idx="1987">
                  <c:v>41500</c:v>
                </c:pt>
                <c:pt idx="1988">
                  <c:v>41501</c:v>
                </c:pt>
                <c:pt idx="1989">
                  <c:v>41502</c:v>
                </c:pt>
                <c:pt idx="1990">
                  <c:v>41505</c:v>
                </c:pt>
                <c:pt idx="1991">
                  <c:v>41506</c:v>
                </c:pt>
                <c:pt idx="1992">
                  <c:v>41507</c:v>
                </c:pt>
                <c:pt idx="1993">
                  <c:v>41508</c:v>
                </c:pt>
                <c:pt idx="1994">
                  <c:v>41509</c:v>
                </c:pt>
                <c:pt idx="1995">
                  <c:v>41512</c:v>
                </c:pt>
                <c:pt idx="1996">
                  <c:v>41513</c:v>
                </c:pt>
                <c:pt idx="1997">
                  <c:v>41514</c:v>
                </c:pt>
                <c:pt idx="1998">
                  <c:v>41515</c:v>
                </c:pt>
                <c:pt idx="1999">
                  <c:v>41516</c:v>
                </c:pt>
                <c:pt idx="2000">
                  <c:v>41519</c:v>
                </c:pt>
                <c:pt idx="2001">
                  <c:v>41520</c:v>
                </c:pt>
                <c:pt idx="2002">
                  <c:v>41521</c:v>
                </c:pt>
                <c:pt idx="2003">
                  <c:v>41522</c:v>
                </c:pt>
                <c:pt idx="2004">
                  <c:v>41523</c:v>
                </c:pt>
                <c:pt idx="2005">
                  <c:v>41526</c:v>
                </c:pt>
                <c:pt idx="2006">
                  <c:v>41527</c:v>
                </c:pt>
                <c:pt idx="2007">
                  <c:v>41528</c:v>
                </c:pt>
                <c:pt idx="2008">
                  <c:v>41529</c:v>
                </c:pt>
                <c:pt idx="2009">
                  <c:v>41530</c:v>
                </c:pt>
                <c:pt idx="2010">
                  <c:v>41533</c:v>
                </c:pt>
                <c:pt idx="2011">
                  <c:v>41534</c:v>
                </c:pt>
                <c:pt idx="2012">
                  <c:v>41535</c:v>
                </c:pt>
                <c:pt idx="2013">
                  <c:v>41536</c:v>
                </c:pt>
                <c:pt idx="2014">
                  <c:v>41537</c:v>
                </c:pt>
                <c:pt idx="2015">
                  <c:v>41540</c:v>
                </c:pt>
                <c:pt idx="2016">
                  <c:v>41541</c:v>
                </c:pt>
                <c:pt idx="2017">
                  <c:v>41542</c:v>
                </c:pt>
                <c:pt idx="2018">
                  <c:v>41543</c:v>
                </c:pt>
                <c:pt idx="2019">
                  <c:v>41544</c:v>
                </c:pt>
                <c:pt idx="2020">
                  <c:v>41547</c:v>
                </c:pt>
                <c:pt idx="2021">
                  <c:v>41548</c:v>
                </c:pt>
                <c:pt idx="2022">
                  <c:v>41549</c:v>
                </c:pt>
                <c:pt idx="2023">
                  <c:v>41550</c:v>
                </c:pt>
                <c:pt idx="2024">
                  <c:v>41551</c:v>
                </c:pt>
                <c:pt idx="2025">
                  <c:v>41554</c:v>
                </c:pt>
                <c:pt idx="2026">
                  <c:v>41555</c:v>
                </c:pt>
                <c:pt idx="2027">
                  <c:v>41556</c:v>
                </c:pt>
                <c:pt idx="2028">
                  <c:v>41557</c:v>
                </c:pt>
                <c:pt idx="2029">
                  <c:v>41558</c:v>
                </c:pt>
                <c:pt idx="2030">
                  <c:v>41561</c:v>
                </c:pt>
                <c:pt idx="2031">
                  <c:v>41562</c:v>
                </c:pt>
                <c:pt idx="2032">
                  <c:v>41563</c:v>
                </c:pt>
                <c:pt idx="2033">
                  <c:v>41564</c:v>
                </c:pt>
                <c:pt idx="2034">
                  <c:v>41565</c:v>
                </c:pt>
                <c:pt idx="2035">
                  <c:v>41568</c:v>
                </c:pt>
                <c:pt idx="2036">
                  <c:v>41569</c:v>
                </c:pt>
                <c:pt idx="2037">
                  <c:v>41570</c:v>
                </c:pt>
                <c:pt idx="2038">
                  <c:v>41571</c:v>
                </c:pt>
                <c:pt idx="2039">
                  <c:v>41572</c:v>
                </c:pt>
                <c:pt idx="2040">
                  <c:v>41575</c:v>
                </c:pt>
                <c:pt idx="2041">
                  <c:v>41576</c:v>
                </c:pt>
                <c:pt idx="2042">
                  <c:v>41577</c:v>
                </c:pt>
                <c:pt idx="2043">
                  <c:v>41578</c:v>
                </c:pt>
                <c:pt idx="2044">
                  <c:v>41579</c:v>
                </c:pt>
                <c:pt idx="2045">
                  <c:v>41582</c:v>
                </c:pt>
                <c:pt idx="2046">
                  <c:v>41583</c:v>
                </c:pt>
                <c:pt idx="2047">
                  <c:v>41584</c:v>
                </c:pt>
                <c:pt idx="2048">
                  <c:v>41585</c:v>
                </c:pt>
                <c:pt idx="2049">
                  <c:v>41586</c:v>
                </c:pt>
                <c:pt idx="2050">
                  <c:v>41589</c:v>
                </c:pt>
                <c:pt idx="2051">
                  <c:v>41590</c:v>
                </c:pt>
                <c:pt idx="2052">
                  <c:v>41591</c:v>
                </c:pt>
                <c:pt idx="2053">
                  <c:v>41592</c:v>
                </c:pt>
                <c:pt idx="2054">
                  <c:v>41593</c:v>
                </c:pt>
                <c:pt idx="2055">
                  <c:v>41596</c:v>
                </c:pt>
                <c:pt idx="2056">
                  <c:v>41597</c:v>
                </c:pt>
                <c:pt idx="2057">
                  <c:v>41598</c:v>
                </c:pt>
                <c:pt idx="2058">
                  <c:v>41599</c:v>
                </c:pt>
                <c:pt idx="2059">
                  <c:v>41600</c:v>
                </c:pt>
                <c:pt idx="2060">
                  <c:v>41603</c:v>
                </c:pt>
                <c:pt idx="2061">
                  <c:v>41604</c:v>
                </c:pt>
                <c:pt idx="2062">
                  <c:v>41605</c:v>
                </c:pt>
                <c:pt idx="2063">
                  <c:v>41606</c:v>
                </c:pt>
                <c:pt idx="2064">
                  <c:v>41607</c:v>
                </c:pt>
                <c:pt idx="2065">
                  <c:v>41610</c:v>
                </c:pt>
                <c:pt idx="2066">
                  <c:v>41611</c:v>
                </c:pt>
                <c:pt idx="2067">
                  <c:v>41612</c:v>
                </c:pt>
                <c:pt idx="2068">
                  <c:v>41613</c:v>
                </c:pt>
                <c:pt idx="2069">
                  <c:v>41614</c:v>
                </c:pt>
                <c:pt idx="2070">
                  <c:v>41617</c:v>
                </c:pt>
                <c:pt idx="2071">
                  <c:v>41618</c:v>
                </c:pt>
                <c:pt idx="2072">
                  <c:v>41619</c:v>
                </c:pt>
                <c:pt idx="2073">
                  <c:v>41620</c:v>
                </c:pt>
                <c:pt idx="2074">
                  <c:v>41621</c:v>
                </c:pt>
                <c:pt idx="2075">
                  <c:v>41624</c:v>
                </c:pt>
                <c:pt idx="2076">
                  <c:v>41625</c:v>
                </c:pt>
                <c:pt idx="2077">
                  <c:v>41626</c:v>
                </c:pt>
                <c:pt idx="2078">
                  <c:v>41627</c:v>
                </c:pt>
                <c:pt idx="2079">
                  <c:v>41628</c:v>
                </c:pt>
                <c:pt idx="2080">
                  <c:v>41631</c:v>
                </c:pt>
                <c:pt idx="2081">
                  <c:v>41632</c:v>
                </c:pt>
                <c:pt idx="2082">
                  <c:v>41633</c:v>
                </c:pt>
                <c:pt idx="2083">
                  <c:v>41634</c:v>
                </c:pt>
                <c:pt idx="2084">
                  <c:v>41635</c:v>
                </c:pt>
                <c:pt idx="2085">
                  <c:v>41638</c:v>
                </c:pt>
                <c:pt idx="2086">
                  <c:v>41639</c:v>
                </c:pt>
                <c:pt idx="2087">
                  <c:v>41640</c:v>
                </c:pt>
                <c:pt idx="2088">
                  <c:v>41641</c:v>
                </c:pt>
                <c:pt idx="2089">
                  <c:v>41642</c:v>
                </c:pt>
                <c:pt idx="2090">
                  <c:v>41645</c:v>
                </c:pt>
                <c:pt idx="2091">
                  <c:v>41646</c:v>
                </c:pt>
                <c:pt idx="2092">
                  <c:v>41647</c:v>
                </c:pt>
                <c:pt idx="2093">
                  <c:v>41648</c:v>
                </c:pt>
                <c:pt idx="2094">
                  <c:v>41649</c:v>
                </c:pt>
                <c:pt idx="2095">
                  <c:v>41652</c:v>
                </c:pt>
                <c:pt idx="2096">
                  <c:v>41653</c:v>
                </c:pt>
                <c:pt idx="2097">
                  <c:v>41654</c:v>
                </c:pt>
                <c:pt idx="2098">
                  <c:v>41655</c:v>
                </c:pt>
                <c:pt idx="2099">
                  <c:v>41656</c:v>
                </c:pt>
                <c:pt idx="2100">
                  <c:v>41659</c:v>
                </c:pt>
                <c:pt idx="2101">
                  <c:v>41660</c:v>
                </c:pt>
                <c:pt idx="2102">
                  <c:v>41661</c:v>
                </c:pt>
                <c:pt idx="2103">
                  <c:v>41662</c:v>
                </c:pt>
                <c:pt idx="2104">
                  <c:v>41663</c:v>
                </c:pt>
                <c:pt idx="2105">
                  <c:v>41666</c:v>
                </c:pt>
                <c:pt idx="2106">
                  <c:v>41667</c:v>
                </c:pt>
                <c:pt idx="2107">
                  <c:v>41668</c:v>
                </c:pt>
                <c:pt idx="2108">
                  <c:v>41669</c:v>
                </c:pt>
                <c:pt idx="2109">
                  <c:v>41670</c:v>
                </c:pt>
                <c:pt idx="2110">
                  <c:v>41673</c:v>
                </c:pt>
                <c:pt idx="2111">
                  <c:v>41674</c:v>
                </c:pt>
                <c:pt idx="2112">
                  <c:v>41675</c:v>
                </c:pt>
                <c:pt idx="2113">
                  <c:v>41676</c:v>
                </c:pt>
                <c:pt idx="2114">
                  <c:v>41677</c:v>
                </c:pt>
                <c:pt idx="2115">
                  <c:v>41680</c:v>
                </c:pt>
                <c:pt idx="2116">
                  <c:v>41681</c:v>
                </c:pt>
                <c:pt idx="2117">
                  <c:v>41682</c:v>
                </c:pt>
                <c:pt idx="2118">
                  <c:v>41683</c:v>
                </c:pt>
                <c:pt idx="2119">
                  <c:v>41684</c:v>
                </c:pt>
                <c:pt idx="2120">
                  <c:v>41687</c:v>
                </c:pt>
                <c:pt idx="2121">
                  <c:v>41688</c:v>
                </c:pt>
                <c:pt idx="2122">
                  <c:v>41689</c:v>
                </c:pt>
                <c:pt idx="2123">
                  <c:v>41690</c:v>
                </c:pt>
                <c:pt idx="2124">
                  <c:v>41691</c:v>
                </c:pt>
                <c:pt idx="2125">
                  <c:v>41694</c:v>
                </c:pt>
                <c:pt idx="2126">
                  <c:v>41695</c:v>
                </c:pt>
                <c:pt idx="2127">
                  <c:v>41696</c:v>
                </c:pt>
                <c:pt idx="2128">
                  <c:v>41697</c:v>
                </c:pt>
                <c:pt idx="2129">
                  <c:v>41698</c:v>
                </c:pt>
                <c:pt idx="2130">
                  <c:v>41701</c:v>
                </c:pt>
                <c:pt idx="2131">
                  <c:v>41702</c:v>
                </c:pt>
                <c:pt idx="2132">
                  <c:v>41703</c:v>
                </c:pt>
                <c:pt idx="2133">
                  <c:v>41704</c:v>
                </c:pt>
                <c:pt idx="2134">
                  <c:v>41705</c:v>
                </c:pt>
                <c:pt idx="2135">
                  <c:v>41708</c:v>
                </c:pt>
                <c:pt idx="2136">
                  <c:v>41709</c:v>
                </c:pt>
                <c:pt idx="2137">
                  <c:v>41710</c:v>
                </c:pt>
                <c:pt idx="2138">
                  <c:v>41711</c:v>
                </c:pt>
                <c:pt idx="2139">
                  <c:v>41712</c:v>
                </c:pt>
                <c:pt idx="2140">
                  <c:v>41715</c:v>
                </c:pt>
                <c:pt idx="2141">
                  <c:v>41716</c:v>
                </c:pt>
                <c:pt idx="2142">
                  <c:v>41717</c:v>
                </c:pt>
                <c:pt idx="2143">
                  <c:v>41718</c:v>
                </c:pt>
                <c:pt idx="2144">
                  <c:v>41719</c:v>
                </c:pt>
                <c:pt idx="2145">
                  <c:v>41722</c:v>
                </c:pt>
                <c:pt idx="2146">
                  <c:v>41723</c:v>
                </c:pt>
                <c:pt idx="2147">
                  <c:v>41724</c:v>
                </c:pt>
                <c:pt idx="2148">
                  <c:v>41725</c:v>
                </c:pt>
                <c:pt idx="2149">
                  <c:v>41726</c:v>
                </c:pt>
                <c:pt idx="2150">
                  <c:v>41729</c:v>
                </c:pt>
                <c:pt idx="2151">
                  <c:v>41730</c:v>
                </c:pt>
                <c:pt idx="2152">
                  <c:v>41731</c:v>
                </c:pt>
                <c:pt idx="2153">
                  <c:v>41732</c:v>
                </c:pt>
                <c:pt idx="2154">
                  <c:v>41733</c:v>
                </c:pt>
                <c:pt idx="2155">
                  <c:v>41736</c:v>
                </c:pt>
                <c:pt idx="2156">
                  <c:v>41737</c:v>
                </c:pt>
                <c:pt idx="2157">
                  <c:v>41738</c:v>
                </c:pt>
                <c:pt idx="2158">
                  <c:v>41739</c:v>
                </c:pt>
                <c:pt idx="2159">
                  <c:v>41740</c:v>
                </c:pt>
                <c:pt idx="2160">
                  <c:v>41743</c:v>
                </c:pt>
                <c:pt idx="2161">
                  <c:v>41744</c:v>
                </c:pt>
                <c:pt idx="2162">
                  <c:v>41745</c:v>
                </c:pt>
                <c:pt idx="2163">
                  <c:v>41746</c:v>
                </c:pt>
                <c:pt idx="2164">
                  <c:v>41747</c:v>
                </c:pt>
                <c:pt idx="2165">
                  <c:v>41750</c:v>
                </c:pt>
                <c:pt idx="2166">
                  <c:v>41751</c:v>
                </c:pt>
                <c:pt idx="2167">
                  <c:v>41752</c:v>
                </c:pt>
                <c:pt idx="2168">
                  <c:v>41753</c:v>
                </c:pt>
                <c:pt idx="2169">
                  <c:v>41754</c:v>
                </c:pt>
                <c:pt idx="2170">
                  <c:v>41757</c:v>
                </c:pt>
                <c:pt idx="2171">
                  <c:v>41758</c:v>
                </c:pt>
                <c:pt idx="2172">
                  <c:v>41759</c:v>
                </c:pt>
                <c:pt idx="2173">
                  <c:v>41760</c:v>
                </c:pt>
                <c:pt idx="2174">
                  <c:v>41761</c:v>
                </c:pt>
                <c:pt idx="2175">
                  <c:v>41764</c:v>
                </c:pt>
                <c:pt idx="2176">
                  <c:v>41765</c:v>
                </c:pt>
                <c:pt idx="2177">
                  <c:v>41766</c:v>
                </c:pt>
                <c:pt idx="2178">
                  <c:v>41767</c:v>
                </c:pt>
                <c:pt idx="2179">
                  <c:v>41768</c:v>
                </c:pt>
                <c:pt idx="2180">
                  <c:v>41771</c:v>
                </c:pt>
                <c:pt idx="2181">
                  <c:v>41772</c:v>
                </c:pt>
                <c:pt idx="2182">
                  <c:v>41773</c:v>
                </c:pt>
                <c:pt idx="2183">
                  <c:v>41774</c:v>
                </c:pt>
                <c:pt idx="2184">
                  <c:v>41775</c:v>
                </c:pt>
                <c:pt idx="2185">
                  <c:v>41778</c:v>
                </c:pt>
                <c:pt idx="2186">
                  <c:v>41779</c:v>
                </c:pt>
                <c:pt idx="2187">
                  <c:v>41780</c:v>
                </c:pt>
                <c:pt idx="2188">
                  <c:v>41781</c:v>
                </c:pt>
                <c:pt idx="2189">
                  <c:v>41782</c:v>
                </c:pt>
                <c:pt idx="2190">
                  <c:v>41785</c:v>
                </c:pt>
                <c:pt idx="2191">
                  <c:v>41786</c:v>
                </c:pt>
                <c:pt idx="2192">
                  <c:v>41787</c:v>
                </c:pt>
                <c:pt idx="2193">
                  <c:v>41788</c:v>
                </c:pt>
                <c:pt idx="2194">
                  <c:v>41789</c:v>
                </c:pt>
                <c:pt idx="2195">
                  <c:v>41792</c:v>
                </c:pt>
                <c:pt idx="2196">
                  <c:v>41793</c:v>
                </c:pt>
                <c:pt idx="2197">
                  <c:v>41794</c:v>
                </c:pt>
                <c:pt idx="2198">
                  <c:v>41795</c:v>
                </c:pt>
                <c:pt idx="2199">
                  <c:v>41796</c:v>
                </c:pt>
                <c:pt idx="2200">
                  <c:v>41799</c:v>
                </c:pt>
                <c:pt idx="2201">
                  <c:v>41800</c:v>
                </c:pt>
                <c:pt idx="2202">
                  <c:v>41801</c:v>
                </c:pt>
                <c:pt idx="2203">
                  <c:v>41802</c:v>
                </c:pt>
                <c:pt idx="2204">
                  <c:v>41803</c:v>
                </c:pt>
                <c:pt idx="2205">
                  <c:v>41806</c:v>
                </c:pt>
                <c:pt idx="2206">
                  <c:v>41807</c:v>
                </c:pt>
                <c:pt idx="2207">
                  <c:v>41808</c:v>
                </c:pt>
                <c:pt idx="2208">
                  <c:v>41809</c:v>
                </c:pt>
                <c:pt idx="2209">
                  <c:v>41810</c:v>
                </c:pt>
                <c:pt idx="2210">
                  <c:v>41813</c:v>
                </c:pt>
                <c:pt idx="2211">
                  <c:v>41814</c:v>
                </c:pt>
                <c:pt idx="2212">
                  <c:v>41815</c:v>
                </c:pt>
                <c:pt idx="2213">
                  <c:v>41816</c:v>
                </c:pt>
                <c:pt idx="2214">
                  <c:v>41817</c:v>
                </c:pt>
                <c:pt idx="2215">
                  <c:v>41820</c:v>
                </c:pt>
                <c:pt idx="2216">
                  <c:v>41821</c:v>
                </c:pt>
                <c:pt idx="2217">
                  <c:v>41822</c:v>
                </c:pt>
                <c:pt idx="2218">
                  <c:v>41823</c:v>
                </c:pt>
                <c:pt idx="2219">
                  <c:v>41824</c:v>
                </c:pt>
                <c:pt idx="2220">
                  <c:v>41827</c:v>
                </c:pt>
                <c:pt idx="2221">
                  <c:v>41828</c:v>
                </c:pt>
                <c:pt idx="2222">
                  <c:v>41829</c:v>
                </c:pt>
                <c:pt idx="2223">
                  <c:v>41830</c:v>
                </c:pt>
                <c:pt idx="2224">
                  <c:v>41831</c:v>
                </c:pt>
                <c:pt idx="2225">
                  <c:v>41834</c:v>
                </c:pt>
                <c:pt idx="2226">
                  <c:v>41835</c:v>
                </c:pt>
                <c:pt idx="2227">
                  <c:v>41836</c:v>
                </c:pt>
                <c:pt idx="2228">
                  <c:v>41837</c:v>
                </c:pt>
                <c:pt idx="2229">
                  <c:v>41838</c:v>
                </c:pt>
                <c:pt idx="2230">
                  <c:v>41841</c:v>
                </c:pt>
                <c:pt idx="2231">
                  <c:v>41842</c:v>
                </c:pt>
                <c:pt idx="2232">
                  <c:v>41843</c:v>
                </c:pt>
                <c:pt idx="2233">
                  <c:v>41844</c:v>
                </c:pt>
                <c:pt idx="2234">
                  <c:v>41845</c:v>
                </c:pt>
                <c:pt idx="2235">
                  <c:v>41848</c:v>
                </c:pt>
                <c:pt idx="2236">
                  <c:v>41849</c:v>
                </c:pt>
                <c:pt idx="2237">
                  <c:v>41850</c:v>
                </c:pt>
                <c:pt idx="2238">
                  <c:v>41851</c:v>
                </c:pt>
                <c:pt idx="2239">
                  <c:v>41852</c:v>
                </c:pt>
                <c:pt idx="2240">
                  <c:v>41855</c:v>
                </c:pt>
                <c:pt idx="2241">
                  <c:v>41856</c:v>
                </c:pt>
                <c:pt idx="2242">
                  <c:v>41857</c:v>
                </c:pt>
                <c:pt idx="2243">
                  <c:v>41858</c:v>
                </c:pt>
                <c:pt idx="2244">
                  <c:v>41859</c:v>
                </c:pt>
                <c:pt idx="2245">
                  <c:v>41862</c:v>
                </c:pt>
                <c:pt idx="2246">
                  <c:v>41863</c:v>
                </c:pt>
                <c:pt idx="2247">
                  <c:v>41864</c:v>
                </c:pt>
                <c:pt idx="2248">
                  <c:v>41865</c:v>
                </c:pt>
                <c:pt idx="2249">
                  <c:v>41866</c:v>
                </c:pt>
                <c:pt idx="2250">
                  <c:v>41869</c:v>
                </c:pt>
                <c:pt idx="2251">
                  <c:v>41870</c:v>
                </c:pt>
                <c:pt idx="2252">
                  <c:v>41871</c:v>
                </c:pt>
                <c:pt idx="2253">
                  <c:v>41872</c:v>
                </c:pt>
                <c:pt idx="2254">
                  <c:v>41873</c:v>
                </c:pt>
                <c:pt idx="2255">
                  <c:v>41876</c:v>
                </c:pt>
                <c:pt idx="2256">
                  <c:v>41877</c:v>
                </c:pt>
                <c:pt idx="2257">
                  <c:v>41878</c:v>
                </c:pt>
                <c:pt idx="2258">
                  <c:v>41879</c:v>
                </c:pt>
                <c:pt idx="2259">
                  <c:v>41880</c:v>
                </c:pt>
                <c:pt idx="2260">
                  <c:v>41883</c:v>
                </c:pt>
                <c:pt idx="2261">
                  <c:v>41884</c:v>
                </c:pt>
                <c:pt idx="2262">
                  <c:v>41885</c:v>
                </c:pt>
                <c:pt idx="2263">
                  <c:v>41886</c:v>
                </c:pt>
                <c:pt idx="2264">
                  <c:v>41887</c:v>
                </c:pt>
                <c:pt idx="2265">
                  <c:v>41890</c:v>
                </c:pt>
                <c:pt idx="2266">
                  <c:v>41891</c:v>
                </c:pt>
                <c:pt idx="2267">
                  <c:v>41892</c:v>
                </c:pt>
                <c:pt idx="2268">
                  <c:v>41893</c:v>
                </c:pt>
                <c:pt idx="2269">
                  <c:v>41894</c:v>
                </c:pt>
                <c:pt idx="2270">
                  <c:v>41897</c:v>
                </c:pt>
                <c:pt idx="2271">
                  <c:v>41898</c:v>
                </c:pt>
                <c:pt idx="2272">
                  <c:v>41899</c:v>
                </c:pt>
                <c:pt idx="2273">
                  <c:v>41900</c:v>
                </c:pt>
                <c:pt idx="2274">
                  <c:v>41901</c:v>
                </c:pt>
                <c:pt idx="2275">
                  <c:v>41904</c:v>
                </c:pt>
                <c:pt idx="2276">
                  <c:v>41905</c:v>
                </c:pt>
                <c:pt idx="2277">
                  <c:v>41906</c:v>
                </c:pt>
                <c:pt idx="2278">
                  <c:v>41907</c:v>
                </c:pt>
                <c:pt idx="2279">
                  <c:v>41908</c:v>
                </c:pt>
                <c:pt idx="2280">
                  <c:v>41911</c:v>
                </c:pt>
                <c:pt idx="2281">
                  <c:v>41912</c:v>
                </c:pt>
                <c:pt idx="2282">
                  <c:v>41913</c:v>
                </c:pt>
                <c:pt idx="2283">
                  <c:v>41914</c:v>
                </c:pt>
                <c:pt idx="2284">
                  <c:v>41915</c:v>
                </c:pt>
                <c:pt idx="2285">
                  <c:v>41918</c:v>
                </c:pt>
                <c:pt idx="2286">
                  <c:v>41919</c:v>
                </c:pt>
                <c:pt idx="2287">
                  <c:v>41920</c:v>
                </c:pt>
                <c:pt idx="2288">
                  <c:v>41921</c:v>
                </c:pt>
                <c:pt idx="2289">
                  <c:v>41922</c:v>
                </c:pt>
                <c:pt idx="2290">
                  <c:v>41925</c:v>
                </c:pt>
                <c:pt idx="2291">
                  <c:v>41926</c:v>
                </c:pt>
                <c:pt idx="2292">
                  <c:v>41927</c:v>
                </c:pt>
                <c:pt idx="2293">
                  <c:v>41928</c:v>
                </c:pt>
                <c:pt idx="2294">
                  <c:v>41929</c:v>
                </c:pt>
                <c:pt idx="2295">
                  <c:v>41932</c:v>
                </c:pt>
                <c:pt idx="2296">
                  <c:v>41933</c:v>
                </c:pt>
                <c:pt idx="2297">
                  <c:v>41934</c:v>
                </c:pt>
                <c:pt idx="2298">
                  <c:v>41935</c:v>
                </c:pt>
                <c:pt idx="2299">
                  <c:v>41936</c:v>
                </c:pt>
                <c:pt idx="2300">
                  <c:v>41939</c:v>
                </c:pt>
                <c:pt idx="2301">
                  <c:v>41940</c:v>
                </c:pt>
                <c:pt idx="2302">
                  <c:v>41941</c:v>
                </c:pt>
                <c:pt idx="2303">
                  <c:v>41942</c:v>
                </c:pt>
                <c:pt idx="2304">
                  <c:v>41943</c:v>
                </c:pt>
                <c:pt idx="2305">
                  <c:v>41946</c:v>
                </c:pt>
                <c:pt idx="2306">
                  <c:v>41947</c:v>
                </c:pt>
                <c:pt idx="2307">
                  <c:v>41948</c:v>
                </c:pt>
                <c:pt idx="2308">
                  <c:v>41949</c:v>
                </c:pt>
                <c:pt idx="2309">
                  <c:v>41950</c:v>
                </c:pt>
                <c:pt idx="2310">
                  <c:v>41953</c:v>
                </c:pt>
                <c:pt idx="2311">
                  <c:v>41954</c:v>
                </c:pt>
                <c:pt idx="2312">
                  <c:v>41955</c:v>
                </c:pt>
                <c:pt idx="2313">
                  <c:v>41956</c:v>
                </c:pt>
                <c:pt idx="2314">
                  <c:v>41957</c:v>
                </c:pt>
                <c:pt idx="2315">
                  <c:v>41960</c:v>
                </c:pt>
                <c:pt idx="2316">
                  <c:v>41961</c:v>
                </c:pt>
                <c:pt idx="2317">
                  <c:v>41962</c:v>
                </c:pt>
                <c:pt idx="2318">
                  <c:v>41963</c:v>
                </c:pt>
                <c:pt idx="2319">
                  <c:v>41964</c:v>
                </c:pt>
                <c:pt idx="2320">
                  <c:v>41967</c:v>
                </c:pt>
                <c:pt idx="2321">
                  <c:v>41968</c:v>
                </c:pt>
                <c:pt idx="2322">
                  <c:v>41969</c:v>
                </c:pt>
                <c:pt idx="2323">
                  <c:v>41970</c:v>
                </c:pt>
                <c:pt idx="2324">
                  <c:v>41971</c:v>
                </c:pt>
                <c:pt idx="2325">
                  <c:v>41974</c:v>
                </c:pt>
                <c:pt idx="2326">
                  <c:v>41975</c:v>
                </c:pt>
                <c:pt idx="2327">
                  <c:v>41976</c:v>
                </c:pt>
                <c:pt idx="2328">
                  <c:v>41977</c:v>
                </c:pt>
                <c:pt idx="2329">
                  <c:v>41978</c:v>
                </c:pt>
                <c:pt idx="2330">
                  <c:v>41981</c:v>
                </c:pt>
                <c:pt idx="2331">
                  <c:v>41982</c:v>
                </c:pt>
                <c:pt idx="2332">
                  <c:v>41983</c:v>
                </c:pt>
                <c:pt idx="2333">
                  <c:v>41984</c:v>
                </c:pt>
                <c:pt idx="2334">
                  <c:v>41985</c:v>
                </c:pt>
                <c:pt idx="2335">
                  <c:v>41988</c:v>
                </c:pt>
                <c:pt idx="2336">
                  <c:v>41989</c:v>
                </c:pt>
                <c:pt idx="2337">
                  <c:v>41990</c:v>
                </c:pt>
                <c:pt idx="2338">
                  <c:v>41991</c:v>
                </c:pt>
                <c:pt idx="2339">
                  <c:v>41992</c:v>
                </c:pt>
                <c:pt idx="2340">
                  <c:v>41995</c:v>
                </c:pt>
                <c:pt idx="2341">
                  <c:v>41996</c:v>
                </c:pt>
                <c:pt idx="2342">
                  <c:v>41997</c:v>
                </c:pt>
                <c:pt idx="2343">
                  <c:v>41998</c:v>
                </c:pt>
                <c:pt idx="2344">
                  <c:v>41999</c:v>
                </c:pt>
                <c:pt idx="2345">
                  <c:v>42002</c:v>
                </c:pt>
                <c:pt idx="2346">
                  <c:v>42003</c:v>
                </c:pt>
                <c:pt idx="2347">
                  <c:v>42004</c:v>
                </c:pt>
                <c:pt idx="2348">
                  <c:v>42005</c:v>
                </c:pt>
                <c:pt idx="2349">
                  <c:v>42006</c:v>
                </c:pt>
                <c:pt idx="2350">
                  <c:v>42009</c:v>
                </c:pt>
                <c:pt idx="2351">
                  <c:v>42010</c:v>
                </c:pt>
                <c:pt idx="2352">
                  <c:v>42011</c:v>
                </c:pt>
                <c:pt idx="2353">
                  <c:v>42012</c:v>
                </c:pt>
                <c:pt idx="2354">
                  <c:v>42013</c:v>
                </c:pt>
                <c:pt idx="2355">
                  <c:v>42016</c:v>
                </c:pt>
                <c:pt idx="2356">
                  <c:v>42017</c:v>
                </c:pt>
                <c:pt idx="2357">
                  <c:v>42018</c:v>
                </c:pt>
                <c:pt idx="2358">
                  <c:v>42019</c:v>
                </c:pt>
                <c:pt idx="2359">
                  <c:v>42020</c:v>
                </c:pt>
                <c:pt idx="2360">
                  <c:v>42023</c:v>
                </c:pt>
                <c:pt idx="2361">
                  <c:v>42024</c:v>
                </c:pt>
                <c:pt idx="2362">
                  <c:v>42025</c:v>
                </c:pt>
                <c:pt idx="2363">
                  <c:v>42026</c:v>
                </c:pt>
                <c:pt idx="2364">
                  <c:v>42027</c:v>
                </c:pt>
                <c:pt idx="2365">
                  <c:v>42030</c:v>
                </c:pt>
                <c:pt idx="2366">
                  <c:v>42031</c:v>
                </c:pt>
                <c:pt idx="2367">
                  <c:v>42032</c:v>
                </c:pt>
                <c:pt idx="2368">
                  <c:v>42033</c:v>
                </c:pt>
                <c:pt idx="2369">
                  <c:v>42034</c:v>
                </c:pt>
                <c:pt idx="2370">
                  <c:v>42037</c:v>
                </c:pt>
                <c:pt idx="2371">
                  <c:v>42038</c:v>
                </c:pt>
                <c:pt idx="2372">
                  <c:v>42039</c:v>
                </c:pt>
                <c:pt idx="2373">
                  <c:v>42040</c:v>
                </c:pt>
                <c:pt idx="2374">
                  <c:v>42041</c:v>
                </c:pt>
                <c:pt idx="2375">
                  <c:v>42044</c:v>
                </c:pt>
                <c:pt idx="2376">
                  <c:v>42045</c:v>
                </c:pt>
                <c:pt idx="2377">
                  <c:v>42046</c:v>
                </c:pt>
                <c:pt idx="2378">
                  <c:v>42047</c:v>
                </c:pt>
                <c:pt idx="2379">
                  <c:v>42048</c:v>
                </c:pt>
                <c:pt idx="2380">
                  <c:v>42051</c:v>
                </c:pt>
                <c:pt idx="2381">
                  <c:v>42052</c:v>
                </c:pt>
                <c:pt idx="2382">
                  <c:v>42053</c:v>
                </c:pt>
                <c:pt idx="2383">
                  <c:v>42054</c:v>
                </c:pt>
                <c:pt idx="2384">
                  <c:v>42055</c:v>
                </c:pt>
                <c:pt idx="2385">
                  <c:v>42058</c:v>
                </c:pt>
                <c:pt idx="2386">
                  <c:v>42059</c:v>
                </c:pt>
                <c:pt idx="2387">
                  <c:v>42060</c:v>
                </c:pt>
                <c:pt idx="2388">
                  <c:v>42061</c:v>
                </c:pt>
                <c:pt idx="2389">
                  <c:v>42062</c:v>
                </c:pt>
                <c:pt idx="2390">
                  <c:v>42065</c:v>
                </c:pt>
                <c:pt idx="2391">
                  <c:v>42066</c:v>
                </c:pt>
                <c:pt idx="2392">
                  <c:v>42067</c:v>
                </c:pt>
                <c:pt idx="2393">
                  <c:v>42068</c:v>
                </c:pt>
                <c:pt idx="2394">
                  <c:v>42069</c:v>
                </c:pt>
                <c:pt idx="2395">
                  <c:v>42072</c:v>
                </c:pt>
                <c:pt idx="2396">
                  <c:v>42073</c:v>
                </c:pt>
                <c:pt idx="2397">
                  <c:v>42074</c:v>
                </c:pt>
                <c:pt idx="2398">
                  <c:v>42075</c:v>
                </c:pt>
                <c:pt idx="2399">
                  <c:v>42076</c:v>
                </c:pt>
                <c:pt idx="2400">
                  <c:v>42079</c:v>
                </c:pt>
                <c:pt idx="2401">
                  <c:v>42080</c:v>
                </c:pt>
                <c:pt idx="2402">
                  <c:v>42081</c:v>
                </c:pt>
                <c:pt idx="2403">
                  <c:v>42082</c:v>
                </c:pt>
                <c:pt idx="2404">
                  <c:v>42083</c:v>
                </c:pt>
                <c:pt idx="2405">
                  <c:v>42086</c:v>
                </c:pt>
                <c:pt idx="2406">
                  <c:v>42087</c:v>
                </c:pt>
                <c:pt idx="2407">
                  <c:v>42088</c:v>
                </c:pt>
                <c:pt idx="2408">
                  <c:v>42089</c:v>
                </c:pt>
                <c:pt idx="2409">
                  <c:v>42090</c:v>
                </c:pt>
                <c:pt idx="2410">
                  <c:v>42093</c:v>
                </c:pt>
                <c:pt idx="2411">
                  <c:v>42094</c:v>
                </c:pt>
                <c:pt idx="2412">
                  <c:v>42095</c:v>
                </c:pt>
                <c:pt idx="2413">
                  <c:v>42096</c:v>
                </c:pt>
                <c:pt idx="2414">
                  <c:v>42097</c:v>
                </c:pt>
                <c:pt idx="2415">
                  <c:v>42100</c:v>
                </c:pt>
                <c:pt idx="2416">
                  <c:v>42101</c:v>
                </c:pt>
                <c:pt idx="2417">
                  <c:v>42102</c:v>
                </c:pt>
                <c:pt idx="2418">
                  <c:v>42103</c:v>
                </c:pt>
                <c:pt idx="2419">
                  <c:v>42104</c:v>
                </c:pt>
                <c:pt idx="2420">
                  <c:v>42107</c:v>
                </c:pt>
                <c:pt idx="2421">
                  <c:v>42108</c:v>
                </c:pt>
                <c:pt idx="2422">
                  <c:v>42109</c:v>
                </c:pt>
                <c:pt idx="2423">
                  <c:v>42110</c:v>
                </c:pt>
                <c:pt idx="2424">
                  <c:v>42111</c:v>
                </c:pt>
                <c:pt idx="2425">
                  <c:v>42114</c:v>
                </c:pt>
                <c:pt idx="2426">
                  <c:v>42115</c:v>
                </c:pt>
                <c:pt idx="2427">
                  <c:v>42116</c:v>
                </c:pt>
                <c:pt idx="2428">
                  <c:v>42117</c:v>
                </c:pt>
                <c:pt idx="2429">
                  <c:v>42118</c:v>
                </c:pt>
                <c:pt idx="2430">
                  <c:v>42121</c:v>
                </c:pt>
                <c:pt idx="2431">
                  <c:v>42122</c:v>
                </c:pt>
                <c:pt idx="2432">
                  <c:v>42123</c:v>
                </c:pt>
                <c:pt idx="2433">
                  <c:v>42124</c:v>
                </c:pt>
                <c:pt idx="2434">
                  <c:v>42125</c:v>
                </c:pt>
                <c:pt idx="2435">
                  <c:v>42128</c:v>
                </c:pt>
                <c:pt idx="2436">
                  <c:v>42129</c:v>
                </c:pt>
                <c:pt idx="2437">
                  <c:v>42130</c:v>
                </c:pt>
                <c:pt idx="2438">
                  <c:v>42131</c:v>
                </c:pt>
                <c:pt idx="2439">
                  <c:v>42132</c:v>
                </c:pt>
                <c:pt idx="2440">
                  <c:v>42135</c:v>
                </c:pt>
                <c:pt idx="2441">
                  <c:v>42136</c:v>
                </c:pt>
                <c:pt idx="2442">
                  <c:v>42137</c:v>
                </c:pt>
                <c:pt idx="2443">
                  <c:v>42138</c:v>
                </c:pt>
                <c:pt idx="2444">
                  <c:v>42139</c:v>
                </c:pt>
                <c:pt idx="2445">
                  <c:v>42142</c:v>
                </c:pt>
                <c:pt idx="2446">
                  <c:v>42143</c:v>
                </c:pt>
                <c:pt idx="2447">
                  <c:v>42144</c:v>
                </c:pt>
                <c:pt idx="2448">
                  <c:v>42145</c:v>
                </c:pt>
                <c:pt idx="2449">
                  <c:v>42146</c:v>
                </c:pt>
                <c:pt idx="2450">
                  <c:v>42149</c:v>
                </c:pt>
                <c:pt idx="2451">
                  <c:v>42150</c:v>
                </c:pt>
                <c:pt idx="2452">
                  <c:v>42151</c:v>
                </c:pt>
                <c:pt idx="2453">
                  <c:v>42152</c:v>
                </c:pt>
                <c:pt idx="2454">
                  <c:v>42153</c:v>
                </c:pt>
                <c:pt idx="2455">
                  <c:v>42156</c:v>
                </c:pt>
                <c:pt idx="2456">
                  <c:v>42157</c:v>
                </c:pt>
                <c:pt idx="2457">
                  <c:v>42158</c:v>
                </c:pt>
                <c:pt idx="2458">
                  <c:v>42159</c:v>
                </c:pt>
                <c:pt idx="2459">
                  <c:v>42160</c:v>
                </c:pt>
                <c:pt idx="2460">
                  <c:v>42163</c:v>
                </c:pt>
                <c:pt idx="2461">
                  <c:v>42164</c:v>
                </c:pt>
                <c:pt idx="2462">
                  <c:v>42165</c:v>
                </c:pt>
                <c:pt idx="2463">
                  <c:v>42166</c:v>
                </c:pt>
                <c:pt idx="2464">
                  <c:v>42167</c:v>
                </c:pt>
                <c:pt idx="2465">
                  <c:v>42170</c:v>
                </c:pt>
                <c:pt idx="2466">
                  <c:v>42171</c:v>
                </c:pt>
                <c:pt idx="2467">
                  <c:v>42172</c:v>
                </c:pt>
                <c:pt idx="2468">
                  <c:v>42173</c:v>
                </c:pt>
                <c:pt idx="2469">
                  <c:v>42174</c:v>
                </c:pt>
                <c:pt idx="2470">
                  <c:v>42177</c:v>
                </c:pt>
                <c:pt idx="2471">
                  <c:v>42178</c:v>
                </c:pt>
                <c:pt idx="2472">
                  <c:v>42179</c:v>
                </c:pt>
                <c:pt idx="2473">
                  <c:v>42180</c:v>
                </c:pt>
                <c:pt idx="2474">
                  <c:v>42181</c:v>
                </c:pt>
                <c:pt idx="2475">
                  <c:v>42184</c:v>
                </c:pt>
                <c:pt idx="2476">
                  <c:v>42185</c:v>
                </c:pt>
                <c:pt idx="2477">
                  <c:v>42186</c:v>
                </c:pt>
                <c:pt idx="2478">
                  <c:v>42187</c:v>
                </c:pt>
                <c:pt idx="2479">
                  <c:v>42188</c:v>
                </c:pt>
                <c:pt idx="2480">
                  <c:v>42191</c:v>
                </c:pt>
                <c:pt idx="2481">
                  <c:v>42192</c:v>
                </c:pt>
                <c:pt idx="2482">
                  <c:v>42193</c:v>
                </c:pt>
                <c:pt idx="2483">
                  <c:v>42194</c:v>
                </c:pt>
                <c:pt idx="2484">
                  <c:v>42195</c:v>
                </c:pt>
                <c:pt idx="2485">
                  <c:v>42198</c:v>
                </c:pt>
                <c:pt idx="2486">
                  <c:v>42199</c:v>
                </c:pt>
                <c:pt idx="2487">
                  <c:v>42200</c:v>
                </c:pt>
                <c:pt idx="2488">
                  <c:v>42201</c:v>
                </c:pt>
                <c:pt idx="2489">
                  <c:v>42202</c:v>
                </c:pt>
                <c:pt idx="2490">
                  <c:v>42205</c:v>
                </c:pt>
                <c:pt idx="2491">
                  <c:v>42206</c:v>
                </c:pt>
                <c:pt idx="2492">
                  <c:v>42207</c:v>
                </c:pt>
                <c:pt idx="2493">
                  <c:v>42208</c:v>
                </c:pt>
                <c:pt idx="2494">
                  <c:v>42209</c:v>
                </c:pt>
                <c:pt idx="2495">
                  <c:v>42212</c:v>
                </c:pt>
                <c:pt idx="2496">
                  <c:v>42213</c:v>
                </c:pt>
                <c:pt idx="2497">
                  <c:v>42214</c:v>
                </c:pt>
                <c:pt idx="2498">
                  <c:v>42215</c:v>
                </c:pt>
                <c:pt idx="2499">
                  <c:v>42216</c:v>
                </c:pt>
                <c:pt idx="2500">
                  <c:v>42219</c:v>
                </c:pt>
                <c:pt idx="2501">
                  <c:v>42220</c:v>
                </c:pt>
                <c:pt idx="2502">
                  <c:v>42221</c:v>
                </c:pt>
                <c:pt idx="2503">
                  <c:v>42222</c:v>
                </c:pt>
                <c:pt idx="2504">
                  <c:v>42223</c:v>
                </c:pt>
                <c:pt idx="2505">
                  <c:v>42226</c:v>
                </c:pt>
                <c:pt idx="2506">
                  <c:v>42227</c:v>
                </c:pt>
                <c:pt idx="2507">
                  <c:v>42228</c:v>
                </c:pt>
                <c:pt idx="2508">
                  <c:v>42229</c:v>
                </c:pt>
                <c:pt idx="2509">
                  <c:v>42230</c:v>
                </c:pt>
                <c:pt idx="2510">
                  <c:v>42233</c:v>
                </c:pt>
                <c:pt idx="2511">
                  <c:v>42234</c:v>
                </c:pt>
                <c:pt idx="2512">
                  <c:v>42235</c:v>
                </c:pt>
                <c:pt idx="2513">
                  <c:v>42236</c:v>
                </c:pt>
                <c:pt idx="2514">
                  <c:v>42237</c:v>
                </c:pt>
                <c:pt idx="2515">
                  <c:v>42240</c:v>
                </c:pt>
                <c:pt idx="2516">
                  <c:v>42241</c:v>
                </c:pt>
                <c:pt idx="2517">
                  <c:v>42242</c:v>
                </c:pt>
                <c:pt idx="2518">
                  <c:v>42243</c:v>
                </c:pt>
                <c:pt idx="2519">
                  <c:v>42244</c:v>
                </c:pt>
                <c:pt idx="2520">
                  <c:v>42247</c:v>
                </c:pt>
                <c:pt idx="2521">
                  <c:v>42248</c:v>
                </c:pt>
                <c:pt idx="2522">
                  <c:v>42249</c:v>
                </c:pt>
                <c:pt idx="2523">
                  <c:v>42250</c:v>
                </c:pt>
                <c:pt idx="2524">
                  <c:v>42251</c:v>
                </c:pt>
                <c:pt idx="2525">
                  <c:v>42254</c:v>
                </c:pt>
                <c:pt idx="2526">
                  <c:v>42255</c:v>
                </c:pt>
                <c:pt idx="2527">
                  <c:v>42256</c:v>
                </c:pt>
                <c:pt idx="2528">
                  <c:v>42257</c:v>
                </c:pt>
                <c:pt idx="2529">
                  <c:v>42258</c:v>
                </c:pt>
                <c:pt idx="2530">
                  <c:v>42261</c:v>
                </c:pt>
                <c:pt idx="2531">
                  <c:v>42262</c:v>
                </c:pt>
                <c:pt idx="2532">
                  <c:v>42263</c:v>
                </c:pt>
                <c:pt idx="2533">
                  <c:v>42264</c:v>
                </c:pt>
                <c:pt idx="2534">
                  <c:v>42265</c:v>
                </c:pt>
                <c:pt idx="2535">
                  <c:v>42268</c:v>
                </c:pt>
                <c:pt idx="2536">
                  <c:v>42269</c:v>
                </c:pt>
                <c:pt idx="2537">
                  <c:v>42270</c:v>
                </c:pt>
                <c:pt idx="2538">
                  <c:v>42271</c:v>
                </c:pt>
                <c:pt idx="2539">
                  <c:v>42272</c:v>
                </c:pt>
                <c:pt idx="2540">
                  <c:v>42275</c:v>
                </c:pt>
                <c:pt idx="2541">
                  <c:v>42276</c:v>
                </c:pt>
                <c:pt idx="2542">
                  <c:v>42277</c:v>
                </c:pt>
                <c:pt idx="2543">
                  <c:v>42278</c:v>
                </c:pt>
                <c:pt idx="2544">
                  <c:v>42279</c:v>
                </c:pt>
                <c:pt idx="2545">
                  <c:v>42282</c:v>
                </c:pt>
                <c:pt idx="2546">
                  <c:v>42283</c:v>
                </c:pt>
                <c:pt idx="2547">
                  <c:v>42284</c:v>
                </c:pt>
                <c:pt idx="2548">
                  <c:v>42285</c:v>
                </c:pt>
                <c:pt idx="2549">
                  <c:v>42286</c:v>
                </c:pt>
                <c:pt idx="2550">
                  <c:v>42289</c:v>
                </c:pt>
                <c:pt idx="2551">
                  <c:v>42290</c:v>
                </c:pt>
                <c:pt idx="2552">
                  <c:v>42291</c:v>
                </c:pt>
                <c:pt idx="2553">
                  <c:v>42292</c:v>
                </c:pt>
                <c:pt idx="2554">
                  <c:v>42293</c:v>
                </c:pt>
                <c:pt idx="2555">
                  <c:v>42296</c:v>
                </c:pt>
                <c:pt idx="2556">
                  <c:v>42297</c:v>
                </c:pt>
                <c:pt idx="2557">
                  <c:v>42298</c:v>
                </c:pt>
                <c:pt idx="2558">
                  <c:v>42299</c:v>
                </c:pt>
                <c:pt idx="2559">
                  <c:v>42300</c:v>
                </c:pt>
                <c:pt idx="2560">
                  <c:v>42303</c:v>
                </c:pt>
                <c:pt idx="2561">
                  <c:v>42304</c:v>
                </c:pt>
                <c:pt idx="2562">
                  <c:v>42305</c:v>
                </c:pt>
                <c:pt idx="2563">
                  <c:v>42306</c:v>
                </c:pt>
                <c:pt idx="2564">
                  <c:v>42307</c:v>
                </c:pt>
                <c:pt idx="2565">
                  <c:v>42310</c:v>
                </c:pt>
                <c:pt idx="2566">
                  <c:v>42311</c:v>
                </c:pt>
                <c:pt idx="2567">
                  <c:v>42312</c:v>
                </c:pt>
                <c:pt idx="2568">
                  <c:v>42313</c:v>
                </c:pt>
                <c:pt idx="2569">
                  <c:v>42314</c:v>
                </c:pt>
                <c:pt idx="2570">
                  <c:v>42317</c:v>
                </c:pt>
                <c:pt idx="2571">
                  <c:v>42318</c:v>
                </c:pt>
                <c:pt idx="2572">
                  <c:v>42319</c:v>
                </c:pt>
                <c:pt idx="2573">
                  <c:v>42320</c:v>
                </c:pt>
                <c:pt idx="2574">
                  <c:v>42321</c:v>
                </c:pt>
                <c:pt idx="2575">
                  <c:v>42324</c:v>
                </c:pt>
                <c:pt idx="2576">
                  <c:v>42325</c:v>
                </c:pt>
                <c:pt idx="2577">
                  <c:v>42326</c:v>
                </c:pt>
                <c:pt idx="2578">
                  <c:v>42327</c:v>
                </c:pt>
                <c:pt idx="2579">
                  <c:v>42328</c:v>
                </c:pt>
                <c:pt idx="2580">
                  <c:v>42331</c:v>
                </c:pt>
                <c:pt idx="2581">
                  <c:v>42332</c:v>
                </c:pt>
                <c:pt idx="2582">
                  <c:v>42333</c:v>
                </c:pt>
                <c:pt idx="2583">
                  <c:v>42334</c:v>
                </c:pt>
                <c:pt idx="2584">
                  <c:v>42335</c:v>
                </c:pt>
                <c:pt idx="2585">
                  <c:v>42338</c:v>
                </c:pt>
                <c:pt idx="2586">
                  <c:v>42339</c:v>
                </c:pt>
                <c:pt idx="2587">
                  <c:v>42340</c:v>
                </c:pt>
                <c:pt idx="2588">
                  <c:v>42341</c:v>
                </c:pt>
                <c:pt idx="2589">
                  <c:v>42342</c:v>
                </c:pt>
                <c:pt idx="2590">
                  <c:v>42345</c:v>
                </c:pt>
                <c:pt idx="2591">
                  <c:v>42346</c:v>
                </c:pt>
                <c:pt idx="2592">
                  <c:v>42347</c:v>
                </c:pt>
                <c:pt idx="2593">
                  <c:v>42348</c:v>
                </c:pt>
                <c:pt idx="2594">
                  <c:v>42349</c:v>
                </c:pt>
                <c:pt idx="2595">
                  <c:v>42352</c:v>
                </c:pt>
                <c:pt idx="2596">
                  <c:v>42353</c:v>
                </c:pt>
                <c:pt idx="2597">
                  <c:v>42354</c:v>
                </c:pt>
                <c:pt idx="2598">
                  <c:v>42355</c:v>
                </c:pt>
                <c:pt idx="2599">
                  <c:v>42356</c:v>
                </c:pt>
                <c:pt idx="2600">
                  <c:v>42359</c:v>
                </c:pt>
                <c:pt idx="2601">
                  <c:v>42360</c:v>
                </c:pt>
                <c:pt idx="2602">
                  <c:v>42361</c:v>
                </c:pt>
                <c:pt idx="2603">
                  <c:v>42362</c:v>
                </c:pt>
                <c:pt idx="2604">
                  <c:v>42363</c:v>
                </c:pt>
                <c:pt idx="2605">
                  <c:v>42366</c:v>
                </c:pt>
                <c:pt idx="2606">
                  <c:v>42367</c:v>
                </c:pt>
                <c:pt idx="2607">
                  <c:v>42368</c:v>
                </c:pt>
                <c:pt idx="2608">
                  <c:v>42369</c:v>
                </c:pt>
                <c:pt idx="2609">
                  <c:v>42370</c:v>
                </c:pt>
                <c:pt idx="2610">
                  <c:v>42373</c:v>
                </c:pt>
                <c:pt idx="2611">
                  <c:v>42374</c:v>
                </c:pt>
                <c:pt idx="2612">
                  <c:v>42375</c:v>
                </c:pt>
                <c:pt idx="2613">
                  <c:v>42376</c:v>
                </c:pt>
                <c:pt idx="2614">
                  <c:v>42377</c:v>
                </c:pt>
                <c:pt idx="2615">
                  <c:v>42380</c:v>
                </c:pt>
                <c:pt idx="2616">
                  <c:v>42381</c:v>
                </c:pt>
                <c:pt idx="2617">
                  <c:v>42382</c:v>
                </c:pt>
                <c:pt idx="2618">
                  <c:v>42383</c:v>
                </c:pt>
                <c:pt idx="2619">
                  <c:v>42384</c:v>
                </c:pt>
                <c:pt idx="2620">
                  <c:v>42387</c:v>
                </c:pt>
                <c:pt idx="2621">
                  <c:v>42388</c:v>
                </c:pt>
                <c:pt idx="2622">
                  <c:v>42389</c:v>
                </c:pt>
                <c:pt idx="2623">
                  <c:v>42390</c:v>
                </c:pt>
                <c:pt idx="2624">
                  <c:v>42391</c:v>
                </c:pt>
                <c:pt idx="2625">
                  <c:v>42394</c:v>
                </c:pt>
                <c:pt idx="2626">
                  <c:v>42395</c:v>
                </c:pt>
                <c:pt idx="2627">
                  <c:v>42396</c:v>
                </c:pt>
                <c:pt idx="2628">
                  <c:v>42397</c:v>
                </c:pt>
                <c:pt idx="2629">
                  <c:v>42398</c:v>
                </c:pt>
                <c:pt idx="2630">
                  <c:v>42401</c:v>
                </c:pt>
                <c:pt idx="2631">
                  <c:v>42402</c:v>
                </c:pt>
                <c:pt idx="2632">
                  <c:v>42403</c:v>
                </c:pt>
                <c:pt idx="2633">
                  <c:v>42404</c:v>
                </c:pt>
                <c:pt idx="2634">
                  <c:v>42405</c:v>
                </c:pt>
                <c:pt idx="2635">
                  <c:v>42408</c:v>
                </c:pt>
                <c:pt idx="2636">
                  <c:v>42409</c:v>
                </c:pt>
                <c:pt idx="2637">
                  <c:v>42410</c:v>
                </c:pt>
                <c:pt idx="2638">
                  <c:v>42411</c:v>
                </c:pt>
                <c:pt idx="2639">
                  <c:v>42412</c:v>
                </c:pt>
                <c:pt idx="2640">
                  <c:v>42415</c:v>
                </c:pt>
                <c:pt idx="2641">
                  <c:v>42416</c:v>
                </c:pt>
                <c:pt idx="2642">
                  <c:v>42417</c:v>
                </c:pt>
                <c:pt idx="2643">
                  <c:v>42418</c:v>
                </c:pt>
                <c:pt idx="2644">
                  <c:v>42419</c:v>
                </c:pt>
                <c:pt idx="2645">
                  <c:v>42422</c:v>
                </c:pt>
                <c:pt idx="2646">
                  <c:v>42423</c:v>
                </c:pt>
                <c:pt idx="2647">
                  <c:v>42424</c:v>
                </c:pt>
                <c:pt idx="2648">
                  <c:v>42425</c:v>
                </c:pt>
                <c:pt idx="2649">
                  <c:v>42426</c:v>
                </c:pt>
                <c:pt idx="2650">
                  <c:v>42429</c:v>
                </c:pt>
                <c:pt idx="2651">
                  <c:v>42430</c:v>
                </c:pt>
                <c:pt idx="2652">
                  <c:v>42431</c:v>
                </c:pt>
                <c:pt idx="2653">
                  <c:v>42432</c:v>
                </c:pt>
                <c:pt idx="2654">
                  <c:v>42433</c:v>
                </c:pt>
                <c:pt idx="2655">
                  <c:v>42436</c:v>
                </c:pt>
                <c:pt idx="2656">
                  <c:v>42437</c:v>
                </c:pt>
                <c:pt idx="2657">
                  <c:v>42438</c:v>
                </c:pt>
                <c:pt idx="2658">
                  <c:v>42439</c:v>
                </c:pt>
                <c:pt idx="2659">
                  <c:v>42440</c:v>
                </c:pt>
                <c:pt idx="2660">
                  <c:v>42443</c:v>
                </c:pt>
                <c:pt idx="2661">
                  <c:v>42444</c:v>
                </c:pt>
                <c:pt idx="2662">
                  <c:v>42445</c:v>
                </c:pt>
                <c:pt idx="2663">
                  <c:v>42446</c:v>
                </c:pt>
                <c:pt idx="2664">
                  <c:v>42447</c:v>
                </c:pt>
                <c:pt idx="2665">
                  <c:v>42450</c:v>
                </c:pt>
                <c:pt idx="2666">
                  <c:v>42451</c:v>
                </c:pt>
                <c:pt idx="2667">
                  <c:v>42452</c:v>
                </c:pt>
                <c:pt idx="2668">
                  <c:v>42453</c:v>
                </c:pt>
                <c:pt idx="2669">
                  <c:v>42454</c:v>
                </c:pt>
                <c:pt idx="2670">
                  <c:v>42457</c:v>
                </c:pt>
                <c:pt idx="2671">
                  <c:v>42458</c:v>
                </c:pt>
                <c:pt idx="2672">
                  <c:v>42459</c:v>
                </c:pt>
                <c:pt idx="2673">
                  <c:v>42460</c:v>
                </c:pt>
                <c:pt idx="2674">
                  <c:v>42461</c:v>
                </c:pt>
                <c:pt idx="2675">
                  <c:v>42464</c:v>
                </c:pt>
                <c:pt idx="2676">
                  <c:v>42465</c:v>
                </c:pt>
                <c:pt idx="2677">
                  <c:v>42466</c:v>
                </c:pt>
                <c:pt idx="2678">
                  <c:v>42467</c:v>
                </c:pt>
                <c:pt idx="2679">
                  <c:v>42468</c:v>
                </c:pt>
                <c:pt idx="2680">
                  <c:v>42471</c:v>
                </c:pt>
                <c:pt idx="2681">
                  <c:v>42472</c:v>
                </c:pt>
                <c:pt idx="2682">
                  <c:v>42473</c:v>
                </c:pt>
                <c:pt idx="2683">
                  <c:v>42474</c:v>
                </c:pt>
                <c:pt idx="2684">
                  <c:v>42475</c:v>
                </c:pt>
                <c:pt idx="2685">
                  <c:v>42478</c:v>
                </c:pt>
                <c:pt idx="2686">
                  <c:v>42479</c:v>
                </c:pt>
                <c:pt idx="2687">
                  <c:v>42480</c:v>
                </c:pt>
                <c:pt idx="2688">
                  <c:v>42481</c:v>
                </c:pt>
                <c:pt idx="2689">
                  <c:v>42482</c:v>
                </c:pt>
                <c:pt idx="2690">
                  <c:v>42485</c:v>
                </c:pt>
                <c:pt idx="2691">
                  <c:v>42486</c:v>
                </c:pt>
                <c:pt idx="2692">
                  <c:v>42487</c:v>
                </c:pt>
                <c:pt idx="2693">
                  <c:v>42488</c:v>
                </c:pt>
                <c:pt idx="2694">
                  <c:v>42489</c:v>
                </c:pt>
                <c:pt idx="2695">
                  <c:v>42492</c:v>
                </c:pt>
                <c:pt idx="2696">
                  <c:v>42493</c:v>
                </c:pt>
                <c:pt idx="2697">
                  <c:v>42494</c:v>
                </c:pt>
                <c:pt idx="2698">
                  <c:v>42495</c:v>
                </c:pt>
                <c:pt idx="2699">
                  <c:v>42496</c:v>
                </c:pt>
                <c:pt idx="2700">
                  <c:v>42499</c:v>
                </c:pt>
                <c:pt idx="2701">
                  <c:v>42500</c:v>
                </c:pt>
                <c:pt idx="2702">
                  <c:v>42501</c:v>
                </c:pt>
                <c:pt idx="2703">
                  <c:v>42502</c:v>
                </c:pt>
                <c:pt idx="2704">
                  <c:v>42503</c:v>
                </c:pt>
                <c:pt idx="2705">
                  <c:v>42506</c:v>
                </c:pt>
                <c:pt idx="2706">
                  <c:v>42507</c:v>
                </c:pt>
                <c:pt idx="2707">
                  <c:v>42508</c:v>
                </c:pt>
                <c:pt idx="2708">
                  <c:v>42509</c:v>
                </c:pt>
                <c:pt idx="2709">
                  <c:v>42510</c:v>
                </c:pt>
                <c:pt idx="2710">
                  <c:v>42513</c:v>
                </c:pt>
                <c:pt idx="2711">
                  <c:v>42514</c:v>
                </c:pt>
                <c:pt idx="2712">
                  <c:v>42515</c:v>
                </c:pt>
                <c:pt idx="2713">
                  <c:v>42516</c:v>
                </c:pt>
                <c:pt idx="2714">
                  <c:v>42517</c:v>
                </c:pt>
                <c:pt idx="2715">
                  <c:v>42520</c:v>
                </c:pt>
                <c:pt idx="2716">
                  <c:v>42521</c:v>
                </c:pt>
                <c:pt idx="2717">
                  <c:v>42522</c:v>
                </c:pt>
                <c:pt idx="2718">
                  <c:v>42523</c:v>
                </c:pt>
                <c:pt idx="2719">
                  <c:v>42524</c:v>
                </c:pt>
                <c:pt idx="2720">
                  <c:v>42527</c:v>
                </c:pt>
                <c:pt idx="2721">
                  <c:v>42528</c:v>
                </c:pt>
                <c:pt idx="2722">
                  <c:v>42529</c:v>
                </c:pt>
                <c:pt idx="2723">
                  <c:v>42530</c:v>
                </c:pt>
                <c:pt idx="2724">
                  <c:v>42531</c:v>
                </c:pt>
                <c:pt idx="2725">
                  <c:v>42534</c:v>
                </c:pt>
                <c:pt idx="2726">
                  <c:v>42535</c:v>
                </c:pt>
                <c:pt idx="2727">
                  <c:v>42536</c:v>
                </c:pt>
                <c:pt idx="2728">
                  <c:v>42537</c:v>
                </c:pt>
                <c:pt idx="2729">
                  <c:v>42538</c:v>
                </c:pt>
                <c:pt idx="2730">
                  <c:v>42541</c:v>
                </c:pt>
                <c:pt idx="2731">
                  <c:v>42542</c:v>
                </c:pt>
                <c:pt idx="2732">
                  <c:v>42543</c:v>
                </c:pt>
                <c:pt idx="2733">
                  <c:v>42544</c:v>
                </c:pt>
                <c:pt idx="2734">
                  <c:v>42545</c:v>
                </c:pt>
                <c:pt idx="2735">
                  <c:v>42548</c:v>
                </c:pt>
                <c:pt idx="2736">
                  <c:v>42549</c:v>
                </c:pt>
                <c:pt idx="2737">
                  <c:v>42550</c:v>
                </c:pt>
                <c:pt idx="2738">
                  <c:v>42551</c:v>
                </c:pt>
                <c:pt idx="2739">
                  <c:v>42552</c:v>
                </c:pt>
                <c:pt idx="2740">
                  <c:v>42555</c:v>
                </c:pt>
                <c:pt idx="2741">
                  <c:v>42556</c:v>
                </c:pt>
                <c:pt idx="2742">
                  <c:v>42557</c:v>
                </c:pt>
                <c:pt idx="2743">
                  <c:v>42558</c:v>
                </c:pt>
                <c:pt idx="2744">
                  <c:v>42559</c:v>
                </c:pt>
                <c:pt idx="2745">
                  <c:v>42562</c:v>
                </c:pt>
                <c:pt idx="2746">
                  <c:v>42563</c:v>
                </c:pt>
                <c:pt idx="2747">
                  <c:v>42564</c:v>
                </c:pt>
                <c:pt idx="2748">
                  <c:v>42565</c:v>
                </c:pt>
                <c:pt idx="2749">
                  <c:v>42566</c:v>
                </c:pt>
                <c:pt idx="2750">
                  <c:v>42569</c:v>
                </c:pt>
                <c:pt idx="2751">
                  <c:v>42570</c:v>
                </c:pt>
                <c:pt idx="2752">
                  <c:v>42571</c:v>
                </c:pt>
                <c:pt idx="2753">
                  <c:v>42572</c:v>
                </c:pt>
                <c:pt idx="2754">
                  <c:v>42573</c:v>
                </c:pt>
                <c:pt idx="2755">
                  <c:v>42576</c:v>
                </c:pt>
                <c:pt idx="2756">
                  <c:v>42577</c:v>
                </c:pt>
                <c:pt idx="2757">
                  <c:v>42578</c:v>
                </c:pt>
                <c:pt idx="2758">
                  <c:v>42579</c:v>
                </c:pt>
                <c:pt idx="2759">
                  <c:v>42580</c:v>
                </c:pt>
                <c:pt idx="2760">
                  <c:v>42583</c:v>
                </c:pt>
                <c:pt idx="2761">
                  <c:v>42584</c:v>
                </c:pt>
                <c:pt idx="2762">
                  <c:v>42585</c:v>
                </c:pt>
                <c:pt idx="2763">
                  <c:v>42586</c:v>
                </c:pt>
                <c:pt idx="2764">
                  <c:v>42587</c:v>
                </c:pt>
                <c:pt idx="2765">
                  <c:v>42590</c:v>
                </c:pt>
                <c:pt idx="2766">
                  <c:v>42591</c:v>
                </c:pt>
                <c:pt idx="2767">
                  <c:v>42592</c:v>
                </c:pt>
                <c:pt idx="2768">
                  <c:v>42593</c:v>
                </c:pt>
                <c:pt idx="2769">
                  <c:v>42594</c:v>
                </c:pt>
                <c:pt idx="2770">
                  <c:v>42597</c:v>
                </c:pt>
                <c:pt idx="2771">
                  <c:v>42598</c:v>
                </c:pt>
                <c:pt idx="2772">
                  <c:v>42599</c:v>
                </c:pt>
                <c:pt idx="2773">
                  <c:v>42600</c:v>
                </c:pt>
                <c:pt idx="2774">
                  <c:v>42601</c:v>
                </c:pt>
                <c:pt idx="2775">
                  <c:v>42604</c:v>
                </c:pt>
                <c:pt idx="2776">
                  <c:v>42605</c:v>
                </c:pt>
                <c:pt idx="2777">
                  <c:v>42606</c:v>
                </c:pt>
                <c:pt idx="2778">
                  <c:v>42607</c:v>
                </c:pt>
                <c:pt idx="2779">
                  <c:v>42608</c:v>
                </c:pt>
                <c:pt idx="2780">
                  <c:v>42611</c:v>
                </c:pt>
                <c:pt idx="2781">
                  <c:v>42612</c:v>
                </c:pt>
                <c:pt idx="2782">
                  <c:v>42613</c:v>
                </c:pt>
                <c:pt idx="2783">
                  <c:v>42614</c:v>
                </c:pt>
                <c:pt idx="2784">
                  <c:v>42615</c:v>
                </c:pt>
                <c:pt idx="2785">
                  <c:v>42618</c:v>
                </c:pt>
                <c:pt idx="2786">
                  <c:v>42619</c:v>
                </c:pt>
                <c:pt idx="2787">
                  <c:v>42620</c:v>
                </c:pt>
                <c:pt idx="2788">
                  <c:v>42621</c:v>
                </c:pt>
                <c:pt idx="2789">
                  <c:v>42622</c:v>
                </c:pt>
                <c:pt idx="2790">
                  <c:v>42625</c:v>
                </c:pt>
                <c:pt idx="2791">
                  <c:v>42626</c:v>
                </c:pt>
                <c:pt idx="2792">
                  <c:v>42627</c:v>
                </c:pt>
                <c:pt idx="2793">
                  <c:v>42628</c:v>
                </c:pt>
                <c:pt idx="2794">
                  <c:v>42629</c:v>
                </c:pt>
                <c:pt idx="2795">
                  <c:v>42632</c:v>
                </c:pt>
                <c:pt idx="2796">
                  <c:v>42633</c:v>
                </c:pt>
                <c:pt idx="2797">
                  <c:v>42634</c:v>
                </c:pt>
                <c:pt idx="2798">
                  <c:v>42635</c:v>
                </c:pt>
                <c:pt idx="2799">
                  <c:v>42636</c:v>
                </c:pt>
                <c:pt idx="2800">
                  <c:v>42639</c:v>
                </c:pt>
                <c:pt idx="2801">
                  <c:v>42640</c:v>
                </c:pt>
                <c:pt idx="2802">
                  <c:v>42641</c:v>
                </c:pt>
                <c:pt idx="2803">
                  <c:v>42642</c:v>
                </c:pt>
                <c:pt idx="2804">
                  <c:v>42643</c:v>
                </c:pt>
                <c:pt idx="2805">
                  <c:v>42646</c:v>
                </c:pt>
                <c:pt idx="2806">
                  <c:v>42647</c:v>
                </c:pt>
                <c:pt idx="2807">
                  <c:v>42648</c:v>
                </c:pt>
                <c:pt idx="2808">
                  <c:v>42649</c:v>
                </c:pt>
                <c:pt idx="2809">
                  <c:v>42650</c:v>
                </c:pt>
                <c:pt idx="2810">
                  <c:v>42653</c:v>
                </c:pt>
                <c:pt idx="2811">
                  <c:v>42654</c:v>
                </c:pt>
                <c:pt idx="2812">
                  <c:v>42655</c:v>
                </c:pt>
                <c:pt idx="2813">
                  <c:v>42656</c:v>
                </c:pt>
                <c:pt idx="2814">
                  <c:v>42657</c:v>
                </c:pt>
                <c:pt idx="2815">
                  <c:v>42660</c:v>
                </c:pt>
                <c:pt idx="2816">
                  <c:v>42661</c:v>
                </c:pt>
                <c:pt idx="2817">
                  <c:v>42662</c:v>
                </c:pt>
                <c:pt idx="2818">
                  <c:v>42663</c:v>
                </c:pt>
                <c:pt idx="2819">
                  <c:v>42664</c:v>
                </c:pt>
                <c:pt idx="2820">
                  <c:v>42667</c:v>
                </c:pt>
                <c:pt idx="2821">
                  <c:v>42668</c:v>
                </c:pt>
                <c:pt idx="2822">
                  <c:v>42669</c:v>
                </c:pt>
                <c:pt idx="2823">
                  <c:v>42670</c:v>
                </c:pt>
                <c:pt idx="2824">
                  <c:v>42671</c:v>
                </c:pt>
                <c:pt idx="2825">
                  <c:v>42674</c:v>
                </c:pt>
                <c:pt idx="2826">
                  <c:v>42675</c:v>
                </c:pt>
                <c:pt idx="2827">
                  <c:v>42676</c:v>
                </c:pt>
                <c:pt idx="2828">
                  <c:v>42677</c:v>
                </c:pt>
                <c:pt idx="2829">
                  <c:v>42678</c:v>
                </c:pt>
                <c:pt idx="2830">
                  <c:v>42681</c:v>
                </c:pt>
                <c:pt idx="2831">
                  <c:v>42682</c:v>
                </c:pt>
                <c:pt idx="2832">
                  <c:v>42683</c:v>
                </c:pt>
                <c:pt idx="2833">
                  <c:v>42684</c:v>
                </c:pt>
                <c:pt idx="2834">
                  <c:v>42685</c:v>
                </c:pt>
                <c:pt idx="2835">
                  <c:v>42688</c:v>
                </c:pt>
                <c:pt idx="2836">
                  <c:v>42689</c:v>
                </c:pt>
                <c:pt idx="2837">
                  <c:v>42690</c:v>
                </c:pt>
                <c:pt idx="2838">
                  <c:v>42691</c:v>
                </c:pt>
                <c:pt idx="2839">
                  <c:v>42692</c:v>
                </c:pt>
                <c:pt idx="2840">
                  <c:v>42695</c:v>
                </c:pt>
                <c:pt idx="2841">
                  <c:v>42696</c:v>
                </c:pt>
                <c:pt idx="2842">
                  <c:v>42697</c:v>
                </c:pt>
                <c:pt idx="2843">
                  <c:v>42698</c:v>
                </c:pt>
                <c:pt idx="2844">
                  <c:v>42699</c:v>
                </c:pt>
                <c:pt idx="2845">
                  <c:v>42702</c:v>
                </c:pt>
                <c:pt idx="2846">
                  <c:v>42703</c:v>
                </c:pt>
                <c:pt idx="2847">
                  <c:v>42704</c:v>
                </c:pt>
                <c:pt idx="2848">
                  <c:v>42705</c:v>
                </c:pt>
                <c:pt idx="2849">
                  <c:v>42706</c:v>
                </c:pt>
                <c:pt idx="2850">
                  <c:v>42709</c:v>
                </c:pt>
                <c:pt idx="2851">
                  <c:v>42710</c:v>
                </c:pt>
                <c:pt idx="2852">
                  <c:v>42711</c:v>
                </c:pt>
                <c:pt idx="2853">
                  <c:v>42712</c:v>
                </c:pt>
                <c:pt idx="2854">
                  <c:v>42713</c:v>
                </c:pt>
                <c:pt idx="2855">
                  <c:v>42716</c:v>
                </c:pt>
                <c:pt idx="2856">
                  <c:v>42717</c:v>
                </c:pt>
                <c:pt idx="2857">
                  <c:v>42718</c:v>
                </c:pt>
                <c:pt idx="2858">
                  <c:v>42719</c:v>
                </c:pt>
                <c:pt idx="2859">
                  <c:v>42720</c:v>
                </c:pt>
                <c:pt idx="2860">
                  <c:v>42723</c:v>
                </c:pt>
                <c:pt idx="2861">
                  <c:v>42724</c:v>
                </c:pt>
                <c:pt idx="2862">
                  <c:v>42725</c:v>
                </c:pt>
                <c:pt idx="2863">
                  <c:v>42726</c:v>
                </c:pt>
                <c:pt idx="2864">
                  <c:v>42727</c:v>
                </c:pt>
                <c:pt idx="2865">
                  <c:v>42730</c:v>
                </c:pt>
                <c:pt idx="2866">
                  <c:v>42731</c:v>
                </c:pt>
                <c:pt idx="2867">
                  <c:v>42732</c:v>
                </c:pt>
                <c:pt idx="2868">
                  <c:v>42733</c:v>
                </c:pt>
                <c:pt idx="2869">
                  <c:v>42734</c:v>
                </c:pt>
                <c:pt idx="2870">
                  <c:v>42737</c:v>
                </c:pt>
                <c:pt idx="2871">
                  <c:v>42738</c:v>
                </c:pt>
                <c:pt idx="2872">
                  <c:v>42739</c:v>
                </c:pt>
                <c:pt idx="2873">
                  <c:v>42740</c:v>
                </c:pt>
                <c:pt idx="2874">
                  <c:v>42741</c:v>
                </c:pt>
                <c:pt idx="2875">
                  <c:v>42744</c:v>
                </c:pt>
                <c:pt idx="2876">
                  <c:v>42745</c:v>
                </c:pt>
                <c:pt idx="2877">
                  <c:v>42746</c:v>
                </c:pt>
                <c:pt idx="2878">
                  <c:v>42747</c:v>
                </c:pt>
                <c:pt idx="2879">
                  <c:v>42748</c:v>
                </c:pt>
                <c:pt idx="2880">
                  <c:v>42751</c:v>
                </c:pt>
                <c:pt idx="2881">
                  <c:v>42752</c:v>
                </c:pt>
                <c:pt idx="2882">
                  <c:v>42753</c:v>
                </c:pt>
                <c:pt idx="2883">
                  <c:v>42754</c:v>
                </c:pt>
                <c:pt idx="2884">
                  <c:v>42755</c:v>
                </c:pt>
                <c:pt idx="2885">
                  <c:v>42758</c:v>
                </c:pt>
                <c:pt idx="2886">
                  <c:v>42759</c:v>
                </c:pt>
                <c:pt idx="2887">
                  <c:v>42760</c:v>
                </c:pt>
                <c:pt idx="2888">
                  <c:v>42761</c:v>
                </c:pt>
                <c:pt idx="2889">
                  <c:v>42762</c:v>
                </c:pt>
                <c:pt idx="2890">
                  <c:v>42765</c:v>
                </c:pt>
                <c:pt idx="2891">
                  <c:v>42766</c:v>
                </c:pt>
                <c:pt idx="2892">
                  <c:v>42767</c:v>
                </c:pt>
                <c:pt idx="2893">
                  <c:v>42768</c:v>
                </c:pt>
                <c:pt idx="2894">
                  <c:v>42769</c:v>
                </c:pt>
                <c:pt idx="2895">
                  <c:v>42772</c:v>
                </c:pt>
                <c:pt idx="2896">
                  <c:v>42773</c:v>
                </c:pt>
                <c:pt idx="2897">
                  <c:v>42774</c:v>
                </c:pt>
                <c:pt idx="2898">
                  <c:v>42775</c:v>
                </c:pt>
                <c:pt idx="2899">
                  <c:v>42776</c:v>
                </c:pt>
                <c:pt idx="2900">
                  <c:v>42779</c:v>
                </c:pt>
                <c:pt idx="2901">
                  <c:v>42780</c:v>
                </c:pt>
                <c:pt idx="2902">
                  <c:v>42781</c:v>
                </c:pt>
                <c:pt idx="2903">
                  <c:v>42782</c:v>
                </c:pt>
                <c:pt idx="2904">
                  <c:v>42783</c:v>
                </c:pt>
                <c:pt idx="2905">
                  <c:v>42786</c:v>
                </c:pt>
                <c:pt idx="2906">
                  <c:v>42787</c:v>
                </c:pt>
                <c:pt idx="2907">
                  <c:v>42788</c:v>
                </c:pt>
                <c:pt idx="2908">
                  <c:v>42789</c:v>
                </c:pt>
                <c:pt idx="2909">
                  <c:v>42790</c:v>
                </c:pt>
                <c:pt idx="2910">
                  <c:v>42793</c:v>
                </c:pt>
                <c:pt idx="2911">
                  <c:v>42794</c:v>
                </c:pt>
                <c:pt idx="2912">
                  <c:v>42795</c:v>
                </c:pt>
                <c:pt idx="2913">
                  <c:v>42796</c:v>
                </c:pt>
                <c:pt idx="2914">
                  <c:v>42797</c:v>
                </c:pt>
                <c:pt idx="2915">
                  <c:v>42800</c:v>
                </c:pt>
                <c:pt idx="2916">
                  <c:v>42801</c:v>
                </c:pt>
                <c:pt idx="2917">
                  <c:v>42802</c:v>
                </c:pt>
                <c:pt idx="2918">
                  <c:v>42803</c:v>
                </c:pt>
                <c:pt idx="2919">
                  <c:v>42804</c:v>
                </c:pt>
                <c:pt idx="2920">
                  <c:v>42807</c:v>
                </c:pt>
                <c:pt idx="2921">
                  <c:v>42808</c:v>
                </c:pt>
                <c:pt idx="2922">
                  <c:v>42809</c:v>
                </c:pt>
                <c:pt idx="2923">
                  <c:v>42810</c:v>
                </c:pt>
                <c:pt idx="2924">
                  <c:v>42811</c:v>
                </c:pt>
                <c:pt idx="2925">
                  <c:v>42814</c:v>
                </c:pt>
                <c:pt idx="2926">
                  <c:v>42815</c:v>
                </c:pt>
                <c:pt idx="2927">
                  <c:v>42816</c:v>
                </c:pt>
                <c:pt idx="2928">
                  <c:v>42817</c:v>
                </c:pt>
                <c:pt idx="2929">
                  <c:v>42818</c:v>
                </c:pt>
                <c:pt idx="2930">
                  <c:v>42821</c:v>
                </c:pt>
                <c:pt idx="2931">
                  <c:v>42822</c:v>
                </c:pt>
                <c:pt idx="2932">
                  <c:v>42823</c:v>
                </c:pt>
                <c:pt idx="2933">
                  <c:v>42824</c:v>
                </c:pt>
                <c:pt idx="2934">
                  <c:v>42825</c:v>
                </c:pt>
                <c:pt idx="2935">
                  <c:v>42828</c:v>
                </c:pt>
                <c:pt idx="2936">
                  <c:v>42829</c:v>
                </c:pt>
                <c:pt idx="2937">
                  <c:v>42830</c:v>
                </c:pt>
                <c:pt idx="2938">
                  <c:v>42831</c:v>
                </c:pt>
                <c:pt idx="2939">
                  <c:v>42832</c:v>
                </c:pt>
                <c:pt idx="2940">
                  <c:v>42835</c:v>
                </c:pt>
                <c:pt idx="2941">
                  <c:v>42836</c:v>
                </c:pt>
                <c:pt idx="2942">
                  <c:v>42837</c:v>
                </c:pt>
                <c:pt idx="2943">
                  <c:v>42838</c:v>
                </c:pt>
                <c:pt idx="2944">
                  <c:v>42839</c:v>
                </c:pt>
                <c:pt idx="2945">
                  <c:v>42842</c:v>
                </c:pt>
                <c:pt idx="2946">
                  <c:v>42843</c:v>
                </c:pt>
                <c:pt idx="2947">
                  <c:v>42844</c:v>
                </c:pt>
                <c:pt idx="2948">
                  <c:v>42845</c:v>
                </c:pt>
                <c:pt idx="2949">
                  <c:v>42846</c:v>
                </c:pt>
                <c:pt idx="2950">
                  <c:v>42849</c:v>
                </c:pt>
                <c:pt idx="2951">
                  <c:v>42850</c:v>
                </c:pt>
                <c:pt idx="2952">
                  <c:v>42851</c:v>
                </c:pt>
                <c:pt idx="2953">
                  <c:v>42852</c:v>
                </c:pt>
                <c:pt idx="2954">
                  <c:v>42853</c:v>
                </c:pt>
                <c:pt idx="2955">
                  <c:v>42856</c:v>
                </c:pt>
                <c:pt idx="2956">
                  <c:v>42857</c:v>
                </c:pt>
                <c:pt idx="2957">
                  <c:v>42858</c:v>
                </c:pt>
                <c:pt idx="2958">
                  <c:v>42859</c:v>
                </c:pt>
                <c:pt idx="2959">
                  <c:v>42860</c:v>
                </c:pt>
                <c:pt idx="2960">
                  <c:v>42863</c:v>
                </c:pt>
                <c:pt idx="2961">
                  <c:v>42864</c:v>
                </c:pt>
                <c:pt idx="2962">
                  <c:v>42865</c:v>
                </c:pt>
                <c:pt idx="2963">
                  <c:v>42866</c:v>
                </c:pt>
                <c:pt idx="2964">
                  <c:v>42867</c:v>
                </c:pt>
                <c:pt idx="2965">
                  <c:v>42870</c:v>
                </c:pt>
                <c:pt idx="2966">
                  <c:v>42871</c:v>
                </c:pt>
                <c:pt idx="2967">
                  <c:v>42872</c:v>
                </c:pt>
                <c:pt idx="2968">
                  <c:v>42873</c:v>
                </c:pt>
                <c:pt idx="2969">
                  <c:v>42874</c:v>
                </c:pt>
                <c:pt idx="2970">
                  <c:v>42877</c:v>
                </c:pt>
                <c:pt idx="2971">
                  <c:v>42878</c:v>
                </c:pt>
                <c:pt idx="2972">
                  <c:v>42879</c:v>
                </c:pt>
                <c:pt idx="2973">
                  <c:v>42880</c:v>
                </c:pt>
                <c:pt idx="2974">
                  <c:v>42881</c:v>
                </c:pt>
                <c:pt idx="2975">
                  <c:v>42884</c:v>
                </c:pt>
                <c:pt idx="2976">
                  <c:v>42885</c:v>
                </c:pt>
                <c:pt idx="2977">
                  <c:v>42886</c:v>
                </c:pt>
                <c:pt idx="2978">
                  <c:v>42887</c:v>
                </c:pt>
                <c:pt idx="2979">
                  <c:v>42888</c:v>
                </c:pt>
                <c:pt idx="2980">
                  <c:v>42891</c:v>
                </c:pt>
                <c:pt idx="2981">
                  <c:v>42892</c:v>
                </c:pt>
                <c:pt idx="2982">
                  <c:v>42893</c:v>
                </c:pt>
                <c:pt idx="2983">
                  <c:v>42894</c:v>
                </c:pt>
                <c:pt idx="2984">
                  <c:v>42895</c:v>
                </c:pt>
                <c:pt idx="2985">
                  <c:v>42898</c:v>
                </c:pt>
                <c:pt idx="2986">
                  <c:v>42899</c:v>
                </c:pt>
                <c:pt idx="2987">
                  <c:v>42900</c:v>
                </c:pt>
                <c:pt idx="2988">
                  <c:v>42901</c:v>
                </c:pt>
                <c:pt idx="2989">
                  <c:v>42902</c:v>
                </c:pt>
                <c:pt idx="2990">
                  <c:v>42905</c:v>
                </c:pt>
                <c:pt idx="2991">
                  <c:v>42906</c:v>
                </c:pt>
                <c:pt idx="2992">
                  <c:v>42907</c:v>
                </c:pt>
                <c:pt idx="2993">
                  <c:v>42908</c:v>
                </c:pt>
                <c:pt idx="2994">
                  <c:v>42909</c:v>
                </c:pt>
                <c:pt idx="2995">
                  <c:v>42912</c:v>
                </c:pt>
                <c:pt idx="2996">
                  <c:v>42913</c:v>
                </c:pt>
                <c:pt idx="2997">
                  <c:v>42914</c:v>
                </c:pt>
                <c:pt idx="2998">
                  <c:v>42915</c:v>
                </c:pt>
                <c:pt idx="2999">
                  <c:v>42916</c:v>
                </c:pt>
                <c:pt idx="3000">
                  <c:v>42919</c:v>
                </c:pt>
                <c:pt idx="3001">
                  <c:v>42920</c:v>
                </c:pt>
                <c:pt idx="3002">
                  <c:v>42921</c:v>
                </c:pt>
                <c:pt idx="3003">
                  <c:v>42922</c:v>
                </c:pt>
                <c:pt idx="3004">
                  <c:v>42923</c:v>
                </c:pt>
                <c:pt idx="3005">
                  <c:v>42926</c:v>
                </c:pt>
                <c:pt idx="3006">
                  <c:v>42927</c:v>
                </c:pt>
                <c:pt idx="3007">
                  <c:v>42928</c:v>
                </c:pt>
                <c:pt idx="3008">
                  <c:v>42929</c:v>
                </c:pt>
                <c:pt idx="3009">
                  <c:v>42930</c:v>
                </c:pt>
                <c:pt idx="3010">
                  <c:v>42933</c:v>
                </c:pt>
                <c:pt idx="3011">
                  <c:v>42934</c:v>
                </c:pt>
                <c:pt idx="3012">
                  <c:v>42935</c:v>
                </c:pt>
                <c:pt idx="3013">
                  <c:v>42936</c:v>
                </c:pt>
                <c:pt idx="3014">
                  <c:v>42937</c:v>
                </c:pt>
                <c:pt idx="3015">
                  <c:v>42940</c:v>
                </c:pt>
                <c:pt idx="3016">
                  <c:v>42941</c:v>
                </c:pt>
                <c:pt idx="3017">
                  <c:v>42942</c:v>
                </c:pt>
                <c:pt idx="3018">
                  <c:v>42943</c:v>
                </c:pt>
                <c:pt idx="3019">
                  <c:v>42944</c:v>
                </c:pt>
                <c:pt idx="3020">
                  <c:v>42947</c:v>
                </c:pt>
                <c:pt idx="3021">
                  <c:v>42948</c:v>
                </c:pt>
                <c:pt idx="3022">
                  <c:v>42949</c:v>
                </c:pt>
                <c:pt idx="3023">
                  <c:v>42950</c:v>
                </c:pt>
                <c:pt idx="3024">
                  <c:v>42951</c:v>
                </c:pt>
                <c:pt idx="3025">
                  <c:v>42954</c:v>
                </c:pt>
                <c:pt idx="3026">
                  <c:v>42955</c:v>
                </c:pt>
                <c:pt idx="3027">
                  <c:v>42956</c:v>
                </c:pt>
                <c:pt idx="3028">
                  <c:v>42957</c:v>
                </c:pt>
                <c:pt idx="3029">
                  <c:v>42958</c:v>
                </c:pt>
                <c:pt idx="3030">
                  <c:v>42961</c:v>
                </c:pt>
                <c:pt idx="3031">
                  <c:v>42962</c:v>
                </c:pt>
                <c:pt idx="3032">
                  <c:v>42963</c:v>
                </c:pt>
                <c:pt idx="3033">
                  <c:v>42964</c:v>
                </c:pt>
                <c:pt idx="3034">
                  <c:v>42965</c:v>
                </c:pt>
                <c:pt idx="3035">
                  <c:v>42968</c:v>
                </c:pt>
                <c:pt idx="3036">
                  <c:v>42969</c:v>
                </c:pt>
                <c:pt idx="3037">
                  <c:v>42970</c:v>
                </c:pt>
                <c:pt idx="3038">
                  <c:v>42971</c:v>
                </c:pt>
                <c:pt idx="3039">
                  <c:v>42972</c:v>
                </c:pt>
                <c:pt idx="3040">
                  <c:v>42975</c:v>
                </c:pt>
                <c:pt idx="3041">
                  <c:v>42976</c:v>
                </c:pt>
                <c:pt idx="3042">
                  <c:v>42977</c:v>
                </c:pt>
                <c:pt idx="3043">
                  <c:v>42978</c:v>
                </c:pt>
                <c:pt idx="3044">
                  <c:v>42979</c:v>
                </c:pt>
                <c:pt idx="3045">
                  <c:v>42982</c:v>
                </c:pt>
                <c:pt idx="3046">
                  <c:v>42983</c:v>
                </c:pt>
                <c:pt idx="3047">
                  <c:v>42984</c:v>
                </c:pt>
                <c:pt idx="3048">
                  <c:v>42985</c:v>
                </c:pt>
                <c:pt idx="3049">
                  <c:v>42986</c:v>
                </c:pt>
                <c:pt idx="3050">
                  <c:v>42989</c:v>
                </c:pt>
                <c:pt idx="3051">
                  <c:v>42990</c:v>
                </c:pt>
                <c:pt idx="3052">
                  <c:v>42991</c:v>
                </c:pt>
                <c:pt idx="3053">
                  <c:v>42992</c:v>
                </c:pt>
                <c:pt idx="3054">
                  <c:v>42993</c:v>
                </c:pt>
                <c:pt idx="3055">
                  <c:v>42996</c:v>
                </c:pt>
                <c:pt idx="3056">
                  <c:v>42997</c:v>
                </c:pt>
                <c:pt idx="3057">
                  <c:v>42998</c:v>
                </c:pt>
                <c:pt idx="3058">
                  <c:v>42999</c:v>
                </c:pt>
                <c:pt idx="3059">
                  <c:v>43000</c:v>
                </c:pt>
                <c:pt idx="3060">
                  <c:v>43003</c:v>
                </c:pt>
                <c:pt idx="3061">
                  <c:v>43004</c:v>
                </c:pt>
                <c:pt idx="3062">
                  <c:v>43005</c:v>
                </c:pt>
                <c:pt idx="3063">
                  <c:v>43006</c:v>
                </c:pt>
                <c:pt idx="3064">
                  <c:v>43007</c:v>
                </c:pt>
                <c:pt idx="3065">
                  <c:v>43010</c:v>
                </c:pt>
                <c:pt idx="3066">
                  <c:v>43011</c:v>
                </c:pt>
                <c:pt idx="3067">
                  <c:v>43012</c:v>
                </c:pt>
                <c:pt idx="3068">
                  <c:v>43013</c:v>
                </c:pt>
                <c:pt idx="3069">
                  <c:v>43014</c:v>
                </c:pt>
                <c:pt idx="3070">
                  <c:v>43017</c:v>
                </c:pt>
                <c:pt idx="3071">
                  <c:v>43018</c:v>
                </c:pt>
                <c:pt idx="3072">
                  <c:v>43019</c:v>
                </c:pt>
                <c:pt idx="3073">
                  <c:v>43020</c:v>
                </c:pt>
                <c:pt idx="3074">
                  <c:v>43021</c:v>
                </c:pt>
                <c:pt idx="3075">
                  <c:v>43024</c:v>
                </c:pt>
                <c:pt idx="3076">
                  <c:v>43025</c:v>
                </c:pt>
                <c:pt idx="3077">
                  <c:v>43026</c:v>
                </c:pt>
                <c:pt idx="3078">
                  <c:v>43027</c:v>
                </c:pt>
                <c:pt idx="3079">
                  <c:v>43028</c:v>
                </c:pt>
                <c:pt idx="3080">
                  <c:v>43031</c:v>
                </c:pt>
                <c:pt idx="3081">
                  <c:v>43032</c:v>
                </c:pt>
                <c:pt idx="3082">
                  <c:v>43033</c:v>
                </c:pt>
                <c:pt idx="3083">
                  <c:v>43034</c:v>
                </c:pt>
                <c:pt idx="3084">
                  <c:v>43035</c:v>
                </c:pt>
                <c:pt idx="3085">
                  <c:v>43038</c:v>
                </c:pt>
                <c:pt idx="3086">
                  <c:v>43039</c:v>
                </c:pt>
                <c:pt idx="3087">
                  <c:v>43040</c:v>
                </c:pt>
                <c:pt idx="3088">
                  <c:v>43041</c:v>
                </c:pt>
                <c:pt idx="3089">
                  <c:v>43042</c:v>
                </c:pt>
                <c:pt idx="3090">
                  <c:v>43045</c:v>
                </c:pt>
                <c:pt idx="3091">
                  <c:v>43046</c:v>
                </c:pt>
                <c:pt idx="3092">
                  <c:v>43047</c:v>
                </c:pt>
                <c:pt idx="3093">
                  <c:v>43048</c:v>
                </c:pt>
                <c:pt idx="3094">
                  <c:v>43049</c:v>
                </c:pt>
                <c:pt idx="3095">
                  <c:v>43052</c:v>
                </c:pt>
                <c:pt idx="3096">
                  <c:v>43053</c:v>
                </c:pt>
                <c:pt idx="3097">
                  <c:v>43054</c:v>
                </c:pt>
                <c:pt idx="3098">
                  <c:v>43055</c:v>
                </c:pt>
                <c:pt idx="3099">
                  <c:v>43056</c:v>
                </c:pt>
                <c:pt idx="3100">
                  <c:v>43059</c:v>
                </c:pt>
                <c:pt idx="3101">
                  <c:v>43060</c:v>
                </c:pt>
                <c:pt idx="3102">
                  <c:v>43061</c:v>
                </c:pt>
                <c:pt idx="3103">
                  <c:v>43062</c:v>
                </c:pt>
                <c:pt idx="3104">
                  <c:v>43063</c:v>
                </c:pt>
                <c:pt idx="3105">
                  <c:v>43066</c:v>
                </c:pt>
                <c:pt idx="3106">
                  <c:v>43067</c:v>
                </c:pt>
                <c:pt idx="3107">
                  <c:v>43068</c:v>
                </c:pt>
                <c:pt idx="3108">
                  <c:v>43069</c:v>
                </c:pt>
                <c:pt idx="3109">
                  <c:v>43070</c:v>
                </c:pt>
                <c:pt idx="3110">
                  <c:v>43073</c:v>
                </c:pt>
                <c:pt idx="3111">
                  <c:v>43074</c:v>
                </c:pt>
                <c:pt idx="3112">
                  <c:v>43075</c:v>
                </c:pt>
                <c:pt idx="3113">
                  <c:v>43076</c:v>
                </c:pt>
                <c:pt idx="3114">
                  <c:v>43077</c:v>
                </c:pt>
                <c:pt idx="3115">
                  <c:v>43080</c:v>
                </c:pt>
                <c:pt idx="3116">
                  <c:v>43081</c:v>
                </c:pt>
                <c:pt idx="3117">
                  <c:v>43082</c:v>
                </c:pt>
                <c:pt idx="3118">
                  <c:v>43083</c:v>
                </c:pt>
                <c:pt idx="3119">
                  <c:v>43084</c:v>
                </c:pt>
                <c:pt idx="3120">
                  <c:v>43087</c:v>
                </c:pt>
                <c:pt idx="3121">
                  <c:v>43088</c:v>
                </c:pt>
                <c:pt idx="3122">
                  <c:v>43089</c:v>
                </c:pt>
                <c:pt idx="3123">
                  <c:v>43090</c:v>
                </c:pt>
                <c:pt idx="3124">
                  <c:v>43091</c:v>
                </c:pt>
                <c:pt idx="3125">
                  <c:v>43094</c:v>
                </c:pt>
                <c:pt idx="3126">
                  <c:v>43095</c:v>
                </c:pt>
                <c:pt idx="3127">
                  <c:v>43096</c:v>
                </c:pt>
                <c:pt idx="3128">
                  <c:v>43097</c:v>
                </c:pt>
                <c:pt idx="3129">
                  <c:v>43098</c:v>
                </c:pt>
                <c:pt idx="3130">
                  <c:v>43101</c:v>
                </c:pt>
                <c:pt idx="3131">
                  <c:v>43102</c:v>
                </c:pt>
                <c:pt idx="3132">
                  <c:v>43103</c:v>
                </c:pt>
                <c:pt idx="3133">
                  <c:v>43104</c:v>
                </c:pt>
                <c:pt idx="3134">
                  <c:v>43105</c:v>
                </c:pt>
                <c:pt idx="3135">
                  <c:v>43108</c:v>
                </c:pt>
                <c:pt idx="3136">
                  <c:v>43109</c:v>
                </c:pt>
                <c:pt idx="3137">
                  <c:v>43110</c:v>
                </c:pt>
                <c:pt idx="3138">
                  <c:v>43111</c:v>
                </c:pt>
                <c:pt idx="3139">
                  <c:v>43112</c:v>
                </c:pt>
                <c:pt idx="3140">
                  <c:v>43115</c:v>
                </c:pt>
                <c:pt idx="3141">
                  <c:v>43116</c:v>
                </c:pt>
                <c:pt idx="3142">
                  <c:v>43117</c:v>
                </c:pt>
                <c:pt idx="3143">
                  <c:v>43118</c:v>
                </c:pt>
                <c:pt idx="3144">
                  <c:v>43119</c:v>
                </c:pt>
                <c:pt idx="3145">
                  <c:v>43122</c:v>
                </c:pt>
                <c:pt idx="3146">
                  <c:v>43123</c:v>
                </c:pt>
                <c:pt idx="3147">
                  <c:v>43124</c:v>
                </c:pt>
                <c:pt idx="3148">
                  <c:v>43125</c:v>
                </c:pt>
                <c:pt idx="3149">
                  <c:v>43126</c:v>
                </c:pt>
                <c:pt idx="3150">
                  <c:v>43129</c:v>
                </c:pt>
                <c:pt idx="3151">
                  <c:v>43130</c:v>
                </c:pt>
                <c:pt idx="3152">
                  <c:v>43131</c:v>
                </c:pt>
                <c:pt idx="3153">
                  <c:v>43132</c:v>
                </c:pt>
                <c:pt idx="3154">
                  <c:v>43133</c:v>
                </c:pt>
                <c:pt idx="3155">
                  <c:v>43136</c:v>
                </c:pt>
                <c:pt idx="3156">
                  <c:v>43137</c:v>
                </c:pt>
                <c:pt idx="3157">
                  <c:v>43138</c:v>
                </c:pt>
                <c:pt idx="3158">
                  <c:v>43139</c:v>
                </c:pt>
                <c:pt idx="3159">
                  <c:v>43140</c:v>
                </c:pt>
                <c:pt idx="3160">
                  <c:v>43143</c:v>
                </c:pt>
                <c:pt idx="3161">
                  <c:v>43144</c:v>
                </c:pt>
                <c:pt idx="3162">
                  <c:v>43145</c:v>
                </c:pt>
                <c:pt idx="3163">
                  <c:v>43146</c:v>
                </c:pt>
                <c:pt idx="3164">
                  <c:v>43147</c:v>
                </c:pt>
                <c:pt idx="3165">
                  <c:v>43150</c:v>
                </c:pt>
                <c:pt idx="3166">
                  <c:v>43151</c:v>
                </c:pt>
                <c:pt idx="3167">
                  <c:v>43152</c:v>
                </c:pt>
                <c:pt idx="3168">
                  <c:v>43153</c:v>
                </c:pt>
                <c:pt idx="3169">
                  <c:v>43154</c:v>
                </c:pt>
                <c:pt idx="3170">
                  <c:v>43157</c:v>
                </c:pt>
                <c:pt idx="3171">
                  <c:v>43158</c:v>
                </c:pt>
                <c:pt idx="3172">
                  <c:v>43159</c:v>
                </c:pt>
                <c:pt idx="3173">
                  <c:v>43160</c:v>
                </c:pt>
                <c:pt idx="3174">
                  <c:v>43161</c:v>
                </c:pt>
                <c:pt idx="3175">
                  <c:v>43164</c:v>
                </c:pt>
                <c:pt idx="3176">
                  <c:v>43165</c:v>
                </c:pt>
                <c:pt idx="3177">
                  <c:v>43166</c:v>
                </c:pt>
                <c:pt idx="3178">
                  <c:v>43167</c:v>
                </c:pt>
                <c:pt idx="3179">
                  <c:v>43168</c:v>
                </c:pt>
                <c:pt idx="3180">
                  <c:v>43171</c:v>
                </c:pt>
                <c:pt idx="3181">
                  <c:v>43172</c:v>
                </c:pt>
                <c:pt idx="3182">
                  <c:v>43173</c:v>
                </c:pt>
                <c:pt idx="3183">
                  <c:v>43174</c:v>
                </c:pt>
                <c:pt idx="3184">
                  <c:v>43175</c:v>
                </c:pt>
                <c:pt idx="3185">
                  <c:v>43178</c:v>
                </c:pt>
                <c:pt idx="3186">
                  <c:v>43179</c:v>
                </c:pt>
                <c:pt idx="3187">
                  <c:v>43180</c:v>
                </c:pt>
                <c:pt idx="3188">
                  <c:v>43181</c:v>
                </c:pt>
                <c:pt idx="3189">
                  <c:v>43182</c:v>
                </c:pt>
                <c:pt idx="3190">
                  <c:v>43185</c:v>
                </c:pt>
                <c:pt idx="3191">
                  <c:v>43186</c:v>
                </c:pt>
                <c:pt idx="3192">
                  <c:v>43187</c:v>
                </c:pt>
                <c:pt idx="3193">
                  <c:v>43188</c:v>
                </c:pt>
                <c:pt idx="3194">
                  <c:v>43189</c:v>
                </c:pt>
                <c:pt idx="3195">
                  <c:v>43192</c:v>
                </c:pt>
                <c:pt idx="3196">
                  <c:v>43193</c:v>
                </c:pt>
                <c:pt idx="3197">
                  <c:v>43194</c:v>
                </c:pt>
                <c:pt idx="3198">
                  <c:v>43195</c:v>
                </c:pt>
                <c:pt idx="3199">
                  <c:v>43196</c:v>
                </c:pt>
                <c:pt idx="3200">
                  <c:v>43199</c:v>
                </c:pt>
                <c:pt idx="3201">
                  <c:v>43200</c:v>
                </c:pt>
                <c:pt idx="3202">
                  <c:v>43201</c:v>
                </c:pt>
                <c:pt idx="3203">
                  <c:v>43202</c:v>
                </c:pt>
                <c:pt idx="3204">
                  <c:v>43203</c:v>
                </c:pt>
                <c:pt idx="3205">
                  <c:v>43206</c:v>
                </c:pt>
                <c:pt idx="3206">
                  <c:v>43207</c:v>
                </c:pt>
                <c:pt idx="3207">
                  <c:v>43208</c:v>
                </c:pt>
                <c:pt idx="3208">
                  <c:v>43209</c:v>
                </c:pt>
                <c:pt idx="3209">
                  <c:v>43210</c:v>
                </c:pt>
                <c:pt idx="3210">
                  <c:v>43213</c:v>
                </c:pt>
                <c:pt idx="3211">
                  <c:v>43214</c:v>
                </c:pt>
                <c:pt idx="3212">
                  <c:v>43215</c:v>
                </c:pt>
                <c:pt idx="3213">
                  <c:v>43216</c:v>
                </c:pt>
                <c:pt idx="3214">
                  <c:v>43217</c:v>
                </c:pt>
                <c:pt idx="3215">
                  <c:v>43220</c:v>
                </c:pt>
                <c:pt idx="3216">
                  <c:v>43221</c:v>
                </c:pt>
                <c:pt idx="3217">
                  <c:v>43222</c:v>
                </c:pt>
                <c:pt idx="3218">
                  <c:v>43223</c:v>
                </c:pt>
                <c:pt idx="3219">
                  <c:v>43224</c:v>
                </c:pt>
                <c:pt idx="3220">
                  <c:v>43227</c:v>
                </c:pt>
                <c:pt idx="3221">
                  <c:v>43228</c:v>
                </c:pt>
                <c:pt idx="3222">
                  <c:v>43229</c:v>
                </c:pt>
                <c:pt idx="3223">
                  <c:v>43230</c:v>
                </c:pt>
                <c:pt idx="3224">
                  <c:v>43231</c:v>
                </c:pt>
                <c:pt idx="3225">
                  <c:v>43234</c:v>
                </c:pt>
                <c:pt idx="3226">
                  <c:v>43235</c:v>
                </c:pt>
                <c:pt idx="3227">
                  <c:v>43236</c:v>
                </c:pt>
                <c:pt idx="3228">
                  <c:v>43237</c:v>
                </c:pt>
                <c:pt idx="3229">
                  <c:v>43238</c:v>
                </c:pt>
                <c:pt idx="3230">
                  <c:v>43241</c:v>
                </c:pt>
                <c:pt idx="3231">
                  <c:v>43242</c:v>
                </c:pt>
                <c:pt idx="3232">
                  <c:v>43243</c:v>
                </c:pt>
                <c:pt idx="3233">
                  <c:v>43244</c:v>
                </c:pt>
                <c:pt idx="3234">
                  <c:v>43245</c:v>
                </c:pt>
                <c:pt idx="3235">
                  <c:v>43248</c:v>
                </c:pt>
                <c:pt idx="3236">
                  <c:v>43249</c:v>
                </c:pt>
                <c:pt idx="3237">
                  <c:v>43250</c:v>
                </c:pt>
                <c:pt idx="3238">
                  <c:v>43251</c:v>
                </c:pt>
                <c:pt idx="3239">
                  <c:v>43252</c:v>
                </c:pt>
                <c:pt idx="3240">
                  <c:v>43255</c:v>
                </c:pt>
                <c:pt idx="3241">
                  <c:v>43256</c:v>
                </c:pt>
                <c:pt idx="3242">
                  <c:v>43257</c:v>
                </c:pt>
                <c:pt idx="3243">
                  <c:v>43258</c:v>
                </c:pt>
                <c:pt idx="3244">
                  <c:v>43259</c:v>
                </c:pt>
                <c:pt idx="3245">
                  <c:v>43262</c:v>
                </c:pt>
                <c:pt idx="3246">
                  <c:v>43263</c:v>
                </c:pt>
                <c:pt idx="3247">
                  <c:v>43264</c:v>
                </c:pt>
                <c:pt idx="3248">
                  <c:v>43265</c:v>
                </c:pt>
                <c:pt idx="3249">
                  <c:v>43266</c:v>
                </c:pt>
                <c:pt idx="3250">
                  <c:v>43269</c:v>
                </c:pt>
                <c:pt idx="3251">
                  <c:v>43270</c:v>
                </c:pt>
                <c:pt idx="3252">
                  <c:v>43271</c:v>
                </c:pt>
                <c:pt idx="3253">
                  <c:v>43272</c:v>
                </c:pt>
                <c:pt idx="3254">
                  <c:v>43273</c:v>
                </c:pt>
                <c:pt idx="3255">
                  <c:v>43276</c:v>
                </c:pt>
                <c:pt idx="3256">
                  <c:v>43277</c:v>
                </c:pt>
                <c:pt idx="3257">
                  <c:v>43278</c:v>
                </c:pt>
                <c:pt idx="3258">
                  <c:v>43279</c:v>
                </c:pt>
                <c:pt idx="3259">
                  <c:v>43280</c:v>
                </c:pt>
                <c:pt idx="3260">
                  <c:v>43283</c:v>
                </c:pt>
                <c:pt idx="3261">
                  <c:v>43284</c:v>
                </c:pt>
                <c:pt idx="3262">
                  <c:v>43285</c:v>
                </c:pt>
                <c:pt idx="3263">
                  <c:v>43286</c:v>
                </c:pt>
                <c:pt idx="3264">
                  <c:v>43287</c:v>
                </c:pt>
                <c:pt idx="3265">
                  <c:v>43290</c:v>
                </c:pt>
                <c:pt idx="3266">
                  <c:v>43291</c:v>
                </c:pt>
                <c:pt idx="3267">
                  <c:v>43292</c:v>
                </c:pt>
                <c:pt idx="3268">
                  <c:v>43293</c:v>
                </c:pt>
                <c:pt idx="3269">
                  <c:v>43294</c:v>
                </c:pt>
                <c:pt idx="3270">
                  <c:v>43297</c:v>
                </c:pt>
                <c:pt idx="3271">
                  <c:v>43298</c:v>
                </c:pt>
                <c:pt idx="3272">
                  <c:v>43299</c:v>
                </c:pt>
                <c:pt idx="3273">
                  <c:v>43300</c:v>
                </c:pt>
                <c:pt idx="3274">
                  <c:v>43301</c:v>
                </c:pt>
                <c:pt idx="3275">
                  <c:v>43304</c:v>
                </c:pt>
                <c:pt idx="3276">
                  <c:v>43305</c:v>
                </c:pt>
                <c:pt idx="3277">
                  <c:v>43306</c:v>
                </c:pt>
                <c:pt idx="3278">
                  <c:v>43307</c:v>
                </c:pt>
                <c:pt idx="3279">
                  <c:v>43308</c:v>
                </c:pt>
                <c:pt idx="3280">
                  <c:v>43311</c:v>
                </c:pt>
                <c:pt idx="3281">
                  <c:v>43312</c:v>
                </c:pt>
                <c:pt idx="3282">
                  <c:v>43313</c:v>
                </c:pt>
                <c:pt idx="3283">
                  <c:v>43314</c:v>
                </c:pt>
                <c:pt idx="3284">
                  <c:v>43315</c:v>
                </c:pt>
                <c:pt idx="3285">
                  <c:v>43318</c:v>
                </c:pt>
                <c:pt idx="3286">
                  <c:v>43319</c:v>
                </c:pt>
                <c:pt idx="3287">
                  <c:v>43320</c:v>
                </c:pt>
                <c:pt idx="3288">
                  <c:v>43321</c:v>
                </c:pt>
                <c:pt idx="3289">
                  <c:v>43322</c:v>
                </c:pt>
                <c:pt idx="3290">
                  <c:v>43325</c:v>
                </c:pt>
                <c:pt idx="3291">
                  <c:v>43326</c:v>
                </c:pt>
                <c:pt idx="3292">
                  <c:v>43327</c:v>
                </c:pt>
                <c:pt idx="3293">
                  <c:v>43328</c:v>
                </c:pt>
                <c:pt idx="3294">
                  <c:v>43329</c:v>
                </c:pt>
                <c:pt idx="3295">
                  <c:v>43332</c:v>
                </c:pt>
                <c:pt idx="3296">
                  <c:v>43333</c:v>
                </c:pt>
                <c:pt idx="3297">
                  <c:v>43334</c:v>
                </c:pt>
                <c:pt idx="3298">
                  <c:v>43335</c:v>
                </c:pt>
                <c:pt idx="3299">
                  <c:v>43336</c:v>
                </c:pt>
                <c:pt idx="3300">
                  <c:v>43339</c:v>
                </c:pt>
                <c:pt idx="3301">
                  <c:v>43340</c:v>
                </c:pt>
                <c:pt idx="3302">
                  <c:v>43341</c:v>
                </c:pt>
                <c:pt idx="3303">
                  <c:v>43342</c:v>
                </c:pt>
                <c:pt idx="3304">
                  <c:v>43343</c:v>
                </c:pt>
                <c:pt idx="3305">
                  <c:v>43346</c:v>
                </c:pt>
                <c:pt idx="3306">
                  <c:v>43347</c:v>
                </c:pt>
                <c:pt idx="3307">
                  <c:v>43348</c:v>
                </c:pt>
                <c:pt idx="3308">
                  <c:v>43349</c:v>
                </c:pt>
                <c:pt idx="3309">
                  <c:v>43350</c:v>
                </c:pt>
                <c:pt idx="3310">
                  <c:v>43353</c:v>
                </c:pt>
                <c:pt idx="3311">
                  <c:v>43354</c:v>
                </c:pt>
                <c:pt idx="3312">
                  <c:v>43355</c:v>
                </c:pt>
                <c:pt idx="3313">
                  <c:v>43356</c:v>
                </c:pt>
                <c:pt idx="3314">
                  <c:v>43357</c:v>
                </c:pt>
                <c:pt idx="3315">
                  <c:v>43360</c:v>
                </c:pt>
                <c:pt idx="3316">
                  <c:v>43361</c:v>
                </c:pt>
                <c:pt idx="3317">
                  <c:v>43362</c:v>
                </c:pt>
                <c:pt idx="3318">
                  <c:v>43363</c:v>
                </c:pt>
                <c:pt idx="3319">
                  <c:v>43364</c:v>
                </c:pt>
                <c:pt idx="3320">
                  <c:v>43367</c:v>
                </c:pt>
                <c:pt idx="3321">
                  <c:v>43368</c:v>
                </c:pt>
                <c:pt idx="3322">
                  <c:v>43369</c:v>
                </c:pt>
                <c:pt idx="3323">
                  <c:v>43370</c:v>
                </c:pt>
                <c:pt idx="3324">
                  <c:v>43371</c:v>
                </c:pt>
                <c:pt idx="3325">
                  <c:v>43374</c:v>
                </c:pt>
                <c:pt idx="3326">
                  <c:v>43375</c:v>
                </c:pt>
                <c:pt idx="3327">
                  <c:v>43376</c:v>
                </c:pt>
                <c:pt idx="3328">
                  <c:v>43377</c:v>
                </c:pt>
                <c:pt idx="3329">
                  <c:v>43378</c:v>
                </c:pt>
                <c:pt idx="3330">
                  <c:v>43381</c:v>
                </c:pt>
                <c:pt idx="3331">
                  <c:v>43382</c:v>
                </c:pt>
                <c:pt idx="3332">
                  <c:v>43383</c:v>
                </c:pt>
                <c:pt idx="3333">
                  <c:v>43384</c:v>
                </c:pt>
                <c:pt idx="3334">
                  <c:v>43385</c:v>
                </c:pt>
                <c:pt idx="3335">
                  <c:v>43388</c:v>
                </c:pt>
                <c:pt idx="3336">
                  <c:v>43389</c:v>
                </c:pt>
                <c:pt idx="3337">
                  <c:v>43390</c:v>
                </c:pt>
                <c:pt idx="3338">
                  <c:v>43391</c:v>
                </c:pt>
                <c:pt idx="3339">
                  <c:v>43392</c:v>
                </c:pt>
                <c:pt idx="3340">
                  <c:v>43395</c:v>
                </c:pt>
                <c:pt idx="3341">
                  <c:v>43396</c:v>
                </c:pt>
                <c:pt idx="3342">
                  <c:v>43397</c:v>
                </c:pt>
                <c:pt idx="3343">
                  <c:v>43398</c:v>
                </c:pt>
                <c:pt idx="3344">
                  <c:v>43399</c:v>
                </c:pt>
                <c:pt idx="3345">
                  <c:v>43402</c:v>
                </c:pt>
                <c:pt idx="3346">
                  <c:v>43403</c:v>
                </c:pt>
                <c:pt idx="3347">
                  <c:v>43404</c:v>
                </c:pt>
                <c:pt idx="3348">
                  <c:v>43405</c:v>
                </c:pt>
                <c:pt idx="3349">
                  <c:v>43406</c:v>
                </c:pt>
                <c:pt idx="3350">
                  <c:v>43409</c:v>
                </c:pt>
                <c:pt idx="3351">
                  <c:v>43410</c:v>
                </c:pt>
                <c:pt idx="3352">
                  <c:v>43411</c:v>
                </c:pt>
                <c:pt idx="3353">
                  <c:v>43412</c:v>
                </c:pt>
                <c:pt idx="3354">
                  <c:v>43413</c:v>
                </c:pt>
                <c:pt idx="3355">
                  <c:v>43416</c:v>
                </c:pt>
                <c:pt idx="3356">
                  <c:v>43417</c:v>
                </c:pt>
                <c:pt idx="3357">
                  <c:v>43418</c:v>
                </c:pt>
                <c:pt idx="3358">
                  <c:v>43419</c:v>
                </c:pt>
                <c:pt idx="3359">
                  <c:v>43420</c:v>
                </c:pt>
                <c:pt idx="3360">
                  <c:v>43423</c:v>
                </c:pt>
                <c:pt idx="3361">
                  <c:v>43424</c:v>
                </c:pt>
                <c:pt idx="3362">
                  <c:v>43425</c:v>
                </c:pt>
                <c:pt idx="3363">
                  <c:v>43426</c:v>
                </c:pt>
                <c:pt idx="3364">
                  <c:v>43427</c:v>
                </c:pt>
                <c:pt idx="3365">
                  <c:v>43430</c:v>
                </c:pt>
                <c:pt idx="3366">
                  <c:v>43431</c:v>
                </c:pt>
                <c:pt idx="3367">
                  <c:v>43432</c:v>
                </c:pt>
                <c:pt idx="3368">
                  <c:v>43433</c:v>
                </c:pt>
                <c:pt idx="3369">
                  <c:v>43434</c:v>
                </c:pt>
                <c:pt idx="3370">
                  <c:v>43437</c:v>
                </c:pt>
                <c:pt idx="3371">
                  <c:v>43438</c:v>
                </c:pt>
                <c:pt idx="3372">
                  <c:v>43439</c:v>
                </c:pt>
                <c:pt idx="3373">
                  <c:v>43440</c:v>
                </c:pt>
                <c:pt idx="3374">
                  <c:v>43441</c:v>
                </c:pt>
                <c:pt idx="3375">
                  <c:v>43444</c:v>
                </c:pt>
                <c:pt idx="3376">
                  <c:v>43445</c:v>
                </c:pt>
                <c:pt idx="3377">
                  <c:v>43446</c:v>
                </c:pt>
                <c:pt idx="3378">
                  <c:v>43447</c:v>
                </c:pt>
                <c:pt idx="3379">
                  <c:v>43448</c:v>
                </c:pt>
                <c:pt idx="3380">
                  <c:v>43451</c:v>
                </c:pt>
                <c:pt idx="3381">
                  <c:v>43452</c:v>
                </c:pt>
                <c:pt idx="3382">
                  <c:v>43453</c:v>
                </c:pt>
                <c:pt idx="3383">
                  <c:v>43454</c:v>
                </c:pt>
                <c:pt idx="3384">
                  <c:v>43455</c:v>
                </c:pt>
                <c:pt idx="3385">
                  <c:v>43458</c:v>
                </c:pt>
                <c:pt idx="3386">
                  <c:v>43459</c:v>
                </c:pt>
                <c:pt idx="3387">
                  <c:v>43460</c:v>
                </c:pt>
                <c:pt idx="3388">
                  <c:v>43461</c:v>
                </c:pt>
                <c:pt idx="3389">
                  <c:v>43462</c:v>
                </c:pt>
                <c:pt idx="3390">
                  <c:v>43465</c:v>
                </c:pt>
                <c:pt idx="3391">
                  <c:v>43466</c:v>
                </c:pt>
                <c:pt idx="3392">
                  <c:v>43467</c:v>
                </c:pt>
                <c:pt idx="3393">
                  <c:v>43468</c:v>
                </c:pt>
                <c:pt idx="3394">
                  <c:v>43469</c:v>
                </c:pt>
                <c:pt idx="3395">
                  <c:v>43472</c:v>
                </c:pt>
                <c:pt idx="3396">
                  <c:v>43473</c:v>
                </c:pt>
                <c:pt idx="3397">
                  <c:v>43474</c:v>
                </c:pt>
                <c:pt idx="3398">
                  <c:v>43475</c:v>
                </c:pt>
                <c:pt idx="3399">
                  <c:v>43476</c:v>
                </c:pt>
                <c:pt idx="3400">
                  <c:v>43479</c:v>
                </c:pt>
                <c:pt idx="3401">
                  <c:v>43480</c:v>
                </c:pt>
                <c:pt idx="3402">
                  <c:v>43481</c:v>
                </c:pt>
                <c:pt idx="3403">
                  <c:v>43482</c:v>
                </c:pt>
                <c:pt idx="3404">
                  <c:v>43483</c:v>
                </c:pt>
                <c:pt idx="3405">
                  <c:v>43486</c:v>
                </c:pt>
                <c:pt idx="3406">
                  <c:v>43487</c:v>
                </c:pt>
                <c:pt idx="3407">
                  <c:v>43488</c:v>
                </c:pt>
                <c:pt idx="3408">
                  <c:v>43489</c:v>
                </c:pt>
                <c:pt idx="3409">
                  <c:v>43490</c:v>
                </c:pt>
                <c:pt idx="3410">
                  <c:v>43493</c:v>
                </c:pt>
                <c:pt idx="3411">
                  <c:v>43494</c:v>
                </c:pt>
                <c:pt idx="3412">
                  <c:v>43495</c:v>
                </c:pt>
                <c:pt idx="3413">
                  <c:v>43496</c:v>
                </c:pt>
                <c:pt idx="3414">
                  <c:v>43497</c:v>
                </c:pt>
                <c:pt idx="3415">
                  <c:v>43500</c:v>
                </c:pt>
                <c:pt idx="3416">
                  <c:v>43501</c:v>
                </c:pt>
                <c:pt idx="3417">
                  <c:v>43502</c:v>
                </c:pt>
                <c:pt idx="3418">
                  <c:v>43503</c:v>
                </c:pt>
                <c:pt idx="3419">
                  <c:v>43504</c:v>
                </c:pt>
                <c:pt idx="3420">
                  <c:v>43507</c:v>
                </c:pt>
                <c:pt idx="3421">
                  <c:v>43508</c:v>
                </c:pt>
                <c:pt idx="3422">
                  <c:v>43509</c:v>
                </c:pt>
                <c:pt idx="3423">
                  <c:v>43510</c:v>
                </c:pt>
                <c:pt idx="3424">
                  <c:v>43511</c:v>
                </c:pt>
                <c:pt idx="3425">
                  <c:v>43514</c:v>
                </c:pt>
                <c:pt idx="3426">
                  <c:v>43515</c:v>
                </c:pt>
                <c:pt idx="3427">
                  <c:v>43516</c:v>
                </c:pt>
                <c:pt idx="3428">
                  <c:v>43517</c:v>
                </c:pt>
                <c:pt idx="3429">
                  <c:v>43518</c:v>
                </c:pt>
                <c:pt idx="3430">
                  <c:v>43521</c:v>
                </c:pt>
                <c:pt idx="3431">
                  <c:v>43522</c:v>
                </c:pt>
                <c:pt idx="3432">
                  <c:v>43523</c:v>
                </c:pt>
                <c:pt idx="3433">
                  <c:v>43524</c:v>
                </c:pt>
                <c:pt idx="3434">
                  <c:v>43525</c:v>
                </c:pt>
                <c:pt idx="3435">
                  <c:v>43528</c:v>
                </c:pt>
                <c:pt idx="3436">
                  <c:v>43529</c:v>
                </c:pt>
                <c:pt idx="3437">
                  <c:v>43530</c:v>
                </c:pt>
                <c:pt idx="3438">
                  <c:v>43531</c:v>
                </c:pt>
                <c:pt idx="3439">
                  <c:v>43532</c:v>
                </c:pt>
                <c:pt idx="3440">
                  <c:v>43535</c:v>
                </c:pt>
                <c:pt idx="3441">
                  <c:v>43536</c:v>
                </c:pt>
                <c:pt idx="3442">
                  <c:v>43537</c:v>
                </c:pt>
                <c:pt idx="3443">
                  <c:v>43538</c:v>
                </c:pt>
                <c:pt idx="3444">
                  <c:v>43539</c:v>
                </c:pt>
                <c:pt idx="3445">
                  <c:v>43542</c:v>
                </c:pt>
                <c:pt idx="3446">
                  <c:v>43543</c:v>
                </c:pt>
                <c:pt idx="3447">
                  <c:v>43544</c:v>
                </c:pt>
                <c:pt idx="3448">
                  <c:v>43545</c:v>
                </c:pt>
                <c:pt idx="3449">
                  <c:v>43546</c:v>
                </c:pt>
                <c:pt idx="3450">
                  <c:v>43549</c:v>
                </c:pt>
                <c:pt idx="3451">
                  <c:v>43550</c:v>
                </c:pt>
                <c:pt idx="3452">
                  <c:v>43551</c:v>
                </c:pt>
                <c:pt idx="3453">
                  <c:v>43552</c:v>
                </c:pt>
                <c:pt idx="3454">
                  <c:v>43553</c:v>
                </c:pt>
                <c:pt idx="3455">
                  <c:v>43556</c:v>
                </c:pt>
                <c:pt idx="3456">
                  <c:v>43557</c:v>
                </c:pt>
                <c:pt idx="3457">
                  <c:v>43558</c:v>
                </c:pt>
                <c:pt idx="3458">
                  <c:v>43559</c:v>
                </c:pt>
                <c:pt idx="3459">
                  <c:v>43560</c:v>
                </c:pt>
                <c:pt idx="3460">
                  <c:v>43563</c:v>
                </c:pt>
                <c:pt idx="3461">
                  <c:v>43564</c:v>
                </c:pt>
                <c:pt idx="3462">
                  <c:v>43565</c:v>
                </c:pt>
                <c:pt idx="3463">
                  <c:v>43566</c:v>
                </c:pt>
                <c:pt idx="3464">
                  <c:v>43567</c:v>
                </c:pt>
                <c:pt idx="3465">
                  <c:v>43570</c:v>
                </c:pt>
                <c:pt idx="3466">
                  <c:v>43571</c:v>
                </c:pt>
                <c:pt idx="3467">
                  <c:v>43572</c:v>
                </c:pt>
                <c:pt idx="3468">
                  <c:v>43573</c:v>
                </c:pt>
                <c:pt idx="3469">
                  <c:v>43574</c:v>
                </c:pt>
                <c:pt idx="3470">
                  <c:v>43577</c:v>
                </c:pt>
                <c:pt idx="3471">
                  <c:v>43578</c:v>
                </c:pt>
                <c:pt idx="3472">
                  <c:v>43579</c:v>
                </c:pt>
                <c:pt idx="3473">
                  <c:v>43580</c:v>
                </c:pt>
                <c:pt idx="3474">
                  <c:v>43581</c:v>
                </c:pt>
                <c:pt idx="3475">
                  <c:v>43584</c:v>
                </c:pt>
                <c:pt idx="3476">
                  <c:v>43585</c:v>
                </c:pt>
                <c:pt idx="3477">
                  <c:v>43586</c:v>
                </c:pt>
                <c:pt idx="3478">
                  <c:v>43587</c:v>
                </c:pt>
                <c:pt idx="3479">
                  <c:v>43588</c:v>
                </c:pt>
                <c:pt idx="3480">
                  <c:v>43591</c:v>
                </c:pt>
                <c:pt idx="3481">
                  <c:v>43592</c:v>
                </c:pt>
                <c:pt idx="3482">
                  <c:v>43593</c:v>
                </c:pt>
                <c:pt idx="3483">
                  <c:v>43594</c:v>
                </c:pt>
                <c:pt idx="3484">
                  <c:v>43595</c:v>
                </c:pt>
                <c:pt idx="3485">
                  <c:v>43598</c:v>
                </c:pt>
                <c:pt idx="3486">
                  <c:v>43599</c:v>
                </c:pt>
                <c:pt idx="3487">
                  <c:v>43600</c:v>
                </c:pt>
                <c:pt idx="3488">
                  <c:v>43601</c:v>
                </c:pt>
                <c:pt idx="3489">
                  <c:v>43602</c:v>
                </c:pt>
                <c:pt idx="3490">
                  <c:v>43605</c:v>
                </c:pt>
                <c:pt idx="3491">
                  <c:v>43606</c:v>
                </c:pt>
                <c:pt idx="3492">
                  <c:v>43607</c:v>
                </c:pt>
                <c:pt idx="3493">
                  <c:v>43608</c:v>
                </c:pt>
                <c:pt idx="3494">
                  <c:v>43609</c:v>
                </c:pt>
                <c:pt idx="3495">
                  <c:v>43612</c:v>
                </c:pt>
                <c:pt idx="3496">
                  <c:v>43613</c:v>
                </c:pt>
                <c:pt idx="3497">
                  <c:v>43614</c:v>
                </c:pt>
                <c:pt idx="3498">
                  <c:v>43615</c:v>
                </c:pt>
                <c:pt idx="3499">
                  <c:v>43616</c:v>
                </c:pt>
                <c:pt idx="3500">
                  <c:v>43619</c:v>
                </c:pt>
                <c:pt idx="3501">
                  <c:v>43620</c:v>
                </c:pt>
                <c:pt idx="3502">
                  <c:v>43621</c:v>
                </c:pt>
                <c:pt idx="3503">
                  <c:v>43622</c:v>
                </c:pt>
                <c:pt idx="3504">
                  <c:v>43623</c:v>
                </c:pt>
                <c:pt idx="3505">
                  <c:v>43626</c:v>
                </c:pt>
                <c:pt idx="3506">
                  <c:v>43627</c:v>
                </c:pt>
                <c:pt idx="3507">
                  <c:v>43628</c:v>
                </c:pt>
                <c:pt idx="3508">
                  <c:v>43629</c:v>
                </c:pt>
                <c:pt idx="3509">
                  <c:v>43630</c:v>
                </c:pt>
                <c:pt idx="3510">
                  <c:v>43633</c:v>
                </c:pt>
                <c:pt idx="3511">
                  <c:v>43634</c:v>
                </c:pt>
                <c:pt idx="3512">
                  <c:v>43635</c:v>
                </c:pt>
                <c:pt idx="3513">
                  <c:v>43636</c:v>
                </c:pt>
                <c:pt idx="3514">
                  <c:v>43637</c:v>
                </c:pt>
                <c:pt idx="3515">
                  <c:v>43640</c:v>
                </c:pt>
                <c:pt idx="3516">
                  <c:v>43641</c:v>
                </c:pt>
                <c:pt idx="3517">
                  <c:v>43642</c:v>
                </c:pt>
                <c:pt idx="3518">
                  <c:v>43643</c:v>
                </c:pt>
                <c:pt idx="3519">
                  <c:v>43644</c:v>
                </c:pt>
                <c:pt idx="3520">
                  <c:v>43647</c:v>
                </c:pt>
                <c:pt idx="3521">
                  <c:v>43648</c:v>
                </c:pt>
                <c:pt idx="3522">
                  <c:v>43649</c:v>
                </c:pt>
                <c:pt idx="3523">
                  <c:v>43650</c:v>
                </c:pt>
                <c:pt idx="3524">
                  <c:v>43651</c:v>
                </c:pt>
                <c:pt idx="3525">
                  <c:v>43654</c:v>
                </c:pt>
                <c:pt idx="3526">
                  <c:v>43655</c:v>
                </c:pt>
                <c:pt idx="3527">
                  <c:v>43656</c:v>
                </c:pt>
                <c:pt idx="3528">
                  <c:v>43657</c:v>
                </c:pt>
                <c:pt idx="3529">
                  <c:v>43658</c:v>
                </c:pt>
                <c:pt idx="3530">
                  <c:v>43661</c:v>
                </c:pt>
                <c:pt idx="3531">
                  <c:v>43662</c:v>
                </c:pt>
                <c:pt idx="3532">
                  <c:v>43663</c:v>
                </c:pt>
                <c:pt idx="3533">
                  <c:v>43664</c:v>
                </c:pt>
                <c:pt idx="3534">
                  <c:v>43665</c:v>
                </c:pt>
                <c:pt idx="3535">
                  <c:v>43668</c:v>
                </c:pt>
                <c:pt idx="3536">
                  <c:v>43669</c:v>
                </c:pt>
                <c:pt idx="3537">
                  <c:v>43670</c:v>
                </c:pt>
                <c:pt idx="3538">
                  <c:v>43671</c:v>
                </c:pt>
                <c:pt idx="3539">
                  <c:v>43672</c:v>
                </c:pt>
                <c:pt idx="3540">
                  <c:v>43675</c:v>
                </c:pt>
                <c:pt idx="3541">
                  <c:v>43676</c:v>
                </c:pt>
                <c:pt idx="3542">
                  <c:v>43677</c:v>
                </c:pt>
                <c:pt idx="3543">
                  <c:v>43678</c:v>
                </c:pt>
                <c:pt idx="3544">
                  <c:v>43679</c:v>
                </c:pt>
                <c:pt idx="3545">
                  <c:v>43682</c:v>
                </c:pt>
                <c:pt idx="3546">
                  <c:v>43683</c:v>
                </c:pt>
                <c:pt idx="3547">
                  <c:v>43684</c:v>
                </c:pt>
                <c:pt idx="3548">
                  <c:v>43685</c:v>
                </c:pt>
                <c:pt idx="3549">
                  <c:v>43686</c:v>
                </c:pt>
                <c:pt idx="3550">
                  <c:v>43689</c:v>
                </c:pt>
                <c:pt idx="3551">
                  <c:v>43690</c:v>
                </c:pt>
                <c:pt idx="3552">
                  <c:v>43691</c:v>
                </c:pt>
                <c:pt idx="3553">
                  <c:v>43692</c:v>
                </c:pt>
                <c:pt idx="3554">
                  <c:v>43693</c:v>
                </c:pt>
                <c:pt idx="3555">
                  <c:v>43696</c:v>
                </c:pt>
                <c:pt idx="3556">
                  <c:v>43697</c:v>
                </c:pt>
                <c:pt idx="3557">
                  <c:v>43698</c:v>
                </c:pt>
                <c:pt idx="3558">
                  <c:v>43699</c:v>
                </c:pt>
                <c:pt idx="3559">
                  <c:v>43700</c:v>
                </c:pt>
                <c:pt idx="3560">
                  <c:v>43703</c:v>
                </c:pt>
                <c:pt idx="3561">
                  <c:v>43704</c:v>
                </c:pt>
                <c:pt idx="3562">
                  <c:v>43705</c:v>
                </c:pt>
                <c:pt idx="3563">
                  <c:v>43706</c:v>
                </c:pt>
                <c:pt idx="3564">
                  <c:v>43707</c:v>
                </c:pt>
                <c:pt idx="3565">
                  <c:v>43710</c:v>
                </c:pt>
                <c:pt idx="3566">
                  <c:v>43711</c:v>
                </c:pt>
                <c:pt idx="3567">
                  <c:v>43712</c:v>
                </c:pt>
                <c:pt idx="3568">
                  <c:v>43713</c:v>
                </c:pt>
                <c:pt idx="3569">
                  <c:v>43714</c:v>
                </c:pt>
                <c:pt idx="3570">
                  <c:v>43717</c:v>
                </c:pt>
                <c:pt idx="3571">
                  <c:v>43718</c:v>
                </c:pt>
                <c:pt idx="3572">
                  <c:v>43719</c:v>
                </c:pt>
                <c:pt idx="3573">
                  <c:v>43720</c:v>
                </c:pt>
                <c:pt idx="3574">
                  <c:v>43721</c:v>
                </c:pt>
                <c:pt idx="3575">
                  <c:v>43724</c:v>
                </c:pt>
                <c:pt idx="3576">
                  <c:v>43725</c:v>
                </c:pt>
                <c:pt idx="3577">
                  <c:v>43726</c:v>
                </c:pt>
                <c:pt idx="3578">
                  <c:v>43727</c:v>
                </c:pt>
                <c:pt idx="3579">
                  <c:v>43728</c:v>
                </c:pt>
                <c:pt idx="3580">
                  <c:v>43731</c:v>
                </c:pt>
                <c:pt idx="3581">
                  <c:v>43732</c:v>
                </c:pt>
                <c:pt idx="3582">
                  <c:v>43733</c:v>
                </c:pt>
                <c:pt idx="3583">
                  <c:v>43734</c:v>
                </c:pt>
                <c:pt idx="3584">
                  <c:v>43735</c:v>
                </c:pt>
                <c:pt idx="3585">
                  <c:v>43738</c:v>
                </c:pt>
                <c:pt idx="3586">
                  <c:v>43739</c:v>
                </c:pt>
                <c:pt idx="3587">
                  <c:v>43740</c:v>
                </c:pt>
                <c:pt idx="3588">
                  <c:v>43741</c:v>
                </c:pt>
                <c:pt idx="3589">
                  <c:v>43742</c:v>
                </c:pt>
                <c:pt idx="3590">
                  <c:v>43745</c:v>
                </c:pt>
                <c:pt idx="3591">
                  <c:v>43746</c:v>
                </c:pt>
                <c:pt idx="3592">
                  <c:v>43747</c:v>
                </c:pt>
                <c:pt idx="3593">
                  <c:v>43748</c:v>
                </c:pt>
                <c:pt idx="3594">
                  <c:v>43749</c:v>
                </c:pt>
                <c:pt idx="3595">
                  <c:v>43752</c:v>
                </c:pt>
                <c:pt idx="3596">
                  <c:v>43753</c:v>
                </c:pt>
                <c:pt idx="3597">
                  <c:v>43754</c:v>
                </c:pt>
                <c:pt idx="3598">
                  <c:v>43755</c:v>
                </c:pt>
                <c:pt idx="3599">
                  <c:v>43756</c:v>
                </c:pt>
                <c:pt idx="3600">
                  <c:v>43759</c:v>
                </c:pt>
                <c:pt idx="3601">
                  <c:v>43760</c:v>
                </c:pt>
                <c:pt idx="3602">
                  <c:v>43761</c:v>
                </c:pt>
                <c:pt idx="3603">
                  <c:v>43762</c:v>
                </c:pt>
                <c:pt idx="3604">
                  <c:v>43763</c:v>
                </c:pt>
                <c:pt idx="3605">
                  <c:v>43766</c:v>
                </c:pt>
                <c:pt idx="3606">
                  <c:v>43767</c:v>
                </c:pt>
                <c:pt idx="3607">
                  <c:v>43768</c:v>
                </c:pt>
                <c:pt idx="3608">
                  <c:v>43769</c:v>
                </c:pt>
                <c:pt idx="3609">
                  <c:v>43770</c:v>
                </c:pt>
                <c:pt idx="3610">
                  <c:v>43773</c:v>
                </c:pt>
                <c:pt idx="3611">
                  <c:v>43774</c:v>
                </c:pt>
                <c:pt idx="3612">
                  <c:v>43775</c:v>
                </c:pt>
                <c:pt idx="3613">
                  <c:v>43776</c:v>
                </c:pt>
                <c:pt idx="3614">
                  <c:v>43777</c:v>
                </c:pt>
                <c:pt idx="3615">
                  <c:v>43780</c:v>
                </c:pt>
                <c:pt idx="3616">
                  <c:v>43781</c:v>
                </c:pt>
                <c:pt idx="3617">
                  <c:v>43782</c:v>
                </c:pt>
                <c:pt idx="3618">
                  <c:v>43783</c:v>
                </c:pt>
                <c:pt idx="3619">
                  <c:v>43784</c:v>
                </c:pt>
                <c:pt idx="3620">
                  <c:v>43787</c:v>
                </c:pt>
                <c:pt idx="3621">
                  <c:v>43788</c:v>
                </c:pt>
                <c:pt idx="3622">
                  <c:v>43789</c:v>
                </c:pt>
                <c:pt idx="3623">
                  <c:v>43790</c:v>
                </c:pt>
                <c:pt idx="3624">
                  <c:v>43791</c:v>
                </c:pt>
                <c:pt idx="3625">
                  <c:v>43794</c:v>
                </c:pt>
                <c:pt idx="3626">
                  <c:v>43795</c:v>
                </c:pt>
                <c:pt idx="3627">
                  <c:v>43796</c:v>
                </c:pt>
                <c:pt idx="3628">
                  <c:v>43797</c:v>
                </c:pt>
                <c:pt idx="3629">
                  <c:v>43798</c:v>
                </c:pt>
                <c:pt idx="3630">
                  <c:v>43801</c:v>
                </c:pt>
                <c:pt idx="3631">
                  <c:v>43802</c:v>
                </c:pt>
                <c:pt idx="3632">
                  <c:v>43803</c:v>
                </c:pt>
                <c:pt idx="3633">
                  <c:v>43804</c:v>
                </c:pt>
                <c:pt idx="3634">
                  <c:v>43805</c:v>
                </c:pt>
                <c:pt idx="3635">
                  <c:v>43808</c:v>
                </c:pt>
                <c:pt idx="3636">
                  <c:v>43809</c:v>
                </c:pt>
                <c:pt idx="3637">
                  <c:v>43810</c:v>
                </c:pt>
                <c:pt idx="3638">
                  <c:v>43811</c:v>
                </c:pt>
                <c:pt idx="3639">
                  <c:v>43812</c:v>
                </c:pt>
                <c:pt idx="3640">
                  <c:v>43815</c:v>
                </c:pt>
                <c:pt idx="3641">
                  <c:v>43816</c:v>
                </c:pt>
                <c:pt idx="3642">
                  <c:v>43817</c:v>
                </c:pt>
                <c:pt idx="3643">
                  <c:v>43818</c:v>
                </c:pt>
                <c:pt idx="3644">
                  <c:v>43819</c:v>
                </c:pt>
                <c:pt idx="3645">
                  <c:v>43822</c:v>
                </c:pt>
                <c:pt idx="3646">
                  <c:v>43823</c:v>
                </c:pt>
                <c:pt idx="3647">
                  <c:v>43824</c:v>
                </c:pt>
                <c:pt idx="3648">
                  <c:v>43825</c:v>
                </c:pt>
                <c:pt idx="3649">
                  <c:v>43826</c:v>
                </c:pt>
                <c:pt idx="3650">
                  <c:v>43829</c:v>
                </c:pt>
                <c:pt idx="3651">
                  <c:v>43830</c:v>
                </c:pt>
                <c:pt idx="3652">
                  <c:v>43831</c:v>
                </c:pt>
                <c:pt idx="3653">
                  <c:v>43832</c:v>
                </c:pt>
                <c:pt idx="3654">
                  <c:v>43833</c:v>
                </c:pt>
                <c:pt idx="3655">
                  <c:v>43836</c:v>
                </c:pt>
                <c:pt idx="3656">
                  <c:v>43837</c:v>
                </c:pt>
                <c:pt idx="3657">
                  <c:v>43838</c:v>
                </c:pt>
                <c:pt idx="3658">
                  <c:v>43839</c:v>
                </c:pt>
                <c:pt idx="3659">
                  <c:v>43840</c:v>
                </c:pt>
                <c:pt idx="3660">
                  <c:v>43843</c:v>
                </c:pt>
                <c:pt idx="3661">
                  <c:v>43844</c:v>
                </c:pt>
                <c:pt idx="3662">
                  <c:v>43845</c:v>
                </c:pt>
                <c:pt idx="3663">
                  <c:v>43846</c:v>
                </c:pt>
                <c:pt idx="3664">
                  <c:v>43847</c:v>
                </c:pt>
                <c:pt idx="3665">
                  <c:v>43850</c:v>
                </c:pt>
                <c:pt idx="3666">
                  <c:v>43851</c:v>
                </c:pt>
                <c:pt idx="3667">
                  <c:v>43852</c:v>
                </c:pt>
                <c:pt idx="3668">
                  <c:v>43853</c:v>
                </c:pt>
                <c:pt idx="3669">
                  <c:v>43854</c:v>
                </c:pt>
                <c:pt idx="3670">
                  <c:v>43857</c:v>
                </c:pt>
                <c:pt idx="3671">
                  <c:v>43858</c:v>
                </c:pt>
                <c:pt idx="3672">
                  <c:v>43859</c:v>
                </c:pt>
                <c:pt idx="3673">
                  <c:v>43860</c:v>
                </c:pt>
                <c:pt idx="3674">
                  <c:v>43861</c:v>
                </c:pt>
                <c:pt idx="3675">
                  <c:v>43864</c:v>
                </c:pt>
                <c:pt idx="3676">
                  <c:v>43865</c:v>
                </c:pt>
                <c:pt idx="3677">
                  <c:v>43866</c:v>
                </c:pt>
                <c:pt idx="3678">
                  <c:v>43867</c:v>
                </c:pt>
                <c:pt idx="3679">
                  <c:v>43868</c:v>
                </c:pt>
                <c:pt idx="3680">
                  <c:v>43871</c:v>
                </c:pt>
                <c:pt idx="3681">
                  <c:v>43872</c:v>
                </c:pt>
                <c:pt idx="3682">
                  <c:v>43873</c:v>
                </c:pt>
                <c:pt idx="3683">
                  <c:v>43874</c:v>
                </c:pt>
                <c:pt idx="3684">
                  <c:v>43875</c:v>
                </c:pt>
                <c:pt idx="3685">
                  <c:v>43878</c:v>
                </c:pt>
                <c:pt idx="3686">
                  <c:v>43879</c:v>
                </c:pt>
                <c:pt idx="3687">
                  <c:v>43880</c:v>
                </c:pt>
                <c:pt idx="3688">
                  <c:v>43881</c:v>
                </c:pt>
                <c:pt idx="3689">
                  <c:v>43882</c:v>
                </c:pt>
                <c:pt idx="3690">
                  <c:v>43885</c:v>
                </c:pt>
                <c:pt idx="3691">
                  <c:v>43886</c:v>
                </c:pt>
                <c:pt idx="3692">
                  <c:v>43887</c:v>
                </c:pt>
                <c:pt idx="3693">
                  <c:v>43888</c:v>
                </c:pt>
                <c:pt idx="3694">
                  <c:v>43889</c:v>
                </c:pt>
                <c:pt idx="3695">
                  <c:v>43892</c:v>
                </c:pt>
                <c:pt idx="3696">
                  <c:v>43893</c:v>
                </c:pt>
                <c:pt idx="3697">
                  <c:v>43894</c:v>
                </c:pt>
                <c:pt idx="3698">
                  <c:v>43895</c:v>
                </c:pt>
                <c:pt idx="3699">
                  <c:v>43896</c:v>
                </c:pt>
                <c:pt idx="3700">
                  <c:v>43899</c:v>
                </c:pt>
                <c:pt idx="3701">
                  <c:v>43900</c:v>
                </c:pt>
                <c:pt idx="3702">
                  <c:v>43901</c:v>
                </c:pt>
                <c:pt idx="3703">
                  <c:v>43902</c:v>
                </c:pt>
                <c:pt idx="3704">
                  <c:v>43903</c:v>
                </c:pt>
                <c:pt idx="3705">
                  <c:v>43906</c:v>
                </c:pt>
                <c:pt idx="3706">
                  <c:v>43907</c:v>
                </c:pt>
                <c:pt idx="3707">
                  <c:v>43908</c:v>
                </c:pt>
                <c:pt idx="3708">
                  <c:v>43909</c:v>
                </c:pt>
                <c:pt idx="3709">
                  <c:v>43910</c:v>
                </c:pt>
                <c:pt idx="3710">
                  <c:v>43913</c:v>
                </c:pt>
                <c:pt idx="3711">
                  <c:v>43914</c:v>
                </c:pt>
                <c:pt idx="3712">
                  <c:v>43915</c:v>
                </c:pt>
                <c:pt idx="3713">
                  <c:v>43916</c:v>
                </c:pt>
                <c:pt idx="3714">
                  <c:v>43917</c:v>
                </c:pt>
                <c:pt idx="3715">
                  <c:v>43920</c:v>
                </c:pt>
                <c:pt idx="3716">
                  <c:v>43921</c:v>
                </c:pt>
                <c:pt idx="3717">
                  <c:v>43922</c:v>
                </c:pt>
                <c:pt idx="3718">
                  <c:v>43923</c:v>
                </c:pt>
                <c:pt idx="3719">
                  <c:v>43924</c:v>
                </c:pt>
                <c:pt idx="3720">
                  <c:v>43927</c:v>
                </c:pt>
                <c:pt idx="3721">
                  <c:v>43928</c:v>
                </c:pt>
                <c:pt idx="3722">
                  <c:v>43929</c:v>
                </c:pt>
                <c:pt idx="3723">
                  <c:v>43930</c:v>
                </c:pt>
                <c:pt idx="3724">
                  <c:v>43931</c:v>
                </c:pt>
                <c:pt idx="3725">
                  <c:v>43934</c:v>
                </c:pt>
                <c:pt idx="3726">
                  <c:v>43935</c:v>
                </c:pt>
                <c:pt idx="3727">
                  <c:v>43936</c:v>
                </c:pt>
                <c:pt idx="3728">
                  <c:v>43937</c:v>
                </c:pt>
                <c:pt idx="3729">
                  <c:v>43938</c:v>
                </c:pt>
                <c:pt idx="3730">
                  <c:v>43941</c:v>
                </c:pt>
                <c:pt idx="3731">
                  <c:v>43942</c:v>
                </c:pt>
                <c:pt idx="3732">
                  <c:v>43943</c:v>
                </c:pt>
                <c:pt idx="3733">
                  <c:v>43944</c:v>
                </c:pt>
                <c:pt idx="3734">
                  <c:v>43945</c:v>
                </c:pt>
                <c:pt idx="3735">
                  <c:v>43948</c:v>
                </c:pt>
                <c:pt idx="3736">
                  <c:v>43949</c:v>
                </c:pt>
                <c:pt idx="3737">
                  <c:v>43950</c:v>
                </c:pt>
                <c:pt idx="3738">
                  <c:v>43951</c:v>
                </c:pt>
                <c:pt idx="3739">
                  <c:v>43952</c:v>
                </c:pt>
                <c:pt idx="3740">
                  <c:v>43955</c:v>
                </c:pt>
                <c:pt idx="3741">
                  <c:v>43956</c:v>
                </c:pt>
                <c:pt idx="3742">
                  <c:v>43957</c:v>
                </c:pt>
                <c:pt idx="3743">
                  <c:v>43958</c:v>
                </c:pt>
                <c:pt idx="3744">
                  <c:v>43959</c:v>
                </c:pt>
                <c:pt idx="3745">
                  <c:v>43962</c:v>
                </c:pt>
                <c:pt idx="3746">
                  <c:v>43963</c:v>
                </c:pt>
                <c:pt idx="3747">
                  <c:v>43964</c:v>
                </c:pt>
                <c:pt idx="3748">
                  <c:v>43965</c:v>
                </c:pt>
                <c:pt idx="3749">
                  <c:v>43966</c:v>
                </c:pt>
                <c:pt idx="3750">
                  <c:v>43969</c:v>
                </c:pt>
                <c:pt idx="3751">
                  <c:v>43970</c:v>
                </c:pt>
                <c:pt idx="3752">
                  <c:v>43971</c:v>
                </c:pt>
                <c:pt idx="3753">
                  <c:v>43972</c:v>
                </c:pt>
                <c:pt idx="3754">
                  <c:v>43973</c:v>
                </c:pt>
                <c:pt idx="3755">
                  <c:v>43976</c:v>
                </c:pt>
                <c:pt idx="3756">
                  <c:v>43977</c:v>
                </c:pt>
                <c:pt idx="3757">
                  <c:v>43978</c:v>
                </c:pt>
                <c:pt idx="3758">
                  <c:v>43979</c:v>
                </c:pt>
                <c:pt idx="3759">
                  <c:v>43980</c:v>
                </c:pt>
                <c:pt idx="3760">
                  <c:v>43983</c:v>
                </c:pt>
                <c:pt idx="3761">
                  <c:v>43984</c:v>
                </c:pt>
                <c:pt idx="3762">
                  <c:v>43985</c:v>
                </c:pt>
                <c:pt idx="3763">
                  <c:v>43986</c:v>
                </c:pt>
                <c:pt idx="3764">
                  <c:v>43987</c:v>
                </c:pt>
                <c:pt idx="3765">
                  <c:v>43990</c:v>
                </c:pt>
                <c:pt idx="3766">
                  <c:v>43991</c:v>
                </c:pt>
                <c:pt idx="3767">
                  <c:v>43992</c:v>
                </c:pt>
                <c:pt idx="3768">
                  <c:v>43993</c:v>
                </c:pt>
                <c:pt idx="3769">
                  <c:v>43994</c:v>
                </c:pt>
                <c:pt idx="3770">
                  <c:v>43997</c:v>
                </c:pt>
                <c:pt idx="3771">
                  <c:v>43998</c:v>
                </c:pt>
                <c:pt idx="3772">
                  <c:v>43999</c:v>
                </c:pt>
                <c:pt idx="3773">
                  <c:v>44000</c:v>
                </c:pt>
                <c:pt idx="3774">
                  <c:v>44001</c:v>
                </c:pt>
                <c:pt idx="3775">
                  <c:v>44004</c:v>
                </c:pt>
                <c:pt idx="3776">
                  <c:v>44005</c:v>
                </c:pt>
                <c:pt idx="3777">
                  <c:v>44006</c:v>
                </c:pt>
                <c:pt idx="3778">
                  <c:v>44007</c:v>
                </c:pt>
                <c:pt idx="3779">
                  <c:v>44008</c:v>
                </c:pt>
                <c:pt idx="3780">
                  <c:v>44011</c:v>
                </c:pt>
                <c:pt idx="3781">
                  <c:v>44012</c:v>
                </c:pt>
                <c:pt idx="3782">
                  <c:v>44013</c:v>
                </c:pt>
                <c:pt idx="3783">
                  <c:v>44014</c:v>
                </c:pt>
                <c:pt idx="3784">
                  <c:v>44015</c:v>
                </c:pt>
                <c:pt idx="3785">
                  <c:v>44018</c:v>
                </c:pt>
                <c:pt idx="3786">
                  <c:v>44019</c:v>
                </c:pt>
                <c:pt idx="3787">
                  <c:v>44020</c:v>
                </c:pt>
                <c:pt idx="3788">
                  <c:v>44021</c:v>
                </c:pt>
                <c:pt idx="3789">
                  <c:v>44022</c:v>
                </c:pt>
                <c:pt idx="3790">
                  <c:v>44025</c:v>
                </c:pt>
                <c:pt idx="3791">
                  <c:v>44026</c:v>
                </c:pt>
                <c:pt idx="3792">
                  <c:v>44027</c:v>
                </c:pt>
                <c:pt idx="3793">
                  <c:v>44028</c:v>
                </c:pt>
                <c:pt idx="3794">
                  <c:v>44029</c:v>
                </c:pt>
                <c:pt idx="3795">
                  <c:v>44032</c:v>
                </c:pt>
                <c:pt idx="3796">
                  <c:v>44033</c:v>
                </c:pt>
                <c:pt idx="3797">
                  <c:v>44034</c:v>
                </c:pt>
                <c:pt idx="3798">
                  <c:v>44035</c:v>
                </c:pt>
                <c:pt idx="3799">
                  <c:v>44036</c:v>
                </c:pt>
                <c:pt idx="3800">
                  <c:v>44039</c:v>
                </c:pt>
                <c:pt idx="3801">
                  <c:v>44040</c:v>
                </c:pt>
                <c:pt idx="3802">
                  <c:v>44041</c:v>
                </c:pt>
                <c:pt idx="3803">
                  <c:v>44042</c:v>
                </c:pt>
                <c:pt idx="3804">
                  <c:v>44043</c:v>
                </c:pt>
                <c:pt idx="3805">
                  <c:v>44046</c:v>
                </c:pt>
                <c:pt idx="3806">
                  <c:v>44047</c:v>
                </c:pt>
                <c:pt idx="3807">
                  <c:v>44048</c:v>
                </c:pt>
                <c:pt idx="3808">
                  <c:v>44049</c:v>
                </c:pt>
                <c:pt idx="3809">
                  <c:v>44050</c:v>
                </c:pt>
                <c:pt idx="3810">
                  <c:v>44053</c:v>
                </c:pt>
                <c:pt idx="3811">
                  <c:v>44054</c:v>
                </c:pt>
                <c:pt idx="3812">
                  <c:v>44055</c:v>
                </c:pt>
                <c:pt idx="3813">
                  <c:v>44056</c:v>
                </c:pt>
                <c:pt idx="3814">
                  <c:v>44057</c:v>
                </c:pt>
                <c:pt idx="3815">
                  <c:v>44060</c:v>
                </c:pt>
                <c:pt idx="3816">
                  <c:v>44061</c:v>
                </c:pt>
                <c:pt idx="3817">
                  <c:v>44062</c:v>
                </c:pt>
                <c:pt idx="3818">
                  <c:v>44063</c:v>
                </c:pt>
                <c:pt idx="3819">
                  <c:v>44064</c:v>
                </c:pt>
                <c:pt idx="3820">
                  <c:v>44067</c:v>
                </c:pt>
                <c:pt idx="3821">
                  <c:v>44068</c:v>
                </c:pt>
                <c:pt idx="3822">
                  <c:v>44069</c:v>
                </c:pt>
                <c:pt idx="3823">
                  <c:v>44070</c:v>
                </c:pt>
                <c:pt idx="3824">
                  <c:v>44071</c:v>
                </c:pt>
                <c:pt idx="3825">
                  <c:v>44074</c:v>
                </c:pt>
                <c:pt idx="3826">
                  <c:v>44075</c:v>
                </c:pt>
                <c:pt idx="3827">
                  <c:v>44076</c:v>
                </c:pt>
                <c:pt idx="3828">
                  <c:v>44077</c:v>
                </c:pt>
                <c:pt idx="3829">
                  <c:v>44078</c:v>
                </c:pt>
                <c:pt idx="3830">
                  <c:v>44081</c:v>
                </c:pt>
                <c:pt idx="3831">
                  <c:v>44082</c:v>
                </c:pt>
                <c:pt idx="3832">
                  <c:v>44083</c:v>
                </c:pt>
                <c:pt idx="3833">
                  <c:v>44084</c:v>
                </c:pt>
                <c:pt idx="3834">
                  <c:v>44085</c:v>
                </c:pt>
                <c:pt idx="3835">
                  <c:v>44088</c:v>
                </c:pt>
                <c:pt idx="3836">
                  <c:v>44089</c:v>
                </c:pt>
                <c:pt idx="3837">
                  <c:v>44090</c:v>
                </c:pt>
                <c:pt idx="3838">
                  <c:v>44091</c:v>
                </c:pt>
                <c:pt idx="3839">
                  <c:v>44092</c:v>
                </c:pt>
                <c:pt idx="3840">
                  <c:v>44095</c:v>
                </c:pt>
                <c:pt idx="3841">
                  <c:v>44096</c:v>
                </c:pt>
                <c:pt idx="3842">
                  <c:v>44097</c:v>
                </c:pt>
                <c:pt idx="3843">
                  <c:v>44098</c:v>
                </c:pt>
                <c:pt idx="3844">
                  <c:v>44099</c:v>
                </c:pt>
                <c:pt idx="3845">
                  <c:v>44102</c:v>
                </c:pt>
                <c:pt idx="3846">
                  <c:v>44103</c:v>
                </c:pt>
                <c:pt idx="3847">
                  <c:v>44104</c:v>
                </c:pt>
                <c:pt idx="3848">
                  <c:v>44105</c:v>
                </c:pt>
                <c:pt idx="3849">
                  <c:v>44106</c:v>
                </c:pt>
                <c:pt idx="3850">
                  <c:v>44109</c:v>
                </c:pt>
                <c:pt idx="3851">
                  <c:v>44110</c:v>
                </c:pt>
                <c:pt idx="3852">
                  <c:v>44111</c:v>
                </c:pt>
                <c:pt idx="3853">
                  <c:v>44112</c:v>
                </c:pt>
                <c:pt idx="3854">
                  <c:v>44113</c:v>
                </c:pt>
                <c:pt idx="3855">
                  <c:v>44116</c:v>
                </c:pt>
                <c:pt idx="3856">
                  <c:v>44117</c:v>
                </c:pt>
                <c:pt idx="3857">
                  <c:v>44118</c:v>
                </c:pt>
                <c:pt idx="3858">
                  <c:v>44119</c:v>
                </c:pt>
                <c:pt idx="3859">
                  <c:v>44120</c:v>
                </c:pt>
                <c:pt idx="3860">
                  <c:v>44123</c:v>
                </c:pt>
                <c:pt idx="3861">
                  <c:v>44124</c:v>
                </c:pt>
                <c:pt idx="3862">
                  <c:v>44125</c:v>
                </c:pt>
                <c:pt idx="3863">
                  <c:v>44126</c:v>
                </c:pt>
                <c:pt idx="3864">
                  <c:v>44127</c:v>
                </c:pt>
                <c:pt idx="3865">
                  <c:v>44130</c:v>
                </c:pt>
                <c:pt idx="3866">
                  <c:v>44131</c:v>
                </c:pt>
                <c:pt idx="3867">
                  <c:v>44132</c:v>
                </c:pt>
                <c:pt idx="3868">
                  <c:v>44133</c:v>
                </c:pt>
                <c:pt idx="3869">
                  <c:v>44134</c:v>
                </c:pt>
                <c:pt idx="3870">
                  <c:v>44137</c:v>
                </c:pt>
                <c:pt idx="3871">
                  <c:v>44138</c:v>
                </c:pt>
                <c:pt idx="3872">
                  <c:v>44139</c:v>
                </c:pt>
                <c:pt idx="3873">
                  <c:v>44140</c:v>
                </c:pt>
                <c:pt idx="3874">
                  <c:v>44141</c:v>
                </c:pt>
                <c:pt idx="3875">
                  <c:v>44144</c:v>
                </c:pt>
                <c:pt idx="3876">
                  <c:v>44145</c:v>
                </c:pt>
                <c:pt idx="3877">
                  <c:v>44146</c:v>
                </c:pt>
                <c:pt idx="3878">
                  <c:v>44147</c:v>
                </c:pt>
                <c:pt idx="3879">
                  <c:v>44148</c:v>
                </c:pt>
                <c:pt idx="3880">
                  <c:v>44151</c:v>
                </c:pt>
                <c:pt idx="3881">
                  <c:v>44152</c:v>
                </c:pt>
                <c:pt idx="3882">
                  <c:v>44153</c:v>
                </c:pt>
                <c:pt idx="3883">
                  <c:v>44154</c:v>
                </c:pt>
                <c:pt idx="3884">
                  <c:v>44155</c:v>
                </c:pt>
                <c:pt idx="3885">
                  <c:v>44158</c:v>
                </c:pt>
                <c:pt idx="3886">
                  <c:v>44159</c:v>
                </c:pt>
                <c:pt idx="3887">
                  <c:v>44160</c:v>
                </c:pt>
                <c:pt idx="3888">
                  <c:v>44161</c:v>
                </c:pt>
                <c:pt idx="3889">
                  <c:v>44162</c:v>
                </c:pt>
                <c:pt idx="3890">
                  <c:v>44165</c:v>
                </c:pt>
                <c:pt idx="3891">
                  <c:v>44166</c:v>
                </c:pt>
                <c:pt idx="3892">
                  <c:v>44167</c:v>
                </c:pt>
                <c:pt idx="3893">
                  <c:v>44168</c:v>
                </c:pt>
                <c:pt idx="3894">
                  <c:v>44169</c:v>
                </c:pt>
                <c:pt idx="3895">
                  <c:v>44172</c:v>
                </c:pt>
                <c:pt idx="3896">
                  <c:v>44173</c:v>
                </c:pt>
                <c:pt idx="3897">
                  <c:v>44174</c:v>
                </c:pt>
                <c:pt idx="3898">
                  <c:v>44175</c:v>
                </c:pt>
                <c:pt idx="3899">
                  <c:v>44176</c:v>
                </c:pt>
                <c:pt idx="3900">
                  <c:v>44179</c:v>
                </c:pt>
                <c:pt idx="3901">
                  <c:v>44180</c:v>
                </c:pt>
                <c:pt idx="3902">
                  <c:v>44181</c:v>
                </c:pt>
                <c:pt idx="3903">
                  <c:v>44182</c:v>
                </c:pt>
                <c:pt idx="3904">
                  <c:v>44183</c:v>
                </c:pt>
                <c:pt idx="3905">
                  <c:v>44186</c:v>
                </c:pt>
                <c:pt idx="3906">
                  <c:v>44187</c:v>
                </c:pt>
                <c:pt idx="3907">
                  <c:v>44188</c:v>
                </c:pt>
                <c:pt idx="3908">
                  <c:v>44189</c:v>
                </c:pt>
                <c:pt idx="3909">
                  <c:v>44190</c:v>
                </c:pt>
                <c:pt idx="3910">
                  <c:v>44193</c:v>
                </c:pt>
                <c:pt idx="3911">
                  <c:v>44194</c:v>
                </c:pt>
                <c:pt idx="3912">
                  <c:v>44195</c:v>
                </c:pt>
                <c:pt idx="3913">
                  <c:v>44196</c:v>
                </c:pt>
                <c:pt idx="3914">
                  <c:v>44197</c:v>
                </c:pt>
                <c:pt idx="3915">
                  <c:v>44200</c:v>
                </c:pt>
                <c:pt idx="3916">
                  <c:v>44201</c:v>
                </c:pt>
                <c:pt idx="3917">
                  <c:v>44202</c:v>
                </c:pt>
                <c:pt idx="3918">
                  <c:v>44203</c:v>
                </c:pt>
                <c:pt idx="3919">
                  <c:v>44204</c:v>
                </c:pt>
                <c:pt idx="3920">
                  <c:v>44207</c:v>
                </c:pt>
                <c:pt idx="3921">
                  <c:v>44208</c:v>
                </c:pt>
                <c:pt idx="3922">
                  <c:v>44209</c:v>
                </c:pt>
                <c:pt idx="3923">
                  <c:v>44210</c:v>
                </c:pt>
                <c:pt idx="3924">
                  <c:v>44211</c:v>
                </c:pt>
                <c:pt idx="3925">
                  <c:v>44214</c:v>
                </c:pt>
                <c:pt idx="3926">
                  <c:v>44215</c:v>
                </c:pt>
                <c:pt idx="3927">
                  <c:v>44216</c:v>
                </c:pt>
                <c:pt idx="3928">
                  <c:v>44217</c:v>
                </c:pt>
                <c:pt idx="3929">
                  <c:v>44218</c:v>
                </c:pt>
                <c:pt idx="3930">
                  <c:v>44221</c:v>
                </c:pt>
                <c:pt idx="3931">
                  <c:v>44222</c:v>
                </c:pt>
                <c:pt idx="3932">
                  <c:v>44223</c:v>
                </c:pt>
                <c:pt idx="3933">
                  <c:v>44224</c:v>
                </c:pt>
                <c:pt idx="3934">
                  <c:v>44225</c:v>
                </c:pt>
                <c:pt idx="3935">
                  <c:v>44228</c:v>
                </c:pt>
                <c:pt idx="3936">
                  <c:v>44229</c:v>
                </c:pt>
                <c:pt idx="3937">
                  <c:v>44230</c:v>
                </c:pt>
                <c:pt idx="3938">
                  <c:v>44231</c:v>
                </c:pt>
                <c:pt idx="3939">
                  <c:v>44232</c:v>
                </c:pt>
                <c:pt idx="3940">
                  <c:v>44235</c:v>
                </c:pt>
                <c:pt idx="3941">
                  <c:v>44236</c:v>
                </c:pt>
                <c:pt idx="3942">
                  <c:v>44237</c:v>
                </c:pt>
                <c:pt idx="3943">
                  <c:v>44238</c:v>
                </c:pt>
                <c:pt idx="3944">
                  <c:v>44239</c:v>
                </c:pt>
                <c:pt idx="3945">
                  <c:v>44242</c:v>
                </c:pt>
                <c:pt idx="3946">
                  <c:v>44243</c:v>
                </c:pt>
                <c:pt idx="3947">
                  <c:v>44244</c:v>
                </c:pt>
                <c:pt idx="3948">
                  <c:v>44245</c:v>
                </c:pt>
                <c:pt idx="3949">
                  <c:v>44246</c:v>
                </c:pt>
                <c:pt idx="3950">
                  <c:v>44249</c:v>
                </c:pt>
                <c:pt idx="3951">
                  <c:v>44250</c:v>
                </c:pt>
                <c:pt idx="3952">
                  <c:v>44251</c:v>
                </c:pt>
                <c:pt idx="3953">
                  <c:v>44252</c:v>
                </c:pt>
                <c:pt idx="3954">
                  <c:v>44253</c:v>
                </c:pt>
                <c:pt idx="3955">
                  <c:v>44256</c:v>
                </c:pt>
                <c:pt idx="3956">
                  <c:v>44257</c:v>
                </c:pt>
                <c:pt idx="3957">
                  <c:v>44258</c:v>
                </c:pt>
                <c:pt idx="3958">
                  <c:v>44259</c:v>
                </c:pt>
                <c:pt idx="3959">
                  <c:v>44260</c:v>
                </c:pt>
                <c:pt idx="3960">
                  <c:v>44263</c:v>
                </c:pt>
                <c:pt idx="3961">
                  <c:v>44264</c:v>
                </c:pt>
                <c:pt idx="3962">
                  <c:v>44265</c:v>
                </c:pt>
                <c:pt idx="3963">
                  <c:v>44266</c:v>
                </c:pt>
                <c:pt idx="3964">
                  <c:v>44267</c:v>
                </c:pt>
                <c:pt idx="3965">
                  <c:v>44270</c:v>
                </c:pt>
                <c:pt idx="3966">
                  <c:v>44271</c:v>
                </c:pt>
                <c:pt idx="3967">
                  <c:v>44272</c:v>
                </c:pt>
                <c:pt idx="3968">
                  <c:v>44273</c:v>
                </c:pt>
                <c:pt idx="3969">
                  <c:v>44274</c:v>
                </c:pt>
                <c:pt idx="3970">
                  <c:v>44277</c:v>
                </c:pt>
                <c:pt idx="3971">
                  <c:v>44278</c:v>
                </c:pt>
                <c:pt idx="3972">
                  <c:v>44279</c:v>
                </c:pt>
                <c:pt idx="3973">
                  <c:v>44280</c:v>
                </c:pt>
                <c:pt idx="3974">
                  <c:v>44281</c:v>
                </c:pt>
                <c:pt idx="3975">
                  <c:v>44284</c:v>
                </c:pt>
                <c:pt idx="3976">
                  <c:v>44285</c:v>
                </c:pt>
                <c:pt idx="3977">
                  <c:v>44286</c:v>
                </c:pt>
                <c:pt idx="3978">
                  <c:v>44287</c:v>
                </c:pt>
                <c:pt idx="3979">
                  <c:v>44288</c:v>
                </c:pt>
                <c:pt idx="3980">
                  <c:v>44291</c:v>
                </c:pt>
                <c:pt idx="3981">
                  <c:v>44292</c:v>
                </c:pt>
                <c:pt idx="3982">
                  <c:v>44293</c:v>
                </c:pt>
                <c:pt idx="3983">
                  <c:v>44294</c:v>
                </c:pt>
                <c:pt idx="3984">
                  <c:v>44295</c:v>
                </c:pt>
                <c:pt idx="3985">
                  <c:v>44298</c:v>
                </c:pt>
                <c:pt idx="3986">
                  <c:v>44299</c:v>
                </c:pt>
                <c:pt idx="3987">
                  <c:v>44300</c:v>
                </c:pt>
                <c:pt idx="3988">
                  <c:v>44301</c:v>
                </c:pt>
                <c:pt idx="3989">
                  <c:v>44302</c:v>
                </c:pt>
                <c:pt idx="3990">
                  <c:v>44305</c:v>
                </c:pt>
                <c:pt idx="3991">
                  <c:v>44306</c:v>
                </c:pt>
                <c:pt idx="3992">
                  <c:v>44307</c:v>
                </c:pt>
                <c:pt idx="3993">
                  <c:v>44308</c:v>
                </c:pt>
                <c:pt idx="3994">
                  <c:v>44309</c:v>
                </c:pt>
                <c:pt idx="3995">
                  <c:v>44312</c:v>
                </c:pt>
                <c:pt idx="3996">
                  <c:v>44313</c:v>
                </c:pt>
                <c:pt idx="3997">
                  <c:v>44314</c:v>
                </c:pt>
                <c:pt idx="3998">
                  <c:v>44315</c:v>
                </c:pt>
                <c:pt idx="3999">
                  <c:v>44316</c:v>
                </c:pt>
                <c:pt idx="4000">
                  <c:v>44319</c:v>
                </c:pt>
                <c:pt idx="4001">
                  <c:v>44320</c:v>
                </c:pt>
                <c:pt idx="4002">
                  <c:v>44321</c:v>
                </c:pt>
                <c:pt idx="4003">
                  <c:v>44322</c:v>
                </c:pt>
                <c:pt idx="4004">
                  <c:v>44323</c:v>
                </c:pt>
                <c:pt idx="4005">
                  <c:v>44326</c:v>
                </c:pt>
                <c:pt idx="4006">
                  <c:v>44327</c:v>
                </c:pt>
                <c:pt idx="4007">
                  <c:v>44328</c:v>
                </c:pt>
                <c:pt idx="4008">
                  <c:v>44329</c:v>
                </c:pt>
                <c:pt idx="4009">
                  <c:v>44330</c:v>
                </c:pt>
                <c:pt idx="4010">
                  <c:v>44333</c:v>
                </c:pt>
                <c:pt idx="4011">
                  <c:v>44334</c:v>
                </c:pt>
                <c:pt idx="4012">
                  <c:v>44335</c:v>
                </c:pt>
                <c:pt idx="4013">
                  <c:v>44336</c:v>
                </c:pt>
                <c:pt idx="4014">
                  <c:v>44337</c:v>
                </c:pt>
                <c:pt idx="4015">
                  <c:v>44340</c:v>
                </c:pt>
                <c:pt idx="4016">
                  <c:v>44341</c:v>
                </c:pt>
                <c:pt idx="4017">
                  <c:v>44342</c:v>
                </c:pt>
                <c:pt idx="4018">
                  <c:v>44343</c:v>
                </c:pt>
                <c:pt idx="4019">
                  <c:v>44344</c:v>
                </c:pt>
                <c:pt idx="4020">
                  <c:v>44347</c:v>
                </c:pt>
                <c:pt idx="4021">
                  <c:v>44348</c:v>
                </c:pt>
                <c:pt idx="4022">
                  <c:v>44349</c:v>
                </c:pt>
                <c:pt idx="4023">
                  <c:v>44350</c:v>
                </c:pt>
                <c:pt idx="4024">
                  <c:v>44351</c:v>
                </c:pt>
                <c:pt idx="4025">
                  <c:v>44354</c:v>
                </c:pt>
                <c:pt idx="4026">
                  <c:v>44355</c:v>
                </c:pt>
                <c:pt idx="4027">
                  <c:v>44356</c:v>
                </c:pt>
                <c:pt idx="4028">
                  <c:v>44357</c:v>
                </c:pt>
                <c:pt idx="4029">
                  <c:v>44358</c:v>
                </c:pt>
                <c:pt idx="4030">
                  <c:v>44361</c:v>
                </c:pt>
                <c:pt idx="4031">
                  <c:v>44362</c:v>
                </c:pt>
                <c:pt idx="4032">
                  <c:v>44363</c:v>
                </c:pt>
                <c:pt idx="4033">
                  <c:v>44364</c:v>
                </c:pt>
                <c:pt idx="4034">
                  <c:v>44365</c:v>
                </c:pt>
                <c:pt idx="4035">
                  <c:v>44368</c:v>
                </c:pt>
                <c:pt idx="4036">
                  <c:v>44369</c:v>
                </c:pt>
                <c:pt idx="4037">
                  <c:v>44370</c:v>
                </c:pt>
                <c:pt idx="4038">
                  <c:v>44371</c:v>
                </c:pt>
                <c:pt idx="4039">
                  <c:v>44372</c:v>
                </c:pt>
                <c:pt idx="4040">
                  <c:v>44375</c:v>
                </c:pt>
                <c:pt idx="4041">
                  <c:v>44376</c:v>
                </c:pt>
                <c:pt idx="4042">
                  <c:v>44377</c:v>
                </c:pt>
                <c:pt idx="4043">
                  <c:v>44378</c:v>
                </c:pt>
                <c:pt idx="4044">
                  <c:v>44379</c:v>
                </c:pt>
                <c:pt idx="4045">
                  <c:v>44382</c:v>
                </c:pt>
                <c:pt idx="4046">
                  <c:v>44383</c:v>
                </c:pt>
                <c:pt idx="4047">
                  <c:v>44384</c:v>
                </c:pt>
                <c:pt idx="4048">
                  <c:v>44385</c:v>
                </c:pt>
                <c:pt idx="4049">
                  <c:v>44386</c:v>
                </c:pt>
                <c:pt idx="4050">
                  <c:v>44389</c:v>
                </c:pt>
                <c:pt idx="4051">
                  <c:v>44390</c:v>
                </c:pt>
                <c:pt idx="4052">
                  <c:v>44391</c:v>
                </c:pt>
                <c:pt idx="4053">
                  <c:v>44392</c:v>
                </c:pt>
                <c:pt idx="4054">
                  <c:v>44393</c:v>
                </c:pt>
                <c:pt idx="4055">
                  <c:v>44396</c:v>
                </c:pt>
                <c:pt idx="4056">
                  <c:v>44397</c:v>
                </c:pt>
                <c:pt idx="4057">
                  <c:v>44398</c:v>
                </c:pt>
                <c:pt idx="4058">
                  <c:v>44399</c:v>
                </c:pt>
                <c:pt idx="4059">
                  <c:v>44400</c:v>
                </c:pt>
                <c:pt idx="4060">
                  <c:v>44403</c:v>
                </c:pt>
                <c:pt idx="4061">
                  <c:v>44404</c:v>
                </c:pt>
                <c:pt idx="4062">
                  <c:v>44405</c:v>
                </c:pt>
                <c:pt idx="4063">
                  <c:v>44406</c:v>
                </c:pt>
                <c:pt idx="4064">
                  <c:v>44407</c:v>
                </c:pt>
                <c:pt idx="4065">
                  <c:v>44410</c:v>
                </c:pt>
                <c:pt idx="4066">
                  <c:v>44411</c:v>
                </c:pt>
                <c:pt idx="4067">
                  <c:v>44412</c:v>
                </c:pt>
                <c:pt idx="4068">
                  <c:v>44413</c:v>
                </c:pt>
                <c:pt idx="4069">
                  <c:v>44414</c:v>
                </c:pt>
                <c:pt idx="4070">
                  <c:v>44417</c:v>
                </c:pt>
                <c:pt idx="4071">
                  <c:v>44418</c:v>
                </c:pt>
                <c:pt idx="4072">
                  <c:v>44419</c:v>
                </c:pt>
                <c:pt idx="4073">
                  <c:v>44420</c:v>
                </c:pt>
                <c:pt idx="4074">
                  <c:v>44421</c:v>
                </c:pt>
                <c:pt idx="4075">
                  <c:v>44424</c:v>
                </c:pt>
                <c:pt idx="4076">
                  <c:v>44425</c:v>
                </c:pt>
                <c:pt idx="4077">
                  <c:v>44426</c:v>
                </c:pt>
                <c:pt idx="4078">
                  <c:v>44427</c:v>
                </c:pt>
                <c:pt idx="4079">
                  <c:v>44428</c:v>
                </c:pt>
                <c:pt idx="4080">
                  <c:v>44431</c:v>
                </c:pt>
                <c:pt idx="4081">
                  <c:v>44432</c:v>
                </c:pt>
                <c:pt idx="4082">
                  <c:v>44433</c:v>
                </c:pt>
                <c:pt idx="4083">
                  <c:v>44434</c:v>
                </c:pt>
                <c:pt idx="4084">
                  <c:v>44435</c:v>
                </c:pt>
                <c:pt idx="4085">
                  <c:v>44438</c:v>
                </c:pt>
                <c:pt idx="4086">
                  <c:v>44439</c:v>
                </c:pt>
                <c:pt idx="4087">
                  <c:v>44440</c:v>
                </c:pt>
                <c:pt idx="4088">
                  <c:v>44441</c:v>
                </c:pt>
                <c:pt idx="4089">
                  <c:v>44442</c:v>
                </c:pt>
                <c:pt idx="4090">
                  <c:v>44445</c:v>
                </c:pt>
                <c:pt idx="4091">
                  <c:v>44446</c:v>
                </c:pt>
                <c:pt idx="4092">
                  <c:v>44447</c:v>
                </c:pt>
                <c:pt idx="4093">
                  <c:v>44448</c:v>
                </c:pt>
                <c:pt idx="4094">
                  <c:v>44449</c:v>
                </c:pt>
                <c:pt idx="4095">
                  <c:v>44452</c:v>
                </c:pt>
                <c:pt idx="4096">
                  <c:v>44453</c:v>
                </c:pt>
                <c:pt idx="4097">
                  <c:v>44454</c:v>
                </c:pt>
                <c:pt idx="4098">
                  <c:v>44455</c:v>
                </c:pt>
                <c:pt idx="4099">
                  <c:v>44456</c:v>
                </c:pt>
                <c:pt idx="4100">
                  <c:v>44459</c:v>
                </c:pt>
                <c:pt idx="4101">
                  <c:v>44460</c:v>
                </c:pt>
                <c:pt idx="4102">
                  <c:v>44461</c:v>
                </c:pt>
                <c:pt idx="4103">
                  <c:v>44462</c:v>
                </c:pt>
                <c:pt idx="4104">
                  <c:v>44463</c:v>
                </c:pt>
                <c:pt idx="4105">
                  <c:v>44466</c:v>
                </c:pt>
                <c:pt idx="4106">
                  <c:v>44467</c:v>
                </c:pt>
                <c:pt idx="4107">
                  <c:v>44468</c:v>
                </c:pt>
                <c:pt idx="4108">
                  <c:v>44469</c:v>
                </c:pt>
                <c:pt idx="4109">
                  <c:v>44470</c:v>
                </c:pt>
                <c:pt idx="4110">
                  <c:v>44473</c:v>
                </c:pt>
                <c:pt idx="4111">
                  <c:v>44474</c:v>
                </c:pt>
                <c:pt idx="4112">
                  <c:v>44475</c:v>
                </c:pt>
                <c:pt idx="4113">
                  <c:v>44476</c:v>
                </c:pt>
                <c:pt idx="4114">
                  <c:v>44477</c:v>
                </c:pt>
                <c:pt idx="4115">
                  <c:v>44480</c:v>
                </c:pt>
                <c:pt idx="4116">
                  <c:v>44481</c:v>
                </c:pt>
                <c:pt idx="4117">
                  <c:v>44482</c:v>
                </c:pt>
                <c:pt idx="4118">
                  <c:v>44483</c:v>
                </c:pt>
                <c:pt idx="4119">
                  <c:v>44484</c:v>
                </c:pt>
                <c:pt idx="4120">
                  <c:v>44487</c:v>
                </c:pt>
                <c:pt idx="4121">
                  <c:v>44488</c:v>
                </c:pt>
                <c:pt idx="4122">
                  <c:v>44489</c:v>
                </c:pt>
                <c:pt idx="4123">
                  <c:v>44490</c:v>
                </c:pt>
                <c:pt idx="4124">
                  <c:v>44491</c:v>
                </c:pt>
                <c:pt idx="4125">
                  <c:v>44494</c:v>
                </c:pt>
                <c:pt idx="4126">
                  <c:v>44495</c:v>
                </c:pt>
                <c:pt idx="4127">
                  <c:v>44496</c:v>
                </c:pt>
                <c:pt idx="4128">
                  <c:v>44497</c:v>
                </c:pt>
                <c:pt idx="4129">
                  <c:v>44498</c:v>
                </c:pt>
                <c:pt idx="4130">
                  <c:v>44501</c:v>
                </c:pt>
                <c:pt idx="4131">
                  <c:v>44502</c:v>
                </c:pt>
                <c:pt idx="4132">
                  <c:v>44503</c:v>
                </c:pt>
                <c:pt idx="4133">
                  <c:v>44504</c:v>
                </c:pt>
                <c:pt idx="4134">
                  <c:v>44505</c:v>
                </c:pt>
                <c:pt idx="4135">
                  <c:v>44508</c:v>
                </c:pt>
                <c:pt idx="4136">
                  <c:v>44509</c:v>
                </c:pt>
                <c:pt idx="4137">
                  <c:v>44510</c:v>
                </c:pt>
                <c:pt idx="4138">
                  <c:v>44511</c:v>
                </c:pt>
                <c:pt idx="4139">
                  <c:v>44512</c:v>
                </c:pt>
                <c:pt idx="4140">
                  <c:v>44515</c:v>
                </c:pt>
                <c:pt idx="4141">
                  <c:v>44516</c:v>
                </c:pt>
                <c:pt idx="4142">
                  <c:v>44517</c:v>
                </c:pt>
                <c:pt idx="4143">
                  <c:v>44518</c:v>
                </c:pt>
                <c:pt idx="4144">
                  <c:v>44519</c:v>
                </c:pt>
                <c:pt idx="4145">
                  <c:v>44522</c:v>
                </c:pt>
                <c:pt idx="4146">
                  <c:v>44523</c:v>
                </c:pt>
                <c:pt idx="4147">
                  <c:v>44524</c:v>
                </c:pt>
                <c:pt idx="4148">
                  <c:v>44525</c:v>
                </c:pt>
                <c:pt idx="4149">
                  <c:v>44526</c:v>
                </c:pt>
                <c:pt idx="4150">
                  <c:v>44529</c:v>
                </c:pt>
                <c:pt idx="4151">
                  <c:v>44530</c:v>
                </c:pt>
                <c:pt idx="4152">
                  <c:v>44531</c:v>
                </c:pt>
                <c:pt idx="4153">
                  <c:v>44532</c:v>
                </c:pt>
                <c:pt idx="4154">
                  <c:v>44533</c:v>
                </c:pt>
                <c:pt idx="4155">
                  <c:v>44536</c:v>
                </c:pt>
                <c:pt idx="4156">
                  <c:v>44537</c:v>
                </c:pt>
                <c:pt idx="4157">
                  <c:v>44538</c:v>
                </c:pt>
                <c:pt idx="4158">
                  <c:v>44539</c:v>
                </c:pt>
                <c:pt idx="4159">
                  <c:v>44540</c:v>
                </c:pt>
                <c:pt idx="4160">
                  <c:v>44543</c:v>
                </c:pt>
                <c:pt idx="4161">
                  <c:v>44544</c:v>
                </c:pt>
                <c:pt idx="4162">
                  <c:v>44545</c:v>
                </c:pt>
                <c:pt idx="4163">
                  <c:v>44546</c:v>
                </c:pt>
                <c:pt idx="4164">
                  <c:v>44547</c:v>
                </c:pt>
                <c:pt idx="4165">
                  <c:v>44550</c:v>
                </c:pt>
                <c:pt idx="4166">
                  <c:v>44551</c:v>
                </c:pt>
                <c:pt idx="4167">
                  <c:v>44552</c:v>
                </c:pt>
                <c:pt idx="4168">
                  <c:v>44553</c:v>
                </c:pt>
                <c:pt idx="4169">
                  <c:v>44554</c:v>
                </c:pt>
                <c:pt idx="4170">
                  <c:v>44557</c:v>
                </c:pt>
                <c:pt idx="4171">
                  <c:v>44558</c:v>
                </c:pt>
                <c:pt idx="4172">
                  <c:v>44559</c:v>
                </c:pt>
                <c:pt idx="4173">
                  <c:v>44560</c:v>
                </c:pt>
                <c:pt idx="4174">
                  <c:v>44561</c:v>
                </c:pt>
                <c:pt idx="4175">
                  <c:v>44564</c:v>
                </c:pt>
                <c:pt idx="4176">
                  <c:v>44565</c:v>
                </c:pt>
                <c:pt idx="4177">
                  <c:v>44566</c:v>
                </c:pt>
                <c:pt idx="4178">
                  <c:v>44567</c:v>
                </c:pt>
                <c:pt idx="4179">
                  <c:v>44568</c:v>
                </c:pt>
                <c:pt idx="4180">
                  <c:v>44571</c:v>
                </c:pt>
                <c:pt idx="4181">
                  <c:v>44572</c:v>
                </c:pt>
                <c:pt idx="4182">
                  <c:v>44573</c:v>
                </c:pt>
                <c:pt idx="4183">
                  <c:v>44574</c:v>
                </c:pt>
                <c:pt idx="4184">
                  <c:v>44575</c:v>
                </c:pt>
                <c:pt idx="4185">
                  <c:v>44578</c:v>
                </c:pt>
                <c:pt idx="4186">
                  <c:v>44579</c:v>
                </c:pt>
                <c:pt idx="4187">
                  <c:v>44580</c:v>
                </c:pt>
                <c:pt idx="4188">
                  <c:v>44581</c:v>
                </c:pt>
                <c:pt idx="4189">
                  <c:v>44582</c:v>
                </c:pt>
                <c:pt idx="4190">
                  <c:v>44585</c:v>
                </c:pt>
                <c:pt idx="4191">
                  <c:v>44586</c:v>
                </c:pt>
                <c:pt idx="4192">
                  <c:v>44587</c:v>
                </c:pt>
                <c:pt idx="4193">
                  <c:v>44588</c:v>
                </c:pt>
                <c:pt idx="4194">
                  <c:v>44589</c:v>
                </c:pt>
                <c:pt idx="4195">
                  <c:v>44592</c:v>
                </c:pt>
                <c:pt idx="4196">
                  <c:v>44593</c:v>
                </c:pt>
                <c:pt idx="4197">
                  <c:v>44594</c:v>
                </c:pt>
                <c:pt idx="4198">
                  <c:v>44595</c:v>
                </c:pt>
                <c:pt idx="4199">
                  <c:v>44596</c:v>
                </c:pt>
                <c:pt idx="4200">
                  <c:v>44599</c:v>
                </c:pt>
                <c:pt idx="4201">
                  <c:v>44600</c:v>
                </c:pt>
                <c:pt idx="4202">
                  <c:v>44601</c:v>
                </c:pt>
                <c:pt idx="4203">
                  <c:v>44602</c:v>
                </c:pt>
                <c:pt idx="4204">
                  <c:v>44603</c:v>
                </c:pt>
                <c:pt idx="4205">
                  <c:v>44606</c:v>
                </c:pt>
                <c:pt idx="4206">
                  <c:v>44607</c:v>
                </c:pt>
                <c:pt idx="4207">
                  <c:v>44608</c:v>
                </c:pt>
                <c:pt idx="4208">
                  <c:v>44609</c:v>
                </c:pt>
                <c:pt idx="4209">
                  <c:v>44610</c:v>
                </c:pt>
                <c:pt idx="4210">
                  <c:v>44613</c:v>
                </c:pt>
                <c:pt idx="4211">
                  <c:v>44614</c:v>
                </c:pt>
                <c:pt idx="4212">
                  <c:v>44615</c:v>
                </c:pt>
                <c:pt idx="4213">
                  <c:v>44616</c:v>
                </c:pt>
                <c:pt idx="4214">
                  <c:v>44617</c:v>
                </c:pt>
                <c:pt idx="4215">
                  <c:v>44620</c:v>
                </c:pt>
                <c:pt idx="4216">
                  <c:v>44621</c:v>
                </c:pt>
                <c:pt idx="4217">
                  <c:v>44622</c:v>
                </c:pt>
                <c:pt idx="4218">
                  <c:v>44623</c:v>
                </c:pt>
                <c:pt idx="4219">
                  <c:v>44624</c:v>
                </c:pt>
                <c:pt idx="4220">
                  <c:v>44627</c:v>
                </c:pt>
                <c:pt idx="4221">
                  <c:v>44628</c:v>
                </c:pt>
                <c:pt idx="4222">
                  <c:v>44629</c:v>
                </c:pt>
                <c:pt idx="4223">
                  <c:v>44630</c:v>
                </c:pt>
                <c:pt idx="4224">
                  <c:v>44631</c:v>
                </c:pt>
                <c:pt idx="4225">
                  <c:v>44634</c:v>
                </c:pt>
                <c:pt idx="4226">
                  <c:v>44635</c:v>
                </c:pt>
                <c:pt idx="4227">
                  <c:v>44636</c:v>
                </c:pt>
                <c:pt idx="4228">
                  <c:v>44637</c:v>
                </c:pt>
                <c:pt idx="4229">
                  <c:v>44638</c:v>
                </c:pt>
                <c:pt idx="4230">
                  <c:v>44641</c:v>
                </c:pt>
                <c:pt idx="4231">
                  <c:v>44642</c:v>
                </c:pt>
                <c:pt idx="4232">
                  <c:v>44643</c:v>
                </c:pt>
                <c:pt idx="4233">
                  <c:v>44644</c:v>
                </c:pt>
                <c:pt idx="4234">
                  <c:v>44645</c:v>
                </c:pt>
                <c:pt idx="4235">
                  <c:v>44648</c:v>
                </c:pt>
                <c:pt idx="4236">
                  <c:v>44649</c:v>
                </c:pt>
                <c:pt idx="4237">
                  <c:v>44650</c:v>
                </c:pt>
                <c:pt idx="4238">
                  <c:v>44651</c:v>
                </c:pt>
                <c:pt idx="4239">
                  <c:v>44652</c:v>
                </c:pt>
                <c:pt idx="4240">
                  <c:v>44655</c:v>
                </c:pt>
                <c:pt idx="4241">
                  <c:v>44656</c:v>
                </c:pt>
                <c:pt idx="4242">
                  <c:v>44657</c:v>
                </c:pt>
                <c:pt idx="4243">
                  <c:v>44658</c:v>
                </c:pt>
                <c:pt idx="4244">
                  <c:v>44659</c:v>
                </c:pt>
                <c:pt idx="4245">
                  <c:v>44662</c:v>
                </c:pt>
                <c:pt idx="4246">
                  <c:v>44663</c:v>
                </c:pt>
                <c:pt idx="4247">
                  <c:v>44664</c:v>
                </c:pt>
                <c:pt idx="4248">
                  <c:v>44665</c:v>
                </c:pt>
                <c:pt idx="4249">
                  <c:v>44666</c:v>
                </c:pt>
                <c:pt idx="4250">
                  <c:v>44669</c:v>
                </c:pt>
                <c:pt idx="4251">
                  <c:v>44670</c:v>
                </c:pt>
                <c:pt idx="4252">
                  <c:v>44671</c:v>
                </c:pt>
                <c:pt idx="4253">
                  <c:v>44672</c:v>
                </c:pt>
                <c:pt idx="4254">
                  <c:v>44673</c:v>
                </c:pt>
                <c:pt idx="4255">
                  <c:v>44676</c:v>
                </c:pt>
                <c:pt idx="4256">
                  <c:v>44677</c:v>
                </c:pt>
                <c:pt idx="4257">
                  <c:v>44678</c:v>
                </c:pt>
                <c:pt idx="4258">
                  <c:v>44679</c:v>
                </c:pt>
                <c:pt idx="4259">
                  <c:v>44680</c:v>
                </c:pt>
                <c:pt idx="4260">
                  <c:v>44683</c:v>
                </c:pt>
                <c:pt idx="4261">
                  <c:v>44684</c:v>
                </c:pt>
                <c:pt idx="4262">
                  <c:v>44685</c:v>
                </c:pt>
                <c:pt idx="4263">
                  <c:v>44686</c:v>
                </c:pt>
                <c:pt idx="4264">
                  <c:v>44687</c:v>
                </c:pt>
                <c:pt idx="4265">
                  <c:v>44690</c:v>
                </c:pt>
                <c:pt idx="4266">
                  <c:v>44691</c:v>
                </c:pt>
                <c:pt idx="4267">
                  <c:v>44692</c:v>
                </c:pt>
                <c:pt idx="4268">
                  <c:v>44693</c:v>
                </c:pt>
                <c:pt idx="4269">
                  <c:v>44694</c:v>
                </c:pt>
                <c:pt idx="4270">
                  <c:v>44697</c:v>
                </c:pt>
                <c:pt idx="4271">
                  <c:v>44698</c:v>
                </c:pt>
                <c:pt idx="4272">
                  <c:v>44699</c:v>
                </c:pt>
                <c:pt idx="4273">
                  <c:v>44700</c:v>
                </c:pt>
                <c:pt idx="4274">
                  <c:v>44701</c:v>
                </c:pt>
                <c:pt idx="4275">
                  <c:v>44704</c:v>
                </c:pt>
                <c:pt idx="4276">
                  <c:v>44705</c:v>
                </c:pt>
                <c:pt idx="4277">
                  <c:v>44706</c:v>
                </c:pt>
                <c:pt idx="4278">
                  <c:v>44707</c:v>
                </c:pt>
                <c:pt idx="4279">
                  <c:v>44708</c:v>
                </c:pt>
                <c:pt idx="4280">
                  <c:v>44711</c:v>
                </c:pt>
                <c:pt idx="4281">
                  <c:v>44712</c:v>
                </c:pt>
                <c:pt idx="4282">
                  <c:v>44713</c:v>
                </c:pt>
                <c:pt idx="4283">
                  <c:v>44714</c:v>
                </c:pt>
                <c:pt idx="4284">
                  <c:v>44715</c:v>
                </c:pt>
                <c:pt idx="4285">
                  <c:v>44718</c:v>
                </c:pt>
                <c:pt idx="4286">
                  <c:v>44719</c:v>
                </c:pt>
                <c:pt idx="4287">
                  <c:v>44720</c:v>
                </c:pt>
                <c:pt idx="4288">
                  <c:v>44721</c:v>
                </c:pt>
                <c:pt idx="4289">
                  <c:v>44722</c:v>
                </c:pt>
                <c:pt idx="4290">
                  <c:v>44725</c:v>
                </c:pt>
                <c:pt idx="4291">
                  <c:v>44726</c:v>
                </c:pt>
                <c:pt idx="4292">
                  <c:v>44727</c:v>
                </c:pt>
                <c:pt idx="4293">
                  <c:v>44728</c:v>
                </c:pt>
                <c:pt idx="4294">
                  <c:v>44729</c:v>
                </c:pt>
                <c:pt idx="4295">
                  <c:v>44732</c:v>
                </c:pt>
                <c:pt idx="4296">
                  <c:v>44733</c:v>
                </c:pt>
                <c:pt idx="4297">
                  <c:v>44734</c:v>
                </c:pt>
                <c:pt idx="4298">
                  <c:v>44735</c:v>
                </c:pt>
                <c:pt idx="4299">
                  <c:v>44736</c:v>
                </c:pt>
                <c:pt idx="4300">
                  <c:v>44739</c:v>
                </c:pt>
                <c:pt idx="4301">
                  <c:v>44740</c:v>
                </c:pt>
                <c:pt idx="4302">
                  <c:v>44741</c:v>
                </c:pt>
                <c:pt idx="4303">
                  <c:v>44742</c:v>
                </c:pt>
                <c:pt idx="4304">
                  <c:v>44743</c:v>
                </c:pt>
                <c:pt idx="4305">
                  <c:v>44746</c:v>
                </c:pt>
                <c:pt idx="4306">
                  <c:v>44747</c:v>
                </c:pt>
                <c:pt idx="4307">
                  <c:v>44748</c:v>
                </c:pt>
                <c:pt idx="4308">
                  <c:v>44749</c:v>
                </c:pt>
                <c:pt idx="4309">
                  <c:v>44750</c:v>
                </c:pt>
                <c:pt idx="4310">
                  <c:v>44753</c:v>
                </c:pt>
                <c:pt idx="4311">
                  <c:v>44754</c:v>
                </c:pt>
                <c:pt idx="4312">
                  <c:v>44755</c:v>
                </c:pt>
                <c:pt idx="4313">
                  <c:v>44756</c:v>
                </c:pt>
                <c:pt idx="4314">
                  <c:v>44757</c:v>
                </c:pt>
                <c:pt idx="4315">
                  <c:v>44760</c:v>
                </c:pt>
                <c:pt idx="4316">
                  <c:v>44761</c:v>
                </c:pt>
                <c:pt idx="4317">
                  <c:v>44762</c:v>
                </c:pt>
                <c:pt idx="4318">
                  <c:v>44763</c:v>
                </c:pt>
                <c:pt idx="4319">
                  <c:v>44764</c:v>
                </c:pt>
                <c:pt idx="4320">
                  <c:v>44767</c:v>
                </c:pt>
                <c:pt idx="4321">
                  <c:v>44768</c:v>
                </c:pt>
                <c:pt idx="4322">
                  <c:v>44769</c:v>
                </c:pt>
                <c:pt idx="4323">
                  <c:v>44770</c:v>
                </c:pt>
                <c:pt idx="4324">
                  <c:v>44771</c:v>
                </c:pt>
                <c:pt idx="4325">
                  <c:v>44774</c:v>
                </c:pt>
                <c:pt idx="4326">
                  <c:v>44775</c:v>
                </c:pt>
                <c:pt idx="4327">
                  <c:v>44776</c:v>
                </c:pt>
                <c:pt idx="4328">
                  <c:v>44777</c:v>
                </c:pt>
                <c:pt idx="4329">
                  <c:v>44778</c:v>
                </c:pt>
                <c:pt idx="4330">
                  <c:v>44781</c:v>
                </c:pt>
                <c:pt idx="4331">
                  <c:v>44782</c:v>
                </c:pt>
                <c:pt idx="4332">
                  <c:v>44783</c:v>
                </c:pt>
                <c:pt idx="4333">
                  <c:v>44784</c:v>
                </c:pt>
                <c:pt idx="4334">
                  <c:v>44785</c:v>
                </c:pt>
                <c:pt idx="4335">
                  <c:v>44788</c:v>
                </c:pt>
                <c:pt idx="4336">
                  <c:v>44789</c:v>
                </c:pt>
                <c:pt idx="4337">
                  <c:v>44790</c:v>
                </c:pt>
                <c:pt idx="4338">
                  <c:v>44791</c:v>
                </c:pt>
                <c:pt idx="4339">
                  <c:v>44792</c:v>
                </c:pt>
                <c:pt idx="4340">
                  <c:v>44795</c:v>
                </c:pt>
                <c:pt idx="4341">
                  <c:v>44796</c:v>
                </c:pt>
                <c:pt idx="4342">
                  <c:v>44797</c:v>
                </c:pt>
                <c:pt idx="4343">
                  <c:v>44798</c:v>
                </c:pt>
                <c:pt idx="4344">
                  <c:v>44799</c:v>
                </c:pt>
                <c:pt idx="4345">
                  <c:v>44802</c:v>
                </c:pt>
                <c:pt idx="4346">
                  <c:v>44803</c:v>
                </c:pt>
                <c:pt idx="4347">
                  <c:v>44804</c:v>
                </c:pt>
                <c:pt idx="4348">
                  <c:v>44805</c:v>
                </c:pt>
                <c:pt idx="4349">
                  <c:v>44806</c:v>
                </c:pt>
                <c:pt idx="4350">
                  <c:v>44809</c:v>
                </c:pt>
                <c:pt idx="4351">
                  <c:v>44810</c:v>
                </c:pt>
                <c:pt idx="4352">
                  <c:v>44811</c:v>
                </c:pt>
                <c:pt idx="4353">
                  <c:v>44812</c:v>
                </c:pt>
                <c:pt idx="4354">
                  <c:v>44813</c:v>
                </c:pt>
                <c:pt idx="4355">
                  <c:v>44816</c:v>
                </c:pt>
                <c:pt idx="4356">
                  <c:v>44817</c:v>
                </c:pt>
                <c:pt idx="4357">
                  <c:v>44818</c:v>
                </c:pt>
                <c:pt idx="4358">
                  <c:v>44819</c:v>
                </c:pt>
                <c:pt idx="4359">
                  <c:v>44820</c:v>
                </c:pt>
                <c:pt idx="4360">
                  <c:v>44823</c:v>
                </c:pt>
                <c:pt idx="4361">
                  <c:v>44824</c:v>
                </c:pt>
                <c:pt idx="4362">
                  <c:v>44825</c:v>
                </c:pt>
                <c:pt idx="4363">
                  <c:v>44826</c:v>
                </c:pt>
                <c:pt idx="4364">
                  <c:v>44827</c:v>
                </c:pt>
                <c:pt idx="4365">
                  <c:v>44830</c:v>
                </c:pt>
                <c:pt idx="4366">
                  <c:v>44831</c:v>
                </c:pt>
                <c:pt idx="4367">
                  <c:v>44832</c:v>
                </c:pt>
                <c:pt idx="4368">
                  <c:v>44833</c:v>
                </c:pt>
                <c:pt idx="4369">
                  <c:v>44834</c:v>
                </c:pt>
                <c:pt idx="4370">
                  <c:v>44837</c:v>
                </c:pt>
                <c:pt idx="4371">
                  <c:v>44838</c:v>
                </c:pt>
                <c:pt idx="4372">
                  <c:v>44839</c:v>
                </c:pt>
                <c:pt idx="4373">
                  <c:v>44840</c:v>
                </c:pt>
                <c:pt idx="4374">
                  <c:v>44841</c:v>
                </c:pt>
                <c:pt idx="4375">
                  <c:v>44844</c:v>
                </c:pt>
                <c:pt idx="4376">
                  <c:v>44845</c:v>
                </c:pt>
                <c:pt idx="4377">
                  <c:v>44846</c:v>
                </c:pt>
                <c:pt idx="4378">
                  <c:v>44847</c:v>
                </c:pt>
                <c:pt idx="4379">
                  <c:v>44848</c:v>
                </c:pt>
                <c:pt idx="4380">
                  <c:v>44851</c:v>
                </c:pt>
                <c:pt idx="4381">
                  <c:v>44852</c:v>
                </c:pt>
                <c:pt idx="4382">
                  <c:v>44853</c:v>
                </c:pt>
                <c:pt idx="4383">
                  <c:v>44854</c:v>
                </c:pt>
                <c:pt idx="4384">
                  <c:v>44855</c:v>
                </c:pt>
                <c:pt idx="4385">
                  <c:v>44858</c:v>
                </c:pt>
                <c:pt idx="4386">
                  <c:v>44859</c:v>
                </c:pt>
                <c:pt idx="4387">
                  <c:v>44860</c:v>
                </c:pt>
                <c:pt idx="4388">
                  <c:v>44861</c:v>
                </c:pt>
                <c:pt idx="4389">
                  <c:v>44862</c:v>
                </c:pt>
                <c:pt idx="4390">
                  <c:v>44865</c:v>
                </c:pt>
                <c:pt idx="4391">
                  <c:v>44866</c:v>
                </c:pt>
                <c:pt idx="4392">
                  <c:v>44867</c:v>
                </c:pt>
                <c:pt idx="4393">
                  <c:v>44868</c:v>
                </c:pt>
                <c:pt idx="4394">
                  <c:v>44869</c:v>
                </c:pt>
                <c:pt idx="4395">
                  <c:v>44872</c:v>
                </c:pt>
                <c:pt idx="4396">
                  <c:v>44873</c:v>
                </c:pt>
                <c:pt idx="4397">
                  <c:v>44874</c:v>
                </c:pt>
                <c:pt idx="4398">
                  <c:v>44875</c:v>
                </c:pt>
                <c:pt idx="4399">
                  <c:v>44876</c:v>
                </c:pt>
                <c:pt idx="4400">
                  <c:v>44879</c:v>
                </c:pt>
                <c:pt idx="4401">
                  <c:v>44880</c:v>
                </c:pt>
                <c:pt idx="4402">
                  <c:v>44881</c:v>
                </c:pt>
                <c:pt idx="4403">
                  <c:v>44882</c:v>
                </c:pt>
                <c:pt idx="4404">
                  <c:v>44883</c:v>
                </c:pt>
                <c:pt idx="4405">
                  <c:v>44886</c:v>
                </c:pt>
                <c:pt idx="4406">
                  <c:v>44887</c:v>
                </c:pt>
                <c:pt idx="4407">
                  <c:v>44888</c:v>
                </c:pt>
                <c:pt idx="4408">
                  <c:v>44889</c:v>
                </c:pt>
                <c:pt idx="4409">
                  <c:v>44890</c:v>
                </c:pt>
                <c:pt idx="4410">
                  <c:v>44893</c:v>
                </c:pt>
                <c:pt idx="4411">
                  <c:v>44894</c:v>
                </c:pt>
                <c:pt idx="4412">
                  <c:v>44895</c:v>
                </c:pt>
                <c:pt idx="4413">
                  <c:v>44896</c:v>
                </c:pt>
                <c:pt idx="4414">
                  <c:v>44897</c:v>
                </c:pt>
                <c:pt idx="4415">
                  <c:v>44900</c:v>
                </c:pt>
                <c:pt idx="4416">
                  <c:v>44901</c:v>
                </c:pt>
                <c:pt idx="4417">
                  <c:v>44902</c:v>
                </c:pt>
                <c:pt idx="4418">
                  <c:v>44903</c:v>
                </c:pt>
                <c:pt idx="4419">
                  <c:v>44904</c:v>
                </c:pt>
                <c:pt idx="4420">
                  <c:v>44907</c:v>
                </c:pt>
                <c:pt idx="4421">
                  <c:v>44908</c:v>
                </c:pt>
                <c:pt idx="4422">
                  <c:v>44909</c:v>
                </c:pt>
                <c:pt idx="4423">
                  <c:v>44910</c:v>
                </c:pt>
                <c:pt idx="4424">
                  <c:v>44911</c:v>
                </c:pt>
                <c:pt idx="4425">
                  <c:v>44914</c:v>
                </c:pt>
                <c:pt idx="4426">
                  <c:v>44915</c:v>
                </c:pt>
                <c:pt idx="4427">
                  <c:v>44916</c:v>
                </c:pt>
                <c:pt idx="4428">
                  <c:v>44917</c:v>
                </c:pt>
                <c:pt idx="4429">
                  <c:v>44918</c:v>
                </c:pt>
                <c:pt idx="4430">
                  <c:v>44921</c:v>
                </c:pt>
                <c:pt idx="4431">
                  <c:v>44922</c:v>
                </c:pt>
                <c:pt idx="4432">
                  <c:v>44923</c:v>
                </c:pt>
                <c:pt idx="4433">
                  <c:v>44924</c:v>
                </c:pt>
                <c:pt idx="4434">
                  <c:v>44925</c:v>
                </c:pt>
                <c:pt idx="4435">
                  <c:v>44928</c:v>
                </c:pt>
                <c:pt idx="4436">
                  <c:v>44929</c:v>
                </c:pt>
                <c:pt idx="4437">
                  <c:v>44930</c:v>
                </c:pt>
                <c:pt idx="4438">
                  <c:v>44931</c:v>
                </c:pt>
                <c:pt idx="4439">
                  <c:v>44932</c:v>
                </c:pt>
                <c:pt idx="4440">
                  <c:v>44935</c:v>
                </c:pt>
                <c:pt idx="4441">
                  <c:v>44936</c:v>
                </c:pt>
                <c:pt idx="4442">
                  <c:v>44937</c:v>
                </c:pt>
                <c:pt idx="4443">
                  <c:v>44938</c:v>
                </c:pt>
                <c:pt idx="4444">
                  <c:v>44939</c:v>
                </c:pt>
                <c:pt idx="4445">
                  <c:v>44942</c:v>
                </c:pt>
                <c:pt idx="4446">
                  <c:v>44943</c:v>
                </c:pt>
                <c:pt idx="4447">
                  <c:v>44944</c:v>
                </c:pt>
                <c:pt idx="4448">
                  <c:v>44945</c:v>
                </c:pt>
                <c:pt idx="4449">
                  <c:v>44946</c:v>
                </c:pt>
                <c:pt idx="4450">
                  <c:v>44949</c:v>
                </c:pt>
                <c:pt idx="4451">
                  <c:v>44950</c:v>
                </c:pt>
                <c:pt idx="4452">
                  <c:v>44951</c:v>
                </c:pt>
                <c:pt idx="4453">
                  <c:v>44952</c:v>
                </c:pt>
                <c:pt idx="4454">
                  <c:v>44953</c:v>
                </c:pt>
                <c:pt idx="4455">
                  <c:v>44956</c:v>
                </c:pt>
                <c:pt idx="4456">
                  <c:v>44957</c:v>
                </c:pt>
                <c:pt idx="4457">
                  <c:v>44958</c:v>
                </c:pt>
                <c:pt idx="4458">
                  <c:v>44959</c:v>
                </c:pt>
                <c:pt idx="4459">
                  <c:v>44960</c:v>
                </c:pt>
                <c:pt idx="4460">
                  <c:v>44963</c:v>
                </c:pt>
                <c:pt idx="4461">
                  <c:v>44964</c:v>
                </c:pt>
                <c:pt idx="4462">
                  <c:v>44965</c:v>
                </c:pt>
                <c:pt idx="4463">
                  <c:v>44966</c:v>
                </c:pt>
                <c:pt idx="4464">
                  <c:v>44967</c:v>
                </c:pt>
                <c:pt idx="4465">
                  <c:v>44970</c:v>
                </c:pt>
                <c:pt idx="4466">
                  <c:v>44971</c:v>
                </c:pt>
                <c:pt idx="4467">
                  <c:v>44972</c:v>
                </c:pt>
                <c:pt idx="4468">
                  <c:v>44973</c:v>
                </c:pt>
                <c:pt idx="4469">
                  <c:v>44974</c:v>
                </c:pt>
                <c:pt idx="4470">
                  <c:v>44977</c:v>
                </c:pt>
                <c:pt idx="4471">
                  <c:v>44978</c:v>
                </c:pt>
                <c:pt idx="4472">
                  <c:v>44979</c:v>
                </c:pt>
                <c:pt idx="4473">
                  <c:v>44980</c:v>
                </c:pt>
                <c:pt idx="4474">
                  <c:v>44981</c:v>
                </c:pt>
                <c:pt idx="4475">
                  <c:v>44984</c:v>
                </c:pt>
                <c:pt idx="4476">
                  <c:v>44985</c:v>
                </c:pt>
                <c:pt idx="4477">
                  <c:v>44986</c:v>
                </c:pt>
                <c:pt idx="4478">
                  <c:v>44987</c:v>
                </c:pt>
                <c:pt idx="4479">
                  <c:v>44988</c:v>
                </c:pt>
                <c:pt idx="4480">
                  <c:v>44991</c:v>
                </c:pt>
                <c:pt idx="4481">
                  <c:v>44992</c:v>
                </c:pt>
                <c:pt idx="4482">
                  <c:v>44993</c:v>
                </c:pt>
                <c:pt idx="4483">
                  <c:v>44994</c:v>
                </c:pt>
                <c:pt idx="4484">
                  <c:v>44995</c:v>
                </c:pt>
                <c:pt idx="4485">
                  <c:v>44998</c:v>
                </c:pt>
                <c:pt idx="4486">
                  <c:v>44999</c:v>
                </c:pt>
                <c:pt idx="4487">
                  <c:v>45000</c:v>
                </c:pt>
                <c:pt idx="4488">
                  <c:v>45001</c:v>
                </c:pt>
                <c:pt idx="4489">
                  <c:v>45002</c:v>
                </c:pt>
                <c:pt idx="4490">
                  <c:v>45005</c:v>
                </c:pt>
                <c:pt idx="4491">
                  <c:v>45006</c:v>
                </c:pt>
                <c:pt idx="4492">
                  <c:v>45007</c:v>
                </c:pt>
                <c:pt idx="4493">
                  <c:v>45008</c:v>
                </c:pt>
                <c:pt idx="4494">
                  <c:v>45009</c:v>
                </c:pt>
                <c:pt idx="4495">
                  <c:v>45012</c:v>
                </c:pt>
                <c:pt idx="4496">
                  <c:v>45013</c:v>
                </c:pt>
                <c:pt idx="4497">
                  <c:v>45014</c:v>
                </c:pt>
                <c:pt idx="4498">
                  <c:v>45015</c:v>
                </c:pt>
                <c:pt idx="4499">
                  <c:v>45016</c:v>
                </c:pt>
                <c:pt idx="4500">
                  <c:v>45019</c:v>
                </c:pt>
                <c:pt idx="4501">
                  <c:v>45020</c:v>
                </c:pt>
                <c:pt idx="4502">
                  <c:v>45021</c:v>
                </c:pt>
                <c:pt idx="4503">
                  <c:v>45022</c:v>
                </c:pt>
                <c:pt idx="4504">
                  <c:v>45023</c:v>
                </c:pt>
                <c:pt idx="4505">
                  <c:v>45026</c:v>
                </c:pt>
                <c:pt idx="4506">
                  <c:v>45027</c:v>
                </c:pt>
                <c:pt idx="4507">
                  <c:v>45028</c:v>
                </c:pt>
                <c:pt idx="4508">
                  <c:v>45029</c:v>
                </c:pt>
                <c:pt idx="4509">
                  <c:v>45030</c:v>
                </c:pt>
                <c:pt idx="4510">
                  <c:v>45033</c:v>
                </c:pt>
                <c:pt idx="4511">
                  <c:v>45034</c:v>
                </c:pt>
                <c:pt idx="4512">
                  <c:v>45035</c:v>
                </c:pt>
                <c:pt idx="4513">
                  <c:v>45036</c:v>
                </c:pt>
                <c:pt idx="4514">
                  <c:v>45037</c:v>
                </c:pt>
                <c:pt idx="4515">
                  <c:v>45040</c:v>
                </c:pt>
                <c:pt idx="4516">
                  <c:v>45041</c:v>
                </c:pt>
                <c:pt idx="4517">
                  <c:v>45042</c:v>
                </c:pt>
                <c:pt idx="4518">
                  <c:v>45043</c:v>
                </c:pt>
                <c:pt idx="4519">
                  <c:v>45044</c:v>
                </c:pt>
                <c:pt idx="4520">
                  <c:v>45047</c:v>
                </c:pt>
                <c:pt idx="4521">
                  <c:v>45048</c:v>
                </c:pt>
                <c:pt idx="4522">
                  <c:v>45049</c:v>
                </c:pt>
                <c:pt idx="4523">
                  <c:v>45050</c:v>
                </c:pt>
                <c:pt idx="4524">
                  <c:v>45051</c:v>
                </c:pt>
                <c:pt idx="4525">
                  <c:v>45054</c:v>
                </c:pt>
                <c:pt idx="4526">
                  <c:v>45055</c:v>
                </c:pt>
                <c:pt idx="4527">
                  <c:v>45056</c:v>
                </c:pt>
                <c:pt idx="4528">
                  <c:v>45057</c:v>
                </c:pt>
                <c:pt idx="4529">
                  <c:v>45058</c:v>
                </c:pt>
                <c:pt idx="4530">
                  <c:v>45061</c:v>
                </c:pt>
                <c:pt idx="4531">
                  <c:v>45062</c:v>
                </c:pt>
                <c:pt idx="4532">
                  <c:v>45063</c:v>
                </c:pt>
                <c:pt idx="4533">
                  <c:v>45064</c:v>
                </c:pt>
                <c:pt idx="4534">
                  <c:v>45065</c:v>
                </c:pt>
                <c:pt idx="4535">
                  <c:v>45068</c:v>
                </c:pt>
                <c:pt idx="4536">
                  <c:v>45069</c:v>
                </c:pt>
                <c:pt idx="4537">
                  <c:v>45070</c:v>
                </c:pt>
                <c:pt idx="4538">
                  <c:v>45071</c:v>
                </c:pt>
                <c:pt idx="4539">
                  <c:v>45072</c:v>
                </c:pt>
                <c:pt idx="4540">
                  <c:v>45075</c:v>
                </c:pt>
                <c:pt idx="4541">
                  <c:v>45076</c:v>
                </c:pt>
                <c:pt idx="4542">
                  <c:v>45077</c:v>
                </c:pt>
                <c:pt idx="4543">
                  <c:v>45078</c:v>
                </c:pt>
                <c:pt idx="4544">
                  <c:v>45079</c:v>
                </c:pt>
                <c:pt idx="4545">
                  <c:v>45082</c:v>
                </c:pt>
                <c:pt idx="4546">
                  <c:v>45083</c:v>
                </c:pt>
                <c:pt idx="4547">
                  <c:v>45084</c:v>
                </c:pt>
                <c:pt idx="4548">
                  <c:v>45085</c:v>
                </c:pt>
                <c:pt idx="4549">
                  <c:v>45086</c:v>
                </c:pt>
                <c:pt idx="4550">
                  <c:v>45089</c:v>
                </c:pt>
                <c:pt idx="4551">
                  <c:v>45090</c:v>
                </c:pt>
                <c:pt idx="4552">
                  <c:v>45091</c:v>
                </c:pt>
                <c:pt idx="4553">
                  <c:v>45092</c:v>
                </c:pt>
                <c:pt idx="4554">
                  <c:v>45093</c:v>
                </c:pt>
                <c:pt idx="4555">
                  <c:v>45096</c:v>
                </c:pt>
                <c:pt idx="4556">
                  <c:v>45097</c:v>
                </c:pt>
                <c:pt idx="4557">
                  <c:v>45098</c:v>
                </c:pt>
                <c:pt idx="4558">
                  <c:v>45099</c:v>
                </c:pt>
                <c:pt idx="4559">
                  <c:v>45100</c:v>
                </c:pt>
                <c:pt idx="4560">
                  <c:v>45103</c:v>
                </c:pt>
                <c:pt idx="4561">
                  <c:v>45104</c:v>
                </c:pt>
                <c:pt idx="4562">
                  <c:v>45105</c:v>
                </c:pt>
                <c:pt idx="4563">
                  <c:v>45106</c:v>
                </c:pt>
                <c:pt idx="4564">
                  <c:v>45107</c:v>
                </c:pt>
                <c:pt idx="4565">
                  <c:v>45110</c:v>
                </c:pt>
                <c:pt idx="4566">
                  <c:v>45111</c:v>
                </c:pt>
                <c:pt idx="4567">
                  <c:v>45112</c:v>
                </c:pt>
                <c:pt idx="4568">
                  <c:v>45113</c:v>
                </c:pt>
                <c:pt idx="4569">
                  <c:v>45114</c:v>
                </c:pt>
                <c:pt idx="4570">
                  <c:v>45117</c:v>
                </c:pt>
                <c:pt idx="4571">
                  <c:v>45118</c:v>
                </c:pt>
                <c:pt idx="4572">
                  <c:v>45119</c:v>
                </c:pt>
                <c:pt idx="4573">
                  <c:v>45120</c:v>
                </c:pt>
                <c:pt idx="4574">
                  <c:v>45121</c:v>
                </c:pt>
                <c:pt idx="4575">
                  <c:v>45124</c:v>
                </c:pt>
                <c:pt idx="4576">
                  <c:v>45125</c:v>
                </c:pt>
                <c:pt idx="4577">
                  <c:v>45126</c:v>
                </c:pt>
                <c:pt idx="4578">
                  <c:v>45127</c:v>
                </c:pt>
                <c:pt idx="4579">
                  <c:v>45128</c:v>
                </c:pt>
                <c:pt idx="4580">
                  <c:v>45131</c:v>
                </c:pt>
                <c:pt idx="4581">
                  <c:v>45132</c:v>
                </c:pt>
                <c:pt idx="4582">
                  <c:v>45133</c:v>
                </c:pt>
                <c:pt idx="4583">
                  <c:v>45134</c:v>
                </c:pt>
                <c:pt idx="4584">
                  <c:v>45135</c:v>
                </c:pt>
                <c:pt idx="4585">
                  <c:v>45138</c:v>
                </c:pt>
                <c:pt idx="4586">
                  <c:v>45139</c:v>
                </c:pt>
                <c:pt idx="4587">
                  <c:v>45140</c:v>
                </c:pt>
                <c:pt idx="4588">
                  <c:v>45141</c:v>
                </c:pt>
                <c:pt idx="4589">
                  <c:v>45142</c:v>
                </c:pt>
                <c:pt idx="4590">
                  <c:v>45145</c:v>
                </c:pt>
                <c:pt idx="4591">
                  <c:v>45146</c:v>
                </c:pt>
                <c:pt idx="4592">
                  <c:v>45147</c:v>
                </c:pt>
                <c:pt idx="4593">
                  <c:v>45148</c:v>
                </c:pt>
                <c:pt idx="4594">
                  <c:v>45149</c:v>
                </c:pt>
                <c:pt idx="4595">
                  <c:v>45152</c:v>
                </c:pt>
                <c:pt idx="4596">
                  <c:v>45153</c:v>
                </c:pt>
                <c:pt idx="4597">
                  <c:v>45154</c:v>
                </c:pt>
                <c:pt idx="4598">
                  <c:v>45155</c:v>
                </c:pt>
                <c:pt idx="4599">
                  <c:v>45156</c:v>
                </c:pt>
                <c:pt idx="4600">
                  <c:v>45159</c:v>
                </c:pt>
                <c:pt idx="4601">
                  <c:v>45160</c:v>
                </c:pt>
                <c:pt idx="4602">
                  <c:v>45161</c:v>
                </c:pt>
                <c:pt idx="4603">
                  <c:v>45162</c:v>
                </c:pt>
                <c:pt idx="4604">
                  <c:v>45163</c:v>
                </c:pt>
                <c:pt idx="4605">
                  <c:v>45166</c:v>
                </c:pt>
                <c:pt idx="4606">
                  <c:v>45167</c:v>
                </c:pt>
                <c:pt idx="4607">
                  <c:v>45168</c:v>
                </c:pt>
                <c:pt idx="4608">
                  <c:v>45169</c:v>
                </c:pt>
                <c:pt idx="4609">
                  <c:v>45170</c:v>
                </c:pt>
                <c:pt idx="4610">
                  <c:v>45173</c:v>
                </c:pt>
                <c:pt idx="4611">
                  <c:v>45174</c:v>
                </c:pt>
                <c:pt idx="4612">
                  <c:v>45175</c:v>
                </c:pt>
                <c:pt idx="4613">
                  <c:v>45176</c:v>
                </c:pt>
                <c:pt idx="4614">
                  <c:v>45177</c:v>
                </c:pt>
                <c:pt idx="4615">
                  <c:v>45180</c:v>
                </c:pt>
                <c:pt idx="4616">
                  <c:v>45181</c:v>
                </c:pt>
                <c:pt idx="4617">
                  <c:v>45182</c:v>
                </c:pt>
                <c:pt idx="4618">
                  <c:v>45183</c:v>
                </c:pt>
                <c:pt idx="4619">
                  <c:v>45184</c:v>
                </c:pt>
                <c:pt idx="4620">
                  <c:v>45187</c:v>
                </c:pt>
                <c:pt idx="4621">
                  <c:v>45188</c:v>
                </c:pt>
                <c:pt idx="4622">
                  <c:v>45189</c:v>
                </c:pt>
                <c:pt idx="4623">
                  <c:v>45190</c:v>
                </c:pt>
                <c:pt idx="4624">
                  <c:v>45191</c:v>
                </c:pt>
                <c:pt idx="4625">
                  <c:v>45194</c:v>
                </c:pt>
                <c:pt idx="4626">
                  <c:v>45195</c:v>
                </c:pt>
                <c:pt idx="4627">
                  <c:v>45196</c:v>
                </c:pt>
                <c:pt idx="4628">
                  <c:v>45197</c:v>
                </c:pt>
                <c:pt idx="4629">
                  <c:v>45198</c:v>
                </c:pt>
                <c:pt idx="4630">
                  <c:v>45201</c:v>
                </c:pt>
                <c:pt idx="4631">
                  <c:v>45202</c:v>
                </c:pt>
                <c:pt idx="4632">
                  <c:v>45203</c:v>
                </c:pt>
                <c:pt idx="4633">
                  <c:v>45204</c:v>
                </c:pt>
                <c:pt idx="4634">
                  <c:v>45205</c:v>
                </c:pt>
                <c:pt idx="4635">
                  <c:v>45208</c:v>
                </c:pt>
                <c:pt idx="4636">
                  <c:v>45209</c:v>
                </c:pt>
                <c:pt idx="4637">
                  <c:v>45210</c:v>
                </c:pt>
                <c:pt idx="4638">
                  <c:v>45211</c:v>
                </c:pt>
                <c:pt idx="4639">
                  <c:v>45212</c:v>
                </c:pt>
                <c:pt idx="4640">
                  <c:v>45215</c:v>
                </c:pt>
                <c:pt idx="4641">
                  <c:v>45216</c:v>
                </c:pt>
                <c:pt idx="4642">
                  <c:v>45217</c:v>
                </c:pt>
                <c:pt idx="4643">
                  <c:v>45218</c:v>
                </c:pt>
                <c:pt idx="4644">
                  <c:v>45219</c:v>
                </c:pt>
                <c:pt idx="4645">
                  <c:v>45222</c:v>
                </c:pt>
                <c:pt idx="4646">
                  <c:v>45223</c:v>
                </c:pt>
                <c:pt idx="4647">
                  <c:v>45224</c:v>
                </c:pt>
                <c:pt idx="4648">
                  <c:v>45225</c:v>
                </c:pt>
                <c:pt idx="4649">
                  <c:v>45226</c:v>
                </c:pt>
                <c:pt idx="4650">
                  <c:v>45229</c:v>
                </c:pt>
                <c:pt idx="4651">
                  <c:v>45230</c:v>
                </c:pt>
                <c:pt idx="4652">
                  <c:v>45231</c:v>
                </c:pt>
                <c:pt idx="4653">
                  <c:v>45232</c:v>
                </c:pt>
                <c:pt idx="4654">
                  <c:v>45233</c:v>
                </c:pt>
                <c:pt idx="4655">
                  <c:v>45236</c:v>
                </c:pt>
                <c:pt idx="4656">
                  <c:v>45237</c:v>
                </c:pt>
                <c:pt idx="4657">
                  <c:v>45238</c:v>
                </c:pt>
                <c:pt idx="4658">
                  <c:v>45239</c:v>
                </c:pt>
                <c:pt idx="4659">
                  <c:v>45240</c:v>
                </c:pt>
                <c:pt idx="4660">
                  <c:v>45243</c:v>
                </c:pt>
                <c:pt idx="4661">
                  <c:v>45244</c:v>
                </c:pt>
                <c:pt idx="4662">
                  <c:v>45245</c:v>
                </c:pt>
                <c:pt idx="4663">
                  <c:v>45246</c:v>
                </c:pt>
                <c:pt idx="4664">
                  <c:v>45247</c:v>
                </c:pt>
                <c:pt idx="4665">
                  <c:v>45250</c:v>
                </c:pt>
                <c:pt idx="4666">
                  <c:v>45251</c:v>
                </c:pt>
                <c:pt idx="4667">
                  <c:v>45252</c:v>
                </c:pt>
                <c:pt idx="4668">
                  <c:v>45253</c:v>
                </c:pt>
                <c:pt idx="4669">
                  <c:v>45254</c:v>
                </c:pt>
                <c:pt idx="4670">
                  <c:v>45257</c:v>
                </c:pt>
                <c:pt idx="4671">
                  <c:v>45258</c:v>
                </c:pt>
                <c:pt idx="4672">
                  <c:v>45259</c:v>
                </c:pt>
                <c:pt idx="4673">
                  <c:v>45260</c:v>
                </c:pt>
                <c:pt idx="4674">
                  <c:v>45261</c:v>
                </c:pt>
                <c:pt idx="4675">
                  <c:v>45264</c:v>
                </c:pt>
                <c:pt idx="4676">
                  <c:v>45265</c:v>
                </c:pt>
                <c:pt idx="4677">
                  <c:v>45266</c:v>
                </c:pt>
                <c:pt idx="4678">
                  <c:v>45267</c:v>
                </c:pt>
                <c:pt idx="4679">
                  <c:v>45268</c:v>
                </c:pt>
                <c:pt idx="4680">
                  <c:v>45271</c:v>
                </c:pt>
                <c:pt idx="4681">
                  <c:v>45272</c:v>
                </c:pt>
                <c:pt idx="4682">
                  <c:v>45273</c:v>
                </c:pt>
                <c:pt idx="4683">
                  <c:v>45274</c:v>
                </c:pt>
                <c:pt idx="4684">
                  <c:v>45275</c:v>
                </c:pt>
                <c:pt idx="4685">
                  <c:v>45278</c:v>
                </c:pt>
                <c:pt idx="4686">
                  <c:v>45279</c:v>
                </c:pt>
                <c:pt idx="4687">
                  <c:v>45280</c:v>
                </c:pt>
                <c:pt idx="4688">
                  <c:v>45281</c:v>
                </c:pt>
                <c:pt idx="4689">
                  <c:v>45282</c:v>
                </c:pt>
                <c:pt idx="4690">
                  <c:v>45285</c:v>
                </c:pt>
                <c:pt idx="4691">
                  <c:v>45286</c:v>
                </c:pt>
                <c:pt idx="4692">
                  <c:v>45287</c:v>
                </c:pt>
                <c:pt idx="4693">
                  <c:v>45288</c:v>
                </c:pt>
                <c:pt idx="4694">
                  <c:v>45289</c:v>
                </c:pt>
                <c:pt idx="4695">
                  <c:v>45292</c:v>
                </c:pt>
                <c:pt idx="4696">
                  <c:v>45293</c:v>
                </c:pt>
                <c:pt idx="4697">
                  <c:v>45294</c:v>
                </c:pt>
                <c:pt idx="4698">
                  <c:v>45295</c:v>
                </c:pt>
                <c:pt idx="4699">
                  <c:v>45296</c:v>
                </c:pt>
                <c:pt idx="4700">
                  <c:v>45299</c:v>
                </c:pt>
                <c:pt idx="4701">
                  <c:v>45300</c:v>
                </c:pt>
                <c:pt idx="4702">
                  <c:v>45301</c:v>
                </c:pt>
                <c:pt idx="4703">
                  <c:v>45302</c:v>
                </c:pt>
                <c:pt idx="4704">
                  <c:v>45303</c:v>
                </c:pt>
                <c:pt idx="4705">
                  <c:v>45306</c:v>
                </c:pt>
                <c:pt idx="4706">
                  <c:v>45307</c:v>
                </c:pt>
                <c:pt idx="4707">
                  <c:v>45308</c:v>
                </c:pt>
                <c:pt idx="4708">
                  <c:v>45309</c:v>
                </c:pt>
                <c:pt idx="4709">
                  <c:v>45310</c:v>
                </c:pt>
                <c:pt idx="4710">
                  <c:v>45313</c:v>
                </c:pt>
                <c:pt idx="4711">
                  <c:v>45314</c:v>
                </c:pt>
                <c:pt idx="4712">
                  <c:v>45315</c:v>
                </c:pt>
                <c:pt idx="4713">
                  <c:v>45316</c:v>
                </c:pt>
                <c:pt idx="4714">
                  <c:v>45317</c:v>
                </c:pt>
                <c:pt idx="4715">
                  <c:v>45320</c:v>
                </c:pt>
                <c:pt idx="4716">
                  <c:v>45321</c:v>
                </c:pt>
                <c:pt idx="4717">
                  <c:v>45322</c:v>
                </c:pt>
                <c:pt idx="4718">
                  <c:v>45323</c:v>
                </c:pt>
                <c:pt idx="4719">
                  <c:v>45324</c:v>
                </c:pt>
                <c:pt idx="4720">
                  <c:v>45327</c:v>
                </c:pt>
                <c:pt idx="4721">
                  <c:v>45328</c:v>
                </c:pt>
                <c:pt idx="4722">
                  <c:v>45329</c:v>
                </c:pt>
                <c:pt idx="4723">
                  <c:v>45330</c:v>
                </c:pt>
                <c:pt idx="4724">
                  <c:v>45331</c:v>
                </c:pt>
                <c:pt idx="4725">
                  <c:v>45334</c:v>
                </c:pt>
                <c:pt idx="4726">
                  <c:v>45335</c:v>
                </c:pt>
                <c:pt idx="4727">
                  <c:v>45336</c:v>
                </c:pt>
                <c:pt idx="4728">
                  <c:v>45337</c:v>
                </c:pt>
                <c:pt idx="4729">
                  <c:v>45338</c:v>
                </c:pt>
                <c:pt idx="4730">
                  <c:v>45341</c:v>
                </c:pt>
                <c:pt idx="4731">
                  <c:v>45342</c:v>
                </c:pt>
                <c:pt idx="4732">
                  <c:v>45343</c:v>
                </c:pt>
                <c:pt idx="4733">
                  <c:v>45344</c:v>
                </c:pt>
                <c:pt idx="4734">
                  <c:v>45345</c:v>
                </c:pt>
                <c:pt idx="4735">
                  <c:v>45348</c:v>
                </c:pt>
                <c:pt idx="4736">
                  <c:v>45349</c:v>
                </c:pt>
                <c:pt idx="4737">
                  <c:v>45350</c:v>
                </c:pt>
                <c:pt idx="4738">
                  <c:v>45351</c:v>
                </c:pt>
                <c:pt idx="4739">
                  <c:v>45352</c:v>
                </c:pt>
                <c:pt idx="4740">
                  <c:v>45355</c:v>
                </c:pt>
                <c:pt idx="4741">
                  <c:v>45356</c:v>
                </c:pt>
                <c:pt idx="4742">
                  <c:v>45357</c:v>
                </c:pt>
                <c:pt idx="4743">
                  <c:v>45358</c:v>
                </c:pt>
                <c:pt idx="4744">
                  <c:v>45359</c:v>
                </c:pt>
                <c:pt idx="4745">
                  <c:v>45362</c:v>
                </c:pt>
                <c:pt idx="4746">
                  <c:v>45363</c:v>
                </c:pt>
                <c:pt idx="4747">
                  <c:v>45364</c:v>
                </c:pt>
                <c:pt idx="4748">
                  <c:v>45365</c:v>
                </c:pt>
                <c:pt idx="4749">
                  <c:v>45366</c:v>
                </c:pt>
                <c:pt idx="4750">
                  <c:v>45369</c:v>
                </c:pt>
                <c:pt idx="4751">
                  <c:v>45370</c:v>
                </c:pt>
                <c:pt idx="4752">
                  <c:v>45371</c:v>
                </c:pt>
                <c:pt idx="4753">
                  <c:v>45372</c:v>
                </c:pt>
                <c:pt idx="4754">
                  <c:v>45373</c:v>
                </c:pt>
                <c:pt idx="4755">
                  <c:v>45376</c:v>
                </c:pt>
                <c:pt idx="4756">
                  <c:v>45377</c:v>
                </c:pt>
                <c:pt idx="4757">
                  <c:v>45378</c:v>
                </c:pt>
                <c:pt idx="4758">
                  <c:v>45379</c:v>
                </c:pt>
                <c:pt idx="4759">
                  <c:v>45380</c:v>
                </c:pt>
                <c:pt idx="4760">
                  <c:v>45383</c:v>
                </c:pt>
                <c:pt idx="4761">
                  <c:v>45384</c:v>
                </c:pt>
                <c:pt idx="4762">
                  <c:v>45385</c:v>
                </c:pt>
                <c:pt idx="4763">
                  <c:v>45386</c:v>
                </c:pt>
                <c:pt idx="4764">
                  <c:v>45387</c:v>
                </c:pt>
                <c:pt idx="4765">
                  <c:v>45390</c:v>
                </c:pt>
                <c:pt idx="4766">
                  <c:v>45391</c:v>
                </c:pt>
                <c:pt idx="4767">
                  <c:v>45392</c:v>
                </c:pt>
                <c:pt idx="4768">
                  <c:v>45393</c:v>
                </c:pt>
                <c:pt idx="4769">
                  <c:v>45394</c:v>
                </c:pt>
                <c:pt idx="4770">
                  <c:v>45397</c:v>
                </c:pt>
                <c:pt idx="4771">
                  <c:v>45398</c:v>
                </c:pt>
                <c:pt idx="4772">
                  <c:v>45399</c:v>
                </c:pt>
                <c:pt idx="4773">
                  <c:v>45400</c:v>
                </c:pt>
                <c:pt idx="4774">
                  <c:v>45401</c:v>
                </c:pt>
                <c:pt idx="4775">
                  <c:v>45404</c:v>
                </c:pt>
                <c:pt idx="4776">
                  <c:v>45405</c:v>
                </c:pt>
                <c:pt idx="4777">
                  <c:v>45406</c:v>
                </c:pt>
                <c:pt idx="4778">
                  <c:v>45407</c:v>
                </c:pt>
                <c:pt idx="4779">
                  <c:v>45408</c:v>
                </c:pt>
                <c:pt idx="4780">
                  <c:v>45411</c:v>
                </c:pt>
                <c:pt idx="4781">
                  <c:v>45412</c:v>
                </c:pt>
                <c:pt idx="4782">
                  <c:v>45413</c:v>
                </c:pt>
                <c:pt idx="4783">
                  <c:v>45414</c:v>
                </c:pt>
                <c:pt idx="4784">
                  <c:v>45415</c:v>
                </c:pt>
                <c:pt idx="4785">
                  <c:v>45418</c:v>
                </c:pt>
                <c:pt idx="4786">
                  <c:v>45419</c:v>
                </c:pt>
                <c:pt idx="4787">
                  <c:v>45420</c:v>
                </c:pt>
                <c:pt idx="4788">
                  <c:v>45421</c:v>
                </c:pt>
                <c:pt idx="4789">
                  <c:v>45422</c:v>
                </c:pt>
                <c:pt idx="4790">
                  <c:v>45425</c:v>
                </c:pt>
                <c:pt idx="4791">
                  <c:v>45426</c:v>
                </c:pt>
                <c:pt idx="4792">
                  <c:v>45427</c:v>
                </c:pt>
                <c:pt idx="4793">
                  <c:v>45428</c:v>
                </c:pt>
                <c:pt idx="4794">
                  <c:v>45429</c:v>
                </c:pt>
                <c:pt idx="4795">
                  <c:v>45432</c:v>
                </c:pt>
                <c:pt idx="4796">
                  <c:v>45433</c:v>
                </c:pt>
                <c:pt idx="4797">
                  <c:v>45434</c:v>
                </c:pt>
                <c:pt idx="4798">
                  <c:v>45435</c:v>
                </c:pt>
                <c:pt idx="4799">
                  <c:v>45436</c:v>
                </c:pt>
                <c:pt idx="4800">
                  <c:v>45439</c:v>
                </c:pt>
                <c:pt idx="4801">
                  <c:v>45440</c:v>
                </c:pt>
                <c:pt idx="4802">
                  <c:v>45441</c:v>
                </c:pt>
                <c:pt idx="4803">
                  <c:v>45442</c:v>
                </c:pt>
                <c:pt idx="4804">
                  <c:v>45443</c:v>
                </c:pt>
                <c:pt idx="4805">
                  <c:v>45446</c:v>
                </c:pt>
                <c:pt idx="4806">
                  <c:v>45447</c:v>
                </c:pt>
                <c:pt idx="4807">
                  <c:v>45448</c:v>
                </c:pt>
                <c:pt idx="4808">
                  <c:v>45449</c:v>
                </c:pt>
                <c:pt idx="4809">
                  <c:v>45450</c:v>
                </c:pt>
                <c:pt idx="4810">
                  <c:v>45453</c:v>
                </c:pt>
                <c:pt idx="4811">
                  <c:v>45454</c:v>
                </c:pt>
                <c:pt idx="4812">
                  <c:v>45455</c:v>
                </c:pt>
                <c:pt idx="4813">
                  <c:v>45456</c:v>
                </c:pt>
                <c:pt idx="4814">
                  <c:v>45457</c:v>
                </c:pt>
                <c:pt idx="4815">
                  <c:v>45460</c:v>
                </c:pt>
                <c:pt idx="4816">
                  <c:v>45461</c:v>
                </c:pt>
                <c:pt idx="4817">
                  <c:v>45462</c:v>
                </c:pt>
                <c:pt idx="4818">
                  <c:v>45463</c:v>
                </c:pt>
                <c:pt idx="4819">
                  <c:v>45464</c:v>
                </c:pt>
                <c:pt idx="4820">
                  <c:v>45467</c:v>
                </c:pt>
                <c:pt idx="4821">
                  <c:v>45468</c:v>
                </c:pt>
                <c:pt idx="4822">
                  <c:v>45469</c:v>
                </c:pt>
                <c:pt idx="4823">
                  <c:v>45470</c:v>
                </c:pt>
                <c:pt idx="4824">
                  <c:v>45471</c:v>
                </c:pt>
                <c:pt idx="4825">
                  <c:v>45474</c:v>
                </c:pt>
                <c:pt idx="4826">
                  <c:v>45475</c:v>
                </c:pt>
                <c:pt idx="4827">
                  <c:v>45476</c:v>
                </c:pt>
                <c:pt idx="4828">
                  <c:v>45477</c:v>
                </c:pt>
                <c:pt idx="4829">
                  <c:v>45478</c:v>
                </c:pt>
                <c:pt idx="4830">
                  <c:v>45481</c:v>
                </c:pt>
                <c:pt idx="4831">
                  <c:v>45482</c:v>
                </c:pt>
                <c:pt idx="4832">
                  <c:v>45483</c:v>
                </c:pt>
                <c:pt idx="4833">
                  <c:v>45484</c:v>
                </c:pt>
                <c:pt idx="4834">
                  <c:v>45485</c:v>
                </c:pt>
                <c:pt idx="4835">
                  <c:v>45488</c:v>
                </c:pt>
                <c:pt idx="4836">
                  <c:v>45489</c:v>
                </c:pt>
                <c:pt idx="4837">
                  <c:v>45490</c:v>
                </c:pt>
                <c:pt idx="4838">
                  <c:v>45491</c:v>
                </c:pt>
                <c:pt idx="4839">
                  <c:v>45492</c:v>
                </c:pt>
                <c:pt idx="4840">
                  <c:v>45495</c:v>
                </c:pt>
                <c:pt idx="4841">
                  <c:v>45496</c:v>
                </c:pt>
                <c:pt idx="4842">
                  <c:v>45497</c:v>
                </c:pt>
                <c:pt idx="4843">
                  <c:v>45498</c:v>
                </c:pt>
                <c:pt idx="4844">
                  <c:v>45499</c:v>
                </c:pt>
                <c:pt idx="4845">
                  <c:v>45502</c:v>
                </c:pt>
                <c:pt idx="4846">
                  <c:v>45503</c:v>
                </c:pt>
                <c:pt idx="4847">
                  <c:v>45504</c:v>
                </c:pt>
                <c:pt idx="4848">
                  <c:v>45505</c:v>
                </c:pt>
                <c:pt idx="4849">
                  <c:v>45506</c:v>
                </c:pt>
                <c:pt idx="4850">
                  <c:v>45509</c:v>
                </c:pt>
                <c:pt idx="4851">
                  <c:v>45510</c:v>
                </c:pt>
                <c:pt idx="4852">
                  <c:v>45511</c:v>
                </c:pt>
                <c:pt idx="4853">
                  <c:v>45512</c:v>
                </c:pt>
                <c:pt idx="4854">
                  <c:v>45513</c:v>
                </c:pt>
                <c:pt idx="4855">
                  <c:v>45516</c:v>
                </c:pt>
                <c:pt idx="4856">
                  <c:v>45517</c:v>
                </c:pt>
                <c:pt idx="4857">
                  <c:v>45518</c:v>
                </c:pt>
                <c:pt idx="4858">
                  <c:v>45519</c:v>
                </c:pt>
                <c:pt idx="4859">
                  <c:v>45520</c:v>
                </c:pt>
                <c:pt idx="4860">
                  <c:v>45523</c:v>
                </c:pt>
                <c:pt idx="4861">
                  <c:v>45524</c:v>
                </c:pt>
                <c:pt idx="4862">
                  <c:v>45525</c:v>
                </c:pt>
                <c:pt idx="4863">
                  <c:v>45526</c:v>
                </c:pt>
                <c:pt idx="4864">
                  <c:v>45527</c:v>
                </c:pt>
                <c:pt idx="4865">
                  <c:v>45530</c:v>
                </c:pt>
                <c:pt idx="4866">
                  <c:v>45531</c:v>
                </c:pt>
                <c:pt idx="4867">
                  <c:v>45532</c:v>
                </c:pt>
                <c:pt idx="4868">
                  <c:v>45533</c:v>
                </c:pt>
                <c:pt idx="4869">
                  <c:v>45534</c:v>
                </c:pt>
                <c:pt idx="4870">
                  <c:v>45537</c:v>
                </c:pt>
                <c:pt idx="4871">
                  <c:v>45538</c:v>
                </c:pt>
                <c:pt idx="4872">
                  <c:v>45539</c:v>
                </c:pt>
                <c:pt idx="4873">
                  <c:v>45540</c:v>
                </c:pt>
                <c:pt idx="4874">
                  <c:v>45541</c:v>
                </c:pt>
                <c:pt idx="4875">
                  <c:v>45544</c:v>
                </c:pt>
                <c:pt idx="4876">
                  <c:v>45545</c:v>
                </c:pt>
                <c:pt idx="4877">
                  <c:v>45546</c:v>
                </c:pt>
                <c:pt idx="4878">
                  <c:v>45547</c:v>
                </c:pt>
                <c:pt idx="4879">
                  <c:v>45548</c:v>
                </c:pt>
                <c:pt idx="4880">
                  <c:v>45551</c:v>
                </c:pt>
                <c:pt idx="4881">
                  <c:v>45552</c:v>
                </c:pt>
                <c:pt idx="4882">
                  <c:v>45553</c:v>
                </c:pt>
                <c:pt idx="4883">
                  <c:v>45554</c:v>
                </c:pt>
                <c:pt idx="4884">
                  <c:v>45555</c:v>
                </c:pt>
                <c:pt idx="4885">
                  <c:v>45558</c:v>
                </c:pt>
                <c:pt idx="4886">
                  <c:v>45559</c:v>
                </c:pt>
                <c:pt idx="4887">
                  <c:v>45560</c:v>
                </c:pt>
                <c:pt idx="4888">
                  <c:v>45561</c:v>
                </c:pt>
                <c:pt idx="4889">
                  <c:v>45562</c:v>
                </c:pt>
                <c:pt idx="4890">
                  <c:v>45565</c:v>
                </c:pt>
                <c:pt idx="4891">
                  <c:v>45566</c:v>
                </c:pt>
                <c:pt idx="4892">
                  <c:v>45567</c:v>
                </c:pt>
                <c:pt idx="4893">
                  <c:v>45568</c:v>
                </c:pt>
                <c:pt idx="4894">
                  <c:v>45569</c:v>
                </c:pt>
                <c:pt idx="4895">
                  <c:v>45572</c:v>
                </c:pt>
                <c:pt idx="4896">
                  <c:v>45573</c:v>
                </c:pt>
                <c:pt idx="4897">
                  <c:v>45574</c:v>
                </c:pt>
                <c:pt idx="4898">
                  <c:v>45575</c:v>
                </c:pt>
                <c:pt idx="4899">
                  <c:v>45576</c:v>
                </c:pt>
                <c:pt idx="4900">
                  <c:v>45579</c:v>
                </c:pt>
                <c:pt idx="4901">
                  <c:v>45580</c:v>
                </c:pt>
                <c:pt idx="4902">
                  <c:v>45581</c:v>
                </c:pt>
                <c:pt idx="4903">
                  <c:v>45582</c:v>
                </c:pt>
                <c:pt idx="4904">
                  <c:v>45583</c:v>
                </c:pt>
                <c:pt idx="4905">
                  <c:v>45586</c:v>
                </c:pt>
                <c:pt idx="4906">
                  <c:v>45587</c:v>
                </c:pt>
                <c:pt idx="4907">
                  <c:v>45588</c:v>
                </c:pt>
                <c:pt idx="4908">
                  <c:v>45589</c:v>
                </c:pt>
                <c:pt idx="4909">
                  <c:v>45590</c:v>
                </c:pt>
                <c:pt idx="4910">
                  <c:v>45593</c:v>
                </c:pt>
                <c:pt idx="4911">
                  <c:v>45594</c:v>
                </c:pt>
                <c:pt idx="4912">
                  <c:v>45595</c:v>
                </c:pt>
                <c:pt idx="4913">
                  <c:v>45596</c:v>
                </c:pt>
                <c:pt idx="4914">
                  <c:v>45597</c:v>
                </c:pt>
                <c:pt idx="4915">
                  <c:v>45600</c:v>
                </c:pt>
                <c:pt idx="4916">
                  <c:v>45601</c:v>
                </c:pt>
                <c:pt idx="4917">
                  <c:v>45602</c:v>
                </c:pt>
                <c:pt idx="4918">
                  <c:v>45603</c:v>
                </c:pt>
                <c:pt idx="4919">
                  <c:v>45604</c:v>
                </c:pt>
                <c:pt idx="4920">
                  <c:v>45607</c:v>
                </c:pt>
                <c:pt idx="4921">
                  <c:v>45608</c:v>
                </c:pt>
                <c:pt idx="4922">
                  <c:v>45609</c:v>
                </c:pt>
                <c:pt idx="4923">
                  <c:v>45610</c:v>
                </c:pt>
                <c:pt idx="4924">
                  <c:v>45611</c:v>
                </c:pt>
                <c:pt idx="4925">
                  <c:v>45614</c:v>
                </c:pt>
                <c:pt idx="4926">
                  <c:v>45615</c:v>
                </c:pt>
                <c:pt idx="4927">
                  <c:v>45616</c:v>
                </c:pt>
                <c:pt idx="4928">
                  <c:v>45617</c:v>
                </c:pt>
                <c:pt idx="4929">
                  <c:v>45618</c:v>
                </c:pt>
                <c:pt idx="4930">
                  <c:v>45621</c:v>
                </c:pt>
                <c:pt idx="4931">
                  <c:v>45622</c:v>
                </c:pt>
                <c:pt idx="4932">
                  <c:v>45623</c:v>
                </c:pt>
                <c:pt idx="4933">
                  <c:v>45624</c:v>
                </c:pt>
                <c:pt idx="4934">
                  <c:v>45625</c:v>
                </c:pt>
                <c:pt idx="4935">
                  <c:v>45628</c:v>
                </c:pt>
                <c:pt idx="4936">
                  <c:v>45629</c:v>
                </c:pt>
                <c:pt idx="4937">
                  <c:v>45630</c:v>
                </c:pt>
                <c:pt idx="4938">
                  <c:v>45631</c:v>
                </c:pt>
                <c:pt idx="4939">
                  <c:v>45632</c:v>
                </c:pt>
                <c:pt idx="4940">
                  <c:v>45635</c:v>
                </c:pt>
                <c:pt idx="4941">
                  <c:v>45636</c:v>
                </c:pt>
                <c:pt idx="4942">
                  <c:v>45637</c:v>
                </c:pt>
                <c:pt idx="4943">
                  <c:v>45638</c:v>
                </c:pt>
                <c:pt idx="4944">
                  <c:v>45639</c:v>
                </c:pt>
                <c:pt idx="4945">
                  <c:v>45642</c:v>
                </c:pt>
                <c:pt idx="4946">
                  <c:v>45643</c:v>
                </c:pt>
                <c:pt idx="4947">
                  <c:v>45644</c:v>
                </c:pt>
                <c:pt idx="4948">
                  <c:v>45645</c:v>
                </c:pt>
                <c:pt idx="4949">
                  <c:v>45646</c:v>
                </c:pt>
                <c:pt idx="4950">
                  <c:v>45649</c:v>
                </c:pt>
                <c:pt idx="4951">
                  <c:v>45650</c:v>
                </c:pt>
                <c:pt idx="4952">
                  <c:v>45651</c:v>
                </c:pt>
                <c:pt idx="4953">
                  <c:v>45652</c:v>
                </c:pt>
                <c:pt idx="4954">
                  <c:v>45653</c:v>
                </c:pt>
                <c:pt idx="4955">
                  <c:v>45656</c:v>
                </c:pt>
                <c:pt idx="4956">
                  <c:v>45657</c:v>
                </c:pt>
                <c:pt idx="4957">
                  <c:v>45658</c:v>
                </c:pt>
                <c:pt idx="4958">
                  <c:v>45659</c:v>
                </c:pt>
                <c:pt idx="4959">
                  <c:v>45660</c:v>
                </c:pt>
                <c:pt idx="4960">
                  <c:v>45663</c:v>
                </c:pt>
                <c:pt idx="4961">
                  <c:v>45664</c:v>
                </c:pt>
                <c:pt idx="4962">
                  <c:v>45665</c:v>
                </c:pt>
                <c:pt idx="4963">
                  <c:v>45666</c:v>
                </c:pt>
                <c:pt idx="4964">
                  <c:v>45667</c:v>
                </c:pt>
                <c:pt idx="4965">
                  <c:v>45670</c:v>
                </c:pt>
                <c:pt idx="4966">
                  <c:v>45671</c:v>
                </c:pt>
                <c:pt idx="4967">
                  <c:v>45672</c:v>
                </c:pt>
                <c:pt idx="4968">
                  <c:v>45673</c:v>
                </c:pt>
                <c:pt idx="4969">
                  <c:v>45674</c:v>
                </c:pt>
                <c:pt idx="4970">
                  <c:v>45677</c:v>
                </c:pt>
                <c:pt idx="4971">
                  <c:v>45678</c:v>
                </c:pt>
                <c:pt idx="4972">
                  <c:v>45679</c:v>
                </c:pt>
                <c:pt idx="4973">
                  <c:v>45680</c:v>
                </c:pt>
                <c:pt idx="4974">
                  <c:v>45681</c:v>
                </c:pt>
                <c:pt idx="4975">
                  <c:v>45684</c:v>
                </c:pt>
                <c:pt idx="4976">
                  <c:v>45685</c:v>
                </c:pt>
                <c:pt idx="4977">
                  <c:v>45686</c:v>
                </c:pt>
                <c:pt idx="4978">
                  <c:v>45687</c:v>
                </c:pt>
                <c:pt idx="4979">
                  <c:v>45688</c:v>
                </c:pt>
                <c:pt idx="4980">
                  <c:v>45691</c:v>
                </c:pt>
                <c:pt idx="4981">
                  <c:v>45692</c:v>
                </c:pt>
                <c:pt idx="4982">
                  <c:v>45693</c:v>
                </c:pt>
                <c:pt idx="4983">
                  <c:v>45694</c:v>
                </c:pt>
                <c:pt idx="4984">
                  <c:v>45695</c:v>
                </c:pt>
                <c:pt idx="4985">
                  <c:v>45698</c:v>
                </c:pt>
                <c:pt idx="4986">
                  <c:v>45699</c:v>
                </c:pt>
                <c:pt idx="4987">
                  <c:v>45700</c:v>
                </c:pt>
                <c:pt idx="4988">
                  <c:v>45701</c:v>
                </c:pt>
                <c:pt idx="4989">
                  <c:v>45702</c:v>
                </c:pt>
                <c:pt idx="4990">
                  <c:v>45705</c:v>
                </c:pt>
                <c:pt idx="4991">
                  <c:v>45706</c:v>
                </c:pt>
                <c:pt idx="4992">
                  <c:v>45707</c:v>
                </c:pt>
                <c:pt idx="4993">
                  <c:v>45708</c:v>
                </c:pt>
                <c:pt idx="4994">
                  <c:v>45709</c:v>
                </c:pt>
                <c:pt idx="4995">
                  <c:v>45712</c:v>
                </c:pt>
                <c:pt idx="4996">
                  <c:v>45713</c:v>
                </c:pt>
                <c:pt idx="4997">
                  <c:v>45714</c:v>
                </c:pt>
                <c:pt idx="4998">
                  <c:v>45715</c:v>
                </c:pt>
                <c:pt idx="4999">
                  <c:v>45716</c:v>
                </c:pt>
                <c:pt idx="5000">
                  <c:v>45719</c:v>
                </c:pt>
                <c:pt idx="5001">
                  <c:v>45720</c:v>
                </c:pt>
                <c:pt idx="5002">
                  <c:v>45721</c:v>
                </c:pt>
                <c:pt idx="5003">
                  <c:v>45722</c:v>
                </c:pt>
                <c:pt idx="5004">
                  <c:v>45723</c:v>
                </c:pt>
                <c:pt idx="5005">
                  <c:v>45726</c:v>
                </c:pt>
                <c:pt idx="5006">
                  <c:v>45727</c:v>
                </c:pt>
                <c:pt idx="5007">
                  <c:v>45728</c:v>
                </c:pt>
                <c:pt idx="5008">
                  <c:v>45729</c:v>
                </c:pt>
                <c:pt idx="5009">
                  <c:v>45730</c:v>
                </c:pt>
                <c:pt idx="5010">
                  <c:v>45733</c:v>
                </c:pt>
                <c:pt idx="5011">
                  <c:v>45734</c:v>
                </c:pt>
                <c:pt idx="5012">
                  <c:v>45735</c:v>
                </c:pt>
                <c:pt idx="5013">
                  <c:v>45736</c:v>
                </c:pt>
                <c:pt idx="5014">
                  <c:v>45737</c:v>
                </c:pt>
                <c:pt idx="5015">
                  <c:v>45740</c:v>
                </c:pt>
                <c:pt idx="5016">
                  <c:v>45741</c:v>
                </c:pt>
                <c:pt idx="5017">
                  <c:v>45742</c:v>
                </c:pt>
                <c:pt idx="5018">
                  <c:v>45743</c:v>
                </c:pt>
                <c:pt idx="5019">
                  <c:v>45744</c:v>
                </c:pt>
                <c:pt idx="5020">
                  <c:v>45747</c:v>
                </c:pt>
                <c:pt idx="5021">
                  <c:v>45748</c:v>
                </c:pt>
                <c:pt idx="5022">
                  <c:v>45749</c:v>
                </c:pt>
                <c:pt idx="5023">
                  <c:v>45750</c:v>
                </c:pt>
                <c:pt idx="5024">
                  <c:v>45751</c:v>
                </c:pt>
                <c:pt idx="5025">
                  <c:v>45754</c:v>
                </c:pt>
                <c:pt idx="5026">
                  <c:v>45755</c:v>
                </c:pt>
                <c:pt idx="5027">
                  <c:v>45756</c:v>
                </c:pt>
                <c:pt idx="5028">
                  <c:v>45757</c:v>
                </c:pt>
                <c:pt idx="5029">
                  <c:v>45758</c:v>
                </c:pt>
                <c:pt idx="5030">
                  <c:v>45761</c:v>
                </c:pt>
                <c:pt idx="5031">
                  <c:v>45762</c:v>
                </c:pt>
                <c:pt idx="5032">
                  <c:v>45763</c:v>
                </c:pt>
                <c:pt idx="5033">
                  <c:v>45764</c:v>
                </c:pt>
                <c:pt idx="5034">
                  <c:v>45765</c:v>
                </c:pt>
                <c:pt idx="5035">
                  <c:v>45768</c:v>
                </c:pt>
                <c:pt idx="5036">
                  <c:v>45769</c:v>
                </c:pt>
                <c:pt idx="5037">
                  <c:v>45770</c:v>
                </c:pt>
                <c:pt idx="5038">
                  <c:v>45771</c:v>
                </c:pt>
                <c:pt idx="5039">
                  <c:v>45772</c:v>
                </c:pt>
                <c:pt idx="5040">
                  <c:v>45775</c:v>
                </c:pt>
                <c:pt idx="5041">
                  <c:v>45776</c:v>
                </c:pt>
                <c:pt idx="5042">
                  <c:v>45777</c:v>
                </c:pt>
                <c:pt idx="5043">
                  <c:v>45778</c:v>
                </c:pt>
                <c:pt idx="5044">
                  <c:v>45779</c:v>
                </c:pt>
                <c:pt idx="5045">
                  <c:v>45782</c:v>
                </c:pt>
                <c:pt idx="5046">
                  <c:v>45783</c:v>
                </c:pt>
                <c:pt idx="5047">
                  <c:v>45784</c:v>
                </c:pt>
                <c:pt idx="5048">
                  <c:v>45785</c:v>
                </c:pt>
                <c:pt idx="5049">
                  <c:v>45786</c:v>
                </c:pt>
                <c:pt idx="5050">
                  <c:v>45789</c:v>
                </c:pt>
                <c:pt idx="5051">
                  <c:v>45790</c:v>
                </c:pt>
                <c:pt idx="5052">
                  <c:v>45791</c:v>
                </c:pt>
                <c:pt idx="5053">
                  <c:v>45792</c:v>
                </c:pt>
                <c:pt idx="5054">
                  <c:v>45793</c:v>
                </c:pt>
                <c:pt idx="5055">
                  <c:v>45796</c:v>
                </c:pt>
                <c:pt idx="5056">
                  <c:v>45797</c:v>
                </c:pt>
                <c:pt idx="5057">
                  <c:v>45798</c:v>
                </c:pt>
                <c:pt idx="5058">
                  <c:v>45799</c:v>
                </c:pt>
                <c:pt idx="5059">
                  <c:v>45800</c:v>
                </c:pt>
                <c:pt idx="5060">
                  <c:v>45803</c:v>
                </c:pt>
                <c:pt idx="5061">
                  <c:v>45804</c:v>
                </c:pt>
                <c:pt idx="5062">
                  <c:v>45805</c:v>
                </c:pt>
                <c:pt idx="5063">
                  <c:v>45806</c:v>
                </c:pt>
                <c:pt idx="5064">
                  <c:v>45807</c:v>
                </c:pt>
                <c:pt idx="5065">
                  <c:v>45810</c:v>
                </c:pt>
                <c:pt idx="5066">
                  <c:v>45811</c:v>
                </c:pt>
                <c:pt idx="5067">
                  <c:v>45812</c:v>
                </c:pt>
                <c:pt idx="5068">
                  <c:v>45813</c:v>
                </c:pt>
                <c:pt idx="5069">
                  <c:v>45814</c:v>
                </c:pt>
                <c:pt idx="5070">
                  <c:v>45817</c:v>
                </c:pt>
                <c:pt idx="5071">
                  <c:v>45818</c:v>
                </c:pt>
                <c:pt idx="5072">
                  <c:v>45819</c:v>
                </c:pt>
                <c:pt idx="5073">
                  <c:v>45820</c:v>
                </c:pt>
                <c:pt idx="5074">
                  <c:v>45821</c:v>
                </c:pt>
                <c:pt idx="5075">
                  <c:v>45824</c:v>
                </c:pt>
                <c:pt idx="5076">
                  <c:v>45825</c:v>
                </c:pt>
                <c:pt idx="5077">
                  <c:v>45826</c:v>
                </c:pt>
                <c:pt idx="5078">
                  <c:v>45827</c:v>
                </c:pt>
                <c:pt idx="5079">
                  <c:v>45828</c:v>
                </c:pt>
                <c:pt idx="5080">
                  <c:v>45831</c:v>
                </c:pt>
                <c:pt idx="5081">
                  <c:v>45832</c:v>
                </c:pt>
                <c:pt idx="5082">
                  <c:v>45833</c:v>
                </c:pt>
                <c:pt idx="5083">
                  <c:v>45834</c:v>
                </c:pt>
                <c:pt idx="5084">
                  <c:v>45835</c:v>
                </c:pt>
                <c:pt idx="5085">
                  <c:v>45838</c:v>
                </c:pt>
                <c:pt idx="5086">
                  <c:v>45839</c:v>
                </c:pt>
                <c:pt idx="5087">
                  <c:v>45840</c:v>
                </c:pt>
                <c:pt idx="5088">
                  <c:v>45841</c:v>
                </c:pt>
                <c:pt idx="5089">
                  <c:v>45842</c:v>
                </c:pt>
                <c:pt idx="5090">
                  <c:v>45845</c:v>
                </c:pt>
                <c:pt idx="5091">
                  <c:v>45846</c:v>
                </c:pt>
                <c:pt idx="5092">
                  <c:v>45847</c:v>
                </c:pt>
                <c:pt idx="5093">
                  <c:v>45848</c:v>
                </c:pt>
                <c:pt idx="5094">
                  <c:v>45849</c:v>
                </c:pt>
                <c:pt idx="5095">
                  <c:v>45852</c:v>
                </c:pt>
                <c:pt idx="5096">
                  <c:v>45853</c:v>
                </c:pt>
                <c:pt idx="5097">
                  <c:v>45854</c:v>
                </c:pt>
                <c:pt idx="5098">
                  <c:v>45855</c:v>
                </c:pt>
                <c:pt idx="5099">
                  <c:v>45856</c:v>
                </c:pt>
                <c:pt idx="5100">
                  <c:v>45859</c:v>
                </c:pt>
                <c:pt idx="5101">
                  <c:v>45860</c:v>
                </c:pt>
                <c:pt idx="5102">
                  <c:v>45861</c:v>
                </c:pt>
                <c:pt idx="5103">
                  <c:v>45862</c:v>
                </c:pt>
                <c:pt idx="5104">
                  <c:v>45863</c:v>
                </c:pt>
                <c:pt idx="5105">
                  <c:v>45866</c:v>
                </c:pt>
                <c:pt idx="5106">
                  <c:v>45867</c:v>
                </c:pt>
                <c:pt idx="5107">
                  <c:v>45868</c:v>
                </c:pt>
                <c:pt idx="5108">
                  <c:v>45869</c:v>
                </c:pt>
                <c:pt idx="5109">
                  <c:v>45870</c:v>
                </c:pt>
                <c:pt idx="5110">
                  <c:v>45873</c:v>
                </c:pt>
                <c:pt idx="5111">
                  <c:v>45874</c:v>
                </c:pt>
                <c:pt idx="5112">
                  <c:v>45875</c:v>
                </c:pt>
                <c:pt idx="5113">
                  <c:v>45876</c:v>
                </c:pt>
                <c:pt idx="5114">
                  <c:v>45877</c:v>
                </c:pt>
                <c:pt idx="5115">
                  <c:v>45880</c:v>
                </c:pt>
                <c:pt idx="5116">
                  <c:v>45881</c:v>
                </c:pt>
                <c:pt idx="5117">
                  <c:v>45882</c:v>
                </c:pt>
                <c:pt idx="5118">
                  <c:v>45883</c:v>
                </c:pt>
                <c:pt idx="5119">
                  <c:v>45884</c:v>
                </c:pt>
                <c:pt idx="5120">
                  <c:v>45887</c:v>
                </c:pt>
                <c:pt idx="5121">
                  <c:v>45888</c:v>
                </c:pt>
                <c:pt idx="5122">
                  <c:v>45889</c:v>
                </c:pt>
                <c:pt idx="5123">
                  <c:v>45890</c:v>
                </c:pt>
                <c:pt idx="5124">
                  <c:v>45891</c:v>
                </c:pt>
                <c:pt idx="5125">
                  <c:v>45894</c:v>
                </c:pt>
                <c:pt idx="5126">
                  <c:v>45895</c:v>
                </c:pt>
                <c:pt idx="5127">
                  <c:v>45896</c:v>
                </c:pt>
                <c:pt idx="5128">
                  <c:v>45897</c:v>
                </c:pt>
                <c:pt idx="5129">
                  <c:v>45898</c:v>
                </c:pt>
                <c:pt idx="5130">
                  <c:v>45901</c:v>
                </c:pt>
                <c:pt idx="5131">
                  <c:v>45902</c:v>
                </c:pt>
                <c:pt idx="5132">
                  <c:v>45903</c:v>
                </c:pt>
                <c:pt idx="5133">
                  <c:v>45904</c:v>
                </c:pt>
                <c:pt idx="5134">
                  <c:v>45905</c:v>
                </c:pt>
                <c:pt idx="5135">
                  <c:v>45908</c:v>
                </c:pt>
                <c:pt idx="5136">
                  <c:v>45909</c:v>
                </c:pt>
                <c:pt idx="5137">
                  <c:v>45910</c:v>
                </c:pt>
                <c:pt idx="5138">
                  <c:v>45911</c:v>
                </c:pt>
                <c:pt idx="5139">
                  <c:v>45912</c:v>
                </c:pt>
                <c:pt idx="5140">
                  <c:v>45915</c:v>
                </c:pt>
                <c:pt idx="5141">
                  <c:v>45916</c:v>
                </c:pt>
                <c:pt idx="5142">
                  <c:v>45917</c:v>
                </c:pt>
                <c:pt idx="5143">
                  <c:v>45918</c:v>
                </c:pt>
                <c:pt idx="5144">
                  <c:v>45919</c:v>
                </c:pt>
                <c:pt idx="5145">
                  <c:v>45922</c:v>
                </c:pt>
                <c:pt idx="5146">
                  <c:v>45923</c:v>
                </c:pt>
                <c:pt idx="5147">
                  <c:v>45924</c:v>
                </c:pt>
                <c:pt idx="5148">
                  <c:v>45925</c:v>
                </c:pt>
                <c:pt idx="5149">
                  <c:v>45926</c:v>
                </c:pt>
                <c:pt idx="5150">
                  <c:v>45929</c:v>
                </c:pt>
                <c:pt idx="5151">
                  <c:v>45930</c:v>
                </c:pt>
                <c:pt idx="5152">
                  <c:v>45931</c:v>
                </c:pt>
                <c:pt idx="5153">
                  <c:v>45932</c:v>
                </c:pt>
                <c:pt idx="5154">
                  <c:v>45933</c:v>
                </c:pt>
                <c:pt idx="5155">
                  <c:v>45936</c:v>
                </c:pt>
                <c:pt idx="5156">
                  <c:v>45937</c:v>
                </c:pt>
                <c:pt idx="5157">
                  <c:v>45938</c:v>
                </c:pt>
                <c:pt idx="5158">
                  <c:v>45939</c:v>
                </c:pt>
                <c:pt idx="5159">
                  <c:v>45940</c:v>
                </c:pt>
                <c:pt idx="5160">
                  <c:v>45943</c:v>
                </c:pt>
                <c:pt idx="5161">
                  <c:v>45944</c:v>
                </c:pt>
                <c:pt idx="5162">
                  <c:v>45945</c:v>
                </c:pt>
                <c:pt idx="5163">
                  <c:v>45946</c:v>
                </c:pt>
                <c:pt idx="5164">
                  <c:v>45947</c:v>
                </c:pt>
                <c:pt idx="5165">
                  <c:v>45950</c:v>
                </c:pt>
                <c:pt idx="5166">
                  <c:v>45951</c:v>
                </c:pt>
                <c:pt idx="5167">
                  <c:v>45952</c:v>
                </c:pt>
                <c:pt idx="5168">
                  <c:v>45953</c:v>
                </c:pt>
                <c:pt idx="5169">
                  <c:v>45954</c:v>
                </c:pt>
                <c:pt idx="5170">
                  <c:v>45957</c:v>
                </c:pt>
                <c:pt idx="5171">
                  <c:v>45958</c:v>
                </c:pt>
                <c:pt idx="5172">
                  <c:v>45959</c:v>
                </c:pt>
                <c:pt idx="5173">
                  <c:v>45960</c:v>
                </c:pt>
                <c:pt idx="5174">
                  <c:v>45961</c:v>
                </c:pt>
                <c:pt idx="5175">
                  <c:v>45964</c:v>
                </c:pt>
                <c:pt idx="5176">
                  <c:v>45965</c:v>
                </c:pt>
                <c:pt idx="5177">
                  <c:v>45966</c:v>
                </c:pt>
                <c:pt idx="5178">
                  <c:v>45967</c:v>
                </c:pt>
                <c:pt idx="5179">
                  <c:v>45968</c:v>
                </c:pt>
                <c:pt idx="5180">
                  <c:v>45971</c:v>
                </c:pt>
                <c:pt idx="5181">
                  <c:v>45972</c:v>
                </c:pt>
                <c:pt idx="5182">
                  <c:v>45973</c:v>
                </c:pt>
                <c:pt idx="5183">
                  <c:v>45974</c:v>
                </c:pt>
                <c:pt idx="5184">
                  <c:v>45975</c:v>
                </c:pt>
                <c:pt idx="5185">
                  <c:v>45978</c:v>
                </c:pt>
                <c:pt idx="5186">
                  <c:v>45979</c:v>
                </c:pt>
                <c:pt idx="5187">
                  <c:v>45980</c:v>
                </c:pt>
                <c:pt idx="5188">
                  <c:v>45981</c:v>
                </c:pt>
                <c:pt idx="5189">
                  <c:v>45982</c:v>
                </c:pt>
                <c:pt idx="5190">
                  <c:v>45985</c:v>
                </c:pt>
                <c:pt idx="5191">
                  <c:v>45986</c:v>
                </c:pt>
                <c:pt idx="5192">
                  <c:v>45987</c:v>
                </c:pt>
                <c:pt idx="5193">
                  <c:v>45988</c:v>
                </c:pt>
                <c:pt idx="5194">
                  <c:v>45989</c:v>
                </c:pt>
                <c:pt idx="5195">
                  <c:v>45992</c:v>
                </c:pt>
                <c:pt idx="5196">
                  <c:v>45993</c:v>
                </c:pt>
                <c:pt idx="5197">
                  <c:v>45994</c:v>
                </c:pt>
                <c:pt idx="5198">
                  <c:v>45995</c:v>
                </c:pt>
                <c:pt idx="5199">
                  <c:v>45996</c:v>
                </c:pt>
                <c:pt idx="5200">
                  <c:v>45999</c:v>
                </c:pt>
                <c:pt idx="5201">
                  <c:v>46000</c:v>
                </c:pt>
                <c:pt idx="5202">
                  <c:v>46001</c:v>
                </c:pt>
                <c:pt idx="5203">
                  <c:v>46002</c:v>
                </c:pt>
                <c:pt idx="5204">
                  <c:v>46003</c:v>
                </c:pt>
                <c:pt idx="5205">
                  <c:v>46006</c:v>
                </c:pt>
                <c:pt idx="5206">
                  <c:v>46007</c:v>
                </c:pt>
                <c:pt idx="5207">
                  <c:v>46008</c:v>
                </c:pt>
                <c:pt idx="5208">
                  <c:v>46009</c:v>
                </c:pt>
                <c:pt idx="5209">
                  <c:v>46010</c:v>
                </c:pt>
                <c:pt idx="5210">
                  <c:v>46013</c:v>
                </c:pt>
                <c:pt idx="5211">
                  <c:v>46014</c:v>
                </c:pt>
                <c:pt idx="5212">
                  <c:v>46015</c:v>
                </c:pt>
                <c:pt idx="5213">
                  <c:v>46016</c:v>
                </c:pt>
                <c:pt idx="5214">
                  <c:v>46017</c:v>
                </c:pt>
                <c:pt idx="5215">
                  <c:v>46020</c:v>
                </c:pt>
                <c:pt idx="5216">
                  <c:v>46021</c:v>
                </c:pt>
                <c:pt idx="5217">
                  <c:v>46022</c:v>
                </c:pt>
                <c:pt idx="5218">
                  <c:v>46023</c:v>
                </c:pt>
                <c:pt idx="5219">
                  <c:v>46024</c:v>
                </c:pt>
                <c:pt idx="5220">
                  <c:v>46027</c:v>
                </c:pt>
                <c:pt idx="5221">
                  <c:v>46028</c:v>
                </c:pt>
                <c:pt idx="5222">
                  <c:v>46029</c:v>
                </c:pt>
                <c:pt idx="5223">
                  <c:v>46030</c:v>
                </c:pt>
                <c:pt idx="5224">
                  <c:v>46031</c:v>
                </c:pt>
                <c:pt idx="5225">
                  <c:v>46034</c:v>
                </c:pt>
                <c:pt idx="5226">
                  <c:v>46035</c:v>
                </c:pt>
                <c:pt idx="5227">
                  <c:v>46036</c:v>
                </c:pt>
                <c:pt idx="5228">
                  <c:v>46037</c:v>
                </c:pt>
                <c:pt idx="5229">
                  <c:v>46038</c:v>
                </c:pt>
                <c:pt idx="5230">
                  <c:v>46041</c:v>
                </c:pt>
                <c:pt idx="5231">
                  <c:v>46042</c:v>
                </c:pt>
                <c:pt idx="5232">
                  <c:v>46043</c:v>
                </c:pt>
                <c:pt idx="5233">
                  <c:v>46044</c:v>
                </c:pt>
                <c:pt idx="5234">
                  <c:v>46045</c:v>
                </c:pt>
                <c:pt idx="5235">
                  <c:v>46048</c:v>
                </c:pt>
                <c:pt idx="5236">
                  <c:v>46049</c:v>
                </c:pt>
                <c:pt idx="5237">
                  <c:v>46050</c:v>
                </c:pt>
                <c:pt idx="5238">
                  <c:v>46051</c:v>
                </c:pt>
                <c:pt idx="5239">
                  <c:v>46052</c:v>
                </c:pt>
                <c:pt idx="5240">
                  <c:v>46055</c:v>
                </c:pt>
                <c:pt idx="5241">
                  <c:v>46056</c:v>
                </c:pt>
                <c:pt idx="5242">
                  <c:v>46057</c:v>
                </c:pt>
                <c:pt idx="5243">
                  <c:v>46058</c:v>
                </c:pt>
                <c:pt idx="5244">
                  <c:v>46059</c:v>
                </c:pt>
                <c:pt idx="5245">
                  <c:v>46062</c:v>
                </c:pt>
                <c:pt idx="5246">
                  <c:v>46063</c:v>
                </c:pt>
                <c:pt idx="5247">
                  <c:v>46064</c:v>
                </c:pt>
                <c:pt idx="5248">
                  <c:v>46065</c:v>
                </c:pt>
                <c:pt idx="5249">
                  <c:v>46066</c:v>
                </c:pt>
                <c:pt idx="5250">
                  <c:v>46069</c:v>
                </c:pt>
                <c:pt idx="5251">
                  <c:v>46070</c:v>
                </c:pt>
                <c:pt idx="5252">
                  <c:v>46071</c:v>
                </c:pt>
                <c:pt idx="5253">
                  <c:v>46072</c:v>
                </c:pt>
                <c:pt idx="5254">
                  <c:v>46073</c:v>
                </c:pt>
                <c:pt idx="5255">
                  <c:v>46076</c:v>
                </c:pt>
                <c:pt idx="5256">
                  <c:v>46077</c:v>
                </c:pt>
                <c:pt idx="5257">
                  <c:v>46078</c:v>
                </c:pt>
                <c:pt idx="5258">
                  <c:v>46079</c:v>
                </c:pt>
                <c:pt idx="5259">
                  <c:v>46080</c:v>
                </c:pt>
                <c:pt idx="5260">
                  <c:v>46083</c:v>
                </c:pt>
                <c:pt idx="5261">
                  <c:v>46084</c:v>
                </c:pt>
                <c:pt idx="5262">
                  <c:v>46085</c:v>
                </c:pt>
                <c:pt idx="5263">
                  <c:v>46086</c:v>
                </c:pt>
                <c:pt idx="5264">
                  <c:v>46087</c:v>
                </c:pt>
                <c:pt idx="5265">
                  <c:v>46090</c:v>
                </c:pt>
                <c:pt idx="5266">
                  <c:v>46091</c:v>
                </c:pt>
                <c:pt idx="5267">
                  <c:v>46092</c:v>
                </c:pt>
                <c:pt idx="5268">
                  <c:v>46093</c:v>
                </c:pt>
                <c:pt idx="5269">
                  <c:v>46094</c:v>
                </c:pt>
                <c:pt idx="5270">
                  <c:v>46097</c:v>
                </c:pt>
                <c:pt idx="5271">
                  <c:v>46098</c:v>
                </c:pt>
                <c:pt idx="5272">
                  <c:v>46099</c:v>
                </c:pt>
                <c:pt idx="5273">
                  <c:v>46100</c:v>
                </c:pt>
                <c:pt idx="5274">
                  <c:v>46101</c:v>
                </c:pt>
                <c:pt idx="5275">
                  <c:v>46104</c:v>
                </c:pt>
                <c:pt idx="5276">
                  <c:v>46105</c:v>
                </c:pt>
                <c:pt idx="5277">
                  <c:v>46106</c:v>
                </c:pt>
                <c:pt idx="5278">
                  <c:v>46107</c:v>
                </c:pt>
                <c:pt idx="5279">
                  <c:v>46108</c:v>
                </c:pt>
                <c:pt idx="5280">
                  <c:v>46111</c:v>
                </c:pt>
                <c:pt idx="5281">
                  <c:v>46112</c:v>
                </c:pt>
                <c:pt idx="5282">
                  <c:v>46113</c:v>
                </c:pt>
                <c:pt idx="5283">
                  <c:v>46114</c:v>
                </c:pt>
                <c:pt idx="5284">
                  <c:v>46115</c:v>
                </c:pt>
                <c:pt idx="5285">
                  <c:v>46118</c:v>
                </c:pt>
                <c:pt idx="5286">
                  <c:v>46119</c:v>
                </c:pt>
                <c:pt idx="5287">
                  <c:v>46120</c:v>
                </c:pt>
                <c:pt idx="5288">
                  <c:v>46121</c:v>
                </c:pt>
                <c:pt idx="5289">
                  <c:v>46122</c:v>
                </c:pt>
                <c:pt idx="5290">
                  <c:v>46125</c:v>
                </c:pt>
                <c:pt idx="5291">
                  <c:v>46126</c:v>
                </c:pt>
                <c:pt idx="5292">
                  <c:v>46127</c:v>
                </c:pt>
                <c:pt idx="5293">
                  <c:v>46128</c:v>
                </c:pt>
                <c:pt idx="5294">
                  <c:v>46129</c:v>
                </c:pt>
                <c:pt idx="5295">
                  <c:v>46132</c:v>
                </c:pt>
                <c:pt idx="5296">
                  <c:v>46133</c:v>
                </c:pt>
                <c:pt idx="5297">
                  <c:v>46134</c:v>
                </c:pt>
                <c:pt idx="5298">
                  <c:v>46135</c:v>
                </c:pt>
                <c:pt idx="5299">
                  <c:v>46136</c:v>
                </c:pt>
                <c:pt idx="5300">
                  <c:v>46139</c:v>
                </c:pt>
                <c:pt idx="5301">
                  <c:v>46140</c:v>
                </c:pt>
                <c:pt idx="5302">
                  <c:v>46141</c:v>
                </c:pt>
                <c:pt idx="5303">
                  <c:v>46142</c:v>
                </c:pt>
                <c:pt idx="5304">
                  <c:v>46143</c:v>
                </c:pt>
                <c:pt idx="5305">
                  <c:v>46146</c:v>
                </c:pt>
                <c:pt idx="5306">
                  <c:v>46147</c:v>
                </c:pt>
                <c:pt idx="5307">
                  <c:v>46148</c:v>
                </c:pt>
                <c:pt idx="5308">
                  <c:v>46149</c:v>
                </c:pt>
                <c:pt idx="5309">
                  <c:v>46150</c:v>
                </c:pt>
                <c:pt idx="5310">
                  <c:v>46153</c:v>
                </c:pt>
                <c:pt idx="5311">
                  <c:v>46154</c:v>
                </c:pt>
                <c:pt idx="5312">
                  <c:v>46155</c:v>
                </c:pt>
                <c:pt idx="5313">
                  <c:v>46156</c:v>
                </c:pt>
                <c:pt idx="5314">
                  <c:v>46157</c:v>
                </c:pt>
                <c:pt idx="5315">
                  <c:v>46160</c:v>
                </c:pt>
                <c:pt idx="5316">
                  <c:v>46161</c:v>
                </c:pt>
                <c:pt idx="5317">
                  <c:v>46162</c:v>
                </c:pt>
                <c:pt idx="5318">
                  <c:v>46163</c:v>
                </c:pt>
                <c:pt idx="5319">
                  <c:v>46164</c:v>
                </c:pt>
                <c:pt idx="5320">
                  <c:v>46167</c:v>
                </c:pt>
                <c:pt idx="5321">
                  <c:v>46168</c:v>
                </c:pt>
                <c:pt idx="5322">
                  <c:v>46169</c:v>
                </c:pt>
                <c:pt idx="5323">
                  <c:v>46170</c:v>
                </c:pt>
                <c:pt idx="5324">
                  <c:v>46171</c:v>
                </c:pt>
                <c:pt idx="5325">
                  <c:v>46174</c:v>
                </c:pt>
                <c:pt idx="5326">
                  <c:v>46175</c:v>
                </c:pt>
                <c:pt idx="5327">
                  <c:v>46176</c:v>
                </c:pt>
                <c:pt idx="5328">
                  <c:v>46177</c:v>
                </c:pt>
                <c:pt idx="5329">
                  <c:v>46178</c:v>
                </c:pt>
                <c:pt idx="5330">
                  <c:v>46181</c:v>
                </c:pt>
                <c:pt idx="5331">
                  <c:v>46182</c:v>
                </c:pt>
                <c:pt idx="5332">
                  <c:v>46183</c:v>
                </c:pt>
                <c:pt idx="5333">
                  <c:v>46184</c:v>
                </c:pt>
                <c:pt idx="5334">
                  <c:v>46185</c:v>
                </c:pt>
                <c:pt idx="5335">
                  <c:v>46188</c:v>
                </c:pt>
                <c:pt idx="5336">
                  <c:v>46189</c:v>
                </c:pt>
                <c:pt idx="5337">
                  <c:v>46190</c:v>
                </c:pt>
                <c:pt idx="5338">
                  <c:v>46191</c:v>
                </c:pt>
              </c:numCache>
            </c:numRef>
          </c:cat>
          <c:val>
            <c:numRef>
              <c:f>'worldwide policy rate'!$B$2612:$B$7950</c:f>
              <c:numCache>
                <c:formatCode>General</c:formatCode>
                <c:ptCount val="5339"/>
                <c:pt idx="0">
                  <c:v>4.25</c:v>
                </c:pt>
                <c:pt idx="1">
                  <c:v>4.25</c:v>
                </c:pt>
                <c:pt idx="2">
                  <c:v>4.25</c:v>
                </c:pt>
                <c:pt idx="3">
                  <c:v>4.25</c:v>
                </c:pt>
                <c:pt idx="4">
                  <c:v>4.25</c:v>
                </c:pt>
                <c:pt idx="5">
                  <c:v>4.25</c:v>
                </c:pt>
                <c:pt idx="6">
                  <c:v>4.25</c:v>
                </c:pt>
                <c:pt idx="7">
                  <c:v>4.25</c:v>
                </c:pt>
                <c:pt idx="8">
                  <c:v>4.25</c:v>
                </c:pt>
                <c:pt idx="9">
                  <c:v>4.25</c:v>
                </c:pt>
                <c:pt idx="10">
                  <c:v>4.25</c:v>
                </c:pt>
                <c:pt idx="11">
                  <c:v>4.25</c:v>
                </c:pt>
                <c:pt idx="12">
                  <c:v>4.25</c:v>
                </c:pt>
                <c:pt idx="13">
                  <c:v>4.25</c:v>
                </c:pt>
                <c:pt idx="14">
                  <c:v>4.25</c:v>
                </c:pt>
                <c:pt idx="15">
                  <c:v>4.25</c:v>
                </c:pt>
                <c:pt idx="16">
                  <c:v>4.25</c:v>
                </c:pt>
                <c:pt idx="17">
                  <c:v>4.25</c:v>
                </c:pt>
                <c:pt idx="18">
                  <c:v>4.25</c:v>
                </c:pt>
                <c:pt idx="19">
                  <c:v>4.25</c:v>
                </c:pt>
                <c:pt idx="20">
                  <c:v>4.25</c:v>
                </c:pt>
                <c:pt idx="21">
                  <c:v>4.5</c:v>
                </c:pt>
                <c:pt idx="22">
                  <c:v>4.5</c:v>
                </c:pt>
                <c:pt idx="23">
                  <c:v>4.5</c:v>
                </c:pt>
                <c:pt idx="24">
                  <c:v>4.5</c:v>
                </c:pt>
                <c:pt idx="25">
                  <c:v>4.5</c:v>
                </c:pt>
                <c:pt idx="26">
                  <c:v>4.5</c:v>
                </c:pt>
                <c:pt idx="27">
                  <c:v>4.5</c:v>
                </c:pt>
                <c:pt idx="28">
                  <c:v>4.5</c:v>
                </c:pt>
                <c:pt idx="29">
                  <c:v>4.5</c:v>
                </c:pt>
                <c:pt idx="30">
                  <c:v>4.5</c:v>
                </c:pt>
                <c:pt idx="31">
                  <c:v>4.5</c:v>
                </c:pt>
                <c:pt idx="32">
                  <c:v>4.5</c:v>
                </c:pt>
                <c:pt idx="33">
                  <c:v>4.5</c:v>
                </c:pt>
                <c:pt idx="34">
                  <c:v>4.5</c:v>
                </c:pt>
                <c:pt idx="35">
                  <c:v>4.5</c:v>
                </c:pt>
                <c:pt idx="36">
                  <c:v>4.5</c:v>
                </c:pt>
                <c:pt idx="37">
                  <c:v>4.5</c:v>
                </c:pt>
                <c:pt idx="38">
                  <c:v>4.5</c:v>
                </c:pt>
                <c:pt idx="39">
                  <c:v>4.5</c:v>
                </c:pt>
                <c:pt idx="40">
                  <c:v>4.5</c:v>
                </c:pt>
                <c:pt idx="41">
                  <c:v>4.5</c:v>
                </c:pt>
                <c:pt idx="42">
                  <c:v>4.5</c:v>
                </c:pt>
                <c:pt idx="43">
                  <c:v>4.5</c:v>
                </c:pt>
                <c:pt idx="44">
                  <c:v>4.5</c:v>
                </c:pt>
                <c:pt idx="45">
                  <c:v>4.5</c:v>
                </c:pt>
                <c:pt idx="46">
                  <c:v>4.5</c:v>
                </c:pt>
                <c:pt idx="47">
                  <c:v>4.5</c:v>
                </c:pt>
                <c:pt idx="48">
                  <c:v>4.5</c:v>
                </c:pt>
                <c:pt idx="49">
                  <c:v>4.5</c:v>
                </c:pt>
                <c:pt idx="50">
                  <c:v>4.5</c:v>
                </c:pt>
                <c:pt idx="51">
                  <c:v>4.5</c:v>
                </c:pt>
                <c:pt idx="52">
                  <c:v>4.5</c:v>
                </c:pt>
                <c:pt idx="53">
                  <c:v>4.5</c:v>
                </c:pt>
                <c:pt idx="54">
                  <c:v>4.5</c:v>
                </c:pt>
                <c:pt idx="55">
                  <c:v>4.5</c:v>
                </c:pt>
                <c:pt idx="56">
                  <c:v>4.5</c:v>
                </c:pt>
                <c:pt idx="57">
                  <c:v>4.5</c:v>
                </c:pt>
                <c:pt idx="58">
                  <c:v>4.5</c:v>
                </c:pt>
                <c:pt idx="59">
                  <c:v>4.5</c:v>
                </c:pt>
                <c:pt idx="60">
                  <c:v>4.5</c:v>
                </c:pt>
                <c:pt idx="61">
                  <c:v>4.75</c:v>
                </c:pt>
                <c:pt idx="62">
                  <c:v>4.75</c:v>
                </c:pt>
                <c:pt idx="63">
                  <c:v>4.75</c:v>
                </c:pt>
                <c:pt idx="64">
                  <c:v>4.75</c:v>
                </c:pt>
                <c:pt idx="65">
                  <c:v>4.75</c:v>
                </c:pt>
                <c:pt idx="66">
                  <c:v>4.75</c:v>
                </c:pt>
                <c:pt idx="67">
                  <c:v>4.75</c:v>
                </c:pt>
                <c:pt idx="68">
                  <c:v>4.75</c:v>
                </c:pt>
                <c:pt idx="69">
                  <c:v>4.75</c:v>
                </c:pt>
                <c:pt idx="70">
                  <c:v>4.75</c:v>
                </c:pt>
                <c:pt idx="71">
                  <c:v>4.75</c:v>
                </c:pt>
                <c:pt idx="72">
                  <c:v>4.75</c:v>
                </c:pt>
                <c:pt idx="73">
                  <c:v>4.75</c:v>
                </c:pt>
                <c:pt idx="74">
                  <c:v>4.75</c:v>
                </c:pt>
                <c:pt idx="75">
                  <c:v>4.75</c:v>
                </c:pt>
                <c:pt idx="76">
                  <c:v>4.75</c:v>
                </c:pt>
                <c:pt idx="77">
                  <c:v>4.75</c:v>
                </c:pt>
                <c:pt idx="78">
                  <c:v>4.75</c:v>
                </c:pt>
                <c:pt idx="79">
                  <c:v>4.75</c:v>
                </c:pt>
                <c:pt idx="80">
                  <c:v>4.75</c:v>
                </c:pt>
                <c:pt idx="81">
                  <c:v>4.75</c:v>
                </c:pt>
                <c:pt idx="82">
                  <c:v>4.75</c:v>
                </c:pt>
                <c:pt idx="83">
                  <c:v>4.75</c:v>
                </c:pt>
                <c:pt idx="84">
                  <c:v>4.75</c:v>
                </c:pt>
                <c:pt idx="85">
                  <c:v>4.75</c:v>
                </c:pt>
                <c:pt idx="86">
                  <c:v>4.75</c:v>
                </c:pt>
                <c:pt idx="87">
                  <c:v>4.75</c:v>
                </c:pt>
                <c:pt idx="88">
                  <c:v>4.75</c:v>
                </c:pt>
                <c:pt idx="89">
                  <c:v>4.75</c:v>
                </c:pt>
                <c:pt idx="90">
                  <c:v>4.75</c:v>
                </c:pt>
                <c:pt idx="91">
                  <c:v>4.75</c:v>
                </c:pt>
                <c:pt idx="92">
                  <c:v>5</c:v>
                </c:pt>
                <c:pt idx="93">
                  <c:v>5</c:v>
                </c:pt>
                <c:pt idx="94">
                  <c:v>5</c:v>
                </c:pt>
                <c:pt idx="95">
                  <c:v>5</c:v>
                </c:pt>
                <c:pt idx="96">
                  <c:v>5</c:v>
                </c:pt>
                <c:pt idx="97">
                  <c:v>5</c:v>
                </c:pt>
                <c:pt idx="98">
                  <c:v>5</c:v>
                </c:pt>
                <c:pt idx="99">
                  <c:v>5</c:v>
                </c:pt>
                <c:pt idx="100">
                  <c:v>5</c:v>
                </c:pt>
                <c:pt idx="101">
                  <c:v>5</c:v>
                </c:pt>
                <c:pt idx="102">
                  <c:v>5</c:v>
                </c:pt>
                <c:pt idx="103">
                  <c:v>5</c:v>
                </c:pt>
                <c:pt idx="104">
                  <c:v>5</c:v>
                </c:pt>
                <c:pt idx="105">
                  <c:v>5</c:v>
                </c:pt>
                <c:pt idx="106">
                  <c:v>5</c:v>
                </c:pt>
                <c:pt idx="107">
                  <c:v>5</c:v>
                </c:pt>
                <c:pt idx="108">
                  <c:v>5</c:v>
                </c:pt>
                <c:pt idx="109">
                  <c:v>5</c:v>
                </c:pt>
                <c:pt idx="110">
                  <c:v>5</c:v>
                </c:pt>
                <c:pt idx="111">
                  <c:v>5</c:v>
                </c:pt>
                <c:pt idx="112">
                  <c:v>5</c:v>
                </c:pt>
                <c:pt idx="113">
                  <c:v>5</c:v>
                </c:pt>
                <c:pt idx="114">
                  <c:v>5</c:v>
                </c:pt>
                <c:pt idx="115">
                  <c:v>5</c:v>
                </c:pt>
                <c:pt idx="116">
                  <c:v>5</c:v>
                </c:pt>
                <c:pt idx="117">
                  <c:v>5</c:v>
                </c:pt>
                <c:pt idx="118">
                  <c:v>5</c:v>
                </c:pt>
                <c:pt idx="119">
                  <c:v>5</c:v>
                </c:pt>
                <c:pt idx="120">
                  <c:v>5</c:v>
                </c:pt>
                <c:pt idx="121">
                  <c:v>5</c:v>
                </c:pt>
                <c:pt idx="122">
                  <c:v>5</c:v>
                </c:pt>
                <c:pt idx="123">
                  <c:v>5</c:v>
                </c:pt>
                <c:pt idx="124">
                  <c:v>5</c:v>
                </c:pt>
                <c:pt idx="125">
                  <c:v>5</c:v>
                </c:pt>
                <c:pt idx="126">
                  <c:v>5</c:v>
                </c:pt>
                <c:pt idx="127">
                  <c:v>5</c:v>
                </c:pt>
                <c:pt idx="128">
                  <c:v>5.25</c:v>
                </c:pt>
                <c:pt idx="129">
                  <c:v>5.25</c:v>
                </c:pt>
                <c:pt idx="130">
                  <c:v>5.25</c:v>
                </c:pt>
                <c:pt idx="131">
                  <c:v>5.25</c:v>
                </c:pt>
                <c:pt idx="132">
                  <c:v>5.25</c:v>
                </c:pt>
                <c:pt idx="133">
                  <c:v>5.25</c:v>
                </c:pt>
                <c:pt idx="134">
                  <c:v>5.25</c:v>
                </c:pt>
                <c:pt idx="135">
                  <c:v>5.25</c:v>
                </c:pt>
                <c:pt idx="136">
                  <c:v>5.25</c:v>
                </c:pt>
                <c:pt idx="137">
                  <c:v>5.25</c:v>
                </c:pt>
                <c:pt idx="138">
                  <c:v>5.25</c:v>
                </c:pt>
                <c:pt idx="139">
                  <c:v>5.25</c:v>
                </c:pt>
                <c:pt idx="140">
                  <c:v>5.25</c:v>
                </c:pt>
                <c:pt idx="141">
                  <c:v>5.25</c:v>
                </c:pt>
                <c:pt idx="142">
                  <c:v>5.25</c:v>
                </c:pt>
                <c:pt idx="143">
                  <c:v>5.25</c:v>
                </c:pt>
                <c:pt idx="144">
                  <c:v>5.25</c:v>
                </c:pt>
                <c:pt idx="145">
                  <c:v>5.25</c:v>
                </c:pt>
                <c:pt idx="146">
                  <c:v>5.25</c:v>
                </c:pt>
                <c:pt idx="147">
                  <c:v>5.25</c:v>
                </c:pt>
                <c:pt idx="148">
                  <c:v>5.25</c:v>
                </c:pt>
                <c:pt idx="149">
                  <c:v>5.25</c:v>
                </c:pt>
                <c:pt idx="150">
                  <c:v>5.25</c:v>
                </c:pt>
                <c:pt idx="151">
                  <c:v>5.25</c:v>
                </c:pt>
                <c:pt idx="152">
                  <c:v>5.25</c:v>
                </c:pt>
                <c:pt idx="153">
                  <c:v>5.25</c:v>
                </c:pt>
                <c:pt idx="154">
                  <c:v>5.25</c:v>
                </c:pt>
                <c:pt idx="155">
                  <c:v>5.25</c:v>
                </c:pt>
                <c:pt idx="156">
                  <c:v>5.25</c:v>
                </c:pt>
                <c:pt idx="157">
                  <c:v>5.25</c:v>
                </c:pt>
                <c:pt idx="158">
                  <c:v>5.25</c:v>
                </c:pt>
                <c:pt idx="159">
                  <c:v>5.25</c:v>
                </c:pt>
                <c:pt idx="160">
                  <c:v>5.25</c:v>
                </c:pt>
                <c:pt idx="161">
                  <c:v>5.25</c:v>
                </c:pt>
                <c:pt idx="162">
                  <c:v>5.25</c:v>
                </c:pt>
                <c:pt idx="163">
                  <c:v>5.25</c:v>
                </c:pt>
                <c:pt idx="164">
                  <c:v>5.25</c:v>
                </c:pt>
                <c:pt idx="165">
                  <c:v>5.25</c:v>
                </c:pt>
                <c:pt idx="166">
                  <c:v>5.25</c:v>
                </c:pt>
                <c:pt idx="167">
                  <c:v>5.25</c:v>
                </c:pt>
                <c:pt idx="168">
                  <c:v>5.25</c:v>
                </c:pt>
                <c:pt idx="169">
                  <c:v>5.25</c:v>
                </c:pt>
                <c:pt idx="170">
                  <c:v>5.25</c:v>
                </c:pt>
                <c:pt idx="171">
                  <c:v>5.25</c:v>
                </c:pt>
                <c:pt idx="172">
                  <c:v>5.25</c:v>
                </c:pt>
                <c:pt idx="173">
                  <c:v>5.25</c:v>
                </c:pt>
                <c:pt idx="174">
                  <c:v>5.25</c:v>
                </c:pt>
                <c:pt idx="175">
                  <c:v>5.25</c:v>
                </c:pt>
                <c:pt idx="176">
                  <c:v>5.25</c:v>
                </c:pt>
                <c:pt idx="177">
                  <c:v>5.25</c:v>
                </c:pt>
                <c:pt idx="178">
                  <c:v>5.25</c:v>
                </c:pt>
                <c:pt idx="179">
                  <c:v>5.25</c:v>
                </c:pt>
                <c:pt idx="180">
                  <c:v>5.25</c:v>
                </c:pt>
                <c:pt idx="181">
                  <c:v>5.25</c:v>
                </c:pt>
                <c:pt idx="182">
                  <c:v>5.25</c:v>
                </c:pt>
                <c:pt idx="183">
                  <c:v>5.25</c:v>
                </c:pt>
                <c:pt idx="184">
                  <c:v>5.25</c:v>
                </c:pt>
                <c:pt idx="185">
                  <c:v>5.25</c:v>
                </c:pt>
                <c:pt idx="186">
                  <c:v>5.25</c:v>
                </c:pt>
                <c:pt idx="187">
                  <c:v>5.25</c:v>
                </c:pt>
                <c:pt idx="188">
                  <c:v>5.25</c:v>
                </c:pt>
                <c:pt idx="189">
                  <c:v>5.25</c:v>
                </c:pt>
                <c:pt idx="190">
                  <c:v>5.25</c:v>
                </c:pt>
                <c:pt idx="191">
                  <c:v>5.25</c:v>
                </c:pt>
                <c:pt idx="192">
                  <c:v>5.25</c:v>
                </c:pt>
                <c:pt idx="193">
                  <c:v>5.25</c:v>
                </c:pt>
                <c:pt idx="194">
                  <c:v>5.25</c:v>
                </c:pt>
                <c:pt idx="195">
                  <c:v>5.25</c:v>
                </c:pt>
                <c:pt idx="196">
                  <c:v>5.25</c:v>
                </c:pt>
                <c:pt idx="197">
                  <c:v>5.25</c:v>
                </c:pt>
                <c:pt idx="198">
                  <c:v>5.25</c:v>
                </c:pt>
                <c:pt idx="199">
                  <c:v>5.25</c:v>
                </c:pt>
                <c:pt idx="200">
                  <c:v>5.25</c:v>
                </c:pt>
                <c:pt idx="201">
                  <c:v>5.25</c:v>
                </c:pt>
                <c:pt idx="202">
                  <c:v>5.25</c:v>
                </c:pt>
                <c:pt idx="203">
                  <c:v>5.25</c:v>
                </c:pt>
                <c:pt idx="204">
                  <c:v>5.25</c:v>
                </c:pt>
                <c:pt idx="205">
                  <c:v>5.25</c:v>
                </c:pt>
                <c:pt idx="206">
                  <c:v>5.25</c:v>
                </c:pt>
                <c:pt idx="207">
                  <c:v>5.25</c:v>
                </c:pt>
                <c:pt idx="208">
                  <c:v>5.25</c:v>
                </c:pt>
                <c:pt idx="209">
                  <c:v>5.25</c:v>
                </c:pt>
                <c:pt idx="210">
                  <c:v>5.25</c:v>
                </c:pt>
                <c:pt idx="211">
                  <c:v>5.25</c:v>
                </c:pt>
                <c:pt idx="212">
                  <c:v>5.25</c:v>
                </c:pt>
                <c:pt idx="213">
                  <c:v>5.25</c:v>
                </c:pt>
                <c:pt idx="214">
                  <c:v>5.25</c:v>
                </c:pt>
                <c:pt idx="215">
                  <c:v>5.25</c:v>
                </c:pt>
                <c:pt idx="216">
                  <c:v>5.25</c:v>
                </c:pt>
                <c:pt idx="217">
                  <c:v>5.25</c:v>
                </c:pt>
                <c:pt idx="218">
                  <c:v>5.25</c:v>
                </c:pt>
                <c:pt idx="219">
                  <c:v>5.25</c:v>
                </c:pt>
                <c:pt idx="220">
                  <c:v>5.25</c:v>
                </c:pt>
                <c:pt idx="221">
                  <c:v>5.25</c:v>
                </c:pt>
                <c:pt idx="222">
                  <c:v>5.25</c:v>
                </c:pt>
                <c:pt idx="223">
                  <c:v>5.25</c:v>
                </c:pt>
                <c:pt idx="224">
                  <c:v>5.25</c:v>
                </c:pt>
                <c:pt idx="225">
                  <c:v>5.25</c:v>
                </c:pt>
                <c:pt idx="226">
                  <c:v>5.25</c:v>
                </c:pt>
                <c:pt idx="227">
                  <c:v>5.25</c:v>
                </c:pt>
                <c:pt idx="228">
                  <c:v>5.25</c:v>
                </c:pt>
                <c:pt idx="229">
                  <c:v>5.25</c:v>
                </c:pt>
                <c:pt idx="230">
                  <c:v>5.25</c:v>
                </c:pt>
                <c:pt idx="231">
                  <c:v>5.25</c:v>
                </c:pt>
                <c:pt idx="232">
                  <c:v>5.25</c:v>
                </c:pt>
                <c:pt idx="233">
                  <c:v>5.25</c:v>
                </c:pt>
                <c:pt idx="234">
                  <c:v>5.25</c:v>
                </c:pt>
                <c:pt idx="235">
                  <c:v>5.25</c:v>
                </c:pt>
                <c:pt idx="236">
                  <c:v>5.25</c:v>
                </c:pt>
                <c:pt idx="237">
                  <c:v>5.25</c:v>
                </c:pt>
                <c:pt idx="238">
                  <c:v>5.25</c:v>
                </c:pt>
                <c:pt idx="239">
                  <c:v>5.25</c:v>
                </c:pt>
                <c:pt idx="240">
                  <c:v>5.25</c:v>
                </c:pt>
                <c:pt idx="241">
                  <c:v>5.25</c:v>
                </c:pt>
                <c:pt idx="242">
                  <c:v>5.25</c:v>
                </c:pt>
                <c:pt idx="243">
                  <c:v>5.25</c:v>
                </c:pt>
                <c:pt idx="244">
                  <c:v>5.25</c:v>
                </c:pt>
                <c:pt idx="245">
                  <c:v>5.25</c:v>
                </c:pt>
                <c:pt idx="246">
                  <c:v>5.25</c:v>
                </c:pt>
                <c:pt idx="247">
                  <c:v>5.25</c:v>
                </c:pt>
                <c:pt idx="248">
                  <c:v>5.25</c:v>
                </c:pt>
                <c:pt idx="249">
                  <c:v>5.25</c:v>
                </c:pt>
                <c:pt idx="250">
                  <c:v>5.25</c:v>
                </c:pt>
                <c:pt idx="251">
                  <c:v>5.25</c:v>
                </c:pt>
                <c:pt idx="252">
                  <c:v>5.25</c:v>
                </c:pt>
                <c:pt idx="253">
                  <c:v>5.25</c:v>
                </c:pt>
                <c:pt idx="254">
                  <c:v>5.25</c:v>
                </c:pt>
                <c:pt idx="255">
                  <c:v>5.25</c:v>
                </c:pt>
                <c:pt idx="256">
                  <c:v>5.25</c:v>
                </c:pt>
                <c:pt idx="257">
                  <c:v>5.25</c:v>
                </c:pt>
                <c:pt idx="258">
                  <c:v>5.25</c:v>
                </c:pt>
                <c:pt idx="259">
                  <c:v>5.25</c:v>
                </c:pt>
                <c:pt idx="260">
                  <c:v>5.25</c:v>
                </c:pt>
                <c:pt idx="261">
                  <c:v>5.25</c:v>
                </c:pt>
                <c:pt idx="262">
                  <c:v>5.25</c:v>
                </c:pt>
                <c:pt idx="263">
                  <c:v>5.25</c:v>
                </c:pt>
                <c:pt idx="264">
                  <c:v>5.25</c:v>
                </c:pt>
                <c:pt idx="265">
                  <c:v>5.25</c:v>
                </c:pt>
                <c:pt idx="266">
                  <c:v>5.25</c:v>
                </c:pt>
                <c:pt idx="267">
                  <c:v>5.25</c:v>
                </c:pt>
                <c:pt idx="268">
                  <c:v>5.25</c:v>
                </c:pt>
                <c:pt idx="269">
                  <c:v>5.25</c:v>
                </c:pt>
                <c:pt idx="270">
                  <c:v>5.25</c:v>
                </c:pt>
                <c:pt idx="271">
                  <c:v>5.25</c:v>
                </c:pt>
                <c:pt idx="272">
                  <c:v>5.25</c:v>
                </c:pt>
                <c:pt idx="273">
                  <c:v>5.25</c:v>
                </c:pt>
                <c:pt idx="274">
                  <c:v>5.25</c:v>
                </c:pt>
                <c:pt idx="275">
                  <c:v>5.25</c:v>
                </c:pt>
                <c:pt idx="276">
                  <c:v>5.25</c:v>
                </c:pt>
                <c:pt idx="277">
                  <c:v>5.25</c:v>
                </c:pt>
                <c:pt idx="278">
                  <c:v>5.25</c:v>
                </c:pt>
                <c:pt idx="279">
                  <c:v>5.25</c:v>
                </c:pt>
                <c:pt idx="280">
                  <c:v>5.25</c:v>
                </c:pt>
                <c:pt idx="281">
                  <c:v>5.25</c:v>
                </c:pt>
                <c:pt idx="282">
                  <c:v>5.25</c:v>
                </c:pt>
                <c:pt idx="283">
                  <c:v>5.25</c:v>
                </c:pt>
                <c:pt idx="284">
                  <c:v>5.25</c:v>
                </c:pt>
                <c:pt idx="285">
                  <c:v>5.25</c:v>
                </c:pt>
                <c:pt idx="286">
                  <c:v>5.25</c:v>
                </c:pt>
                <c:pt idx="287">
                  <c:v>5.25</c:v>
                </c:pt>
                <c:pt idx="288">
                  <c:v>5.25</c:v>
                </c:pt>
                <c:pt idx="289">
                  <c:v>5.25</c:v>
                </c:pt>
                <c:pt idx="290">
                  <c:v>5.25</c:v>
                </c:pt>
                <c:pt idx="291">
                  <c:v>5.25</c:v>
                </c:pt>
                <c:pt idx="292">
                  <c:v>5.25</c:v>
                </c:pt>
                <c:pt idx="293">
                  <c:v>5.25</c:v>
                </c:pt>
                <c:pt idx="294">
                  <c:v>5.25</c:v>
                </c:pt>
                <c:pt idx="295">
                  <c:v>5.25</c:v>
                </c:pt>
                <c:pt idx="296">
                  <c:v>5.25</c:v>
                </c:pt>
                <c:pt idx="297">
                  <c:v>5.25</c:v>
                </c:pt>
                <c:pt idx="298">
                  <c:v>5.25</c:v>
                </c:pt>
                <c:pt idx="299">
                  <c:v>5.25</c:v>
                </c:pt>
                <c:pt idx="300">
                  <c:v>5.25</c:v>
                </c:pt>
                <c:pt idx="301">
                  <c:v>5.25</c:v>
                </c:pt>
                <c:pt idx="302">
                  <c:v>5.25</c:v>
                </c:pt>
                <c:pt idx="303">
                  <c:v>5.25</c:v>
                </c:pt>
                <c:pt idx="304">
                  <c:v>5.25</c:v>
                </c:pt>
                <c:pt idx="305">
                  <c:v>5.25</c:v>
                </c:pt>
                <c:pt idx="306">
                  <c:v>5.25</c:v>
                </c:pt>
                <c:pt idx="307">
                  <c:v>5.25</c:v>
                </c:pt>
                <c:pt idx="308">
                  <c:v>5.25</c:v>
                </c:pt>
                <c:pt idx="309">
                  <c:v>5.25</c:v>
                </c:pt>
                <c:pt idx="310">
                  <c:v>5.25</c:v>
                </c:pt>
                <c:pt idx="311">
                  <c:v>5.25</c:v>
                </c:pt>
                <c:pt idx="312">
                  <c:v>5.25</c:v>
                </c:pt>
                <c:pt idx="313">
                  <c:v>5.25</c:v>
                </c:pt>
                <c:pt idx="314">
                  <c:v>5.25</c:v>
                </c:pt>
                <c:pt idx="315">
                  <c:v>5.25</c:v>
                </c:pt>
                <c:pt idx="316">
                  <c:v>5.25</c:v>
                </c:pt>
                <c:pt idx="317">
                  <c:v>5.25</c:v>
                </c:pt>
                <c:pt idx="318">
                  <c:v>5.25</c:v>
                </c:pt>
                <c:pt idx="319">
                  <c:v>5.25</c:v>
                </c:pt>
                <c:pt idx="320">
                  <c:v>5.25</c:v>
                </c:pt>
                <c:pt idx="321">
                  <c:v>5.25</c:v>
                </c:pt>
                <c:pt idx="322">
                  <c:v>5.25</c:v>
                </c:pt>
                <c:pt idx="323">
                  <c:v>5.25</c:v>
                </c:pt>
                <c:pt idx="324">
                  <c:v>5.25</c:v>
                </c:pt>
                <c:pt idx="325">
                  <c:v>5.25</c:v>
                </c:pt>
                <c:pt idx="326">
                  <c:v>5.25</c:v>
                </c:pt>
                <c:pt idx="327">
                  <c:v>5.25</c:v>
                </c:pt>
                <c:pt idx="328">
                  <c:v>5.25</c:v>
                </c:pt>
                <c:pt idx="329">
                  <c:v>5.25</c:v>
                </c:pt>
                <c:pt idx="330">
                  <c:v>5.25</c:v>
                </c:pt>
                <c:pt idx="331">
                  <c:v>5.25</c:v>
                </c:pt>
                <c:pt idx="332">
                  <c:v>5.25</c:v>
                </c:pt>
                <c:pt idx="333">
                  <c:v>5.25</c:v>
                </c:pt>
                <c:pt idx="334">
                  <c:v>5.25</c:v>
                </c:pt>
                <c:pt idx="335">
                  <c:v>5.25</c:v>
                </c:pt>
                <c:pt idx="336">
                  <c:v>5.25</c:v>
                </c:pt>
                <c:pt idx="337">
                  <c:v>5.25</c:v>
                </c:pt>
                <c:pt idx="338">
                  <c:v>5.25</c:v>
                </c:pt>
                <c:pt idx="339">
                  <c:v>5.25</c:v>
                </c:pt>
                <c:pt idx="340">
                  <c:v>5.25</c:v>
                </c:pt>
                <c:pt idx="341">
                  <c:v>5.25</c:v>
                </c:pt>
                <c:pt idx="342">
                  <c:v>5.25</c:v>
                </c:pt>
                <c:pt idx="343">
                  <c:v>5.25</c:v>
                </c:pt>
                <c:pt idx="344">
                  <c:v>5.25</c:v>
                </c:pt>
                <c:pt idx="345">
                  <c:v>5.25</c:v>
                </c:pt>
                <c:pt idx="346">
                  <c:v>5.25</c:v>
                </c:pt>
                <c:pt idx="347">
                  <c:v>5.25</c:v>
                </c:pt>
                <c:pt idx="348">
                  <c:v>5.25</c:v>
                </c:pt>
                <c:pt idx="349">
                  <c:v>5.25</c:v>
                </c:pt>
                <c:pt idx="350">
                  <c:v>5.25</c:v>
                </c:pt>
                <c:pt idx="351">
                  <c:v>5.25</c:v>
                </c:pt>
                <c:pt idx="352">
                  <c:v>5.25</c:v>
                </c:pt>
                <c:pt idx="353">
                  <c:v>5.25</c:v>
                </c:pt>
                <c:pt idx="354">
                  <c:v>5.25</c:v>
                </c:pt>
                <c:pt idx="355">
                  <c:v>5.25</c:v>
                </c:pt>
                <c:pt idx="356">
                  <c:v>5.25</c:v>
                </c:pt>
                <c:pt idx="357">
                  <c:v>5.25</c:v>
                </c:pt>
                <c:pt idx="358">
                  <c:v>5.25</c:v>
                </c:pt>
                <c:pt idx="359">
                  <c:v>5.25</c:v>
                </c:pt>
                <c:pt idx="360">
                  <c:v>5.25</c:v>
                </c:pt>
                <c:pt idx="361">
                  <c:v>5.25</c:v>
                </c:pt>
                <c:pt idx="362">
                  <c:v>5.25</c:v>
                </c:pt>
                <c:pt idx="363">
                  <c:v>5.25</c:v>
                </c:pt>
                <c:pt idx="364">
                  <c:v>5.25</c:v>
                </c:pt>
                <c:pt idx="365">
                  <c:v>5.25</c:v>
                </c:pt>
                <c:pt idx="366">
                  <c:v>5.25</c:v>
                </c:pt>
                <c:pt idx="367">
                  <c:v>5.25</c:v>
                </c:pt>
                <c:pt idx="368">
                  <c:v>5.25</c:v>
                </c:pt>
                <c:pt idx="369">
                  <c:v>5.25</c:v>
                </c:pt>
                <c:pt idx="370">
                  <c:v>5.25</c:v>
                </c:pt>
                <c:pt idx="371">
                  <c:v>5.25</c:v>
                </c:pt>
                <c:pt idx="372">
                  <c:v>5.25</c:v>
                </c:pt>
                <c:pt idx="373">
                  <c:v>5.25</c:v>
                </c:pt>
                <c:pt idx="374">
                  <c:v>5.25</c:v>
                </c:pt>
                <c:pt idx="375">
                  <c:v>5.25</c:v>
                </c:pt>
                <c:pt idx="376">
                  <c:v>5.25</c:v>
                </c:pt>
                <c:pt idx="377">
                  <c:v>5.25</c:v>
                </c:pt>
                <c:pt idx="378">
                  <c:v>5.25</c:v>
                </c:pt>
                <c:pt idx="379">
                  <c:v>5.25</c:v>
                </c:pt>
                <c:pt idx="380">
                  <c:v>5.25</c:v>
                </c:pt>
                <c:pt idx="381">
                  <c:v>5.25</c:v>
                </c:pt>
                <c:pt idx="382">
                  <c:v>5.25</c:v>
                </c:pt>
                <c:pt idx="383">
                  <c:v>5.25</c:v>
                </c:pt>
                <c:pt idx="384">
                  <c:v>5.25</c:v>
                </c:pt>
                <c:pt idx="385">
                  <c:v>5.25</c:v>
                </c:pt>
                <c:pt idx="386">
                  <c:v>5.25</c:v>
                </c:pt>
                <c:pt idx="387">
                  <c:v>5.25</c:v>
                </c:pt>
                <c:pt idx="388">
                  <c:v>5.25</c:v>
                </c:pt>
                <c:pt idx="389">
                  <c:v>5.25</c:v>
                </c:pt>
                <c:pt idx="390">
                  <c:v>5.25</c:v>
                </c:pt>
                <c:pt idx="391">
                  <c:v>5.25</c:v>
                </c:pt>
                <c:pt idx="392">
                  <c:v>5.25</c:v>
                </c:pt>
                <c:pt idx="393">
                  <c:v>5.25</c:v>
                </c:pt>
                <c:pt idx="394">
                  <c:v>5.25</c:v>
                </c:pt>
                <c:pt idx="395">
                  <c:v>5.25</c:v>
                </c:pt>
                <c:pt idx="396">
                  <c:v>5.25</c:v>
                </c:pt>
                <c:pt idx="397">
                  <c:v>5.25</c:v>
                </c:pt>
                <c:pt idx="398">
                  <c:v>5.25</c:v>
                </c:pt>
                <c:pt idx="399">
                  <c:v>5.25</c:v>
                </c:pt>
                <c:pt idx="400">
                  <c:v>5.25</c:v>
                </c:pt>
                <c:pt idx="401">
                  <c:v>5.25</c:v>
                </c:pt>
                <c:pt idx="402">
                  <c:v>5.25</c:v>
                </c:pt>
                <c:pt idx="403">
                  <c:v>5.25</c:v>
                </c:pt>
                <c:pt idx="404">
                  <c:v>5.25</c:v>
                </c:pt>
                <c:pt idx="405">
                  <c:v>5.25</c:v>
                </c:pt>
                <c:pt idx="406">
                  <c:v>5.25</c:v>
                </c:pt>
                <c:pt idx="407">
                  <c:v>5.25</c:v>
                </c:pt>
                <c:pt idx="408">
                  <c:v>5.25</c:v>
                </c:pt>
                <c:pt idx="409">
                  <c:v>5.25</c:v>
                </c:pt>
                <c:pt idx="410">
                  <c:v>5.25</c:v>
                </c:pt>
                <c:pt idx="411">
                  <c:v>5.25</c:v>
                </c:pt>
                <c:pt idx="412">
                  <c:v>5.25</c:v>
                </c:pt>
                <c:pt idx="413">
                  <c:v>5.25</c:v>
                </c:pt>
                <c:pt idx="414">
                  <c:v>5.25</c:v>
                </c:pt>
                <c:pt idx="415">
                  <c:v>5.25</c:v>
                </c:pt>
                <c:pt idx="416">
                  <c:v>5.25</c:v>
                </c:pt>
                <c:pt idx="417">
                  <c:v>5.25</c:v>
                </c:pt>
                <c:pt idx="418">
                  <c:v>5.25</c:v>
                </c:pt>
                <c:pt idx="419">
                  <c:v>5.25</c:v>
                </c:pt>
                <c:pt idx="420">
                  <c:v>5.25</c:v>
                </c:pt>
                <c:pt idx="421">
                  <c:v>5.25</c:v>
                </c:pt>
                <c:pt idx="422">
                  <c:v>5.25</c:v>
                </c:pt>
                <c:pt idx="423">
                  <c:v>5.25</c:v>
                </c:pt>
                <c:pt idx="424">
                  <c:v>5.25</c:v>
                </c:pt>
                <c:pt idx="425">
                  <c:v>5.25</c:v>
                </c:pt>
                <c:pt idx="426">
                  <c:v>5.25</c:v>
                </c:pt>
                <c:pt idx="427">
                  <c:v>5.25</c:v>
                </c:pt>
                <c:pt idx="428">
                  <c:v>5.25</c:v>
                </c:pt>
                <c:pt idx="429">
                  <c:v>5.25</c:v>
                </c:pt>
                <c:pt idx="430">
                  <c:v>5.25</c:v>
                </c:pt>
                <c:pt idx="431">
                  <c:v>5.25</c:v>
                </c:pt>
                <c:pt idx="432">
                  <c:v>5.25</c:v>
                </c:pt>
                <c:pt idx="433">
                  <c:v>5.25</c:v>
                </c:pt>
                <c:pt idx="434">
                  <c:v>5.25</c:v>
                </c:pt>
                <c:pt idx="435">
                  <c:v>5.25</c:v>
                </c:pt>
                <c:pt idx="436">
                  <c:v>5.25</c:v>
                </c:pt>
                <c:pt idx="437">
                  <c:v>5.25</c:v>
                </c:pt>
                <c:pt idx="438">
                  <c:v>5.25</c:v>
                </c:pt>
                <c:pt idx="439">
                  <c:v>5.25</c:v>
                </c:pt>
                <c:pt idx="440">
                  <c:v>5.25</c:v>
                </c:pt>
                <c:pt idx="441">
                  <c:v>5.25</c:v>
                </c:pt>
                <c:pt idx="442">
                  <c:v>5.25</c:v>
                </c:pt>
                <c:pt idx="443">
                  <c:v>5.25</c:v>
                </c:pt>
                <c:pt idx="444">
                  <c:v>5.25</c:v>
                </c:pt>
                <c:pt idx="445">
                  <c:v>5.25</c:v>
                </c:pt>
                <c:pt idx="446">
                  <c:v>4.75</c:v>
                </c:pt>
                <c:pt idx="447">
                  <c:v>4.75</c:v>
                </c:pt>
                <c:pt idx="448">
                  <c:v>4.75</c:v>
                </c:pt>
                <c:pt idx="449">
                  <c:v>4.75</c:v>
                </c:pt>
                <c:pt idx="450">
                  <c:v>4.75</c:v>
                </c:pt>
                <c:pt idx="451">
                  <c:v>4.75</c:v>
                </c:pt>
                <c:pt idx="452">
                  <c:v>4.75</c:v>
                </c:pt>
                <c:pt idx="453">
                  <c:v>4.75</c:v>
                </c:pt>
                <c:pt idx="454">
                  <c:v>4.75</c:v>
                </c:pt>
                <c:pt idx="455">
                  <c:v>4.75</c:v>
                </c:pt>
                <c:pt idx="456">
                  <c:v>4.75</c:v>
                </c:pt>
                <c:pt idx="457">
                  <c:v>4.75</c:v>
                </c:pt>
                <c:pt idx="458">
                  <c:v>4.75</c:v>
                </c:pt>
                <c:pt idx="459">
                  <c:v>4.75</c:v>
                </c:pt>
                <c:pt idx="460">
                  <c:v>4.75</c:v>
                </c:pt>
                <c:pt idx="461">
                  <c:v>4.75</c:v>
                </c:pt>
                <c:pt idx="462">
                  <c:v>4.75</c:v>
                </c:pt>
                <c:pt idx="463">
                  <c:v>4.75</c:v>
                </c:pt>
                <c:pt idx="464">
                  <c:v>4.75</c:v>
                </c:pt>
                <c:pt idx="465">
                  <c:v>4.75</c:v>
                </c:pt>
                <c:pt idx="466">
                  <c:v>4.75</c:v>
                </c:pt>
                <c:pt idx="467">
                  <c:v>4.75</c:v>
                </c:pt>
                <c:pt idx="468">
                  <c:v>4.75</c:v>
                </c:pt>
                <c:pt idx="469">
                  <c:v>4.75</c:v>
                </c:pt>
                <c:pt idx="470">
                  <c:v>4.75</c:v>
                </c:pt>
                <c:pt idx="471">
                  <c:v>4.75</c:v>
                </c:pt>
                <c:pt idx="472">
                  <c:v>4.75</c:v>
                </c:pt>
                <c:pt idx="473">
                  <c:v>4.75</c:v>
                </c:pt>
                <c:pt idx="474">
                  <c:v>4.75</c:v>
                </c:pt>
                <c:pt idx="475">
                  <c:v>4.75</c:v>
                </c:pt>
                <c:pt idx="476">
                  <c:v>4.75</c:v>
                </c:pt>
                <c:pt idx="477">
                  <c:v>4.5</c:v>
                </c:pt>
                <c:pt idx="478">
                  <c:v>4.5</c:v>
                </c:pt>
                <c:pt idx="479">
                  <c:v>4.5</c:v>
                </c:pt>
                <c:pt idx="480">
                  <c:v>4.5</c:v>
                </c:pt>
                <c:pt idx="481">
                  <c:v>4.5</c:v>
                </c:pt>
                <c:pt idx="482">
                  <c:v>4.5</c:v>
                </c:pt>
                <c:pt idx="483">
                  <c:v>4.5</c:v>
                </c:pt>
                <c:pt idx="484">
                  <c:v>4.5</c:v>
                </c:pt>
                <c:pt idx="485">
                  <c:v>4.5</c:v>
                </c:pt>
                <c:pt idx="486">
                  <c:v>4.5</c:v>
                </c:pt>
                <c:pt idx="487">
                  <c:v>4.5</c:v>
                </c:pt>
                <c:pt idx="488">
                  <c:v>4.5</c:v>
                </c:pt>
                <c:pt idx="489">
                  <c:v>4.5</c:v>
                </c:pt>
                <c:pt idx="490">
                  <c:v>4.5</c:v>
                </c:pt>
                <c:pt idx="491">
                  <c:v>4.5</c:v>
                </c:pt>
                <c:pt idx="492">
                  <c:v>4.5</c:v>
                </c:pt>
                <c:pt idx="493">
                  <c:v>4.5</c:v>
                </c:pt>
                <c:pt idx="494">
                  <c:v>4.5</c:v>
                </c:pt>
                <c:pt idx="495">
                  <c:v>4.5</c:v>
                </c:pt>
                <c:pt idx="496">
                  <c:v>4.5</c:v>
                </c:pt>
                <c:pt idx="497">
                  <c:v>4.5</c:v>
                </c:pt>
                <c:pt idx="498">
                  <c:v>4.5</c:v>
                </c:pt>
                <c:pt idx="499">
                  <c:v>4.5</c:v>
                </c:pt>
                <c:pt idx="500">
                  <c:v>4.5</c:v>
                </c:pt>
                <c:pt idx="501">
                  <c:v>4.5</c:v>
                </c:pt>
                <c:pt idx="502">
                  <c:v>4.5</c:v>
                </c:pt>
                <c:pt idx="503">
                  <c:v>4.5</c:v>
                </c:pt>
                <c:pt idx="504">
                  <c:v>4.5</c:v>
                </c:pt>
                <c:pt idx="505">
                  <c:v>4.5</c:v>
                </c:pt>
                <c:pt idx="506">
                  <c:v>4.25</c:v>
                </c:pt>
                <c:pt idx="507">
                  <c:v>4.25</c:v>
                </c:pt>
                <c:pt idx="508">
                  <c:v>4.25</c:v>
                </c:pt>
                <c:pt idx="509">
                  <c:v>4.25</c:v>
                </c:pt>
                <c:pt idx="510">
                  <c:v>4.25</c:v>
                </c:pt>
                <c:pt idx="511">
                  <c:v>4.25</c:v>
                </c:pt>
                <c:pt idx="512">
                  <c:v>4.25</c:v>
                </c:pt>
                <c:pt idx="513">
                  <c:v>4.25</c:v>
                </c:pt>
                <c:pt idx="514">
                  <c:v>4.25</c:v>
                </c:pt>
                <c:pt idx="515">
                  <c:v>4.25</c:v>
                </c:pt>
                <c:pt idx="516">
                  <c:v>4.25</c:v>
                </c:pt>
                <c:pt idx="517">
                  <c:v>4.25</c:v>
                </c:pt>
                <c:pt idx="518">
                  <c:v>4.25</c:v>
                </c:pt>
                <c:pt idx="519">
                  <c:v>4.25</c:v>
                </c:pt>
                <c:pt idx="520">
                  <c:v>4.25</c:v>
                </c:pt>
                <c:pt idx="521">
                  <c:v>4.25</c:v>
                </c:pt>
                <c:pt idx="522">
                  <c:v>4.25</c:v>
                </c:pt>
                <c:pt idx="523">
                  <c:v>4.25</c:v>
                </c:pt>
                <c:pt idx="524">
                  <c:v>4.25</c:v>
                </c:pt>
                <c:pt idx="525">
                  <c:v>4.25</c:v>
                </c:pt>
                <c:pt idx="526">
                  <c:v>4.25</c:v>
                </c:pt>
                <c:pt idx="527">
                  <c:v>4.25</c:v>
                </c:pt>
                <c:pt idx="528">
                  <c:v>4.25</c:v>
                </c:pt>
                <c:pt idx="529">
                  <c:v>4.25</c:v>
                </c:pt>
                <c:pt idx="530">
                  <c:v>4.25</c:v>
                </c:pt>
                <c:pt idx="531">
                  <c:v>4.25</c:v>
                </c:pt>
                <c:pt idx="532">
                  <c:v>4.25</c:v>
                </c:pt>
                <c:pt idx="533">
                  <c:v>4.25</c:v>
                </c:pt>
                <c:pt idx="534">
                  <c:v>4.25</c:v>
                </c:pt>
                <c:pt idx="535">
                  <c:v>4.25</c:v>
                </c:pt>
                <c:pt idx="536">
                  <c:v>3.5</c:v>
                </c:pt>
                <c:pt idx="537">
                  <c:v>3.5</c:v>
                </c:pt>
                <c:pt idx="538">
                  <c:v>3.5</c:v>
                </c:pt>
                <c:pt idx="539">
                  <c:v>3.5</c:v>
                </c:pt>
                <c:pt idx="540">
                  <c:v>3.5</c:v>
                </c:pt>
                <c:pt idx="541">
                  <c:v>3.5</c:v>
                </c:pt>
                <c:pt idx="542">
                  <c:v>3</c:v>
                </c:pt>
                <c:pt idx="543">
                  <c:v>3</c:v>
                </c:pt>
                <c:pt idx="544">
                  <c:v>3</c:v>
                </c:pt>
                <c:pt idx="545">
                  <c:v>3</c:v>
                </c:pt>
                <c:pt idx="546">
                  <c:v>3</c:v>
                </c:pt>
                <c:pt idx="547">
                  <c:v>3</c:v>
                </c:pt>
                <c:pt idx="548">
                  <c:v>3</c:v>
                </c:pt>
                <c:pt idx="549">
                  <c:v>3</c:v>
                </c:pt>
                <c:pt idx="550">
                  <c:v>3</c:v>
                </c:pt>
                <c:pt idx="551">
                  <c:v>3</c:v>
                </c:pt>
                <c:pt idx="552">
                  <c:v>3</c:v>
                </c:pt>
                <c:pt idx="553">
                  <c:v>3</c:v>
                </c:pt>
                <c:pt idx="554">
                  <c:v>3</c:v>
                </c:pt>
                <c:pt idx="555">
                  <c:v>3</c:v>
                </c:pt>
                <c:pt idx="556">
                  <c:v>3</c:v>
                </c:pt>
                <c:pt idx="557">
                  <c:v>3</c:v>
                </c:pt>
                <c:pt idx="558">
                  <c:v>3</c:v>
                </c:pt>
                <c:pt idx="559">
                  <c:v>3</c:v>
                </c:pt>
                <c:pt idx="560">
                  <c:v>3</c:v>
                </c:pt>
                <c:pt idx="561">
                  <c:v>3</c:v>
                </c:pt>
                <c:pt idx="562">
                  <c:v>3</c:v>
                </c:pt>
                <c:pt idx="563">
                  <c:v>3</c:v>
                </c:pt>
                <c:pt idx="564">
                  <c:v>3</c:v>
                </c:pt>
                <c:pt idx="565">
                  <c:v>3</c:v>
                </c:pt>
                <c:pt idx="566">
                  <c:v>3</c:v>
                </c:pt>
                <c:pt idx="567">
                  <c:v>3</c:v>
                </c:pt>
                <c:pt idx="568">
                  <c:v>3</c:v>
                </c:pt>
                <c:pt idx="569">
                  <c:v>3</c:v>
                </c:pt>
                <c:pt idx="570">
                  <c:v>3</c:v>
                </c:pt>
                <c:pt idx="571">
                  <c:v>3</c:v>
                </c:pt>
                <c:pt idx="572">
                  <c:v>3</c:v>
                </c:pt>
                <c:pt idx="573">
                  <c:v>3</c:v>
                </c:pt>
                <c:pt idx="574">
                  <c:v>3</c:v>
                </c:pt>
                <c:pt idx="575">
                  <c:v>3</c:v>
                </c:pt>
                <c:pt idx="576">
                  <c:v>2.25</c:v>
                </c:pt>
                <c:pt idx="577">
                  <c:v>2.25</c:v>
                </c:pt>
                <c:pt idx="578">
                  <c:v>2.25</c:v>
                </c:pt>
                <c:pt idx="579">
                  <c:v>2.25</c:v>
                </c:pt>
                <c:pt idx="580">
                  <c:v>2.25</c:v>
                </c:pt>
                <c:pt idx="581">
                  <c:v>2.25</c:v>
                </c:pt>
                <c:pt idx="582">
                  <c:v>2.25</c:v>
                </c:pt>
                <c:pt idx="583">
                  <c:v>2.25</c:v>
                </c:pt>
                <c:pt idx="584">
                  <c:v>2.25</c:v>
                </c:pt>
                <c:pt idx="585">
                  <c:v>2.25</c:v>
                </c:pt>
                <c:pt idx="586">
                  <c:v>2.25</c:v>
                </c:pt>
                <c:pt idx="587">
                  <c:v>2.25</c:v>
                </c:pt>
                <c:pt idx="588">
                  <c:v>2.25</c:v>
                </c:pt>
                <c:pt idx="589">
                  <c:v>2.25</c:v>
                </c:pt>
                <c:pt idx="590">
                  <c:v>2.25</c:v>
                </c:pt>
                <c:pt idx="591">
                  <c:v>2.25</c:v>
                </c:pt>
                <c:pt idx="592">
                  <c:v>2.25</c:v>
                </c:pt>
                <c:pt idx="593">
                  <c:v>2.25</c:v>
                </c:pt>
                <c:pt idx="594">
                  <c:v>2.25</c:v>
                </c:pt>
                <c:pt idx="595">
                  <c:v>2.25</c:v>
                </c:pt>
                <c:pt idx="596">
                  <c:v>2.25</c:v>
                </c:pt>
                <c:pt idx="597">
                  <c:v>2.25</c:v>
                </c:pt>
                <c:pt idx="598">
                  <c:v>2.25</c:v>
                </c:pt>
                <c:pt idx="599">
                  <c:v>2.25</c:v>
                </c:pt>
                <c:pt idx="600">
                  <c:v>2.25</c:v>
                </c:pt>
                <c:pt idx="601">
                  <c:v>2.25</c:v>
                </c:pt>
                <c:pt idx="602">
                  <c:v>2.25</c:v>
                </c:pt>
                <c:pt idx="603">
                  <c:v>2.25</c:v>
                </c:pt>
                <c:pt idx="604">
                  <c:v>2.25</c:v>
                </c:pt>
                <c:pt idx="605">
                  <c:v>2.25</c:v>
                </c:pt>
                <c:pt idx="606">
                  <c:v>2.25</c:v>
                </c:pt>
                <c:pt idx="607">
                  <c:v>2</c:v>
                </c:pt>
                <c:pt idx="608">
                  <c:v>2</c:v>
                </c:pt>
                <c:pt idx="609">
                  <c:v>2</c:v>
                </c:pt>
                <c:pt idx="610">
                  <c:v>2</c:v>
                </c:pt>
                <c:pt idx="611">
                  <c:v>2</c:v>
                </c:pt>
                <c:pt idx="612">
                  <c:v>2</c:v>
                </c:pt>
                <c:pt idx="613">
                  <c:v>2</c:v>
                </c:pt>
                <c:pt idx="614">
                  <c:v>2</c:v>
                </c:pt>
                <c:pt idx="615">
                  <c:v>2</c:v>
                </c:pt>
                <c:pt idx="616">
                  <c:v>2</c:v>
                </c:pt>
                <c:pt idx="617">
                  <c:v>2</c:v>
                </c:pt>
                <c:pt idx="618">
                  <c:v>2</c:v>
                </c:pt>
                <c:pt idx="619">
                  <c:v>2</c:v>
                </c:pt>
                <c:pt idx="620">
                  <c:v>2</c:v>
                </c:pt>
                <c:pt idx="621">
                  <c:v>2</c:v>
                </c:pt>
                <c:pt idx="622">
                  <c:v>2</c:v>
                </c:pt>
                <c:pt idx="623">
                  <c:v>2</c:v>
                </c:pt>
                <c:pt idx="624">
                  <c:v>2</c:v>
                </c:pt>
                <c:pt idx="625">
                  <c:v>2</c:v>
                </c:pt>
                <c:pt idx="626">
                  <c:v>2</c:v>
                </c:pt>
                <c:pt idx="627">
                  <c:v>2</c:v>
                </c:pt>
                <c:pt idx="628">
                  <c:v>2</c:v>
                </c:pt>
                <c:pt idx="629">
                  <c:v>2</c:v>
                </c:pt>
                <c:pt idx="630">
                  <c:v>2</c:v>
                </c:pt>
                <c:pt idx="631">
                  <c:v>2</c:v>
                </c:pt>
                <c:pt idx="632">
                  <c:v>2</c:v>
                </c:pt>
                <c:pt idx="633">
                  <c:v>2</c:v>
                </c:pt>
                <c:pt idx="634">
                  <c:v>2</c:v>
                </c:pt>
                <c:pt idx="635">
                  <c:v>2</c:v>
                </c:pt>
                <c:pt idx="636">
                  <c:v>2</c:v>
                </c:pt>
                <c:pt idx="637">
                  <c:v>2</c:v>
                </c:pt>
                <c:pt idx="638">
                  <c:v>2</c:v>
                </c:pt>
                <c:pt idx="639">
                  <c:v>2</c:v>
                </c:pt>
                <c:pt idx="640">
                  <c:v>2</c:v>
                </c:pt>
                <c:pt idx="641">
                  <c:v>2</c:v>
                </c:pt>
                <c:pt idx="642">
                  <c:v>2</c:v>
                </c:pt>
                <c:pt idx="643">
                  <c:v>2</c:v>
                </c:pt>
                <c:pt idx="644">
                  <c:v>2</c:v>
                </c:pt>
                <c:pt idx="645">
                  <c:v>2</c:v>
                </c:pt>
                <c:pt idx="646">
                  <c:v>2</c:v>
                </c:pt>
                <c:pt idx="647">
                  <c:v>2</c:v>
                </c:pt>
                <c:pt idx="648">
                  <c:v>2</c:v>
                </c:pt>
                <c:pt idx="649">
                  <c:v>2</c:v>
                </c:pt>
                <c:pt idx="650">
                  <c:v>2</c:v>
                </c:pt>
                <c:pt idx="651">
                  <c:v>2</c:v>
                </c:pt>
                <c:pt idx="652">
                  <c:v>2</c:v>
                </c:pt>
                <c:pt idx="653">
                  <c:v>2</c:v>
                </c:pt>
                <c:pt idx="654">
                  <c:v>2</c:v>
                </c:pt>
                <c:pt idx="655">
                  <c:v>2</c:v>
                </c:pt>
                <c:pt idx="656">
                  <c:v>2</c:v>
                </c:pt>
                <c:pt idx="657">
                  <c:v>2</c:v>
                </c:pt>
                <c:pt idx="658">
                  <c:v>2</c:v>
                </c:pt>
                <c:pt idx="659">
                  <c:v>2</c:v>
                </c:pt>
                <c:pt idx="660">
                  <c:v>2</c:v>
                </c:pt>
                <c:pt idx="661">
                  <c:v>2</c:v>
                </c:pt>
                <c:pt idx="662">
                  <c:v>2</c:v>
                </c:pt>
                <c:pt idx="663">
                  <c:v>2</c:v>
                </c:pt>
                <c:pt idx="664">
                  <c:v>2</c:v>
                </c:pt>
                <c:pt idx="665">
                  <c:v>2</c:v>
                </c:pt>
                <c:pt idx="666">
                  <c:v>2</c:v>
                </c:pt>
                <c:pt idx="667">
                  <c:v>2</c:v>
                </c:pt>
                <c:pt idx="668">
                  <c:v>2</c:v>
                </c:pt>
                <c:pt idx="669">
                  <c:v>2</c:v>
                </c:pt>
                <c:pt idx="670">
                  <c:v>2</c:v>
                </c:pt>
                <c:pt idx="671">
                  <c:v>2</c:v>
                </c:pt>
                <c:pt idx="672">
                  <c:v>2</c:v>
                </c:pt>
                <c:pt idx="673">
                  <c:v>2</c:v>
                </c:pt>
                <c:pt idx="674">
                  <c:v>2</c:v>
                </c:pt>
                <c:pt idx="675">
                  <c:v>2</c:v>
                </c:pt>
                <c:pt idx="676">
                  <c:v>2</c:v>
                </c:pt>
                <c:pt idx="677">
                  <c:v>2</c:v>
                </c:pt>
                <c:pt idx="678">
                  <c:v>2</c:v>
                </c:pt>
                <c:pt idx="679">
                  <c:v>2</c:v>
                </c:pt>
                <c:pt idx="680">
                  <c:v>2</c:v>
                </c:pt>
                <c:pt idx="681">
                  <c:v>2</c:v>
                </c:pt>
                <c:pt idx="682">
                  <c:v>2</c:v>
                </c:pt>
                <c:pt idx="683">
                  <c:v>2</c:v>
                </c:pt>
                <c:pt idx="684">
                  <c:v>2</c:v>
                </c:pt>
                <c:pt idx="685">
                  <c:v>2</c:v>
                </c:pt>
                <c:pt idx="686">
                  <c:v>2</c:v>
                </c:pt>
                <c:pt idx="687">
                  <c:v>2</c:v>
                </c:pt>
                <c:pt idx="688">
                  <c:v>2</c:v>
                </c:pt>
                <c:pt idx="689">
                  <c:v>2</c:v>
                </c:pt>
                <c:pt idx="690">
                  <c:v>2</c:v>
                </c:pt>
                <c:pt idx="691">
                  <c:v>2</c:v>
                </c:pt>
                <c:pt idx="692">
                  <c:v>2</c:v>
                </c:pt>
                <c:pt idx="693">
                  <c:v>2</c:v>
                </c:pt>
                <c:pt idx="694">
                  <c:v>2</c:v>
                </c:pt>
                <c:pt idx="695">
                  <c:v>2</c:v>
                </c:pt>
                <c:pt idx="696">
                  <c:v>2</c:v>
                </c:pt>
                <c:pt idx="697">
                  <c:v>2</c:v>
                </c:pt>
                <c:pt idx="698">
                  <c:v>2</c:v>
                </c:pt>
                <c:pt idx="699">
                  <c:v>2</c:v>
                </c:pt>
                <c:pt idx="700">
                  <c:v>2</c:v>
                </c:pt>
                <c:pt idx="701">
                  <c:v>2</c:v>
                </c:pt>
                <c:pt idx="702">
                  <c:v>2</c:v>
                </c:pt>
                <c:pt idx="703">
                  <c:v>2</c:v>
                </c:pt>
                <c:pt idx="704">
                  <c:v>2</c:v>
                </c:pt>
                <c:pt idx="705">
                  <c:v>2</c:v>
                </c:pt>
                <c:pt idx="706">
                  <c:v>2</c:v>
                </c:pt>
                <c:pt idx="707">
                  <c:v>2</c:v>
                </c:pt>
                <c:pt idx="708">
                  <c:v>2</c:v>
                </c:pt>
                <c:pt idx="709">
                  <c:v>2</c:v>
                </c:pt>
                <c:pt idx="710">
                  <c:v>2</c:v>
                </c:pt>
                <c:pt idx="711">
                  <c:v>2</c:v>
                </c:pt>
                <c:pt idx="712">
                  <c:v>2</c:v>
                </c:pt>
                <c:pt idx="713">
                  <c:v>2</c:v>
                </c:pt>
                <c:pt idx="714">
                  <c:v>2</c:v>
                </c:pt>
                <c:pt idx="715">
                  <c:v>2</c:v>
                </c:pt>
                <c:pt idx="716">
                  <c:v>2</c:v>
                </c:pt>
                <c:pt idx="717">
                  <c:v>2</c:v>
                </c:pt>
                <c:pt idx="718">
                  <c:v>2</c:v>
                </c:pt>
                <c:pt idx="719">
                  <c:v>2</c:v>
                </c:pt>
                <c:pt idx="720">
                  <c:v>2</c:v>
                </c:pt>
                <c:pt idx="721">
                  <c:v>2</c:v>
                </c:pt>
                <c:pt idx="722">
                  <c:v>1.5</c:v>
                </c:pt>
                <c:pt idx="723">
                  <c:v>1.5</c:v>
                </c:pt>
                <c:pt idx="724">
                  <c:v>1.5</c:v>
                </c:pt>
                <c:pt idx="725">
                  <c:v>1.5</c:v>
                </c:pt>
                <c:pt idx="726">
                  <c:v>1.5</c:v>
                </c:pt>
                <c:pt idx="727">
                  <c:v>1.5</c:v>
                </c:pt>
                <c:pt idx="728">
                  <c:v>1.5</c:v>
                </c:pt>
                <c:pt idx="729">
                  <c:v>1.5</c:v>
                </c:pt>
                <c:pt idx="730">
                  <c:v>1.5</c:v>
                </c:pt>
                <c:pt idx="731">
                  <c:v>1.5</c:v>
                </c:pt>
                <c:pt idx="732">
                  <c:v>1.5</c:v>
                </c:pt>
                <c:pt idx="733">
                  <c:v>1.5</c:v>
                </c:pt>
                <c:pt idx="734">
                  <c:v>1.5</c:v>
                </c:pt>
                <c:pt idx="735">
                  <c:v>1.5</c:v>
                </c:pt>
                <c:pt idx="736">
                  <c:v>1.5</c:v>
                </c:pt>
                <c:pt idx="737">
                  <c:v>1</c:v>
                </c:pt>
                <c:pt idx="738">
                  <c:v>1</c:v>
                </c:pt>
                <c:pt idx="739">
                  <c:v>1</c:v>
                </c:pt>
                <c:pt idx="740">
                  <c:v>1</c:v>
                </c:pt>
                <c:pt idx="741">
                  <c:v>1</c:v>
                </c:pt>
                <c:pt idx="742">
                  <c:v>1</c:v>
                </c:pt>
                <c:pt idx="743">
                  <c:v>1</c:v>
                </c:pt>
                <c:pt idx="744">
                  <c:v>1</c:v>
                </c:pt>
                <c:pt idx="745">
                  <c:v>1</c:v>
                </c:pt>
                <c:pt idx="746">
                  <c:v>1</c:v>
                </c:pt>
                <c:pt idx="747">
                  <c:v>1</c:v>
                </c:pt>
                <c:pt idx="748">
                  <c:v>1</c:v>
                </c:pt>
                <c:pt idx="749">
                  <c:v>1</c:v>
                </c:pt>
                <c:pt idx="750">
                  <c:v>1</c:v>
                </c:pt>
                <c:pt idx="751">
                  <c:v>1</c:v>
                </c:pt>
                <c:pt idx="752">
                  <c:v>1</c:v>
                </c:pt>
                <c:pt idx="753">
                  <c:v>1</c:v>
                </c:pt>
                <c:pt idx="754">
                  <c:v>1</c:v>
                </c:pt>
                <c:pt idx="755">
                  <c:v>1</c:v>
                </c:pt>
                <c:pt idx="756">
                  <c:v>1</c:v>
                </c:pt>
                <c:pt idx="757">
                  <c:v>1</c:v>
                </c:pt>
                <c:pt idx="758">
                  <c:v>1</c:v>
                </c:pt>
                <c:pt idx="759">
                  <c:v>1</c:v>
                </c:pt>
                <c:pt idx="760">
                  <c:v>1</c:v>
                </c:pt>
                <c:pt idx="761">
                  <c:v>1</c:v>
                </c:pt>
                <c:pt idx="762">
                  <c:v>1</c:v>
                </c:pt>
                <c:pt idx="763">
                  <c:v>1</c:v>
                </c:pt>
                <c:pt idx="764">
                  <c:v>1</c:v>
                </c:pt>
                <c:pt idx="765">
                  <c:v>1</c:v>
                </c:pt>
                <c:pt idx="766">
                  <c:v>1</c:v>
                </c:pt>
                <c:pt idx="767">
                  <c:v>1</c:v>
                </c:pt>
                <c:pt idx="768">
                  <c:v>1</c:v>
                </c:pt>
                <c:pt idx="769">
                  <c:v>1</c:v>
                </c:pt>
                <c:pt idx="770">
                  <c:v>1</c:v>
                </c:pt>
                <c:pt idx="771">
                  <c:v>0.25</c:v>
                </c:pt>
                <c:pt idx="772">
                  <c:v>0.25</c:v>
                </c:pt>
                <c:pt idx="773">
                  <c:v>0.25</c:v>
                </c:pt>
                <c:pt idx="774">
                  <c:v>0.25</c:v>
                </c:pt>
                <c:pt idx="775">
                  <c:v>0.25</c:v>
                </c:pt>
                <c:pt idx="776">
                  <c:v>0.25</c:v>
                </c:pt>
                <c:pt idx="777">
                  <c:v>0.25</c:v>
                </c:pt>
                <c:pt idx="778">
                  <c:v>0.25</c:v>
                </c:pt>
                <c:pt idx="779">
                  <c:v>0.25</c:v>
                </c:pt>
                <c:pt idx="780">
                  <c:v>0.25</c:v>
                </c:pt>
                <c:pt idx="781">
                  <c:v>0.25</c:v>
                </c:pt>
                <c:pt idx="782">
                  <c:v>0.25</c:v>
                </c:pt>
                <c:pt idx="783">
                  <c:v>0.25</c:v>
                </c:pt>
                <c:pt idx="784">
                  <c:v>0.25</c:v>
                </c:pt>
                <c:pt idx="785">
                  <c:v>0.25</c:v>
                </c:pt>
                <c:pt idx="786">
                  <c:v>0.25</c:v>
                </c:pt>
                <c:pt idx="787">
                  <c:v>0.25</c:v>
                </c:pt>
                <c:pt idx="788">
                  <c:v>0.25</c:v>
                </c:pt>
                <c:pt idx="789">
                  <c:v>0.25</c:v>
                </c:pt>
                <c:pt idx="790">
                  <c:v>0.25</c:v>
                </c:pt>
                <c:pt idx="791">
                  <c:v>0.25</c:v>
                </c:pt>
                <c:pt idx="792">
                  <c:v>0.25</c:v>
                </c:pt>
                <c:pt idx="793">
                  <c:v>0.25</c:v>
                </c:pt>
                <c:pt idx="794">
                  <c:v>0.25</c:v>
                </c:pt>
                <c:pt idx="795">
                  <c:v>0.25</c:v>
                </c:pt>
                <c:pt idx="796">
                  <c:v>0.25</c:v>
                </c:pt>
                <c:pt idx="797">
                  <c:v>0.25</c:v>
                </c:pt>
                <c:pt idx="798">
                  <c:v>0.25</c:v>
                </c:pt>
                <c:pt idx="799">
                  <c:v>0.25</c:v>
                </c:pt>
                <c:pt idx="800">
                  <c:v>0.25</c:v>
                </c:pt>
                <c:pt idx="801">
                  <c:v>0.25</c:v>
                </c:pt>
                <c:pt idx="802">
                  <c:v>0.25</c:v>
                </c:pt>
                <c:pt idx="803">
                  <c:v>0.25</c:v>
                </c:pt>
                <c:pt idx="804">
                  <c:v>0.25</c:v>
                </c:pt>
                <c:pt idx="805">
                  <c:v>0.25</c:v>
                </c:pt>
                <c:pt idx="806">
                  <c:v>0.25</c:v>
                </c:pt>
                <c:pt idx="807">
                  <c:v>0.25</c:v>
                </c:pt>
                <c:pt idx="808">
                  <c:v>0.25</c:v>
                </c:pt>
                <c:pt idx="809">
                  <c:v>0.25</c:v>
                </c:pt>
                <c:pt idx="810">
                  <c:v>0.25</c:v>
                </c:pt>
                <c:pt idx="811">
                  <c:v>0.25</c:v>
                </c:pt>
                <c:pt idx="812">
                  <c:v>0.25</c:v>
                </c:pt>
                <c:pt idx="813">
                  <c:v>0.25</c:v>
                </c:pt>
                <c:pt idx="814">
                  <c:v>0.25</c:v>
                </c:pt>
                <c:pt idx="815">
                  <c:v>0.25</c:v>
                </c:pt>
                <c:pt idx="816">
                  <c:v>0.25</c:v>
                </c:pt>
                <c:pt idx="817">
                  <c:v>0.25</c:v>
                </c:pt>
                <c:pt idx="818">
                  <c:v>0.25</c:v>
                </c:pt>
                <c:pt idx="819">
                  <c:v>0.25</c:v>
                </c:pt>
                <c:pt idx="820">
                  <c:v>0.25</c:v>
                </c:pt>
                <c:pt idx="821">
                  <c:v>0.25</c:v>
                </c:pt>
                <c:pt idx="822">
                  <c:v>0.25</c:v>
                </c:pt>
                <c:pt idx="823">
                  <c:v>0.25</c:v>
                </c:pt>
                <c:pt idx="824">
                  <c:v>0.25</c:v>
                </c:pt>
                <c:pt idx="825">
                  <c:v>0.25</c:v>
                </c:pt>
                <c:pt idx="826">
                  <c:v>0.25</c:v>
                </c:pt>
                <c:pt idx="827">
                  <c:v>0.25</c:v>
                </c:pt>
                <c:pt idx="828">
                  <c:v>0.25</c:v>
                </c:pt>
                <c:pt idx="829">
                  <c:v>0.25</c:v>
                </c:pt>
                <c:pt idx="830">
                  <c:v>0.25</c:v>
                </c:pt>
                <c:pt idx="831">
                  <c:v>0.25</c:v>
                </c:pt>
                <c:pt idx="832">
                  <c:v>0.25</c:v>
                </c:pt>
                <c:pt idx="833">
                  <c:v>0.25</c:v>
                </c:pt>
                <c:pt idx="834">
                  <c:v>0.25</c:v>
                </c:pt>
                <c:pt idx="835">
                  <c:v>0.25</c:v>
                </c:pt>
                <c:pt idx="836">
                  <c:v>0.25</c:v>
                </c:pt>
                <c:pt idx="837">
                  <c:v>0.25</c:v>
                </c:pt>
                <c:pt idx="838">
                  <c:v>0.25</c:v>
                </c:pt>
                <c:pt idx="839">
                  <c:v>0.25</c:v>
                </c:pt>
                <c:pt idx="840">
                  <c:v>0.25</c:v>
                </c:pt>
                <c:pt idx="841">
                  <c:v>0.25</c:v>
                </c:pt>
                <c:pt idx="842">
                  <c:v>0.25</c:v>
                </c:pt>
                <c:pt idx="843">
                  <c:v>0.25</c:v>
                </c:pt>
                <c:pt idx="844">
                  <c:v>0.25</c:v>
                </c:pt>
                <c:pt idx="845">
                  <c:v>0.25</c:v>
                </c:pt>
                <c:pt idx="846">
                  <c:v>0.25</c:v>
                </c:pt>
                <c:pt idx="847">
                  <c:v>0.25</c:v>
                </c:pt>
                <c:pt idx="848">
                  <c:v>0.25</c:v>
                </c:pt>
                <c:pt idx="849">
                  <c:v>0.25</c:v>
                </c:pt>
                <c:pt idx="850">
                  <c:v>0.25</c:v>
                </c:pt>
                <c:pt idx="851">
                  <c:v>0.25</c:v>
                </c:pt>
                <c:pt idx="852">
                  <c:v>0.25</c:v>
                </c:pt>
                <c:pt idx="853">
                  <c:v>0.25</c:v>
                </c:pt>
                <c:pt idx="854">
                  <c:v>0.25</c:v>
                </c:pt>
                <c:pt idx="855">
                  <c:v>0.25</c:v>
                </c:pt>
                <c:pt idx="856">
                  <c:v>0.25</c:v>
                </c:pt>
                <c:pt idx="857">
                  <c:v>0.25</c:v>
                </c:pt>
                <c:pt idx="858">
                  <c:v>0.25</c:v>
                </c:pt>
                <c:pt idx="859">
                  <c:v>0.25</c:v>
                </c:pt>
                <c:pt idx="860">
                  <c:v>0.25</c:v>
                </c:pt>
                <c:pt idx="861">
                  <c:v>0.25</c:v>
                </c:pt>
                <c:pt idx="862">
                  <c:v>0.25</c:v>
                </c:pt>
                <c:pt idx="863">
                  <c:v>0.25</c:v>
                </c:pt>
                <c:pt idx="864">
                  <c:v>0.25</c:v>
                </c:pt>
                <c:pt idx="865">
                  <c:v>0.25</c:v>
                </c:pt>
                <c:pt idx="866">
                  <c:v>0.25</c:v>
                </c:pt>
                <c:pt idx="867">
                  <c:v>0.25</c:v>
                </c:pt>
                <c:pt idx="868">
                  <c:v>0.25</c:v>
                </c:pt>
                <c:pt idx="869">
                  <c:v>0.25</c:v>
                </c:pt>
                <c:pt idx="870">
                  <c:v>0.25</c:v>
                </c:pt>
                <c:pt idx="871">
                  <c:v>0.25</c:v>
                </c:pt>
                <c:pt idx="872">
                  <c:v>0.25</c:v>
                </c:pt>
                <c:pt idx="873">
                  <c:v>0.25</c:v>
                </c:pt>
                <c:pt idx="874">
                  <c:v>0.25</c:v>
                </c:pt>
                <c:pt idx="875">
                  <c:v>0.25</c:v>
                </c:pt>
                <c:pt idx="876">
                  <c:v>0.25</c:v>
                </c:pt>
                <c:pt idx="877">
                  <c:v>0.25</c:v>
                </c:pt>
                <c:pt idx="878">
                  <c:v>0.25</c:v>
                </c:pt>
                <c:pt idx="879">
                  <c:v>0.25</c:v>
                </c:pt>
                <c:pt idx="880">
                  <c:v>0.25</c:v>
                </c:pt>
                <c:pt idx="881">
                  <c:v>0.25</c:v>
                </c:pt>
                <c:pt idx="882">
                  <c:v>0.25</c:v>
                </c:pt>
                <c:pt idx="883">
                  <c:v>0.25</c:v>
                </c:pt>
                <c:pt idx="884">
                  <c:v>0.25</c:v>
                </c:pt>
                <c:pt idx="885">
                  <c:v>0.25</c:v>
                </c:pt>
                <c:pt idx="886">
                  <c:v>0.25</c:v>
                </c:pt>
                <c:pt idx="887">
                  <c:v>0.25</c:v>
                </c:pt>
                <c:pt idx="888">
                  <c:v>0.25</c:v>
                </c:pt>
                <c:pt idx="889">
                  <c:v>0.25</c:v>
                </c:pt>
                <c:pt idx="890">
                  <c:v>0.25</c:v>
                </c:pt>
                <c:pt idx="891">
                  <c:v>0.25</c:v>
                </c:pt>
                <c:pt idx="892">
                  <c:v>0.25</c:v>
                </c:pt>
                <c:pt idx="893">
                  <c:v>0.25</c:v>
                </c:pt>
                <c:pt idx="894">
                  <c:v>0.25</c:v>
                </c:pt>
                <c:pt idx="895">
                  <c:v>0.25</c:v>
                </c:pt>
                <c:pt idx="896">
                  <c:v>0.25</c:v>
                </c:pt>
                <c:pt idx="897">
                  <c:v>0.25</c:v>
                </c:pt>
                <c:pt idx="898">
                  <c:v>0.25</c:v>
                </c:pt>
                <c:pt idx="899">
                  <c:v>0.25</c:v>
                </c:pt>
                <c:pt idx="900">
                  <c:v>0.25</c:v>
                </c:pt>
                <c:pt idx="901">
                  <c:v>0.25</c:v>
                </c:pt>
                <c:pt idx="902">
                  <c:v>0.25</c:v>
                </c:pt>
                <c:pt idx="903">
                  <c:v>0.25</c:v>
                </c:pt>
                <c:pt idx="904">
                  <c:v>0.25</c:v>
                </c:pt>
                <c:pt idx="905">
                  <c:v>0.25</c:v>
                </c:pt>
                <c:pt idx="906">
                  <c:v>0.25</c:v>
                </c:pt>
                <c:pt idx="907">
                  <c:v>0.25</c:v>
                </c:pt>
                <c:pt idx="908">
                  <c:v>0.25</c:v>
                </c:pt>
                <c:pt idx="909">
                  <c:v>0.25</c:v>
                </c:pt>
                <c:pt idx="910">
                  <c:v>0.25</c:v>
                </c:pt>
                <c:pt idx="911">
                  <c:v>0.25</c:v>
                </c:pt>
                <c:pt idx="912">
                  <c:v>0.25</c:v>
                </c:pt>
                <c:pt idx="913">
                  <c:v>0.25</c:v>
                </c:pt>
                <c:pt idx="914">
                  <c:v>0.25</c:v>
                </c:pt>
                <c:pt idx="915">
                  <c:v>0.25</c:v>
                </c:pt>
                <c:pt idx="916">
                  <c:v>0.25</c:v>
                </c:pt>
                <c:pt idx="917">
                  <c:v>0.25</c:v>
                </c:pt>
                <c:pt idx="918">
                  <c:v>0.25</c:v>
                </c:pt>
                <c:pt idx="919">
                  <c:v>0.25</c:v>
                </c:pt>
                <c:pt idx="920">
                  <c:v>0.25</c:v>
                </c:pt>
                <c:pt idx="921">
                  <c:v>0.25</c:v>
                </c:pt>
                <c:pt idx="922">
                  <c:v>0.25</c:v>
                </c:pt>
                <c:pt idx="923">
                  <c:v>0.25</c:v>
                </c:pt>
                <c:pt idx="924">
                  <c:v>0.25</c:v>
                </c:pt>
                <c:pt idx="925">
                  <c:v>0.25</c:v>
                </c:pt>
                <c:pt idx="926">
                  <c:v>0.25</c:v>
                </c:pt>
                <c:pt idx="927">
                  <c:v>0.25</c:v>
                </c:pt>
                <c:pt idx="928">
                  <c:v>0.25</c:v>
                </c:pt>
                <c:pt idx="929">
                  <c:v>0.25</c:v>
                </c:pt>
                <c:pt idx="930">
                  <c:v>0.25</c:v>
                </c:pt>
                <c:pt idx="931">
                  <c:v>0.25</c:v>
                </c:pt>
                <c:pt idx="932">
                  <c:v>0.25</c:v>
                </c:pt>
                <c:pt idx="933">
                  <c:v>0.25</c:v>
                </c:pt>
                <c:pt idx="934">
                  <c:v>0.25</c:v>
                </c:pt>
                <c:pt idx="935">
                  <c:v>0.25</c:v>
                </c:pt>
                <c:pt idx="936">
                  <c:v>0.25</c:v>
                </c:pt>
                <c:pt idx="937">
                  <c:v>0.25</c:v>
                </c:pt>
                <c:pt idx="938">
                  <c:v>0.25</c:v>
                </c:pt>
                <c:pt idx="939">
                  <c:v>0.25</c:v>
                </c:pt>
                <c:pt idx="940">
                  <c:v>0.25</c:v>
                </c:pt>
                <c:pt idx="941">
                  <c:v>0.25</c:v>
                </c:pt>
                <c:pt idx="942">
                  <c:v>0.25</c:v>
                </c:pt>
                <c:pt idx="943">
                  <c:v>0.25</c:v>
                </c:pt>
                <c:pt idx="944">
                  <c:v>0.25</c:v>
                </c:pt>
                <c:pt idx="945">
                  <c:v>0.25</c:v>
                </c:pt>
                <c:pt idx="946">
                  <c:v>0.25</c:v>
                </c:pt>
                <c:pt idx="947">
                  <c:v>0.25</c:v>
                </c:pt>
                <c:pt idx="948">
                  <c:v>0.25</c:v>
                </c:pt>
                <c:pt idx="949">
                  <c:v>0.25</c:v>
                </c:pt>
                <c:pt idx="950">
                  <c:v>0.25</c:v>
                </c:pt>
                <c:pt idx="951">
                  <c:v>0.25</c:v>
                </c:pt>
                <c:pt idx="952">
                  <c:v>0.25</c:v>
                </c:pt>
                <c:pt idx="953">
                  <c:v>0.25</c:v>
                </c:pt>
                <c:pt idx="954">
                  <c:v>0.25</c:v>
                </c:pt>
                <c:pt idx="955">
                  <c:v>0.25</c:v>
                </c:pt>
                <c:pt idx="956">
                  <c:v>0.25</c:v>
                </c:pt>
                <c:pt idx="957">
                  <c:v>0.25</c:v>
                </c:pt>
                <c:pt idx="958">
                  <c:v>0.25</c:v>
                </c:pt>
                <c:pt idx="959">
                  <c:v>0.25</c:v>
                </c:pt>
                <c:pt idx="960">
                  <c:v>0.25</c:v>
                </c:pt>
                <c:pt idx="961">
                  <c:v>0.25</c:v>
                </c:pt>
                <c:pt idx="962">
                  <c:v>0.25</c:v>
                </c:pt>
                <c:pt idx="963">
                  <c:v>0.25</c:v>
                </c:pt>
                <c:pt idx="964">
                  <c:v>0.25</c:v>
                </c:pt>
                <c:pt idx="965">
                  <c:v>0.25</c:v>
                </c:pt>
                <c:pt idx="966">
                  <c:v>0.25</c:v>
                </c:pt>
                <c:pt idx="967">
                  <c:v>0.25</c:v>
                </c:pt>
                <c:pt idx="968">
                  <c:v>0.25</c:v>
                </c:pt>
                <c:pt idx="969">
                  <c:v>0.25</c:v>
                </c:pt>
                <c:pt idx="970">
                  <c:v>0.25</c:v>
                </c:pt>
                <c:pt idx="971">
                  <c:v>0.25</c:v>
                </c:pt>
                <c:pt idx="972">
                  <c:v>0.25</c:v>
                </c:pt>
                <c:pt idx="973">
                  <c:v>0.25</c:v>
                </c:pt>
                <c:pt idx="974">
                  <c:v>0.25</c:v>
                </c:pt>
                <c:pt idx="975">
                  <c:v>0.25</c:v>
                </c:pt>
                <c:pt idx="976">
                  <c:v>0.25</c:v>
                </c:pt>
                <c:pt idx="977">
                  <c:v>0.25</c:v>
                </c:pt>
                <c:pt idx="978">
                  <c:v>0.25</c:v>
                </c:pt>
                <c:pt idx="979">
                  <c:v>0.25</c:v>
                </c:pt>
                <c:pt idx="980">
                  <c:v>0.25</c:v>
                </c:pt>
                <c:pt idx="981">
                  <c:v>0.25</c:v>
                </c:pt>
                <c:pt idx="982">
                  <c:v>0.25</c:v>
                </c:pt>
                <c:pt idx="983">
                  <c:v>0.25</c:v>
                </c:pt>
                <c:pt idx="984">
                  <c:v>0.25</c:v>
                </c:pt>
                <c:pt idx="985">
                  <c:v>0.25</c:v>
                </c:pt>
                <c:pt idx="986">
                  <c:v>0.25</c:v>
                </c:pt>
                <c:pt idx="987">
                  <c:v>0.25</c:v>
                </c:pt>
                <c:pt idx="988">
                  <c:v>0.25</c:v>
                </c:pt>
                <c:pt idx="989">
                  <c:v>0.25</c:v>
                </c:pt>
                <c:pt idx="990">
                  <c:v>0.25</c:v>
                </c:pt>
                <c:pt idx="991">
                  <c:v>0.25</c:v>
                </c:pt>
                <c:pt idx="992">
                  <c:v>0.25</c:v>
                </c:pt>
                <c:pt idx="993">
                  <c:v>0.25</c:v>
                </c:pt>
                <c:pt idx="994">
                  <c:v>0.25</c:v>
                </c:pt>
                <c:pt idx="995">
                  <c:v>0.25</c:v>
                </c:pt>
                <c:pt idx="996">
                  <c:v>0.25</c:v>
                </c:pt>
                <c:pt idx="997">
                  <c:v>0.25</c:v>
                </c:pt>
                <c:pt idx="998">
                  <c:v>0.25</c:v>
                </c:pt>
                <c:pt idx="999">
                  <c:v>0.25</c:v>
                </c:pt>
                <c:pt idx="1000">
                  <c:v>0.25</c:v>
                </c:pt>
                <c:pt idx="1001">
                  <c:v>0.25</c:v>
                </c:pt>
                <c:pt idx="1002">
                  <c:v>0.25</c:v>
                </c:pt>
                <c:pt idx="1003">
                  <c:v>0.25</c:v>
                </c:pt>
                <c:pt idx="1004">
                  <c:v>0.25</c:v>
                </c:pt>
                <c:pt idx="1005">
                  <c:v>0.25</c:v>
                </c:pt>
                <c:pt idx="1006">
                  <c:v>0.25</c:v>
                </c:pt>
                <c:pt idx="1007">
                  <c:v>0.25</c:v>
                </c:pt>
                <c:pt idx="1008">
                  <c:v>0.25</c:v>
                </c:pt>
                <c:pt idx="1009">
                  <c:v>0.25</c:v>
                </c:pt>
                <c:pt idx="1010">
                  <c:v>0.25</c:v>
                </c:pt>
                <c:pt idx="1011">
                  <c:v>0.25</c:v>
                </c:pt>
                <c:pt idx="1012">
                  <c:v>0.25</c:v>
                </c:pt>
                <c:pt idx="1013">
                  <c:v>0.25</c:v>
                </c:pt>
                <c:pt idx="1014">
                  <c:v>0.25</c:v>
                </c:pt>
                <c:pt idx="1015">
                  <c:v>0.25</c:v>
                </c:pt>
                <c:pt idx="1016">
                  <c:v>0.25</c:v>
                </c:pt>
                <c:pt idx="1017">
                  <c:v>0.25</c:v>
                </c:pt>
                <c:pt idx="1018">
                  <c:v>0.25</c:v>
                </c:pt>
                <c:pt idx="1019">
                  <c:v>0.25</c:v>
                </c:pt>
                <c:pt idx="1020">
                  <c:v>0.25</c:v>
                </c:pt>
                <c:pt idx="1021">
                  <c:v>0.25</c:v>
                </c:pt>
                <c:pt idx="1022">
                  <c:v>0.25</c:v>
                </c:pt>
                <c:pt idx="1023">
                  <c:v>0.25</c:v>
                </c:pt>
                <c:pt idx="1024">
                  <c:v>0.25</c:v>
                </c:pt>
                <c:pt idx="1025">
                  <c:v>0.25</c:v>
                </c:pt>
                <c:pt idx="1026">
                  <c:v>0.25</c:v>
                </c:pt>
                <c:pt idx="1027">
                  <c:v>0.25</c:v>
                </c:pt>
                <c:pt idx="1028">
                  <c:v>0.25</c:v>
                </c:pt>
                <c:pt idx="1029">
                  <c:v>0.25</c:v>
                </c:pt>
                <c:pt idx="1030">
                  <c:v>0.25</c:v>
                </c:pt>
                <c:pt idx="1031">
                  <c:v>0.25</c:v>
                </c:pt>
                <c:pt idx="1032">
                  <c:v>0.25</c:v>
                </c:pt>
                <c:pt idx="1033">
                  <c:v>0.25</c:v>
                </c:pt>
                <c:pt idx="1034">
                  <c:v>0.25</c:v>
                </c:pt>
                <c:pt idx="1035">
                  <c:v>0.25</c:v>
                </c:pt>
                <c:pt idx="1036">
                  <c:v>0.25</c:v>
                </c:pt>
                <c:pt idx="1037">
                  <c:v>0.25</c:v>
                </c:pt>
                <c:pt idx="1038">
                  <c:v>0.25</c:v>
                </c:pt>
                <c:pt idx="1039">
                  <c:v>0.25</c:v>
                </c:pt>
                <c:pt idx="1040">
                  <c:v>0.25</c:v>
                </c:pt>
                <c:pt idx="1041">
                  <c:v>0.25</c:v>
                </c:pt>
                <c:pt idx="1042">
                  <c:v>0.25</c:v>
                </c:pt>
                <c:pt idx="1043">
                  <c:v>0.25</c:v>
                </c:pt>
                <c:pt idx="1044">
                  <c:v>0.25</c:v>
                </c:pt>
                <c:pt idx="1045">
                  <c:v>0.25</c:v>
                </c:pt>
                <c:pt idx="1046">
                  <c:v>0.25</c:v>
                </c:pt>
                <c:pt idx="1047">
                  <c:v>0.25</c:v>
                </c:pt>
                <c:pt idx="1048">
                  <c:v>0.25</c:v>
                </c:pt>
                <c:pt idx="1049">
                  <c:v>0.25</c:v>
                </c:pt>
                <c:pt idx="1050">
                  <c:v>0.25</c:v>
                </c:pt>
                <c:pt idx="1051">
                  <c:v>0.25</c:v>
                </c:pt>
                <c:pt idx="1052">
                  <c:v>0.25</c:v>
                </c:pt>
                <c:pt idx="1053">
                  <c:v>0.25</c:v>
                </c:pt>
                <c:pt idx="1054">
                  <c:v>0.25</c:v>
                </c:pt>
                <c:pt idx="1055">
                  <c:v>0.25</c:v>
                </c:pt>
                <c:pt idx="1056">
                  <c:v>0.25</c:v>
                </c:pt>
                <c:pt idx="1057">
                  <c:v>0.25</c:v>
                </c:pt>
                <c:pt idx="1058">
                  <c:v>0.25</c:v>
                </c:pt>
                <c:pt idx="1059">
                  <c:v>0.25</c:v>
                </c:pt>
                <c:pt idx="1060">
                  <c:v>0.25</c:v>
                </c:pt>
                <c:pt idx="1061">
                  <c:v>0.25</c:v>
                </c:pt>
                <c:pt idx="1062">
                  <c:v>0.25</c:v>
                </c:pt>
                <c:pt idx="1063">
                  <c:v>0.25</c:v>
                </c:pt>
                <c:pt idx="1064">
                  <c:v>0.25</c:v>
                </c:pt>
                <c:pt idx="1065">
                  <c:v>0.25</c:v>
                </c:pt>
                <c:pt idx="1066">
                  <c:v>0.25</c:v>
                </c:pt>
                <c:pt idx="1067">
                  <c:v>0.25</c:v>
                </c:pt>
                <c:pt idx="1068">
                  <c:v>0.25</c:v>
                </c:pt>
                <c:pt idx="1069">
                  <c:v>0.25</c:v>
                </c:pt>
                <c:pt idx="1070">
                  <c:v>0.25</c:v>
                </c:pt>
                <c:pt idx="1071">
                  <c:v>0.25</c:v>
                </c:pt>
                <c:pt idx="1072">
                  <c:v>0.25</c:v>
                </c:pt>
                <c:pt idx="1073">
                  <c:v>0.25</c:v>
                </c:pt>
                <c:pt idx="1074">
                  <c:v>0.25</c:v>
                </c:pt>
                <c:pt idx="1075">
                  <c:v>0.25</c:v>
                </c:pt>
                <c:pt idx="1076">
                  <c:v>0.25</c:v>
                </c:pt>
                <c:pt idx="1077">
                  <c:v>0.25</c:v>
                </c:pt>
                <c:pt idx="1078">
                  <c:v>0.25</c:v>
                </c:pt>
                <c:pt idx="1079">
                  <c:v>0.25</c:v>
                </c:pt>
                <c:pt idx="1080">
                  <c:v>0.25</c:v>
                </c:pt>
                <c:pt idx="1081">
                  <c:v>0.25</c:v>
                </c:pt>
                <c:pt idx="1082">
                  <c:v>0.25</c:v>
                </c:pt>
                <c:pt idx="1083">
                  <c:v>0.25</c:v>
                </c:pt>
                <c:pt idx="1084">
                  <c:v>0.25</c:v>
                </c:pt>
                <c:pt idx="1085">
                  <c:v>0.25</c:v>
                </c:pt>
                <c:pt idx="1086">
                  <c:v>0.25</c:v>
                </c:pt>
                <c:pt idx="1087">
                  <c:v>0.25</c:v>
                </c:pt>
                <c:pt idx="1088">
                  <c:v>0.25</c:v>
                </c:pt>
                <c:pt idx="1089">
                  <c:v>0.25</c:v>
                </c:pt>
                <c:pt idx="1090">
                  <c:v>0.25</c:v>
                </c:pt>
                <c:pt idx="1091">
                  <c:v>0.25</c:v>
                </c:pt>
                <c:pt idx="1092">
                  <c:v>0.25</c:v>
                </c:pt>
                <c:pt idx="1093">
                  <c:v>0.25</c:v>
                </c:pt>
                <c:pt idx="1094">
                  <c:v>0.25</c:v>
                </c:pt>
                <c:pt idx="1095">
                  <c:v>0.25</c:v>
                </c:pt>
                <c:pt idx="1096">
                  <c:v>0.25</c:v>
                </c:pt>
                <c:pt idx="1097">
                  <c:v>0.25</c:v>
                </c:pt>
                <c:pt idx="1098">
                  <c:v>0.25</c:v>
                </c:pt>
                <c:pt idx="1099">
                  <c:v>0.25</c:v>
                </c:pt>
                <c:pt idx="1100">
                  <c:v>0.25</c:v>
                </c:pt>
                <c:pt idx="1101">
                  <c:v>0.25</c:v>
                </c:pt>
                <c:pt idx="1102">
                  <c:v>0.25</c:v>
                </c:pt>
                <c:pt idx="1103">
                  <c:v>0.25</c:v>
                </c:pt>
                <c:pt idx="1104">
                  <c:v>0.25</c:v>
                </c:pt>
                <c:pt idx="1105">
                  <c:v>0.25</c:v>
                </c:pt>
                <c:pt idx="1106">
                  <c:v>0.25</c:v>
                </c:pt>
                <c:pt idx="1107">
                  <c:v>0.25</c:v>
                </c:pt>
                <c:pt idx="1108">
                  <c:v>0.25</c:v>
                </c:pt>
                <c:pt idx="1109">
                  <c:v>0.25</c:v>
                </c:pt>
                <c:pt idx="1110">
                  <c:v>0.25</c:v>
                </c:pt>
                <c:pt idx="1111">
                  <c:v>0.25</c:v>
                </c:pt>
                <c:pt idx="1112">
                  <c:v>0.25</c:v>
                </c:pt>
                <c:pt idx="1113">
                  <c:v>0.25</c:v>
                </c:pt>
                <c:pt idx="1114">
                  <c:v>0.25</c:v>
                </c:pt>
                <c:pt idx="1115">
                  <c:v>0.25</c:v>
                </c:pt>
                <c:pt idx="1116">
                  <c:v>0.25</c:v>
                </c:pt>
                <c:pt idx="1117">
                  <c:v>0.25</c:v>
                </c:pt>
                <c:pt idx="1118">
                  <c:v>0.25</c:v>
                </c:pt>
                <c:pt idx="1119">
                  <c:v>0.25</c:v>
                </c:pt>
                <c:pt idx="1120">
                  <c:v>0.25</c:v>
                </c:pt>
                <c:pt idx="1121">
                  <c:v>0.25</c:v>
                </c:pt>
                <c:pt idx="1122">
                  <c:v>0.25</c:v>
                </c:pt>
                <c:pt idx="1123">
                  <c:v>0.25</c:v>
                </c:pt>
                <c:pt idx="1124">
                  <c:v>0.25</c:v>
                </c:pt>
                <c:pt idx="1125">
                  <c:v>0.25</c:v>
                </c:pt>
                <c:pt idx="1126">
                  <c:v>0.25</c:v>
                </c:pt>
                <c:pt idx="1127">
                  <c:v>0.25</c:v>
                </c:pt>
                <c:pt idx="1128">
                  <c:v>0.25</c:v>
                </c:pt>
                <c:pt idx="1129">
                  <c:v>0.25</c:v>
                </c:pt>
                <c:pt idx="1130">
                  <c:v>0.25</c:v>
                </c:pt>
                <c:pt idx="1131">
                  <c:v>0.25</c:v>
                </c:pt>
                <c:pt idx="1132">
                  <c:v>0.25</c:v>
                </c:pt>
                <c:pt idx="1133">
                  <c:v>0.25</c:v>
                </c:pt>
                <c:pt idx="1134">
                  <c:v>0.25</c:v>
                </c:pt>
                <c:pt idx="1135">
                  <c:v>0.25</c:v>
                </c:pt>
                <c:pt idx="1136">
                  <c:v>0.25</c:v>
                </c:pt>
                <c:pt idx="1137">
                  <c:v>0.25</c:v>
                </c:pt>
                <c:pt idx="1138">
                  <c:v>0.25</c:v>
                </c:pt>
                <c:pt idx="1139">
                  <c:v>0.25</c:v>
                </c:pt>
                <c:pt idx="1140">
                  <c:v>0.25</c:v>
                </c:pt>
                <c:pt idx="1141">
                  <c:v>0.25</c:v>
                </c:pt>
                <c:pt idx="1142">
                  <c:v>0.25</c:v>
                </c:pt>
                <c:pt idx="1143">
                  <c:v>0.25</c:v>
                </c:pt>
                <c:pt idx="1144">
                  <c:v>0.25</c:v>
                </c:pt>
                <c:pt idx="1145">
                  <c:v>0.25</c:v>
                </c:pt>
                <c:pt idx="1146">
                  <c:v>0.25</c:v>
                </c:pt>
                <c:pt idx="1147">
                  <c:v>0.25</c:v>
                </c:pt>
                <c:pt idx="1148">
                  <c:v>0.25</c:v>
                </c:pt>
                <c:pt idx="1149">
                  <c:v>0.25</c:v>
                </c:pt>
                <c:pt idx="1150">
                  <c:v>0.25</c:v>
                </c:pt>
                <c:pt idx="1151">
                  <c:v>0.25</c:v>
                </c:pt>
                <c:pt idx="1152">
                  <c:v>0.25</c:v>
                </c:pt>
                <c:pt idx="1153">
                  <c:v>0.25</c:v>
                </c:pt>
                <c:pt idx="1154">
                  <c:v>0.25</c:v>
                </c:pt>
                <c:pt idx="1155">
                  <c:v>0.25</c:v>
                </c:pt>
                <c:pt idx="1156">
                  <c:v>0.25</c:v>
                </c:pt>
                <c:pt idx="1157">
                  <c:v>0.25</c:v>
                </c:pt>
                <c:pt idx="1158">
                  <c:v>0.25</c:v>
                </c:pt>
                <c:pt idx="1159">
                  <c:v>0.25</c:v>
                </c:pt>
                <c:pt idx="1160">
                  <c:v>0.25</c:v>
                </c:pt>
                <c:pt idx="1161">
                  <c:v>0.25</c:v>
                </c:pt>
                <c:pt idx="1162">
                  <c:v>0.25</c:v>
                </c:pt>
                <c:pt idx="1163">
                  <c:v>0.25</c:v>
                </c:pt>
                <c:pt idx="1164">
                  <c:v>0.25</c:v>
                </c:pt>
                <c:pt idx="1165">
                  <c:v>0.25</c:v>
                </c:pt>
                <c:pt idx="1166">
                  <c:v>0.25</c:v>
                </c:pt>
                <c:pt idx="1167">
                  <c:v>0.25</c:v>
                </c:pt>
                <c:pt idx="1168">
                  <c:v>0.25</c:v>
                </c:pt>
                <c:pt idx="1169">
                  <c:v>0.25</c:v>
                </c:pt>
                <c:pt idx="1170">
                  <c:v>0.25</c:v>
                </c:pt>
                <c:pt idx="1171">
                  <c:v>0.25</c:v>
                </c:pt>
                <c:pt idx="1172">
                  <c:v>0.25</c:v>
                </c:pt>
                <c:pt idx="1173">
                  <c:v>0.25</c:v>
                </c:pt>
                <c:pt idx="1174">
                  <c:v>0.25</c:v>
                </c:pt>
                <c:pt idx="1175">
                  <c:v>0.25</c:v>
                </c:pt>
                <c:pt idx="1176">
                  <c:v>0.25</c:v>
                </c:pt>
                <c:pt idx="1177">
                  <c:v>0.25</c:v>
                </c:pt>
                <c:pt idx="1178">
                  <c:v>0.25</c:v>
                </c:pt>
                <c:pt idx="1179">
                  <c:v>0.25</c:v>
                </c:pt>
                <c:pt idx="1180">
                  <c:v>0.25</c:v>
                </c:pt>
                <c:pt idx="1181">
                  <c:v>0.25</c:v>
                </c:pt>
                <c:pt idx="1182">
                  <c:v>0.25</c:v>
                </c:pt>
                <c:pt idx="1183">
                  <c:v>0.25</c:v>
                </c:pt>
                <c:pt idx="1184">
                  <c:v>0.25</c:v>
                </c:pt>
                <c:pt idx="1185">
                  <c:v>0.25</c:v>
                </c:pt>
                <c:pt idx="1186">
                  <c:v>0.25</c:v>
                </c:pt>
                <c:pt idx="1187">
                  <c:v>0.25</c:v>
                </c:pt>
                <c:pt idx="1188">
                  <c:v>0.25</c:v>
                </c:pt>
                <c:pt idx="1189">
                  <c:v>0.25</c:v>
                </c:pt>
                <c:pt idx="1190">
                  <c:v>0.25</c:v>
                </c:pt>
                <c:pt idx="1191">
                  <c:v>0.25</c:v>
                </c:pt>
                <c:pt idx="1192">
                  <c:v>0.25</c:v>
                </c:pt>
                <c:pt idx="1193">
                  <c:v>0.25</c:v>
                </c:pt>
                <c:pt idx="1194">
                  <c:v>0.25</c:v>
                </c:pt>
                <c:pt idx="1195">
                  <c:v>0.25</c:v>
                </c:pt>
                <c:pt idx="1196">
                  <c:v>0.25</c:v>
                </c:pt>
                <c:pt idx="1197">
                  <c:v>0.25</c:v>
                </c:pt>
                <c:pt idx="1198">
                  <c:v>0.25</c:v>
                </c:pt>
                <c:pt idx="1199">
                  <c:v>0.25</c:v>
                </c:pt>
                <c:pt idx="1200">
                  <c:v>0.25</c:v>
                </c:pt>
                <c:pt idx="1201">
                  <c:v>0.25</c:v>
                </c:pt>
                <c:pt idx="1202">
                  <c:v>0.25</c:v>
                </c:pt>
                <c:pt idx="1203">
                  <c:v>0.25</c:v>
                </c:pt>
                <c:pt idx="1204">
                  <c:v>0.25</c:v>
                </c:pt>
                <c:pt idx="1205">
                  <c:v>0.25</c:v>
                </c:pt>
                <c:pt idx="1206">
                  <c:v>0.25</c:v>
                </c:pt>
                <c:pt idx="1207">
                  <c:v>0.25</c:v>
                </c:pt>
                <c:pt idx="1208">
                  <c:v>0.25</c:v>
                </c:pt>
                <c:pt idx="1209">
                  <c:v>0.25</c:v>
                </c:pt>
                <c:pt idx="1210">
                  <c:v>0.25</c:v>
                </c:pt>
                <c:pt idx="1211">
                  <c:v>0.25</c:v>
                </c:pt>
                <c:pt idx="1212">
                  <c:v>0.25</c:v>
                </c:pt>
                <c:pt idx="1213">
                  <c:v>0.25</c:v>
                </c:pt>
                <c:pt idx="1214">
                  <c:v>0.25</c:v>
                </c:pt>
                <c:pt idx="1215">
                  <c:v>0.25</c:v>
                </c:pt>
                <c:pt idx="1216">
                  <c:v>0.25</c:v>
                </c:pt>
                <c:pt idx="1217">
                  <c:v>0.25</c:v>
                </c:pt>
                <c:pt idx="1218">
                  <c:v>0.25</c:v>
                </c:pt>
                <c:pt idx="1219">
                  <c:v>0.25</c:v>
                </c:pt>
                <c:pt idx="1220">
                  <c:v>0.25</c:v>
                </c:pt>
                <c:pt idx="1221">
                  <c:v>0.25</c:v>
                </c:pt>
                <c:pt idx="1222">
                  <c:v>0.25</c:v>
                </c:pt>
                <c:pt idx="1223">
                  <c:v>0.25</c:v>
                </c:pt>
                <c:pt idx="1224">
                  <c:v>0.25</c:v>
                </c:pt>
                <c:pt idx="1225">
                  <c:v>0.25</c:v>
                </c:pt>
                <c:pt idx="1226">
                  <c:v>0.25</c:v>
                </c:pt>
                <c:pt idx="1227">
                  <c:v>0.25</c:v>
                </c:pt>
                <c:pt idx="1228">
                  <c:v>0.25</c:v>
                </c:pt>
                <c:pt idx="1229">
                  <c:v>0.25</c:v>
                </c:pt>
                <c:pt idx="1230">
                  <c:v>0.25</c:v>
                </c:pt>
                <c:pt idx="1231">
                  <c:v>0.25</c:v>
                </c:pt>
                <c:pt idx="1232">
                  <c:v>0.25</c:v>
                </c:pt>
                <c:pt idx="1233">
                  <c:v>0.25</c:v>
                </c:pt>
                <c:pt idx="1234">
                  <c:v>0.25</c:v>
                </c:pt>
                <c:pt idx="1235">
                  <c:v>0.25</c:v>
                </c:pt>
                <c:pt idx="1236">
                  <c:v>0.25</c:v>
                </c:pt>
                <c:pt idx="1237">
                  <c:v>0.25</c:v>
                </c:pt>
                <c:pt idx="1238">
                  <c:v>0.25</c:v>
                </c:pt>
                <c:pt idx="1239">
                  <c:v>0.25</c:v>
                </c:pt>
                <c:pt idx="1240">
                  <c:v>0.25</c:v>
                </c:pt>
                <c:pt idx="1241">
                  <c:v>0.25</c:v>
                </c:pt>
                <c:pt idx="1242">
                  <c:v>0.25</c:v>
                </c:pt>
                <c:pt idx="1243">
                  <c:v>0.25</c:v>
                </c:pt>
                <c:pt idx="1244">
                  <c:v>0.25</c:v>
                </c:pt>
                <c:pt idx="1245">
                  <c:v>0.25</c:v>
                </c:pt>
                <c:pt idx="1246">
                  <c:v>0.25</c:v>
                </c:pt>
                <c:pt idx="1247">
                  <c:v>0.25</c:v>
                </c:pt>
                <c:pt idx="1248">
                  <c:v>0.25</c:v>
                </c:pt>
                <c:pt idx="1249">
                  <c:v>0.25</c:v>
                </c:pt>
                <c:pt idx="1250">
                  <c:v>0.25</c:v>
                </c:pt>
                <c:pt idx="1251">
                  <c:v>0.25</c:v>
                </c:pt>
                <c:pt idx="1252">
                  <c:v>0.25</c:v>
                </c:pt>
                <c:pt idx="1253">
                  <c:v>0.25</c:v>
                </c:pt>
                <c:pt idx="1254">
                  <c:v>0.25</c:v>
                </c:pt>
                <c:pt idx="1255">
                  <c:v>0.25</c:v>
                </c:pt>
                <c:pt idx="1256">
                  <c:v>0.25</c:v>
                </c:pt>
                <c:pt idx="1257">
                  <c:v>0.25</c:v>
                </c:pt>
                <c:pt idx="1258">
                  <c:v>0.25</c:v>
                </c:pt>
                <c:pt idx="1259">
                  <c:v>0.25</c:v>
                </c:pt>
                <c:pt idx="1260">
                  <c:v>0.25</c:v>
                </c:pt>
                <c:pt idx="1261">
                  <c:v>0.25</c:v>
                </c:pt>
                <c:pt idx="1262">
                  <c:v>0.25</c:v>
                </c:pt>
                <c:pt idx="1263">
                  <c:v>0.25</c:v>
                </c:pt>
                <c:pt idx="1264">
                  <c:v>0.25</c:v>
                </c:pt>
                <c:pt idx="1265">
                  <c:v>0.25</c:v>
                </c:pt>
                <c:pt idx="1266">
                  <c:v>0.25</c:v>
                </c:pt>
                <c:pt idx="1267">
                  <c:v>0.25</c:v>
                </c:pt>
                <c:pt idx="1268">
                  <c:v>0.25</c:v>
                </c:pt>
                <c:pt idx="1269">
                  <c:v>0.25</c:v>
                </c:pt>
                <c:pt idx="1270">
                  <c:v>0.25</c:v>
                </c:pt>
                <c:pt idx="1271">
                  <c:v>0.25</c:v>
                </c:pt>
                <c:pt idx="1272">
                  <c:v>0.25</c:v>
                </c:pt>
                <c:pt idx="1273">
                  <c:v>0.25</c:v>
                </c:pt>
                <c:pt idx="1274">
                  <c:v>0.25</c:v>
                </c:pt>
                <c:pt idx="1275">
                  <c:v>0.25</c:v>
                </c:pt>
                <c:pt idx="1276">
                  <c:v>0.25</c:v>
                </c:pt>
                <c:pt idx="1277">
                  <c:v>0.25</c:v>
                </c:pt>
                <c:pt idx="1278">
                  <c:v>0.25</c:v>
                </c:pt>
                <c:pt idx="1279">
                  <c:v>0.25</c:v>
                </c:pt>
                <c:pt idx="1280">
                  <c:v>0.25</c:v>
                </c:pt>
                <c:pt idx="1281">
                  <c:v>0.25</c:v>
                </c:pt>
                <c:pt idx="1282">
                  <c:v>0.25</c:v>
                </c:pt>
                <c:pt idx="1283">
                  <c:v>0.25</c:v>
                </c:pt>
                <c:pt idx="1284">
                  <c:v>0.25</c:v>
                </c:pt>
                <c:pt idx="1285">
                  <c:v>0.25</c:v>
                </c:pt>
                <c:pt idx="1286">
                  <c:v>0.25</c:v>
                </c:pt>
                <c:pt idx="1287">
                  <c:v>0.25</c:v>
                </c:pt>
                <c:pt idx="1288">
                  <c:v>0.25</c:v>
                </c:pt>
                <c:pt idx="1289">
                  <c:v>0.25</c:v>
                </c:pt>
                <c:pt idx="1290">
                  <c:v>0.25</c:v>
                </c:pt>
                <c:pt idx="1291">
                  <c:v>0.25</c:v>
                </c:pt>
                <c:pt idx="1292">
                  <c:v>0.25</c:v>
                </c:pt>
                <c:pt idx="1293">
                  <c:v>0.25</c:v>
                </c:pt>
                <c:pt idx="1294">
                  <c:v>0.25</c:v>
                </c:pt>
                <c:pt idx="1295">
                  <c:v>0.25</c:v>
                </c:pt>
                <c:pt idx="1296">
                  <c:v>0.25</c:v>
                </c:pt>
                <c:pt idx="1297">
                  <c:v>0.25</c:v>
                </c:pt>
                <c:pt idx="1298">
                  <c:v>0.25</c:v>
                </c:pt>
                <c:pt idx="1299">
                  <c:v>0.25</c:v>
                </c:pt>
                <c:pt idx="1300">
                  <c:v>0.25</c:v>
                </c:pt>
                <c:pt idx="1301">
                  <c:v>0.25</c:v>
                </c:pt>
                <c:pt idx="1302">
                  <c:v>0.25</c:v>
                </c:pt>
                <c:pt idx="1303">
                  <c:v>0.25</c:v>
                </c:pt>
                <c:pt idx="1304">
                  <c:v>0.25</c:v>
                </c:pt>
                <c:pt idx="1305">
                  <c:v>0.25</c:v>
                </c:pt>
                <c:pt idx="1306">
                  <c:v>0.25</c:v>
                </c:pt>
                <c:pt idx="1307">
                  <c:v>0.25</c:v>
                </c:pt>
                <c:pt idx="1308">
                  <c:v>0.25</c:v>
                </c:pt>
                <c:pt idx="1309">
                  <c:v>0.25</c:v>
                </c:pt>
                <c:pt idx="1310">
                  <c:v>0.25</c:v>
                </c:pt>
                <c:pt idx="1311">
                  <c:v>0.25</c:v>
                </c:pt>
                <c:pt idx="1312">
                  <c:v>0.25</c:v>
                </c:pt>
                <c:pt idx="1313">
                  <c:v>0.25</c:v>
                </c:pt>
                <c:pt idx="1314">
                  <c:v>0.25</c:v>
                </c:pt>
                <c:pt idx="1315">
                  <c:v>0.25</c:v>
                </c:pt>
                <c:pt idx="1316">
                  <c:v>0.25</c:v>
                </c:pt>
                <c:pt idx="1317">
                  <c:v>0.25</c:v>
                </c:pt>
                <c:pt idx="1318">
                  <c:v>0.25</c:v>
                </c:pt>
                <c:pt idx="1319">
                  <c:v>0.25</c:v>
                </c:pt>
                <c:pt idx="1320">
                  <c:v>0.25</c:v>
                </c:pt>
                <c:pt idx="1321">
                  <c:v>0.25</c:v>
                </c:pt>
                <c:pt idx="1322">
                  <c:v>0.25</c:v>
                </c:pt>
                <c:pt idx="1323">
                  <c:v>0.25</c:v>
                </c:pt>
                <c:pt idx="1324">
                  <c:v>0.25</c:v>
                </c:pt>
                <c:pt idx="1325">
                  <c:v>0.25</c:v>
                </c:pt>
                <c:pt idx="1326">
                  <c:v>0.25</c:v>
                </c:pt>
                <c:pt idx="1327">
                  <c:v>0.25</c:v>
                </c:pt>
                <c:pt idx="1328">
                  <c:v>0.25</c:v>
                </c:pt>
                <c:pt idx="1329">
                  <c:v>0.25</c:v>
                </c:pt>
                <c:pt idx="1330">
                  <c:v>0.25</c:v>
                </c:pt>
                <c:pt idx="1331">
                  <c:v>0.25</c:v>
                </c:pt>
                <c:pt idx="1332">
                  <c:v>0.25</c:v>
                </c:pt>
                <c:pt idx="1333">
                  <c:v>0.25</c:v>
                </c:pt>
                <c:pt idx="1334">
                  <c:v>0.25</c:v>
                </c:pt>
                <c:pt idx="1335">
                  <c:v>0.25</c:v>
                </c:pt>
                <c:pt idx="1336">
                  <c:v>0.25</c:v>
                </c:pt>
                <c:pt idx="1337">
                  <c:v>0.25</c:v>
                </c:pt>
                <c:pt idx="1338">
                  <c:v>0.25</c:v>
                </c:pt>
                <c:pt idx="1339">
                  <c:v>0.25</c:v>
                </c:pt>
                <c:pt idx="1340">
                  <c:v>0.25</c:v>
                </c:pt>
                <c:pt idx="1341">
                  <c:v>0.25</c:v>
                </c:pt>
                <c:pt idx="1342">
                  <c:v>0.25</c:v>
                </c:pt>
                <c:pt idx="1343">
                  <c:v>0.25</c:v>
                </c:pt>
                <c:pt idx="1344">
                  <c:v>0.25</c:v>
                </c:pt>
                <c:pt idx="1345">
                  <c:v>0.25</c:v>
                </c:pt>
                <c:pt idx="1346">
                  <c:v>0.25</c:v>
                </c:pt>
                <c:pt idx="1347">
                  <c:v>0.25</c:v>
                </c:pt>
                <c:pt idx="1348">
                  <c:v>0.25</c:v>
                </c:pt>
                <c:pt idx="1349">
                  <c:v>0.25</c:v>
                </c:pt>
                <c:pt idx="1350">
                  <c:v>0.25</c:v>
                </c:pt>
                <c:pt idx="1351">
                  <c:v>0.25</c:v>
                </c:pt>
                <c:pt idx="1352">
                  <c:v>0.25</c:v>
                </c:pt>
                <c:pt idx="1353">
                  <c:v>0.25</c:v>
                </c:pt>
                <c:pt idx="1354">
                  <c:v>0.25</c:v>
                </c:pt>
                <c:pt idx="1355">
                  <c:v>0.25</c:v>
                </c:pt>
                <c:pt idx="1356">
                  <c:v>0.25</c:v>
                </c:pt>
                <c:pt idx="1357">
                  <c:v>0.25</c:v>
                </c:pt>
                <c:pt idx="1358">
                  <c:v>0.25</c:v>
                </c:pt>
                <c:pt idx="1359">
                  <c:v>0.25</c:v>
                </c:pt>
                <c:pt idx="1360">
                  <c:v>0.25</c:v>
                </c:pt>
                <c:pt idx="1361">
                  <c:v>0.25</c:v>
                </c:pt>
                <c:pt idx="1362">
                  <c:v>0.25</c:v>
                </c:pt>
                <c:pt idx="1363">
                  <c:v>0.25</c:v>
                </c:pt>
                <c:pt idx="1364">
                  <c:v>0.25</c:v>
                </c:pt>
                <c:pt idx="1365">
                  <c:v>0.25</c:v>
                </c:pt>
                <c:pt idx="1366">
                  <c:v>0.25</c:v>
                </c:pt>
                <c:pt idx="1367">
                  <c:v>0.25</c:v>
                </c:pt>
                <c:pt idx="1368">
                  <c:v>0.25</c:v>
                </c:pt>
                <c:pt idx="1369">
                  <c:v>0.25</c:v>
                </c:pt>
                <c:pt idx="1370">
                  <c:v>0.25</c:v>
                </c:pt>
                <c:pt idx="1371">
                  <c:v>0.25</c:v>
                </c:pt>
                <c:pt idx="1372">
                  <c:v>0.25</c:v>
                </c:pt>
                <c:pt idx="1373">
                  <c:v>0.25</c:v>
                </c:pt>
                <c:pt idx="1374">
                  <c:v>0.25</c:v>
                </c:pt>
                <c:pt idx="1375">
                  <c:v>0.25</c:v>
                </c:pt>
                <c:pt idx="1376">
                  <c:v>0.25</c:v>
                </c:pt>
                <c:pt idx="1377">
                  <c:v>0.25</c:v>
                </c:pt>
                <c:pt idx="1378">
                  <c:v>0.25</c:v>
                </c:pt>
                <c:pt idx="1379">
                  <c:v>0.25</c:v>
                </c:pt>
                <c:pt idx="1380">
                  <c:v>0.25</c:v>
                </c:pt>
                <c:pt idx="1381">
                  <c:v>0.25</c:v>
                </c:pt>
                <c:pt idx="1382">
                  <c:v>0.25</c:v>
                </c:pt>
                <c:pt idx="1383">
                  <c:v>0.25</c:v>
                </c:pt>
                <c:pt idx="1384">
                  <c:v>0.25</c:v>
                </c:pt>
                <c:pt idx="1385">
                  <c:v>0.25</c:v>
                </c:pt>
                <c:pt idx="1386">
                  <c:v>0.25</c:v>
                </c:pt>
                <c:pt idx="1387">
                  <c:v>0.25</c:v>
                </c:pt>
                <c:pt idx="1388">
                  <c:v>0.25</c:v>
                </c:pt>
                <c:pt idx="1389">
                  <c:v>0.25</c:v>
                </c:pt>
                <c:pt idx="1390">
                  <c:v>0.25</c:v>
                </c:pt>
                <c:pt idx="1391">
                  <c:v>0.25</c:v>
                </c:pt>
                <c:pt idx="1392">
                  <c:v>0.25</c:v>
                </c:pt>
                <c:pt idx="1393">
                  <c:v>0.25</c:v>
                </c:pt>
                <c:pt idx="1394">
                  <c:v>0.25</c:v>
                </c:pt>
                <c:pt idx="1395">
                  <c:v>0.25</c:v>
                </c:pt>
                <c:pt idx="1396">
                  <c:v>0.25</c:v>
                </c:pt>
                <c:pt idx="1397">
                  <c:v>0.25</c:v>
                </c:pt>
                <c:pt idx="1398">
                  <c:v>0.25</c:v>
                </c:pt>
                <c:pt idx="1399">
                  <c:v>0.25</c:v>
                </c:pt>
                <c:pt idx="1400">
                  <c:v>0.25</c:v>
                </c:pt>
                <c:pt idx="1401">
                  <c:v>0.25</c:v>
                </c:pt>
                <c:pt idx="1402">
                  <c:v>0.25</c:v>
                </c:pt>
                <c:pt idx="1403">
                  <c:v>0.25</c:v>
                </c:pt>
                <c:pt idx="1404">
                  <c:v>0.25</c:v>
                </c:pt>
                <c:pt idx="1405">
                  <c:v>0.25</c:v>
                </c:pt>
                <c:pt idx="1406">
                  <c:v>0.25</c:v>
                </c:pt>
                <c:pt idx="1407">
                  <c:v>0.25</c:v>
                </c:pt>
                <c:pt idx="1408">
                  <c:v>0.25</c:v>
                </c:pt>
                <c:pt idx="1409">
                  <c:v>0.25</c:v>
                </c:pt>
                <c:pt idx="1410">
                  <c:v>0.25</c:v>
                </c:pt>
                <c:pt idx="1411">
                  <c:v>0.25</c:v>
                </c:pt>
                <c:pt idx="1412">
                  <c:v>0.25</c:v>
                </c:pt>
                <c:pt idx="1413">
                  <c:v>0.25</c:v>
                </c:pt>
                <c:pt idx="1414">
                  <c:v>0.25</c:v>
                </c:pt>
                <c:pt idx="1415">
                  <c:v>0.25</c:v>
                </c:pt>
                <c:pt idx="1416">
                  <c:v>0.25</c:v>
                </c:pt>
                <c:pt idx="1417">
                  <c:v>0.25</c:v>
                </c:pt>
                <c:pt idx="1418">
                  <c:v>0.25</c:v>
                </c:pt>
                <c:pt idx="1419">
                  <c:v>0.25</c:v>
                </c:pt>
                <c:pt idx="1420">
                  <c:v>0.25</c:v>
                </c:pt>
                <c:pt idx="1421">
                  <c:v>0.25</c:v>
                </c:pt>
                <c:pt idx="1422">
                  <c:v>0.25</c:v>
                </c:pt>
                <c:pt idx="1423">
                  <c:v>0.25</c:v>
                </c:pt>
                <c:pt idx="1424">
                  <c:v>0.25</c:v>
                </c:pt>
                <c:pt idx="1425">
                  <c:v>0.25</c:v>
                </c:pt>
                <c:pt idx="1426">
                  <c:v>0.25</c:v>
                </c:pt>
                <c:pt idx="1427">
                  <c:v>0.25</c:v>
                </c:pt>
                <c:pt idx="1428">
                  <c:v>0.25</c:v>
                </c:pt>
                <c:pt idx="1429">
                  <c:v>0.25</c:v>
                </c:pt>
                <c:pt idx="1430">
                  <c:v>0.25</c:v>
                </c:pt>
                <c:pt idx="1431">
                  <c:v>0.25</c:v>
                </c:pt>
                <c:pt idx="1432">
                  <c:v>0.25</c:v>
                </c:pt>
                <c:pt idx="1433">
                  <c:v>0.25</c:v>
                </c:pt>
                <c:pt idx="1434">
                  <c:v>0.25</c:v>
                </c:pt>
                <c:pt idx="1435">
                  <c:v>0.25</c:v>
                </c:pt>
                <c:pt idx="1436">
                  <c:v>0.25</c:v>
                </c:pt>
                <c:pt idx="1437">
                  <c:v>0.25</c:v>
                </c:pt>
                <c:pt idx="1438">
                  <c:v>0.25</c:v>
                </c:pt>
                <c:pt idx="1439">
                  <c:v>0.25</c:v>
                </c:pt>
                <c:pt idx="1440">
                  <c:v>0.25</c:v>
                </c:pt>
                <c:pt idx="1441">
                  <c:v>0.25</c:v>
                </c:pt>
                <c:pt idx="1442">
                  <c:v>0.25</c:v>
                </c:pt>
                <c:pt idx="1443">
                  <c:v>0.25</c:v>
                </c:pt>
                <c:pt idx="1444">
                  <c:v>0.25</c:v>
                </c:pt>
                <c:pt idx="1445">
                  <c:v>0.25</c:v>
                </c:pt>
                <c:pt idx="1446">
                  <c:v>0.25</c:v>
                </c:pt>
                <c:pt idx="1447">
                  <c:v>0.25</c:v>
                </c:pt>
                <c:pt idx="1448">
                  <c:v>0.25</c:v>
                </c:pt>
                <c:pt idx="1449">
                  <c:v>0.25</c:v>
                </c:pt>
                <c:pt idx="1450">
                  <c:v>0.25</c:v>
                </c:pt>
                <c:pt idx="1451">
                  <c:v>0.25</c:v>
                </c:pt>
                <c:pt idx="1452">
                  <c:v>0.25</c:v>
                </c:pt>
                <c:pt idx="1453">
                  <c:v>0.25</c:v>
                </c:pt>
                <c:pt idx="1454">
                  <c:v>0.25</c:v>
                </c:pt>
                <c:pt idx="1455">
                  <c:v>0.25</c:v>
                </c:pt>
                <c:pt idx="1456">
                  <c:v>0.25</c:v>
                </c:pt>
                <c:pt idx="1457">
                  <c:v>0.25</c:v>
                </c:pt>
                <c:pt idx="1458">
                  <c:v>0.25</c:v>
                </c:pt>
                <c:pt idx="1459">
                  <c:v>0.25</c:v>
                </c:pt>
                <c:pt idx="1460">
                  <c:v>0.25</c:v>
                </c:pt>
                <c:pt idx="1461">
                  <c:v>0.25</c:v>
                </c:pt>
                <c:pt idx="1462">
                  <c:v>0.25</c:v>
                </c:pt>
                <c:pt idx="1463">
                  <c:v>0.25</c:v>
                </c:pt>
                <c:pt idx="1464">
                  <c:v>0.25</c:v>
                </c:pt>
                <c:pt idx="1465">
                  <c:v>0.25</c:v>
                </c:pt>
                <c:pt idx="1466">
                  <c:v>0.25</c:v>
                </c:pt>
                <c:pt idx="1467">
                  <c:v>0.25</c:v>
                </c:pt>
                <c:pt idx="1468">
                  <c:v>0.25</c:v>
                </c:pt>
                <c:pt idx="1469">
                  <c:v>0.25</c:v>
                </c:pt>
                <c:pt idx="1470">
                  <c:v>0.25</c:v>
                </c:pt>
                <c:pt idx="1471">
                  <c:v>0.25</c:v>
                </c:pt>
                <c:pt idx="1472">
                  <c:v>0.25</c:v>
                </c:pt>
                <c:pt idx="1473">
                  <c:v>0.25</c:v>
                </c:pt>
                <c:pt idx="1474">
                  <c:v>0.25</c:v>
                </c:pt>
                <c:pt idx="1475">
                  <c:v>0.25</c:v>
                </c:pt>
                <c:pt idx="1476">
                  <c:v>0.25</c:v>
                </c:pt>
                <c:pt idx="1477">
                  <c:v>0.25</c:v>
                </c:pt>
                <c:pt idx="1478">
                  <c:v>0.25</c:v>
                </c:pt>
                <c:pt idx="1479">
                  <c:v>0.25</c:v>
                </c:pt>
                <c:pt idx="1480">
                  <c:v>0.25</c:v>
                </c:pt>
                <c:pt idx="1481">
                  <c:v>0.25</c:v>
                </c:pt>
                <c:pt idx="1482">
                  <c:v>0.25</c:v>
                </c:pt>
                <c:pt idx="1483">
                  <c:v>0.25</c:v>
                </c:pt>
                <c:pt idx="1484">
                  <c:v>0.25</c:v>
                </c:pt>
                <c:pt idx="1485">
                  <c:v>0.25</c:v>
                </c:pt>
                <c:pt idx="1486">
                  <c:v>0.25</c:v>
                </c:pt>
                <c:pt idx="1487">
                  <c:v>0.25</c:v>
                </c:pt>
                <c:pt idx="1488">
                  <c:v>0.25</c:v>
                </c:pt>
                <c:pt idx="1489">
                  <c:v>0.25</c:v>
                </c:pt>
                <c:pt idx="1490">
                  <c:v>0.25</c:v>
                </c:pt>
                <c:pt idx="1491">
                  <c:v>0.25</c:v>
                </c:pt>
                <c:pt idx="1492">
                  <c:v>0.25</c:v>
                </c:pt>
                <c:pt idx="1493">
                  <c:v>0.25</c:v>
                </c:pt>
                <c:pt idx="1494">
                  <c:v>0.25</c:v>
                </c:pt>
                <c:pt idx="1495">
                  <c:v>0.25</c:v>
                </c:pt>
                <c:pt idx="1496">
                  <c:v>0.25</c:v>
                </c:pt>
                <c:pt idx="1497">
                  <c:v>0.25</c:v>
                </c:pt>
                <c:pt idx="1498">
                  <c:v>0.25</c:v>
                </c:pt>
                <c:pt idx="1499">
                  <c:v>0.25</c:v>
                </c:pt>
                <c:pt idx="1500">
                  <c:v>0.25</c:v>
                </c:pt>
                <c:pt idx="1501">
                  <c:v>0.25</c:v>
                </c:pt>
                <c:pt idx="1502">
                  <c:v>0.25</c:v>
                </c:pt>
                <c:pt idx="1503">
                  <c:v>0.25</c:v>
                </c:pt>
                <c:pt idx="1504">
                  <c:v>0.25</c:v>
                </c:pt>
                <c:pt idx="1505">
                  <c:v>0.25</c:v>
                </c:pt>
                <c:pt idx="1506">
                  <c:v>0.25</c:v>
                </c:pt>
                <c:pt idx="1507">
                  <c:v>0.25</c:v>
                </c:pt>
                <c:pt idx="1508">
                  <c:v>0.25</c:v>
                </c:pt>
                <c:pt idx="1509">
                  <c:v>0.25</c:v>
                </c:pt>
                <c:pt idx="1510">
                  <c:v>0.25</c:v>
                </c:pt>
                <c:pt idx="1511">
                  <c:v>0.25</c:v>
                </c:pt>
                <c:pt idx="1512">
                  <c:v>0.25</c:v>
                </c:pt>
                <c:pt idx="1513">
                  <c:v>0.25</c:v>
                </c:pt>
                <c:pt idx="1514">
                  <c:v>0.25</c:v>
                </c:pt>
                <c:pt idx="1515">
                  <c:v>0.25</c:v>
                </c:pt>
                <c:pt idx="1516">
                  <c:v>0.25</c:v>
                </c:pt>
                <c:pt idx="1517">
                  <c:v>0.25</c:v>
                </c:pt>
                <c:pt idx="1518">
                  <c:v>0.25</c:v>
                </c:pt>
                <c:pt idx="1519">
                  <c:v>0.25</c:v>
                </c:pt>
                <c:pt idx="1520">
                  <c:v>0.25</c:v>
                </c:pt>
                <c:pt idx="1521">
                  <c:v>0.25</c:v>
                </c:pt>
                <c:pt idx="1522">
                  <c:v>0.25</c:v>
                </c:pt>
                <c:pt idx="1523">
                  <c:v>0.25</c:v>
                </c:pt>
                <c:pt idx="1524">
                  <c:v>0.25</c:v>
                </c:pt>
                <c:pt idx="1525">
                  <c:v>0.25</c:v>
                </c:pt>
                <c:pt idx="1526">
                  <c:v>0.25</c:v>
                </c:pt>
                <c:pt idx="1527">
                  <c:v>0.25</c:v>
                </c:pt>
                <c:pt idx="1528">
                  <c:v>0.25</c:v>
                </c:pt>
                <c:pt idx="1529">
                  <c:v>0.25</c:v>
                </c:pt>
                <c:pt idx="1530">
                  <c:v>0.25</c:v>
                </c:pt>
                <c:pt idx="1531">
                  <c:v>0.25</c:v>
                </c:pt>
                <c:pt idx="1532">
                  <c:v>0.25</c:v>
                </c:pt>
                <c:pt idx="1533">
                  <c:v>0.25</c:v>
                </c:pt>
                <c:pt idx="1534">
                  <c:v>0.25</c:v>
                </c:pt>
                <c:pt idx="1535">
                  <c:v>0.25</c:v>
                </c:pt>
                <c:pt idx="1536">
                  <c:v>0.25</c:v>
                </c:pt>
                <c:pt idx="1537">
                  <c:v>0.25</c:v>
                </c:pt>
                <c:pt idx="1538">
                  <c:v>0.25</c:v>
                </c:pt>
                <c:pt idx="1539">
                  <c:v>0.25</c:v>
                </c:pt>
                <c:pt idx="1540">
                  <c:v>0.25</c:v>
                </c:pt>
                <c:pt idx="1541">
                  <c:v>0.25</c:v>
                </c:pt>
                <c:pt idx="1542">
                  <c:v>0.25</c:v>
                </c:pt>
                <c:pt idx="1543">
                  <c:v>0.25</c:v>
                </c:pt>
                <c:pt idx="1544">
                  <c:v>0.25</c:v>
                </c:pt>
                <c:pt idx="1545">
                  <c:v>0.25</c:v>
                </c:pt>
                <c:pt idx="1546">
                  <c:v>0.25</c:v>
                </c:pt>
                <c:pt idx="1547">
                  <c:v>0.25</c:v>
                </c:pt>
                <c:pt idx="1548">
                  <c:v>0.25</c:v>
                </c:pt>
                <c:pt idx="1549">
                  <c:v>0.25</c:v>
                </c:pt>
                <c:pt idx="1550">
                  <c:v>0.25</c:v>
                </c:pt>
                <c:pt idx="1551">
                  <c:v>0.25</c:v>
                </c:pt>
                <c:pt idx="1552">
                  <c:v>0.25</c:v>
                </c:pt>
                <c:pt idx="1553">
                  <c:v>0.25</c:v>
                </c:pt>
                <c:pt idx="1554">
                  <c:v>0.25</c:v>
                </c:pt>
                <c:pt idx="1555">
                  <c:v>0.25</c:v>
                </c:pt>
                <c:pt idx="1556">
                  <c:v>0.25</c:v>
                </c:pt>
                <c:pt idx="1557">
                  <c:v>0.25</c:v>
                </c:pt>
                <c:pt idx="1558">
                  <c:v>0.25</c:v>
                </c:pt>
                <c:pt idx="1559">
                  <c:v>0.25</c:v>
                </c:pt>
                <c:pt idx="1560">
                  <c:v>0.25</c:v>
                </c:pt>
                <c:pt idx="1561">
                  <c:v>0.25</c:v>
                </c:pt>
                <c:pt idx="1562">
                  <c:v>0.25</c:v>
                </c:pt>
                <c:pt idx="1563">
                  <c:v>0.25</c:v>
                </c:pt>
                <c:pt idx="1564">
                  <c:v>0.25</c:v>
                </c:pt>
                <c:pt idx="1565">
                  <c:v>0.25</c:v>
                </c:pt>
                <c:pt idx="1566">
                  <c:v>0.25</c:v>
                </c:pt>
                <c:pt idx="1567">
                  <c:v>0.25</c:v>
                </c:pt>
                <c:pt idx="1568">
                  <c:v>0.25</c:v>
                </c:pt>
                <c:pt idx="1569">
                  <c:v>0.25</c:v>
                </c:pt>
                <c:pt idx="1570">
                  <c:v>0.25</c:v>
                </c:pt>
                <c:pt idx="1571">
                  <c:v>0.25</c:v>
                </c:pt>
                <c:pt idx="1572">
                  <c:v>0.25</c:v>
                </c:pt>
                <c:pt idx="1573">
                  <c:v>0.25</c:v>
                </c:pt>
                <c:pt idx="1574">
                  <c:v>0.25</c:v>
                </c:pt>
                <c:pt idx="1575">
                  <c:v>0.25</c:v>
                </c:pt>
                <c:pt idx="1576">
                  <c:v>0.25</c:v>
                </c:pt>
                <c:pt idx="1577">
                  <c:v>0.25</c:v>
                </c:pt>
                <c:pt idx="1578">
                  <c:v>0.25</c:v>
                </c:pt>
                <c:pt idx="1579">
                  <c:v>0.25</c:v>
                </c:pt>
                <c:pt idx="1580">
                  <c:v>0.25</c:v>
                </c:pt>
                <c:pt idx="1581">
                  <c:v>0.25</c:v>
                </c:pt>
                <c:pt idx="1582">
                  <c:v>0.25</c:v>
                </c:pt>
                <c:pt idx="1583">
                  <c:v>0.25</c:v>
                </c:pt>
                <c:pt idx="1584">
                  <c:v>0.25</c:v>
                </c:pt>
                <c:pt idx="1585">
                  <c:v>0.25</c:v>
                </c:pt>
                <c:pt idx="1586">
                  <c:v>0.25</c:v>
                </c:pt>
                <c:pt idx="1587">
                  <c:v>0.25</c:v>
                </c:pt>
                <c:pt idx="1588">
                  <c:v>0.25</c:v>
                </c:pt>
                <c:pt idx="1589">
                  <c:v>0.25</c:v>
                </c:pt>
                <c:pt idx="1590">
                  <c:v>0.25</c:v>
                </c:pt>
                <c:pt idx="1591">
                  <c:v>0.25</c:v>
                </c:pt>
                <c:pt idx="1592">
                  <c:v>0.25</c:v>
                </c:pt>
                <c:pt idx="1593">
                  <c:v>0.25</c:v>
                </c:pt>
                <c:pt idx="1594">
                  <c:v>0.25</c:v>
                </c:pt>
                <c:pt idx="1595">
                  <c:v>0.25</c:v>
                </c:pt>
                <c:pt idx="1596">
                  <c:v>0.25</c:v>
                </c:pt>
                <c:pt idx="1597">
                  <c:v>0.25</c:v>
                </c:pt>
                <c:pt idx="1598">
                  <c:v>0.25</c:v>
                </c:pt>
                <c:pt idx="1599">
                  <c:v>0.25</c:v>
                </c:pt>
                <c:pt idx="1600">
                  <c:v>0.25</c:v>
                </c:pt>
                <c:pt idx="1601">
                  <c:v>0.25</c:v>
                </c:pt>
                <c:pt idx="1602">
                  <c:v>0.25</c:v>
                </c:pt>
                <c:pt idx="1603">
                  <c:v>0.25</c:v>
                </c:pt>
                <c:pt idx="1604">
                  <c:v>0.25</c:v>
                </c:pt>
                <c:pt idx="1605">
                  <c:v>0.25</c:v>
                </c:pt>
                <c:pt idx="1606">
                  <c:v>0.25</c:v>
                </c:pt>
                <c:pt idx="1607">
                  <c:v>0.25</c:v>
                </c:pt>
                <c:pt idx="1608">
                  <c:v>0.25</c:v>
                </c:pt>
                <c:pt idx="1609">
                  <c:v>0.25</c:v>
                </c:pt>
                <c:pt idx="1610">
                  <c:v>0.25</c:v>
                </c:pt>
                <c:pt idx="1611">
                  <c:v>0.25</c:v>
                </c:pt>
                <c:pt idx="1612">
                  <c:v>0.25</c:v>
                </c:pt>
                <c:pt idx="1613">
                  <c:v>0.25</c:v>
                </c:pt>
                <c:pt idx="1614">
                  <c:v>0.25</c:v>
                </c:pt>
                <c:pt idx="1615">
                  <c:v>0.25</c:v>
                </c:pt>
                <c:pt idx="1616">
                  <c:v>0.25</c:v>
                </c:pt>
                <c:pt idx="1617">
                  <c:v>0.25</c:v>
                </c:pt>
                <c:pt idx="1618">
                  <c:v>0.25</c:v>
                </c:pt>
                <c:pt idx="1619">
                  <c:v>0.25</c:v>
                </c:pt>
                <c:pt idx="1620">
                  <c:v>0.25</c:v>
                </c:pt>
                <c:pt idx="1621">
                  <c:v>0.25</c:v>
                </c:pt>
                <c:pt idx="1622">
                  <c:v>0.25</c:v>
                </c:pt>
                <c:pt idx="1623">
                  <c:v>0.25</c:v>
                </c:pt>
                <c:pt idx="1624">
                  <c:v>0.25</c:v>
                </c:pt>
                <c:pt idx="1625">
                  <c:v>0.25</c:v>
                </c:pt>
                <c:pt idx="1626">
                  <c:v>0.25</c:v>
                </c:pt>
                <c:pt idx="1627">
                  <c:v>0.25</c:v>
                </c:pt>
                <c:pt idx="1628">
                  <c:v>0.25</c:v>
                </c:pt>
                <c:pt idx="1629">
                  <c:v>0.25</c:v>
                </c:pt>
                <c:pt idx="1630">
                  <c:v>0.25</c:v>
                </c:pt>
                <c:pt idx="1631">
                  <c:v>0.25</c:v>
                </c:pt>
                <c:pt idx="1632">
                  <c:v>0.25</c:v>
                </c:pt>
                <c:pt idx="1633">
                  <c:v>0.25</c:v>
                </c:pt>
                <c:pt idx="1634">
                  <c:v>0.25</c:v>
                </c:pt>
                <c:pt idx="1635">
                  <c:v>0.25</c:v>
                </c:pt>
                <c:pt idx="1636">
                  <c:v>0.25</c:v>
                </c:pt>
                <c:pt idx="1637">
                  <c:v>0.25</c:v>
                </c:pt>
                <c:pt idx="1638">
                  <c:v>0.25</c:v>
                </c:pt>
                <c:pt idx="1639">
                  <c:v>0.25</c:v>
                </c:pt>
                <c:pt idx="1640">
                  <c:v>0.25</c:v>
                </c:pt>
                <c:pt idx="1641">
                  <c:v>0.25</c:v>
                </c:pt>
                <c:pt idx="1642">
                  <c:v>0.25</c:v>
                </c:pt>
                <c:pt idx="1643">
                  <c:v>0.25</c:v>
                </c:pt>
                <c:pt idx="1644">
                  <c:v>0.25</c:v>
                </c:pt>
                <c:pt idx="1645">
                  <c:v>0.25</c:v>
                </c:pt>
                <c:pt idx="1646">
                  <c:v>0.25</c:v>
                </c:pt>
                <c:pt idx="1647">
                  <c:v>0.25</c:v>
                </c:pt>
                <c:pt idx="1648">
                  <c:v>0.25</c:v>
                </c:pt>
                <c:pt idx="1649">
                  <c:v>0.25</c:v>
                </c:pt>
                <c:pt idx="1650">
                  <c:v>0.25</c:v>
                </c:pt>
                <c:pt idx="1651">
                  <c:v>0.25</c:v>
                </c:pt>
                <c:pt idx="1652">
                  <c:v>0.25</c:v>
                </c:pt>
                <c:pt idx="1653">
                  <c:v>0.25</c:v>
                </c:pt>
                <c:pt idx="1654">
                  <c:v>0.25</c:v>
                </c:pt>
                <c:pt idx="1655">
                  <c:v>0.25</c:v>
                </c:pt>
                <c:pt idx="1656">
                  <c:v>0.25</c:v>
                </c:pt>
                <c:pt idx="1657">
                  <c:v>0.25</c:v>
                </c:pt>
                <c:pt idx="1658">
                  <c:v>0.25</c:v>
                </c:pt>
                <c:pt idx="1659">
                  <c:v>0.25</c:v>
                </c:pt>
                <c:pt idx="1660">
                  <c:v>0.25</c:v>
                </c:pt>
                <c:pt idx="1661">
                  <c:v>0.25</c:v>
                </c:pt>
                <c:pt idx="1662">
                  <c:v>0.25</c:v>
                </c:pt>
                <c:pt idx="1663">
                  <c:v>0.25</c:v>
                </c:pt>
                <c:pt idx="1664">
                  <c:v>0.25</c:v>
                </c:pt>
                <c:pt idx="1665">
                  <c:v>0.25</c:v>
                </c:pt>
                <c:pt idx="1666">
                  <c:v>0.25</c:v>
                </c:pt>
                <c:pt idx="1667">
                  <c:v>0.25</c:v>
                </c:pt>
                <c:pt idx="1668">
                  <c:v>0.25</c:v>
                </c:pt>
                <c:pt idx="1669">
                  <c:v>0.25</c:v>
                </c:pt>
                <c:pt idx="1670">
                  <c:v>0.25</c:v>
                </c:pt>
                <c:pt idx="1671">
                  <c:v>0.25</c:v>
                </c:pt>
                <c:pt idx="1672">
                  <c:v>0.25</c:v>
                </c:pt>
                <c:pt idx="1673">
                  <c:v>0.25</c:v>
                </c:pt>
                <c:pt idx="1674">
                  <c:v>0.25</c:v>
                </c:pt>
                <c:pt idx="1675">
                  <c:v>0.25</c:v>
                </c:pt>
                <c:pt idx="1676">
                  <c:v>0.25</c:v>
                </c:pt>
                <c:pt idx="1677">
                  <c:v>0.25</c:v>
                </c:pt>
                <c:pt idx="1678">
                  <c:v>0.25</c:v>
                </c:pt>
                <c:pt idx="1679">
                  <c:v>0.25</c:v>
                </c:pt>
                <c:pt idx="1680">
                  <c:v>0.25</c:v>
                </c:pt>
                <c:pt idx="1681">
                  <c:v>0.25</c:v>
                </c:pt>
                <c:pt idx="1682">
                  <c:v>0.25</c:v>
                </c:pt>
                <c:pt idx="1683">
                  <c:v>0.25</c:v>
                </c:pt>
                <c:pt idx="1684">
                  <c:v>0.25</c:v>
                </c:pt>
                <c:pt idx="1685">
                  <c:v>0.25</c:v>
                </c:pt>
                <c:pt idx="1686">
                  <c:v>0.25</c:v>
                </c:pt>
                <c:pt idx="1687">
                  <c:v>0.25</c:v>
                </c:pt>
                <c:pt idx="1688">
                  <c:v>0.25</c:v>
                </c:pt>
                <c:pt idx="1689">
                  <c:v>0.25</c:v>
                </c:pt>
                <c:pt idx="1690">
                  <c:v>0.25</c:v>
                </c:pt>
                <c:pt idx="1691">
                  <c:v>0.25</c:v>
                </c:pt>
                <c:pt idx="1692">
                  <c:v>0.25</c:v>
                </c:pt>
                <c:pt idx="1693">
                  <c:v>0.25</c:v>
                </c:pt>
                <c:pt idx="1694">
                  <c:v>0.25</c:v>
                </c:pt>
                <c:pt idx="1695">
                  <c:v>0.25</c:v>
                </c:pt>
                <c:pt idx="1696">
                  <c:v>0.25</c:v>
                </c:pt>
                <c:pt idx="1697">
                  <c:v>0.25</c:v>
                </c:pt>
                <c:pt idx="1698">
                  <c:v>0.25</c:v>
                </c:pt>
                <c:pt idx="1699">
                  <c:v>0.25</c:v>
                </c:pt>
                <c:pt idx="1700">
                  <c:v>0.25</c:v>
                </c:pt>
                <c:pt idx="1701">
                  <c:v>0.25</c:v>
                </c:pt>
                <c:pt idx="1702">
                  <c:v>0.25</c:v>
                </c:pt>
                <c:pt idx="1703">
                  <c:v>0.25</c:v>
                </c:pt>
                <c:pt idx="1704">
                  <c:v>0.25</c:v>
                </c:pt>
                <c:pt idx="1705">
                  <c:v>0.25</c:v>
                </c:pt>
                <c:pt idx="1706">
                  <c:v>0.25</c:v>
                </c:pt>
                <c:pt idx="1707">
                  <c:v>0.25</c:v>
                </c:pt>
                <c:pt idx="1708">
                  <c:v>0.25</c:v>
                </c:pt>
                <c:pt idx="1709">
                  <c:v>0.25</c:v>
                </c:pt>
                <c:pt idx="1710">
                  <c:v>0.25</c:v>
                </c:pt>
                <c:pt idx="1711">
                  <c:v>0.25</c:v>
                </c:pt>
                <c:pt idx="1712">
                  <c:v>0.25</c:v>
                </c:pt>
                <c:pt idx="1713">
                  <c:v>0.25</c:v>
                </c:pt>
                <c:pt idx="1714">
                  <c:v>0.25</c:v>
                </c:pt>
                <c:pt idx="1715">
                  <c:v>0.25</c:v>
                </c:pt>
                <c:pt idx="1716">
                  <c:v>0.25</c:v>
                </c:pt>
                <c:pt idx="1717">
                  <c:v>0.25</c:v>
                </c:pt>
                <c:pt idx="1718">
                  <c:v>0.25</c:v>
                </c:pt>
                <c:pt idx="1719">
                  <c:v>0.25</c:v>
                </c:pt>
                <c:pt idx="1720">
                  <c:v>0.25</c:v>
                </c:pt>
                <c:pt idx="1721">
                  <c:v>0.25</c:v>
                </c:pt>
                <c:pt idx="1722">
                  <c:v>0.25</c:v>
                </c:pt>
                <c:pt idx="1723">
                  <c:v>0.25</c:v>
                </c:pt>
                <c:pt idx="1724">
                  <c:v>0.25</c:v>
                </c:pt>
                <c:pt idx="1725">
                  <c:v>0.25</c:v>
                </c:pt>
                <c:pt idx="1726">
                  <c:v>0.25</c:v>
                </c:pt>
                <c:pt idx="1727">
                  <c:v>0.25</c:v>
                </c:pt>
                <c:pt idx="1728">
                  <c:v>0.25</c:v>
                </c:pt>
                <c:pt idx="1729">
                  <c:v>0.25</c:v>
                </c:pt>
                <c:pt idx="1730">
                  <c:v>0.25</c:v>
                </c:pt>
                <c:pt idx="1731">
                  <c:v>0.25</c:v>
                </c:pt>
                <c:pt idx="1732">
                  <c:v>0.25</c:v>
                </c:pt>
                <c:pt idx="1733">
                  <c:v>0.25</c:v>
                </c:pt>
                <c:pt idx="1734">
                  <c:v>0.25</c:v>
                </c:pt>
                <c:pt idx="1735">
                  <c:v>0.25</c:v>
                </c:pt>
                <c:pt idx="1736">
                  <c:v>0.25</c:v>
                </c:pt>
                <c:pt idx="1737">
                  <c:v>0.25</c:v>
                </c:pt>
                <c:pt idx="1738">
                  <c:v>0.25</c:v>
                </c:pt>
                <c:pt idx="1739">
                  <c:v>0.25</c:v>
                </c:pt>
                <c:pt idx="1740">
                  <c:v>0.25</c:v>
                </c:pt>
                <c:pt idx="1741">
                  <c:v>0.25</c:v>
                </c:pt>
                <c:pt idx="1742">
                  <c:v>0.25</c:v>
                </c:pt>
                <c:pt idx="1743">
                  <c:v>0.25</c:v>
                </c:pt>
                <c:pt idx="1744">
                  <c:v>0.25</c:v>
                </c:pt>
                <c:pt idx="1745">
                  <c:v>0.25</c:v>
                </c:pt>
                <c:pt idx="1746">
                  <c:v>0.25</c:v>
                </c:pt>
                <c:pt idx="1747">
                  <c:v>0.25</c:v>
                </c:pt>
                <c:pt idx="1748">
                  <c:v>0.25</c:v>
                </c:pt>
                <c:pt idx="1749">
                  <c:v>0.25</c:v>
                </c:pt>
                <c:pt idx="1750">
                  <c:v>0.25</c:v>
                </c:pt>
                <c:pt idx="1751">
                  <c:v>0.25</c:v>
                </c:pt>
                <c:pt idx="1752">
                  <c:v>0.25</c:v>
                </c:pt>
                <c:pt idx="1753">
                  <c:v>0.25</c:v>
                </c:pt>
                <c:pt idx="1754">
                  <c:v>0.25</c:v>
                </c:pt>
                <c:pt idx="1755">
                  <c:v>0.25</c:v>
                </c:pt>
                <c:pt idx="1756">
                  <c:v>0.25</c:v>
                </c:pt>
                <c:pt idx="1757">
                  <c:v>0.25</c:v>
                </c:pt>
                <c:pt idx="1758">
                  <c:v>0.25</c:v>
                </c:pt>
                <c:pt idx="1759">
                  <c:v>0.25</c:v>
                </c:pt>
                <c:pt idx="1760">
                  <c:v>0.25</c:v>
                </c:pt>
                <c:pt idx="1761">
                  <c:v>0.25</c:v>
                </c:pt>
                <c:pt idx="1762">
                  <c:v>0.25</c:v>
                </c:pt>
                <c:pt idx="1763">
                  <c:v>0.25</c:v>
                </c:pt>
                <c:pt idx="1764">
                  <c:v>0.25</c:v>
                </c:pt>
                <c:pt idx="1765">
                  <c:v>0.25</c:v>
                </c:pt>
                <c:pt idx="1766">
                  <c:v>0.25</c:v>
                </c:pt>
                <c:pt idx="1767">
                  <c:v>0.25</c:v>
                </c:pt>
                <c:pt idx="1768">
                  <c:v>0.25</c:v>
                </c:pt>
                <c:pt idx="1769">
                  <c:v>0.25</c:v>
                </c:pt>
                <c:pt idx="1770">
                  <c:v>0.25</c:v>
                </c:pt>
                <c:pt idx="1771">
                  <c:v>0.25</c:v>
                </c:pt>
                <c:pt idx="1772">
                  <c:v>0.25</c:v>
                </c:pt>
                <c:pt idx="1773">
                  <c:v>0.25</c:v>
                </c:pt>
                <c:pt idx="1774">
                  <c:v>0.25</c:v>
                </c:pt>
                <c:pt idx="1775">
                  <c:v>0.25</c:v>
                </c:pt>
                <c:pt idx="1776">
                  <c:v>0.25</c:v>
                </c:pt>
                <c:pt idx="1777">
                  <c:v>0.25</c:v>
                </c:pt>
                <c:pt idx="1778">
                  <c:v>0.25</c:v>
                </c:pt>
                <c:pt idx="1779">
                  <c:v>0.25</c:v>
                </c:pt>
                <c:pt idx="1780">
                  <c:v>0.25</c:v>
                </c:pt>
                <c:pt idx="1781">
                  <c:v>0.25</c:v>
                </c:pt>
                <c:pt idx="1782">
                  <c:v>0.25</c:v>
                </c:pt>
                <c:pt idx="1783">
                  <c:v>0.25</c:v>
                </c:pt>
                <c:pt idx="1784">
                  <c:v>0.25</c:v>
                </c:pt>
                <c:pt idx="1785">
                  <c:v>0.25</c:v>
                </c:pt>
                <c:pt idx="1786">
                  <c:v>0.25</c:v>
                </c:pt>
                <c:pt idx="1787">
                  <c:v>0.25</c:v>
                </c:pt>
                <c:pt idx="1788">
                  <c:v>0.25</c:v>
                </c:pt>
                <c:pt idx="1789">
                  <c:v>0.25</c:v>
                </c:pt>
                <c:pt idx="1790">
                  <c:v>0.25</c:v>
                </c:pt>
                <c:pt idx="1791">
                  <c:v>0.25</c:v>
                </c:pt>
                <c:pt idx="1792">
                  <c:v>0.25</c:v>
                </c:pt>
                <c:pt idx="1793">
                  <c:v>0.25</c:v>
                </c:pt>
                <c:pt idx="1794">
                  <c:v>0.25</c:v>
                </c:pt>
                <c:pt idx="1795">
                  <c:v>0.25</c:v>
                </c:pt>
                <c:pt idx="1796">
                  <c:v>0.25</c:v>
                </c:pt>
                <c:pt idx="1797">
                  <c:v>0.25</c:v>
                </c:pt>
                <c:pt idx="1798">
                  <c:v>0.25</c:v>
                </c:pt>
                <c:pt idx="1799">
                  <c:v>0.25</c:v>
                </c:pt>
                <c:pt idx="1800">
                  <c:v>0.25</c:v>
                </c:pt>
                <c:pt idx="1801">
                  <c:v>0.25</c:v>
                </c:pt>
                <c:pt idx="1802">
                  <c:v>0.25</c:v>
                </c:pt>
                <c:pt idx="1803">
                  <c:v>0.25</c:v>
                </c:pt>
                <c:pt idx="1804">
                  <c:v>0.25</c:v>
                </c:pt>
                <c:pt idx="1805">
                  <c:v>0.25</c:v>
                </c:pt>
                <c:pt idx="1806">
                  <c:v>0.25</c:v>
                </c:pt>
                <c:pt idx="1807">
                  <c:v>0.25</c:v>
                </c:pt>
                <c:pt idx="1808">
                  <c:v>0.25</c:v>
                </c:pt>
                <c:pt idx="1809">
                  <c:v>0.25</c:v>
                </c:pt>
                <c:pt idx="1810">
                  <c:v>0.25</c:v>
                </c:pt>
                <c:pt idx="1811">
                  <c:v>0.25</c:v>
                </c:pt>
                <c:pt idx="1812">
                  <c:v>0.25</c:v>
                </c:pt>
                <c:pt idx="1813">
                  <c:v>0.25</c:v>
                </c:pt>
                <c:pt idx="1814">
                  <c:v>0.25</c:v>
                </c:pt>
                <c:pt idx="1815">
                  <c:v>0.25</c:v>
                </c:pt>
                <c:pt idx="1816">
                  <c:v>0.25</c:v>
                </c:pt>
                <c:pt idx="1817">
                  <c:v>0.25</c:v>
                </c:pt>
                <c:pt idx="1818">
                  <c:v>0.25</c:v>
                </c:pt>
                <c:pt idx="1819">
                  <c:v>0.25</c:v>
                </c:pt>
                <c:pt idx="1820">
                  <c:v>0.25</c:v>
                </c:pt>
                <c:pt idx="1821">
                  <c:v>0.25</c:v>
                </c:pt>
                <c:pt idx="1822">
                  <c:v>0.25</c:v>
                </c:pt>
                <c:pt idx="1823">
                  <c:v>0.25</c:v>
                </c:pt>
                <c:pt idx="1824">
                  <c:v>0.25</c:v>
                </c:pt>
                <c:pt idx="1825">
                  <c:v>0.25</c:v>
                </c:pt>
                <c:pt idx="1826">
                  <c:v>0.25</c:v>
                </c:pt>
                <c:pt idx="1827">
                  <c:v>0.25</c:v>
                </c:pt>
                <c:pt idx="1828">
                  <c:v>0.25</c:v>
                </c:pt>
                <c:pt idx="1829">
                  <c:v>0.25</c:v>
                </c:pt>
                <c:pt idx="1830">
                  <c:v>0.25</c:v>
                </c:pt>
                <c:pt idx="1831">
                  <c:v>0.25</c:v>
                </c:pt>
                <c:pt idx="1832">
                  <c:v>0.25</c:v>
                </c:pt>
                <c:pt idx="1833">
                  <c:v>0.25</c:v>
                </c:pt>
                <c:pt idx="1834">
                  <c:v>0.25</c:v>
                </c:pt>
                <c:pt idx="1835">
                  <c:v>0.25</c:v>
                </c:pt>
                <c:pt idx="1836">
                  <c:v>0.25</c:v>
                </c:pt>
                <c:pt idx="1837">
                  <c:v>0.25</c:v>
                </c:pt>
                <c:pt idx="1838">
                  <c:v>0.25</c:v>
                </c:pt>
                <c:pt idx="1839">
                  <c:v>0.25</c:v>
                </c:pt>
                <c:pt idx="1840">
                  <c:v>0.25</c:v>
                </c:pt>
                <c:pt idx="1841">
                  <c:v>0.25</c:v>
                </c:pt>
                <c:pt idx="1842">
                  <c:v>0.25</c:v>
                </c:pt>
                <c:pt idx="1843">
                  <c:v>0.25</c:v>
                </c:pt>
                <c:pt idx="1844">
                  <c:v>0.25</c:v>
                </c:pt>
                <c:pt idx="1845">
                  <c:v>0.25</c:v>
                </c:pt>
                <c:pt idx="1846">
                  <c:v>0.25</c:v>
                </c:pt>
                <c:pt idx="1847">
                  <c:v>0.25</c:v>
                </c:pt>
                <c:pt idx="1848">
                  <c:v>0.25</c:v>
                </c:pt>
                <c:pt idx="1849">
                  <c:v>0.25</c:v>
                </c:pt>
                <c:pt idx="1850">
                  <c:v>0.25</c:v>
                </c:pt>
                <c:pt idx="1851">
                  <c:v>0.25</c:v>
                </c:pt>
                <c:pt idx="1852">
                  <c:v>0.25</c:v>
                </c:pt>
                <c:pt idx="1853">
                  <c:v>0.25</c:v>
                </c:pt>
                <c:pt idx="1854">
                  <c:v>0.25</c:v>
                </c:pt>
                <c:pt idx="1855">
                  <c:v>0.25</c:v>
                </c:pt>
                <c:pt idx="1856">
                  <c:v>0.25</c:v>
                </c:pt>
                <c:pt idx="1857">
                  <c:v>0.25</c:v>
                </c:pt>
                <c:pt idx="1858">
                  <c:v>0.25</c:v>
                </c:pt>
                <c:pt idx="1859">
                  <c:v>0.25</c:v>
                </c:pt>
                <c:pt idx="1860">
                  <c:v>0.25</c:v>
                </c:pt>
                <c:pt idx="1861">
                  <c:v>0.25</c:v>
                </c:pt>
                <c:pt idx="1862">
                  <c:v>0.25</c:v>
                </c:pt>
                <c:pt idx="1863">
                  <c:v>0.25</c:v>
                </c:pt>
                <c:pt idx="1864">
                  <c:v>0.25</c:v>
                </c:pt>
                <c:pt idx="1865">
                  <c:v>0.25</c:v>
                </c:pt>
                <c:pt idx="1866">
                  <c:v>0.25</c:v>
                </c:pt>
                <c:pt idx="1867">
                  <c:v>0.25</c:v>
                </c:pt>
                <c:pt idx="1868">
                  <c:v>0.25</c:v>
                </c:pt>
                <c:pt idx="1869">
                  <c:v>0.25</c:v>
                </c:pt>
                <c:pt idx="1870">
                  <c:v>0.25</c:v>
                </c:pt>
                <c:pt idx="1871">
                  <c:v>0.25</c:v>
                </c:pt>
                <c:pt idx="1872">
                  <c:v>0.25</c:v>
                </c:pt>
                <c:pt idx="1873">
                  <c:v>0.25</c:v>
                </c:pt>
                <c:pt idx="1874">
                  <c:v>0.25</c:v>
                </c:pt>
                <c:pt idx="1875">
                  <c:v>0.25</c:v>
                </c:pt>
                <c:pt idx="1876">
                  <c:v>0.25</c:v>
                </c:pt>
                <c:pt idx="1877">
                  <c:v>0.25</c:v>
                </c:pt>
                <c:pt idx="1878">
                  <c:v>0.25</c:v>
                </c:pt>
                <c:pt idx="1879">
                  <c:v>0.25</c:v>
                </c:pt>
                <c:pt idx="1880">
                  <c:v>0.25</c:v>
                </c:pt>
                <c:pt idx="1881">
                  <c:v>0.25</c:v>
                </c:pt>
                <c:pt idx="1882">
                  <c:v>0.25</c:v>
                </c:pt>
                <c:pt idx="1883">
                  <c:v>0.25</c:v>
                </c:pt>
                <c:pt idx="1884">
                  <c:v>0.25</c:v>
                </c:pt>
                <c:pt idx="1885">
                  <c:v>0.25</c:v>
                </c:pt>
                <c:pt idx="1886">
                  <c:v>0.25</c:v>
                </c:pt>
                <c:pt idx="1887">
                  <c:v>0.25</c:v>
                </c:pt>
                <c:pt idx="1888">
                  <c:v>0.25</c:v>
                </c:pt>
                <c:pt idx="1889">
                  <c:v>0.25</c:v>
                </c:pt>
                <c:pt idx="1890">
                  <c:v>0.25</c:v>
                </c:pt>
                <c:pt idx="1891">
                  <c:v>0.25</c:v>
                </c:pt>
                <c:pt idx="1892">
                  <c:v>0.25</c:v>
                </c:pt>
                <c:pt idx="1893">
                  <c:v>0.25</c:v>
                </c:pt>
                <c:pt idx="1894">
                  <c:v>0.25</c:v>
                </c:pt>
                <c:pt idx="1895">
                  <c:v>0.25</c:v>
                </c:pt>
                <c:pt idx="1896">
                  <c:v>0.25</c:v>
                </c:pt>
                <c:pt idx="1897">
                  <c:v>0.25</c:v>
                </c:pt>
                <c:pt idx="1898">
                  <c:v>0.25</c:v>
                </c:pt>
                <c:pt idx="1899">
                  <c:v>0.25</c:v>
                </c:pt>
                <c:pt idx="1900">
                  <c:v>0.25</c:v>
                </c:pt>
                <c:pt idx="1901">
                  <c:v>0.25</c:v>
                </c:pt>
                <c:pt idx="1902">
                  <c:v>0.25</c:v>
                </c:pt>
                <c:pt idx="1903">
                  <c:v>0.25</c:v>
                </c:pt>
                <c:pt idx="1904">
                  <c:v>0.25</c:v>
                </c:pt>
                <c:pt idx="1905">
                  <c:v>0.25</c:v>
                </c:pt>
                <c:pt idx="1906">
                  <c:v>0.25</c:v>
                </c:pt>
                <c:pt idx="1907">
                  <c:v>0.25</c:v>
                </c:pt>
                <c:pt idx="1908">
                  <c:v>0.25</c:v>
                </c:pt>
                <c:pt idx="1909">
                  <c:v>0.25</c:v>
                </c:pt>
                <c:pt idx="1910">
                  <c:v>0.25</c:v>
                </c:pt>
                <c:pt idx="1911">
                  <c:v>0.25</c:v>
                </c:pt>
                <c:pt idx="1912">
                  <c:v>0.25</c:v>
                </c:pt>
                <c:pt idx="1913">
                  <c:v>0.25</c:v>
                </c:pt>
                <c:pt idx="1914">
                  <c:v>0.25</c:v>
                </c:pt>
                <c:pt idx="1915">
                  <c:v>0.25</c:v>
                </c:pt>
                <c:pt idx="1916">
                  <c:v>0.25</c:v>
                </c:pt>
                <c:pt idx="1917">
                  <c:v>0.25</c:v>
                </c:pt>
                <c:pt idx="1918">
                  <c:v>0.25</c:v>
                </c:pt>
                <c:pt idx="1919">
                  <c:v>0.25</c:v>
                </c:pt>
                <c:pt idx="1920">
                  <c:v>0.25</c:v>
                </c:pt>
                <c:pt idx="1921">
                  <c:v>0.25</c:v>
                </c:pt>
                <c:pt idx="1922">
                  <c:v>0.25</c:v>
                </c:pt>
                <c:pt idx="1923">
                  <c:v>0.25</c:v>
                </c:pt>
                <c:pt idx="1924">
                  <c:v>0.25</c:v>
                </c:pt>
                <c:pt idx="1925">
                  <c:v>0.25</c:v>
                </c:pt>
                <c:pt idx="1926">
                  <c:v>0.25</c:v>
                </c:pt>
                <c:pt idx="1927">
                  <c:v>0.25</c:v>
                </c:pt>
                <c:pt idx="1928">
                  <c:v>0.25</c:v>
                </c:pt>
                <c:pt idx="1929">
                  <c:v>0.25</c:v>
                </c:pt>
                <c:pt idx="1930">
                  <c:v>0.25</c:v>
                </c:pt>
                <c:pt idx="1931">
                  <c:v>0.25</c:v>
                </c:pt>
                <c:pt idx="1932">
                  <c:v>0.25</c:v>
                </c:pt>
                <c:pt idx="1933">
                  <c:v>0.25</c:v>
                </c:pt>
                <c:pt idx="1934">
                  <c:v>0.25</c:v>
                </c:pt>
                <c:pt idx="1935">
                  <c:v>0.25</c:v>
                </c:pt>
                <c:pt idx="1936">
                  <c:v>0.25</c:v>
                </c:pt>
                <c:pt idx="1937">
                  <c:v>0.25</c:v>
                </c:pt>
                <c:pt idx="1938">
                  <c:v>0.25</c:v>
                </c:pt>
                <c:pt idx="1939">
                  <c:v>0.25</c:v>
                </c:pt>
                <c:pt idx="1940">
                  <c:v>0.25</c:v>
                </c:pt>
                <c:pt idx="1941">
                  <c:v>0.25</c:v>
                </c:pt>
                <c:pt idx="1942">
                  <c:v>0.25</c:v>
                </c:pt>
                <c:pt idx="1943">
                  <c:v>0.25</c:v>
                </c:pt>
                <c:pt idx="1944">
                  <c:v>0.25</c:v>
                </c:pt>
                <c:pt idx="1945">
                  <c:v>0.25</c:v>
                </c:pt>
                <c:pt idx="1946">
                  <c:v>0.25</c:v>
                </c:pt>
                <c:pt idx="1947">
                  <c:v>0.25</c:v>
                </c:pt>
                <c:pt idx="1948">
                  <c:v>0.25</c:v>
                </c:pt>
                <c:pt idx="1949">
                  <c:v>0.25</c:v>
                </c:pt>
                <c:pt idx="1950">
                  <c:v>0.25</c:v>
                </c:pt>
                <c:pt idx="1951">
                  <c:v>0.25</c:v>
                </c:pt>
                <c:pt idx="1952">
                  <c:v>0.25</c:v>
                </c:pt>
                <c:pt idx="1953">
                  <c:v>0.25</c:v>
                </c:pt>
                <c:pt idx="1954">
                  <c:v>0.25</c:v>
                </c:pt>
                <c:pt idx="1955">
                  <c:v>0.25</c:v>
                </c:pt>
                <c:pt idx="1956">
                  <c:v>0.25</c:v>
                </c:pt>
                <c:pt idx="1957">
                  <c:v>0.25</c:v>
                </c:pt>
                <c:pt idx="1958">
                  <c:v>0.25</c:v>
                </c:pt>
                <c:pt idx="1959">
                  <c:v>0.25</c:v>
                </c:pt>
                <c:pt idx="1960">
                  <c:v>0.25</c:v>
                </c:pt>
                <c:pt idx="1961">
                  <c:v>0.25</c:v>
                </c:pt>
                <c:pt idx="1962">
                  <c:v>0.25</c:v>
                </c:pt>
                <c:pt idx="1963">
                  <c:v>0.25</c:v>
                </c:pt>
                <c:pt idx="1964">
                  <c:v>0.25</c:v>
                </c:pt>
                <c:pt idx="1965">
                  <c:v>0.25</c:v>
                </c:pt>
                <c:pt idx="1966">
                  <c:v>0.25</c:v>
                </c:pt>
                <c:pt idx="1967">
                  <c:v>0.25</c:v>
                </c:pt>
                <c:pt idx="1968">
                  <c:v>0.25</c:v>
                </c:pt>
                <c:pt idx="1969">
                  <c:v>0.25</c:v>
                </c:pt>
                <c:pt idx="1970">
                  <c:v>0.25</c:v>
                </c:pt>
                <c:pt idx="1971">
                  <c:v>0.25</c:v>
                </c:pt>
                <c:pt idx="1972">
                  <c:v>0.25</c:v>
                </c:pt>
                <c:pt idx="1973">
                  <c:v>0.25</c:v>
                </c:pt>
                <c:pt idx="1974">
                  <c:v>0.25</c:v>
                </c:pt>
                <c:pt idx="1975">
                  <c:v>0.25</c:v>
                </c:pt>
                <c:pt idx="1976">
                  <c:v>0.25</c:v>
                </c:pt>
                <c:pt idx="1977">
                  <c:v>0.25</c:v>
                </c:pt>
                <c:pt idx="1978">
                  <c:v>0.25</c:v>
                </c:pt>
                <c:pt idx="1979">
                  <c:v>0.25</c:v>
                </c:pt>
                <c:pt idx="1980">
                  <c:v>0.25</c:v>
                </c:pt>
                <c:pt idx="1981">
                  <c:v>0.25</c:v>
                </c:pt>
                <c:pt idx="1982">
                  <c:v>0.25</c:v>
                </c:pt>
                <c:pt idx="1983">
                  <c:v>0.25</c:v>
                </c:pt>
                <c:pt idx="1984">
                  <c:v>0.25</c:v>
                </c:pt>
                <c:pt idx="1985">
                  <c:v>0.25</c:v>
                </c:pt>
                <c:pt idx="1986">
                  <c:v>0.25</c:v>
                </c:pt>
                <c:pt idx="1987">
                  <c:v>0.25</c:v>
                </c:pt>
                <c:pt idx="1988">
                  <c:v>0.25</c:v>
                </c:pt>
                <c:pt idx="1989">
                  <c:v>0.25</c:v>
                </c:pt>
                <c:pt idx="1990">
                  <c:v>0.25</c:v>
                </c:pt>
                <c:pt idx="1991">
                  <c:v>0.25</c:v>
                </c:pt>
                <c:pt idx="1992">
                  <c:v>0.25</c:v>
                </c:pt>
                <c:pt idx="1993">
                  <c:v>0.25</c:v>
                </c:pt>
                <c:pt idx="1994">
                  <c:v>0.25</c:v>
                </c:pt>
                <c:pt idx="1995">
                  <c:v>0.25</c:v>
                </c:pt>
                <c:pt idx="1996">
                  <c:v>0.25</c:v>
                </c:pt>
                <c:pt idx="1997">
                  <c:v>0.25</c:v>
                </c:pt>
                <c:pt idx="1998">
                  <c:v>0.25</c:v>
                </c:pt>
                <c:pt idx="1999">
                  <c:v>0.25</c:v>
                </c:pt>
                <c:pt idx="2000">
                  <c:v>0.25</c:v>
                </c:pt>
                <c:pt idx="2001">
                  <c:v>0.25</c:v>
                </c:pt>
                <c:pt idx="2002">
                  <c:v>0.25</c:v>
                </c:pt>
                <c:pt idx="2003">
                  <c:v>0.25</c:v>
                </c:pt>
                <c:pt idx="2004">
                  <c:v>0.25</c:v>
                </c:pt>
                <c:pt idx="2005">
                  <c:v>0.25</c:v>
                </c:pt>
                <c:pt idx="2006">
                  <c:v>0.25</c:v>
                </c:pt>
                <c:pt idx="2007">
                  <c:v>0.25</c:v>
                </c:pt>
                <c:pt idx="2008">
                  <c:v>0.25</c:v>
                </c:pt>
                <c:pt idx="2009">
                  <c:v>0.25</c:v>
                </c:pt>
                <c:pt idx="2010">
                  <c:v>0.25</c:v>
                </c:pt>
                <c:pt idx="2011">
                  <c:v>0.25</c:v>
                </c:pt>
                <c:pt idx="2012">
                  <c:v>0.25</c:v>
                </c:pt>
                <c:pt idx="2013">
                  <c:v>0.25</c:v>
                </c:pt>
                <c:pt idx="2014">
                  <c:v>0.25</c:v>
                </c:pt>
                <c:pt idx="2015">
                  <c:v>0.25</c:v>
                </c:pt>
                <c:pt idx="2016">
                  <c:v>0.25</c:v>
                </c:pt>
                <c:pt idx="2017">
                  <c:v>0.25</c:v>
                </c:pt>
                <c:pt idx="2018">
                  <c:v>0.25</c:v>
                </c:pt>
                <c:pt idx="2019">
                  <c:v>0.25</c:v>
                </c:pt>
                <c:pt idx="2020">
                  <c:v>0.25</c:v>
                </c:pt>
                <c:pt idx="2021">
                  <c:v>0.25</c:v>
                </c:pt>
                <c:pt idx="2022">
                  <c:v>0.25</c:v>
                </c:pt>
                <c:pt idx="2023">
                  <c:v>0.25</c:v>
                </c:pt>
                <c:pt idx="2024">
                  <c:v>0.25</c:v>
                </c:pt>
                <c:pt idx="2025">
                  <c:v>0.25</c:v>
                </c:pt>
                <c:pt idx="2026">
                  <c:v>0.25</c:v>
                </c:pt>
                <c:pt idx="2027">
                  <c:v>0.25</c:v>
                </c:pt>
                <c:pt idx="2028">
                  <c:v>0.25</c:v>
                </c:pt>
                <c:pt idx="2029">
                  <c:v>0.25</c:v>
                </c:pt>
                <c:pt idx="2030">
                  <c:v>0.25</c:v>
                </c:pt>
                <c:pt idx="2031">
                  <c:v>0.25</c:v>
                </c:pt>
                <c:pt idx="2032">
                  <c:v>0.25</c:v>
                </c:pt>
                <c:pt idx="2033">
                  <c:v>0.25</c:v>
                </c:pt>
                <c:pt idx="2034">
                  <c:v>0.25</c:v>
                </c:pt>
                <c:pt idx="2035">
                  <c:v>0.25</c:v>
                </c:pt>
                <c:pt idx="2036">
                  <c:v>0.25</c:v>
                </c:pt>
                <c:pt idx="2037">
                  <c:v>0.25</c:v>
                </c:pt>
                <c:pt idx="2038">
                  <c:v>0.25</c:v>
                </c:pt>
                <c:pt idx="2039">
                  <c:v>0.25</c:v>
                </c:pt>
                <c:pt idx="2040">
                  <c:v>0.25</c:v>
                </c:pt>
                <c:pt idx="2041">
                  <c:v>0.25</c:v>
                </c:pt>
                <c:pt idx="2042">
                  <c:v>0.25</c:v>
                </c:pt>
                <c:pt idx="2043">
                  <c:v>0.25</c:v>
                </c:pt>
                <c:pt idx="2044">
                  <c:v>0.25</c:v>
                </c:pt>
                <c:pt idx="2045">
                  <c:v>0.25</c:v>
                </c:pt>
                <c:pt idx="2046">
                  <c:v>0.25</c:v>
                </c:pt>
                <c:pt idx="2047">
                  <c:v>0.25</c:v>
                </c:pt>
                <c:pt idx="2048">
                  <c:v>0.25</c:v>
                </c:pt>
                <c:pt idx="2049">
                  <c:v>0.25</c:v>
                </c:pt>
                <c:pt idx="2050">
                  <c:v>0.25</c:v>
                </c:pt>
                <c:pt idx="2051">
                  <c:v>0.25</c:v>
                </c:pt>
                <c:pt idx="2052">
                  <c:v>0.25</c:v>
                </c:pt>
                <c:pt idx="2053">
                  <c:v>0.25</c:v>
                </c:pt>
                <c:pt idx="2054">
                  <c:v>0.25</c:v>
                </c:pt>
                <c:pt idx="2055">
                  <c:v>0.25</c:v>
                </c:pt>
                <c:pt idx="2056">
                  <c:v>0.25</c:v>
                </c:pt>
                <c:pt idx="2057">
                  <c:v>0.25</c:v>
                </c:pt>
                <c:pt idx="2058">
                  <c:v>0.25</c:v>
                </c:pt>
                <c:pt idx="2059">
                  <c:v>0.25</c:v>
                </c:pt>
                <c:pt idx="2060">
                  <c:v>0.25</c:v>
                </c:pt>
                <c:pt idx="2061">
                  <c:v>0.25</c:v>
                </c:pt>
                <c:pt idx="2062">
                  <c:v>0.25</c:v>
                </c:pt>
                <c:pt idx="2063">
                  <c:v>0.25</c:v>
                </c:pt>
                <c:pt idx="2064">
                  <c:v>0.25</c:v>
                </c:pt>
                <c:pt idx="2065">
                  <c:v>0.25</c:v>
                </c:pt>
                <c:pt idx="2066">
                  <c:v>0.25</c:v>
                </c:pt>
                <c:pt idx="2067">
                  <c:v>0.25</c:v>
                </c:pt>
                <c:pt idx="2068">
                  <c:v>0.25</c:v>
                </c:pt>
                <c:pt idx="2069">
                  <c:v>0.25</c:v>
                </c:pt>
                <c:pt idx="2070">
                  <c:v>0.25</c:v>
                </c:pt>
                <c:pt idx="2071">
                  <c:v>0.25</c:v>
                </c:pt>
                <c:pt idx="2072">
                  <c:v>0.25</c:v>
                </c:pt>
                <c:pt idx="2073">
                  <c:v>0.25</c:v>
                </c:pt>
                <c:pt idx="2074">
                  <c:v>0.25</c:v>
                </c:pt>
                <c:pt idx="2075">
                  <c:v>0.25</c:v>
                </c:pt>
                <c:pt idx="2076">
                  <c:v>0.25</c:v>
                </c:pt>
                <c:pt idx="2077">
                  <c:v>0.25</c:v>
                </c:pt>
                <c:pt idx="2078">
                  <c:v>0.25</c:v>
                </c:pt>
                <c:pt idx="2079">
                  <c:v>0.25</c:v>
                </c:pt>
                <c:pt idx="2080">
                  <c:v>0.25</c:v>
                </c:pt>
                <c:pt idx="2081">
                  <c:v>0.25</c:v>
                </c:pt>
                <c:pt idx="2082">
                  <c:v>0.25</c:v>
                </c:pt>
                <c:pt idx="2083">
                  <c:v>0.25</c:v>
                </c:pt>
                <c:pt idx="2084">
                  <c:v>0.25</c:v>
                </c:pt>
                <c:pt idx="2085">
                  <c:v>0.25</c:v>
                </c:pt>
                <c:pt idx="2086">
                  <c:v>0.25</c:v>
                </c:pt>
                <c:pt idx="2087">
                  <c:v>0.25</c:v>
                </c:pt>
                <c:pt idx="2088">
                  <c:v>0.25</c:v>
                </c:pt>
                <c:pt idx="2089">
                  <c:v>0.25</c:v>
                </c:pt>
                <c:pt idx="2090">
                  <c:v>0.25</c:v>
                </c:pt>
                <c:pt idx="2091">
                  <c:v>0.25</c:v>
                </c:pt>
                <c:pt idx="2092">
                  <c:v>0.25</c:v>
                </c:pt>
                <c:pt idx="2093">
                  <c:v>0.25</c:v>
                </c:pt>
                <c:pt idx="2094">
                  <c:v>0.25</c:v>
                </c:pt>
                <c:pt idx="2095">
                  <c:v>0.25</c:v>
                </c:pt>
                <c:pt idx="2096">
                  <c:v>0.25</c:v>
                </c:pt>
                <c:pt idx="2097">
                  <c:v>0.25</c:v>
                </c:pt>
                <c:pt idx="2098">
                  <c:v>0.25</c:v>
                </c:pt>
                <c:pt idx="2099">
                  <c:v>0.25</c:v>
                </c:pt>
                <c:pt idx="2100">
                  <c:v>0.25</c:v>
                </c:pt>
                <c:pt idx="2101">
                  <c:v>0.25</c:v>
                </c:pt>
                <c:pt idx="2102">
                  <c:v>0.25</c:v>
                </c:pt>
                <c:pt idx="2103">
                  <c:v>0.25</c:v>
                </c:pt>
                <c:pt idx="2104">
                  <c:v>0.25</c:v>
                </c:pt>
                <c:pt idx="2105">
                  <c:v>0.25</c:v>
                </c:pt>
                <c:pt idx="2106">
                  <c:v>0.25</c:v>
                </c:pt>
                <c:pt idx="2107">
                  <c:v>0.25</c:v>
                </c:pt>
                <c:pt idx="2108">
                  <c:v>0.25</c:v>
                </c:pt>
                <c:pt idx="2109">
                  <c:v>0.25</c:v>
                </c:pt>
                <c:pt idx="2110">
                  <c:v>0.25</c:v>
                </c:pt>
                <c:pt idx="2111">
                  <c:v>0.25</c:v>
                </c:pt>
                <c:pt idx="2112">
                  <c:v>0.25</c:v>
                </c:pt>
                <c:pt idx="2113">
                  <c:v>0.25</c:v>
                </c:pt>
                <c:pt idx="2114">
                  <c:v>0.25</c:v>
                </c:pt>
                <c:pt idx="2115">
                  <c:v>0.25</c:v>
                </c:pt>
                <c:pt idx="2116">
                  <c:v>0.25</c:v>
                </c:pt>
                <c:pt idx="2117">
                  <c:v>0.25</c:v>
                </c:pt>
                <c:pt idx="2118">
                  <c:v>0.25</c:v>
                </c:pt>
                <c:pt idx="2119">
                  <c:v>0.25</c:v>
                </c:pt>
                <c:pt idx="2120">
                  <c:v>0.25</c:v>
                </c:pt>
                <c:pt idx="2121">
                  <c:v>0.25</c:v>
                </c:pt>
                <c:pt idx="2122">
                  <c:v>0.25</c:v>
                </c:pt>
                <c:pt idx="2123">
                  <c:v>0.25</c:v>
                </c:pt>
                <c:pt idx="2124">
                  <c:v>0.25</c:v>
                </c:pt>
                <c:pt idx="2125">
                  <c:v>0.25</c:v>
                </c:pt>
                <c:pt idx="2126">
                  <c:v>0.25</c:v>
                </c:pt>
                <c:pt idx="2127">
                  <c:v>0.25</c:v>
                </c:pt>
                <c:pt idx="2128">
                  <c:v>0.25</c:v>
                </c:pt>
                <c:pt idx="2129">
                  <c:v>0.25</c:v>
                </c:pt>
                <c:pt idx="2130">
                  <c:v>0.25</c:v>
                </c:pt>
                <c:pt idx="2131">
                  <c:v>0.25</c:v>
                </c:pt>
                <c:pt idx="2132">
                  <c:v>0.25</c:v>
                </c:pt>
                <c:pt idx="2133">
                  <c:v>0.25</c:v>
                </c:pt>
                <c:pt idx="2134">
                  <c:v>0.25</c:v>
                </c:pt>
                <c:pt idx="2135">
                  <c:v>0.25</c:v>
                </c:pt>
                <c:pt idx="2136">
                  <c:v>0.25</c:v>
                </c:pt>
                <c:pt idx="2137">
                  <c:v>0.25</c:v>
                </c:pt>
                <c:pt idx="2138">
                  <c:v>0.25</c:v>
                </c:pt>
                <c:pt idx="2139">
                  <c:v>0.25</c:v>
                </c:pt>
                <c:pt idx="2140">
                  <c:v>0.25</c:v>
                </c:pt>
                <c:pt idx="2141">
                  <c:v>0.25</c:v>
                </c:pt>
                <c:pt idx="2142">
                  <c:v>0.25</c:v>
                </c:pt>
                <c:pt idx="2143">
                  <c:v>0.25</c:v>
                </c:pt>
                <c:pt idx="2144">
                  <c:v>0.25</c:v>
                </c:pt>
                <c:pt idx="2145">
                  <c:v>0.25</c:v>
                </c:pt>
                <c:pt idx="2146">
                  <c:v>0.25</c:v>
                </c:pt>
                <c:pt idx="2147">
                  <c:v>0.25</c:v>
                </c:pt>
                <c:pt idx="2148">
                  <c:v>0.25</c:v>
                </c:pt>
                <c:pt idx="2149">
                  <c:v>0.25</c:v>
                </c:pt>
                <c:pt idx="2150">
                  <c:v>0.25</c:v>
                </c:pt>
                <c:pt idx="2151">
                  <c:v>0.25</c:v>
                </c:pt>
                <c:pt idx="2152">
                  <c:v>0.25</c:v>
                </c:pt>
                <c:pt idx="2153">
                  <c:v>0.25</c:v>
                </c:pt>
                <c:pt idx="2154">
                  <c:v>0.25</c:v>
                </c:pt>
                <c:pt idx="2155">
                  <c:v>0.25</c:v>
                </c:pt>
                <c:pt idx="2156">
                  <c:v>0.25</c:v>
                </c:pt>
                <c:pt idx="2157">
                  <c:v>0.25</c:v>
                </c:pt>
                <c:pt idx="2158">
                  <c:v>0.25</c:v>
                </c:pt>
                <c:pt idx="2159">
                  <c:v>0.25</c:v>
                </c:pt>
                <c:pt idx="2160">
                  <c:v>0.25</c:v>
                </c:pt>
                <c:pt idx="2161">
                  <c:v>0.25</c:v>
                </c:pt>
                <c:pt idx="2162">
                  <c:v>0.25</c:v>
                </c:pt>
                <c:pt idx="2163">
                  <c:v>0.25</c:v>
                </c:pt>
                <c:pt idx="2164">
                  <c:v>0.25</c:v>
                </c:pt>
                <c:pt idx="2165">
                  <c:v>0.25</c:v>
                </c:pt>
                <c:pt idx="2166">
                  <c:v>0.25</c:v>
                </c:pt>
                <c:pt idx="2167">
                  <c:v>0.25</c:v>
                </c:pt>
                <c:pt idx="2168">
                  <c:v>0.25</c:v>
                </c:pt>
                <c:pt idx="2169">
                  <c:v>0.25</c:v>
                </c:pt>
                <c:pt idx="2170">
                  <c:v>0.25</c:v>
                </c:pt>
                <c:pt idx="2171">
                  <c:v>0.25</c:v>
                </c:pt>
                <c:pt idx="2172">
                  <c:v>0.25</c:v>
                </c:pt>
                <c:pt idx="2173">
                  <c:v>0.25</c:v>
                </c:pt>
                <c:pt idx="2174">
                  <c:v>0.25</c:v>
                </c:pt>
                <c:pt idx="2175">
                  <c:v>0.25</c:v>
                </c:pt>
                <c:pt idx="2176">
                  <c:v>0.25</c:v>
                </c:pt>
                <c:pt idx="2177">
                  <c:v>0.25</c:v>
                </c:pt>
                <c:pt idx="2178">
                  <c:v>0.25</c:v>
                </c:pt>
                <c:pt idx="2179">
                  <c:v>0.25</c:v>
                </c:pt>
                <c:pt idx="2180">
                  <c:v>0.25</c:v>
                </c:pt>
                <c:pt idx="2181">
                  <c:v>0.25</c:v>
                </c:pt>
                <c:pt idx="2182">
                  <c:v>0.25</c:v>
                </c:pt>
                <c:pt idx="2183">
                  <c:v>0.25</c:v>
                </c:pt>
                <c:pt idx="2184">
                  <c:v>0.25</c:v>
                </c:pt>
                <c:pt idx="2185">
                  <c:v>0.25</c:v>
                </c:pt>
                <c:pt idx="2186">
                  <c:v>0.25</c:v>
                </c:pt>
                <c:pt idx="2187">
                  <c:v>0.25</c:v>
                </c:pt>
                <c:pt idx="2188">
                  <c:v>0.25</c:v>
                </c:pt>
                <c:pt idx="2189">
                  <c:v>0.25</c:v>
                </c:pt>
                <c:pt idx="2190">
                  <c:v>0.25</c:v>
                </c:pt>
                <c:pt idx="2191">
                  <c:v>0.25</c:v>
                </c:pt>
                <c:pt idx="2192">
                  <c:v>0.25</c:v>
                </c:pt>
                <c:pt idx="2193">
                  <c:v>0.25</c:v>
                </c:pt>
                <c:pt idx="2194">
                  <c:v>0.25</c:v>
                </c:pt>
                <c:pt idx="2195">
                  <c:v>0.25</c:v>
                </c:pt>
                <c:pt idx="2196">
                  <c:v>0.25</c:v>
                </c:pt>
                <c:pt idx="2197">
                  <c:v>0.25</c:v>
                </c:pt>
                <c:pt idx="2198">
                  <c:v>0.25</c:v>
                </c:pt>
                <c:pt idx="2199">
                  <c:v>0.25</c:v>
                </c:pt>
                <c:pt idx="2200">
                  <c:v>0.25</c:v>
                </c:pt>
                <c:pt idx="2201">
                  <c:v>0.25</c:v>
                </c:pt>
                <c:pt idx="2202">
                  <c:v>0.25</c:v>
                </c:pt>
                <c:pt idx="2203">
                  <c:v>0.25</c:v>
                </c:pt>
                <c:pt idx="2204">
                  <c:v>0.25</c:v>
                </c:pt>
                <c:pt idx="2205">
                  <c:v>0.25</c:v>
                </c:pt>
                <c:pt idx="2206">
                  <c:v>0.25</c:v>
                </c:pt>
                <c:pt idx="2207">
                  <c:v>0.25</c:v>
                </c:pt>
                <c:pt idx="2208">
                  <c:v>0.25</c:v>
                </c:pt>
                <c:pt idx="2209">
                  <c:v>0.25</c:v>
                </c:pt>
                <c:pt idx="2210">
                  <c:v>0.25</c:v>
                </c:pt>
                <c:pt idx="2211">
                  <c:v>0.25</c:v>
                </c:pt>
                <c:pt idx="2212">
                  <c:v>0.25</c:v>
                </c:pt>
                <c:pt idx="2213">
                  <c:v>0.25</c:v>
                </c:pt>
                <c:pt idx="2214">
                  <c:v>0.25</c:v>
                </c:pt>
                <c:pt idx="2215">
                  <c:v>0.25</c:v>
                </c:pt>
                <c:pt idx="2216">
                  <c:v>0.25</c:v>
                </c:pt>
                <c:pt idx="2217">
                  <c:v>0.25</c:v>
                </c:pt>
                <c:pt idx="2218">
                  <c:v>0.25</c:v>
                </c:pt>
                <c:pt idx="2219">
                  <c:v>0.25</c:v>
                </c:pt>
                <c:pt idx="2220">
                  <c:v>0.25</c:v>
                </c:pt>
                <c:pt idx="2221">
                  <c:v>0.25</c:v>
                </c:pt>
                <c:pt idx="2222">
                  <c:v>0.25</c:v>
                </c:pt>
                <c:pt idx="2223">
                  <c:v>0.25</c:v>
                </c:pt>
                <c:pt idx="2224">
                  <c:v>0.25</c:v>
                </c:pt>
                <c:pt idx="2225">
                  <c:v>0.25</c:v>
                </c:pt>
                <c:pt idx="2226">
                  <c:v>0.25</c:v>
                </c:pt>
                <c:pt idx="2227">
                  <c:v>0.25</c:v>
                </c:pt>
                <c:pt idx="2228">
                  <c:v>0.25</c:v>
                </c:pt>
                <c:pt idx="2229">
                  <c:v>0.25</c:v>
                </c:pt>
                <c:pt idx="2230">
                  <c:v>0.25</c:v>
                </c:pt>
                <c:pt idx="2231">
                  <c:v>0.25</c:v>
                </c:pt>
                <c:pt idx="2232">
                  <c:v>0.25</c:v>
                </c:pt>
                <c:pt idx="2233">
                  <c:v>0.25</c:v>
                </c:pt>
                <c:pt idx="2234">
                  <c:v>0.25</c:v>
                </c:pt>
                <c:pt idx="2235">
                  <c:v>0.25</c:v>
                </c:pt>
                <c:pt idx="2236">
                  <c:v>0.25</c:v>
                </c:pt>
                <c:pt idx="2237">
                  <c:v>0.25</c:v>
                </c:pt>
                <c:pt idx="2238">
                  <c:v>0.25</c:v>
                </c:pt>
                <c:pt idx="2239">
                  <c:v>0.25</c:v>
                </c:pt>
                <c:pt idx="2240">
                  <c:v>0.25</c:v>
                </c:pt>
                <c:pt idx="2241">
                  <c:v>0.25</c:v>
                </c:pt>
                <c:pt idx="2242">
                  <c:v>0.25</c:v>
                </c:pt>
                <c:pt idx="2243">
                  <c:v>0.25</c:v>
                </c:pt>
                <c:pt idx="2244">
                  <c:v>0.25</c:v>
                </c:pt>
                <c:pt idx="2245">
                  <c:v>0.25</c:v>
                </c:pt>
                <c:pt idx="2246">
                  <c:v>0.25</c:v>
                </c:pt>
                <c:pt idx="2247">
                  <c:v>0.25</c:v>
                </c:pt>
                <c:pt idx="2248">
                  <c:v>0.25</c:v>
                </c:pt>
                <c:pt idx="2249">
                  <c:v>0.25</c:v>
                </c:pt>
                <c:pt idx="2250">
                  <c:v>0.25</c:v>
                </c:pt>
                <c:pt idx="2251">
                  <c:v>0.25</c:v>
                </c:pt>
                <c:pt idx="2252">
                  <c:v>0.25</c:v>
                </c:pt>
                <c:pt idx="2253">
                  <c:v>0.25</c:v>
                </c:pt>
                <c:pt idx="2254">
                  <c:v>0.25</c:v>
                </c:pt>
                <c:pt idx="2255">
                  <c:v>0.25</c:v>
                </c:pt>
                <c:pt idx="2256">
                  <c:v>0.25</c:v>
                </c:pt>
                <c:pt idx="2257">
                  <c:v>0.25</c:v>
                </c:pt>
                <c:pt idx="2258">
                  <c:v>0.25</c:v>
                </c:pt>
                <c:pt idx="2259">
                  <c:v>0.25</c:v>
                </c:pt>
                <c:pt idx="2260">
                  <c:v>0.25</c:v>
                </c:pt>
                <c:pt idx="2261">
                  <c:v>0.25</c:v>
                </c:pt>
                <c:pt idx="2262">
                  <c:v>0.25</c:v>
                </c:pt>
                <c:pt idx="2263">
                  <c:v>0.25</c:v>
                </c:pt>
                <c:pt idx="2264">
                  <c:v>0.25</c:v>
                </c:pt>
                <c:pt idx="2265">
                  <c:v>0.25</c:v>
                </c:pt>
                <c:pt idx="2266">
                  <c:v>0.25</c:v>
                </c:pt>
                <c:pt idx="2267">
                  <c:v>0.25</c:v>
                </c:pt>
                <c:pt idx="2268">
                  <c:v>0.25</c:v>
                </c:pt>
                <c:pt idx="2269">
                  <c:v>0.25</c:v>
                </c:pt>
                <c:pt idx="2270">
                  <c:v>0.25</c:v>
                </c:pt>
                <c:pt idx="2271">
                  <c:v>0.25</c:v>
                </c:pt>
                <c:pt idx="2272">
                  <c:v>0.25</c:v>
                </c:pt>
                <c:pt idx="2273">
                  <c:v>0.25</c:v>
                </c:pt>
                <c:pt idx="2274">
                  <c:v>0.25</c:v>
                </c:pt>
                <c:pt idx="2275">
                  <c:v>0.25</c:v>
                </c:pt>
                <c:pt idx="2276">
                  <c:v>0.25</c:v>
                </c:pt>
                <c:pt idx="2277">
                  <c:v>0.25</c:v>
                </c:pt>
                <c:pt idx="2278">
                  <c:v>0.25</c:v>
                </c:pt>
                <c:pt idx="2279">
                  <c:v>0.25</c:v>
                </c:pt>
                <c:pt idx="2280">
                  <c:v>0.25</c:v>
                </c:pt>
                <c:pt idx="2281">
                  <c:v>0.25</c:v>
                </c:pt>
                <c:pt idx="2282">
                  <c:v>0.25</c:v>
                </c:pt>
                <c:pt idx="2283">
                  <c:v>0.25</c:v>
                </c:pt>
                <c:pt idx="2284">
                  <c:v>0.25</c:v>
                </c:pt>
                <c:pt idx="2285">
                  <c:v>0.25</c:v>
                </c:pt>
                <c:pt idx="2286">
                  <c:v>0.25</c:v>
                </c:pt>
                <c:pt idx="2287">
                  <c:v>0.25</c:v>
                </c:pt>
                <c:pt idx="2288">
                  <c:v>0.25</c:v>
                </c:pt>
                <c:pt idx="2289">
                  <c:v>0.25</c:v>
                </c:pt>
                <c:pt idx="2290">
                  <c:v>0.25</c:v>
                </c:pt>
                <c:pt idx="2291">
                  <c:v>0.25</c:v>
                </c:pt>
                <c:pt idx="2292">
                  <c:v>0.25</c:v>
                </c:pt>
                <c:pt idx="2293">
                  <c:v>0.25</c:v>
                </c:pt>
                <c:pt idx="2294">
                  <c:v>0.25</c:v>
                </c:pt>
                <c:pt idx="2295">
                  <c:v>0.25</c:v>
                </c:pt>
                <c:pt idx="2296">
                  <c:v>0.25</c:v>
                </c:pt>
                <c:pt idx="2297">
                  <c:v>0.25</c:v>
                </c:pt>
                <c:pt idx="2298">
                  <c:v>0.25</c:v>
                </c:pt>
                <c:pt idx="2299">
                  <c:v>0.25</c:v>
                </c:pt>
                <c:pt idx="2300">
                  <c:v>0.25</c:v>
                </c:pt>
                <c:pt idx="2301">
                  <c:v>0.25</c:v>
                </c:pt>
                <c:pt idx="2302">
                  <c:v>0.25</c:v>
                </c:pt>
                <c:pt idx="2303">
                  <c:v>0.25</c:v>
                </c:pt>
                <c:pt idx="2304">
                  <c:v>0.25</c:v>
                </c:pt>
                <c:pt idx="2305">
                  <c:v>0.25</c:v>
                </c:pt>
                <c:pt idx="2306">
                  <c:v>0.25</c:v>
                </c:pt>
                <c:pt idx="2307">
                  <c:v>0.25</c:v>
                </c:pt>
                <c:pt idx="2308">
                  <c:v>0.25</c:v>
                </c:pt>
                <c:pt idx="2309">
                  <c:v>0.25</c:v>
                </c:pt>
                <c:pt idx="2310">
                  <c:v>0.25</c:v>
                </c:pt>
                <c:pt idx="2311">
                  <c:v>0.25</c:v>
                </c:pt>
                <c:pt idx="2312">
                  <c:v>0.25</c:v>
                </c:pt>
                <c:pt idx="2313">
                  <c:v>0.25</c:v>
                </c:pt>
                <c:pt idx="2314">
                  <c:v>0.25</c:v>
                </c:pt>
                <c:pt idx="2315">
                  <c:v>0.25</c:v>
                </c:pt>
                <c:pt idx="2316">
                  <c:v>0.25</c:v>
                </c:pt>
                <c:pt idx="2317">
                  <c:v>0.25</c:v>
                </c:pt>
                <c:pt idx="2318">
                  <c:v>0.25</c:v>
                </c:pt>
                <c:pt idx="2319">
                  <c:v>0.25</c:v>
                </c:pt>
                <c:pt idx="2320">
                  <c:v>0.25</c:v>
                </c:pt>
                <c:pt idx="2321">
                  <c:v>0.25</c:v>
                </c:pt>
                <c:pt idx="2322">
                  <c:v>0.25</c:v>
                </c:pt>
                <c:pt idx="2323">
                  <c:v>0.25</c:v>
                </c:pt>
                <c:pt idx="2324">
                  <c:v>0.25</c:v>
                </c:pt>
                <c:pt idx="2325">
                  <c:v>0.25</c:v>
                </c:pt>
                <c:pt idx="2326">
                  <c:v>0.25</c:v>
                </c:pt>
                <c:pt idx="2327">
                  <c:v>0.25</c:v>
                </c:pt>
                <c:pt idx="2328">
                  <c:v>0.25</c:v>
                </c:pt>
                <c:pt idx="2329">
                  <c:v>0.25</c:v>
                </c:pt>
                <c:pt idx="2330">
                  <c:v>0.25</c:v>
                </c:pt>
                <c:pt idx="2331">
                  <c:v>0.25</c:v>
                </c:pt>
                <c:pt idx="2332">
                  <c:v>0.25</c:v>
                </c:pt>
                <c:pt idx="2333">
                  <c:v>0.25</c:v>
                </c:pt>
                <c:pt idx="2334">
                  <c:v>0.25</c:v>
                </c:pt>
                <c:pt idx="2335">
                  <c:v>0.25</c:v>
                </c:pt>
                <c:pt idx="2336">
                  <c:v>0.25</c:v>
                </c:pt>
                <c:pt idx="2337">
                  <c:v>0.25</c:v>
                </c:pt>
                <c:pt idx="2338">
                  <c:v>0.25</c:v>
                </c:pt>
                <c:pt idx="2339">
                  <c:v>0.25</c:v>
                </c:pt>
                <c:pt idx="2340">
                  <c:v>0.25</c:v>
                </c:pt>
                <c:pt idx="2341">
                  <c:v>0.25</c:v>
                </c:pt>
                <c:pt idx="2342">
                  <c:v>0.25</c:v>
                </c:pt>
                <c:pt idx="2343">
                  <c:v>0.25</c:v>
                </c:pt>
                <c:pt idx="2344">
                  <c:v>0.25</c:v>
                </c:pt>
                <c:pt idx="2345">
                  <c:v>0.25</c:v>
                </c:pt>
                <c:pt idx="2346">
                  <c:v>0.25</c:v>
                </c:pt>
                <c:pt idx="2347">
                  <c:v>0.25</c:v>
                </c:pt>
                <c:pt idx="2348">
                  <c:v>0.25</c:v>
                </c:pt>
                <c:pt idx="2349">
                  <c:v>0.25</c:v>
                </c:pt>
                <c:pt idx="2350">
                  <c:v>0.25</c:v>
                </c:pt>
                <c:pt idx="2351">
                  <c:v>0.25</c:v>
                </c:pt>
                <c:pt idx="2352">
                  <c:v>0.25</c:v>
                </c:pt>
                <c:pt idx="2353">
                  <c:v>0.25</c:v>
                </c:pt>
                <c:pt idx="2354">
                  <c:v>0.25</c:v>
                </c:pt>
                <c:pt idx="2355">
                  <c:v>0.25</c:v>
                </c:pt>
                <c:pt idx="2356">
                  <c:v>0.25</c:v>
                </c:pt>
                <c:pt idx="2357">
                  <c:v>0.25</c:v>
                </c:pt>
                <c:pt idx="2358">
                  <c:v>0.25</c:v>
                </c:pt>
                <c:pt idx="2359">
                  <c:v>0.25</c:v>
                </c:pt>
                <c:pt idx="2360">
                  <c:v>0.25</c:v>
                </c:pt>
                <c:pt idx="2361">
                  <c:v>0.25</c:v>
                </c:pt>
                <c:pt idx="2362">
                  <c:v>0.25</c:v>
                </c:pt>
                <c:pt idx="2363">
                  <c:v>0.25</c:v>
                </c:pt>
                <c:pt idx="2364">
                  <c:v>0.25</c:v>
                </c:pt>
                <c:pt idx="2365">
                  <c:v>0.25</c:v>
                </c:pt>
                <c:pt idx="2366">
                  <c:v>0.25</c:v>
                </c:pt>
                <c:pt idx="2367">
                  <c:v>0.25</c:v>
                </c:pt>
                <c:pt idx="2368">
                  <c:v>0.25</c:v>
                </c:pt>
                <c:pt idx="2369">
                  <c:v>0.25</c:v>
                </c:pt>
                <c:pt idx="2370">
                  <c:v>0.25</c:v>
                </c:pt>
                <c:pt idx="2371">
                  <c:v>0.25</c:v>
                </c:pt>
                <c:pt idx="2372">
                  <c:v>0.25</c:v>
                </c:pt>
                <c:pt idx="2373">
                  <c:v>0.25</c:v>
                </c:pt>
                <c:pt idx="2374">
                  <c:v>0.25</c:v>
                </c:pt>
                <c:pt idx="2375">
                  <c:v>0.25</c:v>
                </c:pt>
                <c:pt idx="2376">
                  <c:v>0.25</c:v>
                </c:pt>
                <c:pt idx="2377">
                  <c:v>0.25</c:v>
                </c:pt>
                <c:pt idx="2378">
                  <c:v>0.25</c:v>
                </c:pt>
                <c:pt idx="2379">
                  <c:v>0.25</c:v>
                </c:pt>
                <c:pt idx="2380">
                  <c:v>0.25</c:v>
                </c:pt>
                <c:pt idx="2381">
                  <c:v>0.25</c:v>
                </c:pt>
                <c:pt idx="2382">
                  <c:v>0.25</c:v>
                </c:pt>
                <c:pt idx="2383">
                  <c:v>0.25</c:v>
                </c:pt>
                <c:pt idx="2384">
                  <c:v>0.25</c:v>
                </c:pt>
                <c:pt idx="2385">
                  <c:v>0.25</c:v>
                </c:pt>
                <c:pt idx="2386">
                  <c:v>0.25</c:v>
                </c:pt>
                <c:pt idx="2387">
                  <c:v>0.25</c:v>
                </c:pt>
                <c:pt idx="2388">
                  <c:v>0.25</c:v>
                </c:pt>
                <c:pt idx="2389">
                  <c:v>0.25</c:v>
                </c:pt>
                <c:pt idx="2390">
                  <c:v>0.25</c:v>
                </c:pt>
                <c:pt idx="2391">
                  <c:v>0.25</c:v>
                </c:pt>
                <c:pt idx="2392">
                  <c:v>0.25</c:v>
                </c:pt>
                <c:pt idx="2393">
                  <c:v>0.25</c:v>
                </c:pt>
                <c:pt idx="2394">
                  <c:v>0.25</c:v>
                </c:pt>
                <c:pt idx="2395">
                  <c:v>0.25</c:v>
                </c:pt>
                <c:pt idx="2396">
                  <c:v>0.25</c:v>
                </c:pt>
                <c:pt idx="2397">
                  <c:v>0.25</c:v>
                </c:pt>
                <c:pt idx="2398">
                  <c:v>0.25</c:v>
                </c:pt>
                <c:pt idx="2399">
                  <c:v>0.25</c:v>
                </c:pt>
                <c:pt idx="2400">
                  <c:v>0.25</c:v>
                </c:pt>
                <c:pt idx="2401">
                  <c:v>0.25</c:v>
                </c:pt>
                <c:pt idx="2402">
                  <c:v>0.25</c:v>
                </c:pt>
                <c:pt idx="2403">
                  <c:v>0.25</c:v>
                </c:pt>
                <c:pt idx="2404">
                  <c:v>0.25</c:v>
                </c:pt>
                <c:pt idx="2405">
                  <c:v>0.25</c:v>
                </c:pt>
                <c:pt idx="2406">
                  <c:v>0.25</c:v>
                </c:pt>
                <c:pt idx="2407">
                  <c:v>0.25</c:v>
                </c:pt>
                <c:pt idx="2408">
                  <c:v>0.25</c:v>
                </c:pt>
                <c:pt idx="2409">
                  <c:v>0.25</c:v>
                </c:pt>
                <c:pt idx="2410">
                  <c:v>0.25</c:v>
                </c:pt>
                <c:pt idx="2411">
                  <c:v>0.25</c:v>
                </c:pt>
                <c:pt idx="2412">
                  <c:v>0.25</c:v>
                </c:pt>
                <c:pt idx="2413">
                  <c:v>0.25</c:v>
                </c:pt>
                <c:pt idx="2414">
                  <c:v>0.25</c:v>
                </c:pt>
                <c:pt idx="2415">
                  <c:v>0.25</c:v>
                </c:pt>
                <c:pt idx="2416">
                  <c:v>0.25</c:v>
                </c:pt>
                <c:pt idx="2417">
                  <c:v>0.25</c:v>
                </c:pt>
                <c:pt idx="2418">
                  <c:v>0.25</c:v>
                </c:pt>
                <c:pt idx="2419">
                  <c:v>0.25</c:v>
                </c:pt>
                <c:pt idx="2420">
                  <c:v>0.25</c:v>
                </c:pt>
                <c:pt idx="2421">
                  <c:v>0.25</c:v>
                </c:pt>
                <c:pt idx="2422">
                  <c:v>0.25</c:v>
                </c:pt>
                <c:pt idx="2423">
                  <c:v>0.25</c:v>
                </c:pt>
                <c:pt idx="2424">
                  <c:v>0.25</c:v>
                </c:pt>
                <c:pt idx="2425">
                  <c:v>0.25</c:v>
                </c:pt>
                <c:pt idx="2426">
                  <c:v>0.25</c:v>
                </c:pt>
                <c:pt idx="2427">
                  <c:v>0.25</c:v>
                </c:pt>
                <c:pt idx="2428">
                  <c:v>0.25</c:v>
                </c:pt>
                <c:pt idx="2429">
                  <c:v>0.25</c:v>
                </c:pt>
                <c:pt idx="2430">
                  <c:v>0.25</c:v>
                </c:pt>
                <c:pt idx="2431">
                  <c:v>0.25</c:v>
                </c:pt>
                <c:pt idx="2432">
                  <c:v>0.25</c:v>
                </c:pt>
                <c:pt idx="2433">
                  <c:v>0.25</c:v>
                </c:pt>
                <c:pt idx="2434">
                  <c:v>0.25</c:v>
                </c:pt>
                <c:pt idx="2435">
                  <c:v>0.25</c:v>
                </c:pt>
                <c:pt idx="2436">
                  <c:v>0.25</c:v>
                </c:pt>
                <c:pt idx="2437">
                  <c:v>0.25</c:v>
                </c:pt>
                <c:pt idx="2438">
                  <c:v>0.25</c:v>
                </c:pt>
                <c:pt idx="2439">
                  <c:v>0.25</c:v>
                </c:pt>
                <c:pt idx="2440">
                  <c:v>0.25</c:v>
                </c:pt>
                <c:pt idx="2441">
                  <c:v>0.25</c:v>
                </c:pt>
                <c:pt idx="2442">
                  <c:v>0.25</c:v>
                </c:pt>
                <c:pt idx="2443">
                  <c:v>0.25</c:v>
                </c:pt>
                <c:pt idx="2444">
                  <c:v>0.25</c:v>
                </c:pt>
                <c:pt idx="2445">
                  <c:v>0.25</c:v>
                </c:pt>
                <c:pt idx="2446">
                  <c:v>0.25</c:v>
                </c:pt>
                <c:pt idx="2447">
                  <c:v>0.25</c:v>
                </c:pt>
                <c:pt idx="2448">
                  <c:v>0.25</c:v>
                </c:pt>
                <c:pt idx="2449">
                  <c:v>0.25</c:v>
                </c:pt>
                <c:pt idx="2450">
                  <c:v>0.25</c:v>
                </c:pt>
                <c:pt idx="2451">
                  <c:v>0.25</c:v>
                </c:pt>
                <c:pt idx="2452">
                  <c:v>0.25</c:v>
                </c:pt>
                <c:pt idx="2453">
                  <c:v>0.25</c:v>
                </c:pt>
                <c:pt idx="2454">
                  <c:v>0.25</c:v>
                </c:pt>
                <c:pt idx="2455">
                  <c:v>0.25</c:v>
                </c:pt>
                <c:pt idx="2456">
                  <c:v>0.25</c:v>
                </c:pt>
                <c:pt idx="2457">
                  <c:v>0.25</c:v>
                </c:pt>
                <c:pt idx="2458">
                  <c:v>0.25</c:v>
                </c:pt>
                <c:pt idx="2459">
                  <c:v>0.25</c:v>
                </c:pt>
                <c:pt idx="2460">
                  <c:v>0.25</c:v>
                </c:pt>
                <c:pt idx="2461">
                  <c:v>0.25</c:v>
                </c:pt>
                <c:pt idx="2462">
                  <c:v>0.25</c:v>
                </c:pt>
                <c:pt idx="2463">
                  <c:v>0.25</c:v>
                </c:pt>
                <c:pt idx="2464">
                  <c:v>0.25</c:v>
                </c:pt>
                <c:pt idx="2465">
                  <c:v>0.25</c:v>
                </c:pt>
                <c:pt idx="2466">
                  <c:v>0.25</c:v>
                </c:pt>
                <c:pt idx="2467">
                  <c:v>0.25</c:v>
                </c:pt>
                <c:pt idx="2468">
                  <c:v>0.25</c:v>
                </c:pt>
                <c:pt idx="2469">
                  <c:v>0.25</c:v>
                </c:pt>
                <c:pt idx="2470">
                  <c:v>0.25</c:v>
                </c:pt>
                <c:pt idx="2471">
                  <c:v>0.25</c:v>
                </c:pt>
                <c:pt idx="2472">
                  <c:v>0.25</c:v>
                </c:pt>
                <c:pt idx="2473">
                  <c:v>0.25</c:v>
                </c:pt>
                <c:pt idx="2474">
                  <c:v>0.25</c:v>
                </c:pt>
                <c:pt idx="2475">
                  <c:v>0.25</c:v>
                </c:pt>
                <c:pt idx="2476">
                  <c:v>0.25</c:v>
                </c:pt>
                <c:pt idx="2477">
                  <c:v>0.25</c:v>
                </c:pt>
                <c:pt idx="2478">
                  <c:v>0.25</c:v>
                </c:pt>
                <c:pt idx="2479">
                  <c:v>0.25</c:v>
                </c:pt>
                <c:pt idx="2480">
                  <c:v>0.25</c:v>
                </c:pt>
                <c:pt idx="2481">
                  <c:v>0.25</c:v>
                </c:pt>
                <c:pt idx="2482">
                  <c:v>0.25</c:v>
                </c:pt>
                <c:pt idx="2483">
                  <c:v>0.25</c:v>
                </c:pt>
                <c:pt idx="2484">
                  <c:v>0.25</c:v>
                </c:pt>
                <c:pt idx="2485">
                  <c:v>0.25</c:v>
                </c:pt>
                <c:pt idx="2486">
                  <c:v>0.25</c:v>
                </c:pt>
                <c:pt idx="2487">
                  <c:v>0.25</c:v>
                </c:pt>
                <c:pt idx="2488">
                  <c:v>0.25</c:v>
                </c:pt>
                <c:pt idx="2489">
                  <c:v>0.25</c:v>
                </c:pt>
                <c:pt idx="2490">
                  <c:v>0.25</c:v>
                </c:pt>
                <c:pt idx="2491">
                  <c:v>0.25</c:v>
                </c:pt>
                <c:pt idx="2492">
                  <c:v>0.25</c:v>
                </c:pt>
                <c:pt idx="2493">
                  <c:v>0.25</c:v>
                </c:pt>
                <c:pt idx="2494">
                  <c:v>0.25</c:v>
                </c:pt>
                <c:pt idx="2495">
                  <c:v>0.25</c:v>
                </c:pt>
                <c:pt idx="2496">
                  <c:v>0.25</c:v>
                </c:pt>
                <c:pt idx="2497">
                  <c:v>0.25</c:v>
                </c:pt>
                <c:pt idx="2498">
                  <c:v>0.25</c:v>
                </c:pt>
                <c:pt idx="2499">
                  <c:v>0.25</c:v>
                </c:pt>
                <c:pt idx="2500">
                  <c:v>0.25</c:v>
                </c:pt>
                <c:pt idx="2501">
                  <c:v>0.25</c:v>
                </c:pt>
                <c:pt idx="2502">
                  <c:v>0.25</c:v>
                </c:pt>
                <c:pt idx="2503">
                  <c:v>0.25</c:v>
                </c:pt>
                <c:pt idx="2504">
                  <c:v>0.25</c:v>
                </c:pt>
                <c:pt idx="2505">
                  <c:v>0.25</c:v>
                </c:pt>
                <c:pt idx="2506">
                  <c:v>0.25</c:v>
                </c:pt>
                <c:pt idx="2507">
                  <c:v>0.25</c:v>
                </c:pt>
                <c:pt idx="2508">
                  <c:v>0.25</c:v>
                </c:pt>
                <c:pt idx="2509">
                  <c:v>0.25</c:v>
                </c:pt>
                <c:pt idx="2510">
                  <c:v>0.25</c:v>
                </c:pt>
                <c:pt idx="2511">
                  <c:v>0.25</c:v>
                </c:pt>
                <c:pt idx="2512">
                  <c:v>0.25</c:v>
                </c:pt>
                <c:pt idx="2513">
                  <c:v>0.25</c:v>
                </c:pt>
                <c:pt idx="2514">
                  <c:v>0.25</c:v>
                </c:pt>
                <c:pt idx="2515">
                  <c:v>0.25</c:v>
                </c:pt>
                <c:pt idx="2516">
                  <c:v>0.25</c:v>
                </c:pt>
                <c:pt idx="2517">
                  <c:v>0.25</c:v>
                </c:pt>
                <c:pt idx="2518">
                  <c:v>0.25</c:v>
                </c:pt>
                <c:pt idx="2519">
                  <c:v>0.25</c:v>
                </c:pt>
                <c:pt idx="2520">
                  <c:v>0.25</c:v>
                </c:pt>
                <c:pt idx="2521">
                  <c:v>0.25</c:v>
                </c:pt>
                <c:pt idx="2522">
                  <c:v>0.25</c:v>
                </c:pt>
                <c:pt idx="2523">
                  <c:v>0.25</c:v>
                </c:pt>
                <c:pt idx="2524">
                  <c:v>0.25</c:v>
                </c:pt>
                <c:pt idx="2525">
                  <c:v>0.25</c:v>
                </c:pt>
                <c:pt idx="2526">
                  <c:v>0.25</c:v>
                </c:pt>
                <c:pt idx="2527">
                  <c:v>0.25</c:v>
                </c:pt>
                <c:pt idx="2528">
                  <c:v>0.25</c:v>
                </c:pt>
                <c:pt idx="2529">
                  <c:v>0.25</c:v>
                </c:pt>
                <c:pt idx="2530">
                  <c:v>0.25</c:v>
                </c:pt>
                <c:pt idx="2531">
                  <c:v>0.25</c:v>
                </c:pt>
                <c:pt idx="2532">
                  <c:v>0.25</c:v>
                </c:pt>
                <c:pt idx="2533">
                  <c:v>0.25</c:v>
                </c:pt>
                <c:pt idx="2534">
                  <c:v>0.25</c:v>
                </c:pt>
                <c:pt idx="2535">
                  <c:v>0.25</c:v>
                </c:pt>
                <c:pt idx="2536">
                  <c:v>0.25</c:v>
                </c:pt>
                <c:pt idx="2537">
                  <c:v>0.25</c:v>
                </c:pt>
                <c:pt idx="2538">
                  <c:v>0.25</c:v>
                </c:pt>
                <c:pt idx="2539">
                  <c:v>0.25</c:v>
                </c:pt>
                <c:pt idx="2540">
                  <c:v>0.25</c:v>
                </c:pt>
                <c:pt idx="2541">
                  <c:v>0.25</c:v>
                </c:pt>
                <c:pt idx="2542">
                  <c:v>0.25</c:v>
                </c:pt>
                <c:pt idx="2543">
                  <c:v>0.25</c:v>
                </c:pt>
                <c:pt idx="2544">
                  <c:v>0.25</c:v>
                </c:pt>
                <c:pt idx="2545">
                  <c:v>0.25</c:v>
                </c:pt>
                <c:pt idx="2546">
                  <c:v>0.25</c:v>
                </c:pt>
                <c:pt idx="2547">
                  <c:v>0.25</c:v>
                </c:pt>
                <c:pt idx="2548">
                  <c:v>0.25</c:v>
                </c:pt>
                <c:pt idx="2549">
                  <c:v>0.25</c:v>
                </c:pt>
                <c:pt idx="2550">
                  <c:v>0.25</c:v>
                </c:pt>
                <c:pt idx="2551">
                  <c:v>0.25</c:v>
                </c:pt>
                <c:pt idx="2552">
                  <c:v>0.25</c:v>
                </c:pt>
                <c:pt idx="2553">
                  <c:v>0.25</c:v>
                </c:pt>
                <c:pt idx="2554">
                  <c:v>0.25</c:v>
                </c:pt>
                <c:pt idx="2555">
                  <c:v>0.25</c:v>
                </c:pt>
                <c:pt idx="2556">
                  <c:v>0.25</c:v>
                </c:pt>
                <c:pt idx="2557">
                  <c:v>0.25</c:v>
                </c:pt>
                <c:pt idx="2558">
                  <c:v>0.25</c:v>
                </c:pt>
                <c:pt idx="2559">
                  <c:v>0.25</c:v>
                </c:pt>
                <c:pt idx="2560">
                  <c:v>0.25</c:v>
                </c:pt>
                <c:pt idx="2561">
                  <c:v>0.25</c:v>
                </c:pt>
                <c:pt idx="2562">
                  <c:v>0.25</c:v>
                </c:pt>
                <c:pt idx="2563">
                  <c:v>0.25</c:v>
                </c:pt>
                <c:pt idx="2564">
                  <c:v>0.25</c:v>
                </c:pt>
                <c:pt idx="2565">
                  <c:v>0.25</c:v>
                </c:pt>
                <c:pt idx="2566">
                  <c:v>0.25</c:v>
                </c:pt>
                <c:pt idx="2567">
                  <c:v>0.25</c:v>
                </c:pt>
                <c:pt idx="2568">
                  <c:v>0.25</c:v>
                </c:pt>
                <c:pt idx="2569">
                  <c:v>0.25</c:v>
                </c:pt>
                <c:pt idx="2570">
                  <c:v>0.25</c:v>
                </c:pt>
                <c:pt idx="2571">
                  <c:v>0.25</c:v>
                </c:pt>
                <c:pt idx="2572">
                  <c:v>0.25</c:v>
                </c:pt>
                <c:pt idx="2573">
                  <c:v>0.25</c:v>
                </c:pt>
                <c:pt idx="2574">
                  <c:v>0.25</c:v>
                </c:pt>
                <c:pt idx="2575">
                  <c:v>0.25</c:v>
                </c:pt>
                <c:pt idx="2576">
                  <c:v>0.25</c:v>
                </c:pt>
                <c:pt idx="2577">
                  <c:v>0.25</c:v>
                </c:pt>
                <c:pt idx="2578">
                  <c:v>0.25</c:v>
                </c:pt>
                <c:pt idx="2579">
                  <c:v>0.25</c:v>
                </c:pt>
                <c:pt idx="2580">
                  <c:v>0.25</c:v>
                </c:pt>
                <c:pt idx="2581">
                  <c:v>0.25</c:v>
                </c:pt>
                <c:pt idx="2582">
                  <c:v>0.25</c:v>
                </c:pt>
                <c:pt idx="2583">
                  <c:v>0.25</c:v>
                </c:pt>
                <c:pt idx="2584">
                  <c:v>0.25</c:v>
                </c:pt>
                <c:pt idx="2585">
                  <c:v>0.25</c:v>
                </c:pt>
                <c:pt idx="2586">
                  <c:v>0.25</c:v>
                </c:pt>
                <c:pt idx="2587">
                  <c:v>0.25</c:v>
                </c:pt>
                <c:pt idx="2588">
                  <c:v>0.25</c:v>
                </c:pt>
                <c:pt idx="2589">
                  <c:v>0.25</c:v>
                </c:pt>
                <c:pt idx="2590">
                  <c:v>0.25</c:v>
                </c:pt>
                <c:pt idx="2591">
                  <c:v>0.25</c:v>
                </c:pt>
                <c:pt idx="2592">
                  <c:v>0.25</c:v>
                </c:pt>
                <c:pt idx="2593">
                  <c:v>0.25</c:v>
                </c:pt>
                <c:pt idx="2594">
                  <c:v>0.25</c:v>
                </c:pt>
                <c:pt idx="2595">
                  <c:v>0.25</c:v>
                </c:pt>
                <c:pt idx="2596">
                  <c:v>0.25</c:v>
                </c:pt>
                <c:pt idx="2597">
                  <c:v>0.5</c:v>
                </c:pt>
                <c:pt idx="2598">
                  <c:v>0.5</c:v>
                </c:pt>
                <c:pt idx="2599">
                  <c:v>0.5</c:v>
                </c:pt>
                <c:pt idx="2600">
                  <c:v>0.5</c:v>
                </c:pt>
                <c:pt idx="2601">
                  <c:v>0.5</c:v>
                </c:pt>
                <c:pt idx="2602">
                  <c:v>0.5</c:v>
                </c:pt>
                <c:pt idx="2603">
                  <c:v>0.5</c:v>
                </c:pt>
                <c:pt idx="2604">
                  <c:v>0.5</c:v>
                </c:pt>
                <c:pt idx="2605">
                  <c:v>0.5</c:v>
                </c:pt>
                <c:pt idx="2606">
                  <c:v>0.5</c:v>
                </c:pt>
                <c:pt idx="2607">
                  <c:v>0.5</c:v>
                </c:pt>
                <c:pt idx="2608">
                  <c:v>0.5</c:v>
                </c:pt>
                <c:pt idx="2609">
                  <c:v>0.5</c:v>
                </c:pt>
                <c:pt idx="2610">
                  <c:v>0.5</c:v>
                </c:pt>
                <c:pt idx="2611">
                  <c:v>0.5</c:v>
                </c:pt>
                <c:pt idx="2612">
                  <c:v>0.5</c:v>
                </c:pt>
                <c:pt idx="2613">
                  <c:v>0.5</c:v>
                </c:pt>
                <c:pt idx="2614">
                  <c:v>0.5</c:v>
                </c:pt>
                <c:pt idx="2615">
                  <c:v>0.5</c:v>
                </c:pt>
                <c:pt idx="2616">
                  <c:v>0.5</c:v>
                </c:pt>
                <c:pt idx="2617">
                  <c:v>0.5</c:v>
                </c:pt>
                <c:pt idx="2618">
                  <c:v>0.5</c:v>
                </c:pt>
                <c:pt idx="2619">
                  <c:v>0.5</c:v>
                </c:pt>
                <c:pt idx="2620">
                  <c:v>0.5</c:v>
                </c:pt>
                <c:pt idx="2621">
                  <c:v>0.5</c:v>
                </c:pt>
                <c:pt idx="2622">
                  <c:v>0.5</c:v>
                </c:pt>
                <c:pt idx="2623">
                  <c:v>0.5</c:v>
                </c:pt>
                <c:pt idx="2624">
                  <c:v>0.5</c:v>
                </c:pt>
                <c:pt idx="2625">
                  <c:v>0.5</c:v>
                </c:pt>
                <c:pt idx="2626">
                  <c:v>0.5</c:v>
                </c:pt>
                <c:pt idx="2627">
                  <c:v>0.5</c:v>
                </c:pt>
                <c:pt idx="2628">
                  <c:v>0.5</c:v>
                </c:pt>
                <c:pt idx="2629">
                  <c:v>0.5</c:v>
                </c:pt>
                <c:pt idx="2630">
                  <c:v>0.5</c:v>
                </c:pt>
                <c:pt idx="2631">
                  <c:v>0.5</c:v>
                </c:pt>
                <c:pt idx="2632">
                  <c:v>0.5</c:v>
                </c:pt>
                <c:pt idx="2633">
                  <c:v>0.5</c:v>
                </c:pt>
                <c:pt idx="2634">
                  <c:v>0.5</c:v>
                </c:pt>
                <c:pt idx="2635">
                  <c:v>0.5</c:v>
                </c:pt>
                <c:pt idx="2636">
                  <c:v>0.5</c:v>
                </c:pt>
                <c:pt idx="2637">
                  <c:v>0.5</c:v>
                </c:pt>
                <c:pt idx="2638">
                  <c:v>0.5</c:v>
                </c:pt>
                <c:pt idx="2639">
                  <c:v>0.5</c:v>
                </c:pt>
                <c:pt idx="2640">
                  <c:v>0.5</c:v>
                </c:pt>
                <c:pt idx="2641">
                  <c:v>0.5</c:v>
                </c:pt>
                <c:pt idx="2642">
                  <c:v>0.5</c:v>
                </c:pt>
                <c:pt idx="2643">
                  <c:v>0.5</c:v>
                </c:pt>
                <c:pt idx="2644">
                  <c:v>0.5</c:v>
                </c:pt>
                <c:pt idx="2645">
                  <c:v>0.5</c:v>
                </c:pt>
                <c:pt idx="2646">
                  <c:v>0.5</c:v>
                </c:pt>
                <c:pt idx="2647">
                  <c:v>0.5</c:v>
                </c:pt>
                <c:pt idx="2648">
                  <c:v>0.5</c:v>
                </c:pt>
                <c:pt idx="2649">
                  <c:v>0.5</c:v>
                </c:pt>
                <c:pt idx="2650">
                  <c:v>0.5</c:v>
                </c:pt>
                <c:pt idx="2651">
                  <c:v>0.5</c:v>
                </c:pt>
                <c:pt idx="2652">
                  <c:v>0.5</c:v>
                </c:pt>
                <c:pt idx="2653">
                  <c:v>0.5</c:v>
                </c:pt>
                <c:pt idx="2654">
                  <c:v>0.5</c:v>
                </c:pt>
                <c:pt idx="2655">
                  <c:v>0.5</c:v>
                </c:pt>
                <c:pt idx="2656">
                  <c:v>0.5</c:v>
                </c:pt>
                <c:pt idx="2657">
                  <c:v>0.5</c:v>
                </c:pt>
                <c:pt idx="2658">
                  <c:v>0.5</c:v>
                </c:pt>
                <c:pt idx="2659">
                  <c:v>0.5</c:v>
                </c:pt>
                <c:pt idx="2660">
                  <c:v>0.5</c:v>
                </c:pt>
                <c:pt idx="2661">
                  <c:v>0.5</c:v>
                </c:pt>
                <c:pt idx="2662">
                  <c:v>0.5</c:v>
                </c:pt>
                <c:pt idx="2663">
                  <c:v>0.5</c:v>
                </c:pt>
                <c:pt idx="2664">
                  <c:v>0.5</c:v>
                </c:pt>
                <c:pt idx="2665">
                  <c:v>0.5</c:v>
                </c:pt>
                <c:pt idx="2666">
                  <c:v>0.5</c:v>
                </c:pt>
                <c:pt idx="2667">
                  <c:v>0.5</c:v>
                </c:pt>
                <c:pt idx="2668">
                  <c:v>0.5</c:v>
                </c:pt>
                <c:pt idx="2669">
                  <c:v>0.5</c:v>
                </c:pt>
                <c:pt idx="2670">
                  <c:v>0.5</c:v>
                </c:pt>
                <c:pt idx="2671">
                  <c:v>0.5</c:v>
                </c:pt>
                <c:pt idx="2672">
                  <c:v>0.5</c:v>
                </c:pt>
                <c:pt idx="2673">
                  <c:v>0.5</c:v>
                </c:pt>
                <c:pt idx="2674">
                  <c:v>0.5</c:v>
                </c:pt>
                <c:pt idx="2675">
                  <c:v>0.5</c:v>
                </c:pt>
                <c:pt idx="2676">
                  <c:v>0.5</c:v>
                </c:pt>
                <c:pt idx="2677">
                  <c:v>0.5</c:v>
                </c:pt>
                <c:pt idx="2678">
                  <c:v>0.5</c:v>
                </c:pt>
                <c:pt idx="2679">
                  <c:v>0.5</c:v>
                </c:pt>
                <c:pt idx="2680">
                  <c:v>0.5</c:v>
                </c:pt>
                <c:pt idx="2681">
                  <c:v>0.5</c:v>
                </c:pt>
                <c:pt idx="2682">
                  <c:v>0.5</c:v>
                </c:pt>
                <c:pt idx="2683">
                  <c:v>0.5</c:v>
                </c:pt>
                <c:pt idx="2684">
                  <c:v>0.5</c:v>
                </c:pt>
                <c:pt idx="2685">
                  <c:v>0.5</c:v>
                </c:pt>
                <c:pt idx="2686">
                  <c:v>0.5</c:v>
                </c:pt>
                <c:pt idx="2687">
                  <c:v>0.5</c:v>
                </c:pt>
                <c:pt idx="2688">
                  <c:v>0.5</c:v>
                </c:pt>
                <c:pt idx="2689">
                  <c:v>0.5</c:v>
                </c:pt>
                <c:pt idx="2690">
                  <c:v>0.5</c:v>
                </c:pt>
                <c:pt idx="2691">
                  <c:v>0.5</c:v>
                </c:pt>
                <c:pt idx="2692">
                  <c:v>0.5</c:v>
                </c:pt>
                <c:pt idx="2693">
                  <c:v>0.5</c:v>
                </c:pt>
                <c:pt idx="2694">
                  <c:v>0.5</c:v>
                </c:pt>
                <c:pt idx="2695">
                  <c:v>0.5</c:v>
                </c:pt>
                <c:pt idx="2696">
                  <c:v>0.5</c:v>
                </c:pt>
                <c:pt idx="2697">
                  <c:v>0.5</c:v>
                </c:pt>
                <c:pt idx="2698">
                  <c:v>0.5</c:v>
                </c:pt>
                <c:pt idx="2699">
                  <c:v>0.5</c:v>
                </c:pt>
                <c:pt idx="2700">
                  <c:v>0.5</c:v>
                </c:pt>
                <c:pt idx="2701">
                  <c:v>0.5</c:v>
                </c:pt>
                <c:pt idx="2702">
                  <c:v>0.5</c:v>
                </c:pt>
                <c:pt idx="2703">
                  <c:v>0.5</c:v>
                </c:pt>
                <c:pt idx="2704">
                  <c:v>0.5</c:v>
                </c:pt>
                <c:pt idx="2705">
                  <c:v>0.5</c:v>
                </c:pt>
                <c:pt idx="2706">
                  <c:v>0.5</c:v>
                </c:pt>
                <c:pt idx="2707">
                  <c:v>0.5</c:v>
                </c:pt>
                <c:pt idx="2708">
                  <c:v>0.5</c:v>
                </c:pt>
                <c:pt idx="2709">
                  <c:v>0.5</c:v>
                </c:pt>
                <c:pt idx="2710">
                  <c:v>0.5</c:v>
                </c:pt>
                <c:pt idx="2711">
                  <c:v>0.5</c:v>
                </c:pt>
                <c:pt idx="2712">
                  <c:v>0.5</c:v>
                </c:pt>
                <c:pt idx="2713">
                  <c:v>0.5</c:v>
                </c:pt>
                <c:pt idx="2714">
                  <c:v>0.5</c:v>
                </c:pt>
                <c:pt idx="2715">
                  <c:v>0.5</c:v>
                </c:pt>
                <c:pt idx="2716">
                  <c:v>0.5</c:v>
                </c:pt>
                <c:pt idx="2717">
                  <c:v>0.5</c:v>
                </c:pt>
                <c:pt idx="2718">
                  <c:v>0.5</c:v>
                </c:pt>
                <c:pt idx="2719">
                  <c:v>0.5</c:v>
                </c:pt>
                <c:pt idx="2720">
                  <c:v>0.5</c:v>
                </c:pt>
                <c:pt idx="2721">
                  <c:v>0.5</c:v>
                </c:pt>
                <c:pt idx="2722">
                  <c:v>0.5</c:v>
                </c:pt>
                <c:pt idx="2723">
                  <c:v>0.5</c:v>
                </c:pt>
                <c:pt idx="2724">
                  <c:v>0.5</c:v>
                </c:pt>
                <c:pt idx="2725">
                  <c:v>0.5</c:v>
                </c:pt>
                <c:pt idx="2726">
                  <c:v>0.5</c:v>
                </c:pt>
                <c:pt idx="2727">
                  <c:v>0.5</c:v>
                </c:pt>
                <c:pt idx="2728">
                  <c:v>0.5</c:v>
                </c:pt>
                <c:pt idx="2729">
                  <c:v>0.5</c:v>
                </c:pt>
                <c:pt idx="2730">
                  <c:v>0.5</c:v>
                </c:pt>
                <c:pt idx="2731">
                  <c:v>0.5</c:v>
                </c:pt>
                <c:pt idx="2732">
                  <c:v>0.5</c:v>
                </c:pt>
                <c:pt idx="2733">
                  <c:v>0.5</c:v>
                </c:pt>
                <c:pt idx="2734">
                  <c:v>0.5</c:v>
                </c:pt>
                <c:pt idx="2735">
                  <c:v>0.5</c:v>
                </c:pt>
                <c:pt idx="2736">
                  <c:v>0.5</c:v>
                </c:pt>
                <c:pt idx="2737">
                  <c:v>0.5</c:v>
                </c:pt>
                <c:pt idx="2738">
                  <c:v>0.5</c:v>
                </c:pt>
                <c:pt idx="2739">
                  <c:v>0.5</c:v>
                </c:pt>
                <c:pt idx="2740">
                  <c:v>0.5</c:v>
                </c:pt>
                <c:pt idx="2741">
                  <c:v>0.5</c:v>
                </c:pt>
                <c:pt idx="2742">
                  <c:v>0.5</c:v>
                </c:pt>
                <c:pt idx="2743">
                  <c:v>0.5</c:v>
                </c:pt>
                <c:pt idx="2744">
                  <c:v>0.5</c:v>
                </c:pt>
                <c:pt idx="2745">
                  <c:v>0.5</c:v>
                </c:pt>
                <c:pt idx="2746">
                  <c:v>0.5</c:v>
                </c:pt>
                <c:pt idx="2747">
                  <c:v>0.5</c:v>
                </c:pt>
                <c:pt idx="2748">
                  <c:v>0.5</c:v>
                </c:pt>
                <c:pt idx="2749">
                  <c:v>0.5</c:v>
                </c:pt>
                <c:pt idx="2750">
                  <c:v>0.5</c:v>
                </c:pt>
                <c:pt idx="2751">
                  <c:v>0.5</c:v>
                </c:pt>
                <c:pt idx="2752">
                  <c:v>0.5</c:v>
                </c:pt>
                <c:pt idx="2753">
                  <c:v>0.5</c:v>
                </c:pt>
                <c:pt idx="2754">
                  <c:v>0.5</c:v>
                </c:pt>
                <c:pt idx="2755">
                  <c:v>0.5</c:v>
                </c:pt>
                <c:pt idx="2756">
                  <c:v>0.5</c:v>
                </c:pt>
                <c:pt idx="2757">
                  <c:v>0.5</c:v>
                </c:pt>
                <c:pt idx="2758">
                  <c:v>0.5</c:v>
                </c:pt>
                <c:pt idx="2759">
                  <c:v>0.5</c:v>
                </c:pt>
                <c:pt idx="2760">
                  <c:v>0.5</c:v>
                </c:pt>
                <c:pt idx="2761">
                  <c:v>0.5</c:v>
                </c:pt>
                <c:pt idx="2762">
                  <c:v>0.5</c:v>
                </c:pt>
                <c:pt idx="2763">
                  <c:v>0.5</c:v>
                </c:pt>
                <c:pt idx="2764">
                  <c:v>0.5</c:v>
                </c:pt>
                <c:pt idx="2765">
                  <c:v>0.5</c:v>
                </c:pt>
                <c:pt idx="2766">
                  <c:v>0.5</c:v>
                </c:pt>
                <c:pt idx="2767">
                  <c:v>0.5</c:v>
                </c:pt>
                <c:pt idx="2768">
                  <c:v>0.5</c:v>
                </c:pt>
                <c:pt idx="2769">
                  <c:v>0.5</c:v>
                </c:pt>
                <c:pt idx="2770">
                  <c:v>0.5</c:v>
                </c:pt>
                <c:pt idx="2771">
                  <c:v>0.5</c:v>
                </c:pt>
                <c:pt idx="2772">
                  <c:v>0.5</c:v>
                </c:pt>
                <c:pt idx="2773">
                  <c:v>0.5</c:v>
                </c:pt>
                <c:pt idx="2774">
                  <c:v>0.5</c:v>
                </c:pt>
                <c:pt idx="2775">
                  <c:v>0.5</c:v>
                </c:pt>
                <c:pt idx="2776">
                  <c:v>0.5</c:v>
                </c:pt>
                <c:pt idx="2777">
                  <c:v>0.5</c:v>
                </c:pt>
                <c:pt idx="2778">
                  <c:v>0.5</c:v>
                </c:pt>
                <c:pt idx="2779">
                  <c:v>0.5</c:v>
                </c:pt>
                <c:pt idx="2780">
                  <c:v>0.5</c:v>
                </c:pt>
                <c:pt idx="2781">
                  <c:v>0.5</c:v>
                </c:pt>
                <c:pt idx="2782">
                  <c:v>0.5</c:v>
                </c:pt>
                <c:pt idx="2783">
                  <c:v>0.5</c:v>
                </c:pt>
                <c:pt idx="2784">
                  <c:v>0.5</c:v>
                </c:pt>
                <c:pt idx="2785">
                  <c:v>0.5</c:v>
                </c:pt>
                <c:pt idx="2786">
                  <c:v>0.5</c:v>
                </c:pt>
                <c:pt idx="2787">
                  <c:v>0.5</c:v>
                </c:pt>
                <c:pt idx="2788">
                  <c:v>0.5</c:v>
                </c:pt>
                <c:pt idx="2789">
                  <c:v>0.5</c:v>
                </c:pt>
                <c:pt idx="2790">
                  <c:v>0.5</c:v>
                </c:pt>
                <c:pt idx="2791">
                  <c:v>0.5</c:v>
                </c:pt>
                <c:pt idx="2792">
                  <c:v>0.5</c:v>
                </c:pt>
                <c:pt idx="2793">
                  <c:v>0.5</c:v>
                </c:pt>
                <c:pt idx="2794">
                  <c:v>0.5</c:v>
                </c:pt>
                <c:pt idx="2795">
                  <c:v>0.5</c:v>
                </c:pt>
                <c:pt idx="2796">
                  <c:v>0.5</c:v>
                </c:pt>
                <c:pt idx="2797">
                  <c:v>0.5</c:v>
                </c:pt>
                <c:pt idx="2798">
                  <c:v>0.5</c:v>
                </c:pt>
                <c:pt idx="2799">
                  <c:v>0.5</c:v>
                </c:pt>
                <c:pt idx="2800">
                  <c:v>0.5</c:v>
                </c:pt>
                <c:pt idx="2801">
                  <c:v>0.5</c:v>
                </c:pt>
                <c:pt idx="2802">
                  <c:v>0.5</c:v>
                </c:pt>
                <c:pt idx="2803">
                  <c:v>0.5</c:v>
                </c:pt>
                <c:pt idx="2804">
                  <c:v>0.5</c:v>
                </c:pt>
                <c:pt idx="2805">
                  <c:v>0.5</c:v>
                </c:pt>
                <c:pt idx="2806">
                  <c:v>0.5</c:v>
                </c:pt>
                <c:pt idx="2807">
                  <c:v>0.5</c:v>
                </c:pt>
                <c:pt idx="2808">
                  <c:v>0.5</c:v>
                </c:pt>
                <c:pt idx="2809">
                  <c:v>0.5</c:v>
                </c:pt>
                <c:pt idx="2810">
                  <c:v>0.5</c:v>
                </c:pt>
                <c:pt idx="2811">
                  <c:v>0.5</c:v>
                </c:pt>
                <c:pt idx="2812">
                  <c:v>0.5</c:v>
                </c:pt>
                <c:pt idx="2813">
                  <c:v>0.5</c:v>
                </c:pt>
                <c:pt idx="2814">
                  <c:v>0.5</c:v>
                </c:pt>
                <c:pt idx="2815">
                  <c:v>0.5</c:v>
                </c:pt>
                <c:pt idx="2816">
                  <c:v>0.5</c:v>
                </c:pt>
                <c:pt idx="2817">
                  <c:v>0.5</c:v>
                </c:pt>
                <c:pt idx="2818">
                  <c:v>0.5</c:v>
                </c:pt>
                <c:pt idx="2819">
                  <c:v>0.5</c:v>
                </c:pt>
                <c:pt idx="2820">
                  <c:v>0.5</c:v>
                </c:pt>
                <c:pt idx="2821">
                  <c:v>0.5</c:v>
                </c:pt>
                <c:pt idx="2822">
                  <c:v>0.5</c:v>
                </c:pt>
                <c:pt idx="2823">
                  <c:v>0.5</c:v>
                </c:pt>
                <c:pt idx="2824">
                  <c:v>0.5</c:v>
                </c:pt>
                <c:pt idx="2825">
                  <c:v>0.5</c:v>
                </c:pt>
                <c:pt idx="2826">
                  <c:v>0.5</c:v>
                </c:pt>
                <c:pt idx="2827">
                  <c:v>0.5</c:v>
                </c:pt>
                <c:pt idx="2828">
                  <c:v>0.5</c:v>
                </c:pt>
                <c:pt idx="2829">
                  <c:v>0.5</c:v>
                </c:pt>
                <c:pt idx="2830">
                  <c:v>0.5</c:v>
                </c:pt>
                <c:pt idx="2831">
                  <c:v>0.5</c:v>
                </c:pt>
                <c:pt idx="2832">
                  <c:v>0.5</c:v>
                </c:pt>
                <c:pt idx="2833">
                  <c:v>0.5</c:v>
                </c:pt>
                <c:pt idx="2834">
                  <c:v>0.5</c:v>
                </c:pt>
                <c:pt idx="2835">
                  <c:v>0.5</c:v>
                </c:pt>
                <c:pt idx="2836">
                  <c:v>0.5</c:v>
                </c:pt>
                <c:pt idx="2837">
                  <c:v>0.5</c:v>
                </c:pt>
                <c:pt idx="2838">
                  <c:v>0.5</c:v>
                </c:pt>
                <c:pt idx="2839">
                  <c:v>0.5</c:v>
                </c:pt>
                <c:pt idx="2840">
                  <c:v>0.5</c:v>
                </c:pt>
                <c:pt idx="2841">
                  <c:v>0.5</c:v>
                </c:pt>
                <c:pt idx="2842">
                  <c:v>0.5</c:v>
                </c:pt>
                <c:pt idx="2843">
                  <c:v>0.5</c:v>
                </c:pt>
                <c:pt idx="2844">
                  <c:v>0.5</c:v>
                </c:pt>
                <c:pt idx="2845">
                  <c:v>0.5</c:v>
                </c:pt>
                <c:pt idx="2846">
                  <c:v>0.5</c:v>
                </c:pt>
                <c:pt idx="2847">
                  <c:v>0.5</c:v>
                </c:pt>
                <c:pt idx="2848">
                  <c:v>0.5</c:v>
                </c:pt>
                <c:pt idx="2849">
                  <c:v>0.5</c:v>
                </c:pt>
                <c:pt idx="2850">
                  <c:v>0.5</c:v>
                </c:pt>
                <c:pt idx="2851">
                  <c:v>0.5</c:v>
                </c:pt>
                <c:pt idx="2852">
                  <c:v>0.5</c:v>
                </c:pt>
                <c:pt idx="2853">
                  <c:v>0.5</c:v>
                </c:pt>
                <c:pt idx="2854">
                  <c:v>0.5</c:v>
                </c:pt>
                <c:pt idx="2855">
                  <c:v>0.5</c:v>
                </c:pt>
                <c:pt idx="2856">
                  <c:v>0.5</c:v>
                </c:pt>
                <c:pt idx="2857">
                  <c:v>0.75</c:v>
                </c:pt>
                <c:pt idx="2858">
                  <c:v>0.75</c:v>
                </c:pt>
                <c:pt idx="2859">
                  <c:v>0.75</c:v>
                </c:pt>
                <c:pt idx="2860">
                  <c:v>0.75</c:v>
                </c:pt>
                <c:pt idx="2861">
                  <c:v>0.75</c:v>
                </c:pt>
                <c:pt idx="2862">
                  <c:v>0.75</c:v>
                </c:pt>
                <c:pt idx="2863">
                  <c:v>0.75</c:v>
                </c:pt>
                <c:pt idx="2864">
                  <c:v>0.75</c:v>
                </c:pt>
                <c:pt idx="2865">
                  <c:v>0.75</c:v>
                </c:pt>
                <c:pt idx="2866">
                  <c:v>0.75</c:v>
                </c:pt>
                <c:pt idx="2867">
                  <c:v>0.75</c:v>
                </c:pt>
                <c:pt idx="2868">
                  <c:v>0.75</c:v>
                </c:pt>
                <c:pt idx="2869">
                  <c:v>0.75</c:v>
                </c:pt>
                <c:pt idx="2870">
                  <c:v>0.75</c:v>
                </c:pt>
                <c:pt idx="2871">
                  <c:v>0.75</c:v>
                </c:pt>
                <c:pt idx="2872">
                  <c:v>0.75</c:v>
                </c:pt>
                <c:pt idx="2873">
                  <c:v>0.75</c:v>
                </c:pt>
                <c:pt idx="2874">
                  <c:v>0.75</c:v>
                </c:pt>
                <c:pt idx="2875">
                  <c:v>0.75</c:v>
                </c:pt>
                <c:pt idx="2876">
                  <c:v>0.75</c:v>
                </c:pt>
                <c:pt idx="2877">
                  <c:v>0.75</c:v>
                </c:pt>
                <c:pt idx="2878">
                  <c:v>0.75</c:v>
                </c:pt>
                <c:pt idx="2879">
                  <c:v>0.75</c:v>
                </c:pt>
                <c:pt idx="2880">
                  <c:v>0.75</c:v>
                </c:pt>
                <c:pt idx="2881">
                  <c:v>0.75</c:v>
                </c:pt>
                <c:pt idx="2882">
                  <c:v>0.75</c:v>
                </c:pt>
                <c:pt idx="2883">
                  <c:v>0.75</c:v>
                </c:pt>
                <c:pt idx="2884">
                  <c:v>0.75</c:v>
                </c:pt>
                <c:pt idx="2885">
                  <c:v>0.75</c:v>
                </c:pt>
                <c:pt idx="2886">
                  <c:v>0.75</c:v>
                </c:pt>
                <c:pt idx="2887">
                  <c:v>0.75</c:v>
                </c:pt>
                <c:pt idx="2888">
                  <c:v>0.75</c:v>
                </c:pt>
                <c:pt idx="2889">
                  <c:v>0.75</c:v>
                </c:pt>
                <c:pt idx="2890">
                  <c:v>0.75</c:v>
                </c:pt>
                <c:pt idx="2891">
                  <c:v>0.75</c:v>
                </c:pt>
                <c:pt idx="2892">
                  <c:v>0.75</c:v>
                </c:pt>
                <c:pt idx="2893">
                  <c:v>0.75</c:v>
                </c:pt>
                <c:pt idx="2894">
                  <c:v>0.75</c:v>
                </c:pt>
                <c:pt idx="2895">
                  <c:v>0.75</c:v>
                </c:pt>
                <c:pt idx="2896">
                  <c:v>0.75</c:v>
                </c:pt>
                <c:pt idx="2897">
                  <c:v>0.75</c:v>
                </c:pt>
                <c:pt idx="2898">
                  <c:v>0.75</c:v>
                </c:pt>
                <c:pt idx="2899">
                  <c:v>0.75</c:v>
                </c:pt>
                <c:pt idx="2900">
                  <c:v>0.75</c:v>
                </c:pt>
                <c:pt idx="2901">
                  <c:v>0.75</c:v>
                </c:pt>
                <c:pt idx="2902">
                  <c:v>0.75</c:v>
                </c:pt>
                <c:pt idx="2903">
                  <c:v>0.75</c:v>
                </c:pt>
                <c:pt idx="2904">
                  <c:v>0.75</c:v>
                </c:pt>
                <c:pt idx="2905">
                  <c:v>0.75</c:v>
                </c:pt>
                <c:pt idx="2906">
                  <c:v>0.75</c:v>
                </c:pt>
                <c:pt idx="2907">
                  <c:v>0.75</c:v>
                </c:pt>
                <c:pt idx="2908">
                  <c:v>0.75</c:v>
                </c:pt>
                <c:pt idx="2909">
                  <c:v>0.75</c:v>
                </c:pt>
                <c:pt idx="2910">
                  <c:v>0.75</c:v>
                </c:pt>
                <c:pt idx="2911">
                  <c:v>0.75</c:v>
                </c:pt>
                <c:pt idx="2912">
                  <c:v>0.75</c:v>
                </c:pt>
                <c:pt idx="2913">
                  <c:v>0.75</c:v>
                </c:pt>
                <c:pt idx="2914">
                  <c:v>0.75</c:v>
                </c:pt>
                <c:pt idx="2915">
                  <c:v>0.75</c:v>
                </c:pt>
                <c:pt idx="2916">
                  <c:v>0.75</c:v>
                </c:pt>
                <c:pt idx="2917">
                  <c:v>0.75</c:v>
                </c:pt>
                <c:pt idx="2918">
                  <c:v>0.75</c:v>
                </c:pt>
                <c:pt idx="2919">
                  <c:v>0.75</c:v>
                </c:pt>
                <c:pt idx="2920">
                  <c:v>0.75</c:v>
                </c:pt>
                <c:pt idx="2921">
                  <c:v>0.75</c:v>
                </c:pt>
                <c:pt idx="2922">
                  <c:v>1</c:v>
                </c:pt>
                <c:pt idx="2923">
                  <c:v>1</c:v>
                </c:pt>
                <c:pt idx="2924">
                  <c:v>1</c:v>
                </c:pt>
                <c:pt idx="2925">
                  <c:v>1</c:v>
                </c:pt>
                <c:pt idx="2926">
                  <c:v>1</c:v>
                </c:pt>
                <c:pt idx="2927">
                  <c:v>1</c:v>
                </c:pt>
                <c:pt idx="2928">
                  <c:v>1</c:v>
                </c:pt>
                <c:pt idx="2929">
                  <c:v>1</c:v>
                </c:pt>
                <c:pt idx="2930">
                  <c:v>1</c:v>
                </c:pt>
                <c:pt idx="2931">
                  <c:v>1</c:v>
                </c:pt>
                <c:pt idx="2932">
                  <c:v>1</c:v>
                </c:pt>
                <c:pt idx="2933">
                  <c:v>1</c:v>
                </c:pt>
                <c:pt idx="2934">
                  <c:v>1</c:v>
                </c:pt>
                <c:pt idx="2935">
                  <c:v>1</c:v>
                </c:pt>
                <c:pt idx="2936">
                  <c:v>1</c:v>
                </c:pt>
                <c:pt idx="2937">
                  <c:v>1</c:v>
                </c:pt>
                <c:pt idx="2938">
                  <c:v>1</c:v>
                </c:pt>
                <c:pt idx="2939">
                  <c:v>1</c:v>
                </c:pt>
                <c:pt idx="2940">
                  <c:v>1</c:v>
                </c:pt>
                <c:pt idx="2941">
                  <c:v>1</c:v>
                </c:pt>
                <c:pt idx="2942">
                  <c:v>1</c:v>
                </c:pt>
                <c:pt idx="2943">
                  <c:v>1</c:v>
                </c:pt>
                <c:pt idx="2944">
                  <c:v>1</c:v>
                </c:pt>
                <c:pt idx="2945">
                  <c:v>1</c:v>
                </c:pt>
                <c:pt idx="2946">
                  <c:v>1</c:v>
                </c:pt>
                <c:pt idx="2947">
                  <c:v>1</c:v>
                </c:pt>
                <c:pt idx="2948">
                  <c:v>1</c:v>
                </c:pt>
                <c:pt idx="2949">
                  <c:v>1</c:v>
                </c:pt>
                <c:pt idx="2950">
                  <c:v>1</c:v>
                </c:pt>
                <c:pt idx="2951">
                  <c:v>1</c:v>
                </c:pt>
                <c:pt idx="2952">
                  <c:v>1</c:v>
                </c:pt>
                <c:pt idx="2953">
                  <c:v>1</c:v>
                </c:pt>
                <c:pt idx="2954">
                  <c:v>1</c:v>
                </c:pt>
                <c:pt idx="2955">
                  <c:v>1</c:v>
                </c:pt>
                <c:pt idx="2956">
                  <c:v>1</c:v>
                </c:pt>
                <c:pt idx="2957">
                  <c:v>1</c:v>
                </c:pt>
                <c:pt idx="2958">
                  <c:v>1</c:v>
                </c:pt>
                <c:pt idx="2959">
                  <c:v>1</c:v>
                </c:pt>
                <c:pt idx="2960">
                  <c:v>1</c:v>
                </c:pt>
                <c:pt idx="2961">
                  <c:v>1</c:v>
                </c:pt>
                <c:pt idx="2962">
                  <c:v>1</c:v>
                </c:pt>
                <c:pt idx="2963">
                  <c:v>1</c:v>
                </c:pt>
                <c:pt idx="2964">
                  <c:v>1</c:v>
                </c:pt>
                <c:pt idx="2965">
                  <c:v>1</c:v>
                </c:pt>
                <c:pt idx="2966">
                  <c:v>1</c:v>
                </c:pt>
                <c:pt idx="2967">
                  <c:v>1</c:v>
                </c:pt>
                <c:pt idx="2968">
                  <c:v>1</c:v>
                </c:pt>
                <c:pt idx="2969">
                  <c:v>1</c:v>
                </c:pt>
                <c:pt idx="2970">
                  <c:v>1</c:v>
                </c:pt>
                <c:pt idx="2971">
                  <c:v>1</c:v>
                </c:pt>
                <c:pt idx="2972">
                  <c:v>1</c:v>
                </c:pt>
                <c:pt idx="2973">
                  <c:v>1</c:v>
                </c:pt>
                <c:pt idx="2974">
                  <c:v>1</c:v>
                </c:pt>
                <c:pt idx="2975">
                  <c:v>1</c:v>
                </c:pt>
                <c:pt idx="2976">
                  <c:v>1</c:v>
                </c:pt>
                <c:pt idx="2977">
                  <c:v>1</c:v>
                </c:pt>
                <c:pt idx="2978">
                  <c:v>1</c:v>
                </c:pt>
                <c:pt idx="2979">
                  <c:v>1</c:v>
                </c:pt>
                <c:pt idx="2980">
                  <c:v>1</c:v>
                </c:pt>
                <c:pt idx="2981">
                  <c:v>1</c:v>
                </c:pt>
                <c:pt idx="2982">
                  <c:v>1</c:v>
                </c:pt>
                <c:pt idx="2983">
                  <c:v>1</c:v>
                </c:pt>
                <c:pt idx="2984">
                  <c:v>1</c:v>
                </c:pt>
                <c:pt idx="2985">
                  <c:v>1</c:v>
                </c:pt>
                <c:pt idx="2986">
                  <c:v>1</c:v>
                </c:pt>
                <c:pt idx="2987">
                  <c:v>1.25</c:v>
                </c:pt>
                <c:pt idx="2988">
                  <c:v>1.25</c:v>
                </c:pt>
                <c:pt idx="2989">
                  <c:v>1.25</c:v>
                </c:pt>
                <c:pt idx="2990">
                  <c:v>1.25</c:v>
                </c:pt>
                <c:pt idx="2991">
                  <c:v>1.25</c:v>
                </c:pt>
                <c:pt idx="2992">
                  <c:v>1.25</c:v>
                </c:pt>
                <c:pt idx="2993">
                  <c:v>1.25</c:v>
                </c:pt>
                <c:pt idx="2994">
                  <c:v>1.25</c:v>
                </c:pt>
                <c:pt idx="2995">
                  <c:v>1.25</c:v>
                </c:pt>
                <c:pt idx="2996">
                  <c:v>1.25</c:v>
                </c:pt>
                <c:pt idx="2997">
                  <c:v>1.25</c:v>
                </c:pt>
                <c:pt idx="2998">
                  <c:v>1.25</c:v>
                </c:pt>
                <c:pt idx="2999">
                  <c:v>1.25</c:v>
                </c:pt>
                <c:pt idx="3000">
                  <c:v>1.25</c:v>
                </c:pt>
                <c:pt idx="3001">
                  <c:v>1.25</c:v>
                </c:pt>
                <c:pt idx="3002">
                  <c:v>1.25</c:v>
                </c:pt>
                <c:pt idx="3003">
                  <c:v>1.25</c:v>
                </c:pt>
                <c:pt idx="3004">
                  <c:v>1.25</c:v>
                </c:pt>
                <c:pt idx="3005">
                  <c:v>1.25</c:v>
                </c:pt>
                <c:pt idx="3006">
                  <c:v>1.25</c:v>
                </c:pt>
                <c:pt idx="3007">
                  <c:v>1.25</c:v>
                </c:pt>
                <c:pt idx="3008">
                  <c:v>1.25</c:v>
                </c:pt>
                <c:pt idx="3009">
                  <c:v>1.25</c:v>
                </c:pt>
                <c:pt idx="3010">
                  <c:v>1.25</c:v>
                </c:pt>
                <c:pt idx="3011">
                  <c:v>1.25</c:v>
                </c:pt>
                <c:pt idx="3012">
                  <c:v>1.25</c:v>
                </c:pt>
                <c:pt idx="3013">
                  <c:v>1.25</c:v>
                </c:pt>
                <c:pt idx="3014">
                  <c:v>1.25</c:v>
                </c:pt>
                <c:pt idx="3015">
                  <c:v>1.25</c:v>
                </c:pt>
                <c:pt idx="3016">
                  <c:v>1.25</c:v>
                </c:pt>
                <c:pt idx="3017">
                  <c:v>1.25</c:v>
                </c:pt>
                <c:pt idx="3018">
                  <c:v>1.25</c:v>
                </c:pt>
                <c:pt idx="3019">
                  <c:v>1.25</c:v>
                </c:pt>
                <c:pt idx="3020">
                  <c:v>1.25</c:v>
                </c:pt>
                <c:pt idx="3021">
                  <c:v>1.25</c:v>
                </c:pt>
                <c:pt idx="3022">
                  <c:v>1.25</c:v>
                </c:pt>
                <c:pt idx="3023">
                  <c:v>1.25</c:v>
                </c:pt>
                <c:pt idx="3024">
                  <c:v>1.25</c:v>
                </c:pt>
                <c:pt idx="3025">
                  <c:v>1.25</c:v>
                </c:pt>
                <c:pt idx="3026">
                  <c:v>1.25</c:v>
                </c:pt>
                <c:pt idx="3027">
                  <c:v>1.25</c:v>
                </c:pt>
                <c:pt idx="3028">
                  <c:v>1.25</c:v>
                </c:pt>
                <c:pt idx="3029">
                  <c:v>1.25</c:v>
                </c:pt>
                <c:pt idx="3030">
                  <c:v>1.25</c:v>
                </c:pt>
                <c:pt idx="3031">
                  <c:v>1.25</c:v>
                </c:pt>
                <c:pt idx="3032">
                  <c:v>1.25</c:v>
                </c:pt>
                <c:pt idx="3033">
                  <c:v>1.25</c:v>
                </c:pt>
                <c:pt idx="3034">
                  <c:v>1.25</c:v>
                </c:pt>
                <c:pt idx="3035">
                  <c:v>1.25</c:v>
                </c:pt>
                <c:pt idx="3036">
                  <c:v>1.25</c:v>
                </c:pt>
                <c:pt idx="3037">
                  <c:v>1.25</c:v>
                </c:pt>
                <c:pt idx="3038">
                  <c:v>1.25</c:v>
                </c:pt>
                <c:pt idx="3039">
                  <c:v>1.25</c:v>
                </c:pt>
                <c:pt idx="3040">
                  <c:v>1.25</c:v>
                </c:pt>
                <c:pt idx="3041">
                  <c:v>1.25</c:v>
                </c:pt>
                <c:pt idx="3042">
                  <c:v>1.25</c:v>
                </c:pt>
                <c:pt idx="3043">
                  <c:v>1.25</c:v>
                </c:pt>
                <c:pt idx="3044">
                  <c:v>1.25</c:v>
                </c:pt>
                <c:pt idx="3045">
                  <c:v>1.25</c:v>
                </c:pt>
                <c:pt idx="3046">
                  <c:v>1.25</c:v>
                </c:pt>
                <c:pt idx="3047">
                  <c:v>1.25</c:v>
                </c:pt>
                <c:pt idx="3048">
                  <c:v>1.25</c:v>
                </c:pt>
                <c:pt idx="3049">
                  <c:v>1.25</c:v>
                </c:pt>
                <c:pt idx="3050">
                  <c:v>1.25</c:v>
                </c:pt>
                <c:pt idx="3051">
                  <c:v>1.25</c:v>
                </c:pt>
                <c:pt idx="3052">
                  <c:v>1.25</c:v>
                </c:pt>
                <c:pt idx="3053">
                  <c:v>1.25</c:v>
                </c:pt>
                <c:pt idx="3054">
                  <c:v>1.25</c:v>
                </c:pt>
                <c:pt idx="3055">
                  <c:v>1.25</c:v>
                </c:pt>
                <c:pt idx="3056">
                  <c:v>1.25</c:v>
                </c:pt>
                <c:pt idx="3057">
                  <c:v>1.25</c:v>
                </c:pt>
                <c:pt idx="3058">
                  <c:v>1.25</c:v>
                </c:pt>
                <c:pt idx="3059">
                  <c:v>1.25</c:v>
                </c:pt>
                <c:pt idx="3060">
                  <c:v>1.25</c:v>
                </c:pt>
                <c:pt idx="3061">
                  <c:v>1.25</c:v>
                </c:pt>
                <c:pt idx="3062">
                  <c:v>1.25</c:v>
                </c:pt>
                <c:pt idx="3063">
                  <c:v>1.25</c:v>
                </c:pt>
                <c:pt idx="3064">
                  <c:v>1.25</c:v>
                </c:pt>
                <c:pt idx="3065">
                  <c:v>1.25</c:v>
                </c:pt>
                <c:pt idx="3066">
                  <c:v>1.25</c:v>
                </c:pt>
                <c:pt idx="3067">
                  <c:v>1.25</c:v>
                </c:pt>
                <c:pt idx="3068">
                  <c:v>1.25</c:v>
                </c:pt>
                <c:pt idx="3069">
                  <c:v>1.25</c:v>
                </c:pt>
                <c:pt idx="3070">
                  <c:v>1.25</c:v>
                </c:pt>
                <c:pt idx="3071">
                  <c:v>1.25</c:v>
                </c:pt>
                <c:pt idx="3072">
                  <c:v>1.25</c:v>
                </c:pt>
                <c:pt idx="3073">
                  <c:v>1.25</c:v>
                </c:pt>
                <c:pt idx="3074">
                  <c:v>1.25</c:v>
                </c:pt>
                <c:pt idx="3075">
                  <c:v>1.25</c:v>
                </c:pt>
                <c:pt idx="3076">
                  <c:v>1.25</c:v>
                </c:pt>
                <c:pt idx="3077">
                  <c:v>1.25</c:v>
                </c:pt>
                <c:pt idx="3078">
                  <c:v>1.25</c:v>
                </c:pt>
                <c:pt idx="3079">
                  <c:v>1.25</c:v>
                </c:pt>
                <c:pt idx="3080">
                  <c:v>1.25</c:v>
                </c:pt>
                <c:pt idx="3081">
                  <c:v>1.25</c:v>
                </c:pt>
                <c:pt idx="3082">
                  <c:v>1.25</c:v>
                </c:pt>
                <c:pt idx="3083">
                  <c:v>1.25</c:v>
                </c:pt>
                <c:pt idx="3084">
                  <c:v>1.25</c:v>
                </c:pt>
                <c:pt idx="3085">
                  <c:v>1.25</c:v>
                </c:pt>
                <c:pt idx="3086">
                  <c:v>1.25</c:v>
                </c:pt>
                <c:pt idx="3087">
                  <c:v>1.25</c:v>
                </c:pt>
                <c:pt idx="3088">
                  <c:v>1.25</c:v>
                </c:pt>
                <c:pt idx="3089">
                  <c:v>1.25</c:v>
                </c:pt>
                <c:pt idx="3090">
                  <c:v>1.25</c:v>
                </c:pt>
                <c:pt idx="3091">
                  <c:v>1.25</c:v>
                </c:pt>
                <c:pt idx="3092">
                  <c:v>1.25</c:v>
                </c:pt>
                <c:pt idx="3093">
                  <c:v>1.25</c:v>
                </c:pt>
                <c:pt idx="3094">
                  <c:v>1.25</c:v>
                </c:pt>
                <c:pt idx="3095">
                  <c:v>1.25</c:v>
                </c:pt>
                <c:pt idx="3096">
                  <c:v>1.25</c:v>
                </c:pt>
                <c:pt idx="3097">
                  <c:v>1.25</c:v>
                </c:pt>
                <c:pt idx="3098">
                  <c:v>1.25</c:v>
                </c:pt>
                <c:pt idx="3099">
                  <c:v>1.25</c:v>
                </c:pt>
                <c:pt idx="3100">
                  <c:v>1.25</c:v>
                </c:pt>
                <c:pt idx="3101">
                  <c:v>1.25</c:v>
                </c:pt>
                <c:pt idx="3102">
                  <c:v>1.25</c:v>
                </c:pt>
                <c:pt idx="3103">
                  <c:v>1.25</c:v>
                </c:pt>
                <c:pt idx="3104">
                  <c:v>1.25</c:v>
                </c:pt>
                <c:pt idx="3105">
                  <c:v>1.25</c:v>
                </c:pt>
                <c:pt idx="3106">
                  <c:v>1.25</c:v>
                </c:pt>
                <c:pt idx="3107">
                  <c:v>1.25</c:v>
                </c:pt>
                <c:pt idx="3108">
                  <c:v>1.25</c:v>
                </c:pt>
                <c:pt idx="3109">
                  <c:v>1.25</c:v>
                </c:pt>
                <c:pt idx="3110">
                  <c:v>1.25</c:v>
                </c:pt>
                <c:pt idx="3111">
                  <c:v>1.25</c:v>
                </c:pt>
                <c:pt idx="3112">
                  <c:v>1.25</c:v>
                </c:pt>
                <c:pt idx="3113">
                  <c:v>1.25</c:v>
                </c:pt>
                <c:pt idx="3114">
                  <c:v>1.25</c:v>
                </c:pt>
                <c:pt idx="3115">
                  <c:v>1.25</c:v>
                </c:pt>
                <c:pt idx="3116">
                  <c:v>1.25</c:v>
                </c:pt>
                <c:pt idx="3117">
                  <c:v>1.5</c:v>
                </c:pt>
                <c:pt idx="3118">
                  <c:v>1.5</c:v>
                </c:pt>
                <c:pt idx="3119">
                  <c:v>1.5</c:v>
                </c:pt>
                <c:pt idx="3120">
                  <c:v>1.5</c:v>
                </c:pt>
                <c:pt idx="3121">
                  <c:v>1.5</c:v>
                </c:pt>
                <c:pt idx="3122">
                  <c:v>1.5</c:v>
                </c:pt>
                <c:pt idx="3123">
                  <c:v>1.5</c:v>
                </c:pt>
                <c:pt idx="3124">
                  <c:v>1.5</c:v>
                </c:pt>
                <c:pt idx="3125">
                  <c:v>1.5</c:v>
                </c:pt>
                <c:pt idx="3126">
                  <c:v>1.5</c:v>
                </c:pt>
                <c:pt idx="3127">
                  <c:v>1.5</c:v>
                </c:pt>
                <c:pt idx="3128">
                  <c:v>1.5</c:v>
                </c:pt>
                <c:pt idx="3129">
                  <c:v>1.5</c:v>
                </c:pt>
                <c:pt idx="3130">
                  <c:v>1.5</c:v>
                </c:pt>
                <c:pt idx="3131">
                  <c:v>1.5</c:v>
                </c:pt>
                <c:pt idx="3132">
                  <c:v>1.5</c:v>
                </c:pt>
                <c:pt idx="3133">
                  <c:v>1.5</c:v>
                </c:pt>
                <c:pt idx="3134">
                  <c:v>1.5</c:v>
                </c:pt>
                <c:pt idx="3135">
                  <c:v>1.5</c:v>
                </c:pt>
                <c:pt idx="3136">
                  <c:v>1.5</c:v>
                </c:pt>
                <c:pt idx="3137">
                  <c:v>1.5</c:v>
                </c:pt>
                <c:pt idx="3138">
                  <c:v>1.5</c:v>
                </c:pt>
                <c:pt idx="3139">
                  <c:v>1.5</c:v>
                </c:pt>
                <c:pt idx="3140">
                  <c:v>1.5</c:v>
                </c:pt>
                <c:pt idx="3141">
                  <c:v>1.5</c:v>
                </c:pt>
                <c:pt idx="3142">
                  <c:v>1.5</c:v>
                </c:pt>
                <c:pt idx="3143">
                  <c:v>1.5</c:v>
                </c:pt>
                <c:pt idx="3144">
                  <c:v>1.5</c:v>
                </c:pt>
                <c:pt idx="3145">
                  <c:v>1.5</c:v>
                </c:pt>
                <c:pt idx="3146">
                  <c:v>1.5</c:v>
                </c:pt>
                <c:pt idx="3147">
                  <c:v>1.5</c:v>
                </c:pt>
                <c:pt idx="3148">
                  <c:v>1.5</c:v>
                </c:pt>
                <c:pt idx="3149">
                  <c:v>1.5</c:v>
                </c:pt>
                <c:pt idx="3150">
                  <c:v>1.5</c:v>
                </c:pt>
                <c:pt idx="3151">
                  <c:v>1.5</c:v>
                </c:pt>
                <c:pt idx="3152">
                  <c:v>1.5</c:v>
                </c:pt>
                <c:pt idx="3153">
                  <c:v>1.5</c:v>
                </c:pt>
                <c:pt idx="3154">
                  <c:v>1.5</c:v>
                </c:pt>
                <c:pt idx="3155">
                  <c:v>1.5</c:v>
                </c:pt>
                <c:pt idx="3156">
                  <c:v>1.5</c:v>
                </c:pt>
                <c:pt idx="3157">
                  <c:v>1.5</c:v>
                </c:pt>
                <c:pt idx="3158">
                  <c:v>1.5</c:v>
                </c:pt>
                <c:pt idx="3159">
                  <c:v>1.5</c:v>
                </c:pt>
                <c:pt idx="3160">
                  <c:v>1.5</c:v>
                </c:pt>
                <c:pt idx="3161">
                  <c:v>1.5</c:v>
                </c:pt>
                <c:pt idx="3162">
                  <c:v>1.5</c:v>
                </c:pt>
                <c:pt idx="3163">
                  <c:v>1.5</c:v>
                </c:pt>
                <c:pt idx="3164">
                  <c:v>1.5</c:v>
                </c:pt>
                <c:pt idx="3165">
                  <c:v>1.5</c:v>
                </c:pt>
                <c:pt idx="3166">
                  <c:v>1.5</c:v>
                </c:pt>
                <c:pt idx="3167">
                  <c:v>1.5</c:v>
                </c:pt>
                <c:pt idx="3168">
                  <c:v>1.5</c:v>
                </c:pt>
                <c:pt idx="3169">
                  <c:v>1.5</c:v>
                </c:pt>
                <c:pt idx="3170">
                  <c:v>1.5</c:v>
                </c:pt>
                <c:pt idx="3171">
                  <c:v>1.5</c:v>
                </c:pt>
                <c:pt idx="3172">
                  <c:v>1.5</c:v>
                </c:pt>
                <c:pt idx="3173">
                  <c:v>1.5</c:v>
                </c:pt>
                <c:pt idx="3174">
                  <c:v>1.5</c:v>
                </c:pt>
                <c:pt idx="3175">
                  <c:v>1.5</c:v>
                </c:pt>
                <c:pt idx="3176">
                  <c:v>1.5</c:v>
                </c:pt>
                <c:pt idx="3177">
                  <c:v>1.5</c:v>
                </c:pt>
                <c:pt idx="3178">
                  <c:v>1.5</c:v>
                </c:pt>
                <c:pt idx="3179">
                  <c:v>1.5</c:v>
                </c:pt>
                <c:pt idx="3180">
                  <c:v>1.5</c:v>
                </c:pt>
                <c:pt idx="3181">
                  <c:v>1.5</c:v>
                </c:pt>
                <c:pt idx="3182">
                  <c:v>1.5</c:v>
                </c:pt>
                <c:pt idx="3183">
                  <c:v>1.5</c:v>
                </c:pt>
                <c:pt idx="3184">
                  <c:v>1.5</c:v>
                </c:pt>
                <c:pt idx="3185">
                  <c:v>1.5</c:v>
                </c:pt>
                <c:pt idx="3186">
                  <c:v>1.5</c:v>
                </c:pt>
                <c:pt idx="3187">
                  <c:v>1.75</c:v>
                </c:pt>
                <c:pt idx="3188">
                  <c:v>1.75</c:v>
                </c:pt>
                <c:pt idx="3189">
                  <c:v>1.75</c:v>
                </c:pt>
                <c:pt idx="3190">
                  <c:v>1.75</c:v>
                </c:pt>
                <c:pt idx="3191">
                  <c:v>1.75</c:v>
                </c:pt>
                <c:pt idx="3192">
                  <c:v>1.75</c:v>
                </c:pt>
                <c:pt idx="3193">
                  <c:v>1.75</c:v>
                </c:pt>
                <c:pt idx="3194">
                  <c:v>1.75</c:v>
                </c:pt>
                <c:pt idx="3195">
                  <c:v>1.75</c:v>
                </c:pt>
                <c:pt idx="3196">
                  <c:v>1.75</c:v>
                </c:pt>
                <c:pt idx="3197">
                  <c:v>1.75</c:v>
                </c:pt>
                <c:pt idx="3198">
                  <c:v>1.75</c:v>
                </c:pt>
                <c:pt idx="3199">
                  <c:v>1.75</c:v>
                </c:pt>
                <c:pt idx="3200">
                  <c:v>1.75</c:v>
                </c:pt>
                <c:pt idx="3201">
                  <c:v>1.75</c:v>
                </c:pt>
                <c:pt idx="3202">
                  <c:v>1.75</c:v>
                </c:pt>
                <c:pt idx="3203">
                  <c:v>1.75</c:v>
                </c:pt>
                <c:pt idx="3204">
                  <c:v>1.75</c:v>
                </c:pt>
                <c:pt idx="3205">
                  <c:v>1.75</c:v>
                </c:pt>
                <c:pt idx="3206">
                  <c:v>1.75</c:v>
                </c:pt>
                <c:pt idx="3207">
                  <c:v>1.75</c:v>
                </c:pt>
                <c:pt idx="3208">
                  <c:v>1.75</c:v>
                </c:pt>
                <c:pt idx="3209">
                  <c:v>1.75</c:v>
                </c:pt>
                <c:pt idx="3210">
                  <c:v>1.75</c:v>
                </c:pt>
                <c:pt idx="3211">
                  <c:v>1.75</c:v>
                </c:pt>
                <c:pt idx="3212">
                  <c:v>1.75</c:v>
                </c:pt>
                <c:pt idx="3213">
                  <c:v>1.75</c:v>
                </c:pt>
                <c:pt idx="3214">
                  <c:v>1.75</c:v>
                </c:pt>
                <c:pt idx="3215">
                  <c:v>1.75</c:v>
                </c:pt>
                <c:pt idx="3216">
                  <c:v>1.75</c:v>
                </c:pt>
                <c:pt idx="3217">
                  <c:v>1.75</c:v>
                </c:pt>
                <c:pt idx="3218">
                  <c:v>1.75</c:v>
                </c:pt>
                <c:pt idx="3219">
                  <c:v>1.75</c:v>
                </c:pt>
                <c:pt idx="3220">
                  <c:v>1.75</c:v>
                </c:pt>
                <c:pt idx="3221">
                  <c:v>1.75</c:v>
                </c:pt>
                <c:pt idx="3222">
                  <c:v>1.75</c:v>
                </c:pt>
                <c:pt idx="3223">
                  <c:v>1.75</c:v>
                </c:pt>
                <c:pt idx="3224">
                  <c:v>1.75</c:v>
                </c:pt>
                <c:pt idx="3225">
                  <c:v>1.75</c:v>
                </c:pt>
                <c:pt idx="3226">
                  <c:v>1.75</c:v>
                </c:pt>
                <c:pt idx="3227">
                  <c:v>1.75</c:v>
                </c:pt>
                <c:pt idx="3228">
                  <c:v>1.75</c:v>
                </c:pt>
                <c:pt idx="3229">
                  <c:v>1.75</c:v>
                </c:pt>
                <c:pt idx="3230">
                  <c:v>1.75</c:v>
                </c:pt>
                <c:pt idx="3231">
                  <c:v>1.75</c:v>
                </c:pt>
                <c:pt idx="3232">
                  <c:v>1.75</c:v>
                </c:pt>
                <c:pt idx="3233">
                  <c:v>1.75</c:v>
                </c:pt>
                <c:pt idx="3234">
                  <c:v>1.75</c:v>
                </c:pt>
                <c:pt idx="3235">
                  <c:v>1.75</c:v>
                </c:pt>
                <c:pt idx="3236">
                  <c:v>1.75</c:v>
                </c:pt>
                <c:pt idx="3237">
                  <c:v>1.75</c:v>
                </c:pt>
                <c:pt idx="3238">
                  <c:v>1.75</c:v>
                </c:pt>
                <c:pt idx="3239">
                  <c:v>1.75</c:v>
                </c:pt>
                <c:pt idx="3240">
                  <c:v>1.75</c:v>
                </c:pt>
                <c:pt idx="3241">
                  <c:v>1.75</c:v>
                </c:pt>
                <c:pt idx="3242">
                  <c:v>1.75</c:v>
                </c:pt>
                <c:pt idx="3243">
                  <c:v>1.75</c:v>
                </c:pt>
                <c:pt idx="3244">
                  <c:v>1.75</c:v>
                </c:pt>
                <c:pt idx="3245">
                  <c:v>1.75</c:v>
                </c:pt>
                <c:pt idx="3246">
                  <c:v>1.75</c:v>
                </c:pt>
                <c:pt idx="3247">
                  <c:v>2</c:v>
                </c:pt>
                <c:pt idx="3248">
                  <c:v>2</c:v>
                </c:pt>
                <c:pt idx="3249">
                  <c:v>2</c:v>
                </c:pt>
                <c:pt idx="3250">
                  <c:v>2</c:v>
                </c:pt>
                <c:pt idx="3251">
                  <c:v>2</c:v>
                </c:pt>
                <c:pt idx="3252">
                  <c:v>2</c:v>
                </c:pt>
                <c:pt idx="3253">
                  <c:v>2</c:v>
                </c:pt>
                <c:pt idx="3254">
                  <c:v>2</c:v>
                </c:pt>
                <c:pt idx="3255">
                  <c:v>2</c:v>
                </c:pt>
                <c:pt idx="3256">
                  <c:v>2</c:v>
                </c:pt>
                <c:pt idx="3257">
                  <c:v>2</c:v>
                </c:pt>
                <c:pt idx="3258">
                  <c:v>2</c:v>
                </c:pt>
                <c:pt idx="3259">
                  <c:v>2</c:v>
                </c:pt>
                <c:pt idx="3260">
                  <c:v>2</c:v>
                </c:pt>
                <c:pt idx="3261">
                  <c:v>2</c:v>
                </c:pt>
                <c:pt idx="3262">
                  <c:v>2</c:v>
                </c:pt>
                <c:pt idx="3263">
                  <c:v>2</c:v>
                </c:pt>
                <c:pt idx="3264">
                  <c:v>2</c:v>
                </c:pt>
                <c:pt idx="3265">
                  <c:v>2</c:v>
                </c:pt>
                <c:pt idx="3266">
                  <c:v>2</c:v>
                </c:pt>
                <c:pt idx="3267">
                  <c:v>2</c:v>
                </c:pt>
                <c:pt idx="3268">
                  <c:v>2</c:v>
                </c:pt>
                <c:pt idx="3269">
                  <c:v>2</c:v>
                </c:pt>
                <c:pt idx="3270">
                  <c:v>2</c:v>
                </c:pt>
                <c:pt idx="3271">
                  <c:v>2</c:v>
                </c:pt>
                <c:pt idx="3272">
                  <c:v>2</c:v>
                </c:pt>
                <c:pt idx="3273">
                  <c:v>2</c:v>
                </c:pt>
                <c:pt idx="3274">
                  <c:v>2</c:v>
                </c:pt>
                <c:pt idx="3275">
                  <c:v>2</c:v>
                </c:pt>
                <c:pt idx="3276">
                  <c:v>2</c:v>
                </c:pt>
                <c:pt idx="3277">
                  <c:v>2</c:v>
                </c:pt>
                <c:pt idx="3278">
                  <c:v>2</c:v>
                </c:pt>
                <c:pt idx="3279">
                  <c:v>2</c:v>
                </c:pt>
                <c:pt idx="3280">
                  <c:v>2</c:v>
                </c:pt>
                <c:pt idx="3281">
                  <c:v>2</c:v>
                </c:pt>
                <c:pt idx="3282">
                  <c:v>2</c:v>
                </c:pt>
                <c:pt idx="3283">
                  <c:v>2</c:v>
                </c:pt>
                <c:pt idx="3284">
                  <c:v>2</c:v>
                </c:pt>
                <c:pt idx="3285">
                  <c:v>2</c:v>
                </c:pt>
                <c:pt idx="3286">
                  <c:v>2</c:v>
                </c:pt>
                <c:pt idx="3287">
                  <c:v>2</c:v>
                </c:pt>
                <c:pt idx="3288">
                  <c:v>2</c:v>
                </c:pt>
                <c:pt idx="3289">
                  <c:v>2</c:v>
                </c:pt>
                <c:pt idx="3290">
                  <c:v>2</c:v>
                </c:pt>
                <c:pt idx="3291">
                  <c:v>2</c:v>
                </c:pt>
                <c:pt idx="3292">
                  <c:v>2</c:v>
                </c:pt>
                <c:pt idx="3293">
                  <c:v>2</c:v>
                </c:pt>
                <c:pt idx="3294">
                  <c:v>2</c:v>
                </c:pt>
                <c:pt idx="3295">
                  <c:v>2</c:v>
                </c:pt>
                <c:pt idx="3296">
                  <c:v>2</c:v>
                </c:pt>
                <c:pt idx="3297">
                  <c:v>2</c:v>
                </c:pt>
                <c:pt idx="3298">
                  <c:v>2</c:v>
                </c:pt>
                <c:pt idx="3299">
                  <c:v>2</c:v>
                </c:pt>
                <c:pt idx="3300">
                  <c:v>2</c:v>
                </c:pt>
                <c:pt idx="3301">
                  <c:v>2</c:v>
                </c:pt>
                <c:pt idx="3302">
                  <c:v>2</c:v>
                </c:pt>
                <c:pt idx="3303">
                  <c:v>2</c:v>
                </c:pt>
                <c:pt idx="3304">
                  <c:v>2</c:v>
                </c:pt>
                <c:pt idx="3305">
                  <c:v>2</c:v>
                </c:pt>
                <c:pt idx="3306">
                  <c:v>2</c:v>
                </c:pt>
                <c:pt idx="3307">
                  <c:v>2</c:v>
                </c:pt>
                <c:pt idx="3308">
                  <c:v>2</c:v>
                </c:pt>
                <c:pt idx="3309">
                  <c:v>2</c:v>
                </c:pt>
                <c:pt idx="3310">
                  <c:v>2</c:v>
                </c:pt>
                <c:pt idx="3311">
                  <c:v>2</c:v>
                </c:pt>
                <c:pt idx="3312">
                  <c:v>2</c:v>
                </c:pt>
                <c:pt idx="3313">
                  <c:v>2</c:v>
                </c:pt>
                <c:pt idx="3314">
                  <c:v>2</c:v>
                </c:pt>
                <c:pt idx="3315">
                  <c:v>2</c:v>
                </c:pt>
                <c:pt idx="3316">
                  <c:v>2</c:v>
                </c:pt>
                <c:pt idx="3317">
                  <c:v>2</c:v>
                </c:pt>
                <c:pt idx="3318">
                  <c:v>2</c:v>
                </c:pt>
                <c:pt idx="3319">
                  <c:v>2</c:v>
                </c:pt>
                <c:pt idx="3320">
                  <c:v>2</c:v>
                </c:pt>
                <c:pt idx="3321">
                  <c:v>2</c:v>
                </c:pt>
                <c:pt idx="3322">
                  <c:v>2.25</c:v>
                </c:pt>
                <c:pt idx="3323">
                  <c:v>2.25</c:v>
                </c:pt>
                <c:pt idx="3324">
                  <c:v>2.25</c:v>
                </c:pt>
                <c:pt idx="3325">
                  <c:v>2.25</c:v>
                </c:pt>
                <c:pt idx="3326">
                  <c:v>2.25</c:v>
                </c:pt>
                <c:pt idx="3327">
                  <c:v>2.25</c:v>
                </c:pt>
                <c:pt idx="3328">
                  <c:v>2.25</c:v>
                </c:pt>
                <c:pt idx="3329">
                  <c:v>2.25</c:v>
                </c:pt>
                <c:pt idx="3330">
                  <c:v>2.25</c:v>
                </c:pt>
                <c:pt idx="3331">
                  <c:v>2.25</c:v>
                </c:pt>
                <c:pt idx="3332">
                  <c:v>2.25</c:v>
                </c:pt>
                <c:pt idx="3333">
                  <c:v>2.25</c:v>
                </c:pt>
                <c:pt idx="3334">
                  <c:v>2.25</c:v>
                </c:pt>
                <c:pt idx="3335">
                  <c:v>2.25</c:v>
                </c:pt>
                <c:pt idx="3336">
                  <c:v>2.25</c:v>
                </c:pt>
                <c:pt idx="3337">
                  <c:v>2.25</c:v>
                </c:pt>
                <c:pt idx="3338">
                  <c:v>2.25</c:v>
                </c:pt>
                <c:pt idx="3339">
                  <c:v>2.25</c:v>
                </c:pt>
                <c:pt idx="3340">
                  <c:v>2.25</c:v>
                </c:pt>
                <c:pt idx="3341">
                  <c:v>2.25</c:v>
                </c:pt>
                <c:pt idx="3342">
                  <c:v>2.25</c:v>
                </c:pt>
                <c:pt idx="3343">
                  <c:v>2.25</c:v>
                </c:pt>
                <c:pt idx="3344">
                  <c:v>2.25</c:v>
                </c:pt>
                <c:pt idx="3345">
                  <c:v>2.25</c:v>
                </c:pt>
                <c:pt idx="3346">
                  <c:v>2.25</c:v>
                </c:pt>
                <c:pt idx="3347">
                  <c:v>2.25</c:v>
                </c:pt>
                <c:pt idx="3348">
                  <c:v>2.25</c:v>
                </c:pt>
                <c:pt idx="3349">
                  <c:v>2.25</c:v>
                </c:pt>
                <c:pt idx="3350">
                  <c:v>2.25</c:v>
                </c:pt>
                <c:pt idx="3351">
                  <c:v>2.25</c:v>
                </c:pt>
                <c:pt idx="3352">
                  <c:v>2.25</c:v>
                </c:pt>
                <c:pt idx="3353">
                  <c:v>2.25</c:v>
                </c:pt>
                <c:pt idx="3354">
                  <c:v>2.25</c:v>
                </c:pt>
                <c:pt idx="3355">
                  <c:v>2.25</c:v>
                </c:pt>
                <c:pt idx="3356">
                  <c:v>2.25</c:v>
                </c:pt>
                <c:pt idx="3357">
                  <c:v>2.25</c:v>
                </c:pt>
                <c:pt idx="3358">
                  <c:v>2.25</c:v>
                </c:pt>
                <c:pt idx="3359">
                  <c:v>2.25</c:v>
                </c:pt>
                <c:pt idx="3360">
                  <c:v>2.25</c:v>
                </c:pt>
                <c:pt idx="3361">
                  <c:v>2.25</c:v>
                </c:pt>
                <c:pt idx="3362">
                  <c:v>2.25</c:v>
                </c:pt>
                <c:pt idx="3363">
                  <c:v>2.25</c:v>
                </c:pt>
                <c:pt idx="3364">
                  <c:v>2.25</c:v>
                </c:pt>
                <c:pt idx="3365">
                  <c:v>2.25</c:v>
                </c:pt>
                <c:pt idx="3366">
                  <c:v>2.25</c:v>
                </c:pt>
                <c:pt idx="3367">
                  <c:v>2.25</c:v>
                </c:pt>
                <c:pt idx="3368">
                  <c:v>2.25</c:v>
                </c:pt>
                <c:pt idx="3369">
                  <c:v>2.25</c:v>
                </c:pt>
                <c:pt idx="3370">
                  <c:v>2.25</c:v>
                </c:pt>
                <c:pt idx="3371">
                  <c:v>2.25</c:v>
                </c:pt>
                <c:pt idx="3372">
                  <c:v>2.25</c:v>
                </c:pt>
                <c:pt idx="3373">
                  <c:v>2.25</c:v>
                </c:pt>
                <c:pt idx="3374">
                  <c:v>2.25</c:v>
                </c:pt>
                <c:pt idx="3375">
                  <c:v>2.25</c:v>
                </c:pt>
                <c:pt idx="3376">
                  <c:v>2.25</c:v>
                </c:pt>
                <c:pt idx="3377">
                  <c:v>2.25</c:v>
                </c:pt>
                <c:pt idx="3378">
                  <c:v>2.25</c:v>
                </c:pt>
                <c:pt idx="3379">
                  <c:v>2.25</c:v>
                </c:pt>
                <c:pt idx="3380">
                  <c:v>2.25</c:v>
                </c:pt>
                <c:pt idx="3381">
                  <c:v>2.25</c:v>
                </c:pt>
                <c:pt idx="3382">
                  <c:v>2.5</c:v>
                </c:pt>
                <c:pt idx="3383">
                  <c:v>2.5</c:v>
                </c:pt>
                <c:pt idx="3384">
                  <c:v>2.5</c:v>
                </c:pt>
                <c:pt idx="3385">
                  <c:v>2.5</c:v>
                </c:pt>
                <c:pt idx="3386">
                  <c:v>2.5</c:v>
                </c:pt>
                <c:pt idx="3387">
                  <c:v>2.5</c:v>
                </c:pt>
                <c:pt idx="3388">
                  <c:v>2.5</c:v>
                </c:pt>
                <c:pt idx="3389">
                  <c:v>2.5</c:v>
                </c:pt>
                <c:pt idx="3390">
                  <c:v>2.5</c:v>
                </c:pt>
                <c:pt idx="3391">
                  <c:v>2.5</c:v>
                </c:pt>
                <c:pt idx="3392">
                  <c:v>2.5</c:v>
                </c:pt>
                <c:pt idx="3393">
                  <c:v>2.5</c:v>
                </c:pt>
                <c:pt idx="3394">
                  <c:v>2.5</c:v>
                </c:pt>
                <c:pt idx="3395">
                  <c:v>2.5</c:v>
                </c:pt>
                <c:pt idx="3396">
                  <c:v>2.5</c:v>
                </c:pt>
                <c:pt idx="3397">
                  <c:v>2.5</c:v>
                </c:pt>
                <c:pt idx="3398">
                  <c:v>2.5</c:v>
                </c:pt>
                <c:pt idx="3399">
                  <c:v>2.5</c:v>
                </c:pt>
                <c:pt idx="3400">
                  <c:v>2.5</c:v>
                </c:pt>
                <c:pt idx="3401">
                  <c:v>2.5</c:v>
                </c:pt>
                <c:pt idx="3402">
                  <c:v>2.5</c:v>
                </c:pt>
                <c:pt idx="3403">
                  <c:v>2.5</c:v>
                </c:pt>
                <c:pt idx="3404">
                  <c:v>2.5</c:v>
                </c:pt>
                <c:pt idx="3405">
                  <c:v>2.5</c:v>
                </c:pt>
                <c:pt idx="3406">
                  <c:v>2.5</c:v>
                </c:pt>
                <c:pt idx="3407">
                  <c:v>2.5</c:v>
                </c:pt>
                <c:pt idx="3408">
                  <c:v>2.5</c:v>
                </c:pt>
                <c:pt idx="3409">
                  <c:v>2.5</c:v>
                </c:pt>
                <c:pt idx="3410">
                  <c:v>2.5</c:v>
                </c:pt>
                <c:pt idx="3411">
                  <c:v>2.5</c:v>
                </c:pt>
                <c:pt idx="3412">
                  <c:v>2.5</c:v>
                </c:pt>
                <c:pt idx="3413">
                  <c:v>2.5</c:v>
                </c:pt>
                <c:pt idx="3414">
                  <c:v>2.5</c:v>
                </c:pt>
                <c:pt idx="3415">
                  <c:v>2.5</c:v>
                </c:pt>
                <c:pt idx="3416">
                  <c:v>2.5</c:v>
                </c:pt>
                <c:pt idx="3417">
                  <c:v>2.5</c:v>
                </c:pt>
                <c:pt idx="3418">
                  <c:v>2.5</c:v>
                </c:pt>
                <c:pt idx="3419">
                  <c:v>2.5</c:v>
                </c:pt>
                <c:pt idx="3420">
                  <c:v>2.5</c:v>
                </c:pt>
                <c:pt idx="3421">
                  <c:v>2.5</c:v>
                </c:pt>
                <c:pt idx="3422">
                  <c:v>2.5</c:v>
                </c:pt>
                <c:pt idx="3423">
                  <c:v>2.5</c:v>
                </c:pt>
                <c:pt idx="3424">
                  <c:v>2.5</c:v>
                </c:pt>
                <c:pt idx="3425">
                  <c:v>2.5</c:v>
                </c:pt>
                <c:pt idx="3426">
                  <c:v>2.5</c:v>
                </c:pt>
                <c:pt idx="3427">
                  <c:v>2.5</c:v>
                </c:pt>
                <c:pt idx="3428">
                  <c:v>2.5</c:v>
                </c:pt>
                <c:pt idx="3429">
                  <c:v>2.5</c:v>
                </c:pt>
                <c:pt idx="3430">
                  <c:v>2.5</c:v>
                </c:pt>
                <c:pt idx="3431">
                  <c:v>2.5</c:v>
                </c:pt>
                <c:pt idx="3432">
                  <c:v>2.5</c:v>
                </c:pt>
                <c:pt idx="3433">
                  <c:v>2.5</c:v>
                </c:pt>
                <c:pt idx="3434">
                  <c:v>2.5</c:v>
                </c:pt>
                <c:pt idx="3435">
                  <c:v>2.5</c:v>
                </c:pt>
                <c:pt idx="3436">
                  <c:v>2.5</c:v>
                </c:pt>
                <c:pt idx="3437">
                  <c:v>2.5</c:v>
                </c:pt>
                <c:pt idx="3438">
                  <c:v>2.5</c:v>
                </c:pt>
                <c:pt idx="3439">
                  <c:v>2.5</c:v>
                </c:pt>
                <c:pt idx="3440">
                  <c:v>2.5</c:v>
                </c:pt>
                <c:pt idx="3441">
                  <c:v>2.5</c:v>
                </c:pt>
                <c:pt idx="3442">
                  <c:v>2.5</c:v>
                </c:pt>
                <c:pt idx="3443">
                  <c:v>2.5</c:v>
                </c:pt>
                <c:pt idx="3444">
                  <c:v>2.5</c:v>
                </c:pt>
                <c:pt idx="3445">
                  <c:v>2.5</c:v>
                </c:pt>
                <c:pt idx="3446">
                  <c:v>2.5</c:v>
                </c:pt>
                <c:pt idx="3447">
                  <c:v>2.5</c:v>
                </c:pt>
                <c:pt idx="3448">
                  <c:v>2.5</c:v>
                </c:pt>
                <c:pt idx="3449">
                  <c:v>2.5</c:v>
                </c:pt>
                <c:pt idx="3450">
                  <c:v>2.5</c:v>
                </c:pt>
                <c:pt idx="3451">
                  <c:v>2.5</c:v>
                </c:pt>
                <c:pt idx="3452">
                  <c:v>2.5</c:v>
                </c:pt>
                <c:pt idx="3453">
                  <c:v>2.5</c:v>
                </c:pt>
                <c:pt idx="3454">
                  <c:v>2.5</c:v>
                </c:pt>
                <c:pt idx="3455">
                  <c:v>2.5</c:v>
                </c:pt>
                <c:pt idx="3456">
                  <c:v>2.5</c:v>
                </c:pt>
                <c:pt idx="3457">
                  <c:v>2.5</c:v>
                </c:pt>
                <c:pt idx="3458">
                  <c:v>2.5</c:v>
                </c:pt>
                <c:pt idx="3459">
                  <c:v>2.5</c:v>
                </c:pt>
                <c:pt idx="3460">
                  <c:v>2.5</c:v>
                </c:pt>
                <c:pt idx="3461">
                  <c:v>2.5</c:v>
                </c:pt>
                <c:pt idx="3462">
                  <c:v>2.5</c:v>
                </c:pt>
                <c:pt idx="3463">
                  <c:v>2.5</c:v>
                </c:pt>
                <c:pt idx="3464">
                  <c:v>2.5</c:v>
                </c:pt>
                <c:pt idx="3465">
                  <c:v>2.5</c:v>
                </c:pt>
                <c:pt idx="3466">
                  <c:v>2.5</c:v>
                </c:pt>
                <c:pt idx="3467">
                  <c:v>2.5</c:v>
                </c:pt>
                <c:pt idx="3468">
                  <c:v>2.5</c:v>
                </c:pt>
                <c:pt idx="3469">
                  <c:v>2.5</c:v>
                </c:pt>
                <c:pt idx="3470">
                  <c:v>2.5</c:v>
                </c:pt>
                <c:pt idx="3471">
                  <c:v>2.5</c:v>
                </c:pt>
                <c:pt idx="3472">
                  <c:v>2.5</c:v>
                </c:pt>
                <c:pt idx="3473">
                  <c:v>2.5</c:v>
                </c:pt>
                <c:pt idx="3474">
                  <c:v>2.5</c:v>
                </c:pt>
                <c:pt idx="3475">
                  <c:v>2.5</c:v>
                </c:pt>
                <c:pt idx="3476">
                  <c:v>2.5</c:v>
                </c:pt>
                <c:pt idx="3477">
                  <c:v>2.5</c:v>
                </c:pt>
                <c:pt idx="3478">
                  <c:v>2.5</c:v>
                </c:pt>
                <c:pt idx="3479">
                  <c:v>2.5</c:v>
                </c:pt>
                <c:pt idx="3480">
                  <c:v>2.5</c:v>
                </c:pt>
                <c:pt idx="3481">
                  <c:v>2.5</c:v>
                </c:pt>
                <c:pt idx="3482">
                  <c:v>2.5</c:v>
                </c:pt>
                <c:pt idx="3483">
                  <c:v>2.5</c:v>
                </c:pt>
                <c:pt idx="3484">
                  <c:v>2.5</c:v>
                </c:pt>
                <c:pt idx="3485">
                  <c:v>2.5</c:v>
                </c:pt>
                <c:pt idx="3486">
                  <c:v>2.5</c:v>
                </c:pt>
                <c:pt idx="3487">
                  <c:v>2.5</c:v>
                </c:pt>
                <c:pt idx="3488">
                  <c:v>2.5</c:v>
                </c:pt>
                <c:pt idx="3489">
                  <c:v>2.5</c:v>
                </c:pt>
                <c:pt idx="3490">
                  <c:v>2.5</c:v>
                </c:pt>
                <c:pt idx="3491">
                  <c:v>2.5</c:v>
                </c:pt>
                <c:pt idx="3492">
                  <c:v>2.5</c:v>
                </c:pt>
                <c:pt idx="3493">
                  <c:v>2.5</c:v>
                </c:pt>
                <c:pt idx="3494">
                  <c:v>2.5</c:v>
                </c:pt>
                <c:pt idx="3495">
                  <c:v>2.5</c:v>
                </c:pt>
                <c:pt idx="3496">
                  <c:v>2.5</c:v>
                </c:pt>
                <c:pt idx="3497">
                  <c:v>2.5</c:v>
                </c:pt>
                <c:pt idx="3498">
                  <c:v>2.5</c:v>
                </c:pt>
                <c:pt idx="3499">
                  <c:v>2.5</c:v>
                </c:pt>
                <c:pt idx="3500">
                  <c:v>2.5</c:v>
                </c:pt>
                <c:pt idx="3501">
                  <c:v>2.5</c:v>
                </c:pt>
                <c:pt idx="3502">
                  <c:v>2.5</c:v>
                </c:pt>
                <c:pt idx="3503">
                  <c:v>2.5</c:v>
                </c:pt>
                <c:pt idx="3504">
                  <c:v>2.5</c:v>
                </c:pt>
                <c:pt idx="3505">
                  <c:v>2.5</c:v>
                </c:pt>
                <c:pt idx="3506">
                  <c:v>2.5</c:v>
                </c:pt>
                <c:pt idx="3507">
                  <c:v>2.5</c:v>
                </c:pt>
                <c:pt idx="3508">
                  <c:v>2.5</c:v>
                </c:pt>
                <c:pt idx="3509">
                  <c:v>2.5</c:v>
                </c:pt>
                <c:pt idx="3510">
                  <c:v>2.5</c:v>
                </c:pt>
                <c:pt idx="3511">
                  <c:v>2.5</c:v>
                </c:pt>
                <c:pt idx="3512">
                  <c:v>2.5</c:v>
                </c:pt>
                <c:pt idx="3513">
                  <c:v>2.5</c:v>
                </c:pt>
                <c:pt idx="3514">
                  <c:v>2.5</c:v>
                </c:pt>
                <c:pt idx="3515">
                  <c:v>2.5</c:v>
                </c:pt>
                <c:pt idx="3516">
                  <c:v>2.5</c:v>
                </c:pt>
                <c:pt idx="3517">
                  <c:v>2.5</c:v>
                </c:pt>
                <c:pt idx="3518">
                  <c:v>2.5</c:v>
                </c:pt>
                <c:pt idx="3519">
                  <c:v>2.5</c:v>
                </c:pt>
                <c:pt idx="3520">
                  <c:v>2.5</c:v>
                </c:pt>
                <c:pt idx="3521">
                  <c:v>2.5</c:v>
                </c:pt>
                <c:pt idx="3522">
                  <c:v>2.5</c:v>
                </c:pt>
                <c:pt idx="3523">
                  <c:v>2.5</c:v>
                </c:pt>
                <c:pt idx="3524">
                  <c:v>2.5</c:v>
                </c:pt>
                <c:pt idx="3525">
                  <c:v>2.5</c:v>
                </c:pt>
                <c:pt idx="3526">
                  <c:v>2.5</c:v>
                </c:pt>
                <c:pt idx="3527">
                  <c:v>2.5</c:v>
                </c:pt>
                <c:pt idx="3528">
                  <c:v>2.5</c:v>
                </c:pt>
                <c:pt idx="3529">
                  <c:v>2.5</c:v>
                </c:pt>
                <c:pt idx="3530">
                  <c:v>2.5</c:v>
                </c:pt>
                <c:pt idx="3531">
                  <c:v>2.5</c:v>
                </c:pt>
                <c:pt idx="3532">
                  <c:v>2.5</c:v>
                </c:pt>
                <c:pt idx="3533">
                  <c:v>2.5</c:v>
                </c:pt>
                <c:pt idx="3534">
                  <c:v>2.5</c:v>
                </c:pt>
                <c:pt idx="3535">
                  <c:v>2.5</c:v>
                </c:pt>
                <c:pt idx="3536">
                  <c:v>2.5</c:v>
                </c:pt>
                <c:pt idx="3537">
                  <c:v>2.5</c:v>
                </c:pt>
                <c:pt idx="3538">
                  <c:v>2.5</c:v>
                </c:pt>
                <c:pt idx="3539">
                  <c:v>2.5</c:v>
                </c:pt>
                <c:pt idx="3540">
                  <c:v>2.5</c:v>
                </c:pt>
                <c:pt idx="3541">
                  <c:v>2.5</c:v>
                </c:pt>
                <c:pt idx="3542">
                  <c:v>2.25</c:v>
                </c:pt>
                <c:pt idx="3543">
                  <c:v>2.25</c:v>
                </c:pt>
                <c:pt idx="3544">
                  <c:v>2.25</c:v>
                </c:pt>
                <c:pt idx="3545">
                  <c:v>2.25</c:v>
                </c:pt>
                <c:pt idx="3546">
                  <c:v>2.25</c:v>
                </c:pt>
                <c:pt idx="3547">
                  <c:v>2.25</c:v>
                </c:pt>
                <c:pt idx="3548">
                  <c:v>2.25</c:v>
                </c:pt>
                <c:pt idx="3549">
                  <c:v>2.25</c:v>
                </c:pt>
                <c:pt idx="3550">
                  <c:v>2.25</c:v>
                </c:pt>
                <c:pt idx="3551">
                  <c:v>2.25</c:v>
                </c:pt>
                <c:pt idx="3552">
                  <c:v>2.25</c:v>
                </c:pt>
                <c:pt idx="3553">
                  <c:v>2.25</c:v>
                </c:pt>
                <c:pt idx="3554">
                  <c:v>2.25</c:v>
                </c:pt>
                <c:pt idx="3555">
                  <c:v>2.25</c:v>
                </c:pt>
                <c:pt idx="3556">
                  <c:v>2.25</c:v>
                </c:pt>
                <c:pt idx="3557">
                  <c:v>2.25</c:v>
                </c:pt>
                <c:pt idx="3558">
                  <c:v>2.25</c:v>
                </c:pt>
                <c:pt idx="3559">
                  <c:v>2.25</c:v>
                </c:pt>
                <c:pt idx="3560">
                  <c:v>2.25</c:v>
                </c:pt>
                <c:pt idx="3561">
                  <c:v>2.25</c:v>
                </c:pt>
                <c:pt idx="3562">
                  <c:v>2.25</c:v>
                </c:pt>
                <c:pt idx="3563">
                  <c:v>2.25</c:v>
                </c:pt>
                <c:pt idx="3564">
                  <c:v>2.25</c:v>
                </c:pt>
                <c:pt idx="3565">
                  <c:v>2.25</c:v>
                </c:pt>
                <c:pt idx="3566">
                  <c:v>2.25</c:v>
                </c:pt>
                <c:pt idx="3567">
                  <c:v>2.25</c:v>
                </c:pt>
                <c:pt idx="3568">
                  <c:v>2.25</c:v>
                </c:pt>
                <c:pt idx="3569">
                  <c:v>2.25</c:v>
                </c:pt>
                <c:pt idx="3570">
                  <c:v>2.25</c:v>
                </c:pt>
                <c:pt idx="3571">
                  <c:v>2.25</c:v>
                </c:pt>
                <c:pt idx="3572">
                  <c:v>2.25</c:v>
                </c:pt>
                <c:pt idx="3573">
                  <c:v>2.25</c:v>
                </c:pt>
                <c:pt idx="3574">
                  <c:v>2.25</c:v>
                </c:pt>
                <c:pt idx="3575">
                  <c:v>2.25</c:v>
                </c:pt>
                <c:pt idx="3576">
                  <c:v>2.25</c:v>
                </c:pt>
                <c:pt idx="3577">
                  <c:v>2</c:v>
                </c:pt>
                <c:pt idx="3578">
                  <c:v>2</c:v>
                </c:pt>
                <c:pt idx="3579">
                  <c:v>2</c:v>
                </c:pt>
                <c:pt idx="3580">
                  <c:v>2</c:v>
                </c:pt>
                <c:pt idx="3581">
                  <c:v>2</c:v>
                </c:pt>
                <c:pt idx="3582">
                  <c:v>2</c:v>
                </c:pt>
                <c:pt idx="3583">
                  <c:v>2</c:v>
                </c:pt>
                <c:pt idx="3584">
                  <c:v>2</c:v>
                </c:pt>
                <c:pt idx="3585">
                  <c:v>2</c:v>
                </c:pt>
                <c:pt idx="3586">
                  <c:v>2</c:v>
                </c:pt>
                <c:pt idx="3587">
                  <c:v>2</c:v>
                </c:pt>
                <c:pt idx="3588">
                  <c:v>2</c:v>
                </c:pt>
                <c:pt idx="3589">
                  <c:v>2</c:v>
                </c:pt>
                <c:pt idx="3590">
                  <c:v>2</c:v>
                </c:pt>
                <c:pt idx="3591">
                  <c:v>2</c:v>
                </c:pt>
                <c:pt idx="3592">
                  <c:v>2</c:v>
                </c:pt>
                <c:pt idx="3593">
                  <c:v>2</c:v>
                </c:pt>
                <c:pt idx="3594">
                  <c:v>2</c:v>
                </c:pt>
                <c:pt idx="3595">
                  <c:v>2</c:v>
                </c:pt>
                <c:pt idx="3596">
                  <c:v>2</c:v>
                </c:pt>
                <c:pt idx="3597">
                  <c:v>2</c:v>
                </c:pt>
                <c:pt idx="3598">
                  <c:v>2</c:v>
                </c:pt>
                <c:pt idx="3599">
                  <c:v>2</c:v>
                </c:pt>
                <c:pt idx="3600">
                  <c:v>2</c:v>
                </c:pt>
                <c:pt idx="3601">
                  <c:v>2</c:v>
                </c:pt>
                <c:pt idx="3602">
                  <c:v>2</c:v>
                </c:pt>
                <c:pt idx="3603">
                  <c:v>2</c:v>
                </c:pt>
                <c:pt idx="3604">
                  <c:v>2</c:v>
                </c:pt>
                <c:pt idx="3605">
                  <c:v>2</c:v>
                </c:pt>
                <c:pt idx="3606">
                  <c:v>2</c:v>
                </c:pt>
                <c:pt idx="3607">
                  <c:v>1.75</c:v>
                </c:pt>
                <c:pt idx="3608">
                  <c:v>1.75</c:v>
                </c:pt>
                <c:pt idx="3609">
                  <c:v>1.75</c:v>
                </c:pt>
                <c:pt idx="3610">
                  <c:v>1.75</c:v>
                </c:pt>
                <c:pt idx="3611">
                  <c:v>1.75</c:v>
                </c:pt>
                <c:pt idx="3612">
                  <c:v>1.75</c:v>
                </c:pt>
                <c:pt idx="3613">
                  <c:v>1.75</c:v>
                </c:pt>
                <c:pt idx="3614">
                  <c:v>1.75</c:v>
                </c:pt>
                <c:pt idx="3615">
                  <c:v>1.75</c:v>
                </c:pt>
                <c:pt idx="3616">
                  <c:v>1.75</c:v>
                </c:pt>
                <c:pt idx="3617">
                  <c:v>1.75</c:v>
                </c:pt>
                <c:pt idx="3618">
                  <c:v>1.75</c:v>
                </c:pt>
                <c:pt idx="3619">
                  <c:v>1.75</c:v>
                </c:pt>
                <c:pt idx="3620">
                  <c:v>1.75</c:v>
                </c:pt>
                <c:pt idx="3621">
                  <c:v>1.75</c:v>
                </c:pt>
                <c:pt idx="3622">
                  <c:v>1.75</c:v>
                </c:pt>
                <c:pt idx="3623">
                  <c:v>1.75</c:v>
                </c:pt>
                <c:pt idx="3624">
                  <c:v>1.75</c:v>
                </c:pt>
                <c:pt idx="3625">
                  <c:v>1.75</c:v>
                </c:pt>
                <c:pt idx="3626">
                  <c:v>1.75</c:v>
                </c:pt>
                <c:pt idx="3627">
                  <c:v>1.75</c:v>
                </c:pt>
                <c:pt idx="3628">
                  <c:v>1.75</c:v>
                </c:pt>
                <c:pt idx="3629">
                  <c:v>1.75</c:v>
                </c:pt>
                <c:pt idx="3630">
                  <c:v>1.75</c:v>
                </c:pt>
                <c:pt idx="3631">
                  <c:v>1.75</c:v>
                </c:pt>
                <c:pt idx="3632">
                  <c:v>1.75</c:v>
                </c:pt>
                <c:pt idx="3633">
                  <c:v>1.75</c:v>
                </c:pt>
                <c:pt idx="3634">
                  <c:v>1.75</c:v>
                </c:pt>
                <c:pt idx="3635">
                  <c:v>1.75</c:v>
                </c:pt>
                <c:pt idx="3636">
                  <c:v>1.75</c:v>
                </c:pt>
                <c:pt idx="3637">
                  <c:v>1.75</c:v>
                </c:pt>
                <c:pt idx="3638">
                  <c:v>1.75</c:v>
                </c:pt>
                <c:pt idx="3639">
                  <c:v>1.75</c:v>
                </c:pt>
                <c:pt idx="3640">
                  <c:v>1.75</c:v>
                </c:pt>
                <c:pt idx="3641">
                  <c:v>1.75</c:v>
                </c:pt>
                <c:pt idx="3642">
                  <c:v>1.75</c:v>
                </c:pt>
                <c:pt idx="3643">
                  <c:v>1.75</c:v>
                </c:pt>
                <c:pt idx="3644">
                  <c:v>1.75</c:v>
                </c:pt>
                <c:pt idx="3645">
                  <c:v>1.75</c:v>
                </c:pt>
                <c:pt idx="3646">
                  <c:v>1.75</c:v>
                </c:pt>
                <c:pt idx="3647">
                  <c:v>1.75</c:v>
                </c:pt>
                <c:pt idx="3648">
                  <c:v>1.75</c:v>
                </c:pt>
                <c:pt idx="3649">
                  <c:v>1.75</c:v>
                </c:pt>
                <c:pt idx="3650">
                  <c:v>1.75</c:v>
                </c:pt>
                <c:pt idx="3651">
                  <c:v>1.75</c:v>
                </c:pt>
                <c:pt idx="3652">
                  <c:v>1.75</c:v>
                </c:pt>
                <c:pt idx="3653">
                  <c:v>1.75</c:v>
                </c:pt>
                <c:pt idx="3654">
                  <c:v>1.75</c:v>
                </c:pt>
                <c:pt idx="3655">
                  <c:v>1.75</c:v>
                </c:pt>
                <c:pt idx="3656">
                  <c:v>1.75</c:v>
                </c:pt>
                <c:pt idx="3657">
                  <c:v>1.75</c:v>
                </c:pt>
                <c:pt idx="3658">
                  <c:v>1.75</c:v>
                </c:pt>
                <c:pt idx="3659">
                  <c:v>1.75</c:v>
                </c:pt>
                <c:pt idx="3660">
                  <c:v>1.75</c:v>
                </c:pt>
                <c:pt idx="3661">
                  <c:v>1.75</c:v>
                </c:pt>
                <c:pt idx="3662">
                  <c:v>1.75</c:v>
                </c:pt>
                <c:pt idx="3663">
                  <c:v>1.75</c:v>
                </c:pt>
                <c:pt idx="3664">
                  <c:v>1.75</c:v>
                </c:pt>
                <c:pt idx="3665">
                  <c:v>1.75</c:v>
                </c:pt>
                <c:pt idx="3666">
                  <c:v>1.75</c:v>
                </c:pt>
                <c:pt idx="3667">
                  <c:v>1.75</c:v>
                </c:pt>
                <c:pt idx="3668">
                  <c:v>1.75</c:v>
                </c:pt>
                <c:pt idx="3669">
                  <c:v>1.75</c:v>
                </c:pt>
                <c:pt idx="3670">
                  <c:v>1.75</c:v>
                </c:pt>
                <c:pt idx="3671">
                  <c:v>1.75</c:v>
                </c:pt>
                <c:pt idx="3672">
                  <c:v>1.75</c:v>
                </c:pt>
                <c:pt idx="3673">
                  <c:v>1.75</c:v>
                </c:pt>
                <c:pt idx="3674">
                  <c:v>1.75</c:v>
                </c:pt>
                <c:pt idx="3675">
                  <c:v>1.75</c:v>
                </c:pt>
                <c:pt idx="3676">
                  <c:v>1.75</c:v>
                </c:pt>
                <c:pt idx="3677">
                  <c:v>1.75</c:v>
                </c:pt>
                <c:pt idx="3678">
                  <c:v>1.75</c:v>
                </c:pt>
                <c:pt idx="3679">
                  <c:v>1.75</c:v>
                </c:pt>
                <c:pt idx="3680">
                  <c:v>1.75</c:v>
                </c:pt>
                <c:pt idx="3681">
                  <c:v>1.75</c:v>
                </c:pt>
                <c:pt idx="3682">
                  <c:v>1.75</c:v>
                </c:pt>
                <c:pt idx="3683">
                  <c:v>1.75</c:v>
                </c:pt>
                <c:pt idx="3684">
                  <c:v>1.75</c:v>
                </c:pt>
                <c:pt idx="3685">
                  <c:v>1.75</c:v>
                </c:pt>
                <c:pt idx="3686">
                  <c:v>1.75</c:v>
                </c:pt>
                <c:pt idx="3687">
                  <c:v>1.75</c:v>
                </c:pt>
                <c:pt idx="3688">
                  <c:v>1.75</c:v>
                </c:pt>
                <c:pt idx="3689">
                  <c:v>1.75</c:v>
                </c:pt>
                <c:pt idx="3690">
                  <c:v>1.75</c:v>
                </c:pt>
                <c:pt idx="3691">
                  <c:v>1.75</c:v>
                </c:pt>
                <c:pt idx="3692">
                  <c:v>1.75</c:v>
                </c:pt>
                <c:pt idx="3693">
                  <c:v>1.75</c:v>
                </c:pt>
                <c:pt idx="3694">
                  <c:v>1.75</c:v>
                </c:pt>
                <c:pt idx="3695">
                  <c:v>1.75</c:v>
                </c:pt>
                <c:pt idx="3696">
                  <c:v>1.25</c:v>
                </c:pt>
                <c:pt idx="3697">
                  <c:v>1.25</c:v>
                </c:pt>
                <c:pt idx="3698">
                  <c:v>1.25</c:v>
                </c:pt>
                <c:pt idx="3699">
                  <c:v>1.25</c:v>
                </c:pt>
                <c:pt idx="3700">
                  <c:v>1.25</c:v>
                </c:pt>
                <c:pt idx="3701">
                  <c:v>1.25</c:v>
                </c:pt>
                <c:pt idx="3702">
                  <c:v>1.25</c:v>
                </c:pt>
                <c:pt idx="3703">
                  <c:v>1.25</c:v>
                </c:pt>
                <c:pt idx="3704">
                  <c:v>1.25</c:v>
                </c:pt>
                <c:pt idx="3705">
                  <c:v>0.25</c:v>
                </c:pt>
                <c:pt idx="3706">
                  <c:v>0.25</c:v>
                </c:pt>
                <c:pt idx="3707">
                  <c:v>0.25</c:v>
                </c:pt>
                <c:pt idx="3708">
                  <c:v>0.25</c:v>
                </c:pt>
                <c:pt idx="3709">
                  <c:v>0.25</c:v>
                </c:pt>
                <c:pt idx="3710">
                  <c:v>0.25</c:v>
                </c:pt>
                <c:pt idx="3711">
                  <c:v>0.25</c:v>
                </c:pt>
                <c:pt idx="3712">
                  <c:v>0.25</c:v>
                </c:pt>
                <c:pt idx="3713">
                  <c:v>0.25</c:v>
                </c:pt>
                <c:pt idx="3714">
                  <c:v>0.25</c:v>
                </c:pt>
                <c:pt idx="3715">
                  <c:v>0.25</c:v>
                </c:pt>
                <c:pt idx="3716">
                  <c:v>0.25</c:v>
                </c:pt>
                <c:pt idx="3717">
                  <c:v>0.25</c:v>
                </c:pt>
                <c:pt idx="3718">
                  <c:v>0.25</c:v>
                </c:pt>
                <c:pt idx="3719">
                  <c:v>0.25</c:v>
                </c:pt>
                <c:pt idx="3720">
                  <c:v>0.25</c:v>
                </c:pt>
                <c:pt idx="3721">
                  <c:v>0.25</c:v>
                </c:pt>
                <c:pt idx="3722">
                  <c:v>0.25</c:v>
                </c:pt>
                <c:pt idx="3723">
                  <c:v>0.25</c:v>
                </c:pt>
                <c:pt idx="3724">
                  <c:v>0.25</c:v>
                </c:pt>
                <c:pt idx="3725">
                  <c:v>0.25</c:v>
                </c:pt>
                <c:pt idx="3726">
                  <c:v>0.25</c:v>
                </c:pt>
                <c:pt idx="3727">
                  <c:v>0.25</c:v>
                </c:pt>
                <c:pt idx="3728">
                  <c:v>0.25</c:v>
                </c:pt>
                <c:pt idx="3729">
                  <c:v>0.25</c:v>
                </c:pt>
                <c:pt idx="3730">
                  <c:v>0.25</c:v>
                </c:pt>
                <c:pt idx="3731">
                  <c:v>0.25</c:v>
                </c:pt>
                <c:pt idx="3732">
                  <c:v>0.25</c:v>
                </c:pt>
                <c:pt idx="3733">
                  <c:v>0.25</c:v>
                </c:pt>
                <c:pt idx="3734">
                  <c:v>0.25</c:v>
                </c:pt>
                <c:pt idx="3735">
                  <c:v>0.25</c:v>
                </c:pt>
                <c:pt idx="3736">
                  <c:v>0.25</c:v>
                </c:pt>
                <c:pt idx="3737">
                  <c:v>0.25</c:v>
                </c:pt>
                <c:pt idx="3738">
                  <c:v>0.25</c:v>
                </c:pt>
                <c:pt idx="3739">
                  <c:v>0.25</c:v>
                </c:pt>
                <c:pt idx="3740">
                  <c:v>0.25</c:v>
                </c:pt>
                <c:pt idx="3741">
                  <c:v>0.25</c:v>
                </c:pt>
                <c:pt idx="3742">
                  <c:v>0.25</c:v>
                </c:pt>
                <c:pt idx="3743">
                  <c:v>0.25</c:v>
                </c:pt>
                <c:pt idx="3744">
                  <c:v>0.25</c:v>
                </c:pt>
                <c:pt idx="3745">
                  <c:v>0.25</c:v>
                </c:pt>
                <c:pt idx="3746">
                  <c:v>0.25</c:v>
                </c:pt>
                <c:pt idx="3747">
                  <c:v>0.25</c:v>
                </c:pt>
                <c:pt idx="3748">
                  <c:v>0.25</c:v>
                </c:pt>
                <c:pt idx="3749">
                  <c:v>0.25</c:v>
                </c:pt>
                <c:pt idx="3750">
                  <c:v>0.25</c:v>
                </c:pt>
                <c:pt idx="3751">
                  <c:v>0.25</c:v>
                </c:pt>
                <c:pt idx="3752">
                  <c:v>0.25</c:v>
                </c:pt>
                <c:pt idx="3753">
                  <c:v>0.25</c:v>
                </c:pt>
                <c:pt idx="3754">
                  <c:v>0.25</c:v>
                </c:pt>
                <c:pt idx="3755">
                  <c:v>0.25</c:v>
                </c:pt>
                <c:pt idx="3756">
                  <c:v>0.25</c:v>
                </c:pt>
                <c:pt idx="3757">
                  <c:v>0.25</c:v>
                </c:pt>
                <c:pt idx="3758">
                  <c:v>0.25</c:v>
                </c:pt>
                <c:pt idx="3759">
                  <c:v>0.25</c:v>
                </c:pt>
                <c:pt idx="3760">
                  <c:v>0.25</c:v>
                </c:pt>
                <c:pt idx="3761">
                  <c:v>0.25</c:v>
                </c:pt>
                <c:pt idx="3762">
                  <c:v>0.25</c:v>
                </c:pt>
                <c:pt idx="3763">
                  <c:v>0.25</c:v>
                </c:pt>
                <c:pt idx="3764">
                  <c:v>0.25</c:v>
                </c:pt>
                <c:pt idx="3765">
                  <c:v>0.25</c:v>
                </c:pt>
                <c:pt idx="3766">
                  <c:v>0.25</c:v>
                </c:pt>
                <c:pt idx="3767">
                  <c:v>0.25</c:v>
                </c:pt>
                <c:pt idx="3768">
                  <c:v>0.25</c:v>
                </c:pt>
                <c:pt idx="3769">
                  <c:v>0.25</c:v>
                </c:pt>
                <c:pt idx="3770">
                  <c:v>0.25</c:v>
                </c:pt>
                <c:pt idx="3771">
                  <c:v>0.25</c:v>
                </c:pt>
                <c:pt idx="3772">
                  <c:v>0.25</c:v>
                </c:pt>
                <c:pt idx="3773">
                  <c:v>0.25</c:v>
                </c:pt>
                <c:pt idx="3774">
                  <c:v>0.25</c:v>
                </c:pt>
                <c:pt idx="3775">
                  <c:v>0.25</c:v>
                </c:pt>
                <c:pt idx="3776">
                  <c:v>0.25</c:v>
                </c:pt>
                <c:pt idx="3777">
                  <c:v>0.25</c:v>
                </c:pt>
                <c:pt idx="3778">
                  <c:v>0.25</c:v>
                </c:pt>
                <c:pt idx="3779">
                  <c:v>0.25</c:v>
                </c:pt>
                <c:pt idx="3780">
                  <c:v>0.25</c:v>
                </c:pt>
                <c:pt idx="3781">
                  <c:v>0.25</c:v>
                </c:pt>
                <c:pt idx="3782">
                  <c:v>0.25</c:v>
                </c:pt>
                <c:pt idx="3783">
                  <c:v>0.25</c:v>
                </c:pt>
                <c:pt idx="3784">
                  <c:v>0.25</c:v>
                </c:pt>
                <c:pt idx="3785">
                  <c:v>0.25</c:v>
                </c:pt>
                <c:pt idx="3786">
                  <c:v>0.25</c:v>
                </c:pt>
                <c:pt idx="3787">
                  <c:v>0.25</c:v>
                </c:pt>
                <c:pt idx="3788">
                  <c:v>0.25</c:v>
                </c:pt>
                <c:pt idx="3789">
                  <c:v>0.25</c:v>
                </c:pt>
                <c:pt idx="3790">
                  <c:v>0.25</c:v>
                </c:pt>
                <c:pt idx="3791">
                  <c:v>0.25</c:v>
                </c:pt>
                <c:pt idx="3792">
                  <c:v>0.25</c:v>
                </c:pt>
                <c:pt idx="3793">
                  <c:v>0.25</c:v>
                </c:pt>
                <c:pt idx="3794">
                  <c:v>0.25</c:v>
                </c:pt>
                <c:pt idx="3795">
                  <c:v>0.25</c:v>
                </c:pt>
                <c:pt idx="3796">
                  <c:v>0.25</c:v>
                </c:pt>
                <c:pt idx="3797">
                  <c:v>0.25</c:v>
                </c:pt>
                <c:pt idx="3798">
                  <c:v>0.25</c:v>
                </c:pt>
                <c:pt idx="3799">
                  <c:v>0.25</c:v>
                </c:pt>
                <c:pt idx="3800">
                  <c:v>0.25</c:v>
                </c:pt>
                <c:pt idx="3801">
                  <c:v>0.25</c:v>
                </c:pt>
                <c:pt idx="3802">
                  <c:v>0.25</c:v>
                </c:pt>
                <c:pt idx="3803">
                  <c:v>0.25</c:v>
                </c:pt>
                <c:pt idx="3804">
                  <c:v>0.25</c:v>
                </c:pt>
                <c:pt idx="3805">
                  <c:v>0.25</c:v>
                </c:pt>
                <c:pt idx="3806">
                  <c:v>0.25</c:v>
                </c:pt>
                <c:pt idx="3807">
                  <c:v>0.25</c:v>
                </c:pt>
                <c:pt idx="3808">
                  <c:v>0.25</c:v>
                </c:pt>
                <c:pt idx="3809">
                  <c:v>0.25</c:v>
                </c:pt>
                <c:pt idx="3810">
                  <c:v>0.25</c:v>
                </c:pt>
                <c:pt idx="3811">
                  <c:v>0.25</c:v>
                </c:pt>
                <c:pt idx="3812">
                  <c:v>0.25</c:v>
                </c:pt>
                <c:pt idx="3813">
                  <c:v>0.25</c:v>
                </c:pt>
                <c:pt idx="3814">
                  <c:v>0.25</c:v>
                </c:pt>
                <c:pt idx="3815">
                  <c:v>0.25</c:v>
                </c:pt>
                <c:pt idx="3816">
                  <c:v>0.25</c:v>
                </c:pt>
                <c:pt idx="3817">
                  <c:v>0.25</c:v>
                </c:pt>
                <c:pt idx="3818">
                  <c:v>0.25</c:v>
                </c:pt>
                <c:pt idx="3819">
                  <c:v>0.25</c:v>
                </c:pt>
                <c:pt idx="3820">
                  <c:v>0.25</c:v>
                </c:pt>
                <c:pt idx="3821">
                  <c:v>0.25</c:v>
                </c:pt>
                <c:pt idx="3822">
                  <c:v>0.25</c:v>
                </c:pt>
                <c:pt idx="3823">
                  <c:v>0.25</c:v>
                </c:pt>
                <c:pt idx="3824">
                  <c:v>0.25</c:v>
                </c:pt>
                <c:pt idx="3825">
                  <c:v>0.25</c:v>
                </c:pt>
                <c:pt idx="3826">
                  <c:v>0.25</c:v>
                </c:pt>
                <c:pt idx="3827">
                  <c:v>0.25</c:v>
                </c:pt>
                <c:pt idx="3828">
                  <c:v>0.25</c:v>
                </c:pt>
                <c:pt idx="3829">
                  <c:v>0.25</c:v>
                </c:pt>
                <c:pt idx="3830">
                  <c:v>0.25</c:v>
                </c:pt>
                <c:pt idx="3831">
                  <c:v>0.25</c:v>
                </c:pt>
                <c:pt idx="3832">
                  <c:v>0.25</c:v>
                </c:pt>
                <c:pt idx="3833">
                  <c:v>0.25</c:v>
                </c:pt>
                <c:pt idx="3834">
                  <c:v>0.25</c:v>
                </c:pt>
                <c:pt idx="3835">
                  <c:v>0.25</c:v>
                </c:pt>
                <c:pt idx="3836">
                  <c:v>0.25</c:v>
                </c:pt>
                <c:pt idx="3837">
                  <c:v>0.25</c:v>
                </c:pt>
                <c:pt idx="3838">
                  <c:v>0.25</c:v>
                </c:pt>
                <c:pt idx="3839">
                  <c:v>0.25</c:v>
                </c:pt>
                <c:pt idx="3840">
                  <c:v>0.25</c:v>
                </c:pt>
                <c:pt idx="3841">
                  <c:v>0.25</c:v>
                </c:pt>
                <c:pt idx="3842">
                  <c:v>0.25</c:v>
                </c:pt>
                <c:pt idx="3843">
                  <c:v>0.25</c:v>
                </c:pt>
                <c:pt idx="3844">
                  <c:v>0.25</c:v>
                </c:pt>
                <c:pt idx="3845">
                  <c:v>0.25</c:v>
                </c:pt>
                <c:pt idx="3846">
                  <c:v>0.25</c:v>
                </c:pt>
                <c:pt idx="3847">
                  <c:v>0.25</c:v>
                </c:pt>
                <c:pt idx="3848">
                  <c:v>0.25</c:v>
                </c:pt>
                <c:pt idx="3849">
                  <c:v>0.25</c:v>
                </c:pt>
                <c:pt idx="3850">
                  <c:v>0.25</c:v>
                </c:pt>
                <c:pt idx="3851">
                  <c:v>0.25</c:v>
                </c:pt>
                <c:pt idx="3852">
                  <c:v>0.25</c:v>
                </c:pt>
                <c:pt idx="3853">
                  <c:v>0.25</c:v>
                </c:pt>
                <c:pt idx="3854">
                  <c:v>0.25</c:v>
                </c:pt>
                <c:pt idx="3855">
                  <c:v>0.25</c:v>
                </c:pt>
                <c:pt idx="3856">
                  <c:v>0.25</c:v>
                </c:pt>
                <c:pt idx="3857">
                  <c:v>0.25</c:v>
                </c:pt>
                <c:pt idx="3858">
                  <c:v>0.25</c:v>
                </c:pt>
                <c:pt idx="3859">
                  <c:v>0.25</c:v>
                </c:pt>
                <c:pt idx="3860">
                  <c:v>0.25</c:v>
                </c:pt>
                <c:pt idx="3861">
                  <c:v>0.25</c:v>
                </c:pt>
                <c:pt idx="3862">
                  <c:v>0.25</c:v>
                </c:pt>
                <c:pt idx="3863">
                  <c:v>0.25</c:v>
                </c:pt>
                <c:pt idx="3864">
                  <c:v>0.25</c:v>
                </c:pt>
                <c:pt idx="3865">
                  <c:v>0.25</c:v>
                </c:pt>
                <c:pt idx="3866">
                  <c:v>0.25</c:v>
                </c:pt>
                <c:pt idx="3867">
                  <c:v>0.25</c:v>
                </c:pt>
                <c:pt idx="3868">
                  <c:v>0.25</c:v>
                </c:pt>
                <c:pt idx="3869">
                  <c:v>0.25</c:v>
                </c:pt>
                <c:pt idx="3870">
                  <c:v>0.25</c:v>
                </c:pt>
                <c:pt idx="3871">
                  <c:v>0.25</c:v>
                </c:pt>
                <c:pt idx="3872">
                  <c:v>0.25</c:v>
                </c:pt>
                <c:pt idx="3873">
                  <c:v>0.25</c:v>
                </c:pt>
                <c:pt idx="3874">
                  <c:v>0.25</c:v>
                </c:pt>
                <c:pt idx="3875">
                  <c:v>0.25</c:v>
                </c:pt>
                <c:pt idx="3876">
                  <c:v>0.25</c:v>
                </c:pt>
                <c:pt idx="3877">
                  <c:v>0.25</c:v>
                </c:pt>
                <c:pt idx="3878">
                  <c:v>0.25</c:v>
                </c:pt>
                <c:pt idx="3879">
                  <c:v>0.25</c:v>
                </c:pt>
                <c:pt idx="3880">
                  <c:v>0.25</c:v>
                </c:pt>
                <c:pt idx="3881">
                  <c:v>0.25</c:v>
                </c:pt>
                <c:pt idx="3882">
                  <c:v>0.25</c:v>
                </c:pt>
                <c:pt idx="3883">
                  <c:v>0.25</c:v>
                </c:pt>
                <c:pt idx="3884">
                  <c:v>0.25</c:v>
                </c:pt>
                <c:pt idx="3885">
                  <c:v>0.25</c:v>
                </c:pt>
                <c:pt idx="3886">
                  <c:v>0.25</c:v>
                </c:pt>
                <c:pt idx="3887">
                  <c:v>0.25</c:v>
                </c:pt>
                <c:pt idx="3888">
                  <c:v>0.25</c:v>
                </c:pt>
                <c:pt idx="3889">
                  <c:v>0.25</c:v>
                </c:pt>
                <c:pt idx="3890">
                  <c:v>0.25</c:v>
                </c:pt>
                <c:pt idx="3891">
                  <c:v>0.25</c:v>
                </c:pt>
                <c:pt idx="3892">
                  <c:v>0.25</c:v>
                </c:pt>
                <c:pt idx="3893">
                  <c:v>0.25</c:v>
                </c:pt>
                <c:pt idx="3894">
                  <c:v>0.25</c:v>
                </c:pt>
                <c:pt idx="3895">
                  <c:v>0.25</c:v>
                </c:pt>
                <c:pt idx="3896">
                  <c:v>0.25</c:v>
                </c:pt>
                <c:pt idx="3897">
                  <c:v>0.25</c:v>
                </c:pt>
                <c:pt idx="3898">
                  <c:v>0.25</c:v>
                </c:pt>
                <c:pt idx="3899">
                  <c:v>0.25</c:v>
                </c:pt>
                <c:pt idx="3900">
                  <c:v>0.25</c:v>
                </c:pt>
                <c:pt idx="3901">
                  <c:v>0.25</c:v>
                </c:pt>
                <c:pt idx="3902">
                  <c:v>0.25</c:v>
                </c:pt>
                <c:pt idx="3903">
                  <c:v>0.25</c:v>
                </c:pt>
                <c:pt idx="3904">
                  <c:v>0.25</c:v>
                </c:pt>
                <c:pt idx="3905">
                  <c:v>0.25</c:v>
                </c:pt>
                <c:pt idx="3906">
                  <c:v>0.25</c:v>
                </c:pt>
                <c:pt idx="3907">
                  <c:v>0.25</c:v>
                </c:pt>
                <c:pt idx="3908">
                  <c:v>0.25</c:v>
                </c:pt>
                <c:pt idx="3909">
                  <c:v>0.25</c:v>
                </c:pt>
                <c:pt idx="3910">
                  <c:v>0.25</c:v>
                </c:pt>
                <c:pt idx="3911">
                  <c:v>0.25</c:v>
                </c:pt>
                <c:pt idx="3912">
                  <c:v>0.25</c:v>
                </c:pt>
                <c:pt idx="3913">
                  <c:v>0.25</c:v>
                </c:pt>
                <c:pt idx="3914">
                  <c:v>0.25</c:v>
                </c:pt>
                <c:pt idx="3915">
                  <c:v>0.25</c:v>
                </c:pt>
                <c:pt idx="3916">
                  <c:v>0.25</c:v>
                </c:pt>
                <c:pt idx="3917">
                  <c:v>0.25</c:v>
                </c:pt>
                <c:pt idx="3918">
                  <c:v>0.25</c:v>
                </c:pt>
                <c:pt idx="3919">
                  <c:v>0.25</c:v>
                </c:pt>
                <c:pt idx="3920">
                  <c:v>0.25</c:v>
                </c:pt>
                <c:pt idx="3921">
                  <c:v>0.25</c:v>
                </c:pt>
                <c:pt idx="3922">
                  <c:v>0.25</c:v>
                </c:pt>
                <c:pt idx="3923">
                  <c:v>0.25</c:v>
                </c:pt>
                <c:pt idx="3924">
                  <c:v>0.25</c:v>
                </c:pt>
                <c:pt idx="3925">
                  <c:v>0.25</c:v>
                </c:pt>
                <c:pt idx="3926">
                  <c:v>0.25</c:v>
                </c:pt>
                <c:pt idx="3927">
                  <c:v>0.25</c:v>
                </c:pt>
                <c:pt idx="3928">
                  <c:v>0.25</c:v>
                </c:pt>
                <c:pt idx="3929">
                  <c:v>0.25</c:v>
                </c:pt>
                <c:pt idx="3930">
                  <c:v>0.25</c:v>
                </c:pt>
                <c:pt idx="3931">
                  <c:v>0.25</c:v>
                </c:pt>
                <c:pt idx="3932">
                  <c:v>0.25</c:v>
                </c:pt>
                <c:pt idx="3933">
                  <c:v>0.25</c:v>
                </c:pt>
                <c:pt idx="3934">
                  <c:v>0.25</c:v>
                </c:pt>
                <c:pt idx="3935">
                  <c:v>0.25</c:v>
                </c:pt>
                <c:pt idx="3936">
                  <c:v>0.25</c:v>
                </c:pt>
                <c:pt idx="3937">
                  <c:v>0.25</c:v>
                </c:pt>
                <c:pt idx="3938">
                  <c:v>0.25</c:v>
                </c:pt>
                <c:pt idx="3939">
                  <c:v>0.25</c:v>
                </c:pt>
                <c:pt idx="3940">
                  <c:v>0.25</c:v>
                </c:pt>
                <c:pt idx="3941">
                  <c:v>0.25</c:v>
                </c:pt>
                <c:pt idx="3942">
                  <c:v>0.25</c:v>
                </c:pt>
                <c:pt idx="3943">
                  <c:v>0.25</c:v>
                </c:pt>
                <c:pt idx="3944">
                  <c:v>0.25</c:v>
                </c:pt>
                <c:pt idx="3945">
                  <c:v>0.25</c:v>
                </c:pt>
                <c:pt idx="3946">
                  <c:v>0.25</c:v>
                </c:pt>
                <c:pt idx="3947">
                  <c:v>0.25</c:v>
                </c:pt>
                <c:pt idx="3948">
                  <c:v>0.25</c:v>
                </c:pt>
                <c:pt idx="3949">
                  <c:v>0.25</c:v>
                </c:pt>
                <c:pt idx="3950">
                  <c:v>0.25</c:v>
                </c:pt>
                <c:pt idx="3951">
                  <c:v>0.25</c:v>
                </c:pt>
                <c:pt idx="3952">
                  <c:v>0.25</c:v>
                </c:pt>
                <c:pt idx="3953">
                  <c:v>0.25</c:v>
                </c:pt>
                <c:pt idx="3954">
                  <c:v>0.25</c:v>
                </c:pt>
                <c:pt idx="3955">
                  <c:v>0.25</c:v>
                </c:pt>
                <c:pt idx="3956">
                  <c:v>0.25</c:v>
                </c:pt>
                <c:pt idx="3957">
                  <c:v>0.25</c:v>
                </c:pt>
                <c:pt idx="3958">
                  <c:v>0.25</c:v>
                </c:pt>
                <c:pt idx="3959">
                  <c:v>0.25</c:v>
                </c:pt>
                <c:pt idx="3960">
                  <c:v>0.25</c:v>
                </c:pt>
                <c:pt idx="3961">
                  <c:v>0.25</c:v>
                </c:pt>
                <c:pt idx="3962">
                  <c:v>0.25</c:v>
                </c:pt>
                <c:pt idx="3963">
                  <c:v>0.25</c:v>
                </c:pt>
                <c:pt idx="3964">
                  <c:v>0.25</c:v>
                </c:pt>
                <c:pt idx="3965">
                  <c:v>0.25</c:v>
                </c:pt>
                <c:pt idx="3966">
                  <c:v>0.25</c:v>
                </c:pt>
                <c:pt idx="3967">
                  <c:v>0.25</c:v>
                </c:pt>
                <c:pt idx="3968">
                  <c:v>0.25</c:v>
                </c:pt>
                <c:pt idx="3969">
                  <c:v>0.25</c:v>
                </c:pt>
                <c:pt idx="3970">
                  <c:v>0.25</c:v>
                </c:pt>
                <c:pt idx="3971">
                  <c:v>0.25</c:v>
                </c:pt>
                <c:pt idx="3972">
                  <c:v>0.25</c:v>
                </c:pt>
                <c:pt idx="3973">
                  <c:v>0.25</c:v>
                </c:pt>
                <c:pt idx="3974">
                  <c:v>0.25</c:v>
                </c:pt>
                <c:pt idx="3975">
                  <c:v>0.25</c:v>
                </c:pt>
                <c:pt idx="3976">
                  <c:v>0.25</c:v>
                </c:pt>
                <c:pt idx="3977">
                  <c:v>0.25</c:v>
                </c:pt>
                <c:pt idx="3978">
                  <c:v>0.25</c:v>
                </c:pt>
                <c:pt idx="3979">
                  <c:v>0.25</c:v>
                </c:pt>
                <c:pt idx="3980">
                  <c:v>0.25</c:v>
                </c:pt>
                <c:pt idx="3981">
                  <c:v>0.25</c:v>
                </c:pt>
                <c:pt idx="3982">
                  <c:v>0.25</c:v>
                </c:pt>
                <c:pt idx="3983">
                  <c:v>0.25</c:v>
                </c:pt>
                <c:pt idx="3984">
                  <c:v>0.25</c:v>
                </c:pt>
                <c:pt idx="3985">
                  <c:v>0.25</c:v>
                </c:pt>
                <c:pt idx="3986">
                  <c:v>0.25</c:v>
                </c:pt>
                <c:pt idx="3987">
                  <c:v>0.25</c:v>
                </c:pt>
                <c:pt idx="3988">
                  <c:v>0.25</c:v>
                </c:pt>
                <c:pt idx="3989">
                  <c:v>0.25</c:v>
                </c:pt>
                <c:pt idx="3990">
                  <c:v>0.25</c:v>
                </c:pt>
                <c:pt idx="3991">
                  <c:v>0.25</c:v>
                </c:pt>
                <c:pt idx="3992">
                  <c:v>0.25</c:v>
                </c:pt>
                <c:pt idx="3993">
                  <c:v>0.25</c:v>
                </c:pt>
                <c:pt idx="3994">
                  <c:v>0.25</c:v>
                </c:pt>
                <c:pt idx="3995">
                  <c:v>0.25</c:v>
                </c:pt>
                <c:pt idx="3996">
                  <c:v>0.25</c:v>
                </c:pt>
                <c:pt idx="3997">
                  <c:v>0.25</c:v>
                </c:pt>
                <c:pt idx="3998">
                  <c:v>0.25</c:v>
                </c:pt>
                <c:pt idx="3999">
                  <c:v>0.25</c:v>
                </c:pt>
                <c:pt idx="4000">
                  <c:v>0.25</c:v>
                </c:pt>
                <c:pt idx="4001">
                  <c:v>0.25</c:v>
                </c:pt>
                <c:pt idx="4002">
                  <c:v>0.25</c:v>
                </c:pt>
                <c:pt idx="4003">
                  <c:v>0.25</c:v>
                </c:pt>
                <c:pt idx="4004">
                  <c:v>0.25</c:v>
                </c:pt>
                <c:pt idx="4005">
                  <c:v>0.25</c:v>
                </c:pt>
                <c:pt idx="4006">
                  <c:v>0.25</c:v>
                </c:pt>
                <c:pt idx="4007">
                  <c:v>0.25</c:v>
                </c:pt>
                <c:pt idx="4008">
                  <c:v>0.25</c:v>
                </c:pt>
                <c:pt idx="4009">
                  <c:v>0.25</c:v>
                </c:pt>
                <c:pt idx="4010">
                  <c:v>0.25</c:v>
                </c:pt>
                <c:pt idx="4011">
                  <c:v>0.25</c:v>
                </c:pt>
                <c:pt idx="4012">
                  <c:v>0.25</c:v>
                </c:pt>
                <c:pt idx="4013">
                  <c:v>0.25</c:v>
                </c:pt>
                <c:pt idx="4014">
                  <c:v>0.25</c:v>
                </c:pt>
                <c:pt idx="4015">
                  <c:v>0.25</c:v>
                </c:pt>
                <c:pt idx="4016">
                  <c:v>0.25</c:v>
                </c:pt>
                <c:pt idx="4017">
                  <c:v>0.25</c:v>
                </c:pt>
                <c:pt idx="4018">
                  <c:v>0.25</c:v>
                </c:pt>
                <c:pt idx="4019">
                  <c:v>0.25</c:v>
                </c:pt>
                <c:pt idx="4020">
                  <c:v>0.25</c:v>
                </c:pt>
                <c:pt idx="4021">
                  <c:v>0.25</c:v>
                </c:pt>
                <c:pt idx="4022">
                  <c:v>0.25</c:v>
                </c:pt>
                <c:pt idx="4023">
                  <c:v>0.25</c:v>
                </c:pt>
                <c:pt idx="4024">
                  <c:v>0.25</c:v>
                </c:pt>
                <c:pt idx="4025">
                  <c:v>0.25</c:v>
                </c:pt>
                <c:pt idx="4026">
                  <c:v>0.25</c:v>
                </c:pt>
                <c:pt idx="4027">
                  <c:v>0.25</c:v>
                </c:pt>
                <c:pt idx="4028">
                  <c:v>0.25</c:v>
                </c:pt>
                <c:pt idx="4029">
                  <c:v>0.25</c:v>
                </c:pt>
                <c:pt idx="4030">
                  <c:v>0.25</c:v>
                </c:pt>
                <c:pt idx="4031">
                  <c:v>0.25</c:v>
                </c:pt>
                <c:pt idx="4032">
                  <c:v>0.25</c:v>
                </c:pt>
                <c:pt idx="4033">
                  <c:v>0.25</c:v>
                </c:pt>
                <c:pt idx="4034">
                  <c:v>0.25</c:v>
                </c:pt>
                <c:pt idx="4035">
                  <c:v>0.25</c:v>
                </c:pt>
                <c:pt idx="4036">
                  <c:v>0.25</c:v>
                </c:pt>
                <c:pt idx="4037">
                  <c:v>0.25</c:v>
                </c:pt>
                <c:pt idx="4038">
                  <c:v>0.25</c:v>
                </c:pt>
                <c:pt idx="4039">
                  <c:v>0.25</c:v>
                </c:pt>
                <c:pt idx="4040">
                  <c:v>0.25</c:v>
                </c:pt>
                <c:pt idx="4041">
                  <c:v>0.25</c:v>
                </c:pt>
                <c:pt idx="4042">
                  <c:v>0.25</c:v>
                </c:pt>
                <c:pt idx="4043">
                  <c:v>0.25</c:v>
                </c:pt>
                <c:pt idx="4044">
                  <c:v>0.25</c:v>
                </c:pt>
                <c:pt idx="4045">
                  <c:v>0.25</c:v>
                </c:pt>
                <c:pt idx="4046">
                  <c:v>0.25</c:v>
                </c:pt>
                <c:pt idx="4047">
                  <c:v>0.25</c:v>
                </c:pt>
                <c:pt idx="4048">
                  <c:v>0.25</c:v>
                </c:pt>
                <c:pt idx="4049">
                  <c:v>0.25</c:v>
                </c:pt>
                <c:pt idx="4050">
                  <c:v>0.25</c:v>
                </c:pt>
                <c:pt idx="4051">
                  <c:v>0.25</c:v>
                </c:pt>
                <c:pt idx="4052">
                  <c:v>0.25</c:v>
                </c:pt>
                <c:pt idx="4053">
                  <c:v>0.25</c:v>
                </c:pt>
                <c:pt idx="4054">
                  <c:v>0.25</c:v>
                </c:pt>
                <c:pt idx="4055">
                  <c:v>0.25</c:v>
                </c:pt>
                <c:pt idx="4056">
                  <c:v>0.25</c:v>
                </c:pt>
                <c:pt idx="4057">
                  <c:v>0.25</c:v>
                </c:pt>
                <c:pt idx="4058">
                  <c:v>0.25</c:v>
                </c:pt>
                <c:pt idx="4059">
                  <c:v>0.25</c:v>
                </c:pt>
                <c:pt idx="4060">
                  <c:v>0.25</c:v>
                </c:pt>
                <c:pt idx="4061">
                  <c:v>0.25</c:v>
                </c:pt>
                <c:pt idx="4062">
                  <c:v>0.25</c:v>
                </c:pt>
                <c:pt idx="4063">
                  <c:v>0.25</c:v>
                </c:pt>
                <c:pt idx="4064">
                  <c:v>0.25</c:v>
                </c:pt>
                <c:pt idx="4065">
                  <c:v>0.25</c:v>
                </c:pt>
                <c:pt idx="4066">
                  <c:v>0.25</c:v>
                </c:pt>
                <c:pt idx="4067">
                  <c:v>0.25</c:v>
                </c:pt>
                <c:pt idx="4068">
                  <c:v>0.25</c:v>
                </c:pt>
                <c:pt idx="4069">
                  <c:v>0.25</c:v>
                </c:pt>
                <c:pt idx="4070">
                  <c:v>0.25</c:v>
                </c:pt>
                <c:pt idx="4071">
                  <c:v>0.25</c:v>
                </c:pt>
                <c:pt idx="4072">
                  <c:v>0.25</c:v>
                </c:pt>
                <c:pt idx="4073">
                  <c:v>0.25</c:v>
                </c:pt>
                <c:pt idx="4074">
                  <c:v>0.25</c:v>
                </c:pt>
                <c:pt idx="4075">
                  <c:v>0.25</c:v>
                </c:pt>
                <c:pt idx="4076">
                  <c:v>0.25</c:v>
                </c:pt>
                <c:pt idx="4077">
                  <c:v>0.25</c:v>
                </c:pt>
                <c:pt idx="4078">
                  <c:v>0.25</c:v>
                </c:pt>
                <c:pt idx="4079">
                  <c:v>0.25</c:v>
                </c:pt>
                <c:pt idx="4080">
                  <c:v>0.25</c:v>
                </c:pt>
                <c:pt idx="4081">
                  <c:v>0.25</c:v>
                </c:pt>
                <c:pt idx="4082">
                  <c:v>0.25</c:v>
                </c:pt>
                <c:pt idx="4083">
                  <c:v>0.25</c:v>
                </c:pt>
                <c:pt idx="4084">
                  <c:v>0.25</c:v>
                </c:pt>
                <c:pt idx="4085">
                  <c:v>0.25</c:v>
                </c:pt>
                <c:pt idx="4086">
                  <c:v>0.25</c:v>
                </c:pt>
                <c:pt idx="4087">
                  <c:v>0.25</c:v>
                </c:pt>
                <c:pt idx="4088">
                  <c:v>0.25</c:v>
                </c:pt>
                <c:pt idx="4089">
                  <c:v>0.25</c:v>
                </c:pt>
                <c:pt idx="4090">
                  <c:v>0.25</c:v>
                </c:pt>
                <c:pt idx="4091">
                  <c:v>0.25</c:v>
                </c:pt>
                <c:pt idx="4092">
                  <c:v>0.25</c:v>
                </c:pt>
                <c:pt idx="4093">
                  <c:v>0.25</c:v>
                </c:pt>
                <c:pt idx="4094">
                  <c:v>0.25</c:v>
                </c:pt>
                <c:pt idx="4095">
                  <c:v>0.25</c:v>
                </c:pt>
                <c:pt idx="4096">
                  <c:v>0.25</c:v>
                </c:pt>
                <c:pt idx="4097">
                  <c:v>0.25</c:v>
                </c:pt>
                <c:pt idx="4098">
                  <c:v>0.25</c:v>
                </c:pt>
                <c:pt idx="4099">
                  <c:v>0.25</c:v>
                </c:pt>
                <c:pt idx="4100">
                  <c:v>0.25</c:v>
                </c:pt>
                <c:pt idx="4101">
                  <c:v>0.25</c:v>
                </c:pt>
                <c:pt idx="4102">
                  <c:v>0.25</c:v>
                </c:pt>
                <c:pt idx="4103">
                  <c:v>0.25</c:v>
                </c:pt>
                <c:pt idx="4104">
                  <c:v>0.25</c:v>
                </c:pt>
                <c:pt idx="4105">
                  <c:v>0.25</c:v>
                </c:pt>
                <c:pt idx="4106">
                  <c:v>0.25</c:v>
                </c:pt>
                <c:pt idx="4107">
                  <c:v>0.25</c:v>
                </c:pt>
                <c:pt idx="4108">
                  <c:v>0.25</c:v>
                </c:pt>
                <c:pt idx="4109">
                  <c:v>0.25</c:v>
                </c:pt>
                <c:pt idx="4110">
                  <c:v>0.25</c:v>
                </c:pt>
                <c:pt idx="4111">
                  <c:v>0.25</c:v>
                </c:pt>
                <c:pt idx="4112">
                  <c:v>0.25</c:v>
                </c:pt>
                <c:pt idx="4113">
                  <c:v>0.25</c:v>
                </c:pt>
                <c:pt idx="4114">
                  <c:v>0.25</c:v>
                </c:pt>
                <c:pt idx="4115">
                  <c:v>0.25</c:v>
                </c:pt>
                <c:pt idx="4116">
                  <c:v>0.25</c:v>
                </c:pt>
                <c:pt idx="4117">
                  <c:v>0.25</c:v>
                </c:pt>
                <c:pt idx="4118">
                  <c:v>0.25</c:v>
                </c:pt>
                <c:pt idx="4119">
                  <c:v>0.25</c:v>
                </c:pt>
                <c:pt idx="4120">
                  <c:v>0.25</c:v>
                </c:pt>
                <c:pt idx="4121">
                  <c:v>0.25</c:v>
                </c:pt>
                <c:pt idx="4122">
                  <c:v>0.25</c:v>
                </c:pt>
                <c:pt idx="4123">
                  <c:v>0.25</c:v>
                </c:pt>
                <c:pt idx="4124">
                  <c:v>0.25</c:v>
                </c:pt>
                <c:pt idx="4125">
                  <c:v>0.25</c:v>
                </c:pt>
                <c:pt idx="4126">
                  <c:v>0.25</c:v>
                </c:pt>
                <c:pt idx="4127">
                  <c:v>0.25</c:v>
                </c:pt>
                <c:pt idx="4128">
                  <c:v>0.25</c:v>
                </c:pt>
                <c:pt idx="4129">
                  <c:v>0.25</c:v>
                </c:pt>
                <c:pt idx="4130">
                  <c:v>0.25</c:v>
                </c:pt>
                <c:pt idx="4131">
                  <c:v>0.25</c:v>
                </c:pt>
                <c:pt idx="4132">
                  <c:v>0.25</c:v>
                </c:pt>
                <c:pt idx="4133">
                  <c:v>0.25</c:v>
                </c:pt>
                <c:pt idx="4134">
                  <c:v>0.25</c:v>
                </c:pt>
                <c:pt idx="4135">
                  <c:v>0.25</c:v>
                </c:pt>
                <c:pt idx="4136">
                  <c:v>0.25</c:v>
                </c:pt>
                <c:pt idx="4137">
                  <c:v>0.25</c:v>
                </c:pt>
                <c:pt idx="4138">
                  <c:v>0.25</c:v>
                </c:pt>
                <c:pt idx="4139">
                  <c:v>0.25</c:v>
                </c:pt>
                <c:pt idx="4140">
                  <c:v>0.25</c:v>
                </c:pt>
                <c:pt idx="4141">
                  <c:v>0.25</c:v>
                </c:pt>
                <c:pt idx="4142">
                  <c:v>0.25</c:v>
                </c:pt>
                <c:pt idx="4143">
                  <c:v>0.25</c:v>
                </c:pt>
                <c:pt idx="4144">
                  <c:v>0.25</c:v>
                </c:pt>
                <c:pt idx="4145">
                  <c:v>0.25</c:v>
                </c:pt>
                <c:pt idx="4146">
                  <c:v>0.25</c:v>
                </c:pt>
                <c:pt idx="4147">
                  <c:v>0.25</c:v>
                </c:pt>
                <c:pt idx="4148">
                  <c:v>0.25</c:v>
                </c:pt>
                <c:pt idx="4149">
                  <c:v>0.25</c:v>
                </c:pt>
                <c:pt idx="4150">
                  <c:v>0.25</c:v>
                </c:pt>
                <c:pt idx="4151">
                  <c:v>0.25</c:v>
                </c:pt>
                <c:pt idx="4152">
                  <c:v>0.25</c:v>
                </c:pt>
                <c:pt idx="4153">
                  <c:v>0.25</c:v>
                </c:pt>
                <c:pt idx="4154">
                  <c:v>0.25</c:v>
                </c:pt>
                <c:pt idx="4155">
                  <c:v>0.25</c:v>
                </c:pt>
                <c:pt idx="4156">
                  <c:v>0.25</c:v>
                </c:pt>
                <c:pt idx="4157">
                  <c:v>0.25</c:v>
                </c:pt>
                <c:pt idx="4158">
                  <c:v>0.25</c:v>
                </c:pt>
                <c:pt idx="4159">
                  <c:v>0.25</c:v>
                </c:pt>
                <c:pt idx="4160">
                  <c:v>0.25</c:v>
                </c:pt>
                <c:pt idx="4161">
                  <c:v>0.25</c:v>
                </c:pt>
                <c:pt idx="4162">
                  <c:v>0.25</c:v>
                </c:pt>
                <c:pt idx="4163">
                  <c:v>0.25</c:v>
                </c:pt>
                <c:pt idx="4164">
                  <c:v>0.25</c:v>
                </c:pt>
                <c:pt idx="4165">
                  <c:v>0.25</c:v>
                </c:pt>
                <c:pt idx="4166">
                  <c:v>0.25</c:v>
                </c:pt>
                <c:pt idx="4167">
                  <c:v>0.25</c:v>
                </c:pt>
                <c:pt idx="4168">
                  <c:v>0.25</c:v>
                </c:pt>
                <c:pt idx="4169">
                  <c:v>0.25</c:v>
                </c:pt>
                <c:pt idx="4170">
                  <c:v>0.25</c:v>
                </c:pt>
                <c:pt idx="4171">
                  <c:v>0.25</c:v>
                </c:pt>
                <c:pt idx="4172">
                  <c:v>0.25</c:v>
                </c:pt>
                <c:pt idx="4173">
                  <c:v>0.25</c:v>
                </c:pt>
                <c:pt idx="4174">
                  <c:v>0.25</c:v>
                </c:pt>
                <c:pt idx="4175">
                  <c:v>0.25</c:v>
                </c:pt>
                <c:pt idx="4176">
                  <c:v>0.25</c:v>
                </c:pt>
                <c:pt idx="4177">
                  <c:v>0.25</c:v>
                </c:pt>
                <c:pt idx="4178">
                  <c:v>0.25</c:v>
                </c:pt>
                <c:pt idx="4179">
                  <c:v>0.25</c:v>
                </c:pt>
                <c:pt idx="4180">
                  <c:v>0.25</c:v>
                </c:pt>
                <c:pt idx="4181">
                  <c:v>0.25</c:v>
                </c:pt>
                <c:pt idx="4182">
                  <c:v>0.25</c:v>
                </c:pt>
                <c:pt idx="4183">
                  <c:v>0.25</c:v>
                </c:pt>
                <c:pt idx="4184">
                  <c:v>0.25</c:v>
                </c:pt>
                <c:pt idx="4185">
                  <c:v>0.25</c:v>
                </c:pt>
                <c:pt idx="4186">
                  <c:v>0.25</c:v>
                </c:pt>
                <c:pt idx="4187">
                  <c:v>0.25</c:v>
                </c:pt>
                <c:pt idx="4188">
                  <c:v>0.25</c:v>
                </c:pt>
                <c:pt idx="4189">
                  <c:v>0.25</c:v>
                </c:pt>
                <c:pt idx="4190">
                  <c:v>0.25</c:v>
                </c:pt>
                <c:pt idx="4191">
                  <c:v>0.25</c:v>
                </c:pt>
                <c:pt idx="4192">
                  <c:v>0.25</c:v>
                </c:pt>
                <c:pt idx="4193">
                  <c:v>0.25</c:v>
                </c:pt>
                <c:pt idx="4194">
                  <c:v>0.25</c:v>
                </c:pt>
                <c:pt idx="4195">
                  <c:v>0.25</c:v>
                </c:pt>
                <c:pt idx="4196">
                  <c:v>0.25</c:v>
                </c:pt>
                <c:pt idx="4197">
                  <c:v>0.25</c:v>
                </c:pt>
                <c:pt idx="4198">
                  <c:v>0.25</c:v>
                </c:pt>
                <c:pt idx="4199">
                  <c:v>0.25</c:v>
                </c:pt>
                <c:pt idx="4200">
                  <c:v>0.25</c:v>
                </c:pt>
                <c:pt idx="4201">
                  <c:v>0.25</c:v>
                </c:pt>
                <c:pt idx="4202">
                  <c:v>0.25</c:v>
                </c:pt>
                <c:pt idx="4203">
                  <c:v>0.25</c:v>
                </c:pt>
                <c:pt idx="4204">
                  <c:v>0.25</c:v>
                </c:pt>
                <c:pt idx="4205">
                  <c:v>0.25</c:v>
                </c:pt>
                <c:pt idx="4206">
                  <c:v>0.25</c:v>
                </c:pt>
                <c:pt idx="4207">
                  <c:v>0.25</c:v>
                </c:pt>
                <c:pt idx="4208">
                  <c:v>0.25</c:v>
                </c:pt>
                <c:pt idx="4209">
                  <c:v>0.25</c:v>
                </c:pt>
                <c:pt idx="4210">
                  <c:v>0.25</c:v>
                </c:pt>
                <c:pt idx="4211">
                  <c:v>0.25</c:v>
                </c:pt>
                <c:pt idx="4212">
                  <c:v>0.25</c:v>
                </c:pt>
                <c:pt idx="4213">
                  <c:v>0.25</c:v>
                </c:pt>
                <c:pt idx="4214">
                  <c:v>0.25</c:v>
                </c:pt>
                <c:pt idx="4215">
                  <c:v>0.25</c:v>
                </c:pt>
                <c:pt idx="4216">
                  <c:v>0.25</c:v>
                </c:pt>
                <c:pt idx="4217">
                  <c:v>0.25</c:v>
                </c:pt>
                <c:pt idx="4218">
                  <c:v>0.25</c:v>
                </c:pt>
                <c:pt idx="4219">
                  <c:v>0.25</c:v>
                </c:pt>
                <c:pt idx="4220">
                  <c:v>0.25</c:v>
                </c:pt>
                <c:pt idx="4221">
                  <c:v>0.25</c:v>
                </c:pt>
                <c:pt idx="4222">
                  <c:v>0.25</c:v>
                </c:pt>
                <c:pt idx="4223">
                  <c:v>0.25</c:v>
                </c:pt>
                <c:pt idx="4224">
                  <c:v>0.25</c:v>
                </c:pt>
                <c:pt idx="4225">
                  <c:v>0.25</c:v>
                </c:pt>
                <c:pt idx="4226">
                  <c:v>0.25</c:v>
                </c:pt>
                <c:pt idx="4227">
                  <c:v>0.5</c:v>
                </c:pt>
                <c:pt idx="4228">
                  <c:v>0.5</c:v>
                </c:pt>
                <c:pt idx="4229">
                  <c:v>0.5</c:v>
                </c:pt>
                <c:pt idx="4230">
                  <c:v>0.5</c:v>
                </c:pt>
                <c:pt idx="4231">
                  <c:v>0.5</c:v>
                </c:pt>
                <c:pt idx="4232">
                  <c:v>0.5</c:v>
                </c:pt>
                <c:pt idx="4233">
                  <c:v>0.5</c:v>
                </c:pt>
                <c:pt idx="4234">
                  <c:v>0.5</c:v>
                </c:pt>
                <c:pt idx="4235">
                  <c:v>0.5</c:v>
                </c:pt>
                <c:pt idx="4236">
                  <c:v>0.5</c:v>
                </c:pt>
                <c:pt idx="4237">
                  <c:v>0.5</c:v>
                </c:pt>
                <c:pt idx="4238">
                  <c:v>0.5</c:v>
                </c:pt>
                <c:pt idx="4239">
                  <c:v>0.5</c:v>
                </c:pt>
                <c:pt idx="4240">
                  <c:v>0.5</c:v>
                </c:pt>
                <c:pt idx="4241">
                  <c:v>0.5</c:v>
                </c:pt>
                <c:pt idx="4242">
                  <c:v>0.5</c:v>
                </c:pt>
                <c:pt idx="4243">
                  <c:v>0.5</c:v>
                </c:pt>
                <c:pt idx="4244">
                  <c:v>0.5</c:v>
                </c:pt>
                <c:pt idx="4245">
                  <c:v>0.5</c:v>
                </c:pt>
                <c:pt idx="4246">
                  <c:v>0.5</c:v>
                </c:pt>
                <c:pt idx="4247">
                  <c:v>0.5</c:v>
                </c:pt>
                <c:pt idx="4248">
                  <c:v>0.5</c:v>
                </c:pt>
                <c:pt idx="4249">
                  <c:v>0.5</c:v>
                </c:pt>
                <c:pt idx="4250">
                  <c:v>0.5</c:v>
                </c:pt>
                <c:pt idx="4251">
                  <c:v>0.5</c:v>
                </c:pt>
                <c:pt idx="4252">
                  <c:v>0.5</c:v>
                </c:pt>
                <c:pt idx="4253">
                  <c:v>0.5</c:v>
                </c:pt>
                <c:pt idx="4254">
                  <c:v>0.5</c:v>
                </c:pt>
                <c:pt idx="4255">
                  <c:v>0.5</c:v>
                </c:pt>
                <c:pt idx="4256">
                  <c:v>0.5</c:v>
                </c:pt>
                <c:pt idx="4257">
                  <c:v>0.5</c:v>
                </c:pt>
                <c:pt idx="4258">
                  <c:v>0.5</c:v>
                </c:pt>
                <c:pt idx="4259">
                  <c:v>0.5</c:v>
                </c:pt>
                <c:pt idx="4260">
                  <c:v>0.5</c:v>
                </c:pt>
                <c:pt idx="4261">
                  <c:v>0.5</c:v>
                </c:pt>
                <c:pt idx="4262">
                  <c:v>1</c:v>
                </c:pt>
                <c:pt idx="4263">
                  <c:v>1</c:v>
                </c:pt>
                <c:pt idx="4264">
                  <c:v>1</c:v>
                </c:pt>
                <c:pt idx="4265">
                  <c:v>1</c:v>
                </c:pt>
                <c:pt idx="4266">
                  <c:v>1</c:v>
                </c:pt>
                <c:pt idx="4267">
                  <c:v>1</c:v>
                </c:pt>
                <c:pt idx="4268">
                  <c:v>1</c:v>
                </c:pt>
                <c:pt idx="4269">
                  <c:v>1</c:v>
                </c:pt>
                <c:pt idx="4270">
                  <c:v>1</c:v>
                </c:pt>
                <c:pt idx="4271">
                  <c:v>1</c:v>
                </c:pt>
                <c:pt idx="4272">
                  <c:v>1</c:v>
                </c:pt>
                <c:pt idx="4273">
                  <c:v>1</c:v>
                </c:pt>
                <c:pt idx="4274">
                  <c:v>1</c:v>
                </c:pt>
                <c:pt idx="4275">
                  <c:v>1</c:v>
                </c:pt>
                <c:pt idx="4276">
                  <c:v>1</c:v>
                </c:pt>
                <c:pt idx="4277">
                  <c:v>1</c:v>
                </c:pt>
                <c:pt idx="4278">
                  <c:v>1</c:v>
                </c:pt>
                <c:pt idx="4279">
                  <c:v>1</c:v>
                </c:pt>
                <c:pt idx="4280">
                  <c:v>1</c:v>
                </c:pt>
                <c:pt idx="4281">
                  <c:v>1</c:v>
                </c:pt>
                <c:pt idx="4282">
                  <c:v>1</c:v>
                </c:pt>
                <c:pt idx="4283">
                  <c:v>1</c:v>
                </c:pt>
                <c:pt idx="4284">
                  <c:v>1</c:v>
                </c:pt>
                <c:pt idx="4285">
                  <c:v>1</c:v>
                </c:pt>
                <c:pt idx="4286">
                  <c:v>1</c:v>
                </c:pt>
                <c:pt idx="4287">
                  <c:v>1</c:v>
                </c:pt>
                <c:pt idx="4288">
                  <c:v>1</c:v>
                </c:pt>
                <c:pt idx="4289">
                  <c:v>1</c:v>
                </c:pt>
                <c:pt idx="4290">
                  <c:v>1</c:v>
                </c:pt>
                <c:pt idx="4291">
                  <c:v>1</c:v>
                </c:pt>
                <c:pt idx="4292">
                  <c:v>1.75</c:v>
                </c:pt>
                <c:pt idx="4293">
                  <c:v>1.75</c:v>
                </c:pt>
                <c:pt idx="4294">
                  <c:v>1.75</c:v>
                </c:pt>
                <c:pt idx="4295">
                  <c:v>1.75</c:v>
                </c:pt>
                <c:pt idx="4296">
                  <c:v>1.75</c:v>
                </c:pt>
                <c:pt idx="4297">
                  <c:v>1.75</c:v>
                </c:pt>
                <c:pt idx="4298">
                  <c:v>1.75</c:v>
                </c:pt>
                <c:pt idx="4299">
                  <c:v>1.75</c:v>
                </c:pt>
                <c:pt idx="4300">
                  <c:v>1.75</c:v>
                </c:pt>
                <c:pt idx="4301">
                  <c:v>1.75</c:v>
                </c:pt>
                <c:pt idx="4302">
                  <c:v>1.75</c:v>
                </c:pt>
                <c:pt idx="4303">
                  <c:v>1.75</c:v>
                </c:pt>
                <c:pt idx="4304">
                  <c:v>1.75</c:v>
                </c:pt>
                <c:pt idx="4305">
                  <c:v>1.75</c:v>
                </c:pt>
                <c:pt idx="4306">
                  <c:v>1.75</c:v>
                </c:pt>
                <c:pt idx="4307">
                  <c:v>1.75</c:v>
                </c:pt>
                <c:pt idx="4308">
                  <c:v>1.75</c:v>
                </c:pt>
                <c:pt idx="4309">
                  <c:v>1.75</c:v>
                </c:pt>
                <c:pt idx="4310">
                  <c:v>1.75</c:v>
                </c:pt>
                <c:pt idx="4311">
                  <c:v>1.75</c:v>
                </c:pt>
                <c:pt idx="4312">
                  <c:v>1.75</c:v>
                </c:pt>
                <c:pt idx="4313">
                  <c:v>1.75</c:v>
                </c:pt>
                <c:pt idx="4314">
                  <c:v>1.75</c:v>
                </c:pt>
                <c:pt idx="4315">
                  <c:v>1.75</c:v>
                </c:pt>
                <c:pt idx="4316">
                  <c:v>1.75</c:v>
                </c:pt>
                <c:pt idx="4317">
                  <c:v>1.75</c:v>
                </c:pt>
                <c:pt idx="4318">
                  <c:v>1.75</c:v>
                </c:pt>
                <c:pt idx="4319">
                  <c:v>1.75</c:v>
                </c:pt>
                <c:pt idx="4320">
                  <c:v>1.75</c:v>
                </c:pt>
                <c:pt idx="4321">
                  <c:v>1.75</c:v>
                </c:pt>
                <c:pt idx="4322">
                  <c:v>2.5</c:v>
                </c:pt>
                <c:pt idx="4323">
                  <c:v>2.5</c:v>
                </c:pt>
                <c:pt idx="4324">
                  <c:v>2.5</c:v>
                </c:pt>
                <c:pt idx="4325">
                  <c:v>2.5</c:v>
                </c:pt>
                <c:pt idx="4326">
                  <c:v>2.5</c:v>
                </c:pt>
                <c:pt idx="4327">
                  <c:v>2.5</c:v>
                </c:pt>
                <c:pt idx="4328">
                  <c:v>2.5</c:v>
                </c:pt>
                <c:pt idx="4329">
                  <c:v>2.5</c:v>
                </c:pt>
                <c:pt idx="4330">
                  <c:v>2.5</c:v>
                </c:pt>
                <c:pt idx="4331">
                  <c:v>2.5</c:v>
                </c:pt>
                <c:pt idx="4332">
                  <c:v>2.5</c:v>
                </c:pt>
                <c:pt idx="4333">
                  <c:v>2.5</c:v>
                </c:pt>
                <c:pt idx="4334">
                  <c:v>2.5</c:v>
                </c:pt>
                <c:pt idx="4335">
                  <c:v>2.5</c:v>
                </c:pt>
                <c:pt idx="4336">
                  <c:v>2.5</c:v>
                </c:pt>
                <c:pt idx="4337">
                  <c:v>2.5</c:v>
                </c:pt>
                <c:pt idx="4338">
                  <c:v>2.5</c:v>
                </c:pt>
                <c:pt idx="4339">
                  <c:v>2.5</c:v>
                </c:pt>
                <c:pt idx="4340">
                  <c:v>2.5</c:v>
                </c:pt>
                <c:pt idx="4341">
                  <c:v>2.5</c:v>
                </c:pt>
                <c:pt idx="4342">
                  <c:v>2.5</c:v>
                </c:pt>
                <c:pt idx="4343">
                  <c:v>2.5</c:v>
                </c:pt>
                <c:pt idx="4344">
                  <c:v>2.5</c:v>
                </c:pt>
                <c:pt idx="4345">
                  <c:v>2.5</c:v>
                </c:pt>
                <c:pt idx="4346">
                  <c:v>2.5</c:v>
                </c:pt>
                <c:pt idx="4347">
                  <c:v>2.5</c:v>
                </c:pt>
                <c:pt idx="4348">
                  <c:v>2.5</c:v>
                </c:pt>
                <c:pt idx="4349">
                  <c:v>2.5</c:v>
                </c:pt>
                <c:pt idx="4350">
                  <c:v>2.5</c:v>
                </c:pt>
                <c:pt idx="4351">
                  <c:v>2.5</c:v>
                </c:pt>
                <c:pt idx="4352">
                  <c:v>2.5</c:v>
                </c:pt>
                <c:pt idx="4353">
                  <c:v>2.5</c:v>
                </c:pt>
                <c:pt idx="4354">
                  <c:v>2.5</c:v>
                </c:pt>
                <c:pt idx="4355">
                  <c:v>2.5</c:v>
                </c:pt>
                <c:pt idx="4356">
                  <c:v>2.5</c:v>
                </c:pt>
                <c:pt idx="4357">
                  <c:v>2.5</c:v>
                </c:pt>
                <c:pt idx="4358">
                  <c:v>2.5</c:v>
                </c:pt>
                <c:pt idx="4359">
                  <c:v>2.5</c:v>
                </c:pt>
                <c:pt idx="4360">
                  <c:v>2.5</c:v>
                </c:pt>
                <c:pt idx="4361">
                  <c:v>2.5</c:v>
                </c:pt>
                <c:pt idx="4362">
                  <c:v>3.25</c:v>
                </c:pt>
                <c:pt idx="4363">
                  <c:v>3.25</c:v>
                </c:pt>
                <c:pt idx="4364">
                  <c:v>3.25</c:v>
                </c:pt>
                <c:pt idx="4365">
                  <c:v>3.25</c:v>
                </c:pt>
                <c:pt idx="4366">
                  <c:v>3.25</c:v>
                </c:pt>
                <c:pt idx="4367">
                  <c:v>3.25</c:v>
                </c:pt>
                <c:pt idx="4368">
                  <c:v>3.25</c:v>
                </c:pt>
                <c:pt idx="4369">
                  <c:v>3.25</c:v>
                </c:pt>
                <c:pt idx="4370">
                  <c:v>3.25</c:v>
                </c:pt>
                <c:pt idx="4371">
                  <c:v>3.25</c:v>
                </c:pt>
                <c:pt idx="4372">
                  <c:v>3.25</c:v>
                </c:pt>
                <c:pt idx="4373">
                  <c:v>3.25</c:v>
                </c:pt>
                <c:pt idx="4374">
                  <c:v>3.25</c:v>
                </c:pt>
                <c:pt idx="4375">
                  <c:v>3.25</c:v>
                </c:pt>
                <c:pt idx="4376">
                  <c:v>3.25</c:v>
                </c:pt>
                <c:pt idx="4377">
                  <c:v>3.25</c:v>
                </c:pt>
                <c:pt idx="4378">
                  <c:v>3.25</c:v>
                </c:pt>
                <c:pt idx="4379">
                  <c:v>3.25</c:v>
                </c:pt>
                <c:pt idx="4380">
                  <c:v>3.25</c:v>
                </c:pt>
                <c:pt idx="4381">
                  <c:v>3.25</c:v>
                </c:pt>
                <c:pt idx="4382">
                  <c:v>3.25</c:v>
                </c:pt>
                <c:pt idx="4383">
                  <c:v>3.25</c:v>
                </c:pt>
                <c:pt idx="4384">
                  <c:v>3.25</c:v>
                </c:pt>
                <c:pt idx="4385">
                  <c:v>3.25</c:v>
                </c:pt>
                <c:pt idx="4386">
                  <c:v>3.25</c:v>
                </c:pt>
                <c:pt idx="4387">
                  <c:v>3.25</c:v>
                </c:pt>
                <c:pt idx="4388">
                  <c:v>3.25</c:v>
                </c:pt>
                <c:pt idx="4389">
                  <c:v>3.25</c:v>
                </c:pt>
                <c:pt idx="4390">
                  <c:v>3.25</c:v>
                </c:pt>
                <c:pt idx="4391">
                  <c:v>3.25</c:v>
                </c:pt>
                <c:pt idx="4392">
                  <c:v>4</c:v>
                </c:pt>
                <c:pt idx="4393">
                  <c:v>4</c:v>
                </c:pt>
                <c:pt idx="4394">
                  <c:v>4</c:v>
                </c:pt>
                <c:pt idx="4395">
                  <c:v>4</c:v>
                </c:pt>
                <c:pt idx="4396">
                  <c:v>4</c:v>
                </c:pt>
                <c:pt idx="4397">
                  <c:v>4</c:v>
                </c:pt>
                <c:pt idx="4398">
                  <c:v>4</c:v>
                </c:pt>
                <c:pt idx="4399">
                  <c:v>4</c:v>
                </c:pt>
                <c:pt idx="4400">
                  <c:v>4</c:v>
                </c:pt>
                <c:pt idx="4401">
                  <c:v>4</c:v>
                </c:pt>
                <c:pt idx="4402">
                  <c:v>4</c:v>
                </c:pt>
                <c:pt idx="4403">
                  <c:v>4</c:v>
                </c:pt>
                <c:pt idx="4404">
                  <c:v>4</c:v>
                </c:pt>
                <c:pt idx="4405">
                  <c:v>4</c:v>
                </c:pt>
                <c:pt idx="4406">
                  <c:v>4</c:v>
                </c:pt>
                <c:pt idx="4407">
                  <c:v>4</c:v>
                </c:pt>
                <c:pt idx="4408">
                  <c:v>4</c:v>
                </c:pt>
                <c:pt idx="4409">
                  <c:v>4</c:v>
                </c:pt>
                <c:pt idx="4410">
                  <c:v>4</c:v>
                </c:pt>
                <c:pt idx="4411">
                  <c:v>4</c:v>
                </c:pt>
                <c:pt idx="4412">
                  <c:v>4</c:v>
                </c:pt>
                <c:pt idx="4413">
                  <c:v>4</c:v>
                </c:pt>
                <c:pt idx="4414">
                  <c:v>4</c:v>
                </c:pt>
                <c:pt idx="4415">
                  <c:v>4</c:v>
                </c:pt>
                <c:pt idx="4416">
                  <c:v>4</c:v>
                </c:pt>
                <c:pt idx="4417">
                  <c:v>4</c:v>
                </c:pt>
                <c:pt idx="4418">
                  <c:v>4</c:v>
                </c:pt>
                <c:pt idx="4419">
                  <c:v>4</c:v>
                </c:pt>
                <c:pt idx="4420">
                  <c:v>4</c:v>
                </c:pt>
                <c:pt idx="4421">
                  <c:v>4</c:v>
                </c:pt>
                <c:pt idx="4422">
                  <c:v>4.5</c:v>
                </c:pt>
                <c:pt idx="4423">
                  <c:v>4.5</c:v>
                </c:pt>
                <c:pt idx="4424">
                  <c:v>4.5</c:v>
                </c:pt>
                <c:pt idx="4425">
                  <c:v>4.5</c:v>
                </c:pt>
                <c:pt idx="4426">
                  <c:v>4.5</c:v>
                </c:pt>
                <c:pt idx="4427">
                  <c:v>4.5</c:v>
                </c:pt>
                <c:pt idx="4428">
                  <c:v>4.5</c:v>
                </c:pt>
                <c:pt idx="4429">
                  <c:v>4.5</c:v>
                </c:pt>
                <c:pt idx="4430">
                  <c:v>4.5</c:v>
                </c:pt>
                <c:pt idx="4431">
                  <c:v>4.5</c:v>
                </c:pt>
                <c:pt idx="4432">
                  <c:v>4.5</c:v>
                </c:pt>
                <c:pt idx="4433">
                  <c:v>4.5</c:v>
                </c:pt>
                <c:pt idx="4434">
                  <c:v>4.5</c:v>
                </c:pt>
                <c:pt idx="4435">
                  <c:v>4.5</c:v>
                </c:pt>
                <c:pt idx="4436">
                  <c:v>4.5</c:v>
                </c:pt>
                <c:pt idx="4437">
                  <c:v>4.5</c:v>
                </c:pt>
                <c:pt idx="4438">
                  <c:v>4.5</c:v>
                </c:pt>
                <c:pt idx="4439">
                  <c:v>4.5</c:v>
                </c:pt>
                <c:pt idx="4440">
                  <c:v>4.5</c:v>
                </c:pt>
                <c:pt idx="4441">
                  <c:v>4.5</c:v>
                </c:pt>
                <c:pt idx="4442">
                  <c:v>4.5</c:v>
                </c:pt>
                <c:pt idx="4443">
                  <c:v>4.5</c:v>
                </c:pt>
                <c:pt idx="4444">
                  <c:v>4.5</c:v>
                </c:pt>
                <c:pt idx="4445">
                  <c:v>4.5</c:v>
                </c:pt>
                <c:pt idx="4446">
                  <c:v>4.5</c:v>
                </c:pt>
                <c:pt idx="4447">
                  <c:v>4.5</c:v>
                </c:pt>
                <c:pt idx="4448">
                  <c:v>4.5</c:v>
                </c:pt>
                <c:pt idx="4449">
                  <c:v>4.5</c:v>
                </c:pt>
                <c:pt idx="4450">
                  <c:v>4.5</c:v>
                </c:pt>
                <c:pt idx="4451">
                  <c:v>4.5</c:v>
                </c:pt>
                <c:pt idx="4452">
                  <c:v>4.5</c:v>
                </c:pt>
                <c:pt idx="4453">
                  <c:v>4.5</c:v>
                </c:pt>
                <c:pt idx="4454">
                  <c:v>4.5</c:v>
                </c:pt>
                <c:pt idx="4455">
                  <c:v>4.5</c:v>
                </c:pt>
                <c:pt idx="4456">
                  <c:v>4.5</c:v>
                </c:pt>
                <c:pt idx="4457">
                  <c:v>4.75</c:v>
                </c:pt>
                <c:pt idx="4458">
                  <c:v>4.75</c:v>
                </c:pt>
                <c:pt idx="4459">
                  <c:v>4.75</c:v>
                </c:pt>
                <c:pt idx="4460">
                  <c:v>4.75</c:v>
                </c:pt>
                <c:pt idx="4461">
                  <c:v>4.75</c:v>
                </c:pt>
                <c:pt idx="4462">
                  <c:v>4.75</c:v>
                </c:pt>
                <c:pt idx="4463">
                  <c:v>4.75</c:v>
                </c:pt>
                <c:pt idx="4464">
                  <c:v>4.75</c:v>
                </c:pt>
                <c:pt idx="4465">
                  <c:v>4.75</c:v>
                </c:pt>
                <c:pt idx="4466">
                  <c:v>4.75</c:v>
                </c:pt>
                <c:pt idx="4467">
                  <c:v>4.75</c:v>
                </c:pt>
                <c:pt idx="4468">
                  <c:v>4.75</c:v>
                </c:pt>
                <c:pt idx="4469">
                  <c:v>4.75</c:v>
                </c:pt>
                <c:pt idx="4470">
                  <c:v>4.75</c:v>
                </c:pt>
                <c:pt idx="4471">
                  <c:v>4.75</c:v>
                </c:pt>
                <c:pt idx="4472">
                  <c:v>4.75</c:v>
                </c:pt>
                <c:pt idx="4473">
                  <c:v>4.75</c:v>
                </c:pt>
                <c:pt idx="4474">
                  <c:v>4.75</c:v>
                </c:pt>
                <c:pt idx="4475">
                  <c:v>4.75</c:v>
                </c:pt>
                <c:pt idx="4476">
                  <c:v>4.75</c:v>
                </c:pt>
                <c:pt idx="4477">
                  <c:v>4.75</c:v>
                </c:pt>
                <c:pt idx="4478">
                  <c:v>4.75</c:v>
                </c:pt>
                <c:pt idx="4479">
                  <c:v>4.75</c:v>
                </c:pt>
                <c:pt idx="4480">
                  <c:v>4.75</c:v>
                </c:pt>
                <c:pt idx="4481">
                  <c:v>4.75</c:v>
                </c:pt>
                <c:pt idx="4482">
                  <c:v>4.75</c:v>
                </c:pt>
                <c:pt idx="4483">
                  <c:v>4.75</c:v>
                </c:pt>
                <c:pt idx="4484">
                  <c:v>4.75</c:v>
                </c:pt>
                <c:pt idx="4485">
                  <c:v>4.75</c:v>
                </c:pt>
                <c:pt idx="4486">
                  <c:v>4.75</c:v>
                </c:pt>
                <c:pt idx="4487">
                  <c:v>4.75</c:v>
                </c:pt>
                <c:pt idx="4488">
                  <c:v>4.75</c:v>
                </c:pt>
                <c:pt idx="4489">
                  <c:v>4.75</c:v>
                </c:pt>
                <c:pt idx="4490">
                  <c:v>4.75</c:v>
                </c:pt>
                <c:pt idx="4491">
                  <c:v>4.75</c:v>
                </c:pt>
                <c:pt idx="4492">
                  <c:v>5</c:v>
                </c:pt>
                <c:pt idx="4493">
                  <c:v>5</c:v>
                </c:pt>
                <c:pt idx="4494">
                  <c:v>5</c:v>
                </c:pt>
                <c:pt idx="4495">
                  <c:v>5</c:v>
                </c:pt>
                <c:pt idx="4496">
                  <c:v>5</c:v>
                </c:pt>
                <c:pt idx="4497">
                  <c:v>5</c:v>
                </c:pt>
                <c:pt idx="4498">
                  <c:v>5</c:v>
                </c:pt>
                <c:pt idx="4499">
                  <c:v>5</c:v>
                </c:pt>
                <c:pt idx="4500">
                  <c:v>5</c:v>
                </c:pt>
                <c:pt idx="4501">
                  <c:v>5</c:v>
                </c:pt>
                <c:pt idx="4502">
                  <c:v>5</c:v>
                </c:pt>
                <c:pt idx="4503">
                  <c:v>5</c:v>
                </c:pt>
                <c:pt idx="4504">
                  <c:v>5</c:v>
                </c:pt>
                <c:pt idx="4505">
                  <c:v>5</c:v>
                </c:pt>
                <c:pt idx="4506">
                  <c:v>5</c:v>
                </c:pt>
                <c:pt idx="4507">
                  <c:v>5</c:v>
                </c:pt>
                <c:pt idx="4508">
                  <c:v>5</c:v>
                </c:pt>
                <c:pt idx="4509">
                  <c:v>5</c:v>
                </c:pt>
                <c:pt idx="4510">
                  <c:v>5</c:v>
                </c:pt>
                <c:pt idx="4511">
                  <c:v>5</c:v>
                </c:pt>
                <c:pt idx="4512">
                  <c:v>5</c:v>
                </c:pt>
                <c:pt idx="4513">
                  <c:v>5</c:v>
                </c:pt>
                <c:pt idx="4514">
                  <c:v>5</c:v>
                </c:pt>
                <c:pt idx="4515">
                  <c:v>5</c:v>
                </c:pt>
                <c:pt idx="4516">
                  <c:v>5</c:v>
                </c:pt>
                <c:pt idx="4517">
                  <c:v>5</c:v>
                </c:pt>
                <c:pt idx="4518">
                  <c:v>5</c:v>
                </c:pt>
                <c:pt idx="4519">
                  <c:v>5</c:v>
                </c:pt>
                <c:pt idx="4520">
                  <c:v>5</c:v>
                </c:pt>
                <c:pt idx="4521">
                  <c:v>5</c:v>
                </c:pt>
                <c:pt idx="4522">
                  <c:v>5.25</c:v>
                </c:pt>
                <c:pt idx="4523">
                  <c:v>5.25</c:v>
                </c:pt>
                <c:pt idx="4524">
                  <c:v>5.25</c:v>
                </c:pt>
                <c:pt idx="4525">
                  <c:v>5.25</c:v>
                </c:pt>
                <c:pt idx="4526">
                  <c:v>5.25</c:v>
                </c:pt>
                <c:pt idx="4527">
                  <c:v>5.25</c:v>
                </c:pt>
                <c:pt idx="4528">
                  <c:v>5.25</c:v>
                </c:pt>
                <c:pt idx="4529">
                  <c:v>5.25</c:v>
                </c:pt>
                <c:pt idx="4530">
                  <c:v>5.25</c:v>
                </c:pt>
                <c:pt idx="4531">
                  <c:v>5.25</c:v>
                </c:pt>
                <c:pt idx="4532">
                  <c:v>5.25</c:v>
                </c:pt>
                <c:pt idx="4533">
                  <c:v>5.25</c:v>
                </c:pt>
                <c:pt idx="4534">
                  <c:v>5.25</c:v>
                </c:pt>
                <c:pt idx="4535">
                  <c:v>5.25</c:v>
                </c:pt>
                <c:pt idx="4536">
                  <c:v>5.25</c:v>
                </c:pt>
                <c:pt idx="4537">
                  <c:v>5.25</c:v>
                </c:pt>
                <c:pt idx="4538">
                  <c:v>5.25</c:v>
                </c:pt>
                <c:pt idx="4539">
                  <c:v>5.25</c:v>
                </c:pt>
                <c:pt idx="4540">
                  <c:v>5.25</c:v>
                </c:pt>
                <c:pt idx="4541">
                  <c:v>5.25</c:v>
                </c:pt>
                <c:pt idx="4542">
                  <c:v>5.25</c:v>
                </c:pt>
                <c:pt idx="4543">
                  <c:v>5.25</c:v>
                </c:pt>
                <c:pt idx="4544">
                  <c:v>5.25</c:v>
                </c:pt>
                <c:pt idx="4545">
                  <c:v>5.25</c:v>
                </c:pt>
                <c:pt idx="4546">
                  <c:v>5.25</c:v>
                </c:pt>
                <c:pt idx="4547">
                  <c:v>5.25</c:v>
                </c:pt>
                <c:pt idx="4548">
                  <c:v>5.25</c:v>
                </c:pt>
                <c:pt idx="4549">
                  <c:v>5.25</c:v>
                </c:pt>
                <c:pt idx="4550">
                  <c:v>5.25</c:v>
                </c:pt>
                <c:pt idx="4551">
                  <c:v>5.25</c:v>
                </c:pt>
                <c:pt idx="4552">
                  <c:v>5.25</c:v>
                </c:pt>
                <c:pt idx="4553">
                  <c:v>5.25</c:v>
                </c:pt>
                <c:pt idx="4554">
                  <c:v>5.25</c:v>
                </c:pt>
                <c:pt idx="4555">
                  <c:v>5.25</c:v>
                </c:pt>
                <c:pt idx="4556">
                  <c:v>5.25</c:v>
                </c:pt>
                <c:pt idx="4557">
                  <c:v>5.25</c:v>
                </c:pt>
                <c:pt idx="4558">
                  <c:v>5.25</c:v>
                </c:pt>
                <c:pt idx="4559">
                  <c:v>5.25</c:v>
                </c:pt>
                <c:pt idx="4560">
                  <c:v>5.25</c:v>
                </c:pt>
                <c:pt idx="4561">
                  <c:v>5.25</c:v>
                </c:pt>
                <c:pt idx="4562">
                  <c:v>5.25</c:v>
                </c:pt>
                <c:pt idx="4563">
                  <c:v>5.25</c:v>
                </c:pt>
                <c:pt idx="4564">
                  <c:v>5.25</c:v>
                </c:pt>
                <c:pt idx="4565">
                  <c:v>5.25</c:v>
                </c:pt>
                <c:pt idx="4566">
                  <c:v>5.25</c:v>
                </c:pt>
                <c:pt idx="4567">
                  <c:v>5.25</c:v>
                </c:pt>
                <c:pt idx="4568">
                  <c:v>5.25</c:v>
                </c:pt>
                <c:pt idx="4569">
                  <c:v>5.25</c:v>
                </c:pt>
                <c:pt idx="4570">
                  <c:v>5.25</c:v>
                </c:pt>
                <c:pt idx="4571">
                  <c:v>5.25</c:v>
                </c:pt>
                <c:pt idx="4572">
                  <c:v>5.25</c:v>
                </c:pt>
                <c:pt idx="4573">
                  <c:v>5.25</c:v>
                </c:pt>
                <c:pt idx="4574">
                  <c:v>5.25</c:v>
                </c:pt>
                <c:pt idx="4575">
                  <c:v>5.25</c:v>
                </c:pt>
                <c:pt idx="4576">
                  <c:v>5.25</c:v>
                </c:pt>
                <c:pt idx="4577">
                  <c:v>5.25</c:v>
                </c:pt>
                <c:pt idx="4578">
                  <c:v>5.25</c:v>
                </c:pt>
                <c:pt idx="4579">
                  <c:v>5.25</c:v>
                </c:pt>
                <c:pt idx="4580">
                  <c:v>5.25</c:v>
                </c:pt>
                <c:pt idx="4581">
                  <c:v>5.25</c:v>
                </c:pt>
                <c:pt idx="4582">
                  <c:v>5.5</c:v>
                </c:pt>
                <c:pt idx="4583">
                  <c:v>5.5</c:v>
                </c:pt>
                <c:pt idx="4584">
                  <c:v>5.5</c:v>
                </c:pt>
                <c:pt idx="4585">
                  <c:v>5.5</c:v>
                </c:pt>
                <c:pt idx="4586">
                  <c:v>5.5</c:v>
                </c:pt>
                <c:pt idx="4587">
                  <c:v>5.5</c:v>
                </c:pt>
                <c:pt idx="4588">
                  <c:v>5.5</c:v>
                </c:pt>
                <c:pt idx="4589">
                  <c:v>5.5</c:v>
                </c:pt>
                <c:pt idx="4590">
                  <c:v>5.5</c:v>
                </c:pt>
                <c:pt idx="4591">
                  <c:v>5.5</c:v>
                </c:pt>
                <c:pt idx="4592">
                  <c:v>5.5</c:v>
                </c:pt>
                <c:pt idx="4593">
                  <c:v>5.5</c:v>
                </c:pt>
                <c:pt idx="4594">
                  <c:v>5.5</c:v>
                </c:pt>
                <c:pt idx="4595">
                  <c:v>5.5</c:v>
                </c:pt>
                <c:pt idx="4596">
                  <c:v>5.5</c:v>
                </c:pt>
                <c:pt idx="4597">
                  <c:v>5.5</c:v>
                </c:pt>
                <c:pt idx="4598">
                  <c:v>5.5</c:v>
                </c:pt>
                <c:pt idx="4599">
                  <c:v>5.5</c:v>
                </c:pt>
                <c:pt idx="4600">
                  <c:v>5.5</c:v>
                </c:pt>
                <c:pt idx="4601">
                  <c:v>5.5</c:v>
                </c:pt>
                <c:pt idx="4602">
                  <c:v>5.5</c:v>
                </c:pt>
                <c:pt idx="4603">
                  <c:v>5.5</c:v>
                </c:pt>
                <c:pt idx="4604">
                  <c:v>5.5</c:v>
                </c:pt>
                <c:pt idx="4605">
                  <c:v>5.5</c:v>
                </c:pt>
                <c:pt idx="4606">
                  <c:v>5.5</c:v>
                </c:pt>
                <c:pt idx="4607">
                  <c:v>5.5</c:v>
                </c:pt>
                <c:pt idx="4608">
                  <c:v>5.5</c:v>
                </c:pt>
                <c:pt idx="4609">
                  <c:v>5.5</c:v>
                </c:pt>
                <c:pt idx="4610">
                  <c:v>5.5</c:v>
                </c:pt>
                <c:pt idx="4611">
                  <c:v>5.5</c:v>
                </c:pt>
                <c:pt idx="4612">
                  <c:v>5.5</c:v>
                </c:pt>
                <c:pt idx="4613">
                  <c:v>5.5</c:v>
                </c:pt>
                <c:pt idx="4614">
                  <c:v>5.5</c:v>
                </c:pt>
                <c:pt idx="4615">
                  <c:v>5.5</c:v>
                </c:pt>
                <c:pt idx="4616">
                  <c:v>5.5</c:v>
                </c:pt>
                <c:pt idx="4617">
                  <c:v>5.5</c:v>
                </c:pt>
                <c:pt idx="4618">
                  <c:v>5.5</c:v>
                </c:pt>
                <c:pt idx="4619">
                  <c:v>5.5</c:v>
                </c:pt>
                <c:pt idx="4620">
                  <c:v>5.5</c:v>
                </c:pt>
                <c:pt idx="4621">
                  <c:v>5.5</c:v>
                </c:pt>
                <c:pt idx="4622">
                  <c:v>5.5</c:v>
                </c:pt>
                <c:pt idx="4623">
                  <c:v>5.5</c:v>
                </c:pt>
                <c:pt idx="4624">
                  <c:v>5.5</c:v>
                </c:pt>
                <c:pt idx="4625">
                  <c:v>5.5</c:v>
                </c:pt>
                <c:pt idx="4626">
                  <c:v>5.5</c:v>
                </c:pt>
                <c:pt idx="4627">
                  <c:v>5.5</c:v>
                </c:pt>
                <c:pt idx="4628">
                  <c:v>5.5</c:v>
                </c:pt>
                <c:pt idx="4629">
                  <c:v>5.5</c:v>
                </c:pt>
                <c:pt idx="4630">
                  <c:v>5.5</c:v>
                </c:pt>
                <c:pt idx="4631">
                  <c:v>5.5</c:v>
                </c:pt>
                <c:pt idx="4632">
                  <c:v>5.5</c:v>
                </c:pt>
                <c:pt idx="4633">
                  <c:v>5.5</c:v>
                </c:pt>
                <c:pt idx="4634">
                  <c:v>5.5</c:v>
                </c:pt>
                <c:pt idx="4635">
                  <c:v>5.5</c:v>
                </c:pt>
                <c:pt idx="4636">
                  <c:v>5.5</c:v>
                </c:pt>
                <c:pt idx="4637">
                  <c:v>5.5</c:v>
                </c:pt>
                <c:pt idx="4638">
                  <c:v>5.5</c:v>
                </c:pt>
                <c:pt idx="4639">
                  <c:v>5.5</c:v>
                </c:pt>
                <c:pt idx="4640">
                  <c:v>5.5</c:v>
                </c:pt>
                <c:pt idx="4641">
                  <c:v>5.5</c:v>
                </c:pt>
                <c:pt idx="4642">
                  <c:v>5.5</c:v>
                </c:pt>
                <c:pt idx="4643">
                  <c:v>5.5</c:v>
                </c:pt>
                <c:pt idx="4644">
                  <c:v>5.5</c:v>
                </c:pt>
                <c:pt idx="4645">
                  <c:v>5.5</c:v>
                </c:pt>
                <c:pt idx="4646">
                  <c:v>5.5</c:v>
                </c:pt>
                <c:pt idx="4647">
                  <c:v>5.5</c:v>
                </c:pt>
                <c:pt idx="4648">
                  <c:v>5.5</c:v>
                </c:pt>
                <c:pt idx="4649">
                  <c:v>5.5</c:v>
                </c:pt>
                <c:pt idx="4650">
                  <c:v>5.5</c:v>
                </c:pt>
                <c:pt idx="4651">
                  <c:v>5.5</c:v>
                </c:pt>
                <c:pt idx="4652">
                  <c:v>5.5</c:v>
                </c:pt>
                <c:pt idx="4653">
                  <c:v>5.5</c:v>
                </c:pt>
                <c:pt idx="4654">
                  <c:v>5.5</c:v>
                </c:pt>
                <c:pt idx="4655">
                  <c:v>5.5</c:v>
                </c:pt>
                <c:pt idx="4656">
                  <c:v>5.5</c:v>
                </c:pt>
                <c:pt idx="4657">
                  <c:v>5.5</c:v>
                </c:pt>
                <c:pt idx="4658">
                  <c:v>5.5</c:v>
                </c:pt>
                <c:pt idx="4659">
                  <c:v>5.5</c:v>
                </c:pt>
                <c:pt idx="4660">
                  <c:v>5.5</c:v>
                </c:pt>
                <c:pt idx="4661">
                  <c:v>5.5</c:v>
                </c:pt>
                <c:pt idx="4662">
                  <c:v>5.5</c:v>
                </c:pt>
                <c:pt idx="4663">
                  <c:v>5.5</c:v>
                </c:pt>
                <c:pt idx="4664">
                  <c:v>5.5</c:v>
                </c:pt>
                <c:pt idx="4665">
                  <c:v>5.5</c:v>
                </c:pt>
                <c:pt idx="4666">
                  <c:v>5.5</c:v>
                </c:pt>
                <c:pt idx="4667">
                  <c:v>5.5</c:v>
                </c:pt>
                <c:pt idx="4668">
                  <c:v>5.5</c:v>
                </c:pt>
                <c:pt idx="4669">
                  <c:v>5.5</c:v>
                </c:pt>
                <c:pt idx="4670">
                  <c:v>5.5</c:v>
                </c:pt>
                <c:pt idx="4671">
                  <c:v>5.5</c:v>
                </c:pt>
                <c:pt idx="4672">
                  <c:v>5.5</c:v>
                </c:pt>
                <c:pt idx="4673">
                  <c:v>5.5</c:v>
                </c:pt>
                <c:pt idx="4674">
                  <c:v>5.5</c:v>
                </c:pt>
                <c:pt idx="4675">
                  <c:v>5.5</c:v>
                </c:pt>
                <c:pt idx="4676">
                  <c:v>5.5</c:v>
                </c:pt>
                <c:pt idx="4677">
                  <c:v>5.5</c:v>
                </c:pt>
                <c:pt idx="4678">
                  <c:v>5.5</c:v>
                </c:pt>
                <c:pt idx="4679">
                  <c:v>5.5</c:v>
                </c:pt>
                <c:pt idx="4680">
                  <c:v>5.5</c:v>
                </c:pt>
                <c:pt idx="4681">
                  <c:v>5.5</c:v>
                </c:pt>
                <c:pt idx="4682">
                  <c:v>5.5</c:v>
                </c:pt>
                <c:pt idx="4683">
                  <c:v>5.5</c:v>
                </c:pt>
                <c:pt idx="4684">
                  <c:v>5.5</c:v>
                </c:pt>
                <c:pt idx="4685">
                  <c:v>5.5</c:v>
                </c:pt>
                <c:pt idx="4686">
                  <c:v>5.5</c:v>
                </c:pt>
                <c:pt idx="4687">
                  <c:v>5.5</c:v>
                </c:pt>
                <c:pt idx="4688">
                  <c:v>5.5</c:v>
                </c:pt>
                <c:pt idx="4689">
                  <c:v>5.5</c:v>
                </c:pt>
                <c:pt idx="4690">
                  <c:v>5.5</c:v>
                </c:pt>
                <c:pt idx="4691">
                  <c:v>5.5</c:v>
                </c:pt>
                <c:pt idx="4692">
                  <c:v>5.5</c:v>
                </c:pt>
                <c:pt idx="4693">
                  <c:v>5.5</c:v>
                </c:pt>
                <c:pt idx="4694">
                  <c:v>5.5</c:v>
                </c:pt>
                <c:pt idx="4695">
                  <c:v>5.5</c:v>
                </c:pt>
                <c:pt idx="4696">
                  <c:v>5.5</c:v>
                </c:pt>
                <c:pt idx="4697">
                  <c:v>5.5</c:v>
                </c:pt>
                <c:pt idx="4698">
                  <c:v>5.5</c:v>
                </c:pt>
                <c:pt idx="4699">
                  <c:v>5.5</c:v>
                </c:pt>
                <c:pt idx="4700">
                  <c:v>5.5</c:v>
                </c:pt>
                <c:pt idx="4701">
                  <c:v>5.5</c:v>
                </c:pt>
                <c:pt idx="4702">
                  <c:v>5.5</c:v>
                </c:pt>
                <c:pt idx="4703">
                  <c:v>5.5</c:v>
                </c:pt>
                <c:pt idx="4704">
                  <c:v>5.5</c:v>
                </c:pt>
                <c:pt idx="4705">
                  <c:v>5.5</c:v>
                </c:pt>
                <c:pt idx="4706">
                  <c:v>5.5</c:v>
                </c:pt>
                <c:pt idx="4707">
                  <c:v>5.5</c:v>
                </c:pt>
                <c:pt idx="4708">
                  <c:v>5.5</c:v>
                </c:pt>
                <c:pt idx="4709">
                  <c:v>5.5</c:v>
                </c:pt>
                <c:pt idx="4710">
                  <c:v>5.5</c:v>
                </c:pt>
                <c:pt idx="4711">
                  <c:v>5.5</c:v>
                </c:pt>
                <c:pt idx="4712">
                  <c:v>5.5</c:v>
                </c:pt>
                <c:pt idx="4713">
                  <c:v>5.5</c:v>
                </c:pt>
                <c:pt idx="4714">
                  <c:v>5.5</c:v>
                </c:pt>
                <c:pt idx="4715">
                  <c:v>5.5</c:v>
                </c:pt>
                <c:pt idx="4716">
                  <c:v>5.5</c:v>
                </c:pt>
                <c:pt idx="4717">
                  <c:v>5.5</c:v>
                </c:pt>
                <c:pt idx="4718">
                  <c:v>5.5</c:v>
                </c:pt>
                <c:pt idx="4719">
                  <c:v>5.5</c:v>
                </c:pt>
                <c:pt idx="4720">
                  <c:v>5.5</c:v>
                </c:pt>
                <c:pt idx="4721">
                  <c:v>5.5</c:v>
                </c:pt>
                <c:pt idx="4722">
                  <c:v>5.5</c:v>
                </c:pt>
                <c:pt idx="4723">
                  <c:v>5.5</c:v>
                </c:pt>
                <c:pt idx="4724">
                  <c:v>5.5</c:v>
                </c:pt>
                <c:pt idx="4725">
                  <c:v>5.5</c:v>
                </c:pt>
                <c:pt idx="4726">
                  <c:v>5.5</c:v>
                </c:pt>
                <c:pt idx="4727">
                  <c:v>5.5</c:v>
                </c:pt>
                <c:pt idx="4728">
                  <c:v>5.5</c:v>
                </c:pt>
                <c:pt idx="4729">
                  <c:v>5.5</c:v>
                </c:pt>
                <c:pt idx="4730">
                  <c:v>5.5</c:v>
                </c:pt>
                <c:pt idx="4731">
                  <c:v>5.5</c:v>
                </c:pt>
                <c:pt idx="4732">
                  <c:v>5.5</c:v>
                </c:pt>
                <c:pt idx="4733">
                  <c:v>5.5</c:v>
                </c:pt>
                <c:pt idx="4734">
                  <c:v>5.5</c:v>
                </c:pt>
                <c:pt idx="4735">
                  <c:v>5.5</c:v>
                </c:pt>
                <c:pt idx="4736">
                  <c:v>5.5</c:v>
                </c:pt>
                <c:pt idx="4737">
                  <c:v>5.5</c:v>
                </c:pt>
                <c:pt idx="4738">
                  <c:v>5.5</c:v>
                </c:pt>
                <c:pt idx="4739">
                  <c:v>5.5</c:v>
                </c:pt>
                <c:pt idx="4740">
                  <c:v>5.5</c:v>
                </c:pt>
                <c:pt idx="4741">
                  <c:v>5.5</c:v>
                </c:pt>
                <c:pt idx="4742">
                  <c:v>5.5</c:v>
                </c:pt>
                <c:pt idx="4743">
                  <c:v>5.5</c:v>
                </c:pt>
                <c:pt idx="4744">
                  <c:v>5.5</c:v>
                </c:pt>
                <c:pt idx="4745">
                  <c:v>5.5</c:v>
                </c:pt>
                <c:pt idx="4746">
                  <c:v>5.5</c:v>
                </c:pt>
                <c:pt idx="4747">
                  <c:v>5.5</c:v>
                </c:pt>
                <c:pt idx="4748">
                  <c:v>5.5</c:v>
                </c:pt>
                <c:pt idx="4749">
                  <c:v>5.5</c:v>
                </c:pt>
                <c:pt idx="4750">
                  <c:v>5.5</c:v>
                </c:pt>
                <c:pt idx="4751">
                  <c:v>5.5</c:v>
                </c:pt>
                <c:pt idx="4752">
                  <c:v>5.5</c:v>
                </c:pt>
                <c:pt idx="4753">
                  <c:v>5.5</c:v>
                </c:pt>
                <c:pt idx="4754">
                  <c:v>5.5</c:v>
                </c:pt>
                <c:pt idx="4755">
                  <c:v>5.5</c:v>
                </c:pt>
                <c:pt idx="4756">
                  <c:v>5.5</c:v>
                </c:pt>
                <c:pt idx="4757">
                  <c:v>5.5</c:v>
                </c:pt>
                <c:pt idx="4758">
                  <c:v>5.5</c:v>
                </c:pt>
                <c:pt idx="4759">
                  <c:v>5.5</c:v>
                </c:pt>
                <c:pt idx="4760">
                  <c:v>5.5</c:v>
                </c:pt>
                <c:pt idx="4761">
                  <c:v>5.5</c:v>
                </c:pt>
                <c:pt idx="4762">
                  <c:v>5.5</c:v>
                </c:pt>
                <c:pt idx="4763">
                  <c:v>5.5</c:v>
                </c:pt>
                <c:pt idx="4764">
                  <c:v>5.5</c:v>
                </c:pt>
                <c:pt idx="4765">
                  <c:v>5.5</c:v>
                </c:pt>
                <c:pt idx="4766">
                  <c:v>5.5</c:v>
                </c:pt>
                <c:pt idx="4767">
                  <c:v>5.5</c:v>
                </c:pt>
                <c:pt idx="4768">
                  <c:v>5.5</c:v>
                </c:pt>
                <c:pt idx="4769">
                  <c:v>5.5</c:v>
                </c:pt>
                <c:pt idx="4770">
                  <c:v>5.5</c:v>
                </c:pt>
                <c:pt idx="4771">
                  <c:v>5.5</c:v>
                </c:pt>
                <c:pt idx="4772">
                  <c:v>5.5</c:v>
                </c:pt>
                <c:pt idx="4773">
                  <c:v>5.5</c:v>
                </c:pt>
                <c:pt idx="4774">
                  <c:v>5.5</c:v>
                </c:pt>
                <c:pt idx="4775">
                  <c:v>5.5</c:v>
                </c:pt>
                <c:pt idx="4776">
                  <c:v>5.5</c:v>
                </c:pt>
                <c:pt idx="4777">
                  <c:v>5.5</c:v>
                </c:pt>
                <c:pt idx="4778">
                  <c:v>5.5</c:v>
                </c:pt>
                <c:pt idx="4779">
                  <c:v>5.5</c:v>
                </c:pt>
                <c:pt idx="4780">
                  <c:v>5.5</c:v>
                </c:pt>
                <c:pt idx="4781">
                  <c:v>5.5</c:v>
                </c:pt>
                <c:pt idx="4782">
                  <c:v>5.5</c:v>
                </c:pt>
                <c:pt idx="4783">
                  <c:v>5.5</c:v>
                </c:pt>
                <c:pt idx="4784">
                  <c:v>5.5</c:v>
                </c:pt>
                <c:pt idx="4785">
                  <c:v>5.5</c:v>
                </c:pt>
                <c:pt idx="4786">
                  <c:v>5.5</c:v>
                </c:pt>
                <c:pt idx="4787">
                  <c:v>5.5</c:v>
                </c:pt>
                <c:pt idx="4788">
                  <c:v>5.5</c:v>
                </c:pt>
                <c:pt idx="4789">
                  <c:v>5.5</c:v>
                </c:pt>
                <c:pt idx="4790">
                  <c:v>5.5</c:v>
                </c:pt>
                <c:pt idx="4791">
                  <c:v>5.5</c:v>
                </c:pt>
                <c:pt idx="4792">
                  <c:v>5.5</c:v>
                </c:pt>
                <c:pt idx="4793">
                  <c:v>5.5</c:v>
                </c:pt>
                <c:pt idx="4794">
                  <c:v>5.5</c:v>
                </c:pt>
                <c:pt idx="4795">
                  <c:v>5.5</c:v>
                </c:pt>
                <c:pt idx="4796">
                  <c:v>5.5</c:v>
                </c:pt>
                <c:pt idx="4797">
                  <c:v>5.5</c:v>
                </c:pt>
                <c:pt idx="4798">
                  <c:v>5.5</c:v>
                </c:pt>
                <c:pt idx="4799">
                  <c:v>5.5</c:v>
                </c:pt>
                <c:pt idx="4800">
                  <c:v>5.5</c:v>
                </c:pt>
                <c:pt idx="4801">
                  <c:v>5.5</c:v>
                </c:pt>
                <c:pt idx="4802">
                  <c:v>5.5</c:v>
                </c:pt>
                <c:pt idx="4803">
                  <c:v>5.5</c:v>
                </c:pt>
                <c:pt idx="4804">
                  <c:v>5.5</c:v>
                </c:pt>
                <c:pt idx="4805">
                  <c:v>5.5</c:v>
                </c:pt>
                <c:pt idx="4806">
                  <c:v>5.5</c:v>
                </c:pt>
                <c:pt idx="4807">
                  <c:v>5.5</c:v>
                </c:pt>
                <c:pt idx="4808">
                  <c:v>5.5</c:v>
                </c:pt>
                <c:pt idx="4809">
                  <c:v>5.5</c:v>
                </c:pt>
                <c:pt idx="4810">
                  <c:v>5.5</c:v>
                </c:pt>
                <c:pt idx="4811">
                  <c:v>5.5</c:v>
                </c:pt>
                <c:pt idx="4812">
                  <c:v>5.5</c:v>
                </c:pt>
                <c:pt idx="4813">
                  <c:v>5.5</c:v>
                </c:pt>
                <c:pt idx="4814">
                  <c:v>5.5</c:v>
                </c:pt>
                <c:pt idx="4815">
                  <c:v>5.5</c:v>
                </c:pt>
                <c:pt idx="4816">
                  <c:v>5.5</c:v>
                </c:pt>
                <c:pt idx="4817">
                  <c:v>5.5</c:v>
                </c:pt>
                <c:pt idx="4818">
                  <c:v>5.5</c:v>
                </c:pt>
                <c:pt idx="4819">
                  <c:v>5.5</c:v>
                </c:pt>
                <c:pt idx="4820">
                  <c:v>5.5</c:v>
                </c:pt>
                <c:pt idx="4821">
                  <c:v>5.5</c:v>
                </c:pt>
                <c:pt idx="4822">
                  <c:v>5.5</c:v>
                </c:pt>
                <c:pt idx="4823">
                  <c:v>5.5</c:v>
                </c:pt>
                <c:pt idx="4824">
                  <c:v>5.5</c:v>
                </c:pt>
                <c:pt idx="4825">
                  <c:v>5.5</c:v>
                </c:pt>
                <c:pt idx="4826">
                  <c:v>5.5</c:v>
                </c:pt>
                <c:pt idx="4827">
                  <c:v>5.5</c:v>
                </c:pt>
                <c:pt idx="4828">
                  <c:v>5.5</c:v>
                </c:pt>
                <c:pt idx="4829">
                  <c:v>5.5</c:v>
                </c:pt>
                <c:pt idx="4830">
                  <c:v>5.5</c:v>
                </c:pt>
                <c:pt idx="4831">
                  <c:v>5.5</c:v>
                </c:pt>
                <c:pt idx="4832">
                  <c:v>5.5</c:v>
                </c:pt>
                <c:pt idx="4833">
                  <c:v>5.5</c:v>
                </c:pt>
                <c:pt idx="4834">
                  <c:v>5.5</c:v>
                </c:pt>
                <c:pt idx="4835">
                  <c:v>5.5</c:v>
                </c:pt>
                <c:pt idx="4836">
                  <c:v>5.5</c:v>
                </c:pt>
                <c:pt idx="4837">
                  <c:v>5.5</c:v>
                </c:pt>
                <c:pt idx="4838">
                  <c:v>5.5</c:v>
                </c:pt>
                <c:pt idx="4839">
                  <c:v>5.5</c:v>
                </c:pt>
                <c:pt idx="4840">
                  <c:v>5.5</c:v>
                </c:pt>
                <c:pt idx="4841">
                  <c:v>5.5</c:v>
                </c:pt>
                <c:pt idx="4842">
                  <c:v>5.5</c:v>
                </c:pt>
                <c:pt idx="4843">
                  <c:v>5.5</c:v>
                </c:pt>
                <c:pt idx="4844">
                  <c:v>5.5</c:v>
                </c:pt>
                <c:pt idx="4845">
                  <c:v>5.5</c:v>
                </c:pt>
                <c:pt idx="4846">
                  <c:v>5.5</c:v>
                </c:pt>
                <c:pt idx="4847">
                  <c:v>5.5</c:v>
                </c:pt>
                <c:pt idx="4848">
                  <c:v>5.5</c:v>
                </c:pt>
                <c:pt idx="4849">
                  <c:v>5.5</c:v>
                </c:pt>
                <c:pt idx="4850">
                  <c:v>5.5</c:v>
                </c:pt>
                <c:pt idx="4851">
                  <c:v>5.5</c:v>
                </c:pt>
                <c:pt idx="4852">
                  <c:v>5.5</c:v>
                </c:pt>
                <c:pt idx="4853">
                  <c:v>5.5</c:v>
                </c:pt>
                <c:pt idx="4854">
                  <c:v>5.5</c:v>
                </c:pt>
                <c:pt idx="4855">
                  <c:v>5.5</c:v>
                </c:pt>
                <c:pt idx="4856">
                  <c:v>5.5</c:v>
                </c:pt>
                <c:pt idx="4857">
                  <c:v>5.5</c:v>
                </c:pt>
                <c:pt idx="4858">
                  <c:v>5.5</c:v>
                </c:pt>
                <c:pt idx="4859">
                  <c:v>5.5</c:v>
                </c:pt>
                <c:pt idx="4860">
                  <c:v>5.5</c:v>
                </c:pt>
                <c:pt idx="4861">
                  <c:v>5.5</c:v>
                </c:pt>
                <c:pt idx="4862">
                  <c:v>5.5</c:v>
                </c:pt>
                <c:pt idx="4863">
                  <c:v>5.5</c:v>
                </c:pt>
                <c:pt idx="4864">
                  <c:v>5.5</c:v>
                </c:pt>
                <c:pt idx="4865">
                  <c:v>5.5</c:v>
                </c:pt>
                <c:pt idx="4866">
                  <c:v>5.5</c:v>
                </c:pt>
                <c:pt idx="4867">
                  <c:v>5.5</c:v>
                </c:pt>
                <c:pt idx="4868">
                  <c:v>5.5</c:v>
                </c:pt>
                <c:pt idx="4869">
                  <c:v>5.5</c:v>
                </c:pt>
                <c:pt idx="4870">
                  <c:v>5.5</c:v>
                </c:pt>
                <c:pt idx="4871">
                  <c:v>5.5</c:v>
                </c:pt>
                <c:pt idx="4872">
                  <c:v>5.5</c:v>
                </c:pt>
                <c:pt idx="4873">
                  <c:v>5.5</c:v>
                </c:pt>
                <c:pt idx="4874">
                  <c:v>5.5</c:v>
                </c:pt>
                <c:pt idx="4875">
                  <c:v>5.5</c:v>
                </c:pt>
                <c:pt idx="4876">
                  <c:v>5.5</c:v>
                </c:pt>
                <c:pt idx="4877">
                  <c:v>5.5</c:v>
                </c:pt>
                <c:pt idx="4878">
                  <c:v>5.5</c:v>
                </c:pt>
                <c:pt idx="4879">
                  <c:v>5.5</c:v>
                </c:pt>
                <c:pt idx="4880">
                  <c:v>5.5</c:v>
                </c:pt>
                <c:pt idx="4881">
                  <c:v>5.5</c:v>
                </c:pt>
                <c:pt idx="4882">
                  <c:v>5</c:v>
                </c:pt>
                <c:pt idx="4883">
                  <c:v>5</c:v>
                </c:pt>
                <c:pt idx="4884">
                  <c:v>5</c:v>
                </c:pt>
                <c:pt idx="4885">
                  <c:v>5</c:v>
                </c:pt>
                <c:pt idx="4886">
                  <c:v>5</c:v>
                </c:pt>
                <c:pt idx="4887">
                  <c:v>5</c:v>
                </c:pt>
                <c:pt idx="4888">
                  <c:v>5</c:v>
                </c:pt>
                <c:pt idx="4889">
                  <c:v>5</c:v>
                </c:pt>
                <c:pt idx="4890">
                  <c:v>5</c:v>
                </c:pt>
                <c:pt idx="4891">
                  <c:v>5</c:v>
                </c:pt>
                <c:pt idx="4892">
                  <c:v>5</c:v>
                </c:pt>
                <c:pt idx="4893">
                  <c:v>5</c:v>
                </c:pt>
                <c:pt idx="4894">
                  <c:v>5</c:v>
                </c:pt>
                <c:pt idx="4895">
                  <c:v>5</c:v>
                </c:pt>
                <c:pt idx="4896">
                  <c:v>5</c:v>
                </c:pt>
                <c:pt idx="4897">
                  <c:v>5</c:v>
                </c:pt>
                <c:pt idx="4898">
                  <c:v>5</c:v>
                </c:pt>
                <c:pt idx="4899">
                  <c:v>5</c:v>
                </c:pt>
                <c:pt idx="4900">
                  <c:v>5</c:v>
                </c:pt>
                <c:pt idx="4901">
                  <c:v>5</c:v>
                </c:pt>
                <c:pt idx="4902">
                  <c:v>5</c:v>
                </c:pt>
                <c:pt idx="4903">
                  <c:v>5</c:v>
                </c:pt>
                <c:pt idx="4904">
                  <c:v>5</c:v>
                </c:pt>
                <c:pt idx="4905">
                  <c:v>5</c:v>
                </c:pt>
                <c:pt idx="4906">
                  <c:v>5</c:v>
                </c:pt>
                <c:pt idx="4907">
                  <c:v>5</c:v>
                </c:pt>
                <c:pt idx="4908">
                  <c:v>5</c:v>
                </c:pt>
                <c:pt idx="4909">
                  <c:v>5</c:v>
                </c:pt>
                <c:pt idx="4910">
                  <c:v>5</c:v>
                </c:pt>
                <c:pt idx="4911">
                  <c:v>5</c:v>
                </c:pt>
                <c:pt idx="4912">
                  <c:v>5</c:v>
                </c:pt>
                <c:pt idx="4913">
                  <c:v>5</c:v>
                </c:pt>
                <c:pt idx="4914">
                  <c:v>5</c:v>
                </c:pt>
                <c:pt idx="4915">
                  <c:v>5</c:v>
                </c:pt>
                <c:pt idx="4916">
                  <c:v>5</c:v>
                </c:pt>
                <c:pt idx="4917">
                  <c:v>5</c:v>
                </c:pt>
                <c:pt idx="4918">
                  <c:v>4.75</c:v>
                </c:pt>
                <c:pt idx="4919">
                  <c:v>4.75</c:v>
                </c:pt>
                <c:pt idx="4920">
                  <c:v>4.75</c:v>
                </c:pt>
                <c:pt idx="4921">
                  <c:v>4.75</c:v>
                </c:pt>
                <c:pt idx="4922">
                  <c:v>4.75</c:v>
                </c:pt>
                <c:pt idx="4923">
                  <c:v>4.75</c:v>
                </c:pt>
                <c:pt idx="4924">
                  <c:v>4.75</c:v>
                </c:pt>
                <c:pt idx="4925">
                  <c:v>4.75</c:v>
                </c:pt>
                <c:pt idx="4926">
                  <c:v>4.75</c:v>
                </c:pt>
                <c:pt idx="4927">
                  <c:v>4.75</c:v>
                </c:pt>
                <c:pt idx="4928">
                  <c:v>4.75</c:v>
                </c:pt>
                <c:pt idx="4929">
                  <c:v>4.75</c:v>
                </c:pt>
                <c:pt idx="4930">
                  <c:v>4.75</c:v>
                </c:pt>
                <c:pt idx="4931">
                  <c:v>4.75</c:v>
                </c:pt>
                <c:pt idx="4932">
                  <c:v>4.75</c:v>
                </c:pt>
                <c:pt idx="4933">
                  <c:v>4.75</c:v>
                </c:pt>
                <c:pt idx="4934">
                  <c:v>4.75</c:v>
                </c:pt>
                <c:pt idx="4935">
                  <c:v>4.75</c:v>
                </c:pt>
                <c:pt idx="4936">
                  <c:v>4.75</c:v>
                </c:pt>
                <c:pt idx="4937">
                  <c:v>4.75</c:v>
                </c:pt>
                <c:pt idx="4938">
                  <c:v>4.75</c:v>
                </c:pt>
                <c:pt idx="4939">
                  <c:v>4.75</c:v>
                </c:pt>
                <c:pt idx="4940">
                  <c:v>4.75</c:v>
                </c:pt>
                <c:pt idx="4941">
                  <c:v>4.75</c:v>
                </c:pt>
                <c:pt idx="4942">
                  <c:v>4.75</c:v>
                </c:pt>
                <c:pt idx="4943">
                  <c:v>4.75</c:v>
                </c:pt>
                <c:pt idx="4944">
                  <c:v>4.75</c:v>
                </c:pt>
                <c:pt idx="4945">
                  <c:v>4.75</c:v>
                </c:pt>
                <c:pt idx="4946">
                  <c:v>4.75</c:v>
                </c:pt>
                <c:pt idx="4947">
                  <c:v>4.5</c:v>
                </c:pt>
                <c:pt idx="4948">
                  <c:v>4.5</c:v>
                </c:pt>
                <c:pt idx="4949">
                  <c:v>4.5</c:v>
                </c:pt>
                <c:pt idx="4950">
                  <c:v>4.5</c:v>
                </c:pt>
                <c:pt idx="4951">
                  <c:v>4.5</c:v>
                </c:pt>
                <c:pt idx="4952">
                  <c:v>4.5</c:v>
                </c:pt>
                <c:pt idx="4953">
                  <c:v>4.5</c:v>
                </c:pt>
                <c:pt idx="4954">
                  <c:v>4.5</c:v>
                </c:pt>
                <c:pt idx="4955">
                  <c:v>4.5</c:v>
                </c:pt>
                <c:pt idx="4956">
                  <c:v>4.5</c:v>
                </c:pt>
                <c:pt idx="4957">
                  <c:v>4.5</c:v>
                </c:pt>
                <c:pt idx="4958">
                  <c:v>4.5</c:v>
                </c:pt>
                <c:pt idx="4959">
                  <c:v>4.5</c:v>
                </c:pt>
                <c:pt idx="4960">
                  <c:v>4.5</c:v>
                </c:pt>
                <c:pt idx="4961">
                  <c:v>4.5</c:v>
                </c:pt>
                <c:pt idx="4962">
                  <c:v>4.5</c:v>
                </c:pt>
                <c:pt idx="4963">
                  <c:v>4.5</c:v>
                </c:pt>
                <c:pt idx="4964">
                  <c:v>4.5</c:v>
                </c:pt>
                <c:pt idx="4965">
                  <c:v>4.5</c:v>
                </c:pt>
                <c:pt idx="4966">
                  <c:v>4.5</c:v>
                </c:pt>
                <c:pt idx="4967">
                  <c:v>4.5</c:v>
                </c:pt>
                <c:pt idx="4968">
                  <c:v>4.5</c:v>
                </c:pt>
                <c:pt idx="4969">
                  <c:v>4.5</c:v>
                </c:pt>
                <c:pt idx="4970">
                  <c:v>4.5</c:v>
                </c:pt>
                <c:pt idx="4971">
                  <c:v>4.5</c:v>
                </c:pt>
                <c:pt idx="4972">
                  <c:v>4.5</c:v>
                </c:pt>
                <c:pt idx="4973">
                  <c:v>4.5</c:v>
                </c:pt>
                <c:pt idx="4974">
                  <c:v>4.5</c:v>
                </c:pt>
                <c:pt idx="4975">
                  <c:v>4.5</c:v>
                </c:pt>
                <c:pt idx="4976">
                  <c:v>4.5</c:v>
                </c:pt>
                <c:pt idx="4977">
                  <c:v>4.5</c:v>
                </c:pt>
                <c:pt idx="4978">
                  <c:v>4.5</c:v>
                </c:pt>
                <c:pt idx="4979">
                  <c:v>4.5</c:v>
                </c:pt>
                <c:pt idx="4980">
                  <c:v>4.5</c:v>
                </c:pt>
                <c:pt idx="4981">
                  <c:v>4.5</c:v>
                </c:pt>
                <c:pt idx="4982">
                  <c:v>4.5</c:v>
                </c:pt>
                <c:pt idx="4983">
                  <c:v>4.5</c:v>
                </c:pt>
                <c:pt idx="4984">
                  <c:v>4.5</c:v>
                </c:pt>
                <c:pt idx="4985">
                  <c:v>4.5</c:v>
                </c:pt>
                <c:pt idx="4986">
                  <c:v>4.5</c:v>
                </c:pt>
                <c:pt idx="4987">
                  <c:v>4.5</c:v>
                </c:pt>
                <c:pt idx="4988">
                  <c:v>4.5</c:v>
                </c:pt>
                <c:pt idx="4989">
                  <c:v>4.5</c:v>
                </c:pt>
                <c:pt idx="4990">
                  <c:v>4.5</c:v>
                </c:pt>
                <c:pt idx="4991">
                  <c:v>4.5</c:v>
                </c:pt>
                <c:pt idx="4992">
                  <c:v>4.5</c:v>
                </c:pt>
                <c:pt idx="4993">
                  <c:v>4.5</c:v>
                </c:pt>
                <c:pt idx="4994">
                  <c:v>4.5</c:v>
                </c:pt>
                <c:pt idx="4995">
                  <c:v>4.5</c:v>
                </c:pt>
                <c:pt idx="4996">
                  <c:v>4.5</c:v>
                </c:pt>
                <c:pt idx="4997">
                  <c:v>4.5</c:v>
                </c:pt>
                <c:pt idx="4998">
                  <c:v>4.5</c:v>
                </c:pt>
                <c:pt idx="4999">
                  <c:v>4.5</c:v>
                </c:pt>
                <c:pt idx="5000">
                  <c:v>4.5</c:v>
                </c:pt>
                <c:pt idx="5001">
                  <c:v>4.5</c:v>
                </c:pt>
                <c:pt idx="5002">
                  <c:v>4.5</c:v>
                </c:pt>
                <c:pt idx="5003">
                  <c:v>4.5</c:v>
                </c:pt>
                <c:pt idx="5004">
                  <c:v>4.5</c:v>
                </c:pt>
                <c:pt idx="5005">
                  <c:v>4.5</c:v>
                </c:pt>
                <c:pt idx="5006">
                  <c:v>4.5</c:v>
                </c:pt>
                <c:pt idx="5007">
                  <c:v>4.5</c:v>
                </c:pt>
                <c:pt idx="5008">
                  <c:v>4.5</c:v>
                </c:pt>
                <c:pt idx="5009">
                  <c:v>4.5</c:v>
                </c:pt>
                <c:pt idx="5010">
                  <c:v>4.5</c:v>
                </c:pt>
                <c:pt idx="5011">
                  <c:v>4.5</c:v>
                </c:pt>
                <c:pt idx="5012">
                  <c:v>4.5</c:v>
                </c:pt>
                <c:pt idx="5013">
                  <c:v>4.5</c:v>
                </c:pt>
                <c:pt idx="5014">
                  <c:v>4.5</c:v>
                </c:pt>
                <c:pt idx="5015">
                  <c:v>4.5</c:v>
                </c:pt>
                <c:pt idx="5016">
                  <c:v>4.5</c:v>
                </c:pt>
                <c:pt idx="5017">
                  <c:v>4.5</c:v>
                </c:pt>
                <c:pt idx="5018">
                  <c:v>4.5</c:v>
                </c:pt>
                <c:pt idx="5019">
                  <c:v>4.5</c:v>
                </c:pt>
                <c:pt idx="5020">
                  <c:v>4.5</c:v>
                </c:pt>
                <c:pt idx="5021">
                  <c:v>4.5</c:v>
                </c:pt>
                <c:pt idx="5022">
                  <c:v>4.5</c:v>
                </c:pt>
                <c:pt idx="5023">
                  <c:v>4.5</c:v>
                </c:pt>
                <c:pt idx="5024">
                  <c:v>4.5</c:v>
                </c:pt>
                <c:pt idx="5025">
                  <c:v>4.5</c:v>
                </c:pt>
                <c:pt idx="5026">
                  <c:v>4.5</c:v>
                </c:pt>
                <c:pt idx="5027">
                  <c:v>4.5</c:v>
                </c:pt>
                <c:pt idx="5028">
                  <c:v>4.5</c:v>
                </c:pt>
                <c:pt idx="5029">
                  <c:v>4.5</c:v>
                </c:pt>
                <c:pt idx="5030">
                  <c:v>4.5</c:v>
                </c:pt>
                <c:pt idx="5031">
                  <c:v>4.5</c:v>
                </c:pt>
                <c:pt idx="5032">
                  <c:v>4.5</c:v>
                </c:pt>
                <c:pt idx="5033">
                  <c:v>4.5</c:v>
                </c:pt>
                <c:pt idx="5034">
                  <c:v>4.5</c:v>
                </c:pt>
                <c:pt idx="5035">
                  <c:v>4.5</c:v>
                </c:pt>
                <c:pt idx="5036">
                  <c:v>4.5</c:v>
                </c:pt>
                <c:pt idx="5037">
                  <c:v>4.5</c:v>
                </c:pt>
                <c:pt idx="5038">
                  <c:v>4.5</c:v>
                </c:pt>
                <c:pt idx="5039">
                  <c:v>4.5</c:v>
                </c:pt>
                <c:pt idx="5040">
                  <c:v>4.5</c:v>
                </c:pt>
                <c:pt idx="5041">
                  <c:v>4.5</c:v>
                </c:pt>
                <c:pt idx="5042">
                  <c:v>4.5</c:v>
                </c:pt>
                <c:pt idx="5043">
                  <c:v>4.5</c:v>
                </c:pt>
                <c:pt idx="5044">
                  <c:v>4.5</c:v>
                </c:pt>
                <c:pt idx="5045">
                  <c:v>4.5</c:v>
                </c:pt>
                <c:pt idx="5046">
                  <c:v>4.5</c:v>
                </c:pt>
                <c:pt idx="5047">
                  <c:v>4.5</c:v>
                </c:pt>
                <c:pt idx="5048">
                  <c:v>4.5</c:v>
                </c:pt>
                <c:pt idx="5049">
                  <c:v>4.5</c:v>
                </c:pt>
                <c:pt idx="5050">
                  <c:v>4.5</c:v>
                </c:pt>
                <c:pt idx="5051">
                  <c:v>4.5</c:v>
                </c:pt>
                <c:pt idx="5052">
                  <c:v>4.5</c:v>
                </c:pt>
                <c:pt idx="5053">
                  <c:v>4.5</c:v>
                </c:pt>
                <c:pt idx="5054">
                  <c:v>4.5</c:v>
                </c:pt>
                <c:pt idx="5055">
                  <c:v>4.5</c:v>
                </c:pt>
                <c:pt idx="5056">
                  <c:v>4.5</c:v>
                </c:pt>
                <c:pt idx="5057">
                  <c:v>4.5</c:v>
                </c:pt>
                <c:pt idx="5058">
                  <c:v>4.5</c:v>
                </c:pt>
                <c:pt idx="5059">
                  <c:v>4.5</c:v>
                </c:pt>
                <c:pt idx="5060">
                  <c:v>4.5</c:v>
                </c:pt>
                <c:pt idx="5061">
                  <c:v>4.5</c:v>
                </c:pt>
                <c:pt idx="5062">
                  <c:v>4.5</c:v>
                </c:pt>
                <c:pt idx="5063">
                  <c:v>4.5</c:v>
                </c:pt>
                <c:pt idx="5064">
                  <c:v>4.5</c:v>
                </c:pt>
                <c:pt idx="5065">
                  <c:v>4.5</c:v>
                </c:pt>
                <c:pt idx="5066">
                  <c:v>4.5</c:v>
                </c:pt>
                <c:pt idx="5067">
                  <c:v>4.5</c:v>
                </c:pt>
                <c:pt idx="5068">
                  <c:v>4.5</c:v>
                </c:pt>
                <c:pt idx="5069">
                  <c:v>4.5</c:v>
                </c:pt>
                <c:pt idx="5070">
                  <c:v>4.5</c:v>
                </c:pt>
                <c:pt idx="5071">
                  <c:v>4.5</c:v>
                </c:pt>
                <c:pt idx="5072">
                  <c:v>4.5</c:v>
                </c:pt>
                <c:pt idx="5073">
                  <c:v>4.5</c:v>
                </c:pt>
                <c:pt idx="5074">
                  <c:v>4.5</c:v>
                </c:pt>
                <c:pt idx="5075">
                  <c:v>4.5</c:v>
                </c:pt>
                <c:pt idx="5076">
                  <c:v>4.5</c:v>
                </c:pt>
                <c:pt idx="5077">
                  <c:v>4.5</c:v>
                </c:pt>
                <c:pt idx="5078">
                  <c:v>4.5</c:v>
                </c:pt>
                <c:pt idx="5079">
                  <c:v>4.5</c:v>
                </c:pt>
                <c:pt idx="5080">
                  <c:v>4.5</c:v>
                </c:pt>
                <c:pt idx="5081">
                  <c:v>4.5</c:v>
                </c:pt>
                <c:pt idx="5082">
                  <c:v>4.5</c:v>
                </c:pt>
                <c:pt idx="5083">
                  <c:v>4.5</c:v>
                </c:pt>
                <c:pt idx="5084">
                  <c:v>4.5</c:v>
                </c:pt>
                <c:pt idx="5085">
                  <c:v>4.5</c:v>
                </c:pt>
                <c:pt idx="5086">
                  <c:v>4.5</c:v>
                </c:pt>
                <c:pt idx="5087">
                  <c:v>4.5</c:v>
                </c:pt>
                <c:pt idx="5088">
                  <c:v>4.5</c:v>
                </c:pt>
                <c:pt idx="5089">
                  <c:v>4.5</c:v>
                </c:pt>
                <c:pt idx="5090">
                  <c:v>4.5</c:v>
                </c:pt>
                <c:pt idx="5091">
                  <c:v>4.5</c:v>
                </c:pt>
                <c:pt idx="5092">
                  <c:v>4.5</c:v>
                </c:pt>
                <c:pt idx="5093">
                  <c:v>4.5</c:v>
                </c:pt>
                <c:pt idx="5094">
                  <c:v>4.5</c:v>
                </c:pt>
                <c:pt idx="5095">
                  <c:v>4.5</c:v>
                </c:pt>
                <c:pt idx="5096">
                  <c:v>4.5</c:v>
                </c:pt>
                <c:pt idx="5097">
                  <c:v>4.5</c:v>
                </c:pt>
                <c:pt idx="5098">
                  <c:v>4.5</c:v>
                </c:pt>
                <c:pt idx="5099">
                  <c:v>4.5</c:v>
                </c:pt>
                <c:pt idx="5100">
                  <c:v>4.5</c:v>
                </c:pt>
                <c:pt idx="5101">
                  <c:v>4.5</c:v>
                </c:pt>
                <c:pt idx="5102">
                  <c:v>4.5</c:v>
                </c:pt>
                <c:pt idx="5103">
                  <c:v>4.5</c:v>
                </c:pt>
                <c:pt idx="5104">
                  <c:v>4.5</c:v>
                </c:pt>
                <c:pt idx="5105">
                  <c:v>4.5</c:v>
                </c:pt>
                <c:pt idx="5106">
                  <c:v>4.5</c:v>
                </c:pt>
                <c:pt idx="5107">
                  <c:v>4.5</c:v>
                </c:pt>
                <c:pt idx="5108">
                  <c:v>4.5</c:v>
                </c:pt>
                <c:pt idx="5109">
                  <c:v>4.5</c:v>
                </c:pt>
                <c:pt idx="5110">
                  <c:v>4.5</c:v>
                </c:pt>
                <c:pt idx="5111">
                  <c:v>4.5</c:v>
                </c:pt>
                <c:pt idx="5112">
                  <c:v>4.5</c:v>
                </c:pt>
                <c:pt idx="5113">
                  <c:v>4.5</c:v>
                </c:pt>
                <c:pt idx="5114">
                  <c:v>4.5</c:v>
                </c:pt>
                <c:pt idx="5115">
                  <c:v>4.5</c:v>
                </c:pt>
                <c:pt idx="5116">
                  <c:v>4.5</c:v>
                </c:pt>
                <c:pt idx="5117">
                  <c:v>4.5</c:v>
                </c:pt>
                <c:pt idx="5118">
                  <c:v>4.5</c:v>
                </c:pt>
                <c:pt idx="5119">
                  <c:v>4.5</c:v>
                </c:pt>
                <c:pt idx="5120">
                  <c:v>4.5</c:v>
                </c:pt>
                <c:pt idx="5121">
                  <c:v>4.5</c:v>
                </c:pt>
                <c:pt idx="5122">
                  <c:v>4.5</c:v>
                </c:pt>
                <c:pt idx="5123">
                  <c:v>4.5</c:v>
                </c:pt>
                <c:pt idx="5124">
                  <c:v>4.5</c:v>
                </c:pt>
                <c:pt idx="5125">
                  <c:v>4.5</c:v>
                </c:pt>
                <c:pt idx="5126">
                  <c:v>4.5</c:v>
                </c:pt>
                <c:pt idx="5127">
                  <c:v>4.5</c:v>
                </c:pt>
                <c:pt idx="5128">
                  <c:v>4.5</c:v>
                </c:pt>
                <c:pt idx="5129">
                  <c:v>4.5</c:v>
                </c:pt>
                <c:pt idx="5130">
                  <c:v>4.5</c:v>
                </c:pt>
                <c:pt idx="5131">
                  <c:v>4.5</c:v>
                </c:pt>
                <c:pt idx="5132">
                  <c:v>4.5</c:v>
                </c:pt>
                <c:pt idx="5133">
                  <c:v>4.5</c:v>
                </c:pt>
                <c:pt idx="5134">
                  <c:v>4.5</c:v>
                </c:pt>
                <c:pt idx="5135">
                  <c:v>4.5</c:v>
                </c:pt>
                <c:pt idx="5136">
                  <c:v>4.5</c:v>
                </c:pt>
                <c:pt idx="5137">
                  <c:v>4.5</c:v>
                </c:pt>
                <c:pt idx="5138">
                  <c:v>4.5</c:v>
                </c:pt>
                <c:pt idx="5139">
                  <c:v>4.5</c:v>
                </c:pt>
                <c:pt idx="5140">
                  <c:v>4.5</c:v>
                </c:pt>
                <c:pt idx="5141">
                  <c:v>4.5</c:v>
                </c:pt>
                <c:pt idx="5142">
                  <c:v>4.25</c:v>
                </c:pt>
                <c:pt idx="5143">
                  <c:v>4.25</c:v>
                </c:pt>
                <c:pt idx="5144">
                  <c:v>4.25</c:v>
                </c:pt>
                <c:pt idx="5145">
                  <c:v>4.25</c:v>
                </c:pt>
                <c:pt idx="5146">
                  <c:v>4.25</c:v>
                </c:pt>
                <c:pt idx="5147">
                  <c:v>4.25</c:v>
                </c:pt>
                <c:pt idx="5148">
                  <c:v>4.25</c:v>
                </c:pt>
                <c:pt idx="5149">
                  <c:v>4.25</c:v>
                </c:pt>
                <c:pt idx="5150">
                  <c:v>4.25</c:v>
                </c:pt>
                <c:pt idx="5151">
                  <c:v>4.25</c:v>
                </c:pt>
                <c:pt idx="5152">
                  <c:v>4.25</c:v>
                </c:pt>
                <c:pt idx="5153">
                  <c:v>4.25</c:v>
                </c:pt>
                <c:pt idx="5154">
                  <c:v>4.25</c:v>
                </c:pt>
                <c:pt idx="5155">
                  <c:v>4.25</c:v>
                </c:pt>
                <c:pt idx="5156">
                  <c:v>4.25</c:v>
                </c:pt>
                <c:pt idx="5157">
                  <c:v>4.25</c:v>
                </c:pt>
                <c:pt idx="5158">
                  <c:v>4.25</c:v>
                </c:pt>
                <c:pt idx="5159">
                  <c:v>4.25</c:v>
                </c:pt>
                <c:pt idx="5160">
                  <c:v>4.25</c:v>
                </c:pt>
                <c:pt idx="5161">
                  <c:v>4.25</c:v>
                </c:pt>
                <c:pt idx="5162">
                  <c:v>4.25</c:v>
                </c:pt>
                <c:pt idx="5163">
                  <c:v>4.25</c:v>
                </c:pt>
                <c:pt idx="5164">
                  <c:v>4.25</c:v>
                </c:pt>
                <c:pt idx="5165">
                  <c:v>4.25</c:v>
                </c:pt>
                <c:pt idx="5166">
                  <c:v>4.25</c:v>
                </c:pt>
                <c:pt idx="5167">
                  <c:v>4.25</c:v>
                </c:pt>
                <c:pt idx="5168">
                  <c:v>4.25</c:v>
                </c:pt>
                <c:pt idx="5169">
                  <c:v>4.25</c:v>
                </c:pt>
                <c:pt idx="5170">
                  <c:v>4.25</c:v>
                </c:pt>
                <c:pt idx="5171">
                  <c:v>4.25</c:v>
                </c:pt>
                <c:pt idx="5172">
                  <c:v>4</c:v>
                </c:pt>
                <c:pt idx="5173">
                  <c:v>4</c:v>
                </c:pt>
                <c:pt idx="5174">
                  <c:v>4</c:v>
                </c:pt>
                <c:pt idx="5175">
                  <c:v>4</c:v>
                </c:pt>
                <c:pt idx="5176">
                  <c:v>4</c:v>
                </c:pt>
                <c:pt idx="5177">
                  <c:v>4</c:v>
                </c:pt>
                <c:pt idx="5178">
                  <c:v>4</c:v>
                </c:pt>
                <c:pt idx="5179">
                  <c:v>4</c:v>
                </c:pt>
                <c:pt idx="5180">
                  <c:v>4</c:v>
                </c:pt>
                <c:pt idx="5181">
                  <c:v>4</c:v>
                </c:pt>
                <c:pt idx="5182">
                  <c:v>4</c:v>
                </c:pt>
                <c:pt idx="5183">
                  <c:v>4</c:v>
                </c:pt>
                <c:pt idx="5184">
                  <c:v>4</c:v>
                </c:pt>
                <c:pt idx="5185">
                  <c:v>4</c:v>
                </c:pt>
                <c:pt idx="5186">
                  <c:v>4</c:v>
                </c:pt>
                <c:pt idx="5187">
                  <c:v>4</c:v>
                </c:pt>
                <c:pt idx="5188">
                  <c:v>4</c:v>
                </c:pt>
                <c:pt idx="5189">
                  <c:v>4</c:v>
                </c:pt>
                <c:pt idx="5190">
                  <c:v>4</c:v>
                </c:pt>
                <c:pt idx="5191">
                  <c:v>4</c:v>
                </c:pt>
                <c:pt idx="5192">
                  <c:v>4</c:v>
                </c:pt>
                <c:pt idx="5193">
                  <c:v>4</c:v>
                </c:pt>
                <c:pt idx="5194">
                  <c:v>4</c:v>
                </c:pt>
                <c:pt idx="5195">
                  <c:v>4</c:v>
                </c:pt>
                <c:pt idx="5196">
                  <c:v>4</c:v>
                </c:pt>
                <c:pt idx="5197">
                  <c:v>4</c:v>
                </c:pt>
                <c:pt idx="5198">
                  <c:v>4</c:v>
                </c:pt>
                <c:pt idx="5199">
                  <c:v>4</c:v>
                </c:pt>
                <c:pt idx="5200">
                  <c:v>4</c:v>
                </c:pt>
                <c:pt idx="5201">
                  <c:v>4</c:v>
                </c:pt>
                <c:pt idx="5202">
                  <c:v>3.75</c:v>
                </c:pt>
                <c:pt idx="5203">
                  <c:v>3.75</c:v>
                </c:pt>
                <c:pt idx="5204">
                  <c:v>3.75</c:v>
                </c:pt>
                <c:pt idx="5205">
                  <c:v>3.75</c:v>
                </c:pt>
                <c:pt idx="5206">
                  <c:v>3.75</c:v>
                </c:pt>
                <c:pt idx="5207">
                  <c:v>3.75</c:v>
                </c:pt>
                <c:pt idx="5208">
                  <c:v>3.75</c:v>
                </c:pt>
                <c:pt idx="5209">
                  <c:v>3.75</c:v>
                </c:pt>
                <c:pt idx="5210">
                  <c:v>3.75</c:v>
                </c:pt>
                <c:pt idx="5211">
                  <c:v>3.75</c:v>
                </c:pt>
                <c:pt idx="5212">
                  <c:v>3.75</c:v>
                </c:pt>
                <c:pt idx="5213">
                  <c:v>3.75</c:v>
                </c:pt>
                <c:pt idx="5214">
                  <c:v>3.75</c:v>
                </c:pt>
                <c:pt idx="5215">
                  <c:v>3.75</c:v>
                </c:pt>
                <c:pt idx="5216">
                  <c:v>3.75</c:v>
                </c:pt>
                <c:pt idx="5217">
                  <c:v>3.75</c:v>
                </c:pt>
                <c:pt idx="5218">
                  <c:v>3.75</c:v>
                </c:pt>
                <c:pt idx="5219">
                  <c:v>3.75</c:v>
                </c:pt>
                <c:pt idx="5220">
                  <c:v>3.75</c:v>
                </c:pt>
                <c:pt idx="5221">
                  <c:v>3.75</c:v>
                </c:pt>
                <c:pt idx="5222">
                  <c:v>3.75</c:v>
                </c:pt>
                <c:pt idx="5223">
                  <c:v>3.75</c:v>
                </c:pt>
                <c:pt idx="5224">
                  <c:v>3.75</c:v>
                </c:pt>
                <c:pt idx="5225">
                  <c:v>3.75</c:v>
                </c:pt>
                <c:pt idx="5226">
                  <c:v>3.75</c:v>
                </c:pt>
                <c:pt idx="5227">
                  <c:v>3.75</c:v>
                </c:pt>
                <c:pt idx="5228">
                  <c:v>3.75</c:v>
                </c:pt>
                <c:pt idx="5229">
                  <c:v>3.75</c:v>
                </c:pt>
                <c:pt idx="5230">
                  <c:v>3.75</c:v>
                </c:pt>
                <c:pt idx="5231">
                  <c:v>3.75</c:v>
                </c:pt>
                <c:pt idx="5232">
                  <c:v>3.75</c:v>
                </c:pt>
                <c:pt idx="5233">
                  <c:v>3.75</c:v>
                </c:pt>
                <c:pt idx="5234">
                  <c:v>3.75</c:v>
                </c:pt>
                <c:pt idx="5235">
                  <c:v>3.75</c:v>
                </c:pt>
                <c:pt idx="5236">
                  <c:v>3.75</c:v>
                </c:pt>
                <c:pt idx="5237">
                  <c:v>3.75</c:v>
                </c:pt>
                <c:pt idx="5238">
                  <c:v>3.75</c:v>
                </c:pt>
                <c:pt idx="5239">
                  <c:v>3.75</c:v>
                </c:pt>
                <c:pt idx="5240">
                  <c:v>3.75</c:v>
                </c:pt>
                <c:pt idx="5241">
                  <c:v>3.75</c:v>
                </c:pt>
                <c:pt idx="5242">
                  <c:v>3.75</c:v>
                </c:pt>
                <c:pt idx="5243">
                  <c:v>3.75</c:v>
                </c:pt>
                <c:pt idx="5244">
                  <c:v>3.75</c:v>
                </c:pt>
                <c:pt idx="5245">
                  <c:v>3.75</c:v>
                </c:pt>
                <c:pt idx="5246">
                  <c:v>3.75</c:v>
                </c:pt>
                <c:pt idx="5247">
                  <c:v>3.75</c:v>
                </c:pt>
                <c:pt idx="5248">
                  <c:v>3.75</c:v>
                </c:pt>
                <c:pt idx="5249">
                  <c:v>3.75</c:v>
                </c:pt>
                <c:pt idx="5250">
                  <c:v>3.75</c:v>
                </c:pt>
                <c:pt idx="5251">
                  <c:v>3.75</c:v>
                </c:pt>
                <c:pt idx="5252">
                  <c:v>3.75</c:v>
                </c:pt>
                <c:pt idx="5253">
                  <c:v>3.75</c:v>
                </c:pt>
                <c:pt idx="5254">
                  <c:v>3.75</c:v>
                </c:pt>
                <c:pt idx="5255">
                  <c:v>3.75</c:v>
                </c:pt>
                <c:pt idx="5256">
                  <c:v>3.75</c:v>
                </c:pt>
                <c:pt idx="5257">
                  <c:v>3.75</c:v>
                </c:pt>
                <c:pt idx="5258">
                  <c:v>3.75</c:v>
                </c:pt>
                <c:pt idx="5259">
                  <c:v>3.75</c:v>
                </c:pt>
                <c:pt idx="5260">
                  <c:v>3.75</c:v>
                </c:pt>
                <c:pt idx="5261">
                  <c:v>3.75</c:v>
                </c:pt>
                <c:pt idx="5262">
                  <c:v>3.75</c:v>
                </c:pt>
                <c:pt idx="5263">
                  <c:v>3.75</c:v>
                </c:pt>
                <c:pt idx="5264">
                  <c:v>3.75</c:v>
                </c:pt>
                <c:pt idx="5265">
                  <c:v>3.75</c:v>
                </c:pt>
                <c:pt idx="5266">
                  <c:v>3.75</c:v>
                </c:pt>
                <c:pt idx="5267">
                  <c:v>3.75</c:v>
                </c:pt>
                <c:pt idx="5268">
                  <c:v>3.75</c:v>
                </c:pt>
                <c:pt idx="5269">
                  <c:v>3.75</c:v>
                </c:pt>
                <c:pt idx="5270">
                  <c:v>3.75</c:v>
                </c:pt>
                <c:pt idx="5271">
                  <c:v>3.75</c:v>
                </c:pt>
                <c:pt idx="5272">
                  <c:v>3.75</c:v>
                </c:pt>
                <c:pt idx="5273">
                  <c:v>3.75</c:v>
                </c:pt>
                <c:pt idx="5274">
                  <c:v>3.75</c:v>
                </c:pt>
                <c:pt idx="5275">
                  <c:v>3.75</c:v>
                </c:pt>
                <c:pt idx="5276">
                  <c:v>3.75</c:v>
                </c:pt>
                <c:pt idx="5277">
                  <c:v>3.75</c:v>
                </c:pt>
                <c:pt idx="5278">
                  <c:v>3.75</c:v>
                </c:pt>
                <c:pt idx="5279">
                  <c:v>3.75</c:v>
                </c:pt>
                <c:pt idx="5280">
                  <c:v>3.75</c:v>
                </c:pt>
                <c:pt idx="5281">
                  <c:v>3.75</c:v>
                </c:pt>
                <c:pt idx="5282">
                  <c:v>3.75</c:v>
                </c:pt>
                <c:pt idx="5283">
                  <c:v>3.75</c:v>
                </c:pt>
                <c:pt idx="5284">
                  <c:v>3.75</c:v>
                </c:pt>
                <c:pt idx="5285">
                  <c:v>3.75</c:v>
                </c:pt>
                <c:pt idx="5286">
                  <c:v>3.75</c:v>
                </c:pt>
                <c:pt idx="5287">
                  <c:v>3.75</c:v>
                </c:pt>
                <c:pt idx="5288">
                  <c:v>3.75</c:v>
                </c:pt>
                <c:pt idx="5289">
                  <c:v>3.75</c:v>
                </c:pt>
                <c:pt idx="5290">
                  <c:v>3.75</c:v>
                </c:pt>
                <c:pt idx="5291">
                  <c:v>3.75</c:v>
                </c:pt>
                <c:pt idx="5292">
                  <c:v>3.75</c:v>
                </c:pt>
                <c:pt idx="5293">
                  <c:v>3.75</c:v>
                </c:pt>
                <c:pt idx="5294">
                  <c:v>3.75</c:v>
                </c:pt>
                <c:pt idx="5295">
                  <c:v>3.75</c:v>
                </c:pt>
                <c:pt idx="5296">
                  <c:v>3.75</c:v>
                </c:pt>
                <c:pt idx="5297">
                  <c:v>3.75</c:v>
                </c:pt>
                <c:pt idx="5298">
                  <c:v>3.75</c:v>
                </c:pt>
                <c:pt idx="5299">
                  <c:v>3.75</c:v>
                </c:pt>
                <c:pt idx="5300">
                  <c:v>3.75</c:v>
                </c:pt>
                <c:pt idx="5301">
                  <c:v>3.75</c:v>
                </c:pt>
                <c:pt idx="5302">
                  <c:v>3.75</c:v>
                </c:pt>
                <c:pt idx="5303">
                  <c:v>3.75</c:v>
                </c:pt>
                <c:pt idx="5304">
                  <c:v>3.75</c:v>
                </c:pt>
                <c:pt idx="5305">
                  <c:v>3.75</c:v>
                </c:pt>
                <c:pt idx="5306">
                  <c:v>3.75</c:v>
                </c:pt>
                <c:pt idx="5307">
                  <c:v>3.75</c:v>
                </c:pt>
                <c:pt idx="5308">
                  <c:v>3.75</c:v>
                </c:pt>
                <c:pt idx="5309">
                  <c:v>3.75</c:v>
                </c:pt>
                <c:pt idx="5310">
                  <c:v>3.75</c:v>
                </c:pt>
                <c:pt idx="5311">
                  <c:v>3.75</c:v>
                </c:pt>
                <c:pt idx="5312">
                  <c:v>3.75</c:v>
                </c:pt>
                <c:pt idx="5313">
                  <c:v>3.75</c:v>
                </c:pt>
                <c:pt idx="5314">
                  <c:v>3.75</c:v>
                </c:pt>
                <c:pt idx="5315">
                  <c:v>3.75</c:v>
                </c:pt>
                <c:pt idx="5316">
                  <c:v>3.75</c:v>
                </c:pt>
                <c:pt idx="5317">
                  <c:v>3.75</c:v>
                </c:pt>
                <c:pt idx="5318">
                  <c:v>3.75</c:v>
                </c:pt>
                <c:pt idx="5319">
                  <c:v>3.75</c:v>
                </c:pt>
                <c:pt idx="5320">
                  <c:v>3.75</c:v>
                </c:pt>
                <c:pt idx="5321">
                  <c:v>3.75</c:v>
                </c:pt>
                <c:pt idx="5322">
                  <c:v>3.75</c:v>
                </c:pt>
                <c:pt idx="5323">
                  <c:v>3.75</c:v>
                </c:pt>
                <c:pt idx="5324">
                  <c:v>3.75</c:v>
                </c:pt>
                <c:pt idx="5325">
                  <c:v>3.75</c:v>
                </c:pt>
                <c:pt idx="5326">
                  <c:v>3.75</c:v>
                </c:pt>
                <c:pt idx="5327">
                  <c:v>3.75</c:v>
                </c:pt>
                <c:pt idx="5328">
                  <c:v>3.75</c:v>
                </c:pt>
                <c:pt idx="5329">
                  <c:v>3.75</c:v>
                </c:pt>
                <c:pt idx="5330">
                  <c:v>3.75</c:v>
                </c:pt>
                <c:pt idx="5331">
                  <c:v>3.75</c:v>
                </c:pt>
                <c:pt idx="5332">
                  <c:v>3.75</c:v>
                </c:pt>
                <c:pt idx="5333">
                  <c:v>3.75</c:v>
                </c:pt>
                <c:pt idx="5334">
                  <c:v>3.75</c:v>
                </c:pt>
                <c:pt idx="5335">
                  <c:v>3.75</c:v>
                </c:pt>
                <c:pt idx="5336">
                  <c:v>3.75</c:v>
                </c:pt>
                <c:pt idx="5337">
                  <c:v>3.75</c:v>
                </c:pt>
                <c:pt idx="5338">
                  <c:v>3.75</c:v>
                </c:pt>
              </c:numCache>
            </c:numRef>
          </c:val>
          <c:smooth val="0"/>
          <c:extLst>
            <c:ext xmlns:c16="http://schemas.microsoft.com/office/drawing/2014/chart" uri="{C3380CC4-5D6E-409C-BE32-E72D297353CC}">
              <c16:uniqueId val="{00000000-2161-4C05-9D04-0E28B3E07C68}"/>
            </c:ext>
          </c:extLst>
        </c:ser>
        <c:ser>
          <c:idx val="1"/>
          <c:order val="1"/>
          <c:tx>
            <c:strRef>
              <c:f>'worldwide policy rate'!$C$1</c:f>
              <c:strCache>
                <c:ptCount val="1"/>
                <c:pt idx="0">
                  <c:v>欧央行存款便利利率，%</c:v>
                </c:pt>
              </c:strCache>
            </c:strRef>
          </c:tx>
          <c:spPr>
            <a:ln w="25400" cap="rnd">
              <a:solidFill>
                <a:srgbClr val="2E3160"/>
              </a:solidFill>
              <a:round/>
            </a:ln>
            <a:effectLst/>
          </c:spPr>
          <c:marker>
            <c:symbol val="none"/>
          </c:marker>
          <c:cat>
            <c:numRef>
              <c:f>'worldwide policy rate'!$A$2612:$A$7950</c:f>
              <c:numCache>
                <c:formatCode>m/d/yyyy</c:formatCode>
                <c:ptCount val="5339"/>
                <c:pt idx="0">
                  <c:v>38719</c:v>
                </c:pt>
                <c:pt idx="1">
                  <c:v>38720</c:v>
                </c:pt>
                <c:pt idx="2">
                  <c:v>38721</c:v>
                </c:pt>
                <c:pt idx="3">
                  <c:v>38722</c:v>
                </c:pt>
                <c:pt idx="4">
                  <c:v>38723</c:v>
                </c:pt>
                <c:pt idx="5">
                  <c:v>38726</c:v>
                </c:pt>
                <c:pt idx="6">
                  <c:v>38727</c:v>
                </c:pt>
                <c:pt idx="7">
                  <c:v>38728</c:v>
                </c:pt>
                <c:pt idx="8">
                  <c:v>38729</c:v>
                </c:pt>
                <c:pt idx="9">
                  <c:v>38730</c:v>
                </c:pt>
                <c:pt idx="10">
                  <c:v>38733</c:v>
                </c:pt>
                <c:pt idx="11">
                  <c:v>38734</c:v>
                </c:pt>
                <c:pt idx="12">
                  <c:v>38735</c:v>
                </c:pt>
                <c:pt idx="13">
                  <c:v>38736</c:v>
                </c:pt>
                <c:pt idx="14">
                  <c:v>38737</c:v>
                </c:pt>
                <c:pt idx="15">
                  <c:v>38740</c:v>
                </c:pt>
                <c:pt idx="16">
                  <c:v>38741</c:v>
                </c:pt>
                <c:pt idx="17">
                  <c:v>38742</c:v>
                </c:pt>
                <c:pt idx="18">
                  <c:v>38743</c:v>
                </c:pt>
                <c:pt idx="19">
                  <c:v>38744</c:v>
                </c:pt>
                <c:pt idx="20">
                  <c:v>38747</c:v>
                </c:pt>
                <c:pt idx="21">
                  <c:v>38748</c:v>
                </c:pt>
                <c:pt idx="22">
                  <c:v>38749</c:v>
                </c:pt>
                <c:pt idx="23">
                  <c:v>38750</c:v>
                </c:pt>
                <c:pt idx="24">
                  <c:v>38751</c:v>
                </c:pt>
                <c:pt idx="25">
                  <c:v>38754</c:v>
                </c:pt>
                <c:pt idx="26">
                  <c:v>38755</c:v>
                </c:pt>
                <c:pt idx="27">
                  <c:v>38756</c:v>
                </c:pt>
                <c:pt idx="28">
                  <c:v>38757</c:v>
                </c:pt>
                <c:pt idx="29">
                  <c:v>38758</c:v>
                </c:pt>
                <c:pt idx="30">
                  <c:v>38761</c:v>
                </c:pt>
                <c:pt idx="31">
                  <c:v>38762</c:v>
                </c:pt>
                <c:pt idx="32">
                  <c:v>38763</c:v>
                </c:pt>
                <c:pt idx="33">
                  <c:v>38764</c:v>
                </c:pt>
                <c:pt idx="34">
                  <c:v>38765</c:v>
                </c:pt>
                <c:pt idx="35">
                  <c:v>38768</c:v>
                </c:pt>
                <c:pt idx="36">
                  <c:v>38769</c:v>
                </c:pt>
                <c:pt idx="37">
                  <c:v>38770</c:v>
                </c:pt>
                <c:pt idx="38">
                  <c:v>38771</c:v>
                </c:pt>
                <c:pt idx="39">
                  <c:v>38772</c:v>
                </c:pt>
                <c:pt idx="40">
                  <c:v>38775</c:v>
                </c:pt>
                <c:pt idx="41">
                  <c:v>38776</c:v>
                </c:pt>
                <c:pt idx="42">
                  <c:v>38777</c:v>
                </c:pt>
                <c:pt idx="43">
                  <c:v>38778</c:v>
                </c:pt>
                <c:pt idx="44">
                  <c:v>38779</c:v>
                </c:pt>
                <c:pt idx="45">
                  <c:v>38782</c:v>
                </c:pt>
                <c:pt idx="46">
                  <c:v>38783</c:v>
                </c:pt>
                <c:pt idx="47">
                  <c:v>38784</c:v>
                </c:pt>
                <c:pt idx="48">
                  <c:v>38785</c:v>
                </c:pt>
                <c:pt idx="49">
                  <c:v>38786</c:v>
                </c:pt>
                <c:pt idx="50">
                  <c:v>38789</c:v>
                </c:pt>
                <c:pt idx="51">
                  <c:v>38790</c:v>
                </c:pt>
                <c:pt idx="52">
                  <c:v>38791</c:v>
                </c:pt>
                <c:pt idx="53">
                  <c:v>38792</c:v>
                </c:pt>
                <c:pt idx="54">
                  <c:v>38793</c:v>
                </c:pt>
                <c:pt idx="55">
                  <c:v>38796</c:v>
                </c:pt>
                <c:pt idx="56">
                  <c:v>38797</c:v>
                </c:pt>
                <c:pt idx="57">
                  <c:v>38798</c:v>
                </c:pt>
                <c:pt idx="58">
                  <c:v>38799</c:v>
                </c:pt>
                <c:pt idx="59">
                  <c:v>38800</c:v>
                </c:pt>
                <c:pt idx="60">
                  <c:v>38803</c:v>
                </c:pt>
                <c:pt idx="61">
                  <c:v>38804</c:v>
                </c:pt>
                <c:pt idx="62">
                  <c:v>38805</c:v>
                </c:pt>
                <c:pt idx="63">
                  <c:v>38806</c:v>
                </c:pt>
                <c:pt idx="64">
                  <c:v>38807</c:v>
                </c:pt>
                <c:pt idx="65">
                  <c:v>38810</c:v>
                </c:pt>
                <c:pt idx="66">
                  <c:v>38811</c:v>
                </c:pt>
                <c:pt idx="67">
                  <c:v>38812</c:v>
                </c:pt>
                <c:pt idx="68">
                  <c:v>38813</c:v>
                </c:pt>
                <c:pt idx="69">
                  <c:v>38814</c:v>
                </c:pt>
                <c:pt idx="70">
                  <c:v>38817</c:v>
                </c:pt>
                <c:pt idx="71">
                  <c:v>38818</c:v>
                </c:pt>
                <c:pt idx="72">
                  <c:v>38819</c:v>
                </c:pt>
                <c:pt idx="73">
                  <c:v>38820</c:v>
                </c:pt>
                <c:pt idx="74">
                  <c:v>38821</c:v>
                </c:pt>
                <c:pt idx="75">
                  <c:v>38824</c:v>
                </c:pt>
                <c:pt idx="76">
                  <c:v>38825</c:v>
                </c:pt>
                <c:pt idx="77">
                  <c:v>38826</c:v>
                </c:pt>
                <c:pt idx="78">
                  <c:v>38827</c:v>
                </c:pt>
                <c:pt idx="79">
                  <c:v>38828</c:v>
                </c:pt>
                <c:pt idx="80">
                  <c:v>38831</c:v>
                </c:pt>
                <c:pt idx="81">
                  <c:v>38832</c:v>
                </c:pt>
                <c:pt idx="82">
                  <c:v>38833</c:v>
                </c:pt>
                <c:pt idx="83">
                  <c:v>38834</c:v>
                </c:pt>
                <c:pt idx="84">
                  <c:v>38835</c:v>
                </c:pt>
                <c:pt idx="85">
                  <c:v>38838</c:v>
                </c:pt>
                <c:pt idx="86">
                  <c:v>38839</c:v>
                </c:pt>
                <c:pt idx="87">
                  <c:v>38840</c:v>
                </c:pt>
                <c:pt idx="88">
                  <c:v>38841</c:v>
                </c:pt>
                <c:pt idx="89">
                  <c:v>38842</c:v>
                </c:pt>
                <c:pt idx="90">
                  <c:v>38845</c:v>
                </c:pt>
                <c:pt idx="91">
                  <c:v>38846</c:v>
                </c:pt>
                <c:pt idx="92">
                  <c:v>38847</c:v>
                </c:pt>
                <c:pt idx="93">
                  <c:v>38848</c:v>
                </c:pt>
                <c:pt idx="94">
                  <c:v>38849</c:v>
                </c:pt>
                <c:pt idx="95">
                  <c:v>38852</c:v>
                </c:pt>
                <c:pt idx="96">
                  <c:v>38853</c:v>
                </c:pt>
                <c:pt idx="97">
                  <c:v>38854</c:v>
                </c:pt>
                <c:pt idx="98">
                  <c:v>38855</c:v>
                </c:pt>
                <c:pt idx="99">
                  <c:v>38856</c:v>
                </c:pt>
                <c:pt idx="100">
                  <c:v>38859</c:v>
                </c:pt>
                <c:pt idx="101">
                  <c:v>38860</c:v>
                </c:pt>
                <c:pt idx="102">
                  <c:v>38861</c:v>
                </c:pt>
                <c:pt idx="103">
                  <c:v>38862</c:v>
                </c:pt>
                <c:pt idx="104">
                  <c:v>38863</c:v>
                </c:pt>
                <c:pt idx="105">
                  <c:v>38866</c:v>
                </c:pt>
                <c:pt idx="106">
                  <c:v>38867</c:v>
                </c:pt>
                <c:pt idx="107">
                  <c:v>38868</c:v>
                </c:pt>
                <c:pt idx="108">
                  <c:v>38869</c:v>
                </c:pt>
                <c:pt idx="109">
                  <c:v>38870</c:v>
                </c:pt>
                <c:pt idx="110">
                  <c:v>38873</c:v>
                </c:pt>
                <c:pt idx="111">
                  <c:v>38874</c:v>
                </c:pt>
                <c:pt idx="112">
                  <c:v>38875</c:v>
                </c:pt>
                <c:pt idx="113">
                  <c:v>38876</c:v>
                </c:pt>
                <c:pt idx="114">
                  <c:v>38877</c:v>
                </c:pt>
                <c:pt idx="115">
                  <c:v>38880</c:v>
                </c:pt>
                <c:pt idx="116">
                  <c:v>38881</c:v>
                </c:pt>
                <c:pt idx="117">
                  <c:v>38882</c:v>
                </c:pt>
                <c:pt idx="118">
                  <c:v>38883</c:v>
                </c:pt>
                <c:pt idx="119">
                  <c:v>38884</c:v>
                </c:pt>
                <c:pt idx="120">
                  <c:v>38887</c:v>
                </c:pt>
                <c:pt idx="121">
                  <c:v>38888</c:v>
                </c:pt>
                <c:pt idx="122">
                  <c:v>38889</c:v>
                </c:pt>
                <c:pt idx="123">
                  <c:v>38890</c:v>
                </c:pt>
                <c:pt idx="124">
                  <c:v>38891</c:v>
                </c:pt>
                <c:pt idx="125">
                  <c:v>38894</c:v>
                </c:pt>
                <c:pt idx="126">
                  <c:v>38895</c:v>
                </c:pt>
                <c:pt idx="127">
                  <c:v>38896</c:v>
                </c:pt>
                <c:pt idx="128">
                  <c:v>38897</c:v>
                </c:pt>
                <c:pt idx="129">
                  <c:v>38898</c:v>
                </c:pt>
                <c:pt idx="130">
                  <c:v>38901</c:v>
                </c:pt>
                <c:pt idx="131">
                  <c:v>38902</c:v>
                </c:pt>
                <c:pt idx="132">
                  <c:v>38903</c:v>
                </c:pt>
                <c:pt idx="133">
                  <c:v>38904</c:v>
                </c:pt>
                <c:pt idx="134">
                  <c:v>38905</c:v>
                </c:pt>
                <c:pt idx="135">
                  <c:v>38908</c:v>
                </c:pt>
                <c:pt idx="136">
                  <c:v>38909</c:v>
                </c:pt>
                <c:pt idx="137">
                  <c:v>38910</c:v>
                </c:pt>
                <c:pt idx="138">
                  <c:v>38911</c:v>
                </c:pt>
                <c:pt idx="139">
                  <c:v>38912</c:v>
                </c:pt>
                <c:pt idx="140">
                  <c:v>38915</c:v>
                </c:pt>
                <c:pt idx="141">
                  <c:v>38916</c:v>
                </c:pt>
                <c:pt idx="142">
                  <c:v>38917</c:v>
                </c:pt>
                <c:pt idx="143">
                  <c:v>38918</c:v>
                </c:pt>
                <c:pt idx="144">
                  <c:v>38919</c:v>
                </c:pt>
                <c:pt idx="145">
                  <c:v>38922</c:v>
                </c:pt>
                <c:pt idx="146">
                  <c:v>38923</c:v>
                </c:pt>
                <c:pt idx="147">
                  <c:v>38924</c:v>
                </c:pt>
                <c:pt idx="148">
                  <c:v>38925</c:v>
                </c:pt>
                <c:pt idx="149">
                  <c:v>38926</c:v>
                </c:pt>
                <c:pt idx="150">
                  <c:v>38929</c:v>
                </c:pt>
                <c:pt idx="151">
                  <c:v>38930</c:v>
                </c:pt>
                <c:pt idx="152">
                  <c:v>38931</c:v>
                </c:pt>
                <c:pt idx="153">
                  <c:v>38932</c:v>
                </c:pt>
                <c:pt idx="154">
                  <c:v>38933</c:v>
                </c:pt>
                <c:pt idx="155">
                  <c:v>38936</c:v>
                </c:pt>
                <c:pt idx="156">
                  <c:v>38937</c:v>
                </c:pt>
                <c:pt idx="157">
                  <c:v>38938</c:v>
                </c:pt>
                <c:pt idx="158">
                  <c:v>38939</c:v>
                </c:pt>
                <c:pt idx="159">
                  <c:v>38940</c:v>
                </c:pt>
                <c:pt idx="160">
                  <c:v>38943</c:v>
                </c:pt>
                <c:pt idx="161">
                  <c:v>38944</c:v>
                </c:pt>
                <c:pt idx="162">
                  <c:v>38945</c:v>
                </c:pt>
                <c:pt idx="163">
                  <c:v>38946</c:v>
                </c:pt>
                <c:pt idx="164">
                  <c:v>38947</c:v>
                </c:pt>
                <c:pt idx="165">
                  <c:v>38950</c:v>
                </c:pt>
                <c:pt idx="166">
                  <c:v>38951</c:v>
                </c:pt>
                <c:pt idx="167">
                  <c:v>38952</c:v>
                </c:pt>
                <c:pt idx="168">
                  <c:v>38953</c:v>
                </c:pt>
                <c:pt idx="169">
                  <c:v>38954</c:v>
                </c:pt>
                <c:pt idx="170">
                  <c:v>38957</c:v>
                </c:pt>
                <c:pt idx="171">
                  <c:v>38958</c:v>
                </c:pt>
                <c:pt idx="172">
                  <c:v>38959</c:v>
                </c:pt>
                <c:pt idx="173">
                  <c:v>38960</c:v>
                </c:pt>
                <c:pt idx="174">
                  <c:v>38961</c:v>
                </c:pt>
                <c:pt idx="175">
                  <c:v>38964</c:v>
                </c:pt>
                <c:pt idx="176">
                  <c:v>38965</c:v>
                </c:pt>
                <c:pt idx="177">
                  <c:v>38966</c:v>
                </c:pt>
                <c:pt idx="178">
                  <c:v>38967</c:v>
                </c:pt>
                <c:pt idx="179">
                  <c:v>38968</c:v>
                </c:pt>
                <c:pt idx="180">
                  <c:v>38971</c:v>
                </c:pt>
                <c:pt idx="181">
                  <c:v>38972</c:v>
                </c:pt>
                <c:pt idx="182">
                  <c:v>38973</c:v>
                </c:pt>
                <c:pt idx="183">
                  <c:v>38974</c:v>
                </c:pt>
                <c:pt idx="184">
                  <c:v>38975</c:v>
                </c:pt>
                <c:pt idx="185">
                  <c:v>38978</c:v>
                </c:pt>
                <c:pt idx="186">
                  <c:v>38979</c:v>
                </c:pt>
                <c:pt idx="187">
                  <c:v>38980</c:v>
                </c:pt>
                <c:pt idx="188">
                  <c:v>38981</c:v>
                </c:pt>
                <c:pt idx="189">
                  <c:v>38982</c:v>
                </c:pt>
                <c:pt idx="190">
                  <c:v>38985</c:v>
                </c:pt>
                <c:pt idx="191">
                  <c:v>38986</c:v>
                </c:pt>
                <c:pt idx="192">
                  <c:v>38987</c:v>
                </c:pt>
                <c:pt idx="193">
                  <c:v>38988</c:v>
                </c:pt>
                <c:pt idx="194">
                  <c:v>38989</c:v>
                </c:pt>
                <c:pt idx="195">
                  <c:v>38992</c:v>
                </c:pt>
                <c:pt idx="196">
                  <c:v>38993</c:v>
                </c:pt>
                <c:pt idx="197">
                  <c:v>38994</c:v>
                </c:pt>
                <c:pt idx="198">
                  <c:v>38995</c:v>
                </c:pt>
                <c:pt idx="199">
                  <c:v>38996</c:v>
                </c:pt>
                <c:pt idx="200">
                  <c:v>38999</c:v>
                </c:pt>
                <c:pt idx="201">
                  <c:v>39000</c:v>
                </c:pt>
                <c:pt idx="202">
                  <c:v>39001</c:v>
                </c:pt>
                <c:pt idx="203">
                  <c:v>39002</c:v>
                </c:pt>
                <c:pt idx="204">
                  <c:v>39003</c:v>
                </c:pt>
                <c:pt idx="205">
                  <c:v>39006</c:v>
                </c:pt>
                <c:pt idx="206">
                  <c:v>39007</c:v>
                </c:pt>
                <c:pt idx="207">
                  <c:v>39008</c:v>
                </c:pt>
                <c:pt idx="208">
                  <c:v>39009</c:v>
                </c:pt>
                <c:pt idx="209">
                  <c:v>39010</c:v>
                </c:pt>
                <c:pt idx="210">
                  <c:v>39013</c:v>
                </c:pt>
                <c:pt idx="211">
                  <c:v>39014</c:v>
                </c:pt>
                <c:pt idx="212">
                  <c:v>39015</c:v>
                </c:pt>
                <c:pt idx="213">
                  <c:v>39016</c:v>
                </c:pt>
                <c:pt idx="214">
                  <c:v>39017</c:v>
                </c:pt>
                <c:pt idx="215">
                  <c:v>39020</c:v>
                </c:pt>
                <c:pt idx="216">
                  <c:v>39021</c:v>
                </c:pt>
                <c:pt idx="217">
                  <c:v>39022</c:v>
                </c:pt>
                <c:pt idx="218">
                  <c:v>39023</c:v>
                </c:pt>
                <c:pt idx="219">
                  <c:v>39024</c:v>
                </c:pt>
                <c:pt idx="220">
                  <c:v>39027</c:v>
                </c:pt>
                <c:pt idx="221">
                  <c:v>39028</c:v>
                </c:pt>
                <c:pt idx="222">
                  <c:v>39029</c:v>
                </c:pt>
                <c:pt idx="223">
                  <c:v>39030</c:v>
                </c:pt>
                <c:pt idx="224">
                  <c:v>39031</c:v>
                </c:pt>
                <c:pt idx="225">
                  <c:v>39034</c:v>
                </c:pt>
                <c:pt idx="226">
                  <c:v>39035</c:v>
                </c:pt>
                <c:pt idx="227">
                  <c:v>39036</c:v>
                </c:pt>
                <c:pt idx="228">
                  <c:v>39037</c:v>
                </c:pt>
                <c:pt idx="229">
                  <c:v>39038</c:v>
                </c:pt>
                <c:pt idx="230">
                  <c:v>39041</c:v>
                </c:pt>
                <c:pt idx="231">
                  <c:v>39042</c:v>
                </c:pt>
                <c:pt idx="232">
                  <c:v>39043</c:v>
                </c:pt>
                <c:pt idx="233">
                  <c:v>39044</c:v>
                </c:pt>
                <c:pt idx="234">
                  <c:v>39045</c:v>
                </c:pt>
                <c:pt idx="235">
                  <c:v>39048</c:v>
                </c:pt>
                <c:pt idx="236">
                  <c:v>39049</c:v>
                </c:pt>
                <c:pt idx="237">
                  <c:v>39050</c:v>
                </c:pt>
                <c:pt idx="238">
                  <c:v>39051</c:v>
                </c:pt>
                <c:pt idx="239">
                  <c:v>39052</c:v>
                </c:pt>
                <c:pt idx="240">
                  <c:v>39055</c:v>
                </c:pt>
                <c:pt idx="241">
                  <c:v>39056</c:v>
                </c:pt>
                <c:pt idx="242">
                  <c:v>39057</c:v>
                </c:pt>
                <c:pt idx="243">
                  <c:v>39058</c:v>
                </c:pt>
                <c:pt idx="244">
                  <c:v>39059</c:v>
                </c:pt>
                <c:pt idx="245">
                  <c:v>39062</c:v>
                </c:pt>
                <c:pt idx="246">
                  <c:v>39063</c:v>
                </c:pt>
                <c:pt idx="247">
                  <c:v>39064</c:v>
                </c:pt>
                <c:pt idx="248">
                  <c:v>39065</c:v>
                </c:pt>
                <c:pt idx="249">
                  <c:v>39066</c:v>
                </c:pt>
                <c:pt idx="250">
                  <c:v>39069</c:v>
                </c:pt>
                <c:pt idx="251">
                  <c:v>39070</c:v>
                </c:pt>
                <c:pt idx="252">
                  <c:v>39071</c:v>
                </c:pt>
                <c:pt idx="253">
                  <c:v>39072</c:v>
                </c:pt>
                <c:pt idx="254">
                  <c:v>39073</c:v>
                </c:pt>
                <c:pt idx="255">
                  <c:v>39076</c:v>
                </c:pt>
                <c:pt idx="256">
                  <c:v>39077</c:v>
                </c:pt>
                <c:pt idx="257">
                  <c:v>39078</c:v>
                </c:pt>
                <c:pt idx="258">
                  <c:v>39079</c:v>
                </c:pt>
                <c:pt idx="259">
                  <c:v>39080</c:v>
                </c:pt>
                <c:pt idx="260">
                  <c:v>39083</c:v>
                </c:pt>
                <c:pt idx="261">
                  <c:v>39084</c:v>
                </c:pt>
                <c:pt idx="262">
                  <c:v>39085</c:v>
                </c:pt>
                <c:pt idx="263">
                  <c:v>39086</c:v>
                </c:pt>
                <c:pt idx="264">
                  <c:v>39087</c:v>
                </c:pt>
                <c:pt idx="265">
                  <c:v>39090</c:v>
                </c:pt>
                <c:pt idx="266">
                  <c:v>39091</c:v>
                </c:pt>
                <c:pt idx="267">
                  <c:v>39092</c:v>
                </c:pt>
                <c:pt idx="268">
                  <c:v>39093</c:v>
                </c:pt>
                <c:pt idx="269">
                  <c:v>39094</c:v>
                </c:pt>
                <c:pt idx="270">
                  <c:v>39097</c:v>
                </c:pt>
                <c:pt idx="271">
                  <c:v>39098</c:v>
                </c:pt>
                <c:pt idx="272">
                  <c:v>39099</c:v>
                </c:pt>
                <c:pt idx="273">
                  <c:v>39100</c:v>
                </c:pt>
                <c:pt idx="274">
                  <c:v>39101</c:v>
                </c:pt>
                <c:pt idx="275">
                  <c:v>39104</c:v>
                </c:pt>
                <c:pt idx="276">
                  <c:v>39105</c:v>
                </c:pt>
                <c:pt idx="277">
                  <c:v>39106</c:v>
                </c:pt>
                <c:pt idx="278">
                  <c:v>39107</c:v>
                </c:pt>
                <c:pt idx="279">
                  <c:v>39108</c:v>
                </c:pt>
                <c:pt idx="280">
                  <c:v>39111</c:v>
                </c:pt>
                <c:pt idx="281">
                  <c:v>39112</c:v>
                </c:pt>
                <c:pt idx="282">
                  <c:v>39113</c:v>
                </c:pt>
                <c:pt idx="283">
                  <c:v>39114</c:v>
                </c:pt>
                <c:pt idx="284">
                  <c:v>39115</c:v>
                </c:pt>
                <c:pt idx="285">
                  <c:v>39118</c:v>
                </c:pt>
                <c:pt idx="286">
                  <c:v>39119</c:v>
                </c:pt>
                <c:pt idx="287">
                  <c:v>39120</c:v>
                </c:pt>
                <c:pt idx="288">
                  <c:v>39121</c:v>
                </c:pt>
                <c:pt idx="289">
                  <c:v>39122</c:v>
                </c:pt>
                <c:pt idx="290">
                  <c:v>39125</c:v>
                </c:pt>
                <c:pt idx="291">
                  <c:v>39126</c:v>
                </c:pt>
                <c:pt idx="292">
                  <c:v>39127</c:v>
                </c:pt>
                <c:pt idx="293">
                  <c:v>39128</c:v>
                </c:pt>
                <c:pt idx="294">
                  <c:v>39129</c:v>
                </c:pt>
                <c:pt idx="295">
                  <c:v>39132</c:v>
                </c:pt>
                <c:pt idx="296">
                  <c:v>39133</c:v>
                </c:pt>
                <c:pt idx="297">
                  <c:v>39134</c:v>
                </c:pt>
                <c:pt idx="298">
                  <c:v>39135</c:v>
                </c:pt>
                <c:pt idx="299">
                  <c:v>39136</c:v>
                </c:pt>
                <c:pt idx="300">
                  <c:v>39139</c:v>
                </c:pt>
                <c:pt idx="301">
                  <c:v>39140</c:v>
                </c:pt>
                <c:pt idx="302">
                  <c:v>39141</c:v>
                </c:pt>
                <c:pt idx="303">
                  <c:v>39142</c:v>
                </c:pt>
                <c:pt idx="304">
                  <c:v>39143</c:v>
                </c:pt>
                <c:pt idx="305">
                  <c:v>39146</c:v>
                </c:pt>
                <c:pt idx="306">
                  <c:v>39147</c:v>
                </c:pt>
                <c:pt idx="307">
                  <c:v>39148</c:v>
                </c:pt>
                <c:pt idx="308">
                  <c:v>39149</c:v>
                </c:pt>
                <c:pt idx="309">
                  <c:v>39150</c:v>
                </c:pt>
                <c:pt idx="310">
                  <c:v>39153</c:v>
                </c:pt>
                <c:pt idx="311">
                  <c:v>39154</c:v>
                </c:pt>
                <c:pt idx="312">
                  <c:v>39155</c:v>
                </c:pt>
                <c:pt idx="313">
                  <c:v>39156</c:v>
                </c:pt>
                <c:pt idx="314">
                  <c:v>39157</c:v>
                </c:pt>
                <c:pt idx="315">
                  <c:v>39160</c:v>
                </c:pt>
                <c:pt idx="316">
                  <c:v>39161</c:v>
                </c:pt>
                <c:pt idx="317">
                  <c:v>39162</c:v>
                </c:pt>
                <c:pt idx="318">
                  <c:v>39163</c:v>
                </c:pt>
                <c:pt idx="319">
                  <c:v>39164</c:v>
                </c:pt>
                <c:pt idx="320">
                  <c:v>39167</c:v>
                </c:pt>
                <c:pt idx="321">
                  <c:v>39168</c:v>
                </c:pt>
                <c:pt idx="322">
                  <c:v>39169</c:v>
                </c:pt>
                <c:pt idx="323">
                  <c:v>39170</c:v>
                </c:pt>
                <c:pt idx="324">
                  <c:v>39171</c:v>
                </c:pt>
                <c:pt idx="325">
                  <c:v>39174</c:v>
                </c:pt>
                <c:pt idx="326">
                  <c:v>39175</c:v>
                </c:pt>
                <c:pt idx="327">
                  <c:v>39176</c:v>
                </c:pt>
                <c:pt idx="328">
                  <c:v>39177</c:v>
                </c:pt>
                <c:pt idx="329">
                  <c:v>39178</c:v>
                </c:pt>
                <c:pt idx="330">
                  <c:v>39181</c:v>
                </c:pt>
                <c:pt idx="331">
                  <c:v>39182</c:v>
                </c:pt>
                <c:pt idx="332">
                  <c:v>39183</c:v>
                </c:pt>
                <c:pt idx="333">
                  <c:v>39184</c:v>
                </c:pt>
                <c:pt idx="334">
                  <c:v>39185</c:v>
                </c:pt>
                <c:pt idx="335">
                  <c:v>39188</c:v>
                </c:pt>
                <c:pt idx="336">
                  <c:v>39189</c:v>
                </c:pt>
                <c:pt idx="337">
                  <c:v>39190</c:v>
                </c:pt>
                <c:pt idx="338">
                  <c:v>39191</c:v>
                </c:pt>
                <c:pt idx="339">
                  <c:v>39192</c:v>
                </c:pt>
                <c:pt idx="340">
                  <c:v>39195</c:v>
                </c:pt>
                <c:pt idx="341">
                  <c:v>39196</c:v>
                </c:pt>
                <c:pt idx="342">
                  <c:v>39197</c:v>
                </c:pt>
                <c:pt idx="343">
                  <c:v>39198</c:v>
                </c:pt>
                <c:pt idx="344">
                  <c:v>39199</c:v>
                </c:pt>
                <c:pt idx="345">
                  <c:v>39202</c:v>
                </c:pt>
                <c:pt idx="346">
                  <c:v>39203</c:v>
                </c:pt>
                <c:pt idx="347">
                  <c:v>39204</c:v>
                </c:pt>
                <c:pt idx="348">
                  <c:v>39205</c:v>
                </c:pt>
                <c:pt idx="349">
                  <c:v>39206</c:v>
                </c:pt>
                <c:pt idx="350">
                  <c:v>39209</c:v>
                </c:pt>
                <c:pt idx="351">
                  <c:v>39210</c:v>
                </c:pt>
                <c:pt idx="352">
                  <c:v>39211</c:v>
                </c:pt>
                <c:pt idx="353">
                  <c:v>39212</c:v>
                </c:pt>
                <c:pt idx="354">
                  <c:v>39213</c:v>
                </c:pt>
                <c:pt idx="355">
                  <c:v>39216</c:v>
                </c:pt>
                <c:pt idx="356">
                  <c:v>39217</c:v>
                </c:pt>
                <c:pt idx="357">
                  <c:v>39218</c:v>
                </c:pt>
                <c:pt idx="358">
                  <c:v>39219</c:v>
                </c:pt>
                <c:pt idx="359">
                  <c:v>39220</c:v>
                </c:pt>
                <c:pt idx="360">
                  <c:v>39223</c:v>
                </c:pt>
                <c:pt idx="361">
                  <c:v>39224</c:v>
                </c:pt>
                <c:pt idx="362">
                  <c:v>39225</c:v>
                </c:pt>
                <c:pt idx="363">
                  <c:v>39226</c:v>
                </c:pt>
                <c:pt idx="364">
                  <c:v>39227</c:v>
                </c:pt>
                <c:pt idx="365">
                  <c:v>39230</c:v>
                </c:pt>
                <c:pt idx="366">
                  <c:v>39231</c:v>
                </c:pt>
                <c:pt idx="367">
                  <c:v>39232</c:v>
                </c:pt>
                <c:pt idx="368">
                  <c:v>39233</c:v>
                </c:pt>
                <c:pt idx="369">
                  <c:v>39234</c:v>
                </c:pt>
                <c:pt idx="370">
                  <c:v>39237</c:v>
                </c:pt>
                <c:pt idx="371">
                  <c:v>39238</c:v>
                </c:pt>
                <c:pt idx="372">
                  <c:v>39239</c:v>
                </c:pt>
                <c:pt idx="373">
                  <c:v>39240</c:v>
                </c:pt>
                <c:pt idx="374">
                  <c:v>39241</c:v>
                </c:pt>
                <c:pt idx="375">
                  <c:v>39244</c:v>
                </c:pt>
                <c:pt idx="376">
                  <c:v>39245</c:v>
                </c:pt>
                <c:pt idx="377">
                  <c:v>39246</c:v>
                </c:pt>
                <c:pt idx="378">
                  <c:v>39247</c:v>
                </c:pt>
                <c:pt idx="379">
                  <c:v>39248</c:v>
                </c:pt>
                <c:pt idx="380">
                  <c:v>39251</c:v>
                </c:pt>
                <c:pt idx="381">
                  <c:v>39252</c:v>
                </c:pt>
                <c:pt idx="382">
                  <c:v>39253</c:v>
                </c:pt>
                <c:pt idx="383">
                  <c:v>39254</c:v>
                </c:pt>
                <c:pt idx="384">
                  <c:v>39255</c:v>
                </c:pt>
                <c:pt idx="385">
                  <c:v>39258</c:v>
                </c:pt>
                <c:pt idx="386">
                  <c:v>39259</c:v>
                </c:pt>
                <c:pt idx="387">
                  <c:v>39260</c:v>
                </c:pt>
                <c:pt idx="388">
                  <c:v>39261</c:v>
                </c:pt>
                <c:pt idx="389">
                  <c:v>39262</c:v>
                </c:pt>
                <c:pt idx="390">
                  <c:v>39265</c:v>
                </c:pt>
                <c:pt idx="391">
                  <c:v>39266</c:v>
                </c:pt>
                <c:pt idx="392">
                  <c:v>39267</c:v>
                </c:pt>
                <c:pt idx="393">
                  <c:v>39268</c:v>
                </c:pt>
                <c:pt idx="394">
                  <c:v>39269</c:v>
                </c:pt>
                <c:pt idx="395">
                  <c:v>39272</c:v>
                </c:pt>
                <c:pt idx="396">
                  <c:v>39273</c:v>
                </c:pt>
                <c:pt idx="397">
                  <c:v>39274</c:v>
                </c:pt>
                <c:pt idx="398">
                  <c:v>39275</c:v>
                </c:pt>
                <c:pt idx="399">
                  <c:v>39276</c:v>
                </c:pt>
                <c:pt idx="400">
                  <c:v>39279</c:v>
                </c:pt>
                <c:pt idx="401">
                  <c:v>39280</c:v>
                </c:pt>
                <c:pt idx="402">
                  <c:v>39281</c:v>
                </c:pt>
                <c:pt idx="403">
                  <c:v>39282</c:v>
                </c:pt>
                <c:pt idx="404">
                  <c:v>39283</c:v>
                </c:pt>
                <c:pt idx="405">
                  <c:v>39286</c:v>
                </c:pt>
                <c:pt idx="406">
                  <c:v>39287</c:v>
                </c:pt>
                <c:pt idx="407">
                  <c:v>39288</c:v>
                </c:pt>
                <c:pt idx="408">
                  <c:v>39289</c:v>
                </c:pt>
                <c:pt idx="409">
                  <c:v>39290</c:v>
                </c:pt>
                <c:pt idx="410">
                  <c:v>39293</c:v>
                </c:pt>
                <c:pt idx="411">
                  <c:v>39294</c:v>
                </c:pt>
                <c:pt idx="412">
                  <c:v>39295</c:v>
                </c:pt>
                <c:pt idx="413">
                  <c:v>39296</c:v>
                </c:pt>
                <c:pt idx="414">
                  <c:v>39297</c:v>
                </c:pt>
                <c:pt idx="415">
                  <c:v>39300</c:v>
                </c:pt>
                <c:pt idx="416">
                  <c:v>39301</c:v>
                </c:pt>
                <c:pt idx="417">
                  <c:v>39302</c:v>
                </c:pt>
                <c:pt idx="418">
                  <c:v>39303</c:v>
                </c:pt>
                <c:pt idx="419">
                  <c:v>39304</c:v>
                </c:pt>
                <c:pt idx="420">
                  <c:v>39307</c:v>
                </c:pt>
                <c:pt idx="421">
                  <c:v>39308</c:v>
                </c:pt>
                <c:pt idx="422">
                  <c:v>39309</c:v>
                </c:pt>
                <c:pt idx="423">
                  <c:v>39310</c:v>
                </c:pt>
                <c:pt idx="424">
                  <c:v>39311</c:v>
                </c:pt>
                <c:pt idx="425">
                  <c:v>39314</c:v>
                </c:pt>
                <c:pt idx="426">
                  <c:v>39315</c:v>
                </c:pt>
                <c:pt idx="427">
                  <c:v>39316</c:v>
                </c:pt>
                <c:pt idx="428">
                  <c:v>39317</c:v>
                </c:pt>
                <c:pt idx="429">
                  <c:v>39318</c:v>
                </c:pt>
                <c:pt idx="430">
                  <c:v>39321</c:v>
                </c:pt>
                <c:pt idx="431">
                  <c:v>39322</c:v>
                </c:pt>
                <c:pt idx="432">
                  <c:v>39323</c:v>
                </c:pt>
                <c:pt idx="433">
                  <c:v>39324</c:v>
                </c:pt>
                <c:pt idx="434">
                  <c:v>39325</c:v>
                </c:pt>
                <c:pt idx="435">
                  <c:v>39328</c:v>
                </c:pt>
                <c:pt idx="436">
                  <c:v>39329</c:v>
                </c:pt>
                <c:pt idx="437">
                  <c:v>39330</c:v>
                </c:pt>
                <c:pt idx="438">
                  <c:v>39331</c:v>
                </c:pt>
                <c:pt idx="439">
                  <c:v>39332</c:v>
                </c:pt>
                <c:pt idx="440">
                  <c:v>39335</c:v>
                </c:pt>
                <c:pt idx="441">
                  <c:v>39336</c:v>
                </c:pt>
                <c:pt idx="442">
                  <c:v>39337</c:v>
                </c:pt>
                <c:pt idx="443">
                  <c:v>39338</c:v>
                </c:pt>
                <c:pt idx="444">
                  <c:v>39339</c:v>
                </c:pt>
                <c:pt idx="445">
                  <c:v>39342</c:v>
                </c:pt>
                <c:pt idx="446">
                  <c:v>39343</c:v>
                </c:pt>
                <c:pt idx="447">
                  <c:v>39344</c:v>
                </c:pt>
                <c:pt idx="448">
                  <c:v>39345</c:v>
                </c:pt>
                <c:pt idx="449">
                  <c:v>39346</c:v>
                </c:pt>
                <c:pt idx="450">
                  <c:v>39349</c:v>
                </c:pt>
                <c:pt idx="451">
                  <c:v>39350</c:v>
                </c:pt>
                <c:pt idx="452">
                  <c:v>39351</c:v>
                </c:pt>
                <c:pt idx="453">
                  <c:v>39352</c:v>
                </c:pt>
                <c:pt idx="454">
                  <c:v>39353</c:v>
                </c:pt>
                <c:pt idx="455">
                  <c:v>39356</c:v>
                </c:pt>
                <c:pt idx="456">
                  <c:v>39357</c:v>
                </c:pt>
                <c:pt idx="457">
                  <c:v>39358</c:v>
                </c:pt>
                <c:pt idx="458">
                  <c:v>39359</c:v>
                </c:pt>
                <c:pt idx="459">
                  <c:v>39360</c:v>
                </c:pt>
                <c:pt idx="460">
                  <c:v>39363</c:v>
                </c:pt>
                <c:pt idx="461">
                  <c:v>39364</c:v>
                </c:pt>
                <c:pt idx="462">
                  <c:v>39365</c:v>
                </c:pt>
                <c:pt idx="463">
                  <c:v>39366</c:v>
                </c:pt>
                <c:pt idx="464">
                  <c:v>39367</c:v>
                </c:pt>
                <c:pt idx="465">
                  <c:v>39370</c:v>
                </c:pt>
                <c:pt idx="466">
                  <c:v>39371</c:v>
                </c:pt>
                <c:pt idx="467">
                  <c:v>39372</c:v>
                </c:pt>
                <c:pt idx="468">
                  <c:v>39373</c:v>
                </c:pt>
                <c:pt idx="469">
                  <c:v>39374</c:v>
                </c:pt>
                <c:pt idx="470">
                  <c:v>39377</c:v>
                </c:pt>
                <c:pt idx="471">
                  <c:v>39378</c:v>
                </c:pt>
                <c:pt idx="472">
                  <c:v>39379</c:v>
                </c:pt>
                <c:pt idx="473">
                  <c:v>39380</c:v>
                </c:pt>
                <c:pt idx="474">
                  <c:v>39381</c:v>
                </c:pt>
                <c:pt idx="475">
                  <c:v>39384</c:v>
                </c:pt>
                <c:pt idx="476">
                  <c:v>39385</c:v>
                </c:pt>
                <c:pt idx="477">
                  <c:v>39386</c:v>
                </c:pt>
                <c:pt idx="478">
                  <c:v>39387</c:v>
                </c:pt>
                <c:pt idx="479">
                  <c:v>39388</c:v>
                </c:pt>
                <c:pt idx="480">
                  <c:v>39391</c:v>
                </c:pt>
                <c:pt idx="481">
                  <c:v>39392</c:v>
                </c:pt>
                <c:pt idx="482">
                  <c:v>39393</c:v>
                </c:pt>
                <c:pt idx="483">
                  <c:v>39394</c:v>
                </c:pt>
                <c:pt idx="484">
                  <c:v>39395</c:v>
                </c:pt>
                <c:pt idx="485">
                  <c:v>39398</c:v>
                </c:pt>
                <c:pt idx="486">
                  <c:v>39399</c:v>
                </c:pt>
                <c:pt idx="487">
                  <c:v>39400</c:v>
                </c:pt>
                <c:pt idx="488">
                  <c:v>39401</c:v>
                </c:pt>
                <c:pt idx="489">
                  <c:v>39402</c:v>
                </c:pt>
                <c:pt idx="490">
                  <c:v>39405</c:v>
                </c:pt>
                <c:pt idx="491">
                  <c:v>39406</c:v>
                </c:pt>
                <c:pt idx="492">
                  <c:v>39407</c:v>
                </c:pt>
                <c:pt idx="493">
                  <c:v>39408</c:v>
                </c:pt>
                <c:pt idx="494">
                  <c:v>39409</c:v>
                </c:pt>
                <c:pt idx="495">
                  <c:v>39412</c:v>
                </c:pt>
                <c:pt idx="496">
                  <c:v>39413</c:v>
                </c:pt>
                <c:pt idx="497">
                  <c:v>39414</c:v>
                </c:pt>
                <c:pt idx="498">
                  <c:v>39415</c:v>
                </c:pt>
                <c:pt idx="499">
                  <c:v>39416</c:v>
                </c:pt>
                <c:pt idx="500">
                  <c:v>39419</c:v>
                </c:pt>
                <c:pt idx="501">
                  <c:v>39420</c:v>
                </c:pt>
                <c:pt idx="502">
                  <c:v>39421</c:v>
                </c:pt>
                <c:pt idx="503">
                  <c:v>39422</c:v>
                </c:pt>
                <c:pt idx="504">
                  <c:v>39423</c:v>
                </c:pt>
                <c:pt idx="505">
                  <c:v>39426</c:v>
                </c:pt>
                <c:pt idx="506">
                  <c:v>39427</c:v>
                </c:pt>
                <c:pt idx="507">
                  <c:v>39428</c:v>
                </c:pt>
                <c:pt idx="508">
                  <c:v>39429</c:v>
                </c:pt>
                <c:pt idx="509">
                  <c:v>39430</c:v>
                </c:pt>
                <c:pt idx="510">
                  <c:v>39433</c:v>
                </c:pt>
                <c:pt idx="511">
                  <c:v>39434</c:v>
                </c:pt>
                <c:pt idx="512">
                  <c:v>39435</c:v>
                </c:pt>
                <c:pt idx="513">
                  <c:v>39436</c:v>
                </c:pt>
                <c:pt idx="514">
                  <c:v>39437</c:v>
                </c:pt>
                <c:pt idx="515">
                  <c:v>39440</c:v>
                </c:pt>
                <c:pt idx="516">
                  <c:v>39441</c:v>
                </c:pt>
                <c:pt idx="517">
                  <c:v>39442</c:v>
                </c:pt>
                <c:pt idx="518">
                  <c:v>39443</c:v>
                </c:pt>
                <c:pt idx="519">
                  <c:v>39444</c:v>
                </c:pt>
                <c:pt idx="520">
                  <c:v>39447</c:v>
                </c:pt>
                <c:pt idx="521">
                  <c:v>39448</c:v>
                </c:pt>
                <c:pt idx="522">
                  <c:v>39449</c:v>
                </c:pt>
                <c:pt idx="523">
                  <c:v>39450</c:v>
                </c:pt>
                <c:pt idx="524">
                  <c:v>39451</c:v>
                </c:pt>
                <c:pt idx="525">
                  <c:v>39454</c:v>
                </c:pt>
                <c:pt idx="526">
                  <c:v>39455</c:v>
                </c:pt>
                <c:pt idx="527">
                  <c:v>39456</c:v>
                </c:pt>
                <c:pt idx="528">
                  <c:v>39457</c:v>
                </c:pt>
                <c:pt idx="529">
                  <c:v>39458</c:v>
                </c:pt>
                <c:pt idx="530">
                  <c:v>39461</c:v>
                </c:pt>
                <c:pt idx="531">
                  <c:v>39462</c:v>
                </c:pt>
                <c:pt idx="532">
                  <c:v>39463</c:v>
                </c:pt>
                <c:pt idx="533">
                  <c:v>39464</c:v>
                </c:pt>
                <c:pt idx="534">
                  <c:v>39465</c:v>
                </c:pt>
                <c:pt idx="535">
                  <c:v>39468</c:v>
                </c:pt>
                <c:pt idx="536">
                  <c:v>39469</c:v>
                </c:pt>
                <c:pt idx="537">
                  <c:v>39470</c:v>
                </c:pt>
                <c:pt idx="538">
                  <c:v>39471</c:v>
                </c:pt>
                <c:pt idx="539">
                  <c:v>39472</c:v>
                </c:pt>
                <c:pt idx="540">
                  <c:v>39475</c:v>
                </c:pt>
                <c:pt idx="541">
                  <c:v>39476</c:v>
                </c:pt>
                <c:pt idx="542">
                  <c:v>39477</c:v>
                </c:pt>
                <c:pt idx="543">
                  <c:v>39478</c:v>
                </c:pt>
                <c:pt idx="544">
                  <c:v>39479</c:v>
                </c:pt>
                <c:pt idx="545">
                  <c:v>39482</c:v>
                </c:pt>
                <c:pt idx="546">
                  <c:v>39483</c:v>
                </c:pt>
                <c:pt idx="547">
                  <c:v>39484</c:v>
                </c:pt>
                <c:pt idx="548">
                  <c:v>39485</c:v>
                </c:pt>
                <c:pt idx="549">
                  <c:v>39486</c:v>
                </c:pt>
                <c:pt idx="550">
                  <c:v>39489</c:v>
                </c:pt>
                <c:pt idx="551">
                  <c:v>39490</c:v>
                </c:pt>
                <c:pt idx="552">
                  <c:v>39491</c:v>
                </c:pt>
                <c:pt idx="553">
                  <c:v>39492</c:v>
                </c:pt>
                <c:pt idx="554">
                  <c:v>39493</c:v>
                </c:pt>
                <c:pt idx="555">
                  <c:v>39496</c:v>
                </c:pt>
                <c:pt idx="556">
                  <c:v>39497</c:v>
                </c:pt>
                <c:pt idx="557">
                  <c:v>39498</c:v>
                </c:pt>
                <c:pt idx="558">
                  <c:v>39499</c:v>
                </c:pt>
                <c:pt idx="559">
                  <c:v>39500</c:v>
                </c:pt>
                <c:pt idx="560">
                  <c:v>39503</c:v>
                </c:pt>
                <c:pt idx="561">
                  <c:v>39504</c:v>
                </c:pt>
                <c:pt idx="562">
                  <c:v>39505</c:v>
                </c:pt>
                <c:pt idx="563">
                  <c:v>39506</c:v>
                </c:pt>
                <c:pt idx="564">
                  <c:v>39507</c:v>
                </c:pt>
                <c:pt idx="565">
                  <c:v>39510</c:v>
                </c:pt>
                <c:pt idx="566">
                  <c:v>39511</c:v>
                </c:pt>
                <c:pt idx="567">
                  <c:v>39512</c:v>
                </c:pt>
                <c:pt idx="568">
                  <c:v>39513</c:v>
                </c:pt>
                <c:pt idx="569">
                  <c:v>39514</c:v>
                </c:pt>
                <c:pt idx="570">
                  <c:v>39517</c:v>
                </c:pt>
                <c:pt idx="571">
                  <c:v>39518</c:v>
                </c:pt>
                <c:pt idx="572">
                  <c:v>39519</c:v>
                </c:pt>
                <c:pt idx="573">
                  <c:v>39520</c:v>
                </c:pt>
                <c:pt idx="574">
                  <c:v>39521</c:v>
                </c:pt>
                <c:pt idx="575">
                  <c:v>39524</c:v>
                </c:pt>
                <c:pt idx="576">
                  <c:v>39525</c:v>
                </c:pt>
                <c:pt idx="577">
                  <c:v>39526</c:v>
                </c:pt>
                <c:pt idx="578">
                  <c:v>39527</c:v>
                </c:pt>
                <c:pt idx="579">
                  <c:v>39528</c:v>
                </c:pt>
                <c:pt idx="580">
                  <c:v>39531</c:v>
                </c:pt>
                <c:pt idx="581">
                  <c:v>39532</c:v>
                </c:pt>
                <c:pt idx="582">
                  <c:v>39533</c:v>
                </c:pt>
                <c:pt idx="583">
                  <c:v>39534</c:v>
                </c:pt>
                <c:pt idx="584">
                  <c:v>39535</c:v>
                </c:pt>
                <c:pt idx="585">
                  <c:v>39538</c:v>
                </c:pt>
                <c:pt idx="586">
                  <c:v>39539</c:v>
                </c:pt>
                <c:pt idx="587">
                  <c:v>39540</c:v>
                </c:pt>
                <c:pt idx="588">
                  <c:v>39541</c:v>
                </c:pt>
                <c:pt idx="589">
                  <c:v>39542</c:v>
                </c:pt>
                <c:pt idx="590">
                  <c:v>39545</c:v>
                </c:pt>
                <c:pt idx="591">
                  <c:v>39546</c:v>
                </c:pt>
                <c:pt idx="592">
                  <c:v>39547</c:v>
                </c:pt>
                <c:pt idx="593">
                  <c:v>39548</c:v>
                </c:pt>
                <c:pt idx="594">
                  <c:v>39549</c:v>
                </c:pt>
                <c:pt idx="595">
                  <c:v>39552</c:v>
                </c:pt>
                <c:pt idx="596">
                  <c:v>39553</c:v>
                </c:pt>
                <c:pt idx="597">
                  <c:v>39554</c:v>
                </c:pt>
                <c:pt idx="598">
                  <c:v>39555</c:v>
                </c:pt>
                <c:pt idx="599">
                  <c:v>39556</c:v>
                </c:pt>
                <c:pt idx="600">
                  <c:v>39559</c:v>
                </c:pt>
                <c:pt idx="601">
                  <c:v>39560</c:v>
                </c:pt>
                <c:pt idx="602">
                  <c:v>39561</c:v>
                </c:pt>
                <c:pt idx="603">
                  <c:v>39562</c:v>
                </c:pt>
                <c:pt idx="604">
                  <c:v>39563</c:v>
                </c:pt>
                <c:pt idx="605">
                  <c:v>39566</c:v>
                </c:pt>
                <c:pt idx="606">
                  <c:v>39567</c:v>
                </c:pt>
                <c:pt idx="607">
                  <c:v>39568</c:v>
                </c:pt>
                <c:pt idx="608">
                  <c:v>39569</c:v>
                </c:pt>
                <c:pt idx="609">
                  <c:v>39570</c:v>
                </c:pt>
                <c:pt idx="610">
                  <c:v>39573</c:v>
                </c:pt>
                <c:pt idx="611">
                  <c:v>39574</c:v>
                </c:pt>
                <c:pt idx="612">
                  <c:v>39575</c:v>
                </c:pt>
                <c:pt idx="613">
                  <c:v>39576</c:v>
                </c:pt>
                <c:pt idx="614">
                  <c:v>39577</c:v>
                </c:pt>
                <c:pt idx="615">
                  <c:v>39580</c:v>
                </c:pt>
                <c:pt idx="616">
                  <c:v>39581</c:v>
                </c:pt>
                <c:pt idx="617">
                  <c:v>39582</c:v>
                </c:pt>
                <c:pt idx="618">
                  <c:v>39583</c:v>
                </c:pt>
                <c:pt idx="619">
                  <c:v>39584</c:v>
                </c:pt>
                <c:pt idx="620">
                  <c:v>39587</c:v>
                </c:pt>
                <c:pt idx="621">
                  <c:v>39588</c:v>
                </c:pt>
                <c:pt idx="622">
                  <c:v>39589</c:v>
                </c:pt>
                <c:pt idx="623">
                  <c:v>39590</c:v>
                </c:pt>
                <c:pt idx="624">
                  <c:v>39591</c:v>
                </c:pt>
                <c:pt idx="625">
                  <c:v>39594</c:v>
                </c:pt>
                <c:pt idx="626">
                  <c:v>39595</c:v>
                </c:pt>
                <c:pt idx="627">
                  <c:v>39596</c:v>
                </c:pt>
                <c:pt idx="628">
                  <c:v>39597</c:v>
                </c:pt>
                <c:pt idx="629">
                  <c:v>39598</c:v>
                </c:pt>
                <c:pt idx="630">
                  <c:v>39601</c:v>
                </c:pt>
                <c:pt idx="631">
                  <c:v>39602</c:v>
                </c:pt>
                <c:pt idx="632">
                  <c:v>39603</c:v>
                </c:pt>
                <c:pt idx="633">
                  <c:v>39604</c:v>
                </c:pt>
                <c:pt idx="634">
                  <c:v>39605</c:v>
                </c:pt>
                <c:pt idx="635">
                  <c:v>39608</c:v>
                </c:pt>
                <c:pt idx="636">
                  <c:v>39609</c:v>
                </c:pt>
                <c:pt idx="637">
                  <c:v>39610</c:v>
                </c:pt>
                <c:pt idx="638">
                  <c:v>39611</c:v>
                </c:pt>
                <c:pt idx="639">
                  <c:v>39612</c:v>
                </c:pt>
                <c:pt idx="640">
                  <c:v>39615</c:v>
                </c:pt>
                <c:pt idx="641">
                  <c:v>39616</c:v>
                </c:pt>
                <c:pt idx="642">
                  <c:v>39617</c:v>
                </c:pt>
                <c:pt idx="643">
                  <c:v>39618</c:v>
                </c:pt>
                <c:pt idx="644">
                  <c:v>39619</c:v>
                </c:pt>
                <c:pt idx="645">
                  <c:v>39622</c:v>
                </c:pt>
                <c:pt idx="646">
                  <c:v>39623</c:v>
                </c:pt>
                <c:pt idx="647">
                  <c:v>39624</c:v>
                </c:pt>
                <c:pt idx="648">
                  <c:v>39625</c:v>
                </c:pt>
                <c:pt idx="649">
                  <c:v>39626</c:v>
                </c:pt>
                <c:pt idx="650">
                  <c:v>39629</c:v>
                </c:pt>
                <c:pt idx="651">
                  <c:v>39630</c:v>
                </c:pt>
                <c:pt idx="652">
                  <c:v>39631</c:v>
                </c:pt>
                <c:pt idx="653">
                  <c:v>39632</c:v>
                </c:pt>
                <c:pt idx="654">
                  <c:v>39633</c:v>
                </c:pt>
                <c:pt idx="655">
                  <c:v>39636</c:v>
                </c:pt>
                <c:pt idx="656">
                  <c:v>39637</c:v>
                </c:pt>
                <c:pt idx="657">
                  <c:v>39638</c:v>
                </c:pt>
                <c:pt idx="658">
                  <c:v>39639</c:v>
                </c:pt>
                <c:pt idx="659">
                  <c:v>39640</c:v>
                </c:pt>
                <c:pt idx="660">
                  <c:v>39643</c:v>
                </c:pt>
                <c:pt idx="661">
                  <c:v>39644</c:v>
                </c:pt>
                <c:pt idx="662">
                  <c:v>39645</c:v>
                </c:pt>
                <c:pt idx="663">
                  <c:v>39646</c:v>
                </c:pt>
                <c:pt idx="664">
                  <c:v>39647</c:v>
                </c:pt>
                <c:pt idx="665">
                  <c:v>39650</c:v>
                </c:pt>
                <c:pt idx="666">
                  <c:v>39651</c:v>
                </c:pt>
                <c:pt idx="667">
                  <c:v>39652</c:v>
                </c:pt>
                <c:pt idx="668">
                  <c:v>39653</c:v>
                </c:pt>
                <c:pt idx="669">
                  <c:v>39654</c:v>
                </c:pt>
                <c:pt idx="670">
                  <c:v>39657</c:v>
                </c:pt>
                <c:pt idx="671">
                  <c:v>39658</c:v>
                </c:pt>
                <c:pt idx="672">
                  <c:v>39659</c:v>
                </c:pt>
                <c:pt idx="673">
                  <c:v>39660</c:v>
                </c:pt>
                <c:pt idx="674">
                  <c:v>39661</c:v>
                </c:pt>
                <c:pt idx="675">
                  <c:v>39664</c:v>
                </c:pt>
                <c:pt idx="676">
                  <c:v>39665</c:v>
                </c:pt>
                <c:pt idx="677">
                  <c:v>39666</c:v>
                </c:pt>
                <c:pt idx="678">
                  <c:v>39667</c:v>
                </c:pt>
                <c:pt idx="679">
                  <c:v>39668</c:v>
                </c:pt>
                <c:pt idx="680">
                  <c:v>39671</c:v>
                </c:pt>
                <c:pt idx="681">
                  <c:v>39672</c:v>
                </c:pt>
                <c:pt idx="682">
                  <c:v>39673</c:v>
                </c:pt>
                <c:pt idx="683">
                  <c:v>39674</c:v>
                </c:pt>
                <c:pt idx="684">
                  <c:v>39675</c:v>
                </c:pt>
                <c:pt idx="685">
                  <c:v>39678</c:v>
                </c:pt>
                <c:pt idx="686">
                  <c:v>39679</c:v>
                </c:pt>
                <c:pt idx="687">
                  <c:v>39680</c:v>
                </c:pt>
                <c:pt idx="688">
                  <c:v>39681</c:v>
                </c:pt>
                <c:pt idx="689">
                  <c:v>39682</c:v>
                </c:pt>
                <c:pt idx="690">
                  <c:v>39685</c:v>
                </c:pt>
                <c:pt idx="691">
                  <c:v>39686</c:v>
                </c:pt>
                <c:pt idx="692">
                  <c:v>39687</c:v>
                </c:pt>
                <c:pt idx="693">
                  <c:v>39688</c:v>
                </c:pt>
                <c:pt idx="694">
                  <c:v>39689</c:v>
                </c:pt>
                <c:pt idx="695">
                  <c:v>39692</c:v>
                </c:pt>
                <c:pt idx="696">
                  <c:v>39693</c:v>
                </c:pt>
                <c:pt idx="697">
                  <c:v>39694</c:v>
                </c:pt>
                <c:pt idx="698">
                  <c:v>39695</c:v>
                </c:pt>
                <c:pt idx="699">
                  <c:v>39696</c:v>
                </c:pt>
                <c:pt idx="700">
                  <c:v>39699</c:v>
                </c:pt>
                <c:pt idx="701">
                  <c:v>39700</c:v>
                </c:pt>
                <c:pt idx="702">
                  <c:v>39701</c:v>
                </c:pt>
                <c:pt idx="703">
                  <c:v>39702</c:v>
                </c:pt>
                <c:pt idx="704">
                  <c:v>39703</c:v>
                </c:pt>
                <c:pt idx="705">
                  <c:v>39706</c:v>
                </c:pt>
                <c:pt idx="706">
                  <c:v>39707</c:v>
                </c:pt>
                <c:pt idx="707">
                  <c:v>39708</c:v>
                </c:pt>
                <c:pt idx="708">
                  <c:v>39709</c:v>
                </c:pt>
                <c:pt idx="709">
                  <c:v>39710</c:v>
                </c:pt>
                <c:pt idx="710">
                  <c:v>39713</c:v>
                </c:pt>
                <c:pt idx="711">
                  <c:v>39714</c:v>
                </c:pt>
                <c:pt idx="712">
                  <c:v>39715</c:v>
                </c:pt>
                <c:pt idx="713">
                  <c:v>39716</c:v>
                </c:pt>
                <c:pt idx="714">
                  <c:v>39717</c:v>
                </c:pt>
                <c:pt idx="715">
                  <c:v>39720</c:v>
                </c:pt>
                <c:pt idx="716">
                  <c:v>39721</c:v>
                </c:pt>
                <c:pt idx="717">
                  <c:v>39722</c:v>
                </c:pt>
                <c:pt idx="718">
                  <c:v>39723</c:v>
                </c:pt>
                <c:pt idx="719">
                  <c:v>39724</c:v>
                </c:pt>
                <c:pt idx="720">
                  <c:v>39727</c:v>
                </c:pt>
                <c:pt idx="721">
                  <c:v>39728</c:v>
                </c:pt>
                <c:pt idx="722">
                  <c:v>39729</c:v>
                </c:pt>
                <c:pt idx="723">
                  <c:v>39730</c:v>
                </c:pt>
                <c:pt idx="724">
                  <c:v>39731</c:v>
                </c:pt>
                <c:pt idx="725">
                  <c:v>39734</c:v>
                </c:pt>
                <c:pt idx="726">
                  <c:v>39735</c:v>
                </c:pt>
                <c:pt idx="727">
                  <c:v>39736</c:v>
                </c:pt>
                <c:pt idx="728">
                  <c:v>39737</c:v>
                </c:pt>
                <c:pt idx="729">
                  <c:v>39738</c:v>
                </c:pt>
                <c:pt idx="730">
                  <c:v>39741</c:v>
                </c:pt>
                <c:pt idx="731">
                  <c:v>39742</c:v>
                </c:pt>
                <c:pt idx="732">
                  <c:v>39743</c:v>
                </c:pt>
                <c:pt idx="733">
                  <c:v>39744</c:v>
                </c:pt>
                <c:pt idx="734">
                  <c:v>39745</c:v>
                </c:pt>
                <c:pt idx="735">
                  <c:v>39748</c:v>
                </c:pt>
                <c:pt idx="736">
                  <c:v>39749</c:v>
                </c:pt>
                <c:pt idx="737">
                  <c:v>39750</c:v>
                </c:pt>
                <c:pt idx="738">
                  <c:v>39751</c:v>
                </c:pt>
                <c:pt idx="739">
                  <c:v>39752</c:v>
                </c:pt>
                <c:pt idx="740">
                  <c:v>39755</c:v>
                </c:pt>
                <c:pt idx="741">
                  <c:v>39756</c:v>
                </c:pt>
                <c:pt idx="742">
                  <c:v>39757</c:v>
                </c:pt>
                <c:pt idx="743">
                  <c:v>39758</c:v>
                </c:pt>
                <c:pt idx="744">
                  <c:v>39759</c:v>
                </c:pt>
                <c:pt idx="745">
                  <c:v>39762</c:v>
                </c:pt>
                <c:pt idx="746">
                  <c:v>39763</c:v>
                </c:pt>
                <c:pt idx="747">
                  <c:v>39764</c:v>
                </c:pt>
                <c:pt idx="748">
                  <c:v>39765</c:v>
                </c:pt>
                <c:pt idx="749">
                  <c:v>39766</c:v>
                </c:pt>
                <c:pt idx="750">
                  <c:v>39769</c:v>
                </c:pt>
                <c:pt idx="751">
                  <c:v>39770</c:v>
                </c:pt>
                <c:pt idx="752">
                  <c:v>39771</c:v>
                </c:pt>
                <c:pt idx="753">
                  <c:v>39772</c:v>
                </c:pt>
                <c:pt idx="754">
                  <c:v>39773</c:v>
                </c:pt>
                <c:pt idx="755">
                  <c:v>39776</c:v>
                </c:pt>
                <c:pt idx="756">
                  <c:v>39777</c:v>
                </c:pt>
                <c:pt idx="757">
                  <c:v>39778</c:v>
                </c:pt>
                <c:pt idx="758">
                  <c:v>39779</c:v>
                </c:pt>
                <c:pt idx="759">
                  <c:v>39780</c:v>
                </c:pt>
                <c:pt idx="760">
                  <c:v>39783</c:v>
                </c:pt>
                <c:pt idx="761">
                  <c:v>39784</c:v>
                </c:pt>
                <c:pt idx="762">
                  <c:v>39785</c:v>
                </c:pt>
                <c:pt idx="763">
                  <c:v>39786</c:v>
                </c:pt>
                <c:pt idx="764">
                  <c:v>39787</c:v>
                </c:pt>
                <c:pt idx="765">
                  <c:v>39790</c:v>
                </c:pt>
                <c:pt idx="766">
                  <c:v>39791</c:v>
                </c:pt>
                <c:pt idx="767">
                  <c:v>39792</c:v>
                </c:pt>
                <c:pt idx="768">
                  <c:v>39793</c:v>
                </c:pt>
                <c:pt idx="769">
                  <c:v>39794</c:v>
                </c:pt>
                <c:pt idx="770">
                  <c:v>39797</c:v>
                </c:pt>
                <c:pt idx="771">
                  <c:v>39798</c:v>
                </c:pt>
                <c:pt idx="772">
                  <c:v>39799</c:v>
                </c:pt>
                <c:pt idx="773">
                  <c:v>39800</c:v>
                </c:pt>
                <c:pt idx="774">
                  <c:v>39801</c:v>
                </c:pt>
                <c:pt idx="775">
                  <c:v>39804</c:v>
                </c:pt>
                <c:pt idx="776">
                  <c:v>39805</c:v>
                </c:pt>
                <c:pt idx="777">
                  <c:v>39806</c:v>
                </c:pt>
                <c:pt idx="778">
                  <c:v>39807</c:v>
                </c:pt>
                <c:pt idx="779">
                  <c:v>39808</c:v>
                </c:pt>
                <c:pt idx="780">
                  <c:v>39811</c:v>
                </c:pt>
                <c:pt idx="781">
                  <c:v>39812</c:v>
                </c:pt>
                <c:pt idx="782">
                  <c:v>39813</c:v>
                </c:pt>
                <c:pt idx="783">
                  <c:v>39814</c:v>
                </c:pt>
                <c:pt idx="784">
                  <c:v>39815</c:v>
                </c:pt>
                <c:pt idx="785">
                  <c:v>39818</c:v>
                </c:pt>
                <c:pt idx="786">
                  <c:v>39819</c:v>
                </c:pt>
                <c:pt idx="787">
                  <c:v>39820</c:v>
                </c:pt>
                <c:pt idx="788">
                  <c:v>39821</c:v>
                </c:pt>
                <c:pt idx="789">
                  <c:v>39822</c:v>
                </c:pt>
                <c:pt idx="790">
                  <c:v>39825</c:v>
                </c:pt>
                <c:pt idx="791">
                  <c:v>39826</c:v>
                </c:pt>
                <c:pt idx="792">
                  <c:v>39827</c:v>
                </c:pt>
                <c:pt idx="793">
                  <c:v>39828</c:v>
                </c:pt>
                <c:pt idx="794">
                  <c:v>39829</c:v>
                </c:pt>
                <c:pt idx="795">
                  <c:v>39832</c:v>
                </c:pt>
                <c:pt idx="796">
                  <c:v>39833</c:v>
                </c:pt>
                <c:pt idx="797">
                  <c:v>39834</c:v>
                </c:pt>
                <c:pt idx="798">
                  <c:v>39835</c:v>
                </c:pt>
                <c:pt idx="799">
                  <c:v>39836</c:v>
                </c:pt>
                <c:pt idx="800">
                  <c:v>39839</c:v>
                </c:pt>
                <c:pt idx="801">
                  <c:v>39840</c:v>
                </c:pt>
                <c:pt idx="802">
                  <c:v>39841</c:v>
                </c:pt>
                <c:pt idx="803">
                  <c:v>39842</c:v>
                </c:pt>
                <c:pt idx="804">
                  <c:v>39843</c:v>
                </c:pt>
                <c:pt idx="805">
                  <c:v>39846</c:v>
                </c:pt>
                <c:pt idx="806">
                  <c:v>39847</c:v>
                </c:pt>
                <c:pt idx="807">
                  <c:v>39848</c:v>
                </c:pt>
                <c:pt idx="808">
                  <c:v>39849</c:v>
                </c:pt>
                <c:pt idx="809">
                  <c:v>39850</c:v>
                </c:pt>
                <c:pt idx="810">
                  <c:v>39853</c:v>
                </c:pt>
                <c:pt idx="811">
                  <c:v>39854</c:v>
                </c:pt>
                <c:pt idx="812">
                  <c:v>39855</c:v>
                </c:pt>
                <c:pt idx="813">
                  <c:v>39856</c:v>
                </c:pt>
                <c:pt idx="814">
                  <c:v>39857</c:v>
                </c:pt>
                <c:pt idx="815">
                  <c:v>39860</c:v>
                </c:pt>
                <c:pt idx="816">
                  <c:v>39861</c:v>
                </c:pt>
                <c:pt idx="817">
                  <c:v>39862</c:v>
                </c:pt>
                <c:pt idx="818">
                  <c:v>39863</c:v>
                </c:pt>
                <c:pt idx="819">
                  <c:v>39864</c:v>
                </c:pt>
                <c:pt idx="820">
                  <c:v>39867</c:v>
                </c:pt>
                <c:pt idx="821">
                  <c:v>39868</c:v>
                </c:pt>
                <c:pt idx="822">
                  <c:v>39869</c:v>
                </c:pt>
                <c:pt idx="823">
                  <c:v>39870</c:v>
                </c:pt>
                <c:pt idx="824">
                  <c:v>39871</c:v>
                </c:pt>
                <c:pt idx="825">
                  <c:v>39874</c:v>
                </c:pt>
                <c:pt idx="826">
                  <c:v>39875</c:v>
                </c:pt>
                <c:pt idx="827">
                  <c:v>39876</c:v>
                </c:pt>
                <c:pt idx="828">
                  <c:v>39877</c:v>
                </c:pt>
                <c:pt idx="829">
                  <c:v>39878</c:v>
                </c:pt>
                <c:pt idx="830">
                  <c:v>39881</c:v>
                </c:pt>
                <c:pt idx="831">
                  <c:v>39882</c:v>
                </c:pt>
                <c:pt idx="832">
                  <c:v>39883</c:v>
                </c:pt>
                <c:pt idx="833">
                  <c:v>39884</c:v>
                </c:pt>
                <c:pt idx="834">
                  <c:v>39885</c:v>
                </c:pt>
                <c:pt idx="835">
                  <c:v>39888</c:v>
                </c:pt>
                <c:pt idx="836">
                  <c:v>39889</c:v>
                </c:pt>
                <c:pt idx="837">
                  <c:v>39890</c:v>
                </c:pt>
                <c:pt idx="838">
                  <c:v>39891</c:v>
                </c:pt>
                <c:pt idx="839">
                  <c:v>39892</c:v>
                </c:pt>
                <c:pt idx="840">
                  <c:v>39895</c:v>
                </c:pt>
                <c:pt idx="841">
                  <c:v>39896</c:v>
                </c:pt>
                <c:pt idx="842">
                  <c:v>39897</c:v>
                </c:pt>
                <c:pt idx="843">
                  <c:v>39898</c:v>
                </c:pt>
                <c:pt idx="844">
                  <c:v>39899</c:v>
                </c:pt>
                <c:pt idx="845">
                  <c:v>39902</c:v>
                </c:pt>
                <c:pt idx="846">
                  <c:v>39903</c:v>
                </c:pt>
                <c:pt idx="847">
                  <c:v>39904</c:v>
                </c:pt>
                <c:pt idx="848">
                  <c:v>39905</c:v>
                </c:pt>
                <c:pt idx="849">
                  <c:v>39906</c:v>
                </c:pt>
                <c:pt idx="850">
                  <c:v>39909</c:v>
                </c:pt>
                <c:pt idx="851">
                  <c:v>39910</c:v>
                </c:pt>
                <c:pt idx="852">
                  <c:v>39911</c:v>
                </c:pt>
                <c:pt idx="853">
                  <c:v>39912</c:v>
                </c:pt>
                <c:pt idx="854">
                  <c:v>39913</c:v>
                </c:pt>
                <c:pt idx="855">
                  <c:v>39916</c:v>
                </c:pt>
                <c:pt idx="856">
                  <c:v>39917</c:v>
                </c:pt>
                <c:pt idx="857">
                  <c:v>39918</c:v>
                </c:pt>
                <c:pt idx="858">
                  <c:v>39919</c:v>
                </c:pt>
                <c:pt idx="859">
                  <c:v>39920</c:v>
                </c:pt>
                <c:pt idx="860">
                  <c:v>39923</c:v>
                </c:pt>
                <c:pt idx="861">
                  <c:v>39924</c:v>
                </c:pt>
                <c:pt idx="862">
                  <c:v>39925</c:v>
                </c:pt>
                <c:pt idx="863">
                  <c:v>39926</c:v>
                </c:pt>
                <c:pt idx="864">
                  <c:v>39927</c:v>
                </c:pt>
                <c:pt idx="865">
                  <c:v>39930</c:v>
                </c:pt>
                <c:pt idx="866">
                  <c:v>39931</c:v>
                </c:pt>
                <c:pt idx="867">
                  <c:v>39932</c:v>
                </c:pt>
                <c:pt idx="868">
                  <c:v>39933</c:v>
                </c:pt>
                <c:pt idx="869">
                  <c:v>39934</c:v>
                </c:pt>
                <c:pt idx="870">
                  <c:v>39937</c:v>
                </c:pt>
                <c:pt idx="871">
                  <c:v>39938</c:v>
                </c:pt>
                <c:pt idx="872">
                  <c:v>39939</c:v>
                </c:pt>
                <c:pt idx="873">
                  <c:v>39940</c:v>
                </c:pt>
                <c:pt idx="874">
                  <c:v>39941</c:v>
                </c:pt>
                <c:pt idx="875">
                  <c:v>39944</c:v>
                </c:pt>
                <c:pt idx="876">
                  <c:v>39945</c:v>
                </c:pt>
                <c:pt idx="877">
                  <c:v>39946</c:v>
                </c:pt>
                <c:pt idx="878">
                  <c:v>39947</c:v>
                </c:pt>
                <c:pt idx="879">
                  <c:v>39948</c:v>
                </c:pt>
                <c:pt idx="880">
                  <c:v>39951</c:v>
                </c:pt>
                <c:pt idx="881">
                  <c:v>39952</c:v>
                </c:pt>
                <c:pt idx="882">
                  <c:v>39953</c:v>
                </c:pt>
                <c:pt idx="883">
                  <c:v>39954</c:v>
                </c:pt>
                <c:pt idx="884">
                  <c:v>39955</c:v>
                </c:pt>
                <c:pt idx="885">
                  <c:v>39958</c:v>
                </c:pt>
                <c:pt idx="886">
                  <c:v>39959</c:v>
                </c:pt>
                <c:pt idx="887">
                  <c:v>39960</c:v>
                </c:pt>
                <c:pt idx="888">
                  <c:v>39961</c:v>
                </c:pt>
                <c:pt idx="889">
                  <c:v>39962</c:v>
                </c:pt>
                <c:pt idx="890">
                  <c:v>39965</c:v>
                </c:pt>
                <c:pt idx="891">
                  <c:v>39966</c:v>
                </c:pt>
                <c:pt idx="892">
                  <c:v>39967</c:v>
                </c:pt>
                <c:pt idx="893">
                  <c:v>39968</c:v>
                </c:pt>
                <c:pt idx="894">
                  <c:v>39969</c:v>
                </c:pt>
                <c:pt idx="895">
                  <c:v>39972</c:v>
                </c:pt>
                <c:pt idx="896">
                  <c:v>39973</c:v>
                </c:pt>
                <c:pt idx="897">
                  <c:v>39974</c:v>
                </c:pt>
                <c:pt idx="898">
                  <c:v>39975</c:v>
                </c:pt>
                <c:pt idx="899">
                  <c:v>39976</c:v>
                </c:pt>
                <c:pt idx="900">
                  <c:v>39979</c:v>
                </c:pt>
                <c:pt idx="901">
                  <c:v>39980</c:v>
                </c:pt>
                <c:pt idx="902">
                  <c:v>39981</c:v>
                </c:pt>
                <c:pt idx="903">
                  <c:v>39982</c:v>
                </c:pt>
                <c:pt idx="904">
                  <c:v>39983</c:v>
                </c:pt>
                <c:pt idx="905">
                  <c:v>39986</c:v>
                </c:pt>
                <c:pt idx="906">
                  <c:v>39987</c:v>
                </c:pt>
                <c:pt idx="907">
                  <c:v>39988</c:v>
                </c:pt>
                <c:pt idx="908">
                  <c:v>39989</c:v>
                </c:pt>
                <c:pt idx="909">
                  <c:v>39990</c:v>
                </c:pt>
                <c:pt idx="910">
                  <c:v>39993</c:v>
                </c:pt>
                <c:pt idx="911">
                  <c:v>39994</c:v>
                </c:pt>
                <c:pt idx="912">
                  <c:v>39995</c:v>
                </c:pt>
                <c:pt idx="913">
                  <c:v>39996</c:v>
                </c:pt>
                <c:pt idx="914">
                  <c:v>39997</c:v>
                </c:pt>
                <c:pt idx="915">
                  <c:v>40000</c:v>
                </c:pt>
                <c:pt idx="916">
                  <c:v>40001</c:v>
                </c:pt>
                <c:pt idx="917">
                  <c:v>40002</c:v>
                </c:pt>
                <c:pt idx="918">
                  <c:v>40003</c:v>
                </c:pt>
                <c:pt idx="919">
                  <c:v>40004</c:v>
                </c:pt>
                <c:pt idx="920">
                  <c:v>40007</c:v>
                </c:pt>
                <c:pt idx="921">
                  <c:v>40008</c:v>
                </c:pt>
                <c:pt idx="922">
                  <c:v>40009</c:v>
                </c:pt>
                <c:pt idx="923">
                  <c:v>40010</c:v>
                </c:pt>
                <c:pt idx="924">
                  <c:v>40011</c:v>
                </c:pt>
                <c:pt idx="925">
                  <c:v>40014</c:v>
                </c:pt>
                <c:pt idx="926">
                  <c:v>40015</c:v>
                </c:pt>
                <c:pt idx="927">
                  <c:v>40016</c:v>
                </c:pt>
                <c:pt idx="928">
                  <c:v>40017</c:v>
                </c:pt>
                <c:pt idx="929">
                  <c:v>40018</c:v>
                </c:pt>
                <c:pt idx="930">
                  <c:v>40021</c:v>
                </c:pt>
                <c:pt idx="931">
                  <c:v>40022</c:v>
                </c:pt>
                <c:pt idx="932">
                  <c:v>40023</c:v>
                </c:pt>
                <c:pt idx="933">
                  <c:v>40024</c:v>
                </c:pt>
                <c:pt idx="934">
                  <c:v>40025</c:v>
                </c:pt>
                <c:pt idx="935">
                  <c:v>40028</c:v>
                </c:pt>
                <c:pt idx="936">
                  <c:v>40029</c:v>
                </c:pt>
                <c:pt idx="937">
                  <c:v>40030</c:v>
                </c:pt>
                <c:pt idx="938">
                  <c:v>40031</c:v>
                </c:pt>
                <c:pt idx="939">
                  <c:v>40032</c:v>
                </c:pt>
                <c:pt idx="940">
                  <c:v>40035</c:v>
                </c:pt>
                <c:pt idx="941">
                  <c:v>40036</c:v>
                </c:pt>
                <c:pt idx="942">
                  <c:v>40037</c:v>
                </c:pt>
                <c:pt idx="943">
                  <c:v>40038</c:v>
                </c:pt>
                <c:pt idx="944">
                  <c:v>40039</c:v>
                </c:pt>
                <c:pt idx="945">
                  <c:v>40042</c:v>
                </c:pt>
                <c:pt idx="946">
                  <c:v>40043</c:v>
                </c:pt>
                <c:pt idx="947">
                  <c:v>40044</c:v>
                </c:pt>
                <c:pt idx="948">
                  <c:v>40045</c:v>
                </c:pt>
                <c:pt idx="949">
                  <c:v>40046</c:v>
                </c:pt>
                <c:pt idx="950">
                  <c:v>40049</c:v>
                </c:pt>
                <c:pt idx="951">
                  <c:v>40050</c:v>
                </c:pt>
                <c:pt idx="952">
                  <c:v>40051</c:v>
                </c:pt>
                <c:pt idx="953">
                  <c:v>40052</c:v>
                </c:pt>
                <c:pt idx="954">
                  <c:v>40053</c:v>
                </c:pt>
                <c:pt idx="955">
                  <c:v>40056</c:v>
                </c:pt>
                <c:pt idx="956">
                  <c:v>40057</c:v>
                </c:pt>
                <c:pt idx="957">
                  <c:v>40058</c:v>
                </c:pt>
                <c:pt idx="958">
                  <c:v>40059</c:v>
                </c:pt>
                <c:pt idx="959">
                  <c:v>40060</c:v>
                </c:pt>
                <c:pt idx="960">
                  <c:v>40063</c:v>
                </c:pt>
                <c:pt idx="961">
                  <c:v>40064</c:v>
                </c:pt>
                <c:pt idx="962">
                  <c:v>40065</c:v>
                </c:pt>
                <c:pt idx="963">
                  <c:v>40066</c:v>
                </c:pt>
                <c:pt idx="964">
                  <c:v>40067</c:v>
                </c:pt>
                <c:pt idx="965">
                  <c:v>40070</c:v>
                </c:pt>
                <c:pt idx="966">
                  <c:v>40071</c:v>
                </c:pt>
                <c:pt idx="967">
                  <c:v>40072</c:v>
                </c:pt>
                <c:pt idx="968">
                  <c:v>40073</c:v>
                </c:pt>
                <c:pt idx="969">
                  <c:v>40074</c:v>
                </c:pt>
                <c:pt idx="970">
                  <c:v>40077</c:v>
                </c:pt>
                <c:pt idx="971">
                  <c:v>40078</c:v>
                </c:pt>
                <c:pt idx="972">
                  <c:v>40079</c:v>
                </c:pt>
                <c:pt idx="973">
                  <c:v>40080</c:v>
                </c:pt>
                <c:pt idx="974">
                  <c:v>40081</c:v>
                </c:pt>
                <c:pt idx="975">
                  <c:v>40084</c:v>
                </c:pt>
                <c:pt idx="976">
                  <c:v>40085</c:v>
                </c:pt>
                <c:pt idx="977">
                  <c:v>40086</c:v>
                </c:pt>
                <c:pt idx="978">
                  <c:v>40087</c:v>
                </c:pt>
                <c:pt idx="979">
                  <c:v>40088</c:v>
                </c:pt>
                <c:pt idx="980">
                  <c:v>40091</c:v>
                </c:pt>
                <c:pt idx="981">
                  <c:v>40092</c:v>
                </c:pt>
                <c:pt idx="982">
                  <c:v>40093</c:v>
                </c:pt>
                <c:pt idx="983">
                  <c:v>40094</c:v>
                </c:pt>
                <c:pt idx="984">
                  <c:v>40095</c:v>
                </c:pt>
                <c:pt idx="985">
                  <c:v>40098</c:v>
                </c:pt>
                <c:pt idx="986">
                  <c:v>40099</c:v>
                </c:pt>
                <c:pt idx="987">
                  <c:v>40100</c:v>
                </c:pt>
                <c:pt idx="988">
                  <c:v>40101</c:v>
                </c:pt>
                <c:pt idx="989">
                  <c:v>40102</c:v>
                </c:pt>
                <c:pt idx="990">
                  <c:v>40105</c:v>
                </c:pt>
                <c:pt idx="991">
                  <c:v>40106</c:v>
                </c:pt>
                <c:pt idx="992">
                  <c:v>40107</c:v>
                </c:pt>
                <c:pt idx="993">
                  <c:v>40108</c:v>
                </c:pt>
                <c:pt idx="994">
                  <c:v>40109</c:v>
                </c:pt>
                <c:pt idx="995">
                  <c:v>40112</c:v>
                </c:pt>
                <c:pt idx="996">
                  <c:v>40113</c:v>
                </c:pt>
                <c:pt idx="997">
                  <c:v>40114</c:v>
                </c:pt>
                <c:pt idx="998">
                  <c:v>40115</c:v>
                </c:pt>
                <c:pt idx="999">
                  <c:v>40116</c:v>
                </c:pt>
                <c:pt idx="1000">
                  <c:v>40119</c:v>
                </c:pt>
                <c:pt idx="1001">
                  <c:v>40120</c:v>
                </c:pt>
                <c:pt idx="1002">
                  <c:v>40121</c:v>
                </c:pt>
                <c:pt idx="1003">
                  <c:v>40122</c:v>
                </c:pt>
                <c:pt idx="1004">
                  <c:v>40123</c:v>
                </c:pt>
                <c:pt idx="1005">
                  <c:v>40126</c:v>
                </c:pt>
                <c:pt idx="1006">
                  <c:v>40127</c:v>
                </c:pt>
                <c:pt idx="1007">
                  <c:v>40128</c:v>
                </c:pt>
                <c:pt idx="1008">
                  <c:v>40129</c:v>
                </c:pt>
                <c:pt idx="1009">
                  <c:v>40130</c:v>
                </c:pt>
                <c:pt idx="1010">
                  <c:v>40133</c:v>
                </c:pt>
                <c:pt idx="1011">
                  <c:v>40134</c:v>
                </c:pt>
                <c:pt idx="1012">
                  <c:v>40135</c:v>
                </c:pt>
                <c:pt idx="1013">
                  <c:v>40136</c:v>
                </c:pt>
                <c:pt idx="1014">
                  <c:v>40137</c:v>
                </c:pt>
                <c:pt idx="1015">
                  <c:v>40140</c:v>
                </c:pt>
                <c:pt idx="1016">
                  <c:v>40141</c:v>
                </c:pt>
                <c:pt idx="1017">
                  <c:v>40142</c:v>
                </c:pt>
                <c:pt idx="1018">
                  <c:v>40143</c:v>
                </c:pt>
                <c:pt idx="1019">
                  <c:v>40144</c:v>
                </c:pt>
                <c:pt idx="1020">
                  <c:v>40147</c:v>
                </c:pt>
                <c:pt idx="1021">
                  <c:v>40148</c:v>
                </c:pt>
                <c:pt idx="1022">
                  <c:v>40149</c:v>
                </c:pt>
                <c:pt idx="1023">
                  <c:v>40150</c:v>
                </c:pt>
                <c:pt idx="1024">
                  <c:v>40151</c:v>
                </c:pt>
                <c:pt idx="1025">
                  <c:v>40154</c:v>
                </c:pt>
                <c:pt idx="1026">
                  <c:v>40155</c:v>
                </c:pt>
                <c:pt idx="1027">
                  <c:v>40156</c:v>
                </c:pt>
                <c:pt idx="1028">
                  <c:v>40157</c:v>
                </c:pt>
                <c:pt idx="1029">
                  <c:v>40158</c:v>
                </c:pt>
                <c:pt idx="1030">
                  <c:v>40161</c:v>
                </c:pt>
                <c:pt idx="1031">
                  <c:v>40162</c:v>
                </c:pt>
                <c:pt idx="1032">
                  <c:v>40163</c:v>
                </c:pt>
                <c:pt idx="1033">
                  <c:v>40164</c:v>
                </c:pt>
                <c:pt idx="1034">
                  <c:v>40165</c:v>
                </c:pt>
                <c:pt idx="1035">
                  <c:v>40168</c:v>
                </c:pt>
                <c:pt idx="1036">
                  <c:v>40169</c:v>
                </c:pt>
                <c:pt idx="1037">
                  <c:v>40170</c:v>
                </c:pt>
                <c:pt idx="1038">
                  <c:v>40171</c:v>
                </c:pt>
                <c:pt idx="1039">
                  <c:v>40172</c:v>
                </c:pt>
                <c:pt idx="1040">
                  <c:v>40175</c:v>
                </c:pt>
                <c:pt idx="1041">
                  <c:v>40176</c:v>
                </c:pt>
                <c:pt idx="1042">
                  <c:v>40177</c:v>
                </c:pt>
                <c:pt idx="1043">
                  <c:v>40178</c:v>
                </c:pt>
                <c:pt idx="1044">
                  <c:v>40179</c:v>
                </c:pt>
                <c:pt idx="1045">
                  <c:v>40182</c:v>
                </c:pt>
                <c:pt idx="1046">
                  <c:v>40183</c:v>
                </c:pt>
                <c:pt idx="1047">
                  <c:v>40184</c:v>
                </c:pt>
                <c:pt idx="1048">
                  <c:v>40185</c:v>
                </c:pt>
                <c:pt idx="1049">
                  <c:v>40186</c:v>
                </c:pt>
                <c:pt idx="1050">
                  <c:v>40189</c:v>
                </c:pt>
                <c:pt idx="1051">
                  <c:v>40190</c:v>
                </c:pt>
                <c:pt idx="1052">
                  <c:v>40191</c:v>
                </c:pt>
                <c:pt idx="1053">
                  <c:v>40192</c:v>
                </c:pt>
                <c:pt idx="1054">
                  <c:v>40193</c:v>
                </c:pt>
                <c:pt idx="1055">
                  <c:v>40196</c:v>
                </c:pt>
                <c:pt idx="1056">
                  <c:v>40197</c:v>
                </c:pt>
                <c:pt idx="1057">
                  <c:v>40198</c:v>
                </c:pt>
                <c:pt idx="1058">
                  <c:v>40199</c:v>
                </c:pt>
                <c:pt idx="1059">
                  <c:v>40200</c:v>
                </c:pt>
                <c:pt idx="1060">
                  <c:v>40203</c:v>
                </c:pt>
                <c:pt idx="1061">
                  <c:v>40204</c:v>
                </c:pt>
                <c:pt idx="1062">
                  <c:v>40205</c:v>
                </c:pt>
                <c:pt idx="1063">
                  <c:v>40206</c:v>
                </c:pt>
                <c:pt idx="1064">
                  <c:v>40207</c:v>
                </c:pt>
                <c:pt idx="1065">
                  <c:v>40210</c:v>
                </c:pt>
                <c:pt idx="1066">
                  <c:v>40211</c:v>
                </c:pt>
                <c:pt idx="1067">
                  <c:v>40212</c:v>
                </c:pt>
                <c:pt idx="1068">
                  <c:v>40213</c:v>
                </c:pt>
                <c:pt idx="1069">
                  <c:v>40214</c:v>
                </c:pt>
                <c:pt idx="1070">
                  <c:v>40217</c:v>
                </c:pt>
                <c:pt idx="1071">
                  <c:v>40218</c:v>
                </c:pt>
                <c:pt idx="1072">
                  <c:v>40219</c:v>
                </c:pt>
                <c:pt idx="1073">
                  <c:v>40220</c:v>
                </c:pt>
                <c:pt idx="1074">
                  <c:v>40221</c:v>
                </c:pt>
                <c:pt idx="1075">
                  <c:v>40224</c:v>
                </c:pt>
                <c:pt idx="1076">
                  <c:v>40225</c:v>
                </c:pt>
                <c:pt idx="1077">
                  <c:v>40226</c:v>
                </c:pt>
                <c:pt idx="1078">
                  <c:v>40227</c:v>
                </c:pt>
                <c:pt idx="1079">
                  <c:v>40228</c:v>
                </c:pt>
                <c:pt idx="1080">
                  <c:v>40231</c:v>
                </c:pt>
                <c:pt idx="1081">
                  <c:v>40232</c:v>
                </c:pt>
                <c:pt idx="1082">
                  <c:v>40233</c:v>
                </c:pt>
                <c:pt idx="1083">
                  <c:v>40234</c:v>
                </c:pt>
                <c:pt idx="1084">
                  <c:v>40235</c:v>
                </c:pt>
                <c:pt idx="1085">
                  <c:v>40238</c:v>
                </c:pt>
                <c:pt idx="1086">
                  <c:v>40239</c:v>
                </c:pt>
                <c:pt idx="1087">
                  <c:v>40240</c:v>
                </c:pt>
                <c:pt idx="1088">
                  <c:v>40241</c:v>
                </c:pt>
                <c:pt idx="1089">
                  <c:v>40242</c:v>
                </c:pt>
                <c:pt idx="1090">
                  <c:v>40245</c:v>
                </c:pt>
                <c:pt idx="1091">
                  <c:v>40246</c:v>
                </c:pt>
                <c:pt idx="1092">
                  <c:v>40247</c:v>
                </c:pt>
                <c:pt idx="1093">
                  <c:v>40248</c:v>
                </c:pt>
                <c:pt idx="1094">
                  <c:v>40249</c:v>
                </c:pt>
                <c:pt idx="1095">
                  <c:v>40252</c:v>
                </c:pt>
                <c:pt idx="1096">
                  <c:v>40253</c:v>
                </c:pt>
                <c:pt idx="1097">
                  <c:v>40254</c:v>
                </c:pt>
                <c:pt idx="1098">
                  <c:v>40255</c:v>
                </c:pt>
                <c:pt idx="1099">
                  <c:v>40256</c:v>
                </c:pt>
                <c:pt idx="1100">
                  <c:v>40259</c:v>
                </c:pt>
                <c:pt idx="1101">
                  <c:v>40260</c:v>
                </c:pt>
                <c:pt idx="1102">
                  <c:v>40261</c:v>
                </c:pt>
                <c:pt idx="1103">
                  <c:v>40262</c:v>
                </c:pt>
                <c:pt idx="1104">
                  <c:v>40263</c:v>
                </c:pt>
                <c:pt idx="1105">
                  <c:v>40266</c:v>
                </c:pt>
                <c:pt idx="1106">
                  <c:v>40267</c:v>
                </c:pt>
                <c:pt idx="1107">
                  <c:v>40268</c:v>
                </c:pt>
                <c:pt idx="1108">
                  <c:v>40269</c:v>
                </c:pt>
                <c:pt idx="1109">
                  <c:v>40270</c:v>
                </c:pt>
                <c:pt idx="1110">
                  <c:v>40273</c:v>
                </c:pt>
                <c:pt idx="1111">
                  <c:v>40274</c:v>
                </c:pt>
                <c:pt idx="1112">
                  <c:v>40275</c:v>
                </c:pt>
                <c:pt idx="1113">
                  <c:v>40276</c:v>
                </c:pt>
                <c:pt idx="1114">
                  <c:v>40277</c:v>
                </c:pt>
                <c:pt idx="1115">
                  <c:v>40280</c:v>
                </c:pt>
                <c:pt idx="1116">
                  <c:v>40281</c:v>
                </c:pt>
                <c:pt idx="1117">
                  <c:v>40282</c:v>
                </c:pt>
                <c:pt idx="1118">
                  <c:v>40283</c:v>
                </c:pt>
                <c:pt idx="1119">
                  <c:v>40284</c:v>
                </c:pt>
                <c:pt idx="1120">
                  <c:v>40287</c:v>
                </c:pt>
                <c:pt idx="1121">
                  <c:v>40288</c:v>
                </c:pt>
                <c:pt idx="1122">
                  <c:v>40289</c:v>
                </c:pt>
                <c:pt idx="1123">
                  <c:v>40290</c:v>
                </c:pt>
                <c:pt idx="1124">
                  <c:v>40291</c:v>
                </c:pt>
                <c:pt idx="1125">
                  <c:v>40294</c:v>
                </c:pt>
                <c:pt idx="1126">
                  <c:v>40295</c:v>
                </c:pt>
                <c:pt idx="1127">
                  <c:v>40296</c:v>
                </c:pt>
                <c:pt idx="1128">
                  <c:v>40297</c:v>
                </c:pt>
                <c:pt idx="1129">
                  <c:v>40298</c:v>
                </c:pt>
                <c:pt idx="1130">
                  <c:v>40301</c:v>
                </c:pt>
                <c:pt idx="1131">
                  <c:v>40302</c:v>
                </c:pt>
                <c:pt idx="1132">
                  <c:v>40303</c:v>
                </c:pt>
                <c:pt idx="1133">
                  <c:v>40304</c:v>
                </c:pt>
                <c:pt idx="1134">
                  <c:v>40305</c:v>
                </c:pt>
                <c:pt idx="1135">
                  <c:v>40308</c:v>
                </c:pt>
                <c:pt idx="1136">
                  <c:v>40309</c:v>
                </c:pt>
                <c:pt idx="1137">
                  <c:v>40310</c:v>
                </c:pt>
                <c:pt idx="1138">
                  <c:v>40311</c:v>
                </c:pt>
                <c:pt idx="1139">
                  <c:v>40312</c:v>
                </c:pt>
                <c:pt idx="1140">
                  <c:v>40315</c:v>
                </c:pt>
                <c:pt idx="1141">
                  <c:v>40316</c:v>
                </c:pt>
                <c:pt idx="1142">
                  <c:v>40317</c:v>
                </c:pt>
                <c:pt idx="1143">
                  <c:v>40318</c:v>
                </c:pt>
                <c:pt idx="1144">
                  <c:v>40319</c:v>
                </c:pt>
                <c:pt idx="1145">
                  <c:v>40322</c:v>
                </c:pt>
                <c:pt idx="1146">
                  <c:v>40323</c:v>
                </c:pt>
                <c:pt idx="1147">
                  <c:v>40324</c:v>
                </c:pt>
                <c:pt idx="1148">
                  <c:v>40325</c:v>
                </c:pt>
                <c:pt idx="1149">
                  <c:v>40326</c:v>
                </c:pt>
                <c:pt idx="1150">
                  <c:v>40329</c:v>
                </c:pt>
                <c:pt idx="1151">
                  <c:v>40330</c:v>
                </c:pt>
                <c:pt idx="1152">
                  <c:v>40331</c:v>
                </c:pt>
                <c:pt idx="1153">
                  <c:v>40332</c:v>
                </c:pt>
                <c:pt idx="1154">
                  <c:v>40333</c:v>
                </c:pt>
                <c:pt idx="1155">
                  <c:v>40336</c:v>
                </c:pt>
                <c:pt idx="1156">
                  <c:v>40337</c:v>
                </c:pt>
                <c:pt idx="1157">
                  <c:v>40338</c:v>
                </c:pt>
                <c:pt idx="1158">
                  <c:v>40339</c:v>
                </c:pt>
                <c:pt idx="1159">
                  <c:v>40340</c:v>
                </c:pt>
                <c:pt idx="1160">
                  <c:v>40343</c:v>
                </c:pt>
                <c:pt idx="1161">
                  <c:v>40344</c:v>
                </c:pt>
                <c:pt idx="1162">
                  <c:v>40345</c:v>
                </c:pt>
                <c:pt idx="1163">
                  <c:v>40346</c:v>
                </c:pt>
                <c:pt idx="1164">
                  <c:v>40347</c:v>
                </c:pt>
                <c:pt idx="1165">
                  <c:v>40350</c:v>
                </c:pt>
                <c:pt idx="1166">
                  <c:v>40351</c:v>
                </c:pt>
                <c:pt idx="1167">
                  <c:v>40352</c:v>
                </c:pt>
                <c:pt idx="1168">
                  <c:v>40353</c:v>
                </c:pt>
                <c:pt idx="1169">
                  <c:v>40354</c:v>
                </c:pt>
                <c:pt idx="1170">
                  <c:v>40357</c:v>
                </c:pt>
                <c:pt idx="1171">
                  <c:v>40358</c:v>
                </c:pt>
                <c:pt idx="1172">
                  <c:v>40359</c:v>
                </c:pt>
                <c:pt idx="1173">
                  <c:v>40360</c:v>
                </c:pt>
                <c:pt idx="1174">
                  <c:v>40361</c:v>
                </c:pt>
                <c:pt idx="1175">
                  <c:v>40364</c:v>
                </c:pt>
                <c:pt idx="1176">
                  <c:v>40365</c:v>
                </c:pt>
                <c:pt idx="1177">
                  <c:v>40366</c:v>
                </c:pt>
                <c:pt idx="1178">
                  <c:v>40367</c:v>
                </c:pt>
                <c:pt idx="1179">
                  <c:v>40368</c:v>
                </c:pt>
                <c:pt idx="1180">
                  <c:v>40371</c:v>
                </c:pt>
                <c:pt idx="1181">
                  <c:v>40372</c:v>
                </c:pt>
                <c:pt idx="1182">
                  <c:v>40373</c:v>
                </c:pt>
                <c:pt idx="1183">
                  <c:v>40374</c:v>
                </c:pt>
                <c:pt idx="1184">
                  <c:v>40375</c:v>
                </c:pt>
                <c:pt idx="1185">
                  <c:v>40378</c:v>
                </c:pt>
                <c:pt idx="1186">
                  <c:v>40379</c:v>
                </c:pt>
                <c:pt idx="1187">
                  <c:v>40380</c:v>
                </c:pt>
                <c:pt idx="1188">
                  <c:v>40381</c:v>
                </c:pt>
                <c:pt idx="1189">
                  <c:v>40382</c:v>
                </c:pt>
                <c:pt idx="1190">
                  <c:v>40385</c:v>
                </c:pt>
                <c:pt idx="1191">
                  <c:v>40386</c:v>
                </c:pt>
                <c:pt idx="1192">
                  <c:v>40387</c:v>
                </c:pt>
                <c:pt idx="1193">
                  <c:v>40388</c:v>
                </c:pt>
                <c:pt idx="1194">
                  <c:v>40389</c:v>
                </c:pt>
                <c:pt idx="1195">
                  <c:v>40392</c:v>
                </c:pt>
                <c:pt idx="1196">
                  <c:v>40393</c:v>
                </c:pt>
                <c:pt idx="1197">
                  <c:v>40394</c:v>
                </c:pt>
                <c:pt idx="1198">
                  <c:v>40395</c:v>
                </c:pt>
                <c:pt idx="1199">
                  <c:v>40396</c:v>
                </c:pt>
                <c:pt idx="1200">
                  <c:v>40399</c:v>
                </c:pt>
                <c:pt idx="1201">
                  <c:v>40400</c:v>
                </c:pt>
                <c:pt idx="1202">
                  <c:v>40401</c:v>
                </c:pt>
                <c:pt idx="1203">
                  <c:v>40402</c:v>
                </c:pt>
                <c:pt idx="1204">
                  <c:v>40403</c:v>
                </c:pt>
                <c:pt idx="1205">
                  <c:v>40406</c:v>
                </c:pt>
                <c:pt idx="1206">
                  <c:v>40407</c:v>
                </c:pt>
                <c:pt idx="1207">
                  <c:v>40408</c:v>
                </c:pt>
                <c:pt idx="1208">
                  <c:v>40409</c:v>
                </c:pt>
                <c:pt idx="1209">
                  <c:v>40410</c:v>
                </c:pt>
                <c:pt idx="1210">
                  <c:v>40413</c:v>
                </c:pt>
                <c:pt idx="1211">
                  <c:v>40414</c:v>
                </c:pt>
                <c:pt idx="1212">
                  <c:v>40415</c:v>
                </c:pt>
                <c:pt idx="1213">
                  <c:v>40416</c:v>
                </c:pt>
                <c:pt idx="1214">
                  <c:v>40417</c:v>
                </c:pt>
                <c:pt idx="1215">
                  <c:v>40420</c:v>
                </c:pt>
                <c:pt idx="1216">
                  <c:v>40421</c:v>
                </c:pt>
                <c:pt idx="1217">
                  <c:v>40422</c:v>
                </c:pt>
                <c:pt idx="1218">
                  <c:v>40423</c:v>
                </c:pt>
                <c:pt idx="1219">
                  <c:v>40424</c:v>
                </c:pt>
                <c:pt idx="1220">
                  <c:v>40427</c:v>
                </c:pt>
                <c:pt idx="1221">
                  <c:v>40428</c:v>
                </c:pt>
                <c:pt idx="1222">
                  <c:v>40429</c:v>
                </c:pt>
                <c:pt idx="1223">
                  <c:v>40430</c:v>
                </c:pt>
                <c:pt idx="1224">
                  <c:v>40431</c:v>
                </c:pt>
                <c:pt idx="1225">
                  <c:v>40434</c:v>
                </c:pt>
                <c:pt idx="1226">
                  <c:v>40435</c:v>
                </c:pt>
                <c:pt idx="1227">
                  <c:v>40436</c:v>
                </c:pt>
                <c:pt idx="1228">
                  <c:v>40437</c:v>
                </c:pt>
                <c:pt idx="1229">
                  <c:v>40438</c:v>
                </c:pt>
                <c:pt idx="1230">
                  <c:v>40441</c:v>
                </c:pt>
                <c:pt idx="1231">
                  <c:v>40442</c:v>
                </c:pt>
                <c:pt idx="1232">
                  <c:v>40443</c:v>
                </c:pt>
                <c:pt idx="1233">
                  <c:v>40444</c:v>
                </c:pt>
                <c:pt idx="1234">
                  <c:v>40445</c:v>
                </c:pt>
                <c:pt idx="1235">
                  <c:v>40448</c:v>
                </c:pt>
                <c:pt idx="1236">
                  <c:v>40449</c:v>
                </c:pt>
                <c:pt idx="1237">
                  <c:v>40450</c:v>
                </c:pt>
                <c:pt idx="1238">
                  <c:v>40451</c:v>
                </c:pt>
                <c:pt idx="1239">
                  <c:v>40452</c:v>
                </c:pt>
                <c:pt idx="1240">
                  <c:v>40455</c:v>
                </c:pt>
                <c:pt idx="1241">
                  <c:v>40456</c:v>
                </c:pt>
                <c:pt idx="1242">
                  <c:v>40457</c:v>
                </c:pt>
                <c:pt idx="1243">
                  <c:v>40458</c:v>
                </c:pt>
                <c:pt idx="1244">
                  <c:v>40459</c:v>
                </c:pt>
                <c:pt idx="1245">
                  <c:v>40462</c:v>
                </c:pt>
                <c:pt idx="1246">
                  <c:v>40463</c:v>
                </c:pt>
                <c:pt idx="1247">
                  <c:v>40464</c:v>
                </c:pt>
                <c:pt idx="1248">
                  <c:v>40465</c:v>
                </c:pt>
                <c:pt idx="1249">
                  <c:v>40466</c:v>
                </c:pt>
                <c:pt idx="1250">
                  <c:v>40469</c:v>
                </c:pt>
                <c:pt idx="1251">
                  <c:v>40470</c:v>
                </c:pt>
                <c:pt idx="1252">
                  <c:v>40471</c:v>
                </c:pt>
                <c:pt idx="1253">
                  <c:v>40472</c:v>
                </c:pt>
                <c:pt idx="1254">
                  <c:v>40473</c:v>
                </c:pt>
                <c:pt idx="1255">
                  <c:v>40476</c:v>
                </c:pt>
                <c:pt idx="1256">
                  <c:v>40477</c:v>
                </c:pt>
                <c:pt idx="1257">
                  <c:v>40478</c:v>
                </c:pt>
                <c:pt idx="1258">
                  <c:v>40479</c:v>
                </c:pt>
                <c:pt idx="1259">
                  <c:v>40480</c:v>
                </c:pt>
                <c:pt idx="1260">
                  <c:v>40483</c:v>
                </c:pt>
                <c:pt idx="1261">
                  <c:v>40484</c:v>
                </c:pt>
                <c:pt idx="1262">
                  <c:v>40485</c:v>
                </c:pt>
                <c:pt idx="1263">
                  <c:v>40486</c:v>
                </c:pt>
                <c:pt idx="1264">
                  <c:v>40487</c:v>
                </c:pt>
                <c:pt idx="1265">
                  <c:v>40490</c:v>
                </c:pt>
                <c:pt idx="1266">
                  <c:v>40491</c:v>
                </c:pt>
                <c:pt idx="1267">
                  <c:v>40492</c:v>
                </c:pt>
                <c:pt idx="1268">
                  <c:v>40493</c:v>
                </c:pt>
                <c:pt idx="1269">
                  <c:v>40494</c:v>
                </c:pt>
                <c:pt idx="1270">
                  <c:v>40497</c:v>
                </c:pt>
                <c:pt idx="1271">
                  <c:v>40498</c:v>
                </c:pt>
                <c:pt idx="1272">
                  <c:v>40499</c:v>
                </c:pt>
                <c:pt idx="1273">
                  <c:v>40500</c:v>
                </c:pt>
                <c:pt idx="1274">
                  <c:v>40501</c:v>
                </c:pt>
                <c:pt idx="1275">
                  <c:v>40504</c:v>
                </c:pt>
                <c:pt idx="1276">
                  <c:v>40505</c:v>
                </c:pt>
                <c:pt idx="1277">
                  <c:v>40506</c:v>
                </c:pt>
                <c:pt idx="1278">
                  <c:v>40507</c:v>
                </c:pt>
                <c:pt idx="1279">
                  <c:v>40508</c:v>
                </c:pt>
                <c:pt idx="1280">
                  <c:v>40511</c:v>
                </c:pt>
                <c:pt idx="1281">
                  <c:v>40512</c:v>
                </c:pt>
                <c:pt idx="1282">
                  <c:v>40513</c:v>
                </c:pt>
                <c:pt idx="1283">
                  <c:v>40514</c:v>
                </c:pt>
                <c:pt idx="1284">
                  <c:v>40515</c:v>
                </c:pt>
                <c:pt idx="1285">
                  <c:v>40518</c:v>
                </c:pt>
                <c:pt idx="1286">
                  <c:v>40519</c:v>
                </c:pt>
                <c:pt idx="1287">
                  <c:v>40520</c:v>
                </c:pt>
                <c:pt idx="1288">
                  <c:v>40521</c:v>
                </c:pt>
                <c:pt idx="1289">
                  <c:v>40522</c:v>
                </c:pt>
                <c:pt idx="1290">
                  <c:v>40525</c:v>
                </c:pt>
                <c:pt idx="1291">
                  <c:v>40526</c:v>
                </c:pt>
                <c:pt idx="1292">
                  <c:v>40527</c:v>
                </c:pt>
                <c:pt idx="1293">
                  <c:v>40528</c:v>
                </c:pt>
                <c:pt idx="1294">
                  <c:v>40529</c:v>
                </c:pt>
                <c:pt idx="1295">
                  <c:v>40532</c:v>
                </c:pt>
                <c:pt idx="1296">
                  <c:v>40533</c:v>
                </c:pt>
                <c:pt idx="1297">
                  <c:v>40534</c:v>
                </c:pt>
                <c:pt idx="1298">
                  <c:v>40535</c:v>
                </c:pt>
                <c:pt idx="1299">
                  <c:v>40536</c:v>
                </c:pt>
                <c:pt idx="1300">
                  <c:v>40539</c:v>
                </c:pt>
                <c:pt idx="1301">
                  <c:v>40540</c:v>
                </c:pt>
                <c:pt idx="1302">
                  <c:v>40541</c:v>
                </c:pt>
                <c:pt idx="1303">
                  <c:v>40542</c:v>
                </c:pt>
                <c:pt idx="1304">
                  <c:v>40543</c:v>
                </c:pt>
                <c:pt idx="1305">
                  <c:v>40546</c:v>
                </c:pt>
                <c:pt idx="1306">
                  <c:v>40547</c:v>
                </c:pt>
                <c:pt idx="1307">
                  <c:v>40548</c:v>
                </c:pt>
                <c:pt idx="1308">
                  <c:v>40549</c:v>
                </c:pt>
                <c:pt idx="1309">
                  <c:v>40550</c:v>
                </c:pt>
                <c:pt idx="1310">
                  <c:v>40553</c:v>
                </c:pt>
                <c:pt idx="1311">
                  <c:v>40554</c:v>
                </c:pt>
                <c:pt idx="1312">
                  <c:v>40555</c:v>
                </c:pt>
                <c:pt idx="1313">
                  <c:v>40556</c:v>
                </c:pt>
                <c:pt idx="1314">
                  <c:v>40557</c:v>
                </c:pt>
                <c:pt idx="1315">
                  <c:v>40560</c:v>
                </c:pt>
                <c:pt idx="1316">
                  <c:v>40561</c:v>
                </c:pt>
                <c:pt idx="1317">
                  <c:v>40562</c:v>
                </c:pt>
                <c:pt idx="1318">
                  <c:v>40563</c:v>
                </c:pt>
                <c:pt idx="1319">
                  <c:v>40564</c:v>
                </c:pt>
                <c:pt idx="1320">
                  <c:v>40567</c:v>
                </c:pt>
                <c:pt idx="1321">
                  <c:v>40568</c:v>
                </c:pt>
                <c:pt idx="1322">
                  <c:v>40569</c:v>
                </c:pt>
                <c:pt idx="1323">
                  <c:v>40570</c:v>
                </c:pt>
                <c:pt idx="1324">
                  <c:v>40571</c:v>
                </c:pt>
                <c:pt idx="1325">
                  <c:v>40574</c:v>
                </c:pt>
                <c:pt idx="1326">
                  <c:v>40575</c:v>
                </c:pt>
                <c:pt idx="1327">
                  <c:v>40576</c:v>
                </c:pt>
                <c:pt idx="1328">
                  <c:v>40577</c:v>
                </c:pt>
                <c:pt idx="1329">
                  <c:v>40578</c:v>
                </c:pt>
                <c:pt idx="1330">
                  <c:v>40581</c:v>
                </c:pt>
                <c:pt idx="1331">
                  <c:v>40582</c:v>
                </c:pt>
                <c:pt idx="1332">
                  <c:v>40583</c:v>
                </c:pt>
                <c:pt idx="1333">
                  <c:v>40584</c:v>
                </c:pt>
                <c:pt idx="1334">
                  <c:v>40585</c:v>
                </c:pt>
                <c:pt idx="1335">
                  <c:v>40588</c:v>
                </c:pt>
                <c:pt idx="1336">
                  <c:v>40589</c:v>
                </c:pt>
                <c:pt idx="1337">
                  <c:v>40590</c:v>
                </c:pt>
                <c:pt idx="1338">
                  <c:v>40591</c:v>
                </c:pt>
                <c:pt idx="1339">
                  <c:v>40592</c:v>
                </c:pt>
                <c:pt idx="1340">
                  <c:v>40595</c:v>
                </c:pt>
                <c:pt idx="1341">
                  <c:v>40596</c:v>
                </c:pt>
                <c:pt idx="1342">
                  <c:v>40597</c:v>
                </c:pt>
                <c:pt idx="1343">
                  <c:v>40598</c:v>
                </c:pt>
                <c:pt idx="1344">
                  <c:v>40599</c:v>
                </c:pt>
                <c:pt idx="1345">
                  <c:v>40602</c:v>
                </c:pt>
                <c:pt idx="1346">
                  <c:v>40603</c:v>
                </c:pt>
                <c:pt idx="1347">
                  <c:v>40604</c:v>
                </c:pt>
                <c:pt idx="1348">
                  <c:v>40605</c:v>
                </c:pt>
                <c:pt idx="1349">
                  <c:v>40606</c:v>
                </c:pt>
                <c:pt idx="1350">
                  <c:v>40609</c:v>
                </c:pt>
                <c:pt idx="1351">
                  <c:v>40610</c:v>
                </c:pt>
                <c:pt idx="1352">
                  <c:v>40611</c:v>
                </c:pt>
                <c:pt idx="1353">
                  <c:v>40612</c:v>
                </c:pt>
                <c:pt idx="1354">
                  <c:v>40613</c:v>
                </c:pt>
                <c:pt idx="1355">
                  <c:v>40616</c:v>
                </c:pt>
                <c:pt idx="1356">
                  <c:v>40617</c:v>
                </c:pt>
                <c:pt idx="1357">
                  <c:v>40618</c:v>
                </c:pt>
                <c:pt idx="1358">
                  <c:v>40619</c:v>
                </c:pt>
                <c:pt idx="1359">
                  <c:v>40620</c:v>
                </c:pt>
                <c:pt idx="1360">
                  <c:v>40623</c:v>
                </c:pt>
                <c:pt idx="1361">
                  <c:v>40624</c:v>
                </c:pt>
                <c:pt idx="1362">
                  <c:v>40625</c:v>
                </c:pt>
                <c:pt idx="1363">
                  <c:v>40626</c:v>
                </c:pt>
                <c:pt idx="1364">
                  <c:v>40627</c:v>
                </c:pt>
                <c:pt idx="1365">
                  <c:v>40630</c:v>
                </c:pt>
                <c:pt idx="1366">
                  <c:v>40631</c:v>
                </c:pt>
                <c:pt idx="1367">
                  <c:v>40632</c:v>
                </c:pt>
                <c:pt idx="1368">
                  <c:v>40633</c:v>
                </c:pt>
                <c:pt idx="1369">
                  <c:v>40634</c:v>
                </c:pt>
                <c:pt idx="1370">
                  <c:v>40637</c:v>
                </c:pt>
                <c:pt idx="1371">
                  <c:v>40638</c:v>
                </c:pt>
                <c:pt idx="1372">
                  <c:v>40639</c:v>
                </c:pt>
                <c:pt idx="1373">
                  <c:v>40640</c:v>
                </c:pt>
                <c:pt idx="1374">
                  <c:v>40641</c:v>
                </c:pt>
                <c:pt idx="1375">
                  <c:v>40644</c:v>
                </c:pt>
                <c:pt idx="1376">
                  <c:v>40645</c:v>
                </c:pt>
                <c:pt idx="1377">
                  <c:v>40646</c:v>
                </c:pt>
                <c:pt idx="1378">
                  <c:v>40647</c:v>
                </c:pt>
                <c:pt idx="1379">
                  <c:v>40648</c:v>
                </c:pt>
                <c:pt idx="1380">
                  <c:v>40651</c:v>
                </c:pt>
                <c:pt idx="1381">
                  <c:v>40652</c:v>
                </c:pt>
                <c:pt idx="1382">
                  <c:v>40653</c:v>
                </c:pt>
                <c:pt idx="1383">
                  <c:v>40654</c:v>
                </c:pt>
                <c:pt idx="1384">
                  <c:v>40655</c:v>
                </c:pt>
                <c:pt idx="1385">
                  <c:v>40658</c:v>
                </c:pt>
                <c:pt idx="1386">
                  <c:v>40659</c:v>
                </c:pt>
                <c:pt idx="1387">
                  <c:v>40660</c:v>
                </c:pt>
                <c:pt idx="1388">
                  <c:v>40661</c:v>
                </c:pt>
                <c:pt idx="1389">
                  <c:v>40662</c:v>
                </c:pt>
                <c:pt idx="1390">
                  <c:v>40665</c:v>
                </c:pt>
                <c:pt idx="1391">
                  <c:v>40666</c:v>
                </c:pt>
                <c:pt idx="1392">
                  <c:v>40667</c:v>
                </c:pt>
                <c:pt idx="1393">
                  <c:v>40668</c:v>
                </c:pt>
                <c:pt idx="1394">
                  <c:v>40669</c:v>
                </c:pt>
                <c:pt idx="1395">
                  <c:v>40672</c:v>
                </c:pt>
                <c:pt idx="1396">
                  <c:v>40673</c:v>
                </c:pt>
                <c:pt idx="1397">
                  <c:v>40674</c:v>
                </c:pt>
                <c:pt idx="1398">
                  <c:v>40675</c:v>
                </c:pt>
                <c:pt idx="1399">
                  <c:v>40676</c:v>
                </c:pt>
                <c:pt idx="1400">
                  <c:v>40679</c:v>
                </c:pt>
                <c:pt idx="1401">
                  <c:v>40680</c:v>
                </c:pt>
                <c:pt idx="1402">
                  <c:v>40681</c:v>
                </c:pt>
                <c:pt idx="1403">
                  <c:v>40682</c:v>
                </c:pt>
                <c:pt idx="1404">
                  <c:v>40683</c:v>
                </c:pt>
                <c:pt idx="1405">
                  <c:v>40686</c:v>
                </c:pt>
                <c:pt idx="1406">
                  <c:v>40687</c:v>
                </c:pt>
                <c:pt idx="1407">
                  <c:v>40688</c:v>
                </c:pt>
                <c:pt idx="1408">
                  <c:v>40689</c:v>
                </c:pt>
                <c:pt idx="1409">
                  <c:v>40690</c:v>
                </c:pt>
                <c:pt idx="1410">
                  <c:v>40693</c:v>
                </c:pt>
                <c:pt idx="1411">
                  <c:v>40694</c:v>
                </c:pt>
                <c:pt idx="1412">
                  <c:v>40695</c:v>
                </c:pt>
                <c:pt idx="1413">
                  <c:v>40696</c:v>
                </c:pt>
                <c:pt idx="1414">
                  <c:v>40697</c:v>
                </c:pt>
                <c:pt idx="1415">
                  <c:v>40700</c:v>
                </c:pt>
                <c:pt idx="1416">
                  <c:v>40701</c:v>
                </c:pt>
                <c:pt idx="1417">
                  <c:v>40702</c:v>
                </c:pt>
                <c:pt idx="1418">
                  <c:v>40703</c:v>
                </c:pt>
                <c:pt idx="1419">
                  <c:v>40704</c:v>
                </c:pt>
                <c:pt idx="1420">
                  <c:v>40707</c:v>
                </c:pt>
                <c:pt idx="1421">
                  <c:v>40708</c:v>
                </c:pt>
                <c:pt idx="1422">
                  <c:v>40709</c:v>
                </c:pt>
                <c:pt idx="1423">
                  <c:v>40710</c:v>
                </c:pt>
                <c:pt idx="1424">
                  <c:v>40711</c:v>
                </c:pt>
                <c:pt idx="1425">
                  <c:v>40714</c:v>
                </c:pt>
                <c:pt idx="1426">
                  <c:v>40715</c:v>
                </c:pt>
                <c:pt idx="1427">
                  <c:v>40716</c:v>
                </c:pt>
                <c:pt idx="1428">
                  <c:v>40717</c:v>
                </c:pt>
                <c:pt idx="1429">
                  <c:v>40718</c:v>
                </c:pt>
                <c:pt idx="1430">
                  <c:v>40721</c:v>
                </c:pt>
                <c:pt idx="1431">
                  <c:v>40722</c:v>
                </c:pt>
                <c:pt idx="1432">
                  <c:v>40723</c:v>
                </c:pt>
                <c:pt idx="1433">
                  <c:v>40724</c:v>
                </c:pt>
                <c:pt idx="1434">
                  <c:v>40725</c:v>
                </c:pt>
                <c:pt idx="1435">
                  <c:v>40728</c:v>
                </c:pt>
                <c:pt idx="1436">
                  <c:v>40729</c:v>
                </c:pt>
                <c:pt idx="1437">
                  <c:v>40730</c:v>
                </c:pt>
                <c:pt idx="1438">
                  <c:v>40731</c:v>
                </c:pt>
                <c:pt idx="1439">
                  <c:v>40732</c:v>
                </c:pt>
                <c:pt idx="1440">
                  <c:v>40735</c:v>
                </c:pt>
                <c:pt idx="1441">
                  <c:v>40736</c:v>
                </c:pt>
                <c:pt idx="1442">
                  <c:v>40737</c:v>
                </c:pt>
                <c:pt idx="1443">
                  <c:v>40738</c:v>
                </c:pt>
                <c:pt idx="1444">
                  <c:v>40739</c:v>
                </c:pt>
                <c:pt idx="1445">
                  <c:v>40742</c:v>
                </c:pt>
                <c:pt idx="1446">
                  <c:v>40743</c:v>
                </c:pt>
                <c:pt idx="1447">
                  <c:v>40744</c:v>
                </c:pt>
                <c:pt idx="1448">
                  <c:v>40745</c:v>
                </c:pt>
                <c:pt idx="1449">
                  <c:v>40746</c:v>
                </c:pt>
                <c:pt idx="1450">
                  <c:v>40749</c:v>
                </c:pt>
                <c:pt idx="1451">
                  <c:v>40750</c:v>
                </c:pt>
                <c:pt idx="1452">
                  <c:v>40751</c:v>
                </c:pt>
                <c:pt idx="1453">
                  <c:v>40752</c:v>
                </c:pt>
                <c:pt idx="1454">
                  <c:v>40753</c:v>
                </c:pt>
                <c:pt idx="1455">
                  <c:v>40756</c:v>
                </c:pt>
                <c:pt idx="1456">
                  <c:v>40757</c:v>
                </c:pt>
                <c:pt idx="1457">
                  <c:v>40758</c:v>
                </c:pt>
                <c:pt idx="1458">
                  <c:v>40759</c:v>
                </c:pt>
                <c:pt idx="1459">
                  <c:v>40760</c:v>
                </c:pt>
                <c:pt idx="1460">
                  <c:v>40763</c:v>
                </c:pt>
                <c:pt idx="1461">
                  <c:v>40764</c:v>
                </c:pt>
                <c:pt idx="1462">
                  <c:v>40765</c:v>
                </c:pt>
                <c:pt idx="1463">
                  <c:v>40766</c:v>
                </c:pt>
                <c:pt idx="1464">
                  <c:v>40767</c:v>
                </c:pt>
                <c:pt idx="1465">
                  <c:v>40770</c:v>
                </c:pt>
                <c:pt idx="1466">
                  <c:v>40771</c:v>
                </c:pt>
                <c:pt idx="1467">
                  <c:v>40772</c:v>
                </c:pt>
                <c:pt idx="1468">
                  <c:v>40773</c:v>
                </c:pt>
                <c:pt idx="1469">
                  <c:v>40774</c:v>
                </c:pt>
                <c:pt idx="1470">
                  <c:v>40777</c:v>
                </c:pt>
                <c:pt idx="1471">
                  <c:v>40778</c:v>
                </c:pt>
                <c:pt idx="1472">
                  <c:v>40779</c:v>
                </c:pt>
                <c:pt idx="1473">
                  <c:v>40780</c:v>
                </c:pt>
                <c:pt idx="1474">
                  <c:v>40781</c:v>
                </c:pt>
                <c:pt idx="1475">
                  <c:v>40784</c:v>
                </c:pt>
                <c:pt idx="1476">
                  <c:v>40785</c:v>
                </c:pt>
                <c:pt idx="1477">
                  <c:v>40786</c:v>
                </c:pt>
                <c:pt idx="1478">
                  <c:v>40787</c:v>
                </c:pt>
                <c:pt idx="1479">
                  <c:v>40788</c:v>
                </c:pt>
                <c:pt idx="1480">
                  <c:v>40791</c:v>
                </c:pt>
                <c:pt idx="1481">
                  <c:v>40792</c:v>
                </c:pt>
                <c:pt idx="1482">
                  <c:v>40793</c:v>
                </c:pt>
                <c:pt idx="1483">
                  <c:v>40794</c:v>
                </c:pt>
                <c:pt idx="1484">
                  <c:v>40795</c:v>
                </c:pt>
                <c:pt idx="1485">
                  <c:v>40798</c:v>
                </c:pt>
                <c:pt idx="1486">
                  <c:v>40799</c:v>
                </c:pt>
                <c:pt idx="1487">
                  <c:v>40800</c:v>
                </c:pt>
                <c:pt idx="1488">
                  <c:v>40801</c:v>
                </c:pt>
                <c:pt idx="1489">
                  <c:v>40802</c:v>
                </c:pt>
                <c:pt idx="1490">
                  <c:v>40805</c:v>
                </c:pt>
                <c:pt idx="1491">
                  <c:v>40806</c:v>
                </c:pt>
                <c:pt idx="1492">
                  <c:v>40807</c:v>
                </c:pt>
                <c:pt idx="1493">
                  <c:v>40808</c:v>
                </c:pt>
                <c:pt idx="1494">
                  <c:v>40809</c:v>
                </c:pt>
                <c:pt idx="1495">
                  <c:v>40812</c:v>
                </c:pt>
                <c:pt idx="1496">
                  <c:v>40813</c:v>
                </c:pt>
                <c:pt idx="1497">
                  <c:v>40814</c:v>
                </c:pt>
                <c:pt idx="1498">
                  <c:v>40815</c:v>
                </c:pt>
                <c:pt idx="1499">
                  <c:v>40816</c:v>
                </c:pt>
                <c:pt idx="1500">
                  <c:v>40819</c:v>
                </c:pt>
                <c:pt idx="1501">
                  <c:v>40820</c:v>
                </c:pt>
                <c:pt idx="1502">
                  <c:v>40821</c:v>
                </c:pt>
                <c:pt idx="1503">
                  <c:v>40822</c:v>
                </c:pt>
                <c:pt idx="1504">
                  <c:v>40823</c:v>
                </c:pt>
                <c:pt idx="1505">
                  <c:v>40826</c:v>
                </c:pt>
                <c:pt idx="1506">
                  <c:v>40827</c:v>
                </c:pt>
                <c:pt idx="1507">
                  <c:v>40828</c:v>
                </c:pt>
                <c:pt idx="1508">
                  <c:v>40829</c:v>
                </c:pt>
                <c:pt idx="1509">
                  <c:v>40830</c:v>
                </c:pt>
                <c:pt idx="1510">
                  <c:v>40833</c:v>
                </c:pt>
                <c:pt idx="1511">
                  <c:v>40834</c:v>
                </c:pt>
                <c:pt idx="1512">
                  <c:v>40835</c:v>
                </c:pt>
                <c:pt idx="1513">
                  <c:v>40836</c:v>
                </c:pt>
                <c:pt idx="1514">
                  <c:v>40837</c:v>
                </c:pt>
                <c:pt idx="1515">
                  <c:v>40840</c:v>
                </c:pt>
                <c:pt idx="1516">
                  <c:v>40841</c:v>
                </c:pt>
                <c:pt idx="1517">
                  <c:v>40842</c:v>
                </c:pt>
                <c:pt idx="1518">
                  <c:v>40843</c:v>
                </c:pt>
                <c:pt idx="1519">
                  <c:v>40844</c:v>
                </c:pt>
                <c:pt idx="1520">
                  <c:v>40847</c:v>
                </c:pt>
                <c:pt idx="1521">
                  <c:v>40848</c:v>
                </c:pt>
                <c:pt idx="1522">
                  <c:v>40849</c:v>
                </c:pt>
                <c:pt idx="1523">
                  <c:v>40850</c:v>
                </c:pt>
                <c:pt idx="1524">
                  <c:v>40851</c:v>
                </c:pt>
                <c:pt idx="1525">
                  <c:v>40854</c:v>
                </c:pt>
                <c:pt idx="1526">
                  <c:v>40855</c:v>
                </c:pt>
                <c:pt idx="1527">
                  <c:v>40856</c:v>
                </c:pt>
                <c:pt idx="1528">
                  <c:v>40857</c:v>
                </c:pt>
                <c:pt idx="1529">
                  <c:v>40858</c:v>
                </c:pt>
                <c:pt idx="1530">
                  <c:v>40861</c:v>
                </c:pt>
                <c:pt idx="1531">
                  <c:v>40862</c:v>
                </c:pt>
                <c:pt idx="1532">
                  <c:v>40863</c:v>
                </c:pt>
                <c:pt idx="1533">
                  <c:v>40864</c:v>
                </c:pt>
                <c:pt idx="1534">
                  <c:v>40865</c:v>
                </c:pt>
                <c:pt idx="1535">
                  <c:v>40868</c:v>
                </c:pt>
                <c:pt idx="1536">
                  <c:v>40869</c:v>
                </c:pt>
                <c:pt idx="1537">
                  <c:v>40870</c:v>
                </c:pt>
                <c:pt idx="1538">
                  <c:v>40871</c:v>
                </c:pt>
                <c:pt idx="1539">
                  <c:v>40872</c:v>
                </c:pt>
                <c:pt idx="1540">
                  <c:v>40875</c:v>
                </c:pt>
                <c:pt idx="1541">
                  <c:v>40876</c:v>
                </c:pt>
                <c:pt idx="1542">
                  <c:v>40877</c:v>
                </c:pt>
                <c:pt idx="1543">
                  <c:v>40878</c:v>
                </c:pt>
                <c:pt idx="1544">
                  <c:v>40879</c:v>
                </c:pt>
                <c:pt idx="1545">
                  <c:v>40882</c:v>
                </c:pt>
                <c:pt idx="1546">
                  <c:v>40883</c:v>
                </c:pt>
                <c:pt idx="1547">
                  <c:v>40884</c:v>
                </c:pt>
                <c:pt idx="1548">
                  <c:v>40885</c:v>
                </c:pt>
                <c:pt idx="1549">
                  <c:v>40886</c:v>
                </c:pt>
                <c:pt idx="1550">
                  <c:v>40889</c:v>
                </c:pt>
                <c:pt idx="1551">
                  <c:v>40890</c:v>
                </c:pt>
                <c:pt idx="1552">
                  <c:v>40891</c:v>
                </c:pt>
                <c:pt idx="1553">
                  <c:v>40892</c:v>
                </c:pt>
                <c:pt idx="1554">
                  <c:v>40893</c:v>
                </c:pt>
                <c:pt idx="1555">
                  <c:v>40896</c:v>
                </c:pt>
                <c:pt idx="1556">
                  <c:v>40897</c:v>
                </c:pt>
                <c:pt idx="1557">
                  <c:v>40898</c:v>
                </c:pt>
                <c:pt idx="1558">
                  <c:v>40899</c:v>
                </c:pt>
                <c:pt idx="1559">
                  <c:v>40900</c:v>
                </c:pt>
                <c:pt idx="1560">
                  <c:v>40903</c:v>
                </c:pt>
                <c:pt idx="1561">
                  <c:v>40904</c:v>
                </c:pt>
                <c:pt idx="1562">
                  <c:v>40905</c:v>
                </c:pt>
                <c:pt idx="1563">
                  <c:v>40906</c:v>
                </c:pt>
                <c:pt idx="1564">
                  <c:v>40907</c:v>
                </c:pt>
                <c:pt idx="1565">
                  <c:v>40910</c:v>
                </c:pt>
                <c:pt idx="1566">
                  <c:v>40911</c:v>
                </c:pt>
                <c:pt idx="1567">
                  <c:v>40912</c:v>
                </c:pt>
                <c:pt idx="1568">
                  <c:v>40913</c:v>
                </c:pt>
                <c:pt idx="1569">
                  <c:v>40914</c:v>
                </c:pt>
                <c:pt idx="1570">
                  <c:v>40917</c:v>
                </c:pt>
                <c:pt idx="1571">
                  <c:v>40918</c:v>
                </c:pt>
                <c:pt idx="1572">
                  <c:v>40919</c:v>
                </c:pt>
                <c:pt idx="1573">
                  <c:v>40920</c:v>
                </c:pt>
                <c:pt idx="1574">
                  <c:v>40921</c:v>
                </c:pt>
                <c:pt idx="1575">
                  <c:v>40924</c:v>
                </c:pt>
                <c:pt idx="1576">
                  <c:v>40925</c:v>
                </c:pt>
                <c:pt idx="1577">
                  <c:v>40926</c:v>
                </c:pt>
                <c:pt idx="1578">
                  <c:v>40927</c:v>
                </c:pt>
                <c:pt idx="1579">
                  <c:v>40928</c:v>
                </c:pt>
                <c:pt idx="1580">
                  <c:v>40931</c:v>
                </c:pt>
                <c:pt idx="1581">
                  <c:v>40932</c:v>
                </c:pt>
                <c:pt idx="1582">
                  <c:v>40933</c:v>
                </c:pt>
                <c:pt idx="1583">
                  <c:v>40934</c:v>
                </c:pt>
                <c:pt idx="1584">
                  <c:v>40935</c:v>
                </c:pt>
                <c:pt idx="1585">
                  <c:v>40938</c:v>
                </c:pt>
                <c:pt idx="1586">
                  <c:v>40939</c:v>
                </c:pt>
                <c:pt idx="1587">
                  <c:v>40940</c:v>
                </c:pt>
                <c:pt idx="1588">
                  <c:v>40941</c:v>
                </c:pt>
                <c:pt idx="1589">
                  <c:v>40942</c:v>
                </c:pt>
                <c:pt idx="1590">
                  <c:v>40945</c:v>
                </c:pt>
                <c:pt idx="1591">
                  <c:v>40946</c:v>
                </c:pt>
                <c:pt idx="1592">
                  <c:v>40947</c:v>
                </c:pt>
                <c:pt idx="1593">
                  <c:v>40948</c:v>
                </c:pt>
                <c:pt idx="1594">
                  <c:v>40949</c:v>
                </c:pt>
                <c:pt idx="1595">
                  <c:v>40952</c:v>
                </c:pt>
                <c:pt idx="1596">
                  <c:v>40953</c:v>
                </c:pt>
                <c:pt idx="1597">
                  <c:v>40954</c:v>
                </c:pt>
                <c:pt idx="1598">
                  <c:v>40955</c:v>
                </c:pt>
                <c:pt idx="1599">
                  <c:v>40956</c:v>
                </c:pt>
                <c:pt idx="1600">
                  <c:v>40959</c:v>
                </c:pt>
                <c:pt idx="1601">
                  <c:v>40960</c:v>
                </c:pt>
                <c:pt idx="1602">
                  <c:v>40961</c:v>
                </c:pt>
                <c:pt idx="1603">
                  <c:v>40962</c:v>
                </c:pt>
                <c:pt idx="1604">
                  <c:v>40963</c:v>
                </c:pt>
                <c:pt idx="1605">
                  <c:v>40966</c:v>
                </c:pt>
                <c:pt idx="1606">
                  <c:v>40967</c:v>
                </c:pt>
                <c:pt idx="1607">
                  <c:v>40968</c:v>
                </c:pt>
                <c:pt idx="1608">
                  <c:v>40969</c:v>
                </c:pt>
                <c:pt idx="1609">
                  <c:v>40970</c:v>
                </c:pt>
                <c:pt idx="1610">
                  <c:v>40973</c:v>
                </c:pt>
                <c:pt idx="1611">
                  <c:v>40974</c:v>
                </c:pt>
                <c:pt idx="1612">
                  <c:v>40975</c:v>
                </c:pt>
                <c:pt idx="1613">
                  <c:v>40976</c:v>
                </c:pt>
                <c:pt idx="1614">
                  <c:v>40977</c:v>
                </c:pt>
                <c:pt idx="1615">
                  <c:v>40980</c:v>
                </c:pt>
                <c:pt idx="1616">
                  <c:v>40981</c:v>
                </c:pt>
                <c:pt idx="1617">
                  <c:v>40982</c:v>
                </c:pt>
                <c:pt idx="1618">
                  <c:v>40983</c:v>
                </c:pt>
                <c:pt idx="1619">
                  <c:v>40984</c:v>
                </c:pt>
                <c:pt idx="1620">
                  <c:v>40987</c:v>
                </c:pt>
                <c:pt idx="1621">
                  <c:v>40988</c:v>
                </c:pt>
                <c:pt idx="1622">
                  <c:v>40989</c:v>
                </c:pt>
                <c:pt idx="1623">
                  <c:v>40990</c:v>
                </c:pt>
                <c:pt idx="1624">
                  <c:v>40991</c:v>
                </c:pt>
                <c:pt idx="1625">
                  <c:v>40994</c:v>
                </c:pt>
                <c:pt idx="1626">
                  <c:v>40995</c:v>
                </c:pt>
                <c:pt idx="1627">
                  <c:v>40996</c:v>
                </c:pt>
                <c:pt idx="1628">
                  <c:v>40997</c:v>
                </c:pt>
                <c:pt idx="1629">
                  <c:v>40998</c:v>
                </c:pt>
                <c:pt idx="1630">
                  <c:v>41001</c:v>
                </c:pt>
                <c:pt idx="1631">
                  <c:v>41002</c:v>
                </c:pt>
                <c:pt idx="1632">
                  <c:v>41003</c:v>
                </c:pt>
                <c:pt idx="1633">
                  <c:v>41004</c:v>
                </c:pt>
                <c:pt idx="1634">
                  <c:v>41005</c:v>
                </c:pt>
                <c:pt idx="1635">
                  <c:v>41008</c:v>
                </c:pt>
                <c:pt idx="1636">
                  <c:v>41009</c:v>
                </c:pt>
                <c:pt idx="1637">
                  <c:v>41010</c:v>
                </c:pt>
                <c:pt idx="1638">
                  <c:v>41011</c:v>
                </c:pt>
                <c:pt idx="1639">
                  <c:v>41012</c:v>
                </c:pt>
                <c:pt idx="1640">
                  <c:v>41015</c:v>
                </c:pt>
                <c:pt idx="1641">
                  <c:v>41016</c:v>
                </c:pt>
                <c:pt idx="1642">
                  <c:v>41017</c:v>
                </c:pt>
                <c:pt idx="1643">
                  <c:v>41018</c:v>
                </c:pt>
                <c:pt idx="1644">
                  <c:v>41019</c:v>
                </c:pt>
                <c:pt idx="1645">
                  <c:v>41022</c:v>
                </c:pt>
                <c:pt idx="1646">
                  <c:v>41023</c:v>
                </c:pt>
                <c:pt idx="1647">
                  <c:v>41024</c:v>
                </c:pt>
                <c:pt idx="1648">
                  <c:v>41025</c:v>
                </c:pt>
                <c:pt idx="1649">
                  <c:v>41026</c:v>
                </c:pt>
                <c:pt idx="1650">
                  <c:v>41029</c:v>
                </c:pt>
                <c:pt idx="1651">
                  <c:v>41030</c:v>
                </c:pt>
                <c:pt idx="1652">
                  <c:v>41031</c:v>
                </c:pt>
                <c:pt idx="1653">
                  <c:v>41032</c:v>
                </c:pt>
                <c:pt idx="1654">
                  <c:v>41033</c:v>
                </c:pt>
                <c:pt idx="1655">
                  <c:v>41036</c:v>
                </c:pt>
                <c:pt idx="1656">
                  <c:v>41037</c:v>
                </c:pt>
                <c:pt idx="1657">
                  <c:v>41038</c:v>
                </c:pt>
                <c:pt idx="1658">
                  <c:v>41039</c:v>
                </c:pt>
                <c:pt idx="1659">
                  <c:v>41040</c:v>
                </c:pt>
                <c:pt idx="1660">
                  <c:v>41043</c:v>
                </c:pt>
                <c:pt idx="1661">
                  <c:v>41044</c:v>
                </c:pt>
                <c:pt idx="1662">
                  <c:v>41045</c:v>
                </c:pt>
                <c:pt idx="1663">
                  <c:v>41046</c:v>
                </c:pt>
                <c:pt idx="1664">
                  <c:v>41047</c:v>
                </c:pt>
                <c:pt idx="1665">
                  <c:v>41050</c:v>
                </c:pt>
                <c:pt idx="1666">
                  <c:v>41051</c:v>
                </c:pt>
                <c:pt idx="1667">
                  <c:v>41052</c:v>
                </c:pt>
                <c:pt idx="1668">
                  <c:v>41053</c:v>
                </c:pt>
                <c:pt idx="1669">
                  <c:v>41054</c:v>
                </c:pt>
                <c:pt idx="1670">
                  <c:v>41057</c:v>
                </c:pt>
                <c:pt idx="1671">
                  <c:v>41058</c:v>
                </c:pt>
                <c:pt idx="1672">
                  <c:v>41059</c:v>
                </c:pt>
                <c:pt idx="1673">
                  <c:v>41060</c:v>
                </c:pt>
                <c:pt idx="1674">
                  <c:v>41061</c:v>
                </c:pt>
                <c:pt idx="1675">
                  <c:v>41064</c:v>
                </c:pt>
                <c:pt idx="1676">
                  <c:v>41065</c:v>
                </c:pt>
                <c:pt idx="1677">
                  <c:v>41066</c:v>
                </c:pt>
                <c:pt idx="1678">
                  <c:v>41067</c:v>
                </c:pt>
                <c:pt idx="1679">
                  <c:v>41068</c:v>
                </c:pt>
                <c:pt idx="1680">
                  <c:v>41071</c:v>
                </c:pt>
                <c:pt idx="1681">
                  <c:v>41072</c:v>
                </c:pt>
                <c:pt idx="1682">
                  <c:v>41073</c:v>
                </c:pt>
                <c:pt idx="1683">
                  <c:v>41074</c:v>
                </c:pt>
                <c:pt idx="1684">
                  <c:v>41075</c:v>
                </c:pt>
                <c:pt idx="1685">
                  <c:v>41078</c:v>
                </c:pt>
                <c:pt idx="1686">
                  <c:v>41079</c:v>
                </c:pt>
                <c:pt idx="1687">
                  <c:v>41080</c:v>
                </c:pt>
                <c:pt idx="1688">
                  <c:v>41081</c:v>
                </c:pt>
                <c:pt idx="1689">
                  <c:v>41082</c:v>
                </c:pt>
                <c:pt idx="1690">
                  <c:v>41085</c:v>
                </c:pt>
                <c:pt idx="1691">
                  <c:v>41086</c:v>
                </c:pt>
                <c:pt idx="1692">
                  <c:v>41087</c:v>
                </c:pt>
                <c:pt idx="1693">
                  <c:v>41088</c:v>
                </c:pt>
                <c:pt idx="1694">
                  <c:v>41089</c:v>
                </c:pt>
                <c:pt idx="1695">
                  <c:v>41092</c:v>
                </c:pt>
                <c:pt idx="1696">
                  <c:v>41093</c:v>
                </c:pt>
                <c:pt idx="1697">
                  <c:v>41094</c:v>
                </c:pt>
                <c:pt idx="1698">
                  <c:v>41095</c:v>
                </c:pt>
                <c:pt idx="1699">
                  <c:v>41096</c:v>
                </c:pt>
                <c:pt idx="1700">
                  <c:v>41099</c:v>
                </c:pt>
                <c:pt idx="1701">
                  <c:v>41100</c:v>
                </c:pt>
                <c:pt idx="1702">
                  <c:v>41101</c:v>
                </c:pt>
                <c:pt idx="1703">
                  <c:v>41102</c:v>
                </c:pt>
                <c:pt idx="1704">
                  <c:v>41103</c:v>
                </c:pt>
                <c:pt idx="1705">
                  <c:v>41106</c:v>
                </c:pt>
                <c:pt idx="1706">
                  <c:v>41107</c:v>
                </c:pt>
                <c:pt idx="1707">
                  <c:v>41108</c:v>
                </c:pt>
                <c:pt idx="1708">
                  <c:v>41109</c:v>
                </c:pt>
                <c:pt idx="1709">
                  <c:v>41110</c:v>
                </c:pt>
                <c:pt idx="1710">
                  <c:v>41113</c:v>
                </c:pt>
                <c:pt idx="1711">
                  <c:v>41114</c:v>
                </c:pt>
                <c:pt idx="1712">
                  <c:v>41115</c:v>
                </c:pt>
                <c:pt idx="1713">
                  <c:v>41116</c:v>
                </c:pt>
                <c:pt idx="1714">
                  <c:v>41117</c:v>
                </c:pt>
                <c:pt idx="1715">
                  <c:v>41120</c:v>
                </c:pt>
                <c:pt idx="1716">
                  <c:v>41121</c:v>
                </c:pt>
                <c:pt idx="1717">
                  <c:v>41122</c:v>
                </c:pt>
                <c:pt idx="1718">
                  <c:v>41123</c:v>
                </c:pt>
                <c:pt idx="1719">
                  <c:v>41124</c:v>
                </c:pt>
                <c:pt idx="1720">
                  <c:v>41127</c:v>
                </c:pt>
                <c:pt idx="1721">
                  <c:v>41128</c:v>
                </c:pt>
                <c:pt idx="1722">
                  <c:v>41129</c:v>
                </c:pt>
                <c:pt idx="1723">
                  <c:v>41130</c:v>
                </c:pt>
                <c:pt idx="1724">
                  <c:v>41131</c:v>
                </c:pt>
                <c:pt idx="1725">
                  <c:v>41134</c:v>
                </c:pt>
                <c:pt idx="1726">
                  <c:v>41135</c:v>
                </c:pt>
                <c:pt idx="1727">
                  <c:v>41136</c:v>
                </c:pt>
                <c:pt idx="1728">
                  <c:v>41137</c:v>
                </c:pt>
                <c:pt idx="1729">
                  <c:v>41138</c:v>
                </c:pt>
                <c:pt idx="1730">
                  <c:v>41141</c:v>
                </c:pt>
                <c:pt idx="1731">
                  <c:v>41142</c:v>
                </c:pt>
                <c:pt idx="1732">
                  <c:v>41143</c:v>
                </c:pt>
                <c:pt idx="1733">
                  <c:v>41144</c:v>
                </c:pt>
                <c:pt idx="1734">
                  <c:v>41145</c:v>
                </c:pt>
                <c:pt idx="1735">
                  <c:v>41148</c:v>
                </c:pt>
                <c:pt idx="1736">
                  <c:v>41149</c:v>
                </c:pt>
                <c:pt idx="1737">
                  <c:v>41150</c:v>
                </c:pt>
                <c:pt idx="1738">
                  <c:v>41151</c:v>
                </c:pt>
                <c:pt idx="1739">
                  <c:v>41152</c:v>
                </c:pt>
                <c:pt idx="1740">
                  <c:v>41155</c:v>
                </c:pt>
                <c:pt idx="1741">
                  <c:v>41156</c:v>
                </c:pt>
                <c:pt idx="1742">
                  <c:v>41157</c:v>
                </c:pt>
                <c:pt idx="1743">
                  <c:v>41158</c:v>
                </c:pt>
                <c:pt idx="1744">
                  <c:v>41159</c:v>
                </c:pt>
                <c:pt idx="1745">
                  <c:v>41162</c:v>
                </c:pt>
                <c:pt idx="1746">
                  <c:v>41163</c:v>
                </c:pt>
                <c:pt idx="1747">
                  <c:v>41164</c:v>
                </c:pt>
                <c:pt idx="1748">
                  <c:v>41165</c:v>
                </c:pt>
                <c:pt idx="1749">
                  <c:v>41166</c:v>
                </c:pt>
                <c:pt idx="1750">
                  <c:v>41169</c:v>
                </c:pt>
                <c:pt idx="1751">
                  <c:v>41170</c:v>
                </c:pt>
                <c:pt idx="1752">
                  <c:v>41171</c:v>
                </c:pt>
                <c:pt idx="1753">
                  <c:v>41172</c:v>
                </c:pt>
                <c:pt idx="1754">
                  <c:v>41173</c:v>
                </c:pt>
                <c:pt idx="1755">
                  <c:v>41176</c:v>
                </c:pt>
                <c:pt idx="1756">
                  <c:v>41177</c:v>
                </c:pt>
                <c:pt idx="1757">
                  <c:v>41178</c:v>
                </c:pt>
                <c:pt idx="1758">
                  <c:v>41179</c:v>
                </c:pt>
                <c:pt idx="1759">
                  <c:v>41180</c:v>
                </c:pt>
                <c:pt idx="1760">
                  <c:v>41183</c:v>
                </c:pt>
                <c:pt idx="1761">
                  <c:v>41184</c:v>
                </c:pt>
                <c:pt idx="1762">
                  <c:v>41185</c:v>
                </c:pt>
                <c:pt idx="1763">
                  <c:v>41186</c:v>
                </c:pt>
                <c:pt idx="1764">
                  <c:v>41187</c:v>
                </c:pt>
                <c:pt idx="1765">
                  <c:v>41190</c:v>
                </c:pt>
                <c:pt idx="1766">
                  <c:v>41191</c:v>
                </c:pt>
                <c:pt idx="1767">
                  <c:v>41192</c:v>
                </c:pt>
                <c:pt idx="1768">
                  <c:v>41193</c:v>
                </c:pt>
                <c:pt idx="1769">
                  <c:v>41194</c:v>
                </c:pt>
                <c:pt idx="1770">
                  <c:v>41197</c:v>
                </c:pt>
                <c:pt idx="1771">
                  <c:v>41198</c:v>
                </c:pt>
                <c:pt idx="1772">
                  <c:v>41199</c:v>
                </c:pt>
                <c:pt idx="1773">
                  <c:v>41200</c:v>
                </c:pt>
                <c:pt idx="1774">
                  <c:v>41201</c:v>
                </c:pt>
                <c:pt idx="1775">
                  <c:v>41204</c:v>
                </c:pt>
                <c:pt idx="1776">
                  <c:v>41205</c:v>
                </c:pt>
                <c:pt idx="1777">
                  <c:v>41206</c:v>
                </c:pt>
                <c:pt idx="1778">
                  <c:v>41207</c:v>
                </c:pt>
                <c:pt idx="1779">
                  <c:v>41208</c:v>
                </c:pt>
                <c:pt idx="1780">
                  <c:v>41211</c:v>
                </c:pt>
                <c:pt idx="1781">
                  <c:v>41212</c:v>
                </c:pt>
                <c:pt idx="1782">
                  <c:v>41213</c:v>
                </c:pt>
                <c:pt idx="1783">
                  <c:v>41214</c:v>
                </c:pt>
                <c:pt idx="1784">
                  <c:v>41215</c:v>
                </c:pt>
                <c:pt idx="1785">
                  <c:v>41218</c:v>
                </c:pt>
                <c:pt idx="1786">
                  <c:v>41219</c:v>
                </c:pt>
                <c:pt idx="1787">
                  <c:v>41220</c:v>
                </c:pt>
                <c:pt idx="1788">
                  <c:v>41221</c:v>
                </c:pt>
                <c:pt idx="1789">
                  <c:v>41222</c:v>
                </c:pt>
                <c:pt idx="1790">
                  <c:v>41225</c:v>
                </c:pt>
                <c:pt idx="1791">
                  <c:v>41226</c:v>
                </c:pt>
                <c:pt idx="1792">
                  <c:v>41227</c:v>
                </c:pt>
                <c:pt idx="1793">
                  <c:v>41228</c:v>
                </c:pt>
                <c:pt idx="1794">
                  <c:v>41229</c:v>
                </c:pt>
                <c:pt idx="1795">
                  <c:v>41232</c:v>
                </c:pt>
                <c:pt idx="1796">
                  <c:v>41233</c:v>
                </c:pt>
                <c:pt idx="1797">
                  <c:v>41234</c:v>
                </c:pt>
                <c:pt idx="1798">
                  <c:v>41235</c:v>
                </c:pt>
                <c:pt idx="1799">
                  <c:v>41236</c:v>
                </c:pt>
                <c:pt idx="1800">
                  <c:v>41239</c:v>
                </c:pt>
                <c:pt idx="1801">
                  <c:v>41240</c:v>
                </c:pt>
                <c:pt idx="1802">
                  <c:v>41241</c:v>
                </c:pt>
                <c:pt idx="1803">
                  <c:v>41242</c:v>
                </c:pt>
                <c:pt idx="1804">
                  <c:v>41243</c:v>
                </c:pt>
                <c:pt idx="1805">
                  <c:v>41246</c:v>
                </c:pt>
                <c:pt idx="1806">
                  <c:v>41247</c:v>
                </c:pt>
                <c:pt idx="1807">
                  <c:v>41248</c:v>
                </c:pt>
                <c:pt idx="1808">
                  <c:v>41249</c:v>
                </c:pt>
                <c:pt idx="1809">
                  <c:v>41250</c:v>
                </c:pt>
                <c:pt idx="1810">
                  <c:v>41253</c:v>
                </c:pt>
                <c:pt idx="1811">
                  <c:v>41254</c:v>
                </c:pt>
                <c:pt idx="1812">
                  <c:v>41255</c:v>
                </c:pt>
                <c:pt idx="1813">
                  <c:v>41256</c:v>
                </c:pt>
                <c:pt idx="1814">
                  <c:v>41257</c:v>
                </c:pt>
                <c:pt idx="1815">
                  <c:v>41260</c:v>
                </c:pt>
                <c:pt idx="1816">
                  <c:v>41261</c:v>
                </c:pt>
                <c:pt idx="1817">
                  <c:v>41262</c:v>
                </c:pt>
                <c:pt idx="1818">
                  <c:v>41263</c:v>
                </c:pt>
                <c:pt idx="1819">
                  <c:v>41264</c:v>
                </c:pt>
                <c:pt idx="1820">
                  <c:v>41267</c:v>
                </c:pt>
                <c:pt idx="1821">
                  <c:v>41268</c:v>
                </c:pt>
                <c:pt idx="1822">
                  <c:v>41269</c:v>
                </c:pt>
                <c:pt idx="1823">
                  <c:v>41270</c:v>
                </c:pt>
                <c:pt idx="1824">
                  <c:v>41271</c:v>
                </c:pt>
                <c:pt idx="1825">
                  <c:v>41274</c:v>
                </c:pt>
                <c:pt idx="1826">
                  <c:v>41275</c:v>
                </c:pt>
                <c:pt idx="1827">
                  <c:v>41276</c:v>
                </c:pt>
                <c:pt idx="1828">
                  <c:v>41277</c:v>
                </c:pt>
                <c:pt idx="1829">
                  <c:v>41278</c:v>
                </c:pt>
                <c:pt idx="1830">
                  <c:v>41281</c:v>
                </c:pt>
                <c:pt idx="1831">
                  <c:v>41282</c:v>
                </c:pt>
                <c:pt idx="1832">
                  <c:v>41283</c:v>
                </c:pt>
                <c:pt idx="1833">
                  <c:v>41284</c:v>
                </c:pt>
                <c:pt idx="1834">
                  <c:v>41285</c:v>
                </c:pt>
                <c:pt idx="1835">
                  <c:v>41288</c:v>
                </c:pt>
                <c:pt idx="1836">
                  <c:v>41289</c:v>
                </c:pt>
                <c:pt idx="1837">
                  <c:v>41290</c:v>
                </c:pt>
                <c:pt idx="1838">
                  <c:v>41291</c:v>
                </c:pt>
                <c:pt idx="1839">
                  <c:v>41292</c:v>
                </c:pt>
                <c:pt idx="1840">
                  <c:v>41295</c:v>
                </c:pt>
                <c:pt idx="1841">
                  <c:v>41296</c:v>
                </c:pt>
                <c:pt idx="1842">
                  <c:v>41297</c:v>
                </c:pt>
                <c:pt idx="1843">
                  <c:v>41298</c:v>
                </c:pt>
                <c:pt idx="1844">
                  <c:v>41299</c:v>
                </c:pt>
                <c:pt idx="1845">
                  <c:v>41302</c:v>
                </c:pt>
                <c:pt idx="1846">
                  <c:v>41303</c:v>
                </c:pt>
                <c:pt idx="1847">
                  <c:v>41304</c:v>
                </c:pt>
                <c:pt idx="1848">
                  <c:v>41305</c:v>
                </c:pt>
                <c:pt idx="1849">
                  <c:v>41306</c:v>
                </c:pt>
                <c:pt idx="1850">
                  <c:v>41309</c:v>
                </c:pt>
                <c:pt idx="1851">
                  <c:v>41310</c:v>
                </c:pt>
                <c:pt idx="1852">
                  <c:v>41311</c:v>
                </c:pt>
                <c:pt idx="1853">
                  <c:v>41312</c:v>
                </c:pt>
                <c:pt idx="1854">
                  <c:v>41313</c:v>
                </c:pt>
                <c:pt idx="1855">
                  <c:v>41316</c:v>
                </c:pt>
                <c:pt idx="1856">
                  <c:v>41317</c:v>
                </c:pt>
                <c:pt idx="1857">
                  <c:v>41318</c:v>
                </c:pt>
                <c:pt idx="1858">
                  <c:v>41319</c:v>
                </c:pt>
                <c:pt idx="1859">
                  <c:v>41320</c:v>
                </c:pt>
                <c:pt idx="1860">
                  <c:v>41323</c:v>
                </c:pt>
                <c:pt idx="1861">
                  <c:v>41324</c:v>
                </c:pt>
                <c:pt idx="1862">
                  <c:v>41325</c:v>
                </c:pt>
                <c:pt idx="1863">
                  <c:v>41326</c:v>
                </c:pt>
                <c:pt idx="1864">
                  <c:v>41327</c:v>
                </c:pt>
                <c:pt idx="1865">
                  <c:v>41330</c:v>
                </c:pt>
                <c:pt idx="1866">
                  <c:v>41331</c:v>
                </c:pt>
                <c:pt idx="1867">
                  <c:v>41332</c:v>
                </c:pt>
                <c:pt idx="1868">
                  <c:v>41333</c:v>
                </c:pt>
                <c:pt idx="1869">
                  <c:v>41334</c:v>
                </c:pt>
                <c:pt idx="1870">
                  <c:v>41337</c:v>
                </c:pt>
                <c:pt idx="1871">
                  <c:v>41338</c:v>
                </c:pt>
                <c:pt idx="1872">
                  <c:v>41339</c:v>
                </c:pt>
                <c:pt idx="1873">
                  <c:v>41340</c:v>
                </c:pt>
                <c:pt idx="1874">
                  <c:v>41341</c:v>
                </c:pt>
                <c:pt idx="1875">
                  <c:v>41344</c:v>
                </c:pt>
                <c:pt idx="1876">
                  <c:v>41345</c:v>
                </c:pt>
                <c:pt idx="1877">
                  <c:v>41346</c:v>
                </c:pt>
                <c:pt idx="1878">
                  <c:v>41347</c:v>
                </c:pt>
                <c:pt idx="1879">
                  <c:v>41348</c:v>
                </c:pt>
                <c:pt idx="1880">
                  <c:v>41351</c:v>
                </c:pt>
                <c:pt idx="1881">
                  <c:v>41352</c:v>
                </c:pt>
                <c:pt idx="1882">
                  <c:v>41353</c:v>
                </c:pt>
                <c:pt idx="1883">
                  <c:v>41354</c:v>
                </c:pt>
                <c:pt idx="1884">
                  <c:v>41355</c:v>
                </c:pt>
                <c:pt idx="1885">
                  <c:v>41358</c:v>
                </c:pt>
                <c:pt idx="1886">
                  <c:v>41359</c:v>
                </c:pt>
                <c:pt idx="1887">
                  <c:v>41360</c:v>
                </c:pt>
                <c:pt idx="1888">
                  <c:v>41361</c:v>
                </c:pt>
                <c:pt idx="1889">
                  <c:v>41362</c:v>
                </c:pt>
                <c:pt idx="1890">
                  <c:v>41365</c:v>
                </c:pt>
                <c:pt idx="1891">
                  <c:v>41366</c:v>
                </c:pt>
                <c:pt idx="1892">
                  <c:v>41367</c:v>
                </c:pt>
                <c:pt idx="1893">
                  <c:v>41368</c:v>
                </c:pt>
                <c:pt idx="1894">
                  <c:v>41369</c:v>
                </c:pt>
                <c:pt idx="1895">
                  <c:v>41372</c:v>
                </c:pt>
                <c:pt idx="1896">
                  <c:v>41373</c:v>
                </c:pt>
                <c:pt idx="1897">
                  <c:v>41374</c:v>
                </c:pt>
                <c:pt idx="1898">
                  <c:v>41375</c:v>
                </c:pt>
                <c:pt idx="1899">
                  <c:v>41376</c:v>
                </c:pt>
                <c:pt idx="1900">
                  <c:v>41379</c:v>
                </c:pt>
                <c:pt idx="1901">
                  <c:v>41380</c:v>
                </c:pt>
                <c:pt idx="1902">
                  <c:v>41381</c:v>
                </c:pt>
                <c:pt idx="1903">
                  <c:v>41382</c:v>
                </c:pt>
                <c:pt idx="1904">
                  <c:v>41383</c:v>
                </c:pt>
                <c:pt idx="1905">
                  <c:v>41386</c:v>
                </c:pt>
                <c:pt idx="1906">
                  <c:v>41387</c:v>
                </c:pt>
                <c:pt idx="1907">
                  <c:v>41388</c:v>
                </c:pt>
                <c:pt idx="1908">
                  <c:v>41389</c:v>
                </c:pt>
                <c:pt idx="1909">
                  <c:v>41390</c:v>
                </c:pt>
                <c:pt idx="1910">
                  <c:v>41393</c:v>
                </c:pt>
                <c:pt idx="1911">
                  <c:v>41394</c:v>
                </c:pt>
                <c:pt idx="1912">
                  <c:v>41395</c:v>
                </c:pt>
                <c:pt idx="1913">
                  <c:v>41396</c:v>
                </c:pt>
                <c:pt idx="1914">
                  <c:v>41397</c:v>
                </c:pt>
                <c:pt idx="1915">
                  <c:v>41400</c:v>
                </c:pt>
                <c:pt idx="1916">
                  <c:v>41401</c:v>
                </c:pt>
                <c:pt idx="1917">
                  <c:v>41402</c:v>
                </c:pt>
                <c:pt idx="1918">
                  <c:v>41403</c:v>
                </c:pt>
                <c:pt idx="1919">
                  <c:v>41404</c:v>
                </c:pt>
                <c:pt idx="1920">
                  <c:v>41407</c:v>
                </c:pt>
                <c:pt idx="1921">
                  <c:v>41408</c:v>
                </c:pt>
                <c:pt idx="1922">
                  <c:v>41409</c:v>
                </c:pt>
                <c:pt idx="1923">
                  <c:v>41410</c:v>
                </c:pt>
                <c:pt idx="1924">
                  <c:v>41411</c:v>
                </c:pt>
                <c:pt idx="1925">
                  <c:v>41414</c:v>
                </c:pt>
                <c:pt idx="1926">
                  <c:v>41415</c:v>
                </c:pt>
                <c:pt idx="1927">
                  <c:v>41416</c:v>
                </c:pt>
                <c:pt idx="1928">
                  <c:v>41417</c:v>
                </c:pt>
                <c:pt idx="1929">
                  <c:v>41418</c:v>
                </c:pt>
                <c:pt idx="1930">
                  <c:v>41421</c:v>
                </c:pt>
                <c:pt idx="1931">
                  <c:v>41422</c:v>
                </c:pt>
                <c:pt idx="1932">
                  <c:v>41423</c:v>
                </c:pt>
                <c:pt idx="1933">
                  <c:v>41424</c:v>
                </c:pt>
                <c:pt idx="1934">
                  <c:v>41425</c:v>
                </c:pt>
                <c:pt idx="1935">
                  <c:v>41428</c:v>
                </c:pt>
                <c:pt idx="1936">
                  <c:v>41429</c:v>
                </c:pt>
                <c:pt idx="1937">
                  <c:v>41430</c:v>
                </c:pt>
                <c:pt idx="1938">
                  <c:v>41431</c:v>
                </c:pt>
                <c:pt idx="1939">
                  <c:v>41432</c:v>
                </c:pt>
                <c:pt idx="1940">
                  <c:v>41435</c:v>
                </c:pt>
                <c:pt idx="1941">
                  <c:v>41436</c:v>
                </c:pt>
                <c:pt idx="1942">
                  <c:v>41437</c:v>
                </c:pt>
                <c:pt idx="1943">
                  <c:v>41438</c:v>
                </c:pt>
                <c:pt idx="1944">
                  <c:v>41439</c:v>
                </c:pt>
                <c:pt idx="1945">
                  <c:v>41442</c:v>
                </c:pt>
                <c:pt idx="1946">
                  <c:v>41443</c:v>
                </c:pt>
                <c:pt idx="1947">
                  <c:v>41444</c:v>
                </c:pt>
                <c:pt idx="1948">
                  <c:v>41445</c:v>
                </c:pt>
                <c:pt idx="1949">
                  <c:v>41446</c:v>
                </c:pt>
                <c:pt idx="1950">
                  <c:v>41449</c:v>
                </c:pt>
                <c:pt idx="1951">
                  <c:v>41450</c:v>
                </c:pt>
                <c:pt idx="1952">
                  <c:v>41451</c:v>
                </c:pt>
                <c:pt idx="1953">
                  <c:v>41452</c:v>
                </c:pt>
                <c:pt idx="1954">
                  <c:v>41453</c:v>
                </c:pt>
                <c:pt idx="1955">
                  <c:v>41456</c:v>
                </c:pt>
                <c:pt idx="1956">
                  <c:v>41457</c:v>
                </c:pt>
                <c:pt idx="1957">
                  <c:v>41458</c:v>
                </c:pt>
                <c:pt idx="1958">
                  <c:v>41459</c:v>
                </c:pt>
                <c:pt idx="1959">
                  <c:v>41460</c:v>
                </c:pt>
                <c:pt idx="1960">
                  <c:v>41463</c:v>
                </c:pt>
                <c:pt idx="1961">
                  <c:v>41464</c:v>
                </c:pt>
                <c:pt idx="1962">
                  <c:v>41465</c:v>
                </c:pt>
                <c:pt idx="1963">
                  <c:v>41466</c:v>
                </c:pt>
                <c:pt idx="1964">
                  <c:v>41467</c:v>
                </c:pt>
                <c:pt idx="1965">
                  <c:v>41470</c:v>
                </c:pt>
                <c:pt idx="1966">
                  <c:v>41471</c:v>
                </c:pt>
                <c:pt idx="1967">
                  <c:v>41472</c:v>
                </c:pt>
                <c:pt idx="1968">
                  <c:v>41473</c:v>
                </c:pt>
                <c:pt idx="1969">
                  <c:v>41474</c:v>
                </c:pt>
                <c:pt idx="1970">
                  <c:v>41477</c:v>
                </c:pt>
                <c:pt idx="1971">
                  <c:v>41478</c:v>
                </c:pt>
                <c:pt idx="1972">
                  <c:v>41479</c:v>
                </c:pt>
                <c:pt idx="1973">
                  <c:v>41480</c:v>
                </c:pt>
                <c:pt idx="1974">
                  <c:v>41481</c:v>
                </c:pt>
                <c:pt idx="1975">
                  <c:v>41484</c:v>
                </c:pt>
                <c:pt idx="1976">
                  <c:v>41485</c:v>
                </c:pt>
                <c:pt idx="1977">
                  <c:v>41486</c:v>
                </c:pt>
                <c:pt idx="1978">
                  <c:v>41487</c:v>
                </c:pt>
                <c:pt idx="1979">
                  <c:v>41488</c:v>
                </c:pt>
                <c:pt idx="1980">
                  <c:v>41491</c:v>
                </c:pt>
                <c:pt idx="1981">
                  <c:v>41492</c:v>
                </c:pt>
                <c:pt idx="1982">
                  <c:v>41493</c:v>
                </c:pt>
                <c:pt idx="1983">
                  <c:v>41494</c:v>
                </c:pt>
                <c:pt idx="1984">
                  <c:v>41495</c:v>
                </c:pt>
                <c:pt idx="1985">
                  <c:v>41498</c:v>
                </c:pt>
                <c:pt idx="1986">
                  <c:v>41499</c:v>
                </c:pt>
                <c:pt idx="1987">
                  <c:v>41500</c:v>
                </c:pt>
                <c:pt idx="1988">
                  <c:v>41501</c:v>
                </c:pt>
                <c:pt idx="1989">
                  <c:v>41502</c:v>
                </c:pt>
                <c:pt idx="1990">
                  <c:v>41505</c:v>
                </c:pt>
                <c:pt idx="1991">
                  <c:v>41506</c:v>
                </c:pt>
                <c:pt idx="1992">
                  <c:v>41507</c:v>
                </c:pt>
                <c:pt idx="1993">
                  <c:v>41508</c:v>
                </c:pt>
                <c:pt idx="1994">
                  <c:v>41509</c:v>
                </c:pt>
                <c:pt idx="1995">
                  <c:v>41512</c:v>
                </c:pt>
                <c:pt idx="1996">
                  <c:v>41513</c:v>
                </c:pt>
                <c:pt idx="1997">
                  <c:v>41514</c:v>
                </c:pt>
                <c:pt idx="1998">
                  <c:v>41515</c:v>
                </c:pt>
                <c:pt idx="1999">
                  <c:v>41516</c:v>
                </c:pt>
                <c:pt idx="2000">
                  <c:v>41519</c:v>
                </c:pt>
                <c:pt idx="2001">
                  <c:v>41520</c:v>
                </c:pt>
                <c:pt idx="2002">
                  <c:v>41521</c:v>
                </c:pt>
                <c:pt idx="2003">
                  <c:v>41522</c:v>
                </c:pt>
                <c:pt idx="2004">
                  <c:v>41523</c:v>
                </c:pt>
                <c:pt idx="2005">
                  <c:v>41526</c:v>
                </c:pt>
                <c:pt idx="2006">
                  <c:v>41527</c:v>
                </c:pt>
                <c:pt idx="2007">
                  <c:v>41528</c:v>
                </c:pt>
                <c:pt idx="2008">
                  <c:v>41529</c:v>
                </c:pt>
                <c:pt idx="2009">
                  <c:v>41530</c:v>
                </c:pt>
                <c:pt idx="2010">
                  <c:v>41533</c:v>
                </c:pt>
                <c:pt idx="2011">
                  <c:v>41534</c:v>
                </c:pt>
                <c:pt idx="2012">
                  <c:v>41535</c:v>
                </c:pt>
                <c:pt idx="2013">
                  <c:v>41536</c:v>
                </c:pt>
                <c:pt idx="2014">
                  <c:v>41537</c:v>
                </c:pt>
                <c:pt idx="2015">
                  <c:v>41540</c:v>
                </c:pt>
                <c:pt idx="2016">
                  <c:v>41541</c:v>
                </c:pt>
                <c:pt idx="2017">
                  <c:v>41542</c:v>
                </c:pt>
                <c:pt idx="2018">
                  <c:v>41543</c:v>
                </c:pt>
                <c:pt idx="2019">
                  <c:v>41544</c:v>
                </c:pt>
                <c:pt idx="2020">
                  <c:v>41547</c:v>
                </c:pt>
                <c:pt idx="2021">
                  <c:v>41548</c:v>
                </c:pt>
                <c:pt idx="2022">
                  <c:v>41549</c:v>
                </c:pt>
                <c:pt idx="2023">
                  <c:v>41550</c:v>
                </c:pt>
                <c:pt idx="2024">
                  <c:v>41551</c:v>
                </c:pt>
                <c:pt idx="2025">
                  <c:v>41554</c:v>
                </c:pt>
                <c:pt idx="2026">
                  <c:v>41555</c:v>
                </c:pt>
                <c:pt idx="2027">
                  <c:v>41556</c:v>
                </c:pt>
                <c:pt idx="2028">
                  <c:v>41557</c:v>
                </c:pt>
                <c:pt idx="2029">
                  <c:v>41558</c:v>
                </c:pt>
                <c:pt idx="2030">
                  <c:v>41561</c:v>
                </c:pt>
                <c:pt idx="2031">
                  <c:v>41562</c:v>
                </c:pt>
                <c:pt idx="2032">
                  <c:v>41563</c:v>
                </c:pt>
                <c:pt idx="2033">
                  <c:v>41564</c:v>
                </c:pt>
                <c:pt idx="2034">
                  <c:v>41565</c:v>
                </c:pt>
                <c:pt idx="2035">
                  <c:v>41568</c:v>
                </c:pt>
                <c:pt idx="2036">
                  <c:v>41569</c:v>
                </c:pt>
                <c:pt idx="2037">
                  <c:v>41570</c:v>
                </c:pt>
                <c:pt idx="2038">
                  <c:v>41571</c:v>
                </c:pt>
                <c:pt idx="2039">
                  <c:v>41572</c:v>
                </c:pt>
                <c:pt idx="2040">
                  <c:v>41575</c:v>
                </c:pt>
                <c:pt idx="2041">
                  <c:v>41576</c:v>
                </c:pt>
                <c:pt idx="2042">
                  <c:v>41577</c:v>
                </c:pt>
                <c:pt idx="2043">
                  <c:v>41578</c:v>
                </c:pt>
                <c:pt idx="2044">
                  <c:v>41579</c:v>
                </c:pt>
                <c:pt idx="2045">
                  <c:v>41582</c:v>
                </c:pt>
                <c:pt idx="2046">
                  <c:v>41583</c:v>
                </c:pt>
                <c:pt idx="2047">
                  <c:v>41584</c:v>
                </c:pt>
                <c:pt idx="2048">
                  <c:v>41585</c:v>
                </c:pt>
                <c:pt idx="2049">
                  <c:v>41586</c:v>
                </c:pt>
                <c:pt idx="2050">
                  <c:v>41589</c:v>
                </c:pt>
                <c:pt idx="2051">
                  <c:v>41590</c:v>
                </c:pt>
                <c:pt idx="2052">
                  <c:v>41591</c:v>
                </c:pt>
                <c:pt idx="2053">
                  <c:v>41592</c:v>
                </c:pt>
                <c:pt idx="2054">
                  <c:v>41593</c:v>
                </c:pt>
                <c:pt idx="2055">
                  <c:v>41596</c:v>
                </c:pt>
                <c:pt idx="2056">
                  <c:v>41597</c:v>
                </c:pt>
                <c:pt idx="2057">
                  <c:v>41598</c:v>
                </c:pt>
                <c:pt idx="2058">
                  <c:v>41599</c:v>
                </c:pt>
                <c:pt idx="2059">
                  <c:v>41600</c:v>
                </c:pt>
                <c:pt idx="2060">
                  <c:v>41603</c:v>
                </c:pt>
                <c:pt idx="2061">
                  <c:v>41604</c:v>
                </c:pt>
                <c:pt idx="2062">
                  <c:v>41605</c:v>
                </c:pt>
                <c:pt idx="2063">
                  <c:v>41606</c:v>
                </c:pt>
                <c:pt idx="2064">
                  <c:v>41607</c:v>
                </c:pt>
                <c:pt idx="2065">
                  <c:v>41610</c:v>
                </c:pt>
                <c:pt idx="2066">
                  <c:v>41611</c:v>
                </c:pt>
                <c:pt idx="2067">
                  <c:v>41612</c:v>
                </c:pt>
                <c:pt idx="2068">
                  <c:v>41613</c:v>
                </c:pt>
                <c:pt idx="2069">
                  <c:v>41614</c:v>
                </c:pt>
                <c:pt idx="2070">
                  <c:v>41617</c:v>
                </c:pt>
                <c:pt idx="2071">
                  <c:v>41618</c:v>
                </c:pt>
                <c:pt idx="2072">
                  <c:v>41619</c:v>
                </c:pt>
                <c:pt idx="2073">
                  <c:v>41620</c:v>
                </c:pt>
                <c:pt idx="2074">
                  <c:v>41621</c:v>
                </c:pt>
                <c:pt idx="2075">
                  <c:v>41624</c:v>
                </c:pt>
                <c:pt idx="2076">
                  <c:v>41625</c:v>
                </c:pt>
                <c:pt idx="2077">
                  <c:v>41626</c:v>
                </c:pt>
                <c:pt idx="2078">
                  <c:v>41627</c:v>
                </c:pt>
                <c:pt idx="2079">
                  <c:v>41628</c:v>
                </c:pt>
                <c:pt idx="2080">
                  <c:v>41631</c:v>
                </c:pt>
                <c:pt idx="2081">
                  <c:v>41632</c:v>
                </c:pt>
                <c:pt idx="2082">
                  <c:v>41633</c:v>
                </c:pt>
                <c:pt idx="2083">
                  <c:v>41634</c:v>
                </c:pt>
                <c:pt idx="2084">
                  <c:v>41635</c:v>
                </c:pt>
                <c:pt idx="2085">
                  <c:v>41638</c:v>
                </c:pt>
                <c:pt idx="2086">
                  <c:v>41639</c:v>
                </c:pt>
                <c:pt idx="2087">
                  <c:v>41640</c:v>
                </c:pt>
                <c:pt idx="2088">
                  <c:v>41641</c:v>
                </c:pt>
                <c:pt idx="2089">
                  <c:v>41642</c:v>
                </c:pt>
                <c:pt idx="2090">
                  <c:v>41645</c:v>
                </c:pt>
                <c:pt idx="2091">
                  <c:v>41646</c:v>
                </c:pt>
                <c:pt idx="2092">
                  <c:v>41647</c:v>
                </c:pt>
                <c:pt idx="2093">
                  <c:v>41648</c:v>
                </c:pt>
                <c:pt idx="2094">
                  <c:v>41649</c:v>
                </c:pt>
                <c:pt idx="2095">
                  <c:v>41652</c:v>
                </c:pt>
                <c:pt idx="2096">
                  <c:v>41653</c:v>
                </c:pt>
                <c:pt idx="2097">
                  <c:v>41654</c:v>
                </c:pt>
                <c:pt idx="2098">
                  <c:v>41655</c:v>
                </c:pt>
                <c:pt idx="2099">
                  <c:v>41656</c:v>
                </c:pt>
                <c:pt idx="2100">
                  <c:v>41659</c:v>
                </c:pt>
                <c:pt idx="2101">
                  <c:v>41660</c:v>
                </c:pt>
                <c:pt idx="2102">
                  <c:v>41661</c:v>
                </c:pt>
                <c:pt idx="2103">
                  <c:v>41662</c:v>
                </c:pt>
                <c:pt idx="2104">
                  <c:v>41663</c:v>
                </c:pt>
                <c:pt idx="2105">
                  <c:v>41666</c:v>
                </c:pt>
                <c:pt idx="2106">
                  <c:v>41667</c:v>
                </c:pt>
                <c:pt idx="2107">
                  <c:v>41668</c:v>
                </c:pt>
                <c:pt idx="2108">
                  <c:v>41669</c:v>
                </c:pt>
                <c:pt idx="2109">
                  <c:v>41670</c:v>
                </c:pt>
                <c:pt idx="2110">
                  <c:v>41673</c:v>
                </c:pt>
                <c:pt idx="2111">
                  <c:v>41674</c:v>
                </c:pt>
                <c:pt idx="2112">
                  <c:v>41675</c:v>
                </c:pt>
                <c:pt idx="2113">
                  <c:v>41676</c:v>
                </c:pt>
                <c:pt idx="2114">
                  <c:v>41677</c:v>
                </c:pt>
                <c:pt idx="2115">
                  <c:v>41680</c:v>
                </c:pt>
                <c:pt idx="2116">
                  <c:v>41681</c:v>
                </c:pt>
                <c:pt idx="2117">
                  <c:v>41682</c:v>
                </c:pt>
                <c:pt idx="2118">
                  <c:v>41683</c:v>
                </c:pt>
                <c:pt idx="2119">
                  <c:v>41684</c:v>
                </c:pt>
                <c:pt idx="2120">
                  <c:v>41687</c:v>
                </c:pt>
                <c:pt idx="2121">
                  <c:v>41688</c:v>
                </c:pt>
                <c:pt idx="2122">
                  <c:v>41689</c:v>
                </c:pt>
                <c:pt idx="2123">
                  <c:v>41690</c:v>
                </c:pt>
                <c:pt idx="2124">
                  <c:v>41691</c:v>
                </c:pt>
                <c:pt idx="2125">
                  <c:v>41694</c:v>
                </c:pt>
                <c:pt idx="2126">
                  <c:v>41695</c:v>
                </c:pt>
                <c:pt idx="2127">
                  <c:v>41696</c:v>
                </c:pt>
                <c:pt idx="2128">
                  <c:v>41697</c:v>
                </c:pt>
                <c:pt idx="2129">
                  <c:v>41698</c:v>
                </c:pt>
                <c:pt idx="2130">
                  <c:v>41701</c:v>
                </c:pt>
                <c:pt idx="2131">
                  <c:v>41702</c:v>
                </c:pt>
                <c:pt idx="2132">
                  <c:v>41703</c:v>
                </c:pt>
                <c:pt idx="2133">
                  <c:v>41704</c:v>
                </c:pt>
                <c:pt idx="2134">
                  <c:v>41705</c:v>
                </c:pt>
                <c:pt idx="2135">
                  <c:v>41708</c:v>
                </c:pt>
                <c:pt idx="2136">
                  <c:v>41709</c:v>
                </c:pt>
                <c:pt idx="2137">
                  <c:v>41710</c:v>
                </c:pt>
                <c:pt idx="2138">
                  <c:v>41711</c:v>
                </c:pt>
                <c:pt idx="2139">
                  <c:v>41712</c:v>
                </c:pt>
                <c:pt idx="2140">
                  <c:v>41715</c:v>
                </c:pt>
                <c:pt idx="2141">
                  <c:v>41716</c:v>
                </c:pt>
                <c:pt idx="2142">
                  <c:v>41717</c:v>
                </c:pt>
                <c:pt idx="2143">
                  <c:v>41718</c:v>
                </c:pt>
                <c:pt idx="2144">
                  <c:v>41719</c:v>
                </c:pt>
                <c:pt idx="2145">
                  <c:v>41722</c:v>
                </c:pt>
                <c:pt idx="2146">
                  <c:v>41723</c:v>
                </c:pt>
                <c:pt idx="2147">
                  <c:v>41724</c:v>
                </c:pt>
                <c:pt idx="2148">
                  <c:v>41725</c:v>
                </c:pt>
                <c:pt idx="2149">
                  <c:v>41726</c:v>
                </c:pt>
                <c:pt idx="2150">
                  <c:v>41729</c:v>
                </c:pt>
                <c:pt idx="2151">
                  <c:v>41730</c:v>
                </c:pt>
                <c:pt idx="2152">
                  <c:v>41731</c:v>
                </c:pt>
                <c:pt idx="2153">
                  <c:v>41732</c:v>
                </c:pt>
                <c:pt idx="2154">
                  <c:v>41733</c:v>
                </c:pt>
                <c:pt idx="2155">
                  <c:v>41736</c:v>
                </c:pt>
                <c:pt idx="2156">
                  <c:v>41737</c:v>
                </c:pt>
                <c:pt idx="2157">
                  <c:v>41738</c:v>
                </c:pt>
                <c:pt idx="2158">
                  <c:v>41739</c:v>
                </c:pt>
                <c:pt idx="2159">
                  <c:v>41740</c:v>
                </c:pt>
                <c:pt idx="2160">
                  <c:v>41743</c:v>
                </c:pt>
                <c:pt idx="2161">
                  <c:v>41744</c:v>
                </c:pt>
                <c:pt idx="2162">
                  <c:v>41745</c:v>
                </c:pt>
                <c:pt idx="2163">
                  <c:v>41746</c:v>
                </c:pt>
                <c:pt idx="2164">
                  <c:v>41747</c:v>
                </c:pt>
                <c:pt idx="2165">
                  <c:v>41750</c:v>
                </c:pt>
                <c:pt idx="2166">
                  <c:v>41751</c:v>
                </c:pt>
                <c:pt idx="2167">
                  <c:v>41752</c:v>
                </c:pt>
                <c:pt idx="2168">
                  <c:v>41753</c:v>
                </c:pt>
                <c:pt idx="2169">
                  <c:v>41754</c:v>
                </c:pt>
                <c:pt idx="2170">
                  <c:v>41757</c:v>
                </c:pt>
                <c:pt idx="2171">
                  <c:v>41758</c:v>
                </c:pt>
                <c:pt idx="2172">
                  <c:v>41759</c:v>
                </c:pt>
                <c:pt idx="2173">
                  <c:v>41760</c:v>
                </c:pt>
                <c:pt idx="2174">
                  <c:v>41761</c:v>
                </c:pt>
                <c:pt idx="2175">
                  <c:v>41764</c:v>
                </c:pt>
                <c:pt idx="2176">
                  <c:v>41765</c:v>
                </c:pt>
                <c:pt idx="2177">
                  <c:v>41766</c:v>
                </c:pt>
                <c:pt idx="2178">
                  <c:v>41767</c:v>
                </c:pt>
                <c:pt idx="2179">
                  <c:v>41768</c:v>
                </c:pt>
                <c:pt idx="2180">
                  <c:v>41771</c:v>
                </c:pt>
                <c:pt idx="2181">
                  <c:v>41772</c:v>
                </c:pt>
                <c:pt idx="2182">
                  <c:v>41773</c:v>
                </c:pt>
                <c:pt idx="2183">
                  <c:v>41774</c:v>
                </c:pt>
                <c:pt idx="2184">
                  <c:v>41775</c:v>
                </c:pt>
                <c:pt idx="2185">
                  <c:v>41778</c:v>
                </c:pt>
                <c:pt idx="2186">
                  <c:v>41779</c:v>
                </c:pt>
                <c:pt idx="2187">
                  <c:v>41780</c:v>
                </c:pt>
                <c:pt idx="2188">
                  <c:v>41781</c:v>
                </c:pt>
                <c:pt idx="2189">
                  <c:v>41782</c:v>
                </c:pt>
                <c:pt idx="2190">
                  <c:v>41785</c:v>
                </c:pt>
                <c:pt idx="2191">
                  <c:v>41786</c:v>
                </c:pt>
                <c:pt idx="2192">
                  <c:v>41787</c:v>
                </c:pt>
                <c:pt idx="2193">
                  <c:v>41788</c:v>
                </c:pt>
                <c:pt idx="2194">
                  <c:v>41789</c:v>
                </c:pt>
                <c:pt idx="2195">
                  <c:v>41792</c:v>
                </c:pt>
                <c:pt idx="2196">
                  <c:v>41793</c:v>
                </c:pt>
                <c:pt idx="2197">
                  <c:v>41794</c:v>
                </c:pt>
                <c:pt idx="2198">
                  <c:v>41795</c:v>
                </c:pt>
                <c:pt idx="2199">
                  <c:v>41796</c:v>
                </c:pt>
                <c:pt idx="2200">
                  <c:v>41799</c:v>
                </c:pt>
                <c:pt idx="2201">
                  <c:v>41800</c:v>
                </c:pt>
                <c:pt idx="2202">
                  <c:v>41801</c:v>
                </c:pt>
                <c:pt idx="2203">
                  <c:v>41802</c:v>
                </c:pt>
                <c:pt idx="2204">
                  <c:v>41803</c:v>
                </c:pt>
                <c:pt idx="2205">
                  <c:v>41806</c:v>
                </c:pt>
                <c:pt idx="2206">
                  <c:v>41807</c:v>
                </c:pt>
                <c:pt idx="2207">
                  <c:v>41808</c:v>
                </c:pt>
                <c:pt idx="2208">
                  <c:v>41809</c:v>
                </c:pt>
                <c:pt idx="2209">
                  <c:v>41810</c:v>
                </c:pt>
                <c:pt idx="2210">
                  <c:v>41813</c:v>
                </c:pt>
                <c:pt idx="2211">
                  <c:v>41814</c:v>
                </c:pt>
                <c:pt idx="2212">
                  <c:v>41815</c:v>
                </c:pt>
                <c:pt idx="2213">
                  <c:v>41816</c:v>
                </c:pt>
                <c:pt idx="2214">
                  <c:v>41817</c:v>
                </c:pt>
                <c:pt idx="2215">
                  <c:v>41820</c:v>
                </c:pt>
                <c:pt idx="2216">
                  <c:v>41821</c:v>
                </c:pt>
                <c:pt idx="2217">
                  <c:v>41822</c:v>
                </c:pt>
                <c:pt idx="2218">
                  <c:v>41823</c:v>
                </c:pt>
                <c:pt idx="2219">
                  <c:v>41824</c:v>
                </c:pt>
                <c:pt idx="2220">
                  <c:v>41827</c:v>
                </c:pt>
                <c:pt idx="2221">
                  <c:v>41828</c:v>
                </c:pt>
                <c:pt idx="2222">
                  <c:v>41829</c:v>
                </c:pt>
                <c:pt idx="2223">
                  <c:v>41830</c:v>
                </c:pt>
                <c:pt idx="2224">
                  <c:v>41831</c:v>
                </c:pt>
                <c:pt idx="2225">
                  <c:v>41834</c:v>
                </c:pt>
                <c:pt idx="2226">
                  <c:v>41835</c:v>
                </c:pt>
                <c:pt idx="2227">
                  <c:v>41836</c:v>
                </c:pt>
                <c:pt idx="2228">
                  <c:v>41837</c:v>
                </c:pt>
                <c:pt idx="2229">
                  <c:v>41838</c:v>
                </c:pt>
                <c:pt idx="2230">
                  <c:v>41841</c:v>
                </c:pt>
                <c:pt idx="2231">
                  <c:v>41842</c:v>
                </c:pt>
                <c:pt idx="2232">
                  <c:v>41843</c:v>
                </c:pt>
                <c:pt idx="2233">
                  <c:v>41844</c:v>
                </c:pt>
                <c:pt idx="2234">
                  <c:v>41845</c:v>
                </c:pt>
                <c:pt idx="2235">
                  <c:v>41848</c:v>
                </c:pt>
                <c:pt idx="2236">
                  <c:v>41849</c:v>
                </c:pt>
                <c:pt idx="2237">
                  <c:v>41850</c:v>
                </c:pt>
                <c:pt idx="2238">
                  <c:v>41851</c:v>
                </c:pt>
                <c:pt idx="2239">
                  <c:v>41852</c:v>
                </c:pt>
                <c:pt idx="2240">
                  <c:v>41855</c:v>
                </c:pt>
                <c:pt idx="2241">
                  <c:v>41856</c:v>
                </c:pt>
                <c:pt idx="2242">
                  <c:v>41857</c:v>
                </c:pt>
                <c:pt idx="2243">
                  <c:v>41858</c:v>
                </c:pt>
                <c:pt idx="2244">
                  <c:v>41859</c:v>
                </c:pt>
                <c:pt idx="2245">
                  <c:v>41862</c:v>
                </c:pt>
                <c:pt idx="2246">
                  <c:v>41863</c:v>
                </c:pt>
                <c:pt idx="2247">
                  <c:v>41864</c:v>
                </c:pt>
                <c:pt idx="2248">
                  <c:v>41865</c:v>
                </c:pt>
                <c:pt idx="2249">
                  <c:v>41866</c:v>
                </c:pt>
                <c:pt idx="2250">
                  <c:v>41869</c:v>
                </c:pt>
                <c:pt idx="2251">
                  <c:v>41870</c:v>
                </c:pt>
                <c:pt idx="2252">
                  <c:v>41871</c:v>
                </c:pt>
                <c:pt idx="2253">
                  <c:v>41872</c:v>
                </c:pt>
                <c:pt idx="2254">
                  <c:v>41873</c:v>
                </c:pt>
                <c:pt idx="2255">
                  <c:v>41876</c:v>
                </c:pt>
                <c:pt idx="2256">
                  <c:v>41877</c:v>
                </c:pt>
                <c:pt idx="2257">
                  <c:v>41878</c:v>
                </c:pt>
                <c:pt idx="2258">
                  <c:v>41879</c:v>
                </c:pt>
                <c:pt idx="2259">
                  <c:v>41880</c:v>
                </c:pt>
                <c:pt idx="2260">
                  <c:v>41883</c:v>
                </c:pt>
                <c:pt idx="2261">
                  <c:v>41884</c:v>
                </c:pt>
                <c:pt idx="2262">
                  <c:v>41885</c:v>
                </c:pt>
                <c:pt idx="2263">
                  <c:v>41886</c:v>
                </c:pt>
                <c:pt idx="2264">
                  <c:v>41887</c:v>
                </c:pt>
                <c:pt idx="2265">
                  <c:v>41890</c:v>
                </c:pt>
                <c:pt idx="2266">
                  <c:v>41891</c:v>
                </c:pt>
                <c:pt idx="2267">
                  <c:v>41892</c:v>
                </c:pt>
                <c:pt idx="2268">
                  <c:v>41893</c:v>
                </c:pt>
                <c:pt idx="2269">
                  <c:v>41894</c:v>
                </c:pt>
                <c:pt idx="2270">
                  <c:v>41897</c:v>
                </c:pt>
                <c:pt idx="2271">
                  <c:v>41898</c:v>
                </c:pt>
                <c:pt idx="2272">
                  <c:v>41899</c:v>
                </c:pt>
                <c:pt idx="2273">
                  <c:v>41900</c:v>
                </c:pt>
                <c:pt idx="2274">
                  <c:v>41901</c:v>
                </c:pt>
                <c:pt idx="2275">
                  <c:v>41904</c:v>
                </c:pt>
                <c:pt idx="2276">
                  <c:v>41905</c:v>
                </c:pt>
                <c:pt idx="2277">
                  <c:v>41906</c:v>
                </c:pt>
                <c:pt idx="2278">
                  <c:v>41907</c:v>
                </c:pt>
                <c:pt idx="2279">
                  <c:v>41908</c:v>
                </c:pt>
                <c:pt idx="2280">
                  <c:v>41911</c:v>
                </c:pt>
                <c:pt idx="2281">
                  <c:v>41912</c:v>
                </c:pt>
                <c:pt idx="2282">
                  <c:v>41913</c:v>
                </c:pt>
                <c:pt idx="2283">
                  <c:v>41914</c:v>
                </c:pt>
                <c:pt idx="2284">
                  <c:v>41915</c:v>
                </c:pt>
                <c:pt idx="2285">
                  <c:v>41918</c:v>
                </c:pt>
                <c:pt idx="2286">
                  <c:v>41919</c:v>
                </c:pt>
                <c:pt idx="2287">
                  <c:v>41920</c:v>
                </c:pt>
                <c:pt idx="2288">
                  <c:v>41921</c:v>
                </c:pt>
                <c:pt idx="2289">
                  <c:v>41922</c:v>
                </c:pt>
                <c:pt idx="2290">
                  <c:v>41925</c:v>
                </c:pt>
                <c:pt idx="2291">
                  <c:v>41926</c:v>
                </c:pt>
                <c:pt idx="2292">
                  <c:v>41927</c:v>
                </c:pt>
                <c:pt idx="2293">
                  <c:v>41928</c:v>
                </c:pt>
                <c:pt idx="2294">
                  <c:v>41929</c:v>
                </c:pt>
                <c:pt idx="2295">
                  <c:v>41932</c:v>
                </c:pt>
                <c:pt idx="2296">
                  <c:v>41933</c:v>
                </c:pt>
                <c:pt idx="2297">
                  <c:v>41934</c:v>
                </c:pt>
                <c:pt idx="2298">
                  <c:v>41935</c:v>
                </c:pt>
                <c:pt idx="2299">
                  <c:v>41936</c:v>
                </c:pt>
                <c:pt idx="2300">
                  <c:v>41939</c:v>
                </c:pt>
                <c:pt idx="2301">
                  <c:v>41940</c:v>
                </c:pt>
                <c:pt idx="2302">
                  <c:v>41941</c:v>
                </c:pt>
                <c:pt idx="2303">
                  <c:v>41942</c:v>
                </c:pt>
                <c:pt idx="2304">
                  <c:v>41943</c:v>
                </c:pt>
                <c:pt idx="2305">
                  <c:v>41946</c:v>
                </c:pt>
                <c:pt idx="2306">
                  <c:v>41947</c:v>
                </c:pt>
                <c:pt idx="2307">
                  <c:v>41948</c:v>
                </c:pt>
                <c:pt idx="2308">
                  <c:v>41949</c:v>
                </c:pt>
                <c:pt idx="2309">
                  <c:v>41950</c:v>
                </c:pt>
                <c:pt idx="2310">
                  <c:v>41953</c:v>
                </c:pt>
                <c:pt idx="2311">
                  <c:v>41954</c:v>
                </c:pt>
                <c:pt idx="2312">
                  <c:v>41955</c:v>
                </c:pt>
                <c:pt idx="2313">
                  <c:v>41956</c:v>
                </c:pt>
                <c:pt idx="2314">
                  <c:v>41957</c:v>
                </c:pt>
                <c:pt idx="2315">
                  <c:v>41960</c:v>
                </c:pt>
                <c:pt idx="2316">
                  <c:v>41961</c:v>
                </c:pt>
                <c:pt idx="2317">
                  <c:v>41962</c:v>
                </c:pt>
                <c:pt idx="2318">
                  <c:v>41963</c:v>
                </c:pt>
                <c:pt idx="2319">
                  <c:v>41964</c:v>
                </c:pt>
                <c:pt idx="2320">
                  <c:v>41967</c:v>
                </c:pt>
                <c:pt idx="2321">
                  <c:v>41968</c:v>
                </c:pt>
                <c:pt idx="2322">
                  <c:v>41969</c:v>
                </c:pt>
                <c:pt idx="2323">
                  <c:v>41970</c:v>
                </c:pt>
                <c:pt idx="2324">
                  <c:v>41971</c:v>
                </c:pt>
                <c:pt idx="2325">
                  <c:v>41974</c:v>
                </c:pt>
                <c:pt idx="2326">
                  <c:v>41975</c:v>
                </c:pt>
                <c:pt idx="2327">
                  <c:v>41976</c:v>
                </c:pt>
                <c:pt idx="2328">
                  <c:v>41977</c:v>
                </c:pt>
                <c:pt idx="2329">
                  <c:v>41978</c:v>
                </c:pt>
                <c:pt idx="2330">
                  <c:v>41981</c:v>
                </c:pt>
                <c:pt idx="2331">
                  <c:v>41982</c:v>
                </c:pt>
                <c:pt idx="2332">
                  <c:v>41983</c:v>
                </c:pt>
                <c:pt idx="2333">
                  <c:v>41984</c:v>
                </c:pt>
                <c:pt idx="2334">
                  <c:v>41985</c:v>
                </c:pt>
                <c:pt idx="2335">
                  <c:v>41988</c:v>
                </c:pt>
                <c:pt idx="2336">
                  <c:v>41989</c:v>
                </c:pt>
                <c:pt idx="2337">
                  <c:v>41990</c:v>
                </c:pt>
                <c:pt idx="2338">
                  <c:v>41991</c:v>
                </c:pt>
                <c:pt idx="2339">
                  <c:v>41992</c:v>
                </c:pt>
                <c:pt idx="2340">
                  <c:v>41995</c:v>
                </c:pt>
                <c:pt idx="2341">
                  <c:v>41996</c:v>
                </c:pt>
                <c:pt idx="2342">
                  <c:v>41997</c:v>
                </c:pt>
                <c:pt idx="2343">
                  <c:v>41998</c:v>
                </c:pt>
                <c:pt idx="2344">
                  <c:v>41999</c:v>
                </c:pt>
                <c:pt idx="2345">
                  <c:v>42002</c:v>
                </c:pt>
                <c:pt idx="2346">
                  <c:v>42003</c:v>
                </c:pt>
                <c:pt idx="2347">
                  <c:v>42004</c:v>
                </c:pt>
                <c:pt idx="2348">
                  <c:v>42005</c:v>
                </c:pt>
                <c:pt idx="2349">
                  <c:v>42006</c:v>
                </c:pt>
                <c:pt idx="2350">
                  <c:v>42009</c:v>
                </c:pt>
                <c:pt idx="2351">
                  <c:v>42010</c:v>
                </c:pt>
                <c:pt idx="2352">
                  <c:v>42011</c:v>
                </c:pt>
                <c:pt idx="2353">
                  <c:v>42012</c:v>
                </c:pt>
                <c:pt idx="2354">
                  <c:v>42013</c:v>
                </c:pt>
                <c:pt idx="2355">
                  <c:v>42016</c:v>
                </c:pt>
                <c:pt idx="2356">
                  <c:v>42017</c:v>
                </c:pt>
                <c:pt idx="2357">
                  <c:v>42018</c:v>
                </c:pt>
                <c:pt idx="2358">
                  <c:v>42019</c:v>
                </c:pt>
                <c:pt idx="2359">
                  <c:v>42020</c:v>
                </c:pt>
                <c:pt idx="2360">
                  <c:v>42023</c:v>
                </c:pt>
                <c:pt idx="2361">
                  <c:v>42024</c:v>
                </c:pt>
                <c:pt idx="2362">
                  <c:v>42025</c:v>
                </c:pt>
                <c:pt idx="2363">
                  <c:v>42026</c:v>
                </c:pt>
                <c:pt idx="2364">
                  <c:v>42027</c:v>
                </c:pt>
                <c:pt idx="2365">
                  <c:v>42030</c:v>
                </c:pt>
                <c:pt idx="2366">
                  <c:v>42031</c:v>
                </c:pt>
                <c:pt idx="2367">
                  <c:v>42032</c:v>
                </c:pt>
                <c:pt idx="2368">
                  <c:v>42033</c:v>
                </c:pt>
                <c:pt idx="2369">
                  <c:v>42034</c:v>
                </c:pt>
                <c:pt idx="2370">
                  <c:v>42037</c:v>
                </c:pt>
                <c:pt idx="2371">
                  <c:v>42038</c:v>
                </c:pt>
                <c:pt idx="2372">
                  <c:v>42039</c:v>
                </c:pt>
                <c:pt idx="2373">
                  <c:v>42040</c:v>
                </c:pt>
                <c:pt idx="2374">
                  <c:v>42041</c:v>
                </c:pt>
                <c:pt idx="2375">
                  <c:v>42044</c:v>
                </c:pt>
                <c:pt idx="2376">
                  <c:v>42045</c:v>
                </c:pt>
                <c:pt idx="2377">
                  <c:v>42046</c:v>
                </c:pt>
                <c:pt idx="2378">
                  <c:v>42047</c:v>
                </c:pt>
                <c:pt idx="2379">
                  <c:v>42048</c:v>
                </c:pt>
                <c:pt idx="2380">
                  <c:v>42051</c:v>
                </c:pt>
                <c:pt idx="2381">
                  <c:v>42052</c:v>
                </c:pt>
                <c:pt idx="2382">
                  <c:v>42053</c:v>
                </c:pt>
                <c:pt idx="2383">
                  <c:v>42054</c:v>
                </c:pt>
                <c:pt idx="2384">
                  <c:v>42055</c:v>
                </c:pt>
                <c:pt idx="2385">
                  <c:v>42058</c:v>
                </c:pt>
                <c:pt idx="2386">
                  <c:v>42059</c:v>
                </c:pt>
                <c:pt idx="2387">
                  <c:v>42060</c:v>
                </c:pt>
                <c:pt idx="2388">
                  <c:v>42061</c:v>
                </c:pt>
                <c:pt idx="2389">
                  <c:v>42062</c:v>
                </c:pt>
                <c:pt idx="2390">
                  <c:v>42065</c:v>
                </c:pt>
                <c:pt idx="2391">
                  <c:v>42066</c:v>
                </c:pt>
                <c:pt idx="2392">
                  <c:v>42067</c:v>
                </c:pt>
                <c:pt idx="2393">
                  <c:v>42068</c:v>
                </c:pt>
                <c:pt idx="2394">
                  <c:v>42069</c:v>
                </c:pt>
                <c:pt idx="2395">
                  <c:v>42072</c:v>
                </c:pt>
                <c:pt idx="2396">
                  <c:v>42073</c:v>
                </c:pt>
                <c:pt idx="2397">
                  <c:v>42074</c:v>
                </c:pt>
                <c:pt idx="2398">
                  <c:v>42075</c:v>
                </c:pt>
                <c:pt idx="2399">
                  <c:v>42076</c:v>
                </c:pt>
                <c:pt idx="2400">
                  <c:v>42079</c:v>
                </c:pt>
                <c:pt idx="2401">
                  <c:v>42080</c:v>
                </c:pt>
                <c:pt idx="2402">
                  <c:v>42081</c:v>
                </c:pt>
                <c:pt idx="2403">
                  <c:v>42082</c:v>
                </c:pt>
                <c:pt idx="2404">
                  <c:v>42083</c:v>
                </c:pt>
                <c:pt idx="2405">
                  <c:v>42086</c:v>
                </c:pt>
                <c:pt idx="2406">
                  <c:v>42087</c:v>
                </c:pt>
                <c:pt idx="2407">
                  <c:v>42088</c:v>
                </c:pt>
                <c:pt idx="2408">
                  <c:v>42089</c:v>
                </c:pt>
                <c:pt idx="2409">
                  <c:v>42090</c:v>
                </c:pt>
                <c:pt idx="2410">
                  <c:v>42093</c:v>
                </c:pt>
                <c:pt idx="2411">
                  <c:v>42094</c:v>
                </c:pt>
                <c:pt idx="2412">
                  <c:v>42095</c:v>
                </c:pt>
                <c:pt idx="2413">
                  <c:v>42096</c:v>
                </c:pt>
                <c:pt idx="2414">
                  <c:v>42097</c:v>
                </c:pt>
                <c:pt idx="2415">
                  <c:v>42100</c:v>
                </c:pt>
                <c:pt idx="2416">
                  <c:v>42101</c:v>
                </c:pt>
                <c:pt idx="2417">
                  <c:v>42102</c:v>
                </c:pt>
                <c:pt idx="2418">
                  <c:v>42103</c:v>
                </c:pt>
                <c:pt idx="2419">
                  <c:v>42104</c:v>
                </c:pt>
                <c:pt idx="2420">
                  <c:v>42107</c:v>
                </c:pt>
                <c:pt idx="2421">
                  <c:v>42108</c:v>
                </c:pt>
                <c:pt idx="2422">
                  <c:v>42109</c:v>
                </c:pt>
                <c:pt idx="2423">
                  <c:v>42110</c:v>
                </c:pt>
                <c:pt idx="2424">
                  <c:v>42111</c:v>
                </c:pt>
                <c:pt idx="2425">
                  <c:v>42114</c:v>
                </c:pt>
                <c:pt idx="2426">
                  <c:v>42115</c:v>
                </c:pt>
                <c:pt idx="2427">
                  <c:v>42116</c:v>
                </c:pt>
                <c:pt idx="2428">
                  <c:v>42117</c:v>
                </c:pt>
                <c:pt idx="2429">
                  <c:v>42118</c:v>
                </c:pt>
                <c:pt idx="2430">
                  <c:v>42121</c:v>
                </c:pt>
                <c:pt idx="2431">
                  <c:v>42122</c:v>
                </c:pt>
                <c:pt idx="2432">
                  <c:v>42123</c:v>
                </c:pt>
                <c:pt idx="2433">
                  <c:v>42124</c:v>
                </c:pt>
                <c:pt idx="2434">
                  <c:v>42125</c:v>
                </c:pt>
                <c:pt idx="2435">
                  <c:v>42128</c:v>
                </c:pt>
                <c:pt idx="2436">
                  <c:v>42129</c:v>
                </c:pt>
                <c:pt idx="2437">
                  <c:v>42130</c:v>
                </c:pt>
                <c:pt idx="2438">
                  <c:v>42131</c:v>
                </c:pt>
                <c:pt idx="2439">
                  <c:v>42132</c:v>
                </c:pt>
                <c:pt idx="2440">
                  <c:v>42135</c:v>
                </c:pt>
                <c:pt idx="2441">
                  <c:v>42136</c:v>
                </c:pt>
                <c:pt idx="2442">
                  <c:v>42137</c:v>
                </c:pt>
                <c:pt idx="2443">
                  <c:v>42138</c:v>
                </c:pt>
                <c:pt idx="2444">
                  <c:v>42139</c:v>
                </c:pt>
                <c:pt idx="2445">
                  <c:v>42142</c:v>
                </c:pt>
                <c:pt idx="2446">
                  <c:v>42143</c:v>
                </c:pt>
                <c:pt idx="2447">
                  <c:v>42144</c:v>
                </c:pt>
                <c:pt idx="2448">
                  <c:v>42145</c:v>
                </c:pt>
                <c:pt idx="2449">
                  <c:v>42146</c:v>
                </c:pt>
                <c:pt idx="2450">
                  <c:v>42149</c:v>
                </c:pt>
                <c:pt idx="2451">
                  <c:v>42150</c:v>
                </c:pt>
                <c:pt idx="2452">
                  <c:v>42151</c:v>
                </c:pt>
                <c:pt idx="2453">
                  <c:v>42152</c:v>
                </c:pt>
                <c:pt idx="2454">
                  <c:v>42153</c:v>
                </c:pt>
                <c:pt idx="2455">
                  <c:v>42156</c:v>
                </c:pt>
                <c:pt idx="2456">
                  <c:v>42157</c:v>
                </c:pt>
                <c:pt idx="2457">
                  <c:v>42158</c:v>
                </c:pt>
                <c:pt idx="2458">
                  <c:v>42159</c:v>
                </c:pt>
                <c:pt idx="2459">
                  <c:v>42160</c:v>
                </c:pt>
                <c:pt idx="2460">
                  <c:v>42163</c:v>
                </c:pt>
                <c:pt idx="2461">
                  <c:v>42164</c:v>
                </c:pt>
                <c:pt idx="2462">
                  <c:v>42165</c:v>
                </c:pt>
                <c:pt idx="2463">
                  <c:v>42166</c:v>
                </c:pt>
                <c:pt idx="2464">
                  <c:v>42167</c:v>
                </c:pt>
                <c:pt idx="2465">
                  <c:v>42170</c:v>
                </c:pt>
                <c:pt idx="2466">
                  <c:v>42171</c:v>
                </c:pt>
                <c:pt idx="2467">
                  <c:v>42172</c:v>
                </c:pt>
                <c:pt idx="2468">
                  <c:v>42173</c:v>
                </c:pt>
                <c:pt idx="2469">
                  <c:v>42174</c:v>
                </c:pt>
                <c:pt idx="2470">
                  <c:v>42177</c:v>
                </c:pt>
                <c:pt idx="2471">
                  <c:v>42178</c:v>
                </c:pt>
                <c:pt idx="2472">
                  <c:v>42179</c:v>
                </c:pt>
                <c:pt idx="2473">
                  <c:v>42180</c:v>
                </c:pt>
                <c:pt idx="2474">
                  <c:v>42181</c:v>
                </c:pt>
                <c:pt idx="2475">
                  <c:v>42184</c:v>
                </c:pt>
                <c:pt idx="2476">
                  <c:v>42185</c:v>
                </c:pt>
                <c:pt idx="2477">
                  <c:v>42186</c:v>
                </c:pt>
                <c:pt idx="2478">
                  <c:v>42187</c:v>
                </c:pt>
                <c:pt idx="2479">
                  <c:v>42188</c:v>
                </c:pt>
                <c:pt idx="2480">
                  <c:v>42191</c:v>
                </c:pt>
                <c:pt idx="2481">
                  <c:v>42192</c:v>
                </c:pt>
                <c:pt idx="2482">
                  <c:v>42193</c:v>
                </c:pt>
                <c:pt idx="2483">
                  <c:v>42194</c:v>
                </c:pt>
                <c:pt idx="2484">
                  <c:v>42195</c:v>
                </c:pt>
                <c:pt idx="2485">
                  <c:v>42198</c:v>
                </c:pt>
                <c:pt idx="2486">
                  <c:v>42199</c:v>
                </c:pt>
                <c:pt idx="2487">
                  <c:v>42200</c:v>
                </c:pt>
                <c:pt idx="2488">
                  <c:v>42201</c:v>
                </c:pt>
                <c:pt idx="2489">
                  <c:v>42202</c:v>
                </c:pt>
                <c:pt idx="2490">
                  <c:v>42205</c:v>
                </c:pt>
                <c:pt idx="2491">
                  <c:v>42206</c:v>
                </c:pt>
                <c:pt idx="2492">
                  <c:v>42207</c:v>
                </c:pt>
                <c:pt idx="2493">
                  <c:v>42208</c:v>
                </c:pt>
                <c:pt idx="2494">
                  <c:v>42209</c:v>
                </c:pt>
                <c:pt idx="2495">
                  <c:v>42212</c:v>
                </c:pt>
                <c:pt idx="2496">
                  <c:v>42213</c:v>
                </c:pt>
                <c:pt idx="2497">
                  <c:v>42214</c:v>
                </c:pt>
                <c:pt idx="2498">
                  <c:v>42215</c:v>
                </c:pt>
                <c:pt idx="2499">
                  <c:v>42216</c:v>
                </c:pt>
                <c:pt idx="2500">
                  <c:v>42219</c:v>
                </c:pt>
                <c:pt idx="2501">
                  <c:v>42220</c:v>
                </c:pt>
                <c:pt idx="2502">
                  <c:v>42221</c:v>
                </c:pt>
                <c:pt idx="2503">
                  <c:v>42222</c:v>
                </c:pt>
                <c:pt idx="2504">
                  <c:v>42223</c:v>
                </c:pt>
                <c:pt idx="2505">
                  <c:v>42226</c:v>
                </c:pt>
                <c:pt idx="2506">
                  <c:v>42227</c:v>
                </c:pt>
                <c:pt idx="2507">
                  <c:v>42228</c:v>
                </c:pt>
                <c:pt idx="2508">
                  <c:v>42229</c:v>
                </c:pt>
                <c:pt idx="2509">
                  <c:v>42230</c:v>
                </c:pt>
                <c:pt idx="2510">
                  <c:v>42233</c:v>
                </c:pt>
                <c:pt idx="2511">
                  <c:v>42234</c:v>
                </c:pt>
                <c:pt idx="2512">
                  <c:v>42235</c:v>
                </c:pt>
                <c:pt idx="2513">
                  <c:v>42236</c:v>
                </c:pt>
                <c:pt idx="2514">
                  <c:v>42237</c:v>
                </c:pt>
                <c:pt idx="2515">
                  <c:v>42240</c:v>
                </c:pt>
                <c:pt idx="2516">
                  <c:v>42241</c:v>
                </c:pt>
                <c:pt idx="2517">
                  <c:v>42242</c:v>
                </c:pt>
                <c:pt idx="2518">
                  <c:v>42243</c:v>
                </c:pt>
                <c:pt idx="2519">
                  <c:v>42244</c:v>
                </c:pt>
                <c:pt idx="2520">
                  <c:v>42247</c:v>
                </c:pt>
                <c:pt idx="2521">
                  <c:v>42248</c:v>
                </c:pt>
                <c:pt idx="2522">
                  <c:v>42249</c:v>
                </c:pt>
                <c:pt idx="2523">
                  <c:v>42250</c:v>
                </c:pt>
                <c:pt idx="2524">
                  <c:v>42251</c:v>
                </c:pt>
                <c:pt idx="2525">
                  <c:v>42254</c:v>
                </c:pt>
                <c:pt idx="2526">
                  <c:v>42255</c:v>
                </c:pt>
                <c:pt idx="2527">
                  <c:v>42256</c:v>
                </c:pt>
                <c:pt idx="2528">
                  <c:v>42257</c:v>
                </c:pt>
                <c:pt idx="2529">
                  <c:v>42258</c:v>
                </c:pt>
                <c:pt idx="2530">
                  <c:v>42261</c:v>
                </c:pt>
                <c:pt idx="2531">
                  <c:v>42262</c:v>
                </c:pt>
                <c:pt idx="2532">
                  <c:v>42263</c:v>
                </c:pt>
                <c:pt idx="2533">
                  <c:v>42264</c:v>
                </c:pt>
                <c:pt idx="2534">
                  <c:v>42265</c:v>
                </c:pt>
                <c:pt idx="2535">
                  <c:v>42268</c:v>
                </c:pt>
                <c:pt idx="2536">
                  <c:v>42269</c:v>
                </c:pt>
                <c:pt idx="2537">
                  <c:v>42270</c:v>
                </c:pt>
                <c:pt idx="2538">
                  <c:v>42271</c:v>
                </c:pt>
                <c:pt idx="2539">
                  <c:v>42272</c:v>
                </c:pt>
                <c:pt idx="2540">
                  <c:v>42275</c:v>
                </c:pt>
                <c:pt idx="2541">
                  <c:v>42276</c:v>
                </c:pt>
                <c:pt idx="2542">
                  <c:v>42277</c:v>
                </c:pt>
                <c:pt idx="2543">
                  <c:v>42278</c:v>
                </c:pt>
                <c:pt idx="2544">
                  <c:v>42279</c:v>
                </c:pt>
                <c:pt idx="2545">
                  <c:v>42282</c:v>
                </c:pt>
                <c:pt idx="2546">
                  <c:v>42283</c:v>
                </c:pt>
                <c:pt idx="2547">
                  <c:v>42284</c:v>
                </c:pt>
                <c:pt idx="2548">
                  <c:v>42285</c:v>
                </c:pt>
                <c:pt idx="2549">
                  <c:v>42286</c:v>
                </c:pt>
                <c:pt idx="2550">
                  <c:v>42289</c:v>
                </c:pt>
                <c:pt idx="2551">
                  <c:v>42290</c:v>
                </c:pt>
                <c:pt idx="2552">
                  <c:v>42291</c:v>
                </c:pt>
                <c:pt idx="2553">
                  <c:v>42292</c:v>
                </c:pt>
                <c:pt idx="2554">
                  <c:v>42293</c:v>
                </c:pt>
                <c:pt idx="2555">
                  <c:v>42296</c:v>
                </c:pt>
                <c:pt idx="2556">
                  <c:v>42297</c:v>
                </c:pt>
                <c:pt idx="2557">
                  <c:v>42298</c:v>
                </c:pt>
                <c:pt idx="2558">
                  <c:v>42299</c:v>
                </c:pt>
                <c:pt idx="2559">
                  <c:v>42300</c:v>
                </c:pt>
                <c:pt idx="2560">
                  <c:v>42303</c:v>
                </c:pt>
                <c:pt idx="2561">
                  <c:v>42304</c:v>
                </c:pt>
                <c:pt idx="2562">
                  <c:v>42305</c:v>
                </c:pt>
                <c:pt idx="2563">
                  <c:v>42306</c:v>
                </c:pt>
                <c:pt idx="2564">
                  <c:v>42307</c:v>
                </c:pt>
                <c:pt idx="2565">
                  <c:v>42310</c:v>
                </c:pt>
                <c:pt idx="2566">
                  <c:v>42311</c:v>
                </c:pt>
                <c:pt idx="2567">
                  <c:v>42312</c:v>
                </c:pt>
                <c:pt idx="2568">
                  <c:v>42313</c:v>
                </c:pt>
                <c:pt idx="2569">
                  <c:v>42314</c:v>
                </c:pt>
                <c:pt idx="2570">
                  <c:v>42317</c:v>
                </c:pt>
                <c:pt idx="2571">
                  <c:v>42318</c:v>
                </c:pt>
                <c:pt idx="2572">
                  <c:v>42319</c:v>
                </c:pt>
                <c:pt idx="2573">
                  <c:v>42320</c:v>
                </c:pt>
                <c:pt idx="2574">
                  <c:v>42321</c:v>
                </c:pt>
                <c:pt idx="2575">
                  <c:v>42324</c:v>
                </c:pt>
                <c:pt idx="2576">
                  <c:v>42325</c:v>
                </c:pt>
                <c:pt idx="2577">
                  <c:v>42326</c:v>
                </c:pt>
                <c:pt idx="2578">
                  <c:v>42327</c:v>
                </c:pt>
                <c:pt idx="2579">
                  <c:v>42328</c:v>
                </c:pt>
                <c:pt idx="2580">
                  <c:v>42331</c:v>
                </c:pt>
                <c:pt idx="2581">
                  <c:v>42332</c:v>
                </c:pt>
                <c:pt idx="2582">
                  <c:v>42333</c:v>
                </c:pt>
                <c:pt idx="2583">
                  <c:v>42334</c:v>
                </c:pt>
                <c:pt idx="2584">
                  <c:v>42335</c:v>
                </c:pt>
                <c:pt idx="2585">
                  <c:v>42338</c:v>
                </c:pt>
                <c:pt idx="2586">
                  <c:v>42339</c:v>
                </c:pt>
                <c:pt idx="2587">
                  <c:v>42340</c:v>
                </c:pt>
                <c:pt idx="2588">
                  <c:v>42341</c:v>
                </c:pt>
                <c:pt idx="2589">
                  <c:v>42342</c:v>
                </c:pt>
                <c:pt idx="2590">
                  <c:v>42345</c:v>
                </c:pt>
                <c:pt idx="2591">
                  <c:v>42346</c:v>
                </c:pt>
                <c:pt idx="2592">
                  <c:v>42347</c:v>
                </c:pt>
                <c:pt idx="2593">
                  <c:v>42348</c:v>
                </c:pt>
                <c:pt idx="2594">
                  <c:v>42349</c:v>
                </c:pt>
                <c:pt idx="2595">
                  <c:v>42352</c:v>
                </c:pt>
                <c:pt idx="2596">
                  <c:v>42353</c:v>
                </c:pt>
                <c:pt idx="2597">
                  <c:v>42354</c:v>
                </c:pt>
                <c:pt idx="2598">
                  <c:v>42355</c:v>
                </c:pt>
                <c:pt idx="2599">
                  <c:v>42356</c:v>
                </c:pt>
                <c:pt idx="2600">
                  <c:v>42359</c:v>
                </c:pt>
                <c:pt idx="2601">
                  <c:v>42360</c:v>
                </c:pt>
                <c:pt idx="2602">
                  <c:v>42361</c:v>
                </c:pt>
                <c:pt idx="2603">
                  <c:v>42362</c:v>
                </c:pt>
                <c:pt idx="2604">
                  <c:v>42363</c:v>
                </c:pt>
                <c:pt idx="2605">
                  <c:v>42366</c:v>
                </c:pt>
                <c:pt idx="2606">
                  <c:v>42367</c:v>
                </c:pt>
                <c:pt idx="2607">
                  <c:v>42368</c:v>
                </c:pt>
                <c:pt idx="2608">
                  <c:v>42369</c:v>
                </c:pt>
                <c:pt idx="2609">
                  <c:v>42370</c:v>
                </c:pt>
                <c:pt idx="2610">
                  <c:v>42373</c:v>
                </c:pt>
                <c:pt idx="2611">
                  <c:v>42374</c:v>
                </c:pt>
                <c:pt idx="2612">
                  <c:v>42375</c:v>
                </c:pt>
                <c:pt idx="2613">
                  <c:v>42376</c:v>
                </c:pt>
                <c:pt idx="2614">
                  <c:v>42377</c:v>
                </c:pt>
                <c:pt idx="2615">
                  <c:v>42380</c:v>
                </c:pt>
                <c:pt idx="2616">
                  <c:v>42381</c:v>
                </c:pt>
                <c:pt idx="2617">
                  <c:v>42382</c:v>
                </c:pt>
                <c:pt idx="2618">
                  <c:v>42383</c:v>
                </c:pt>
                <c:pt idx="2619">
                  <c:v>42384</c:v>
                </c:pt>
                <c:pt idx="2620">
                  <c:v>42387</c:v>
                </c:pt>
                <c:pt idx="2621">
                  <c:v>42388</c:v>
                </c:pt>
                <c:pt idx="2622">
                  <c:v>42389</c:v>
                </c:pt>
                <c:pt idx="2623">
                  <c:v>42390</c:v>
                </c:pt>
                <c:pt idx="2624">
                  <c:v>42391</c:v>
                </c:pt>
                <c:pt idx="2625">
                  <c:v>42394</c:v>
                </c:pt>
                <c:pt idx="2626">
                  <c:v>42395</c:v>
                </c:pt>
                <c:pt idx="2627">
                  <c:v>42396</c:v>
                </c:pt>
                <c:pt idx="2628">
                  <c:v>42397</c:v>
                </c:pt>
                <c:pt idx="2629">
                  <c:v>42398</c:v>
                </c:pt>
                <c:pt idx="2630">
                  <c:v>42401</c:v>
                </c:pt>
                <c:pt idx="2631">
                  <c:v>42402</c:v>
                </c:pt>
                <c:pt idx="2632">
                  <c:v>42403</c:v>
                </c:pt>
                <c:pt idx="2633">
                  <c:v>42404</c:v>
                </c:pt>
                <c:pt idx="2634">
                  <c:v>42405</c:v>
                </c:pt>
                <c:pt idx="2635">
                  <c:v>42408</c:v>
                </c:pt>
                <c:pt idx="2636">
                  <c:v>42409</c:v>
                </c:pt>
                <c:pt idx="2637">
                  <c:v>42410</c:v>
                </c:pt>
                <c:pt idx="2638">
                  <c:v>42411</c:v>
                </c:pt>
                <c:pt idx="2639">
                  <c:v>42412</c:v>
                </c:pt>
                <c:pt idx="2640">
                  <c:v>42415</c:v>
                </c:pt>
                <c:pt idx="2641">
                  <c:v>42416</c:v>
                </c:pt>
                <c:pt idx="2642">
                  <c:v>42417</c:v>
                </c:pt>
                <c:pt idx="2643">
                  <c:v>42418</c:v>
                </c:pt>
                <c:pt idx="2644">
                  <c:v>42419</c:v>
                </c:pt>
                <c:pt idx="2645">
                  <c:v>42422</c:v>
                </c:pt>
                <c:pt idx="2646">
                  <c:v>42423</c:v>
                </c:pt>
                <c:pt idx="2647">
                  <c:v>42424</c:v>
                </c:pt>
                <c:pt idx="2648">
                  <c:v>42425</c:v>
                </c:pt>
                <c:pt idx="2649">
                  <c:v>42426</c:v>
                </c:pt>
                <c:pt idx="2650">
                  <c:v>42429</c:v>
                </c:pt>
                <c:pt idx="2651">
                  <c:v>42430</c:v>
                </c:pt>
                <c:pt idx="2652">
                  <c:v>42431</c:v>
                </c:pt>
                <c:pt idx="2653">
                  <c:v>42432</c:v>
                </c:pt>
                <c:pt idx="2654">
                  <c:v>42433</c:v>
                </c:pt>
                <c:pt idx="2655">
                  <c:v>42436</c:v>
                </c:pt>
                <c:pt idx="2656">
                  <c:v>42437</c:v>
                </c:pt>
                <c:pt idx="2657">
                  <c:v>42438</c:v>
                </c:pt>
                <c:pt idx="2658">
                  <c:v>42439</c:v>
                </c:pt>
                <c:pt idx="2659">
                  <c:v>42440</c:v>
                </c:pt>
                <c:pt idx="2660">
                  <c:v>42443</c:v>
                </c:pt>
                <c:pt idx="2661">
                  <c:v>42444</c:v>
                </c:pt>
                <c:pt idx="2662">
                  <c:v>42445</c:v>
                </c:pt>
                <c:pt idx="2663">
                  <c:v>42446</c:v>
                </c:pt>
                <c:pt idx="2664">
                  <c:v>42447</c:v>
                </c:pt>
                <c:pt idx="2665">
                  <c:v>42450</c:v>
                </c:pt>
                <c:pt idx="2666">
                  <c:v>42451</c:v>
                </c:pt>
                <c:pt idx="2667">
                  <c:v>42452</c:v>
                </c:pt>
                <c:pt idx="2668">
                  <c:v>42453</c:v>
                </c:pt>
                <c:pt idx="2669">
                  <c:v>42454</c:v>
                </c:pt>
                <c:pt idx="2670">
                  <c:v>42457</c:v>
                </c:pt>
                <c:pt idx="2671">
                  <c:v>42458</c:v>
                </c:pt>
                <c:pt idx="2672">
                  <c:v>42459</c:v>
                </c:pt>
                <c:pt idx="2673">
                  <c:v>42460</c:v>
                </c:pt>
                <c:pt idx="2674">
                  <c:v>42461</c:v>
                </c:pt>
                <c:pt idx="2675">
                  <c:v>42464</c:v>
                </c:pt>
                <c:pt idx="2676">
                  <c:v>42465</c:v>
                </c:pt>
                <c:pt idx="2677">
                  <c:v>42466</c:v>
                </c:pt>
                <c:pt idx="2678">
                  <c:v>42467</c:v>
                </c:pt>
                <c:pt idx="2679">
                  <c:v>42468</c:v>
                </c:pt>
                <c:pt idx="2680">
                  <c:v>42471</c:v>
                </c:pt>
                <c:pt idx="2681">
                  <c:v>42472</c:v>
                </c:pt>
                <c:pt idx="2682">
                  <c:v>42473</c:v>
                </c:pt>
                <c:pt idx="2683">
                  <c:v>42474</c:v>
                </c:pt>
                <c:pt idx="2684">
                  <c:v>42475</c:v>
                </c:pt>
                <c:pt idx="2685">
                  <c:v>42478</c:v>
                </c:pt>
                <c:pt idx="2686">
                  <c:v>42479</c:v>
                </c:pt>
                <c:pt idx="2687">
                  <c:v>42480</c:v>
                </c:pt>
                <c:pt idx="2688">
                  <c:v>42481</c:v>
                </c:pt>
                <c:pt idx="2689">
                  <c:v>42482</c:v>
                </c:pt>
                <c:pt idx="2690">
                  <c:v>42485</c:v>
                </c:pt>
                <c:pt idx="2691">
                  <c:v>42486</c:v>
                </c:pt>
                <c:pt idx="2692">
                  <c:v>42487</c:v>
                </c:pt>
                <c:pt idx="2693">
                  <c:v>42488</c:v>
                </c:pt>
                <c:pt idx="2694">
                  <c:v>42489</c:v>
                </c:pt>
                <c:pt idx="2695">
                  <c:v>42492</c:v>
                </c:pt>
                <c:pt idx="2696">
                  <c:v>42493</c:v>
                </c:pt>
                <c:pt idx="2697">
                  <c:v>42494</c:v>
                </c:pt>
                <c:pt idx="2698">
                  <c:v>42495</c:v>
                </c:pt>
                <c:pt idx="2699">
                  <c:v>42496</c:v>
                </c:pt>
                <c:pt idx="2700">
                  <c:v>42499</c:v>
                </c:pt>
                <c:pt idx="2701">
                  <c:v>42500</c:v>
                </c:pt>
                <c:pt idx="2702">
                  <c:v>42501</c:v>
                </c:pt>
                <c:pt idx="2703">
                  <c:v>42502</c:v>
                </c:pt>
                <c:pt idx="2704">
                  <c:v>42503</c:v>
                </c:pt>
                <c:pt idx="2705">
                  <c:v>42506</c:v>
                </c:pt>
                <c:pt idx="2706">
                  <c:v>42507</c:v>
                </c:pt>
                <c:pt idx="2707">
                  <c:v>42508</c:v>
                </c:pt>
                <c:pt idx="2708">
                  <c:v>42509</c:v>
                </c:pt>
                <c:pt idx="2709">
                  <c:v>42510</c:v>
                </c:pt>
                <c:pt idx="2710">
                  <c:v>42513</c:v>
                </c:pt>
                <c:pt idx="2711">
                  <c:v>42514</c:v>
                </c:pt>
                <c:pt idx="2712">
                  <c:v>42515</c:v>
                </c:pt>
                <c:pt idx="2713">
                  <c:v>42516</c:v>
                </c:pt>
                <c:pt idx="2714">
                  <c:v>42517</c:v>
                </c:pt>
                <c:pt idx="2715">
                  <c:v>42520</c:v>
                </c:pt>
                <c:pt idx="2716">
                  <c:v>42521</c:v>
                </c:pt>
                <c:pt idx="2717">
                  <c:v>42522</c:v>
                </c:pt>
                <c:pt idx="2718">
                  <c:v>42523</c:v>
                </c:pt>
                <c:pt idx="2719">
                  <c:v>42524</c:v>
                </c:pt>
                <c:pt idx="2720">
                  <c:v>42527</c:v>
                </c:pt>
                <c:pt idx="2721">
                  <c:v>42528</c:v>
                </c:pt>
                <c:pt idx="2722">
                  <c:v>42529</c:v>
                </c:pt>
                <c:pt idx="2723">
                  <c:v>42530</c:v>
                </c:pt>
                <c:pt idx="2724">
                  <c:v>42531</c:v>
                </c:pt>
                <c:pt idx="2725">
                  <c:v>42534</c:v>
                </c:pt>
                <c:pt idx="2726">
                  <c:v>42535</c:v>
                </c:pt>
                <c:pt idx="2727">
                  <c:v>42536</c:v>
                </c:pt>
                <c:pt idx="2728">
                  <c:v>42537</c:v>
                </c:pt>
                <c:pt idx="2729">
                  <c:v>42538</c:v>
                </c:pt>
                <c:pt idx="2730">
                  <c:v>42541</c:v>
                </c:pt>
                <c:pt idx="2731">
                  <c:v>42542</c:v>
                </c:pt>
                <c:pt idx="2732">
                  <c:v>42543</c:v>
                </c:pt>
                <c:pt idx="2733">
                  <c:v>42544</c:v>
                </c:pt>
                <c:pt idx="2734">
                  <c:v>42545</c:v>
                </c:pt>
                <c:pt idx="2735">
                  <c:v>42548</c:v>
                </c:pt>
                <c:pt idx="2736">
                  <c:v>42549</c:v>
                </c:pt>
                <c:pt idx="2737">
                  <c:v>42550</c:v>
                </c:pt>
                <c:pt idx="2738">
                  <c:v>42551</c:v>
                </c:pt>
                <c:pt idx="2739">
                  <c:v>42552</c:v>
                </c:pt>
                <c:pt idx="2740">
                  <c:v>42555</c:v>
                </c:pt>
                <c:pt idx="2741">
                  <c:v>42556</c:v>
                </c:pt>
                <c:pt idx="2742">
                  <c:v>42557</c:v>
                </c:pt>
                <c:pt idx="2743">
                  <c:v>42558</c:v>
                </c:pt>
                <c:pt idx="2744">
                  <c:v>42559</c:v>
                </c:pt>
                <c:pt idx="2745">
                  <c:v>42562</c:v>
                </c:pt>
                <c:pt idx="2746">
                  <c:v>42563</c:v>
                </c:pt>
                <c:pt idx="2747">
                  <c:v>42564</c:v>
                </c:pt>
                <c:pt idx="2748">
                  <c:v>42565</c:v>
                </c:pt>
                <c:pt idx="2749">
                  <c:v>42566</c:v>
                </c:pt>
                <c:pt idx="2750">
                  <c:v>42569</c:v>
                </c:pt>
                <c:pt idx="2751">
                  <c:v>42570</c:v>
                </c:pt>
                <c:pt idx="2752">
                  <c:v>42571</c:v>
                </c:pt>
                <c:pt idx="2753">
                  <c:v>42572</c:v>
                </c:pt>
                <c:pt idx="2754">
                  <c:v>42573</c:v>
                </c:pt>
                <c:pt idx="2755">
                  <c:v>42576</c:v>
                </c:pt>
                <c:pt idx="2756">
                  <c:v>42577</c:v>
                </c:pt>
                <c:pt idx="2757">
                  <c:v>42578</c:v>
                </c:pt>
                <c:pt idx="2758">
                  <c:v>42579</c:v>
                </c:pt>
                <c:pt idx="2759">
                  <c:v>42580</c:v>
                </c:pt>
                <c:pt idx="2760">
                  <c:v>42583</c:v>
                </c:pt>
                <c:pt idx="2761">
                  <c:v>42584</c:v>
                </c:pt>
                <c:pt idx="2762">
                  <c:v>42585</c:v>
                </c:pt>
                <c:pt idx="2763">
                  <c:v>42586</c:v>
                </c:pt>
                <c:pt idx="2764">
                  <c:v>42587</c:v>
                </c:pt>
                <c:pt idx="2765">
                  <c:v>42590</c:v>
                </c:pt>
                <c:pt idx="2766">
                  <c:v>42591</c:v>
                </c:pt>
                <c:pt idx="2767">
                  <c:v>42592</c:v>
                </c:pt>
                <c:pt idx="2768">
                  <c:v>42593</c:v>
                </c:pt>
                <c:pt idx="2769">
                  <c:v>42594</c:v>
                </c:pt>
                <c:pt idx="2770">
                  <c:v>42597</c:v>
                </c:pt>
                <c:pt idx="2771">
                  <c:v>42598</c:v>
                </c:pt>
                <c:pt idx="2772">
                  <c:v>42599</c:v>
                </c:pt>
                <c:pt idx="2773">
                  <c:v>42600</c:v>
                </c:pt>
                <c:pt idx="2774">
                  <c:v>42601</c:v>
                </c:pt>
                <c:pt idx="2775">
                  <c:v>42604</c:v>
                </c:pt>
                <c:pt idx="2776">
                  <c:v>42605</c:v>
                </c:pt>
                <c:pt idx="2777">
                  <c:v>42606</c:v>
                </c:pt>
                <c:pt idx="2778">
                  <c:v>42607</c:v>
                </c:pt>
                <c:pt idx="2779">
                  <c:v>42608</c:v>
                </c:pt>
                <c:pt idx="2780">
                  <c:v>42611</c:v>
                </c:pt>
                <c:pt idx="2781">
                  <c:v>42612</c:v>
                </c:pt>
                <c:pt idx="2782">
                  <c:v>42613</c:v>
                </c:pt>
                <c:pt idx="2783">
                  <c:v>42614</c:v>
                </c:pt>
                <c:pt idx="2784">
                  <c:v>42615</c:v>
                </c:pt>
                <c:pt idx="2785">
                  <c:v>42618</c:v>
                </c:pt>
                <c:pt idx="2786">
                  <c:v>42619</c:v>
                </c:pt>
                <c:pt idx="2787">
                  <c:v>42620</c:v>
                </c:pt>
                <c:pt idx="2788">
                  <c:v>42621</c:v>
                </c:pt>
                <c:pt idx="2789">
                  <c:v>42622</c:v>
                </c:pt>
                <c:pt idx="2790">
                  <c:v>42625</c:v>
                </c:pt>
                <c:pt idx="2791">
                  <c:v>42626</c:v>
                </c:pt>
                <c:pt idx="2792">
                  <c:v>42627</c:v>
                </c:pt>
                <c:pt idx="2793">
                  <c:v>42628</c:v>
                </c:pt>
                <c:pt idx="2794">
                  <c:v>42629</c:v>
                </c:pt>
                <c:pt idx="2795">
                  <c:v>42632</c:v>
                </c:pt>
                <c:pt idx="2796">
                  <c:v>42633</c:v>
                </c:pt>
                <c:pt idx="2797">
                  <c:v>42634</c:v>
                </c:pt>
                <c:pt idx="2798">
                  <c:v>42635</c:v>
                </c:pt>
                <c:pt idx="2799">
                  <c:v>42636</c:v>
                </c:pt>
                <c:pt idx="2800">
                  <c:v>42639</c:v>
                </c:pt>
                <c:pt idx="2801">
                  <c:v>42640</c:v>
                </c:pt>
                <c:pt idx="2802">
                  <c:v>42641</c:v>
                </c:pt>
                <c:pt idx="2803">
                  <c:v>42642</c:v>
                </c:pt>
                <c:pt idx="2804">
                  <c:v>42643</c:v>
                </c:pt>
                <c:pt idx="2805">
                  <c:v>42646</c:v>
                </c:pt>
                <c:pt idx="2806">
                  <c:v>42647</c:v>
                </c:pt>
                <c:pt idx="2807">
                  <c:v>42648</c:v>
                </c:pt>
                <c:pt idx="2808">
                  <c:v>42649</c:v>
                </c:pt>
                <c:pt idx="2809">
                  <c:v>42650</c:v>
                </c:pt>
                <c:pt idx="2810">
                  <c:v>42653</c:v>
                </c:pt>
                <c:pt idx="2811">
                  <c:v>42654</c:v>
                </c:pt>
                <c:pt idx="2812">
                  <c:v>42655</c:v>
                </c:pt>
                <c:pt idx="2813">
                  <c:v>42656</c:v>
                </c:pt>
                <c:pt idx="2814">
                  <c:v>42657</c:v>
                </c:pt>
                <c:pt idx="2815">
                  <c:v>42660</c:v>
                </c:pt>
                <c:pt idx="2816">
                  <c:v>42661</c:v>
                </c:pt>
                <c:pt idx="2817">
                  <c:v>42662</c:v>
                </c:pt>
                <c:pt idx="2818">
                  <c:v>42663</c:v>
                </c:pt>
                <c:pt idx="2819">
                  <c:v>42664</c:v>
                </c:pt>
                <c:pt idx="2820">
                  <c:v>42667</c:v>
                </c:pt>
                <c:pt idx="2821">
                  <c:v>42668</c:v>
                </c:pt>
                <c:pt idx="2822">
                  <c:v>42669</c:v>
                </c:pt>
                <c:pt idx="2823">
                  <c:v>42670</c:v>
                </c:pt>
                <c:pt idx="2824">
                  <c:v>42671</c:v>
                </c:pt>
                <c:pt idx="2825">
                  <c:v>42674</c:v>
                </c:pt>
                <c:pt idx="2826">
                  <c:v>42675</c:v>
                </c:pt>
                <c:pt idx="2827">
                  <c:v>42676</c:v>
                </c:pt>
                <c:pt idx="2828">
                  <c:v>42677</c:v>
                </c:pt>
                <c:pt idx="2829">
                  <c:v>42678</c:v>
                </c:pt>
                <c:pt idx="2830">
                  <c:v>42681</c:v>
                </c:pt>
                <c:pt idx="2831">
                  <c:v>42682</c:v>
                </c:pt>
                <c:pt idx="2832">
                  <c:v>42683</c:v>
                </c:pt>
                <c:pt idx="2833">
                  <c:v>42684</c:v>
                </c:pt>
                <c:pt idx="2834">
                  <c:v>42685</c:v>
                </c:pt>
                <c:pt idx="2835">
                  <c:v>42688</c:v>
                </c:pt>
                <c:pt idx="2836">
                  <c:v>42689</c:v>
                </c:pt>
                <c:pt idx="2837">
                  <c:v>42690</c:v>
                </c:pt>
                <c:pt idx="2838">
                  <c:v>42691</c:v>
                </c:pt>
                <c:pt idx="2839">
                  <c:v>42692</c:v>
                </c:pt>
                <c:pt idx="2840">
                  <c:v>42695</c:v>
                </c:pt>
                <c:pt idx="2841">
                  <c:v>42696</c:v>
                </c:pt>
                <c:pt idx="2842">
                  <c:v>42697</c:v>
                </c:pt>
                <c:pt idx="2843">
                  <c:v>42698</c:v>
                </c:pt>
                <c:pt idx="2844">
                  <c:v>42699</c:v>
                </c:pt>
                <c:pt idx="2845">
                  <c:v>42702</c:v>
                </c:pt>
                <c:pt idx="2846">
                  <c:v>42703</c:v>
                </c:pt>
                <c:pt idx="2847">
                  <c:v>42704</c:v>
                </c:pt>
                <c:pt idx="2848">
                  <c:v>42705</c:v>
                </c:pt>
                <c:pt idx="2849">
                  <c:v>42706</c:v>
                </c:pt>
                <c:pt idx="2850">
                  <c:v>42709</c:v>
                </c:pt>
                <c:pt idx="2851">
                  <c:v>42710</c:v>
                </c:pt>
                <c:pt idx="2852">
                  <c:v>42711</c:v>
                </c:pt>
                <c:pt idx="2853">
                  <c:v>42712</c:v>
                </c:pt>
                <c:pt idx="2854">
                  <c:v>42713</c:v>
                </c:pt>
                <c:pt idx="2855">
                  <c:v>42716</c:v>
                </c:pt>
                <c:pt idx="2856">
                  <c:v>42717</c:v>
                </c:pt>
                <c:pt idx="2857">
                  <c:v>42718</c:v>
                </c:pt>
                <c:pt idx="2858">
                  <c:v>42719</c:v>
                </c:pt>
                <c:pt idx="2859">
                  <c:v>42720</c:v>
                </c:pt>
                <c:pt idx="2860">
                  <c:v>42723</c:v>
                </c:pt>
                <c:pt idx="2861">
                  <c:v>42724</c:v>
                </c:pt>
                <c:pt idx="2862">
                  <c:v>42725</c:v>
                </c:pt>
                <c:pt idx="2863">
                  <c:v>42726</c:v>
                </c:pt>
                <c:pt idx="2864">
                  <c:v>42727</c:v>
                </c:pt>
                <c:pt idx="2865">
                  <c:v>42730</c:v>
                </c:pt>
                <c:pt idx="2866">
                  <c:v>42731</c:v>
                </c:pt>
                <c:pt idx="2867">
                  <c:v>42732</c:v>
                </c:pt>
                <c:pt idx="2868">
                  <c:v>42733</c:v>
                </c:pt>
                <c:pt idx="2869">
                  <c:v>42734</c:v>
                </c:pt>
                <c:pt idx="2870">
                  <c:v>42737</c:v>
                </c:pt>
                <c:pt idx="2871">
                  <c:v>42738</c:v>
                </c:pt>
                <c:pt idx="2872">
                  <c:v>42739</c:v>
                </c:pt>
                <c:pt idx="2873">
                  <c:v>42740</c:v>
                </c:pt>
                <c:pt idx="2874">
                  <c:v>42741</c:v>
                </c:pt>
                <c:pt idx="2875">
                  <c:v>42744</c:v>
                </c:pt>
                <c:pt idx="2876">
                  <c:v>42745</c:v>
                </c:pt>
                <c:pt idx="2877">
                  <c:v>42746</c:v>
                </c:pt>
                <c:pt idx="2878">
                  <c:v>42747</c:v>
                </c:pt>
                <c:pt idx="2879">
                  <c:v>42748</c:v>
                </c:pt>
                <c:pt idx="2880">
                  <c:v>42751</c:v>
                </c:pt>
                <c:pt idx="2881">
                  <c:v>42752</c:v>
                </c:pt>
                <c:pt idx="2882">
                  <c:v>42753</c:v>
                </c:pt>
                <c:pt idx="2883">
                  <c:v>42754</c:v>
                </c:pt>
                <c:pt idx="2884">
                  <c:v>42755</c:v>
                </c:pt>
                <c:pt idx="2885">
                  <c:v>42758</c:v>
                </c:pt>
                <c:pt idx="2886">
                  <c:v>42759</c:v>
                </c:pt>
                <c:pt idx="2887">
                  <c:v>42760</c:v>
                </c:pt>
                <c:pt idx="2888">
                  <c:v>42761</c:v>
                </c:pt>
                <c:pt idx="2889">
                  <c:v>42762</c:v>
                </c:pt>
                <c:pt idx="2890">
                  <c:v>42765</c:v>
                </c:pt>
                <c:pt idx="2891">
                  <c:v>42766</c:v>
                </c:pt>
                <c:pt idx="2892">
                  <c:v>42767</c:v>
                </c:pt>
                <c:pt idx="2893">
                  <c:v>42768</c:v>
                </c:pt>
                <c:pt idx="2894">
                  <c:v>42769</c:v>
                </c:pt>
                <c:pt idx="2895">
                  <c:v>42772</c:v>
                </c:pt>
                <c:pt idx="2896">
                  <c:v>42773</c:v>
                </c:pt>
                <c:pt idx="2897">
                  <c:v>42774</c:v>
                </c:pt>
                <c:pt idx="2898">
                  <c:v>42775</c:v>
                </c:pt>
                <c:pt idx="2899">
                  <c:v>42776</c:v>
                </c:pt>
                <c:pt idx="2900">
                  <c:v>42779</c:v>
                </c:pt>
                <c:pt idx="2901">
                  <c:v>42780</c:v>
                </c:pt>
                <c:pt idx="2902">
                  <c:v>42781</c:v>
                </c:pt>
                <c:pt idx="2903">
                  <c:v>42782</c:v>
                </c:pt>
                <c:pt idx="2904">
                  <c:v>42783</c:v>
                </c:pt>
                <c:pt idx="2905">
                  <c:v>42786</c:v>
                </c:pt>
                <c:pt idx="2906">
                  <c:v>42787</c:v>
                </c:pt>
                <c:pt idx="2907">
                  <c:v>42788</c:v>
                </c:pt>
                <c:pt idx="2908">
                  <c:v>42789</c:v>
                </c:pt>
                <c:pt idx="2909">
                  <c:v>42790</c:v>
                </c:pt>
                <c:pt idx="2910">
                  <c:v>42793</c:v>
                </c:pt>
                <c:pt idx="2911">
                  <c:v>42794</c:v>
                </c:pt>
                <c:pt idx="2912">
                  <c:v>42795</c:v>
                </c:pt>
                <c:pt idx="2913">
                  <c:v>42796</c:v>
                </c:pt>
                <c:pt idx="2914">
                  <c:v>42797</c:v>
                </c:pt>
                <c:pt idx="2915">
                  <c:v>42800</c:v>
                </c:pt>
                <c:pt idx="2916">
                  <c:v>42801</c:v>
                </c:pt>
                <c:pt idx="2917">
                  <c:v>42802</c:v>
                </c:pt>
                <c:pt idx="2918">
                  <c:v>42803</c:v>
                </c:pt>
                <c:pt idx="2919">
                  <c:v>42804</c:v>
                </c:pt>
                <c:pt idx="2920">
                  <c:v>42807</c:v>
                </c:pt>
                <c:pt idx="2921">
                  <c:v>42808</c:v>
                </c:pt>
                <c:pt idx="2922">
                  <c:v>42809</c:v>
                </c:pt>
                <c:pt idx="2923">
                  <c:v>42810</c:v>
                </c:pt>
                <c:pt idx="2924">
                  <c:v>42811</c:v>
                </c:pt>
                <c:pt idx="2925">
                  <c:v>42814</c:v>
                </c:pt>
                <c:pt idx="2926">
                  <c:v>42815</c:v>
                </c:pt>
                <c:pt idx="2927">
                  <c:v>42816</c:v>
                </c:pt>
                <c:pt idx="2928">
                  <c:v>42817</c:v>
                </c:pt>
                <c:pt idx="2929">
                  <c:v>42818</c:v>
                </c:pt>
                <c:pt idx="2930">
                  <c:v>42821</c:v>
                </c:pt>
                <c:pt idx="2931">
                  <c:v>42822</c:v>
                </c:pt>
                <c:pt idx="2932">
                  <c:v>42823</c:v>
                </c:pt>
                <c:pt idx="2933">
                  <c:v>42824</c:v>
                </c:pt>
                <c:pt idx="2934">
                  <c:v>42825</c:v>
                </c:pt>
                <c:pt idx="2935">
                  <c:v>42828</c:v>
                </c:pt>
                <c:pt idx="2936">
                  <c:v>42829</c:v>
                </c:pt>
                <c:pt idx="2937">
                  <c:v>42830</c:v>
                </c:pt>
                <c:pt idx="2938">
                  <c:v>42831</c:v>
                </c:pt>
                <c:pt idx="2939">
                  <c:v>42832</c:v>
                </c:pt>
                <c:pt idx="2940">
                  <c:v>42835</c:v>
                </c:pt>
                <c:pt idx="2941">
                  <c:v>42836</c:v>
                </c:pt>
                <c:pt idx="2942">
                  <c:v>42837</c:v>
                </c:pt>
                <c:pt idx="2943">
                  <c:v>42838</c:v>
                </c:pt>
                <c:pt idx="2944">
                  <c:v>42839</c:v>
                </c:pt>
                <c:pt idx="2945">
                  <c:v>42842</c:v>
                </c:pt>
                <c:pt idx="2946">
                  <c:v>42843</c:v>
                </c:pt>
                <c:pt idx="2947">
                  <c:v>42844</c:v>
                </c:pt>
                <c:pt idx="2948">
                  <c:v>42845</c:v>
                </c:pt>
                <c:pt idx="2949">
                  <c:v>42846</c:v>
                </c:pt>
                <c:pt idx="2950">
                  <c:v>42849</c:v>
                </c:pt>
                <c:pt idx="2951">
                  <c:v>42850</c:v>
                </c:pt>
                <c:pt idx="2952">
                  <c:v>42851</c:v>
                </c:pt>
                <c:pt idx="2953">
                  <c:v>42852</c:v>
                </c:pt>
                <c:pt idx="2954">
                  <c:v>42853</c:v>
                </c:pt>
                <c:pt idx="2955">
                  <c:v>42856</c:v>
                </c:pt>
                <c:pt idx="2956">
                  <c:v>42857</c:v>
                </c:pt>
                <c:pt idx="2957">
                  <c:v>42858</c:v>
                </c:pt>
                <c:pt idx="2958">
                  <c:v>42859</c:v>
                </c:pt>
                <c:pt idx="2959">
                  <c:v>42860</c:v>
                </c:pt>
                <c:pt idx="2960">
                  <c:v>42863</c:v>
                </c:pt>
                <c:pt idx="2961">
                  <c:v>42864</c:v>
                </c:pt>
                <c:pt idx="2962">
                  <c:v>42865</c:v>
                </c:pt>
                <c:pt idx="2963">
                  <c:v>42866</c:v>
                </c:pt>
                <c:pt idx="2964">
                  <c:v>42867</c:v>
                </c:pt>
                <c:pt idx="2965">
                  <c:v>42870</c:v>
                </c:pt>
                <c:pt idx="2966">
                  <c:v>42871</c:v>
                </c:pt>
                <c:pt idx="2967">
                  <c:v>42872</c:v>
                </c:pt>
                <c:pt idx="2968">
                  <c:v>42873</c:v>
                </c:pt>
                <c:pt idx="2969">
                  <c:v>42874</c:v>
                </c:pt>
                <c:pt idx="2970">
                  <c:v>42877</c:v>
                </c:pt>
                <c:pt idx="2971">
                  <c:v>42878</c:v>
                </c:pt>
                <c:pt idx="2972">
                  <c:v>42879</c:v>
                </c:pt>
                <c:pt idx="2973">
                  <c:v>42880</c:v>
                </c:pt>
                <c:pt idx="2974">
                  <c:v>42881</c:v>
                </c:pt>
                <c:pt idx="2975">
                  <c:v>42884</c:v>
                </c:pt>
                <c:pt idx="2976">
                  <c:v>42885</c:v>
                </c:pt>
                <c:pt idx="2977">
                  <c:v>42886</c:v>
                </c:pt>
                <c:pt idx="2978">
                  <c:v>42887</c:v>
                </c:pt>
                <c:pt idx="2979">
                  <c:v>42888</c:v>
                </c:pt>
                <c:pt idx="2980">
                  <c:v>42891</c:v>
                </c:pt>
                <c:pt idx="2981">
                  <c:v>42892</c:v>
                </c:pt>
                <c:pt idx="2982">
                  <c:v>42893</c:v>
                </c:pt>
                <c:pt idx="2983">
                  <c:v>42894</c:v>
                </c:pt>
                <c:pt idx="2984">
                  <c:v>42895</c:v>
                </c:pt>
                <c:pt idx="2985">
                  <c:v>42898</c:v>
                </c:pt>
                <c:pt idx="2986">
                  <c:v>42899</c:v>
                </c:pt>
                <c:pt idx="2987">
                  <c:v>42900</c:v>
                </c:pt>
                <c:pt idx="2988">
                  <c:v>42901</c:v>
                </c:pt>
                <c:pt idx="2989">
                  <c:v>42902</c:v>
                </c:pt>
                <c:pt idx="2990">
                  <c:v>42905</c:v>
                </c:pt>
                <c:pt idx="2991">
                  <c:v>42906</c:v>
                </c:pt>
                <c:pt idx="2992">
                  <c:v>42907</c:v>
                </c:pt>
                <c:pt idx="2993">
                  <c:v>42908</c:v>
                </c:pt>
                <c:pt idx="2994">
                  <c:v>42909</c:v>
                </c:pt>
                <c:pt idx="2995">
                  <c:v>42912</c:v>
                </c:pt>
                <c:pt idx="2996">
                  <c:v>42913</c:v>
                </c:pt>
                <c:pt idx="2997">
                  <c:v>42914</c:v>
                </c:pt>
                <c:pt idx="2998">
                  <c:v>42915</c:v>
                </c:pt>
                <c:pt idx="2999">
                  <c:v>42916</c:v>
                </c:pt>
                <c:pt idx="3000">
                  <c:v>42919</c:v>
                </c:pt>
                <c:pt idx="3001">
                  <c:v>42920</c:v>
                </c:pt>
                <c:pt idx="3002">
                  <c:v>42921</c:v>
                </c:pt>
                <c:pt idx="3003">
                  <c:v>42922</c:v>
                </c:pt>
                <c:pt idx="3004">
                  <c:v>42923</c:v>
                </c:pt>
                <c:pt idx="3005">
                  <c:v>42926</c:v>
                </c:pt>
                <c:pt idx="3006">
                  <c:v>42927</c:v>
                </c:pt>
                <c:pt idx="3007">
                  <c:v>42928</c:v>
                </c:pt>
                <c:pt idx="3008">
                  <c:v>42929</c:v>
                </c:pt>
                <c:pt idx="3009">
                  <c:v>42930</c:v>
                </c:pt>
                <c:pt idx="3010">
                  <c:v>42933</c:v>
                </c:pt>
                <c:pt idx="3011">
                  <c:v>42934</c:v>
                </c:pt>
                <c:pt idx="3012">
                  <c:v>42935</c:v>
                </c:pt>
                <c:pt idx="3013">
                  <c:v>42936</c:v>
                </c:pt>
                <c:pt idx="3014">
                  <c:v>42937</c:v>
                </c:pt>
                <c:pt idx="3015">
                  <c:v>42940</c:v>
                </c:pt>
                <c:pt idx="3016">
                  <c:v>42941</c:v>
                </c:pt>
                <c:pt idx="3017">
                  <c:v>42942</c:v>
                </c:pt>
                <c:pt idx="3018">
                  <c:v>42943</c:v>
                </c:pt>
                <c:pt idx="3019">
                  <c:v>42944</c:v>
                </c:pt>
                <c:pt idx="3020">
                  <c:v>42947</c:v>
                </c:pt>
                <c:pt idx="3021">
                  <c:v>42948</c:v>
                </c:pt>
                <c:pt idx="3022">
                  <c:v>42949</c:v>
                </c:pt>
                <c:pt idx="3023">
                  <c:v>42950</c:v>
                </c:pt>
                <c:pt idx="3024">
                  <c:v>42951</c:v>
                </c:pt>
                <c:pt idx="3025">
                  <c:v>42954</c:v>
                </c:pt>
                <c:pt idx="3026">
                  <c:v>42955</c:v>
                </c:pt>
                <c:pt idx="3027">
                  <c:v>42956</c:v>
                </c:pt>
                <c:pt idx="3028">
                  <c:v>42957</c:v>
                </c:pt>
                <c:pt idx="3029">
                  <c:v>42958</c:v>
                </c:pt>
                <c:pt idx="3030">
                  <c:v>42961</c:v>
                </c:pt>
                <c:pt idx="3031">
                  <c:v>42962</c:v>
                </c:pt>
                <c:pt idx="3032">
                  <c:v>42963</c:v>
                </c:pt>
                <c:pt idx="3033">
                  <c:v>42964</c:v>
                </c:pt>
                <c:pt idx="3034">
                  <c:v>42965</c:v>
                </c:pt>
                <c:pt idx="3035">
                  <c:v>42968</c:v>
                </c:pt>
                <c:pt idx="3036">
                  <c:v>42969</c:v>
                </c:pt>
                <c:pt idx="3037">
                  <c:v>42970</c:v>
                </c:pt>
                <c:pt idx="3038">
                  <c:v>42971</c:v>
                </c:pt>
                <c:pt idx="3039">
                  <c:v>42972</c:v>
                </c:pt>
                <c:pt idx="3040">
                  <c:v>42975</c:v>
                </c:pt>
                <c:pt idx="3041">
                  <c:v>42976</c:v>
                </c:pt>
                <c:pt idx="3042">
                  <c:v>42977</c:v>
                </c:pt>
                <c:pt idx="3043">
                  <c:v>42978</c:v>
                </c:pt>
                <c:pt idx="3044">
                  <c:v>42979</c:v>
                </c:pt>
                <c:pt idx="3045">
                  <c:v>42982</c:v>
                </c:pt>
                <c:pt idx="3046">
                  <c:v>42983</c:v>
                </c:pt>
                <c:pt idx="3047">
                  <c:v>42984</c:v>
                </c:pt>
                <c:pt idx="3048">
                  <c:v>42985</c:v>
                </c:pt>
                <c:pt idx="3049">
                  <c:v>42986</c:v>
                </c:pt>
                <c:pt idx="3050">
                  <c:v>42989</c:v>
                </c:pt>
                <c:pt idx="3051">
                  <c:v>42990</c:v>
                </c:pt>
                <c:pt idx="3052">
                  <c:v>42991</c:v>
                </c:pt>
                <c:pt idx="3053">
                  <c:v>42992</c:v>
                </c:pt>
                <c:pt idx="3054">
                  <c:v>42993</c:v>
                </c:pt>
                <c:pt idx="3055">
                  <c:v>42996</c:v>
                </c:pt>
                <c:pt idx="3056">
                  <c:v>42997</c:v>
                </c:pt>
                <c:pt idx="3057">
                  <c:v>42998</c:v>
                </c:pt>
                <c:pt idx="3058">
                  <c:v>42999</c:v>
                </c:pt>
                <c:pt idx="3059">
                  <c:v>43000</c:v>
                </c:pt>
                <c:pt idx="3060">
                  <c:v>43003</c:v>
                </c:pt>
                <c:pt idx="3061">
                  <c:v>43004</c:v>
                </c:pt>
                <c:pt idx="3062">
                  <c:v>43005</c:v>
                </c:pt>
                <c:pt idx="3063">
                  <c:v>43006</c:v>
                </c:pt>
                <c:pt idx="3064">
                  <c:v>43007</c:v>
                </c:pt>
                <c:pt idx="3065">
                  <c:v>43010</c:v>
                </c:pt>
                <c:pt idx="3066">
                  <c:v>43011</c:v>
                </c:pt>
                <c:pt idx="3067">
                  <c:v>43012</c:v>
                </c:pt>
                <c:pt idx="3068">
                  <c:v>43013</c:v>
                </c:pt>
                <c:pt idx="3069">
                  <c:v>43014</c:v>
                </c:pt>
                <c:pt idx="3070">
                  <c:v>43017</c:v>
                </c:pt>
                <c:pt idx="3071">
                  <c:v>43018</c:v>
                </c:pt>
                <c:pt idx="3072">
                  <c:v>43019</c:v>
                </c:pt>
                <c:pt idx="3073">
                  <c:v>43020</c:v>
                </c:pt>
                <c:pt idx="3074">
                  <c:v>43021</c:v>
                </c:pt>
                <c:pt idx="3075">
                  <c:v>43024</c:v>
                </c:pt>
                <c:pt idx="3076">
                  <c:v>43025</c:v>
                </c:pt>
                <c:pt idx="3077">
                  <c:v>43026</c:v>
                </c:pt>
                <c:pt idx="3078">
                  <c:v>43027</c:v>
                </c:pt>
                <c:pt idx="3079">
                  <c:v>43028</c:v>
                </c:pt>
                <c:pt idx="3080">
                  <c:v>43031</c:v>
                </c:pt>
                <c:pt idx="3081">
                  <c:v>43032</c:v>
                </c:pt>
                <c:pt idx="3082">
                  <c:v>43033</c:v>
                </c:pt>
                <c:pt idx="3083">
                  <c:v>43034</c:v>
                </c:pt>
                <c:pt idx="3084">
                  <c:v>43035</c:v>
                </c:pt>
                <c:pt idx="3085">
                  <c:v>43038</c:v>
                </c:pt>
                <c:pt idx="3086">
                  <c:v>43039</c:v>
                </c:pt>
                <c:pt idx="3087">
                  <c:v>43040</c:v>
                </c:pt>
                <c:pt idx="3088">
                  <c:v>43041</c:v>
                </c:pt>
                <c:pt idx="3089">
                  <c:v>43042</c:v>
                </c:pt>
                <c:pt idx="3090">
                  <c:v>43045</c:v>
                </c:pt>
                <c:pt idx="3091">
                  <c:v>43046</c:v>
                </c:pt>
                <c:pt idx="3092">
                  <c:v>43047</c:v>
                </c:pt>
                <c:pt idx="3093">
                  <c:v>43048</c:v>
                </c:pt>
                <c:pt idx="3094">
                  <c:v>43049</c:v>
                </c:pt>
                <c:pt idx="3095">
                  <c:v>43052</c:v>
                </c:pt>
                <c:pt idx="3096">
                  <c:v>43053</c:v>
                </c:pt>
                <c:pt idx="3097">
                  <c:v>43054</c:v>
                </c:pt>
                <c:pt idx="3098">
                  <c:v>43055</c:v>
                </c:pt>
                <c:pt idx="3099">
                  <c:v>43056</c:v>
                </c:pt>
                <c:pt idx="3100">
                  <c:v>43059</c:v>
                </c:pt>
                <c:pt idx="3101">
                  <c:v>43060</c:v>
                </c:pt>
                <c:pt idx="3102">
                  <c:v>43061</c:v>
                </c:pt>
                <c:pt idx="3103">
                  <c:v>43062</c:v>
                </c:pt>
                <c:pt idx="3104">
                  <c:v>43063</c:v>
                </c:pt>
                <c:pt idx="3105">
                  <c:v>43066</c:v>
                </c:pt>
                <c:pt idx="3106">
                  <c:v>43067</c:v>
                </c:pt>
                <c:pt idx="3107">
                  <c:v>43068</c:v>
                </c:pt>
                <c:pt idx="3108">
                  <c:v>43069</c:v>
                </c:pt>
                <c:pt idx="3109">
                  <c:v>43070</c:v>
                </c:pt>
                <c:pt idx="3110">
                  <c:v>43073</c:v>
                </c:pt>
                <c:pt idx="3111">
                  <c:v>43074</c:v>
                </c:pt>
                <c:pt idx="3112">
                  <c:v>43075</c:v>
                </c:pt>
                <c:pt idx="3113">
                  <c:v>43076</c:v>
                </c:pt>
                <c:pt idx="3114">
                  <c:v>43077</c:v>
                </c:pt>
                <c:pt idx="3115">
                  <c:v>43080</c:v>
                </c:pt>
                <c:pt idx="3116">
                  <c:v>43081</c:v>
                </c:pt>
                <c:pt idx="3117">
                  <c:v>43082</c:v>
                </c:pt>
                <c:pt idx="3118">
                  <c:v>43083</c:v>
                </c:pt>
                <c:pt idx="3119">
                  <c:v>43084</c:v>
                </c:pt>
                <c:pt idx="3120">
                  <c:v>43087</c:v>
                </c:pt>
                <c:pt idx="3121">
                  <c:v>43088</c:v>
                </c:pt>
                <c:pt idx="3122">
                  <c:v>43089</c:v>
                </c:pt>
                <c:pt idx="3123">
                  <c:v>43090</c:v>
                </c:pt>
                <c:pt idx="3124">
                  <c:v>43091</c:v>
                </c:pt>
                <c:pt idx="3125">
                  <c:v>43094</c:v>
                </c:pt>
                <c:pt idx="3126">
                  <c:v>43095</c:v>
                </c:pt>
                <c:pt idx="3127">
                  <c:v>43096</c:v>
                </c:pt>
                <c:pt idx="3128">
                  <c:v>43097</c:v>
                </c:pt>
                <c:pt idx="3129">
                  <c:v>43098</c:v>
                </c:pt>
                <c:pt idx="3130">
                  <c:v>43101</c:v>
                </c:pt>
                <c:pt idx="3131">
                  <c:v>43102</c:v>
                </c:pt>
                <c:pt idx="3132">
                  <c:v>43103</c:v>
                </c:pt>
                <c:pt idx="3133">
                  <c:v>43104</c:v>
                </c:pt>
                <c:pt idx="3134">
                  <c:v>43105</c:v>
                </c:pt>
                <c:pt idx="3135">
                  <c:v>43108</c:v>
                </c:pt>
                <c:pt idx="3136">
                  <c:v>43109</c:v>
                </c:pt>
                <c:pt idx="3137">
                  <c:v>43110</c:v>
                </c:pt>
                <c:pt idx="3138">
                  <c:v>43111</c:v>
                </c:pt>
                <c:pt idx="3139">
                  <c:v>43112</c:v>
                </c:pt>
                <c:pt idx="3140">
                  <c:v>43115</c:v>
                </c:pt>
                <c:pt idx="3141">
                  <c:v>43116</c:v>
                </c:pt>
                <c:pt idx="3142">
                  <c:v>43117</c:v>
                </c:pt>
                <c:pt idx="3143">
                  <c:v>43118</c:v>
                </c:pt>
                <c:pt idx="3144">
                  <c:v>43119</c:v>
                </c:pt>
                <c:pt idx="3145">
                  <c:v>43122</c:v>
                </c:pt>
                <c:pt idx="3146">
                  <c:v>43123</c:v>
                </c:pt>
                <c:pt idx="3147">
                  <c:v>43124</c:v>
                </c:pt>
                <c:pt idx="3148">
                  <c:v>43125</c:v>
                </c:pt>
                <c:pt idx="3149">
                  <c:v>43126</c:v>
                </c:pt>
                <c:pt idx="3150">
                  <c:v>43129</c:v>
                </c:pt>
                <c:pt idx="3151">
                  <c:v>43130</c:v>
                </c:pt>
                <c:pt idx="3152">
                  <c:v>43131</c:v>
                </c:pt>
                <c:pt idx="3153">
                  <c:v>43132</c:v>
                </c:pt>
                <c:pt idx="3154">
                  <c:v>43133</c:v>
                </c:pt>
                <c:pt idx="3155">
                  <c:v>43136</c:v>
                </c:pt>
                <c:pt idx="3156">
                  <c:v>43137</c:v>
                </c:pt>
                <c:pt idx="3157">
                  <c:v>43138</c:v>
                </c:pt>
                <c:pt idx="3158">
                  <c:v>43139</c:v>
                </c:pt>
                <c:pt idx="3159">
                  <c:v>43140</c:v>
                </c:pt>
                <c:pt idx="3160">
                  <c:v>43143</c:v>
                </c:pt>
                <c:pt idx="3161">
                  <c:v>43144</c:v>
                </c:pt>
                <c:pt idx="3162">
                  <c:v>43145</c:v>
                </c:pt>
                <c:pt idx="3163">
                  <c:v>43146</c:v>
                </c:pt>
                <c:pt idx="3164">
                  <c:v>43147</c:v>
                </c:pt>
                <c:pt idx="3165">
                  <c:v>43150</c:v>
                </c:pt>
                <c:pt idx="3166">
                  <c:v>43151</c:v>
                </c:pt>
                <c:pt idx="3167">
                  <c:v>43152</c:v>
                </c:pt>
                <c:pt idx="3168">
                  <c:v>43153</c:v>
                </c:pt>
                <c:pt idx="3169">
                  <c:v>43154</c:v>
                </c:pt>
                <c:pt idx="3170">
                  <c:v>43157</c:v>
                </c:pt>
                <c:pt idx="3171">
                  <c:v>43158</c:v>
                </c:pt>
                <c:pt idx="3172">
                  <c:v>43159</c:v>
                </c:pt>
                <c:pt idx="3173">
                  <c:v>43160</c:v>
                </c:pt>
                <c:pt idx="3174">
                  <c:v>43161</c:v>
                </c:pt>
                <c:pt idx="3175">
                  <c:v>43164</c:v>
                </c:pt>
                <c:pt idx="3176">
                  <c:v>43165</c:v>
                </c:pt>
                <c:pt idx="3177">
                  <c:v>43166</c:v>
                </c:pt>
                <c:pt idx="3178">
                  <c:v>43167</c:v>
                </c:pt>
                <c:pt idx="3179">
                  <c:v>43168</c:v>
                </c:pt>
                <c:pt idx="3180">
                  <c:v>43171</c:v>
                </c:pt>
                <c:pt idx="3181">
                  <c:v>43172</c:v>
                </c:pt>
                <c:pt idx="3182">
                  <c:v>43173</c:v>
                </c:pt>
                <c:pt idx="3183">
                  <c:v>43174</c:v>
                </c:pt>
                <c:pt idx="3184">
                  <c:v>43175</c:v>
                </c:pt>
                <c:pt idx="3185">
                  <c:v>43178</c:v>
                </c:pt>
                <c:pt idx="3186">
                  <c:v>43179</c:v>
                </c:pt>
                <c:pt idx="3187">
                  <c:v>43180</c:v>
                </c:pt>
                <c:pt idx="3188">
                  <c:v>43181</c:v>
                </c:pt>
                <c:pt idx="3189">
                  <c:v>43182</c:v>
                </c:pt>
                <c:pt idx="3190">
                  <c:v>43185</c:v>
                </c:pt>
                <c:pt idx="3191">
                  <c:v>43186</c:v>
                </c:pt>
                <c:pt idx="3192">
                  <c:v>43187</c:v>
                </c:pt>
                <c:pt idx="3193">
                  <c:v>43188</c:v>
                </c:pt>
                <c:pt idx="3194">
                  <c:v>43189</c:v>
                </c:pt>
                <c:pt idx="3195">
                  <c:v>43192</c:v>
                </c:pt>
                <c:pt idx="3196">
                  <c:v>43193</c:v>
                </c:pt>
                <c:pt idx="3197">
                  <c:v>43194</c:v>
                </c:pt>
                <c:pt idx="3198">
                  <c:v>43195</c:v>
                </c:pt>
                <c:pt idx="3199">
                  <c:v>43196</c:v>
                </c:pt>
                <c:pt idx="3200">
                  <c:v>43199</c:v>
                </c:pt>
                <c:pt idx="3201">
                  <c:v>43200</c:v>
                </c:pt>
                <c:pt idx="3202">
                  <c:v>43201</c:v>
                </c:pt>
                <c:pt idx="3203">
                  <c:v>43202</c:v>
                </c:pt>
                <c:pt idx="3204">
                  <c:v>43203</c:v>
                </c:pt>
                <c:pt idx="3205">
                  <c:v>43206</c:v>
                </c:pt>
                <c:pt idx="3206">
                  <c:v>43207</c:v>
                </c:pt>
                <c:pt idx="3207">
                  <c:v>43208</c:v>
                </c:pt>
                <c:pt idx="3208">
                  <c:v>43209</c:v>
                </c:pt>
                <c:pt idx="3209">
                  <c:v>43210</c:v>
                </c:pt>
                <c:pt idx="3210">
                  <c:v>43213</c:v>
                </c:pt>
                <c:pt idx="3211">
                  <c:v>43214</c:v>
                </c:pt>
                <c:pt idx="3212">
                  <c:v>43215</c:v>
                </c:pt>
                <c:pt idx="3213">
                  <c:v>43216</c:v>
                </c:pt>
                <c:pt idx="3214">
                  <c:v>43217</c:v>
                </c:pt>
                <c:pt idx="3215">
                  <c:v>43220</c:v>
                </c:pt>
                <c:pt idx="3216">
                  <c:v>43221</c:v>
                </c:pt>
                <c:pt idx="3217">
                  <c:v>43222</c:v>
                </c:pt>
                <c:pt idx="3218">
                  <c:v>43223</c:v>
                </c:pt>
                <c:pt idx="3219">
                  <c:v>43224</c:v>
                </c:pt>
                <c:pt idx="3220">
                  <c:v>43227</c:v>
                </c:pt>
                <c:pt idx="3221">
                  <c:v>43228</c:v>
                </c:pt>
                <c:pt idx="3222">
                  <c:v>43229</c:v>
                </c:pt>
                <c:pt idx="3223">
                  <c:v>43230</c:v>
                </c:pt>
                <c:pt idx="3224">
                  <c:v>43231</c:v>
                </c:pt>
                <c:pt idx="3225">
                  <c:v>43234</c:v>
                </c:pt>
                <c:pt idx="3226">
                  <c:v>43235</c:v>
                </c:pt>
                <c:pt idx="3227">
                  <c:v>43236</c:v>
                </c:pt>
                <c:pt idx="3228">
                  <c:v>43237</c:v>
                </c:pt>
                <c:pt idx="3229">
                  <c:v>43238</c:v>
                </c:pt>
                <c:pt idx="3230">
                  <c:v>43241</c:v>
                </c:pt>
                <c:pt idx="3231">
                  <c:v>43242</c:v>
                </c:pt>
                <c:pt idx="3232">
                  <c:v>43243</c:v>
                </c:pt>
                <c:pt idx="3233">
                  <c:v>43244</c:v>
                </c:pt>
                <c:pt idx="3234">
                  <c:v>43245</c:v>
                </c:pt>
                <c:pt idx="3235">
                  <c:v>43248</c:v>
                </c:pt>
                <c:pt idx="3236">
                  <c:v>43249</c:v>
                </c:pt>
                <c:pt idx="3237">
                  <c:v>43250</c:v>
                </c:pt>
                <c:pt idx="3238">
                  <c:v>43251</c:v>
                </c:pt>
                <c:pt idx="3239">
                  <c:v>43252</c:v>
                </c:pt>
                <c:pt idx="3240">
                  <c:v>43255</c:v>
                </c:pt>
                <c:pt idx="3241">
                  <c:v>43256</c:v>
                </c:pt>
                <c:pt idx="3242">
                  <c:v>43257</c:v>
                </c:pt>
                <c:pt idx="3243">
                  <c:v>43258</c:v>
                </c:pt>
                <c:pt idx="3244">
                  <c:v>43259</c:v>
                </c:pt>
                <c:pt idx="3245">
                  <c:v>43262</c:v>
                </c:pt>
                <c:pt idx="3246">
                  <c:v>43263</c:v>
                </c:pt>
                <c:pt idx="3247">
                  <c:v>43264</c:v>
                </c:pt>
                <c:pt idx="3248">
                  <c:v>43265</c:v>
                </c:pt>
                <c:pt idx="3249">
                  <c:v>43266</c:v>
                </c:pt>
                <c:pt idx="3250">
                  <c:v>43269</c:v>
                </c:pt>
                <c:pt idx="3251">
                  <c:v>43270</c:v>
                </c:pt>
                <c:pt idx="3252">
                  <c:v>43271</c:v>
                </c:pt>
                <c:pt idx="3253">
                  <c:v>43272</c:v>
                </c:pt>
                <c:pt idx="3254">
                  <c:v>43273</c:v>
                </c:pt>
                <c:pt idx="3255">
                  <c:v>43276</c:v>
                </c:pt>
                <c:pt idx="3256">
                  <c:v>43277</c:v>
                </c:pt>
                <c:pt idx="3257">
                  <c:v>43278</c:v>
                </c:pt>
                <c:pt idx="3258">
                  <c:v>43279</c:v>
                </c:pt>
                <c:pt idx="3259">
                  <c:v>43280</c:v>
                </c:pt>
                <c:pt idx="3260">
                  <c:v>43283</c:v>
                </c:pt>
                <c:pt idx="3261">
                  <c:v>43284</c:v>
                </c:pt>
                <c:pt idx="3262">
                  <c:v>43285</c:v>
                </c:pt>
                <c:pt idx="3263">
                  <c:v>43286</c:v>
                </c:pt>
                <c:pt idx="3264">
                  <c:v>43287</c:v>
                </c:pt>
                <c:pt idx="3265">
                  <c:v>43290</c:v>
                </c:pt>
                <c:pt idx="3266">
                  <c:v>43291</c:v>
                </c:pt>
                <c:pt idx="3267">
                  <c:v>43292</c:v>
                </c:pt>
                <c:pt idx="3268">
                  <c:v>43293</c:v>
                </c:pt>
                <c:pt idx="3269">
                  <c:v>43294</c:v>
                </c:pt>
                <c:pt idx="3270">
                  <c:v>43297</c:v>
                </c:pt>
                <c:pt idx="3271">
                  <c:v>43298</c:v>
                </c:pt>
                <c:pt idx="3272">
                  <c:v>43299</c:v>
                </c:pt>
                <c:pt idx="3273">
                  <c:v>43300</c:v>
                </c:pt>
                <c:pt idx="3274">
                  <c:v>43301</c:v>
                </c:pt>
                <c:pt idx="3275">
                  <c:v>43304</c:v>
                </c:pt>
                <c:pt idx="3276">
                  <c:v>43305</c:v>
                </c:pt>
                <c:pt idx="3277">
                  <c:v>43306</c:v>
                </c:pt>
                <c:pt idx="3278">
                  <c:v>43307</c:v>
                </c:pt>
                <c:pt idx="3279">
                  <c:v>43308</c:v>
                </c:pt>
                <c:pt idx="3280">
                  <c:v>43311</c:v>
                </c:pt>
                <c:pt idx="3281">
                  <c:v>43312</c:v>
                </c:pt>
                <c:pt idx="3282">
                  <c:v>43313</c:v>
                </c:pt>
                <c:pt idx="3283">
                  <c:v>43314</c:v>
                </c:pt>
                <c:pt idx="3284">
                  <c:v>43315</c:v>
                </c:pt>
                <c:pt idx="3285">
                  <c:v>43318</c:v>
                </c:pt>
                <c:pt idx="3286">
                  <c:v>43319</c:v>
                </c:pt>
                <c:pt idx="3287">
                  <c:v>43320</c:v>
                </c:pt>
                <c:pt idx="3288">
                  <c:v>43321</c:v>
                </c:pt>
                <c:pt idx="3289">
                  <c:v>43322</c:v>
                </c:pt>
                <c:pt idx="3290">
                  <c:v>43325</c:v>
                </c:pt>
                <c:pt idx="3291">
                  <c:v>43326</c:v>
                </c:pt>
                <c:pt idx="3292">
                  <c:v>43327</c:v>
                </c:pt>
                <c:pt idx="3293">
                  <c:v>43328</c:v>
                </c:pt>
                <c:pt idx="3294">
                  <c:v>43329</c:v>
                </c:pt>
                <c:pt idx="3295">
                  <c:v>43332</c:v>
                </c:pt>
                <c:pt idx="3296">
                  <c:v>43333</c:v>
                </c:pt>
                <c:pt idx="3297">
                  <c:v>43334</c:v>
                </c:pt>
                <c:pt idx="3298">
                  <c:v>43335</c:v>
                </c:pt>
                <c:pt idx="3299">
                  <c:v>43336</c:v>
                </c:pt>
                <c:pt idx="3300">
                  <c:v>43339</c:v>
                </c:pt>
                <c:pt idx="3301">
                  <c:v>43340</c:v>
                </c:pt>
                <c:pt idx="3302">
                  <c:v>43341</c:v>
                </c:pt>
                <c:pt idx="3303">
                  <c:v>43342</c:v>
                </c:pt>
                <c:pt idx="3304">
                  <c:v>43343</c:v>
                </c:pt>
                <c:pt idx="3305">
                  <c:v>43346</c:v>
                </c:pt>
                <c:pt idx="3306">
                  <c:v>43347</c:v>
                </c:pt>
                <c:pt idx="3307">
                  <c:v>43348</c:v>
                </c:pt>
                <c:pt idx="3308">
                  <c:v>43349</c:v>
                </c:pt>
                <c:pt idx="3309">
                  <c:v>43350</c:v>
                </c:pt>
                <c:pt idx="3310">
                  <c:v>43353</c:v>
                </c:pt>
                <c:pt idx="3311">
                  <c:v>43354</c:v>
                </c:pt>
                <c:pt idx="3312">
                  <c:v>43355</c:v>
                </c:pt>
                <c:pt idx="3313">
                  <c:v>43356</c:v>
                </c:pt>
                <c:pt idx="3314">
                  <c:v>43357</c:v>
                </c:pt>
                <c:pt idx="3315">
                  <c:v>43360</c:v>
                </c:pt>
                <c:pt idx="3316">
                  <c:v>43361</c:v>
                </c:pt>
                <c:pt idx="3317">
                  <c:v>43362</c:v>
                </c:pt>
                <c:pt idx="3318">
                  <c:v>43363</c:v>
                </c:pt>
                <c:pt idx="3319">
                  <c:v>43364</c:v>
                </c:pt>
                <c:pt idx="3320">
                  <c:v>43367</c:v>
                </c:pt>
                <c:pt idx="3321">
                  <c:v>43368</c:v>
                </c:pt>
                <c:pt idx="3322">
                  <c:v>43369</c:v>
                </c:pt>
                <c:pt idx="3323">
                  <c:v>43370</c:v>
                </c:pt>
                <c:pt idx="3324">
                  <c:v>43371</c:v>
                </c:pt>
                <c:pt idx="3325">
                  <c:v>43374</c:v>
                </c:pt>
                <c:pt idx="3326">
                  <c:v>43375</c:v>
                </c:pt>
                <c:pt idx="3327">
                  <c:v>43376</c:v>
                </c:pt>
                <c:pt idx="3328">
                  <c:v>43377</c:v>
                </c:pt>
                <c:pt idx="3329">
                  <c:v>43378</c:v>
                </c:pt>
                <c:pt idx="3330">
                  <c:v>43381</c:v>
                </c:pt>
                <c:pt idx="3331">
                  <c:v>43382</c:v>
                </c:pt>
                <c:pt idx="3332">
                  <c:v>43383</c:v>
                </c:pt>
                <c:pt idx="3333">
                  <c:v>43384</c:v>
                </c:pt>
                <c:pt idx="3334">
                  <c:v>43385</c:v>
                </c:pt>
                <c:pt idx="3335">
                  <c:v>43388</c:v>
                </c:pt>
                <c:pt idx="3336">
                  <c:v>43389</c:v>
                </c:pt>
                <c:pt idx="3337">
                  <c:v>43390</c:v>
                </c:pt>
                <c:pt idx="3338">
                  <c:v>43391</c:v>
                </c:pt>
                <c:pt idx="3339">
                  <c:v>43392</c:v>
                </c:pt>
                <c:pt idx="3340">
                  <c:v>43395</c:v>
                </c:pt>
                <c:pt idx="3341">
                  <c:v>43396</c:v>
                </c:pt>
                <c:pt idx="3342">
                  <c:v>43397</c:v>
                </c:pt>
                <c:pt idx="3343">
                  <c:v>43398</c:v>
                </c:pt>
                <c:pt idx="3344">
                  <c:v>43399</c:v>
                </c:pt>
                <c:pt idx="3345">
                  <c:v>43402</c:v>
                </c:pt>
                <c:pt idx="3346">
                  <c:v>43403</c:v>
                </c:pt>
                <c:pt idx="3347">
                  <c:v>43404</c:v>
                </c:pt>
                <c:pt idx="3348">
                  <c:v>43405</c:v>
                </c:pt>
                <c:pt idx="3349">
                  <c:v>43406</c:v>
                </c:pt>
                <c:pt idx="3350">
                  <c:v>43409</c:v>
                </c:pt>
                <c:pt idx="3351">
                  <c:v>43410</c:v>
                </c:pt>
                <c:pt idx="3352">
                  <c:v>43411</c:v>
                </c:pt>
                <c:pt idx="3353">
                  <c:v>43412</c:v>
                </c:pt>
                <c:pt idx="3354">
                  <c:v>43413</c:v>
                </c:pt>
                <c:pt idx="3355">
                  <c:v>43416</c:v>
                </c:pt>
                <c:pt idx="3356">
                  <c:v>43417</c:v>
                </c:pt>
                <c:pt idx="3357">
                  <c:v>43418</c:v>
                </c:pt>
                <c:pt idx="3358">
                  <c:v>43419</c:v>
                </c:pt>
                <c:pt idx="3359">
                  <c:v>43420</c:v>
                </c:pt>
                <c:pt idx="3360">
                  <c:v>43423</c:v>
                </c:pt>
                <c:pt idx="3361">
                  <c:v>43424</c:v>
                </c:pt>
                <c:pt idx="3362">
                  <c:v>43425</c:v>
                </c:pt>
                <c:pt idx="3363">
                  <c:v>43426</c:v>
                </c:pt>
                <c:pt idx="3364">
                  <c:v>43427</c:v>
                </c:pt>
                <c:pt idx="3365">
                  <c:v>43430</c:v>
                </c:pt>
                <c:pt idx="3366">
                  <c:v>43431</c:v>
                </c:pt>
                <c:pt idx="3367">
                  <c:v>43432</c:v>
                </c:pt>
                <c:pt idx="3368">
                  <c:v>43433</c:v>
                </c:pt>
                <c:pt idx="3369">
                  <c:v>43434</c:v>
                </c:pt>
                <c:pt idx="3370">
                  <c:v>43437</c:v>
                </c:pt>
                <c:pt idx="3371">
                  <c:v>43438</c:v>
                </c:pt>
                <c:pt idx="3372">
                  <c:v>43439</c:v>
                </c:pt>
                <c:pt idx="3373">
                  <c:v>43440</c:v>
                </c:pt>
                <c:pt idx="3374">
                  <c:v>43441</c:v>
                </c:pt>
                <c:pt idx="3375">
                  <c:v>43444</c:v>
                </c:pt>
                <c:pt idx="3376">
                  <c:v>43445</c:v>
                </c:pt>
                <c:pt idx="3377">
                  <c:v>43446</c:v>
                </c:pt>
                <c:pt idx="3378">
                  <c:v>43447</c:v>
                </c:pt>
                <c:pt idx="3379">
                  <c:v>43448</c:v>
                </c:pt>
                <c:pt idx="3380">
                  <c:v>43451</c:v>
                </c:pt>
                <c:pt idx="3381">
                  <c:v>43452</c:v>
                </c:pt>
                <c:pt idx="3382">
                  <c:v>43453</c:v>
                </c:pt>
                <c:pt idx="3383">
                  <c:v>43454</c:v>
                </c:pt>
                <c:pt idx="3384">
                  <c:v>43455</c:v>
                </c:pt>
                <c:pt idx="3385">
                  <c:v>43458</c:v>
                </c:pt>
                <c:pt idx="3386">
                  <c:v>43459</c:v>
                </c:pt>
                <c:pt idx="3387">
                  <c:v>43460</c:v>
                </c:pt>
                <c:pt idx="3388">
                  <c:v>43461</c:v>
                </c:pt>
                <c:pt idx="3389">
                  <c:v>43462</c:v>
                </c:pt>
                <c:pt idx="3390">
                  <c:v>43465</c:v>
                </c:pt>
                <c:pt idx="3391">
                  <c:v>43466</c:v>
                </c:pt>
                <c:pt idx="3392">
                  <c:v>43467</c:v>
                </c:pt>
                <c:pt idx="3393">
                  <c:v>43468</c:v>
                </c:pt>
                <c:pt idx="3394">
                  <c:v>43469</c:v>
                </c:pt>
                <c:pt idx="3395">
                  <c:v>43472</c:v>
                </c:pt>
                <c:pt idx="3396">
                  <c:v>43473</c:v>
                </c:pt>
                <c:pt idx="3397">
                  <c:v>43474</c:v>
                </c:pt>
                <c:pt idx="3398">
                  <c:v>43475</c:v>
                </c:pt>
                <c:pt idx="3399">
                  <c:v>43476</c:v>
                </c:pt>
                <c:pt idx="3400">
                  <c:v>43479</c:v>
                </c:pt>
                <c:pt idx="3401">
                  <c:v>43480</c:v>
                </c:pt>
                <c:pt idx="3402">
                  <c:v>43481</c:v>
                </c:pt>
                <c:pt idx="3403">
                  <c:v>43482</c:v>
                </c:pt>
                <c:pt idx="3404">
                  <c:v>43483</c:v>
                </c:pt>
                <c:pt idx="3405">
                  <c:v>43486</c:v>
                </c:pt>
                <c:pt idx="3406">
                  <c:v>43487</c:v>
                </c:pt>
                <c:pt idx="3407">
                  <c:v>43488</c:v>
                </c:pt>
                <c:pt idx="3408">
                  <c:v>43489</c:v>
                </c:pt>
                <c:pt idx="3409">
                  <c:v>43490</c:v>
                </c:pt>
                <c:pt idx="3410">
                  <c:v>43493</c:v>
                </c:pt>
                <c:pt idx="3411">
                  <c:v>43494</c:v>
                </c:pt>
                <c:pt idx="3412">
                  <c:v>43495</c:v>
                </c:pt>
                <c:pt idx="3413">
                  <c:v>43496</c:v>
                </c:pt>
                <c:pt idx="3414">
                  <c:v>43497</c:v>
                </c:pt>
                <c:pt idx="3415">
                  <c:v>43500</c:v>
                </c:pt>
                <c:pt idx="3416">
                  <c:v>43501</c:v>
                </c:pt>
                <c:pt idx="3417">
                  <c:v>43502</c:v>
                </c:pt>
                <c:pt idx="3418">
                  <c:v>43503</c:v>
                </c:pt>
                <c:pt idx="3419">
                  <c:v>43504</c:v>
                </c:pt>
                <c:pt idx="3420">
                  <c:v>43507</c:v>
                </c:pt>
                <c:pt idx="3421">
                  <c:v>43508</c:v>
                </c:pt>
                <c:pt idx="3422">
                  <c:v>43509</c:v>
                </c:pt>
                <c:pt idx="3423">
                  <c:v>43510</c:v>
                </c:pt>
                <c:pt idx="3424">
                  <c:v>43511</c:v>
                </c:pt>
                <c:pt idx="3425">
                  <c:v>43514</c:v>
                </c:pt>
                <c:pt idx="3426">
                  <c:v>43515</c:v>
                </c:pt>
                <c:pt idx="3427">
                  <c:v>43516</c:v>
                </c:pt>
                <c:pt idx="3428">
                  <c:v>43517</c:v>
                </c:pt>
                <c:pt idx="3429">
                  <c:v>43518</c:v>
                </c:pt>
                <c:pt idx="3430">
                  <c:v>43521</c:v>
                </c:pt>
                <c:pt idx="3431">
                  <c:v>43522</c:v>
                </c:pt>
                <c:pt idx="3432">
                  <c:v>43523</c:v>
                </c:pt>
                <c:pt idx="3433">
                  <c:v>43524</c:v>
                </c:pt>
                <c:pt idx="3434">
                  <c:v>43525</c:v>
                </c:pt>
                <c:pt idx="3435">
                  <c:v>43528</c:v>
                </c:pt>
                <c:pt idx="3436">
                  <c:v>43529</c:v>
                </c:pt>
                <c:pt idx="3437">
                  <c:v>43530</c:v>
                </c:pt>
                <c:pt idx="3438">
                  <c:v>43531</c:v>
                </c:pt>
                <c:pt idx="3439">
                  <c:v>43532</c:v>
                </c:pt>
                <c:pt idx="3440">
                  <c:v>43535</c:v>
                </c:pt>
                <c:pt idx="3441">
                  <c:v>43536</c:v>
                </c:pt>
                <c:pt idx="3442">
                  <c:v>43537</c:v>
                </c:pt>
                <c:pt idx="3443">
                  <c:v>43538</c:v>
                </c:pt>
                <c:pt idx="3444">
                  <c:v>43539</c:v>
                </c:pt>
                <c:pt idx="3445">
                  <c:v>43542</c:v>
                </c:pt>
                <c:pt idx="3446">
                  <c:v>43543</c:v>
                </c:pt>
                <c:pt idx="3447">
                  <c:v>43544</c:v>
                </c:pt>
                <c:pt idx="3448">
                  <c:v>43545</c:v>
                </c:pt>
                <c:pt idx="3449">
                  <c:v>43546</c:v>
                </c:pt>
                <c:pt idx="3450">
                  <c:v>43549</c:v>
                </c:pt>
                <c:pt idx="3451">
                  <c:v>43550</c:v>
                </c:pt>
                <c:pt idx="3452">
                  <c:v>43551</c:v>
                </c:pt>
                <c:pt idx="3453">
                  <c:v>43552</c:v>
                </c:pt>
                <c:pt idx="3454">
                  <c:v>43553</c:v>
                </c:pt>
                <c:pt idx="3455">
                  <c:v>43556</c:v>
                </c:pt>
                <c:pt idx="3456">
                  <c:v>43557</c:v>
                </c:pt>
                <c:pt idx="3457">
                  <c:v>43558</c:v>
                </c:pt>
                <c:pt idx="3458">
                  <c:v>43559</c:v>
                </c:pt>
                <c:pt idx="3459">
                  <c:v>43560</c:v>
                </c:pt>
                <c:pt idx="3460">
                  <c:v>43563</c:v>
                </c:pt>
                <c:pt idx="3461">
                  <c:v>43564</c:v>
                </c:pt>
                <c:pt idx="3462">
                  <c:v>43565</c:v>
                </c:pt>
                <c:pt idx="3463">
                  <c:v>43566</c:v>
                </c:pt>
                <c:pt idx="3464">
                  <c:v>43567</c:v>
                </c:pt>
                <c:pt idx="3465">
                  <c:v>43570</c:v>
                </c:pt>
                <c:pt idx="3466">
                  <c:v>43571</c:v>
                </c:pt>
                <c:pt idx="3467">
                  <c:v>43572</c:v>
                </c:pt>
                <c:pt idx="3468">
                  <c:v>43573</c:v>
                </c:pt>
                <c:pt idx="3469">
                  <c:v>43574</c:v>
                </c:pt>
                <c:pt idx="3470">
                  <c:v>43577</c:v>
                </c:pt>
                <c:pt idx="3471">
                  <c:v>43578</c:v>
                </c:pt>
                <c:pt idx="3472">
                  <c:v>43579</c:v>
                </c:pt>
                <c:pt idx="3473">
                  <c:v>43580</c:v>
                </c:pt>
                <c:pt idx="3474">
                  <c:v>43581</c:v>
                </c:pt>
                <c:pt idx="3475">
                  <c:v>43584</c:v>
                </c:pt>
                <c:pt idx="3476">
                  <c:v>43585</c:v>
                </c:pt>
                <c:pt idx="3477">
                  <c:v>43586</c:v>
                </c:pt>
                <c:pt idx="3478">
                  <c:v>43587</c:v>
                </c:pt>
                <c:pt idx="3479">
                  <c:v>43588</c:v>
                </c:pt>
                <c:pt idx="3480">
                  <c:v>43591</c:v>
                </c:pt>
                <c:pt idx="3481">
                  <c:v>43592</c:v>
                </c:pt>
                <c:pt idx="3482">
                  <c:v>43593</c:v>
                </c:pt>
                <c:pt idx="3483">
                  <c:v>43594</c:v>
                </c:pt>
                <c:pt idx="3484">
                  <c:v>43595</c:v>
                </c:pt>
                <c:pt idx="3485">
                  <c:v>43598</c:v>
                </c:pt>
                <c:pt idx="3486">
                  <c:v>43599</c:v>
                </c:pt>
                <c:pt idx="3487">
                  <c:v>43600</c:v>
                </c:pt>
                <c:pt idx="3488">
                  <c:v>43601</c:v>
                </c:pt>
                <c:pt idx="3489">
                  <c:v>43602</c:v>
                </c:pt>
                <c:pt idx="3490">
                  <c:v>43605</c:v>
                </c:pt>
                <c:pt idx="3491">
                  <c:v>43606</c:v>
                </c:pt>
                <c:pt idx="3492">
                  <c:v>43607</c:v>
                </c:pt>
                <c:pt idx="3493">
                  <c:v>43608</c:v>
                </c:pt>
                <c:pt idx="3494">
                  <c:v>43609</c:v>
                </c:pt>
                <c:pt idx="3495">
                  <c:v>43612</c:v>
                </c:pt>
                <c:pt idx="3496">
                  <c:v>43613</c:v>
                </c:pt>
                <c:pt idx="3497">
                  <c:v>43614</c:v>
                </c:pt>
                <c:pt idx="3498">
                  <c:v>43615</c:v>
                </c:pt>
                <c:pt idx="3499">
                  <c:v>43616</c:v>
                </c:pt>
                <c:pt idx="3500">
                  <c:v>43619</c:v>
                </c:pt>
                <c:pt idx="3501">
                  <c:v>43620</c:v>
                </c:pt>
                <c:pt idx="3502">
                  <c:v>43621</c:v>
                </c:pt>
                <c:pt idx="3503">
                  <c:v>43622</c:v>
                </c:pt>
                <c:pt idx="3504">
                  <c:v>43623</c:v>
                </c:pt>
                <c:pt idx="3505">
                  <c:v>43626</c:v>
                </c:pt>
                <c:pt idx="3506">
                  <c:v>43627</c:v>
                </c:pt>
                <c:pt idx="3507">
                  <c:v>43628</c:v>
                </c:pt>
                <c:pt idx="3508">
                  <c:v>43629</c:v>
                </c:pt>
                <c:pt idx="3509">
                  <c:v>43630</c:v>
                </c:pt>
                <c:pt idx="3510">
                  <c:v>43633</c:v>
                </c:pt>
                <c:pt idx="3511">
                  <c:v>43634</c:v>
                </c:pt>
                <c:pt idx="3512">
                  <c:v>43635</c:v>
                </c:pt>
                <c:pt idx="3513">
                  <c:v>43636</c:v>
                </c:pt>
                <c:pt idx="3514">
                  <c:v>43637</c:v>
                </c:pt>
                <c:pt idx="3515">
                  <c:v>43640</c:v>
                </c:pt>
                <c:pt idx="3516">
                  <c:v>43641</c:v>
                </c:pt>
                <c:pt idx="3517">
                  <c:v>43642</c:v>
                </c:pt>
                <c:pt idx="3518">
                  <c:v>43643</c:v>
                </c:pt>
                <c:pt idx="3519">
                  <c:v>43644</c:v>
                </c:pt>
                <c:pt idx="3520">
                  <c:v>43647</c:v>
                </c:pt>
                <c:pt idx="3521">
                  <c:v>43648</c:v>
                </c:pt>
                <c:pt idx="3522">
                  <c:v>43649</c:v>
                </c:pt>
                <c:pt idx="3523">
                  <c:v>43650</c:v>
                </c:pt>
                <c:pt idx="3524">
                  <c:v>43651</c:v>
                </c:pt>
                <c:pt idx="3525">
                  <c:v>43654</c:v>
                </c:pt>
                <c:pt idx="3526">
                  <c:v>43655</c:v>
                </c:pt>
                <c:pt idx="3527">
                  <c:v>43656</c:v>
                </c:pt>
                <c:pt idx="3528">
                  <c:v>43657</c:v>
                </c:pt>
                <c:pt idx="3529">
                  <c:v>43658</c:v>
                </c:pt>
                <c:pt idx="3530">
                  <c:v>43661</c:v>
                </c:pt>
                <c:pt idx="3531">
                  <c:v>43662</c:v>
                </c:pt>
                <c:pt idx="3532">
                  <c:v>43663</c:v>
                </c:pt>
                <c:pt idx="3533">
                  <c:v>43664</c:v>
                </c:pt>
                <c:pt idx="3534">
                  <c:v>43665</c:v>
                </c:pt>
                <c:pt idx="3535">
                  <c:v>43668</c:v>
                </c:pt>
                <c:pt idx="3536">
                  <c:v>43669</c:v>
                </c:pt>
                <c:pt idx="3537">
                  <c:v>43670</c:v>
                </c:pt>
                <c:pt idx="3538">
                  <c:v>43671</c:v>
                </c:pt>
                <c:pt idx="3539">
                  <c:v>43672</c:v>
                </c:pt>
                <c:pt idx="3540">
                  <c:v>43675</c:v>
                </c:pt>
                <c:pt idx="3541">
                  <c:v>43676</c:v>
                </c:pt>
                <c:pt idx="3542">
                  <c:v>43677</c:v>
                </c:pt>
                <c:pt idx="3543">
                  <c:v>43678</c:v>
                </c:pt>
                <c:pt idx="3544">
                  <c:v>43679</c:v>
                </c:pt>
                <c:pt idx="3545">
                  <c:v>43682</c:v>
                </c:pt>
                <c:pt idx="3546">
                  <c:v>43683</c:v>
                </c:pt>
                <c:pt idx="3547">
                  <c:v>43684</c:v>
                </c:pt>
                <c:pt idx="3548">
                  <c:v>43685</c:v>
                </c:pt>
                <c:pt idx="3549">
                  <c:v>43686</c:v>
                </c:pt>
                <c:pt idx="3550">
                  <c:v>43689</c:v>
                </c:pt>
                <c:pt idx="3551">
                  <c:v>43690</c:v>
                </c:pt>
                <c:pt idx="3552">
                  <c:v>43691</c:v>
                </c:pt>
                <c:pt idx="3553">
                  <c:v>43692</c:v>
                </c:pt>
                <c:pt idx="3554">
                  <c:v>43693</c:v>
                </c:pt>
                <c:pt idx="3555">
                  <c:v>43696</c:v>
                </c:pt>
                <c:pt idx="3556">
                  <c:v>43697</c:v>
                </c:pt>
                <c:pt idx="3557">
                  <c:v>43698</c:v>
                </c:pt>
                <c:pt idx="3558">
                  <c:v>43699</c:v>
                </c:pt>
                <c:pt idx="3559">
                  <c:v>43700</c:v>
                </c:pt>
                <c:pt idx="3560">
                  <c:v>43703</c:v>
                </c:pt>
                <c:pt idx="3561">
                  <c:v>43704</c:v>
                </c:pt>
                <c:pt idx="3562">
                  <c:v>43705</c:v>
                </c:pt>
                <c:pt idx="3563">
                  <c:v>43706</c:v>
                </c:pt>
                <c:pt idx="3564">
                  <c:v>43707</c:v>
                </c:pt>
                <c:pt idx="3565">
                  <c:v>43710</c:v>
                </c:pt>
                <c:pt idx="3566">
                  <c:v>43711</c:v>
                </c:pt>
                <c:pt idx="3567">
                  <c:v>43712</c:v>
                </c:pt>
                <c:pt idx="3568">
                  <c:v>43713</c:v>
                </c:pt>
                <c:pt idx="3569">
                  <c:v>43714</c:v>
                </c:pt>
                <c:pt idx="3570">
                  <c:v>43717</c:v>
                </c:pt>
                <c:pt idx="3571">
                  <c:v>43718</c:v>
                </c:pt>
                <c:pt idx="3572">
                  <c:v>43719</c:v>
                </c:pt>
                <c:pt idx="3573">
                  <c:v>43720</c:v>
                </c:pt>
                <c:pt idx="3574">
                  <c:v>43721</c:v>
                </c:pt>
                <c:pt idx="3575">
                  <c:v>43724</c:v>
                </c:pt>
                <c:pt idx="3576">
                  <c:v>43725</c:v>
                </c:pt>
                <c:pt idx="3577">
                  <c:v>43726</c:v>
                </c:pt>
                <c:pt idx="3578">
                  <c:v>43727</c:v>
                </c:pt>
                <c:pt idx="3579">
                  <c:v>43728</c:v>
                </c:pt>
                <c:pt idx="3580">
                  <c:v>43731</c:v>
                </c:pt>
                <c:pt idx="3581">
                  <c:v>43732</c:v>
                </c:pt>
                <c:pt idx="3582">
                  <c:v>43733</c:v>
                </c:pt>
                <c:pt idx="3583">
                  <c:v>43734</c:v>
                </c:pt>
                <c:pt idx="3584">
                  <c:v>43735</c:v>
                </c:pt>
                <c:pt idx="3585">
                  <c:v>43738</c:v>
                </c:pt>
                <c:pt idx="3586">
                  <c:v>43739</c:v>
                </c:pt>
                <c:pt idx="3587">
                  <c:v>43740</c:v>
                </c:pt>
                <c:pt idx="3588">
                  <c:v>43741</c:v>
                </c:pt>
                <c:pt idx="3589">
                  <c:v>43742</c:v>
                </c:pt>
                <c:pt idx="3590">
                  <c:v>43745</c:v>
                </c:pt>
                <c:pt idx="3591">
                  <c:v>43746</c:v>
                </c:pt>
                <c:pt idx="3592">
                  <c:v>43747</c:v>
                </c:pt>
                <c:pt idx="3593">
                  <c:v>43748</c:v>
                </c:pt>
                <c:pt idx="3594">
                  <c:v>43749</c:v>
                </c:pt>
                <c:pt idx="3595">
                  <c:v>43752</c:v>
                </c:pt>
                <c:pt idx="3596">
                  <c:v>43753</c:v>
                </c:pt>
                <c:pt idx="3597">
                  <c:v>43754</c:v>
                </c:pt>
                <c:pt idx="3598">
                  <c:v>43755</c:v>
                </c:pt>
                <c:pt idx="3599">
                  <c:v>43756</c:v>
                </c:pt>
                <c:pt idx="3600">
                  <c:v>43759</c:v>
                </c:pt>
                <c:pt idx="3601">
                  <c:v>43760</c:v>
                </c:pt>
                <c:pt idx="3602">
                  <c:v>43761</c:v>
                </c:pt>
                <c:pt idx="3603">
                  <c:v>43762</c:v>
                </c:pt>
                <c:pt idx="3604">
                  <c:v>43763</c:v>
                </c:pt>
                <c:pt idx="3605">
                  <c:v>43766</c:v>
                </c:pt>
                <c:pt idx="3606">
                  <c:v>43767</c:v>
                </c:pt>
                <c:pt idx="3607">
                  <c:v>43768</c:v>
                </c:pt>
                <c:pt idx="3608">
                  <c:v>43769</c:v>
                </c:pt>
                <c:pt idx="3609">
                  <c:v>43770</c:v>
                </c:pt>
                <c:pt idx="3610">
                  <c:v>43773</c:v>
                </c:pt>
                <c:pt idx="3611">
                  <c:v>43774</c:v>
                </c:pt>
                <c:pt idx="3612">
                  <c:v>43775</c:v>
                </c:pt>
                <c:pt idx="3613">
                  <c:v>43776</c:v>
                </c:pt>
                <c:pt idx="3614">
                  <c:v>43777</c:v>
                </c:pt>
                <c:pt idx="3615">
                  <c:v>43780</c:v>
                </c:pt>
                <c:pt idx="3616">
                  <c:v>43781</c:v>
                </c:pt>
                <c:pt idx="3617">
                  <c:v>43782</c:v>
                </c:pt>
                <c:pt idx="3618">
                  <c:v>43783</c:v>
                </c:pt>
                <c:pt idx="3619">
                  <c:v>43784</c:v>
                </c:pt>
                <c:pt idx="3620">
                  <c:v>43787</c:v>
                </c:pt>
                <c:pt idx="3621">
                  <c:v>43788</c:v>
                </c:pt>
                <c:pt idx="3622">
                  <c:v>43789</c:v>
                </c:pt>
                <c:pt idx="3623">
                  <c:v>43790</c:v>
                </c:pt>
                <c:pt idx="3624">
                  <c:v>43791</c:v>
                </c:pt>
                <c:pt idx="3625">
                  <c:v>43794</c:v>
                </c:pt>
                <c:pt idx="3626">
                  <c:v>43795</c:v>
                </c:pt>
                <c:pt idx="3627">
                  <c:v>43796</c:v>
                </c:pt>
                <c:pt idx="3628">
                  <c:v>43797</c:v>
                </c:pt>
                <c:pt idx="3629">
                  <c:v>43798</c:v>
                </c:pt>
                <c:pt idx="3630">
                  <c:v>43801</c:v>
                </c:pt>
                <c:pt idx="3631">
                  <c:v>43802</c:v>
                </c:pt>
                <c:pt idx="3632">
                  <c:v>43803</c:v>
                </c:pt>
                <c:pt idx="3633">
                  <c:v>43804</c:v>
                </c:pt>
                <c:pt idx="3634">
                  <c:v>43805</c:v>
                </c:pt>
                <c:pt idx="3635">
                  <c:v>43808</c:v>
                </c:pt>
                <c:pt idx="3636">
                  <c:v>43809</c:v>
                </c:pt>
                <c:pt idx="3637">
                  <c:v>43810</c:v>
                </c:pt>
                <c:pt idx="3638">
                  <c:v>43811</c:v>
                </c:pt>
                <c:pt idx="3639">
                  <c:v>43812</c:v>
                </c:pt>
                <c:pt idx="3640">
                  <c:v>43815</c:v>
                </c:pt>
                <c:pt idx="3641">
                  <c:v>43816</c:v>
                </c:pt>
                <c:pt idx="3642">
                  <c:v>43817</c:v>
                </c:pt>
                <c:pt idx="3643">
                  <c:v>43818</c:v>
                </c:pt>
                <c:pt idx="3644">
                  <c:v>43819</c:v>
                </c:pt>
                <c:pt idx="3645">
                  <c:v>43822</c:v>
                </c:pt>
                <c:pt idx="3646">
                  <c:v>43823</c:v>
                </c:pt>
                <c:pt idx="3647">
                  <c:v>43824</c:v>
                </c:pt>
                <c:pt idx="3648">
                  <c:v>43825</c:v>
                </c:pt>
                <c:pt idx="3649">
                  <c:v>43826</c:v>
                </c:pt>
                <c:pt idx="3650">
                  <c:v>43829</c:v>
                </c:pt>
                <c:pt idx="3651">
                  <c:v>43830</c:v>
                </c:pt>
                <c:pt idx="3652">
                  <c:v>43831</c:v>
                </c:pt>
                <c:pt idx="3653">
                  <c:v>43832</c:v>
                </c:pt>
                <c:pt idx="3654">
                  <c:v>43833</c:v>
                </c:pt>
                <c:pt idx="3655">
                  <c:v>43836</c:v>
                </c:pt>
                <c:pt idx="3656">
                  <c:v>43837</c:v>
                </c:pt>
                <c:pt idx="3657">
                  <c:v>43838</c:v>
                </c:pt>
                <c:pt idx="3658">
                  <c:v>43839</c:v>
                </c:pt>
                <c:pt idx="3659">
                  <c:v>43840</c:v>
                </c:pt>
                <c:pt idx="3660">
                  <c:v>43843</c:v>
                </c:pt>
                <c:pt idx="3661">
                  <c:v>43844</c:v>
                </c:pt>
                <c:pt idx="3662">
                  <c:v>43845</c:v>
                </c:pt>
                <c:pt idx="3663">
                  <c:v>43846</c:v>
                </c:pt>
                <c:pt idx="3664">
                  <c:v>43847</c:v>
                </c:pt>
                <c:pt idx="3665">
                  <c:v>43850</c:v>
                </c:pt>
                <c:pt idx="3666">
                  <c:v>43851</c:v>
                </c:pt>
                <c:pt idx="3667">
                  <c:v>43852</c:v>
                </c:pt>
                <c:pt idx="3668">
                  <c:v>43853</c:v>
                </c:pt>
                <c:pt idx="3669">
                  <c:v>43854</c:v>
                </c:pt>
                <c:pt idx="3670">
                  <c:v>43857</c:v>
                </c:pt>
                <c:pt idx="3671">
                  <c:v>43858</c:v>
                </c:pt>
                <c:pt idx="3672">
                  <c:v>43859</c:v>
                </c:pt>
                <c:pt idx="3673">
                  <c:v>43860</c:v>
                </c:pt>
                <c:pt idx="3674">
                  <c:v>43861</c:v>
                </c:pt>
                <c:pt idx="3675">
                  <c:v>43864</c:v>
                </c:pt>
                <c:pt idx="3676">
                  <c:v>43865</c:v>
                </c:pt>
                <c:pt idx="3677">
                  <c:v>43866</c:v>
                </c:pt>
                <c:pt idx="3678">
                  <c:v>43867</c:v>
                </c:pt>
                <c:pt idx="3679">
                  <c:v>43868</c:v>
                </c:pt>
                <c:pt idx="3680">
                  <c:v>43871</c:v>
                </c:pt>
                <c:pt idx="3681">
                  <c:v>43872</c:v>
                </c:pt>
                <c:pt idx="3682">
                  <c:v>43873</c:v>
                </c:pt>
                <c:pt idx="3683">
                  <c:v>43874</c:v>
                </c:pt>
                <c:pt idx="3684">
                  <c:v>43875</c:v>
                </c:pt>
                <c:pt idx="3685">
                  <c:v>43878</c:v>
                </c:pt>
                <c:pt idx="3686">
                  <c:v>43879</c:v>
                </c:pt>
                <c:pt idx="3687">
                  <c:v>43880</c:v>
                </c:pt>
                <c:pt idx="3688">
                  <c:v>43881</c:v>
                </c:pt>
                <c:pt idx="3689">
                  <c:v>43882</c:v>
                </c:pt>
                <c:pt idx="3690">
                  <c:v>43885</c:v>
                </c:pt>
                <c:pt idx="3691">
                  <c:v>43886</c:v>
                </c:pt>
                <c:pt idx="3692">
                  <c:v>43887</c:v>
                </c:pt>
                <c:pt idx="3693">
                  <c:v>43888</c:v>
                </c:pt>
                <c:pt idx="3694">
                  <c:v>43889</c:v>
                </c:pt>
                <c:pt idx="3695">
                  <c:v>43892</c:v>
                </c:pt>
                <c:pt idx="3696">
                  <c:v>43893</c:v>
                </c:pt>
                <c:pt idx="3697">
                  <c:v>43894</c:v>
                </c:pt>
                <c:pt idx="3698">
                  <c:v>43895</c:v>
                </c:pt>
                <c:pt idx="3699">
                  <c:v>43896</c:v>
                </c:pt>
                <c:pt idx="3700">
                  <c:v>43899</c:v>
                </c:pt>
                <c:pt idx="3701">
                  <c:v>43900</c:v>
                </c:pt>
                <c:pt idx="3702">
                  <c:v>43901</c:v>
                </c:pt>
                <c:pt idx="3703">
                  <c:v>43902</c:v>
                </c:pt>
                <c:pt idx="3704">
                  <c:v>43903</c:v>
                </c:pt>
                <c:pt idx="3705">
                  <c:v>43906</c:v>
                </c:pt>
                <c:pt idx="3706">
                  <c:v>43907</c:v>
                </c:pt>
                <c:pt idx="3707">
                  <c:v>43908</c:v>
                </c:pt>
                <c:pt idx="3708">
                  <c:v>43909</c:v>
                </c:pt>
                <c:pt idx="3709">
                  <c:v>43910</c:v>
                </c:pt>
                <c:pt idx="3710">
                  <c:v>43913</c:v>
                </c:pt>
                <c:pt idx="3711">
                  <c:v>43914</c:v>
                </c:pt>
                <c:pt idx="3712">
                  <c:v>43915</c:v>
                </c:pt>
                <c:pt idx="3713">
                  <c:v>43916</c:v>
                </c:pt>
                <c:pt idx="3714">
                  <c:v>43917</c:v>
                </c:pt>
                <c:pt idx="3715">
                  <c:v>43920</c:v>
                </c:pt>
                <c:pt idx="3716">
                  <c:v>43921</c:v>
                </c:pt>
                <c:pt idx="3717">
                  <c:v>43922</c:v>
                </c:pt>
                <c:pt idx="3718">
                  <c:v>43923</c:v>
                </c:pt>
                <c:pt idx="3719">
                  <c:v>43924</c:v>
                </c:pt>
                <c:pt idx="3720">
                  <c:v>43927</c:v>
                </c:pt>
                <c:pt idx="3721">
                  <c:v>43928</c:v>
                </c:pt>
                <c:pt idx="3722">
                  <c:v>43929</c:v>
                </c:pt>
                <c:pt idx="3723">
                  <c:v>43930</c:v>
                </c:pt>
                <c:pt idx="3724">
                  <c:v>43931</c:v>
                </c:pt>
                <c:pt idx="3725">
                  <c:v>43934</c:v>
                </c:pt>
                <c:pt idx="3726">
                  <c:v>43935</c:v>
                </c:pt>
                <c:pt idx="3727">
                  <c:v>43936</c:v>
                </c:pt>
                <c:pt idx="3728">
                  <c:v>43937</c:v>
                </c:pt>
                <c:pt idx="3729">
                  <c:v>43938</c:v>
                </c:pt>
                <c:pt idx="3730">
                  <c:v>43941</c:v>
                </c:pt>
                <c:pt idx="3731">
                  <c:v>43942</c:v>
                </c:pt>
                <c:pt idx="3732">
                  <c:v>43943</c:v>
                </c:pt>
                <c:pt idx="3733">
                  <c:v>43944</c:v>
                </c:pt>
                <c:pt idx="3734">
                  <c:v>43945</c:v>
                </c:pt>
                <c:pt idx="3735">
                  <c:v>43948</c:v>
                </c:pt>
                <c:pt idx="3736">
                  <c:v>43949</c:v>
                </c:pt>
                <c:pt idx="3737">
                  <c:v>43950</c:v>
                </c:pt>
                <c:pt idx="3738">
                  <c:v>43951</c:v>
                </c:pt>
                <c:pt idx="3739">
                  <c:v>43952</c:v>
                </c:pt>
                <c:pt idx="3740">
                  <c:v>43955</c:v>
                </c:pt>
                <c:pt idx="3741">
                  <c:v>43956</c:v>
                </c:pt>
                <c:pt idx="3742">
                  <c:v>43957</c:v>
                </c:pt>
                <c:pt idx="3743">
                  <c:v>43958</c:v>
                </c:pt>
                <c:pt idx="3744">
                  <c:v>43959</c:v>
                </c:pt>
                <c:pt idx="3745">
                  <c:v>43962</c:v>
                </c:pt>
                <c:pt idx="3746">
                  <c:v>43963</c:v>
                </c:pt>
                <c:pt idx="3747">
                  <c:v>43964</c:v>
                </c:pt>
                <c:pt idx="3748">
                  <c:v>43965</c:v>
                </c:pt>
                <c:pt idx="3749">
                  <c:v>43966</c:v>
                </c:pt>
                <c:pt idx="3750">
                  <c:v>43969</c:v>
                </c:pt>
                <c:pt idx="3751">
                  <c:v>43970</c:v>
                </c:pt>
                <c:pt idx="3752">
                  <c:v>43971</c:v>
                </c:pt>
                <c:pt idx="3753">
                  <c:v>43972</c:v>
                </c:pt>
                <c:pt idx="3754">
                  <c:v>43973</c:v>
                </c:pt>
                <c:pt idx="3755">
                  <c:v>43976</c:v>
                </c:pt>
                <c:pt idx="3756">
                  <c:v>43977</c:v>
                </c:pt>
                <c:pt idx="3757">
                  <c:v>43978</c:v>
                </c:pt>
                <c:pt idx="3758">
                  <c:v>43979</c:v>
                </c:pt>
                <c:pt idx="3759">
                  <c:v>43980</c:v>
                </c:pt>
                <c:pt idx="3760">
                  <c:v>43983</c:v>
                </c:pt>
                <c:pt idx="3761">
                  <c:v>43984</c:v>
                </c:pt>
                <c:pt idx="3762">
                  <c:v>43985</c:v>
                </c:pt>
                <c:pt idx="3763">
                  <c:v>43986</c:v>
                </c:pt>
                <c:pt idx="3764">
                  <c:v>43987</c:v>
                </c:pt>
                <c:pt idx="3765">
                  <c:v>43990</c:v>
                </c:pt>
                <c:pt idx="3766">
                  <c:v>43991</c:v>
                </c:pt>
                <c:pt idx="3767">
                  <c:v>43992</c:v>
                </c:pt>
                <c:pt idx="3768">
                  <c:v>43993</c:v>
                </c:pt>
                <c:pt idx="3769">
                  <c:v>43994</c:v>
                </c:pt>
                <c:pt idx="3770">
                  <c:v>43997</c:v>
                </c:pt>
                <c:pt idx="3771">
                  <c:v>43998</c:v>
                </c:pt>
                <c:pt idx="3772">
                  <c:v>43999</c:v>
                </c:pt>
                <c:pt idx="3773">
                  <c:v>44000</c:v>
                </c:pt>
                <c:pt idx="3774">
                  <c:v>44001</c:v>
                </c:pt>
                <c:pt idx="3775">
                  <c:v>44004</c:v>
                </c:pt>
                <c:pt idx="3776">
                  <c:v>44005</c:v>
                </c:pt>
                <c:pt idx="3777">
                  <c:v>44006</c:v>
                </c:pt>
                <c:pt idx="3778">
                  <c:v>44007</c:v>
                </c:pt>
                <c:pt idx="3779">
                  <c:v>44008</c:v>
                </c:pt>
                <c:pt idx="3780">
                  <c:v>44011</c:v>
                </c:pt>
                <c:pt idx="3781">
                  <c:v>44012</c:v>
                </c:pt>
                <c:pt idx="3782">
                  <c:v>44013</c:v>
                </c:pt>
                <c:pt idx="3783">
                  <c:v>44014</c:v>
                </c:pt>
                <c:pt idx="3784">
                  <c:v>44015</c:v>
                </c:pt>
                <c:pt idx="3785">
                  <c:v>44018</c:v>
                </c:pt>
                <c:pt idx="3786">
                  <c:v>44019</c:v>
                </c:pt>
                <c:pt idx="3787">
                  <c:v>44020</c:v>
                </c:pt>
                <c:pt idx="3788">
                  <c:v>44021</c:v>
                </c:pt>
                <c:pt idx="3789">
                  <c:v>44022</c:v>
                </c:pt>
                <c:pt idx="3790">
                  <c:v>44025</c:v>
                </c:pt>
                <c:pt idx="3791">
                  <c:v>44026</c:v>
                </c:pt>
                <c:pt idx="3792">
                  <c:v>44027</c:v>
                </c:pt>
                <c:pt idx="3793">
                  <c:v>44028</c:v>
                </c:pt>
                <c:pt idx="3794">
                  <c:v>44029</c:v>
                </c:pt>
                <c:pt idx="3795">
                  <c:v>44032</c:v>
                </c:pt>
                <c:pt idx="3796">
                  <c:v>44033</c:v>
                </c:pt>
                <c:pt idx="3797">
                  <c:v>44034</c:v>
                </c:pt>
                <c:pt idx="3798">
                  <c:v>44035</c:v>
                </c:pt>
                <c:pt idx="3799">
                  <c:v>44036</c:v>
                </c:pt>
                <c:pt idx="3800">
                  <c:v>44039</c:v>
                </c:pt>
                <c:pt idx="3801">
                  <c:v>44040</c:v>
                </c:pt>
                <c:pt idx="3802">
                  <c:v>44041</c:v>
                </c:pt>
                <c:pt idx="3803">
                  <c:v>44042</c:v>
                </c:pt>
                <c:pt idx="3804">
                  <c:v>44043</c:v>
                </c:pt>
                <c:pt idx="3805">
                  <c:v>44046</c:v>
                </c:pt>
                <c:pt idx="3806">
                  <c:v>44047</c:v>
                </c:pt>
                <c:pt idx="3807">
                  <c:v>44048</c:v>
                </c:pt>
                <c:pt idx="3808">
                  <c:v>44049</c:v>
                </c:pt>
                <c:pt idx="3809">
                  <c:v>44050</c:v>
                </c:pt>
                <c:pt idx="3810">
                  <c:v>44053</c:v>
                </c:pt>
                <c:pt idx="3811">
                  <c:v>44054</c:v>
                </c:pt>
                <c:pt idx="3812">
                  <c:v>44055</c:v>
                </c:pt>
                <c:pt idx="3813">
                  <c:v>44056</c:v>
                </c:pt>
                <c:pt idx="3814">
                  <c:v>44057</c:v>
                </c:pt>
                <c:pt idx="3815">
                  <c:v>44060</c:v>
                </c:pt>
                <c:pt idx="3816">
                  <c:v>44061</c:v>
                </c:pt>
                <c:pt idx="3817">
                  <c:v>44062</c:v>
                </c:pt>
                <c:pt idx="3818">
                  <c:v>44063</c:v>
                </c:pt>
                <c:pt idx="3819">
                  <c:v>44064</c:v>
                </c:pt>
                <c:pt idx="3820">
                  <c:v>44067</c:v>
                </c:pt>
                <c:pt idx="3821">
                  <c:v>44068</c:v>
                </c:pt>
                <c:pt idx="3822">
                  <c:v>44069</c:v>
                </c:pt>
                <c:pt idx="3823">
                  <c:v>44070</c:v>
                </c:pt>
                <c:pt idx="3824">
                  <c:v>44071</c:v>
                </c:pt>
                <c:pt idx="3825">
                  <c:v>44074</c:v>
                </c:pt>
                <c:pt idx="3826">
                  <c:v>44075</c:v>
                </c:pt>
                <c:pt idx="3827">
                  <c:v>44076</c:v>
                </c:pt>
                <c:pt idx="3828">
                  <c:v>44077</c:v>
                </c:pt>
                <c:pt idx="3829">
                  <c:v>44078</c:v>
                </c:pt>
                <c:pt idx="3830">
                  <c:v>44081</c:v>
                </c:pt>
                <c:pt idx="3831">
                  <c:v>44082</c:v>
                </c:pt>
                <c:pt idx="3832">
                  <c:v>44083</c:v>
                </c:pt>
                <c:pt idx="3833">
                  <c:v>44084</c:v>
                </c:pt>
                <c:pt idx="3834">
                  <c:v>44085</c:v>
                </c:pt>
                <c:pt idx="3835">
                  <c:v>44088</c:v>
                </c:pt>
                <c:pt idx="3836">
                  <c:v>44089</c:v>
                </c:pt>
                <c:pt idx="3837">
                  <c:v>44090</c:v>
                </c:pt>
                <c:pt idx="3838">
                  <c:v>44091</c:v>
                </c:pt>
                <c:pt idx="3839">
                  <c:v>44092</c:v>
                </c:pt>
                <c:pt idx="3840">
                  <c:v>44095</c:v>
                </c:pt>
                <c:pt idx="3841">
                  <c:v>44096</c:v>
                </c:pt>
                <c:pt idx="3842">
                  <c:v>44097</c:v>
                </c:pt>
                <c:pt idx="3843">
                  <c:v>44098</c:v>
                </c:pt>
                <c:pt idx="3844">
                  <c:v>44099</c:v>
                </c:pt>
                <c:pt idx="3845">
                  <c:v>44102</c:v>
                </c:pt>
                <c:pt idx="3846">
                  <c:v>44103</c:v>
                </c:pt>
                <c:pt idx="3847">
                  <c:v>44104</c:v>
                </c:pt>
                <c:pt idx="3848">
                  <c:v>44105</c:v>
                </c:pt>
                <c:pt idx="3849">
                  <c:v>44106</c:v>
                </c:pt>
                <c:pt idx="3850">
                  <c:v>44109</c:v>
                </c:pt>
                <c:pt idx="3851">
                  <c:v>44110</c:v>
                </c:pt>
                <c:pt idx="3852">
                  <c:v>44111</c:v>
                </c:pt>
                <c:pt idx="3853">
                  <c:v>44112</c:v>
                </c:pt>
                <c:pt idx="3854">
                  <c:v>44113</c:v>
                </c:pt>
                <c:pt idx="3855">
                  <c:v>44116</c:v>
                </c:pt>
                <c:pt idx="3856">
                  <c:v>44117</c:v>
                </c:pt>
                <c:pt idx="3857">
                  <c:v>44118</c:v>
                </c:pt>
                <c:pt idx="3858">
                  <c:v>44119</c:v>
                </c:pt>
                <c:pt idx="3859">
                  <c:v>44120</c:v>
                </c:pt>
                <c:pt idx="3860">
                  <c:v>44123</c:v>
                </c:pt>
                <c:pt idx="3861">
                  <c:v>44124</c:v>
                </c:pt>
                <c:pt idx="3862">
                  <c:v>44125</c:v>
                </c:pt>
                <c:pt idx="3863">
                  <c:v>44126</c:v>
                </c:pt>
                <c:pt idx="3864">
                  <c:v>44127</c:v>
                </c:pt>
                <c:pt idx="3865">
                  <c:v>44130</c:v>
                </c:pt>
                <c:pt idx="3866">
                  <c:v>44131</c:v>
                </c:pt>
                <c:pt idx="3867">
                  <c:v>44132</c:v>
                </c:pt>
                <c:pt idx="3868">
                  <c:v>44133</c:v>
                </c:pt>
                <c:pt idx="3869">
                  <c:v>44134</c:v>
                </c:pt>
                <c:pt idx="3870">
                  <c:v>44137</c:v>
                </c:pt>
                <c:pt idx="3871">
                  <c:v>44138</c:v>
                </c:pt>
                <c:pt idx="3872">
                  <c:v>44139</c:v>
                </c:pt>
                <c:pt idx="3873">
                  <c:v>44140</c:v>
                </c:pt>
                <c:pt idx="3874">
                  <c:v>44141</c:v>
                </c:pt>
                <c:pt idx="3875">
                  <c:v>44144</c:v>
                </c:pt>
                <c:pt idx="3876">
                  <c:v>44145</c:v>
                </c:pt>
                <c:pt idx="3877">
                  <c:v>44146</c:v>
                </c:pt>
                <c:pt idx="3878">
                  <c:v>44147</c:v>
                </c:pt>
                <c:pt idx="3879">
                  <c:v>44148</c:v>
                </c:pt>
                <c:pt idx="3880">
                  <c:v>44151</c:v>
                </c:pt>
                <c:pt idx="3881">
                  <c:v>44152</c:v>
                </c:pt>
                <c:pt idx="3882">
                  <c:v>44153</c:v>
                </c:pt>
                <c:pt idx="3883">
                  <c:v>44154</c:v>
                </c:pt>
                <c:pt idx="3884">
                  <c:v>44155</c:v>
                </c:pt>
                <c:pt idx="3885">
                  <c:v>44158</c:v>
                </c:pt>
                <c:pt idx="3886">
                  <c:v>44159</c:v>
                </c:pt>
                <c:pt idx="3887">
                  <c:v>44160</c:v>
                </c:pt>
                <c:pt idx="3888">
                  <c:v>44161</c:v>
                </c:pt>
                <c:pt idx="3889">
                  <c:v>44162</c:v>
                </c:pt>
                <c:pt idx="3890">
                  <c:v>44165</c:v>
                </c:pt>
                <c:pt idx="3891">
                  <c:v>44166</c:v>
                </c:pt>
                <c:pt idx="3892">
                  <c:v>44167</c:v>
                </c:pt>
                <c:pt idx="3893">
                  <c:v>44168</c:v>
                </c:pt>
                <c:pt idx="3894">
                  <c:v>44169</c:v>
                </c:pt>
                <c:pt idx="3895">
                  <c:v>44172</c:v>
                </c:pt>
                <c:pt idx="3896">
                  <c:v>44173</c:v>
                </c:pt>
                <c:pt idx="3897">
                  <c:v>44174</c:v>
                </c:pt>
                <c:pt idx="3898">
                  <c:v>44175</c:v>
                </c:pt>
                <c:pt idx="3899">
                  <c:v>44176</c:v>
                </c:pt>
                <c:pt idx="3900">
                  <c:v>44179</c:v>
                </c:pt>
                <c:pt idx="3901">
                  <c:v>44180</c:v>
                </c:pt>
                <c:pt idx="3902">
                  <c:v>44181</c:v>
                </c:pt>
                <c:pt idx="3903">
                  <c:v>44182</c:v>
                </c:pt>
                <c:pt idx="3904">
                  <c:v>44183</c:v>
                </c:pt>
                <c:pt idx="3905">
                  <c:v>44186</c:v>
                </c:pt>
                <c:pt idx="3906">
                  <c:v>44187</c:v>
                </c:pt>
                <c:pt idx="3907">
                  <c:v>44188</c:v>
                </c:pt>
                <c:pt idx="3908">
                  <c:v>44189</c:v>
                </c:pt>
                <c:pt idx="3909">
                  <c:v>44190</c:v>
                </c:pt>
                <c:pt idx="3910">
                  <c:v>44193</c:v>
                </c:pt>
                <c:pt idx="3911">
                  <c:v>44194</c:v>
                </c:pt>
                <c:pt idx="3912">
                  <c:v>44195</c:v>
                </c:pt>
                <c:pt idx="3913">
                  <c:v>44196</c:v>
                </c:pt>
                <c:pt idx="3914">
                  <c:v>44197</c:v>
                </c:pt>
                <c:pt idx="3915">
                  <c:v>44200</c:v>
                </c:pt>
                <c:pt idx="3916">
                  <c:v>44201</c:v>
                </c:pt>
                <c:pt idx="3917">
                  <c:v>44202</c:v>
                </c:pt>
                <c:pt idx="3918">
                  <c:v>44203</c:v>
                </c:pt>
                <c:pt idx="3919">
                  <c:v>44204</c:v>
                </c:pt>
                <c:pt idx="3920">
                  <c:v>44207</c:v>
                </c:pt>
                <c:pt idx="3921">
                  <c:v>44208</c:v>
                </c:pt>
                <c:pt idx="3922">
                  <c:v>44209</c:v>
                </c:pt>
                <c:pt idx="3923">
                  <c:v>44210</c:v>
                </c:pt>
                <c:pt idx="3924">
                  <c:v>44211</c:v>
                </c:pt>
                <c:pt idx="3925">
                  <c:v>44214</c:v>
                </c:pt>
                <c:pt idx="3926">
                  <c:v>44215</c:v>
                </c:pt>
                <c:pt idx="3927">
                  <c:v>44216</c:v>
                </c:pt>
                <c:pt idx="3928">
                  <c:v>44217</c:v>
                </c:pt>
                <c:pt idx="3929">
                  <c:v>44218</c:v>
                </c:pt>
                <c:pt idx="3930">
                  <c:v>44221</c:v>
                </c:pt>
                <c:pt idx="3931">
                  <c:v>44222</c:v>
                </c:pt>
                <c:pt idx="3932">
                  <c:v>44223</c:v>
                </c:pt>
                <c:pt idx="3933">
                  <c:v>44224</c:v>
                </c:pt>
                <c:pt idx="3934">
                  <c:v>44225</c:v>
                </c:pt>
                <c:pt idx="3935">
                  <c:v>44228</c:v>
                </c:pt>
                <c:pt idx="3936">
                  <c:v>44229</c:v>
                </c:pt>
                <c:pt idx="3937">
                  <c:v>44230</c:v>
                </c:pt>
                <c:pt idx="3938">
                  <c:v>44231</c:v>
                </c:pt>
                <c:pt idx="3939">
                  <c:v>44232</c:v>
                </c:pt>
                <c:pt idx="3940">
                  <c:v>44235</c:v>
                </c:pt>
                <c:pt idx="3941">
                  <c:v>44236</c:v>
                </c:pt>
                <c:pt idx="3942">
                  <c:v>44237</c:v>
                </c:pt>
                <c:pt idx="3943">
                  <c:v>44238</c:v>
                </c:pt>
                <c:pt idx="3944">
                  <c:v>44239</c:v>
                </c:pt>
                <c:pt idx="3945">
                  <c:v>44242</c:v>
                </c:pt>
                <c:pt idx="3946">
                  <c:v>44243</c:v>
                </c:pt>
                <c:pt idx="3947">
                  <c:v>44244</c:v>
                </c:pt>
                <c:pt idx="3948">
                  <c:v>44245</c:v>
                </c:pt>
                <c:pt idx="3949">
                  <c:v>44246</c:v>
                </c:pt>
                <c:pt idx="3950">
                  <c:v>44249</c:v>
                </c:pt>
                <c:pt idx="3951">
                  <c:v>44250</c:v>
                </c:pt>
                <c:pt idx="3952">
                  <c:v>44251</c:v>
                </c:pt>
                <c:pt idx="3953">
                  <c:v>44252</c:v>
                </c:pt>
                <c:pt idx="3954">
                  <c:v>44253</c:v>
                </c:pt>
                <c:pt idx="3955">
                  <c:v>44256</c:v>
                </c:pt>
                <c:pt idx="3956">
                  <c:v>44257</c:v>
                </c:pt>
                <c:pt idx="3957">
                  <c:v>44258</c:v>
                </c:pt>
                <c:pt idx="3958">
                  <c:v>44259</c:v>
                </c:pt>
                <c:pt idx="3959">
                  <c:v>44260</c:v>
                </c:pt>
                <c:pt idx="3960">
                  <c:v>44263</c:v>
                </c:pt>
                <c:pt idx="3961">
                  <c:v>44264</c:v>
                </c:pt>
                <c:pt idx="3962">
                  <c:v>44265</c:v>
                </c:pt>
                <c:pt idx="3963">
                  <c:v>44266</c:v>
                </c:pt>
                <c:pt idx="3964">
                  <c:v>44267</c:v>
                </c:pt>
                <c:pt idx="3965">
                  <c:v>44270</c:v>
                </c:pt>
                <c:pt idx="3966">
                  <c:v>44271</c:v>
                </c:pt>
                <c:pt idx="3967">
                  <c:v>44272</c:v>
                </c:pt>
                <c:pt idx="3968">
                  <c:v>44273</c:v>
                </c:pt>
                <c:pt idx="3969">
                  <c:v>44274</c:v>
                </c:pt>
                <c:pt idx="3970">
                  <c:v>44277</c:v>
                </c:pt>
                <c:pt idx="3971">
                  <c:v>44278</c:v>
                </c:pt>
                <c:pt idx="3972">
                  <c:v>44279</c:v>
                </c:pt>
                <c:pt idx="3973">
                  <c:v>44280</c:v>
                </c:pt>
                <c:pt idx="3974">
                  <c:v>44281</c:v>
                </c:pt>
                <c:pt idx="3975">
                  <c:v>44284</c:v>
                </c:pt>
                <c:pt idx="3976">
                  <c:v>44285</c:v>
                </c:pt>
                <c:pt idx="3977">
                  <c:v>44286</c:v>
                </c:pt>
                <c:pt idx="3978">
                  <c:v>44287</c:v>
                </c:pt>
                <c:pt idx="3979">
                  <c:v>44288</c:v>
                </c:pt>
                <c:pt idx="3980">
                  <c:v>44291</c:v>
                </c:pt>
                <c:pt idx="3981">
                  <c:v>44292</c:v>
                </c:pt>
                <c:pt idx="3982">
                  <c:v>44293</c:v>
                </c:pt>
                <c:pt idx="3983">
                  <c:v>44294</c:v>
                </c:pt>
                <c:pt idx="3984">
                  <c:v>44295</c:v>
                </c:pt>
                <c:pt idx="3985">
                  <c:v>44298</c:v>
                </c:pt>
                <c:pt idx="3986">
                  <c:v>44299</c:v>
                </c:pt>
                <c:pt idx="3987">
                  <c:v>44300</c:v>
                </c:pt>
                <c:pt idx="3988">
                  <c:v>44301</c:v>
                </c:pt>
                <c:pt idx="3989">
                  <c:v>44302</c:v>
                </c:pt>
                <c:pt idx="3990">
                  <c:v>44305</c:v>
                </c:pt>
                <c:pt idx="3991">
                  <c:v>44306</c:v>
                </c:pt>
                <c:pt idx="3992">
                  <c:v>44307</c:v>
                </c:pt>
                <c:pt idx="3993">
                  <c:v>44308</c:v>
                </c:pt>
                <c:pt idx="3994">
                  <c:v>44309</c:v>
                </c:pt>
                <c:pt idx="3995">
                  <c:v>44312</c:v>
                </c:pt>
                <c:pt idx="3996">
                  <c:v>44313</c:v>
                </c:pt>
                <c:pt idx="3997">
                  <c:v>44314</c:v>
                </c:pt>
                <c:pt idx="3998">
                  <c:v>44315</c:v>
                </c:pt>
                <c:pt idx="3999">
                  <c:v>44316</c:v>
                </c:pt>
                <c:pt idx="4000">
                  <c:v>44319</c:v>
                </c:pt>
                <c:pt idx="4001">
                  <c:v>44320</c:v>
                </c:pt>
                <c:pt idx="4002">
                  <c:v>44321</c:v>
                </c:pt>
                <c:pt idx="4003">
                  <c:v>44322</c:v>
                </c:pt>
                <c:pt idx="4004">
                  <c:v>44323</c:v>
                </c:pt>
                <c:pt idx="4005">
                  <c:v>44326</c:v>
                </c:pt>
                <c:pt idx="4006">
                  <c:v>44327</c:v>
                </c:pt>
                <c:pt idx="4007">
                  <c:v>44328</c:v>
                </c:pt>
                <c:pt idx="4008">
                  <c:v>44329</c:v>
                </c:pt>
                <c:pt idx="4009">
                  <c:v>44330</c:v>
                </c:pt>
                <c:pt idx="4010">
                  <c:v>44333</c:v>
                </c:pt>
                <c:pt idx="4011">
                  <c:v>44334</c:v>
                </c:pt>
                <c:pt idx="4012">
                  <c:v>44335</c:v>
                </c:pt>
                <c:pt idx="4013">
                  <c:v>44336</c:v>
                </c:pt>
                <c:pt idx="4014">
                  <c:v>44337</c:v>
                </c:pt>
                <c:pt idx="4015">
                  <c:v>44340</c:v>
                </c:pt>
                <c:pt idx="4016">
                  <c:v>44341</c:v>
                </c:pt>
                <c:pt idx="4017">
                  <c:v>44342</c:v>
                </c:pt>
                <c:pt idx="4018">
                  <c:v>44343</c:v>
                </c:pt>
                <c:pt idx="4019">
                  <c:v>44344</c:v>
                </c:pt>
                <c:pt idx="4020">
                  <c:v>44347</c:v>
                </c:pt>
                <c:pt idx="4021">
                  <c:v>44348</c:v>
                </c:pt>
                <c:pt idx="4022">
                  <c:v>44349</c:v>
                </c:pt>
                <c:pt idx="4023">
                  <c:v>44350</c:v>
                </c:pt>
                <c:pt idx="4024">
                  <c:v>44351</c:v>
                </c:pt>
                <c:pt idx="4025">
                  <c:v>44354</c:v>
                </c:pt>
                <c:pt idx="4026">
                  <c:v>44355</c:v>
                </c:pt>
                <c:pt idx="4027">
                  <c:v>44356</c:v>
                </c:pt>
                <c:pt idx="4028">
                  <c:v>44357</c:v>
                </c:pt>
                <c:pt idx="4029">
                  <c:v>44358</c:v>
                </c:pt>
                <c:pt idx="4030">
                  <c:v>44361</c:v>
                </c:pt>
                <c:pt idx="4031">
                  <c:v>44362</c:v>
                </c:pt>
                <c:pt idx="4032">
                  <c:v>44363</c:v>
                </c:pt>
                <c:pt idx="4033">
                  <c:v>44364</c:v>
                </c:pt>
                <c:pt idx="4034">
                  <c:v>44365</c:v>
                </c:pt>
                <c:pt idx="4035">
                  <c:v>44368</c:v>
                </c:pt>
                <c:pt idx="4036">
                  <c:v>44369</c:v>
                </c:pt>
                <c:pt idx="4037">
                  <c:v>44370</c:v>
                </c:pt>
                <c:pt idx="4038">
                  <c:v>44371</c:v>
                </c:pt>
                <c:pt idx="4039">
                  <c:v>44372</c:v>
                </c:pt>
                <c:pt idx="4040">
                  <c:v>44375</c:v>
                </c:pt>
                <c:pt idx="4041">
                  <c:v>44376</c:v>
                </c:pt>
                <c:pt idx="4042">
                  <c:v>44377</c:v>
                </c:pt>
                <c:pt idx="4043">
                  <c:v>44378</c:v>
                </c:pt>
                <c:pt idx="4044">
                  <c:v>44379</c:v>
                </c:pt>
                <c:pt idx="4045">
                  <c:v>44382</c:v>
                </c:pt>
                <c:pt idx="4046">
                  <c:v>44383</c:v>
                </c:pt>
                <c:pt idx="4047">
                  <c:v>44384</c:v>
                </c:pt>
                <c:pt idx="4048">
                  <c:v>44385</c:v>
                </c:pt>
                <c:pt idx="4049">
                  <c:v>44386</c:v>
                </c:pt>
                <c:pt idx="4050">
                  <c:v>44389</c:v>
                </c:pt>
                <c:pt idx="4051">
                  <c:v>44390</c:v>
                </c:pt>
                <c:pt idx="4052">
                  <c:v>44391</c:v>
                </c:pt>
                <c:pt idx="4053">
                  <c:v>44392</c:v>
                </c:pt>
                <c:pt idx="4054">
                  <c:v>44393</c:v>
                </c:pt>
                <c:pt idx="4055">
                  <c:v>44396</c:v>
                </c:pt>
                <c:pt idx="4056">
                  <c:v>44397</c:v>
                </c:pt>
                <c:pt idx="4057">
                  <c:v>44398</c:v>
                </c:pt>
                <c:pt idx="4058">
                  <c:v>44399</c:v>
                </c:pt>
                <c:pt idx="4059">
                  <c:v>44400</c:v>
                </c:pt>
                <c:pt idx="4060">
                  <c:v>44403</c:v>
                </c:pt>
                <c:pt idx="4061">
                  <c:v>44404</c:v>
                </c:pt>
                <c:pt idx="4062">
                  <c:v>44405</c:v>
                </c:pt>
                <c:pt idx="4063">
                  <c:v>44406</c:v>
                </c:pt>
                <c:pt idx="4064">
                  <c:v>44407</c:v>
                </c:pt>
                <c:pt idx="4065">
                  <c:v>44410</c:v>
                </c:pt>
                <c:pt idx="4066">
                  <c:v>44411</c:v>
                </c:pt>
                <c:pt idx="4067">
                  <c:v>44412</c:v>
                </c:pt>
                <c:pt idx="4068">
                  <c:v>44413</c:v>
                </c:pt>
                <c:pt idx="4069">
                  <c:v>44414</c:v>
                </c:pt>
                <c:pt idx="4070">
                  <c:v>44417</c:v>
                </c:pt>
                <c:pt idx="4071">
                  <c:v>44418</c:v>
                </c:pt>
                <c:pt idx="4072">
                  <c:v>44419</c:v>
                </c:pt>
                <c:pt idx="4073">
                  <c:v>44420</c:v>
                </c:pt>
                <c:pt idx="4074">
                  <c:v>44421</c:v>
                </c:pt>
                <c:pt idx="4075">
                  <c:v>44424</c:v>
                </c:pt>
                <c:pt idx="4076">
                  <c:v>44425</c:v>
                </c:pt>
                <c:pt idx="4077">
                  <c:v>44426</c:v>
                </c:pt>
                <c:pt idx="4078">
                  <c:v>44427</c:v>
                </c:pt>
                <c:pt idx="4079">
                  <c:v>44428</c:v>
                </c:pt>
                <c:pt idx="4080">
                  <c:v>44431</c:v>
                </c:pt>
                <c:pt idx="4081">
                  <c:v>44432</c:v>
                </c:pt>
                <c:pt idx="4082">
                  <c:v>44433</c:v>
                </c:pt>
                <c:pt idx="4083">
                  <c:v>44434</c:v>
                </c:pt>
                <c:pt idx="4084">
                  <c:v>44435</c:v>
                </c:pt>
                <c:pt idx="4085">
                  <c:v>44438</c:v>
                </c:pt>
                <c:pt idx="4086">
                  <c:v>44439</c:v>
                </c:pt>
                <c:pt idx="4087">
                  <c:v>44440</c:v>
                </c:pt>
                <c:pt idx="4088">
                  <c:v>44441</c:v>
                </c:pt>
                <c:pt idx="4089">
                  <c:v>44442</c:v>
                </c:pt>
                <c:pt idx="4090">
                  <c:v>44445</c:v>
                </c:pt>
                <c:pt idx="4091">
                  <c:v>44446</c:v>
                </c:pt>
                <c:pt idx="4092">
                  <c:v>44447</c:v>
                </c:pt>
                <c:pt idx="4093">
                  <c:v>44448</c:v>
                </c:pt>
                <c:pt idx="4094">
                  <c:v>44449</c:v>
                </c:pt>
                <c:pt idx="4095">
                  <c:v>44452</c:v>
                </c:pt>
                <c:pt idx="4096">
                  <c:v>44453</c:v>
                </c:pt>
                <c:pt idx="4097">
                  <c:v>44454</c:v>
                </c:pt>
                <c:pt idx="4098">
                  <c:v>44455</c:v>
                </c:pt>
                <c:pt idx="4099">
                  <c:v>44456</c:v>
                </c:pt>
                <c:pt idx="4100">
                  <c:v>44459</c:v>
                </c:pt>
                <c:pt idx="4101">
                  <c:v>44460</c:v>
                </c:pt>
                <c:pt idx="4102">
                  <c:v>44461</c:v>
                </c:pt>
                <c:pt idx="4103">
                  <c:v>44462</c:v>
                </c:pt>
                <c:pt idx="4104">
                  <c:v>44463</c:v>
                </c:pt>
                <c:pt idx="4105">
                  <c:v>44466</c:v>
                </c:pt>
                <c:pt idx="4106">
                  <c:v>44467</c:v>
                </c:pt>
                <c:pt idx="4107">
                  <c:v>44468</c:v>
                </c:pt>
                <c:pt idx="4108">
                  <c:v>44469</c:v>
                </c:pt>
                <c:pt idx="4109">
                  <c:v>44470</c:v>
                </c:pt>
                <c:pt idx="4110">
                  <c:v>44473</c:v>
                </c:pt>
                <c:pt idx="4111">
                  <c:v>44474</c:v>
                </c:pt>
                <c:pt idx="4112">
                  <c:v>44475</c:v>
                </c:pt>
                <c:pt idx="4113">
                  <c:v>44476</c:v>
                </c:pt>
                <c:pt idx="4114">
                  <c:v>44477</c:v>
                </c:pt>
                <c:pt idx="4115">
                  <c:v>44480</c:v>
                </c:pt>
                <c:pt idx="4116">
                  <c:v>44481</c:v>
                </c:pt>
                <c:pt idx="4117">
                  <c:v>44482</c:v>
                </c:pt>
                <c:pt idx="4118">
                  <c:v>44483</c:v>
                </c:pt>
                <c:pt idx="4119">
                  <c:v>44484</c:v>
                </c:pt>
                <c:pt idx="4120">
                  <c:v>44487</c:v>
                </c:pt>
                <c:pt idx="4121">
                  <c:v>44488</c:v>
                </c:pt>
                <c:pt idx="4122">
                  <c:v>44489</c:v>
                </c:pt>
                <c:pt idx="4123">
                  <c:v>44490</c:v>
                </c:pt>
                <c:pt idx="4124">
                  <c:v>44491</c:v>
                </c:pt>
                <c:pt idx="4125">
                  <c:v>44494</c:v>
                </c:pt>
                <c:pt idx="4126">
                  <c:v>44495</c:v>
                </c:pt>
                <c:pt idx="4127">
                  <c:v>44496</c:v>
                </c:pt>
                <c:pt idx="4128">
                  <c:v>44497</c:v>
                </c:pt>
                <c:pt idx="4129">
                  <c:v>44498</c:v>
                </c:pt>
                <c:pt idx="4130">
                  <c:v>44501</c:v>
                </c:pt>
                <c:pt idx="4131">
                  <c:v>44502</c:v>
                </c:pt>
                <c:pt idx="4132">
                  <c:v>44503</c:v>
                </c:pt>
                <c:pt idx="4133">
                  <c:v>44504</c:v>
                </c:pt>
                <c:pt idx="4134">
                  <c:v>44505</c:v>
                </c:pt>
                <c:pt idx="4135">
                  <c:v>44508</c:v>
                </c:pt>
                <c:pt idx="4136">
                  <c:v>44509</c:v>
                </c:pt>
                <c:pt idx="4137">
                  <c:v>44510</c:v>
                </c:pt>
                <c:pt idx="4138">
                  <c:v>44511</c:v>
                </c:pt>
                <c:pt idx="4139">
                  <c:v>44512</c:v>
                </c:pt>
                <c:pt idx="4140">
                  <c:v>44515</c:v>
                </c:pt>
                <c:pt idx="4141">
                  <c:v>44516</c:v>
                </c:pt>
                <c:pt idx="4142">
                  <c:v>44517</c:v>
                </c:pt>
                <c:pt idx="4143">
                  <c:v>44518</c:v>
                </c:pt>
                <c:pt idx="4144">
                  <c:v>44519</c:v>
                </c:pt>
                <c:pt idx="4145">
                  <c:v>44522</c:v>
                </c:pt>
                <c:pt idx="4146">
                  <c:v>44523</c:v>
                </c:pt>
                <c:pt idx="4147">
                  <c:v>44524</c:v>
                </c:pt>
                <c:pt idx="4148">
                  <c:v>44525</c:v>
                </c:pt>
                <c:pt idx="4149">
                  <c:v>44526</c:v>
                </c:pt>
                <c:pt idx="4150">
                  <c:v>44529</c:v>
                </c:pt>
                <c:pt idx="4151">
                  <c:v>44530</c:v>
                </c:pt>
                <c:pt idx="4152">
                  <c:v>44531</c:v>
                </c:pt>
                <c:pt idx="4153">
                  <c:v>44532</c:v>
                </c:pt>
                <c:pt idx="4154">
                  <c:v>44533</c:v>
                </c:pt>
                <c:pt idx="4155">
                  <c:v>44536</c:v>
                </c:pt>
                <c:pt idx="4156">
                  <c:v>44537</c:v>
                </c:pt>
                <c:pt idx="4157">
                  <c:v>44538</c:v>
                </c:pt>
                <c:pt idx="4158">
                  <c:v>44539</c:v>
                </c:pt>
                <c:pt idx="4159">
                  <c:v>44540</c:v>
                </c:pt>
                <c:pt idx="4160">
                  <c:v>44543</c:v>
                </c:pt>
                <c:pt idx="4161">
                  <c:v>44544</c:v>
                </c:pt>
                <c:pt idx="4162">
                  <c:v>44545</c:v>
                </c:pt>
                <c:pt idx="4163">
                  <c:v>44546</c:v>
                </c:pt>
                <c:pt idx="4164">
                  <c:v>44547</c:v>
                </c:pt>
                <c:pt idx="4165">
                  <c:v>44550</c:v>
                </c:pt>
                <c:pt idx="4166">
                  <c:v>44551</c:v>
                </c:pt>
                <c:pt idx="4167">
                  <c:v>44552</c:v>
                </c:pt>
                <c:pt idx="4168">
                  <c:v>44553</c:v>
                </c:pt>
                <c:pt idx="4169">
                  <c:v>44554</c:v>
                </c:pt>
                <c:pt idx="4170">
                  <c:v>44557</c:v>
                </c:pt>
                <c:pt idx="4171">
                  <c:v>44558</c:v>
                </c:pt>
                <c:pt idx="4172">
                  <c:v>44559</c:v>
                </c:pt>
                <c:pt idx="4173">
                  <c:v>44560</c:v>
                </c:pt>
                <c:pt idx="4174">
                  <c:v>44561</c:v>
                </c:pt>
                <c:pt idx="4175">
                  <c:v>44564</c:v>
                </c:pt>
                <c:pt idx="4176">
                  <c:v>44565</c:v>
                </c:pt>
                <c:pt idx="4177">
                  <c:v>44566</c:v>
                </c:pt>
                <c:pt idx="4178">
                  <c:v>44567</c:v>
                </c:pt>
                <c:pt idx="4179">
                  <c:v>44568</c:v>
                </c:pt>
                <c:pt idx="4180">
                  <c:v>44571</c:v>
                </c:pt>
                <c:pt idx="4181">
                  <c:v>44572</c:v>
                </c:pt>
                <c:pt idx="4182">
                  <c:v>44573</c:v>
                </c:pt>
                <c:pt idx="4183">
                  <c:v>44574</c:v>
                </c:pt>
                <c:pt idx="4184">
                  <c:v>44575</c:v>
                </c:pt>
                <c:pt idx="4185">
                  <c:v>44578</c:v>
                </c:pt>
                <c:pt idx="4186">
                  <c:v>44579</c:v>
                </c:pt>
                <c:pt idx="4187">
                  <c:v>44580</c:v>
                </c:pt>
                <c:pt idx="4188">
                  <c:v>44581</c:v>
                </c:pt>
                <c:pt idx="4189">
                  <c:v>44582</c:v>
                </c:pt>
                <c:pt idx="4190">
                  <c:v>44585</c:v>
                </c:pt>
                <c:pt idx="4191">
                  <c:v>44586</c:v>
                </c:pt>
                <c:pt idx="4192">
                  <c:v>44587</c:v>
                </c:pt>
                <c:pt idx="4193">
                  <c:v>44588</c:v>
                </c:pt>
                <c:pt idx="4194">
                  <c:v>44589</c:v>
                </c:pt>
                <c:pt idx="4195">
                  <c:v>44592</c:v>
                </c:pt>
                <c:pt idx="4196">
                  <c:v>44593</c:v>
                </c:pt>
                <c:pt idx="4197">
                  <c:v>44594</c:v>
                </c:pt>
                <c:pt idx="4198">
                  <c:v>44595</c:v>
                </c:pt>
                <c:pt idx="4199">
                  <c:v>44596</c:v>
                </c:pt>
                <c:pt idx="4200">
                  <c:v>44599</c:v>
                </c:pt>
                <c:pt idx="4201">
                  <c:v>44600</c:v>
                </c:pt>
                <c:pt idx="4202">
                  <c:v>44601</c:v>
                </c:pt>
                <c:pt idx="4203">
                  <c:v>44602</c:v>
                </c:pt>
                <c:pt idx="4204">
                  <c:v>44603</c:v>
                </c:pt>
                <c:pt idx="4205">
                  <c:v>44606</c:v>
                </c:pt>
                <c:pt idx="4206">
                  <c:v>44607</c:v>
                </c:pt>
                <c:pt idx="4207">
                  <c:v>44608</c:v>
                </c:pt>
                <c:pt idx="4208">
                  <c:v>44609</c:v>
                </c:pt>
                <c:pt idx="4209">
                  <c:v>44610</c:v>
                </c:pt>
                <c:pt idx="4210">
                  <c:v>44613</c:v>
                </c:pt>
                <c:pt idx="4211">
                  <c:v>44614</c:v>
                </c:pt>
                <c:pt idx="4212">
                  <c:v>44615</c:v>
                </c:pt>
                <c:pt idx="4213">
                  <c:v>44616</c:v>
                </c:pt>
                <c:pt idx="4214">
                  <c:v>44617</c:v>
                </c:pt>
                <c:pt idx="4215">
                  <c:v>44620</c:v>
                </c:pt>
                <c:pt idx="4216">
                  <c:v>44621</c:v>
                </c:pt>
                <c:pt idx="4217">
                  <c:v>44622</c:v>
                </c:pt>
                <c:pt idx="4218">
                  <c:v>44623</c:v>
                </c:pt>
                <c:pt idx="4219">
                  <c:v>44624</c:v>
                </c:pt>
                <c:pt idx="4220">
                  <c:v>44627</c:v>
                </c:pt>
                <c:pt idx="4221">
                  <c:v>44628</c:v>
                </c:pt>
                <c:pt idx="4222">
                  <c:v>44629</c:v>
                </c:pt>
                <c:pt idx="4223">
                  <c:v>44630</c:v>
                </c:pt>
                <c:pt idx="4224">
                  <c:v>44631</c:v>
                </c:pt>
                <c:pt idx="4225">
                  <c:v>44634</c:v>
                </c:pt>
                <c:pt idx="4226">
                  <c:v>44635</c:v>
                </c:pt>
                <c:pt idx="4227">
                  <c:v>44636</c:v>
                </c:pt>
                <c:pt idx="4228">
                  <c:v>44637</c:v>
                </c:pt>
                <c:pt idx="4229">
                  <c:v>44638</c:v>
                </c:pt>
                <c:pt idx="4230">
                  <c:v>44641</c:v>
                </c:pt>
                <c:pt idx="4231">
                  <c:v>44642</c:v>
                </c:pt>
                <c:pt idx="4232">
                  <c:v>44643</c:v>
                </c:pt>
                <c:pt idx="4233">
                  <c:v>44644</c:v>
                </c:pt>
                <c:pt idx="4234">
                  <c:v>44645</c:v>
                </c:pt>
                <c:pt idx="4235">
                  <c:v>44648</c:v>
                </c:pt>
                <c:pt idx="4236">
                  <c:v>44649</c:v>
                </c:pt>
                <c:pt idx="4237">
                  <c:v>44650</c:v>
                </c:pt>
                <c:pt idx="4238">
                  <c:v>44651</c:v>
                </c:pt>
                <c:pt idx="4239">
                  <c:v>44652</c:v>
                </c:pt>
                <c:pt idx="4240">
                  <c:v>44655</c:v>
                </c:pt>
                <c:pt idx="4241">
                  <c:v>44656</c:v>
                </c:pt>
                <c:pt idx="4242">
                  <c:v>44657</c:v>
                </c:pt>
                <c:pt idx="4243">
                  <c:v>44658</c:v>
                </c:pt>
                <c:pt idx="4244">
                  <c:v>44659</c:v>
                </c:pt>
                <c:pt idx="4245">
                  <c:v>44662</c:v>
                </c:pt>
                <c:pt idx="4246">
                  <c:v>44663</c:v>
                </c:pt>
                <c:pt idx="4247">
                  <c:v>44664</c:v>
                </c:pt>
                <c:pt idx="4248">
                  <c:v>44665</c:v>
                </c:pt>
                <c:pt idx="4249">
                  <c:v>44666</c:v>
                </c:pt>
                <c:pt idx="4250">
                  <c:v>44669</c:v>
                </c:pt>
                <c:pt idx="4251">
                  <c:v>44670</c:v>
                </c:pt>
                <c:pt idx="4252">
                  <c:v>44671</c:v>
                </c:pt>
                <c:pt idx="4253">
                  <c:v>44672</c:v>
                </c:pt>
                <c:pt idx="4254">
                  <c:v>44673</c:v>
                </c:pt>
                <c:pt idx="4255">
                  <c:v>44676</c:v>
                </c:pt>
                <c:pt idx="4256">
                  <c:v>44677</c:v>
                </c:pt>
                <c:pt idx="4257">
                  <c:v>44678</c:v>
                </c:pt>
                <c:pt idx="4258">
                  <c:v>44679</c:v>
                </c:pt>
                <c:pt idx="4259">
                  <c:v>44680</c:v>
                </c:pt>
                <c:pt idx="4260">
                  <c:v>44683</c:v>
                </c:pt>
                <c:pt idx="4261">
                  <c:v>44684</c:v>
                </c:pt>
                <c:pt idx="4262">
                  <c:v>44685</c:v>
                </c:pt>
                <c:pt idx="4263">
                  <c:v>44686</c:v>
                </c:pt>
                <c:pt idx="4264">
                  <c:v>44687</c:v>
                </c:pt>
                <c:pt idx="4265">
                  <c:v>44690</c:v>
                </c:pt>
                <c:pt idx="4266">
                  <c:v>44691</c:v>
                </c:pt>
                <c:pt idx="4267">
                  <c:v>44692</c:v>
                </c:pt>
                <c:pt idx="4268">
                  <c:v>44693</c:v>
                </c:pt>
                <c:pt idx="4269">
                  <c:v>44694</c:v>
                </c:pt>
                <c:pt idx="4270">
                  <c:v>44697</c:v>
                </c:pt>
                <c:pt idx="4271">
                  <c:v>44698</c:v>
                </c:pt>
                <c:pt idx="4272">
                  <c:v>44699</c:v>
                </c:pt>
                <c:pt idx="4273">
                  <c:v>44700</c:v>
                </c:pt>
                <c:pt idx="4274">
                  <c:v>44701</c:v>
                </c:pt>
                <c:pt idx="4275">
                  <c:v>44704</c:v>
                </c:pt>
                <c:pt idx="4276">
                  <c:v>44705</c:v>
                </c:pt>
                <c:pt idx="4277">
                  <c:v>44706</c:v>
                </c:pt>
                <c:pt idx="4278">
                  <c:v>44707</c:v>
                </c:pt>
                <c:pt idx="4279">
                  <c:v>44708</c:v>
                </c:pt>
                <c:pt idx="4280">
                  <c:v>44711</c:v>
                </c:pt>
                <c:pt idx="4281">
                  <c:v>44712</c:v>
                </c:pt>
                <c:pt idx="4282">
                  <c:v>44713</c:v>
                </c:pt>
                <c:pt idx="4283">
                  <c:v>44714</c:v>
                </c:pt>
                <c:pt idx="4284">
                  <c:v>44715</c:v>
                </c:pt>
                <c:pt idx="4285">
                  <c:v>44718</c:v>
                </c:pt>
                <c:pt idx="4286">
                  <c:v>44719</c:v>
                </c:pt>
                <c:pt idx="4287">
                  <c:v>44720</c:v>
                </c:pt>
                <c:pt idx="4288">
                  <c:v>44721</c:v>
                </c:pt>
                <c:pt idx="4289">
                  <c:v>44722</c:v>
                </c:pt>
                <c:pt idx="4290">
                  <c:v>44725</c:v>
                </c:pt>
                <c:pt idx="4291">
                  <c:v>44726</c:v>
                </c:pt>
                <c:pt idx="4292">
                  <c:v>44727</c:v>
                </c:pt>
                <c:pt idx="4293">
                  <c:v>44728</c:v>
                </c:pt>
                <c:pt idx="4294">
                  <c:v>44729</c:v>
                </c:pt>
                <c:pt idx="4295">
                  <c:v>44732</c:v>
                </c:pt>
                <c:pt idx="4296">
                  <c:v>44733</c:v>
                </c:pt>
                <c:pt idx="4297">
                  <c:v>44734</c:v>
                </c:pt>
                <c:pt idx="4298">
                  <c:v>44735</c:v>
                </c:pt>
                <c:pt idx="4299">
                  <c:v>44736</c:v>
                </c:pt>
                <c:pt idx="4300">
                  <c:v>44739</c:v>
                </c:pt>
                <c:pt idx="4301">
                  <c:v>44740</c:v>
                </c:pt>
                <c:pt idx="4302">
                  <c:v>44741</c:v>
                </c:pt>
                <c:pt idx="4303">
                  <c:v>44742</c:v>
                </c:pt>
                <c:pt idx="4304">
                  <c:v>44743</c:v>
                </c:pt>
                <c:pt idx="4305">
                  <c:v>44746</c:v>
                </c:pt>
                <c:pt idx="4306">
                  <c:v>44747</c:v>
                </c:pt>
                <c:pt idx="4307">
                  <c:v>44748</c:v>
                </c:pt>
                <c:pt idx="4308">
                  <c:v>44749</c:v>
                </c:pt>
                <c:pt idx="4309">
                  <c:v>44750</c:v>
                </c:pt>
                <c:pt idx="4310">
                  <c:v>44753</c:v>
                </c:pt>
                <c:pt idx="4311">
                  <c:v>44754</c:v>
                </c:pt>
                <c:pt idx="4312">
                  <c:v>44755</c:v>
                </c:pt>
                <c:pt idx="4313">
                  <c:v>44756</c:v>
                </c:pt>
                <c:pt idx="4314">
                  <c:v>44757</c:v>
                </c:pt>
                <c:pt idx="4315">
                  <c:v>44760</c:v>
                </c:pt>
                <c:pt idx="4316">
                  <c:v>44761</c:v>
                </c:pt>
                <c:pt idx="4317">
                  <c:v>44762</c:v>
                </c:pt>
                <c:pt idx="4318">
                  <c:v>44763</c:v>
                </c:pt>
                <c:pt idx="4319">
                  <c:v>44764</c:v>
                </c:pt>
                <c:pt idx="4320">
                  <c:v>44767</c:v>
                </c:pt>
                <c:pt idx="4321">
                  <c:v>44768</c:v>
                </c:pt>
                <c:pt idx="4322">
                  <c:v>44769</c:v>
                </c:pt>
                <c:pt idx="4323">
                  <c:v>44770</c:v>
                </c:pt>
                <c:pt idx="4324">
                  <c:v>44771</c:v>
                </c:pt>
                <c:pt idx="4325">
                  <c:v>44774</c:v>
                </c:pt>
                <c:pt idx="4326">
                  <c:v>44775</c:v>
                </c:pt>
                <c:pt idx="4327">
                  <c:v>44776</c:v>
                </c:pt>
                <c:pt idx="4328">
                  <c:v>44777</c:v>
                </c:pt>
                <c:pt idx="4329">
                  <c:v>44778</c:v>
                </c:pt>
                <c:pt idx="4330">
                  <c:v>44781</c:v>
                </c:pt>
                <c:pt idx="4331">
                  <c:v>44782</c:v>
                </c:pt>
                <c:pt idx="4332">
                  <c:v>44783</c:v>
                </c:pt>
                <c:pt idx="4333">
                  <c:v>44784</c:v>
                </c:pt>
                <c:pt idx="4334">
                  <c:v>44785</c:v>
                </c:pt>
                <c:pt idx="4335">
                  <c:v>44788</c:v>
                </c:pt>
                <c:pt idx="4336">
                  <c:v>44789</c:v>
                </c:pt>
                <c:pt idx="4337">
                  <c:v>44790</c:v>
                </c:pt>
                <c:pt idx="4338">
                  <c:v>44791</c:v>
                </c:pt>
                <c:pt idx="4339">
                  <c:v>44792</c:v>
                </c:pt>
                <c:pt idx="4340">
                  <c:v>44795</c:v>
                </c:pt>
                <c:pt idx="4341">
                  <c:v>44796</c:v>
                </c:pt>
                <c:pt idx="4342">
                  <c:v>44797</c:v>
                </c:pt>
                <c:pt idx="4343">
                  <c:v>44798</c:v>
                </c:pt>
                <c:pt idx="4344">
                  <c:v>44799</c:v>
                </c:pt>
                <c:pt idx="4345">
                  <c:v>44802</c:v>
                </c:pt>
                <c:pt idx="4346">
                  <c:v>44803</c:v>
                </c:pt>
                <c:pt idx="4347">
                  <c:v>44804</c:v>
                </c:pt>
                <c:pt idx="4348">
                  <c:v>44805</c:v>
                </c:pt>
                <c:pt idx="4349">
                  <c:v>44806</c:v>
                </c:pt>
                <c:pt idx="4350">
                  <c:v>44809</c:v>
                </c:pt>
                <c:pt idx="4351">
                  <c:v>44810</c:v>
                </c:pt>
                <c:pt idx="4352">
                  <c:v>44811</c:v>
                </c:pt>
                <c:pt idx="4353">
                  <c:v>44812</c:v>
                </c:pt>
                <c:pt idx="4354">
                  <c:v>44813</c:v>
                </c:pt>
                <c:pt idx="4355">
                  <c:v>44816</c:v>
                </c:pt>
                <c:pt idx="4356">
                  <c:v>44817</c:v>
                </c:pt>
                <c:pt idx="4357">
                  <c:v>44818</c:v>
                </c:pt>
                <c:pt idx="4358">
                  <c:v>44819</c:v>
                </c:pt>
                <c:pt idx="4359">
                  <c:v>44820</c:v>
                </c:pt>
                <c:pt idx="4360">
                  <c:v>44823</c:v>
                </c:pt>
                <c:pt idx="4361">
                  <c:v>44824</c:v>
                </c:pt>
                <c:pt idx="4362">
                  <c:v>44825</c:v>
                </c:pt>
                <c:pt idx="4363">
                  <c:v>44826</c:v>
                </c:pt>
                <c:pt idx="4364">
                  <c:v>44827</c:v>
                </c:pt>
                <c:pt idx="4365">
                  <c:v>44830</c:v>
                </c:pt>
                <c:pt idx="4366">
                  <c:v>44831</c:v>
                </c:pt>
                <c:pt idx="4367">
                  <c:v>44832</c:v>
                </c:pt>
                <c:pt idx="4368">
                  <c:v>44833</c:v>
                </c:pt>
                <c:pt idx="4369">
                  <c:v>44834</c:v>
                </c:pt>
                <c:pt idx="4370">
                  <c:v>44837</c:v>
                </c:pt>
                <c:pt idx="4371">
                  <c:v>44838</c:v>
                </c:pt>
                <c:pt idx="4372">
                  <c:v>44839</c:v>
                </c:pt>
                <c:pt idx="4373">
                  <c:v>44840</c:v>
                </c:pt>
                <c:pt idx="4374">
                  <c:v>44841</c:v>
                </c:pt>
                <c:pt idx="4375">
                  <c:v>44844</c:v>
                </c:pt>
                <c:pt idx="4376">
                  <c:v>44845</c:v>
                </c:pt>
                <c:pt idx="4377">
                  <c:v>44846</c:v>
                </c:pt>
                <c:pt idx="4378">
                  <c:v>44847</c:v>
                </c:pt>
                <c:pt idx="4379">
                  <c:v>44848</c:v>
                </c:pt>
                <c:pt idx="4380">
                  <c:v>44851</c:v>
                </c:pt>
                <c:pt idx="4381">
                  <c:v>44852</c:v>
                </c:pt>
                <c:pt idx="4382">
                  <c:v>44853</c:v>
                </c:pt>
                <c:pt idx="4383">
                  <c:v>44854</c:v>
                </c:pt>
                <c:pt idx="4384">
                  <c:v>44855</c:v>
                </c:pt>
                <c:pt idx="4385">
                  <c:v>44858</c:v>
                </c:pt>
                <c:pt idx="4386">
                  <c:v>44859</c:v>
                </c:pt>
                <c:pt idx="4387">
                  <c:v>44860</c:v>
                </c:pt>
                <c:pt idx="4388">
                  <c:v>44861</c:v>
                </c:pt>
                <c:pt idx="4389">
                  <c:v>44862</c:v>
                </c:pt>
                <c:pt idx="4390">
                  <c:v>44865</c:v>
                </c:pt>
                <c:pt idx="4391">
                  <c:v>44866</c:v>
                </c:pt>
                <c:pt idx="4392">
                  <c:v>44867</c:v>
                </c:pt>
                <c:pt idx="4393">
                  <c:v>44868</c:v>
                </c:pt>
                <c:pt idx="4394">
                  <c:v>44869</c:v>
                </c:pt>
                <c:pt idx="4395">
                  <c:v>44872</c:v>
                </c:pt>
                <c:pt idx="4396">
                  <c:v>44873</c:v>
                </c:pt>
                <c:pt idx="4397">
                  <c:v>44874</c:v>
                </c:pt>
                <c:pt idx="4398">
                  <c:v>44875</c:v>
                </c:pt>
                <c:pt idx="4399">
                  <c:v>44876</c:v>
                </c:pt>
                <c:pt idx="4400">
                  <c:v>44879</c:v>
                </c:pt>
                <c:pt idx="4401">
                  <c:v>44880</c:v>
                </c:pt>
                <c:pt idx="4402">
                  <c:v>44881</c:v>
                </c:pt>
                <c:pt idx="4403">
                  <c:v>44882</c:v>
                </c:pt>
                <c:pt idx="4404">
                  <c:v>44883</c:v>
                </c:pt>
                <c:pt idx="4405">
                  <c:v>44886</c:v>
                </c:pt>
                <c:pt idx="4406">
                  <c:v>44887</c:v>
                </c:pt>
                <c:pt idx="4407">
                  <c:v>44888</c:v>
                </c:pt>
                <c:pt idx="4408">
                  <c:v>44889</c:v>
                </c:pt>
                <c:pt idx="4409">
                  <c:v>44890</c:v>
                </c:pt>
                <c:pt idx="4410">
                  <c:v>44893</c:v>
                </c:pt>
                <c:pt idx="4411">
                  <c:v>44894</c:v>
                </c:pt>
                <c:pt idx="4412">
                  <c:v>44895</c:v>
                </c:pt>
                <c:pt idx="4413">
                  <c:v>44896</c:v>
                </c:pt>
                <c:pt idx="4414">
                  <c:v>44897</c:v>
                </c:pt>
                <c:pt idx="4415">
                  <c:v>44900</c:v>
                </c:pt>
                <c:pt idx="4416">
                  <c:v>44901</c:v>
                </c:pt>
                <c:pt idx="4417">
                  <c:v>44902</c:v>
                </c:pt>
                <c:pt idx="4418">
                  <c:v>44903</c:v>
                </c:pt>
                <c:pt idx="4419">
                  <c:v>44904</c:v>
                </c:pt>
                <c:pt idx="4420">
                  <c:v>44907</c:v>
                </c:pt>
                <c:pt idx="4421">
                  <c:v>44908</c:v>
                </c:pt>
                <c:pt idx="4422">
                  <c:v>44909</c:v>
                </c:pt>
                <c:pt idx="4423">
                  <c:v>44910</c:v>
                </c:pt>
                <c:pt idx="4424">
                  <c:v>44911</c:v>
                </c:pt>
                <c:pt idx="4425">
                  <c:v>44914</c:v>
                </c:pt>
                <c:pt idx="4426">
                  <c:v>44915</c:v>
                </c:pt>
                <c:pt idx="4427">
                  <c:v>44916</c:v>
                </c:pt>
                <c:pt idx="4428">
                  <c:v>44917</c:v>
                </c:pt>
                <c:pt idx="4429">
                  <c:v>44918</c:v>
                </c:pt>
                <c:pt idx="4430">
                  <c:v>44921</c:v>
                </c:pt>
                <c:pt idx="4431">
                  <c:v>44922</c:v>
                </c:pt>
                <c:pt idx="4432">
                  <c:v>44923</c:v>
                </c:pt>
                <c:pt idx="4433">
                  <c:v>44924</c:v>
                </c:pt>
                <c:pt idx="4434">
                  <c:v>44925</c:v>
                </c:pt>
                <c:pt idx="4435">
                  <c:v>44928</c:v>
                </c:pt>
                <c:pt idx="4436">
                  <c:v>44929</c:v>
                </c:pt>
                <c:pt idx="4437">
                  <c:v>44930</c:v>
                </c:pt>
                <c:pt idx="4438">
                  <c:v>44931</c:v>
                </c:pt>
                <c:pt idx="4439">
                  <c:v>44932</c:v>
                </c:pt>
                <c:pt idx="4440">
                  <c:v>44935</c:v>
                </c:pt>
                <c:pt idx="4441">
                  <c:v>44936</c:v>
                </c:pt>
                <c:pt idx="4442">
                  <c:v>44937</c:v>
                </c:pt>
                <c:pt idx="4443">
                  <c:v>44938</c:v>
                </c:pt>
                <c:pt idx="4444">
                  <c:v>44939</c:v>
                </c:pt>
                <c:pt idx="4445">
                  <c:v>44942</c:v>
                </c:pt>
                <c:pt idx="4446">
                  <c:v>44943</c:v>
                </c:pt>
                <c:pt idx="4447">
                  <c:v>44944</c:v>
                </c:pt>
                <c:pt idx="4448">
                  <c:v>44945</c:v>
                </c:pt>
                <c:pt idx="4449">
                  <c:v>44946</c:v>
                </c:pt>
                <c:pt idx="4450">
                  <c:v>44949</c:v>
                </c:pt>
                <c:pt idx="4451">
                  <c:v>44950</c:v>
                </c:pt>
                <c:pt idx="4452">
                  <c:v>44951</c:v>
                </c:pt>
                <c:pt idx="4453">
                  <c:v>44952</c:v>
                </c:pt>
                <c:pt idx="4454">
                  <c:v>44953</c:v>
                </c:pt>
                <c:pt idx="4455">
                  <c:v>44956</c:v>
                </c:pt>
                <c:pt idx="4456">
                  <c:v>44957</c:v>
                </c:pt>
                <c:pt idx="4457">
                  <c:v>44958</c:v>
                </c:pt>
                <c:pt idx="4458">
                  <c:v>44959</c:v>
                </c:pt>
                <c:pt idx="4459">
                  <c:v>44960</c:v>
                </c:pt>
                <c:pt idx="4460">
                  <c:v>44963</c:v>
                </c:pt>
                <c:pt idx="4461">
                  <c:v>44964</c:v>
                </c:pt>
                <c:pt idx="4462">
                  <c:v>44965</c:v>
                </c:pt>
                <c:pt idx="4463">
                  <c:v>44966</c:v>
                </c:pt>
                <c:pt idx="4464">
                  <c:v>44967</c:v>
                </c:pt>
                <c:pt idx="4465">
                  <c:v>44970</c:v>
                </c:pt>
                <c:pt idx="4466">
                  <c:v>44971</c:v>
                </c:pt>
                <c:pt idx="4467">
                  <c:v>44972</c:v>
                </c:pt>
                <c:pt idx="4468">
                  <c:v>44973</c:v>
                </c:pt>
                <c:pt idx="4469">
                  <c:v>44974</c:v>
                </c:pt>
                <c:pt idx="4470">
                  <c:v>44977</c:v>
                </c:pt>
                <c:pt idx="4471">
                  <c:v>44978</c:v>
                </c:pt>
                <c:pt idx="4472">
                  <c:v>44979</c:v>
                </c:pt>
                <c:pt idx="4473">
                  <c:v>44980</c:v>
                </c:pt>
                <c:pt idx="4474">
                  <c:v>44981</c:v>
                </c:pt>
                <c:pt idx="4475">
                  <c:v>44984</c:v>
                </c:pt>
                <c:pt idx="4476">
                  <c:v>44985</c:v>
                </c:pt>
                <c:pt idx="4477">
                  <c:v>44986</c:v>
                </c:pt>
                <c:pt idx="4478">
                  <c:v>44987</c:v>
                </c:pt>
                <c:pt idx="4479">
                  <c:v>44988</c:v>
                </c:pt>
                <c:pt idx="4480">
                  <c:v>44991</c:v>
                </c:pt>
                <c:pt idx="4481">
                  <c:v>44992</c:v>
                </c:pt>
                <c:pt idx="4482">
                  <c:v>44993</c:v>
                </c:pt>
                <c:pt idx="4483">
                  <c:v>44994</c:v>
                </c:pt>
                <c:pt idx="4484">
                  <c:v>44995</c:v>
                </c:pt>
                <c:pt idx="4485">
                  <c:v>44998</c:v>
                </c:pt>
                <c:pt idx="4486">
                  <c:v>44999</c:v>
                </c:pt>
                <c:pt idx="4487">
                  <c:v>45000</c:v>
                </c:pt>
                <c:pt idx="4488">
                  <c:v>45001</c:v>
                </c:pt>
                <c:pt idx="4489">
                  <c:v>45002</c:v>
                </c:pt>
                <c:pt idx="4490">
                  <c:v>45005</c:v>
                </c:pt>
                <c:pt idx="4491">
                  <c:v>45006</c:v>
                </c:pt>
                <c:pt idx="4492">
                  <c:v>45007</c:v>
                </c:pt>
                <c:pt idx="4493">
                  <c:v>45008</c:v>
                </c:pt>
                <c:pt idx="4494">
                  <c:v>45009</c:v>
                </c:pt>
                <c:pt idx="4495">
                  <c:v>45012</c:v>
                </c:pt>
                <c:pt idx="4496">
                  <c:v>45013</c:v>
                </c:pt>
                <c:pt idx="4497">
                  <c:v>45014</c:v>
                </c:pt>
                <c:pt idx="4498">
                  <c:v>45015</c:v>
                </c:pt>
                <c:pt idx="4499">
                  <c:v>45016</c:v>
                </c:pt>
                <c:pt idx="4500">
                  <c:v>45019</c:v>
                </c:pt>
                <c:pt idx="4501">
                  <c:v>45020</c:v>
                </c:pt>
                <c:pt idx="4502">
                  <c:v>45021</c:v>
                </c:pt>
                <c:pt idx="4503">
                  <c:v>45022</c:v>
                </c:pt>
                <c:pt idx="4504">
                  <c:v>45023</c:v>
                </c:pt>
                <c:pt idx="4505">
                  <c:v>45026</c:v>
                </c:pt>
                <c:pt idx="4506">
                  <c:v>45027</c:v>
                </c:pt>
                <c:pt idx="4507">
                  <c:v>45028</c:v>
                </c:pt>
                <c:pt idx="4508">
                  <c:v>45029</c:v>
                </c:pt>
                <c:pt idx="4509">
                  <c:v>45030</c:v>
                </c:pt>
                <c:pt idx="4510">
                  <c:v>45033</c:v>
                </c:pt>
                <c:pt idx="4511">
                  <c:v>45034</c:v>
                </c:pt>
                <c:pt idx="4512">
                  <c:v>45035</c:v>
                </c:pt>
                <c:pt idx="4513">
                  <c:v>45036</c:v>
                </c:pt>
                <c:pt idx="4514">
                  <c:v>45037</c:v>
                </c:pt>
                <c:pt idx="4515">
                  <c:v>45040</c:v>
                </c:pt>
                <c:pt idx="4516">
                  <c:v>45041</c:v>
                </c:pt>
                <c:pt idx="4517">
                  <c:v>45042</c:v>
                </c:pt>
                <c:pt idx="4518">
                  <c:v>45043</c:v>
                </c:pt>
                <c:pt idx="4519">
                  <c:v>45044</c:v>
                </c:pt>
                <c:pt idx="4520">
                  <c:v>45047</c:v>
                </c:pt>
                <c:pt idx="4521">
                  <c:v>45048</c:v>
                </c:pt>
                <c:pt idx="4522">
                  <c:v>45049</c:v>
                </c:pt>
                <c:pt idx="4523">
                  <c:v>45050</c:v>
                </c:pt>
                <c:pt idx="4524">
                  <c:v>45051</c:v>
                </c:pt>
                <c:pt idx="4525">
                  <c:v>45054</c:v>
                </c:pt>
                <c:pt idx="4526">
                  <c:v>45055</c:v>
                </c:pt>
                <c:pt idx="4527">
                  <c:v>45056</c:v>
                </c:pt>
                <c:pt idx="4528">
                  <c:v>45057</c:v>
                </c:pt>
                <c:pt idx="4529">
                  <c:v>45058</c:v>
                </c:pt>
                <c:pt idx="4530">
                  <c:v>45061</c:v>
                </c:pt>
                <c:pt idx="4531">
                  <c:v>45062</c:v>
                </c:pt>
                <c:pt idx="4532">
                  <c:v>45063</c:v>
                </c:pt>
                <c:pt idx="4533">
                  <c:v>45064</c:v>
                </c:pt>
                <c:pt idx="4534">
                  <c:v>45065</c:v>
                </c:pt>
                <c:pt idx="4535">
                  <c:v>45068</c:v>
                </c:pt>
                <c:pt idx="4536">
                  <c:v>45069</c:v>
                </c:pt>
                <c:pt idx="4537">
                  <c:v>45070</c:v>
                </c:pt>
                <c:pt idx="4538">
                  <c:v>45071</c:v>
                </c:pt>
                <c:pt idx="4539">
                  <c:v>45072</c:v>
                </c:pt>
                <c:pt idx="4540">
                  <c:v>45075</c:v>
                </c:pt>
                <c:pt idx="4541">
                  <c:v>45076</c:v>
                </c:pt>
                <c:pt idx="4542">
                  <c:v>45077</c:v>
                </c:pt>
                <c:pt idx="4543">
                  <c:v>45078</c:v>
                </c:pt>
                <c:pt idx="4544">
                  <c:v>45079</c:v>
                </c:pt>
                <c:pt idx="4545">
                  <c:v>45082</c:v>
                </c:pt>
                <c:pt idx="4546">
                  <c:v>45083</c:v>
                </c:pt>
                <c:pt idx="4547">
                  <c:v>45084</c:v>
                </c:pt>
                <c:pt idx="4548">
                  <c:v>45085</c:v>
                </c:pt>
                <c:pt idx="4549">
                  <c:v>45086</c:v>
                </c:pt>
                <c:pt idx="4550">
                  <c:v>45089</c:v>
                </c:pt>
                <c:pt idx="4551">
                  <c:v>45090</c:v>
                </c:pt>
                <c:pt idx="4552">
                  <c:v>45091</c:v>
                </c:pt>
                <c:pt idx="4553">
                  <c:v>45092</c:v>
                </c:pt>
                <c:pt idx="4554">
                  <c:v>45093</c:v>
                </c:pt>
                <c:pt idx="4555">
                  <c:v>45096</c:v>
                </c:pt>
                <c:pt idx="4556">
                  <c:v>45097</c:v>
                </c:pt>
                <c:pt idx="4557">
                  <c:v>45098</c:v>
                </c:pt>
                <c:pt idx="4558">
                  <c:v>45099</c:v>
                </c:pt>
                <c:pt idx="4559">
                  <c:v>45100</c:v>
                </c:pt>
                <c:pt idx="4560">
                  <c:v>45103</c:v>
                </c:pt>
                <c:pt idx="4561">
                  <c:v>45104</c:v>
                </c:pt>
                <c:pt idx="4562">
                  <c:v>45105</c:v>
                </c:pt>
                <c:pt idx="4563">
                  <c:v>45106</c:v>
                </c:pt>
                <c:pt idx="4564">
                  <c:v>45107</c:v>
                </c:pt>
                <c:pt idx="4565">
                  <c:v>45110</c:v>
                </c:pt>
                <c:pt idx="4566">
                  <c:v>45111</c:v>
                </c:pt>
                <c:pt idx="4567">
                  <c:v>45112</c:v>
                </c:pt>
                <c:pt idx="4568">
                  <c:v>45113</c:v>
                </c:pt>
                <c:pt idx="4569">
                  <c:v>45114</c:v>
                </c:pt>
                <c:pt idx="4570">
                  <c:v>45117</c:v>
                </c:pt>
                <c:pt idx="4571">
                  <c:v>45118</c:v>
                </c:pt>
                <c:pt idx="4572">
                  <c:v>45119</c:v>
                </c:pt>
                <c:pt idx="4573">
                  <c:v>45120</c:v>
                </c:pt>
                <c:pt idx="4574">
                  <c:v>45121</c:v>
                </c:pt>
                <c:pt idx="4575">
                  <c:v>45124</c:v>
                </c:pt>
                <c:pt idx="4576">
                  <c:v>45125</c:v>
                </c:pt>
                <c:pt idx="4577">
                  <c:v>45126</c:v>
                </c:pt>
                <c:pt idx="4578">
                  <c:v>45127</c:v>
                </c:pt>
                <c:pt idx="4579">
                  <c:v>45128</c:v>
                </c:pt>
                <c:pt idx="4580">
                  <c:v>45131</c:v>
                </c:pt>
                <c:pt idx="4581">
                  <c:v>45132</c:v>
                </c:pt>
                <c:pt idx="4582">
                  <c:v>45133</c:v>
                </c:pt>
                <c:pt idx="4583">
                  <c:v>45134</c:v>
                </c:pt>
                <c:pt idx="4584">
                  <c:v>45135</c:v>
                </c:pt>
                <c:pt idx="4585">
                  <c:v>45138</c:v>
                </c:pt>
                <c:pt idx="4586">
                  <c:v>45139</c:v>
                </c:pt>
                <c:pt idx="4587">
                  <c:v>45140</c:v>
                </c:pt>
                <c:pt idx="4588">
                  <c:v>45141</c:v>
                </c:pt>
                <c:pt idx="4589">
                  <c:v>45142</c:v>
                </c:pt>
                <c:pt idx="4590">
                  <c:v>45145</c:v>
                </c:pt>
                <c:pt idx="4591">
                  <c:v>45146</c:v>
                </c:pt>
                <c:pt idx="4592">
                  <c:v>45147</c:v>
                </c:pt>
                <c:pt idx="4593">
                  <c:v>45148</c:v>
                </c:pt>
                <c:pt idx="4594">
                  <c:v>45149</c:v>
                </c:pt>
                <c:pt idx="4595">
                  <c:v>45152</c:v>
                </c:pt>
                <c:pt idx="4596">
                  <c:v>45153</c:v>
                </c:pt>
                <c:pt idx="4597">
                  <c:v>45154</c:v>
                </c:pt>
                <c:pt idx="4598">
                  <c:v>45155</c:v>
                </c:pt>
                <c:pt idx="4599">
                  <c:v>45156</c:v>
                </c:pt>
                <c:pt idx="4600">
                  <c:v>45159</c:v>
                </c:pt>
                <c:pt idx="4601">
                  <c:v>45160</c:v>
                </c:pt>
                <c:pt idx="4602">
                  <c:v>45161</c:v>
                </c:pt>
                <c:pt idx="4603">
                  <c:v>45162</c:v>
                </c:pt>
                <c:pt idx="4604">
                  <c:v>45163</c:v>
                </c:pt>
                <c:pt idx="4605">
                  <c:v>45166</c:v>
                </c:pt>
                <c:pt idx="4606">
                  <c:v>45167</c:v>
                </c:pt>
                <c:pt idx="4607">
                  <c:v>45168</c:v>
                </c:pt>
                <c:pt idx="4608">
                  <c:v>45169</c:v>
                </c:pt>
                <c:pt idx="4609">
                  <c:v>45170</c:v>
                </c:pt>
                <c:pt idx="4610">
                  <c:v>45173</c:v>
                </c:pt>
                <c:pt idx="4611">
                  <c:v>45174</c:v>
                </c:pt>
                <c:pt idx="4612">
                  <c:v>45175</c:v>
                </c:pt>
                <c:pt idx="4613">
                  <c:v>45176</c:v>
                </c:pt>
                <c:pt idx="4614">
                  <c:v>45177</c:v>
                </c:pt>
                <c:pt idx="4615">
                  <c:v>45180</c:v>
                </c:pt>
                <c:pt idx="4616">
                  <c:v>45181</c:v>
                </c:pt>
                <c:pt idx="4617">
                  <c:v>45182</c:v>
                </c:pt>
                <c:pt idx="4618">
                  <c:v>45183</c:v>
                </c:pt>
                <c:pt idx="4619">
                  <c:v>45184</c:v>
                </c:pt>
                <c:pt idx="4620">
                  <c:v>45187</c:v>
                </c:pt>
                <c:pt idx="4621">
                  <c:v>45188</c:v>
                </c:pt>
                <c:pt idx="4622">
                  <c:v>45189</c:v>
                </c:pt>
                <c:pt idx="4623">
                  <c:v>45190</c:v>
                </c:pt>
                <c:pt idx="4624">
                  <c:v>45191</c:v>
                </c:pt>
                <c:pt idx="4625">
                  <c:v>45194</c:v>
                </c:pt>
                <c:pt idx="4626">
                  <c:v>45195</c:v>
                </c:pt>
                <c:pt idx="4627">
                  <c:v>45196</c:v>
                </c:pt>
                <c:pt idx="4628">
                  <c:v>45197</c:v>
                </c:pt>
                <c:pt idx="4629">
                  <c:v>45198</c:v>
                </c:pt>
                <c:pt idx="4630">
                  <c:v>45201</c:v>
                </c:pt>
                <c:pt idx="4631">
                  <c:v>45202</c:v>
                </c:pt>
                <c:pt idx="4632">
                  <c:v>45203</c:v>
                </c:pt>
                <c:pt idx="4633">
                  <c:v>45204</c:v>
                </c:pt>
                <c:pt idx="4634">
                  <c:v>45205</c:v>
                </c:pt>
                <c:pt idx="4635">
                  <c:v>45208</c:v>
                </c:pt>
                <c:pt idx="4636">
                  <c:v>45209</c:v>
                </c:pt>
                <c:pt idx="4637">
                  <c:v>45210</c:v>
                </c:pt>
                <c:pt idx="4638">
                  <c:v>45211</c:v>
                </c:pt>
                <c:pt idx="4639">
                  <c:v>45212</c:v>
                </c:pt>
                <c:pt idx="4640">
                  <c:v>45215</c:v>
                </c:pt>
                <c:pt idx="4641">
                  <c:v>45216</c:v>
                </c:pt>
                <c:pt idx="4642">
                  <c:v>45217</c:v>
                </c:pt>
                <c:pt idx="4643">
                  <c:v>45218</c:v>
                </c:pt>
                <c:pt idx="4644">
                  <c:v>45219</c:v>
                </c:pt>
                <c:pt idx="4645">
                  <c:v>45222</c:v>
                </c:pt>
                <c:pt idx="4646">
                  <c:v>45223</c:v>
                </c:pt>
                <c:pt idx="4647">
                  <c:v>45224</c:v>
                </c:pt>
                <c:pt idx="4648">
                  <c:v>45225</c:v>
                </c:pt>
                <c:pt idx="4649">
                  <c:v>45226</c:v>
                </c:pt>
                <c:pt idx="4650">
                  <c:v>45229</c:v>
                </c:pt>
                <c:pt idx="4651">
                  <c:v>45230</c:v>
                </c:pt>
                <c:pt idx="4652">
                  <c:v>45231</c:v>
                </c:pt>
                <c:pt idx="4653">
                  <c:v>45232</c:v>
                </c:pt>
                <c:pt idx="4654">
                  <c:v>45233</c:v>
                </c:pt>
                <c:pt idx="4655">
                  <c:v>45236</c:v>
                </c:pt>
                <c:pt idx="4656">
                  <c:v>45237</c:v>
                </c:pt>
                <c:pt idx="4657">
                  <c:v>45238</c:v>
                </c:pt>
                <c:pt idx="4658">
                  <c:v>45239</c:v>
                </c:pt>
                <c:pt idx="4659">
                  <c:v>45240</c:v>
                </c:pt>
                <c:pt idx="4660">
                  <c:v>45243</c:v>
                </c:pt>
                <c:pt idx="4661">
                  <c:v>45244</c:v>
                </c:pt>
                <c:pt idx="4662">
                  <c:v>45245</c:v>
                </c:pt>
                <c:pt idx="4663">
                  <c:v>45246</c:v>
                </c:pt>
                <c:pt idx="4664">
                  <c:v>45247</c:v>
                </c:pt>
                <c:pt idx="4665">
                  <c:v>45250</c:v>
                </c:pt>
                <c:pt idx="4666">
                  <c:v>45251</c:v>
                </c:pt>
                <c:pt idx="4667">
                  <c:v>45252</c:v>
                </c:pt>
                <c:pt idx="4668">
                  <c:v>45253</c:v>
                </c:pt>
                <c:pt idx="4669">
                  <c:v>45254</c:v>
                </c:pt>
                <c:pt idx="4670">
                  <c:v>45257</c:v>
                </c:pt>
                <c:pt idx="4671">
                  <c:v>45258</c:v>
                </c:pt>
                <c:pt idx="4672">
                  <c:v>45259</c:v>
                </c:pt>
                <c:pt idx="4673">
                  <c:v>45260</c:v>
                </c:pt>
                <c:pt idx="4674">
                  <c:v>45261</c:v>
                </c:pt>
                <c:pt idx="4675">
                  <c:v>45264</c:v>
                </c:pt>
                <c:pt idx="4676">
                  <c:v>45265</c:v>
                </c:pt>
                <c:pt idx="4677">
                  <c:v>45266</c:v>
                </c:pt>
                <c:pt idx="4678">
                  <c:v>45267</c:v>
                </c:pt>
                <c:pt idx="4679">
                  <c:v>45268</c:v>
                </c:pt>
                <c:pt idx="4680">
                  <c:v>45271</c:v>
                </c:pt>
                <c:pt idx="4681">
                  <c:v>45272</c:v>
                </c:pt>
                <c:pt idx="4682">
                  <c:v>45273</c:v>
                </c:pt>
                <c:pt idx="4683">
                  <c:v>45274</c:v>
                </c:pt>
                <c:pt idx="4684">
                  <c:v>45275</c:v>
                </c:pt>
                <c:pt idx="4685">
                  <c:v>45278</c:v>
                </c:pt>
                <c:pt idx="4686">
                  <c:v>45279</c:v>
                </c:pt>
                <c:pt idx="4687">
                  <c:v>45280</c:v>
                </c:pt>
                <c:pt idx="4688">
                  <c:v>45281</c:v>
                </c:pt>
                <c:pt idx="4689">
                  <c:v>45282</c:v>
                </c:pt>
                <c:pt idx="4690">
                  <c:v>45285</c:v>
                </c:pt>
                <c:pt idx="4691">
                  <c:v>45286</c:v>
                </c:pt>
                <c:pt idx="4692">
                  <c:v>45287</c:v>
                </c:pt>
                <c:pt idx="4693">
                  <c:v>45288</c:v>
                </c:pt>
                <c:pt idx="4694">
                  <c:v>45289</c:v>
                </c:pt>
                <c:pt idx="4695">
                  <c:v>45292</c:v>
                </c:pt>
                <c:pt idx="4696">
                  <c:v>45293</c:v>
                </c:pt>
                <c:pt idx="4697">
                  <c:v>45294</c:v>
                </c:pt>
                <c:pt idx="4698">
                  <c:v>45295</c:v>
                </c:pt>
                <c:pt idx="4699">
                  <c:v>45296</c:v>
                </c:pt>
                <c:pt idx="4700">
                  <c:v>45299</c:v>
                </c:pt>
                <c:pt idx="4701">
                  <c:v>45300</c:v>
                </c:pt>
                <c:pt idx="4702">
                  <c:v>45301</c:v>
                </c:pt>
                <c:pt idx="4703">
                  <c:v>45302</c:v>
                </c:pt>
                <c:pt idx="4704">
                  <c:v>45303</c:v>
                </c:pt>
                <c:pt idx="4705">
                  <c:v>45306</c:v>
                </c:pt>
                <c:pt idx="4706">
                  <c:v>45307</c:v>
                </c:pt>
                <c:pt idx="4707">
                  <c:v>45308</c:v>
                </c:pt>
                <c:pt idx="4708">
                  <c:v>45309</c:v>
                </c:pt>
                <c:pt idx="4709">
                  <c:v>45310</c:v>
                </c:pt>
                <c:pt idx="4710">
                  <c:v>45313</c:v>
                </c:pt>
                <c:pt idx="4711">
                  <c:v>45314</c:v>
                </c:pt>
                <c:pt idx="4712">
                  <c:v>45315</c:v>
                </c:pt>
                <c:pt idx="4713">
                  <c:v>45316</c:v>
                </c:pt>
                <c:pt idx="4714">
                  <c:v>45317</c:v>
                </c:pt>
                <c:pt idx="4715">
                  <c:v>45320</c:v>
                </c:pt>
                <c:pt idx="4716">
                  <c:v>45321</c:v>
                </c:pt>
                <c:pt idx="4717">
                  <c:v>45322</c:v>
                </c:pt>
                <c:pt idx="4718">
                  <c:v>45323</c:v>
                </c:pt>
                <c:pt idx="4719">
                  <c:v>45324</c:v>
                </c:pt>
                <c:pt idx="4720">
                  <c:v>45327</c:v>
                </c:pt>
                <c:pt idx="4721">
                  <c:v>45328</c:v>
                </c:pt>
                <c:pt idx="4722">
                  <c:v>45329</c:v>
                </c:pt>
                <c:pt idx="4723">
                  <c:v>45330</c:v>
                </c:pt>
                <c:pt idx="4724">
                  <c:v>45331</c:v>
                </c:pt>
                <c:pt idx="4725">
                  <c:v>45334</c:v>
                </c:pt>
                <c:pt idx="4726">
                  <c:v>45335</c:v>
                </c:pt>
                <c:pt idx="4727">
                  <c:v>45336</c:v>
                </c:pt>
                <c:pt idx="4728">
                  <c:v>45337</c:v>
                </c:pt>
                <c:pt idx="4729">
                  <c:v>45338</c:v>
                </c:pt>
                <c:pt idx="4730">
                  <c:v>45341</c:v>
                </c:pt>
                <c:pt idx="4731">
                  <c:v>45342</c:v>
                </c:pt>
                <c:pt idx="4732">
                  <c:v>45343</c:v>
                </c:pt>
                <c:pt idx="4733">
                  <c:v>45344</c:v>
                </c:pt>
                <c:pt idx="4734">
                  <c:v>45345</c:v>
                </c:pt>
                <c:pt idx="4735">
                  <c:v>45348</c:v>
                </c:pt>
                <c:pt idx="4736">
                  <c:v>45349</c:v>
                </c:pt>
                <c:pt idx="4737">
                  <c:v>45350</c:v>
                </c:pt>
                <c:pt idx="4738">
                  <c:v>45351</c:v>
                </c:pt>
                <c:pt idx="4739">
                  <c:v>45352</c:v>
                </c:pt>
                <c:pt idx="4740">
                  <c:v>45355</c:v>
                </c:pt>
                <c:pt idx="4741">
                  <c:v>45356</c:v>
                </c:pt>
                <c:pt idx="4742">
                  <c:v>45357</c:v>
                </c:pt>
                <c:pt idx="4743">
                  <c:v>45358</c:v>
                </c:pt>
                <c:pt idx="4744">
                  <c:v>45359</c:v>
                </c:pt>
                <c:pt idx="4745">
                  <c:v>45362</c:v>
                </c:pt>
                <c:pt idx="4746">
                  <c:v>45363</c:v>
                </c:pt>
                <c:pt idx="4747">
                  <c:v>45364</c:v>
                </c:pt>
                <c:pt idx="4748">
                  <c:v>45365</c:v>
                </c:pt>
                <c:pt idx="4749">
                  <c:v>45366</c:v>
                </c:pt>
                <c:pt idx="4750">
                  <c:v>45369</c:v>
                </c:pt>
                <c:pt idx="4751">
                  <c:v>45370</c:v>
                </c:pt>
                <c:pt idx="4752">
                  <c:v>45371</c:v>
                </c:pt>
                <c:pt idx="4753">
                  <c:v>45372</c:v>
                </c:pt>
                <c:pt idx="4754">
                  <c:v>45373</c:v>
                </c:pt>
                <c:pt idx="4755">
                  <c:v>45376</c:v>
                </c:pt>
                <c:pt idx="4756">
                  <c:v>45377</c:v>
                </c:pt>
                <c:pt idx="4757">
                  <c:v>45378</c:v>
                </c:pt>
                <c:pt idx="4758">
                  <c:v>45379</c:v>
                </c:pt>
                <c:pt idx="4759">
                  <c:v>45380</c:v>
                </c:pt>
                <c:pt idx="4760">
                  <c:v>45383</c:v>
                </c:pt>
                <c:pt idx="4761">
                  <c:v>45384</c:v>
                </c:pt>
                <c:pt idx="4762">
                  <c:v>45385</c:v>
                </c:pt>
                <c:pt idx="4763">
                  <c:v>45386</c:v>
                </c:pt>
                <c:pt idx="4764">
                  <c:v>45387</c:v>
                </c:pt>
                <c:pt idx="4765">
                  <c:v>45390</c:v>
                </c:pt>
                <c:pt idx="4766">
                  <c:v>45391</c:v>
                </c:pt>
                <c:pt idx="4767">
                  <c:v>45392</c:v>
                </c:pt>
                <c:pt idx="4768">
                  <c:v>45393</c:v>
                </c:pt>
                <c:pt idx="4769">
                  <c:v>45394</c:v>
                </c:pt>
                <c:pt idx="4770">
                  <c:v>45397</c:v>
                </c:pt>
                <c:pt idx="4771">
                  <c:v>45398</c:v>
                </c:pt>
                <c:pt idx="4772">
                  <c:v>45399</c:v>
                </c:pt>
                <c:pt idx="4773">
                  <c:v>45400</c:v>
                </c:pt>
                <c:pt idx="4774">
                  <c:v>45401</c:v>
                </c:pt>
                <c:pt idx="4775">
                  <c:v>45404</c:v>
                </c:pt>
                <c:pt idx="4776">
                  <c:v>45405</c:v>
                </c:pt>
                <c:pt idx="4777">
                  <c:v>45406</c:v>
                </c:pt>
                <c:pt idx="4778">
                  <c:v>45407</c:v>
                </c:pt>
                <c:pt idx="4779">
                  <c:v>45408</c:v>
                </c:pt>
                <c:pt idx="4780">
                  <c:v>45411</c:v>
                </c:pt>
                <c:pt idx="4781">
                  <c:v>45412</c:v>
                </c:pt>
                <c:pt idx="4782">
                  <c:v>45413</c:v>
                </c:pt>
                <c:pt idx="4783">
                  <c:v>45414</c:v>
                </c:pt>
                <c:pt idx="4784">
                  <c:v>45415</c:v>
                </c:pt>
                <c:pt idx="4785">
                  <c:v>45418</c:v>
                </c:pt>
                <c:pt idx="4786">
                  <c:v>45419</c:v>
                </c:pt>
                <c:pt idx="4787">
                  <c:v>45420</c:v>
                </c:pt>
                <c:pt idx="4788">
                  <c:v>45421</c:v>
                </c:pt>
                <c:pt idx="4789">
                  <c:v>45422</c:v>
                </c:pt>
                <c:pt idx="4790">
                  <c:v>45425</c:v>
                </c:pt>
                <c:pt idx="4791">
                  <c:v>45426</c:v>
                </c:pt>
                <c:pt idx="4792">
                  <c:v>45427</c:v>
                </c:pt>
                <c:pt idx="4793">
                  <c:v>45428</c:v>
                </c:pt>
                <c:pt idx="4794">
                  <c:v>45429</c:v>
                </c:pt>
                <c:pt idx="4795">
                  <c:v>45432</c:v>
                </c:pt>
                <c:pt idx="4796">
                  <c:v>45433</c:v>
                </c:pt>
                <c:pt idx="4797">
                  <c:v>45434</c:v>
                </c:pt>
                <c:pt idx="4798">
                  <c:v>45435</c:v>
                </c:pt>
                <c:pt idx="4799">
                  <c:v>45436</c:v>
                </c:pt>
                <c:pt idx="4800">
                  <c:v>45439</c:v>
                </c:pt>
                <c:pt idx="4801">
                  <c:v>45440</c:v>
                </c:pt>
                <c:pt idx="4802">
                  <c:v>45441</c:v>
                </c:pt>
                <c:pt idx="4803">
                  <c:v>45442</c:v>
                </c:pt>
                <c:pt idx="4804">
                  <c:v>45443</c:v>
                </c:pt>
                <c:pt idx="4805">
                  <c:v>45446</c:v>
                </c:pt>
                <c:pt idx="4806">
                  <c:v>45447</c:v>
                </c:pt>
                <c:pt idx="4807">
                  <c:v>45448</c:v>
                </c:pt>
                <c:pt idx="4808">
                  <c:v>45449</c:v>
                </c:pt>
                <c:pt idx="4809">
                  <c:v>45450</c:v>
                </c:pt>
                <c:pt idx="4810">
                  <c:v>45453</c:v>
                </c:pt>
                <c:pt idx="4811">
                  <c:v>45454</c:v>
                </c:pt>
                <c:pt idx="4812">
                  <c:v>45455</c:v>
                </c:pt>
                <c:pt idx="4813">
                  <c:v>45456</c:v>
                </c:pt>
                <c:pt idx="4814">
                  <c:v>45457</c:v>
                </c:pt>
                <c:pt idx="4815">
                  <c:v>45460</c:v>
                </c:pt>
                <c:pt idx="4816">
                  <c:v>45461</c:v>
                </c:pt>
                <c:pt idx="4817">
                  <c:v>45462</c:v>
                </c:pt>
                <c:pt idx="4818">
                  <c:v>45463</c:v>
                </c:pt>
                <c:pt idx="4819">
                  <c:v>45464</c:v>
                </c:pt>
                <c:pt idx="4820">
                  <c:v>45467</c:v>
                </c:pt>
                <c:pt idx="4821">
                  <c:v>45468</c:v>
                </c:pt>
                <c:pt idx="4822">
                  <c:v>45469</c:v>
                </c:pt>
                <c:pt idx="4823">
                  <c:v>45470</c:v>
                </c:pt>
                <c:pt idx="4824">
                  <c:v>45471</c:v>
                </c:pt>
                <c:pt idx="4825">
                  <c:v>45474</c:v>
                </c:pt>
                <c:pt idx="4826">
                  <c:v>45475</c:v>
                </c:pt>
                <c:pt idx="4827">
                  <c:v>45476</c:v>
                </c:pt>
                <c:pt idx="4828">
                  <c:v>45477</c:v>
                </c:pt>
                <c:pt idx="4829">
                  <c:v>45478</c:v>
                </c:pt>
                <c:pt idx="4830">
                  <c:v>45481</c:v>
                </c:pt>
                <c:pt idx="4831">
                  <c:v>45482</c:v>
                </c:pt>
                <c:pt idx="4832">
                  <c:v>45483</c:v>
                </c:pt>
                <c:pt idx="4833">
                  <c:v>45484</c:v>
                </c:pt>
                <c:pt idx="4834">
                  <c:v>45485</c:v>
                </c:pt>
                <c:pt idx="4835">
                  <c:v>45488</c:v>
                </c:pt>
                <c:pt idx="4836">
                  <c:v>45489</c:v>
                </c:pt>
                <c:pt idx="4837">
                  <c:v>45490</c:v>
                </c:pt>
                <c:pt idx="4838">
                  <c:v>45491</c:v>
                </c:pt>
                <c:pt idx="4839">
                  <c:v>45492</c:v>
                </c:pt>
                <c:pt idx="4840">
                  <c:v>45495</c:v>
                </c:pt>
                <c:pt idx="4841">
                  <c:v>45496</c:v>
                </c:pt>
                <c:pt idx="4842">
                  <c:v>45497</c:v>
                </c:pt>
                <c:pt idx="4843">
                  <c:v>45498</c:v>
                </c:pt>
                <c:pt idx="4844">
                  <c:v>45499</c:v>
                </c:pt>
                <c:pt idx="4845">
                  <c:v>45502</c:v>
                </c:pt>
                <c:pt idx="4846">
                  <c:v>45503</c:v>
                </c:pt>
                <c:pt idx="4847">
                  <c:v>45504</c:v>
                </c:pt>
                <c:pt idx="4848">
                  <c:v>45505</c:v>
                </c:pt>
                <c:pt idx="4849">
                  <c:v>45506</c:v>
                </c:pt>
                <c:pt idx="4850">
                  <c:v>45509</c:v>
                </c:pt>
                <c:pt idx="4851">
                  <c:v>45510</c:v>
                </c:pt>
                <c:pt idx="4852">
                  <c:v>45511</c:v>
                </c:pt>
                <c:pt idx="4853">
                  <c:v>45512</c:v>
                </c:pt>
                <c:pt idx="4854">
                  <c:v>45513</c:v>
                </c:pt>
                <c:pt idx="4855">
                  <c:v>45516</c:v>
                </c:pt>
                <c:pt idx="4856">
                  <c:v>45517</c:v>
                </c:pt>
                <c:pt idx="4857">
                  <c:v>45518</c:v>
                </c:pt>
                <c:pt idx="4858">
                  <c:v>45519</c:v>
                </c:pt>
                <c:pt idx="4859">
                  <c:v>45520</c:v>
                </c:pt>
                <c:pt idx="4860">
                  <c:v>45523</c:v>
                </c:pt>
                <c:pt idx="4861">
                  <c:v>45524</c:v>
                </c:pt>
                <c:pt idx="4862">
                  <c:v>45525</c:v>
                </c:pt>
                <c:pt idx="4863">
                  <c:v>45526</c:v>
                </c:pt>
                <c:pt idx="4864">
                  <c:v>45527</c:v>
                </c:pt>
                <c:pt idx="4865">
                  <c:v>45530</c:v>
                </c:pt>
                <c:pt idx="4866">
                  <c:v>45531</c:v>
                </c:pt>
                <c:pt idx="4867">
                  <c:v>45532</c:v>
                </c:pt>
                <c:pt idx="4868">
                  <c:v>45533</c:v>
                </c:pt>
                <c:pt idx="4869">
                  <c:v>45534</c:v>
                </c:pt>
                <c:pt idx="4870">
                  <c:v>45537</c:v>
                </c:pt>
                <c:pt idx="4871">
                  <c:v>45538</c:v>
                </c:pt>
                <c:pt idx="4872">
                  <c:v>45539</c:v>
                </c:pt>
                <c:pt idx="4873">
                  <c:v>45540</c:v>
                </c:pt>
                <c:pt idx="4874">
                  <c:v>45541</c:v>
                </c:pt>
                <c:pt idx="4875">
                  <c:v>45544</c:v>
                </c:pt>
                <c:pt idx="4876">
                  <c:v>45545</c:v>
                </c:pt>
                <c:pt idx="4877">
                  <c:v>45546</c:v>
                </c:pt>
                <c:pt idx="4878">
                  <c:v>45547</c:v>
                </c:pt>
                <c:pt idx="4879">
                  <c:v>45548</c:v>
                </c:pt>
                <c:pt idx="4880">
                  <c:v>45551</c:v>
                </c:pt>
                <c:pt idx="4881">
                  <c:v>45552</c:v>
                </c:pt>
                <c:pt idx="4882">
                  <c:v>45553</c:v>
                </c:pt>
                <c:pt idx="4883">
                  <c:v>45554</c:v>
                </c:pt>
                <c:pt idx="4884">
                  <c:v>45555</c:v>
                </c:pt>
                <c:pt idx="4885">
                  <c:v>45558</c:v>
                </c:pt>
                <c:pt idx="4886">
                  <c:v>45559</c:v>
                </c:pt>
                <c:pt idx="4887">
                  <c:v>45560</c:v>
                </c:pt>
                <c:pt idx="4888">
                  <c:v>45561</c:v>
                </c:pt>
                <c:pt idx="4889">
                  <c:v>45562</c:v>
                </c:pt>
                <c:pt idx="4890">
                  <c:v>45565</c:v>
                </c:pt>
                <c:pt idx="4891">
                  <c:v>45566</c:v>
                </c:pt>
                <c:pt idx="4892">
                  <c:v>45567</c:v>
                </c:pt>
                <c:pt idx="4893">
                  <c:v>45568</c:v>
                </c:pt>
                <c:pt idx="4894">
                  <c:v>45569</c:v>
                </c:pt>
                <c:pt idx="4895">
                  <c:v>45572</c:v>
                </c:pt>
                <c:pt idx="4896">
                  <c:v>45573</c:v>
                </c:pt>
                <c:pt idx="4897">
                  <c:v>45574</c:v>
                </c:pt>
                <c:pt idx="4898">
                  <c:v>45575</c:v>
                </c:pt>
                <c:pt idx="4899">
                  <c:v>45576</c:v>
                </c:pt>
                <c:pt idx="4900">
                  <c:v>45579</c:v>
                </c:pt>
                <c:pt idx="4901">
                  <c:v>45580</c:v>
                </c:pt>
                <c:pt idx="4902">
                  <c:v>45581</c:v>
                </c:pt>
                <c:pt idx="4903">
                  <c:v>45582</c:v>
                </c:pt>
                <c:pt idx="4904">
                  <c:v>45583</c:v>
                </c:pt>
                <c:pt idx="4905">
                  <c:v>45586</c:v>
                </c:pt>
                <c:pt idx="4906">
                  <c:v>45587</c:v>
                </c:pt>
                <c:pt idx="4907">
                  <c:v>45588</c:v>
                </c:pt>
                <c:pt idx="4908">
                  <c:v>45589</c:v>
                </c:pt>
                <c:pt idx="4909">
                  <c:v>45590</c:v>
                </c:pt>
                <c:pt idx="4910">
                  <c:v>45593</c:v>
                </c:pt>
                <c:pt idx="4911">
                  <c:v>45594</c:v>
                </c:pt>
                <c:pt idx="4912">
                  <c:v>45595</c:v>
                </c:pt>
                <c:pt idx="4913">
                  <c:v>45596</c:v>
                </c:pt>
                <c:pt idx="4914">
                  <c:v>45597</c:v>
                </c:pt>
                <c:pt idx="4915">
                  <c:v>45600</c:v>
                </c:pt>
                <c:pt idx="4916">
                  <c:v>45601</c:v>
                </c:pt>
                <c:pt idx="4917">
                  <c:v>45602</c:v>
                </c:pt>
                <c:pt idx="4918">
                  <c:v>45603</c:v>
                </c:pt>
                <c:pt idx="4919">
                  <c:v>45604</c:v>
                </c:pt>
                <c:pt idx="4920">
                  <c:v>45607</c:v>
                </c:pt>
                <c:pt idx="4921">
                  <c:v>45608</c:v>
                </c:pt>
                <c:pt idx="4922">
                  <c:v>45609</c:v>
                </c:pt>
                <c:pt idx="4923">
                  <c:v>45610</c:v>
                </c:pt>
                <c:pt idx="4924">
                  <c:v>45611</c:v>
                </c:pt>
                <c:pt idx="4925">
                  <c:v>45614</c:v>
                </c:pt>
                <c:pt idx="4926">
                  <c:v>45615</c:v>
                </c:pt>
                <c:pt idx="4927">
                  <c:v>45616</c:v>
                </c:pt>
                <c:pt idx="4928">
                  <c:v>45617</c:v>
                </c:pt>
                <c:pt idx="4929">
                  <c:v>45618</c:v>
                </c:pt>
                <c:pt idx="4930">
                  <c:v>45621</c:v>
                </c:pt>
                <c:pt idx="4931">
                  <c:v>45622</c:v>
                </c:pt>
                <c:pt idx="4932">
                  <c:v>45623</c:v>
                </c:pt>
                <c:pt idx="4933">
                  <c:v>45624</c:v>
                </c:pt>
                <c:pt idx="4934">
                  <c:v>45625</c:v>
                </c:pt>
                <c:pt idx="4935">
                  <c:v>45628</c:v>
                </c:pt>
                <c:pt idx="4936">
                  <c:v>45629</c:v>
                </c:pt>
                <c:pt idx="4937">
                  <c:v>45630</c:v>
                </c:pt>
                <c:pt idx="4938">
                  <c:v>45631</c:v>
                </c:pt>
                <c:pt idx="4939">
                  <c:v>45632</c:v>
                </c:pt>
                <c:pt idx="4940">
                  <c:v>45635</c:v>
                </c:pt>
                <c:pt idx="4941">
                  <c:v>45636</c:v>
                </c:pt>
                <c:pt idx="4942">
                  <c:v>45637</c:v>
                </c:pt>
                <c:pt idx="4943">
                  <c:v>45638</c:v>
                </c:pt>
                <c:pt idx="4944">
                  <c:v>45639</c:v>
                </c:pt>
                <c:pt idx="4945">
                  <c:v>45642</c:v>
                </c:pt>
                <c:pt idx="4946">
                  <c:v>45643</c:v>
                </c:pt>
                <c:pt idx="4947">
                  <c:v>45644</c:v>
                </c:pt>
                <c:pt idx="4948">
                  <c:v>45645</c:v>
                </c:pt>
                <c:pt idx="4949">
                  <c:v>45646</c:v>
                </c:pt>
                <c:pt idx="4950">
                  <c:v>45649</c:v>
                </c:pt>
                <c:pt idx="4951">
                  <c:v>45650</c:v>
                </c:pt>
                <c:pt idx="4952">
                  <c:v>45651</c:v>
                </c:pt>
                <c:pt idx="4953">
                  <c:v>45652</c:v>
                </c:pt>
                <c:pt idx="4954">
                  <c:v>45653</c:v>
                </c:pt>
                <c:pt idx="4955">
                  <c:v>45656</c:v>
                </c:pt>
                <c:pt idx="4956">
                  <c:v>45657</c:v>
                </c:pt>
                <c:pt idx="4957">
                  <c:v>45658</c:v>
                </c:pt>
                <c:pt idx="4958">
                  <c:v>45659</c:v>
                </c:pt>
                <c:pt idx="4959">
                  <c:v>45660</c:v>
                </c:pt>
                <c:pt idx="4960">
                  <c:v>45663</c:v>
                </c:pt>
                <c:pt idx="4961">
                  <c:v>45664</c:v>
                </c:pt>
                <c:pt idx="4962">
                  <c:v>45665</c:v>
                </c:pt>
                <c:pt idx="4963">
                  <c:v>45666</c:v>
                </c:pt>
                <c:pt idx="4964">
                  <c:v>45667</c:v>
                </c:pt>
                <c:pt idx="4965">
                  <c:v>45670</c:v>
                </c:pt>
                <c:pt idx="4966">
                  <c:v>45671</c:v>
                </c:pt>
                <c:pt idx="4967">
                  <c:v>45672</c:v>
                </c:pt>
                <c:pt idx="4968">
                  <c:v>45673</c:v>
                </c:pt>
                <c:pt idx="4969">
                  <c:v>45674</c:v>
                </c:pt>
                <c:pt idx="4970">
                  <c:v>45677</c:v>
                </c:pt>
                <c:pt idx="4971">
                  <c:v>45678</c:v>
                </c:pt>
                <c:pt idx="4972">
                  <c:v>45679</c:v>
                </c:pt>
                <c:pt idx="4973">
                  <c:v>45680</c:v>
                </c:pt>
                <c:pt idx="4974">
                  <c:v>45681</c:v>
                </c:pt>
                <c:pt idx="4975">
                  <c:v>45684</c:v>
                </c:pt>
                <c:pt idx="4976">
                  <c:v>45685</c:v>
                </c:pt>
                <c:pt idx="4977">
                  <c:v>45686</c:v>
                </c:pt>
                <c:pt idx="4978">
                  <c:v>45687</c:v>
                </c:pt>
                <c:pt idx="4979">
                  <c:v>45688</c:v>
                </c:pt>
                <c:pt idx="4980">
                  <c:v>45691</c:v>
                </c:pt>
                <c:pt idx="4981">
                  <c:v>45692</c:v>
                </c:pt>
                <c:pt idx="4982">
                  <c:v>45693</c:v>
                </c:pt>
                <c:pt idx="4983">
                  <c:v>45694</c:v>
                </c:pt>
                <c:pt idx="4984">
                  <c:v>45695</c:v>
                </c:pt>
                <c:pt idx="4985">
                  <c:v>45698</c:v>
                </c:pt>
                <c:pt idx="4986">
                  <c:v>45699</c:v>
                </c:pt>
                <c:pt idx="4987">
                  <c:v>45700</c:v>
                </c:pt>
                <c:pt idx="4988">
                  <c:v>45701</c:v>
                </c:pt>
                <c:pt idx="4989">
                  <c:v>45702</c:v>
                </c:pt>
                <c:pt idx="4990">
                  <c:v>45705</c:v>
                </c:pt>
                <c:pt idx="4991">
                  <c:v>45706</c:v>
                </c:pt>
                <c:pt idx="4992">
                  <c:v>45707</c:v>
                </c:pt>
                <c:pt idx="4993">
                  <c:v>45708</c:v>
                </c:pt>
                <c:pt idx="4994">
                  <c:v>45709</c:v>
                </c:pt>
                <c:pt idx="4995">
                  <c:v>45712</c:v>
                </c:pt>
                <c:pt idx="4996">
                  <c:v>45713</c:v>
                </c:pt>
                <c:pt idx="4997">
                  <c:v>45714</c:v>
                </c:pt>
                <c:pt idx="4998">
                  <c:v>45715</c:v>
                </c:pt>
                <c:pt idx="4999">
                  <c:v>45716</c:v>
                </c:pt>
                <c:pt idx="5000">
                  <c:v>45719</c:v>
                </c:pt>
                <c:pt idx="5001">
                  <c:v>45720</c:v>
                </c:pt>
                <c:pt idx="5002">
                  <c:v>45721</c:v>
                </c:pt>
                <c:pt idx="5003">
                  <c:v>45722</c:v>
                </c:pt>
                <c:pt idx="5004">
                  <c:v>45723</c:v>
                </c:pt>
                <c:pt idx="5005">
                  <c:v>45726</c:v>
                </c:pt>
                <c:pt idx="5006">
                  <c:v>45727</c:v>
                </c:pt>
                <c:pt idx="5007">
                  <c:v>45728</c:v>
                </c:pt>
                <c:pt idx="5008">
                  <c:v>45729</c:v>
                </c:pt>
                <c:pt idx="5009">
                  <c:v>45730</c:v>
                </c:pt>
                <c:pt idx="5010">
                  <c:v>45733</c:v>
                </c:pt>
                <c:pt idx="5011">
                  <c:v>45734</c:v>
                </c:pt>
                <c:pt idx="5012">
                  <c:v>45735</c:v>
                </c:pt>
                <c:pt idx="5013">
                  <c:v>45736</c:v>
                </c:pt>
                <c:pt idx="5014">
                  <c:v>45737</c:v>
                </c:pt>
                <c:pt idx="5015">
                  <c:v>45740</c:v>
                </c:pt>
                <c:pt idx="5016">
                  <c:v>45741</c:v>
                </c:pt>
                <c:pt idx="5017">
                  <c:v>45742</c:v>
                </c:pt>
                <c:pt idx="5018">
                  <c:v>45743</c:v>
                </c:pt>
                <c:pt idx="5019">
                  <c:v>45744</c:v>
                </c:pt>
                <c:pt idx="5020">
                  <c:v>45747</c:v>
                </c:pt>
                <c:pt idx="5021">
                  <c:v>45748</c:v>
                </c:pt>
                <c:pt idx="5022">
                  <c:v>45749</c:v>
                </c:pt>
                <c:pt idx="5023">
                  <c:v>45750</c:v>
                </c:pt>
                <c:pt idx="5024">
                  <c:v>45751</c:v>
                </c:pt>
                <c:pt idx="5025">
                  <c:v>45754</c:v>
                </c:pt>
                <c:pt idx="5026">
                  <c:v>45755</c:v>
                </c:pt>
                <c:pt idx="5027">
                  <c:v>45756</c:v>
                </c:pt>
                <c:pt idx="5028">
                  <c:v>45757</c:v>
                </c:pt>
                <c:pt idx="5029">
                  <c:v>45758</c:v>
                </c:pt>
                <c:pt idx="5030">
                  <c:v>45761</c:v>
                </c:pt>
                <c:pt idx="5031">
                  <c:v>45762</c:v>
                </c:pt>
                <c:pt idx="5032">
                  <c:v>45763</c:v>
                </c:pt>
                <c:pt idx="5033">
                  <c:v>45764</c:v>
                </c:pt>
                <c:pt idx="5034">
                  <c:v>45765</c:v>
                </c:pt>
                <c:pt idx="5035">
                  <c:v>45768</c:v>
                </c:pt>
                <c:pt idx="5036">
                  <c:v>45769</c:v>
                </c:pt>
                <c:pt idx="5037">
                  <c:v>45770</c:v>
                </c:pt>
                <c:pt idx="5038">
                  <c:v>45771</c:v>
                </c:pt>
                <c:pt idx="5039">
                  <c:v>45772</c:v>
                </c:pt>
                <c:pt idx="5040">
                  <c:v>45775</c:v>
                </c:pt>
                <c:pt idx="5041">
                  <c:v>45776</c:v>
                </c:pt>
                <c:pt idx="5042">
                  <c:v>45777</c:v>
                </c:pt>
                <c:pt idx="5043">
                  <c:v>45778</c:v>
                </c:pt>
                <c:pt idx="5044">
                  <c:v>45779</c:v>
                </c:pt>
                <c:pt idx="5045">
                  <c:v>45782</c:v>
                </c:pt>
                <c:pt idx="5046">
                  <c:v>45783</c:v>
                </c:pt>
                <c:pt idx="5047">
                  <c:v>45784</c:v>
                </c:pt>
                <c:pt idx="5048">
                  <c:v>45785</c:v>
                </c:pt>
                <c:pt idx="5049">
                  <c:v>45786</c:v>
                </c:pt>
                <c:pt idx="5050">
                  <c:v>45789</c:v>
                </c:pt>
                <c:pt idx="5051">
                  <c:v>45790</c:v>
                </c:pt>
                <c:pt idx="5052">
                  <c:v>45791</c:v>
                </c:pt>
                <c:pt idx="5053">
                  <c:v>45792</c:v>
                </c:pt>
                <c:pt idx="5054">
                  <c:v>45793</c:v>
                </c:pt>
                <c:pt idx="5055">
                  <c:v>45796</c:v>
                </c:pt>
                <c:pt idx="5056">
                  <c:v>45797</c:v>
                </c:pt>
                <c:pt idx="5057">
                  <c:v>45798</c:v>
                </c:pt>
                <c:pt idx="5058">
                  <c:v>45799</c:v>
                </c:pt>
                <c:pt idx="5059">
                  <c:v>45800</c:v>
                </c:pt>
                <c:pt idx="5060">
                  <c:v>45803</c:v>
                </c:pt>
                <c:pt idx="5061">
                  <c:v>45804</c:v>
                </c:pt>
                <c:pt idx="5062">
                  <c:v>45805</c:v>
                </c:pt>
                <c:pt idx="5063">
                  <c:v>45806</c:v>
                </c:pt>
                <c:pt idx="5064">
                  <c:v>45807</c:v>
                </c:pt>
                <c:pt idx="5065">
                  <c:v>45810</c:v>
                </c:pt>
                <c:pt idx="5066">
                  <c:v>45811</c:v>
                </c:pt>
                <c:pt idx="5067">
                  <c:v>45812</c:v>
                </c:pt>
                <c:pt idx="5068">
                  <c:v>45813</c:v>
                </c:pt>
                <c:pt idx="5069">
                  <c:v>45814</c:v>
                </c:pt>
                <c:pt idx="5070">
                  <c:v>45817</c:v>
                </c:pt>
                <c:pt idx="5071">
                  <c:v>45818</c:v>
                </c:pt>
                <c:pt idx="5072">
                  <c:v>45819</c:v>
                </c:pt>
                <c:pt idx="5073">
                  <c:v>45820</c:v>
                </c:pt>
                <c:pt idx="5074">
                  <c:v>45821</c:v>
                </c:pt>
                <c:pt idx="5075">
                  <c:v>45824</c:v>
                </c:pt>
                <c:pt idx="5076">
                  <c:v>45825</c:v>
                </c:pt>
                <c:pt idx="5077">
                  <c:v>45826</c:v>
                </c:pt>
                <c:pt idx="5078">
                  <c:v>45827</c:v>
                </c:pt>
                <c:pt idx="5079">
                  <c:v>45828</c:v>
                </c:pt>
                <c:pt idx="5080">
                  <c:v>45831</c:v>
                </c:pt>
                <c:pt idx="5081">
                  <c:v>45832</c:v>
                </c:pt>
                <c:pt idx="5082">
                  <c:v>45833</c:v>
                </c:pt>
                <c:pt idx="5083">
                  <c:v>45834</c:v>
                </c:pt>
                <c:pt idx="5084">
                  <c:v>45835</c:v>
                </c:pt>
                <c:pt idx="5085">
                  <c:v>45838</c:v>
                </c:pt>
                <c:pt idx="5086">
                  <c:v>45839</c:v>
                </c:pt>
                <c:pt idx="5087">
                  <c:v>45840</c:v>
                </c:pt>
                <c:pt idx="5088">
                  <c:v>45841</c:v>
                </c:pt>
                <c:pt idx="5089">
                  <c:v>45842</c:v>
                </c:pt>
                <c:pt idx="5090">
                  <c:v>45845</c:v>
                </c:pt>
                <c:pt idx="5091">
                  <c:v>45846</c:v>
                </c:pt>
                <c:pt idx="5092">
                  <c:v>45847</c:v>
                </c:pt>
                <c:pt idx="5093">
                  <c:v>45848</c:v>
                </c:pt>
                <c:pt idx="5094">
                  <c:v>45849</c:v>
                </c:pt>
                <c:pt idx="5095">
                  <c:v>45852</c:v>
                </c:pt>
                <c:pt idx="5096">
                  <c:v>45853</c:v>
                </c:pt>
                <c:pt idx="5097">
                  <c:v>45854</c:v>
                </c:pt>
                <c:pt idx="5098">
                  <c:v>45855</c:v>
                </c:pt>
                <c:pt idx="5099">
                  <c:v>45856</c:v>
                </c:pt>
                <c:pt idx="5100">
                  <c:v>45859</c:v>
                </c:pt>
                <c:pt idx="5101">
                  <c:v>45860</c:v>
                </c:pt>
                <c:pt idx="5102">
                  <c:v>45861</c:v>
                </c:pt>
                <c:pt idx="5103">
                  <c:v>45862</c:v>
                </c:pt>
                <c:pt idx="5104">
                  <c:v>45863</c:v>
                </c:pt>
                <c:pt idx="5105">
                  <c:v>45866</c:v>
                </c:pt>
                <c:pt idx="5106">
                  <c:v>45867</c:v>
                </c:pt>
                <c:pt idx="5107">
                  <c:v>45868</c:v>
                </c:pt>
                <c:pt idx="5108">
                  <c:v>45869</c:v>
                </c:pt>
                <c:pt idx="5109">
                  <c:v>45870</c:v>
                </c:pt>
                <c:pt idx="5110">
                  <c:v>45873</c:v>
                </c:pt>
                <c:pt idx="5111">
                  <c:v>45874</c:v>
                </c:pt>
                <c:pt idx="5112">
                  <c:v>45875</c:v>
                </c:pt>
                <c:pt idx="5113">
                  <c:v>45876</c:v>
                </c:pt>
                <c:pt idx="5114">
                  <c:v>45877</c:v>
                </c:pt>
                <c:pt idx="5115">
                  <c:v>45880</c:v>
                </c:pt>
                <c:pt idx="5116">
                  <c:v>45881</c:v>
                </c:pt>
                <c:pt idx="5117">
                  <c:v>45882</c:v>
                </c:pt>
                <c:pt idx="5118">
                  <c:v>45883</c:v>
                </c:pt>
                <c:pt idx="5119">
                  <c:v>45884</c:v>
                </c:pt>
                <c:pt idx="5120">
                  <c:v>45887</c:v>
                </c:pt>
                <c:pt idx="5121">
                  <c:v>45888</c:v>
                </c:pt>
                <c:pt idx="5122">
                  <c:v>45889</c:v>
                </c:pt>
                <c:pt idx="5123">
                  <c:v>45890</c:v>
                </c:pt>
                <c:pt idx="5124">
                  <c:v>45891</c:v>
                </c:pt>
                <c:pt idx="5125">
                  <c:v>45894</c:v>
                </c:pt>
                <c:pt idx="5126">
                  <c:v>45895</c:v>
                </c:pt>
                <c:pt idx="5127">
                  <c:v>45896</c:v>
                </c:pt>
                <c:pt idx="5128">
                  <c:v>45897</c:v>
                </c:pt>
                <c:pt idx="5129">
                  <c:v>45898</c:v>
                </c:pt>
                <c:pt idx="5130">
                  <c:v>45901</c:v>
                </c:pt>
                <c:pt idx="5131">
                  <c:v>45902</c:v>
                </c:pt>
                <c:pt idx="5132">
                  <c:v>45903</c:v>
                </c:pt>
                <c:pt idx="5133">
                  <c:v>45904</c:v>
                </c:pt>
                <c:pt idx="5134">
                  <c:v>45905</c:v>
                </c:pt>
                <c:pt idx="5135">
                  <c:v>45908</c:v>
                </c:pt>
                <c:pt idx="5136">
                  <c:v>45909</c:v>
                </c:pt>
                <c:pt idx="5137">
                  <c:v>45910</c:v>
                </c:pt>
                <c:pt idx="5138">
                  <c:v>45911</c:v>
                </c:pt>
                <c:pt idx="5139">
                  <c:v>45912</c:v>
                </c:pt>
                <c:pt idx="5140">
                  <c:v>45915</c:v>
                </c:pt>
                <c:pt idx="5141">
                  <c:v>45916</c:v>
                </c:pt>
                <c:pt idx="5142">
                  <c:v>45917</c:v>
                </c:pt>
                <c:pt idx="5143">
                  <c:v>45918</c:v>
                </c:pt>
                <c:pt idx="5144">
                  <c:v>45919</c:v>
                </c:pt>
                <c:pt idx="5145">
                  <c:v>45922</c:v>
                </c:pt>
                <c:pt idx="5146">
                  <c:v>45923</c:v>
                </c:pt>
                <c:pt idx="5147">
                  <c:v>45924</c:v>
                </c:pt>
                <c:pt idx="5148">
                  <c:v>45925</c:v>
                </c:pt>
                <c:pt idx="5149">
                  <c:v>45926</c:v>
                </c:pt>
                <c:pt idx="5150">
                  <c:v>45929</c:v>
                </c:pt>
                <c:pt idx="5151">
                  <c:v>45930</c:v>
                </c:pt>
                <c:pt idx="5152">
                  <c:v>45931</c:v>
                </c:pt>
                <c:pt idx="5153">
                  <c:v>45932</c:v>
                </c:pt>
                <c:pt idx="5154">
                  <c:v>45933</c:v>
                </c:pt>
                <c:pt idx="5155">
                  <c:v>45936</c:v>
                </c:pt>
                <c:pt idx="5156">
                  <c:v>45937</c:v>
                </c:pt>
                <c:pt idx="5157">
                  <c:v>45938</c:v>
                </c:pt>
                <c:pt idx="5158">
                  <c:v>45939</c:v>
                </c:pt>
                <c:pt idx="5159">
                  <c:v>45940</c:v>
                </c:pt>
                <c:pt idx="5160">
                  <c:v>45943</c:v>
                </c:pt>
                <c:pt idx="5161">
                  <c:v>45944</c:v>
                </c:pt>
                <c:pt idx="5162">
                  <c:v>45945</c:v>
                </c:pt>
                <c:pt idx="5163">
                  <c:v>45946</c:v>
                </c:pt>
                <c:pt idx="5164">
                  <c:v>45947</c:v>
                </c:pt>
                <c:pt idx="5165">
                  <c:v>45950</c:v>
                </c:pt>
                <c:pt idx="5166">
                  <c:v>45951</c:v>
                </c:pt>
                <c:pt idx="5167">
                  <c:v>45952</c:v>
                </c:pt>
                <c:pt idx="5168">
                  <c:v>45953</c:v>
                </c:pt>
                <c:pt idx="5169">
                  <c:v>45954</c:v>
                </c:pt>
                <c:pt idx="5170">
                  <c:v>45957</c:v>
                </c:pt>
                <c:pt idx="5171">
                  <c:v>45958</c:v>
                </c:pt>
                <c:pt idx="5172">
                  <c:v>45959</c:v>
                </c:pt>
                <c:pt idx="5173">
                  <c:v>45960</c:v>
                </c:pt>
                <c:pt idx="5174">
                  <c:v>45961</c:v>
                </c:pt>
                <c:pt idx="5175">
                  <c:v>45964</c:v>
                </c:pt>
                <c:pt idx="5176">
                  <c:v>45965</c:v>
                </c:pt>
                <c:pt idx="5177">
                  <c:v>45966</c:v>
                </c:pt>
                <c:pt idx="5178">
                  <c:v>45967</c:v>
                </c:pt>
                <c:pt idx="5179">
                  <c:v>45968</c:v>
                </c:pt>
                <c:pt idx="5180">
                  <c:v>45971</c:v>
                </c:pt>
                <c:pt idx="5181">
                  <c:v>45972</c:v>
                </c:pt>
                <c:pt idx="5182">
                  <c:v>45973</c:v>
                </c:pt>
                <c:pt idx="5183">
                  <c:v>45974</c:v>
                </c:pt>
                <c:pt idx="5184">
                  <c:v>45975</c:v>
                </c:pt>
                <c:pt idx="5185">
                  <c:v>45978</c:v>
                </c:pt>
                <c:pt idx="5186">
                  <c:v>45979</c:v>
                </c:pt>
                <c:pt idx="5187">
                  <c:v>45980</c:v>
                </c:pt>
                <c:pt idx="5188">
                  <c:v>45981</c:v>
                </c:pt>
                <c:pt idx="5189">
                  <c:v>45982</c:v>
                </c:pt>
                <c:pt idx="5190">
                  <c:v>45985</c:v>
                </c:pt>
                <c:pt idx="5191">
                  <c:v>45986</c:v>
                </c:pt>
                <c:pt idx="5192">
                  <c:v>45987</c:v>
                </c:pt>
                <c:pt idx="5193">
                  <c:v>45988</c:v>
                </c:pt>
                <c:pt idx="5194">
                  <c:v>45989</c:v>
                </c:pt>
                <c:pt idx="5195">
                  <c:v>45992</c:v>
                </c:pt>
                <c:pt idx="5196">
                  <c:v>45993</c:v>
                </c:pt>
                <c:pt idx="5197">
                  <c:v>45994</c:v>
                </c:pt>
                <c:pt idx="5198">
                  <c:v>45995</c:v>
                </c:pt>
                <c:pt idx="5199">
                  <c:v>45996</c:v>
                </c:pt>
                <c:pt idx="5200">
                  <c:v>45999</c:v>
                </c:pt>
                <c:pt idx="5201">
                  <c:v>46000</c:v>
                </c:pt>
                <c:pt idx="5202">
                  <c:v>46001</c:v>
                </c:pt>
                <c:pt idx="5203">
                  <c:v>46002</c:v>
                </c:pt>
                <c:pt idx="5204">
                  <c:v>46003</c:v>
                </c:pt>
                <c:pt idx="5205">
                  <c:v>46006</c:v>
                </c:pt>
                <c:pt idx="5206">
                  <c:v>46007</c:v>
                </c:pt>
                <c:pt idx="5207">
                  <c:v>46008</c:v>
                </c:pt>
                <c:pt idx="5208">
                  <c:v>46009</c:v>
                </c:pt>
                <c:pt idx="5209">
                  <c:v>46010</c:v>
                </c:pt>
                <c:pt idx="5210">
                  <c:v>46013</c:v>
                </c:pt>
                <c:pt idx="5211">
                  <c:v>46014</c:v>
                </c:pt>
                <c:pt idx="5212">
                  <c:v>46015</c:v>
                </c:pt>
                <c:pt idx="5213">
                  <c:v>46016</c:v>
                </c:pt>
                <c:pt idx="5214">
                  <c:v>46017</c:v>
                </c:pt>
                <c:pt idx="5215">
                  <c:v>46020</c:v>
                </c:pt>
                <c:pt idx="5216">
                  <c:v>46021</c:v>
                </c:pt>
                <c:pt idx="5217">
                  <c:v>46022</c:v>
                </c:pt>
                <c:pt idx="5218">
                  <c:v>46023</c:v>
                </c:pt>
                <c:pt idx="5219">
                  <c:v>46024</c:v>
                </c:pt>
                <c:pt idx="5220">
                  <c:v>46027</c:v>
                </c:pt>
                <c:pt idx="5221">
                  <c:v>46028</c:v>
                </c:pt>
                <c:pt idx="5222">
                  <c:v>46029</c:v>
                </c:pt>
                <c:pt idx="5223">
                  <c:v>46030</c:v>
                </c:pt>
                <c:pt idx="5224">
                  <c:v>46031</c:v>
                </c:pt>
                <c:pt idx="5225">
                  <c:v>46034</c:v>
                </c:pt>
                <c:pt idx="5226">
                  <c:v>46035</c:v>
                </c:pt>
                <c:pt idx="5227">
                  <c:v>46036</c:v>
                </c:pt>
                <c:pt idx="5228">
                  <c:v>46037</c:v>
                </c:pt>
                <c:pt idx="5229">
                  <c:v>46038</c:v>
                </c:pt>
                <c:pt idx="5230">
                  <c:v>46041</c:v>
                </c:pt>
                <c:pt idx="5231">
                  <c:v>46042</c:v>
                </c:pt>
                <c:pt idx="5232">
                  <c:v>46043</c:v>
                </c:pt>
                <c:pt idx="5233">
                  <c:v>46044</c:v>
                </c:pt>
                <c:pt idx="5234">
                  <c:v>46045</c:v>
                </c:pt>
                <c:pt idx="5235">
                  <c:v>46048</c:v>
                </c:pt>
                <c:pt idx="5236">
                  <c:v>46049</c:v>
                </c:pt>
                <c:pt idx="5237">
                  <c:v>46050</c:v>
                </c:pt>
                <c:pt idx="5238">
                  <c:v>46051</c:v>
                </c:pt>
                <c:pt idx="5239">
                  <c:v>46052</c:v>
                </c:pt>
                <c:pt idx="5240">
                  <c:v>46055</c:v>
                </c:pt>
                <c:pt idx="5241">
                  <c:v>46056</c:v>
                </c:pt>
                <c:pt idx="5242">
                  <c:v>46057</c:v>
                </c:pt>
                <c:pt idx="5243">
                  <c:v>46058</c:v>
                </c:pt>
                <c:pt idx="5244">
                  <c:v>46059</c:v>
                </c:pt>
                <c:pt idx="5245">
                  <c:v>46062</c:v>
                </c:pt>
                <c:pt idx="5246">
                  <c:v>46063</c:v>
                </c:pt>
                <c:pt idx="5247">
                  <c:v>46064</c:v>
                </c:pt>
                <c:pt idx="5248">
                  <c:v>46065</c:v>
                </c:pt>
                <c:pt idx="5249">
                  <c:v>46066</c:v>
                </c:pt>
                <c:pt idx="5250">
                  <c:v>46069</c:v>
                </c:pt>
                <c:pt idx="5251">
                  <c:v>46070</c:v>
                </c:pt>
                <c:pt idx="5252">
                  <c:v>46071</c:v>
                </c:pt>
                <c:pt idx="5253">
                  <c:v>46072</c:v>
                </c:pt>
                <c:pt idx="5254">
                  <c:v>46073</c:v>
                </c:pt>
                <c:pt idx="5255">
                  <c:v>46076</c:v>
                </c:pt>
                <c:pt idx="5256">
                  <c:v>46077</c:v>
                </c:pt>
                <c:pt idx="5257">
                  <c:v>46078</c:v>
                </c:pt>
                <c:pt idx="5258">
                  <c:v>46079</c:v>
                </c:pt>
                <c:pt idx="5259">
                  <c:v>46080</c:v>
                </c:pt>
                <c:pt idx="5260">
                  <c:v>46083</c:v>
                </c:pt>
                <c:pt idx="5261">
                  <c:v>46084</c:v>
                </c:pt>
                <c:pt idx="5262">
                  <c:v>46085</c:v>
                </c:pt>
                <c:pt idx="5263">
                  <c:v>46086</c:v>
                </c:pt>
                <c:pt idx="5264">
                  <c:v>46087</c:v>
                </c:pt>
                <c:pt idx="5265">
                  <c:v>46090</c:v>
                </c:pt>
                <c:pt idx="5266">
                  <c:v>46091</c:v>
                </c:pt>
                <c:pt idx="5267">
                  <c:v>46092</c:v>
                </c:pt>
                <c:pt idx="5268">
                  <c:v>46093</c:v>
                </c:pt>
                <c:pt idx="5269">
                  <c:v>46094</c:v>
                </c:pt>
                <c:pt idx="5270">
                  <c:v>46097</c:v>
                </c:pt>
                <c:pt idx="5271">
                  <c:v>46098</c:v>
                </c:pt>
                <c:pt idx="5272">
                  <c:v>46099</c:v>
                </c:pt>
                <c:pt idx="5273">
                  <c:v>46100</c:v>
                </c:pt>
                <c:pt idx="5274">
                  <c:v>46101</c:v>
                </c:pt>
                <c:pt idx="5275">
                  <c:v>46104</c:v>
                </c:pt>
                <c:pt idx="5276">
                  <c:v>46105</c:v>
                </c:pt>
                <c:pt idx="5277">
                  <c:v>46106</c:v>
                </c:pt>
                <c:pt idx="5278">
                  <c:v>46107</c:v>
                </c:pt>
                <c:pt idx="5279">
                  <c:v>46108</c:v>
                </c:pt>
                <c:pt idx="5280">
                  <c:v>46111</c:v>
                </c:pt>
                <c:pt idx="5281">
                  <c:v>46112</c:v>
                </c:pt>
                <c:pt idx="5282">
                  <c:v>46113</c:v>
                </c:pt>
                <c:pt idx="5283">
                  <c:v>46114</c:v>
                </c:pt>
                <c:pt idx="5284">
                  <c:v>46115</c:v>
                </c:pt>
                <c:pt idx="5285">
                  <c:v>46118</c:v>
                </c:pt>
                <c:pt idx="5286">
                  <c:v>46119</c:v>
                </c:pt>
                <c:pt idx="5287">
                  <c:v>46120</c:v>
                </c:pt>
                <c:pt idx="5288">
                  <c:v>46121</c:v>
                </c:pt>
                <c:pt idx="5289">
                  <c:v>46122</c:v>
                </c:pt>
                <c:pt idx="5290">
                  <c:v>46125</c:v>
                </c:pt>
                <c:pt idx="5291">
                  <c:v>46126</c:v>
                </c:pt>
                <c:pt idx="5292">
                  <c:v>46127</c:v>
                </c:pt>
                <c:pt idx="5293">
                  <c:v>46128</c:v>
                </c:pt>
                <c:pt idx="5294">
                  <c:v>46129</c:v>
                </c:pt>
                <c:pt idx="5295">
                  <c:v>46132</c:v>
                </c:pt>
                <c:pt idx="5296">
                  <c:v>46133</c:v>
                </c:pt>
                <c:pt idx="5297">
                  <c:v>46134</c:v>
                </c:pt>
                <c:pt idx="5298">
                  <c:v>46135</c:v>
                </c:pt>
                <c:pt idx="5299">
                  <c:v>46136</c:v>
                </c:pt>
                <c:pt idx="5300">
                  <c:v>46139</c:v>
                </c:pt>
                <c:pt idx="5301">
                  <c:v>46140</c:v>
                </c:pt>
                <c:pt idx="5302">
                  <c:v>46141</c:v>
                </c:pt>
                <c:pt idx="5303">
                  <c:v>46142</c:v>
                </c:pt>
                <c:pt idx="5304">
                  <c:v>46143</c:v>
                </c:pt>
                <c:pt idx="5305">
                  <c:v>46146</c:v>
                </c:pt>
                <c:pt idx="5306">
                  <c:v>46147</c:v>
                </c:pt>
                <c:pt idx="5307">
                  <c:v>46148</c:v>
                </c:pt>
                <c:pt idx="5308">
                  <c:v>46149</c:v>
                </c:pt>
                <c:pt idx="5309">
                  <c:v>46150</c:v>
                </c:pt>
                <c:pt idx="5310">
                  <c:v>46153</c:v>
                </c:pt>
                <c:pt idx="5311">
                  <c:v>46154</c:v>
                </c:pt>
                <c:pt idx="5312">
                  <c:v>46155</c:v>
                </c:pt>
                <c:pt idx="5313">
                  <c:v>46156</c:v>
                </c:pt>
                <c:pt idx="5314">
                  <c:v>46157</c:v>
                </c:pt>
                <c:pt idx="5315">
                  <c:v>46160</c:v>
                </c:pt>
                <c:pt idx="5316">
                  <c:v>46161</c:v>
                </c:pt>
                <c:pt idx="5317">
                  <c:v>46162</c:v>
                </c:pt>
                <c:pt idx="5318">
                  <c:v>46163</c:v>
                </c:pt>
                <c:pt idx="5319">
                  <c:v>46164</c:v>
                </c:pt>
                <c:pt idx="5320">
                  <c:v>46167</c:v>
                </c:pt>
                <c:pt idx="5321">
                  <c:v>46168</c:v>
                </c:pt>
                <c:pt idx="5322">
                  <c:v>46169</c:v>
                </c:pt>
                <c:pt idx="5323">
                  <c:v>46170</c:v>
                </c:pt>
                <c:pt idx="5324">
                  <c:v>46171</c:v>
                </c:pt>
                <c:pt idx="5325">
                  <c:v>46174</c:v>
                </c:pt>
                <c:pt idx="5326">
                  <c:v>46175</c:v>
                </c:pt>
                <c:pt idx="5327">
                  <c:v>46176</c:v>
                </c:pt>
                <c:pt idx="5328">
                  <c:v>46177</c:v>
                </c:pt>
                <c:pt idx="5329">
                  <c:v>46178</c:v>
                </c:pt>
                <c:pt idx="5330">
                  <c:v>46181</c:v>
                </c:pt>
                <c:pt idx="5331">
                  <c:v>46182</c:v>
                </c:pt>
                <c:pt idx="5332">
                  <c:v>46183</c:v>
                </c:pt>
                <c:pt idx="5333">
                  <c:v>46184</c:v>
                </c:pt>
                <c:pt idx="5334">
                  <c:v>46185</c:v>
                </c:pt>
                <c:pt idx="5335">
                  <c:v>46188</c:v>
                </c:pt>
                <c:pt idx="5336">
                  <c:v>46189</c:v>
                </c:pt>
                <c:pt idx="5337">
                  <c:v>46190</c:v>
                </c:pt>
                <c:pt idx="5338">
                  <c:v>46191</c:v>
                </c:pt>
              </c:numCache>
            </c:numRef>
          </c:cat>
          <c:val>
            <c:numRef>
              <c:f>'worldwide policy rate'!$C$2612:$C$7950</c:f>
              <c:numCache>
                <c:formatCode>General</c:formatCode>
                <c:ptCount val="5339"/>
                <c:pt idx="0">
                  <c:v>1.25</c:v>
                </c:pt>
                <c:pt idx="1">
                  <c:v>1.25</c:v>
                </c:pt>
                <c:pt idx="2">
                  <c:v>1.25</c:v>
                </c:pt>
                <c:pt idx="3">
                  <c:v>1.25</c:v>
                </c:pt>
                <c:pt idx="4">
                  <c:v>1.25</c:v>
                </c:pt>
                <c:pt idx="5">
                  <c:v>1.25</c:v>
                </c:pt>
                <c:pt idx="6">
                  <c:v>1.25</c:v>
                </c:pt>
                <c:pt idx="7">
                  <c:v>1.25</c:v>
                </c:pt>
                <c:pt idx="8">
                  <c:v>1.25</c:v>
                </c:pt>
                <c:pt idx="9">
                  <c:v>1.25</c:v>
                </c:pt>
                <c:pt idx="10">
                  <c:v>1.25</c:v>
                </c:pt>
                <c:pt idx="11">
                  <c:v>1.25</c:v>
                </c:pt>
                <c:pt idx="12">
                  <c:v>1.25</c:v>
                </c:pt>
                <c:pt idx="13">
                  <c:v>1.25</c:v>
                </c:pt>
                <c:pt idx="14">
                  <c:v>1.25</c:v>
                </c:pt>
                <c:pt idx="15">
                  <c:v>1.25</c:v>
                </c:pt>
                <c:pt idx="16">
                  <c:v>1.25</c:v>
                </c:pt>
                <c:pt idx="17">
                  <c:v>1.25</c:v>
                </c:pt>
                <c:pt idx="18">
                  <c:v>1.25</c:v>
                </c:pt>
                <c:pt idx="19">
                  <c:v>1.25</c:v>
                </c:pt>
                <c:pt idx="20">
                  <c:v>1.25</c:v>
                </c:pt>
                <c:pt idx="21">
                  <c:v>1.25</c:v>
                </c:pt>
                <c:pt idx="22">
                  <c:v>1.25</c:v>
                </c:pt>
                <c:pt idx="23">
                  <c:v>1.25</c:v>
                </c:pt>
                <c:pt idx="24">
                  <c:v>1.25</c:v>
                </c:pt>
                <c:pt idx="25">
                  <c:v>1.25</c:v>
                </c:pt>
                <c:pt idx="26">
                  <c:v>1.25</c:v>
                </c:pt>
                <c:pt idx="27">
                  <c:v>1.25</c:v>
                </c:pt>
                <c:pt idx="28">
                  <c:v>1.25</c:v>
                </c:pt>
                <c:pt idx="29">
                  <c:v>1.25</c:v>
                </c:pt>
                <c:pt idx="30">
                  <c:v>1.25</c:v>
                </c:pt>
                <c:pt idx="31">
                  <c:v>1.25</c:v>
                </c:pt>
                <c:pt idx="32">
                  <c:v>1.25</c:v>
                </c:pt>
                <c:pt idx="33">
                  <c:v>1.25</c:v>
                </c:pt>
                <c:pt idx="34">
                  <c:v>1.25</c:v>
                </c:pt>
                <c:pt idx="35">
                  <c:v>1.25</c:v>
                </c:pt>
                <c:pt idx="36">
                  <c:v>1.25</c:v>
                </c:pt>
                <c:pt idx="37">
                  <c:v>1.25</c:v>
                </c:pt>
                <c:pt idx="38">
                  <c:v>1.25</c:v>
                </c:pt>
                <c:pt idx="39">
                  <c:v>1.25</c:v>
                </c:pt>
                <c:pt idx="40">
                  <c:v>1.25</c:v>
                </c:pt>
                <c:pt idx="41">
                  <c:v>1.25</c:v>
                </c:pt>
                <c:pt idx="42">
                  <c:v>1.25</c:v>
                </c:pt>
                <c:pt idx="43">
                  <c:v>1.5</c:v>
                </c:pt>
                <c:pt idx="44">
                  <c:v>1.5</c:v>
                </c:pt>
                <c:pt idx="45">
                  <c:v>1.5</c:v>
                </c:pt>
                <c:pt idx="46">
                  <c:v>1.5</c:v>
                </c:pt>
                <c:pt idx="47">
                  <c:v>1.5</c:v>
                </c:pt>
                <c:pt idx="48">
                  <c:v>1.5</c:v>
                </c:pt>
                <c:pt idx="49">
                  <c:v>1.5</c:v>
                </c:pt>
                <c:pt idx="50">
                  <c:v>1.5</c:v>
                </c:pt>
                <c:pt idx="51">
                  <c:v>1.5</c:v>
                </c:pt>
                <c:pt idx="52">
                  <c:v>1.5</c:v>
                </c:pt>
                <c:pt idx="53">
                  <c:v>1.5</c:v>
                </c:pt>
                <c:pt idx="54">
                  <c:v>1.5</c:v>
                </c:pt>
                <c:pt idx="55">
                  <c:v>1.5</c:v>
                </c:pt>
                <c:pt idx="56">
                  <c:v>1.5</c:v>
                </c:pt>
                <c:pt idx="57">
                  <c:v>1.5</c:v>
                </c:pt>
                <c:pt idx="58">
                  <c:v>1.5</c:v>
                </c:pt>
                <c:pt idx="59">
                  <c:v>1.5</c:v>
                </c:pt>
                <c:pt idx="60">
                  <c:v>1.5</c:v>
                </c:pt>
                <c:pt idx="61">
                  <c:v>1.5</c:v>
                </c:pt>
                <c:pt idx="62">
                  <c:v>1.5</c:v>
                </c:pt>
                <c:pt idx="63">
                  <c:v>1.5</c:v>
                </c:pt>
                <c:pt idx="64">
                  <c:v>1.5</c:v>
                </c:pt>
                <c:pt idx="65">
                  <c:v>1.5</c:v>
                </c:pt>
                <c:pt idx="66">
                  <c:v>1.5</c:v>
                </c:pt>
                <c:pt idx="67">
                  <c:v>1.5</c:v>
                </c:pt>
                <c:pt idx="68">
                  <c:v>1.5</c:v>
                </c:pt>
                <c:pt idx="69">
                  <c:v>1.5</c:v>
                </c:pt>
                <c:pt idx="70">
                  <c:v>1.5</c:v>
                </c:pt>
                <c:pt idx="71">
                  <c:v>1.5</c:v>
                </c:pt>
                <c:pt idx="72">
                  <c:v>1.5</c:v>
                </c:pt>
                <c:pt idx="73">
                  <c:v>1.5</c:v>
                </c:pt>
                <c:pt idx="74">
                  <c:v>1.5</c:v>
                </c:pt>
                <c:pt idx="75">
                  <c:v>1.5</c:v>
                </c:pt>
                <c:pt idx="76">
                  <c:v>1.5</c:v>
                </c:pt>
                <c:pt idx="77">
                  <c:v>1.5</c:v>
                </c:pt>
                <c:pt idx="78">
                  <c:v>1.5</c:v>
                </c:pt>
                <c:pt idx="79">
                  <c:v>1.5</c:v>
                </c:pt>
                <c:pt idx="80">
                  <c:v>1.5</c:v>
                </c:pt>
                <c:pt idx="81">
                  <c:v>1.5</c:v>
                </c:pt>
                <c:pt idx="82">
                  <c:v>1.5</c:v>
                </c:pt>
                <c:pt idx="83">
                  <c:v>1.5</c:v>
                </c:pt>
                <c:pt idx="84">
                  <c:v>1.5</c:v>
                </c:pt>
                <c:pt idx="85">
                  <c:v>1.5</c:v>
                </c:pt>
                <c:pt idx="86">
                  <c:v>1.5</c:v>
                </c:pt>
                <c:pt idx="87">
                  <c:v>1.5</c:v>
                </c:pt>
                <c:pt idx="88">
                  <c:v>1.5</c:v>
                </c:pt>
                <c:pt idx="89">
                  <c:v>1.5</c:v>
                </c:pt>
                <c:pt idx="90">
                  <c:v>1.5</c:v>
                </c:pt>
                <c:pt idx="91">
                  <c:v>1.5</c:v>
                </c:pt>
                <c:pt idx="92">
                  <c:v>1.5</c:v>
                </c:pt>
                <c:pt idx="93">
                  <c:v>1.5</c:v>
                </c:pt>
                <c:pt idx="94">
                  <c:v>1.5</c:v>
                </c:pt>
                <c:pt idx="95">
                  <c:v>1.5</c:v>
                </c:pt>
                <c:pt idx="96">
                  <c:v>1.5</c:v>
                </c:pt>
                <c:pt idx="97">
                  <c:v>1.5</c:v>
                </c:pt>
                <c:pt idx="98">
                  <c:v>1.5</c:v>
                </c:pt>
                <c:pt idx="99">
                  <c:v>1.5</c:v>
                </c:pt>
                <c:pt idx="100">
                  <c:v>1.5</c:v>
                </c:pt>
                <c:pt idx="101">
                  <c:v>1.5</c:v>
                </c:pt>
                <c:pt idx="102">
                  <c:v>1.5</c:v>
                </c:pt>
                <c:pt idx="103">
                  <c:v>1.5</c:v>
                </c:pt>
                <c:pt idx="104">
                  <c:v>1.5</c:v>
                </c:pt>
                <c:pt idx="105">
                  <c:v>1.5</c:v>
                </c:pt>
                <c:pt idx="106">
                  <c:v>1.5</c:v>
                </c:pt>
                <c:pt idx="107">
                  <c:v>1.5</c:v>
                </c:pt>
                <c:pt idx="108">
                  <c:v>1.5</c:v>
                </c:pt>
                <c:pt idx="109">
                  <c:v>1.5</c:v>
                </c:pt>
                <c:pt idx="110">
                  <c:v>1.5</c:v>
                </c:pt>
                <c:pt idx="111">
                  <c:v>1.5</c:v>
                </c:pt>
                <c:pt idx="112">
                  <c:v>1.5</c:v>
                </c:pt>
                <c:pt idx="113">
                  <c:v>1.75</c:v>
                </c:pt>
                <c:pt idx="114">
                  <c:v>1.75</c:v>
                </c:pt>
                <c:pt idx="115">
                  <c:v>1.75</c:v>
                </c:pt>
                <c:pt idx="116">
                  <c:v>1.75</c:v>
                </c:pt>
                <c:pt idx="117">
                  <c:v>1.75</c:v>
                </c:pt>
                <c:pt idx="118">
                  <c:v>1.75</c:v>
                </c:pt>
                <c:pt idx="119">
                  <c:v>1.75</c:v>
                </c:pt>
                <c:pt idx="120">
                  <c:v>1.75</c:v>
                </c:pt>
                <c:pt idx="121">
                  <c:v>1.75</c:v>
                </c:pt>
                <c:pt idx="122">
                  <c:v>1.75</c:v>
                </c:pt>
                <c:pt idx="123">
                  <c:v>1.75</c:v>
                </c:pt>
                <c:pt idx="124">
                  <c:v>1.75</c:v>
                </c:pt>
                <c:pt idx="125">
                  <c:v>1.75</c:v>
                </c:pt>
                <c:pt idx="126">
                  <c:v>1.75</c:v>
                </c:pt>
                <c:pt idx="127">
                  <c:v>1.75</c:v>
                </c:pt>
                <c:pt idx="128">
                  <c:v>1.75</c:v>
                </c:pt>
                <c:pt idx="129">
                  <c:v>1.75</c:v>
                </c:pt>
                <c:pt idx="130">
                  <c:v>1.75</c:v>
                </c:pt>
                <c:pt idx="131">
                  <c:v>1.75</c:v>
                </c:pt>
                <c:pt idx="132">
                  <c:v>1.75</c:v>
                </c:pt>
                <c:pt idx="133">
                  <c:v>1.75</c:v>
                </c:pt>
                <c:pt idx="134">
                  <c:v>1.75</c:v>
                </c:pt>
                <c:pt idx="135">
                  <c:v>1.75</c:v>
                </c:pt>
                <c:pt idx="136">
                  <c:v>1.75</c:v>
                </c:pt>
                <c:pt idx="137">
                  <c:v>1.75</c:v>
                </c:pt>
                <c:pt idx="138">
                  <c:v>1.75</c:v>
                </c:pt>
                <c:pt idx="139">
                  <c:v>1.75</c:v>
                </c:pt>
                <c:pt idx="140">
                  <c:v>1.75</c:v>
                </c:pt>
                <c:pt idx="141">
                  <c:v>1.75</c:v>
                </c:pt>
                <c:pt idx="142">
                  <c:v>1.75</c:v>
                </c:pt>
                <c:pt idx="143">
                  <c:v>1.75</c:v>
                </c:pt>
                <c:pt idx="144">
                  <c:v>1.75</c:v>
                </c:pt>
                <c:pt idx="145">
                  <c:v>1.75</c:v>
                </c:pt>
                <c:pt idx="146">
                  <c:v>1.75</c:v>
                </c:pt>
                <c:pt idx="147">
                  <c:v>1.75</c:v>
                </c:pt>
                <c:pt idx="148">
                  <c:v>1.75</c:v>
                </c:pt>
                <c:pt idx="149">
                  <c:v>1.75</c:v>
                </c:pt>
                <c:pt idx="150">
                  <c:v>1.75</c:v>
                </c:pt>
                <c:pt idx="151">
                  <c:v>1.75</c:v>
                </c:pt>
                <c:pt idx="152">
                  <c:v>1.75</c:v>
                </c:pt>
                <c:pt idx="153">
                  <c:v>2</c:v>
                </c:pt>
                <c:pt idx="154">
                  <c:v>2</c:v>
                </c:pt>
                <c:pt idx="155">
                  <c:v>2</c:v>
                </c:pt>
                <c:pt idx="156">
                  <c:v>2</c:v>
                </c:pt>
                <c:pt idx="157">
                  <c:v>2</c:v>
                </c:pt>
                <c:pt idx="158">
                  <c:v>2</c:v>
                </c:pt>
                <c:pt idx="159">
                  <c:v>2</c:v>
                </c:pt>
                <c:pt idx="160">
                  <c:v>2</c:v>
                </c:pt>
                <c:pt idx="161">
                  <c:v>2</c:v>
                </c:pt>
                <c:pt idx="162">
                  <c:v>2</c:v>
                </c:pt>
                <c:pt idx="163">
                  <c:v>2</c:v>
                </c:pt>
                <c:pt idx="164">
                  <c:v>2</c:v>
                </c:pt>
                <c:pt idx="165">
                  <c:v>2</c:v>
                </c:pt>
                <c:pt idx="166">
                  <c:v>2</c:v>
                </c:pt>
                <c:pt idx="167">
                  <c:v>2</c:v>
                </c:pt>
                <c:pt idx="168">
                  <c:v>2</c:v>
                </c:pt>
                <c:pt idx="169">
                  <c:v>2</c:v>
                </c:pt>
                <c:pt idx="170">
                  <c:v>2</c:v>
                </c:pt>
                <c:pt idx="171">
                  <c:v>2</c:v>
                </c:pt>
                <c:pt idx="172">
                  <c:v>2</c:v>
                </c:pt>
                <c:pt idx="173">
                  <c:v>2</c:v>
                </c:pt>
                <c:pt idx="174">
                  <c:v>2</c:v>
                </c:pt>
                <c:pt idx="175">
                  <c:v>2</c:v>
                </c:pt>
                <c:pt idx="176">
                  <c:v>2</c:v>
                </c:pt>
                <c:pt idx="177">
                  <c:v>2</c:v>
                </c:pt>
                <c:pt idx="178">
                  <c:v>2</c:v>
                </c:pt>
                <c:pt idx="179">
                  <c:v>2</c:v>
                </c:pt>
                <c:pt idx="180">
                  <c:v>2</c:v>
                </c:pt>
                <c:pt idx="181">
                  <c:v>2</c:v>
                </c:pt>
                <c:pt idx="182">
                  <c:v>2</c:v>
                </c:pt>
                <c:pt idx="183">
                  <c:v>2</c:v>
                </c:pt>
                <c:pt idx="184">
                  <c:v>2</c:v>
                </c:pt>
                <c:pt idx="185">
                  <c:v>2</c:v>
                </c:pt>
                <c:pt idx="186">
                  <c:v>2</c:v>
                </c:pt>
                <c:pt idx="187">
                  <c:v>2</c:v>
                </c:pt>
                <c:pt idx="188">
                  <c:v>2</c:v>
                </c:pt>
                <c:pt idx="189">
                  <c:v>2</c:v>
                </c:pt>
                <c:pt idx="190">
                  <c:v>2</c:v>
                </c:pt>
                <c:pt idx="191">
                  <c:v>2</c:v>
                </c:pt>
                <c:pt idx="192">
                  <c:v>2</c:v>
                </c:pt>
                <c:pt idx="193">
                  <c:v>2</c:v>
                </c:pt>
                <c:pt idx="194">
                  <c:v>2</c:v>
                </c:pt>
                <c:pt idx="195">
                  <c:v>2</c:v>
                </c:pt>
                <c:pt idx="196">
                  <c:v>2</c:v>
                </c:pt>
                <c:pt idx="197">
                  <c:v>2</c:v>
                </c:pt>
                <c:pt idx="198">
                  <c:v>2</c:v>
                </c:pt>
                <c:pt idx="199">
                  <c:v>2.25</c:v>
                </c:pt>
                <c:pt idx="200">
                  <c:v>2.25</c:v>
                </c:pt>
                <c:pt idx="201">
                  <c:v>2.25</c:v>
                </c:pt>
                <c:pt idx="202">
                  <c:v>2.25</c:v>
                </c:pt>
                <c:pt idx="203">
                  <c:v>2.25</c:v>
                </c:pt>
                <c:pt idx="204">
                  <c:v>2.25</c:v>
                </c:pt>
                <c:pt idx="205">
                  <c:v>2.25</c:v>
                </c:pt>
                <c:pt idx="206">
                  <c:v>2.25</c:v>
                </c:pt>
                <c:pt idx="207">
                  <c:v>2.25</c:v>
                </c:pt>
                <c:pt idx="208">
                  <c:v>2.25</c:v>
                </c:pt>
                <c:pt idx="209">
                  <c:v>2.25</c:v>
                </c:pt>
                <c:pt idx="210">
                  <c:v>2.25</c:v>
                </c:pt>
                <c:pt idx="211">
                  <c:v>2.25</c:v>
                </c:pt>
                <c:pt idx="212">
                  <c:v>2.25</c:v>
                </c:pt>
                <c:pt idx="213">
                  <c:v>2.25</c:v>
                </c:pt>
                <c:pt idx="214">
                  <c:v>2.25</c:v>
                </c:pt>
                <c:pt idx="215">
                  <c:v>2.25</c:v>
                </c:pt>
                <c:pt idx="216">
                  <c:v>2.25</c:v>
                </c:pt>
                <c:pt idx="217">
                  <c:v>2.25</c:v>
                </c:pt>
                <c:pt idx="218">
                  <c:v>2.25</c:v>
                </c:pt>
                <c:pt idx="219">
                  <c:v>2.25</c:v>
                </c:pt>
                <c:pt idx="220">
                  <c:v>2.25</c:v>
                </c:pt>
                <c:pt idx="221">
                  <c:v>2.25</c:v>
                </c:pt>
                <c:pt idx="222">
                  <c:v>2.25</c:v>
                </c:pt>
                <c:pt idx="223">
                  <c:v>2.25</c:v>
                </c:pt>
                <c:pt idx="224">
                  <c:v>2.25</c:v>
                </c:pt>
                <c:pt idx="225">
                  <c:v>2.25</c:v>
                </c:pt>
                <c:pt idx="226">
                  <c:v>2.25</c:v>
                </c:pt>
                <c:pt idx="227">
                  <c:v>2.25</c:v>
                </c:pt>
                <c:pt idx="228">
                  <c:v>2.25</c:v>
                </c:pt>
                <c:pt idx="229">
                  <c:v>2.25</c:v>
                </c:pt>
                <c:pt idx="230">
                  <c:v>2.25</c:v>
                </c:pt>
                <c:pt idx="231">
                  <c:v>2.25</c:v>
                </c:pt>
                <c:pt idx="232">
                  <c:v>2.25</c:v>
                </c:pt>
                <c:pt idx="233">
                  <c:v>2.25</c:v>
                </c:pt>
                <c:pt idx="234">
                  <c:v>2.25</c:v>
                </c:pt>
                <c:pt idx="235">
                  <c:v>2.25</c:v>
                </c:pt>
                <c:pt idx="236">
                  <c:v>2.25</c:v>
                </c:pt>
                <c:pt idx="237">
                  <c:v>2.25</c:v>
                </c:pt>
                <c:pt idx="238">
                  <c:v>2.25</c:v>
                </c:pt>
                <c:pt idx="239">
                  <c:v>2.25</c:v>
                </c:pt>
                <c:pt idx="240">
                  <c:v>2.25</c:v>
                </c:pt>
                <c:pt idx="241">
                  <c:v>2.25</c:v>
                </c:pt>
                <c:pt idx="242">
                  <c:v>2.25</c:v>
                </c:pt>
                <c:pt idx="243">
                  <c:v>2.5</c:v>
                </c:pt>
                <c:pt idx="244">
                  <c:v>2.5</c:v>
                </c:pt>
                <c:pt idx="245">
                  <c:v>2.5</c:v>
                </c:pt>
                <c:pt idx="246">
                  <c:v>2.5</c:v>
                </c:pt>
                <c:pt idx="247">
                  <c:v>2.5</c:v>
                </c:pt>
                <c:pt idx="248">
                  <c:v>2.5</c:v>
                </c:pt>
                <c:pt idx="249">
                  <c:v>2.5</c:v>
                </c:pt>
                <c:pt idx="250">
                  <c:v>2.5</c:v>
                </c:pt>
                <c:pt idx="251">
                  <c:v>2.5</c:v>
                </c:pt>
                <c:pt idx="252">
                  <c:v>2.5</c:v>
                </c:pt>
                <c:pt idx="253">
                  <c:v>2.5</c:v>
                </c:pt>
                <c:pt idx="254">
                  <c:v>2.5</c:v>
                </c:pt>
                <c:pt idx="255">
                  <c:v>2.5</c:v>
                </c:pt>
                <c:pt idx="256">
                  <c:v>2.5</c:v>
                </c:pt>
                <c:pt idx="257">
                  <c:v>2.5</c:v>
                </c:pt>
                <c:pt idx="258">
                  <c:v>2.5</c:v>
                </c:pt>
                <c:pt idx="259">
                  <c:v>2.5</c:v>
                </c:pt>
                <c:pt idx="260">
                  <c:v>2.5</c:v>
                </c:pt>
                <c:pt idx="261">
                  <c:v>2.5</c:v>
                </c:pt>
                <c:pt idx="262">
                  <c:v>2.5</c:v>
                </c:pt>
                <c:pt idx="263">
                  <c:v>2.5</c:v>
                </c:pt>
                <c:pt idx="264">
                  <c:v>2.5</c:v>
                </c:pt>
                <c:pt idx="265">
                  <c:v>2.5</c:v>
                </c:pt>
                <c:pt idx="266">
                  <c:v>2.5</c:v>
                </c:pt>
                <c:pt idx="267">
                  <c:v>2.5</c:v>
                </c:pt>
                <c:pt idx="268">
                  <c:v>2.5</c:v>
                </c:pt>
                <c:pt idx="269">
                  <c:v>2.5</c:v>
                </c:pt>
                <c:pt idx="270">
                  <c:v>2.5</c:v>
                </c:pt>
                <c:pt idx="271">
                  <c:v>2.5</c:v>
                </c:pt>
                <c:pt idx="272">
                  <c:v>2.5</c:v>
                </c:pt>
                <c:pt idx="273">
                  <c:v>2.5</c:v>
                </c:pt>
                <c:pt idx="274">
                  <c:v>2.5</c:v>
                </c:pt>
                <c:pt idx="275">
                  <c:v>2.5</c:v>
                </c:pt>
                <c:pt idx="276">
                  <c:v>2.5</c:v>
                </c:pt>
                <c:pt idx="277">
                  <c:v>2.5</c:v>
                </c:pt>
                <c:pt idx="278">
                  <c:v>2.5</c:v>
                </c:pt>
                <c:pt idx="279">
                  <c:v>2.5</c:v>
                </c:pt>
                <c:pt idx="280">
                  <c:v>2.5</c:v>
                </c:pt>
                <c:pt idx="281">
                  <c:v>2.5</c:v>
                </c:pt>
                <c:pt idx="282">
                  <c:v>2.5</c:v>
                </c:pt>
                <c:pt idx="283">
                  <c:v>2.5</c:v>
                </c:pt>
                <c:pt idx="284">
                  <c:v>2.5</c:v>
                </c:pt>
                <c:pt idx="285">
                  <c:v>2.5</c:v>
                </c:pt>
                <c:pt idx="286">
                  <c:v>2.5</c:v>
                </c:pt>
                <c:pt idx="287">
                  <c:v>2.5</c:v>
                </c:pt>
                <c:pt idx="288">
                  <c:v>2.5</c:v>
                </c:pt>
                <c:pt idx="289">
                  <c:v>2.5</c:v>
                </c:pt>
                <c:pt idx="290">
                  <c:v>2.5</c:v>
                </c:pt>
                <c:pt idx="291">
                  <c:v>2.5</c:v>
                </c:pt>
                <c:pt idx="292">
                  <c:v>2.5</c:v>
                </c:pt>
                <c:pt idx="293">
                  <c:v>2.5</c:v>
                </c:pt>
                <c:pt idx="294">
                  <c:v>2.5</c:v>
                </c:pt>
                <c:pt idx="295">
                  <c:v>2.5</c:v>
                </c:pt>
                <c:pt idx="296">
                  <c:v>2.5</c:v>
                </c:pt>
                <c:pt idx="297">
                  <c:v>2.5</c:v>
                </c:pt>
                <c:pt idx="298">
                  <c:v>2.5</c:v>
                </c:pt>
                <c:pt idx="299">
                  <c:v>2.5</c:v>
                </c:pt>
                <c:pt idx="300">
                  <c:v>2.5</c:v>
                </c:pt>
                <c:pt idx="301">
                  <c:v>2.5</c:v>
                </c:pt>
                <c:pt idx="302">
                  <c:v>2.5</c:v>
                </c:pt>
                <c:pt idx="303">
                  <c:v>2.5</c:v>
                </c:pt>
                <c:pt idx="304">
                  <c:v>2.5</c:v>
                </c:pt>
                <c:pt idx="305">
                  <c:v>2.5</c:v>
                </c:pt>
                <c:pt idx="306">
                  <c:v>2.5</c:v>
                </c:pt>
                <c:pt idx="307">
                  <c:v>2.5</c:v>
                </c:pt>
                <c:pt idx="308">
                  <c:v>2.75</c:v>
                </c:pt>
                <c:pt idx="309">
                  <c:v>2.75</c:v>
                </c:pt>
                <c:pt idx="310">
                  <c:v>2.75</c:v>
                </c:pt>
                <c:pt idx="311">
                  <c:v>2.75</c:v>
                </c:pt>
                <c:pt idx="312">
                  <c:v>2.75</c:v>
                </c:pt>
                <c:pt idx="313">
                  <c:v>2.75</c:v>
                </c:pt>
                <c:pt idx="314">
                  <c:v>2.75</c:v>
                </c:pt>
                <c:pt idx="315">
                  <c:v>2.75</c:v>
                </c:pt>
                <c:pt idx="316">
                  <c:v>2.75</c:v>
                </c:pt>
                <c:pt idx="317">
                  <c:v>2.75</c:v>
                </c:pt>
                <c:pt idx="318">
                  <c:v>2.75</c:v>
                </c:pt>
                <c:pt idx="319">
                  <c:v>2.75</c:v>
                </c:pt>
                <c:pt idx="320">
                  <c:v>2.75</c:v>
                </c:pt>
                <c:pt idx="321">
                  <c:v>2.75</c:v>
                </c:pt>
                <c:pt idx="322">
                  <c:v>2.75</c:v>
                </c:pt>
                <c:pt idx="323">
                  <c:v>2.75</c:v>
                </c:pt>
                <c:pt idx="324">
                  <c:v>2.75</c:v>
                </c:pt>
                <c:pt idx="325">
                  <c:v>2.75</c:v>
                </c:pt>
                <c:pt idx="326">
                  <c:v>2.75</c:v>
                </c:pt>
                <c:pt idx="327">
                  <c:v>2.75</c:v>
                </c:pt>
                <c:pt idx="328">
                  <c:v>2.75</c:v>
                </c:pt>
                <c:pt idx="329">
                  <c:v>2.75</c:v>
                </c:pt>
                <c:pt idx="330">
                  <c:v>2.75</c:v>
                </c:pt>
                <c:pt idx="331">
                  <c:v>2.75</c:v>
                </c:pt>
                <c:pt idx="332">
                  <c:v>2.75</c:v>
                </c:pt>
                <c:pt idx="333">
                  <c:v>2.75</c:v>
                </c:pt>
                <c:pt idx="334">
                  <c:v>2.75</c:v>
                </c:pt>
                <c:pt idx="335">
                  <c:v>2.75</c:v>
                </c:pt>
                <c:pt idx="336">
                  <c:v>2.75</c:v>
                </c:pt>
                <c:pt idx="337">
                  <c:v>2.75</c:v>
                </c:pt>
                <c:pt idx="338">
                  <c:v>2.75</c:v>
                </c:pt>
                <c:pt idx="339">
                  <c:v>2.75</c:v>
                </c:pt>
                <c:pt idx="340">
                  <c:v>2.75</c:v>
                </c:pt>
                <c:pt idx="341">
                  <c:v>2.75</c:v>
                </c:pt>
                <c:pt idx="342">
                  <c:v>2.75</c:v>
                </c:pt>
                <c:pt idx="343">
                  <c:v>2.75</c:v>
                </c:pt>
                <c:pt idx="344">
                  <c:v>2.75</c:v>
                </c:pt>
                <c:pt idx="345">
                  <c:v>2.75</c:v>
                </c:pt>
                <c:pt idx="346">
                  <c:v>2.75</c:v>
                </c:pt>
                <c:pt idx="347">
                  <c:v>2.75</c:v>
                </c:pt>
                <c:pt idx="348">
                  <c:v>2.75</c:v>
                </c:pt>
                <c:pt idx="349">
                  <c:v>2.75</c:v>
                </c:pt>
                <c:pt idx="350">
                  <c:v>2.75</c:v>
                </c:pt>
                <c:pt idx="351">
                  <c:v>2.75</c:v>
                </c:pt>
                <c:pt idx="352">
                  <c:v>2.75</c:v>
                </c:pt>
                <c:pt idx="353">
                  <c:v>2.75</c:v>
                </c:pt>
                <c:pt idx="354">
                  <c:v>2.75</c:v>
                </c:pt>
                <c:pt idx="355">
                  <c:v>2.75</c:v>
                </c:pt>
                <c:pt idx="356">
                  <c:v>2.75</c:v>
                </c:pt>
                <c:pt idx="357">
                  <c:v>2.75</c:v>
                </c:pt>
                <c:pt idx="358">
                  <c:v>2.75</c:v>
                </c:pt>
                <c:pt idx="359">
                  <c:v>2.75</c:v>
                </c:pt>
                <c:pt idx="360">
                  <c:v>2.75</c:v>
                </c:pt>
                <c:pt idx="361">
                  <c:v>2.75</c:v>
                </c:pt>
                <c:pt idx="362">
                  <c:v>2.75</c:v>
                </c:pt>
                <c:pt idx="363">
                  <c:v>2.75</c:v>
                </c:pt>
                <c:pt idx="364">
                  <c:v>2.75</c:v>
                </c:pt>
                <c:pt idx="365">
                  <c:v>2.75</c:v>
                </c:pt>
                <c:pt idx="366">
                  <c:v>2.75</c:v>
                </c:pt>
                <c:pt idx="367">
                  <c:v>2.75</c:v>
                </c:pt>
                <c:pt idx="368">
                  <c:v>2.75</c:v>
                </c:pt>
                <c:pt idx="369">
                  <c:v>2.75</c:v>
                </c:pt>
                <c:pt idx="370">
                  <c:v>2.75</c:v>
                </c:pt>
                <c:pt idx="371">
                  <c:v>2.75</c:v>
                </c:pt>
                <c:pt idx="372">
                  <c:v>3</c:v>
                </c:pt>
                <c:pt idx="373">
                  <c:v>3</c:v>
                </c:pt>
                <c:pt idx="374">
                  <c:v>3</c:v>
                </c:pt>
                <c:pt idx="375">
                  <c:v>3</c:v>
                </c:pt>
                <c:pt idx="376">
                  <c:v>3</c:v>
                </c:pt>
                <c:pt idx="377">
                  <c:v>3</c:v>
                </c:pt>
                <c:pt idx="378">
                  <c:v>3</c:v>
                </c:pt>
                <c:pt idx="379">
                  <c:v>3</c:v>
                </c:pt>
                <c:pt idx="380">
                  <c:v>3</c:v>
                </c:pt>
                <c:pt idx="381">
                  <c:v>3</c:v>
                </c:pt>
                <c:pt idx="382">
                  <c:v>3</c:v>
                </c:pt>
                <c:pt idx="383">
                  <c:v>3</c:v>
                </c:pt>
                <c:pt idx="384">
                  <c:v>3</c:v>
                </c:pt>
                <c:pt idx="385">
                  <c:v>3</c:v>
                </c:pt>
                <c:pt idx="386">
                  <c:v>3</c:v>
                </c:pt>
                <c:pt idx="387">
                  <c:v>3</c:v>
                </c:pt>
                <c:pt idx="388">
                  <c:v>3</c:v>
                </c:pt>
                <c:pt idx="389">
                  <c:v>3</c:v>
                </c:pt>
                <c:pt idx="390">
                  <c:v>3</c:v>
                </c:pt>
                <c:pt idx="391">
                  <c:v>3</c:v>
                </c:pt>
                <c:pt idx="392">
                  <c:v>3</c:v>
                </c:pt>
                <c:pt idx="393">
                  <c:v>3</c:v>
                </c:pt>
                <c:pt idx="394">
                  <c:v>3</c:v>
                </c:pt>
                <c:pt idx="395">
                  <c:v>3</c:v>
                </c:pt>
                <c:pt idx="396">
                  <c:v>3</c:v>
                </c:pt>
                <c:pt idx="397">
                  <c:v>3</c:v>
                </c:pt>
                <c:pt idx="398">
                  <c:v>3</c:v>
                </c:pt>
                <c:pt idx="399">
                  <c:v>3</c:v>
                </c:pt>
                <c:pt idx="400">
                  <c:v>3</c:v>
                </c:pt>
                <c:pt idx="401">
                  <c:v>3</c:v>
                </c:pt>
                <c:pt idx="402">
                  <c:v>3</c:v>
                </c:pt>
                <c:pt idx="403">
                  <c:v>3</c:v>
                </c:pt>
                <c:pt idx="404">
                  <c:v>3</c:v>
                </c:pt>
                <c:pt idx="405">
                  <c:v>3</c:v>
                </c:pt>
                <c:pt idx="406">
                  <c:v>3</c:v>
                </c:pt>
                <c:pt idx="407">
                  <c:v>3</c:v>
                </c:pt>
                <c:pt idx="408">
                  <c:v>3</c:v>
                </c:pt>
                <c:pt idx="409">
                  <c:v>3</c:v>
                </c:pt>
                <c:pt idx="410">
                  <c:v>3</c:v>
                </c:pt>
                <c:pt idx="411">
                  <c:v>3</c:v>
                </c:pt>
                <c:pt idx="412">
                  <c:v>3</c:v>
                </c:pt>
                <c:pt idx="413">
                  <c:v>3</c:v>
                </c:pt>
                <c:pt idx="414">
                  <c:v>3</c:v>
                </c:pt>
                <c:pt idx="415">
                  <c:v>3</c:v>
                </c:pt>
                <c:pt idx="416">
                  <c:v>3</c:v>
                </c:pt>
                <c:pt idx="417">
                  <c:v>3</c:v>
                </c:pt>
                <c:pt idx="418">
                  <c:v>3</c:v>
                </c:pt>
                <c:pt idx="419">
                  <c:v>3</c:v>
                </c:pt>
                <c:pt idx="420">
                  <c:v>3</c:v>
                </c:pt>
                <c:pt idx="421">
                  <c:v>3</c:v>
                </c:pt>
                <c:pt idx="422">
                  <c:v>3</c:v>
                </c:pt>
                <c:pt idx="423">
                  <c:v>3</c:v>
                </c:pt>
                <c:pt idx="424">
                  <c:v>3</c:v>
                </c:pt>
                <c:pt idx="425">
                  <c:v>3</c:v>
                </c:pt>
                <c:pt idx="426">
                  <c:v>3</c:v>
                </c:pt>
                <c:pt idx="427">
                  <c:v>3</c:v>
                </c:pt>
                <c:pt idx="428">
                  <c:v>3</c:v>
                </c:pt>
                <c:pt idx="429">
                  <c:v>3</c:v>
                </c:pt>
                <c:pt idx="430">
                  <c:v>3</c:v>
                </c:pt>
                <c:pt idx="431">
                  <c:v>3</c:v>
                </c:pt>
                <c:pt idx="432">
                  <c:v>3</c:v>
                </c:pt>
                <c:pt idx="433">
                  <c:v>3</c:v>
                </c:pt>
                <c:pt idx="434">
                  <c:v>3</c:v>
                </c:pt>
                <c:pt idx="435">
                  <c:v>3</c:v>
                </c:pt>
                <c:pt idx="436">
                  <c:v>3</c:v>
                </c:pt>
                <c:pt idx="437">
                  <c:v>3</c:v>
                </c:pt>
                <c:pt idx="438">
                  <c:v>3</c:v>
                </c:pt>
                <c:pt idx="439">
                  <c:v>3</c:v>
                </c:pt>
                <c:pt idx="440">
                  <c:v>3</c:v>
                </c:pt>
                <c:pt idx="441">
                  <c:v>3</c:v>
                </c:pt>
                <c:pt idx="442">
                  <c:v>3</c:v>
                </c:pt>
                <c:pt idx="443">
                  <c:v>3</c:v>
                </c:pt>
                <c:pt idx="444">
                  <c:v>3</c:v>
                </c:pt>
                <c:pt idx="445">
                  <c:v>3</c:v>
                </c:pt>
                <c:pt idx="446">
                  <c:v>3</c:v>
                </c:pt>
                <c:pt idx="447">
                  <c:v>3</c:v>
                </c:pt>
                <c:pt idx="448">
                  <c:v>3</c:v>
                </c:pt>
                <c:pt idx="449">
                  <c:v>3</c:v>
                </c:pt>
                <c:pt idx="450">
                  <c:v>3</c:v>
                </c:pt>
                <c:pt idx="451">
                  <c:v>3</c:v>
                </c:pt>
                <c:pt idx="452">
                  <c:v>3</c:v>
                </c:pt>
                <c:pt idx="453">
                  <c:v>3</c:v>
                </c:pt>
                <c:pt idx="454">
                  <c:v>3</c:v>
                </c:pt>
                <c:pt idx="455">
                  <c:v>3</c:v>
                </c:pt>
                <c:pt idx="456">
                  <c:v>3</c:v>
                </c:pt>
                <c:pt idx="457">
                  <c:v>3</c:v>
                </c:pt>
                <c:pt idx="458">
                  <c:v>3</c:v>
                </c:pt>
                <c:pt idx="459">
                  <c:v>3</c:v>
                </c:pt>
                <c:pt idx="460">
                  <c:v>3</c:v>
                </c:pt>
                <c:pt idx="461">
                  <c:v>3</c:v>
                </c:pt>
                <c:pt idx="462">
                  <c:v>3</c:v>
                </c:pt>
                <c:pt idx="463">
                  <c:v>3</c:v>
                </c:pt>
                <c:pt idx="464">
                  <c:v>3</c:v>
                </c:pt>
                <c:pt idx="465">
                  <c:v>3</c:v>
                </c:pt>
                <c:pt idx="466">
                  <c:v>3</c:v>
                </c:pt>
                <c:pt idx="467">
                  <c:v>3</c:v>
                </c:pt>
                <c:pt idx="468">
                  <c:v>3</c:v>
                </c:pt>
                <c:pt idx="469">
                  <c:v>3</c:v>
                </c:pt>
                <c:pt idx="470">
                  <c:v>3</c:v>
                </c:pt>
                <c:pt idx="471">
                  <c:v>3</c:v>
                </c:pt>
                <c:pt idx="472">
                  <c:v>3</c:v>
                </c:pt>
                <c:pt idx="473">
                  <c:v>3</c:v>
                </c:pt>
                <c:pt idx="474">
                  <c:v>3</c:v>
                </c:pt>
                <c:pt idx="475">
                  <c:v>3</c:v>
                </c:pt>
                <c:pt idx="476">
                  <c:v>3</c:v>
                </c:pt>
                <c:pt idx="477">
                  <c:v>3</c:v>
                </c:pt>
                <c:pt idx="478">
                  <c:v>3</c:v>
                </c:pt>
                <c:pt idx="479">
                  <c:v>3</c:v>
                </c:pt>
                <c:pt idx="480">
                  <c:v>3</c:v>
                </c:pt>
                <c:pt idx="481">
                  <c:v>3</c:v>
                </c:pt>
                <c:pt idx="482">
                  <c:v>3</c:v>
                </c:pt>
                <c:pt idx="483">
                  <c:v>3</c:v>
                </c:pt>
                <c:pt idx="484">
                  <c:v>3</c:v>
                </c:pt>
                <c:pt idx="485">
                  <c:v>3</c:v>
                </c:pt>
                <c:pt idx="486">
                  <c:v>3</c:v>
                </c:pt>
                <c:pt idx="487">
                  <c:v>3</c:v>
                </c:pt>
                <c:pt idx="488">
                  <c:v>3</c:v>
                </c:pt>
                <c:pt idx="489">
                  <c:v>3</c:v>
                </c:pt>
                <c:pt idx="490">
                  <c:v>3</c:v>
                </c:pt>
                <c:pt idx="491">
                  <c:v>3</c:v>
                </c:pt>
                <c:pt idx="492">
                  <c:v>3</c:v>
                </c:pt>
                <c:pt idx="493">
                  <c:v>3</c:v>
                </c:pt>
                <c:pt idx="494">
                  <c:v>3</c:v>
                </c:pt>
                <c:pt idx="495">
                  <c:v>3</c:v>
                </c:pt>
                <c:pt idx="496">
                  <c:v>3</c:v>
                </c:pt>
                <c:pt idx="497">
                  <c:v>3</c:v>
                </c:pt>
                <c:pt idx="498">
                  <c:v>3</c:v>
                </c:pt>
                <c:pt idx="499">
                  <c:v>3</c:v>
                </c:pt>
                <c:pt idx="500">
                  <c:v>3</c:v>
                </c:pt>
                <c:pt idx="501">
                  <c:v>3</c:v>
                </c:pt>
                <c:pt idx="502">
                  <c:v>3</c:v>
                </c:pt>
                <c:pt idx="503">
                  <c:v>3</c:v>
                </c:pt>
                <c:pt idx="504">
                  <c:v>3</c:v>
                </c:pt>
                <c:pt idx="505">
                  <c:v>3</c:v>
                </c:pt>
                <c:pt idx="506">
                  <c:v>3</c:v>
                </c:pt>
                <c:pt idx="507">
                  <c:v>3</c:v>
                </c:pt>
                <c:pt idx="508">
                  <c:v>3</c:v>
                </c:pt>
                <c:pt idx="509">
                  <c:v>3</c:v>
                </c:pt>
                <c:pt idx="510">
                  <c:v>3</c:v>
                </c:pt>
                <c:pt idx="511">
                  <c:v>3</c:v>
                </c:pt>
                <c:pt idx="512">
                  <c:v>3</c:v>
                </c:pt>
                <c:pt idx="513">
                  <c:v>3</c:v>
                </c:pt>
                <c:pt idx="514">
                  <c:v>3</c:v>
                </c:pt>
                <c:pt idx="515">
                  <c:v>3</c:v>
                </c:pt>
                <c:pt idx="516">
                  <c:v>3</c:v>
                </c:pt>
                <c:pt idx="517">
                  <c:v>3</c:v>
                </c:pt>
                <c:pt idx="518">
                  <c:v>3</c:v>
                </c:pt>
                <c:pt idx="519">
                  <c:v>3</c:v>
                </c:pt>
                <c:pt idx="520">
                  <c:v>3</c:v>
                </c:pt>
                <c:pt idx="521">
                  <c:v>3</c:v>
                </c:pt>
                <c:pt idx="522">
                  <c:v>3</c:v>
                </c:pt>
                <c:pt idx="523">
                  <c:v>3</c:v>
                </c:pt>
                <c:pt idx="524">
                  <c:v>3</c:v>
                </c:pt>
                <c:pt idx="525">
                  <c:v>3</c:v>
                </c:pt>
                <c:pt idx="526">
                  <c:v>3</c:v>
                </c:pt>
                <c:pt idx="527">
                  <c:v>3</c:v>
                </c:pt>
                <c:pt idx="528">
                  <c:v>3</c:v>
                </c:pt>
                <c:pt idx="529">
                  <c:v>3</c:v>
                </c:pt>
                <c:pt idx="530">
                  <c:v>3</c:v>
                </c:pt>
                <c:pt idx="531">
                  <c:v>3</c:v>
                </c:pt>
                <c:pt idx="532">
                  <c:v>3</c:v>
                </c:pt>
                <c:pt idx="533">
                  <c:v>3</c:v>
                </c:pt>
                <c:pt idx="534">
                  <c:v>3</c:v>
                </c:pt>
                <c:pt idx="535">
                  <c:v>3</c:v>
                </c:pt>
                <c:pt idx="536">
                  <c:v>3</c:v>
                </c:pt>
                <c:pt idx="537">
                  <c:v>3</c:v>
                </c:pt>
                <c:pt idx="538">
                  <c:v>3</c:v>
                </c:pt>
                <c:pt idx="539">
                  <c:v>3</c:v>
                </c:pt>
                <c:pt idx="540">
                  <c:v>3</c:v>
                </c:pt>
                <c:pt idx="541">
                  <c:v>3</c:v>
                </c:pt>
                <c:pt idx="542">
                  <c:v>3</c:v>
                </c:pt>
                <c:pt idx="543">
                  <c:v>3</c:v>
                </c:pt>
                <c:pt idx="544">
                  <c:v>3</c:v>
                </c:pt>
                <c:pt idx="545">
                  <c:v>3</c:v>
                </c:pt>
                <c:pt idx="546">
                  <c:v>3</c:v>
                </c:pt>
                <c:pt idx="547">
                  <c:v>3</c:v>
                </c:pt>
                <c:pt idx="548">
                  <c:v>3</c:v>
                </c:pt>
                <c:pt idx="549">
                  <c:v>3</c:v>
                </c:pt>
                <c:pt idx="550">
                  <c:v>3</c:v>
                </c:pt>
                <c:pt idx="551">
                  <c:v>3</c:v>
                </c:pt>
                <c:pt idx="552">
                  <c:v>3</c:v>
                </c:pt>
                <c:pt idx="553">
                  <c:v>3</c:v>
                </c:pt>
                <c:pt idx="554">
                  <c:v>3</c:v>
                </c:pt>
                <c:pt idx="555">
                  <c:v>3</c:v>
                </c:pt>
                <c:pt idx="556">
                  <c:v>3</c:v>
                </c:pt>
                <c:pt idx="557">
                  <c:v>3</c:v>
                </c:pt>
                <c:pt idx="558">
                  <c:v>3</c:v>
                </c:pt>
                <c:pt idx="559">
                  <c:v>3</c:v>
                </c:pt>
                <c:pt idx="560">
                  <c:v>3</c:v>
                </c:pt>
                <c:pt idx="561">
                  <c:v>3</c:v>
                </c:pt>
                <c:pt idx="562">
                  <c:v>3</c:v>
                </c:pt>
                <c:pt idx="563">
                  <c:v>3</c:v>
                </c:pt>
                <c:pt idx="564">
                  <c:v>3</c:v>
                </c:pt>
                <c:pt idx="565">
                  <c:v>3</c:v>
                </c:pt>
                <c:pt idx="566">
                  <c:v>3</c:v>
                </c:pt>
                <c:pt idx="567">
                  <c:v>3</c:v>
                </c:pt>
                <c:pt idx="568">
                  <c:v>3</c:v>
                </c:pt>
                <c:pt idx="569">
                  <c:v>3</c:v>
                </c:pt>
                <c:pt idx="570">
                  <c:v>3</c:v>
                </c:pt>
                <c:pt idx="571">
                  <c:v>3</c:v>
                </c:pt>
                <c:pt idx="572">
                  <c:v>3</c:v>
                </c:pt>
                <c:pt idx="573">
                  <c:v>3</c:v>
                </c:pt>
                <c:pt idx="574">
                  <c:v>3</c:v>
                </c:pt>
                <c:pt idx="575">
                  <c:v>3</c:v>
                </c:pt>
                <c:pt idx="576">
                  <c:v>3</c:v>
                </c:pt>
                <c:pt idx="577">
                  <c:v>3</c:v>
                </c:pt>
                <c:pt idx="578">
                  <c:v>3</c:v>
                </c:pt>
                <c:pt idx="579">
                  <c:v>3</c:v>
                </c:pt>
                <c:pt idx="580">
                  <c:v>3</c:v>
                </c:pt>
                <c:pt idx="581">
                  <c:v>3</c:v>
                </c:pt>
                <c:pt idx="582">
                  <c:v>3</c:v>
                </c:pt>
                <c:pt idx="583">
                  <c:v>3</c:v>
                </c:pt>
                <c:pt idx="584">
                  <c:v>3</c:v>
                </c:pt>
                <c:pt idx="585">
                  <c:v>3</c:v>
                </c:pt>
                <c:pt idx="586">
                  <c:v>3</c:v>
                </c:pt>
                <c:pt idx="587">
                  <c:v>3</c:v>
                </c:pt>
                <c:pt idx="588">
                  <c:v>3</c:v>
                </c:pt>
                <c:pt idx="589">
                  <c:v>3</c:v>
                </c:pt>
                <c:pt idx="590">
                  <c:v>3</c:v>
                </c:pt>
                <c:pt idx="591">
                  <c:v>3</c:v>
                </c:pt>
                <c:pt idx="592">
                  <c:v>3</c:v>
                </c:pt>
                <c:pt idx="593">
                  <c:v>3</c:v>
                </c:pt>
                <c:pt idx="594">
                  <c:v>3</c:v>
                </c:pt>
                <c:pt idx="595">
                  <c:v>3</c:v>
                </c:pt>
                <c:pt idx="596">
                  <c:v>3</c:v>
                </c:pt>
                <c:pt idx="597">
                  <c:v>3</c:v>
                </c:pt>
                <c:pt idx="598">
                  <c:v>3</c:v>
                </c:pt>
                <c:pt idx="599">
                  <c:v>3</c:v>
                </c:pt>
                <c:pt idx="600">
                  <c:v>3</c:v>
                </c:pt>
                <c:pt idx="601">
                  <c:v>3</c:v>
                </c:pt>
                <c:pt idx="602">
                  <c:v>3</c:v>
                </c:pt>
                <c:pt idx="603">
                  <c:v>3</c:v>
                </c:pt>
                <c:pt idx="604">
                  <c:v>3</c:v>
                </c:pt>
                <c:pt idx="605">
                  <c:v>3</c:v>
                </c:pt>
                <c:pt idx="606">
                  <c:v>3</c:v>
                </c:pt>
                <c:pt idx="607">
                  <c:v>3</c:v>
                </c:pt>
                <c:pt idx="608">
                  <c:v>3</c:v>
                </c:pt>
                <c:pt idx="609">
                  <c:v>3</c:v>
                </c:pt>
                <c:pt idx="610">
                  <c:v>3</c:v>
                </c:pt>
                <c:pt idx="611">
                  <c:v>3</c:v>
                </c:pt>
                <c:pt idx="612">
                  <c:v>3</c:v>
                </c:pt>
                <c:pt idx="613">
                  <c:v>3</c:v>
                </c:pt>
                <c:pt idx="614">
                  <c:v>3</c:v>
                </c:pt>
                <c:pt idx="615">
                  <c:v>3</c:v>
                </c:pt>
                <c:pt idx="616">
                  <c:v>3</c:v>
                </c:pt>
                <c:pt idx="617">
                  <c:v>3</c:v>
                </c:pt>
                <c:pt idx="618">
                  <c:v>3</c:v>
                </c:pt>
                <c:pt idx="619">
                  <c:v>3</c:v>
                </c:pt>
                <c:pt idx="620">
                  <c:v>3</c:v>
                </c:pt>
                <c:pt idx="621">
                  <c:v>3</c:v>
                </c:pt>
                <c:pt idx="622">
                  <c:v>3</c:v>
                </c:pt>
                <c:pt idx="623">
                  <c:v>3</c:v>
                </c:pt>
                <c:pt idx="624">
                  <c:v>3</c:v>
                </c:pt>
                <c:pt idx="625">
                  <c:v>3</c:v>
                </c:pt>
                <c:pt idx="626">
                  <c:v>3</c:v>
                </c:pt>
                <c:pt idx="627">
                  <c:v>3</c:v>
                </c:pt>
                <c:pt idx="628">
                  <c:v>3</c:v>
                </c:pt>
                <c:pt idx="629">
                  <c:v>3</c:v>
                </c:pt>
                <c:pt idx="630">
                  <c:v>3</c:v>
                </c:pt>
                <c:pt idx="631">
                  <c:v>3</c:v>
                </c:pt>
                <c:pt idx="632">
                  <c:v>3</c:v>
                </c:pt>
                <c:pt idx="633">
                  <c:v>3</c:v>
                </c:pt>
                <c:pt idx="634">
                  <c:v>3</c:v>
                </c:pt>
                <c:pt idx="635">
                  <c:v>3</c:v>
                </c:pt>
                <c:pt idx="636">
                  <c:v>3</c:v>
                </c:pt>
                <c:pt idx="637">
                  <c:v>3</c:v>
                </c:pt>
                <c:pt idx="638">
                  <c:v>3</c:v>
                </c:pt>
                <c:pt idx="639">
                  <c:v>3</c:v>
                </c:pt>
                <c:pt idx="640">
                  <c:v>3</c:v>
                </c:pt>
                <c:pt idx="641">
                  <c:v>3</c:v>
                </c:pt>
                <c:pt idx="642">
                  <c:v>3</c:v>
                </c:pt>
                <c:pt idx="643">
                  <c:v>3</c:v>
                </c:pt>
                <c:pt idx="644">
                  <c:v>3</c:v>
                </c:pt>
                <c:pt idx="645">
                  <c:v>3</c:v>
                </c:pt>
                <c:pt idx="646">
                  <c:v>3</c:v>
                </c:pt>
                <c:pt idx="647">
                  <c:v>3</c:v>
                </c:pt>
                <c:pt idx="648">
                  <c:v>3</c:v>
                </c:pt>
                <c:pt idx="649">
                  <c:v>3</c:v>
                </c:pt>
                <c:pt idx="650">
                  <c:v>3</c:v>
                </c:pt>
                <c:pt idx="651">
                  <c:v>3</c:v>
                </c:pt>
                <c:pt idx="652">
                  <c:v>3</c:v>
                </c:pt>
                <c:pt idx="653">
                  <c:v>3.25</c:v>
                </c:pt>
                <c:pt idx="654">
                  <c:v>3.25</c:v>
                </c:pt>
                <c:pt idx="655">
                  <c:v>3.25</c:v>
                </c:pt>
                <c:pt idx="656">
                  <c:v>3.25</c:v>
                </c:pt>
                <c:pt idx="657">
                  <c:v>3.25</c:v>
                </c:pt>
                <c:pt idx="658">
                  <c:v>3.25</c:v>
                </c:pt>
                <c:pt idx="659">
                  <c:v>3.25</c:v>
                </c:pt>
                <c:pt idx="660">
                  <c:v>3.25</c:v>
                </c:pt>
                <c:pt idx="661">
                  <c:v>3.25</c:v>
                </c:pt>
                <c:pt idx="662">
                  <c:v>3.25</c:v>
                </c:pt>
                <c:pt idx="663">
                  <c:v>3.25</c:v>
                </c:pt>
                <c:pt idx="664">
                  <c:v>3.25</c:v>
                </c:pt>
                <c:pt idx="665">
                  <c:v>3.25</c:v>
                </c:pt>
                <c:pt idx="666">
                  <c:v>3.25</c:v>
                </c:pt>
                <c:pt idx="667">
                  <c:v>3.25</c:v>
                </c:pt>
                <c:pt idx="668">
                  <c:v>3.25</c:v>
                </c:pt>
                <c:pt idx="669">
                  <c:v>3.25</c:v>
                </c:pt>
                <c:pt idx="670">
                  <c:v>3.25</c:v>
                </c:pt>
                <c:pt idx="671">
                  <c:v>3.25</c:v>
                </c:pt>
                <c:pt idx="672">
                  <c:v>3.25</c:v>
                </c:pt>
                <c:pt idx="673">
                  <c:v>3.25</c:v>
                </c:pt>
                <c:pt idx="674">
                  <c:v>3.25</c:v>
                </c:pt>
                <c:pt idx="675">
                  <c:v>3.25</c:v>
                </c:pt>
                <c:pt idx="676">
                  <c:v>3.25</c:v>
                </c:pt>
                <c:pt idx="677">
                  <c:v>3.25</c:v>
                </c:pt>
                <c:pt idx="678">
                  <c:v>3.25</c:v>
                </c:pt>
                <c:pt idx="679">
                  <c:v>3.25</c:v>
                </c:pt>
                <c:pt idx="680">
                  <c:v>3.25</c:v>
                </c:pt>
                <c:pt idx="681">
                  <c:v>3.25</c:v>
                </c:pt>
                <c:pt idx="682">
                  <c:v>3.25</c:v>
                </c:pt>
                <c:pt idx="683">
                  <c:v>3.25</c:v>
                </c:pt>
                <c:pt idx="684">
                  <c:v>3.25</c:v>
                </c:pt>
                <c:pt idx="685">
                  <c:v>3.25</c:v>
                </c:pt>
                <c:pt idx="686">
                  <c:v>3.25</c:v>
                </c:pt>
                <c:pt idx="687">
                  <c:v>3.25</c:v>
                </c:pt>
                <c:pt idx="688">
                  <c:v>3.25</c:v>
                </c:pt>
                <c:pt idx="689">
                  <c:v>3.25</c:v>
                </c:pt>
                <c:pt idx="690">
                  <c:v>3.25</c:v>
                </c:pt>
                <c:pt idx="691">
                  <c:v>3.25</c:v>
                </c:pt>
                <c:pt idx="692">
                  <c:v>3.25</c:v>
                </c:pt>
                <c:pt idx="693">
                  <c:v>3.25</c:v>
                </c:pt>
                <c:pt idx="694">
                  <c:v>3.25</c:v>
                </c:pt>
                <c:pt idx="695">
                  <c:v>3.25</c:v>
                </c:pt>
                <c:pt idx="696">
                  <c:v>3.25</c:v>
                </c:pt>
                <c:pt idx="697">
                  <c:v>3.25</c:v>
                </c:pt>
                <c:pt idx="698">
                  <c:v>3.25</c:v>
                </c:pt>
                <c:pt idx="699">
                  <c:v>3.25</c:v>
                </c:pt>
                <c:pt idx="700">
                  <c:v>3.25</c:v>
                </c:pt>
                <c:pt idx="701">
                  <c:v>3.25</c:v>
                </c:pt>
                <c:pt idx="702">
                  <c:v>3.25</c:v>
                </c:pt>
                <c:pt idx="703">
                  <c:v>3.25</c:v>
                </c:pt>
                <c:pt idx="704">
                  <c:v>3.25</c:v>
                </c:pt>
                <c:pt idx="705">
                  <c:v>3.25</c:v>
                </c:pt>
                <c:pt idx="706">
                  <c:v>3.25</c:v>
                </c:pt>
                <c:pt idx="707">
                  <c:v>3.25</c:v>
                </c:pt>
                <c:pt idx="708">
                  <c:v>3.25</c:v>
                </c:pt>
                <c:pt idx="709">
                  <c:v>3.25</c:v>
                </c:pt>
                <c:pt idx="710">
                  <c:v>3.25</c:v>
                </c:pt>
                <c:pt idx="711">
                  <c:v>3.25</c:v>
                </c:pt>
                <c:pt idx="712">
                  <c:v>3.25</c:v>
                </c:pt>
                <c:pt idx="713">
                  <c:v>3.25</c:v>
                </c:pt>
                <c:pt idx="714">
                  <c:v>3.25</c:v>
                </c:pt>
                <c:pt idx="715">
                  <c:v>3.25</c:v>
                </c:pt>
                <c:pt idx="716">
                  <c:v>3.25</c:v>
                </c:pt>
                <c:pt idx="717">
                  <c:v>3.25</c:v>
                </c:pt>
                <c:pt idx="718">
                  <c:v>3.25</c:v>
                </c:pt>
                <c:pt idx="719">
                  <c:v>3.25</c:v>
                </c:pt>
                <c:pt idx="720">
                  <c:v>3.25</c:v>
                </c:pt>
                <c:pt idx="721">
                  <c:v>3.25</c:v>
                </c:pt>
                <c:pt idx="722">
                  <c:v>2.75</c:v>
                </c:pt>
                <c:pt idx="723">
                  <c:v>3.25</c:v>
                </c:pt>
                <c:pt idx="724">
                  <c:v>3.25</c:v>
                </c:pt>
                <c:pt idx="725">
                  <c:v>3.25</c:v>
                </c:pt>
                <c:pt idx="726">
                  <c:v>3.25</c:v>
                </c:pt>
                <c:pt idx="727">
                  <c:v>3.25</c:v>
                </c:pt>
                <c:pt idx="728">
                  <c:v>3.25</c:v>
                </c:pt>
                <c:pt idx="729">
                  <c:v>3.25</c:v>
                </c:pt>
                <c:pt idx="730">
                  <c:v>3.25</c:v>
                </c:pt>
                <c:pt idx="731">
                  <c:v>3.25</c:v>
                </c:pt>
                <c:pt idx="732">
                  <c:v>3.25</c:v>
                </c:pt>
                <c:pt idx="733">
                  <c:v>3.25</c:v>
                </c:pt>
                <c:pt idx="734">
                  <c:v>3.25</c:v>
                </c:pt>
                <c:pt idx="735">
                  <c:v>3.25</c:v>
                </c:pt>
                <c:pt idx="736">
                  <c:v>3.25</c:v>
                </c:pt>
                <c:pt idx="737">
                  <c:v>3.25</c:v>
                </c:pt>
                <c:pt idx="738">
                  <c:v>3.25</c:v>
                </c:pt>
                <c:pt idx="739">
                  <c:v>3.25</c:v>
                </c:pt>
                <c:pt idx="740">
                  <c:v>3.25</c:v>
                </c:pt>
                <c:pt idx="741">
                  <c:v>3.25</c:v>
                </c:pt>
                <c:pt idx="742">
                  <c:v>3.25</c:v>
                </c:pt>
                <c:pt idx="743">
                  <c:v>2.75</c:v>
                </c:pt>
                <c:pt idx="744">
                  <c:v>2.75</c:v>
                </c:pt>
                <c:pt idx="745">
                  <c:v>2.75</c:v>
                </c:pt>
                <c:pt idx="746">
                  <c:v>2.75</c:v>
                </c:pt>
                <c:pt idx="747">
                  <c:v>2.75</c:v>
                </c:pt>
                <c:pt idx="748">
                  <c:v>2.75</c:v>
                </c:pt>
                <c:pt idx="749">
                  <c:v>2.75</c:v>
                </c:pt>
                <c:pt idx="750">
                  <c:v>2.75</c:v>
                </c:pt>
                <c:pt idx="751">
                  <c:v>2.75</c:v>
                </c:pt>
                <c:pt idx="752">
                  <c:v>2.75</c:v>
                </c:pt>
                <c:pt idx="753">
                  <c:v>2.75</c:v>
                </c:pt>
                <c:pt idx="754">
                  <c:v>2.75</c:v>
                </c:pt>
                <c:pt idx="755">
                  <c:v>2.75</c:v>
                </c:pt>
                <c:pt idx="756">
                  <c:v>2.75</c:v>
                </c:pt>
                <c:pt idx="757">
                  <c:v>2.75</c:v>
                </c:pt>
                <c:pt idx="758">
                  <c:v>2.75</c:v>
                </c:pt>
                <c:pt idx="759">
                  <c:v>2.75</c:v>
                </c:pt>
                <c:pt idx="760">
                  <c:v>2.75</c:v>
                </c:pt>
                <c:pt idx="761">
                  <c:v>2.75</c:v>
                </c:pt>
                <c:pt idx="762">
                  <c:v>2.75</c:v>
                </c:pt>
                <c:pt idx="763">
                  <c:v>2</c:v>
                </c:pt>
                <c:pt idx="764">
                  <c:v>2</c:v>
                </c:pt>
                <c:pt idx="765">
                  <c:v>2</c:v>
                </c:pt>
                <c:pt idx="766">
                  <c:v>2</c:v>
                </c:pt>
                <c:pt idx="767">
                  <c:v>2</c:v>
                </c:pt>
                <c:pt idx="768">
                  <c:v>2</c:v>
                </c:pt>
                <c:pt idx="769">
                  <c:v>2</c:v>
                </c:pt>
                <c:pt idx="770">
                  <c:v>2</c:v>
                </c:pt>
                <c:pt idx="771">
                  <c:v>2</c:v>
                </c:pt>
                <c:pt idx="772">
                  <c:v>2</c:v>
                </c:pt>
                <c:pt idx="773">
                  <c:v>2</c:v>
                </c:pt>
                <c:pt idx="774">
                  <c:v>2</c:v>
                </c:pt>
                <c:pt idx="775">
                  <c:v>2</c:v>
                </c:pt>
                <c:pt idx="776">
                  <c:v>2</c:v>
                </c:pt>
                <c:pt idx="777">
                  <c:v>2</c:v>
                </c:pt>
                <c:pt idx="778">
                  <c:v>2</c:v>
                </c:pt>
                <c:pt idx="779">
                  <c:v>2</c:v>
                </c:pt>
                <c:pt idx="780">
                  <c:v>2</c:v>
                </c:pt>
                <c:pt idx="781">
                  <c:v>2</c:v>
                </c:pt>
                <c:pt idx="782">
                  <c:v>2</c:v>
                </c:pt>
                <c:pt idx="783">
                  <c:v>2</c:v>
                </c:pt>
                <c:pt idx="784">
                  <c:v>2</c:v>
                </c:pt>
                <c:pt idx="785">
                  <c:v>2</c:v>
                </c:pt>
                <c:pt idx="786">
                  <c:v>2</c:v>
                </c:pt>
                <c:pt idx="787">
                  <c:v>2</c:v>
                </c:pt>
                <c:pt idx="788">
                  <c:v>2</c:v>
                </c:pt>
                <c:pt idx="789">
                  <c:v>2</c:v>
                </c:pt>
                <c:pt idx="790">
                  <c:v>2</c:v>
                </c:pt>
                <c:pt idx="791">
                  <c:v>2</c:v>
                </c:pt>
                <c:pt idx="792">
                  <c:v>2</c:v>
                </c:pt>
                <c:pt idx="793">
                  <c:v>1</c:v>
                </c:pt>
                <c:pt idx="794">
                  <c:v>1</c:v>
                </c:pt>
                <c:pt idx="795">
                  <c:v>1</c:v>
                </c:pt>
                <c:pt idx="796">
                  <c:v>1</c:v>
                </c:pt>
                <c:pt idx="797">
                  <c:v>1</c:v>
                </c:pt>
                <c:pt idx="798">
                  <c:v>1</c:v>
                </c:pt>
                <c:pt idx="799">
                  <c:v>1</c:v>
                </c:pt>
                <c:pt idx="800">
                  <c:v>1</c:v>
                </c:pt>
                <c:pt idx="801">
                  <c:v>1</c:v>
                </c:pt>
                <c:pt idx="802">
                  <c:v>1</c:v>
                </c:pt>
                <c:pt idx="803">
                  <c:v>1</c:v>
                </c:pt>
                <c:pt idx="804">
                  <c:v>1</c:v>
                </c:pt>
                <c:pt idx="805">
                  <c:v>1</c:v>
                </c:pt>
                <c:pt idx="806">
                  <c:v>1</c:v>
                </c:pt>
                <c:pt idx="807">
                  <c:v>1</c:v>
                </c:pt>
                <c:pt idx="808">
                  <c:v>1</c:v>
                </c:pt>
                <c:pt idx="809">
                  <c:v>1</c:v>
                </c:pt>
                <c:pt idx="810">
                  <c:v>1</c:v>
                </c:pt>
                <c:pt idx="811">
                  <c:v>1</c:v>
                </c:pt>
                <c:pt idx="812">
                  <c:v>1</c:v>
                </c:pt>
                <c:pt idx="813">
                  <c:v>1</c:v>
                </c:pt>
                <c:pt idx="814">
                  <c:v>1</c:v>
                </c:pt>
                <c:pt idx="815">
                  <c:v>1</c:v>
                </c:pt>
                <c:pt idx="816">
                  <c:v>1</c:v>
                </c:pt>
                <c:pt idx="817">
                  <c:v>1</c:v>
                </c:pt>
                <c:pt idx="818">
                  <c:v>1</c:v>
                </c:pt>
                <c:pt idx="819">
                  <c:v>1</c:v>
                </c:pt>
                <c:pt idx="820">
                  <c:v>1</c:v>
                </c:pt>
                <c:pt idx="821">
                  <c:v>1</c:v>
                </c:pt>
                <c:pt idx="822">
                  <c:v>1</c:v>
                </c:pt>
                <c:pt idx="823">
                  <c:v>1</c:v>
                </c:pt>
                <c:pt idx="824">
                  <c:v>1</c:v>
                </c:pt>
                <c:pt idx="825">
                  <c:v>1</c:v>
                </c:pt>
                <c:pt idx="826">
                  <c:v>1</c:v>
                </c:pt>
                <c:pt idx="827">
                  <c:v>1</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0.25</c:v>
                </c:pt>
                <c:pt idx="849">
                  <c:v>0.25</c:v>
                </c:pt>
                <c:pt idx="850">
                  <c:v>0.25</c:v>
                </c:pt>
                <c:pt idx="851">
                  <c:v>0.25</c:v>
                </c:pt>
                <c:pt idx="852">
                  <c:v>0.25</c:v>
                </c:pt>
                <c:pt idx="853">
                  <c:v>0.25</c:v>
                </c:pt>
                <c:pt idx="854">
                  <c:v>0.25</c:v>
                </c:pt>
                <c:pt idx="855">
                  <c:v>0.25</c:v>
                </c:pt>
                <c:pt idx="856">
                  <c:v>0.25</c:v>
                </c:pt>
                <c:pt idx="857">
                  <c:v>0.25</c:v>
                </c:pt>
                <c:pt idx="858">
                  <c:v>0.25</c:v>
                </c:pt>
                <c:pt idx="859">
                  <c:v>0.25</c:v>
                </c:pt>
                <c:pt idx="860">
                  <c:v>0.25</c:v>
                </c:pt>
                <c:pt idx="861">
                  <c:v>0.25</c:v>
                </c:pt>
                <c:pt idx="862">
                  <c:v>0.25</c:v>
                </c:pt>
                <c:pt idx="863">
                  <c:v>0.25</c:v>
                </c:pt>
                <c:pt idx="864">
                  <c:v>0.25</c:v>
                </c:pt>
                <c:pt idx="865">
                  <c:v>0.25</c:v>
                </c:pt>
                <c:pt idx="866">
                  <c:v>0.25</c:v>
                </c:pt>
                <c:pt idx="867">
                  <c:v>0.25</c:v>
                </c:pt>
                <c:pt idx="868">
                  <c:v>0.25</c:v>
                </c:pt>
                <c:pt idx="869">
                  <c:v>0.25</c:v>
                </c:pt>
                <c:pt idx="870">
                  <c:v>0.25</c:v>
                </c:pt>
                <c:pt idx="871">
                  <c:v>0.25</c:v>
                </c:pt>
                <c:pt idx="872">
                  <c:v>0.25</c:v>
                </c:pt>
                <c:pt idx="873">
                  <c:v>0.25</c:v>
                </c:pt>
                <c:pt idx="874">
                  <c:v>0.25</c:v>
                </c:pt>
                <c:pt idx="875">
                  <c:v>0.25</c:v>
                </c:pt>
                <c:pt idx="876">
                  <c:v>0.25</c:v>
                </c:pt>
                <c:pt idx="877">
                  <c:v>0.25</c:v>
                </c:pt>
                <c:pt idx="878">
                  <c:v>0.25</c:v>
                </c:pt>
                <c:pt idx="879">
                  <c:v>0.25</c:v>
                </c:pt>
                <c:pt idx="880">
                  <c:v>0.25</c:v>
                </c:pt>
                <c:pt idx="881">
                  <c:v>0.25</c:v>
                </c:pt>
                <c:pt idx="882">
                  <c:v>0.25</c:v>
                </c:pt>
                <c:pt idx="883">
                  <c:v>0.25</c:v>
                </c:pt>
                <c:pt idx="884">
                  <c:v>0.25</c:v>
                </c:pt>
                <c:pt idx="885">
                  <c:v>0.25</c:v>
                </c:pt>
                <c:pt idx="886">
                  <c:v>0.25</c:v>
                </c:pt>
                <c:pt idx="887">
                  <c:v>0.25</c:v>
                </c:pt>
                <c:pt idx="888">
                  <c:v>0.25</c:v>
                </c:pt>
                <c:pt idx="889">
                  <c:v>0.25</c:v>
                </c:pt>
                <c:pt idx="890">
                  <c:v>0.25</c:v>
                </c:pt>
                <c:pt idx="891">
                  <c:v>0.25</c:v>
                </c:pt>
                <c:pt idx="892">
                  <c:v>0.25</c:v>
                </c:pt>
                <c:pt idx="893">
                  <c:v>0.25</c:v>
                </c:pt>
                <c:pt idx="894">
                  <c:v>0.25</c:v>
                </c:pt>
                <c:pt idx="895">
                  <c:v>0.25</c:v>
                </c:pt>
                <c:pt idx="896">
                  <c:v>0.25</c:v>
                </c:pt>
                <c:pt idx="897">
                  <c:v>0.25</c:v>
                </c:pt>
                <c:pt idx="898">
                  <c:v>0.25</c:v>
                </c:pt>
                <c:pt idx="899">
                  <c:v>0.25</c:v>
                </c:pt>
                <c:pt idx="900">
                  <c:v>0.25</c:v>
                </c:pt>
                <c:pt idx="901">
                  <c:v>0.25</c:v>
                </c:pt>
                <c:pt idx="902">
                  <c:v>0.25</c:v>
                </c:pt>
                <c:pt idx="903">
                  <c:v>0.25</c:v>
                </c:pt>
                <c:pt idx="904">
                  <c:v>0.25</c:v>
                </c:pt>
                <c:pt idx="905">
                  <c:v>0.25</c:v>
                </c:pt>
                <c:pt idx="906">
                  <c:v>0.25</c:v>
                </c:pt>
                <c:pt idx="907">
                  <c:v>0.25</c:v>
                </c:pt>
                <c:pt idx="908">
                  <c:v>0.25</c:v>
                </c:pt>
                <c:pt idx="909">
                  <c:v>0.25</c:v>
                </c:pt>
                <c:pt idx="910">
                  <c:v>0.25</c:v>
                </c:pt>
                <c:pt idx="911">
                  <c:v>0.25</c:v>
                </c:pt>
                <c:pt idx="912">
                  <c:v>0.25</c:v>
                </c:pt>
                <c:pt idx="913">
                  <c:v>0.25</c:v>
                </c:pt>
                <c:pt idx="914">
                  <c:v>0.25</c:v>
                </c:pt>
                <c:pt idx="915">
                  <c:v>0.25</c:v>
                </c:pt>
                <c:pt idx="916">
                  <c:v>0.25</c:v>
                </c:pt>
                <c:pt idx="917">
                  <c:v>0.25</c:v>
                </c:pt>
                <c:pt idx="918">
                  <c:v>0.25</c:v>
                </c:pt>
                <c:pt idx="919">
                  <c:v>0.25</c:v>
                </c:pt>
                <c:pt idx="920">
                  <c:v>0.25</c:v>
                </c:pt>
                <c:pt idx="921">
                  <c:v>0.25</c:v>
                </c:pt>
                <c:pt idx="922">
                  <c:v>0.25</c:v>
                </c:pt>
                <c:pt idx="923">
                  <c:v>0.25</c:v>
                </c:pt>
                <c:pt idx="924">
                  <c:v>0.25</c:v>
                </c:pt>
                <c:pt idx="925">
                  <c:v>0.25</c:v>
                </c:pt>
                <c:pt idx="926">
                  <c:v>0.25</c:v>
                </c:pt>
                <c:pt idx="927">
                  <c:v>0.25</c:v>
                </c:pt>
                <c:pt idx="928">
                  <c:v>0.25</c:v>
                </c:pt>
                <c:pt idx="929">
                  <c:v>0.25</c:v>
                </c:pt>
                <c:pt idx="930">
                  <c:v>0.25</c:v>
                </c:pt>
                <c:pt idx="931">
                  <c:v>0.25</c:v>
                </c:pt>
                <c:pt idx="932">
                  <c:v>0.25</c:v>
                </c:pt>
                <c:pt idx="933">
                  <c:v>0.25</c:v>
                </c:pt>
                <c:pt idx="934">
                  <c:v>0.25</c:v>
                </c:pt>
                <c:pt idx="935">
                  <c:v>0.25</c:v>
                </c:pt>
                <c:pt idx="936">
                  <c:v>0.25</c:v>
                </c:pt>
                <c:pt idx="937">
                  <c:v>0.25</c:v>
                </c:pt>
                <c:pt idx="938">
                  <c:v>0.25</c:v>
                </c:pt>
                <c:pt idx="939">
                  <c:v>0.25</c:v>
                </c:pt>
                <c:pt idx="940">
                  <c:v>0.25</c:v>
                </c:pt>
                <c:pt idx="941">
                  <c:v>0.25</c:v>
                </c:pt>
                <c:pt idx="942">
                  <c:v>0.25</c:v>
                </c:pt>
                <c:pt idx="943">
                  <c:v>0.25</c:v>
                </c:pt>
                <c:pt idx="944">
                  <c:v>0.25</c:v>
                </c:pt>
                <c:pt idx="945">
                  <c:v>0.25</c:v>
                </c:pt>
                <c:pt idx="946">
                  <c:v>0.25</c:v>
                </c:pt>
                <c:pt idx="947">
                  <c:v>0.25</c:v>
                </c:pt>
                <c:pt idx="948">
                  <c:v>0.25</c:v>
                </c:pt>
                <c:pt idx="949">
                  <c:v>0.25</c:v>
                </c:pt>
                <c:pt idx="950">
                  <c:v>0.25</c:v>
                </c:pt>
                <c:pt idx="951">
                  <c:v>0.25</c:v>
                </c:pt>
                <c:pt idx="952">
                  <c:v>0.25</c:v>
                </c:pt>
                <c:pt idx="953">
                  <c:v>0.25</c:v>
                </c:pt>
                <c:pt idx="954">
                  <c:v>0.25</c:v>
                </c:pt>
                <c:pt idx="955">
                  <c:v>0.25</c:v>
                </c:pt>
                <c:pt idx="956">
                  <c:v>0.25</c:v>
                </c:pt>
                <c:pt idx="957">
                  <c:v>0.25</c:v>
                </c:pt>
                <c:pt idx="958">
                  <c:v>0.25</c:v>
                </c:pt>
                <c:pt idx="959">
                  <c:v>0.25</c:v>
                </c:pt>
                <c:pt idx="960">
                  <c:v>0.25</c:v>
                </c:pt>
                <c:pt idx="961">
                  <c:v>0.25</c:v>
                </c:pt>
                <c:pt idx="962">
                  <c:v>0.25</c:v>
                </c:pt>
                <c:pt idx="963">
                  <c:v>0.25</c:v>
                </c:pt>
                <c:pt idx="964">
                  <c:v>0.25</c:v>
                </c:pt>
                <c:pt idx="965">
                  <c:v>0.25</c:v>
                </c:pt>
                <c:pt idx="966">
                  <c:v>0.25</c:v>
                </c:pt>
                <c:pt idx="967">
                  <c:v>0.25</c:v>
                </c:pt>
                <c:pt idx="968">
                  <c:v>0.25</c:v>
                </c:pt>
                <c:pt idx="969">
                  <c:v>0.25</c:v>
                </c:pt>
                <c:pt idx="970">
                  <c:v>0.25</c:v>
                </c:pt>
                <c:pt idx="971">
                  <c:v>0.25</c:v>
                </c:pt>
                <c:pt idx="972">
                  <c:v>0.25</c:v>
                </c:pt>
                <c:pt idx="973">
                  <c:v>0.25</c:v>
                </c:pt>
                <c:pt idx="974">
                  <c:v>0.25</c:v>
                </c:pt>
                <c:pt idx="975">
                  <c:v>0.25</c:v>
                </c:pt>
                <c:pt idx="976">
                  <c:v>0.25</c:v>
                </c:pt>
                <c:pt idx="977">
                  <c:v>0.25</c:v>
                </c:pt>
                <c:pt idx="978">
                  <c:v>0.25</c:v>
                </c:pt>
                <c:pt idx="979">
                  <c:v>0.25</c:v>
                </c:pt>
                <c:pt idx="980">
                  <c:v>0.25</c:v>
                </c:pt>
                <c:pt idx="981">
                  <c:v>0.25</c:v>
                </c:pt>
                <c:pt idx="982">
                  <c:v>0.25</c:v>
                </c:pt>
                <c:pt idx="983">
                  <c:v>0.25</c:v>
                </c:pt>
                <c:pt idx="984">
                  <c:v>0.25</c:v>
                </c:pt>
                <c:pt idx="985">
                  <c:v>0.25</c:v>
                </c:pt>
                <c:pt idx="986">
                  <c:v>0.25</c:v>
                </c:pt>
                <c:pt idx="987">
                  <c:v>0.25</c:v>
                </c:pt>
                <c:pt idx="988">
                  <c:v>0.25</c:v>
                </c:pt>
                <c:pt idx="989">
                  <c:v>0.25</c:v>
                </c:pt>
                <c:pt idx="990">
                  <c:v>0.25</c:v>
                </c:pt>
                <c:pt idx="991">
                  <c:v>0.25</c:v>
                </c:pt>
                <c:pt idx="992">
                  <c:v>0.25</c:v>
                </c:pt>
                <c:pt idx="993">
                  <c:v>0.25</c:v>
                </c:pt>
                <c:pt idx="994">
                  <c:v>0.25</c:v>
                </c:pt>
                <c:pt idx="995">
                  <c:v>0.25</c:v>
                </c:pt>
                <c:pt idx="996">
                  <c:v>0.25</c:v>
                </c:pt>
                <c:pt idx="997">
                  <c:v>0.25</c:v>
                </c:pt>
                <c:pt idx="998">
                  <c:v>0.25</c:v>
                </c:pt>
                <c:pt idx="999">
                  <c:v>0.25</c:v>
                </c:pt>
                <c:pt idx="1000">
                  <c:v>0.25</c:v>
                </c:pt>
                <c:pt idx="1001">
                  <c:v>0.25</c:v>
                </c:pt>
                <c:pt idx="1002">
                  <c:v>0.25</c:v>
                </c:pt>
                <c:pt idx="1003">
                  <c:v>0.25</c:v>
                </c:pt>
                <c:pt idx="1004">
                  <c:v>0.25</c:v>
                </c:pt>
                <c:pt idx="1005">
                  <c:v>0.25</c:v>
                </c:pt>
                <c:pt idx="1006">
                  <c:v>0.25</c:v>
                </c:pt>
                <c:pt idx="1007">
                  <c:v>0.25</c:v>
                </c:pt>
                <c:pt idx="1008">
                  <c:v>0.25</c:v>
                </c:pt>
                <c:pt idx="1009">
                  <c:v>0.25</c:v>
                </c:pt>
                <c:pt idx="1010">
                  <c:v>0.25</c:v>
                </c:pt>
                <c:pt idx="1011">
                  <c:v>0.25</c:v>
                </c:pt>
                <c:pt idx="1012">
                  <c:v>0.25</c:v>
                </c:pt>
                <c:pt idx="1013">
                  <c:v>0.25</c:v>
                </c:pt>
                <c:pt idx="1014">
                  <c:v>0.25</c:v>
                </c:pt>
                <c:pt idx="1015">
                  <c:v>0.25</c:v>
                </c:pt>
                <c:pt idx="1016">
                  <c:v>0.25</c:v>
                </c:pt>
                <c:pt idx="1017">
                  <c:v>0.25</c:v>
                </c:pt>
                <c:pt idx="1018">
                  <c:v>0.25</c:v>
                </c:pt>
                <c:pt idx="1019">
                  <c:v>0.25</c:v>
                </c:pt>
                <c:pt idx="1020">
                  <c:v>0.25</c:v>
                </c:pt>
                <c:pt idx="1021">
                  <c:v>0.25</c:v>
                </c:pt>
                <c:pt idx="1022">
                  <c:v>0.25</c:v>
                </c:pt>
                <c:pt idx="1023">
                  <c:v>0.25</c:v>
                </c:pt>
                <c:pt idx="1024">
                  <c:v>0.25</c:v>
                </c:pt>
                <c:pt idx="1025">
                  <c:v>0.25</c:v>
                </c:pt>
                <c:pt idx="1026">
                  <c:v>0.25</c:v>
                </c:pt>
                <c:pt idx="1027">
                  <c:v>0.25</c:v>
                </c:pt>
                <c:pt idx="1028">
                  <c:v>0.25</c:v>
                </c:pt>
                <c:pt idx="1029">
                  <c:v>0.25</c:v>
                </c:pt>
                <c:pt idx="1030">
                  <c:v>0.25</c:v>
                </c:pt>
                <c:pt idx="1031">
                  <c:v>0.25</c:v>
                </c:pt>
                <c:pt idx="1032">
                  <c:v>0.25</c:v>
                </c:pt>
                <c:pt idx="1033">
                  <c:v>0.25</c:v>
                </c:pt>
                <c:pt idx="1034">
                  <c:v>0.25</c:v>
                </c:pt>
                <c:pt idx="1035">
                  <c:v>0.25</c:v>
                </c:pt>
                <c:pt idx="1036">
                  <c:v>0.25</c:v>
                </c:pt>
                <c:pt idx="1037">
                  <c:v>0.25</c:v>
                </c:pt>
                <c:pt idx="1038">
                  <c:v>0.25</c:v>
                </c:pt>
                <c:pt idx="1039">
                  <c:v>0.25</c:v>
                </c:pt>
                <c:pt idx="1040">
                  <c:v>0.25</c:v>
                </c:pt>
                <c:pt idx="1041">
                  <c:v>0.25</c:v>
                </c:pt>
                <c:pt idx="1042">
                  <c:v>0.25</c:v>
                </c:pt>
                <c:pt idx="1043">
                  <c:v>0.25</c:v>
                </c:pt>
                <c:pt idx="1044">
                  <c:v>0.25</c:v>
                </c:pt>
                <c:pt idx="1045">
                  <c:v>0.25</c:v>
                </c:pt>
                <c:pt idx="1046">
                  <c:v>0.25</c:v>
                </c:pt>
                <c:pt idx="1047">
                  <c:v>0.25</c:v>
                </c:pt>
                <c:pt idx="1048">
                  <c:v>0.25</c:v>
                </c:pt>
                <c:pt idx="1049">
                  <c:v>0.25</c:v>
                </c:pt>
                <c:pt idx="1050">
                  <c:v>0.25</c:v>
                </c:pt>
                <c:pt idx="1051">
                  <c:v>0.25</c:v>
                </c:pt>
                <c:pt idx="1052">
                  <c:v>0.25</c:v>
                </c:pt>
                <c:pt idx="1053">
                  <c:v>0.25</c:v>
                </c:pt>
                <c:pt idx="1054">
                  <c:v>0.25</c:v>
                </c:pt>
                <c:pt idx="1055">
                  <c:v>0.25</c:v>
                </c:pt>
                <c:pt idx="1056">
                  <c:v>0.25</c:v>
                </c:pt>
                <c:pt idx="1057">
                  <c:v>0.25</c:v>
                </c:pt>
                <c:pt idx="1058">
                  <c:v>0.25</c:v>
                </c:pt>
                <c:pt idx="1059">
                  <c:v>0.25</c:v>
                </c:pt>
                <c:pt idx="1060">
                  <c:v>0.25</c:v>
                </c:pt>
                <c:pt idx="1061">
                  <c:v>0.25</c:v>
                </c:pt>
                <c:pt idx="1062">
                  <c:v>0.25</c:v>
                </c:pt>
                <c:pt idx="1063">
                  <c:v>0.25</c:v>
                </c:pt>
                <c:pt idx="1064">
                  <c:v>0.25</c:v>
                </c:pt>
                <c:pt idx="1065">
                  <c:v>0.25</c:v>
                </c:pt>
                <c:pt idx="1066">
                  <c:v>0.25</c:v>
                </c:pt>
                <c:pt idx="1067">
                  <c:v>0.25</c:v>
                </c:pt>
                <c:pt idx="1068">
                  <c:v>0.25</c:v>
                </c:pt>
                <c:pt idx="1069">
                  <c:v>0.25</c:v>
                </c:pt>
                <c:pt idx="1070">
                  <c:v>0.25</c:v>
                </c:pt>
                <c:pt idx="1071">
                  <c:v>0.25</c:v>
                </c:pt>
                <c:pt idx="1072">
                  <c:v>0.25</c:v>
                </c:pt>
                <c:pt idx="1073">
                  <c:v>0.25</c:v>
                </c:pt>
                <c:pt idx="1074">
                  <c:v>0.25</c:v>
                </c:pt>
                <c:pt idx="1075">
                  <c:v>0.25</c:v>
                </c:pt>
                <c:pt idx="1076">
                  <c:v>0.25</c:v>
                </c:pt>
                <c:pt idx="1077">
                  <c:v>0.25</c:v>
                </c:pt>
                <c:pt idx="1078">
                  <c:v>0.25</c:v>
                </c:pt>
                <c:pt idx="1079">
                  <c:v>0.25</c:v>
                </c:pt>
                <c:pt idx="1080">
                  <c:v>0.25</c:v>
                </c:pt>
                <c:pt idx="1081">
                  <c:v>0.25</c:v>
                </c:pt>
                <c:pt idx="1082">
                  <c:v>0.25</c:v>
                </c:pt>
                <c:pt idx="1083">
                  <c:v>0.25</c:v>
                </c:pt>
                <c:pt idx="1084">
                  <c:v>0.25</c:v>
                </c:pt>
                <c:pt idx="1085">
                  <c:v>0.25</c:v>
                </c:pt>
                <c:pt idx="1086">
                  <c:v>0.25</c:v>
                </c:pt>
                <c:pt idx="1087">
                  <c:v>0.25</c:v>
                </c:pt>
                <c:pt idx="1088">
                  <c:v>0.25</c:v>
                </c:pt>
                <c:pt idx="1089">
                  <c:v>0.25</c:v>
                </c:pt>
                <c:pt idx="1090">
                  <c:v>0.25</c:v>
                </c:pt>
                <c:pt idx="1091">
                  <c:v>0.25</c:v>
                </c:pt>
                <c:pt idx="1092">
                  <c:v>0.25</c:v>
                </c:pt>
                <c:pt idx="1093">
                  <c:v>0.25</c:v>
                </c:pt>
                <c:pt idx="1094">
                  <c:v>0.25</c:v>
                </c:pt>
                <c:pt idx="1095">
                  <c:v>0.25</c:v>
                </c:pt>
                <c:pt idx="1096">
                  <c:v>0.25</c:v>
                </c:pt>
                <c:pt idx="1097">
                  <c:v>0.25</c:v>
                </c:pt>
                <c:pt idx="1098">
                  <c:v>0.25</c:v>
                </c:pt>
                <c:pt idx="1099">
                  <c:v>0.25</c:v>
                </c:pt>
                <c:pt idx="1100">
                  <c:v>0.25</c:v>
                </c:pt>
                <c:pt idx="1101">
                  <c:v>0.25</c:v>
                </c:pt>
                <c:pt idx="1102">
                  <c:v>0.25</c:v>
                </c:pt>
                <c:pt idx="1103">
                  <c:v>0.25</c:v>
                </c:pt>
                <c:pt idx="1104">
                  <c:v>0.25</c:v>
                </c:pt>
                <c:pt idx="1105">
                  <c:v>0.25</c:v>
                </c:pt>
                <c:pt idx="1106">
                  <c:v>0.25</c:v>
                </c:pt>
                <c:pt idx="1107">
                  <c:v>0.25</c:v>
                </c:pt>
                <c:pt idx="1108">
                  <c:v>0.25</c:v>
                </c:pt>
                <c:pt idx="1109">
                  <c:v>0.25</c:v>
                </c:pt>
                <c:pt idx="1110">
                  <c:v>0.25</c:v>
                </c:pt>
                <c:pt idx="1111">
                  <c:v>0.25</c:v>
                </c:pt>
                <c:pt idx="1112">
                  <c:v>0.25</c:v>
                </c:pt>
                <c:pt idx="1113">
                  <c:v>0.25</c:v>
                </c:pt>
                <c:pt idx="1114">
                  <c:v>0.25</c:v>
                </c:pt>
                <c:pt idx="1115">
                  <c:v>0.25</c:v>
                </c:pt>
                <c:pt idx="1116">
                  <c:v>0.25</c:v>
                </c:pt>
                <c:pt idx="1117">
                  <c:v>0.25</c:v>
                </c:pt>
                <c:pt idx="1118">
                  <c:v>0.25</c:v>
                </c:pt>
                <c:pt idx="1119">
                  <c:v>0.25</c:v>
                </c:pt>
                <c:pt idx="1120">
                  <c:v>0.25</c:v>
                </c:pt>
                <c:pt idx="1121">
                  <c:v>0.25</c:v>
                </c:pt>
                <c:pt idx="1122">
                  <c:v>0.25</c:v>
                </c:pt>
                <c:pt idx="1123">
                  <c:v>0.25</c:v>
                </c:pt>
                <c:pt idx="1124">
                  <c:v>0.25</c:v>
                </c:pt>
                <c:pt idx="1125">
                  <c:v>0.25</c:v>
                </c:pt>
                <c:pt idx="1126">
                  <c:v>0.25</c:v>
                </c:pt>
                <c:pt idx="1127">
                  <c:v>0.25</c:v>
                </c:pt>
                <c:pt idx="1128">
                  <c:v>0.25</c:v>
                </c:pt>
                <c:pt idx="1129">
                  <c:v>0.25</c:v>
                </c:pt>
                <c:pt idx="1130">
                  <c:v>0.25</c:v>
                </c:pt>
                <c:pt idx="1131">
                  <c:v>0.25</c:v>
                </c:pt>
                <c:pt idx="1132">
                  <c:v>0.25</c:v>
                </c:pt>
                <c:pt idx="1133">
                  <c:v>0.25</c:v>
                </c:pt>
                <c:pt idx="1134">
                  <c:v>0.25</c:v>
                </c:pt>
                <c:pt idx="1135">
                  <c:v>0.25</c:v>
                </c:pt>
                <c:pt idx="1136">
                  <c:v>0.25</c:v>
                </c:pt>
                <c:pt idx="1137">
                  <c:v>0.25</c:v>
                </c:pt>
                <c:pt idx="1138">
                  <c:v>0.25</c:v>
                </c:pt>
                <c:pt idx="1139">
                  <c:v>0.25</c:v>
                </c:pt>
                <c:pt idx="1140">
                  <c:v>0.25</c:v>
                </c:pt>
                <c:pt idx="1141">
                  <c:v>0.25</c:v>
                </c:pt>
                <c:pt idx="1142">
                  <c:v>0.25</c:v>
                </c:pt>
                <c:pt idx="1143">
                  <c:v>0.25</c:v>
                </c:pt>
                <c:pt idx="1144">
                  <c:v>0.25</c:v>
                </c:pt>
                <c:pt idx="1145">
                  <c:v>0.25</c:v>
                </c:pt>
                <c:pt idx="1146">
                  <c:v>0.25</c:v>
                </c:pt>
                <c:pt idx="1147">
                  <c:v>0.25</c:v>
                </c:pt>
                <c:pt idx="1148">
                  <c:v>0.25</c:v>
                </c:pt>
                <c:pt idx="1149">
                  <c:v>0.25</c:v>
                </c:pt>
                <c:pt idx="1150">
                  <c:v>0.25</c:v>
                </c:pt>
                <c:pt idx="1151">
                  <c:v>0.25</c:v>
                </c:pt>
                <c:pt idx="1152">
                  <c:v>0.25</c:v>
                </c:pt>
                <c:pt idx="1153">
                  <c:v>0.25</c:v>
                </c:pt>
                <c:pt idx="1154">
                  <c:v>0.25</c:v>
                </c:pt>
                <c:pt idx="1155">
                  <c:v>0.25</c:v>
                </c:pt>
                <c:pt idx="1156">
                  <c:v>0.25</c:v>
                </c:pt>
                <c:pt idx="1157">
                  <c:v>0.25</c:v>
                </c:pt>
                <c:pt idx="1158">
                  <c:v>0.25</c:v>
                </c:pt>
                <c:pt idx="1159">
                  <c:v>0.25</c:v>
                </c:pt>
                <c:pt idx="1160">
                  <c:v>0.25</c:v>
                </c:pt>
                <c:pt idx="1161">
                  <c:v>0.25</c:v>
                </c:pt>
                <c:pt idx="1162">
                  <c:v>0.25</c:v>
                </c:pt>
                <c:pt idx="1163">
                  <c:v>0.25</c:v>
                </c:pt>
                <c:pt idx="1164">
                  <c:v>0.25</c:v>
                </c:pt>
                <c:pt idx="1165">
                  <c:v>0.25</c:v>
                </c:pt>
                <c:pt idx="1166">
                  <c:v>0.25</c:v>
                </c:pt>
                <c:pt idx="1167">
                  <c:v>0.25</c:v>
                </c:pt>
                <c:pt idx="1168">
                  <c:v>0.25</c:v>
                </c:pt>
                <c:pt idx="1169">
                  <c:v>0.25</c:v>
                </c:pt>
                <c:pt idx="1170">
                  <c:v>0.25</c:v>
                </c:pt>
                <c:pt idx="1171">
                  <c:v>0.25</c:v>
                </c:pt>
                <c:pt idx="1172">
                  <c:v>0.25</c:v>
                </c:pt>
                <c:pt idx="1173">
                  <c:v>0.25</c:v>
                </c:pt>
                <c:pt idx="1174">
                  <c:v>0.25</c:v>
                </c:pt>
                <c:pt idx="1175">
                  <c:v>0.25</c:v>
                </c:pt>
                <c:pt idx="1176">
                  <c:v>0.25</c:v>
                </c:pt>
                <c:pt idx="1177">
                  <c:v>0.25</c:v>
                </c:pt>
                <c:pt idx="1178">
                  <c:v>0.25</c:v>
                </c:pt>
                <c:pt idx="1179">
                  <c:v>0.25</c:v>
                </c:pt>
                <c:pt idx="1180">
                  <c:v>0.25</c:v>
                </c:pt>
                <c:pt idx="1181">
                  <c:v>0.25</c:v>
                </c:pt>
                <c:pt idx="1182">
                  <c:v>0.25</c:v>
                </c:pt>
                <c:pt idx="1183">
                  <c:v>0.25</c:v>
                </c:pt>
                <c:pt idx="1184">
                  <c:v>0.25</c:v>
                </c:pt>
                <c:pt idx="1185">
                  <c:v>0.25</c:v>
                </c:pt>
                <c:pt idx="1186">
                  <c:v>0.25</c:v>
                </c:pt>
                <c:pt idx="1187">
                  <c:v>0.25</c:v>
                </c:pt>
                <c:pt idx="1188">
                  <c:v>0.25</c:v>
                </c:pt>
                <c:pt idx="1189">
                  <c:v>0.25</c:v>
                </c:pt>
                <c:pt idx="1190">
                  <c:v>0.25</c:v>
                </c:pt>
                <c:pt idx="1191">
                  <c:v>0.25</c:v>
                </c:pt>
                <c:pt idx="1192">
                  <c:v>0.25</c:v>
                </c:pt>
                <c:pt idx="1193">
                  <c:v>0.25</c:v>
                </c:pt>
                <c:pt idx="1194">
                  <c:v>0.25</c:v>
                </c:pt>
                <c:pt idx="1195">
                  <c:v>0.25</c:v>
                </c:pt>
                <c:pt idx="1196">
                  <c:v>0.25</c:v>
                </c:pt>
                <c:pt idx="1197">
                  <c:v>0.25</c:v>
                </c:pt>
                <c:pt idx="1198">
                  <c:v>0.25</c:v>
                </c:pt>
                <c:pt idx="1199">
                  <c:v>0.25</c:v>
                </c:pt>
                <c:pt idx="1200">
                  <c:v>0.25</c:v>
                </c:pt>
                <c:pt idx="1201">
                  <c:v>0.25</c:v>
                </c:pt>
                <c:pt idx="1202">
                  <c:v>0.25</c:v>
                </c:pt>
                <c:pt idx="1203">
                  <c:v>0.25</c:v>
                </c:pt>
                <c:pt idx="1204">
                  <c:v>0.25</c:v>
                </c:pt>
                <c:pt idx="1205">
                  <c:v>0.25</c:v>
                </c:pt>
                <c:pt idx="1206">
                  <c:v>0.25</c:v>
                </c:pt>
                <c:pt idx="1207">
                  <c:v>0.25</c:v>
                </c:pt>
                <c:pt idx="1208">
                  <c:v>0.25</c:v>
                </c:pt>
                <c:pt idx="1209">
                  <c:v>0.25</c:v>
                </c:pt>
                <c:pt idx="1210">
                  <c:v>0.25</c:v>
                </c:pt>
                <c:pt idx="1211">
                  <c:v>0.25</c:v>
                </c:pt>
                <c:pt idx="1212">
                  <c:v>0.25</c:v>
                </c:pt>
                <c:pt idx="1213">
                  <c:v>0.25</c:v>
                </c:pt>
                <c:pt idx="1214">
                  <c:v>0.25</c:v>
                </c:pt>
                <c:pt idx="1215">
                  <c:v>0.25</c:v>
                </c:pt>
                <c:pt idx="1216">
                  <c:v>0.25</c:v>
                </c:pt>
                <c:pt idx="1217">
                  <c:v>0.25</c:v>
                </c:pt>
                <c:pt idx="1218">
                  <c:v>0.25</c:v>
                </c:pt>
                <c:pt idx="1219">
                  <c:v>0.25</c:v>
                </c:pt>
                <c:pt idx="1220">
                  <c:v>0.25</c:v>
                </c:pt>
                <c:pt idx="1221">
                  <c:v>0.25</c:v>
                </c:pt>
                <c:pt idx="1222">
                  <c:v>0.25</c:v>
                </c:pt>
                <c:pt idx="1223">
                  <c:v>0.25</c:v>
                </c:pt>
                <c:pt idx="1224">
                  <c:v>0.25</c:v>
                </c:pt>
                <c:pt idx="1225">
                  <c:v>0.25</c:v>
                </c:pt>
                <c:pt idx="1226">
                  <c:v>0.25</c:v>
                </c:pt>
                <c:pt idx="1227">
                  <c:v>0.25</c:v>
                </c:pt>
                <c:pt idx="1228">
                  <c:v>0.25</c:v>
                </c:pt>
                <c:pt idx="1229">
                  <c:v>0.25</c:v>
                </c:pt>
                <c:pt idx="1230">
                  <c:v>0.25</c:v>
                </c:pt>
                <c:pt idx="1231">
                  <c:v>0.25</c:v>
                </c:pt>
                <c:pt idx="1232">
                  <c:v>0.25</c:v>
                </c:pt>
                <c:pt idx="1233">
                  <c:v>0.25</c:v>
                </c:pt>
                <c:pt idx="1234">
                  <c:v>0.25</c:v>
                </c:pt>
                <c:pt idx="1235">
                  <c:v>0.25</c:v>
                </c:pt>
                <c:pt idx="1236">
                  <c:v>0.25</c:v>
                </c:pt>
                <c:pt idx="1237">
                  <c:v>0.25</c:v>
                </c:pt>
                <c:pt idx="1238">
                  <c:v>0.25</c:v>
                </c:pt>
                <c:pt idx="1239">
                  <c:v>0.25</c:v>
                </c:pt>
                <c:pt idx="1240">
                  <c:v>0.25</c:v>
                </c:pt>
                <c:pt idx="1241">
                  <c:v>0.25</c:v>
                </c:pt>
                <c:pt idx="1242">
                  <c:v>0.25</c:v>
                </c:pt>
                <c:pt idx="1243">
                  <c:v>0.25</c:v>
                </c:pt>
                <c:pt idx="1244">
                  <c:v>0.25</c:v>
                </c:pt>
                <c:pt idx="1245">
                  <c:v>0.25</c:v>
                </c:pt>
                <c:pt idx="1246">
                  <c:v>0.25</c:v>
                </c:pt>
                <c:pt idx="1247">
                  <c:v>0.25</c:v>
                </c:pt>
                <c:pt idx="1248">
                  <c:v>0.25</c:v>
                </c:pt>
                <c:pt idx="1249">
                  <c:v>0.25</c:v>
                </c:pt>
                <c:pt idx="1250">
                  <c:v>0.25</c:v>
                </c:pt>
                <c:pt idx="1251">
                  <c:v>0.25</c:v>
                </c:pt>
                <c:pt idx="1252">
                  <c:v>0.25</c:v>
                </c:pt>
                <c:pt idx="1253">
                  <c:v>0.25</c:v>
                </c:pt>
                <c:pt idx="1254">
                  <c:v>0.25</c:v>
                </c:pt>
                <c:pt idx="1255">
                  <c:v>0.25</c:v>
                </c:pt>
                <c:pt idx="1256">
                  <c:v>0.25</c:v>
                </c:pt>
                <c:pt idx="1257">
                  <c:v>0.25</c:v>
                </c:pt>
                <c:pt idx="1258">
                  <c:v>0.25</c:v>
                </c:pt>
                <c:pt idx="1259">
                  <c:v>0.25</c:v>
                </c:pt>
                <c:pt idx="1260">
                  <c:v>0.25</c:v>
                </c:pt>
                <c:pt idx="1261">
                  <c:v>0.25</c:v>
                </c:pt>
                <c:pt idx="1262">
                  <c:v>0.25</c:v>
                </c:pt>
                <c:pt idx="1263">
                  <c:v>0.25</c:v>
                </c:pt>
                <c:pt idx="1264">
                  <c:v>0.25</c:v>
                </c:pt>
                <c:pt idx="1265">
                  <c:v>0.25</c:v>
                </c:pt>
                <c:pt idx="1266">
                  <c:v>0.25</c:v>
                </c:pt>
                <c:pt idx="1267">
                  <c:v>0.25</c:v>
                </c:pt>
                <c:pt idx="1268">
                  <c:v>0.25</c:v>
                </c:pt>
                <c:pt idx="1269">
                  <c:v>0.25</c:v>
                </c:pt>
                <c:pt idx="1270">
                  <c:v>0.25</c:v>
                </c:pt>
                <c:pt idx="1271">
                  <c:v>0.25</c:v>
                </c:pt>
                <c:pt idx="1272">
                  <c:v>0.25</c:v>
                </c:pt>
                <c:pt idx="1273">
                  <c:v>0.25</c:v>
                </c:pt>
                <c:pt idx="1274">
                  <c:v>0.25</c:v>
                </c:pt>
                <c:pt idx="1275">
                  <c:v>0.25</c:v>
                </c:pt>
                <c:pt idx="1276">
                  <c:v>0.25</c:v>
                </c:pt>
                <c:pt idx="1277">
                  <c:v>0.25</c:v>
                </c:pt>
                <c:pt idx="1278">
                  <c:v>0.25</c:v>
                </c:pt>
                <c:pt idx="1279">
                  <c:v>0.25</c:v>
                </c:pt>
                <c:pt idx="1280">
                  <c:v>0.25</c:v>
                </c:pt>
                <c:pt idx="1281">
                  <c:v>0.25</c:v>
                </c:pt>
                <c:pt idx="1282">
                  <c:v>0.25</c:v>
                </c:pt>
                <c:pt idx="1283">
                  <c:v>0.25</c:v>
                </c:pt>
                <c:pt idx="1284">
                  <c:v>0.25</c:v>
                </c:pt>
                <c:pt idx="1285">
                  <c:v>0.25</c:v>
                </c:pt>
                <c:pt idx="1286">
                  <c:v>0.25</c:v>
                </c:pt>
                <c:pt idx="1287">
                  <c:v>0.25</c:v>
                </c:pt>
                <c:pt idx="1288">
                  <c:v>0.25</c:v>
                </c:pt>
                <c:pt idx="1289">
                  <c:v>0.25</c:v>
                </c:pt>
                <c:pt idx="1290">
                  <c:v>0.25</c:v>
                </c:pt>
                <c:pt idx="1291">
                  <c:v>0.25</c:v>
                </c:pt>
                <c:pt idx="1292">
                  <c:v>0.25</c:v>
                </c:pt>
                <c:pt idx="1293">
                  <c:v>0.25</c:v>
                </c:pt>
                <c:pt idx="1294">
                  <c:v>0.25</c:v>
                </c:pt>
                <c:pt idx="1295">
                  <c:v>0.25</c:v>
                </c:pt>
                <c:pt idx="1296">
                  <c:v>0.25</c:v>
                </c:pt>
                <c:pt idx="1297">
                  <c:v>0.25</c:v>
                </c:pt>
                <c:pt idx="1298">
                  <c:v>0.25</c:v>
                </c:pt>
                <c:pt idx="1299">
                  <c:v>0.25</c:v>
                </c:pt>
                <c:pt idx="1300">
                  <c:v>0.25</c:v>
                </c:pt>
                <c:pt idx="1301">
                  <c:v>0.25</c:v>
                </c:pt>
                <c:pt idx="1302">
                  <c:v>0.25</c:v>
                </c:pt>
                <c:pt idx="1303">
                  <c:v>0.25</c:v>
                </c:pt>
                <c:pt idx="1304">
                  <c:v>0.25</c:v>
                </c:pt>
                <c:pt idx="1305">
                  <c:v>0.25</c:v>
                </c:pt>
                <c:pt idx="1306">
                  <c:v>0.25</c:v>
                </c:pt>
                <c:pt idx="1307">
                  <c:v>0.25</c:v>
                </c:pt>
                <c:pt idx="1308">
                  <c:v>0.25</c:v>
                </c:pt>
                <c:pt idx="1309">
                  <c:v>0.25</c:v>
                </c:pt>
                <c:pt idx="1310">
                  <c:v>0.25</c:v>
                </c:pt>
                <c:pt idx="1311">
                  <c:v>0.25</c:v>
                </c:pt>
                <c:pt idx="1312">
                  <c:v>0.25</c:v>
                </c:pt>
                <c:pt idx="1313">
                  <c:v>0.25</c:v>
                </c:pt>
                <c:pt idx="1314">
                  <c:v>0.25</c:v>
                </c:pt>
                <c:pt idx="1315">
                  <c:v>0.25</c:v>
                </c:pt>
                <c:pt idx="1316">
                  <c:v>0.25</c:v>
                </c:pt>
                <c:pt idx="1317">
                  <c:v>0.25</c:v>
                </c:pt>
                <c:pt idx="1318">
                  <c:v>0.25</c:v>
                </c:pt>
                <c:pt idx="1319">
                  <c:v>0.25</c:v>
                </c:pt>
                <c:pt idx="1320">
                  <c:v>0.25</c:v>
                </c:pt>
                <c:pt idx="1321">
                  <c:v>0.25</c:v>
                </c:pt>
                <c:pt idx="1322">
                  <c:v>0.25</c:v>
                </c:pt>
                <c:pt idx="1323">
                  <c:v>0.25</c:v>
                </c:pt>
                <c:pt idx="1324">
                  <c:v>0.25</c:v>
                </c:pt>
                <c:pt idx="1325">
                  <c:v>0.25</c:v>
                </c:pt>
                <c:pt idx="1326">
                  <c:v>0.25</c:v>
                </c:pt>
                <c:pt idx="1327">
                  <c:v>0.25</c:v>
                </c:pt>
                <c:pt idx="1328">
                  <c:v>0.25</c:v>
                </c:pt>
                <c:pt idx="1329">
                  <c:v>0.25</c:v>
                </c:pt>
                <c:pt idx="1330">
                  <c:v>0.25</c:v>
                </c:pt>
                <c:pt idx="1331">
                  <c:v>0.25</c:v>
                </c:pt>
                <c:pt idx="1332">
                  <c:v>0.25</c:v>
                </c:pt>
                <c:pt idx="1333">
                  <c:v>0.25</c:v>
                </c:pt>
                <c:pt idx="1334">
                  <c:v>0.25</c:v>
                </c:pt>
                <c:pt idx="1335">
                  <c:v>0.25</c:v>
                </c:pt>
                <c:pt idx="1336">
                  <c:v>0.25</c:v>
                </c:pt>
                <c:pt idx="1337">
                  <c:v>0.25</c:v>
                </c:pt>
                <c:pt idx="1338">
                  <c:v>0.25</c:v>
                </c:pt>
                <c:pt idx="1339">
                  <c:v>0.25</c:v>
                </c:pt>
                <c:pt idx="1340">
                  <c:v>0.25</c:v>
                </c:pt>
                <c:pt idx="1341">
                  <c:v>0.25</c:v>
                </c:pt>
                <c:pt idx="1342">
                  <c:v>0.25</c:v>
                </c:pt>
                <c:pt idx="1343">
                  <c:v>0.25</c:v>
                </c:pt>
                <c:pt idx="1344">
                  <c:v>0.25</c:v>
                </c:pt>
                <c:pt idx="1345">
                  <c:v>0.25</c:v>
                </c:pt>
                <c:pt idx="1346">
                  <c:v>0.25</c:v>
                </c:pt>
                <c:pt idx="1347">
                  <c:v>0.25</c:v>
                </c:pt>
                <c:pt idx="1348">
                  <c:v>0.25</c:v>
                </c:pt>
                <c:pt idx="1349">
                  <c:v>0.25</c:v>
                </c:pt>
                <c:pt idx="1350">
                  <c:v>0.25</c:v>
                </c:pt>
                <c:pt idx="1351">
                  <c:v>0.25</c:v>
                </c:pt>
                <c:pt idx="1352">
                  <c:v>0.25</c:v>
                </c:pt>
                <c:pt idx="1353">
                  <c:v>0.25</c:v>
                </c:pt>
                <c:pt idx="1354">
                  <c:v>0.25</c:v>
                </c:pt>
                <c:pt idx="1355">
                  <c:v>0.25</c:v>
                </c:pt>
                <c:pt idx="1356">
                  <c:v>0.25</c:v>
                </c:pt>
                <c:pt idx="1357">
                  <c:v>0.25</c:v>
                </c:pt>
                <c:pt idx="1358">
                  <c:v>0.25</c:v>
                </c:pt>
                <c:pt idx="1359">
                  <c:v>0.25</c:v>
                </c:pt>
                <c:pt idx="1360">
                  <c:v>0.25</c:v>
                </c:pt>
                <c:pt idx="1361">
                  <c:v>0.25</c:v>
                </c:pt>
                <c:pt idx="1362">
                  <c:v>0.25</c:v>
                </c:pt>
                <c:pt idx="1363">
                  <c:v>0.25</c:v>
                </c:pt>
                <c:pt idx="1364">
                  <c:v>0.25</c:v>
                </c:pt>
                <c:pt idx="1365">
                  <c:v>0.25</c:v>
                </c:pt>
                <c:pt idx="1366">
                  <c:v>0.25</c:v>
                </c:pt>
                <c:pt idx="1367">
                  <c:v>0.25</c:v>
                </c:pt>
                <c:pt idx="1368">
                  <c:v>0.25</c:v>
                </c:pt>
                <c:pt idx="1369">
                  <c:v>0.25</c:v>
                </c:pt>
                <c:pt idx="1370">
                  <c:v>0.25</c:v>
                </c:pt>
                <c:pt idx="1371">
                  <c:v>0.25</c:v>
                </c:pt>
                <c:pt idx="1372">
                  <c:v>0.25</c:v>
                </c:pt>
                <c:pt idx="1373">
                  <c:v>0.5</c:v>
                </c:pt>
                <c:pt idx="1374">
                  <c:v>0.5</c:v>
                </c:pt>
                <c:pt idx="1375">
                  <c:v>0.5</c:v>
                </c:pt>
                <c:pt idx="1376">
                  <c:v>0.5</c:v>
                </c:pt>
                <c:pt idx="1377">
                  <c:v>0.5</c:v>
                </c:pt>
                <c:pt idx="1378">
                  <c:v>0.5</c:v>
                </c:pt>
                <c:pt idx="1379">
                  <c:v>0.5</c:v>
                </c:pt>
                <c:pt idx="1380">
                  <c:v>0.5</c:v>
                </c:pt>
                <c:pt idx="1381">
                  <c:v>0.5</c:v>
                </c:pt>
                <c:pt idx="1382">
                  <c:v>0.5</c:v>
                </c:pt>
                <c:pt idx="1383">
                  <c:v>0.5</c:v>
                </c:pt>
                <c:pt idx="1384">
                  <c:v>0.5</c:v>
                </c:pt>
                <c:pt idx="1385">
                  <c:v>0.5</c:v>
                </c:pt>
                <c:pt idx="1386">
                  <c:v>0.5</c:v>
                </c:pt>
                <c:pt idx="1387">
                  <c:v>0.5</c:v>
                </c:pt>
                <c:pt idx="1388">
                  <c:v>0.5</c:v>
                </c:pt>
                <c:pt idx="1389">
                  <c:v>0.5</c:v>
                </c:pt>
                <c:pt idx="1390">
                  <c:v>0.5</c:v>
                </c:pt>
                <c:pt idx="1391">
                  <c:v>0.5</c:v>
                </c:pt>
                <c:pt idx="1392">
                  <c:v>0.5</c:v>
                </c:pt>
                <c:pt idx="1393">
                  <c:v>0.5</c:v>
                </c:pt>
                <c:pt idx="1394">
                  <c:v>0.5</c:v>
                </c:pt>
                <c:pt idx="1395">
                  <c:v>0.5</c:v>
                </c:pt>
                <c:pt idx="1396">
                  <c:v>0.5</c:v>
                </c:pt>
                <c:pt idx="1397">
                  <c:v>0.5</c:v>
                </c:pt>
                <c:pt idx="1398">
                  <c:v>0.5</c:v>
                </c:pt>
                <c:pt idx="1399">
                  <c:v>0.5</c:v>
                </c:pt>
                <c:pt idx="1400">
                  <c:v>0.5</c:v>
                </c:pt>
                <c:pt idx="1401">
                  <c:v>0.5</c:v>
                </c:pt>
                <c:pt idx="1402">
                  <c:v>0.5</c:v>
                </c:pt>
                <c:pt idx="1403">
                  <c:v>0.5</c:v>
                </c:pt>
                <c:pt idx="1404">
                  <c:v>0.5</c:v>
                </c:pt>
                <c:pt idx="1405">
                  <c:v>0.5</c:v>
                </c:pt>
                <c:pt idx="1406">
                  <c:v>0.5</c:v>
                </c:pt>
                <c:pt idx="1407">
                  <c:v>0.5</c:v>
                </c:pt>
                <c:pt idx="1408">
                  <c:v>0.5</c:v>
                </c:pt>
                <c:pt idx="1409">
                  <c:v>0.5</c:v>
                </c:pt>
                <c:pt idx="1410">
                  <c:v>0.5</c:v>
                </c:pt>
                <c:pt idx="1411">
                  <c:v>0.5</c:v>
                </c:pt>
                <c:pt idx="1412">
                  <c:v>0.5</c:v>
                </c:pt>
                <c:pt idx="1413">
                  <c:v>0.5</c:v>
                </c:pt>
                <c:pt idx="1414">
                  <c:v>0.5</c:v>
                </c:pt>
                <c:pt idx="1415">
                  <c:v>0.5</c:v>
                </c:pt>
                <c:pt idx="1416">
                  <c:v>0.5</c:v>
                </c:pt>
                <c:pt idx="1417">
                  <c:v>0.5</c:v>
                </c:pt>
                <c:pt idx="1418">
                  <c:v>0.5</c:v>
                </c:pt>
                <c:pt idx="1419">
                  <c:v>0.5</c:v>
                </c:pt>
                <c:pt idx="1420">
                  <c:v>0.5</c:v>
                </c:pt>
                <c:pt idx="1421">
                  <c:v>0.5</c:v>
                </c:pt>
                <c:pt idx="1422">
                  <c:v>0.5</c:v>
                </c:pt>
                <c:pt idx="1423">
                  <c:v>0.5</c:v>
                </c:pt>
                <c:pt idx="1424">
                  <c:v>0.5</c:v>
                </c:pt>
                <c:pt idx="1425">
                  <c:v>0.5</c:v>
                </c:pt>
                <c:pt idx="1426">
                  <c:v>0.5</c:v>
                </c:pt>
                <c:pt idx="1427">
                  <c:v>0.5</c:v>
                </c:pt>
                <c:pt idx="1428">
                  <c:v>0.5</c:v>
                </c:pt>
                <c:pt idx="1429">
                  <c:v>0.5</c:v>
                </c:pt>
                <c:pt idx="1430">
                  <c:v>0.5</c:v>
                </c:pt>
                <c:pt idx="1431">
                  <c:v>0.5</c:v>
                </c:pt>
                <c:pt idx="1432">
                  <c:v>0.5</c:v>
                </c:pt>
                <c:pt idx="1433">
                  <c:v>0.5</c:v>
                </c:pt>
                <c:pt idx="1434">
                  <c:v>0.5</c:v>
                </c:pt>
                <c:pt idx="1435">
                  <c:v>0.5</c:v>
                </c:pt>
                <c:pt idx="1436">
                  <c:v>0.5</c:v>
                </c:pt>
                <c:pt idx="1437">
                  <c:v>0.5</c:v>
                </c:pt>
                <c:pt idx="1438">
                  <c:v>0.75</c:v>
                </c:pt>
                <c:pt idx="1439">
                  <c:v>0.75</c:v>
                </c:pt>
                <c:pt idx="1440">
                  <c:v>0.75</c:v>
                </c:pt>
                <c:pt idx="1441">
                  <c:v>0.75</c:v>
                </c:pt>
                <c:pt idx="1442">
                  <c:v>0.75</c:v>
                </c:pt>
                <c:pt idx="1443">
                  <c:v>0.75</c:v>
                </c:pt>
                <c:pt idx="1444">
                  <c:v>0.75</c:v>
                </c:pt>
                <c:pt idx="1445">
                  <c:v>0.75</c:v>
                </c:pt>
                <c:pt idx="1446">
                  <c:v>0.75</c:v>
                </c:pt>
                <c:pt idx="1447">
                  <c:v>0.75</c:v>
                </c:pt>
                <c:pt idx="1448">
                  <c:v>0.75</c:v>
                </c:pt>
                <c:pt idx="1449">
                  <c:v>0.75</c:v>
                </c:pt>
                <c:pt idx="1450">
                  <c:v>0.75</c:v>
                </c:pt>
                <c:pt idx="1451">
                  <c:v>0.75</c:v>
                </c:pt>
                <c:pt idx="1452">
                  <c:v>0.75</c:v>
                </c:pt>
                <c:pt idx="1453">
                  <c:v>0.75</c:v>
                </c:pt>
                <c:pt idx="1454">
                  <c:v>0.75</c:v>
                </c:pt>
                <c:pt idx="1455">
                  <c:v>0.75</c:v>
                </c:pt>
                <c:pt idx="1456">
                  <c:v>0.75</c:v>
                </c:pt>
                <c:pt idx="1457">
                  <c:v>0.75</c:v>
                </c:pt>
                <c:pt idx="1458">
                  <c:v>0.75</c:v>
                </c:pt>
                <c:pt idx="1459">
                  <c:v>0.75</c:v>
                </c:pt>
                <c:pt idx="1460">
                  <c:v>0.75</c:v>
                </c:pt>
                <c:pt idx="1461">
                  <c:v>0.75</c:v>
                </c:pt>
                <c:pt idx="1462">
                  <c:v>0.75</c:v>
                </c:pt>
                <c:pt idx="1463">
                  <c:v>0.75</c:v>
                </c:pt>
                <c:pt idx="1464">
                  <c:v>0.75</c:v>
                </c:pt>
                <c:pt idx="1465">
                  <c:v>0.75</c:v>
                </c:pt>
                <c:pt idx="1466">
                  <c:v>0.75</c:v>
                </c:pt>
                <c:pt idx="1467">
                  <c:v>0.75</c:v>
                </c:pt>
                <c:pt idx="1468">
                  <c:v>0.75</c:v>
                </c:pt>
                <c:pt idx="1469">
                  <c:v>0.75</c:v>
                </c:pt>
                <c:pt idx="1470">
                  <c:v>0.75</c:v>
                </c:pt>
                <c:pt idx="1471">
                  <c:v>0.75</c:v>
                </c:pt>
                <c:pt idx="1472">
                  <c:v>0.75</c:v>
                </c:pt>
                <c:pt idx="1473">
                  <c:v>0.75</c:v>
                </c:pt>
                <c:pt idx="1474">
                  <c:v>0.75</c:v>
                </c:pt>
                <c:pt idx="1475">
                  <c:v>0.75</c:v>
                </c:pt>
                <c:pt idx="1476">
                  <c:v>0.75</c:v>
                </c:pt>
                <c:pt idx="1477">
                  <c:v>0.75</c:v>
                </c:pt>
                <c:pt idx="1478">
                  <c:v>0.75</c:v>
                </c:pt>
                <c:pt idx="1479">
                  <c:v>0.75</c:v>
                </c:pt>
                <c:pt idx="1480">
                  <c:v>0.75</c:v>
                </c:pt>
                <c:pt idx="1481">
                  <c:v>0.75</c:v>
                </c:pt>
                <c:pt idx="1482">
                  <c:v>0.75</c:v>
                </c:pt>
                <c:pt idx="1483">
                  <c:v>0.75</c:v>
                </c:pt>
                <c:pt idx="1484">
                  <c:v>0.75</c:v>
                </c:pt>
                <c:pt idx="1485">
                  <c:v>0.75</c:v>
                </c:pt>
                <c:pt idx="1486">
                  <c:v>0.75</c:v>
                </c:pt>
                <c:pt idx="1487">
                  <c:v>0.75</c:v>
                </c:pt>
                <c:pt idx="1488">
                  <c:v>0.75</c:v>
                </c:pt>
                <c:pt idx="1489">
                  <c:v>0.75</c:v>
                </c:pt>
                <c:pt idx="1490">
                  <c:v>0.75</c:v>
                </c:pt>
                <c:pt idx="1491">
                  <c:v>0.75</c:v>
                </c:pt>
                <c:pt idx="1492">
                  <c:v>0.75</c:v>
                </c:pt>
                <c:pt idx="1493">
                  <c:v>0.75</c:v>
                </c:pt>
                <c:pt idx="1494">
                  <c:v>0.75</c:v>
                </c:pt>
                <c:pt idx="1495">
                  <c:v>0.75</c:v>
                </c:pt>
                <c:pt idx="1496">
                  <c:v>0.75</c:v>
                </c:pt>
                <c:pt idx="1497">
                  <c:v>0.75</c:v>
                </c:pt>
                <c:pt idx="1498">
                  <c:v>0.75</c:v>
                </c:pt>
                <c:pt idx="1499">
                  <c:v>0.75</c:v>
                </c:pt>
                <c:pt idx="1500">
                  <c:v>0.75</c:v>
                </c:pt>
                <c:pt idx="1501">
                  <c:v>0.75</c:v>
                </c:pt>
                <c:pt idx="1502">
                  <c:v>0.75</c:v>
                </c:pt>
                <c:pt idx="1503">
                  <c:v>0.75</c:v>
                </c:pt>
                <c:pt idx="1504">
                  <c:v>0.75</c:v>
                </c:pt>
                <c:pt idx="1505">
                  <c:v>0.75</c:v>
                </c:pt>
                <c:pt idx="1506">
                  <c:v>0.75</c:v>
                </c:pt>
                <c:pt idx="1507">
                  <c:v>0.75</c:v>
                </c:pt>
                <c:pt idx="1508">
                  <c:v>0.75</c:v>
                </c:pt>
                <c:pt idx="1509">
                  <c:v>0.75</c:v>
                </c:pt>
                <c:pt idx="1510">
                  <c:v>0.75</c:v>
                </c:pt>
                <c:pt idx="1511">
                  <c:v>0.75</c:v>
                </c:pt>
                <c:pt idx="1512">
                  <c:v>0.75</c:v>
                </c:pt>
                <c:pt idx="1513">
                  <c:v>0.75</c:v>
                </c:pt>
                <c:pt idx="1514">
                  <c:v>0.75</c:v>
                </c:pt>
                <c:pt idx="1515">
                  <c:v>0.75</c:v>
                </c:pt>
                <c:pt idx="1516">
                  <c:v>0.75</c:v>
                </c:pt>
                <c:pt idx="1517">
                  <c:v>0.75</c:v>
                </c:pt>
                <c:pt idx="1518">
                  <c:v>0.75</c:v>
                </c:pt>
                <c:pt idx="1519">
                  <c:v>0.75</c:v>
                </c:pt>
                <c:pt idx="1520">
                  <c:v>0.75</c:v>
                </c:pt>
                <c:pt idx="1521">
                  <c:v>0.75</c:v>
                </c:pt>
                <c:pt idx="1522">
                  <c:v>0.75</c:v>
                </c:pt>
                <c:pt idx="1523">
                  <c:v>0.75</c:v>
                </c:pt>
                <c:pt idx="1524">
                  <c:v>0.5</c:v>
                </c:pt>
                <c:pt idx="1525">
                  <c:v>0.5</c:v>
                </c:pt>
                <c:pt idx="1526">
                  <c:v>0.5</c:v>
                </c:pt>
                <c:pt idx="1527">
                  <c:v>0.5</c:v>
                </c:pt>
                <c:pt idx="1528">
                  <c:v>0.5</c:v>
                </c:pt>
                <c:pt idx="1529">
                  <c:v>0.5</c:v>
                </c:pt>
                <c:pt idx="1530">
                  <c:v>0.5</c:v>
                </c:pt>
                <c:pt idx="1531">
                  <c:v>0.5</c:v>
                </c:pt>
                <c:pt idx="1532">
                  <c:v>0.5</c:v>
                </c:pt>
                <c:pt idx="1533">
                  <c:v>0.5</c:v>
                </c:pt>
                <c:pt idx="1534">
                  <c:v>0.5</c:v>
                </c:pt>
                <c:pt idx="1535">
                  <c:v>0.5</c:v>
                </c:pt>
                <c:pt idx="1536">
                  <c:v>0.5</c:v>
                </c:pt>
                <c:pt idx="1537">
                  <c:v>0.5</c:v>
                </c:pt>
                <c:pt idx="1538">
                  <c:v>0.5</c:v>
                </c:pt>
                <c:pt idx="1539">
                  <c:v>0.5</c:v>
                </c:pt>
                <c:pt idx="1540">
                  <c:v>0.5</c:v>
                </c:pt>
                <c:pt idx="1541">
                  <c:v>0.5</c:v>
                </c:pt>
                <c:pt idx="1542">
                  <c:v>0.5</c:v>
                </c:pt>
                <c:pt idx="1543">
                  <c:v>0.5</c:v>
                </c:pt>
                <c:pt idx="1544">
                  <c:v>0.5</c:v>
                </c:pt>
                <c:pt idx="1545">
                  <c:v>0.5</c:v>
                </c:pt>
                <c:pt idx="1546">
                  <c:v>0.5</c:v>
                </c:pt>
                <c:pt idx="1547">
                  <c:v>0.5</c:v>
                </c:pt>
                <c:pt idx="1548">
                  <c:v>0.25</c:v>
                </c:pt>
                <c:pt idx="1549">
                  <c:v>0.25</c:v>
                </c:pt>
                <c:pt idx="1550">
                  <c:v>0.25</c:v>
                </c:pt>
                <c:pt idx="1551">
                  <c:v>0.25</c:v>
                </c:pt>
                <c:pt idx="1552">
                  <c:v>0.25</c:v>
                </c:pt>
                <c:pt idx="1553">
                  <c:v>0.25</c:v>
                </c:pt>
                <c:pt idx="1554">
                  <c:v>0.25</c:v>
                </c:pt>
                <c:pt idx="1555">
                  <c:v>0.25</c:v>
                </c:pt>
                <c:pt idx="1556">
                  <c:v>0.25</c:v>
                </c:pt>
                <c:pt idx="1557">
                  <c:v>0.25</c:v>
                </c:pt>
                <c:pt idx="1558">
                  <c:v>0.25</c:v>
                </c:pt>
                <c:pt idx="1559">
                  <c:v>0.25</c:v>
                </c:pt>
                <c:pt idx="1560">
                  <c:v>0.25</c:v>
                </c:pt>
                <c:pt idx="1561">
                  <c:v>0.25</c:v>
                </c:pt>
                <c:pt idx="1562">
                  <c:v>0.25</c:v>
                </c:pt>
                <c:pt idx="1563">
                  <c:v>0.25</c:v>
                </c:pt>
                <c:pt idx="1564">
                  <c:v>0.25</c:v>
                </c:pt>
                <c:pt idx="1565">
                  <c:v>0.25</c:v>
                </c:pt>
                <c:pt idx="1566">
                  <c:v>0.25</c:v>
                </c:pt>
                <c:pt idx="1567">
                  <c:v>0.25</c:v>
                </c:pt>
                <c:pt idx="1568">
                  <c:v>0.25</c:v>
                </c:pt>
                <c:pt idx="1569">
                  <c:v>0.25</c:v>
                </c:pt>
                <c:pt idx="1570">
                  <c:v>0.25</c:v>
                </c:pt>
                <c:pt idx="1571">
                  <c:v>0.25</c:v>
                </c:pt>
                <c:pt idx="1572">
                  <c:v>0.25</c:v>
                </c:pt>
                <c:pt idx="1573">
                  <c:v>0.25</c:v>
                </c:pt>
                <c:pt idx="1574">
                  <c:v>0.25</c:v>
                </c:pt>
                <c:pt idx="1575">
                  <c:v>0.25</c:v>
                </c:pt>
                <c:pt idx="1576">
                  <c:v>0.25</c:v>
                </c:pt>
                <c:pt idx="1577">
                  <c:v>0.25</c:v>
                </c:pt>
                <c:pt idx="1578">
                  <c:v>0.25</c:v>
                </c:pt>
                <c:pt idx="1579">
                  <c:v>0.25</c:v>
                </c:pt>
                <c:pt idx="1580">
                  <c:v>0.25</c:v>
                </c:pt>
                <c:pt idx="1581">
                  <c:v>0.25</c:v>
                </c:pt>
                <c:pt idx="1582">
                  <c:v>0.25</c:v>
                </c:pt>
                <c:pt idx="1583">
                  <c:v>0.25</c:v>
                </c:pt>
                <c:pt idx="1584">
                  <c:v>0.25</c:v>
                </c:pt>
                <c:pt idx="1585">
                  <c:v>0.25</c:v>
                </c:pt>
                <c:pt idx="1586">
                  <c:v>0.25</c:v>
                </c:pt>
                <c:pt idx="1587">
                  <c:v>0.25</c:v>
                </c:pt>
                <c:pt idx="1588">
                  <c:v>0.25</c:v>
                </c:pt>
                <c:pt idx="1589">
                  <c:v>0.25</c:v>
                </c:pt>
                <c:pt idx="1590">
                  <c:v>0.25</c:v>
                </c:pt>
                <c:pt idx="1591">
                  <c:v>0.25</c:v>
                </c:pt>
                <c:pt idx="1592">
                  <c:v>0.25</c:v>
                </c:pt>
                <c:pt idx="1593">
                  <c:v>0.25</c:v>
                </c:pt>
                <c:pt idx="1594">
                  <c:v>0.25</c:v>
                </c:pt>
                <c:pt idx="1595">
                  <c:v>0.25</c:v>
                </c:pt>
                <c:pt idx="1596">
                  <c:v>0.25</c:v>
                </c:pt>
                <c:pt idx="1597">
                  <c:v>0.25</c:v>
                </c:pt>
                <c:pt idx="1598">
                  <c:v>0.25</c:v>
                </c:pt>
                <c:pt idx="1599">
                  <c:v>0.25</c:v>
                </c:pt>
                <c:pt idx="1600">
                  <c:v>0.25</c:v>
                </c:pt>
                <c:pt idx="1601">
                  <c:v>0.25</c:v>
                </c:pt>
                <c:pt idx="1602">
                  <c:v>0.25</c:v>
                </c:pt>
                <c:pt idx="1603">
                  <c:v>0.25</c:v>
                </c:pt>
                <c:pt idx="1604">
                  <c:v>0.25</c:v>
                </c:pt>
                <c:pt idx="1605">
                  <c:v>0.25</c:v>
                </c:pt>
                <c:pt idx="1606">
                  <c:v>0.25</c:v>
                </c:pt>
                <c:pt idx="1607">
                  <c:v>0.25</c:v>
                </c:pt>
                <c:pt idx="1608">
                  <c:v>0.25</c:v>
                </c:pt>
                <c:pt idx="1609">
                  <c:v>0.25</c:v>
                </c:pt>
                <c:pt idx="1610">
                  <c:v>0.25</c:v>
                </c:pt>
                <c:pt idx="1611">
                  <c:v>0.25</c:v>
                </c:pt>
                <c:pt idx="1612">
                  <c:v>0.25</c:v>
                </c:pt>
                <c:pt idx="1613">
                  <c:v>0.25</c:v>
                </c:pt>
                <c:pt idx="1614">
                  <c:v>0.25</c:v>
                </c:pt>
                <c:pt idx="1615">
                  <c:v>0.25</c:v>
                </c:pt>
                <c:pt idx="1616">
                  <c:v>0.25</c:v>
                </c:pt>
                <c:pt idx="1617">
                  <c:v>0.25</c:v>
                </c:pt>
                <c:pt idx="1618">
                  <c:v>0.25</c:v>
                </c:pt>
                <c:pt idx="1619">
                  <c:v>0.25</c:v>
                </c:pt>
                <c:pt idx="1620">
                  <c:v>0.25</c:v>
                </c:pt>
                <c:pt idx="1621">
                  <c:v>0.25</c:v>
                </c:pt>
                <c:pt idx="1622">
                  <c:v>0.25</c:v>
                </c:pt>
                <c:pt idx="1623">
                  <c:v>0.25</c:v>
                </c:pt>
                <c:pt idx="1624">
                  <c:v>0.25</c:v>
                </c:pt>
                <c:pt idx="1625">
                  <c:v>0.25</c:v>
                </c:pt>
                <c:pt idx="1626">
                  <c:v>0.25</c:v>
                </c:pt>
                <c:pt idx="1627">
                  <c:v>0.25</c:v>
                </c:pt>
                <c:pt idx="1628">
                  <c:v>0.25</c:v>
                </c:pt>
                <c:pt idx="1629">
                  <c:v>0.25</c:v>
                </c:pt>
                <c:pt idx="1630">
                  <c:v>0.25</c:v>
                </c:pt>
                <c:pt idx="1631">
                  <c:v>0.25</c:v>
                </c:pt>
                <c:pt idx="1632">
                  <c:v>0.25</c:v>
                </c:pt>
                <c:pt idx="1633">
                  <c:v>0.25</c:v>
                </c:pt>
                <c:pt idx="1634">
                  <c:v>0.25</c:v>
                </c:pt>
                <c:pt idx="1635">
                  <c:v>0.25</c:v>
                </c:pt>
                <c:pt idx="1636">
                  <c:v>0.25</c:v>
                </c:pt>
                <c:pt idx="1637">
                  <c:v>0.25</c:v>
                </c:pt>
                <c:pt idx="1638">
                  <c:v>0.25</c:v>
                </c:pt>
                <c:pt idx="1639">
                  <c:v>0.25</c:v>
                </c:pt>
                <c:pt idx="1640">
                  <c:v>0.25</c:v>
                </c:pt>
                <c:pt idx="1641">
                  <c:v>0.25</c:v>
                </c:pt>
                <c:pt idx="1642">
                  <c:v>0.25</c:v>
                </c:pt>
                <c:pt idx="1643">
                  <c:v>0.25</c:v>
                </c:pt>
                <c:pt idx="1644">
                  <c:v>0.25</c:v>
                </c:pt>
                <c:pt idx="1645">
                  <c:v>0.25</c:v>
                </c:pt>
                <c:pt idx="1646">
                  <c:v>0.25</c:v>
                </c:pt>
                <c:pt idx="1647">
                  <c:v>0.25</c:v>
                </c:pt>
                <c:pt idx="1648">
                  <c:v>0.25</c:v>
                </c:pt>
                <c:pt idx="1649">
                  <c:v>0.25</c:v>
                </c:pt>
                <c:pt idx="1650">
                  <c:v>0.25</c:v>
                </c:pt>
                <c:pt idx="1651">
                  <c:v>0.25</c:v>
                </c:pt>
                <c:pt idx="1652">
                  <c:v>0.25</c:v>
                </c:pt>
                <c:pt idx="1653">
                  <c:v>0.25</c:v>
                </c:pt>
                <c:pt idx="1654">
                  <c:v>0.25</c:v>
                </c:pt>
                <c:pt idx="1655">
                  <c:v>0.25</c:v>
                </c:pt>
                <c:pt idx="1656">
                  <c:v>0.25</c:v>
                </c:pt>
                <c:pt idx="1657">
                  <c:v>0.25</c:v>
                </c:pt>
                <c:pt idx="1658">
                  <c:v>0.25</c:v>
                </c:pt>
                <c:pt idx="1659">
                  <c:v>0.25</c:v>
                </c:pt>
                <c:pt idx="1660">
                  <c:v>0.25</c:v>
                </c:pt>
                <c:pt idx="1661">
                  <c:v>0.25</c:v>
                </c:pt>
                <c:pt idx="1662">
                  <c:v>0.25</c:v>
                </c:pt>
                <c:pt idx="1663">
                  <c:v>0.25</c:v>
                </c:pt>
                <c:pt idx="1664">
                  <c:v>0.25</c:v>
                </c:pt>
                <c:pt idx="1665">
                  <c:v>0.25</c:v>
                </c:pt>
                <c:pt idx="1666">
                  <c:v>0.25</c:v>
                </c:pt>
                <c:pt idx="1667">
                  <c:v>0.25</c:v>
                </c:pt>
                <c:pt idx="1668">
                  <c:v>0.25</c:v>
                </c:pt>
                <c:pt idx="1669">
                  <c:v>0.25</c:v>
                </c:pt>
                <c:pt idx="1670">
                  <c:v>0.25</c:v>
                </c:pt>
                <c:pt idx="1671">
                  <c:v>0.25</c:v>
                </c:pt>
                <c:pt idx="1672">
                  <c:v>0.25</c:v>
                </c:pt>
                <c:pt idx="1673">
                  <c:v>0.25</c:v>
                </c:pt>
                <c:pt idx="1674">
                  <c:v>0.25</c:v>
                </c:pt>
                <c:pt idx="1675">
                  <c:v>0.25</c:v>
                </c:pt>
                <c:pt idx="1676">
                  <c:v>0.25</c:v>
                </c:pt>
                <c:pt idx="1677">
                  <c:v>0.25</c:v>
                </c:pt>
                <c:pt idx="1678">
                  <c:v>0.25</c:v>
                </c:pt>
                <c:pt idx="1679">
                  <c:v>0.25</c:v>
                </c:pt>
                <c:pt idx="1680">
                  <c:v>0.25</c:v>
                </c:pt>
                <c:pt idx="1681">
                  <c:v>0.25</c:v>
                </c:pt>
                <c:pt idx="1682">
                  <c:v>0.25</c:v>
                </c:pt>
                <c:pt idx="1683">
                  <c:v>0.25</c:v>
                </c:pt>
                <c:pt idx="1684">
                  <c:v>0.25</c:v>
                </c:pt>
                <c:pt idx="1685">
                  <c:v>0.25</c:v>
                </c:pt>
                <c:pt idx="1686">
                  <c:v>0.25</c:v>
                </c:pt>
                <c:pt idx="1687">
                  <c:v>0.25</c:v>
                </c:pt>
                <c:pt idx="1688">
                  <c:v>0.25</c:v>
                </c:pt>
                <c:pt idx="1689">
                  <c:v>0.25</c:v>
                </c:pt>
                <c:pt idx="1690">
                  <c:v>0.25</c:v>
                </c:pt>
                <c:pt idx="1691">
                  <c:v>0.25</c:v>
                </c:pt>
                <c:pt idx="1692">
                  <c:v>0.25</c:v>
                </c:pt>
                <c:pt idx="1693">
                  <c:v>0.25</c:v>
                </c:pt>
                <c:pt idx="1694">
                  <c:v>0.25</c:v>
                </c:pt>
                <c:pt idx="1695">
                  <c:v>0.25</c:v>
                </c:pt>
                <c:pt idx="1696">
                  <c:v>0.25</c:v>
                </c:pt>
                <c:pt idx="1697">
                  <c:v>0.25</c:v>
                </c:pt>
                <c:pt idx="1698">
                  <c:v>0</c:v>
                </c:pt>
                <c:pt idx="1699">
                  <c:v>0</c:v>
                </c:pt>
                <c:pt idx="1700">
                  <c:v>0</c:v>
                </c:pt>
                <c:pt idx="1701">
                  <c:v>0</c:v>
                </c:pt>
                <c:pt idx="1702">
                  <c:v>0</c:v>
                </c:pt>
                <c:pt idx="1703">
                  <c:v>0</c:v>
                </c:pt>
                <c:pt idx="1704">
                  <c:v>0</c:v>
                </c:pt>
                <c:pt idx="1705">
                  <c:v>0</c:v>
                </c:pt>
                <c:pt idx="1706">
                  <c:v>0</c:v>
                </c:pt>
                <c:pt idx="1707">
                  <c:v>0</c:v>
                </c:pt>
                <c:pt idx="1708">
                  <c:v>0</c:v>
                </c:pt>
                <c:pt idx="1709">
                  <c:v>0</c:v>
                </c:pt>
                <c:pt idx="1710">
                  <c:v>0</c:v>
                </c:pt>
                <c:pt idx="1711">
                  <c:v>0</c:v>
                </c:pt>
                <c:pt idx="1712">
                  <c:v>0</c:v>
                </c:pt>
                <c:pt idx="1713">
                  <c:v>0</c:v>
                </c:pt>
                <c:pt idx="1714">
                  <c:v>0</c:v>
                </c:pt>
                <c:pt idx="1715">
                  <c:v>0</c:v>
                </c:pt>
                <c:pt idx="1716">
                  <c:v>0</c:v>
                </c:pt>
                <c:pt idx="1717">
                  <c:v>0</c:v>
                </c:pt>
                <c:pt idx="1718">
                  <c:v>0</c:v>
                </c:pt>
                <c:pt idx="1719">
                  <c:v>0</c:v>
                </c:pt>
                <c:pt idx="1720">
                  <c:v>0</c:v>
                </c:pt>
                <c:pt idx="1721">
                  <c:v>0</c:v>
                </c:pt>
                <c:pt idx="1722">
                  <c:v>0</c:v>
                </c:pt>
                <c:pt idx="1723">
                  <c:v>0</c:v>
                </c:pt>
                <c:pt idx="1724">
                  <c:v>0</c:v>
                </c:pt>
                <c:pt idx="1725">
                  <c:v>0</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c:v>
                </c:pt>
                <c:pt idx="1754">
                  <c:v>0</c:v>
                </c:pt>
                <c:pt idx="1755">
                  <c:v>0</c:v>
                </c:pt>
                <c:pt idx="1756">
                  <c:v>0</c:v>
                </c:pt>
                <c:pt idx="1757">
                  <c:v>0</c:v>
                </c:pt>
                <c:pt idx="1758">
                  <c:v>0</c:v>
                </c:pt>
                <c:pt idx="1759">
                  <c:v>0</c:v>
                </c:pt>
                <c:pt idx="1760">
                  <c:v>0</c:v>
                </c:pt>
                <c:pt idx="1761">
                  <c:v>0</c:v>
                </c:pt>
                <c:pt idx="1762">
                  <c:v>0</c:v>
                </c:pt>
                <c:pt idx="1763">
                  <c:v>0</c:v>
                </c:pt>
                <c:pt idx="1764">
                  <c:v>0</c:v>
                </c:pt>
                <c:pt idx="1765">
                  <c:v>0</c:v>
                </c:pt>
                <c:pt idx="1766">
                  <c:v>0</c:v>
                </c:pt>
                <c:pt idx="1767">
                  <c:v>0</c:v>
                </c:pt>
                <c:pt idx="1768">
                  <c:v>0</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0</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0</c:v>
                </c:pt>
                <c:pt idx="2147">
                  <c:v>0</c:v>
                </c:pt>
                <c:pt idx="2148">
                  <c:v>0</c:v>
                </c:pt>
                <c:pt idx="2149">
                  <c:v>0</c:v>
                </c:pt>
                <c:pt idx="2150">
                  <c:v>0</c:v>
                </c:pt>
                <c:pt idx="2151">
                  <c:v>0</c:v>
                </c:pt>
                <c:pt idx="2152">
                  <c:v>0</c:v>
                </c:pt>
                <c:pt idx="2153">
                  <c:v>0</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-0.1</c:v>
                </c:pt>
                <c:pt idx="2199">
                  <c:v>-0.1</c:v>
                </c:pt>
                <c:pt idx="2200">
                  <c:v>-0.1</c:v>
                </c:pt>
                <c:pt idx="2201">
                  <c:v>-0.1</c:v>
                </c:pt>
                <c:pt idx="2202">
                  <c:v>-0.1</c:v>
                </c:pt>
                <c:pt idx="2203">
                  <c:v>-0.1</c:v>
                </c:pt>
                <c:pt idx="2204">
                  <c:v>-0.1</c:v>
                </c:pt>
                <c:pt idx="2205">
                  <c:v>-0.1</c:v>
                </c:pt>
                <c:pt idx="2206">
                  <c:v>-0.1</c:v>
                </c:pt>
                <c:pt idx="2207">
                  <c:v>-0.1</c:v>
                </c:pt>
                <c:pt idx="2208">
                  <c:v>-0.1</c:v>
                </c:pt>
                <c:pt idx="2209">
                  <c:v>-0.1</c:v>
                </c:pt>
                <c:pt idx="2210">
                  <c:v>-0.1</c:v>
                </c:pt>
                <c:pt idx="2211">
                  <c:v>-0.1</c:v>
                </c:pt>
                <c:pt idx="2212">
                  <c:v>-0.1</c:v>
                </c:pt>
                <c:pt idx="2213">
                  <c:v>-0.1</c:v>
                </c:pt>
                <c:pt idx="2214">
                  <c:v>-0.1</c:v>
                </c:pt>
                <c:pt idx="2215">
                  <c:v>-0.1</c:v>
                </c:pt>
                <c:pt idx="2216">
                  <c:v>-0.1</c:v>
                </c:pt>
                <c:pt idx="2217">
                  <c:v>-0.1</c:v>
                </c:pt>
                <c:pt idx="2218">
                  <c:v>-0.1</c:v>
                </c:pt>
                <c:pt idx="2219">
                  <c:v>-0.1</c:v>
                </c:pt>
                <c:pt idx="2220">
                  <c:v>-0.1</c:v>
                </c:pt>
                <c:pt idx="2221">
                  <c:v>-0.1</c:v>
                </c:pt>
                <c:pt idx="2222">
                  <c:v>-0.1</c:v>
                </c:pt>
                <c:pt idx="2223">
                  <c:v>-0.1</c:v>
                </c:pt>
                <c:pt idx="2224">
                  <c:v>-0.1</c:v>
                </c:pt>
                <c:pt idx="2225">
                  <c:v>-0.1</c:v>
                </c:pt>
                <c:pt idx="2226">
                  <c:v>-0.1</c:v>
                </c:pt>
                <c:pt idx="2227">
                  <c:v>-0.1</c:v>
                </c:pt>
                <c:pt idx="2228">
                  <c:v>-0.1</c:v>
                </c:pt>
                <c:pt idx="2229">
                  <c:v>-0.1</c:v>
                </c:pt>
                <c:pt idx="2230">
                  <c:v>-0.1</c:v>
                </c:pt>
                <c:pt idx="2231">
                  <c:v>-0.1</c:v>
                </c:pt>
                <c:pt idx="2232">
                  <c:v>-0.1</c:v>
                </c:pt>
                <c:pt idx="2233">
                  <c:v>-0.1</c:v>
                </c:pt>
                <c:pt idx="2234">
                  <c:v>-0.1</c:v>
                </c:pt>
                <c:pt idx="2235">
                  <c:v>-0.1</c:v>
                </c:pt>
                <c:pt idx="2236">
                  <c:v>-0.1</c:v>
                </c:pt>
                <c:pt idx="2237">
                  <c:v>-0.1</c:v>
                </c:pt>
                <c:pt idx="2238">
                  <c:v>-0.1</c:v>
                </c:pt>
                <c:pt idx="2239">
                  <c:v>-0.1</c:v>
                </c:pt>
                <c:pt idx="2240">
                  <c:v>-0.1</c:v>
                </c:pt>
                <c:pt idx="2241">
                  <c:v>-0.1</c:v>
                </c:pt>
                <c:pt idx="2242">
                  <c:v>-0.1</c:v>
                </c:pt>
                <c:pt idx="2243">
                  <c:v>-0.1</c:v>
                </c:pt>
                <c:pt idx="2244">
                  <c:v>-0.1</c:v>
                </c:pt>
                <c:pt idx="2245">
                  <c:v>-0.1</c:v>
                </c:pt>
                <c:pt idx="2246">
                  <c:v>-0.1</c:v>
                </c:pt>
                <c:pt idx="2247">
                  <c:v>-0.1</c:v>
                </c:pt>
                <c:pt idx="2248">
                  <c:v>-0.1</c:v>
                </c:pt>
                <c:pt idx="2249">
                  <c:v>-0.1</c:v>
                </c:pt>
                <c:pt idx="2250">
                  <c:v>-0.1</c:v>
                </c:pt>
                <c:pt idx="2251">
                  <c:v>-0.1</c:v>
                </c:pt>
                <c:pt idx="2252">
                  <c:v>-0.1</c:v>
                </c:pt>
                <c:pt idx="2253">
                  <c:v>-0.1</c:v>
                </c:pt>
                <c:pt idx="2254">
                  <c:v>-0.1</c:v>
                </c:pt>
                <c:pt idx="2255">
                  <c:v>-0.1</c:v>
                </c:pt>
                <c:pt idx="2256">
                  <c:v>-0.1</c:v>
                </c:pt>
                <c:pt idx="2257">
                  <c:v>-0.1</c:v>
                </c:pt>
                <c:pt idx="2258">
                  <c:v>-0.1</c:v>
                </c:pt>
                <c:pt idx="2259">
                  <c:v>-0.1</c:v>
                </c:pt>
                <c:pt idx="2260">
                  <c:v>-0.1</c:v>
                </c:pt>
                <c:pt idx="2261">
                  <c:v>-0.1</c:v>
                </c:pt>
                <c:pt idx="2262">
                  <c:v>-0.1</c:v>
                </c:pt>
                <c:pt idx="2263">
                  <c:v>-0.2</c:v>
                </c:pt>
                <c:pt idx="2264">
                  <c:v>-0.2</c:v>
                </c:pt>
                <c:pt idx="2265">
                  <c:v>-0.2</c:v>
                </c:pt>
                <c:pt idx="2266">
                  <c:v>-0.2</c:v>
                </c:pt>
                <c:pt idx="2267">
                  <c:v>-0.2</c:v>
                </c:pt>
                <c:pt idx="2268">
                  <c:v>-0.2</c:v>
                </c:pt>
                <c:pt idx="2269">
                  <c:v>-0.2</c:v>
                </c:pt>
                <c:pt idx="2270">
                  <c:v>-0.2</c:v>
                </c:pt>
                <c:pt idx="2271">
                  <c:v>-0.2</c:v>
                </c:pt>
                <c:pt idx="2272">
                  <c:v>-0.2</c:v>
                </c:pt>
                <c:pt idx="2273">
                  <c:v>-0.2</c:v>
                </c:pt>
                <c:pt idx="2274">
                  <c:v>-0.2</c:v>
                </c:pt>
                <c:pt idx="2275">
                  <c:v>-0.2</c:v>
                </c:pt>
                <c:pt idx="2276">
                  <c:v>-0.2</c:v>
                </c:pt>
                <c:pt idx="2277">
                  <c:v>-0.2</c:v>
                </c:pt>
                <c:pt idx="2278">
                  <c:v>-0.2</c:v>
                </c:pt>
                <c:pt idx="2279">
                  <c:v>-0.2</c:v>
                </c:pt>
                <c:pt idx="2280">
                  <c:v>-0.2</c:v>
                </c:pt>
                <c:pt idx="2281">
                  <c:v>-0.2</c:v>
                </c:pt>
                <c:pt idx="2282">
                  <c:v>-0.2</c:v>
                </c:pt>
                <c:pt idx="2283">
                  <c:v>-0.2</c:v>
                </c:pt>
                <c:pt idx="2284">
                  <c:v>-0.2</c:v>
                </c:pt>
                <c:pt idx="2285">
                  <c:v>-0.2</c:v>
                </c:pt>
                <c:pt idx="2286">
                  <c:v>-0.2</c:v>
                </c:pt>
                <c:pt idx="2287">
                  <c:v>-0.2</c:v>
                </c:pt>
                <c:pt idx="2288">
                  <c:v>-0.2</c:v>
                </c:pt>
                <c:pt idx="2289">
                  <c:v>-0.2</c:v>
                </c:pt>
                <c:pt idx="2290">
                  <c:v>-0.2</c:v>
                </c:pt>
                <c:pt idx="2291">
                  <c:v>-0.2</c:v>
                </c:pt>
                <c:pt idx="2292">
                  <c:v>-0.2</c:v>
                </c:pt>
                <c:pt idx="2293">
                  <c:v>-0.2</c:v>
                </c:pt>
                <c:pt idx="2294">
                  <c:v>-0.2</c:v>
                </c:pt>
                <c:pt idx="2295">
                  <c:v>-0.2</c:v>
                </c:pt>
                <c:pt idx="2296">
                  <c:v>-0.2</c:v>
                </c:pt>
                <c:pt idx="2297">
                  <c:v>-0.2</c:v>
                </c:pt>
                <c:pt idx="2298">
                  <c:v>-0.2</c:v>
                </c:pt>
                <c:pt idx="2299">
                  <c:v>-0.2</c:v>
                </c:pt>
                <c:pt idx="2300">
                  <c:v>-0.2</c:v>
                </c:pt>
                <c:pt idx="2301">
                  <c:v>-0.2</c:v>
                </c:pt>
                <c:pt idx="2302">
                  <c:v>-0.2</c:v>
                </c:pt>
                <c:pt idx="2303">
                  <c:v>-0.2</c:v>
                </c:pt>
                <c:pt idx="2304">
                  <c:v>-0.2</c:v>
                </c:pt>
                <c:pt idx="2305">
                  <c:v>-0.2</c:v>
                </c:pt>
                <c:pt idx="2306">
                  <c:v>-0.2</c:v>
                </c:pt>
                <c:pt idx="2307">
                  <c:v>-0.2</c:v>
                </c:pt>
                <c:pt idx="2308">
                  <c:v>-0.2</c:v>
                </c:pt>
                <c:pt idx="2309">
                  <c:v>-0.2</c:v>
                </c:pt>
                <c:pt idx="2310">
                  <c:v>-0.2</c:v>
                </c:pt>
                <c:pt idx="2311">
                  <c:v>-0.2</c:v>
                </c:pt>
                <c:pt idx="2312">
                  <c:v>-0.2</c:v>
                </c:pt>
                <c:pt idx="2313">
                  <c:v>-0.2</c:v>
                </c:pt>
                <c:pt idx="2314">
                  <c:v>-0.2</c:v>
                </c:pt>
                <c:pt idx="2315">
                  <c:v>-0.2</c:v>
                </c:pt>
                <c:pt idx="2316">
                  <c:v>-0.2</c:v>
                </c:pt>
                <c:pt idx="2317">
                  <c:v>-0.2</c:v>
                </c:pt>
                <c:pt idx="2318">
                  <c:v>-0.2</c:v>
                </c:pt>
                <c:pt idx="2319">
                  <c:v>-0.2</c:v>
                </c:pt>
                <c:pt idx="2320">
                  <c:v>-0.2</c:v>
                </c:pt>
                <c:pt idx="2321">
                  <c:v>-0.2</c:v>
                </c:pt>
                <c:pt idx="2322">
                  <c:v>-0.2</c:v>
                </c:pt>
                <c:pt idx="2323">
                  <c:v>-0.2</c:v>
                </c:pt>
                <c:pt idx="2324">
                  <c:v>-0.2</c:v>
                </c:pt>
                <c:pt idx="2325">
                  <c:v>-0.2</c:v>
                </c:pt>
                <c:pt idx="2326">
                  <c:v>-0.2</c:v>
                </c:pt>
                <c:pt idx="2327">
                  <c:v>-0.2</c:v>
                </c:pt>
                <c:pt idx="2328">
                  <c:v>-0.2</c:v>
                </c:pt>
                <c:pt idx="2329">
                  <c:v>-0.2</c:v>
                </c:pt>
                <c:pt idx="2330">
                  <c:v>-0.2</c:v>
                </c:pt>
                <c:pt idx="2331">
                  <c:v>-0.2</c:v>
                </c:pt>
                <c:pt idx="2332">
                  <c:v>-0.2</c:v>
                </c:pt>
                <c:pt idx="2333">
                  <c:v>-0.2</c:v>
                </c:pt>
                <c:pt idx="2334">
                  <c:v>-0.2</c:v>
                </c:pt>
                <c:pt idx="2335">
                  <c:v>-0.2</c:v>
                </c:pt>
                <c:pt idx="2336">
                  <c:v>-0.2</c:v>
                </c:pt>
                <c:pt idx="2337">
                  <c:v>-0.2</c:v>
                </c:pt>
                <c:pt idx="2338">
                  <c:v>-0.2</c:v>
                </c:pt>
                <c:pt idx="2339">
                  <c:v>-0.2</c:v>
                </c:pt>
                <c:pt idx="2340">
                  <c:v>-0.2</c:v>
                </c:pt>
                <c:pt idx="2341">
                  <c:v>-0.2</c:v>
                </c:pt>
                <c:pt idx="2342">
                  <c:v>-0.2</c:v>
                </c:pt>
                <c:pt idx="2343">
                  <c:v>-0.2</c:v>
                </c:pt>
                <c:pt idx="2344">
                  <c:v>-0.2</c:v>
                </c:pt>
                <c:pt idx="2345">
                  <c:v>-0.2</c:v>
                </c:pt>
                <c:pt idx="2346">
                  <c:v>-0.2</c:v>
                </c:pt>
                <c:pt idx="2347">
                  <c:v>-0.2</c:v>
                </c:pt>
                <c:pt idx="2348">
                  <c:v>-0.2</c:v>
                </c:pt>
                <c:pt idx="2349">
                  <c:v>-0.2</c:v>
                </c:pt>
                <c:pt idx="2350">
                  <c:v>-0.2</c:v>
                </c:pt>
                <c:pt idx="2351">
                  <c:v>-0.2</c:v>
                </c:pt>
                <c:pt idx="2352">
                  <c:v>-0.2</c:v>
                </c:pt>
                <c:pt idx="2353">
                  <c:v>-0.2</c:v>
                </c:pt>
                <c:pt idx="2354">
                  <c:v>-0.2</c:v>
                </c:pt>
                <c:pt idx="2355">
                  <c:v>-0.2</c:v>
                </c:pt>
                <c:pt idx="2356">
                  <c:v>-0.2</c:v>
                </c:pt>
                <c:pt idx="2357">
                  <c:v>-0.2</c:v>
                </c:pt>
                <c:pt idx="2358">
                  <c:v>-0.2</c:v>
                </c:pt>
                <c:pt idx="2359">
                  <c:v>-0.2</c:v>
                </c:pt>
                <c:pt idx="2360">
                  <c:v>-0.2</c:v>
                </c:pt>
                <c:pt idx="2361">
                  <c:v>-0.2</c:v>
                </c:pt>
                <c:pt idx="2362">
                  <c:v>-0.2</c:v>
                </c:pt>
                <c:pt idx="2363">
                  <c:v>-0.2</c:v>
                </c:pt>
                <c:pt idx="2364">
                  <c:v>-0.2</c:v>
                </c:pt>
                <c:pt idx="2365">
                  <c:v>-0.2</c:v>
                </c:pt>
                <c:pt idx="2366">
                  <c:v>-0.2</c:v>
                </c:pt>
                <c:pt idx="2367">
                  <c:v>-0.2</c:v>
                </c:pt>
                <c:pt idx="2368">
                  <c:v>-0.2</c:v>
                </c:pt>
                <c:pt idx="2369">
                  <c:v>-0.2</c:v>
                </c:pt>
                <c:pt idx="2370">
                  <c:v>-0.2</c:v>
                </c:pt>
                <c:pt idx="2371">
                  <c:v>-0.2</c:v>
                </c:pt>
                <c:pt idx="2372">
                  <c:v>-0.2</c:v>
                </c:pt>
                <c:pt idx="2373">
                  <c:v>-0.2</c:v>
                </c:pt>
                <c:pt idx="2374">
                  <c:v>-0.2</c:v>
                </c:pt>
                <c:pt idx="2375">
                  <c:v>-0.2</c:v>
                </c:pt>
                <c:pt idx="2376">
                  <c:v>-0.2</c:v>
                </c:pt>
                <c:pt idx="2377">
                  <c:v>-0.2</c:v>
                </c:pt>
                <c:pt idx="2378">
                  <c:v>-0.2</c:v>
                </c:pt>
                <c:pt idx="2379">
                  <c:v>-0.2</c:v>
                </c:pt>
                <c:pt idx="2380">
                  <c:v>-0.2</c:v>
                </c:pt>
                <c:pt idx="2381">
                  <c:v>-0.2</c:v>
                </c:pt>
                <c:pt idx="2382">
                  <c:v>-0.2</c:v>
                </c:pt>
                <c:pt idx="2383">
                  <c:v>-0.2</c:v>
                </c:pt>
                <c:pt idx="2384">
                  <c:v>-0.2</c:v>
                </c:pt>
                <c:pt idx="2385">
                  <c:v>-0.2</c:v>
                </c:pt>
                <c:pt idx="2386">
                  <c:v>-0.2</c:v>
                </c:pt>
                <c:pt idx="2387">
                  <c:v>-0.2</c:v>
                </c:pt>
                <c:pt idx="2388">
                  <c:v>-0.2</c:v>
                </c:pt>
                <c:pt idx="2389">
                  <c:v>-0.2</c:v>
                </c:pt>
                <c:pt idx="2390">
                  <c:v>-0.2</c:v>
                </c:pt>
                <c:pt idx="2391">
                  <c:v>-0.2</c:v>
                </c:pt>
                <c:pt idx="2392">
                  <c:v>-0.2</c:v>
                </c:pt>
                <c:pt idx="2393">
                  <c:v>-0.2</c:v>
                </c:pt>
                <c:pt idx="2394">
                  <c:v>-0.2</c:v>
                </c:pt>
                <c:pt idx="2395">
                  <c:v>-0.2</c:v>
                </c:pt>
                <c:pt idx="2396">
                  <c:v>-0.2</c:v>
                </c:pt>
                <c:pt idx="2397">
                  <c:v>-0.2</c:v>
                </c:pt>
                <c:pt idx="2398">
                  <c:v>-0.2</c:v>
                </c:pt>
                <c:pt idx="2399">
                  <c:v>-0.2</c:v>
                </c:pt>
                <c:pt idx="2400">
                  <c:v>-0.2</c:v>
                </c:pt>
                <c:pt idx="2401">
                  <c:v>-0.2</c:v>
                </c:pt>
                <c:pt idx="2402">
                  <c:v>-0.2</c:v>
                </c:pt>
                <c:pt idx="2403">
                  <c:v>-0.2</c:v>
                </c:pt>
                <c:pt idx="2404">
                  <c:v>-0.2</c:v>
                </c:pt>
                <c:pt idx="2405">
                  <c:v>-0.2</c:v>
                </c:pt>
                <c:pt idx="2406">
                  <c:v>-0.2</c:v>
                </c:pt>
                <c:pt idx="2407">
                  <c:v>-0.2</c:v>
                </c:pt>
                <c:pt idx="2408">
                  <c:v>-0.2</c:v>
                </c:pt>
                <c:pt idx="2409">
                  <c:v>-0.2</c:v>
                </c:pt>
                <c:pt idx="2410">
                  <c:v>-0.2</c:v>
                </c:pt>
                <c:pt idx="2411">
                  <c:v>-0.2</c:v>
                </c:pt>
                <c:pt idx="2412">
                  <c:v>-0.2</c:v>
                </c:pt>
                <c:pt idx="2413">
                  <c:v>-0.2</c:v>
                </c:pt>
                <c:pt idx="2414">
                  <c:v>-0.2</c:v>
                </c:pt>
                <c:pt idx="2415">
                  <c:v>-0.2</c:v>
                </c:pt>
                <c:pt idx="2416">
                  <c:v>-0.2</c:v>
                </c:pt>
                <c:pt idx="2417">
                  <c:v>-0.2</c:v>
                </c:pt>
                <c:pt idx="2418">
                  <c:v>-0.2</c:v>
                </c:pt>
                <c:pt idx="2419">
                  <c:v>-0.2</c:v>
                </c:pt>
                <c:pt idx="2420">
                  <c:v>-0.2</c:v>
                </c:pt>
                <c:pt idx="2421">
                  <c:v>-0.2</c:v>
                </c:pt>
                <c:pt idx="2422">
                  <c:v>-0.2</c:v>
                </c:pt>
                <c:pt idx="2423">
                  <c:v>-0.2</c:v>
                </c:pt>
                <c:pt idx="2424">
                  <c:v>-0.2</c:v>
                </c:pt>
                <c:pt idx="2425">
                  <c:v>-0.2</c:v>
                </c:pt>
                <c:pt idx="2426">
                  <c:v>-0.2</c:v>
                </c:pt>
                <c:pt idx="2427">
                  <c:v>-0.2</c:v>
                </c:pt>
                <c:pt idx="2428">
                  <c:v>-0.2</c:v>
                </c:pt>
                <c:pt idx="2429">
                  <c:v>-0.2</c:v>
                </c:pt>
                <c:pt idx="2430">
                  <c:v>-0.2</c:v>
                </c:pt>
                <c:pt idx="2431">
                  <c:v>-0.2</c:v>
                </c:pt>
                <c:pt idx="2432">
                  <c:v>-0.2</c:v>
                </c:pt>
                <c:pt idx="2433">
                  <c:v>-0.2</c:v>
                </c:pt>
                <c:pt idx="2434">
                  <c:v>-0.2</c:v>
                </c:pt>
                <c:pt idx="2435">
                  <c:v>-0.2</c:v>
                </c:pt>
                <c:pt idx="2436">
                  <c:v>-0.2</c:v>
                </c:pt>
                <c:pt idx="2437">
                  <c:v>-0.2</c:v>
                </c:pt>
                <c:pt idx="2438">
                  <c:v>-0.2</c:v>
                </c:pt>
                <c:pt idx="2439">
                  <c:v>-0.2</c:v>
                </c:pt>
                <c:pt idx="2440">
                  <c:v>-0.2</c:v>
                </c:pt>
                <c:pt idx="2441">
                  <c:v>-0.2</c:v>
                </c:pt>
                <c:pt idx="2442">
                  <c:v>-0.2</c:v>
                </c:pt>
                <c:pt idx="2443">
                  <c:v>-0.2</c:v>
                </c:pt>
                <c:pt idx="2444">
                  <c:v>-0.2</c:v>
                </c:pt>
                <c:pt idx="2445">
                  <c:v>-0.2</c:v>
                </c:pt>
                <c:pt idx="2446">
                  <c:v>-0.2</c:v>
                </c:pt>
                <c:pt idx="2447">
                  <c:v>-0.2</c:v>
                </c:pt>
                <c:pt idx="2448">
                  <c:v>-0.2</c:v>
                </c:pt>
                <c:pt idx="2449">
                  <c:v>-0.2</c:v>
                </c:pt>
                <c:pt idx="2450">
                  <c:v>-0.2</c:v>
                </c:pt>
                <c:pt idx="2451">
                  <c:v>-0.2</c:v>
                </c:pt>
                <c:pt idx="2452">
                  <c:v>-0.2</c:v>
                </c:pt>
                <c:pt idx="2453">
                  <c:v>-0.2</c:v>
                </c:pt>
                <c:pt idx="2454">
                  <c:v>-0.2</c:v>
                </c:pt>
                <c:pt idx="2455">
                  <c:v>-0.2</c:v>
                </c:pt>
                <c:pt idx="2456">
                  <c:v>-0.2</c:v>
                </c:pt>
                <c:pt idx="2457">
                  <c:v>-0.2</c:v>
                </c:pt>
                <c:pt idx="2458">
                  <c:v>-0.2</c:v>
                </c:pt>
                <c:pt idx="2459">
                  <c:v>-0.2</c:v>
                </c:pt>
                <c:pt idx="2460">
                  <c:v>-0.2</c:v>
                </c:pt>
                <c:pt idx="2461">
                  <c:v>-0.2</c:v>
                </c:pt>
                <c:pt idx="2462">
                  <c:v>-0.2</c:v>
                </c:pt>
                <c:pt idx="2463">
                  <c:v>-0.2</c:v>
                </c:pt>
                <c:pt idx="2464">
                  <c:v>-0.2</c:v>
                </c:pt>
                <c:pt idx="2465">
                  <c:v>-0.2</c:v>
                </c:pt>
                <c:pt idx="2466">
                  <c:v>-0.2</c:v>
                </c:pt>
                <c:pt idx="2467">
                  <c:v>-0.2</c:v>
                </c:pt>
                <c:pt idx="2468">
                  <c:v>-0.2</c:v>
                </c:pt>
                <c:pt idx="2469">
                  <c:v>-0.2</c:v>
                </c:pt>
                <c:pt idx="2470">
                  <c:v>-0.2</c:v>
                </c:pt>
                <c:pt idx="2471">
                  <c:v>-0.2</c:v>
                </c:pt>
                <c:pt idx="2472">
                  <c:v>-0.2</c:v>
                </c:pt>
                <c:pt idx="2473">
                  <c:v>-0.2</c:v>
                </c:pt>
                <c:pt idx="2474">
                  <c:v>-0.2</c:v>
                </c:pt>
                <c:pt idx="2475">
                  <c:v>-0.2</c:v>
                </c:pt>
                <c:pt idx="2476">
                  <c:v>-0.2</c:v>
                </c:pt>
                <c:pt idx="2477">
                  <c:v>-0.2</c:v>
                </c:pt>
                <c:pt idx="2478">
                  <c:v>-0.2</c:v>
                </c:pt>
                <c:pt idx="2479">
                  <c:v>-0.2</c:v>
                </c:pt>
                <c:pt idx="2480">
                  <c:v>-0.2</c:v>
                </c:pt>
                <c:pt idx="2481">
                  <c:v>-0.2</c:v>
                </c:pt>
                <c:pt idx="2482">
                  <c:v>-0.2</c:v>
                </c:pt>
                <c:pt idx="2483">
                  <c:v>-0.2</c:v>
                </c:pt>
                <c:pt idx="2484">
                  <c:v>-0.2</c:v>
                </c:pt>
                <c:pt idx="2485">
                  <c:v>-0.2</c:v>
                </c:pt>
                <c:pt idx="2486">
                  <c:v>-0.2</c:v>
                </c:pt>
                <c:pt idx="2487">
                  <c:v>-0.2</c:v>
                </c:pt>
                <c:pt idx="2488">
                  <c:v>-0.2</c:v>
                </c:pt>
                <c:pt idx="2489">
                  <c:v>-0.2</c:v>
                </c:pt>
                <c:pt idx="2490">
                  <c:v>-0.2</c:v>
                </c:pt>
                <c:pt idx="2491">
                  <c:v>-0.2</c:v>
                </c:pt>
                <c:pt idx="2492">
                  <c:v>-0.2</c:v>
                </c:pt>
                <c:pt idx="2493">
                  <c:v>-0.2</c:v>
                </c:pt>
                <c:pt idx="2494">
                  <c:v>-0.2</c:v>
                </c:pt>
                <c:pt idx="2495">
                  <c:v>-0.2</c:v>
                </c:pt>
                <c:pt idx="2496">
                  <c:v>-0.2</c:v>
                </c:pt>
                <c:pt idx="2497">
                  <c:v>-0.2</c:v>
                </c:pt>
                <c:pt idx="2498">
                  <c:v>-0.2</c:v>
                </c:pt>
                <c:pt idx="2499">
                  <c:v>-0.2</c:v>
                </c:pt>
                <c:pt idx="2500">
                  <c:v>-0.2</c:v>
                </c:pt>
                <c:pt idx="2501">
                  <c:v>-0.2</c:v>
                </c:pt>
                <c:pt idx="2502">
                  <c:v>-0.2</c:v>
                </c:pt>
                <c:pt idx="2503">
                  <c:v>-0.2</c:v>
                </c:pt>
                <c:pt idx="2504">
                  <c:v>-0.2</c:v>
                </c:pt>
                <c:pt idx="2505">
                  <c:v>-0.2</c:v>
                </c:pt>
                <c:pt idx="2506">
                  <c:v>-0.2</c:v>
                </c:pt>
                <c:pt idx="2507">
                  <c:v>-0.2</c:v>
                </c:pt>
                <c:pt idx="2508">
                  <c:v>-0.2</c:v>
                </c:pt>
                <c:pt idx="2509">
                  <c:v>-0.2</c:v>
                </c:pt>
                <c:pt idx="2510">
                  <c:v>-0.2</c:v>
                </c:pt>
                <c:pt idx="2511">
                  <c:v>-0.2</c:v>
                </c:pt>
                <c:pt idx="2512">
                  <c:v>-0.2</c:v>
                </c:pt>
                <c:pt idx="2513">
                  <c:v>-0.2</c:v>
                </c:pt>
                <c:pt idx="2514">
                  <c:v>-0.2</c:v>
                </c:pt>
                <c:pt idx="2515">
                  <c:v>-0.2</c:v>
                </c:pt>
                <c:pt idx="2516">
                  <c:v>-0.2</c:v>
                </c:pt>
                <c:pt idx="2517">
                  <c:v>-0.2</c:v>
                </c:pt>
                <c:pt idx="2518">
                  <c:v>-0.2</c:v>
                </c:pt>
                <c:pt idx="2519">
                  <c:v>-0.2</c:v>
                </c:pt>
                <c:pt idx="2520">
                  <c:v>-0.2</c:v>
                </c:pt>
                <c:pt idx="2521">
                  <c:v>-0.2</c:v>
                </c:pt>
                <c:pt idx="2522">
                  <c:v>-0.2</c:v>
                </c:pt>
                <c:pt idx="2523">
                  <c:v>-0.2</c:v>
                </c:pt>
                <c:pt idx="2524">
                  <c:v>-0.2</c:v>
                </c:pt>
                <c:pt idx="2525">
                  <c:v>-0.2</c:v>
                </c:pt>
                <c:pt idx="2526">
                  <c:v>-0.2</c:v>
                </c:pt>
                <c:pt idx="2527">
                  <c:v>-0.2</c:v>
                </c:pt>
                <c:pt idx="2528">
                  <c:v>-0.2</c:v>
                </c:pt>
                <c:pt idx="2529">
                  <c:v>-0.2</c:v>
                </c:pt>
                <c:pt idx="2530">
                  <c:v>-0.2</c:v>
                </c:pt>
                <c:pt idx="2531">
                  <c:v>-0.2</c:v>
                </c:pt>
                <c:pt idx="2532">
                  <c:v>-0.2</c:v>
                </c:pt>
                <c:pt idx="2533">
                  <c:v>-0.2</c:v>
                </c:pt>
                <c:pt idx="2534">
                  <c:v>-0.2</c:v>
                </c:pt>
                <c:pt idx="2535">
                  <c:v>-0.2</c:v>
                </c:pt>
                <c:pt idx="2536">
                  <c:v>-0.2</c:v>
                </c:pt>
                <c:pt idx="2537">
                  <c:v>-0.2</c:v>
                </c:pt>
                <c:pt idx="2538">
                  <c:v>-0.2</c:v>
                </c:pt>
                <c:pt idx="2539">
                  <c:v>-0.2</c:v>
                </c:pt>
                <c:pt idx="2540">
                  <c:v>-0.2</c:v>
                </c:pt>
                <c:pt idx="2541">
                  <c:v>-0.2</c:v>
                </c:pt>
                <c:pt idx="2542">
                  <c:v>-0.2</c:v>
                </c:pt>
                <c:pt idx="2543">
                  <c:v>-0.2</c:v>
                </c:pt>
                <c:pt idx="2544">
                  <c:v>-0.2</c:v>
                </c:pt>
                <c:pt idx="2545">
                  <c:v>-0.2</c:v>
                </c:pt>
                <c:pt idx="2546">
                  <c:v>-0.2</c:v>
                </c:pt>
                <c:pt idx="2547">
                  <c:v>-0.2</c:v>
                </c:pt>
                <c:pt idx="2548">
                  <c:v>-0.2</c:v>
                </c:pt>
                <c:pt idx="2549">
                  <c:v>-0.2</c:v>
                </c:pt>
                <c:pt idx="2550">
                  <c:v>-0.2</c:v>
                </c:pt>
                <c:pt idx="2551">
                  <c:v>-0.2</c:v>
                </c:pt>
                <c:pt idx="2552">
                  <c:v>-0.2</c:v>
                </c:pt>
                <c:pt idx="2553">
                  <c:v>-0.2</c:v>
                </c:pt>
                <c:pt idx="2554">
                  <c:v>-0.2</c:v>
                </c:pt>
                <c:pt idx="2555">
                  <c:v>-0.2</c:v>
                </c:pt>
                <c:pt idx="2556">
                  <c:v>-0.2</c:v>
                </c:pt>
                <c:pt idx="2557">
                  <c:v>-0.2</c:v>
                </c:pt>
                <c:pt idx="2558">
                  <c:v>-0.2</c:v>
                </c:pt>
                <c:pt idx="2559">
                  <c:v>-0.2</c:v>
                </c:pt>
                <c:pt idx="2560">
                  <c:v>-0.2</c:v>
                </c:pt>
                <c:pt idx="2561">
                  <c:v>-0.2</c:v>
                </c:pt>
                <c:pt idx="2562">
                  <c:v>-0.2</c:v>
                </c:pt>
                <c:pt idx="2563">
                  <c:v>-0.2</c:v>
                </c:pt>
                <c:pt idx="2564">
                  <c:v>-0.2</c:v>
                </c:pt>
                <c:pt idx="2565">
                  <c:v>-0.2</c:v>
                </c:pt>
                <c:pt idx="2566">
                  <c:v>-0.2</c:v>
                </c:pt>
                <c:pt idx="2567">
                  <c:v>-0.2</c:v>
                </c:pt>
                <c:pt idx="2568">
                  <c:v>-0.2</c:v>
                </c:pt>
                <c:pt idx="2569">
                  <c:v>-0.2</c:v>
                </c:pt>
                <c:pt idx="2570">
                  <c:v>-0.2</c:v>
                </c:pt>
                <c:pt idx="2571">
                  <c:v>-0.2</c:v>
                </c:pt>
                <c:pt idx="2572">
                  <c:v>-0.2</c:v>
                </c:pt>
                <c:pt idx="2573">
                  <c:v>-0.2</c:v>
                </c:pt>
                <c:pt idx="2574">
                  <c:v>-0.2</c:v>
                </c:pt>
                <c:pt idx="2575">
                  <c:v>-0.2</c:v>
                </c:pt>
                <c:pt idx="2576">
                  <c:v>-0.2</c:v>
                </c:pt>
                <c:pt idx="2577">
                  <c:v>-0.2</c:v>
                </c:pt>
                <c:pt idx="2578">
                  <c:v>-0.2</c:v>
                </c:pt>
                <c:pt idx="2579">
                  <c:v>-0.2</c:v>
                </c:pt>
                <c:pt idx="2580">
                  <c:v>-0.2</c:v>
                </c:pt>
                <c:pt idx="2581">
                  <c:v>-0.2</c:v>
                </c:pt>
                <c:pt idx="2582">
                  <c:v>-0.2</c:v>
                </c:pt>
                <c:pt idx="2583">
                  <c:v>-0.2</c:v>
                </c:pt>
                <c:pt idx="2584">
                  <c:v>-0.2</c:v>
                </c:pt>
                <c:pt idx="2585">
                  <c:v>-0.2</c:v>
                </c:pt>
                <c:pt idx="2586">
                  <c:v>-0.2</c:v>
                </c:pt>
                <c:pt idx="2587">
                  <c:v>-0.2</c:v>
                </c:pt>
                <c:pt idx="2588">
                  <c:v>-0.3</c:v>
                </c:pt>
                <c:pt idx="2589">
                  <c:v>-0.3</c:v>
                </c:pt>
                <c:pt idx="2590">
                  <c:v>-0.3</c:v>
                </c:pt>
                <c:pt idx="2591">
                  <c:v>-0.3</c:v>
                </c:pt>
                <c:pt idx="2592">
                  <c:v>-0.3</c:v>
                </c:pt>
                <c:pt idx="2593">
                  <c:v>-0.3</c:v>
                </c:pt>
                <c:pt idx="2594">
                  <c:v>-0.3</c:v>
                </c:pt>
                <c:pt idx="2595">
                  <c:v>-0.3</c:v>
                </c:pt>
                <c:pt idx="2596">
                  <c:v>-0.3</c:v>
                </c:pt>
                <c:pt idx="2597">
                  <c:v>-0.3</c:v>
                </c:pt>
                <c:pt idx="2598">
                  <c:v>-0.3</c:v>
                </c:pt>
                <c:pt idx="2599">
                  <c:v>-0.3</c:v>
                </c:pt>
                <c:pt idx="2600">
                  <c:v>-0.3</c:v>
                </c:pt>
                <c:pt idx="2601">
                  <c:v>-0.3</c:v>
                </c:pt>
                <c:pt idx="2602">
                  <c:v>-0.3</c:v>
                </c:pt>
                <c:pt idx="2603">
                  <c:v>-0.3</c:v>
                </c:pt>
                <c:pt idx="2604">
                  <c:v>-0.3</c:v>
                </c:pt>
                <c:pt idx="2605">
                  <c:v>-0.3</c:v>
                </c:pt>
                <c:pt idx="2606">
                  <c:v>-0.3</c:v>
                </c:pt>
                <c:pt idx="2607">
                  <c:v>-0.3</c:v>
                </c:pt>
                <c:pt idx="2608">
                  <c:v>-0.3</c:v>
                </c:pt>
                <c:pt idx="2609">
                  <c:v>-0.3</c:v>
                </c:pt>
                <c:pt idx="2610">
                  <c:v>-0.3</c:v>
                </c:pt>
                <c:pt idx="2611">
                  <c:v>-0.3</c:v>
                </c:pt>
                <c:pt idx="2612">
                  <c:v>-0.3</c:v>
                </c:pt>
                <c:pt idx="2613">
                  <c:v>-0.3</c:v>
                </c:pt>
                <c:pt idx="2614">
                  <c:v>-0.3</c:v>
                </c:pt>
                <c:pt idx="2615">
                  <c:v>-0.3</c:v>
                </c:pt>
                <c:pt idx="2616">
                  <c:v>-0.3</c:v>
                </c:pt>
                <c:pt idx="2617">
                  <c:v>-0.3</c:v>
                </c:pt>
                <c:pt idx="2618">
                  <c:v>-0.3</c:v>
                </c:pt>
                <c:pt idx="2619">
                  <c:v>-0.3</c:v>
                </c:pt>
                <c:pt idx="2620">
                  <c:v>-0.3</c:v>
                </c:pt>
                <c:pt idx="2621">
                  <c:v>-0.3</c:v>
                </c:pt>
                <c:pt idx="2622">
                  <c:v>-0.3</c:v>
                </c:pt>
                <c:pt idx="2623">
                  <c:v>-0.3</c:v>
                </c:pt>
                <c:pt idx="2624">
                  <c:v>-0.3</c:v>
                </c:pt>
                <c:pt idx="2625">
                  <c:v>-0.3</c:v>
                </c:pt>
                <c:pt idx="2626">
                  <c:v>-0.3</c:v>
                </c:pt>
                <c:pt idx="2627">
                  <c:v>-0.3</c:v>
                </c:pt>
                <c:pt idx="2628">
                  <c:v>-0.3</c:v>
                </c:pt>
                <c:pt idx="2629">
                  <c:v>-0.3</c:v>
                </c:pt>
                <c:pt idx="2630">
                  <c:v>-0.3</c:v>
                </c:pt>
                <c:pt idx="2631">
                  <c:v>-0.3</c:v>
                </c:pt>
                <c:pt idx="2632">
                  <c:v>-0.3</c:v>
                </c:pt>
                <c:pt idx="2633">
                  <c:v>-0.3</c:v>
                </c:pt>
                <c:pt idx="2634">
                  <c:v>-0.3</c:v>
                </c:pt>
                <c:pt idx="2635">
                  <c:v>-0.3</c:v>
                </c:pt>
                <c:pt idx="2636">
                  <c:v>-0.3</c:v>
                </c:pt>
                <c:pt idx="2637">
                  <c:v>-0.3</c:v>
                </c:pt>
                <c:pt idx="2638">
                  <c:v>-0.3</c:v>
                </c:pt>
                <c:pt idx="2639">
                  <c:v>-0.3</c:v>
                </c:pt>
                <c:pt idx="2640">
                  <c:v>-0.3</c:v>
                </c:pt>
                <c:pt idx="2641">
                  <c:v>-0.3</c:v>
                </c:pt>
                <c:pt idx="2642">
                  <c:v>-0.3</c:v>
                </c:pt>
                <c:pt idx="2643">
                  <c:v>-0.3</c:v>
                </c:pt>
                <c:pt idx="2644">
                  <c:v>-0.3</c:v>
                </c:pt>
                <c:pt idx="2645">
                  <c:v>-0.3</c:v>
                </c:pt>
                <c:pt idx="2646">
                  <c:v>-0.3</c:v>
                </c:pt>
                <c:pt idx="2647">
                  <c:v>-0.3</c:v>
                </c:pt>
                <c:pt idx="2648">
                  <c:v>-0.3</c:v>
                </c:pt>
                <c:pt idx="2649">
                  <c:v>-0.3</c:v>
                </c:pt>
                <c:pt idx="2650">
                  <c:v>-0.3</c:v>
                </c:pt>
                <c:pt idx="2651">
                  <c:v>-0.3</c:v>
                </c:pt>
                <c:pt idx="2652">
                  <c:v>-0.3</c:v>
                </c:pt>
                <c:pt idx="2653">
                  <c:v>-0.3</c:v>
                </c:pt>
                <c:pt idx="2654">
                  <c:v>-0.3</c:v>
                </c:pt>
                <c:pt idx="2655">
                  <c:v>-0.3</c:v>
                </c:pt>
                <c:pt idx="2656">
                  <c:v>-0.3</c:v>
                </c:pt>
                <c:pt idx="2657">
                  <c:v>-0.3</c:v>
                </c:pt>
                <c:pt idx="2658">
                  <c:v>-0.4</c:v>
                </c:pt>
                <c:pt idx="2659">
                  <c:v>-0.4</c:v>
                </c:pt>
                <c:pt idx="2660">
                  <c:v>-0.4</c:v>
                </c:pt>
                <c:pt idx="2661">
                  <c:v>-0.4</c:v>
                </c:pt>
                <c:pt idx="2662">
                  <c:v>-0.4</c:v>
                </c:pt>
                <c:pt idx="2663">
                  <c:v>-0.4</c:v>
                </c:pt>
                <c:pt idx="2664">
                  <c:v>-0.4</c:v>
                </c:pt>
                <c:pt idx="2665">
                  <c:v>-0.4</c:v>
                </c:pt>
                <c:pt idx="2666">
                  <c:v>-0.4</c:v>
                </c:pt>
                <c:pt idx="2667">
                  <c:v>-0.4</c:v>
                </c:pt>
                <c:pt idx="2668">
                  <c:v>-0.4</c:v>
                </c:pt>
                <c:pt idx="2669">
                  <c:v>-0.4</c:v>
                </c:pt>
                <c:pt idx="2670">
                  <c:v>-0.4</c:v>
                </c:pt>
                <c:pt idx="2671">
                  <c:v>-0.4</c:v>
                </c:pt>
                <c:pt idx="2672">
                  <c:v>-0.4</c:v>
                </c:pt>
                <c:pt idx="2673">
                  <c:v>-0.4</c:v>
                </c:pt>
                <c:pt idx="2674">
                  <c:v>-0.4</c:v>
                </c:pt>
                <c:pt idx="2675">
                  <c:v>-0.4</c:v>
                </c:pt>
                <c:pt idx="2676">
                  <c:v>-0.4</c:v>
                </c:pt>
                <c:pt idx="2677">
                  <c:v>-0.4</c:v>
                </c:pt>
                <c:pt idx="2678">
                  <c:v>-0.4</c:v>
                </c:pt>
                <c:pt idx="2679">
                  <c:v>-0.4</c:v>
                </c:pt>
                <c:pt idx="2680">
                  <c:v>-0.4</c:v>
                </c:pt>
                <c:pt idx="2681">
                  <c:v>-0.4</c:v>
                </c:pt>
                <c:pt idx="2682">
                  <c:v>-0.4</c:v>
                </c:pt>
                <c:pt idx="2683">
                  <c:v>-0.4</c:v>
                </c:pt>
                <c:pt idx="2684">
                  <c:v>-0.4</c:v>
                </c:pt>
                <c:pt idx="2685">
                  <c:v>-0.4</c:v>
                </c:pt>
                <c:pt idx="2686">
                  <c:v>-0.4</c:v>
                </c:pt>
                <c:pt idx="2687">
                  <c:v>-0.4</c:v>
                </c:pt>
                <c:pt idx="2688">
                  <c:v>-0.4</c:v>
                </c:pt>
                <c:pt idx="2689">
                  <c:v>-0.4</c:v>
                </c:pt>
                <c:pt idx="2690">
                  <c:v>-0.4</c:v>
                </c:pt>
                <c:pt idx="2691">
                  <c:v>-0.4</c:v>
                </c:pt>
                <c:pt idx="2692">
                  <c:v>-0.4</c:v>
                </c:pt>
                <c:pt idx="2693">
                  <c:v>-0.4</c:v>
                </c:pt>
                <c:pt idx="2694">
                  <c:v>-0.4</c:v>
                </c:pt>
                <c:pt idx="2695">
                  <c:v>-0.4</c:v>
                </c:pt>
                <c:pt idx="2696">
                  <c:v>-0.4</c:v>
                </c:pt>
                <c:pt idx="2697">
                  <c:v>-0.4</c:v>
                </c:pt>
                <c:pt idx="2698">
                  <c:v>-0.4</c:v>
                </c:pt>
                <c:pt idx="2699">
                  <c:v>-0.4</c:v>
                </c:pt>
                <c:pt idx="2700">
                  <c:v>-0.4</c:v>
                </c:pt>
                <c:pt idx="2701">
                  <c:v>-0.4</c:v>
                </c:pt>
                <c:pt idx="2702">
                  <c:v>-0.4</c:v>
                </c:pt>
                <c:pt idx="2703">
                  <c:v>-0.4</c:v>
                </c:pt>
                <c:pt idx="2704">
                  <c:v>-0.4</c:v>
                </c:pt>
                <c:pt idx="2705">
                  <c:v>-0.4</c:v>
                </c:pt>
                <c:pt idx="2706">
                  <c:v>-0.4</c:v>
                </c:pt>
                <c:pt idx="2707">
                  <c:v>-0.4</c:v>
                </c:pt>
                <c:pt idx="2708">
                  <c:v>-0.4</c:v>
                </c:pt>
                <c:pt idx="2709">
                  <c:v>-0.4</c:v>
                </c:pt>
                <c:pt idx="2710">
                  <c:v>-0.4</c:v>
                </c:pt>
                <c:pt idx="2711">
                  <c:v>-0.4</c:v>
                </c:pt>
                <c:pt idx="2712">
                  <c:v>-0.4</c:v>
                </c:pt>
                <c:pt idx="2713">
                  <c:v>-0.4</c:v>
                </c:pt>
                <c:pt idx="2714">
                  <c:v>-0.4</c:v>
                </c:pt>
                <c:pt idx="2715">
                  <c:v>-0.4</c:v>
                </c:pt>
                <c:pt idx="2716">
                  <c:v>-0.4</c:v>
                </c:pt>
                <c:pt idx="2717">
                  <c:v>-0.4</c:v>
                </c:pt>
                <c:pt idx="2718">
                  <c:v>-0.4</c:v>
                </c:pt>
                <c:pt idx="2719">
                  <c:v>-0.4</c:v>
                </c:pt>
                <c:pt idx="2720">
                  <c:v>-0.4</c:v>
                </c:pt>
                <c:pt idx="2721">
                  <c:v>-0.4</c:v>
                </c:pt>
                <c:pt idx="2722">
                  <c:v>-0.4</c:v>
                </c:pt>
                <c:pt idx="2723">
                  <c:v>-0.4</c:v>
                </c:pt>
                <c:pt idx="2724">
                  <c:v>-0.4</c:v>
                </c:pt>
                <c:pt idx="2725">
                  <c:v>-0.4</c:v>
                </c:pt>
                <c:pt idx="2726">
                  <c:v>-0.4</c:v>
                </c:pt>
                <c:pt idx="2727">
                  <c:v>-0.4</c:v>
                </c:pt>
                <c:pt idx="2728">
                  <c:v>-0.4</c:v>
                </c:pt>
                <c:pt idx="2729">
                  <c:v>-0.4</c:v>
                </c:pt>
                <c:pt idx="2730">
                  <c:v>-0.4</c:v>
                </c:pt>
                <c:pt idx="2731">
                  <c:v>-0.4</c:v>
                </c:pt>
                <c:pt idx="2732">
                  <c:v>-0.4</c:v>
                </c:pt>
                <c:pt idx="2733">
                  <c:v>-0.4</c:v>
                </c:pt>
                <c:pt idx="2734">
                  <c:v>-0.4</c:v>
                </c:pt>
                <c:pt idx="2735">
                  <c:v>-0.4</c:v>
                </c:pt>
                <c:pt idx="2736">
                  <c:v>-0.4</c:v>
                </c:pt>
                <c:pt idx="2737">
                  <c:v>-0.4</c:v>
                </c:pt>
                <c:pt idx="2738">
                  <c:v>-0.4</c:v>
                </c:pt>
                <c:pt idx="2739">
                  <c:v>-0.4</c:v>
                </c:pt>
                <c:pt idx="2740">
                  <c:v>-0.4</c:v>
                </c:pt>
                <c:pt idx="2741">
                  <c:v>-0.4</c:v>
                </c:pt>
                <c:pt idx="2742">
                  <c:v>-0.4</c:v>
                </c:pt>
                <c:pt idx="2743">
                  <c:v>-0.4</c:v>
                </c:pt>
                <c:pt idx="2744">
                  <c:v>-0.4</c:v>
                </c:pt>
                <c:pt idx="2745">
                  <c:v>-0.4</c:v>
                </c:pt>
                <c:pt idx="2746">
                  <c:v>-0.4</c:v>
                </c:pt>
                <c:pt idx="2747">
                  <c:v>-0.4</c:v>
                </c:pt>
                <c:pt idx="2748">
                  <c:v>-0.4</c:v>
                </c:pt>
                <c:pt idx="2749">
                  <c:v>-0.4</c:v>
                </c:pt>
                <c:pt idx="2750">
                  <c:v>-0.4</c:v>
                </c:pt>
                <c:pt idx="2751">
                  <c:v>-0.4</c:v>
                </c:pt>
                <c:pt idx="2752">
                  <c:v>-0.4</c:v>
                </c:pt>
                <c:pt idx="2753">
                  <c:v>-0.4</c:v>
                </c:pt>
                <c:pt idx="2754">
                  <c:v>-0.4</c:v>
                </c:pt>
                <c:pt idx="2755">
                  <c:v>-0.4</c:v>
                </c:pt>
                <c:pt idx="2756">
                  <c:v>-0.4</c:v>
                </c:pt>
                <c:pt idx="2757">
                  <c:v>-0.4</c:v>
                </c:pt>
                <c:pt idx="2758">
                  <c:v>-0.4</c:v>
                </c:pt>
                <c:pt idx="2759">
                  <c:v>-0.4</c:v>
                </c:pt>
                <c:pt idx="2760">
                  <c:v>-0.4</c:v>
                </c:pt>
                <c:pt idx="2761">
                  <c:v>-0.4</c:v>
                </c:pt>
                <c:pt idx="2762">
                  <c:v>-0.4</c:v>
                </c:pt>
                <c:pt idx="2763">
                  <c:v>-0.4</c:v>
                </c:pt>
                <c:pt idx="2764">
                  <c:v>-0.4</c:v>
                </c:pt>
                <c:pt idx="2765">
                  <c:v>-0.4</c:v>
                </c:pt>
                <c:pt idx="2766">
                  <c:v>-0.4</c:v>
                </c:pt>
                <c:pt idx="2767">
                  <c:v>-0.4</c:v>
                </c:pt>
                <c:pt idx="2768">
                  <c:v>-0.4</c:v>
                </c:pt>
                <c:pt idx="2769">
                  <c:v>-0.4</c:v>
                </c:pt>
                <c:pt idx="2770">
                  <c:v>-0.4</c:v>
                </c:pt>
                <c:pt idx="2771">
                  <c:v>-0.4</c:v>
                </c:pt>
                <c:pt idx="2772">
                  <c:v>-0.4</c:v>
                </c:pt>
                <c:pt idx="2773">
                  <c:v>-0.4</c:v>
                </c:pt>
                <c:pt idx="2774">
                  <c:v>-0.4</c:v>
                </c:pt>
                <c:pt idx="2775">
                  <c:v>-0.4</c:v>
                </c:pt>
                <c:pt idx="2776">
                  <c:v>-0.4</c:v>
                </c:pt>
                <c:pt idx="2777">
                  <c:v>-0.4</c:v>
                </c:pt>
                <c:pt idx="2778">
                  <c:v>-0.4</c:v>
                </c:pt>
                <c:pt idx="2779">
                  <c:v>-0.4</c:v>
                </c:pt>
                <c:pt idx="2780">
                  <c:v>-0.4</c:v>
                </c:pt>
                <c:pt idx="2781">
                  <c:v>-0.4</c:v>
                </c:pt>
                <c:pt idx="2782">
                  <c:v>-0.4</c:v>
                </c:pt>
                <c:pt idx="2783">
                  <c:v>-0.4</c:v>
                </c:pt>
                <c:pt idx="2784">
                  <c:v>-0.4</c:v>
                </c:pt>
                <c:pt idx="2785">
                  <c:v>-0.4</c:v>
                </c:pt>
                <c:pt idx="2786">
                  <c:v>-0.4</c:v>
                </c:pt>
                <c:pt idx="2787">
                  <c:v>-0.4</c:v>
                </c:pt>
                <c:pt idx="2788">
                  <c:v>-0.4</c:v>
                </c:pt>
                <c:pt idx="2789">
                  <c:v>-0.4</c:v>
                </c:pt>
                <c:pt idx="2790">
                  <c:v>-0.4</c:v>
                </c:pt>
                <c:pt idx="2791">
                  <c:v>-0.4</c:v>
                </c:pt>
                <c:pt idx="2792">
                  <c:v>-0.4</c:v>
                </c:pt>
                <c:pt idx="2793">
                  <c:v>-0.4</c:v>
                </c:pt>
                <c:pt idx="2794">
                  <c:v>-0.4</c:v>
                </c:pt>
                <c:pt idx="2795">
                  <c:v>-0.4</c:v>
                </c:pt>
                <c:pt idx="2796">
                  <c:v>-0.4</c:v>
                </c:pt>
                <c:pt idx="2797">
                  <c:v>-0.4</c:v>
                </c:pt>
                <c:pt idx="2798">
                  <c:v>-0.4</c:v>
                </c:pt>
                <c:pt idx="2799">
                  <c:v>-0.4</c:v>
                </c:pt>
                <c:pt idx="2800">
                  <c:v>-0.4</c:v>
                </c:pt>
                <c:pt idx="2801">
                  <c:v>-0.4</c:v>
                </c:pt>
                <c:pt idx="2802">
                  <c:v>-0.4</c:v>
                </c:pt>
                <c:pt idx="2803">
                  <c:v>-0.4</c:v>
                </c:pt>
                <c:pt idx="2804">
                  <c:v>-0.4</c:v>
                </c:pt>
                <c:pt idx="2805">
                  <c:v>-0.4</c:v>
                </c:pt>
                <c:pt idx="2806">
                  <c:v>-0.4</c:v>
                </c:pt>
                <c:pt idx="2807">
                  <c:v>-0.4</c:v>
                </c:pt>
                <c:pt idx="2808">
                  <c:v>-0.4</c:v>
                </c:pt>
                <c:pt idx="2809">
                  <c:v>-0.4</c:v>
                </c:pt>
                <c:pt idx="2810">
                  <c:v>-0.4</c:v>
                </c:pt>
                <c:pt idx="2811">
                  <c:v>-0.4</c:v>
                </c:pt>
                <c:pt idx="2812">
                  <c:v>-0.4</c:v>
                </c:pt>
                <c:pt idx="2813">
                  <c:v>-0.4</c:v>
                </c:pt>
                <c:pt idx="2814">
                  <c:v>-0.4</c:v>
                </c:pt>
                <c:pt idx="2815">
                  <c:v>-0.4</c:v>
                </c:pt>
                <c:pt idx="2816">
                  <c:v>-0.4</c:v>
                </c:pt>
                <c:pt idx="2817">
                  <c:v>-0.4</c:v>
                </c:pt>
                <c:pt idx="2818">
                  <c:v>-0.4</c:v>
                </c:pt>
                <c:pt idx="2819">
                  <c:v>-0.4</c:v>
                </c:pt>
                <c:pt idx="2820">
                  <c:v>-0.4</c:v>
                </c:pt>
                <c:pt idx="2821">
                  <c:v>-0.4</c:v>
                </c:pt>
                <c:pt idx="2822">
                  <c:v>-0.4</c:v>
                </c:pt>
                <c:pt idx="2823">
                  <c:v>-0.4</c:v>
                </c:pt>
                <c:pt idx="2824">
                  <c:v>-0.4</c:v>
                </c:pt>
                <c:pt idx="2825">
                  <c:v>-0.4</c:v>
                </c:pt>
                <c:pt idx="2826">
                  <c:v>-0.4</c:v>
                </c:pt>
                <c:pt idx="2827">
                  <c:v>-0.4</c:v>
                </c:pt>
                <c:pt idx="2828">
                  <c:v>-0.4</c:v>
                </c:pt>
                <c:pt idx="2829">
                  <c:v>-0.4</c:v>
                </c:pt>
                <c:pt idx="2830">
                  <c:v>-0.4</c:v>
                </c:pt>
                <c:pt idx="2831">
                  <c:v>-0.4</c:v>
                </c:pt>
                <c:pt idx="2832">
                  <c:v>-0.4</c:v>
                </c:pt>
                <c:pt idx="2833">
                  <c:v>-0.4</c:v>
                </c:pt>
                <c:pt idx="2834">
                  <c:v>-0.4</c:v>
                </c:pt>
                <c:pt idx="2835">
                  <c:v>-0.4</c:v>
                </c:pt>
                <c:pt idx="2836">
                  <c:v>-0.4</c:v>
                </c:pt>
                <c:pt idx="2837">
                  <c:v>-0.4</c:v>
                </c:pt>
                <c:pt idx="2838">
                  <c:v>-0.4</c:v>
                </c:pt>
                <c:pt idx="2839">
                  <c:v>-0.4</c:v>
                </c:pt>
                <c:pt idx="2840">
                  <c:v>-0.4</c:v>
                </c:pt>
                <c:pt idx="2841">
                  <c:v>-0.4</c:v>
                </c:pt>
                <c:pt idx="2842">
                  <c:v>-0.4</c:v>
                </c:pt>
                <c:pt idx="2843">
                  <c:v>-0.4</c:v>
                </c:pt>
                <c:pt idx="2844">
                  <c:v>-0.4</c:v>
                </c:pt>
                <c:pt idx="2845">
                  <c:v>-0.4</c:v>
                </c:pt>
                <c:pt idx="2846">
                  <c:v>-0.4</c:v>
                </c:pt>
                <c:pt idx="2847">
                  <c:v>-0.4</c:v>
                </c:pt>
                <c:pt idx="2848">
                  <c:v>-0.4</c:v>
                </c:pt>
                <c:pt idx="2849">
                  <c:v>-0.4</c:v>
                </c:pt>
                <c:pt idx="2850">
                  <c:v>-0.4</c:v>
                </c:pt>
                <c:pt idx="2851">
                  <c:v>-0.4</c:v>
                </c:pt>
                <c:pt idx="2852">
                  <c:v>-0.4</c:v>
                </c:pt>
                <c:pt idx="2853">
                  <c:v>-0.4</c:v>
                </c:pt>
                <c:pt idx="2854">
                  <c:v>-0.4</c:v>
                </c:pt>
                <c:pt idx="2855">
                  <c:v>-0.4</c:v>
                </c:pt>
                <c:pt idx="2856">
                  <c:v>-0.4</c:v>
                </c:pt>
                <c:pt idx="2857">
                  <c:v>-0.4</c:v>
                </c:pt>
                <c:pt idx="2858">
                  <c:v>-0.4</c:v>
                </c:pt>
                <c:pt idx="2859">
                  <c:v>-0.4</c:v>
                </c:pt>
                <c:pt idx="2860">
                  <c:v>-0.4</c:v>
                </c:pt>
                <c:pt idx="2861">
                  <c:v>-0.4</c:v>
                </c:pt>
                <c:pt idx="2862">
                  <c:v>-0.4</c:v>
                </c:pt>
                <c:pt idx="2863">
                  <c:v>-0.4</c:v>
                </c:pt>
                <c:pt idx="2864">
                  <c:v>-0.4</c:v>
                </c:pt>
                <c:pt idx="2865">
                  <c:v>-0.4</c:v>
                </c:pt>
                <c:pt idx="2866">
                  <c:v>-0.4</c:v>
                </c:pt>
                <c:pt idx="2867">
                  <c:v>-0.4</c:v>
                </c:pt>
                <c:pt idx="2868">
                  <c:v>-0.4</c:v>
                </c:pt>
                <c:pt idx="2869">
                  <c:v>-0.4</c:v>
                </c:pt>
                <c:pt idx="2870">
                  <c:v>-0.4</c:v>
                </c:pt>
                <c:pt idx="2871">
                  <c:v>-0.4</c:v>
                </c:pt>
                <c:pt idx="2872">
                  <c:v>-0.4</c:v>
                </c:pt>
                <c:pt idx="2873">
                  <c:v>-0.4</c:v>
                </c:pt>
                <c:pt idx="2874">
                  <c:v>-0.4</c:v>
                </c:pt>
                <c:pt idx="2875">
                  <c:v>-0.4</c:v>
                </c:pt>
                <c:pt idx="2876">
                  <c:v>-0.4</c:v>
                </c:pt>
                <c:pt idx="2877">
                  <c:v>-0.4</c:v>
                </c:pt>
                <c:pt idx="2878">
                  <c:v>-0.4</c:v>
                </c:pt>
                <c:pt idx="2879">
                  <c:v>-0.4</c:v>
                </c:pt>
                <c:pt idx="2880">
                  <c:v>-0.4</c:v>
                </c:pt>
                <c:pt idx="2881">
                  <c:v>-0.4</c:v>
                </c:pt>
                <c:pt idx="2882">
                  <c:v>-0.4</c:v>
                </c:pt>
                <c:pt idx="2883">
                  <c:v>-0.4</c:v>
                </c:pt>
                <c:pt idx="2884">
                  <c:v>-0.4</c:v>
                </c:pt>
                <c:pt idx="2885">
                  <c:v>-0.4</c:v>
                </c:pt>
                <c:pt idx="2886">
                  <c:v>-0.4</c:v>
                </c:pt>
                <c:pt idx="2887">
                  <c:v>-0.4</c:v>
                </c:pt>
                <c:pt idx="2888">
                  <c:v>-0.4</c:v>
                </c:pt>
                <c:pt idx="2889">
                  <c:v>-0.4</c:v>
                </c:pt>
                <c:pt idx="2890">
                  <c:v>-0.4</c:v>
                </c:pt>
                <c:pt idx="2891">
                  <c:v>-0.4</c:v>
                </c:pt>
                <c:pt idx="2892">
                  <c:v>-0.4</c:v>
                </c:pt>
                <c:pt idx="2893">
                  <c:v>-0.4</c:v>
                </c:pt>
                <c:pt idx="2894">
                  <c:v>-0.4</c:v>
                </c:pt>
                <c:pt idx="2895">
                  <c:v>-0.4</c:v>
                </c:pt>
                <c:pt idx="2896">
                  <c:v>-0.4</c:v>
                </c:pt>
                <c:pt idx="2897">
                  <c:v>-0.4</c:v>
                </c:pt>
                <c:pt idx="2898">
                  <c:v>-0.4</c:v>
                </c:pt>
                <c:pt idx="2899">
                  <c:v>-0.4</c:v>
                </c:pt>
                <c:pt idx="2900">
                  <c:v>-0.4</c:v>
                </c:pt>
                <c:pt idx="2901">
                  <c:v>-0.4</c:v>
                </c:pt>
                <c:pt idx="2902">
                  <c:v>-0.4</c:v>
                </c:pt>
                <c:pt idx="2903">
                  <c:v>-0.4</c:v>
                </c:pt>
                <c:pt idx="2904">
                  <c:v>-0.4</c:v>
                </c:pt>
                <c:pt idx="2905">
                  <c:v>-0.4</c:v>
                </c:pt>
                <c:pt idx="2906">
                  <c:v>-0.4</c:v>
                </c:pt>
                <c:pt idx="2907">
                  <c:v>-0.4</c:v>
                </c:pt>
                <c:pt idx="2908">
                  <c:v>-0.4</c:v>
                </c:pt>
                <c:pt idx="2909">
                  <c:v>-0.4</c:v>
                </c:pt>
                <c:pt idx="2910">
                  <c:v>-0.4</c:v>
                </c:pt>
                <c:pt idx="2911">
                  <c:v>-0.4</c:v>
                </c:pt>
                <c:pt idx="2912">
                  <c:v>-0.4</c:v>
                </c:pt>
                <c:pt idx="2913">
                  <c:v>-0.4</c:v>
                </c:pt>
                <c:pt idx="2914">
                  <c:v>-0.4</c:v>
                </c:pt>
                <c:pt idx="2915">
                  <c:v>-0.4</c:v>
                </c:pt>
                <c:pt idx="2916">
                  <c:v>-0.4</c:v>
                </c:pt>
                <c:pt idx="2917">
                  <c:v>-0.4</c:v>
                </c:pt>
                <c:pt idx="2918">
                  <c:v>-0.4</c:v>
                </c:pt>
                <c:pt idx="2919">
                  <c:v>-0.4</c:v>
                </c:pt>
                <c:pt idx="2920">
                  <c:v>-0.4</c:v>
                </c:pt>
                <c:pt idx="2921">
                  <c:v>-0.4</c:v>
                </c:pt>
                <c:pt idx="2922">
                  <c:v>-0.4</c:v>
                </c:pt>
                <c:pt idx="2923">
                  <c:v>-0.4</c:v>
                </c:pt>
                <c:pt idx="2924">
                  <c:v>-0.4</c:v>
                </c:pt>
                <c:pt idx="2925">
                  <c:v>-0.4</c:v>
                </c:pt>
                <c:pt idx="2926">
                  <c:v>-0.4</c:v>
                </c:pt>
                <c:pt idx="2927">
                  <c:v>-0.4</c:v>
                </c:pt>
                <c:pt idx="2928">
                  <c:v>-0.4</c:v>
                </c:pt>
                <c:pt idx="2929">
                  <c:v>-0.4</c:v>
                </c:pt>
                <c:pt idx="2930">
                  <c:v>-0.4</c:v>
                </c:pt>
                <c:pt idx="2931">
                  <c:v>-0.4</c:v>
                </c:pt>
                <c:pt idx="2932">
                  <c:v>-0.4</c:v>
                </c:pt>
                <c:pt idx="2933">
                  <c:v>-0.4</c:v>
                </c:pt>
                <c:pt idx="2934">
                  <c:v>-0.4</c:v>
                </c:pt>
                <c:pt idx="2935">
                  <c:v>-0.4</c:v>
                </c:pt>
                <c:pt idx="2936">
                  <c:v>-0.4</c:v>
                </c:pt>
                <c:pt idx="2937">
                  <c:v>-0.4</c:v>
                </c:pt>
                <c:pt idx="2938">
                  <c:v>-0.4</c:v>
                </c:pt>
                <c:pt idx="2939">
                  <c:v>-0.4</c:v>
                </c:pt>
                <c:pt idx="2940">
                  <c:v>-0.4</c:v>
                </c:pt>
                <c:pt idx="2941">
                  <c:v>-0.4</c:v>
                </c:pt>
                <c:pt idx="2942">
                  <c:v>-0.4</c:v>
                </c:pt>
                <c:pt idx="2943">
                  <c:v>-0.4</c:v>
                </c:pt>
                <c:pt idx="2944">
                  <c:v>-0.4</c:v>
                </c:pt>
                <c:pt idx="2945">
                  <c:v>-0.4</c:v>
                </c:pt>
                <c:pt idx="2946">
                  <c:v>-0.4</c:v>
                </c:pt>
                <c:pt idx="2947">
                  <c:v>-0.4</c:v>
                </c:pt>
                <c:pt idx="2948">
                  <c:v>-0.4</c:v>
                </c:pt>
                <c:pt idx="2949">
                  <c:v>-0.4</c:v>
                </c:pt>
                <c:pt idx="2950">
                  <c:v>-0.4</c:v>
                </c:pt>
                <c:pt idx="2951">
                  <c:v>-0.4</c:v>
                </c:pt>
                <c:pt idx="2952">
                  <c:v>-0.4</c:v>
                </c:pt>
                <c:pt idx="2953">
                  <c:v>-0.4</c:v>
                </c:pt>
                <c:pt idx="2954">
                  <c:v>-0.4</c:v>
                </c:pt>
                <c:pt idx="2955">
                  <c:v>-0.4</c:v>
                </c:pt>
                <c:pt idx="2956">
                  <c:v>-0.4</c:v>
                </c:pt>
                <c:pt idx="2957">
                  <c:v>-0.4</c:v>
                </c:pt>
                <c:pt idx="2958">
                  <c:v>-0.4</c:v>
                </c:pt>
                <c:pt idx="2959">
                  <c:v>-0.4</c:v>
                </c:pt>
                <c:pt idx="2960">
                  <c:v>-0.4</c:v>
                </c:pt>
                <c:pt idx="2961">
                  <c:v>-0.4</c:v>
                </c:pt>
                <c:pt idx="2962">
                  <c:v>-0.4</c:v>
                </c:pt>
                <c:pt idx="2963">
                  <c:v>-0.4</c:v>
                </c:pt>
                <c:pt idx="2964">
                  <c:v>-0.4</c:v>
                </c:pt>
                <c:pt idx="2965">
                  <c:v>-0.4</c:v>
                </c:pt>
                <c:pt idx="2966">
                  <c:v>-0.4</c:v>
                </c:pt>
                <c:pt idx="2967">
                  <c:v>-0.4</c:v>
                </c:pt>
                <c:pt idx="2968">
                  <c:v>-0.4</c:v>
                </c:pt>
                <c:pt idx="2969">
                  <c:v>-0.4</c:v>
                </c:pt>
                <c:pt idx="2970">
                  <c:v>-0.4</c:v>
                </c:pt>
                <c:pt idx="2971">
                  <c:v>-0.4</c:v>
                </c:pt>
                <c:pt idx="2972">
                  <c:v>-0.4</c:v>
                </c:pt>
                <c:pt idx="2973">
                  <c:v>-0.4</c:v>
                </c:pt>
                <c:pt idx="2974">
                  <c:v>-0.4</c:v>
                </c:pt>
                <c:pt idx="2975">
                  <c:v>-0.4</c:v>
                </c:pt>
                <c:pt idx="2976">
                  <c:v>-0.4</c:v>
                </c:pt>
                <c:pt idx="2977">
                  <c:v>-0.4</c:v>
                </c:pt>
                <c:pt idx="2978">
                  <c:v>-0.4</c:v>
                </c:pt>
                <c:pt idx="2979">
                  <c:v>-0.4</c:v>
                </c:pt>
                <c:pt idx="2980">
                  <c:v>-0.4</c:v>
                </c:pt>
                <c:pt idx="2981">
                  <c:v>-0.4</c:v>
                </c:pt>
                <c:pt idx="2982">
                  <c:v>-0.4</c:v>
                </c:pt>
                <c:pt idx="2983">
                  <c:v>-0.4</c:v>
                </c:pt>
                <c:pt idx="2984">
                  <c:v>-0.4</c:v>
                </c:pt>
                <c:pt idx="2985">
                  <c:v>-0.4</c:v>
                </c:pt>
                <c:pt idx="2986">
                  <c:v>-0.4</c:v>
                </c:pt>
                <c:pt idx="2987">
                  <c:v>-0.4</c:v>
                </c:pt>
                <c:pt idx="2988">
                  <c:v>-0.4</c:v>
                </c:pt>
                <c:pt idx="2989">
                  <c:v>-0.4</c:v>
                </c:pt>
                <c:pt idx="2990">
                  <c:v>-0.4</c:v>
                </c:pt>
                <c:pt idx="2991">
                  <c:v>-0.4</c:v>
                </c:pt>
                <c:pt idx="2992">
                  <c:v>-0.4</c:v>
                </c:pt>
                <c:pt idx="2993">
                  <c:v>-0.4</c:v>
                </c:pt>
                <c:pt idx="2994">
                  <c:v>-0.4</c:v>
                </c:pt>
                <c:pt idx="2995">
                  <c:v>-0.4</c:v>
                </c:pt>
                <c:pt idx="2996">
                  <c:v>-0.4</c:v>
                </c:pt>
                <c:pt idx="2997">
                  <c:v>-0.4</c:v>
                </c:pt>
                <c:pt idx="2998">
                  <c:v>-0.4</c:v>
                </c:pt>
                <c:pt idx="2999">
                  <c:v>-0.4</c:v>
                </c:pt>
                <c:pt idx="3000">
                  <c:v>-0.4</c:v>
                </c:pt>
                <c:pt idx="3001">
                  <c:v>-0.4</c:v>
                </c:pt>
                <c:pt idx="3002">
                  <c:v>-0.4</c:v>
                </c:pt>
                <c:pt idx="3003">
                  <c:v>-0.4</c:v>
                </c:pt>
                <c:pt idx="3004">
                  <c:v>-0.4</c:v>
                </c:pt>
                <c:pt idx="3005">
                  <c:v>-0.4</c:v>
                </c:pt>
                <c:pt idx="3006">
                  <c:v>-0.4</c:v>
                </c:pt>
                <c:pt idx="3007">
                  <c:v>-0.4</c:v>
                </c:pt>
                <c:pt idx="3008">
                  <c:v>-0.4</c:v>
                </c:pt>
                <c:pt idx="3009">
                  <c:v>-0.4</c:v>
                </c:pt>
                <c:pt idx="3010">
                  <c:v>-0.4</c:v>
                </c:pt>
                <c:pt idx="3011">
                  <c:v>-0.4</c:v>
                </c:pt>
                <c:pt idx="3012">
                  <c:v>-0.4</c:v>
                </c:pt>
                <c:pt idx="3013">
                  <c:v>-0.4</c:v>
                </c:pt>
                <c:pt idx="3014">
                  <c:v>-0.4</c:v>
                </c:pt>
                <c:pt idx="3015">
                  <c:v>-0.4</c:v>
                </c:pt>
                <c:pt idx="3016">
                  <c:v>-0.4</c:v>
                </c:pt>
                <c:pt idx="3017">
                  <c:v>-0.4</c:v>
                </c:pt>
                <c:pt idx="3018">
                  <c:v>-0.4</c:v>
                </c:pt>
                <c:pt idx="3019">
                  <c:v>-0.4</c:v>
                </c:pt>
                <c:pt idx="3020">
                  <c:v>-0.4</c:v>
                </c:pt>
                <c:pt idx="3021">
                  <c:v>-0.4</c:v>
                </c:pt>
                <c:pt idx="3022">
                  <c:v>-0.4</c:v>
                </c:pt>
                <c:pt idx="3023">
                  <c:v>-0.4</c:v>
                </c:pt>
                <c:pt idx="3024">
                  <c:v>-0.4</c:v>
                </c:pt>
                <c:pt idx="3025">
                  <c:v>-0.4</c:v>
                </c:pt>
                <c:pt idx="3026">
                  <c:v>-0.4</c:v>
                </c:pt>
                <c:pt idx="3027">
                  <c:v>-0.4</c:v>
                </c:pt>
                <c:pt idx="3028">
                  <c:v>-0.4</c:v>
                </c:pt>
                <c:pt idx="3029">
                  <c:v>-0.4</c:v>
                </c:pt>
                <c:pt idx="3030">
                  <c:v>-0.4</c:v>
                </c:pt>
                <c:pt idx="3031">
                  <c:v>-0.4</c:v>
                </c:pt>
                <c:pt idx="3032">
                  <c:v>-0.4</c:v>
                </c:pt>
                <c:pt idx="3033">
                  <c:v>-0.4</c:v>
                </c:pt>
                <c:pt idx="3034">
                  <c:v>-0.4</c:v>
                </c:pt>
                <c:pt idx="3035">
                  <c:v>-0.4</c:v>
                </c:pt>
                <c:pt idx="3036">
                  <c:v>-0.4</c:v>
                </c:pt>
                <c:pt idx="3037">
                  <c:v>-0.4</c:v>
                </c:pt>
                <c:pt idx="3038">
                  <c:v>-0.4</c:v>
                </c:pt>
                <c:pt idx="3039">
                  <c:v>-0.4</c:v>
                </c:pt>
                <c:pt idx="3040">
                  <c:v>-0.4</c:v>
                </c:pt>
                <c:pt idx="3041">
                  <c:v>-0.4</c:v>
                </c:pt>
                <c:pt idx="3042">
                  <c:v>-0.4</c:v>
                </c:pt>
                <c:pt idx="3043">
                  <c:v>-0.4</c:v>
                </c:pt>
                <c:pt idx="3044">
                  <c:v>-0.4</c:v>
                </c:pt>
                <c:pt idx="3045">
                  <c:v>-0.4</c:v>
                </c:pt>
                <c:pt idx="3046">
                  <c:v>-0.4</c:v>
                </c:pt>
                <c:pt idx="3047">
                  <c:v>-0.4</c:v>
                </c:pt>
                <c:pt idx="3048">
                  <c:v>-0.4</c:v>
                </c:pt>
                <c:pt idx="3049">
                  <c:v>-0.4</c:v>
                </c:pt>
                <c:pt idx="3050">
                  <c:v>-0.4</c:v>
                </c:pt>
                <c:pt idx="3051">
                  <c:v>-0.4</c:v>
                </c:pt>
                <c:pt idx="3052">
                  <c:v>-0.4</c:v>
                </c:pt>
                <c:pt idx="3053">
                  <c:v>-0.4</c:v>
                </c:pt>
                <c:pt idx="3054">
                  <c:v>-0.4</c:v>
                </c:pt>
                <c:pt idx="3055">
                  <c:v>-0.4</c:v>
                </c:pt>
                <c:pt idx="3056">
                  <c:v>-0.4</c:v>
                </c:pt>
                <c:pt idx="3057">
                  <c:v>-0.4</c:v>
                </c:pt>
                <c:pt idx="3058">
                  <c:v>-0.4</c:v>
                </c:pt>
                <c:pt idx="3059">
                  <c:v>-0.4</c:v>
                </c:pt>
                <c:pt idx="3060">
                  <c:v>-0.4</c:v>
                </c:pt>
                <c:pt idx="3061">
                  <c:v>-0.4</c:v>
                </c:pt>
                <c:pt idx="3062">
                  <c:v>-0.4</c:v>
                </c:pt>
                <c:pt idx="3063">
                  <c:v>-0.4</c:v>
                </c:pt>
                <c:pt idx="3064">
                  <c:v>-0.4</c:v>
                </c:pt>
                <c:pt idx="3065">
                  <c:v>-0.4</c:v>
                </c:pt>
                <c:pt idx="3066">
                  <c:v>-0.4</c:v>
                </c:pt>
                <c:pt idx="3067">
                  <c:v>-0.4</c:v>
                </c:pt>
                <c:pt idx="3068">
                  <c:v>-0.4</c:v>
                </c:pt>
                <c:pt idx="3069">
                  <c:v>-0.4</c:v>
                </c:pt>
                <c:pt idx="3070">
                  <c:v>-0.4</c:v>
                </c:pt>
                <c:pt idx="3071">
                  <c:v>-0.4</c:v>
                </c:pt>
                <c:pt idx="3072">
                  <c:v>-0.4</c:v>
                </c:pt>
                <c:pt idx="3073">
                  <c:v>-0.4</c:v>
                </c:pt>
                <c:pt idx="3074">
                  <c:v>-0.4</c:v>
                </c:pt>
                <c:pt idx="3075">
                  <c:v>-0.4</c:v>
                </c:pt>
                <c:pt idx="3076">
                  <c:v>-0.4</c:v>
                </c:pt>
                <c:pt idx="3077">
                  <c:v>-0.4</c:v>
                </c:pt>
                <c:pt idx="3078">
                  <c:v>-0.4</c:v>
                </c:pt>
                <c:pt idx="3079">
                  <c:v>-0.4</c:v>
                </c:pt>
                <c:pt idx="3080">
                  <c:v>-0.4</c:v>
                </c:pt>
                <c:pt idx="3081">
                  <c:v>-0.4</c:v>
                </c:pt>
                <c:pt idx="3082">
                  <c:v>-0.4</c:v>
                </c:pt>
                <c:pt idx="3083">
                  <c:v>-0.4</c:v>
                </c:pt>
                <c:pt idx="3084">
                  <c:v>-0.4</c:v>
                </c:pt>
                <c:pt idx="3085">
                  <c:v>-0.4</c:v>
                </c:pt>
                <c:pt idx="3086">
                  <c:v>-0.4</c:v>
                </c:pt>
                <c:pt idx="3087">
                  <c:v>-0.4</c:v>
                </c:pt>
                <c:pt idx="3088">
                  <c:v>-0.4</c:v>
                </c:pt>
                <c:pt idx="3089">
                  <c:v>-0.4</c:v>
                </c:pt>
                <c:pt idx="3090">
                  <c:v>-0.4</c:v>
                </c:pt>
                <c:pt idx="3091">
                  <c:v>-0.4</c:v>
                </c:pt>
                <c:pt idx="3092">
                  <c:v>-0.4</c:v>
                </c:pt>
                <c:pt idx="3093">
                  <c:v>-0.4</c:v>
                </c:pt>
                <c:pt idx="3094">
                  <c:v>-0.4</c:v>
                </c:pt>
                <c:pt idx="3095">
                  <c:v>-0.4</c:v>
                </c:pt>
                <c:pt idx="3096">
                  <c:v>-0.4</c:v>
                </c:pt>
                <c:pt idx="3097">
                  <c:v>-0.4</c:v>
                </c:pt>
                <c:pt idx="3098">
                  <c:v>-0.4</c:v>
                </c:pt>
                <c:pt idx="3099">
                  <c:v>-0.4</c:v>
                </c:pt>
                <c:pt idx="3100">
                  <c:v>-0.4</c:v>
                </c:pt>
                <c:pt idx="3101">
                  <c:v>-0.4</c:v>
                </c:pt>
                <c:pt idx="3102">
                  <c:v>-0.4</c:v>
                </c:pt>
                <c:pt idx="3103">
                  <c:v>-0.4</c:v>
                </c:pt>
                <c:pt idx="3104">
                  <c:v>-0.4</c:v>
                </c:pt>
                <c:pt idx="3105">
                  <c:v>-0.4</c:v>
                </c:pt>
                <c:pt idx="3106">
                  <c:v>-0.4</c:v>
                </c:pt>
                <c:pt idx="3107">
                  <c:v>-0.4</c:v>
                </c:pt>
                <c:pt idx="3108">
                  <c:v>-0.4</c:v>
                </c:pt>
                <c:pt idx="3109">
                  <c:v>-0.4</c:v>
                </c:pt>
                <c:pt idx="3110">
                  <c:v>-0.4</c:v>
                </c:pt>
                <c:pt idx="3111">
                  <c:v>-0.4</c:v>
                </c:pt>
                <c:pt idx="3112">
                  <c:v>-0.4</c:v>
                </c:pt>
                <c:pt idx="3113">
                  <c:v>-0.4</c:v>
                </c:pt>
                <c:pt idx="3114">
                  <c:v>-0.4</c:v>
                </c:pt>
                <c:pt idx="3115">
                  <c:v>-0.4</c:v>
                </c:pt>
                <c:pt idx="3116">
                  <c:v>-0.4</c:v>
                </c:pt>
                <c:pt idx="3117">
                  <c:v>-0.4</c:v>
                </c:pt>
                <c:pt idx="3118">
                  <c:v>-0.4</c:v>
                </c:pt>
                <c:pt idx="3119">
                  <c:v>-0.4</c:v>
                </c:pt>
                <c:pt idx="3120">
                  <c:v>-0.4</c:v>
                </c:pt>
                <c:pt idx="3121">
                  <c:v>-0.4</c:v>
                </c:pt>
                <c:pt idx="3122">
                  <c:v>-0.4</c:v>
                </c:pt>
                <c:pt idx="3123">
                  <c:v>-0.4</c:v>
                </c:pt>
                <c:pt idx="3124">
                  <c:v>-0.4</c:v>
                </c:pt>
                <c:pt idx="3125">
                  <c:v>-0.4</c:v>
                </c:pt>
                <c:pt idx="3126">
                  <c:v>-0.4</c:v>
                </c:pt>
                <c:pt idx="3127">
                  <c:v>-0.4</c:v>
                </c:pt>
                <c:pt idx="3128">
                  <c:v>-0.4</c:v>
                </c:pt>
                <c:pt idx="3129">
                  <c:v>-0.4</c:v>
                </c:pt>
                <c:pt idx="3130">
                  <c:v>-0.4</c:v>
                </c:pt>
                <c:pt idx="3131">
                  <c:v>-0.4</c:v>
                </c:pt>
                <c:pt idx="3132">
                  <c:v>-0.4</c:v>
                </c:pt>
                <c:pt idx="3133">
                  <c:v>-0.4</c:v>
                </c:pt>
                <c:pt idx="3134">
                  <c:v>-0.4</c:v>
                </c:pt>
                <c:pt idx="3135">
                  <c:v>-0.4</c:v>
                </c:pt>
                <c:pt idx="3136">
                  <c:v>-0.4</c:v>
                </c:pt>
                <c:pt idx="3137">
                  <c:v>-0.4</c:v>
                </c:pt>
                <c:pt idx="3138">
                  <c:v>-0.4</c:v>
                </c:pt>
                <c:pt idx="3139">
                  <c:v>-0.4</c:v>
                </c:pt>
                <c:pt idx="3140">
                  <c:v>-0.4</c:v>
                </c:pt>
                <c:pt idx="3141">
                  <c:v>-0.4</c:v>
                </c:pt>
                <c:pt idx="3142">
                  <c:v>-0.4</c:v>
                </c:pt>
                <c:pt idx="3143">
                  <c:v>-0.4</c:v>
                </c:pt>
                <c:pt idx="3144">
                  <c:v>-0.4</c:v>
                </c:pt>
                <c:pt idx="3145">
                  <c:v>-0.4</c:v>
                </c:pt>
                <c:pt idx="3146">
                  <c:v>-0.4</c:v>
                </c:pt>
                <c:pt idx="3147">
                  <c:v>-0.4</c:v>
                </c:pt>
                <c:pt idx="3148">
                  <c:v>-0.4</c:v>
                </c:pt>
                <c:pt idx="3149">
                  <c:v>-0.4</c:v>
                </c:pt>
                <c:pt idx="3150">
                  <c:v>-0.4</c:v>
                </c:pt>
                <c:pt idx="3151">
                  <c:v>-0.4</c:v>
                </c:pt>
                <c:pt idx="3152">
                  <c:v>-0.4</c:v>
                </c:pt>
                <c:pt idx="3153">
                  <c:v>-0.4</c:v>
                </c:pt>
                <c:pt idx="3154">
                  <c:v>-0.4</c:v>
                </c:pt>
                <c:pt idx="3155">
                  <c:v>-0.4</c:v>
                </c:pt>
                <c:pt idx="3156">
                  <c:v>-0.4</c:v>
                </c:pt>
                <c:pt idx="3157">
                  <c:v>-0.4</c:v>
                </c:pt>
                <c:pt idx="3158">
                  <c:v>-0.4</c:v>
                </c:pt>
                <c:pt idx="3159">
                  <c:v>-0.4</c:v>
                </c:pt>
                <c:pt idx="3160">
                  <c:v>-0.4</c:v>
                </c:pt>
                <c:pt idx="3161">
                  <c:v>-0.4</c:v>
                </c:pt>
                <c:pt idx="3162">
                  <c:v>-0.4</c:v>
                </c:pt>
                <c:pt idx="3163">
                  <c:v>-0.4</c:v>
                </c:pt>
                <c:pt idx="3164">
                  <c:v>-0.4</c:v>
                </c:pt>
                <c:pt idx="3165">
                  <c:v>-0.4</c:v>
                </c:pt>
                <c:pt idx="3166">
                  <c:v>-0.4</c:v>
                </c:pt>
                <c:pt idx="3167">
                  <c:v>-0.4</c:v>
                </c:pt>
                <c:pt idx="3168">
                  <c:v>-0.4</c:v>
                </c:pt>
                <c:pt idx="3169">
                  <c:v>-0.4</c:v>
                </c:pt>
                <c:pt idx="3170">
                  <c:v>-0.4</c:v>
                </c:pt>
                <c:pt idx="3171">
                  <c:v>-0.4</c:v>
                </c:pt>
                <c:pt idx="3172">
                  <c:v>-0.4</c:v>
                </c:pt>
                <c:pt idx="3173">
                  <c:v>-0.4</c:v>
                </c:pt>
                <c:pt idx="3174">
                  <c:v>-0.4</c:v>
                </c:pt>
                <c:pt idx="3175">
                  <c:v>-0.4</c:v>
                </c:pt>
                <c:pt idx="3176">
                  <c:v>-0.4</c:v>
                </c:pt>
                <c:pt idx="3177">
                  <c:v>-0.4</c:v>
                </c:pt>
                <c:pt idx="3178">
                  <c:v>-0.4</c:v>
                </c:pt>
                <c:pt idx="3179">
                  <c:v>-0.4</c:v>
                </c:pt>
                <c:pt idx="3180">
                  <c:v>-0.4</c:v>
                </c:pt>
                <c:pt idx="3181">
                  <c:v>-0.4</c:v>
                </c:pt>
                <c:pt idx="3182">
                  <c:v>-0.4</c:v>
                </c:pt>
                <c:pt idx="3183">
                  <c:v>-0.4</c:v>
                </c:pt>
                <c:pt idx="3184">
                  <c:v>-0.4</c:v>
                </c:pt>
                <c:pt idx="3185">
                  <c:v>-0.4</c:v>
                </c:pt>
                <c:pt idx="3186">
                  <c:v>-0.4</c:v>
                </c:pt>
                <c:pt idx="3187">
                  <c:v>-0.4</c:v>
                </c:pt>
                <c:pt idx="3188">
                  <c:v>-0.4</c:v>
                </c:pt>
                <c:pt idx="3189">
                  <c:v>-0.4</c:v>
                </c:pt>
                <c:pt idx="3190">
                  <c:v>-0.4</c:v>
                </c:pt>
                <c:pt idx="3191">
                  <c:v>-0.4</c:v>
                </c:pt>
                <c:pt idx="3192">
                  <c:v>-0.4</c:v>
                </c:pt>
                <c:pt idx="3193">
                  <c:v>-0.4</c:v>
                </c:pt>
                <c:pt idx="3194">
                  <c:v>-0.4</c:v>
                </c:pt>
                <c:pt idx="3195">
                  <c:v>-0.4</c:v>
                </c:pt>
                <c:pt idx="3196">
                  <c:v>-0.4</c:v>
                </c:pt>
                <c:pt idx="3197">
                  <c:v>-0.4</c:v>
                </c:pt>
                <c:pt idx="3198">
                  <c:v>-0.4</c:v>
                </c:pt>
                <c:pt idx="3199">
                  <c:v>-0.4</c:v>
                </c:pt>
                <c:pt idx="3200">
                  <c:v>-0.4</c:v>
                </c:pt>
                <c:pt idx="3201">
                  <c:v>-0.4</c:v>
                </c:pt>
                <c:pt idx="3202">
                  <c:v>-0.4</c:v>
                </c:pt>
                <c:pt idx="3203">
                  <c:v>-0.4</c:v>
                </c:pt>
                <c:pt idx="3204">
                  <c:v>-0.4</c:v>
                </c:pt>
                <c:pt idx="3205">
                  <c:v>-0.4</c:v>
                </c:pt>
                <c:pt idx="3206">
                  <c:v>-0.4</c:v>
                </c:pt>
                <c:pt idx="3207">
                  <c:v>-0.4</c:v>
                </c:pt>
                <c:pt idx="3208">
                  <c:v>-0.4</c:v>
                </c:pt>
                <c:pt idx="3209">
                  <c:v>-0.4</c:v>
                </c:pt>
                <c:pt idx="3210">
                  <c:v>-0.4</c:v>
                </c:pt>
                <c:pt idx="3211">
                  <c:v>-0.4</c:v>
                </c:pt>
                <c:pt idx="3212">
                  <c:v>-0.4</c:v>
                </c:pt>
                <c:pt idx="3213">
                  <c:v>-0.4</c:v>
                </c:pt>
                <c:pt idx="3214">
                  <c:v>-0.4</c:v>
                </c:pt>
                <c:pt idx="3215">
                  <c:v>-0.4</c:v>
                </c:pt>
                <c:pt idx="3216">
                  <c:v>-0.4</c:v>
                </c:pt>
                <c:pt idx="3217">
                  <c:v>-0.4</c:v>
                </c:pt>
                <c:pt idx="3218">
                  <c:v>-0.4</c:v>
                </c:pt>
                <c:pt idx="3219">
                  <c:v>-0.4</c:v>
                </c:pt>
                <c:pt idx="3220">
                  <c:v>-0.4</c:v>
                </c:pt>
                <c:pt idx="3221">
                  <c:v>-0.4</c:v>
                </c:pt>
                <c:pt idx="3222">
                  <c:v>-0.4</c:v>
                </c:pt>
                <c:pt idx="3223">
                  <c:v>-0.4</c:v>
                </c:pt>
                <c:pt idx="3224">
                  <c:v>-0.4</c:v>
                </c:pt>
                <c:pt idx="3225">
                  <c:v>-0.4</c:v>
                </c:pt>
                <c:pt idx="3226">
                  <c:v>-0.4</c:v>
                </c:pt>
                <c:pt idx="3227">
                  <c:v>-0.4</c:v>
                </c:pt>
                <c:pt idx="3228">
                  <c:v>-0.4</c:v>
                </c:pt>
                <c:pt idx="3229">
                  <c:v>-0.4</c:v>
                </c:pt>
                <c:pt idx="3230">
                  <c:v>-0.4</c:v>
                </c:pt>
                <c:pt idx="3231">
                  <c:v>-0.4</c:v>
                </c:pt>
                <c:pt idx="3232">
                  <c:v>-0.4</c:v>
                </c:pt>
                <c:pt idx="3233">
                  <c:v>-0.4</c:v>
                </c:pt>
                <c:pt idx="3234">
                  <c:v>-0.4</c:v>
                </c:pt>
                <c:pt idx="3235">
                  <c:v>-0.4</c:v>
                </c:pt>
                <c:pt idx="3236">
                  <c:v>-0.4</c:v>
                </c:pt>
                <c:pt idx="3237">
                  <c:v>-0.4</c:v>
                </c:pt>
                <c:pt idx="3238">
                  <c:v>-0.4</c:v>
                </c:pt>
                <c:pt idx="3239">
                  <c:v>-0.4</c:v>
                </c:pt>
                <c:pt idx="3240">
                  <c:v>-0.4</c:v>
                </c:pt>
                <c:pt idx="3241">
                  <c:v>-0.4</c:v>
                </c:pt>
                <c:pt idx="3242">
                  <c:v>-0.4</c:v>
                </c:pt>
                <c:pt idx="3243">
                  <c:v>-0.4</c:v>
                </c:pt>
                <c:pt idx="3244">
                  <c:v>-0.4</c:v>
                </c:pt>
                <c:pt idx="3245">
                  <c:v>-0.4</c:v>
                </c:pt>
                <c:pt idx="3246">
                  <c:v>-0.4</c:v>
                </c:pt>
                <c:pt idx="3247">
                  <c:v>-0.4</c:v>
                </c:pt>
                <c:pt idx="3248">
                  <c:v>-0.4</c:v>
                </c:pt>
                <c:pt idx="3249">
                  <c:v>-0.4</c:v>
                </c:pt>
                <c:pt idx="3250">
                  <c:v>-0.4</c:v>
                </c:pt>
                <c:pt idx="3251">
                  <c:v>-0.4</c:v>
                </c:pt>
                <c:pt idx="3252">
                  <c:v>-0.4</c:v>
                </c:pt>
                <c:pt idx="3253">
                  <c:v>-0.4</c:v>
                </c:pt>
                <c:pt idx="3254">
                  <c:v>-0.4</c:v>
                </c:pt>
                <c:pt idx="3255">
                  <c:v>-0.4</c:v>
                </c:pt>
                <c:pt idx="3256">
                  <c:v>-0.4</c:v>
                </c:pt>
                <c:pt idx="3257">
                  <c:v>-0.4</c:v>
                </c:pt>
                <c:pt idx="3258">
                  <c:v>-0.4</c:v>
                </c:pt>
                <c:pt idx="3259">
                  <c:v>-0.4</c:v>
                </c:pt>
                <c:pt idx="3260">
                  <c:v>-0.4</c:v>
                </c:pt>
                <c:pt idx="3261">
                  <c:v>-0.4</c:v>
                </c:pt>
                <c:pt idx="3262">
                  <c:v>-0.4</c:v>
                </c:pt>
                <c:pt idx="3263">
                  <c:v>-0.4</c:v>
                </c:pt>
                <c:pt idx="3264">
                  <c:v>-0.4</c:v>
                </c:pt>
                <c:pt idx="3265">
                  <c:v>-0.4</c:v>
                </c:pt>
                <c:pt idx="3266">
                  <c:v>-0.4</c:v>
                </c:pt>
                <c:pt idx="3267">
                  <c:v>-0.4</c:v>
                </c:pt>
                <c:pt idx="3268">
                  <c:v>-0.4</c:v>
                </c:pt>
                <c:pt idx="3269">
                  <c:v>-0.4</c:v>
                </c:pt>
                <c:pt idx="3270">
                  <c:v>-0.4</c:v>
                </c:pt>
                <c:pt idx="3271">
                  <c:v>-0.4</c:v>
                </c:pt>
                <c:pt idx="3272">
                  <c:v>-0.4</c:v>
                </c:pt>
                <c:pt idx="3273">
                  <c:v>-0.4</c:v>
                </c:pt>
                <c:pt idx="3274">
                  <c:v>-0.4</c:v>
                </c:pt>
                <c:pt idx="3275">
                  <c:v>-0.4</c:v>
                </c:pt>
                <c:pt idx="3276">
                  <c:v>-0.4</c:v>
                </c:pt>
                <c:pt idx="3277">
                  <c:v>-0.4</c:v>
                </c:pt>
                <c:pt idx="3278">
                  <c:v>-0.4</c:v>
                </c:pt>
                <c:pt idx="3279">
                  <c:v>-0.4</c:v>
                </c:pt>
                <c:pt idx="3280">
                  <c:v>-0.4</c:v>
                </c:pt>
                <c:pt idx="3281">
                  <c:v>-0.4</c:v>
                </c:pt>
                <c:pt idx="3282">
                  <c:v>-0.4</c:v>
                </c:pt>
                <c:pt idx="3283">
                  <c:v>-0.4</c:v>
                </c:pt>
                <c:pt idx="3284">
                  <c:v>-0.4</c:v>
                </c:pt>
                <c:pt idx="3285">
                  <c:v>-0.4</c:v>
                </c:pt>
                <c:pt idx="3286">
                  <c:v>-0.4</c:v>
                </c:pt>
                <c:pt idx="3287">
                  <c:v>-0.4</c:v>
                </c:pt>
                <c:pt idx="3288">
                  <c:v>-0.4</c:v>
                </c:pt>
                <c:pt idx="3289">
                  <c:v>-0.4</c:v>
                </c:pt>
                <c:pt idx="3290">
                  <c:v>-0.4</c:v>
                </c:pt>
                <c:pt idx="3291">
                  <c:v>-0.4</c:v>
                </c:pt>
                <c:pt idx="3292">
                  <c:v>-0.4</c:v>
                </c:pt>
                <c:pt idx="3293">
                  <c:v>-0.4</c:v>
                </c:pt>
                <c:pt idx="3294">
                  <c:v>-0.4</c:v>
                </c:pt>
                <c:pt idx="3295">
                  <c:v>-0.4</c:v>
                </c:pt>
                <c:pt idx="3296">
                  <c:v>-0.4</c:v>
                </c:pt>
                <c:pt idx="3297">
                  <c:v>-0.4</c:v>
                </c:pt>
                <c:pt idx="3298">
                  <c:v>-0.4</c:v>
                </c:pt>
                <c:pt idx="3299">
                  <c:v>-0.4</c:v>
                </c:pt>
                <c:pt idx="3300">
                  <c:v>-0.4</c:v>
                </c:pt>
                <c:pt idx="3301">
                  <c:v>-0.4</c:v>
                </c:pt>
                <c:pt idx="3302">
                  <c:v>-0.4</c:v>
                </c:pt>
                <c:pt idx="3303">
                  <c:v>-0.4</c:v>
                </c:pt>
                <c:pt idx="3304">
                  <c:v>-0.4</c:v>
                </c:pt>
                <c:pt idx="3305">
                  <c:v>-0.4</c:v>
                </c:pt>
                <c:pt idx="3306">
                  <c:v>-0.4</c:v>
                </c:pt>
                <c:pt idx="3307">
                  <c:v>-0.4</c:v>
                </c:pt>
                <c:pt idx="3308">
                  <c:v>-0.4</c:v>
                </c:pt>
                <c:pt idx="3309">
                  <c:v>-0.4</c:v>
                </c:pt>
                <c:pt idx="3310">
                  <c:v>-0.4</c:v>
                </c:pt>
                <c:pt idx="3311">
                  <c:v>-0.4</c:v>
                </c:pt>
                <c:pt idx="3312">
                  <c:v>-0.4</c:v>
                </c:pt>
                <c:pt idx="3313">
                  <c:v>-0.4</c:v>
                </c:pt>
                <c:pt idx="3314">
                  <c:v>-0.4</c:v>
                </c:pt>
                <c:pt idx="3315">
                  <c:v>-0.4</c:v>
                </c:pt>
                <c:pt idx="3316">
                  <c:v>-0.4</c:v>
                </c:pt>
                <c:pt idx="3317">
                  <c:v>-0.4</c:v>
                </c:pt>
                <c:pt idx="3318">
                  <c:v>-0.4</c:v>
                </c:pt>
                <c:pt idx="3319">
                  <c:v>-0.4</c:v>
                </c:pt>
                <c:pt idx="3320">
                  <c:v>-0.4</c:v>
                </c:pt>
                <c:pt idx="3321">
                  <c:v>-0.4</c:v>
                </c:pt>
                <c:pt idx="3322">
                  <c:v>-0.4</c:v>
                </c:pt>
                <c:pt idx="3323">
                  <c:v>-0.4</c:v>
                </c:pt>
                <c:pt idx="3324">
                  <c:v>-0.4</c:v>
                </c:pt>
                <c:pt idx="3325">
                  <c:v>-0.4</c:v>
                </c:pt>
                <c:pt idx="3326">
                  <c:v>-0.4</c:v>
                </c:pt>
                <c:pt idx="3327">
                  <c:v>-0.4</c:v>
                </c:pt>
                <c:pt idx="3328">
                  <c:v>-0.4</c:v>
                </c:pt>
                <c:pt idx="3329">
                  <c:v>-0.4</c:v>
                </c:pt>
                <c:pt idx="3330">
                  <c:v>-0.4</c:v>
                </c:pt>
                <c:pt idx="3331">
                  <c:v>-0.4</c:v>
                </c:pt>
                <c:pt idx="3332">
                  <c:v>-0.4</c:v>
                </c:pt>
                <c:pt idx="3333">
                  <c:v>-0.4</c:v>
                </c:pt>
                <c:pt idx="3334">
                  <c:v>-0.4</c:v>
                </c:pt>
                <c:pt idx="3335">
                  <c:v>-0.4</c:v>
                </c:pt>
                <c:pt idx="3336">
                  <c:v>-0.4</c:v>
                </c:pt>
                <c:pt idx="3337">
                  <c:v>-0.4</c:v>
                </c:pt>
                <c:pt idx="3338">
                  <c:v>-0.4</c:v>
                </c:pt>
                <c:pt idx="3339">
                  <c:v>-0.4</c:v>
                </c:pt>
                <c:pt idx="3340">
                  <c:v>-0.4</c:v>
                </c:pt>
                <c:pt idx="3341">
                  <c:v>-0.4</c:v>
                </c:pt>
                <c:pt idx="3342">
                  <c:v>-0.4</c:v>
                </c:pt>
                <c:pt idx="3343">
                  <c:v>-0.4</c:v>
                </c:pt>
                <c:pt idx="3344">
                  <c:v>-0.4</c:v>
                </c:pt>
                <c:pt idx="3345">
                  <c:v>-0.4</c:v>
                </c:pt>
                <c:pt idx="3346">
                  <c:v>-0.4</c:v>
                </c:pt>
                <c:pt idx="3347">
                  <c:v>-0.4</c:v>
                </c:pt>
                <c:pt idx="3348">
                  <c:v>-0.4</c:v>
                </c:pt>
                <c:pt idx="3349">
                  <c:v>-0.4</c:v>
                </c:pt>
                <c:pt idx="3350">
                  <c:v>-0.4</c:v>
                </c:pt>
                <c:pt idx="3351">
                  <c:v>-0.4</c:v>
                </c:pt>
                <c:pt idx="3352">
                  <c:v>-0.4</c:v>
                </c:pt>
                <c:pt idx="3353">
                  <c:v>-0.4</c:v>
                </c:pt>
                <c:pt idx="3354">
                  <c:v>-0.4</c:v>
                </c:pt>
                <c:pt idx="3355">
                  <c:v>-0.4</c:v>
                </c:pt>
                <c:pt idx="3356">
                  <c:v>-0.4</c:v>
                </c:pt>
                <c:pt idx="3357">
                  <c:v>-0.4</c:v>
                </c:pt>
                <c:pt idx="3358">
                  <c:v>-0.4</c:v>
                </c:pt>
                <c:pt idx="3359">
                  <c:v>-0.4</c:v>
                </c:pt>
                <c:pt idx="3360">
                  <c:v>-0.4</c:v>
                </c:pt>
                <c:pt idx="3361">
                  <c:v>-0.4</c:v>
                </c:pt>
                <c:pt idx="3362">
                  <c:v>-0.4</c:v>
                </c:pt>
                <c:pt idx="3363">
                  <c:v>-0.4</c:v>
                </c:pt>
                <c:pt idx="3364">
                  <c:v>-0.4</c:v>
                </c:pt>
                <c:pt idx="3365">
                  <c:v>-0.4</c:v>
                </c:pt>
                <c:pt idx="3366">
                  <c:v>-0.4</c:v>
                </c:pt>
                <c:pt idx="3367">
                  <c:v>-0.4</c:v>
                </c:pt>
                <c:pt idx="3368">
                  <c:v>-0.4</c:v>
                </c:pt>
                <c:pt idx="3369">
                  <c:v>-0.4</c:v>
                </c:pt>
                <c:pt idx="3370">
                  <c:v>-0.4</c:v>
                </c:pt>
                <c:pt idx="3371">
                  <c:v>-0.4</c:v>
                </c:pt>
                <c:pt idx="3372">
                  <c:v>-0.4</c:v>
                </c:pt>
                <c:pt idx="3373">
                  <c:v>-0.4</c:v>
                </c:pt>
                <c:pt idx="3374">
                  <c:v>-0.4</c:v>
                </c:pt>
                <c:pt idx="3375">
                  <c:v>-0.4</c:v>
                </c:pt>
                <c:pt idx="3376">
                  <c:v>-0.4</c:v>
                </c:pt>
                <c:pt idx="3377">
                  <c:v>-0.4</c:v>
                </c:pt>
                <c:pt idx="3378">
                  <c:v>-0.4</c:v>
                </c:pt>
                <c:pt idx="3379">
                  <c:v>-0.4</c:v>
                </c:pt>
                <c:pt idx="3380">
                  <c:v>-0.4</c:v>
                </c:pt>
                <c:pt idx="3381">
                  <c:v>-0.4</c:v>
                </c:pt>
                <c:pt idx="3382">
                  <c:v>-0.4</c:v>
                </c:pt>
                <c:pt idx="3383">
                  <c:v>-0.4</c:v>
                </c:pt>
                <c:pt idx="3384">
                  <c:v>-0.4</c:v>
                </c:pt>
                <c:pt idx="3385">
                  <c:v>-0.4</c:v>
                </c:pt>
                <c:pt idx="3386">
                  <c:v>-0.4</c:v>
                </c:pt>
                <c:pt idx="3387">
                  <c:v>-0.4</c:v>
                </c:pt>
                <c:pt idx="3388">
                  <c:v>-0.4</c:v>
                </c:pt>
                <c:pt idx="3389">
                  <c:v>-0.4</c:v>
                </c:pt>
                <c:pt idx="3390">
                  <c:v>-0.4</c:v>
                </c:pt>
                <c:pt idx="3391">
                  <c:v>-0.4</c:v>
                </c:pt>
                <c:pt idx="3392">
                  <c:v>-0.4</c:v>
                </c:pt>
                <c:pt idx="3393">
                  <c:v>-0.4</c:v>
                </c:pt>
                <c:pt idx="3394">
                  <c:v>-0.4</c:v>
                </c:pt>
                <c:pt idx="3395">
                  <c:v>-0.4</c:v>
                </c:pt>
                <c:pt idx="3396">
                  <c:v>-0.4</c:v>
                </c:pt>
                <c:pt idx="3397">
                  <c:v>-0.4</c:v>
                </c:pt>
                <c:pt idx="3398">
                  <c:v>-0.4</c:v>
                </c:pt>
                <c:pt idx="3399">
                  <c:v>-0.4</c:v>
                </c:pt>
                <c:pt idx="3400">
                  <c:v>-0.4</c:v>
                </c:pt>
                <c:pt idx="3401">
                  <c:v>-0.4</c:v>
                </c:pt>
                <c:pt idx="3402">
                  <c:v>-0.4</c:v>
                </c:pt>
                <c:pt idx="3403">
                  <c:v>-0.4</c:v>
                </c:pt>
                <c:pt idx="3404">
                  <c:v>-0.4</c:v>
                </c:pt>
                <c:pt idx="3405">
                  <c:v>-0.4</c:v>
                </c:pt>
                <c:pt idx="3406">
                  <c:v>-0.4</c:v>
                </c:pt>
                <c:pt idx="3407">
                  <c:v>-0.4</c:v>
                </c:pt>
                <c:pt idx="3408">
                  <c:v>-0.4</c:v>
                </c:pt>
                <c:pt idx="3409">
                  <c:v>-0.4</c:v>
                </c:pt>
                <c:pt idx="3410">
                  <c:v>-0.4</c:v>
                </c:pt>
                <c:pt idx="3411">
                  <c:v>-0.4</c:v>
                </c:pt>
                <c:pt idx="3412">
                  <c:v>-0.4</c:v>
                </c:pt>
                <c:pt idx="3413">
                  <c:v>-0.4</c:v>
                </c:pt>
                <c:pt idx="3414">
                  <c:v>-0.4</c:v>
                </c:pt>
                <c:pt idx="3415">
                  <c:v>-0.4</c:v>
                </c:pt>
                <c:pt idx="3416">
                  <c:v>-0.4</c:v>
                </c:pt>
                <c:pt idx="3417">
                  <c:v>-0.4</c:v>
                </c:pt>
                <c:pt idx="3418">
                  <c:v>-0.4</c:v>
                </c:pt>
                <c:pt idx="3419">
                  <c:v>-0.4</c:v>
                </c:pt>
                <c:pt idx="3420">
                  <c:v>-0.4</c:v>
                </c:pt>
                <c:pt idx="3421">
                  <c:v>-0.4</c:v>
                </c:pt>
                <c:pt idx="3422">
                  <c:v>-0.4</c:v>
                </c:pt>
                <c:pt idx="3423">
                  <c:v>-0.4</c:v>
                </c:pt>
                <c:pt idx="3424">
                  <c:v>-0.4</c:v>
                </c:pt>
                <c:pt idx="3425">
                  <c:v>-0.4</c:v>
                </c:pt>
                <c:pt idx="3426">
                  <c:v>-0.4</c:v>
                </c:pt>
                <c:pt idx="3427">
                  <c:v>-0.4</c:v>
                </c:pt>
                <c:pt idx="3428">
                  <c:v>-0.4</c:v>
                </c:pt>
                <c:pt idx="3429">
                  <c:v>-0.4</c:v>
                </c:pt>
                <c:pt idx="3430">
                  <c:v>-0.4</c:v>
                </c:pt>
                <c:pt idx="3431">
                  <c:v>-0.4</c:v>
                </c:pt>
                <c:pt idx="3432">
                  <c:v>-0.4</c:v>
                </c:pt>
                <c:pt idx="3433">
                  <c:v>-0.4</c:v>
                </c:pt>
                <c:pt idx="3434">
                  <c:v>-0.4</c:v>
                </c:pt>
                <c:pt idx="3435">
                  <c:v>-0.4</c:v>
                </c:pt>
                <c:pt idx="3436">
                  <c:v>-0.4</c:v>
                </c:pt>
                <c:pt idx="3437">
                  <c:v>-0.4</c:v>
                </c:pt>
                <c:pt idx="3438">
                  <c:v>-0.4</c:v>
                </c:pt>
                <c:pt idx="3439">
                  <c:v>-0.4</c:v>
                </c:pt>
                <c:pt idx="3440">
                  <c:v>-0.4</c:v>
                </c:pt>
                <c:pt idx="3441">
                  <c:v>-0.4</c:v>
                </c:pt>
                <c:pt idx="3442">
                  <c:v>-0.4</c:v>
                </c:pt>
                <c:pt idx="3443">
                  <c:v>-0.4</c:v>
                </c:pt>
                <c:pt idx="3444">
                  <c:v>-0.4</c:v>
                </c:pt>
                <c:pt idx="3445">
                  <c:v>-0.4</c:v>
                </c:pt>
                <c:pt idx="3446">
                  <c:v>-0.4</c:v>
                </c:pt>
                <c:pt idx="3447">
                  <c:v>-0.4</c:v>
                </c:pt>
                <c:pt idx="3448">
                  <c:v>-0.4</c:v>
                </c:pt>
                <c:pt idx="3449">
                  <c:v>-0.4</c:v>
                </c:pt>
                <c:pt idx="3450">
                  <c:v>-0.4</c:v>
                </c:pt>
                <c:pt idx="3451">
                  <c:v>-0.4</c:v>
                </c:pt>
                <c:pt idx="3452">
                  <c:v>-0.4</c:v>
                </c:pt>
                <c:pt idx="3453">
                  <c:v>-0.4</c:v>
                </c:pt>
                <c:pt idx="3454">
                  <c:v>-0.4</c:v>
                </c:pt>
                <c:pt idx="3455">
                  <c:v>-0.4</c:v>
                </c:pt>
                <c:pt idx="3456">
                  <c:v>-0.4</c:v>
                </c:pt>
                <c:pt idx="3457">
                  <c:v>-0.4</c:v>
                </c:pt>
                <c:pt idx="3458">
                  <c:v>-0.4</c:v>
                </c:pt>
                <c:pt idx="3459">
                  <c:v>-0.4</c:v>
                </c:pt>
                <c:pt idx="3460">
                  <c:v>-0.4</c:v>
                </c:pt>
                <c:pt idx="3461">
                  <c:v>-0.4</c:v>
                </c:pt>
                <c:pt idx="3462">
                  <c:v>-0.4</c:v>
                </c:pt>
                <c:pt idx="3463">
                  <c:v>-0.4</c:v>
                </c:pt>
                <c:pt idx="3464">
                  <c:v>-0.4</c:v>
                </c:pt>
                <c:pt idx="3465">
                  <c:v>-0.4</c:v>
                </c:pt>
                <c:pt idx="3466">
                  <c:v>-0.4</c:v>
                </c:pt>
                <c:pt idx="3467">
                  <c:v>-0.4</c:v>
                </c:pt>
                <c:pt idx="3468">
                  <c:v>-0.4</c:v>
                </c:pt>
                <c:pt idx="3469">
                  <c:v>-0.4</c:v>
                </c:pt>
                <c:pt idx="3470">
                  <c:v>-0.4</c:v>
                </c:pt>
                <c:pt idx="3471">
                  <c:v>-0.4</c:v>
                </c:pt>
                <c:pt idx="3472">
                  <c:v>-0.4</c:v>
                </c:pt>
                <c:pt idx="3473">
                  <c:v>-0.4</c:v>
                </c:pt>
                <c:pt idx="3474">
                  <c:v>-0.4</c:v>
                </c:pt>
                <c:pt idx="3475">
                  <c:v>-0.4</c:v>
                </c:pt>
                <c:pt idx="3476">
                  <c:v>-0.4</c:v>
                </c:pt>
                <c:pt idx="3477">
                  <c:v>-0.4</c:v>
                </c:pt>
                <c:pt idx="3478">
                  <c:v>-0.4</c:v>
                </c:pt>
                <c:pt idx="3479">
                  <c:v>-0.4</c:v>
                </c:pt>
                <c:pt idx="3480">
                  <c:v>-0.4</c:v>
                </c:pt>
                <c:pt idx="3481">
                  <c:v>-0.4</c:v>
                </c:pt>
                <c:pt idx="3482">
                  <c:v>-0.4</c:v>
                </c:pt>
                <c:pt idx="3483">
                  <c:v>-0.4</c:v>
                </c:pt>
                <c:pt idx="3484">
                  <c:v>-0.4</c:v>
                </c:pt>
                <c:pt idx="3485">
                  <c:v>-0.4</c:v>
                </c:pt>
                <c:pt idx="3486">
                  <c:v>-0.4</c:v>
                </c:pt>
                <c:pt idx="3487">
                  <c:v>-0.4</c:v>
                </c:pt>
                <c:pt idx="3488">
                  <c:v>-0.4</c:v>
                </c:pt>
                <c:pt idx="3489">
                  <c:v>-0.4</c:v>
                </c:pt>
                <c:pt idx="3490">
                  <c:v>-0.4</c:v>
                </c:pt>
                <c:pt idx="3491">
                  <c:v>-0.4</c:v>
                </c:pt>
                <c:pt idx="3492">
                  <c:v>-0.4</c:v>
                </c:pt>
                <c:pt idx="3493">
                  <c:v>-0.4</c:v>
                </c:pt>
                <c:pt idx="3494">
                  <c:v>-0.4</c:v>
                </c:pt>
                <c:pt idx="3495">
                  <c:v>-0.4</c:v>
                </c:pt>
                <c:pt idx="3496">
                  <c:v>-0.4</c:v>
                </c:pt>
                <c:pt idx="3497">
                  <c:v>-0.4</c:v>
                </c:pt>
                <c:pt idx="3498">
                  <c:v>-0.4</c:v>
                </c:pt>
                <c:pt idx="3499">
                  <c:v>-0.4</c:v>
                </c:pt>
                <c:pt idx="3500">
                  <c:v>-0.4</c:v>
                </c:pt>
                <c:pt idx="3501">
                  <c:v>-0.4</c:v>
                </c:pt>
                <c:pt idx="3502">
                  <c:v>-0.4</c:v>
                </c:pt>
                <c:pt idx="3503">
                  <c:v>-0.4</c:v>
                </c:pt>
                <c:pt idx="3504">
                  <c:v>-0.4</c:v>
                </c:pt>
                <c:pt idx="3505">
                  <c:v>-0.4</c:v>
                </c:pt>
                <c:pt idx="3506">
                  <c:v>-0.4</c:v>
                </c:pt>
                <c:pt idx="3507">
                  <c:v>-0.4</c:v>
                </c:pt>
                <c:pt idx="3508">
                  <c:v>-0.4</c:v>
                </c:pt>
                <c:pt idx="3509">
                  <c:v>-0.4</c:v>
                </c:pt>
                <c:pt idx="3510">
                  <c:v>-0.4</c:v>
                </c:pt>
                <c:pt idx="3511">
                  <c:v>-0.4</c:v>
                </c:pt>
                <c:pt idx="3512">
                  <c:v>-0.4</c:v>
                </c:pt>
                <c:pt idx="3513">
                  <c:v>-0.4</c:v>
                </c:pt>
                <c:pt idx="3514">
                  <c:v>-0.4</c:v>
                </c:pt>
                <c:pt idx="3515">
                  <c:v>-0.4</c:v>
                </c:pt>
                <c:pt idx="3516">
                  <c:v>-0.4</c:v>
                </c:pt>
                <c:pt idx="3517">
                  <c:v>-0.4</c:v>
                </c:pt>
                <c:pt idx="3518">
                  <c:v>-0.4</c:v>
                </c:pt>
                <c:pt idx="3519">
                  <c:v>-0.4</c:v>
                </c:pt>
                <c:pt idx="3520">
                  <c:v>-0.4</c:v>
                </c:pt>
                <c:pt idx="3521">
                  <c:v>-0.4</c:v>
                </c:pt>
                <c:pt idx="3522">
                  <c:v>-0.4</c:v>
                </c:pt>
                <c:pt idx="3523">
                  <c:v>-0.4</c:v>
                </c:pt>
                <c:pt idx="3524">
                  <c:v>-0.4</c:v>
                </c:pt>
                <c:pt idx="3525">
                  <c:v>-0.4</c:v>
                </c:pt>
                <c:pt idx="3526">
                  <c:v>-0.4</c:v>
                </c:pt>
                <c:pt idx="3527">
                  <c:v>-0.4</c:v>
                </c:pt>
                <c:pt idx="3528">
                  <c:v>-0.4</c:v>
                </c:pt>
                <c:pt idx="3529">
                  <c:v>-0.4</c:v>
                </c:pt>
                <c:pt idx="3530">
                  <c:v>-0.4</c:v>
                </c:pt>
                <c:pt idx="3531">
                  <c:v>-0.4</c:v>
                </c:pt>
                <c:pt idx="3532">
                  <c:v>-0.4</c:v>
                </c:pt>
                <c:pt idx="3533">
                  <c:v>-0.4</c:v>
                </c:pt>
                <c:pt idx="3534">
                  <c:v>-0.4</c:v>
                </c:pt>
                <c:pt idx="3535">
                  <c:v>-0.4</c:v>
                </c:pt>
                <c:pt idx="3536">
                  <c:v>-0.4</c:v>
                </c:pt>
                <c:pt idx="3537">
                  <c:v>-0.4</c:v>
                </c:pt>
                <c:pt idx="3538">
                  <c:v>-0.4</c:v>
                </c:pt>
                <c:pt idx="3539">
                  <c:v>-0.4</c:v>
                </c:pt>
                <c:pt idx="3540">
                  <c:v>-0.4</c:v>
                </c:pt>
                <c:pt idx="3541">
                  <c:v>-0.4</c:v>
                </c:pt>
                <c:pt idx="3542">
                  <c:v>-0.4</c:v>
                </c:pt>
                <c:pt idx="3543">
                  <c:v>-0.4</c:v>
                </c:pt>
                <c:pt idx="3544">
                  <c:v>-0.4</c:v>
                </c:pt>
                <c:pt idx="3545">
                  <c:v>-0.4</c:v>
                </c:pt>
                <c:pt idx="3546">
                  <c:v>-0.4</c:v>
                </c:pt>
                <c:pt idx="3547">
                  <c:v>-0.4</c:v>
                </c:pt>
                <c:pt idx="3548">
                  <c:v>-0.4</c:v>
                </c:pt>
                <c:pt idx="3549">
                  <c:v>-0.4</c:v>
                </c:pt>
                <c:pt idx="3550">
                  <c:v>-0.4</c:v>
                </c:pt>
                <c:pt idx="3551">
                  <c:v>-0.4</c:v>
                </c:pt>
                <c:pt idx="3552">
                  <c:v>-0.4</c:v>
                </c:pt>
                <c:pt idx="3553">
                  <c:v>-0.4</c:v>
                </c:pt>
                <c:pt idx="3554">
                  <c:v>-0.4</c:v>
                </c:pt>
                <c:pt idx="3555">
                  <c:v>-0.4</c:v>
                </c:pt>
                <c:pt idx="3556">
                  <c:v>-0.4</c:v>
                </c:pt>
                <c:pt idx="3557">
                  <c:v>-0.4</c:v>
                </c:pt>
                <c:pt idx="3558">
                  <c:v>-0.4</c:v>
                </c:pt>
                <c:pt idx="3559">
                  <c:v>-0.4</c:v>
                </c:pt>
                <c:pt idx="3560">
                  <c:v>-0.4</c:v>
                </c:pt>
                <c:pt idx="3561">
                  <c:v>-0.4</c:v>
                </c:pt>
                <c:pt idx="3562">
                  <c:v>-0.4</c:v>
                </c:pt>
                <c:pt idx="3563">
                  <c:v>-0.4</c:v>
                </c:pt>
                <c:pt idx="3564">
                  <c:v>-0.4</c:v>
                </c:pt>
                <c:pt idx="3565">
                  <c:v>-0.4</c:v>
                </c:pt>
                <c:pt idx="3566">
                  <c:v>-0.4</c:v>
                </c:pt>
                <c:pt idx="3567">
                  <c:v>-0.4</c:v>
                </c:pt>
                <c:pt idx="3568">
                  <c:v>-0.4</c:v>
                </c:pt>
                <c:pt idx="3569">
                  <c:v>-0.4</c:v>
                </c:pt>
                <c:pt idx="3570">
                  <c:v>-0.4</c:v>
                </c:pt>
                <c:pt idx="3571">
                  <c:v>-0.4</c:v>
                </c:pt>
                <c:pt idx="3572">
                  <c:v>-0.4</c:v>
                </c:pt>
                <c:pt idx="3573">
                  <c:v>-0.5</c:v>
                </c:pt>
                <c:pt idx="3574">
                  <c:v>-0.5</c:v>
                </c:pt>
                <c:pt idx="3575">
                  <c:v>-0.5</c:v>
                </c:pt>
                <c:pt idx="3576">
                  <c:v>-0.5</c:v>
                </c:pt>
                <c:pt idx="3577">
                  <c:v>-0.5</c:v>
                </c:pt>
                <c:pt idx="3578">
                  <c:v>-0.5</c:v>
                </c:pt>
                <c:pt idx="3579">
                  <c:v>-0.5</c:v>
                </c:pt>
                <c:pt idx="3580">
                  <c:v>-0.5</c:v>
                </c:pt>
                <c:pt idx="3581">
                  <c:v>-0.5</c:v>
                </c:pt>
                <c:pt idx="3582">
                  <c:v>-0.5</c:v>
                </c:pt>
                <c:pt idx="3583">
                  <c:v>-0.5</c:v>
                </c:pt>
                <c:pt idx="3584">
                  <c:v>-0.5</c:v>
                </c:pt>
                <c:pt idx="3585">
                  <c:v>-0.5</c:v>
                </c:pt>
                <c:pt idx="3586">
                  <c:v>-0.5</c:v>
                </c:pt>
                <c:pt idx="3587">
                  <c:v>-0.5</c:v>
                </c:pt>
                <c:pt idx="3588">
                  <c:v>-0.5</c:v>
                </c:pt>
                <c:pt idx="3589">
                  <c:v>-0.5</c:v>
                </c:pt>
                <c:pt idx="3590">
                  <c:v>-0.5</c:v>
                </c:pt>
                <c:pt idx="3591">
                  <c:v>-0.5</c:v>
                </c:pt>
                <c:pt idx="3592">
                  <c:v>-0.5</c:v>
                </c:pt>
                <c:pt idx="3593">
                  <c:v>-0.5</c:v>
                </c:pt>
                <c:pt idx="3594">
                  <c:v>-0.5</c:v>
                </c:pt>
                <c:pt idx="3595">
                  <c:v>-0.5</c:v>
                </c:pt>
                <c:pt idx="3596">
                  <c:v>-0.5</c:v>
                </c:pt>
                <c:pt idx="3597">
                  <c:v>-0.5</c:v>
                </c:pt>
                <c:pt idx="3598">
                  <c:v>-0.5</c:v>
                </c:pt>
                <c:pt idx="3599">
                  <c:v>-0.5</c:v>
                </c:pt>
                <c:pt idx="3600">
                  <c:v>-0.5</c:v>
                </c:pt>
                <c:pt idx="3601">
                  <c:v>-0.5</c:v>
                </c:pt>
                <c:pt idx="3602">
                  <c:v>-0.5</c:v>
                </c:pt>
                <c:pt idx="3603">
                  <c:v>-0.5</c:v>
                </c:pt>
                <c:pt idx="3604">
                  <c:v>-0.5</c:v>
                </c:pt>
                <c:pt idx="3605">
                  <c:v>-0.5</c:v>
                </c:pt>
                <c:pt idx="3606">
                  <c:v>-0.5</c:v>
                </c:pt>
                <c:pt idx="3607">
                  <c:v>-0.5</c:v>
                </c:pt>
                <c:pt idx="3608">
                  <c:v>-0.5</c:v>
                </c:pt>
                <c:pt idx="3609">
                  <c:v>-0.5</c:v>
                </c:pt>
                <c:pt idx="3610">
                  <c:v>-0.5</c:v>
                </c:pt>
                <c:pt idx="3611">
                  <c:v>-0.5</c:v>
                </c:pt>
                <c:pt idx="3612">
                  <c:v>-0.5</c:v>
                </c:pt>
                <c:pt idx="3613">
                  <c:v>-0.5</c:v>
                </c:pt>
                <c:pt idx="3614">
                  <c:v>-0.5</c:v>
                </c:pt>
                <c:pt idx="3615">
                  <c:v>-0.5</c:v>
                </c:pt>
                <c:pt idx="3616">
                  <c:v>-0.5</c:v>
                </c:pt>
                <c:pt idx="3617">
                  <c:v>-0.5</c:v>
                </c:pt>
                <c:pt idx="3618">
                  <c:v>-0.5</c:v>
                </c:pt>
                <c:pt idx="3619">
                  <c:v>-0.5</c:v>
                </c:pt>
                <c:pt idx="3620">
                  <c:v>-0.5</c:v>
                </c:pt>
                <c:pt idx="3621">
                  <c:v>-0.5</c:v>
                </c:pt>
                <c:pt idx="3622">
                  <c:v>-0.5</c:v>
                </c:pt>
                <c:pt idx="3623">
                  <c:v>-0.5</c:v>
                </c:pt>
                <c:pt idx="3624">
                  <c:v>-0.5</c:v>
                </c:pt>
                <c:pt idx="3625">
                  <c:v>-0.5</c:v>
                </c:pt>
                <c:pt idx="3626">
                  <c:v>-0.5</c:v>
                </c:pt>
                <c:pt idx="3627">
                  <c:v>-0.5</c:v>
                </c:pt>
                <c:pt idx="3628">
                  <c:v>-0.5</c:v>
                </c:pt>
                <c:pt idx="3629">
                  <c:v>-0.5</c:v>
                </c:pt>
                <c:pt idx="3630">
                  <c:v>-0.5</c:v>
                </c:pt>
                <c:pt idx="3631">
                  <c:v>-0.5</c:v>
                </c:pt>
                <c:pt idx="3632">
                  <c:v>-0.5</c:v>
                </c:pt>
                <c:pt idx="3633">
                  <c:v>-0.5</c:v>
                </c:pt>
                <c:pt idx="3634">
                  <c:v>-0.5</c:v>
                </c:pt>
                <c:pt idx="3635">
                  <c:v>-0.5</c:v>
                </c:pt>
                <c:pt idx="3636">
                  <c:v>-0.5</c:v>
                </c:pt>
                <c:pt idx="3637">
                  <c:v>-0.5</c:v>
                </c:pt>
                <c:pt idx="3638">
                  <c:v>-0.5</c:v>
                </c:pt>
                <c:pt idx="3639">
                  <c:v>-0.5</c:v>
                </c:pt>
                <c:pt idx="3640">
                  <c:v>-0.5</c:v>
                </c:pt>
                <c:pt idx="3641">
                  <c:v>-0.5</c:v>
                </c:pt>
                <c:pt idx="3642">
                  <c:v>-0.5</c:v>
                </c:pt>
                <c:pt idx="3643">
                  <c:v>-0.5</c:v>
                </c:pt>
                <c:pt idx="3644">
                  <c:v>-0.5</c:v>
                </c:pt>
                <c:pt idx="3645">
                  <c:v>-0.5</c:v>
                </c:pt>
                <c:pt idx="3646">
                  <c:v>-0.5</c:v>
                </c:pt>
                <c:pt idx="3647">
                  <c:v>-0.5</c:v>
                </c:pt>
                <c:pt idx="3648">
                  <c:v>-0.5</c:v>
                </c:pt>
                <c:pt idx="3649">
                  <c:v>-0.5</c:v>
                </c:pt>
                <c:pt idx="3650">
                  <c:v>-0.5</c:v>
                </c:pt>
                <c:pt idx="3651">
                  <c:v>-0.5</c:v>
                </c:pt>
                <c:pt idx="3652">
                  <c:v>-0.5</c:v>
                </c:pt>
                <c:pt idx="3653">
                  <c:v>-0.5</c:v>
                </c:pt>
                <c:pt idx="3654">
                  <c:v>-0.5</c:v>
                </c:pt>
                <c:pt idx="3655">
                  <c:v>-0.5</c:v>
                </c:pt>
                <c:pt idx="3656">
                  <c:v>-0.5</c:v>
                </c:pt>
                <c:pt idx="3657">
                  <c:v>-0.5</c:v>
                </c:pt>
                <c:pt idx="3658">
                  <c:v>-0.5</c:v>
                </c:pt>
                <c:pt idx="3659">
                  <c:v>-0.5</c:v>
                </c:pt>
                <c:pt idx="3660">
                  <c:v>-0.5</c:v>
                </c:pt>
                <c:pt idx="3661">
                  <c:v>-0.5</c:v>
                </c:pt>
                <c:pt idx="3662">
                  <c:v>-0.5</c:v>
                </c:pt>
                <c:pt idx="3663">
                  <c:v>-0.5</c:v>
                </c:pt>
                <c:pt idx="3664">
                  <c:v>-0.5</c:v>
                </c:pt>
                <c:pt idx="3665">
                  <c:v>-0.5</c:v>
                </c:pt>
                <c:pt idx="3666">
                  <c:v>-0.5</c:v>
                </c:pt>
                <c:pt idx="3667">
                  <c:v>-0.5</c:v>
                </c:pt>
                <c:pt idx="3668">
                  <c:v>-0.5</c:v>
                </c:pt>
                <c:pt idx="3669">
                  <c:v>-0.5</c:v>
                </c:pt>
                <c:pt idx="3670">
                  <c:v>-0.5</c:v>
                </c:pt>
                <c:pt idx="3671">
                  <c:v>-0.5</c:v>
                </c:pt>
                <c:pt idx="3672">
                  <c:v>-0.5</c:v>
                </c:pt>
                <c:pt idx="3673">
                  <c:v>-0.5</c:v>
                </c:pt>
                <c:pt idx="3674">
                  <c:v>-0.5</c:v>
                </c:pt>
                <c:pt idx="3675">
                  <c:v>-0.5</c:v>
                </c:pt>
                <c:pt idx="3676">
                  <c:v>-0.5</c:v>
                </c:pt>
                <c:pt idx="3677">
                  <c:v>-0.5</c:v>
                </c:pt>
                <c:pt idx="3678">
                  <c:v>-0.5</c:v>
                </c:pt>
                <c:pt idx="3679">
                  <c:v>-0.5</c:v>
                </c:pt>
                <c:pt idx="3680">
                  <c:v>-0.5</c:v>
                </c:pt>
                <c:pt idx="3681">
                  <c:v>-0.5</c:v>
                </c:pt>
                <c:pt idx="3682">
                  <c:v>-0.5</c:v>
                </c:pt>
                <c:pt idx="3683">
                  <c:v>-0.5</c:v>
                </c:pt>
                <c:pt idx="3684">
                  <c:v>-0.5</c:v>
                </c:pt>
                <c:pt idx="3685">
                  <c:v>-0.5</c:v>
                </c:pt>
                <c:pt idx="3686">
                  <c:v>-0.5</c:v>
                </c:pt>
                <c:pt idx="3687">
                  <c:v>-0.5</c:v>
                </c:pt>
                <c:pt idx="3688">
                  <c:v>-0.5</c:v>
                </c:pt>
                <c:pt idx="3689">
                  <c:v>-0.5</c:v>
                </c:pt>
                <c:pt idx="3690">
                  <c:v>-0.5</c:v>
                </c:pt>
                <c:pt idx="3691">
                  <c:v>-0.5</c:v>
                </c:pt>
                <c:pt idx="3692">
                  <c:v>-0.5</c:v>
                </c:pt>
                <c:pt idx="3693">
                  <c:v>-0.5</c:v>
                </c:pt>
                <c:pt idx="3694">
                  <c:v>-0.5</c:v>
                </c:pt>
                <c:pt idx="3695">
                  <c:v>-0.5</c:v>
                </c:pt>
                <c:pt idx="3696">
                  <c:v>-0.5</c:v>
                </c:pt>
                <c:pt idx="3697">
                  <c:v>-0.5</c:v>
                </c:pt>
                <c:pt idx="3698">
                  <c:v>-0.5</c:v>
                </c:pt>
                <c:pt idx="3699">
                  <c:v>-0.5</c:v>
                </c:pt>
                <c:pt idx="3700">
                  <c:v>-0.5</c:v>
                </c:pt>
                <c:pt idx="3701">
                  <c:v>-0.5</c:v>
                </c:pt>
                <c:pt idx="3702">
                  <c:v>-0.5</c:v>
                </c:pt>
                <c:pt idx="3703">
                  <c:v>-0.5</c:v>
                </c:pt>
                <c:pt idx="3704">
                  <c:v>-0.5</c:v>
                </c:pt>
                <c:pt idx="3705">
                  <c:v>-0.5</c:v>
                </c:pt>
                <c:pt idx="3706">
                  <c:v>-0.5</c:v>
                </c:pt>
                <c:pt idx="3707">
                  <c:v>-0.5</c:v>
                </c:pt>
                <c:pt idx="3708">
                  <c:v>-0.5</c:v>
                </c:pt>
                <c:pt idx="3709">
                  <c:v>-0.5</c:v>
                </c:pt>
                <c:pt idx="3710">
                  <c:v>-0.5</c:v>
                </c:pt>
                <c:pt idx="3711">
                  <c:v>-0.5</c:v>
                </c:pt>
                <c:pt idx="3712">
                  <c:v>-0.5</c:v>
                </c:pt>
                <c:pt idx="3713">
                  <c:v>-0.5</c:v>
                </c:pt>
                <c:pt idx="3714">
                  <c:v>-0.5</c:v>
                </c:pt>
                <c:pt idx="3715">
                  <c:v>-0.5</c:v>
                </c:pt>
                <c:pt idx="3716">
                  <c:v>-0.5</c:v>
                </c:pt>
                <c:pt idx="3717">
                  <c:v>-0.5</c:v>
                </c:pt>
                <c:pt idx="3718">
                  <c:v>-0.5</c:v>
                </c:pt>
                <c:pt idx="3719">
                  <c:v>-0.5</c:v>
                </c:pt>
                <c:pt idx="3720">
                  <c:v>-0.5</c:v>
                </c:pt>
                <c:pt idx="3721">
                  <c:v>-0.5</c:v>
                </c:pt>
                <c:pt idx="3722">
                  <c:v>-0.5</c:v>
                </c:pt>
                <c:pt idx="3723">
                  <c:v>-0.5</c:v>
                </c:pt>
                <c:pt idx="3724">
                  <c:v>-0.5</c:v>
                </c:pt>
                <c:pt idx="3725">
                  <c:v>-0.5</c:v>
                </c:pt>
                <c:pt idx="3726">
                  <c:v>-0.5</c:v>
                </c:pt>
                <c:pt idx="3727">
                  <c:v>-0.5</c:v>
                </c:pt>
                <c:pt idx="3728">
                  <c:v>-0.5</c:v>
                </c:pt>
                <c:pt idx="3729">
                  <c:v>-0.5</c:v>
                </c:pt>
                <c:pt idx="3730">
                  <c:v>-0.5</c:v>
                </c:pt>
                <c:pt idx="3731">
                  <c:v>-0.5</c:v>
                </c:pt>
                <c:pt idx="3732">
                  <c:v>-0.5</c:v>
                </c:pt>
                <c:pt idx="3733">
                  <c:v>-0.5</c:v>
                </c:pt>
                <c:pt idx="3734">
                  <c:v>-0.5</c:v>
                </c:pt>
                <c:pt idx="3735">
                  <c:v>-0.5</c:v>
                </c:pt>
                <c:pt idx="3736">
                  <c:v>-0.5</c:v>
                </c:pt>
                <c:pt idx="3737">
                  <c:v>-0.5</c:v>
                </c:pt>
                <c:pt idx="3738">
                  <c:v>-0.5</c:v>
                </c:pt>
                <c:pt idx="3739">
                  <c:v>-0.5</c:v>
                </c:pt>
                <c:pt idx="3740">
                  <c:v>-0.5</c:v>
                </c:pt>
                <c:pt idx="3741">
                  <c:v>-0.5</c:v>
                </c:pt>
                <c:pt idx="3742">
                  <c:v>-0.5</c:v>
                </c:pt>
                <c:pt idx="3743">
                  <c:v>-0.5</c:v>
                </c:pt>
                <c:pt idx="3744">
                  <c:v>-0.5</c:v>
                </c:pt>
                <c:pt idx="3745">
                  <c:v>-0.5</c:v>
                </c:pt>
                <c:pt idx="3746">
                  <c:v>-0.5</c:v>
                </c:pt>
                <c:pt idx="3747">
                  <c:v>-0.5</c:v>
                </c:pt>
                <c:pt idx="3748">
                  <c:v>-0.5</c:v>
                </c:pt>
                <c:pt idx="3749">
                  <c:v>-0.5</c:v>
                </c:pt>
                <c:pt idx="3750">
                  <c:v>-0.5</c:v>
                </c:pt>
                <c:pt idx="3751">
                  <c:v>-0.5</c:v>
                </c:pt>
                <c:pt idx="3752">
                  <c:v>-0.5</c:v>
                </c:pt>
                <c:pt idx="3753">
                  <c:v>-0.5</c:v>
                </c:pt>
                <c:pt idx="3754">
                  <c:v>-0.5</c:v>
                </c:pt>
                <c:pt idx="3755">
                  <c:v>-0.5</c:v>
                </c:pt>
                <c:pt idx="3756">
                  <c:v>-0.5</c:v>
                </c:pt>
                <c:pt idx="3757">
                  <c:v>-0.5</c:v>
                </c:pt>
                <c:pt idx="3758">
                  <c:v>-0.5</c:v>
                </c:pt>
                <c:pt idx="3759">
                  <c:v>-0.5</c:v>
                </c:pt>
                <c:pt idx="3760">
                  <c:v>-0.5</c:v>
                </c:pt>
                <c:pt idx="3761">
                  <c:v>-0.5</c:v>
                </c:pt>
                <c:pt idx="3762">
                  <c:v>-0.5</c:v>
                </c:pt>
                <c:pt idx="3763">
                  <c:v>-0.5</c:v>
                </c:pt>
                <c:pt idx="3764">
                  <c:v>-0.5</c:v>
                </c:pt>
                <c:pt idx="3765">
                  <c:v>-0.5</c:v>
                </c:pt>
                <c:pt idx="3766">
                  <c:v>-0.5</c:v>
                </c:pt>
                <c:pt idx="3767">
                  <c:v>-0.5</c:v>
                </c:pt>
                <c:pt idx="3768">
                  <c:v>-0.5</c:v>
                </c:pt>
                <c:pt idx="3769">
                  <c:v>-0.5</c:v>
                </c:pt>
                <c:pt idx="3770">
                  <c:v>-0.5</c:v>
                </c:pt>
                <c:pt idx="3771">
                  <c:v>-0.5</c:v>
                </c:pt>
                <c:pt idx="3772">
                  <c:v>-0.5</c:v>
                </c:pt>
                <c:pt idx="3773">
                  <c:v>-0.5</c:v>
                </c:pt>
                <c:pt idx="3774">
                  <c:v>-0.5</c:v>
                </c:pt>
                <c:pt idx="3775">
                  <c:v>-0.5</c:v>
                </c:pt>
                <c:pt idx="3776">
                  <c:v>-0.5</c:v>
                </c:pt>
                <c:pt idx="3777">
                  <c:v>-0.5</c:v>
                </c:pt>
                <c:pt idx="3778">
                  <c:v>-0.5</c:v>
                </c:pt>
                <c:pt idx="3779">
                  <c:v>-0.5</c:v>
                </c:pt>
                <c:pt idx="3780">
                  <c:v>-0.5</c:v>
                </c:pt>
                <c:pt idx="3781">
                  <c:v>-0.5</c:v>
                </c:pt>
                <c:pt idx="3782">
                  <c:v>-0.5</c:v>
                </c:pt>
                <c:pt idx="3783">
                  <c:v>-0.5</c:v>
                </c:pt>
                <c:pt idx="3784">
                  <c:v>-0.5</c:v>
                </c:pt>
                <c:pt idx="3785">
                  <c:v>-0.5</c:v>
                </c:pt>
                <c:pt idx="3786">
                  <c:v>-0.5</c:v>
                </c:pt>
                <c:pt idx="3787">
                  <c:v>-0.5</c:v>
                </c:pt>
                <c:pt idx="3788">
                  <c:v>-0.5</c:v>
                </c:pt>
                <c:pt idx="3789">
                  <c:v>-0.5</c:v>
                </c:pt>
                <c:pt idx="3790">
                  <c:v>-0.5</c:v>
                </c:pt>
                <c:pt idx="3791">
                  <c:v>-0.5</c:v>
                </c:pt>
                <c:pt idx="3792">
                  <c:v>-0.5</c:v>
                </c:pt>
                <c:pt idx="3793">
                  <c:v>-0.5</c:v>
                </c:pt>
                <c:pt idx="3794">
                  <c:v>-0.5</c:v>
                </c:pt>
                <c:pt idx="3795">
                  <c:v>-0.5</c:v>
                </c:pt>
                <c:pt idx="3796">
                  <c:v>-0.5</c:v>
                </c:pt>
                <c:pt idx="3797">
                  <c:v>-0.5</c:v>
                </c:pt>
                <c:pt idx="3798">
                  <c:v>-0.5</c:v>
                </c:pt>
                <c:pt idx="3799">
                  <c:v>-0.5</c:v>
                </c:pt>
                <c:pt idx="3800">
                  <c:v>-0.5</c:v>
                </c:pt>
                <c:pt idx="3801">
                  <c:v>-0.5</c:v>
                </c:pt>
                <c:pt idx="3802">
                  <c:v>-0.5</c:v>
                </c:pt>
                <c:pt idx="3803">
                  <c:v>-0.5</c:v>
                </c:pt>
                <c:pt idx="3804">
                  <c:v>-0.5</c:v>
                </c:pt>
                <c:pt idx="3805">
                  <c:v>-0.5</c:v>
                </c:pt>
                <c:pt idx="3806">
                  <c:v>-0.5</c:v>
                </c:pt>
                <c:pt idx="3807">
                  <c:v>-0.5</c:v>
                </c:pt>
                <c:pt idx="3808">
                  <c:v>-0.5</c:v>
                </c:pt>
                <c:pt idx="3809">
                  <c:v>-0.5</c:v>
                </c:pt>
                <c:pt idx="3810">
                  <c:v>-0.5</c:v>
                </c:pt>
                <c:pt idx="3811">
                  <c:v>-0.5</c:v>
                </c:pt>
                <c:pt idx="3812">
                  <c:v>-0.5</c:v>
                </c:pt>
                <c:pt idx="3813">
                  <c:v>-0.5</c:v>
                </c:pt>
                <c:pt idx="3814">
                  <c:v>-0.5</c:v>
                </c:pt>
                <c:pt idx="3815">
                  <c:v>-0.5</c:v>
                </c:pt>
                <c:pt idx="3816">
                  <c:v>-0.5</c:v>
                </c:pt>
                <c:pt idx="3817">
                  <c:v>-0.5</c:v>
                </c:pt>
                <c:pt idx="3818">
                  <c:v>-0.5</c:v>
                </c:pt>
                <c:pt idx="3819">
                  <c:v>-0.5</c:v>
                </c:pt>
                <c:pt idx="3820">
                  <c:v>-0.5</c:v>
                </c:pt>
                <c:pt idx="3821">
                  <c:v>-0.5</c:v>
                </c:pt>
                <c:pt idx="3822">
                  <c:v>-0.5</c:v>
                </c:pt>
                <c:pt idx="3823">
                  <c:v>-0.5</c:v>
                </c:pt>
                <c:pt idx="3824">
                  <c:v>-0.5</c:v>
                </c:pt>
                <c:pt idx="3825">
                  <c:v>-0.5</c:v>
                </c:pt>
                <c:pt idx="3826">
                  <c:v>-0.5</c:v>
                </c:pt>
                <c:pt idx="3827">
                  <c:v>-0.5</c:v>
                </c:pt>
                <c:pt idx="3828">
                  <c:v>-0.5</c:v>
                </c:pt>
                <c:pt idx="3829">
                  <c:v>-0.5</c:v>
                </c:pt>
                <c:pt idx="3830">
                  <c:v>-0.5</c:v>
                </c:pt>
                <c:pt idx="3831">
                  <c:v>-0.5</c:v>
                </c:pt>
                <c:pt idx="3832">
                  <c:v>-0.5</c:v>
                </c:pt>
                <c:pt idx="3833">
                  <c:v>-0.5</c:v>
                </c:pt>
                <c:pt idx="3834">
                  <c:v>-0.5</c:v>
                </c:pt>
                <c:pt idx="3835">
                  <c:v>-0.5</c:v>
                </c:pt>
                <c:pt idx="3836">
                  <c:v>-0.5</c:v>
                </c:pt>
                <c:pt idx="3837">
                  <c:v>-0.5</c:v>
                </c:pt>
                <c:pt idx="3838">
                  <c:v>-0.5</c:v>
                </c:pt>
                <c:pt idx="3839">
                  <c:v>-0.5</c:v>
                </c:pt>
                <c:pt idx="3840">
                  <c:v>-0.5</c:v>
                </c:pt>
                <c:pt idx="3841">
                  <c:v>-0.5</c:v>
                </c:pt>
                <c:pt idx="3842">
                  <c:v>-0.5</c:v>
                </c:pt>
                <c:pt idx="3843">
                  <c:v>-0.5</c:v>
                </c:pt>
                <c:pt idx="3844">
                  <c:v>-0.5</c:v>
                </c:pt>
                <c:pt idx="3845">
                  <c:v>-0.5</c:v>
                </c:pt>
                <c:pt idx="3846">
                  <c:v>-0.5</c:v>
                </c:pt>
                <c:pt idx="3847">
                  <c:v>-0.5</c:v>
                </c:pt>
                <c:pt idx="3848">
                  <c:v>-0.5</c:v>
                </c:pt>
                <c:pt idx="3849">
                  <c:v>-0.5</c:v>
                </c:pt>
                <c:pt idx="3850">
                  <c:v>-0.5</c:v>
                </c:pt>
                <c:pt idx="3851">
                  <c:v>-0.5</c:v>
                </c:pt>
                <c:pt idx="3852">
                  <c:v>-0.5</c:v>
                </c:pt>
                <c:pt idx="3853">
                  <c:v>-0.5</c:v>
                </c:pt>
                <c:pt idx="3854">
                  <c:v>-0.5</c:v>
                </c:pt>
                <c:pt idx="3855">
                  <c:v>-0.5</c:v>
                </c:pt>
                <c:pt idx="3856">
                  <c:v>-0.5</c:v>
                </c:pt>
                <c:pt idx="3857">
                  <c:v>-0.5</c:v>
                </c:pt>
                <c:pt idx="3858">
                  <c:v>-0.5</c:v>
                </c:pt>
                <c:pt idx="3859">
                  <c:v>-0.5</c:v>
                </c:pt>
                <c:pt idx="3860">
                  <c:v>-0.5</c:v>
                </c:pt>
                <c:pt idx="3861">
                  <c:v>-0.5</c:v>
                </c:pt>
                <c:pt idx="3862">
                  <c:v>-0.5</c:v>
                </c:pt>
                <c:pt idx="3863">
                  <c:v>-0.5</c:v>
                </c:pt>
                <c:pt idx="3864">
                  <c:v>-0.5</c:v>
                </c:pt>
                <c:pt idx="3865">
                  <c:v>-0.5</c:v>
                </c:pt>
                <c:pt idx="3866">
                  <c:v>-0.5</c:v>
                </c:pt>
                <c:pt idx="3867">
                  <c:v>-0.5</c:v>
                </c:pt>
                <c:pt idx="3868">
                  <c:v>-0.5</c:v>
                </c:pt>
                <c:pt idx="3869">
                  <c:v>-0.5</c:v>
                </c:pt>
                <c:pt idx="3870">
                  <c:v>-0.5</c:v>
                </c:pt>
                <c:pt idx="3871">
                  <c:v>-0.5</c:v>
                </c:pt>
                <c:pt idx="3872">
                  <c:v>-0.5</c:v>
                </c:pt>
                <c:pt idx="3873">
                  <c:v>-0.5</c:v>
                </c:pt>
                <c:pt idx="3874">
                  <c:v>-0.5</c:v>
                </c:pt>
                <c:pt idx="3875">
                  <c:v>-0.5</c:v>
                </c:pt>
                <c:pt idx="3876">
                  <c:v>-0.5</c:v>
                </c:pt>
                <c:pt idx="3877">
                  <c:v>-0.5</c:v>
                </c:pt>
                <c:pt idx="3878">
                  <c:v>-0.5</c:v>
                </c:pt>
                <c:pt idx="3879">
                  <c:v>-0.5</c:v>
                </c:pt>
                <c:pt idx="3880">
                  <c:v>-0.5</c:v>
                </c:pt>
                <c:pt idx="3881">
                  <c:v>-0.5</c:v>
                </c:pt>
                <c:pt idx="3882">
                  <c:v>-0.5</c:v>
                </c:pt>
                <c:pt idx="3883">
                  <c:v>-0.5</c:v>
                </c:pt>
                <c:pt idx="3884">
                  <c:v>-0.5</c:v>
                </c:pt>
                <c:pt idx="3885">
                  <c:v>-0.5</c:v>
                </c:pt>
                <c:pt idx="3886">
                  <c:v>-0.5</c:v>
                </c:pt>
                <c:pt idx="3887">
                  <c:v>-0.5</c:v>
                </c:pt>
                <c:pt idx="3888">
                  <c:v>-0.5</c:v>
                </c:pt>
                <c:pt idx="3889">
                  <c:v>-0.5</c:v>
                </c:pt>
                <c:pt idx="3890">
                  <c:v>-0.5</c:v>
                </c:pt>
                <c:pt idx="3891">
                  <c:v>-0.5</c:v>
                </c:pt>
                <c:pt idx="3892">
                  <c:v>-0.5</c:v>
                </c:pt>
                <c:pt idx="3893">
                  <c:v>-0.5</c:v>
                </c:pt>
                <c:pt idx="3894">
                  <c:v>-0.5</c:v>
                </c:pt>
                <c:pt idx="3895">
                  <c:v>-0.5</c:v>
                </c:pt>
                <c:pt idx="3896">
                  <c:v>-0.5</c:v>
                </c:pt>
                <c:pt idx="3897">
                  <c:v>-0.5</c:v>
                </c:pt>
                <c:pt idx="3898">
                  <c:v>-0.5</c:v>
                </c:pt>
                <c:pt idx="3899">
                  <c:v>-0.5</c:v>
                </c:pt>
                <c:pt idx="3900">
                  <c:v>-0.5</c:v>
                </c:pt>
                <c:pt idx="3901">
                  <c:v>-0.5</c:v>
                </c:pt>
                <c:pt idx="3902">
                  <c:v>-0.5</c:v>
                </c:pt>
                <c:pt idx="3903">
                  <c:v>-0.5</c:v>
                </c:pt>
                <c:pt idx="3904">
                  <c:v>-0.5</c:v>
                </c:pt>
                <c:pt idx="3905">
                  <c:v>-0.5</c:v>
                </c:pt>
                <c:pt idx="3906">
                  <c:v>-0.5</c:v>
                </c:pt>
                <c:pt idx="3907">
                  <c:v>-0.5</c:v>
                </c:pt>
                <c:pt idx="3908">
                  <c:v>-0.5</c:v>
                </c:pt>
                <c:pt idx="3909">
                  <c:v>-0.5</c:v>
                </c:pt>
                <c:pt idx="3910">
                  <c:v>-0.5</c:v>
                </c:pt>
                <c:pt idx="3911">
                  <c:v>-0.5</c:v>
                </c:pt>
                <c:pt idx="3912">
                  <c:v>-0.5</c:v>
                </c:pt>
                <c:pt idx="3913">
                  <c:v>-0.5</c:v>
                </c:pt>
                <c:pt idx="3914">
                  <c:v>-0.5</c:v>
                </c:pt>
                <c:pt idx="3915">
                  <c:v>-0.5</c:v>
                </c:pt>
                <c:pt idx="3916">
                  <c:v>-0.5</c:v>
                </c:pt>
                <c:pt idx="3917">
                  <c:v>-0.5</c:v>
                </c:pt>
                <c:pt idx="3918">
                  <c:v>-0.5</c:v>
                </c:pt>
                <c:pt idx="3919">
                  <c:v>-0.5</c:v>
                </c:pt>
                <c:pt idx="3920">
                  <c:v>-0.5</c:v>
                </c:pt>
                <c:pt idx="3921">
                  <c:v>-0.5</c:v>
                </c:pt>
                <c:pt idx="3922">
                  <c:v>-0.5</c:v>
                </c:pt>
                <c:pt idx="3923">
                  <c:v>-0.5</c:v>
                </c:pt>
                <c:pt idx="3924">
                  <c:v>-0.5</c:v>
                </c:pt>
                <c:pt idx="3925">
                  <c:v>-0.5</c:v>
                </c:pt>
                <c:pt idx="3926">
                  <c:v>-0.5</c:v>
                </c:pt>
                <c:pt idx="3927">
                  <c:v>-0.5</c:v>
                </c:pt>
                <c:pt idx="3928">
                  <c:v>-0.5</c:v>
                </c:pt>
                <c:pt idx="3929">
                  <c:v>-0.5</c:v>
                </c:pt>
                <c:pt idx="3930">
                  <c:v>-0.5</c:v>
                </c:pt>
                <c:pt idx="3931">
                  <c:v>-0.5</c:v>
                </c:pt>
                <c:pt idx="3932">
                  <c:v>-0.5</c:v>
                </c:pt>
                <c:pt idx="3933">
                  <c:v>-0.5</c:v>
                </c:pt>
                <c:pt idx="3934">
                  <c:v>-0.5</c:v>
                </c:pt>
                <c:pt idx="3935">
                  <c:v>-0.5</c:v>
                </c:pt>
                <c:pt idx="3936">
                  <c:v>-0.5</c:v>
                </c:pt>
                <c:pt idx="3937">
                  <c:v>-0.5</c:v>
                </c:pt>
                <c:pt idx="3938">
                  <c:v>-0.5</c:v>
                </c:pt>
                <c:pt idx="3939">
                  <c:v>-0.5</c:v>
                </c:pt>
                <c:pt idx="3940">
                  <c:v>-0.5</c:v>
                </c:pt>
                <c:pt idx="3941">
                  <c:v>-0.5</c:v>
                </c:pt>
                <c:pt idx="3942">
                  <c:v>-0.5</c:v>
                </c:pt>
                <c:pt idx="3943">
                  <c:v>-0.5</c:v>
                </c:pt>
                <c:pt idx="3944">
                  <c:v>-0.5</c:v>
                </c:pt>
                <c:pt idx="3945">
                  <c:v>-0.5</c:v>
                </c:pt>
                <c:pt idx="3946">
                  <c:v>-0.5</c:v>
                </c:pt>
                <c:pt idx="3947">
                  <c:v>-0.5</c:v>
                </c:pt>
                <c:pt idx="3948">
                  <c:v>-0.5</c:v>
                </c:pt>
                <c:pt idx="3949">
                  <c:v>-0.5</c:v>
                </c:pt>
                <c:pt idx="3950">
                  <c:v>-0.5</c:v>
                </c:pt>
                <c:pt idx="3951">
                  <c:v>-0.5</c:v>
                </c:pt>
                <c:pt idx="3952">
                  <c:v>-0.5</c:v>
                </c:pt>
                <c:pt idx="3953">
                  <c:v>-0.5</c:v>
                </c:pt>
                <c:pt idx="3954">
                  <c:v>-0.5</c:v>
                </c:pt>
                <c:pt idx="3955">
                  <c:v>-0.5</c:v>
                </c:pt>
                <c:pt idx="3956">
                  <c:v>-0.5</c:v>
                </c:pt>
                <c:pt idx="3957">
                  <c:v>-0.5</c:v>
                </c:pt>
                <c:pt idx="3958">
                  <c:v>-0.5</c:v>
                </c:pt>
                <c:pt idx="3959">
                  <c:v>-0.5</c:v>
                </c:pt>
                <c:pt idx="3960">
                  <c:v>-0.5</c:v>
                </c:pt>
                <c:pt idx="3961">
                  <c:v>-0.5</c:v>
                </c:pt>
                <c:pt idx="3962">
                  <c:v>-0.5</c:v>
                </c:pt>
                <c:pt idx="3963">
                  <c:v>-0.5</c:v>
                </c:pt>
                <c:pt idx="3964">
                  <c:v>-0.5</c:v>
                </c:pt>
                <c:pt idx="3965">
                  <c:v>-0.5</c:v>
                </c:pt>
                <c:pt idx="3966">
                  <c:v>-0.5</c:v>
                </c:pt>
                <c:pt idx="3967">
                  <c:v>-0.5</c:v>
                </c:pt>
                <c:pt idx="3968">
                  <c:v>-0.5</c:v>
                </c:pt>
                <c:pt idx="3969">
                  <c:v>-0.5</c:v>
                </c:pt>
                <c:pt idx="3970">
                  <c:v>-0.5</c:v>
                </c:pt>
                <c:pt idx="3971">
                  <c:v>-0.5</c:v>
                </c:pt>
                <c:pt idx="3972">
                  <c:v>-0.5</c:v>
                </c:pt>
                <c:pt idx="3973">
                  <c:v>-0.5</c:v>
                </c:pt>
                <c:pt idx="3974">
                  <c:v>-0.5</c:v>
                </c:pt>
                <c:pt idx="3975">
                  <c:v>-0.5</c:v>
                </c:pt>
                <c:pt idx="3976">
                  <c:v>-0.5</c:v>
                </c:pt>
                <c:pt idx="3977">
                  <c:v>-0.5</c:v>
                </c:pt>
                <c:pt idx="3978">
                  <c:v>-0.5</c:v>
                </c:pt>
                <c:pt idx="3979">
                  <c:v>-0.5</c:v>
                </c:pt>
                <c:pt idx="3980">
                  <c:v>-0.5</c:v>
                </c:pt>
                <c:pt idx="3981">
                  <c:v>-0.5</c:v>
                </c:pt>
                <c:pt idx="3982">
                  <c:v>-0.5</c:v>
                </c:pt>
                <c:pt idx="3983">
                  <c:v>-0.5</c:v>
                </c:pt>
                <c:pt idx="3984">
                  <c:v>-0.5</c:v>
                </c:pt>
                <c:pt idx="3985">
                  <c:v>-0.5</c:v>
                </c:pt>
                <c:pt idx="3986">
                  <c:v>-0.5</c:v>
                </c:pt>
                <c:pt idx="3987">
                  <c:v>-0.5</c:v>
                </c:pt>
                <c:pt idx="3988">
                  <c:v>-0.5</c:v>
                </c:pt>
                <c:pt idx="3989">
                  <c:v>-0.5</c:v>
                </c:pt>
                <c:pt idx="3990">
                  <c:v>-0.5</c:v>
                </c:pt>
                <c:pt idx="3991">
                  <c:v>-0.5</c:v>
                </c:pt>
                <c:pt idx="3992">
                  <c:v>-0.5</c:v>
                </c:pt>
                <c:pt idx="3993">
                  <c:v>-0.5</c:v>
                </c:pt>
                <c:pt idx="3994">
                  <c:v>-0.5</c:v>
                </c:pt>
                <c:pt idx="3995">
                  <c:v>-0.5</c:v>
                </c:pt>
                <c:pt idx="3996">
                  <c:v>-0.5</c:v>
                </c:pt>
                <c:pt idx="3997">
                  <c:v>-0.5</c:v>
                </c:pt>
                <c:pt idx="3998">
                  <c:v>-0.5</c:v>
                </c:pt>
                <c:pt idx="3999">
                  <c:v>-0.5</c:v>
                </c:pt>
                <c:pt idx="4000">
                  <c:v>-0.5</c:v>
                </c:pt>
                <c:pt idx="4001">
                  <c:v>-0.5</c:v>
                </c:pt>
                <c:pt idx="4002">
                  <c:v>-0.5</c:v>
                </c:pt>
                <c:pt idx="4003">
                  <c:v>-0.5</c:v>
                </c:pt>
                <c:pt idx="4004">
                  <c:v>-0.5</c:v>
                </c:pt>
                <c:pt idx="4005">
                  <c:v>-0.5</c:v>
                </c:pt>
                <c:pt idx="4006">
                  <c:v>-0.5</c:v>
                </c:pt>
                <c:pt idx="4007">
                  <c:v>-0.5</c:v>
                </c:pt>
                <c:pt idx="4008">
                  <c:v>-0.5</c:v>
                </c:pt>
                <c:pt idx="4009">
                  <c:v>-0.5</c:v>
                </c:pt>
                <c:pt idx="4010">
                  <c:v>-0.5</c:v>
                </c:pt>
                <c:pt idx="4011">
                  <c:v>-0.5</c:v>
                </c:pt>
                <c:pt idx="4012">
                  <c:v>-0.5</c:v>
                </c:pt>
                <c:pt idx="4013">
                  <c:v>-0.5</c:v>
                </c:pt>
                <c:pt idx="4014">
                  <c:v>-0.5</c:v>
                </c:pt>
                <c:pt idx="4015">
                  <c:v>-0.5</c:v>
                </c:pt>
                <c:pt idx="4016">
                  <c:v>-0.5</c:v>
                </c:pt>
                <c:pt idx="4017">
                  <c:v>-0.5</c:v>
                </c:pt>
                <c:pt idx="4018">
                  <c:v>-0.5</c:v>
                </c:pt>
                <c:pt idx="4019">
                  <c:v>-0.5</c:v>
                </c:pt>
                <c:pt idx="4020">
                  <c:v>-0.5</c:v>
                </c:pt>
                <c:pt idx="4021">
                  <c:v>-0.5</c:v>
                </c:pt>
                <c:pt idx="4022">
                  <c:v>-0.5</c:v>
                </c:pt>
                <c:pt idx="4023">
                  <c:v>-0.5</c:v>
                </c:pt>
                <c:pt idx="4024">
                  <c:v>-0.5</c:v>
                </c:pt>
                <c:pt idx="4025">
                  <c:v>-0.5</c:v>
                </c:pt>
                <c:pt idx="4026">
                  <c:v>-0.5</c:v>
                </c:pt>
                <c:pt idx="4027">
                  <c:v>-0.5</c:v>
                </c:pt>
                <c:pt idx="4028">
                  <c:v>-0.5</c:v>
                </c:pt>
                <c:pt idx="4029">
                  <c:v>-0.5</c:v>
                </c:pt>
                <c:pt idx="4030">
                  <c:v>-0.5</c:v>
                </c:pt>
                <c:pt idx="4031">
                  <c:v>-0.5</c:v>
                </c:pt>
                <c:pt idx="4032">
                  <c:v>-0.5</c:v>
                </c:pt>
                <c:pt idx="4033">
                  <c:v>-0.5</c:v>
                </c:pt>
                <c:pt idx="4034">
                  <c:v>-0.5</c:v>
                </c:pt>
                <c:pt idx="4035">
                  <c:v>-0.5</c:v>
                </c:pt>
                <c:pt idx="4036">
                  <c:v>-0.5</c:v>
                </c:pt>
                <c:pt idx="4037">
                  <c:v>-0.5</c:v>
                </c:pt>
                <c:pt idx="4038">
                  <c:v>-0.5</c:v>
                </c:pt>
                <c:pt idx="4039">
                  <c:v>-0.5</c:v>
                </c:pt>
                <c:pt idx="4040">
                  <c:v>-0.5</c:v>
                </c:pt>
                <c:pt idx="4041">
                  <c:v>-0.5</c:v>
                </c:pt>
                <c:pt idx="4042">
                  <c:v>-0.5</c:v>
                </c:pt>
                <c:pt idx="4043">
                  <c:v>-0.5</c:v>
                </c:pt>
                <c:pt idx="4044">
                  <c:v>-0.5</c:v>
                </c:pt>
                <c:pt idx="4045">
                  <c:v>-0.5</c:v>
                </c:pt>
                <c:pt idx="4046">
                  <c:v>-0.5</c:v>
                </c:pt>
                <c:pt idx="4047">
                  <c:v>-0.5</c:v>
                </c:pt>
                <c:pt idx="4048">
                  <c:v>-0.5</c:v>
                </c:pt>
                <c:pt idx="4049">
                  <c:v>-0.5</c:v>
                </c:pt>
                <c:pt idx="4050">
                  <c:v>-0.5</c:v>
                </c:pt>
                <c:pt idx="4051">
                  <c:v>-0.5</c:v>
                </c:pt>
                <c:pt idx="4052">
                  <c:v>-0.5</c:v>
                </c:pt>
                <c:pt idx="4053">
                  <c:v>-0.5</c:v>
                </c:pt>
                <c:pt idx="4054">
                  <c:v>-0.5</c:v>
                </c:pt>
                <c:pt idx="4055">
                  <c:v>-0.5</c:v>
                </c:pt>
                <c:pt idx="4056">
                  <c:v>-0.5</c:v>
                </c:pt>
                <c:pt idx="4057">
                  <c:v>-0.5</c:v>
                </c:pt>
                <c:pt idx="4058">
                  <c:v>-0.5</c:v>
                </c:pt>
                <c:pt idx="4059">
                  <c:v>-0.5</c:v>
                </c:pt>
                <c:pt idx="4060">
                  <c:v>-0.5</c:v>
                </c:pt>
                <c:pt idx="4061">
                  <c:v>-0.5</c:v>
                </c:pt>
                <c:pt idx="4062">
                  <c:v>-0.5</c:v>
                </c:pt>
                <c:pt idx="4063">
                  <c:v>-0.5</c:v>
                </c:pt>
                <c:pt idx="4064">
                  <c:v>-0.5</c:v>
                </c:pt>
                <c:pt idx="4065">
                  <c:v>-0.5</c:v>
                </c:pt>
                <c:pt idx="4066">
                  <c:v>-0.5</c:v>
                </c:pt>
                <c:pt idx="4067">
                  <c:v>-0.5</c:v>
                </c:pt>
                <c:pt idx="4068">
                  <c:v>-0.5</c:v>
                </c:pt>
                <c:pt idx="4069">
                  <c:v>-0.5</c:v>
                </c:pt>
                <c:pt idx="4070">
                  <c:v>-0.5</c:v>
                </c:pt>
                <c:pt idx="4071">
                  <c:v>-0.5</c:v>
                </c:pt>
                <c:pt idx="4072">
                  <c:v>-0.5</c:v>
                </c:pt>
                <c:pt idx="4073">
                  <c:v>-0.5</c:v>
                </c:pt>
                <c:pt idx="4074">
                  <c:v>-0.5</c:v>
                </c:pt>
                <c:pt idx="4075">
                  <c:v>-0.5</c:v>
                </c:pt>
                <c:pt idx="4076">
                  <c:v>-0.5</c:v>
                </c:pt>
                <c:pt idx="4077">
                  <c:v>-0.5</c:v>
                </c:pt>
                <c:pt idx="4078">
                  <c:v>-0.5</c:v>
                </c:pt>
                <c:pt idx="4079">
                  <c:v>-0.5</c:v>
                </c:pt>
                <c:pt idx="4080">
                  <c:v>-0.5</c:v>
                </c:pt>
                <c:pt idx="4081">
                  <c:v>-0.5</c:v>
                </c:pt>
                <c:pt idx="4082">
                  <c:v>-0.5</c:v>
                </c:pt>
                <c:pt idx="4083">
                  <c:v>-0.5</c:v>
                </c:pt>
                <c:pt idx="4084">
                  <c:v>-0.5</c:v>
                </c:pt>
                <c:pt idx="4085">
                  <c:v>-0.5</c:v>
                </c:pt>
                <c:pt idx="4086">
                  <c:v>-0.5</c:v>
                </c:pt>
                <c:pt idx="4087">
                  <c:v>-0.5</c:v>
                </c:pt>
                <c:pt idx="4088">
                  <c:v>-0.5</c:v>
                </c:pt>
                <c:pt idx="4089">
                  <c:v>-0.5</c:v>
                </c:pt>
                <c:pt idx="4090">
                  <c:v>-0.5</c:v>
                </c:pt>
                <c:pt idx="4091">
                  <c:v>-0.5</c:v>
                </c:pt>
                <c:pt idx="4092">
                  <c:v>-0.5</c:v>
                </c:pt>
                <c:pt idx="4093">
                  <c:v>-0.5</c:v>
                </c:pt>
                <c:pt idx="4094">
                  <c:v>-0.5</c:v>
                </c:pt>
                <c:pt idx="4095">
                  <c:v>-0.5</c:v>
                </c:pt>
                <c:pt idx="4096">
                  <c:v>-0.5</c:v>
                </c:pt>
                <c:pt idx="4097">
                  <c:v>-0.5</c:v>
                </c:pt>
                <c:pt idx="4098">
                  <c:v>-0.5</c:v>
                </c:pt>
                <c:pt idx="4099">
                  <c:v>-0.5</c:v>
                </c:pt>
                <c:pt idx="4100">
                  <c:v>-0.5</c:v>
                </c:pt>
                <c:pt idx="4101">
                  <c:v>-0.5</c:v>
                </c:pt>
                <c:pt idx="4102">
                  <c:v>-0.5</c:v>
                </c:pt>
                <c:pt idx="4103">
                  <c:v>-0.5</c:v>
                </c:pt>
                <c:pt idx="4104">
                  <c:v>-0.5</c:v>
                </c:pt>
                <c:pt idx="4105">
                  <c:v>-0.5</c:v>
                </c:pt>
                <c:pt idx="4106">
                  <c:v>-0.5</c:v>
                </c:pt>
                <c:pt idx="4107">
                  <c:v>-0.5</c:v>
                </c:pt>
                <c:pt idx="4108">
                  <c:v>-0.5</c:v>
                </c:pt>
                <c:pt idx="4109">
                  <c:v>-0.5</c:v>
                </c:pt>
                <c:pt idx="4110">
                  <c:v>-0.5</c:v>
                </c:pt>
                <c:pt idx="4111">
                  <c:v>-0.5</c:v>
                </c:pt>
                <c:pt idx="4112">
                  <c:v>-0.5</c:v>
                </c:pt>
                <c:pt idx="4113">
                  <c:v>-0.5</c:v>
                </c:pt>
                <c:pt idx="4114">
                  <c:v>-0.5</c:v>
                </c:pt>
                <c:pt idx="4115">
                  <c:v>-0.5</c:v>
                </c:pt>
                <c:pt idx="4116">
                  <c:v>-0.5</c:v>
                </c:pt>
                <c:pt idx="4117">
                  <c:v>-0.5</c:v>
                </c:pt>
                <c:pt idx="4118">
                  <c:v>-0.5</c:v>
                </c:pt>
                <c:pt idx="4119">
                  <c:v>-0.5</c:v>
                </c:pt>
                <c:pt idx="4120">
                  <c:v>-0.5</c:v>
                </c:pt>
                <c:pt idx="4121">
                  <c:v>-0.5</c:v>
                </c:pt>
                <c:pt idx="4122">
                  <c:v>-0.5</c:v>
                </c:pt>
                <c:pt idx="4123">
                  <c:v>-0.5</c:v>
                </c:pt>
                <c:pt idx="4124">
                  <c:v>-0.5</c:v>
                </c:pt>
                <c:pt idx="4125">
                  <c:v>-0.5</c:v>
                </c:pt>
                <c:pt idx="4126">
                  <c:v>-0.5</c:v>
                </c:pt>
                <c:pt idx="4127">
                  <c:v>-0.5</c:v>
                </c:pt>
                <c:pt idx="4128">
                  <c:v>-0.5</c:v>
                </c:pt>
                <c:pt idx="4129">
                  <c:v>-0.5</c:v>
                </c:pt>
                <c:pt idx="4130">
                  <c:v>-0.5</c:v>
                </c:pt>
                <c:pt idx="4131">
                  <c:v>-0.5</c:v>
                </c:pt>
                <c:pt idx="4132">
                  <c:v>-0.5</c:v>
                </c:pt>
                <c:pt idx="4133">
                  <c:v>-0.5</c:v>
                </c:pt>
                <c:pt idx="4134">
                  <c:v>-0.5</c:v>
                </c:pt>
                <c:pt idx="4135">
                  <c:v>-0.5</c:v>
                </c:pt>
                <c:pt idx="4136">
                  <c:v>-0.5</c:v>
                </c:pt>
                <c:pt idx="4137">
                  <c:v>-0.5</c:v>
                </c:pt>
                <c:pt idx="4138">
                  <c:v>-0.5</c:v>
                </c:pt>
                <c:pt idx="4139">
                  <c:v>-0.5</c:v>
                </c:pt>
                <c:pt idx="4140">
                  <c:v>-0.5</c:v>
                </c:pt>
                <c:pt idx="4141">
                  <c:v>-0.5</c:v>
                </c:pt>
                <c:pt idx="4142">
                  <c:v>-0.5</c:v>
                </c:pt>
                <c:pt idx="4143">
                  <c:v>-0.5</c:v>
                </c:pt>
                <c:pt idx="4144">
                  <c:v>-0.5</c:v>
                </c:pt>
                <c:pt idx="4145">
                  <c:v>-0.5</c:v>
                </c:pt>
                <c:pt idx="4146">
                  <c:v>-0.5</c:v>
                </c:pt>
                <c:pt idx="4147">
                  <c:v>-0.5</c:v>
                </c:pt>
                <c:pt idx="4148">
                  <c:v>-0.5</c:v>
                </c:pt>
                <c:pt idx="4149">
                  <c:v>-0.5</c:v>
                </c:pt>
                <c:pt idx="4150">
                  <c:v>-0.5</c:v>
                </c:pt>
                <c:pt idx="4151">
                  <c:v>-0.5</c:v>
                </c:pt>
                <c:pt idx="4152">
                  <c:v>-0.5</c:v>
                </c:pt>
                <c:pt idx="4153">
                  <c:v>-0.5</c:v>
                </c:pt>
                <c:pt idx="4154">
                  <c:v>-0.5</c:v>
                </c:pt>
                <c:pt idx="4155">
                  <c:v>-0.5</c:v>
                </c:pt>
                <c:pt idx="4156">
                  <c:v>-0.5</c:v>
                </c:pt>
                <c:pt idx="4157">
                  <c:v>-0.5</c:v>
                </c:pt>
                <c:pt idx="4158">
                  <c:v>-0.5</c:v>
                </c:pt>
                <c:pt idx="4159">
                  <c:v>-0.5</c:v>
                </c:pt>
                <c:pt idx="4160">
                  <c:v>-0.5</c:v>
                </c:pt>
                <c:pt idx="4161">
                  <c:v>-0.5</c:v>
                </c:pt>
                <c:pt idx="4162">
                  <c:v>-0.5</c:v>
                </c:pt>
                <c:pt idx="4163">
                  <c:v>-0.5</c:v>
                </c:pt>
                <c:pt idx="4164">
                  <c:v>-0.5</c:v>
                </c:pt>
                <c:pt idx="4165">
                  <c:v>-0.5</c:v>
                </c:pt>
                <c:pt idx="4166">
                  <c:v>-0.5</c:v>
                </c:pt>
                <c:pt idx="4167">
                  <c:v>-0.5</c:v>
                </c:pt>
                <c:pt idx="4168">
                  <c:v>-0.5</c:v>
                </c:pt>
                <c:pt idx="4169">
                  <c:v>-0.5</c:v>
                </c:pt>
                <c:pt idx="4170">
                  <c:v>-0.5</c:v>
                </c:pt>
                <c:pt idx="4171">
                  <c:v>-0.5</c:v>
                </c:pt>
                <c:pt idx="4172">
                  <c:v>-0.5</c:v>
                </c:pt>
                <c:pt idx="4173">
                  <c:v>-0.5</c:v>
                </c:pt>
                <c:pt idx="4174">
                  <c:v>-0.5</c:v>
                </c:pt>
                <c:pt idx="4175">
                  <c:v>-0.5</c:v>
                </c:pt>
                <c:pt idx="4176">
                  <c:v>-0.5</c:v>
                </c:pt>
                <c:pt idx="4177">
                  <c:v>-0.5</c:v>
                </c:pt>
                <c:pt idx="4178">
                  <c:v>-0.5</c:v>
                </c:pt>
                <c:pt idx="4179">
                  <c:v>-0.5</c:v>
                </c:pt>
                <c:pt idx="4180">
                  <c:v>-0.5</c:v>
                </c:pt>
                <c:pt idx="4181">
                  <c:v>-0.5</c:v>
                </c:pt>
                <c:pt idx="4182">
                  <c:v>-0.5</c:v>
                </c:pt>
                <c:pt idx="4183">
                  <c:v>-0.5</c:v>
                </c:pt>
                <c:pt idx="4184">
                  <c:v>-0.5</c:v>
                </c:pt>
                <c:pt idx="4185">
                  <c:v>-0.5</c:v>
                </c:pt>
                <c:pt idx="4186">
                  <c:v>-0.5</c:v>
                </c:pt>
                <c:pt idx="4187">
                  <c:v>-0.5</c:v>
                </c:pt>
                <c:pt idx="4188">
                  <c:v>-0.5</c:v>
                </c:pt>
                <c:pt idx="4189">
                  <c:v>-0.5</c:v>
                </c:pt>
                <c:pt idx="4190">
                  <c:v>-0.5</c:v>
                </c:pt>
                <c:pt idx="4191">
                  <c:v>-0.5</c:v>
                </c:pt>
                <c:pt idx="4192">
                  <c:v>-0.5</c:v>
                </c:pt>
                <c:pt idx="4193">
                  <c:v>-0.5</c:v>
                </c:pt>
                <c:pt idx="4194">
                  <c:v>-0.5</c:v>
                </c:pt>
                <c:pt idx="4195">
                  <c:v>-0.5</c:v>
                </c:pt>
                <c:pt idx="4196">
                  <c:v>-0.5</c:v>
                </c:pt>
                <c:pt idx="4197">
                  <c:v>-0.5</c:v>
                </c:pt>
                <c:pt idx="4198">
                  <c:v>-0.5</c:v>
                </c:pt>
                <c:pt idx="4199">
                  <c:v>-0.5</c:v>
                </c:pt>
                <c:pt idx="4200">
                  <c:v>-0.5</c:v>
                </c:pt>
                <c:pt idx="4201">
                  <c:v>-0.5</c:v>
                </c:pt>
                <c:pt idx="4202">
                  <c:v>-0.5</c:v>
                </c:pt>
                <c:pt idx="4203">
                  <c:v>-0.5</c:v>
                </c:pt>
                <c:pt idx="4204">
                  <c:v>-0.5</c:v>
                </c:pt>
                <c:pt idx="4205">
                  <c:v>-0.5</c:v>
                </c:pt>
                <c:pt idx="4206">
                  <c:v>-0.5</c:v>
                </c:pt>
                <c:pt idx="4207">
                  <c:v>-0.5</c:v>
                </c:pt>
                <c:pt idx="4208">
                  <c:v>-0.5</c:v>
                </c:pt>
                <c:pt idx="4209">
                  <c:v>-0.5</c:v>
                </c:pt>
                <c:pt idx="4210">
                  <c:v>-0.5</c:v>
                </c:pt>
                <c:pt idx="4211">
                  <c:v>-0.5</c:v>
                </c:pt>
                <c:pt idx="4212">
                  <c:v>-0.5</c:v>
                </c:pt>
                <c:pt idx="4213">
                  <c:v>-0.5</c:v>
                </c:pt>
                <c:pt idx="4214">
                  <c:v>-0.5</c:v>
                </c:pt>
                <c:pt idx="4215">
                  <c:v>-0.5</c:v>
                </c:pt>
                <c:pt idx="4216">
                  <c:v>-0.5</c:v>
                </c:pt>
                <c:pt idx="4217">
                  <c:v>-0.5</c:v>
                </c:pt>
                <c:pt idx="4218">
                  <c:v>-0.5</c:v>
                </c:pt>
                <c:pt idx="4219">
                  <c:v>-0.5</c:v>
                </c:pt>
                <c:pt idx="4220">
                  <c:v>-0.5</c:v>
                </c:pt>
                <c:pt idx="4221">
                  <c:v>-0.5</c:v>
                </c:pt>
                <c:pt idx="4222">
                  <c:v>-0.5</c:v>
                </c:pt>
                <c:pt idx="4223">
                  <c:v>-0.5</c:v>
                </c:pt>
                <c:pt idx="4224">
                  <c:v>-0.5</c:v>
                </c:pt>
                <c:pt idx="4225">
                  <c:v>-0.5</c:v>
                </c:pt>
                <c:pt idx="4226">
                  <c:v>-0.5</c:v>
                </c:pt>
                <c:pt idx="4227">
                  <c:v>-0.5</c:v>
                </c:pt>
                <c:pt idx="4228">
                  <c:v>-0.5</c:v>
                </c:pt>
                <c:pt idx="4229">
                  <c:v>-0.5</c:v>
                </c:pt>
                <c:pt idx="4230">
                  <c:v>-0.5</c:v>
                </c:pt>
                <c:pt idx="4231">
                  <c:v>-0.5</c:v>
                </c:pt>
                <c:pt idx="4232">
                  <c:v>-0.5</c:v>
                </c:pt>
                <c:pt idx="4233">
                  <c:v>-0.5</c:v>
                </c:pt>
                <c:pt idx="4234">
                  <c:v>-0.5</c:v>
                </c:pt>
                <c:pt idx="4235">
                  <c:v>-0.5</c:v>
                </c:pt>
                <c:pt idx="4236">
                  <c:v>-0.5</c:v>
                </c:pt>
                <c:pt idx="4237">
                  <c:v>-0.5</c:v>
                </c:pt>
                <c:pt idx="4238">
                  <c:v>-0.5</c:v>
                </c:pt>
                <c:pt idx="4239">
                  <c:v>-0.5</c:v>
                </c:pt>
                <c:pt idx="4240">
                  <c:v>-0.5</c:v>
                </c:pt>
                <c:pt idx="4241">
                  <c:v>-0.5</c:v>
                </c:pt>
                <c:pt idx="4242">
                  <c:v>-0.5</c:v>
                </c:pt>
                <c:pt idx="4243">
                  <c:v>-0.5</c:v>
                </c:pt>
                <c:pt idx="4244">
                  <c:v>-0.5</c:v>
                </c:pt>
                <c:pt idx="4245">
                  <c:v>-0.5</c:v>
                </c:pt>
                <c:pt idx="4246">
                  <c:v>-0.5</c:v>
                </c:pt>
                <c:pt idx="4247">
                  <c:v>-0.5</c:v>
                </c:pt>
                <c:pt idx="4248">
                  <c:v>-0.5</c:v>
                </c:pt>
                <c:pt idx="4249">
                  <c:v>-0.5</c:v>
                </c:pt>
                <c:pt idx="4250">
                  <c:v>-0.5</c:v>
                </c:pt>
                <c:pt idx="4251">
                  <c:v>-0.5</c:v>
                </c:pt>
                <c:pt idx="4252">
                  <c:v>-0.5</c:v>
                </c:pt>
                <c:pt idx="4253">
                  <c:v>-0.5</c:v>
                </c:pt>
                <c:pt idx="4254">
                  <c:v>-0.5</c:v>
                </c:pt>
                <c:pt idx="4255">
                  <c:v>-0.5</c:v>
                </c:pt>
                <c:pt idx="4256">
                  <c:v>-0.5</c:v>
                </c:pt>
                <c:pt idx="4257">
                  <c:v>-0.5</c:v>
                </c:pt>
                <c:pt idx="4258">
                  <c:v>-0.5</c:v>
                </c:pt>
                <c:pt idx="4259">
                  <c:v>-0.5</c:v>
                </c:pt>
                <c:pt idx="4260">
                  <c:v>-0.5</c:v>
                </c:pt>
                <c:pt idx="4261">
                  <c:v>-0.5</c:v>
                </c:pt>
                <c:pt idx="4262">
                  <c:v>-0.5</c:v>
                </c:pt>
                <c:pt idx="4263">
                  <c:v>-0.5</c:v>
                </c:pt>
                <c:pt idx="4264">
                  <c:v>-0.5</c:v>
                </c:pt>
                <c:pt idx="4265">
                  <c:v>-0.5</c:v>
                </c:pt>
                <c:pt idx="4266">
                  <c:v>-0.5</c:v>
                </c:pt>
                <c:pt idx="4267">
                  <c:v>-0.5</c:v>
                </c:pt>
                <c:pt idx="4268">
                  <c:v>-0.5</c:v>
                </c:pt>
                <c:pt idx="4269">
                  <c:v>-0.5</c:v>
                </c:pt>
                <c:pt idx="4270">
                  <c:v>-0.5</c:v>
                </c:pt>
                <c:pt idx="4271">
                  <c:v>-0.5</c:v>
                </c:pt>
                <c:pt idx="4272">
                  <c:v>-0.5</c:v>
                </c:pt>
                <c:pt idx="4273">
                  <c:v>-0.5</c:v>
                </c:pt>
                <c:pt idx="4274">
                  <c:v>-0.5</c:v>
                </c:pt>
                <c:pt idx="4275">
                  <c:v>-0.5</c:v>
                </c:pt>
                <c:pt idx="4276">
                  <c:v>-0.5</c:v>
                </c:pt>
                <c:pt idx="4277">
                  <c:v>-0.5</c:v>
                </c:pt>
                <c:pt idx="4278">
                  <c:v>-0.5</c:v>
                </c:pt>
                <c:pt idx="4279">
                  <c:v>-0.5</c:v>
                </c:pt>
                <c:pt idx="4280">
                  <c:v>-0.5</c:v>
                </c:pt>
                <c:pt idx="4281">
                  <c:v>-0.5</c:v>
                </c:pt>
                <c:pt idx="4282">
                  <c:v>-0.5</c:v>
                </c:pt>
                <c:pt idx="4283">
                  <c:v>-0.5</c:v>
                </c:pt>
                <c:pt idx="4284">
                  <c:v>-0.5</c:v>
                </c:pt>
                <c:pt idx="4285">
                  <c:v>-0.5</c:v>
                </c:pt>
                <c:pt idx="4286">
                  <c:v>-0.5</c:v>
                </c:pt>
                <c:pt idx="4287">
                  <c:v>-0.5</c:v>
                </c:pt>
                <c:pt idx="4288">
                  <c:v>-0.5</c:v>
                </c:pt>
                <c:pt idx="4289">
                  <c:v>-0.5</c:v>
                </c:pt>
                <c:pt idx="4290">
                  <c:v>-0.5</c:v>
                </c:pt>
                <c:pt idx="4291">
                  <c:v>-0.5</c:v>
                </c:pt>
                <c:pt idx="4292">
                  <c:v>-0.5</c:v>
                </c:pt>
                <c:pt idx="4293">
                  <c:v>-0.5</c:v>
                </c:pt>
                <c:pt idx="4294">
                  <c:v>-0.5</c:v>
                </c:pt>
                <c:pt idx="4295">
                  <c:v>-0.5</c:v>
                </c:pt>
                <c:pt idx="4296">
                  <c:v>-0.5</c:v>
                </c:pt>
                <c:pt idx="4297">
                  <c:v>-0.5</c:v>
                </c:pt>
                <c:pt idx="4298">
                  <c:v>-0.5</c:v>
                </c:pt>
                <c:pt idx="4299">
                  <c:v>-0.5</c:v>
                </c:pt>
                <c:pt idx="4300">
                  <c:v>-0.5</c:v>
                </c:pt>
                <c:pt idx="4301">
                  <c:v>-0.5</c:v>
                </c:pt>
                <c:pt idx="4302">
                  <c:v>-0.5</c:v>
                </c:pt>
                <c:pt idx="4303">
                  <c:v>-0.5</c:v>
                </c:pt>
                <c:pt idx="4304">
                  <c:v>-0.5</c:v>
                </c:pt>
                <c:pt idx="4305">
                  <c:v>-0.5</c:v>
                </c:pt>
                <c:pt idx="4306">
                  <c:v>-0.5</c:v>
                </c:pt>
                <c:pt idx="4307">
                  <c:v>-0.5</c:v>
                </c:pt>
                <c:pt idx="4308">
                  <c:v>-0.5</c:v>
                </c:pt>
                <c:pt idx="4309">
                  <c:v>-0.5</c:v>
                </c:pt>
                <c:pt idx="4310">
                  <c:v>-0.5</c:v>
                </c:pt>
                <c:pt idx="4311">
                  <c:v>-0.5</c:v>
                </c:pt>
                <c:pt idx="4312">
                  <c:v>-0.5</c:v>
                </c:pt>
                <c:pt idx="4313">
                  <c:v>-0.5</c:v>
                </c:pt>
                <c:pt idx="4314">
                  <c:v>-0.5</c:v>
                </c:pt>
                <c:pt idx="4315">
                  <c:v>-0.5</c:v>
                </c:pt>
                <c:pt idx="4316">
                  <c:v>-0.5</c:v>
                </c:pt>
                <c:pt idx="4317">
                  <c:v>-0.5</c:v>
                </c:pt>
                <c:pt idx="4318">
                  <c:v>0</c:v>
                </c:pt>
                <c:pt idx="4319">
                  <c:v>0</c:v>
                </c:pt>
                <c:pt idx="4320">
                  <c:v>0</c:v>
                </c:pt>
                <c:pt idx="4321">
                  <c:v>0</c:v>
                </c:pt>
                <c:pt idx="4322">
                  <c:v>0</c:v>
                </c:pt>
                <c:pt idx="4323">
                  <c:v>0</c:v>
                </c:pt>
                <c:pt idx="4324">
                  <c:v>0</c:v>
                </c:pt>
                <c:pt idx="4325">
                  <c:v>0</c:v>
                </c:pt>
                <c:pt idx="4326">
                  <c:v>0</c:v>
                </c:pt>
                <c:pt idx="4327">
                  <c:v>0</c:v>
                </c:pt>
                <c:pt idx="4328">
                  <c:v>0</c:v>
                </c:pt>
                <c:pt idx="4329">
                  <c:v>0</c:v>
                </c:pt>
                <c:pt idx="4330">
                  <c:v>0</c:v>
                </c:pt>
                <c:pt idx="4331">
                  <c:v>0</c:v>
                </c:pt>
                <c:pt idx="4332">
                  <c:v>0</c:v>
                </c:pt>
                <c:pt idx="4333">
                  <c:v>0</c:v>
                </c:pt>
                <c:pt idx="4334">
                  <c:v>0</c:v>
                </c:pt>
                <c:pt idx="4335">
                  <c:v>0</c:v>
                </c:pt>
                <c:pt idx="4336">
                  <c:v>0</c:v>
                </c:pt>
                <c:pt idx="4337">
                  <c:v>0</c:v>
                </c:pt>
                <c:pt idx="4338">
                  <c:v>0</c:v>
                </c:pt>
                <c:pt idx="4339">
                  <c:v>0</c:v>
                </c:pt>
                <c:pt idx="4340">
                  <c:v>0</c:v>
                </c:pt>
                <c:pt idx="4341">
                  <c:v>0</c:v>
                </c:pt>
                <c:pt idx="4342">
                  <c:v>0</c:v>
                </c:pt>
                <c:pt idx="4343">
                  <c:v>0</c:v>
                </c:pt>
                <c:pt idx="4344">
                  <c:v>0</c:v>
                </c:pt>
                <c:pt idx="4345">
                  <c:v>0</c:v>
                </c:pt>
                <c:pt idx="4346">
                  <c:v>0</c:v>
                </c:pt>
                <c:pt idx="4347">
                  <c:v>0</c:v>
                </c:pt>
                <c:pt idx="4348">
                  <c:v>0</c:v>
                </c:pt>
                <c:pt idx="4349">
                  <c:v>0</c:v>
                </c:pt>
                <c:pt idx="4350">
                  <c:v>0</c:v>
                </c:pt>
                <c:pt idx="4351">
                  <c:v>0</c:v>
                </c:pt>
                <c:pt idx="4352">
                  <c:v>0</c:v>
                </c:pt>
                <c:pt idx="4353">
                  <c:v>0.75</c:v>
                </c:pt>
                <c:pt idx="4354">
                  <c:v>0.75</c:v>
                </c:pt>
                <c:pt idx="4355">
                  <c:v>0.75</c:v>
                </c:pt>
                <c:pt idx="4356">
                  <c:v>0.75</c:v>
                </c:pt>
                <c:pt idx="4357">
                  <c:v>0.75</c:v>
                </c:pt>
                <c:pt idx="4358">
                  <c:v>0.75</c:v>
                </c:pt>
                <c:pt idx="4359">
                  <c:v>0.75</c:v>
                </c:pt>
                <c:pt idx="4360">
                  <c:v>0.75</c:v>
                </c:pt>
                <c:pt idx="4361">
                  <c:v>0.75</c:v>
                </c:pt>
                <c:pt idx="4362">
                  <c:v>0.75</c:v>
                </c:pt>
                <c:pt idx="4363">
                  <c:v>0.75</c:v>
                </c:pt>
                <c:pt idx="4364">
                  <c:v>0.75</c:v>
                </c:pt>
                <c:pt idx="4365">
                  <c:v>0.75</c:v>
                </c:pt>
                <c:pt idx="4366">
                  <c:v>0.75</c:v>
                </c:pt>
                <c:pt idx="4367">
                  <c:v>0.75</c:v>
                </c:pt>
                <c:pt idx="4368">
                  <c:v>0.75</c:v>
                </c:pt>
                <c:pt idx="4369">
                  <c:v>0.75</c:v>
                </c:pt>
                <c:pt idx="4370">
                  <c:v>0.75</c:v>
                </c:pt>
                <c:pt idx="4371">
                  <c:v>0.75</c:v>
                </c:pt>
                <c:pt idx="4372">
                  <c:v>0.75</c:v>
                </c:pt>
                <c:pt idx="4373">
                  <c:v>0.75</c:v>
                </c:pt>
                <c:pt idx="4374">
                  <c:v>0.75</c:v>
                </c:pt>
                <c:pt idx="4375">
                  <c:v>0.75</c:v>
                </c:pt>
                <c:pt idx="4376">
                  <c:v>0.75</c:v>
                </c:pt>
                <c:pt idx="4377">
                  <c:v>0.75</c:v>
                </c:pt>
                <c:pt idx="4378">
                  <c:v>0.75</c:v>
                </c:pt>
                <c:pt idx="4379">
                  <c:v>0.75</c:v>
                </c:pt>
                <c:pt idx="4380">
                  <c:v>0.75</c:v>
                </c:pt>
                <c:pt idx="4381">
                  <c:v>0.75</c:v>
                </c:pt>
                <c:pt idx="4382">
                  <c:v>0.75</c:v>
                </c:pt>
                <c:pt idx="4383">
                  <c:v>0.75</c:v>
                </c:pt>
                <c:pt idx="4384">
                  <c:v>0.75</c:v>
                </c:pt>
                <c:pt idx="4385">
                  <c:v>0.75</c:v>
                </c:pt>
                <c:pt idx="4386">
                  <c:v>0.75</c:v>
                </c:pt>
                <c:pt idx="4387">
                  <c:v>0.75</c:v>
                </c:pt>
                <c:pt idx="4388">
                  <c:v>1.5</c:v>
                </c:pt>
                <c:pt idx="4389">
                  <c:v>1.5</c:v>
                </c:pt>
                <c:pt idx="4390">
                  <c:v>1.5</c:v>
                </c:pt>
                <c:pt idx="4391">
                  <c:v>1.5</c:v>
                </c:pt>
                <c:pt idx="4392">
                  <c:v>1.5</c:v>
                </c:pt>
                <c:pt idx="4393">
                  <c:v>1.5</c:v>
                </c:pt>
                <c:pt idx="4394">
                  <c:v>1.5</c:v>
                </c:pt>
                <c:pt idx="4395">
                  <c:v>1.5</c:v>
                </c:pt>
                <c:pt idx="4396">
                  <c:v>1.5</c:v>
                </c:pt>
                <c:pt idx="4397">
                  <c:v>1.5</c:v>
                </c:pt>
                <c:pt idx="4398">
                  <c:v>1.5</c:v>
                </c:pt>
                <c:pt idx="4399">
                  <c:v>1.5</c:v>
                </c:pt>
                <c:pt idx="4400">
                  <c:v>1.5</c:v>
                </c:pt>
                <c:pt idx="4401">
                  <c:v>1.5</c:v>
                </c:pt>
                <c:pt idx="4402">
                  <c:v>1.5</c:v>
                </c:pt>
                <c:pt idx="4403">
                  <c:v>1.5</c:v>
                </c:pt>
                <c:pt idx="4404">
                  <c:v>1.5</c:v>
                </c:pt>
                <c:pt idx="4405">
                  <c:v>1.5</c:v>
                </c:pt>
                <c:pt idx="4406">
                  <c:v>1.5</c:v>
                </c:pt>
                <c:pt idx="4407">
                  <c:v>1.5</c:v>
                </c:pt>
                <c:pt idx="4408">
                  <c:v>1.5</c:v>
                </c:pt>
                <c:pt idx="4409">
                  <c:v>1.5</c:v>
                </c:pt>
                <c:pt idx="4410">
                  <c:v>1.5</c:v>
                </c:pt>
                <c:pt idx="4411">
                  <c:v>1.5</c:v>
                </c:pt>
                <c:pt idx="4412">
                  <c:v>1.5</c:v>
                </c:pt>
                <c:pt idx="4413">
                  <c:v>1.5</c:v>
                </c:pt>
                <c:pt idx="4414">
                  <c:v>1.5</c:v>
                </c:pt>
                <c:pt idx="4415">
                  <c:v>1.5</c:v>
                </c:pt>
                <c:pt idx="4416">
                  <c:v>1.5</c:v>
                </c:pt>
                <c:pt idx="4417">
                  <c:v>1.5</c:v>
                </c:pt>
                <c:pt idx="4418">
                  <c:v>1.5</c:v>
                </c:pt>
                <c:pt idx="4419">
                  <c:v>1.5</c:v>
                </c:pt>
                <c:pt idx="4420">
                  <c:v>1.5</c:v>
                </c:pt>
                <c:pt idx="4421">
                  <c:v>1.5</c:v>
                </c:pt>
                <c:pt idx="4422">
                  <c:v>1.5</c:v>
                </c:pt>
                <c:pt idx="4423">
                  <c:v>2</c:v>
                </c:pt>
                <c:pt idx="4424">
                  <c:v>2</c:v>
                </c:pt>
                <c:pt idx="4425">
                  <c:v>2</c:v>
                </c:pt>
                <c:pt idx="4426">
                  <c:v>2</c:v>
                </c:pt>
                <c:pt idx="4427">
                  <c:v>2</c:v>
                </c:pt>
                <c:pt idx="4428">
                  <c:v>2</c:v>
                </c:pt>
                <c:pt idx="4429">
                  <c:v>2</c:v>
                </c:pt>
                <c:pt idx="4430">
                  <c:v>2</c:v>
                </c:pt>
                <c:pt idx="4431">
                  <c:v>2</c:v>
                </c:pt>
                <c:pt idx="4432">
                  <c:v>2</c:v>
                </c:pt>
                <c:pt idx="4433">
                  <c:v>2</c:v>
                </c:pt>
                <c:pt idx="4434">
                  <c:v>2</c:v>
                </c:pt>
                <c:pt idx="4435">
                  <c:v>2</c:v>
                </c:pt>
                <c:pt idx="4436">
                  <c:v>2</c:v>
                </c:pt>
                <c:pt idx="4437">
                  <c:v>2</c:v>
                </c:pt>
                <c:pt idx="4438">
                  <c:v>2</c:v>
                </c:pt>
                <c:pt idx="4439">
                  <c:v>2</c:v>
                </c:pt>
                <c:pt idx="4440">
                  <c:v>2</c:v>
                </c:pt>
                <c:pt idx="4441">
                  <c:v>2</c:v>
                </c:pt>
                <c:pt idx="4442">
                  <c:v>2</c:v>
                </c:pt>
                <c:pt idx="4443">
                  <c:v>2</c:v>
                </c:pt>
                <c:pt idx="4444">
                  <c:v>2</c:v>
                </c:pt>
                <c:pt idx="4445">
                  <c:v>2</c:v>
                </c:pt>
                <c:pt idx="4446">
                  <c:v>2</c:v>
                </c:pt>
                <c:pt idx="4447">
                  <c:v>2</c:v>
                </c:pt>
                <c:pt idx="4448">
                  <c:v>2</c:v>
                </c:pt>
                <c:pt idx="4449">
                  <c:v>2</c:v>
                </c:pt>
                <c:pt idx="4450">
                  <c:v>2</c:v>
                </c:pt>
                <c:pt idx="4451">
                  <c:v>2</c:v>
                </c:pt>
                <c:pt idx="4452">
                  <c:v>2</c:v>
                </c:pt>
                <c:pt idx="4453">
                  <c:v>2</c:v>
                </c:pt>
                <c:pt idx="4454">
                  <c:v>2</c:v>
                </c:pt>
                <c:pt idx="4455">
                  <c:v>2</c:v>
                </c:pt>
                <c:pt idx="4456">
                  <c:v>2</c:v>
                </c:pt>
                <c:pt idx="4457">
                  <c:v>2</c:v>
                </c:pt>
                <c:pt idx="4458">
                  <c:v>2.5</c:v>
                </c:pt>
                <c:pt idx="4459">
                  <c:v>2.5</c:v>
                </c:pt>
                <c:pt idx="4460">
                  <c:v>2.5</c:v>
                </c:pt>
                <c:pt idx="4461">
                  <c:v>2.5</c:v>
                </c:pt>
                <c:pt idx="4462">
                  <c:v>2.5</c:v>
                </c:pt>
                <c:pt idx="4463">
                  <c:v>2.5</c:v>
                </c:pt>
                <c:pt idx="4464">
                  <c:v>2.5</c:v>
                </c:pt>
                <c:pt idx="4465">
                  <c:v>2.5</c:v>
                </c:pt>
                <c:pt idx="4466">
                  <c:v>2.5</c:v>
                </c:pt>
                <c:pt idx="4467">
                  <c:v>2.5</c:v>
                </c:pt>
                <c:pt idx="4468">
                  <c:v>2.5</c:v>
                </c:pt>
                <c:pt idx="4469">
                  <c:v>2.5</c:v>
                </c:pt>
                <c:pt idx="4470">
                  <c:v>2.5</c:v>
                </c:pt>
                <c:pt idx="4471">
                  <c:v>2.5</c:v>
                </c:pt>
                <c:pt idx="4472">
                  <c:v>2.5</c:v>
                </c:pt>
                <c:pt idx="4473">
                  <c:v>2.5</c:v>
                </c:pt>
                <c:pt idx="4474">
                  <c:v>2.5</c:v>
                </c:pt>
                <c:pt idx="4475">
                  <c:v>2.5</c:v>
                </c:pt>
                <c:pt idx="4476">
                  <c:v>2.5</c:v>
                </c:pt>
                <c:pt idx="4477">
                  <c:v>2.5</c:v>
                </c:pt>
                <c:pt idx="4478">
                  <c:v>2.5</c:v>
                </c:pt>
                <c:pt idx="4479">
                  <c:v>2.5</c:v>
                </c:pt>
                <c:pt idx="4480">
                  <c:v>2.5</c:v>
                </c:pt>
                <c:pt idx="4481">
                  <c:v>2.5</c:v>
                </c:pt>
                <c:pt idx="4482">
                  <c:v>2.5</c:v>
                </c:pt>
                <c:pt idx="4483">
                  <c:v>2.5</c:v>
                </c:pt>
                <c:pt idx="4484">
                  <c:v>2.5</c:v>
                </c:pt>
                <c:pt idx="4485">
                  <c:v>2.5</c:v>
                </c:pt>
                <c:pt idx="4486">
                  <c:v>2.5</c:v>
                </c:pt>
                <c:pt idx="4487">
                  <c:v>2.5</c:v>
                </c:pt>
                <c:pt idx="4488">
                  <c:v>3</c:v>
                </c:pt>
                <c:pt idx="4489">
                  <c:v>3</c:v>
                </c:pt>
                <c:pt idx="4490">
                  <c:v>3</c:v>
                </c:pt>
                <c:pt idx="4491">
                  <c:v>3</c:v>
                </c:pt>
                <c:pt idx="4492">
                  <c:v>3</c:v>
                </c:pt>
                <c:pt idx="4493">
                  <c:v>3</c:v>
                </c:pt>
                <c:pt idx="4494">
                  <c:v>3</c:v>
                </c:pt>
                <c:pt idx="4495">
                  <c:v>3</c:v>
                </c:pt>
                <c:pt idx="4496">
                  <c:v>3</c:v>
                </c:pt>
                <c:pt idx="4497">
                  <c:v>3</c:v>
                </c:pt>
                <c:pt idx="4498">
                  <c:v>3</c:v>
                </c:pt>
                <c:pt idx="4499">
                  <c:v>3</c:v>
                </c:pt>
                <c:pt idx="4500">
                  <c:v>3</c:v>
                </c:pt>
                <c:pt idx="4501">
                  <c:v>3</c:v>
                </c:pt>
                <c:pt idx="4502">
                  <c:v>3</c:v>
                </c:pt>
                <c:pt idx="4503">
                  <c:v>3</c:v>
                </c:pt>
                <c:pt idx="4504">
                  <c:v>3</c:v>
                </c:pt>
                <c:pt idx="4505">
                  <c:v>3</c:v>
                </c:pt>
                <c:pt idx="4506">
                  <c:v>3</c:v>
                </c:pt>
                <c:pt idx="4507">
                  <c:v>3</c:v>
                </c:pt>
                <c:pt idx="4508">
                  <c:v>3</c:v>
                </c:pt>
                <c:pt idx="4509">
                  <c:v>3</c:v>
                </c:pt>
                <c:pt idx="4510">
                  <c:v>3</c:v>
                </c:pt>
                <c:pt idx="4511">
                  <c:v>3</c:v>
                </c:pt>
                <c:pt idx="4512">
                  <c:v>3</c:v>
                </c:pt>
                <c:pt idx="4513">
                  <c:v>3</c:v>
                </c:pt>
                <c:pt idx="4514">
                  <c:v>3</c:v>
                </c:pt>
                <c:pt idx="4515">
                  <c:v>3</c:v>
                </c:pt>
                <c:pt idx="4516">
                  <c:v>3</c:v>
                </c:pt>
                <c:pt idx="4517">
                  <c:v>3</c:v>
                </c:pt>
                <c:pt idx="4518">
                  <c:v>3</c:v>
                </c:pt>
                <c:pt idx="4519">
                  <c:v>3</c:v>
                </c:pt>
                <c:pt idx="4520">
                  <c:v>3</c:v>
                </c:pt>
                <c:pt idx="4521">
                  <c:v>3</c:v>
                </c:pt>
                <c:pt idx="4522">
                  <c:v>3</c:v>
                </c:pt>
                <c:pt idx="4523">
                  <c:v>3.25</c:v>
                </c:pt>
                <c:pt idx="4524">
                  <c:v>3.25</c:v>
                </c:pt>
                <c:pt idx="4525">
                  <c:v>3.25</c:v>
                </c:pt>
                <c:pt idx="4526">
                  <c:v>3.25</c:v>
                </c:pt>
                <c:pt idx="4527">
                  <c:v>3.25</c:v>
                </c:pt>
                <c:pt idx="4528">
                  <c:v>3.25</c:v>
                </c:pt>
                <c:pt idx="4529">
                  <c:v>3.25</c:v>
                </c:pt>
                <c:pt idx="4530">
                  <c:v>3.25</c:v>
                </c:pt>
                <c:pt idx="4531">
                  <c:v>3.25</c:v>
                </c:pt>
                <c:pt idx="4532">
                  <c:v>3.25</c:v>
                </c:pt>
                <c:pt idx="4533">
                  <c:v>3.25</c:v>
                </c:pt>
                <c:pt idx="4534">
                  <c:v>3.25</c:v>
                </c:pt>
                <c:pt idx="4535">
                  <c:v>3.25</c:v>
                </c:pt>
                <c:pt idx="4536">
                  <c:v>3.25</c:v>
                </c:pt>
                <c:pt idx="4537">
                  <c:v>3.25</c:v>
                </c:pt>
                <c:pt idx="4538">
                  <c:v>3.25</c:v>
                </c:pt>
                <c:pt idx="4539">
                  <c:v>3.25</c:v>
                </c:pt>
                <c:pt idx="4540">
                  <c:v>3.25</c:v>
                </c:pt>
                <c:pt idx="4541">
                  <c:v>3.25</c:v>
                </c:pt>
                <c:pt idx="4542">
                  <c:v>3.25</c:v>
                </c:pt>
                <c:pt idx="4543">
                  <c:v>3.25</c:v>
                </c:pt>
                <c:pt idx="4544">
                  <c:v>3.25</c:v>
                </c:pt>
                <c:pt idx="4545">
                  <c:v>3.25</c:v>
                </c:pt>
                <c:pt idx="4546">
                  <c:v>3.25</c:v>
                </c:pt>
                <c:pt idx="4547">
                  <c:v>3.25</c:v>
                </c:pt>
                <c:pt idx="4548">
                  <c:v>3.25</c:v>
                </c:pt>
                <c:pt idx="4549">
                  <c:v>3.25</c:v>
                </c:pt>
                <c:pt idx="4550">
                  <c:v>3.25</c:v>
                </c:pt>
                <c:pt idx="4551">
                  <c:v>3.25</c:v>
                </c:pt>
                <c:pt idx="4552">
                  <c:v>3.25</c:v>
                </c:pt>
                <c:pt idx="4553">
                  <c:v>3.5</c:v>
                </c:pt>
                <c:pt idx="4554">
                  <c:v>3.5</c:v>
                </c:pt>
                <c:pt idx="4555">
                  <c:v>3.5</c:v>
                </c:pt>
                <c:pt idx="4556">
                  <c:v>3.5</c:v>
                </c:pt>
                <c:pt idx="4557">
                  <c:v>3.5</c:v>
                </c:pt>
                <c:pt idx="4558">
                  <c:v>3.5</c:v>
                </c:pt>
                <c:pt idx="4559">
                  <c:v>3.5</c:v>
                </c:pt>
                <c:pt idx="4560">
                  <c:v>3.5</c:v>
                </c:pt>
                <c:pt idx="4561">
                  <c:v>3.5</c:v>
                </c:pt>
                <c:pt idx="4562">
                  <c:v>3.5</c:v>
                </c:pt>
                <c:pt idx="4563">
                  <c:v>3.5</c:v>
                </c:pt>
                <c:pt idx="4564">
                  <c:v>3.5</c:v>
                </c:pt>
                <c:pt idx="4565">
                  <c:v>3.5</c:v>
                </c:pt>
                <c:pt idx="4566">
                  <c:v>3.5</c:v>
                </c:pt>
                <c:pt idx="4567">
                  <c:v>3.5</c:v>
                </c:pt>
                <c:pt idx="4568">
                  <c:v>3.5</c:v>
                </c:pt>
                <c:pt idx="4569">
                  <c:v>3.5</c:v>
                </c:pt>
                <c:pt idx="4570">
                  <c:v>3.5</c:v>
                </c:pt>
                <c:pt idx="4571">
                  <c:v>3.5</c:v>
                </c:pt>
                <c:pt idx="4572">
                  <c:v>3.5</c:v>
                </c:pt>
                <c:pt idx="4573">
                  <c:v>3.5</c:v>
                </c:pt>
                <c:pt idx="4574">
                  <c:v>3.5</c:v>
                </c:pt>
                <c:pt idx="4575">
                  <c:v>3.5</c:v>
                </c:pt>
                <c:pt idx="4576">
                  <c:v>3.5</c:v>
                </c:pt>
                <c:pt idx="4577">
                  <c:v>3.5</c:v>
                </c:pt>
                <c:pt idx="4578">
                  <c:v>3.5</c:v>
                </c:pt>
                <c:pt idx="4579">
                  <c:v>3.5</c:v>
                </c:pt>
                <c:pt idx="4580">
                  <c:v>3.5</c:v>
                </c:pt>
                <c:pt idx="4581">
                  <c:v>3.5</c:v>
                </c:pt>
                <c:pt idx="4582">
                  <c:v>3.5</c:v>
                </c:pt>
                <c:pt idx="4583">
                  <c:v>3.75</c:v>
                </c:pt>
                <c:pt idx="4584">
                  <c:v>3.75</c:v>
                </c:pt>
                <c:pt idx="4585">
                  <c:v>3.75</c:v>
                </c:pt>
                <c:pt idx="4586">
                  <c:v>3.75</c:v>
                </c:pt>
                <c:pt idx="4587">
                  <c:v>3.75</c:v>
                </c:pt>
                <c:pt idx="4588">
                  <c:v>3.75</c:v>
                </c:pt>
                <c:pt idx="4589">
                  <c:v>3.75</c:v>
                </c:pt>
                <c:pt idx="4590">
                  <c:v>3.75</c:v>
                </c:pt>
                <c:pt idx="4591">
                  <c:v>3.75</c:v>
                </c:pt>
                <c:pt idx="4592">
                  <c:v>3.75</c:v>
                </c:pt>
                <c:pt idx="4593">
                  <c:v>3.75</c:v>
                </c:pt>
                <c:pt idx="4594">
                  <c:v>3.75</c:v>
                </c:pt>
                <c:pt idx="4595">
                  <c:v>3.75</c:v>
                </c:pt>
                <c:pt idx="4596">
                  <c:v>3.75</c:v>
                </c:pt>
                <c:pt idx="4597">
                  <c:v>3.75</c:v>
                </c:pt>
                <c:pt idx="4598">
                  <c:v>3.75</c:v>
                </c:pt>
                <c:pt idx="4599">
                  <c:v>3.75</c:v>
                </c:pt>
                <c:pt idx="4600">
                  <c:v>3.75</c:v>
                </c:pt>
                <c:pt idx="4601">
                  <c:v>3.75</c:v>
                </c:pt>
                <c:pt idx="4602">
                  <c:v>3.75</c:v>
                </c:pt>
                <c:pt idx="4603">
                  <c:v>3.75</c:v>
                </c:pt>
                <c:pt idx="4604">
                  <c:v>3.75</c:v>
                </c:pt>
                <c:pt idx="4605">
                  <c:v>3.75</c:v>
                </c:pt>
                <c:pt idx="4606">
                  <c:v>3.75</c:v>
                </c:pt>
                <c:pt idx="4607">
                  <c:v>3.75</c:v>
                </c:pt>
                <c:pt idx="4608">
                  <c:v>3.75</c:v>
                </c:pt>
                <c:pt idx="4609">
                  <c:v>3.75</c:v>
                </c:pt>
                <c:pt idx="4610">
                  <c:v>3.75</c:v>
                </c:pt>
                <c:pt idx="4611">
                  <c:v>3.75</c:v>
                </c:pt>
                <c:pt idx="4612">
                  <c:v>3.75</c:v>
                </c:pt>
                <c:pt idx="4613">
                  <c:v>3.75</c:v>
                </c:pt>
                <c:pt idx="4614">
                  <c:v>3.75</c:v>
                </c:pt>
                <c:pt idx="4615">
                  <c:v>3.75</c:v>
                </c:pt>
                <c:pt idx="4616">
                  <c:v>3.75</c:v>
                </c:pt>
                <c:pt idx="4617">
                  <c:v>3.75</c:v>
                </c:pt>
                <c:pt idx="4618">
                  <c:v>4</c:v>
                </c:pt>
                <c:pt idx="4619">
                  <c:v>4</c:v>
                </c:pt>
                <c:pt idx="4620">
                  <c:v>4</c:v>
                </c:pt>
                <c:pt idx="4621">
                  <c:v>4</c:v>
                </c:pt>
                <c:pt idx="4622">
                  <c:v>4</c:v>
                </c:pt>
                <c:pt idx="4623">
                  <c:v>4</c:v>
                </c:pt>
                <c:pt idx="4624">
                  <c:v>4</c:v>
                </c:pt>
                <c:pt idx="4625">
                  <c:v>4</c:v>
                </c:pt>
                <c:pt idx="4626">
                  <c:v>4</c:v>
                </c:pt>
                <c:pt idx="4627">
                  <c:v>4</c:v>
                </c:pt>
                <c:pt idx="4628">
                  <c:v>4</c:v>
                </c:pt>
                <c:pt idx="4629">
                  <c:v>4</c:v>
                </c:pt>
                <c:pt idx="4630">
                  <c:v>4</c:v>
                </c:pt>
                <c:pt idx="4631">
                  <c:v>4</c:v>
                </c:pt>
                <c:pt idx="4632">
                  <c:v>4</c:v>
                </c:pt>
                <c:pt idx="4633">
                  <c:v>4</c:v>
                </c:pt>
                <c:pt idx="4634">
                  <c:v>4</c:v>
                </c:pt>
                <c:pt idx="4635">
                  <c:v>4</c:v>
                </c:pt>
                <c:pt idx="4636">
                  <c:v>4</c:v>
                </c:pt>
                <c:pt idx="4637">
                  <c:v>4</c:v>
                </c:pt>
                <c:pt idx="4638">
                  <c:v>4</c:v>
                </c:pt>
                <c:pt idx="4639">
                  <c:v>4</c:v>
                </c:pt>
                <c:pt idx="4640">
                  <c:v>4</c:v>
                </c:pt>
                <c:pt idx="4641">
                  <c:v>4</c:v>
                </c:pt>
                <c:pt idx="4642">
                  <c:v>4</c:v>
                </c:pt>
                <c:pt idx="4643">
                  <c:v>4</c:v>
                </c:pt>
                <c:pt idx="4644">
                  <c:v>4</c:v>
                </c:pt>
                <c:pt idx="4645">
                  <c:v>4</c:v>
                </c:pt>
                <c:pt idx="4646">
                  <c:v>4</c:v>
                </c:pt>
                <c:pt idx="4647">
                  <c:v>4</c:v>
                </c:pt>
                <c:pt idx="4648">
                  <c:v>4</c:v>
                </c:pt>
                <c:pt idx="4649">
                  <c:v>4</c:v>
                </c:pt>
                <c:pt idx="4650">
                  <c:v>4</c:v>
                </c:pt>
                <c:pt idx="4651">
                  <c:v>4</c:v>
                </c:pt>
                <c:pt idx="4652">
                  <c:v>4</c:v>
                </c:pt>
                <c:pt idx="4653">
                  <c:v>4</c:v>
                </c:pt>
                <c:pt idx="4654">
                  <c:v>4</c:v>
                </c:pt>
                <c:pt idx="4655">
                  <c:v>4</c:v>
                </c:pt>
                <c:pt idx="4656">
                  <c:v>4</c:v>
                </c:pt>
                <c:pt idx="4657">
                  <c:v>4</c:v>
                </c:pt>
                <c:pt idx="4658">
                  <c:v>4</c:v>
                </c:pt>
                <c:pt idx="4659">
                  <c:v>4</c:v>
                </c:pt>
                <c:pt idx="4660">
                  <c:v>4</c:v>
                </c:pt>
                <c:pt idx="4661">
                  <c:v>4</c:v>
                </c:pt>
                <c:pt idx="4662">
                  <c:v>4</c:v>
                </c:pt>
                <c:pt idx="4663">
                  <c:v>4</c:v>
                </c:pt>
                <c:pt idx="4664">
                  <c:v>4</c:v>
                </c:pt>
                <c:pt idx="4665">
                  <c:v>4</c:v>
                </c:pt>
                <c:pt idx="4666">
                  <c:v>4</c:v>
                </c:pt>
                <c:pt idx="4667">
                  <c:v>4</c:v>
                </c:pt>
                <c:pt idx="4668">
                  <c:v>4</c:v>
                </c:pt>
                <c:pt idx="4669">
                  <c:v>4</c:v>
                </c:pt>
                <c:pt idx="4670">
                  <c:v>4</c:v>
                </c:pt>
                <c:pt idx="4671">
                  <c:v>4</c:v>
                </c:pt>
                <c:pt idx="4672">
                  <c:v>4</c:v>
                </c:pt>
                <c:pt idx="4673">
                  <c:v>4</c:v>
                </c:pt>
                <c:pt idx="4674">
                  <c:v>4</c:v>
                </c:pt>
                <c:pt idx="4675">
                  <c:v>4</c:v>
                </c:pt>
                <c:pt idx="4676">
                  <c:v>4</c:v>
                </c:pt>
                <c:pt idx="4677">
                  <c:v>4</c:v>
                </c:pt>
                <c:pt idx="4678">
                  <c:v>4</c:v>
                </c:pt>
                <c:pt idx="4679">
                  <c:v>4</c:v>
                </c:pt>
                <c:pt idx="4680">
                  <c:v>4</c:v>
                </c:pt>
                <c:pt idx="4681">
                  <c:v>4</c:v>
                </c:pt>
                <c:pt idx="4682">
                  <c:v>4</c:v>
                </c:pt>
                <c:pt idx="4683">
                  <c:v>4</c:v>
                </c:pt>
                <c:pt idx="4684">
                  <c:v>4</c:v>
                </c:pt>
                <c:pt idx="4685">
                  <c:v>4</c:v>
                </c:pt>
                <c:pt idx="4686">
                  <c:v>4</c:v>
                </c:pt>
                <c:pt idx="4687">
                  <c:v>4</c:v>
                </c:pt>
                <c:pt idx="4688">
                  <c:v>4</c:v>
                </c:pt>
                <c:pt idx="4689">
                  <c:v>4</c:v>
                </c:pt>
                <c:pt idx="4690">
                  <c:v>4</c:v>
                </c:pt>
                <c:pt idx="4691">
                  <c:v>4</c:v>
                </c:pt>
                <c:pt idx="4692">
                  <c:v>4</c:v>
                </c:pt>
                <c:pt idx="4693">
                  <c:v>4</c:v>
                </c:pt>
                <c:pt idx="4694">
                  <c:v>4</c:v>
                </c:pt>
                <c:pt idx="4695">
                  <c:v>4</c:v>
                </c:pt>
                <c:pt idx="4696">
                  <c:v>4</c:v>
                </c:pt>
                <c:pt idx="4697">
                  <c:v>4</c:v>
                </c:pt>
                <c:pt idx="4698">
                  <c:v>4</c:v>
                </c:pt>
                <c:pt idx="4699">
                  <c:v>4</c:v>
                </c:pt>
                <c:pt idx="4700">
                  <c:v>4</c:v>
                </c:pt>
                <c:pt idx="4701">
                  <c:v>4</c:v>
                </c:pt>
                <c:pt idx="4702">
                  <c:v>4</c:v>
                </c:pt>
                <c:pt idx="4703">
                  <c:v>4</c:v>
                </c:pt>
                <c:pt idx="4704">
                  <c:v>4</c:v>
                </c:pt>
                <c:pt idx="4705">
                  <c:v>4</c:v>
                </c:pt>
                <c:pt idx="4706">
                  <c:v>4</c:v>
                </c:pt>
                <c:pt idx="4707">
                  <c:v>4</c:v>
                </c:pt>
                <c:pt idx="4708">
                  <c:v>4</c:v>
                </c:pt>
                <c:pt idx="4709">
                  <c:v>4</c:v>
                </c:pt>
                <c:pt idx="4710">
                  <c:v>4</c:v>
                </c:pt>
                <c:pt idx="4711">
                  <c:v>4</c:v>
                </c:pt>
                <c:pt idx="4712">
                  <c:v>4</c:v>
                </c:pt>
                <c:pt idx="4713">
                  <c:v>4</c:v>
                </c:pt>
                <c:pt idx="4714">
                  <c:v>4</c:v>
                </c:pt>
                <c:pt idx="4715">
                  <c:v>4</c:v>
                </c:pt>
                <c:pt idx="4716">
                  <c:v>4</c:v>
                </c:pt>
                <c:pt idx="4717">
                  <c:v>4</c:v>
                </c:pt>
                <c:pt idx="4718">
                  <c:v>4</c:v>
                </c:pt>
                <c:pt idx="4719">
                  <c:v>4</c:v>
                </c:pt>
                <c:pt idx="4720">
                  <c:v>4</c:v>
                </c:pt>
                <c:pt idx="4721">
                  <c:v>4</c:v>
                </c:pt>
                <c:pt idx="4722">
                  <c:v>4</c:v>
                </c:pt>
                <c:pt idx="4723">
                  <c:v>4</c:v>
                </c:pt>
                <c:pt idx="4724">
                  <c:v>4</c:v>
                </c:pt>
                <c:pt idx="4725">
                  <c:v>4</c:v>
                </c:pt>
                <c:pt idx="4726">
                  <c:v>4</c:v>
                </c:pt>
                <c:pt idx="4727">
                  <c:v>4</c:v>
                </c:pt>
                <c:pt idx="4728">
                  <c:v>4</c:v>
                </c:pt>
                <c:pt idx="4729">
                  <c:v>4</c:v>
                </c:pt>
                <c:pt idx="4730">
                  <c:v>4</c:v>
                </c:pt>
                <c:pt idx="4731">
                  <c:v>4</c:v>
                </c:pt>
                <c:pt idx="4732">
                  <c:v>4</c:v>
                </c:pt>
                <c:pt idx="4733">
                  <c:v>4</c:v>
                </c:pt>
                <c:pt idx="4734">
                  <c:v>4</c:v>
                </c:pt>
                <c:pt idx="4735">
                  <c:v>4</c:v>
                </c:pt>
                <c:pt idx="4736">
                  <c:v>4</c:v>
                </c:pt>
                <c:pt idx="4737">
                  <c:v>4</c:v>
                </c:pt>
                <c:pt idx="4738">
                  <c:v>4</c:v>
                </c:pt>
                <c:pt idx="4739">
                  <c:v>4</c:v>
                </c:pt>
                <c:pt idx="4740">
                  <c:v>4</c:v>
                </c:pt>
                <c:pt idx="4741">
                  <c:v>4</c:v>
                </c:pt>
                <c:pt idx="4742">
                  <c:v>4</c:v>
                </c:pt>
                <c:pt idx="4743">
                  <c:v>4</c:v>
                </c:pt>
                <c:pt idx="4744">
                  <c:v>4</c:v>
                </c:pt>
                <c:pt idx="4745">
                  <c:v>4</c:v>
                </c:pt>
                <c:pt idx="4746">
                  <c:v>4</c:v>
                </c:pt>
                <c:pt idx="4747">
                  <c:v>4</c:v>
                </c:pt>
                <c:pt idx="4748">
                  <c:v>4</c:v>
                </c:pt>
                <c:pt idx="4749">
                  <c:v>4</c:v>
                </c:pt>
                <c:pt idx="4750">
                  <c:v>4</c:v>
                </c:pt>
                <c:pt idx="4751">
                  <c:v>4</c:v>
                </c:pt>
                <c:pt idx="4752">
                  <c:v>4</c:v>
                </c:pt>
                <c:pt idx="4753">
                  <c:v>4</c:v>
                </c:pt>
                <c:pt idx="4754">
                  <c:v>4</c:v>
                </c:pt>
                <c:pt idx="4755">
                  <c:v>4</c:v>
                </c:pt>
                <c:pt idx="4756">
                  <c:v>4</c:v>
                </c:pt>
                <c:pt idx="4757">
                  <c:v>4</c:v>
                </c:pt>
                <c:pt idx="4758">
                  <c:v>4</c:v>
                </c:pt>
                <c:pt idx="4759">
                  <c:v>4</c:v>
                </c:pt>
                <c:pt idx="4760">
                  <c:v>4</c:v>
                </c:pt>
                <c:pt idx="4761">
                  <c:v>4</c:v>
                </c:pt>
                <c:pt idx="4762">
                  <c:v>4</c:v>
                </c:pt>
                <c:pt idx="4763">
                  <c:v>4</c:v>
                </c:pt>
                <c:pt idx="4764">
                  <c:v>4</c:v>
                </c:pt>
                <c:pt idx="4765">
                  <c:v>4</c:v>
                </c:pt>
                <c:pt idx="4766">
                  <c:v>4</c:v>
                </c:pt>
                <c:pt idx="4767">
                  <c:v>4</c:v>
                </c:pt>
                <c:pt idx="4768">
                  <c:v>4</c:v>
                </c:pt>
                <c:pt idx="4769">
                  <c:v>4</c:v>
                </c:pt>
                <c:pt idx="4770">
                  <c:v>4</c:v>
                </c:pt>
                <c:pt idx="4771">
                  <c:v>4</c:v>
                </c:pt>
                <c:pt idx="4772">
                  <c:v>4</c:v>
                </c:pt>
                <c:pt idx="4773">
                  <c:v>4</c:v>
                </c:pt>
                <c:pt idx="4774">
                  <c:v>4</c:v>
                </c:pt>
                <c:pt idx="4775">
                  <c:v>4</c:v>
                </c:pt>
                <c:pt idx="4776">
                  <c:v>4</c:v>
                </c:pt>
                <c:pt idx="4777">
                  <c:v>4</c:v>
                </c:pt>
                <c:pt idx="4778">
                  <c:v>4</c:v>
                </c:pt>
                <c:pt idx="4779">
                  <c:v>4</c:v>
                </c:pt>
                <c:pt idx="4780">
                  <c:v>4</c:v>
                </c:pt>
                <c:pt idx="4781">
                  <c:v>4</c:v>
                </c:pt>
                <c:pt idx="4782">
                  <c:v>4</c:v>
                </c:pt>
                <c:pt idx="4783">
                  <c:v>4</c:v>
                </c:pt>
                <c:pt idx="4784">
                  <c:v>4</c:v>
                </c:pt>
                <c:pt idx="4785">
                  <c:v>4</c:v>
                </c:pt>
                <c:pt idx="4786">
                  <c:v>4</c:v>
                </c:pt>
                <c:pt idx="4787">
                  <c:v>4</c:v>
                </c:pt>
                <c:pt idx="4788">
                  <c:v>4</c:v>
                </c:pt>
                <c:pt idx="4789">
                  <c:v>4</c:v>
                </c:pt>
                <c:pt idx="4790">
                  <c:v>4</c:v>
                </c:pt>
                <c:pt idx="4791">
                  <c:v>4</c:v>
                </c:pt>
                <c:pt idx="4792">
                  <c:v>4</c:v>
                </c:pt>
                <c:pt idx="4793">
                  <c:v>4</c:v>
                </c:pt>
                <c:pt idx="4794">
                  <c:v>4</c:v>
                </c:pt>
                <c:pt idx="4795">
                  <c:v>4</c:v>
                </c:pt>
                <c:pt idx="4796">
                  <c:v>4</c:v>
                </c:pt>
                <c:pt idx="4797">
                  <c:v>4</c:v>
                </c:pt>
                <c:pt idx="4798">
                  <c:v>4</c:v>
                </c:pt>
                <c:pt idx="4799">
                  <c:v>4</c:v>
                </c:pt>
                <c:pt idx="4800">
                  <c:v>4</c:v>
                </c:pt>
                <c:pt idx="4801">
                  <c:v>4</c:v>
                </c:pt>
                <c:pt idx="4802">
                  <c:v>4</c:v>
                </c:pt>
                <c:pt idx="4803">
                  <c:v>4</c:v>
                </c:pt>
                <c:pt idx="4804">
                  <c:v>4</c:v>
                </c:pt>
                <c:pt idx="4805">
                  <c:v>4</c:v>
                </c:pt>
                <c:pt idx="4806">
                  <c:v>4</c:v>
                </c:pt>
                <c:pt idx="4807">
                  <c:v>4</c:v>
                </c:pt>
                <c:pt idx="4808">
                  <c:v>3.75</c:v>
                </c:pt>
                <c:pt idx="4809">
                  <c:v>3.75</c:v>
                </c:pt>
                <c:pt idx="4810">
                  <c:v>3.75</c:v>
                </c:pt>
                <c:pt idx="4811">
                  <c:v>3.75</c:v>
                </c:pt>
                <c:pt idx="4812">
                  <c:v>3.75</c:v>
                </c:pt>
                <c:pt idx="4813">
                  <c:v>3.75</c:v>
                </c:pt>
                <c:pt idx="4814">
                  <c:v>3.75</c:v>
                </c:pt>
                <c:pt idx="4815">
                  <c:v>3.75</c:v>
                </c:pt>
                <c:pt idx="4816">
                  <c:v>3.75</c:v>
                </c:pt>
                <c:pt idx="4817">
                  <c:v>3.75</c:v>
                </c:pt>
                <c:pt idx="4818">
                  <c:v>3.75</c:v>
                </c:pt>
                <c:pt idx="4819">
                  <c:v>3.75</c:v>
                </c:pt>
                <c:pt idx="4820">
                  <c:v>3.75</c:v>
                </c:pt>
                <c:pt idx="4821">
                  <c:v>3.75</c:v>
                </c:pt>
                <c:pt idx="4822">
                  <c:v>3.75</c:v>
                </c:pt>
                <c:pt idx="4823">
                  <c:v>3.75</c:v>
                </c:pt>
                <c:pt idx="4824">
                  <c:v>3.75</c:v>
                </c:pt>
                <c:pt idx="4825">
                  <c:v>3.75</c:v>
                </c:pt>
                <c:pt idx="4826">
                  <c:v>3.75</c:v>
                </c:pt>
                <c:pt idx="4827">
                  <c:v>3.75</c:v>
                </c:pt>
                <c:pt idx="4828">
                  <c:v>3.75</c:v>
                </c:pt>
                <c:pt idx="4829">
                  <c:v>3.75</c:v>
                </c:pt>
                <c:pt idx="4830">
                  <c:v>3.75</c:v>
                </c:pt>
                <c:pt idx="4831">
                  <c:v>3.75</c:v>
                </c:pt>
                <c:pt idx="4832">
                  <c:v>3.75</c:v>
                </c:pt>
                <c:pt idx="4833">
                  <c:v>3.75</c:v>
                </c:pt>
                <c:pt idx="4834">
                  <c:v>3.75</c:v>
                </c:pt>
                <c:pt idx="4835">
                  <c:v>3.75</c:v>
                </c:pt>
                <c:pt idx="4836">
                  <c:v>3.75</c:v>
                </c:pt>
                <c:pt idx="4837">
                  <c:v>3.75</c:v>
                </c:pt>
                <c:pt idx="4838">
                  <c:v>3.75</c:v>
                </c:pt>
                <c:pt idx="4839">
                  <c:v>3.75</c:v>
                </c:pt>
                <c:pt idx="4840">
                  <c:v>3.75</c:v>
                </c:pt>
                <c:pt idx="4841">
                  <c:v>3.75</c:v>
                </c:pt>
                <c:pt idx="4842">
                  <c:v>3.75</c:v>
                </c:pt>
                <c:pt idx="4843">
                  <c:v>3.75</c:v>
                </c:pt>
                <c:pt idx="4844">
                  <c:v>3.75</c:v>
                </c:pt>
                <c:pt idx="4845">
                  <c:v>3.75</c:v>
                </c:pt>
                <c:pt idx="4846">
                  <c:v>3.75</c:v>
                </c:pt>
                <c:pt idx="4847">
                  <c:v>3.75</c:v>
                </c:pt>
                <c:pt idx="4848">
                  <c:v>3.75</c:v>
                </c:pt>
                <c:pt idx="4849">
                  <c:v>3.75</c:v>
                </c:pt>
                <c:pt idx="4850">
                  <c:v>3.75</c:v>
                </c:pt>
                <c:pt idx="4851">
                  <c:v>3.75</c:v>
                </c:pt>
                <c:pt idx="4852">
                  <c:v>3.75</c:v>
                </c:pt>
                <c:pt idx="4853">
                  <c:v>3.75</c:v>
                </c:pt>
                <c:pt idx="4854">
                  <c:v>3.75</c:v>
                </c:pt>
                <c:pt idx="4855">
                  <c:v>3.75</c:v>
                </c:pt>
                <c:pt idx="4856">
                  <c:v>3.75</c:v>
                </c:pt>
                <c:pt idx="4857">
                  <c:v>3.75</c:v>
                </c:pt>
                <c:pt idx="4858">
                  <c:v>3.75</c:v>
                </c:pt>
                <c:pt idx="4859">
                  <c:v>3.75</c:v>
                </c:pt>
                <c:pt idx="4860">
                  <c:v>3.75</c:v>
                </c:pt>
                <c:pt idx="4861">
                  <c:v>3.75</c:v>
                </c:pt>
                <c:pt idx="4862">
                  <c:v>3.75</c:v>
                </c:pt>
                <c:pt idx="4863">
                  <c:v>3.75</c:v>
                </c:pt>
                <c:pt idx="4864">
                  <c:v>3.75</c:v>
                </c:pt>
                <c:pt idx="4865">
                  <c:v>3.75</c:v>
                </c:pt>
                <c:pt idx="4866">
                  <c:v>3.75</c:v>
                </c:pt>
                <c:pt idx="4867">
                  <c:v>3.75</c:v>
                </c:pt>
                <c:pt idx="4868">
                  <c:v>3.75</c:v>
                </c:pt>
                <c:pt idx="4869">
                  <c:v>3.75</c:v>
                </c:pt>
                <c:pt idx="4870">
                  <c:v>3.75</c:v>
                </c:pt>
                <c:pt idx="4871">
                  <c:v>3.75</c:v>
                </c:pt>
                <c:pt idx="4872">
                  <c:v>3.75</c:v>
                </c:pt>
                <c:pt idx="4873">
                  <c:v>3.75</c:v>
                </c:pt>
                <c:pt idx="4874">
                  <c:v>3.75</c:v>
                </c:pt>
                <c:pt idx="4875">
                  <c:v>3.75</c:v>
                </c:pt>
                <c:pt idx="4876">
                  <c:v>3.75</c:v>
                </c:pt>
                <c:pt idx="4877">
                  <c:v>3.75</c:v>
                </c:pt>
                <c:pt idx="4878">
                  <c:v>3.5</c:v>
                </c:pt>
                <c:pt idx="4879">
                  <c:v>3.5</c:v>
                </c:pt>
                <c:pt idx="4880">
                  <c:v>3.5</c:v>
                </c:pt>
                <c:pt idx="4881">
                  <c:v>3.5</c:v>
                </c:pt>
                <c:pt idx="4882">
                  <c:v>3.5</c:v>
                </c:pt>
                <c:pt idx="4883">
                  <c:v>3.5</c:v>
                </c:pt>
                <c:pt idx="4884">
                  <c:v>3.5</c:v>
                </c:pt>
                <c:pt idx="4885">
                  <c:v>3.5</c:v>
                </c:pt>
                <c:pt idx="4886">
                  <c:v>3.5</c:v>
                </c:pt>
                <c:pt idx="4887">
                  <c:v>3.5</c:v>
                </c:pt>
                <c:pt idx="4888">
                  <c:v>3.5</c:v>
                </c:pt>
                <c:pt idx="4889">
                  <c:v>3.5</c:v>
                </c:pt>
                <c:pt idx="4890">
                  <c:v>3.5</c:v>
                </c:pt>
                <c:pt idx="4891">
                  <c:v>3.5</c:v>
                </c:pt>
                <c:pt idx="4892">
                  <c:v>3.5</c:v>
                </c:pt>
                <c:pt idx="4893">
                  <c:v>3.5</c:v>
                </c:pt>
                <c:pt idx="4894">
                  <c:v>3.5</c:v>
                </c:pt>
                <c:pt idx="4895">
                  <c:v>3.5</c:v>
                </c:pt>
                <c:pt idx="4896">
                  <c:v>3.5</c:v>
                </c:pt>
                <c:pt idx="4897">
                  <c:v>3.5</c:v>
                </c:pt>
                <c:pt idx="4898">
                  <c:v>3.5</c:v>
                </c:pt>
                <c:pt idx="4899">
                  <c:v>3.5</c:v>
                </c:pt>
                <c:pt idx="4900">
                  <c:v>3.5</c:v>
                </c:pt>
                <c:pt idx="4901">
                  <c:v>3.5</c:v>
                </c:pt>
                <c:pt idx="4902">
                  <c:v>3.5</c:v>
                </c:pt>
                <c:pt idx="4903">
                  <c:v>3.25</c:v>
                </c:pt>
                <c:pt idx="4904">
                  <c:v>3.25</c:v>
                </c:pt>
                <c:pt idx="4905">
                  <c:v>3.25</c:v>
                </c:pt>
                <c:pt idx="4906">
                  <c:v>3.25</c:v>
                </c:pt>
                <c:pt idx="4907">
                  <c:v>3.25</c:v>
                </c:pt>
                <c:pt idx="4908">
                  <c:v>3.25</c:v>
                </c:pt>
                <c:pt idx="4909">
                  <c:v>3.25</c:v>
                </c:pt>
                <c:pt idx="4910">
                  <c:v>3.25</c:v>
                </c:pt>
                <c:pt idx="4911">
                  <c:v>3.25</c:v>
                </c:pt>
                <c:pt idx="4912">
                  <c:v>3.25</c:v>
                </c:pt>
                <c:pt idx="4913">
                  <c:v>3.25</c:v>
                </c:pt>
                <c:pt idx="4914">
                  <c:v>3.25</c:v>
                </c:pt>
                <c:pt idx="4915">
                  <c:v>3.25</c:v>
                </c:pt>
                <c:pt idx="4916">
                  <c:v>3.25</c:v>
                </c:pt>
                <c:pt idx="4917">
                  <c:v>3.25</c:v>
                </c:pt>
                <c:pt idx="4918">
                  <c:v>3.25</c:v>
                </c:pt>
                <c:pt idx="4919">
                  <c:v>3.25</c:v>
                </c:pt>
                <c:pt idx="4920">
                  <c:v>3.25</c:v>
                </c:pt>
                <c:pt idx="4921">
                  <c:v>3.25</c:v>
                </c:pt>
                <c:pt idx="4922">
                  <c:v>3.25</c:v>
                </c:pt>
                <c:pt idx="4923">
                  <c:v>3.25</c:v>
                </c:pt>
                <c:pt idx="4924">
                  <c:v>3.25</c:v>
                </c:pt>
                <c:pt idx="4925">
                  <c:v>3.25</c:v>
                </c:pt>
                <c:pt idx="4926">
                  <c:v>3.25</c:v>
                </c:pt>
                <c:pt idx="4927">
                  <c:v>3.25</c:v>
                </c:pt>
                <c:pt idx="4928">
                  <c:v>3.25</c:v>
                </c:pt>
                <c:pt idx="4929">
                  <c:v>3.25</c:v>
                </c:pt>
                <c:pt idx="4930">
                  <c:v>3.25</c:v>
                </c:pt>
                <c:pt idx="4931">
                  <c:v>3.25</c:v>
                </c:pt>
                <c:pt idx="4932">
                  <c:v>3.25</c:v>
                </c:pt>
                <c:pt idx="4933">
                  <c:v>3.25</c:v>
                </c:pt>
                <c:pt idx="4934">
                  <c:v>3.25</c:v>
                </c:pt>
                <c:pt idx="4935">
                  <c:v>3.25</c:v>
                </c:pt>
                <c:pt idx="4936">
                  <c:v>3.25</c:v>
                </c:pt>
                <c:pt idx="4937">
                  <c:v>3.25</c:v>
                </c:pt>
                <c:pt idx="4938">
                  <c:v>3.25</c:v>
                </c:pt>
                <c:pt idx="4939">
                  <c:v>3.25</c:v>
                </c:pt>
                <c:pt idx="4940">
                  <c:v>3.25</c:v>
                </c:pt>
                <c:pt idx="4941">
                  <c:v>3.25</c:v>
                </c:pt>
                <c:pt idx="4942">
                  <c:v>3.25</c:v>
                </c:pt>
                <c:pt idx="4943">
                  <c:v>3</c:v>
                </c:pt>
                <c:pt idx="4944">
                  <c:v>3</c:v>
                </c:pt>
                <c:pt idx="4945">
                  <c:v>3</c:v>
                </c:pt>
                <c:pt idx="4946">
                  <c:v>3</c:v>
                </c:pt>
                <c:pt idx="4947">
                  <c:v>3</c:v>
                </c:pt>
                <c:pt idx="4948">
                  <c:v>3</c:v>
                </c:pt>
                <c:pt idx="4949">
                  <c:v>3</c:v>
                </c:pt>
                <c:pt idx="4950">
                  <c:v>3</c:v>
                </c:pt>
                <c:pt idx="4951">
                  <c:v>3</c:v>
                </c:pt>
                <c:pt idx="4952">
                  <c:v>3</c:v>
                </c:pt>
                <c:pt idx="4953">
                  <c:v>3</c:v>
                </c:pt>
                <c:pt idx="4954">
                  <c:v>3</c:v>
                </c:pt>
                <c:pt idx="4955">
                  <c:v>3</c:v>
                </c:pt>
                <c:pt idx="4956">
                  <c:v>3</c:v>
                </c:pt>
                <c:pt idx="4957">
                  <c:v>3</c:v>
                </c:pt>
                <c:pt idx="4958">
                  <c:v>3</c:v>
                </c:pt>
                <c:pt idx="4959">
                  <c:v>3</c:v>
                </c:pt>
                <c:pt idx="4960">
                  <c:v>3</c:v>
                </c:pt>
                <c:pt idx="4961">
                  <c:v>3</c:v>
                </c:pt>
                <c:pt idx="4962">
                  <c:v>3</c:v>
                </c:pt>
                <c:pt idx="4963">
                  <c:v>3</c:v>
                </c:pt>
                <c:pt idx="4964">
                  <c:v>3</c:v>
                </c:pt>
                <c:pt idx="4965">
                  <c:v>3</c:v>
                </c:pt>
                <c:pt idx="4966">
                  <c:v>3</c:v>
                </c:pt>
                <c:pt idx="4967">
                  <c:v>3</c:v>
                </c:pt>
                <c:pt idx="4968">
                  <c:v>3</c:v>
                </c:pt>
                <c:pt idx="4969">
                  <c:v>3</c:v>
                </c:pt>
                <c:pt idx="4970">
                  <c:v>3</c:v>
                </c:pt>
                <c:pt idx="4971">
                  <c:v>3</c:v>
                </c:pt>
                <c:pt idx="4972">
                  <c:v>3</c:v>
                </c:pt>
                <c:pt idx="4973">
                  <c:v>3</c:v>
                </c:pt>
                <c:pt idx="4974">
                  <c:v>3</c:v>
                </c:pt>
                <c:pt idx="4975">
                  <c:v>3</c:v>
                </c:pt>
                <c:pt idx="4976">
                  <c:v>3</c:v>
                </c:pt>
                <c:pt idx="4977">
                  <c:v>3</c:v>
                </c:pt>
                <c:pt idx="4978">
                  <c:v>2.75</c:v>
                </c:pt>
                <c:pt idx="4979">
                  <c:v>2.75</c:v>
                </c:pt>
                <c:pt idx="4980">
                  <c:v>2.75</c:v>
                </c:pt>
                <c:pt idx="4981">
                  <c:v>2.75</c:v>
                </c:pt>
                <c:pt idx="4982">
                  <c:v>2.75</c:v>
                </c:pt>
                <c:pt idx="4983">
                  <c:v>2.75</c:v>
                </c:pt>
                <c:pt idx="4984">
                  <c:v>2.75</c:v>
                </c:pt>
                <c:pt idx="4985">
                  <c:v>2.75</c:v>
                </c:pt>
                <c:pt idx="4986">
                  <c:v>2.75</c:v>
                </c:pt>
                <c:pt idx="4987">
                  <c:v>2.75</c:v>
                </c:pt>
                <c:pt idx="4988">
                  <c:v>2.75</c:v>
                </c:pt>
                <c:pt idx="4989">
                  <c:v>2.75</c:v>
                </c:pt>
                <c:pt idx="4990">
                  <c:v>2.75</c:v>
                </c:pt>
                <c:pt idx="4991">
                  <c:v>2.75</c:v>
                </c:pt>
                <c:pt idx="4992">
                  <c:v>2.75</c:v>
                </c:pt>
                <c:pt idx="4993">
                  <c:v>2.75</c:v>
                </c:pt>
                <c:pt idx="4994">
                  <c:v>2.75</c:v>
                </c:pt>
                <c:pt idx="4995">
                  <c:v>2.75</c:v>
                </c:pt>
                <c:pt idx="4996">
                  <c:v>2.75</c:v>
                </c:pt>
                <c:pt idx="4997">
                  <c:v>2.75</c:v>
                </c:pt>
                <c:pt idx="4998">
                  <c:v>2.75</c:v>
                </c:pt>
                <c:pt idx="4999">
                  <c:v>2.75</c:v>
                </c:pt>
                <c:pt idx="5000">
                  <c:v>2.75</c:v>
                </c:pt>
                <c:pt idx="5001">
                  <c:v>2.75</c:v>
                </c:pt>
                <c:pt idx="5002">
                  <c:v>2.75</c:v>
                </c:pt>
                <c:pt idx="5003">
                  <c:v>2.5</c:v>
                </c:pt>
                <c:pt idx="5004">
                  <c:v>2.5</c:v>
                </c:pt>
                <c:pt idx="5005">
                  <c:v>2.5</c:v>
                </c:pt>
                <c:pt idx="5006">
                  <c:v>2.5</c:v>
                </c:pt>
                <c:pt idx="5007">
                  <c:v>2.5</c:v>
                </c:pt>
                <c:pt idx="5008">
                  <c:v>2.5</c:v>
                </c:pt>
                <c:pt idx="5009">
                  <c:v>2.5</c:v>
                </c:pt>
                <c:pt idx="5010">
                  <c:v>2.5</c:v>
                </c:pt>
                <c:pt idx="5011">
                  <c:v>2.5</c:v>
                </c:pt>
                <c:pt idx="5012">
                  <c:v>2.5</c:v>
                </c:pt>
                <c:pt idx="5013">
                  <c:v>2.5</c:v>
                </c:pt>
                <c:pt idx="5014">
                  <c:v>2.5</c:v>
                </c:pt>
                <c:pt idx="5015">
                  <c:v>2.5</c:v>
                </c:pt>
                <c:pt idx="5016">
                  <c:v>2.5</c:v>
                </c:pt>
                <c:pt idx="5017">
                  <c:v>2.5</c:v>
                </c:pt>
                <c:pt idx="5018">
                  <c:v>2.5</c:v>
                </c:pt>
                <c:pt idx="5019">
                  <c:v>2.5</c:v>
                </c:pt>
                <c:pt idx="5020">
                  <c:v>2.5</c:v>
                </c:pt>
                <c:pt idx="5021">
                  <c:v>2.5</c:v>
                </c:pt>
                <c:pt idx="5022">
                  <c:v>2.5</c:v>
                </c:pt>
                <c:pt idx="5023">
                  <c:v>2.5</c:v>
                </c:pt>
                <c:pt idx="5024">
                  <c:v>2.5</c:v>
                </c:pt>
                <c:pt idx="5025">
                  <c:v>2.5</c:v>
                </c:pt>
                <c:pt idx="5026">
                  <c:v>2.5</c:v>
                </c:pt>
                <c:pt idx="5027">
                  <c:v>2.5</c:v>
                </c:pt>
                <c:pt idx="5028">
                  <c:v>2.5</c:v>
                </c:pt>
                <c:pt idx="5029">
                  <c:v>2.5</c:v>
                </c:pt>
                <c:pt idx="5030">
                  <c:v>2.5</c:v>
                </c:pt>
                <c:pt idx="5031">
                  <c:v>2.5</c:v>
                </c:pt>
                <c:pt idx="5032">
                  <c:v>2.5</c:v>
                </c:pt>
                <c:pt idx="5033">
                  <c:v>2.25</c:v>
                </c:pt>
                <c:pt idx="5034">
                  <c:v>2.25</c:v>
                </c:pt>
                <c:pt idx="5035">
                  <c:v>2.25</c:v>
                </c:pt>
                <c:pt idx="5036">
                  <c:v>2.25</c:v>
                </c:pt>
                <c:pt idx="5037">
                  <c:v>2.25</c:v>
                </c:pt>
                <c:pt idx="5038">
                  <c:v>2.25</c:v>
                </c:pt>
                <c:pt idx="5039">
                  <c:v>2.25</c:v>
                </c:pt>
                <c:pt idx="5040">
                  <c:v>2.25</c:v>
                </c:pt>
                <c:pt idx="5041">
                  <c:v>2.25</c:v>
                </c:pt>
                <c:pt idx="5042">
                  <c:v>2.25</c:v>
                </c:pt>
                <c:pt idx="5043">
                  <c:v>2.25</c:v>
                </c:pt>
                <c:pt idx="5044">
                  <c:v>2.25</c:v>
                </c:pt>
                <c:pt idx="5045">
                  <c:v>2.25</c:v>
                </c:pt>
                <c:pt idx="5046">
                  <c:v>2.25</c:v>
                </c:pt>
                <c:pt idx="5047">
                  <c:v>2.25</c:v>
                </c:pt>
                <c:pt idx="5048">
                  <c:v>2.25</c:v>
                </c:pt>
                <c:pt idx="5049">
                  <c:v>2.25</c:v>
                </c:pt>
                <c:pt idx="5050">
                  <c:v>2.25</c:v>
                </c:pt>
                <c:pt idx="5051">
                  <c:v>2.25</c:v>
                </c:pt>
                <c:pt idx="5052">
                  <c:v>2.25</c:v>
                </c:pt>
                <c:pt idx="5053">
                  <c:v>2.25</c:v>
                </c:pt>
                <c:pt idx="5054">
                  <c:v>2.25</c:v>
                </c:pt>
                <c:pt idx="5055">
                  <c:v>2.25</c:v>
                </c:pt>
                <c:pt idx="5056">
                  <c:v>2.25</c:v>
                </c:pt>
                <c:pt idx="5057">
                  <c:v>2.25</c:v>
                </c:pt>
                <c:pt idx="5058">
                  <c:v>2.25</c:v>
                </c:pt>
                <c:pt idx="5059">
                  <c:v>2.25</c:v>
                </c:pt>
                <c:pt idx="5060">
                  <c:v>2.25</c:v>
                </c:pt>
                <c:pt idx="5061">
                  <c:v>2.25</c:v>
                </c:pt>
                <c:pt idx="5062">
                  <c:v>2.25</c:v>
                </c:pt>
                <c:pt idx="5063">
                  <c:v>2.25</c:v>
                </c:pt>
                <c:pt idx="5064">
                  <c:v>2.25</c:v>
                </c:pt>
                <c:pt idx="5065">
                  <c:v>2.25</c:v>
                </c:pt>
                <c:pt idx="5066">
                  <c:v>2.25</c:v>
                </c:pt>
                <c:pt idx="5067">
                  <c:v>2.25</c:v>
                </c:pt>
                <c:pt idx="5068">
                  <c:v>2</c:v>
                </c:pt>
                <c:pt idx="5069">
                  <c:v>2</c:v>
                </c:pt>
                <c:pt idx="5070">
                  <c:v>2</c:v>
                </c:pt>
                <c:pt idx="5071">
                  <c:v>2</c:v>
                </c:pt>
                <c:pt idx="5072">
                  <c:v>2</c:v>
                </c:pt>
                <c:pt idx="5073">
                  <c:v>2</c:v>
                </c:pt>
                <c:pt idx="5074">
                  <c:v>2</c:v>
                </c:pt>
                <c:pt idx="5075">
                  <c:v>2</c:v>
                </c:pt>
                <c:pt idx="5076">
                  <c:v>2</c:v>
                </c:pt>
                <c:pt idx="5077">
                  <c:v>2</c:v>
                </c:pt>
                <c:pt idx="5078">
                  <c:v>2</c:v>
                </c:pt>
                <c:pt idx="5079">
                  <c:v>2</c:v>
                </c:pt>
                <c:pt idx="5080">
                  <c:v>2</c:v>
                </c:pt>
                <c:pt idx="5081">
                  <c:v>2</c:v>
                </c:pt>
                <c:pt idx="5082">
                  <c:v>2</c:v>
                </c:pt>
                <c:pt idx="5083">
                  <c:v>2</c:v>
                </c:pt>
                <c:pt idx="5084">
                  <c:v>2</c:v>
                </c:pt>
                <c:pt idx="5085">
                  <c:v>2</c:v>
                </c:pt>
                <c:pt idx="5086">
                  <c:v>2</c:v>
                </c:pt>
                <c:pt idx="5087">
                  <c:v>2</c:v>
                </c:pt>
                <c:pt idx="5088">
                  <c:v>2</c:v>
                </c:pt>
                <c:pt idx="5089">
                  <c:v>2</c:v>
                </c:pt>
                <c:pt idx="5090">
                  <c:v>2</c:v>
                </c:pt>
                <c:pt idx="5091">
                  <c:v>2</c:v>
                </c:pt>
                <c:pt idx="5092">
                  <c:v>2</c:v>
                </c:pt>
                <c:pt idx="5093">
                  <c:v>2</c:v>
                </c:pt>
                <c:pt idx="5094">
                  <c:v>2</c:v>
                </c:pt>
                <c:pt idx="5095">
                  <c:v>2</c:v>
                </c:pt>
                <c:pt idx="5096">
                  <c:v>2</c:v>
                </c:pt>
                <c:pt idx="5097">
                  <c:v>2</c:v>
                </c:pt>
                <c:pt idx="5098">
                  <c:v>2</c:v>
                </c:pt>
                <c:pt idx="5099">
                  <c:v>2</c:v>
                </c:pt>
                <c:pt idx="5100">
                  <c:v>2</c:v>
                </c:pt>
                <c:pt idx="5101">
                  <c:v>2</c:v>
                </c:pt>
                <c:pt idx="5102">
                  <c:v>2</c:v>
                </c:pt>
                <c:pt idx="5103">
                  <c:v>2</c:v>
                </c:pt>
                <c:pt idx="5104">
                  <c:v>2</c:v>
                </c:pt>
                <c:pt idx="5105">
                  <c:v>2</c:v>
                </c:pt>
                <c:pt idx="5106">
                  <c:v>2</c:v>
                </c:pt>
                <c:pt idx="5107">
                  <c:v>2</c:v>
                </c:pt>
                <c:pt idx="5108">
                  <c:v>2</c:v>
                </c:pt>
                <c:pt idx="5109">
                  <c:v>2</c:v>
                </c:pt>
                <c:pt idx="5110">
                  <c:v>2</c:v>
                </c:pt>
                <c:pt idx="5111">
                  <c:v>2</c:v>
                </c:pt>
                <c:pt idx="5112">
                  <c:v>2</c:v>
                </c:pt>
                <c:pt idx="5113">
                  <c:v>2</c:v>
                </c:pt>
                <c:pt idx="5114">
                  <c:v>2</c:v>
                </c:pt>
                <c:pt idx="5115">
                  <c:v>2</c:v>
                </c:pt>
                <c:pt idx="5116">
                  <c:v>2</c:v>
                </c:pt>
                <c:pt idx="5117">
                  <c:v>2</c:v>
                </c:pt>
                <c:pt idx="5118">
                  <c:v>2</c:v>
                </c:pt>
                <c:pt idx="5119">
                  <c:v>2</c:v>
                </c:pt>
                <c:pt idx="5120">
                  <c:v>2</c:v>
                </c:pt>
                <c:pt idx="5121">
                  <c:v>2</c:v>
                </c:pt>
                <c:pt idx="5122">
                  <c:v>2</c:v>
                </c:pt>
                <c:pt idx="5123">
                  <c:v>2</c:v>
                </c:pt>
                <c:pt idx="5124">
                  <c:v>2</c:v>
                </c:pt>
                <c:pt idx="5125">
                  <c:v>2</c:v>
                </c:pt>
                <c:pt idx="5126">
                  <c:v>2</c:v>
                </c:pt>
                <c:pt idx="5127">
                  <c:v>2</c:v>
                </c:pt>
                <c:pt idx="5128">
                  <c:v>2</c:v>
                </c:pt>
                <c:pt idx="5129">
                  <c:v>2</c:v>
                </c:pt>
                <c:pt idx="5130">
                  <c:v>2</c:v>
                </c:pt>
                <c:pt idx="5131">
                  <c:v>2</c:v>
                </c:pt>
                <c:pt idx="5132">
                  <c:v>2</c:v>
                </c:pt>
                <c:pt idx="5133">
                  <c:v>2</c:v>
                </c:pt>
                <c:pt idx="5134">
                  <c:v>2</c:v>
                </c:pt>
                <c:pt idx="5135">
                  <c:v>2</c:v>
                </c:pt>
                <c:pt idx="5136">
                  <c:v>2</c:v>
                </c:pt>
                <c:pt idx="5137">
                  <c:v>2</c:v>
                </c:pt>
                <c:pt idx="5138">
                  <c:v>2</c:v>
                </c:pt>
                <c:pt idx="5139">
                  <c:v>2</c:v>
                </c:pt>
                <c:pt idx="5140">
                  <c:v>2</c:v>
                </c:pt>
                <c:pt idx="5141">
                  <c:v>2</c:v>
                </c:pt>
                <c:pt idx="5142">
                  <c:v>2</c:v>
                </c:pt>
                <c:pt idx="5143">
                  <c:v>2</c:v>
                </c:pt>
                <c:pt idx="5144">
                  <c:v>2</c:v>
                </c:pt>
                <c:pt idx="5145">
                  <c:v>2</c:v>
                </c:pt>
                <c:pt idx="5146">
                  <c:v>2</c:v>
                </c:pt>
                <c:pt idx="5147">
                  <c:v>2</c:v>
                </c:pt>
                <c:pt idx="5148">
                  <c:v>2</c:v>
                </c:pt>
                <c:pt idx="5149">
                  <c:v>2</c:v>
                </c:pt>
                <c:pt idx="5150">
                  <c:v>2</c:v>
                </c:pt>
                <c:pt idx="5151">
                  <c:v>2</c:v>
                </c:pt>
                <c:pt idx="5152">
                  <c:v>2</c:v>
                </c:pt>
                <c:pt idx="5153">
                  <c:v>2</c:v>
                </c:pt>
                <c:pt idx="5154">
                  <c:v>2</c:v>
                </c:pt>
                <c:pt idx="5155">
                  <c:v>2</c:v>
                </c:pt>
                <c:pt idx="5156">
                  <c:v>2</c:v>
                </c:pt>
                <c:pt idx="5157">
                  <c:v>2</c:v>
                </c:pt>
                <c:pt idx="5158">
                  <c:v>2</c:v>
                </c:pt>
                <c:pt idx="5159">
                  <c:v>2</c:v>
                </c:pt>
                <c:pt idx="5160">
                  <c:v>2</c:v>
                </c:pt>
                <c:pt idx="5161">
                  <c:v>2</c:v>
                </c:pt>
                <c:pt idx="5162">
                  <c:v>2</c:v>
                </c:pt>
                <c:pt idx="5163">
                  <c:v>2</c:v>
                </c:pt>
                <c:pt idx="5164">
                  <c:v>2</c:v>
                </c:pt>
                <c:pt idx="5165">
                  <c:v>2</c:v>
                </c:pt>
                <c:pt idx="5166">
                  <c:v>2</c:v>
                </c:pt>
                <c:pt idx="5167">
                  <c:v>2</c:v>
                </c:pt>
                <c:pt idx="5168">
                  <c:v>2</c:v>
                </c:pt>
                <c:pt idx="5169">
                  <c:v>2</c:v>
                </c:pt>
                <c:pt idx="5170">
                  <c:v>2</c:v>
                </c:pt>
                <c:pt idx="5171">
                  <c:v>2</c:v>
                </c:pt>
                <c:pt idx="5172">
                  <c:v>2</c:v>
                </c:pt>
                <c:pt idx="5173">
                  <c:v>2</c:v>
                </c:pt>
                <c:pt idx="5174">
                  <c:v>2</c:v>
                </c:pt>
                <c:pt idx="5175">
                  <c:v>2</c:v>
                </c:pt>
                <c:pt idx="5176">
                  <c:v>2</c:v>
                </c:pt>
                <c:pt idx="5177">
                  <c:v>2</c:v>
                </c:pt>
                <c:pt idx="5178">
                  <c:v>2</c:v>
                </c:pt>
                <c:pt idx="5179">
                  <c:v>2</c:v>
                </c:pt>
                <c:pt idx="5180">
                  <c:v>2</c:v>
                </c:pt>
                <c:pt idx="5181">
                  <c:v>2</c:v>
                </c:pt>
                <c:pt idx="5182">
                  <c:v>2</c:v>
                </c:pt>
                <c:pt idx="5183">
                  <c:v>2</c:v>
                </c:pt>
                <c:pt idx="5184">
                  <c:v>2</c:v>
                </c:pt>
                <c:pt idx="5185">
                  <c:v>2</c:v>
                </c:pt>
                <c:pt idx="5186">
                  <c:v>2</c:v>
                </c:pt>
                <c:pt idx="5187">
                  <c:v>2</c:v>
                </c:pt>
                <c:pt idx="5188">
                  <c:v>2</c:v>
                </c:pt>
                <c:pt idx="5189">
                  <c:v>2</c:v>
                </c:pt>
                <c:pt idx="5190">
                  <c:v>2</c:v>
                </c:pt>
                <c:pt idx="5191">
                  <c:v>2</c:v>
                </c:pt>
                <c:pt idx="5192">
                  <c:v>2</c:v>
                </c:pt>
                <c:pt idx="5193">
                  <c:v>2</c:v>
                </c:pt>
                <c:pt idx="5194">
                  <c:v>2</c:v>
                </c:pt>
                <c:pt idx="5195">
                  <c:v>2</c:v>
                </c:pt>
                <c:pt idx="5196">
                  <c:v>2</c:v>
                </c:pt>
                <c:pt idx="5197">
                  <c:v>2</c:v>
                </c:pt>
                <c:pt idx="5198">
                  <c:v>2</c:v>
                </c:pt>
                <c:pt idx="5199">
                  <c:v>2</c:v>
                </c:pt>
                <c:pt idx="5200">
                  <c:v>2</c:v>
                </c:pt>
                <c:pt idx="5201">
                  <c:v>2</c:v>
                </c:pt>
                <c:pt idx="5202">
                  <c:v>2</c:v>
                </c:pt>
                <c:pt idx="5203">
                  <c:v>2</c:v>
                </c:pt>
                <c:pt idx="5204">
                  <c:v>2</c:v>
                </c:pt>
                <c:pt idx="5205">
                  <c:v>2</c:v>
                </c:pt>
                <c:pt idx="5206">
                  <c:v>2</c:v>
                </c:pt>
                <c:pt idx="5207">
                  <c:v>2</c:v>
                </c:pt>
                <c:pt idx="5208">
                  <c:v>2</c:v>
                </c:pt>
                <c:pt idx="5209">
                  <c:v>2</c:v>
                </c:pt>
                <c:pt idx="5210">
                  <c:v>2</c:v>
                </c:pt>
                <c:pt idx="5211">
                  <c:v>2</c:v>
                </c:pt>
                <c:pt idx="5212">
                  <c:v>2</c:v>
                </c:pt>
                <c:pt idx="5213">
                  <c:v>2</c:v>
                </c:pt>
                <c:pt idx="5214">
                  <c:v>2</c:v>
                </c:pt>
                <c:pt idx="5215">
                  <c:v>2</c:v>
                </c:pt>
                <c:pt idx="5216">
                  <c:v>2</c:v>
                </c:pt>
                <c:pt idx="5217">
                  <c:v>2</c:v>
                </c:pt>
                <c:pt idx="5218">
                  <c:v>2</c:v>
                </c:pt>
                <c:pt idx="5219">
                  <c:v>2</c:v>
                </c:pt>
                <c:pt idx="5220">
                  <c:v>2</c:v>
                </c:pt>
                <c:pt idx="5221">
                  <c:v>2</c:v>
                </c:pt>
                <c:pt idx="5222">
                  <c:v>2</c:v>
                </c:pt>
                <c:pt idx="5223">
                  <c:v>2</c:v>
                </c:pt>
                <c:pt idx="5224">
                  <c:v>2</c:v>
                </c:pt>
                <c:pt idx="5225">
                  <c:v>2</c:v>
                </c:pt>
                <c:pt idx="5226">
                  <c:v>2</c:v>
                </c:pt>
                <c:pt idx="5227">
                  <c:v>2</c:v>
                </c:pt>
                <c:pt idx="5228">
                  <c:v>2</c:v>
                </c:pt>
                <c:pt idx="5229">
                  <c:v>2</c:v>
                </c:pt>
                <c:pt idx="5230">
                  <c:v>2</c:v>
                </c:pt>
                <c:pt idx="5231">
                  <c:v>2</c:v>
                </c:pt>
                <c:pt idx="5232">
                  <c:v>2</c:v>
                </c:pt>
                <c:pt idx="5233">
                  <c:v>2</c:v>
                </c:pt>
                <c:pt idx="5234">
                  <c:v>2</c:v>
                </c:pt>
                <c:pt idx="5235">
                  <c:v>2</c:v>
                </c:pt>
                <c:pt idx="5236">
                  <c:v>2</c:v>
                </c:pt>
                <c:pt idx="5237">
                  <c:v>2</c:v>
                </c:pt>
                <c:pt idx="5238">
                  <c:v>2</c:v>
                </c:pt>
                <c:pt idx="5239">
                  <c:v>2</c:v>
                </c:pt>
                <c:pt idx="5240">
                  <c:v>2</c:v>
                </c:pt>
                <c:pt idx="5241">
                  <c:v>2</c:v>
                </c:pt>
                <c:pt idx="5242">
                  <c:v>2</c:v>
                </c:pt>
                <c:pt idx="5243">
                  <c:v>2</c:v>
                </c:pt>
                <c:pt idx="5244">
                  <c:v>2</c:v>
                </c:pt>
                <c:pt idx="5245">
                  <c:v>2</c:v>
                </c:pt>
                <c:pt idx="5246">
                  <c:v>2</c:v>
                </c:pt>
                <c:pt idx="5247">
                  <c:v>2</c:v>
                </c:pt>
                <c:pt idx="5248">
                  <c:v>2</c:v>
                </c:pt>
                <c:pt idx="5249">
                  <c:v>2</c:v>
                </c:pt>
                <c:pt idx="5250">
                  <c:v>2</c:v>
                </c:pt>
                <c:pt idx="5251">
                  <c:v>2</c:v>
                </c:pt>
                <c:pt idx="5252">
                  <c:v>2</c:v>
                </c:pt>
                <c:pt idx="5253">
                  <c:v>2</c:v>
                </c:pt>
                <c:pt idx="5254">
                  <c:v>2</c:v>
                </c:pt>
                <c:pt idx="5255">
                  <c:v>2</c:v>
                </c:pt>
                <c:pt idx="5256">
                  <c:v>2</c:v>
                </c:pt>
                <c:pt idx="5257">
                  <c:v>2</c:v>
                </c:pt>
                <c:pt idx="5258">
                  <c:v>2</c:v>
                </c:pt>
                <c:pt idx="5259">
                  <c:v>2</c:v>
                </c:pt>
                <c:pt idx="5260">
                  <c:v>2</c:v>
                </c:pt>
                <c:pt idx="5261">
                  <c:v>2</c:v>
                </c:pt>
                <c:pt idx="5262">
                  <c:v>2</c:v>
                </c:pt>
                <c:pt idx="5263">
                  <c:v>2</c:v>
                </c:pt>
                <c:pt idx="5264">
                  <c:v>2</c:v>
                </c:pt>
                <c:pt idx="5265">
                  <c:v>2</c:v>
                </c:pt>
                <c:pt idx="5266">
                  <c:v>2</c:v>
                </c:pt>
                <c:pt idx="5267">
                  <c:v>2</c:v>
                </c:pt>
                <c:pt idx="5268">
                  <c:v>2</c:v>
                </c:pt>
                <c:pt idx="5269">
                  <c:v>2</c:v>
                </c:pt>
                <c:pt idx="5270">
                  <c:v>2</c:v>
                </c:pt>
                <c:pt idx="5271">
                  <c:v>2</c:v>
                </c:pt>
                <c:pt idx="5272">
                  <c:v>2</c:v>
                </c:pt>
                <c:pt idx="5273">
                  <c:v>2</c:v>
                </c:pt>
                <c:pt idx="5274">
                  <c:v>2</c:v>
                </c:pt>
                <c:pt idx="5275">
                  <c:v>2</c:v>
                </c:pt>
                <c:pt idx="5276">
                  <c:v>2</c:v>
                </c:pt>
                <c:pt idx="5277">
                  <c:v>2</c:v>
                </c:pt>
                <c:pt idx="5278">
                  <c:v>2</c:v>
                </c:pt>
                <c:pt idx="5279">
                  <c:v>2</c:v>
                </c:pt>
                <c:pt idx="5280">
                  <c:v>2</c:v>
                </c:pt>
                <c:pt idx="5281">
                  <c:v>2</c:v>
                </c:pt>
                <c:pt idx="5282">
                  <c:v>2</c:v>
                </c:pt>
                <c:pt idx="5283">
                  <c:v>2</c:v>
                </c:pt>
                <c:pt idx="5284">
                  <c:v>2</c:v>
                </c:pt>
                <c:pt idx="5285">
                  <c:v>2</c:v>
                </c:pt>
                <c:pt idx="5286">
                  <c:v>2</c:v>
                </c:pt>
                <c:pt idx="5287">
                  <c:v>2</c:v>
                </c:pt>
                <c:pt idx="5288">
                  <c:v>2</c:v>
                </c:pt>
                <c:pt idx="5289">
                  <c:v>2</c:v>
                </c:pt>
                <c:pt idx="5290">
                  <c:v>2</c:v>
                </c:pt>
                <c:pt idx="5291">
                  <c:v>2</c:v>
                </c:pt>
                <c:pt idx="5292">
                  <c:v>2</c:v>
                </c:pt>
                <c:pt idx="5293">
                  <c:v>2</c:v>
                </c:pt>
                <c:pt idx="5294">
                  <c:v>2</c:v>
                </c:pt>
                <c:pt idx="5295">
                  <c:v>2</c:v>
                </c:pt>
                <c:pt idx="5296">
                  <c:v>2</c:v>
                </c:pt>
                <c:pt idx="5297">
                  <c:v>2</c:v>
                </c:pt>
                <c:pt idx="5298">
                  <c:v>2</c:v>
                </c:pt>
                <c:pt idx="5299">
                  <c:v>2</c:v>
                </c:pt>
                <c:pt idx="5300">
                  <c:v>2</c:v>
                </c:pt>
                <c:pt idx="5301">
                  <c:v>2</c:v>
                </c:pt>
                <c:pt idx="5302">
                  <c:v>2</c:v>
                </c:pt>
                <c:pt idx="5303">
                  <c:v>2</c:v>
                </c:pt>
                <c:pt idx="5304">
                  <c:v>2</c:v>
                </c:pt>
                <c:pt idx="5305">
                  <c:v>2</c:v>
                </c:pt>
                <c:pt idx="5306">
                  <c:v>2</c:v>
                </c:pt>
                <c:pt idx="5307">
                  <c:v>2</c:v>
                </c:pt>
                <c:pt idx="5308">
                  <c:v>2</c:v>
                </c:pt>
                <c:pt idx="5309">
                  <c:v>2</c:v>
                </c:pt>
                <c:pt idx="5310">
                  <c:v>2</c:v>
                </c:pt>
                <c:pt idx="5311">
                  <c:v>2</c:v>
                </c:pt>
                <c:pt idx="5312">
                  <c:v>2</c:v>
                </c:pt>
                <c:pt idx="5313">
                  <c:v>2</c:v>
                </c:pt>
                <c:pt idx="5314">
                  <c:v>2</c:v>
                </c:pt>
                <c:pt idx="5315">
                  <c:v>2</c:v>
                </c:pt>
                <c:pt idx="5316">
                  <c:v>2</c:v>
                </c:pt>
                <c:pt idx="5317">
                  <c:v>2</c:v>
                </c:pt>
                <c:pt idx="5318">
                  <c:v>2</c:v>
                </c:pt>
                <c:pt idx="5319">
                  <c:v>2</c:v>
                </c:pt>
                <c:pt idx="5320">
                  <c:v>2</c:v>
                </c:pt>
                <c:pt idx="5321">
                  <c:v>2</c:v>
                </c:pt>
                <c:pt idx="5322">
                  <c:v>2</c:v>
                </c:pt>
                <c:pt idx="5323">
                  <c:v>2</c:v>
                </c:pt>
                <c:pt idx="5324">
                  <c:v>2</c:v>
                </c:pt>
                <c:pt idx="5325">
                  <c:v>2</c:v>
                </c:pt>
                <c:pt idx="5326">
                  <c:v>2</c:v>
                </c:pt>
                <c:pt idx="5327">
                  <c:v>2</c:v>
                </c:pt>
                <c:pt idx="5328">
                  <c:v>2</c:v>
                </c:pt>
                <c:pt idx="5329">
                  <c:v>2</c:v>
                </c:pt>
                <c:pt idx="5330">
                  <c:v>2</c:v>
                </c:pt>
                <c:pt idx="5331">
                  <c:v>2</c:v>
                </c:pt>
                <c:pt idx="5332">
                  <c:v>2</c:v>
                </c:pt>
                <c:pt idx="5333">
                  <c:v>2.25</c:v>
                </c:pt>
                <c:pt idx="5334">
                  <c:v>2.25</c:v>
                </c:pt>
                <c:pt idx="5335">
                  <c:v>2.25</c:v>
                </c:pt>
                <c:pt idx="5336">
                  <c:v>2.25</c:v>
                </c:pt>
                <c:pt idx="5337">
                  <c:v>2.25</c:v>
                </c:pt>
                <c:pt idx="5338">
                  <c:v>2.25</c:v>
                </c:pt>
              </c:numCache>
            </c:numRef>
          </c:val>
          <c:smooth val="0"/>
          <c:extLst>
            <c:ext xmlns:c16="http://schemas.microsoft.com/office/drawing/2014/chart" uri="{C3380CC4-5D6E-409C-BE32-E72D297353CC}">
              <c16:uniqueId val="{00000001-2161-4C05-9D04-0E28B3E07C68}"/>
            </c:ext>
          </c:extLst>
        </c:ser>
        <c:ser>
          <c:idx val="2"/>
          <c:order val="2"/>
          <c:tx>
            <c:strRef>
              <c:f>'worldwide policy rate'!$D$1</c:f>
              <c:strCache>
                <c:ptCount val="1"/>
                <c:pt idx="0">
                  <c:v>日本银行间隔夜无担保拆借利率，%</c:v>
                </c:pt>
              </c:strCache>
            </c:strRef>
          </c:tx>
          <c:spPr>
            <a:ln w="25400" cap="rnd">
              <a:solidFill>
                <a:srgbClr val="FFC000"/>
              </a:solidFill>
              <a:round/>
            </a:ln>
            <a:effectLst/>
          </c:spPr>
          <c:marker>
            <c:symbol val="none"/>
          </c:marker>
          <c:cat>
            <c:numRef>
              <c:f>'worldwide policy rate'!$A$2612:$A$7950</c:f>
              <c:numCache>
                <c:formatCode>m/d/yyyy</c:formatCode>
                <c:ptCount val="5339"/>
                <c:pt idx="0">
                  <c:v>38719</c:v>
                </c:pt>
                <c:pt idx="1">
                  <c:v>38720</c:v>
                </c:pt>
                <c:pt idx="2">
                  <c:v>38721</c:v>
                </c:pt>
                <c:pt idx="3">
                  <c:v>38722</c:v>
                </c:pt>
                <c:pt idx="4">
                  <c:v>38723</c:v>
                </c:pt>
                <c:pt idx="5">
                  <c:v>38726</c:v>
                </c:pt>
                <c:pt idx="6">
                  <c:v>38727</c:v>
                </c:pt>
                <c:pt idx="7">
                  <c:v>38728</c:v>
                </c:pt>
                <c:pt idx="8">
                  <c:v>38729</c:v>
                </c:pt>
                <c:pt idx="9">
                  <c:v>38730</c:v>
                </c:pt>
                <c:pt idx="10">
                  <c:v>38733</c:v>
                </c:pt>
                <c:pt idx="11">
                  <c:v>38734</c:v>
                </c:pt>
                <c:pt idx="12">
                  <c:v>38735</c:v>
                </c:pt>
                <c:pt idx="13">
                  <c:v>38736</c:v>
                </c:pt>
                <c:pt idx="14">
                  <c:v>38737</c:v>
                </c:pt>
                <c:pt idx="15">
                  <c:v>38740</c:v>
                </c:pt>
                <c:pt idx="16">
                  <c:v>38741</c:v>
                </c:pt>
                <c:pt idx="17">
                  <c:v>38742</c:v>
                </c:pt>
                <c:pt idx="18">
                  <c:v>38743</c:v>
                </c:pt>
                <c:pt idx="19">
                  <c:v>38744</c:v>
                </c:pt>
                <c:pt idx="20">
                  <c:v>38747</c:v>
                </c:pt>
                <c:pt idx="21">
                  <c:v>38748</c:v>
                </c:pt>
                <c:pt idx="22">
                  <c:v>38749</c:v>
                </c:pt>
                <c:pt idx="23">
                  <c:v>38750</c:v>
                </c:pt>
                <c:pt idx="24">
                  <c:v>38751</c:v>
                </c:pt>
                <c:pt idx="25">
                  <c:v>38754</c:v>
                </c:pt>
                <c:pt idx="26">
                  <c:v>38755</c:v>
                </c:pt>
                <c:pt idx="27">
                  <c:v>38756</c:v>
                </c:pt>
                <c:pt idx="28">
                  <c:v>38757</c:v>
                </c:pt>
                <c:pt idx="29">
                  <c:v>38758</c:v>
                </c:pt>
                <c:pt idx="30">
                  <c:v>38761</c:v>
                </c:pt>
                <c:pt idx="31">
                  <c:v>38762</c:v>
                </c:pt>
                <c:pt idx="32">
                  <c:v>38763</c:v>
                </c:pt>
                <c:pt idx="33">
                  <c:v>38764</c:v>
                </c:pt>
                <c:pt idx="34">
                  <c:v>38765</c:v>
                </c:pt>
                <c:pt idx="35">
                  <c:v>38768</c:v>
                </c:pt>
                <c:pt idx="36">
                  <c:v>38769</c:v>
                </c:pt>
                <c:pt idx="37">
                  <c:v>38770</c:v>
                </c:pt>
                <c:pt idx="38">
                  <c:v>38771</c:v>
                </c:pt>
                <c:pt idx="39">
                  <c:v>38772</c:v>
                </c:pt>
                <c:pt idx="40">
                  <c:v>38775</c:v>
                </c:pt>
                <c:pt idx="41">
                  <c:v>38776</c:v>
                </c:pt>
                <c:pt idx="42">
                  <c:v>38777</c:v>
                </c:pt>
                <c:pt idx="43">
                  <c:v>38778</c:v>
                </c:pt>
                <c:pt idx="44">
                  <c:v>38779</c:v>
                </c:pt>
                <c:pt idx="45">
                  <c:v>38782</c:v>
                </c:pt>
                <c:pt idx="46">
                  <c:v>38783</c:v>
                </c:pt>
                <c:pt idx="47">
                  <c:v>38784</c:v>
                </c:pt>
                <c:pt idx="48">
                  <c:v>38785</c:v>
                </c:pt>
                <c:pt idx="49">
                  <c:v>38786</c:v>
                </c:pt>
                <c:pt idx="50">
                  <c:v>38789</c:v>
                </c:pt>
                <c:pt idx="51">
                  <c:v>38790</c:v>
                </c:pt>
                <c:pt idx="52">
                  <c:v>38791</c:v>
                </c:pt>
                <c:pt idx="53">
                  <c:v>38792</c:v>
                </c:pt>
                <c:pt idx="54">
                  <c:v>38793</c:v>
                </c:pt>
                <c:pt idx="55">
                  <c:v>38796</c:v>
                </c:pt>
                <c:pt idx="56">
                  <c:v>38797</c:v>
                </c:pt>
                <c:pt idx="57">
                  <c:v>38798</c:v>
                </c:pt>
                <c:pt idx="58">
                  <c:v>38799</c:v>
                </c:pt>
                <c:pt idx="59">
                  <c:v>38800</c:v>
                </c:pt>
                <c:pt idx="60">
                  <c:v>38803</c:v>
                </c:pt>
                <c:pt idx="61">
                  <c:v>38804</c:v>
                </c:pt>
                <c:pt idx="62">
                  <c:v>38805</c:v>
                </c:pt>
                <c:pt idx="63">
                  <c:v>38806</c:v>
                </c:pt>
                <c:pt idx="64">
                  <c:v>38807</c:v>
                </c:pt>
                <c:pt idx="65">
                  <c:v>38810</c:v>
                </c:pt>
                <c:pt idx="66">
                  <c:v>38811</c:v>
                </c:pt>
                <c:pt idx="67">
                  <c:v>38812</c:v>
                </c:pt>
                <c:pt idx="68">
                  <c:v>38813</c:v>
                </c:pt>
                <c:pt idx="69">
                  <c:v>38814</c:v>
                </c:pt>
                <c:pt idx="70">
                  <c:v>38817</c:v>
                </c:pt>
                <c:pt idx="71">
                  <c:v>38818</c:v>
                </c:pt>
                <c:pt idx="72">
                  <c:v>38819</c:v>
                </c:pt>
                <c:pt idx="73">
                  <c:v>38820</c:v>
                </c:pt>
                <c:pt idx="74">
                  <c:v>38821</c:v>
                </c:pt>
                <c:pt idx="75">
                  <c:v>38824</c:v>
                </c:pt>
                <c:pt idx="76">
                  <c:v>38825</c:v>
                </c:pt>
                <c:pt idx="77">
                  <c:v>38826</c:v>
                </c:pt>
                <c:pt idx="78">
                  <c:v>38827</c:v>
                </c:pt>
                <c:pt idx="79">
                  <c:v>38828</c:v>
                </c:pt>
                <c:pt idx="80">
                  <c:v>38831</c:v>
                </c:pt>
                <c:pt idx="81">
                  <c:v>38832</c:v>
                </c:pt>
                <c:pt idx="82">
                  <c:v>38833</c:v>
                </c:pt>
                <c:pt idx="83">
                  <c:v>38834</c:v>
                </c:pt>
                <c:pt idx="84">
                  <c:v>38835</c:v>
                </c:pt>
                <c:pt idx="85">
                  <c:v>38838</c:v>
                </c:pt>
                <c:pt idx="86">
                  <c:v>38839</c:v>
                </c:pt>
                <c:pt idx="87">
                  <c:v>38840</c:v>
                </c:pt>
                <c:pt idx="88">
                  <c:v>38841</c:v>
                </c:pt>
                <c:pt idx="89">
                  <c:v>38842</c:v>
                </c:pt>
                <c:pt idx="90">
                  <c:v>38845</c:v>
                </c:pt>
                <c:pt idx="91">
                  <c:v>38846</c:v>
                </c:pt>
                <c:pt idx="92">
                  <c:v>38847</c:v>
                </c:pt>
                <c:pt idx="93">
                  <c:v>38848</c:v>
                </c:pt>
                <c:pt idx="94">
                  <c:v>38849</c:v>
                </c:pt>
                <c:pt idx="95">
                  <c:v>38852</c:v>
                </c:pt>
                <c:pt idx="96">
                  <c:v>38853</c:v>
                </c:pt>
                <c:pt idx="97">
                  <c:v>38854</c:v>
                </c:pt>
                <c:pt idx="98">
                  <c:v>38855</c:v>
                </c:pt>
                <c:pt idx="99">
                  <c:v>38856</c:v>
                </c:pt>
                <c:pt idx="100">
                  <c:v>38859</c:v>
                </c:pt>
                <c:pt idx="101">
                  <c:v>38860</c:v>
                </c:pt>
                <c:pt idx="102">
                  <c:v>38861</c:v>
                </c:pt>
                <c:pt idx="103">
                  <c:v>38862</c:v>
                </c:pt>
                <c:pt idx="104">
                  <c:v>38863</c:v>
                </c:pt>
                <c:pt idx="105">
                  <c:v>38866</c:v>
                </c:pt>
                <c:pt idx="106">
                  <c:v>38867</c:v>
                </c:pt>
                <c:pt idx="107">
                  <c:v>38868</c:v>
                </c:pt>
                <c:pt idx="108">
                  <c:v>38869</c:v>
                </c:pt>
                <c:pt idx="109">
                  <c:v>38870</c:v>
                </c:pt>
                <c:pt idx="110">
                  <c:v>38873</c:v>
                </c:pt>
                <c:pt idx="111">
                  <c:v>38874</c:v>
                </c:pt>
                <c:pt idx="112">
                  <c:v>38875</c:v>
                </c:pt>
                <c:pt idx="113">
                  <c:v>38876</c:v>
                </c:pt>
                <c:pt idx="114">
                  <c:v>38877</c:v>
                </c:pt>
                <c:pt idx="115">
                  <c:v>38880</c:v>
                </c:pt>
                <c:pt idx="116">
                  <c:v>38881</c:v>
                </c:pt>
                <c:pt idx="117">
                  <c:v>38882</c:v>
                </c:pt>
                <c:pt idx="118">
                  <c:v>38883</c:v>
                </c:pt>
                <c:pt idx="119">
                  <c:v>38884</c:v>
                </c:pt>
                <c:pt idx="120">
                  <c:v>38887</c:v>
                </c:pt>
                <c:pt idx="121">
                  <c:v>38888</c:v>
                </c:pt>
                <c:pt idx="122">
                  <c:v>38889</c:v>
                </c:pt>
                <c:pt idx="123">
                  <c:v>38890</c:v>
                </c:pt>
                <c:pt idx="124">
                  <c:v>38891</c:v>
                </c:pt>
                <c:pt idx="125">
                  <c:v>38894</c:v>
                </c:pt>
                <c:pt idx="126">
                  <c:v>38895</c:v>
                </c:pt>
                <c:pt idx="127">
                  <c:v>38896</c:v>
                </c:pt>
                <c:pt idx="128">
                  <c:v>38897</c:v>
                </c:pt>
                <c:pt idx="129">
                  <c:v>38898</c:v>
                </c:pt>
                <c:pt idx="130">
                  <c:v>38901</c:v>
                </c:pt>
                <c:pt idx="131">
                  <c:v>38902</c:v>
                </c:pt>
                <c:pt idx="132">
                  <c:v>38903</c:v>
                </c:pt>
                <c:pt idx="133">
                  <c:v>38904</c:v>
                </c:pt>
                <c:pt idx="134">
                  <c:v>38905</c:v>
                </c:pt>
                <c:pt idx="135">
                  <c:v>38908</c:v>
                </c:pt>
                <c:pt idx="136">
                  <c:v>38909</c:v>
                </c:pt>
                <c:pt idx="137">
                  <c:v>38910</c:v>
                </c:pt>
                <c:pt idx="138">
                  <c:v>38911</c:v>
                </c:pt>
                <c:pt idx="139">
                  <c:v>38912</c:v>
                </c:pt>
                <c:pt idx="140">
                  <c:v>38915</c:v>
                </c:pt>
                <c:pt idx="141">
                  <c:v>38916</c:v>
                </c:pt>
                <c:pt idx="142">
                  <c:v>38917</c:v>
                </c:pt>
                <c:pt idx="143">
                  <c:v>38918</c:v>
                </c:pt>
                <c:pt idx="144">
                  <c:v>38919</c:v>
                </c:pt>
                <c:pt idx="145">
                  <c:v>38922</c:v>
                </c:pt>
                <c:pt idx="146">
                  <c:v>38923</c:v>
                </c:pt>
                <c:pt idx="147">
                  <c:v>38924</c:v>
                </c:pt>
                <c:pt idx="148">
                  <c:v>38925</c:v>
                </c:pt>
                <c:pt idx="149">
                  <c:v>38926</c:v>
                </c:pt>
                <c:pt idx="150">
                  <c:v>38929</c:v>
                </c:pt>
                <c:pt idx="151">
                  <c:v>38930</c:v>
                </c:pt>
                <c:pt idx="152">
                  <c:v>38931</c:v>
                </c:pt>
                <c:pt idx="153">
                  <c:v>38932</c:v>
                </c:pt>
                <c:pt idx="154">
                  <c:v>38933</c:v>
                </c:pt>
                <c:pt idx="155">
                  <c:v>38936</c:v>
                </c:pt>
                <c:pt idx="156">
                  <c:v>38937</c:v>
                </c:pt>
                <c:pt idx="157">
                  <c:v>38938</c:v>
                </c:pt>
                <c:pt idx="158">
                  <c:v>38939</c:v>
                </c:pt>
                <c:pt idx="159">
                  <c:v>38940</c:v>
                </c:pt>
                <c:pt idx="160">
                  <c:v>38943</c:v>
                </c:pt>
                <c:pt idx="161">
                  <c:v>38944</c:v>
                </c:pt>
                <c:pt idx="162">
                  <c:v>38945</c:v>
                </c:pt>
                <c:pt idx="163">
                  <c:v>38946</c:v>
                </c:pt>
                <c:pt idx="164">
                  <c:v>38947</c:v>
                </c:pt>
                <c:pt idx="165">
                  <c:v>38950</c:v>
                </c:pt>
                <c:pt idx="166">
                  <c:v>38951</c:v>
                </c:pt>
                <c:pt idx="167">
                  <c:v>38952</c:v>
                </c:pt>
                <c:pt idx="168">
                  <c:v>38953</c:v>
                </c:pt>
                <c:pt idx="169">
                  <c:v>38954</c:v>
                </c:pt>
                <c:pt idx="170">
                  <c:v>38957</c:v>
                </c:pt>
                <c:pt idx="171">
                  <c:v>38958</c:v>
                </c:pt>
                <c:pt idx="172">
                  <c:v>38959</c:v>
                </c:pt>
                <c:pt idx="173">
                  <c:v>38960</c:v>
                </c:pt>
                <c:pt idx="174">
                  <c:v>38961</c:v>
                </c:pt>
                <c:pt idx="175">
                  <c:v>38964</c:v>
                </c:pt>
                <c:pt idx="176">
                  <c:v>38965</c:v>
                </c:pt>
                <c:pt idx="177">
                  <c:v>38966</c:v>
                </c:pt>
                <c:pt idx="178">
                  <c:v>38967</c:v>
                </c:pt>
                <c:pt idx="179">
                  <c:v>38968</c:v>
                </c:pt>
                <c:pt idx="180">
                  <c:v>38971</c:v>
                </c:pt>
                <c:pt idx="181">
                  <c:v>38972</c:v>
                </c:pt>
                <c:pt idx="182">
                  <c:v>38973</c:v>
                </c:pt>
                <c:pt idx="183">
                  <c:v>38974</c:v>
                </c:pt>
                <c:pt idx="184">
                  <c:v>38975</c:v>
                </c:pt>
                <c:pt idx="185">
                  <c:v>38978</c:v>
                </c:pt>
                <c:pt idx="186">
                  <c:v>38979</c:v>
                </c:pt>
                <c:pt idx="187">
                  <c:v>38980</c:v>
                </c:pt>
                <c:pt idx="188">
                  <c:v>38981</c:v>
                </c:pt>
                <c:pt idx="189">
                  <c:v>38982</c:v>
                </c:pt>
                <c:pt idx="190">
                  <c:v>38985</c:v>
                </c:pt>
                <c:pt idx="191">
                  <c:v>38986</c:v>
                </c:pt>
                <c:pt idx="192">
                  <c:v>38987</c:v>
                </c:pt>
                <c:pt idx="193">
                  <c:v>38988</c:v>
                </c:pt>
                <c:pt idx="194">
                  <c:v>38989</c:v>
                </c:pt>
                <c:pt idx="195">
                  <c:v>38992</c:v>
                </c:pt>
                <c:pt idx="196">
                  <c:v>38993</c:v>
                </c:pt>
                <c:pt idx="197">
                  <c:v>38994</c:v>
                </c:pt>
                <c:pt idx="198">
                  <c:v>38995</c:v>
                </c:pt>
                <c:pt idx="199">
                  <c:v>38996</c:v>
                </c:pt>
                <c:pt idx="200">
                  <c:v>38999</c:v>
                </c:pt>
                <c:pt idx="201">
                  <c:v>39000</c:v>
                </c:pt>
                <c:pt idx="202">
                  <c:v>39001</c:v>
                </c:pt>
                <c:pt idx="203">
                  <c:v>39002</c:v>
                </c:pt>
                <c:pt idx="204">
                  <c:v>39003</c:v>
                </c:pt>
                <c:pt idx="205">
                  <c:v>39006</c:v>
                </c:pt>
                <c:pt idx="206">
                  <c:v>39007</c:v>
                </c:pt>
                <c:pt idx="207">
                  <c:v>39008</c:v>
                </c:pt>
                <c:pt idx="208">
                  <c:v>39009</c:v>
                </c:pt>
                <c:pt idx="209">
                  <c:v>39010</c:v>
                </c:pt>
                <c:pt idx="210">
                  <c:v>39013</c:v>
                </c:pt>
                <c:pt idx="211">
                  <c:v>39014</c:v>
                </c:pt>
                <c:pt idx="212">
                  <c:v>39015</c:v>
                </c:pt>
                <c:pt idx="213">
                  <c:v>39016</c:v>
                </c:pt>
                <c:pt idx="214">
                  <c:v>39017</c:v>
                </c:pt>
                <c:pt idx="215">
                  <c:v>39020</c:v>
                </c:pt>
                <c:pt idx="216">
                  <c:v>39021</c:v>
                </c:pt>
                <c:pt idx="217">
                  <c:v>39022</c:v>
                </c:pt>
                <c:pt idx="218">
                  <c:v>39023</c:v>
                </c:pt>
                <c:pt idx="219">
                  <c:v>39024</c:v>
                </c:pt>
                <c:pt idx="220">
                  <c:v>39027</c:v>
                </c:pt>
                <c:pt idx="221">
                  <c:v>39028</c:v>
                </c:pt>
                <c:pt idx="222">
                  <c:v>39029</c:v>
                </c:pt>
                <c:pt idx="223">
                  <c:v>39030</c:v>
                </c:pt>
                <c:pt idx="224">
                  <c:v>39031</c:v>
                </c:pt>
                <c:pt idx="225">
                  <c:v>39034</c:v>
                </c:pt>
                <c:pt idx="226">
                  <c:v>39035</c:v>
                </c:pt>
                <c:pt idx="227">
                  <c:v>39036</c:v>
                </c:pt>
                <c:pt idx="228">
                  <c:v>39037</c:v>
                </c:pt>
                <c:pt idx="229">
                  <c:v>39038</c:v>
                </c:pt>
                <c:pt idx="230">
                  <c:v>39041</c:v>
                </c:pt>
                <c:pt idx="231">
                  <c:v>39042</c:v>
                </c:pt>
                <c:pt idx="232">
                  <c:v>39043</c:v>
                </c:pt>
                <c:pt idx="233">
                  <c:v>39044</c:v>
                </c:pt>
                <c:pt idx="234">
                  <c:v>39045</c:v>
                </c:pt>
                <c:pt idx="235">
                  <c:v>39048</c:v>
                </c:pt>
                <c:pt idx="236">
                  <c:v>39049</c:v>
                </c:pt>
                <c:pt idx="237">
                  <c:v>39050</c:v>
                </c:pt>
                <c:pt idx="238">
                  <c:v>39051</c:v>
                </c:pt>
                <c:pt idx="239">
                  <c:v>39052</c:v>
                </c:pt>
                <c:pt idx="240">
                  <c:v>39055</c:v>
                </c:pt>
                <c:pt idx="241">
                  <c:v>39056</c:v>
                </c:pt>
                <c:pt idx="242">
                  <c:v>39057</c:v>
                </c:pt>
                <c:pt idx="243">
                  <c:v>39058</c:v>
                </c:pt>
                <c:pt idx="244">
                  <c:v>39059</c:v>
                </c:pt>
                <c:pt idx="245">
                  <c:v>39062</c:v>
                </c:pt>
                <c:pt idx="246">
                  <c:v>39063</c:v>
                </c:pt>
                <c:pt idx="247">
                  <c:v>39064</c:v>
                </c:pt>
                <c:pt idx="248">
                  <c:v>39065</c:v>
                </c:pt>
                <c:pt idx="249">
                  <c:v>39066</c:v>
                </c:pt>
                <c:pt idx="250">
                  <c:v>39069</c:v>
                </c:pt>
                <c:pt idx="251">
                  <c:v>39070</c:v>
                </c:pt>
                <c:pt idx="252">
                  <c:v>39071</c:v>
                </c:pt>
                <c:pt idx="253">
                  <c:v>39072</c:v>
                </c:pt>
                <c:pt idx="254">
                  <c:v>39073</c:v>
                </c:pt>
                <c:pt idx="255">
                  <c:v>39076</c:v>
                </c:pt>
                <c:pt idx="256">
                  <c:v>39077</c:v>
                </c:pt>
                <c:pt idx="257">
                  <c:v>39078</c:v>
                </c:pt>
                <c:pt idx="258">
                  <c:v>39079</c:v>
                </c:pt>
                <c:pt idx="259">
                  <c:v>39080</c:v>
                </c:pt>
                <c:pt idx="260">
                  <c:v>39083</c:v>
                </c:pt>
                <c:pt idx="261">
                  <c:v>39084</c:v>
                </c:pt>
                <c:pt idx="262">
                  <c:v>39085</c:v>
                </c:pt>
                <c:pt idx="263">
                  <c:v>39086</c:v>
                </c:pt>
                <c:pt idx="264">
                  <c:v>39087</c:v>
                </c:pt>
                <c:pt idx="265">
                  <c:v>39090</c:v>
                </c:pt>
                <c:pt idx="266">
                  <c:v>39091</c:v>
                </c:pt>
                <c:pt idx="267">
                  <c:v>39092</c:v>
                </c:pt>
                <c:pt idx="268">
                  <c:v>39093</c:v>
                </c:pt>
                <c:pt idx="269">
                  <c:v>39094</c:v>
                </c:pt>
                <c:pt idx="270">
                  <c:v>39097</c:v>
                </c:pt>
                <c:pt idx="271">
                  <c:v>39098</c:v>
                </c:pt>
                <c:pt idx="272">
                  <c:v>39099</c:v>
                </c:pt>
                <c:pt idx="273">
                  <c:v>39100</c:v>
                </c:pt>
                <c:pt idx="274">
                  <c:v>39101</c:v>
                </c:pt>
                <c:pt idx="275">
                  <c:v>39104</c:v>
                </c:pt>
                <c:pt idx="276">
                  <c:v>39105</c:v>
                </c:pt>
                <c:pt idx="277">
                  <c:v>39106</c:v>
                </c:pt>
                <c:pt idx="278">
                  <c:v>39107</c:v>
                </c:pt>
                <c:pt idx="279">
                  <c:v>39108</c:v>
                </c:pt>
                <c:pt idx="280">
                  <c:v>39111</c:v>
                </c:pt>
                <c:pt idx="281">
                  <c:v>39112</c:v>
                </c:pt>
                <c:pt idx="282">
                  <c:v>39113</c:v>
                </c:pt>
                <c:pt idx="283">
                  <c:v>39114</c:v>
                </c:pt>
                <c:pt idx="284">
                  <c:v>39115</c:v>
                </c:pt>
                <c:pt idx="285">
                  <c:v>39118</c:v>
                </c:pt>
                <c:pt idx="286">
                  <c:v>39119</c:v>
                </c:pt>
                <c:pt idx="287">
                  <c:v>39120</c:v>
                </c:pt>
                <c:pt idx="288">
                  <c:v>39121</c:v>
                </c:pt>
                <c:pt idx="289">
                  <c:v>39122</c:v>
                </c:pt>
                <c:pt idx="290">
                  <c:v>39125</c:v>
                </c:pt>
                <c:pt idx="291">
                  <c:v>39126</c:v>
                </c:pt>
                <c:pt idx="292">
                  <c:v>39127</c:v>
                </c:pt>
                <c:pt idx="293">
                  <c:v>39128</c:v>
                </c:pt>
                <c:pt idx="294">
                  <c:v>39129</c:v>
                </c:pt>
                <c:pt idx="295">
                  <c:v>39132</c:v>
                </c:pt>
                <c:pt idx="296">
                  <c:v>39133</c:v>
                </c:pt>
                <c:pt idx="297">
                  <c:v>39134</c:v>
                </c:pt>
                <c:pt idx="298">
                  <c:v>39135</c:v>
                </c:pt>
                <c:pt idx="299">
                  <c:v>39136</c:v>
                </c:pt>
                <c:pt idx="300">
                  <c:v>39139</c:v>
                </c:pt>
                <c:pt idx="301">
                  <c:v>39140</c:v>
                </c:pt>
                <c:pt idx="302">
                  <c:v>39141</c:v>
                </c:pt>
                <c:pt idx="303">
                  <c:v>39142</c:v>
                </c:pt>
                <c:pt idx="304">
                  <c:v>39143</c:v>
                </c:pt>
                <c:pt idx="305">
                  <c:v>39146</c:v>
                </c:pt>
                <c:pt idx="306">
                  <c:v>39147</c:v>
                </c:pt>
                <c:pt idx="307">
                  <c:v>39148</c:v>
                </c:pt>
                <c:pt idx="308">
                  <c:v>39149</c:v>
                </c:pt>
                <c:pt idx="309">
                  <c:v>39150</c:v>
                </c:pt>
                <c:pt idx="310">
                  <c:v>39153</c:v>
                </c:pt>
                <c:pt idx="311">
                  <c:v>39154</c:v>
                </c:pt>
                <c:pt idx="312">
                  <c:v>39155</c:v>
                </c:pt>
                <c:pt idx="313">
                  <c:v>39156</c:v>
                </c:pt>
                <c:pt idx="314">
                  <c:v>39157</c:v>
                </c:pt>
                <c:pt idx="315">
                  <c:v>39160</c:v>
                </c:pt>
                <c:pt idx="316">
                  <c:v>39161</c:v>
                </c:pt>
                <c:pt idx="317">
                  <c:v>39162</c:v>
                </c:pt>
                <c:pt idx="318">
                  <c:v>39163</c:v>
                </c:pt>
                <c:pt idx="319">
                  <c:v>39164</c:v>
                </c:pt>
                <c:pt idx="320">
                  <c:v>39167</c:v>
                </c:pt>
                <c:pt idx="321">
                  <c:v>39168</c:v>
                </c:pt>
                <c:pt idx="322">
                  <c:v>39169</c:v>
                </c:pt>
                <c:pt idx="323">
                  <c:v>39170</c:v>
                </c:pt>
                <c:pt idx="324">
                  <c:v>39171</c:v>
                </c:pt>
                <c:pt idx="325">
                  <c:v>39174</c:v>
                </c:pt>
                <c:pt idx="326">
                  <c:v>39175</c:v>
                </c:pt>
                <c:pt idx="327">
                  <c:v>39176</c:v>
                </c:pt>
                <c:pt idx="328">
                  <c:v>39177</c:v>
                </c:pt>
                <c:pt idx="329">
                  <c:v>39178</c:v>
                </c:pt>
                <c:pt idx="330">
                  <c:v>39181</c:v>
                </c:pt>
                <c:pt idx="331">
                  <c:v>39182</c:v>
                </c:pt>
                <c:pt idx="332">
                  <c:v>39183</c:v>
                </c:pt>
                <c:pt idx="333">
                  <c:v>39184</c:v>
                </c:pt>
                <c:pt idx="334">
                  <c:v>39185</c:v>
                </c:pt>
                <c:pt idx="335">
                  <c:v>39188</c:v>
                </c:pt>
                <c:pt idx="336">
                  <c:v>39189</c:v>
                </c:pt>
                <c:pt idx="337">
                  <c:v>39190</c:v>
                </c:pt>
                <c:pt idx="338">
                  <c:v>39191</c:v>
                </c:pt>
                <c:pt idx="339">
                  <c:v>39192</c:v>
                </c:pt>
                <c:pt idx="340">
                  <c:v>39195</c:v>
                </c:pt>
                <c:pt idx="341">
                  <c:v>39196</c:v>
                </c:pt>
                <c:pt idx="342">
                  <c:v>39197</c:v>
                </c:pt>
                <c:pt idx="343">
                  <c:v>39198</c:v>
                </c:pt>
                <c:pt idx="344">
                  <c:v>39199</c:v>
                </c:pt>
                <c:pt idx="345">
                  <c:v>39202</c:v>
                </c:pt>
                <c:pt idx="346">
                  <c:v>39203</c:v>
                </c:pt>
                <c:pt idx="347">
                  <c:v>39204</c:v>
                </c:pt>
                <c:pt idx="348">
                  <c:v>39205</c:v>
                </c:pt>
                <c:pt idx="349">
                  <c:v>39206</c:v>
                </c:pt>
                <c:pt idx="350">
                  <c:v>39209</c:v>
                </c:pt>
                <c:pt idx="351">
                  <c:v>39210</c:v>
                </c:pt>
                <c:pt idx="352">
                  <c:v>39211</c:v>
                </c:pt>
                <c:pt idx="353">
                  <c:v>39212</c:v>
                </c:pt>
                <c:pt idx="354">
                  <c:v>39213</c:v>
                </c:pt>
                <c:pt idx="355">
                  <c:v>39216</c:v>
                </c:pt>
                <c:pt idx="356">
                  <c:v>39217</c:v>
                </c:pt>
                <c:pt idx="357">
                  <c:v>39218</c:v>
                </c:pt>
                <c:pt idx="358">
                  <c:v>39219</c:v>
                </c:pt>
                <c:pt idx="359">
                  <c:v>39220</c:v>
                </c:pt>
                <c:pt idx="360">
                  <c:v>39223</c:v>
                </c:pt>
                <c:pt idx="361">
                  <c:v>39224</c:v>
                </c:pt>
                <c:pt idx="362">
                  <c:v>39225</c:v>
                </c:pt>
                <c:pt idx="363">
                  <c:v>39226</c:v>
                </c:pt>
                <c:pt idx="364">
                  <c:v>39227</c:v>
                </c:pt>
                <c:pt idx="365">
                  <c:v>39230</c:v>
                </c:pt>
                <c:pt idx="366">
                  <c:v>39231</c:v>
                </c:pt>
                <c:pt idx="367">
                  <c:v>39232</c:v>
                </c:pt>
                <c:pt idx="368">
                  <c:v>39233</c:v>
                </c:pt>
                <c:pt idx="369">
                  <c:v>39234</c:v>
                </c:pt>
                <c:pt idx="370">
                  <c:v>39237</c:v>
                </c:pt>
                <c:pt idx="371">
                  <c:v>39238</c:v>
                </c:pt>
                <c:pt idx="372">
                  <c:v>39239</c:v>
                </c:pt>
                <c:pt idx="373">
                  <c:v>39240</c:v>
                </c:pt>
                <c:pt idx="374">
                  <c:v>39241</c:v>
                </c:pt>
                <c:pt idx="375">
                  <c:v>39244</c:v>
                </c:pt>
                <c:pt idx="376">
                  <c:v>39245</c:v>
                </c:pt>
                <c:pt idx="377">
                  <c:v>39246</c:v>
                </c:pt>
                <c:pt idx="378">
                  <c:v>39247</c:v>
                </c:pt>
                <c:pt idx="379">
                  <c:v>39248</c:v>
                </c:pt>
                <c:pt idx="380">
                  <c:v>39251</c:v>
                </c:pt>
                <c:pt idx="381">
                  <c:v>39252</c:v>
                </c:pt>
                <c:pt idx="382">
                  <c:v>39253</c:v>
                </c:pt>
                <c:pt idx="383">
                  <c:v>39254</c:v>
                </c:pt>
                <c:pt idx="384">
                  <c:v>39255</c:v>
                </c:pt>
                <c:pt idx="385">
                  <c:v>39258</c:v>
                </c:pt>
                <c:pt idx="386">
                  <c:v>39259</c:v>
                </c:pt>
                <c:pt idx="387">
                  <c:v>39260</c:v>
                </c:pt>
                <c:pt idx="388">
                  <c:v>39261</c:v>
                </c:pt>
                <c:pt idx="389">
                  <c:v>39262</c:v>
                </c:pt>
                <c:pt idx="390">
                  <c:v>39265</c:v>
                </c:pt>
                <c:pt idx="391">
                  <c:v>39266</c:v>
                </c:pt>
                <c:pt idx="392">
                  <c:v>39267</c:v>
                </c:pt>
                <c:pt idx="393">
                  <c:v>39268</c:v>
                </c:pt>
                <c:pt idx="394">
                  <c:v>39269</c:v>
                </c:pt>
                <c:pt idx="395">
                  <c:v>39272</c:v>
                </c:pt>
                <c:pt idx="396">
                  <c:v>39273</c:v>
                </c:pt>
                <c:pt idx="397">
                  <c:v>39274</c:v>
                </c:pt>
                <c:pt idx="398">
                  <c:v>39275</c:v>
                </c:pt>
                <c:pt idx="399">
                  <c:v>39276</c:v>
                </c:pt>
                <c:pt idx="400">
                  <c:v>39279</c:v>
                </c:pt>
                <c:pt idx="401">
                  <c:v>39280</c:v>
                </c:pt>
                <c:pt idx="402">
                  <c:v>39281</c:v>
                </c:pt>
                <c:pt idx="403">
                  <c:v>39282</c:v>
                </c:pt>
                <c:pt idx="404">
                  <c:v>39283</c:v>
                </c:pt>
                <c:pt idx="405">
                  <c:v>39286</c:v>
                </c:pt>
                <c:pt idx="406">
                  <c:v>39287</c:v>
                </c:pt>
                <c:pt idx="407">
                  <c:v>39288</c:v>
                </c:pt>
                <c:pt idx="408">
                  <c:v>39289</c:v>
                </c:pt>
                <c:pt idx="409">
                  <c:v>39290</c:v>
                </c:pt>
                <c:pt idx="410">
                  <c:v>39293</c:v>
                </c:pt>
                <c:pt idx="411">
                  <c:v>39294</c:v>
                </c:pt>
                <c:pt idx="412">
                  <c:v>39295</c:v>
                </c:pt>
                <c:pt idx="413">
                  <c:v>39296</c:v>
                </c:pt>
                <c:pt idx="414">
                  <c:v>39297</c:v>
                </c:pt>
                <c:pt idx="415">
                  <c:v>39300</c:v>
                </c:pt>
                <c:pt idx="416">
                  <c:v>39301</c:v>
                </c:pt>
                <c:pt idx="417">
                  <c:v>39302</c:v>
                </c:pt>
                <c:pt idx="418">
                  <c:v>39303</c:v>
                </c:pt>
                <c:pt idx="419">
                  <c:v>39304</c:v>
                </c:pt>
                <c:pt idx="420">
                  <c:v>39307</c:v>
                </c:pt>
                <c:pt idx="421">
                  <c:v>39308</c:v>
                </c:pt>
                <c:pt idx="422">
                  <c:v>39309</c:v>
                </c:pt>
                <c:pt idx="423">
                  <c:v>39310</c:v>
                </c:pt>
                <c:pt idx="424">
                  <c:v>39311</c:v>
                </c:pt>
                <c:pt idx="425">
                  <c:v>39314</c:v>
                </c:pt>
                <c:pt idx="426">
                  <c:v>39315</c:v>
                </c:pt>
                <c:pt idx="427">
                  <c:v>39316</c:v>
                </c:pt>
                <c:pt idx="428">
                  <c:v>39317</c:v>
                </c:pt>
                <c:pt idx="429">
                  <c:v>39318</c:v>
                </c:pt>
                <c:pt idx="430">
                  <c:v>39321</c:v>
                </c:pt>
                <c:pt idx="431">
                  <c:v>39322</c:v>
                </c:pt>
                <c:pt idx="432">
                  <c:v>39323</c:v>
                </c:pt>
                <c:pt idx="433">
                  <c:v>39324</c:v>
                </c:pt>
                <c:pt idx="434">
                  <c:v>39325</c:v>
                </c:pt>
                <c:pt idx="435">
                  <c:v>39328</c:v>
                </c:pt>
                <c:pt idx="436">
                  <c:v>39329</c:v>
                </c:pt>
                <c:pt idx="437">
                  <c:v>39330</c:v>
                </c:pt>
                <c:pt idx="438">
                  <c:v>39331</c:v>
                </c:pt>
                <c:pt idx="439">
                  <c:v>39332</c:v>
                </c:pt>
                <c:pt idx="440">
                  <c:v>39335</c:v>
                </c:pt>
                <c:pt idx="441">
                  <c:v>39336</c:v>
                </c:pt>
                <c:pt idx="442">
                  <c:v>39337</c:v>
                </c:pt>
                <c:pt idx="443">
                  <c:v>39338</c:v>
                </c:pt>
                <c:pt idx="444">
                  <c:v>39339</c:v>
                </c:pt>
                <c:pt idx="445">
                  <c:v>39342</c:v>
                </c:pt>
                <c:pt idx="446">
                  <c:v>39343</c:v>
                </c:pt>
                <c:pt idx="447">
                  <c:v>39344</c:v>
                </c:pt>
                <c:pt idx="448">
                  <c:v>39345</c:v>
                </c:pt>
                <c:pt idx="449">
                  <c:v>39346</c:v>
                </c:pt>
                <c:pt idx="450">
                  <c:v>39349</c:v>
                </c:pt>
                <c:pt idx="451">
                  <c:v>39350</c:v>
                </c:pt>
                <c:pt idx="452">
                  <c:v>39351</c:v>
                </c:pt>
                <c:pt idx="453">
                  <c:v>39352</c:v>
                </c:pt>
                <c:pt idx="454">
                  <c:v>39353</c:v>
                </c:pt>
                <c:pt idx="455">
                  <c:v>39356</c:v>
                </c:pt>
                <c:pt idx="456">
                  <c:v>39357</c:v>
                </c:pt>
                <c:pt idx="457">
                  <c:v>39358</c:v>
                </c:pt>
                <c:pt idx="458">
                  <c:v>39359</c:v>
                </c:pt>
                <c:pt idx="459">
                  <c:v>39360</c:v>
                </c:pt>
                <c:pt idx="460">
                  <c:v>39363</c:v>
                </c:pt>
                <c:pt idx="461">
                  <c:v>39364</c:v>
                </c:pt>
                <c:pt idx="462">
                  <c:v>39365</c:v>
                </c:pt>
                <c:pt idx="463">
                  <c:v>39366</c:v>
                </c:pt>
                <c:pt idx="464">
                  <c:v>39367</c:v>
                </c:pt>
                <c:pt idx="465">
                  <c:v>39370</c:v>
                </c:pt>
                <c:pt idx="466">
                  <c:v>39371</c:v>
                </c:pt>
                <c:pt idx="467">
                  <c:v>39372</c:v>
                </c:pt>
                <c:pt idx="468">
                  <c:v>39373</c:v>
                </c:pt>
                <c:pt idx="469">
                  <c:v>39374</c:v>
                </c:pt>
                <c:pt idx="470">
                  <c:v>39377</c:v>
                </c:pt>
                <c:pt idx="471">
                  <c:v>39378</c:v>
                </c:pt>
                <c:pt idx="472">
                  <c:v>39379</c:v>
                </c:pt>
                <c:pt idx="473">
                  <c:v>39380</c:v>
                </c:pt>
                <c:pt idx="474">
                  <c:v>39381</c:v>
                </c:pt>
                <c:pt idx="475">
                  <c:v>39384</c:v>
                </c:pt>
                <c:pt idx="476">
                  <c:v>39385</c:v>
                </c:pt>
                <c:pt idx="477">
                  <c:v>39386</c:v>
                </c:pt>
                <c:pt idx="478">
                  <c:v>39387</c:v>
                </c:pt>
                <c:pt idx="479">
                  <c:v>39388</c:v>
                </c:pt>
                <c:pt idx="480">
                  <c:v>39391</c:v>
                </c:pt>
                <c:pt idx="481">
                  <c:v>39392</c:v>
                </c:pt>
                <c:pt idx="482">
                  <c:v>39393</c:v>
                </c:pt>
                <c:pt idx="483">
                  <c:v>39394</c:v>
                </c:pt>
                <c:pt idx="484">
                  <c:v>39395</c:v>
                </c:pt>
                <c:pt idx="485">
                  <c:v>39398</c:v>
                </c:pt>
                <c:pt idx="486">
                  <c:v>39399</c:v>
                </c:pt>
                <c:pt idx="487">
                  <c:v>39400</c:v>
                </c:pt>
                <c:pt idx="488">
                  <c:v>39401</c:v>
                </c:pt>
                <c:pt idx="489">
                  <c:v>39402</c:v>
                </c:pt>
                <c:pt idx="490">
                  <c:v>39405</c:v>
                </c:pt>
                <c:pt idx="491">
                  <c:v>39406</c:v>
                </c:pt>
                <c:pt idx="492">
                  <c:v>39407</c:v>
                </c:pt>
                <c:pt idx="493">
                  <c:v>39408</c:v>
                </c:pt>
                <c:pt idx="494">
                  <c:v>39409</c:v>
                </c:pt>
                <c:pt idx="495">
                  <c:v>39412</c:v>
                </c:pt>
                <c:pt idx="496">
                  <c:v>39413</c:v>
                </c:pt>
                <c:pt idx="497">
                  <c:v>39414</c:v>
                </c:pt>
                <c:pt idx="498">
                  <c:v>39415</c:v>
                </c:pt>
                <c:pt idx="499">
                  <c:v>39416</c:v>
                </c:pt>
                <c:pt idx="500">
                  <c:v>39419</c:v>
                </c:pt>
                <c:pt idx="501">
                  <c:v>39420</c:v>
                </c:pt>
                <c:pt idx="502">
                  <c:v>39421</c:v>
                </c:pt>
                <c:pt idx="503">
                  <c:v>39422</c:v>
                </c:pt>
                <c:pt idx="504">
                  <c:v>39423</c:v>
                </c:pt>
                <c:pt idx="505">
                  <c:v>39426</c:v>
                </c:pt>
                <c:pt idx="506">
                  <c:v>39427</c:v>
                </c:pt>
                <c:pt idx="507">
                  <c:v>39428</c:v>
                </c:pt>
                <c:pt idx="508">
                  <c:v>39429</c:v>
                </c:pt>
                <c:pt idx="509">
                  <c:v>39430</c:v>
                </c:pt>
                <c:pt idx="510">
                  <c:v>39433</c:v>
                </c:pt>
                <c:pt idx="511">
                  <c:v>39434</c:v>
                </c:pt>
                <c:pt idx="512">
                  <c:v>39435</c:v>
                </c:pt>
                <c:pt idx="513">
                  <c:v>39436</c:v>
                </c:pt>
                <c:pt idx="514">
                  <c:v>39437</c:v>
                </c:pt>
                <c:pt idx="515">
                  <c:v>39440</c:v>
                </c:pt>
                <c:pt idx="516">
                  <c:v>39441</c:v>
                </c:pt>
                <c:pt idx="517">
                  <c:v>39442</c:v>
                </c:pt>
                <c:pt idx="518">
                  <c:v>39443</c:v>
                </c:pt>
                <c:pt idx="519">
                  <c:v>39444</c:v>
                </c:pt>
                <c:pt idx="520">
                  <c:v>39447</c:v>
                </c:pt>
                <c:pt idx="521">
                  <c:v>39448</c:v>
                </c:pt>
                <c:pt idx="522">
                  <c:v>39449</c:v>
                </c:pt>
                <c:pt idx="523">
                  <c:v>39450</c:v>
                </c:pt>
                <c:pt idx="524">
                  <c:v>39451</c:v>
                </c:pt>
                <c:pt idx="525">
                  <c:v>39454</c:v>
                </c:pt>
                <c:pt idx="526">
                  <c:v>39455</c:v>
                </c:pt>
                <c:pt idx="527">
                  <c:v>39456</c:v>
                </c:pt>
                <c:pt idx="528">
                  <c:v>39457</c:v>
                </c:pt>
                <c:pt idx="529">
                  <c:v>39458</c:v>
                </c:pt>
                <c:pt idx="530">
                  <c:v>39461</c:v>
                </c:pt>
                <c:pt idx="531">
                  <c:v>39462</c:v>
                </c:pt>
                <c:pt idx="532">
                  <c:v>39463</c:v>
                </c:pt>
                <c:pt idx="533">
                  <c:v>39464</c:v>
                </c:pt>
                <c:pt idx="534">
                  <c:v>39465</c:v>
                </c:pt>
                <c:pt idx="535">
                  <c:v>39468</c:v>
                </c:pt>
                <c:pt idx="536">
                  <c:v>39469</c:v>
                </c:pt>
                <c:pt idx="537">
                  <c:v>39470</c:v>
                </c:pt>
                <c:pt idx="538">
                  <c:v>39471</c:v>
                </c:pt>
                <c:pt idx="539">
                  <c:v>39472</c:v>
                </c:pt>
                <c:pt idx="540">
                  <c:v>39475</c:v>
                </c:pt>
                <c:pt idx="541">
                  <c:v>39476</c:v>
                </c:pt>
                <c:pt idx="542">
                  <c:v>39477</c:v>
                </c:pt>
                <c:pt idx="543">
                  <c:v>39478</c:v>
                </c:pt>
                <c:pt idx="544">
                  <c:v>39479</c:v>
                </c:pt>
                <c:pt idx="545">
                  <c:v>39482</c:v>
                </c:pt>
                <c:pt idx="546">
                  <c:v>39483</c:v>
                </c:pt>
                <c:pt idx="547">
                  <c:v>39484</c:v>
                </c:pt>
                <c:pt idx="548">
                  <c:v>39485</c:v>
                </c:pt>
                <c:pt idx="549">
                  <c:v>39486</c:v>
                </c:pt>
                <c:pt idx="550">
                  <c:v>39489</c:v>
                </c:pt>
                <c:pt idx="551">
                  <c:v>39490</c:v>
                </c:pt>
                <c:pt idx="552">
                  <c:v>39491</c:v>
                </c:pt>
                <c:pt idx="553">
                  <c:v>39492</c:v>
                </c:pt>
                <c:pt idx="554">
                  <c:v>39493</c:v>
                </c:pt>
                <c:pt idx="555">
                  <c:v>39496</c:v>
                </c:pt>
                <c:pt idx="556">
                  <c:v>39497</c:v>
                </c:pt>
                <c:pt idx="557">
                  <c:v>39498</c:v>
                </c:pt>
                <c:pt idx="558">
                  <c:v>39499</c:v>
                </c:pt>
                <c:pt idx="559">
                  <c:v>39500</c:v>
                </c:pt>
                <c:pt idx="560">
                  <c:v>39503</c:v>
                </c:pt>
                <c:pt idx="561">
                  <c:v>39504</c:v>
                </c:pt>
                <c:pt idx="562">
                  <c:v>39505</c:v>
                </c:pt>
                <c:pt idx="563">
                  <c:v>39506</c:v>
                </c:pt>
                <c:pt idx="564">
                  <c:v>39507</c:v>
                </c:pt>
                <c:pt idx="565">
                  <c:v>39510</c:v>
                </c:pt>
                <c:pt idx="566">
                  <c:v>39511</c:v>
                </c:pt>
                <c:pt idx="567">
                  <c:v>39512</c:v>
                </c:pt>
                <c:pt idx="568">
                  <c:v>39513</c:v>
                </c:pt>
                <c:pt idx="569">
                  <c:v>39514</c:v>
                </c:pt>
                <c:pt idx="570">
                  <c:v>39517</c:v>
                </c:pt>
                <c:pt idx="571">
                  <c:v>39518</c:v>
                </c:pt>
                <c:pt idx="572">
                  <c:v>39519</c:v>
                </c:pt>
                <c:pt idx="573">
                  <c:v>39520</c:v>
                </c:pt>
                <c:pt idx="574">
                  <c:v>39521</c:v>
                </c:pt>
                <c:pt idx="575">
                  <c:v>39524</c:v>
                </c:pt>
                <c:pt idx="576">
                  <c:v>39525</c:v>
                </c:pt>
                <c:pt idx="577">
                  <c:v>39526</c:v>
                </c:pt>
                <c:pt idx="578">
                  <c:v>39527</c:v>
                </c:pt>
                <c:pt idx="579">
                  <c:v>39528</c:v>
                </c:pt>
                <c:pt idx="580">
                  <c:v>39531</c:v>
                </c:pt>
                <c:pt idx="581">
                  <c:v>39532</c:v>
                </c:pt>
                <c:pt idx="582">
                  <c:v>39533</c:v>
                </c:pt>
                <c:pt idx="583">
                  <c:v>39534</c:v>
                </c:pt>
                <c:pt idx="584">
                  <c:v>39535</c:v>
                </c:pt>
                <c:pt idx="585">
                  <c:v>39538</c:v>
                </c:pt>
                <c:pt idx="586">
                  <c:v>39539</c:v>
                </c:pt>
                <c:pt idx="587">
                  <c:v>39540</c:v>
                </c:pt>
                <c:pt idx="588">
                  <c:v>39541</c:v>
                </c:pt>
                <c:pt idx="589">
                  <c:v>39542</c:v>
                </c:pt>
                <c:pt idx="590">
                  <c:v>39545</c:v>
                </c:pt>
                <c:pt idx="591">
                  <c:v>39546</c:v>
                </c:pt>
                <c:pt idx="592">
                  <c:v>39547</c:v>
                </c:pt>
                <c:pt idx="593">
                  <c:v>39548</c:v>
                </c:pt>
                <c:pt idx="594">
                  <c:v>39549</c:v>
                </c:pt>
                <c:pt idx="595">
                  <c:v>39552</c:v>
                </c:pt>
                <c:pt idx="596">
                  <c:v>39553</c:v>
                </c:pt>
                <c:pt idx="597">
                  <c:v>39554</c:v>
                </c:pt>
                <c:pt idx="598">
                  <c:v>39555</c:v>
                </c:pt>
                <c:pt idx="599">
                  <c:v>39556</c:v>
                </c:pt>
                <c:pt idx="600">
                  <c:v>39559</c:v>
                </c:pt>
                <c:pt idx="601">
                  <c:v>39560</c:v>
                </c:pt>
                <c:pt idx="602">
                  <c:v>39561</c:v>
                </c:pt>
                <c:pt idx="603">
                  <c:v>39562</c:v>
                </c:pt>
                <c:pt idx="604">
                  <c:v>39563</c:v>
                </c:pt>
                <c:pt idx="605">
                  <c:v>39566</c:v>
                </c:pt>
                <c:pt idx="606">
                  <c:v>39567</c:v>
                </c:pt>
                <c:pt idx="607">
                  <c:v>39568</c:v>
                </c:pt>
                <c:pt idx="608">
                  <c:v>39569</c:v>
                </c:pt>
                <c:pt idx="609">
                  <c:v>39570</c:v>
                </c:pt>
                <c:pt idx="610">
                  <c:v>39573</c:v>
                </c:pt>
                <c:pt idx="611">
                  <c:v>39574</c:v>
                </c:pt>
                <c:pt idx="612">
                  <c:v>39575</c:v>
                </c:pt>
                <c:pt idx="613">
                  <c:v>39576</c:v>
                </c:pt>
                <c:pt idx="614">
                  <c:v>39577</c:v>
                </c:pt>
                <c:pt idx="615">
                  <c:v>39580</c:v>
                </c:pt>
                <c:pt idx="616">
                  <c:v>39581</c:v>
                </c:pt>
                <c:pt idx="617">
                  <c:v>39582</c:v>
                </c:pt>
                <c:pt idx="618">
                  <c:v>39583</c:v>
                </c:pt>
                <c:pt idx="619">
                  <c:v>39584</c:v>
                </c:pt>
                <c:pt idx="620">
                  <c:v>39587</c:v>
                </c:pt>
                <c:pt idx="621">
                  <c:v>39588</c:v>
                </c:pt>
                <c:pt idx="622">
                  <c:v>39589</c:v>
                </c:pt>
                <c:pt idx="623">
                  <c:v>39590</c:v>
                </c:pt>
                <c:pt idx="624">
                  <c:v>39591</c:v>
                </c:pt>
                <c:pt idx="625">
                  <c:v>39594</c:v>
                </c:pt>
                <c:pt idx="626">
                  <c:v>39595</c:v>
                </c:pt>
                <c:pt idx="627">
                  <c:v>39596</c:v>
                </c:pt>
                <c:pt idx="628">
                  <c:v>39597</c:v>
                </c:pt>
                <c:pt idx="629">
                  <c:v>39598</c:v>
                </c:pt>
                <c:pt idx="630">
                  <c:v>39601</c:v>
                </c:pt>
                <c:pt idx="631">
                  <c:v>39602</c:v>
                </c:pt>
                <c:pt idx="632">
                  <c:v>39603</c:v>
                </c:pt>
                <c:pt idx="633">
                  <c:v>39604</c:v>
                </c:pt>
                <c:pt idx="634">
                  <c:v>39605</c:v>
                </c:pt>
                <c:pt idx="635">
                  <c:v>39608</c:v>
                </c:pt>
                <c:pt idx="636">
                  <c:v>39609</c:v>
                </c:pt>
                <c:pt idx="637">
                  <c:v>39610</c:v>
                </c:pt>
                <c:pt idx="638">
                  <c:v>39611</c:v>
                </c:pt>
                <c:pt idx="639">
                  <c:v>39612</c:v>
                </c:pt>
                <c:pt idx="640">
                  <c:v>39615</c:v>
                </c:pt>
                <c:pt idx="641">
                  <c:v>39616</c:v>
                </c:pt>
                <c:pt idx="642">
                  <c:v>39617</c:v>
                </c:pt>
                <c:pt idx="643">
                  <c:v>39618</c:v>
                </c:pt>
                <c:pt idx="644">
                  <c:v>39619</c:v>
                </c:pt>
                <c:pt idx="645">
                  <c:v>39622</c:v>
                </c:pt>
                <c:pt idx="646">
                  <c:v>39623</c:v>
                </c:pt>
                <c:pt idx="647">
                  <c:v>39624</c:v>
                </c:pt>
                <c:pt idx="648">
                  <c:v>39625</c:v>
                </c:pt>
                <c:pt idx="649">
                  <c:v>39626</c:v>
                </c:pt>
                <c:pt idx="650">
                  <c:v>39629</c:v>
                </c:pt>
                <c:pt idx="651">
                  <c:v>39630</c:v>
                </c:pt>
                <c:pt idx="652">
                  <c:v>39631</c:v>
                </c:pt>
                <c:pt idx="653">
                  <c:v>39632</c:v>
                </c:pt>
                <c:pt idx="654">
                  <c:v>39633</c:v>
                </c:pt>
                <c:pt idx="655">
                  <c:v>39636</c:v>
                </c:pt>
                <c:pt idx="656">
                  <c:v>39637</c:v>
                </c:pt>
                <c:pt idx="657">
                  <c:v>39638</c:v>
                </c:pt>
                <c:pt idx="658">
                  <c:v>39639</c:v>
                </c:pt>
                <c:pt idx="659">
                  <c:v>39640</c:v>
                </c:pt>
                <c:pt idx="660">
                  <c:v>39643</c:v>
                </c:pt>
                <c:pt idx="661">
                  <c:v>39644</c:v>
                </c:pt>
                <c:pt idx="662">
                  <c:v>39645</c:v>
                </c:pt>
                <c:pt idx="663">
                  <c:v>39646</c:v>
                </c:pt>
                <c:pt idx="664">
                  <c:v>39647</c:v>
                </c:pt>
                <c:pt idx="665">
                  <c:v>39650</c:v>
                </c:pt>
                <c:pt idx="666">
                  <c:v>39651</c:v>
                </c:pt>
                <c:pt idx="667">
                  <c:v>39652</c:v>
                </c:pt>
                <c:pt idx="668">
                  <c:v>39653</c:v>
                </c:pt>
                <c:pt idx="669">
                  <c:v>39654</c:v>
                </c:pt>
                <c:pt idx="670">
                  <c:v>39657</c:v>
                </c:pt>
                <c:pt idx="671">
                  <c:v>39658</c:v>
                </c:pt>
                <c:pt idx="672">
                  <c:v>39659</c:v>
                </c:pt>
                <c:pt idx="673">
                  <c:v>39660</c:v>
                </c:pt>
                <c:pt idx="674">
                  <c:v>39661</c:v>
                </c:pt>
                <c:pt idx="675">
                  <c:v>39664</c:v>
                </c:pt>
                <c:pt idx="676">
                  <c:v>39665</c:v>
                </c:pt>
                <c:pt idx="677">
                  <c:v>39666</c:v>
                </c:pt>
                <c:pt idx="678">
                  <c:v>39667</c:v>
                </c:pt>
                <c:pt idx="679">
                  <c:v>39668</c:v>
                </c:pt>
                <c:pt idx="680">
                  <c:v>39671</c:v>
                </c:pt>
                <c:pt idx="681">
                  <c:v>39672</c:v>
                </c:pt>
                <c:pt idx="682">
                  <c:v>39673</c:v>
                </c:pt>
                <c:pt idx="683">
                  <c:v>39674</c:v>
                </c:pt>
                <c:pt idx="684">
                  <c:v>39675</c:v>
                </c:pt>
                <c:pt idx="685">
                  <c:v>39678</c:v>
                </c:pt>
                <c:pt idx="686">
                  <c:v>39679</c:v>
                </c:pt>
                <c:pt idx="687">
                  <c:v>39680</c:v>
                </c:pt>
                <c:pt idx="688">
                  <c:v>39681</c:v>
                </c:pt>
                <c:pt idx="689">
                  <c:v>39682</c:v>
                </c:pt>
                <c:pt idx="690">
                  <c:v>39685</c:v>
                </c:pt>
                <c:pt idx="691">
                  <c:v>39686</c:v>
                </c:pt>
                <c:pt idx="692">
                  <c:v>39687</c:v>
                </c:pt>
                <c:pt idx="693">
                  <c:v>39688</c:v>
                </c:pt>
                <c:pt idx="694">
                  <c:v>39689</c:v>
                </c:pt>
                <c:pt idx="695">
                  <c:v>39692</c:v>
                </c:pt>
                <c:pt idx="696">
                  <c:v>39693</c:v>
                </c:pt>
                <c:pt idx="697">
                  <c:v>39694</c:v>
                </c:pt>
                <c:pt idx="698">
                  <c:v>39695</c:v>
                </c:pt>
                <c:pt idx="699">
                  <c:v>39696</c:v>
                </c:pt>
                <c:pt idx="700">
                  <c:v>39699</c:v>
                </c:pt>
                <c:pt idx="701">
                  <c:v>39700</c:v>
                </c:pt>
                <c:pt idx="702">
                  <c:v>39701</c:v>
                </c:pt>
                <c:pt idx="703">
                  <c:v>39702</c:v>
                </c:pt>
                <c:pt idx="704">
                  <c:v>39703</c:v>
                </c:pt>
                <c:pt idx="705">
                  <c:v>39706</c:v>
                </c:pt>
                <c:pt idx="706">
                  <c:v>39707</c:v>
                </c:pt>
                <c:pt idx="707">
                  <c:v>39708</c:v>
                </c:pt>
                <c:pt idx="708">
                  <c:v>39709</c:v>
                </c:pt>
                <c:pt idx="709">
                  <c:v>39710</c:v>
                </c:pt>
                <c:pt idx="710">
                  <c:v>39713</c:v>
                </c:pt>
                <c:pt idx="711">
                  <c:v>39714</c:v>
                </c:pt>
                <c:pt idx="712">
                  <c:v>39715</c:v>
                </c:pt>
                <c:pt idx="713">
                  <c:v>39716</c:v>
                </c:pt>
                <c:pt idx="714">
                  <c:v>39717</c:v>
                </c:pt>
                <c:pt idx="715">
                  <c:v>39720</c:v>
                </c:pt>
                <c:pt idx="716">
                  <c:v>39721</c:v>
                </c:pt>
                <c:pt idx="717">
                  <c:v>39722</c:v>
                </c:pt>
                <c:pt idx="718">
                  <c:v>39723</c:v>
                </c:pt>
                <c:pt idx="719">
                  <c:v>39724</c:v>
                </c:pt>
                <c:pt idx="720">
                  <c:v>39727</c:v>
                </c:pt>
                <c:pt idx="721">
                  <c:v>39728</c:v>
                </c:pt>
                <c:pt idx="722">
                  <c:v>39729</c:v>
                </c:pt>
                <c:pt idx="723">
                  <c:v>39730</c:v>
                </c:pt>
                <c:pt idx="724">
                  <c:v>39731</c:v>
                </c:pt>
                <c:pt idx="725">
                  <c:v>39734</c:v>
                </c:pt>
                <c:pt idx="726">
                  <c:v>39735</c:v>
                </c:pt>
                <c:pt idx="727">
                  <c:v>39736</c:v>
                </c:pt>
                <c:pt idx="728">
                  <c:v>39737</c:v>
                </c:pt>
                <c:pt idx="729">
                  <c:v>39738</c:v>
                </c:pt>
                <c:pt idx="730">
                  <c:v>39741</c:v>
                </c:pt>
                <c:pt idx="731">
                  <c:v>39742</c:v>
                </c:pt>
                <c:pt idx="732">
                  <c:v>39743</c:v>
                </c:pt>
                <c:pt idx="733">
                  <c:v>39744</c:v>
                </c:pt>
                <c:pt idx="734">
                  <c:v>39745</c:v>
                </c:pt>
                <c:pt idx="735">
                  <c:v>39748</c:v>
                </c:pt>
                <c:pt idx="736">
                  <c:v>39749</c:v>
                </c:pt>
                <c:pt idx="737">
                  <c:v>39750</c:v>
                </c:pt>
                <c:pt idx="738">
                  <c:v>39751</c:v>
                </c:pt>
                <c:pt idx="739">
                  <c:v>39752</c:v>
                </c:pt>
                <c:pt idx="740">
                  <c:v>39755</c:v>
                </c:pt>
                <c:pt idx="741">
                  <c:v>39756</c:v>
                </c:pt>
                <c:pt idx="742">
                  <c:v>39757</c:v>
                </c:pt>
                <c:pt idx="743">
                  <c:v>39758</c:v>
                </c:pt>
                <c:pt idx="744">
                  <c:v>39759</c:v>
                </c:pt>
                <c:pt idx="745">
                  <c:v>39762</c:v>
                </c:pt>
                <c:pt idx="746">
                  <c:v>39763</c:v>
                </c:pt>
                <c:pt idx="747">
                  <c:v>39764</c:v>
                </c:pt>
                <c:pt idx="748">
                  <c:v>39765</c:v>
                </c:pt>
                <c:pt idx="749">
                  <c:v>39766</c:v>
                </c:pt>
                <c:pt idx="750">
                  <c:v>39769</c:v>
                </c:pt>
                <c:pt idx="751">
                  <c:v>39770</c:v>
                </c:pt>
                <c:pt idx="752">
                  <c:v>39771</c:v>
                </c:pt>
                <c:pt idx="753">
                  <c:v>39772</c:v>
                </c:pt>
                <c:pt idx="754">
                  <c:v>39773</c:v>
                </c:pt>
                <c:pt idx="755">
                  <c:v>39776</c:v>
                </c:pt>
                <c:pt idx="756">
                  <c:v>39777</c:v>
                </c:pt>
                <c:pt idx="757">
                  <c:v>39778</c:v>
                </c:pt>
                <c:pt idx="758">
                  <c:v>39779</c:v>
                </c:pt>
                <c:pt idx="759">
                  <c:v>39780</c:v>
                </c:pt>
                <c:pt idx="760">
                  <c:v>39783</c:v>
                </c:pt>
                <c:pt idx="761">
                  <c:v>39784</c:v>
                </c:pt>
                <c:pt idx="762">
                  <c:v>39785</c:v>
                </c:pt>
                <c:pt idx="763">
                  <c:v>39786</c:v>
                </c:pt>
                <c:pt idx="764">
                  <c:v>39787</c:v>
                </c:pt>
                <c:pt idx="765">
                  <c:v>39790</c:v>
                </c:pt>
                <c:pt idx="766">
                  <c:v>39791</c:v>
                </c:pt>
                <c:pt idx="767">
                  <c:v>39792</c:v>
                </c:pt>
                <c:pt idx="768">
                  <c:v>39793</c:v>
                </c:pt>
                <c:pt idx="769">
                  <c:v>39794</c:v>
                </c:pt>
                <c:pt idx="770">
                  <c:v>39797</c:v>
                </c:pt>
                <c:pt idx="771">
                  <c:v>39798</c:v>
                </c:pt>
                <c:pt idx="772">
                  <c:v>39799</c:v>
                </c:pt>
                <c:pt idx="773">
                  <c:v>39800</c:v>
                </c:pt>
                <c:pt idx="774">
                  <c:v>39801</c:v>
                </c:pt>
                <c:pt idx="775">
                  <c:v>39804</c:v>
                </c:pt>
                <c:pt idx="776">
                  <c:v>39805</c:v>
                </c:pt>
                <c:pt idx="777">
                  <c:v>39806</c:v>
                </c:pt>
                <c:pt idx="778">
                  <c:v>39807</c:v>
                </c:pt>
                <c:pt idx="779">
                  <c:v>39808</c:v>
                </c:pt>
                <c:pt idx="780">
                  <c:v>39811</c:v>
                </c:pt>
                <c:pt idx="781">
                  <c:v>39812</c:v>
                </c:pt>
                <c:pt idx="782">
                  <c:v>39813</c:v>
                </c:pt>
                <c:pt idx="783">
                  <c:v>39814</c:v>
                </c:pt>
                <c:pt idx="784">
                  <c:v>39815</c:v>
                </c:pt>
                <c:pt idx="785">
                  <c:v>39818</c:v>
                </c:pt>
                <c:pt idx="786">
                  <c:v>39819</c:v>
                </c:pt>
                <c:pt idx="787">
                  <c:v>39820</c:v>
                </c:pt>
                <c:pt idx="788">
                  <c:v>39821</c:v>
                </c:pt>
                <c:pt idx="789">
                  <c:v>39822</c:v>
                </c:pt>
                <c:pt idx="790">
                  <c:v>39825</c:v>
                </c:pt>
                <c:pt idx="791">
                  <c:v>39826</c:v>
                </c:pt>
                <c:pt idx="792">
                  <c:v>39827</c:v>
                </c:pt>
                <c:pt idx="793">
                  <c:v>39828</c:v>
                </c:pt>
                <c:pt idx="794">
                  <c:v>39829</c:v>
                </c:pt>
                <c:pt idx="795">
                  <c:v>39832</c:v>
                </c:pt>
                <c:pt idx="796">
                  <c:v>39833</c:v>
                </c:pt>
                <c:pt idx="797">
                  <c:v>39834</c:v>
                </c:pt>
                <c:pt idx="798">
                  <c:v>39835</c:v>
                </c:pt>
                <c:pt idx="799">
                  <c:v>39836</c:v>
                </c:pt>
                <c:pt idx="800">
                  <c:v>39839</c:v>
                </c:pt>
                <c:pt idx="801">
                  <c:v>39840</c:v>
                </c:pt>
                <c:pt idx="802">
                  <c:v>39841</c:v>
                </c:pt>
                <c:pt idx="803">
                  <c:v>39842</c:v>
                </c:pt>
                <c:pt idx="804">
                  <c:v>39843</c:v>
                </c:pt>
                <c:pt idx="805">
                  <c:v>39846</c:v>
                </c:pt>
                <c:pt idx="806">
                  <c:v>39847</c:v>
                </c:pt>
                <c:pt idx="807">
                  <c:v>39848</c:v>
                </c:pt>
                <c:pt idx="808">
                  <c:v>39849</c:v>
                </c:pt>
                <c:pt idx="809">
                  <c:v>39850</c:v>
                </c:pt>
                <c:pt idx="810">
                  <c:v>39853</c:v>
                </c:pt>
                <c:pt idx="811">
                  <c:v>39854</c:v>
                </c:pt>
                <c:pt idx="812">
                  <c:v>39855</c:v>
                </c:pt>
                <c:pt idx="813">
                  <c:v>39856</c:v>
                </c:pt>
                <c:pt idx="814">
                  <c:v>39857</c:v>
                </c:pt>
                <c:pt idx="815">
                  <c:v>39860</c:v>
                </c:pt>
                <c:pt idx="816">
                  <c:v>39861</c:v>
                </c:pt>
                <c:pt idx="817">
                  <c:v>39862</c:v>
                </c:pt>
                <c:pt idx="818">
                  <c:v>39863</c:v>
                </c:pt>
                <c:pt idx="819">
                  <c:v>39864</c:v>
                </c:pt>
                <c:pt idx="820">
                  <c:v>39867</c:v>
                </c:pt>
                <c:pt idx="821">
                  <c:v>39868</c:v>
                </c:pt>
                <c:pt idx="822">
                  <c:v>39869</c:v>
                </c:pt>
                <c:pt idx="823">
                  <c:v>39870</c:v>
                </c:pt>
                <c:pt idx="824">
                  <c:v>39871</c:v>
                </c:pt>
                <c:pt idx="825">
                  <c:v>39874</c:v>
                </c:pt>
                <c:pt idx="826">
                  <c:v>39875</c:v>
                </c:pt>
                <c:pt idx="827">
                  <c:v>39876</c:v>
                </c:pt>
                <c:pt idx="828">
                  <c:v>39877</c:v>
                </c:pt>
                <c:pt idx="829">
                  <c:v>39878</c:v>
                </c:pt>
                <c:pt idx="830">
                  <c:v>39881</c:v>
                </c:pt>
                <c:pt idx="831">
                  <c:v>39882</c:v>
                </c:pt>
                <c:pt idx="832">
                  <c:v>39883</c:v>
                </c:pt>
                <c:pt idx="833">
                  <c:v>39884</c:v>
                </c:pt>
                <c:pt idx="834">
                  <c:v>39885</c:v>
                </c:pt>
                <c:pt idx="835">
                  <c:v>39888</c:v>
                </c:pt>
                <c:pt idx="836">
                  <c:v>39889</c:v>
                </c:pt>
                <c:pt idx="837">
                  <c:v>39890</c:v>
                </c:pt>
                <c:pt idx="838">
                  <c:v>39891</c:v>
                </c:pt>
                <c:pt idx="839">
                  <c:v>39892</c:v>
                </c:pt>
                <c:pt idx="840">
                  <c:v>39895</c:v>
                </c:pt>
                <c:pt idx="841">
                  <c:v>39896</c:v>
                </c:pt>
                <c:pt idx="842">
                  <c:v>39897</c:v>
                </c:pt>
                <c:pt idx="843">
                  <c:v>39898</c:v>
                </c:pt>
                <c:pt idx="844">
                  <c:v>39899</c:v>
                </c:pt>
                <c:pt idx="845">
                  <c:v>39902</c:v>
                </c:pt>
                <c:pt idx="846">
                  <c:v>39903</c:v>
                </c:pt>
                <c:pt idx="847">
                  <c:v>39904</c:v>
                </c:pt>
                <c:pt idx="848">
                  <c:v>39905</c:v>
                </c:pt>
                <c:pt idx="849">
                  <c:v>39906</c:v>
                </c:pt>
                <c:pt idx="850">
                  <c:v>39909</c:v>
                </c:pt>
                <c:pt idx="851">
                  <c:v>39910</c:v>
                </c:pt>
                <c:pt idx="852">
                  <c:v>39911</c:v>
                </c:pt>
                <c:pt idx="853">
                  <c:v>39912</c:v>
                </c:pt>
                <c:pt idx="854">
                  <c:v>39913</c:v>
                </c:pt>
                <c:pt idx="855">
                  <c:v>39916</c:v>
                </c:pt>
                <c:pt idx="856">
                  <c:v>39917</c:v>
                </c:pt>
                <c:pt idx="857">
                  <c:v>39918</c:v>
                </c:pt>
                <c:pt idx="858">
                  <c:v>39919</c:v>
                </c:pt>
                <c:pt idx="859">
                  <c:v>39920</c:v>
                </c:pt>
                <c:pt idx="860">
                  <c:v>39923</c:v>
                </c:pt>
                <c:pt idx="861">
                  <c:v>39924</c:v>
                </c:pt>
                <c:pt idx="862">
                  <c:v>39925</c:v>
                </c:pt>
                <c:pt idx="863">
                  <c:v>39926</c:v>
                </c:pt>
                <c:pt idx="864">
                  <c:v>39927</c:v>
                </c:pt>
                <c:pt idx="865">
                  <c:v>39930</c:v>
                </c:pt>
                <c:pt idx="866">
                  <c:v>39931</c:v>
                </c:pt>
                <c:pt idx="867">
                  <c:v>39932</c:v>
                </c:pt>
                <c:pt idx="868">
                  <c:v>39933</c:v>
                </c:pt>
                <c:pt idx="869">
                  <c:v>39934</c:v>
                </c:pt>
                <c:pt idx="870">
                  <c:v>39937</c:v>
                </c:pt>
                <c:pt idx="871">
                  <c:v>39938</c:v>
                </c:pt>
                <c:pt idx="872">
                  <c:v>39939</c:v>
                </c:pt>
                <c:pt idx="873">
                  <c:v>39940</c:v>
                </c:pt>
                <c:pt idx="874">
                  <c:v>39941</c:v>
                </c:pt>
                <c:pt idx="875">
                  <c:v>39944</c:v>
                </c:pt>
                <c:pt idx="876">
                  <c:v>39945</c:v>
                </c:pt>
                <c:pt idx="877">
                  <c:v>39946</c:v>
                </c:pt>
                <c:pt idx="878">
                  <c:v>39947</c:v>
                </c:pt>
                <c:pt idx="879">
                  <c:v>39948</c:v>
                </c:pt>
                <c:pt idx="880">
                  <c:v>39951</c:v>
                </c:pt>
                <c:pt idx="881">
                  <c:v>39952</c:v>
                </c:pt>
                <c:pt idx="882">
                  <c:v>39953</c:v>
                </c:pt>
                <c:pt idx="883">
                  <c:v>39954</c:v>
                </c:pt>
                <c:pt idx="884">
                  <c:v>39955</c:v>
                </c:pt>
                <c:pt idx="885">
                  <c:v>39958</c:v>
                </c:pt>
                <c:pt idx="886">
                  <c:v>39959</c:v>
                </c:pt>
                <c:pt idx="887">
                  <c:v>39960</c:v>
                </c:pt>
                <c:pt idx="888">
                  <c:v>39961</c:v>
                </c:pt>
                <c:pt idx="889">
                  <c:v>39962</c:v>
                </c:pt>
                <c:pt idx="890">
                  <c:v>39965</c:v>
                </c:pt>
                <c:pt idx="891">
                  <c:v>39966</c:v>
                </c:pt>
                <c:pt idx="892">
                  <c:v>39967</c:v>
                </c:pt>
                <c:pt idx="893">
                  <c:v>39968</c:v>
                </c:pt>
                <c:pt idx="894">
                  <c:v>39969</c:v>
                </c:pt>
                <c:pt idx="895">
                  <c:v>39972</c:v>
                </c:pt>
                <c:pt idx="896">
                  <c:v>39973</c:v>
                </c:pt>
                <c:pt idx="897">
                  <c:v>39974</c:v>
                </c:pt>
                <c:pt idx="898">
                  <c:v>39975</c:v>
                </c:pt>
                <c:pt idx="899">
                  <c:v>39976</c:v>
                </c:pt>
                <c:pt idx="900">
                  <c:v>39979</c:v>
                </c:pt>
                <c:pt idx="901">
                  <c:v>39980</c:v>
                </c:pt>
                <c:pt idx="902">
                  <c:v>39981</c:v>
                </c:pt>
                <c:pt idx="903">
                  <c:v>39982</c:v>
                </c:pt>
                <c:pt idx="904">
                  <c:v>39983</c:v>
                </c:pt>
                <c:pt idx="905">
                  <c:v>39986</c:v>
                </c:pt>
                <c:pt idx="906">
                  <c:v>39987</c:v>
                </c:pt>
                <c:pt idx="907">
                  <c:v>39988</c:v>
                </c:pt>
                <c:pt idx="908">
                  <c:v>39989</c:v>
                </c:pt>
                <c:pt idx="909">
                  <c:v>39990</c:v>
                </c:pt>
                <c:pt idx="910">
                  <c:v>39993</c:v>
                </c:pt>
                <c:pt idx="911">
                  <c:v>39994</c:v>
                </c:pt>
                <c:pt idx="912">
                  <c:v>39995</c:v>
                </c:pt>
                <c:pt idx="913">
                  <c:v>39996</c:v>
                </c:pt>
                <c:pt idx="914">
                  <c:v>39997</c:v>
                </c:pt>
                <c:pt idx="915">
                  <c:v>40000</c:v>
                </c:pt>
                <c:pt idx="916">
                  <c:v>40001</c:v>
                </c:pt>
                <c:pt idx="917">
                  <c:v>40002</c:v>
                </c:pt>
                <c:pt idx="918">
                  <c:v>40003</c:v>
                </c:pt>
                <c:pt idx="919">
                  <c:v>40004</c:v>
                </c:pt>
                <c:pt idx="920">
                  <c:v>40007</c:v>
                </c:pt>
                <c:pt idx="921">
                  <c:v>40008</c:v>
                </c:pt>
                <c:pt idx="922">
                  <c:v>40009</c:v>
                </c:pt>
                <c:pt idx="923">
                  <c:v>40010</c:v>
                </c:pt>
                <c:pt idx="924">
                  <c:v>40011</c:v>
                </c:pt>
                <c:pt idx="925">
                  <c:v>40014</c:v>
                </c:pt>
                <c:pt idx="926">
                  <c:v>40015</c:v>
                </c:pt>
                <c:pt idx="927">
                  <c:v>40016</c:v>
                </c:pt>
                <c:pt idx="928">
                  <c:v>40017</c:v>
                </c:pt>
                <c:pt idx="929">
                  <c:v>40018</c:v>
                </c:pt>
                <c:pt idx="930">
                  <c:v>40021</c:v>
                </c:pt>
                <c:pt idx="931">
                  <c:v>40022</c:v>
                </c:pt>
                <c:pt idx="932">
                  <c:v>40023</c:v>
                </c:pt>
                <c:pt idx="933">
                  <c:v>40024</c:v>
                </c:pt>
                <c:pt idx="934">
                  <c:v>40025</c:v>
                </c:pt>
                <c:pt idx="935">
                  <c:v>40028</c:v>
                </c:pt>
                <c:pt idx="936">
                  <c:v>40029</c:v>
                </c:pt>
                <c:pt idx="937">
                  <c:v>40030</c:v>
                </c:pt>
                <c:pt idx="938">
                  <c:v>40031</c:v>
                </c:pt>
                <c:pt idx="939">
                  <c:v>40032</c:v>
                </c:pt>
                <c:pt idx="940">
                  <c:v>40035</c:v>
                </c:pt>
                <c:pt idx="941">
                  <c:v>40036</c:v>
                </c:pt>
                <c:pt idx="942">
                  <c:v>40037</c:v>
                </c:pt>
                <c:pt idx="943">
                  <c:v>40038</c:v>
                </c:pt>
                <c:pt idx="944">
                  <c:v>40039</c:v>
                </c:pt>
                <c:pt idx="945">
                  <c:v>40042</c:v>
                </c:pt>
                <c:pt idx="946">
                  <c:v>40043</c:v>
                </c:pt>
                <c:pt idx="947">
                  <c:v>40044</c:v>
                </c:pt>
                <c:pt idx="948">
                  <c:v>40045</c:v>
                </c:pt>
                <c:pt idx="949">
                  <c:v>40046</c:v>
                </c:pt>
                <c:pt idx="950">
                  <c:v>40049</c:v>
                </c:pt>
                <c:pt idx="951">
                  <c:v>40050</c:v>
                </c:pt>
                <c:pt idx="952">
                  <c:v>40051</c:v>
                </c:pt>
                <c:pt idx="953">
                  <c:v>40052</c:v>
                </c:pt>
                <c:pt idx="954">
                  <c:v>40053</c:v>
                </c:pt>
                <c:pt idx="955">
                  <c:v>40056</c:v>
                </c:pt>
                <c:pt idx="956">
                  <c:v>40057</c:v>
                </c:pt>
                <c:pt idx="957">
                  <c:v>40058</c:v>
                </c:pt>
                <c:pt idx="958">
                  <c:v>40059</c:v>
                </c:pt>
                <c:pt idx="959">
                  <c:v>40060</c:v>
                </c:pt>
                <c:pt idx="960">
                  <c:v>40063</c:v>
                </c:pt>
                <c:pt idx="961">
                  <c:v>40064</c:v>
                </c:pt>
                <c:pt idx="962">
                  <c:v>40065</c:v>
                </c:pt>
                <c:pt idx="963">
                  <c:v>40066</c:v>
                </c:pt>
                <c:pt idx="964">
                  <c:v>40067</c:v>
                </c:pt>
                <c:pt idx="965">
                  <c:v>40070</c:v>
                </c:pt>
                <c:pt idx="966">
                  <c:v>40071</c:v>
                </c:pt>
                <c:pt idx="967">
                  <c:v>40072</c:v>
                </c:pt>
                <c:pt idx="968">
                  <c:v>40073</c:v>
                </c:pt>
                <c:pt idx="969">
                  <c:v>40074</c:v>
                </c:pt>
                <c:pt idx="970">
                  <c:v>40077</c:v>
                </c:pt>
                <c:pt idx="971">
                  <c:v>40078</c:v>
                </c:pt>
                <c:pt idx="972">
                  <c:v>40079</c:v>
                </c:pt>
                <c:pt idx="973">
                  <c:v>40080</c:v>
                </c:pt>
                <c:pt idx="974">
                  <c:v>40081</c:v>
                </c:pt>
                <c:pt idx="975">
                  <c:v>40084</c:v>
                </c:pt>
                <c:pt idx="976">
                  <c:v>40085</c:v>
                </c:pt>
                <c:pt idx="977">
                  <c:v>40086</c:v>
                </c:pt>
                <c:pt idx="978">
                  <c:v>40087</c:v>
                </c:pt>
                <c:pt idx="979">
                  <c:v>40088</c:v>
                </c:pt>
                <c:pt idx="980">
                  <c:v>40091</c:v>
                </c:pt>
                <c:pt idx="981">
                  <c:v>40092</c:v>
                </c:pt>
                <c:pt idx="982">
                  <c:v>40093</c:v>
                </c:pt>
                <c:pt idx="983">
                  <c:v>40094</c:v>
                </c:pt>
                <c:pt idx="984">
                  <c:v>40095</c:v>
                </c:pt>
                <c:pt idx="985">
                  <c:v>40098</c:v>
                </c:pt>
                <c:pt idx="986">
                  <c:v>40099</c:v>
                </c:pt>
                <c:pt idx="987">
                  <c:v>40100</c:v>
                </c:pt>
                <c:pt idx="988">
                  <c:v>40101</c:v>
                </c:pt>
                <c:pt idx="989">
                  <c:v>40102</c:v>
                </c:pt>
                <c:pt idx="990">
                  <c:v>40105</c:v>
                </c:pt>
                <c:pt idx="991">
                  <c:v>40106</c:v>
                </c:pt>
                <c:pt idx="992">
                  <c:v>40107</c:v>
                </c:pt>
                <c:pt idx="993">
                  <c:v>40108</c:v>
                </c:pt>
                <c:pt idx="994">
                  <c:v>40109</c:v>
                </c:pt>
                <c:pt idx="995">
                  <c:v>40112</c:v>
                </c:pt>
                <c:pt idx="996">
                  <c:v>40113</c:v>
                </c:pt>
                <c:pt idx="997">
                  <c:v>40114</c:v>
                </c:pt>
                <c:pt idx="998">
                  <c:v>40115</c:v>
                </c:pt>
                <c:pt idx="999">
                  <c:v>40116</c:v>
                </c:pt>
                <c:pt idx="1000">
                  <c:v>40119</c:v>
                </c:pt>
                <c:pt idx="1001">
                  <c:v>40120</c:v>
                </c:pt>
                <c:pt idx="1002">
                  <c:v>40121</c:v>
                </c:pt>
                <c:pt idx="1003">
                  <c:v>40122</c:v>
                </c:pt>
                <c:pt idx="1004">
                  <c:v>40123</c:v>
                </c:pt>
                <c:pt idx="1005">
                  <c:v>40126</c:v>
                </c:pt>
                <c:pt idx="1006">
                  <c:v>40127</c:v>
                </c:pt>
                <c:pt idx="1007">
                  <c:v>40128</c:v>
                </c:pt>
                <c:pt idx="1008">
                  <c:v>40129</c:v>
                </c:pt>
                <c:pt idx="1009">
                  <c:v>40130</c:v>
                </c:pt>
                <c:pt idx="1010">
                  <c:v>40133</c:v>
                </c:pt>
                <c:pt idx="1011">
                  <c:v>40134</c:v>
                </c:pt>
                <c:pt idx="1012">
                  <c:v>40135</c:v>
                </c:pt>
                <c:pt idx="1013">
                  <c:v>40136</c:v>
                </c:pt>
                <c:pt idx="1014">
                  <c:v>40137</c:v>
                </c:pt>
                <c:pt idx="1015">
                  <c:v>40140</c:v>
                </c:pt>
                <c:pt idx="1016">
                  <c:v>40141</c:v>
                </c:pt>
                <c:pt idx="1017">
                  <c:v>40142</c:v>
                </c:pt>
                <c:pt idx="1018">
                  <c:v>40143</c:v>
                </c:pt>
                <c:pt idx="1019">
                  <c:v>40144</c:v>
                </c:pt>
                <c:pt idx="1020">
                  <c:v>40147</c:v>
                </c:pt>
                <c:pt idx="1021">
                  <c:v>40148</c:v>
                </c:pt>
                <c:pt idx="1022">
                  <c:v>40149</c:v>
                </c:pt>
                <c:pt idx="1023">
                  <c:v>40150</c:v>
                </c:pt>
                <c:pt idx="1024">
                  <c:v>40151</c:v>
                </c:pt>
                <c:pt idx="1025">
                  <c:v>40154</c:v>
                </c:pt>
                <c:pt idx="1026">
                  <c:v>40155</c:v>
                </c:pt>
                <c:pt idx="1027">
                  <c:v>40156</c:v>
                </c:pt>
                <c:pt idx="1028">
                  <c:v>40157</c:v>
                </c:pt>
                <c:pt idx="1029">
                  <c:v>40158</c:v>
                </c:pt>
                <c:pt idx="1030">
                  <c:v>40161</c:v>
                </c:pt>
                <c:pt idx="1031">
                  <c:v>40162</c:v>
                </c:pt>
                <c:pt idx="1032">
                  <c:v>40163</c:v>
                </c:pt>
                <c:pt idx="1033">
                  <c:v>40164</c:v>
                </c:pt>
                <c:pt idx="1034">
                  <c:v>40165</c:v>
                </c:pt>
                <c:pt idx="1035">
                  <c:v>40168</c:v>
                </c:pt>
                <c:pt idx="1036">
                  <c:v>40169</c:v>
                </c:pt>
                <c:pt idx="1037">
                  <c:v>40170</c:v>
                </c:pt>
                <c:pt idx="1038">
                  <c:v>40171</c:v>
                </c:pt>
                <c:pt idx="1039">
                  <c:v>40172</c:v>
                </c:pt>
                <c:pt idx="1040">
                  <c:v>40175</c:v>
                </c:pt>
                <c:pt idx="1041">
                  <c:v>40176</c:v>
                </c:pt>
                <c:pt idx="1042">
                  <c:v>40177</c:v>
                </c:pt>
                <c:pt idx="1043">
                  <c:v>40178</c:v>
                </c:pt>
                <c:pt idx="1044">
                  <c:v>40179</c:v>
                </c:pt>
                <c:pt idx="1045">
                  <c:v>40182</c:v>
                </c:pt>
                <c:pt idx="1046">
                  <c:v>40183</c:v>
                </c:pt>
                <c:pt idx="1047">
                  <c:v>40184</c:v>
                </c:pt>
                <c:pt idx="1048">
                  <c:v>40185</c:v>
                </c:pt>
                <c:pt idx="1049">
                  <c:v>40186</c:v>
                </c:pt>
                <c:pt idx="1050">
                  <c:v>40189</c:v>
                </c:pt>
                <c:pt idx="1051">
                  <c:v>40190</c:v>
                </c:pt>
                <c:pt idx="1052">
                  <c:v>40191</c:v>
                </c:pt>
                <c:pt idx="1053">
                  <c:v>40192</c:v>
                </c:pt>
                <c:pt idx="1054">
                  <c:v>40193</c:v>
                </c:pt>
                <c:pt idx="1055">
                  <c:v>40196</c:v>
                </c:pt>
                <c:pt idx="1056">
                  <c:v>40197</c:v>
                </c:pt>
                <c:pt idx="1057">
                  <c:v>40198</c:v>
                </c:pt>
                <c:pt idx="1058">
                  <c:v>40199</c:v>
                </c:pt>
                <c:pt idx="1059">
                  <c:v>40200</c:v>
                </c:pt>
                <c:pt idx="1060">
                  <c:v>40203</c:v>
                </c:pt>
                <c:pt idx="1061">
                  <c:v>40204</c:v>
                </c:pt>
                <c:pt idx="1062">
                  <c:v>40205</c:v>
                </c:pt>
                <c:pt idx="1063">
                  <c:v>40206</c:v>
                </c:pt>
                <c:pt idx="1064">
                  <c:v>40207</c:v>
                </c:pt>
                <c:pt idx="1065">
                  <c:v>40210</c:v>
                </c:pt>
                <c:pt idx="1066">
                  <c:v>40211</c:v>
                </c:pt>
                <c:pt idx="1067">
                  <c:v>40212</c:v>
                </c:pt>
                <c:pt idx="1068">
                  <c:v>40213</c:v>
                </c:pt>
                <c:pt idx="1069">
                  <c:v>40214</c:v>
                </c:pt>
                <c:pt idx="1070">
                  <c:v>40217</c:v>
                </c:pt>
                <c:pt idx="1071">
                  <c:v>40218</c:v>
                </c:pt>
                <c:pt idx="1072">
                  <c:v>40219</c:v>
                </c:pt>
                <c:pt idx="1073">
                  <c:v>40220</c:v>
                </c:pt>
                <c:pt idx="1074">
                  <c:v>40221</c:v>
                </c:pt>
                <c:pt idx="1075">
                  <c:v>40224</c:v>
                </c:pt>
                <c:pt idx="1076">
                  <c:v>40225</c:v>
                </c:pt>
                <c:pt idx="1077">
                  <c:v>40226</c:v>
                </c:pt>
                <c:pt idx="1078">
                  <c:v>40227</c:v>
                </c:pt>
                <c:pt idx="1079">
                  <c:v>40228</c:v>
                </c:pt>
                <c:pt idx="1080">
                  <c:v>40231</c:v>
                </c:pt>
                <c:pt idx="1081">
                  <c:v>40232</c:v>
                </c:pt>
                <c:pt idx="1082">
                  <c:v>40233</c:v>
                </c:pt>
                <c:pt idx="1083">
                  <c:v>40234</c:v>
                </c:pt>
                <c:pt idx="1084">
                  <c:v>40235</c:v>
                </c:pt>
                <c:pt idx="1085">
                  <c:v>40238</c:v>
                </c:pt>
                <c:pt idx="1086">
                  <c:v>40239</c:v>
                </c:pt>
                <c:pt idx="1087">
                  <c:v>40240</c:v>
                </c:pt>
                <c:pt idx="1088">
                  <c:v>40241</c:v>
                </c:pt>
                <c:pt idx="1089">
                  <c:v>40242</c:v>
                </c:pt>
                <c:pt idx="1090">
                  <c:v>40245</c:v>
                </c:pt>
                <c:pt idx="1091">
                  <c:v>40246</c:v>
                </c:pt>
                <c:pt idx="1092">
                  <c:v>40247</c:v>
                </c:pt>
                <c:pt idx="1093">
                  <c:v>40248</c:v>
                </c:pt>
                <c:pt idx="1094">
                  <c:v>40249</c:v>
                </c:pt>
                <c:pt idx="1095">
                  <c:v>40252</c:v>
                </c:pt>
                <c:pt idx="1096">
                  <c:v>40253</c:v>
                </c:pt>
                <c:pt idx="1097">
                  <c:v>40254</c:v>
                </c:pt>
                <c:pt idx="1098">
                  <c:v>40255</c:v>
                </c:pt>
                <c:pt idx="1099">
                  <c:v>40256</c:v>
                </c:pt>
                <c:pt idx="1100">
                  <c:v>40259</c:v>
                </c:pt>
                <c:pt idx="1101">
                  <c:v>40260</c:v>
                </c:pt>
                <c:pt idx="1102">
                  <c:v>40261</c:v>
                </c:pt>
                <c:pt idx="1103">
                  <c:v>40262</c:v>
                </c:pt>
                <c:pt idx="1104">
                  <c:v>40263</c:v>
                </c:pt>
                <c:pt idx="1105">
                  <c:v>40266</c:v>
                </c:pt>
                <c:pt idx="1106">
                  <c:v>40267</c:v>
                </c:pt>
                <c:pt idx="1107">
                  <c:v>40268</c:v>
                </c:pt>
                <c:pt idx="1108">
                  <c:v>40269</c:v>
                </c:pt>
                <c:pt idx="1109">
                  <c:v>40270</c:v>
                </c:pt>
                <c:pt idx="1110">
                  <c:v>40273</c:v>
                </c:pt>
                <c:pt idx="1111">
                  <c:v>40274</c:v>
                </c:pt>
                <c:pt idx="1112">
                  <c:v>40275</c:v>
                </c:pt>
                <c:pt idx="1113">
                  <c:v>40276</c:v>
                </c:pt>
                <c:pt idx="1114">
                  <c:v>40277</c:v>
                </c:pt>
                <c:pt idx="1115">
                  <c:v>40280</c:v>
                </c:pt>
                <c:pt idx="1116">
                  <c:v>40281</c:v>
                </c:pt>
                <c:pt idx="1117">
                  <c:v>40282</c:v>
                </c:pt>
                <c:pt idx="1118">
                  <c:v>40283</c:v>
                </c:pt>
                <c:pt idx="1119">
                  <c:v>40284</c:v>
                </c:pt>
                <c:pt idx="1120">
                  <c:v>40287</c:v>
                </c:pt>
                <c:pt idx="1121">
                  <c:v>40288</c:v>
                </c:pt>
                <c:pt idx="1122">
                  <c:v>40289</c:v>
                </c:pt>
                <c:pt idx="1123">
                  <c:v>40290</c:v>
                </c:pt>
                <c:pt idx="1124">
                  <c:v>40291</c:v>
                </c:pt>
                <c:pt idx="1125">
                  <c:v>40294</c:v>
                </c:pt>
                <c:pt idx="1126">
                  <c:v>40295</c:v>
                </c:pt>
                <c:pt idx="1127">
                  <c:v>40296</c:v>
                </c:pt>
                <c:pt idx="1128">
                  <c:v>40297</c:v>
                </c:pt>
                <c:pt idx="1129">
                  <c:v>40298</c:v>
                </c:pt>
                <c:pt idx="1130">
                  <c:v>40301</c:v>
                </c:pt>
                <c:pt idx="1131">
                  <c:v>40302</c:v>
                </c:pt>
                <c:pt idx="1132">
                  <c:v>40303</c:v>
                </c:pt>
                <c:pt idx="1133">
                  <c:v>40304</c:v>
                </c:pt>
                <c:pt idx="1134">
                  <c:v>40305</c:v>
                </c:pt>
                <c:pt idx="1135">
                  <c:v>40308</c:v>
                </c:pt>
                <c:pt idx="1136">
                  <c:v>40309</c:v>
                </c:pt>
                <c:pt idx="1137">
                  <c:v>40310</c:v>
                </c:pt>
                <c:pt idx="1138">
                  <c:v>40311</c:v>
                </c:pt>
                <c:pt idx="1139">
                  <c:v>40312</c:v>
                </c:pt>
                <c:pt idx="1140">
                  <c:v>40315</c:v>
                </c:pt>
                <c:pt idx="1141">
                  <c:v>40316</c:v>
                </c:pt>
                <c:pt idx="1142">
                  <c:v>40317</c:v>
                </c:pt>
                <c:pt idx="1143">
                  <c:v>40318</c:v>
                </c:pt>
                <c:pt idx="1144">
                  <c:v>40319</c:v>
                </c:pt>
                <c:pt idx="1145">
                  <c:v>40322</c:v>
                </c:pt>
                <c:pt idx="1146">
                  <c:v>40323</c:v>
                </c:pt>
                <c:pt idx="1147">
                  <c:v>40324</c:v>
                </c:pt>
                <c:pt idx="1148">
                  <c:v>40325</c:v>
                </c:pt>
                <c:pt idx="1149">
                  <c:v>40326</c:v>
                </c:pt>
                <c:pt idx="1150">
                  <c:v>40329</c:v>
                </c:pt>
                <c:pt idx="1151">
                  <c:v>40330</c:v>
                </c:pt>
                <c:pt idx="1152">
                  <c:v>40331</c:v>
                </c:pt>
                <c:pt idx="1153">
                  <c:v>40332</c:v>
                </c:pt>
                <c:pt idx="1154">
                  <c:v>40333</c:v>
                </c:pt>
                <c:pt idx="1155">
                  <c:v>40336</c:v>
                </c:pt>
                <c:pt idx="1156">
                  <c:v>40337</c:v>
                </c:pt>
                <c:pt idx="1157">
                  <c:v>40338</c:v>
                </c:pt>
                <c:pt idx="1158">
                  <c:v>40339</c:v>
                </c:pt>
                <c:pt idx="1159">
                  <c:v>40340</c:v>
                </c:pt>
                <c:pt idx="1160">
                  <c:v>40343</c:v>
                </c:pt>
                <c:pt idx="1161">
                  <c:v>40344</c:v>
                </c:pt>
                <c:pt idx="1162">
                  <c:v>40345</c:v>
                </c:pt>
                <c:pt idx="1163">
                  <c:v>40346</c:v>
                </c:pt>
                <c:pt idx="1164">
                  <c:v>40347</c:v>
                </c:pt>
                <c:pt idx="1165">
                  <c:v>40350</c:v>
                </c:pt>
                <c:pt idx="1166">
                  <c:v>40351</c:v>
                </c:pt>
                <c:pt idx="1167">
                  <c:v>40352</c:v>
                </c:pt>
                <c:pt idx="1168">
                  <c:v>40353</c:v>
                </c:pt>
                <c:pt idx="1169">
                  <c:v>40354</c:v>
                </c:pt>
                <c:pt idx="1170">
                  <c:v>40357</c:v>
                </c:pt>
                <c:pt idx="1171">
                  <c:v>40358</c:v>
                </c:pt>
                <c:pt idx="1172">
                  <c:v>40359</c:v>
                </c:pt>
                <c:pt idx="1173">
                  <c:v>40360</c:v>
                </c:pt>
                <c:pt idx="1174">
                  <c:v>40361</c:v>
                </c:pt>
                <c:pt idx="1175">
                  <c:v>40364</c:v>
                </c:pt>
                <c:pt idx="1176">
                  <c:v>40365</c:v>
                </c:pt>
                <c:pt idx="1177">
                  <c:v>40366</c:v>
                </c:pt>
                <c:pt idx="1178">
                  <c:v>40367</c:v>
                </c:pt>
                <c:pt idx="1179">
                  <c:v>40368</c:v>
                </c:pt>
                <c:pt idx="1180">
                  <c:v>40371</c:v>
                </c:pt>
                <c:pt idx="1181">
                  <c:v>40372</c:v>
                </c:pt>
                <c:pt idx="1182">
                  <c:v>40373</c:v>
                </c:pt>
                <c:pt idx="1183">
                  <c:v>40374</c:v>
                </c:pt>
                <c:pt idx="1184">
                  <c:v>40375</c:v>
                </c:pt>
                <c:pt idx="1185">
                  <c:v>40378</c:v>
                </c:pt>
                <c:pt idx="1186">
                  <c:v>40379</c:v>
                </c:pt>
                <c:pt idx="1187">
                  <c:v>40380</c:v>
                </c:pt>
                <c:pt idx="1188">
                  <c:v>40381</c:v>
                </c:pt>
                <c:pt idx="1189">
                  <c:v>40382</c:v>
                </c:pt>
                <c:pt idx="1190">
                  <c:v>40385</c:v>
                </c:pt>
                <c:pt idx="1191">
                  <c:v>40386</c:v>
                </c:pt>
                <c:pt idx="1192">
                  <c:v>40387</c:v>
                </c:pt>
                <c:pt idx="1193">
                  <c:v>40388</c:v>
                </c:pt>
                <c:pt idx="1194">
                  <c:v>40389</c:v>
                </c:pt>
                <c:pt idx="1195">
                  <c:v>40392</c:v>
                </c:pt>
                <c:pt idx="1196">
                  <c:v>40393</c:v>
                </c:pt>
                <c:pt idx="1197">
                  <c:v>40394</c:v>
                </c:pt>
                <c:pt idx="1198">
                  <c:v>40395</c:v>
                </c:pt>
                <c:pt idx="1199">
                  <c:v>40396</c:v>
                </c:pt>
                <c:pt idx="1200">
                  <c:v>40399</c:v>
                </c:pt>
                <c:pt idx="1201">
                  <c:v>40400</c:v>
                </c:pt>
                <c:pt idx="1202">
                  <c:v>40401</c:v>
                </c:pt>
                <c:pt idx="1203">
                  <c:v>40402</c:v>
                </c:pt>
                <c:pt idx="1204">
                  <c:v>40403</c:v>
                </c:pt>
                <c:pt idx="1205">
                  <c:v>40406</c:v>
                </c:pt>
                <c:pt idx="1206">
                  <c:v>40407</c:v>
                </c:pt>
                <c:pt idx="1207">
                  <c:v>40408</c:v>
                </c:pt>
                <c:pt idx="1208">
                  <c:v>40409</c:v>
                </c:pt>
                <c:pt idx="1209">
                  <c:v>40410</c:v>
                </c:pt>
                <c:pt idx="1210">
                  <c:v>40413</c:v>
                </c:pt>
                <c:pt idx="1211">
                  <c:v>40414</c:v>
                </c:pt>
                <c:pt idx="1212">
                  <c:v>40415</c:v>
                </c:pt>
                <c:pt idx="1213">
                  <c:v>40416</c:v>
                </c:pt>
                <c:pt idx="1214">
                  <c:v>40417</c:v>
                </c:pt>
                <c:pt idx="1215">
                  <c:v>40420</c:v>
                </c:pt>
                <c:pt idx="1216">
                  <c:v>40421</c:v>
                </c:pt>
                <c:pt idx="1217">
                  <c:v>40422</c:v>
                </c:pt>
                <c:pt idx="1218">
                  <c:v>40423</c:v>
                </c:pt>
                <c:pt idx="1219">
                  <c:v>40424</c:v>
                </c:pt>
                <c:pt idx="1220">
                  <c:v>40427</c:v>
                </c:pt>
                <c:pt idx="1221">
                  <c:v>40428</c:v>
                </c:pt>
                <c:pt idx="1222">
                  <c:v>40429</c:v>
                </c:pt>
                <c:pt idx="1223">
                  <c:v>40430</c:v>
                </c:pt>
                <c:pt idx="1224">
                  <c:v>40431</c:v>
                </c:pt>
                <c:pt idx="1225">
                  <c:v>40434</c:v>
                </c:pt>
                <c:pt idx="1226">
                  <c:v>40435</c:v>
                </c:pt>
                <c:pt idx="1227">
                  <c:v>40436</c:v>
                </c:pt>
                <c:pt idx="1228">
                  <c:v>40437</c:v>
                </c:pt>
                <c:pt idx="1229">
                  <c:v>40438</c:v>
                </c:pt>
                <c:pt idx="1230">
                  <c:v>40441</c:v>
                </c:pt>
                <c:pt idx="1231">
                  <c:v>40442</c:v>
                </c:pt>
                <c:pt idx="1232">
                  <c:v>40443</c:v>
                </c:pt>
                <c:pt idx="1233">
                  <c:v>40444</c:v>
                </c:pt>
                <c:pt idx="1234">
                  <c:v>40445</c:v>
                </c:pt>
                <c:pt idx="1235">
                  <c:v>40448</c:v>
                </c:pt>
                <c:pt idx="1236">
                  <c:v>40449</c:v>
                </c:pt>
                <c:pt idx="1237">
                  <c:v>40450</c:v>
                </c:pt>
                <c:pt idx="1238">
                  <c:v>40451</c:v>
                </c:pt>
                <c:pt idx="1239">
                  <c:v>40452</c:v>
                </c:pt>
                <c:pt idx="1240">
                  <c:v>40455</c:v>
                </c:pt>
                <c:pt idx="1241">
                  <c:v>40456</c:v>
                </c:pt>
                <c:pt idx="1242">
                  <c:v>40457</c:v>
                </c:pt>
                <c:pt idx="1243">
                  <c:v>40458</c:v>
                </c:pt>
                <c:pt idx="1244">
                  <c:v>40459</c:v>
                </c:pt>
                <c:pt idx="1245">
                  <c:v>40462</c:v>
                </c:pt>
                <c:pt idx="1246">
                  <c:v>40463</c:v>
                </c:pt>
                <c:pt idx="1247">
                  <c:v>40464</c:v>
                </c:pt>
                <c:pt idx="1248">
                  <c:v>40465</c:v>
                </c:pt>
                <c:pt idx="1249">
                  <c:v>40466</c:v>
                </c:pt>
                <c:pt idx="1250">
                  <c:v>40469</c:v>
                </c:pt>
                <c:pt idx="1251">
                  <c:v>40470</c:v>
                </c:pt>
                <c:pt idx="1252">
                  <c:v>40471</c:v>
                </c:pt>
                <c:pt idx="1253">
                  <c:v>40472</c:v>
                </c:pt>
                <c:pt idx="1254">
                  <c:v>40473</c:v>
                </c:pt>
                <c:pt idx="1255">
                  <c:v>40476</c:v>
                </c:pt>
                <c:pt idx="1256">
                  <c:v>40477</c:v>
                </c:pt>
                <c:pt idx="1257">
                  <c:v>40478</c:v>
                </c:pt>
                <c:pt idx="1258">
                  <c:v>40479</c:v>
                </c:pt>
                <c:pt idx="1259">
                  <c:v>40480</c:v>
                </c:pt>
                <c:pt idx="1260">
                  <c:v>40483</c:v>
                </c:pt>
                <c:pt idx="1261">
                  <c:v>40484</c:v>
                </c:pt>
                <c:pt idx="1262">
                  <c:v>40485</c:v>
                </c:pt>
                <c:pt idx="1263">
                  <c:v>40486</c:v>
                </c:pt>
                <c:pt idx="1264">
                  <c:v>40487</c:v>
                </c:pt>
                <c:pt idx="1265">
                  <c:v>40490</c:v>
                </c:pt>
                <c:pt idx="1266">
                  <c:v>40491</c:v>
                </c:pt>
                <c:pt idx="1267">
                  <c:v>40492</c:v>
                </c:pt>
                <c:pt idx="1268">
                  <c:v>40493</c:v>
                </c:pt>
                <c:pt idx="1269">
                  <c:v>40494</c:v>
                </c:pt>
                <c:pt idx="1270">
                  <c:v>40497</c:v>
                </c:pt>
                <c:pt idx="1271">
                  <c:v>40498</c:v>
                </c:pt>
                <c:pt idx="1272">
                  <c:v>40499</c:v>
                </c:pt>
                <c:pt idx="1273">
                  <c:v>40500</c:v>
                </c:pt>
                <c:pt idx="1274">
                  <c:v>40501</c:v>
                </c:pt>
                <c:pt idx="1275">
                  <c:v>40504</c:v>
                </c:pt>
                <c:pt idx="1276">
                  <c:v>40505</c:v>
                </c:pt>
                <c:pt idx="1277">
                  <c:v>40506</c:v>
                </c:pt>
                <c:pt idx="1278">
                  <c:v>40507</c:v>
                </c:pt>
                <c:pt idx="1279">
                  <c:v>40508</c:v>
                </c:pt>
                <c:pt idx="1280">
                  <c:v>40511</c:v>
                </c:pt>
                <c:pt idx="1281">
                  <c:v>40512</c:v>
                </c:pt>
                <c:pt idx="1282">
                  <c:v>40513</c:v>
                </c:pt>
                <c:pt idx="1283">
                  <c:v>40514</c:v>
                </c:pt>
                <c:pt idx="1284">
                  <c:v>40515</c:v>
                </c:pt>
                <c:pt idx="1285">
                  <c:v>40518</c:v>
                </c:pt>
                <c:pt idx="1286">
                  <c:v>40519</c:v>
                </c:pt>
                <c:pt idx="1287">
                  <c:v>40520</c:v>
                </c:pt>
                <c:pt idx="1288">
                  <c:v>40521</c:v>
                </c:pt>
                <c:pt idx="1289">
                  <c:v>40522</c:v>
                </c:pt>
                <c:pt idx="1290">
                  <c:v>40525</c:v>
                </c:pt>
                <c:pt idx="1291">
                  <c:v>40526</c:v>
                </c:pt>
                <c:pt idx="1292">
                  <c:v>40527</c:v>
                </c:pt>
                <c:pt idx="1293">
                  <c:v>40528</c:v>
                </c:pt>
                <c:pt idx="1294">
                  <c:v>40529</c:v>
                </c:pt>
                <c:pt idx="1295">
                  <c:v>40532</c:v>
                </c:pt>
                <c:pt idx="1296">
                  <c:v>40533</c:v>
                </c:pt>
                <c:pt idx="1297">
                  <c:v>40534</c:v>
                </c:pt>
                <c:pt idx="1298">
                  <c:v>40535</c:v>
                </c:pt>
                <c:pt idx="1299">
                  <c:v>40536</c:v>
                </c:pt>
                <c:pt idx="1300">
                  <c:v>40539</c:v>
                </c:pt>
                <c:pt idx="1301">
                  <c:v>40540</c:v>
                </c:pt>
                <c:pt idx="1302">
                  <c:v>40541</c:v>
                </c:pt>
                <c:pt idx="1303">
                  <c:v>40542</c:v>
                </c:pt>
                <c:pt idx="1304">
                  <c:v>40543</c:v>
                </c:pt>
                <c:pt idx="1305">
                  <c:v>40546</c:v>
                </c:pt>
                <c:pt idx="1306">
                  <c:v>40547</c:v>
                </c:pt>
                <c:pt idx="1307">
                  <c:v>40548</c:v>
                </c:pt>
                <c:pt idx="1308">
                  <c:v>40549</c:v>
                </c:pt>
                <c:pt idx="1309">
                  <c:v>40550</c:v>
                </c:pt>
                <c:pt idx="1310">
                  <c:v>40553</c:v>
                </c:pt>
                <c:pt idx="1311">
                  <c:v>40554</c:v>
                </c:pt>
                <c:pt idx="1312">
                  <c:v>40555</c:v>
                </c:pt>
                <c:pt idx="1313">
                  <c:v>40556</c:v>
                </c:pt>
                <c:pt idx="1314">
                  <c:v>40557</c:v>
                </c:pt>
                <c:pt idx="1315">
                  <c:v>40560</c:v>
                </c:pt>
                <c:pt idx="1316">
                  <c:v>40561</c:v>
                </c:pt>
                <c:pt idx="1317">
                  <c:v>40562</c:v>
                </c:pt>
                <c:pt idx="1318">
                  <c:v>40563</c:v>
                </c:pt>
                <c:pt idx="1319">
                  <c:v>40564</c:v>
                </c:pt>
                <c:pt idx="1320">
                  <c:v>40567</c:v>
                </c:pt>
                <c:pt idx="1321">
                  <c:v>40568</c:v>
                </c:pt>
                <c:pt idx="1322">
                  <c:v>40569</c:v>
                </c:pt>
                <c:pt idx="1323">
                  <c:v>40570</c:v>
                </c:pt>
                <c:pt idx="1324">
                  <c:v>40571</c:v>
                </c:pt>
                <c:pt idx="1325">
                  <c:v>40574</c:v>
                </c:pt>
                <c:pt idx="1326">
                  <c:v>40575</c:v>
                </c:pt>
                <c:pt idx="1327">
                  <c:v>40576</c:v>
                </c:pt>
                <c:pt idx="1328">
                  <c:v>40577</c:v>
                </c:pt>
                <c:pt idx="1329">
                  <c:v>40578</c:v>
                </c:pt>
                <c:pt idx="1330">
                  <c:v>40581</c:v>
                </c:pt>
                <c:pt idx="1331">
                  <c:v>40582</c:v>
                </c:pt>
                <c:pt idx="1332">
                  <c:v>40583</c:v>
                </c:pt>
                <c:pt idx="1333">
                  <c:v>40584</c:v>
                </c:pt>
                <c:pt idx="1334">
                  <c:v>40585</c:v>
                </c:pt>
                <c:pt idx="1335">
                  <c:v>40588</c:v>
                </c:pt>
                <c:pt idx="1336">
                  <c:v>40589</c:v>
                </c:pt>
                <c:pt idx="1337">
                  <c:v>40590</c:v>
                </c:pt>
                <c:pt idx="1338">
                  <c:v>40591</c:v>
                </c:pt>
                <c:pt idx="1339">
                  <c:v>40592</c:v>
                </c:pt>
                <c:pt idx="1340">
                  <c:v>40595</c:v>
                </c:pt>
                <c:pt idx="1341">
                  <c:v>40596</c:v>
                </c:pt>
                <c:pt idx="1342">
                  <c:v>40597</c:v>
                </c:pt>
                <c:pt idx="1343">
                  <c:v>40598</c:v>
                </c:pt>
                <c:pt idx="1344">
                  <c:v>40599</c:v>
                </c:pt>
                <c:pt idx="1345">
                  <c:v>40602</c:v>
                </c:pt>
                <c:pt idx="1346">
                  <c:v>40603</c:v>
                </c:pt>
                <c:pt idx="1347">
                  <c:v>40604</c:v>
                </c:pt>
                <c:pt idx="1348">
                  <c:v>40605</c:v>
                </c:pt>
                <c:pt idx="1349">
                  <c:v>40606</c:v>
                </c:pt>
                <c:pt idx="1350">
                  <c:v>40609</c:v>
                </c:pt>
                <c:pt idx="1351">
                  <c:v>40610</c:v>
                </c:pt>
                <c:pt idx="1352">
                  <c:v>40611</c:v>
                </c:pt>
                <c:pt idx="1353">
                  <c:v>40612</c:v>
                </c:pt>
                <c:pt idx="1354">
                  <c:v>40613</c:v>
                </c:pt>
                <c:pt idx="1355">
                  <c:v>40616</c:v>
                </c:pt>
                <c:pt idx="1356">
                  <c:v>40617</c:v>
                </c:pt>
                <c:pt idx="1357">
                  <c:v>40618</c:v>
                </c:pt>
                <c:pt idx="1358">
                  <c:v>40619</c:v>
                </c:pt>
                <c:pt idx="1359">
                  <c:v>40620</c:v>
                </c:pt>
                <c:pt idx="1360">
                  <c:v>40623</c:v>
                </c:pt>
                <c:pt idx="1361">
                  <c:v>40624</c:v>
                </c:pt>
                <c:pt idx="1362">
                  <c:v>40625</c:v>
                </c:pt>
                <c:pt idx="1363">
                  <c:v>40626</c:v>
                </c:pt>
                <c:pt idx="1364">
                  <c:v>40627</c:v>
                </c:pt>
                <c:pt idx="1365">
                  <c:v>40630</c:v>
                </c:pt>
                <c:pt idx="1366">
                  <c:v>40631</c:v>
                </c:pt>
                <c:pt idx="1367">
                  <c:v>40632</c:v>
                </c:pt>
                <c:pt idx="1368">
                  <c:v>40633</c:v>
                </c:pt>
                <c:pt idx="1369">
                  <c:v>40634</c:v>
                </c:pt>
                <c:pt idx="1370">
                  <c:v>40637</c:v>
                </c:pt>
                <c:pt idx="1371">
                  <c:v>40638</c:v>
                </c:pt>
                <c:pt idx="1372">
                  <c:v>40639</c:v>
                </c:pt>
                <c:pt idx="1373">
                  <c:v>40640</c:v>
                </c:pt>
                <c:pt idx="1374">
                  <c:v>40641</c:v>
                </c:pt>
                <c:pt idx="1375">
                  <c:v>40644</c:v>
                </c:pt>
                <c:pt idx="1376">
                  <c:v>40645</c:v>
                </c:pt>
                <c:pt idx="1377">
                  <c:v>40646</c:v>
                </c:pt>
                <c:pt idx="1378">
                  <c:v>40647</c:v>
                </c:pt>
                <c:pt idx="1379">
                  <c:v>40648</c:v>
                </c:pt>
                <c:pt idx="1380">
                  <c:v>40651</c:v>
                </c:pt>
                <c:pt idx="1381">
                  <c:v>40652</c:v>
                </c:pt>
                <c:pt idx="1382">
                  <c:v>40653</c:v>
                </c:pt>
                <c:pt idx="1383">
                  <c:v>40654</c:v>
                </c:pt>
                <c:pt idx="1384">
                  <c:v>40655</c:v>
                </c:pt>
                <c:pt idx="1385">
                  <c:v>40658</c:v>
                </c:pt>
                <c:pt idx="1386">
                  <c:v>40659</c:v>
                </c:pt>
                <c:pt idx="1387">
                  <c:v>40660</c:v>
                </c:pt>
                <c:pt idx="1388">
                  <c:v>40661</c:v>
                </c:pt>
                <c:pt idx="1389">
                  <c:v>40662</c:v>
                </c:pt>
                <c:pt idx="1390">
                  <c:v>40665</c:v>
                </c:pt>
                <c:pt idx="1391">
                  <c:v>40666</c:v>
                </c:pt>
                <c:pt idx="1392">
                  <c:v>40667</c:v>
                </c:pt>
                <c:pt idx="1393">
                  <c:v>40668</c:v>
                </c:pt>
                <c:pt idx="1394">
                  <c:v>40669</c:v>
                </c:pt>
                <c:pt idx="1395">
                  <c:v>40672</c:v>
                </c:pt>
                <c:pt idx="1396">
                  <c:v>40673</c:v>
                </c:pt>
                <c:pt idx="1397">
                  <c:v>40674</c:v>
                </c:pt>
                <c:pt idx="1398">
                  <c:v>40675</c:v>
                </c:pt>
                <c:pt idx="1399">
                  <c:v>40676</c:v>
                </c:pt>
                <c:pt idx="1400">
                  <c:v>40679</c:v>
                </c:pt>
                <c:pt idx="1401">
                  <c:v>40680</c:v>
                </c:pt>
                <c:pt idx="1402">
                  <c:v>40681</c:v>
                </c:pt>
                <c:pt idx="1403">
                  <c:v>40682</c:v>
                </c:pt>
                <c:pt idx="1404">
                  <c:v>40683</c:v>
                </c:pt>
                <c:pt idx="1405">
                  <c:v>40686</c:v>
                </c:pt>
                <c:pt idx="1406">
                  <c:v>40687</c:v>
                </c:pt>
                <c:pt idx="1407">
                  <c:v>40688</c:v>
                </c:pt>
                <c:pt idx="1408">
                  <c:v>40689</c:v>
                </c:pt>
                <c:pt idx="1409">
                  <c:v>40690</c:v>
                </c:pt>
                <c:pt idx="1410">
                  <c:v>40693</c:v>
                </c:pt>
                <c:pt idx="1411">
                  <c:v>40694</c:v>
                </c:pt>
                <c:pt idx="1412">
                  <c:v>40695</c:v>
                </c:pt>
                <c:pt idx="1413">
                  <c:v>40696</c:v>
                </c:pt>
                <c:pt idx="1414">
                  <c:v>40697</c:v>
                </c:pt>
                <c:pt idx="1415">
                  <c:v>40700</c:v>
                </c:pt>
                <c:pt idx="1416">
                  <c:v>40701</c:v>
                </c:pt>
                <c:pt idx="1417">
                  <c:v>40702</c:v>
                </c:pt>
                <c:pt idx="1418">
                  <c:v>40703</c:v>
                </c:pt>
                <c:pt idx="1419">
                  <c:v>40704</c:v>
                </c:pt>
                <c:pt idx="1420">
                  <c:v>40707</c:v>
                </c:pt>
                <c:pt idx="1421">
                  <c:v>40708</c:v>
                </c:pt>
                <c:pt idx="1422">
                  <c:v>40709</c:v>
                </c:pt>
                <c:pt idx="1423">
                  <c:v>40710</c:v>
                </c:pt>
                <c:pt idx="1424">
                  <c:v>40711</c:v>
                </c:pt>
                <c:pt idx="1425">
                  <c:v>40714</c:v>
                </c:pt>
                <c:pt idx="1426">
                  <c:v>40715</c:v>
                </c:pt>
                <c:pt idx="1427">
                  <c:v>40716</c:v>
                </c:pt>
                <c:pt idx="1428">
                  <c:v>40717</c:v>
                </c:pt>
                <c:pt idx="1429">
                  <c:v>40718</c:v>
                </c:pt>
                <c:pt idx="1430">
                  <c:v>40721</c:v>
                </c:pt>
                <c:pt idx="1431">
                  <c:v>40722</c:v>
                </c:pt>
                <c:pt idx="1432">
                  <c:v>40723</c:v>
                </c:pt>
                <c:pt idx="1433">
                  <c:v>40724</c:v>
                </c:pt>
                <c:pt idx="1434">
                  <c:v>40725</c:v>
                </c:pt>
                <c:pt idx="1435">
                  <c:v>40728</c:v>
                </c:pt>
                <c:pt idx="1436">
                  <c:v>40729</c:v>
                </c:pt>
                <c:pt idx="1437">
                  <c:v>40730</c:v>
                </c:pt>
                <c:pt idx="1438">
                  <c:v>40731</c:v>
                </c:pt>
                <c:pt idx="1439">
                  <c:v>40732</c:v>
                </c:pt>
                <c:pt idx="1440">
                  <c:v>40735</c:v>
                </c:pt>
                <c:pt idx="1441">
                  <c:v>40736</c:v>
                </c:pt>
                <c:pt idx="1442">
                  <c:v>40737</c:v>
                </c:pt>
                <c:pt idx="1443">
                  <c:v>40738</c:v>
                </c:pt>
                <c:pt idx="1444">
                  <c:v>40739</c:v>
                </c:pt>
                <c:pt idx="1445">
                  <c:v>40742</c:v>
                </c:pt>
                <c:pt idx="1446">
                  <c:v>40743</c:v>
                </c:pt>
                <c:pt idx="1447">
                  <c:v>40744</c:v>
                </c:pt>
                <c:pt idx="1448">
                  <c:v>40745</c:v>
                </c:pt>
                <c:pt idx="1449">
                  <c:v>40746</c:v>
                </c:pt>
                <c:pt idx="1450">
                  <c:v>40749</c:v>
                </c:pt>
                <c:pt idx="1451">
                  <c:v>40750</c:v>
                </c:pt>
                <c:pt idx="1452">
                  <c:v>40751</c:v>
                </c:pt>
                <c:pt idx="1453">
                  <c:v>40752</c:v>
                </c:pt>
                <c:pt idx="1454">
                  <c:v>40753</c:v>
                </c:pt>
                <c:pt idx="1455">
                  <c:v>40756</c:v>
                </c:pt>
                <c:pt idx="1456">
                  <c:v>40757</c:v>
                </c:pt>
                <c:pt idx="1457">
                  <c:v>40758</c:v>
                </c:pt>
                <c:pt idx="1458">
                  <c:v>40759</c:v>
                </c:pt>
                <c:pt idx="1459">
                  <c:v>40760</c:v>
                </c:pt>
                <c:pt idx="1460">
                  <c:v>40763</c:v>
                </c:pt>
                <c:pt idx="1461">
                  <c:v>40764</c:v>
                </c:pt>
                <c:pt idx="1462">
                  <c:v>40765</c:v>
                </c:pt>
                <c:pt idx="1463">
                  <c:v>40766</c:v>
                </c:pt>
                <c:pt idx="1464">
                  <c:v>40767</c:v>
                </c:pt>
                <c:pt idx="1465">
                  <c:v>40770</c:v>
                </c:pt>
                <c:pt idx="1466">
                  <c:v>40771</c:v>
                </c:pt>
                <c:pt idx="1467">
                  <c:v>40772</c:v>
                </c:pt>
                <c:pt idx="1468">
                  <c:v>40773</c:v>
                </c:pt>
                <c:pt idx="1469">
                  <c:v>40774</c:v>
                </c:pt>
                <c:pt idx="1470">
                  <c:v>40777</c:v>
                </c:pt>
                <c:pt idx="1471">
                  <c:v>40778</c:v>
                </c:pt>
                <c:pt idx="1472">
                  <c:v>40779</c:v>
                </c:pt>
                <c:pt idx="1473">
                  <c:v>40780</c:v>
                </c:pt>
                <c:pt idx="1474">
                  <c:v>40781</c:v>
                </c:pt>
                <c:pt idx="1475">
                  <c:v>40784</c:v>
                </c:pt>
                <c:pt idx="1476">
                  <c:v>40785</c:v>
                </c:pt>
                <c:pt idx="1477">
                  <c:v>40786</c:v>
                </c:pt>
                <c:pt idx="1478">
                  <c:v>40787</c:v>
                </c:pt>
                <c:pt idx="1479">
                  <c:v>40788</c:v>
                </c:pt>
                <c:pt idx="1480">
                  <c:v>40791</c:v>
                </c:pt>
                <c:pt idx="1481">
                  <c:v>40792</c:v>
                </c:pt>
                <c:pt idx="1482">
                  <c:v>40793</c:v>
                </c:pt>
                <c:pt idx="1483">
                  <c:v>40794</c:v>
                </c:pt>
                <c:pt idx="1484">
                  <c:v>40795</c:v>
                </c:pt>
                <c:pt idx="1485">
                  <c:v>40798</c:v>
                </c:pt>
                <c:pt idx="1486">
                  <c:v>40799</c:v>
                </c:pt>
                <c:pt idx="1487">
                  <c:v>40800</c:v>
                </c:pt>
                <c:pt idx="1488">
                  <c:v>40801</c:v>
                </c:pt>
                <c:pt idx="1489">
                  <c:v>40802</c:v>
                </c:pt>
                <c:pt idx="1490">
                  <c:v>40805</c:v>
                </c:pt>
                <c:pt idx="1491">
                  <c:v>40806</c:v>
                </c:pt>
                <c:pt idx="1492">
                  <c:v>40807</c:v>
                </c:pt>
                <c:pt idx="1493">
                  <c:v>40808</c:v>
                </c:pt>
                <c:pt idx="1494">
                  <c:v>40809</c:v>
                </c:pt>
                <c:pt idx="1495">
                  <c:v>40812</c:v>
                </c:pt>
                <c:pt idx="1496">
                  <c:v>40813</c:v>
                </c:pt>
                <c:pt idx="1497">
                  <c:v>40814</c:v>
                </c:pt>
                <c:pt idx="1498">
                  <c:v>40815</c:v>
                </c:pt>
                <c:pt idx="1499">
                  <c:v>40816</c:v>
                </c:pt>
                <c:pt idx="1500">
                  <c:v>40819</c:v>
                </c:pt>
                <c:pt idx="1501">
                  <c:v>40820</c:v>
                </c:pt>
                <c:pt idx="1502">
                  <c:v>40821</c:v>
                </c:pt>
                <c:pt idx="1503">
                  <c:v>40822</c:v>
                </c:pt>
                <c:pt idx="1504">
                  <c:v>40823</c:v>
                </c:pt>
                <c:pt idx="1505">
                  <c:v>40826</c:v>
                </c:pt>
                <c:pt idx="1506">
                  <c:v>40827</c:v>
                </c:pt>
                <c:pt idx="1507">
                  <c:v>40828</c:v>
                </c:pt>
                <c:pt idx="1508">
                  <c:v>40829</c:v>
                </c:pt>
                <c:pt idx="1509">
                  <c:v>40830</c:v>
                </c:pt>
                <c:pt idx="1510">
                  <c:v>40833</c:v>
                </c:pt>
                <c:pt idx="1511">
                  <c:v>40834</c:v>
                </c:pt>
                <c:pt idx="1512">
                  <c:v>40835</c:v>
                </c:pt>
                <c:pt idx="1513">
                  <c:v>40836</c:v>
                </c:pt>
                <c:pt idx="1514">
                  <c:v>40837</c:v>
                </c:pt>
                <c:pt idx="1515">
                  <c:v>40840</c:v>
                </c:pt>
                <c:pt idx="1516">
                  <c:v>40841</c:v>
                </c:pt>
                <c:pt idx="1517">
                  <c:v>40842</c:v>
                </c:pt>
                <c:pt idx="1518">
                  <c:v>40843</c:v>
                </c:pt>
                <c:pt idx="1519">
                  <c:v>40844</c:v>
                </c:pt>
                <c:pt idx="1520">
                  <c:v>40847</c:v>
                </c:pt>
                <c:pt idx="1521">
                  <c:v>40848</c:v>
                </c:pt>
                <c:pt idx="1522">
                  <c:v>40849</c:v>
                </c:pt>
                <c:pt idx="1523">
                  <c:v>40850</c:v>
                </c:pt>
                <c:pt idx="1524">
                  <c:v>40851</c:v>
                </c:pt>
                <c:pt idx="1525">
                  <c:v>40854</c:v>
                </c:pt>
                <c:pt idx="1526">
                  <c:v>40855</c:v>
                </c:pt>
                <c:pt idx="1527">
                  <c:v>40856</c:v>
                </c:pt>
                <c:pt idx="1528">
                  <c:v>40857</c:v>
                </c:pt>
                <c:pt idx="1529">
                  <c:v>40858</c:v>
                </c:pt>
                <c:pt idx="1530">
                  <c:v>40861</c:v>
                </c:pt>
                <c:pt idx="1531">
                  <c:v>40862</c:v>
                </c:pt>
                <c:pt idx="1532">
                  <c:v>40863</c:v>
                </c:pt>
                <c:pt idx="1533">
                  <c:v>40864</c:v>
                </c:pt>
                <c:pt idx="1534">
                  <c:v>40865</c:v>
                </c:pt>
                <c:pt idx="1535">
                  <c:v>40868</c:v>
                </c:pt>
                <c:pt idx="1536">
                  <c:v>40869</c:v>
                </c:pt>
                <c:pt idx="1537">
                  <c:v>40870</c:v>
                </c:pt>
                <c:pt idx="1538">
                  <c:v>40871</c:v>
                </c:pt>
                <c:pt idx="1539">
                  <c:v>40872</c:v>
                </c:pt>
                <c:pt idx="1540">
                  <c:v>40875</c:v>
                </c:pt>
                <c:pt idx="1541">
                  <c:v>40876</c:v>
                </c:pt>
                <c:pt idx="1542">
                  <c:v>40877</c:v>
                </c:pt>
                <c:pt idx="1543">
                  <c:v>40878</c:v>
                </c:pt>
                <c:pt idx="1544">
                  <c:v>40879</c:v>
                </c:pt>
                <c:pt idx="1545">
                  <c:v>40882</c:v>
                </c:pt>
                <c:pt idx="1546">
                  <c:v>40883</c:v>
                </c:pt>
                <c:pt idx="1547">
                  <c:v>40884</c:v>
                </c:pt>
                <c:pt idx="1548">
                  <c:v>40885</c:v>
                </c:pt>
                <c:pt idx="1549">
                  <c:v>40886</c:v>
                </c:pt>
                <c:pt idx="1550">
                  <c:v>40889</c:v>
                </c:pt>
                <c:pt idx="1551">
                  <c:v>40890</c:v>
                </c:pt>
                <c:pt idx="1552">
                  <c:v>40891</c:v>
                </c:pt>
                <c:pt idx="1553">
                  <c:v>40892</c:v>
                </c:pt>
                <c:pt idx="1554">
                  <c:v>40893</c:v>
                </c:pt>
                <c:pt idx="1555">
                  <c:v>40896</c:v>
                </c:pt>
                <c:pt idx="1556">
                  <c:v>40897</c:v>
                </c:pt>
                <c:pt idx="1557">
                  <c:v>40898</c:v>
                </c:pt>
                <c:pt idx="1558">
                  <c:v>40899</c:v>
                </c:pt>
                <c:pt idx="1559">
                  <c:v>40900</c:v>
                </c:pt>
                <c:pt idx="1560">
                  <c:v>40903</c:v>
                </c:pt>
                <c:pt idx="1561">
                  <c:v>40904</c:v>
                </c:pt>
                <c:pt idx="1562">
                  <c:v>40905</c:v>
                </c:pt>
                <c:pt idx="1563">
                  <c:v>40906</c:v>
                </c:pt>
                <c:pt idx="1564">
                  <c:v>40907</c:v>
                </c:pt>
                <c:pt idx="1565">
                  <c:v>40910</c:v>
                </c:pt>
                <c:pt idx="1566">
                  <c:v>40911</c:v>
                </c:pt>
                <c:pt idx="1567">
                  <c:v>40912</c:v>
                </c:pt>
                <c:pt idx="1568">
                  <c:v>40913</c:v>
                </c:pt>
                <c:pt idx="1569">
                  <c:v>40914</c:v>
                </c:pt>
                <c:pt idx="1570">
                  <c:v>40917</c:v>
                </c:pt>
                <c:pt idx="1571">
                  <c:v>40918</c:v>
                </c:pt>
                <c:pt idx="1572">
                  <c:v>40919</c:v>
                </c:pt>
                <c:pt idx="1573">
                  <c:v>40920</c:v>
                </c:pt>
                <c:pt idx="1574">
                  <c:v>40921</c:v>
                </c:pt>
                <c:pt idx="1575">
                  <c:v>40924</c:v>
                </c:pt>
                <c:pt idx="1576">
                  <c:v>40925</c:v>
                </c:pt>
                <c:pt idx="1577">
                  <c:v>40926</c:v>
                </c:pt>
                <c:pt idx="1578">
                  <c:v>40927</c:v>
                </c:pt>
                <c:pt idx="1579">
                  <c:v>40928</c:v>
                </c:pt>
                <c:pt idx="1580">
                  <c:v>40931</c:v>
                </c:pt>
                <c:pt idx="1581">
                  <c:v>40932</c:v>
                </c:pt>
                <c:pt idx="1582">
                  <c:v>40933</c:v>
                </c:pt>
                <c:pt idx="1583">
                  <c:v>40934</c:v>
                </c:pt>
                <c:pt idx="1584">
                  <c:v>40935</c:v>
                </c:pt>
                <c:pt idx="1585">
                  <c:v>40938</c:v>
                </c:pt>
                <c:pt idx="1586">
                  <c:v>40939</c:v>
                </c:pt>
                <c:pt idx="1587">
                  <c:v>40940</c:v>
                </c:pt>
                <c:pt idx="1588">
                  <c:v>40941</c:v>
                </c:pt>
                <c:pt idx="1589">
                  <c:v>40942</c:v>
                </c:pt>
                <c:pt idx="1590">
                  <c:v>40945</c:v>
                </c:pt>
                <c:pt idx="1591">
                  <c:v>40946</c:v>
                </c:pt>
                <c:pt idx="1592">
                  <c:v>40947</c:v>
                </c:pt>
                <c:pt idx="1593">
                  <c:v>40948</c:v>
                </c:pt>
                <c:pt idx="1594">
                  <c:v>40949</c:v>
                </c:pt>
                <c:pt idx="1595">
                  <c:v>40952</c:v>
                </c:pt>
                <c:pt idx="1596">
                  <c:v>40953</c:v>
                </c:pt>
                <c:pt idx="1597">
                  <c:v>40954</c:v>
                </c:pt>
                <c:pt idx="1598">
                  <c:v>40955</c:v>
                </c:pt>
                <c:pt idx="1599">
                  <c:v>40956</c:v>
                </c:pt>
                <c:pt idx="1600">
                  <c:v>40959</c:v>
                </c:pt>
                <c:pt idx="1601">
                  <c:v>40960</c:v>
                </c:pt>
                <c:pt idx="1602">
                  <c:v>40961</c:v>
                </c:pt>
                <c:pt idx="1603">
                  <c:v>40962</c:v>
                </c:pt>
                <c:pt idx="1604">
                  <c:v>40963</c:v>
                </c:pt>
                <c:pt idx="1605">
                  <c:v>40966</c:v>
                </c:pt>
                <c:pt idx="1606">
                  <c:v>40967</c:v>
                </c:pt>
                <c:pt idx="1607">
                  <c:v>40968</c:v>
                </c:pt>
                <c:pt idx="1608">
                  <c:v>40969</c:v>
                </c:pt>
                <c:pt idx="1609">
                  <c:v>40970</c:v>
                </c:pt>
                <c:pt idx="1610">
                  <c:v>40973</c:v>
                </c:pt>
                <c:pt idx="1611">
                  <c:v>40974</c:v>
                </c:pt>
                <c:pt idx="1612">
                  <c:v>40975</c:v>
                </c:pt>
                <c:pt idx="1613">
                  <c:v>40976</c:v>
                </c:pt>
                <c:pt idx="1614">
                  <c:v>40977</c:v>
                </c:pt>
                <c:pt idx="1615">
                  <c:v>40980</c:v>
                </c:pt>
                <c:pt idx="1616">
                  <c:v>40981</c:v>
                </c:pt>
                <c:pt idx="1617">
                  <c:v>40982</c:v>
                </c:pt>
                <c:pt idx="1618">
                  <c:v>40983</c:v>
                </c:pt>
                <c:pt idx="1619">
                  <c:v>40984</c:v>
                </c:pt>
                <c:pt idx="1620">
                  <c:v>40987</c:v>
                </c:pt>
                <c:pt idx="1621">
                  <c:v>40988</c:v>
                </c:pt>
                <c:pt idx="1622">
                  <c:v>40989</c:v>
                </c:pt>
                <c:pt idx="1623">
                  <c:v>40990</c:v>
                </c:pt>
                <c:pt idx="1624">
                  <c:v>40991</c:v>
                </c:pt>
                <c:pt idx="1625">
                  <c:v>40994</c:v>
                </c:pt>
                <c:pt idx="1626">
                  <c:v>40995</c:v>
                </c:pt>
                <c:pt idx="1627">
                  <c:v>40996</c:v>
                </c:pt>
                <c:pt idx="1628">
                  <c:v>40997</c:v>
                </c:pt>
                <c:pt idx="1629">
                  <c:v>40998</c:v>
                </c:pt>
                <c:pt idx="1630">
                  <c:v>41001</c:v>
                </c:pt>
                <c:pt idx="1631">
                  <c:v>41002</c:v>
                </c:pt>
                <c:pt idx="1632">
                  <c:v>41003</c:v>
                </c:pt>
                <c:pt idx="1633">
                  <c:v>41004</c:v>
                </c:pt>
                <c:pt idx="1634">
                  <c:v>41005</c:v>
                </c:pt>
                <c:pt idx="1635">
                  <c:v>41008</c:v>
                </c:pt>
                <c:pt idx="1636">
                  <c:v>41009</c:v>
                </c:pt>
                <c:pt idx="1637">
                  <c:v>41010</c:v>
                </c:pt>
                <c:pt idx="1638">
                  <c:v>41011</c:v>
                </c:pt>
                <c:pt idx="1639">
                  <c:v>41012</c:v>
                </c:pt>
                <c:pt idx="1640">
                  <c:v>41015</c:v>
                </c:pt>
                <c:pt idx="1641">
                  <c:v>41016</c:v>
                </c:pt>
                <c:pt idx="1642">
                  <c:v>41017</c:v>
                </c:pt>
                <c:pt idx="1643">
                  <c:v>41018</c:v>
                </c:pt>
                <c:pt idx="1644">
                  <c:v>41019</c:v>
                </c:pt>
                <c:pt idx="1645">
                  <c:v>41022</c:v>
                </c:pt>
                <c:pt idx="1646">
                  <c:v>41023</c:v>
                </c:pt>
                <c:pt idx="1647">
                  <c:v>41024</c:v>
                </c:pt>
                <c:pt idx="1648">
                  <c:v>41025</c:v>
                </c:pt>
                <c:pt idx="1649">
                  <c:v>41026</c:v>
                </c:pt>
                <c:pt idx="1650">
                  <c:v>41029</c:v>
                </c:pt>
                <c:pt idx="1651">
                  <c:v>41030</c:v>
                </c:pt>
                <c:pt idx="1652">
                  <c:v>41031</c:v>
                </c:pt>
                <c:pt idx="1653">
                  <c:v>41032</c:v>
                </c:pt>
                <c:pt idx="1654">
                  <c:v>41033</c:v>
                </c:pt>
                <c:pt idx="1655">
                  <c:v>41036</c:v>
                </c:pt>
                <c:pt idx="1656">
                  <c:v>41037</c:v>
                </c:pt>
                <c:pt idx="1657">
                  <c:v>41038</c:v>
                </c:pt>
                <c:pt idx="1658">
                  <c:v>41039</c:v>
                </c:pt>
                <c:pt idx="1659">
                  <c:v>41040</c:v>
                </c:pt>
                <c:pt idx="1660">
                  <c:v>41043</c:v>
                </c:pt>
                <c:pt idx="1661">
                  <c:v>41044</c:v>
                </c:pt>
                <c:pt idx="1662">
                  <c:v>41045</c:v>
                </c:pt>
                <c:pt idx="1663">
                  <c:v>41046</c:v>
                </c:pt>
                <c:pt idx="1664">
                  <c:v>41047</c:v>
                </c:pt>
                <c:pt idx="1665">
                  <c:v>41050</c:v>
                </c:pt>
                <c:pt idx="1666">
                  <c:v>41051</c:v>
                </c:pt>
                <c:pt idx="1667">
                  <c:v>41052</c:v>
                </c:pt>
                <c:pt idx="1668">
                  <c:v>41053</c:v>
                </c:pt>
                <c:pt idx="1669">
                  <c:v>41054</c:v>
                </c:pt>
                <c:pt idx="1670">
                  <c:v>41057</c:v>
                </c:pt>
                <c:pt idx="1671">
                  <c:v>41058</c:v>
                </c:pt>
                <c:pt idx="1672">
                  <c:v>41059</c:v>
                </c:pt>
                <c:pt idx="1673">
                  <c:v>41060</c:v>
                </c:pt>
                <c:pt idx="1674">
                  <c:v>41061</c:v>
                </c:pt>
                <c:pt idx="1675">
                  <c:v>41064</c:v>
                </c:pt>
                <c:pt idx="1676">
                  <c:v>41065</c:v>
                </c:pt>
                <c:pt idx="1677">
                  <c:v>41066</c:v>
                </c:pt>
                <c:pt idx="1678">
                  <c:v>41067</c:v>
                </c:pt>
                <c:pt idx="1679">
                  <c:v>41068</c:v>
                </c:pt>
                <c:pt idx="1680">
                  <c:v>41071</c:v>
                </c:pt>
                <c:pt idx="1681">
                  <c:v>41072</c:v>
                </c:pt>
                <c:pt idx="1682">
                  <c:v>41073</c:v>
                </c:pt>
                <c:pt idx="1683">
                  <c:v>41074</c:v>
                </c:pt>
                <c:pt idx="1684">
                  <c:v>41075</c:v>
                </c:pt>
                <c:pt idx="1685">
                  <c:v>41078</c:v>
                </c:pt>
                <c:pt idx="1686">
                  <c:v>41079</c:v>
                </c:pt>
                <c:pt idx="1687">
                  <c:v>41080</c:v>
                </c:pt>
                <c:pt idx="1688">
                  <c:v>41081</c:v>
                </c:pt>
                <c:pt idx="1689">
                  <c:v>41082</c:v>
                </c:pt>
                <c:pt idx="1690">
                  <c:v>41085</c:v>
                </c:pt>
                <c:pt idx="1691">
                  <c:v>41086</c:v>
                </c:pt>
                <c:pt idx="1692">
                  <c:v>41087</c:v>
                </c:pt>
                <c:pt idx="1693">
                  <c:v>41088</c:v>
                </c:pt>
                <c:pt idx="1694">
                  <c:v>41089</c:v>
                </c:pt>
                <c:pt idx="1695">
                  <c:v>41092</c:v>
                </c:pt>
                <c:pt idx="1696">
                  <c:v>41093</c:v>
                </c:pt>
                <c:pt idx="1697">
                  <c:v>41094</c:v>
                </c:pt>
                <c:pt idx="1698">
                  <c:v>41095</c:v>
                </c:pt>
                <c:pt idx="1699">
                  <c:v>41096</c:v>
                </c:pt>
                <c:pt idx="1700">
                  <c:v>41099</c:v>
                </c:pt>
                <c:pt idx="1701">
                  <c:v>41100</c:v>
                </c:pt>
                <c:pt idx="1702">
                  <c:v>41101</c:v>
                </c:pt>
                <c:pt idx="1703">
                  <c:v>41102</c:v>
                </c:pt>
                <c:pt idx="1704">
                  <c:v>41103</c:v>
                </c:pt>
                <c:pt idx="1705">
                  <c:v>41106</c:v>
                </c:pt>
                <c:pt idx="1706">
                  <c:v>41107</c:v>
                </c:pt>
                <c:pt idx="1707">
                  <c:v>41108</c:v>
                </c:pt>
                <c:pt idx="1708">
                  <c:v>41109</c:v>
                </c:pt>
                <c:pt idx="1709">
                  <c:v>41110</c:v>
                </c:pt>
                <c:pt idx="1710">
                  <c:v>41113</c:v>
                </c:pt>
                <c:pt idx="1711">
                  <c:v>41114</c:v>
                </c:pt>
                <c:pt idx="1712">
                  <c:v>41115</c:v>
                </c:pt>
                <c:pt idx="1713">
                  <c:v>41116</c:v>
                </c:pt>
                <c:pt idx="1714">
                  <c:v>41117</c:v>
                </c:pt>
                <c:pt idx="1715">
                  <c:v>41120</c:v>
                </c:pt>
                <c:pt idx="1716">
                  <c:v>41121</c:v>
                </c:pt>
                <c:pt idx="1717">
                  <c:v>41122</c:v>
                </c:pt>
                <c:pt idx="1718">
                  <c:v>41123</c:v>
                </c:pt>
                <c:pt idx="1719">
                  <c:v>41124</c:v>
                </c:pt>
                <c:pt idx="1720">
                  <c:v>41127</c:v>
                </c:pt>
                <c:pt idx="1721">
                  <c:v>41128</c:v>
                </c:pt>
                <c:pt idx="1722">
                  <c:v>41129</c:v>
                </c:pt>
                <c:pt idx="1723">
                  <c:v>41130</c:v>
                </c:pt>
                <c:pt idx="1724">
                  <c:v>41131</c:v>
                </c:pt>
                <c:pt idx="1725">
                  <c:v>41134</c:v>
                </c:pt>
                <c:pt idx="1726">
                  <c:v>41135</c:v>
                </c:pt>
                <c:pt idx="1727">
                  <c:v>41136</c:v>
                </c:pt>
                <c:pt idx="1728">
                  <c:v>41137</c:v>
                </c:pt>
                <c:pt idx="1729">
                  <c:v>41138</c:v>
                </c:pt>
                <c:pt idx="1730">
                  <c:v>41141</c:v>
                </c:pt>
                <c:pt idx="1731">
                  <c:v>41142</c:v>
                </c:pt>
                <c:pt idx="1732">
                  <c:v>41143</c:v>
                </c:pt>
                <c:pt idx="1733">
                  <c:v>41144</c:v>
                </c:pt>
                <c:pt idx="1734">
                  <c:v>41145</c:v>
                </c:pt>
                <c:pt idx="1735">
                  <c:v>41148</c:v>
                </c:pt>
                <c:pt idx="1736">
                  <c:v>41149</c:v>
                </c:pt>
                <c:pt idx="1737">
                  <c:v>41150</c:v>
                </c:pt>
                <c:pt idx="1738">
                  <c:v>41151</c:v>
                </c:pt>
                <c:pt idx="1739">
                  <c:v>41152</c:v>
                </c:pt>
                <c:pt idx="1740">
                  <c:v>41155</c:v>
                </c:pt>
                <c:pt idx="1741">
                  <c:v>41156</c:v>
                </c:pt>
                <c:pt idx="1742">
                  <c:v>41157</c:v>
                </c:pt>
                <c:pt idx="1743">
                  <c:v>41158</c:v>
                </c:pt>
                <c:pt idx="1744">
                  <c:v>41159</c:v>
                </c:pt>
                <c:pt idx="1745">
                  <c:v>41162</c:v>
                </c:pt>
                <c:pt idx="1746">
                  <c:v>41163</c:v>
                </c:pt>
                <c:pt idx="1747">
                  <c:v>41164</c:v>
                </c:pt>
                <c:pt idx="1748">
                  <c:v>41165</c:v>
                </c:pt>
                <c:pt idx="1749">
                  <c:v>41166</c:v>
                </c:pt>
                <c:pt idx="1750">
                  <c:v>41169</c:v>
                </c:pt>
                <c:pt idx="1751">
                  <c:v>41170</c:v>
                </c:pt>
                <c:pt idx="1752">
                  <c:v>41171</c:v>
                </c:pt>
                <c:pt idx="1753">
                  <c:v>41172</c:v>
                </c:pt>
                <c:pt idx="1754">
                  <c:v>41173</c:v>
                </c:pt>
                <c:pt idx="1755">
                  <c:v>41176</c:v>
                </c:pt>
                <c:pt idx="1756">
                  <c:v>41177</c:v>
                </c:pt>
                <c:pt idx="1757">
                  <c:v>41178</c:v>
                </c:pt>
                <c:pt idx="1758">
                  <c:v>41179</c:v>
                </c:pt>
                <c:pt idx="1759">
                  <c:v>41180</c:v>
                </c:pt>
                <c:pt idx="1760">
                  <c:v>41183</c:v>
                </c:pt>
                <c:pt idx="1761">
                  <c:v>41184</c:v>
                </c:pt>
                <c:pt idx="1762">
                  <c:v>41185</c:v>
                </c:pt>
                <c:pt idx="1763">
                  <c:v>41186</c:v>
                </c:pt>
                <c:pt idx="1764">
                  <c:v>41187</c:v>
                </c:pt>
                <c:pt idx="1765">
                  <c:v>41190</c:v>
                </c:pt>
                <c:pt idx="1766">
                  <c:v>41191</c:v>
                </c:pt>
                <c:pt idx="1767">
                  <c:v>41192</c:v>
                </c:pt>
                <c:pt idx="1768">
                  <c:v>41193</c:v>
                </c:pt>
                <c:pt idx="1769">
                  <c:v>41194</c:v>
                </c:pt>
                <c:pt idx="1770">
                  <c:v>41197</c:v>
                </c:pt>
                <c:pt idx="1771">
                  <c:v>41198</c:v>
                </c:pt>
                <c:pt idx="1772">
                  <c:v>41199</c:v>
                </c:pt>
                <c:pt idx="1773">
                  <c:v>41200</c:v>
                </c:pt>
                <c:pt idx="1774">
                  <c:v>41201</c:v>
                </c:pt>
                <c:pt idx="1775">
                  <c:v>41204</c:v>
                </c:pt>
                <c:pt idx="1776">
                  <c:v>41205</c:v>
                </c:pt>
                <c:pt idx="1777">
                  <c:v>41206</c:v>
                </c:pt>
                <c:pt idx="1778">
                  <c:v>41207</c:v>
                </c:pt>
                <c:pt idx="1779">
                  <c:v>41208</c:v>
                </c:pt>
                <c:pt idx="1780">
                  <c:v>41211</c:v>
                </c:pt>
                <c:pt idx="1781">
                  <c:v>41212</c:v>
                </c:pt>
                <c:pt idx="1782">
                  <c:v>41213</c:v>
                </c:pt>
                <c:pt idx="1783">
                  <c:v>41214</c:v>
                </c:pt>
                <c:pt idx="1784">
                  <c:v>41215</c:v>
                </c:pt>
                <c:pt idx="1785">
                  <c:v>41218</c:v>
                </c:pt>
                <c:pt idx="1786">
                  <c:v>41219</c:v>
                </c:pt>
                <c:pt idx="1787">
                  <c:v>41220</c:v>
                </c:pt>
                <c:pt idx="1788">
                  <c:v>41221</c:v>
                </c:pt>
                <c:pt idx="1789">
                  <c:v>41222</c:v>
                </c:pt>
                <c:pt idx="1790">
                  <c:v>41225</c:v>
                </c:pt>
                <c:pt idx="1791">
                  <c:v>41226</c:v>
                </c:pt>
                <c:pt idx="1792">
                  <c:v>41227</c:v>
                </c:pt>
                <c:pt idx="1793">
                  <c:v>41228</c:v>
                </c:pt>
                <c:pt idx="1794">
                  <c:v>41229</c:v>
                </c:pt>
                <c:pt idx="1795">
                  <c:v>41232</c:v>
                </c:pt>
                <c:pt idx="1796">
                  <c:v>41233</c:v>
                </c:pt>
                <c:pt idx="1797">
                  <c:v>41234</c:v>
                </c:pt>
                <c:pt idx="1798">
                  <c:v>41235</c:v>
                </c:pt>
                <c:pt idx="1799">
                  <c:v>41236</c:v>
                </c:pt>
                <c:pt idx="1800">
                  <c:v>41239</c:v>
                </c:pt>
                <c:pt idx="1801">
                  <c:v>41240</c:v>
                </c:pt>
                <c:pt idx="1802">
                  <c:v>41241</c:v>
                </c:pt>
                <c:pt idx="1803">
                  <c:v>41242</c:v>
                </c:pt>
                <c:pt idx="1804">
                  <c:v>41243</c:v>
                </c:pt>
                <c:pt idx="1805">
                  <c:v>41246</c:v>
                </c:pt>
                <c:pt idx="1806">
                  <c:v>41247</c:v>
                </c:pt>
                <c:pt idx="1807">
                  <c:v>41248</c:v>
                </c:pt>
                <c:pt idx="1808">
                  <c:v>41249</c:v>
                </c:pt>
                <c:pt idx="1809">
                  <c:v>41250</c:v>
                </c:pt>
                <c:pt idx="1810">
                  <c:v>41253</c:v>
                </c:pt>
                <c:pt idx="1811">
                  <c:v>41254</c:v>
                </c:pt>
                <c:pt idx="1812">
                  <c:v>41255</c:v>
                </c:pt>
                <c:pt idx="1813">
                  <c:v>41256</c:v>
                </c:pt>
                <c:pt idx="1814">
                  <c:v>41257</c:v>
                </c:pt>
                <c:pt idx="1815">
                  <c:v>41260</c:v>
                </c:pt>
                <c:pt idx="1816">
                  <c:v>41261</c:v>
                </c:pt>
                <c:pt idx="1817">
                  <c:v>41262</c:v>
                </c:pt>
                <c:pt idx="1818">
                  <c:v>41263</c:v>
                </c:pt>
                <c:pt idx="1819">
                  <c:v>41264</c:v>
                </c:pt>
                <c:pt idx="1820">
                  <c:v>41267</c:v>
                </c:pt>
                <c:pt idx="1821">
                  <c:v>41268</c:v>
                </c:pt>
                <c:pt idx="1822">
                  <c:v>41269</c:v>
                </c:pt>
                <c:pt idx="1823">
                  <c:v>41270</c:v>
                </c:pt>
                <c:pt idx="1824">
                  <c:v>41271</c:v>
                </c:pt>
                <c:pt idx="1825">
                  <c:v>41274</c:v>
                </c:pt>
                <c:pt idx="1826">
                  <c:v>41275</c:v>
                </c:pt>
                <c:pt idx="1827">
                  <c:v>41276</c:v>
                </c:pt>
                <c:pt idx="1828">
                  <c:v>41277</c:v>
                </c:pt>
                <c:pt idx="1829">
                  <c:v>41278</c:v>
                </c:pt>
                <c:pt idx="1830">
                  <c:v>41281</c:v>
                </c:pt>
                <c:pt idx="1831">
                  <c:v>41282</c:v>
                </c:pt>
                <c:pt idx="1832">
                  <c:v>41283</c:v>
                </c:pt>
                <c:pt idx="1833">
                  <c:v>41284</c:v>
                </c:pt>
                <c:pt idx="1834">
                  <c:v>41285</c:v>
                </c:pt>
                <c:pt idx="1835">
                  <c:v>41288</c:v>
                </c:pt>
                <c:pt idx="1836">
                  <c:v>41289</c:v>
                </c:pt>
                <c:pt idx="1837">
                  <c:v>41290</c:v>
                </c:pt>
                <c:pt idx="1838">
                  <c:v>41291</c:v>
                </c:pt>
                <c:pt idx="1839">
                  <c:v>41292</c:v>
                </c:pt>
                <c:pt idx="1840">
                  <c:v>41295</c:v>
                </c:pt>
                <c:pt idx="1841">
                  <c:v>41296</c:v>
                </c:pt>
                <c:pt idx="1842">
                  <c:v>41297</c:v>
                </c:pt>
                <c:pt idx="1843">
                  <c:v>41298</c:v>
                </c:pt>
                <c:pt idx="1844">
                  <c:v>41299</c:v>
                </c:pt>
                <c:pt idx="1845">
                  <c:v>41302</c:v>
                </c:pt>
                <c:pt idx="1846">
                  <c:v>41303</c:v>
                </c:pt>
                <c:pt idx="1847">
                  <c:v>41304</c:v>
                </c:pt>
                <c:pt idx="1848">
                  <c:v>41305</c:v>
                </c:pt>
                <c:pt idx="1849">
                  <c:v>41306</c:v>
                </c:pt>
                <c:pt idx="1850">
                  <c:v>41309</c:v>
                </c:pt>
                <c:pt idx="1851">
                  <c:v>41310</c:v>
                </c:pt>
                <c:pt idx="1852">
                  <c:v>41311</c:v>
                </c:pt>
                <c:pt idx="1853">
                  <c:v>41312</c:v>
                </c:pt>
                <c:pt idx="1854">
                  <c:v>41313</c:v>
                </c:pt>
                <c:pt idx="1855">
                  <c:v>41316</c:v>
                </c:pt>
                <c:pt idx="1856">
                  <c:v>41317</c:v>
                </c:pt>
                <c:pt idx="1857">
                  <c:v>41318</c:v>
                </c:pt>
                <c:pt idx="1858">
                  <c:v>41319</c:v>
                </c:pt>
                <c:pt idx="1859">
                  <c:v>41320</c:v>
                </c:pt>
                <c:pt idx="1860">
                  <c:v>41323</c:v>
                </c:pt>
                <c:pt idx="1861">
                  <c:v>41324</c:v>
                </c:pt>
                <c:pt idx="1862">
                  <c:v>41325</c:v>
                </c:pt>
                <c:pt idx="1863">
                  <c:v>41326</c:v>
                </c:pt>
                <c:pt idx="1864">
                  <c:v>41327</c:v>
                </c:pt>
                <c:pt idx="1865">
                  <c:v>41330</c:v>
                </c:pt>
                <c:pt idx="1866">
                  <c:v>41331</c:v>
                </c:pt>
                <c:pt idx="1867">
                  <c:v>41332</c:v>
                </c:pt>
                <c:pt idx="1868">
                  <c:v>41333</c:v>
                </c:pt>
                <c:pt idx="1869">
                  <c:v>41334</c:v>
                </c:pt>
                <c:pt idx="1870">
                  <c:v>41337</c:v>
                </c:pt>
                <c:pt idx="1871">
                  <c:v>41338</c:v>
                </c:pt>
                <c:pt idx="1872">
                  <c:v>41339</c:v>
                </c:pt>
                <c:pt idx="1873">
                  <c:v>41340</c:v>
                </c:pt>
                <c:pt idx="1874">
                  <c:v>41341</c:v>
                </c:pt>
                <c:pt idx="1875">
                  <c:v>41344</c:v>
                </c:pt>
                <c:pt idx="1876">
                  <c:v>41345</c:v>
                </c:pt>
                <c:pt idx="1877">
                  <c:v>41346</c:v>
                </c:pt>
                <c:pt idx="1878">
                  <c:v>41347</c:v>
                </c:pt>
                <c:pt idx="1879">
                  <c:v>41348</c:v>
                </c:pt>
                <c:pt idx="1880">
                  <c:v>41351</c:v>
                </c:pt>
                <c:pt idx="1881">
                  <c:v>41352</c:v>
                </c:pt>
                <c:pt idx="1882">
                  <c:v>41353</c:v>
                </c:pt>
                <c:pt idx="1883">
                  <c:v>41354</c:v>
                </c:pt>
                <c:pt idx="1884">
                  <c:v>41355</c:v>
                </c:pt>
                <c:pt idx="1885">
                  <c:v>41358</c:v>
                </c:pt>
                <c:pt idx="1886">
                  <c:v>41359</c:v>
                </c:pt>
                <c:pt idx="1887">
                  <c:v>41360</c:v>
                </c:pt>
                <c:pt idx="1888">
                  <c:v>41361</c:v>
                </c:pt>
                <c:pt idx="1889">
                  <c:v>41362</c:v>
                </c:pt>
                <c:pt idx="1890">
                  <c:v>41365</c:v>
                </c:pt>
                <c:pt idx="1891">
                  <c:v>41366</c:v>
                </c:pt>
                <c:pt idx="1892">
                  <c:v>41367</c:v>
                </c:pt>
                <c:pt idx="1893">
                  <c:v>41368</c:v>
                </c:pt>
                <c:pt idx="1894">
                  <c:v>41369</c:v>
                </c:pt>
                <c:pt idx="1895">
                  <c:v>41372</c:v>
                </c:pt>
                <c:pt idx="1896">
                  <c:v>41373</c:v>
                </c:pt>
                <c:pt idx="1897">
                  <c:v>41374</c:v>
                </c:pt>
                <c:pt idx="1898">
                  <c:v>41375</c:v>
                </c:pt>
                <c:pt idx="1899">
                  <c:v>41376</c:v>
                </c:pt>
                <c:pt idx="1900">
                  <c:v>41379</c:v>
                </c:pt>
                <c:pt idx="1901">
                  <c:v>41380</c:v>
                </c:pt>
                <c:pt idx="1902">
                  <c:v>41381</c:v>
                </c:pt>
                <c:pt idx="1903">
                  <c:v>41382</c:v>
                </c:pt>
                <c:pt idx="1904">
                  <c:v>41383</c:v>
                </c:pt>
                <c:pt idx="1905">
                  <c:v>41386</c:v>
                </c:pt>
                <c:pt idx="1906">
                  <c:v>41387</c:v>
                </c:pt>
                <c:pt idx="1907">
                  <c:v>41388</c:v>
                </c:pt>
                <c:pt idx="1908">
                  <c:v>41389</c:v>
                </c:pt>
                <c:pt idx="1909">
                  <c:v>41390</c:v>
                </c:pt>
                <c:pt idx="1910">
                  <c:v>41393</c:v>
                </c:pt>
                <c:pt idx="1911">
                  <c:v>41394</c:v>
                </c:pt>
                <c:pt idx="1912">
                  <c:v>41395</c:v>
                </c:pt>
                <c:pt idx="1913">
                  <c:v>41396</c:v>
                </c:pt>
                <c:pt idx="1914">
                  <c:v>41397</c:v>
                </c:pt>
                <c:pt idx="1915">
                  <c:v>41400</c:v>
                </c:pt>
                <c:pt idx="1916">
                  <c:v>41401</c:v>
                </c:pt>
                <c:pt idx="1917">
                  <c:v>41402</c:v>
                </c:pt>
                <c:pt idx="1918">
                  <c:v>41403</c:v>
                </c:pt>
                <c:pt idx="1919">
                  <c:v>41404</c:v>
                </c:pt>
                <c:pt idx="1920">
                  <c:v>41407</c:v>
                </c:pt>
                <c:pt idx="1921">
                  <c:v>41408</c:v>
                </c:pt>
                <c:pt idx="1922">
                  <c:v>41409</c:v>
                </c:pt>
                <c:pt idx="1923">
                  <c:v>41410</c:v>
                </c:pt>
                <c:pt idx="1924">
                  <c:v>41411</c:v>
                </c:pt>
                <c:pt idx="1925">
                  <c:v>41414</c:v>
                </c:pt>
                <c:pt idx="1926">
                  <c:v>41415</c:v>
                </c:pt>
                <c:pt idx="1927">
                  <c:v>41416</c:v>
                </c:pt>
                <c:pt idx="1928">
                  <c:v>41417</c:v>
                </c:pt>
                <c:pt idx="1929">
                  <c:v>41418</c:v>
                </c:pt>
                <c:pt idx="1930">
                  <c:v>41421</c:v>
                </c:pt>
                <c:pt idx="1931">
                  <c:v>41422</c:v>
                </c:pt>
                <c:pt idx="1932">
                  <c:v>41423</c:v>
                </c:pt>
                <c:pt idx="1933">
                  <c:v>41424</c:v>
                </c:pt>
                <c:pt idx="1934">
                  <c:v>41425</c:v>
                </c:pt>
                <c:pt idx="1935">
                  <c:v>41428</c:v>
                </c:pt>
                <c:pt idx="1936">
                  <c:v>41429</c:v>
                </c:pt>
                <c:pt idx="1937">
                  <c:v>41430</c:v>
                </c:pt>
                <c:pt idx="1938">
                  <c:v>41431</c:v>
                </c:pt>
                <c:pt idx="1939">
                  <c:v>41432</c:v>
                </c:pt>
                <c:pt idx="1940">
                  <c:v>41435</c:v>
                </c:pt>
                <c:pt idx="1941">
                  <c:v>41436</c:v>
                </c:pt>
                <c:pt idx="1942">
                  <c:v>41437</c:v>
                </c:pt>
                <c:pt idx="1943">
                  <c:v>41438</c:v>
                </c:pt>
                <c:pt idx="1944">
                  <c:v>41439</c:v>
                </c:pt>
                <c:pt idx="1945">
                  <c:v>41442</c:v>
                </c:pt>
                <c:pt idx="1946">
                  <c:v>41443</c:v>
                </c:pt>
                <c:pt idx="1947">
                  <c:v>41444</c:v>
                </c:pt>
                <c:pt idx="1948">
                  <c:v>41445</c:v>
                </c:pt>
                <c:pt idx="1949">
                  <c:v>41446</c:v>
                </c:pt>
                <c:pt idx="1950">
                  <c:v>41449</c:v>
                </c:pt>
                <c:pt idx="1951">
                  <c:v>41450</c:v>
                </c:pt>
                <c:pt idx="1952">
                  <c:v>41451</c:v>
                </c:pt>
                <c:pt idx="1953">
                  <c:v>41452</c:v>
                </c:pt>
                <c:pt idx="1954">
                  <c:v>41453</c:v>
                </c:pt>
                <c:pt idx="1955">
                  <c:v>41456</c:v>
                </c:pt>
                <c:pt idx="1956">
                  <c:v>41457</c:v>
                </c:pt>
                <c:pt idx="1957">
                  <c:v>41458</c:v>
                </c:pt>
                <c:pt idx="1958">
                  <c:v>41459</c:v>
                </c:pt>
                <c:pt idx="1959">
                  <c:v>41460</c:v>
                </c:pt>
                <c:pt idx="1960">
                  <c:v>41463</c:v>
                </c:pt>
                <c:pt idx="1961">
                  <c:v>41464</c:v>
                </c:pt>
                <c:pt idx="1962">
                  <c:v>41465</c:v>
                </c:pt>
                <c:pt idx="1963">
                  <c:v>41466</c:v>
                </c:pt>
                <c:pt idx="1964">
                  <c:v>41467</c:v>
                </c:pt>
                <c:pt idx="1965">
                  <c:v>41470</c:v>
                </c:pt>
                <c:pt idx="1966">
                  <c:v>41471</c:v>
                </c:pt>
                <c:pt idx="1967">
                  <c:v>41472</c:v>
                </c:pt>
                <c:pt idx="1968">
                  <c:v>41473</c:v>
                </c:pt>
                <c:pt idx="1969">
                  <c:v>41474</c:v>
                </c:pt>
                <c:pt idx="1970">
                  <c:v>41477</c:v>
                </c:pt>
                <c:pt idx="1971">
                  <c:v>41478</c:v>
                </c:pt>
                <c:pt idx="1972">
                  <c:v>41479</c:v>
                </c:pt>
                <c:pt idx="1973">
                  <c:v>41480</c:v>
                </c:pt>
                <c:pt idx="1974">
                  <c:v>41481</c:v>
                </c:pt>
                <c:pt idx="1975">
                  <c:v>41484</c:v>
                </c:pt>
                <c:pt idx="1976">
                  <c:v>41485</c:v>
                </c:pt>
                <c:pt idx="1977">
                  <c:v>41486</c:v>
                </c:pt>
                <c:pt idx="1978">
                  <c:v>41487</c:v>
                </c:pt>
                <c:pt idx="1979">
                  <c:v>41488</c:v>
                </c:pt>
                <c:pt idx="1980">
                  <c:v>41491</c:v>
                </c:pt>
                <c:pt idx="1981">
                  <c:v>41492</c:v>
                </c:pt>
                <c:pt idx="1982">
                  <c:v>41493</c:v>
                </c:pt>
                <c:pt idx="1983">
                  <c:v>41494</c:v>
                </c:pt>
                <c:pt idx="1984">
                  <c:v>41495</c:v>
                </c:pt>
                <c:pt idx="1985">
                  <c:v>41498</c:v>
                </c:pt>
                <c:pt idx="1986">
                  <c:v>41499</c:v>
                </c:pt>
                <c:pt idx="1987">
                  <c:v>41500</c:v>
                </c:pt>
                <c:pt idx="1988">
                  <c:v>41501</c:v>
                </c:pt>
                <c:pt idx="1989">
                  <c:v>41502</c:v>
                </c:pt>
                <c:pt idx="1990">
                  <c:v>41505</c:v>
                </c:pt>
                <c:pt idx="1991">
                  <c:v>41506</c:v>
                </c:pt>
                <c:pt idx="1992">
                  <c:v>41507</c:v>
                </c:pt>
                <c:pt idx="1993">
                  <c:v>41508</c:v>
                </c:pt>
                <c:pt idx="1994">
                  <c:v>41509</c:v>
                </c:pt>
                <c:pt idx="1995">
                  <c:v>41512</c:v>
                </c:pt>
                <c:pt idx="1996">
                  <c:v>41513</c:v>
                </c:pt>
                <c:pt idx="1997">
                  <c:v>41514</c:v>
                </c:pt>
                <c:pt idx="1998">
                  <c:v>41515</c:v>
                </c:pt>
                <c:pt idx="1999">
                  <c:v>41516</c:v>
                </c:pt>
                <c:pt idx="2000">
                  <c:v>41519</c:v>
                </c:pt>
                <c:pt idx="2001">
                  <c:v>41520</c:v>
                </c:pt>
                <c:pt idx="2002">
                  <c:v>41521</c:v>
                </c:pt>
                <c:pt idx="2003">
                  <c:v>41522</c:v>
                </c:pt>
                <c:pt idx="2004">
                  <c:v>41523</c:v>
                </c:pt>
                <c:pt idx="2005">
                  <c:v>41526</c:v>
                </c:pt>
                <c:pt idx="2006">
                  <c:v>41527</c:v>
                </c:pt>
                <c:pt idx="2007">
                  <c:v>41528</c:v>
                </c:pt>
                <c:pt idx="2008">
                  <c:v>41529</c:v>
                </c:pt>
                <c:pt idx="2009">
                  <c:v>41530</c:v>
                </c:pt>
                <c:pt idx="2010">
                  <c:v>41533</c:v>
                </c:pt>
                <c:pt idx="2011">
                  <c:v>41534</c:v>
                </c:pt>
                <c:pt idx="2012">
                  <c:v>41535</c:v>
                </c:pt>
                <c:pt idx="2013">
                  <c:v>41536</c:v>
                </c:pt>
                <c:pt idx="2014">
                  <c:v>41537</c:v>
                </c:pt>
                <c:pt idx="2015">
                  <c:v>41540</c:v>
                </c:pt>
                <c:pt idx="2016">
                  <c:v>41541</c:v>
                </c:pt>
                <c:pt idx="2017">
                  <c:v>41542</c:v>
                </c:pt>
                <c:pt idx="2018">
                  <c:v>41543</c:v>
                </c:pt>
                <c:pt idx="2019">
                  <c:v>41544</c:v>
                </c:pt>
                <c:pt idx="2020">
                  <c:v>41547</c:v>
                </c:pt>
                <c:pt idx="2021">
                  <c:v>41548</c:v>
                </c:pt>
                <c:pt idx="2022">
                  <c:v>41549</c:v>
                </c:pt>
                <c:pt idx="2023">
                  <c:v>41550</c:v>
                </c:pt>
                <c:pt idx="2024">
                  <c:v>41551</c:v>
                </c:pt>
                <c:pt idx="2025">
                  <c:v>41554</c:v>
                </c:pt>
                <c:pt idx="2026">
                  <c:v>41555</c:v>
                </c:pt>
                <c:pt idx="2027">
                  <c:v>41556</c:v>
                </c:pt>
                <c:pt idx="2028">
                  <c:v>41557</c:v>
                </c:pt>
                <c:pt idx="2029">
                  <c:v>41558</c:v>
                </c:pt>
                <c:pt idx="2030">
                  <c:v>41561</c:v>
                </c:pt>
                <c:pt idx="2031">
                  <c:v>41562</c:v>
                </c:pt>
                <c:pt idx="2032">
                  <c:v>41563</c:v>
                </c:pt>
                <c:pt idx="2033">
                  <c:v>41564</c:v>
                </c:pt>
                <c:pt idx="2034">
                  <c:v>41565</c:v>
                </c:pt>
                <c:pt idx="2035">
                  <c:v>41568</c:v>
                </c:pt>
                <c:pt idx="2036">
                  <c:v>41569</c:v>
                </c:pt>
                <c:pt idx="2037">
                  <c:v>41570</c:v>
                </c:pt>
                <c:pt idx="2038">
                  <c:v>41571</c:v>
                </c:pt>
                <c:pt idx="2039">
                  <c:v>41572</c:v>
                </c:pt>
                <c:pt idx="2040">
                  <c:v>41575</c:v>
                </c:pt>
                <c:pt idx="2041">
                  <c:v>41576</c:v>
                </c:pt>
                <c:pt idx="2042">
                  <c:v>41577</c:v>
                </c:pt>
                <c:pt idx="2043">
                  <c:v>41578</c:v>
                </c:pt>
                <c:pt idx="2044">
                  <c:v>41579</c:v>
                </c:pt>
                <c:pt idx="2045">
                  <c:v>41582</c:v>
                </c:pt>
                <c:pt idx="2046">
                  <c:v>41583</c:v>
                </c:pt>
                <c:pt idx="2047">
                  <c:v>41584</c:v>
                </c:pt>
                <c:pt idx="2048">
                  <c:v>41585</c:v>
                </c:pt>
                <c:pt idx="2049">
                  <c:v>41586</c:v>
                </c:pt>
                <c:pt idx="2050">
                  <c:v>41589</c:v>
                </c:pt>
                <c:pt idx="2051">
                  <c:v>41590</c:v>
                </c:pt>
                <c:pt idx="2052">
                  <c:v>41591</c:v>
                </c:pt>
                <c:pt idx="2053">
                  <c:v>41592</c:v>
                </c:pt>
                <c:pt idx="2054">
                  <c:v>41593</c:v>
                </c:pt>
                <c:pt idx="2055">
                  <c:v>41596</c:v>
                </c:pt>
                <c:pt idx="2056">
                  <c:v>41597</c:v>
                </c:pt>
                <c:pt idx="2057">
                  <c:v>41598</c:v>
                </c:pt>
                <c:pt idx="2058">
                  <c:v>41599</c:v>
                </c:pt>
                <c:pt idx="2059">
                  <c:v>41600</c:v>
                </c:pt>
                <c:pt idx="2060">
                  <c:v>41603</c:v>
                </c:pt>
                <c:pt idx="2061">
                  <c:v>41604</c:v>
                </c:pt>
                <c:pt idx="2062">
                  <c:v>41605</c:v>
                </c:pt>
                <c:pt idx="2063">
                  <c:v>41606</c:v>
                </c:pt>
                <c:pt idx="2064">
                  <c:v>41607</c:v>
                </c:pt>
                <c:pt idx="2065">
                  <c:v>41610</c:v>
                </c:pt>
                <c:pt idx="2066">
                  <c:v>41611</c:v>
                </c:pt>
                <c:pt idx="2067">
                  <c:v>41612</c:v>
                </c:pt>
                <c:pt idx="2068">
                  <c:v>41613</c:v>
                </c:pt>
                <c:pt idx="2069">
                  <c:v>41614</c:v>
                </c:pt>
                <c:pt idx="2070">
                  <c:v>41617</c:v>
                </c:pt>
                <c:pt idx="2071">
                  <c:v>41618</c:v>
                </c:pt>
                <c:pt idx="2072">
                  <c:v>41619</c:v>
                </c:pt>
                <c:pt idx="2073">
                  <c:v>41620</c:v>
                </c:pt>
                <c:pt idx="2074">
                  <c:v>41621</c:v>
                </c:pt>
                <c:pt idx="2075">
                  <c:v>41624</c:v>
                </c:pt>
                <c:pt idx="2076">
                  <c:v>41625</c:v>
                </c:pt>
                <c:pt idx="2077">
                  <c:v>41626</c:v>
                </c:pt>
                <c:pt idx="2078">
                  <c:v>41627</c:v>
                </c:pt>
                <c:pt idx="2079">
                  <c:v>41628</c:v>
                </c:pt>
                <c:pt idx="2080">
                  <c:v>41631</c:v>
                </c:pt>
                <c:pt idx="2081">
                  <c:v>41632</c:v>
                </c:pt>
                <c:pt idx="2082">
                  <c:v>41633</c:v>
                </c:pt>
                <c:pt idx="2083">
                  <c:v>41634</c:v>
                </c:pt>
                <c:pt idx="2084">
                  <c:v>41635</c:v>
                </c:pt>
                <c:pt idx="2085">
                  <c:v>41638</c:v>
                </c:pt>
                <c:pt idx="2086">
                  <c:v>41639</c:v>
                </c:pt>
                <c:pt idx="2087">
                  <c:v>41640</c:v>
                </c:pt>
                <c:pt idx="2088">
                  <c:v>41641</c:v>
                </c:pt>
                <c:pt idx="2089">
                  <c:v>41642</c:v>
                </c:pt>
                <c:pt idx="2090">
                  <c:v>41645</c:v>
                </c:pt>
                <c:pt idx="2091">
                  <c:v>41646</c:v>
                </c:pt>
                <c:pt idx="2092">
                  <c:v>41647</c:v>
                </c:pt>
                <c:pt idx="2093">
                  <c:v>41648</c:v>
                </c:pt>
                <c:pt idx="2094">
                  <c:v>41649</c:v>
                </c:pt>
                <c:pt idx="2095">
                  <c:v>41652</c:v>
                </c:pt>
                <c:pt idx="2096">
                  <c:v>41653</c:v>
                </c:pt>
                <c:pt idx="2097">
                  <c:v>41654</c:v>
                </c:pt>
                <c:pt idx="2098">
                  <c:v>41655</c:v>
                </c:pt>
                <c:pt idx="2099">
                  <c:v>41656</c:v>
                </c:pt>
                <c:pt idx="2100">
                  <c:v>41659</c:v>
                </c:pt>
                <c:pt idx="2101">
                  <c:v>41660</c:v>
                </c:pt>
                <c:pt idx="2102">
                  <c:v>41661</c:v>
                </c:pt>
                <c:pt idx="2103">
                  <c:v>41662</c:v>
                </c:pt>
                <c:pt idx="2104">
                  <c:v>41663</c:v>
                </c:pt>
                <c:pt idx="2105">
                  <c:v>41666</c:v>
                </c:pt>
                <c:pt idx="2106">
                  <c:v>41667</c:v>
                </c:pt>
                <c:pt idx="2107">
                  <c:v>41668</c:v>
                </c:pt>
                <c:pt idx="2108">
                  <c:v>41669</c:v>
                </c:pt>
                <c:pt idx="2109">
                  <c:v>41670</c:v>
                </c:pt>
                <c:pt idx="2110">
                  <c:v>41673</c:v>
                </c:pt>
                <c:pt idx="2111">
                  <c:v>41674</c:v>
                </c:pt>
                <c:pt idx="2112">
                  <c:v>41675</c:v>
                </c:pt>
                <c:pt idx="2113">
                  <c:v>41676</c:v>
                </c:pt>
                <c:pt idx="2114">
                  <c:v>41677</c:v>
                </c:pt>
                <c:pt idx="2115">
                  <c:v>41680</c:v>
                </c:pt>
                <c:pt idx="2116">
                  <c:v>41681</c:v>
                </c:pt>
                <c:pt idx="2117">
                  <c:v>41682</c:v>
                </c:pt>
                <c:pt idx="2118">
                  <c:v>41683</c:v>
                </c:pt>
                <c:pt idx="2119">
                  <c:v>41684</c:v>
                </c:pt>
                <c:pt idx="2120">
                  <c:v>41687</c:v>
                </c:pt>
                <c:pt idx="2121">
                  <c:v>41688</c:v>
                </c:pt>
                <c:pt idx="2122">
                  <c:v>41689</c:v>
                </c:pt>
                <c:pt idx="2123">
                  <c:v>41690</c:v>
                </c:pt>
                <c:pt idx="2124">
                  <c:v>41691</c:v>
                </c:pt>
                <c:pt idx="2125">
                  <c:v>41694</c:v>
                </c:pt>
                <c:pt idx="2126">
                  <c:v>41695</c:v>
                </c:pt>
                <c:pt idx="2127">
                  <c:v>41696</c:v>
                </c:pt>
                <c:pt idx="2128">
                  <c:v>41697</c:v>
                </c:pt>
                <c:pt idx="2129">
                  <c:v>41698</c:v>
                </c:pt>
                <c:pt idx="2130">
                  <c:v>41701</c:v>
                </c:pt>
                <c:pt idx="2131">
                  <c:v>41702</c:v>
                </c:pt>
                <c:pt idx="2132">
                  <c:v>41703</c:v>
                </c:pt>
                <c:pt idx="2133">
                  <c:v>41704</c:v>
                </c:pt>
                <c:pt idx="2134">
                  <c:v>41705</c:v>
                </c:pt>
                <c:pt idx="2135">
                  <c:v>41708</c:v>
                </c:pt>
                <c:pt idx="2136">
                  <c:v>41709</c:v>
                </c:pt>
                <c:pt idx="2137">
                  <c:v>41710</c:v>
                </c:pt>
                <c:pt idx="2138">
                  <c:v>41711</c:v>
                </c:pt>
                <c:pt idx="2139">
                  <c:v>41712</c:v>
                </c:pt>
                <c:pt idx="2140">
                  <c:v>41715</c:v>
                </c:pt>
                <c:pt idx="2141">
                  <c:v>41716</c:v>
                </c:pt>
                <c:pt idx="2142">
                  <c:v>41717</c:v>
                </c:pt>
                <c:pt idx="2143">
                  <c:v>41718</c:v>
                </c:pt>
                <c:pt idx="2144">
                  <c:v>41719</c:v>
                </c:pt>
                <c:pt idx="2145">
                  <c:v>41722</c:v>
                </c:pt>
                <c:pt idx="2146">
                  <c:v>41723</c:v>
                </c:pt>
                <c:pt idx="2147">
                  <c:v>41724</c:v>
                </c:pt>
                <c:pt idx="2148">
                  <c:v>41725</c:v>
                </c:pt>
                <c:pt idx="2149">
                  <c:v>41726</c:v>
                </c:pt>
                <c:pt idx="2150">
                  <c:v>41729</c:v>
                </c:pt>
                <c:pt idx="2151">
                  <c:v>41730</c:v>
                </c:pt>
                <c:pt idx="2152">
                  <c:v>41731</c:v>
                </c:pt>
                <c:pt idx="2153">
                  <c:v>41732</c:v>
                </c:pt>
                <c:pt idx="2154">
                  <c:v>41733</c:v>
                </c:pt>
                <c:pt idx="2155">
                  <c:v>41736</c:v>
                </c:pt>
                <c:pt idx="2156">
                  <c:v>41737</c:v>
                </c:pt>
                <c:pt idx="2157">
                  <c:v>41738</c:v>
                </c:pt>
                <c:pt idx="2158">
                  <c:v>41739</c:v>
                </c:pt>
                <c:pt idx="2159">
                  <c:v>41740</c:v>
                </c:pt>
                <c:pt idx="2160">
                  <c:v>41743</c:v>
                </c:pt>
                <c:pt idx="2161">
                  <c:v>41744</c:v>
                </c:pt>
                <c:pt idx="2162">
                  <c:v>41745</c:v>
                </c:pt>
                <c:pt idx="2163">
                  <c:v>41746</c:v>
                </c:pt>
                <c:pt idx="2164">
                  <c:v>41747</c:v>
                </c:pt>
                <c:pt idx="2165">
                  <c:v>41750</c:v>
                </c:pt>
                <c:pt idx="2166">
                  <c:v>41751</c:v>
                </c:pt>
                <c:pt idx="2167">
                  <c:v>41752</c:v>
                </c:pt>
                <c:pt idx="2168">
                  <c:v>41753</c:v>
                </c:pt>
                <c:pt idx="2169">
                  <c:v>41754</c:v>
                </c:pt>
                <c:pt idx="2170">
                  <c:v>41757</c:v>
                </c:pt>
                <c:pt idx="2171">
                  <c:v>41758</c:v>
                </c:pt>
                <c:pt idx="2172">
                  <c:v>41759</c:v>
                </c:pt>
                <c:pt idx="2173">
                  <c:v>41760</c:v>
                </c:pt>
                <c:pt idx="2174">
                  <c:v>41761</c:v>
                </c:pt>
                <c:pt idx="2175">
                  <c:v>41764</c:v>
                </c:pt>
                <c:pt idx="2176">
                  <c:v>41765</c:v>
                </c:pt>
                <c:pt idx="2177">
                  <c:v>41766</c:v>
                </c:pt>
                <c:pt idx="2178">
                  <c:v>41767</c:v>
                </c:pt>
                <c:pt idx="2179">
                  <c:v>41768</c:v>
                </c:pt>
                <c:pt idx="2180">
                  <c:v>41771</c:v>
                </c:pt>
                <c:pt idx="2181">
                  <c:v>41772</c:v>
                </c:pt>
                <c:pt idx="2182">
                  <c:v>41773</c:v>
                </c:pt>
                <c:pt idx="2183">
                  <c:v>41774</c:v>
                </c:pt>
                <c:pt idx="2184">
                  <c:v>41775</c:v>
                </c:pt>
                <c:pt idx="2185">
                  <c:v>41778</c:v>
                </c:pt>
                <c:pt idx="2186">
                  <c:v>41779</c:v>
                </c:pt>
                <c:pt idx="2187">
                  <c:v>41780</c:v>
                </c:pt>
                <c:pt idx="2188">
                  <c:v>41781</c:v>
                </c:pt>
                <c:pt idx="2189">
                  <c:v>41782</c:v>
                </c:pt>
                <c:pt idx="2190">
                  <c:v>41785</c:v>
                </c:pt>
                <c:pt idx="2191">
                  <c:v>41786</c:v>
                </c:pt>
                <c:pt idx="2192">
                  <c:v>41787</c:v>
                </c:pt>
                <c:pt idx="2193">
                  <c:v>41788</c:v>
                </c:pt>
                <c:pt idx="2194">
                  <c:v>41789</c:v>
                </c:pt>
                <c:pt idx="2195">
                  <c:v>41792</c:v>
                </c:pt>
                <c:pt idx="2196">
                  <c:v>41793</c:v>
                </c:pt>
                <c:pt idx="2197">
                  <c:v>41794</c:v>
                </c:pt>
                <c:pt idx="2198">
                  <c:v>41795</c:v>
                </c:pt>
                <c:pt idx="2199">
                  <c:v>41796</c:v>
                </c:pt>
                <c:pt idx="2200">
                  <c:v>41799</c:v>
                </c:pt>
                <c:pt idx="2201">
                  <c:v>41800</c:v>
                </c:pt>
                <c:pt idx="2202">
                  <c:v>41801</c:v>
                </c:pt>
                <c:pt idx="2203">
                  <c:v>41802</c:v>
                </c:pt>
                <c:pt idx="2204">
                  <c:v>41803</c:v>
                </c:pt>
                <c:pt idx="2205">
                  <c:v>41806</c:v>
                </c:pt>
                <c:pt idx="2206">
                  <c:v>41807</c:v>
                </c:pt>
                <c:pt idx="2207">
                  <c:v>41808</c:v>
                </c:pt>
                <c:pt idx="2208">
                  <c:v>41809</c:v>
                </c:pt>
                <c:pt idx="2209">
                  <c:v>41810</c:v>
                </c:pt>
                <c:pt idx="2210">
                  <c:v>41813</c:v>
                </c:pt>
                <c:pt idx="2211">
                  <c:v>41814</c:v>
                </c:pt>
                <c:pt idx="2212">
                  <c:v>41815</c:v>
                </c:pt>
                <c:pt idx="2213">
                  <c:v>41816</c:v>
                </c:pt>
                <c:pt idx="2214">
                  <c:v>41817</c:v>
                </c:pt>
                <c:pt idx="2215">
                  <c:v>41820</c:v>
                </c:pt>
                <c:pt idx="2216">
                  <c:v>41821</c:v>
                </c:pt>
                <c:pt idx="2217">
                  <c:v>41822</c:v>
                </c:pt>
                <c:pt idx="2218">
                  <c:v>41823</c:v>
                </c:pt>
                <c:pt idx="2219">
                  <c:v>41824</c:v>
                </c:pt>
                <c:pt idx="2220">
                  <c:v>41827</c:v>
                </c:pt>
                <c:pt idx="2221">
                  <c:v>41828</c:v>
                </c:pt>
                <c:pt idx="2222">
                  <c:v>41829</c:v>
                </c:pt>
                <c:pt idx="2223">
                  <c:v>41830</c:v>
                </c:pt>
                <c:pt idx="2224">
                  <c:v>41831</c:v>
                </c:pt>
                <c:pt idx="2225">
                  <c:v>41834</c:v>
                </c:pt>
                <c:pt idx="2226">
                  <c:v>41835</c:v>
                </c:pt>
                <c:pt idx="2227">
                  <c:v>41836</c:v>
                </c:pt>
                <c:pt idx="2228">
                  <c:v>41837</c:v>
                </c:pt>
                <c:pt idx="2229">
                  <c:v>41838</c:v>
                </c:pt>
                <c:pt idx="2230">
                  <c:v>41841</c:v>
                </c:pt>
                <c:pt idx="2231">
                  <c:v>41842</c:v>
                </c:pt>
                <c:pt idx="2232">
                  <c:v>41843</c:v>
                </c:pt>
                <c:pt idx="2233">
                  <c:v>41844</c:v>
                </c:pt>
                <c:pt idx="2234">
                  <c:v>41845</c:v>
                </c:pt>
                <c:pt idx="2235">
                  <c:v>41848</c:v>
                </c:pt>
                <c:pt idx="2236">
                  <c:v>41849</c:v>
                </c:pt>
                <c:pt idx="2237">
                  <c:v>41850</c:v>
                </c:pt>
                <c:pt idx="2238">
                  <c:v>41851</c:v>
                </c:pt>
                <c:pt idx="2239">
                  <c:v>41852</c:v>
                </c:pt>
                <c:pt idx="2240">
                  <c:v>41855</c:v>
                </c:pt>
                <c:pt idx="2241">
                  <c:v>41856</c:v>
                </c:pt>
                <c:pt idx="2242">
                  <c:v>41857</c:v>
                </c:pt>
                <c:pt idx="2243">
                  <c:v>41858</c:v>
                </c:pt>
                <c:pt idx="2244">
                  <c:v>41859</c:v>
                </c:pt>
                <c:pt idx="2245">
                  <c:v>41862</c:v>
                </c:pt>
                <c:pt idx="2246">
                  <c:v>41863</c:v>
                </c:pt>
                <c:pt idx="2247">
                  <c:v>41864</c:v>
                </c:pt>
                <c:pt idx="2248">
                  <c:v>41865</c:v>
                </c:pt>
                <c:pt idx="2249">
                  <c:v>41866</c:v>
                </c:pt>
                <c:pt idx="2250">
                  <c:v>41869</c:v>
                </c:pt>
                <c:pt idx="2251">
                  <c:v>41870</c:v>
                </c:pt>
                <c:pt idx="2252">
                  <c:v>41871</c:v>
                </c:pt>
                <c:pt idx="2253">
                  <c:v>41872</c:v>
                </c:pt>
                <c:pt idx="2254">
                  <c:v>41873</c:v>
                </c:pt>
                <c:pt idx="2255">
                  <c:v>41876</c:v>
                </c:pt>
                <c:pt idx="2256">
                  <c:v>41877</c:v>
                </c:pt>
                <c:pt idx="2257">
                  <c:v>41878</c:v>
                </c:pt>
                <c:pt idx="2258">
                  <c:v>41879</c:v>
                </c:pt>
                <c:pt idx="2259">
                  <c:v>41880</c:v>
                </c:pt>
                <c:pt idx="2260">
                  <c:v>41883</c:v>
                </c:pt>
                <c:pt idx="2261">
                  <c:v>41884</c:v>
                </c:pt>
                <c:pt idx="2262">
                  <c:v>41885</c:v>
                </c:pt>
                <c:pt idx="2263">
                  <c:v>41886</c:v>
                </c:pt>
                <c:pt idx="2264">
                  <c:v>41887</c:v>
                </c:pt>
                <c:pt idx="2265">
                  <c:v>41890</c:v>
                </c:pt>
                <c:pt idx="2266">
                  <c:v>41891</c:v>
                </c:pt>
                <c:pt idx="2267">
                  <c:v>41892</c:v>
                </c:pt>
                <c:pt idx="2268">
                  <c:v>41893</c:v>
                </c:pt>
                <c:pt idx="2269">
                  <c:v>41894</c:v>
                </c:pt>
                <c:pt idx="2270">
                  <c:v>41897</c:v>
                </c:pt>
                <c:pt idx="2271">
                  <c:v>41898</c:v>
                </c:pt>
                <c:pt idx="2272">
                  <c:v>41899</c:v>
                </c:pt>
                <c:pt idx="2273">
                  <c:v>41900</c:v>
                </c:pt>
                <c:pt idx="2274">
                  <c:v>41901</c:v>
                </c:pt>
                <c:pt idx="2275">
                  <c:v>41904</c:v>
                </c:pt>
                <c:pt idx="2276">
                  <c:v>41905</c:v>
                </c:pt>
                <c:pt idx="2277">
                  <c:v>41906</c:v>
                </c:pt>
                <c:pt idx="2278">
                  <c:v>41907</c:v>
                </c:pt>
                <c:pt idx="2279">
                  <c:v>41908</c:v>
                </c:pt>
                <c:pt idx="2280">
                  <c:v>41911</c:v>
                </c:pt>
                <c:pt idx="2281">
                  <c:v>41912</c:v>
                </c:pt>
                <c:pt idx="2282">
                  <c:v>41913</c:v>
                </c:pt>
                <c:pt idx="2283">
                  <c:v>41914</c:v>
                </c:pt>
                <c:pt idx="2284">
                  <c:v>41915</c:v>
                </c:pt>
                <c:pt idx="2285">
                  <c:v>41918</c:v>
                </c:pt>
                <c:pt idx="2286">
                  <c:v>41919</c:v>
                </c:pt>
                <c:pt idx="2287">
                  <c:v>41920</c:v>
                </c:pt>
                <c:pt idx="2288">
                  <c:v>41921</c:v>
                </c:pt>
                <c:pt idx="2289">
                  <c:v>41922</c:v>
                </c:pt>
                <c:pt idx="2290">
                  <c:v>41925</c:v>
                </c:pt>
                <c:pt idx="2291">
                  <c:v>41926</c:v>
                </c:pt>
                <c:pt idx="2292">
                  <c:v>41927</c:v>
                </c:pt>
                <c:pt idx="2293">
                  <c:v>41928</c:v>
                </c:pt>
                <c:pt idx="2294">
                  <c:v>41929</c:v>
                </c:pt>
                <c:pt idx="2295">
                  <c:v>41932</c:v>
                </c:pt>
                <c:pt idx="2296">
                  <c:v>41933</c:v>
                </c:pt>
                <c:pt idx="2297">
                  <c:v>41934</c:v>
                </c:pt>
                <c:pt idx="2298">
                  <c:v>41935</c:v>
                </c:pt>
                <c:pt idx="2299">
                  <c:v>41936</c:v>
                </c:pt>
                <c:pt idx="2300">
                  <c:v>41939</c:v>
                </c:pt>
                <c:pt idx="2301">
                  <c:v>41940</c:v>
                </c:pt>
                <c:pt idx="2302">
                  <c:v>41941</c:v>
                </c:pt>
                <c:pt idx="2303">
                  <c:v>41942</c:v>
                </c:pt>
                <c:pt idx="2304">
                  <c:v>41943</c:v>
                </c:pt>
                <c:pt idx="2305">
                  <c:v>41946</c:v>
                </c:pt>
                <c:pt idx="2306">
                  <c:v>41947</c:v>
                </c:pt>
                <c:pt idx="2307">
                  <c:v>41948</c:v>
                </c:pt>
                <c:pt idx="2308">
                  <c:v>41949</c:v>
                </c:pt>
                <c:pt idx="2309">
                  <c:v>41950</c:v>
                </c:pt>
                <c:pt idx="2310">
                  <c:v>41953</c:v>
                </c:pt>
                <c:pt idx="2311">
                  <c:v>41954</c:v>
                </c:pt>
                <c:pt idx="2312">
                  <c:v>41955</c:v>
                </c:pt>
                <c:pt idx="2313">
                  <c:v>41956</c:v>
                </c:pt>
                <c:pt idx="2314">
                  <c:v>41957</c:v>
                </c:pt>
                <c:pt idx="2315">
                  <c:v>41960</c:v>
                </c:pt>
                <c:pt idx="2316">
                  <c:v>41961</c:v>
                </c:pt>
                <c:pt idx="2317">
                  <c:v>41962</c:v>
                </c:pt>
                <c:pt idx="2318">
                  <c:v>41963</c:v>
                </c:pt>
                <c:pt idx="2319">
                  <c:v>41964</c:v>
                </c:pt>
                <c:pt idx="2320">
                  <c:v>41967</c:v>
                </c:pt>
                <c:pt idx="2321">
                  <c:v>41968</c:v>
                </c:pt>
                <c:pt idx="2322">
                  <c:v>41969</c:v>
                </c:pt>
                <c:pt idx="2323">
                  <c:v>41970</c:v>
                </c:pt>
                <c:pt idx="2324">
                  <c:v>41971</c:v>
                </c:pt>
                <c:pt idx="2325">
                  <c:v>41974</c:v>
                </c:pt>
                <c:pt idx="2326">
                  <c:v>41975</c:v>
                </c:pt>
                <c:pt idx="2327">
                  <c:v>41976</c:v>
                </c:pt>
                <c:pt idx="2328">
                  <c:v>41977</c:v>
                </c:pt>
                <c:pt idx="2329">
                  <c:v>41978</c:v>
                </c:pt>
                <c:pt idx="2330">
                  <c:v>41981</c:v>
                </c:pt>
                <c:pt idx="2331">
                  <c:v>41982</c:v>
                </c:pt>
                <c:pt idx="2332">
                  <c:v>41983</c:v>
                </c:pt>
                <c:pt idx="2333">
                  <c:v>41984</c:v>
                </c:pt>
                <c:pt idx="2334">
                  <c:v>41985</c:v>
                </c:pt>
                <c:pt idx="2335">
                  <c:v>41988</c:v>
                </c:pt>
                <c:pt idx="2336">
                  <c:v>41989</c:v>
                </c:pt>
                <c:pt idx="2337">
                  <c:v>41990</c:v>
                </c:pt>
                <c:pt idx="2338">
                  <c:v>41991</c:v>
                </c:pt>
                <c:pt idx="2339">
                  <c:v>41992</c:v>
                </c:pt>
                <c:pt idx="2340">
                  <c:v>41995</c:v>
                </c:pt>
                <c:pt idx="2341">
                  <c:v>41996</c:v>
                </c:pt>
                <c:pt idx="2342">
                  <c:v>41997</c:v>
                </c:pt>
                <c:pt idx="2343">
                  <c:v>41998</c:v>
                </c:pt>
                <c:pt idx="2344">
                  <c:v>41999</c:v>
                </c:pt>
                <c:pt idx="2345">
                  <c:v>42002</c:v>
                </c:pt>
                <c:pt idx="2346">
                  <c:v>42003</c:v>
                </c:pt>
                <c:pt idx="2347">
                  <c:v>42004</c:v>
                </c:pt>
                <c:pt idx="2348">
                  <c:v>42005</c:v>
                </c:pt>
                <c:pt idx="2349">
                  <c:v>42006</c:v>
                </c:pt>
                <c:pt idx="2350">
                  <c:v>42009</c:v>
                </c:pt>
                <c:pt idx="2351">
                  <c:v>42010</c:v>
                </c:pt>
                <c:pt idx="2352">
                  <c:v>42011</c:v>
                </c:pt>
                <c:pt idx="2353">
                  <c:v>42012</c:v>
                </c:pt>
                <c:pt idx="2354">
                  <c:v>42013</c:v>
                </c:pt>
                <c:pt idx="2355">
                  <c:v>42016</c:v>
                </c:pt>
                <c:pt idx="2356">
                  <c:v>42017</c:v>
                </c:pt>
                <c:pt idx="2357">
                  <c:v>42018</c:v>
                </c:pt>
                <c:pt idx="2358">
                  <c:v>42019</c:v>
                </c:pt>
                <c:pt idx="2359">
                  <c:v>42020</c:v>
                </c:pt>
                <c:pt idx="2360">
                  <c:v>42023</c:v>
                </c:pt>
                <c:pt idx="2361">
                  <c:v>42024</c:v>
                </c:pt>
                <c:pt idx="2362">
                  <c:v>42025</c:v>
                </c:pt>
                <c:pt idx="2363">
                  <c:v>42026</c:v>
                </c:pt>
                <c:pt idx="2364">
                  <c:v>42027</c:v>
                </c:pt>
                <c:pt idx="2365">
                  <c:v>42030</c:v>
                </c:pt>
                <c:pt idx="2366">
                  <c:v>42031</c:v>
                </c:pt>
                <c:pt idx="2367">
                  <c:v>42032</c:v>
                </c:pt>
                <c:pt idx="2368">
                  <c:v>42033</c:v>
                </c:pt>
                <c:pt idx="2369">
                  <c:v>42034</c:v>
                </c:pt>
                <c:pt idx="2370">
                  <c:v>42037</c:v>
                </c:pt>
                <c:pt idx="2371">
                  <c:v>42038</c:v>
                </c:pt>
                <c:pt idx="2372">
                  <c:v>42039</c:v>
                </c:pt>
                <c:pt idx="2373">
                  <c:v>42040</c:v>
                </c:pt>
                <c:pt idx="2374">
                  <c:v>42041</c:v>
                </c:pt>
                <c:pt idx="2375">
                  <c:v>42044</c:v>
                </c:pt>
                <c:pt idx="2376">
                  <c:v>42045</c:v>
                </c:pt>
                <c:pt idx="2377">
                  <c:v>42046</c:v>
                </c:pt>
                <c:pt idx="2378">
                  <c:v>42047</c:v>
                </c:pt>
                <c:pt idx="2379">
                  <c:v>42048</c:v>
                </c:pt>
                <c:pt idx="2380">
                  <c:v>42051</c:v>
                </c:pt>
                <c:pt idx="2381">
                  <c:v>42052</c:v>
                </c:pt>
                <c:pt idx="2382">
                  <c:v>42053</c:v>
                </c:pt>
                <c:pt idx="2383">
                  <c:v>42054</c:v>
                </c:pt>
                <c:pt idx="2384">
                  <c:v>42055</c:v>
                </c:pt>
                <c:pt idx="2385">
                  <c:v>42058</c:v>
                </c:pt>
                <c:pt idx="2386">
                  <c:v>42059</c:v>
                </c:pt>
                <c:pt idx="2387">
                  <c:v>42060</c:v>
                </c:pt>
                <c:pt idx="2388">
                  <c:v>42061</c:v>
                </c:pt>
                <c:pt idx="2389">
                  <c:v>42062</c:v>
                </c:pt>
                <c:pt idx="2390">
                  <c:v>42065</c:v>
                </c:pt>
                <c:pt idx="2391">
                  <c:v>42066</c:v>
                </c:pt>
                <c:pt idx="2392">
                  <c:v>42067</c:v>
                </c:pt>
                <c:pt idx="2393">
                  <c:v>42068</c:v>
                </c:pt>
                <c:pt idx="2394">
                  <c:v>42069</c:v>
                </c:pt>
                <c:pt idx="2395">
                  <c:v>42072</c:v>
                </c:pt>
                <c:pt idx="2396">
                  <c:v>42073</c:v>
                </c:pt>
                <c:pt idx="2397">
                  <c:v>42074</c:v>
                </c:pt>
                <c:pt idx="2398">
                  <c:v>42075</c:v>
                </c:pt>
                <c:pt idx="2399">
                  <c:v>42076</c:v>
                </c:pt>
                <c:pt idx="2400">
                  <c:v>42079</c:v>
                </c:pt>
                <c:pt idx="2401">
                  <c:v>42080</c:v>
                </c:pt>
                <c:pt idx="2402">
                  <c:v>42081</c:v>
                </c:pt>
                <c:pt idx="2403">
                  <c:v>42082</c:v>
                </c:pt>
                <c:pt idx="2404">
                  <c:v>42083</c:v>
                </c:pt>
                <c:pt idx="2405">
                  <c:v>42086</c:v>
                </c:pt>
                <c:pt idx="2406">
                  <c:v>42087</c:v>
                </c:pt>
                <c:pt idx="2407">
                  <c:v>42088</c:v>
                </c:pt>
                <c:pt idx="2408">
                  <c:v>42089</c:v>
                </c:pt>
                <c:pt idx="2409">
                  <c:v>42090</c:v>
                </c:pt>
                <c:pt idx="2410">
                  <c:v>42093</c:v>
                </c:pt>
                <c:pt idx="2411">
                  <c:v>42094</c:v>
                </c:pt>
                <c:pt idx="2412">
                  <c:v>42095</c:v>
                </c:pt>
                <c:pt idx="2413">
                  <c:v>42096</c:v>
                </c:pt>
                <c:pt idx="2414">
                  <c:v>42097</c:v>
                </c:pt>
                <c:pt idx="2415">
                  <c:v>42100</c:v>
                </c:pt>
                <c:pt idx="2416">
                  <c:v>42101</c:v>
                </c:pt>
                <c:pt idx="2417">
                  <c:v>42102</c:v>
                </c:pt>
                <c:pt idx="2418">
                  <c:v>42103</c:v>
                </c:pt>
                <c:pt idx="2419">
                  <c:v>42104</c:v>
                </c:pt>
                <c:pt idx="2420">
                  <c:v>42107</c:v>
                </c:pt>
                <c:pt idx="2421">
                  <c:v>42108</c:v>
                </c:pt>
                <c:pt idx="2422">
                  <c:v>42109</c:v>
                </c:pt>
                <c:pt idx="2423">
                  <c:v>42110</c:v>
                </c:pt>
                <c:pt idx="2424">
                  <c:v>42111</c:v>
                </c:pt>
                <c:pt idx="2425">
                  <c:v>42114</c:v>
                </c:pt>
                <c:pt idx="2426">
                  <c:v>42115</c:v>
                </c:pt>
                <c:pt idx="2427">
                  <c:v>42116</c:v>
                </c:pt>
                <c:pt idx="2428">
                  <c:v>42117</c:v>
                </c:pt>
                <c:pt idx="2429">
                  <c:v>42118</c:v>
                </c:pt>
                <c:pt idx="2430">
                  <c:v>42121</c:v>
                </c:pt>
                <c:pt idx="2431">
                  <c:v>42122</c:v>
                </c:pt>
                <c:pt idx="2432">
                  <c:v>42123</c:v>
                </c:pt>
                <c:pt idx="2433">
                  <c:v>42124</c:v>
                </c:pt>
                <c:pt idx="2434">
                  <c:v>42125</c:v>
                </c:pt>
                <c:pt idx="2435">
                  <c:v>42128</c:v>
                </c:pt>
                <c:pt idx="2436">
                  <c:v>42129</c:v>
                </c:pt>
                <c:pt idx="2437">
                  <c:v>42130</c:v>
                </c:pt>
                <c:pt idx="2438">
                  <c:v>42131</c:v>
                </c:pt>
                <c:pt idx="2439">
                  <c:v>42132</c:v>
                </c:pt>
                <c:pt idx="2440">
                  <c:v>42135</c:v>
                </c:pt>
                <c:pt idx="2441">
                  <c:v>42136</c:v>
                </c:pt>
                <c:pt idx="2442">
                  <c:v>42137</c:v>
                </c:pt>
                <c:pt idx="2443">
                  <c:v>42138</c:v>
                </c:pt>
                <c:pt idx="2444">
                  <c:v>42139</c:v>
                </c:pt>
                <c:pt idx="2445">
                  <c:v>42142</c:v>
                </c:pt>
                <c:pt idx="2446">
                  <c:v>42143</c:v>
                </c:pt>
                <c:pt idx="2447">
                  <c:v>42144</c:v>
                </c:pt>
                <c:pt idx="2448">
                  <c:v>42145</c:v>
                </c:pt>
                <c:pt idx="2449">
                  <c:v>42146</c:v>
                </c:pt>
                <c:pt idx="2450">
                  <c:v>42149</c:v>
                </c:pt>
                <c:pt idx="2451">
                  <c:v>42150</c:v>
                </c:pt>
                <c:pt idx="2452">
                  <c:v>42151</c:v>
                </c:pt>
                <c:pt idx="2453">
                  <c:v>42152</c:v>
                </c:pt>
                <c:pt idx="2454">
                  <c:v>42153</c:v>
                </c:pt>
                <c:pt idx="2455">
                  <c:v>42156</c:v>
                </c:pt>
                <c:pt idx="2456">
                  <c:v>42157</c:v>
                </c:pt>
                <c:pt idx="2457">
                  <c:v>42158</c:v>
                </c:pt>
                <c:pt idx="2458">
                  <c:v>42159</c:v>
                </c:pt>
                <c:pt idx="2459">
                  <c:v>42160</c:v>
                </c:pt>
                <c:pt idx="2460">
                  <c:v>42163</c:v>
                </c:pt>
                <c:pt idx="2461">
                  <c:v>42164</c:v>
                </c:pt>
                <c:pt idx="2462">
                  <c:v>42165</c:v>
                </c:pt>
                <c:pt idx="2463">
                  <c:v>42166</c:v>
                </c:pt>
                <c:pt idx="2464">
                  <c:v>42167</c:v>
                </c:pt>
                <c:pt idx="2465">
                  <c:v>42170</c:v>
                </c:pt>
                <c:pt idx="2466">
                  <c:v>42171</c:v>
                </c:pt>
                <c:pt idx="2467">
                  <c:v>42172</c:v>
                </c:pt>
                <c:pt idx="2468">
                  <c:v>42173</c:v>
                </c:pt>
                <c:pt idx="2469">
                  <c:v>42174</c:v>
                </c:pt>
                <c:pt idx="2470">
                  <c:v>42177</c:v>
                </c:pt>
                <c:pt idx="2471">
                  <c:v>42178</c:v>
                </c:pt>
                <c:pt idx="2472">
                  <c:v>42179</c:v>
                </c:pt>
                <c:pt idx="2473">
                  <c:v>42180</c:v>
                </c:pt>
                <c:pt idx="2474">
                  <c:v>42181</c:v>
                </c:pt>
                <c:pt idx="2475">
                  <c:v>42184</c:v>
                </c:pt>
                <c:pt idx="2476">
                  <c:v>42185</c:v>
                </c:pt>
                <c:pt idx="2477">
                  <c:v>42186</c:v>
                </c:pt>
                <c:pt idx="2478">
                  <c:v>42187</c:v>
                </c:pt>
                <c:pt idx="2479">
                  <c:v>42188</c:v>
                </c:pt>
                <c:pt idx="2480">
                  <c:v>42191</c:v>
                </c:pt>
                <c:pt idx="2481">
                  <c:v>42192</c:v>
                </c:pt>
                <c:pt idx="2482">
                  <c:v>42193</c:v>
                </c:pt>
                <c:pt idx="2483">
                  <c:v>42194</c:v>
                </c:pt>
                <c:pt idx="2484">
                  <c:v>42195</c:v>
                </c:pt>
                <c:pt idx="2485">
                  <c:v>42198</c:v>
                </c:pt>
                <c:pt idx="2486">
                  <c:v>42199</c:v>
                </c:pt>
                <c:pt idx="2487">
                  <c:v>42200</c:v>
                </c:pt>
                <c:pt idx="2488">
                  <c:v>42201</c:v>
                </c:pt>
                <c:pt idx="2489">
                  <c:v>42202</c:v>
                </c:pt>
                <c:pt idx="2490">
                  <c:v>42205</c:v>
                </c:pt>
                <c:pt idx="2491">
                  <c:v>42206</c:v>
                </c:pt>
                <c:pt idx="2492">
                  <c:v>42207</c:v>
                </c:pt>
                <c:pt idx="2493">
                  <c:v>42208</c:v>
                </c:pt>
                <c:pt idx="2494">
                  <c:v>42209</c:v>
                </c:pt>
                <c:pt idx="2495">
                  <c:v>42212</c:v>
                </c:pt>
                <c:pt idx="2496">
                  <c:v>42213</c:v>
                </c:pt>
                <c:pt idx="2497">
                  <c:v>42214</c:v>
                </c:pt>
                <c:pt idx="2498">
                  <c:v>42215</c:v>
                </c:pt>
                <c:pt idx="2499">
                  <c:v>42216</c:v>
                </c:pt>
                <c:pt idx="2500">
                  <c:v>42219</c:v>
                </c:pt>
                <c:pt idx="2501">
                  <c:v>42220</c:v>
                </c:pt>
                <c:pt idx="2502">
                  <c:v>42221</c:v>
                </c:pt>
                <c:pt idx="2503">
                  <c:v>42222</c:v>
                </c:pt>
                <c:pt idx="2504">
                  <c:v>42223</c:v>
                </c:pt>
                <c:pt idx="2505">
                  <c:v>42226</c:v>
                </c:pt>
                <c:pt idx="2506">
                  <c:v>42227</c:v>
                </c:pt>
                <c:pt idx="2507">
                  <c:v>42228</c:v>
                </c:pt>
                <c:pt idx="2508">
                  <c:v>42229</c:v>
                </c:pt>
                <c:pt idx="2509">
                  <c:v>42230</c:v>
                </c:pt>
                <c:pt idx="2510">
                  <c:v>42233</c:v>
                </c:pt>
                <c:pt idx="2511">
                  <c:v>42234</c:v>
                </c:pt>
                <c:pt idx="2512">
                  <c:v>42235</c:v>
                </c:pt>
                <c:pt idx="2513">
                  <c:v>42236</c:v>
                </c:pt>
                <c:pt idx="2514">
                  <c:v>42237</c:v>
                </c:pt>
                <c:pt idx="2515">
                  <c:v>42240</c:v>
                </c:pt>
                <c:pt idx="2516">
                  <c:v>42241</c:v>
                </c:pt>
                <c:pt idx="2517">
                  <c:v>42242</c:v>
                </c:pt>
                <c:pt idx="2518">
                  <c:v>42243</c:v>
                </c:pt>
                <c:pt idx="2519">
                  <c:v>42244</c:v>
                </c:pt>
                <c:pt idx="2520">
                  <c:v>42247</c:v>
                </c:pt>
                <c:pt idx="2521">
                  <c:v>42248</c:v>
                </c:pt>
                <c:pt idx="2522">
                  <c:v>42249</c:v>
                </c:pt>
                <c:pt idx="2523">
                  <c:v>42250</c:v>
                </c:pt>
                <c:pt idx="2524">
                  <c:v>42251</c:v>
                </c:pt>
                <c:pt idx="2525">
                  <c:v>42254</c:v>
                </c:pt>
                <c:pt idx="2526">
                  <c:v>42255</c:v>
                </c:pt>
                <c:pt idx="2527">
                  <c:v>42256</c:v>
                </c:pt>
                <c:pt idx="2528">
                  <c:v>42257</c:v>
                </c:pt>
                <c:pt idx="2529">
                  <c:v>42258</c:v>
                </c:pt>
                <c:pt idx="2530">
                  <c:v>42261</c:v>
                </c:pt>
                <c:pt idx="2531">
                  <c:v>42262</c:v>
                </c:pt>
                <c:pt idx="2532">
                  <c:v>42263</c:v>
                </c:pt>
                <c:pt idx="2533">
                  <c:v>42264</c:v>
                </c:pt>
                <c:pt idx="2534">
                  <c:v>42265</c:v>
                </c:pt>
                <c:pt idx="2535">
                  <c:v>42268</c:v>
                </c:pt>
                <c:pt idx="2536">
                  <c:v>42269</c:v>
                </c:pt>
                <c:pt idx="2537">
                  <c:v>42270</c:v>
                </c:pt>
                <c:pt idx="2538">
                  <c:v>42271</c:v>
                </c:pt>
                <c:pt idx="2539">
                  <c:v>42272</c:v>
                </c:pt>
                <c:pt idx="2540">
                  <c:v>42275</c:v>
                </c:pt>
                <c:pt idx="2541">
                  <c:v>42276</c:v>
                </c:pt>
                <c:pt idx="2542">
                  <c:v>42277</c:v>
                </c:pt>
                <c:pt idx="2543">
                  <c:v>42278</c:v>
                </c:pt>
                <c:pt idx="2544">
                  <c:v>42279</c:v>
                </c:pt>
                <c:pt idx="2545">
                  <c:v>42282</c:v>
                </c:pt>
                <c:pt idx="2546">
                  <c:v>42283</c:v>
                </c:pt>
                <c:pt idx="2547">
                  <c:v>42284</c:v>
                </c:pt>
                <c:pt idx="2548">
                  <c:v>42285</c:v>
                </c:pt>
                <c:pt idx="2549">
                  <c:v>42286</c:v>
                </c:pt>
                <c:pt idx="2550">
                  <c:v>42289</c:v>
                </c:pt>
                <c:pt idx="2551">
                  <c:v>42290</c:v>
                </c:pt>
                <c:pt idx="2552">
                  <c:v>42291</c:v>
                </c:pt>
                <c:pt idx="2553">
                  <c:v>42292</c:v>
                </c:pt>
                <c:pt idx="2554">
                  <c:v>42293</c:v>
                </c:pt>
                <c:pt idx="2555">
                  <c:v>42296</c:v>
                </c:pt>
                <c:pt idx="2556">
                  <c:v>42297</c:v>
                </c:pt>
                <c:pt idx="2557">
                  <c:v>42298</c:v>
                </c:pt>
                <c:pt idx="2558">
                  <c:v>42299</c:v>
                </c:pt>
                <c:pt idx="2559">
                  <c:v>42300</c:v>
                </c:pt>
                <c:pt idx="2560">
                  <c:v>42303</c:v>
                </c:pt>
                <c:pt idx="2561">
                  <c:v>42304</c:v>
                </c:pt>
                <c:pt idx="2562">
                  <c:v>42305</c:v>
                </c:pt>
                <c:pt idx="2563">
                  <c:v>42306</c:v>
                </c:pt>
                <c:pt idx="2564">
                  <c:v>42307</c:v>
                </c:pt>
                <c:pt idx="2565">
                  <c:v>42310</c:v>
                </c:pt>
                <c:pt idx="2566">
                  <c:v>42311</c:v>
                </c:pt>
                <c:pt idx="2567">
                  <c:v>42312</c:v>
                </c:pt>
                <c:pt idx="2568">
                  <c:v>42313</c:v>
                </c:pt>
                <c:pt idx="2569">
                  <c:v>42314</c:v>
                </c:pt>
                <c:pt idx="2570">
                  <c:v>42317</c:v>
                </c:pt>
                <c:pt idx="2571">
                  <c:v>42318</c:v>
                </c:pt>
                <c:pt idx="2572">
                  <c:v>42319</c:v>
                </c:pt>
                <c:pt idx="2573">
                  <c:v>42320</c:v>
                </c:pt>
                <c:pt idx="2574">
                  <c:v>42321</c:v>
                </c:pt>
                <c:pt idx="2575">
                  <c:v>42324</c:v>
                </c:pt>
                <c:pt idx="2576">
                  <c:v>42325</c:v>
                </c:pt>
                <c:pt idx="2577">
                  <c:v>42326</c:v>
                </c:pt>
                <c:pt idx="2578">
                  <c:v>42327</c:v>
                </c:pt>
                <c:pt idx="2579">
                  <c:v>42328</c:v>
                </c:pt>
                <c:pt idx="2580">
                  <c:v>42331</c:v>
                </c:pt>
                <c:pt idx="2581">
                  <c:v>42332</c:v>
                </c:pt>
                <c:pt idx="2582">
                  <c:v>42333</c:v>
                </c:pt>
                <c:pt idx="2583">
                  <c:v>42334</c:v>
                </c:pt>
                <c:pt idx="2584">
                  <c:v>42335</c:v>
                </c:pt>
                <c:pt idx="2585">
                  <c:v>42338</c:v>
                </c:pt>
                <c:pt idx="2586">
                  <c:v>42339</c:v>
                </c:pt>
                <c:pt idx="2587">
                  <c:v>42340</c:v>
                </c:pt>
                <c:pt idx="2588">
                  <c:v>42341</c:v>
                </c:pt>
                <c:pt idx="2589">
                  <c:v>42342</c:v>
                </c:pt>
                <c:pt idx="2590">
                  <c:v>42345</c:v>
                </c:pt>
                <c:pt idx="2591">
                  <c:v>42346</c:v>
                </c:pt>
                <c:pt idx="2592">
                  <c:v>42347</c:v>
                </c:pt>
                <c:pt idx="2593">
                  <c:v>42348</c:v>
                </c:pt>
                <c:pt idx="2594">
                  <c:v>42349</c:v>
                </c:pt>
                <c:pt idx="2595">
                  <c:v>42352</c:v>
                </c:pt>
                <c:pt idx="2596">
                  <c:v>42353</c:v>
                </c:pt>
                <c:pt idx="2597">
                  <c:v>42354</c:v>
                </c:pt>
                <c:pt idx="2598">
                  <c:v>42355</c:v>
                </c:pt>
                <c:pt idx="2599">
                  <c:v>42356</c:v>
                </c:pt>
                <c:pt idx="2600">
                  <c:v>42359</c:v>
                </c:pt>
                <c:pt idx="2601">
                  <c:v>42360</c:v>
                </c:pt>
                <c:pt idx="2602">
                  <c:v>42361</c:v>
                </c:pt>
                <c:pt idx="2603">
                  <c:v>42362</c:v>
                </c:pt>
                <c:pt idx="2604">
                  <c:v>42363</c:v>
                </c:pt>
                <c:pt idx="2605">
                  <c:v>42366</c:v>
                </c:pt>
                <c:pt idx="2606">
                  <c:v>42367</c:v>
                </c:pt>
                <c:pt idx="2607">
                  <c:v>42368</c:v>
                </c:pt>
                <c:pt idx="2608">
                  <c:v>42369</c:v>
                </c:pt>
                <c:pt idx="2609">
                  <c:v>42370</c:v>
                </c:pt>
                <c:pt idx="2610">
                  <c:v>42373</c:v>
                </c:pt>
                <c:pt idx="2611">
                  <c:v>42374</c:v>
                </c:pt>
                <c:pt idx="2612">
                  <c:v>42375</c:v>
                </c:pt>
                <c:pt idx="2613">
                  <c:v>42376</c:v>
                </c:pt>
                <c:pt idx="2614">
                  <c:v>42377</c:v>
                </c:pt>
                <c:pt idx="2615">
                  <c:v>42380</c:v>
                </c:pt>
                <c:pt idx="2616">
                  <c:v>42381</c:v>
                </c:pt>
                <c:pt idx="2617">
                  <c:v>42382</c:v>
                </c:pt>
                <c:pt idx="2618">
                  <c:v>42383</c:v>
                </c:pt>
                <c:pt idx="2619">
                  <c:v>42384</c:v>
                </c:pt>
                <c:pt idx="2620">
                  <c:v>42387</c:v>
                </c:pt>
                <c:pt idx="2621">
                  <c:v>42388</c:v>
                </c:pt>
                <c:pt idx="2622">
                  <c:v>42389</c:v>
                </c:pt>
                <c:pt idx="2623">
                  <c:v>42390</c:v>
                </c:pt>
                <c:pt idx="2624">
                  <c:v>42391</c:v>
                </c:pt>
                <c:pt idx="2625">
                  <c:v>42394</c:v>
                </c:pt>
                <c:pt idx="2626">
                  <c:v>42395</c:v>
                </c:pt>
                <c:pt idx="2627">
                  <c:v>42396</c:v>
                </c:pt>
                <c:pt idx="2628">
                  <c:v>42397</c:v>
                </c:pt>
                <c:pt idx="2629">
                  <c:v>42398</c:v>
                </c:pt>
                <c:pt idx="2630">
                  <c:v>42401</c:v>
                </c:pt>
                <c:pt idx="2631">
                  <c:v>42402</c:v>
                </c:pt>
                <c:pt idx="2632">
                  <c:v>42403</c:v>
                </c:pt>
                <c:pt idx="2633">
                  <c:v>42404</c:v>
                </c:pt>
                <c:pt idx="2634">
                  <c:v>42405</c:v>
                </c:pt>
                <c:pt idx="2635">
                  <c:v>42408</c:v>
                </c:pt>
                <c:pt idx="2636">
                  <c:v>42409</c:v>
                </c:pt>
                <c:pt idx="2637">
                  <c:v>42410</c:v>
                </c:pt>
                <c:pt idx="2638">
                  <c:v>42411</c:v>
                </c:pt>
                <c:pt idx="2639">
                  <c:v>42412</c:v>
                </c:pt>
                <c:pt idx="2640">
                  <c:v>42415</c:v>
                </c:pt>
                <c:pt idx="2641">
                  <c:v>42416</c:v>
                </c:pt>
                <c:pt idx="2642">
                  <c:v>42417</c:v>
                </c:pt>
                <c:pt idx="2643">
                  <c:v>42418</c:v>
                </c:pt>
                <c:pt idx="2644">
                  <c:v>42419</c:v>
                </c:pt>
                <c:pt idx="2645">
                  <c:v>42422</c:v>
                </c:pt>
                <c:pt idx="2646">
                  <c:v>42423</c:v>
                </c:pt>
                <c:pt idx="2647">
                  <c:v>42424</c:v>
                </c:pt>
                <c:pt idx="2648">
                  <c:v>42425</c:v>
                </c:pt>
                <c:pt idx="2649">
                  <c:v>42426</c:v>
                </c:pt>
                <c:pt idx="2650">
                  <c:v>42429</c:v>
                </c:pt>
                <c:pt idx="2651">
                  <c:v>42430</c:v>
                </c:pt>
                <c:pt idx="2652">
                  <c:v>42431</c:v>
                </c:pt>
                <c:pt idx="2653">
                  <c:v>42432</c:v>
                </c:pt>
                <c:pt idx="2654">
                  <c:v>42433</c:v>
                </c:pt>
                <c:pt idx="2655">
                  <c:v>42436</c:v>
                </c:pt>
                <c:pt idx="2656">
                  <c:v>42437</c:v>
                </c:pt>
                <c:pt idx="2657">
                  <c:v>42438</c:v>
                </c:pt>
                <c:pt idx="2658">
                  <c:v>42439</c:v>
                </c:pt>
                <c:pt idx="2659">
                  <c:v>42440</c:v>
                </c:pt>
                <c:pt idx="2660">
                  <c:v>42443</c:v>
                </c:pt>
                <c:pt idx="2661">
                  <c:v>42444</c:v>
                </c:pt>
                <c:pt idx="2662">
                  <c:v>42445</c:v>
                </c:pt>
                <c:pt idx="2663">
                  <c:v>42446</c:v>
                </c:pt>
                <c:pt idx="2664">
                  <c:v>42447</c:v>
                </c:pt>
                <c:pt idx="2665">
                  <c:v>42450</c:v>
                </c:pt>
                <c:pt idx="2666">
                  <c:v>42451</c:v>
                </c:pt>
                <c:pt idx="2667">
                  <c:v>42452</c:v>
                </c:pt>
                <c:pt idx="2668">
                  <c:v>42453</c:v>
                </c:pt>
                <c:pt idx="2669">
                  <c:v>42454</c:v>
                </c:pt>
                <c:pt idx="2670">
                  <c:v>42457</c:v>
                </c:pt>
                <c:pt idx="2671">
                  <c:v>42458</c:v>
                </c:pt>
                <c:pt idx="2672">
                  <c:v>42459</c:v>
                </c:pt>
                <c:pt idx="2673">
                  <c:v>42460</c:v>
                </c:pt>
                <c:pt idx="2674">
                  <c:v>42461</c:v>
                </c:pt>
                <c:pt idx="2675">
                  <c:v>42464</c:v>
                </c:pt>
                <c:pt idx="2676">
                  <c:v>42465</c:v>
                </c:pt>
                <c:pt idx="2677">
                  <c:v>42466</c:v>
                </c:pt>
                <c:pt idx="2678">
                  <c:v>42467</c:v>
                </c:pt>
                <c:pt idx="2679">
                  <c:v>42468</c:v>
                </c:pt>
                <c:pt idx="2680">
                  <c:v>42471</c:v>
                </c:pt>
                <c:pt idx="2681">
                  <c:v>42472</c:v>
                </c:pt>
                <c:pt idx="2682">
                  <c:v>42473</c:v>
                </c:pt>
                <c:pt idx="2683">
                  <c:v>42474</c:v>
                </c:pt>
                <c:pt idx="2684">
                  <c:v>42475</c:v>
                </c:pt>
                <c:pt idx="2685">
                  <c:v>42478</c:v>
                </c:pt>
                <c:pt idx="2686">
                  <c:v>42479</c:v>
                </c:pt>
                <c:pt idx="2687">
                  <c:v>42480</c:v>
                </c:pt>
                <c:pt idx="2688">
                  <c:v>42481</c:v>
                </c:pt>
                <c:pt idx="2689">
                  <c:v>42482</c:v>
                </c:pt>
                <c:pt idx="2690">
                  <c:v>42485</c:v>
                </c:pt>
                <c:pt idx="2691">
                  <c:v>42486</c:v>
                </c:pt>
                <c:pt idx="2692">
                  <c:v>42487</c:v>
                </c:pt>
                <c:pt idx="2693">
                  <c:v>42488</c:v>
                </c:pt>
                <c:pt idx="2694">
                  <c:v>42489</c:v>
                </c:pt>
                <c:pt idx="2695">
                  <c:v>42492</c:v>
                </c:pt>
                <c:pt idx="2696">
                  <c:v>42493</c:v>
                </c:pt>
                <c:pt idx="2697">
                  <c:v>42494</c:v>
                </c:pt>
                <c:pt idx="2698">
                  <c:v>42495</c:v>
                </c:pt>
                <c:pt idx="2699">
                  <c:v>42496</c:v>
                </c:pt>
                <c:pt idx="2700">
                  <c:v>42499</c:v>
                </c:pt>
                <c:pt idx="2701">
                  <c:v>42500</c:v>
                </c:pt>
                <c:pt idx="2702">
                  <c:v>42501</c:v>
                </c:pt>
                <c:pt idx="2703">
                  <c:v>42502</c:v>
                </c:pt>
                <c:pt idx="2704">
                  <c:v>42503</c:v>
                </c:pt>
                <c:pt idx="2705">
                  <c:v>42506</c:v>
                </c:pt>
                <c:pt idx="2706">
                  <c:v>42507</c:v>
                </c:pt>
                <c:pt idx="2707">
                  <c:v>42508</c:v>
                </c:pt>
                <c:pt idx="2708">
                  <c:v>42509</c:v>
                </c:pt>
                <c:pt idx="2709">
                  <c:v>42510</c:v>
                </c:pt>
                <c:pt idx="2710">
                  <c:v>42513</c:v>
                </c:pt>
                <c:pt idx="2711">
                  <c:v>42514</c:v>
                </c:pt>
                <c:pt idx="2712">
                  <c:v>42515</c:v>
                </c:pt>
                <c:pt idx="2713">
                  <c:v>42516</c:v>
                </c:pt>
                <c:pt idx="2714">
                  <c:v>42517</c:v>
                </c:pt>
                <c:pt idx="2715">
                  <c:v>42520</c:v>
                </c:pt>
                <c:pt idx="2716">
                  <c:v>42521</c:v>
                </c:pt>
                <c:pt idx="2717">
                  <c:v>42522</c:v>
                </c:pt>
                <c:pt idx="2718">
                  <c:v>42523</c:v>
                </c:pt>
                <c:pt idx="2719">
                  <c:v>42524</c:v>
                </c:pt>
                <c:pt idx="2720">
                  <c:v>42527</c:v>
                </c:pt>
                <c:pt idx="2721">
                  <c:v>42528</c:v>
                </c:pt>
                <c:pt idx="2722">
                  <c:v>42529</c:v>
                </c:pt>
                <c:pt idx="2723">
                  <c:v>42530</c:v>
                </c:pt>
                <c:pt idx="2724">
                  <c:v>42531</c:v>
                </c:pt>
                <c:pt idx="2725">
                  <c:v>42534</c:v>
                </c:pt>
                <c:pt idx="2726">
                  <c:v>42535</c:v>
                </c:pt>
                <c:pt idx="2727">
                  <c:v>42536</c:v>
                </c:pt>
                <c:pt idx="2728">
                  <c:v>42537</c:v>
                </c:pt>
                <c:pt idx="2729">
                  <c:v>42538</c:v>
                </c:pt>
                <c:pt idx="2730">
                  <c:v>42541</c:v>
                </c:pt>
                <c:pt idx="2731">
                  <c:v>42542</c:v>
                </c:pt>
                <c:pt idx="2732">
                  <c:v>42543</c:v>
                </c:pt>
                <c:pt idx="2733">
                  <c:v>42544</c:v>
                </c:pt>
                <c:pt idx="2734">
                  <c:v>42545</c:v>
                </c:pt>
                <c:pt idx="2735">
                  <c:v>42548</c:v>
                </c:pt>
                <c:pt idx="2736">
                  <c:v>42549</c:v>
                </c:pt>
                <c:pt idx="2737">
                  <c:v>42550</c:v>
                </c:pt>
                <c:pt idx="2738">
                  <c:v>42551</c:v>
                </c:pt>
                <c:pt idx="2739">
                  <c:v>42552</c:v>
                </c:pt>
                <c:pt idx="2740">
                  <c:v>42555</c:v>
                </c:pt>
                <c:pt idx="2741">
                  <c:v>42556</c:v>
                </c:pt>
                <c:pt idx="2742">
                  <c:v>42557</c:v>
                </c:pt>
                <c:pt idx="2743">
                  <c:v>42558</c:v>
                </c:pt>
                <c:pt idx="2744">
                  <c:v>42559</c:v>
                </c:pt>
                <c:pt idx="2745">
                  <c:v>42562</c:v>
                </c:pt>
                <c:pt idx="2746">
                  <c:v>42563</c:v>
                </c:pt>
                <c:pt idx="2747">
                  <c:v>42564</c:v>
                </c:pt>
                <c:pt idx="2748">
                  <c:v>42565</c:v>
                </c:pt>
                <c:pt idx="2749">
                  <c:v>42566</c:v>
                </c:pt>
                <c:pt idx="2750">
                  <c:v>42569</c:v>
                </c:pt>
                <c:pt idx="2751">
                  <c:v>42570</c:v>
                </c:pt>
                <c:pt idx="2752">
                  <c:v>42571</c:v>
                </c:pt>
                <c:pt idx="2753">
                  <c:v>42572</c:v>
                </c:pt>
                <c:pt idx="2754">
                  <c:v>42573</c:v>
                </c:pt>
                <c:pt idx="2755">
                  <c:v>42576</c:v>
                </c:pt>
                <c:pt idx="2756">
                  <c:v>42577</c:v>
                </c:pt>
                <c:pt idx="2757">
                  <c:v>42578</c:v>
                </c:pt>
                <c:pt idx="2758">
                  <c:v>42579</c:v>
                </c:pt>
                <c:pt idx="2759">
                  <c:v>42580</c:v>
                </c:pt>
                <c:pt idx="2760">
                  <c:v>42583</c:v>
                </c:pt>
                <c:pt idx="2761">
                  <c:v>42584</c:v>
                </c:pt>
                <c:pt idx="2762">
                  <c:v>42585</c:v>
                </c:pt>
                <c:pt idx="2763">
                  <c:v>42586</c:v>
                </c:pt>
                <c:pt idx="2764">
                  <c:v>42587</c:v>
                </c:pt>
                <c:pt idx="2765">
                  <c:v>42590</c:v>
                </c:pt>
                <c:pt idx="2766">
                  <c:v>42591</c:v>
                </c:pt>
                <c:pt idx="2767">
                  <c:v>42592</c:v>
                </c:pt>
                <c:pt idx="2768">
                  <c:v>42593</c:v>
                </c:pt>
                <c:pt idx="2769">
                  <c:v>42594</c:v>
                </c:pt>
                <c:pt idx="2770">
                  <c:v>42597</c:v>
                </c:pt>
                <c:pt idx="2771">
                  <c:v>42598</c:v>
                </c:pt>
                <c:pt idx="2772">
                  <c:v>42599</c:v>
                </c:pt>
                <c:pt idx="2773">
                  <c:v>42600</c:v>
                </c:pt>
                <c:pt idx="2774">
                  <c:v>42601</c:v>
                </c:pt>
                <c:pt idx="2775">
                  <c:v>42604</c:v>
                </c:pt>
                <c:pt idx="2776">
                  <c:v>42605</c:v>
                </c:pt>
                <c:pt idx="2777">
                  <c:v>42606</c:v>
                </c:pt>
                <c:pt idx="2778">
                  <c:v>42607</c:v>
                </c:pt>
                <c:pt idx="2779">
                  <c:v>42608</c:v>
                </c:pt>
                <c:pt idx="2780">
                  <c:v>42611</c:v>
                </c:pt>
                <c:pt idx="2781">
                  <c:v>42612</c:v>
                </c:pt>
                <c:pt idx="2782">
                  <c:v>42613</c:v>
                </c:pt>
                <c:pt idx="2783">
                  <c:v>42614</c:v>
                </c:pt>
                <c:pt idx="2784">
                  <c:v>42615</c:v>
                </c:pt>
                <c:pt idx="2785">
                  <c:v>42618</c:v>
                </c:pt>
                <c:pt idx="2786">
                  <c:v>42619</c:v>
                </c:pt>
                <c:pt idx="2787">
                  <c:v>42620</c:v>
                </c:pt>
                <c:pt idx="2788">
                  <c:v>42621</c:v>
                </c:pt>
                <c:pt idx="2789">
                  <c:v>42622</c:v>
                </c:pt>
                <c:pt idx="2790">
                  <c:v>42625</c:v>
                </c:pt>
                <c:pt idx="2791">
                  <c:v>42626</c:v>
                </c:pt>
                <c:pt idx="2792">
                  <c:v>42627</c:v>
                </c:pt>
                <c:pt idx="2793">
                  <c:v>42628</c:v>
                </c:pt>
                <c:pt idx="2794">
                  <c:v>42629</c:v>
                </c:pt>
                <c:pt idx="2795">
                  <c:v>42632</c:v>
                </c:pt>
                <c:pt idx="2796">
                  <c:v>42633</c:v>
                </c:pt>
                <c:pt idx="2797">
                  <c:v>42634</c:v>
                </c:pt>
                <c:pt idx="2798">
                  <c:v>42635</c:v>
                </c:pt>
                <c:pt idx="2799">
                  <c:v>42636</c:v>
                </c:pt>
                <c:pt idx="2800">
                  <c:v>42639</c:v>
                </c:pt>
                <c:pt idx="2801">
                  <c:v>42640</c:v>
                </c:pt>
                <c:pt idx="2802">
                  <c:v>42641</c:v>
                </c:pt>
                <c:pt idx="2803">
                  <c:v>42642</c:v>
                </c:pt>
                <c:pt idx="2804">
                  <c:v>42643</c:v>
                </c:pt>
                <c:pt idx="2805">
                  <c:v>42646</c:v>
                </c:pt>
                <c:pt idx="2806">
                  <c:v>42647</c:v>
                </c:pt>
                <c:pt idx="2807">
                  <c:v>42648</c:v>
                </c:pt>
                <c:pt idx="2808">
                  <c:v>42649</c:v>
                </c:pt>
                <c:pt idx="2809">
                  <c:v>42650</c:v>
                </c:pt>
                <c:pt idx="2810">
                  <c:v>42653</c:v>
                </c:pt>
                <c:pt idx="2811">
                  <c:v>42654</c:v>
                </c:pt>
                <c:pt idx="2812">
                  <c:v>42655</c:v>
                </c:pt>
                <c:pt idx="2813">
                  <c:v>42656</c:v>
                </c:pt>
                <c:pt idx="2814">
                  <c:v>42657</c:v>
                </c:pt>
                <c:pt idx="2815">
                  <c:v>42660</c:v>
                </c:pt>
                <c:pt idx="2816">
                  <c:v>42661</c:v>
                </c:pt>
                <c:pt idx="2817">
                  <c:v>42662</c:v>
                </c:pt>
                <c:pt idx="2818">
                  <c:v>42663</c:v>
                </c:pt>
                <c:pt idx="2819">
                  <c:v>42664</c:v>
                </c:pt>
                <c:pt idx="2820">
                  <c:v>42667</c:v>
                </c:pt>
                <c:pt idx="2821">
                  <c:v>42668</c:v>
                </c:pt>
                <c:pt idx="2822">
                  <c:v>42669</c:v>
                </c:pt>
                <c:pt idx="2823">
                  <c:v>42670</c:v>
                </c:pt>
                <c:pt idx="2824">
                  <c:v>42671</c:v>
                </c:pt>
                <c:pt idx="2825">
                  <c:v>42674</c:v>
                </c:pt>
                <c:pt idx="2826">
                  <c:v>42675</c:v>
                </c:pt>
                <c:pt idx="2827">
                  <c:v>42676</c:v>
                </c:pt>
                <c:pt idx="2828">
                  <c:v>42677</c:v>
                </c:pt>
                <c:pt idx="2829">
                  <c:v>42678</c:v>
                </c:pt>
                <c:pt idx="2830">
                  <c:v>42681</c:v>
                </c:pt>
                <c:pt idx="2831">
                  <c:v>42682</c:v>
                </c:pt>
                <c:pt idx="2832">
                  <c:v>42683</c:v>
                </c:pt>
                <c:pt idx="2833">
                  <c:v>42684</c:v>
                </c:pt>
                <c:pt idx="2834">
                  <c:v>42685</c:v>
                </c:pt>
                <c:pt idx="2835">
                  <c:v>42688</c:v>
                </c:pt>
                <c:pt idx="2836">
                  <c:v>42689</c:v>
                </c:pt>
                <c:pt idx="2837">
                  <c:v>42690</c:v>
                </c:pt>
                <c:pt idx="2838">
                  <c:v>42691</c:v>
                </c:pt>
                <c:pt idx="2839">
                  <c:v>42692</c:v>
                </c:pt>
                <c:pt idx="2840">
                  <c:v>42695</c:v>
                </c:pt>
                <c:pt idx="2841">
                  <c:v>42696</c:v>
                </c:pt>
                <c:pt idx="2842">
                  <c:v>42697</c:v>
                </c:pt>
                <c:pt idx="2843">
                  <c:v>42698</c:v>
                </c:pt>
                <c:pt idx="2844">
                  <c:v>42699</c:v>
                </c:pt>
                <c:pt idx="2845">
                  <c:v>42702</c:v>
                </c:pt>
                <c:pt idx="2846">
                  <c:v>42703</c:v>
                </c:pt>
                <c:pt idx="2847">
                  <c:v>42704</c:v>
                </c:pt>
                <c:pt idx="2848">
                  <c:v>42705</c:v>
                </c:pt>
                <c:pt idx="2849">
                  <c:v>42706</c:v>
                </c:pt>
                <c:pt idx="2850">
                  <c:v>42709</c:v>
                </c:pt>
                <c:pt idx="2851">
                  <c:v>42710</c:v>
                </c:pt>
                <c:pt idx="2852">
                  <c:v>42711</c:v>
                </c:pt>
                <c:pt idx="2853">
                  <c:v>42712</c:v>
                </c:pt>
                <c:pt idx="2854">
                  <c:v>42713</c:v>
                </c:pt>
                <c:pt idx="2855">
                  <c:v>42716</c:v>
                </c:pt>
                <c:pt idx="2856">
                  <c:v>42717</c:v>
                </c:pt>
                <c:pt idx="2857">
                  <c:v>42718</c:v>
                </c:pt>
                <c:pt idx="2858">
                  <c:v>42719</c:v>
                </c:pt>
                <c:pt idx="2859">
                  <c:v>42720</c:v>
                </c:pt>
                <c:pt idx="2860">
                  <c:v>42723</c:v>
                </c:pt>
                <c:pt idx="2861">
                  <c:v>42724</c:v>
                </c:pt>
                <c:pt idx="2862">
                  <c:v>42725</c:v>
                </c:pt>
                <c:pt idx="2863">
                  <c:v>42726</c:v>
                </c:pt>
                <c:pt idx="2864">
                  <c:v>42727</c:v>
                </c:pt>
                <c:pt idx="2865">
                  <c:v>42730</c:v>
                </c:pt>
                <c:pt idx="2866">
                  <c:v>42731</c:v>
                </c:pt>
                <c:pt idx="2867">
                  <c:v>42732</c:v>
                </c:pt>
                <c:pt idx="2868">
                  <c:v>42733</c:v>
                </c:pt>
                <c:pt idx="2869">
                  <c:v>42734</c:v>
                </c:pt>
                <c:pt idx="2870">
                  <c:v>42737</c:v>
                </c:pt>
                <c:pt idx="2871">
                  <c:v>42738</c:v>
                </c:pt>
                <c:pt idx="2872">
                  <c:v>42739</c:v>
                </c:pt>
                <c:pt idx="2873">
                  <c:v>42740</c:v>
                </c:pt>
                <c:pt idx="2874">
                  <c:v>42741</c:v>
                </c:pt>
                <c:pt idx="2875">
                  <c:v>42744</c:v>
                </c:pt>
                <c:pt idx="2876">
                  <c:v>42745</c:v>
                </c:pt>
                <c:pt idx="2877">
                  <c:v>42746</c:v>
                </c:pt>
                <c:pt idx="2878">
                  <c:v>42747</c:v>
                </c:pt>
                <c:pt idx="2879">
                  <c:v>42748</c:v>
                </c:pt>
                <c:pt idx="2880">
                  <c:v>42751</c:v>
                </c:pt>
                <c:pt idx="2881">
                  <c:v>42752</c:v>
                </c:pt>
                <c:pt idx="2882">
                  <c:v>42753</c:v>
                </c:pt>
                <c:pt idx="2883">
                  <c:v>42754</c:v>
                </c:pt>
                <c:pt idx="2884">
                  <c:v>42755</c:v>
                </c:pt>
                <c:pt idx="2885">
                  <c:v>42758</c:v>
                </c:pt>
                <c:pt idx="2886">
                  <c:v>42759</c:v>
                </c:pt>
                <c:pt idx="2887">
                  <c:v>42760</c:v>
                </c:pt>
                <c:pt idx="2888">
                  <c:v>42761</c:v>
                </c:pt>
                <c:pt idx="2889">
                  <c:v>42762</c:v>
                </c:pt>
                <c:pt idx="2890">
                  <c:v>42765</c:v>
                </c:pt>
                <c:pt idx="2891">
                  <c:v>42766</c:v>
                </c:pt>
                <c:pt idx="2892">
                  <c:v>42767</c:v>
                </c:pt>
                <c:pt idx="2893">
                  <c:v>42768</c:v>
                </c:pt>
                <c:pt idx="2894">
                  <c:v>42769</c:v>
                </c:pt>
                <c:pt idx="2895">
                  <c:v>42772</c:v>
                </c:pt>
                <c:pt idx="2896">
                  <c:v>42773</c:v>
                </c:pt>
                <c:pt idx="2897">
                  <c:v>42774</c:v>
                </c:pt>
                <c:pt idx="2898">
                  <c:v>42775</c:v>
                </c:pt>
                <c:pt idx="2899">
                  <c:v>42776</c:v>
                </c:pt>
                <c:pt idx="2900">
                  <c:v>42779</c:v>
                </c:pt>
                <c:pt idx="2901">
                  <c:v>42780</c:v>
                </c:pt>
                <c:pt idx="2902">
                  <c:v>42781</c:v>
                </c:pt>
                <c:pt idx="2903">
                  <c:v>42782</c:v>
                </c:pt>
                <c:pt idx="2904">
                  <c:v>42783</c:v>
                </c:pt>
                <c:pt idx="2905">
                  <c:v>42786</c:v>
                </c:pt>
                <c:pt idx="2906">
                  <c:v>42787</c:v>
                </c:pt>
                <c:pt idx="2907">
                  <c:v>42788</c:v>
                </c:pt>
                <c:pt idx="2908">
                  <c:v>42789</c:v>
                </c:pt>
                <c:pt idx="2909">
                  <c:v>42790</c:v>
                </c:pt>
                <c:pt idx="2910">
                  <c:v>42793</c:v>
                </c:pt>
                <c:pt idx="2911">
                  <c:v>42794</c:v>
                </c:pt>
                <c:pt idx="2912">
                  <c:v>42795</c:v>
                </c:pt>
                <c:pt idx="2913">
                  <c:v>42796</c:v>
                </c:pt>
                <c:pt idx="2914">
                  <c:v>42797</c:v>
                </c:pt>
                <c:pt idx="2915">
                  <c:v>42800</c:v>
                </c:pt>
                <c:pt idx="2916">
                  <c:v>42801</c:v>
                </c:pt>
                <c:pt idx="2917">
                  <c:v>42802</c:v>
                </c:pt>
                <c:pt idx="2918">
                  <c:v>42803</c:v>
                </c:pt>
                <c:pt idx="2919">
                  <c:v>42804</c:v>
                </c:pt>
                <c:pt idx="2920">
                  <c:v>42807</c:v>
                </c:pt>
                <c:pt idx="2921">
                  <c:v>42808</c:v>
                </c:pt>
                <c:pt idx="2922">
                  <c:v>42809</c:v>
                </c:pt>
                <c:pt idx="2923">
                  <c:v>42810</c:v>
                </c:pt>
                <c:pt idx="2924">
                  <c:v>42811</c:v>
                </c:pt>
                <c:pt idx="2925">
                  <c:v>42814</c:v>
                </c:pt>
                <c:pt idx="2926">
                  <c:v>42815</c:v>
                </c:pt>
                <c:pt idx="2927">
                  <c:v>42816</c:v>
                </c:pt>
                <c:pt idx="2928">
                  <c:v>42817</c:v>
                </c:pt>
                <c:pt idx="2929">
                  <c:v>42818</c:v>
                </c:pt>
                <c:pt idx="2930">
                  <c:v>42821</c:v>
                </c:pt>
                <c:pt idx="2931">
                  <c:v>42822</c:v>
                </c:pt>
                <c:pt idx="2932">
                  <c:v>42823</c:v>
                </c:pt>
                <c:pt idx="2933">
                  <c:v>42824</c:v>
                </c:pt>
                <c:pt idx="2934">
                  <c:v>42825</c:v>
                </c:pt>
                <c:pt idx="2935">
                  <c:v>42828</c:v>
                </c:pt>
                <c:pt idx="2936">
                  <c:v>42829</c:v>
                </c:pt>
                <c:pt idx="2937">
                  <c:v>42830</c:v>
                </c:pt>
                <c:pt idx="2938">
                  <c:v>42831</c:v>
                </c:pt>
                <c:pt idx="2939">
                  <c:v>42832</c:v>
                </c:pt>
                <c:pt idx="2940">
                  <c:v>42835</c:v>
                </c:pt>
                <c:pt idx="2941">
                  <c:v>42836</c:v>
                </c:pt>
                <c:pt idx="2942">
                  <c:v>42837</c:v>
                </c:pt>
                <c:pt idx="2943">
                  <c:v>42838</c:v>
                </c:pt>
                <c:pt idx="2944">
                  <c:v>42839</c:v>
                </c:pt>
                <c:pt idx="2945">
                  <c:v>42842</c:v>
                </c:pt>
                <c:pt idx="2946">
                  <c:v>42843</c:v>
                </c:pt>
                <c:pt idx="2947">
                  <c:v>42844</c:v>
                </c:pt>
                <c:pt idx="2948">
                  <c:v>42845</c:v>
                </c:pt>
                <c:pt idx="2949">
                  <c:v>42846</c:v>
                </c:pt>
                <c:pt idx="2950">
                  <c:v>42849</c:v>
                </c:pt>
                <c:pt idx="2951">
                  <c:v>42850</c:v>
                </c:pt>
                <c:pt idx="2952">
                  <c:v>42851</c:v>
                </c:pt>
                <c:pt idx="2953">
                  <c:v>42852</c:v>
                </c:pt>
                <c:pt idx="2954">
                  <c:v>42853</c:v>
                </c:pt>
                <c:pt idx="2955">
                  <c:v>42856</c:v>
                </c:pt>
                <c:pt idx="2956">
                  <c:v>42857</c:v>
                </c:pt>
                <c:pt idx="2957">
                  <c:v>42858</c:v>
                </c:pt>
                <c:pt idx="2958">
                  <c:v>42859</c:v>
                </c:pt>
                <c:pt idx="2959">
                  <c:v>42860</c:v>
                </c:pt>
                <c:pt idx="2960">
                  <c:v>42863</c:v>
                </c:pt>
                <c:pt idx="2961">
                  <c:v>42864</c:v>
                </c:pt>
                <c:pt idx="2962">
                  <c:v>42865</c:v>
                </c:pt>
                <c:pt idx="2963">
                  <c:v>42866</c:v>
                </c:pt>
                <c:pt idx="2964">
                  <c:v>42867</c:v>
                </c:pt>
                <c:pt idx="2965">
                  <c:v>42870</c:v>
                </c:pt>
                <c:pt idx="2966">
                  <c:v>42871</c:v>
                </c:pt>
                <c:pt idx="2967">
                  <c:v>42872</c:v>
                </c:pt>
                <c:pt idx="2968">
                  <c:v>42873</c:v>
                </c:pt>
                <c:pt idx="2969">
                  <c:v>42874</c:v>
                </c:pt>
                <c:pt idx="2970">
                  <c:v>42877</c:v>
                </c:pt>
                <c:pt idx="2971">
                  <c:v>42878</c:v>
                </c:pt>
                <c:pt idx="2972">
                  <c:v>42879</c:v>
                </c:pt>
                <c:pt idx="2973">
                  <c:v>42880</c:v>
                </c:pt>
                <c:pt idx="2974">
                  <c:v>42881</c:v>
                </c:pt>
                <c:pt idx="2975">
                  <c:v>42884</c:v>
                </c:pt>
                <c:pt idx="2976">
                  <c:v>42885</c:v>
                </c:pt>
                <c:pt idx="2977">
                  <c:v>42886</c:v>
                </c:pt>
                <c:pt idx="2978">
                  <c:v>42887</c:v>
                </c:pt>
                <c:pt idx="2979">
                  <c:v>42888</c:v>
                </c:pt>
                <c:pt idx="2980">
                  <c:v>42891</c:v>
                </c:pt>
                <c:pt idx="2981">
                  <c:v>42892</c:v>
                </c:pt>
                <c:pt idx="2982">
                  <c:v>42893</c:v>
                </c:pt>
                <c:pt idx="2983">
                  <c:v>42894</c:v>
                </c:pt>
                <c:pt idx="2984">
                  <c:v>42895</c:v>
                </c:pt>
                <c:pt idx="2985">
                  <c:v>42898</c:v>
                </c:pt>
                <c:pt idx="2986">
                  <c:v>42899</c:v>
                </c:pt>
                <c:pt idx="2987">
                  <c:v>42900</c:v>
                </c:pt>
                <c:pt idx="2988">
                  <c:v>42901</c:v>
                </c:pt>
                <c:pt idx="2989">
                  <c:v>42902</c:v>
                </c:pt>
                <c:pt idx="2990">
                  <c:v>42905</c:v>
                </c:pt>
                <c:pt idx="2991">
                  <c:v>42906</c:v>
                </c:pt>
                <c:pt idx="2992">
                  <c:v>42907</c:v>
                </c:pt>
                <c:pt idx="2993">
                  <c:v>42908</c:v>
                </c:pt>
                <c:pt idx="2994">
                  <c:v>42909</c:v>
                </c:pt>
                <c:pt idx="2995">
                  <c:v>42912</c:v>
                </c:pt>
                <c:pt idx="2996">
                  <c:v>42913</c:v>
                </c:pt>
                <c:pt idx="2997">
                  <c:v>42914</c:v>
                </c:pt>
                <c:pt idx="2998">
                  <c:v>42915</c:v>
                </c:pt>
                <c:pt idx="2999">
                  <c:v>42916</c:v>
                </c:pt>
                <c:pt idx="3000">
                  <c:v>42919</c:v>
                </c:pt>
                <c:pt idx="3001">
                  <c:v>42920</c:v>
                </c:pt>
                <c:pt idx="3002">
                  <c:v>42921</c:v>
                </c:pt>
                <c:pt idx="3003">
                  <c:v>42922</c:v>
                </c:pt>
                <c:pt idx="3004">
                  <c:v>42923</c:v>
                </c:pt>
                <c:pt idx="3005">
                  <c:v>42926</c:v>
                </c:pt>
                <c:pt idx="3006">
                  <c:v>42927</c:v>
                </c:pt>
                <c:pt idx="3007">
                  <c:v>42928</c:v>
                </c:pt>
                <c:pt idx="3008">
                  <c:v>42929</c:v>
                </c:pt>
                <c:pt idx="3009">
                  <c:v>42930</c:v>
                </c:pt>
                <c:pt idx="3010">
                  <c:v>42933</c:v>
                </c:pt>
                <c:pt idx="3011">
                  <c:v>42934</c:v>
                </c:pt>
                <c:pt idx="3012">
                  <c:v>42935</c:v>
                </c:pt>
                <c:pt idx="3013">
                  <c:v>42936</c:v>
                </c:pt>
                <c:pt idx="3014">
                  <c:v>42937</c:v>
                </c:pt>
                <c:pt idx="3015">
                  <c:v>42940</c:v>
                </c:pt>
                <c:pt idx="3016">
                  <c:v>42941</c:v>
                </c:pt>
                <c:pt idx="3017">
                  <c:v>42942</c:v>
                </c:pt>
                <c:pt idx="3018">
                  <c:v>42943</c:v>
                </c:pt>
                <c:pt idx="3019">
                  <c:v>42944</c:v>
                </c:pt>
                <c:pt idx="3020">
                  <c:v>42947</c:v>
                </c:pt>
                <c:pt idx="3021">
                  <c:v>42948</c:v>
                </c:pt>
                <c:pt idx="3022">
                  <c:v>42949</c:v>
                </c:pt>
                <c:pt idx="3023">
                  <c:v>42950</c:v>
                </c:pt>
                <c:pt idx="3024">
                  <c:v>42951</c:v>
                </c:pt>
                <c:pt idx="3025">
                  <c:v>42954</c:v>
                </c:pt>
                <c:pt idx="3026">
                  <c:v>42955</c:v>
                </c:pt>
                <c:pt idx="3027">
                  <c:v>42956</c:v>
                </c:pt>
                <c:pt idx="3028">
                  <c:v>42957</c:v>
                </c:pt>
                <c:pt idx="3029">
                  <c:v>42958</c:v>
                </c:pt>
                <c:pt idx="3030">
                  <c:v>42961</c:v>
                </c:pt>
                <c:pt idx="3031">
                  <c:v>42962</c:v>
                </c:pt>
                <c:pt idx="3032">
                  <c:v>42963</c:v>
                </c:pt>
                <c:pt idx="3033">
                  <c:v>42964</c:v>
                </c:pt>
                <c:pt idx="3034">
                  <c:v>42965</c:v>
                </c:pt>
                <c:pt idx="3035">
                  <c:v>42968</c:v>
                </c:pt>
                <c:pt idx="3036">
                  <c:v>42969</c:v>
                </c:pt>
                <c:pt idx="3037">
                  <c:v>42970</c:v>
                </c:pt>
                <c:pt idx="3038">
                  <c:v>42971</c:v>
                </c:pt>
                <c:pt idx="3039">
                  <c:v>42972</c:v>
                </c:pt>
                <c:pt idx="3040">
                  <c:v>42975</c:v>
                </c:pt>
                <c:pt idx="3041">
                  <c:v>42976</c:v>
                </c:pt>
                <c:pt idx="3042">
                  <c:v>42977</c:v>
                </c:pt>
                <c:pt idx="3043">
                  <c:v>42978</c:v>
                </c:pt>
                <c:pt idx="3044">
                  <c:v>42979</c:v>
                </c:pt>
                <c:pt idx="3045">
                  <c:v>42982</c:v>
                </c:pt>
                <c:pt idx="3046">
                  <c:v>42983</c:v>
                </c:pt>
                <c:pt idx="3047">
                  <c:v>42984</c:v>
                </c:pt>
                <c:pt idx="3048">
                  <c:v>42985</c:v>
                </c:pt>
                <c:pt idx="3049">
                  <c:v>42986</c:v>
                </c:pt>
                <c:pt idx="3050">
                  <c:v>42989</c:v>
                </c:pt>
                <c:pt idx="3051">
                  <c:v>42990</c:v>
                </c:pt>
                <c:pt idx="3052">
                  <c:v>42991</c:v>
                </c:pt>
                <c:pt idx="3053">
                  <c:v>42992</c:v>
                </c:pt>
                <c:pt idx="3054">
                  <c:v>42993</c:v>
                </c:pt>
                <c:pt idx="3055">
                  <c:v>42996</c:v>
                </c:pt>
                <c:pt idx="3056">
                  <c:v>42997</c:v>
                </c:pt>
                <c:pt idx="3057">
                  <c:v>42998</c:v>
                </c:pt>
                <c:pt idx="3058">
                  <c:v>42999</c:v>
                </c:pt>
                <c:pt idx="3059">
                  <c:v>43000</c:v>
                </c:pt>
                <c:pt idx="3060">
                  <c:v>43003</c:v>
                </c:pt>
                <c:pt idx="3061">
                  <c:v>43004</c:v>
                </c:pt>
                <c:pt idx="3062">
                  <c:v>43005</c:v>
                </c:pt>
                <c:pt idx="3063">
                  <c:v>43006</c:v>
                </c:pt>
                <c:pt idx="3064">
                  <c:v>43007</c:v>
                </c:pt>
                <c:pt idx="3065">
                  <c:v>43010</c:v>
                </c:pt>
                <c:pt idx="3066">
                  <c:v>43011</c:v>
                </c:pt>
                <c:pt idx="3067">
                  <c:v>43012</c:v>
                </c:pt>
                <c:pt idx="3068">
                  <c:v>43013</c:v>
                </c:pt>
                <c:pt idx="3069">
                  <c:v>43014</c:v>
                </c:pt>
                <c:pt idx="3070">
                  <c:v>43017</c:v>
                </c:pt>
                <c:pt idx="3071">
                  <c:v>43018</c:v>
                </c:pt>
                <c:pt idx="3072">
                  <c:v>43019</c:v>
                </c:pt>
                <c:pt idx="3073">
                  <c:v>43020</c:v>
                </c:pt>
                <c:pt idx="3074">
                  <c:v>43021</c:v>
                </c:pt>
                <c:pt idx="3075">
                  <c:v>43024</c:v>
                </c:pt>
                <c:pt idx="3076">
                  <c:v>43025</c:v>
                </c:pt>
                <c:pt idx="3077">
                  <c:v>43026</c:v>
                </c:pt>
                <c:pt idx="3078">
                  <c:v>43027</c:v>
                </c:pt>
                <c:pt idx="3079">
                  <c:v>43028</c:v>
                </c:pt>
                <c:pt idx="3080">
                  <c:v>43031</c:v>
                </c:pt>
                <c:pt idx="3081">
                  <c:v>43032</c:v>
                </c:pt>
                <c:pt idx="3082">
                  <c:v>43033</c:v>
                </c:pt>
                <c:pt idx="3083">
                  <c:v>43034</c:v>
                </c:pt>
                <c:pt idx="3084">
                  <c:v>43035</c:v>
                </c:pt>
                <c:pt idx="3085">
                  <c:v>43038</c:v>
                </c:pt>
                <c:pt idx="3086">
                  <c:v>43039</c:v>
                </c:pt>
                <c:pt idx="3087">
                  <c:v>43040</c:v>
                </c:pt>
                <c:pt idx="3088">
                  <c:v>43041</c:v>
                </c:pt>
                <c:pt idx="3089">
                  <c:v>43042</c:v>
                </c:pt>
                <c:pt idx="3090">
                  <c:v>43045</c:v>
                </c:pt>
                <c:pt idx="3091">
                  <c:v>43046</c:v>
                </c:pt>
                <c:pt idx="3092">
                  <c:v>43047</c:v>
                </c:pt>
                <c:pt idx="3093">
                  <c:v>43048</c:v>
                </c:pt>
                <c:pt idx="3094">
                  <c:v>43049</c:v>
                </c:pt>
                <c:pt idx="3095">
                  <c:v>43052</c:v>
                </c:pt>
                <c:pt idx="3096">
                  <c:v>43053</c:v>
                </c:pt>
                <c:pt idx="3097">
                  <c:v>43054</c:v>
                </c:pt>
                <c:pt idx="3098">
                  <c:v>43055</c:v>
                </c:pt>
                <c:pt idx="3099">
                  <c:v>43056</c:v>
                </c:pt>
                <c:pt idx="3100">
                  <c:v>43059</c:v>
                </c:pt>
                <c:pt idx="3101">
                  <c:v>43060</c:v>
                </c:pt>
                <c:pt idx="3102">
                  <c:v>43061</c:v>
                </c:pt>
                <c:pt idx="3103">
                  <c:v>43062</c:v>
                </c:pt>
                <c:pt idx="3104">
                  <c:v>43063</c:v>
                </c:pt>
                <c:pt idx="3105">
                  <c:v>43066</c:v>
                </c:pt>
                <c:pt idx="3106">
                  <c:v>43067</c:v>
                </c:pt>
                <c:pt idx="3107">
                  <c:v>43068</c:v>
                </c:pt>
                <c:pt idx="3108">
                  <c:v>43069</c:v>
                </c:pt>
                <c:pt idx="3109">
                  <c:v>43070</c:v>
                </c:pt>
                <c:pt idx="3110">
                  <c:v>43073</c:v>
                </c:pt>
                <c:pt idx="3111">
                  <c:v>43074</c:v>
                </c:pt>
                <c:pt idx="3112">
                  <c:v>43075</c:v>
                </c:pt>
                <c:pt idx="3113">
                  <c:v>43076</c:v>
                </c:pt>
                <c:pt idx="3114">
                  <c:v>43077</c:v>
                </c:pt>
                <c:pt idx="3115">
                  <c:v>43080</c:v>
                </c:pt>
                <c:pt idx="3116">
                  <c:v>43081</c:v>
                </c:pt>
                <c:pt idx="3117">
                  <c:v>43082</c:v>
                </c:pt>
                <c:pt idx="3118">
                  <c:v>43083</c:v>
                </c:pt>
                <c:pt idx="3119">
                  <c:v>43084</c:v>
                </c:pt>
                <c:pt idx="3120">
                  <c:v>43087</c:v>
                </c:pt>
                <c:pt idx="3121">
                  <c:v>43088</c:v>
                </c:pt>
                <c:pt idx="3122">
                  <c:v>43089</c:v>
                </c:pt>
                <c:pt idx="3123">
                  <c:v>43090</c:v>
                </c:pt>
                <c:pt idx="3124">
                  <c:v>43091</c:v>
                </c:pt>
                <c:pt idx="3125">
                  <c:v>43094</c:v>
                </c:pt>
                <c:pt idx="3126">
                  <c:v>43095</c:v>
                </c:pt>
                <c:pt idx="3127">
                  <c:v>43096</c:v>
                </c:pt>
                <c:pt idx="3128">
                  <c:v>43097</c:v>
                </c:pt>
                <c:pt idx="3129">
                  <c:v>43098</c:v>
                </c:pt>
                <c:pt idx="3130">
                  <c:v>43101</c:v>
                </c:pt>
                <c:pt idx="3131">
                  <c:v>43102</c:v>
                </c:pt>
                <c:pt idx="3132">
                  <c:v>43103</c:v>
                </c:pt>
                <c:pt idx="3133">
                  <c:v>43104</c:v>
                </c:pt>
                <c:pt idx="3134">
                  <c:v>43105</c:v>
                </c:pt>
                <c:pt idx="3135">
                  <c:v>43108</c:v>
                </c:pt>
                <c:pt idx="3136">
                  <c:v>43109</c:v>
                </c:pt>
                <c:pt idx="3137">
                  <c:v>43110</c:v>
                </c:pt>
                <c:pt idx="3138">
                  <c:v>43111</c:v>
                </c:pt>
                <c:pt idx="3139">
                  <c:v>43112</c:v>
                </c:pt>
                <c:pt idx="3140">
                  <c:v>43115</c:v>
                </c:pt>
                <c:pt idx="3141">
                  <c:v>43116</c:v>
                </c:pt>
                <c:pt idx="3142">
                  <c:v>43117</c:v>
                </c:pt>
                <c:pt idx="3143">
                  <c:v>43118</c:v>
                </c:pt>
                <c:pt idx="3144">
                  <c:v>43119</c:v>
                </c:pt>
                <c:pt idx="3145">
                  <c:v>43122</c:v>
                </c:pt>
                <c:pt idx="3146">
                  <c:v>43123</c:v>
                </c:pt>
                <c:pt idx="3147">
                  <c:v>43124</c:v>
                </c:pt>
                <c:pt idx="3148">
                  <c:v>43125</c:v>
                </c:pt>
                <c:pt idx="3149">
                  <c:v>43126</c:v>
                </c:pt>
                <c:pt idx="3150">
                  <c:v>43129</c:v>
                </c:pt>
                <c:pt idx="3151">
                  <c:v>43130</c:v>
                </c:pt>
                <c:pt idx="3152">
                  <c:v>43131</c:v>
                </c:pt>
                <c:pt idx="3153">
                  <c:v>43132</c:v>
                </c:pt>
                <c:pt idx="3154">
                  <c:v>43133</c:v>
                </c:pt>
                <c:pt idx="3155">
                  <c:v>43136</c:v>
                </c:pt>
                <c:pt idx="3156">
                  <c:v>43137</c:v>
                </c:pt>
                <c:pt idx="3157">
                  <c:v>43138</c:v>
                </c:pt>
                <c:pt idx="3158">
                  <c:v>43139</c:v>
                </c:pt>
                <c:pt idx="3159">
                  <c:v>43140</c:v>
                </c:pt>
                <c:pt idx="3160">
                  <c:v>43143</c:v>
                </c:pt>
                <c:pt idx="3161">
                  <c:v>43144</c:v>
                </c:pt>
                <c:pt idx="3162">
                  <c:v>43145</c:v>
                </c:pt>
                <c:pt idx="3163">
                  <c:v>43146</c:v>
                </c:pt>
                <c:pt idx="3164">
                  <c:v>43147</c:v>
                </c:pt>
                <c:pt idx="3165">
                  <c:v>43150</c:v>
                </c:pt>
                <c:pt idx="3166">
                  <c:v>43151</c:v>
                </c:pt>
                <c:pt idx="3167">
                  <c:v>43152</c:v>
                </c:pt>
                <c:pt idx="3168">
                  <c:v>43153</c:v>
                </c:pt>
                <c:pt idx="3169">
                  <c:v>43154</c:v>
                </c:pt>
                <c:pt idx="3170">
                  <c:v>43157</c:v>
                </c:pt>
                <c:pt idx="3171">
                  <c:v>43158</c:v>
                </c:pt>
                <c:pt idx="3172">
                  <c:v>43159</c:v>
                </c:pt>
                <c:pt idx="3173">
                  <c:v>43160</c:v>
                </c:pt>
                <c:pt idx="3174">
                  <c:v>43161</c:v>
                </c:pt>
                <c:pt idx="3175">
                  <c:v>43164</c:v>
                </c:pt>
                <c:pt idx="3176">
                  <c:v>43165</c:v>
                </c:pt>
                <c:pt idx="3177">
                  <c:v>43166</c:v>
                </c:pt>
                <c:pt idx="3178">
                  <c:v>43167</c:v>
                </c:pt>
                <c:pt idx="3179">
                  <c:v>43168</c:v>
                </c:pt>
                <c:pt idx="3180">
                  <c:v>43171</c:v>
                </c:pt>
                <c:pt idx="3181">
                  <c:v>43172</c:v>
                </c:pt>
                <c:pt idx="3182">
                  <c:v>43173</c:v>
                </c:pt>
                <c:pt idx="3183">
                  <c:v>43174</c:v>
                </c:pt>
                <c:pt idx="3184">
                  <c:v>43175</c:v>
                </c:pt>
                <c:pt idx="3185">
                  <c:v>43178</c:v>
                </c:pt>
                <c:pt idx="3186">
                  <c:v>43179</c:v>
                </c:pt>
                <c:pt idx="3187">
                  <c:v>43180</c:v>
                </c:pt>
                <c:pt idx="3188">
                  <c:v>43181</c:v>
                </c:pt>
                <c:pt idx="3189">
                  <c:v>43182</c:v>
                </c:pt>
                <c:pt idx="3190">
                  <c:v>43185</c:v>
                </c:pt>
                <c:pt idx="3191">
                  <c:v>43186</c:v>
                </c:pt>
                <c:pt idx="3192">
                  <c:v>43187</c:v>
                </c:pt>
                <c:pt idx="3193">
                  <c:v>43188</c:v>
                </c:pt>
                <c:pt idx="3194">
                  <c:v>43189</c:v>
                </c:pt>
                <c:pt idx="3195">
                  <c:v>43192</c:v>
                </c:pt>
                <c:pt idx="3196">
                  <c:v>43193</c:v>
                </c:pt>
                <c:pt idx="3197">
                  <c:v>43194</c:v>
                </c:pt>
                <c:pt idx="3198">
                  <c:v>43195</c:v>
                </c:pt>
                <c:pt idx="3199">
                  <c:v>43196</c:v>
                </c:pt>
                <c:pt idx="3200">
                  <c:v>43199</c:v>
                </c:pt>
                <c:pt idx="3201">
                  <c:v>43200</c:v>
                </c:pt>
                <c:pt idx="3202">
                  <c:v>43201</c:v>
                </c:pt>
                <c:pt idx="3203">
                  <c:v>43202</c:v>
                </c:pt>
                <c:pt idx="3204">
                  <c:v>43203</c:v>
                </c:pt>
                <c:pt idx="3205">
                  <c:v>43206</c:v>
                </c:pt>
                <c:pt idx="3206">
                  <c:v>43207</c:v>
                </c:pt>
                <c:pt idx="3207">
                  <c:v>43208</c:v>
                </c:pt>
                <c:pt idx="3208">
                  <c:v>43209</c:v>
                </c:pt>
                <c:pt idx="3209">
                  <c:v>43210</c:v>
                </c:pt>
                <c:pt idx="3210">
                  <c:v>43213</c:v>
                </c:pt>
                <c:pt idx="3211">
                  <c:v>43214</c:v>
                </c:pt>
                <c:pt idx="3212">
                  <c:v>43215</c:v>
                </c:pt>
                <c:pt idx="3213">
                  <c:v>43216</c:v>
                </c:pt>
                <c:pt idx="3214">
                  <c:v>43217</c:v>
                </c:pt>
                <c:pt idx="3215">
                  <c:v>43220</c:v>
                </c:pt>
                <c:pt idx="3216">
                  <c:v>43221</c:v>
                </c:pt>
                <c:pt idx="3217">
                  <c:v>43222</c:v>
                </c:pt>
                <c:pt idx="3218">
                  <c:v>43223</c:v>
                </c:pt>
                <c:pt idx="3219">
                  <c:v>43224</c:v>
                </c:pt>
                <c:pt idx="3220">
                  <c:v>43227</c:v>
                </c:pt>
                <c:pt idx="3221">
                  <c:v>43228</c:v>
                </c:pt>
                <c:pt idx="3222">
                  <c:v>43229</c:v>
                </c:pt>
                <c:pt idx="3223">
                  <c:v>43230</c:v>
                </c:pt>
                <c:pt idx="3224">
                  <c:v>43231</c:v>
                </c:pt>
                <c:pt idx="3225">
                  <c:v>43234</c:v>
                </c:pt>
                <c:pt idx="3226">
                  <c:v>43235</c:v>
                </c:pt>
                <c:pt idx="3227">
                  <c:v>43236</c:v>
                </c:pt>
                <c:pt idx="3228">
                  <c:v>43237</c:v>
                </c:pt>
                <c:pt idx="3229">
                  <c:v>43238</c:v>
                </c:pt>
                <c:pt idx="3230">
                  <c:v>43241</c:v>
                </c:pt>
                <c:pt idx="3231">
                  <c:v>43242</c:v>
                </c:pt>
                <c:pt idx="3232">
                  <c:v>43243</c:v>
                </c:pt>
                <c:pt idx="3233">
                  <c:v>43244</c:v>
                </c:pt>
                <c:pt idx="3234">
                  <c:v>43245</c:v>
                </c:pt>
                <c:pt idx="3235">
                  <c:v>43248</c:v>
                </c:pt>
                <c:pt idx="3236">
                  <c:v>43249</c:v>
                </c:pt>
                <c:pt idx="3237">
                  <c:v>43250</c:v>
                </c:pt>
                <c:pt idx="3238">
                  <c:v>43251</c:v>
                </c:pt>
                <c:pt idx="3239">
                  <c:v>43252</c:v>
                </c:pt>
                <c:pt idx="3240">
                  <c:v>43255</c:v>
                </c:pt>
                <c:pt idx="3241">
                  <c:v>43256</c:v>
                </c:pt>
                <c:pt idx="3242">
                  <c:v>43257</c:v>
                </c:pt>
                <c:pt idx="3243">
                  <c:v>43258</c:v>
                </c:pt>
                <c:pt idx="3244">
                  <c:v>43259</c:v>
                </c:pt>
                <c:pt idx="3245">
                  <c:v>43262</c:v>
                </c:pt>
                <c:pt idx="3246">
                  <c:v>43263</c:v>
                </c:pt>
                <c:pt idx="3247">
                  <c:v>43264</c:v>
                </c:pt>
                <c:pt idx="3248">
                  <c:v>43265</c:v>
                </c:pt>
                <c:pt idx="3249">
                  <c:v>43266</c:v>
                </c:pt>
                <c:pt idx="3250">
                  <c:v>43269</c:v>
                </c:pt>
                <c:pt idx="3251">
                  <c:v>43270</c:v>
                </c:pt>
                <c:pt idx="3252">
                  <c:v>43271</c:v>
                </c:pt>
                <c:pt idx="3253">
                  <c:v>43272</c:v>
                </c:pt>
                <c:pt idx="3254">
                  <c:v>43273</c:v>
                </c:pt>
                <c:pt idx="3255">
                  <c:v>43276</c:v>
                </c:pt>
                <c:pt idx="3256">
                  <c:v>43277</c:v>
                </c:pt>
                <c:pt idx="3257">
                  <c:v>43278</c:v>
                </c:pt>
                <c:pt idx="3258">
                  <c:v>43279</c:v>
                </c:pt>
                <c:pt idx="3259">
                  <c:v>43280</c:v>
                </c:pt>
                <c:pt idx="3260">
                  <c:v>43283</c:v>
                </c:pt>
                <c:pt idx="3261">
                  <c:v>43284</c:v>
                </c:pt>
                <c:pt idx="3262">
                  <c:v>43285</c:v>
                </c:pt>
                <c:pt idx="3263">
                  <c:v>43286</c:v>
                </c:pt>
                <c:pt idx="3264">
                  <c:v>43287</c:v>
                </c:pt>
                <c:pt idx="3265">
                  <c:v>43290</c:v>
                </c:pt>
                <c:pt idx="3266">
                  <c:v>43291</c:v>
                </c:pt>
                <c:pt idx="3267">
                  <c:v>43292</c:v>
                </c:pt>
                <c:pt idx="3268">
                  <c:v>43293</c:v>
                </c:pt>
                <c:pt idx="3269">
                  <c:v>43294</c:v>
                </c:pt>
                <c:pt idx="3270">
                  <c:v>43297</c:v>
                </c:pt>
                <c:pt idx="3271">
                  <c:v>43298</c:v>
                </c:pt>
                <c:pt idx="3272">
                  <c:v>43299</c:v>
                </c:pt>
                <c:pt idx="3273">
                  <c:v>43300</c:v>
                </c:pt>
                <c:pt idx="3274">
                  <c:v>43301</c:v>
                </c:pt>
                <c:pt idx="3275">
                  <c:v>43304</c:v>
                </c:pt>
                <c:pt idx="3276">
                  <c:v>43305</c:v>
                </c:pt>
                <c:pt idx="3277">
                  <c:v>43306</c:v>
                </c:pt>
                <c:pt idx="3278">
                  <c:v>43307</c:v>
                </c:pt>
                <c:pt idx="3279">
                  <c:v>43308</c:v>
                </c:pt>
                <c:pt idx="3280">
                  <c:v>43311</c:v>
                </c:pt>
                <c:pt idx="3281">
                  <c:v>43312</c:v>
                </c:pt>
                <c:pt idx="3282">
                  <c:v>43313</c:v>
                </c:pt>
                <c:pt idx="3283">
                  <c:v>43314</c:v>
                </c:pt>
                <c:pt idx="3284">
                  <c:v>43315</c:v>
                </c:pt>
                <c:pt idx="3285">
                  <c:v>43318</c:v>
                </c:pt>
                <c:pt idx="3286">
                  <c:v>43319</c:v>
                </c:pt>
                <c:pt idx="3287">
                  <c:v>43320</c:v>
                </c:pt>
                <c:pt idx="3288">
                  <c:v>43321</c:v>
                </c:pt>
                <c:pt idx="3289">
                  <c:v>43322</c:v>
                </c:pt>
                <c:pt idx="3290">
                  <c:v>43325</c:v>
                </c:pt>
                <c:pt idx="3291">
                  <c:v>43326</c:v>
                </c:pt>
                <c:pt idx="3292">
                  <c:v>43327</c:v>
                </c:pt>
                <c:pt idx="3293">
                  <c:v>43328</c:v>
                </c:pt>
                <c:pt idx="3294">
                  <c:v>43329</c:v>
                </c:pt>
                <c:pt idx="3295">
                  <c:v>43332</c:v>
                </c:pt>
                <c:pt idx="3296">
                  <c:v>43333</c:v>
                </c:pt>
                <c:pt idx="3297">
                  <c:v>43334</c:v>
                </c:pt>
                <c:pt idx="3298">
                  <c:v>43335</c:v>
                </c:pt>
                <c:pt idx="3299">
                  <c:v>43336</c:v>
                </c:pt>
                <c:pt idx="3300">
                  <c:v>43339</c:v>
                </c:pt>
                <c:pt idx="3301">
                  <c:v>43340</c:v>
                </c:pt>
                <c:pt idx="3302">
                  <c:v>43341</c:v>
                </c:pt>
                <c:pt idx="3303">
                  <c:v>43342</c:v>
                </c:pt>
                <c:pt idx="3304">
                  <c:v>43343</c:v>
                </c:pt>
                <c:pt idx="3305">
                  <c:v>43346</c:v>
                </c:pt>
                <c:pt idx="3306">
                  <c:v>43347</c:v>
                </c:pt>
                <c:pt idx="3307">
                  <c:v>43348</c:v>
                </c:pt>
                <c:pt idx="3308">
                  <c:v>43349</c:v>
                </c:pt>
                <c:pt idx="3309">
                  <c:v>43350</c:v>
                </c:pt>
                <c:pt idx="3310">
                  <c:v>43353</c:v>
                </c:pt>
                <c:pt idx="3311">
                  <c:v>43354</c:v>
                </c:pt>
                <c:pt idx="3312">
                  <c:v>43355</c:v>
                </c:pt>
                <c:pt idx="3313">
                  <c:v>43356</c:v>
                </c:pt>
                <c:pt idx="3314">
                  <c:v>43357</c:v>
                </c:pt>
                <c:pt idx="3315">
                  <c:v>43360</c:v>
                </c:pt>
                <c:pt idx="3316">
                  <c:v>43361</c:v>
                </c:pt>
                <c:pt idx="3317">
                  <c:v>43362</c:v>
                </c:pt>
                <c:pt idx="3318">
                  <c:v>43363</c:v>
                </c:pt>
                <c:pt idx="3319">
                  <c:v>43364</c:v>
                </c:pt>
                <c:pt idx="3320">
                  <c:v>43367</c:v>
                </c:pt>
                <c:pt idx="3321">
                  <c:v>43368</c:v>
                </c:pt>
                <c:pt idx="3322">
                  <c:v>43369</c:v>
                </c:pt>
                <c:pt idx="3323">
                  <c:v>43370</c:v>
                </c:pt>
                <c:pt idx="3324">
                  <c:v>43371</c:v>
                </c:pt>
                <c:pt idx="3325">
                  <c:v>43374</c:v>
                </c:pt>
                <c:pt idx="3326">
                  <c:v>43375</c:v>
                </c:pt>
                <c:pt idx="3327">
                  <c:v>43376</c:v>
                </c:pt>
                <c:pt idx="3328">
                  <c:v>43377</c:v>
                </c:pt>
                <c:pt idx="3329">
                  <c:v>43378</c:v>
                </c:pt>
                <c:pt idx="3330">
                  <c:v>43381</c:v>
                </c:pt>
                <c:pt idx="3331">
                  <c:v>43382</c:v>
                </c:pt>
                <c:pt idx="3332">
                  <c:v>43383</c:v>
                </c:pt>
                <c:pt idx="3333">
                  <c:v>43384</c:v>
                </c:pt>
                <c:pt idx="3334">
                  <c:v>43385</c:v>
                </c:pt>
                <c:pt idx="3335">
                  <c:v>43388</c:v>
                </c:pt>
                <c:pt idx="3336">
                  <c:v>43389</c:v>
                </c:pt>
                <c:pt idx="3337">
                  <c:v>43390</c:v>
                </c:pt>
                <c:pt idx="3338">
                  <c:v>43391</c:v>
                </c:pt>
                <c:pt idx="3339">
                  <c:v>43392</c:v>
                </c:pt>
                <c:pt idx="3340">
                  <c:v>43395</c:v>
                </c:pt>
                <c:pt idx="3341">
                  <c:v>43396</c:v>
                </c:pt>
                <c:pt idx="3342">
                  <c:v>43397</c:v>
                </c:pt>
                <c:pt idx="3343">
                  <c:v>43398</c:v>
                </c:pt>
                <c:pt idx="3344">
                  <c:v>43399</c:v>
                </c:pt>
                <c:pt idx="3345">
                  <c:v>43402</c:v>
                </c:pt>
                <c:pt idx="3346">
                  <c:v>43403</c:v>
                </c:pt>
                <c:pt idx="3347">
                  <c:v>43404</c:v>
                </c:pt>
                <c:pt idx="3348">
                  <c:v>43405</c:v>
                </c:pt>
                <c:pt idx="3349">
                  <c:v>43406</c:v>
                </c:pt>
                <c:pt idx="3350">
                  <c:v>43409</c:v>
                </c:pt>
                <c:pt idx="3351">
                  <c:v>43410</c:v>
                </c:pt>
                <c:pt idx="3352">
                  <c:v>43411</c:v>
                </c:pt>
                <c:pt idx="3353">
                  <c:v>43412</c:v>
                </c:pt>
                <c:pt idx="3354">
                  <c:v>43413</c:v>
                </c:pt>
                <c:pt idx="3355">
                  <c:v>43416</c:v>
                </c:pt>
                <c:pt idx="3356">
                  <c:v>43417</c:v>
                </c:pt>
                <c:pt idx="3357">
                  <c:v>43418</c:v>
                </c:pt>
                <c:pt idx="3358">
                  <c:v>43419</c:v>
                </c:pt>
                <c:pt idx="3359">
                  <c:v>43420</c:v>
                </c:pt>
                <c:pt idx="3360">
                  <c:v>43423</c:v>
                </c:pt>
                <c:pt idx="3361">
                  <c:v>43424</c:v>
                </c:pt>
                <c:pt idx="3362">
                  <c:v>43425</c:v>
                </c:pt>
                <c:pt idx="3363">
                  <c:v>43426</c:v>
                </c:pt>
                <c:pt idx="3364">
                  <c:v>43427</c:v>
                </c:pt>
                <c:pt idx="3365">
                  <c:v>43430</c:v>
                </c:pt>
                <c:pt idx="3366">
                  <c:v>43431</c:v>
                </c:pt>
                <c:pt idx="3367">
                  <c:v>43432</c:v>
                </c:pt>
                <c:pt idx="3368">
                  <c:v>43433</c:v>
                </c:pt>
                <c:pt idx="3369">
                  <c:v>43434</c:v>
                </c:pt>
                <c:pt idx="3370">
                  <c:v>43437</c:v>
                </c:pt>
                <c:pt idx="3371">
                  <c:v>43438</c:v>
                </c:pt>
                <c:pt idx="3372">
                  <c:v>43439</c:v>
                </c:pt>
                <c:pt idx="3373">
                  <c:v>43440</c:v>
                </c:pt>
                <c:pt idx="3374">
                  <c:v>43441</c:v>
                </c:pt>
                <c:pt idx="3375">
                  <c:v>43444</c:v>
                </c:pt>
                <c:pt idx="3376">
                  <c:v>43445</c:v>
                </c:pt>
                <c:pt idx="3377">
                  <c:v>43446</c:v>
                </c:pt>
                <c:pt idx="3378">
                  <c:v>43447</c:v>
                </c:pt>
                <c:pt idx="3379">
                  <c:v>43448</c:v>
                </c:pt>
                <c:pt idx="3380">
                  <c:v>43451</c:v>
                </c:pt>
                <c:pt idx="3381">
                  <c:v>43452</c:v>
                </c:pt>
                <c:pt idx="3382">
                  <c:v>43453</c:v>
                </c:pt>
                <c:pt idx="3383">
                  <c:v>43454</c:v>
                </c:pt>
                <c:pt idx="3384">
                  <c:v>43455</c:v>
                </c:pt>
                <c:pt idx="3385">
                  <c:v>43458</c:v>
                </c:pt>
                <c:pt idx="3386">
                  <c:v>43459</c:v>
                </c:pt>
                <c:pt idx="3387">
                  <c:v>43460</c:v>
                </c:pt>
                <c:pt idx="3388">
                  <c:v>43461</c:v>
                </c:pt>
                <c:pt idx="3389">
                  <c:v>43462</c:v>
                </c:pt>
                <c:pt idx="3390">
                  <c:v>43465</c:v>
                </c:pt>
                <c:pt idx="3391">
                  <c:v>43466</c:v>
                </c:pt>
                <c:pt idx="3392">
                  <c:v>43467</c:v>
                </c:pt>
                <c:pt idx="3393">
                  <c:v>43468</c:v>
                </c:pt>
                <c:pt idx="3394">
                  <c:v>43469</c:v>
                </c:pt>
                <c:pt idx="3395">
                  <c:v>43472</c:v>
                </c:pt>
                <c:pt idx="3396">
                  <c:v>43473</c:v>
                </c:pt>
                <c:pt idx="3397">
                  <c:v>43474</c:v>
                </c:pt>
                <c:pt idx="3398">
                  <c:v>43475</c:v>
                </c:pt>
                <c:pt idx="3399">
                  <c:v>43476</c:v>
                </c:pt>
                <c:pt idx="3400">
                  <c:v>43479</c:v>
                </c:pt>
                <c:pt idx="3401">
                  <c:v>43480</c:v>
                </c:pt>
                <c:pt idx="3402">
                  <c:v>43481</c:v>
                </c:pt>
                <c:pt idx="3403">
                  <c:v>43482</c:v>
                </c:pt>
                <c:pt idx="3404">
                  <c:v>43483</c:v>
                </c:pt>
                <c:pt idx="3405">
                  <c:v>43486</c:v>
                </c:pt>
                <c:pt idx="3406">
                  <c:v>43487</c:v>
                </c:pt>
                <c:pt idx="3407">
                  <c:v>43488</c:v>
                </c:pt>
                <c:pt idx="3408">
                  <c:v>43489</c:v>
                </c:pt>
                <c:pt idx="3409">
                  <c:v>43490</c:v>
                </c:pt>
                <c:pt idx="3410">
                  <c:v>43493</c:v>
                </c:pt>
                <c:pt idx="3411">
                  <c:v>43494</c:v>
                </c:pt>
                <c:pt idx="3412">
                  <c:v>43495</c:v>
                </c:pt>
                <c:pt idx="3413">
                  <c:v>43496</c:v>
                </c:pt>
                <c:pt idx="3414">
                  <c:v>43497</c:v>
                </c:pt>
                <c:pt idx="3415">
                  <c:v>43500</c:v>
                </c:pt>
                <c:pt idx="3416">
                  <c:v>43501</c:v>
                </c:pt>
                <c:pt idx="3417">
                  <c:v>43502</c:v>
                </c:pt>
                <c:pt idx="3418">
                  <c:v>43503</c:v>
                </c:pt>
                <c:pt idx="3419">
                  <c:v>43504</c:v>
                </c:pt>
                <c:pt idx="3420">
                  <c:v>43507</c:v>
                </c:pt>
                <c:pt idx="3421">
                  <c:v>43508</c:v>
                </c:pt>
                <c:pt idx="3422">
                  <c:v>43509</c:v>
                </c:pt>
                <c:pt idx="3423">
                  <c:v>43510</c:v>
                </c:pt>
                <c:pt idx="3424">
                  <c:v>43511</c:v>
                </c:pt>
                <c:pt idx="3425">
                  <c:v>43514</c:v>
                </c:pt>
                <c:pt idx="3426">
                  <c:v>43515</c:v>
                </c:pt>
                <c:pt idx="3427">
                  <c:v>43516</c:v>
                </c:pt>
                <c:pt idx="3428">
                  <c:v>43517</c:v>
                </c:pt>
                <c:pt idx="3429">
                  <c:v>43518</c:v>
                </c:pt>
                <c:pt idx="3430">
                  <c:v>43521</c:v>
                </c:pt>
                <c:pt idx="3431">
                  <c:v>43522</c:v>
                </c:pt>
                <c:pt idx="3432">
                  <c:v>43523</c:v>
                </c:pt>
                <c:pt idx="3433">
                  <c:v>43524</c:v>
                </c:pt>
                <c:pt idx="3434">
                  <c:v>43525</c:v>
                </c:pt>
                <c:pt idx="3435">
                  <c:v>43528</c:v>
                </c:pt>
                <c:pt idx="3436">
                  <c:v>43529</c:v>
                </c:pt>
                <c:pt idx="3437">
                  <c:v>43530</c:v>
                </c:pt>
                <c:pt idx="3438">
                  <c:v>43531</c:v>
                </c:pt>
                <c:pt idx="3439">
                  <c:v>43532</c:v>
                </c:pt>
                <c:pt idx="3440">
                  <c:v>43535</c:v>
                </c:pt>
                <c:pt idx="3441">
                  <c:v>43536</c:v>
                </c:pt>
                <c:pt idx="3442">
                  <c:v>43537</c:v>
                </c:pt>
                <c:pt idx="3443">
                  <c:v>43538</c:v>
                </c:pt>
                <c:pt idx="3444">
                  <c:v>43539</c:v>
                </c:pt>
                <c:pt idx="3445">
                  <c:v>43542</c:v>
                </c:pt>
                <c:pt idx="3446">
                  <c:v>43543</c:v>
                </c:pt>
                <c:pt idx="3447">
                  <c:v>43544</c:v>
                </c:pt>
                <c:pt idx="3448">
                  <c:v>43545</c:v>
                </c:pt>
                <c:pt idx="3449">
                  <c:v>43546</c:v>
                </c:pt>
                <c:pt idx="3450">
                  <c:v>43549</c:v>
                </c:pt>
                <c:pt idx="3451">
                  <c:v>43550</c:v>
                </c:pt>
                <c:pt idx="3452">
                  <c:v>43551</c:v>
                </c:pt>
                <c:pt idx="3453">
                  <c:v>43552</c:v>
                </c:pt>
                <c:pt idx="3454">
                  <c:v>43553</c:v>
                </c:pt>
                <c:pt idx="3455">
                  <c:v>43556</c:v>
                </c:pt>
                <c:pt idx="3456">
                  <c:v>43557</c:v>
                </c:pt>
                <c:pt idx="3457">
                  <c:v>43558</c:v>
                </c:pt>
                <c:pt idx="3458">
                  <c:v>43559</c:v>
                </c:pt>
                <c:pt idx="3459">
                  <c:v>43560</c:v>
                </c:pt>
                <c:pt idx="3460">
                  <c:v>43563</c:v>
                </c:pt>
                <c:pt idx="3461">
                  <c:v>43564</c:v>
                </c:pt>
                <c:pt idx="3462">
                  <c:v>43565</c:v>
                </c:pt>
                <c:pt idx="3463">
                  <c:v>43566</c:v>
                </c:pt>
                <c:pt idx="3464">
                  <c:v>43567</c:v>
                </c:pt>
                <c:pt idx="3465">
                  <c:v>43570</c:v>
                </c:pt>
                <c:pt idx="3466">
                  <c:v>43571</c:v>
                </c:pt>
                <c:pt idx="3467">
                  <c:v>43572</c:v>
                </c:pt>
                <c:pt idx="3468">
                  <c:v>43573</c:v>
                </c:pt>
                <c:pt idx="3469">
                  <c:v>43574</c:v>
                </c:pt>
                <c:pt idx="3470">
                  <c:v>43577</c:v>
                </c:pt>
                <c:pt idx="3471">
                  <c:v>43578</c:v>
                </c:pt>
                <c:pt idx="3472">
                  <c:v>43579</c:v>
                </c:pt>
                <c:pt idx="3473">
                  <c:v>43580</c:v>
                </c:pt>
                <c:pt idx="3474">
                  <c:v>43581</c:v>
                </c:pt>
                <c:pt idx="3475">
                  <c:v>43584</c:v>
                </c:pt>
                <c:pt idx="3476">
                  <c:v>43585</c:v>
                </c:pt>
                <c:pt idx="3477">
                  <c:v>43586</c:v>
                </c:pt>
                <c:pt idx="3478">
                  <c:v>43587</c:v>
                </c:pt>
                <c:pt idx="3479">
                  <c:v>43588</c:v>
                </c:pt>
                <c:pt idx="3480">
                  <c:v>43591</c:v>
                </c:pt>
                <c:pt idx="3481">
                  <c:v>43592</c:v>
                </c:pt>
                <c:pt idx="3482">
                  <c:v>43593</c:v>
                </c:pt>
                <c:pt idx="3483">
                  <c:v>43594</c:v>
                </c:pt>
                <c:pt idx="3484">
                  <c:v>43595</c:v>
                </c:pt>
                <c:pt idx="3485">
                  <c:v>43598</c:v>
                </c:pt>
                <c:pt idx="3486">
                  <c:v>43599</c:v>
                </c:pt>
                <c:pt idx="3487">
                  <c:v>43600</c:v>
                </c:pt>
                <c:pt idx="3488">
                  <c:v>43601</c:v>
                </c:pt>
                <c:pt idx="3489">
                  <c:v>43602</c:v>
                </c:pt>
                <c:pt idx="3490">
                  <c:v>43605</c:v>
                </c:pt>
                <c:pt idx="3491">
                  <c:v>43606</c:v>
                </c:pt>
                <c:pt idx="3492">
                  <c:v>43607</c:v>
                </c:pt>
                <c:pt idx="3493">
                  <c:v>43608</c:v>
                </c:pt>
                <c:pt idx="3494">
                  <c:v>43609</c:v>
                </c:pt>
                <c:pt idx="3495">
                  <c:v>43612</c:v>
                </c:pt>
                <c:pt idx="3496">
                  <c:v>43613</c:v>
                </c:pt>
                <c:pt idx="3497">
                  <c:v>43614</c:v>
                </c:pt>
                <c:pt idx="3498">
                  <c:v>43615</c:v>
                </c:pt>
                <c:pt idx="3499">
                  <c:v>43616</c:v>
                </c:pt>
                <c:pt idx="3500">
                  <c:v>43619</c:v>
                </c:pt>
                <c:pt idx="3501">
                  <c:v>43620</c:v>
                </c:pt>
                <c:pt idx="3502">
                  <c:v>43621</c:v>
                </c:pt>
                <c:pt idx="3503">
                  <c:v>43622</c:v>
                </c:pt>
                <c:pt idx="3504">
                  <c:v>43623</c:v>
                </c:pt>
                <c:pt idx="3505">
                  <c:v>43626</c:v>
                </c:pt>
                <c:pt idx="3506">
                  <c:v>43627</c:v>
                </c:pt>
                <c:pt idx="3507">
                  <c:v>43628</c:v>
                </c:pt>
                <c:pt idx="3508">
                  <c:v>43629</c:v>
                </c:pt>
                <c:pt idx="3509">
                  <c:v>43630</c:v>
                </c:pt>
                <c:pt idx="3510">
                  <c:v>43633</c:v>
                </c:pt>
                <c:pt idx="3511">
                  <c:v>43634</c:v>
                </c:pt>
                <c:pt idx="3512">
                  <c:v>43635</c:v>
                </c:pt>
                <c:pt idx="3513">
                  <c:v>43636</c:v>
                </c:pt>
                <c:pt idx="3514">
                  <c:v>43637</c:v>
                </c:pt>
                <c:pt idx="3515">
                  <c:v>43640</c:v>
                </c:pt>
                <c:pt idx="3516">
                  <c:v>43641</c:v>
                </c:pt>
                <c:pt idx="3517">
                  <c:v>43642</c:v>
                </c:pt>
                <c:pt idx="3518">
                  <c:v>43643</c:v>
                </c:pt>
                <c:pt idx="3519">
                  <c:v>43644</c:v>
                </c:pt>
                <c:pt idx="3520">
                  <c:v>43647</c:v>
                </c:pt>
                <c:pt idx="3521">
                  <c:v>43648</c:v>
                </c:pt>
                <c:pt idx="3522">
                  <c:v>43649</c:v>
                </c:pt>
                <c:pt idx="3523">
                  <c:v>43650</c:v>
                </c:pt>
                <c:pt idx="3524">
                  <c:v>43651</c:v>
                </c:pt>
                <c:pt idx="3525">
                  <c:v>43654</c:v>
                </c:pt>
                <c:pt idx="3526">
                  <c:v>43655</c:v>
                </c:pt>
                <c:pt idx="3527">
                  <c:v>43656</c:v>
                </c:pt>
                <c:pt idx="3528">
                  <c:v>43657</c:v>
                </c:pt>
                <c:pt idx="3529">
                  <c:v>43658</c:v>
                </c:pt>
                <c:pt idx="3530">
                  <c:v>43661</c:v>
                </c:pt>
                <c:pt idx="3531">
                  <c:v>43662</c:v>
                </c:pt>
                <c:pt idx="3532">
                  <c:v>43663</c:v>
                </c:pt>
                <c:pt idx="3533">
                  <c:v>43664</c:v>
                </c:pt>
                <c:pt idx="3534">
                  <c:v>43665</c:v>
                </c:pt>
                <c:pt idx="3535">
                  <c:v>43668</c:v>
                </c:pt>
                <c:pt idx="3536">
                  <c:v>43669</c:v>
                </c:pt>
                <c:pt idx="3537">
                  <c:v>43670</c:v>
                </c:pt>
                <c:pt idx="3538">
                  <c:v>43671</c:v>
                </c:pt>
                <c:pt idx="3539">
                  <c:v>43672</c:v>
                </c:pt>
                <c:pt idx="3540">
                  <c:v>43675</c:v>
                </c:pt>
                <c:pt idx="3541">
                  <c:v>43676</c:v>
                </c:pt>
                <c:pt idx="3542">
                  <c:v>43677</c:v>
                </c:pt>
                <c:pt idx="3543">
                  <c:v>43678</c:v>
                </c:pt>
                <c:pt idx="3544">
                  <c:v>43679</c:v>
                </c:pt>
                <c:pt idx="3545">
                  <c:v>43682</c:v>
                </c:pt>
                <c:pt idx="3546">
                  <c:v>43683</c:v>
                </c:pt>
                <c:pt idx="3547">
                  <c:v>43684</c:v>
                </c:pt>
                <c:pt idx="3548">
                  <c:v>43685</c:v>
                </c:pt>
                <c:pt idx="3549">
                  <c:v>43686</c:v>
                </c:pt>
                <c:pt idx="3550">
                  <c:v>43689</c:v>
                </c:pt>
                <c:pt idx="3551">
                  <c:v>43690</c:v>
                </c:pt>
                <c:pt idx="3552">
                  <c:v>43691</c:v>
                </c:pt>
                <c:pt idx="3553">
                  <c:v>43692</c:v>
                </c:pt>
                <c:pt idx="3554">
                  <c:v>43693</c:v>
                </c:pt>
                <c:pt idx="3555">
                  <c:v>43696</c:v>
                </c:pt>
                <c:pt idx="3556">
                  <c:v>43697</c:v>
                </c:pt>
                <c:pt idx="3557">
                  <c:v>43698</c:v>
                </c:pt>
                <c:pt idx="3558">
                  <c:v>43699</c:v>
                </c:pt>
                <c:pt idx="3559">
                  <c:v>43700</c:v>
                </c:pt>
                <c:pt idx="3560">
                  <c:v>43703</c:v>
                </c:pt>
                <c:pt idx="3561">
                  <c:v>43704</c:v>
                </c:pt>
                <c:pt idx="3562">
                  <c:v>43705</c:v>
                </c:pt>
                <c:pt idx="3563">
                  <c:v>43706</c:v>
                </c:pt>
                <c:pt idx="3564">
                  <c:v>43707</c:v>
                </c:pt>
                <c:pt idx="3565">
                  <c:v>43710</c:v>
                </c:pt>
                <c:pt idx="3566">
                  <c:v>43711</c:v>
                </c:pt>
                <c:pt idx="3567">
                  <c:v>43712</c:v>
                </c:pt>
                <c:pt idx="3568">
                  <c:v>43713</c:v>
                </c:pt>
                <c:pt idx="3569">
                  <c:v>43714</c:v>
                </c:pt>
                <c:pt idx="3570">
                  <c:v>43717</c:v>
                </c:pt>
                <c:pt idx="3571">
                  <c:v>43718</c:v>
                </c:pt>
                <c:pt idx="3572">
                  <c:v>43719</c:v>
                </c:pt>
                <c:pt idx="3573">
                  <c:v>43720</c:v>
                </c:pt>
                <c:pt idx="3574">
                  <c:v>43721</c:v>
                </c:pt>
                <c:pt idx="3575">
                  <c:v>43724</c:v>
                </c:pt>
                <c:pt idx="3576">
                  <c:v>43725</c:v>
                </c:pt>
                <c:pt idx="3577">
                  <c:v>43726</c:v>
                </c:pt>
                <c:pt idx="3578">
                  <c:v>43727</c:v>
                </c:pt>
                <c:pt idx="3579">
                  <c:v>43728</c:v>
                </c:pt>
                <c:pt idx="3580">
                  <c:v>43731</c:v>
                </c:pt>
                <c:pt idx="3581">
                  <c:v>43732</c:v>
                </c:pt>
                <c:pt idx="3582">
                  <c:v>43733</c:v>
                </c:pt>
                <c:pt idx="3583">
                  <c:v>43734</c:v>
                </c:pt>
                <c:pt idx="3584">
                  <c:v>43735</c:v>
                </c:pt>
                <c:pt idx="3585">
                  <c:v>43738</c:v>
                </c:pt>
                <c:pt idx="3586">
                  <c:v>43739</c:v>
                </c:pt>
                <c:pt idx="3587">
                  <c:v>43740</c:v>
                </c:pt>
                <c:pt idx="3588">
                  <c:v>43741</c:v>
                </c:pt>
                <c:pt idx="3589">
                  <c:v>43742</c:v>
                </c:pt>
                <c:pt idx="3590">
                  <c:v>43745</c:v>
                </c:pt>
                <c:pt idx="3591">
                  <c:v>43746</c:v>
                </c:pt>
                <c:pt idx="3592">
                  <c:v>43747</c:v>
                </c:pt>
                <c:pt idx="3593">
                  <c:v>43748</c:v>
                </c:pt>
                <c:pt idx="3594">
                  <c:v>43749</c:v>
                </c:pt>
                <c:pt idx="3595">
                  <c:v>43752</c:v>
                </c:pt>
                <c:pt idx="3596">
                  <c:v>43753</c:v>
                </c:pt>
                <c:pt idx="3597">
                  <c:v>43754</c:v>
                </c:pt>
                <c:pt idx="3598">
                  <c:v>43755</c:v>
                </c:pt>
                <c:pt idx="3599">
                  <c:v>43756</c:v>
                </c:pt>
                <c:pt idx="3600">
                  <c:v>43759</c:v>
                </c:pt>
                <c:pt idx="3601">
                  <c:v>43760</c:v>
                </c:pt>
                <c:pt idx="3602">
                  <c:v>43761</c:v>
                </c:pt>
                <c:pt idx="3603">
                  <c:v>43762</c:v>
                </c:pt>
                <c:pt idx="3604">
                  <c:v>43763</c:v>
                </c:pt>
                <c:pt idx="3605">
                  <c:v>43766</c:v>
                </c:pt>
                <c:pt idx="3606">
                  <c:v>43767</c:v>
                </c:pt>
                <c:pt idx="3607">
                  <c:v>43768</c:v>
                </c:pt>
                <c:pt idx="3608">
                  <c:v>43769</c:v>
                </c:pt>
                <c:pt idx="3609">
                  <c:v>43770</c:v>
                </c:pt>
                <c:pt idx="3610">
                  <c:v>43773</c:v>
                </c:pt>
                <c:pt idx="3611">
                  <c:v>43774</c:v>
                </c:pt>
                <c:pt idx="3612">
                  <c:v>43775</c:v>
                </c:pt>
                <c:pt idx="3613">
                  <c:v>43776</c:v>
                </c:pt>
                <c:pt idx="3614">
                  <c:v>43777</c:v>
                </c:pt>
                <c:pt idx="3615">
                  <c:v>43780</c:v>
                </c:pt>
                <c:pt idx="3616">
                  <c:v>43781</c:v>
                </c:pt>
                <c:pt idx="3617">
                  <c:v>43782</c:v>
                </c:pt>
                <c:pt idx="3618">
                  <c:v>43783</c:v>
                </c:pt>
                <c:pt idx="3619">
                  <c:v>43784</c:v>
                </c:pt>
                <c:pt idx="3620">
                  <c:v>43787</c:v>
                </c:pt>
                <c:pt idx="3621">
                  <c:v>43788</c:v>
                </c:pt>
                <c:pt idx="3622">
                  <c:v>43789</c:v>
                </c:pt>
                <c:pt idx="3623">
                  <c:v>43790</c:v>
                </c:pt>
                <c:pt idx="3624">
                  <c:v>43791</c:v>
                </c:pt>
                <c:pt idx="3625">
                  <c:v>43794</c:v>
                </c:pt>
                <c:pt idx="3626">
                  <c:v>43795</c:v>
                </c:pt>
                <c:pt idx="3627">
                  <c:v>43796</c:v>
                </c:pt>
                <c:pt idx="3628">
                  <c:v>43797</c:v>
                </c:pt>
                <c:pt idx="3629">
                  <c:v>43798</c:v>
                </c:pt>
                <c:pt idx="3630">
                  <c:v>43801</c:v>
                </c:pt>
                <c:pt idx="3631">
                  <c:v>43802</c:v>
                </c:pt>
                <c:pt idx="3632">
                  <c:v>43803</c:v>
                </c:pt>
                <c:pt idx="3633">
                  <c:v>43804</c:v>
                </c:pt>
                <c:pt idx="3634">
                  <c:v>43805</c:v>
                </c:pt>
                <c:pt idx="3635">
                  <c:v>43808</c:v>
                </c:pt>
                <c:pt idx="3636">
                  <c:v>43809</c:v>
                </c:pt>
                <c:pt idx="3637">
                  <c:v>43810</c:v>
                </c:pt>
                <c:pt idx="3638">
                  <c:v>43811</c:v>
                </c:pt>
                <c:pt idx="3639">
                  <c:v>43812</c:v>
                </c:pt>
                <c:pt idx="3640">
                  <c:v>43815</c:v>
                </c:pt>
                <c:pt idx="3641">
                  <c:v>43816</c:v>
                </c:pt>
                <c:pt idx="3642">
                  <c:v>43817</c:v>
                </c:pt>
                <c:pt idx="3643">
                  <c:v>43818</c:v>
                </c:pt>
                <c:pt idx="3644">
                  <c:v>43819</c:v>
                </c:pt>
                <c:pt idx="3645">
                  <c:v>43822</c:v>
                </c:pt>
                <c:pt idx="3646">
                  <c:v>43823</c:v>
                </c:pt>
                <c:pt idx="3647">
                  <c:v>43824</c:v>
                </c:pt>
                <c:pt idx="3648">
                  <c:v>43825</c:v>
                </c:pt>
                <c:pt idx="3649">
                  <c:v>43826</c:v>
                </c:pt>
                <c:pt idx="3650">
                  <c:v>43829</c:v>
                </c:pt>
                <c:pt idx="3651">
                  <c:v>43830</c:v>
                </c:pt>
                <c:pt idx="3652">
                  <c:v>43831</c:v>
                </c:pt>
                <c:pt idx="3653">
                  <c:v>43832</c:v>
                </c:pt>
                <c:pt idx="3654">
                  <c:v>43833</c:v>
                </c:pt>
                <c:pt idx="3655">
                  <c:v>43836</c:v>
                </c:pt>
                <c:pt idx="3656">
                  <c:v>43837</c:v>
                </c:pt>
                <c:pt idx="3657">
                  <c:v>43838</c:v>
                </c:pt>
                <c:pt idx="3658">
                  <c:v>43839</c:v>
                </c:pt>
                <c:pt idx="3659">
                  <c:v>43840</c:v>
                </c:pt>
                <c:pt idx="3660">
                  <c:v>43843</c:v>
                </c:pt>
                <c:pt idx="3661">
                  <c:v>43844</c:v>
                </c:pt>
                <c:pt idx="3662">
                  <c:v>43845</c:v>
                </c:pt>
                <c:pt idx="3663">
                  <c:v>43846</c:v>
                </c:pt>
                <c:pt idx="3664">
                  <c:v>43847</c:v>
                </c:pt>
                <c:pt idx="3665">
                  <c:v>43850</c:v>
                </c:pt>
                <c:pt idx="3666">
                  <c:v>43851</c:v>
                </c:pt>
                <c:pt idx="3667">
                  <c:v>43852</c:v>
                </c:pt>
                <c:pt idx="3668">
                  <c:v>43853</c:v>
                </c:pt>
                <c:pt idx="3669">
                  <c:v>43854</c:v>
                </c:pt>
                <c:pt idx="3670">
                  <c:v>43857</c:v>
                </c:pt>
                <c:pt idx="3671">
                  <c:v>43858</c:v>
                </c:pt>
                <c:pt idx="3672">
                  <c:v>43859</c:v>
                </c:pt>
                <c:pt idx="3673">
                  <c:v>43860</c:v>
                </c:pt>
                <c:pt idx="3674">
                  <c:v>43861</c:v>
                </c:pt>
                <c:pt idx="3675">
                  <c:v>43864</c:v>
                </c:pt>
                <c:pt idx="3676">
                  <c:v>43865</c:v>
                </c:pt>
                <c:pt idx="3677">
                  <c:v>43866</c:v>
                </c:pt>
                <c:pt idx="3678">
                  <c:v>43867</c:v>
                </c:pt>
                <c:pt idx="3679">
                  <c:v>43868</c:v>
                </c:pt>
                <c:pt idx="3680">
                  <c:v>43871</c:v>
                </c:pt>
                <c:pt idx="3681">
                  <c:v>43872</c:v>
                </c:pt>
                <c:pt idx="3682">
                  <c:v>43873</c:v>
                </c:pt>
                <c:pt idx="3683">
                  <c:v>43874</c:v>
                </c:pt>
                <c:pt idx="3684">
                  <c:v>43875</c:v>
                </c:pt>
                <c:pt idx="3685">
                  <c:v>43878</c:v>
                </c:pt>
                <c:pt idx="3686">
                  <c:v>43879</c:v>
                </c:pt>
                <c:pt idx="3687">
                  <c:v>43880</c:v>
                </c:pt>
                <c:pt idx="3688">
                  <c:v>43881</c:v>
                </c:pt>
                <c:pt idx="3689">
                  <c:v>43882</c:v>
                </c:pt>
                <c:pt idx="3690">
                  <c:v>43885</c:v>
                </c:pt>
                <c:pt idx="3691">
                  <c:v>43886</c:v>
                </c:pt>
                <c:pt idx="3692">
                  <c:v>43887</c:v>
                </c:pt>
                <c:pt idx="3693">
                  <c:v>43888</c:v>
                </c:pt>
                <c:pt idx="3694">
                  <c:v>43889</c:v>
                </c:pt>
                <c:pt idx="3695">
                  <c:v>43892</c:v>
                </c:pt>
                <c:pt idx="3696">
                  <c:v>43893</c:v>
                </c:pt>
                <c:pt idx="3697">
                  <c:v>43894</c:v>
                </c:pt>
                <c:pt idx="3698">
                  <c:v>43895</c:v>
                </c:pt>
                <c:pt idx="3699">
                  <c:v>43896</c:v>
                </c:pt>
                <c:pt idx="3700">
                  <c:v>43899</c:v>
                </c:pt>
                <c:pt idx="3701">
                  <c:v>43900</c:v>
                </c:pt>
                <c:pt idx="3702">
                  <c:v>43901</c:v>
                </c:pt>
                <c:pt idx="3703">
                  <c:v>43902</c:v>
                </c:pt>
                <c:pt idx="3704">
                  <c:v>43903</c:v>
                </c:pt>
                <c:pt idx="3705">
                  <c:v>43906</c:v>
                </c:pt>
                <c:pt idx="3706">
                  <c:v>43907</c:v>
                </c:pt>
                <c:pt idx="3707">
                  <c:v>43908</c:v>
                </c:pt>
                <c:pt idx="3708">
                  <c:v>43909</c:v>
                </c:pt>
                <c:pt idx="3709">
                  <c:v>43910</c:v>
                </c:pt>
                <c:pt idx="3710">
                  <c:v>43913</c:v>
                </c:pt>
                <c:pt idx="3711">
                  <c:v>43914</c:v>
                </c:pt>
                <c:pt idx="3712">
                  <c:v>43915</c:v>
                </c:pt>
                <c:pt idx="3713">
                  <c:v>43916</c:v>
                </c:pt>
                <c:pt idx="3714">
                  <c:v>43917</c:v>
                </c:pt>
                <c:pt idx="3715">
                  <c:v>43920</c:v>
                </c:pt>
                <c:pt idx="3716">
                  <c:v>43921</c:v>
                </c:pt>
                <c:pt idx="3717">
                  <c:v>43922</c:v>
                </c:pt>
                <c:pt idx="3718">
                  <c:v>43923</c:v>
                </c:pt>
                <c:pt idx="3719">
                  <c:v>43924</c:v>
                </c:pt>
                <c:pt idx="3720">
                  <c:v>43927</c:v>
                </c:pt>
                <c:pt idx="3721">
                  <c:v>43928</c:v>
                </c:pt>
                <c:pt idx="3722">
                  <c:v>43929</c:v>
                </c:pt>
                <c:pt idx="3723">
                  <c:v>43930</c:v>
                </c:pt>
                <c:pt idx="3724">
                  <c:v>43931</c:v>
                </c:pt>
                <c:pt idx="3725">
                  <c:v>43934</c:v>
                </c:pt>
                <c:pt idx="3726">
                  <c:v>43935</c:v>
                </c:pt>
                <c:pt idx="3727">
                  <c:v>43936</c:v>
                </c:pt>
                <c:pt idx="3728">
                  <c:v>43937</c:v>
                </c:pt>
                <c:pt idx="3729">
                  <c:v>43938</c:v>
                </c:pt>
                <c:pt idx="3730">
                  <c:v>43941</c:v>
                </c:pt>
                <c:pt idx="3731">
                  <c:v>43942</c:v>
                </c:pt>
                <c:pt idx="3732">
                  <c:v>43943</c:v>
                </c:pt>
                <c:pt idx="3733">
                  <c:v>43944</c:v>
                </c:pt>
                <c:pt idx="3734">
                  <c:v>43945</c:v>
                </c:pt>
                <c:pt idx="3735">
                  <c:v>43948</c:v>
                </c:pt>
                <c:pt idx="3736">
                  <c:v>43949</c:v>
                </c:pt>
                <c:pt idx="3737">
                  <c:v>43950</c:v>
                </c:pt>
                <c:pt idx="3738">
                  <c:v>43951</c:v>
                </c:pt>
                <c:pt idx="3739">
                  <c:v>43952</c:v>
                </c:pt>
                <c:pt idx="3740">
                  <c:v>43955</c:v>
                </c:pt>
                <c:pt idx="3741">
                  <c:v>43956</c:v>
                </c:pt>
                <c:pt idx="3742">
                  <c:v>43957</c:v>
                </c:pt>
                <c:pt idx="3743">
                  <c:v>43958</c:v>
                </c:pt>
                <c:pt idx="3744">
                  <c:v>43959</c:v>
                </c:pt>
                <c:pt idx="3745">
                  <c:v>43962</c:v>
                </c:pt>
                <c:pt idx="3746">
                  <c:v>43963</c:v>
                </c:pt>
                <c:pt idx="3747">
                  <c:v>43964</c:v>
                </c:pt>
                <c:pt idx="3748">
                  <c:v>43965</c:v>
                </c:pt>
                <c:pt idx="3749">
                  <c:v>43966</c:v>
                </c:pt>
                <c:pt idx="3750">
                  <c:v>43969</c:v>
                </c:pt>
                <c:pt idx="3751">
                  <c:v>43970</c:v>
                </c:pt>
                <c:pt idx="3752">
                  <c:v>43971</c:v>
                </c:pt>
                <c:pt idx="3753">
                  <c:v>43972</c:v>
                </c:pt>
                <c:pt idx="3754">
                  <c:v>43973</c:v>
                </c:pt>
                <c:pt idx="3755">
                  <c:v>43976</c:v>
                </c:pt>
                <c:pt idx="3756">
                  <c:v>43977</c:v>
                </c:pt>
                <c:pt idx="3757">
                  <c:v>43978</c:v>
                </c:pt>
                <c:pt idx="3758">
                  <c:v>43979</c:v>
                </c:pt>
                <c:pt idx="3759">
                  <c:v>43980</c:v>
                </c:pt>
                <c:pt idx="3760">
                  <c:v>43983</c:v>
                </c:pt>
                <c:pt idx="3761">
                  <c:v>43984</c:v>
                </c:pt>
                <c:pt idx="3762">
                  <c:v>43985</c:v>
                </c:pt>
                <c:pt idx="3763">
                  <c:v>43986</c:v>
                </c:pt>
                <c:pt idx="3764">
                  <c:v>43987</c:v>
                </c:pt>
                <c:pt idx="3765">
                  <c:v>43990</c:v>
                </c:pt>
                <c:pt idx="3766">
                  <c:v>43991</c:v>
                </c:pt>
                <c:pt idx="3767">
                  <c:v>43992</c:v>
                </c:pt>
                <c:pt idx="3768">
                  <c:v>43993</c:v>
                </c:pt>
                <c:pt idx="3769">
                  <c:v>43994</c:v>
                </c:pt>
                <c:pt idx="3770">
                  <c:v>43997</c:v>
                </c:pt>
                <c:pt idx="3771">
                  <c:v>43998</c:v>
                </c:pt>
                <c:pt idx="3772">
                  <c:v>43999</c:v>
                </c:pt>
                <c:pt idx="3773">
                  <c:v>44000</c:v>
                </c:pt>
                <c:pt idx="3774">
                  <c:v>44001</c:v>
                </c:pt>
                <c:pt idx="3775">
                  <c:v>44004</c:v>
                </c:pt>
                <c:pt idx="3776">
                  <c:v>44005</c:v>
                </c:pt>
                <c:pt idx="3777">
                  <c:v>44006</c:v>
                </c:pt>
                <c:pt idx="3778">
                  <c:v>44007</c:v>
                </c:pt>
                <c:pt idx="3779">
                  <c:v>44008</c:v>
                </c:pt>
                <c:pt idx="3780">
                  <c:v>44011</c:v>
                </c:pt>
                <c:pt idx="3781">
                  <c:v>44012</c:v>
                </c:pt>
                <c:pt idx="3782">
                  <c:v>44013</c:v>
                </c:pt>
                <c:pt idx="3783">
                  <c:v>44014</c:v>
                </c:pt>
                <c:pt idx="3784">
                  <c:v>44015</c:v>
                </c:pt>
                <c:pt idx="3785">
                  <c:v>44018</c:v>
                </c:pt>
                <c:pt idx="3786">
                  <c:v>44019</c:v>
                </c:pt>
                <c:pt idx="3787">
                  <c:v>44020</c:v>
                </c:pt>
                <c:pt idx="3788">
                  <c:v>44021</c:v>
                </c:pt>
                <c:pt idx="3789">
                  <c:v>44022</c:v>
                </c:pt>
                <c:pt idx="3790">
                  <c:v>44025</c:v>
                </c:pt>
                <c:pt idx="3791">
                  <c:v>44026</c:v>
                </c:pt>
                <c:pt idx="3792">
                  <c:v>44027</c:v>
                </c:pt>
                <c:pt idx="3793">
                  <c:v>44028</c:v>
                </c:pt>
                <c:pt idx="3794">
                  <c:v>44029</c:v>
                </c:pt>
                <c:pt idx="3795">
                  <c:v>44032</c:v>
                </c:pt>
                <c:pt idx="3796">
                  <c:v>44033</c:v>
                </c:pt>
                <c:pt idx="3797">
                  <c:v>44034</c:v>
                </c:pt>
                <c:pt idx="3798">
                  <c:v>44035</c:v>
                </c:pt>
                <c:pt idx="3799">
                  <c:v>44036</c:v>
                </c:pt>
                <c:pt idx="3800">
                  <c:v>44039</c:v>
                </c:pt>
                <c:pt idx="3801">
                  <c:v>44040</c:v>
                </c:pt>
                <c:pt idx="3802">
                  <c:v>44041</c:v>
                </c:pt>
                <c:pt idx="3803">
                  <c:v>44042</c:v>
                </c:pt>
                <c:pt idx="3804">
                  <c:v>44043</c:v>
                </c:pt>
                <c:pt idx="3805">
                  <c:v>44046</c:v>
                </c:pt>
                <c:pt idx="3806">
                  <c:v>44047</c:v>
                </c:pt>
                <c:pt idx="3807">
                  <c:v>44048</c:v>
                </c:pt>
                <c:pt idx="3808">
                  <c:v>44049</c:v>
                </c:pt>
                <c:pt idx="3809">
                  <c:v>44050</c:v>
                </c:pt>
                <c:pt idx="3810">
                  <c:v>44053</c:v>
                </c:pt>
                <c:pt idx="3811">
                  <c:v>44054</c:v>
                </c:pt>
                <c:pt idx="3812">
                  <c:v>44055</c:v>
                </c:pt>
                <c:pt idx="3813">
                  <c:v>44056</c:v>
                </c:pt>
                <c:pt idx="3814">
                  <c:v>44057</c:v>
                </c:pt>
                <c:pt idx="3815">
                  <c:v>44060</c:v>
                </c:pt>
                <c:pt idx="3816">
                  <c:v>44061</c:v>
                </c:pt>
                <c:pt idx="3817">
                  <c:v>44062</c:v>
                </c:pt>
                <c:pt idx="3818">
                  <c:v>44063</c:v>
                </c:pt>
                <c:pt idx="3819">
                  <c:v>44064</c:v>
                </c:pt>
                <c:pt idx="3820">
                  <c:v>44067</c:v>
                </c:pt>
                <c:pt idx="3821">
                  <c:v>44068</c:v>
                </c:pt>
                <c:pt idx="3822">
                  <c:v>44069</c:v>
                </c:pt>
                <c:pt idx="3823">
                  <c:v>44070</c:v>
                </c:pt>
                <c:pt idx="3824">
                  <c:v>44071</c:v>
                </c:pt>
                <c:pt idx="3825">
                  <c:v>44074</c:v>
                </c:pt>
                <c:pt idx="3826">
                  <c:v>44075</c:v>
                </c:pt>
                <c:pt idx="3827">
                  <c:v>44076</c:v>
                </c:pt>
                <c:pt idx="3828">
                  <c:v>44077</c:v>
                </c:pt>
                <c:pt idx="3829">
                  <c:v>44078</c:v>
                </c:pt>
                <c:pt idx="3830">
                  <c:v>44081</c:v>
                </c:pt>
                <c:pt idx="3831">
                  <c:v>44082</c:v>
                </c:pt>
                <c:pt idx="3832">
                  <c:v>44083</c:v>
                </c:pt>
                <c:pt idx="3833">
                  <c:v>44084</c:v>
                </c:pt>
                <c:pt idx="3834">
                  <c:v>44085</c:v>
                </c:pt>
                <c:pt idx="3835">
                  <c:v>44088</c:v>
                </c:pt>
                <c:pt idx="3836">
                  <c:v>44089</c:v>
                </c:pt>
                <c:pt idx="3837">
                  <c:v>44090</c:v>
                </c:pt>
                <c:pt idx="3838">
                  <c:v>44091</c:v>
                </c:pt>
                <c:pt idx="3839">
                  <c:v>44092</c:v>
                </c:pt>
                <c:pt idx="3840">
                  <c:v>44095</c:v>
                </c:pt>
                <c:pt idx="3841">
                  <c:v>44096</c:v>
                </c:pt>
                <c:pt idx="3842">
                  <c:v>44097</c:v>
                </c:pt>
                <c:pt idx="3843">
                  <c:v>44098</c:v>
                </c:pt>
                <c:pt idx="3844">
                  <c:v>44099</c:v>
                </c:pt>
                <c:pt idx="3845">
                  <c:v>44102</c:v>
                </c:pt>
                <c:pt idx="3846">
                  <c:v>44103</c:v>
                </c:pt>
                <c:pt idx="3847">
                  <c:v>44104</c:v>
                </c:pt>
                <c:pt idx="3848">
                  <c:v>44105</c:v>
                </c:pt>
                <c:pt idx="3849">
                  <c:v>44106</c:v>
                </c:pt>
                <c:pt idx="3850">
                  <c:v>44109</c:v>
                </c:pt>
                <c:pt idx="3851">
                  <c:v>44110</c:v>
                </c:pt>
                <c:pt idx="3852">
                  <c:v>44111</c:v>
                </c:pt>
                <c:pt idx="3853">
                  <c:v>44112</c:v>
                </c:pt>
                <c:pt idx="3854">
                  <c:v>44113</c:v>
                </c:pt>
                <c:pt idx="3855">
                  <c:v>44116</c:v>
                </c:pt>
                <c:pt idx="3856">
                  <c:v>44117</c:v>
                </c:pt>
                <c:pt idx="3857">
                  <c:v>44118</c:v>
                </c:pt>
                <c:pt idx="3858">
                  <c:v>44119</c:v>
                </c:pt>
                <c:pt idx="3859">
                  <c:v>44120</c:v>
                </c:pt>
                <c:pt idx="3860">
                  <c:v>44123</c:v>
                </c:pt>
                <c:pt idx="3861">
                  <c:v>44124</c:v>
                </c:pt>
                <c:pt idx="3862">
                  <c:v>44125</c:v>
                </c:pt>
                <c:pt idx="3863">
                  <c:v>44126</c:v>
                </c:pt>
                <c:pt idx="3864">
                  <c:v>44127</c:v>
                </c:pt>
                <c:pt idx="3865">
                  <c:v>44130</c:v>
                </c:pt>
                <c:pt idx="3866">
                  <c:v>44131</c:v>
                </c:pt>
                <c:pt idx="3867">
                  <c:v>44132</c:v>
                </c:pt>
                <c:pt idx="3868">
                  <c:v>44133</c:v>
                </c:pt>
                <c:pt idx="3869">
                  <c:v>44134</c:v>
                </c:pt>
                <c:pt idx="3870">
                  <c:v>44137</c:v>
                </c:pt>
                <c:pt idx="3871">
                  <c:v>44138</c:v>
                </c:pt>
                <c:pt idx="3872">
                  <c:v>44139</c:v>
                </c:pt>
                <c:pt idx="3873">
                  <c:v>44140</c:v>
                </c:pt>
                <c:pt idx="3874">
                  <c:v>44141</c:v>
                </c:pt>
                <c:pt idx="3875">
                  <c:v>44144</c:v>
                </c:pt>
                <c:pt idx="3876">
                  <c:v>44145</c:v>
                </c:pt>
                <c:pt idx="3877">
                  <c:v>44146</c:v>
                </c:pt>
                <c:pt idx="3878">
                  <c:v>44147</c:v>
                </c:pt>
                <c:pt idx="3879">
                  <c:v>44148</c:v>
                </c:pt>
                <c:pt idx="3880">
                  <c:v>44151</c:v>
                </c:pt>
                <c:pt idx="3881">
                  <c:v>44152</c:v>
                </c:pt>
                <c:pt idx="3882">
                  <c:v>44153</c:v>
                </c:pt>
                <c:pt idx="3883">
                  <c:v>44154</c:v>
                </c:pt>
                <c:pt idx="3884">
                  <c:v>44155</c:v>
                </c:pt>
                <c:pt idx="3885">
                  <c:v>44158</c:v>
                </c:pt>
                <c:pt idx="3886">
                  <c:v>44159</c:v>
                </c:pt>
                <c:pt idx="3887">
                  <c:v>44160</c:v>
                </c:pt>
                <c:pt idx="3888">
                  <c:v>44161</c:v>
                </c:pt>
                <c:pt idx="3889">
                  <c:v>44162</c:v>
                </c:pt>
                <c:pt idx="3890">
                  <c:v>44165</c:v>
                </c:pt>
                <c:pt idx="3891">
                  <c:v>44166</c:v>
                </c:pt>
                <c:pt idx="3892">
                  <c:v>44167</c:v>
                </c:pt>
                <c:pt idx="3893">
                  <c:v>44168</c:v>
                </c:pt>
                <c:pt idx="3894">
                  <c:v>44169</c:v>
                </c:pt>
                <c:pt idx="3895">
                  <c:v>44172</c:v>
                </c:pt>
                <c:pt idx="3896">
                  <c:v>44173</c:v>
                </c:pt>
                <c:pt idx="3897">
                  <c:v>44174</c:v>
                </c:pt>
                <c:pt idx="3898">
                  <c:v>44175</c:v>
                </c:pt>
                <c:pt idx="3899">
                  <c:v>44176</c:v>
                </c:pt>
                <c:pt idx="3900">
                  <c:v>44179</c:v>
                </c:pt>
                <c:pt idx="3901">
                  <c:v>44180</c:v>
                </c:pt>
                <c:pt idx="3902">
                  <c:v>44181</c:v>
                </c:pt>
                <c:pt idx="3903">
                  <c:v>44182</c:v>
                </c:pt>
                <c:pt idx="3904">
                  <c:v>44183</c:v>
                </c:pt>
                <c:pt idx="3905">
                  <c:v>44186</c:v>
                </c:pt>
                <c:pt idx="3906">
                  <c:v>44187</c:v>
                </c:pt>
                <c:pt idx="3907">
                  <c:v>44188</c:v>
                </c:pt>
                <c:pt idx="3908">
                  <c:v>44189</c:v>
                </c:pt>
                <c:pt idx="3909">
                  <c:v>44190</c:v>
                </c:pt>
                <c:pt idx="3910">
                  <c:v>44193</c:v>
                </c:pt>
                <c:pt idx="3911">
                  <c:v>44194</c:v>
                </c:pt>
                <c:pt idx="3912">
                  <c:v>44195</c:v>
                </c:pt>
                <c:pt idx="3913">
                  <c:v>44196</c:v>
                </c:pt>
                <c:pt idx="3914">
                  <c:v>44197</c:v>
                </c:pt>
                <c:pt idx="3915">
                  <c:v>44200</c:v>
                </c:pt>
                <c:pt idx="3916">
                  <c:v>44201</c:v>
                </c:pt>
                <c:pt idx="3917">
                  <c:v>44202</c:v>
                </c:pt>
                <c:pt idx="3918">
                  <c:v>44203</c:v>
                </c:pt>
                <c:pt idx="3919">
                  <c:v>44204</c:v>
                </c:pt>
                <c:pt idx="3920">
                  <c:v>44207</c:v>
                </c:pt>
                <c:pt idx="3921">
                  <c:v>44208</c:v>
                </c:pt>
                <c:pt idx="3922">
                  <c:v>44209</c:v>
                </c:pt>
                <c:pt idx="3923">
                  <c:v>44210</c:v>
                </c:pt>
                <c:pt idx="3924">
                  <c:v>44211</c:v>
                </c:pt>
                <c:pt idx="3925">
                  <c:v>44214</c:v>
                </c:pt>
                <c:pt idx="3926">
                  <c:v>44215</c:v>
                </c:pt>
                <c:pt idx="3927">
                  <c:v>44216</c:v>
                </c:pt>
                <c:pt idx="3928">
                  <c:v>44217</c:v>
                </c:pt>
                <c:pt idx="3929">
                  <c:v>44218</c:v>
                </c:pt>
                <c:pt idx="3930">
                  <c:v>44221</c:v>
                </c:pt>
                <c:pt idx="3931">
                  <c:v>44222</c:v>
                </c:pt>
                <c:pt idx="3932">
                  <c:v>44223</c:v>
                </c:pt>
                <c:pt idx="3933">
                  <c:v>44224</c:v>
                </c:pt>
                <c:pt idx="3934">
                  <c:v>44225</c:v>
                </c:pt>
                <c:pt idx="3935">
                  <c:v>44228</c:v>
                </c:pt>
                <c:pt idx="3936">
                  <c:v>44229</c:v>
                </c:pt>
                <c:pt idx="3937">
                  <c:v>44230</c:v>
                </c:pt>
                <c:pt idx="3938">
                  <c:v>44231</c:v>
                </c:pt>
                <c:pt idx="3939">
                  <c:v>44232</c:v>
                </c:pt>
                <c:pt idx="3940">
                  <c:v>44235</c:v>
                </c:pt>
                <c:pt idx="3941">
                  <c:v>44236</c:v>
                </c:pt>
                <c:pt idx="3942">
                  <c:v>44237</c:v>
                </c:pt>
                <c:pt idx="3943">
                  <c:v>44238</c:v>
                </c:pt>
                <c:pt idx="3944">
                  <c:v>44239</c:v>
                </c:pt>
                <c:pt idx="3945">
                  <c:v>44242</c:v>
                </c:pt>
                <c:pt idx="3946">
                  <c:v>44243</c:v>
                </c:pt>
                <c:pt idx="3947">
                  <c:v>44244</c:v>
                </c:pt>
                <c:pt idx="3948">
                  <c:v>44245</c:v>
                </c:pt>
                <c:pt idx="3949">
                  <c:v>44246</c:v>
                </c:pt>
                <c:pt idx="3950">
                  <c:v>44249</c:v>
                </c:pt>
                <c:pt idx="3951">
                  <c:v>44250</c:v>
                </c:pt>
                <c:pt idx="3952">
                  <c:v>44251</c:v>
                </c:pt>
                <c:pt idx="3953">
                  <c:v>44252</c:v>
                </c:pt>
                <c:pt idx="3954">
                  <c:v>44253</c:v>
                </c:pt>
                <c:pt idx="3955">
                  <c:v>44256</c:v>
                </c:pt>
                <c:pt idx="3956">
                  <c:v>44257</c:v>
                </c:pt>
                <c:pt idx="3957">
                  <c:v>44258</c:v>
                </c:pt>
                <c:pt idx="3958">
                  <c:v>44259</c:v>
                </c:pt>
                <c:pt idx="3959">
                  <c:v>44260</c:v>
                </c:pt>
                <c:pt idx="3960">
                  <c:v>44263</c:v>
                </c:pt>
                <c:pt idx="3961">
                  <c:v>44264</c:v>
                </c:pt>
                <c:pt idx="3962">
                  <c:v>44265</c:v>
                </c:pt>
                <c:pt idx="3963">
                  <c:v>44266</c:v>
                </c:pt>
                <c:pt idx="3964">
                  <c:v>44267</c:v>
                </c:pt>
                <c:pt idx="3965">
                  <c:v>44270</c:v>
                </c:pt>
                <c:pt idx="3966">
                  <c:v>44271</c:v>
                </c:pt>
                <c:pt idx="3967">
                  <c:v>44272</c:v>
                </c:pt>
                <c:pt idx="3968">
                  <c:v>44273</c:v>
                </c:pt>
                <c:pt idx="3969">
                  <c:v>44274</c:v>
                </c:pt>
                <c:pt idx="3970">
                  <c:v>44277</c:v>
                </c:pt>
                <c:pt idx="3971">
                  <c:v>44278</c:v>
                </c:pt>
                <c:pt idx="3972">
                  <c:v>44279</c:v>
                </c:pt>
                <c:pt idx="3973">
                  <c:v>44280</c:v>
                </c:pt>
                <c:pt idx="3974">
                  <c:v>44281</c:v>
                </c:pt>
                <c:pt idx="3975">
                  <c:v>44284</c:v>
                </c:pt>
                <c:pt idx="3976">
                  <c:v>44285</c:v>
                </c:pt>
                <c:pt idx="3977">
                  <c:v>44286</c:v>
                </c:pt>
                <c:pt idx="3978">
                  <c:v>44287</c:v>
                </c:pt>
                <c:pt idx="3979">
                  <c:v>44288</c:v>
                </c:pt>
                <c:pt idx="3980">
                  <c:v>44291</c:v>
                </c:pt>
                <c:pt idx="3981">
                  <c:v>44292</c:v>
                </c:pt>
                <c:pt idx="3982">
                  <c:v>44293</c:v>
                </c:pt>
                <c:pt idx="3983">
                  <c:v>44294</c:v>
                </c:pt>
                <c:pt idx="3984">
                  <c:v>44295</c:v>
                </c:pt>
                <c:pt idx="3985">
                  <c:v>44298</c:v>
                </c:pt>
                <c:pt idx="3986">
                  <c:v>44299</c:v>
                </c:pt>
                <c:pt idx="3987">
                  <c:v>44300</c:v>
                </c:pt>
                <c:pt idx="3988">
                  <c:v>44301</c:v>
                </c:pt>
                <c:pt idx="3989">
                  <c:v>44302</c:v>
                </c:pt>
                <c:pt idx="3990">
                  <c:v>44305</c:v>
                </c:pt>
                <c:pt idx="3991">
                  <c:v>44306</c:v>
                </c:pt>
                <c:pt idx="3992">
                  <c:v>44307</c:v>
                </c:pt>
                <c:pt idx="3993">
                  <c:v>44308</c:v>
                </c:pt>
                <c:pt idx="3994">
                  <c:v>44309</c:v>
                </c:pt>
                <c:pt idx="3995">
                  <c:v>44312</c:v>
                </c:pt>
                <c:pt idx="3996">
                  <c:v>44313</c:v>
                </c:pt>
                <c:pt idx="3997">
                  <c:v>44314</c:v>
                </c:pt>
                <c:pt idx="3998">
                  <c:v>44315</c:v>
                </c:pt>
                <c:pt idx="3999">
                  <c:v>44316</c:v>
                </c:pt>
                <c:pt idx="4000">
                  <c:v>44319</c:v>
                </c:pt>
                <c:pt idx="4001">
                  <c:v>44320</c:v>
                </c:pt>
                <c:pt idx="4002">
                  <c:v>44321</c:v>
                </c:pt>
                <c:pt idx="4003">
                  <c:v>44322</c:v>
                </c:pt>
                <c:pt idx="4004">
                  <c:v>44323</c:v>
                </c:pt>
                <c:pt idx="4005">
                  <c:v>44326</c:v>
                </c:pt>
                <c:pt idx="4006">
                  <c:v>44327</c:v>
                </c:pt>
                <c:pt idx="4007">
                  <c:v>44328</c:v>
                </c:pt>
                <c:pt idx="4008">
                  <c:v>44329</c:v>
                </c:pt>
                <c:pt idx="4009">
                  <c:v>44330</c:v>
                </c:pt>
                <c:pt idx="4010">
                  <c:v>44333</c:v>
                </c:pt>
                <c:pt idx="4011">
                  <c:v>44334</c:v>
                </c:pt>
                <c:pt idx="4012">
                  <c:v>44335</c:v>
                </c:pt>
                <c:pt idx="4013">
                  <c:v>44336</c:v>
                </c:pt>
                <c:pt idx="4014">
                  <c:v>44337</c:v>
                </c:pt>
                <c:pt idx="4015">
                  <c:v>44340</c:v>
                </c:pt>
                <c:pt idx="4016">
                  <c:v>44341</c:v>
                </c:pt>
                <c:pt idx="4017">
                  <c:v>44342</c:v>
                </c:pt>
                <c:pt idx="4018">
                  <c:v>44343</c:v>
                </c:pt>
                <c:pt idx="4019">
                  <c:v>44344</c:v>
                </c:pt>
                <c:pt idx="4020">
                  <c:v>44347</c:v>
                </c:pt>
                <c:pt idx="4021">
                  <c:v>44348</c:v>
                </c:pt>
                <c:pt idx="4022">
                  <c:v>44349</c:v>
                </c:pt>
                <c:pt idx="4023">
                  <c:v>44350</c:v>
                </c:pt>
                <c:pt idx="4024">
                  <c:v>44351</c:v>
                </c:pt>
                <c:pt idx="4025">
                  <c:v>44354</c:v>
                </c:pt>
                <c:pt idx="4026">
                  <c:v>44355</c:v>
                </c:pt>
                <c:pt idx="4027">
                  <c:v>44356</c:v>
                </c:pt>
                <c:pt idx="4028">
                  <c:v>44357</c:v>
                </c:pt>
                <c:pt idx="4029">
                  <c:v>44358</c:v>
                </c:pt>
                <c:pt idx="4030">
                  <c:v>44361</c:v>
                </c:pt>
                <c:pt idx="4031">
                  <c:v>44362</c:v>
                </c:pt>
                <c:pt idx="4032">
                  <c:v>44363</c:v>
                </c:pt>
                <c:pt idx="4033">
                  <c:v>44364</c:v>
                </c:pt>
                <c:pt idx="4034">
                  <c:v>44365</c:v>
                </c:pt>
                <c:pt idx="4035">
                  <c:v>44368</c:v>
                </c:pt>
                <c:pt idx="4036">
                  <c:v>44369</c:v>
                </c:pt>
                <c:pt idx="4037">
                  <c:v>44370</c:v>
                </c:pt>
                <c:pt idx="4038">
                  <c:v>44371</c:v>
                </c:pt>
                <c:pt idx="4039">
                  <c:v>44372</c:v>
                </c:pt>
                <c:pt idx="4040">
                  <c:v>44375</c:v>
                </c:pt>
                <c:pt idx="4041">
                  <c:v>44376</c:v>
                </c:pt>
                <c:pt idx="4042">
                  <c:v>44377</c:v>
                </c:pt>
                <c:pt idx="4043">
                  <c:v>44378</c:v>
                </c:pt>
                <c:pt idx="4044">
                  <c:v>44379</c:v>
                </c:pt>
                <c:pt idx="4045">
                  <c:v>44382</c:v>
                </c:pt>
                <c:pt idx="4046">
                  <c:v>44383</c:v>
                </c:pt>
                <c:pt idx="4047">
                  <c:v>44384</c:v>
                </c:pt>
                <c:pt idx="4048">
                  <c:v>44385</c:v>
                </c:pt>
                <c:pt idx="4049">
                  <c:v>44386</c:v>
                </c:pt>
                <c:pt idx="4050">
                  <c:v>44389</c:v>
                </c:pt>
                <c:pt idx="4051">
                  <c:v>44390</c:v>
                </c:pt>
                <c:pt idx="4052">
                  <c:v>44391</c:v>
                </c:pt>
                <c:pt idx="4053">
                  <c:v>44392</c:v>
                </c:pt>
                <c:pt idx="4054">
                  <c:v>44393</c:v>
                </c:pt>
                <c:pt idx="4055">
                  <c:v>44396</c:v>
                </c:pt>
                <c:pt idx="4056">
                  <c:v>44397</c:v>
                </c:pt>
                <c:pt idx="4057">
                  <c:v>44398</c:v>
                </c:pt>
                <c:pt idx="4058">
                  <c:v>44399</c:v>
                </c:pt>
                <c:pt idx="4059">
                  <c:v>44400</c:v>
                </c:pt>
                <c:pt idx="4060">
                  <c:v>44403</c:v>
                </c:pt>
                <c:pt idx="4061">
                  <c:v>44404</c:v>
                </c:pt>
                <c:pt idx="4062">
                  <c:v>44405</c:v>
                </c:pt>
                <c:pt idx="4063">
                  <c:v>44406</c:v>
                </c:pt>
                <c:pt idx="4064">
                  <c:v>44407</c:v>
                </c:pt>
                <c:pt idx="4065">
                  <c:v>44410</c:v>
                </c:pt>
                <c:pt idx="4066">
                  <c:v>44411</c:v>
                </c:pt>
                <c:pt idx="4067">
                  <c:v>44412</c:v>
                </c:pt>
                <c:pt idx="4068">
                  <c:v>44413</c:v>
                </c:pt>
                <c:pt idx="4069">
                  <c:v>44414</c:v>
                </c:pt>
                <c:pt idx="4070">
                  <c:v>44417</c:v>
                </c:pt>
                <c:pt idx="4071">
                  <c:v>44418</c:v>
                </c:pt>
                <c:pt idx="4072">
                  <c:v>44419</c:v>
                </c:pt>
                <c:pt idx="4073">
                  <c:v>44420</c:v>
                </c:pt>
                <c:pt idx="4074">
                  <c:v>44421</c:v>
                </c:pt>
                <c:pt idx="4075">
                  <c:v>44424</c:v>
                </c:pt>
                <c:pt idx="4076">
                  <c:v>44425</c:v>
                </c:pt>
                <c:pt idx="4077">
                  <c:v>44426</c:v>
                </c:pt>
                <c:pt idx="4078">
                  <c:v>44427</c:v>
                </c:pt>
                <c:pt idx="4079">
                  <c:v>44428</c:v>
                </c:pt>
                <c:pt idx="4080">
                  <c:v>44431</c:v>
                </c:pt>
                <c:pt idx="4081">
                  <c:v>44432</c:v>
                </c:pt>
                <c:pt idx="4082">
                  <c:v>44433</c:v>
                </c:pt>
                <c:pt idx="4083">
                  <c:v>44434</c:v>
                </c:pt>
                <c:pt idx="4084">
                  <c:v>44435</c:v>
                </c:pt>
                <c:pt idx="4085">
                  <c:v>44438</c:v>
                </c:pt>
                <c:pt idx="4086">
                  <c:v>44439</c:v>
                </c:pt>
                <c:pt idx="4087">
                  <c:v>44440</c:v>
                </c:pt>
                <c:pt idx="4088">
                  <c:v>44441</c:v>
                </c:pt>
                <c:pt idx="4089">
                  <c:v>44442</c:v>
                </c:pt>
                <c:pt idx="4090">
                  <c:v>44445</c:v>
                </c:pt>
                <c:pt idx="4091">
                  <c:v>44446</c:v>
                </c:pt>
                <c:pt idx="4092">
                  <c:v>44447</c:v>
                </c:pt>
                <c:pt idx="4093">
                  <c:v>44448</c:v>
                </c:pt>
                <c:pt idx="4094">
                  <c:v>44449</c:v>
                </c:pt>
                <c:pt idx="4095">
                  <c:v>44452</c:v>
                </c:pt>
                <c:pt idx="4096">
                  <c:v>44453</c:v>
                </c:pt>
                <c:pt idx="4097">
                  <c:v>44454</c:v>
                </c:pt>
                <c:pt idx="4098">
                  <c:v>44455</c:v>
                </c:pt>
                <c:pt idx="4099">
                  <c:v>44456</c:v>
                </c:pt>
                <c:pt idx="4100">
                  <c:v>44459</c:v>
                </c:pt>
                <c:pt idx="4101">
                  <c:v>44460</c:v>
                </c:pt>
                <c:pt idx="4102">
                  <c:v>44461</c:v>
                </c:pt>
                <c:pt idx="4103">
                  <c:v>44462</c:v>
                </c:pt>
                <c:pt idx="4104">
                  <c:v>44463</c:v>
                </c:pt>
                <c:pt idx="4105">
                  <c:v>44466</c:v>
                </c:pt>
                <c:pt idx="4106">
                  <c:v>44467</c:v>
                </c:pt>
                <c:pt idx="4107">
                  <c:v>44468</c:v>
                </c:pt>
                <c:pt idx="4108">
                  <c:v>44469</c:v>
                </c:pt>
                <c:pt idx="4109">
                  <c:v>44470</c:v>
                </c:pt>
                <c:pt idx="4110">
                  <c:v>44473</c:v>
                </c:pt>
                <c:pt idx="4111">
                  <c:v>44474</c:v>
                </c:pt>
                <c:pt idx="4112">
                  <c:v>44475</c:v>
                </c:pt>
                <c:pt idx="4113">
                  <c:v>44476</c:v>
                </c:pt>
                <c:pt idx="4114">
                  <c:v>44477</c:v>
                </c:pt>
                <c:pt idx="4115">
                  <c:v>44480</c:v>
                </c:pt>
                <c:pt idx="4116">
                  <c:v>44481</c:v>
                </c:pt>
                <c:pt idx="4117">
                  <c:v>44482</c:v>
                </c:pt>
                <c:pt idx="4118">
                  <c:v>44483</c:v>
                </c:pt>
                <c:pt idx="4119">
                  <c:v>44484</c:v>
                </c:pt>
                <c:pt idx="4120">
                  <c:v>44487</c:v>
                </c:pt>
                <c:pt idx="4121">
                  <c:v>44488</c:v>
                </c:pt>
                <c:pt idx="4122">
                  <c:v>44489</c:v>
                </c:pt>
                <c:pt idx="4123">
                  <c:v>44490</c:v>
                </c:pt>
                <c:pt idx="4124">
                  <c:v>44491</c:v>
                </c:pt>
                <c:pt idx="4125">
                  <c:v>44494</c:v>
                </c:pt>
                <c:pt idx="4126">
                  <c:v>44495</c:v>
                </c:pt>
                <c:pt idx="4127">
                  <c:v>44496</c:v>
                </c:pt>
                <c:pt idx="4128">
                  <c:v>44497</c:v>
                </c:pt>
                <c:pt idx="4129">
                  <c:v>44498</c:v>
                </c:pt>
                <c:pt idx="4130">
                  <c:v>44501</c:v>
                </c:pt>
                <c:pt idx="4131">
                  <c:v>44502</c:v>
                </c:pt>
                <c:pt idx="4132">
                  <c:v>44503</c:v>
                </c:pt>
                <c:pt idx="4133">
                  <c:v>44504</c:v>
                </c:pt>
                <c:pt idx="4134">
                  <c:v>44505</c:v>
                </c:pt>
                <c:pt idx="4135">
                  <c:v>44508</c:v>
                </c:pt>
                <c:pt idx="4136">
                  <c:v>44509</c:v>
                </c:pt>
                <c:pt idx="4137">
                  <c:v>44510</c:v>
                </c:pt>
                <c:pt idx="4138">
                  <c:v>44511</c:v>
                </c:pt>
                <c:pt idx="4139">
                  <c:v>44512</c:v>
                </c:pt>
                <c:pt idx="4140">
                  <c:v>44515</c:v>
                </c:pt>
                <c:pt idx="4141">
                  <c:v>44516</c:v>
                </c:pt>
                <c:pt idx="4142">
                  <c:v>44517</c:v>
                </c:pt>
                <c:pt idx="4143">
                  <c:v>44518</c:v>
                </c:pt>
                <c:pt idx="4144">
                  <c:v>44519</c:v>
                </c:pt>
                <c:pt idx="4145">
                  <c:v>44522</c:v>
                </c:pt>
                <c:pt idx="4146">
                  <c:v>44523</c:v>
                </c:pt>
                <c:pt idx="4147">
                  <c:v>44524</c:v>
                </c:pt>
                <c:pt idx="4148">
                  <c:v>44525</c:v>
                </c:pt>
                <c:pt idx="4149">
                  <c:v>44526</c:v>
                </c:pt>
                <c:pt idx="4150">
                  <c:v>44529</c:v>
                </c:pt>
                <c:pt idx="4151">
                  <c:v>44530</c:v>
                </c:pt>
                <c:pt idx="4152">
                  <c:v>44531</c:v>
                </c:pt>
                <c:pt idx="4153">
                  <c:v>44532</c:v>
                </c:pt>
                <c:pt idx="4154">
                  <c:v>44533</c:v>
                </c:pt>
                <c:pt idx="4155">
                  <c:v>44536</c:v>
                </c:pt>
                <c:pt idx="4156">
                  <c:v>44537</c:v>
                </c:pt>
                <c:pt idx="4157">
                  <c:v>44538</c:v>
                </c:pt>
                <c:pt idx="4158">
                  <c:v>44539</c:v>
                </c:pt>
                <c:pt idx="4159">
                  <c:v>44540</c:v>
                </c:pt>
                <c:pt idx="4160">
                  <c:v>44543</c:v>
                </c:pt>
                <c:pt idx="4161">
                  <c:v>44544</c:v>
                </c:pt>
                <c:pt idx="4162">
                  <c:v>44545</c:v>
                </c:pt>
                <c:pt idx="4163">
                  <c:v>44546</c:v>
                </c:pt>
                <c:pt idx="4164">
                  <c:v>44547</c:v>
                </c:pt>
                <c:pt idx="4165">
                  <c:v>44550</c:v>
                </c:pt>
                <c:pt idx="4166">
                  <c:v>44551</c:v>
                </c:pt>
                <c:pt idx="4167">
                  <c:v>44552</c:v>
                </c:pt>
                <c:pt idx="4168">
                  <c:v>44553</c:v>
                </c:pt>
                <c:pt idx="4169">
                  <c:v>44554</c:v>
                </c:pt>
                <c:pt idx="4170">
                  <c:v>44557</c:v>
                </c:pt>
                <c:pt idx="4171">
                  <c:v>44558</c:v>
                </c:pt>
                <c:pt idx="4172">
                  <c:v>44559</c:v>
                </c:pt>
                <c:pt idx="4173">
                  <c:v>44560</c:v>
                </c:pt>
                <c:pt idx="4174">
                  <c:v>44561</c:v>
                </c:pt>
                <c:pt idx="4175">
                  <c:v>44564</c:v>
                </c:pt>
                <c:pt idx="4176">
                  <c:v>44565</c:v>
                </c:pt>
                <c:pt idx="4177">
                  <c:v>44566</c:v>
                </c:pt>
                <c:pt idx="4178">
                  <c:v>44567</c:v>
                </c:pt>
                <c:pt idx="4179">
                  <c:v>44568</c:v>
                </c:pt>
                <c:pt idx="4180">
                  <c:v>44571</c:v>
                </c:pt>
                <c:pt idx="4181">
                  <c:v>44572</c:v>
                </c:pt>
                <c:pt idx="4182">
                  <c:v>44573</c:v>
                </c:pt>
                <c:pt idx="4183">
                  <c:v>44574</c:v>
                </c:pt>
                <c:pt idx="4184">
                  <c:v>44575</c:v>
                </c:pt>
                <c:pt idx="4185">
                  <c:v>44578</c:v>
                </c:pt>
                <c:pt idx="4186">
                  <c:v>44579</c:v>
                </c:pt>
                <c:pt idx="4187">
                  <c:v>44580</c:v>
                </c:pt>
                <c:pt idx="4188">
                  <c:v>44581</c:v>
                </c:pt>
                <c:pt idx="4189">
                  <c:v>44582</c:v>
                </c:pt>
                <c:pt idx="4190">
                  <c:v>44585</c:v>
                </c:pt>
                <c:pt idx="4191">
                  <c:v>44586</c:v>
                </c:pt>
                <c:pt idx="4192">
                  <c:v>44587</c:v>
                </c:pt>
                <c:pt idx="4193">
                  <c:v>44588</c:v>
                </c:pt>
                <c:pt idx="4194">
                  <c:v>44589</c:v>
                </c:pt>
                <c:pt idx="4195">
                  <c:v>44592</c:v>
                </c:pt>
                <c:pt idx="4196">
                  <c:v>44593</c:v>
                </c:pt>
                <c:pt idx="4197">
                  <c:v>44594</c:v>
                </c:pt>
                <c:pt idx="4198">
                  <c:v>44595</c:v>
                </c:pt>
                <c:pt idx="4199">
                  <c:v>44596</c:v>
                </c:pt>
                <c:pt idx="4200">
                  <c:v>44599</c:v>
                </c:pt>
                <c:pt idx="4201">
                  <c:v>44600</c:v>
                </c:pt>
                <c:pt idx="4202">
                  <c:v>44601</c:v>
                </c:pt>
                <c:pt idx="4203">
                  <c:v>44602</c:v>
                </c:pt>
                <c:pt idx="4204">
                  <c:v>44603</c:v>
                </c:pt>
                <c:pt idx="4205">
                  <c:v>44606</c:v>
                </c:pt>
                <c:pt idx="4206">
                  <c:v>44607</c:v>
                </c:pt>
                <c:pt idx="4207">
                  <c:v>44608</c:v>
                </c:pt>
                <c:pt idx="4208">
                  <c:v>44609</c:v>
                </c:pt>
                <c:pt idx="4209">
                  <c:v>44610</c:v>
                </c:pt>
                <c:pt idx="4210">
                  <c:v>44613</c:v>
                </c:pt>
                <c:pt idx="4211">
                  <c:v>44614</c:v>
                </c:pt>
                <c:pt idx="4212">
                  <c:v>44615</c:v>
                </c:pt>
                <c:pt idx="4213">
                  <c:v>44616</c:v>
                </c:pt>
                <c:pt idx="4214">
                  <c:v>44617</c:v>
                </c:pt>
                <c:pt idx="4215">
                  <c:v>44620</c:v>
                </c:pt>
                <c:pt idx="4216">
                  <c:v>44621</c:v>
                </c:pt>
                <c:pt idx="4217">
                  <c:v>44622</c:v>
                </c:pt>
                <c:pt idx="4218">
                  <c:v>44623</c:v>
                </c:pt>
                <c:pt idx="4219">
                  <c:v>44624</c:v>
                </c:pt>
                <c:pt idx="4220">
                  <c:v>44627</c:v>
                </c:pt>
                <c:pt idx="4221">
                  <c:v>44628</c:v>
                </c:pt>
                <c:pt idx="4222">
                  <c:v>44629</c:v>
                </c:pt>
                <c:pt idx="4223">
                  <c:v>44630</c:v>
                </c:pt>
                <c:pt idx="4224">
                  <c:v>44631</c:v>
                </c:pt>
                <c:pt idx="4225">
                  <c:v>44634</c:v>
                </c:pt>
                <c:pt idx="4226">
                  <c:v>44635</c:v>
                </c:pt>
                <c:pt idx="4227">
                  <c:v>44636</c:v>
                </c:pt>
                <c:pt idx="4228">
                  <c:v>44637</c:v>
                </c:pt>
                <c:pt idx="4229">
                  <c:v>44638</c:v>
                </c:pt>
                <c:pt idx="4230">
                  <c:v>44641</c:v>
                </c:pt>
                <c:pt idx="4231">
                  <c:v>44642</c:v>
                </c:pt>
                <c:pt idx="4232">
                  <c:v>44643</c:v>
                </c:pt>
                <c:pt idx="4233">
                  <c:v>44644</c:v>
                </c:pt>
                <c:pt idx="4234">
                  <c:v>44645</c:v>
                </c:pt>
                <c:pt idx="4235">
                  <c:v>44648</c:v>
                </c:pt>
                <c:pt idx="4236">
                  <c:v>44649</c:v>
                </c:pt>
                <c:pt idx="4237">
                  <c:v>44650</c:v>
                </c:pt>
                <c:pt idx="4238">
                  <c:v>44651</c:v>
                </c:pt>
                <c:pt idx="4239">
                  <c:v>44652</c:v>
                </c:pt>
                <c:pt idx="4240">
                  <c:v>44655</c:v>
                </c:pt>
                <c:pt idx="4241">
                  <c:v>44656</c:v>
                </c:pt>
                <c:pt idx="4242">
                  <c:v>44657</c:v>
                </c:pt>
                <c:pt idx="4243">
                  <c:v>44658</c:v>
                </c:pt>
                <c:pt idx="4244">
                  <c:v>44659</c:v>
                </c:pt>
                <c:pt idx="4245">
                  <c:v>44662</c:v>
                </c:pt>
                <c:pt idx="4246">
                  <c:v>44663</c:v>
                </c:pt>
                <c:pt idx="4247">
                  <c:v>44664</c:v>
                </c:pt>
                <c:pt idx="4248">
                  <c:v>44665</c:v>
                </c:pt>
                <c:pt idx="4249">
                  <c:v>44666</c:v>
                </c:pt>
                <c:pt idx="4250">
                  <c:v>44669</c:v>
                </c:pt>
                <c:pt idx="4251">
                  <c:v>44670</c:v>
                </c:pt>
                <c:pt idx="4252">
                  <c:v>44671</c:v>
                </c:pt>
                <c:pt idx="4253">
                  <c:v>44672</c:v>
                </c:pt>
                <c:pt idx="4254">
                  <c:v>44673</c:v>
                </c:pt>
                <c:pt idx="4255">
                  <c:v>44676</c:v>
                </c:pt>
                <c:pt idx="4256">
                  <c:v>44677</c:v>
                </c:pt>
                <c:pt idx="4257">
                  <c:v>44678</c:v>
                </c:pt>
                <c:pt idx="4258">
                  <c:v>44679</c:v>
                </c:pt>
                <c:pt idx="4259">
                  <c:v>44680</c:v>
                </c:pt>
                <c:pt idx="4260">
                  <c:v>44683</c:v>
                </c:pt>
                <c:pt idx="4261">
                  <c:v>44684</c:v>
                </c:pt>
                <c:pt idx="4262">
                  <c:v>44685</c:v>
                </c:pt>
                <c:pt idx="4263">
                  <c:v>44686</c:v>
                </c:pt>
                <c:pt idx="4264">
                  <c:v>44687</c:v>
                </c:pt>
                <c:pt idx="4265">
                  <c:v>44690</c:v>
                </c:pt>
                <c:pt idx="4266">
                  <c:v>44691</c:v>
                </c:pt>
                <c:pt idx="4267">
                  <c:v>44692</c:v>
                </c:pt>
                <c:pt idx="4268">
                  <c:v>44693</c:v>
                </c:pt>
                <c:pt idx="4269">
                  <c:v>44694</c:v>
                </c:pt>
                <c:pt idx="4270">
                  <c:v>44697</c:v>
                </c:pt>
                <c:pt idx="4271">
                  <c:v>44698</c:v>
                </c:pt>
                <c:pt idx="4272">
                  <c:v>44699</c:v>
                </c:pt>
                <c:pt idx="4273">
                  <c:v>44700</c:v>
                </c:pt>
                <c:pt idx="4274">
                  <c:v>44701</c:v>
                </c:pt>
                <c:pt idx="4275">
                  <c:v>44704</c:v>
                </c:pt>
                <c:pt idx="4276">
                  <c:v>44705</c:v>
                </c:pt>
                <c:pt idx="4277">
                  <c:v>44706</c:v>
                </c:pt>
                <c:pt idx="4278">
                  <c:v>44707</c:v>
                </c:pt>
                <c:pt idx="4279">
                  <c:v>44708</c:v>
                </c:pt>
                <c:pt idx="4280">
                  <c:v>44711</c:v>
                </c:pt>
                <c:pt idx="4281">
                  <c:v>44712</c:v>
                </c:pt>
                <c:pt idx="4282">
                  <c:v>44713</c:v>
                </c:pt>
                <c:pt idx="4283">
                  <c:v>44714</c:v>
                </c:pt>
                <c:pt idx="4284">
                  <c:v>44715</c:v>
                </c:pt>
                <c:pt idx="4285">
                  <c:v>44718</c:v>
                </c:pt>
                <c:pt idx="4286">
                  <c:v>44719</c:v>
                </c:pt>
                <c:pt idx="4287">
                  <c:v>44720</c:v>
                </c:pt>
                <c:pt idx="4288">
                  <c:v>44721</c:v>
                </c:pt>
                <c:pt idx="4289">
                  <c:v>44722</c:v>
                </c:pt>
                <c:pt idx="4290">
                  <c:v>44725</c:v>
                </c:pt>
                <c:pt idx="4291">
                  <c:v>44726</c:v>
                </c:pt>
                <c:pt idx="4292">
                  <c:v>44727</c:v>
                </c:pt>
                <c:pt idx="4293">
                  <c:v>44728</c:v>
                </c:pt>
                <c:pt idx="4294">
                  <c:v>44729</c:v>
                </c:pt>
                <c:pt idx="4295">
                  <c:v>44732</c:v>
                </c:pt>
                <c:pt idx="4296">
                  <c:v>44733</c:v>
                </c:pt>
                <c:pt idx="4297">
                  <c:v>44734</c:v>
                </c:pt>
                <c:pt idx="4298">
                  <c:v>44735</c:v>
                </c:pt>
                <c:pt idx="4299">
                  <c:v>44736</c:v>
                </c:pt>
                <c:pt idx="4300">
                  <c:v>44739</c:v>
                </c:pt>
                <c:pt idx="4301">
                  <c:v>44740</c:v>
                </c:pt>
                <c:pt idx="4302">
                  <c:v>44741</c:v>
                </c:pt>
                <c:pt idx="4303">
                  <c:v>44742</c:v>
                </c:pt>
                <c:pt idx="4304">
                  <c:v>44743</c:v>
                </c:pt>
                <c:pt idx="4305">
                  <c:v>44746</c:v>
                </c:pt>
                <c:pt idx="4306">
                  <c:v>44747</c:v>
                </c:pt>
                <c:pt idx="4307">
                  <c:v>44748</c:v>
                </c:pt>
                <c:pt idx="4308">
                  <c:v>44749</c:v>
                </c:pt>
                <c:pt idx="4309">
                  <c:v>44750</c:v>
                </c:pt>
                <c:pt idx="4310">
                  <c:v>44753</c:v>
                </c:pt>
                <c:pt idx="4311">
                  <c:v>44754</c:v>
                </c:pt>
                <c:pt idx="4312">
                  <c:v>44755</c:v>
                </c:pt>
                <c:pt idx="4313">
                  <c:v>44756</c:v>
                </c:pt>
                <c:pt idx="4314">
                  <c:v>44757</c:v>
                </c:pt>
                <c:pt idx="4315">
                  <c:v>44760</c:v>
                </c:pt>
                <c:pt idx="4316">
                  <c:v>44761</c:v>
                </c:pt>
                <c:pt idx="4317">
                  <c:v>44762</c:v>
                </c:pt>
                <c:pt idx="4318">
                  <c:v>44763</c:v>
                </c:pt>
                <c:pt idx="4319">
                  <c:v>44764</c:v>
                </c:pt>
                <c:pt idx="4320">
                  <c:v>44767</c:v>
                </c:pt>
                <c:pt idx="4321">
                  <c:v>44768</c:v>
                </c:pt>
                <c:pt idx="4322">
                  <c:v>44769</c:v>
                </c:pt>
                <c:pt idx="4323">
                  <c:v>44770</c:v>
                </c:pt>
                <c:pt idx="4324">
                  <c:v>44771</c:v>
                </c:pt>
                <c:pt idx="4325">
                  <c:v>44774</c:v>
                </c:pt>
                <c:pt idx="4326">
                  <c:v>44775</c:v>
                </c:pt>
                <c:pt idx="4327">
                  <c:v>44776</c:v>
                </c:pt>
                <c:pt idx="4328">
                  <c:v>44777</c:v>
                </c:pt>
                <c:pt idx="4329">
                  <c:v>44778</c:v>
                </c:pt>
                <c:pt idx="4330">
                  <c:v>44781</c:v>
                </c:pt>
                <c:pt idx="4331">
                  <c:v>44782</c:v>
                </c:pt>
                <c:pt idx="4332">
                  <c:v>44783</c:v>
                </c:pt>
                <c:pt idx="4333">
                  <c:v>44784</c:v>
                </c:pt>
                <c:pt idx="4334">
                  <c:v>44785</c:v>
                </c:pt>
                <c:pt idx="4335">
                  <c:v>44788</c:v>
                </c:pt>
                <c:pt idx="4336">
                  <c:v>44789</c:v>
                </c:pt>
                <c:pt idx="4337">
                  <c:v>44790</c:v>
                </c:pt>
                <c:pt idx="4338">
                  <c:v>44791</c:v>
                </c:pt>
                <c:pt idx="4339">
                  <c:v>44792</c:v>
                </c:pt>
                <c:pt idx="4340">
                  <c:v>44795</c:v>
                </c:pt>
                <c:pt idx="4341">
                  <c:v>44796</c:v>
                </c:pt>
                <c:pt idx="4342">
                  <c:v>44797</c:v>
                </c:pt>
                <c:pt idx="4343">
                  <c:v>44798</c:v>
                </c:pt>
                <c:pt idx="4344">
                  <c:v>44799</c:v>
                </c:pt>
                <c:pt idx="4345">
                  <c:v>44802</c:v>
                </c:pt>
                <c:pt idx="4346">
                  <c:v>44803</c:v>
                </c:pt>
                <c:pt idx="4347">
                  <c:v>44804</c:v>
                </c:pt>
                <c:pt idx="4348">
                  <c:v>44805</c:v>
                </c:pt>
                <c:pt idx="4349">
                  <c:v>44806</c:v>
                </c:pt>
                <c:pt idx="4350">
                  <c:v>44809</c:v>
                </c:pt>
                <c:pt idx="4351">
                  <c:v>44810</c:v>
                </c:pt>
                <c:pt idx="4352">
                  <c:v>44811</c:v>
                </c:pt>
                <c:pt idx="4353">
                  <c:v>44812</c:v>
                </c:pt>
                <c:pt idx="4354">
                  <c:v>44813</c:v>
                </c:pt>
                <c:pt idx="4355">
                  <c:v>44816</c:v>
                </c:pt>
                <c:pt idx="4356">
                  <c:v>44817</c:v>
                </c:pt>
                <c:pt idx="4357">
                  <c:v>44818</c:v>
                </c:pt>
                <c:pt idx="4358">
                  <c:v>44819</c:v>
                </c:pt>
                <c:pt idx="4359">
                  <c:v>44820</c:v>
                </c:pt>
                <c:pt idx="4360">
                  <c:v>44823</c:v>
                </c:pt>
                <c:pt idx="4361">
                  <c:v>44824</c:v>
                </c:pt>
                <c:pt idx="4362">
                  <c:v>44825</c:v>
                </c:pt>
                <c:pt idx="4363">
                  <c:v>44826</c:v>
                </c:pt>
                <c:pt idx="4364">
                  <c:v>44827</c:v>
                </c:pt>
                <c:pt idx="4365">
                  <c:v>44830</c:v>
                </c:pt>
                <c:pt idx="4366">
                  <c:v>44831</c:v>
                </c:pt>
                <c:pt idx="4367">
                  <c:v>44832</c:v>
                </c:pt>
                <c:pt idx="4368">
                  <c:v>44833</c:v>
                </c:pt>
                <c:pt idx="4369">
                  <c:v>44834</c:v>
                </c:pt>
                <c:pt idx="4370">
                  <c:v>44837</c:v>
                </c:pt>
                <c:pt idx="4371">
                  <c:v>44838</c:v>
                </c:pt>
                <c:pt idx="4372">
                  <c:v>44839</c:v>
                </c:pt>
                <c:pt idx="4373">
                  <c:v>44840</c:v>
                </c:pt>
                <c:pt idx="4374">
                  <c:v>44841</c:v>
                </c:pt>
                <c:pt idx="4375">
                  <c:v>44844</c:v>
                </c:pt>
                <c:pt idx="4376">
                  <c:v>44845</c:v>
                </c:pt>
                <c:pt idx="4377">
                  <c:v>44846</c:v>
                </c:pt>
                <c:pt idx="4378">
                  <c:v>44847</c:v>
                </c:pt>
                <c:pt idx="4379">
                  <c:v>44848</c:v>
                </c:pt>
                <c:pt idx="4380">
                  <c:v>44851</c:v>
                </c:pt>
                <c:pt idx="4381">
                  <c:v>44852</c:v>
                </c:pt>
                <c:pt idx="4382">
                  <c:v>44853</c:v>
                </c:pt>
                <c:pt idx="4383">
                  <c:v>44854</c:v>
                </c:pt>
                <c:pt idx="4384">
                  <c:v>44855</c:v>
                </c:pt>
                <c:pt idx="4385">
                  <c:v>44858</c:v>
                </c:pt>
                <c:pt idx="4386">
                  <c:v>44859</c:v>
                </c:pt>
                <c:pt idx="4387">
                  <c:v>44860</c:v>
                </c:pt>
                <c:pt idx="4388">
                  <c:v>44861</c:v>
                </c:pt>
                <c:pt idx="4389">
                  <c:v>44862</c:v>
                </c:pt>
                <c:pt idx="4390">
                  <c:v>44865</c:v>
                </c:pt>
                <c:pt idx="4391">
                  <c:v>44866</c:v>
                </c:pt>
                <c:pt idx="4392">
                  <c:v>44867</c:v>
                </c:pt>
                <c:pt idx="4393">
                  <c:v>44868</c:v>
                </c:pt>
                <c:pt idx="4394">
                  <c:v>44869</c:v>
                </c:pt>
                <c:pt idx="4395">
                  <c:v>44872</c:v>
                </c:pt>
                <c:pt idx="4396">
                  <c:v>44873</c:v>
                </c:pt>
                <c:pt idx="4397">
                  <c:v>44874</c:v>
                </c:pt>
                <c:pt idx="4398">
                  <c:v>44875</c:v>
                </c:pt>
                <c:pt idx="4399">
                  <c:v>44876</c:v>
                </c:pt>
                <c:pt idx="4400">
                  <c:v>44879</c:v>
                </c:pt>
                <c:pt idx="4401">
                  <c:v>44880</c:v>
                </c:pt>
                <c:pt idx="4402">
                  <c:v>44881</c:v>
                </c:pt>
                <c:pt idx="4403">
                  <c:v>44882</c:v>
                </c:pt>
                <c:pt idx="4404">
                  <c:v>44883</c:v>
                </c:pt>
                <c:pt idx="4405">
                  <c:v>44886</c:v>
                </c:pt>
                <c:pt idx="4406">
                  <c:v>44887</c:v>
                </c:pt>
                <c:pt idx="4407">
                  <c:v>44888</c:v>
                </c:pt>
                <c:pt idx="4408">
                  <c:v>44889</c:v>
                </c:pt>
                <c:pt idx="4409">
                  <c:v>44890</c:v>
                </c:pt>
                <c:pt idx="4410">
                  <c:v>44893</c:v>
                </c:pt>
                <c:pt idx="4411">
                  <c:v>44894</c:v>
                </c:pt>
                <c:pt idx="4412">
                  <c:v>44895</c:v>
                </c:pt>
                <c:pt idx="4413">
                  <c:v>44896</c:v>
                </c:pt>
                <c:pt idx="4414">
                  <c:v>44897</c:v>
                </c:pt>
                <c:pt idx="4415">
                  <c:v>44900</c:v>
                </c:pt>
                <c:pt idx="4416">
                  <c:v>44901</c:v>
                </c:pt>
                <c:pt idx="4417">
                  <c:v>44902</c:v>
                </c:pt>
                <c:pt idx="4418">
                  <c:v>44903</c:v>
                </c:pt>
                <c:pt idx="4419">
                  <c:v>44904</c:v>
                </c:pt>
                <c:pt idx="4420">
                  <c:v>44907</c:v>
                </c:pt>
                <c:pt idx="4421">
                  <c:v>44908</c:v>
                </c:pt>
                <c:pt idx="4422">
                  <c:v>44909</c:v>
                </c:pt>
                <c:pt idx="4423">
                  <c:v>44910</c:v>
                </c:pt>
                <c:pt idx="4424">
                  <c:v>44911</c:v>
                </c:pt>
                <c:pt idx="4425">
                  <c:v>44914</c:v>
                </c:pt>
                <c:pt idx="4426">
                  <c:v>44915</c:v>
                </c:pt>
                <c:pt idx="4427">
                  <c:v>44916</c:v>
                </c:pt>
                <c:pt idx="4428">
                  <c:v>44917</c:v>
                </c:pt>
                <c:pt idx="4429">
                  <c:v>44918</c:v>
                </c:pt>
                <c:pt idx="4430">
                  <c:v>44921</c:v>
                </c:pt>
                <c:pt idx="4431">
                  <c:v>44922</c:v>
                </c:pt>
                <c:pt idx="4432">
                  <c:v>44923</c:v>
                </c:pt>
                <c:pt idx="4433">
                  <c:v>44924</c:v>
                </c:pt>
                <c:pt idx="4434">
                  <c:v>44925</c:v>
                </c:pt>
                <c:pt idx="4435">
                  <c:v>44928</c:v>
                </c:pt>
                <c:pt idx="4436">
                  <c:v>44929</c:v>
                </c:pt>
                <c:pt idx="4437">
                  <c:v>44930</c:v>
                </c:pt>
                <c:pt idx="4438">
                  <c:v>44931</c:v>
                </c:pt>
                <c:pt idx="4439">
                  <c:v>44932</c:v>
                </c:pt>
                <c:pt idx="4440">
                  <c:v>44935</c:v>
                </c:pt>
                <c:pt idx="4441">
                  <c:v>44936</c:v>
                </c:pt>
                <c:pt idx="4442">
                  <c:v>44937</c:v>
                </c:pt>
                <c:pt idx="4443">
                  <c:v>44938</c:v>
                </c:pt>
                <c:pt idx="4444">
                  <c:v>44939</c:v>
                </c:pt>
                <c:pt idx="4445">
                  <c:v>44942</c:v>
                </c:pt>
                <c:pt idx="4446">
                  <c:v>44943</c:v>
                </c:pt>
                <c:pt idx="4447">
                  <c:v>44944</c:v>
                </c:pt>
                <c:pt idx="4448">
                  <c:v>44945</c:v>
                </c:pt>
                <c:pt idx="4449">
                  <c:v>44946</c:v>
                </c:pt>
                <c:pt idx="4450">
                  <c:v>44949</c:v>
                </c:pt>
                <c:pt idx="4451">
                  <c:v>44950</c:v>
                </c:pt>
                <c:pt idx="4452">
                  <c:v>44951</c:v>
                </c:pt>
                <c:pt idx="4453">
                  <c:v>44952</c:v>
                </c:pt>
                <c:pt idx="4454">
                  <c:v>44953</c:v>
                </c:pt>
                <c:pt idx="4455">
                  <c:v>44956</c:v>
                </c:pt>
                <c:pt idx="4456">
                  <c:v>44957</c:v>
                </c:pt>
                <c:pt idx="4457">
                  <c:v>44958</c:v>
                </c:pt>
                <c:pt idx="4458">
                  <c:v>44959</c:v>
                </c:pt>
                <c:pt idx="4459">
                  <c:v>44960</c:v>
                </c:pt>
                <c:pt idx="4460">
                  <c:v>44963</c:v>
                </c:pt>
                <c:pt idx="4461">
                  <c:v>44964</c:v>
                </c:pt>
                <c:pt idx="4462">
                  <c:v>44965</c:v>
                </c:pt>
                <c:pt idx="4463">
                  <c:v>44966</c:v>
                </c:pt>
                <c:pt idx="4464">
                  <c:v>44967</c:v>
                </c:pt>
                <c:pt idx="4465">
                  <c:v>44970</c:v>
                </c:pt>
                <c:pt idx="4466">
                  <c:v>44971</c:v>
                </c:pt>
                <c:pt idx="4467">
                  <c:v>44972</c:v>
                </c:pt>
                <c:pt idx="4468">
                  <c:v>44973</c:v>
                </c:pt>
                <c:pt idx="4469">
                  <c:v>44974</c:v>
                </c:pt>
                <c:pt idx="4470">
                  <c:v>44977</c:v>
                </c:pt>
                <c:pt idx="4471">
                  <c:v>44978</c:v>
                </c:pt>
                <c:pt idx="4472">
                  <c:v>44979</c:v>
                </c:pt>
                <c:pt idx="4473">
                  <c:v>44980</c:v>
                </c:pt>
                <c:pt idx="4474">
                  <c:v>44981</c:v>
                </c:pt>
                <c:pt idx="4475">
                  <c:v>44984</c:v>
                </c:pt>
                <c:pt idx="4476">
                  <c:v>44985</c:v>
                </c:pt>
                <c:pt idx="4477">
                  <c:v>44986</c:v>
                </c:pt>
                <c:pt idx="4478">
                  <c:v>44987</c:v>
                </c:pt>
                <c:pt idx="4479">
                  <c:v>44988</c:v>
                </c:pt>
                <c:pt idx="4480">
                  <c:v>44991</c:v>
                </c:pt>
                <c:pt idx="4481">
                  <c:v>44992</c:v>
                </c:pt>
                <c:pt idx="4482">
                  <c:v>44993</c:v>
                </c:pt>
                <c:pt idx="4483">
                  <c:v>44994</c:v>
                </c:pt>
                <c:pt idx="4484">
                  <c:v>44995</c:v>
                </c:pt>
                <c:pt idx="4485">
                  <c:v>44998</c:v>
                </c:pt>
                <c:pt idx="4486">
                  <c:v>44999</c:v>
                </c:pt>
                <c:pt idx="4487">
                  <c:v>45000</c:v>
                </c:pt>
                <c:pt idx="4488">
                  <c:v>45001</c:v>
                </c:pt>
                <c:pt idx="4489">
                  <c:v>45002</c:v>
                </c:pt>
                <c:pt idx="4490">
                  <c:v>45005</c:v>
                </c:pt>
                <c:pt idx="4491">
                  <c:v>45006</c:v>
                </c:pt>
                <c:pt idx="4492">
                  <c:v>45007</c:v>
                </c:pt>
                <c:pt idx="4493">
                  <c:v>45008</c:v>
                </c:pt>
                <c:pt idx="4494">
                  <c:v>45009</c:v>
                </c:pt>
                <c:pt idx="4495">
                  <c:v>45012</c:v>
                </c:pt>
                <c:pt idx="4496">
                  <c:v>45013</c:v>
                </c:pt>
                <c:pt idx="4497">
                  <c:v>45014</c:v>
                </c:pt>
                <c:pt idx="4498">
                  <c:v>45015</c:v>
                </c:pt>
                <c:pt idx="4499">
                  <c:v>45016</c:v>
                </c:pt>
                <c:pt idx="4500">
                  <c:v>45019</c:v>
                </c:pt>
                <c:pt idx="4501">
                  <c:v>45020</c:v>
                </c:pt>
                <c:pt idx="4502">
                  <c:v>45021</c:v>
                </c:pt>
                <c:pt idx="4503">
                  <c:v>45022</c:v>
                </c:pt>
                <c:pt idx="4504">
                  <c:v>45023</c:v>
                </c:pt>
                <c:pt idx="4505">
                  <c:v>45026</c:v>
                </c:pt>
                <c:pt idx="4506">
                  <c:v>45027</c:v>
                </c:pt>
                <c:pt idx="4507">
                  <c:v>45028</c:v>
                </c:pt>
                <c:pt idx="4508">
                  <c:v>45029</c:v>
                </c:pt>
                <c:pt idx="4509">
                  <c:v>45030</c:v>
                </c:pt>
                <c:pt idx="4510">
                  <c:v>45033</c:v>
                </c:pt>
                <c:pt idx="4511">
                  <c:v>45034</c:v>
                </c:pt>
                <c:pt idx="4512">
                  <c:v>45035</c:v>
                </c:pt>
                <c:pt idx="4513">
                  <c:v>45036</c:v>
                </c:pt>
                <c:pt idx="4514">
                  <c:v>45037</c:v>
                </c:pt>
                <c:pt idx="4515">
                  <c:v>45040</c:v>
                </c:pt>
                <c:pt idx="4516">
                  <c:v>45041</c:v>
                </c:pt>
                <c:pt idx="4517">
                  <c:v>45042</c:v>
                </c:pt>
                <c:pt idx="4518">
                  <c:v>45043</c:v>
                </c:pt>
                <c:pt idx="4519">
                  <c:v>45044</c:v>
                </c:pt>
                <c:pt idx="4520">
                  <c:v>45047</c:v>
                </c:pt>
                <c:pt idx="4521">
                  <c:v>45048</c:v>
                </c:pt>
                <c:pt idx="4522">
                  <c:v>45049</c:v>
                </c:pt>
                <c:pt idx="4523">
                  <c:v>45050</c:v>
                </c:pt>
                <c:pt idx="4524">
                  <c:v>45051</c:v>
                </c:pt>
                <c:pt idx="4525">
                  <c:v>45054</c:v>
                </c:pt>
                <c:pt idx="4526">
                  <c:v>45055</c:v>
                </c:pt>
                <c:pt idx="4527">
                  <c:v>45056</c:v>
                </c:pt>
                <c:pt idx="4528">
                  <c:v>45057</c:v>
                </c:pt>
                <c:pt idx="4529">
                  <c:v>45058</c:v>
                </c:pt>
                <c:pt idx="4530">
                  <c:v>45061</c:v>
                </c:pt>
                <c:pt idx="4531">
                  <c:v>45062</c:v>
                </c:pt>
                <c:pt idx="4532">
                  <c:v>45063</c:v>
                </c:pt>
                <c:pt idx="4533">
                  <c:v>45064</c:v>
                </c:pt>
                <c:pt idx="4534">
                  <c:v>45065</c:v>
                </c:pt>
                <c:pt idx="4535">
                  <c:v>45068</c:v>
                </c:pt>
                <c:pt idx="4536">
                  <c:v>45069</c:v>
                </c:pt>
                <c:pt idx="4537">
                  <c:v>45070</c:v>
                </c:pt>
                <c:pt idx="4538">
                  <c:v>45071</c:v>
                </c:pt>
                <c:pt idx="4539">
                  <c:v>45072</c:v>
                </c:pt>
                <c:pt idx="4540">
                  <c:v>45075</c:v>
                </c:pt>
                <c:pt idx="4541">
                  <c:v>45076</c:v>
                </c:pt>
                <c:pt idx="4542">
                  <c:v>45077</c:v>
                </c:pt>
                <c:pt idx="4543">
                  <c:v>45078</c:v>
                </c:pt>
                <c:pt idx="4544">
                  <c:v>45079</c:v>
                </c:pt>
                <c:pt idx="4545">
                  <c:v>45082</c:v>
                </c:pt>
                <c:pt idx="4546">
                  <c:v>45083</c:v>
                </c:pt>
                <c:pt idx="4547">
                  <c:v>45084</c:v>
                </c:pt>
                <c:pt idx="4548">
                  <c:v>45085</c:v>
                </c:pt>
                <c:pt idx="4549">
                  <c:v>45086</c:v>
                </c:pt>
                <c:pt idx="4550">
                  <c:v>45089</c:v>
                </c:pt>
                <c:pt idx="4551">
                  <c:v>45090</c:v>
                </c:pt>
                <c:pt idx="4552">
                  <c:v>45091</c:v>
                </c:pt>
                <c:pt idx="4553">
                  <c:v>45092</c:v>
                </c:pt>
                <c:pt idx="4554">
                  <c:v>45093</c:v>
                </c:pt>
                <c:pt idx="4555">
                  <c:v>45096</c:v>
                </c:pt>
                <c:pt idx="4556">
                  <c:v>45097</c:v>
                </c:pt>
                <c:pt idx="4557">
                  <c:v>45098</c:v>
                </c:pt>
                <c:pt idx="4558">
                  <c:v>45099</c:v>
                </c:pt>
                <c:pt idx="4559">
                  <c:v>45100</c:v>
                </c:pt>
                <c:pt idx="4560">
                  <c:v>45103</c:v>
                </c:pt>
                <c:pt idx="4561">
                  <c:v>45104</c:v>
                </c:pt>
                <c:pt idx="4562">
                  <c:v>45105</c:v>
                </c:pt>
                <c:pt idx="4563">
                  <c:v>45106</c:v>
                </c:pt>
                <c:pt idx="4564">
                  <c:v>45107</c:v>
                </c:pt>
                <c:pt idx="4565">
                  <c:v>45110</c:v>
                </c:pt>
                <c:pt idx="4566">
                  <c:v>45111</c:v>
                </c:pt>
                <c:pt idx="4567">
                  <c:v>45112</c:v>
                </c:pt>
                <c:pt idx="4568">
                  <c:v>45113</c:v>
                </c:pt>
                <c:pt idx="4569">
                  <c:v>45114</c:v>
                </c:pt>
                <c:pt idx="4570">
                  <c:v>45117</c:v>
                </c:pt>
                <c:pt idx="4571">
                  <c:v>45118</c:v>
                </c:pt>
                <c:pt idx="4572">
                  <c:v>45119</c:v>
                </c:pt>
                <c:pt idx="4573">
                  <c:v>45120</c:v>
                </c:pt>
                <c:pt idx="4574">
                  <c:v>45121</c:v>
                </c:pt>
                <c:pt idx="4575">
                  <c:v>45124</c:v>
                </c:pt>
                <c:pt idx="4576">
                  <c:v>45125</c:v>
                </c:pt>
                <c:pt idx="4577">
                  <c:v>45126</c:v>
                </c:pt>
                <c:pt idx="4578">
                  <c:v>45127</c:v>
                </c:pt>
                <c:pt idx="4579">
                  <c:v>45128</c:v>
                </c:pt>
                <c:pt idx="4580">
                  <c:v>45131</c:v>
                </c:pt>
                <c:pt idx="4581">
                  <c:v>45132</c:v>
                </c:pt>
                <c:pt idx="4582">
                  <c:v>45133</c:v>
                </c:pt>
                <c:pt idx="4583">
                  <c:v>45134</c:v>
                </c:pt>
                <c:pt idx="4584">
                  <c:v>45135</c:v>
                </c:pt>
                <c:pt idx="4585">
                  <c:v>45138</c:v>
                </c:pt>
                <c:pt idx="4586">
                  <c:v>45139</c:v>
                </c:pt>
                <c:pt idx="4587">
                  <c:v>45140</c:v>
                </c:pt>
                <c:pt idx="4588">
                  <c:v>45141</c:v>
                </c:pt>
                <c:pt idx="4589">
                  <c:v>45142</c:v>
                </c:pt>
                <c:pt idx="4590">
                  <c:v>45145</c:v>
                </c:pt>
                <c:pt idx="4591">
                  <c:v>45146</c:v>
                </c:pt>
                <c:pt idx="4592">
                  <c:v>45147</c:v>
                </c:pt>
                <c:pt idx="4593">
                  <c:v>45148</c:v>
                </c:pt>
                <c:pt idx="4594">
                  <c:v>45149</c:v>
                </c:pt>
                <c:pt idx="4595">
                  <c:v>45152</c:v>
                </c:pt>
                <c:pt idx="4596">
                  <c:v>45153</c:v>
                </c:pt>
                <c:pt idx="4597">
                  <c:v>45154</c:v>
                </c:pt>
                <c:pt idx="4598">
                  <c:v>45155</c:v>
                </c:pt>
                <c:pt idx="4599">
                  <c:v>45156</c:v>
                </c:pt>
                <c:pt idx="4600">
                  <c:v>45159</c:v>
                </c:pt>
                <c:pt idx="4601">
                  <c:v>45160</c:v>
                </c:pt>
                <c:pt idx="4602">
                  <c:v>45161</c:v>
                </c:pt>
                <c:pt idx="4603">
                  <c:v>45162</c:v>
                </c:pt>
                <c:pt idx="4604">
                  <c:v>45163</c:v>
                </c:pt>
                <c:pt idx="4605">
                  <c:v>45166</c:v>
                </c:pt>
                <c:pt idx="4606">
                  <c:v>45167</c:v>
                </c:pt>
                <c:pt idx="4607">
                  <c:v>45168</c:v>
                </c:pt>
                <c:pt idx="4608">
                  <c:v>45169</c:v>
                </c:pt>
                <c:pt idx="4609">
                  <c:v>45170</c:v>
                </c:pt>
                <c:pt idx="4610">
                  <c:v>45173</c:v>
                </c:pt>
                <c:pt idx="4611">
                  <c:v>45174</c:v>
                </c:pt>
                <c:pt idx="4612">
                  <c:v>45175</c:v>
                </c:pt>
                <c:pt idx="4613">
                  <c:v>45176</c:v>
                </c:pt>
                <c:pt idx="4614">
                  <c:v>45177</c:v>
                </c:pt>
                <c:pt idx="4615">
                  <c:v>45180</c:v>
                </c:pt>
                <c:pt idx="4616">
                  <c:v>45181</c:v>
                </c:pt>
                <c:pt idx="4617">
                  <c:v>45182</c:v>
                </c:pt>
                <c:pt idx="4618">
                  <c:v>45183</c:v>
                </c:pt>
                <c:pt idx="4619">
                  <c:v>45184</c:v>
                </c:pt>
                <c:pt idx="4620">
                  <c:v>45187</c:v>
                </c:pt>
                <c:pt idx="4621">
                  <c:v>45188</c:v>
                </c:pt>
                <c:pt idx="4622">
                  <c:v>45189</c:v>
                </c:pt>
                <c:pt idx="4623">
                  <c:v>45190</c:v>
                </c:pt>
                <c:pt idx="4624">
                  <c:v>45191</c:v>
                </c:pt>
                <c:pt idx="4625">
                  <c:v>45194</c:v>
                </c:pt>
                <c:pt idx="4626">
                  <c:v>45195</c:v>
                </c:pt>
                <c:pt idx="4627">
                  <c:v>45196</c:v>
                </c:pt>
                <c:pt idx="4628">
                  <c:v>45197</c:v>
                </c:pt>
                <c:pt idx="4629">
                  <c:v>45198</c:v>
                </c:pt>
                <c:pt idx="4630">
                  <c:v>45201</c:v>
                </c:pt>
                <c:pt idx="4631">
                  <c:v>45202</c:v>
                </c:pt>
                <c:pt idx="4632">
                  <c:v>45203</c:v>
                </c:pt>
                <c:pt idx="4633">
                  <c:v>45204</c:v>
                </c:pt>
                <c:pt idx="4634">
                  <c:v>45205</c:v>
                </c:pt>
                <c:pt idx="4635">
                  <c:v>45208</c:v>
                </c:pt>
                <c:pt idx="4636">
                  <c:v>45209</c:v>
                </c:pt>
                <c:pt idx="4637">
                  <c:v>45210</c:v>
                </c:pt>
                <c:pt idx="4638">
                  <c:v>45211</c:v>
                </c:pt>
                <c:pt idx="4639">
                  <c:v>45212</c:v>
                </c:pt>
                <c:pt idx="4640">
                  <c:v>45215</c:v>
                </c:pt>
                <c:pt idx="4641">
                  <c:v>45216</c:v>
                </c:pt>
                <c:pt idx="4642">
                  <c:v>45217</c:v>
                </c:pt>
                <c:pt idx="4643">
                  <c:v>45218</c:v>
                </c:pt>
                <c:pt idx="4644">
                  <c:v>45219</c:v>
                </c:pt>
                <c:pt idx="4645">
                  <c:v>45222</c:v>
                </c:pt>
                <c:pt idx="4646">
                  <c:v>45223</c:v>
                </c:pt>
                <c:pt idx="4647">
                  <c:v>45224</c:v>
                </c:pt>
                <c:pt idx="4648">
                  <c:v>45225</c:v>
                </c:pt>
                <c:pt idx="4649">
                  <c:v>45226</c:v>
                </c:pt>
                <c:pt idx="4650">
                  <c:v>45229</c:v>
                </c:pt>
                <c:pt idx="4651">
                  <c:v>45230</c:v>
                </c:pt>
                <c:pt idx="4652">
                  <c:v>45231</c:v>
                </c:pt>
                <c:pt idx="4653">
                  <c:v>45232</c:v>
                </c:pt>
                <c:pt idx="4654">
                  <c:v>45233</c:v>
                </c:pt>
                <c:pt idx="4655">
                  <c:v>45236</c:v>
                </c:pt>
                <c:pt idx="4656">
                  <c:v>45237</c:v>
                </c:pt>
                <c:pt idx="4657">
                  <c:v>45238</c:v>
                </c:pt>
                <c:pt idx="4658">
                  <c:v>45239</c:v>
                </c:pt>
                <c:pt idx="4659">
                  <c:v>45240</c:v>
                </c:pt>
                <c:pt idx="4660">
                  <c:v>45243</c:v>
                </c:pt>
                <c:pt idx="4661">
                  <c:v>45244</c:v>
                </c:pt>
                <c:pt idx="4662">
                  <c:v>45245</c:v>
                </c:pt>
                <c:pt idx="4663">
                  <c:v>45246</c:v>
                </c:pt>
                <c:pt idx="4664">
                  <c:v>45247</c:v>
                </c:pt>
                <c:pt idx="4665">
                  <c:v>45250</c:v>
                </c:pt>
                <c:pt idx="4666">
                  <c:v>45251</c:v>
                </c:pt>
                <c:pt idx="4667">
                  <c:v>45252</c:v>
                </c:pt>
                <c:pt idx="4668">
                  <c:v>45253</c:v>
                </c:pt>
                <c:pt idx="4669">
                  <c:v>45254</c:v>
                </c:pt>
                <c:pt idx="4670">
                  <c:v>45257</c:v>
                </c:pt>
                <c:pt idx="4671">
                  <c:v>45258</c:v>
                </c:pt>
                <c:pt idx="4672">
                  <c:v>45259</c:v>
                </c:pt>
                <c:pt idx="4673">
                  <c:v>45260</c:v>
                </c:pt>
                <c:pt idx="4674">
                  <c:v>45261</c:v>
                </c:pt>
                <c:pt idx="4675">
                  <c:v>45264</c:v>
                </c:pt>
                <c:pt idx="4676">
                  <c:v>45265</c:v>
                </c:pt>
                <c:pt idx="4677">
                  <c:v>45266</c:v>
                </c:pt>
                <c:pt idx="4678">
                  <c:v>45267</c:v>
                </c:pt>
                <c:pt idx="4679">
                  <c:v>45268</c:v>
                </c:pt>
                <c:pt idx="4680">
                  <c:v>45271</c:v>
                </c:pt>
                <c:pt idx="4681">
                  <c:v>45272</c:v>
                </c:pt>
                <c:pt idx="4682">
                  <c:v>45273</c:v>
                </c:pt>
                <c:pt idx="4683">
                  <c:v>45274</c:v>
                </c:pt>
                <c:pt idx="4684">
                  <c:v>45275</c:v>
                </c:pt>
                <c:pt idx="4685">
                  <c:v>45278</c:v>
                </c:pt>
                <c:pt idx="4686">
                  <c:v>45279</c:v>
                </c:pt>
                <c:pt idx="4687">
                  <c:v>45280</c:v>
                </c:pt>
                <c:pt idx="4688">
                  <c:v>45281</c:v>
                </c:pt>
                <c:pt idx="4689">
                  <c:v>45282</c:v>
                </c:pt>
                <c:pt idx="4690">
                  <c:v>45285</c:v>
                </c:pt>
                <c:pt idx="4691">
                  <c:v>45286</c:v>
                </c:pt>
                <c:pt idx="4692">
                  <c:v>45287</c:v>
                </c:pt>
                <c:pt idx="4693">
                  <c:v>45288</c:v>
                </c:pt>
                <c:pt idx="4694">
                  <c:v>45289</c:v>
                </c:pt>
                <c:pt idx="4695">
                  <c:v>45292</c:v>
                </c:pt>
                <c:pt idx="4696">
                  <c:v>45293</c:v>
                </c:pt>
                <c:pt idx="4697">
                  <c:v>45294</c:v>
                </c:pt>
                <c:pt idx="4698">
                  <c:v>45295</c:v>
                </c:pt>
                <c:pt idx="4699">
                  <c:v>45296</c:v>
                </c:pt>
                <c:pt idx="4700">
                  <c:v>45299</c:v>
                </c:pt>
                <c:pt idx="4701">
                  <c:v>45300</c:v>
                </c:pt>
                <c:pt idx="4702">
                  <c:v>45301</c:v>
                </c:pt>
                <c:pt idx="4703">
                  <c:v>45302</c:v>
                </c:pt>
                <c:pt idx="4704">
                  <c:v>45303</c:v>
                </c:pt>
                <c:pt idx="4705">
                  <c:v>45306</c:v>
                </c:pt>
                <c:pt idx="4706">
                  <c:v>45307</c:v>
                </c:pt>
                <c:pt idx="4707">
                  <c:v>45308</c:v>
                </c:pt>
                <c:pt idx="4708">
                  <c:v>45309</c:v>
                </c:pt>
                <c:pt idx="4709">
                  <c:v>45310</c:v>
                </c:pt>
                <c:pt idx="4710">
                  <c:v>45313</c:v>
                </c:pt>
                <c:pt idx="4711">
                  <c:v>45314</c:v>
                </c:pt>
                <c:pt idx="4712">
                  <c:v>45315</c:v>
                </c:pt>
                <c:pt idx="4713">
                  <c:v>45316</c:v>
                </c:pt>
                <c:pt idx="4714">
                  <c:v>45317</c:v>
                </c:pt>
                <c:pt idx="4715">
                  <c:v>45320</c:v>
                </c:pt>
                <c:pt idx="4716">
                  <c:v>45321</c:v>
                </c:pt>
                <c:pt idx="4717">
                  <c:v>45322</c:v>
                </c:pt>
                <c:pt idx="4718">
                  <c:v>45323</c:v>
                </c:pt>
                <c:pt idx="4719">
                  <c:v>45324</c:v>
                </c:pt>
                <c:pt idx="4720">
                  <c:v>45327</c:v>
                </c:pt>
                <c:pt idx="4721">
                  <c:v>45328</c:v>
                </c:pt>
                <c:pt idx="4722">
                  <c:v>45329</c:v>
                </c:pt>
                <c:pt idx="4723">
                  <c:v>45330</c:v>
                </c:pt>
                <c:pt idx="4724">
                  <c:v>45331</c:v>
                </c:pt>
                <c:pt idx="4725">
                  <c:v>45334</c:v>
                </c:pt>
                <c:pt idx="4726">
                  <c:v>45335</c:v>
                </c:pt>
                <c:pt idx="4727">
                  <c:v>45336</c:v>
                </c:pt>
                <c:pt idx="4728">
                  <c:v>45337</c:v>
                </c:pt>
                <c:pt idx="4729">
                  <c:v>45338</c:v>
                </c:pt>
                <c:pt idx="4730">
                  <c:v>45341</c:v>
                </c:pt>
                <c:pt idx="4731">
                  <c:v>45342</c:v>
                </c:pt>
                <c:pt idx="4732">
                  <c:v>45343</c:v>
                </c:pt>
                <c:pt idx="4733">
                  <c:v>45344</c:v>
                </c:pt>
                <c:pt idx="4734">
                  <c:v>45345</c:v>
                </c:pt>
                <c:pt idx="4735">
                  <c:v>45348</c:v>
                </c:pt>
                <c:pt idx="4736">
                  <c:v>45349</c:v>
                </c:pt>
                <c:pt idx="4737">
                  <c:v>45350</c:v>
                </c:pt>
                <c:pt idx="4738">
                  <c:v>45351</c:v>
                </c:pt>
                <c:pt idx="4739">
                  <c:v>45352</c:v>
                </c:pt>
                <c:pt idx="4740">
                  <c:v>45355</c:v>
                </c:pt>
                <c:pt idx="4741">
                  <c:v>45356</c:v>
                </c:pt>
                <c:pt idx="4742">
                  <c:v>45357</c:v>
                </c:pt>
                <c:pt idx="4743">
                  <c:v>45358</c:v>
                </c:pt>
                <c:pt idx="4744">
                  <c:v>45359</c:v>
                </c:pt>
                <c:pt idx="4745">
                  <c:v>45362</c:v>
                </c:pt>
                <c:pt idx="4746">
                  <c:v>45363</c:v>
                </c:pt>
                <c:pt idx="4747">
                  <c:v>45364</c:v>
                </c:pt>
                <c:pt idx="4748">
                  <c:v>45365</c:v>
                </c:pt>
                <c:pt idx="4749">
                  <c:v>45366</c:v>
                </c:pt>
                <c:pt idx="4750">
                  <c:v>45369</c:v>
                </c:pt>
                <c:pt idx="4751">
                  <c:v>45370</c:v>
                </c:pt>
                <c:pt idx="4752">
                  <c:v>45371</c:v>
                </c:pt>
                <c:pt idx="4753">
                  <c:v>45372</c:v>
                </c:pt>
                <c:pt idx="4754">
                  <c:v>45373</c:v>
                </c:pt>
                <c:pt idx="4755">
                  <c:v>45376</c:v>
                </c:pt>
                <c:pt idx="4756">
                  <c:v>45377</c:v>
                </c:pt>
                <c:pt idx="4757">
                  <c:v>45378</c:v>
                </c:pt>
                <c:pt idx="4758">
                  <c:v>45379</c:v>
                </c:pt>
                <c:pt idx="4759">
                  <c:v>45380</c:v>
                </c:pt>
                <c:pt idx="4760">
                  <c:v>45383</c:v>
                </c:pt>
                <c:pt idx="4761">
                  <c:v>45384</c:v>
                </c:pt>
                <c:pt idx="4762">
                  <c:v>45385</c:v>
                </c:pt>
                <c:pt idx="4763">
                  <c:v>45386</c:v>
                </c:pt>
                <c:pt idx="4764">
                  <c:v>45387</c:v>
                </c:pt>
                <c:pt idx="4765">
                  <c:v>45390</c:v>
                </c:pt>
                <c:pt idx="4766">
                  <c:v>45391</c:v>
                </c:pt>
                <c:pt idx="4767">
                  <c:v>45392</c:v>
                </c:pt>
                <c:pt idx="4768">
                  <c:v>45393</c:v>
                </c:pt>
                <c:pt idx="4769">
                  <c:v>45394</c:v>
                </c:pt>
                <c:pt idx="4770">
                  <c:v>45397</c:v>
                </c:pt>
                <c:pt idx="4771">
                  <c:v>45398</c:v>
                </c:pt>
                <c:pt idx="4772">
                  <c:v>45399</c:v>
                </c:pt>
                <c:pt idx="4773">
                  <c:v>45400</c:v>
                </c:pt>
                <c:pt idx="4774">
                  <c:v>45401</c:v>
                </c:pt>
                <c:pt idx="4775">
                  <c:v>45404</c:v>
                </c:pt>
                <c:pt idx="4776">
                  <c:v>45405</c:v>
                </c:pt>
                <c:pt idx="4777">
                  <c:v>45406</c:v>
                </c:pt>
                <c:pt idx="4778">
                  <c:v>45407</c:v>
                </c:pt>
                <c:pt idx="4779">
                  <c:v>45408</c:v>
                </c:pt>
                <c:pt idx="4780">
                  <c:v>45411</c:v>
                </c:pt>
                <c:pt idx="4781">
                  <c:v>45412</c:v>
                </c:pt>
                <c:pt idx="4782">
                  <c:v>45413</c:v>
                </c:pt>
                <c:pt idx="4783">
                  <c:v>45414</c:v>
                </c:pt>
                <c:pt idx="4784">
                  <c:v>45415</c:v>
                </c:pt>
                <c:pt idx="4785">
                  <c:v>45418</c:v>
                </c:pt>
                <c:pt idx="4786">
                  <c:v>45419</c:v>
                </c:pt>
                <c:pt idx="4787">
                  <c:v>45420</c:v>
                </c:pt>
                <c:pt idx="4788">
                  <c:v>45421</c:v>
                </c:pt>
                <c:pt idx="4789">
                  <c:v>45422</c:v>
                </c:pt>
                <c:pt idx="4790">
                  <c:v>45425</c:v>
                </c:pt>
                <c:pt idx="4791">
                  <c:v>45426</c:v>
                </c:pt>
                <c:pt idx="4792">
                  <c:v>45427</c:v>
                </c:pt>
                <c:pt idx="4793">
                  <c:v>45428</c:v>
                </c:pt>
                <c:pt idx="4794">
                  <c:v>45429</c:v>
                </c:pt>
                <c:pt idx="4795">
                  <c:v>45432</c:v>
                </c:pt>
                <c:pt idx="4796">
                  <c:v>45433</c:v>
                </c:pt>
                <c:pt idx="4797">
                  <c:v>45434</c:v>
                </c:pt>
                <c:pt idx="4798">
                  <c:v>45435</c:v>
                </c:pt>
                <c:pt idx="4799">
                  <c:v>45436</c:v>
                </c:pt>
                <c:pt idx="4800">
                  <c:v>45439</c:v>
                </c:pt>
                <c:pt idx="4801">
                  <c:v>45440</c:v>
                </c:pt>
                <c:pt idx="4802">
                  <c:v>45441</c:v>
                </c:pt>
                <c:pt idx="4803">
                  <c:v>45442</c:v>
                </c:pt>
                <c:pt idx="4804">
                  <c:v>45443</c:v>
                </c:pt>
                <c:pt idx="4805">
                  <c:v>45446</c:v>
                </c:pt>
                <c:pt idx="4806">
                  <c:v>45447</c:v>
                </c:pt>
                <c:pt idx="4807">
                  <c:v>45448</c:v>
                </c:pt>
                <c:pt idx="4808">
                  <c:v>45449</c:v>
                </c:pt>
                <c:pt idx="4809">
                  <c:v>45450</c:v>
                </c:pt>
                <c:pt idx="4810">
                  <c:v>45453</c:v>
                </c:pt>
                <c:pt idx="4811">
                  <c:v>45454</c:v>
                </c:pt>
                <c:pt idx="4812">
                  <c:v>45455</c:v>
                </c:pt>
                <c:pt idx="4813">
                  <c:v>45456</c:v>
                </c:pt>
                <c:pt idx="4814">
                  <c:v>45457</c:v>
                </c:pt>
                <c:pt idx="4815">
                  <c:v>45460</c:v>
                </c:pt>
                <c:pt idx="4816">
                  <c:v>45461</c:v>
                </c:pt>
                <c:pt idx="4817">
                  <c:v>45462</c:v>
                </c:pt>
                <c:pt idx="4818">
                  <c:v>45463</c:v>
                </c:pt>
                <c:pt idx="4819">
                  <c:v>45464</c:v>
                </c:pt>
                <c:pt idx="4820">
                  <c:v>45467</c:v>
                </c:pt>
                <c:pt idx="4821">
                  <c:v>45468</c:v>
                </c:pt>
                <c:pt idx="4822">
                  <c:v>45469</c:v>
                </c:pt>
                <c:pt idx="4823">
                  <c:v>45470</c:v>
                </c:pt>
                <c:pt idx="4824">
                  <c:v>45471</c:v>
                </c:pt>
                <c:pt idx="4825">
                  <c:v>45474</c:v>
                </c:pt>
                <c:pt idx="4826">
                  <c:v>45475</c:v>
                </c:pt>
                <c:pt idx="4827">
                  <c:v>45476</c:v>
                </c:pt>
                <c:pt idx="4828">
                  <c:v>45477</c:v>
                </c:pt>
                <c:pt idx="4829">
                  <c:v>45478</c:v>
                </c:pt>
                <c:pt idx="4830">
                  <c:v>45481</c:v>
                </c:pt>
                <c:pt idx="4831">
                  <c:v>45482</c:v>
                </c:pt>
                <c:pt idx="4832">
                  <c:v>45483</c:v>
                </c:pt>
                <c:pt idx="4833">
                  <c:v>45484</c:v>
                </c:pt>
                <c:pt idx="4834">
                  <c:v>45485</c:v>
                </c:pt>
                <c:pt idx="4835">
                  <c:v>45488</c:v>
                </c:pt>
                <c:pt idx="4836">
                  <c:v>45489</c:v>
                </c:pt>
                <c:pt idx="4837">
                  <c:v>45490</c:v>
                </c:pt>
                <c:pt idx="4838">
                  <c:v>45491</c:v>
                </c:pt>
                <c:pt idx="4839">
                  <c:v>45492</c:v>
                </c:pt>
                <c:pt idx="4840">
                  <c:v>45495</c:v>
                </c:pt>
                <c:pt idx="4841">
                  <c:v>45496</c:v>
                </c:pt>
                <c:pt idx="4842">
                  <c:v>45497</c:v>
                </c:pt>
                <c:pt idx="4843">
                  <c:v>45498</c:v>
                </c:pt>
                <c:pt idx="4844">
                  <c:v>45499</c:v>
                </c:pt>
                <c:pt idx="4845">
                  <c:v>45502</c:v>
                </c:pt>
                <c:pt idx="4846">
                  <c:v>45503</c:v>
                </c:pt>
                <c:pt idx="4847">
                  <c:v>45504</c:v>
                </c:pt>
                <c:pt idx="4848">
                  <c:v>45505</c:v>
                </c:pt>
                <c:pt idx="4849">
                  <c:v>45506</c:v>
                </c:pt>
                <c:pt idx="4850">
                  <c:v>45509</c:v>
                </c:pt>
                <c:pt idx="4851">
                  <c:v>45510</c:v>
                </c:pt>
                <c:pt idx="4852">
                  <c:v>45511</c:v>
                </c:pt>
                <c:pt idx="4853">
                  <c:v>45512</c:v>
                </c:pt>
                <c:pt idx="4854">
                  <c:v>45513</c:v>
                </c:pt>
                <c:pt idx="4855">
                  <c:v>45516</c:v>
                </c:pt>
                <c:pt idx="4856">
                  <c:v>45517</c:v>
                </c:pt>
                <c:pt idx="4857">
                  <c:v>45518</c:v>
                </c:pt>
                <c:pt idx="4858">
                  <c:v>45519</c:v>
                </c:pt>
                <c:pt idx="4859">
                  <c:v>45520</c:v>
                </c:pt>
                <c:pt idx="4860">
                  <c:v>45523</c:v>
                </c:pt>
                <c:pt idx="4861">
                  <c:v>45524</c:v>
                </c:pt>
                <c:pt idx="4862">
                  <c:v>45525</c:v>
                </c:pt>
                <c:pt idx="4863">
                  <c:v>45526</c:v>
                </c:pt>
                <c:pt idx="4864">
                  <c:v>45527</c:v>
                </c:pt>
                <c:pt idx="4865">
                  <c:v>45530</c:v>
                </c:pt>
                <c:pt idx="4866">
                  <c:v>45531</c:v>
                </c:pt>
                <c:pt idx="4867">
                  <c:v>45532</c:v>
                </c:pt>
                <c:pt idx="4868">
                  <c:v>45533</c:v>
                </c:pt>
                <c:pt idx="4869">
                  <c:v>45534</c:v>
                </c:pt>
                <c:pt idx="4870">
                  <c:v>45537</c:v>
                </c:pt>
                <c:pt idx="4871">
                  <c:v>45538</c:v>
                </c:pt>
                <c:pt idx="4872">
                  <c:v>45539</c:v>
                </c:pt>
                <c:pt idx="4873">
                  <c:v>45540</c:v>
                </c:pt>
                <c:pt idx="4874">
                  <c:v>45541</c:v>
                </c:pt>
                <c:pt idx="4875">
                  <c:v>45544</c:v>
                </c:pt>
                <c:pt idx="4876">
                  <c:v>45545</c:v>
                </c:pt>
                <c:pt idx="4877">
                  <c:v>45546</c:v>
                </c:pt>
                <c:pt idx="4878">
                  <c:v>45547</c:v>
                </c:pt>
                <c:pt idx="4879">
                  <c:v>45548</c:v>
                </c:pt>
                <c:pt idx="4880">
                  <c:v>45551</c:v>
                </c:pt>
                <c:pt idx="4881">
                  <c:v>45552</c:v>
                </c:pt>
                <c:pt idx="4882">
                  <c:v>45553</c:v>
                </c:pt>
                <c:pt idx="4883">
                  <c:v>45554</c:v>
                </c:pt>
                <c:pt idx="4884">
                  <c:v>45555</c:v>
                </c:pt>
                <c:pt idx="4885">
                  <c:v>45558</c:v>
                </c:pt>
                <c:pt idx="4886">
                  <c:v>45559</c:v>
                </c:pt>
                <c:pt idx="4887">
                  <c:v>45560</c:v>
                </c:pt>
                <c:pt idx="4888">
                  <c:v>45561</c:v>
                </c:pt>
                <c:pt idx="4889">
                  <c:v>45562</c:v>
                </c:pt>
                <c:pt idx="4890">
                  <c:v>45565</c:v>
                </c:pt>
                <c:pt idx="4891">
                  <c:v>45566</c:v>
                </c:pt>
                <c:pt idx="4892">
                  <c:v>45567</c:v>
                </c:pt>
                <c:pt idx="4893">
                  <c:v>45568</c:v>
                </c:pt>
                <c:pt idx="4894">
                  <c:v>45569</c:v>
                </c:pt>
                <c:pt idx="4895">
                  <c:v>45572</c:v>
                </c:pt>
                <c:pt idx="4896">
                  <c:v>45573</c:v>
                </c:pt>
                <c:pt idx="4897">
                  <c:v>45574</c:v>
                </c:pt>
                <c:pt idx="4898">
                  <c:v>45575</c:v>
                </c:pt>
                <c:pt idx="4899">
                  <c:v>45576</c:v>
                </c:pt>
                <c:pt idx="4900">
                  <c:v>45579</c:v>
                </c:pt>
                <c:pt idx="4901">
                  <c:v>45580</c:v>
                </c:pt>
                <c:pt idx="4902">
                  <c:v>45581</c:v>
                </c:pt>
                <c:pt idx="4903">
                  <c:v>45582</c:v>
                </c:pt>
                <c:pt idx="4904">
                  <c:v>45583</c:v>
                </c:pt>
                <c:pt idx="4905">
                  <c:v>45586</c:v>
                </c:pt>
                <c:pt idx="4906">
                  <c:v>45587</c:v>
                </c:pt>
                <c:pt idx="4907">
                  <c:v>45588</c:v>
                </c:pt>
                <c:pt idx="4908">
                  <c:v>45589</c:v>
                </c:pt>
                <c:pt idx="4909">
                  <c:v>45590</c:v>
                </c:pt>
                <c:pt idx="4910">
                  <c:v>45593</c:v>
                </c:pt>
                <c:pt idx="4911">
                  <c:v>45594</c:v>
                </c:pt>
                <c:pt idx="4912">
                  <c:v>45595</c:v>
                </c:pt>
                <c:pt idx="4913">
                  <c:v>45596</c:v>
                </c:pt>
                <c:pt idx="4914">
                  <c:v>45597</c:v>
                </c:pt>
                <c:pt idx="4915">
                  <c:v>45600</c:v>
                </c:pt>
                <c:pt idx="4916">
                  <c:v>45601</c:v>
                </c:pt>
                <c:pt idx="4917">
                  <c:v>45602</c:v>
                </c:pt>
                <c:pt idx="4918">
                  <c:v>45603</c:v>
                </c:pt>
                <c:pt idx="4919">
                  <c:v>45604</c:v>
                </c:pt>
                <c:pt idx="4920">
                  <c:v>45607</c:v>
                </c:pt>
                <c:pt idx="4921">
                  <c:v>45608</c:v>
                </c:pt>
                <c:pt idx="4922">
                  <c:v>45609</c:v>
                </c:pt>
                <c:pt idx="4923">
                  <c:v>45610</c:v>
                </c:pt>
                <c:pt idx="4924">
                  <c:v>45611</c:v>
                </c:pt>
                <c:pt idx="4925">
                  <c:v>45614</c:v>
                </c:pt>
                <c:pt idx="4926">
                  <c:v>45615</c:v>
                </c:pt>
                <c:pt idx="4927">
                  <c:v>45616</c:v>
                </c:pt>
                <c:pt idx="4928">
                  <c:v>45617</c:v>
                </c:pt>
                <c:pt idx="4929">
                  <c:v>45618</c:v>
                </c:pt>
                <c:pt idx="4930">
                  <c:v>45621</c:v>
                </c:pt>
                <c:pt idx="4931">
                  <c:v>45622</c:v>
                </c:pt>
                <c:pt idx="4932">
                  <c:v>45623</c:v>
                </c:pt>
                <c:pt idx="4933">
                  <c:v>45624</c:v>
                </c:pt>
                <c:pt idx="4934">
                  <c:v>45625</c:v>
                </c:pt>
                <c:pt idx="4935">
                  <c:v>45628</c:v>
                </c:pt>
                <c:pt idx="4936">
                  <c:v>45629</c:v>
                </c:pt>
                <c:pt idx="4937">
                  <c:v>45630</c:v>
                </c:pt>
                <c:pt idx="4938">
                  <c:v>45631</c:v>
                </c:pt>
                <c:pt idx="4939">
                  <c:v>45632</c:v>
                </c:pt>
                <c:pt idx="4940">
                  <c:v>45635</c:v>
                </c:pt>
                <c:pt idx="4941">
                  <c:v>45636</c:v>
                </c:pt>
                <c:pt idx="4942">
                  <c:v>45637</c:v>
                </c:pt>
                <c:pt idx="4943">
                  <c:v>45638</c:v>
                </c:pt>
                <c:pt idx="4944">
                  <c:v>45639</c:v>
                </c:pt>
                <c:pt idx="4945">
                  <c:v>45642</c:v>
                </c:pt>
                <c:pt idx="4946">
                  <c:v>45643</c:v>
                </c:pt>
                <c:pt idx="4947">
                  <c:v>45644</c:v>
                </c:pt>
                <c:pt idx="4948">
                  <c:v>45645</c:v>
                </c:pt>
                <c:pt idx="4949">
                  <c:v>45646</c:v>
                </c:pt>
                <c:pt idx="4950">
                  <c:v>45649</c:v>
                </c:pt>
                <c:pt idx="4951">
                  <c:v>45650</c:v>
                </c:pt>
                <c:pt idx="4952">
                  <c:v>45651</c:v>
                </c:pt>
                <c:pt idx="4953">
                  <c:v>45652</c:v>
                </c:pt>
                <c:pt idx="4954">
                  <c:v>45653</c:v>
                </c:pt>
                <c:pt idx="4955">
                  <c:v>45656</c:v>
                </c:pt>
                <c:pt idx="4956">
                  <c:v>45657</c:v>
                </c:pt>
                <c:pt idx="4957">
                  <c:v>45658</c:v>
                </c:pt>
                <c:pt idx="4958">
                  <c:v>45659</c:v>
                </c:pt>
                <c:pt idx="4959">
                  <c:v>45660</c:v>
                </c:pt>
                <c:pt idx="4960">
                  <c:v>45663</c:v>
                </c:pt>
                <c:pt idx="4961">
                  <c:v>45664</c:v>
                </c:pt>
                <c:pt idx="4962">
                  <c:v>45665</c:v>
                </c:pt>
                <c:pt idx="4963">
                  <c:v>45666</c:v>
                </c:pt>
                <c:pt idx="4964">
                  <c:v>45667</c:v>
                </c:pt>
                <c:pt idx="4965">
                  <c:v>45670</c:v>
                </c:pt>
                <c:pt idx="4966">
                  <c:v>45671</c:v>
                </c:pt>
                <c:pt idx="4967">
                  <c:v>45672</c:v>
                </c:pt>
                <c:pt idx="4968">
                  <c:v>45673</c:v>
                </c:pt>
                <c:pt idx="4969">
                  <c:v>45674</c:v>
                </c:pt>
                <c:pt idx="4970">
                  <c:v>45677</c:v>
                </c:pt>
                <c:pt idx="4971">
                  <c:v>45678</c:v>
                </c:pt>
                <c:pt idx="4972">
                  <c:v>45679</c:v>
                </c:pt>
                <c:pt idx="4973">
                  <c:v>45680</c:v>
                </c:pt>
                <c:pt idx="4974">
                  <c:v>45681</c:v>
                </c:pt>
                <c:pt idx="4975">
                  <c:v>45684</c:v>
                </c:pt>
                <c:pt idx="4976">
                  <c:v>45685</c:v>
                </c:pt>
                <c:pt idx="4977">
                  <c:v>45686</c:v>
                </c:pt>
                <c:pt idx="4978">
                  <c:v>45687</c:v>
                </c:pt>
                <c:pt idx="4979">
                  <c:v>45688</c:v>
                </c:pt>
                <c:pt idx="4980">
                  <c:v>45691</c:v>
                </c:pt>
                <c:pt idx="4981">
                  <c:v>45692</c:v>
                </c:pt>
                <c:pt idx="4982">
                  <c:v>45693</c:v>
                </c:pt>
                <c:pt idx="4983">
                  <c:v>45694</c:v>
                </c:pt>
                <c:pt idx="4984">
                  <c:v>45695</c:v>
                </c:pt>
                <c:pt idx="4985">
                  <c:v>45698</c:v>
                </c:pt>
                <c:pt idx="4986">
                  <c:v>45699</c:v>
                </c:pt>
                <c:pt idx="4987">
                  <c:v>45700</c:v>
                </c:pt>
                <c:pt idx="4988">
                  <c:v>45701</c:v>
                </c:pt>
                <c:pt idx="4989">
                  <c:v>45702</c:v>
                </c:pt>
                <c:pt idx="4990">
                  <c:v>45705</c:v>
                </c:pt>
                <c:pt idx="4991">
                  <c:v>45706</c:v>
                </c:pt>
                <c:pt idx="4992">
                  <c:v>45707</c:v>
                </c:pt>
                <c:pt idx="4993">
                  <c:v>45708</c:v>
                </c:pt>
                <c:pt idx="4994">
                  <c:v>45709</c:v>
                </c:pt>
                <c:pt idx="4995">
                  <c:v>45712</c:v>
                </c:pt>
                <c:pt idx="4996">
                  <c:v>45713</c:v>
                </c:pt>
                <c:pt idx="4997">
                  <c:v>45714</c:v>
                </c:pt>
                <c:pt idx="4998">
                  <c:v>45715</c:v>
                </c:pt>
                <c:pt idx="4999">
                  <c:v>45716</c:v>
                </c:pt>
                <c:pt idx="5000">
                  <c:v>45719</c:v>
                </c:pt>
                <c:pt idx="5001">
                  <c:v>45720</c:v>
                </c:pt>
                <c:pt idx="5002">
                  <c:v>45721</c:v>
                </c:pt>
                <c:pt idx="5003">
                  <c:v>45722</c:v>
                </c:pt>
                <c:pt idx="5004">
                  <c:v>45723</c:v>
                </c:pt>
                <c:pt idx="5005">
                  <c:v>45726</c:v>
                </c:pt>
                <c:pt idx="5006">
                  <c:v>45727</c:v>
                </c:pt>
                <c:pt idx="5007">
                  <c:v>45728</c:v>
                </c:pt>
                <c:pt idx="5008">
                  <c:v>45729</c:v>
                </c:pt>
                <c:pt idx="5009">
                  <c:v>45730</c:v>
                </c:pt>
                <c:pt idx="5010">
                  <c:v>45733</c:v>
                </c:pt>
                <c:pt idx="5011">
                  <c:v>45734</c:v>
                </c:pt>
                <c:pt idx="5012">
                  <c:v>45735</c:v>
                </c:pt>
                <c:pt idx="5013">
                  <c:v>45736</c:v>
                </c:pt>
                <c:pt idx="5014">
                  <c:v>45737</c:v>
                </c:pt>
                <c:pt idx="5015">
                  <c:v>45740</c:v>
                </c:pt>
                <c:pt idx="5016">
                  <c:v>45741</c:v>
                </c:pt>
                <c:pt idx="5017">
                  <c:v>45742</c:v>
                </c:pt>
                <c:pt idx="5018">
                  <c:v>45743</c:v>
                </c:pt>
                <c:pt idx="5019">
                  <c:v>45744</c:v>
                </c:pt>
                <c:pt idx="5020">
                  <c:v>45747</c:v>
                </c:pt>
                <c:pt idx="5021">
                  <c:v>45748</c:v>
                </c:pt>
                <c:pt idx="5022">
                  <c:v>45749</c:v>
                </c:pt>
                <c:pt idx="5023">
                  <c:v>45750</c:v>
                </c:pt>
                <c:pt idx="5024">
                  <c:v>45751</c:v>
                </c:pt>
                <c:pt idx="5025">
                  <c:v>45754</c:v>
                </c:pt>
                <c:pt idx="5026">
                  <c:v>45755</c:v>
                </c:pt>
                <c:pt idx="5027">
                  <c:v>45756</c:v>
                </c:pt>
                <c:pt idx="5028">
                  <c:v>45757</c:v>
                </c:pt>
                <c:pt idx="5029">
                  <c:v>45758</c:v>
                </c:pt>
                <c:pt idx="5030">
                  <c:v>45761</c:v>
                </c:pt>
                <c:pt idx="5031">
                  <c:v>45762</c:v>
                </c:pt>
                <c:pt idx="5032">
                  <c:v>45763</c:v>
                </c:pt>
                <c:pt idx="5033">
                  <c:v>45764</c:v>
                </c:pt>
                <c:pt idx="5034">
                  <c:v>45765</c:v>
                </c:pt>
                <c:pt idx="5035">
                  <c:v>45768</c:v>
                </c:pt>
                <c:pt idx="5036">
                  <c:v>45769</c:v>
                </c:pt>
                <c:pt idx="5037">
                  <c:v>45770</c:v>
                </c:pt>
                <c:pt idx="5038">
                  <c:v>45771</c:v>
                </c:pt>
                <c:pt idx="5039">
                  <c:v>45772</c:v>
                </c:pt>
                <c:pt idx="5040">
                  <c:v>45775</c:v>
                </c:pt>
                <c:pt idx="5041">
                  <c:v>45776</c:v>
                </c:pt>
                <c:pt idx="5042">
                  <c:v>45777</c:v>
                </c:pt>
                <c:pt idx="5043">
                  <c:v>45778</c:v>
                </c:pt>
                <c:pt idx="5044">
                  <c:v>45779</c:v>
                </c:pt>
                <c:pt idx="5045">
                  <c:v>45782</c:v>
                </c:pt>
                <c:pt idx="5046">
                  <c:v>45783</c:v>
                </c:pt>
                <c:pt idx="5047">
                  <c:v>45784</c:v>
                </c:pt>
                <c:pt idx="5048">
                  <c:v>45785</c:v>
                </c:pt>
                <c:pt idx="5049">
                  <c:v>45786</c:v>
                </c:pt>
                <c:pt idx="5050">
                  <c:v>45789</c:v>
                </c:pt>
                <c:pt idx="5051">
                  <c:v>45790</c:v>
                </c:pt>
                <c:pt idx="5052">
                  <c:v>45791</c:v>
                </c:pt>
                <c:pt idx="5053">
                  <c:v>45792</c:v>
                </c:pt>
                <c:pt idx="5054">
                  <c:v>45793</c:v>
                </c:pt>
                <c:pt idx="5055">
                  <c:v>45796</c:v>
                </c:pt>
                <c:pt idx="5056">
                  <c:v>45797</c:v>
                </c:pt>
                <c:pt idx="5057">
                  <c:v>45798</c:v>
                </c:pt>
                <c:pt idx="5058">
                  <c:v>45799</c:v>
                </c:pt>
                <c:pt idx="5059">
                  <c:v>45800</c:v>
                </c:pt>
                <c:pt idx="5060">
                  <c:v>45803</c:v>
                </c:pt>
                <c:pt idx="5061">
                  <c:v>45804</c:v>
                </c:pt>
                <c:pt idx="5062">
                  <c:v>45805</c:v>
                </c:pt>
                <c:pt idx="5063">
                  <c:v>45806</c:v>
                </c:pt>
                <c:pt idx="5064">
                  <c:v>45807</c:v>
                </c:pt>
                <c:pt idx="5065">
                  <c:v>45810</c:v>
                </c:pt>
                <c:pt idx="5066">
                  <c:v>45811</c:v>
                </c:pt>
                <c:pt idx="5067">
                  <c:v>45812</c:v>
                </c:pt>
                <c:pt idx="5068">
                  <c:v>45813</c:v>
                </c:pt>
                <c:pt idx="5069">
                  <c:v>45814</c:v>
                </c:pt>
                <c:pt idx="5070">
                  <c:v>45817</c:v>
                </c:pt>
                <c:pt idx="5071">
                  <c:v>45818</c:v>
                </c:pt>
                <c:pt idx="5072">
                  <c:v>45819</c:v>
                </c:pt>
                <c:pt idx="5073">
                  <c:v>45820</c:v>
                </c:pt>
                <c:pt idx="5074">
                  <c:v>45821</c:v>
                </c:pt>
                <c:pt idx="5075">
                  <c:v>45824</c:v>
                </c:pt>
                <c:pt idx="5076">
                  <c:v>45825</c:v>
                </c:pt>
                <c:pt idx="5077">
                  <c:v>45826</c:v>
                </c:pt>
                <c:pt idx="5078">
                  <c:v>45827</c:v>
                </c:pt>
                <c:pt idx="5079">
                  <c:v>45828</c:v>
                </c:pt>
                <c:pt idx="5080">
                  <c:v>45831</c:v>
                </c:pt>
                <c:pt idx="5081">
                  <c:v>45832</c:v>
                </c:pt>
                <c:pt idx="5082">
                  <c:v>45833</c:v>
                </c:pt>
                <c:pt idx="5083">
                  <c:v>45834</c:v>
                </c:pt>
                <c:pt idx="5084">
                  <c:v>45835</c:v>
                </c:pt>
                <c:pt idx="5085">
                  <c:v>45838</c:v>
                </c:pt>
                <c:pt idx="5086">
                  <c:v>45839</c:v>
                </c:pt>
                <c:pt idx="5087">
                  <c:v>45840</c:v>
                </c:pt>
                <c:pt idx="5088">
                  <c:v>45841</c:v>
                </c:pt>
                <c:pt idx="5089">
                  <c:v>45842</c:v>
                </c:pt>
                <c:pt idx="5090">
                  <c:v>45845</c:v>
                </c:pt>
                <c:pt idx="5091">
                  <c:v>45846</c:v>
                </c:pt>
                <c:pt idx="5092">
                  <c:v>45847</c:v>
                </c:pt>
                <c:pt idx="5093">
                  <c:v>45848</c:v>
                </c:pt>
                <c:pt idx="5094">
                  <c:v>45849</c:v>
                </c:pt>
                <c:pt idx="5095">
                  <c:v>45852</c:v>
                </c:pt>
                <c:pt idx="5096">
                  <c:v>45853</c:v>
                </c:pt>
                <c:pt idx="5097">
                  <c:v>45854</c:v>
                </c:pt>
                <c:pt idx="5098">
                  <c:v>45855</c:v>
                </c:pt>
                <c:pt idx="5099">
                  <c:v>45856</c:v>
                </c:pt>
                <c:pt idx="5100">
                  <c:v>45859</c:v>
                </c:pt>
                <c:pt idx="5101">
                  <c:v>45860</c:v>
                </c:pt>
                <c:pt idx="5102">
                  <c:v>45861</c:v>
                </c:pt>
                <c:pt idx="5103">
                  <c:v>45862</c:v>
                </c:pt>
                <c:pt idx="5104">
                  <c:v>45863</c:v>
                </c:pt>
                <c:pt idx="5105">
                  <c:v>45866</c:v>
                </c:pt>
                <c:pt idx="5106">
                  <c:v>45867</c:v>
                </c:pt>
                <c:pt idx="5107">
                  <c:v>45868</c:v>
                </c:pt>
                <c:pt idx="5108">
                  <c:v>45869</c:v>
                </c:pt>
                <c:pt idx="5109">
                  <c:v>45870</c:v>
                </c:pt>
                <c:pt idx="5110">
                  <c:v>45873</c:v>
                </c:pt>
                <c:pt idx="5111">
                  <c:v>45874</c:v>
                </c:pt>
                <c:pt idx="5112">
                  <c:v>45875</c:v>
                </c:pt>
                <c:pt idx="5113">
                  <c:v>45876</c:v>
                </c:pt>
                <c:pt idx="5114">
                  <c:v>45877</c:v>
                </c:pt>
                <c:pt idx="5115">
                  <c:v>45880</c:v>
                </c:pt>
                <c:pt idx="5116">
                  <c:v>45881</c:v>
                </c:pt>
                <c:pt idx="5117">
                  <c:v>45882</c:v>
                </c:pt>
                <c:pt idx="5118">
                  <c:v>45883</c:v>
                </c:pt>
                <c:pt idx="5119">
                  <c:v>45884</c:v>
                </c:pt>
                <c:pt idx="5120">
                  <c:v>45887</c:v>
                </c:pt>
                <c:pt idx="5121">
                  <c:v>45888</c:v>
                </c:pt>
                <c:pt idx="5122">
                  <c:v>45889</c:v>
                </c:pt>
                <c:pt idx="5123">
                  <c:v>45890</c:v>
                </c:pt>
                <c:pt idx="5124">
                  <c:v>45891</c:v>
                </c:pt>
                <c:pt idx="5125">
                  <c:v>45894</c:v>
                </c:pt>
                <c:pt idx="5126">
                  <c:v>45895</c:v>
                </c:pt>
                <c:pt idx="5127">
                  <c:v>45896</c:v>
                </c:pt>
                <c:pt idx="5128">
                  <c:v>45897</c:v>
                </c:pt>
                <c:pt idx="5129">
                  <c:v>45898</c:v>
                </c:pt>
                <c:pt idx="5130">
                  <c:v>45901</c:v>
                </c:pt>
                <c:pt idx="5131">
                  <c:v>45902</c:v>
                </c:pt>
                <c:pt idx="5132">
                  <c:v>45903</c:v>
                </c:pt>
                <c:pt idx="5133">
                  <c:v>45904</c:v>
                </c:pt>
                <c:pt idx="5134">
                  <c:v>45905</c:v>
                </c:pt>
                <c:pt idx="5135">
                  <c:v>45908</c:v>
                </c:pt>
                <c:pt idx="5136">
                  <c:v>45909</c:v>
                </c:pt>
                <c:pt idx="5137">
                  <c:v>45910</c:v>
                </c:pt>
                <c:pt idx="5138">
                  <c:v>45911</c:v>
                </c:pt>
                <c:pt idx="5139">
                  <c:v>45912</c:v>
                </c:pt>
                <c:pt idx="5140">
                  <c:v>45915</c:v>
                </c:pt>
                <c:pt idx="5141">
                  <c:v>45916</c:v>
                </c:pt>
                <c:pt idx="5142">
                  <c:v>45917</c:v>
                </c:pt>
                <c:pt idx="5143">
                  <c:v>45918</c:v>
                </c:pt>
                <c:pt idx="5144">
                  <c:v>45919</c:v>
                </c:pt>
                <c:pt idx="5145">
                  <c:v>45922</c:v>
                </c:pt>
                <c:pt idx="5146">
                  <c:v>45923</c:v>
                </c:pt>
                <c:pt idx="5147">
                  <c:v>45924</c:v>
                </c:pt>
                <c:pt idx="5148">
                  <c:v>45925</c:v>
                </c:pt>
                <c:pt idx="5149">
                  <c:v>45926</c:v>
                </c:pt>
                <c:pt idx="5150">
                  <c:v>45929</c:v>
                </c:pt>
                <c:pt idx="5151">
                  <c:v>45930</c:v>
                </c:pt>
                <c:pt idx="5152">
                  <c:v>45931</c:v>
                </c:pt>
                <c:pt idx="5153">
                  <c:v>45932</c:v>
                </c:pt>
                <c:pt idx="5154">
                  <c:v>45933</c:v>
                </c:pt>
                <c:pt idx="5155">
                  <c:v>45936</c:v>
                </c:pt>
                <c:pt idx="5156">
                  <c:v>45937</c:v>
                </c:pt>
                <c:pt idx="5157">
                  <c:v>45938</c:v>
                </c:pt>
                <c:pt idx="5158">
                  <c:v>45939</c:v>
                </c:pt>
                <c:pt idx="5159">
                  <c:v>45940</c:v>
                </c:pt>
                <c:pt idx="5160">
                  <c:v>45943</c:v>
                </c:pt>
                <c:pt idx="5161">
                  <c:v>45944</c:v>
                </c:pt>
                <c:pt idx="5162">
                  <c:v>45945</c:v>
                </c:pt>
                <c:pt idx="5163">
                  <c:v>45946</c:v>
                </c:pt>
                <c:pt idx="5164">
                  <c:v>45947</c:v>
                </c:pt>
                <c:pt idx="5165">
                  <c:v>45950</c:v>
                </c:pt>
                <c:pt idx="5166">
                  <c:v>45951</c:v>
                </c:pt>
                <c:pt idx="5167">
                  <c:v>45952</c:v>
                </c:pt>
                <c:pt idx="5168">
                  <c:v>45953</c:v>
                </c:pt>
                <c:pt idx="5169">
                  <c:v>45954</c:v>
                </c:pt>
                <c:pt idx="5170">
                  <c:v>45957</c:v>
                </c:pt>
                <c:pt idx="5171">
                  <c:v>45958</c:v>
                </c:pt>
                <c:pt idx="5172">
                  <c:v>45959</c:v>
                </c:pt>
                <c:pt idx="5173">
                  <c:v>45960</c:v>
                </c:pt>
                <c:pt idx="5174">
                  <c:v>45961</c:v>
                </c:pt>
                <c:pt idx="5175">
                  <c:v>45964</c:v>
                </c:pt>
                <c:pt idx="5176">
                  <c:v>45965</c:v>
                </c:pt>
                <c:pt idx="5177">
                  <c:v>45966</c:v>
                </c:pt>
                <c:pt idx="5178">
                  <c:v>45967</c:v>
                </c:pt>
                <c:pt idx="5179">
                  <c:v>45968</c:v>
                </c:pt>
                <c:pt idx="5180">
                  <c:v>45971</c:v>
                </c:pt>
                <c:pt idx="5181">
                  <c:v>45972</c:v>
                </c:pt>
                <c:pt idx="5182">
                  <c:v>45973</c:v>
                </c:pt>
                <c:pt idx="5183">
                  <c:v>45974</c:v>
                </c:pt>
                <c:pt idx="5184">
                  <c:v>45975</c:v>
                </c:pt>
                <c:pt idx="5185">
                  <c:v>45978</c:v>
                </c:pt>
                <c:pt idx="5186">
                  <c:v>45979</c:v>
                </c:pt>
                <c:pt idx="5187">
                  <c:v>45980</c:v>
                </c:pt>
                <c:pt idx="5188">
                  <c:v>45981</c:v>
                </c:pt>
                <c:pt idx="5189">
                  <c:v>45982</c:v>
                </c:pt>
                <c:pt idx="5190">
                  <c:v>45985</c:v>
                </c:pt>
                <c:pt idx="5191">
                  <c:v>45986</c:v>
                </c:pt>
                <c:pt idx="5192">
                  <c:v>45987</c:v>
                </c:pt>
                <c:pt idx="5193">
                  <c:v>45988</c:v>
                </c:pt>
                <c:pt idx="5194">
                  <c:v>45989</c:v>
                </c:pt>
                <c:pt idx="5195">
                  <c:v>45992</c:v>
                </c:pt>
                <c:pt idx="5196">
                  <c:v>45993</c:v>
                </c:pt>
                <c:pt idx="5197">
                  <c:v>45994</c:v>
                </c:pt>
                <c:pt idx="5198">
                  <c:v>45995</c:v>
                </c:pt>
                <c:pt idx="5199">
                  <c:v>45996</c:v>
                </c:pt>
                <c:pt idx="5200">
                  <c:v>45999</c:v>
                </c:pt>
                <c:pt idx="5201">
                  <c:v>46000</c:v>
                </c:pt>
                <c:pt idx="5202">
                  <c:v>46001</c:v>
                </c:pt>
                <c:pt idx="5203">
                  <c:v>46002</c:v>
                </c:pt>
                <c:pt idx="5204">
                  <c:v>46003</c:v>
                </c:pt>
                <c:pt idx="5205">
                  <c:v>46006</c:v>
                </c:pt>
                <c:pt idx="5206">
                  <c:v>46007</c:v>
                </c:pt>
                <c:pt idx="5207">
                  <c:v>46008</c:v>
                </c:pt>
                <c:pt idx="5208">
                  <c:v>46009</c:v>
                </c:pt>
                <c:pt idx="5209">
                  <c:v>46010</c:v>
                </c:pt>
                <c:pt idx="5210">
                  <c:v>46013</c:v>
                </c:pt>
                <c:pt idx="5211">
                  <c:v>46014</c:v>
                </c:pt>
                <c:pt idx="5212">
                  <c:v>46015</c:v>
                </c:pt>
                <c:pt idx="5213">
                  <c:v>46016</c:v>
                </c:pt>
                <c:pt idx="5214">
                  <c:v>46017</c:v>
                </c:pt>
                <c:pt idx="5215">
                  <c:v>46020</c:v>
                </c:pt>
                <c:pt idx="5216">
                  <c:v>46021</c:v>
                </c:pt>
                <c:pt idx="5217">
                  <c:v>46022</c:v>
                </c:pt>
                <c:pt idx="5218">
                  <c:v>46023</c:v>
                </c:pt>
                <c:pt idx="5219">
                  <c:v>46024</c:v>
                </c:pt>
                <c:pt idx="5220">
                  <c:v>46027</c:v>
                </c:pt>
                <c:pt idx="5221">
                  <c:v>46028</c:v>
                </c:pt>
                <c:pt idx="5222">
                  <c:v>46029</c:v>
                </c:pt>
                <c:pt idx="5223">
                  <c:v>46030</c:v>
                </c:pt>
                <c:pt idx="5224">
                  <c:v>46031</c:v>
                </c:pt>
                <c:pt idx="5225">
                  <c:v>46034</c:v>
                </c:pt>
                <c:pt idx="5226">
                  <c:v>46035</c:v>
                </c:pt>
                <c:pt idx="5227">
                  <c:v>46036</c:v>
                </c:pt>
                <c:pt idx="5228">
                  <c:v>46037</c:v>
                </c:pt>
                <c:pt idx="5229">
                  <c:v>46038</c:v>
                </c:pt>
                <c:pt idx="5230">
                  <c:v>46041</c:v>
                </c:pt>
                <c:pt idx="5231">
                  <c:v>46042</c:v>
                </c:pt>
                <c:pt idx="5232">
                  <c:v>46043</c:v>
                </c:pt>
                <c:pt idx="5233">
                  <c:v>46044</c:v>
                </c:pt>
                <c:pt idx="5234">
                  <c:v>46045</c:v>
                </c:pt>
                <c:pt idx="5235">
                  <c:v>46048</c:v>
                </c:pt>
                <c:pt idx="5236">
                  <c:v>46049</c:v>
                </c:pt>
                <c:pt idx="5237">
                  <c:v>46050</c:v>
                </c:pt>
                <c:pt idx="5238">
                  <c:v>46051</c:v>
                </c:pt>
                <c:pt idx="5239">
                  <c:v>46052</c:v>
                </c:pt>
                <c:pt idx="5240">
                  <c:v>46055</c:v>
                </c:pt>
                <c:pt idx="5241">
                  <c:v>46056</c:v>
                </c:pt>
                <c:pt idx="5242">
                  <c:v>46057</c:v>
                </c:pt>
                <c:pt idx="5243">
                  <c:v>46058</c:v>
                </c:pt>
                <c:pt idx="5244">
                  <c:v>46059</c:v>
                </c:pt>
                <c:pt idx="5245">
                  <c:v>46062</c:v>
                </c:pt>
                <c:pt idx="5246">
                  <c:v>46063</c:v>
                </c:pt>
                <c:pt idx="5247">
                  <c:v>46064</c:v>
                </c:pt>
                <c:pt idx="5248">
                  <c:v>46065</c:v>
                </c:pt>
                <c:pt idx="5249">
                  <c:v>46066</c:v>
                </c:pt>
                <c:pt idx="5250">
                  <c:v>46069</c:v>
                </c:pt>
                <c:pt idx="5251">
                  <c:v>46070</c:v>
                </c:pt>
                <c:pt idx="5252">
                  <c:v>46071</c:v>
                </c:pt>
                <c:pt idx="5253">
                  <c:v>46072</c:v>
                </c:pt>
                <c:pt idx="5254">
                  <c:v>46073</c:v>
                </c:pt>
                <c:pt idx="5255">
                  <c:v>46076</c:v>
                </c:pt>
                <c:pt idx="5256">
                  <c:v>46077</c:v>
                </c:pt>
                <c:pt idx="5257">
                  <c:v>46078</c:v>
                </c:pt>
                <c:pt idx="5258">
                  <c:v>46079</c:v>
                </c:pt>
                <c:pt idx="5259">
                  <c:v>46080</c:v>
                </c:pt>
                <c:pt idx="5260">
                  <c:v>46083</c:v>
                </c:pt>
                <c:pt idx="5261">
                  <c:v>46084</c:v>
                </c:pt>
                <c:pt idx="5262">
                  <c:v>46085</c:v>
                </c:pt>
                <c:pt idx="5263">
                  <c:v>46086</c:v>
                </c:pt>
                <c:pt idx="5264">
                  <c:v>46087</c:v>
                </c:pt>
                <c:pt idx="5265">
                  <c:v>46090</c:v>
                </c:pt>
                <c:pt idx="5266">
                  <c:v>46091</c:v>
                </c:pt>
                <c:pt idx="5267">
                  <c:v>46092</c:v>
                </c:pt>
                <c:pt idx="5268">
                  <c:v>46093</c:v>
                </c:pt>
                <c:pt idx="5269">
                  <c:v>46094</c:v>
                </c:pt>
                <c:pt idx="5270">
                  <c:v>46097</c:v>
                </c:pt>
                <c:pt idx="5271">
                  <c:v>46098</c:v>
                </c:pt>
                <c:pt idx="5272">
                  <c:v>46099</c:v>
                </c:pt>
                <c:pt idx="5273">
                  <c:v>46100</c:v>
                </c:pt>
                <c:pt idx="5274">
                  <c:v>46101</c:v>
                </c:pt>
                <c:pt idx="5275">
                  <c:v>46104</c:v>
                </c:pt>
                <c:pt idx="5276">
                  <c:v>46105</c:v>
                </c:pt>
                <c:pt idx="5277">
                  <c:v>46106</c:v>
                </c:pt>
                <c:pt idx="5278">
                  <c:v>46107</c:v>
                </c:pt>
                <c:pt idx="5279">
                  <c:v>46108</c:v>
                </c:pt>
                <c:pt idx="5280">
                  <c:v>46111</c:v>
                </c:pt>
                <c:pt idx="5281">
                  <c:v>46112</c:v>
                </c:pt>
                <c:pt idx="5282">
                  <c:v>46113</c:v>
                </c:pt>
                <c:pt idx="5283">
                  <c:v>46114</c:v>
                </c:pt>
                <c:pt idx="5284">
                  <c:v>46115</c:v>
                </c:pt>
                <c:pt idx="5285">
                  <c:v>46118</c:v>
                </c:pt>
                <c:pt idx="5286">
                  <c:v>46119</c:v>
                </c:pt>
                <c:pt idx="5287">
                  <c:v>46120</c:v>
                </c:pt>
                <c:pt idx="5288">
                  <c:v>46121</c:v>
                </c:pt>
                <c:pt idx="5289">
                  <c:v>46122</c:v>
                </c:pt>
                <c:pt idx="5290">
                  <c:v>46125</c:v>
                </c:pt>
                <c:pt idx="5291">
                  <c:v>46126</c:v>
                </c:pt>
                <c:pt idx="5292">
                  <c:v>46127</c:v>
                </c:pt>
                <c:pt idx="5293">
                  <c:v>46128</c:v>
                </c:pt>
                <c:pt idx="5294">
                  <c:v>46129</c:v>
                </c:pt>
                <c:pt idx="5295">
                  <c:v>46132</c:v>
                </c:pt>
                <c:pt idx="5296">
                  <c:v>46133</c:v>
                </c:pt>
                <c:pt idx="5297">
                  <c:v>46134</c:v>
                </c:pt>
                <c:pt idx="5298">
                  <c:v>46135</c:v>
                </c:pt>
                <c:pt idx="5299">
                  <c:v>46136</c:v>
                </c:pt>
                <c:pt idx="5300">
                  <c:v>46139</c:v>
                </c:pt>
                <c:pt idx="5301">
                  <c:v>46140</c:v>
                </c:pt>
                <c:pt idx="5302">
                  <c:v>46141</c:v>
                </c:pt>
                <c:pt idx="5303">
                  <c:v>46142</c:v>
                </c:pt>
                <c:pt idx="5304">
                  <c:v>46143</c:v>
                </c:pt>
                <c:pt idx="5305">
                  <c:v>46146</c:v>
                </c:pt>
                <c:pt idx="5306">
                  <c:v>46147</c:v>
                </c:pt>
                <c:pt idx="5307">
                  <c:v>46148</c:v>
                </c:pt>
                <c:pt idx="5308">
                  <c:v>46149</c:v>
                </c:pt>
                <c:pt idx="5309">
                  <c:v>46150</c:v>
                </c:pt>
                <c:pt idx="5310">
                  <c:v>46153</c:v>
                </c:pt>
                <c:pt idx="5311">
                  <c:v>46154</c:v>
                </c:pt>
                <c:pt idx="5312">
                  <c:v>46155</c:v>
                </c:pt>
                <c:pt idx="5313">
                  <c:v>46156</c:v>
                </c:pt>
                <c:pt idx="5314">
                  <c:v>46157</c:v>
                </c:pt>
                <c:pt idx="5315">
                  <c:v>46160</c:v>
                </c:pt>
                <c:pt idx="5316">
                  <c:v>46161</c:v>
                </c:pt>
                <c:pt idx="5317">
                  <c:v>46162</c:v>
                </c:pt>
                <c:pt idx="5318">
                  <c:v>46163</c:v>
                </c:pt>
                <c:pt idx="5319">
                  <c:v>46164</c:v>
                </c:pt>
                <c:pt idx="5320">
                  <c:v>46167</c:v>
                </c:pt>
                <c:pt idx="5321">
                  <c:v>46168</c:v>
                </c:pt>
                <c:pt idx="5322">
                  <c:v>46169</c:v>
                </c:pt>
                <c:pt idx="5323">
                  <c:v>46170</c:v>
                </c:pt>
                <c:pt idx="5324">
                  <c:v>46171</c:v>
                </c:pt>
                <c:pt idx="5325">
                  <c:v>46174</c:v>
                </c:pt>
                <c:pt idx="5326">
                  <c:v>46175</c:v>
                </c:pt>
                <c:pt idx="5327">
                  <c:v>46176</c:v>
                </c:pt>
                <c:pt idx="5328">
                  <c:v>46177</c:v>
                </c:pt>
                <c:pt idx="5329">
                  <c:v>46178</c:v>
                </c:pt>
                <c:pt idx="5330">
                  <c:v>46181</c:v>
                </c:pt>
                <c:pt idx="5331">
                  <c:v>46182</c:v>
                </c:pt>
                <c:pt idx="5332">
                  <c:v>46183</c:v>
                </c:pt>
                <c:pt idx="5333">
                  <c:v>46184</c:v>
                </c:pt>
                <c:pt idx="5334">
                  <c:v>46185</c:v>
                </c:pt>
                <c:pt idx="5335">
                  <c:v>46188</c:v>
                </c:pt>
                <c:pt idx="5336">
                  <c:v>46189</c:v>
                </c:pt>
                <c:pt idx="5337">
                  <c:v>46190</c:v>
                </c:pt>
                <c:pt idx="5338">
                  <c:v>46191</c:v>
                </c:pt>
              </c:numCache>
            </c:numRef>
          </c:cat>
          <c:val>
            <c:numRef>
              <c:f>'worldwide policy rate'!$D$2612:$D$7950</c:f>
              <c:numCache>
                <c:formatCode>General</c:formatCode>
                <c:ptCount val="5339"/>
                <c:pt idx="0">
                  <c:v>0.15</c:v>
                </c:pt>
                <c:pt idx="1">
                  <c:v>0.15</c:v>
                </c:pt>
                <c:pt idx="2">
                  <c:v>0.15</c:v>
                </c:pt>
                <c:pt idx="3">
                  <c:v>0.15</c:v>
                </c:pt>
                <c:pt idx="4">
                  <c:v>0.15</c:v>
                </c:pt>
                <c:pt idx="5">
                  <c:v>0.15</c:v>
                </c:pt>
                <c:pt idx="6">
                  <c:v>0.15</c:v>
                </c:pt>
                <c:pt idx="7">
                  <c:v>0.15</c:v>
                </c:pt>
                <c:pt idx="8">
                  <c:v>0.15</c:v>
                </c:pt>
                <c:pt idx="9">
                  <c:v>0.15</c:v>
                </c:pt>
                <c:pt idx="10">
                  <c:v>0.15</c:v>
                </c:pt>
                <c:pt idx="11">
                  <c:v>0.15</c:v>
                </c:pt>
                <c:pt idx="12">
                  <c:v>0.15</c:v>
                </c:pt>
                <c:pt idx="13">
                  <c:v>0.15</c:v>
                </c:pt>
                <c:pt idx="14">
                  <c:v>0.15</c:v>
                </c:pt>
                <c:pt idx="15">
                  <c:v>0.15</c:v>
                </c:pt>
                <c:pt idx="16">
                  <c:v>0.15</c:v>
                </c:pt>
                <c:pt idx="17">
                  <c:v>0.15</c:v>
                </c:pt>
                <c:pt idx="18">
                  <c:v>0.15</c:v>
                </c:pt>
                <c:pt idx="19">
                  <c:v>0.15</c:v>
                </c:pt>
                <c:pt idx="20">
                  <c:v>0.15</c:v>
                </c:pt>
                <c:pt idx="21">
                  <c:v>0.15</c:v>
                </c:pt>
                <c:pt idx="22">
                  <c:v>0.15</c:v>
                </c:pt>
                <c:pt idx="23">
                  <c:v>0.15</c:v>
                </c:pt>
                <c:pt idx="24">
                  <c:v>0.15</c:v>
                </c:pt>
                <c:pt idx="25">
                  <c:v>0.15</c:v>
                </c:pt>
                <c:pt idx="26">
                  <c:v>0.15</c:v>
                </c:pt>
                <c:pt idx="27">
                  <c:v>0.15</c:v>
                </c:pt>
                <c:pt idx="28">
                  <c:v>0.15</c:v>
                </c:pt>
                <c:pt idx="29">
                  <c:v>0.15</c:v>
                </c:pt>
                <c:pt idx="30">
                  <c:v>0.15</c:v>
                </c:pt>
                <c:pt idx="31">
                  <c:v>0.15</c:v>
                </c:pt>
                <c:pt idx="32">
                  <c:v>0.15</c:v>
                </c:pt>
                <c:pt idx="33">
                  <c:v>0.15</c:v>
                </c:pt>
                <c:pt idx="34">
                  <c:v>0.15</c:v>
                </c:pt>
                <c:pt idx="35">
                  <c:v>0.15</c:v>
                </c:pt>
                <c:pt idx="36">
                  <c:v>0.15</c:v>
                </c:pt>
                <c:pt idx="37">
                  <c:v>0.15</c:v>
                </c:pt>
                <c:pt idx="38">
                  <c:v>0.15</c:v>
                </c:pt>
                <c:pt idx="39">
                  <c:v>0.15</c:v>
                </c:pt>
                <c:pt idx="40">
                  <c:v>0.15</c:v>
                </c:pt>
                <c:pt idx="41">
                  <c:v>0.15</c:v>
                </c:pt>
                <c:pt idx="42">
                  <c:v>0.15</c:v>
                </c:pt>
                <c:pt idx="43">
                  <c:v>0.15</c:v>
                </c:pt>
                <c:pt idx="44">
                  <c:v>0.15</c:v>
                </c:pt>
                <c:pt idx="45">
                  <c:v>0.15</c:v>
                </c:pt>
                <c:pt idx="46">
                  <c:v>0.15</c:v>
                </c:pt>
                <c:pt idx="47">
                  <c:v>0.15</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0.25</c:v>
                </c:pt>
                <c:pt idx="140">
                  <c:v>0.25</c:v>
                </c:pt>
                <c:pt idx="141">
                  <c:v>0.25</c:v>
                </c:pt>
                <c:pt idx="142">
                  <c:v>0.25</c:v>
                </c:pt>
                <c:pt idx="143">
                  <c:v>0.25</c:v>
                </c:pt>
                <c:pt idx="144">
                  <c:v>0.25</c:v>
                </c:pt>
                <c:pt idx="145">
                  <c:v>0.25</c:v>
                </c:pt>
                <c:pt idx="146">
                  <c:v>0.25</c:v>
                </c:pt>
                <c:pt idx="147">
                  <c:v>0.25</c:v>
                </c:pt>
                <c:pt idx="148">
                  <c:v>0.25</c:v>
                </c:pt>
                <c:pt idx="149">
                  <c:v>0.25</c:v>
                </c:pt>
                <c:pt idx="150">
                  <c:v>0.25</c:v>
                </c:pt>
                <c:pt idx="151">
                  <c:v>0.25</c:v>
                </c:pt>
                <c:pt idx="152">
                  <c:v>0.25</c:v>
                </c:pt>
                <c:pt idx="153">
                  <c:v>0.25</c:v>
                </c:pt>
                <c:pt idx="154">
                  <c:v>0.25</c:v>
                </c:pt>
                <c:pt idx="155">
                  <c:v>0.25</c:v>
                </c:pt>
                <c:pt idx="156">
                  <c:v>0.25</c:v>
                </c:pt>
                <c:pt idx="157">
                  <c:v>0.25</c:v>
                </c:pt>
                <c:pt idx="158">
                  <c:v>0.25</c:v>
                </c:pt>
                <c:pt idx="159">
                  <c:v>0.25</c:v>
                </c:pt>
                <c:pt idx="160">
                  <c:v>0.25</c:v>
                </c:pt>
                <c:pt idx="161">
                  <c:v>0.25</c:v>
                </c:pt>
                <c:pt idx="162">
                  <c:v>0.25</c:v>
                </c:pt>
                <c:pt idx="163">
                  <c:v>0.25</c:v>
                </c:pt>
                <c:pt idx="164">
                  <c:v>0.25</c:v>
                </c:pt>
                <c:pt idx="165">
                  <c:v>0.25</c:v>
                </c:pt>
                <c:pt idx="166">
                  <c:v>0.25</c:v>
                </c:pt>
                <c:pt idx="167">
                  <c:v>0.25</c:v>
                </c:pt>
                <c:pt idx="168">
                  <c:v>0.25</c:v>
                </c:pt>
                <c:pt idx="169">
                  <c:v>0.25</c:v>
                </c:pt>
                <c:pt idx="170">
                  <c:v>0.25</c:v>
                </c:pt>
                <c:pt idx="171">
                  <c:v>0.25</c:v>
                </c:pt>
                <c:pt idx="172">
                  <c:v>0.25</c:v>
                </c:pt>
                <c:pt idx="173">
                  <c:v>0.25</c:v>
                </c:pt>
                <c:pt idx="174">
                  <c:v>0.25</c:v>
                </c:pt>
                <c:pt idx="175">
                  <c:v>0.25</c:v>
                </c:pt>
                <c:pt idx="176">
                  <c:v>0.25</c:v>
                </c:pt>
                <c:pt idx="177">
                  <c:v>0.25</c:v>
                </c:pt>
                <c:pt idx="178">
                  <c:v>0.25</c:v>
                </c:pt>
                <c:pt idx="179">
                  <c:v>0.25</c:v>
                </c:pt>
                <c:pt idx="180">
                  <c:v>0.25</c:v>
                </c:pt>
                <c:pt idx="181">
                  <c:v>0.25</c:v>
                </c:pt>
                <c:pt idx="182">
                  <c:v>0.25</c:v>
                </c:pt>
                <c:pt idx="183">
                  <c:v>0.25</c:v>
                </c:pt>
                <c:pt idx="184">
                  <c:v>0.25</c:v>
                </c:pt>
                <c:pt idx="185">
                  <c:v>0.25</c:v>
                </c:pt>
                <c:pt idx="186">
                  <c:v>0.25</c:v>
                </c:pt>
                <c:pt idx="187">
                  <c:v>0.25</c:v>
                </c:pt>
                <c:pt idx="188">
                  <c:v>0.25</c:v>
                </c:pt>
                <c:pt idx="189">
                  <c:v>0.25</c:v>
                </c:pt>
                <c:pt idx="190">
                  <c:v>0.25</c:v>
                </c:pt>
                <c:pt idx="191">
                  <c:v>0.25</c:v>
                </c:pt>
                <c:pt idx="192">
                  <c:v>0.25</c:v>
                </c:pt>
                <c:pt idx="193">
                  <c:v>0.25</c:v>
                </c:pt>
                <c:pt idx="194">
                  <c:v>0.25</c:v>
                </c:pt>
                <c:pt idx="195">
                  <c:v>0.25</c:v>
                </c:pt>
                <c:pt idx="196">
                  <c:v>0.25</c:v>
                </c:pt>
                <c:pt idx="197">
                  <c:v>0.25</c:v>
                </c:pt>
                <c:pt idx="198">
                  <c:v>0.25</c:v>
                </c:pt>
                <c:pt idx="199">
                  <c:v>0.25</c:v>
                </c:pt>
                <c:pt idx="200">
                  <c:v>0.25</c:v>
                </c:pt>
                <c:pt idx="201">
                  <c:v>0.25</c:v>
                </c:pt>
                <c:pt idx="202">
                  <c:v>0.25</c:v>
                </c:pt>
                <c:pt idx="203">
                  <c:v>0.25</c:v>
                </c:pt>
                <c:pt idx="204">
                  <c:v>0.25</c:v>
                </c:pt>
                <c:pt idx="205">
                  <c:v>0.25</c:v>
                </c:pt>
                <c:pt idx="206">
                  <c:v>0.25</c:v>
                </c:pt>
                <c:pt idx="207">
                  <c:v>0.25</c:v>
                </c:pt>
                <c:pt idx="208">
                  <c:v>0.25</c:v>
                </c:pt>
                <c:pt idx="209">
                  <c:v>0.25</c:v>
                </c:pt>
                <c:pt idx="210">
                  <c:v>0.25</c:v>
                </c:pt>
                <c:pt idx="211">
                  <c:v>0.25</c:v>
                </c:pt>
                <c:pt idx="212">
                  <c:v>0.25</c:v>
                </c:pt>
                <c:pt idx="213">
                  <c:v>0.25</c:v>
                </c:pt>
                <c:pt idx="214">
                  <c:v>0.25</c:v>
                </c:pt>
                <c:pt idx="215">
                  <c:v>0.25</c:v>
                </c:pt>
                <c:pt idx="216">
                  <c:v>0.25</c:v>
                </c:pt>
                <c:pt idx="217">
                  <c:v>0.25</c:v>
                </c:pt>
                <c:pt idx="218">
                  <c:v>0.25</c:v>
                </c:pt>
                <c:pt idx="219">
                  <c:v>0.25</c:v>
                </c:pt>
                <c:pt idx="220">
                  <c:v>0.25</c:v>
                </c:pt>
                <c:pt idx="221">
                  <c:v>0.25</c:v>
                </c:pt>
                <c:pt idx="222">
                  <c:v>0.25</c:v>
                </c:pt>
                <c:pt idx="223">
                  <c:v>0.25</c:v>
                </c:pt>
                <c:pt idx="224">
                  <c:v>0.25</c:v>
                </c:pt>
                <c:pt idx="225">
                  <c:v>0.25</c:v>
                </c:pt>
                <c:pt idx="226">
                  <c:v>0.25</c:v>
                </c:pt>
                <c:pt idx="227">
                  <c:v>0.25</c:v>
                </c:pt>
                <c:pt idx="228">
                  <c:v>0.25</c:v>
                </c:pt>
                <c:pt idx="229">
                  <c:v>0.25</c:v>
                </c:pt>
                <c:pt idx="230">
                  <c:v>0.25</c:v>
                </c:pt>
                <c:pt idx="231">
                  <c:v>0.25</c:v>
                </c:pt>
                <c:pt idx="232">
                  <c:v>0.25</c:v>
                </c:pt>
                <c:pt idx="233">
                  <c:v>0.25</c:v>
                </c:pt>
                <c:pt idx="234">
                  <c:v>0.25</c:v>
                </c:pt>
                <c:pt idx="235">
                  <c:v>0.25</c:v>
                </c:pt>
                <c:pt idx="236">
                  <c:v>0.25</c:v>
                </c:pt>
                <c:pt idx="237">
                  <c:v>0.25</c:v>
                </c:pt>
                <c:pt idx="238">
                  <c:v>0.25</c:v>
                </c:pt>
                <c:pt idx="239">
                  <c:v>0.25</c:v>
                </c:pt>
                <c:pt idx="240">
                  <c:v>0.25</c:v>
                </c:pt>
                <c:pt idx="241">
                  <c:v>0.25</c:v>
                </c:pt>
                <c:pt idx="242">
                  <c:v>0.25</c:v>
                </c:pt>
                <c:pt idx="243">
                  <c:v>0.25</c:v>
                </c:pt>
                <c:pt idx="244">
                  <c:v>0.25</c:v>
                </c:pt>
                <c:pt idx="245">
                  <c:v>0.25</c:v>
                </c:pt>
                <c:pt idx="246">
                  <c:v>0.25</c:v>
                </c:pt>
                <c:pt idx="247">
                  <c:v>0.25</c:v>
                </c:pt>
                <c:pt idx="248">
                  <c:v>0.25</c:v>
                </c:pt>
                <c:pt idx="249">
                  <c:v>0.25</c:v>
                </c:pt>
                <c:pt idx="250">
                  <c:v>0.25</c:v>
                </c:pt>
                <c:pt idx="251">
                  <c:v>0.25</c:v>
                </c:pt>
                <c:pt idx="252">
                  <c:v>0.25</c:v>
                </c:pt>
                <c:pt idx="253">
                  <c:v>0.25</c:v>
                </c:pt>
                <c:pt idx="254">
                  <c:v>0.25</c:v>
                </c:pt>
                <c:pt idx="255">
                  <c:v>0.25</c:v>
                </c:pt>
                <c:pt idx="256">
                  <c:v>0.25</c:v>
                </c:pt>
                <c:pt idx="257">
                  <c:v>0.25</c:v>
                </c:pt>
                <c:pt idx="258">
                  <c:v>0.25</c:v>
                </c:pt>
                <c:pt idx="259">
                  <c:v>0.25</c:v>
                </c:pt>
                <c:pt idx="260">
                  <c:v>0.25</c:v>
                </c:pt>
                <c:pt idx="261">
                  <c:v>0.25</c:v>
                </c:pt>
                <c:pt idx="262">
                  <c:v>0.25</c:v>
                </c:pt>
                <c:pt idx="263">
                  <c:v>0.25</c:v>
                </c:pt>
                <c:pt idx="264">
                  <c:v>0.25</c:v>
                </c:pt>
                <c:pt idx="265">
                  <c:v>0.25</c:v>
                </c:pt>
                <c:pt idx="266">
                  <c:v>0.25</c:v>
                </c:pt>
                <c:pt idx="267">
                  <c:v>0.25</c:v>
                </c:pt>
                <c:pt idx="268">
                  <c:v>0.25</c:v>
                </c:pt>
                <c:pt idx="269">
                  <c:v>0.25</c:v>
                </c:pt>
                <c:pt idx="270">
                  <c:v>0.25</c:v>
                </c:pt>
                <c:pt idx="271">
                  <c:v>0.25</c:v>
                </c:pt>
                <c:pt idx="272">
                  <c:v>0.25</c:v>
                </c:pt>
                <c:pt idx="273">
                  <c:v>0.25</c:v>
                </c:pt>
                <c:pt idx="274">
                  <c:v>0.25</c:v>
                </c:pt>
                <c:pt idx="275">
                  <c:v>0.25</c:v>
                </c:pt>
                <c:pt idx="276">
                  <c:v>0.25</c:v>
                </c:pt>
                <c:pt idx="277">
                  <c:v>0.25</c:v>
                </c:pt>
                <c:pt idx="278">
                  <c:v>0.25</c:v>
                </c:pt>
                <c:pt idx="279">
                  <c:v>0.25</c:v>
                </c:pt>
                <c:pt idx="280">
                  <c:v>0.25</c:v>
                </c:pt>
                <c:pt idx="281">
                  <c:v>0.25</c:v>
                </c:pt>
                <c:pt idx="282">
                  <c:v>0.25</c:v>
                </c:pt>
                <c:pt idx="283">
                  <c:v>0.25</c:v>
                </c:pt>
                <c:pt idx="284">
                  <c:v>0.25</c:v>
                </c:pt>
                <c:pt idx="285">
                  <c:v>0.25</c:v>
                </c:pt>
                <c:pt idx="286">
                  <c:v>0.25</c:v>
                </c:pt>
                <c:pt idx="287">
                  <c:v>0.25</c:v>
                </c:pt>
                <c:pt idx="288">
                  <c:v>0.25</c:v>
                </c:pt>
                <c:pt idx="289">
                  <c:v>0.25</c:v>
                </c:pt>
                <c:pt idx="290">
                  <c:v>0.25</c:v>
                </c:pt>
                <c:pt idx="291">
                  <c:v>0.25</c:v>
                </c:pt>
                <c:pt idx="292">
                  <c:v>0.25</c:v>
                </c:pt>
                <c:pt idx="293">
                  <c:v>0.25</c:v>
                </c:pt>
                <c:pt idx="294">
                  <c:v>0.25</c:v>
                </c:pt>
                <c:pt idx="295">
                  <c:v>0.25</c:v>
                </c:pt>
                <c:pt idx="296">
                  <c:v>0.25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0.3</c:v>
                </c:pt>
                <c:pt idx="740">
                  <c:v>0.3</c:v>
                </c:pt>
                <c:pt idx="741">
                  <c:v>0.3</c:v>
                </c:pt>
                <c:pt idx="742">
                  <c:v>0.3</c:v>
                </c:pt>
                <c:pt idx="743">
                  <c:v>0.3</c:v>
                </c:pt>
                <c:pt idx="744">
                  <c:v>0.3</c:v>
                </c:pt>
                <c:pt idx="745">
                  <c:v>0.3</c:v>
                </c:pt>
                <c:pt idx="746">
                  <c:v>0.3</c:v>
                </c:pt>
                <c:pt idx="747">
                  <c:v>0.3</c:v>
                </c:pt>
                <c:pt idx="748">
                  <c:v>0.3</c:v>
                </c:pt>
                <c:pt idx="749">
                  <c:v>0.3</c:v>
                </c:pt>
                <c:pt idx="750">
                  <c:v>0.3</c:v>
                </c:pt>
                <c:pt idx="751">
                  <c:v>0.3</c:v>
                </c:pt>
                <c:pt idx="752">
                  <c:v>0.3</c:v>
                </c:pt>
                <c:pt idx="753">
                  <c:v>0.3</c:v>
                </c:pt>
                <c:pt idx="754">
                  <c:v>0.3</c:v>
                </c:pt>
                <c:pt idx="755">
                  <c:v>0.3</c:v>
                </c:pt>
                <c:pt idx="756">
                  <c:v>0.3</c:v>
                </c:pt>
                <c:pt idx="757">
                  <c:v>0.3</c:v>
                </c:pt>
                <c:pt idx="758">
                  <c:v>0.3</c:v>
                </c:pt>
                <c:pt idx="759">
                  <c:v>0.3</c:v>
                </c:pt>
                <c:pt idx="760">
                  <c:v>0.3</c:v>
                </c:pt>
                <c:pt idx="761">
                  <c:v>0.3</c:v>
                </c:pt>
                <c:pt idx="762">
                  <c:v>0.3</c:v>
                </c:pt>
                <c:pt idx="763">
                  <c:v>0.3</c:v>
                </c:pt>
                <c:pt idx="764">
                  <c:v>0.3</c:v>
                </c:pt>
                <c:pt idx="765">
                  <c:v>0.3</c:v>
                </c:pt>
                <c:pt idx="766">
                  <c:v>0.3</c:v>
                </c:pt>
                <c:pt idx="767">
                  <c:v>0.3</c:v>
                </c:pt>
                <c:pt idx="768">
                  <c:v>0.3</c:v>
                </c:pt>
                <c:pt idx="769">
                  <c:v>0.3</c:v>
                </c:pt>
                <c:pt idx="770">
                  <c:v>0.3</c:v>
                </c:pt>
                <c:pt idx="771">
                  <c:v>0.3</c:v>
                </c:pt>
                <c:pt idx="772">
                  <c:v>0.3</c:v>
                </c:pt>
                <c:pt idx="773">
                  <c:v>0.3</c:v>
                </c:pt>
                <c:pt idx="774">
                  <c:v>0.1</c:v>
                </c:pt>
                <c:pt idx="775">
                  <c:v>0.1</c:v>
                </c:pt>
                <c:pt idx="776">
                  <c:v>0.1</c:v>
                </c:pt>
                <c:pt idx="777">
                  <c:v>0.1</c:v>
                </c:pt>
                <c:pt idx="778">
                  <c:v>0.1</c:v>
                </c:pt>
                <c:pt idx="779">
                  <c:v>0.1</c:v>
                </c:pt>
                <c:pt idx="780">
                  <c:v>0.1</c:v>
                </c:pt>
                <c:pt idx="781">
                  <c:v>0.1</c:v>
                </c:pt>
                <c:pt idx="782">
                  <c:v>0.1</c:v>
                </c:pt>
                <c:pt idx="783">
                  <c:v>0.1</c:v>
                </c:pt>
                <c:pt idx="784">
                  <c:v>0.1</c:v>
                </c:pt>
                <c:pt idx="785">
                  <c:v>0.1</c:v>
                </c:pt>
                <c:pt idx="786">
                  <c:v>0.1</c:v>
                </c:pt>
                <c:pt idx="787">
                  <c:v>0.1</c:v>
                </c:pt>
                <c:pt idx="788">
                  <c:v>0.1</c:v>
                </c:pt>
                <c:pt idx="789">
                  <c:v>0.1</c:v>
                </c:pt>
                <c:pt idx="790">
                  <c:v>0.1</c:v>
                </c:pt>
                <c:pt idx="791">
                  <c:v>0.1</c:v>
                </c:pt>
                <c:pt idx="792">
                  <c:v>0.1</c:v>
                </c:pt>
                <c:pt idx="793">
                  <c:v>0.1</c:v>
                </c:pt>
                <c:pt idx="794">
                  <c:v>0.1</c:v>
                </c:pt>
                <c:pt idx="795">
                  <c:v>0.1</c:v>
                </c:pt>
                <c:pt idx="796">
                  <c:v>0.1</c:v>
                </c:pt>
                <c:pt idx="797">
                  <c:v>0.1</c:v>
                </c:pt>
                <c:pt idx="798">
                  <c:v>0.1</c:v>
                </c:pt>
                <c:pt idx="799">
                  <c:v>0.1</c:v>
                </c:pt>
                <c:pt idx="800">
                  <c:v>0.1</c:v>
                </c:pt>
                <c:pt idx="801">
                  <c:v>0.1</c:v>
                </c:pt>
                <c:pt idx="802">
                  <c:v>0.1</c:v>
                </c:pt>
                <c:pt idx="803">
                  <c:v>0.1</c:v>
                </c:pt>
                <c:pt idx="804">
                  <c:v>0.1</c:v>
                </c:pt>
                <c:pt idx="805">
                  <c:v>0.1</c:v>
                </c:pt>
                <c:pt idx="806">
                  <c:v>0.1</c:v>
                </c:pt>
                <c:pt idx="807">
                  <c:v>0.1</c:v>
                </c:pt>
                <c:pt idx="808">
                  <c:v>0.1</c:v>
                </c:pt>
                <c:pt idx="809">
                  <c:v>0.1</c:v>
                </c:pt>
                <c:pt idx="810">
                  <c:v>0.1</c:v>
                </c:pt>
                <c:pt idx="811">
                  <c:v>0.1</c:v>
                </c:pt>
                <c:pt idx="812">
                  <c:v>0.1</c:v>
                </c:pt>
                <c:pt idx="813">
                  <c:v>0.1</c:v>
                </c:pt>
                <c:pt idx="814">
                  <c:v>0.1</c:v>
                </c:pt>
                <c:pt idx="815">
                  <c:v>0.1</c:v>
                </c:pt>
                <c:pt idx="816">
                  <c:v>0.1</c:v>
                </c:pt>
                <c:pt idx="817">
                  <c:v>0.1</c:v>
                </c:pt>
                <c:pt idx="818">
                  <c:v>0.1</c:v>
                </c:pt>
                <c:pt idx="819">
                  <c:v>0.1</c:v>
                </c:pt>
                <c:pt idx="820">
                  <c:v>0.1</c:v>
                </c:pt>
                <c:pt idx="821">
                  <c:v>0.1</c:v>
                </c:pt>
                <c:pt idx="822">
                  <c:v>0.1</c:v>
                </c:pt>
                <c:pt idx="823">
                  <c:v>0.1</c:v>
                </c:pt>
                <c:pt idx="824">
                  <c:v>0.1</c:v>
                </c:pt>
                <c:pt idx="825">
                  <c:v>0.1</c:v>
                </c:pt>
                <c:pt idx="826">
                  <c:v>0.1</c:v>
                </c:pt>
                <c:pt idx="827">
                  <c:v>0.1</c:v>
                </c:pt>
                <c:pt idx="828">
                  <c:v>0.1</c:v>
                </c:pt>
                <c:pt idx="829">
                  <c:v>0.1</c:v>
                </c:pt>
                <c:pt idx="830">
                  <c:v>0.1</c:v>
                </c:pt>
                <c:pt idx="831">
                  <c:v>0.1</c:v>
                </c:pt>
                <c:pt idx="832">
                  <c:v>0.1</c:v>
                </c:pt>
                <c:pt idx="833">
                  <c:v>0.1</c:v>
                </c:pt>
                <c:pt idx="834">
                  <c:v>0.1</c:v>
                </c:pt>
                <c:pt idx="835">
                  <c:v>0.1</c:v>
                </c:pt>
                <c:pt idx="836">
                  <c:v>0.1</c:v>
                </c:pt>
                <c:pt idx="837">
                  <c:v>0.1</c:v>
                </c:pt>
                <c:pt idx="838">
                  <c:v>0.1</c:v>
                </c:pt>
                <c:pt idx="839">
                  <c:v>0.1</c:v>
                </c:pt>
                <c:pt idx="840">
                  <c:v>0.1</c:v>
                </c:pt>
                <c:pt idx="841">
                  <c:v>0.1</c:v>
                </c:pt>
                <c:pt idx="842">
                  <c:v>0.1</c:v>
                </c:pt>
                <c:pt idx="843">
                  <c:v>0.1</c:v>
                </c:pt>
                <c:pt idx="844">
                  <c:v>0.1</c:v>
                </c:pt>
                <c:pt idx="845">
                  <c:v>0.1</c:v>
                </c:pt>
                <c:pt idx="846">
                  <c:v>0.1</c:v>
                </c:pt>
                <c:pt idx="847">
                  <c:v>0.1</c:v>
                </c:pt>
                <c:pt idx="848">
                  <c:v>0.1</c:v>
                </c:pt>
                <c:pt idx="849">
                  <c:v>0.1</c:v>
                </c:pt>
                <c:pt idx="850">
                  <c:v>0.1</c:v>
                </c:pt>
                <c:pt idx="851">
                  <c:v>0.1</c:v>
                </c:pt>
                <c:pt idx="852">
                  <c:v>0.1</c:v>
                </c:pt>
                <c:pt idx="853">
                  <c:v>0.1</c:v>
                </c:pt>
                <c:pt idx="854">
                  <c:v>0.1</c:v>
                </c:pt>
                <c:pt idx="855">
                  <c:v>0.1</c:v>
                </c:pt>
                <c:pt idx="856">
                  <c:v>0.1</c:v>
                </c:pt>
                <c:pt idx="857">
                  <c:v>0.1</c:v>
                </c:pt>
                <c:pt idx="858">
                  <c:v>0.1</c:v>
                </c:pt>
                <c:pt idx="859">
                  <c:v>0.1</c:v>
                </c:pt>
                <c:pt idx="860">
                  <c:v>0.1</c:v>
                </c:pt>
                <c:pt idx="861">
                  <c:v>0.1</c:v>
                </c:pt>
                <c:pt idx="862">
                  <c:v>0.1</c:v>
                </c:pt>
                <c:pt idx="863">
                  <c:v>0.1</c:v>
                </c:pt>
                <c:pt idx="864">
                  <c:v>0.1</c:v>
                </c:pt>
                <c:pt idx="865">
                  <c:v>0.1</c:v>
                </c:pt>
                <c:pt idx="866">
                  <c:v>0.1</c:v>
                </c:pt>
                <c:pt idx="867">
                  <c:v>0.1</c:v>
                </c:pt>
                <c:pt idx="868">
                  <c:v>0.1</c:v>
                </c:pt>
                <c:pt idx="869">
                  <c:v>0.1</c:v>
                </c:pt>
                <c:pt idx="870">
                  <c:v>0.1</c:v>
                </c:pt>
                <c:pt idx="871">
                  <c:v>0.1</c:v>
                </c:pt>
                <c:pt idx="872">
                  <c:v>0.1</c:v>
                </c:pt>
                <c:pt idx="873">
                  <c:v>0.1</c:v>
                </c:pt>
                <c:pt idx="874">
                  <c:v>0.1</c:v>
                </c:pt>
                <c:pt idx="875">
                  <c:v>0.1</c:v>
                </c:pt>
                <c:pt idx="876">
                  <c:v>0.1</c:v>
                </c:pt>
                <c:pt idx="877">
                  <c:v>0.1</c:v>
                </c:pt>
                <c:pt idx="878">
                  <c:v>0.1</c:v>
                </c:pt>
                <c:pt idx="879">
                  <c:v>0.1</c:v>
                </c:pt>
                <c:pt idx="880">
                  <c:v>0.1</c:v>
                </c:pt>
                <c:pt idx="881">
                  <c:v>0.1</c:v>
                </c:pt>
                <c:pt idx="882">
                  <c:v>0.1</c:v>
                </c:pt>
                <c:pt idx="883">
                  <c:v>0.1</c:v>
                </c:pt>
                <c:pt idx="884">
                  <c:v>0.1</c:v>
                </c:pt>
                <c:pt idx="885">
                  <c:v>0.1</c:v>
                </c:pt>
                <c:pt idx="886">
                  <c:v>0.1</c:v>
                </c:pt>
                <c:pt idx="887">
                  <c:v>0.1</c:v>
                </c:pt>
                <c:pt idx="888">
                  <c:v>0.1</c:v>
                </c:pt>
                <c:pt idx="889">
                  <c:v>0.1</c:v>
                </c:pt>
                <c:pt idx="890">
                  <c:v>0.1</c:v>
                </c:pt>
                <c:pt idx="891">
                  <c:v>0.1</c:v>
                </c:pt>
                <c:pt idx="892">
                  <c:v>0.1</c:v>
                </c:pt>
                <c:pt idx="893">
                  <c:v>0.1</c:v>
                </c:pt>
                <c:pt idx="894">
                  <c:v>0.1</c:v>
                </c:pt>
                <c:pt idx="895">
                  <c:v>0.1</c:v>
                </c:pt>
                <c:pt idx="896">
                  <c:v>0.1</c:v>
                </c:pt>
                <c:pt idx="897">
                  <c:v>0.1</c:v>
                </c:pt>
                <c:pt idx="898">
                  <c:v>0.1</c:v>
                </c:pt>
                <c:pt idx="899">
                  <c:v>0.1</c:v>
                </c:pt>
                <c:pt idx="900">
                  <c:v>0.1</c:v>
                </c:pt>
                <c:pt idx="901">
                  <c:v>0.1</c:v>
                </c:pt>
                <c:pt idx="902">
                  <c:v>0.1</c:v>
                </c:pt>
                <c:pt idx="903">
                  <c:v>0.1</c:v>
                </c:pt>
                <c:pt idx="904">
                  <c:v>0.1</c:v>
                </c:pt>
                <c:pt idx="905">
                  <c:v>0.1</c:v>
                </c:pt>
                <c:pt idx="906">
                  <c:v>0.1</c:v>
                </c:pt>
                <c:pt idx="907">
                  <c:v>0.1</c:v>
                </c:pt>
                <c:pt idx="908">
                  <c:v>0.1</c:v>
                </c:pt>
                <c:pt idx="909">
                  <c:v>0.1</c:v>
                </c:pt>
                <c:pt idx="910">
                  <c:v>0.1</c:v>
                </c:pt>
                <c:pt idx="911">
                  <c:v>0.1</c:v>
                </c:pt>
                <c:pt idx="912">
                  <c:v>0.1</c:v>
                </c:pt>
                <c:pt idx="913">
                  <c:v>0.1</c:v>
                </c:pt>
                <c:pt idx="914">
                  <c:v>0.1</c:v>
                </c:pt>
                <c:pt idx="915">
                  <c:v>0.1</c:v>
                </c:pt>
                <c:pt idx="916">
                  <c:v>0.1</c:v>
                </c:pt>
                <c:pt idx="917">
                  <c:v>0.1</c:v>
                </c:pt>
                <c:pt idx="918">
                  <c:v>0.1</c:v>
                </c:pt>
                <c:pt idx="919">
                  <c:v>0.1</c:v>
                </c:pt>
                <c:pt idx="920">
                  <c:v>0.1</c:v>
                </c:pt>
                <c:pt idx="921">
                  <c:v>0.1</c:v>
                </c:pt>
                <c:pt idx="922">
                  <c:v>0.1</c:v>
                </c:pt>
                <c:pt idx="923">
                  <c:v>0.1</c:v>
                </c:pt>
                <c:pt idx="924">
                  <c:v>0.1</c:v>
                </c:pt>
                <c:pt idx="925">
                  <c:v>0.1</c:v>
                </c:pt>
                <c:pt idx="926">
                  <c:v>0.1</c:v>
                </c:pt>
                <c:pt idx="927">
                  <c:v>0.1</c:v>
                </c:pt>
                <c:pt idx="928">
                  <c:v>0.1</c:v>
                </c:pt>
                <c:pt idx="929">
                  <c:v>0.1</c:v>
                </c:pt>
                <c:pt idx="930">
                  <c:v>0.1</c:v>
                </c:pt>
                <c:pt idx="931">
                  <c:v>0.1</c:v>
                </c:pt>
                <c:pt idx="932">
                  <c:v>0.1</c:v>
                </c:pt>
                <c:pt idx="933">
                  <c:v>0.1</c:v>
                </c:pt>
                <c:pt idx="934">
                  <c:v>0.1</c:v>
                </c:pt>
                <c:pt idx="935">
                  <c:v>0.1</c:v>
                </c:pt>
                <c:pt idx="936">
                  <c:v>0.1</c:v>
                </c:pt>
                <c:pt idx="937">
                  <c:v>0.1</c:v>
                </c:pt>
                <c:pt idx="938">
                  <c:v>0.1</c:v>
                </c:pt>
                <c:pt idx="939">
                  <c:v>0.1</c:v>
                </c:pt>
                <c:pt idx="940">
                  <c:v>0.1</c:v>
                </c:pt>
                <c:pt idx="941">
                  <c:v>0.1</c:v>
                </c:pt>
                <c:pt idx="942">
                  <c:v>0.1</c:v>
                </c:pt>
                <c:pt idx="943">
                  <c:v>0.1</c:v>
                </c:pt>
                <c:pt idx="944">
                  <c:v>0.1</c:v>
                </c:pt>
                <c:pt idx="945">
                  <c:v>0.1</c:v>
                </c:pt>
                <c:pt idx="946">
                  <c:v>0.1</c:v>
                </c:pt>
                <c:pt idx="947">
                  <c:v>0.1</c:v>
                </c:pt>
                <c:pt idx="948">
                  <c:v>0.1</c:v>
                </c:pt>
                <c:pt idx="949">
                  <c:v>0.1</c:v>
                </c:pt>
                <c:pt idx="950">
                  <c:v>0.1</c:v>
                </c:pt>
                <c:pt idx="951">
                  <c:v>0.1</c:v>
                </c:pt>
                <c:pt idx="952">
                  <c:v>0.1</c:v>
                </c:pt>
                <c:pt idx="953">
                  <c:v>0.1</c:v>
                </c:pt>
                <c:pt idx="954">
                  <c:v>0.1</c:v>
                </c:pt>
                <c:pt idx="955">
                  <c:v>0.1</c:v>
                </c:pt>
                <c:pt idx="956">
                  <c:v>0.1</c:v>
                </c:pt>
                <c:pt idx="957">
                  <c:v>0.1</c:v>
                </c:pt>
                <c:pt idx="958">
                  <c:v>0.1</c:v>
                </c:pt>
                <c:pt idx="959">
                  <c:v>0.1</c:v>
                </c:pt>
                <c:pt idx="960">
                  <c:v>0.1</c:v>
                </c:pt>
                <c:pt idx="961">
                  <c:v>0.1</c:v>
                </c:pt>
                <c:pt idx="962">
                  <c:v>0.1</c:v>
                </c:pt>
                <c:pt idx="963">
                  <c:v>0.1</c:v>
                </c:pt>
                <c:pt idx="964">
                  <c:v>0.1</c:v>
                </c:pt>
                <c:pt idx="965">
                  <c:v>0.1</c:v>
                </c:pt>
                <c:pt idx="966">
                  <c:v>0.1</c:v>
                </c:pt>
                <c:pt idx="967">
                  <c:v>0.1</c:v>
                </c:pt>
                <c:pt idx="968">
                  <c:v>0.1</c:v>
                </c:pt>
                <c:pt idx="969">
                  <c:v>0.1</c:v>
                </c:pt>
                <c:pt idx="970">
                  <c:v>0.1</c:v>
                </c:pt>
                <c:pt idx="971">
                  <c:v>0.1</c:v>
                </c:pt>
                <c:pt idx="972">
                  <c:v>0.1</c:v>
                </c:pt>
                <c:pt idx="973">
                  <c:v>0.1</c:v>
                </c:pt>
                <c:pt idx="974">
                  <c:v>0.1</c:v>
                </c:pt>
                <c:pt idx="975">
                  <c:v>0.1</c:v>
                </c:pt>
                <c:pt idx="976">
                  <c:v>0.1</c:v>
                </c:pt>
                <c:pt idx="977">
                  <c:v>0.1</c:v>
                </c:pt>
                <c:pt idx="978">
                  <c:v>0.1</c:v>
                </c:pt>
                <c:pt idx="979">
                  <c:v>0.1</c:v>
                </c:pt>
                <c:pt idx="980">
                  <c:v>0.1</c:v>
                </c:pt>
                <c:pt idx="981">
                  <c:v>0.1</c:v>
                </c:pt>
                <c:pt idx="982">
                  <c:v>0.1</c:v>
                </c:pt>
                <c:pt idx="983">
                  <c:v>0.1</c:v>
                </c:pt>
                <c:pt idx="984">
                  <c:v>0.1</c:v>
                </c:pt>
                <c:pt idx="985">
                  <c:v>0.1</c:v>
                </c:pt>
                <c:pt idx="986">
                  <c:v>0.1</c:v>
                </c:pt>
                <c:pt idx="987">
                  <c:v>0.1</c:v>
                </c:pt>
                <c:pt idx="988">
                  <c:v>0.1</c:v>
                </c:pt>
                <c:pt idx="989">
                  <c:v>0.1</c:v>
                </c:pt>
                <c:pt idx="990">
                  <c:v>0.1</c:v>
                </c:pt>
                <c:pt idx="991">
                  <c:v>0.1</c:v>
                </c:pt>
                <c:pt idx="992">
                  <c:v>0.1</c:v>
                </c:pt>
                <c:pt idx="993">
                  <c:v>0.1</c:v>
                </c:pt>
                <c:pt idx="994">
                  <c:v>0.1</c:v>
                </c:pt>
                <c:pt idx="995">
                  <c:v>0.1</c:v>
                </c:pt>
                <c:pt idx="996">
                  <c:v>0.1</c:v>
                </c:pt>
                <c:pt idx="997">
                  <c:v>0.1</c:v>
                </c:pt>
                <c:pt idx="998">
                  <c:v>0.1</c:v>
                </c:pt>
                <c:pt idx="999">
                  <c:v>0.1</c:v>
                </c:pt>
                <c:pt idx="1000">
                  <c:v>0.1</c:v>
                </c:pt>
                <c:pt idx="1001">
                  <c:v>0.1</c:v>
                </c:pt>
                <c:pt idx="1002">
                  <c:v>0.1</c:v>
                </c:pt>
                <c:pt idx="1003">
                  <c:v>0.1</c:v>
                </c:pt>
                <c:pt idx="1004">
                  <c:v>0.1</c:v>
                </c:pt>
                <c:pt idx="1005">
                  <c:v>0.1</c:v>
                </c:pt>
                <c:pt idx="1006">
                  <c:v>0.1</c:v>
                </c:pt>
                <c:pt idx="1007">
                  <c:v>0.1</c:v>
                </c:pt>
                <c:pt idx="1008">
                  <c:v>0.1</c:v>
                </c:pt>
                <c:pt idx="1009">
                  <c:v>0.1</c:v>
                </c:pt>
                <c:pt idx="1010">
                  <c:v>0.1</c:v>
                </c:pt>
                <c:pt idx="1011">
                  <c:v>0.1</c:v>
                </c:pt>
                <c:pt idx="1012">
                  <c:v>0.1</c:v>
                </c:pt>
                <c:pt idx="1013">
                  <c:v>0.1</c:v>
                </c:pt>
                <c:pt idx="1014">
                  <c:v>0.1</c:v>
                </c:pt>
                <c:pt idx="1015">
                  <c:v>0.1</c:v>
                </c:pt>
                <c:pt idx="1016">
                  <c:v>0.1</c:v>
                </c:pt>
                <c:pt idx="1017">
                  <c:v>0.1</c:v>
                </c:pt>
                <c:pt idx="1018">
                  <c:v>0.1</c:v>
                </c:pt>
                <c:pt idx="1019">
                  <c:v>0.1</c:v>
                </c:pt>
                <c:pt idx="1020">
                  <c:v>0.1</c:v>
                </c:pt>
                <c:pt idx="1021">
                  <c:v>0.1</c:v>
                </c:pt>
                <c:pt idx="1022">
                  <c:v>0.1</c:v>
                </c:pt>
                <c:pt idx="1023">
                  <c:v>0.1</c:v>
                </c:pt>
                <c:pt idx="1024">
                  <c:v>0.1</c:v>
                </c:pt>
                <c:pt idx="1025">
                  <c:v>0.1</c:v>
                </c:pt>
                <c:pt idx="1026">
                  <c:v>0.1</c:v>
                </c:pt>
                <c:pt idx="1027">
                  <c:v>0.1</c:v>
                </c:pt>
                <c:pt idx="1028">
                  <c:v>0.1</c:v>
                </c:pt>
                <c:pt idx="1029">
                  <c:v>0.1</c:v>
                </c:pt>
                <c:pt idx="1030">
                  <c:v>0.1</c:v>
                </c:pt>
                <c:pt idx="1031">
                  <c:v>0.1</c:v>
                </c:pt>
                <c:pt idx="1032">
                  <c:v>0.1</c:v>
                </c:pt>
                <c:pt idx="1033">
                  <c:v>0.1</c:v>
                </c:pt>
                <c:pt idx="1034">
                  <c:v>0.1</c:v>
                </c:pt>
                <c:pt idx="1035">
                  <c:v>0.1</c:v>
                </c:pt>
                <c:pt idx="1036">
                  <c:v>0.1</c:v>
                </c:pt>
                <c:pt idx="1037">
                  <c:v>0.1</c:v>
                </c:pt>
                <c:pt idx="1038">
                  <c:v>0.1</c:v>
                </c:pt>
                <c:pt idx="1039">
                  <c:v>0.1</c:v>
                </c:pt>
                <c:pt idx="1040">
                  <c:v>0.1</c:v>
                </c:pt>
                <c:pt idx="1041">
                  <c:v>0.1</c:v>
                </c:pt>
                <c:pt idx="1042">
                  <c:v>0.1</c:v>
                </c:pt>
                <c:pt idx="1043">
                  <c:v>0.1</c:v>
                </c:pt>
                <c:pt idx="1044">
                  <c:v>0.1</c:v>
                </c:pt>
                <c:pt idx="1045">
                  <c:v>0.1</c:v>
                </c:pt>
                <c:pt idx="1046">
                  <c:v>0.1</c:v>
                </c:pt>
                <c:pt idx="1047">
                  <c:v>0.1</c:v>
                </c:pt>
                <c:pt idx="1048">
                  <c:v>0.1</c:v>
                </c:pt>
                <c:pt idx="1049">
                  <c:v>0.1</c:v>
                </c:pt>
                <c:pt idx="1050">
                  <c:v>0.1</c:v>
                </c:pt>
                <c:pt idx="1051">
                  <c:v>0.1</c:v>
                </c:pt>
                <c:pt idx="1052">
                  <c:v>0.1</c:v>
                </c:pt>
                <c:pt idx="1053">
                  <c:v>0.1</c:v>
                </c:pt>
                <c:pt idx="1054">
                  <c:v>0.1</c:v>
                </c:pt>
                <c:pt idx="1055">
                  <c:v>0.1</c:v>
                </c:pt>
                <c:pt idx="1056">
                  <c:v>0.1</c:v>
                </c:pt>
                <c:pt idx="1057">
                  <c:v>0.1</c:v>
                </c:pt>
                <c:pt idx="1058">
                  <c:v>0.1</c:v>
                </c:pt>
                <c:pt idx="1059">
                  <c:v>0.1</c:v>
                </c:pt>
                <c:pt idx="1060">
                  <c:v>0.1</c:v>
                </c:pt>
                <c:pt idx="1061">
                  <c:v>0.1</c:v>
                </c:pt>
                <c:pt idx="1062">
                  <c:v>0.1</c:v>
                </c:pt>
                <c:pt idx="1063">
                  <c:v>0.1</c:v>
                </c:pt>
                <c:pt idx="1064">
                  <c:v>0.1</c:v>
                </c:pt>
                <c:pt idx="1065">
                  <c:v>0.1</c:v>
                </c:pt>
                <c:pt idx="1066">
                  <c:v>0.1</c:v>
                </c:pt>
                <c:pt idx="1067">
                  <c:v>0.1</c:v>
                </c:pt>
                <c:pt idx="1068">
                  <c:v>0.1</c:v>
                </c:pt>
                <c:pt idx="1069">
                  <c:v>0.1</c:v>
                </c:pt>
                <c:pt idx="1070">
                  <c:v>0.1</c:v>
                </c:pt>
                <c:pt idx="1071">
                  <c:v>0.1</c:v>
                </c:pt>
                <c:pt idx="1072">
                  <c:v>0.1</c:v>
                </c:pt>
                <c:pt idx="1073">
                  <c:v>0.1</c:v>
                </c:pt>
                <c:pt idx="1074">
                  <c:v>0.1</c:v>
                </c:pt>
                <c:pt idx="1075">
                  <c:v>0.1</c:v>
                </c:pt>
                <c:pt idx="1076">
                  <c:v>0.1</c:v>
                </c:pt>
                <c:pt idx="1077">
                  <c:v>0.1</c:v>
                </c:pt>
                <c:pt idx="1078">
                  <c:v>0.1</c:v>
                </c:pt>
                <c:pt idx="1079">
                  <c:v>0.1</c:v>
                </c:pt>
                <c:pt idx="1080">
                  <c:v>0.1</c:v>
                </c:pt>
                <c:pt idx="1081">
                  <c:v>0.1</c:v>
                </c:pt>
                <c:pt idx="1082">
                  <c:v>0.1</c:v>
                </c:pt>
                <c:pt idx="1083">
                  <c:v>0.1</c:v>
                </c:pt>
                <c:pt idx="1084">
                  <c:v>0.1</c:v>
                </c:pt>
                <c:pt idx="1085">
                  <c:v>0.1</c:v>
                </c:pt>
                <c:pt idx="1086">
                  <c:v>0.1</c:v>
                </c:pt>
                <c:pt idx="1087">
                  <c:v>0.1</c:v>
                </c:pt>
                <c:pt idx="1088">
                  <c:v>0.1</c:v>
                </c:pt>
                <c:pt idx="1089">
                  <c:v>0.1</c:v>
                </c:pt>
                <c:pt idx="1090">
                  <c:v>0.1</c:v>
                </c:pt>
                <c:pt idx="1091">
                  <c:v>0.1</c:v>
                </c:pt>
                <c:pt idx="1092">
                  <c:v>0.1</c:v>
                </c:pt>
                <c:pt idx="1093">
                  <c:v>0.1</c:v>
                </c:pt>
                <c:pt idx="1094">
                  <c:v>0.1</c:v>
                </c:pt>
                <c:pt idx="1095">
                  <c:v>0.1</c:v>
                </c:pt>
                <c:pt idx="1096">
                  <c:v>0.1</c:v>
                </c:pt>
                <c:pt idx="1097">
                  <c:v>0.1</c:v>
                </c:pt>
                <c:pt idx="1098">
                  <c:v>0.1</c:v>
                </c:pt>
                <c:pt idx="1099">
                  <c:v>0.1</c:v>
                </c:pt>
                <c:pt idx="1100">
                  <c:v>0.1</c:v>
                </c:pt>
                <c:pt idx="1101">
                  <c:v>0.1</c:v>
                </c:pt>
                <c:pt idx="1102">
                  <c:v>0.1</c:v>
                </c:pt>
                <c:pt idx="1103">
                  <c:v>0.1</c:v>
                </c:pt>
                <c:pt idx="1104">
                  <c:v>0.1</c:v>
                </c:pt>
                <c:pt idx="1105">
                  <c:v>0.1</c:v>
                </c:pt>
                <c:pt idx="1106">
                  <c:v>0.1</c:v>
                </c:pt>
                <c:pt idx="1107">
                  <c:v>0.1</c:v>
                </c:pt>
                <c:pt idx="1108">
                  <c:v>0.1</c:v>
                </c:pt>
                <c:pt idx="1109">
                  <c:v>0.1</c:v>
                </c:pt>
                <c:pt idx="1110">
                  <c:v>0.1</c:v>
                </c:pt>
                <c:pt idx="1111">
                  <c:v>0.1</c:v>
                </c:pt>
                <c:pt idx="1112">
                  <c:v>0.1</c:v>
                </c:pt>
                <c:pt idx="1113">
                  <c:v>0.1</c:v>
                </c:pt>
                <c:pt idx="1114">
                  <c:v>0.1</c:v>
                </c:pt>
                <c:pt idx="1115">
                  <c:v>0.1</c:v>
                </c:pt>
                <c:pt idx="1116">
                  <c:v>0.1</c:v>
                </c:pt>
                <c:pt idx="1117">
                  <c:v>0.1</c:v>
                </c:pt>
                <c:pt idx="1118">
                  <c:v>0.1</c:v>
                </c:pt>
                <c:pt idx="1119">
                  <c:v>0.1</c:v>
                </c:pt>
                <c:pt idx="1120">
                  <c:v>0.1</c:v>
                </c:pt>
                <c:pt idx="1121">
                  <c:v>0.1</c:v>
                </c:pt>
                <c:pt idx="1122">
                  <c:v>0.1</c:v>
                </c:pt>
                <c:pt idx="1123">
                  <c:v>0.1</c:v>
                </c:pt>
                <c:pt idx="1124">
                  <c:v>0.1</c:v>
                </c:pt>
                <c:pt idx="1125">
                  <c:v>0.1</c:v>
                </c:pt>
                <c:pt idx="1126">
                  <c:v>0.1</c:v>
                </c:pt>
                <c:pt idx="1127">
                  <c:v>0.1</c:v>
                </c:pt>
                <c:pt idx="1128">
                  <c:v>0.1</c:v>
                </c:pt>
                <c:pt idx="1129">
                  <c:v>0.1</c:v>
                </c:pt>
                <c:pt idx="1130">
                  <c:v>0.1</c:v>
                </c:pt>
                <c:pt idx="1131">
                  <c:v>0.1</c:v>
                </c:pt>
                <c:pt idx="1132">
                  <c:v>0.1</c:v>
                </c:pt>
                <c:pt idx="1133">
                  <c:v>0.1</c:v>
                </c:pt>
                <c:pt idx="1134">
                  <c:v>0.1</c:v>
                </c:pt>
                <c:pt idx="1135">
                  <c:v>0.1</c:v>
                </c:pt>
                <c:pt idx="1136">
                  <c:v>0.1</c:v>
                </c:pt>
                <c:pt idx="1137">
                  <c:v>0.1</c:v>
                </c:pt>
                <c:pt idx="1138">
                  <c:v>0.1</c:v>
                </c:pt>
                <c:pt idx="1139">
                  <c:v>0.1</c:v>
                </c:pt>
                <c:pt idx="1140">
                  <c:v>0.1</c:v>
                </c:pt>
                <c:pt idx="1141">
                  <c:v>0.1</c:v>
                </c:pt>
                <c:pt idx="1142">
                  <c:v>0.1</c:v>
                </c:pt>
                <c:pt idx="1143">
                  <c:v>0.1</c:v>
                </c:pt>
                <c:pt idx="1144">
                  <c:v>0.1</c:v>
                </c:pt>
                <c:pt idx="1145">
                  <c:v>0.1</c:v>
                </c:pt>
                <c:pt idx="1146">
                  <c:v>0.1</c:v>
                </c:pt>
                <c:pt idx="1147">
                  <c:v>0.1</c:v>
                </c:pt>
                <c:pt idx="1148">
                  <c:v>0.1</c:v>
                </c:pt>
                <c:pt idx="1149">
                  <c:v>0.1</c:v>
                </c:pt>
                <c:pt idx="1150">
                  <c:v>0.1</c:v>
                </c:pt>
                <c:pt idx="1151">
                  <c:v>0.1</c:v>
                </c:pt>
                <c:pt idx="1152">
                  <c:v>0.1</c:v>
                </c:pt>
                <c:pt idx="1153">
                  <c:v>0.1</c:v>
                </c:pt>
                <c:pt idx="1154">
                  <c:v>0.1</c:v>
                </c:pt>
                <c:pt idx="1155">
                  <c:v>0.1</c:v>
                </c:pt>
                <c:pt idx="1156">
                  <c:v>0.1</c:v>
                </c:pt>
                <c:pt idx="1157">
                  <c:v>0.1</c:v>
                </c:pt>
                <c:pt idx="1158">
                  <c:v>0.1</c:v>
                </c:pt>
                <c:pt idx="1159">
                  <c:v>0.1</c:v>
                </c:pt>
                <c:pt idx="1160">
                  <c:v>0.1</c:v>
                </c:pt>
                <c:pt idx="1161">
                  <c:v>0.1</c:v>
                </c:pt>
                <c:pt idx="1162">
                  <c:v>0.1</c:v>
                </c:pt>
                <c:pt idx="1163">
                  <c:v>0.1</c:v>
                </c:pt>
                <c:pt idx="1164">
                  <c:v>0.1</c:v>
                </c:pt>
                <c:pt idx="1165">
                  <c:v>0.1</c:v>
                </c:pt>
                <c:pt idx="1166">
                  <c:v>0.1</c:v>
                </c:pt>
                <c:pt idx="1167">
                  <c:v>0.1</c:v>
                </c:pt>
                <c:pt idx="1168">
                  <c:v>0.1</c:v>
                </c:pt>
                <c:pt idx="1169">
                  <c:v>0.1</c:v>
                </c:pt>
                <c:pt idx="1170">
                  <c:v>0.1</c:v>
                </c:pt>
                <c:pt idx="1171">
                  <c:v>0.1</c:v>
                </c:pt>
                <c:pt idx="1172">
                  <c:v>0.1</c:v>
                </c:pt>
                <c:pt idx="1173">
                  <c:v>0.1</c:v>
                </c:pt>
                <c:pt idx="1174">
                  <c:v>0.1</c:v>
                </c:pt>
                <c:pt idx="1175">
                  <c:v>0.1</c:v>
                </c:pt>
                <c:pt idx="1176">
                  <c:v>0.1</c:v>
                </c:pt>
                <c:pt idx="1177">
                  <c:v>0.1</c:v>
                </c:pt>
                <c:pt idx="1178">
                  <c:v>0.1</c:v>
                </c:pt>
                <c:pt idx="1179">
                  <c:v>0.1</c:v>
                </c:pt>
                <c:pt idx="1180">
                  <c:v>0.1</c:v>
                </c:pt>
                <c:pt idx="1181">
                  <c:v>0.1</c:v>
                </c:pt>
                <c:pt idx="1182">
                  <c:v>0.1</c:v>
                </c:pt>
                <c:pt idx="1183">
                  <c:v>0.1</c:v>
                </c:pt>
                <c:pt idx="1184">
                  <c:v>0.1</c:v>
                </c:pt>
                <c:pt idx="1185">
                  <c:v>0.1</c:v>
                </c:pt>
                <c:pt idx="1186">
                  <c:v>0.1</c:v>
                </c:pt>
                <c:pt idx="1187">
                  <c:v>0.1</c:v>
                </c:pt>
                <c:pt idx="1188">
                  <c:v>0.1</c:v>
                </c:pt>
                <c:pt idx="1189">
                  <c:v>0.1</c:v>
                </c:pt>
                <c:pt idx="1190">
                  <c:v>0.1</c:v>
                </c:pt>
                <c:pt idx="1191">
                  <c:v>0.1</c:v>
                </c:pt>
                <c:pt idx="1192">
                  <c:v>0.1</c:v>
                </c:pt>
                <c:pt idx="1193">
                  <c:v>0.1</c:v>
                </c:pt>
                <c:pt idx="1194">
                  <c:v>0.1</c:v>
                </c:pt>
                <c:pt idx="1195">
                  <c:v>0.1</c:v>
                </c:pt>
                <c:pt idx="1196">
                  <c:v>0.1</c:v>
                </c:pt>
                <c:pt idx="1197">
                  <c:v>0.1</c:v>
                </c:pt>
                <c:pt idx="1198">
                  <c:v>0.1</c:v>
                </c:pt>
                <c:pt idx="1199">
                  <c:v>0.1</c:v>
                </c:pt>
                <c:pt idx="1200">
                  <c:v>0.1</c:v>
                </c:pt>
                <c:pt idx="1201">
                  <c:v>0.1</c:v>
                </c:pt>
                <c:pt idx="1202">
                  <c:v>0.1</c:v>
                </c:pt>
                <c:pt idx="1203">
                  <c:v>0.1</c:v>
                </c:pt>
                <c:pt idx="1204">
                  <c:v>0.1</c:v>
                </c:pt>
                <c:pt idx="1205">
                  <c:v>0.1</c:v>
                </c:pt>
                <c:pt idx="1206">
                  <c:v>0.1</c:v>
                </c:pt>
                <c:pt idx="1207">
                  <c:v>0.1</c:v>
                </c:pt>
                <c:pt idx="1208">
                  <c:v>0.1</c:v>
                </c:pt>
                <c:pt idx="1209">
                  <c:v>0.1</c:v>
                </c:pt>
                <c:pt idx="1210">
                  <c:v>0.1</c:v>
                </c:pt>
                <c:pt idx="1211">
                  <c:v>0.1</c:v>
                </c:pt>
                <c:pt idx="1212">
                  <c:v>0.1</c:v>
                </c:pt>
                <c:pt idx="1213">
                  <c:v>0.1</c:v>
                </c:pt>
                <c:pt idx="1214">
                  <c:v>0.1</c:v>
                </c:pt>
                <c:pt idx="1215">
                  <c:v>0.1</c:v>
                </c:pt>
                <c:pt idx="1216">
                  <c:v>0.1</c:v>
                </c:pt>
                <c:pt idx="1217">
                  <c:v>0.1</c:v>
                </c:pt>
                <c:pt idx="1218">
                  <c:v>0.1</c:v>
                </c:pt>
                <c:pt idx="1219">
                  <c:v>0.1</c:v>
                </c:pt>
                <c:pt idx="1220">
                  <c:v>0.1</c:v>
                </c:pt>
                <c:pt idx="1221">
                  <c:v>0.1</c:v>
                </c:pt>
                <c:pt idx="1222">
                  <c:v>0.1</c:v>
                </c:pt>
                <c:pt idx="1223">
                  <c:v>0.1</c:v>
                </c:pt>
                <c:pt idx="1224">
                  <c:v>0.1</c:v>
                </c:pt>
                <c:pt idx="1225">
                  <c:v>0.1</c:v>
                </c:pt>
                <c:pt idx="1226">
                  <c:v>0.1</c:v>
                </c:pt>
                <c:pt idx="1227">
                  <c:v>0.1</c:v>
                </c:pt>
                <c:pt idx="1228">
                  <c:v>0.1</c:v>
                </c:pt>
                <c:pt idx="1229">
                  <c:v>0.1</c:v>
                </c:pt>
                <c:pt idx="1230">
                  <c:v>0.1</c:v>
                </c:pt>
                <c:pt idx="1231">
                  <c:v>0.1</c:v>
                </c:pt>
                <c:pt idx="1232">
                  <c:v>0.1</c:v>
                </c:pt>
                <c:pt idx="1233">
                  <c:v>0.1</c:v>
                </c:pt>
                <c:pt idx="1234">
                  <c:v>0.1</c:v>
                </c:pt>
                <c:pt idx="1235">
                  <c:v>0.1</c:v>
                </c:pt>
                <c:pt idx="1236">
                  <c:v>0.1</c:v>
                </c:pt>
                <c:pt idx="1237">
                  <c:v>0.1</c:v>
                </c:pt>
                <c:pt idx="1238">
                  <c:v>0.1</c:v>
                </c:pt>
                <c:pt idx="1239">
                  <c:v>0.1</c:v>
                </c:pt>
                <c:pt idx="1240">
                  <c:v>0.1</c:v>
                </c:pt>
                <c:pt idx="1241">
                  <c:v>0.1</c:v>
                </c:pt>
                <c:pt idx="1242">
                  <c:v>0.1</c:v>
                </c:pt>
                <c:pt idx="1243">
                  <c:v>0.1</c:v>
                </c:pt>
                <c:pt idx="1244">
                  <c:v>0.1</c:v>
                </c:pt>
                <c:pt idx="1245">
                  <c:v>0.1</c:v>
                </c:pt>
                <c:pt idx="1246">
                  <c:v>0.1</c:v>
                </c:pt>
                <c:pt idx="1247">
                  <c:v>0.1</c:v>
                </c:pt>
                <c:pt idx="1248">
                  <c:v>0.1</c:v>
                </c:pt>
                <c:pt idx="1249">
                  <c:v>0.1</c:v>
                </c:pt>
                <c:pt idx="1250">
                  <c:v>0.1</c:v>
                </c:pt>
                <c:pt idx="1251">
                  <c:v>0.1</c:v>
                </c:pt>
                <c:pt idx="1252">
                  <c:v>0.1</c:v>
                </c:pt>
                <c:pt idx="1253">
                  <c:v>0.1</c:v>
                </c:pt>
                <c:pt idx="1254">
                  <c:v>0.1</c:v>
                </c:pt>
                <c:pt idx="1255">
                  <c:v>0.1</c:v>
                </c:pt>
                <c:pt idx="1256">
                  <c:v>0.1</c:v>
                </c:pt>
                <c:pt idx="1257">
                  <c:v>0.1</c:v>
                </c:pt>
                <c:pt idx="1258">
                  <c:v>0.1</c:v>
                </c:pt>
                <c:pt idx="1259">
                  <c:v>0.1</c:v>
                </c:pt>
                <c:pt idx="1260">
                  <c:v>0.1</c:v>
                </c:pt>
                <c:pt idx="1261">
                  <c:v>0.1</c:v>
                </c:pt>
                <c:pt idx="1262">
                  <c:v>0.1</c:v>
                </c:pt>
                <c:pt idx="1263">
                  <c:v>0.1</c:v>
                </c:pt>
                <c:pt idx="1264">
                  <c:v>0.1</c:v>
                </c:pt>
                <c:pt idx="1265">
                  <c:v>0.1</c:v>
                </c:pt>
                <c:pt idx="1266">
                  <c:v>0.1</c:v>
                </c:pt>
                <c:pt idx="1267">
                  <c:v>0.1</c:v>
                </c:pt>
                <c:pt idx="1268">
                  <c:v>0.1</c:v>
                </c:pt>
                <c:pt idx="1269">
                  <c:v>0.1</c:v>
                </c:pt>
                <c:pt idx="1270">
                  <c:v>0.1</c:v>
                </c:pt>
                <c:pt idx="1271">
                  <c:v>0.1</c:v>
                </c:pt>
                <c:pt idx="1272">
                  <c:v>0.1</c:v>
                </c:pt>
                <c:pt idx="1273">
                  <c:v>0.1</c:v>
                </c:pt>
                <c:pt idx="1274">
                  <c:v>0.1</c:v>
                </c:pt>
                <c:pt idx="1275">
                  <c:v>0.1</c:v>
                </c:pt>
                <c:pt idx="1276">
                  <c:v>0.1</c:v>
                </c:pt>
                <c:pt idx="1277">
                  <c:v>0.1</c:v>
                </c:pt>
                <c:pt idx="1278">
                  <c:v>0.1</c:v>
                </c:pt>
                <c:pt idx="1279">
                  <c:v>0.1</c:v>
                </c:pt>
                <c:pt idx="1280">
                  <c:v>0.1</c:v>
                </c:pt>
                <c:pt idx="1281">
                  <c:v>0.1</c:v>
                </c:pt>
                <c:pt idx="1282">
                  <c:v>0.1</c:v>
                </c:pt>
                <c:pt idx="1283">
                  <c:v>0.1</c:v>
                </c:pt>
                <c:pt idx="1284">
                  <c:v>0.1</c:v>
                </c:pt>
                <c:pt idx="1285">
                  <c:v>0.1</c:v>
                </c:pt>
                <c:pt idx="1286">
                  <c:v>0.1</c:v>
                </c:pt>
                <c:pt idx="1287">
                  <c:v>0.1</c:v>
                </c:pt>
                <c:pt idx="1288">
                  <c:v>0.1</c:v>
                </c:pt>
                <c:pt idx="1289">
                  <c:v>0.1</c:v>
                </c:pt>
                <c:pt idx="1290">
                  <c:v>0.1</c:v>
                </c:pt>
                <c:pt idx="1291">
                  <c:v>0.1</c:v>
                </c:pt>
                <c:pt idx="1292">
                  <c:v>0.1</c:v>
                </c:pt>
                <c:pt idx="1293">
                  <c:v>0.1</c:v>
                </c:pt>
                <c:pt idx="1294">
                  <c:v>0.1</c:v>
                </c:pt>
                <c:pt idx="1295">
                  <c:v>0.1</c:v>
                </c:pt>
                <c:pt idx="1296">
                  <c:v>0.1</c:v>
                </c:pt>
                <c:pt idx="1297">
                  <c:v>0.1</c:v>
                </c:pt>
                <c:pt idx="1298">
                  <c:v>0.1</c:v>
                </c:pt>
                <c:pt idx="1299">
                  <c:v>0.1</c:v>
                </c:pt>
                <c:pt idx="1300">
                  <c:v>0.1</c:v>
                </c:pt>
                <c:pt idx="1301">
                  <c:v>0.1</c:v>
                </c:pt>
                <c:pt idx="1302">
                  <c:v>0.1</c:v>
                </c:pt>
                <c:pt idx="1303">
                  <c:v>0.1</c:v>
                </c:pt>
                <c:pt idx="1304">
                  <c:v>0.1</c:v>
                </c:pt>
                <c:pt idx="1305">
                  <c:v>0.1</c:v>
                </c:pt>
                <c:pt idx="1306">
                  <c:v>0.1</c:v>
                </c:pt>
                <c:pt idx="1307">
                  <c:v>0.1</c:v>
                </c:pt>
                <c:pt idx="1308">
                  <c:v>0.1</c:v>
                </c:pt>
                <c:pt idx="1309">
                  <c:v>0.1</c:v>
                </c:pt>
                <c:pt idx="1310">
                  <c:v>0.1</c:v>
                </c:pt>
                <c:pt idx="1311">
                  <c:v>0.1</c:v>
                </c:pt>
                <c:pt idx="1312">
                  <c:v>0.1</c:v>
                </c:pt>
                <c:pt idx="1313">
                  <c:v>0.1</c:v>
                </c:pt>
                <c:pt idx="1314">
                  <c:v>0.1</c:v>
                </c:pt>
                <c:pt idx="1315">
                  <c:v>0.1</c:v>
                </c:pt>
                <c:pt idx="1316">
                  <c:v>0.1</c:v>
                </c:pt>
                <c:pt idx="1317">
                  <c:v>0.1</c:v>
                </c:pt>
                <c:pt idx="1318">
                  <c:v>0.1</c:v>
                </c:pt>
                <c:pt idx="1319">
                  <c:v>0.1</c:v>
                </c:pt>
                <c:pt idx="1320">
                  <c:v>0.1</c:v>
                </c:pt>
                <c:pt idx="1321">
                  <c:v>0.1</c:v>
                </c:pt>
                <c:pt idx="1322">
                  <c:v>0.1</c:v>
                </c:pt>
                <c:pt idx="1323">
                  <c:v>0.1</c:v>
                </c:pt>
                <c:pt idx="1324">
                  <c:v>0.1</c:v>
                </c:pt>
                <c:pt idx="1325">
                  <c:v>0.1</c:v>
                </c:pt>
                <c:pt idx="1326">
                  <c:v>0.1</c:v>
                </c:pt>
                <c:pt idx="1327">
                  <c:v>0.1</c:v>
                </c:pt>
                <c:pt idx="1328">
                  <c:v>0.1</c:v>
                </c:pt>
                <c:pt idx="1329">
                  <c:v>0.1</c:v>
                </c:pt>
                <c:pt idx="1330">
                  <c:v>0.1</c:v>
                </c:pt>
                <c:pt idx="1331">
                  <c:v>0.1</c:v>
                </c:pt>
                <c:pt idx="1332">
                  <c:v>0.1</c:v>
                </c:pt>
                <c:pt idx="1333">
                  <c:v>0.1</c:v>
                </c:pt>
                <c:pt idx="1334">
                  <c:v>0.1</c:v>
                </c:pt>
                <c:pt idx="1335">
                  <c:v>0.1</c:v>
                </c:pt>
                <c:pt idx="1336">
                  <c:v>0.1</c:v>
                </c:pt>
                <c:pt idx="1337">
                  <c:v>0.1</c:v>
                </c:pt>
                <c:pt idx="1338">
                  <c:v>0.1</c:v>
                </c:pt>
                <c:pt idx="1339">
                  <c:v>0.1</c:v>
                </c:pt>
                <c:pt idx="1340">
                  <c:v>0.1</c:v>
                </c:pt>
                <c:pt idx="1341">
                  <c:v>0.1</c:v>
                </c:pt>
                <c:pt idx="1342">
                  <c:v>0.1</c:v>
                </c:pt>
                <c:pt idx="1343">
                  <c:v>0.1</c:v>
                </c:pt>
                <c:pt idx="1344">
                  <c:v>0.1</c:v>
                </c:pt>
                <c:pt idx="1345">
                  <c:v>0.1</c:v>
                </c:pt>
                <c:pt idx="1346">
                  <c:v>0.1</c:v>
                </c:pt>
                <c:pt idx="1347">
                  <c:v>0.1</c:v>
                </c:pt>
                <c:pt idx="1348">
                  <c:v>0.1</c:v>
                </c:pt>
                <c:pt idx="1349">
                  <c:v>0.1</c:v>
                </c:pt>
                <c:pt idx="1350">
                  <c:v>0.1</c:v>
                </c:pt>
                <c:pt idx="1351">
                  <c:v>0.1</c:v>
                </c:pt>
                <c:pt idx="1352">
                  <c:v>0.1</c:v>
                </c:pt>
                <c:pt idx="1353">
                  <c:v>0.1</c:v>
                </c:pt>
                <c:pt idx="1354">
                  <c:v>0.1</c:v>
                </c:pt>
                <c:pt idx="1355">
                  <c:v>0.1</c:v>
                </c:pt>
                <c:pt idx="1356">
                  <c:v>0.1</c:v>
                </c:pt>
                <c:pt idx="1357">
                  <c:v>0.1</c:v>
                </c:pt>
                <c:pt idx="1358">
                  <c:v>0.1</c:v>
                </c:pt>
                <c:pt idx="1359">
                  <c:v>0.1</c:v>
                </c:pt>
                <c:pt idx="1360">
                  <c:v>0.1</c:v>
                </c:pt>
                <c:pt idx="1361">
                  <c:v>0.1</c:v>
                </c:pt>
                <c:pt idx="1362">
                  <c:v>0.1</c:v>
                </c:pt>
                <c:pt idx="1363">
                  <c:v>0.1</c:v>
                </c:pt>
                <c:pt idx="1364">
                  <c:v>0.1</c:v>
                </c:pt>
                <c:pt idx="1365">
                  <c:v>0.1</c:v>
                </c:pt>
                <c:pt idx="1366">
                  <c:v>0.1</c:v>
                </c:pt>
                <c:pt idx="1367">
                  <c:v>0.1</c:v>
                </c:pt>
                <c:pt idx="1368">
                  <c:v>0.1</c:v>
                </c:pt>
                <c:pt idx="1369">
                  <c:v>0.1</c:v>
                </c:pt>
                <c:pt idx="1370">
                  <c:v>0.1</c:v>
                </c:pt>
                <c:pt idx="1371">
                  <c:v>0.1</c:v>
                </c:pt>
                <c:pt idx="1372">
                  <c:v>0.1</c:v>
                </c:pt>
                <c:pt idx="1373">
                  <c:v>0.1</c:v>
                </c:pt>
                <c:pt idx="1374">
                  <c:v>0.1</c:v>
                </c:pt>
                <c:pt idx="1375">
                  <c:v>0.1</c:v>
                </c:pt>
                <c:pt idx="1376">
                  <c:v>0.1</c:v>
                </c:pt>
                <c:pt idx="1377">
                  <c:v>0.1</c:v>
                </c:pt>
                <c:pt idx="1378">
                  <c:v>0.1</c:v>
                </c:pt>
                <c:pt idx="1379">
                  <c:v>0.1</c:v>
                </c:pt>
                <c:pt idx="1380">
                  <c:v>0.1</c:v>
                </c:pt>
                <c:pt idx="1381">
                  <c:v>0.1</c:v>
                </c:pt>
                <c:pt idx="1382">
                  <c:v>0.1</c:v>
                </c:pt>
                <c:pt idx="1383">
                  <c:v>0.1</c:v>
                </c:pt>
                <c:pt idx="1384">
                  <c:v>0.1</c:v>
                </c:pt>
                <c:pt idx="1385">
                  <c:v>0.1</c:v>
                </c:pt>
                <c:pt idx="1386">
                  <c:v>0.1</c:v>
                </c:pt>
                <c:pt idx="1387">
                  <c:v>0.1</c:v>
                </c:pt>
                <c:pt idx="1388">
                  <c:v>0.1</c:v>
                </c:pt>
                <c:pt idx="1389">
                  <c:v>0.1</c:v>
                </c:pt>
                <c:pt idx="1390">
                  <c:v>0.1</c:v>
                </c:pt>
                <c:pt idx="1391">
                  <c:v>0.1</c:v>
                </c:pt>
                <c:pt idx="1392">
                  <c:v>0.1</c:v>
                </c:pt>
                <c:pt idx="1393">
                  <c:v>0.1</c:v>
                </c:pt>
                <c:pt idx="1394">
                  <c:v>0.1</c:v>
                </c:pt>
                <c:pt idx="1395">
                  <c:v>0.1</c:v>
                </c:pt>
                <c:pt idx="1396">
                  <c:v>0.1</c:v>
                </c:pt>
                <c:pt idx="1397">
                  <c:v>0.1</c:v>
                </c:pt>
                <c:pt idx="1398">
                  <c:v>0.1</c:v>
                </c:pt>
                <c:pt idx="1399">
                  <c:v>0.1</c:v>
                </c:pt>
                <c:pt idx="1400">
                  <c:v>0.1</c:v>
                </c:pt>
                <c:pt idx="1401">
                  <c:v>0.1</c:v>
                </c:pt>
                <c:pt idx="1402">
                  <c:v>0.1</c:v>
                </c:pt>
                <c:pt idx="1403">
                  <c:v>0.1</c:v>
                </c:pt>
                <c:pt idx="1404">
                  <c:v>0.1</c:v>
                </c:pt>
                <c:pt idx="1405">
                  <c:v>0.1</c:v>
                </c:pt>
                <c:pt idx="1406">
                  <c:v>0.1</c:v>
                </c:pt>
                <c:pt idx="1407">
                  <c:v>0.1</c:v>
                </c:pt>
                <c:pt idx="1408">
                  <c:v>0.1</c:v>
                </c:pt>
                <c:pt idx="1409">
                  <c:v>0.1</c:v>
                </c:pt>
                <c:pt idx="1410">
                  <c:v>0.1</c:v>
                </c:pt>
                <c:pt idx="1411">
                  <c:v>0.1</c:v>
                </c:pt>
                <c:pt idx="1412">
                  <c:v>0.1</c:v>
                </c:pt>
                <c:pt idx="1413">
                  <c:v>0.1</c:v>
                </c:pt>
                <c:pt idx="1414">
                  <c:v>0.1</c:v>
                </c:pt>
                <c:pt idx="1415">
                  <c:v>0.1</c:v>
                </c:pt>
                <c:pt idx="1416">
                  <c:v>0.1</c:v>
                </c:pt>
                <c:pt idx="1417">
                  <c:v>0.1</c:v>
                </c:pt>
                <c:pt idx="1418">
                  <c:v>0.1</c:v>
                </c:pt>
                <c:pt idx="1419">
                  <c:v>0.1</c:v>
                </c:pt>
                <c:pt idx="1420">
                  <c:v>0.1</c:v>
                </c:pt>
                <c:pt idx="1421">
                  <c:v>0.1</c:v>
                </c:pt>
                <c:pt idx="1422">
                  <c:v>0.1</c:v>
                </c:pt>
                <c:pt idx="1423">
                  <c:v>0.1</c:v>
                </c:pt>
                <c:pt idx="1424">
                  <c:v>0.1</c:v>
                </c:pt>
                <c:pt idx="1425">
                  <c:v>0.1</c:v>
                </c:pt>
                <c:pt idx="1426">
                  <c:v>0.1</c:v>
                </c:pt>
                <c:pt idx="1427">
                  <c:v>0.1</c:v>
                </c:pt>
                <c:pt idx="1428">
                  <c:v>0.1</c:v>
                </c:pt>
                <c:pt idx="1429">
                  <c:v>0.1</c:v>
                </c:pt>
                <c:pt idx="1430">
                  <c:v>0.1</c:v>
                </c:pt>
                <c:pt idx="1431">
                  <c:v>0.1</c:v>
                </c:pt>
                <c:pt idx="1432">
                  <c:v>0.1</c:v>
                </c:pt>
                <c:pt idx="1433">
                  <c:v>0.1</c:v>
                </c:pt>
                <c:pt idx="1434">
                  <c:v>0.1</c:v>
                </c:pt>
                <c:pt idx="1435">
                  <c:v>0.1</c:v>
                </c:pt>
                <c:pt idx="1436">
                  <c:v>0.1</c:v>
                </c:pt>
                <c:pt idx="1437">
                  <c:v>0.1</c:v>
                </c:pt>
                <c:pt idx="1438">
                  <c:v>0.1</c:v>
                </c:pt>
                <c:pt idx="1439">
                  <c:v>0.1</c:v>
                </c:pt>
                <c:pt idx="1440">
                  <c:v>0.1</c:v>
                </c:pt>
                <c:pt idx="1441">
                  <c:v>0.1</c:v>
                </c:pt>
                <c:pt idx="1442">
                  <c:v>0.1</c:v>
                </c:pt>
                <c:pt idx="1443">
                  <c:v>0.1</c:v>
                </c:pt>
                <c:pt idx="1444">
                  <c:v>0.1</c:v>
                </c:pt>
                <c:pt idx="1445">
                  <c:v>0.1</c:v>
                </c:pt>
                <c:pt idx="1446">
                  <c:v>0.1</c:v>
                </c:pt>
                <c:pt idx="1447">
                  <c:v>0.1</c:v>
                </c:pt>
                <c:pt idx="1448">
                  <c:v>0.1</c:v>
                </c:pt>
                <c:pt idx="1449">
                  <c:v>0.1</c:v>
                </c:pt>
                <c:pt idx="1450">
                  <c:v>0.1</c:v>
                </c:pt>
                <c:pt idx="1451">
                  <c:v>0.1</c:v>
                </c:pt>
                <c:pt idx="1452">
                  <c:v>0.1</c:v>
                </c:pt>
                <c:pt idx="1453">
                  <c:v>0.1</c:v>
                </c:pt>
                <c:pt idx="1454">
                  <c:v>0.1</c:v>
                </c:pt>
                <c:pt idx="1455">
                  <c:v>0.1</c:v>
                </c:pt>
                <c:pt idx="1456">
                  <c:v>0.1</c:v>
                </c:pt>
                <c:pt idx="1457">
                  <c:v>0.1</c:v>
                </c:pt>
                <c:pt idx="1458">
                  <c:v>0.1</c:v>
                </c:pt>
                <c:pt idx="1459">
                  <c:v>0.1</c:v>
                </c:pt>
                <c:pt idx="1460">
                  <c:v>0.1</c:v>
                </c:pt>
                <c:pt idx="1461">
                  <c:v>0.1</c:v>
                </c:pt>
                <c:pt idx="1462">
                  <c:v>0.1</c:v>
                </c:pt>
                <c:pt idx="1463">
                  <c:v>0.1</c:v>
                </c:pt>
                <c:pt idx="1464">
                  <c:v>0.1</c:v>
                </c:pt>
                <c:pt idx="1465">
                  <c:v>0.1</c:v>
                </c:pt>
                <c:pt idx="1466">
                  <c:v>0.1</c:v>
                </c:pt>
                <c:pt idx="1467">
                  <c:v>0.1</c:v>
                </c:pt>
                <c:pt idx="1468">
                  <c:v>0.1</c:v>
                </c:pt>
                <c:pt idx="1469">
                  <c:v>0.1</c:v>
                </c:pt>
                <c:pt idx="1470">
                  <c:v>0.1</c:v>
                </c:pt>
                <c:pt idx="1471">
                  <c:v>0.1</c:v>
                </c:pt>
                <c:pt idx="1472">
                  <c:v>0.1</c:v>
                </c:pt>
                <c:pt idx="1473">
                  <c:v>0.1</c:v>
                </c:pt>
                <c:pt idx="1474">
                  <c:v>0.1</c:v>
                </c:pt>
                <c:pt idx="1475">
                  <c:v>0.1</c:v>
                </c:pt>
                <c:pt idx="1476">
                  <c:v>0.1</c:v>
                </c:pt>
                <c:pt idx="1477">
                  <c:v>0.1</c:v>
                </c:pt>
                <c:pt idx="1478">
                  <c:v>0.1</c:v>
                </c:pt>
                <c:pt idx="1479">
                  <c:v>0.1</c:v>
                </c:pt>
                <c:pt idx="1480">
                  <c:v>0.1</c:v>
                </c:pt>
                <c:pt idx="1481">
                  <c:v>0.1</c:v>
                </c:pt>
                <c:pt idx="1482">
                  <c:v>0.1</c:v>
                </c:pt>
                <c:pt idx="1483">
                  <c:v>0.1</c:v>
                </c:pt>
                <c:pt idx="1484">
                  <c:v>0.1</c:v>
                </c:pt>
                <c:pt idx="1485">
                  <c:v>0.1</c:v>
                </c:pt>
                <c:pt idx="1486">
                  <c:v>0.1</c:v>
                </c:pt>
                <c:pt idx="1487">
                  <c:v>0.1</c:v>
                </c:pt>
                <c:pt idx="1488">
                  <c:v>0.1</c:v>
                </c:pt>
                <c:pt idx="1489">
                  <c:v>0.1</c:v>
                </c:pt>
                <c:pt idx="1490">
                  <c:v>0.1</c:v>
                </c:pt>
                <c:pt idx="1491">
                  <c:v>0.1</c:v>
                </c:pt>
                <c:pt idx="1492">
                  <c:v>0.1</c:v>
                </c:pt>
                <c:pt idx="1493">
                  <c:v>0.1</c:v>
                </c:pt>
                <c:pt idx="1494">
                  <c:v>0.1</c:v>
                </c:pt>
                <c:pt idx="1495">
                  <c:v>0.1</c:v>
                </c:pt>
                <c:pt idx="1496">
                  <c:v>0.1</c:v>
                </c:pt>
                <c:pt idx="1497">
                  <c:v>0.1</c:v>
                </c:pt>
                <c:pt idx="1498">
                  <c:v>0.1</c:v>
                </c:pt>
                <c:pt idx="1499">
                  <c:v>0.1</c:v>
                </c:pt>
                <c:pt idx="1500">
                  <c:v>0.1</c:v>
                </c:pt>
                <c:pt idx="1501">
                  <c:v>0.1</c:v>
                </c:pt>
                <c:pt idx="1502">
                  <c:v>0.1</c:v>
                </c:pt>
                <c:pt idx="1503">
                  <c:v>0.1</c:v>
                </c:pt>
                <c:pt idx="1504">
                  <c:v>0.1</c:v>
                </c:pt>
                <c:pt idx="1505">
                  <c:v>0.1</c:v>
                </c:pt>
                <c:pt idx="1506">
                  <c:v>0.1</c:v>
                </c:pt>
                <c:pt idx="1507">
                  <c:v>0.1</c:v>
                </c:pt>
                <c:pt idx="1508">
                  <c:v>0.1</c:v>
                </c:pt>
                <c:pt idx="1509">
                  <c:v>0.1</c:v>
                </c:pt>
                <c:pt idx="1510">
                  <c:v>0.1</c:v>
                </c:pt>
                <c:pt idx="1511">
                  <c:v>0.1</c:v>
                </c:pt>
                <c:pt idx="1512">
                  <c:v>0.1</c:v>
                </c:pt>
                <c:pt idx="1513">
                  <c:v>0.1</c:v>
                </c:pt>
                <c:pt idx="1514">
                  <c:v>0.1</c:v>
                </c:pt>
                <c:pt idx="1515">
                  <c:v>0.1</c:v>
                </c:pt>
                <c:pt idx="1516">
                  <c:v>0.1</c:v>
                </c:pt>
                <c:pt idx="1517">
                  <c:v>0.1</c:v>
                </c:pt>
                <c:pt idx="1518">
                  <c:v>0.1</c:v>
                </c:pt>
                <c:pt idx="1519">
                  <c:v>0.1</c:v>
                </c:pt>
                <c:pt idx="1520">
                  <c:v>0.1</c:v>
                </c:pt>
                <c:pt idx="1521">
                  <c:v>0.1</c:v>
                </c:pt>
                <c:pt idx="1522">
                  <c:v>0.1</c:v>
                </c:pt>
                <c:pt idx="1523">
                  <c:v>0.1</c:v>
                </c:pt>
                <c:pt idx="1524">
                  <c:v>0.1</c:v>
                </c:pt>
                <c:pt idx="1525">
                  <c:v>0.1</c:v>
                </c:pt>
                <c:pt idx="1526">
                  <c:v>0.1</c:v>
                </c:pt>
                <c:pt idx="1527">
                  <c:v>0.1</c:v>
                </c:pt>
                <c:pt idx="1528">
                  <c:v>0.1</c:v>
                </c:pt>
                <c:pt idx="1529">
                  <c:v>0.1</c:v>
                </c:pt>
                <c:pt idx="1530">
                  <c:v>0.1</c:v>
                </c:pt>
                <c:pt idx="1531">
                  <c:v>0.1</c:v>
                </c:pt>
                <c:pt idx="1532">
                  <c:v>0.1</c:v>
                </c:pt>
                <c:pt idx="1533">
                  <c:v>0.1</c:v>
                </c:pt>
                <c:pt idx="1534">
                  <c:v>0.1</c:v>
                </c:pt>
                <c:pt idx="1535">
                  <c:v>0.1</c:v>
                </c:pt>
                <c:pt idx="1536">
                  <c:v>0.1</c:v>
                </c:pt>
                <c:pt idx="1537">
                  <c:v>0.1</c:v>
                </c:pt>
                <c:pt idx="1538">
                  <c:v>0.1</c:v>
                </c:pt>
                <c:pt idx="1539">
                  <c:v>0.1</c:v>
                </c:pt>
                <c:pt idx="1540">
                  <c:v>0.1</c:v>
                </c:pt>
                <c:pt idx="1541">
                  <c:v>0.1</c:v>
                </c:pt>
                <c:pt idx="1542">
                  <c:v>0.1</c:v>
                </c:pt>
                <c:pt idx="1543">
                  <c:v>0.1</c:v>
                </c:pt>
                <c:pt idx="1544">
                  <c:v>0.1</c:v>
                </c:pt>
                <c:pt idx="1545">
                  <c:v>0.1</c:v>
                </c:pt>
                <c:pt idx="1546">
                  <c:v>0.1</c:v>
                </c:pt>
                <c:pt idx="1547">
                  <c:v>0.1</c:v>
                </c:pt>
                <c:pt idx="1548">
                  <c:v>0.1</c:v>
                </c:pt>
                <c:pt idx="1549">
                  <c:v>0.1</c:v>
                </c:pt>
                <c:pt idx="1550">
                  <c:v>0.1</c:v>
                </c:pt>
                <c:pt idx="1551">
                  <c:v>0.1</c:v>
                </c:pt>
                <c:pt idx="1552">
                  <c:v>0.1</c:v>
                </c:pt>
                <c:pt idx="1553">
                  <c:v>0.1</c:v>
                </c:pt>
                <c:pt idx="1554">
                  <c:v>0.1</c:v>
                </c:pt>
                <c:pt idx="1555">
                  <c:v>0.1</c:v>
                </c:pt>
                <c:pt idx="1556">
                  <c:v>0.1</c:v>
                </c:pt>
                <c:pt idx="1557">
                  <c:v>0.1</c:v>
                </c:pt>
                <c:pt idx="1558">
                  <c:v>0.1</c:v>
                </c:pt>
                <c:pt idx="1559">
                  <c:v>0.1</c:v>
                </c:pt>
                <c:pt idx="1560">
                  <c:v>0.1</c:v>
                </c:pt>
                <c:pt idx="1561">
                  <c:v>0.1</c:v>
                </c:pt>
                <c:pt idx="1562">
                  <c:v>0.1</c:v>
                </c:pt>
                <c:pt idx="1563">
                  <c:v>0.1</c:v>
                </c:pt>
                <c:pt idx="1564">
                  <c:v>0.1</c:v>
                </c:pt>
                <c:pt idx="1565">
                  <c:v>0.1</c:v>
                </c:pt>
                <c:pt idx="1566">
                  <c:v>0.1</c:v>
                </c:pt>
                <c:pt idx="1567">
                  <c:v>0.1</c:v>
                </c:pt>
                <c:pt idx="1568">
                  <c:v>0.1</c:v>
                </c:pt>
                <c:pt idx="1569">
                  <c:v>0.1</c:v>
                </c:pt>
                <c:pt idx="1570">
                  <c:v>0.1</c:v>
                </c:pt>
                <c:pt idx="1571">
                  <c:v>0.1</c:v>
                </c:pt>
                <c:pt idx="1572">
                  <c:v>0.1</c:v>
                </c:pt>
                <c:pt idx="1573">
                  <c:v>0.1</c:v>
                </c:pt>
                <c:pt idx="1574">
                  <c:v>0.1</c:v>
                </c:pt>
                <c:pt idx="1575">
                  <c:v>0.1</c:v>
                </c:pt>
                <c:pt idx="1576">
                  <c:v>0.1</c:v>
                </c:pt>
                <c:pt idx="1577">
                  <c:v>0.1</c:v>
                </c:pt>
                <c:pt idx="1578">
                  <c:v>0.1</c:v>
                </c:pt>
                <c:pt idx="1579">
                  <c:v>0.1</c:v>
                </c:pt>
                <c:pt idx="1580">
                  <c:v>0.1</c:v>
                </c:pt>
                <c:pt idx="1581">
                  <c:v>0.1</c:v>
                </c:pt>
                <c:pt idx="1582">
                  <c:v>0.1</c:v>
                </c:pt>
                <c:pt idx="1583">
                  <c:v>0.1</c:v>
                </c:pt>
                <c:pt idx="1584">
                  <c:v>0.1</c:v>
                </c:pt>
                <c:pt idx="1585">
                  <c:v>0.1</c:v>
                </c:pt>
                <c:pt idx="1586">
                  <c:v>0.1</c:v>
                </c:pt>
                <c:pt idx="1587">
                  <c:v>0.1</c:v>
                </c:pt>
                <c:pt idx="1588">
                  <c:v>0.1</c:v>
                </c:pt>
                <c:pt idx="1589">
                  <c:v>0.1</c:v>
                </c:pt>
                <c:pt idx="1590">
                  <c:v>0.1</c:v>
                </c:pt>
                <c:pt idx="1591">
                  <c:v>0.1</c:v>
                </c:pt>
                <c:pt idx="1592">
                  <c:v>0.1</c:v>
                </c:pt>
                <c:pt idx="1593">
                  <c:v>0.1</c:v>
                </c:pt>
                <c:pt idx="1594">
                  <c:v>0.1</c:v>
                </c:pt>
                <c:pt idx="1595">
                  <c:v>0.1</c:v>
                </c:pt>
                <c:pt idx="1596">
                  <c:v>0.1</c:v>
                </c:pt>
                <c:pt idx="1597">
                  <c:v>0.1</c:v>
                </c:pt>
                <c:pt idx="1598">
                  <c:v>0.1</c:v>
                </c:pt>
                <c:pt idx="1599">
                  <c:v>0.1</c:v>
                </c:pt>
                <c:pt idx="1600">
                  <c:v>0.1</c:v>
                </c:pt>
                <c:pt idx="1601">
                  <c:v>0.1</c:v>
                </c:pt>
                <c:pt idx="1602">
                  <c:v>0.1</c:v>
                </c:pt>
                <c:pt idx="1603">
                  <c:v>0.1</c:v>
                </c:pt>
                <c:pt idx="1604">
                  <c:v>0.1</c:v>
                </c:pt>
                <c:pt idx="1605">
                  <c:v>0.1</c:v>
                </c:pt>
                <c:pt idx="1606">
                  <c:v>0.1</c:v>
                </c:pt>
                <c:pt idx="1607">
                  <c:v>0.1</c:v>
                </c:pt>
                <c:pt idx="1608">
                  <c:v>0.1</c:v>
                </c:pt>
                <c:pt idx="1609">
                  <c:v>0.1</c:v>
                </c:pt>
                <c:pt idx="1610">
                  <c:v>0.1</c:v>
                </c:pt>
                <c:pt idx="1611">
                  <c:v>0.1</c:v>
                </c:pt>
                <c:pt idx="1612">
                  <c:v>0.1</c:v>
                </c:pt>
                <c:pt idx="1613">
                  <c:v>0.1</c:v>
                </c:pt>
                <c:pt idx="1614">
                  <c:v>0.1</c:v>
                </c:pt>
                <c:pt idx="1615">
                  <c:v>0.1</c:v>
                </c:pt>
                <c:pt idx="1616">
                  <c:v>0.1</c:v>
                </c:pt>
                <c:pt idx="1617">
                  <c:v>0.1</c:v>
                </c:pt>
                <c:pt idx="1618">
                  <c:v>0.1</c:v>
                </c:pt>
                <c:pt idx="1619">
                  <c:v>0.1</c:v>
                </c:pt>
                <c:pt idx="1620">
                  <c:v>0.1</c:v>
                </c:pt>
                <c:pt idx="1621">
                  <c:v>0.1</c:v>
                </c:pt>
                <c:pt idx="1622">
                  <c:v>0.1</c:v>
                </c:pt>
                <c:pt idx="1623">
                  <c:v>0.1</c:v>
                </c:pt>
                <c:pt idx="1624">
                  <c:v>0.1</c:v>
                </c:pt>
                <c:pt idx="1625">
                  <c:v>0.1</c:v>
                </c:pt>
                <c:pt idx="1626">
                  <c:v>0.1</c:v>
                </c:pt>
                <c:pt idx="1627">
                  <c:v>0.1</c:v>
                </c:pt>
                <c:pt idx="1628">
                  <c:v>0.1</c:v>
                </c:pt>
                <c:pt idx="1629">
                  <c:v>0.1</c:v>
                </c:pt>
                <c:pt idx="1630">
                  <c:v>0.1</c:v>
                </c:pt>
                <c:pt idx="1631">
                  <c:v>0.1</c:v>
                </c:pt>
                <c:pt idx="1632">
                  <c:v>0.1</c:v>
                </c:pt>
                <c:pt idx="1633">
                  <c:v>0.1</c:v>
                </c:pt>
                <c:pt idx="1634">
                  <c:v>0.1</c:v>
                </c:pt>
                <c:pt idx="1635">
                  <c:v>0.1</c:v>
                </c:pt>
                <c:pt idx="1636">
                  <c:v>0.1</c:v>
                </c:pt>
                <c:pt idx="1637">
                  <c:v>0.1</c:v>
                </c:pt>
                <c:pt idx="1638">
                  <c:v>0.1</c:v>
                </c:pt>
                <c:pt idx="1639">
                  <c:v>0.1</c:v>
                </c:pt>
                <c:pt idx="1640">
                  <c:v>0.1</c:v>
                </c:pt>
                <c:pt idx="1641">
                  <c:v>0.1</c:v>
                </c:pt>
                <c:pt idx="1642">
                  <c:v>0.1</c:v>
                </c:pt>
                <c:pt idx="1643">
                  <c:v>0.1</c:v>
                </c:pt>
                <c:pt idx="1644">
                  <c:v>0.1</c:v>
                </c:pt>
                <c:pt idx="1645">
                  <c:v>0.1</c:v>
                </c:pt>
                <c:pt idx="1646">
                  <c:v>0.1</c:v>
                </c:pt>
                <c:pt idx="1647">
                  <c:v>0.1</c:v>
                </c:pt>
                <c:pt idx="1648">
                  <c:v>0.1</c:v>
                </c:pt>
                <c:pt idx="1649">
                  <c:v>0.1</c:v>
                </c:pt>
                <c:pt idx="1650">
                  <c:v>0.1</c:v>
                </c:pt>
                <c:pt idx="1651">
                  <c:v>0.1</c:v>
                </c:pt>
                <c:pt idx="1652">
                  <c:v>0.1</c:v>
                </c:pt>
                <c:pt idx="1653">
                  <c:v>0.1</c:v>
                </c:pt>
                <c:pt idx="1654">
                  <c:v>0.1</c:v>
                </c:pt>
                <c:pt idx="1655">
                  <c:v>0.1</c:v>
                </c:pt>
                <c:pt idx="1656">
                  <c:v>0.1</c:v>
                </c:pt>
                <c:pt idx="1657">
                  <c:v>0.1</c:v>
                </c:pt>
                <c:pt idx="1658">
                  <c:v>0.1</c:v>
                </c:pt>
                <c:pt idx="1659">
                  <c:v>0.1</c:v>
                </c:pt>
                <c:pt idx="1660">
                  <c:v>0.1</c:v>
                </c:pt>
                <c:pt idx="1661">
                  <c:v>0.1</c:v>
                </c:pt>
                <c:pt idx="1662">
                  <c:v>0.1</c:v>
                </c:pt>
                <c:pt idx="1663">
                  <c:v>0.1</c:v>
                </c:pt>
                <c:pt idx="1664">
                  <c:v>0.1</c:v>
                </c:pt>
                <c:pt idx="1665">
                  <c:v>0.1</c:v>
                </c:pt>
                <c:pt idx="1666">
                  <c:v>0.1</c:v>
                </c:pt>
                <c:pt idx="1667">
                  <c:v>0.1</c:v>
                </c:pt>
                <c:pt idx="1668">
                  <c:v>0.1</c:v>
                </c:pt>
                <c:pt idx="1669">
                  <c:v>0.1</c:v>
                </c:pt>
                <c:pt idx="1670">
                  <c:v>0.1</c:v>
                </c:pt>
                <c:pt idx="1671">
                  <c:v>0.1</c:v>
                </c:pt>
                <c:pt idx="1672">
                  <c:v>0.1</c:v>
                </c:pt>
                <c:pt idx="1673">
                  <c:v>0.1</c:v>
                </c:pt>
                <c:pt idx="1674">
                  <c:v>0.1</c:v>
                </c:pt>
                <c:pt idx="1675">
                  <c:v>0.1</c:v>
                </c:pt>
                <c:pt idx="1676">
                  <c:v>0.1</c:v>
                </c:pt>
                <c:pt idx="1677">
                  <c:v>0.1</c:v>
                </c:pt>
                <c:pt idx="1678">
                  <c:v>0.1</c:v>
                </c:pt>
                <c:pt idx="1679">
                  <c:v>0.1</c:v>
                </c:pt>
                <c:pt idx="1680">
                  <c:v>0.1</c:v>
                </c:pt>
                <c:pt idx="1681">
                  <c:v>0.1</c:v>
                </c:pt>
                <c:pt idx="1682">
                  <c:v>0.1</c:v>
                </c:pt>
                <c:pt idx="1683">
                  <c:v>0.1</c:v>
                </c:pt>
                <c:pt idx="1684">
                  <c:v>0.1</c:v>
                </c:pt>
                <c:pt idx="1685">
                  <c:v>0.1</c:v>
                </c:pt>
                <c:pt idx="1686">
                  <c:v>0.1</c:v>
                </c:pt>
                <c:pt idx="1687">
                  <c:v>0.1</c:v>
                </c:pt>
                <c:pt idx="1688">
                  <c:v>0.1</c:v>
                </c:pt>
                <c:pt idx="1689">
                  <c:v>0.1</c:v>
                </c:pt>
                <c:pt idx="1690">
                  <c:v>0.1</c:v>
                </c:pt>
                <c:pt idx="1691">
                  <c:v>0.1</c:v>
                </c:pt>
                <c:pt idx="1692">
                  <c:v>0.1</c:v>
                </c:pt>
                <c:pt idx="1693">
                  <c:v>0.1</c:v>
                </c:pt>
                <c:pt idx="1694">
                  <c:v>0.1</c:v>
                </c:pt>
                <c:pt idx="1695">
                  <c:v>0.1</c:v>
                </c:pt>
                <c:pt idx="1696">
                  <c:v>0.1</c:v>
                </c:pt>
                <c:pt idx="1697">
                  <c:v>0.1</c:v>
                </c:pt>
                <c:pt idx="1698">
                  <c:v>0.1</c:v>
                </c:pt>
                <c:pt idx="1699">
                  <c:v>0.1</c:v>
                </c:pt>
                <c:pt idx="1700">
                  <c:v>0.1</c:v>
                </c:pt>
                <c:pt idx="1701">
                  <c:v>0.1</c:v>
                </c:pt>
                <c:pt idx="1702">
                  <c:v>0.1</c:v>
                </c:pt>
                <c:pt idx="1703">
                  <c:v>0.1</c:v>
                </c:pt>
                <c:pt idx="1704">
                  <c:v>0.1</c:v>
                </c:pt>
                <c:pt idx="1705">
                  <c:v>0.1</c:v>
                </c:pt>
                <c:pt idx="1706">
                  <c:v>0.1</c:v>
                </c:pt>
                <c:pt idx="1707">
                  <c:v>0.1</c:v>
                </c:pt>
                <c:pt idx="1708">
                  <c:v>0.1</c:v>
                </c:pt>
                <c:pt idx="1709">
                  <c:v>0.1</c:v>
                </c:pt>
                <c:pt idx="1710">
                  <c:v>0.1</c:v>
                </c:pt>
                <c:pt idx="1711">
                  <c:v>0.1</c:v>
                </c:pt>
                <c:pt idx="1712">
                  <c:v>0.1</c:v>
                </c:pt>
                <c:pt idx="1713">
                  <c:v>0.1</c:v>
                </c:pt>
                <c:pt idx="1714">
                  <c:v>0.1</c:v>
                </c:pt>
                <c:pt idx="1715">
                  <c:v>0.1</c:v>
                </c:pt>
                <c:pt idx="1716">
                  <c:v>0.1</c:v>
                </c:pt>
                <c:pt idx="1717">
                  <c:v>0.1</c:v>
                </c:pt>
                <c:pt idx="1718">
                  <c:v>0.1</c:v>
                </c:pt>
                <c:pt idx="1719">
                  <c:v>0.1</c:v>
                </c:pt>
                <c:pt idx="1720">
                  <c:v>0.1</c:v>
                </c:pt>
                <c:pt idx="1721">
                  <c:v>0.1</c:v>
                </c:pt>
                <c:pt idx="1722">
                  <c:v>0.1</c:v>
                </c:pt>
                <c:pt idx="1723">
                  <c:v>0.1</c:v>
                </c:pt>
                <c:pt idx="1724">
                  <c:v>0.1</c:v>
                </c:pt>
                <c:pt idx="1725">
                  <c:v>0.1</c:v>
                </c:pt>
                <c:pt idx="1726">
                  <c:v>0.1</c:v>
                </c:pt>
                <c:pt idx="1727">
                  <c:v>0.1</c:v>
                </c:pt>
                <c:pt idx="1728">
                  <c:v>0.1</c:v>
                </c:pt>
                <c:pt idx="1729">
                  <c:v>0.1</c:v>
                </c:pt>
                <c:pt idx="1730">
                  <c:v>0.1</c:v>
                </c:pt>
                <c:pt idx="1731">
                  <c:v>0.1</c:v>
                </c:pt>
                <c:pt idx="1732">
                  <c:v>0.1</c:v>
                </c:pt>
                <c:pt idx="1733">
                  <c:v>0.1</c:v>
                </c:pt>
                <c:pt idx="1734">
                  <c:v>0.1</c:v>
                </c:pt>
                <c:pt idx="1735">
                  <c:v>0.1</c:v>
                </c:pt>
                <c:pt idx="1736">
                  <c:v>0.1</c:v>
                </c:pt>
                <c:pt idx="1737">
                  <c:v>0.1</c:v>
                </c:pt>
                <c:pt idx="1738">
                  <c:v>0.1</c:v>
                </c:pt>
                <c:pt idx="1739">
                  <c:v>0.1</c:v>
                </c:pt>
                <c:pt idx="1740">
                  <c:v>0.1</c:v>
                </c:pt>
                <c:pt idx="1741">
                  <c:v>0.1</c:v>
                </c:pt>
                <c:pt idx="1742">
                  <c:v>0.1</c:v>
                </c:pt>
                <c:pt idx="1743">
                  <c:v>0.1</c:v>
                </c:pt>
                <c:pt idx="1744">
                  <c:v>0.1</c:v>
                </c:pt>
                <c:pt idx="1745">
                  <c:v>0.1</c:v>
                </c:pt>
                <c:pt idx="1746">
                  <c:v>0.1</c:v>
                </c:pt>
                <c:pt idx="1747">
                  <c:v>0.1</c:v>
                </c:pt>
                <c:pt idx="1748">
                  <c:v>0.1</c:v>
                </c:pt>
                <c:pt idx="1749">
                  <c:v>0.1</c:v>
                </c:pt>
                <c:pt idx="1750">
                  <c:v>0.1</c:v>
                </c:pt>
                <c:pt idx="1751">
                  <c:v>0.1</c:v>
                </c:pt>
                <c:pt idx="1752">
                  <c:v>0.1</c:v>
                </c:pt>
                <c:pt idx="1753">
                  <c:v>0.1</c:v>
                </c:pt>
                <c:pt idx="1754">
                  <c:v>0.1</c:v>
                </c:pt>
                <c:pt idx="1755">
                  <c:v>0.1</c:v>
                </c:pt>
                <c:pt idx="1756">
                  <c:v>0.1</c:v>
                </c:pt>
                <c:pt idx="1757">
                  <c:v>0.1</c:v>
                </c:pt>
                <c:pt idx="1758">
                  <c:v>0.1</c:v>
                </c:pt>
                <c:pt idx="1759">
                  <c:v>0.1</c:v>
                </c:pt>
                <c:pt idx="1760">
                  <c:v>0.1</c:v>
                </c:pt>
                <c:pt idx="1761">
                  <c:v>0.1</c:v>
                </c:pt>
                <c:pt idx="1762">
                  <c:v>0.1</c:v>
                </c:pt>
                <c:pt idx="1763">
                  <c:v>0.1</c:v>
                </c:pt>
                <c:pt idx="1764">
                  <c:v>0.1</c:v>
                </c:pt>
                <c:pt idx="1765">
                  <c:v>0.1</c:v>
                </c:pt>
                <c:pt idx="1766">
                  <c:v>0.1</c:v>
                </c:pt>
                <c:pt idx="1767">
                  <c:v>0.1</c:v>
                </c:pt>
                <c:pt idx="1768">
                  <c:v>0.1</c:v>
                </c:pt>
                <c:pt idx="1769">
                  <c:v>0.1</c:v>
                </c:pt>
                <c:pt idx="1770">
                  <c:v>0.1</c:v>
                </c:pt>
                <c:pt idx="1771">
                  <c:v>0.1</c:v>
                </c:pt>
                <c:pt idx="1772">
                  <c:v>0.1</c:v>
                </c:pt>
                <c:pt idx="1773">
                  <c:v>0.1</c:v>
                </c:pt>
                <c:pt idx="1774">
                  <c:v>0.1</c:v>
                </c:pt>
                <c:pt idx="1775">
                  <c:v>0.1</c:v>
                </c:pt>
                <c:pt idx="1776">
                  <c:v>0.1</c:v>
                </c:pt>
                <c:pt idx="1777">
                  <c:v>0.1</c:v>
                </c:pt>
                <c:pt idx="1778">
                  <c:v>0.1</c:v>
                </c:pt>
                <c:pt idx="1779">
                  <c:v>0.1</c:v>
                </c:pt>
                <c:pt idx="1780">
                  <c:v>0.1</c:v>
                </c:pt>
                <c:pt idx="1781">
                  <c:v>0.1</c:v>
                </c:pt>
                <c:pt idx="1782">
                  <c:v>0.1</c:v>
                </c:pt>
                <c:pt idx="1783">
                  <c:v>0.1</c:v>
                </c:pt>
                <c:pt idx="1784">
                  <c:v>0.1</c:v>
                </c:pt>
                <c:pt idx="1785">
                  <c:v>0.1</c:v>
                </c:pt>
                <c:pt idx="1786">
                  <c:v>0.1</c:v>
                </c:pt>
                <c:pt idx="1787">
                  <c:v>0.1</c:v>
                </c:pt>
                <c:pt idx="1788">
                  <c:v>0.1</c:v>
                </c:pt>
                <c:pt idx="1789">
                  <c:v>0.1</c:v>
                </c:pt>
                <c:pt idx="1790">
                  <c:v>0.1</c:v>
                </c:pt>
                <c:pt idx="1791">
                  <c:v>0.1</c:v>
                </c:pt>
                <c:pt idx="1792">
                  <c:v>0.1</c:v>
                </c:pt>
                <c:pt idx="1793">
                  <c:v>0.1</c:v>
                </c:pt>
                <c:pt idx="1794">
                  <c:v>0.1</c:v>
                </c:pt>
                <c:pt idx="1795">
                  <c:v>0.1</c:v>
                </c:pt>
                <c:pt idx="1796">
                  <c:v>0.1</c:v>
                </c:pt>
                <c:pt idx="1797">
                  <c:v>0.1</c:v>
                </c:pt>
                <c:pt idx="1798">
                  <c:v>0.1</c:v>
                </c:pt>
                <c:pt idx="1799">
                  <c:v>0.1</c:v>
                </c:pt>
                <c:pt idx="1800">
                  <c:v>0.1</c:v>
                </c:pt>
                <c:pt idx="1801">
                  <c:v>0.1</c:v>
                </c:pt>
                <c:pt idx="1802">
                  <c:v>0.1</c:v>
                </c:pt>
                <c:pt idx="1803">
                  <c:v>0.1</c:v>
                </c:pt>
                <c:pt idx="1804">
                  <c:v>0.1</c:v>
                </c:pt>
                <c:pt idx="1805">
                  <c:v>0.1</c:v>
                </c:pt>
                <c:pt idx="1806">
                  <c:v>0.1</c:v>
                </c:pt>
                <c:pt idx="1807">
                  <c:v>0.1</c:v>
                </c:pt>
                <c:pt idx="1808">
                  <c:v>0.1</c:v>
                </c:pt>
                <c:pt idx="1809">
                  <c:v>0.1</c:v>
                </c:pt>
                <c:pt idx="1810">
                  <c:v>0.1</c:v>
                </c:pt>
                <c:pt idx="1811">
                  <c:v>0.1</c:v>
                </c:pt>
                <c:pt idx="1812">
                  <c:v>0.1</c:v>
                </c:pt>
                <c:pt idx="1813">
                  <c:v>0.1</c:v>
                </c:pt>
                <c:pt idx="1814">
                  <c:v>0.1</c:v>
                </c:pt>
                <c:pt idx="1815">
                  <c:v>0.1</c:v>
                </c:pt>
                <c:pt idx="1816">
                  <c:v>0.1</c:v>
                </c:pt>
                <c:pt idx="1817">
                  <c:v>0.1</c:v>
                </c:pt>
                <c:pt idx="1818">
                  <c:v>0.1</c:v>
                </c:pt>
                <c:pt idx="1819">
                  <c:v>0.1</c:v>
                </c:pt>
                <c:pt idx="1820">
                  <c:v>0.1</c:v>
                </c:pt>
                <c:pt idx="1821">
                  <c:v>0.1</c:v>
                </c:pt>
                <c:pt idx="1822">
                  <c:v>0.1</c:v>
                </c:pt>
                <c:pt idx="1823">
                  <c:v>0.1</c:v>
                </c:pt>
                <c:pt idx="1824">
                  <c:v>0.1</c:v>
                </c:pt>
                <c:pt idx="1825">
                  <c:v>0.1</c:v>
                </c:pt>
                <c:pt idx="1826">
                  <c:v>0.1</c:v>
                </c:pt>
                <c:pt idx="1827">
                  <c:v>0.1</c:v>
                </c:pt>
                <c:pt idx="1828">
                  <c:v>0.1</c:v>
                </c:pt>
                <c:pt idx="1829">
                  <c:v>0.1</c:v>
                </c:pt>
                <c:pt idx="1830">
                  <c:v>0.1</c:v>
                </c:pt>
                <c:pt idx="1831">
                  <c:v>0.1</c:v>
                </c:pt>
                <c:pt idx="1832">
                  <c:v>0.1</c:v>
                </c:pt>
                <c:pt idx="1833">
                  <c:v>0.1</c:v>
                </c:pt>
                <c:pt idx="1834">
                  <c:v>0.1</c:v>
                </c:pt>
                <c:pt idx="1835">
                  <c:v>0.1</c:v>
                </c:pt>
                <c:pt idx="1836">
                  <c:v>0.1</c:v>
                </c:pt>
                <c:pt idx="1837">
                  <c:v>0.1</c:v>
                </c:pt>
                <c:pt idx="1838">
                  <c:v>0.1</c:v>
                </c:pt>
                <c:pt idx="1839">
                  <c:v>0.1</c:v>
                </c:pt>
                <c:pt idx="1840">
                  <c:v>0.1</c:v>
                </c:pt>
                <c:pt idx="1841">
                  <c:v>0.1</c:v>
                </c:pt>
                <c:pt idx="1842">
                  <c:v>0.1</c:v>
                </c:pt>
                <c:pt idx="1843">
                  <c:v>0.1</c:v>
                </c:pt>
                <c:pt idx="1844">
                  <c:v>0.1</c:v>
                </c:pt>
                <c:pt idx="1845">
                  <c:v>0.1</c:v>
                </c:pt>
                <c:pt idx="1846">
                  <c:v>0.1</c:v>
                </c:pt>
                <c:pt idx="1847">
                  <c:v>0.1</c:v>
                </c:pt>
                <c:pt idx="1848">
                  <c:v>0.1</c:v>
                </c:pt>
                <c:pt idx="1849">
                  <c:v>0.1</c:v>
                </c:pt>
                <c:pt idx="1850">
                  <c:v>0.1</c:v>
                </c:pt>
                <c:pt idx="1851">
                  <c:v>0.1</c:v>
                </c:pt>
                <c:pt idx="1852">
                  <c:v>0.1</c:v>
                </c:pt>
                <c:pt idx="1853">
                  <c:v>0.1</c:v>
                </c:pt>
                <c:pt idx="1854">
                  <c:v>0.1</c:v>
                </c:pt>
                <c:pt idx="1855">
                  <c:v>0.1</c:v>
                </c:pt>
                <c:pt idx="1856">
                  <c:v>0.1</c:v>
                </c:pt>
                <c:pt idx="1857">
                  <c:v>0.1</c:v>
                </c:pt>
                <c:pt idx="1858">
                  <c:v>0.1</c:v>
                </c:pt>
                <c:pt idx="1859">
                  <c:v>0.1</c:v>
                </c:pt>
                <c:pt idx="1860">
                  <c:v>0.1</c:v>
                </c:pt>
                <c:pt idx="1861">
                  <c:v>0.1</c:v>
                </c:pt>
                <c:pt idx="1862">
                  <c:v>0.1</c:v>
                </c:pt>
                <c:pt idx="1863">
                  <c:v>0.1</c:v>
                </c:pt>
                <c:pt idx="1864">
                  <c:v>0.1</c:v>
                </c:pt>
                <c:pt idx="1865">
                  <c:v>0.1</c:v>
                </c:pt>
                <c:pt idx="1866">
                  <c:v>0.1</c:v>
                </c:pt>
                <c:pt idx="1867">
                  <c:v>0.1</c:v>
                </c:pt>
                <c:pt idx="1868">
                  <c:v>0.1</c:v>
                </c:pt>
                <c:pt idx="1869">
                  <c:v>0.1</c:v>
                </c:pt>
                <c:pt idx="1870">
                  <c:v>0.1</c:v>
                </c:pt>
                <c:pt idx="1871">
                  <c:v>0.1</c:v>
                </c:pt>
                <c:pt idx="1872">
                  <c:v>0.1</c:v>
                </c:pt>
                <c:pt idx="1873">
                  <c:v>0.1</c:v>
                </c:pt>
                <c:pt idx="1874">
                  <c:v>0.1</c:v>
                </c:pt>
                <c:pt idx="1875">
                  <c:v>0.1</c:v>
                </c:pt>
                <c:pt idx="1876">
                  <c:v>0.1</c:v>
                </c:pt>
                <c:pt idx="1877">
                  <c:v>0.1</c:v>
                </c:pt>
                <c:pt idx="1878">
                  <c:v>0.1</c:v>
                </c:pt>
                <c:pt idx="1879">
                  <c:v>0.1</c:v>
                </c:pt>
                <c:pt idx="1880">
                  <c:v>0.1</c:v>
                </c:pt>
                <c:pt idx="1881">
                  <c:v>0.1</c:v>
                </c:pt>
                <c:pt idx="1882">
                  <c:v>0.1</c:v>
                </c:pt>
                <c:pt idx="1883">
                  <c:v>0.1</c:v>
                </c:pt>
                <c:pt idx="1884">
                  <c:v>0.1</c:v>
                </c:pt>
                <c:pt idx="1885">
                  <c:v>0.1</c:v>
                </c:pt>
                <c:pt idx="1886">
                  <c:v>0.1</c:v>
                </c:pt>
                <c:pt idx="1887">
                  <c:v>0.1</c:v>
                </c:pt>
                <c:pt idx="1888">
                  <c:v>0.1</c:v>
                </c:pt>
                <c:pt idx="1889">
                  <c:v>0.1</c:v>
                </c:pt>
                <c:pt idx="1890">
                  <c:v>0.1</c:v>
                </c:pt>
                <c:pt idx="1891">
                  <c:v>0.1</c:v>
                </c:pt>
                <c:pt idx="1892">
                  <c:v>0.1</c:v>
                </c:pt>
                <c:pt idx="1893">
                  <c:v>0.1</c:v>
                </c:pt>
                <c:pt idx="1894">
                  <c:v>0.1</c:v>
                </c:pt>
                <c:pt idx="1895">
                  <c:v>0.1</c:v>
                </c:pt>
                <c:pt idx="1896">
                  <c:v>0.1</c:v>
                </c:pt>
                <c:pt idx="1897">
                  <c:v>0.1</c:v>
                </c:pt>
                <c:pt idx="1898">
                  <c:v>0.1</c:v>
                </c:pt>
                <c:pt idx="1899">
                  <c:v>0.1</c:v>
                </c:pt>
                <c:pt idx="1900">
                  <c:v>0.1</c:v>
                </c:pt>
                <c:pt idx="1901">
                  <c:v>0.1</c:v>
                </c:pt>
                <c:pt idx="1902">
                  <c:v>0.1</c:v>
                </c:pt>
                <c:pt idx="1903">
                  <c:v>0.1</c:v>
                </c:pt>
                <c:pt idx="1904">
                  <c:v>0.1</c:v>
                </c:pt>
                <c:pt idx="1905">
                  <c:v>0.1</c:v>
                </c:pt>
                <c:pt idx="1906">
                  <c:v>0.1</c:v>
                </c:pt>
                <c:pt idx="1907">
                  <c:v>0.1</c:v>
                </c:pt>
                <c:pt idx="1908">
                  <c:v>0.1</c:v>
                </c:pt>
                <c:pt idx="1909">
                  <c:v>0.1</c:v>
                </c:pt>
                <c:pt idx="1910">
                  <c:v>0.1</c:v>
                </c:pt>
                <c:pt idx="1911">
                  <c:v>0.1</c:v>
                </c:pt>
                <c:pt idx="1912">
                  <c:v>0.1</c:v>
                </c:pt>
                <c:pt idx="1913">
                  <c:v>0.1</c:v>
                </c:pt>
                <c:pt idx="1914">
                  <c:v>0.1</c:v>
                </c:pt>
                <c:pt idx="1915">
                  <c:v>0.1</c:v>
                </c:pt>
                <c:pt idx="1916">
                  <c:v>0.1</c:v>
                </c:pt>
                <c:pt idx="1917">
                  <c:v>0.1</c:v>
                </c:pt>
                <c:pt idx="1918">
                  <c:v>0.1</c:v>
                </c:pt>
                <c:pt idx="1919">
                  <c:v>0.1</c:v>
                </c:pt>
                <c:pt idx="1920">
                  <c:v>0.1</c:v>
                </c:pt>
                <c:pt idx="1921">
                  <c:v>0.1</c:v>
                </c:pt>
                <c:pt idx="1922">
                  <c:v>0.1</c:v>
                </c:pt>
                <c:pt idx="1923">
                  <c:v>0.1</c:v>
                </c:pt>
                <c:pt idx="1924">
                  <c:v>0.1</c:v>
                </c:pt>
                <c:pt idx="1925">
                  <c:v>0.1</c:v>
                </c:pt>
                <c:pt idx="1926">
                  <c:v>0.1</c:v>
                </c:pt>
                <c:pt idx="1927">
                  <c:v>0.1</c:v>
                </c:pt>
                <c:pt idx="1928">
                  <c:v>0.1</c:v>
                </c:pt>
                <c:pt idx="1929">
                  <c:v>0.1</c:v>
                </c:pt>
                <c:pt idx="1930">
                  <c:v>0.1</c:v>
                </c:pt>
                <c:pt idx="1931">
                  <c:v>0.1</c:v>
                </c:pt>
                <c:pt idx="1932">
                  <c:v>0.1</c:v>
                </c:pt>
                <c:pt idx="1933">
                  <c:v>0.1</c:v>
                </c:pt>
                <c:pt idx="1934">
                  <c:v>0.1</c:v>
                </c:pt>
                <c:pt idx="1935">
                  <c:v>0.1</c:v>
                </c:pt>
                <c:pt idx="1936">
                  <c:v>0.1</c:v>
                </c:pt>
                <c:pt idx="1937">
                  <c:v>0.1</c:v>
                </c:pt>
                <c:pt idx="1938">
                  <c:v>0.1</c:v>
                </c:pt>
                <c:pt idx="1939">
                  <c:v>0.1</c:v>
                </c:pt>
                <c:pt idx="1940">
                  <c:v>0.1</c:v>
                </c:pt>
                <c:pt idx="1941">
                  <c:v>0.1</c:v>
                </c:pt>
                <c:pt idx="1942">
                  <c:v>0.1</c:v>
                </c:pt>
                <c:pt idx="1943">
                  <c:v>0.1</c:v>
                </c:pt>
                <c:pt idx="1944">
                  <c:v>0.1</c:v>
                </c:pt>
                <c:pt idx="1945">
                  <c:v>0.1</c:v>
                </c:pt>
                <c:pt idx="1946">
                  <c:v>0.1</c:v>
                </c:pt>
                <c:pt idx="1947">
                  <c:v>0.1</c:v>
                </c:pt>
                <c:pt idx="1948">
                  <c:v>0.1</c:v>
                </c:pt>
                <c:pt idx="1949">
                  <c:v>0.1</c:v>
                </c:pt>
                <c:pt idx="1950">
                  <c:v>0.1</c:v>
                </c:pt>
                <c:pt idx="1951">
                  <c:v>0.1</c:v>
                </c:pt>
                <c:pt idx="1952">
                  <c:v>0.1</c:v>
                </c:pt>
                <c:pt idx="1953">
                  <c:v>0.1</c:v>
                </c:pt>
                <c:pt idx="1954">
                  <c:v>0.1</c:v>
                </c:pt>
                <c:pt idx="1955">
                  <c:v>0.1</c:v>
                </c:pt>
                <c:pt idx="1956">
                  <c:v>0.1</c:v>
                </c:pt>
                <c:pt idx="1957">
                  <c:v>0.1</c:v>
                </c:pt>
                <c:pt idx="1958">
                  <c:v>0.1</c:v>
                </c:pt>
                <c:pt idx="1959">
                  <c:v>0.1</c:v>
                </c:pt>
                <c:pt idx="1960">
                  <c:v>0.1</c:v>
                </c:pt>
                <c:pt idx="1961">
                  <c:v>0.1</c:v>
                </c:pt>
                <c:pt idx="1962">
                  <c:v>0.1</c:v>
                </c:pt>
                <c:pt idx="1963">
                  <c:v>0.1</c:v>
                </c:pt>
                <c:pt idx="1964">
                  <c:v>0.1</c:v>
                </c:pt>
                <c:pt idx="1965">
                  <c:v>0.1</c:v>
                </c:pt>
                <c:pt idx="1966">
                  <c:v>0.1</c:v>
                </c:pt>
                <c:pt idx="1967">
                  <c:v>0.1</c:v>
                </c:pt>
                <c:pt idx="1968">
                  <c:v>0.1</c:v>
                </c:pt>
                <c:pt idx="1969">
                  <c:v>0.1</c:v>
                </c:pt>
                <c:pt idx="1970">
                  <c:v>0.1</c:v>
                </c:pt>
                <c:pt idx="1971">
                  <c:v>0.1</c:v>
                </c:pt>
                <c:pt idx="1972">
                  <c:v>0.1</c:v>
                </c:pt>
                <c:pt idx="1973">
                  <c:v>0.1</c:v>
                </c:pt>
                <c:pt idx="1974">
                  <c:v>0.1</c:v>
                </c:pt>
                <c:pt idx="1975">
                  <c:v>0.1</c:v>
                </c:pt>
                <c:pt idx="1976">
                  <c:v>0.1</c:v>
                </c:pt>
                <c:pt idx="1977">
                  <c:v>0.1</c:v>
                </c:pt>
                <c:pt idx="1978">
                  <c:v>0.1</c:v>
                </c:pt>
                <c:pt idx="1979">
                  <c:v>0.1</c:v>
                </c:pt>
                <c:pt idx="1980">
                  <c:v>0.1</c:v>
                </c:pt>
                <c:pt idx="1981">
                  <c:v>0.1</c:v>
                </c:pt>
                <c:pt idx="1982">
                  <c:v>0.1</c:v>
                </c:pt>
                <c:pt idx="1983">
                  <c:v>0.1</c:v>
                </c:pt>
                <c:pt idx="1984">
                  <c:v>0.1</c:v>
                </c:pt>
                <c:pt idx="1985">
                  <c:v>0.1</c:v>
                </c:pt>
                <c:pt idx="1986">
                  <c:v>0.1</c:v>
                </c:pt>
                <c:pt idx="1987">
                  <c:v>0.1</c:v>
                </c:pt>
                <c:pt idx="1988">
                  <c:v>0.1</c:v>
                </c:pt>
                <c:pt idx="1989">
                  <c:v>0.1</c:v>
                </c:pt>
                <c:pt idx="1990">
                  <c:v>0.1</c:v>
                </c:pt>
                <c:pt idx="1991">
                  <c:v>0.1</c:v>
                </c:pt>
                <c:pt idx="1992">
                  <c:v>0.1</c:v>
                </c:pt>
                <c:pt idx="1993">
                  <c:v>0.1</c:v>
                </c:pt>
                <c:pt idx="1994">
                  <c:v>0.1</c:v>
                </c:pt>
                <c:pt idx="1995">
                  <c:v>0.1</c:v>
                </c:pt>
                <c:pt idx="1996">
                  <c:v>0.1</c:v>
                </c:pt>
                <c:pt idx="1997">
                  <c:v>0.1</c:v>
                </c:pt>
                <c:pt idx="1998">
                  <c:v>0.1</c:v>
                </c:pt>
                <c:pt idx="1999">
                  <c:v>0.1</c:v>
                </c:pt>
                <c:pt idx="2000">
                  <c:v>0.1</c:v>
                </c:pt>
                <c:pt idx="2001">
                  <c:v>0.1</c:v>
                </c:pt>
                <c:pt idx="2002">
                  <c:v>0.1</c:v>
                </c:pt>
                <c:pt idx="2003">
                  <c:v>0.1</c:v>
                </c:pt>
                <c:pt idx="2004">
                  <c:v>0.1</c:v>
                </c:pt>
                <c:pt idx="2005">
                  <c:v>0.1</c:v>
                </c:pt>
                <c:pt idx="2006">
                  <c:v>0.1</c:v>
                </c:pt>
                <c:pt idx="2007">
                  <c:v>0.1</c:v>
                </c:pt>
                <c:pt idx="2008">
                  <c:v>0.1</c:v>
                </c:pt>
                <c:pt idx="2009">
                  <c:v>0.1</c:v>
                </c:pt>
                <c:pt idx="2010">
                  <c:v>0.1</c:v>
                </c:pt>
                <c:pt idx="2011">
                  <c:v>0.1</c:v>
                </c:pt>
                <c:pt idx="2012">
                  <c:v>0.1</c:v>
                </c:pt>
                <c:pt idx="2013">
                  <c:v>0.1</c:v>
                </c:pt>
                <c:pt idx="2014">
                  <c:v>0.1</c:v>
                </c:pt>
                <c:pt idx="2015">
                  <c:v>0.1</c:v>
                </c:pt>
                <c:pt idx="2016">
                  <c:v>0.1</c:v>
                </c:pt>
                <c:pt idx="2017">
                  <c:v>0.1</c:v>
                </c:pt>
                <c:pt idx="2018">
                  <c:v>0.1</c:v>
                </c:pt>
                <c:pt idx="2019">
                  <c:v>0.1</c:v>
                </c:pt>
                <c:pt idx="2020">
                  <c:v>0.1</c:v>
                </c:pt>
                <c:pt idx="2021">
                  <c:v>0.1</c:v>
                </c:pt>
                <c:pt idx="2022">
                  <c:v>0.1</c:v>
                </c:pt>
                <c:pt idx="2023">
                  <c:v>0.1</c:v>
                </c:pt>
                <c:pt idx="2024">
                  <c:v>0.1</c:v>
                </c:pt>
                <c:pt idx="2025">
                  <c:v>0.1</c:v>
                </c:pt>
                <c:pt idx="2026">
                  <c:v>0.1</c:v>
                </c:pt>
                <c:pt idx="2027">
                  <c:v>0.1</c:v>
                </c:pt>
                <c:pt idx="2028">
                  <c:v>0.1</c:v>
                </c:pt>
                <c:pt idx="2029">
                  <c:v>0.1</c:v>
                </c:pt>
                <c:pt idx="2030">
                  <c:v>0.1</c:v>
                </c:pt>
                <c:pt idx="2031">
                  <c:v>0.1</c:v>
                </c:pt>
                <c:pt idx="2032">
                  <c:v>0.1</c:v>
                </c:pt>
                <c:pt idx="2033">
                  <c:v>0.1</c:v>
                </c:pt>
                <c:pt idx="2034">
                  <c:v>0.1</c:v>
                </c:pt>
                <c:pt idx="2035">
                  <c:v>0.1</c:v>
                </c:pt>
                <c:pt idx="2036">
                  <c:v>0.1</c:v>
                </c:pt>
                <c:pt idx="2037">
                  <c:v>0.1</c:v>
                </c:pt>
                <c:pt idx="2038">
                  <c:v>0.1</c:v>
                </c:pt>
                <c:pt idx="2039">
                  <c:v>0.1</c:v>
                </c:pt>
                <c:pt idx="2040">
                  <c:v>0.1</c:v>
                </c:pt>
                <c:pt idx="2041">
                  <c:v>0.1</c:v>
                </c:pt>
                <c:pt idx="2042">
                  <c:v>0.1</c:v>
                </c:pt>
                <c:pt idx="2043">
                  <c:v>0.1</c:v>
                </c:pt>
                <c:pt idx="2044">
                  <c:v>0.1</c:v>
                </c:pt>
                <c:pt idx="2045">
                  <c:v>0.1</c:v>
                </c:pt>
                <c:pt idx="2046">
                  <c:v>0.1</c:v>
                </c:pt>
                <c:pt idx="2047">
                  <c:v>0.1</c:v>
                </c:pt>
                <c:pt idx="2048">
                  <c:v>0.1</c:v>
                </c:pt>
                <c:pt idx="2049">
                  <c:v>0.1</c:v>
                </c:pt>
                <c:pt idx="2050">
                  <c:v>0.1</c:v>
                </c:pt>
                <c:pt idx="2051">
                  <c:v>0.1</c:v>
                </c:pt>
                <c:pt idx="2052">
                  <c:v>0.1</c:v>
                </c:pt>
                <c:pt idx="2053">
                  <c:v>0.1</c:v>
                </c:pt>
                <c:pt idx="2054">
                  <c:v>0.1</c:v>
                </c:pt>
                <c:pt idx="2055">
                  <c:v>0.1</c:v>
                </c:pt>
                <c:pt idx="2056">
                  <c:v>0.1</c:v>
                </c:pt>
                <c:pt idx="2057">
                  <c:v>0.1</c:v>
                </c:pt>
                <c:pt idx="2058">
                  <c:v>0.1</c:v>
                </c:pt>
                <c:pt idx="2059">
                  <c:v>0.1</c:v>
                </c:pt>
                <c:pt idx="2060">
                  <c:v>0.1</c:v>
                </c:pt>
                <c:pt idx="2061">
                  <c:v>0.1</c:v>
                </c:pt>
                <c:pt idx="2062">
                  <c:v>0.1</c:v>
                </c:pt>
                <c:pt idx="2063">
                  <c:v>0.1</c:v>
                </c:pt>
                <c:pt idx="2064">
                  <c:v>0.1</c:v>
                </c:pt>
                <c:pt idx="2065">
                  <c:v>0.1</c:v>
                </c:pt>
                <c:pt idx="2066">
                  <c:v>0.1</c:v>
                </c:pt>
                <c:pt idx="2067">
                  <c:v>0.1</c:v>
                </c:pt>
                <c:pt idx="2068">
                  <c:v>0.1</c:v>
                </c:pt>
                <c:pt idx="2069">
                  <c:v>0.1</c:v>
                </c:pt>
                <c:pt idx="2070">
                  <c:v>0.1</c:v>
                </c:pt>
                <c:pt idx="2071">
                  <c:v>0.1</c:v>
                </c:pt>
                <c:pt idx="2072">
                  <c:v>0.1</c:v>
                </c:pt>
                <c:pt idx="2073">
                  <c:v>0.1</c:v>
                </c:pt>
                <c:pt idx="2074">
                  <c:v>0.1</c:v>
                </c:pt>
                <c:pt idx="2075">
                  <c:v>0.1</c:v>
                </c:pt>
                <c:pt idx="2076">
                  <c:v>0.1</c:v>
                </c:pt>
                <c:pt idx="2077">
                  <c:v>0.1</c:v>
                </c:pt>
                <c:pt idx="2078">
                  <c:v>0.1</c:v>
                </c:pt>
                <c:pt idx="2079">
                  <c:v>0.1</c:v>
                </c:pt>
                <c:pt idx="2080">
                  <c:v>0.1</c:v>
                </c:pt>
                <c:pt idx="2081">
                  <c:v>0.1</c:v>
                </c:pt>
                <c:pt idx="2082">
                  <c:v>0.1</c:v>
                </c:pt>
                <c:pt idx="2083">
                  <c:v>0.1</c:v>
                </c:pt>
                <c:pt idx="2084">
                  <c:v>0.1</c:v>
                </c:pt>
                <c:pt idx="2085">
                  <c:v>0.1</c:v>
                </c:pt>
                <c:pt idx="2086">
                  <c:v>0.1</c:v>
                </c:pt>
                <c:pt idx="2087">
                  <c:v>0.1</c:v>
                </c:pt>
                <c:pt idx="2088">
                  <c:v>0.1</c:v>
                </c:pt>
                <c:pt idx="2089">
                  <c:v>0.1</c:v>
                </c:pt>
                <c:pt idx="2090">
                  <c:v>0.1</c:v>
                </c:pt>
                <c:pt idx="2091">
                  <c:v>0.1</c:v>
                </c:pt>
                <c:pt idx="2092">
                  <c:v>0.1</c:v>
                </c:pt>
                <c:pt idx="2093">
                  <c:v>0.1</c:v>
                </c:pt>
                <c:pt idx="2094">
                  <c:v>0.1</c:v>
                </c:pt>
                <c:pt idx="2095">
                  <c:v>0.1</c:v>
                </c:pt>
                <c:pt idx="2096">
                  <c:v>0.1</c:v>
                </c:pt>
                <c:pt idx="2097">
                  <c:v>0.1</c:v>
                </c:pt>
                <c:pt idx="2098">
                  <c:v>0.1</c:v>
                </c:pt>
                <c:pt idx="2099">
                  <c:v>0.1</c:v>
                </c:pt>
                <c:pt idx="2100">
                  <c:v>0.1</c:v>
                </c:pt>
                <c:pt idx="2101">
                  <c:v>0.1</c:v>
                </c:pt>
                <c:pt idx="2102">
                  <c:v>0.1</c:v>
                </c:pt>
                <c:pt idx="2103">
                  <c:v>0.1</c:v>
                </c:pt>
                <c:pt idx="2104">
                  <c:v>0.1</c:v>
                </c:pt>
                <c:pt idx="2105">
                  <c:v>0.1</c:v>
                </c:pt>
                <c:pt idx="2106">
                  <c:v>0.1</c:v>
                </c:pt>
                <c:pt idx="2107">
                  <c:v>0.1</c:v>
                </c:pt>
                <c:pt idx="2108">
                  <c:v>0.1</c:v>
                </c:pt>
                <c:pt idx="2109">
                  <c:v>0.1</c:v>
                </c:pt>
                <c:pt idx="2110">
                  <c:v>0.1</c:v>
                </c:pt>
                <c:pt idx="2111">
                  <c:v>0.1</c:v>
                </c:pt>
                <c:pt idx="2112">
                  <c:v>0.1</c:v>
                </c:pt>
                <c:pt idx="2113">
                  <c:v>0.1</c:v>
                </c:pt>
                <c:pt idx="2114">
                  <c:v>0.1</c:v>
                </c:pt>
                <c:pt idx="2115">
                  <c:v>0.1</c:v>
                </c:pt>
                <c:pt idx="2116">
                  <c:v>0.1</c:v>
                </c:pt>
                <c:pt idx="2117">
                  <c:v>0.1</c:v>
                </c:pt>
                <c:pt idx="2118">
                  <c:v>0.1</c:v>
                </c:pt>
                <c:pt idx="2119">
                  <c:v>0.1</c:v>
                </c:pt>
                <c:pt idx="2120">
                  <c:v>0.1</c:v>
                </c:pt>
                <c:pt idx="2121">
                  <c:v>0.1</c:v>
                </c:pt>
                <c:pt idx="2122">
                  <c:v>0.1</c:v>
                </c:pt>
                <c:pt idx="2123">
                  <c:v>0.1</c:v>
                </c:pt>
                <c:pt idx="2124">
                  <c:v>0.1</c:v>
                </c:pt>
                <c:pt idx="2125">
                  <c:v>0.1</c:v>
                </c:pt>
                <c:pt idx="2126">
                  <c:v>0.1</c:v>
                </c:pt>
                <c:pt idx="2127">
                  <c:v>0.1</c:v>
                </c:pt>
                <c:pt idx="2128">
                  <c:v>0.1</c:v>
                </c:pt>
                <c:pt idx="2129">
                  <c:v>0.1</c:v>
                </c:pt>
                <c:pt idx="2130">
                  <c:v>0.1</c:v>
                </c:pt>
                <c:pt idx="2131">
                  <c:v>0.1</c:v>
                </c:pt>
                <c:pt idx="2132">
                  <c:v>0.1</c:v>
                </c:pt>
                <c:pt idx="2133">
                  <c:v>0.1</c:v>
                </c:pt>
                <c:pt idx="2134">
                  <c:v>0.1</c:v>
                </c:pt>
                <c:pt idx="2135">
                  <c:v>0.1</c:v>
                </c:pt>
                <c:pt idx="2136">
                  <c:v>0.1</c:v>
                </c:pt>
                <c:pt idx="2137">
                  <c:v>0.1</c:v>
                </c:pt>
                <c:pt idx="2138">
                  <c:v>0.1</c:v>
                </c:pt>
                <c:pt idx="2139">
                  <c:v>0.1</c:v>
                </c:pt>
                <c:pt idx="2140">
                  <c:v>0.1</c:v>
                </c:pt>
                <c:pt idx="2141">
                  <c:v>0.1</c:v>
                </c:pt>
                <c:pt idx="2142">
                  <c:v>0.1</c:v>
                </c:pt>
                <c:pt idx="2143">
                  <c:v>0.1</c:v>
                </c:pt>
                <c:pt idx="2144">
                  <c:v>0.1</c:v>
                </c:pt>
                <c:pt idx="2145">
                  <c:v>0.1</c:v>
                </c:pt>
                <c:pt idx="2146">
                  <c:v>0.1</c:v>
                </c:pt>
                <c:pt idx="2147">
                  <c:v>0.1</c:v>
                </c:pt>
                <c:pt idx="2148">
                  <c:v>0.1</c:v>
                </c:pt>
                <c:pt idx="2149">
                  <c:v>0.1</c:v>
                </c:pt>
                <c:pt idx="2150">
                  <c:v>0.1</c:v>
                </c:pt>
                <c:pt idx="2151">
                  <c:v>0.1</c:v>
                </c:pt>
                <c:pt idx="2152">
                  <c:v>0.1</c:v>
                </c:pt>
                <c:pt idx="2153">
                  <c:v>0.1</c:v>
                </c:pt>
                <c:pt idx="2154">
                  <c:v>0.1</c:v>
                </c:pt>
                <c:pt idx="2155">
                  <c:v>0.1</c:v>
                </c:pt>
                <c:pt idx="2156">
                  <c:v>0.1</c:v>
                </c:pt>
                <c:pt idx="2157">
                  <c:v>0.1</c:v>
                </c:pt>
                <c:pt idx="2158">
                  <c:v>0.1</c:v>
                </c:pt>
                <c:pt idx="2159">
                  <c:v>0.1</c:v>
                </c:pt>
                <c:pt idx="2160">
                  <c:v>0.1</c:v>
                </c:pt>
                <c:pt idx="2161">
                  <c:v>0.1</c:v>
                </c:pt>
                <c:pt idx="2162">
                  <c:v>0.1</c:v>
                </c:pt>
                <c:pt idx="2163">
                  <c:v>0.1</c:v>
                </c:pt>
                <c:pt idx="2164">
                  <c:v>0.1</c:v>
                </c:pt>
                <c:pt idx="2165">
                  <c:v>0.1</c:v>
                </c:pt>
                <c:pt idx="2166">
                  <c:v>0.1</c:v>
                </c:pt>
                <c:pt idx="2167">
                  <c:v>0.1</c:v>
                </c:pt>
                <c:pt idx="2168">
                  <c:v>0.1</c:v>
                </c:pt>
                <c:pt idx="2169">
                  <c:v>0.1</c:v>
                </c:pt>
                <c:pt idx="2170">
                  <c:v>0.1</c:v>
                </c:pt>
                <c:pt idx="2171">
                  <c:v>0.1</c:v>
                </c:pt>
                <c:pt idx="2172">
                  <c:v>0.1</c:v>
                </c:pt>
                <c:pt idx="2173">
                  <c:v>0.1</c:v>
                </c:pt>
                <c:pt idx="2174">
                  <c:v>0.1</c:v>
                </c:pt>
                <c:pt idx="2175">
                  <c:v>0.1</c:v>
                </c:pt>
                <c:pt idx="2176">
                  <c:v>0.1</c:v>
                </c:pt>
                <c:pt idx="2177">
                  <c:v>0.1</c:v>
                </c:pt>
                <c:pt idx="2178">
                  <c:v>0.1</c:v>
                </c:pt>
                <c:pt idx="2179">
                  <c:v>0.1</c:v>
                </c:pt>
                <c:pt idx="2180">
                  <c:v>0.1</c:v>
                </c:pt>
                <c:pt idx="2181">
                  <c:v>0.1</c:v>
                </c:pt>
                <c:pt idx="2182">
                  <c:v>0.1</c:v>
                </c:pt>
                <c:pt idx="2183">
                  <c:v>0.1</c:v>
                </c:pt>
                <c:pt idx="2184">
                  <c:v>0.1</c:v>
                </c:pt>
                <c:pt idx="2185">
                  <c:v>0.1</c:v>
                </c:pt>
                <c:pt idx="2186">
                  <c:v>0.1</c:v>
                </c:pt>
                <c:pt idx="2187">
                  <c:v>0.1</c:v>
                </c:pt>
                <c:pt idx="2188">
                  <c:v>0.1</c:v>
                </c:pt>
                <c:pt idx="2189">
                  <c:v>0.1</c:v>
                </c:pt>
                <c:pt idx="2190">
                  <c:v>0.1</c:v>
                </c:pt>
                <c:pt idx="2191">
                  <c:v>0.1</c:v>
                </c:pt>
                <c:pt idx="2192">
                  <c:v>0.1</c:v>
                </c:pt>
                <c:pt idx="2193">
                  <c:v>0.1</c:v>
                </c:pt>
                <c:pt idx="2194">
                  <c:v>0.1</c:v>
                </c:pt>
                <c:pt idx="2195">
                  <c:v>0.1</c:v>
                </c:pt>
                <c:pt idx="2196">
                  <c:v>0.1</c:v>
                </c:pt>
                <c:pt idx="2197">
                  <c:v>0.1</c:v>
                </c:pt>
                <c:pt idx="2198">
                  <c:v>0.1</c:v>
                </c:pt>
                <c:pt idx="2199">
                  <c:v>0.1</c:v>
                </c:pt>
                <c:pt idx="2200">
                  <c:v>0.1</c:v>
                </c:pt>
                <c:pt idx="2201">
                  <c:v>0.1</c:v>
                </c:pt>
                <c:pt idx="2202">
                  <c:v>0.1</c:v>
                </c:pt>
                <c:pt idx="2203">
                  <c:v>0.1</c:v>
                </c:pt>
                <c:pt idx="2204">
                  <c:v>0.1</c:v>
                </c:pt>
                <c:pt idx="2205">
                  <c:v>0.1</c:v>
                </c:pt>
                <c:pt idx="2206">
                  <c:v>0.1</c:v>
                </c:pt>
                <c:pt idx="2207">
                  <c:v>0.1</c:v>
                </c:pt>
                <c:pt idx="2208">
                  <c:v>0.1</c:v>
                </c:pt>
                <c:pt idx="2209">
                  <c:v>0.1</c:v>
                </c:pt>
                <c:pt idx="2210">
                  <c:v>0.1</c:v>
                </c:pt>
                <c:pt idx="2211">
                  <c:v>0.1</c:v>
                </c:pt>
                <c:pt idx="2212">
                  <c:v>0.1</c:v>
                </c:pt>
                <c:pt idx="2213">
                  <c:v>0.1</c:v>
                </c:pt>
                <c:pt idx="2214">
                  <c:v>0.1</c:v>
                </c:pt>
                <c:pt idx="2215">
                  <c:v>0.1</c:v>
                </c:pt>
                <c:pt idx="2216">
                  <c:v>0.1</c:v>
                </c:pt>
                <c:pt idx="2217">
                  <c:v>0.1</c:v>
                </c:pt>
                <c:pt idx="2218">
                  <c:v>0.1</c:v>
                </c:pt>
                <c:pt idx="2219">
                  <c:v>0.1</c:v>
                </c:pt>
                <c:pt idx="2220">
                  <c:v>0.1</c:v>
                </c:pt>
                <c:pt idx="2221">
                  <c:v>0.1</c:v>
                </c:pt>
                <c:pt idx="2222">
                  <c:v>0.1</c:v>
                </c:pt>
                <c:pt idx="2223">
                  <c:v>0.1</c:v>
                </c:pt>
                <c:pt idx="2224">
                  <c:v>0.1</c:v>
                </c:pt>
                <c:pt idx="2225">
                  <c:v>0.1</c:v>
                </c:pt>
                <c:pt idx="2226">
                  <c:v>0.1</c:v>
                </c:pt>
                <c:pt idx="2227">
                  <c:v>0.1</c:v>
                </c:pt>
                <c:pt idx="2228">
                  <c:v>0.1</c:v>
                </c:pt>
                <c:pt idx="2229">
                  <c:v>0.1</c:v>
                </c:pt>
                <c:pt idx="2230">
                  <c:v>0.1</c:v>
                </c:pt>
                <c:pt idx="2231">
                  <c:v>0.1</c:v>
                </c:pt>
                <c:pt idx="2232">
                  <c:v>0.1</c:v>
                </c:pt>
                <c:pt idx="2233">
                  <c:v>0.1</c:v>
                </c:pt>
                <c:pt idx="2234">
                  <c:v>0.1</c:v>
                </c:pt>
                <c:pt idx="2235">
                  <c:v>0.1</c:v>
                </c:pt>
                <c:pt idx="2236">
                  <c:v>0.1</c:v>
                </c:pt>
                <c:pt idx="2237">
                  <c:v>0.1</c:v>
                </c:pt>
                <c:pt idx="2238">
                  <c:v>0.1</c:v>
                </c:pt>
                <c:pt idx="2239">
                  <c:v>0.1</c:v>
                </c:pt>
                <c:pt idx="2240">
                  <c:v>0.1</c:v>
                </c:pt>
                <c:pt idx="2241">
                  <c:v>0.1</c:v>
                </c:pt>
                <c:pt idx="2242">
                  <c:v>0.1</c:v>
                </c:pt>
                <c:pt idx="2243">
                  <c:v>0.1</c:v>
                </c:pt>
                <c:pt idx="2244">
                  <c:v>0.1</c:v>
                </c:pt>
                <c:pt idx="2245">
                  <c:v>0.1</c:v>
                </c:pt>
                <c:pt idx="2246">
                  <c:v>0.1</c:v>
                </c:pt>
                <c:pt idx="2247">
                  <c:v>0.1</c:v>
                </c:pt>
                <c:pt idx="2248">
                  <c:v>0.1</c:v>
                </c:pt>
                <c:pt idx="2249">
                  <c:v>0.1</c:v>
                </c:pt>
                <c:pt idx="2250">
                  <c:v>0.1</c:v>
                </c:pt>
                <c:pt idx="2251">
                  <c:v>0.1</c:v>
                </c:pt>
                <c:pt idx="2252">
                  <c:v>0.1</c:v>
                </c:pt>
                <c:pt idx="2253">
                  <c:v>0.1</c:v>
                </c:pt>
                <c:pt idx="2254">
                  <c:v>0.1</c:v>
                </c:pt>
                <c:pt idx="2255">
                  <c:v>0.1</c:v>
                </c:pt>
                <c:pt idx="2256">
                  <c:v>0.1</c:v>
                </c:pt>
                <c:pt idx="2257">
                  <c:v>0.1</c:v>
                </c:pt>
                <c:pt idx="2258">
                  <c:v>0.1</c:v>
                </c:pt>
                <c:pt idx="2259">
                  <c:v>0.1</c:v>
                </c:pt>
                <c:pt idx="2260">
                  <c:v>0.1</c:v>
                </c:pt>
                <c:pt idx="2261">
                  <c:v>0.1</c:v>
                </c:pt>
                <c:pt idx="2262">
                  <c:v>0.1</c:v>
                </c:pt>
                <c:pt idx="2263">
                  <c:v>0.1</c:v>
                </c:pt>
                <c:pt idx="2264">
                  <c:v>0.1</c:v>
                </c:pt>
                <c:pt idx="2265">
                  <c:v>0.1</c:v>
                </c:pt>
                <c:pt idx="2266">
                  <c:v>0.1</c:v>
                </c:pt>
                <c:pt idx="2267">
                  <c:v>0.1</c:v>
                </c:pt>
                <c:pt idx="2268">
                  <c:v>0.1</c:v>
                </c:pt>
                <c:pt idx="2269">
                  <c:v>0.1</c:v>
                </c:pt>
                <c:pt idx="2270">
                  <c:v>0.1</c:v>
                </c:pt>
                <c:pt idx="2271">
                  <c:v>0.1</c:v>
                </c:pt>
                <c:pt idx="2272">
                  <c:v>0.1</c:v>
                </c:pt>
                <c:pt idx="2273">
                  <c:v>0.1</c:v>
                </c:pt>
                <c:pt idx="2274">
                  <c:v>0.1</c:v>
                </c:pt>
                <c:pt idx="2275">
                  <c:v>0.1</c:v>
                </c:pt>
                <c:pt idx="2276">
                  <c:v>0.1</c:v>
                </c:pt>
                <c:pt idx="2277">
                  <c:v>0.1</c:v>
                </c:pt>
                <c:pt idx="2278">
                  <c:v>0.1</c:v>
                </c:pt>
                <c:pt idx="2279">
                  <c:v>0.1</c:v>
                </c:pt>
                <c:pt idx="2280">
                  <c:v>0.1</c:v>
                </c:pt>
                <c:pt idx="2281">
                  <c:v>0.1</c:v>
                </c:pt>
                <c:pt idx="2282">
                  <c:v>0.1</c:v>
                </c:pt>
                <c:pt idx="2283">
                  <c:v>0.1</c:v>
                </c:pt>
                <c:pt idx="2284">
                  <c:v>0.1</c:v>
                </c:pt>
                <c:pt idx="2285">
                  <c:v>0.1</c:v>
                </c:pt>
                <c:pt idx="2286">
                  <c:v>0.1</c:v>
                </c:pt>
                <c:pt idx="2287">
                  <c:v>0.1</c:v>
                </c:pt>
                <c:pt idx="2288">
                  <c:v>0.1</c:v>
                </c:pt>
                <c:pt idx="2289">
                  <c:v>0.1</c:v>
                </c:pt>
                <c:pt idx="2290">
                  <c:v>0.1</c:v>
                </c:pt>
                <c:pt idx="2291">
                  <c:v>0.1</c:v>
                </c:pt>
                <c:pt idx="2292">
                  <c:v>0.1</c:v>
                </c:pt>
                <c:pt idx="2293">
                  <c:v>0.1</c:v>
                </c:pt>
                <c:pt idx="2294">
                  <c:v>0.1</c:v>
                </c:pt>
                <c:pt idx="2295">
                  <c:v>0.1</c:v>
                </c:pt>
                <c:pt idx="2296">
                  <c:v>0.1</c:v>
                </c:pt>
                <c:pt idx="2297">
                  <c:v>0.1</c:v>
                </c:pt>
                <c:pt idx="2298">
                  <c:v>0.1</c:v>
                </c:pt>
                <c:pt idx="2299">
                  <c:v>0.1</c:v>
                </c:pt>
                <c:pt idx="2300">
                  <c:v>0.1</c:v>
                </c:pt>
                <c:pt idx="2301">
                  <c:v>0.1</c:v>
                </c:pt>
                <c:pt idx="2302">
                  <c:v>0.1</c:v>
                </c:pt>
                <c:pt idx="2303">
                  <c:v>0.1</c:v>
                </c:pt>
                <c:pt idx="2304">
                  <c:v>0.1</c:v>
                </c:pt>
                <c:pt idx="2305">
                  <c:v>0.1</c:v>
                </c:pt>
                <c:pt idx="2306">
                  <c:v>0.1</c:v>
                </c:pt>
                <c:pt idx="2307">
                  <c:v>0.1</c:v>
                </c:pt>
                <c:pt idx="2308">
                  <c:v>0.1</c:v>
                </c:pt>
                <c:pt idx="2309">
                  <c:v>0.1</c:v>
                </c:pt>
                <c:pt idx="2310">
                  <c:v>0.1</c:v>
                </c:pt>
                <c:pt idx="2311">
                  <c:v>0.1</c:v>
                </c:pt>
                <c:pt idx="2312">
                  <c:v>0.1</c:v>
                </c:pt>
                <c:pt idx="2313">
                  <c:v>0.1</c:v>
                </c:pt>
                <c:pt idx="2314">
                  <c:v>0.1</c:v>
                </c:pt>
                <c:pt idx="2315">
                  <c:v>0.1</c:v>
                </c:pt>
                <c:pt idx="2316">
                  <c:v>0.1</c:v>
                </c:pt>
                <c:pt idx="2317">
                  <c:v>0.1</c:v>
                </c:pt>
                <c:pt idx="2318">
                  <c:v>0.1</c:v>
                </c:pt>
                <c:pt idx="2319">
                  <c:v>0.1</c:v>
                </c:pt>
                <c:pt idx="2320">
                  <c:v>0.1</c:v>
                </c:pt>
                <c:pt idx="2321">
                  <c:v>0.1</c:v>
                </c:pt>
                <c:pt idx="2322">
                  <c:v>0.1</c:v>
                </c:pt>
                <c:pt idx="2323">
                  <c:v>0.1</c:v>
                </c:pt>
                <c:pt idx="2324">
                  <c:v>0.1</c:v>
                </c:pt>
                <c:pt idx="2325">
                  <c:v>0.1</c:v>
                </c:pt>
                <c:pt idx="2326">
                  <c:v>0.1</c:v>
                </c:pt>
                <c:pt idx="2327">
                  <c:v>0.1</c:v>
                </c:pt>
                <c:pt idx="2328">
                  <c:v>0.1</c:v>
                </c:pt>
                <c:pt idx="2329">
                  <c:v>0.1</c:v>
                </c:pt>
                <c:pt idx="2330">
                  <c:v>0.1</c:v>
                </c:pt>
                <c:pt idx="2331">
                  <c:v>0.1</c:v>
                </c:pt>
                <c:pt idx="2332">
                  <c:v>0.1</c:v>
                </c:pt>
                <c:pt idx="2333">
                  <c:v>0.1</c:v>
                </c:pt>
                <c:pt idx="2334">
                  <c:v>0.1</c:v>
                </c:pt>
                <c:pt idx="2335">
                  <c:v>0.1</c:v>
                </c:pt>
                <c:pt idx="2336">
                  <c:v>0.1</c:v>
                </c:pt>
                <c:pt idx="2337">
                  <c:v>0.1</c:v>
                </c:pt>
                <c:pt idx="2338">
                  <c:v>0.1</c:v>
                </c:pt>
                <c:pt idx="2339">
                  <c:v>0.1</c:v>
                </c:pt>
                <c:pt idx="2340">
                  <c:v>0.1</c:v>
                </c:pt>
                <c:pt idx="2341">
                  <c:v>0.1</c:v>
                </c:pt>
                <c:pt idx="2342">
                  <c:v>0.1</c:v>
                </c:pt>
                <c:pt idx="2343">
                  <c:v>0.1</c:v>
                </c:pt>
                <c:pt idx="2344">
                  <c:v>0.1</c:v>
                </c:pt>
                <c:pt idx="2345">
                  <c:v>0.1</c:v>
                </c:pt>
                <c:pt idx="2346">
                  <c:v>0.1</c:v>
                </c:pt>
                <c:pt idx="2347">
                  <c:v>0.1</c:v>
                </c:pt>
                <c:pt idx="2348">
                  <c:v>0.1</c:v>
                </c:pt>
                <c:pt idx="2349">
                  <c:v>0.1</c:v>
                </c:pt>
                <c:pt idx="2350">
                  <c:v>0.1</c:v>
                </c:pt>
                <c:pt idx="2351">
                  <c:v>0.1</c:v>
                </c:pt>
                <c:pt idx="2352">
                  <c:v>0.1</c:v>
                </c:pt>
                <c:pt idx="2353">
                  <c:v>0.1</c:v>
                </c:pt>
                <c:pt idx="2354">
                  <c:v>0.1</c:v>
                </c:pt>
                <c:pt idx="2355">
                  <c:v>0.1</c:v>
                </c:pt>
                <c:pt idx="2356">
                  <c:v>0.1</c:v>
                </c:pt>
                <c:pt idx="2357">
                  <c:v>0.1</c:v>
                </c:pt>
                <c:pt idx="2358">
                  <c:v>0.1</c:v>
                </c:pt>
                <c:pt idx="2359">
                  <c:v>0.1</c:v>
                </c:pt>
                <c:pt idx="2360">
                  <c:v>0.1</c:v>
                </c:pt>
                <c:pt idx="2361">
                  <c:v>0.1</c:v>
                </c:pt>
                <c:pt idx="2362">
                  <c:v>0.1</c:v>
                </c:pt>
                <c:pt idx="2363">
                  <c:v>0.1</c:v>
                </c:pt>
                <c:pt idx="2364">
                  <c:v>0.1</c:v>
                </c:pt>
                <c:pt idx="2365">
                  <c:v>0.1</c:v>
                </c:pt>
                <c:pt idx="2366">
                  <c:v>0.1</c:v>
                </c:pt>
                <c:pt idx="2367">
                  <c:v>0.1</c:v>
                </c:pt>
                <c:pt idx="2368">
                  <c:v>0.1</c:v>
                </c:pt>
                <c:pt idx="2369">
                  <c:v>0.1</c:v>
                </c:pt>
                <c:pt idx="2370">
                  <c:v>0.1</c:v>
                </c:pt>
                <c:pt idx="2371">
                  <c:v>0.1</c:v>
                </c:pt>
                <c:pt idx="2372">
                  <c:v>0.1</c:v>
                </c:pt>
                <c:pt idx="2373">
                  <c:v>0.1</c:v>
                </c:pt>
                <c:pt idx="2374">
                  <c:v>0.1</c:v>
                </c:pt>
                <c:pt idx="2375">
                  <c:v>0.1</c:v>
                </c:pt>
                <c:pt idx="2376">
                  <c:v>0.1</c:v>
                </c:pt>
                <c:pt idx="2377">
                  <c:v>0.1</c:v>
                </c:pt>
                <c:pt idx="2378">
                  <c:v>0.1</c:v>
                </c:pt>
                <c:pt idx="2379">
                  <c:v>0.1</c:v>
                </c:pt>
                <c:pt idx="2380">
                  <c:v>0.1</c:v>
                </c:pt>
                <c:pt idx="2381">
                  <c:v>0.1</c:v>
                </c:pt>
                <c:pt idx="2382">
                  <c:v>0.1</c:v>
                </c:pt>
                <c:pt idx="2383">
                  <c:v>0.1</c:v>
                </c:pt>
                <c:pt idx="2384">
                  <c:v>0.1</c:v>
                </c:pt>
                <c:pt idx="2385">
                  <c:v>0.1</c:v>
                </c:pt>
                <c:pt idx="2386">
                  <c:v>0.1</c:v>
                </c:pt>
                <c:pt idx="2387">
                  <c:v>0.1</c:v>
                </c:pt>
                <c:pt idx="2388">
                  <c:v>0.1</c:v>
                </c:pt>
                <c:pt idx="2389">
                  <c:v>0.1</c:v>
                </c:pt>
                <c:pt idx="2390">
                  <c:v>0.1</c:v>
                </c:pt>
                <c:pt idx="2391">
                  <c:v>0.1</c:v>
                </c:pt>
                <c:pt idx="2392">
                  <c:v>0.1</c:v>
                </c:pt>
                <c:pt idx="2393">
                  <c:v>0.1</c:v>
                </c:pt>
                <c:pt idx="2394">
                  <c:v>0.1</c:v>
                </c:pt>
                <c:pt idx="2395">
                  <c:v>0.1</c:v>
                </c:pt>
                <c:pt idx="2396">
                  <c:v>0.1</c:v>
                </c:pt>
                <c:pt idx="2397">
                  <c:v>0.1</c:v>
                </c:pt>
                <c:pt idx="2398">
                  <c:v>0.1</c:v>
                </c:pt>
                <c:pt idx="2399">
                  <c:v>0.1</c:v>
                </c:pt>
                <c:pt idx="2400">
                  <c:v>0.1</c:v>
                </c:pt>
                <c:pt idx="2401">
                  <c:v>0.1</c:v>
                </c:pt>
                <c:pt idx="2402">
                  <c:v>0.1</c:v>
                </c:pt>
                <c:pt idx="2403">
                  <c:v>0.1</c:v>
                </c:pt>
                <c:pt idx="2404">
                  <c:v>0.1</c:v>
                </c:pt>
                <c:pt idx="2405">
                  <c:v>0.1</c:v>
                </c:pt>
                <c:pt idx="2406">
                  <c:v>0.1</c:v>
                </c:pt>
                <c:pt idx="2407">
                  <c:v>0.1</c:v>
                </c:pt>
                <c:pt idx="2408">
                  <c:v>0.1</c:v>
                </c:pt>
                <c:pt idx="2409">
                  <c:v>0.1</c:v>
                </c:pt>
                <c:pt idx="2410">
                  <c:v>0.1</c:v>
                </c:pt>
                <c:pt idx="2411">
                  <c:v>0.1</c:v>
                </c:pt>
                <c:pt idx="2412">
                  <c:v>0.1</c:v>
                </c:pt>
                <c:pt idx="2413">
                  <c:v>0.1</c:v>
                </c:pt>
                <c:pt idx="2414">
                  <c:v>0.1</c:v>
                </c:pt>
                <c:pt idx="2415">
                  <c:v>0.1</c:v>
                </c:pt>
                <c:pt idx="2416">
                  <c:v>0.1</c:v>
                </c:pt>
                <c:pt idx="2417">
                  <c:v>0.1</c:v>
                </c:pt>
                <c:pt idx="2418">
                  <c:v>0.1</c:v>
                </c:pt>
                <c:pt idx="2419">
                  <c:v>0.1</c:v>
                </c:pt>
                <c:pt idx="2420">
                  <c:v>0.1</c:v>
                </c:pt>
                <c:pt idx="2421">
                  <c:v>0.1</c:v>
                </c:pt>
                <c:pt idx="2422">
                  <c:v>0.1</c:v>
                </c:pt>
                <c:pt idx="2423">
                  <c:v>0.1</c:v>
                </c:pt>
                <c:pt idx="2424">
                  <c:v>0.1</c:v>
                </c:pt>
                <c:pt idx="2425">
                  <c:v>0.1</c:v>
                </c:pt>
                <c:pt idx="2426">
                  <c:v>0.1</c:v>
                </c:pt>
                <c:pt idx="2427">
                  <c:v>0.1</c:v>
                </c:pt>
                <c:pt idx="2428">
                  <c:v>0.1</c:v>
                </c:pt>
                <c:pt idx="2429">
                  <c:v>0.1</c:v>
                </c:pt>
                <c:pt idx="2430">
                  <c:v>0.1</c:v>
                </c:pt>
                <c:pt idx="2431">
                  <c:v>0.1</c:v>
                </c:pt>
                <c:pt idx="2432">
                  <c:v>0.1</c:v>
                </c:pt>
                <c:pt idx="2433">
                  <c:v>0.1</c:v>
                </c:pt>
                <c:pt idx="2434">
                  <c:v>0.1</c:v>
                </c:pt>
                <c:pt idx="2435">
                  <c:v>0.1</c:v>
                </c:pt>
                <c:pt idx="2436">
                  <c:v>0.1</c:v>
                </c:pt>
                <c:pt idx="2437">
                  <c:v>0.1</c:v>
                </c:pt>
                <c:pt idx="2438">
                  <c:v>0.1</c:v>
                </c:pt>
                <c:pt idx="2439">
                  <c:v>0.1</c:v>
                </c:pt>
                <c:pt idx="2440">
                  <c:v>0.1</c:v>
                </c:pt>
                <c:pt idx="2441">
                  <c:v>0.1</c:v>
                </c:pt>
                <c:pt idx="2442">
                  <c:v>0.1</c:v>
                </c:pt>
                <c:pt idx="2443">
                  <c:v>0.1</c:v>
                </c:pt>
                <c:pt idx="2444">
                  <c:v>0.1</c:v>
                </c:pt>
                <c:pt idx="2445">
                  <c:v>0.1</c:v>
                </c:pt>
                <c:pt idx="2446">
                  <c:v>0.1</c:v>
                </c:pt>
                <c:pt idx="2447">
                  <c:v>0.1</c:v>
                </c:pt>
                <c:pt idx="2448">
                  <c:v>0.1</c:v>
                </c:pt>
                <c:pt idx="2449">
                  <c:v>0.1</c:v>
                </c:pt>
                <c:pt idx="2450">
                  <c:v>0.1</c:v>
                </c:pt>
                <c:pt idx="2451">
                  <c:v>0.1</c:v>
                </c:pt>
                <c:pt idx="2452">
                  <c:v>0.1</c:v>
                </c:pt>
                <c:pt idx="2453">
                  <c:v>0.1</c:v>
                </c:pt>
                <c:pt idx="2454">
                  <c:v>0.1</c:v>
                </c:pt>
                <c:pt idx="2455">
                  <c:v>0.1</c:v>
                </c:pt>
                <c:pt idx="2456">
                  <c:v>0.1</c:v>
                </c:pt>
                <c:pt idx="2457">
                  <c:v>0.1</c:v>
                </c:pt>
                <c:pt idx="2458">
                  <c:v>0.1</c:v>
                </c:pt>
                <c:pt idx="2459">
                  <c:v>0.1</c:v>
                </c:pt>
                <c:pt idx="2460">
                  <c:v>0.1</c:v>
                </c:pt>
                <c:pt idx="2461">
                  <c:v>0.1</c:v>
                </c:pt>
                <c:pt idx="2462">
                  <c:v>0.1</c:v>
                </c:pt>
                <c:pt idx="2463">
                  <c:v>0.1</c:v>
                </c:pt>
                <c:pt idx="2464">
                  <c:v>0.1</c:v>
                </c:pt>
                <c:pt idx="2465">
                  <c:v>0.1</c:v>
                </c:pt>
                <c:pt idx="2466">
                  <c:v>0.1</c:v>
                </c:pt>
                <c:pt idx="2467">
                  <c:v>0.1</c:v>
                </c:pt>
                <c:pt idx="2468">
                  <c:v>0.1</c:v>
                </c:pt>
                <c:pt idx="2469">
                  <c:v>0.1</c:v>
                </c:pt>
                <c:pt idx="2470">
                  <c:v>0.1</c:v>
                </c:pt>
                <c:pt idx="2471">
                  <c:v>0.1</c:v>
                </c:pt>
                <c:pt idx="2472">
                  <c:v>0.1</c:v>
                </c:pt>
                <c:pt idx="2473">
                  <c:v>0.1</c:v>
                </c:pt>
                <c:pt idx="2474">
                  <c:v>0.1</c:v>
                </c:pt>
                <c:pt idx="2475">
                  <c:v>0.1</c:v>
                </c:pt>
                <c:pt idx="2476">
                  <c:v>0.1</c:v>
                </c:pt>
                <c:pt idx="2477">
                  <c:v>0.1</c:v>
                </c:pt>
                <c:pt idx="2478">
                  <c:v>0.1</c:v>
                </c:pt>
                <c:pt idx="2479">
                  <c:v>0.1</c:v>
                </c:pt>
                <c:pt idx="2480">
                  <c:v>0.1</c:v>
                </c:pt>
                <c:pt idx="2481">
                  <c:v>0.1</c:v>
                </c:pt>
                <c:pt idx="2482">
                  <c:v>0.1</c:v>
                </c:pt>
                <c:pt idx="2483">
                  <c:v>0.1</c:v>
                </c:pt>
                <c:pt idx="2484">
                  <c:v>0.1</c:v>
                </c:pt>
                <c:pt idx="2485">
                  <c:v>0.1</c:v>
                </c:pt>
                <c:pt idx="2486">
                  <c:v>0.1</c:v>
                </c:pt>
                <c:pt idx="2487">
                  <c:v>0.1</c:v>
                </c:pt>
                <c:pt idx="2488">
                  <c:v>0.1</c:v>
                </c:pt>
                <c:pt idx="2489">
                  <c:v>0.1</c:v>
                </c:pt>
                <c:pt idx="2490">
                  <c:v>0.1</c:v>
                </c:pt>
                <c:pt idx="2491">
                  <c:v>0.1</c:v>
                </c:pt>
                <c:pt idx="2492">
                  <c:v>0.1</c:v>
                </c:pt>
                <c:pt idx="2493">
                  <c:v>0.1</c:v>
                </c:pt>
                <c:pt idx="2494">
                  <c:v>0.1</c:v>
                </c:pt>
                <c:pt idx="2495">
                  <c:v>0.1</c:v>
                </c:pt>
                <c:pt idx="2496">
                  <c:v>0.1</c:v>
                </c:pt>
                <c:pt idx="2497">
                  <c:v>0.1</c:v>
                </c:pt>
                <c:pt idx="2498">
                  <c:v>0.1</c:v>
                </c:pt>
                <c:pt idx="2499">
                  <c:v>0.1</c:v>
                </c:pt>
                <c:pt idx="2500">
                  <c:v>0.1</c:v>
                </c:pt>
                <c:pt idx="2501">
                  <c:v>0.1</c:v>
                </c:pt>
                <c:pt idx="2502">
                  <c:v>0.1</c:v>
                </c:pt>
                <c:pt idx="2503">
                  <c:v>0.1</c:v>
                </c:pt>
                <c:pt idx="2504">
                  <c:v>0.1</c:v>
                </c:pt>
                <c:pt idx="2505">
                  <c:v>0.1</c:v>
                </c:pt>
                <c:pt idx="2506">
                  <c:v>0.1</c:v>
                </c:pt>
                <c:pt idx="2507">
                  <c:v>0.1</c:v>
                </c:pt>
                <c:pt idx="2508">
                  <c:v>0.1</c:v>
                </c:pt>
                <c:pt idx="2509">
                  <c:v>0.1</c:v>
                </c:pt>
                <c:pt idx="2510">
                  <c:v>0.1</c:v>
                </c:pt>
                <c:pt idx="2511">
                  <c:v>0.1</c:v>
                </c:pt>
                <c:pt idx="2512">
                  <c:v>0.1</c:v>
                </c:pt>
                <c:pt idx="2513">
                  <c:v>0.1</c:v>
                </c:pt>
                <c:pt idx="2514">
                  <c:v>0.1</c:v>
                </c:pt>
                <c:pt idx="2515">
                  <c:v>0.1</c:v>
                </c:pt>
                <c:pt idx="2516">
                  <c:v>0.1</c:v>
                </c:pt>
                <c:pt idx="2517">
                  <c:v>0.1</c:v>
                </c:pt>
                <c:pt idx="2518">
                  <c:v>0.1</c:v>
                </c:pt>
                <c:pt idx="2519">
                  <c:v>0.1</c:v>
                </c:pt>
                <c:pt idx="2520">
                  <c:v>0.1</c:v>
                </c:pt>
                <c:pt idx="2521">
                  <c:v>0.1</c:v>
                </c:pt>
                <c:pt idx="2522">
                  <c:v>0.1</c:v>
                </c:pt>
                <c:pt idx="2523">
                  <c:v>0.1</c:v>
                </c:pt>
                <c:pt idx="2524">
                  <c:v>0.1</c:v>
                </c:pt>
                <c:pt idx="2525">
                  <c:v>0.1</c:v>
                </c:pt>
                <c:pt idx="2526">
                  <c:v>0.1</c:v>
                </c:pt>
                <c:pt idx="2527">
                  <c:v>0.1</c:v>
                </c:pt>
                <c:pt idx="2528">
                  <c:v>0.1</c:v>
                </c:pt>
                <c:pt idx="2529">
                  <c:v>0.1</c:v>
                </c:pt>
                <c:pt idx="2530">
                  <c:v>0.1</c:v>
                </c:pt>
                <c:pt idx="2531">
                  <c:v>0.1</c:v>
                </c:pt>
                <c:pt idx="2532">
                  <c:v>0.1</c:v>
                </c:pt>
                <c:pt idx="2533">
                  <c:v>0.1</c:v>
                </c:pt>
                <c:pt idx="2534">
                  <c:v>0.1</c:v>
                </c:pt>
                <c:pt idx="2535">
                  <c:v>0.1</c:v>
                </c:pt>
                <c:pt idx="2536">
                  <c:v>0.1</c:v>
                </c:pt>
                <c:pt idx="2537">
                  <c:v>0.1</c:v>
                </c:pt>
                <c:pt idx="2538">
                  <c:v>0.1</c:v>
                </c:pt>
                <c:pt idx="2539">
                  <c:v>0.1</c:v>
                </c:pt>
                <c:pt idx="2540">
                  <c:v>0.1</c:v>
                </c:pt>
                <c:pt idx="2541">
                  <c:v>0.1</c:v>
                </c:pt>
                <c:pt idx="2542">
                  <c:v>0.1</c:v>
                </c:pt>
                <c:pt idx="2543">
                  <c:v>0.1</c:v>
                </c:pt>
                <c:pt idx="2544">
                  <c:v>0.1</c:v>
                </c:pt>
                <c:pt idx="2545">
                  <c:v>0.1</c:v>
                </c:pt>
                <c:pt idx="2546">
                  <c:v>0.1</c:v>
                </c:pt>
                <c:pt idx="2547">
                  <c:v>0.1</c:v>
                </c:pt>
                <c:pt idx="2548">
                  <c:v>0.1</c:v>
                </c:pt>
                <c:pt idx="2549">
                  <c:v>0.1</c:v>
                </c:pt>
                <c:pt idx="2550">
                  <c:v>0.1</c:v>
                </c:pt>
                <c:pt idx="2551">
                  <c:v>0.1</c:v>
                </c:pt>
                <c:pt idx="2552">
                  <c:v>0.1</c:v>
                </c:pt>
                <c:pt idx="2553">
                  <c:v>0.1</c:v>
                </c:pt>
                <c:pt idx="2554">
                  <c:v>0.1</c:v>
                </c:pt>
                <c:pt idx="2555">
                  <c:v>0.1</c:v>
                </c:pt>
                <c:pt idx="2556">
                  <c:v>0.1</c:v>
                </c:pt>
                <c:pt idx="2557">
                  <c:v>0.1</c:v>
                </c:pt>
                <c:pt idx="2558">
                  <c:v>0.1</c:v>
                </c:pt>
                <c:pt idx="2559">
                  <c:v>0.1</c:v>
                </c:pt>
                <c:pt idx="2560">
                  <c:v>0.1</c:v>
                </c:pt>
                <c:pt idx="2561">
                  <c:v>0.1</c:v>
                </c:pt>
                <c:pt idx="2562">
                  <c:v>0.1</c:v>
                </c:pt>
                <c:pt idx="2563">
                  <c:v>0.1</c:v>
                </c:pt>
                <c:pt idx="2564">
                  <c:v>0.1</c:v>
                </c:pt>
                <c:pt idx="2565">
                  <c:v>0.1</c:v>
                </c:pt>
                <c:pt idx="2566">
                  <c:v>0.1</c:v>
                </c:pt>
                <c:pt idx="2567">
                  <c:v>0.1</c:v>
                </c:pt>
                <c:pt idx="2568">
                  <c:v>0.1</c:v>
                </c:pt>
                <c:pt idx="2569">
                  <c:v>0.1</c:v>
                </c:pt>
                <c:pt idx="2570">
                  <c:v>0.1</c:v>
                </c:pt>
                <c:pt idx="2571">
                  <c:v>0.1</c:v>
                </c:pt>
                <c:pt idx="2572">
                  <c:v>0.1</c:v>
                </c:pt>
                <c:pt idx="2573">
                  <c:v>0.1</c:v>
                </c:pt>
                <c:pt idx="2574">
                  <c:v>0.1</c:v>
                </c:pt>
                <c:pt idx="2575">
                  <c:v>0.1</c:v>
                </c:pt>
                <c:pt idx="2576">
                  <c:v>0.1</c:v>
                </c:pt>
                <c:pt idx="2577">
                  <c:v>0.1</c:v>
                </c:pt>
                <c:pt idx="2578">
                  <c:v>0.1</c:v>
                </c:pt>
                <c:pt idx="2579">
                  <c:v>0.1</c:v>
                </c:pt>
                <c:pt idx="2580">
                  <c:v>0.1</c:v>
                </c:pt>
                <c:pt idx="2581">
                  <c:v>0.1</c:v>
                </c:pt>
                <c:pt idx="2582">
                  <c:v>0.1</c:v>
                </c:pt>
                <c:pt idx="2583">
                  <c:v>0.1</c:v>
                </c:pt>
                <c:pt idx="2584">
                  <c:v>0.1</c:v>
                </c:pt>
                <c:pt idx="2585">
                  <c:v>0.1</c:v>
                </c:pt>
                <c:pt idx="2586">
                  <c:v>0.1</c:v>
                </c:pt>
                <c:pt idx="2587">
                  <c:v>0.1</c:v>
                </c:pt>
                <c:pt idx="2588">
                  <c:v>0.1</c:v>
                </c:pt>
                <c:pt idx="2589">
                  <c:v>0.1</c:v>
                </c:pt>
                <c:pt idx="2590">
                  <c:v>0.1</c:v>
                </c:pt>
                <c:pt idx="2591">
                  <c:v>0.1</c:v>
                </c:pt>
                <c:pt idx="2592">
                  <c:v>0.1</c:v>
                </c:pt>
                <c:pt idx="2593">
                  <c:v>0.1</c:v>
                </c:pt>
                <c:pt idx="2594">
                  <c:v>0.1</c:v>
                </c:pt>
                <c:pt idx="2595">
                  <c:v>0.1</c:v>
                </c:pt>
                <c:pt idx="2596">
                  <c:v>0.1</c:v>
                </c:pt>
                <c:pt idx="2597">
                  <c:v>0.1</c:v>
                </c:pt>
                <c:pt idx="2598">
                  <c:v>0.1</c:v>
                </c:pt>
                <c:pt idx="2599">
                  <c:v>0.1</c:v>
                </c:pt>
                <c:pt idx="2600">
                  <c:v>0.1</c:v>
                </c:pt>
                <c:pt idx="2601">
                  <c:v>0.1</c:v>
                </c:pt>
                <c:pt idx="2602">
                  <c:v>0.1</c:v>
                </c:pt>
                <c:pt idx="2603">
                  <c:v>0.1</c:v>
                </c:pt>
                <c:pt idx="2604">
                  <c:v>0.1</c:v>
                </c:pt>
                <c:pt idx="2605">
                  <c:v>0.1</c:v>
                </c:pt>
                <c:pt idx="2606">
                  <c:v>0.1</c:v>
                </c:pt>
                <c:pt idx="2607">
                  <c:v>0.1</c:v>
                </c:pt>
                <c:pt idx="2608">
                  <c:v>0.1</c:v>
                </c:pt>
                <c:pt idx="2609">
                  <c:v>0.1</c:v>
                </c:pt>
                <c:pt idx="2610">
                  <c:v>0.1</c:v>
                </c:pt>
                <c:pt idx="2611">
                  <c:v>0.1</c:v>
                </c:pt>
                <c:pt idx="2612">
                  <c:v>0.1</c:v>
                </c:pt>
                <c:pt idx="2613">
                  <c:v>0.1</c:v>
                </c:pt>
                <c:pt idx="2614">
                  <c:v>0.1</c:v>
                </c:pt>
                <c:pt idx="2615">
                  <c:v>0.1</c:v>
                </c:pt>
                <c:pt idx="2616">
                  <c:v>0.1</c:v>
                </c:pt>
                <c:pt idx="2617">
                  <c:v>0.1</c:v>
                </c:pt>
                <c:pt idx="2618">
                  <c:v>0.1</c:v>
                </c:pt>
                <c:pt idx="2619">
                  <c:v>0.1</c:v>
                </c:pt>
                <c:pt idx="2620">
                  <c:v>0.1</c:v>
                </c:pt>
                <c:pt idx="2621">
                  <c:v>0.1</c:v>
                </c:pt>
                <c:pt idx="2622">
                  <c:v>0.1</c:v>
                </c:pt>
                <c:pt idx="2623">
                  <c:v>0.1</c:v>
                </c:pt>
                <c:pt idx="2624">
                  <c:v>0.1</c:v>
                </c:pt>
                <c:pt idx="2625">
                  <c:v>0.1</c:v>
                </c:pt>
                <c:pt idx="2626">
                  <c:v>0.1</c:v>
                </c:pt>
                <c:pt idx="2627">
                  <c:v>0.1</c:v>
                </c:pt>
                <c:pt idx="2628">
                  <c:v>0.1</c:v>
                </c:pt>
                <c:pt idx="2629">
                  <c:v>-0.1</c:v>
                </c:pt>
                <c:pt idx="2630">
                  <c:v>-0.1</c:v>
                </c:pt>
                <c:pt idx="2631">
                  <c:v>-0.1</c:v>
                </c:pt>
                <c:pt idx="2632">
                  <c:v>-0.1</c:v>
                </c:pt>
                <c:pt idx="2633">
                  <c:v>-0.1</c:v>
                </c:pt>
                <c:pt idx="2634">
                  <c:v>-0.1</c:v>
                </c:pt>
                <c:pt idx="2635">
                  <c:v>-0.1</c:v>
                </c:pt>
                <c:pt idx="2636">
                  <c:v>-0.1</c:v>
                </c:pt>
                <c:pt idx="2637">
                  <c:v>-0.1</c:v>
                </c:pt>
                <c:pt idx="2638">
                  <c:v>-0.1</c:v>
                </c:pt>
                <c:pt idx="2639">
                  <c:v>-0.1</c:v>
                </c:pt>
                <c:pt idx="2640">
                  <c:v>-0.1</c:v>
                </c:pt>
                <c:pt idx="2641">
                  <c:v>-0.1</c:v>
                </c:pt>
                <c:pt idx="2642">
                  <c:v>-0.1</c:v>
                </c:pt>
                <c:pt idx="2643">
                  <c:v>-0.1</c:v>
                </c:pt>
                <c:pt idx="2644">
                  <c:v>-0.1</c:v>
                </c:pt>
                <c:pt idx="2645">
                  <c:v>-0.1</c:v>
                </c:pt>
                <c:pt idx="2646">
                  <c:v>-0.1</c:v>
                </c:pt>
                <c:pt idx="2647">
                  <c:v>-0.1</c:v>
                </c:pt>
                <c:pt idx="2648">
                  <c:v>-0.1</c:v>
                </c:pt>
                <c:pt idx="2649">
                  <c:v>-0.1</c:v>
                </c:pt>
                <c:pt idx="2650">
                  <c:v>-0.1</c:v>
                </c:pt>
                <c:pt idx="2651">
                  <c:v>-0.1</c:v>
                </c:pt>
                <c:pt idx="2652">
                  <c:v>-0.1</c:v>
                </c:pt>
                <c:pt idx="2653">
                  <c:v>-0.1</c:v>
                </c:pt>
                <c:pt idx="2654">
                  <c:v>-0.1</c:v>
                </c:pt>
                <c:pt idx="2655">
                  <c:v>-0.1</c:v>
                </c:pt>
                <c:pt idx="2656">
                  <c:v>-0.1</c:v>
                </c:pt>
                <c:pt idx="2657">
                  <c:v>-0.1</c:v>
                </c:pt>
                <c:pt idx="2658">
                  <c:v>-0.1</c:v>
                </c:pt>
                <c:pt idx="2659">
                  <c:v>-0.1</c:v>
                </c:pt>
                <c:pt idx="2660">
                  <c:v>-0.1</c:v>
                </c:pt>
                <c:pt idx="2661">
                  <c:v>-0.1</c:v>
                </c:pt>
                <c:pt idx="2662">
                  <c:v>-0.1</c:v>
                </c:pt>
                <c:pt idx="2663">
                  <c:v>-0.1</c:v>
                </c:pt>
                <c:pt idx="2664">
                  <c:v>-0.1</c:v>
                </c:pt>
                <c:pt idx="2665">
                  <c:v>-0.1</c:v>
                </c:pt>
                <c:pt idx="2666">
                  <c:v>-0.1</c:v>
                </c:pt>
                <c:pt idx="2667">
                  <c:v>-0.1</c:v>
                </c:pt>
                <c:pt idx="2668">
                  <c:v>-0.1</c:v>
                </c:pt>
                <c:pt idx="2669">
                  <c:v>-0.1</c:v>
                </c:pt>
                <c:pt idx="2670">
                  <c:v>-0.1</c:v>
                </c:pt>
                <c:pt idx="2671">
                  <c:v>-0.1</c:v>
                </c:pt>
                <c:pt idx="2672">
                  <c:v>-0.1</c:v>
                </c:pt>
                <c:pt idx="2673">
                  <c:v>-0.1</c:v>
                </c:pt>
                <c:pt idx="2674">
                  <c:v>-0.1</c:v>
                </c:pt>
                <c:pt idx="2675">
                  <c:v>-0.1</c:v>
                </c:pt>
                <c:pt idx="2676">
                  <c:v>-0.1</c:v>
                </c:pt>
                <c:pt idx="2677">
                  <c:v>-0.1</c:v>
                </c:pt>
                <c:pt idx="2678">
                  <c:v>-0.1</c:v>
                </c:pt>
                <c:pt idx="2679">
                  <c:v>-0.1</c:v>
                </c:pt>
                <c:pt idx="2680">
                  <c:v>-0.1</c:v>
                </c:pt>
                <c:pt idx="2681">
                  <c:v>-0.1</c:v>
                </c:pt>
                <c:pt idx="2682">
                  <c:v>-0.1</c:v>
                </c:pt>
                <c:pt idx="2683">
                  <c:v>-0.1</c:v>
                </c:pt>
                <c:pt idx="2684">
                  <c:v>-0.1</c:v>
                </c:pt>
                <c:pt idx="2685">
                  <c:v>-0.1</c:v>
                </c:pt>
                <c:pt idx="2686">
                  <c:v>-0.1</c:v>
                </c:pt>
                <c:pt idx="2687">
                  <c:v>-0.1</c:v>
                </c:pt>
                <c:pt idx="2688">
                  <c:v>-0.1</c:v>
                </c:pt>
                <c:pt idx="2689">
                  <c:v>-0.1</c:v>
                </c:pt>
                <c:pt idx="2690">
                  <c:v>-0.1</c:v>
                </c:pt>
                <c:pt idx="2691">
                  <c:v>-0.1</c:v>
                </c:pt>
                <c:pt idx="2692">
                  <c:v>-0.1</c:v>
                </c:pt>
                <c:pt idx="2693">
                  <c:v>-0.1</c:v>
                </c:pt>
                <c:pt idx="2694">
                  <c:v>-0.1</c:v>
                </c:pt>
                <c:pt idx="2695">
                  <c:v>-0.1</c:v>
                </c:pt>
                <c:pt idx="2696">
                  <c:v>-0.1</c:v>
                </c:pt>
                <c:pt idx="2697">
                  <c:v>-0.1</c:v>
                </c:pt>
                <c:pt idx="2698">
                  <c:v>-0.1</c:v>
                </c:pt>
                <c:pt idx="2699">
                  <c:v>-0.1</c:v>
                </c:pt>
                <c:pt idx="2700">
                  <c:v>-0.1</c:v>
                </c:pt>
                <c:pt idx="2701">
                  <c:v>-0.1</c:v>
                </c:pt>
                <c:pt idx="2702">
                  <c:v>-0.1</c:v>
                </c:pt>
                <c:pt idx="2703">
                  <c:v>-0.1</c:v>
                </c:pt>
                <c:pt idx="2704">
                  <c:v>-0.1</c:v>
                </c:pt>
                <c:pt idx="2705">
                  <c:v>-0.1</c:v>
                </c:pt>
                <c:pt idx="2706">
                  <c:v>-0.1</c:v>
                </c:pt>
                <c:pt idx="2707">
                  <c:v>-0.1</c:v>
                </c:pt>
                <c:pt idx="2708">
                  <c:v>-0.1</c:v>
                </c:pt>
                <c:pt idx="2709">
                  <c:v>-0.1</c:v>
                </c:pt>
                <c:pt idx="2710">
                  <c:v>-0.1</c:v>
                </c:pt>
                <c:pt idx="2711">
                  <c:v>-0.1</c:v>
                </c:pt>
                <c:pt idx="2712">
                  <c:v>-0.1</c:v>
                </c:pt>
                <c:pt idx="2713">
                  <c:v>-0.1</c:v>
                </c:pt>
                <c:pt idx="2714">
                  <c:v>-0.1</c:v>
                </c:pt>
                <c:pt idx="2715">
                  <c:v>-0.1</c:v>
                </c:pt>
                <c:pt idx="2716">
                  <c:v>-0.1</c:v>
                </c:pt>
                <c:pt idx="2717">
                  <c:v>-0.1</c:v>
                </c:pt>
                <c:pt idx="2718">
                  <c:v>-0.1</c:v>
                </c:pt>
                <c:pt idx="2719">
                  <c:v>-0.1</c:v>
                </c:pt>
                <c:pt idx="2720">
                  <c:v>-0.1</c:v>
                </c:pt>
                <c:pt idx="2721">
                  <c:v>-0.1</c:v>
                </c:pt>
                <c:pt idx="2722">
                  <c:v>-0.1</c:v>
                </c:pt>
                <c:pt idx="2723">
                  <c:v>-0.1</c:v>
                </c:pt>
                <c:pt idx="2724">
                  <c:v>-0.1</c:v>
                </c:pt>
                <c:pt idx="2725">
                  <c:v>-0.1</c:v>
                </c:pt>
                <c:pt idx="2726">
                  <c:v>-0.1</c:v>
                </c:pt>
                <c:pt idx="2727">
                  <c:v>-0.1</c:v>
                </c:pt>
                <c:pt idx="2728">
                  <c:v>-0.1</c:v>
                </c:pt>
                <c:pt idx="2729">
                  <c:v>-0.1</c:v>
                </c:pt>
                <c:pt idx="2730">
                  <c:v>-0.1</c:v>
                </c:pt>
                <c:pt idx="2731">
                  <c:v>-0.1</c:v>
                </c:pt>
                <c:pt idx="2732">
                  <c:v>-0.1</c:v>
                </c:pt>
                <c:pt idx="2733">
                  <c:v>-0.1</c:v>
                </c:pt>
                <c:pt idx="2734">
                  <c:v>-0.1</c:v>
                </c:pt>
                <c:pt idx="2735">
                  <c:v>-0.1</c:v>
                </c:pt>
                <c:pt idx="2736">
                  <c:v>-0.1</c:v>
                </c:pt>
                <c:pt idx="2737">
                  <c:v>-0.1</c:v>
                </c:pt>
                <c:pt idx="2738">
                  <c:v>-0.1</c:v>
                </c:pt>
                <c:pt idx="2739">
                  <c:v>-0.1</c:v>
                </c:pt>
                <c:pt idx="2740">
                  <c:v>-0.1</c:v>
                </c:pt>
                <c:pt idx="2741">
                  <c:v>-0.1</c:v>
                </c:pt>
                <c:pt idx="2742">
                  <c:v>-0.1</c:v>
                </c:pt>
                <c:pt idx="2743">
                  <c:v>-0.1</c:v>
                </c:pt>
                <c:pt idx="2744">
                  <c:v>-0.1</c:v>
                </c:pt>
                <c:pt idx="2745">
                  <c:v>-0.1</c:v>
                </c:pt>
                <c:pt idx="2746">
                  <c:v>-0.1</c:v>
                </c:pt>
                <c:pt idx="2747">
                  <c:v>-0.1</c:v>
                </c:pt>
                <c:pt idx="2748">
                  <c:v>-0.1</c:v>
                </c:pt>
                <c:pt idx="2749">
                  <c:v>-0.1</c:v>
                </c:pt>
                <c:pt idx="2750">
                  <c:v>-0.1</c:v>
                </c:pt>
                <c:pt idx="2751">
                  <c:v>-0.1</c:v>
                </c:pt>
                <c:pt idx="2752">
                  <c:v>-0.1</c:v>
                </c:pt>
                <c:pt idx="2753">
                  <c:v>-0.1</c:v>
                </c:pt>
                <c:pt idx="2754">
                  <c:v>-0.1</c:v>
                </c:pt>
                <c:pt idx="2755">
                  <c:v>-0.1</c:v>
                </c:pt>
                <c:pt idx="2756">
                  <c:v>-0.1</c:v>
                </c:pt>
                <c:pt idx="2757">
                  <c:v>-0.1</c:v>
                </c:pt>
                <c:pt idx="2758">
                  <c:v>-0.1</c:v>
                </c:pt>
                <c:pt idx="2759">
                  <c:v>-0.1</c:v>
                </c:pt>
                <c:pt idx="2760">
                  <c:v>-0.1</c:v>
                </c:pt>
                <c:pt idx="2761">
                  <c:v>-0.1</c:v>
                </c:pt>
                <c:pt idx="2762">
                  <c:v>-0.1</c:v>
                </c:pt>
                <c:pt idx="2763">
                  <c:v>-0.1</c:v>
                </c:pt>
                <c:pt idx="2764">
                  <c:v>-0.1</c:v>
                </c:pt>
                <c:pt idx="2765">
                  <c:v>-0.1</c:v>
                </c:pt>
                <c:pt idx="2766">
                  <c:v>-0.1</c:v>
                </c:pt>
                <c:pt idx="2767">
                  <c:v>-0.1</c:v>
                </c:pt>
                <c:pt idx="2768">
                  <c:v>-0.1</c:v>
                </c:pt>
                <c:pt idx="2769">
                  <c:v>-0.1</c:v>
                </c:pt>
                <c:pt idx="2770">
                  <c:v>-0.1</c:v>
                </c:pt>
                <c:pt idx="2771">
                  <c:v>-0.1</c:v>
                </c:pt>
                <c:pt idx="2772">
                  <c:v>-0.1</c:v>
                </c:pt>
                <c:pt idx="2773">
                  <c:v>-0.1</c:v>
                </c:pt>
                <c:pt idx="2774">
                  <c:v>-0.1</c:v>
                </c:pt>
                <c:pt idx="2775">
                  <c:v>-0.1</c:v>
                </c:pt>
                <c:pt idx="2776">
                  <c:v>-0.1</c:v>
                </c:pt>
                <c:pt idx="2777">
                  <c:v>-0.1</c:v>
                </c:pt>
                <c:pt idx="2778">
                  <c:v>-0.1</c:v>
                </c:pt>
                <c:pt idx="2779">
                  <c:v>-0.1</c:v>
                </c:pt>
                <c:pt idx="2780">
                  <c:v>-0.1</c:v>
                </c:pt>
                <c:pt idx="2781">
                  <c:v>-0.1</c:v>
                </c:pt>
                <c:pt idx="2782">
                  <c:v>-0.1</c:v>
                </c:pt>
                <c:pt idx="2783">
                  <c:v>-0.1</c:v>
                </c:pt>
                <c:pt idx="2784">
                  <c:v>-0.1</c:v>
                </c:pt>
                <c:pt idx="2785">
                  <c:v>-0.1</c:v>
                </c:pt>
                <c:pt idx="2786">
                  <c:v>-0.1</c:v>
                </c:pt>
                <c:pt idx="2787">
                  <c:v>-0.1</c:v>
                </c:pt>
                <c:pt idx="2788">
                  <c:v>-0.1</c:v>
                </c:pt>
                <c:pt idx="2789">
                  <c:v>-0.1</c:v>
                </c:pt>
                <c:pt idx="2790">
                  <c:v>-0.1</c:v>
                </c:pt>
                <c:pt idx="2791">
                  <c:v>-0.1</c:v>
                </c:pt>
                <c:pt idx="2792">
                  <c:v>-0.1</c:v>
                </c:pt>
                <c:pt idx="2793">
                  <c:v>-0.1</c:v>
                </c:pt>
                <c:pt idx="2794">
                  <c:v>-0.1</c:v>
                </c:pt>
                <c:pt idx="2795">
                  <c:v>-0.1</c:v>
                </c:pt>
                <c:pt idx="2796">
                  <c:v>-0.1</c:v>
                </c:pt>
                <c:pt idx="2797">
                  <c:v>-0.1</c:v>
                </c:pt>
                <c:pt idx="2798">
                  <c:v>-0.1</c:v>
                </c:pt>
                <c:pt idx="2799">
                  <c:v>-0.1</c:v>
                </c:pt>
                <c:pt idx="2800">
                  <c:v>-0.1</c:v>
                </c:pt>
                <c:pt idx="2801">
                  <c:v>-0.1</c:v>
                </c:pt>
                <c:pt idx="2802">
                  <c:v>-0.1</c:v>
                </c:pt>
                <c:pt idx="2803">
                  <c:v>-0.1</c:v>
                </c:pt>
                <c:pt idx="2804">
                  <c:v>-0.1</c:v>
                </c:pt>
                <c:pt idx="2805">
                  <c:v>-0.1</c:v>
                </c:pt>
                <c:pt idx="2806">
                  <c:v>-0.1</c:v>
                </c:pt>
                <c:pt idx="2807">
                  <c:v>-0.1</c:v>
                </c:pt>
                <c:pt idx="2808">
                  <c:v>-0.1</c:v>
                </c:pt>
                <c:pt idx="2809">
                  <c:v>-0.1</c:v>
                </c:pt>
                <c:pt idx="2810">
                  <c:v>-0.1</c:v>
                </c:pt>
                <c:pt idx="2811">
                  <c:v>-0.1</c:v>
                </c:pt>
                <c:pt idx="2812">
                  <c:v>-0.1</c:v>
                </c:pt>
                <c:pt idx="2813">
                  <c:v>-0.1</c:v>
                </c:pt>
                <c:pt idx="2814">
                  <c:v>-0.1</c:v>
                </c:pt>
                <c:pt idx="2815">
                  <c:v>-0.1</c:v>
                </c:pt>
                <c:pt idx="2816">
                  <c:v>-0.1</c:v>
                </c:pt>
                <c:pt idx="2817">
                  <c:v>-0.1</c:v>
                </c:pt>
                <c:pt idx="2818">
                  <c:v>-0.1</c:v>
                </c:pt>
                <c:pt idx="2819">
                  <c:v>-0.1</c:v>
                </c:pt>
                <c:pt idx="2820">
                  <c:v>-0.1</c:v>
                </c:pt>
                <c:pt idx="2821">
                  <c:v>-0.1</c:v>
                </c:pt>
                <c:pt idx="2822">
                  <c:v>-0.1</c:v>
                </c:pt>
                <c:pt idx="2823">
                  <c:v>-0.1</c:v>
                </c:pt>
                <c:pt idx="2824">
                  <c:v>-0.1</c:v>
                </c:pt>
                <c:pt idx="2825">
                  <c:v>-0.1</c:v>
                </c:pt>
                <c:pt idx="2826">
                  <c:v>-0.1</c:v>
                </c:pt>
                <c:pt idx="2827">
                  <c:v>-0.1</c:v>
                </c:pt>
                <c:pt idx="2828">
                  <c:v>-0.1</c:v>
                </c:pt>
                <c:pt idx="2829">
                  <c:v>-0.1</c:v>
                </c:pt>
                <c:pt idx="2830">
                  <c:v>-0.1</c:v>
                </c:pt>
                <c:pt idx="2831">
                  <c:v>-0.1</c:v>
                </c:pt>
                <c:pt idx="2832">
                  <c:v>-0.1</c:v>
                </c:pt>
                <c:pt idx="2833">
                  <c:v>-0.1</c:v>
                </c:pt>
                <c:pt idx="2834">
                  <c:v>-0.1</c:v>
                </c:pt>
                <c:pt idx="2835">
                  <c:v>-0.1</c:v>
                </c:pt>
                <c:pt idx="2836">
                  <c:v>-0.1</c:v>
                </c:pt>
                <c:pt idx="2837">
                  <c:v>-0.1</c:v>
                </c:pt>
                <c:pt idx="2838">
                  <c:v>-0.1</c:v>
                </c:pt>
                <c:pt idx="2839">
                  <c:v>-0.1</c:v>
                </c:pt>
                <c:pt idx="2840">
                  <c:v>-0.1</c:v>
                </c:pt>
                <c:pt idx="2841">
                  <c:v>-0.1</c:v>
                </c:pt>
                <c:pt idx="2842">
                  <c:v>-0.1</c:v>
                </c:pt>
                <c:pt idx="2843">
                  <c:v>-0.1</c:v>
                </c:pt>
                <c:pt idx="2844">
                  <c:v>-0.1</c:v>
                </c:pt>
                <c:pt idx="2845">
                  <c:v>-0.1</c:v>
                </c:pt>
                <c:pt idx="2846">
                  <c:v>-0.1</c:v>
                </c:pt>
                <c:pt idx="2847">
                  <c:v>-0.1</c:v>
                </c:pt>
                <c:pt idx="2848">
                  <c:v>-0.1</c:v>
                </c:pt>
                <c:pt idx="2849">
                  <c:v>-0.1</c:v>
                </c:pt>
                <c:pt idx="2850">
                  <c:v>-0.1</c:v>
                </c:pt>
                <c:pt idx="2851">
                  <c:v>-0.1</c:v>
                </c:pt>
                <c:pt idx="2852">
                  <c:v>-0.1</c:v>
                </c:pt>
                <c:pt idx="2853">
                  <c:v>-0.1</c:v>
                </c:pt>
                <c:pt idx="2854">
                  <c:v>-0.1</c:v>
                </c:pt>
                <c:pt idx="2855">
                  <c:v>-0.1</c:v>
                </c:pt>
                <c:pt idx="2856">
                  <c:v>-0.1</c:v>
                </c:pt>
                <c:pt idx="2857">
                  <c:v>-0.1</c:v>
                </c:pt>
                <c:pt idx="2858">
                  <c:v>-0.1</c:v>
                </c:pt>
                <c:pt idx="2859">
                  <c:v>-0.1</c:v>
                </c:pt>
                <c:pt idx="2860">
                  <c:v>-0.1</c:v>
                </c:pt>
                <c:pt idx="2861">
                  <c:v>-0.1</c:v>
                </c:pt>
                <c:pt idx="2862">
                  <c:v>-0.1</c:v>
                </c:pt>
                <c:pt idx="2863">
                  <c:v>-0.1</c:v>
                </c:pt>
                <c:pt idx="2864">
                  <c:v>-0.1</c:v>
                </c:pt>
                <c:pt idx="2865">
                  <c:v>-0.1</c:v>
                </c:pt>
                <c:pt idx="2866">
                  <c:v>-0.1</c:v>
                </c:pt>
                <c:pt idx="2867">
                  <c:v>-0.1</c:v>
                </c:pt>
                <c:pt idx="2868">
                  <c:v>-0.1</c:v>
                </c:pt>
                <c:pt idx="2869">
                  <c:v>-0.1</c:v>
                </c:pt>
                <c:pt idx="2870">
                  <c:v>-0.1</c:v>
                </c:pt>
                <c:pt idx="2871">
                  <c:v>-0.1</c:v>
                </c:pt>
                <c:pt idx="2872">
                  <c:v>-0.1</c:v>
                </c:pt>
                <c:pt idx="2873">
                  <c:v>-0.1</c:v>
                </c:pt>
                <c:pt idx="2874">
                  <c:v>-0.1</c:v>
                </c:pt>
                <c:pt idx="2875">
                  <c:v>-0.1</c:v>
                </c:pt>
                <c:pt idx="2876">
                  <c:v>-0.1</c:v>
                </c:pt>
                <c:pt idx="2877">
                  <c:v>-0.1</c:v>
                </c:pt>
                <c:pt idx="2878">
                  <c:v>-0.1</c:v>
                </c:pt>
                <c:pt idx="2879">
                  <c:v>-0.1</c:v>
                </c:pt>
                <c:pt idx="2880">
                  <c:v>-0.1</c:v>
                </c:pt>
                <c:pt idx="2881">
                  <c:v>-0.1</c:v>
                </c:pt>
                <c:pt idx="2882">
                  <c:v>-0.1</c:v>
                </c:pt>
                <c:pt idx="2883">
                  <c:v>-0.1</c:v>
                </c:pt>
                <c:pt idx="2884">
                  <c:v>-0.1</c:v>
                </c:pt>
                <c:pt idx="2885">
                  <c:v>-0.1</c:v>
                </c:pt>
                <c:pt idx="2886">
                  <c:v>-0.1</c:v>
                </c:pt>
                <c:pt idx="2887">
                  <c:v>-0.1</c:v>
                </c:pt>
                <c:pt idx="2888">
                  <c:v>-0.1</c:v>
                </c:pt>
                <c:pt idx="2889">
                  <c:v>-0.1</c:v>
                </c:pt>
                <c:pt idx="2890">
                  <c:v>-0.1</c:v>
                </c:pt>
                <c:pt idx="2891">
                  <c:v>-0.1</c:v>
                </c:pt>
                <c:pt idx="2892">
                  <c:v>-0.1</c:v>
                </c:pt>
                <c:pt idx="2893">
                  <c:v>-0.1</c:v>
                </c:pt>
                <c:pt idx="2894">
                  <c:v>-0.1</c:v>
                </c:pt>
                <c:pt idx="2895">
                  <c:v>-0.1</c:v>
                </c:pt>
                <c:pt idx="2896">
                  <c:v>-0.1</c:v>
                </c:pt>
                <c:pt idx="2897">
                  <c:v>-0.1</c:v>
                </c:pt>
                <c:pt idx="2898">
                  <c:v>-0.1</c:v>
                </c:pt>
                <c:pt idx="2899">
                  <c:v>-0.1</c:v>
                </c:pt>
                <c:pt idx="2900">
                  <c:v>-0.1</c:v>
                </c:pt>
                <c:pt idx="2901">
                  <c:v>-0.1</c:v>
                </c:pt>
                <c:pt idx="2902">
                  <c:v>-0.1</c:v>
                </c:pt>
                <c:pt idx="2903">
                  <c:v>-0.1</c:v>
                </c:pt>
                <c:pt idx="2904">
                  <c:v>-0.1</c:v>
                </c:pt>
                <c:pt idx="2905">
                  <c:v>-0.1</c:v>
                </c:pt>
                <c:pt idx="2906">
                  <c:v>-0.1</c:v>
                </c:pt>
                <c:pt idx="2907">
                  <c:v>-0.1</c:v>
                </c:pt>
                <c:pt idx="2908">
                  <c:v>-0.1</c:v>
                </c:pt>
                <c:pt idx="2909">
                  <c:v>-0.1</c:v>
                </c:pt>
                <c:pt idx="2910">
                  <c:v>-0.1</c:v>
                </c:pt>
                <c:pt idx="2911">
                  <c:v>-0.1</c:v>
                </c:pt>
                <c:pt idx="2912">
                  <c:v>-0.1</c:v>
                </c:pt>
                <c:pt idx="2913">
                  <c:v>-0.1</c:v>
                </c:pt>
                <c:pt idx="2914">
                  <c:v>-0.1</c:v>
                </c:pt>
                <c:pt idx="2915">
                  <c:v>-0.1</c:v>
                </c:pt>
                <c:pt idx="2916">
                  <c:v>-0.1</c:v>
                </c:pt>
                <c:pt idx="2917">
                  <c:v>-0.1</c:v>
                </c:pt>
                <c:pt idx="2918">
                  <c:v>-0.1</c:v>
                </c:pt>
                <c:pt idx="2919">
                  <c:v>-0.1</c:v>
                </c:pt>
                <c:pt idx="2920">
                  <c:v>-0.1</c:v>
                </c:pt>
                <c:pt idx="2921">
                  <c:v>-0.1</c:v>
                </c:pt>
                <c:pt idx="2922">
                  <c:v>-0.1</c:v>
                </c:pt>
                <c:pt idx="2923">
                  <c:v>-0.1</c:v>
                </c:pt>
                <c:pt idx="2924">
                  <c:v>-0.1</c:v>
                </c:pt>
                <c:pt idx="2925">
                  <c:v>-0.1</c:v>
                </c:pt>
                <c:pt idx="2926">
                  <c:v>-0.1</c:v>
                </c:pt>
                <c:pt idx="2927">
                  <c:v>-0.1</c:v>
                </c:pt>
                <c:pt idx="2928">
                  <c:v>-0.1</c:v>
                </c:pt>
                <c:pt idx="2929">
                  <c:v>-0.1</c:v>
                </c:pt>
                <c:pt idx="2930">
                  <c:v>-0.1</c:v>
                </c:pt>
                <c:pt idx="2931">
                  <c:v>-0.1</c:v>
                </c:pt>
                <c:pt idx="2932">
                  <c:v>-0.1</c:v>
                </c:pt>
                <c:pt idx="2933">
                  <c:v>-0.1</c:v>
                </c:pt>
                <c:pt idx="2934">
                  <c:v>-0.1</c:v>
                </c:pt>
                <c:pt idx="2935">
                  <c:v>-0.1</c:v>
                </c:pt>
                <c:pt idx="2936">
                  <c:v>-0.1</c:v>
                </c:pt>
                <c:pt idx="2937">
                  <c:v>-0.1</c:v>
                </c:pt>
                <c:pt idx="2938">
                  <c:v>-0.1</c:v>
                </c:pt>
                <c:pt idx="2939">
                  <c:v>-0.1</c:v>
                </c:pt>
                <c:pt idx="2940">
                  <c:v>-0.1</c:v>
                </c:pt>
                <c:pt idx="2941">
                  <c:v>-0.1</c:v>
                </c:pt>
                <c:pt idx="2942">
                  <c:v>-0.1</c:v>
                </c:pt>
                <c:pt idx="2943">
                  <c:v>-0.1</c:v>
                </c:pt>
                <c:pt idx="2944">
                  <c:v>-0.1</c:v>
                </c:pt>
                <c:pt idx="2945">
                  <c:v>-0.1</c:v>
                </c:pt>
                <c:pt idx="2946">
                  <c:v>-0.1</c:v>
                </c:pt>
                <c:pt idx="2947">
                  <c:v>-0.1</c:v>
                </c:pt>
                <c:pt idx="2948">
                  <c:v>-0.1</c:v>
                </c:pt>
                <c:pt idx="2949">
                  <c:v>-0.1</c:v>
                </c:pt>
                <c:pt idx="2950">
                  <c:v>-0.1</c:v>
                </c:pt>
                <c:pt idx="2951">
                  <c:v>-0.1</c:v>
                </c:pt>
                <c:pt idx="2952">
                  <c:v>-0.1</c:v>
                </c:pt>
                <c:pt idx="2953">
                  <c:v>-0.1</c:v>
                </c:pt>
                <c:pt idx="2954">
                  <c:v>-0.1</c:v>
                </c:pt>
                <c:pt idx="2955">
                  <c:v>-0.1</c:v>
                </c:pt>
                <c:pt idx="2956">
                  <c:v>-0.1</c:v>
                </c:pt>
                <c:pt idx="2957">
                  <c:v>-0.1</c:v>
                </c:pt>
                <c:pt idx="2958">
                  <c:v>-0.1</c:v>
                </c:pt>
                <c:pt idx="2959">
                  <c:v>-0.1</c:v>
                </c:pt>
                <c:pt idx="2960">
                  <c:v>-0.1</c:v>
                </c:pt>
                <c:pt idx="2961">
                  <c:v>-0.1</c:v>
                </c:pt>
                <c:pt idx="2962">
                  <c:v>-0.1</c:v>
                </c:pt>
                <c:pt idx="2963">
                  <c:v>-0.1</c:v>
                </c:pt>
                <c:pt idx="2964">
                  <c:v>-0.1</c:v>
                </c:pt>
                <c:pt idx="2965">
                  <c:v>-0.1</c:v>
                </c:pt>
                <c:pt idx="2966">
                  <c:v>-0.1</c:v>
                </c:pt>
                <c:pt idx="2967">
                  <c:v>-0.1</c:v>
                </c:pt>
                <c:pt idx="2968">
                  <c:v>-0.1</c:v>
                </c:pt>
                <c:pt idx="2969">
                  <c:v>-0.1</c:v>
                </c:pt>
                <c:pt idx="2970">
                  <c:v>-0.1</c:v>
                </c:pt>
                <c:pt idx="2971">
                  <c:v>-0.1</c:v>
                </c:pt>
                <c:pt idx="2972">
                  <c:v>-0.1</c:v>
                </c:pt>
                <c:pt idx="2973">
                  <c:v>-0.1</c:v>
                </c:pt>
                <c:pt idx="2974">
                  <c:v>-0.1</c:v>
                </c:pt>
                <c:pt idx="2975">
                  <c:v>-0.1</c:v>
                </c:pt>
                <c:pt idx="2976">
                  <c:v>-0.1</c:v>
                </c:pt>
                <c:pt idx="2977">
                  <c:v>-0.1</c:v>
                </c:pt>
                <c:pt idx="2978">
                  <c:v>-0.1</c:v>
                </c:pt>
                <c:pt idx="2979">
                  <c:v>-0.1</c:v>
                </c:pt>
                <c:pt idx="2980">
                  <c:v>-0.1</c:v>
                </c:pt>
                <c:pt idx="2981">
                  <c:v>-0.1</c:v>
                </c:pt>
                <c:pt idx="2982">
                  <c:v>-0.1</c:v>
                </c:pt>
                <c:pt idx="2983">
                  <c:v>-0.1</c:v>
                </c:pt>
                <c:pt idx="2984">
                  <c:v>-0.1</c:v>
                </c:pt>
                <c:pt idx="2985">
                  <c:v>-0.1</c:v>
                </c:pt>
                <c:pt idx="2986">
                  <c:v>-0.1</c:v>
                </c:pt>
                <c:pt idx="2987">
                  <c:v>-0.1</c:v>
                </c:pt>
                <c:pt idx="2988">
                  <c:v>-0.1</c:v>
                </c:pt>
                <c:pt idx="2989">
                  <c:v>-0.1</c:v>
                </c:pt>
                <c:pt idx="2990">
                  <c:v>-0.1</c:v>
                </c:pt>
                <c:pt idx="2991">
                  <c:v>-0.1</c:v>
                </c:pt>
                <c:pt idx="2992">
                  <c:v>-0.1</c:v>
                </c:pt>
                <c:pt idx="2993">
                  <c:v>-0.1</c:v>
                </c:pt>
                <c:pt idx="2994">
                  <c:v>-0.1</c:v>
                </c:pt>
                <c:pt idx="2995">
                  <c:v>-0.1</c:v>
                </c:pt>
                <c:pt idx="2996">
                  <c:v>-0.1</c:v>
                </c:pt>
                <c:pt idx="2997">
                  <c:v>-0.1</c:v>
                </c:pt>
                <c:pt idx="2998">
                  <c:v>-0.1</c:v>
                </c:pt>
                <c:pt idx="2999">
                  <c:v>-0.1</c:v>
                </c:pt>
                <c:pt idx="3000">
                  <c:v>-0.1</c:v>
                </c:pt>
                <c:pt idx="3001">
                  <c:v>-0.1</c:v>
                </c:pt>
                <c:pt idx="3002">
                  <c:v>-0.1</c:v>
                </c:pt>
                <c:pt idx="3003">
                  <c:v>-0.1</c:v>
                </c:pt>
                <c:pt idx="3004">
                  <c:v>-0.1</c:v>
                </c:pt>
                <c:pt idx="3005">
                  <c:v>-0.1</c:v>
                </c:pt>
                <c:pt idx="3006">
                  <c:v>-0.1</c:v>
                </c:pt>
                <c:pt idx="3007">
                  <c:v>-0.1</c:v>
                </c:pt>
                <c:pt idx="3008">
                  <c:v>-0.1</c:v>
                </c:pt>
                <c:pt idx="3009">
                  <c:v>-0.1</c:v>
                </c:pt>
                <c:pt idx="3010">
                  <c:v>-0.1</c:v>
                </c:pt>
                <c:pt idx="3011">
                  <c:v>-0.1</c:v>
                </c:pt>
                <c:pt idx="3012">
                  <c:v>-0.1</c:v>
                </c:pt>
                <c:pt idx="3013">
                  <c:v>-0.1</c:v>
                </c:pt>
                <c:pt idx="3014">
                  <c:v>-0.1</c:v>
                </c:pt>
                <c:pt idx="3015">
                  <c:v>-0.1</c:v>
                </c:pt>
                <c:pt idx="3016">
                  <c:v>-0.1</c:v>
                </c:pt>
                <c:pt idx="3017">
                  <c:v>-0.1</c:v>
                </c:pt>
                <c:pt idx="3018">
                  <c:v>-0.1</c:v>
                </c:pt>
                <c:pt idx="3019">
                  <c:v>-0.1</c:v>
                </c:pt>
                <c:pt idx="3020">
                  <c:v>-0.1</c:v>
                </c:pt>
                <c:pt idx="3021">
                  <c:v>-0.1</c:v>
                </c:pt>
                <c:pt idx="3022">
                  <c:v>-0.1</c:v>
                </c:pt>
                <c:pt idx="3023">
                  <c:v>-0.1</c:v>
                </c:pt>
                <c:pt idx="3024">
                  <c:v>-0.1</c:v>
                </c:pt>
                <c:pt idx="3025">
                  <c:v>-0.1</c:v>
                </c:pt>
                <c:pt idx="3026">
                  <c:v>-0.1</c:v>
                </c:pt>
                <c:pt idx="3027">
                  <c:v>-0.1</c:v>
                </c:pt>
                <c:pt idx="3028">
                  <c:v>-0.1</c:v>
                </c:pt>
                <c:pt idx="3029">
                  <c:v>-0.1</c:v>
                </c:pt>
                <c:pt idx="3030">
                  <c:v>-0.1</c:v>
                </c:pt>
                <c:pt idx="3031">
                  <c:v>-0.1</c:v>
                </c:pt>
                <c:pt idx="3032">
                  <c:v>-0.1</c:v>
                </c:pt>
                <c:pt idx="3033">
                  <c:v>-0.1</c:v>
                </c:pt>
                <c:pt idx="3034">
                  <c:v>-0.1</c:v>
                </c:pt>
                <c:pt idx="3035">
                  <c:v>-0.1</c:v>
                </c:pt>
                <c:pt idx="3036">
                  <c:v>-0.1</c:v>
                </c:pt>
                <c:pt idx="3037">
                  <c:v>-0.1</c:v>
                </c:pt>
                <c:pt idx="3038">
                  <c:v>-0.1</c:v>
                </c:pt>
                <c:pt idx="3039">
                  <c:v>-0.1</c:v>
                </c:pt>
                <c:pt idx="3040">
                  <c:v>-0.1</c:v>
                </c:pt>
                <c:pt idx="3041">
                  <c:v>-0.1</c:v>
                </c:pt>
                <c:pt idx="3042">
                  <c:v>-0.1</c:v>
                </c:pt>
                <c:pt idx="3043">
                  <c:v>-0.1</c:v>
                </c:pt>
                <c:pt idx="3044">
                  <c:v>-0.1</c:v>
                </c:pt>
                <c:pt idx="3045">
                  <c:v>-0.1</c:v>
                </c:pt>
                <c:pt idx="3046">
                  <c:v>-0.1</c:v>
                </c:pt>
                <c:pt idx="3047">
                  <c:v>-0.1</c:v>
                </c:pt>
                <c:pt idx="3048">
                  <c:v>-0.1</c:v>
                </c:pt>
                <c:pt idx="3049">
                  <c:v>-0.1</c:v>
                </c:pt>
                <c:pt idx="3050">
                  <c:v>-0.1</c:v>
                </c:pt>
                <c:pt idx="3051">
                  <c:v>-0.1</c:v>
                </c:pt>
                <c:pt idx="3052">
                  <c:v>-0.1</c:v>
                </c:pt>
                <c:pt idx="3053">
                  <c:v>-0.1</c:v>
                </c:pt>
                <c:pt idx="3054">
                  <c:v>-0.1</c:v>
                </c:pt>
                <c:pt idx="3055">
                  <c:v>-0.1</c:v>
                </c:pt>
                <c:pt idx="3056">
                  <c:v>-0.1</c:v>
                </c:pt>
                <c:pt idx="3057">
                  <c:v>-0.1</c:v>
                </c:pt>
                <c:pt idx="3058">
                  <c:v>-0.1</c:v>
                </c:pt>
                <c:pt idx="3059">
                  <c:v>-0.1</c:v>
                </c:pt>
                <c:pt idx="3060">
                  <c:v>-0.1</c:v>
                </c:pt>
                <c:pt idx="3061">
                  <c:v>-0.1</c:v>
                </c:pt>
                <c:pt idx="3062">
                  <c:v>-0.1</c:v>
                </c:pt>
                <c:pt idx="3063">
                  <c:v>-0.1</c:v>
                </c:pt>
                <c:pt idx="3064">
                  <c:v>-0.1</c:v>
                </c:pt>
                <c:pt idx="3065">
                  <c:v>-0.1</c:v>
                </c:pt>
                <c:pt idx="3066">
                  <c:v>-0.1</c:v>
                </c:pt>
                <c:pt idx="3067">
                  <c:v>-0.1</c:v>
                </c:pt>
                <c:pt idx="3068">
                  <c:v>-0.1</c:v>
                </c:pt>
                <c:pt idx="3069">
                  <c:v>-0.1</c:v>
                </c:pt>
                <c:pt idx="3070">
                  <c:v>-0.1</c:v>
                </c:pt>
                <c:pt idx="3071">
                  <c:v>-0.1</c:v>
                </c:pt>
                <c:pt idx="3072">
                  <c:v>-0.1</c:v>
                </c:pt>
                <c:pt idx="3073">
                  <c:v>-0.1</c:v>
                </c:pt>
                <c:pt idx="3074">
                  <c:v>-0.1</c:v>
                </c:pt>
                <c:pt idx="3075">
                  <c:v>-0.1</c:v>
                </c:pt>
                <c:pt idx="3076">
                  <c:v>-0.1</c:v>
                </c:pt>
                <c:pt idx="3077">
                  <c:v>-0.1</c:v>
                </c:pt>
                <c:pt idx="3078">
                  <c:v>-0.1</c:v>
                </c:pt>
                <c:pt idx="3079">
                  <c:v>-0.1</c:v>
                </c:pt>
                <c:pt idx="3080">
                  <c:v>-0.1</c:v>
                </c:pt>
                <c:pt idx="3081">
                  <c:v>-0.1</c:v>
                </c:pt>
                <c:pt idx="3082">
                  <c:v>-0.1</c:v>
                </c:pt>
                <c:pt idx="3083">
                  <c:v>-0.1</c:v>
                </c:pt>
                <c:pt idx="3084">
                  <c:v>-0.1</c:v>
                </c:pt>
                <c:pt idx="3085">
                  <c:v>-0.1</c:v>
                </c:pt>
                <c:pt idx="3086">
                  <c:v>-0.1</c:v>
                </c:pt>
                <c:pt idx="3087">
                  <c:v>-0.1</c:v>
                </c:pt>
                <c:pt idx="3088">
                  <c:v>-0.1</c:v>
                </c:pt>
                <c:pt idx="3089">
                  <c:v>-0.1</c:v>
                </c:pt>
                <c:pt idx="3090">
                  <c:v>-0.1</c:v>
                </c:pt>
                <c:pt idx="3091">
                  <c:v>-0.1</c:v>
                </c:pt>
                <c:pt idx="3092">
                  <c:v>-0.1</c:v>
                </c:pt>
                <c:pt idx="3093">
                  <c:v>-0.1</c:v>
                </c:pt>
                <c:pt idx="3094">
                  <c:v>-0.1</c:v>
                </c:pt>
                <c:pt idx="3095">
                  <c:v>-0.1</c:v>
                </c:pt>
                <c:pt idx="3096">
                  <c:v>-0.1</c:v>
                </c:pt>
                <c:pt idx="3097">
                  <c:v>-0.1</c:v>
                </c:pt>
                <c:pt idx="3098">
                  <c:v>-0.1</c:v>
                </c:pt>
                <c:pt idx="3099">
                  <c:v>-0.1</c:v>
                </c:pt>
                <c:pt idx="3100">
                  <c:v>-0.1</c:v>
                </c:pt>
                <c:pt idx="3101">
                  <c:v>-0.1</c:v>
                </c:pt>
                <c:pt idx="3102">
                  <c:v>-0.1</c:v>
                </c:pt>
                <c:pt idx="3103">
                  <c:v>-0.1</c:v>
                </c:pt>
                <c:pt idx="3104">
                  <c:v>-0.1</c:v>
                </c:pt>
                <c:pt idx="3105">
                  <c:v>-0.1</c:v>
                </c:pt>
                <c:pt idx="3106">
                  <c:v>-0.1</c:v>
                </c:pt>
                <c:pt idx="3107">
                  <c:v>-0.1</c:v>
                </c:pt>
                <c:pt idx="3108">
                  <c:v>-0.1</c:v>
                </c:pt>
                <c:pt idx="3109">
                  <c:v>-0.1</c:v>
                </c:pt>
                <c:pt idx="3110">
                  <c:v>-0.1</c:v>
                </c:pt>
                <c:pt idx="3111">
                  <c:v>-0.1</c:v>
                </c:pt>
                <c:pt idx="3112">
                  <c:v>-0.1</c:v>
                </c:pt>
                <c:pt idx="3113">
                  <c:v>-0.1</c:v>
                </c:pt>
                <c:pt idx="3114">
                  <c:v>-0.1</c:v>
                </c:pt>
                <c:pt idx="3115">
                  <c:v>-0.1</c:v>
                </c:pt>
                <c:pt idx="3116">
                  <c:v>-0.1</c:v>
                </c:pt>
                <c:pt idx="3117">
                  <c:v>-0.1</c:v>
                </c:pt>
                <c:pt idx="3118">
                  <c:v>-0.1</c:v>
                </c:pt>
                <c:pt idx="3119">
                  <c:v>-0.1</c:v>
                </c:pt>
                <c:pt idx="3120">
                  <c:v>-0.1</c:v>
                </c:pt>
                <c:pt idx="3121">
                  <c:v>-0.1</c:v>
                </c:pt>
                <c:pt idx="3122">
                  <c:v>-0.1</c:v>
                </c:pt>
                <c:pt idx="3123">
                  <c:v>-0.1</c:v>
                </c:pt>
                <c:pt idx="3124">
                  <c:v>-0.1</c:v>
                </c:pt>
                <c:pt idx="3125">
                  <c:v>-0.1</c:v>
                </c:pt>
                <c:pt idx="3126">
                  <c:v>-0.1</c:v>
                </c:pt>
                <c:pt idx="3127">
                  <c:v>-0.1</c:v>
                </c:pt>
                <c:pt idx="3128">
                  <c:v>-0.1</c:v>
                </c:pt>
                <c:pt idx="3129">
                  <c:v>-0.1</c:v>
                </c:pt>
                <c:pt idx="3130">
                  <c:v>-0.1</c:v>
                </c:pt>
                <c:pt idx="3131">
                  <c:v>-0.1</c:v>
                </c:pt>
                <c:pt idx="3132">
                  <c:v>-0.1</c:v>
                </c:pt>
                <c:pt idx="3133">
                  <c:v>-0.1</c:v>
                </c:pt>
                <c:pt idx="3134">
                  <c:v>-0.1</c:v>
                </c:pt>
                <c:pt idx="3135">
                  <c:v>-0.1</c:v>
                </c:pt>
                <c:pt idx="3136">
                  <c:v>-0.1</c:v>
                </c:pt>
                <c:pt idx="3137">
                  <c:v>-0.1</c:v>
                </c:pt>
                <c:pt idx="3138">
                  <c:v>-0.1</c:v>
                </c:pt>
                <c:pt idx="3139">
                  <c:v>-0.1</c:v>
                </c:pt>
                <c:pt idx="3140">
                  <c:v>-0.1</c:v>
                </c:pt>
                <c:pt idx="3141">
                  <c:v>-0.1</c:v>
                </c:pt>
                <c:pt idx="3142">
                  <c:v>-0.1</c:v>
                </c:pt>
                <c:pt idx="3143">
                  <c:v>-0.1</c:v>
                </c:pt>
                <c:pt idx="3144">
                  <c:v>-0.1</c:v>
                </c:pt>
                <c:pt idx="3145">
                  <c:v>-0.1</c:v>
                </c:pt>
                <c:pt idx="3146">
                  <c:v>-0.1</c:v>
                </c:pt>
                <c:pt idx="3147">
                  <c:v>-0.1</c:v>
                </c:pt>
                <c:pt idx="3148">
                  <c:v>-0.1</c:v>
                </c:pt>
                <c:pt idx="3149">
                  <c:v>-0.1</c:v>
                </c:pt>
                <c:pt idx="3150">
                  <c:v>-0.1</c:v>
                </c:pt>
                <c:pt idx="3151">
                  <c:v>-0.1</c:v>
                </c:pt>
                <c:pt idx="3152">
                  <c:v>-0.1</c:v>
                </c:pt>
                <c:pt idx="3153">
                  <c:v>-0.1</c:v>
                </c:pt>
                <c:pt idx="3154">
                  <c:v>-0.1</c:v>
                </c:pt>
                <c:pt idx="3155">
                  <c:v>-0.1</c:v>
                </c:pt>
                <c:pt idx="3156">
                  <c:v>-0.1</c:v>
                </c:pt>
                <c:pt idx="3157">
                  <c:v>-0.1</c:v>
                </c:pt>
                <c:pt idx="3158">
                  <c:v>-0.1</c:v>
                </c:pt>
                <c:pt idx="3159">
                  <c:v>-0.1</c:v>
                </c:pt>
                <c:pt idx="3160">
                  <c:v>-0.1</c:v>
                </c:pt>
                <c:pt idx="3161">
                  <c:v>-0.1</c:v>
                </c:pt>
                <c:pt idx="3162">
                  <c:v>-0.1</c:v>
                </c:pt>
                <c:pt idx="3163">
                  <c:v>-0.1</c:v>
                </c:pt>
                <c:pt idx="3164">
                  <c:v>-0.1</c:v>
                </c:pt>
                <c:pt idx="3165">
                  <c:v>-0.1</c:v>
                </c:pt>
                <c:pt idx="3166">
                  <c:v>-0.1</c:v>
                </c:pt>
                <c:pt idx="3167">
                  <c:v>-0.1</c:v>
                </c:pt>
                <c:pt idx="3168">
                  <c:v>-0.1</c:v>
                </c:pt>
                <c:pt idx="3169">
                  <c:v>-0.1</c:v>
                </c:pt>
                <c:pt idx="3170">
                  <c:v>-0.1</c:v>
                </c:pt>
                <c:pt idx="3171">
                  <c:v>-0.1</c:v>
                </c:pt>
                <c:pt idx="3172">
                  <c:v>-0.1</c:v>
                </c:pt>
                <c:pt idx="3173">
                  <c:v>-0.1</c:v>
                </c:pt>
                <c:pt idx="3174">
                  <c:v>-0.1</c:v>
                </c:pt>
                <c:pt idx="3175">
                  <c:v>-0.1</c:v>
                </c:pt>
                <c:pt idx="3176">
                  <c:v>-0.1</c:v>
                </c:pt>
                <c:pt idx="3177">
                  <c:v>-0.1</c:v>
                </c:pt>
                <c:pt idx="3178">
                  <c:v>-0.1</c:v>
                </c:pt>
                <c:pt idx="3179">
                  <c:v>-0.1</c:v>
                </c:pt>
                <c:pt idx="3180">
                  <c:v>-0.1</c:v>
                </c:pt>
                <c:pt idx="3181">
                  <c:v>-0.1</c:v>
                </c:pt>
                <c:pt idx="3182">
                  <c:v>-0.1</c:v>
                </c:pt>
                <c:pt idx="3183">
                  <c:v>-0.1</c:v>
                </c:pt>
                <c:pt idx="3184">
                  <c:v>-0.1</c:v>
                </c:pt>
                <c:pt idx="3185">
                  <c:v>-0.1</c:v>
                </c:pt>
                <c:pt idx="3186">
                  <c:v>-0.1</c:v>
                </c:pt>
                <c:pt idx="3187">
                  <c:v>-0.1</c:v>
                </c:pt>
                <c:pt idx="3188">
                  <c:v>-0.1</c:v>
                </c:pt>
                <c:pt idx="3189">
                  <c:v>-0.1</c:v>
                </c:pt>
                <c:pt idx="3190">
                  <c:v>-0.1</c:v>
                </c:pt>
                <c:pt idx="3191">
                  <c:v>-0.1</c:v>
                </c:pt>
                <c:pt idx="3192">
                  <c:v>-0.1</c:v>
                </c:pt>
                <c:pt idx="3193">
                  <c:v>-0.1</c:v>
                </c:pt>
                <c:pt idx="3194">
                  <c:v>-0.1</c:v>
                </c:pt>
                <c:pt idx="3195">
                  <c:v>-0.1</c:v>
                </c:pt>
                <c:pt idx="3196">
                  <c:v>-0.1</c:v>
                </c:pt>
                <c:pt idx="3197">
                  <c:v>-0.1</c:v>
                </c:pt>
                <c:pt idx="3198">
                  <c:v>-0.1</c:v>
                </c:pt>
                <c:pt idx="3199">
                  <c:v>-0.1</c:v>
                </c:pt>
                <c:pt idx="3200">
                  <c:v>-0.1</c:v>
                </c:pt>
                <c:pt idx="3201">
                  <c:v>-0.1</c:v>
                </c:pt>
                <c:pt idx="3202">
                  <c:v>-0.1</c:v>
                </c:pt>
                <c:pt idx="3203">
                  <c:v>-0.1</c:v>
                </c:pt>
                <c:pt idx="3204">
                  <c:v>-0.1</c:v>
                </c:pt>
                <c:pt idx="3205">
                  <c:v>-0.1</c:v>
                </c:pt>
                <c:pt idx="3206">
                  <c:v>-0.1</c:v>
                </c:pt>
                <c:pt idx="3207">
                  <c:v>-0.1</c:v>
                </c:pt>
                <c:pt idx="3208">
                  <c:v>-0.1</c:v>
                </c:pt>
                <c:pt idx="3209">
                  <c:v>-0.1</c:v>
                </c:pt>
                <c:pt idx="3210">
                  <c:v>-0.1</c:v>
                </c:pt>
                <c:pt idx="3211">
                  <c:v>-0.1</c:v>
                </c:pt>
                <c:pt idx="3212">
                  <c:v>-0.1</c:v>
                </c:pt>
                <c:pt idx="3213">
                  <c:v>-0.1</c:v>
                </c:pt>
                <c:pt idx="3214">
                  <c:v>-0.1</c:v>
                </c:pt>
                <c:pt idx="3215">
                  <c:v>-0.1</c:v>
                </c:pt>
                <c:pt idx="3216">
                  <c:v>-0.1</c:v>
                </c:pt>
                <c:pt idx="3217">
                  <c:v>-0.1</c:v>
                </c:pt>
                <c:pt idx="3218">
                  <c:v>-0.1</c:v>
                </c:pt>
                <c:pt idx="3219">
                  <c:v>-0.1</c:v>
                </c:pt>
                <c:pt idx="3220">
                  <c:v>-0.1</c:v>
                </c:pt>
                <c:pt idx="3221">
                  <c:v>-0.1</c:v>
                </c:pt>
                <c:pt idx="3222">
                  <c:v>-0.1</c:v>
                </c:pt>
                <c:pt idx="3223">
                  <c:v>-0.1</c:v>
                </c:pt>
                <c:pt idx="3224">
                  <c:v>-0.1</c:v>
                </c:pt>
                <c:pt idx="3225">
                  <c:v>-0.1</c:v>
                </c:pt>
                <c:pt idx="3226">
                  <c:v>-0.1</c:v>
                </c:pt>
                <c:pt idx="3227">
                  <c:v>-0.1</c:v>
                </c:pt>
                <c:pt idx="3228">
                  <c:v>-0.1</c:v>
                </c:pt>
                <c:pt idx="3229">
                  <c:v>-0.1</c:v>
                </c:pt>
                <c:pt idx="3230">
                  <c:v>-0.1</c:v>
                </c:pt>
                <c:pt idx="3231">
                  <c:v>-0.1</c:v>
                </c:pt>
                <c:pt idx="3232">
                  <c:v>-0.1</c:v>
                </c:pt>
                <c:pt idx="3233">
                  <c:v>-0.1</c:v>
                </c:pt>
                <c:pt idx="3234">
                  <c:v>-0.1</c:v>
                </c:pt>
                <c:pt idx="3235">
                  <c:v>-0.1</c:v>
                </c:pt>
                <c:pt idx="3236">
                  <c:v>-0.1</c:v>
                </c:pt>
                <c:pt idx="3237">
                  <c:v>-0.1</c:v>
                </c:pt>
                <c:pt idx="3238">
                  <c:v>-0.1</c:v>
                </c:pt>
                <c:pt idx="3239">
                  <c:v>-0.1</c:v>
                </c:pt>
                <c:pt idx="3240">
                  <c:v>-0.1</c:v>
                </c:pt>
                <c:pt idx="3241">
                  <c:v>-0.1</c:v>
                </c:pt>
                <c:pt idx="3242">
                  <c:v>-0.1</c:v>
                </c:pt>
                <c:pt idx="3243">
                  <c:v>-0.1</c:v>
                </c:pt>
                <c:pt idx="3244">
                  <c:v>-0.1</c:v>
                </c:pt>
                <c:pt idx="3245">
                  <c:v>-0.1</c:v>
                </c:pt>
                <c:pt idx="3246">
                  <c:v>-0.1</c:v>
                </c:pt>
                <c:pt idx="3247">
                  <c:v>-0.1</c:v>
                </c:pt>
                <c:pt idx="3248">
                  <c:v>-0.1</c:v>
                </c:pt>
                <c:pt idx="3249">
                  <c:v>-0.1</c:v>
                </c:pt>
                <c:pt idx="3250">
                  <c:v>-0.1</c:v>
                </c:pt>
                <c:pt idx="3251">
                  <c:v>-0.1</c:v>
                </c:pt>
                <c:pt idx="3252">
                  <c:v>-0.1</c:v>
                </c:pt>
                <c:pt idx="3253">
                  <c:v>-0.1</c:v>
                </c:pt>
                <c:pt idx="3254">
                  <c:v>-0.1</c:v>
                </c:pt>
                <c:pt idx="3255">
                  <c:v>-0.1</c:v>
                </c:pt>
                <c:pt idx="3256">
                  <c:v>-0.1</c:v>
                </c:pt>
                <c:pt idx="3257">
                  <c:v>-0.1</c:v>
                </c:pt>
                <c:pt idx="3258">
                  <c:v>-0.1</c:v>
                </c:pt>
                <c:pt idx="3259">
                  <c:v>-0.1</c:v>
                </c:pt>
                <c:pt idx="3260">
                  <c:v>-0.1</c:v>
                </c:pt>
                <c:pt idx="3261">
                  <c:v>-0.1</c:v>
                </c:pt>
                <c:pt idx="3262">
                  <c:v>-0.1</c:v>
                </c:pt>
                <c:pt idx="3263">
                  <c:v>-0.1</c:v>
                </c:pt>
                <c:pt idx="3264">
                  <c:v>-0.1</c:v>
                </c:pt>
                <c:pt idx="3265">
                  <c:v>-0.1</c:v>
                </c:pt>
                <c:pt idx="3266">
                  <c:v>-0.1</c:v>
                </c:pt>
                <c:pt idx="3267">
                  <c:v>-0.1</c:v>
                </c:pt>
                <c:pt idx="3268">
                  <c:v>-0.1</c:v>
                </c:pt>
                <c:pt idx="3269">
                  <c:v>-0.1</c:v>
                </c:pt>
                <c:pt idx="3270">
                  <c:v>-0.1</c:v>
                </c:pt>
                <c:pt idx="3271">
                  <c:v>-0.1</c:v>
                </c:pt>
                <c:pt idx="3272">
                  <c:v>-0.1</c:v>
                </c:pt>
                <c:pt idx="3273">
                  <c:v>-0.1</c:v>
                </c:pt>
                <c:pt idx="3274">
                  <c:v>-0.1</c:v>
                </c:pt>
                <c:pt idx="3275">
                  <c:v>-0.1</c:v>
                </c:pt>
                <c:pt idx="3276">
                  <c:v>-0.1</c:v>
                </c:pt>
                <c:pt idx="3277">
                  <c:v>-0.1</c:v>
                </c:pt>
                <c:pt idx="3278">
                  <c:v>-0.1</c:v>
                </c:pt>
                <c:pt idx="3279">
                  <c:v>-0.1</c:v>
                </c:pt>
                <c:pt idx="3280">
                  <c:v>-0.1</c:v>
                </c:pt>
                <c:pt idx="3281">
                  <c:v>-0.1</c:v>
                </c:pt>
                <c:pt idx="3282">
                  <c:v>-0.1</c:v>
                </c:pt>
                <c:pt idx="3283">
                  <c:v>-0.1</c:v>
                </c:pt>
                <c:pt idx="3284">
                  <c:v>-0.1</c:v>
                </c:pt>
                <c:pt idx="3285">
                  <c:v>-0.1</c:v>
                </c:pt>
                <c:pt idx="3286">
                  <c:v>-0.1</c:v>
                </c:pt>
                <c:pt idx="3287">
                  <c:v>-0.1</c:v>
                </c:pt>
                <c:pt idx="3288">
                  <c:v>-0.1</c:v>
                </c:pt>
                <c:pt idx="3289">
                  <c:v>-0.1</c:v>
                </c:pt>
                <c:pt idx="3290">
                  <c:v>-0.1</c:v>
                </c:pt>
                <c:pt idx="3291">
                  <c:v>-0.1</c:v>
                </c:pt>
                <c:pt idx="3292">
                  <c:v>-0.1</c:v>
                </c:pt>
                <c:pt idx="3293">
                  <c:v>-0.1</c:v>
                </c:pt>
                <c:pt idx="3294">
                  <c:v>-0.1</c:v>
                </c:pt>
                <c:pt idx="3295">
                  <c:v>-0.1</c:v>
                </c:pt>
                <c:pt idx="3296">
                  <c:v>-0.1</c:v>
                </c:pt>
                <c:pt idx="3297">
                  <c:v>-0.1</c:v>
                </c:pt>
                <c:pt idx="3298">
                  <c:v>-0.1</c:v>
                </c:pt>
                <c:pt idx="3299">
                  <c:v>-0.1</c:v>
                </c:pt>
                <c:pt idx="3300">
                  <c:v>-0.1</c:v>
                </c:pt>
                <c:pt idx="3301">
                  <c:v>-0.1</c:v>
                </c:pt>
                <c:pt idx="3302">
                  <c:v>-0.1</c:v>
                </c:pt>
                <c:pt idx="3303">
                  <c:v>-0.1</c:v>
                </c:pt>
                <c:pt idx="3304">
                  <c:v>-0.1</c:v>
                </c:pt>
                <c:pt idx="3305">
                  <c:v>-0.1</c:v>
                </c:pt>
                <c:pt idx="3306">
                  <c:v>-0.1</c:v>
                </c:pt>
                <c:pt idx="3307">
                  <c:v>-0.1</c:v>
                </c:pt>
                <c:pt idx="3308">
                  <c:v>-0.1</c:v>
                </c:pt>
                <c:pt idx="3309">
                  <c:v>-0.1</c:v>
                </c:pt>
                <c:pt idx="3310">
                  <c:v>-0.1</c:v>
                </c:pt>
                <c:pt idx="3311">
                  <c:v>-0.1</c:v>
                </c:pt>
                <c:pt idx="3312">
                  <c:v>-0.1</c:v>
                </c:pt>
                <c:pt idx="3313">
                  <c:v>-0.1</c:v>
                </c:pt>
                <c:pt idx="3314">
                  <c:v>-0.1</c:v>
                </c:pt>
                <c:pt idx="3315">
                  <c:v>-0.1</c:v>
                </c:pt>
                <c:pt idx="3316">
                  <c:v>-0.1</c:v>
                </c:pt>
                <c:pt idx="3317">
                  <c:v>-0.1</c:v>
                </c:pt>
                <c:pt idx="3318">
                  <c:v>-0.1</c:v>
                </c:pt>
                <c:pt idx="3319">
                  <c:v>-0.1</c:v>
                </c:pt>
                <c:pt idx="3320">
                  <c:v>-0.1</c:v>
                </c:pt>
                <c:pt idx="3321">
                  <c:v>-0.1</c:v>
                </c:pt>
                <c:pt idx="3322">
                  <c:v>-0.1</c:v>
                </c:pt>
                <c:pt idx="3323">
                  <c:v>-0.1</c:v>
                </c:pt>
                <c:pt idx="3324">
                  <c:v>-0.1</c:v>
                </c:pt>
                <c:pt idx="3325">
                  <c:v>-0.1</c:v>
                </c:pt>
                <c:pt idx="3326">
                  <c:v>-0.1</c:v>
                </c:pt>
                <c:pt idx="3327">
                  <c:v>-0.1</c:v>
                </c:pt>
                <c:pt idx="3328">
                  <c:v>-0.1</c:v>
                </c:pt>
                <c:pt idx="3329">
                  <c:v>-0.1</c:v>
                </c:pt>
                <c:pt idx="3330">
                  <c:v>-0.1</c:v>
                </c:pt>
                <c:pt idx="3331">
                  <c:v>-0.1</c:v>
                </c:pt>
                <c:pt idx="3332">
                  <c:v>-0.1</c:v>
                </c:pt>
                <c:pt idx="3333">
                  <c:v>-0.1</c:v>
                </c:pt>
                <c:pt idx="3334">
                  <c:v>-0.1</c:v>
                </c:pt>
                <c:pt idx="3335">
                  <c:v>-0.1</c:v>
                </c:pt>
                <c:pt idx="3336">
                  <c:v>-0.1</c:v>
                </c:pt>
                <c:pt idx="3337">
                  <c:v>-0.1</c:v>
                </c:pt>
                <c:pt idx="3338">
                  <c:v>-0.1</c:v>
                </c:pt>
                <c:pt idx="3339">
                  <c:v>-0.1</c:v>
                </c:pt>
                <c:pt idx="3340">
                  <c:v>-0.1</c:v>
                </c:pt>
                <c:pt idx="3341">
                  <c:v>-0.1</c:v>
                </c:pt>
                <c:pt idx="3342">
                  <c:v>-0.1</c:v>
                </c:pt>
                <c:pt idx="3343">
                  <c:v>-0.1</c:v>
                </c:pt>
                <c:pt idx="3344">
                  <c:v>-0.1</c:v>
                </c:pt>
                <c:pt idx="3345">
                  <c:v>-0.1</c:v>
                </c:pt>
                <c:pt idx="3346">
                  <c:v>-0.1</c:v>
                </c:pt>
                <c:pt idx="3347">
                  <c:v>-0.1</c:v>
                </c:pt>
                <c:pt idx="3348">
                  <c:v>-0.1</c:v>
                </c:pt>
                <c:pt idx="3349">
                  <c:v>-0.1</c:v>
                </c:pt>
                <c:pt idx="3350">
                  <c:v>-0.1</c:v>
                </c:pt>
                <c:pt idx="3351">
                  <c:v>-0.1</c:v>
                </c:pt>
                <c:pt idx="3352">
                  <c:v>-0.1</c:v>
                </c:pt>
                <c:pt idx="3353">
                  <c:v>-0.1</c:v>
                </c:pt>
                <c:pt idx="3354">
                  <c:v>-0.1</c:v>
                </c:pt>
                <c:pt idx="3355">
                  <c:v>-0.1</c:v>
                </c:pt>
                <c:pt idx="3356">
                  <c:v>-0.1</c:v>
                </c:pt>
                <c:pt idx="3357">
                  <c:v>-0.1</c:v>
                </c:pt>
                <c:pt idx="3358">
                  <c:v>-0.1</c:v>
                </c:pt>
                <c:pt idx="3359">
                  <c:v>-0.1</c:v>
                </c:pt>
                <c:pt idx="3360">
                  <c:v>-0.1</c:v>
                </c:pt>
                <c:pt idx="3361">
                  <c:v>-0.1</c:v>
                </c:pt>
                <c:pt idx="3362">
                  <c:v>-0.1</c:v>
                </c:pt>
                <c:pt idx="3363">
                  <c:v>-0.1</c:v>
                </c:pt>
                <c:pt idx="3364">
                  <c:v>-0.1</c:v>
                </c:pt>
                <c:pt idx="3365">
                  <c:v>-0.1</c:v>
                </c:pt>
                <c:pt idx="3366">
                  <c:v>-0.1</c:v>
                </c:pt>
                <c:pt idx="3367">
                  <c:v>-0.1</c:v>
                </c:pt>
                <c:pt idx="3368">
                  <c:v>-0.1</c:v>
                </c:pt>
                <c:pt idx="3369">
                  <c:v>-0.1</c:v>
                </c:pt>
                <c:pt idx="3370">
                  <c:v>-0.1</c:v>
                </c:pt>
                <c:pt idx="3371">
                  <c:v>-0.1</c:v>
                </c:pt>
                <c:pt idx="3372">
                  <c:v>-0.1</c:v>
                </c:pt>
                <c:pt idx="3373">
                  <c:v>-0.1</c:v>
                </c:pt>
                <c:pt idx="3374">
                  <c:v>-0.1</c:v>
                </c:pt>
                <c:pt idx="3375">
                  <c:v>-0.1</c:v>
                </c:pt>
                <c:pt idx="3376">
                  <c:v>-0.1</c:v>
                </c:pt>
                <c:pt idx="3377">
                  <c:v>-0.1</c:v>
                </c:pt>
                <c:pt idx="3378">
                  <c:v>-0.1</c:v>
                </c:pt>
                <c:pt idx="3379">
                  <c:v>-0.1</c:v>
                </c:pt>
                <c:pt idx="3380">
                  <c:v>-0.1</c:v>
                </c:pt>
                <c:pt idx="3381">
                  <c:v>-0.1</c:v>
                </c:pt>
                <c:pt idx="3382">
                  <c:v>-0.1</c:v>
                </c:pt>
                <c:pt idx="3383">
                  <c:v>-0.1</c:v>
                </c:pt>
                <c:pt idx="3384">
                  <c:v>-0.1</c:v>
                </c:pt>
                <c:pt idx="3385">
                  <c:v>-0.1</c:v>
                </c:pt>
                <c:pt idx="3386">
                  <c:v>-0.1</c:v>
                </c:pt>
                <c:pt idx="3387">
                  <c:v>-0.1</c:v>
                </c:pt>
                <c:pt idx="3388">
                  <c:v>-0.1</c:v>
                </c:pt>
                <c:pt idx="3389">
                  <c:v>-0.1</c:v>
                </c:pt>
                <c:pt idx="3390">
                  <c:v>-0.1</c:v>
                </c:pt>
                <c:pt idx="3391">
                  <c:v>-0.1</c:v>
                </c:pt>
                <c:pt idx="3392">
                  <c:v>-0.1</c:v>
                </c:pt>
                <c:pt idx="3393">
                  <c:v>-0.1</c:v>
                </c:pt>
                <c:pt idx="3394">
                  <c:v>-0.1</c:v>
                </c:pt>
                <c:pt idx="3395">
                  <c:v>-0.1</c:v>
                </c:pt>
                <c:pt idx="3396">
                  <c:v>-0.1</c:v>
                </c:pt>
                <c:pt idx="3397">
                  <c:v>-0.1</c:v>
                </c:pt>
                <c:pt idx="3398">
                  <c:v>-0.1</c:v>
                </c:pt>
                <c:pt idx="3399">
                  <c:v>-0.1</c:v>
                </c:pt>
                <c:pt idx="3400">
                  <c:v>-0.1</c:v>
                </c:pt>
                <c:pt idx="3401">
                  <c:v>-0.1</c:v>
                </c:pt>
                <c:pt idx="3402">
                  <c:v>-0.1</c:v>
                </c:pt>
                <c:pt idx="3403">
                  <c:v>-0.1</c:v>
                </c:pt>
                <c:pt idx="3404">
                  <c:v>-0.1</c:v>
                </c:pt>
                <c:pt idx="3405">
                  <c:v>-0.1</c:v>
                </c:pt>
                <c:pt idx="3406">
                  <c:v>-0.1</c:v>
                </c:pt>
                <c:pt idx="3407">
                  <c:v>-0.1</c:v>
                </c:pt>
                <c:pt idx="3408">
                  <c:v>-0.1</c:v>
                </c:pt>
                <c:pt idx="3409">
                  <c:v>-0.1</c:v>
                </c:pt>
                <c:pt idx="3410">
                  <c:v>-0.1</c:v>
                </c:pt>
                <c:pt idx="3411">
                  <c:v>-0.1</c:v>
                </c:pt>
                <c:pt idx="3412">
                  <c:v>-0.1</c:v>
                </c:pt>
                <c:pt idx="3413">
                  <c:v>-0.1</c:v>
                </c:pt>
                <c:pt idx="3414">
                  <c:v>-0.1</c:v>
                </c:pt>
                <c:pt idx="3415">
                  <c:v>-0.1</c:v>
                </c:pt>
                <c:pt idx="3416">
                  <c:v>-0.1</c:v>
                </c:pt>
                <c:pt idx="3417">
                  <c:v>-0.1</c:v>
                </c:pt>
                <c:pt idx="3418">
                  <c:v>-0.1</c:v>
                </c:pt>
                <c:pt idx="3419">
                  <c:v>-0.1</c:v>
                </c:pt>
                <c:pt idx="3420">
                  <c:v>-0.1</c:v>
                </c:pt>
                <c:pt idx="3421">
                  <c:v>-0.1</c:v>
                </c:pt>
                <c:pt idx="3422">
                  <c:v>-0.1</c:v>
                </c:pt>
                <c:pt idx="3423">
                  <c:v>-0.1</c:v>
                </c:pt>
                <c:pt idx="3424">
                  <c:v>-0.1</c:v>
                </c:pt>
                <c:pt idx="3425">
                  <c:v>-0.1</c:v>
                </c:pt>
                <c:pt idx="3426">
                  <c:v>-0.1</c:v>
                </c:pt>
                <c:pt idx="3427">
                  <c:v>-0.1</c:v>
                </c:pt>
                <c:pt idx="3428">
                  <c:v>-0.1</c:v>
                </c:pt>
                <c:pt idx="3429">
                  <c:v>-0.1</c:v>
                </c:pt>
                <c:pt idx="3430">
                  <c:v>-0.1</c:v>
                </c:pt>
                <c:pt idx="3431">
                  <c:v>-0.1</c:v>
                </c:pt>
                <c:pt idx="3432">
                  <c:v>-0.1</c:v>
                </c:pt>
                <c:pt idx="3433">
                  <c:v>-0.1</c:v>
                </c:pt>
                <c:pt idx="3434">
                  <c:v>-0.1</c:v>
                </c:pt>
                <c:pt idx="3435">
                  <c:v>-0.1</c:v>
                </c:pt>
                <c:pt idx="3436">
                  <c:v>-0.1</c:v>
                </c:pt>
                <c:pt idx="3437">
                  <c:v>-0.1</c:v>
                </c:pt>
                <c:pt idx="3438">
                  <c:v>-0.1</c:v>
                </c:pt>
                <c:pt idx="3439">
                  <c:v>-0.1</c:v>
                </c:pt>
                <c:pt idx="3440">
                  <c:v>-0.1</c:v>
                </c:pt>
                <c:pt idx="3441">
                  <c:v>-0.1</c:v>
                </c:pt>
                <c:pt idx="3442">
                  <c:v>-0.1</c:v>
                </c:pt>
                <c:pt idx="3443">
                  <c:v>-0.1</c:v>
                </c:pt>
                <c:pt idx="3444">
                  <c:v>-0.1</c:v>
                </c:pt>
                <c:pt idx="3445">
                  <c:v>-0.1</c:v>
                </c:pt>
                <c:pt idx="3446">
                  <c:v>-0.1</c:v>
                </c:pt>
                <c:pt idx="3447">
                  <c:v>-0.1</c:v>
                </c:pt>
                <c:pt idx="3448">
                  <c:v>-0.1</c:v>
                </c:pt>
                <c:pt idx="3449">
                  <c:v>-0.1</c:v>
                </c:pt>
                <c:pt idx="3450">
                  <c:v>-0.1</c:v>
                </c:pt>
                <c:pt idx="3451">
                  <c:v>-0.1</c:v>
                </c:pt>
                <c:pt idx="3452">
                  <c:v>-0.1</c:v>
                </c:pt>
                <c:pt idx="3453">
                  <c:v>-0.1</c:v>
                </c:pt>
                <c:pt idx="3454">
                  <c:v>-0.1</c:v>
                </c:pt>
                <c:pt idx="3455">
                  <c:v>-0.1</c:v>
                </c:pt>
                <c:pt idx="3456">
                  <c:v>-0.1</c:v>
                </c:pt>
                <c:pt idx="3457">
                  <c:v>-0.1</c:v>
                </c:pt>
                <c:pt idx="3458">
                  <c:v>-0.1</c:v>
                </c:pt>
                <c:pt idx="3459">
                  <c:v>-0.1</c:v>
                </c:pt>
                <c:pt idx="3460">
                  <c:v>-0.1</c:v>
                </c:pt>
                <c:pt idx="3461">
                  <c:v>-0.1</c:v>
                </c:pt>
                <c:pt idx="3462">
                  <c:v>-0.1</c:v>
                </c:pt>
                <c:pt idx="3463">
                  <c:v>-0.1</c:v>
                </c:pt>
                <c:pt idx="3464">
                  <c:v>-0.1</c:v>
                </c:pt>
                <c:pt idx="3465">
                  <c:v>-0.1</c:v>
                </c:pt>
                <c:pt idx="3466">
                  <c:v>-0.1</c:v>
                </c:pt>
                <c:pt idx="3467">
                  <c:v>-0.1</c:v>
                </c:pt>
                <c:pt idx="3468">
                  <c:v>-0.1</c:v>
                </c:pt>
                <c:pt idx="3469">
                  <c:v>-0.1</c:v>
                </c:pt>
                <c:pt idx="3470">
                  <c:v>-0.1</c:v>
                </c:pt>
                <c:pt idx="3471">
                  <c:v>-0.1</c:v>
                </c:pt>
                <c:pt idx="3472">
                  <c:v>-0.1</c:v>
                </c:pt>
                <c:pt idx="3473">
                  <c:v>-0.1</c:v>
                </c:pt>
                <c:pt idx="3474">
                  <c:v>-0.1</c:v>
                </c:pt>
                <c:pt idx="3475">
                  <c:v>-0.1</c:v>
                </c:pt>
                <c:pt idx="3476">
                  <c:v>-0.1</c:v>
                </c:pt>
                <c:pt idx="3477">
                  <c:v>-0.1</c:v>
                </c:pt>
                <c:pt idx="3478">
                  <c:v>-0.1</c:v>
                </c:pt>
                <c:pt idx="3479">
                  <c:v>-0.1</c:v>
                </c:pt>
                <c:pt idx="3480">
                  <c:v>-0.1</c:v>
                </c:pt>
                <c:pt idx="3481">
                  <c:v>-0.1</c:v>
                </c:pt>
                <c:pt idx="3482">
                  <c:v>-0.1</c:v>
                </c:pt>
                <c:pt idx="3483">
                  <c:v>-0.1</c:v>
                </c:pt>
                <c:pt idx="3484">
                  <c:v>-0.1</c:v>
                </c:pt>
                <c:pt idx="3485">
                  <c:v>-0.1</c:v>
                </c:pt>
                <c:pt idx="3486">
                  <c:v>-0.1</c:v>
                </c:pt>
                <c:pt idx="3487">
                  <c:v>-0.1</c:v>
                </c:pt>
                <c:pt idx="3488">
                  <c:v>-0.1</c:v>
                </c:pt>
                <c:pt idx="3489">
                  <c:v>-0.1</c:v>
                </c:pt>
                <c:pt idx="3490">
                  <c:v>-0.1</c:v>
                </c:pt>
                <c:pt idx="3491">
                  <c:v>-0.1</c:v>
                </c:pt>
                <c:pt idx="3492">
                  <c:v>-0.1</c:v>
                </c:pt>
                <c:pt idx="3493">
                  <c:v>-0.1</c:v>
                </c:pt>
                <c:pt idx="3494">
                  <c:v>-0.1</c:v>
                </c:pt>
                <c:pt idx="3495">
                  <c:v>-0.1</c:v>
                </c:pt>
                <c:pt idx="3496">
                  <c:v>-0.1</c:v>
                </c:pt>
                <c:pt idx="3497">
                  <c:v>-0.1</c:v>
                </c:pt>
                <c:pt idx="3498">
                  <c:v>-0.1</c:v>
                </c:pt>
                <c:pt idx="3499">
                  <c:v>-0.1</c:v>
                </c:pt>
                <c:pt idx="3500">
                  <c:v>-0.1</c:v>
                </c:pt>
                <c:pt idx="3501">
                  <c:v>-0.1</c:v>
                </c:pt>
                <c:pt idx="3502">
                  <c:v>-0.1</c:v>
                </c:pt>
                <c:pt idx="3503">
                  <c:v>-0.1</c:v>
                </c:pt>
                <c:pt idx="3504">
                  <c:v>-0.1</c:v>
                </c:pt>
                <c:pt idx="3505">
                  <c:v>-0.1</c:v>
                </c:pt>
                <c:pt idx="3506">
                  <c:v>-0.1</c:v>
                </c:pt>
                <c:pt idx="3507">
                  <c:v>-0.1</c:v>
                </c:pt>
                <c:pt idx="3508">
                  <c:v>-0.1</c:v>
                </c:pt>
                <c:pt idx="3509">
                  <c:v>-0.1</c:v>
                </c:pt>
                <c:pt idx="3510">
                  <c:v>-0.1</c:v>
                </c:pt>
                <c:pt idx="3511">
                  <c:v>-0.1</c:v>
                </c:pt>
                <c:pt idx="3512">
                  <c:v>-0.1</c:v>
                </c:pt>
                <c:pt idx="3513">
                  <c:v>-0.1</c:v>
                </c:pt>
                <c:pt idx="3514">
                  <c:v>-0.1</c:v>
                </c:pt>
                <c:pt idx="3515">
                  <c:v>-0.1</c:v>
                </c:pt>
                <c:pt idx="3516">
                  <c:v>-0.1</c:v>
                </c:pt>
                <c:pt idx="3517">
                  <c:v>-0.1</c:v>
                </c:pt>
                <c:pt idx="3518">
                  <c:v>-0.1</c:v>
                </c:pt>
                <c:pt idx="3519">
                  <c:v>-0.1</c:v>
                </c:pt>
                <c:pt idx="3520">
                  <c:v>-0.1</c:v>
                </c:pt>
                <c:pt idx="3521">
                  <c:v>-0.1</c:v>
                </c:pt>
                <c:pt idx="3522">
                  <c:v>-0.1</c:v>
                </c:pt>
                <c:pt idx="3523">
                  <c:v>-0.1</c:v>
                </c:pt>
                <c:pt idx="3524">
                  <c:v>-0.1</c:v>
                </c:pt>
                <c:pt idx="3525">
                  <c:v>-0.1</c:v>
                </c:pt>
                <c:pt idx="3526">
                  <c:v>-0.1</c:v>
                </c:pt>
                <c:pt idx="3527">
                  <c:v>-0.1</c:v>
                </c:pt>
                <c:pt idx="3528">
                  <c:v>-0.1</c:v>
                </c:pt>
                <c:pt idx="3529">
                  <c:v>-0.1</c:v>
                </c:pt>
                <c:pt idx="3530">
                  <c:v>-0.1</c:v>
                </c:pt>
                <c:pt idx="3531">
                  <c:v>-0.1</c:v>
                </c:pt>
                <c:pt idx="3532">
                  <c:v>-0.1</c:v>
                </c:pt>
                <c:pt idx="3533">
                  <c:v>-0.1</c:v>
                </c:pt>
                <c:pt idx="3534">
                  <c:v>-0.1</c:v>
                </c:pt>
                <c:pt idx="3535">
                  <c:v>-0.1</c:v>
                </c:pt>
                <c:pt idx="3536">
                  <c:v>-0.1</c:v>
                </c:pt>
                <c:pt idx="3537">
                  <c:v>-0.1</c:v>
                </c:pt>
                <c:pt idx="3538">
                  <c:v>-0.1</c:v>
                </c:pt>
                <c:pt idx="3539">
                  <c:v>-0.1</c:v>
                </c:pt>
                <c:pt idx="3540">
                  <c:v>-0.1</c:v>
                </c:pt>
                <c:pt idx="3541">
                  <c:v>-0.1</c:v>
                </c:pt>
                <c:pt idx="3542">
                  <c:v>-0.1</c:v>
                </c:pt>
                <c:pt idx="3543">
                  <c:v>-0.1</c:v>
                </c:pt>
                <c:pt idx="3544">
                  <c:v>-0.1</c:v>
                </c:pt>
                <c:pt idx="3545">
                  <c:v>-0.1</c:v>
                </c:pt>
                <c:pt idx="3546">
                  <c:v>-0.1</c:v>
                </c:pt>
                <c:pt idx="3547">
                  <c:v>-0.1</c:v>
                </c:pt>
                <c:pt idx="3548">
                  <c:v>-0.1</c:v>
                </c:pt>
                <c:pt idx="3549">
                  <c:v>-0.1</c:v>
                </c:pt>
                <c:pt idx="3550">
                  <c:v>-0.1</c:v>
                </c:pt>
                <c:pt idx="3551">
                  <c:v>-0.1</c:v>
                </c:pt>
                <c:pt idx="3552">
                  <c:v>-0.1</c:v>
                </c:pt>
                <c:pt idx="3553">
                  <c:v>-0.1</c:v>
                </c:pt>
                <c:pt idx="3554">
                  <c:v>-0.1</c:v>
                </c:pt>
                <c:pt idx="3555">
                  <c:v>-0.1</c:v>
                </c:pt>
                <c:pt idx="3556">
                  <c:v>-0.1</c:v>
                </c:pt>
                <c:pt idx="3557">
                  <c:v>-0.1</c:v>
                </c:pt>
                <c:pt idx="3558">
                  <c:v>-0.1</c:v>
                </c:pt>
                <c:pt idx="3559">
                  <c:v>-0.1</c:v>
                </c:pt>
                <c:pt idx="3560">
                  <c:v>-0.1</c:v>
                </c:pt>
                <c:pt idx="3561">
                  <c:v>-0.1</c:v>
                </c:pt>
                <c:pt idx="3562">
                  <c:v>-0.1</c:v>
                </c:pt>
                <c:pt idx="3563">
                  <c:v>-0.1</c:v>
                </c:pt>
                <c:pt idx="3564">
                  <c:v>-0.1</c:v>
                </c:pt>
                <c:pt idx="3565">
                  <c:v>-0.1</c:v>
                </c:pt>
                <c:pt idx="3566">
                  <c:v>-0.1</c:v>
                </c:pt>
                <c:pt idx="3567">
                  <c:v>-0.1</c:v>
                </c:pt>
                <c:pt idx="3568">
                  <c:v>-0.1</c:v>
                </c:pt>
                <c:pt idx="3569">
                  <c:v>-0.1</c:v>
                </c:pt>
                <c:pt idx="3570">
                  <c:v>-0.1</c:v>
                </c:pt>
                <c:pt idx="3571">
                  <c:v>-0.1</c:v>
                </c:pt>
                <c:pt idx="3572">
                  <c:v>-0.1</c:v>
                </c:pt>
                <c:pt idx="3573">
                  <c:v>-0.1</c:v>
                </c:pt>
                <c:pt idx="3574">
                  <c:v>-0.1</c:v>
                </c:pt>
                <c:pt idx="3575">
                  <c:v>-0.1</c:v>
                </c:pt>
                <c:pt idx="3576">
                  <c:v>-0.1</c:v>
                </c:pt>
                <c:pt idx="3577">
                  <c:v>-0.1</c:v>
                </c:pt>
                <c:pt idx="3578">
                  <c:v>-0.1</c:v>
                </c:pt>
                <c:pt idx="3579">
                  <c:v>-0.1</c:v>
                </c:pt>
                <c:pt idx="3580">
                  <c:v>-0.1</c:v>
                </c:pt>
                <c:pt idx="3581">
                  <c:v>-0.1</c:v>
                </c:pt>
                <c:pt idx="3582">
                  <c:v>-0.1</c:v>
                </c:pt>
                <c:pt idx="3583">
                  <c:v>-0.1</c:v>
                </c:pt>
                <c:pt idx="3584">
                  <c:v>-0.1</c:v>
                </c:pt>
                <c:pt idx="3585">
                  <c:v>-0.1</c:v>
                </c:pt>
                <c:pt idx="3586">
                  <c:v>-0.1</c:v>
                </c:pt>
                <c:pt idx="3587">
                  <c:v>-0.1</c:v>
                </c:pt>
                <c:pt idx="3588">
                  <c:v>-0.1</c:v>
                </c:pt>
                <c:pt idx="3589">
                  <c:v>-0.1</c:v>
                </c:pt>
                <c:pt idx="3590">
                  <c:v>-0.1</c:v>
                </c:pt>
                <c:pt idx="3591">
                  <c:v>-0.1</c:v>
                </c:pt>
                <c:pt idx="3592">
                  <c:v>-0.1</c:v>
                </c:pt>
                <c:pt idx="3593">
                  <c:v>-0.1</c:v>
                </c:pt>
                <c:pt idx="3594">
                  <c:v>-0.1</c:v>
                </c:pt>
                <c:pt idx="3595">
                  <c:v>-0.1</c:v>
                </c:pt>
                <c:pt idx="3596">
                  <c:v>-0.1</c:v>
                </c:pt>
                <c:pt idx="3597">
                  <c:v>-0.1</c:v>
                </c:pt>
                <c:pt idx="3598">
                  <c:v>-0.1</c:v>
                </c:pt>
                <c:pt idx="3599">
                  <c:v>-0.1</c:v>
                </c:pt>
                <c:pt idx="3600">
                  <c:v>-0.1</c:v>
                </c:pt>
                <c:pt idx="3601">
                  <c:v>-0.1</c:v>
                </c:pt>
                <c:pt idx="3602">
                  <c:v>-0.1</c:v>
                </c:pt>
                <c:pt idx="3603">
                  <c:v>-0.1</c:v>
                </c:pt>
                <c:pt idx="3604">
                  <c:v>-0.1</c:v>
                </c:pt>
                <c:pt idx="3605">
                  <c:v>-0.1</c:v>
                </c:pt>
                <c:pt idx="3606">
                  <c:v>-0.1</c:v>
                </c:pt>
                <c:pt idx="3607">
                  <c:v>-0.1</c:v>
                </c:pt>
                <c:pt idx="3608">
                  <c:v>-0.1</c:v>
                </c:pt>
                <c:pt idx="3609">
                  <c:v>-0.1</c:v>
                </c:pt>
                <c:pt idx="3610">
                  <c:v>-0.1</c:v>
                </c:pt>
                <c:pt idx="3611">
                  <c:v>-0.1</c:v>
                </c:pt>
                <c:pt idx="3612">
                  <c:v>-0.1</c:v>
                </c:pt>
                <c:pt idx="3613">
                  <c:v>-0.1</c:v>
                </c:pt>
                <c:pt idx="3614">
                  <c:v>-0.1</c:v>
                </c:pt>
                <c:pt idx="3615">
                  <c:v>-0.1</c:v>
                </c:pt>
                <c:pt idx="3616">
                  <c:v>-0.1</c:v>
                </c:pt>
                <c:pt idx="3617">
                  <c:v>-0.1</c:v>
                </c:pt>
                <c:pt idx="3618">
                  <c:v>-0.1</c:v>
                </c:pt>
                <c:pt idx="3619">
                  <c:v>-0.1</c:v>
                </c:pt>
                <c:pt idx="3620">
                  <c:v>-0.1</c:v>
                </c:pt>
                <c:pt idx="3621">
                  <c:v>-0.1</c:v>
                </c:pt>
                <c:pt idx="3622">
                  <c:v>-0.1</c:v>
                </c:pt>
                <c:pt idx="3623">
                  <c:v>-0.1</c:v>
                </c:pt>
                <c:pt idx="3624">
                  <c:v>-0.1</c:v>
                </c:pt>
                <c:pt idx="3625">
                  <c:v>-0.1</c:v>
                </c:pt>
                <c:pt idx="3626">
                  <c:v>-0.1</c:v>
                </c:pt>
                <c:pt idx="3627">
                  <c:v>-0.1</c:v>
                </c:pt>
                <c:pt idx="3628">
                  <c:v>-0.1</c:v>
                </c:pt>
                <c:pt idx="3629">
                  <c:v>-0.1</c:v>
                </c:pt>
                <c:pt idx="3630">
                  <c:v>-0.1</c:v>
                </c:pt>
                <c:pt idx="3631">
                  <c:v>-0.1</c:v>
                </c:pt>
                <c:pt idx="3632">
                  <c:v>-0.1</c:v>
                </c:pt>
                <c:pt idx="3633">
                  <c:v>-0.1</c:v>
                </c:pt>
                <c:pt idx="3634">
                  <c:v>-0.1</c:v>
                </c:pt>
                <c:pt idx="3635">
                  <c:v>-0.1</c:v>
                </c:pt>
                <c:pt idx="3636">
                  <c:v>-0.1</c:v>
                </c:pt>
                <c:pt idx="3637">
                  <c:v>-0.1</c:v>
                </c:pt>
                <c:pt idx="3638">
                  <c:v>-0.1</c:v>
                </c:pt>
                <c:pt idx="3639">
                  <c:v>-0.1</c:v>
                </c:pt>
                <c:pt idx="3640">
                  <c:v>-0.1</c:v>
                </c:pt>
                <c:pt idx="3641">
                  <c:v>-0.1</c:v>
                </c:pt>
                <c:pt idx="3642">
                  <c:v>-0.1</c:v>
                </c:pt>
                <c:pt idx="3643">
                  <c:v>-0.1</c:v>
                </c:pt>
                <c:pt idx="3644">
                  <c:v>-0.1</c:v>
                </c:pt>
                <c:pt idx="3645">
                  <c:v>-0.1</c:v>
                </c:pt>
                <c:pt idx="3646">
                  <c:v>-0.1</c:v>
                </c:pt>
                <c:pt idx="3647">
                  <c:v>-0.1</c:v>
                </c:pt>
                <c:pt idx="3648">
                  <c:v>-0.1</c:v>
                </c:pt>
                <c:pt idx="3649">
                  <c:v>-0.1</c:v>
                </c:pt>
                <c:pt idx="3650">
                  <c:v>-0.1</c:v>
                </c:pt>
                <c:pt idx="3651">
                  <c:v>-0.1</c:v>
                </c:pt>
                <c:pt idx="3652">
                  <c:v>-0.1</c:v>
                </c:pt>
                <c:pt idx="3653">
                  <c:v>-0.1</c:v>
                </c:pt>
                <c:pt idx="3654">
                  <c:v>-0.1</c:v>
                </c:pt>
                <c:pt idx="3655">
                  <c:v>-0.1</c:v>
                </c:pt>
                <c:pt idx="3656">
                  <c:v>-0.1</c:v>
                </c:pt>
                <c:pt idx="3657">
                  <c:v>-0.1</c:v>
                </c:pt>
                <c:pt idx="3658">
                  <c:v>-0.1</c:v>
                </c:pt>
                <c:pt idx="3659">
                  <c:v>-0.1</c:v>
                </c:pt>
                <c:pt idx="3660">
                  <c:v>-0.1</c:v>
                </c:pt>
                <c:pt idx="3661">
                  <c:v>-0.1</c:v>
                </c:pt>
                <c:pt idx="3662">
                  <c:v>-0.1</c:v>
                </c:pt>
                <c:pt idx="3663">
                  <c:v>-0.1</c:v>
                </c:pt>
                <c:pt idx="3664">
                  <c:v>-0.1</c:v>
                </c:pt>
                <c:pt idx="3665">
                  <c:v>-0.1</c:v>
                </c:pt>
                <c:pt idx="3666">
                  <c:v>-0.1</c:v>
                </c:pt>
                <c:pt idx="3667">
                  <c:v>-0.1</c:v>
                </c:pt>
                <c:pt idx="3668">
                  <c:v>-0.1</c:v>
                </c:pt>
                <c:pt idx="3669">
                  <c:v>-0.1</c:v>
                </c:pt>
                <c:pt idx="3670">
                  <c:v>-0.1</c:v>
                </c:pt>
                <c:pt idx="3671">
                  <c:v>-0.1</c:v>
                </c:pt>
                <c:pt idx="3672">
                  <c:v>-0.1</c:v>
                </c:pt>
                <c:pt idx="3673">
                  <c:v>-0.1</c:v>
                </c:pt>
                <c:pt idx="3674">
                  <c:v>-0.1</c:v>
                </c:pt>
                <c:pt idx="3675">
                  <c:v>-0.1</c:v>
                </c:pt>
                <c:pt idx="3676">
                  <c:v>-0.1</c:v>
                </c:pt>
                <c:pt idx="3677">
                  <c:v>-0.1</c:v>
                </c:pt>
                <c:pt idx="3678">
                  <c:v>-0.1</c:v>
                </c:pt>
                <c:pt idx="3679">
                  <c:v>-0.1</c:v>
                </c:pt>
                <c:pt idx="3680">
                  <c:v>-0.1</c:v>
                </c:pt>
                <c:pt idx="3681">
                  <c:v>-0.1</c:v>
                </c:pt>
                <c:pt idx="3682">
                  <c:v>-0.1</c:v>
                </c:pt>
                <c:pt idx="3683">
                  <c:v>-0.1</c:v>
                </c:pt>
                <c:pt idx="3684">
                  <c:v>-0.1</c:v>
                </c:pt>
                <c:pt idx="3685">
                  <c:v>-0.1</c:v>
                </c:pt>
                <c:pt idx="3686">
                  <c:v>-0.1</c:v>
                </c:pt>
                <c:pt idx="3687">
                  <c:v>-0.1</c:v>
                </c:pt>
                <c:pt idx="3688">
                  <c:v>-0.1</c:v>
                </c:pt>
                <c:pt idx="3689">
                  <c:v>-0.1</c:v>
                </c:pt>
                <c:pt idx="3690">
                  <c:v>-0.1</c:v>
                </c:pt>
                <c:pt idx="3691">
                  <c:v>-0.1</c:v>
                </c:pt>
                <c:pt idx="3692">
                  <c:v>-0.1</c:v>
                </c:pt>
                <c:pt idx="3693">
                  <c:v>-0.1</c:v>
                </c:pt>
                <c:pt idx="3694">
                  <c:v>-0.1</c:v>
                </c:pt>
                <c:pt idx="3695">
                  <c:v>-0.1</c:v>
                </c:pt>
                <c:pt idx="3696">
                  <c:v>-0.1</c:v>
                </c:pt>
                <c:pt idx="3697">
                  <c:v>-0.1</c:v>
                </c:pt>
                <c:pt idx="3698">
                  <c:v>-0.1</c:v>
                </c:pt>
                <c:pt idx="3699">
                  <c:v>-0.1</c:v>
                </c:pt>
                <c:pt idx="3700">
                  <c:v>-0.1</c:v>
                </c:pt>
                <c:pt idx="3701">
                  <c:v>-0.1</c:v>
                </c:pt>
                <c:pt idx="3702">
                  <c:v>-0.1</c:v>
                </c:pt>
                <c:pt idx="3703">
                  <c:v>-0.1</c:v>
                </c:pt>
                <c:pt idx="3704">
                  <c:v>-0.1</c:v>
                </c:pt>
                <c:pt idx="3705">
                  <c:v>-0.1</c:v>
                </c:pt>
                <c:pt idx="3706">
                  <c:v>-0.1</c:v>
                </c:pt>
                <c:pt idx="3707">
                  <c:v>-0.1</c:v>
                </c:pt>
                <c:pt idx="3708">
                  <c:v>-0.1</c:v>
                </c:pt>
                <c:pt idx="3709">
                  <c:v>-0.1</c:v>
                </c:pt>
                <c:pt idx="3710">
                  <c:v>-0.1</c:v>
                </c:pt>
                <c:pt idx="3711">
                  <c:v>-0.1</c:v>
                </c:pt>
                <c:pt idx="3712">
                  <c:v>-0.1</c:v>
                </c:pt>
                <c:pt idx="3713">
                  <c:v>-0.1</c:v>
                </c:pt>
                <c:pt idx="3714">
                  <c:v>-0.1</c:v>
                </c:pt>
                <c:pt idx="3715">
                  <c:v>-0.1</c:v>
                </c:pt>
                <c:pt idx="3716">
                  <c:v>-0.1</c:v>
                </c:pt>
                <c:pt idx="3717">
                  <c:v>-0.1</c:v>
                </c:pt>
                <c:pt idx="3718">
                  <c:v>-0.1</c:v>
                </c:pt>
                <c:pt idx="3719">
                  <c:v>-0.1</c:v>
                </c:pt>
                <c:pt idx="3720">
                  <c:v>-0.1</c:v>
                </c:pt>
                <c:pt idx="3721">
                  <c:v>-0.1</c:v>
                </c:pt>
                <c:pt idx="3722">
                  <c:v>-0.1</c:v>
                </c:pt>
                <c:pt idx="3723">
                  <c:v>-0.1</c:v>
                </c:pt>
                <c:pt idx="3724">
                  <c:v>-0.1</c:v>
                </c:pt>
                <c:pt idx="3725">
                  <c:v>-0.1</c:v>
                </c:pt>
                <c:pt idx="3726">
                  <c:v>-0.1</c:v>
                </c:pt>
                <c:pt idx="3727">
                  <c:v>-0.1</c:v>
                </c:pt>
                <c:pt idx="3728">
                  <c:v>-0.1</c:v>
                </c:pt>
                <c:pt idx="3729">
                  <c:v>-0.1</c:v>
                </c:pt>
                <c:pt idx="3730">
                  <c:v>-0.1</c:v>
                </c:pt>
                <c:pt idx="3731">
                  <c:v>-0.1</c:v>
                </c:pt>
                <c:pt idx="3732">
                  <c:v>-0.1</c:v>
                </c:pt>
                <c:pt idx="3733">
                  <c:v>-0.1</c:v>
                </c:pt>
                <c:pt idx="3734">
                  <c:v>-0.1</c:v>
                </c:pt>
                <c:pt idx="3735">
                  <c:v>-0.1</c:v>
                </c:pt>
                <c:pt idx="3736">
                  <c:v>-0.1</c:v>
                </c:pt>
                <c:pt idx="3737">
                  <c:v>-0.1</c:v>
                </c:pt>
                <c:pt idx="3738">
                  <c:v>-0.1</c:v>
                </c:pt>
                <c:pt idx="3739">
                  <c:v>-0.1</c:v>
                </c:pt>
                <c:pt idx="3740">
                  <c:v>-0.1</c:v>
                </c:pt>
                <c:pt idx="3741">
                  <c:v>-0.1</c:v>
                </c:pt>
                <c:pt idx="3742">
                  <c:v>-0.1</c:v>
                </c:pt>
                <c:pt idx="3743">
                  <c:v>-0.1</c:v>
                </c:pt>
                <c:pt idx="3744">
                  <c:v>-0.1</c:v>
                </c:pt>
                <c:pt idx="3745">
                  <c:v>-0.1</c:v>
                </c:pt>
                <c:pt idx="3746">
                  <c:v>-0.1</c:v>
                </c:pt>
                <c:pt idx="3747">
                  <c:v>-0.1</c:v>
                </c:pt>
                <c:pt idx="3748">
                  <c:v>-0.1</c:v>
                </c:pt>
                <c:pt idx="3749">
                  <c:v>-0.1</c:v>
                </c:pt>
                <c:pt idx="3750">
                  <c:v>-0.1</c:v>
                </c:pt>
                <c:pt idx="3751">
                  <c:v>-0.1</c:v>
                </c:pt>
                <c:pt idx="3752">
                  <c:v>-0.1</c:v>
                </c:pt>
                <c:pt idx="3753">
                  <c:v>-0.1</c:v>
                </c:pt>
                <c:pt idx="3754">
                  <c:v>-0.1</c:v>
                </c:pt>
                <c:pt idx="3755">
                  <c:v>-0.1</c:v>
                </c:pt>
                <c:pt idx="3756">
                  <c:v>-0.1</c:v>
                </c:pt>
                <c:pt idx="3757">
                  <c:v>-0.1</c:v>
                </c:pt>
                <c:pt idx="3758">
                  <c:v>-0.1</c:v>
                </c:pt>
                <c:pt idx="3759">
                  <c:v>-0.1</c:v>
                </c:pt>
                <c:pt idx="3760">
                  <c:v>-0.1</c:v>
                </c:pt>
                <c:pt idx="3761">
                  <c:v>-0.1</c:v>
                </c:pt>
                <c:pt idx="3762">
                  <c:v>-0.1</c:v>
                </c:pt>
                <c:pt idx="3763">
                  <c:v>-0.1</c:v>
                </c:pt>
                <c:pt idx="3764">
                  <c:v>-0.1</c:v>
                </c:pt>
                <c:pt idx="3765">
                  <c:v>-0.1</c:v>
                </c:pt>
                <c:pt idx="3766">
                  <c:v>-0.1</c:v>
                </c:pt>
                <c:pt idx="3767">
                  <c:v>-0.1</c:v>
                </c:pt>
                <c:pt idx="3768">
                  <c:v>-0.1</c:v>
                </c:pt>
                <c:pt idx="3769">
                  <c:v>-0.1</c:v>
                </c:pt>
                <c:pt idx="3770">
                  <c:v>-0.1</c:v>
                </c:pt>
                <c:pt idx="3771">
                  <c:v>-0.1</c:v>
                </c:pt>
                <c:pt idx="3772">
                  <c:v>-0.1</c:v>
                </c:pt>
                <c:pt idx="3773">
                  <c:v>-0.1</c:v>
                </c:pt>
                <c:pt idx="3774">
                  <c:v>-0.1</c:v>
                </c:pt>
                <c:pt idx="3775">
                  <c:v>-0.1</c:v>
                </c:pt>
                <c:pt idx="3776">
                  <c:v>-0.1</c:v>
                </c:pt>
                <c:pt idx="3777">
                  <c:v>-0.1</c:v>
                </c:pt>
                <c:pt idx="3778">
                  <c:v>-0.1</c:v>
                </c:pt>
                <c:pt idx="3779">
                  <c:v>-0.1</c:v>
                </c:pt>
                <c:pt idx="3780">
                  <c:v>-0.1</c:v>
                </c:pt>
                <c:pt idx="3781">
                  <c:v>-0.1</c:v>
                </c:pt>
                <c:pt idx="3782">
                  <c:v>-0.1</c:v>
                </c:pt>
                <c:pt idx="3783">
                  <c:v>-0.1</c:v>
                </c:pt>
                <c:pt idx="3784">
                  <c:v>-0.1</c:v>
                </c:pt>
                <c:pt idx="3785">
                  <c:v>-0.1</c:v>
                </c:pt>
                <c:pt idx="3786">
                  <c:v>-0.1</c:v>
                </c:pt>
                <c:pt idx="3787">
                  <c:v>-0.1</c:v>
                </c:pt>
                <c:pt idx="3788">
                  <c:v>-0.1</c:v>
                </c:pt>
                <c:pt idx="3789">
                  <c:v>-0.1</c:v>
                </c:pt>
                <c:pt idx="3790">
                  <c:v>-0.1</c:v>
                </c:pt>
                <c:pt idx="3791">
                  <c:v>-0.1</c:v>
                </c:pt>
                <c:pt idx="3792">
                  <c:v>-0.1</c:v>
                </c:pt>
                <c:pt idx="3793">
                  <c:v>-0.1</c:v>
                </c:pt>
                <c:pt idx="3794">
                  <c:v>-0.1</c:v>
                </c:pt>
                <c:pt idx="3795">
                  <c:v>-0.1</c:v>
                </c:pt>
                <c:pt idx="3796">
                  <c:v>-0.1</c:v>
                </c:pt>
                <c:pt idx="3797">
                  <c:v>-0.1</c:v>
                </c:pt>
                <c:pt idx="3798">
                  <c:v>-0.1</c:v>
                </c:pt>
                <c:pt idx="3799">
                  <c:v>-0.1</c:v>
                </c:pt>
                <c:pt idx="3800">
                  <c:v>-0.1</c:v>
                </c:pt>
                <c:pt idx="3801">
                  <c:v>-0.1</c:v>
                </c:pt>
                <c:pt idx="3802">
                  <c:v>-0.1</c:v>
                </c:pt>
                <c:pt idx="3803">
                  <c:v>-0.1</c:v>
                </c:pt>
                <c:pt idx="3804">
                  <c:v>-0.1</c:v>
                </c:pt>
                <c:pt idx="3805">
                  <c:v>-0.1</c:v>
                </c:pt>
                <c:pt idx="3806">
                  <c:v>-0.1</c:v>
                </c:pt>
                <c:pt idx="3807">
                  <c:v>-0.1</c:v>
                </c:pt>
                <c:pt idx="3808">
                  <c:v>-0.1</c:v>
                </c:pt>
                <c:pt idx="3809">
                  <c:v>-0.1</c:v>
                </c:pt>
                <c:pt idx="3810">
                  <c:v>-0.1</c:v>
                </c:pt>
                <c:pt idx="3811">
                  <c:v>-0.1</c:v>
                </c:pt>
                <c:pt idx="3812">
                  <c:v>-0.1</c:v>
                </c:pt>
                <c:pt idx="3813">
                  <c:v>-0.1</c:v>
                </c:pt>
                <c:pt idx="3814">
                  <c:v>-0.1</c:v>
                </c:pt>
                <c:pt idx="3815">
                  <c:v>-0.1</c:v>
                </c:pt>
                <c:pt idx="3816">
                  <c:v>-0.1</c:v>
                </c:pt>
                <c:pt idx="3817">
                  <c:v>-0.1</c:v>
                </c:pt>
                <c:pt idx="3818">
                  <c:v>-0.1</c:v>
                </c:pt>
                <c:pt idx="3819">
                  <c:v>-0.1</c:v>
                </c:pt>
                <c:pt idx="3820">
                  <c:v>-0.1</c:v>
                </c:pt>
                <c:pt idx="3821">
                  <c:v>-0.1</c:v>
                </c:pt>
                <c:pt idx="3822">
                  <c:v>-0.1</c:v>
                </c:pt>
                <c:pt idx="3823">
                  <c:v>-0.1</c:v>
                </c:pt>
                <c:pt idx="3824">
                  <c:v>-0.1</c:v>
                </c:pt>
                <c:pt idx="3825">
                  <c:v>-0.1</c:v>
                </c:pt>
                <c:pt idx="3826">
                  <c:v>-0.1</c:v>
                </c:pt>
                <c:pt idx="3827">
                  <c:v>-0.1</c:v>
                </c:pt>
                <c:pt idx="3828">
                  <c:v>-0.1</c:v>
                </c:pt>
                <c:pt idx="3829">
                  <c:v>-0.1</c:v>
                </c:pt>
                <c:pt idx="3830">
                  <c:v>-0.1</c:v>
                </c:pt>
                <c:pt idx="3831">
                  <c:v>-0.1</c:v>
                </c:pt>
                <c:pt idx="3832">
                  <c:v>-0.1</c:v>
                </c:pt>
                <c:pt idx="3833">
                  <c:v>-0.1</c:v>
                </c:pt>
                <c:pt idx="3834">
                  <c:v>-0.1</c:v>
                </c:pt>
                <c:pt idx="3835">
                  <c:v>-0.1</c:v>
                </c:pt>
                <c:pt idx="3836">
                  <c:v>-0.1</c:v>
                </c:pt>
                <c:pt idx="3837">
                  <c:v>-0.1</c:v>
                </c:pt>
                <c:pt idx="3838">
                  <c:v>-0.1</c:v>
                </c:pt>
                <c:pt idx="3839">
                  <c:v>-0.1</c:v>
                </c:pt>
                <c:pt idx="3840">
                  <c:v>-0.1</c:v>
                </c:pt>
                <c:pt idx="3841">
                  <c:v>-0.1</c:v>
                </c:pt>
                <c:pt idx="3842">
                  <c:v>-0.1</c:v>
                </c:pt>
                <c:pt idx="3843">
                  <c:v>-0.1</c:v>
                </c:pt>
                <c:pt idx="3844">
                  <c:v>-0.1</c:v>
                </c:pt>
                <c:pt idx="3845">
                  <c:v>-0.1</c:v>
                </c:pt>
                <c:pt idx="3846">
                  <c:v>-0.1</c:v>
                </c:pt>
                <c:pt idx="3847">
                  <c:v>-0.1</c:v>
                </c:pt>
                <c:pt idx="3848">
                  <c:v>-0.1</c:v>
                </c:pt>
                <c:pt idx="3849">
                  <c:v>-0.1</c:v>
                </c:pt>
                <c:pt idx="3850">
                  <c:v>-0.1</c:v>
                </c:pt>
                <c:pt idx="3851">
                  <c:v>-0.1</c:v>
                </c:pt>
                <c:pt idx="3852">
                  <c:v>-0.1</c:v>
                </c:pt>
                <c:pt idx="3853">
                  <c:v>-0.1</c:v>
                </c:pt>
                <c:pt idx="3854">
                  <c:v>-0.1</c:v>
                </c:pt>
                <c:pt idx="3855">
                  <c:v>-0.1</c:v>
                </c:pt>
                <c:pt idx="3856">
                  <c:v>-0.1</c:v>
                </c:pt>
                <c:pt idx="3857">
                  <c:v>-0.1</c:v>
                </c:pt>
                <c:pt idx="3858">
                  <c:v>-0.1</c:v>
                </c:pt>
                <c:pt idx="3859">
                  <c:v>-0.1</c:v>
                </c:pt>
                <c:pt idx="3860">
                  <c:v>-0.1</c:v>
                </c:pt>
                <c:pt idx="3861">
                  <c:v>-0.1</c:v>
                </c:pt>
                <c:pt idx="3862">
                  <c:v>-0.1</c:v>
                </c:pt>
                <c:pt idx="3863">
                  <c:v>-0.1</c:v>
                </c:pt>
                <c:pt idx="3864">
                  <c:v>-0.1</c:v>
                </c:pt>
                <c:pt idx="3865">
                  <c:v>-0.1</c:v>
                </c:pt>
                <c:pt idx="3866">
                  <c:v>-0.1</c:v>
                </c:pt>
                <c:pt idx="3867">
                  <c:v>-0.1</c:v>
                </c:pt>
                <c:pt idx="3868">
                  <c:v>-0.1</c:v>
                </c:pt>
                <c:pt idx="3869">
                  <c:v>-0.1</c:v>
                </c:pt>
                <c:pt idx="3870">
                  <c:v>-0.1</c:v>
                </c:pt>
                <c:pt idx="3871">
                  <c:v>-0.1</c:v>
                </c:pt>
                <c:pt idx="3872">
                  <c:v>-0.1</c:v>
                </c:pt>
                <c:pt idx="3873">
                  <c:v>-0.1</c:v>
                </c:pt>
                <c:pt idx="3874">
                  <c:v>-0.1</c:v>
                </c:pt>
                <c:pt idx="3875">
                  <c:v>-0.1</c:v>
                </c:pt>
                <c:pt idx="3876">
                  <c:v>-0.1</c:v>
                </c:pt>
                <c:pt idx="3877">
                  <c:v>-0.1</c:v>
                </c:pt>
                <c:pt idx="3878">
                  <c:v>-0.1</c:v>
                </c:pt>
                <c:pt idx="3879">
                  <c:v>-0.1</c:v>
                </c:pt>
                <c:pt idx="3880">
                  <c:v>-0.1</c:v>
                </c:pt>
                <c:pt idx="3881">
                  <c:v>-0.1</c:v>
                </c:pt>
                <c:pt idx="3882">
                  <c:v>-0.1</c:v>
                </c:pt>
                <c:pt idx="3883">
                  <c:v>-0.1</c:v>
                </c:pt>
                <c:pt idx="3884">
                  <c:v>-0.1</c:v>
                </c:pt>
                <c:pt idx="3885">
                  <c:v>-0.1</c:v>
                </c:pt>
                <c:pt idx="3886">
                  <c:v>-0.1</c:v>
                </c:pt>
                <c:pt idx="3887">
                  <c:v>-0.1</c:v>
                </c:pt>
                <c:pt idx="3888">
                  <c:v>-0.1</c:v>
                </c:pt>
                <c:pt idx="3889">
                  <c:v>-0.1</c:v>
                </c:pt>
                <c:pt idx="3890">
                  <c:v>-0.1</c:v>
                </c:pt>
                <c:pt idx="3891">
                  <c:v>-0.1</c:v>
                </c:pt>
                <c:pt idx="3892">
                  <c:v>-0.1</c:v>
                </c:pt>
                <c:pt idx="3893">
                  <c:v>-0.1</c:v>
                </c:pt>
                <c:pt idx="3894">
                  <c:v>-0.1</c:v>
                </c:pt>
                <c:pt idx="3895">
                  <c:v>-0.1</c:v>
                </c:pt>
                <c:pt idx="3896">
                  <c:v>-0.1</c:v>
                </c:pt>
                <c:pt idx="3897">
                  <c:v>-0.1</c:v>
                </c:pt>
                <c:pt idx="3898">
                  <c:v>-0.1</c:v>
                </c:pt>
                <c:pt idx="3899">
                  <c:v>-0.1</c:v>
                </c:pt>
                <c:pt idx="3900">
                  <c:v>-0.1</c:v>
                </c:pt>
                <c:pt idx="3901">
                  <c:v>-0.1</c:v>
                </c:pt>
                <c:pt idx="3902">
                  <c:v>-0.1</c:v>
                </c:pt>
                <c:pt idx="3903">
                  <c:v>-0.1</c:v>
                </c:pt>
                <c:pt idx="3904">
                  <c:v>-0.1</c:v>
                </c:pt>
                <c:pt idx="3905">
                  <c:v>-0.1</c:v>
                </c:pt>
                <c:pt idx="3906">
                  <c:v>-0.1</c:v>
                </c:pt>
                <c:pt idx="3907">
                  <c:v>-0.1</c:v>
                </c:pt>
                <c:pt idx="3908">
                  <c:v>-0.1</c:v>
                </c:pt>
                <c:pt idx="3909">
                  <c:v>-0.1</c:v>
                </c:pt>
                <c:pt idx="3910">
                  <c:v>-0.1</c:v>
                </c:pt>
                <c:pt idx="3911">
                  <c:v>-0.1</c:v>
                </c:pt>
                <c:pt idx="3912">
                  <c:v>-0.1</c:v>
                </c:pt>
                <c:pt idx="3913">
                  <c:v>-0.1</c:v>
                </c:pt>
                <c:pt idx="3914">
                  <c:v>-0.1</c:v>
                </c:pt>
                <c:pt idx="3915">
                  <c:v>-0.1</c:v>
                </c:pt>
                <c:pt idx="3916">
                  <c:v>-0.1</c:v>
                </c:pt>
                <c:pt idx="3917">
                  <c:v>-0.1</c:v>
                </c:pt>
                <c:pt idx="3918">
                  <c:v>-0.1</c:v>
                </c:pt>
                <c:pt idx="3919">
                  <c:v>-0.1</c:v>
                </c:pt>
                <c:pt idx="3920">
                  <c:v>-0.1</c:v>
                </c:pt>
                <c:pt idx="3921">
                  <c:v>-0.1</c:v>
                </c:pt>
                <c:pt idx="3922">
                  <c:v>-0.1</c:v>
                </c:pt>
                <c:pt idx="3923">
                  <c:v>-0.1</c:v>
                </c:pt>
                <c:pt idx="3924">
                  <c:v>-0.1</c:v>
                </c:pt>
                <c:pt idx="3925">
                  <c:v>-0.1</c:v>
                </c:pt>
                <c:pt idx="3926">
                  <c:v>-0.1</c:v>
                </c:pt>
                <c:pt idx="3927">
                  <c:v>-0.1</c:v>
                </c:pt>
                <c:pt idx="3928">
                  <c:v>-0.1</c:v>
                </c:pt>
                <c:pt idx="3929">
                  <c:v>-0.1</c:v>
                </c:pt>
                <c:pt idx="3930">
                  <c:v>-0.1</c:v>
                </c:pt>
                <c:pt idx="3931">
                  <c:v>-0.1</c:v>
                </c:pt>
                <c:pt idx="3932">
                  <c:v>-0.1</c:v>
                </c:pt>
                <c:pt idx="3933">
                  <c:v>-0.1</c:v>
                </c:pt>
                <c:pt idx="3934">
                  <c:v>-0.1</c:v>
                </c:pt>
                <c:pt idx="3935">
                  <c:v>-0.1</c:v>
                </c:pt>
                <c:pt idx="3936">
                  <c:v>-0.1</c:v>
                </c:pt>
                <c:pt idx="3937">
                  <c:v>-0.1</c:v>
                </c:pt>
                <c:pt idx="3938">
                  <c:v>-0.1</c:v>
                </c:pt>
                <c:pt idx="3939">
                  <c:v>-0.1</c:v>
                </c:pt>
                <c:pt idx="3940">
                  <c:v>-0.1</c:v>
                </c:pt>
                <c:pt idx="3941">
                  <c:v>-0.1</c:v>
                </c:pt>
                <c:pt idx="3942">
                  <c:v>-0.1</c:v>
                </c:pt>
                <c:pt idx="3943">
                  <c:v>-0.1</c:v>
                </c:pt>
                <c:pt idx="3944">
                  <c:v>-0.1</c:v>
                </c:pt>
                <c:pt idx="3945">
                  <c:v>-0.1</c:v>
                </c:pt>
                <c:pt idx="3946">
                  <c:v>-0.1</c:v>
                </c:pt>
                <c:pt idx="3947">
                  <c:v>-0.1</c:v>
                </c:pt>
                <c:pt idx="3948">
                  <c:v>-0.1</c:v>
                </c:pt>
                <c:pt idx="3949">
                  <c:v>-0.1</c:v>
                </c:pt>
                <c:pt idx="3950">
                  <c:v>-0.1</c:v>
                </c:pt>
                <c:pt idx="3951">
                  <c:v>-0.1</c:v>
                </c:pt>
                <c:pt idx="3952">
                  <c:v>-0.1</c:v>
                </c:pt>
                <c:pt idx="3953">
                  <c:v>-0.1</c:v>
                </c:pt>
                <c:pt idx="3954">
                  <c:v>-0.1</c:v>
                </c:pt>
                <c:pt idx="3955">
                  <c:v>-0.1</c:v>
                </c:pt>
                <c:pt idx="3956">
                  <c:v>-0.1</c:v>
                </c:pt>
                <c:pt idx="3957">
                  <c:v>-0.1</c:v>
                </c:pt>
                <c:pt idx="3958">
                  <c:v>-0.1</c:v>
                </c:pt>
                <c:pt idx="3959">
                  <c:v>-0.1</c:v>
                </c:pt>
                <c:pt idx="3960">
                  <c:v>-0.1</c:v>
                </c:pt>
                <c:pt idx="3961">
                  <c:v>-0.1</c:v>
                </c:pt>
                <c:pt idx="3962">
                  <c:v>-0.1</c:v>
                </c:pt>
                <c:pt idx="3963">
                  <c:v>-0.1</c:v>
                </c:pt>
                <c:pt idx="3964">
                  <c:v>-0.1</c:v>
                </c:pt>
                <c:pt idx="3965">
                  <c:v>-0.1</c:v>
                </c:pt>
                <c:pt idx="3966">
                  <c:v>-0.1</c:v>
                </c:pt>
                <c:pt idx="3967">
                  <c:v>-0.1</c:v>
                </c:pt>
                <c:pt idx="3968">
                  <c:v>-0.1</c:v>
                </c:pt>
                <c:pt idx="3969">
                  <c:v>-0.1</c:v>
                </c:pt>
                <c:pt idx="3970">
                  <c:v>-0.1</c:v>
                </c:pt>
                <c:pt idx="3971">
                  <c:v>-0.1</c:v>
                </c:pt>
                <c:pt idx="3972">
                  <c:v>-0.1</c:v>
                </c:pt>
                <c:pt idx="3973">
                  <c:v>-0.1</c:v>
                </c:pt>
                <c:pt idx="3974">
                  <c:v>-0.1</c:v>
                </c:pt>
                <c:pt idx="3975">
                  <c:v>-0.1</c:v>
                </c:pt>
                <c:pt idx="3976">
                  <c:v>-0.1</c:v>
                </c:pt>
                <c:pt idx="3977">
                  <c:v>-0.1</c:v>
                </c:pt>
                <c:pt idx="3978">
                  <c:v>-0.1</c:v>
                </c:pt>
                <c:pt idx="3979">
                  <c:v>-0.1</c:v>
                </c:pt>
                <c:pt idx="3980">
                  <c:v>-0.1</c:v>
                </c:pt>
                <c:pt idx="3981">
                  <c:v>-0.1</c:v>
                </c:pt>
                <c:pt idx="3982">
                  <c:v>-0.1</c:v>
                </c:pt>
                <c:pt idx="3983">
                  <c:v>-0.1</c:v>
                </c:pt>
                <c:pt idx="3984">
                  <c:v>-0.1</c:v>
                </c:pt>
                <c:pt idx="3985">
                  <c:v>-0.1</c:v>
                </c:pt>
                <c:pt idx="3986">
                  <c:v>-0.1</c:v>
                </c:pt>
                <c:pt idx="3987">
                  <c:v>-0.1</c:v>
                </c:pt>
                <c:pt idx="3988">
                  <c:v>-0.1</c:v>
                </c:pt>
                <c:pt idx="3989">
                  <c:v>-0.1</c:v>
                </c:pt>
                <c:pt idx="3990">
                  <c:v>-0.1</c:v>
                </c:pt>
                <c:pt idx="3991">
                  <c:v>-0.1</c:v>
                </c:pt>
                <c:pt idx="3992">
                  <c:v>-0.1</c:v>
                </c:pt>
                <c:pt idx="3993">
                  <c:v>-0.1</c:v>
                </c:pt>
                <c:pt idx="3994">
                  <c:v>-0.1</c:v>
                </c:pt>
                <c:pt idx="3995">
                  <c:v>-0.1</c:v>
                </c:pt>
                <c:pt idx="3996">
                  <c:v>-0.1</c:v>
                </c:pt>
                <c:pt idx="3997">
                  <c:v>-0.1</c:v>
                </c:pt>
                <c:pt idx="3998">
                  <c:v>-0.1</c:v>
                </c:pt>
                <c:pt idx="3999">
                  <c:v>-0.1</c:v>
                </c:pt>
                <c:pt idx="4000">
                  <c:v>-0.1</c:v>
                </c:pt>
                <c:pt idx="4001">
                  <c:v>-0.1</c:v>
                </c:pt>
                <c:pt idx="4002">
                  <c:v>-0.1</c:v>
                </c:pt>
                <c:pt idx="4003">
                  <c:v>-0.1</c:v>
                </c:pt>
                <c:pt idx="4004">
                  <c:v>-0.1</c:v>
                </c:pt>
                <c:pt idx="4005">
                  <c:v>-0.1</c:v>
                </c:pt>
                <c:pt idx="4006">
                  <c:v>-0.1</c:v>
                </c:pt>
                <c:pt idx="4007">
                  <c:v>-0.1</c:v>
                </c:pt>
                <c:pt idx="4008">
                  <c:v>-0.1</c:v>
                </c:pt>
                <c:pt idx="4009">
                  <c:v>-0.1</c:v>
                </c:pt>
                <c:pt idx="4010">
                  <c:v>-0.1</c:v>
                </c:pt>
                <c:pt idx="4011">
                  <c:v>-0.1</c:v>
                </c:pt>
                <c:pt idx="4012">
                  <c:v>-0.1</c:v>
                </c:pt>
                <c:pt idx="4013">
                  <c:v>-0.1</c:v>
                </c:pt>
                <c:pt idx="4014">
                  <c:v>-0.1</c:v>
                </c:pt>
                <c:pt idx="4015">
                  <c:v>-0.1</c:v>
                </c:pt>
                <c:pt idx="4016">
                  <c:v>-0.1</c:v>
                </c:pt>
                <c:pt idx="4017">
                  <c:v>-0.1</c:v>
                </c:pt>
                <c:pt idx="4018">
                  <c:v>-0.1</c:v>
                </c:pt>
                <c:pt idx="4019">
                  <c:v>-0.1</c:v>
                </c:pt>
                <c:pt idx="4020">
                  <c:v>-0.1</c:v>
                </c:pt>
                <c:pt idx="4021">
                  <c:v>-0.1</c:v>
                </c:pt>
                <c:pt idx="4022">
                  <c:v>-0.1</c:v>
                </c:pt>
                <c:pt idx="4023">
                  <c:v>-0.1</c:v>
                </c:pt>
                <c:pt idx="4024">
                  <c:v>-0.1</c:v>
                </c:pt>
                <c:pt idx="4025">
                  <c:v>-0.1</c:v>
                </c:pt>
                <c:pt idx="4026">
                  <c:v>-0.1</c:v>
                </c:pt>
                <c:pt idx="4027">
                  <c:v>-0.1</c:v>
                </c:pt>
                <c:pt idx="4028">
                  <c:v>-0.1</c:v>
                </c:pt>
                <c:pt idx="4029">
                  <c:v>-0.1</c:v>
                </c:pt>
                <c:pt idx="4030">
                  <c:v>-0.1</c:v>
                </c:pt>
                <c:pt idx="4031">
                  <c:v>-0.1</c:v>
                </c:pt>
                <c:pt idx="4032">
                  <c:v>-0.1</c:v>
                </c:pt>
                <c:pt idx="4033">
                  <c:v>-0.1</c:v>
                </c:pt>
                <c:pt idx="4034">
                  <c:v>-0.1</c:v>
                </c:pt>
                <c:pt idx="4035">
                  <c:v>-0.1</c:v>
                </c:pt>
                <c:pt idx="4036">
                  <c:v>-0.1</c:v>
                </c:pt>
                <c:pt idx="4037">
                  <c:v>-0.1</c:v>
                </c:pt>
                <c:pt idx="4038">
                  <c:v>-0.1</c:v>
                </c:pt>
                <c:pt idx="4039">
                  <c:v>-0.1</c:v>
                </c:pt>
                <c:pt idx="4040">
                  <c:v>-0.1</c:v>
                </c:pt>
                <c:pt idx="4041">
                  <c:v>-0.1</c:v>
                </c:pt>
                <c:pt idx="4042">
                  <c:v>-0.1</c:v>
                </c:pt>
                <c:pt idx="4043">
                  <c:v>-0.1</c:v>
                </c:pt>
                <c:pt idx="4044">
                  <c:v>-0.1</c:v>
                </c:pt>
                <c:pt idx="4045">
                  <c:v>-0.1</c:v>
                </c:pt>
                <c:pt idx="4046">
                  <c:v>-0.1</c:v>
                </c:pt>
                <c:pt idx="4047">
                  <c:v>-0.1</c:v>
                </c:pt>
                <c:pt idx="4048">
                  <c:v>-0.1</c:v>
                </c:pt>
                <c:pt idx="4049">
                  <c:v>-0.1</c:v>
                </c:pt>
                <c:pt idx="4050">
                  <c:v>-0.1</c:v>
                </c:pt>
                <c:pt idx="4051">
                  <c:v>-0.1</c:v>
                </c:pt>
                <c:pt idx="4052">
                  <c:v>-0.1</c:v>
                </c:pt>
                <c:pt idx="4053">
                  <c:v>-0.1</c:v>
                </c:pt>
                <c:pt idx="4054">
                  <c:v>-0.1</c:v>
                </c:pt>
                <c:pt idx="4055">
                  <c:v>-0.1</c:v>
                </c:pt>
                <c:pt idx="4056">
                  <c:v>-0.1</c:v>
                </c:pt>
                <c:pt idx="4057">
                  <c:v>-0.1</c:v>
                </c:pt>
                <c:pt idx="4058">
                  <c:v>-0.1</c:v>
                </c:pt>
                <c:pt idx="4059">
                  <c:v>-0.1</c:v>
                </c:pt>
                <c:pt idx="4060">
                  <c:v>-0.1</c:v>
                </c:pt>
                <c:pt idx="4061">
                  <c:v>-0.1</c:v>
                </c:pt>
                <c:pt idx="4062">
                  <c:v>-0.1</c:v>
                </c:pt>
                <c:pt idx="4063">
                  <c:v>-0.1</c:v>
                </c:pt>
                <c:pt idx="4064">
                  <c:v>-0.1</c:v>
                </c:pt>
                <c:pt idx="4065">
                  <c:v>-0.1</c:v>
                </c:pt>
                <c:pt idx="4066">
                  <c:v>-0.1</c:v>
                </c:pt>
                <c:pt idx="4067">
                  <c:v>-0.1</c:v>
                </c:pt>
                <c:pt idx="4068">
                  <c:v>-0.1</c:v>
                </c:pt>
                <c:pt idx="4069">
                  <c:v>-0.1</c:v>
                </c:pt>
                <c:pt idx="4070">
                  <c:v>-0.1</c:v>
                </c:pt>
                <c:pt idx="4071">
                  <c:v>-0.1</c:v>
                </c:pt>
                <c:pt idx="4072">
                  <c:v>-0.1</c:v>
                </c:pt>
                <c:pt idx="4073">
                  <c:v>-0.1</c:v>
                </c:pt>
                <c:pt idx="4074">
                  <c:v>-0.1</c:v>
                </c:pt>
                <c:pt idx="4075">
                  <c:v>-0.1</c:v>
                </c:pt>
                <c:pt idx="4076">
                  <c:v>-0.1</c:v>
                </c:pt>
                <c:pt idx="4077">
                  <c:v>-0.1</c:v>
                </c:pt>
                <c:pt idx="4078">
                  <c:v>-0.1</c:v>
                </c:pt>
                <c:pt idx="4079">
                  <c:v>-0.1</c:v>
                </c:pt>
                <c:pt idx="4080">
                  <c:v>-0.1</c:v>
                </c:pt>
                <c:pt idx="4081">
                  <c:v>-0.1</c:v>
                </c:pt>
                <c:pt idx="4082">
                  <c:v>-0.1</c:v>
                </c:pt>
                <c:pt idx="4083">
                  <c:v>-0.1</c:v>
                </c:pt>
                <c:pt idx="4084">
                  <c:v>-0.1</c:v>
                </c:pt>
                <c:pt idx="4085">
                  <c:v>-0.1</c:v>
                </c:pt>
                <c:pt idx="4086">
                  <c:v>-0.1</c:v>
                </c:pt>
                <c:pt idx="4087">
                  <c:v>-0.1</c:v>
                </c:pt>
                <c:pt idx="4088">
                  <c:v>-0.1</c:v>
                </c:pt>
                <c:pt idx="4089">
                  <c:v>-0.1</c:v>
                </c:pt>
                <c:pt idx="4090">
                  <c:v>-0.1</c:v>
                </c:pt>
                <c:pt idx="4091">
                  <c:v>-0.1</c:v>
                </c:pt>
                <c:pt idx="4092">
                  <c:v>-0.1</c:v>
                </c:pt>
                <c:pt idx="4093">
                  <c:v>-0.1</c:v>
                </c:pt>
                <c:pt idx="4094">
                  <c:v>-0.1</c:v>
                </c:pt>
                <c:pt idx="4095">
                  <c:v>-0.1</c:v>
                </c:pt>
                <c:pt idx="4096">
                  <c:v>-0.1</c:v>
                </c:pt>
                <c:pt idx="4097">
                  <c:v>-0.1</c:v>
                </c:pt>
                <c:pt idx="4098">
                  <c:v>-0.1</c:v>
                </c:pt>
                <c:pt idx="4099">
                  <c:v>-0.1</c:v>
                </c:pt>
                <c:pt idx="4100">
                  <c:v>-0.1</c:v>
                </c:pt>
                <c:pt idx="4101">
                  <c:v>-0.1</c:v>
                </c:pt>
                <c:pt idx="4102">
                  <c:v>-0.1</c:v>
                </c:pt>
                <c:pt idx="4103">
                  <c:v>-0.1</c:v>
                </c:pt>
                <c:pt idx="4104">
                  <c:v>-0.1</c:v>
                </c:pt>
                <c:pt idx="4105">
                  <c:v>-0.1</c:v>
                </c:pt>
                <c:pt idx="4106">
                  <c:v>-0.1</c:v>
                </c:pt>
                <c:pt idx="4107">
                  <c:v>-0.1</c:v>
                </c:pt>
                <c:pt idx="4108">
                  <c:v>-0.1</c:v>
                </c:pt>
                <c:pt idx="4109">
                  <c:v>-0.1</c:v>
                </c:pt>
                <c:pt idx="4110">
                  <c:v>-0.1</c:v>
                </c:pt>
                <c:pt idx="4111">
                  <c:v>-0.1</c:v>
                </c:pt>
                <c:pt idx="4112">
                  <c:v>-0.1</c:v>
                </c:pt>
                <c:pt idx="4113">
                  <c:v>-0.1</c:v>
                </c:pt>
                <c:pt idx="4114">
                  <c:v>-0.1</c:v>
                </c:pt>
                <c:pt idx="4115">
                  <c:v>-0.1</c:v>
                </c:pt>
                <c:pt idx="4116">
                  <c:v>-0.1</c:v>
                </c:pt>
                <c:pt idx="4117">
                  <c:v>-0.1</c:v>
                </c:pt>
                <c:pt idx="4118">
                  <c:v>-0.1</c:v>
                </c:pt>
                <c:pt idx="4119">
                  <c:v>-0.1</c:v>
                </c:pt>
                <c:pt idx="4120">
                  <c:v>-0.1</c:v>
                </c:pt>
                <c:pt idx="4121">
                  <c:v>-0.1</c:v>
                </c:pt>
                <c:pt idx="4122">
                  <c:v>-0.1</c:v>
                </c:pt>
                <c:pt idx="4123">
                  <c:v>-0.1</c:v>
                </c:pt>
                <c:pt idx="4124">
                  <c:v>-0.1</c:v>
                </c:pt>
                <c:pt idx="4125">
                  <c:v>-0.1</c:v>
                </c:pt>
                <c:pt idx="4126">
                  <c:v>-0.1</c:v>
                </c:pt>
                <c:pt idx="4127">
                  <c:v>-0.1</c:v>
                </c:pt>
                <c:pt idx="4128">
                  <c:v>-0.1</c:v>
                </c:pt>
                <c:pt idx="4129">
                  <c:v>-0.1</c:v>
                </c:pt>
                <c:pt idx="4130">
                  <c:v>-0.1</c:v>
                </c:pt>
                <c:pt idx="4131">
                  <c:v>-0.1</c:v>
                </c:pt>
                <c:pt idx="4132">
                  <c:v>-0.1</c:v>
                </c:pt>
                <c:pt idx="4133">
                  <c:v>-0.1</c:v>
                </c:pt>
                <c:pt idx="4134">
                  <c:v>-0.1</c:v>
                </c:pt>
                <c:pt idx="4135">
                  <c:v>-0.1</c:v>
                </c:pt>
                <c:pt idx="4136">
                  <c:v>-0.1</c:v>
                </c:pt>
                <c:pt idx="4137">
                  <c:v>-0.1</c:v>
                </c:pt>
                <c:pt idx="4138">
                  <c:v>-0.1</c:v>
                </c:pt>
                <c:pt idx="4139">
                  <c:v>-0.1</c:v>
                </c:pt>
                <c:pt idx="4140">
                  <c:v>-0.1</c:v>
                </c:pt>
                <c:pt idx="4141">
                  <c:v>-0.1</c:v>
                </c:pt>
                <c:pt idx="4142">
                  <c:v>-0.1</c:v>
                </c:pt>
                <c:pt idx="4143">
                  <c:v>-0.1</c:v>
                </c:pt>
                <c:pt idx="4144">
                  <c:v>-0.1</c:v>
                </c:pt>
                <c:pt idx="4145">
                  <c:v>-0.1</c:v>
                </c:pt>
                <c:pt idx="4146">
                  <c:v>-0.1</c:v>
                </c:pt>
                <c:pt idx="4147">
                  <c:v>-0.1</c:v>
                </c:pt>
                <c:pt idx="4148">
                  <c:v>-0.1</c:v>
                </c:pt>
                <c:pt idx="4149">
                  <c:v>-0.1</c:v>
                </c:pt>
                <c:pt idx="4150">
                  <c:v>-0.1</c:v>
                </c:pt>
                <c:pt idx="4151">
                  <c:v>-0.1</c:v>
                </c:pt>
                <c:pt idx="4152">
                  <c:v>-0.1</c:v>
                </c:pt>
                <c:pt idx="4153">
                  <c:v>-0.1</c:v>
                </c:pt>
                <c:pt idx="4154">
                  <c:v>-0.1</c:v>
                </c:pt>
                <c:pt idx="4155">
                  <c:v>-0.1</c:v>
                </c:pt>
                <c:pt idx="4156">
                  <c:v>-0.1</c:v>
                </c:pt>
                <c:pt idx="4157">
                  <c:v>-0.1</c:v>
                </c:pt>
                <c:pt idx="4158">
                  <c:v>-0.1</c:v>
                </c:pt>
                <c:pt idx="4159">
                  <c:v>-0.1</c:v>
                </c:pt>
                <c:pt idx="4160">
                  <c:v>-0.1</c:v>
                </c:pt>
                <c:pt idx="4161">
                  <c:v>-0.1</c:v>
                </c:pt>
                <c:pt idx="4162">
                  <c:v>-0.1</c:v>
                </c:pt>
                <c:pt idx="4163">
                  <c:v>-0.1</c:v>
                </c:pt>
                <c:pt idx="4164">
                  <c:v>-0.1</c:v>
                </c:pt>
                <c:pt idx="4165">
                  <c:v>-0.1</c:v>
                </c:pt>
                <c:pt idx="4166">
                  <c:v>-0.1</c:v>
                </c:pt>
                <c:pt idx="4167">
                  <c:v>-0.1</c:v>
                </c:pt>
                <c:pt idx="4168">
                  <c:v>-0.1</c:v>
                </c:pt>
                <c:pt idx="4169">
                  <c:v>-0.1</c:v>
                </c:pt>
                <c:pt idx="4170">
                  <c:v>-0.1</c:v>
                </c:pt>
                <c:pt idx="4171">
                  <c:v>-0.1</c:v>
                </c:pt>
                <c:pt idx="4172">
                  <c:v>-0.1</c:v>
                </c:pt>
                <c:pt idx="4173">
                  <c:v>-0.1</c:v>
                </c:pt>
                <c:pt idx="4174">
                  <c:v>-0.1</c:v>
                </c:pt>
                <c:pt idx="4175">
                  <c:v>-0.1</c:v>
                </c:pt>
                <c:pt idx="4176">
                  <c:v>-0.1</c:v>
                </c:pt>
                <c:pt idx="4177">
                  <c:v>-0.1</c:v>
                </c:pt>
                <c:pt idx="4178">
                  <c:v>-0.1</c:v>
                </c:pt>
                <c:pt idx="4179">
                  <c:v>-0.1</c:v>
                </c:pt>
                <c:pt idx="4180">
                  <c:v>-0.1</c:v>
                </c:pt>
                <c:pt idx="4181">
                  <c:v>-0.1</c:v>
                </c:pt>
                <c:pt idx="4182">
                  <c:v>-0.1</c:v>
                </c:pt>
                <c:pt idx="4183">
                  <c:v>-0.1</c:v>
                </c:pt>
                <c:pt idx="4184">
                  <c:v>-0.1</c:v>
                </c:pt>
                <c:pt idx="4185">
                  <c:v>-0.1</c:v>
                </c:pt>
                <c:pt idx="4186">
                  <c:v>-0.1</c:v>
                </c:pt>
                <c:pt idx="4187">
                  <c:v>-0.1</c:v>
                </c:pt>
                <c:pt idx="4188">
                  <c:v>-0.1</c:v>
                </c:pt>
                <c:pt idx="4189">
                  <c:v>-0.1</c:v>
                </c:pt>
                <c:pt idx="4190">
                  <c:v>-0.1</c:v>
                </c:pt>
                <c:pt idx="4191">
                  <c:v>-0.1</c:v>
                </c:pt>
                <c:pt idx="4192">
                  <c:v>-0.1</c:v>
                </c:pt>
                <c:pt idx="4193">
                  <c:v>-0.1</c:v>
                </c:pt>
                <c:pt idx="4194">
                  <c:v>-0.1</c:v>
                </c:pt>
                <c:pt idx="4195">
                  <c:v>-0.1</c:v>
                </c:pt>
                <c:pt idx="4196">
                  <c:v>-0.1</c:v>
                </c:pt>
                <c:pt idx="4197">
                  <c:v>-0.1</c:v>
                </c:pt>
                <c:pt idx="4198">
                  <c:v>-0.1</c:v>
                </c:pt>
                <c:pt idx="4199">
                  <c:v>-0.1</c:v>
                </c:pt>
                <c:pt idx="4200">
                  <c:v>-0.1</c:v>
                </c:pt>
                <c:pt idx="4201">
                  <c:v>-0.1</c:v>
                </c:pt>
                <c:pt idx="4202">
                  <c:v>-0.1</c:v>
                </c:pt>
                <c:pt idx="4203">
                  <c:v>-0.1</c:v>
                </c:pt>
                <c:pt idx="4204">
                  <c:v>-0.1</c:v>
                </c:pt>
                <c:pt idx="4205">
                  <c:v>-0.1</c:v>
                </c:pt>
                <c:pt idx="4206">
                  <c:v>-0.1</c:v>
                </c:pt>
                <c:pt idx="4207">
                  <c:v>-0.1</c:v>
                </c:pt>
                <c:pt idx="4208">
                  <c:v>-0.1</c:v>
                </c:pt>
                <c:pt idx="4209">
                  <c:v>-0.1</c:v>
                </c:pt>
                <c:pt idx="4210">
                  <c:v>-0.1</c:v>
                </c:pt>
                <c:pt idx="4211">
                  <c:v>-0.1</c:v>
                </c:pt>
                <c:pt idx="4212">
                  <c:v>-0.1</c:v>
                </c:pt>
                <c:pt idx="4213">
                  <c:v>-0.1</c:v>
                </c:pt>
                <c:pt idx="4214">
                  <c:v>-0.1</c:v>
                </c:pt>
                <c:pt idx="4215">
                  <c:v>-0.1</c:v>
                </c:pt>
                <c:pt idx="4216">
                  <c:v>-0.1</c:v>
                </c:pt>
                <c:pt idx="4217">
                  <c:v>-0.1</c:v>
                </c:pt>
                <c:pt idx="4218">
                  <c:v>-0.1</c:v>
                </c:pt>
                <c:pt idx="4219">
                  <c:v>-0.1</c:v>
                </c:pt>
                <c:pt idx="4220">
                  <c:v>-0.1</c:v>
                </c:pt>
                <c:pt idx="4221">
                  <c:v>-0.1</c:v>
                </c:pt>
                <c:pt idx="4222">
                  <c:v>-0.1</c:v>
                </c:pt>
                <c:pt idx="4223">
                  <c:v>-0.1</c:v>
                </c:pt>
                <c:pt idx="4224">
                  <c:v>-0.1</c:v>
                </c:pt>
                <c:pt idx="4225">
                  <c:v>-0.1</c:v>
                </c:pt>
                <c:pt idx="4226">
                  <c:v>-0.1</c:v>
                </c:pt>
                <c:pt idx="4227">
                  <c:v>-0.1</c:v>
                </c:pt>
                <c:pt idx="4228">
                  <c:v>-0.1</c:v>
                </c:pt>
                <c:pt idx="4229">
                  <c:v>-0.1</c:v>
                </c:pt>
                <c:pt idx="4230">
                  <c:v>-0.1</c:v>
                </c:pt>
                <c:pt idx="4231">
                  <c:v>-0.1</c:v>
                </c:pt>
                <c:pt idx="4232">
                  <c:v>-0.1</c:v>
                </c:pt>
                <c:pt idx="4233">
                  <c:v>-0.1</c:v>
                </c:pt>
                <c:pt idx="4234">
                  <c:v>-0.1</c:v>
                </c:pt>
                <c:pt idx="4235">
                  <c:v>-0.1</c:v>
                </c:pt>
                <c:pt idx="4236">
                  <c:v>-0.1</c:v>
                </c:pt>
                <c:pt idx="4237">
                  <c:v>-0.1</c:v>
                </c:pt>
                <c:pt idx="4238">
                  <c:v>-0.1</c:v>
                </c:pt>
                <c:pt idx="4239">
                  <c:v>-0.1</c:v>
                </c:pt>
                <c:pt idx="4240">
                  <c:v>-0.1</c:v>
                </c:pt>
                <c:pt idx="4241">
                  <c:v>-0.1</c:v>
                </c:pt>
                <c:pt idx="4242">
                  <c:v>-0.1</c:v>
                </c:pt>
                <c:pt idx="4243">
                  <c:v>-0.1</c:v>
                </c:pt>
                <c:pt idx="4244">
                  <c:v>-0.1</c:v>
                </c:pt>
                <c:pt idx="4245">
                  <c:v>-0.1</c:v>
                </c:pt>
                <c:pt idx="4246">
                  <c:v>-0.1</c:v>
                </c:pt>
                <c:pt idx="4247">
                  <c:v>-0.1</c:v>
                </c:pt>
                <c:pt idx="4248">
                  <c:v>-0.1</c:v>
                </c:pt>
                <c:pt idx="4249">
                  <c:v>-0.1</c:v>
                </c:pt>
                <c:pt idx="4250">
                  <c:v>-0.1</c:v>
                </c:pt>
                <c:pt idx="4251">
                  <c:v>-0.1</c:v>
                </c:pt>
                <c:pt idx="4252">
                  <c:v>-0.1</c:v>
                </c:pt>
                <c:pt idx="4253">
                  <c:v>-0.1</c:v>
                </c:pt>
                <c:pt idx="4254">
                  <c:v>-0.1</c:v>
                </c:pt>
                <c:pt idx="4255">
                  <c:v>-0.1</c:v>
                </c:pt>
                <c:pt idx="4256">
                  <c:v>-0.1</c:v>
                </c:pt>
                <c:pt idx="4257">
                  <c:v>-0.1</c:v>
                </c:pt>
                <c:pt idx="4258">
                  <c:v>-0.1</c:v>
                </c:pt>
                <c:pt idx="4259">
                  <c:v>-0.1</c:v>
                </c:pt>
                <c:pt idx="4260">
                  <c:v>-0.1</c:v>
                </c:pt>
                <c:pt idx="4261">
                  <c:v>-0.1</c:v>
                </c:pt>
                <c:pt idx="4262">
                  <c:v>-0.1</c:v>
                </c:pt>
                <c:pt idx="4263">
                  <c:v>-0.1</c:v>
                </c:pt>
                <c:pt idx="4264">
                  <c:v>-0.1</c:v>
                </c:pt>
                <c:pt idx="4265">
                  <c:v>-0.1</c:v>
                </c:pt>
                <c:pt idx="4266">
                  <c:v>-0.1</c:v>
                </c:pt>
                <c:pt idx="4267">
                  <c:v>-0.1</c:v>
                </c:pt>
                <c:pt idx="4268">
                  <c:v>-0.1</c:v>
                </c:pt>
                <c:pt idx="4269">
                  <c:v>-0.1</c:v>
                </c:pt>
                <c:pt idx="4270">
                  <c:v>-0.1</c:v>
                </c:pt>
                <c:pt idx="4271">
                  <c:v>-0.1</c:v>
                </c:pt>
                <c:pt idx="4272">
                  <c:v>-0.1</c:v>
                </c:pt>
                <c:pt idx="4273">
                  <c:v>-0.1</c:v>
                </c:pt>
                <c:pt idx="4274">
                  <c:v>-0.1</c:v>
                </c:pt>
                <c:pt idx="4275">
                  <c:v>-0.1</c:v>
                </c:pt>
                <c:pt idx="4276">
                  <c:v>-0.1</c:v>
                </c:pt>
                <c:pt idx="4277">
                  <c:v>-0.1</c:v>
                </c:pt>
                <c:pt idx="4278">
                  <c:v>-0.1</c:v>
                </c:pt>
                <c:pt idx="4279">
                  <c:v>-0.1</c:v>
                </c:pt>
                <c:pt idx="4280">
                  <c:v>-0.1</c:v>
                </c:pt>
                <c:pt idx="4281">
                  <c:v>-0.1</c:v>
                </c:pt>
                <c:pt idx="4282">
                  <c:v>-0.1</c:v>
                </c:pt>
                <c:pt idx="4283">
                  <c:v>-0.1</c:v>
                </c:pt>
                <c:pt idx="4284">
                  <c:v>-0.1</c:v>
                </c:pt>
                <c:pt idx="4285">
                  <c:v>-0.1</c:v>
                </c:pt>
                <c:pt idx="4286">
                  <c:v>-0.1</c:v>
                </c:pt>
                <c:pt idx="4287">
                  <c:v>-0.1</c:v>
                </c:pt>
                <c:pt idx="4288">
                  <c:v>-0.1</c:v>
                </c:pt>
                <c:pt idx="4289">
                  <c:v>-0.1</c:v>
                </c:pt>
                <c:pt idx="4290">
                  <c:v>-0.1</c:v>
                </c:pt>
                <c:pt idx="4291">
                  <c:v>-0.1</c:v>
                </c:pt>
                <c:pt idx="4292">
                  <c:v>-0.1</c:v>
                </c:pt>
                <c:pt idx="4293">
                  <c:v>-0.1</c:v>
                </c:pt>
                <c:pt idx="4294">
                  <c:v>-0.1</c:v>
                </c:pt>
                <c:pt idx="4295">
                  <c:v>-0.1</c:v>
                </c:pt>
                <c:pt idx="4296">
                  <c:v>-0.1</c:v>
                </c:pt>
                <c:pt idx="4297">
                  <c:v>-0.1</c:v>
                </c:pt>
                <c:pt idx="4298">
                  <c:v>-0.1</c:v>
                </c:pt>
                <c:pt idx="4299">
                  <c:v>-0.1</c:v>
                </c:pt>
                <c:pt idx="4300">
                  <c:v>-0.1</c:v>
                </c:pt>
                <c:pt idx="4301">
                  <c:v>-0.1</c:v>
                </c:pt>
                <c:pt idx="4302">
                  <c:v>-0.1</c:v>
                </c:pt>
                <c:pt idx="4303">
                  <c:v>-0.1</c:v>
                </c:pt>
                <c:pt idx="4304">
                  <c:v>-0.1</c:v>
                </c:pt>
                <c:pt idx="4305">
                  <c:v>-0.1</c:v>
                </c:pt>
                <c:pt idx="4306">
                  <c:v>-0.1</c:v>
                </c:pt>
                <c:pt idx="4307">
                  <c:v>-0.1</c:v>
                </c:pt>
                <c:pt idx="4308">
                  <c:v>-0.1</c:v>
                </c:pt>
                <c:pt idx="4309">
                  <c:v>-0.1</c:v>
                </c:pt>
                <c:pt idx="4310">
                  <c:v>-0.1</c:v>
                </c:pt>
                <c:pt idx="4311">
                  <c:v>-0.1</c:v>
                </c:pt>
                <c:pt idx="4312">
                  <c:v>-0.1</c:v>
                </c:pt>
                <c:pt idx="4313">
                  <c:v>-0.1</c:v>
                </c:pt>
                <c:pt idx="4314">
                  <c:v>-0.1</c:v>
                </c:pt>
                <c:pt idx="4315">
                  <c:v>-0.1</c:v>
                </c:pt>
                <c:pt idx="4316">
                  <c:v>-0.1</c:v>
                </c:pt>
                <c:pt idx="4317">
                  <c:v>-0.1</c:v>
                </c:pt>
                <c:pt idx="4318">
                  <c:v>-0.1</c:v>
                </c:pt>
                <c:pt idx="4319">
                  <c:v>-0.1</c:v>
                </c:pt>
                <c:pt idx="4320">
                  <c:v>-0.1</c:v>
                </c:pt>
                <c:pt idx="4321">
                  <c:v>-0.1</c:v>
                </c:pt>
                <c:pt idx="4322">
                  <c:v>-0.1</c:v>
                </c:pt>
                <c:pt idx="4323">
                  <c:v>-0.1</c:v>
                </c:pt>
                <c:pt idx="4324">
                  <c:v>-0.1</c:v>
                </c:pt>
                <c:pt idx="4325">
                  <c:v>-0.1</c:v>
                </c:pt>
                <c:pt idx="4326">
                  <c:v>-0.1</c:v>
                </c:pt>
                <c:pt idx="4327">
                  <c:v>-0.1</c:v>
                </c:pt>
                <c:pt idx="4328">
                  <c:v>-0.1</c:v>
                </c:pt>
                <c:pt idx="4329">
                  <c:v>-0.1</c:v>
                </c:pt>
                <c:pt idx="4330">
                  <c:v>-0.1</c:v>
                </c:pt>
                <c:pt idx="4331">
                  <c:v>-0.1</c:v>
                </c:pt>
                <c:pt idx="4332">
                  <c:v>-0.1</c:v>
                </c:pt>
                <c:pt idx="4333">
                  <c:v>-0.1</c:v>
                </c:pt>
                <c:pt idx="4334">
                  <c:v>-0.1</c:v>
                </c:pt>
                <c:pt idx="4335">
                  <c:v>-0.1</c:v>
                </c:pt>
                <c:pt idx="4336">
                  <c:v>-0.1</c:v>
                </c:pt>
                <c:pt idx="4337">
                  <c:v>-0.1</c:v>
                </c:pt>
                <c:pt idx="4338">
                  <c:v>-0.1</c:v>
                </c:pt>
                <c:pt idx="4339">
                  <c:v>-0.1</c:v>
                </c:pt>
                <c:pt idx="4340">
                  <c:v>-0.1</c:v>
                </c:pt>
                <c:pt idx="4341">
                  <c:v>-0.1</c:v>
                </c:pt>
                <c:pt idx="4342">
                  <c:v>-0.1</c:v>
                </c:pt>
                <c:pt idx="4343">
                  <c:v>-0.1</c:v>
                </c:pt>
                <c:pt idx="4344">
                  <c:v>-0.1</c:v>
                </c:pt>
                <c:pt idx="4345">
                  <c:v>-0.1</c:v>
                </c:pt>
                <c:pt idx="4346">
                  <c:v>-0.1</c:v>
                </c:pt>
                <c:pt idx="4347">
                  <c:v>-0.1</c:v>
                </c:pt>
                <c:pt idx="4348">
                  <c:v>-0.1</c:v>
                </c:pt>
                <c:pt idx="4349">
                  <c:v>-0.1</c:v>
                </c:pt>
                <c:pt idx="4350">
                  <c:v>-0.1</c:v>
                </c:pt>
                <c:pt idx="4351">
                  <c:v>-0.1</c:v>
                </c:pt>
                <c:pt idx="4352">
                  <c:v>-0.1</c:v>
                </c:pt>
                <c:pt idx="4353">
                  <c:v>-0.1</c:v>
                </c:pt>
                <c:pt idx="4354">
                  <c:v>-0.1</c:v>
                </c:pt>
                <c:pt idx="4355">
                  <c:v>-0.1</c:v>
                </c:pt>
                <c:pt idx="4356">
                  <c:v>-0.1</c:v>
                </c:pt>
                <c:pt idx="4357">
                  <c:v>-0.1</c:v>
                </c:pt>
                <c:pt idx="4358">
                  <c:v>-0.1</c:v>
                </c:pt>
                <c:pt idx="4359">
                  <c:v>-0.1</c:v>
                </c:pt>
                <c:pt idx="4360">
                  <c:v>-0.1</c:v>
                </c:pt>
                <c:pt idx="4361">
                  <c:v>-0.1</c:v>
                </c:pt>
                <c:pt idx="4362">
                  <c:v>-0.1</c:v>
                </c:pt>
                <c:pt idx="4363">
                  <c:v>-0.1</c:v>
                </c:pt>
                <c:pt idx="4364">
                  <c:v>-0.1</c:v>
                </c:pt>
                <c:pt idx="4365">
                  <c:v>-0.1</c:v>
                </c:pt>
                <c:pt idx="4366">
                  <c:v>-0.1</c:v>
                </c:pt>
                <c:pt idx="4367">
                  <c:v>-0.1</c:v>
                </c:pt>
                <c:pt idx="4368">
                  <c:v>-0.1</c:v>
                </c:pt>
                <c:pt idx="4369">
                  <c:v>-0.1</c:v>
                </c:pt>
                <c:pt idx="4370">
                  <c:v>-0.1</c:v>
                </c:pt>
                <c:pt idx="4371">
                  <c:v>-0.1</c:v>
                </c:pt>
                <c:pt idx="4372">
                  <c:v>-0.1</c:v>
                </c:pt>
                <c:pt idx="4373">
                  <c:v>-0.1</c:v>
                </c:pt>
                <c:pt idx="4374">
                  <c:v>-0.1</c:v>
                </c:pt>
                <c:pt idx="4375">
                  <c:v>-0.1</c:v>
                </c:pt>
                <c:pt idx="4376">
                  <c:v>-0.1</c:v>
                </c:pt>
                <c:pt idx="4377">
                  <c:v>-0.1</c:v>
                </c:pt>
                <c:pt idx="4378">
                  <c:v>-0.1</c:v>
                </c:pt>
                <c:pt idx="4379">
                  <c:v>-0.1</c:v>
                </c:pt>
                <c:pt idx="4380">
                  <c:v>-0.1</c:v>
                </c:pt>
                <c:pt idx="4381">
                  <c:v>-0.1</c:v>
                </c:pt>
                <c:pt idx="4382">
                  <c:v>-0.1</c:v>
                </c:pt>
                <c:pt idx="4383">
                  <c:v>-0.1</c:v>
                </c:pt>
                <c:pt idx="4384">
                  <c:v>-0.1</c:v>
                </c:pt>
                <c:pt idx="4385">
                  <c:v>-0.1</c:v>
                </c:pt>
                <c:pt idx="4386">
                  <c:v>-0.1</c:v>
                </c:pt>
                <c:pt idx="4387">
                  <c:v>-0.1</c:v>
                </c:pt>
                <c:pt idx="4388">
                  <c:v>-0.1</c:v>
                </c:pt>
                <c:pt idx="4389">
                  <c:v>-0.1</c:v>
                </c:pt>
                <c:pt idx="4390">
                  <c:v>-0.1</c:v>
                </c:pt>
                <c:pt idx="4391">
                  <c:v>-0.1</c:v>
                </c:pt>
                <c:pt idx="4392">
                  <c:v>-0.1</c:v>
                </c:pt>
                <c:pt idx="4393">
                  <c:v>-0.1</c:v>
                </c:pt>
                <c:pt idx="4394">
                  <c:v>-0.1</c:v>
                </c:pt>
                <c:pt idx="4395">
                  <c:v>-0.1</c:v>
                </c:pt>
                <c:pt idx="4396">
                  <c:v>-0.1</c:v>
                </c:pt>
                <c:pt idx="4397">
                  <c:v>-0.1</c:v>
                </c:pt>
                <c:pt idx="4398">
                  <c:v>-0.1</c:v>
                </c:pt>
                <c:pt idx="4399">
                  <c:v>-0.1</c:v>
                </c:pt>
                <c:pt idx="4400">
                  <c:v>-0.1</c:v>
                </c:pt>
                <c:pt idx="4401">
                  <c:v>-0.1</c:v>
                </c:pt>
                <c:pt idx="4402">
                  <c:v>-0.1</c:v>
                </c:pt>
                <c:pt idx="4403">
                  <c:v>-0.1</c:v>
                </c:pt>
                <c:pt idx="4404">
                  <c:v>-0.1</c:v>
                </c:pt>
                <c:pt idx="4405">
                  <c:v>-0.1</c:v>
                </c:pt>
                <c:pt idx="4406">
                  <c:v>-0.1</c:v>
                </c:pt>
                <c:pt idx="4407">
                  <c:v>-0.1</c:v>
                </c:pt>
                <c:pt idx="4408">
                  <c:v>-0.1</c:v>
                </c:pt>
                <c:pt idx="4409">
                  <c:v>-0.1</c:v>
                </c:pt>
                <c:pt idx="4410">
                  <c:v>-0.1</c:v>
                </c:pt>
                <c:pt idx="4411">
                  <c:v>-0.1</c:v>
                </c:pt>
                <c:pt idx="4412">
                  <c:v>-0.1</c:v>
                </c:pt>
                <c:pt idx="4413">
                  <c:v>-0.1</c:v>
                </c:pt>
                <c:pt idx="4414">
                  <c:v>-0.1</c:v>
                </c:pt>
                <c:pt idx="4415">
                  <c:v>-0.1</c:v>
                </c:pt>
                <c:pt idx="4416">
                  <c:v>-0.1</c:v>
                </c:pt>
                <c:pt idx="4417">
                  <c:v>-0.1</c:v>
                </c:pt>
                <c:pt idx="4418">
                  <c:v>-0.1</c:v>
                </c:pt>
                <c:pt idx="4419">
                  <c:v>-0.1</c:v>
                </c:pt>
                <c:pt idx="4420">
                  <c:v>-0.1</c:v>
                </c:pt>
                <c:pt idx="4421">
                  <c:v>-0.1</c:v>
                </c:pt>
                <c:pt idx="4422">
                  <c:v>-0.1</c:v>
                </c:pt>
                <c:pt idx="4423">
                  <c:v>-0.1</c:v>
                </c:pt>
                <c:pt idx="4424">
                  <c:v>-0.1</c:v>
                </c:pt>
                <c:pt idx="4425">
                  <c:v>-0.1</c:v>
                </c:pt>
                <c:pt idx="4426">
                  <c:v>-0.1</c:v>
                </c:pt>
                <c:pt idx="4427">
                  <c:v>-0.1</c:v>
                </c:pt>
                <c:pt idx="4428">
                  <c:v>-0.1</c:v>
                </c:pt>
                <c:pt idx="4429">
                  <c:v>-0.1</c:v>
                </c:pt>
                <c:pt idx="4430">
                  <c:v>-0.1</c:v>
                </c:pt>
                <c:pt idx="4431">
                  <c:v>-0.1</c:v>
                </c:pt>
                <c:pt idx="4432">
                  <c:v>-0.1</c:v>
                </c:pt>
                <c:pt idx="4433">
                  <c:v>-0.1</c:v>
                </c:pt>
                <c:pt idx="4434">
                  <c:v>-0.1</c:v>
                </c:pt>
                <c:pt idx="4435">
                  <c:v>-0.1</c:v>
                </c:pt>
                <c:pt idx="4436">
                  <c:v>-0.1</c:v>
                </c:pt>
                <c:pt idx="4437">
                  <c:v>-0.1</c:v>
                </c:pt>
                <c:pt idx="4438">
                  <c:v>-0.1</c:v>
                </c:pt>
                <c:pt idx="4439">
                  <c:v>-0.1</c:v>
                </c:pt>
                <c:pt idx="4440">
                  <c:v>-0.1</c:v>
                </c:pt>
                <c:pt idx="4441">
                  <c:v>-0.1</c:v>
                </c:pt>
                <c:pt idx="4442">
                  <c:v>-0.1</c:v>
                </c:pt>
                <c:pt idx="4443">
                  <c:v>-0.1</c:v>
                </c:pt>
                <c:pt idx="4444">
                  <c:v>-0.1</c:v>
                </c:pt>
                <c:pt idx="4445">
                  <c:v>-0.1</c:v>
                </c:pt>
                <c:pt idx="4446">
                  <c:v>-0.1</c:v>
                </c:pt>
                <c:pt idx="4447">
                  <c:v>-0.1</c:v>
                </c:pt>
                <c:pt idx="4448">
                  <c:v>-0.1</c:v>
                </c:pt>
                <c:pt idx="4449">
                  <c:v>-0.1</c:v>
                </c:pt>
                <c:pt idx="4450">
                  <c:v>-0.1</c:v>
                </c:pt>
                <c:pt idx="4451">
                  <c:v>-0.1</c:v>
                </c:pt>
                <c:pt idx="4452">
                  <c:v>-0.1</c:v>
                </c:pt>
                <c:pt idx="4453">
                  <c:v>-0.1</c:v>
                </c:pt>
                <c:pt idx="4454">
                  <c:v>-0.1</c:v>
                </c:pt>
                <c:pt idx="4455">
                  <c:v>-0.1</c:v>
                </c:pt>
                <c:pt idx="4456">
                  <c:v>-0.1</c:v>
                </c:pt>
                <c:pt idx="4457">
                  <c:v>-0.1</c:v>
                </c:pt>
                <c:pt idx="4458">
                  <c:v>-0.1</c:v>
                </c:pt>
                <c:pt idx="4459">
                  <c:v>-0.1</c:v>
                </c:pt>
                <c:pt idx="4460">
                  <c:v>-0.1</c:v>
                </c:pt>
                <c:pt idx="4461">
                  <c:v>-0.1</c:v>
                </c:pt>
                <c:pt idx="4462">
                  <c:v>-0.1</c:v>
                </c:pt>
                <c:pt idx="4463">
                  <c:v>-0.1</c:v>
                </c:pt>
                <c:pt idx="4464">
                  <c:v>-0.1</c:v>
                </c:pt>
                <c:pt idx="4465">
                  <c:v>-0.1</c:v>
                </c:pt>
                <c:pt idx="4466">
                  <c:v>-0.1</c:v>
                </c:pt>
                <c:pt idx="4467">
                  <c:v>-0.1</c:v>
                </c:pt>
                <c:pt idx="4468">
                  <c:v>-0.1</c:v>
                </c:pt>
                <c:pt idx="4469">
                  <c:v>-0.1</c:v>
                </c:pt>
                <c:pt idx="4470">
                  <c:v>-0.1</c:v>
                </c:pt>
                <c:pt idx="4471">
                  <c:v>-0.1</c:v>
                </c:pt>
                <c:pt idx="4472">
                  <c:v>-0.1</c:v>
                </c:pt>
                <c:pt idx="4473">
                  <c:v>-0.1</c:v>
                </c:pt>
                <c:pt idx="4474">
                  <c:v>-0.1</c:v>
                </c:pt>
                <c:pt idx="4475">
                  <c:v>-0.1</c:v>
                </c:pt>
                <c:pt idx="4476">
                  <c:v>-0.1</c:v>
                </c:pt>
                <c:pt idx="4477">
                  <c:v>-0.1</c:v>
                </c:pt>
                <c:pt idx="4478">
                  <c:v>-0.1</c:v>
                </c:pt>
                <c:pt idx="4479">
                  <c:v>-0.1</c:v>
                </c:pt>
                <c:pt idx="4480">
                  <c:v>-0.1</c:v>
                </c:pt>
                <c:pt idx="4481">
                  <c:v>-0.1</c:v>
                </c:pt>
                <c:pt idx="4482">
                  <c:v>-0.1</c:v>
                </c:pt>
                <c:pt idx="4483">
                  <c:v>-0.1</c:v>
                </c:pt>
                <c:pt idx="4484">
                  <c:v>-0.1</c:v>
                </c:pt>
                <c:pt idx="4485">
                  <c:v>-0.1</c:v>
                </c:pt>
                <c:pt idx="4486">
                  <c:v>-0.1</c:v>
                </c:pt>
                <c:pt idx="4487">
                  <c:v>-0.1</c:v>
                </c:pt>
                <c:pt idx="4488">
                  <c:v>-0.1</c:v>
                </c:pt>
                <c:pt idx="4489">
                  <c:v>-0.1</c:v>
                </c:pt>
                <c:pt idx="4490">
                  <c:v>-0.1</c:v>
                </c:pt>
                <c:pt idx="4491">
                  <c:v>-0.1</c:v>
                </c:pt>
                <c:pt idx="4492">
                  <c:v>-0.1</c:v>
                </c:pt>
                <c:pt idx="4493">
                  <c:v>-0.1</c:v>
                </c:pt>
                <c:pt idx="4494">
                  <c:v>-0.1</c:v>
                </c:pt>
                <c:pt idx="4495">
                  <c:v>-0.1</c:v>
                </c:pt>
                <c:pt idx="4496">
                  <c:v>-0.1</c:v>
                </c:pt>
                <c:pt idx="4497">
                  <c:v>-0.1</c:v>
                </c:pt>
                <c:pt idx="4498">
                  <c:v>-0.1</c:v>
                </c:pt>
                <c:pt idx="4499">
                  <c:v>-0.1</c:v>
                </c:pt>
                <c:pt idx="4500">
                  <c:v>-0.1</c:v>
                </c:pt>
                <c:pt idx="4501">
                  <c:v>-0.1</c:v>
                </c:pt>
                <c:pt idx="4502">
                  <c:v>-0.1</c:v>
                </c:pt>
                <c:pt idx="4503">
                  <c:v>-0.1</c:v>
                </c:pt>
                <c:pt idx="4504">
                  <c:v>-0.1</c:v>
                </c:pt>
                <c:pt idx="4505">
                  <c:v>-0.1</c:v>
                </c:pt>
                <c:pt idx="4506">
                  <c:v>-0.1</c:v>
                </c:pt>
                <c:pt idx="4507">
                  <c:v>-0.1</c:v>
                </c:pt>
                <c:pt idx="4508">
                  <c:v>-0.1</c:v>
                </c:pt>
                <c:pt idx="4509">
                  <c:v>-0.1</c:v>
                </c:pt>
                <c:pt idx="4510">
                  <c:v>-0.1</c:v>
                </c:pt>
                <c:pt idx="4511">
                  <c:v>-0.1</c:v>
                </c:pt>
                <c:pt idx="4512">
                  <c:v>-0.1</c:v>
                </c:pt>
                <c:pt idx="4513">
                  <c:v>-0.1</c:v>
                </c:pt>
                <c:pt idx="4514">
                  <c:v>-0.1</c:v>
                </c:pt>
                <c:pt idx="4515">
                  <c:v>-0.1</c:v>
                </c:pt>
                <c:pt idx="4516">
                  <c:v>-0.1</c:v>
                </c:pt>
                <c:pt idx="4517">
                  <c:v>-0.1</c:v>
                </c:pt>
                <c:pt idx="4518">
                  <c:v>-0.1</c:v>
                </c:pt>
                <c:pt idx="4519">
                  <c:v>-0.1</c:v>
                </c:pt>
                <c:pt idx="4520">
                  <c:v>-0.1</c:v>
                </c:pt>
                <c:pt idx="4521">
                  <c:v>-0.1</c:v>
                </c:pt>
                <c:pt idx="4522">
                  <c:v>-0.1</c:v>
                </c:pt>
                <c:pt idx="4523">
                  <c:v>-0.1</c:v>
                </c:pt>
                <c:pt idx="4524">
                  <c:v>-0.1</c:v>
                </c:pt>
                <c:pt idx="4525">
                  <c:v>-0.1</c:v>
                </c:pt>
                <c:pt idx="4526">
                  <c:v>-0.1</c:v>
                </c:pt>
                <c:pt idx="4527">
                  <c:v>-0.1</c:v>
                </c:pt>
                <c:pt idx="4528">
                  <c:v>-0.1</c:v>
                </c:pt>
                <c:pt idx="4529">
                  <c:v>-0.1</c:v>
                </c:pt>
                <c:pt idx="4530">
                  <c:v>-0.1</c:v>
                </c:pt>
                <c:pt idx="4531">
                  <c:v>-0.1</c:v>
                </c:pt>
                <c:pt idx="4532">
                  <c:v>-0.1</c:v>
                </c:pt>
                <c:pt idx="4533">
                  <c:v>-0.1</c:v>
                </c:pt>
                <c:pt idx="4534">
                  <c:v>-0.1</c:v>
                </c:pt>
                <c:pt idx="4535">
                  <c:v>-0.1</c:v>
                </c:pt>
                <c:pt idx="4536">
                  <c:v>-0.1</c:v>
                </c:pt>
                <c:pt idx="4537">
                  <c:v>-0.1</c:v>
                </c:pt>
                <c:pt idx="4538">
                  <c:v>-0.1</c:v>
                </c:pt>
                <c:pt idx="4539">
                  <c:v>-0.1</c:v>
                </c:pt>
                <c:pt idx="4540">
                  <c:v>-0.1</c:v>
                </c:pt>
                <c:pt idx="4541">
                  <c:v>-0.1</c:v>
                </c:pt>
                <c:pt idx="4542">
                  <c:v>-0.1</c:v>
                </c:pt>
                <c:pt idx="4543">
                  <c:v>-0.1</c:v>
                </c:pt>
                <c:pt idx="4544">
                  <c:v>-0.1</c:v>
                </c:pt>
                <c:pt idx="4545">
                  <c:v>-0.1</c:v>
                </c:pt>
                <c:pt idx="4546">
                  <c:v>-0.1</c:v>
                </c:pt>
                <c:pt idx="4547">
                  <c:v>-0.1</c:v>
                </c:pt>
                <c:pt idx="4548">
                  <c:v>-0.1</c:v>
                </c:pt>
                <c:pt idx="4549">
                  <c:v>-0.1</c:v>
                </c:pt>
                <c:pt idx="4550">
                  <c:v>-0.1</c:v>
                </c:pt>
                <c:pt idx="4551">
                  <c:v>-0.1</c:v>
                </c:pt>
                <c:pt idx="4552">
                  <c:v>-0.1</c:v>
                </c:pt>
                <c:pt idx="4553">
                  <c:v>-0.1</c:v>
                </c:pt>
                <c:pt idx="4554">
                  <c:v>-0.1</c:v>
                </c:pt>
                <c:pt idx="4555">
                  <c:v>-0.1</c:v>
                </c:pt>
                <c:pt idx="4556">
                  <c:v>-0.1</c:v>
                </c:pt>
                <c:pt idx="4557">
                  <c:v>-0.1</c:v>
                </c:pt>
                <c:pt idx="4558">
                  <c:v>-0.1</c:v>
                </c:pt>
                <c:pt idx="4559">
                  <c:v>-0.1</c:v>
                </c:pt>
                <c:pt idx="4560">
                  <c:v>-0.1</c:v>
                </c:pt>
                <c:pt idx="4561">
                  <c:v>-0.1</c:v>
                </c:pt>
                <c:pt idx="4562">
                  <c:v>-0.1</c:v>
                </c:pt>
                <c:pt idx="4563">
                  <c:v>-0.1</c:v>
                </c:pt>
                <c:pt idx="4564">
                  <c:v>-0.1</c:v>
                </c:pt>
                <c:pt idx="4565">
                  <c:v>-0.1</c:v>
                </c:pt>
                <c:pt idx="4566">
                  <c:v>-0.1</c:v>
                </c:pt>
                <c:pt idx="4567">
                  <c:v>-0.1</c:v>
                </c:pt>
                <c:pt idx="4568">
                  <c:v>-0.1</c:v>
                </c:pt>
                <c:pt idx="4569">
                  <c:v>-0.1</c:v>
                </c:pt>
                <c:pt idx="4570">
                  <c:v>-0.1</c:v>
                </c:pt>
                <c:pt idx="4571">
                  <c:v>-0.1</c:v>
                </c:pt>
                <c:pt idx="4572">
                  <c:v>-0.1</c:v>
                </c:pt>
                <c:pt idx="4573">
                  <c:v>-0.1</c:v>
                </c:pt>
                <c:pt idx="4574">
                  <c:v>-0.1</c:v>
                </c:pt>
                <c:pt idx="4575">
                  <c:v>-0.1</c:v>
                </c:pt>
                <c:pt idx="4576">
                  <c:v>-0.1</c:v>
                </c:pt>
                <c:pt idx="4577">
                  <c:v>-0.1</c:v>
                </c:pt>
                <c:pt idx="4578">
                  <c:v>-0.1</c:v>
                </c:pt>
                <c:pt idx="4579">
                  <c:v>-0.1</c:v>
                </c:pt>
                <c:pt idx="4580">
                  <c:v>-0.1</c:v>
                </c:pt>
                <c:pt idx="4581">
                  <c:v>-0.1</c:v>
                </c:pt>
                <c:pt idx="4582">
                  <c:v>-0.1</c:v>
                </c:pt>
                <c:pt idx="4583">
                  <c:v>-0.1</c:v>
                </c:pt>
                <c:pt idx="4584">
                  <c:v>-0.1</c:v>
                </c:pt>
                <c:pt idx="4585">
                  <c:v>-0.1</c:v>
                </c:pt>
                <c:pt idx="4586">
                  <c:v>-0.1</c:v>
                </c:pt>
                <c:pt idx="4587">
                  <c:v>-0.1</c:v>
                </c:pt>
                <c:pt idx="4588">
                  <c:v>-0.1</c:v>
                </c:pt>
                <c:pt idx="4589">
                  <c:v>-0.1</c:v>
                </c:pt>
                <c:pt idx="4590">
                  <c:v>-0.1</c:v>
                </c:pt>
                <c:pt idx="4591">
                  <c:v>-0.1</c:v>
                </c:pt>
                <c:pt idx="4592">
                  <c:v>-0.1</c:v>
                </c:pt>
                <c:pt idx="4593">
                  <c:v>-0.1</c:v>
                </c:pt>
                <c:pt idx="4594">
                  <c:v>-0.1</c:v>
                </c:pt>
                <c:pt idx="4595">
                  <c:v>-0.1</c:v>
                </c:pt>
                <c:pt idx="4596">
                  <c:v>-0.1</c:v>
                </c:pt>
                <c:pt idx="4597">
                  <c:v>-0.1</c:v>
                </c:pt>
                <c:pt idx="4598">
                  <c:v>-0.1</c:v>
                </c:pt>
                <c:pt idx="4599">
                  <c:v>-0.1</c:v>
                </c:pt>
                <c:pt idx="4600">
                  <c:v>-0.1</c:v>
                </c:pt>
                <c:pt idx="4601">
                  <c:v>-0.1</c:v>
                </c:pt>
                <c:pt idx="4602">
                  <c:v>-0.1</c:v>
                </c:pt>
                <c:pt idx="4603">
                  <c:v>-0.1</c:v>
                </c:pt>
                <c:pt idx="4604">
                  <c:v>-0.1</c:v>
                </c:pt>
                <c:pt idx="4605">
                  <c:v>-0.1</c:v>
                </c:pt>
                <c:pt idx="4606">
                  <c:v>-0.1</c:v>
                </c:pt>
                <c:pt idx="4607">
                  <c:v>-0.1</c:v>
                </c:pt>
                <c:pt idx="4608">
                  <c:v>-0.1</c:v>
                </c:pt>
                <c:pt idx="4609">
                  <c:v>-0.1</c:v>
                </c:pt>
                <c:pt idx="4610">
                  <c:v>-0.1</c:v>
                </c:pt>
                <c:pt idx="4611">
                  <c:v>-0.1</c:v>
                </c:pt>
                <c:pt idx="4612">
                  <c:v>-0.1</c:v>
                </c:pt>
                <c:pt idx="4613">
                  <c:v>-0.1</c:v>
                </c:pt>
                <c:pt idx="4614">
                  <c:v>-0.1</c:v>
                </c:pt>
                <c:pt idx="4615">
                  <c:v>-0.1</c:v>
                </c:pt>
                <c:pt idx="4616">
                  <c:v>-0.1</c:v>
                </c:pt>
                <c:pt idx="4617">
                  <c:v>-0.1</c:v>
                </c:pt>
                <c:pt idx="4618">
                  <c:v>-0.1</c:v>
                </c:pt>
                <c:pt idx="4619">
                  <c:v>-0.1</c:v>
                </c:pt>
                <c:pt idx="4620">
                  <c:v>-0.1</c:v>
                </c:pt>
                <c:pt idx="4621">
                  <c:v>-0.1</c:v>
                </c:pt>
                <c:pt idx="4622">
                  <c:v>-0.1</c:v>
                </c:pt>
                <c:pt idx="4623">
                  <c:v>-0.1</c:v>
                </c:pt>
                <c:pt idx="4624">
                  <c:v>-0.1</c:v>
                </c:pt>
                <c:pt idx="4625">
                  <c:v>-0.1</c:v>
                </c:pt>
                <c:pt idx="4626">
                  <c:v>-0.1</c:v>
                </c:pt>
                <c:pt idx="4627">
                  <c:v>-0.1</c:v>
                </c:pt>
                <c:pt idx="4628">
                  <c:v>-0.1</c:v>
                </c:pt>
                <c:pt idx="4629">
                  <c:v>-0.1</c:v>
                </c:pt>
                <c:pt idx="4630">
                  <c:v>-0.1</c:v>
                </c:pt>
                <c:pt idx="4631">
                  <c:v>-0.1</c:v>
                </c:pt>
                <c:pt idx="4632">
                  <c:v>-0.1</c:v>
                </c:pt>
                <c:pt idx="4633">
                  <c:v>-0.1</c:v>
                </c:pt>
                <c:pt idx="4634">
                  <c:v>-0.1</c:v>
                </c:pt>
                <c:pt idx="4635">
                  <c:v>-0.1</c:v>
                </c:pt>
                <c:pt idx="4636">
                  <c:v>-0.1</c:v>
                </c:pt>
                <c:pt idx="4637">
                  <c:v>-0.1</c:v>
                </c:pt>
                <c:pt idx="4638">
                  <c:v>-0.1</c:v>
                </c:pt>
                <c:pt idx="4639">
                  <c:v>-0.1</c:v>
                </c:pt>
                <c:pt idx="4640">
                  <c:v>-0.1</c:v>
                </c:pt>
                <c:pt idx="4641">
                  <c:v>-0.1</c:v>
                </c:pt>
                <c:pt idx="4642">
                  <c:v>-0.1</c:v>
                </c:pt>
                <c:pt idx="4643">
                  <c:v>-0.1</c:v>
                </c:pt>
                <c:pt idx="4644">
                  <c:v>-0.1</c:v>
                </c:pt>
                <c:pt idx="4645">
                  <c:v>-0.1</c:v>
                </c:pt>
                <c:pt idx="4646">
                  <c:v>-0.1</c:v>
                </c:pt>
                <c:pt idx="4647">
                  <c:v>-0.1</c:v>
                </c:pt>
                <c:pt idx="4648">
                  <c:v>-0.1</c:v>
                </c:pt>
                <c:pt idx="4649">
                  <c:v>-0.1</c:v>
                </c:pt>
                <c:pt idx="4650">
                  <c:v>-0.1</c:v>
                </c:pt>
                <c:pt idx="4651">
                  <c:v>-0.1</c:v>
                </c:pt>
                <c:pt idx="4652">
                  <c:v>-0.1</c:v>
                </c:pt>
                <c:pt idx="4653">
                  <c:v>-0.1</c:v>
                </c:pt>
                <c:pt idx="4654">
                  <c:v>-0.1</c:v>
                </c:pt>
                <c:pt idx="4655">
                  <c:v>-0.1</c:v>
                </c:pt>
                <c:pt idx="4656">
                  <c:v>-0.1</c:v>
                </c:pt>
                <c:pt idx="4657">
                  <c:v>-0.1</c:v>
                </c:pt>
                <c:pt idx="4658">
                  <c:v>-0.1</c:v>
                </c:pt>
                <c:pt idx="4659">
                  <c:v>-0.1</c:v>
                </c:pt>
                <c:pt idx="4660">
                  <c:v>-0.1</c:v>
                </c:pt>
                <c:pt idx="4661">
                  <c:v>-0.1</c:v>
                </c:pt>
                <c:pt idx="4662">
                  <c:v>-0.1</c:v>
                </c:pt>
                <c:pt idx="4663">
                  <c:v>-0.1</c:v>
                </c:pt>
                <c:pt idx="4664">
                  <c:v>-0.1</c:v>
                </c:pt>
                <c:pt idx="4665">
                  <c:v>-0.1</c:v>
                </c:pt>
                <c:pt idx="4666">
                  <c:v>-0.1</c:v>
                </c:pt>
                <c:pt idx="4667">
                  <c:v>-0.1</c:v>
                </c:pt>
                <c:pt idx="4668">
                  <c:v>-0.1</c:v>
                </c:pt>
                <c:pt idx="4669">
                  <c:v>-0.1</c:v>
                </c:pt>
                <c:pt idx="4670">
                  <c:v>-0.1</c:v>
                </c:pt>
                <c:pt idx="4671">
                  <c:v>-0.1</c:v>
                </c:pt>
                <c:pt idx="4672">
                  <c:v>-0.1</c:v>
                </c:pt>
                <c:pt idx="4673">
                  <c:v>-0.1</c:v>
                </c:pt>
                <c:pt idx="4674">
                  <c:v>-0.1</c:v>
                </c:pt>
                <c:pt idx="4675">
                  <c:v>-0.1</c:v>
                </c:pt>
                <c:pt idx="4676">
                  <c:v>-0.1</c:v>
                </c:pt>
                <c:pt idx="4677">
                  <c:v>-0.1</c:v>
                </c:pt>
                <c:pt idx="4678">
                  <c:v>-0.1</c:v>
                </c:pt>
                <c:pt idx="4679">
                  <c:v>-0.1</c:v>
                </c:pt>
                <c:pt idx="4680">
                  <c:v>-0.1</c:v>
                </c:pt>
                <c:pt idx="4681">
                  <c:v>-0.1</c:v>
                </c:pt>
                <c:pt idx="4682">
                  <c:v>-0.1</c:v>
                </c:pt>
                <c:pt idx="4683">
                  <c:v>-0.1</c:v>
                </c:pt>
                <c:pt idx="4684">
                  <c:v>-0.1</c:v>
                </c:pt>
                <c:pt idx="4685">
                  <c:v>-0.1</c:v>
                </c:pt>
                <c:pt idx="4686">
                  <c:v>-0.1</c:v>
                </c:pt>
                <c:pt idx="4687">
                  <c:v>-0.1</c:v>
                </c:pt>
                <c:pt idx="4688">
                  <c:v>-0.1</c:v>
                </c:pt>
                <c:pt idx="4689">
                  <c:v>-0.1</c:v>
                </c:pt>
                <c:pt idx="4690">
                  <c:v>-0.1</c:v>
                </c:pt>
                <c:pt idx="4691">
                  <c:v>-0.1</c:v>
                </c:pt>
                <c:pt idx="4692">
                  <c:v>-0.1</c:v>
                </c:pt>
                <c:pt idx="4693">
                  <c:v>-0.1</c:v>
                </c:pt>
                <c:pt idx="4694">
                  <c:v>-0.1</c:v>
                </c:pt>
                <c:pt idx="4695">
                  <c:v>-0.1</c:v>
                </c:pt>
                <c:pt idx="4696">
                  <c:v>-0.1</c:v>
                </c:pt>
                <c:pt idx="4697">
                  <c:v>-0.1</c:v>
                </c:pt>
                <c:pt idx="4698">
                  <c:v>-0.1</c:v>
                </c:pt>
                <c:pt idx="4699">
                  <c:v>-0.1</c:v>
                </c:pt>
                <c:pt idx="4700">
                  <c:v>-0.1</c:v>
                </c:pt>
                <c:pt idx="4701">
                  <c:v>-0.1</c:v>
                </c:pt>
                <c:pt idx="4702">
                  <c:v>-0.1</c:v>
                </c:pt>
                <c:pt idx="4703">
                  <c:v>-0.1</c:v>
                </c:pt>
                <c:pt idx="4704">
                  <c:v>-0.1</c:v>
                </c:pt>
                <c:pt idx="4705">
                  <c:v>-0.1</c:v>
                </c:pt>
                <c:pt idx="4706">
                  <c:v>-0.1</c:v>
                </c:pt>
                <c:pt idx="4707">
                  <c:v>-0.1</c:v>
                </c:pt>
                <c:pt idx="4708">
                  <c:v>-0.1</c:v>
                </c:pt>
                <c:pt idx="4709">
                  <c:v>-0.1</c:v>
                </c:pt>
                <c:pt idx="4710">
                  <c:v>-0.1</c:v>
                </c:pt>
                <c:pt idx="4711">
                  <c:v>-0.1</c:v>
                </c:pt>
                <c:pt idx="4712">
                  <c:v>-0.1</c:v>
                </c:pt>
                <c:pt idx="4713">
                  <c:v>-0.1</c:v>
                </c:pt>
                <c:pt idx="4714">
                  <c:v>-0.1</c:v>
                </c:pt>
                <c:pt idx="4715">
                  <c:v>-0.1</c:v>
                </c:pt>
                <c:pt idx="4716">
                  <c:v>-0.1</c:v>
                </c:pt>
                <c:pt idx="4717">
                  <c:v>-0.1</c:v>
                </c:pt>
                <c:pt idx="4718">
                  <c:v>-0.1</c:v>
                </c:pt>
                <c:pt idx="4719">
                  <c:v>-0.1</c:v>
                </c:pt>
                <c:pt idx="4720">
                  <c:v>-0.1</c:v>
                </c:pt>
                <c:pt idx="4721">
                  <c:v>-0.1</c:v>
                </c:pt>
                <c:pt idx="4722">
                  <c:v>-0.1</c:v>
                </c:pt>
                <c:pt idx="4723">
                  <c:v>-0.1</c:v>
                </c:pt>
                <c:pt idx="4724">
                  <c:v>-0.1</c:v>
                </c:pt>
                <c:pt idx="4725">
                  <c:v>-0.1</c:v>
                </c:pt>
                <c:pt idx="4726">
                  <c:v>-0.1</c:v>
                </c:pt>
                <c:pt idx="4727">
                  <c:v>-0.1</c:v>
                </c:pt>
                <c:pt idx="4728">
                  <c:v>-0.1</c:v>
                </c:pt>
                <c:pt idx="4729">
                  <c:v>-0.1</c:v>
                </c:pt>
                <c:pt idx="4730">
                  <c:v>-0.1</c:v>
                </c:pt>
                <c:pt idx="4731">
                  <c:v>-0.1</c:v>
                </c:pt>
                <c:pt idx="4732">
                  <c:v>-0.1</c:v>
                </c:pt>
                <c:pt idx="4733">
                  <c:v>-0.1</c:v>
                </c:pt>
                <c:pt idx="4734">
                  <c:v>-0.1</c:v>
                </c:pt>
                <c:pt idx="4735">
                  <c:v>-0.1</c:v>
                </c:pt>
                <c:pt idx="4736">
                  <c:v>-0.1</c:v>
                </c:pt>
                <c:pt idx="4737">
                  <c:v>-0.1</c:v>
                </c:pt>
                <c:pt idx="4738">
                  <c:v>-0.1</c:v>
                </c:pt>
                <c:pt idx="4739">
                  <c:v>-0.1</c:v>
                </c:pt>
                <c:pt idx="4740">
                  <c:v>-0.1</c:v>
                </c:pt>
                <c:pt idx="4741">
                  <c:v>-0.1</c:v>
                </c:pt>
                <c:pt idx="4742">
                  <c:v>-0.1</c:v>
                </c:pt>
                <c:pt idx="4743">
                  <c:v>-0.1</c:v>
                </c:pt>
                <c:pt idx="4744">
                  <c:v>-0.1</c:v>
                </c:pt>
                <c:pt idx="4745">
                  <c:v>-0.1</c:v>
                </c:pt>
                <c:pt idx="4746">
                  <c:v>-0.1</c:v>
                </c:pt>
                <c:pt idx="4747">
                  <c:v>-0.1</c:v>
                </c:pt>
                <c:pt idx="4748">
                  <c:v>-0.1</c:v>
                </c:pt>
                <c:pt idx="4749">
                  <c:v>-0.1</c:v>
                </c:pt>
                <c:pt idx="4750">
                  <c:v>-0.1</c:v>
                </c:pt>
                <c:pt idx="4751">
                  <c:v>0.1</c:v>
                </c:pt>
                <c:pt idx="4752">
                  <c:v>0.1</c:v>
                </c:pt>
                <c:pt idx="4753">
                  <c:v>0.1</c:v>
                </c:pt>
                <c:pt idx="4754">
                  <c:v>0.1</c:v>
                </c:pt>
                <c:pt idx="4755">
                  <c:v>0.1</c:v>
                </c:pt>
                <c:pt idx="4756">
                  <c:v>0.1</c:v>
                </c:pt>
                <c:pt idx="4757">
                  <c:v>0.1</c:v>
                </c:pt>
                <c:pt idx="4758">
                  <c:v>0.1</c:v>
                </c:pt>
                <c:pt idx="4759">
                  <c:v>0.1</c:v>
                </c:pt>
                <c:pt idx="4760">
                  <c:v>0.1</c:v>
                </c:pt>
                <c:pt idx="4761">
                  <c:v>0.1</c:v>
                </c:pt>
                <c:pt idx="4762">
                  <c:v>0.1</c:v>
                </c:pt>
                <c:pt idx="4763">
                  <c:v>0.1</c:v>
                </c:pt>
                <c:pt idx="4764">
                  <c:v>0.1</c:v>
                </c:pt>
                <c:pt idx="4765">
                  <c:v>0.1</c:v>
                </c:pt>
                <c:pt idx="4766">
                  <c:v>0.1</c:v>
                </c:pt>
                <c:pt idx="4767">
                  <c:v>0.1</c:v>
                </c:pt>
                <c:pt idx="4768">
                  <c:v>0.1</c:v>
                </c:pt>
                <c:pt idx="4769">
                  <c:v>0.1</c:v>
                </c:pt>
                <c:pt idx="4770">
                  <c:v>0.1</c:v>
                </c:pt>
                <c:pt idx="4771">
                  <c:v>0.1</c:v>
                </c:pt>
                <c:pt idx="4772">
                  <c:v>0.1</c:v>
                </c:pt>
                <c:pt idx="4773">
                  <c:v>0.1</c:v>
                </c:pt>
                <c:pt idx="4774">
                  <c:v>0.1</c:v>
                </c:pt>
                <c:pt idx="4775">
                  <c:v>0.1</c:v>
                </c:pt>
                <c:pt idx="4776">
                  <c:v>0.1</c:v>
                </c:pt>
                <c:pt idx="4777">
                  <c:v>0.1</c:v>
                </c:pt>
                <c:pt idx="4778">
                  <c:v>0.1</c:v>
                </c:pt>
                <c:pt idx="4779">
                  <c:v>0.1</c:v>
                </c:pt>
                <c:pt idx="4780">
                  <c:v>0.1</c:v>
                </c:pt>
                <c:pt idx="4781">
                  <c:v>0.1</c:v>
                </c:pt>
                <c:pt idx="4782">
                  <c:v>0.1</c:v>
                </c:pt>
                <c:pt idx="4783">
                  <c:v>0.1</c:v>
                </c:pt>
                <c:pt idx="4784">
                  <c:v>0.1</c:v>
                </c:pt>
                <c:pt idx="4785">
                  <c:v>0.1</c:v>
                </c:pt>
                <c:pt idx="4786">
                  <c:v>0.1</c:v>
                </c:pt>
                <c:pt idx="4787">
                  <c:v>0.1</c:v>
                </c:pt>
                <c:pt idx="4788">
                  <c:v>0.1</c:v>
                </c:pt>
                <c:pt idx="4789">
                  <c:v>0.1</c:v>
                </c:pt>
                <c:pt idx="4790">
                  <c:v>0.1</c:v>
                </c:pt>
                <c:pt idx="4791">
                  <c:v>0.1</c:v>
                </c:pt>
                <c:pt idx="4792">
                  <c:v>0.1</c:v>
                </c:pt>
                <c:pt idx="4793">
                  <c:v>0.1</c:v>
                </c:pt>
                <c:pt idx="4794">
                  <c:v>0.1</c:v>
                </c:pt>
                <c:pt idx="4795">
                  <c:v>0.1</c:v>
                </c:pt>
                <c:pt idx="4796">
                  <c:v>0.1</c:v>
                </c:pt>
                <c:pt idx="4797">
                  <c:v>0.1</c:v>
                </c:pt>
                <c:pt idx="4798">
                  <c:v>0.1</c:v>
                </c:pt>
                <c:pt idx="4799">
                  <c:v>0.1</c:v>
                </c:pt>
                <c:pt idx="4800">
                  <c:v>0.1</c:v>
                </c:pt>
                <c:pt idx="4801">
                  <c:v>0.1</c:v>
                </c:pt>
                <c:pt idx="4802">
                  <c:v>0.1</c:v>
                </c:pt>
                <c:pt idx="4803">
                  <c:v>0.1</c:v>
                </c:pt>
                <c:pt idx="4804">
                  <c:v>0.1</c:v>
                </c:pt>
                <c:pt idx="4805">
                  <c:v>0.1</c:v>
                </c:pt>
                <c:pt idx="4806">
                  <c:v>0.1</c:v>
                </c:pt>
                <c:pt idx="4807">
                  <c:v>0.1</c:v>
                </c:pt>
                <c:pt idx="4808">
                  <c:v>0.1</c:v>
                </c:pt>
                <c:pt idx="4809">
                  <c:v>0.1</c:v>
                </c:pt>
                <c:pt idx="4810">
                  <c:v>0.1</c:v>
                </c:pt>
                <c:pt idx="4811">
                  <c:v>0.1</c:v>
                </c:pt>
                <c:pt idx="4812">
                  <c:v>0.1</c:v>
                </c:pt>
                <c:pt idx="4813">
                  <c:v>0.1</c:v>
                </c:pt>
                <c:pt idx="4814">
                  <c:v>0.1</c:v>
                </c:pt>
                <c:pt idx="4815">
                  <c:v>0.1</c:v>
                </c:pt>
                <c:pt idx="4816">
                  <c:v>0.1</c:v>
                </c:pt>
                <c:pt idx="4817">
                  <c:v>0.1</c:v>
                </c:pt>
                <c:pt idx="4818">
                  <c:v>0.1</c:v>
                </c:pt>
                <c:pt idx="4819">
                  <c:v>0.1</c:v>
                </c:pt>
                <c:pt idx="4820">
                  <c:v>0.1</c:v>
                </c:pt>
                <c:pt idx="4821">
                  <c:v>0.1</c:v>
                </c:pt>
                <c:pt idx="4822">
                  <c:v>0.1</c:v>
                </c:pt>
                <c:pt idx="4823">
                  <c:v>0.1</c:v>
                </c:pt>
                <c:pt idx="4824">
                  <c:v>0.1</c:v>
                </c:pt>
                <c:pt idx="4825">
                  <c:v>0.1</c:v>
                </c:pt>
                <c:pt idx="4826">
                  <c:v>0.1</c:v>
                </c:pt>
                <c:pt idx="4827">
                  <c:v>0.1</c:v>
                </c:pt>
                <c:pt idx="4828">
                  <c:v>0.1</c:v>
                </c:pt>
                <c:pt idx="4829">
                  <c:v>0.1</c:v>
                </c:pt>
                <c:pt idx="4830">
                  <c:v>0.1</c:v>
                </c:pt>
                <c:pt idx="4831">
                  <c:v>0.1</c:v>
                </c:pt>
                <c:pt idx="4832">
                  <c:v>0.1</c:v>
                </c:pt>
                <c:pt idx="4833">
                  <c:v>0.1</c:v>
                </c:pt>
                <c:pt idx="4834">
                  <c:v>0.1</c:v>
                </c:pt>
                <c:pt idx="4835">
                  <c:v>0.1</c:v>
                </c:pt>
                <c:pt idx="4836">
                  <c:v>0.1</c:v>
                </c:pt>
                <c:pt idx="4837">
                  <c:v>0.1</c:v>
                </c:pt>
                <c:pt idx="4838">
                  <c:v>0.1</c:v>
                </c:pt>
                <c:pt idx="4839">
                  <c:v>0.1</c:v>
                </c:pt>
                <c:pt idx="4840">
                  <c:v>0.1</c:v>
                </c:pt>
                <c:pt idx="4841">
                  <c:v>0.1</c:v>
                </c:pt>
                <c:pt idx="4842">
                  <c:v>0.1</c:v>
                </c:pt>
                <c:pt idx="4843">
                  <c:v>0.1</c:v>
                </c:pt>
                <c:pt idx="4844">
                  <c:v>0.1</c:v>
                </c:pt>
                <c:pt idx="4845">
                  <c:v>0.1</c:v>
                </c:pt>
                <c:pt idx="4846">
                  <c:v>0.1</c:v>
                </c:pt>
                <c:pt idx="4847">
                  <c:v>0.25</c:v>
                </c:pt>
                <c:pt idx="4848">
                  <c:v>0.25</c:v>
                </c:pt>
                <c:pt idx="4849">
                  <c:v>0.25</c:v>
                </c:pt>
                <c:pt idx="4850">
                  <c:v>0.25</c:v>
                </c:pt>
                <c:pt idx="4851">
                  <c:v>0.25</c:v>
                </c:pt>
                <c:pt idx="4852">
                  <c:v>0.25</c:v>
                </c:pt>
                <c:pt idx="4853">
                  <c:v>0.25</c:v>
                </c:pt>
                <c:pt idx="4854">
                  <c:v>0.25</c:v>
                </c:pt>
                <c:pt idx="4855">
                  <c:v>0.25</c:v>
                </c:pt>
                <c:pt idx="4856">
                  <c:v>0.25</c:v>
                </c:pt>
                <c:pt idx="4857">
                  <c:v>0.25</c:v>
                </c:pt>
                <c:pt idx="4858">
                  <c:v>0.25</c:v>
                </c:pt>
                <c:pt idx="4859">
                  <c:v>0.25</c:v>
                </c:pt>
                <c:pt idx="4860">
                  <c:v>0.25</c:v>
                </c:pt>
                <c:pt idx="4861">
                  <c:v>0.25</c:v>
                </c:pt>
                <c:pt idx="4862">
                  <c:v>0.25</c:v>
                </c:pt>
                <c:pt idx="4863">
                  <c:v>0.25</c:v>
                </c:pt>
                <c:pt idx="4864">
                  <c:v>0.25</c:v>
                </c:pt>
                <c:pt idx="4865">
                  <c:v>0.25</c:v>
                </c:pt>
                <c:pt idx="4866">
                  <c:v>0.25</c:v>
                </c:pt>
                <c:pt idx="4867">
                  <c:v>0.25</c:v>
                </c:pt>
                <c:pt idx="4868">
                  <c:v>0.25</c:v>
                </c:pt>
                <c:pt idx="4869">
                  <c:v>0.25</c:v>
                </c:pt>
                <c:pt idx="4870">
                  <c:v>0.25</c:v>
                </c:pt>
                <c:pt idx="4871">
                  <c:v>0.25</c:v>
                </c:pt>
                <c:pt idx="4872">
                  <c:v>0.25</c:v>
                </c:pt>
                <c:pt idx="4873">
                  <c:v>0.25</c:v>
                </c:pt>
                <c:pt idx="4874">
                  <c:v>0.25</c:v>
                </c:pt>
                <c:pt idx="4875">
                  <c:v>0.25</c:v>
                </c:pt>
                <c:pt idx="4876">
                  <c:v>0.25</c:v>
                </c:pt>
                <c:pt idx="4877">
                  <c:v>0.25</c:v>
                </c:pt>
                <c:pt idx="4878">
                  <c:v>0.25</c:v>
                </c:pt>
                <c:pt idx="4879">
                  <c:v>0.25</c:v>
                </c:pt>
                <c:pt idx="4880">
                  <c:v>0.25</c:v>
                </c:pt>
                <c:pt idx="4881">
                  <c:v>0.25</c:v>
                </c:pt>
                <c:pt idx="4882">
                  <c:v>0.25</c:v>
                </c:pt>
                <c:pt idx="4883">
                  <c:v>0.25</c:v>
                </c:pt>
                <c:pt idx="4884">
                  <c:v>0.25</c:v>
                </c:pt>
                <c:pt idx="4885">
                  <c:v>0.25</c:v>
                </c:pt>
                <c:pt idx="4886">
                  <c:v>0.25</c:v>
                </c:pt>
                <c:pt idx="4887">
                  <c:v>0.25</c:v>
                </c:pt>
                <c:pt idx="4888">
                  <c:v>0.25</c:v>
                </c:pt>
                <c:pt idx="4889">
                  <c:v>0.25</c:v>
                </c:pt>
                <c:pt idx="4890">
                  <c:v>0.25</c:v>
                </c:pt>
                <c:pt idx="4891">
                  <c:v>0.25</c:v>
                </c:pt>
                <c:pt idx="4892">
                  <c:v>0.25</c:v>
                </c:pt>
                <c:pt idx="4893">
                  <c:v>0.25</c:v>
                </c:pt>
                <c:pt idx="4894">
                  <c:v>0.25</c:v>
                </c:pt>
                <c:pt idx="4895">
                  <c:v>0.25</c:v>
                </c:pt>
                <c:pt idx="4896">
                  <c:v>0.25</c:v>
                </c:pt>
                <c:pt idx="4897">
                  <c:v>0.25</c:v>
                </c:pt>
                <c:pt idx="4898">
                  <c:v>0.25</c:v>
                </c:pt>
                <c:pt idx="4899">
                  <c:v>0.25</c:v>
                </c:pt>
                <c:pt idx="4900">
                  <c:v>0.25</c:v>
                </c:pt>
                <c:pt idx="4901">
                  <c:v>0.25</c:v>
                </c:pt>
                <c:pt idx="4902">
                  <c:v>0.25</c:v>
                </c:pt>
                <c:pt idx="4903">
                  <c:v>0.25</c:v>
                </c:pt>
                <c:pt idx="4904">
                  <c:v>0.25</c:v>
                </c:pt>
                <c:pt idx="4905">
                  <c:v>0.25</c:v>
                </c:pt>
                <c:pt idx="4906">
                  <c:v>0.25</c:v>
                </c:pt>
                <c:pt idx="4907">
                  <c:v>0.25</c:v>
                </c:pt>
                <c:pt idx="4908">
                  <c:v>0.25</c:v>
                </c:pt>
                <c:pt idx="4909">
                  <c:v>0.25</c:v>
                </c:pt>
                <c:pt idx="4910">
                  <c:v>0.25</c:v>
                </c:pt>
                <c:pt idx="4911">
                  <c:v>0.25</c:v>
                </c:pt>
                <c:pt idx="4912">
                  <c:v>0.25</c:v>
                </c:pt>
                <c:pt idx="4913">
                  <c:v>0.25</c:v>
                </c:pt>
                <c:pt idx="4914">
                  <c:v>0.25</c:v>
                </c:pt>
                <c:pt idx="4915">
                  <c:v>0.25</c:v>
                </c:pt>
                <c:pt idx="4916">
                  <c:v>0.25</c:v>
                </c:pt>
                <c:pt idx="4917">
                  <c:v>0.25</c:v>
                </c:pt>
                <c:pt idx="4918">
                  <c:v>0.25</c:v>
                </c:pt>
                <c:pt idx="4919">
                  <c:v>0.25</c:v>
                </c:pt>
                <c:pt idx="4920">
                  <c:v>0.25</c:v>
                </c:pt>
                <c:pt idx="4921">
                  <c:v>0.25</c:v>
                </c:pt>
                <c:pt idx="4922">
                  <c:v>0.25</c:v>
                </c:pt>
                <c:pt idx="4923">
                  <c:v>0.25</c:v>
                </c:pt>
                <c:pt idx="4924">
                  <c:v>0.25</c:v>
                </c:pt>
                <c:pt idx="4925">
                  <c:v>0.25</c:v>
                </c:pt>
                <c:pt idx="4926">
                  <c:v>0.25</c:v>
                </c:pt>
                <c:pt idx="4927">
                  <c:v>0.25</c:v>
                </c:pt>
                <c:pt idx="4928">
                  <c:v>0.25</c:v>
                </c:pt>
                <c:pt idx="4929">
                  <c:v>0.25</c:v>
                </c:pt>
                <c:pt idx="4930">
                  <c:v>0.25</c:v>
                </c:pt>
                <c:pt idx="4931">
                  <c:v>0.25</c:v>
                </c:pt>
                <c:pt idx="4932">
                  <c:v>0.25</c:v>
                </c:pt>
                <c:pt idx="4933">
                  <c:v>0.25</c:v>
                </c:pt>
                <c:pt idx="4934">
                  <c:v>0.25</c:v>
                </c:pt>
                <c:pt idx="4935">
                  <c:v>0.25</c:v>
                </c:pt>
                <c:pt idx="4936">
                  <c:v>0.25</c:v>
                </c:pt>
                <c:pt idx="4937">
                  <c:v>0.25</c:v>
                </c:pt>
                <c:pt idx="4938">
                  <c:v>0.25</c:v>
                </c:pt>
                <c:pt idx="4939">
                  <c:v>0.25</c:v>
                </c:pt>
                <c:pt idx="4940">
                  <c:v>0.25</c:v>
                </c:pt>
                <c:pt idx="4941">
                  <c:v>0.25</c:v>
                </c:pt>
                <c:pt idx="4942">
                  <c:v>0.25</c:v>
                </c:pt>
                <c:pt idx="4943">
                  <c:v>0.25</c:v>
                </c:pt>
                <c:pt idx="4944">
                  <c:v>0.25</c:v>
                </c:pt>
                <c:pt idx="4945">
                  <c:v>0.25</c:v>
                </c:pt>
                <c:pt idx="4946">
                  <c:v>0.25</c:v>
                </c:pt>
                <c:pt idx="4947">
                  <c:v>0.25</c:v>
                </c:pt>
                <c:pt idx="4948">
                  <c:v>0.25</c:v>
                </c:pt>
                <c:pt idx="4949">
                  <c:v>0.25</c:v>
                </c:pt>
                <c:pt idx="4950">
                  <c:v>0.25</c:v>
                </c:pt>
                <c:pt idx="4951">
                  <c:v>0.25</c:v>
                </c:pt>
                <c:pt idx="4952">
                  <c:v>0.25</c:v>
                </c:pt>
                <c:pt idx="4953">
                  <c:v>0.25</c:v>
                </c:pt>
                <c:pt idx="4954">
                  <c:v>0.25</c:v>
                </c:pt>
                <c:pt idx="4955">
                  <c:v>0.25</c:v>
                </c:pt>
                <c:pt idx="4956">
                  <c:v>0.25</c:v>
                </c:pt>
                <c:pt idx="4957">
                  <c:v>0.25</c:v>
                </c:pt>
                <c:pt idx="4958">
                  <c:v>0.25</c:v>
                </c:pt>
                <c:pt idx="4959">
                  <c:v>0.25</c:v>
                </c:pt>
                <c:pt idx="4960">
                  <c:v>0.25</c:v>
                </c:pt>
                <c:pt idx="4961">
                  <c:v>0.25</c:v>
                </c:pt>
                <c:pt idx="4962">
                  <c:v>0.25</c:v>
                </c:pt>
                <c:pt idx="4963">
                  <c:v>0.25</c:v>
                </c:pt>
                <c:pt idx="4964">
                  <c:v>0.25</c:v>
                </c:pt>
                <c:pt idx="4965">
                  <c:v>0.25</c:v>
                </c:pt>
                <c:pt idx="4966">
                  <c:v>0.25</c:v>
                </c:pt>
                <c:pt idx="4967">
                  <c:v>0.25</c:v>
                </c:pt>
                <c:pt idx="4968">
                  <c:v>0.25</c:v>
                </c:pt>
                <c:pt idx="4969">
                  <c:v>0.25</c:v>
                </c:pt>
                <c:pt idx="4970">
                  <c:v>0.25</c:v>
                </c:pt>
                <c:pt idx="4971">
                  <c:v>0.25</c:v>
                </c:pt>
                <c:pt idx="4972">
                  <c:v>0.25</c:v>
                </c:pt>
                <c:pt idx="4973">
                  <c:v>0.25</c:v>
                </c:pt>
                <c:pt idx="4974">
                  <c:v>0.5</c:v>
                </c:pt>
                <c:pt idx="4975">
                  <c:v>0.5</c:v>
                </c:pt>
                <c:pt idx="4976">
                  <c:v>0.5</c:v>
                </c:pt>
                <c:pt idx="4977">
                  <c:v>0.5</c:v>
                </c:pt>
                <c:pt idx="4978">
                  <c:v>0.5</c:v>
                </c:pt>
                <c:pt idx="4979">
                  <c:v>0.5</c:v>
                </c:pt>
                <c:pt idx="4980">
                  <c:v>0.5</c:v>
                </c:pt>
                <c:pt idx="4981">
                  <c:v>0.5</c:v>
                </c:pt>
                <c:pt idx="4982">
                  <c:v>0.5</c:v>
                </c:pt>
                <c:pt idx="4983">
                  <c:v>0.5</c:v>
                </c:pt>
                <c:pt idx="4984">
                  <c:v>0.5</c:v>
                </c:pt>
                <c:pt idx="4985">
                  <c:v>0.5</c:v>
                </c:pt>
                <c:pt idx="4986">
                  <c:v>0.5</c:v>
                </c:pt>
                <c:pt idx="4987">
                  <c:v>0.5</c:v>
                </c:pt>
                <c:pt idx="4988">
                  <c:v>0.5</c:v>
                </c:pt>
                <c:pt idx="4989">
                  <c:v>0.5</c:v>
                </c:pt>
                <c:pt idx="4990">
                  <c:v>0.5</c:v>
                </c:pt>
                <c:pt idx="4991">
                  <c:v>0.5</c:v>
                </c:pt>
                <c:pt idx="4992">
                  <c:v>0.5</c:v>
                </c:pt>
                <c:pt idx="4993">
                  <c:v>0.5</c:v>
                </c:pt>
                <c:pt idx="4994">
                  <c:v>0.5</c:v>
                </c:pt>
                <c:pt idx="4995">
                  <c:v>0.5</c:v>
                </c:pt>
                <c:pt idx="4996">
                  <c:v>0.5</c:v>
                </c:pt>
                <c:pt idx="4997">
                  <c:v>0.5</c:v>
                </c:pt>
                <c:pt idx="4998">
                  <c:v>0.5</c:v>
                </c:pt>
                <c:pt idx="4999">
                  <c:v>0.5</c:v>
                </c:pt>
                <c:pt idx="5000">
                  <c:v>0.5</c:v>
                </c:pt>
                <c:pt idx="5001">
                  <c:v>0.5</c:v>
                </c:pt>
                <c:pt idx="5002">
                  <c:v>0.5</c:v>
                </c:pt>
                <c:pt idx="5003">
                  <c:v>0.5</c:v>
                </c:pt>
                <c:pt idx="5004">
                  <c:v>0.5</c:v>
                </c:pt>
                <c:pt idx="5005">
                  <c:v>0.5</c:v>
                </c:pt>
                <c:pt idx="5006">
                  <c:v>0.5</c:v>
                </c:pt>
                <c:pt idx="5007">
                  <c:v>0.5</c:v>
                </c:pt>
                <c:pt idx="5008">
                  <c:v>0.5</c:v>
                </c:pt>
                <c:pt idx="5009">
                  <c:v>0.5</c:v>
                </c:pt>
                <c:pt idx="5010">
                  <c:v>0.5</c:v>
                </c:pt>
                <c:pt idx="5011">
                  <c:v>0.5</c:v>
                </c:pt>
                <c:pt idx="5012">
                  <c:v>0.5</c:v>
                </c:pt>
                <c:pt idx="5013">
                  <c:v>0.5</c:v>
                </c:pt>
                <c:pt idx="5014">
                  <c:v>0.5</c:v>
                </c:pt>
                <c:pt idx="5015">
                  <c:v>0.5</c:v>
                </c:pt>
                <c:pt idx="5016">
                  <c:v>0.5</c:v>
                </c:pt>
                <c:pt idx="5017">
                  <c:v>0.5</c:v>
                </c:pt>
                <c:pt idx="5018">
                  <c:v>0.5</c:v>
                </c:pt>
                <c:pt idx="5019">
                  <c:v>0.5</c:v>
                </c:pt>
                <c:pt idx="5020">
                  <c:v>0.5</c:v>
                </c:pt>
                <c:pt idx="5021">
                  <c:v>0.5</c:v>
                </c:pt>
                <c:pt idx="5022">
                  <c:v>0.5</c:v>
                </c:pt>
                <c:pt idx="5023">
                  <c:v>0.5</c:v>
                </c:pt>
                <c:pt idx="5024">
                  <c:v>0.5</c:v>
                </c:pt>
                <c:pt idx="5025">
                  <c:v>0.5</c:v>
                </c:pt>
                <c:pt idx="5026">
                  <c:v>0.5</c:v>
                </c:pt>
                <c:pt idx="5027">
                  <c:v>0.5</c:v>
                </c:pt>
                <c:pt idx="5028">
                  <c:v>0.5</c:v>
                </c:pt>
                <c:pt idx="5029">
                  <c:v>0.5</c:v>
                </c:pt>
                <c:pt idx="5030">
                  <c:v>0.5</c:v>
                </c:pt>
                <c:pt idx="5031">
                  <c:v>0.5</c:v>
                </c:pt>
                <c:pt idx="5032">
                  <c:v>0.5</c:v>
                </c:pt>
                <c:pt idx="5033">
                  <c:v>0.5</c:v>
                </c:pt>
                <c:pt idx="5034">
                  <c:v>0.5</c:v>
                </c:pt>
                <c:pt idx="5035">
                  <c:v>0.5</c:v>
                </c:pt>
                <c:pt idx="5036">
                  <c:v>0.5</c:v>
                </c:pt>
                <c:pt idx="5037">
                  <c:v>0.5</c:v>
                </c:pt>
                <c:pt idx="5038">
                  <c:v>0.5</c:v>
                </c:pt>
                <c:pt idx="5039">
                  <c:v>0.5</c:v>
                </c:pt>
                <c:pt idx="5040">
                  <c:v>0.5</c:v>
                </c:pt>
                <c:pt idx="5041">
                  <c:v>0.5</c:v>
                </c:pt>
                <c:pt idx="5042">
                  <c:v>0.5</c:v>
                </c:pt>
                <c:pt idx="5043">
                  <c:v>0.5</c:v>
                </c:pt>
                <c:pt idx="5044">
                  <c:v>0.5</c:v>
                </c:pt>
                <c:pt idx="5045">
                  <c:v>0.5</c:v>
                </c:pt>
                <c:pt idx="5046">
                  <c:v>0.5</c:v>
                </c:pt>
                <c:pt idx="5047">
                  <c:v>0.5</c:v>
                </c:pt>
                <c:pt idx="5048">
                  <c:v>0.5</c:v>
                </c:pt>
                <c:pt idx="5049">
                  <c:v>0.5</c:v>
                </c:pt>
                <c:pt idx="5050">
                  <c:v>0.5</c:v>
                </c:pt>
                <c:pt idx="5051">
                  <c:v>0.5</c:v>
                </c:pt>
                <c:pt idx="5052">
                  <c:v>0.5</c:v>
                </c:pt>
                <c:pt idx="5053">
                  <c:v>0.5</c:v>
                </c:pt>
                <c:pt idx="5054">
                  <c:v>0.5</c:v>
                </c:pt>
                <c:pt idx="5055">
                  <c:v>0.5</c:v>
                </c:pt>
                <c:pt idx="5056">
                  <c:v>0.5</c:v>
                </c:pt>
                <c:pt idx="5057">
                  <c:v>0.5</c:v>
                </c:pt>
                <c:pt idx="5058">
                  <c:v>0.5</c:v>
                </c:pt>
                <c:pt idx="5059">
                  <c:v>0.5</c:v>
                </c:pt>
                <c:pt idx="5060">
                  <c:v>0.5</c:v>
                </c:pt>
                <c:pt idx="5061">
                  <c:v>0.5</c:v>
                </c:pt>
                <c:pt idx="5062">
                  <c:v>0.5</c:v>
                </c:pt>
                <c:pt idx="5063">
                  <c:v>0.5</c:v>
                </c:pt>
                <c:pt idx="5064">
                  <c:v>0.5</c:v>
                </c:pt>
                <c:pt idx="5065">
                  <c:v>0.5</c:v>
                </c:pt>
                <c:pt idx="5066">
                  <c:v>0.5</c:v>
                </c:pt>
                <c:pt idx="5067">
                  <c:v>0.5</c:v>
                </c:pt>
                <c:pt idx="5068">
                  <c:v>0.5</c:v>
                </c:pt>
                <c:pt idx="5069">
                  <c:v>0.5</c:v>
                </c:pt>
                <c:pt idx="5070">
                  <c:v>0.5</c:v>
                </c:pt>
                <c:pt idx="5071">
                  <c:v>0.5</c:v>
                </c:pt>
                <c:pt idx="5072">
                  <c:v>0.5</c:v>
                </c:pt>
                <c:pt idx="5073">
                  <c:v>0.5</c:v>
                </c:pt>
                <c:pt idx="5074">
                  <c:v>0.5</c:v>
                </c:pt>
                <c:pt idx="5075">
                  <c:v>0.5</c:v>
                </c:pt>
                <c:pt idx="5076">
                  <c:v>0.5</c:v>
                </c:pt>
                <c:pt idx="5077">
                  <c:v>0.5</c:v>
                </c:pt>
                <c:pt idx="5078">
                  <c:v>0.5</c:v>
                </c:pt>
                <c:pt idx="5079">
                  <c:v>0.5</c:v>
                </c:pt>
                <c:pt idx="5080">
                  <c:v>0.5</c:v>
                </c:pt>
                <c:pt idx="5081">
                  <c:v>0.5</c:v>
                </c:pt>
                <c:pt idx="5082">
                  <c:v>0.5</c:v>
                </c:pt>
                <c:pt idx="5083">
                  <c:v>0.5</c:v>
                </c:pt>
                <c:pt idx="5084">
                  <c:v>0.5</c:v>
                </c:pt>
                <c:pt idx="5085">
                  <c:v>0.5</c:v>
                </c:pt>
                <c:pt idx="5086">
                  <c:v>0.5</c:v>
                </c:pt>
                <c:pt idx="5087">
                  <c:v>0.5</c:v>
                </c:pt>
                <c:pt idx="5088">
                  <c:v>0.5</c:v>
                </c:pt>
                <c:pt idx="5089">
                  <c:v>0.5</c:v>
                </c:pt>
                <c:pt idx="5090">
                  <c:v>0.5</c:v>
                </c:pt>
                <c:pt idx="5091">
                  <c:v>0.5</c:v>
                </c:pt>
                <c:pt idx="5092">
                  <c:v>0.5</c:v>
                </c:pt>
                <c:pt idx="5093">
                  <c:v>0.5</c:v>
                </c:pt>
                <c:pt idx="5094">
                  <c:v>0.5</c:v>
                </c:pt>
                <c:pt idx="5095">
                  <c:v>0.5</c:v>
                </c:pt>
                <c:pt idx="5096">
                  <c:v>0.5</c:v>
                </c:pt>
                <c:pt idx="5097">
                  <c:v>0.5</c:v>
                </c:pt>
                <c:pt idx="5098">
                  <c:v>0.5</c:v>
                </c:pt>
                <c:pt idx="5099">
                  <c:v>0.5</c:v>
                </c:pt>
                <c:pt idx="5100">
                  <c:v>0.5</c:v>
                </c:pt>
                <c:pt idx="5101">
                  <c:v>0.5</c:v>
                </c:pt>
                <c:pt idx="5102">
                  <c:v>0.5</c:v>
                </c:pt>
                <c:pt idx="5103">
                  <c:v>0.5</c:v>
                </c:pt>
                <c:pt idx="5104">
                  <c:v>0.5</c:v>
                </c:pt>
                <c:pt idx="5105">
                  <c:v>0.5</c:v>
                </c:pt>
                <c:pt idx="5106">
                  <c:v>0.5</c:v>
                </c:pt>
                <c:pt idx="5107">
                  <c:v>0.5</c:v>
                </c:pt>
                <c:pt idx="5108">
                  <c:v>0.5</c:v>
                </c:pt>
                <c:pt idx="5109">
                  <c:v>0.5</c:v>
                </c:pt>
                <c:pt idx="5110">
                  <c:v>0.5</c:v>
                </c:pt>
                <c:pt idx="5111">
                  <c:v>0.5</c:v>
                </c:pt>
                <c:pt idx="5112">
                  <c:v>0.5</c:v>
                </c:pt>
                <c:pt idx="5113">
                  <c:v>0.5</c:v>
                </c:pt>
                <c:pt idx="5114">
                  <c:v>0.5</c:v>
                </c:pt>
                <c:pt idx="5115">
                  <c:v>0.5</c:v>
                </c:pt>
                <c:pt idx="5116">
                  <c:v>0.5</c:v>
                </c:pt>
                <c:pt idx="5117">
                  <c:v>0.5</c:v>
                </c:pt>
                <c:pt idx="5118">
                  <c:v>0.5</c:v>
                </c:pt>
                <c:pt idx="5119">
                  <c:v>0.5</c:v>
                </c:pt>
                <c:pt idx="5120">
                  <c:v>0.5</c:v>
                </c:pt>
                <c:pt idx="5121">
                  <c:v>0.5</c:v>
                </c:pt>
                <c:pt idx="5122">
                  <c:v>0.5</c:v>
                </c:pt>
                <c:pt idx="5123">
                  <c:v>0.5</c:v>
                </c:pt>
                <c:pt idx="5124">
                  <c:v>0.5</c:v>
                </c:pt>
                <c:pt idx="5125">
                  <c:v>0.5</c:v>
                </c:pt>
                <c:pt idx="5126">
                  <c:v>0.5</c:v>
                </c:pt>
                <c:pt idx="5127">
                  <c:v>0.5</c:v>
                </c:pt>
                <c:pt idx="5128">
                  <c:v>0.5</c:v>
                </c:pt>
                <c:pt idx="5129">
                  <c:v>0.5</c:v>
                </c:pt>
                <c:pt idx="5130">
                  <c:v>0.5</c:v>
                </c:pt>
                <c:pt idx="5131">
                  <c:v>0.5</c:v>
                </c:pt>
                <c:pt idx="5132">
                  <c:v>0.5</c:v>
                </c:pt>
                <c:pt idx="5133">
                  <c:v>0.5</c:v>
                </c:pt>
                <c:pt idx="5134">
                  <c:v>0.5</c:v>
                </c:pt>
                <c:pt idx="5135">
                  <c:v>0.5</c:v>
                </c:pt>
                <c:pt idx="5136">
                  <c:v>0.5</c:v>
                </c:pt>
                <c:pt idx="5137">
                  <c:v>0.5</c:v>
                </c:pt>
                <c:pt idx="5138">
                  <c:v>0.5</c:v>
                </c:pt>
                <c:pt idx="5139">
                  <c:v>0.5</c:v>
                </c:pt>
                <c:pt idx="5140">
                  <c:v>0.5</c:v>
                </c:pt>
                <c:pt idx="5141">
                  <c:v>0.5</c:v>
                </c:pt>
                <c:pt idx="5142">
                  <c:v>0.5</c:v>
                </c:pt>
                <c:pt idx="5143">
                  <c:v>0.5</c:v>
                </c:pt>
                <c:pt idx="5144">
                  <c:v>0.5</c:v>
                </c:pt>
                <c:pt idx="5145">
                  <c:v>0.5</c:v>
                </c:pt>
                <c:pt idx="5146">
                  <c:v>0.5</c:v>
                </c:pt>
                <c:pt idx="5147">
                  <c:v>0.5</c:v>
                </c:pt>
                <c:pt idx="5148">
                  <c:v>0.5</c:v>
                </c:pt>
                <c:pt idx="5149">
                  <c:v>0.5</c:v>
                </c:pt>
                <c:pt idx="5150">
                  <c:v>0.5</c:v>
                </c:pt>
                <c:pt idx="5151">
                  <c:v>0.5</c:v>
                </c:pt>
                <c:pt idx="5152">
                  <c:v>0.5</c:v>
                </c:pt>
                <c:pt idx="5153">
                  <c:v>0.5</c:v>
                </c:pt>
                <c:pt idx="5154">
                  <c:v>0.5</c:v>
                </c:pt>
                <c:pt idx="5155">
                  <c:v>0.5</c:v>
                </c:pt>
                <c:pt idx="5156">
                  <c:v>0.5</c:v>
                </c:pt>
                <c:pt idx="5157">
                  <c:v>0.5</c:v>
                </c:pt>
                <c:pt idx="5158">
                  <c:v>0.5</c:v>
                </c:pt>
                <c:pt idx="5159">
                  <c:v>0.5</c:v>
                </c:pt>
                <c:pt idx="5160">
                  <c:v>0.5</c:v>
                </c:pt>
                <c:pt idx="5161">
                  <c:v>0.5</c:v>
                </c:pt>
                <c:pt idx="5162">
                  <c:v>0.5</c:v>
                </c:pt>
                <c:pt idx="5163">
                  <c:v>0.5</c:v>
                </c:pt>
                <c:pt idx="5164">
                  <c:v>0.5</c:v>
                </c:pt>
                <c:pt idx="5165">
                  <c:v>0.5</c:v>
                </c:pt>
                <c:pt idx="5166">
                  <c:v>0.5</c:v>
                </c:pt>
                <c:pt idx="5167">
                  <c:v>0.5</c:v>
                </c:pt>
                <c:pt idx="5168">
                  <c:v>0.5</c:v>
                </c:pt>
                <c:pt idx="5169">
                  <c:v>0.5</c:v>
                </c:pt>
                <c:pt idx="5170">
                  <c:v>0.5</c:v>
                </c:pt>
                <c:pt idx="5171">
                  <c:v>0.5</c:v>
                </c:pt>
                <c:pt idx="5172">
                  <c:v>0.5</c:v>
                </c:pt>
                <c:pt idx="5173">
                  <c:v>0.5</c:v>
                </c:pt>
                <c:pt idx="5174">
                  <c:v>0.5</c:v>
                </c:pt>
                <c:pt idx="5175">
                  <c:v>0.5</c:v>
                </c:pt>
                <c:pt idx="5176">
                  <c:v>0.5</c:v>
                </c:pt>
                <c:pt idx="5177">
                  <c:v>0.5</c:v>
                </c:pt>
                <c:pt idx="5178">
                  <c:v>0.5</c:v>
                </c:pt>
                <c:pt idx="5179">
                  <c:v>0.5</c:v>
                </c:pt>
                <c:pt idx="5180">
                  <c:v>0.5</c:v>
                </c:pt>
                <c:pt idx="5181">
                  <c:v>0.5</c:v>
                </c:pt>
                <c:pt idx="5182">
                  <c:v>0.5</c:v>
                </c:pt>
                <c:pt idx="5183">
                  <c:v>0.5</c:v>
                </c:pt>
                <c:pt idx="5184">
                  <c:v>0.5</c:v>
                </c:pt>
                <c:pt idx="5185">
                  <c:v>0.5</c:v>
                </c:pt>
                <c:pt idx="5186">
                  <c:v>0.5</c:v>
                </c:pt>
                <c:pt idx="5187">
                  <c:v>0.5</c:v>
                </c:pt>
                <c:pt idx="5188">
                  <c:v>0.5</c:v>
                </c:pt>
                <c:pt idx="5189">
                  <c:v>0.5</c:v>
                </c:pt>
                <c:pt idx="5190">
                  <c:v>0.5</c:v>
                </c:pt>
                <c:pt idx="5191">
                  <c:v>0.5</c:v>
                </c:pt>
                <c:pt idx="5192">
                  <c:v>0.5</c:v>
                </c:pt>
                <c:pt idx="5193">
                  <c:v>0.5</c:v>
                </c:pt>
                <c:pt idx="5194">
                  <c:v>0.5</c:v>
                </c:pt>
                <c:pt idx="5195">
                  <c:v>0.5</c:v>
                </c:pt>
                <c:pt idx="5196">
                  <c:v>0.5</c:v>
                </c:pt>
                <c:pt idx="5197">
                  <c:v>0.5</c:v>
                </c:pt>
                <c:pt idx="5198">
                  <c:v>0.5</c:v>
                </c:pt>
                <c:pt idx="5199">
                  <c:v>0.5</c:v>
                </c:pt>
                <c:pt idx="5200">
                  <c:v>0.5</c:v>
                </c:pt>
                <c:pt idx="5201">
                  <c:v>0.5</c:v>
                </c:pt>
                <c:pt idx="5202">
                  <c:v>0.5</c:v>
                </c:pt>
                <c:pt idx="5203">
                  <c:v>0.5</c:v>
                </c:pt>
                <c:pt idx="5204">
                  <c:v>0.5</c:v>
                </c:pt>
                <c:pt idx="5205">
                  <c:v>0.5</c:v>
                </c:pt>
                <c:pt idx="5206">
                  <c:v>0.5</c:v>
                </c:pt>
                <c:pt idx="5207">
                  <c:v>0.5</c:v>
                </c:pt>
                <c:pt idx="5208">
                  <c:v>0.5</c:v>
                </c:pt>
                <c:pt idx="5209">
                  <c:v>0.75</c:v>
                </c:pt>
                <c:pt idx="5210">
                  <c:v>0.75</c:v>
                </c:pt>
                <c:pt idx="5211">
                  <c:v>0.75</c:v>
                </c:pt>
                <c:pt idx="5212">
                  <c:v>0.75</c:v>
                </c:pt>
                <c:pt idx="5213">
                  <c:v>0.75</c:v>
                </c:pt>
                <c:pt idx="5214">
                  <c:v>0.75</c:v>
                </c:pt>
                <c:pt idx="5215">
                  <c:v>0.75</c:v>
                </c:pt>
                <c:pt idx="5216">
                  <c:v>0.75</c:v>
                </c:pt>
                <c:pt idx="5217">
                  <c:v>0.75</c:v>
                </c:pt>
                <c:pt idx="5218">
                  <c:v>0.75</c:v>
                </c:pt>
                <c:pt idx="5219">
                  <c:v>0.75</c:v>
                </c:pt>
                <c:pt idx="5220">
                  <c:v>0.75</c:v>
                </c:pt>
                <c:pt idx="5221">
                  <c:v>0.75</c:v>
                </c:pt>
                <c:pt idx="5222">
                  <c:v>0.75</c:v>
                </c:pt>
                <c:pt idx="5223">
                  <c:v>0.75</c:v>
                </c:pt>
                <c:pt idx="5224">
                  <c:v>0.75</c:v>
                </c:pt>
                <c:pt idx="5225">
                  <c:v>0.75</c:v>
                </c:pt>
                <c:pt idx="5226">
                  <c:v>0.75</c:v>
                </c:pt>
                <c:pt idx="5227">
                  <c:v>0.75</c:v>
                </c:pt>
                <c:pt idx="5228">
                  <c:v>0.75</c:v>
                </c:pt>
                <c:pt idx="5229">
                  <c:v>0.75</c:v>
                </c:pt>
                <c:pt idx="5230">
                  <c:v>0.75</c:v>
                </c:pt>
                <c:pt idx="5231">
                  <c:v>0.75</c:v>
                </c:pt>
                <c:pt idx="5232">
                  <c:v>0.75</c:v>
                </c:pt>
                <c:pt idx="5233">
                  <c:v>0.75</c:v>
                </c:pt>
                <c:pt idx="5234">
                  <c:v>0.75</c:v>
                </c:pt>
                <c:pt idx="5235">
                  <c:v>0.75</c:v>
                </c:pt>
                <c:pt idx="5236">
                  <c:v>0.75</c:v>
                </c:pt>
                <c:pt idx="5237">
                  <c:v>0.75</c:v>
                </c:pt>
                <c:pt idx="5238">
                  <c:v>0.75</c:v>
                </c:pt>
                <c:pt idx="5239">
                  <c:v>0.75</c:v>
                </c:pt>
                <c:pt idx="5240">
                  <c:v>0.75</c:v>
                </c:pt>
                <c:pt idx="5241">
                  <c:v>0.75</c:v>
                </c:pt>
                <c:pt idx="5242">
                  <c:v>0.75</c:v>
                </c:pt>
                <c:pt idx="5243">
                  <c:v>0.75</c:v>
                </c:pt>
                <c:pt idx="5244">
                  <c:v>0.75</c:v>
                </c:pt>
                <c:pt idx="5245">
                  <c:v>0.75</c:v>
                </c:pt>
                <c:pt idx="5246">
                  <c:v>0.75</c:v>
                </c:pt>
                <c:pt idx="5247">
                  <c:v>0.75</c:v>
                </c:pt>
                <c:pt idx="5248">
                  <c:v>0.75</c:v>
                </c:pt>
                <c:pt idx="5249">
                  <c:v>0.75</c:v>
                </c:pt>
                <c:pt idx="5250">
                  <c:v>0.75</c:v>
                </c:pt>
                <c:pt idx="5251">
                  <c:v>0.75</c:v>
                </c:pt>
                <c:pt idx="5252">
                  <c:v>0.75</c:v>
                </c:pt>
                <c:pt idx="5253">
                  <c:v>0.75</c:v>
                </c:pt>
                <c:pt idx="5254">
                  <c:v>0.75</c:v>
                </c:pt>
                <c:pt idx="5255">
                  <c:v>0.75</c:v>
                </c:pt>
                <c:pt idx="5256">
                  <c:v>0.75</c:v>
                </c:pt>
                <c:pt idx="5257">
                  <c:v>0.75</c:v>
                </c:pt>
                <c:pt idx="5258">
                  <c:v>0.75</c:v>
                </c:pt>
                <c:pt idx="5259">
                  <c:v>0.75</c:v>
                </c:pt>
                <c:pt idx="5260">
                  <c:v>0.75</c:v>
                </c:pt>
                <c:pt idx="5261">
                  <c:v>0.75</c:v>
                </c:pt>
                <c:pt idx="5262">
                  <c:v>0.75</c:v>
                </c:pt>
                <c:pt idx="5263">
                  <c:v>0.75</c:v>
                </c:pt>
                <c:pt idx="5264">
                  <c:v>0.75</c:v>
                </c:pt>
                <c:pt idx="5265">
                  <c:v>0.75</c:v>
                </c:pt>
                <c:pt idx="5266">
                  <c:v>0.75</c:v>
                </c:pt>
                <c:pt idx="5267">
                  <c:v>0.75</c:v>
                </c:pt>
                <c:pt idx="5268">
                  <c:v>0.75</c:v>
                </c:pt>
                <c:pt idx="5269">
                  <c:v>0.75</c:v>
                </c:pt>
                <c:pt idx="5270">
                  <c:v>0.75</c:v>
                </c:pt>
                <c:pt idx="5271">
                  <c:v>0.75</c:v>
                </c:pt>
                <c:pt idx="5272">
                  <c:v>0.75</c:v>
                </c:pt>
                <c:pt idx="5273">
                  <c:v>0.75</c:v>
                </c:pt>
                <c:pt idx="5274">
                  <c:v>0.75</c:v>
                </c:pt>
                <c:pt idx="5275">
                  <c:v>0.75</c:v>
                </c:pt>
                <c:pt idx="5276">
                  <c:v>0.75</c:v>
                </c:pt>
                <c:pt idx="5277">
                  <c:v>0.75</c:v>
                </c:pt>
                <c:pt idx="5278">
                  <c:v>0.75</c:v>
                </c:pt>
                <c:pt idx="5279">
                  <c:v>0.75</c:v>
                </c:pt>
                <c:pt idx="5280">
                  <c:v>0.75</c:v>
                </c:pt>
                <c:pt idx="5281">
                  <c:v>0.75</c:v>
                </c:pt>
                <c:pt idx="5282">
                  <c:v>0.75</c:v>
                </c:pt>
                <c:pt idx="5283">
                  <c:v>0.75</c:v>
                </c:pt>
                <c:pt idx="5284">
                  <c:v>0.75</c:v>
                </c:pt>
                <c:pt idx="5285">
                  <c:v>0.75</c:v>
                </c:pt>
                <c:pt idx="5286">
                  <c:v>0.75</c:v>
                </c:pt>
                <c:pt idx="5287">
                  <c:v>0.75</c:v>
                </c:pt>
                <c:pt idx="5288">
                  <c:v>0.75</c:v>
                </c:pt>
                <c:pt idx="5289">
                  <c:v>0.75</c:v>
                </c:pt>
                <c:pt idx="5290">
                  <c:v>0.75</c:v>
                </c:pt>
                <c:pt idx="5291">
                  <c:v>0.75</c:v>
                </c:pt>
                <c:pt idx="5292">
                  <c:v>0.75</c:v>
                </c:pt>
                <c:pt idx="5293">
                  <c:v>0.75</c:v>
                </c:pt>
                <c:pt idx="5294">
                  <c:v>0.75</c:v>
                </c:pt>
                <c:pt idx="5295">
                  <c:v>0.75</c:v>
                </c:pt>
                <c:pt idx="5296">
                  <c:v>0.75</c:v>
                </c:pt>
                <c:pt idx="5297">
                  <c:v>0.75</c:v>
                </c:pt>
                <c:pt idx="5298">
                  <c:v>0.75</c:v>
                </c:pt>
                <c:pt idx="5299">
                  <c:v>0.75</c:v>
                </c:pt>
                <c:pt idx="5300">
                  <c:v>0.75</c:v>
                </c:pt>
                <c:pt idx="5301">
                  <c:v>0.75</c:v>
                </c:pt>
                <c:pt idx="5302">
                  <c:v>0.75</c:v>
                </c:pt>
                <c:pt idx="5303">
                  <c:v>0.75</c:v>
                </c:pt>
                <c:pt idx="5304">
                  <c:v>0.75</c:v>
                </c:pt>
                <c:pt idx="5305">
                  <c:v>0.75</c:v>
                </c:pt>
                <c:pt idx="5306">
                  <c:v>0.75</c:v>
                </c:pt>
                <c:pt idx="5307">
                  <c:v>0.75</c:v>
                </c:pt>
                <c:pt idx="5308">
                  <c:v>0.75</c:v>
                </c:pt>
                <c:pt idx="5309">
                  <c:v>0.75</c:v>
                </c:pt>
                <c:pt idx="5310">
                  <c:v>0.75</c:v>
                </c:pt>
                <c:pt idx="5311">
                  <c:v>0.75</c:v>
                </c:pt>
                <c:pt idx="5312">
                  <c:v>0.75</c:v>
                </c:pt>
                <c:pt idx="5313">
                  <c:v>0.75</c:v>
                </c:pt>
                <c:pt idx="5314">
                  <c:v>0.75</c:v>
                </c:pt>
                <c:pt idx="5315">
                  <c:v>0.75</c:v>
                </c:pt>
                <c:pt idx="5316">
                  <c:v>0.75</c:v>
                </c:pt>
                <c:pt idx="5317">
                  <c:v>0.75</c:v>
                </c:pt>
                <c:pt idx="5318">
                  <c:v>0.75</c:v>
                </c:pt>
                <c:pt idx="5319">
                  <c:v>0.75</c:v>
                </c:pt>
                <c:pt idx="5320">
                  <c:v>0.75</c:v>
                </c:pt>
                <c:pt idx="5321">
                  <c:v>0.75</c:v>
                </c:pt>
                <c:pt idx="5322">
                  <c:v>0.75</c:v>
                </c:pt>
                <c:pt idx="5323">
                  <c:v>0.75</c:v>
                </c:pt>
                <c:pt idx="5324">
                  <c:v>0.75</c:v>
                </c:pt>
                <c:pt idx="5325">
                  <c:v>0.75</c:v>
                </c:pt>
                <c:pt idx="5326">
                  <c:v>0.75</c:v>
                </c:pt>
                <c:pt idx="5327">
                  <c:v>0.75</c:v>
                </c:pt>
                <c:pt idx="5328">
                  <c:v>0.75</c:v>
                </c:pt>
                <c:pt idx="5329">
                  <c:v>0.75</c:v>
                </c:pt>
                <c:pt idx="5330">
                  <c:v>0.75</c:v>
                </c:pt>
                <c:pt idx="5331">
                  <c:v>0.75</c:v>
                </c:pt>
                <c:pt idx="5332">
                  <c:v>0.75</c:v>
                </c:pt>
                <c:pt idx="5333">
                  <c:v>0.75</c:v>
                </c:pt>
                <c:pt idx="5334">
                  <c:v>0.75</c:v>
                </c:pt>
                <c:pt idx="5335">
                  <c:v>0.75</c:v>
                </c:pt>
                <c:pt idx="5336">
                  <c:v>1</c:v>
                </c:pt>
                <c:pt idx="5337">
                  <c:v>1</c:v>
                </c:pt>
                <c:pt idx="5338">
                  <c:v>1</c:v>
                </c:pt>
              </c:numCache>
            </c:numRef>
          </c:val>
          <c:smooth val="0"/>
          <c:extLst>
            <c:ext xmlns:c16="http://schemas.microsoft.com/office/drawing/2014/chart" uri="{C3380CC4-5D6E-409C-BE32-E72D297353CC}">
              <c16:uniqueId val="{00000002-2161-4C05-9D04-0E28B3E07C68}"/>
            </c:ext>
          </c:extLst>
        </c:ser>
        <c:ser>
          <c:idx val="3"/>
          <c:order val="3"/>
          <c:tx>
            <c:strRef>
              <c:f>'worldwide policy rate'!$E$1</c:f>
              <c:strCache>
                <c:ptCount val="1"/>
                <c:pt idx="0">
                  <c:v>澳联储现金利率目标，%</c:v>
                </c:pt>
              </c:strCache>
            </c:strRef>
          </c:tx>
          <c:spPr>
            <a:ln w="25400" cap="rnd">
              <a:solidFill>
                <a:srgbClr val="D9D9D9"/>
              </a:solidFill>
              <a:round/>
            </a:ln>
            <a:effectLst/>
          </c:spPr>
          <c:marker>
            <c:symbol val="none"/>
          </c:marker>
          <c:cat>
            <c:numRef>
              <c:f>'worldwide policy rate'!$A$2612:$A$7950</c:f>
              <c:numCache>
                <c:formatCode>m/d/yyyy</c:formatCode>
                <c:ptCount val="5339"/>
                <c:pt idx="0">
                  <c:v>38719</c:v>
                </c:pt>
                <c:pt idx="1">
                  <c:v>38720</c:v>
                </c:pt>
                <c:pt idx="2">
                  <c:v>38721</c:v>
                </c:pt>
                <c:pt idx="3">
                  <c:v>38722</c:v>
                </c:pt>
                <c:pt idx="4">
                  <c:v>38723</c:v>
                </c:pt>
                <c:pt idx="5">
                  <c:v>38726</c:v>
                </c:pt>
                <c:pt idx="6">
                  <c:v>38727</c:v>
                </c:pt>
                <c:pt idx="7">
                  <c:v>38728</c:v>
                </c:pt>
                <c:pt idx="8">
                  <c:v>38729</c:v>
                </c:pt>
                <c:pt idx="9">
                  <c:v>38730</c:v>
                </c:pt>
                <c:pt idx="10">
                  <c:v>38733</c:v>
                </c:pt>
                <c:pt idx="11">
                  <c:v>38734</c:v>
                </c:pt>
                <c:pt idx="12">
                  <c:v>38735</c:v>
                </c:pt>
                <c:pt idx="13">
                  <c:v>38736</c:v>
                </c:pt>
                <c:pt idx="14">
                  <c:v>38737</c:v>
                </c:pt>
                <c:pt idx="15">
                  <c:v>38740</c:v>
                </c:pt>
                <c:pt idx="16">
                  <c:v>38741</c:v>
                </c:pt>
                <c:pt idx="17">
                  <c:v>38742</c:v>
                </c:pt>
                <c:pt idx="18">
                  <c:v>38743</c:v>
                </c:pt>
                <c:pt idx="19">
                  <c:v>38744</c:v>
                </c:pt>
                <c:pt idx="20">
                  <c:v>38747</c:v>
                </c:pt>
                <c:pt idx="21">
                  <c:v>38748</c:v>
                </c:pt>
                <c:pt idx="22">
                  <c:v>38749</c:v>
                </c:pt>
                <c:pt idx="23">
                  <c:v>38750</c:v>
                </c:pt>
                <c:pt idx="24">
                  <c:v>38751</c:v>
                </c:pt>
                <c:pt idx="25">
                  <c:v>38754</c:v>
                </c:pt>
                <c:pt idx="26">
                  <c:v>38755</c:v>
                </c:pt>
                <c:pt idx="27">
                  <c:v>38756</c:v>
                </c:pt>
                <c:pt idx="28">
                  <c:v>38757</c:v>
                </c:pt>
                <c:pt idx="29">
                  <c:v>38758</c:v>
                </c:pt>
                <c:pt idx="30">
                  <c:v>38761</c:v>
                </c:pt>
                <c:pt idx="31">
                  <c:v>38762</c:v>
                </c:pt>
                <c:pt idx="32">
                  <c:v>38763</c:v>
                </c:pt>
                <c:pt idx="33">
                  <c:v>38764</c:v>
                </c:pt>
                <c:pt idx="34">
                  <c:v>38765</c:v>
                </c:pt>
                <c:pt idx="35">
                  <c:v>38768</c:v>
                </c:pt>
                <c:pt idx="36">
                  <c:v>38769</c:v>
                </c:pt>
                <c:pt idx="37">
                  <c:v>38770</c:v>
                </c:pt>
                <c:pt idx="38">
                  <c:v>38771</c:v>
                </c:pt>
                <c:pt idx="39">
                  <c:v>38772</c:v>
                </c:pt>
                <c:pt idx="40">
                  <c:v>38775</c:v>
                </c:pt>
                <c:pt idx="41">
                  <c:v>38776</c:v>
                </c:pt>
                <c:pt idx="42">
                  <c:v>38777</c:v>
                </c:pt>
                <c:pt idx="43">
                  <c:v>38778</c:v>
                </c:pt>
                <c:pt idx="44">
                  <c:v>38779</c:v>
                </c:pt>
                <c:pt idx="45">
                  <c:v>38782</c:v>
                </c:pt>
                <c:pt idx="46">
                  <c:v>38783</c:v>
                </c:pt>
                <c:pt idx="47">
                  <c:v>38784</c:v>
                </c:pt>
                <c:pt idx="48">
                  <c:v>38785</c:v>
                </c:pt>
                <c:pt idx="49">
                  <c:v>38786</c:v>
                </c:pt>
                <c:pt idx="50">
                  <c:v>38789</c:v>
                </c:pt>
                <c:pt idx="51">
                  <c:v>38790</c:v>
                </c:pt>
                <c:pt idx="52">
                  <c:v>38791</c:v>
                </c:pt>
                <c:pt idx="53">
                  <c:v>38792</c:v>
                </c:pt>
                <c:pt idx="54">
                  <c:v>38793</c:v>
                </c:pt>
                <c:pt idx="55">
                  <c:v>38796</c:v>
                </c:pt>
                <c:pt idx="56">
                  <c:v>38797</c:v>
                </c:pt>
                <c:pt idx="57">
                  <c:v>38798</c:v>
                </c:pt>
                <c:pt idx="58">
                  <c:v>38799</c:v>
                </c:pt>
                <c:pt idx="59">
                  <c:v>38800</c:v>
                </c:pt>
                <c:pt idx="60">
                  <c:v>38803</c:v>
                </c:pt>
                <c:pt idx="61">
                  <c:v>38804</c:v>
                </c:pt>
                <c:pt idx="62">
                  <c:v>38805</c:v>
                </c:pt>
                <c:pt idx="63">
                  <c:v>38806</c:v>
                </c:pt>
                <c:pt idx="64">
                  <c:v>38807</c:v>
                </c:pt>
                <c:pt idx="65">
                  <c:v>38810</c:v>
                </c:pt>
                <c:pt idx="66">
                  <c:v>38811</c:v>
                </c:pt>
                <c:pt idx="67">
                  <c:v>38812</c:v>
                </c:pt>
                <c:pt idx="68">
                  <c:v>38813</c:v>
                </c:pt>
                <c:pt idx="69">
                  <c:v>38814</c:v>
                </c:pt>
                <c:pt idx="70">
                  <c:v>38817</c:v>
                </c:pt>
                <c:pt idx="71">
                  <c:v>38818</c:v>
                </c:pt>
                <c:pt idx="72">
                  <c:v>38819</c:v>
                </c:pt>
                <c:pt idx="73">
                  <c:v>38820</c:v>
                </c:pt>
                <c:pt idx="74">
                  <c:v>38821</c:v>
                </c:pt>
                <c:pt idx="75">
                  <c:v>38824</c:v>
                </c:pt>
                <c:pt idx="76">
                  <c:v>38825</c:v>
                </c:pt>
                <c:pt idx="77">
                  <c:v>38826</c:v>
                </c:pt>
                <c:pt idx="78">
                  <c:v>38827</c:v>
                </c:pt>
                <c:pt idx="79">
                  <c:v>38828</c:v>
                </c:pt>
                <c:pt idx="80">
                  <c:v>38831</c:v>
                </c:pt>
                <c:pt idx="81">
                  <c:v>38832</c:v>
                </c:pt>
                <c:pt idx="82">
                  <c:v>38833</c:v>
                </c:pt>
                <c:pt idx="83">
                  <c:v>38834</c:v>
                </c:pt>
                <c:pt idx="84">
                  <c:v>38835</c:v>
                </c:pt>
                <c:pt idx="85">
                  <c:v>38838</c:v>
                </c:pt>
                <c:pt idx="86">
                  <c:v>38839</c:v>
                </c:pt>
                <c:pt idx="87">
                  <c:v>38840</c:v>
                </c:pt>
                <c:pt idx="88">
                  <c:v>38841</c:v>
                </c:pt>
                <c:pt idx="89">
                  <c:v>38842</c:v>
                </c:pt>
                <c:pt idx="90">
                  <c:v>38845</c:v>
                </c:pt>
                <c:pt idx="91">
                  <c:v>38846</c:v>
                </c:pt>
                <c:pt idx="92">
                  <c:v>38847</c:v>
                </c:pt>
                <c:pt idx="93">
                  <c:v>38848</c:v>
                </c:pt>
                <c:pt idx="94">
                  <c:v>38849</c:v>
                </c:pt>
                <c:pt idx="95">
                  <c:v>38852</c:v>
                </c:pt>
                <c:pt idx="96">
                  <c:v>38853</c:v>
                </c:pt>
                <c:pt idx="97">
                  <c:v>38854</c:v>
                </c:pt>
                <c:pt idx="98">
                  <c:v>38855</c:v>
                </c:pt>
                <c:pt idx="99">
                  <c:v>38856</c:v>
                </c:pt>
                <c:pt idx="100">
                  <c:v>38859</c:v>
                </c:pt>
                <c:pt idx="101">
                  <c:v>38860</c:v>
                </c:pt>
                <c:pt idx="102">
                  <c:v>38861</c:v>
                </c:pt>
                <c:pt idx="103">
                  <c:v>38862</c:v>
                </c:pt>
                <c:pt idx="104">
                  <c:v>38863</c:v>
                </c:pt>
                <c:pt idx="105">
                  <c:v>38866</c:v>
                </c:pt>
                <c:pt idx="106">
                  <c:v>38867</c:v>
                </c:pt>
                <c:pt idx="107">
                  <c:v>38868</c:v>
                </c:pt>
                <c:pt idx="108">
                  <c:v>38869</c:v>
                </c:pt>
                <c:pt idx="109">
                  <c:v>38870</c:v>
                </c:pt>
                <c:pt idx="110">
                  <c:v>38873</c:v>
                </c:pt>
                <c:pt idx="111">
                  <c:v>38874</c:v>
                </c:pt>
                <c:pt idx="112">
                  <c:v>38875</c:v>
                </c:pt>
                <c:pt idx="113">
                  <c:v>38876</c:v>
                </c:pt>
                <c:pt idx="114">
                  <c:v>38877</c:v>
                </c:pt>
                <c:pt idx="115">
                  <c:v>38880</c:v>
                </c:pt>
                <c:pt idx="116">
                  <c:v>38881</c:v>
                </c:pt>
                <c:pt idx="117">
                  <c:v>38882</c:v>
                </c:pt>
                <c:pt idx="118">
                  <c:v>38883</c:v>
                </c:pt>
                <c:pt idx="119">
                  <c:v>38884</c:v>
                </c:pt>
                <c:pt idx="120">
                  <c:v>38887</c:v>
                </c:pt>
                <c:pt idx="121">
                  <c:v>38888</c:v>
                </c:pt>
                <c:pt idx="122">
                  <c:v>38889</c:v>
                </c:pt>
                <c:pt idx="123">
                  <c:v>38890</c:v>
                </c:pt>
                <c:pt idx="124">
                  <c:v>38891</c:v>
                </c:pt>
                <c:pt idx="125">
                  <c:v>38894</c:v>
                </c:pt>
                <c:pt idx="126">
                  <c:v>38895</c:v>
                </c:pt>
                <c:pt idx="127">
                  <c:v>38896</c:v>
                </c:pt>
                <c:pt idx="128">
                  <c:v>38897</c:v>
                </c:pt>
                <c:pt idx="129">
                  <c:v>38898</c:v>
                </c:pt>
                <c:pt idx="130">
                  <c:v>38901</c:v>
                </c:pt>
                <c:pt idx="131">
                  <c:v>38902</c:v>
                </c:pt>
                <c:pt idx="132">
                  <c:v>38903</c:v>
                </c:pt>
                <c:pt idx="133">
                  <c:v>38904</c:v>
                </c:pt>
                <c:pt idx="134">
                  <c:v>38905</c:v>
                </c:pt>
                <c:pt idx="135">
                  <c:v>38908</c:v>
                </c:pt>
                <c:pt idx="136">
                  <c:v>38909</c:v>
                </c:pt>
                <c:pt idx="137">
                  <c:v>38910</c:v>
                </c:pt>
                <c:pt idx="138">
                  <c:v>38911</c:v>
                </c:pt>
                <c:pt idx="139">
                  <c:v>38912</c:v>
                </c:pt>
                <c:pt idx="140">
                  <c:v>38915</c:v>
                </c:pt>
                <c:pt idx="141">
                  <c:v>38916</c:v>
                </c:pt>
                <c:pt idx="142">
                  <c:v>38917</c:v>
                </c:pt>
                <c:pt idx="143">
                  <c:v>38918</c:v>
                </c:pt>
                <c:pt idx="144">
                  <c:v>38919</c:v>
                </c:pt>
                <c:pt idx="145">
                  <c:v>38922</c:v>
                </c:pt>
                <c:pt idx="146">
                  <c:v>38923</c:v>
                </c:pt>
                <c:pt idx="147">
                  <c:v>38924</c:v>
                </c:pt>
                <c:pt idx="148">
                  <c:v>38925</c:v>
                </c:pt>
                <c:pt idx="149">
                  <c:v>38926</c:v>
                </c:pt>
                <c:pt idx="150">
                  <c:v>38929</c:v>
                </c:pt>
                <c:pt idx="151">
                  <c:v>38930</c:v>
                </c:pt>
                <c:pt idx="152">
                  <c:v>38931</c:v>
                </c:pt>
                <c:pt idx="153">
                  <c:v>38932</c:v>
                </c:pt>
                <c:pt idx="154">
                  <c:v>38933</c:v>
                </c:pt>
                <c:pt idx="155">
                  <c:v>38936</c:v>
                </c:pt>
                <c:pt idx="156">
                  <c:v>38937</c:v>
                </c:pt>
                <c:pt idx="157">
                  <c:v>38938</c:v>
                </c:pt>
                <c:pt idx="158">
                  <c:v>38939</c:v>
                </c:pt>
                <c:pt idx="159">
                  <c:v>38940</c:v>
                </c:pt>
                <c:pt idx="160">
                  <c:v>38943</c:v>
                </c:pt>
                <c:pt idx="161">
                  <c:v>38944</c:v>
                </c:pt>
                <c:pt idx="162">
                  <c:v>38945</c:v>
                </c:pt>
                <c:pt idx="163">
                  <c:v>38946</c:v>
                </c:pt>
                <c:pt idx="164">
                  <c:v>38947</c:v>
                </c:pt>
                <c:pt idx="165">
                  <c:v>38950</c:v>
                </c:pt>
                <c:pt idx="166">
                  <c:v>38951</c:v>
                </c:pt>
                <c:pt idx="167">
                  <c:v>38952</c:v>
                </c:pt>
                <c:pt idx="168">
                  <c:v>38953</c:v>
                </c:pt>
                <c:pt idx="169">
                  <c:v>38954</c:v>
                </c:pt>
                <c:pt idx="170">
                  <c:v>38957</c:v>
                </c:pt>
                <c:pt idx="171">
                  <c:v>38958</c:v>
                </c:pt>
                <c:pt idx="172">
                  <c:v>38959</c:v>
                </c:pt>
                <c:pt idx="173">
                  <c:v>38960</c:v>
                </c:pt>
                <c:pt idx="174">
                  <c:v>38961</c:v>
                </c:pt>
                <c:pt idx="175">
                  <c:v>38964</c:v>
                </c:pt>
                <c:pt idx="176">
                  <c:v>38965</c:v>
                </c:pt>
                <c:pt idx="177">
                  <c:v>38966</c:v>
                </c:pt>
                <c:pt idx="178">
                  <c:v>38967</c:v>
                </c:pt>
                <c:pt idx="179">
                  <c:v>38968</c:v>
                </c:pt>
                <c:pt idx="180">
                  <c:v>38971</c:v>
                </c:pt>
                <c:pt idx="181">
                  <c:v>38972</c:v>
                </c:pt>
                <c:pt idx="182">
                  <c:v>38973</c:v>
                </c:pt>
                <c:pt idx="183">
                  <c:v>38974</c:v>
                </c:pt>
                <c:pt idx="184">
                  <c:v>38975</c:v>
                </c:pt>
                <c:pt idx="185">
                  <c:v>38978</c:v>
                </c:pt>
                <c:pt idx="186">
                  <c:v>38979</c:v>
                </c:pt>
                <c:pt idx="187">
                  <c:v>38980</c:v>
                </c:pt>
                <c:pt idx="188">
                  <c:v>38981</c:v>
                </c:pt>
                <c:pt idx="189">
                  <c:v>38982</c:v>
                </c:pt>
                <c:pt idx="190">
                  <c:v>38985</c:v>
                </c:pt>
                <c:pt idx="191">
                  <c:v>38986</c:v>
                </c:pt>
                <c:pt idx="192">
                  <c:v>38987</c:v>
                </c:pt>
                <c:pt idx="193">
                  <c:v>38988</c:v>
                </c:pt>
                <c:pt idx="194">
                  <c:v>38989</c:v>
                </c:pt>
                <c:pt idx="195">
                  <c:v>38992</c:v>
                </c:pt>
                <c:pt idx="196">
                  <c:v>38993</c:v>
                </c:pt>
                <c:pt idx="197">
                  <c:v>38994</c:v>
                </c:pt>
                <c:pt idx="198">
                  <c:v>38995</c:v>
                </c:pt>
                <c:pt idx="199">
                  <c:v>38996</c:v>
                </c:pt>
                <c:pt idx="200">
                  <c:v>38999</c:v>
                </c:pt>
                <c:pt idx="201">
                  <c:v>39000</c:v>
                </c:pt>
                <c:pt idx="202">
                  <c:v>39001</c:v>
                </c:pt>
                <c:pt idx="203">
                  <c:v>39002</c:v>
                </c:pt>
                <c:pt idx="204">
                  <c:v>39003</c:v>
                </c:pt>
                <c:pt idx="205">
                  <c:v>39006</c:v>
                </c:pt>
                <c:pt idx="206">
                  <c:v>39007</c:v>
                </c:pt>
                <c:pt idx="207">
                  <c:v>39008</c:v>
                </c:pt>
                <c:pt idx="208">
                  <c:v>39009</c:v>
                </c:pt>
                <c:pt idx="209">
                  <c:v>39010</c:v>
                </c:pt>
                <c:pt idx="210">
                  <c:v>39013</c:v>
                </c:pt>
                <c:pt idx="211">
                  <c:v>39014</c:v>
                </c:pt>
                <c:pt idx="212">
                  <c:v>39015</c:v>
                </c:pt>
                <c:pt idx="213">
                  <c:v>39016</c:v>
                </c:pt>
                <c:pt idx="214">
                  <c:v>39017</c:v>
                </c:pt>
                <c:pt idx="215">
                  <c:v>39020</c:v>
                </c:pt>
                <c:pt idx="216">
                  <c:v>39021</c:v>
                </c:pt>
                <c:pt idx="217">
                  <c:v>39022</c:v>
                </c:pt>
                <c:pt idx="218">
                  <c:v>39023</c:v>
                </c:pt>
                <c:pt idx="219">
                  <c:v>39024</c:v>
                </c:pt>
                <c:pt idx="220">
                  <c:v>39027</c:v>
                </c:pt>
                <c:pt idx="221">
                  <c:v>39028</c:v>
                </c:pt>
                <c:pt idx="222">
                  <c:v>39029</c:v>
                </c:pt>
                <c:pt idx="223">
                  <c:v>39030</c:v>
                </c:pt>
                <c:pt idx="224">
                  <c:v>39031</c:v>
                </c:pt>
                <c:pt idx="225">
                  <c:v>39034</c:v>
                </c:pt>
                <c:pt idx="226">
                  <c:v>39035</c:v>
                </c:pt>
                <c:pt idx="227">
                  <c:v>39036</c:v>
                </c:pt>
                <c:pt idx="228">
                  <c:v>39037</c:v>
                </c:pt>
                <c:pt idx="229">
                  <c:v>39038</c:v>
                </c:pt>
                <c:pt idx="230">
                  <c:v>39041</c:v>
                </c:pt>
                <c:pt idx="231">
                  <c:v>39042</c:v>
                </c:pt>
                <c:pt idx="232">
                  <c:v>39043</c:v>
                </c:pt>
                <c:pt idx="233">
                  <c:v>39044</c:v>
                </c:pt>
                <c:pt idx="234">
                  <c:v>39045</c:v>
                </c:pt>
                <c:pt idx="235">
                  <c:v>39048</c:v>
                </c:pt>
                <c:pt idx="236">
                  <c:v>39049</c:v>
                </c:pt>
                <c:pt idx="237">
                  <c:v>39050</c:v>
                </c:pt>
                <c:pt idx="238">
                  <c:v>39051</c:v>
                </c:pt>
                <c:pt idx="239">
                  <c:v>39052</c:v>
                </c:pt>
                <c:pt idx="240">
                  <c:v>39055</c:v>
                </c:pt>
                <c:pt idx="241">
                  <c:v>39056</c:v>
                </c:pt>
                <c:pt idx="242">
                  <c:v>39057</c:v>
                </c:pt>
                <c:pt idx="243">
                  <c:v>39058</c:v>
                </c:pt>
                <c:pt idx="244">
                  <c:v>39059</c:v>
                </c:pt>
                <c:pt idx="245">
                  <c:v>39062</c:v>
                </c:pt>
                <c:pt idx="246">
                  <c:v>39063</c:v>
                </c:pt>
                <c:pt idx="247">
                  <c:v>39064</c:v>
                </c:pt>
                <c:pt idx="248">
                  <c:v>39065</c:v>
                </c:pt>
                <c:pt idx="249">
                  <c:v>39066</c:v>
                </c:pt>
                <c:pt idx="250">
                  <c:v>39069</c:v>
                </c:pt>
                <c:pt idx="251">
                  <c:v>39070</c:v>
                </c:pt>
                <c:pt idx="252">
                  <c:v>39071</c:v>
                </c:pt>
                <c:pt idx="253">
                  <c:v>39072</c:v>
                </c:pt>
                <c:pt idx="254">
                  <c:v>39073</c:v>
                </c:pt>
                <c:pt idx="255">
                  <c:v>39076</c:v>
                </c:pt>
                <c:pt idx="256">
                  <c:v>39077</c:v>
                </c:pt>
                <c:pt idx="257">
                  <c:v>39078</c:v>
                </c:pt>
                <c:pt idx="258">
                  <c:v>39079</c:v>
                </c:pt>
                <c:pt idx="259">
                  <c:v>39080</c:v>
                </c:pt>
                <c:pt idx="260">
                  <c:v>39083</c:v>
                </c:pt>
                <c:pt idx="261">
                  <c:v>39084</c:v>
                </c:pt>
                <c:pt idx="262">
                  <c:v>39085</c:v>
                </c:pt>
                <c:pt idx="263">
                  <c:v>39086</c:v>
                </c:pt>
                <c:pt idx="264">
                  <c:v>39087</c:v>
                </c:pt>
                <c:pt idx="265">
                  <c:v>39090</c:v>
                </c:pt>
                <c:pt idx="266">
                  <c:v>39091</c:v>
                </c:pt>
                <c:pt idx="267">
                  <c:v>39092</c:v>
                </c:pt>
                <c:pt idx="268">
                  <c:v>39093</c:v>
                </c:pt>
                <c:pt idx="269">
                  <c:v>39094</c:v>
                </c:pt>
                <c:pt idx="270">
                  <c:v>39097</c:v>
                </c:pt>
                <c:pt idx="271">
                  <c:v>39098</c:v>
                </c:pt>
                <c:pt idx="272">
                  <c:v>39099</c:v>
                </c:pt>
                <c:pt idx="273">
                  <c:v>39100</c:v>
                </c:pt>
                <c:pt idx="274">
                  <c:v>39101</c:v>
                </c:pt>
                <c:pt idx="275">
                  <c:v>39104</c:v>
                </c:pt>
                <c:pt idx="276">
                  <c:v>39105</c:v>
                </c:pt>
                <c:pt idx="277">
                  <c:v>39106</c:v>
                </c:pt>
                <c:pt idx="278">
                  <c:v>39107</c:v>
                </c:pt>
                <c:pt idx="279">
                  <c:v>39108</c:v>
                </c:pt>
                <c:pt idx="280">
                  <c:v>39111</c:v>
                </c:pt>
                <c:pt idx="281">
                  <c:v>39112</c:v>
                </c:pt>
                <c:pt idx="282">
                  <c:v>39113</c:v>
                </c:pt>
                <c:pt idx="283">
                  <c:v>39114</c:v>
                </c:pt>
                <c:pt idx="284">
                  <c:v>39115</c:v>
                </c:pt>
                <c:pt idx="285">
                  <c:v>39118</c:v>
                </c:pt>
                <c:pt idx="286">
                  <c:v>39119</c:v>
                </c:pt>
                <c:pt idx="287">
                  <c:v>39120</c:v>
                </c:pt>
                <c:pt idx="288">
                  <c:v>39121</c:v>
                </c:pt>
                <c:pt idx="289">
                  <c:v>39122</c:v>
                </c:pt>
                <c:pt idx="290">
                  <c:v>39125</c:v>
                </c:pt>
                <c:pt idx="291">
                  <c:v>39126</c:v>
                </c:pt>
                <c:pt idx="292">
                  <c:v>39127</c:v>
                </c:pt>
                <c:pt idx="293">
                  <c:v>39128</c:v>
                </c:pt>
                <c:pt idx="294">
                  <c:v>39129</c:v>
                </c:pt>
                <c:pt idx="295">
                  <c:v>39132</c:v>
                </c:pt>
                <c:pt idx="296">
                  <c:v>39133</c:v>
                </c:pt>
                <c:pt idx="297">
                  <c:v>39134</c:v>
                </c:pt>
                <c:pt idx="298">
                  <c:v>39135</c:v>
                </c:pt>
                <c:pt idx="299">
                  <c:v>39136</c:v>
                </c:pt>
                <c:pt idx="300">
                  <c:v>39139</c:v>
                </c:pt>
                <c:pt idx="301">
                  <c:v>39140</c:v>
                </c:pt>
                <c:pt idx="302">
                  <c:v>39141</c:v>
                </c:pt>
                <c:pt idx="303">
                  <c:v>39142</c:v>
                </c:pt>
                <c:pt idx="304">
                  <c:v>39143</c:v>
                </c:pt>
                <c:pt idx="305">
                  <c:v>39146</c:v>
                </c:pt>
                <c:pt idx="306">
                  <c:v>39147</c:v>
                </c:pt>
                <c:pt idx="307">
                  <c:v>39148</c:v>
                </c:pt>
                <c:pt idx="308">
                  <c:v>39149</c:v>
                </c:pt>
                <c:pt idx="309">
                  <c:v>39150</c:v>
                </c:pt>
                <c:pt idx="310">
                  <c:v>39153</c:v>
                </c:pt>
                <c:pt idx="311">
                  <c:v>39154</c:v>
                </c:pt>
                <c:pt idx="312">
                  <c:v>39155</c:v>
                </c:pt>
                <c:pt idx="313">
                  <c:v>39156</c:v>
                </c:pt>
                <c:pt idx="314">
                  <c:v>39157</c:v>
                </c:pt>
                <c:pt idx="315">
                  <c:v>39160</c:v>
                </c:pt>
                <c:pt idx="316">
                  <c:v>39161</c:v>
                </c:pt>
                <c:pt idx="317">
                  <c:v>39162</c:v>
                </c:pt>
                <c:pt idx="318">
                  <c:v>39163</c:v>
                </c:pt>
                <c:pt idx="319">
                  <c:v>39164</c:v>
                </c:pt>
                <c:pt idx="320">
                  <c:v>39167</c:v>
                </c:pt>
                <c:pt idx="321">
                  <c:v>39168</c:v>
                </c:pt>
                <c:pt idx="322">
                  <c:v>39169</c:v>
                </c:pt>
                <c:pt idx="323">
                  <c:v>39170</c:v>
                </c:pt>
                <c:pt idx="324">
                  <c:v>39171</c:v>
                </c:pt>
                <c:pt idx="325">
                  <c:v>39174</c:v>
                </c:pt>
                <c:pt idx="326">
                  <c:v>39175</c:v>
                </c:pt>
                <c:pt idx="327">
                  <c:v>39176</c:v>
                </c:pt>
                <c:pt idx="328">
                  <c:v>39177</c:v>
                </c:pt>
                <c:pt idx="329">
                  <c:v>39178</c:v>
                </c:pt>
                <c:pt idx="330">
                  <c:v>39181</c:v>
                </c:pt>
                <c:pt idx="331">
                  <c:v>39182</c:v>
                </c:pt>
                <c:pt idx="332">
                  <c:v>39183</c:v>
                </c:pt>
                <c:pt idx="333">
                  <c:v>39184</c:v>
                </c:pt>
                <c:pt idx="334">
                  <c:v>39185</c:v>
                </c:pt>
                <c:pt idx="335">
                  <c:v>39188</c:v>
                </c:pt>
                <c:pt idx="336">
                  <c:v>39189</c:v>
                </c:pt>
                <c:pt idx="337">
                  <c:v>39190</c:v>
                </c:pt>
                <c:pt idx="338">
                  <c:v>39191</c:v>
                </c:pt>
                <c:pt idx="339">
                  <c:v>39192</c:v>
                </c:pt>
                <c:pt idx="340">
                  <c:v>39195</c:v>
                </c:pt>
                <c:pt idx="341">
                  <c:v>39196</c:v>
                </c:pt>
                <c:pt idx="342">
                  <c:v>39197</c:v>
                </c:pt>
                <c:pt idx="343">
                  <c:v>39198</c:v>
                </c:pt>
                <c:pt idx="344">
                  <c:v>39199</c:v>
                </c:pt>
                <c:pt idx="345">
                  <c:v>39202</c:v>
                </c:pt>
                <c:pt idx="346">
                  <c:v>39203</c:v>
                </c:pt>
                <c:pt idx="347">
                  <c:v>39204</c:v>
                </c:pt>
                <c:pt idx="348">
                  <c:v>39205</c:v>
                </c:pt>
                <c:pt idx="349">
                  <c:v>39206</c:v>
                </c:pt>
                <c:pt idx="350">
                  <c:v>39209</c:v>
                </c:pt>
                <c:pt idx="351">
                  <c:v>39210</c:v>
                </c:pt>
                <c:pt idx="352">
                  <c:v>39211</c:v>
                </c:pt>
                <c:pt idx="353">
                  <c:v>39212</c:v>
                </c:pt>
                <c:pt idx="354">
                  <c:v>39213</c:v>
                </c:pt>
                <c:pt idx="355">
                  <c:v>39216</c:v>
                </c:pt>
                <c:pt idx="356">
                  <c:v>39217</c:v>
                </c:pt>
                <c:pt idx="357">
                  <c:v>39218</c:v>
                </c:pt>
                <c:pt idx="358">
                  <c:v>39219</c:v>
                </c:pt>
                <c:pt idx="359">
                  <c:v>39220</c:v>
                </c:pt>
                <c:pt idx="360">
                  <c:v>39223</c:v>
                </c:pt>
                <c:pt idx="361">
                  <c:v>39224</c:v>
                </c:pt>
                <c:pt idx="362">
                  <c:v>39225</c:v>
                </c:pt>
                <c:pt idx="363">
                  <c:v>39226</c:v>
                </c:pt>
                <c:pt idx="364">
                  <c:v>39227</c:v>
                </c:pt>
                <c:pt idx="365">
                  <c:v>39230</c:v>
                </c:pt>
                <c:pt idx="366">
                  <c:v>39231</c:v>
                </c:pt>
                <c:pt idx="367">
                  <c:v>39232</c:v>
                </c:pt>
                <c:pt idx="368">
                  <c:v>39233</c:v>
                </c:pt>
                <c:pt idx="369">
                  <c:v>39234</c:v>
                </c:pt>
                <c:pt idx="370">
                  <c:v>39237</c:v>
                </c:pt>
                <c:pt idx="371">
                  <c:v>39238</c:v>
                </c:pt>
                <c:pt idx="372">
                  <c:v>39239</c:v>
                </c:pt>
                <c:pt idx="373">
                  <c:v>39240</c:v>
                </c:pt>
                <c:pt idx="374">
                  <c:v>39241</c:v>
                </c:pt>
                <c:pt idx="375">
                  <c:v>39244</c:v>
                </c:pt>
                <c:pt idx="376">
                  <c:v>39245</c:v>
                </c:pt>
                <c:pt idx="377">
                  <c:v>39246</c:v>
                </c:pt>
                <c:pt idx="378">
                  <c:v>39247</c:v>
                </c:pt>
                <c:pt idx="379">
                  <c:v>39248</c:v>
                </c:pt>
                <c:pt idx="380">
                  <c:v>39251</c:v>
                </c:pt>
                <c:pt idx="381">
                  <c:v>39252</c:v>
                </c:pt>
                <c:pt idx="382">
                  <c:v>39253</c:v>
                </c:pt>
                <c:pt idx="383">
                  <c:v>39254</c:v>
                </c:pt>
                <c:pt idx="384">
                  <c:v>39255</c:v>
                </c:pt>
                <c:pt idx="385">
                  <c:v>39258</c:v>
                </c:pt>
                <c:pt idx="386">
                  <c:v>39259</c:v>
                </c:pt>
                <c:pt idx="387">
                  <c:v>39260</c:v>
                </c:pt>
                <c:pt idx="388">
                  <c:v>39261</c:v>
                </c:pt>
                <c:pt idx="389">
                  <c:v>39262</c:v>
                </c:pt>
                <c:pt idx="390">
                  <c:v>39265</c:v>
                </c:pt>
                <c:pt idx="391">
                  <c:v>39266</c:v>
                </c:pt>
                <c:pt idx="392">
                  <c:v>39267</c:v>
                </c:pt>
                <c:pt idx="393">
                  <c:v>39268</c:v>
                </c:pt>
                <c:pt idx="394">
                  <c:v>39269</c:v>
                </c:pt>
                <c:pt idx="395">
                  <c:v>39272</c:v>
                </c:pt>
                <c:pt idx="396">
                  <c:v>39273</c:v>
                </c:pt>
                <c:pt idx="397">
                  <c:v>39274</c:v>
                </c:pt>
                <c:pt idx="398">
                  <c:v>39275</c:v>
                </c:pt>
                <c:pt idx="399">
                  <c:v>39276</c:v>
                </c:pt>
                <c:pt idx="400">
                  <c:v>39279</c:v>
                </c:pt>
                <c:pt idx="401">
                  <c:v>39280</c:v>
                </c:pt>
                <c:pt idx="402">
                  <c:v>39281</c:v>
                </c:pt>
                <c:pt idx="403">
                  <c:v>39282</c:v>
                </c:pt>
                <c:pt idx="404">
                  <c:v>39283</c:v>
                </c:pt>
                <c:pt idx="405">
                  <c:v>39286</c:v>
                </c:pt>
                <c:pt idx="406">
                  <c:v>39287</c:v>
                </c:pt>
                <c:pt idx="407">
                  <c:v>39288</c:v>
                </c:pt>
                <c:pt idx="408">
                  <c:v>39289</c:v>
                </c:pt>
                <c:pt idx="409">
                  <c:v>39290</c:v>
                </c:pt>
                <c:pt idx="410">
                  <c:v>39293</c:v>
                </c:pt>
                <c:pt idx="411">
                  <c:v>39294</c:v>
                </c:pt>
                <c:pt idx="412">
                  <c:v>39295</c:v>
                </c:pt>
                <c:pt idx="413">
                  <c:v>39296</c:v>
                </c:pt>
                <c:pt idx="414">
                  <c:v>39297</c:v>
                </c:pt>
                <c:pt idx="415">
                  <c:v>39300</c:v>
                </c:pt>
                <c:pt idx="416">
                  <c:v>39301</c:v>
                </c:pt>
                <c:pt idx="417">
                  <c:v>39302</c:v>
                </c:pt>
                <c:pt idx="418">
                  <c:v>39303</c:v>
                </c:pt>
                <c:pt idx="419">
                  <c:v>39304</c:v>
                </c:pt>
                <c:pt idx="420">
                  <c:v>39307</c:v>
                </c:pt>
                <c:pt idx="421">
                  <c:v>39308</c:v>
                </c:pt>
                <c:pt idx="422">
                  <c:v>39309</c:v>
                </c:pt>
                <c:pt idx="423">
                  <c:v>39310</c:v>
                </c:pt>
                <c:pt idx="424">
                  <c:v>39311</c:v>
                </c:pt>
                <c:pt idx="425">
                  <c:v>39314</c:v>
                </c:pt>
                <c:pt idx="426">
                  <c:v>39315</c:v>
                </c:pt>
                <c:pt idx="427">
                  <c:v>39316</c:v>
                </c:pt>
                <c:pt idx="428">
                  <c:v>39317</c:v>
                </c:pt>
                <c:pt idx="429">
                  <c:v>39318</c:v>
                </c:pt>
                <c:pt idx="430">
                  <c:v>39321</c:v>
                </c:pt>
                <c:pt idx="431">
                  <c:v>39322</c:v>
                </c:pt>
                <c:pt idx="432">
                  <c:v>39323</c:v>
                </c:pt>
                <c:pt idx="433">
                  <c:v>39324</c:v>
                </c:pt>
                <c:pt idx="434">
                  <c:v>39325</c:v>
                </c:pt>
                <c:pt idx="435">
                  <c:v>39328</c:v>
                </c:pt>
                <c:pt idx="436">
                  <c:v>39329</c:v>
                </c:pt>
                <c:pt idx="437">
                  <c:v>39330</c:v>
                </c:pt>
                <c:pt idx="438">
                  <c:v>39331</c:v>
                </c:pt>
                <c:pt idx="439">
                  <c:v>39332</c:v>
                </c:pt>
                <c:pt idx="440">
                  <c:v>39335</c:v>
                </c:pt>
                <c:pt idx="441">
                  <c:v>39336</c:v>
                </c:pt>
                <c:pt idx="442">
                  <c:v>39337</c:v>
                </c:pt>
                <c:pt idx="443">
                  <c:v>39338</c:v>
                </c:pt>
                <c:pt idx="444">
                  <c:v>39339</c:v>
                </c:pt>
                <c:pt idx="445">
                  <c:v>39342</c:v>
                </c:pt>
                <c:pt idx="446">
                  <c:v>39343</c:v>
                </c:pt>
                <c:pt idx="447">
                  <c:v>39344</c:v>
                </c:pt>
                <c:pt idx="448">
                  <c:v>39345</c:v>
                </c:pt>
                <c:pt idx="449">
                  <c:v>39346</c:v>
                </c:pt>
                <c:pt idx="450">
                  <c:v>39349</c:v>
                </c:pt>
                <c:pt idx="451">
                  <c:v>39350</c:v>
                </c:pt>
                <c:pt idx="452">
                  <c:v>39351</c:v>
                </c:pt>
                <c:pt idx="453">
                  <c:v>39352</c:v>
                </c:pt>
                <c:pt idx="454">
                  <c:v>39353</c:v>
                </c:pt>
                <c:pt idx="455">
                  <c:v>39356</c:v>
                </c:pt>
                <c:pt idx="456">
                  <c:v>39357</c:v>
                </c:pt>
                <c:pt idx="457">
                  <c:v>39358</c:v>
                </c:pt>
                <c:pt idx="458">
                  <c:v>39359</c:v>
                </c:pt>
                <c:pt idx="459">
                  <c:v>39360</c:v>
                </c:pt>
                <c:pt idx="460">
                  <c:v>39363</c:v>
                </c:pt>
                <c:pt idx="461">
                  <c:v>39364</c:v>
                </c:pt>
                <c:pt idx="462">
                  <c:v>39365</c:v>
                </c:pt>
                <c:pt idx="463">
                  <c:v>39366</c:v>
                </c:pt>
                <c:pt idx="464">
                  <c:v>39367</c:v>
                </c:pt>
                <c:pt idx="465">
                  <c:v>39370</c:v>
                </c:pt>
                <c:pt idx="466">
                  <c:v>39371</c:v>
                </c:pt>
                <c:pt idx="467">
                  <c:v>39372</c:v>
                </c:pt>
                <c:pt idx="468">
                  <c:v>39373</c:v>
                </c:pt>
                <c:pt idx="469">
                  <c:v>39374</c:v>
                </c:pt>
                <c:pt idx="470">
                  <c:v>39377</c:v>
                </c:pt>
                <c:pt idx="471">
                  <c:v>39378</c:v>
                </c:pt>
                <c:pt idx="472">
                  <c:v>39379</c:v>
                </c:pt>
                <c:pt idx="473">
                  <c:v>39380</c:v>
                </c:pt>
                <c:pt idx="474">
                  <c:v>39381</c:v>
                </c:pt>
                <c:pt idx="475">
                  <c:v>39384</c:v>
                </c:pt>
                <c:pt idx="476">
                  <c:v>39385</c:v>
                </c:pt>
                <c:pt idx="477">
                  <c:v>39386</c:v>
                </c:pt>
                <c:pt idx="478">
                  <c:v>39387</c:v>
                </c:pt>
                <c:pt idx="479">
                  <c:v>39388</c:v>
                </c:pt>
                <c:pt idx="480">
                  <c:v>39391</c:v>
                </c:pt>
                <c:pt idx="481">
                  <c:v>39392</c:v>
                </c:pt>
                <c:pt idx="482">
                  <c:v>39393</c:v>
                </c:pt>
                <c:pt idx="483">
                  <c:v>39394</c:v>
                </c:pt>
                <c:pt idx="484">
                  <c:v>39395</c:v>
                </c:pt>
                <c:pt idx="485">
                  <c:v>39398</c:v>
                </c:pt>
                <c:pt idx="486">
                  <c:v>39399</c:v>
                </c:pt>
                <c:pt idx="487">
                  <c:v>39400</c:v>
                </c:pt>
                <c:pt idx="488">
                  <c:v>39401</c:v>
                </c:pt>
                <c:pt idx="489">
                  <c:v>39402</c:v>
                </c:pt>
                <c:pt idx="490">
                  <c:v>39405</c:v>
                </c:pt>
                <c:pt idx="491">
                  <c:v>39406</c:v>
                </c:pt>
                <c:pt idx="492">
                  <c:v>39407</c:v>
                </c:pt>
                <c:pt idx="493">
                  <c:v>39408</c:v>
                </c:pt>
                <c:pt idx="494">
                  <c:v>39409</c:v>
                </c:pt>
                <c:pt idx="495">
                  <c:v>39412</c:v>
                </c:pt>
                <c:pt idx="496">
                  <c:v>39413</c:v>
                </c:pt>
                <c:pt idx="497">
                  <c:v>39414</c:v>
                </c:pt>
                <c:pt idx="498">
                  <c:v>39415</c:v>
                </c:pt>
                <c:pt idx="499">
                  <c:v>39416</c:v>
                </c:pt>
                <c:pt idx="500">
                  <c:v>39419</c:v>
                </c:pt>
                <c:pt idx="501">
                  <c:v>39420</c:v>
                </c:pt>
                <c:pt idx="502">
                  <c:v>39421</c:v>
                </c:pt>
                <c:pt idx="503">
                  <c:v>39422</c:v>
                </c:pt>
                <c:pt idx="504">
                  <c:v>39423</c:v>
                </c:pt>
                <c:pt idx="505">
                  <c:v>39426</c:v>
                </c:pt>
                <c:pt idx="506">
                  <c:v>39427</c:v>
                </c:pt>
                <c:pt idx="507">
                  <c:v>39428</c:v>
                </c:pt>
                <c:pt idx="508">
                  <c:v>39429</c:v>
                </c:pt>
                <c:pt idx="509">
                  <c:v>39430</c:v>
                </c:pt>
                <c:pt idx="510">
                  <c:v>39433</c:v>
                </c:pt>
                <c:pt idx="511">
                  <c:v>39434</c:v>
                </c:pt>
                <c:pt idx="512">
                  <c:v>39435</c:v>
                </c:pt>
                <c:pt idx="513">
                  <c:v>39436</c:v>
                </c:pt>
                <c:pt idx="514">
                  <c:v>39437</c:v>
                </c:pt>
                <c:pt idx="515">
                  <c:v>39440</c:v>
                </c:pt>
                <c:pt idx="516">
                  <c:v>39441</c:v>
                </c:pt>
                <c:pt idx="517">
                  <c:v>39442</c:v>
                </c:pt>
                <c:pt idx="518">
                  <c:v>39443</c:v>
                </c:pt>
                <c:pt idx="519">
                  <c:v>39444</c:v>
                </c:pt>
                <c:pt idx="520">
                  <c:v>39447</c:v>
                </c:pt>
                <c:pt idx="521">
                  <c:v>39448</c:v>
                </c:pt>
                <c:pt idx="522">
                  <c:v>39449</c:v>
                </c:pt>
                <c:pt idx="523">
                  <c:v>39450</c:v>
                </c:pt>
                <c:pt idx="524">
                  <c:v>39451</c:v>
                </c:pt>
                <c:pt idx="525">
                  <c:v>39454</c:v>
                </c:pt>
                <c:pt idx="526">
                  <c:v>39455</c:v>
                </c:pt>
                <c:pt idx="527">
                  <c:v>39456</c:v>
                </c:pt>
                <c:pt idx="528">
                  <c:v>39457</c:v>
                </c:pt>
                <c:pt idx="529">
                  <c:v>39458</c:v>
                </c:pt>
                <c:pt idx="530">
                  <c:v>39461</c:v>
                </c:pt>
                <c:pt idx="531">
                  <c:v>39462</c:v>
                </c:pt>
                <c:pt idx="532">
                  <c:v>39463</c:v>
                </c:pt>
                <c:pt idx="533">
                  <c:v>39464</c:v>
                </c:pt>
                <c:pt idx="534">
                  <c:v>39465</c:v>
                </c:pt>
                <c:pt idx="535">
                  <c:v>39468</c:v>
                </c:pt>
                <c:pt idx="536">
                  <c:v>39469</c:v>
                </c:pt>
                <c:pt idx="537">
                  <c:v>39470</c:v>
                </c:pt>
                <c:pt idx="538">
                  <c:v>39471</c:v>
                </c:pt>
                <c:pt idx="539">
                  <c:v>39472</c:v>
                </c:pt>
                <c:pt idx="540">
                  <c:v>39475</c:v>
                </c:pt>
                <c:pt idx="541">
                  <c:v>39476</c:v>
                </c:pt>
                <c:pt idx="542">
                  <c:v>39477</c:v>
                </c:pt>
                <c:pt idx="543">
                  <c:v>39478</c:v>
                </c:pt>
                <c:pt idx="544">
                  <c:v>39479</c:v>
                </c:pt>
                <c:pt idx="545">
                  <c:v>39482</c:v>
                </c:pt>
                <c:pt idx="546">
                  <c:v>39483</c:v>
                </c:pt>
                <c:pt idx="547">
                  <c:v>39484</c:v>
                </c:pt>
                <c:pt idx="548">
                  <c:v>39485</c:v>
                </c:pt>
                <c:pt idx="549">
                  <c:v>39486</c:v>
                </c:pt>
                <c:pt idx="550">
                  <c:v>39489</c:v>
                </c:pt>
                <c:pt idx="551">
                  <c:v>39490</c:v>
                </c:pt>
                <c:pt idx="552">
                  <c:v>39491</c:v>
                </c:pt>
                <c:pt idx="553">
                  <c:v>39492</c:v>
                </c:pt>
                <c:pt idx="554">
                  <c:v>39493</c:v>
                </c:pt>
                <c:pt idx="555">
                  <c:v>39496</c:v>
                </c:pt>
                <c:pt idx="556">
                  <c:v>39497</c:v>
                </c:pt>
                <c:pt idx="557">
                  <c:v>39498</c:v>
                </c:pt>
                <c:pt idx="558">
                  <c:v>39499</c:v>
                </c:pt>
                <c:pt idx="559">
                  <c:v>39500</c:v>
                </c:pt>
                <c:pt idx="560">
                  <c:v>39503</c:v>
                </c:pt>
                <c:pt idx="561">
                  <c:v>39504</c:v>
                </c:pt>
                <c:pt idx="562">
                  <c:v>39505</c:v>
                </c:pt>
                <c:pt idx="563">
                  <c:v>39506</c:v>
                </c:pt>
                <c:pt idx="564">
                  <c:v>39507</c:v>
                </c:pt>
                <c:pt idx="565">
                  <c:v>39510</c:v>
                </c:pt>
                <c:pt idx="566">
                  <c:v>39511</c:v>
                </c:pt>
                <c:pt idx="567">
                  <c:v>39512</c:v>
                </c:pt>
                <c:pt idx="568">
                  <c:v>39513</c:v>
                </c:pt>
                <c:pt idx="569">
                  <c:v>39514</c:v>
                </c:pt>
                <c:pt idx="570">
                  <c:v>39517</c:v>
                </c:pt>
                <c:pt idx="571">
                  <c:v>39518</c:v>
                </c:pt>
                <c:pt idx="572">
                  <c:v>39519</c:v>
                </c:pt>
                <c:pt idx="573">
                  <c:v>39520</c:v>
                </c:pt>
                <c:pt idx="574">
                  <c:v>39521</c:v>
                </c:pt>
                <c:pt idx="575">
                  <c:v>39524</c:v>
                </c:pt>
                <c:pt idx="576">
                  <c:v>39525</c:v>
                </c:pt>
                <c:pt idx="577">
                  <c:v>39526</c:v>
                </c:pt>
                <c:pt idx="578">
                  <c:v>39527</c:v>
                </c:pt>
                <c:pt idx="579">
                  <c:v>39528</c:v>
                </c:pt>
                <c:pt idx="580">
                  <c:v>39531</c:v>
                </c:pt>
                <c:pt idx="581">
                  <c:v>39532</c:v>
                </c:pt>
                <c:pt idx="582">
                  <c:v>39533</c:v>
                </c:pt>
                <c:pt idx="583">
                  <c:v>39534</c:v>
                </c:pt>
                <c:pt idx="584">
                  <c:v>39535</c:v>
                </c:pt>
                <c:pt idx="585">
                  <c:v>39538</c:v>
                </c:pt>
                <c:pt idx="586">
                  <c:v>39539</c:v>
                </c:pt>
                <c:pt idx="587">
                  <c:v>39540</c:v>
                </c:pt>
                <c:pt idx="588">
                  <c:v>39541</c:v>
                </c:pt>
                <c:pt idx="589">
                  <c:v>39542</c:v>
                </c:pt>
                <c:pt idx="590">
                  <c:v>39545</c:v>
                </c:pt>
                <c:pt idx="591">
                  <c:v>39546</c:v>
                </c:pt>
                <c:pt idx="592">
                  <c:v>39547</c:v>
                </c:pt>
                <c:pt idx="593">
                  <c:v>39548</c:v>
                </c:pt>
                <c:pt idx="594">
                  <c:v>39549</c:v>
                </c:pt>
                <c:pt idx="595">
                  <c:v>39552</c:v>
                </c:pt>
                <c:pt idx="596">
                  <c:v>39553</c:v>
                </c:pt>
                <c:pt idx="597">
                  <c:v>39554</c:v>
                </c:pt>
                <c:pt idx="598">
                  <c:v>39555</c:v>
                </c:pt>
                <c:pt idx="599">
                  <c:v>39556</c:v>
                </c:pt>
                <c:pt idx="600">
                  <c:v>39559</c:v>
                </c:pt>
                <c:pt idx="601">
                  <c:v>39560</c:v>
                </c:pt>
                <c:pt idx="602">
                  <c:v>39561</c:v>
                </c:pt>
                <c:pt idx="603">
                  <c:v>39562</c:v>
                </c:pt>
                <c:pt idx="604">
                  <c:v>39563</c:v>
                </c:pt>
                <c:pt idx="605">
                  <c:v>39566</c:v>
                </c:pt>
                <c:pt idx="606">
                  <c:v>39567</c:v>
                </c:pt>
                <c:pt idx="607">
                  <c:v>39568</c:v>
                </c:pt>
                <c:pt idx="608">
                  <c:v>39569</c:v>
                </c:pt>
                <c:pt idx="609">
                  <c:v>39570</c:v>
                </c:pt>
                <c:pt idx="610">
                  <c:v>39573</c:v>
                </c:pt>
                <c:pt idx="611">
                  <c:v>39574</c:v>
                </c:pt>
                <c:pt idx="612">
                  <c:v>39575</c:v>
                </c:pt>
                <c:pt idx="613">
                  <c:v>39576</c:v>
                </c:pt>
                <c:pt idx="614">
                  <c:v>39577</c:v>
                </c:pt>
                <c:pt idx="615">
                  <c:v>39580</c:v>
                </c:pt>
                <c:pt idx="616">
                  <c:v>39581</c:v>
                </c:pt>
                <c:pt idx="617">
                  <c:v>39582</c:v>
                </c:pt>
                <c:pt idx="618">
                  <c:v>39583</c:v>
                </c:pt>
                <c:pt idx="619">
                  <c:v>39584</c:v>
                </c:pt>
                <c:pt idx="620">
                  <c:v>39587</c:v>
                </c:pt>
                <c:pt idx="621">
                  <c:v>39588</c:v>
                </c:pt>
                <c:pt idx="622">
                  <c:v>39589</c:v>
                </c:pt>
                <c:pt idx="623">
                  <c:v>39590</c:v>
                </c:pt>
                <c:pt idx="624">
                  <c:v>39591</c:v>
                </c:pt>
                <c:pt idx="625">
                  <c:v>39594</c:v>
                </c:pt>
                <c:pt idx="626">
                  <c:v>39595</c:v>
                </c:pt>
                <c:pt idx="627">
                  <c:v>39596</c:v>
                </c:pt>
                <c:pt idx="628">
                  <c:v>39597</c:v>
                </c:pt>
                <c:pt idx="629">
                  <c:v>39598</c:v>
                </c:pt>
                <c:pt idx="630">
                  <c:v>39601</c:v>
                </c:pt>
                <c:pt idx="631">
                  <c:v>39602</c:v>
                </c:pt>
                <c:pt idx="632">
                  <c:v>39603</c:v>
                </c:pt>
                <c:pt idx="633">
                  <c:v>39604</c:v>
                </c:pt>
                <c:pt idx="634">
                  <c:v>39605</c:v>
                </c:pt>
                <c:pt idx="635">
                  <c:v>39608</c:v>
                </c:pt>
                <c:pt idx="636">
                  <c:v>39609</c:v>
                </c:pt>
                <c:pt idx="637">
                  <c:v>39610</c:v>
                </c:pt>
                <c:pt idx="638">
                  <c:v>39611</c:v>
                </c:pt>
                <c:pt idx="639">
                  <c:v>39612</c:v>
                </c:pt>
                <c:pt idx="640">
                  <c:v>39615</c:v>
                </c:pt>
                <c:pt idx="641">
                  <c:v>39616</c:v>
                </c:pt>
                <c:pt idx="642">
                  <c:v>39617</c:v>
                </c:pt>
                <c:pt idx="643">
                  <c:v>39618</c:v>
                </c:pt>
                <c:pt idx="644">
                  <c:v>39619</c:v>
                </c:pt>
                <c:pt idx="645">
                  <c:v>39622</c:v>
                </c:pt>
                <c:pt idx="646">
                  <c:v>39623</c:v>
                </c:pt>
                <c:pt idx="647">
                  <c:v>39624</c:v>
                </c:pt>
                <c:pt idx="648">
                  <c:v>39625</c:v>
                </c:pt>
                <c:pt idx="649">
                  <c:v>39626</c:v>
                </c:pt>
                <c:pt idx="650">
                  <c:v>39629</c:v>
                </c:pt>
                <c:pt idx="651">
                  <c:v>39630</c:v>
                </c:pt>
                <c:pt idx="652">
                  <c:v>39631</c:v>
                </c:pt>
                <c:pt idx="653">
                  <c:v>39632</c:v>
                </c:pt>
                <c:pt idx="654">
                  <c:v>39633</c:v>
                </c:pt>
                <c:pt idx="655">
                  <c:v>39636</c:v>
                </c:pt>
                <c:pt idx="656">
                  <c:v>39637</c:v>
                </c:pt>
                <c:pt idx="657">
                  <c:v>39638</c:v>
                </c:pt>
                <c:pt idx="658">
                  <c:v>39639</c:v>
                </c:pt>
                <c:pt idx="659">
                  <c:v>39640</c:v>
                </c:pt>
                <c:pt idx="660">
                  <c:v>39643</c:v>
                </c:pt>
                <c:pt idx="661">
                  <c:v>39644</c:v>
                </c:pt>
                <c:pt idx="662">
                  <c:v>39645</c:v>
                </c:pt>
                <c:pt idx="663">
                  <c:v>39646</c:v>
                </c:pt>
                <c:pt idx="664">
                  <c:v>39647</c:v>
                </c:pt>
                <c:pt idx="665">
                  <c:v>39650</c:v>
                </c:pt>
                <c:pt idx="666">
                  <c:v>39651</c:v>
                </c:pt>
                <c:pt idx="667">
                  <c:v>39652</c:v>
                </c:pt>
                <c:pt idx="668">
                  <c:v>39653</c:v>
                </c:pt>
                <c:pt idx="669">
                  <c:v>39654</c:v>
                </c:pt>
                <c:pt idx="670">
                  <c:v>39657</c:v>
                </c:pt>
                <c:pt idx="671">
                  <c:v>39658</c:v>
                </c:pt>
                <c:pt idx="672">
                  <c:v>39659</c:v>
                </c:pt>
                <c:pt idx="673">
                  <c:v>39660</c:v>
                </c:pt>
                <c:pt idx="674">
                  <c:v>39661</c:v>
                </c:pt>
                <c:pt idx="675">
                  <c:v>39664</c:v>
                </c:pt>
                <c:pt idx="676">
                  <c:v>39665</c:v>
                </c:pt>
                <c:pt idx="677">
                  <c:v>39666</c:v>
                </c:pt>
                <c:pt idx="678">
                  <c:v>39667</c:v>
                </c:pt>
                <c:pt idx="679">
                  <c:v>39668</c:v>
                </c:pt>
                <c:pt idx="680">
                  <c:v>39671</c:v>
                </c:pt>
                <c:pt idx="681">
                  <c:v>39672</c:v>
                </c:pt>
                <c:pt idx="682">
                  <c:v>39673</c:v>
                </c:pt>
                <c:pt idx="683">
                  <c:v>39674</c:v>
                </c:pt>
                <c:pt idx="684">
                  <c:v>39675</c:v>
                </c:pt>
                <c:pt idx="685">
                  <c:v>39678</c:v>
                </c:pt>
                <c:pt idx="686">
                  <c:v>39679</c:v>
                </c:pt>
                <c:pt idx="687">
                  <c:v>39680</c:v>
                </c:pt>
                <c:pt idx="688">
                  <c:v>39681</c:v>
                </c:pt>
                <c:pt idx="689">
                  <c:v>39682</c:v>
                </c:pt>
                <c:pt idx="690">
                  <c:v>39685</c:v>
                </c:pt>
                <c:pt idx="691">
                  <c:v>39686</c:v>
                </c:pt>
                <c:pt idx="692">
                  <c:v>39687</c:v>
                </c:pt>
                <c:pt idx="693">
                  <c:v>39688</c:v>
                </c:pt>
                <c:pt idx="694">
                  <c:v>39689</c:v>
                </c:pt>
                <c:pt idx="695">
                  <c:v>39692</c:v>
                </c:pt>
                <c:pt idx="696">
                  <c:v>39693</c:v>
                </c:pt>
                <c:pt idx="697">
                  <c:v>39694</c:v>
                </c:pt>
                <c:pt idx="698">
                  <c:v>39695</c:v>
                </c:pt>
                <c:pt idx="699">
                  <c:v>39696</c:v>
                </c:pt>
                <c:pt idx="700">
                  <c:v>39699</c:v>
                </c:pt>
                <c:pt idx="701">
                  <c:v>39700</c:v>
                </c:pt>
                <c:pt idx="702">
                  <c:v>39701</c:v>
                </c:pt>
                <c:pt idx="703">
                  <c:v>39702</c:v>
                </c:pt>
                <c:pt idx="704">
                  <c:v>39703</c:v>
                </c:pt>
                <c:pt idx="705">
                  <c:v>39706</c:v>
                </c:pt>
                <c:pt idx="706">
                  <c:v>39707</c:v>
                </c:pt>
                <c:pt idx="707">
                  <c:v>39708</c:v>
                </c:pt>
                <c:pt idx="708">
                  <c:v>39709</c:v>
                </c:pt>
                <c:pt idx="709">
                  <c:v>39710</c:v>
                </c:pt>
                <c:pt idx="710">
                  <c:v>39713</c:v>
                </c:pt>
                <c:pt idx="711">
                  <c:v>39714</c:v>
                </c:pt>
                <c:pt idx="712">
                  <c:v>39715</c:v>
                </c:pt>
                <c:pt idx="713">
                  <c:v>39716</c:v>
                </c:pt>
                <c:pt idx="714">
                  <c:v>39717</c:v>
                </c:pt>
                <c:pt idx="715">
                  <c:v>39720</c:v>
                </c:pt>
                <c:pt idx="716">
                  <c:v>39721</c:v>
                </c:pt>
                <c:pt idx="717">
                  <c:v>39722</c:v>
                </c:pt>
                <c:pt idx="718">
                  <c:v>39723</c:v>
                </c:pt>
                <c:pt idx="719">
                  <c:v>39724</c:v>
                </c:pt>
                <c:pt idx="720">
                  <c:v>39727</c:v>
                </c:pt>
                <c:pt idx="721">
                  <c:v>39728</c:v>
                </c:pt>
                <c:pt idx="722">
                  <c:v>39729</c:v>
                </c:pt>
                <c:pt idx="723">
                  <c:v>39730</c:v>
                </c:pt>
                <c:pt idx="724">
                  <c:v>39731</c:v>
                </c:pt>
                <c:pt idx="725">
                  <c:v>39734</c:v>
                </c:pt>
                <c:pt idx="726">
                  <c:v>39735</c:v>
                </c:pt>
                <c:pt idx="727">
                  <c:v>39736</c:v>
                </c:pt>
                <c:pt idx="728">
                  <c:v>39737</c:v>
                </c:pt>
                <c:pt idx="729">
                  <c:v>39738</c:v>
                </c:pt>
                <c:pt idx="730">
                  <c:v>39741</c:v>
                </c:pt>
                <c:pt idx="731">
                  <c:v>39742</c:v>
                </c:pt>
                <c:pt idx="732">
                  <c:v>39743</c:v>
                </c:pt>
                <c:pt idx="733">
                  <c:v>39744</c:v>
                </c:pt>
                <c:pt idx="734">
                  <c:v>39745</c:v>
                </c:pt>
                <c:pt idx="735">
                  <c:v>39748</c:v>
                </c:pt>
                <c:pt idx="736">
                  <c:v>39749</c:v>
                </c:pt>
                <c:pt idx="737">
                  <c:v>39750</c:v>
                </c:pt>
                <c:pt idx="738">
                  <c:v>39751</c:v>
                </c:pt>
                <c:pt idx="739">
                  <c:v>39752</c:v>
                </c:pt>
                <c:pt idx="740">
                  <c:v>39755</c:v>
                </c:pt>
                <c:pt idx="741">
                  <c:v>39756</c:v>
                </c:pt>
                <c:pt idx="742">
                  <c:v>39757</c:v>
                </c:pt>
                <c:pt idx="743">
                  <c:v>39758</c:v>
                </c:pt>
                <c:pt idx="744">
                  <c:v>39759</c:v>
                </c:pt>
                <c:pt idx="745">
                  <c:v>39762</c:v>
                </c:pt>
                <c:pt idx="746">
                  <c:v>39763</c:v>
                </c:pt>
                <c:pt idx="747">
                  <c:v>39764</c:v>
                </c:pt>
                <c:pt idx="748">
                  <c:v>39765</c:v>
                </c:pt>
                <c:pt idx="749">
                  <c:v>39766</c:v>
                </c:pt>
                <c:pt idx="750">
                  <c:v>39769</c:v>
                </c:pt>
                <c:pt idx="751">
                  <c:v>39770</c:v>
                </c:pt>
                <c:pt idx="752">
                  <c:v>39771</c:v>
                </c:pt>
                <c:pt idx="753">
                  <c:v>39772</c:v>
                </c:pt>
                <c:pt idx="754">
                  <c:v>39773</c:v>
                </c:pt>
                <c:pt idx="755">
                  <c:v>39776</c:v>
                </c:pt>
                <c:pt idx="756">
                  <c:v>39777</c:v>
                </c:pt>
                <c:pt idx="757">
                  <c:v>39778</c:v>
                </c:pt>
                <c:pt idx="758">
                  <c:v>39779</c:v>
                </c:pt>
                <c:pt idx="759">
                  <c:v>39780</c:v>
                </c:pt>
                <c:pt idx="760">
                  <c:v>39783</c:v>
                </c:pt>
                <c:pt idx="761">
                  <c:v>39784</c:v>
                </c:pt>
                <c:pt idx="762">
                  <c:v>39785</c:v>
                </c:pt>
                <c:pt idx="763">
                  <c:v>39786</c:v>
                </c:pt>
                <c:pt idx="764">
                  <c:v>39787</c:v>
                </c:pt>
                <c:pt idx="765">
                  <c:v>39790</c:v>
                </c:pt>
                <c:pt idx="766">
                  <c:v>39791</c:v>
                </c:pt>
                <c:pt idx="767">
                  <c:v>39792</c:v>
                </c:pt>
                <c:pt idx="768">
                  <c:v>39793</c:v>
                </c:pt>
                <c:pt idx="769">
                  <c:v>39794</c:v>
                </c:pt>
                <c:pt idx="770">
                  <c:v>39797</c:v>
                </c:pt>
                <c:pt idx="771">
                  <c:v>39798</c:v>
                </c:pt>
                <c:pt idx="772">
                  <c:v>39799</c:v>
                </c:pt>
                <c:pt idx="773">
                  <c:v>39800</c:v>
                </c:pt>
                <c:pt idx="774">
                  <c:v>39801</c:v>
                </c:pt>
                <c:pt idx="775">
                  <c:v>39804</c:v>
                </c:pt>
                <c:pt idx="776">
                  <c:v>39805</c:v>
                </c:pt>
                <c:pt idx="777">
                  <c:v>39806</c:v>
                </c:pt>
                <c:pt idx="778">
                  <c:v>39807</c:v>
                </c:pt>
                <c:pt idx="779">
                  <c:v>39808</c:v>
                </c:pt>
                <c:pt idx="780">
                  <c:v>39811</c:v>
                </c:pt>
                <c:pt idx="781">
                  <c:v>39812</c:v>
                </c:pt>
                <c:pt idx="782">
                  <c:v>39813</c:v>
                </c:pt>
                <c:pt idx="783">
                  <c:v>39814</c:v>
                </c:pt>
                <c:pt idx="784">
                  <c:v>39815</c:v>
                </c:pt>
                <c:pt idx="785">
                  <c:v>39818</c:v>
                </c:pt>
                <c:pt idx="786">
                  <c:v>39819</c:v>
                </c:pt>
                <c:pt idx="787">
                  <c:v>39820</c:v>
                </c:pt>
                <c:pt idx="788">
                  <c:v>39821</c:v>
                </c:pt>
                <c:pt idx="789">
                  <c:v>39822</c:v>
                </c:pt>
                <c:pt idx="790">
                  <c:v>39825</c:v>
                </c:pt>
                <c:pt idx="791">
                  <c:v>39826</c:v>
                </c:pt>
                <c:pt idx="792">
                  <c:v>39827</c:v>
                </c:pt>
                <c:pt idx="793">
                  <c:v>39828</c:v>
                </c:pt>
                <c:pt idx="794">
                  <c:v>39829</c:v>
                </c:pt>
                <c:pt idx="795">
                  <c:v>39832</c:v>
                </c:pt>
                <c:pt idx="796">
                  <c:v>39833</c:v>
                </c:pt>
                <c:pt idx="797">
                  <c:v>39834</c:v>
                </c:pt>
                <c:pt idx="798">
                  <c:v>39835</c:v>
                </c:pt>
                <c:pt idx="799">
                  <c:v>39836</c:v>
                </c:pt>
                <c:pt idx="800">
                  <c:v>39839</c:v>
                </c:pt>
                <c:pt idx="801">
                  <c:v>39840</c:v>
                </c:pt>
                <c:pt idx="802">
                  <c:v>39841</c:v>
                </c:pt>
                <c:pt idx="803">
                  <c:v>39842</c:v>
                </c:pt>
                <c:pt idx="804">
                  <c:v>39843</c:v>
                </c:pt>
                <c:pt idx="805">
                  <c:v>39846</c:v>
                </c:pt>
                <c:pt idx="806">
                  <c:v>39847</c:v>
                </c:pt>
                <c:pt idx="807">
                  <c:v>39848</c:v>
                </c:pt>
                <c:pt idx="808">
                  <c:v>39849</c:v>
                </c:pt>
                <c:pt idx="809">
                  <c:v>39850</c:v>
                </c:pt>
                <c:pt idx="810">
                  <c:v>39853</c:v>
                </c:pt>
                <c:pt idx="811">
                  <c:v>39854</c:v>
                </c:pt>
                <c:pt idx="812">
                  <c:v>39855</c:v>
                </c:pt>
                <c:pt idx="813">
                  <c:v>39856</c:v>
                </c:pt>
                <c:pt idx="814">
                  <c:v>39857</c:v>
                </c:pt>
                <c:pt idx="815">
                  <c:v>39860</c:v>
                </c:pt>
                <c:pt idx="816">
                  <c:v>39861</c:v>
                </c:pt>
                <c:pt idx="817">
                  <c:v>39862</c:v>
                </c:pt>
                <c:pt idx="818">
                  <c:v>39863</c:v>
                </c:pt>
                <c:pt idx="819">
                  <c:v>39864</c:v>
                </c:pt>
                <c:pt idx="820">
                  <c:v>39867</c:v>
                </c:pt>
                <c:pt idx="821">
                  <c:v>39868</c:v>
                </c:pt>
                <c:pt idx="822">
                  <c:v>39869</c:v>
                </c:pt>
                <c:pt idx="823">
                  <c:v>39870</c:v>
                </c:pt>
                <c:pt idx="824">
                  <c:v>39871</c:v>
                </c:pt>
                <c:pt idx="825">
                  <c:v>39874</c:v>
                </c:pt>
                <c:pt idx="826">
                  <c:v>39875</c:v>
                </c:pt>
                <c:pt idx="827">
                  <c:v>39876</c:v>
                </c:pt>
                <c:pt idx="828">
                  <c:v>39877</c:v>
                </c:pt>
                <c:pt idx="829">
                  <c:v>39878</c:v>
                </c:pt>
                <c:pt idx="830">
                  <c:v>39881</c:v>
                </c:pt>
                <c:pt idx="831">
                  <c:v>39882</c:v>
                </c:pt>
                <c:pt idx="832">
                  <c:v>39883</c:v>
                </c:pt>
                <c:pt idx="833">
                  <c:v>39884</c:v>
                </c:pt>
                <c:pt idx="834">
                  <c:v>39885</c:v>
                </c:pt>
                <c:pt idx="835">
                  <c:v>39888</c:v>
                </c:pt>
                <c:pt idx="836">
                  <c:v>39889</c:v>
                </c:pt>
                <c:pt idx="837">
                  <c:v>39890</c:v>
                </c:pt>
                <c:pt idx="838">
                  <c:v>39891</c:v>
                </c:pt>
                <c:pt idx="839">
                  <c:v>39892</c:v>
                </c:pt>
                <c:pt idx="840">
                  <c:v>39895</c:v>
                </c:pt>
                <c:pt idx="841">
                  <c:v>39896</c:v>
                </c:pt>
                <c:pt idx="842">
                  <c:v>39897</c:v>
                </c:pt>
                <c:pt idx="843">
                  <c:v>39898</c:v>
                </c:pt>
                <c:pt idx="844">
                  <c:v>39899</c:v>
                </c:pt>
                <c:pt idx="845">
                  <c:v>39902</c:v>
                </c:pt>
                <c:pt idx="846">
                  <c:v>39903</c:v>
                </c:pt>
                <c:pt idx="847">
                  <c:v>39904</c:v>
                </c:pt>
                <c:pt idx="848">
                  <c:v>39905</c:v>
                </c:pt>
                <c:pt idx="849">
                  <c:v>39906</c:v>
                </c:pt>
                <c:pt idx="850">
                  <c:v>39909</c:v>
                </c:pt>
                <c:pt idx="851">
                  <c:v>39910</c:v>
                </c:pt>
                <c:pt idx="852">
                  <c:v>39911</c:v>
                </c:pt>
                <c:pt idx="853">
                  <c:v>39912</c:v>
                </c:pt>
                <c:pt idx="854">
                  <c:v>39913</c:v>
                </c:pt>
                <c:pt idx="855">
                  <c:v>39916</c:v>
                </c:pt>
                <c:pt idx="856">
                  <c:v>39917</c:v>
                </c:pt>
                <c:pt idx="857">
                  <c:v>39918</c:v>
                </c:pt>
                <c:pt idx="858">
                  <c:v>39919</c:v>
                </c:pt>
                <c:pt idx="859">
                  <c:v>39920</c:v>
                </c:pt>
                <c:pt idx="860">
                  <c:v>39923</c:v>
                </c:pt>
                <c:pt idx="861">
                  <c:v>39924</c:v>
                </c:pt>
                <c:pt idx="862">
                  <c:v>39925</c:v>
                </c:pt>
                <c:pt idx="863">
                  <c:v>39926</c:v>
                </c:pt>
                <c:pt idx="864">
                  <c:v>39927</c:v>
                </c:pt>
                <c:pt idx="865">
                  <c:v>39930</c:v>
                </c:pt>
                <c:pt idx="866">
                  <c:v>39931</c:v>
                </c:pt>
                <c:pt idx="867">
                  <c:v>39932</c:v>
                </c:pt>
                <c:pt idx="868">
                  <c:v>39933</c:v>
                </c:pt>
                <c:pt idx="869">
                  <c:v>39934</c:v>
                </c:pt>
                <c:pt idx="870">
                  <c:v>39937</c:v>
                </c:pt>
                <c:pt idx="871">
                  <c:v>39938</c:v>
                </c:pt>
                <c:pt idx="872">
                  <c:v>39939</c:v>
                </c:pt>
                <c:pt idx="873">
                  <c:v>39940</c:v>
                </c:pt>
                <c:pt idx="874">
                  <c:v>39941</c:v>
                </c:pt>
                <c:pt idx="875">
                  <c:v>39944</c:v>
                </c:pt>
                <c:pt idx="876">
                  <c:v>39945</c:v>
                </c:pt>
                <c:pt idx="877">
                  <c:v>39946</c:v>
                </c:pt>
                <c:pt idx="878">
                  <c:v>39947</c:v>
                </c:pt>
                <c:pt idx="879">
                  <c:v>39948</c:v>
                </c:pt>
                <c:pt idx="880">
                  <c:v>39951</c:v>
                </c:pt>
                <c:pt idx="881">
                  <c:v>39952</c:v>
                </c:pt>
                <c:pt idx="882">
                  <c:v>39953</c:v>
                </c:pt>
                <c:pt idx="883">
                  <c:v>39954</c:v>
                </c:pt>
                <c:pt idx="884">
                  <c:v>39955</c:v>
                </c:pt>
                <c:pt idx="885">
                  <c:v>39958</c:v>
                </c:pt>
                <c:pt idx="886">
                  <c:v>39959</c:v>
                </c:pt>
                <c:pt idx="887">
                  <c:v>39960</c:v>
                </c:pt>
                <c:pt idx="888">
                  <c:v>39961</c:v>
                </c:pt>
                <c:pt idx="889">
                  <c:v>39962</c:v>
                </c:pt>
                <c:pt idx="890">
                  <c:v>39965</c:v>
                </c:pt>
                <c:pt idx="891">
                  <c:v>39966</c:v>
                </c:pt>
                <c:pt idx="892">
                  <c:v>39967</c:v>
                </c:pt>
                <c:pt idx="893">
                  <c:v>39968</c:v>
                </c:pt>
                <c:pt idx="894">
                  <c:v>39969</c:v>
                </c:pt>
                <c:pt idx="895">
                  <c:v>39972</c:v>
                </c:pt>
                <c:pt idx="896">
                  <c:v>39973</c:v>
                </c:pt>
                <c:pt idx="897">
                  <c:v>39974</c:v>
                </c:pt>
                <c:pt idx="898">
                  <c:v>39975</c:v>
                </c:pt>
                <c:pt idx="899">
                  <c:v>39976</c:v>
                </c:pt>
                <c:pt idx="900">
                  <c:v>39979</c:v>
                </c:pt>
                <c:pt idx="901">
                  <c:v>39980</c:v>
                </c:pt>
                <c:pt idx="902">
                  <c:v>39981</c:v>
                </c:pt>
                <c:pt idx="903">
                  <c:v>39982</c:v>
                </c:pt>
                <c:pt idx="904">
                  <c:v>39983</c:v>
                </c:pt>
                <c:pt idx="905">
                  <c:v>39986</c:v>
                </c:pt>
                <c:pt idx="906">
                  <c:v>39987</c:v>
                </c:pt>
                <c:pt idx="907">
                  <c:v>39988</c:v>
                </c:pt>
                <c:pt idx="908">
                  <c:v>39989</c:v>
                </c:pt>
                <c:pt idx="909">
                  <c:v>39990</c:v>
                </c:pt>
                <c:pt idx="910">
                  <c:v>39993</c:v>
                </c:pt>
                <c:pt idx="911">
                  <c:v>39994</c:v>
                </c:pt>
                <c:pt idx="912">
                  <c:v>39995</c:v>
                </c:pt>
                <c:pt idx="913">
                  <c:v>39996</c:v>
                </c:pt>
                <c:pt idx="914">
                  <c:v>39997</c:v>
                </c:pt>
                <c:pt idx="915">
                  <c:v>40000</c:v>
                </c:pt>
                <c:pt idx="916">
                  <c:v>40001</c:v>
                </c:pt>
                <c:pt idx="917">
                  <c:v>40002</c:v>
                </c:pt>
                <c:pt idx="918">
                  <c:v>40003</c:v>
                </c:pt>
                <c:pt idx="919">
                  <c:v>40004</c:v>
                </c:pt>
                <c:pt idx="920">
                  <c:v>40007</c:v>
                </c:pt>
                <c:pt idx="921">
                  <c:v>40008</c:v>
                </c:pt>
                <c:pt idx="922">
                  <c:v>40009</c:v>
                </c:pt>
                <c:pt idx="923">
                  <c:v>40010</c:v>
                </c:pt>
                <c:pt idx="924">
                  <c:v>40011</c:v>
                </c:pt>
                <c:pt idx="925">
                  <c:v>40014</c:v>
                </c:pt>
                <c:pt idx="926">
                  <c:v>40015</c:v>
                </c:pt>
                <c:pt idx="927">
                  <c:v>40016</c:v>
                </c:pt>
                <c:pt idx="928">
                  <c:v>40017</c:v>
                </c:pt>
                <c:pt idx="929">
                  <c:v>40018</c:v>
                </c:pt>
                <c:pt idx="930">
                  <c:v>40021</c:v>
                </c:pt>
                <c:pt idx="931">
                  <c:v>40022</c:v>
                </c:pt>
                <c:pt idx="932">
                  <c:v>40023</c:v>
                </c:pt>
                <c:pt idx="933">
                  <c:v>40024</c:v>
                </c:pt>
                <c:pt idx="934">
                  <c:v>40025</c:v>
                </c:pt>
                <c:pt idx="935">
                  <c:v>40028</c:v>
                </c:pt>
                <c:pt idx="936">
                  <c:v>40029</c:v>
                </c:pt>
                <c:pt idx="937">
                  <c:v>40030</c:v>
                </c:pt>
                <c:pt idx="938">
                  <c:v>40031</c:v>
                </c:pt>
                <c:pt idx="939">
                  <c:v>40032</c:v>
                </c:pt>
                <c:pt idx="940">
                  <c:v>40035</c:v>
                </c:pt>
                <c:pt idx="941">
                  <c:v>40036</c:v>
                </c:pt>
                <c:pt idx="942">
                  <c:v>40037</c:v>
                </c:pt>
                <c:pt idx="943">
                  <c:v>40038</c:v>
                </c:pt>
                <c:pt idx="944">
                  <c:v>40039</c:v>
                </c:pt>
                <c:pt idx="945">
                  <c:v>40042</c:v>
                </c:pt>
                <c:pt idx="946">
                  <c:v>40043</c:v>
                </c:pt>
                <c:pt idx="947">
                  <c:v>40044</c:v>
                </c:pt>
                <c:pt idx="948">
                  <c:v>40045</c:v>
                </c:pt>
                <c:pt idx="949">
                  <c:v>40046</c:v>
                </c:pt>
                <c:pt idx="950">
                  <c:v>40049</c:v>
                </c:pt>
                <c:pt idx="951">
                  <c:v>40050</c:v>
                </c:pt>
                <c:pt idx="952">
                  <c:v>40051</c:v>
                </c:pt>
                <c:pt idx="953">
                  <c:v>40052</c:v>
                </c:pt>
                <c:pt idx="954">
                  <c:v>40053</c:v>
                </c:pt>
                <c:pt idx="955">
                  <c:v>40056</c:v>
                </c:pt>
                <c:pt idx="956">
                  <c:v>40057</c:v>
                </c:pt>
                <c:pt idx="957">
                  <c:v>40058</c:v>
                </c:pt>
                <c:pt idx="958">
                  <c:v>40059</c:v>
                </c:pt>
                <c:pt idx="959">
                  <c:v>40060</c:v>
                </c:pt>
                <c:pt idx="960">
                  <c:v>40063</c:v>
                </c:pt>
                <c:pt idx="961">
                  <c:v>40064</c:v>
                </c:pt>
                <c:pt idx="962">
                  <c:v>40065</c:v>
                </c:pt>
                <c:pt idx="963">
                  <c:v>40066</c:v>
                </c:pt>
                <c:pt idx="964">
                  <c:v>40067</c:v>
                </c:pt>
                <c:pt idx="965">
                  <c:v>40070</c:v>
                </c:pt>
                <c:pt idx="966">
                  <c:v>40071</c:v>
                </c:pt>
                <c:pt idx="967">
                  <c:v>40072</c:v>
                </c:pt>
                <c:pt idx="968">
                  <c:v>40073</c:v>
                </c:pt>
                <c:pt idx="969">
                  <c:v>40074</c:v>
                </c:pt>
                <c:pt idx="970">
                  <c:v>40077</c:v>
                </c:pt>
                <c:pt idx="971">
                  <c:v>40078</c:v>
                </c:pt>
                <c:pt idx="972">
                  <c:v>40079</c:v>
                </c:pt>
                <c:pt idx="973">
                  <c:v>40080</c:v>
                </c:pt>
                <c:pt idx="974">
                  <c:v>40081</c:v>
                </c:pt>
                <c:pt idx="975">
                  <c:v>40084</c:v>
                </c:pt>
                <c:pt idx="976">
                  <c:v>40085</c:v>
                </c:pt>
                <c:pt idx="977">
                  <c:v>40086</c:v>
                </c:pt>
                <c:pt idx="978">
                  <c:v>40087</c:v>
                </c:pt>
                <c:pt idx="979">
                  <c:v>40088</c:v>
                </c:pt>
                <c:pt idx="980">
                  <c:v>40091</c:v>
                </c:pt>
                <c:pt idx="981">
                  <c:v>40092</c:v>
                </c:pt>
                <c:pt idx="982">
                  <c:v>40093</c:v>
                </c:pt>
                <c:pt idx="983">
                  <c:v>40094</c:v>
                </c:pt>
                <c:pt idx="984">
                  <c:v>40095</c:v>
                </c:pt>
                <c:pt idx="985">
                  <c:v>40098</c:v>
                </c:pt>
                <c:pt idx="986">
                  <c:v>40099</c:v>
                </c:pt>
                <c:pt idx="987">
                  <c:v>40100</c:v>
                </c:pt>
                <c:pt idx="988">
                  <c:v>40101</c:v>
                </c:pt>
                <c:pt idx="989">
                  <c:v>40102</c:v>
                </c:pt>
                <c:pt idx="990">
                  <c:v>40105</c:v>
                </c:pt>
                <c:pt idx="991">
                  <c:v>40106</c:v>
                </c:pt>
                <c:pt idx="992">
                  <c:v>40107</c:v>
                </c:pt>
                <c:pt idx="993">
                  <c:v>40108</c:v>
                </c:pt>
                <c:pt idx="994">
                  <c:v>40109</c:v>
                </c:pt>
                <c:pt idx="995">
                  <c:v>40112</c:v>
                </c:pt>
                <c:pt idx="996">
                  <c:v>40113</c:v>
                </c:pt>
                <c:pt idx="997">
                  <c:v>40114</c:v>
                </c:pt>
                <c:pt idx="998">
                  <c:v>40115</c:v>
                </c:pt>
                <c:pt idx="999">
                  <c:v>40116</c:v>
                </c:pt>
                <c:pt idx="1000">
                  <c:v>40119</c:v>
                </c:pt>
                <c:pt idx="1001">
                  <c:v>40120</c:v>
                </c:pt>
                <c:pt idx="1002">
                  <c:v>40121</c:v>
                </c:pt>
                <c:pt idx="1003">
                  <c:v>40122</c:v>
                </c:pt>
                <c:pt idx="1004">
                  <c:v>40123</c:v>
                </c:pt>
                <c:pt idx="1005">
                  <c:v>40126</c:v>
                </c:pt>
                <c:pt idx="1006">
                  <c:v>40127</c:v>
                </c:pt>
                <c:pt idx="1007">
                  <c:v>40128</c:v>
                </c:pt>
                <c:pt idx="1008">
                  <c:v>40129</c:v>
                </c:pt>
                <c:pt idx="1009">
                  <c:v>40130</c:v>
                </c:pt>
                <c:pt idx="1010">
                  <c:v>40133</c:v>
                </c:pt>
                <c:pt idx="1011">
                  <c:v>40134</c:v>
                </c:pt>
                <c:pt idx="1012">
                  <c:v>40135</c:v>
                </c:pt>
                <c:pt idx="1013">
                  <c:v>40136</c:v>
                </c:pt>
                <c:pt idx="1014">
                  <c:v>40137</c:v>
                </c:pt>
                <c:pt idx="1015">
                  <c:v>40140</c:v>
                </c:pt>
                <c:pt idx="1016">
                  <c:v>40141</c:v>
                </c:pt>
                <c:pt idx="1017">
                  <c:v>40142</c:v>
                </c:pt>
                <c:pt idx="1018">
                  <c:v>40143</c:v>
                </c:pt>
                <c:pt idx="1019">
                  <c:v>40144</c:v>
                </c:pt>
                <c:pt idx="1020">
                  <c:v>40147</c:v>
                </c:pt>
                <c:pt idx="1021">
                  <c:v>40148</c:v>
                </c:pt>
                <c:pt idx="1022">
                  <c:v>40149</c:v>
                </c:pt>
                <c:pt idx="1023">
                  <c:v>40150</c:v>
                </c:pt>
                <c:pt idx="1024">
                  <c:v>40151</c:v>
                </c:pt>
                <c:pt idx="1025">
                  <c:v>40154</c:v>
                </c:pt>
                <c:pt idx="1026">
                  <c:v>40155</c:v>
                </c:pt>
                <c:pt idx="1027">
                  <c:v>40156</c:v>
                </c:pt>
                <c:pt idx="1028">
                  <c:v>40157</c:v>
                </c:pt>
                <c:pt idx="1029">
                  <c:v>40158</c:v>
                </c:pt>
                <c:pt idx="1030">
                  <c:v>40161</c:v>
                </c:pt>
                <c:pt idx="1031">
                  <c:v>40162</c:v>
                </c:pt>
                <c:pt idx="1032">
                  <c:v>40163</c:v>
                </c:pt>
                <c:pt idx="1033">
                  <c:v>40164</c:v>
                </c:pt>
                <c:pt idx="1034">
                  <c:v>40165</c:v>
                </c:pt>
                <c:pt idx="1035">
                  <c:v>40168</c:v>
                </c:pt>
                <c:pt idx="1036">
                  <c:v>40169</c:v>
                </c:pt>
                <c:pt idx="1037">
                  <c:v>40170</c:v>
                </c:pt>
                <c:pt idx="1038">
                  <c:v>40171</c:v>
                </c:pt>
                <c:pt idx="1039">
                  <c:v>40172</c:v>
                </c:pt>
                <c:pt idx="1040">
                  <c:v>40175</c:v>
                </c:pt>
                <c:pt idx="1041">
                  <c:v>40176</c:v>
                </c:pt>
                <c:pt idx="1042">
                  <c:v>40177</c:v>
                </c:pt>
                <c:pt idx="1043">
                  <c:v>40178</c:v>
                </c:pt>
                <c:pt idx="1044">
                  <c:v>40179</c:v>
                </c:pt>
                <c:pt idx="1045">
                  <c:v>40182</c:v>
                </c:pt>
                <c:pt idx="1046">
                  <c:v>40183</c:v>
                </c:pt>
                <c:pt idx="1047">
                  <c:v>40184</c:v>
                </c:pt>
                <c:pt idx="1048">
                  <c:v>40185</c:v>
                </c:pt>
                <c:pt idx="1049">
                  <c:v>40186</c:v>
                </c:pt>
                <c:pt idx="1050">
                  <c:v>40189</c:v>
                </c:pt>
                <c:pt idx="1051">
                  <c:v>40190</c:v>
                </c:pt>
                <c:pt idx="1052">
                  <c:v>40191</c:v>
                </c:pt>
                <c:pt idx="1053">
                  <c:v>40192</c:v>
                </c:pt>
                <c:pt idx="1054">
                  <c:v>40193</c:v>
                </c:pt>
                <c:pt idx="1055">
                  <c:v>40196</c:v>
                </c:pt>
                <c:pt idx="1056">
                  <c:v>40197</c:v>
                </c:pt>
                <c:pt idx="1057">
                  <c:v>40198</c:v>
                </c:pt>
                <c:pt idx="1058">
                  <c:v>40199</c:v>
                </c:pt>
                <c:pt idx="1059">
                  <c:v>40200</c:v>
                </c:pt>
                <c:pt idx="1060">
                  <c:v>40203</c:v>
                </c:pt>
                <c:pt idx="1061">
                  <c:v>40204</c:v>
                </c:pt>
                <c:pt idx="1062">
                  <c:v>40205</c:v>
                </c:pt>
                <c:pt idx="1063">
                  <c:v>40206</c:v>
                </c:pt>
                <c:pt idx="1064">
                  <c:v>40207</c:v>
                </c:pt>
                <c:pt idx="1065">
                  <c:v>40210</c:v>
                </c:pt>
                <c:pt idx="1066">
                  <c:v>40211</c:v>
                </c:pt>
                <c:pt idx="1067">
                  <c:v>40212</c:v>
                </c:pt>
                <c:pt idx="1068">
                  <c:v>40213</c:v>
                </c:pt>
                <c:pt idx="1069">
                  <c:v>40214</c:v>
                </c:pt>
                <c:pt idx="1070">
                  <c:v>40217</c:v>
                </c:pt>
                <c:pt idx="1071">
                  <c:v>40218</c:v>
                </c:pt>
                <c:pt idx="1072">
                  <c:v>40219</c:v>
                </c:pt>
                <c:pt idx="1073">
                  <c:v>40220</c:v>
                </c:pt>
                <c:pt idx="1074">
                  <c:v>40221</c:v>
                </c:pt>
                <c:pt idx="1075">
                  <c:v>40224</c:v>
                </c:pt>
                <c:pt idx="1076">
                  <c:v>40225</c:v>
                </c:pt>
                <c:pt idx="1077">
                  <c:v>40226</c:v>
                </c:pt>
                <c:pt idx="1078">
                  <c:v>40227</c:v>
                </c:pt>
                <c:pt idx="1079">
                  <c:v>40228</c:v>
                </c:pt>
                <c:pt idx="1080">
                  <c:v>40231</c:v>
                </c:pt>
                <c:pt idx="1081">
                  <c:v>40232</c:v>
                </c:pt>
                <c:pt idx="1082">
                  <c:v>40233</c:v>
                </c:pt>
                <c:pt idx="1083">
                  <c:v>40234</c:v>
                </c:pt>
                <c:pt idx="1084">
                  <c:v>40235</c:v>
                </c:pt>
                <c:pt idx="1085">
                  <c:v>40238</c:v>
                </c:pt>
                <c:pt idx="1086">
                  <c:v>40239</c:v>
                </c:pt>
                <c:pt idx="1087">
                  <c:v>40240</c:v>
                </c:pt>
                <c:pt idx="1088">
                  <c:v>40241</c:v>
                </c:pt>
                <c:pt idx="1089">
                  <c:v>40242</c:v>
                </c:pt>
                <c:pt idx="1090">
                  <c:v>40245</c:v>
                </c:pt>
                <c:pt idx="1091">
                  <c:v>40246</c:v>
                </c:pt>
                <c:pt idx="1092">
                  <c:v>40247</c:v>
                </c:pt>
                <c:pt idx="1093">
                  <c:v>40248</c:v>
                </c:pt>
                <c:pt idx="1094">
                  <c:v>40249</c:v>
                </c:pt>
                <c:pt idx="1095">
                  <c:v>40252</c:v>
                </c:pt>
                <c:pt idx="1096">
                  <c:v>40253</c:v>
                </c:pt>
                <c:pt idx="1097">
                  <c:v>40254</c:v>
                </c:pt>
                <c:pt idx="1098">
                  <c:v>40255</c:v>
                </c:pt>
                <c:pt idx="1099">
                  <c:v>40256</c:v>
                </c:pt>
                <c:pt idx="1100">
                  <c:v>40259</c:v>
                </c:pt>
                <c:pt idx="1101">
                  <c:v>40260</c:v>
                </c:pt>
                <c:pt idx="1102">
                  <c:v>40261</c:v>
                </c:pt>
                <c:pt idx="1103">
                  <c:v>40262</c:v>
                </c:pt>
                <c:pt idx="1104">
                  <c:v>40263</c:v>
                </c:pt>
                <c:pt idx="1105">
                  <c:v>40266</c:v>
                </c:pt>
                <c:pt idx="1106">
                  <c:v>40267</c:v>
                </c:pt>
                <c:pt idx="1107">
                  <c:v>40268</c:v>
                </c:pt>
                <c:pt idx="1108">
                  <c:v>40269</c:v>
                </c:pt>
                <c:pt idx="1109">
                  <c:v>40270</c:v>
                </c:pt>
                <c:pt idx="1110">
                  <c:v>40273</c:v>
                </c:pt>
                <c:pt idx="1111">
                  <c:v>40274</c:v>
                </c:pt>
                <c:pt idx="1112">
                  <c:v>40275</c:v>
                </c:pt>
                <c:pt idx="1113">
                  <c:v>40276</c:v>
                </c:pt>
                <c:pt idx="1114">
                  <c:v>40277</c:v>
                </c:pt>
                <c:pt idx="1115">
                  <c:v>40280</c:v>
                </c:pt>
                <c:pt idx="1116">
                  <c:v>40281</c:v>
                </c:pt>
                <c:pt idx="1117">
                  <c:v>40282</c:v>
                </c:pt>
                <c:pt idx="1118">
                  <c:v>40283</c:v>
                </c:pt>
                <c:pt idx="1119">
                  <c:v>40284</c:v>
                </c:pt>
                <c:pt idx="1120">
                  <c:v>40287</c:v>
                </c:pt>
                <c:pt idx="1121">
                  <c:v>40288</c:v>
                </c:pt>
                <c:pt idx="1122">
                  <c:v>40289</c:v>
                </c:pt>
                <c:pt idx="1123">
                  <c:v>40290</c:v>
                </c:pt>
                <c:pt idx="1124">
                  <c:v>40291</c:v>
                </c:pt>
                <c:pt idx="1125">
                  <c:v>40294</c:v>
                </c:pt>
                <c:pt idx="1126">
                  <c:v>40295</c:v>
                </c:pt>
                <c:pt idx="1127">
                  <c:v>40296</c:v>
                </c:pt>
                <c:pt idx="1128">
                  <c:v>40297</c:v>
                </c:pt>
                <c:pt idx="1129">
                  <c:v>40298</c:v>
                </c:pt>
                <c:pt idx="1130">
                  <c:v>40301</c:v>
                </c:pt>
                <c:pt idx="1131">
                  <c:v>40302</c:v>
                </c:pt>
                <c:pt idx="1132">
                  <c:v>40303</c:v>
                </c:pt>
                <c:pt idx="1133">
                  <c:v>40304</c:v>
                </c:pt>
                <c:pt idx="1134">
                  <c:v>40305</c:v>
                </c:pt>
                <c:pt idx="1135">
                  <c:v>40308</c:v>
                </c:pt>
                <c:pt idx="1136">
                  <c:v>40309</c:v>
                </c:pt>
                <c:pt idx="1137">
                  <c:v>40310</c:v>
                </c:pt>
                <c:pt idx="1138">
                  <c:v>40311</c:v>
                </c:pt>
                <c:pt idx="1139">
                  <c:v>40312</c:v>
                </c:pt>
                <c:pt idx="1140">
                  <c:v>40315</c:v>
                </c:pt>
                <c:pt idx="1141">
                  <c:v>40316</c:v>
                </c:pt>
                <c:pt idx="1142">
                  <c:v>40317</c:v>
                </c:pt>
                <c:pt idx="1143">
                  <c:v>40318</c:v>
                </c:pt>
                <c:pt idx="1144">
                  <c:v>40319</c:v>
                </c:pt>
                <c:pt idx="1145">
                  <c:v>40322</c:v>
                </c:pt>
                <c:pt idx="1146">
                  <c:v>40323</c:v>
                </c:pt>
                <c:pt idx="1147">
                  <c:v>40324</c:v>
                </c:pt>
                <c:pt idx="1148">
                  <c:v>40325</c:v>
                </c:pt>
                <c:pt idx="1149">
                  <c:v>40326</c:v>
                </c:pt>
                <c:pt idx="1150">
                  <c:v>40329</c:v>
                </c:pt>
                <c:pt idx="1151">
                  <c:v>40330</c:v>
                </c:pt>
                <c:pt idx="1152">
                  <c:v>40331</c:v>
                </c:pt>
                <c:pt idx="1153">
                  <c:v>40332</c:v>
                </c:pt>
                <c:pt idx="1154">
                  <c:v>40333</c:v>
                </c:pt>
                <c:pt idx="1155">
                  <c:v>40336</c:v>
                </c:pt>
                <c:pt idx="1156">
                  <c:v>40337</c:v>
                </c:pt>
                <c:pt idx="1157">
                  <c:v>40338</c:v>
                </c:pt>
                <c:pt idx="1158">
                  <c:v>40339</c:v>
                </c:pt>
                <c:pt idx="1159">
                  <c:v>40340</c:v>
                </c:pt>
                <c:pt idx="1160">
                  <c:v>40343</c:v>
                </c:pt>
                <c:pt idx="1161">
                  <c:v>40344</c:v>
                </c:pt>
                <c:pt idx="1162">
                  <c:v>40345</c:v>
                </c:pt>
                <c:pt idx="1163">
                  <c:v>40346</c:v>
                </c:pt>
                <c:pt idx="1164">
                  <c:v>40347</c:v>
                </c:pt>
                <c:pt idx="1165">
                  <c:v>40350</c:v>
                </c:pt>
                <c:pt idx="1166">
                  <c:v>40351</c:v>
                </c:pt>
                <c:pt idx="1167">
                  <c:v>40352</c:v>
                </c:pt>
                <c:pt idx="1168">
                  <c:v>40353</c:v>
                </c:pt>
                <c:pt idx="1169">
                  <c:v>40354</c:v>
                </c:pt>
                <c:pt idx="1170">
                  <c:v>40357</c:v>
                </c:pt>
                <c:pt idx="1171">
                  <c:v>40358</c:v>
                </c:pt>
                <c:pt idx="1172">
                  <c:v>40359</c:v>
                </c:pt>
                <c:pt idx="1173">
                  <c:v>40360</c:v>
                </c:pt>
                <c:pt idx="1174">
                  <c:v>40361</c:v>
                </c:pt>
                <c:pt idx="1175">
                  <c:v>40364</c:v>
                </c:pt>
                <c:pt idx="1176">
                  <c:v>40365</c:v>
                </c:pt>
                <c:pt idx="1177">
                  <c:v>40366</c:v>
                </c:pt>
                <c:pt idx="1178">
                  <c:v>40367</c:v>
                </c:pt>
                <c:pt idx="1179">
                  <c:v>40368</c:v>
                </c:pt>
                <c:pt idx="1180">
                  <c:v>40371</c:v>
                </c:pt>
                <c:pt idx="1181">
                  <c:v>40372</c:v>
                </c:pt>
                <c:pt idx="1182">
                  <c:v>40373</c:v>
                </c:pt>
                <c:pt idx="1183">
                  <c:v>40374</c:v>
                </c:pt>
                <c:pt idx="1184">
                  <c:v>40375</c:v>
                </c:pt>
                <c:pt idx="1185">
                  <c:v>40378</c:v>
                </c:pt>
                <c:pt idx="1186">
                  <c:v>40379</c:v>
                </c:pt>
                <c:pt idx="1187">
                  <c:v>40380</c:v>
                </c:pt>
                <c:pt idx="1188">
                  <c:v>40381</c:v>
                </c:pt>
                <c:pt idx="1189">
                  <c:v>40382</c:v>
                </c:pt>
                <c:pt idx="1190">
                  <c:v>40385</c:v>
                </c:pt>
                <c:pt idx="1191">
                  <c:v>40386</c:v>
                </c:pt>
                <c:pt idx="1192">
                  <c:v>40387</c:v>
                </c:pt>
                <c:pt idx="1193">
                  <c:v>40388</c:v>
                </c:pt>
                <c:pt idx="1194">
                  <c:v>40389</c:v>
                </c:pt>
                <c:pt idx="1195">
                  <c:v>40392</c:v>
                </c:pt>
                <c:pt idx="1196">
                  <c:v>40393</c:v>
                </c:pt>
                <c:pt idx="1197">
                  <c:v>40394</c:v>
                </c:pt>
                <c:pt idx="1198">
                  <c:v>40395</c:v>
                </c:pt>
                <c:pt idx="1199">
                  <c:v>40396</c:v>
                </c:pt>
                <c:pt idx="1200">
                  <c:v>40399</c:v>
                </c:pt>
                <c:pt idx="1201">
                  <c:v>40400</c:v>
                </c:pt>
                <c:pt idx="1202">
                  <c:v>40401</c:v>
                </c:pt>
                <c:pt idx="1203">
                  <c:v>40402</c:v>
                </c:pt>
                <c:pt idx="1204">
                  <c:v>40403</c:v>
                </c:pt>
                <c:pt idx="1205">
                  <c:v>40406</c:v>
                </c:pt>
                <c:pt idx="1206">
                  <c:v>40407</c:v>
                </c:pt>
                <c:pt idx="1207">
                  <c:v>40408</c:v>
                </c:pt>
                <c:pt idx="1208">
                  <c:v>40409</c:v>
                </c:pt>
                <c:pt idx="1209">
                  <c:v>40410</c:v>
                </c:pt>
                <c:pt idx="1210">
                  <c:v>40413</c:v>
                </c:pt>
                <c:pt idx="1211">
                  <c:v>40414</c:v>
                </c:pt>
                <c:pt idx="1212">
                  <c:v>40415</c:v>
                </c:pt>
                <c:pt idx="1213">
                  <c:v>40416</c:v>
                </c:pt>
                <c:pt idx="1214">
                  <c:v>40417</c:v>
                </c:pt>
                <c:pt idx="1215">
                  <c:v>40420</c:v>
                </c:pt>
                <c:pt idx="1216">
                  <c:v>40421</c:v>
                </c:pt>
                <c:pt idx="1217">
                  <c:v>40422</c:v>
                </c:pt>
                <c:pt idx="1218">
                  <c:v>40423</c:v>
                </c:pt>
                <c:pt idx="1219">
                  <c:v>40424</c:v>
                </c:pt>
                <c:pt idx="1220">
                  <c:v>40427</c:v>
                </c:pt>
                <c:pt idx="1221">
                  <c:v>40428</c:v>
                </c:pt>
                <c:pt idx="1222">
                  <c:v>40429</c:v>
                </c:pt>
                <c:pt idx="1223">
                  <c:v>40430</c:v>
                </c:pt>
                <c:pt idx="1224">
                  <c:v>40431</c:v>
                </c:pt>
                <c:pt idx="1225">
                  <c:v>40434</c:v>
                </c:pt>
                <c:pt idx="1226">
                  <c:v>40435</c:v>
                </c:pt>
                <c:pt idx="1227">
                  <c:v>40436</c:v>
                </c:pt>
                <c:pt idx="1228">
                  <c:v>40437</c:v>
                </c:pt>
                <c:pt idx="1229">
                  <c:v>40438</c:v>
                </c:pt>
                <c:pt idx="1230">
                  <c:v>40441</c:v>
                </c:pt>
                <c:pt idx="1231">
                  <c:v>40442</c:v>
                </c:pt>
                <c:pt idx="1232">
                  <c:v>40443</c:v>
                </c:pt>
                <c:pt idx="1233">
                  <c:v>40444</c:v>
                </c:pt>
                <c:pt idx="1234">
                  <c:v>40445</c:v>
                </c:pt>
                <c:pt idx="1235">
                  <c:v>40448</c:v>
                </c:pt>
                <c:pt idx="1236">
                  <c:v>40449</c:v>
                </c:pt>
                <c:pt idx="1237">
                  <c:v>40450</c:v>
                </c:pt>
                <c:pt idx="1238">
                  <c:v>40451</c:v>
                </c:pt>
                <c:pt idx="1239">
                  <c:v>40452</c:v>
                </c:pt>
                <c:pt idx="1240">
                  <c:v>40455</c:v>
                </c:pt>
                <c:pt idx="1241">
                  <c:v>40456</c:v>
                </c:pt>
                <c:pt idx="1242">
                  <c:v>40457</c:v>
                </c:pt>
                <c:pt idx="1243">
                  <c:v>40458</c:v>
                </c:pt>
                <c:pt idx="1244">
                  <c:v>40459</c:v>
                </c:pt>
                <c:pt idx="1245">
                  <c:v>40462</c:v>
                </c:pt>
                <c:pt idx="1246">
                  <c:v>40463</c:v>
                </c:pt>
                <c:pt idx="1247">
                  <c:v>40464</c:v>
                </c:pt>
                <c:pt idx="1248">
                  <c:v>40465</c:v>
                </c:pt>
                <c:pt idx="1249">
                  <c:v>40466</c:v>
                </c:pt>
                <c:pt idx="1250">
                  <c:v>40469</c:v>
                </c:pt>
                <c:pt idx="1251">
                  <c:v>40470</c:v>
                </c:pt>
                <c:pt idx="1252">
                  <c:v>40471</c:v>
                </c:pt>
                <c:pt idx="1253">
                  <c:v>40472</c:v>
                </c:pt>
                <c:pt idx="1254">
                  <c:v>40473</c:v>
                </c:pt>
                <c:pt idx="1255">
                  <c:v>40476</c:v>
                </c:pt>
                <c:pt idx="1256">
                  <c:v>40477</c:v>
                </c:pt>
                <c:pt idx="1257">
                  <c:v>40478</c:v>
                </c:pt>
                <c:pt idx="1258">
                  <c:v>40479</c:v>
                </c:pt>
                <c:pt idx="1259">
                  <c:v>40480</c:v>
                </c:pt>
                <c:pt idx="1260">
                  <c:v>40483</c:v>
                </c:pt>
                <c:pt idx="1261">
                  <c:v>40484</c:v>
                </c:pt>
                <c:pt idx="1262">
                  <c:v>40485</c:v>
                </c:pt>
                <c:pt idx="1263">
                  <c:v>40486</c:v>
                </c:pt>
                <c:pt idx="1264">
                  <c:v>40487</c:v>
                </c:pt>
                <c:pt idx="1265">
                  <c:v>40490</c:v>
                </c:pt>
                <c:pt idx="1266">
                  <c:v>40491</c:v>
                </c:pt>
                <c:pt idx="1267">
                  <c:v>40492</c:v>
                </c:pt>
                <c:pt idx="1268">
                  <c:v>40493</c:v>
                </c:pt>
                <c:pt idx="1269">
                  <c:v>40494</c:v>
                </c:pt>
                <c:pt idx="1270">
                  <c:v>40497</c:v>
                </c:pt>
                <c:pt idx="1271">
                  <c:v>40498</c:v>
                </c:pt>
                <c:pt idx="1272">
                  <c:v>40499</c:v>
                </c:pt>
                <c:pt idx="1273">
                  <c:v>40500</c:v>
                </c:pt>
                <c:pt idx="1274">
                  <c:v>40501</c:v>
                </c:pt>
                <c:pt idx="1275">
                  <c:v>40504</c:v>
                </c:pt>
                <c:pt idx="1276">
                  <c:v>40505</c:v>
                </c:pt>
                <c:pt idx="1277">
                  <c:v>40506</c:v>
                </c:pt>
                <c:pt idx="1278">
                  <c:v>40507</c:v>
                </c:pt>
                <c:pt idx="1279">
                  <c:v>40508</c:v>
                </c:pt>
                <c:pt idx="1280">
                  <c:v>40511</c:v>
                </c:pt>
                <c:pt idx="1281">
                  <c:v>40512</c:v>
                </c:pt>
                <c:pt idx="1282">
                  <c:v>40513</c:v>
                </c:pt>
                <c:pt idx="1283">
                  <c:v>40514</c:v>
                </c:pt>
                <c:pt idx="1284">
                  <c:v>40515</c:v>
                </c:pt>
                <c:pt idx="1285">
                  <c:v>40518</c:v>
                </c:pt>
                <c:pt idx="1286">
                  <c:v>40519</c:v>
                </c:pt>
                <c:pt idx="1287">
                  <c:v>40520</c:v>
                </c:pt>
                <c:pt idx="1288">
                  <c:v>40521</c:v>
                </c:pt>
                <c:pt idx="1289">
                  <c:v>40522</c:v>
                </c:pt>
                <c:pt idx="1290">
                  <c:v>40525</c:v>
                </c:pt>
                <c:pt idx="1291">
                  <c:v>40526</c:v>
                </c:pt>
                <c:pt idx="1292">
                  <c:v>40527</c:v>
                </c:pt>
                <c:pt idx="1293">
                  <c:v>40528</c:v>
                </c:pt>
                <c:pt idx="1294">
                  <c:v>40529</c:v>
                </c:pt>
                <c:pt idx="1295">
                  <c:v>40532</c:v>
                </c:pt>
                <c:pt idx="1296">
                  <c:v>40533</c:v>
                </c:pt>
                <c:pt idx="1297">
                  <c:v>40534</c:v>
                </c:pt>
                <c:pt idx="1298">
                  <c:v>40535</c:v>
                </c:pt>
                <c:pt idx="1299">
                  <c:v>40536</c:v>
                </c:pt>
                <c:pt idx="1300">
                  <c:v>40539</c:v>
                </c:pt>
                <c:pt idx="1301">
                  <c:v>40540</c:v>
                </c:pt>
                <c:pt idx="1302">
                  <c:v>40541</c:v>
                </c:pt>
                <c:pt idx="1303">
                  <c:v>40542</c:v>
                </c:pt>
                <c:pt idx="1304">
                  <c:v>40543</c:v>
                </c:pt>
                <c:pt idx="1305">
                  <c:v>40546</c:v>
                </c:pt>
                <c:pt idx="1306">
                  <c:v>40547</c:v>
                </c:pt>
                <c:pt idx="1307">
                  <c:v>40548</c:v>
                </c:pt>
                <c:pt idx="1308">
                  <c:v>40549</c:v>
                </c:pt>
                <c:pt idx="1309">
                  <c:v>40550</c:v>
                </c:pt>
                <c:pt idx="1310">
                  <c:v>40553</c:v>
                </c:pt>
                <c:pt idx="1311">
                  <c:v>40554</c:v>
                </c:pt>
                <c:pt idx="1312">
                  <c:v>40555</c:v>
                </c:pt>
                <c:pt idx="1313">
                  <c:v>40556</c:v>
                </c:pt>
                <c:pt idx="1314">
                  <c:v>40557</c:v>
                </c:pt>
                <c:pt idx="1315">
                  <c:v>40560</c:v>
                </c:pt>
                <c:pt idx="1316">
                  <c:v>40561</c:v>
                </c:pt>
                <c:pt idx="1317">
                  <c:v>40562</c:v>
                </c:pt>
                <c:pt idx="1318">
                  <c:v>40563</c:v>
                </c:pt>
                <c:pt idx="1319">
                  <c:v>40564</c:v>
                </c:pt>
                <c:pt idx="1320">
                  <c:v>40567</c:v>
                </c:pt>
                <c:pt idx="1321">
                  <c:v>40568</c:v>
                </c:pt>
                <c:pt idx="1322">
                  <c:v>40569</c:v>
                </c:pt>
                <c:pt idx="1323">
                  <c:v>40570</c:v>
                </c:pt>
                <c:pt idx="1324">
                  <c:v>40571</c:v>
                </c:pt>
                <c:pt idx="1325">
                  <c:v>40574</c:v>
                </c:pt>
                <c:pt idx="1326">
                  <c:v>40575</c:v>
                </c:pt>
                <c:pt idx="1327">
                  <c:v>40576</c:v>
                </c:pt>
                <c:pt idx="1328">
                  <c:v>40577</c:v>
                </c:pt>
                <c:pt idx="1329">
                  <c:v>40578</c:v>
                </c:pt>
                <c:pt idx="1330">
                  <c:v>40581</c:v>
                </c:pt>
                <c:pt idx="1331">
                  <c:v>40582</c:v>
                </c:pt>
                <c:pt idx="1332">
                  <c:v>40583</c:v>
                </c:pt>
                <c:pt idx="1333">
                  <c:v>40584</c:v>
                </c:pt>
                <c:pt idx="1334">
                  <c:v>40585</c:v>
                </c:pt>
                <c:pt idx="1335">
                  <c:v>40588</c:v>
                </c:pt>
                <c:pt idx="1336">
                  <c:v>40589</c:v>
                </c:pt>
                <c:pt idx="1337">
                  <c:v>40590</c:v>
                </c:pt>
                <c:pt idx="1338">
                  <c:v>40591</c:v>
                </c:pt>
                <c:pt idx="1339">
                  <c:v>40592</c:v>
                </c:pt>
                <c:pt idx="1340">
                  <c:v>40595</c:v>
                </c:pt>
                <c:pt idx="1341">
                  <c:v>40596</c:v>
                </c:pt>
                <c:pt idx="1342">
                  <c:v>40597</c:v>
                </c:pt>
                <c:pt idx="1343">
                  <c:v>40598</c:v>
                </c:pt>
                <c:pt idx="1344">
                  <c:v>40599</c:v>
                </c:pt>
                <c:pt idx="1345">
                  <c:v>40602</c:v>
                </c:pt>
                <c:pt idx="1346">
                  <c:v>40603</c:v>
                </c:pt>
                <c:pt idx="1347">
                  <c:v>40604</c:v>
                </c:pt>
                <c:pt idx="1348">
                  <c:v>40605</c:v>
                </c:pt>
                <c:pt idx="1349">
                  <c:v>40606</c:v>
                </c:pt>
                <c:pt idx="1350">
                  <c:v>40609</c:v>
                </c:pt>
                <c:pt idx="1351">
                  <c:v>40610</c:v>
                </c:pt>
                <c:pt idx="1352">
                  <c:v>40611</c:v>
                </c:pt>
                <c:pt idx="1353">
                  <c:v>40612</c:v>
                </c:pt>
                <c:pt idx="1354">
                  <c:v>40613</c:v>
                </c:pt>
                <c:pt idx="1355">
                  <c:v>40616</c:v>
                </c:pt>
                <c:pt idx="1356">
                  <c:v>40617</c:v>
                </c:pt>
                <c:pt idx="1357">
                  <c:v>40618</c:v>
                </c:pt>
                <c:pt idx="1358">
                  <c:v>40619</c:v>
                </c:pt>
                <c:pt idx="1359">
                  <c:v>40620</c:v>
                </c:pt>
                <c:pt idx="1360">
                  <c:v>40623</c:v>
                </c:pt>
                <c:pt idx="1361">
                  <c:v>40624</c:v>
                </c:pt>
                <c:pt idx="1362">
                  <c:v>40625</c:v>
                </c:pt>
                <c:pt idx="1363">
                  <c:v>40626</c:v>
                </c:pt>
                <c:pt idx="1364">
                  <c:v>40627</c:v>
                </c:pt>
                <c:pt idx="1365">
                  <c:v>40630</c:v>
                </c:pt>
                <c:pt idx="1366">
                  <c:v>40631</c:v>
                </c:pt>
                <c:pt idx="1367">
                  <c:v>40632</c:v>
                </c:pt>
                <c:pt idx="1368">
                  <c:v>40633</c:v>
                </c:pt>
                <c:pt idx="1369">
                  <c:v>40634</c:v>
                </c:pt>
                <c:pt idx="1370">
                  <c:v>40637</c:v>
                </c:pt>
                <c:pt idx="1371">
                  <c:v>40638</c:v>
                </c:pt>
                <c:pt idx="1372">
                  <c:v>40639</c:v>
                </c:pt>
                <c:pt idx="1373">
                  <c:v>40640</c:v>
                </c:pt>
                <c:pt idx="1374">
                  <c:v>40641</c:v>
                </c:pt>
                <c:pt idx="1375">
                  <c:v>40644</c:v>
                </c:pt>
                <c:pt idx="1376">
                  <c:v>40645</c:v>
                </c:pt>
                <c:pt idx="1377">
                  <c:v>40646</c:v>
                </c:pt>
                <c:pt idx="1378">
                  <c:v>40647</c:v>
                </c:pt>
                <c:pt idx="1379">
                  <c:v>40648</c:v>
                </c:pt>
                <c:pt idx="1380">
                  <c:v>40651</c:v>
                </c:pt>
                <c:pt idx="1381">
                  <c:v>40652</c:v>
                </c:pt>
                <c:pt idx="1382">
                  <c:v>40653</c:v>
                </c:pt>
                <c:pt idx="1383">
                  <c:v>40654</c:v>
                </c:pt>
                <c:pt idx="1384">
                  <c:v>40655</c:v>
                </c:pt>
                <c:pt idx="1385">
                  <c:v>40658</c:v>
                </c:pt>
                <c:pt idx="1386">
                  <c:v>40659</c:v>
                </c:pt>
                <c:pt idx="1387">
                  <c:v>40660</c:v>
                </c:pt>
                <c:pt idx="1388">
                  <c:v>40661</c:v>
                </c:pt>
                <c:pt idx="1389">
                  <c:v>40662</c:v>
                </c:pt>
                <c:pt idx="1390">
                  <c:v>40665</c:v>
                </c:pt>
                <c:pt idx="1391">
                  <c:v>40666</c:v>
                </c:pt>
                <c:pt idx="1392">
                  <c:v>40667</c:v>
                </c:pt>
                <c:pt idx="1393">
                  <c:v>40668</c:v>
                </c:pt>
                <c:pt idx="1394">
                  <c:v>40669</c:v>
                </c:pt>
                <c:pt idx="1395">
                  <c:v>40672</c:v>
                </c:pt>
                <c:pt idx="1396">
                  <c:v>40673</c:v>
                </c:pt>
                <c:pt idx="1397">
                  <c:v>40674</c:v>
                </c:pt>
                <c:pt idx="1398">
                  <c:v>40675</c:v>
                </c:pt>
                <c:pt idx="1399">
                  <c:v>40676</c:v>
                </c:pt>
                <c:pt idx="1400">
                  <c:v>40679</c:v>
                </c:pt>
                <c:pt idx="1401">
                  <c:v>40680</c:v>
                </c:pt>
                <c:pt idx="1402">
                  <c:v>40681</c:v>
                </c:pt>
                <c:pt idx="1403">
                  <c:v>40682</c:v>
                </c:pt>
                <c:pt idx="1404">
                  <c:v>40683</c:v>
                </c:pt>
                <c:pt idx="1405">
                  <c:v>40686</c:v>
                </c:pt>
                <c:pt idx="1406">
                  <c:v>40687</c:v>
                </c:pt>
                <c:pt idx="1407">
                  <c:v>40688</c:v>
                </c:pt>
                <c:pt idx="1408">
                  <c:v>40689</c:v>
                </c:pt>
                <c:pt idx="1409">
                  <c:v>40690</c:v>
                </c:pt>
                <c:pt idx="1410">
                  <c:v>40693</c:v>
                </c:pt>
                <c:pt idx="1411">
                  <c:v>40694</c:v>
                </c:pt>
                <c:pt idx="1412">
                  <c:v>40695</c:v>
                </c:pt>
                <c:pt idx="1413">
                  <c:v>40696</c:v>
                </c:pt>
                <c:pt idx="1414">
                  <c:v>40697</c:v>
                </c:pt>
                <c:pt idx="1415">
                  <c:v>40700</c:v>
                </c:pt>
                <c:pt idx="1416">
                  <c:v>40701</c:v>
                </c:pt>
                <c:pt idx="1417">
                  <c:v>40702</c:v>
                </c:pt>
                <c:pt idx="1418">
                  <c:v>40703</c:v>
                </c:pt>
                <c:pt idx="1419">
                  <c:v>40704</c:v>
                </c:pt>
                <c:pt idx="1420">
                  <c:v>40707</c:v>
                </c:pt>
                <c:pt idx="1421">
                  <c:v>40708</c:v>
                </c:pt>
                <c:pt idx="1422">
                  <c:v>40709</c:v>
                </c:pt>
                <c:pt idx="1423">
                  <c:v>40710</c:v>
                </c:pt>
                <c:pt idx="1424">
                  <c:v>40711</c:v>
                </c:pt>
                <c:pt idx="1425">
                  <c:v>40714</c:v>
                </c:pt>
                <c:pt idx="1426">
                  <c:v>40715</c:v>
                </c:pt>
                <c:pt idx="1427">
                  <c:v>40716</c:v>
                </c:pt>
                <c:pt idx="1428">
                  <c:v>40717</c:v>
                </c:pt>
                <c:pt idx="1429">
                  <c:v>40718</c:v>
                </c:pt>
                <c:pt idx="1430">
                  <c:v>40721</c:v>
                </c:pt>
                <c:pt idx="1431">
                  <c:v>40722</c:v>
                </c:pt>
                <c:pt idx="1432">
                  <c:v>40723</c:v>
                </c:pt>
                <c:pt idx="1433">
                  <c:v>40724</c:v>
                </c:pt>
                <c:pt idx="1434">
                  <c:v>40725</c:v>
                </c:pt>
                <c:pt idx="1435">
                  <c:v>40728</c:v>
                </c:pt>
                <c:pt idx="1436">
                  <c:v>40729</c:v>
                </c:pt>
                <c:pt idx="1437">
                  <c:v>40730</c:v>
                </c:pt>
                <c:pt idx="1438">
                  <c:v>40731</c:v>
                </c:pt>
                <c:pt idx="1439">
                  <c:v>40732</c:v>
                </c:pt>
                <c:pt idx="1440">
                  <c:v>40735</c:v>
                </c:pt>
                <c:pt idx="1441">
                  <c:v>40736</c:v>
                </c:pt>
                <c:pt idx="1442">
                  <c:v>40737</c:v>
                </c:pt>
                <c:pt idx="1443">
                  <c:v>40738</c:v>
                </c:pt>
                <c:pt idx="1444">
                  <c:v>40739</c:v>
                </c:pt>
                <c:pt idx="1445">
                  <c:v>40742</c:v>
                </c:pt>
                <c:pt idx="1446">
                  <c:v>40743</c:v>
                </c:pt>
                <c:pt idx="1447">
                  <c:v>40744</c:v>
                </c:pt>
                <c:pt idx="1448">
                  <c:v>40745</c:v>
                </c:pt>
                <c:pt idx="1449">
                  <c:v>40746</c:v>
                </c:pt>
                <c:pt idx="1450">
                  <c:v>40749</c:v>
                </c:pt>
                <c:pt idx="1451">
                  <c:v>40750</c:v>
                </c:pt>
                <c:pt idx="1452">
                  <c:v>40751</c:v>
                </c:pt>
                <c:pt idx="1453">
                  <c:v>40752</c:v>
                </c:pt>
                <c:pt idx="1454">
                  <c:v>40753</c:v>
                </c:pt>
                <c:pt idx="1455">
                  <c:v>40756</c:v>
                </c:pt>
                <c:pt idx="1456">
                  <c:v>40757</c:v>
                </c:pt>
                <c:pt idx="1457">
                  <c:v>40758</c:v>
                </c:pt>
                <c:pt idx="1458">
                  <c:v>40759</c:v>
                </c:pt>
                <c:pt idx="1459">
                  <c:v>40760</c:v>
                </c:pt>
                <c:pt idx="1460">
                  <c:v>40763</c:v>
                </c:pt>
                <c:pt idx="1461">
                  <c:v>40764</c:v>
                </c:pt>
                <c:pt idx="1462">
                  <c:v>40765</c:v>
                </c:pt>
                <c:pt idx="1463">
                  <c:v>40766</c:v>
                </c:pt>
                <c:pt idx="1464">
                  <c:v>40767</c:v>
                </c:pt>
                <c:pt idx="1465">
                  <c:v>40770</c:v>
                </c:pt>
                <c:pt idx="1466">
                  <c:v>40771</c:v>
                </c:pt>
                <c:pt idx="1467">
                  <c:v>40772</c:v>
                </c:pt>
                <c:pt idx="1468">
                  <c:v>40773</c:v>
                </c:pt>
                <c:pt idx="1469">
                  <c:v>40774</c:v>
                </c:pt>
                <c:pt idx="1470">
                  <c:v>40777</c:v>
                </c:pt>
                <c:pt idx="1471">
                  <c:v>40778</c:v>
                </c:pt>
                <c:pt idx="1472">
                  <c:v>40779</c:v>
                </c:pt>
                <c:pt idx="1473">
                  <c:v>40780</c:v>
                </c:pt>
                <c:pt idx="1474">
                  <c:v>40781</c:v>
                </c:pt>
                <c:pt idx="1475">
                  <c:v>40784</c:v>
                </c:pt>
                <c:pt idx="1476">
                  <c:v>40785</c:v>
                </c:pt>
                <c:pt idx="1477">
                  <c:v>40786</c:v>
                </c:pt>
                <c:pt idx="1478">
                  <c:v>40787</c:v>
                </c:pt>
                <c:pt idx="1479">
                  <c:v>40788</c:v>
                </c:pt>
                <c:pt idx="1480">
                  <c:v>40791</c:v>
                </c:pt>
                <c:pt idx="1481">
                  <c:v>40792</c:v>
                </c:pt>
                <c:pt idx="1482">
                  <c:v>40793</c:v>
                </c:pt>
                <c:pt idx="1483">
                  <c:v>40794</c:v>
                </c:pt>
                <c:pt idx="1484">
                  <c:v>40795</c:v>
                </c:pt>
                <c:pt idx="1485">
                  <c:v>40798</c:v>
                </c:pt>
                <c:pt idx="1486">
                  <c:v>40799</c:v>
                </c:pt>
                <c:pt idx="1487">
                  <c:v>40800</c:v>
                </c:pt>
                <c:pt idx="1488">
                  <c:v>40801</c:v>
                </c:pt>
                <c:pt idx="1489">
                  <c:v>40802</c:v>
                </c:pt>
                <c:pt idx="1490">
                  <c:v>40805</c:v>
                </c:pt>
                <c:pt idx="1491">
                  <c:v>40806</c:v>
                </c:pt>
                <c:pt idx="1492">
                  <c:v>40807</c:v>
                </c:pt>
                <c:pt idx="1493">
                  <c:v>40808</c:v>
                </c:pt>
                <c:pt idx="1494">
                  <c:v>40809</c:v>
                </c:pt>
                <c:pt idx="1495">
                  <c:v>40812</c:v>
                </c:pt>
                <c:pt idx="1496">
                  <c:v>40813</c:v>
                </c:pt>
                <c:pt idx="1497">
                  <c:v>40814</c:v>
                </c:pt>
                <c:pt idx="1498">
                  <c:v>40815</c:v>
                </c:pt>
                <c:pt idx="1499">
                  <c:v>40816</c:v>
                </c:pt>
                <c:pt idx="1500">
                  <c:v>40819</c:v>
                </c:pt>
                <c:pt idx="1501">
                  <c:v>40820</c:v>
                </c:pt>
                <c:pt idx="1502">
                  <c:v>40821</c:v>
                </c:pt>
                <c:pt idx="1503">
                  <c:v>40822</c:v>
                </c:pt>
                <c:pt idx="1504">
                  <c:v>40823</c:v>
                </c:pt>
                <c:pt idx="1505">
                  <c:v>40826</c:v>
                </c:pt>
                <c:pt idx="1506">
                  <c:v>40827</c:v>
                </c:pt>
                <c:pt idx="1507">
                  <c:v>40828</c:v>
                </c:pt>
                <c:pt idx="1508">
                  <c:v>40829</c:v>
                </c:pt>
                <c:pt idx="1509">
                  <c:v>40830</c:v>
                </c:pt>
                <c:pt idx="1510">
                  <c:v>40833</c:v>
                </c:pt>
                <c:pt idx="1511">
                  <c:v>40834</c:v>
                </c:pt>
                <c:pt idx="1512">
                  <c:v>40835</c:v>
                </c:pt>
                <c:pt idx="1513">
                  <c:v>40836</c:v>
                </c:pt>
                <c:pt idx="1514">
                  <c:v>40837</c:v>
                </c:pt>
                <c:pt idx="1515">
                  <c:v>40840</c:v>
                </c:pt>
                <c:pt idx="1516">
                  <c:v>40841</c:v>
                </c:pt>
                <c:pt idx="1517">
                  <c:v>40842</c:v>
                </c:pt>
                <c:pt idx="1518">
                  <c:v>40843</c:v>
                </c:pt>
                <c:pt idx="1519">
                  <c:v>40844</c:v>
                </c:pt>
                <c:pt idx="1520">
                  <c:v>40847</c:v>
                </c:pt>
                <c:pt idx="1521">
                  <c:v>40848</c:v>
                </c:pt>
                <c:pt idx="1522">
                  <c:v>40849</c:v>
                </c:pt>
                <c:pt idx="1523">
                  <c:v>40850</c:v>
                </c:pt>
                <c:pt idx="1524">
                  <c:v>40851</c:v>
                </c:pt>
                <c:pt idx="1525">
                  <c:v>40854</c:v>
                </c:pt>
                <c:pt idx="1526">
                  <c:v>40855</c:v>
                </c:pt>
                <c:pt idx="1527">
                  <c:v>40856</c:v>
                </c:pt>
                <c:pt idx="1528">
                  <c:v>40857</c:v>
                </c:pt>
                <c:pt idx="1529">
                  <c:v>40858</c:v>
                </c:pt>
                <c:pt idx="1530">
                  <c:v>40861</c:v>
                </c:pt>
                <c:pt idx="1531">
                  <c:v>40862</c:v>
                </c:pt>
                <c:pt idx="1532">
                  <c:v>40863</c:v>
                </c:pt>
                <c:pt idx="1533">
                  <c:v>40864</c:v>
                </c:pt>
                <c:pt idx="1534">
                  <c:v>40865</c:v>
                </c:pt>
                <c:pt idx="1535">
                  <c:v>40868</c:v>
                </c:pt>
                <c:pt idx="1536">
                  <c:v>40869</c:v>
                </c:pt>
                <c:pt idx="1537">
                  <c:v>40870</c:v>
                </c:pt>
                <c:pt idx="1538">
                  <c:v>40871</c:v>
                </c:pt>
                <c:pt idx="1539">
                  <c:v>40872</c:v>
                </c:pt>
                <c:pt idx="1540">
                  <c:v>40875</c:v>
                </c:pt>
                <c:pt idx="1541">
                  <c:v>40876</c:v>
                </c:pt>
                <c:pt idx="1542">
                  <c:v>40877</c:v>
                </c:pt>
                <c:pt idx="1543">
                  <c:v>40878</c:v>
                </c:pt>
                <c:pt idx="1544">
                  <c:v>40879</c:v>
                </c:pt>
                <c:pt idx="1545">
                  <c:v>40882</c:v>
                </c:pt>
                <c:pt idx="1546">
                  <c:v>40883</c:v>
                </c:pt>
                <c:pt idx="1547">
                  <c:v>40884</c:v>
                </c:pt>
                <c:pt idx="1548">
                  <c:v>40885</c:v>
                </c:pt>
                <c:pt idx="1549">
                  <c:v>40886</c:v>
                </c:pt>
                <c:pt idx="1550">
                  <c:v>40889</c:v>
                </c:pt>
                <c:pt idx="1551">
                  <c:v>40890</c:v>
                </c:pt>
                <c:pt idx="1552">
                  <c:v>40891</c:v>
                </c:pt>
                <c:pt idx="1553">
                  <c:v>40892</c:v>
                </c:pt>
                <c:pt idx="1554">
                  <c:v>40893</c:v>
                </c:pt>
                <c:pt idx="1555">
                  <c:v>40896</c:v>
                </c:pt>
                <c:pt idx="1556">
                  <c:v>40897</c:v>
                </c:pt>
                <c:pt idx="1557">
                  <c:v>40898</c:v>
                </c:pt>
                <c:pt idx="1558">
                  <c:v>40899</c:v>
                </c:pt>
                <c:pt idx="1559">
                  <c:v>40900</c:v>
                </c:pt>
                <c:pt idx="1560">
                  <c:v>40903</c:v>
                </c:pt>
                <c:pt idx="1561">
                  <c:v>40904</c:v>
                </c:pt>
                <c:pt idx="1562">
                  <c:v>40905</c:v>
                </c:pt>
                <c:pt idx="1563">
                  <c:v>40906</c:v>
                </c:pt>
                <c:pt idx="1564">
                  <c:v>40907</c:v>
                </c:pt>
                <c:pt idx="1565">
                  <c:v>40910</c:v>
                </c:pt>
                <c:pt idx="1566">
                  <c:v>40911</c:v>
                </c:pt>
                <c:pt idx="1567">
                  <c:v>40912</c:v>
                </c:pt>
                <c:pt idx="1568">
                  <c:v>40913</c:v>
                </c:pt>
                <c:pt idx="1569">
                  <c:v>40914</c:v>
                </c:pt>
                <c:pt idx="1570">
                  <c:v>40917</c:v>
                </c:pt>
                <c:pt idx="1571">
                  <c:v>40918</c:v>
                </c:pt>
                <c:pt idx="1572">
                  <c:v>40919</c:v>
                </c:pt>
                <c:pt idx="1573">
                  <c:v>40920</c:v>
                </c:pt>
                <c:pt idx="1574">
                  <c:v>40921</c:v>
                </c:pt>
                <c:pt idx="1575">
                  <c:v>40924</c:v>
                </c:pt>
                <c:pt idx="1576">
                  <c:v>40925</c:v>
                </c:pt>
                <c:pt idx="1577">
                  <c:v>40926</c:v>
                </c:pt>
                <c:pt idx="1578">
                  <c:v>40927</c:v>
                </c:pt>
                <c:pt idx="1579">
                  <c:v>40928</c:v>
                </c:pt>
                <c:pt idx="1580">
                  <c:v>40931</c:v>
                </c:pt>
                <c:pt idx="1581">
                  <c:v>40932</c:v>
                </c:pt>
                <c:pt idx="1582">
                  <c:v>40933</c:v>
                </c:pt>
                <c:pt idx="1583">
                  <c:v>40934</c:v>
                </c:pt>
                <c:pt idx="1584">
                  <c:v>40935</c:v>
                </c:pt>
                <c:pt idx="1585">
                  <c:v>40938</c:v>
                </c:pt>
                <c:pt idx="1586">
                  <c:v>40939</c:v>
                </c:pt>
                <c:pt idx="1587">
                  <c:v>40940</c:v>
                </c:pt>
                <c:pt idx="1588">
                  <c:v>40941</c:v>
                </c:pt>
                <c:pt idx="1589">
                  <c:v>40942</c:v>
                </c:pt>
                <c:pt idx="1590">
                  <c:v>40945</c:v>
                </c:pt>
                <c:pt idx="1591">
                  <c:v>40946</c:v>
                </c:pt>
                <c:pt idx="1592">
                  <c:v>40947</c:v>
                </c:pt>
                <c:pt idx="1593">
                  <c:v>40948</c:v>
                </c:pt>
                <c:pt idx="1594">
                  <c:v>40949</c:v>
                </c:pt>
                <c:pt idx="1595">
                  <c:v>40952</c:v>
                </c:pt>
                <c:pt idx="1596">
                  <c:v>40953</c:v>
                </c:pt>
                <c:pt idx="1597">
                  <c:v>40954</c:v>
                </c:pt>
                <c:pt idx="1598">
                  <c:v>40955</c:v>
                </c:pt>
                <c:pt idx="1599">
                  <c:v>40956</c:v>
                </c:pt>
                <c:pt idx="1600">
                  <c:v>40959</c:v>
                </c:pt>
                <c:pt idx="1601">
                  <c:v>40960</c:v>
                </c:pt>
                <c:pt idx="1602">
                  <c:v>40961</c:v>
                </c:pt>
                <c:pt idx="1603">
                  <c:v>40962</c:v>
                </c:pt>
                <c:pt idx="1604">
                  <c:v>40963</c:v>
                </c:pt>
                <c:pt idx="1605">
                  <c:v>40966</c:v>
                </c:pt>
                <c:pt idx="1606">
                  <c:v>40967</c:v>
                </c:pt>
                <c:pt idx="1607">
                  <c:v>40968</c:v>
                </c:pt>
                <c:pt idx="1608">
                  <c:v>40969</c:v>
                </c:pt>
                <c:pt idx="1609">
                  <c:v>40970</c:v>
                </c:pt>
                <c:pt idx="1610">
                  <c:v>40973</c:v>
                </c:pt>
                <c:pt idx="1611">
                  <c:v>40974</c:v>
                </c:pt>
                <c:pt idx="1612">
                  <c:v>40975</c:v>
                </c:pt>
                <c:pt idx="1613">
                  <c:v>40976</c:v>
                </c:pt>
                <c:pt idx="1614">
                  <c:v>40977</c:v>
                </c:pt>
                <c:pt idx="1615">
                  <c:v>40980</c:v>
                </c:pt>
                <c:pt idx="1616">
                  <c:v>40981</c:v>
                </c:pt>
                <c:pt idx="1617">
                  <c:v>40982</c:v>
                </c:pt>
                <c:pt idx="1618">
                  <c:v>40983</c:v>
                </c:pt>
                <c:pt idx="1619">
                  <c:v>40984</c:v>
                </c:pt>
                <c:pt idx="1620">
                  <c:v>40987</c:v>
                </c:pt>
                <c:pt idx="1621">
                  <c:v>40988</c:v>
                </c:pt>
                <c:pt idx="1622">
                  <c:v>40989</c:v>
                </c:pt>
                <c:pt idx="1623">
                  <c:v>40990</c:v>
                </c:pt>
                <c:pt idx="1624">
                  <c:v>40991</c:v>
                </c:pt>
                <c:pt idx="1625">
                  <c:v>40994</c:v>
                </c:pt>
                <c:pt idx="1626">
                  <c:v>40995</c:v>
                </c:pt>
                <c:pt idx="1627">
                  <c:v>40996</c:v>
                </c:pt>
                <c:pt idx="1628">
                  <c:v>40997</c:v>
                </c:pt>
                <c:pt idx="1629">
                  <c:v>40998</c:v>
                </c:pt>
                <c:pt idx="1630">
                  <c:v>41001</c:v>
                </c:pt>
                <c:pt idx="1631">
                  <c:v>41002</c:v>
                </c:pt>
                <c:pt idx="1632">
                  <c:v>41003</c:v>
                </c:pt>
                <c:pt idx="1633">
                  <c:v>41004</c:v>
                </c:pt>
                <c:pt idx="1634">
                  <c:v>41005</c:v>
                </c:pt>
                <c:pt idx="1635">
                  <c:v>41008</c:v>
                </c:pt>
                <c:pt idx="1636">
                  <c:v>41009</c:v>
                </c:pt>
                <c:pt idx="1637">
                  <c:v>41010</c:v>
                </c:pt>
                <c:pt idx="1638">
                  <c:v>41011</c:v>
                </c:pt>
                <c:pt idx="1639">
                  <c:v>41012</c:v>
                </c:pt>
                <c:pt idx="1640">
                  <c:v>41015</c:v>
                </c:pt>
                <c:pt idx="1641">
                  <c:v>41016</c:v>
                </c:pt>
                <c:pt idx="1642">
                  <c:v>41017</c:v>
                </c:pt>
                <c:pt idx="1643">
                  <c:v>41018</c:v>
                </c:pt>
                <c:pt idx="1644">
                  <c:v>41019</c:v>
                </c:pt>
                <c:pt idx="1645">
                  <c:v>41022</c:v>
                </c:pt>
                <c:pt idx="1646">
                  <c:v>41023</c:v>
                </c:pt>
                <c:pt idx="1647">
                  <c:v>41024</c:v>
                </c:pt>
                <c:pt idx="1648">
                  <c:v>41025</c:v>
                </c:pt>
                <c:pt idx="1649">
                  <c:v>41026</c:v>
                </c:pt>
                <c:pt idx="1650">
                  <c:v>41029</c:v>
                </c:pt>
                <c:pt idx="1651">
                  <c:v>41030</c:v>
                </c:pt>
                <c:pt idx="1652">
                  <c:v>41031</c:v>
                </c:pt>
                <c:pt idx="1653">
                  <c:v>41032</c:v>
                </c:pt>
                <c:pt idx="1654">
                  <c:v>41033</c:v>
                </c:pt>
                <c:pt idx="1655">
                  <c:v>41036</c:v>
                </c:pt>
                <c:pt idx="1656">
                  <c:v>41037</c:v>
                </c:pt>
                <c:pt idx="1657">
                  <c:v>41038</c:v>
                </c:pt>
                <c:pt idx="1658">
                  <c:v>41039</c:v>
                </c:pt>
                <c:pt idx="1659">
                  <c:v>41040</c:v>
                </c:pt>
                <c:pt idx="1660">
                  <c:v>41043</c:v>
                </c:pt>
                <c:pt idx="1661">
                  <c:v>41044</c:v>
                </c:pt>
                <c:pt idx="1662">
                  <c:v>41045</c:v>
                </c:pt>
                <c:pt idx="1663">
                  <c:v>41046</c:v>
                </c:pt>
                <c:pt idx="1664">
                  <c:v>41047</c:v>
                </c:pt>
                <c:pt idx="1665">
                  <c:v>41050</c:v>
                </c:pt>
                <c:pt idx="1666">
                  <c:v>41051</c:v>
                </c:pt>
                <c:pt idx="1667">
                  <c:v>41052</c:v>
                </c:pt>
                <c:pt idx="1668">
                  <c:v>41053</c:v>
                </c:pt>
                <c:pt idx="1669">
                  <c:v>41054</c:v>
                </c:pt>
                <c:pt idx="1670">
                  <c:v>41057</c:v>
                </c:pt>
                <c:pt idx="1671">
                  <c:v>41058</c:v>
                </c:pt>
                <c:pt idx="1672">
                  <c:v>41059</c:v>
                </c:pt>
                <c:pt idx="1673">
                  <c:v>41060</c:v>
                </c:pt>
                <c:pt idx="1674">
                  <c:v>41061</c:v>
                </c:pt>
                <c:pt idx="1675">
                  <c:v>41064</c:v>
                </c:pt>
                <c:pt idx="1676">
                  <c:v>41065</c:v>
                </c:pt>
                <c:pt idx="1677">
                  <c:v>41066</c:v>
                </c:pt>
                <c:pt idx="1678">
                  <c:v>41067</c:v>
                </c:pt>
                <c:pt idx="1679">
                  <c:v>41068</c:v>
                </c:pt>
                <c:pt idx="1680">
                  <c:v>41071</c:v>
                </c:pt>
                <c:pt idx="1681">
                  <c:v>41072</c:v>
                </c:pt>
                <c:pt idx="1682">
                  <c:v>41073</c:v>
                </c:pt>
                <c:pt idx="1683">
                  <c:v>41074</c:v>
                </c:pt>
                <c:pt idx="1684">
                  <c:v>41075</c:v>
                </c:pt>
                <c:pt idx="1685">
                  <c:v>41078</c:v>
                </c:pt>
                <c:pt idx="1686">
                  <c:v>41079</c:v>
                </c:pt>
                <c:pt idx="1687">
                  <c:v>41080</c:v>
                </c:pt>
                <c:pt idx="1688">
                  <c:v>41081</c:v>
                </c:pt>
                <c:pt idx="1689">
                  <c:v>41082</c:v>
                </c:pt>
                <c:pt idx="1690">
                  <c:v>41085</c:v>
                </c:pt>
                <c:pt idx="1691">
                  <c:v>41086</c:v>
                </c:pt>
                <c:pt idx="1692">
                  <c:v>41087</c:v>
                </c:pt>
                <c:pt idx="1693">
                  <c:v>41088</c:v>
                </c:pt>
                <c:pt idx="1694">
                  <c:v>41089</c:v>
                </c:pt>
                <c:pt idx="1695">
                  <c:v>41092</c:v>
                </c:pt>
                <c:pt idx="1696">
                  <c:v>41093</c:v>
                </c:pt>
                <c:pt idx="1697">
                  <c:v>41094</c:v>
                </c:pt>
                <c:pt idx="1698">
                  <c:v>41095</c:v>
                </c:pt>
                <c:pt idx="1699">
                  <c:v>41096</c:v>
                </c:pt>
                <c:pt idx="1700">
                  <c:v>41099</c:v>
                </c:pt>
                <c:pt idx="1701">
                  <c:v>41100</c:v>
                </c:pt>
                <c:pt idx="1702">
                  <c:v>41101</c:v>
                </c:pt>
                <c:pt idx="1703">
                  <c:v>41102</c:v>
                </c:pt>
                <c:pt idx="1704">
                  <c:v>41103</c:v>
                </c:pt>
                <c:pt idx="1705">
                  <c:v>41106</c:v>
                </c:pt>
                <c:pt idx="1706">
                  <c:v>41107</c:v>
                </c:pt>
                <c:pt idx="1707">
                  <c:v>41108</c:v>
                </c:pt>
                <c:pt idx="1708">
                  <c:v>41109</c:v>
                </c:pt>
                <c:pt idx="1709">
                  <c:v>41110</c:v>
                </c:pt>
                <c:pt idx="1710">
                  <c:v>41113</c:v>
                </c:pt>
                <c:pt idx="1711">
                  <c:v>41114</c:v>
                </c:pt>
                <c:pt idx="1712">
                  <c:v>41115</c:v>
                </c:pt>
                <c:pt idx="1713">
                  <c:v>41116</c:v>
                </c:pt>
                <c:pt idx="1714">
                  <c:v>41117</c:v>
                </c:pt>
                <c:pt idx="1715">
                  <c:v>41120</c:v>
                </c:pt>
                <c:pt idx="1716">
                  <c:v>41121</c:v>
                </c:pt>
                <c:pt idx="1717">
                  <c:v>41122</c:v>
                </c:pt>
                <c:pt idx="1718">
                  <c:v>41123</c:v>
                </c:pt>
                <c:pt idx="1719">
                  <c:v>41124</c:v>
                </c:pt>
                <c:pt idx="1720">
                  <c:v>41127</c:v>
                </c:pt>
                <c:pt idx="1721">
                  <c:v>41128</c:v>
                </c:pt>
                <c:pt idx="1722">
                  <c:v>41129</c:v>
                </c:pt>
                <c:pt idx="1723">
                  <c:v>41130</c:v>
                </c:pt>
                <c:pt idx="1724">
                  <c:v>41131</c:v>
                </c:pt>
                <c:pt idx="1725">
                  <c:v>41134</c:v>
                </c:pt>
                <c:pt idx="1726">
                  <c:v>41135</c:v>
                </c:pt>
                <c:pt idx="1727">
                  <c:v>41136</c:v>
                </c:pt>
                <c:pt idx="1728">
                  <c:v>41137</c:v>
                </c:pt>
                <c:pt idx="1729">
                  <c:v>41138</c:v>
                </c:pt>
                <c:pt idx="1730">
                  <c:v>41141</c:v>
                </c:pt>
                <c:pt idx="1731">
                  <c:v>41142</c:v>
                </c:pt>
                <c:pt idx="1732">
                  <c:v>41143</c:v>
                </c:pt>
                <c:pt idx="1733">
                  <c:v>41144</c:v>
                </c:pt>
                <c:pt idx="1734">
                  <c:v>41145</c:v>
                </c:pt>
                <c:pt idx="1735">
                  <c:v>41148</c:v>
                </c:pt>
                <c:pt idx="1736">
                  <c:v>41149</c:v>
                </c:pt>
                <c:pt idx="1737">
                  <c:v>41150</c:v>
                </c:pt>
                <c:pt idx="1738">
                  <c:v>41151</c:v>
                </c:pt>
                <c:pt idx="1739">
                  <c:v>41152</c:v>
                </c:pt>
                <c:pt idx="1740">
                  <c:v>41155</c:v>
                </c:pt>
                <c:pt idx="1741">
                  <c:v>41156</c:v>
                </c:pt>
                <c:pt idx="1742">
                  <c:v>41157</c:v>
                </c:pt>
                <c:pt idx="1743">
                  <c:v>41158</c:v>
                </c:pt>
                <c:pt idx="1744">
                  <c:v>41159</c:v>
                </c:pt>
                <c:pt idx="1745">
                  <c:v>41162</c:v>
                </c:pt>
                <c:pt idx="1746">
                  <c:v>41163</c:v>
                </c:pt>
                <c:pt idx="1747">
                  <c:v>41164</c:v>
                </c:pt>
                <c:pt idx="1748">
                  <c:v>41165</c:v>
                </c:pt>
                <c:pt idx="1749">
                  <c:v>41166</c:v>
                </c:pt>
                <c:pt idx="1750">
                  <c:v>41169</c:v>
                </c:pt>
                <c:pt idx="1751">
                  <c:v>41170</c:v>
                </c:pt>
                <c:pt idx="1752">
                  <c:v>41171</c:v>
                </c:pt>
                <c:pt idx="1753">
                  <c:v>41172</c:v>
                </c:pt>
                <c:pt idx="1754">
                  <c:v>41173</c:v>
                </c:pt>
                <c:pt idx="1755">
                  <c:v>41176</c:v>
                </c:pt>
                <c:pt idx="1756">
                  <c:v>41177</c:v>
                </c:pt>
                <c:pt idx="1757">
                  <c:v>41178</c:v>
                </c:pt>
                <c:pt idx="1758">
                  <c:v>41179</c:v>
                </c:pt>
                <c:pt idx="1759">
                  <c:v>41180</c:v>
                </c:pt>
                <c:pt idx="1760">
                  <c:v>41183</c:v>
                </c:pt>
                <c:pt idx="1761">
                  <c:v>41184</c:v>
                </c:pt>
                <c:pt idx="1762">
                  <c:v>41185</c:v>
                </c:pt>
                <c:pt idx="1763">
                  <c:v>41186</c:v>
                </c:pt>
                <c:pt idx="1764">
                  <c:v>41187</c:v>
                </c:pt>
                <c:pt idx="1765">
                  <c:v>41190</c:v>
                </c:pt>
                <c:pt idx="1766">
                  <c:v>41191</c:v>
                </c:pt>
                <c:pt idx="1767">
                  <c:v>41192</c:v>
                </c:pt>
                <c:pt idx="1768">
                  <c:v>41193</c:v>
                </c:pt>
                <c:pt idx="1769">
                  <c:v>41194</c:v>
                </c:pt>
                <c:pt idx="1770">
                  <c:v>41197</c:v>
                </c:pt>
                <c:pt idx="1771">
                  <c:v>41198</c:v>
                </c:pt>
                <c:pt idx="1772">
                  <c:v>41199</c:v>
                </c:pt>
                <c:pt idx="1773">
                  <c:v>41200</c:v>
                </c:pt>
                <c:pt idx="1774">
                  <c:v>41201</c:v>
                </c:pt>
                <c:pt idx="1775">
                  <c:v>41204</c:v>
                </c:pt>
                <c:pt idx="1776">
                  <c:v>41205</c:v>
                </c:pt>
                <c:pt idx="1777">
                  <c:v>41206</c:v>
                </c:pt>
                <c:pt idx="1778">
                  <c:v>41207</c:v>
                </c:pt>
                <c:pt idx="1779">
                  <c:v>41208</c:v>
                </c:pt>
                <c:pt idx="1780">
                  <c:v>41211</c:v>
                </c:pt>
                <c:pt idx="1781">
                  <c:v>41212</c:v>
                </c:pt>
                <c:pt idx="1782">
                  <c:v>41213</c:v>
                </c:pt>
                <c:pt idx="1783">
                  <c:v>41214</c:v>
                </c:pt>
                <c:pt idx="1784">
                  <c:v>41215</c:v>
                </c:pt>
                <c:pt idx="1785">
                  <c:v>41218</c:v>
                </c:pt>
                <c:pt idx="1786">
                  <c:v>41219</c:v>
                </c:pt>
                <c:pt idx="1787">
                  <c:v>41220</c:v>
                </c:pt>
                <c:pt idx="1788">
                  <c:v>41221</c:v>
                </c:pt>
                <c:pt idx="1789">
                  <c:v>41222</c:v>
                </c:pt>
                <c:pt idx="1790">
                  <c:v>41225</c:v>
                </c:pt>
                <c:pt idx="1791">
                  <c:v>41226</c:v>
                </c:pt>
                <c:pt idx="1792">
                  <c:v>41227</c:v>
                </c:pt>
                <c:pt idx="1793">
                  <c:v>41228</c:v>
                </c:pt>
                <c:pt idx="1794">
                  <c:v>41229</c:v>
                </c:pt>
                <c:pt idx="1795">
                  <c:v>41232</c:v>
                </c:pt>
                <c:pt idx="1796">
                  <c:v>41233</c:v>
                </c:pt>
                <c:pt idx="1797">
                  <c:v>41234</c:v>
                </c:pt>
                <c:pt idx="1798">
                  <c:v>41235</c:v>
                </c:pt>
                <c:pt idx="1799">
                  <c:v>41236</c:v>
                </c:pt>
                <c:pt idx="1800">
                  <c:v>41239</c:v>
                </c:pt>
                <c:pt idx="1801">
                  <c:v>41240</c:v>
                </c:pt>
                <c:pt idx="1802">
                  <c:v>41241</c:v>
                </c:pt>
                <c:pt idx="1803">
                  <c:v>41242</c:v>
                </c:pt>
                <c:pt idx="1804">
                  <c:v>41243</c:v>
                </c:pt>
                <c:pt idx="1805">
                  <c:v>41246</c:v>
                </c:pt>
                <c:pt idx="1806">
                  <c:v>41247</c:v>
                </c:pt>
                <c:pt idx="1807">
                  <c:v>41248</c:v>
                </c:pt>
                <c:pt idx="1808">
                  <c:v>41249</c:v>
                </c:pt>
                <c:pt idx="1809">
                  <c:v>41250</c:v>
                </c:pt>
                <c:pt idx="1810">
                  <c:v>41253</c:v>
                </c:pt>
                <c:pt idx="1811">
                  <c:v>41254</c:v>
                </c:pt>
                <c:pt idx="1812">
                  <c:v>41255</c:v>
                </c:pt>
                <c:pt idx="1813">
                  <c:v>41256</c:v>
                </c:pt>
                <c:pt idx="1814">
                  <c:v>41257</c:v>
                </c:pt>
                <c:pt idx="1815">
                  <c:v>41260</c:v>
                </c:pt>
                <c:pt idx="1816">
                  <c:v>41261</c:v>
                </c:pt>
                <c:pt idx="1817">
                  <c:v>41262</c:v>
                </c:pt>
                <c:pt idx="1818">
                  <c:v>41263</c:v>
                </c:pt>
                <c:pt idx="1819">
                  <c:v>41264</c:v>
                </c:pt>
                <c:pt idx="1820">
                  <c:v>41267</c:v>
                </c:pt>
                <c:pt idx="1821">
                  <c:v>41268</c:v>
                </c:pt>
                <c:pt idx="1822">
                  <c:v>41269</c:v>
                </c:pt>
                <c:pt idx="1823">
                  <c:v>41270</c:v>
                </c:pt>
                <c:pt idx="1824">
                  <c:v>41271</c:v>
                </c:pt>
                <c:pt idx="1825">
                  <c:v>41274</c:v>
                </c:pt>
                <c:pt idx="1826">
                  <c:v>41275</c:v>
                </c:pt>
                <c:pt idx="1827">
                  <c:v>41276</c:v>
                </c:pt>
                <c:pt idx="1828">
                  <c:v>41277</c:v>
                </c:pt>
                <c:pt idx="1829">
                  <c:v>41278</c:v>
                </c:pt>
                <c:pt idx="1830">
                  <c:v>41281</c:v>
                </c:pt>
                <c:pt idx="1831">
                  <c:v>41282</c:v>
                </c:pt>
                <c:pt idx="1832">
                  <c:v>41283</c:v>
                </c:pt>
                <c:pt idx="1833">
                  <c:v>41284</c:v>
                </c:pt>
                <c:pt idx="1834">
                  <c:v>41285</c:v>
                </c:pt>
                <c:pt idx="1835">
                  <c:v>41288</c:v>
                </c:pt>
                <c:pt idx="1836">
                  <c:v>41289</c:v>
                </c:pt>
                <c:pt idx="1837">
                  <c:v>41290</c:v>
                </c:pt>
                <c:pt idx="1838">
                  <c:v>41291</c:v>
                </c:pt>
                <c:pt idx="1839">
                  <c:v>41292</c:v>
                </c:pt>
                <c:pt idx="1840">
                  <c:v>41295</c:v>
                </c:pt>
                <c:pt idx="1841">
                  <c:v>41296</c:v>
                </c:pt>
                <c:pt idx="1842">
                  <c:v>41297</c:v>
                </c:pt>
                <c:pt idx="1843">
                  <c:v>41298</c:v>
                </c:pt>
                <c:pt idx="1844">
                  <c:v>41299</c:v>
                </c:pt>
                <c:pt idx="1845">
                  <c:v>41302</c:v>
                </c:pt>
                <c:pt idx="1846">
                  <c:v>41303</c:v>
                </c:pt>
                <c:pt idx="1847">
                  <c:v>41304</c:v>
                </c:pt>
                <c:pt idx="1848">
                  <c:v>41305</c:v>
                </c:pt>
                <c:pt idx="1849">
                  <c:v>41306</c:v>
                </c:pt>
                <c:pt idx="1850">
                  <c:v>41309</c:v>
                </c:pt>
                <c:pt idx="1851">
                  <c:v>41310</c:v>
                </c:pt>
                <c:pt idx="1852">
                  <c:v>41311</c:v>
                </c:pt>
                <c:pt idx="1853">
                  <c:v>41312</c:v>
                </c:pt>
                <c:pt idx="1854">
                  <c:v>41313</c:v>
                </c:pt>
                <c:pt idx="1855">
                  <c:v>41316</c:v>
                </c:pt>
                <c:pt idx="1856">
                  <c:v>41317</c:v>
                </c:pt>
                <c:pt idx="1857">
                  <c:v>41318</c:v>
                </c:pt>
                <c:pt idx="1858">
                  <c:v>41319</c:v>
                </c:pt>
                <c:pt idx="1859">
                  <c:v>41320</c:v>
                </c:pt>
                <c:pt idx="1860">
                  <c:v>41323</c:v>
                </c:pt>
                <c:pt idx="1861">
                  <c:v>41324</c:v>
                </c:pt>
                <c:pt idx="1862">
                  <c:v>41325</c:v>
                </c:pt>
                <c:pt idx="1863">
                  <c:v>41326</c:v>
                </c:pt>
                <c:pt idx="1864">
                  <c:v>41327</c:v>
                </c:pt>
                <c:pt idx="1865">
                  <c:v>41330</c:v>
                </c:pt>
                <c:pt idx="1866">
                  <c:v>41331</c:v>
                </c:pt>
                <c:pt idx="1867">
                  <c:v>41332</c:v>
                </c:pt>
                <c:pt idx="1868">
                  <c:v>41333</c:v>
                </c:pt>
                <c:pt idx="1869">
                  <c:v>41334</c:v>
                </c:pt>
                <c:pt idx="1870">
                  <c:v>41337</c:v>
                </c:pt>
                <c:pt idx="1871">
                  <c:v>41338</c:v>
                </c:pt>
                <c:pt idx="1872">
                  <c:v>41339</c:v>
                </c:pt>
                <c:pt idx="1873">
                  <c:v>41340</c:v>
                </c:pt>
                <c:pt idx="1874">
                  <c:v>41341</c:v>
                </c:pt>
                <c:pt idx="1875">
                  <c:v>41344</c:v>
                </c:pt>
                <c:pt idx="1876">
                  <c:v>41345</c:v>
                </c:pt>
                <c:pt idx="1877">
                  <c:v>41346</c:v>
                </c:pt>
                <c:pt idx="1878">
                  <c:v>41347</c:v>
                </c:pt>
                <c:pt idx="1879">
                  <c:v>41348</c:v>
                </c:pt>
                <c:pt idx="1880">
                  <c:v>41351</c:v>
                </c:pt>
                <c:pt idx="1881">
                  <c:v>41352</c:v>
                </c:pt>
                <c:pt idx="1882">
                  <c:v>41353</c:v>
                </c:pt>
                <c:pt idx="1883">
                  <c:v>41354</c:v>
                </c:pt>
                <c:pt idx="1884">
                  <c:v>41355</c:v>
                </c:pt>
                <c:pt idx="1885">
                  <c:v>41358</c:v>
                </c:pt>
                <c:pt idx="1886">
                  <c:v>41359</c:v>
                </c:pt>
                <c:pt idx="1887">
                  <c:v>41360</c:v>
                </c:pt>
                <c:pt idx="1888">
                  <c:v>41361</c:v>
                </c:pt>
                <c:pt idx="1889">
                  <c:v>41362</c:v>
                </c:pt>
                <c:pt idx="1890">
                  <c:v>41365</c:v>
                </c:pt>
                <c:pt idx="1891">
                  <c:v>41366</c:v>
                </c:pt>
                <c:pt idx="1892">
                  <c:v>41367</c:v>
                </c:pt>
                <c:pt idx="1893">
                  <c:v>41368</c:v>
                </c:pt>
                <c:pt idx="1894">
                  <c:v>41369</c:v>
                </c:pt>
                <c:pt idx="1895">
                  <c:v>41372</c:v>
                </c:pt>
                <c:pt idx="1896">
                  <c:v>41373</c:v>
                </c:pt>
                <c:pt idx="1897">
                  <c:v>41374</c:v>
                </c:pt>
                <c:pt idx="1898">
                  <c:v>41375</c:v>
                </c:pt>
                <c:pt idx="1899">
                  <c:v>41376</c:v>
                </c:pt>
                <c:pt idx="1900">
                  <c:v>41379</c:v>
                </c:pt>
                <c:pt idx="1901">
                  <c:v>41380</c:v>
                </c:pt>
                <c:pt idx="1902">
                  <c:v>41381</c:v>
                </c:pt>
                <c:pt idx="1903">
                  <c:v>41382</c:v>
                </c:pt>
                <c:pt idx="1904">
                  <c:v>41383</c:v>
                </c:pt>
                <c:pt idx="1905">
                  <c:v>41386</c:v>
                </c:pt>
                <c:pt idx="1906">
                  <c:v>41387</c:v>
                </c:pt>
                <c:pt idx="1907">
                  <c:v>41388</c:v>
                </c:pt>
                <c:pt idx="1908">
                  <c:v>41389</c:v>
                </c:pt>
                <c:pt idx="1909">
                  <c:v>41390</c:v>
                </c:pt>
                <c:pt idx="1910">
                  <c:v>41393</c:v>
                </c:pt>
                <c:pt idx="1911">
                  <c:v>41394</c:v>
                </c:pt>
                <c:pt idx="1912">
                  <c:v>41395</c:v>
                </c:pt>
                <c:pt idx="1913">
                  <c:v>41396</c:v>
                </c:pt>
                <c:pt idx="1914">
                  <c:v>41397</c:v>
                </c:pt>
                <c:pt idx="1915">
                  <c:v>41400</c:v>
                </c:pt>
                <c:pt idx="1916">
                  <c:v>41401</c:v>
                </c:pt>
                <c:pt idx="1917">
                  <c:v>41402</c:v>
                </c:pt>
                <c:pt idx="1918">
                  <c:v>41403</c:v>
                </c:pt>
                <c:pt idx="1919">
                  <c:v>41404</c:v>
                </c:pt>
                <c:pt idx="1920">
                  <c:v>41407</c:v>
                </c:pt>
                <c:pt idx="1921">
                  <c:v>41408</c:v>
                </c:pt>
                <c:pt idx="1922">
                  <c:v>41409</c:v>
                </c:pt>
                <c:pt idx="1923">
                  <c:v>41410</c:v>
                </c:pt>
                <c:pt idx="1924">
                  <c:v>41411</c:v>
                </c:pt>
                <c:pt idx="1925">
                  <c:v>41414</c:v>
                </c:pt>
                <c:pt idx="1926">
                  <c:v>41415</c:v>
                </c:pt>
                <c:pt idx="1927">
                  <c:v>41416</c:v>
                </c:pt>
                <c:pt idx="1928">
                  <c:v>41417</c:v>
                </c:pt>
                <c:pt idx="1929">
                  <c:v>41418</c:v>
                </c:pt>
                <c:pt idx="1930">
                  <c:v>41421</c:v>
                </c:pt>
                <c:pt idx="1931">
                  <c:v>41422</c:v>
                </c:pt>
                <c:pt idx="1932">
                  <c:v>41423</c:v>
                </c:pt>
                <c:pt idx="1933">
                  <c:v>41424</c:v>
                </c:pt>
                <c:pt idx="1934">
                  <c:v>41425</c:v>
                </c:pt>
                <c:pt idx="1935">
                  <c:v>41428</c:v>
                </c:pt>
                <c:pt idx="1936">
                  <c:v>41429</c:v>
                </c:pt>
                <c:pt idx="1937">
                  <c:v>41430</c:v>
                </c:pt>
                <c:pt idx="1938">
                  <c:v>41431</c:v>
                </c:pt>
                <c:pt idx="1939">
                  <c:v>41432</c:v>
                </c:pt>
                <c:pt idx="1940">
                  <c:v>41435</c:v>
                </c:pt>
                <c:pt idx="1941">
                  <c:v>41436</c:v>
                </c:pt>
                <c:pt idx="1942">
                  <c:v>41437</c:v>
                </c:pt>
                <c:pt idx="1943">
                  <c:v>41438</c:v>
                </c:pt>
                <c:pt idx="1944">
                  <c:v>41439</c:v>
                </c:pt>
                <c:pt idx="1945">
                  <c:v>41442</c:v>
                </c:pt>
                <c:pt idx="1946">
                  <c:v>41443</c:v>
                </c:pt>
                <c:pt idx="1947">
                  <c:v>41444</c:v>
                </c:pt>
                <c:pt idx="1948">
                  <c:v>41445</c:v>
                </c:pt>
                <c:pt idx="1949">
                  <c:v>41446</c:v>
                </c:pt>
                <c:pt idx="1950">
                  <c:v>41449</c:v>
                </c:pt>
                <c:pt idx="1951">
                  <c:v>41450</c:v>
                </c:pt>
                <c:pt idx="1952">
                  <c:v>41451</c:v>
                </c:pt>
                <c:pt idx="1953">
                  <c:v>41452</c:v>
                </c:pt>
                <c:pt idx="1954">
                  <c:v>41453</c:v>
                </c:pt>
                <c:pt idx="1955">
                  <c:v>41456</c:v>
                </c:pt>
                <c:pt idx="1956">
                  <c:v>41457</c:v>
                </c:pt>
                <c:pt idx="1957">
                  <c:v>41458</c:v>
                </c:pt>
                <c:pt idx="1958">
                  <c:v>41459</c:v>
                </c:pt>
                <c:pt idx="1959">
                  <c:v>41460</c:v>
                </c:pt>
                <c:pt idx="1960">
                  <c:v>41463</c:v>
                </c:pt>
                <c:pt idx="1961">
                  <c:v>41464</c:v>
                </c:pt>
                <c:pt idx="1962">
                  <c:v>41465</c:v>
                </c:pt>
                <c:pt idx="1963">
                  <c:v>41466</c:v>
                </c:pt>
                <c:pt idx="1964">
                  <c:v>41467</c:v>
                </c:pt>
                <c:pt idx="1965">
                  <c:v>41470</c:v>
                </c:pt>
                <c:pt idx="1966">
                  <c:v>41471</c:v>
                </c:pt>
                <c:pt idx="1967">
                  <c:v>41472</c:v>
                </c:pt>
                <c:pt idx="1968">
                  <c:v>41473</c:v>
                </c:pt>
                <c:pt idx="1969">
                  <c:v>41474</c:v>
                </c:pt>
                <c:pt idx="1970">
                  <c:v>41477</c:v>
                </c:pt>
                <c:pt idx="1971">
                  <c:v>41478</c:v>
                </c:pt>
                <c:pt idx="1972">
                  <c:v>41479</c:v>
                </c:pt>
                <c:pt idx="1973">
                  <c:v>41480</c:v>
                </c:pt>
                <c:pt idx="1974">
                  <c:v>41481</c:v>
                </c:pt>
                <c:pt idx="1975">
                  <c:v>41484</c:v>
                </c:pt>
                <c:pt idx="1976">
                  <c:v>41485</c:v>
                </c:pt>
                <c:pt idx="1977">
                  <c:v>41486</c:v>
                </c:pt>
                <c:pt idx="1978">
                  <c:v>41487</c:v>
                </c:pt>
                <c:pt idx="1979">
                  <c:v>41488</c:v>
                </c:pt>
                <c:pt idx="1980">
                  <c:v>41491</c:v>
                </c:pt>
                <c:pt idx="1981">
                  <c:v>41492</c:v>
                </c:pt>
                <c:pt idx="1982">
                  <c:v>41493</c:v>
                </c:pt>
                <c:pt idx="1983">
                  <c:v>41494</c:v>
                </c:pt>
                <c:pt idx="1984">
                  <c:v>41495</c:v>
                </c:pt>
                <c:pt idx="1985">
                  <c:v>41498</c:v>
                </c:pt>
                <c:pt idx="1986">
                  <c:v>41499</c:v>
                </c:pt>
                <c:pt idx="1987">
                  <c:v>41500</c:v>
                </c:pt>
                <c:pt idx="1988">
                  <c:v>41501</c:v>
                </c:pt>
                <c:pt idx="1989">
                  <c:v>41502</c:v>
                </c:pt>
                <c:pt idx="1990">
                  <c:v>41505</c:v>
                </c:pt>
                <c:pt idx="1991">
                  <c:v>41506</c:v>
                </c:pt>
                <c:pt idx="1992">
                  <c:v>41507</c:v>
                </c:pt>
                <c:pt idx="1993">
                  <c:v>41508</c:v>
                </c:pt>
                <c:pt idx="1994">
                  <c:v>41509</c:v>
                </c:pt>
                <c:pt idx="1995">
                  <c:v>41512</c:v>
                </c:pt>
                <c:pt idx="1996">
                  <c:v>41513</c:v>
                </c:pt>
                <c:pt idx="1997">
                  <c:v>41514</c:v>
                </c:pt>
                <c:pt idx="1998">
                  <c:v>41515</c:v>
                </c:pt>
                <c:pt idx="1999">
                  <c:v>41516</c:v>
                </c:pt>
                <c:pt idx="2000">
                  <c:v>41519</c:v>
                </c:pt>
                <c:pt idx="2001">
                  <c:v>41520</c:v>
                </c:pt>
                <c:pt idx="2002">
                  <c:v>41521</c:v>
                </c:pt>
                <c:pt idx="2003">
                  <c:v>41522</c:v>
                </c:pt>
                <c:pt idx="2004">
                  <c:v>41523</c:v>
                </c:pt>
                <c:pt idx="2005">
                  <c:v>41526</c:v>
                </c:pt>
                <c:pt idx="2006">
                  <c:v>41527</c:v>
                </c:pt>
                <c:pt idx="2007">
                  <c:v>41528</c:v>
                </c:pt>
                <c:pt idx="2008">
                  <c:v>41529</c:v>
                </c:pt>
                <c:pt idx="2009">
                  <c:v>41530</c:v>
                </c:pt>
                <c:pt idx="2010">
                  <c:v>41533</c:v>
                </c:pt>
                <c:pt idx="2011">
                  <c:v>41534</c:v>
                </c:pt>
                <c:pt idx="2012">
                  <c:v>41535</c:v>
                </c:pt>
                <c:pt idx="2013">
                  <c:v>41536</c:v>
                </c:pt>
                <c:pt idx="2014">
                  <c:v>41537</c:v>
                </c:pt>
                <c:pt idx="2015">
                  <c:v>41540</c:v>
                </c:pt>
                <c:pt idx="2016">
                  <c:v>41541</c:v>
                </c:pt>
                <c:pt idx="2017">
                  <c:v>41542</c:v>
                </c:pt>
                <c:pt idx="2018">
                  <c:v>41543</c:v>
                </c:pt>
                <c:pt idx="2019">
                  <c:v>41544</c:v>
                </c:pt>
                <c:pt idx="2020">
                  <c:v>41547</c:v>
                </c:pt>
                <c:pt idx="2021">
                  <c:v>41548</c:v>
                </c:pt>
                <c:pt idx="2022">
                  <c:v>41549</c:v>
                </c:pt>
                <c:pt idx="2023">
                  <c:v>41550</c:v>
                </c:pt>
                <c:pt idx="2024">
                  <c:v>41551</c:v>
                </c:pt>
                <c:pt idx="2025">
                  <c:v>41554</c:v>
                </c:pt>
                <c:pt idx="2026">
                  <c:v>41555</c:v>
                </c:pt>
                <c:pt idx="2027">
                  <c:v>41556</c:v>
                </c:pt>
                <c:pt idx="2028">
                  <c:v>41557</c:v>
                </c:pt>
                <c:pt idx="2029">
                  <c:v>41558</c:v>
                </c:pt>
                <c:pt idx="2030">
                  <c:v>41561</c:v>
                </c:pt>
                <c:pt idx="2031">
                  <c:v>41562</c:v>
                </c:pt>
                <c:pt idx="2032">
                  <c:v>41563</c:v>
                </c:pt>
                <c:pt idx="2033">
                  <c:v>41564</c:v>
                </c:pt>
                <c:pt idx="2034">
                  <c:v>41565</c:v>
                </c:pt>
                <c:pt idx="2035">
                  <c:v>41568</c:v>
                </c:pt>
                <c:pt idx="2036">
                  <c:v>41569</c:v>
                </c:pt>
                <c:pt idx="2037">
                  <c:v>41570</c:v>
                </c:pt>
                <c:pt idx="2038">
                  <c:v>41571</c:v>
                </c:pt>
                <c:pt idx="2039">
                  <c:v>41572</c:v>
                </c:pt>
                <c:pt idx="2040">
                  <c:v>41575</c:v>
                </c:pt>
                <c:pt idx="2041">
                  <c:v>41576</c:v>
                </c:pt>
                <c:pt idx="2042">
                  <c:v>41577</c:v>
                </c:pt>
                <c:pt idx="2043">
                  <c:v>41578</c:v>
                </c:pt>
                <c:pt idx="2044">
                  <c:v>41579</c:v>
                </c:pt>
                <c:pt idx="2045">
                  <c:v>41582</c:v>
                </c:pt>
                <c:pt idx="2046">
                  <c:v>41583</c:v>
                </c:pt>
                <c:pt idx="2047">
                  <c:v>41584</c:v>
                </c:pt>
                <c:pt idx="2048">
                  <c:v>41585</c:v>
                </c:pt>
                <c:pt idx="2049">
                  <c:v>41586</c:v>
                </c:pt>
                <c:pt idx="2050">
                  <c:v>41589</c:v>
                </c:pt>
                <c:pt idx="2051">
                  <c:v>41590</c:v>
                </c:pt>
                <c:pt idx="2052">
                  <c:v>41591</c:v>
                </c:pt>
                <c:pt idx="2053">
                  <c:v>41592</c:v>
                </c:pt>
                <c:pt idx="2054">
                  <c:v>41593</c:v>
                </c:pt>
                <c:pt idx="2055">
                  <c:v>41596</c:v>
                </c:pt>
                <c:pt idx="2056">
                  <c:v>41597</c:v>
                </c:pt>
                <c:pt idx="2057">
                  <c:v>41598</c:v>
                </c:pt>
                <c:pt idx="2058">
                  <c:v>41599</c:v>
                </c:pt>
                <c:pt idx="2059">
                  <c:v>41600</c:v>
                </c:pt>
                <c:pt idx="2060">
                  <c:v>41603</c:v>
                </c:pt>
                <c:pt idx="2061">
                  <c:v>41604</c:v>
                </c:pt>
                <c:pt idx="2062">
                  <c:v>41605</c:v>
                </c:pt>
                <c:pt idx="2063">
                  <c:v>41606</c:v>
                </c:pt>
                <c:pt idx="2064">
                  <c:v>41607</c:v>
                </c:pt>
                <c:pt idx="2065">
                  <c:v>41610</c:v>
                </c:pt>
                <c:pt idx="2066">
                  <c:v>41611</c:v>
                </c:pt>
                <c:pt idx="2067">
                  <c:v>41612</c:v>
                </c:pt>
                <c:pt idx="2068">
                  <c:v>41613</c:v>
                </c:pt>
                <c:pt idx="2069">
                  <c:v>41614</c:v>
                </c:pt>
                <c:pt idx="2070">
                  <c:v>41617</c:v>
                </c:pt>
                <c:pt idx="2071">
                  <c:v>41618</c:v>
                </c:pt>
                <c:pt idx="2072">
                  <c:v>41619</c:v>
                </c:pt>
                <c:pt idx="2073">
                  <c:v>41620</c:v>
                </c:pt>
                <c:pt idx="2074">
                  <c:v>41621</c:v>
                </c:pt>
                <c:pt idx="2075">
                  <c:v>41624</c:v>
                </c:pt>
                <c:pt idx="2076">
                  <c:v>41625</c:v>
                </c:pt>
                <c:pt idx="2077">
                  <c:v>41626</c:v>
                </c:pt>
                <c:pt idx="2078">
                  <c:v>41627</c:v>
                </c:pt>
                <c:pt idx="2079">
                  <c:v>41628</c:v>
                </c:pt>
                <c:pt idx="2080">
                  <c:v>41631</c:v>
                </c:pt>
                <c:pt idx="2081">
                  <c:v>41632</c:v>
                </c:pt>
                <c:pt idx="2082">
                  <c:v>41633</c:v>
                </c:pt>
                <c:pt idx="2083">
                  <c:v>41634</c:v>
                </c:pt>
                <c:pt idx="2084">
                  <c:v>41635</c:v>
                </c:pt>
                <c:pt idx="2085">
                  <c:v>41638</c:v>
                </c:pt>
                <c:pt idx="2086">
                  <c:v>41639</c:v>
                </c:pt>
                <c:pt idx="2087">
                  <c:v>41640</c:v>
                </c:pt>
                <c:pt idx="2088">
                  <c:v>41641</c:v>
                </c:pt>
                <c:pt idx="2089">
                  <c:v>41642</c:v>
                </c:pt>
                <c:pt idx="2090">
                  <c:v>41645</c:v>
                </c:pt>
                <c:pt idx="2091">
                  <c:v>41646</c:v>
                </c:pt>
                <c:pt idx="2092">
                  <c:v>41647</c:v>
                </c:pt>
                <c:pt idx="2093">
                  <c:v>41648</c:v>
                </c:pt>
                <c:pt idx="2094">
                  <c:v>41649</c:v>
                </c:pt>
                <c:pt idx="2095">
                  <c:v>41652</c:v>
                </c:pt>
                <c:pt idx="2096">
                  <c:v>41653</c:v>
                </c:pt>
                <c:pt idx="2097">
                  <c:v>41654</c:v>
                </c:pt>
                <c:pt idx="2098">
                  <c:v>41655</c:v>
                </c:pt>
                <c:pt idx="2099">
                  <c:v>41656</c:v>
                </c:pt>
                <c:pt idx="2100">
                  <c:v>41659</c:v>
                </c:pt>
                <c:pt idx="2101">
                  <c:v>41660</c:v>
                </c:pt>
                <c:pt idx="2102">
                  <c:v>41661</c:v>
                </c:pt>
                <c:pt idx="2103">
                  <c:v>41662</c:v>
                </c:pt>
                <c:pt idx="2104">
                  <c:v>41663</c:v>
                </c:pt>
                <c:pt idx="2105">
                  <c:v>41666</c:v>
                </c:pt>
                <c:pt idx="2106">
                  <c:v>41667</c:v>
                </c:pt>
                <c:pt idx="2107">
                  <c:v>41668</c:v>
                </c:pt>
                <c:pt idx="2108">
                  <c:v>41669</c:v>
                </c:pt>
                <c:pt idx="2109">
                  <c:v>41670</c:v>
                </c:pt>
                <c:pt idx="2110">
                  <c:v>41673</c:v>
                </c:pt>
                <c:pt idx="2111">
                  <c:v>41674</c:v>
                </c:pt>
                <c:pt idx="2112">
                  <c:v>41675</c:v>
                </c:pt>
                <c:pt idx="2113">
                  <c:v>41676</c:v>
                </c:pt>
                <c:pt idx="2114">
                  <c:v>41677</c:v>
                </c:pt>
                <c:pt idx="2115">
                  <c:v>41680</c:v>
                </c:pt>
                <c:pt idx="2116">
                  <c:v>41681</c:v>
                </c:pt>
                <c:pt idx="2117">
                  <c:v>41682</c:v>
                </c:pt>
                <c:pt idx="2118">
                  <c:v>41683</c:v>
                </c:pt>
                <c:pt idx="2119">
                  <c:v>41684</c:v>
                </c:pt>
                <c:pt idx="2120">
                  <c:v>41687</c:v>
                </c:pt>
                <c:pt idx="2121">
                  <c:v>41688</c:v>
                </c:pt>
                <c:pt idx="2122">
                  <c:v>41689</c:v>
                </c:pt>
                <c:pt idx="2123">
                  <c:v>41690</c:v>
                </c:pt>
                <c:pt idx="2124">
                  <c:v>41691</c:v>
                </c:pt>
                <c:pt idx="2125">
                  <c:v>41694</c:v>
                </c:pt>
                <c:pt idx="2126">
                  <c:v>41695</c:v>
                </c:pt>
                <c:pt idx="2127">
                  <c:v>41696</c:v>
                </c:pt>
                <c:pt idx="2128">
                  <c:v>41697</c:v>
                </c:pt>
                <c:pt idx="2129">
                  <c:v>41698</c:v>
                </c:pt>
                <c:pt idx="2130">
                  <c:v>41701</c:v>
                </c:pt>
                <c:pt idx="2131">
                  <c:v>41702</c:v>
                </c:pt>
                <c:pt idx="2132">
                  <c:v>41703</c:v>
                </c:pt>
                <c:pt idx="2133">
                  <c:v>41704</c:v>
                </c:pt>
                <c:pt idx="2134">
                  <c:v>41705</c:v>
                </c:pt>
                <c:pt idx="2135">
                  <c:v>41708</c:v>
                </c:pt>
                <c:pt idx="2136">
                  <c:v>41709</c:v>
                </c:pt>
                <c:pt idx="2137">
                  <c:v>41710</c:v>
                </c:pt>
                <c:pt idx="2138">
                  <c:v>41711</c:v>
                </c:pt>
                <c:pt idx="2139">
                  <c:v>41712</c:v>
                </c:pt>
                <c:pt idx="2140">
                  <c:v>41715</c:v>
                </c:pt>
                <c:pt idx="2141">
                  <c:v>41716</c:v>
                </c:pt>
                <c:pt idx="2142">
                  <c:v>41717</c:v>
                </c:pt>
                <c:pt idx="2143">
                  <c:v>41718</c:v>
                </c:pt>
                <c:pt idx="2144">
                  <c:v>41719</c:v>
                </c:pt>
                <c:pt idx="2145">
                  <c:v>41722</c:v>
                </c:pt>
                <c:pt idx="2146">
                  <c:v>41723</c:v>
                </c:pt>
                <c:pt idx="2147">
                  <c:v>41724</c:v>
                </c:pt>
                <c:pt idx="2148">
                  <c:v>41725</c:v>
                </c:pt>
                <c:pt idx="2149">
                  <c:v>41726</c:v>
                </c:pt>
                <c:pt idx="2150">
                  <c:v>41729</c:v>
                </c:pt>
                <c:pt idx="2151">
                  <c:v>41730</c:v>
                </c:pt>
                <c:pt idx="2152">
                  <c:v>41731</c:v>
                </c:pt>
                <c:pt idx="2153">
                  <c:v>41732</c:v>
                </c:pt>
                <c:pt idx="2154">
                  <c:v>41733</c:v>
                </c:pt>
                <c:pt idx="2155">
                  <c:v>41736</c:v>
                </c:pt>
                <c:pt idx="2156">
                  <c:v>41737</c:v>
                </c:pt>
                <c:pt idx="2157">
                  <c:v>41738</c:v>
                </c:pt>
                <c:pt idx="2158">
                  <c:v>41739</c:v>
                </c:pt>
                <c:pt idx="2159">
                  <c:v>41740</c:v>
                </c:pt>
                <c:pt idx="2160">
                  <c:v>41743</c:v>
                </c:pt>
                <c:pt idx="2161">
                  <c:v>41744</c:v>
                </c:pt>
                <c:pt idx="2162">
                  <c:v>41745</c:v>
                </c:pt>
                <c:pt idx="2163">
                  <c:v>41746</c:v>
                </c:pt>
                <c:pt idx="2164">
                  <c:v>41747</c:v>
                </c:pt>
                <c:pt idx="2165">
                  <c:v>41750</c:v>
                </c:pt>
                <c:pt idx="2166">
                  <c:v>41751</c:v>
                </c:pt>
                <c:pt idx="2167">
                  <c:v>41752</c:v>
                </c:pt>
                <c:pt idx="2168">
                  <c:v>41753</c:v>
                </c:pt>
                <c:pt idx="2169">
                  <c:v>41754</c:v>
                </c:pt>
                <c:pt idx="2170">
                  <c:v>41757</c:v>
                </c:pt>
                <c:pt idx="2171">
                  <c:v>41758</c:v>
                </c:pt>
                <c:pt idx="2172">
                  <c:v>41759</c:v>
                </c:pt>
                <c:pt idx="2173">
                  <c:v>41760</c:v>
                </c:pt>
                <c:pt idx="2174">
                  <c:v>41761</c:v>
                </c:pt>
                <c:pt idx="2175">
                  <c:v>41764</c:v>
                </c:pt>
                <c:pt idx="2176">
                  <c:v>41765</c:v>
                </c:pt>
                <c:pt idx="2177">
                  <c:v>41766</c:v>
                </c:pt>
                <c:pt idx="2178">
                  <c:v>41767</c:v>
                </c:pt>
                <c:pt idx="2179">
                  <c:v>41768</c:v>
                </c:pt>
                <c:pt idx="2180">
                  <c:v>41771</c:v>
                </c:pt>
                <c:pt idx="2181">
                  <c:v>41772</c:v>
                </c:pt>
                <c:pt idx="2182">
                  <c:v>41773</c:v>
                </c:pt>
                <c:pt idx="2183">
                  <c:v>41774</c:v>
                </c:pt>
                <c:pt idx="2184">
                  <c:v>41775</c:v>
                </c:pt>
                <c:pt idx="2185">
                  <c:v>41778</c:v>
                </c:pt>
                <c:pt idx="2186">
                  <c:v>41779</c:v>
                </c:pt>
                <c:pt idx="2187">
                  <c:v>41780</c:v>
                </c:pt>
                <c:pt idx="2188">
                  <c:v>41781</c:v>
                </c:pt>
                <c:pt idx="2189">
                  <c:v>41782</c:v>
                </c:pt>
                <c:pt idx="2190">
                  <c:v>41785</c:v>
                </c:pt>
                <c:pt idx="2191">
                  <c:v>41786</c:v>
                </c:pt>
                <c:pt idx="2192">
                  <c:v>41787</c:v>
                </c:pt>
                <c:pt idx="2193">
                  <c:v>41788</c:v>
                </c:pt>
                <c:pt idx="2194">
                  <c:v>41789</c:v>
                </c:pt>
                <c:pt idx="2195">
                  <c:v>41792</c:v>
                </c:pt>
                <c:pt idx="2196">
                  <c:v>41793</c:v>
                </c:pt>
                <c:pt idx="2197">
                  <c:v>41794</c:v>
                </c:pt>
                <c:pt idx="2198">
                  <c:v>41795</c:v>
                </c:pt>
                <c:pt idx="2199">
                  <c:v>41796</c:v>
                </c:pt>
                <c:pt idx="2200">
                  <c:v>41799</c:v>
                </c:pt>
                <c:pt idx="2201">
                  <c:v>41800</c:v>
                </c:pt>
                <c:pt idx="2202">
                  <c:v>41801</c:v>
                </c:pt>
                <c:pt idx="2203">
                  <c:v>41802</c:v>
                </c:pt>
                <c:pt idx="2204">
                  <c:v>41803</c:v>
                </c:pt>
                <c:pt idx="2205">
                  <c:v>41806</c:v>
                </c:pt>
                <c:pt idx="2206">
                  <c:v>41807</c:v>
                </c:pt>
                <c:pt idx="2207">
                  <c:v>41808</c:v>
                </c:pt>
                <c:pt idx="2208">
                  <c:v>41809</c:v>
                </c:pt>
                <c:pt idx="2209">
                  <c:v>41810</c:v>
                </c:pt>
                <c:pt idx="2210">
                  <c:v>41813</c:v>
                </c:pt>
                <c:pt idx="2211">
                  <c:v>41814</c:v>
                </c:pt>
                <c:pt idx="2212">
                  <c:v>41815</c:v>
                </c:pt>
                <c:pt idx="2213">
                  <c:v>41816</c:v>
                </c:pt>
                <c:pt idx="2214">
                  <c:v>41817</c:v>
                </c:pt>
                <c:pt idx="2215">
                  <c:v>41820</c:v>
                </c:pt>
                <c:pt idx="2216">
                  <c:v>41821</c:v>
                </c:pt>
                <c:pt idx="2217">
                  <c:v>41822</c:v>
                </c:pt>
                <c:pt idx="2218">
                  <c:v>41823</c:v>
                </c:pt>
                <c:pt idx="2219">
                  <c:v>41824</c:v>
                </c:pt>
                <c:pt idx="2220">
                  <c:v>41827</c:v>
                </c:pt>
                <c:pt idx="2221">
                  <c:v>41828</c:v>
                </c:pt>
                <c:pt idx="2222">
                  <c:v>41829</c:v>
                </c:pt>
                <c:pt idx="2223">
                  <c:v>41830</c:v>
                </c:pt>
                <c:pt idx="2224">
                  <c:v>41831</c:v>
                </c:pt>
                <c:pt idx="2225">
                  <c:v>41834</c:v>
                </c:pt>
                <c:pt idx="2226">
                  <c:v>41835</c:v>
                </c:pt>
                <c:pt idx="2227">
                  <c:v>41836</c:v>
                </c:pt>
                <c:pt idx="2228">
                  <c:v>41837</c:v>
                </c:pt>
                <c:pt idx="2229">
                  <c:v>41838</c:v>
                </c:pt>
                <c:pt idx="2230">
                  <c:v>41841</c:v>
                </c:pt>
                <c:pt idx="2231">
                  <c:v>41842</c:v>
                </c:pt>
                <c:pt idx="2232">
                  <c:v>41843</c:v>
                </c:pt>
                <c:pt idx="2233">
                  <c:v>41844</c:v>
                </c:pt>
                <c:pt idx="2234">
                  <c:v>41845</c:v>
                </c:pt>
                <c:pt idx="2235">
                  <c:v>41848</c:v>
                </c:pt>
                <c:pt idx="2236">
                  <c:v>41849</c:v>
                </c:pt>
                <c:pt idx="2237">
                  <c:v>41850</c:v>
                </c:pt>
                <c:pt idx="2238">
                  <c:v>41851</c:v>
                </c:pt>
                <c:pt idx="2239">
                  <c:v>41852</c:v>
                </c:pt>
                <c:pt idx="2240">
                  <c:v>41855</c:v>
                </c:pt>
                <c:pt idx="2241">
                  <c:v>41856</c:v>
                </c:pt>
                <c:pt idx="2242">
                  <c:v>41857</c:v>
                </c:pt>
                <c:pt idx="2243">
                  <c:v>41858</c:v>
                </c:pt>
                <c:pt idx="2244">
                  <c:v>41859</c:v>
                </c:pt>
                <c:pt idx="2245">
                  <c:v>41862</c:v>
                </c:pt>
                <c:pt idx="2246">
                  <c:v>41863</c:v>
                </c:pt>
                <c:pt idx="2247">
                  <c:v>41864</c:v>
                </c:pt>
                <c:pt idx="2248">
                  <c:v>41865</c:v>
                </c:pt>
                <c:pt idx="2249">
                  <c:v>41866</c:v>
                </c:pt>
                <c:pt idx="2250">
                  <c:v>41869</c:v>
                </c:pt>
                <c:pt idx="2251">
                  <c:v>41870</c:v>
                </c:pt>
                <c:pt idx="2252">
                  <c:v>41871</c:v>
                </c:pt>
                <c:pt idx="2253">
                  <c:v>41872</c:v>
                </c:pt>
                <c:pt idx="2254">
                  <c:v>41873</c:v>
                </c:pt>
                <c:pt idx="2255">
                  <c:v>41876</c:v>
                </c:pt>
                <c:pt idx="2256">
                  <c:v>41877</c:v>
                </c:pt>
                <c:pt idx="2257">
                  <c:v>41878</c:v>
                </c:pt>
                <c:pt idx="2258">
                  <c:v>41879</c:v>
                </c:pt>
                <c:pt idx="2259">
                  <c:v>41880</c:v>
                </c:pt>
                <c:pt idx="2260">
                  <c:v>41883</c:v>
                </c:pt>
                <c:pt idx="2261">
                  <c:v>41884</c:v>
                </c:pt>
                <c:pt idx="2262">
                  <c:v>41885</c:v>
                </c:pt>
                <c:pt idx="2263">
                  <c:v>41886</c:v>
                </c:pt>
                <c:pt idx="2264">
                  <c:v>41887</c:v>
                </c:pt>
                <c:pt idx="2265">
                  <c:v>41890</c:v>
                </c:pt>
                <c:pt idx="2266">
                  <c:v>41891</c:v>
                </c:pt>
                <c:pt idx="2267">
                  <c:v>41892</c:v>
                </c:pt>
                <c:pt idx="2268">
                  <c:v>41893</c:v>
                </c:pt>
                <c:pt idx="2269">
                  <c:v>41894</c:v>
                </c:pt>
                <c:pt idx="2270">
                  <c:v>41897</c:v>
                </c:pt>
                <c:pt idx="2271">
                  <c:v>41898</c:v>
                </c:pt>
                <c:pt idx="2272">
                  <c:v>41899</c:v>
                </c:pt>
                <c:pt idx="2273">
                  <c:v>41900</c:v>
                </c:pt>
                <c:pt idx="2274">
                  <c:v>41901</c:v>
                </c:pt>
                <c:pt idx="2275">
                  <c:v>41904</c:v>
                </c:pt>
                <c:pt idx="2276">
                  <c:v>41905</c:v>
                </c:pt>
                <c:pt idx="2277">
                  <c:v>41906</c:v>
                </c:pt>
                <c:pt idx="2278">
                  <c:v>41907</c:v>
                </c:pt>
                <c:pt idx="2279">
                  <c:v>41908</c:v>
                </c:pt>
                <c:pt idx="2280">
                  <c:v>41911</c:v>
                </c:pt>
                <c:pt idx="2281">
                  <c:v>41912</c:v>
                </c:pt>
                <c:pt idx="2282">
                  <c:v>41913</c:v>
                </c:pt>
                <c:pt idx="2283">
                  <c:v>41914</c:v>
                </c:pt>
                <c:pt idx="2284">
                  <c:v>41915</c:v>
                </c:pt>
                <c:pt idx="2285">
                  <c:v>41918</c:v>
                </c:pt>
                <c:pt idx="2286">
                  <c:v>41919</c:v>
                </c:pt>
                <c:pt idx="2287">
                  <c:v>41920</c:v>
                </c:pt>
                <c:pt idx="2288">
                  <c:v>41921</c:v>
                </c:pt>
                <c:pt idx="2289">
                  <c:v>41922</c:v>
                </c:pt>
                <c:pt idx="2290">
                  <c:v>41925</c:v>
                </c:pt>
                <c:pt idx="2291">
                  <c:v>41926</c:v>
                </c:pt>
                <c:pt idx="2292">
                  <c:v>41927</c:v>
                </c:pt>
                <c:pt idx="2293">
                  <c:v>41928</c:v>
                </c:pt>
                <c:pt idx="2294">
                  <c:v>41929</c:v>
                </c:pt>
                <c:pt idx="2295">
                  <c:v>41932</c:v>
                </c:pt>
                <c:pt idx="2296">
                  <c:v>41933</c:v>
                </c:pt>
                <c:pt idx="2297">
                  <c:v>41934</c:v>
                </c:pt>
                <c:pt idx="2298">
                  <c:v>41935</c:v>
                </c:pt>
                <c:pt idx="2299">
                  <c:v>41936</c:v>
                </c:pt>
                <c:pt idx="2300">
                  <c:v>41939</c:v>
                </c:pt>
                <c:pt idx="2301">
                  <c:v>41940</c:v>
                </c:pt>
                <c:pt idx="2302">
                  <c:v>41941</c:v>
                </c:pt>
                <c:pt idx="2303">
                  <c:v>41942</c:v>
                </c:pt>
                <c:pt idx="2304">
                  <c:v>41943</c:v>
                </c:pt>
                <c:pt idx="2305">
                  <c:v>41946</c:v>
                </c:pt>
                <c:pt idx="2306">
                  <c:v>41947</c:v>
                </c:pt>
                <c:pt idx="2307">
                  <c:v>41948</c:v>
                </c:pt>
                <c:pt idx="2308">
                  <c:v>41949</c:v>
                </c:pt>
                <c:pt idx="2309">
                  <c:v>41950</c:v>
                </c:pt>
                <c:pt idx="2310">
                  <c:v>41953</c:v>
                </c:pt>
                <c:pt idx="2311">
                  <c:v>41954</c:v>
                </c:pt>
                <c:pt idx="2312">
                  <c:v>41955</c:v>
                </c:pt>
                <c:pt idx="2313">
                  <c:v>41956</c:v>
                </c:pt>
                <c:pt idx="2314">
                  <c:v>41957</c:v>
                </c:pt>
                <c:pt idx="2315">
                  <c:v>41960</c:v>
                </c:pt>
                <c:pt idx="2316">
                  <c:v>41961</c:v>
                </c:pt>
                <c:pt idx="2317">
                  <c:v>41962</c:v>
                </c:pt>
                <c:pt idx="2318">
                  <c:v>41963</c:v>
                </c:pt>
                <c:pt idx="2319">
                  <c:v>41964</c:v>
                </c:pt>
                <c:pt idx="2320">
                  <c:v>41967</c:v>
                </c:pt>
                <c:pt idx="2321">
                  <c:v>41968</c:v>
                </c:pt>
                <c:pt idx="2322">
                  <c:v>41969</c:v>
                </c:pt>
                <c:pt idx="2323">
                  <c:v>41970</c:v>
                </c:pt>
                <c:pt idx="2324">
                  <c:v>41971</c:v>
                </c:pt>
                <c:pt idx="2325">
                  <c:v>41974</c:v>
                </c:pt>
                <c:pt idx="2326">
                  <c:v>41975</c:v>
                </c:pt>
                <c:pt idx="2327">
                  <c:v>41976</c:v>
                </c:pt>
                <c:pt idx="2328">
                  <c:v>41977</c:v>
                </c:pt>
                <c:pt idx="2329">
                  <c:v>41978</c:v>
                </c:pt>
                <c:pt idx="2330">
                  <c:v>41981</c:v>
                </c:pt>
                <c:pt idx="2331">
                  <c:v>41982</c:v>
                </c:pt>
                <c:pt idx="2332">
                  <c:v>41983</c:v>
                </c:pt>
                <c:pt idx="2333">
                  <c:v>41984</c:v>
                </c:pt>
                <c:pt idx="2334">
                  <c:v>41985</c:v>
                </c:pt>
                <c:pt idx="2335">
                  <c:v>41988</c:v>
                </c:pt>
                <c:pt idx="2336">
                  <c:v>41989</c:v>
                </c:pt>
                <c:pt idx="2337">
                  <c:v>41990</c:v>
                </c:pt>
                <c:pt idx="2338">
                  <c:v>41991</c:v>
                </c:pt>
                <c:pt idx="2339">
                  <c:v>41992</c:v>
                </c:pt>
                <c:pt idx="2340">
                  <c:v>41995</c:v>
                </c:pt>
                <c:pt idx="2341">
                  <c:v>41996</c:v>
                </c:pt>
                <c:pt idx="2342">
                  <c:v>41997</c:v>
                </c:pt>
                <c:pt idx="2343">
                  <c:v>41998</c:v>
                </c:pt>
                <c:pt idx="2344">
                  <c:v>41999</c:v>
                </c:pt>
                <c:pt idx="2345">
                  <c:v>42002</c:v>
                </c:pt>
                <c:pt idx="2346">
                  <c:v>42003</c:v>
                </c:pt>
                <c:pt idx="2347">
                  <c:v>42004</c:v>
                </c:pt>
                <c:pt idx="2348">
                  <c:v>42005</c:v>
                </c:pt>
                <c:pt idx="2349">
                  <c:v>42006</c:v>
                </c:pt>
                <c:pt idx="2350">
                  <c:v>42009</c:v>
                </c:pt>
                <c:pt idx="2351">
                  <c:v>42010</c:v>
                </c:pt>
                <c:pt idx="2352">
                  <c:v>42011</c:v>
                </c:pt>
                <c:pt idx="2353">
                  <c:v>42012</c:v>
                </c:pt>
                <c:pt idx="2354">
                  <c:v>42013</c:v>
                </c:pt>
                <c:pt idx="2355">
                  <c:v>42016</c:v>
                </c:pt>
                <c:pt idx="2356">
                  <c:v>42017</c:v>
                </c:pt>
                <c:pt idx="2357">
                  <c:v>42018</c:v>
                </c:pt>
                <c:pt idx="2358">
                  <c:v>42019</c:v>
                </c:pt>
                <c:pt idx="2359">
                  <c:v>42020</c:v>
                </c:pt>
                <c:pt idx="2360">
                  <c:v>42023</c:v>
                </c:pt>
                <c:pt idx="2361">
                  <c:v>42024</c:v>
                </c:pt>
                <c:pt idx="2362">
                  <c:v>42025</c:v>
                </c:pt>
                <c:pt idx="2363">
                  <c:v>42026</c:v>
                </c:pt>
                <c:pt idx="2364">
                  <c:v>42027</c:v>
                </c:pt>
                <c:pt idx="2365">
                  <c:v>42030</c:v>
                </c:pt>
                <c:pt idx="2366">
                  <c:v>42031</c:v>
                </c:pt>
                <c:pt idx="2367">
                  <c:v>42032</c:v>
                </c:pt>
                <c:pt idx="2368">
                  <c:v>42033</c:v>
                </c:pt>
                <c:pt idx="2369">
                  <c:v>42034</c:v>
                </c:pt>
                <c:pt idx="2370">
                  <c:v>42037</c:v>
                </c:pt>
                <c:pt idx="2371">
                  <c:v>42038</c:v>
                </c:pt>
                <c:pt idx="2372">
                  <c:v>42039</c:v>
                </c:pt>
                <c:pt idx="2373">
                  <c:v>42040</c:v>
                </c:pt>
                <c:pt idx="2374">
                  <c:v>42041</c:v>
                </c:pt>
                <c:pt idx="2375">
                  <c:v>42044</c:v>
                </c:pt>
                <c:pt idx="2376">
                  <c:v>42045</c:v>
                </c:pt>
                <c:pt idx="2377">
                  <c:v>42046</c:v>
                </c:pt>
                <c:pt idx="2378">
                  <c:v>42047</c:v>
                </c:pt>
                <c:pt idx="2379">
                  <c:v>42048</c:v>
                </c:pt>
                <c:pt idx="2380">
                  <c:v>42051</c:v>
                </c:pt>
                <c:pt idx="2381">
                  <c:v>42052</c:v>
                </c:pt>
                <c:pt idx="2382">
                  <c:v>42053</c:v>
                </c:pt>
                <c:pt idx="2383">
                  <c:v>42054</c:v>
                </c:pt>
                <c:pt idx="2384">
                  <c:v>42055</c:v>
                </c:pt>
                <c:pt idx="2385">
                  <c:v>42058</c:v>
                </c:pt>
                <c:pt idx="2386">
                  <c:v>42059</c:v>
                </c:pt>
                <c:pt idx="2387">
                  <c:v>42060</c:v>
                </c:pt>
                <c:pt idx="2388">
                  <c:v>42061</c:v>
                </c:pt>
                <c:pt idx="2389">
                  <c:v>42062</c:v>
                </c:pt>
                <c:pt idx="2390">
                  <c:v>42065</c:v>
                </c:pt>
                <c:pt idx="2391">
                  <c:v>42066</c:v>
                </c:pt>
                <c:pt idx="2392">
                  <c:v>42067</c:v>
                </c:pt>
                <c:pt idx="2393">
                  <c:v>42068</c:v>
                </c:pt>
                <c:pt idx="2394">
                  <c:v>42069</c:v>
                </c:pt>
                <c:pt idx="2395">
                  <c:v>42072</c:v>
                </c:pt>
                <c:pt idx="2396">
                  <c:v>42073</c:v>
                </c:pt>
                <c:pt idx="2397">
                  <c:v>42074</c:v>
                </c:pt>
                <c:pt idx="2398">
                  <c:v>42075</c:v>
                </c:pt>
                <c:pt idx="2399">
                  <c:v>42076</c:v>
                </c:pt>
                <c:pt idx="2400">
                  <c:v>42079</c:v>
                </c:pt>
                <c:pt idx="2401">
                  <c:v>42080</c:v>
                </c:pt>
                <c:pt idx="2402">
                  <c:v>42081</c:v>
                </c:pt>
                <c:pt idx="2403">
                  <c:v>42082</c:v>
                </c:pt>
                <c:pt idx="2404">
                  <c:v>42083</c:v>
                </c:pt>
                <c:pt idx="2405">
                  <c:v>42086</c:v>
                </c:pt>
                <c:pt idx="2406">
                  <c:v>42087</c:v>
                </c:pt>
                <c:pt idx="2407">
                  <c:v>42088</c:v>
                </c:pt>
                <c:pt idx="2408">
                  <c:v>42089</c:v>
                </c:pt>
                <c:pt idx="2409">
                  <c:v>42090</c:v>
                </c:pt>
                <c:pt idx="2410">
                  <c:v>42093</c:v>
                </c:pt>
                <c:pt idx="2411">
                  <c:v>42094</c:v>
                </c:pt>
                <c:pt idx="2412">
                  <c:v>42095</c:v>
                </c:pt>
                <c:pt idx="2413">
                  <c:v>42096</c:v>
                </c:pt>
                <c:pt idx="2414">
                  <c:v>42097</c:v>
                </c:pt>
                <c:pt idx="2415">
                  <c:v>42100</c:v>
                </c:pt>
                <c:pt idx="2416">
                  <c:v>42101</c:v>
                </c:pt>
                <c:pt idx="2417">
                  <c:v>42102</c:v>
                </c:pt>
                <c:pt idx="2418">
                  <c:v>42103</c:v>
                </c:pt>
                <c:pt idx="2419">
                  <c:v>42104</c:v>
                </c:pt>
                <c:pt idx="2420">
                  <c:v>42107</c:v>
                </c:pt>
                <c:pt idx="2421">
                  <c:v>42108</c:v>
                </c:pt>
                <c:pt idx="2422">
                  <c:v>42109</c:v>
                </c:pt>
                <c:pt idx="2423">
                  <c:v>42110</c:v>
                </c:pt>
                <c:pt idx="2424">
                  <c:v>42111</c:v>
                </c:pt>
                <c:pt idx="2425">
                  <c:v>42114</c:v>
                </c:pt>
                <c:pt idx="2426">
                  <c:v>42115</c:v>
                </c:pt>
                <c:pt idx="2427">
                  <c:v>42116</c:v>
                </c:pt>
                <c:pt idx="2428">
                  <c:v>42117</c:v>
                </c:pt>
                <c:pt idx="2429">
                  <c:v>42118</c:v>
                </c:pt>
                <c:pt idx="2430">
                  <c:v>42121</c:v>
                </c:pt>
                <c:pt idx="2431">
                  <c:v>42122</c:v>
                </c:pt>
                <c:pt idx="2432">
                  <c:v>42123</c:v>
                </c:pt>
                <c:pt idx="2433">
                  <c:v>42124</c:v>
                </c:pt>
                <c:pt idx="2434">
                  <c:v>42125</c:v>
                </c:pt>
                <c:pt idx="2435">
                  <c:v>42128</c:v>
                </c:pt>
                <c:pt idx="2436">
                  <c:v>42129</c:v>
                </c:pt>
                <c:pt idx="2437">
                  <c:v>42130</c:v>
                </c:pt>
                <c:pt idx="2438">
                  <c:v>42131</c:v>
                </c:pt>
                <c:pt idx="2439">
                  <c:v>42132</c:v>
                </c:pt>
                <c:pt idx="2440">
                  <c:v>42135</c:v>
                </c:pt>
                <c:pt idx="2441">
                  <c:v>42136</c:v>
                </c:pt>
                <c:pt idx="2442">
                  <c:v>42137</c:v>
                </c:pt>
                <c:pt idx="2443">
                  <c:v>42138</c:v>
                </c:pt>
                <c:pt idx="2444">
                  <c:v>42139</c:v>
                </c:pt>
                <c:pt idx="2445">
                  <c:v>42142</c:v>
                </c:pt>
                <c:pt idx="2446">
                  <c:v>42143</c:v>
                </c:pt>
                <c:pt idx="2447">
                  <c:v>42144</c:v>
                </c:pt>
                <c:pt idx="2448">
                  <c:v>42145</c:v>
                </c:pt>
                <c:pt idx="2449">
                  <c:v>42146</c:v>
                </c:pt>
                <c:pt idx="2450">
                  <c:v>42149</c:v>
                </c:pt>
                <c:pt idx="2451">
                  <c:v>42150</c:v>
                </c:pt>
                <c:pt idx="2452">
                  <c:v>42151</c:v>
                </c:pt>
                <c:pt idx="2453">
                  <c:v>42152</c:v>
                </c:pt>
                <c:pt idx="2454">
                  <c:v>42153</c:v>
                </c:pt>
                <c:pt idx="2455">
                  <c:v>42156</c:v>
                </c:pt>
                <c:pt idx="2456">
                  <c:v>42157</c:v>
                </c:pt>
                <c:pt idx="2457">
                  <c:v>42158</c:v>
                </c:pt>
                <c:pt idx="2458">
                  <c:v>42159</c:v>
                </c:pt>
                <c:pt idx="2459">
                  <c:v>42160</c:v>
                </c:pt>
                <c:pt idx="2460">
                  <c:v>42163</c:v>
                </c:pt>
                <c:pt idx="2461">
                  <c:v>42164</c:v>
                </c:pt>
                <c:pt idx="2462">
                  <c:v>42165</c:v>
                </c:pt>
                <c:pt idx="2463">
                  <c:v>42166</c:v>
                </c:pt>
                <c:pt idx="2464">
                  <c:v>42167</c:v>
                </c:pt>
                <c:pt idx="2465">
                  <c:v>42170</c:v>
                </c:pt>
                <c:pt idx="2466">
                  <c:v>42171</c:v>
                </c:pt>
                <c:pt idx="2467">
                  <c:v>42172</c:v>
                </c:pt>
                <c:pt idx="2468">
                  <c:v>42173</c:v>
                </c:pt>
                <c:pt idx="2469">
                  <c:v>42174</c:v>
                </c:pt>
                <c:pt idx="2470">
                  <c:v>42177</c:v>
                </c:pt>
                <c:pt idx="2471">
                  <c:v>42178</c:v>
                </c:pt>
                <c:pt idx="2472">
                  <c:v>42179</c:v>
                </c:pt>
                <c:pt idx="2473">
                  <c:v>42180</c:v>
                </c:pt>
                <c:pt idx="2474">
                  <c:v>42181</c:v>
                </c:pt>
                <c:pt idx="2475">
                  <c:v>42184</c:v>
                </c:pt>
                <c:pt idx="2476">
                  <c:v>42185</c:v>
                </c:pt>
                <c:pt idx="2477">
                  <c:v>42186</c:v>
                </c:pt>
                <c:pt idx="2478">
                  <c:v>42187</c:v>
                </c:pt>
                <c:pt idx="2479">
                  <c:v>42188</c:v>
                </c:pt>
                <c:pt idx="2480">
                  <c:v>42191</c:v>
                </c:pt>
                <c:pt idx="2481">
                  <c:v>42192</c:v>
                </c:pt>
                <c:pt idx="2482">
                  <c:v>42193</c:v>
                </c:pt>
                <c:pt idx="2483">
                  <c:v>42194</c:v>
                </c:pt>
                <c:pt idx="2484">
                  <c:v>42195</c:v>
                </c:pt>
                <c:pt idx="2485">
                  <c:v>42198</c:v>
                </c:pt>
                <c:pt idx="2486">
                  <c:v>42199</c:v>
                </c:pt>
                <c:pt idx="2487">
                  <c:v>42200</c:v>
                </c:pt>
                <c:pt idx="2488">
                  <c:v>42201</c:v>
                </c:pt>
                <c:pt idx="2489">
                  <c:v>42202</c:v>
                </c:pt>
                <c:pt idx="2490">
                  <c:v>42205</c:v>
                </c:pt>
                <c:pt idx="2491">
                  <c:v>42206</c:v>
                </c:pt>
                <c:pt idx="2492">
                  <c:v>42207</c:v>
                </c:pt>
                <c:pt idx="2493">
                  <c:v>42208</c:v>
                </c:pt>
                <c:pt idx="2494">
                  <c:v>42209</c:v>
                </c:pt>
                <c:pt idx="2495">
                  <c:v>42212</c:v>
                </c:pt>
                <c:pt idx="2496">
                  <c:v>42213</c:v>
                </c:pt>
                <c:pt idx="2497">
                  <c:v>42214</c:v>
                </c:pt>
                <c:pt idx="2498">
                  <c:v>42215</c:v>
                </c:pt>
                <c:pt idx="2499">
                  <c:v>42216</c:v>
                </c:pt>
                <c:pt idx="2500">
                  <c:v>42219</c:v>
                </c:pt>
                <c:pt idx="2501">
                  <c:v>42220</c:v>
                </c:pt>
                <c:pt idx="2502">
                  <c:v>42221</c:v>
                </c:pt>
                <c:pt idx="2503">
                  <c:v>42222</c:v>
                </c:pt>
                <c:pt idx="2504">
                  <c:v>42223</c:v>
                </c:pt>
                <c:pt idx="2505">
                  <c:v>42226</c:v>
                </c:pt>
                <c:pt idx="2506">
                  <c:v>42227</c:v>
                </c:pt>
                <c:pt idx="2507">
                  <c:v>42228</c:v>
                </c:pt>
                <c:pt idx="2508">
                  <c:v>42229</c:v>
                </c:pt>
                <c:pt idx="2509">
                  <c:v>42230</c:v>
                </c:pt>
                <c:pt idx="2510">
                  <c:v>42233</c:v>
                </c:pt>
                <c:pt idx="2511">
                  <c:v>42234</c:v>
                </c:pt>
                <c:pt idx="2512">
                  <c:v>42235</c:v>
                </c:pt>
                <c:pt idx="2513">
                  <c:v>42236</c:v>
                </c:pt>
                <c:pt idx="2514">
                  <c:v>42237</c:v>
                </c:pt>
                <c:pt idx="2515">
                  <c:v>42240</c:v>
                </c:pt>
                <c:pt idx="2516">
                  <c:v>42241</c:v>
                </c:pt>
                <c:pt idx="2517">
                  <c:v>42242</c:v>
                </c:pt>
                <c:pt idx="2518">
                  <c:v>42243</c:v>
                </c:pt>
                <c:pt idx="2519">
                  <c:v>42244</c:v>
                </c:pt>
                <c:pt idx="2520">
                  <c:v>42247</c:v>
                </c:pt>
                <c:pt idx="2521">
                  <c:v>42248</c:v>
                </c:pt>
                <c:pt idx="2522">
                  <c:v>42249</c:v>
                </c:pt>
                <c:pt idx="2523">
                  <c:v>42250</c:v>
                </c:pt>
                <c:pt idx="2524">
                  <c:v>42251</c:v>
                </c:pt>
                <c:pt idx="2525">
                  <c:v>42254</c:v>
                </c:pt>
                <c:pt idx="2526">
                  <c:v>42255</c:v>
                </c:pt>
                <c:pt idx="2527">
                  <c:v>42256</c:v>
                </c:pt>
                <c:pt idx="2528">
                  <c:v>42257</c:v>
                </c:pt>
                <c:pt idx="2529">
                  <c:v>42258</c:v>
                </c:pt>
                <c:pt idx="2530">
                  <c:v>42261</c:v>
                </c:pt>
                <c:pt idx="2531">
                  <c:v>42262</c:v>
                </c:pt>
                <c:pt idx="2532">
                  <c:v>42263</c:v>
                </c:pt>
                <c:pt idx="2533">
                  <c:v>42264</c:v>
                </c:pt>
                <c:pt idx="2534">
                  <c:v>42265</c:v>
                </c:pt>
                <c:pt idx="2535">
                  <c:v>42268</c:v>
                </c:pt>
                <c:pt idx="2536">
                  <c:v>42269</c:v>
                </c:pt>
                <c:pt idx="2537">
                  <c:v>42270</c:v>
                </c:pt>
                <c:pt idx="2538">
                  <c:v>42271</c:v>
                </c:pt>
                <c:pt idx="2539">
                  <c:v>42272</c:v>
                </c:pt>
                <c:pt idx="2540">
                  <c:v>42275</c:v>
                </c:pt>
                <c:pt idx="2541">
                  <c:v>42276</c:v>
                </c:pt>
                <c:pt idx="2542">
                  <c:v>42277</c:v>
                </c:pt>
                <c:pt idx="2543">
                  <c:v>42278</c:v>
                </c:pt>
                <c:pt idx="2544">
                  <c:v>42279</c:v>
                </c:pt>
                <c:pt idx="2545">
                  <c:v>42282</c:v>
                </c:pt>
                <c:pt idx="2546">
                  <c:v>42283</c:v>
                </c:pt>
                <c:pt idx="2547">
                  <c:v>42284</c:v>
                </c:pt>
                <c:pt idx="2548">
                  <c:v>42285</c:v>
                </c:pt>
                <c:pt idx="2549">
                  <c:v>42286</c:v>
                </c:pt>
                <c:pt idx="2550">
                  <c:v>42289</c:v>
                </c:pt>
                <c:pt idx="2551">
                  <c:v>42290</c:v>
                </c:pt>
                <c:pt idx="2552">
                  <c:v>42291</c:v>
                </c:pt>
                <c:pt idx="2553">
                  <c:v>42292</c:v>
                </c:pt>
                <c:pt idx="2554">
                  <c:v>42293</c:v>
                </c:pt>
                <c:pt idx="2555">
                  <c:v>42296</c:v>
                </c:pt>
                <c:pt idx="2556">
                  <c:v>42297</c:v>
                </c:pt>
                <c:pt idx="2557">
                  <c:v>42298</c:v>
                </c:pt>
                <c:pt idx="2558">
                  <c:v>42299</c:v>
                </c:pt>
                <c:pt idx="2559">
                  <c:v>42300</c:v>
                </c:pt>
                <c:pt idx="2560">
                  <c:v>42303</c:v>
                </c:pt>
                <c:pt idx="2561">
                  <c:v>42304</c:v>
                </c:pt>
                <c:pt idx="2562">
                  <c:v>42305</c:v>
                </c:pt>
                <c:pt idx="2563">
                  <c:v>42306</c:v>
                </c:pt>
                <c:pt idx="2564">
                  <c:v>42307</c:v>
                </c:pt>
                <c:pt idx="2565">
                  <c:v>42310</c:v>
                </c:pt>
                <c:pt idx="2566">
                  <c:v>42311</c:v>
                </c:pt>
                <c:pt idx="2567">
                  <c:v>42312</c:v>
                </c:pt>
                <c:pt idx="2568">
                  <c:v>42313</c:v>
                </c:pt>
                <c:pt idx="2569">
                  <c:v>42314</c:v>
                </c:pt>
                <c:pt idx="2570">
                  <c:v>42317</c:v>
                </c:pt>
                <c:pt idx="2571">
                  <c:v>42318</c:v>
                </c:pt>
                <c:pt idx="2572">
                  <c:v>42319</c:v>
                </c:pt>
                <c:pt idx="2573">
                  <c:v>42320</c:v>
                </c:pt>
                <c:pt idx="2574">
                  <c:v>42321</c:v>
                </c:pt>
                <c:pt idx="2575">
                  <c:v>42324</c:v>
                </c:pt>
                <c:pt idx="2576">
                  <c:v>42325</c:v>
                </c:pt>
                <c:pt idx="2577">
                  <c:v>42326</c:v>
                </c:pt>
                <c:pt idx="2578">
                  <c:v>42327</c:v>
                </c:pt>
                <c:pt idx="2579">
                  <c:v>42328</c:v>
                </c:pt>
                <c:pt idx="2580">
                  <c:v>42331</c:v>
                </c:pt>
                <c:pt idx="2581">
                  <c:v>42332</c:v>
                </c:pt>
                <c:pt idx="2582">
                  <c:v>42333</c:v>
                </c:pt>
                <c:pt idx="2583">
                  <c:v>42334</c:v>
                </c:pt>
                <c:pt idx="2584">
                  <c:v>42335</c:v>
                </c:pt>
                <c:pt idx="2585">
                  <c:v>42338</c:v>
                </c:pt>
                <c:pt idx="2586">
                  <c:v>42339</c:v>
                </c:pt>
                <c:pt idx="2587">
                  <c:v>42340</c:v>
                </c:pt>
                <c:pt idx="2588">
                  <c:v>42341</c:v>
                </c:pt>
                <c:pt idx="2589">
                  <c:v>42342</c:v>
                </c:pt>
                <c:pt idx="2590">
                  <c:v>42345</c:v>
                </c:pt>
                <c:pt idx="2591">
                  <c:v>42346</c:v>
                </c:pt>
                <c:pt idx="2592">
                  <c:v>42347</c:v>
                </c:pt>
                <c:pt idx="2593">
                  <c:v>42348</c:v>
                </c:pt>
                <c:pt idx="2594">
                  <c:v>42349</c:v>
                </c:pt>
                <c:pt idx="2595">
                  <c:v>42352</c:v>
                </c:pt>
                <c:pt idx="2596">
                  <c:v>42353</c:v>
                </c:pt>
                <c:pt idx="2597">
                  <c:v>42354</c:v>
                </c:pt>
                <c:pt idx="2598">
                  <c:v>42355</c:v>
                </c:pt>
                <c:pt idx="2599">
                  <c:v>42356</c:v>
                </c:pt>
                <c:pt idx="2600">
                  <c:v>42359</c:v>
                </c:pt>
                <c:pt idx="2601">
                  <c:v>42360</c:v>
                </c:pt>
                <c:pt idx="2602">
                  <c:v>42361</c:v>
                </c:pt>
                <c:pt idx="2603">
                  <c:v>42362</c:v>
                </c:pt>
                <c:pt idx="2604">
                  <c:v>42363</c:v>
                </c:pt>
                <c:pt idx="2605">
                  <c:v>42366</c:v>
                </c:pt>
                <c:pt idx="2606">
                  <c:v>42367</c:v>
                </c:pt>
                <c:pt idx="2607">
                  <c:v>42368</c:v>
                </c:pt>
                <c:pt idx="2608">
                  <c:v>42369</c:v>
                </c:pt>
                <c:pt idx="2609">
                  <c:v>42370</c:v>
                </c:pt>
                <c:pt idx="2610">
                  <c:v>42373</c:v>
                </c:pt>
                <c:pt idx="2611">
                  <c:v>42374</c:v>
                </c:pt>
                <c:pt idx="2612">
                  <c:v>42375</c:v>
                </c:pt>
                <c:pt idx="2613">
                  <c:v>42376</c:v>
                </c:pt>
                <c:pt idx="2614">
                  <c:v>42377</c:v>
                </c:pt>
                <c:pt idx="2615">
                  <c:v>42380</c:v>
                </c:pt>
                <c:pt idx="2616">
                  <c:v>42381</c:v>
                </c:pt>
                <c:pt idx="2617">
                  <c:v>42382</c:v>
                </c:pt>
                <c:pt idx="2618">
                  <c:v>42383</c:v>
                </c:pt>
                <c:pt idx="2619">
                  <c:v>42384</c:v>
                </c:pt>
                <c:pt idx="2620">
                  <c:v>42387</c:v>
                </c:pt>
                <c:pt idx="2621">
                  <c:v>42388</c:v>
                </c:pt>
                <c:pt idx="2622">
                  <c:v>42389</c:v>
                </c:pt>
                <c:pt idx="2623">
                  <c:v>42390</c:v>
                </c:pt>
                <c:pt idx="2624">
                  <c:v>42391</c:v>
                </c:pt>
                <c:pt idx="2625">
                  <c:v>42394</c:v>
                </c:pt>
                <c:pt idx="2626">
                  <c:v>42395</c:v>
                </c:pt>
                <c:pt idx="2627">
                  <c:v>42396</c:v>
                </c:pt>
                <c:pt idx="2628">
                  <c:v>42397</c:v>
                </c:pt>
                <c:pt idx="2629">
                  <c:v>42398</c:v>
                </c:pt>
                <c:pt idx="2630">
                  <c:v>42401</c:v>
                </c:pt>
                <c:pt idx="2631">
                  <c:v>42402</c:v>
                </c:pt>
                <c:pt idx="2632">
                  <c:v>42403</c:v>
                </c:pt>
                <c:pt idx="2633">
                  <c:v>42404</c:v>
                </c:pt>
                <c:pt idx="2634">
                  <c:v>42405</c:v>
                </c:pt>
                <c:pt idx="2635">
                  <c:v>42408</c:v>
                </c:pt>
                <c:pt idx="2636">
                  <c:v>42409</c:v>
                </c:pt>
                <c:pt idx="2637">
                  <c:v>42410</c:v>
                </c:pt>
                <c:pt idx="2638">
                  <c:v>42411</c:v>
                </c:pt>
                <c:pt idx="2639">
                  <c:v>42412</c:v>
                </c:pt>
                <c:pt idx="2640">
                  <c:v>42415</c:v>
                </c:pt>
                <c:pt idx="2641">
                  <c:v>42416</c:v>
                </c:pt>
                <c:pt idx="2642">
                  <c:v>42417</c:v>
                </c:pt>
                <c:pt idx="2643">
                  <c:v>42418</c:v>
                </c:pt>
                <c:pt idx="2644">
                  <c:v>42419</c:v>
                </c:pt>
                <c:pt idx="2645">
                  <c:v>42422</c:v>
                </c:pt>
                <c:pt idx="2646">
                  <c:v>42423</c:v>
                </c:pt>
                <c:pt idx="2647">
                  <c:v>42424</c:v>
                </c:pt>
                <c:pt idx="2648">
                  <c:v>42425</c:v>
                </c:pt>
                <c:pt idx="2649">
                  <c:v>42426</c:v>
                </c:pt>
                <c:pt idx="2650">
                  <c:v>42429</c:v>
                </c:pt>
                <c:pt idx="2651">
                  <c:v>42430</c:v>
                </c:pt>
                <c:pt idx="2652">
                  <c:v>42431</c:v>
                </c:pt>
                <c:pt idx="2653">
                  <c:v>42432</c:v>
                </c:pt>
                <c:pt idx="2654">
                  <c:v>42433</c:v>
                </c:pt>
                <c:pt idx="2655">
                  <c:v>42436</c:v>
                </c:pt>
                <c:pt idx="2656">
                  <c:v>42437</c:v>
                </c:pt>
                <c:pt idx="2657">
                  <c:v>42438</c:v>
                </c:pt>
                <c:pt idx="2658">
                  <c:v>42439</c:v>
                </c:pt>
                <c:pt idx="2659">
                  <c:v>42440</c:v>
                </c:pt>
                <c:pt idx="2660">
                  <c:v>42443</c:v>
                </c:pt>
                <c:pt idx="2661">
                  <c:v>42444</c:v>
                </c:pt>
                <c:pt idx="2662">
                  <c:v>42445</c:v>
                </c:pt>
                <c:pt idx="2663">
                  <c:v>42446</c:v>
                </c:pt>
                <c:pt idx="2664">
                  <c:v>42447</c:v>
                </c:pt>
                <c:pt idx="2665">
                  <c:v>42450</c:v>
                </c:pt>
                <c:pt idx="2666">
                  <c:v>42451</c:v>
                </c:pt>
                <c:pt idx="2667">
                  <c:v>42452</c:v>
                </c:pt>
                <c:pt idx="2668">
                  <c:v>42453</c:v>
                </c:pt>
                <c:pt idx="2669">
                  <c:v>42454</c:v>
                </c:pt>
                <c:pt idx="2670">
                  <c:v>42457</c:v>
                </c:pt>
                <c:pt idx="2671">
                  <c:v>42458</c:v>
                </c:pt>
                <c:pt idx="2672">
                  <c:v>42459</c:v>
                </c:pt>
                <c:pt idx="2673">
                  <c:v>42460</c:v>
                </c:pt>
                <c:pt idx="2674">
                  <c:v>42461</c:v>
                </c:pt>
                <c:pt idx="2675">
                  <c:v>42464</c:v>
                </c:pt>
                <c:pt idx="2676">
                  <c:v>42465</c:v>
                </c:pt>
                <c:pt idx="2677">
                  <c:v>42466</c:v>
                </c:pt>
                <c:pt idx="2678">
                  <c:v>42467</c:v>
                </c:pt>
                <c:pt idx="2679">
                  <c:v>42468</c:v>
                </c:pt>
                <c:pt idx="2680">
                  <c:v>42471</c:v>
                </c:pt>
                <c:pt idx="2681">
                  <c:v>42472</c:v>
                </c:pt>
                <c:pt idx="2682">
                  <c:v>42473</c:v>
                </c:pt>
                <c:pt idx="2683">
                  <c:v>42474</c:v>
                </c:pt>
                <c:pt idx="2684">
                  <c:v>42475</c:v>
                </c:pt>
                <c:pt idx="2685">
                  <c:v>42478</c:v>
                </c:pt>
                <c:pt idx="2686">
                  <c:v>42479</c:v>
                </c:pt>
                <c:pt idx="2687">
                  <c:v>42480</c:v>
                </c:pt>
                <c:pt idx="2688">
                  <c:v>42481</c:v>
                </c:pt>
                <c:pt idx="2689">
                  <c:v>42482</c:v>
                </c:pt>
                <c:pt idx="2690">
                  <c:v>42485</c:v>
                </c:pt>
                <c:pt idx="2691">
                  <c:v>42486</c:v>
                </c:pt>
                <c:pt idx="2692">
                  <c:v>42487</c:v>
                </c:pt>
                <c:pt idx="2693">
                  <c:v>42488</c:v>
                </c:pt>
                <c:pt idx="2694">
                  <c:v>42489</c:v>
                </c:pt>
                <c:pt idx="2695">
                  <c:v>42492</c:v>
                </c:pt>
                <c:pt idx="2696">
                  <c:v>42493</c:v>
                </c:pt>
                <c:pt idx="2697">
                  <c:v>42494</c:v>
                </c:pt>
                <c:pt idx="2698">
                  <c:v>42495</c:v>
                </c:pt>
                <c:pt idx="2699">
                  <c:v>42496</c:v>
                </c:pt>
                <c:pt idx="2700">
                  <c:v>42499</c:v>
                </c:pt>
                <c:pt idx="2701">
                  <c:v>42500</c:v>
                </c:pt>
                <c:pt idx="2702">
                  <c:v>42501</c:v>
                </c:pt>
                <c:pt idx="2703">
                  <c:v>42502</c:v>
                </c:pt>
                <c:pt idx="2704">
                  <c:v>42503</c:v>
                </c:pt>
                <c:pt idx="2705">
                  <c:v>42506</c:v>
                </c:pt>
                <c:pt idx="2706">
                  <c:v>42507</c:v>
                </c:pt>
                <c:pt idx="2707">
                  <c:v>42508</c:v>
                </c:pt>
                <c:pt idx="2708">
                  <c:v>42509</c:v>
                </c:pt>
                <c:pt idx="2709">
                  <c:v>42510</c:v>
                </c:pt>
                <c:pt idx="2710">
                  <c:v>42513</c:v>
                </c:pt>
                <c:pt idx="2711">
                  <c:v>42514</c:v>
                </c:pt>
                <c:pt idx="2712">
                  <c:v>42515</c:v>
                </c:pt>
                <c:pt idx="2713">
                  <c:v>42516</c:v>
                </c:pt>
                <c:pt idx="2714">
                  <c:v>42517</c:v>
                </c:pt>
                <c:pt idx="2715">
                  <c:v>42520</c:v>
                </c:pt>
                <c:pt idx="2716">
                  <c:v>42521</c:v>
                </c:pt>
                <c:pt idx="2717">
                  <c:v>42522</c:v>
                </c:pt>
                <c:pt idx="2718">
                  <c:v>42523</c:v>
                </c:pt>
                <c:pt idx="2719">
                  <c:v>42524</c:v>
                </c:pt>
                <c:pt idx="2720">
                  <c:v>42527</c:v>
                </c:pt>
                <c:pt idx="2721">
                  <c:v>42528</c:v>
                </c:pt>
                <c:pt idx="2722">
                  <c:v>42529</c:v>
                </c:pt>
                <c:pt idx="2723">
                  <c:v>42530</c:v>
                </c:pt>
                <c:pt idx="2724">
                  <c:v>42531</c:v>
                </c:pt>
                <c:pt idx="2725">
                  <c:v>42534</c:v>
                </c:pt>
                <c:pt idx="2726">
                  <c:v>42535</c:v>
                </c:pt>
                <c:pt idx="2727">
                  <c:v>42536</c:v>
                </c:pt>
                <c:pt idx="2728">
                  <c:v>42537</c:v>
                </c:pt>
                <c:pt idx="2729">
                  <c:v>42538</c:v>
                </c:pt>
                <c:pt idx="2730">
                  <c:v>42541</c:v>
                </c:pt>
                <c:pt idx="2731">
                  <c:v>42542</c:v>
                </c:pt>
                <c:pt idx="2732">
                  <c:v>42543</c:v>
                </c:pt>
                <c:pt idx="2733">
                  <c:v>42544</c:v>
                </c:pt>
                <c:pt idx="2734">
                  <c:v>42545</c:v>
                </c:pt>
                <c:pt idx="2735">
                  <c:v>42548</c:v>
                </c:pt>
                <c:pt idx="2736">
                  <c:v>42549</c:v>
                </c:pt>
                <c:pt idx="2737">
                  <c:v>42550</c:v>
                </c:pt>
                <c:pt idx="2738">
                  <c:v>42551</c:v>
                </c:pt>
                <c:pt idx="2739">
                  <c:v>42552</c:v>
                </c:pt>
                <c:pt idx="2740">
                  <c:v>42555</c:v>
                </c:pt>
                <c:pt idx="2741">
                  <c:v>42556</c:v>
                </c:pt>
                <c:pt idx="2742">
                  <c:v>42557</c:v>
                </c:pt>
                <c:pt idx="2743">
                  <c:v>42558</c:v>
                </c:pt>
                <c:pt idx="2744">
                  <c:v>42559</c:v>
                </c:pt>
                <c:pt idx="2745">
                  <c:v>42562</c:v>
                </c:pt>
                <c:pt idx="2746">
                  <c:v>42563</c:v>
                </c:pt>
                <c:pt idx="2747">
                  <c:v>42564</c:v>
                </c:pt>
                <c:pt idx="2748">
                  <c:v>42565</c:v>
                </c:pt>
                <c:pt idx="2749">
                  <c:v>42566</c:v>
                </c:pt>
                <c:pt idx="2750">
                  <c:v>42569</c:v>
                </c:pt>
                <c:pt idx="2751">
                  <c:v>42570</c:v>
                </c:pt>
                <c:pt idx="2752">
                  <c:v>42571</c:v>
                </c:pt>
                <c:pt idx="2753">
                  <c:v>42572</c:v>
                </c:pt>
                <c:pt idx="2754">
                  <c:v>42573</c:v>
                </c:pt>
                <c:pt idx="2755">
                  <c:v>42576</c:v>
                </c:pt>
                <c:pt idx="2756">
                  <c:v>42577</c:v>
                </c:pt>
                <c:pt idx="2757">
                  <c:v>42578</c:v>
                </c:pt>
                <c:pt idx="2758">
                  <c:v>42579</c:v>
                </c:pt>
                <c:pt idx="2759">
                  <c:v>42580</c:v>
                </c:pt>
                <c:pt idx="2760">
                  <c:v>42583</c:v>
                </c:pt>
                <c:pt idx="2761">
                  <c:v>42584</c:v>
                </c:pt>
                <c:pt idx="2762">
                  <c:v>42585</c:v>
                </c:pt>
                <c:pt idx="2763">
                  <c:v>42586</c:v>
                </c:pt>
                <c:pt idx="2764">
                  <c:v>42587</c:v>
                </c:pt>
                <c:pt idx="2765">
                  <c:v>42590</c:v>
                </c:pt>
                <c:pt idx="2766">
                  <c:v>42591</c:v>
                </c:pt>
                <c:pt idx="2767">
                  <c:v>42592</c:v>
                </c:pt>
                <c:pt idx="2768">
                  <c:v>42593</c:v>
                </c:pt>
                <c:pt idx="2769">
                  <c:v>42594</c:v>
                </c:pt>
                <c:pt idx="2770">
                  <c:v>42597</c:v>
                </c:pt>
                <c:pt idx="2771">
                  <c:v>42598</c:v>
                </c:pt>
                <c:pt idx="2772">
                  <c:v>42599</c:v>
                </c:pt>
                <c:pt idx="2773">
                  <c:v>42600</c:v>
                </c:pt>
                <c:pt idx="2774">
                  <c:v>42601</c:v>
                </c:pt>
                <c:pt idx="2775">
                  <c:v>42604</c:v>
                </c:pt>
                <c:pt idx="2776">
                  <c:v>42605</c:v>
                </c:pt>
                <c:pt idx="2777">
                  <c:v>42606</c:v>
                </c:pt>
                <c:pt idx="2778">
                  <c:v>42607</c:v>
                </c:pt>
                <c:pt idx="2779">
                  <c:v>42608</c:v>
                </c:pt>
                <c:pt idx="2780">
                  <c:v>42611</c:v>
                </c:pt>
                <c:pt idx="2781">
                  <c:v>42612</c:v>
                </c:pt>
                <c:pt idx="2782">
                  <c:v>42613</c:v>
                </c:pt>
                <c:pt idx="2783">
                  <c:v>42614</c:v>
                </c:pt>
                <c:pt idx="2784">
                  <c:v>42615</c:v>
                </c:pt>
                <c:pt idx="2785">
                  <c:v>42618</c:v>
                </c:pt>
                <c:pt idx="2786">
                  <c:v>42619</c:v>
                </c:pt>
                <c:pt idx="2787">
                  <c:v>42620</c:v>
                </c:pt>
                <c:pt idx="2788">
                  <c:v>42621</c:v>
                </c:pt>
                <c:pt idx="2789">
                  <c:v>42622</c:v>
                </c:pt>
                <c:pt idx="2790">
                  <c:v>42625</c:v>
                </c:pt>
                <c:pt idx="2791">
                  <c:v>42626</c:v>
                </c:pt>
                <c:pt idx="2792">
                  <c:v>42627</c:v>
                </c:pt>
                <c:pt idx="2793">
                  <c:v>42628</c:v>
                </c:pt>
                <c:pt idx="2794">
                  <c:v>42629</c:v>
                </c:pt>
                <c:pt idx="2795">
                  <c:v>42632</c:v>
                </c:pt>
                <c:pt idx="2796">
                  <c:v>42633</c:v>
                </c:pt>
                <c:pt idx="2797">
                  <c:v>42634</c:v>
                </c:pt>
                <c:pt idx="2798">
                  <c:v>42635</c:v>
                </c:pt>
                <c:pt idx="2799">
                  <c:v>42636</c:v>
                </c:pt>
                <c:pt idx="2800">
                  <c:v>42639</c:v>
                </c:pt>
                <c:pt idx="2801">
                  <c:v>42640</c:v>
                </c:pt>
                <c:pt idx="2802">
                  <c:v>42641</c:v>
                </c:pt>
                <c:pt idx="2803">
                  <c:v>42642</c:v>
                </c:pt>
                <c:pt idx="2804">
                  <c:v>42643</c:v>
                </c:pt>
                <c:pt idx="2805">
                  <c:v>42646</c:v>
                </c:pt>
                <c:pt idx="2806">
                  <c:v>42647</c:v>
                </c:pt>
                <c:pt idx="2807">
                  <c:v>42648</c:v>
                </c:pt>
                <c:pt idx="2808">
                  <c:v>42649</c:v>
                </c:pt>
                <c:pt idx="2809">
                  <c:v>42650</c:v>
                </c:pt>
                <c:pt idx="2810">
                  <c:v>42653</c:v>
                </c:pt>
                <c:pt idx="2811">
                  <c:v>42654</c:v>
                </c:pt>
                <c:pt idx="2812">
                  <c:v>42655</c:v>
                </c:pt>
                <c:pt idx="2813">
                  <c:v>42656</c:v>
                </c:pt>
                <c:pt idx="2814">
                  <c:v>42657</c:v>
                </c:pt>
                <c:pt idx="2815">
                  <c:v>42660</c:v>
                </c:pt>
                <c:pt idx="2816">
                  <c:v>42661</c:v>
                </c:pt>
                <c:pt idx="2817">
                  <c:v>42662</c:v>
                </c:pt>
                <c:pt idx="2818">
                  <c:v>42663</c:v>
                </c:pt>
                <c:pt idx="2819">
                  <c:v>42664</c:v>
                </c:pt>
                <c:pt idx="2820">
                  <c:v>42667</c:v>
                </c:pt>
                <c:pt idx="2821">
                  <c:v>42668</c:v>
                </c:pt>
                <c:pt idx="2822">
                  <c:v>42669</c:v>
                </c:pt>
                <c:pt idx="2823">
                  <c:v>42670</c:v>
                </c:pt>
                <c:pt idx="2824">
                  <c:v>42671</c:v>
                </c:pt>
                <c:pt idx="2825">
                  <c:v>42674</c:v>
                </c:pt>
                <c:pt idx="2826">
                  <c:v>42675</c:v>
                </c:pt>
                <c:pt idx="2827">
                  <c:v>42676</c:v>
                </c:pt>
                <c:pt idx="2828">
                  <c:v>42677</c:v>
                </c:pt>
                <c:pt idx="2829">
                  <c:v>42678</c:v>
                </c:pt>
                <c:pt idx="2830">
                  <c:v>42681</c:v>
                </c:pt>
                <c:pt idx="2831">
                  <c:v>42682</c:v>
                </c:pt>
                <c:pt idx="2832">
                  <c:v>42683</c:v>
                </c:pt>
                <c:pt idx="2833">
                  <c:v>42684</c:v>
                </c:pt>
                <c:pt idx="2834">
                  <c:v>42685</c:v>
                </c:pt>
                <c:pt idx="2835">
                  <c:v>42688</c:v>
                </c:pt>
                <c:pt idx="2836">
                  <c:v>42689</c:v>
                </c:pt>
                <c:pt idx="2837">
                  <c:v>42690</c:v>
                </c:pt>
                <c:pt idx="2838">
                  <c:v>42691</c:v>
                </c:pt>
                <c:pt idx="2839">
                  <c:v>42692</c:v>
                </c:pt>
                <c:pt idx="2840">
                  <c:v>42695</c:v>
                </c:pt>
                <c:pt idx="2841">
                  <c:v>42696</c:v>
                </c:pt>
                <c:pt idx="2842">
                  <c:v>42697</c:v>
                </c:pt>
                <c:pt idx="2843">
                  <c:v>42698</c:v>
                </c:pt>
                <c:pt idx="2844">
                  <c:v>42699</c:v>
                </c:pt>
                <c:pt idx="2845">
                  <c:v>42702</c:v>
                </c:pt>
                <c:pt idx="2846">
                  <c:v>42703</c:v>
                </c:pt>
                <c:pt idx="2847">
                  <c:v>42704</c:v>
                </c:pt>
                <c:pt idx="2848">
                  <c:v>42705</c:v>
                </c:pt>
                <c:pt idx="2849">
                  <c:v>42706</c:v>
                </c:pt>
                <c:pt idx="2850">
                  <c:v>42709</c:v>
                </c:pt>
                <c:pt idx="2851">
                  <c:v>42710</c:v>
                </c:pt>
                <c:pt idx="2852">
                  <c:v>42711</c:v>
                </c:pt>
                <c:pt idx="2853">
                  <c:v>42712</c:v>
                </c:pt>
                <c:pt idx="2854">
                  <c:v>42713</c:v>
                </c:pt>
                <c:pt idx="2855">
                  <c:v>42716</c:v>
                </c:pt>
                <c:pt idx="2856">
                  <c:v>42717</c:v>
                </c:pt>
                <c:pt idx="2857">
                  <c:v>42718</c:v>
                </c:pt>
                <c:pt idx="2858">
                  <c:v>42719</c:v>
                </c:pt>
                <c:pt idx="2859">
                  <c:v>42720</c:v>
                </c:pt>
                <c:pt idx="2860">
                  <c:v>42723</c:v>
                </c:pt>
                <c:pt idx="2861">
                  <c:v>42724</c:v>
                </c:pt>
                <c:pt idx="2862">
                  <c:v>42725</c:v>
                </c:pt>
                <c:pt idx="2863">
                  <c:v>42726</c:v>
                </c:pt>
                <c:pt idx="2864">
                  <c:v>42727</c:v>
                </c:pt>
                <c:pt idx="2865">
                  <c:v>42730</c:v>
                </c:pt>
                <c:pt idx="2866">
                  <c:v>42731</c:v>
                </c:pt>
                <c:pt idx="2867">
                  <c:v>42732</c:v>
                </c:pt>
                <c:pt idx="2868">
                  <c:v>42733</c:v>
                </c:pt>
                <c:pt idx="2869">
                  <c:v>42734</c:v>
                </c:pt>
                <c:pt idx="2870">
                  <c:v>42737</c:v>
                </c:pt>
                <c:pt idx="2871">
                  <c:v>42738</c:v>
                </c:pt>
                <c:pt idx="2872">
                  <c:v>42739</c:v>
                </c:pt>
                <c:pt idx="2873">
                  <c:v>42740</c:v>
                </c:pt>
                <c:pt idx="2874">
                  <c:v>42741</c:v>
                </c:pt>
                <c:pt idx="2875">
                  <c:v>42744</c:v>
                </c:pt>
                <c:pt idx="2876">
                  <c:v>42745</c:v>
                </c:pt>
                <c:pt idx="2877">
                  <c:v>42746</c:v>
                </c:pt>
                <c:pt idx="2878">
                  <c:v>42747</c:v>
                </c:pt>
                <c:pt idx="2879">
                  <c:v>42748</c:v>
                </c:pt>
                <c:pt idx="2880">
                  <c:v>42751</c:v>
                </c:pt>
                <c:pt idx="2881">
                  <c:v>42752</c:v>
                </c:pt>
                <c:pt idx="2882">
                  <c:v>42753</c:v>
                </c:pt>
                <c:pt idx="2883">
                  <c:v>42754</c:v>
                </c:pt>
                <c:pt idx="2884">
                  <c:v>42755</c:v>
                </c:pt>
                <c:pt idx="2885">
                  <c:v>42758</c:v>
                </c:pt>
                <c:pt idx="2886">
                  <c:v>42759</c:v>
                </c:pt>
                <c:pt idx="2887">
                  <c:v>42760</c:v>
                </c:pt>
                <c:pt idx="2888">
                  <c:v>42761</c:v>
                </c:pt>
                <c:pt idx="2889">
                  <c:v>42762</c:v>
                </c:pt>
                <c:pt idx="2890">
                  <c:v>42765</c:v>
                </c:pt>
                <c:pt idx="2891">
                  <c:v>42766</c:v>
                </c:pt>
                <c:pt idx="2892">
                  <c:v>42767</c:v>
                </c:pt>
                <c:pt idx="2893">
                  <c:v>42768</c:v>
                </c:pt>
                <c:pt idx="2894">
                  <c:v>42769</c:v>
                </c:pt>
                <c:pt idx="2895">
                  <c:v>42772</c:v>
                </c:pt>
                <c:pt idx="2896">
                  <c:v>42773</c:v>
                </c:pt>
                <c:pt idx="2897">
                  <c:v>42774</c:v>
                </c:pt>
                <c:pt idx="2898">
                  <c:v>42775</c:v>
                </c:pt>
                <c:pt idx="2899">
                  <c:v>42776</c:v>
                </c:pt>
                <c:pt idx="2900">
                  <c:v>42779</c:v>
                </c:pt>
                <c:pt idx="2901">
                  <c:v>42780</c:v>
                </c:pt>
                <c:pt idx="2902">
                  <c:v>42781</c:v>
                </c:pt>
                <c:pt idx="2903">
                  <c:v>42782</c:v>
                </c:pt>
                <c:pt idx="2904">
                  <c:v>42783</c:v>
                </c:pt>
                <c:pt idx="2905">
                  <c:v>42786</c:v>
                </c:pt>
                <c:pt idx="2906">
                  <c:v>42787</c:v>
                </c:pt>
                <c:pt idx="2907">
                  <c:v>42788</c:v>
                </c:pt>
                <c:pt idx="2908">
                  <c:v>42789</c:v>
                </c:pt>
                <c:pt idx="2909">
                  <c:v>42790</c:v>
                </c:pt>
                <c:pt idx="2910">
                  <c:v>42793</c:v>
                </c:pt>
                <c:pt idx="2911">
                  <c:v>42794</c:v>
                </c:pt>
                <c:pt idx="2912">
                  <c:v>42795</c:v>
                </c:pt>
                <c:pt idx="2913">
                  <c:v>42796</c:v>
                </c:pt>
                <c:pt idx="2914">
                  <c:v>42797</c:v>
                </c:pt>
                <c:pt idx="2915">
                  <c:v>42800</c:v>
                </c:pt>
                <c:pt idx="2916">
                  <c:v>42801</c:v>
                </c:pt>
                <c:pt idx="2917">
                  <c:v>42802</c:v>
                </c:pt>
                <c:pt idx="2918">
                  <c:v>42803</c:v>
                </c:pt>
                <c:pt idx="2919">
                  <c:v>42804</c:v>
                </c:pt>
                <c:pt idx="2920">
                  <c:v>42807</c:v>
                </c:pt>
                <c:pt idx="2921">
                  <c:v>42808</c:v>
                </c:pt>
                <c:pt idx="2922">
                  <c:v>42809</c:v>
                </c:pt>
                <c:pt idx="2923">
                  <c:v>42810</c:v>
                </c:pt>
                <c:pt idx="2924">
                  <c:v>42811</c:v>
                </c:pt>
                <c:pt idx="2925">
                  <c:v>42814</c:v>
                </c:pt>
                <c:pt idx="2926">
                  <c:v>42815</c:v>
                </c:pt>
                <c:pt idx="2927">
                  <c:v>42816</c:v>
                </c:pt>
                <c:pt idx="2928">
                  <c:v>42817</c:v>
                </c:pt>
                <c:pt idx="2929">
                  <c:v>42818</c:v>
                </c:pt>
                <c:pt idx="2930">
                  <c:v>42821</c:v>
                </c:pt>
                <c:pt idx="2931">
                  <c:v>42822</c:v>
                </c:pt>
                <c:pt idx="2932">
                  <c:v>42823</c:v>
                </c:pt>
                <c:pt idx="2933">
                  <c:v>42824</c:v>
                </c:pt>
                <c:pt idx="2934">
                  <c:v>42825</c:v>
                </c:pt>
                <c:pt idx="2935">
                  <c:v>42828</c:v>
                </c:pt>
                <c:pt idx="2936">
                  <c:v>42829</c:v>
                </c:pt>
                <c:pt idx="2937">
                  <c:v>42830</c:v>
                </c:pt>
                <c:pt idx="2938">
                  <c:v>42831</c:v>
                </c:pt>
                <c:pt idx="2939">
                  <c:v>42832</c:v>
                </c:pt>
                <c:pt idx="2940">
                  <c:v>42835</c:v>
                </c:pt>
                <c:pt idx="2941">
                  <c:v>42836</c:v>
                </c:pt>
                <c:pt idx="2942">
                  <c:v>42837</c:v>
                </c:pt>
                <c:pt idx="2943">
                  <c:v>42838</c:v>
                </c:pt>
                <c:pt idx="2944">
                  <c:v>42839</c:v>
                </c:pt>
                <c:pt idx="2945">
                  <c:v>42842</c:v>
                </c:pt>
                <c:pt idx="2946">
                  <c:v>42843</c:v>
                </c:pt>
                <c:pt idx="2947">
                  <c:v>42844</c:v>
                </c:pt>
                <c:pt idx="2948">
                  <c:v>42845</c:v>
                </c:pt>
                <c:pt idx="2949">
                  <c:v>42846</c:v>
                </c:pt>
                <c:pt idx="2950">
                  <c:v>42849</c:v>
                </c:pt>
                <c:pt idx="2951">
                  <c:v>42850</c:v>
                </c:pt>
                <c:pt idx="2952">
                  <c:v>42851</c:v>
                </c:pt>
                <c:pt idx="2953">
                  <c:v>42852</c:v>
                </c:pt>
                <c:pt idx="2954">
                  <c:v>42853</c:v>
                </c:pt>
                <c:pt idx="2955">
                  <c:v>42856</c:v>
                </c:pt>
                <c:pt idx="2956">
                  <c:v>42857</c:v>
                </c:pt>
                <c:pt idx="2957">
                  <c:v>42858</c:v>
                </c:pt>
                <c:pt idx="2958">
                  <c:v>42859</c:v>
                </c:pt>
                <c:pt idx="2959">
                  <c:v>42860</c:v>
                </c:pt>
                <c:pt idx="2960">
                  <c:v>42863</c:v>
                </c:pt>
                <c:pt idx="2961">
                  <c:v>42864</c:v>
                </c:pt>
                <c:pt idx="2962">
                  <c:v>42865</c:v>
                </c:pt>
                <c:pt idx="2963">
                  <c:v>42866</c:v>
                </c:pt>
                <c:pt idx="2964">
                  <c:v>42867</c:v>
                </c:pt>
                <c:pt idx="2965">
                  <c:v>42870</c:v>
                </c:pt>
                <c:pt idx="2966">
                  <c:v>42871</c:v>
                </c:pt>
                <c:pt idx="2967">
                  <c:v>42872</c:v>
                </c:pt>
                <c:pt idx="2968">
                  <c:v>42873</c:v>
                </c:pt>
                <c:pt idx="2969">
                  <c:v>42874</c:v>
                </c:pt>
                <c:pt idx="2970">
                  <c:v>42877</c:v>
                </c:pt>
                <c:pt idx="2971">
                  <c:v>42878</c:v>
                </c:pt>
                <c:pt idx="2972">
                  <c:v>42879</c:v>
                </c:pt>
                <c:pt idx="2973">
                  <c:v>42880</c:v>
                </c:pt>
                <c:pt idx="2974">
                  <c:v>42881</c:v>
                </c:pt>
                <c:pt idx="2975">
                  <c:v>42884</c:v>
                </c:pt>
                <c:pt idx="2976">
                  <c:v>42885</c:v>
                </c:pt>
                <c:pt idx="2977">
                  <c:v>42886</c:v>
                </c:pt>
                <c:pt idx="2978">
                  <c:v>42887</c:v>
                </c:pt>
                <c:pt idx="2979">
                  <c:v>42888</c:v>
                </c:pt>
                <c:pt idx="2980">
                  <c:v>42891</c:v>
                </c:pt>
                <c:pt idx="2981">
                  <c:v>42892</c:v>
                </c:pt>
                <c:pt idx="2982">
                  <c:v>42893</c:v>
                </c:pt>
                <c:pt idx="2983">
                  <c:v>42894</c:v>
                </c:pt>
                <c:pt idx="2984">
                  <c:v>42895</c:v>
                </c:pt>
                <c:pt idx="2985">
                  <c:v>42898</c:v>
                </c:pt>
                <c:pt idx="2986">
                  <c:v>42899</c:v>
                </c:pt>
                <c:pt idx="2987">
                  <c:v>42900</c:v>
                </c:pt>
                <c:pt idx="2988">
                  <c:v>42901</c:v>
                </c:pt>
                <c:pt idx="2989">
                  <c:v>42902</c:v>
                </c:pt>
                <c:pt idx="2990">
                  <c:v>42905</c:v>
                </c:pt>
                <c:pt idx="2991">
                  <c:v>42906</c:v>
                </c:pt>
                <c:pt idx="2992">
                  <c:v>42907</c:v>
                </c:pt>
                <c:pt idx="2993">
                  <c:v>42908</c:v>
                </c:pt>
                <c:pt idx="2994">
                  <c:v>42909</c:v>
                </c:pt>
                <c:pt idx="2995">
                  <c:v>42912</c:v>
                </c:pt>
                <c:pt idx="2996">
                  <c:v>42913</c:v>
                </c:pt>
                <c:pt idx="2997">
                  <c:v>42914</c:v>
                </c:pt>
                <c:pt idx="2998">
                  <c:v>42915</c:v>
                </c:pt>
                <c:pt idx="2999">
                  <c:v>42916</c:v>
                </c:pt>
                <c:pt idx="3000">
                  <c:v>42919</c:v>
                </c:pt>
                <c:pt idx="3001">
                  <c:v>42920</c:v>
                </c:pt>
                <c:pt idx="3002">
                  <c:v>42921</c:v>
                </c:pt>
                <c:pt idx="3003">
                  <c:v>42922</c:v>
                </c:pt>
                <c:pt idx="3004">
                  <c:v>42923</c:v>
                </c:pt>
                <c:pt idx="3005">
                  <c:v>42926</c:v>
                </c:pt>
                <c:pt idx="3006">
                  <c:v>42927</c:v>
                </c:pt>
                <c:pt idx="3007">
                  <c:v>42928</c:v>
                </c:pt>
                <c:pt idx="3008">
                  <c:v>42929</c:v>
                </c:pt>
                <c:pt idx="3009">
                  <c:v>42930</c:v>
                </c:pt>
                <c:pt idx="3010">
                  <c:v>42933</c:v>
                </c:pt>
                <c:pt idx="3011">
                  <c:v>42934</c:v>
                </c:pt>
                <c:pt idx="3012">
                  <c:v>42935</c:v>
                </c:pt>
                <c:pt idx="3013">
                  <c:v>42936</c:v>
                </c:pt>
                <c:pt idx="3014">
                  <c:v>42937</c:v>
                </c:pt>
                <c:pt idx="3015">
                  <c:v>42940</c:v>
                </c:pt>
                <c:pt idx="3016">
                  <c:v>42941</c:v>
                </c:pt>
                <c:pt idx="3017">
                  <c:v>42942</c:v>
                </c:pt>
                <c:pt idx="3018">
                  <c:v>42943</c:v>
                </c:pt>
                <c:pt idx="3019">
                  <c:v>42944</c:v>
                </c:pt>
                <c:pt idx="3020">
                  <c:v>42947</c:v>
                </c:pt>
                <c:pt idx="3021">
                  <c:v>42948</c:v>
                </c:pt>
                <c:pt idx="3022">
                  <c:v>42949</c:v>
                </c:pt>
                <c:pt idx="3023">
                  <c:v>42950</c:v>
                </c:pt>
                <c:pt idx="3024">
                  <c:v>42951</c:v>
                </c:pt>
                <c:pt idx="3025">
                  <c:v>42954</c:v>
                </c:pt>
                <c:pt idx="3026">
                  <c:v>42955</c:v>
                </c:pt>
                <c:pt idx="3027">
                  <c:v>42956</c:v>
                </c:pt>
                <c:pt idx="3028">
                  <c:v>42957</c:v>
                </c:pt>
                <c:pt idx="3029">
                  <c:v>42958</c:v>
                </c:pt>
                <c:pt idx="3030">
                  <c:v>42961</c:v>
                </c:pt>
                <c:pt idx="3031">
                  <c:v>42962</c:v>
                </c:pt>
                <c:pt idx="3032">
                  <c:v>42963</c:v>
                </c:pt>
                <c:pt idx="3033">
                  <c:v>42964</c:v>
                </c:pt>
                <c:pt idx="3034">
                  <c:v>42965</c:v>
                </c:pt>
                <c:pt idx="3035">
                  <c:v>42968</c:v>
                </c:pt>
                <c:pt idx="3036">
                  <c:v>42969</c:v>
                </c:pt>
                <c:pt idx="3037">
                  <c:v>42970</c:v>
                </c:pt>
                <c:pt idx="3038">
                  <c:v>42971</c:v>
                </c:pt>
                <c:pt idx="3039">
                  <c:v>42972</c:v>
                </c:pt>
                <c:pt idx="3040">
                  <c:v>42975</c:v>
                </c:pt>
                <c:pt idx="3041">
                  <c:v>42976</c:v>
                </c:pt>
                <c:pt idx="3042">
                  <c:v>42977</c:v>
                </c:pt>
                <c:pt idx="3043">
                  <c:v>42978</c:v>
                </c:pt>
                <c:pt idx="3044">
                  <c:v>42979</c:v>
                </c:pt>
                <c:pt idx="3045">
                  <c:v>42982</c:v>
                </c:pt>
                <c:pt idx="3046">
                  <c:v>42983</c:v>
                </c:pt>
                <c:pt idx="3047">
                  <c:v>42984</c:v>
                </c:pt>
                <c:pt idx="3048">
                  <c:v>42985</c:v>
                </c:pt>
                <c:pt idx="3049">
                  <c:v>42986</c:v>
                </c:pt>
                <c:pt idx="3050">
                  <c:v>42989</c:v>
                </c:pt>
                <c:pt idx="3051">
                  <c:v>42990</c:v>
                </c:pt>
                <c:pt idx="3052">
                  <c:v>42991</c:v>
                </c:pt>
                <c:pt idx="3053">
                  <c:v>42992</c:v>
                </c:pt>
                <c:pt idx="3054">
                  <c:v>42993</c:v>
                </c:pt>
                <c:pt idx="3055">
                  <c:v>42996</c:v>
                </c:pt>
                <c:pt idx="3056">
                  <c:v>42997</c:v>
                </c:pt>
                <c:pt idx="3057">
                  <c:v>42998</c:v>
                </c:pt>
                <c:pt idx="3058">
                  <c:v>42999</c:v>
                </c:pt>
                <c:pt idx="3059">
                  <c:v>43000</c:v>
                </c:pt>
                <c:pt idx="3060">
                  <c:v>43003</c:v>
                </c:pt>
                <c:pt idx="3061">
                  <c:v>43004</c:v>
                </c:pt>
                <c:pt idx="3062">
                  <c:v>43005</c:v>
                </c:pt>
                <c:pt idx="3063">
                  <c:v>43006</c:v>
                </c:pt>
                <c:pt idx="3064">
                  <c:v>43007</c:v>
                </c:pt>
                <c:pt idx="3065">
                  <c:v>43010</c:v>
                </c:pt>
                <c:pt idx="3066">
                  <c:v>43011</c:v>
                </c:pt>
                <c:pt idx="3067">
                  <c:v>43012</c:v>
                </c:pt>
                <c:pt idx="3068">
                  <c:v>43013</c:v>
                </c:pt>
                <c:pt idx="3069">
                  <c:v>43014</c:v>
                </c:pt>
                <c:pt idx="3070">
                  <c:v>43017</c:v>
                </c:pt>
                <c:pt idx="3071">
                  <c:v>43018</c:v>
                </c:pt>
                <c:pt idx="3072">
                  <c:v>43019</c:v>
                </c:pt>
                <c:pt idx="3073">
                  <c:v>43020</c:v>
                </c:pt>
                <c:pt idx="3074">
                  <c:v>43021</c:v>
                </c:pt>
                <c:pt idx="3075">
                  <c:v>43024</c:v>
                </c:pt>
                <c:pt idx="3076">
                  <c:v>43025</c:v>
                </c:pt>
                <c:pt idx="3077">
                  <c:v>43026</c:v>
                </c:pt>
                <c:pt idx="3078">
                  <c:v>43027</c:v>
                </c:pt>
                <c:pt idx="3079">
                  <c:v>43028</c:v>
                </c:pt>
                <c:pt idx="3080">
                  <c:v>43031</c:v>
                </c:pt>
                <c:pt idx="3081">
                  <c:v>43032</c:v>
                </c:pt>
                <c:pt idx="3082">
                  <c:v>43033</c:v>
                </c:pt>
                <c:pt idx="3083">
                  <c:v>43034</c:v>
                </c:pt>
                <c:pt idx="3084">
                  <c:v>43035</c:v>
                </c:pt>
                <c:pt idx="3085">
                  <c:v>43038</c:v>
                </c:pt>
                <c:pt idx="3086">
                  <c:v>43039</c:v>
                </c:pt>
                <c:pt idx="3087">
                  <c:v>43040</c:v>
                </c:pt>
                <c:pt idx="3088">
                  <c:v>43041</c:v>
                </c:pt>
                <c:pt idx="3089">
                  <c:v>43042</c:v>
                </c:pt>
                <c:pt idx="3090">
                  <c:v>43045</c:v>
                </c:pt>
                <c:pt idx="3091">
                  <c:v>43046</c:v>
                </c:pt>
                <c:pt idx="3092">
                  <c:v>43047</c:v>
                </c:pt>
                <c:pt idx="3093">
                  <c:v>43048</c:v>
                </c:pt>
                <c:pt idx="3094">
                  <c:v>43049</c:v>
                </c:pt>
                <c:pt idx="3095">
                  <c:v>43052</c:v>
                </c:pt>
                <c:pt idx="3096">
                  <c:v>43053</c:v>
                </c:pt>
                <c:pt idx="3097">
                  <c:v>43054</c:v>
                </c:pt>
                <c:pt idx="3098">
                  <c:v>43055</c:v>
                </c:pt>
                <c:pt idx="3099">
                  <c:v>43056</c:v>
                </c:pt>
                <c:pt idx="3100">
                  <c:v>43059</c:v>
                </c:pt>
                <c:pt idx="3101">
                  <c:v>43060</c:v>
                </c:pt>
                <c:pt idx="3102">
                  <c:v>43061</c:v>
                </c:pt>
                <c:pt idx="3103">
                  <c:v>43062</c:v>
                </c:pt>
                <c:pt idx="3104">
                  <c:v>43063</c:v>
                </c:pt>
                <c:pt idx="3105">
                  <c:v>43066</c:v>
                </c:pt>
                <c:pt idx="3106">
                  <c:v>43067</c:v>
                </c:pt>
                <c:pt idx="3107">
                  <c:v>43068</c:v>
                </c:pt>
                <c:pt idx="3108">
                  <c:v>43069</c:v>
                </c:pt>
                <c:pt idx="3109">
                  <c:v>43070</c:v>
                </c:pt>
                <c:pt idx="3110">
                  <c:v>43073</c:v>
                </c:pt>
                <c:pt idx="3111">
                  <c:v>43074</c:v>
                </c:pt>
                <c:pt idx="3112">
                  <c:v>43075</c:v>
                </c:pt>
                <c:pt idx="3113">
                  <c:v>43076</c:v>
                </c:pt>
                <c:pt idx="3114">
                  <c:v>43077</c:v>
                </c:pt>
                <c:pt idx="3115">
                  <c:v>43080</c:v>
                </c:pt>
                <c:pt idx="3116">
                  <c:v>43081</c:v>
                </c:pt>
                <c:pt idx="3117">
                  <c:v>43082</c:v>
                </c:pt>
                <c:pt idx="3118">
                  <c:v>43083</c:v>
                </c:pt>
                <c:pt idx="3119">
                  <c:v>43084</c:v>
                </c:pt>
                <c:pt idx="3120">
                  <c:v>43087</c:v>
                </c:pt>
                <c:pt idx="3121">
                  <c:v>43088</c:v>
                </c:pt>
                <c:pt idx="3122">
                  <c:v>43089</c:v>
                </c:pt>
                <c:pt idx="3123">
                  <c:v>43090</c:v>
                </c:pt>
                <c:pt idx="3124">
                  <c:v>43091</c:v>
                </c:pt>
                <c:pt idx="3125">
                  <c:v>43094</c:v>
                </c:pt>
                <c:pt idx="3126">
                  <c:v>43095</c:v>
                </c:pt>
                <c:pt idx="3127">
                  <c:v>43096</c:v>
                </c:pt>
                <c:pt idx="3128">
                  <c:v>43097</c:v>
                </c:pt>
                <c:pt idx="3129">
                  <c:v>43098</c:v>
                </c:pt>
                <c:pt idx="3130">
                  <c:v>43101</c:v>
                </c:pt>
                <c:pt idx="3131">
                  <c:v>43102</c:v>
                </c:pt>
                <c:pt idx="3132">
                  <c:v>43103</c:v>
                </c:pt>
                <c:pt idx="3133">
                  <c:v>43104</c:v>
                </c:pt>
                <c:pt idx="3134">
                  <c:v>43105</c:v>
                </c:pt>
                <c:pt idx="3135">
                  <c:v>43108</c:v>
                </c:pt>
                <c:pt idx="3136">
                  <c:v>43109</c:v>
                </c:pt>
                <c:pt idx="3137">
                  <c:v>43110</c:v>
                </c:pt>
                <c:pt idx="3138">
                  <c:v>43111</c:v>
                </c:pt>
                <c:pt idx="3139">
                  <c:v>43112</c:v>
                </c:pt>
                <c:pt idx="3140">
                  <c:v>43115</c:v>
                </c:pt>
                <c:pt idx="3141">
                  <c:v>43116</c:v>
                </c:pt>
                <c:pt idx="3142">
                  <c:v>43117</c:v>
                </c:pt>
                <c:pt idx="3143">
                  <c:v>43118</c:v>
                </c:pt>
                <c:pt idx="3144">
                  <c:v>43119</c:v>
                </c:pt>
                <c:pt idx="3145">
                  <c:v>43122</c:v>
                </c:pt>
                <c:pt idx="3146">
                  <c:v>43123</c:v>
                </c:pt>
                <c:pt idx="3147">
                  <c:v>43124</c:v>
                </c:pt>
                <c:pt idx="3148">
                  <c:v>43125</c:v>
                </c:pt>
                <c:pt idx="3149">
                  <c:v>43126</c:v>
                </c:pt>
                <c:pt idx="3150">
                  <c:v>43129</c:v>
                </c:pt>
                <c:pt idx="3151">
                  <c:v>43130</c:v>
                </c:pt>
                <c:pt idx="3152">
                  <c:v>43131</c:v>
                </c:pt>
                <c:pt idx="3153">
                  <c:v>43132</c:v>
                </c:pt>
                <c:pt idx="3154">
                  <c:v>43133</c:v>
                </c:pt>
                <c:pt idx="3155">
                  <c:v>43136</c:v>
                </c:pt>
                <c:pt idx="3156">
                  <c:v>43137</c:v>
                </c:pt>
                <c:pt idx="3157">
                  <c:v>43138</c:v>
                </c:pt>
                <c:pt idx="3158">
                  <c:v>43139</c:v>
                </c:pt>
                <c:pt idx="3159">
                  <c:v>43140</c:v>
                </c:pt>
                <c:pt idx="3160">
                  <c:v>43143</c:v>
                </c:pt>
                <c:pt idx="3161">
                  <c:v>43144</c:v>
                </c:pt>
                <c:pt idx="3162">
                  <c:v>43145</c:v>
                </c:pt>
                <c:pt idx="3163">
                  <c:v>43146</c:v>
                </c:pt>
                <c:pt idx="3164">
                  <c:v>43147</c:v>
                </c:pt>
                <c:pt idx="3165">
                  <c:v>43150</c:v>
                </c:pt>
                <c:pt idx="3166">
                  <c:v>43151</c:v>
                </c:pt>
                <c:pt idx="3167">
                  <c:v>43152</c:v>
                </c:pt>
                <c:pt idx="3168">
                  <c:v>43153</c:v>
                </c:pt>
                <c:pt idx="3169">
                  <c:v>43154</c:v>
                </c:pt>
                <c:pt idx="3170">
                  <c:v>43157</c:v>
                </c:pt>
                <c:pt idx="3171">
                  <c:v>43158</c:v>
                </c:pt>
                <c:pt idx="3172">
                  <c:v>43159</c:v>
                </c:pt>
                <c:pt idx="3173">
                  <c:v>43160</c:v>
                </c:pt>
                <c:pt idx="3174">
                  <c:v>43161</c:v>
                </c:pt>
                <c:pt idx="3175">
                  <c:v>43164</c:v>
                </c:pt>
                <c:pt idx="3176">
                  <c:v>43165</c:v>
                </c:pt>
                <c:pt idx="3177">
                  <c:v>43166</c:v>
                </c:pt>
                <c:pt idx="3178">
                  <c:v>43167</c:v>
                </c:pt>
                <c:pt idx="3179">
                  <c:v>43168</c:v>
                </c:pt>
                <c:pt idx="3180">
                  <c:v>43171</c:v>
                </c:pt>
                <c:pt idx="3181">
                  <c:v>43172</c:v>
                </c:pt>
                <c:pt idx="3182">
                  <c:v>43173</c:v>
                </c:pt>
                <c:pt idx="3183">
                  <c:v>43174</c:v>
                </c:pt>
                <c:pt idx="3184">
                  <c:v>43175</c:v>
                </c:pt>
                <c:pt idx="3185">
                  <c:v>43178</c:v>
                </c:pt>
                <c:pt idx="3186">
                  <c:v>43179</c:v>
                </c:pt>
                <c:pt idx="3187">
                  <c:v>43180</c:v>
                </c:pt>
                <c:pt idx="3188">
                  <c:v>43181</c:v>
                </c:pt>
                <c:pt idx="3189">
                  <c:v>43182</c:v>
                </c:pt>
                <c:pt idx="3190">
                  <c:v>43185</c:v>
                </c:pt>
                <c:pt idx="3191">
                  <c:v>43186</c:v>
                </c:pt>
                <c:pt idx="3192">
                  <c:v>43187</c:v>
                </c:pt>
                <c:pt idx="3193">
                  <c:v>43188</c:v>
                </c:pt>
                <c:pt idx="3194">
                  <c:v>43189</c:v>
                </c:pt>
                <c:pt idx="3195">
                  <c:v>43192</c:v>
                </c:pt>
                <c:pt idx="3196">
                  <c:v>43193</c:v>
                </c:pt>
                <c:pt idx="3197">
                  <c:v>43194</c:v>
                </c:pt>
                <c:pt idx="3198">
                  <c:v>43195</c:v>
                </c:pt>
                <c:pt idx="3199">
                  <c:v>43196</c:v>
                </c:pt>
                <c:pt idx="3200">
                  <c:v>43199</c:v>
                </c:pt>
                <c:pt idx="3201">
                  <c:v>43200</c:v>
                </c:pt>
                <c:pt idx="3202">
                  <c:v>43201</c:v>
                </c:pt>
                <c:pt idx="3203">
                  <c:v>43202</c:v>
                </c:pt>
                <c:pt idx="3204">
                  <c:v>43203</c:v>
                </c:pt>
                <c:pt idx="3205">
                  <c:v>43206</c:v>
                </c:pt>
                <c:pt idx="3206">
                  <c:v>43207</c:v>
                </c:pt>
                <c:pt idx="3207">
                  <c:v>43208</c:v>
                </c:pt>
                <c:pt idx="3208">
                  <c:v>43209</c:v>
                </c:pt>
                <c:pt idx="3209">
                  <c:v>43210</c:v>
                </c:pt>
                <c:pt idx="3210">
                  <c:v>43213</c:v>
                </c:pt>
                <c:pt idx="3211">
                  <c:v>43214</c:v>
                </c:pt>
                <c:pt idx="3212">
                  <c:v>43215</c:v>
                </c:pt>
                <c:pt idx="3213">
                  <c:v>43216</c:v>
                </c:pt>
                <c:pt idx="3214">
                  <c:v>43217</c:v>
                </c:pt>
                <c:pt idx="3215">
                  <c:v>43220</c:v>
                </c:pt>
                <c:pt idx="3216">
                  <c:v>43221</c:v>
                </c:pt>
                <c:pt idx="3217">
                  <c:v>43222</c:v>
                </c:pt>
                <c:pt idx="3218">
                  <c:v>43223</c:v>
                </c:pt>
                <c:pt idx="3219">
                  <c:v>43224</c:v>
                </c:pt>
                <c:pt idx="3220">
                  <c:v>43227</c:v>
                </c:pt>
                <c:pt idx="3221">
                  <c:v>43228</c:v>
                </c:pt>
                <c:pt idx="3222">
                  <c:v>43229</c:v>
                </c:pt>
                <c:pt idx="3223">
                  <c:v>43230</c:v>
                </c:pt>
                <c:pt idx="3224">
                  <c:v>43231</c:v>
                </c:pt>
                <c:pt idx="3225">
                  <c:v>43234</c:v>
                </c:pt>
                <c:pt idx="3226">
                  <c:v>43235</c:v>
                </c:pt>
                <c:pt idx="3227">
                  <c:v>43236</c:v>
                </c:pt>
                <c:pt idx="3228">
                  <c:v>43237</c:v>
                </c:pt>
                <c:pt idx="3229">
                  <c:v>43238</c:v>
                </c:pt>
                <c:pt idx="3230">
                  <c:v>43241</c:v>
                </c:pt>
                <c:pt idx="3231">
                  <c:v>43242</c:v>
                </c:pt>
                <c:pt idx="3232">
                  <c:v>43243</c:v>
                </c:pt>
                <c:pt idx="3233">
                  <c:v>43244</c:v>
                </c:pt>
                <c:pt idx="3234">
                  <c:v>43245</c:v>
                </c:pt>
                <c:pt idx="3235">
                  <c:v>43248</c:v>
                </c:pt>
                <c:pt idx="3236">
                  <c:v>43249</c:v>
                </c:pt>
                <c:pt idx="3237">
                  <c:v>43250</c:v>
                </c:pt>
                <c:pt idx="3238">
                  <c:v>43251</c:v>
                </c:pt>
                <c:pt idx="3239">
                  <c:v>43252</c:v>
                </c:pt>
                <c:pt idx="3240">
                  <c:v>43255</c:v>
                </c:pt>
                <c:pt idx="3241">
                  <c:v>43256</c:v>
                </c:pt>
                <c:pt idx="3242">
                  <c:v>43257</c:v>
                </c:pt>
                <c:pt idx="3243">
                  <c:v>43258</c:v>
                </c:pt>
                <c:pt idx="3244">
                  <c:v>43259</c:v>
                </c:pt>
                <c:pt idx="3245">
                  <c:v>43262</c:v>
                </c:pt>
                <c:pt idx="3246">
                  <c:v>43263</c:v>
                </c:pt>
                <c:pt idx="3247">
                  <c:v>43264</c:v>
                </c:pt>
                <c:pt idx="3248">
                  <c:v>43265</c:v>
                </c:pt>
                <c:pt idx="3249">
                  <c:v>43266</c:v>
                </c:pt>
                <c:pt idx="3250">
                  <c:v>43269</c:v>
                </c:pt>
                <c:pt idx="3251">
                  <c:v>43270</c:v>
                </c:pt>
                <c:pt idx="3252">
                  <c:v>43271</c:v>
                </c:pt>
                <c:pt idx="3253">
                  <c:v>43272</c:v>
                </c:pt>
                <c:pt idx="3254">
                  <c:v>43273</c:v>
                </c:pt>
                <c:pt idx="3255">
                  <c:v>43276</c:v>
                </c:pt>
                <c:pt idx="3256">
                  <c:v>43277</c:v>
                </c:pt>
                <c:pt idx="3257">
                  <c:v>43278</c:v>
                </c:pt>
                <c:pt idx="3258">
                  <c:v>43279</c:v>
                </c:pt>
                <c:pt idx="3259">
                  <c:v>43280</c:v>
                </c:pt>
                <c:pt idx="3260">
                  <c:v>43283</c:v>
                </c:pt>
                <c:pt idx="3261">
                  <c:v>43284</c:v>
                </c:pt>
                <c:pt idx="3262">
                  <c:v>43285</c:v>
                </c:pt>
                <c:pt idx="3263">
                  <c:v>43286</c:v>
                </c:pt>
                <c:pt idx="3264">
                  <c:v>43287</c:v>
                </c:pt>
                <c:pt idx="3265">
                  <c:v>43290</c:v>
                </c:pt>
                <c:pt idx="3266">
                  <c:v>43291</c:v>
                </c:pt>
                <c:pt idx="3267">
                  <c:v>43292</c:v>
                </c:pt>
                <c:pt idx="3268">
                  <c:v>43293</c:v>
                </c:pt>
                <c:pt idx="3269">
                  <c:v>43294</c:v>
                </c:pt>
                <c:pt idx="3270">
                  <c:v>43297</c:v>
                </c:pt>
                <c:pt idx="3271">
                  <c:v>43298</c:v>
                </c:pt>
                <c:pt idx="3272">
                  <c:v>43299</c:v>
                </c:pt>
                <c:pt idx="3273">
                  <c:v>43300</c:v>
                </c:pt>
                <c:pt idx="3274">
                  <c:v>43301</c:v>
                </c:pt>
                <c:pt idx="3275">
                  <c:v>43304</c:v>
                </c:pt>
                <c:pt idx="3276">
                  <c:v>43305</c:v>
                </c:pt>
                <c:pt idx="3277">
                  <c:v>43306</c:v>
                </c:pt>
                <c:pt idx="3278">
                  <c:v>43307</c:v>
                </c:pt>
                <c:pt idx="3279">
                  <c:v>43308</c:v>
                </c:pt>
                <c:pt idx="3280">
                  <c:v>43311</c:v>
                </c:pt>
                <c:pt idx="3281">
                  <c:v>43312</c:v>
                </c:pt>
                <c:pt idx="3282">
                  <c:v>43313</c:v>
                </c:pt>
                <c:pt idx="3283">
                  <c:v>43314</c:v>
                </c:pt>
                <c:pt idx="3284">
                  <c:v>43315</c:v>
                </c:pt>
                <c:pt idx="3285">
                  <c:v>43318</c:v>
                </c:pt>
                <c:pt idx="3286">
                  <c:v>43319</c:v>
                </c:pt>
                <c:pt idx="3287">
                  <c:v>43320</c:v>
                </c:pt>
                <c:pt idx="3288">
                  <c:v>43321</c:v>
                </c:pt>
                <c:pt idx="3289">
                  <c:v>43322</c:v>
                </c:pt>
                <c:pt idx="3290">
                  <c:v>43325</c:v>
                </c:pt>
                <c:pt idx="3291">
                  <c:v>43326</c:v>
                </c:pt>
                <c:pt idx="3292">
                  <c:v>43327</c:v>
                </c:pt>
                <c:pt idx="3293">
                  <c:v>43328</c:v>
                </c:pt>
                <c:pt idx="3294">
                  <c:v>43329</c:v>
                </c:pt>
                <c:pt idx="3295">
                  <c:v>43332</c:v>
                </c:pt>
                <c:pt idx="3296">
                  <c:v>43333</c:v>
                </c:pt>
                <c:pt idx="3297">
                  <c:v>43334</c:v>
                </c:pt>
                <c:pt idx="3298">
                  <c:v>43335</c:v>
                </c:pt>
                <c:pt idx="3299">
                  <c:v>43336</c:v>
                </c:pt>
                <c:pt idx="3300">
                  <c:v>43339</c:v>
                </c:pt>
                <c:pt idx="3301">
                  <c:v>43340</c:v>
                </c:pt>
                <c:pt idx="3302">
                  <c:v>43341</c:v>
                </c:pt>
                <c:pt idx="3303">
                  <c:v>43342</c:v>
                </c:pt>
                <c:pt idx="3304">
                  <c:v>43343</c:v>
                </c:pt>
                <c:pt idx="3305">
                  <c:v>43346</c:v>
                </c:pt>
                <c:pt idx="3306">
                  <c:v>43347</c:v>
                </c:pt>
                <c:pt idx="3307">
                  <c:v>43348</c:v>
                </c:pt>
                <c:pt idx="3308">
                  <c:v>43349</c:v>
                </c:pt>
                <c:pt idx="3309">
                  <c:v>43350</c:v>
                </c:pt>
                <c:pt idx="3310">
                  <c:v>43353</c:v>
                </c:pt>
                <c:pt idx="3311">
                  <c:v>43354</c:v>
                </c:pt>
                <c:pt idx="3312">
                  <c:v>43355</c:v>
                </c:pt>
                <c:pt idx="3313">
                  <c:v>43356</c:v>
                </c:pt>
                <c:pt idx="3314">
                  <c:v>43357</c:v>
                </c:pt>
                <c:pt idx="3315">
                  <c:v>43360</c:v>
                </c:pt>
                <c:pt idx="3316">
                  <c:v>43361</c:v>
                </c:pt>
                <c:pt idx="3317">
                  <c:v>43362</c:v>
                </c:pt>
                <c:pt idx="3318">
                  <c:v>43363</c:v>
                </c:pt>
                <c:pt idx="3319">
                  <c:v>43364</c:v>
                </c:pt>
                <c:pt idx="3320">
                  <c:v>43367</c:v>
                </c:pt>
                <c:pt idx="3321">
                  <c:v>43368</c:v>
                </c:pt>
                <c:pt idx="3322">
                  <c:v>43369</c:v>
                </c:pt>
                <c:pt idx="3323">
                  <c:v>43370</c:v>
                </c:pt>
                <c:pt idx="3324">
                  <c:v>43371</c:v>
                </c:pt>
                <c:pt idx="3325">
                  <c:v>43374</c:v>
                </c:pt>
                <c:pt idx="3326">
                  <c:v>43375</c:v>
                </c:pt>
                <c:pt idx="3327">
                  <c:v>43376</c:v>
                </c:pt>
                <c:pt idx="3328">
                  <c:v>43377</c:v>
                </c:pt>
                <c:pt idx="3329">
                  <c:v>43378</c:v>
                </c:pt>
                <c:pt idx="3330">
                  <c:v>43381</c:v>
                </c:pt>
                <c:pt idx="3331">
                  <c:v>43382</c:v>
                </c:pt>
                <c:pt idx="3332">
                  <c:v>43383</c:v>
                </c:pt>
                <c:pt idx="3333">
                  <c:v>43384</c:v>
                </c:pt>
                <c:pt idx="3334">
                  <c:v>43385</c:v>
                </c:pt>
                <c:pt idx="3335">
                  <c:v>43388</c:v>
                </c:pt>
                <c:pt idx="3336">
                  <c:v>43389</c:v>
                </c:pt>
                <c:pt idx="3337">
                  <c:v>43390</c:v>
                </c:pt>
                <c:pt idx="3338">
                  <c:v>43391</c:v>
                </c:pt>
                <c:pt idx="3339">
                  <c:v>43392</c:v>
                </c:pt>
                <c:pt idx="3340">
                  <c:v>43395</c:v>
                </c:pt>
                <c:pt idx="3341">
                  <c:v>43396</c:v>
                </c:pt>
                <c:pt idx="3342">
                  <c:v>43397</c:v>
                </c:pt>
                <c:pt idx="3343">
                  <c:v>43398</c:v>
                </c:pt>
                <c:pt idx="3344">
                  <c:v>43399</c:v>
                </c:pt>
                <c:pt idx="3345">
                  <c:v>43402</c:v>
                </c:pt>
                <c:pt idx="3346">
                  <c:v>43403</c:v>
                </c:pt>
                <c:pt idx="3347">
                  <c:v>43404</c:v>
                </c:pt>
                <c:pt idx="3348">
                  <c:v>43405</c:v>
                </c:pt>
                <c:pt idx="3349">
                  <c:v>43406</c:v>
                </c:pt>
                <c:pt idx="3350">
                  <c:v>43409</c:v>
                </c:pt>
                <c:pt idx="3351">
                  <c:v>43410</c:v>
                </c:pt>
                <c:pt idx="3352">
                  <c:v>43411</c:v>
                </c:pt>
                <c:pt idx="3353">
                  <c:v>43412</c:v>
                </c:pt>
                <c:pt idx="3354">
                  <c:v>43413</c:v>
                </c:pt>
                <c:pt idx="3355">
                  <c:v>43416</c:v>
                </c:pt>
                <c:pt idx="3356">
                  <c:v>43417</c:v>
                </c:pt>
                <c:pt idx="3357">
                  <c:v>43418</c:v>
                </c:pt>
                <c:pt idx="3358">
                  <c:v>43419</c:v>
                </c:pt>
                <c:pt idx="3359">
                  <c:v>43420</c:v>
                </c:pt>
                <c:pt idx="3360">
                  <c:v>43423</c:v>
                </c:pt>
                <c:pt idx="3361">
                  <c:v>43424</c:v>
                </c:pt>
                <c:pt idx="3362">
                  <c:v>43425</c:v>
                </c:pt>
                <c:pt idx="3363">
                  <c:v>43426</c:v>
                </c:pt>
                <c:pt idx="3364">
                  <c:v>43427</c:v>
                </c:pt>
                <c:pt idx="3365">
                  <c:v>43430</c:v>
                </c:pt>
                <c:pt idx="3366">
                  <c:v>43431</c:v>
                </c:pt>
                <c:pt idx="3367">
                  <c:v>43432</c:v>
                </c:pt>
                <c:pt idx="3368">
                  <c:v>43433</c:v>
                </c:pt>
                <c:pt idx="3369">
                  <c:v>43434</c:v>
                </c:pt>
                <c:pt idx="3370">
                  <c:v>43437</c:v>
                </c:pt>
                <c:pt idx="3371">
                  <c:v>43438</c:v>
                </c:pt>
                <c:pt idx="3372">
                  <c:v>43439</c:v>
                </c:pt>
                <c:pt idx="3373">
                  <c:v>43440</c:v>
                </c:pt>
                <c:pt idx="3374">
                  <c:v>43441</c:v>
                </c:pt>
                <c:pt idx="3375">
                  <c:v>43444</c:v>
                </c:pt>
                <c:pt idx="3376">
                  <c:v>43445</c:v>
                </c:pt>
                <c:pt idx="3377">
                  <c:v>43446</c:v>
                </c:pt>
                <c:pt idx="3378">
                  <c:v>43447</c:v>
                </c:pt>
                <c:pt idx="3379">
                  <c:v>43448</c:v>
                </c:pt>
                <c:pt idx="3380">
                  <c:v>43451</c:v>
                </c:pt>
                <c:pt idx="3381">
                  <c:v>43452</c:v>
                </c:pt>
                <c:pt idx="3382">
                  <c:v>43453</c:v>
                </c:pt>
                <c:pt idx="3383">
                  <c:v>43454</c:v>
                </c:pt>
                <c:pt idx="3384">
                  <c:v>43455</c:v>
                </c:pt>
                <c:pt idx="3385">
                  <c:v>43458</c:v>
                </c:pt>
                <c:pt idx="3386">
                  <c:v>43459</c:v>
                </c:pt>
                <c:pt idx="3387">
                  <c:v>43460</c:v>
                </c:pt>
                <c:pt idx="3388">
                  <c:v>43461</c:v>
                </c:pt>
                <c:pt idx="3389">
                  <c:v>43462</c:v>
                </c:pt>
                <c:pt idx="3390">
                  <c:v>43465</c:v>
                </c:pt>
                <c:pt idx="3391">
                  <c:v>43466</c:v>
                </c:pt>
                <c:pt idx="3392">
                  <c:v>43467</c:v>
                </c:pt>
                <c:pt idx="3393">
                  <c:v>43468</c:v>
                </c:pt>
                <c:pt idx="3394">
                  <c:v>43469</c:v>
                </c:pt>
                <c:pt idx="3395">
                  <c:v>43472</c:v>
                </c:pt>
                <c:pt idx="3396">
                  <c:v>43473</c:v>
                </c:pt>
                <c:pt idx="3397">
                  <c:v>43474</c:v>
                </c:pt>
                <c:pt idx="3398">
                  <c:v>43475</c:v>
                </c:pt>
                <c:pt idx="3399">
                  <c:v>43476</c:v>
                </c:pt>
                <c:pt idx="3400">
                  <c:v>43479</c:v>
                </c:pt>
                <c:pt idx="3401">
                  <c:v>43480</c:v>
                </c:pt>
                <c:pt idx="3402">
                  <c:v>43481</c:v>
                </c:pt>
                <c:pt idx="3403">
                  <c:v>43482</c:v>
                </c:pt>
                <c:pt idx="3404">
                  <c:v>43483</c:v>
                </c:pt>
                <c:pt idx="3405">
                  <c:v>43486</c:v>
                </c:pt>
                <c:pt idx="3406">
                  <c:v>43487</c:v>
                </c:pt>
                <c:pt idx="3407">
                  <c:v>43488</c:v>
                </c:pt>
                <c:pt idx="3408">
                  <c:v>43489</c:v>
                </c:pt>
                <c:pt idx="3409">
                  <c:v>43490</c:v>
                </c:pt>
                <c:pt idx="3410">
                  <c:v>43493</c:v>
                </c:pt>
                <c:pt idx="3411">
                  <c:v>43494</c:v>
                </c:pt>
                <c:pt idx="3412">
                  <c:v>43495</c:v>
                </c:pt>
                <c:pt idx="3413">
                  <c:v>43496</c:v>
                </c:pt>
                <c:pt idx="3414">
                  <c:v>43497</c:v>
                </c:pt>
                <c:pt idx="3415">
                  <c:v>43500</c:v>
                </c:pt>
                <c:pt idx="3416">
                  <c:v>43501</c:v>
                </c:pt>
                <c:pt idx="3417">
                  <c:v>43502</c:v>
                </c:pt>
                <c:pt idx="3418">
                  <c:v>43503</c:v>
                </c:pt>
                <c:pt idx="3419">
                  <c:v>43504</c:v>
                </c:pt>
                <c:pt idx="3420">
                  <c:v>43507</c:v>
                </c:pt>
                <c:pt idx="3421">
                  <c:v>43508</c:v>
                </c:pt>
                <c:pt idx="3422">
                  <c:v>43509</c:v>
                </c:pt>
                <c:pt idx="3423">
                  <c:v>43510</c:v>
                </c:pt>
                <c:pt idx="3424">
                  <c:v>43511</c:v>
                </c:pt>
                <c:pt idx="3425">
                  <c:v>43514</c:v>
                </c:pt>
                <c:pt idx="3426">
                  <c:v>43515</c:v>
                </c:pt>
                <c:pt idx="3427">
                  <c:v>43516</c:v>
                </c:pt>
                <c:pt idx="3428">
                  <c:v>43517</c:v>
                </c:pt>
                <c:pt idx="3429">
                  <c:v>43518</c:v>
                </c:pt>
                <c:pt idx="3430">
                  <c:v>43521</c:v>
                </c:pt>
                <c:pt idx="3431">
                  <c:v>43522</c:v>
                </c:pt>
                <c:pt idx="3432">
                  <c:v>43523</c:v>
                </c:pt>
                <c:pt idx="3433">
                  <c:v>43524</c:v>
                </c:pt>
                <c:pt idx="3434">
                  <c:v>43525</c:v>
                </c:pt>
                <c:pt idx="3435">
                  <c:v>43528</c:v>
                </c:pt>
                <c:pt idx="3436">
                  <c:v>43529</c:v>
                </c:pt>
                <c:pt idx="3437">
                  <c:v>43530</c:v>
                </c:pt>
                <c:pt idx="3438">
                  <c:v>43531</c:v>
                </c:pt>
                <c:pt idx="3439">
                  <c:v>43532</c:v>
                </c:pt>
                <c:pt idx="3440">
                  <c:v>43535</c:v>
                </c:pt>
                <c:pt idx="3441">
                  <c:v>43536</c:v>
                </c:pt>
                <c:pt idx="3442">
                  <c:v>43537</c:v>
                </c:pt>
                <c:pt idx="3443">
                  <c:v>43538</c:v>
                </c:pt>
                <c:pt idx="3444">
                  <c:v>43539</c:v>
                </c:pt>
                <c:pt idx="3445">
                  <c:v>43542</c:v>
                </c:pt>
                <c:pt idx="3446">
                  <c:v>43543</c:v>
                </c:pt>
                <c:pt idx="3447">
                  <c:v>43544</c:v>
                </c:pt>
                <c:pt idx="3448">
                  <c:v>43545</c:v>
                </c:pt>
                <c:pt idx="3449">
                  <c:v>43546</c:v>
                </c:pt>
                <c:pt idx="3450">
                  <c:v>43549</c:v>
                </c:pt>
                <c:pt idx="3451">
                  <c:v>43550</c:v>
                </c:pt>
                <c:pt idx="3452">
                  <c:v>43551</c:v>
                </c:pt>
                <c:pt idx="3453">
                  <c:v>43552</c:v>
                </c:pt>
                <c:pt idx="3454">
                  <c:v>43553</c:v>
                </c:pt>
                <c:pt idx="3455">
                  <c:v>43556</c:v>
                </c:pt>
                <c:pt idx="3456">
                  <c:v>43557</c:v>
                </c:pt>
                <c:pt idx="3457">
                  <c:v>43558</c:v>
                </c:pt>
                <c:pt idx="3458">
                  <c:v>43559</c:v>
                </c:pt>
                <c:pt idx="3459">
                  <c:v>43560</c:v>
                </c:pt>
                <c:pt idx="3460">
                  <c:v>43563</c:v>
                </c:pt>
                <c:pt idx="3461">
                  <c:v>43564</c:v>
                </c:pt>
                <c:pt idx="3462">
                  <c:v>43565</c:v>
                </c:pt>
                <c:pt idx="3463">
                  <c:v>43566</c:v>
                </c:pt>
                <c:pt idx="3464">
                  <c:v>43567</c:v>
                </c:pt>
                <c:pt idx="3465">
                  <c:v>43570</c:v>
                </c:pt>
                <c:pt idx="3466">
                  <c:v>43571</c:v>
                </c:pt>
                <c:pt idx="3467">
                  <c:v>43572</c:v>
                </c:pt>
                <c:pt idx="3468">
                  <c:v>43573</c:v>
                </c:pt>
                <c:pt idx="3469">
                  <c:v>43574</c:v>
                </c:pt>
                <c:pt idx="3470">
                  <c:v>43577</c:v>
                </c:pt>
                <c:pt idx="3471">
                  <c:v>43578</c:v>
                </c:pt>
                <c:pt idx="3472">
                  <c:v>43579</c:v>
                </c:pt>
                <c:pt idx="3473">
                  <c:v>43580</c:v>
                </c:pt>
                <c:pt idx="3474">
                  <c:v>43581</c:v>
                </c:pt>
                <c:pt idx="3475">
                  <c:v>43584</c:v>
                </c:pt>
                <c:pt idx="3476">
                  <c:v>43585</c:v>
                </c:pt>
                <c:pt idx="3477">
                  <c:v>43586</c:v>
                </c:pt>
                <c:pt idx="3478">
                  <c:v>43587</c:v>
                </c:pt>
                <c:pt idx="3479">
                  <c:v>43588</c:v>
                </c:pt>
                <c:pt idx="3480">
                  <c:v>43591</c:v>
                </c:pt>
                <c:pt idx="3481">
                  <c:v>43592</c:v>
                </c:pt>
                <c:pt idx="3482">
                  <c:v>43593</c:v>
                </c:pt>
                <c:pt idx="3483">
                  <c:v>43594</c:v>
                </c:pt>
                <c:pt idx="3484">
                  <c:v>43595</c:v>
                </c:pt>
                <c:pt idx="3485">
                  <c:v>43598</c:v>
                </c:pt>
                <c:pt idx="3486">
                  <c:v>43599</c:v>
                </c:pt>
                <c:pt idx="3487">
                  <c:v>43600</c:v>
                </c:pt>
                <c:pt idx="3488">
                  <c:v>43601</c:v>
                </c:pt>
                <c:pt idx="3489">
                  <c:v>43602</c:v>
                </c:pt>
                <c:pt idx="3490">
                  <c:v>43605</c:v>
                </c:pt>
                <c:pt idx="3491">
                  <c:v>43606</c:v>
                </c:pt>
                <c:pt idx="3492">
                  <c:v>43607</c:v>
                </c:pt>
                <c:pt idx="3493">
                  <c:v>43608</c:v>
                </c:pt>
                <c:pt idx="3494">
                  <c:v>43609</c:v>
                </c:pt>
                <c:pt idx="3495">
                  <c:v>43612</c:v>
                </c:pt>
                <c:pt idx="3496">
                  <c:v>43613</c:v>
                </c:pt>
                <c:pt idx="3497">
                  <c:v>43614</c:v>
                </c:pt>
                <c:pt idx="3498">
                  <c:v>43615</c:v>
                </c:pt>
                <c:pt idx="3499">
                  <c:v>43616</c:v>
                </c:pt>
                <c:pt idx="3500">
                  <c:v>43619</c:v>
                </c:pt>
                <c:pt idx="3501">
                  <c:v>43620</c:v>
                </c:pt>
                <c:pt idx="3502">
                  <c:v>43621</c:v>
                </c:pt>
                <c:pt idx="3503">
                  <c:v>43622</c:v>
                </c:pt>
                <c:pt idx="3504">
                  <c:v>43623</c:v>
                </c:pt>
                <c:pt idx="3505">
                  <c:v>43626</c:v>
                </c:pt>
                <c:pt idx="3506">
                  <c:v>43627</c:v>
                </c:pt>
                <c:pt idx="3507">
                  <c:v>43628</c:v>
                </c:pt>
                <c:pt idx="3508">
                  <c:v>43629</c:v>
                </c:pt>
                <c:pt idx="3509">
                  <c:v>43630</c:v>
                </c:pt>
                <c:pt idx="3510">
                  <c:v>43633</c:v>
                </c:pt>
                <c:pt idx="3511">
                  <c:v>43634</c:v>
                </c:pt>
                <c:pt idx="3512">
                  <c:v>43635</c:v>
                </c:pt>
                <c:pt idx="3513">
                  <c:v>43636</c:v>
                </c:pt>
                <c:pt idx="3514">
                  <c:v>43637</c:v>
                </c:pt>
                <c:pt idx="3515">
                  <c:v>43640</c:v>
                </c:pt>
                <c:pt idx="3516">
                  <c:v>43641</c:v>
                </c:pt>
                <c:pt idx="3517">
                  <c:v>43642</c:v>
                </c:pt>
                <c:pt idx="3518">
                  <c:v>43643</c:v>
                </c:pt>
                <c:pt idx="3519">
                  <c:v>43644</c:v>
                </c:pt>
                <c:pt idx="3520">
                  <c:v>43647</c:v>
                </c:pt>
                <c:pt idx="3521">
                  <c:v>43648</c:v>
                </c:pt>
                <c:pt idx="3522">
                  <c:v>43649</c:v>
                </c:pt>
                <c:pt idx="3523">
                  <c:v>43650</c:v>
                </c:pt>
                <c:pt idx="3524">
                  <c:v>43651</c:v>
                </c:pt>
                <c:pt idx="3525">
                  <c:v>43654</c:v>
                </c:pt>
                <c:pt idx="3526">
                  <c:v>43655</c:v>
                </c:pt>
                <c:pt idx="3527">
                  <c:v>43656</c:v>
                </c:pt>
                <c:pt idx="3528">
                  <c:v>43657</c:v>
                </c:pt>
                <c:pt idx="3529">
                  <c:v>43658</c:v>
                </c:pt>
                <c:pt idx="3530">
                  <c:v>43661</c:v>
                </c:pt>
                <c:pt idx="3531">
                  <c:v>43662</c:v>
                </c:pt>
                <c:pt idx="3532">
                  <c:v>43663</c:v>
                </c:pt>
                <c:pt idx="3533">
                  <c:v>43664</c:v>
                </c:pt>
                <c:pt idx="3534">
                  <c:v>43665</c:v>
                </c:pt>
                <c:pt idx="3535">
                  <c:v>43668</c:v>
                </c:pt>
                <c:pt idx="3536">
                  <c:v>43669</c:v>
                </c:pt>
                <c:pt idx="3537">
                  <c:v>43670</c:v>
                </c:pt>
                <c:pt idx="3538">
                  <c:v>43671</c:v>
                </c:pt>
                <c:pt idx="3539">
                  <c:v>43672</c:v>
                </c:pt>
                <c:pt idx="3540">
                  <c:v>43675</c:v>
                </c:pt>
                <c:pt idx="3541">
                  <c:v>43676</c:v>
                </c:pt>
                <c:pt idx="3542">
                  <c:v>43677</c:v>
                </c:pt>
                <c:pt idx="3543">
                  <c:v>43678</c:v>
                </c:pt>
                <c:pt idx="3544">
                  <c:v>43679</c:v>
                </c:pt>
                <c:pt idx="3545">
                  <c:v>43682</c:v>
                </c:pt>
                <c:pt idx="3546">
                  <c:v>43683</c:v>
                </c:pt>
                <c:pt idx="3547">
                  <c:v>43684</c:v>
                </c:pt>
                <c:pt idx="3548">
                  <c:v>43685</c:v>
                </c:pt>
                <c:pt idx="3549">
                  <c:v>43686</c:v>
                </c:pt>
                <c:pt idx="3550">
                  <c:v>43689</c:v>
                </c:pt>
                <c:pt idx="3551">
                  <c:v>43690</c:v>
                </c:pt>
                <c:pt idx="3552">
                  <c:v>43691</c:v>
                </c:pt>
                <c:pt idx="3553">
                  <c:v>43692</c:v>
                </c:pt>
                <c:pt idx="3554">
                  <c:v>43693</c:v>
                </c:pt>
                <c:pt idx="3555">
                  <c:v>43696</c:v>
                </c:pt>
                <c:pt idx="3556">
                  <c:v>43697</c:v>
                </c:pt>
                <c:pt idx="3557">
                  <c:v>43698</c:v>
                </c:pt>
                <c:pt idx="3558">
                  <c:v>43699</c:v>
                </c:pt>
                <c:pt idx="3559">
                  <c:v>43700</c:v>
                </c:pt>
                <c:pt idx="3560">
                  <c:v>43703</c:v>
                </c:pt>
                <c:pt idx="3561">
                  <c:v>43704</c:v>
                </c:pt>
                <c:pt idx="3562">
                  <c:v>43705</c:v>
                </c:pt>
                <c:pt idx="3563">
                  <c:v>43706</c:v>
                </c:pt>
                <c:pt idx="3564">
                  <c:v>43707</c:v>
                </c:pt>
                <c:pt idx="3565">
                  <c:v>43710</c:v>
                </c:pt>
                <c:pt idx="3566">
                  <c:v>43711</c:v>
                </c:pt>
                <c:pt idx="3567">
                  <c:v>43712</c:v>
                </c:pt>
                <c:pt idx="3568">
                  <c:v>43713</c:v>
                </c:pt>
                <c:pt idx="3569">
                  <c:v>43714</c:v>
                </c:pt>
                <c:pt idx="3570">
                  <c:v>43717</c:v>
                </c:pt>
                <c:pt idx="3571">
                  <c:v>43718</c:v>
                </c:pt>
                <c:pt idx="3572">
                  <c:v>43719</c:v>
                </c:pt>
                <c:pt idx="3573">
                  <c:v>43720</c:v>
                </c:pt>
                <c:pt idx="3574">
                  <c:v>43721</c:v>
                </c:pt>
                <c:pt idx="3575">
                  <c:v>43724</c:v>
                </c:pt>
                <c:pt idx="3576">
                  <c:v>43725</c:v>
                </c:pt>
                <c:pt idx="3577">
                  <c:v>43726</c:v>
                </c:pt>
                <c:pt idx="3578">
                  <c:v>43727</c:v>
                </c:pt>
                <c:pt idx="3579">
                  <c:v>43728</c:v>
                </c:pt>
                <c:pt idx="3580">
                  <c:v>43731</c:v>
                </c:pt>
                <c:pt idx="3581">
                  <c:v>43732</c:v>
                </c:pt>
                <c:pt idx="3582">
                  <c:v>43733</c:v>
                </c:pt>
                <c:pt idx="3583">
                  <c:v>43734</c:v>
                </c:pt>
                <c:pt idx="3584">
                  <c:v>43735</c:v>
                </c:pt>
                <c:pt idx="3585">
                  <c:v>43738</c:v>
                </c:pt>
                <c:pt idx="3586">
                  <c:v>43739</c:v>
                </c:pt>
                <c:pt idx="3587">
                  <c:v>43740</c:v>
                </c:pt>
                <c:pt idx="3588">
                  <c:v>43741</c:v>
                </c:pt>
                <c:pt idx="3589">
                  <c:v>43742</c:v>
                </c:pt>
                <c:pt idx="3590">
                  <c:v>43745</c:v>
                </c:pt>
                <c:pt idx="3591">
                  <c:v>43746</c:v>
                </c:pt>
                <c:pt idx="3592">
                  <c:v>43747</c:v>
                </c:pt>
                <c:pt idx="3593">
                  <c:v>43748</c:v>
                </c:pt>
                <c:pt idx="3594">
                  <c:v>43749</c:v>
                </c:pt>
                <c:pt idx="3595">
                  <c:v>43752</c:v>
                </c:pt>
                <c:pt idx="3596">
                  <c:v>43753</c:v>
                </c:pt>
                <c:pt idx="3597">
                  <c:v>43754</c:v>
                </c:pt>
                <c:pt idx="3598">
                  <c:v>43755</c:v>
                </c:pt>
                <c:pt idx="3599">
                  <c:v>43756</c:v>
                </c:pt>
                <c:pt idx="3600">
                  <c:v>43759</c:v>
                </c:pt>
                <c:pt idx="3601">
                  <c:v>43760</c:v>
                </c:pt>
                <c:pt idx="3602">
                  <c:v>43761</c:v>
                </c:pt>
                <c:pt idx="3603">
                  <c:v>43762</c:v>
                </c:pt>
                <c:pt idx="3604">
                  <c:v>43763</c:v>
                </c:pt>
                <c:pt idx="3605">
                  <c:v>43766</c:v>
                </c:pt>
                <c:pt idx="3606">
                  <c:v>43767</c:v>
                </c:pt>
                <c:pt idx="3607">
                  <c:v>43768</c:v>
                </c:pt>
                <c:pt idx="3608">
                  <c:v>43769</c:v>
                </c:pt>
                <c:pt idx="3609">
                  <c:v>43770</c:v>
                </c:pt>
                <c:pt idx="3610">
                  <c:v>43773</c:v>
                </c:pt>
                <c:pt idx="3611">
                  <c:v>43774</c:v>
                </c:pt>
                <c:pt idx="3612">
                  <c:v>43775</c:v>
                </c:pt>
                <c:pt idx="3613">
                  <c:v>43776</c:v>
                </c:pt>
                <c:pt idx="3614">
                  <c:v>43777</c:v>
                </c:pt>
                <c:pt idx="3615">
                  <c:v>43780</c:v>
                </c:pt>
                <c:pt idx="3616">
                  <c:v>43781</c:v>
                </c:pt>
                <c:pt idx="3617">
                  <c:v>43782</c:v>
                </c:pt>
                <c:pt idx="3618">
                  <c:v>43783</c:v>
                </c:pt>
                <c:pt idx="3619">
                  <c:v>43784</c:v>
                </c:pt>
                <c:pt idx="3620">
                  <c:v>43787</c:v>
                </c:pt>
                <c:pt idx="3621">
                  <c:v>43788</c:v>
                </c:pt>
                <c:pt idx="3622">
                  <c:v>43789</c:v>
                </c:pt>
                <c:pt idx="3623">
                  <c:v>43790</c:v>
                </c:pt>
                <c:pt idx="3624">
                  <c:v>43791</c:v>
                </c:pt>
                <c:pt idx="3625">
                  <c:v>43794</c:v>
                </c:pt>
                <c:pt idx="3626">
                  <c:v>43795</c:v>
                </c:pt>
                <c:pt idx="3627">
                  <c:v>43796</c:v>
                </c:pt>
                <c:pt idx="3628">
                  <c:v>43797</c:v>
                </c:pt>
                <c:pt idx="3629">
                  <c:v>43798</c:v>
                </c:pt>
                <c:pt idx="3630">
                  <c:v>43801</c:v>
                </c:pt>
                <c:pt idx="3631">
                  <c:v>43802</c:v>
                </c:pt>
                <c:pt idx="3632">
                  <c:v>43803</c:v>
                </c:pt>
                <c:pt idx="3633">
                  <c:v>43804</c:v>
                </c:pt>
                <c:pt idx="3634">
                  <c:v>43805</c:v>
                </c:pt>
                <c:pt idx="3635">
                  <c:v>43808</c:v>
                </c:pt>
                <c:pt idx="3636">
                  <c:v>43809</c:v>
                </c:pt>
                <c:pt idx="3637">
                  <c:v>43810</c:v>
                </c:pt>
                <c:pt idx="3638">
                  <c:v>43811</c:v>
                </c:pt>
                <c:pt idx="3639">
                  <c:v>43812</c:v>
                </c:pt>
                <c:pt idx="3640">
                  <c:v>43815</c:v>
                </c:pt>
                <c:pt idx="3641">
                  <c:v>43816</c:v>
                </c:pt>
                <c:pt idx="3642">
                  <c:v>43817</c:v>
                </c:pt>
                <c:pt idx="3643">
                  <c:v>43818</c:v>
                </c:pt>
                <c:pt idx="3644">
                  <c:v>43819</c:v>
                </c:pt>
                <c:pt idx="3645">
                  <c:v>43822</c:v>
                </c:pt>
                <c:pt idx="3646">
                  <c:v>43823</c:v>
                </c:pt>
                <c:pt idx="3647">
                  <c:v>43824</c:v>
                </c:pt>
                <c:pt idx="3648">
                  <c:v>43825</c:v>
                </c:pt>
                <c:pt idx="3649">
                  <c:v>43826</c:v>
                </c:pt>
                <c:pt idx="3650">
                  <c:v>43829</c:v>
                </c:pt>
                <c:pt idx="3651">
                  <c:v>43830</c:v>
                </c:pt>
                <c:pt idx="3652">
                  <c:v>43831</c:v>
                </c:pt>
                <c:pt idx="3653">
                  <c:v>43832</c:v>
                </c:pt>
                <c:pt idx="3654">
                  <c:v>43833</c:v>
                </c:pt>
                <c:pt idx="3655">
                  <c:v>43836</c:v>
                </c:pt>
                <c:pt idx="3656">
                  <c:v>43837</c:v>
                </c:pt>
                <c:pt idx="3657">
                  <c:v>43838</c:v>
                </c:pt>
                <c:pt idx="3658">
                  <c:v>43839</c:v>
                </c:pt>
                <c:pt idx="3659">
                  <c:v>43840</c:v>
                </c:pt>
                <c:pt idx="3660">
                  <c:v>43843</c:v>
                </c:pt>
                <c:pt idx="3661">
                  <c:v>43844</c:v>
                </c:pt>
                <c:pt idx="3662">
                  <c:v>43845</c:v>
                </c:pt>
                <c:pt idx="3663">
                  <c:v>43846</c:v>
                </c:pt>
                <c:pt idx="3664">
                  <c:v>43847</c:v>
                </c:pt>
                <c:pt idx="3665">
                  <c:v>43850</c:v>
                </c:pt>
                <c:pt idx="3666">
                  <c:v>43851</c:v>
                </c:pt>
                <c:pt idx="3667">
                  <c:v>43852</c:v>
                </c:pt>
                <c:pt idx="3668">
                  <c:v>43853</c:v>
                </c:pt>
                <c:pt idx="3669">
                  <c:v>43854</c:v>
                </c:pt>
                <c:pt idx="3670">
                  <c:v>43857</c:v>
                </c:pt>
                <c:pt idx="3671">
                  <c:v>43858</c:v>
                </c:pt>
                <c:pt idx="3672">
                  <c:v>43859</c:v>
                </c:pt>
                <c:pt idx="3673">
                  <c:v>43860</c:v>
                </c:pt>
                <c:pt idx="3674">
                  <c:v>43861</c:v>
                </c:pt>
                <c:pt idx="3675">
                  <c:v>43864</c:v>
                </c:pt>
                <c:pt idx="3676">
                  <c:v>43865</c:v>
                </c:pt>
                <c:pt idx="3677">
                  <c:v>43866</c:v>
                </c:pt>
                <c:pt idx="3678">
                  <c:v>43867</c:v>
                </c:pt>
                <c:pt idx="3679">
                  <c:v>43868</c:v>
                </c:pt>
                <c:pt idx="3680">
                  <c:v>43871</c:v>
                </c:pt>
                <c:pt idx="3681">
                  <c:v>43872</c:v>
                </c:pt>
                <c:pt idx="3682">
                  <c:v>43873</c:v>
                </c:pt>
                <c:pt idx="3683">
                  <c:v>43874</c:v>
                </c:pt>
                <c:pt idx="3684">
                  <c:v>43875</c:v>
                </c:pt>
                <c:pt idx="3685">
                  <c:v>43878</c:v>
                </c:pt>
                <c:pt idx="3686">
                  <c:v>43879</c:v>
                </c:pt>
                <c:pt idx="3687">
                  <c:v>43880</c:v>
                </c:pt>
                <c:pt idx="3688">
                  <c:v>43881</c:v>
                </c:pt>
                <c:pt idx="3689">
                  <c:v>43882</c:v>
                </c:pt>
                <c:pt idx="3690">
                  <c:v>43885</c:v>
                </c:pt>
                <c:pt idx="3691">
                  <c:v>43886</c:v>
                </c:pt>
                <c:pt idx="3692">
                  <c:v>43887</c:v>
                </c:pt>
                <c:pt idx="3693">
                  <c:v>43888</c:v>
                </c:pt>
                <c:pt idx="3694">
                  <c:v>43889</c:v>
                </c:pt>
                <c:pt idx="3695">
                  <c:v>43892</c:v>
                </c:pt>
                <c:pt idx="3696">
                  <c:v>43893</c:v>
                </c:pt>
                <c:pt idx="3697">
                  <c:v>43894</c:v>
                </c:pt>
                <c:pt idx="3698">
                  <c:v>43895</c:v>
                </c:pt>
                <c:pt idx="3699">
                  <c:v>43896</c:v>
                </c:pt>
                <c:pt idx="3700">
                  <c:v>43899</c:v>
                </c:pt>
                <c:pt idx="3701">
                  <c:v>43900</c:v>
                </c:pt>
                <c:pt idx="3702">
                  <c:v>43901</c:v>
                </c:pt>
                <c:pt idx="3703">
                  <c:v>43902</c:v>
                </c:pt>
                <c:pt idx="3704">
                  <c:v>43903</c:v>
                </c:pt>
                <c:pt idx="3705">
                  <c:v>43906</c:v>
                </c:pt>
                <c:pt idx="3706">
                  <c:v>43907</c:v>
                </c:pt>
                <c:pt idx="3707">
                  <c:v>43908</c:v>
                </c:pt>
                <c:pt idx="3708">
                  <c:v>43909</c:v>
                </c:pt>
                <c:pt idx="3709">
                  <c:v>43910</c:v>
                </c:pt>
                <c:pt idx="3710">
                  <c:v>43913</c:v>
                </c:pt>
                <c:pt idx="3711">
                  <c:v>43914</c:v>
                </c:pt>
                <c:pt idx="3712">
                  <c:v>43915</c:v>
                </c:pt>
                <c:pt idx="3713">
                  <c:v>43916</c:v>
                </c:pt>
                <c:pt idx="3714">
                  <c:v>43917</c:v>
                </c:pt>
                <c:pt idx="3715">
                  <c:v>43920</c:v>
                </c:pt>
                <c:pt idx="3716">
                  <c:v>43921</c:v>
                </c:pt>
                <c:pt idx="3717">
                  <c:v>43922</c:v>
                </c:pt>
                <c:pt idx="3718">
                  <c:v>43923</c:v>
                </c:pt>
                <c:pt idx="3719">
                  <c:v>43924</c:v>
                </c:pt>
                <c:pt idx="3720">
                  <c:v>43927</c:v>
                </c:pt>
                <c:pt idx="3721">
                  <c:v>43928</c:v>
                </c:pt>
                <c:pt idx="3722">
                  <c:v>43929</c:v>
                </c:pt>
                <c:pt idx="3723">
                  <c:v>43930</c:v>
                </c:pt>
                <c:pt idx="3724">
                  <c:v>43931</c:v>
                </c:pt>
                <c:pt idx="3725">
                  <c:v>43934</c:v>
                </c:pt>
                <c:pt idx="3726">
                  <c:v>43935</c:v>
                </c:pt>
                <c:pt idx="3727">
                  <c:v>43936</c:v>
                </c:pt>
                <c:pt idx="3728">
                  <c:v>43937</c:v>
                </c:pt>
                <c:pt idx="3729">
                  <c:v>43938</c:v>
                </c:pt>
                <c:pt idx="3730">
                  <c:v>43941</c:v>
                </c:pt>
                <c:pt idx="3731">
                  <c:v>43942</c:v>
                </c:pt>
                <c:pt idx="3732">
                  <c:v>43943</c:v>
                </c:pt>
                <c:pt idx="3733">
                  <c:v>43944</c:v>
                </c:pt>
                <c:pt idx="3734">
                  <c:v>43945</c:v>
                </c:pt>
                <c:pt idx="3735">
                  <c:v>43948</c:v>
                </c:pt>
                <c:pt idx="3736">
                  <c:v>43949</c:v>
                </c:pt>
                <c:pt idx="3737">
                  <c:v>43950</c:v>
                </c:pt>
                <c:pt idx="3738">
                  <c:v>43951</c:v>
                </c:pt>
                <c:pt idx="3739">
                  <c:v>43952</c:v>
                </c:pt>
                <c:pt idx="3740">
                  <c:v>43955</c:v>
                </c:pt>
                <c:pt idx="3741">
                  <c:v>43956</c:v>
                </c:pt>
                <c:pt idx="3742">
                  <c:v>43957</c:v>
                </c:pt>
                <c:pt idx="3743">
                  <c:v>43958</c:v>
                </c:pt>
                <c:pt idx="3744">
                  <c:v>43959</c:v>
                </c:pt>
                <c:pt idx="3745">
                  <c:v>43962</c:v>
                </c:pt>
                <c:pt idx="3746">
                  <c:v>43963</c:v>
                </c:pt>
                <c:pt idx="3747">
                  <c:v>43964</c:v>
                </c:pt>
                <c:pt idx="3748">
                  <c:v>43965</c:v>
                </c:pt>
                <c:pt idx="3749">
                  <c:v>43966</c:v>
                </c:pt>
                <c:pt idx="3750">
                  <c:v>43969</c:v>
                </c:pt>
                <c:pt idx="3751">
                  <c:v>43970</c:v>
                </c:pt>
                <c:pt idx="3752">
                  <c:v>43971</c:v>
                </c:pt>
                <c:pt idx="3753">
                  <c:v>43972</c:v>
                </c:pt>
                <c:pt idx="3754">
                  <c:v>43973</c:v>
                </c:pt>
                <c:pt idx="3755">
                  <c:v>43976</c:v>
                </c:pt>
                <c:pt idx="3756">
                  <c:v>43977</c:v>
                </c:pt>
                <c:pt idx="3757">
                  <c:v>43978</c:v>
                </c:pt>
                <c:pt idx="3758">
                  <c:v>43979</c:v>
                </c:pt>
                <c:pt idx="3759">
                  <c:v>43980</c:v>
                </c:pt>
                <c:pt idx="3760">
                  <c:v>43983</c:v>
                </c:pt>
                <c:pt idx="3761">
                  <c:v>43984</c:v>
                </c:pt>
                <c:pt idx="3762">
                  <c:v>43985</c:v>
                </c:pt>
                <c:pt idx="3763">
                  <c:v>43986</c:v>
                </c:pt>
                <c:pt idx="3764">
                  <c:v>43987</c:v>
                </c:pt>
                <c:pt idx="3765">
                  <c:v>43990</c:v>
                </c:pt>
                <c:pt idx="3766">
                  <c:v>43991</c:v>
                </c:pt>
                <c:pt idx="3767">
                  <c:v>43992</c:v>
                </c:pt>
                <c:pt idx="3768">
                  <c:v>43993</c:v>
                </c:pt>
                <c:pt idx="3769">
                  <c:v>43994</c:v>
                </c:pt>
                <c:pt idx="3770">
                  <c:v>43997</c:v>
                </c:pt>
                <c:pt idx="3771">
                  <c:v>43998</c:v>
                </c:pt>
                <c:pt idx="3772">
                  <c:v>43999</c:v>
                </c:pt>
                <c:pt idx="3773">
                  <c:v>44000</c:v>
                </c:pt>
                <c:pt idx="3774">
                  <c:v>44001</c:v>
                </c:pt>
                <c:pt idx="3775">
                  <c:v>44004</c:v>
                </c:pt>
                <c:pt idx="3776">
                  <c:v>44005</c:v>
                </c:pt>
                <c:pt idx="3777">
                  <c:v>44006</c:v>
                </c:pt>
                <c:pt idx="3778">
                  <c:v>44007</c:v>
                </c:pt>
                <c:pt idx="3779">
                  <c:v>44008</c:v>
                </c:pt>
                <c:pt idx="3780">
                  <c:v>44011</c:v>
                </c:pt>
                <c:pt idx="3781">
                  <c:v>44012</c:v>
                </c:pt>
                <c:pt idx="3782">
                  <c:v>44013</c:v>
                </c:pt>
                <c:pt idx="3783">
                  <c:v>44014</c:v>
                </c:pt>
                <c:pt idx="3784">
                  <c:v>44015</c:v>
                </c:pt>
                <c:pt idx="3785">
                  <c:v>44018</c:v>
                </c:pt>
                <c:pt idx="3786">
                  <c:v>44019</c:v>
                </c:pt>
                <c:pt idx="3787">
                  <c:v>44020</c:v>
                </c:pt>
                <c:pt idx="3788">
                  <c:v>44021</c:v>
                </c:pt>
                <c:pt idx="3789">
                  <c:v>44022</c:v>
                </c:pt>
                <c:pt idx="3790">
                  <c:v>44025</c:v>
                </c:pt>
                <c:pt idx="3791">
                  <c:v>44026</c:v>
                </c:pt>
                <c:pt idx="3792">
                  <c:v>44027</c:v>
                </c:pt>
                <c:pt idx="3793">
                  <c:v>44028</c:v>
                </c:pt>
                <c:pt idx="3794">
                  <c:v>44029</c:v>
                </c:pt>
                <c:pt idx="3795">
                  <c:v>44032</c:v>
                </c:pt>
                <c:pt idx="3796">
                  <c:v>44033</c:v>
                </c:pt>
                <c:pt idx="3797">
                  <c:v>44034</c:v>
                </c:pt>
                <c:pt idx="3798">
                  <c:v>44035</c:v>
                </c:pt>
                <c:pt idx="3799">
                  <c:v>44036</c:v>
                </c:pt>
                <c:pt idx="3800">
                  <c:v>44039</c:v>
                </c:pt>
                <c:pt idx="3801">
                  <c:v>44040</c:v>
                </c:pt>
                <c:pt idx="3802">
                  <c:v>44041</c:v>
                </c:pt>
                <c:pt idx="3803">
                  <c:v>44042</c:v>
                </c:pt>
                <c:pt idx="3804">
                  <c:v>44043</c:v>
                </c:pt>
                <c:pt idx="3805">
                  <c:v>44046</c:v>
                </c:pt>
                <c:pt idx="3806">
                  <c:v>44047</c:v>
                </c:pt>
                <c:pt idx="3807">
                  <c:v>44048</c:v>
                </c:pt>
                <c:pt idx="3808">
                  <c:v>44049</c:v>
                </c:pt>
                <c:pt idx="3809">
                  <c:v>44050</c:v>
                </c:pt>
                <c:pt idx="3810">
                  <c:v>44053</c:v>
                </c:pt>
                <c:pt idx="3811">
                  <c:v>44054</c:v>
                </c:pt>
                <c:pt idx="3812">
                  <c:v>44055</c:v>
                </c:pt>
                <c:pt idx="3813">
                  <c:v>44056</c:v>
                </c:pt>
                <c:pt idx="3814">
                  <c:v>44057</c:v>
                </c:pt>
                <c:pt idx="3815">
                  <c:v>44060</c:v>
                </c:pt>
                <c:pt idx="3816">
                  <c:v>44061</c:v>
                </c:pt>
                <c:pt idx="3817">
                  <c:v>44062</c:v>
                </c:pt>
                <c:pt idx="3818">
                  <c:v>44063</c:v>
                </c:pt>
                <c:pt idx="3819">
                  <c:v>44064</c:v>
                </c:pt>
                <c:pt idx="3820">
                  <c:v>44067</c:v>
                </c:pt>
                <c:pt idx="3821">
                  <c:v>44068</c:v>
                </c:pt>
                <c:pt idx="3822">
                  <c:v>44069</c:v>
                </c:pt>
                <c:pt idx="3823">
                  <c:v>44070</c:v>
                </c:pt>
                <c:pt idx="3824">
                  <c:v>44071</c:v>
                </c:pt>
                <c:pt idx="3825">
                  <c:v>44074</c:v>
                </c:pt>
                <c:pt idx="3826">
                  <c:v>44075</c:v>
                </c:pt>
                <c:pt idx="3827">
                  <c:v>44076</c:v>
                </c:pt>
                <c:pt idx="3828">
                  <c:v>44077</c:v>
                </c:pt>
                <c:pt idx="3829">
                  <c:v>44078</c:v>
                </c:pt>
                <c:pt idx="3830">
                  <c:v>44081</c:v>
                </c:pt>
                <c:pt idx="3831">
                  <c:v>44082</c:v>
                </c:pt>
                <c:pt idx="3832">
                  <c:v>44083</c:v>
                </c:pt>
                <c:pt idx="3833">
                  <c:v>44084</c:v>
                </c:pt>
                <c:pt idx="3834">
                  <c:v>44085</c:v>
                </c:pt>
                <c:pt idx="3835">
                  <c:v>44088</c:v>
                </c:pt>
                <c:pt idx="3836">
                  <c:v>44089</c:v>
                </c:pt>
                <c:pt idx="3837">
                  <c:v>44090</c:v>
                </c:pt>
                <c:pt idx="3838">
                  <c:v>44091</c:v>
                </c:pt>
                <c:pt idx="3839">
                  <c:v>44092</c:v>
                </c:pt>
                <c:pt idx="3840">
                  <c:v>44095</c:v>
                </c:pt>
                <c:pt idx="3841">
                  <c:v>44096</c:v>
                </c:pt>
                <c:pt idx="3842">
                  <c:v>44097</c:v>
                </c:pt>
                <c:pt idx="3843">
                  <c:v>44098</c:v>
                </c:pt>
                <c:pt idx="3844">
                  <c:v>44099</c:v>
                </c:pt>
                <c:pt idx="3845">
                  <c:v>44102</c:v>
                </c:pt>
                <c:pt idx="3846">
                  <c:v>44103</c:v>
                </c:pt>
                <c:pt idx="3847">
                  <c:v>44104</c:v>
                </c:pt>
                <c:pt idx="3848">
                  <c:v>44105</c:v>
                </c:pt>
                <c:pt idx="3849">
                  <c:v>44106</c:v>
                </c:pt>
                <c:pt idx="3850">
                  <c:v>44109</c:v>
                </c:pt>
                <c:pt idx="3851">
                  <c:v>44110</c:v>
                </c:pt>
                <c:pt idx="3852">
                  <c:v>44111</c:v>
                </c:pt>
                <c:pt idx="3853">
                  <c:v>44112</c:v>
                </c:pt>
                <c:pt idx="3854">
                  <c:v>44113</c:v>
                </c:pt>
                <c:pt idx="3855">
                  <c:v>44116</c:v>
                </c:pt>
                <c:pt idx="3856">
                  <c:v>44117</c:v>
                </c:pt>
                <c:pt idx="3857">
                  <c:v>44118</c:v>
                </c:pt>
                <c:pt idx="3858">
                  <c:v>44119</c:v>
                </c:pt>
                <c:pt idx="3859">
                  <c:v>44120</c:v>
                </c:pt>
                <c:pt idx="3860">
                  <c:v>44123</c:v>
                </c:pt>
                <c:pt idx="3861">
                  <c:v>44124</c:v>
                </c:pt>
                <c:pt idx="3862">
                  <c:v>44125</c:v>
                </c:pt>
                <c:pt idx="3863">
                  <c:v>44126</c:v>
                </c:pt>
                <c:pt idx="3864">
                  <c:v>44127</c:v>
                </c:pt>
                <c:pt idx="3865">
                  <c:v>44130</c:v>
                </c:pt>
                <c:pt idx="3866">
                  <c:v>44131</c:v>
                </c:pt>
                <c:pt idx="3867">
                  <c:v>44132</c:v>
                </c:pt>
                <c:pt idx="3868">
                  <c:v>44133</c:v>
                </c:pt>
                <c:pt idx="3869">
                  <c:v>44134</c:v>
                </c:pt>
                <c:pt idx="3870">
                  <c:v>44137</c:v>
                </c:pt>
                <c:pt idx="3871">
                  <c:v>44138</c:v>
                </c:pt>
                <c:pt idx="3872">
                  <c:v>44139</c:v>
                </c:pt>
                <c:pt idx="3873">
                  <c:v>44140</c:v>
                </c:pt>
                <c:pt idx="3874">
                  <c:v>44141</c:v>
                </c:pt>
                <c:pt idx="3875">
                  <c:v>44144</c:v>
                </c:pt>
                <c:pt idx="3876">
                  <c:v>44145</c:v>
                </c:pt>
                <c:pt idx="3877">
                  <c:v>44146</c:v>
                </c:pt>
                <c:pt idx="3878">
                  <c:v>44147</c:v>
                </c:pt>
                <c:pt idx="3879">
                  <c:v>44148</c:v>
                </c:pt>
                <c:pt idx="3880">
                  <c:v>44151</c:v>
                </c:pt>
                <c:pt idx="3881">
                  <c:v>44152</c:v>
                </c:pt>
                <c:pt idx="3882">
                  <c:v>44153</c:v>
                </c:pt>
                <c:pt idx="3883">
                  <c:v>44154</c:v>
                </c:pt>
                <c:pt idx="3884">
                  <c:v>44155</c:v>
                </c:pt>
                <c:pt idx="3885">
                  <c:v>44158</c:v>
                </c:pt>
                <c:pt idx="3886">
                  <c:v>44159</c:v>
                </c:pt>
                <c:pt idx="3887">
                  <c:v>44160</c:v>
                </c:pt>
                <c:pt idx="3888">
                  <c:v>44161</c:v>
                </c:pt>
                <c:pt idx="3889">
                  <c:v>44162</c:v>
                </c:pt>
                <c:pt idx="3890">
                  <c:v>44165</c:v>
                </c:pt>
                <c:pt idx="3891">
                  <c:v>44166</c:v>
                </c:pt>
                <c:pt idx="3892">
                  <c:v>44167</c:v>
                </c:pt>
                <c:pt idx="3893">
                  <c:v>44168</c:v>
                </c:pt>
                <c:pt idx="3894">
                  <c:v>44169</c:v>
                </c:pt>
                <c:pt idx="3895">
                  <c:v>44172</c:v>
                </c:pt>
                <c:pt idx="3896">
                  <c:v>44173</c:v>
                </c:pt>
                <c:pt idx="3897">
                  <c:v>44174</c:v>
                </c:pt>
                <c:pt idx="3898">
                  <c:v>44175</c:v>
                </c:pt>
                <c:pt idx="3899">
                  <c:v>44176</c:v>
                </c:pt>
                <c:pt idx="3900">
                  <c:v>44179</c:v>
                </c:pt>
                <c:pt idx="3901">
                  <c:v>44180</c:v>
                </c:pt>
                <c:pt idx="3902">
                  <c:v>44181</c:v>
                </c:pt>
                <c:pt idx="3903">
                  <c:v>44182</c:v>
                </c:pt>
                <c:pt idx="3904">
                  <c:v>44183</c:v>
                </c:pt>
                <c:pt idx="3905">
                  <c:v>44186</c:v>
                </c:pt>
                <c:pt idx="3906">
                  <c:v>44187</c:v>
                </c:pt>
                <c:pt idx="3907">
                  <c:v>44188</c:v>
                </c:pt>
                <c:pt idx="3908">
                  <c:v>44189</c:v>
                </c:pt>
                <c:pt idx="3909">
                  <c:v>44190</c:v>
                </c:pt>
                <c:pt idx="3910">
                  <c:v>44193</c:v>
                </c:pt>
                <c:pt idx="3911">
                  <c:v>44194</c:v>
                </c:pt>
                <c:pt idx="3912">
                  <c:v>44195</c:v>
                </c:pt>
                <c:pt idx="3913">
                  <c:v>44196</c:v>
                </c:pt>
                <c:pt idx="3914">
                  <c:v>44197</c:v>
                </c:pt>
                <c:pt idx="3915">
                  <c:v>44200</c:v>
                </c:pt>
                <c:pt idx="3916">
                  <c:v>44201</c:v>
                </c:pt>
                <c:pt idx="3917">
                  <c:v>44202</c:v>
                </c:pt>
                <c:pt idx="3918">
                  <c:v>44203</c:v>
                </c:pt>
                <c:pt idx="3919">
                  <c:v>44204</c:v>
                </c:pt>
                <c:pt idx="3920">
                  <c:v>44207</c:v>
                </c:pt>
                <c:pt idx="3921">
                  <c:v>44208</c:v>
                </c:pt>
                <c:pt idx="3922">
                  <c:v>44209</c:v>
                </c:pt>
                <c:pt idx="3923">
                  <c:v>44210</c:v>
                </c:pt>
                <c:pt idx="3924">
                  <c:v>44211</c:v>
                </c:pt>
                <c:pt idx="3925">
                  <c:v>44214</c:v>
                </c:pt>
                <c:pt idx="3926">
                  <c:v>44215</c:v>
                </c:pt>
                <c:pt idx="3927">
                  <c:v>44216</c:v>
                </c:pt>
                <c:pt idx="3928">
                  <c:v>44217</c:v>
                </c:pt>
                <c:pt idx="3929">
                  <c:v>44218</c:v>
                </c:pt>
                <c:pt idx="3930">
                  <c:v>44221</c:v>
                </c:pt>
                <c:pt idx="3931">
                  <c:v>44222</c:v>
                </c:pt>
                <c:pt idx="3932">
                  <c:v>44223</c:v>
                </c:pt>
                <c:pt idx="3933">
                  <c:v>44224</c:v>
                </c:pt>
                <c:pt idx="3934">
                  <c:v>44225</c:v>
                </c:pt>
                <c:pt idx="3935">
                  <c:v>44228</c:v>
                </c:pt>
                <c:pt idx="3936">
                  <c:v>44229</c:v>
                </c:pt>
                <c:pt idx="3937">
                  <c:v>44230</c:v>
                </c:pt>
                <c:pt idx="3938">
                  <c:v>44231</c:v>
                </c:pt>
                <c:pt idx="3939">
                  <c:v>44232</c:v>
                </c:pt>
                <c:pt idx="3940">
                  <c:v>44235</c:v>
                </c:pt>
                <c:pt idx="3941">
                  <c:v>44236</c:v>
                </c:pt>
                <c:pt idx="3942">
                  <c:v>44237</c:v>
                </c:pt>
                <c:pt idx="3943">
                  <c:v>44238</c:v>
                </c:pt>
                <c:pt idx="3944">
                  <c:v>44239</c:v>
                </c:pt>
                <c:pt idx="3945">
                  <c:v>44242</c:v>
                </c:pt>
                <c:pt idx="3946">
                  <c:v>44243</c:v>
                </c:pt>
                <c:pt idx="3947">
                  <c:v>44244</c:v>
                </c:pt>
                <c:pt idx="3948">
                  <c:v>44245</c:v>
                </c:pt>
                <c:pt idx="3949">
                  <c:v>44246</c:v>
                </c:pt>
                <c:pt idx="3950">
                  <c:v>44249</c:v>
                </c:pt>
                <c:pt idx="3951">
                  <c:v>44250</c:v>
                </c:pt>
                <c:pt idx="3952">
                  <c:v>44251</c:v>
                </c:pt>
                <c:pt idx="3953">
                  <c:v>44252</c:v>
                </c:pt>
                <c:pt idx="3954">
                  <c:v>44253</c:v>
                </c:pt>
                <c:pt idx="3955">
                  <c:v>44256</c:v>
                </c:pt>
                <c:pt idx="3956">
                  <c:v>44257</c:v>
                </c:pt>
                <c:pt idx="3957">
                  <c:v>44258</c:v>
                </c:pt>
                <c:pt idx="3958">
                  <c:v>44259</c:v>
                </c:pt>
                <c:pt idx="3959">
                  <c:v>44260</c:v>
                </c:pt>
                <c:pt idx="3960">
                  <c:v>44263</c:v>
                </c:pt>
                <c:pt idx="3961">
                  <c:v>44264</c:v>
                </c:pt>
                <c:pt idx="3962">
                  <c:v>44265</c:v>
                </c:pt>
                <c:pt idx="3963">
                  <c:v>44266</c:v>
                </c:pt>
                <c:pt idx="3964">
                  <c:v>44267</c:v>
                </c:pt>
                <c:pt idx="3965">
                  <c:v>44270</c:v>
                </c:pt>
                <c:pt idx="3966">
                  <c:v>44271</c:v>
                </c:pt>
                <c:pt idx="3967">
                  <c:v>44272</c:v>
                </c:pt>
                <c:pt idx="3968">
                  <c:v>44273</c:v>
                </c:pt>
                <c:pt idx="3969">
                  <c:v>44274</c:v>
                </c:pt>
                <c:pt idx="3970">
                  <c:v>44277</c:v>
                </c:pt>
                <c:pt idx="3971">
                  <c:v>44278</c:v>
                </c:pt>
                <c:pt idx="3972">
                  <c:v>44279</c:v>
                </c:pt>
                <c:pt idx="3973">
                  <c:v>44280</c:v>
                </c:pt>
                <c:pt idx="3974">
                  <c:v>44281</c:v>
                </c:pt>
                <c:pt idx="3975">
                  <c:v>44284</c:v>
                </c:pt>
                <c:pt idx="3976">
                  <c:v>44285</c:v>
                </c:pt>
                <c:pt idx="3977">
                  <c:v>44286</c:v>
                </c:pt>
                <c:pt idx="3978">
                  <c:v>44287</c:v>
                </c:pt>
                <c:pt idx="3979">
                  <c:v>44288</c:v>
                </c:pt>
                <c:pt idx="3980">
                  <c:v>44291</c:v>
                </c:pt>
                <c:pt idx="3981">
                  <c:v>44292</c:v>
                </c:pt>
                <c:pt idx="3982">
                  <c:v>44293</c:v>
                </c:pt>
                <c:pt idx="3983">
                  <c:v>44294</c:v>
                </c:pt>
                <c:pt idx="3984">
                  <c:v>44295</c:v>
                </c:pt>
                <c:pt idx="3985">
                  <c:v>44298</c:v>
                </c:pt>
                <c:pt idx="3986">
                  <c:v>44299</c:v>
                </c:pt>
                <c:pt idx="3987">
                  <c:v>44300</c:v>
                </c:pt>
                <c:pt idx="3988">
                  <c:v>44301</c:v>
                </c:pt>
                <c:pt idx="3989">
                  <c:v>44302</c:v>
                </c:pt>
                <c:pt idx="3990">
                  <c:v>44305</c:v>
                </c:pt>
                <c:pt idx="3991">
                  <c:v>44306</c:v>
                </c:pt>
                <c:pt idx="3992">
                  <c:v>44307</c:v>
                </c:pt>
                <c:pt idx="3993">
                  <c:v>44308</c:v>
                </c:pt>
                <c:pt idx="3994">
                  <c:v>44309</c:v>
                </c:pt>
                <c:pt idx="3995">
                  <c:v>44312</c:v>
                </c:pt>
                <c:pt idx="3996">
                  <c:v>44313</c:v>
                </c:pt>
                <c:pt idx="3997">
                  <c:v>44314</c:v>
                </c:pt>
                <c:pt idx="3998">
                  <c:v>44315</c:v>
                </c:pt>
                <c:pt idx="3999">
                  <c:v>44316</c:v>
                </c:pt>
                <c:pt idx="4000">
                  <c:v>44319</c:v>
                </c:pt>
                <c:pt idx="4001">
                  <c:v>44320</c:v>
                </c:pt>
                <c:pt idx="4002">
                  <c:v>44321</c:v>
                </c:pt>
                <c:pt idx="4003">
                  <c:v>44322</c:v>
                </c:pt>
                <c:pt idx="4004">
                  <c:v>44323</c:v>
                </c:pt>
                <c:pt idx="4005">
                  <c:v>44326</c:v>
                </c:pt>
                <c:pt idx="4006">
                  <c:v>44327</c:v>
                </c:pt>
                <c:pt idx="4007">
                  <c:v>44328</c:v>
                </c:pt>
                <c:pt idx="4008">
                  <c:v>44329</c:v>
                </c:pt>
                <c:pt idx="4009">
                  <c:v>44330</c:v>
                </c:pt>
                <c:pt idx="4010">
                  <c:v>44333</c:v>
                </c:pt>
                <c:pt idx="4011">
                  <c:v>44334</c:v>
                </c:pt>
                <c:pt idx="4012">
                  <c:v>44335</c:v>
                </c:pt>
                <c:pt idx="4013">
                  <c:v>44336</c:v>
                </c:pt>
                <c:pt idx="4014">
                  <c:v>44337</c:v>
                </c:pt>
                <c:pt idx="4015">
                  <c:v>44340</c:v>
                </c:pt>
                <c:pt idx="4016">
                  <c:v>44341</c:v>
                </c:pt>
                <c:pt idx="4017">
                  <c:v>44342</c:v>
                </c:pt>
                <c:pt idx="4018">
                  <c:v>44343</c:v>
                </c:pt>
                <c:pt idx="4019">
                  <c:v>44344</c:v>
                </c:pt>
                <c:pt idx="4020">
                  <c:v>44347</c:v>
                </c:pt>
                <c:pt idx="4021">
                  <c:v>44348</c:v>
                </c:pt>
                <c:pt idx="4022">
                  <c:v>44349</c:v>
                </c:pt>
                <c:pt idx="4023">
                  <c:v>44350</c:v>
                </c:pt>
                <c:pt idx="4024">
                  <c:v>44351</c:v>
                </c:pt>
                <c:pt idx="4025">
                  <c:v>44354</c:v>
                </c:pt>
                <c:pt idx="4026">
                  <c:v>44355</c:v>
                </c:pt>
                <c:pt idx="4027">
                  <c:v>44356</c:v>
                </c:pt>
                <c:pt idx="4028">
                  <c:v>44357</c:v>
                </c:pt>
                <c:pt idx="4029">
                  <c:v>44358</c:v>
                </c:pt>
                <c:pt idx="4030">
                  <c:v>44361</c:v>
                </c:pt>
                <c:pt idx="4031">
                  <c:v>44362</c:v>
                </c:pt>
                <c:pt idx="4032">
                  <c:v>44363</c:v>
                </c:pt>
                <c:pt idx="4033">
                  <c:v>44364</c:v>
                </c:pt>
                <c:pt idx="4034">
                  <c:v>44365</c:v>
                </c:pt>
                <c:pt idx="4035">
                  <c:v>44368</c:v>
                </c:pt>
                <c:pt idx="4036">
                  <c:v>44369</c:v>
                </c:pt>
                <c:pt idx="4037">
                  <c:v>44370</c:v>
                </c:pt>
                <c:pt idx="4038">
                  <c:v>44371</c:v>
                </c:pt>
                <c:pt idx="4039">
                  <c:v>44372</c:v>
                </c:pt>
                <c:pt idx="4040">
                  <c:v>44375</c:v>
                </c:pt>
                <c:pt idx="4041">
                  <c:v>44376</c:v>
                </c:pt>
                <c:pt idx="4042">
                  <c:v>44377</c:v>
                </c:pt>
                <c:pt idx="4043">
                  <c:v>44378</c:v>
                </c:pt>
                <c:pt idx="4044">
                  <c:v>44379</c:v>
                </c:pt>
                <c:pt idx="4045">
                  <c:v>44382</c:v>
                </c:pt>
                <c:pt idx="4046">
                  <c:v>44383</c:v>
                </c:pt>
                <c:pt idx="4047">
                  <c:v>44384</c:v>
                </c:pt>
                <c:pt idx="4048">
                  <c:v>44385</c:v>
                </c:pt>
                <c:pt idx="4049">
                  <c:v>44386</c:v>
                </c:pt>
                <c:pt idx="4050">
                  <c:v>44389</c:v>
                </c:pt>
                <c:pt idx="4051">
                  <c:v>44390</c:v>
                </c:pt>
                <c:pt idx="4052">
                  <c:v>44391</c:v>
                </c:pt>
                <c:pt idx="4053">
                  <c:v>44392</c:v>
                </c:pt>
                <c:pt idx="4054">
                  <c:v>44393</c:v>
                </c:pt>
                <c:pt idx="4055">
                  <c:v>44396</c:v>
                </c:pt>
                <c:pt idx="4056">
                  <c:v>44397</c:v>
                </c:pt>
                <c:pt idx="4057">
                  <c:v>44398</c:v>
                </c:pt>
                <c:pt idx="4058">
                  <c:v>44399</c:v>
                </c:pt>
                <c:pt idx="4059">
                  <c:v>44400</c:v>
                </c:pt>
                <c:pt idx="4060">
                  <c:v>44403</c:v>
                </c:pt>
                <c:pt idx="4061">
                  <c:v>44404</c:v>
                </c:pt>
                <c:pt idx="4062">
                  <c:v>44405</c:v>
                </c:pt>
                <c:pt idx="4063">
                  <c:v>44406</c:v>
                </c:pt>
                <c:pt idx="4064">
                  <c:v>44407</c:v>
                </c:pt>
                <c:pt idx="4065">
                  <c:v>44410</c:v>
                </c:pt>
                <c:pt idx="4066">
                  <c:v>44411</c:v>
                </c:pt>
                <c:pt idx="4067">
                  <c:v>44412</c:v>
                </c:pt>
                <c:pt idx="4068">
                  <c:v>44413</c:v>
                </c:pt>
                <c:pt idx="4069">
                  <c:v>44414</c:v>
                </c:pt>
                <c:pt idx="4070">
                  <c:v>44417</c:v>
                </c:pt>
                <c:pt idx="4071">
                  <c:v>44418</c:v>
                </c:pt>
                <c:pt idx="4072">
                  <c:v>44419</c:v>
                </c:pt>
                <c:pt idx="4073">
                  <c:v>44420</c:v>
                </c:pt>
                <c:pt idx="4074">
                  <c:v>44421</c:v>
                </c:pt>
                <c:pt idx="4075">
                  <c:v>44424</c:v>
                </c:pt>
                <c:pt idx="4076">
                  <c:v>44425</c:v>
                </c:pt>
                <c:pt idx="4077">
                  <c:v>44426</c:v>
                </c:pt>
                <c:pt idx="4078">
                  <c:v>44427</c:v>
                </c:pt>
                <c:pt idx="4079">
                  <c:v>44428</c:v>
                </c:pt>
                <c:pt idx="4080">
                  <c:v>44431</c:v>
                </c:pt>
                <c:pt idx="4081">
                  <c:v>44432</c:v>
                </c:pt>
                <c:pt idx="4082">
                  <c:v>44433</c:v>
                </c:pt>
                <c:pt idx="4083">
                  <c:v>44434</c:v>
                </c:pt>
                <c:pt idx="4084">
                  <c:v>44435</c:v>
                </c:pt>
                <c:pt idx="4085">
                  <c:v>44438</c:v>
                </c:pt>
                <c:pt idx="4086">
                  <c:v>44439</c:v>
                </c:pt>
                <c:pt idx="4087">
                  <c:v>44440</c:v>
                </c:pt>
                <c:pt idx="4088">
                  <c:v>44441</c:v>
                </c:pt>
                <c:pt idx="4089">
                  <c:v>44442</c:v>
                </c:pt>
                <c:pt idx="4090">
                  <c:v>44445</c:v>
                </c:pt>
                <c:pt idx="4091">
                  <c:v>44446</c:v>
                </c:pt>
                <c:pt idx="4092">
                  <c:v>44447</c:v>
                </c:pt>
                <c:pt idx="4093">
                  <c:v>44448</c:v>
                </c:pt>
                <c:pt idx="4094">
                  <c:v>44449</c:v>
                </c:pt>
                <c:pt idx="4095">
                  <c:v>44452</c:v>
                </c:pt>
                <c:pt idx="4096">
                  <c:v>44453</c:v>
                </c:pt>
                <c:pt idx="4097">
                  <c:v>44454</c:v>
                </c:pt>
                <c:pt idx="4098">
                  <c:v>44455</c:v>
                </c:pt>
                <c:pt idx="4099">
                  <c:v>44456</c:v>
                </c:pt>
                <c:pt idx="4100">
                  <c:v>44459</c:v>
                </c:pt>
                <c:pt idx="4101">
                  <c:v>44460</c:v>
                </c:pt>
                <c:pt idx="4102">
                  <c:v>44461</c:v>
                </c:pt>
                <c:pt idx="4103">
                  <c:v>44462</c:v>
                </c:pt>
                <c:pt idx="4104">
                  <c:v>44463</c:v>
                </c:pt>
                <c:pt idx="4105">
                  <c:v>44466</c:v>
                </c:pt>
                <c:pt idx="4106">
                  <c:v>44467</c:v>
                </c:pt>
                <c:pt idx="4107">
                  <c:v>44468</c:v>
                </c:pt>
                <c:pt idx="4108">
                  <c:v>44469</c:v>
                </c:pt>
                <c:pt idx="4109">
                  <c:v>44470</c:v>
                </c:pt>
                <c:pt idx="4110">
                  <c:v>44473</c:v>
                </c:pt>
                <c:pt idx="4111">
                  <c:v>44474</c:v>
                </c:pt>
                <c:pt idx="4112">
                  <c:v>44475</c:v>
                </c:pt>
                <c:pt idx="4113">
                  <c:v>44476</c:v>
                </c:pt>
                <c:pt idx="4114">
                  <c:v>44477</c:v>
                </c:pt>
                <c:pt idx="4115">
                  <c:v>44480</c:v>
                </c:pt>
                <c:pt idx="4116">
                  <c:v>44481</c:v>
                </c:pt>
                <c:pt idx="4117">
                  <c:v>44482</c:v>
                </c:pt>
                <c:pt idx="4118">
                  <c:v>44483</c:v>
                </c:pt>
                <c:pt idx="4119">
                  <c:v>44484</c:v>
                </c:pt>
                <c:pt idx="4120">
                  <c:v>44487</c:v>
                </c:pt>
                <c:pt idx="4121">
                  <c:v>44488</c:v>
                </c:pt>
                <c:pt idx="4122">
                  <c:v>44489</c:v>
                </c:pt>
                <c:pt idx="4123">
                  <c:v>44490</c:v>
                </c:pt>
                <c:pt idx="4124">
                  <c:v>44491</c:v>
                </c:pt>
                <c:pt idx="4125">
                  <c:v>44494</c:v>
                </c:pt>
                <c:pt idx="4126">
                  <c:v>44495</c:v>
                </c:pt>
                <c:pt idx="4127">
                  <c:v>44496</c:v>
                </c:pt>
                <c:pt idx="4128">
                  <c:v>44497</c:v>
                </c:pt>
                <c:pt idx="4129">
                  <c:v>44498</c:v>
                </c:pt>
                <c:pt idx="4130">
                  <c:v>44501</c:v>
                </c:pt>
                <c:pt idx="4131">
                  <c:v>44502</c:v>
                </c:pt>
                <c:pt idx="4132">
                  <c:v>44503</c:v>
                </c:pt>
                <c:pt idx="4133">
                  <c:v>44504</c:v>
                </c:pt>
                <c:pt idx="4134">
                  <c:v>44505</c:v>
                </c:pt>
                <c:pt idx="4135">
                  <c:v>44508</c:v>
                </c:pt>
                <c:pt idx="4136">
                  <c:v>44509</c:v>
                </c:pt>
                <c:pt idx="4137">
                  <c:v>44510</c:v>
                </c:pt>
                <c:pt idx="4138">
                  <c:v>44511</c:v>
                </c:pt>
                <c:pt idx="4139">
                  <c:v>44512</c:v>
                </c:pt>
                <c:pt idx="4140">
                  <c:v>44515</c:v>
                </c:pt>
                <c:pt idx="4141">
                  <c:v>44516</c:v>
                </c:pt>
                <c:pt idx="4142">
                  <c:v>44517</c:v>
                </c:pt>
                <c:pt idx="4143">
                  <c:v>44518</c:v>
                </c:pt>
                <c:pt idx="4144">
                  <c:v>44519</c:v>
                </c:pt>
                <c:pt idx="4145">
                  <c:v>44522</c:v>
                </c:pt>
                <c:pt idx="4146">
                  <c:v>44523</c:v>
                </c:pt>
                <c:pt idx="4147">
                  <c:v>44524</c:v>
                </c:pt>
                <c:pt idx="4148">
                  <c:v>44525</c:v>
                </c:pt>
                <c:pt idx="4149">
                  <c:v>44526</c:v>
                </c:pt>
                <c:pt idx="4150">
                  <c:v>44529</c:v>
                </c:pt>
                <c:pt idx="4151">
                  <c:v>44530</c:v>
                </c:pt>
                <c:pt idx="4152">
                  <c:v>44531</c:v>
                </c:pt>
                <c:pt idx="4153">
                  <c:v>44532</c:v>
                </c:pt>
                <c:pt idx="4154">
                  <c:v>44533</c:v>
                </c:pt>
                <c:pt idx="4155">
                  <c:v>44536</c:v>
                </c:pt>
                <c:pt idx="4156">
                  <c:v>44537</c:v>
                </c:pt>
                <c:pt idx="4157">
                  <c:v>44538</c:v>
                </c:pt>
                <c:pt idx="4158">
                  <c:v>44539</c:v>
                </c:pt>
                <c:pt idx="4159">
                  <c:v>44540</c:v>
                </c:pt>
                <c:pt idx="4160">
                  <c:v>44543</c:v>
                </c:pt>
                <c:pt idx="4161">
                  <c:v>44544</c:v>
                </c:pt>
                <c:pt idx="4162">
                  <c:v>44545</c:v>
                </c:pt>
                <c:pt idx="4163">
                  <c:v>44546</c:v>
                </c:pt>
                <c:pt idx="4164">
                  <c:v>44547</c:v>
                </c:pt>
                <c:pt idx="4165">
                  <c:v>44550</c:v>
                </c:pt>
                <c:pt idx="4166">
                  <c:v>44551</c:v>
                </c:pt>
                <c:pt idx="4167">
                  <c:v>44552</c:v>
                </c:pt>
                <c:pt idx="4168">
                  <c:v>44553</c:v>
                </c:pt>
                <c:pt idx="4169">
                  <c:v>44554</c:v>
                </c:pt>
                <c:pt idx="4170">
                  <c:v>44557</c:v>
                </c:pt>
                <c:pt idx="4171">
                  <c:v>44558</c:v>
                </c:pt>
                <c:pt idx="4172">
                  <c:v>44559</c:v>
                </c:pt>
                <c:pt idx="4173">
                  <c:v>44560</c:v>
                </c:pt>
                <c:pt idx="4174">
                  <c:v>44561</c:v>
                </c:pt>
                <c:pt idx="4175">
                  <c:v>44564</c:v>
                </c:pt>
                <c:pt idx="4176">
                  <c:v>44565</c:v>
                </c:pt>
                <c:pt idx="4177">
                  <c:v>44566</c:v>
                </c:pt>
                <c:pt idx="4178">
                  <c:v>44567</c:v>
                </c:pt>
                <c:pt idx="4179">
                  <c:v>44568</c:v>
                </c:pt>
                <c:pt idx="4180">
                  <c:v>44571</c:v>
                </c:pt>
                <c:pt idx="4181">
                  <c:v>44572</c:v>
                </c:pt>
                <c:pt idx="4182">
                  <c:v>44573</c:v>
                </c:pt>
                <c:pt idx="4183">
                  <c:v>44574</c:v>
                </c:pt>
                <c:pt idx="4184">
                  <c:v>44575</c:v>
                </c:pt>
                <c:pt idx="4185">
                  <c:v>44578</c:v>
                </c:pt>
                <c:pt idx="4186">
                  <c:v>44579</c:v>
                </c:pt>
                <c:pt idx="4187">
                  <c:v>44580</c:v>
                </c:pt>
                <c:pt idx="4188">
                  <c:v>44581</c:v>
                </c:pt>
                <c:pt idx="4189">
                  <c:v>44582</c:v>
                </c:pt>
                <c:pt idx="4190">
                  <c:v>44585</c:v>
                </c:pt>
                <c:pt idx="4191">
                  <c:v>44586</c:v>
                </c:pt>
                <c:pt idx="4192">
                  <c:v>44587</c:v>
                </c:pt>
                <c:pt idx="4193">
                  <c:v>44588</c:v>
                </c:pt>
                <c:pt idx="4194">
                  <c:v>44589</c:v>
                </c:pt>
                <c:pt idx="4195">
                  <c:v>44592</c:v>
                </c:pt>
                <c:pt idx="4196">
                  <c:v>44593</c:v>
                </c:pt>
                <c:pt idx="4197">
                  <c:v>44594</c:v>
                </c:pt>
                <c:pt idx="4198">
                  <c:v>44595</c:v>
                </c:pt>
                <c:pt idx="4199">
                  <c:v>44596</c:v>
                </c:pt>
                <c:pt idx="4200">
                  <c:v>44599</c:v>
                </c:pt>
                <c:pt idx="4201">
                  <c:v>44600</c:v>
                </c:pt>
                <c:pt idx="4202">
                  <c:v>44601</c:v>
                </c:pt>
                <c:pt idx="4203">
                  <c:v>44602</c:v>
                </c:pt>
                <c:pt idx="4204">
                  <c:v>44603</c:v>
                </c:pt>
                <c:pt idx="4205">
                  <c:v>44606</c:v>
                </c:pt>
                <c:pt idx="4206">
                  <c:v>44607</c:v>
                </c:pt>
                <c:pt idx="4207">
                  <c:v>44608</c:v>
                </c:pt>
                <c:pt idx="4208">
                  <c:v>44609</c:v>
                </c:pt>
                <c:pt idx="4209">
                  <c:v>44610</c:v>
                </c:pt>
                <c:pt idx="4210">
                  <c:v>44613</c:v>
                </c:pt>
                <c:pt idx="4211">
                  <c:v>44614</c:v>
                </c:pt>
                <c:pt idx="4212">
                  <c:v>44615</c:v>
                </c:pt>
                <c:pt idx="4213">
                  <c:v>44616</c:v>
                </c:pt>
                <c:pt idx="4214">
                  <c:v>44617</c:v>
                </c:pt>
                <c:pt idx="4215">
                  <c:v>44620</c:v>
                </c:pt>
                <c:pt idx="4216">
                  <c:v>44621</c:v>
                </c:pt>
                <c:pt idx="4217">
                  <c:v>44622</c:v>
                </c:pt>
                <c:pt idx="4218">
                  <c:v>44623</c:v>
                </c:pt>
                <c:pt idx="4219">
                  <c:v>44624</c:v>
                </c:pt>
                <c:pt idx="4220">
                  <c:v>44627</c:v>
                </c:pt>
                <c:pt idx="4221">
                  <c:v>44628</c:v>
                </c:pt>
                <c:pt idx="4222">
                  <c:v>44629</c:v>
                </c:pt>
                <c:pt idx="4223">
                  <c:v>44630</c:v>
                </c:pt>
                <c:pt idx="4224">
                  <c:v>44631</c:v>
                </c:pt>
                <c:pt idx="4225">
                  <c:v>44634</c:v>
                </c:pt>
                <c:pt idx="4226">
                  <c:v>44635</c:v>
                </c:pt>
                <c:pt idx="4227">
                  <c:v>44636</c:v>
                </c:pt>
                <c:pt idx="4228">
                  <c:v>44637</c:v>
                </c:pt>
                <c:pt idx="4229">
                  <c:v>44638</c:v>
                </c:pt>
                <c:pt idx="4230">
                  <c:v>44641</c:v>
                </c:pt>
                <c:pt idx="4231">
                  <c:v>44642</c:v>
                </c:pt>
                <c:pt idx="4232">
                  <c:v>44643</c:v>
                </c:pt>
                <c:pt idx="4233">
                  <c:v>44644</c:v>
                </c:pt>
                <c:pt idx="4234">
                  <c:v>44645</c:v>
                </c:pt>
                <c:pt idx="4235">
                  <c:v>44648</c:v>
                </c:pt>
                <c:pt idx="4236">
                  <c:v>44649</c:v>
                </c:pt>
                <c:pt idx="4237">
                  <c:v>44650</c:v>
                </c:pt>
                <c:pt idx="4238">
                  <c:v>44651</c:v>
                </c:pt>
                <c:pt idx="4239">
                  <c:v>44652</c:v>
                </c:pt>
                <c:pt idx="4240">
                  <c:v>44655</c:v>
                </c:pt>
                <c:pt idx="4241">
                  <c:v>44656</c:v>
                </c:pt>
                <c:pt idx="4242">
                  <c:v>44657</c:v>
                </c:pt>
                <c:pt idx="4243">
                  <c:v>44658</c:v>
                </c:pt>
                <c:pt idx="4244">
                  <c:v>44659</c:v>
                </c:pt>
                <c:pt idx="4245">
                  <c:v>44662</c:v>
                </c:pt>
                <c:pt idx="4246">
                  <c:v>44663</c:v>
                </c:pt>
                <c:pt idx="4247">
                  <c:v>44664</c:v>
                </c:pt>
                <c:pt idx="4248">
                  <c:v>44665</c:v>
                </c:pt>
                <c:pt idx="4249">
                  <c:v>44666</c:v>
                </c:pt>
                <c:pt idx="4250">
                  <c:v>44669</c:v>
                </c:pt>
                <c:pt idx="4251">
                  <c:v>44670</c:v>
                </c:pt>
                <c:pt idx="4252">
                  <c:v>44671</c:v>
                </c:pt>
                <c:pt idx="4253">
                  <c:v>44672</c:v>
                </c:pt>
                <c:pt idx="4254">
                  <c:v>44673</c:v>
                </c:pt>
                <c:pt idx="4255">
                  <c:v>44676</c:v>
                </c:pt>
                <c:pt idx="4256">
                  <c:v>44677</c:v>
                </c:pt>
                <c:pt idx="4257">
                  <c:v>44678</c:v>
                </c:pt>
                <c:pt idx="4258">
                  <c:v>44679</c:v>
                </c:pt>
                <c:pt idx="4259">
                  <c:v>44680</c:v>
                </c:pt>
                <c:pt idx="4260">
                  <c:v>44683</c:v>
                </c:pt>
                <c:pt idx="4261">
                  <c:v>44684</c:v>
                </c:pt>
                <c:pt idx="4262">
                  <c:v>44685</c:v>
                </c:pt>
                <c:pt idx="4263">
                  <c:v>44686</c:v>
                </c:pt>
                <c:pt idx="4264">
                  <c:v>44687</c:v>
                </c:pt>
                <c:pt idx="4265">
                  <c:v>44690</c:v>
                </c:pt>
                <c:pt idx="4266">
                  <c:v>44691</c:v>
                </c:pt>
                <c:pt idx="4267">
                  <c:v>44692</c:v>
                </c:pt>
                <c:pt idx="4268">
                  <c:v>44693</c:v>
                </c:pt>
                <c:pt idx="4269">
                  <c:v>44694</c:v>
                </c:pt>
                <c:pt idx="4270">
                  <c:v>44697</c:v>
                </c:pt>
                <c:pt idx="4271">
                  <c:v>44698</c:v>
                </c:pt>
                <c:pt idx="4272">
                  <c:v>44699</c:v>
                </c:pt>
                <c:pt idx="4273">
                  <c:v>44700</c:v>
                </c:pt>
                <c:pt idx="4274">
                  <c:v>44701</c:v>
                </c:pt>
                <c:pt idx="4275">
                  <c:v>44704</c:v>
                </c:pt>
                <c:pt idx="4276">
                  <c:v>44705</c:v>
                </c:pt>
                <c:pt idx="4277">
                  <c:v>44706</c:v>
                </c:pt>
                <c:pt idx="4278">
                  <c:v>44707</c:v>
                </c:pt>
                <c:pt idx="4279">
                  <c:v>44708</c:v>
                </c:pt>
                <c:pt idx="4280">
                  <c:v>44711</c:v>
                </c:pt>
                <c:pt idx="4281">
                  <c:v>44712</c:v>
                </c:pt>
                <c:pt idx="4282">
                  <c:v>44713</c:v>
                </c:pt>
                <c:pt idx="4283">
                  <c:v>44714</c:v>
                </c:pt>
                <c:pt idx="4284">
                  <c:v>44715</c:v>
                </c:pt>
                <c:pt idx="4285">
                  <c:v>44718</c:v>
                </c:pt>
                <c:pt idx="4286">
                  <c:v>44719</c:v>
                </c:pt>
                <c:pt idx="4287">
                  <c:v>44720</c:v>
                </c:pt>
                <c:pt idx="4288">
                  <c:v>44721</c:v>
                </c:pt>
                <c:pt idx="4289">
                  <c:v>44722</c:v>
                </c:pt>
                <c:pt idx="4290">
                  <c:v>44725</c:v>
                </c:pt>
                <c:pt idx="4291">
                  <c:v>44726</c:v>
                </c:pt>
                <c:pt idx="4292">
                  <c:v>44727</c:v>
                </c:pt>
                <c:pt idx="4293">
                  <c:v>44728</c:v>
                </c:pt>
                <c:pt idx="4294">
                  <c:v>44729</c:v>
                </c:pt>
                <c:pt idx="4295">
                  <c:v>44732</c:v>
                </c:pt>
                <c:pt idx="4296">
                  <c:v>44733</c:v>
                </c:pt>
                <c:pt idx="4297">
                  <c:v>44734</c:v>
                </c:pt>
                <c:pt idx="4298">
                  <c:v>44735</c:v>
                </c:pt>
                <c:pt idx="4299">
                  <c:v>44736</c:v>
                </c:pt>
                <c:pt idx="4300">
                  <c:v>44739</c:v>
                </c:pt>
                <c:pt idx="4301">
                  <c:v>44740</c:v>
                </c:pt>
                <c:pt idx="4302">
                  <c:v>44741</c:v>
                </c:pt>
                <c:pt idx="4303">
                  <c:v>44742</c:v>
                </c:pt>
                <c:pt idx="4304">
                  <c:v>44743</c:v>
                </c:pt>
                <c:pt idx="4305">
                  <c:v>44746</c:v>
                </c:pt>
                <c:pt idx="4306">
                  <c:v>44747</c:v>
                </c:pt>
                <c:pt idx="4307">
                  <c:v>44748</c:v>
                </c:pt>
                <c:pt idx="4308">
                  <c:v>44749</c:v>
                </c:pt>
                <c:pt idx="4309">
                  <c:v>44750</c:v>
                </c:pt>
                <c:pt idx="4310">
                  <c:v>44753</c:v>
                </c:pt>
                <c:pt idx="4311">
                  <c:v>44754</c:v>
                </c:pt>
                <c:pt idx="4312">
                  <c:v>44755</c:v>
                </c:pt>
                <c:pt idx="4313">
                  <c:v>44756</c:v>
                </c:pt>
                <c:pt idx="4314">
                  <c:v>44757</c:v>
                </c:pt>
                <c:pt idx="4315">
                  <c:v>44760</c:v>
                </c:pt>
                <c:pt idx="4316">
                  <c:v>44761</c:v>
                </c:pt>
                <c:pt idx="4317">
                  <c:v>44762</c:v>
                </c:pt>
                <c:pt idx="4318">
                  <c:v>44763</c:v>
                </c:pt>
                <c:pt idx="4319">
                  <c:v>44764</c:v>
                </c:pt>
                <c:pt idx="4320">
                  <c:v>44767</c:v>
                </c:pt>
                <c:pt idx="4321">
                  <c:v>44768</c:v>
                </c:pt>
                <c:pt idx="4322">
                  <c:v>44769</c:v>
                </c:pt>
                <c:pt idx="4323">
                  <c:v>44770</c:v>
                </c:pt>
                <c:pt idx="4324">
                  <c:v>44771</c:v>
                </c:pt>
                <c:pt idx="4325">
                  <c:v>44774</c:v>
                </c:pt>
                <c:pt idx="4326">
                  <c:v>44775</c:v>
                </c:pt>
                <c:pt idx="4327">
                  <c:v>44776</c:v>
                </c:pt>
                <c:pt idx="4328">
                  <c:v>44777</c:v>
                </c:pt>
                <c:pt idx="4329">
                  <c:v>44778</c:v>
                </c:pt>
                <c:pt idx="4330">
                  <c:v>44781</c:v>
                </c:pt>
                <c:pt idx="4331">
                  <c:v>44782</c:v>
                </c:pt>
                <c:pt idx="4332">
                  <c:v>44783</c:v>
                </c:pt>
                <c:pt idx="4333">
                  <c:v>44784</c:v>
                </c:pt>
                <c:pt idx="4334">
                  <c:v>44785</c:v>
                </c:pt>
                <c:pt idx="4335">
                  <c:v>44788</c:v>
                </c:pt>
                <c:pt idx="4336">
                  <c:v>44789</c:v>
                </c:pt>
                <c:pt idx="4337">
                  <c:v>44790</c:v>
                </c:pt>
                <c:pt idx="4338">
                  <c:v>44791</c:v>
                </c:pt>
                <c:pt idx="4339">
                  <c:v>44792</c:v>
                </c:pt>
                <c:pt idx="4340">
                  <c:v>44795</c:v>
                </c:pt>
                <c:pt idx="4341">
                  <c:v>44796</c:v>
                </c:pt>
                <c:pt idx="4342">
                  <c:v>44797</c:v>
                </c:pt>
                <c:pt idx="4343">
                  <c:v>44798</c:v>
                </c:pt>
                <c:pt idx="4344">
                  <c:v>44799</c:v>
                </c:pt>
                <c:pt idx="4345">
                  <c:v>44802</c:v>
                </c:pt>
                <c:pt idx="4346">
                  <c:v>44803</c:v>
                </c:pt>
                <c:pt idx="4347">
                  <c:v>44804</c:v>
                </c:pt>
                <c:pt idx="4348">
                  <c:v>44805</c:v>
                </c:pt>
                <c:pt idx="4349">
                  <c:v>44806</c:v>
                </c:pt>
                <c:pt idx="4350">
                  <c:v>44809</c:v>
                </c:pt>
                <c:pt idx="4351">
                  <c:v>44810</c:v>
                </c:pt>
                <c:pt idx="4352">
                  <c:v>44811</c:v>
                </c:pt>
                <c:pt idx="4353">
                  <c:v>44812</c:v>
                </c:pt>
                <c:pt idx="4354">
                  <c:v>44813</c:v>
                </c:pt>
                <c:pt idx="4355">
                  <c:v>44816</c:v>
                </c:pt>
                <c:pt idx="4356">
                  <c:v>44817</c:v>
                </c:pt>
                <c:pt idx="4357">
                  <c:v>44818</c:v>
                </c:pt>
                <c:pt idx="4358">
                  <c:v>44819</c:v>
                </c:pt>
                <c:pt idx="4359">
                  <c:v>44820</c:v>
                </c:pt>
                <c:pt idx="4360">
                  <c:v>44823</c:v>
                </c:pt>
                <c:pt idx="4361">
                  <c:v>44824</c:v>
                </c:pt>
                <c:pt idx="4362">
                  <c:v>44825</c:v>
                </c:pt>
                <c:pt idx="4363">
                  <c:v>44826</c:v>
                </c:pt>
                <c:pt idx="4364">
                  <c:v>44827</c:v>
                </c:pt>
                <c:pt idx="4365">
                  <c:v>44830</c:v>
                </c:pt>
                <c:pt idx="4366">
                  <c:v>44831</c:v>
                </c:pt>
                <c:pt idx="4367">
                  <c:v>44832</c:v>
                </c:pt>
                <c:pt idx="4368">
                  <c:v>44833</c:v>
                </c:pt>
                <c:pt idx="4369">
                  <c:v>44834</c:v>
                </c:pt>
                <c:pt idx="4370">
                  <c:v>44837</c:v>
                </c:pt>
                <c:pt idx="4371">
                  <c:v>44838</c:v>
                </c:pt>
                <c:pt idx="4372">
                  <c:v>44839</c:v>
                </c:pt>
                <c:pt idx="4373">
                  <c:v>44840</c:v>
                </c:pt>
                <c:pt idx="4374">
                  <c:v>44841</c:v>
                </c:pt>
                <c:pt idx="4375">
                  <c:v>44844</c:v>
                </c:pt>
                <c:pt idx="4376">
                  <c:v>44845</c:v>
                </c:pt>
                <c:pt idx="4377">
                  <c:v>44846</c:v>
                </c:pt>
                <c:pt idx="4378">
                  <c:v>44847</c:v>
                </c:pt>
                <c:pt idx="4379">
                  <c:v>44848</c:v>
                </c:pt>
                <c:pt idx="4380">
                  <c:v>44851</c:v>
                </c:pt>
                <c:pt idx="4381">
                  <c:v>44852</c:v>
                </c:pt>
                <c:pt idx="4382">
                  <c:v>44853</c:v>
                </c:pt>
                <c:pt idx="4383">
                  <c:v>44854</c:v>
                </c:pt>
                <c:pt idx="4384">
                  <c:v>44855</c:v>
                </c:pt>
                <c:pt idx="4385">
                  <c:v>44858</c:v>
                </c:pt>
                <c:pt idx="4386">
                  <c:v>44859</c:v>
                </c:pt>
                <c:pt idx="4387">
                  <c:v>44860</c:v>
                </c:pt>
                <c:pt idx="4388">
                  <c:v>44861</c:v>
                </c:pt>
                <c:pt idx="4389">
                  <c:v>44862</c:v>
                </c:pt>
                <c:pt idx="4390">
                  <c:v>44865</c:v>
                </c:pt>
                <c:pt idx="4391">
                  <c:v>44866</c:v>
                </c:pt>
                <c:pt idx="4392">
                  <c:v>44867</c:v>
                </c:pt>
                <c:pt idx="4393">
                  <c:v>44868</c:v>
                </c:pt>
                <c:pt idx="4394">
                  <c:v>44869</c:v>
                </c:pt>
                <c:pt idx="4395">
                  <c:v>44872</c:v>
                </c:pt>
                <c:pt idx="4396">
                  <c:v>44873</c:v>
                </c:pt>
                <c:pt idx="4397">
                  <c:v>44874</c:v>
                </c:pt>
                <c:pt idx="4398">
                  <c:v>44875</c:v>
                </c:pt>
                <c:pt idx="4399">
                  <c:v>44876</c:v>
                </c:pt>
                <c:pt idx="4400">
                  <c:v>44879</c:v>
                </c:pt>
                <c:pt idx="4401">
                  <c:v>44880</c:v>
                </c:pt>
                <c:pt idx="4402">
                  <c:v>44881</c:v>
                </c:pt>
                <c:pt idx="4403">
                  <c:v>44882</c:v>
                </c:pt>
                <c:pt idx="4404">
                  <c:v>44883</c:v>
                </c:pt>
                <c:pt idx="4405">
                  <c:v>44886</c:v>
                </c:pt>
                <c:pt idx="4406">
                  <c:v>44887</c:v>
                </c:pt>
                <c:pt idx="4407">
                  <c:v>44888</c:v>
                </c:pt>
                <c:pt idx="4408">
                  <c:v>44889</c:v>
                </c:pt>
                <c:pt idx="4409">
                  <c:v>44890</c:v>
                </c:pt>
                <c:pt idx="4410">
                  <c:v>44893</c:v>
                </c:pt>
                <c:pt idx="4411">
                  <c:v>44894</c:v>
                </c:pt>
                <c:pt idx="4412">
                  <c:v>44895</c:v>
                </c:pt>
                <c:pt idx="4413">
                  <c:v>44896</c:v>
                </c:pt>
                <c:pt idx="4414">
                  <c:v>44897</c:v>
                </c:pt>
                <c:pt idx="4415">
                  <c:v>44900</c:v>
                </c:pt>
                <c:pt idx="4416">
                  <c:v>44901</c:v>
                </c:pt>
                <c:pt idx="4417">
                  <c:v>44902</c:v>
                </c:pt>
                <c:pt idx="4418">
                  <c:v>44903</c:v>
                </c:pt>
                <c:pt idx="4419">
                  <c:v>44904</c:v>
                </c:pt>
                <c:pt idx="4420">
                  <c:v>44907</c:v>
                </c:pt>
                <c:pt idx="4421">
                  <c:v>44908</c:v>
                </c:pt>
                <c:pt idx="4422">
                  <c:v>44909</c:v>
                </c:pt>
                <c:pt idx="4423">
                  <c:v>44910</c:v>
                </c:pt>
                <c:pt idx="4424">
                  <c:v>44911</c:v>
                </c:pt>
                <c:pt idx="4425">
                  <c:v>44914</c:v>
                </c:pt>
                <c:pt idx="4426">
                  <c:v>44915</c:v>
                </c:pt>
                <c:pt idx="4427">
                  <c:v>44916</c:v>
                </c:pt>
                <c:pt idx="4428">
                  <c:v>44917</c:v>
                </c:pt>
                <c:pt idx="4429">
                  <c:v>44918</c:v>
                </c:pt>
                <c:pt idx="4430">
                  <c:v>44921</c:v>
                </c:pt>
                <c:pt idx="4431">
                  <c:v>44922</c:v>
                </c:pt>
                <c:pt idx="4432">
                  <c:v>44923</c:v>
                </c:pt>
                <c:pt idx="4433">
                  <c:v>44924</c:v>
                </c:pt>
                <c:pt idx="4434">
                  <c:v>44925</c:v>
                </c:pt>
                <c:pt idx="4435">
                  <c:v>44928</c:v>
                </c:pt>
                <c:pt idx="4436">
                  <c:v>44929</c:v>
                </c:pt>
                <c:pt idx="4437">
                  <c:v>44930</c:v>
                </c:pt>
                <c:pt idx="4438">
                  <c:v>44931</c:v>
                </c:pt>
                <c:pt idx="4439">
                  <c:v>44932</c:v>
                </c:pt>
                <c:pt idx="4440">
                  <c:v>44935</c:v>
                </c:pt>
                <c:pt idx="4441">
                  <c:v>44936</c:v>
                </c:pt>
                <c:pt idx="4442">
                  <c:v>44937</c:v>
                </c:pt>
                <c:pt idx="4443">
                  <c:v>44938</c:v>
                </c:pt>
                <c:pt idx="4444">
                  <c:v>44939</c:v>
                </c:pt>
                <c:pt idx="4445">
                  <c:v>44942</c:v>
                </c:pt>
                <c:pt idx="4446">
                  <c:v>44943</c:v>
                </c:pt>
                <c:pt idx="4447">
                  <c:v>44944</c:v>
                </c:pt>
                <c:pt idx="4448">
                  <c:v>44945</c:v>
                </c:pt>
                <c:pt idx="4449">
                  <c:v>44946</c:v>
                </c:pt>
                <c:pt idx="4450">
                  <c:v>44949</c:v>
                </c:pt>
                <c:pt idx="4451">
                  <c:v>44950</c:v>
                </c:pt>
                <c:pt idx="4452">
                  <c:v>44951</c:v>
                </c:pt>
                <c:pt idx="4453">
                  <c:v>44952</c:v>
                </c:pt>
                <c:pt idx="4454">
                  <c:v>44953</c:v>
                </c:pt>
                <c:pt idx="4455">
                  <c:v>44956</c:v>
                </c:pt>
                <c:pt idx="4456">
                  <c:v>44957</c:v>
                </c:pt>
                <c:pt idx="4457">
                  <c:v>44958</c:v>
                </c:pt>
                <c:pt idx="4458">
                  <c:v>44959</c:v>
                </c:pt>
                <c:pt idx="4459">
                  <c:v>44960</c:v>
                </c:pt>
                <c:pt idx="4460">
                  <c:v>44963</c:v>
                </c:pt>
                <c:pt idx="4461">
                  <c:v>44964</c:v>
                </c:pt>
                <c:pt idx="4462">
                  <c:v>44965</c:v>
                </c:pt>
                <c:pt idx="4463">
                  <c:v>44966</c:v>
                </c:pt>
                <c:pt idx="4464">
                  <c:v>44967</c:v>
                </c:pt>
                <c:pt idx="4465">
                  <c:v>44970</c:v>
                </c:pt>
                <c:pt idx="4466">
                  <c:v>44971</c:v>
                </c:pt>
                <c:pt idx="4467">
                  <c:v>44972</c:v>
                </c:pt>
                <c:pt idx="4468">
                  <c:v>44973</c:v>
                </c:pt>
                <c:pt idx="4469">
                  <c:v>44974</c:v>
                </c:pt>
                <c:pt idx="4470">
                  <c:v>44977</c:v>
                </c:pt>
                <c:pt idx="4471">
                  <c:v>44978</c:v>
                </c:pt>
                <c:pt idx="4472">
                  <c:v>44979</c:v>
                </c:pt>
                <c:pt idx="4473">
                  <c:v>44980</c:v>
                </c:pt>
                <c:pt idx="4474">
                  <c:v>44981</c:v>
                </c:pt>
                <c:pt idx="4475">
                  <c:v>44984</c:v>
                </c:pt>
                <c:pt idx="4476">
                  <c:v>44985</c:v>
                </c:pt>
                <c:pt idx="4477">
                  <c:v>44986</c:v>
                </c:pt>
                <c:pt idx="4478">
                  <c:v>44987</c:v>
                </c:pt>
                <c:pt idx="4479">
                  <c:v>44988</c:v>
                </c:pt>
                <c:pt idx="4480">
                  <c:v>44991</c:v>
                </c:pt>
                <c:pt idx="4481">
                  <c:v>44992</c:v>
                </c:pt>
                <c:pt idx="4482">
                  <c:v>44993</c:v>
                </c:pt>
                <c:pt idx="4483">
                  <c:v>44994</c:v>
                </c:pt>
                <c:pt idx="4484">
                  <c:v>44995</c:v>
                </c:pt>
                <c:pt idx="4485">
                  <c:v>44998</c:v>
                </c:pt>
                <c:pt idx="4486">
                  <c:v>44999</c:v>
                </c:pt>
                <c:pt idx="4487">
                  <c:v>45000</c:v>
                </c:pt>
                <c:pt idx="4488">
                  <c:v>45001</c:v>
                </c:pt>
                <c:pt idx="4489">
                  <c:v>45002</c:v>
                </c:pt>
                <c:pt idx="4490">
                  <c:v>45005</c:v>
                </c:pt>
                <c:pt idx="4491">
                  <c:v>45006</c:v>
                </c:pt>
                <c:pt idx="4492">
                  <c:v>45007</c:v>
                </c:pt>
                <c:pt idx="4493">
                  <c:v>45008</c:v>
                </c:pt>
                <c:pt idx="4494">
                  <c:v>45009</c:v>
                </c:pt>
                <c:pt idx="4495">
                  <c:v>45012</c:v>
                </c:pt>
                <c:pt idx="4496">
                  <c:v>45013</c:v>
                </c:pt>
                <c:pt idx="4497">
                  <c:v>45014</c:v>
                </c:pt>
                <c:pt idx="4498">
                  <c:v>45015</c:v>
                </c:pt>
                <c:pt idx="4499">
                  <c:v>45016</c:v>
                </c:pt>
                <c:pt idx="4500">
                  <c:v>45019</c:v>
                </c:pt>
                <c:pt idx="4501">
                  <c:v>45020</c:v>
                </c:pt>
                <c:pt idx="4502">
                  <c:v>45021</c:v>
                </c:pt>
                <c:pt idx="4503">
                  <c:v>45022</c:v>
                </c:pt>
                <c:pt idx="4504">
                  <c:v>45023</c:v>
                </c:pt>
                <c:pt idx="4505">
                  <c:v>45026</c:v>
                </c:pt>
                <c:pt idx="4506">
                  <c:v>45027</c:v>
                </c:pt>
                <c:pt idx="4507">
                  <c:v>45028</c:v>
                </c:pt>
                <c:pt idx="4508">
                  <c:v>45029</c:v>
                </c:pt>
                <c:pt idx="4509">
                  <c:v>45030</c:v>
                </c:pt>
                <c:pt idx="4510">
                  <c:v>45033</c:v>
                </c:pt>
                <c:pt idx="4511">
                  <c:v>45034</c:v>
                </c:pt>
                <c:pt idx="4512">
                  <c:v>45035</c:v>
                </c:pt>
                <c:pt idx="4513">
                  <c:v>45036</c:v>
                </c:pt>
                <c:pt idx="4514">
                  <c:v>45037</c:v>
                </c:pt>
                <c:pt idx="4515">
                  <c:v>45040</c:v>
                </c:pt>
                <c:pt idx="4516">
                  <c:v>45041</c:v>
                </c:pt>
                <c:pt idx="4517">
                  <c:v>45042</c:v>
                </c:pt>
                <c:pt idx="4518">
                  <c:v>45043</c:v>
                </c:pt>
                <c:pt idx="4519">
                  <c:v>45044</c:v>
                </c:pt>
                <c:pt idx="4520">
                  <c:v>45047</c:v>
                </c:pt>
                <c:pt idx="4521">
                  <c:v>45048</c:v>
                </c:pt>
                <c:pt idx="4522">
                  <c:v>45049</c:v>
                </c:pt>
                <c:pt idx="4523">
                  <c:v>45050</c:v>
                </c:pt>
                <c:pt idx="4524">
                  <c:v>45051</c:v>
                </c:pt>
                <c:pt idx="4525">
                  <c:v>45054</c:v>
                </c:pt>
                <c:pt idx="4526">
                  <c:v>45055</c:v>
                </c:pt>
                <c:pt idx="4527">
                  <c:v>45056</c:v>
                </c:pt>
                <c:pt idx="4528">
                  <c:v>45057</c:v>
                </c:pt>
                <c:pt idx="4529">
                  <c:v>45058</c:v>
                </c:pt>
                <c:pt idx="4530">
                  <c:v>45061</c:v>
                </c:pt>
                <c:pt idx="4531">
                  <c:v>45062</c:v>
                </c:pt>
                <c:pt idx="4532">
                  <c:v>45063</c:v>
                </c:pt>
                <c:pt idx="4533">
                  <c:v>45064</c:v>
                </c:pt>
                <c:pt idx="4534">
                  <c:v>45065</c:v>
                </c:pt>
                <c:pt idx="4535">
                  <c:v>45068</c:v>
                </c:pt>
                <c:pt idx="4536">
                  <c:v>45069</c:v>
                </c:pt>
                <c:pt idx="4537">
                  <c:v>45070</c:v>
                </c:pt>
                <c:pt idx="4538">
                  <c:v>45071</c:v>
                </c:pt>
                <c:pt idx="4539">
                  <c:v>45072</c:v>
                </c:pt>
                <c:pt idx="4540">
                  <c:v>45075</c:v>
                </c:pt>
                <c:pt idx="4541">
                  <c:v>45076</c:v>
                </c:pt>
                <c:pt idx="4542">
                  <c:v>45077</c:v>
                </c:pt>
                <c:pt idx="4543">
                  <c:v>45078</c:v>
                </c:pt>
                <c:pt idx="4544">
                  <c:v>45079</c:v>
                </c:pt>
                <c:pt idx="4545">
                  <c:v>45082</c:v>
                </c:pt>
                <c:pt idx="4546">
                  <c:v>45083</c:v>
                </c:pt>
                <c:pt idx="4547">
                  <c:v>45084</c:v>
                </c:pt>
                <c:pt idx="4548">
                  <c:v>45085</c:v>
                </c:pt>
                <c:pt idx="4549">
                  <c:v>45086</c:v>
                </c:pt>
                <c:pt idx="4550">
                  <c:v>45089</c:v>
                </c:pt>
                <c:pt idx="4551">
                  <c:v>45090</c:v>
                </c:pt>
                <c:pt idx="4552">
                  <c:v>45091</c:v>
                </c:pt>
                <c:pt idx="4553">
                  <c:v>45092</c:v>
                </c:pt>
                <c:pt idx="4554">
                  <c:v>45093</c:v>
                </c:pt>
                <c:pt idx="4555">
                  <c:v>45096</c:v>
                </c:pt>
                <c:pt idx="4556">
                  <c:v>45097</c:v>
                </c:pt>
                <c:pt idx="4557">
                  <c:v>45098</c:v>
                </c:pt>
                <c:pt idx="4558">
                  <c:v>45099</c:v>
                </c:pt>
                <c:pt idx="4559">
                  <c:v>45100</c:v>
                </c:pt>
                <c:pt idx="4560">
                  <c:v>45103</c:v>
                </c:pt>
                <c:pt idx="4561">
                  <c:v>45104</c:v>
                </c:pt>
                <c:pt idx="4562">
                  <c:v>45105</c:v>
                </c:pt>
                <c:pt idx="4563">
                  <c:v>45106</c:v>
                </c:pt>
                <c:pt idx="4564">
                  <c:v>45107</c:v>
                </c:pt>
                <c:pt idx="4565">
                  <c:v>45110</c:v>
                </c:pt>
                <c:pt idx="4566">
                  <c:v>45111</c:v>
                </c:pt>
                <c:pt idx="4567">
                  <c:v>45112</c:v>
                </c:pt>
                <c:pt idx="4568">
                  <c:v>45113</c:v>
                </c:pt>
                <c:pt idx="4569">
                  <c:v>45114</c:v>
                </c:pt>
                <c:pt idx="4570">
                  <c:v>45117</c:v>
                </c:pt>
                <c:pt idx="4571">
                  <c:v>45118</c:v>
                </c:pt>
                <c:pt idx="4572">
                  <c:v>45119</c:v>
                </c:pt>
                <c:pt idx="4573">
                  <c:v>45120</c:v>
                </c:pt>
                <c:pt idx="4574">
                  <c:v>45121</c:v>
                </c:pt>
                <c:pt idx="4575">
                  <c:v>45124</c:v>
                </c:pt>
                <c:pt idx="4576">
                  <c:v>45125</c:v>
                </c:pt>
                <c:pt idx="4577">
                  <c:v>45126</c:v>
                </c:pt>
                <c:pt idx="4578">
                  <c:v>45127</c:v>
                </c:pt>
                <c:pt idx="4579">
                  <c:v>45128</c:v>
                </c:pt>
                <c:pt idx="4580">
                  <c:v>45131</c:v>
                </c:pt>
                <c:pt idx="4581">
                  <c:v>45132</c:v>
                </c:pt>
                <c:pt idx="4582">
                  <c:v>45133</c:v>
                </c:pt>
                <c:pt idx="4583">
                  <c:v>45134</c:v>
                </c:pt>
                <c:pt idx="4584">
                  <c:v>45135</c:v>
                </c:pt>
                <c:pt idx="4585">
                  <c:v>45138</c:v>
                </c:pt>
                <c:pt idx="4586">
                  <c:v>45139</c:v>
                </c:pt>
                <c:pt idx="4587">
                  <c:v>45140</c:v>
                </c:pt>
                <c:pt idx="4588">
                  <c:v>45141</c:v>
                </c:pt>
                <c:pt idx="4589">
                  <c:v>45142</c:v>
                </c:pt>
                <c:pt idx="4590">
                  <c:v>45145</c:v>
                </c:pt>
                <c:pt idx="4591">
                  <c:v>45146</c:v>
                </c:pt>
                <c:pt idx="4592">
                  <c:v>45147</c:v>
                </c:pt>
                <c:pt idx="4593">
                  <c:v>45148</c:v>
                </c:pt>
                <c:pt idx="4594">
                  <c:v>45149</c:v>
                </c:pt>
                <c:pt idx="4595">
                  <c:v>45152</c:v>
                </c:pt>
                <c:pt idx="4596">
                  <c:v>45153</c:v>
                </c:pt>
                <c:pt idx="4597">
                  <c:v>45154</c:v>
                </c:pt>
                <c:pt idx="4598">
                  <c:v>45155</c:v>
                </c:pt>
                <c:pt idx="4599">
                  <c:v>45156</c:v>
                </c:pt>
                <c:pt idx="4600">
                  <c:v>45159</c:v>
                </c:pt>
                <c:pt idx="4601">
                  <c:v>45160</c:v>
                </c:pt>
                <c:pt idx="4602">
                  <c:v>45161</c:v>
                </c:pt>
                <c:pt idx="4603">
                  <c:v>45162</c:v>
                </c:pt>
                <c:pt idx="4604">
                  <c:v>45163</c:v>
                </c:pt>
                <c:pt idx="4605">
                  <c:v>45166</c:v>
                </c:pt>
                <c:pt idx="4606">
                  <c:v>45167</c:v>
                </c:pt>
                <c:pt idx="4607">
                  <c:v>45168</c:v>
                </c:pt>
                <c:pt idx="4608">
                  <c:v>45169</c:v>
                </c:pt>
                <c:pt idx="4609">
                  <c:v>45170</c:v>
                </c:pt>
                <c:pt idx="4610">
                  <c:v>45173</c:v>
                </c:pt>
                <c:pt idx="4611">
                  <c:v>45174</c:v>
                </c:pt>
                <c:pt idx="4612">
                  <c:v>45175</c:v>
                </c:pt>
                <c:pt idx="4613">
                  <c:v>45176</c:v>
                </c:pt>
                <c:pt idx="4614">
                  <c:v>45177</c:v>
                </c:pt>
                <c:pt idx="4615">
                  <c:v>45180</c:v>
                </c:pt>
                <c:pt idx="4616">
                  <c:v>45181</c:v>
                </c:pt>
                <c:pt idx="4617">
                  <c:v>45182</c:v>
                </c:pt>
                <c:pt idx="4618">
                  <c:v>45183</c:v>
                </c:pt>
                <c:pt idx="4619">
                  <c:v>45184</c:v>
                </c:pt>
                <c:pt idx="4620">
                  <c:v>45187</c:v>
                </c:pt>
                <c:pt idx="4621">
                  <c:v>45188</c:v>
                </c:pt>
                <c:pt idx="4622">
                  <c:v>45189</c:v>
                </c:pt>
                <c:pt idx="4623">
                  <c:v>45190</c:v>
                </c:pt>
                <c:pt idx="4624">
                  <c:v>45191</c:v>
                </c:pt>
                <c:pt idx="4625">
                  <c:v>45194</c:v>
                </c:pt>
                <c:pt idx="4626">
                  <c:v>45195</c:v>
                </c:pt>
                <c:pt idx="4627">
                  <c:v>45196</c:v>
                </c:pt>
                <c:pt idx="4628">
                  <c:v>45197</c:v>
                </c:pt>
                <c:pt idx="4629">
                  <c:v>45198</c:v>
                </c:pt>
                <c:pt idx="4630">
                  <c:v>45201</c:v>
                </c:pt>
                <c:pt idx="4631">
                  <c:v>45202</c:v>
                </c:pt>
                <c:pt idx="4632">
                  <c:v>45203</c:v>
                </c:pt>
                <c:pt idx="4633">
                  <c:v>45204</c:v>
                </c:pt>
                <c:pt idx="4634">
                  <c:v>45205</c:v>
                </c:pt>
                <c:pt idx="4635">
                  <c:v>45208</c:v>
                </c:pt>
                <c:pt idx="4636">
                  <c:v>45209</c:v>
                </c:pt>
                <c:pt idx="4637">
                  <c:v>45210</c:v>
                </c:pt>
                <c:pt idx="4638">
                  <c:v>45211</c:v>
                </c:pt>
                <c:pt idx="4639">
                  <c:v>45212</c:v>
                </c:pt>
                <c:pt idx="4640">
                  <c:v>45215</c:v>
                </c:pt>
                <c:pt idx="4641">
                  <c:v>45216</c:v>
                </c:pt>
                <c:pt idx="4642">
                  <c:v>45217</c:v>
                </c:pt>
                <c:pt idx="4643">
                  <c:v>45218</c:v>
                </c:pt>
                <c:pt idx="4644">
                  <c:v>45219</c:v>
                </c:pt>
                <c:pt idx="4645">
                  <c:v>45222</c:v>
                </c:pt>
                <c:pt idx="4646">
                  <c:v>45223</c:v>
                </c:pt>
                <c:pt idx="4647">
                  <c:v>45224</c:v>
                </c:pt>
                <c:pt idx="4648">
                  <c:v>45225</c:v>
                </c:pt>
                <c:pt idx="4649">
                  <c:v>45226</c:v>
                </c:pt>
                <c:pt idx="4650">
                  <c:v>45229</c:v>
                </c:pt>
                <c:pt idx="4651">
                  <c:v>45230</c:v>
                </c:pt>
                <c:pt idx="4652">
                  <c:v>45231</c:v>
                </c:pt>
                <c:pt idx="4653">
                  <c:v>45232</c:v>
                </c:pt>
                <c:pt idx="4654">
                  <c:v>45233</c:v>
                </c:pt>
                <c:pt idx="4655">
                  <c:v>45236</c:v>
                </c:pt>
                <c:pt idx="4656">
                  <c:v>45237</c:v>
                </c:pt>
                <c:pt idx="4657">
                  <c:v>45238</c:v>
                </c:pt>
                <c:pt idx="4658">
                  <c:v>45239</c:v>
                </c:pt>
                <c:pt idx="4659">
                  <c:v>45240</c:v>
                </c:pt>
                <c:pt idx="4660">
                  <c:v>45243</c:v>
                </c:pt>
                <c:pt idx="4661">
                  <c:v>45244</c:v>
                </c:pt>
                <c:pt idx="4662">
                  <c:v>45245</c:v>
                </c:pt>
                <c:pt idx="4663">
                  <c:v>45246</c:v>
                </c:pt>
                <c:pt idx="4664">
                  <c:v>45247</c:v>
                </c:pt>
                <c:pt idx="4665">
                  <c:v>45250</c:v>
                </c:pt>
                <c:pt idx="4666">
                  <c:v>45251</c:v>
                </c:pt>
                <c:pt idx="4667">
                  <c:v>45252</c:v>
                </c:pt>
                <c:pt idx="4668">
                  <c:v>45253</c:v>
                </c:pt>
                <c:pt idx="4669">
                  <c:v>45254</c:v>
                </c:pt>
                <c:pt idx="4670">
                  <c:v>45257</c:v>
                </c:pt>
                <c:pt idx="4671">
                  <c:v>45258</c:v>
                </c:pt>
                <c:pt idx="4672">
                  <c:v>45259</c:v>
                </c:pt>
                <c:pt idx="4673">
                  <c:v>45260</c:v>
                </c:pt>
                <c:pt idx="4674">
                  <c:v>45261</c:v>
                </c:pt>
                <c:pt idx="4675">
                  <c:v>45264</c:v>
                </c:pt>
                <c:pt idx="4676">
                  <c:v>45265</c:v>
                </c:pt>
                <c:pt idx="4677">
                  <c:v>45266</c:v>
                </c:pt>
                <c:pt idx="4678">
                  <c:v>45267</c:v>
                </c:pt>
                <c:pt idx="4679">
                  <c:v>45268</c:v>
                </c:pt>
                <c:pt idx="4680">
                  <c:v>45271</c:v>
                </c:pt>
                <c:pt idx="4681">
                  <c:v>45272</c:v>
                </c:pt>
                <c:pt idx="4682">
                  <c:v>45273</c:v>
                </c:pt>
                <c:pt idx="4683">
                  <c:v>45274</c:v>
                </c:pt>
                <c:pt idx="4684">
                  <c:v>45275</c:v>
                </c:pt>
                <c:pt idx="4685">
                  <c:v>45278</c:v>
                </c:pt>
                <c:pt idx="4686">
                  <c:v>45279</c:v>
                </c:pt>
                <c:pt idx="4687">
                  <c:v>45280</c:v>
                </c:pt>
                <c:pt idx="4688">
                  <c:v>45281</c:v>
                </c:pt>
                <c:pt idx="4689">
                  <c:v>45282</c:v>
                </c:pt>
                <c:pt idx="4690">
                  <c:v>45285</c:v>
                </c:pt>
                <c:pt idx="4691">
                  <c:v>45286</c:v>
                </c:pt>
                <c:pt idx="4692">
                  <c:v>45287</c:v>
                </c:pt>
                <c:pt idx="4693">
                  <c:v>45288</c:v>
                </c:pt>
                <c:pt idx="4694">
                  <c:v>45289</c:v>
                </c:pt>
                <c:pt idx="4695">
                  <c:v>45292</c:v>
                </c:pt>
                <c:pt idx="4696">
                  <c:v>45293</c:v>
                </c:pt>
                <c:pt idx="4697">
                  <c:v>45294</c:v>
                </c:pt>
                <c:pt idx="4698">
                  <c:v>45295</c:v>
                </c:pt>
                <c:pt idx="4699">
                  <c:v>45296</c:v>
                </c:pt>
                <c:pt idx="4700">
                  <c:v>45299</c:v>
                </c:pt>
                <c:pt idx="4701">
                  <c:v>45300</c:v>
                </c:pt>
                <c:pt idx="4702">
                  <c:v>45301</c:v>
                </c:pt>
                <c:pt idx="4703">
                  <c:v>45302</c:v>
                </c:pt>
                <c:pt idx="4704">
                  <c:v>45303</c:v>
                </c:pt>
                <c:pt idx="4705">
                  <c:v>45306</c:v>
                </c:pt>
                <c:pt idx="4706">
                  <c:v>45307</c:v>
                </c:pt>
                <c:pt idx="4707">
                  <c:v>45308</c:v>
                </c:pt>
                <c:pt idx="4708">
                  <c:v>45309</c:v>
                </c:pt>
                <c:pt idx="4709">
                  <c:v>45310</c:v>
                </c:pt>
                <c:pt idx="4710">
                  <c:v>45313</c:v>
                </c:pt>
                <c:pt idx="4711">
                  <c:v>45314</c:v>
                </c:pt>
                <c:pt idx="4712">
                  <c:v>45315</c:v>
                </c:pt>
                <c:pt idx="4713">
                  <c:v>45316</c:v>
                </c:pt>
                <c:pt idx="4714">
                  <c:v>45317</c:v>
                </c:pt>
                <c:pt idx="4715">
                  <c:v>45320</c:v>
                </c:pt>
                <c:pt idx="4716">
                  <c:v>45321</c:v>
                </c:pt>
                <c:pt idx="4717">
                  <c:v>45322</c:v>
                </c:pt>
                <c:pt idx="4718">
                  <c:v>45323</c:v>
                </c:pt>
                <c:pt idx="4719">
                  <c:v>45324</c:v>
                </c:pt>
                <c:pt idx="4720">
                  <c:v>45327</c:v>
                </c:pt>
                <c:pt idx="4721">
                  <c:v>45328</c:v>
                </c:pt>
                <c:pt idx="4722">
                  <c:v>45329</c:v>
                </c:pt>
                <c:pt idx="4723">
                  <c:v>45330</c:v>
                </c:pt>
                <c:pt idx="4724">
                  <c:v>45331</c:v>
                </c:pt>
                <c:pt idx="4725">
                  <c:v>45334</c:v>
                </c:pt>
                <c:pt idx="4726">
                  <c:v>45335</c:v>
                </c:pt>
                <c:pt idx="4727">
                  <c:v>45336</c:v>
                </c:pt>
                <c:pt idx="4728">
                  <c:v>45337</c:v>
                </c:pt>
                <c:pt idx="4729">
                  <c:v>45338</c:v>
                </c:pt>
                <c:pt idx="4730">
                  <c:v>45341</c:v>
                </c:pt>
                <c:pt idx="4731">
                  <c:v>45342</c:v>
                </c:pt>
                <c:pt idx="4732">
                  <c:v>45343</c:v>
                </c:pt>
                <c:pt idx="4733">
                  <c:v>45344</c:v>
                </c:pt>
                <c:pt idx="4734">
                  <c:v>45345</c:v>
                </c:pt>
                <c:pt idx="4735">
                  <c:v>45348</c:v>
                </c:pt>
                <c:pt idx="4736">
                  <c:v>45349</c:v>
                </c:pt>
                <c:pt idx="4737">
                  <c:v>45350</c:v>
                </c:pt>
                <c:pt idx="4738">
                  <c:v>45351</c:v>
                </c:pt>
                <c:pt idx="4739">
                  <c:v>45352</c:v>
                </c:pt>
                <c:pt idx="4740">
                  <c:v>45355</c:v>
                </c:pt>
                <c:pt idx="4741">
                  <c:v>45356</c:v>
                </c:pt>
                <c:pt idx="4742">
                  <c:v>45357</c:v>
                </c:pt>
                <c:pt idx="4743">
                  <c:v>45358</c:v>
                </c:pt>
                <c:pt idx="4744">
                  <c:v>45359</c:v>
                </c:pt>
                <c:pt idx="4745">
                  <c:v>45362</c:v>
                </c:pt>
                <c:pt idx="4746">
                  <c:v>45363</c:v>
                </c:pt>
                <c:pt idx="4747">
                  <c:v>45364</c:v>
                </c:pt>
                <c:pt idx="4748">
                  <c:v>45365</c:v>
                </c:pt>
                <c:pt idx="4749">
                  <c:v>45366</c:v>
                </c:pt>
                <c:pt idx="4750">
                  <c:v>45369</c:v>
                </c:pt>
                <c:pt idx="4751">
                  <c:v>45370</c:v>
                </c:pt>
                <c:pt idx="4752">
                  <c:v>45371</c:v>
                </c:pt>
                <c:pt idx="4753">
                  <c:v>45372</c:v>
                </c:pt>
                <c:pt idx="4754">
                  <c:v>45373</c:v>
                </c:pt>
                <c:pt idx="4755">
                  <c:v>45376</c:v>
                </c:pt>
                <c:pt idx="4756">
                  <c:v>45377</c:v>
                </c:pt>
                <c:pt idx="4757">
                  <c:v>45378</c:v>
                </c:pt>
                <c:pt idx="4758">
                  <c:v>45379</c:v>
                </c:pt>
                <c:pt idx="4759">
                  <c:v>45380</c:v>
                </c:pt>
                <c:pt idx="4760">
                  <c:v>45383</c:v>
                </c:pt>
                <c:pt idx="4761">
                  <c:v>45384</c:v>
                </c:pt>
                <c:pt idx="4762">
                  <c:v>45385</c:v>
                </c:pt>
                <c:pt idx="4763">
                  <c:v>45386</c:v>
                </c:pt>
                <c:pt idx="4764">
                  <c:v>45387</c:v>
                </c:pt>
                <c:pt idx="4765">
                  <c:v>45390</c:v>
                </c:pt>
                <c:pt idx="4766">
                  <c:v>45391</c:v>
                </c:pt>
                <c:pt idx="4767">
                  <c:v>45392</c:v>
                </c:pt>
                <c:pt idx="4768">
                  <c:v>45393</c:v>
                </c:pt>
                <c:pt idx="4769">
                  <c:v>45394</c:v>
                </c:pt>
                <c:pt idx="4770">
                  <c:v>45397</c:v>
                </c:pt>
                <c:pt idx="4771">
                  <c:v>45398</c:v>
                </c:pt>
                <c:pt idx="4772">
                  <c:v>45399</c:v>
                </c:pt>
                <c:pt idx="4773">
                  <c:v>45400</c:v>
                </c:pt>
                <c:pt idx="4774">
                  <c:v>45401</c:v>
                </c:pt>
                <c:pt idx="4775">
                  <c:v>45404</c:v>
                </c:pt>
                <c:pt idx="4776">
                  <c:v>45405</c:v>
                </c:pt>
                <c:pt idx="4777">
                  <c:v>45406</c:v>
                </c:pt>
                <c:pt idx="4778">
                  <c:v>45407</c:v>
                </c:pt>
                <c:pt idx="4779">
                  <c:v>45408</c:v>
                </c:pt>
                <c:pt idx="4780">
                  <c:v>45411</c:v>
                </c:pt>
                <c:pt idx="4781">
                  <c:v>45412</c:v>
                </c:pt>
                <c:pt idx="4782">
                  <c:v>45413</c:v>
                </c:pt>
                <c:pt idx="4783">
                  <c:v>45414</c:v>
                </c:pt>
                <c:pt idx="4784">
                  <c:v>45415</c:v>
                </c:pt>
                <c:pt idx="4785">
                  <c:v>45418</c:v>
                </c:pt>
                <c:pt idx="4786">
                  <c:v>45419</c:v>
                </c:pt>
                <c:pt idx="4787">
                  <c:v>45420</c:v>
                </c:pt>
                <c:pt idx="4788">
                  <c:v>45421</c:v>
                </c:pt>
                <c:pt idx="4789">
                  <c:v>45422</c:v>
                </c:pt>
                <c:pt idx="4790">
                  <c:v>45425</c:v>
                </c:pt>
                <c:pt idx="4791">
                  <c:v>45426</c:v>
                </c:pt>
                <c:pt idx="4792">
                  <c:v>45427</c:v>
                </c:pt>
                <c:pt idx="4793">
                  <c:v>45428</c:v>
                </c:pt>
                <c:pt idx="4794">
                  <c:v>45429</c:v>
                </c:pt>
                <c:pt idx="4795">
                  <c:v>45432</c:v>
                </c:pt>
                <c:pt idx="4796">
                  <c:v>45433</c:v>
                </c:pt>
                <c:pt idx="4797">
                  <c:v>45434</c:v>
                </c:pt>
                <c:pt idx="4798">
                  <c:v>45435</c:v>
                </c:pt>
                <c:pt idx="4799">
                  <c:v>45436</c:v>
                </c:pt>
                <c:pt idx="4800">
                  <c:v>45439</c:v>
                </c:pt>
                <c:pt idx="4801">
                  <c:v>45440</c:v>
                </c:pt>
                <c:pt idx="4802">
                  <c:v>45441</c:v>
                </c:pt>
                <c:pt idx="4803">
                  <c:v>45442</c:v>
                </c:pt>
                <c:pt idx="4804">
                  <c:v>45443</c:v>
                </c:pt>
                <c:pt idx="4805">
                  <c:v>45446</c:v>
                </c:pt>
                <c:pt idx="4806">
                  <c:v>45447</c:v>
                </c:pt>
                <c:pt idx="4807">
                  <c:v>45448</c:v>
                </c:pt>
                <c:pt idx="4808">
                  <c:v>45449</c:v>
                </c:pt>
                <c:pt idx="4809">
                  <c:v>45450</c:v>
                </c:pt>
                <c:pt idx="4810">
                  <c:v>45453</c:v>
                </c:pt>
                <c:pt idx="4811">
                  <c:v>45454</c:v>
                </c:pt>
                <c:pt idx="4812">
                  <c:v>45455</c:v>
                </c:pt>
                <c:pt idx="4813">
                  <c:v>45456</c:v>
                </c:pt>
                <c:pt idx="4814">
                  <c:v>45457</c:v>
                </c:pt>
                <c:pt idx="4815">
                  <c:v>45460</c:v>
                </c:pt>
                <c:pt idx="4816">
                  <c:v>45461</c:v>
                </c:pt>
                <c:pt idx="4817">
                  <c:v>45462</c:v>
                </c:pt>
                <c:pt idx="4818">
                  <c:v>45463</c:v>
                </c:pt>
                <c:pt idx="4819">
                  <c:v>45464</c:v>
                </c:pt>
                <c:pt idx="4820">
                  <c:v>45467</c:v>
                </c:pt>
                <c:pt idx="4821">
                  <c:v>45468</c:v>
                </c:pt>
                <c:pt idx="4822">
                  <c:v>45469</c:v>
                </c:pt>
                <c:pt idx="4823">
                  <c:v>45470</c:v>
                </c:pt>
                <c:pt idx="4824">
                  <c:v>45471</c:v>
                </c:pt>
                <c:pt idx="4825">
                  <c:v>45474</c:v>
                </c:pt>
                <c:pt idx="4826">
                  <c:v>45475</c:v>
                </c:pt>
                <c:pt idx="4827">
                  <c:v>45476</c:v>
                </c:pt>
                <c:pt idx="4828">
                  <c:v>45477</c:v>
                </c:pt>
                <c:pt idx="4829">
                  <c:v>45478</c:v>
                </c:pt>
                <c:pt idx="4830">
                  <c:v>45481</c:v>
                </c:pt>
                <c:pt idx="4831">
                  <c:v>45482</c:v>
                </c:pt>
                <c:pt idx="4832">
                  <c:v>45483</c:v>
                </c:pt>
                <c:pt idx="4833">
                  <c:v>45484</c:v>
                </c:pt>
                <c:pt idx="4834">
                  <c:v>45485</c:v>
                </c:pt>
                <c:pt idx="4835">
                  <c:v>45488</c:v>
                </c:pt>
                <c:pt idx="4836">
                  <c:v>45489</c:v>
                </c:pt>
                <c:pt idx="4837">
                  <c:v>45490</c:v>
                </c:pt>
                <c:pt idx="4838">
                  <c:v>45491</c:v>
                </c:pt>
                <c:pt idx="4839">
                  <c:v>45492</c:v>
                </c:pt>
                <c:pt idx="4840">
                  <c:v>45495</c:v>
                </c:pt>
                <c:pt idx="4841">
                  <c:v>45496</c:v>
                </c:pt>
                <c:pt idx="4842">
                  <c:v>45497</c:v>
                </c:pt>
                <c:pt idx="4843">
                  <c:v>45498</c:v>
                </c:pt>
                <c:pt idx="4844">
                  <c:v>45499</c:v>
                </c:pt>
                <c:pt idx="4845">
                  <c:v>45502</c:v>
                </c:pt>
                <c:pt idx="4846">
                  <c:v>45503</c:v>
                </c:pt>
                <c:pt idx="4847">
                  <c:v>45504</c:v>
                </c:pt>
                <c:pt idx="4848">
                  <c:v>45505</c:v>
                </c:pt>
                <c:pt idx="4849">
                  <c:v>45506</c:v>
                </c:pt>
                <c:pt idx="4850">
                  <c:v>45509</c:v>
                </c:pt>
                <c:pt idx="4851">
                  <c:v>45510</c:v>
                </c:pt>
                <c:pt idx="4852">
                  <c:v>45511</c:v>
                </c:pt>
                <c:pt idx="4853">
                  <c:v>45512</c:v>
                </c:pt>
                <c:pt idx="4854">
                  <c:v>45513</c:v>
                </c:pt>
                <c:pt idx="4855">
                  <c:v>45516</c:v>
                </c:pt>
                <c:pt idx="4856">
                  <c:v>45517</c:v>
                </c:pt>
                <c:pt idx="4857">
                  <c:v>45518</c:v>
                </c:pt>
                <c:pt idx="4858">
                  <c:v>45519</c:v>
                </c:pt>
                <c:pt idx="4859">
                  <c:v>45520</c:v>
                </c:pt>
                <c:pt idx="4860">
                  <c:v>45523</c:v>
                </c:pt>
                <c:pt idx="4861">
                  <c:v>45524</c:v>
                </c:pt>
                <c:pt idx="4862">
                  <c:v>45525</c:v>
                </c:pt>
                <c:pt idx="4863">
                  <c:v>45526</c:v>
                </c:pt>
                <c:pt idx="4864">
                  <c:v>45527</c:v>
                </c:pt>
                <c:pt idx="4865">
                  <c:v>45530</c:v>
                </c:pt>
                <c:pt idx="4866">
                  <c:v>45531</c:v>
                </c:pt>
                <c:pt idx="4867">
                  <c:v>45532</c:v>
                </c:pt>
                <c:pt idx="4868">
                  <c:v>45533</c:v>
                </c:pt>
                <c:pt idx="4869">
                  <c:v>45534</c:v>
                </c:pt>
                <c:pt idx="4870">
                  <c:v>45537</c:v>
                </c:pt>
                <c:pt idx="4871">
                  <c:v>45538</c:v>
                </c:pt>
                <c:pt idx="4872">
                  <c:v>45539</c:v>
                </c:pt>
                <c:pt idx="4873">
                  <c:v>45540</c:v>
                </c:pt>
                <c:pt idx="4874">
                  <c:v>45541</c:v>
                </c:pt>
                <c:pt idx="4875">
                  <c:v>45544</c:v>
                </c:pt>
                <c:pt idx="4876">
                  <c:v>45545</c:v>
                </c:pt>
                <c:pt idx="4877">
                  <c:v>45546</c:v>
                </c:pt>
                <c:pt idx="4878">
                  <c:v>45547</c:v>
                </c:pt>
                <c:pt idx="4879">
                  <c:v>45548</c:v>
                </c:pt>
                <c:pt idx="4880">
                  <c:v>45551</c:v>
                </c:pt>
                <c:pt idx="4881">
                  <c:v>45552</c:v>
                </c:pt>
                <c:pt idx="4882">
                  <c:v>45553</c:v>
                </c:pt>
                <c:pt idx="4883">
                  <c:v>45554</c:v>
                </c:pt>
                <c:pt idx="4884">
                  <c:v>45555</c:v>
                </c:pt>
                <c:pt idx="4885">
                  <c:v>45558</c:v>
                </c:pt>
                <c:pt idx="4886">
                  <c:v>45559</c:v>
                </c:pt>
                <c:pt idx="4887">
                  <c:v>45560</c:v>
                </c:pt>
                <c:pt idx="4888">
                  <c:v>45561</c:v>
                </c:pt>
                <c:pt idx="4889">
                  <c:v>45562</c:v>
                </c:pt>
                <c:pt idx="4890">
                  <c:v>45565</c:v>
                </c:pt>
                <c:pt idx="4891">
                  <c:v>45566</c:v>
                </c:pt>
                <c:pt idx="4892">
                  <c:v>45567</c:v>
                </c:pt>
                <c:pt idx="4893">
                  <c:v>45568</c:v>
                </c:pt>
                <c:pt idx="4894">
                  <c:v>45569</c:v>
                </c:pt>
                <c:pt idx="4895">
                  <c:v>45572</c:v>
                </c:pt>
                <c:pt idx="4896">
                  <c:v>45573</c:v>
                </c:pt>
                <c:pt idx="4897">
                  <c:v>45574</c:v>
                </c:pt>
                <c:pt idx="4898">
                  <c:v>45575</c:v>
                </c:pt>
                <c:pt idx="4899">
                  <c:v>45576</c:v>
                </c:pt>
                <c:pt idx="4900">
                  <c:v>45579</c:v>
                </c:pt>
                <c:pt idx="4901">
                  <c:v>45580</c:v>
                </c:pt>
                <c:pt idx="4902">
                  <c:v>45581</c:v>
                </c:pt>
                <c:pt idx="4903">
                  <c:v>45582</c:v>
                </c:pt>
                <c:pt idx="4904">
                  <c:v>45583</c:v>
                </c:pt>
                <c:pt idx="4905">
                  <c:v>45586</c:v>
                </c:pt>
                <c:pt idx="4906">
                  <c:v>45587</c:v>
                </c:pt>
                <c:pt idx="4907">
                  <c:v>45588</c:v>
                </c:pt>
                <c:pt idx="4908">
                  <c:v>45589</c:v>
                </c:pt>
                <c:pt idx="4909">
                  <c:v>45590</c:v>
                </c:pt>
                <c:pt idx="4910">
                  <c:v>45593</c:v>
                </c:pt>
                <c:pt idx="4911">
                  <c:v>45594</c:v>
                </c:pt>
                <c:pt idx="4912">
                  <c:v>45595</c:v>
                </c:pt>
                <c:pt idx="4913">
                  <c:v>45596</c:v>
                </c:pt>
                <c:pt idx="4914">
                  <c:v>45597</c:v>
                </c:pt>
                <c:pt idx="4915">
                  <c:v>45600</c:v>
                </c:pt>
                <c:pt idx="4916">
                  <c:v>45601</c:v>
                </c:pt>
                <c:pt idx="4917">
                  <c:v>45602</c:v>
                </c:pt>
                <c:pt idx="4918">
                  <c:v>45603</c:v>
                </c:pt>
                <c:pt idx="4919">
                  <c:v>45604</c:v>
                </c:pt>
                <c:pt idx="4920">
                  <c:v>45607</c:v>
                </c:pt>
                <c:pt idx="4921">
                  <c:v>45608</c:v>
                </c:pt>
                <c:pt idx="4922">
                  <c:v>45609</c:v>
                </c:pt>
                <c:pt idx="4923">
                  <c:v>45610</c:v>
                </c:pt>
                <c:pt idx="4924">
                  <c:v>45611</c:v>
                </c:pt>
                <c:pt idx="4925">
                  <c:v>45614</c:v>
                </c:pt>
                <c:pt idx="4926">
                  <c:v>45615</c:v>
                </c:pt>
                <c:pt idx="4927">
                  <c:v>45616</c:v>
                </c:pt>
                <c:pt idx="4928">
                  <c:v>45617</c:v>
                </c:pt>
                <c:pt idx="4929">
                  <c:v>45618</c:v>
                </c:pt>
                <c:pt idx="4930">
                  <c:v>45621</c:v>
                </c:pt>
                <c:pt idx="4931">
                  <c:v>45622</c:v>
                </c:pt>
                <c:pt idx="4932">
                  <c:v>45623</c:v>
                </c:pt>
                <c:pt idx="4933">
                  <c:v>45624</c:v>
                </c:pt>
                <c:pt idx="4934">
                  <c:v>45625</c:v>
                </c:pt>
                <c:pt idx="4935">
                  <c:v>45628</c:v>
                </c:pt>
                <c:pt idx="4936">
                  <c:v>45629</c:v>
                </c:pt>
                <c:pt idx="4937">
                  <c:v>45630</c:v>
                </c:pt>
                <c:pt idx="4938">
                  <c:v>45631</c:v>
                </c:pt>
                <c:pt idx="4939">
                  <c:v>45632</c:v>
                </c:pt>
                <c:pt idx="4940">
                  <c:v>45635</c:v>
                </c:pt>
                <c:pt idx="4941">
                  <c:v>45636</c:v>
                </c:pt>
                <c:pt idx="4942">
                  <c:v>45637</c:v>
                </c:pt>
                <c:pt idx="4943">
                  <c:v>45638</c:v>
                </c:pt>
                <c:pt idx="4944">
                  <c:v>45639</c:v>
                </c:pt>
                <c:pt idx="4945">
                  <c:v>45642</c:v>
                </c:pt>
                <c:pt idx="4946">
                  <c:v>45643</c:v>
                </c:pt>
                <c:pt idx="4947">
                  <c:v>45644</c:v>
                </c:pt>
                <c:pt idx="4948">
                  <c:v>45645</c:v>
                </c:pt>
                <c:pt idx="4949">
                  <c:v>45646</c:v>
                </c:pt>
                <c:pt idx="4950">
                  <c:v>45649</c:v>
                </c:pt>
                <c:pt idx="4951">
                  <c:v>45650</c:v>
                </c:pt>
                <c:pt idx="4952">
                  <c:v>45651</c:v>
                </c:pt>
                <c:pt idx="4953">
                  <c:v>45652</c:v>
                </c:pt>
                <c:pt idx="4954">
                  <c:v>45653</c:v>
                </c:pt>
                <c:pt idx="4955">
                  <c:v>45656</c:v>
                </c:pt>
                <c:pt idx="4956">
                  <c:v>45657</c:v>
                </c:pt>
                <c:pt idx="4957">
                  <c:v>45658</c:v>
                </c:pt>
                <c:pt idx="4958">
                  <c:v>45659</c:v>
                </c:pt>
                <c:pt idx="4959">
                  <c:v>45660</c:v>
                </c:pt>
                <c:pt idx="4960">
                  <c:v>45663</c:v>
                </c:pt>
                <c:pt idx="4961">
                  <c:v>45664</c:v>
                </c:pt>
                <c:pt idx="4962">
                  <c:v>45665</c:v>
                </c:pt>
                <c:pt idx="4963">
                  <c:v>45666</c:v>
                </c:pt>
                <c:pt idx="4964">
                  <c:v>45667</c:v>
                </c:pt>
                <c:pt idx="4965">
                  <c:v>45670</c:v>
                </c:pt>
                <c:pt idx="4966">
                  <c:v>45671</c:v>
                </c:pt>
                <c:pt idx="4967">
                  <c:v>45672</c:v>
                </c:pt>
                <c:pt idx="4968">
                  <c:v>45673</c:v>
                </c:pt>
                <c:pt idx="4969">
                  <c:v>45674</c:v>
                </c:pt>
                <c:pt idx="4970">
                  <c:v>45677</c:v>
                </c:pt>
                <c:pt idx="4971">
                  <c:v>45678</c:v>
                </c:pt>
                <c:pt idx="4972">
                  <c:v>45679</c:v>
                </c:pt>
                <c:pt idx="4973">
                  <c:v>45680</c:v>
                </c:pt>
                <c:pt idx="4974">
                  <c:v>45681</c:v>
                </c:pt>
                <c:pt idx="4975">
                  <c:v>45684</c:v>
                </c:pt>
                <c:pt idx="4976">
                  <c:v>45685</c:v>
                </c:pt>
                <c:pt idx="4977">
                  <c:v>45686</c:v>
                </c:pt>
                <c:pt idx="4978">
                  <c:v>45687</c:v>
                </c:pt>
                <c:pt idx="4979">
                  <c:v>45688</c:v>
                </c:pt>
                <c:pt idx="4980">
                  <c:v>45691</c:v>
                </c:pt>
                <c:pt idx="4981">
                  <c:v>45692</c:v>
                </c:pt>
                <c:pt idx="4982">
                  <c:v>45693</c:v>
                </c:pt>
                <c:pt idx="4983">
                  <c:v>45694</c:v>
                </c:pt>
                <c:pt idx="4984">
                  <c:v>45695</c:v>
                </c:pt>
                <c:pt idx="4985">
                  <c:v>45698</c:v>
                </c:pt>
                <c:pt idx="4986">
                  <c:v>45699</c:v>
                </c:pt>
                <c:pt idx="4987">
                  <c:v>45700</c:v>
                </c:pt>
                <c:pt idx="4988">
                  <c:v>45701</c:v>
                </c:pt>
                <c:pt idx="4989">
                  <c:v>45702</c:v>
                </c:pt>
                <c:pt idx="4990">
                  <c:v>45705</c:v>
                </c:pt>
                <c:pt idx="4991">
                  <c:v>45706</c:v>
                </c:pt>
                <c:pt idx="4992">
                  <c:v>45707</c:v>
                </c:pt>
                <c:pt idx="4993">
                  <c:v>45708</c:v>
                </c:pt>
                <c:pt idx="4994">
                  <c:v>45709</c:v>
                </c:pt>
                <c:pt idx="4995">
                  <c:v>45712</c:v>
                </c:pt>
                <c:pt idx="4996">
                  <c:v>45713</c:v>
                </c:pt>
                <c:pt idx="4997">
                  <c:v>45714</c:v>
                </c:pt>
                <c:pt idx="4998">
                  <c:v>45715</c:v>
                </c:pt>
                <c:pt idx="4999">
                  <c:v>45716</c:v>
                </c:pt>
                <c:pt idx="5000">
                  <c:v>45719</c:v>
                </c:pt>
                <c:pt idx="5001">
                  <c:v>45720</c:v>
                </c:pt>
                <c:pt idx="5002">
                  <c:v>45721</c:v>
                </c:pt>
                <c:pt idx="5003">
                  <c:v>45722</c:v>
                </c:pt>
                <c:pt idx="5004">
                  <c:v>45723</c:v>
                </c:pt>
                <c:pt idx="5005">
                  <c:v>45726</c:v>
                </c:pt>
                <c:pt idx="5006">
                  <c:v>45727</c:v>
                </c:pt>
                <c:pt idx="5007">
                  <c:v>45728</c:v>
                </c:pt>
                <c:pt idx="5008">
                  <c:v>45729</c:v>
                </c:pt>
                <c:pt idx="5009">
                  <c:v>45730</c:v>
                </c:pt>
                <c:pt idx="5010">
                  <c:v>45733</c:v>
                </c:pt>
                <c:pt idx="5011">
                  <c:v>45734</c:v>
                </c:pt>
                <c:pt idx="5012">
                  <c:v>45735</c:v>
                </c:pt>
                <c:pt idx="5013">
                  <c:v>45736</c:v>
                </c:pt>
                <c:pt idx="5014">
                  <c:v>45737</c:v>
                </c:pt>
                <c:pt idx="5015">
                  <c:v>45740</c:v>
                </c:pt>
                <c:pt idx="5016">
                  <c:v>45741</c:v>
                </c:pt>
                <c:pt idx="5017">
                  <c:v>45742</c:v>
                </c:pt>
                <c:pt idx="5018">
                  <c:v>45743</c:v>
                </c:pt>
                <c:pt idx="5019">
                  <c:v>45744</c:v>
                </c:pt>
                <c:pt idx="5020">
                  <c:v>45747</c:v>
                </c:pt>
                <c:pt idx="5021">
                  <c:v>45748</c:v>
                </c:pt>
                <c:pt idx="5022">
                  <c:v>45749</c:v>
                </c:pt>
                <c:pt idx="5023">
                  <c:v>45750</c:v>
                </c:pt>
                <c:pt idx="5024">
                  <c:v>45751</c:v>
                </c:pt>
                <c:pt idx="5025">
                  <c:v>45754</c:v>
                </c:pt>
                <c:pt idx="5026">
                  <c:v>45755</c:v>
                </c:pt>
                <c:pt idx="5027">
                  <c:v>45756</c:v>
                </c:pt>
                <c:pt idx="5028">
                  <c:v>45757</c:v>
                </c:pt>
                <c:pt idx="5029">
                  <c:v>45758</c:v>
                </c:pt>
                <c:pt idx="5030">
                  <c:v>45761</c:v>
                </c:pt>
                <c:pt idx="5031">
                  <c:v>45762</c:v>
                </c:pt>
                <c:pt idx="5032">
                  <c:v>45763</c:v>
                </c:pt>
                <c:pt idx="5033">
                  <c:v>45764</c:v>
                </c:pt>
                <c:pt idx="5034">
                  <c:v>45765</c:v>
                </c:pt>
                <c:pt idx="5035">
                  <c:v>45768</c:v>
                </c:pt>
                <c:pt idx="5036">
                  <c:v>45769</c:v>
                </c:pt>
                <c:pt idx="5037">
                  <c:v>45770</c:v>
                </c:pt>
                <c:pt idx="5038">
                  <c:v>45771</c:v>
                </c:pt>
                <c:pt idx="5039">
                  <c:v>45772</c:v>
                </c:pt>
                <c:pt idx="5040">
                  <c:v>45775</c:v>
                </c:pt>
                <c:pt idx="5041">
                  <c:v>45776</c:v>
                </c:pt>
                <c:pt idx="5042">
                  <c:v>45777</c:v>
                </c:pt>
                <c:pt idx="5043">
                  <c:v>45778</c:v>
                </c:pt>
                <c:pt idx="5044">
                  <c:v>45779</c:v>
                </c:pt>
                <c:pt idx="5045">
                  <c:v>45782</c:v>
                </c:pt>
                <c:pt idx="5046">
                  <c:v>45783</c:v>
                </c:pt>
                <c:pt idx="5047">
                  <c:v>45784</c:v>
                </c:pt>
                <c:pt idx="5048">
                  <c:v>45785</c:v>
                </c:pt>
                <c:pt idx="5049">
                  <c:v>45786</c:v>
                </c:pt>
                <c:pt idx="5050">
                  <c:v>45789</c:v>
                </c:pt>
                <c:pt idx="5051">
                  <c:v>45790</c:v>
                </c:pt>
                <c:pt idx="5052">
                  <c:v>45791</c:v>
                </c:pt>
                <c:pt idx="5053">
                  <c:v>45792</c:v>
                </c:pt>
                <c:pt idx="5054">
                  <c:v>45793</c:v>
                </c:pt>
                <c:pt idx="5055">
                  <c:v>45796</c:v>
                </c:pt>
                <c:pt idx="5056">
                  <c:v>45797</c:v>
                </c:pt>
                <c:pt idx="5057">
                  <c:v>45798</c:v>
                </c:pt>
                <c:pt idx="5058">
                  <c:v>45799</c:v>
                </c:pt>
                <c:pt idx="5059">
                  <c:v>45800</c:v>
                </c:pt>
                <c:pt idx="5060">
                  <c:v>45803</c:v>
                </c:pt>
                <c:pt idx="5061">
                  <c:v>45804</c:v>
                </c:pt>
                <c:pt idx="5062">
                  <c:v>45805</c:v>
                </c:pt>
                <c:pt idx="5063">
                  <c:v>45806</c:v>
                </c:pt>
                <c:pt idx="5064">
                  <c:v>45807</c:v>
                </c:pt>
                <c:pt idx="5065">
                  <c:v>45810</c:v>
                </c:pt>
                <c:pt idx="5066">
                  <c:v>45811</c:v>
                </c:pt>
                <c:pt idx="5067">
                  <c:v>45812</c:v>
                </c:pt>
                <c:pt idx="5068">
                  <c:v>45813</c:v>
                </c:pt>
                <c:pt idx="5069">
                  <c:v>45814</c:v>
                </c:pt>
                <c:pt idx="5070">
                  <c:v>45817</c:v>
                </c:pt>
                <c:pt idx="5071">
                  <c:v>45818</c:v>
                </c:pt>
                <c:pt idx="5072">
                  <c:v>45819</c:v>
                </c:pt>
                <c:pt idx="5073">
                  <c:v>45820</c:v>
                </c:pt>
                <c:pt idx="5074">
                  <c:v>45821</c:v>
                </c:pt>
                <c:pt idx="5075">
                  <c:v>45824</c:v>
                </c:pt>
                <c:pt idx="5076">
                  <c:v>45825</c:v>
                </c:pt>
                <c:pt idx="5077">
                  <c:v>45826</c:v>
                </c:pt>
                <c:pt idx="5078">
                  <c:v>45827</c:v>
                </c:pt>
                <c:pt idx="5079">
                  <c:v>45828</c:v>
                </c:pt>
                <c:pt idx="5080">
                  <c:v>45831</c:v>
                </c:pt>
                <c:pt idx="5081">
                  <c:v>45832</c:v>
                </c:pt>
                <c:pt idx="5082">
                  <c:v>45833</c:v>
                </c:pt>
                <c:pt idx="5083">
                  <c:v>45834</c:v>
                </c:pt>
                <c:pt idx="5084">
                  <c:v>45835</c:v>
                </c:pt>
                <c:pt idx="5085">
                  <c:v>45838</c:v>
                </c:pt>
                <c:pt idx="5086">
                  <c:v>45839</c:v>
                </c:pt>
                <c:pt idx="5087">
                  <c:v>45840</c:v>
                </c:pt>
                <c:pt idx="5088">
                  <c:v>45841</c:v>
                </c:pt>
                <c:pt idx="5089">
                  <c:v>45842</c:v>
                </c:pt>
                <c:pt idx="5090">
                  <c:v>45845</c:v>
                </c:pt>
                <c:pt idx="5091">
                  <c:v>45846</c:v>
                </c:pt>
                <c:pt idx="5092">
                  <c:v>45847</c:v>
                </c:pt>
                <c:pt idx="5093">
                  <c:v>45848</c:v>
                </c:pt>
                <c:pt idx="5094">
                  <c:v>45849</c:v>
                </c:pt>
                <c:pt idx="5095">
                  <c:v>45852</c:v>
                </c:pt>
                <c:pt idx="5096">
                  <c:v>45853</c:v>
                </c:pt>
                <c:pt idx="5097">
                  <c:v>45854</c:v>
                </c:pt>
                <c:pt idx="5098">
                  <c:v>45855</c:v>
                </c:pt>
                <c:pt idx="5099">
                  <c:v>45856</c:v>
                </c:pt>
                <c:pt idx="5100">
                  <c:v>45859</c:v>
                </c:pt>
                <c:pt idx="5101">
                  <c:v>45860</c:v>
                </c:pt>
                <c:pt idx="5102">
                  <c:v>45861</c:v>
                </c:pt>
                <c:pt idx="5103">
                  <c:v>45862</c:v>
                </c:pt>
                <c:pt idx="5104">
                  <c:v>45863</c:v>
                </c:pt>
                <c:pt idx="5105">
                  <c:v>45866</c:v>
                </c:pt>
                <c:pt idx="5106">
                  <c:v>45867</c:v>
                </c:pt>
                <c:pt idx="5107">
                  <c:v>45868</c:v>
                </c:pt>
                <c:pt idx="5108">
                  <c:v>45869</c:v>
                </c:pt>
                <c:pt idx="5109">
                  <c:v>45870</c:v>
                </c:pt>
                <c:pt idx="5110">
                  <c:v>45873</c:v>
                </c:pt>
                <c:pt idx="5111">
                  <c:v>45874</c:v>
                </c:pt>
                <c:pt idx="5112">
                  <c:v>45875</c:v>
                </c:pt>
                <c:pt idx="5113">
                  <c:v>45876</c:v>
                </c:pt>
                <c:pt idx="5114">
                  <c:v>45877</c:v>
                </c:pt>
                <c:pt idx="5115">
                  <c:v>45880</c:v>
                </c:pt>
                <c:pt idx="5116">
                  <c:v>45881</c:v>
                </c:pt>
                <c:pt idx="5117">
                  <c:v>45882</c:v>
                </c:pt>
                <c:pt idx="5118">
                  <c:v>45883</c:v>
                </c:pt>
                <c:pt idx="5119">
                  <c:v>45884</c:v>
                </c:pt>
                <c:pt idx="5120">
                  <c:v>45887</c:v>
                </c:pt>
                <c:pt idx="5121">
                  <c:v>45888</c:v>
                </c:pt>
                <c:pt idx="5122">
                  <c:v>45889</c:v>
                </c:pt>
                <c:pt idx="5123">
                  <c:v>45890</c:v>
                </c:pt>
                <c:pt idx="5124">
                  <c:v>45891</c:v>
                </c:pt>
                <c:pt idx="5125">
                  <c:v>45894</c:v>
                </c:pt>
                <c:pt idx="5126">
                  <c:v>45895</c:v>
                </c:pt>
                <c:pt idx="5127">
                  <c:v>45896</c:v>
                </c:pt>
                <c:pt idx="5128">
                  <c:v>45897</c:v>
                </c:pt>
                <c:pt idx="5129">
                  <c:v>45898</c:v>
                </c:pt>
                <c:pt idx="5130">
                  <c:v>45901</c:v>
                </c:pt>
                <c:pt idx="5131">
                  <c:v>45902</c:v>
                </c:pt>
                <c:pt idx="5132">
                  <c:v>45903</c:v>
                </c:pt>
                <c:pt idx="5133">
                  <c:v>45904</c:v>
                </c:pt>
                <c:pt idx="5134">
                  <c:v>45905</c:v>
                </c:pt>
                <c:pt idx="5135">
                  <c:v>45908</c:v>
                </c:pt>
                <c:pt idx="5136">
                  <c:v>45909</c:v>
                </c:pt>
                <c:pt idx="5137">
                  <c:v>45910</c:v>
                </c:pt>
                <c:pt idx="5138">
                  <c:v>45911</c:v>
                </c:pt>
                <c:pt idx="5139">
                  <c:v>45912</c:v>
                </c:pt>
                <c:pt idx="5140">
                  <c:v>45915</c:v>
                </c:pt>
                <c:pt idx="5141">
                  <c:v>45916</c:v>
                </c:pt>
                <c:pt idx="5142">
                  <c:v>45917</c:v>
                </c:pt>
                <c:pt idx="5143">
                  <c:v>45918</c:v>
                </c:pt>
                <c:pt idx="5144">
                  <c:v>45919</c:v>
                </c:pt>
                <c:pt idx="5145">
                  <c:v>45922</c:v>
                </c:pt>
                <c:pt idx="5146">
                  <c:v>45923</c:v>
                </c:pt>
                <c:pt idx="5147">
                  <c:v>45924</c:v>
                </c:pt>
                <c:pt idx="5148">
                  <c:v>45925</c:v>
                </c:pt>
                <c:pt idx="5149">
                  <c:v>45926</c:v>
                </c:pt>
                <c:pt idx="5150">
                  <c:v>45929</c:v>
                </c:pt>
                <c:pt idx="5151">
                  <c:v>45930</c:v>
                </c:pt>
                <c:pt idx="5152">
                  <c:v>45931</c:v>
                </c:pt>
                <c:pt idx="5153">
                  <c:v>45932</c:v>
                </c:pt>
                <c:pt idx="5154">
                  <c:v>45933</c:v>
                </c:pt>
                <c:pt idx="5155">
                  <c:v>45936</c:v>
                </c:pt>
                <c:pt idx="5156">
                  <c:v>45937</c:v>
                </c:pt>
                <c:pt idx="5157">
                  <c:v>45938</c:v>
                </c:pt>
                <c:pt idx="5158">
                  <c:v>45939</c:v>
                </c:pt>
                <c:pt idx="5159">
                  <c:v>45940</c:v>
                </c:pt>
                <c:pt idx="5160">
                  <c:v>45943</c:v>
                </c:pt>
                <c:pt idx="5161">
                  <c:v>45944</c:v>
                </c:pt>
                <c:pt idx="5162">
                  <c:v>45945</c:v>
                </c:pt>
                <c:pt idx="5163">
                  <c:v>45946</c:v>
                </c:pt>
                <c:pt idx="5164">
                  <c:v>45947</c:v>
                </c:pt>
                <c:pt idx="5165">
                  <c:v>45950</c:v>
                </c:pt>
                <c:pt idx="5166">
                  <c:v>45951</c:v>
                </c:pt>
                <c:pt idx="5167">
                  <c:v>45952</c:v>
                </c:pt>
                <c:pt idx="5168">
                  <c:v>45953</c:v>
                </c:pt>
                <c:pt idx="5169">
                  <c:v>45954</c:v>
                </c:pt>
                <c:pt idx="5170">
                  <c:v>45957</c:v>
                </c:pt>
                <c:pt idx="5171">
                  <c:v>45958</c:v>
                </c:pt>
                <c:pt idx="5172">
                  <c:v>45959</c:v>
                </c:pt>
                <c:pt idx="5173">
                  <c:v>45960</c:v>
                </c:pt>
                <c:pt idx="5174">
                  <c:v>45961</c:v>
                </c:pt>
                <c:pt idx="5175">
                  <c:v>45964</c:v>
                </c:pt>
                <c:pt idx="5176">
                  <c:v>45965</c:v>
                </c:pt>
                <c:pt idx="5177">
                  <c:v>45966</c:v>
                </c:pt>
                <c:pt idx="5178">
                  <c:v>45967</c:v>
                </c:pt>
                <c:pt idx="5179">
                  <c:v>45968</c:v>
                </c:pt>
                <c:pt idx="5180">
                  <c:v>45971</c:v>
                </c:pt>
                <c:pt idx="5181">
                  <c:v>45972</c:v>
                </c:pt>
                <c:pt idx="5182">
                  <c:v>45973</c:v>
                </c:pt>
                <c:pt idx="5183">
                  <c:v>45974</c:v>
                </c:pt>
                <c:pt idx="5184">
                  <c:v>45975</c:v>
                </c:pt>
                <c:pt idx="5185">
                  <c:v>45978</c:v>
                </c:pt>
                <c:pt idx="5186">
                  <c:v>45979</c:v>
                </c:pt>
                <c:pt idx="5187">
                  <c:v>45980</c:v>
                </c:pt>
                <c:pt idx="5188">
                  <c:v>45981</c:v>
                </c:pt>
                <c:pt idx="5189">
                  <c:v>45982</c:v>
                </c:pt>
                <c:pt idx="5190">
                  <c:v>45985</c:v>
                </c:pt>
                <c:pt idx="5191">
                  <c:v>45986</c:v>
                </c:pt>
                <c:pt idx="5192">
                  <c:v>45987</c:v>
                </c:pt>
                <c:pt idx="5193">
                  <c:v>45988</c:v>
                </c:pt>
                <c:pt idx="5194">
                  <c:v>45989</c:v>
                </c:pt>
                <c:pt idx="5195">
                  <c:v>45992</c:v>
                </c:pt>
                <c:pt idx="5196">
                  <c:v>45993</c:v>
                </c:pt>
                <c:pt idx="5197">
                  <c:v>45994</c:v>
                </c:pt>
                <c:pt idx="5198">
                  <c:v>45995</c:v>
                </c:pt>
                <c:pt idx="5199">
                  <c:v>45996</c:v>
                </c:pt>
                <c:pt idx="5200">
                  <c:v>45999</c:v>
                </c:pt>
                <c:pt idx="5201">
                  <c:v>46000</c:v>
                </c:pt>
                <c:pt idx="5202">
                  <c:v>46001</c:v>
                </c:pt>
                <c:pt idx="5203">
                  <c:v>46002</c:v>
                </c:pt>
                <c:pt idx="5204">
                  <c:v>46003</c:v>
                </c:pt>
                <c:pt idx="5205">
                  <c:v>46006</c:v>
                </c:pt>
                <c:pt idx="5206">
                  <c:v>46007</c:v>
                </c:pt>
                <c:pt idx="5207">
                  <c:v>46008</c:v>
                </c:pt>
                <c:pt idx="5208">
                  <c:v>46009</c:v>
                </c:pt>
                <c:pt idx="5209">
                  <c:v>46010</c:v>
                </c:pt>
                <c:pt idx="5210">
                  <c:v>46013</c:v>
                </c:pt>
                <c:pt idx="5211">
                  <c:v>46014</c:v>
                </c:pt>
                <c:pt idx="5212">
                  <c:v>46015</c:v>
                </c:pt>
                <c:pt idx="5213">
                  <c:v>46016</c:v>
                </c:pt>
                <c:pt idx="5214">
                  <c:v>46017</c:v>
                </c:pt>
                <c:pt idx="5215">
                  <c:v>46020</c:v>
                </c:pt>
                <c:pt idx="5216">
                  <c:v>46021</c:v>
                </c:pt>
                <c:pt idx="5217">
                  <c:v>46022</c:v>
                </c:pt>
                <c:pt idx="5218">
                  <c:v>46023</c:v>
                </c:pt>
                <c:pt idx="5219">
                  <c:v>46024</c:v>
                </c:pt>
                <c:pt idx="5220">
                  <c:v>46027</c:v>
                </c:pt>
                <c:pt idx="5221">
                  <c:v>46028</c:v>
                </c:pt>
                <c:pt idx="5222">
                  <c:v>46029</c:v>
                </c:pt>
                <c:pt idx="5223">
                  <c:v>46030</c:v>
                </c:pt>
                <c:pt idx="5224">
                  <c:v>46031</c:v>
                </c:pt>
                <c:pt idx="5225">
                  <c:v>46034</c:v>
                </c:pt>
                <c:pt idx="5226">
                  <c:v>46035</c:v>
                </c:pt>
                <c:pt idx="5227">
                  <c:v>46036</c:v>
                </c:pt>
                <c:pt idx="5228">
                  <c:v>46037</c:v>
                </c:pt>
                <c:pt idx="5229">
                  <c:v>46038</c:v>
                </c:pt>
                <c:pt idx="5230">
                  <c:v>46041</c:v>
                </c:pt>
                <c:pt idx="5231">
                  <c:v>46042</c:v>
                </c:pt>
                <c:pt idx="5232">
                  <c:v>46043</c:v>
                </c:pt>
                <c:pt idx="5233">
                  <c:v>46044</c:v>
                </c:pt>
                <c:pt idx="5234">
                  <c:v>46045</c:v>
                </c:pt>
                <c:pt idx="5235">
                  <c:v>46048</c:v>
                </c:pt>
                <c:pt idx="5236">
                  <c:v>46049</c:v>
                </c:pt>
                <c:pt idx="5237">
                  <c:v>46050</c:v>
                </c:pt>
                <c:pt idx="5238">
                  <c:v>46051</c:v>
                </c:pt>
                <c:pt idx="5239">
                  <c:v>46052</c:v>
                </c:pt>
                <c:pt idx="5240">
                  <c:v>46055</c:v>
                </c:pt>
                <c:pt idx="5241">
                  <c:v>46056</c:v>
                </c:pt>
                <c:pt idx="5242">
                  <c:v>46057</c:v>
                </c:pt>
                <c:pt idx="5243">
                  <c:v>46058</c:v>
                </c:pt>
                <c:pt idx="5244">
                  <c:v>46059</c:v>
                </c:pt>
                <c:pt idx="5245">
                  <c:v>46062</c:v>
                </c:pt>
                <c:pt idx="5246">
                  <c:v>46063</c:v>
                </c:pt>
                <c:pt idx="5247">
                  <c:v>46064</c:v>
                </c:pt>
                <c:pt idx="5248">
                  <c:v>46065</c:v>
                </c:pt>
                <c:pt idx="5249">
                  <c:v>46066</c:v>
                </c:pt>
                <c:pt idx="5250">
                  <c:v>46069</c:v>
                </c:pt>
                <c:pt idx="5251">
                  <c:v>46070</c:v>
                </c:pt>
                <c:pt idx="5252">
                  <c:v>46071</c:v>
                </c:pt>
                <c:pt idx="5253">
                  <c:v>46072</c:v>
                </c:pt>
                <c:pt idx="5254">
                  <c:v>46073</c:v>
                </c:pt>
                <c:pt idx="5255">
                  <c:v>46076</c:v>
                </c:pt>
                <c:pt idx="5256">
                  <c:v>46077</c:v>
                </c:pt>
                <c:pt idx="5257">
                  <c:v>46078</c:v>
                </c:pt>
                <c:pt idx="5258">
                  <c:v>46079</c:v>
                </c:pt>
                <c:pt idx="5259">
                  <c:v>46080</c:v>
                </c:pt>
                <c:pt idx="5260">
                  <c:v>46083</c:v>
                </c:pt>
                <c:pt idx="5261">
                  <c:v>46084</c:v>
                </c:pt>
                <c:pt idx="5262">
                  <c:v>46085</c:v>
                </c:pt>
                <c:pt idx="5263">
                  <c:v>46086</c:v>
                </c:pt>
                <c:pt idx="5264">
                  <c:v>46087</c:v>
                </c:pt>
                <c:pt idx="5265">
                  <c:v>46090</c:v>
                </c:pt>
                <c:pt idx="5266">
                  <c:v>46091</c:v>
                </c:pt>
                <c:pt idx="5267">
                  <c:v>46092</c:v>
                </c:pt>
                <c:pt idx="5268">
                  <c:v>46093</c:v>
                </c:pt>
                <c:pt idx="5269">
                  <c:v>46094</c:v>
                </c:pt>
                <c:pt idx="5270">
                  <c:v>46097</c:v>
                </c:pt>
                <c:pt idx="5271">
                  <c:v>46098</c:v>
                </c:pt>
                <c:pt idx="5272">
                  <c:v>46099</c:v>
                </c:pt>
                <c:pt idx="5273">
                  <c:v>46100</c:v>
                </c:pt>
                <c:pt idx="5274">
                  <c:v>46101</c:v>
                </c:pt>
                <c:pt idx="5275">
                  <c:v>46104</c:v>
                </c:pt>
                <c:pt idx="5276">
                  <c:v>46105</c:v>
                </c:pt>
                <c:pt idx="5277">
                  <c:v>46106</c:v>
                </c:pt>
                <c:pt idx="5278">
                  <c:v>46107</c:v>
                </c:pt>
                <c:pt idx="5279">
                  <c:v>46108</c:v>
                </c:pt>
                <c:pt idx="5280">
                  <c:v>46111</c:v>
                </c:pt>
                <c:pt idx="5281">
                  <c:v>46112</c:v>
                </c:pt>
                <c:pt idx="5282">
                  <c:v>46113</c:v>
                </c:pt>
                <c:pt idx="5283">
                  <c:v>46114</c:v>
                </c:pt>
                <c:pt idx="5284">
                  <c:v>46115</c:v>
                </c:pt>
                <c:pt idx="5285">
                  <c:v>46118</c:v>
                </c:pt>
                <c:pt idx="5286">
                  <c:v>46119</c:v>
                </c:pt>
                <c:pt idx="5287">
                  <c:v>46120</c:v>
                </c:pt>
                <c:pt idx="5288">
                  <c:v>46121</c:v>
                </c:pt>
                <c:pt idx="5289">
                  <c:v>46122</c:v>
                </c:pt>
                <c:pt idx="5290">
                  <c:v>46125</c:v>
                </c:pt>
                <c:pt idx="5291">
                  <c:v>46126</c:v>
                </c:pt>
                <c:pt idx="5292">
                  <c:v>46127</c:v>
                </c:pt>
                <c:pt idx="5293">
                  <c:v>46128</c:v>
                </c:pt>
                <c:pt idx="5294">
                  <c:v>46129</c:v>
                </c:pt>
                <c:pt idx="5295">
                  <c:v>46132</c:v>
                </c:pt>
                <c:pt idx="5296">
                  <c:v>46133</c:v>
                </c:pt>
                <c:pt idx="5297">
                  <c:v>46134</c:v>
                </c:pt>
                <c:pt idx="5298">
                  <c:v>46135</c:v>
                </c:pt>
                <c:pt idx="5299">
                  <c:v>46136</c:v>
                </c:pt>
                <c:pt idx="5300">
                  <c:v>46139</c:v>
                </c:pt>
                <c:pt idx="5301">
                  <c:v>46140</c:v>
                </c:pt>
                <c:pt idx="5302">
                  <c:v>46141</c:v>
                </c:pt>
                <c:pt idx="5303">
                  <c:v>46142</c:v>
                </c:pt>
                <c:pt idx="5304">
                  <c:v>46143</c:v>
                </c:pt>
                <c:pt idx="5305">
                  <c:v>46146</c:v>
                </c:pt>
                <c:pt idx="5306">
                  <c:v>46147</c:v>
                </c:pt>
                <c:pt idx="5307">
                  <c:v>46148</c:v>
                </c:pt>
                <c:pt idx="5308">
                  <c:v>46149</c:v>
                </c:pt>
                <c:pt idx="5309">
                  <c:v>46150</c:v>
                </c:pt>
                <c:pt idx="5310">
                  <c:v>46153</c:v>
                </c:pt>
                <c:pt idx="5311">
                  <c:v>46154</c:v>
                </c:pt>
                <c:pt idx="5312">
                  <c:v>46155</c:v>
                </c:pt>
                <c:pt idx="5313">
                  <c:v>46156</c:v>
                </c:pt>
                <c:pt idx="5314">
                  <c:v>46157</c:v>
                </c:pt>
                <c:pt idx="5315">
                  <c:v>46160</c:v>
                </c:pt>
                <c:pt idx="5316">
                  <c:v>46161</c:v>
                </c:pt>
                <c:pt idx="5317">
                  <c:v>46162</c:v>
                </c:pt>
                <c:pt idx="5318">
                  <c:v>46163</c:v>
                </c:pt>
                <c:pt idx="5319">
                  <c:v>46164</c:v>
                </c:pt>
                <c:pt idx="5320">
                  <c:v>46167</c:v>
                </c:pt>
                <c:pt idx="5321">
                  <c:v>46168</c:v>
                </c:pt>
                <c:pt idx="5322">
                  <c:v>46169</c:v>
                </c:pt>
                <c:pt idx="5323">
                  <c:v>46170</c:v>
                </c:pt>
                <c:pt idx="5324">
                  <c:v>46171</c:v>
                </c:pt>
                <c:pt idx="5325">
                  <c:v>46174</c:v>
                </c:pt>
                <c:pt idx="5326">
                  <c:v>46175</c:v>
                </c:pt>
                <c:pt idx="5327">
                  <c:v>46176</c:v>
                </c:pt>
                <c:pt idx="5328">
                  <c:v>46177</c:v>
                </c:pt>
                <c:pt idx="5329">
                  <c:v>46178</c:v>
                </c:pt>
                <c:pt idx="5330">
                  <c:v>46181</c:v>
                </c:pt>
                <c:pt idx="5331">
                  <c:v>46182</c:v>
                </c:pt>
                <c:pt idx="5332">
                  <c:v>46183</c:v>
                </c:pt>
                <c:pt idx="5333">
                  <c:v>46184</c:v>
                </c:pt>
                <c:pt idx="5334">
                  <c:v>46185</c:v>
                </c:pt>
                <c:pt idx="5335">
                  <c:v>46188</c:v>
                </c:pt>
                <c:pt idx="5336">
                  <c:v>46189</c:v>
                </c:pt>
                <c:pt idx="5337">
                  <c:v>46190</c:v>
                </c:pt>
                <c:pt idx="5338">
                  <c:v>46191</c:v>
                </c:pt>
              </c:numCache>
            </c:numRef>
          </c:cat>
          <c:val>
            <c:numRef>
              <c:f>'worldwide policy rate'!$E$2612:$E$7950</c:f>
              <c:numCache>
                <c:formatCode>General</c:formatCode>
                <c:ptCount val="5339"/>
                <c:pt idx="0">
                  <c:v>5.5</c:v>
                </c:pt>
                <c:pt idx="1">
                  <c:v>5.5</c:v>
                </c:pt>
                <c:pt idx="2">
                  <c:v>5.5</c:v>
                </c:pt>
                <c:pt idx="3">
                  <c:v>5.5</c:v>
                </c:pt>
                <c:pt idx="4">
                  <c:v>5.5</c:v>
                </c:pt>
                <c:pt idx="5">
                  <c:v>5.5</c:v>
                </c:pt>
                <c:pt idx="6">
                  <c:v>5.5</c:v>
                </c:pt>
                <c:pt idx="7">
                  <c:v>5.5</c:v>
                </c:pt>
                <c:pt idx="8">
                  <c:v>5.5</c:v>
                </c:pt>
                <c:pt idx="9">
                  <c:v>5.5</c:v>
                </c:pt>
                <c:pt idx="10">
                  <c:v>5.5</c:v>
                </c:pt>
                <c:pt idx="11">
                  <c:v>5.5</c:v>
                </c:pt>
                <c:pt idx="12">
                  <c:v>5.5</c:v>
                </c:pt>
                <c:pt idx="13">
                  <c:v>5.5</c:v>
                </c:pt>
                <c:pt idx="14">
                  <c:v>5.5</c:v>
                </c:pt>
                <c:pt idx="15">
                  <c:v>5.5</c:v>
                </c:pt>
                <c:pt idx="16">
                  <c:v>5.5</c:v>
                </c:pt>
                <c:pt idx="17">
                  <c:v>5.5</c:v>
                </c:pt>
                <c:pt idx="18">
                  <c:v>5.5</c:v>
                </c:pt>
                <c:pt idx="19">
                  <c:v>5.5</c:v>
                </c:pt>
                <c:pt idx="20">
                  <c:v>5.5</c:v>
                </c:pt>
                <c:pt idx="21">
                  <c:v>5.5</c:v>
                </c:pt>
                <c:pt idx="22">
                  <c:v>5.5</c:v>
                </c:pt>
                <c:pt idx="23">
                  <c:v>5.5</c:v>
                </c:pt>
                <c:pt idx="24">
                  <c:v>5.5</c:v>
                </c:pt>
                <c:pt idx="25">
                  <c:v>5.5</c:v>
                </c:pt>
                <c:pt idx="26">
                  <c:v>5.5</c:v>
                </c:pt>
                <c:pt idx="27">
                  <c:v>5.5</c:v>
                </c:pt>
                <c:pt idx="28">
                  <c:v>5.5</c:v>
                </c:pt>
                <c:pt idx="29">
                  <c:v>5.5</c:v>
                </c:pt>
                <c:pt idx="30">
                  <c:v>5.5</c:v>
                </c:pt>
                <c:pt idx="31">
                  <c:v>5.5</c:v>
                </c:pt>
                <c:pt idx="32">
                  <c:v>5.5</c:v>
                </c:pt>
                <c:pt idx="33">
                  <c:v>5.5</c:v>
                </c:pt>
                <c:pt idx="34">
                  <c:v>5.5</c:v>
                </c:pt>
                <c:pt idx="35">
                  <c:v>5.5</c:v>
                </c:pt>
                <c:pt idx="36">
                  <c:v>5.5</c:v>
                </c:pt>
                <c:pt idx="37">
                  <c:v>5.5</c:v>
                </c:pt>
                <c:pt idx="38">
                  <c:v>5.5</c:v>
                </c:pt>
                <c:pt idx="39">
                  <c:v>5.5</c:v>
                </c:pt>
                <c:pt idx="40">
                  <c:v>5.5</c:v>
                </c:pt>
                <c:pt idx="41">
                  <c:v>5.5</c:v>
                </c:pt>
                <c:pt idx="42">
                  <c:v>5.5</c:v>
                </c:pt>
                <c:pt idx="43">
                  <c:v>5.5</c:v>
                </c:pt>
                <c:pt idx="44">
                  <c:v>5.5</c:v>
                </c:pt>
                <c:pt idx="45">
                  <c:v>5.5</c:v>
                </c:pt>
                <c:pt idx="46">
                  <c:v>5.5</c:v>
                </c:pt>
                <c:pt idx="47">
                  <c:v>5.5</c:v>
                </c:pt>
                <c:pt idx="48">
                  <c:v>5.5</c:v>
                </c:pt>
                <c:pt idx="49">
                  <c:v>5.5</c:v>
                </c:pt>
                <c:pt idx="50">
                  <c:v>5.5</c:v>
                </c:pt>
                <c:pt idx="51">
                  <c:v>5.5</c:v>
                </c:pt>
                <c:pt idx="52">
                  <c:v>5.5</c:v>
                </c:pt>
                <c:pt idx="53">
                  <c:v>5.5</c:v>
                </c:pt>
                <c:pt idx="54">
                  <c:v>5.5</c:v>
                </c:pt>
                <c:pt idx="55">
                  <c:v>5.5</c:v>
                </c:pt>
                <c:pt idx="56">
                  <c:v>5.5</c:v>
                </c:pt>
                <c:pt idx="57">
                  <c:v>5.5</c:v>
                </c:pt>
                <c:pt idx="58">
                  <c:v>5.5</c:v>
                </c:pt>
                <c:pt idx="59">
                  <c:v>5.5</c:v>
                </c:pt>
                <c:pt idx="60">
                  <c:v>5.5</c:v>
                </c:pt>
                <c:pt idx="61">
                  <c:v>5.5</c:v>
                </c:pt>
                <c:pt idx="62">
                  <c:v>5.5</c:v>
                </c:pt>
                <c:pt idx="63">
                  <c:v>5.5</c:v>
                </c:pt>
                <c:pt idx="64">
                  <c:v>5.5</c:v>
                </c:pt>
                <c:pt idx="65">
                  <c:v>5.5</c:v>
                </c:pt>
                <c:pt idx="66">
                  <c:v>5.5</c:v>
                </c:pt>
                <c:pt idx="67">
                  <c:v>5.5</c:v>
                </c:pt>
                <c:pt idx="68">
                  <c:v>5.5</c:v>
                </c:pt>
                <c:pt idx="69">
                  <c:v>5.5</c:v>
                </c:pt>
                <c:pt idx="70">
                  <c:v>5.5</c:v>
                </c:pt>
                <c:pt idx="71">
                  <c:v>5.5</c:v>
                </c:pt>
                <c:pt idx="72">
                  <c:v>5.5</c:v>
                </c:pt>
                <c:pt idx="73">
                  <c:v>5.5</c:v>
                </c:pt>
                <c:pt idx="74">
                  <c:v>5.5</c:v>
                </c:pt>
                <c:pt idx="75">
                  <c:v>5.5</c:v>
                </c:pt>
                <c:pt idx="76">
                  <c:v>5.5</c:v>
                </c:pt>
                <c:pt idx="77">
                  <c:v>5.5</c:v>
                </c:pt>
                <c:pt idx="78">
                  <c:v>5.5</c:v>
                </c:pt>
                <c:pt idx="79">
                  <c:v>5.5</c:v>
                </c:pt>
                <c:pt idx="80">
                  <c:v>5.5</c:v>
                </c:pt>
                <c:pt idx="81">
                  <c:v>5.5</c:v>
                </c:pt>
                <c:pt idx="82">
                  <c:v>5.5</c:v>
                </c:pt>
                <c:pt idx="83">
                  <c:v>5.5</c:v>
                </c:pt>
                <c:pt idx="84">
                  <c:v>5.5</c:v>
                </c:pt>
                <c:pt idx="85">
                  <c:v>5.5</c:v>
                </c:pt>
                <c:pt idx="86">
                  <c:v>5.75</c:v>
                </c:pt>
                <c:pt idx="87">
                  <c:v>5.75</c:v>
                </c:pt>
                <c:pt idx="88">
                  <c:v>5.75</c:v>
                </c:pt>
                <c:pt idx="89">
                  <c:v>5.75</c:v>
                </c:pt>
                <c:pt idx="90">
                  <c:v>5.75</c:v>
                </c:pt>
                <c:pt idx="91">
                  <c:v>5.75</c:v>
                </c:pt>
                <c:pt idx="92">
                  <c:v>5.75</c:v>
                </c:pt>
                <c:pt idx="93">
                  <c:v>5.75</c:v>
                </c:pt>
                <c:pt idx="94">
                  <c:v>5.75</c:v>
                </c:pt>
                <c:pt idx="95">
                  <c:v>5.75</c:v>
                </c:pt>
                <c:pt idx="96">
                  <c:v>5.75</c:v>
                </c:pt>
                <c:pt idx="97">
                  <c:v>5.75</c:v>
                </c:pt>
                <c:pt idx="98">
                  <c:v>5.75</c:v>
                </c:pt>
                <c:pt idx="99">
                  <c:v>5.75</c:v>
                </c:pt>
                <c:pt idx="100">
                  <c:v>5.75</c:v>
                </c:pt>
                <c:pt idx="101">
                  <c:v>5.75</c:v>
                </c:pt>
                <c:pt idx="102">
                  <c:v>5.75</c:v>
                </c:pt>
                <c:pt idx="103">
                  <c:v>5.75</c:v>
                </c:pt>
                <c:pt idx="104">
                  <c:v>5.75</c:v>
                </c:pt>
                <c:pt idx="105">
                  <c:v>5.75</c:v>
                </c:pt>
                <c:pt idx="106">
                  <c:v>5.75</c:v>
                </c:pt>
                <c:pt idx="107">
                  <c:v>5.75</c:v>
                </c:pt>
                <c:pt idx="108">
                  <c:v>5.75</c:v>
                </c:pt>
                <c:pt idx="109">
                  <c:v>5.75</c:v>
                </c:pt>
                <c:pt idx="110">
                  <c:v>5.75</c:v>
                </c:pt>
                <c:pt idx="111">
                  <c:v>5.75</c:v>
                </c:pt>
                <c:pt idx="112">
                  <c:v>5.75</c:v>
                </c:pt>
                <c:pt idx="113">
                  <c:v>5.75</c:v>
                </c:pt>
                <c:pt idx="114">
                  <c:v>5.75</c:v>
                </c:pt>
                <c:pt idx="115">
                  <c:v>5.75</c:v>
                </c:pt>
                <c:pt idx="116">
                  <c:v>5.75</c:v>
                </c:pt>
                <c:pt idx="117">
                  <c:v>5.75</c:v>
                </c:pt>
                <c:pt idx="118">
                  <c:v>5.75</c:v>
                </c:pt>
                <c:pt idx="119">
                  <c:v>5.75</c:v>
                </c:pt>
                <c:pt idx="120">
                  <c:v>5.75</c:v>
                </c:pt>
                <c:pt idx="121">
                  <c:v>5.75</c:v>
                </c:pt>
                <c:pt idx="122">
                  <c:v>5.75</c:v>
                </c:pt>
                <c:pt idx="123">
                  <c:v>5.75</c:v>
                </c:pt>
                <c:pt idx="124">
                  <c:v>5.75</c:v>
                </c:pt>
                <c:pt idx="125">
                  <c:v>5.75</c:v>
                </c:pt>
                <c:pt idx="126">
                  <c:v>5.75</c:v>
                </c:pt>
                <c:pt idx="127">
                  <c:v>5.75</c:v>
                </c:pt>
                <c:pt idx="128">
                  <c:v>5.75</c:v>
                </c:pt>
                <c:pt idx="129">
                  <c:v>5.75</c:v>
                </c:pt>
                <c:pt idx="130">
                  <c:v>5.75</c:v>
                </c:pt>
                <c:pt idx="131">
                  <c:v>5.75</c:v>
                </c:pt>
                <c:pt idx="132">
                  <c:v>5.75</c:v>
                </c:pt>
                <c:pt idx="133">
                  <c:v>5.75</c:v>
                </c:pt>
                <c:pt idx="134">
                  <c:v>5.75</c:v>
                </c:pt>
                <c:pt idx="135">
                  <c:v>5.75</c:v>
                </c:pt>
                <c:pt idx="136">
                  <c:v>5.75</c:v>
                </c:pt>
                <c:pt idx="137">
                  <c:v>5.75</c:v>
                </c:pt>
                <c:pt idx="138">
                  <c:v>5.75</c:v>
                </c:pt>
                <c:pt idx="139">
                  <c:v>5.75</c:v>
                </c:pt>
                <c:pt idx="140">
                  <c:v>5.75</c:v>
                </c:pt>
                <c:pt idx="141">
                  <c:v>5.75</c:v>
                </c:pt>
                <c:pt idx="142">
                  <c:v>5.75</c:v>
                </c:pt>
                <c:pt idx="143">
                  <c:v>5.75</c:v>
                </c:pt>
                <c:pt idx="144">
                  <c:v>5.75</c:v>
                </c:pt>
                <c:pt idx="145">
                  <c:v>5.75</c:v>
                </c:pt>
                <c:pt idx="146">
                  <c:v>5.75</c:v>
                </c:pt>
                <c:pt idx="147">
                  <c:v>5.75</c:v>
                </c:pt>
                <c:pt idx="148">
                  <c:v>5.75</c:v>
                </c:pt>
                <c:pt idx="149">
                  <c:v>5.75</c:v>
                </c:pt>
                <c:pt idx="150">
                  <c:v>5.75</c:v>
                </c:pt>
                <c:pt idx="151">
                  <c:v>6</c:v>
                </c:pt>
                <c:pt idx="152">
                  <c:v>6</c:v>
                </c:pt>
                <c:pt idx="153">
                  <c:v>6</c:v>
                </c:pt>
                <c:pt idx="154">
                  <c:v>6</c:v>
                </c:pt>
                <c:pt idx="155">
                  <c:v>6</c:v>
                </c:pt>
                <c:pt idx="156">
                  <c:v>6</c:v>
                </c:pt>
                <c:pt idx="157">
                  <c:v>6</c:v>
                </c:pt>
                <c:pt idx="158">
                  <c:v>6</c:v>
                </c:pt>
                <c:pt idx="159">
                  <c:v>6</c:v>
                </c:pt>
                <c:pt idx="160">
                  <c:v>6</c:v>
                </c:pt>
                <c:pt idx="161">
                  <c:v>6</c:v>
                </c:pt>
                <c:pt idx="162">
                  <c:v>6</c:v>
                </c:pt>
                <c:pt idx="163">
                  <c:v>6</c:v>
                </c:pt>
                <c:pt idx="164">
                  <c:v>6</c:v>
                </c:pt>
                <c:pt idx="165">
                  <c:v>6</c:v>
                </c:pt>
                <c:pt idx="166">
                  <c:v>6</c:v>
                </c:pt>
                <c:pt idx="167">
                  <c:v>6</c:v>
                </c:pt>
                <c:pt idx="168">
                  <c:v>6</c:v>
                </c:pt>
                <c:pt idx="169">
                  <c:v>6</c:v>
                </c:pt>
                <c:pt idx="170">
                  <c:v>6</c:v>
                </c:pt>
                <c:pt idx="171">
                  <c:v>6</c:v>
                </c:pt>
                <c:pt idx="172">
                  <c:v>6</c:v>
                </c:pt>
                <c:pt idx="173">
                  <c:v>6</c:v>
                </c:pt>
                <c:pt idx="174">
                  <c:v>6</c:v>
                </c:pt>
                <c:pt idx="175">
                  <c:v>6</c:v>
                </c:pt>
                <c:pt idx="176">
                  <c:v>6</c:v>
                </c:pt>
                <c:pt idx="177">
                  <c:v>6</c:v>
                </c:pt>
                <c:pt idx="178">
                  <c:v>6</c:v>
                </c:pt>
                <c:pt idx="179">
                  <c:v>6</c:v>
                </c:pt>
                <c:pt idx="180">
                  <c:v>6</c:v>
                </c:pt>
                <c:pt idx="181">
                  <c:v>6</c:v>
                </c:pt>
                <c:pt idx="182">
                  <c:v>6</c:v>
                </c:pt>
                <c:pt idx="183">
                  <c:v>6</c:v>
                </c:pt>
                <c:pt idx="184">
                  <c:v>6</c:v>
                </c:pt>
                <c:pt idx="185">
                  <c:v>6</c:v>
                </c:pt>
                <c:pt idx="186">
                  <c:v>6</c:v>
                </c:pt>
                <c:pt idx="187">
                  <c:v>6</c:v>
                </c:pt>
                <c:pt idx="188">
                  <c:v>6</c:v>
                </c:pt>
                <c:pt idx="189">
                  <c:v>6</c:v>
                </c:pt>
                <c:pt idx="190">
                  <c:v>6</c:v>
                </c:pt>
                <c:pt idx="191">
                  <c:v>6</c:v>
                </c:pt>
                <c:pt idx="192">
                  <c:v>6</c:v>
                </c:pt>
                <c:pt idx="193">
                  <c:v>6</c:v>
                </c:pt>
                <c:pt idx="194">
                  <c:v>6</c:v>
                </c:pt>
                <c:pt idx="195">
                  <c:v>6</c:v>
                </c:pt>
                <c:pt idx="196">
                  <c:v>6</c:v>
                </c:pt>
                <c:pt idx="197">
                  <c:v>6</c:v>
                </c:pt>
                <c:pt idx="198">
                  <c:v>6</c:v>
                </c:pt>
                <c:pt idx="199">
                  <c:v>6</c:v>
                </c:pt>
                <c:pt idx="200">
                  <c:v>6</c:v>
                </c:pt>
                <c:pt idx="201">
                  <c:v>6</c:v>
                </c:pt>
                <c:pt idx="202">
                  <c:v>6</c:v>
                </c:pt>
                <c:pt idx="203">
                  <c:v>6</c:v>
                </c:pt>
                <c:pt idx="204">
                  <c:v>6</c:v>
                </c:pt>
                <c:pt idx="205">
                  <c:v>6</c:v>
                </c:pt>
                <c:pt idx="206">
                  <c:v>6</c:v>
                </c:pt>
                <c:pt idx="207">
                  <c:v>6</c:v>
                </c:pt>
                <c:pt idx="208">
                  <c:v>6</c:v>
                </c:pt>
                <c:pt idx="209">
                  <c:v>6</c:v>
                </c:pt>
                <c:pt idx="210">
                  <c:v>6</c:v>
                </c:pt>
                <c:pt idx="211">
                  <c:v>6</c:v>
                </c:pt>
                <c:pt idx="212">
                  <c:v>6</c:v>
                </c:pt>
                <c:pt idx="213">
                  <c:v>6</c:v>
                </c:pt>
                <c:pt idx="214">
                  <c:v>6</c:v>
                </c:pt>
                <c:pt idx="215">
                  <c:v>6</c:v>
                </c:pt>
                <c:pt idx="216">
                  <c:v>6</c:v>
                </c:pt>
                <c:pt idx="217">
                  <c:v>6</c:v>
                </c:pt>
                <c:pt idx="218">
                  <c:v>6</c:v>
                </c:pt>
                <c:pt idx="219">
                  <c:v>6</c:v>
                </c:pt>
                <c:pt idx="220">
                  <c:v>6</c:v>
                </c:pt>
                <c:pt idx="221">
                  <c:v>6.25</c:v>
                </c:pt>
                <c:pt idx="222">
                  <c:v>6.25</c:v>
                </c:pt>
                <c:pt idx="223">
                  <c:v>6.25</c:v>
                </c:pt>
                <c:pt idx="224">
                  <c:v>6.25</c:v>
                </c:pt>
                <c:pt idx="225">
                  <c:v>6.25</c:v>
                </c:pt>
                <c:pt idx="226">
                  <c:v>6.25</c:v>
                </c:pt>
                <c:pt idx="227">
                  <c:v>6.25</c:v>
                </c:pt>
                <c:pt idx="228">
                  <c:v>6.25</c:v>
                </c:pt>
                <c:pt idx="229">
                  <c:v>6.25</c:v>
                </c:pt>
                <c:pt idx="230">
                  <c:v>6.25</c:v>
                </c:pt>
                <c:pt idx="231">
                  <c:v>6.25</c:v>
                </c:pt>
                <c:pt idx="232">
                  <c:v>6.25</c:v>
                </c:pt>
                <c:pt idx="233">
                  <c:v>6.25</c:v>
                </c:pt>
                <c:pt idx="234">
                  <c:v>6.25</c:v>
                </c:pt>
                <c:pt idx="235">
                  <c:v>6.25</c:v>
                </c:pt>
                <c:pt idx="236">
                  <c:v>6.25</c:v>
                </c:pt>
                <c:pt idx="237">
                  <c:v>6.25</c:v>
                </c:pt>
                <c:pt idx="238">
                  <c:v>6.25</c:v>
                </c:pt>
                <c:pt idx="239">
                  <c:v>6.25</c:v>
                </c:pt>
                <c:pt idx="240">
                  <c:v>6.25</c:v>
                </c:pt>
                <c:pt idx="241">
                  <c:v>6.25</c:v>
                </c:pt>
                <c:pt idx="242">
                  <c:v>6.25</c:v>
                </c:pt>
                <c:pt idx="243">
                  <c:v>6.25</c:v>
                </c:pt>
                <c:pt idx="244">
                  <c:v>6.25</c:v>
                </c:pt>
                <c:pt idx="245">
                  <c:v>6.25</c:v>
                </c:pt>
                <c:pt idx="246">
                  <c:v>6.25</c:v>
                </c:pt>
                <c:pt idx="247">
                  <c:v>6.25</c:v>
                </c:pt>
                <c:pt idx="248">
                  <c:v>6.25</c:v>
                </c:pt>
                <c:pt idx="249">
                  <c:v>6.25</c:v>
                </c:pt>
                <c:pt idx="250">
                  <c:v>6.25</c:v>
                </c:pt>
                <c:pt idx="251">
                  <c:v>6.25</c:v>
                </c:pt>
                <c:pt idx="252">
                  <c:v>6.25</c:v>
                </c:pt>
                <c:pt idx="253">
                  <c:v>6.25</c:v>
                </c:pt>
                <c:pt idx="254">
                  <c:v>6.25</c:v>
                </c:pt>
                <c:pt idx="255">
                  <c:v>6.25</c:v>
                </c:pt>
                <c:pt idx="256">
                  <c:v>6.25</c:v>
                </c:pt>
                <c:pt idx="257">
                  <c:v>6.25</c:v>
                </c:pt>
                <c:pt idx="258">
                  <c:v>6.25</c:v>
                </c:pt>
                <c:pt idx="259">
                  <c:v>6.25</c:v>
                </c:pt>
                <c:pt idx="260">
                  <c:v>6.25</c:v>
                </c:pt>
                <c:pt idx="261">
                  <c:v>6.25</c:v>
                </c:pt>
                <c:pt idx="262">
                  <c:v>6.25</c:v>
                </c:pt>
                <c:pt idx="263">
                  <c:v>6.25</c:v>
                </c:pt>
                <c:pt idx="264">
                  <c:v>6.25</c:v>
                </c:pt>
                <c:pt idx="265">
                  <c:v>6.25</c:v>
                </c:pt>
                <c:pt idx="266">
                  <c:v>6.25</c:v>
                </c:pt>
                <c:pt idx="267">
                  <c:v>6.25</c:v>
                </c:pt>
                <c:pt idx="268">
                  <c:v>6.25</c:v>
                </c:pt>
                <c:pt idx="269">
                  <c:v>6.25</c:v>
                </c:pt>
                <c:pt idx="270">
                  <c:v>6.25</c:v>
                </c:pt>
                <c:pt idx="271">
                  <c:v>6.25</c:v>
                </c:pt>
                <c:pt idx="272">
                  <c:v>6.25</c:v>
                </c:pt>
                <c:pt idx="273">
                  <c:v>6.25</c:v>
                </c:pt>
                <c:pt idx="274">
                  <c:v>6.25</c:v>
                </c:pt>
                <c:pt idx="275">
                  <c:v>6.25</c:v>
                </c:pt>
                <c:pt idx="276">
                  <c:v>6.25</c:v>
                </c:pt>
                <c:pt idx="277">
                  <c:v>6.25</c:v>
                </c:pt>
                <c:pt idx="278">
                  <c:v>6.25</c:v>
                </c:pt>
                <c:pt idx="279">
                  <c:v>6.25</c:v>
                </c:pt>
                <c:pt idx="280">
                  <c:v>6.25</c:v>
                </c:pt>
                <c:pt idx="281">
                  <c:v>6.25</c:v>
                </c:pt>
                <c:pt idx="282">
                  <c:v>6.25</c:v>
                </c:pt>
                <c:pt idx="283">
                  <c:v>6.25</c:v>
                </c:pt>
                <c:pt idx="284">
                  <c:v>6.25</c:v>
                </c:pt>
                <c:pt idx="285">
                  <c:v>6.25</c:v>
                </c:pt>
                <c:pt idx="286">
                  <c:v>6.25</c:v>
                </c:pt>
                <c:pt idx="287">
                  <c:v>6.25</c:v>
                </c:pt>
                <c:pt idx="288">
                  <c:v>6.25</c:v>
                </c:pt>
                <c:pt idx="289">
                  <c:v>6.25</c:v>
                </c:pt>
                <c:pt idx="290">
                  <c:v>6.25</c:v>
                </c:pt>
                <c:pt idx="291">
                  <c:v>6.25</c:v>
                </c:pt>
                <c:pt idx="292">
                  <c:v>6.25</c:v>
                </c:pt>
                <c:pt idx="293">
                  <c:v>6.25</c:v>
                </c:pt>
                <c:pt idx="294">
                  <c:v>6.25</c:v>
                </c:pt>
                <c:pt idx="295">
                  <c:v>6.25</c:v>
                </c:pt>
                <c:pt idx="296">
                  <c:v>6.25</c:v>
                </c:pt>
                <c:pt idx="297">
                  <c:v>6.25</c:v>
                </c:pt>
                <c:pt idx="298">
                  <c:v>6.25</c:v>
                </c:pt>
                <c:pt idx="299">
                  <c:v>6.25</c:v>
                </c:pt>
                <c:pt idx="300">
                  <c:v>6.25</c:v>
                </c:pt>
                <c:pt idx="301">
                  <c:v>6.25</c:v>
                </c:pt>
                <c:pt idx="302">
                  <c:v>6.25</c:v>
                </c:pt>
                <c:pt idx="303">
                  <c:v>6.25</c:v>
                </c:pt>
                <c:pt idx="304">
                  <c:v>6.25</c:v>
                </c:pt>
                <c:pt idx="305">
                  <c:v>6.25</c:v>
                </c:pt>
                <c:pt idx="306">
                  <c:v>6.25</c:v>
                </c:pt>
                <c:pt idx="307">
                  <c:v>6.25</c:v>
                </c:pt>
                <c:pt idx="308">
                  <c:v>6.25</c:v>
                </c:pt>
                <c:pt idx="309">
                  <c:v>6.25</c:v>
                </c:pt>
                <c:pt idx="310">
                  <c:v>6.25</c:v>
                </c:pt>
                <c:pt idx="311">
                  <c:v>6.25</c:v>
                </c:pt>
                <c:pt idx="312">
                  <c:v>6.25</c:v>
                </c:pt>
                <c:pt idx="313">
                  <c:v>6.25</c:v>
                </c:pt>
                <c:pt idx="314">
                  <c:v>6.25</c:v>
                </c:pt>
                <c:pt idx="315">
                  <c:v>6.25</c:v>
                </c:pt>
                <c:pt idx="316">
                  <c:v>6.25</c:v>
                </c:pt>
                <c:pt idx="317">
                  <c:v>6.25</c:v>
                </c:pt>
                <c:pt idx="318">
                  <c:v>6.25</c:v>
                </c:pt>
                <c:pt idx="319">
                  <c:v>6.25</c:v>
                </c:pt>
                <c:pt idx="320">
                  <c:v>6.25</c:v>
                </c:pt>
                <c:pt idx="321">
                  <c:v>6.25</c:v>
                </c:pt>
                <c:pt idx="322">
                  <c:v>6.25</c:v>
                </c:pt>
                <c:pt idx="323">
                  <c:v>6.25</c:v>
                </c:pt>
                <c:pt idx="324">
                  <c:v>6.25</c:v>
                </c:pt>
                <c:pt idx="325">
                  <c:v>6.25</c:v>
                </c:pt>
                <c:pt idx="326">
                  <c:v>6.25</c:v>
                </c:pt>
                <c:pt idx="327">
                  <c:v>6.25</c:v>
                </c:pt>
                <c:pt idx="328">
                  <c:v>6.25</c:v>
                </c:pt>
                <c:pt idx="329">
                  <c:v>6.25</c:v>
                </c:pt>
                <c:pt idx="330">
                  <c:v>6.25</c:v>
                </c:pt>
                <c:pt idx="331">
                  <c:v>6.25</c:v>
                </c:pt>
                <c:pt idx="332">
                  <c:v>6.25</c:v>
                </c:pt>
                <c:pt idx="333">
                  <c:v>6.25</c:v>
                </c:pt>
                <c:pt idx="334">
                  <c:v>6.25</c:v>
                </c:pt>
                <c:pt idx="335">
                  <c:v>6.25</c:v>
                </c:pt>
                <c:pt idx="336">
                  <c:v>6.25</c:v>
                </c:pt>
                <c:pt idx="337">
                  <c:v>6.25</c:v>
                </c:pt>
                <c:pt idx="338">
                  <c:v>6.25</c:v>
                </c:pt>
                <c:pt idx="339">
                  <c:v>6.25</c:v>
                </c:pt>
                <c:pt idx="340">
                  <c:v>6.25</c:v>
                </c:pt>
                <c:pt idx="341">
                  <c:v>6.25</c:v>
                </c:pt>
                <c:pt idx="342">
                  <c:v>6.25</c:v>
                </c:pt>
                <c:pt idx="343">
                  <c:v>6.25</c:v>
                </c:pt>
                <c:pt idx="344">
                  <c:v>6.25</c:v>
                </c:pt>
                <c:pt idx="345">
                  <c:v>6.25</c:v>
                </c:pt>
                <c:pt idx="346">
                  <c:v>6.25</c:v>
                </c:pt>
                <c:pt idx="347">
                  <c:v>6.25</c:v>
                </c:pt>
                <c:pt idx="348">
                  <c:v>6.25</c:v>
                </c:pt>
                <c:pt idx="349">
                  <c:v>6.25</c:v>
                </c:pt>
                <c:pt idx="350">
                  <c:v>6.25</c:v>
                </c:pt>
                <c:pt idx="351">
                  <c:v>6.25</c:v>
                </c:pt>
                <c:pt idx="352">
                  <c:v>6.25</c:v>
                </c:pt>
                <c:pt idx="353">
                  <c:v>6.25</c:v>
                </c:pt>
                <c:pt idx="354">
                  <c:v>6.25</c:v>
                </c:pt>
                <c:pt idx="355">
                  <c:v>6.25</c:v>
                </c:pt>
                <c:pt idx="356">
                  <c:v>6.25</c:v>
                </c:pt>
                <c:pt idx="357">
                  <c:v>6.25</c:v>
                </c:pt>
                <c:pt idx="358">
                  <c:v>6.25</c:v>
                </c:pt>
                <c:pt idx="359">
                  <c:v>6.25</c:v>
                </c:pt>
                <c:pt idx="360">
                  <c:v>6.25</c:v>
                </c:pt>
                <c:pt idx="361">
                  <c:v>6.25</c:v>
                </c:pt>
                <c:pt idx="362">
                  <c:v>6.25</c:v>
                </c:pt>
                <c:pt idx="363">
                  <c:v>6.25</c:v>
                </c:pt>
                <c:pt idx="364">
                  <c:v>6.25</c:v>
                </c:pt>
                <c:pt idx="365">
                  <c:v>6.25</c:v>
                </c:pt>
                <c:pt idx="366">
                  <c:v>6.25</c:v>
                </c:pt>
                <c:pt idx="367">
                  <c:v>6.25</c:v>
                </c:pt>
                <c:pt idx="368">
                  <c:v>6.25</c:v>
                </c:pt>
                <c:pt idx="369">
                  <c:v>6.25</c:v>
                </c:pt>
                <c:pt idx="370">
                  <c:v>6.25</c:v>
                </c:pt>
                <c:pt idx="371">
                  <c:v>6.25</c:v>
                </c:pt>
                <c:pt idx="372">
                  <c:v>6.25</c:v>
                </c:pt>
                <c:pt idx="373">
                  <c:v>6.25</c:v>
                </c:pt>
                <c:pt idx="374">
                  <c:v>6.25</c:v>
                </c:pt>
                <c:pt idx="375">
                  <c:v>6.25</c:v>
                </c:pt>
                <c:pt idx="376">
                  <c:v>6.25</c:v>
                </c:pt>
                <c:pt idx="377">
                  <c:v>6.25</c:v>
                </c:pt>
                <c:pt idx="378">
                  <c:v>6.25</c:v>
                </c:pt>
                <c:pt idx="379">
                  <c:v>6.25</c:v>
                </c:pt>
                <c:pt idx="380">
                  <c:v>6.25</c:v>
                </c:pt>
                <c:pt idx="381">
                  <c:v>6.25</c:v>
                </c:pt>
                <c:pt idx="382">
                  <c:v>6.25</c:v>
                </c:pt>
                <c:pt idx="383">
                  <c:v>6.25</c:v>
                </c:pt>
                <c:pt idx="384">
                  <c:v>6.25</c:v>
                </c:pt>
                <c:pt idx="385">
                  <c:v>6.25</c:v>
                </c:pt>
                <c:pt idx="386">
                  <c:v>6.25</c:v>
                </c:pt>
                <c:pt idx="387">
                  <c:v>6.25</c:v>
                </c:pt>
                <c:pt idx="388">
                  <c:v>6.25</c:v>
                </c:pt>
                <c:pt idx="389">
                  <c:v>6.25</c:v>
                </c:pt>
                <c:pt idx="390">
                  <c:v>6.25</c:v>
                </c:pt>
                <c:pt idx="391">
                  <c:v>6.25</c:v>
                </c:pt>
                <c:pt idx="392">
                  <c:v>6.25</c:v>
                </c:pt>
                <c:pt idx="393">
                  <c:v>6.25</c:v>
                </c:pt>
                <c:pt idx="394">
                  <c:v>6.25</c:v>
                </c:pt>
                <c:pt idx="395">
                  <c:v>6.25</c:v>
                </c:pt>
                <c:pt idx="396">
                  <c:v>6.25</c:v>
                </c:pt>
                <c:pt idx="397">
                  <c:v>6.25</c:v>
                </c:pt>
                <c:pt idx="398">
                  <c:v>6.25</c:v>
                </c:pt>
                <c:pt idx="399">
                  <c:v>6.25</c:v>
                </c:pt>
                <c:pt idx="400">
                  <c:v>6.25</c:v>
                </c:pt>
                <c:pt idx="401">
                  <c:v>6.25</c:v>
                </c:pt>
                <c:pt idx="402">
                  <c:v>6.25</c:v>
                </c:pt>
                <c:pt idx="403">
                  <c:v>6.25</c:v>
                </c:pt>
                <c:pt idx="404">
                  <c:v>6.25</c:v>
                </c:pt>
                <c:pt idx="405">
                  <c:v>6.25</c:v>
                </c:pt>
                <c:pt idx="406">
                  <c:v>6.25</c:v>
                </c:pt>
                <c:pt idx="407">
                  <c:v>6.25</c:v>
                </c:pt>
                <c:pt idx="408">
                  <c:v>6.25</c:v>
                </c:pt>
                <c:pt idx="409">
                  <c:v>6.25</c:v>
                </c:pt>
                <c:pt idx="410">
                  <c:v>6.25</c:v>
                </c:pt>
                <c:pt idx="411">
                  <c:v>6.25</c:v>
                </c:pt>
                <c:pt idx="412">
                  <c:v>6.25</c:v>
                </c:pt>
                <c:pt idx="413">
                  <c:v>6.25</c:v>
                </c:pt>
                <c:pt idx="414">
                  <c:v>6.25</c:v>
                </c:pt>
                <c:pt idx="415">
                  <c:v>6.25</c:v>
                </c:pt>
                <c:pt idx="416">
                  <c:v>6.5</c:v>
                </c:pt>
                <c:pt idx="417">
                  <c:v>6.5</c:v>
                </c:pt>
                <c:pt idx="418">
                  <c:v>6.5</c:v>
                </c:pt>
                <c:pt idx="419">
                  <c:v>6.5</c:v>
                </c:pt>
                <c:pt idx="420">
                  <c:v>6.5</c:v>
                </c:pt>
                <c:pt idx="421">
                  <c:v>6.5</c:v>
                </c:pt>
                <c:pt idx="422">
                  <c:v>6.5</c:v>
                </c:pt>
                <c:pt idx="423">
                  <c:v>6.5</c:v>
                </c:pt>
                <c:pt idx="424">
                  <c:v>6.5</c:v>
                </c:pt>
                <c:pt idx="425">
                  <c:v>6.5</c:v>
                </c:pt>
                <c:pt idx="426">
                  <c:v>6.5</c:v>
                </c:pt>
                <c:pt idx="427">
                  <c:v>6.5</c:v>
                </c:pt>
                <c:pt idx="428">
                  <c:v>6.5</c:v>
                </c:pt>
                <c:pt idx="429">
                  <c:v>6.5</c:v>
                </c:pt>
                <c:pt idx="430">
                  <c:v>6.5</c:v>
                </c:pt>
                <c:pt idx="431">
                  <c:v>6.5</c:v>
                </c:pt>
                <c:pt idx="432">
                  <c:v>6.5</c:v>
                </c:pt>
                <c:pt idx="433">
                  <c:v>6.5</c:v>
                </c:pt>
                <c:pt idx="434">
                  <c:v>6.5</c:v>
                </c:pt>
                <c:pt idx="435">
                  <c:v>6.5</c:v>
                </c:pt>
                <c:pt idx="436">
                  <c:v>6.5</c:v>
                </c:pt>
                <c:pt idx="437">
                  <c:v>6.5</c:v>
                </c:pt>
                <c:pt idx="438">
                  <c:v>6.5</c:v>
                </c:pt>
                <c:pt idx="439">
                  <c:v>6.5</c:v>
                </c:pt>
                <c:pt idx="440">
                  <c:v>6.5</c:v>
                </c:pt>
                <c:pt idx="441">
                  <c:v>6.5</c:v>
                </c:pt>
                <c:pt idx="442">
                  <c:v>6.5</c:v>
                </c:pt>
                <c:pt idx="443">
                  <c:v>6.5</c:v>
                </c:pt>
                <c:pt idx="444">
                  <c:v>6.5</c:v>
                </c:pt>
                <c:pt idx="445">
                  <c:v>6.5</c:v>
                </c:pt>
                <c:pt idx="446">
                  <c:v>6.5</c:v>
                </c:pt>
                <c:pt idx="447">
                  <c:v>6.5</c:v>
                </c:pt>
                <c:pt idx="448">
                  <c:v>6.5</c:v>
                </c:pt>
                <c:pt idx="449">
                  <c:v>6.5</c:v>
                </c:pt>
                <c:pt idx="450">
                  <c:v>6.5</c:v>
                </c:pt>
                <c:pt idx="451">
                  <c:v>6.5</c:v>
                </c:pt>
                <c:pt idx="452">
                  <c:v>6.5</c:v>
                </c:pt>
                <c:pt idx="453">
                  <c:v>6.5</c:v>
                </c:pt>
                <c:pt idx="454">
                  <c:v>6.5</c:v>
                </c:pt>
                <c:pt idx="455">
                  <c:v>6.5</c:v>
                </c:pt>
                <c:pt idx="456">
                  <c:v>6.5</c:v>
                </c:pt>
                <c:pt idx="457">
                  <c:v>6.5</c:v>
                </c:pt>
                <c:pt idx="458">
                  <c:v>6.5</c:v>
                </c:pt>
                <c:pt idx="459">
                  <c:v>6.5</c:v>
                </c:pt>
                <c:pt idx="460">
                  <c:v>6.5</c:v>
                </c:pt>
                <c:pt idx="461">
                  <c:v>6.5</c:v>
                </c:pt>
                <c:pt idx="462">
                  <c:v>6.5</c:v>
                </c:pt>
                <c:pt idx="463">
                  <c:v>6.5</c:v>
                </c:pt>
                <c:pt idx="464">
                  <c:v>6.5</c:v>
                </c:pt>
                <c:pt idx="465">
                  <c:v>6.5</c:v>
                </c:pt>
                <c:pt idx="466">
                  <c:v>6.5</c:v>
                </c:pt>
                <c:pt idx="467">
                  <c:v>6.5</c:v>
                </c:pt>
                <c:pt idx="468">
                  <c:v>6.5</c:v>
                </c:pt>
                <c:pt idx="469">
                  <c:v>6.5</c:v>
                </c:pt>
                <c:pt idx="470">
                  <c:v>6.5</c:v>
                </c:pt>
                <c:pt idx="471">
                  <c:v>6.5</c:v>
                </c:pt>
                <c:pt idx="472">
                  <c:v>6.5</c:v>
                </c:pt>
                <c:pt idx="473">
                  <c:v>6.5</c:v>
                </c:pt>
                <c:pt idx="474">
                  <c:v>6.5</c:v>
                </c:pt>
                <c:pt idx="475">
                  <c:v>6.5</c:v>
                </c:pt>
                <c:pt idx="476">
                  <c:v>6.5</c:v>
                </c:pt>
                <c:pt idx="477">
                  <c:v>6.5</c:v>
                </c:pt>
                <c:pt idx="478">
                  <c:v>6.5</c:v>
                </c:pt>
                <c:pt idx="479">
                  <c:v>6.5</c:v>
                </c:pt>
                <c:pt idx="480">
                  <c:v>6.5</c:v>
                </c:pt>
                <c:pt idx="481">
                  <c:v>6.75</c:v>
                </c:pt>
                <c:pt idx="482">
                  <c:v>6.75</c:v>
                </c:pt>
                <c:pt idx="483">
                  <c:v>6.75</c:v>
                </c:pt>
                <c:pt idx="484">
                  <c:v>6.75</c:v>
                </c:pt>
                <c:pt idx="485">
                  <c:v>6.75</c:v>
                </c:pt>
                <c:pt idx="486">
                  <c:v>6.75</c:v>
                </c:pt>
                <c:pt idx="487">
                  <c:v>6.75</c:v>
                </c:pt>
                <c:pt idx="488">
                  <c:v>6.75</c:v>
                </c:pt>
                <c:pt idx="489">
                  <c:v>6.75</c:v>
                </c:pt>
                <c:pt idx="490">
                  <c:v>6.75</c:v>
                </c:pt>
                <c:pt idx="491">
                  <c:v>6.75</c:v>
                </c:pt>
                <c:pt idx="492">
                  <c:v>6.75</c:v>
                </c:pt>
                <c:pt idx="493">
                  <c:v>6.75</c:v>
                </c:pt>
                <c:pt idx="494">
                  <c:v>6.75</c:v>
                </c:pt>
                <c:pt idx="495">
                  <c:v>6.75</c:v>
                </c:pt>
                <c:pt idx="496">
                  <c:v>6.75</c:v>
                </c:pt>
                <c:pt idx="497">
                  <c:v>6.75</c:v>
                </c:pt>
                <c:pt idx="498">
                  <c:v>6.75</c:v>
                </c:pt>
                <c:pt idx="499">
                  <c:v>6.75</c:v>
                </c:pt>
                <c:pt idx="500">
                  <c:v>6.75</c:v>
                </c:pt>
                <c:pt idx="501">
                  <c:v>6.75</c:v>
                </c:pt>
                <c:pt idx="502">
                  <c:v>6.75</c:v>
                </c:pt>
                <c:pt idx="503">
                  <c:v>6.75</c:v>
                </c:pt>
                <c:pt idx="504">
                  <c:v>6.75</c:v>
                </c:pt>
                <c:pt idx="505">
                  <c:v>6.75</c:v>
                </c:pt>
                <c:pt idx="506">
                  <c:v>6.75</c:v>
                </c:pt>
                <c:pt idx="507">
                  <c:v>6.75</c:v>
                </c:pt>
                <c:pt idx="508">
                  <c:v>6.75</c:v>
                </c:pt>
                <c:pt idx="509">
                  <c:v>6.75</c:v>
                </c:pt>
                <c:pt idx="510">
                  <c:v>6.75</c:v>
                </c:pt>
                <c:pt idx="511">
                  <c:v>6.75</c:v>
                </c:pt>
                <c:pt idx="512">
                  <c:v>6.75</c:v>
                </c:pt>
                <c:pt idx="513">
                  <c:v>6.75</c:v>
                </c:pt>
                <c:pt idx="514">
                  <c:v>6.75</c:v>
                </c:pt>
                <c:pt idx="515">
                  <c:v>6.75</c:v>
                </c:pt>
                <c:pt idx="516">
                  <c:v>6.75</c:v>
                </c:pt>
                <c:pt idx="517">
                  <c:v>6.75</c:v>
                </c:pt>
                <c:pt idx="518">
                  <c:v>6.75</c:v>
                </c:pt>
                <c:pt idx="519">
                  <c:v>6.75</c:v>
                </c:pt>
                <c:pt idx="520">
                  <c:v>6.75</c:v>
                </c:pt>
                <c:pt idx="521">
                  <c:v>6.75</c:v>
                </c:pt>
                <c:pt idx="522">
                  <c:v>6.75</c:v>
                </c:pt>
                <c:pt idx="523">
                  <c:v>6.75</c:v>
                </c:pt>
                <c:pt idx="524">
                  <c:v>6.75</c:v>
                </c:pt>
                <c:pt idx="525">
                  <c:v>6.75</c:v>
                </c:pt>
                <c:pt idx="526">
                  <c:v>6.75</c:v>
                </c:pt>
                <c:pt idx="527">
                  <c:v>6.75</c:v>
                </c:pt>
                <c:pt idx="528">
                  <c:v>6.75</c:v>
                </c:pt>
                <c:pt idx="529">
                  <c:v>6.75</c:v>
                </c:pt>
                <c:pt idx="530">
                  <c:v>6.75</c:v>
                </c:pt>
                <c:pt idx="531">
                  <c:v>6.75</c:v>
                </c:pt>
                <c:pt idx="532">
                  <c:v>6.75</c:v>
                </c:pt>
                <c:pt idx="533">
                  <c:v>6.75</c:v>
                </c:pt>
                <c:pt idx="534">
                  <c:v>6.75</c:v>
                </c:pt>
                <c:pt idx="535">
                  <c:v>6.75</c:v>
                </c:pt>
                <c:pt idx="536">
                  <c:v>6.75</c:v>
                </c:pt>
                <c:pt idx="537">
                  <c:v>6.75</c:v>
                </c:pt>
                <c:pt idx="538">
                  <c:v>6.75</c:v>
                </c:pt>
                <c:pt idx="539">
                  <c:v>6.75</c:v>
                </c:pt>
                <c:pt idx="540">
                  <c:v>6.75</c:v>
                </c:pt>
                <c:pt idx="541">
                  <c:v>6.75</c:v>
                </c:pt>
                <c:pt idx="542">
                  <c:v>6.75</c:v>
                </c:pt>
                <c:pt idx="543">
                  <c:v>6.75</c:v>
                </c:pt>
                <c:pt idx="544">
                  <c:v>6.75</c:v>
                </c:pt>
                <c:pt idx="545">
                  <c:v>6.75</c:v>
                </c:pt>
                <c:pt idx="546">
                  <c:v>7</c:v>
                </c:pt>
                <c:pt idx="547">
                  <c:v>7</c:v>
                </c:pt>
                <c:pt idx="548">
                  <c:v>7</c:v>
                </c:pt>
                <c:pt idx="549">
                  <c:v>7</c:v>
                </c:pt>
                <c:pt idx="550">
                  <c:v>7</c:v>
                </c:pt>
                <c:pt idx="551">
                  <c:v>7</c:v>
                </c:pt>
                <c:pt idx="552">
                  <c:v>7</c:v>
                </c:pt>
                <c:pt idx="553">
                  <c:v>7</c:v>
                </c:pt>
                <c:pt idx="554">
                  <c:v>7</c:v>
                </c:pt>
                <c:pt idx="555">
                  <c:v>7</c:v>
                </c:pt>
                <c:pt idx="556">
                  <c:v>7</c:v>
                </c:pt>
                <c:pt idx="557">
                  <c:v>7</c:v>
                </c:pt>
                <c:pt idx="558">
                  <c:v>7</c:v>
                </c:pt>
                <c:pt idx="559">
                  <c:v>7</c:v>
                </c:pt>
                <c:pt idx="560">
                  <c:v>7</c:v>
                </c:pt>
                <c:pt idx="561">
                  <c:v>7</c:v>
                </c:pt>
                <c:pt idx="562">
                  <c:v>7</c:v>
                </c:pt>
                <c:pt idx="563">
                  <c:v>7</c:v>
                </c:pt>
                <c:pt idx="564">
                  <c:v>7</c:v>
                </c:pt>
                <c:pt idx="565">
                  <c:v>7</c:v>
                </c:pt>
                <c:pt idx="566">
                  <c:v>7.25</c:v>
                </c:pt>
                <c:pt idx="567">
                  <c:v>7.25</c:v>
                </c:pt>
                <c:pt idx="568">
                  <c:v>7.25</c:v>
                </c:pt>
                <c:pt idx="569">
                  <c:v>7.25</c:v>
                </c:pt>
                <c:pt idx="570">
                  <c:v>7.25</c:v>
                </c:pt>
                <c:pt idx="571">
                  <c:v>7.25</c:v>
                </c:pt>
                <c:pt idx="572">
                  <c:v>7.25</c:v>
                </c:pt>
                <c:pt idx="573">
                  <c:v>7.25</c:v>
                </c:pt>
                <c:pt idx="574">
                  <c:v>7.25</c:v>
                </c:pt>
                <c:pt idx="575">
                  <c:v>7.25</c:v>
                </c:pt>
                <c:pt idx="576">
                  <c:v>7.25</c:v>
                </c:pt>
                <c:pt idx="577">
                  <c:v>7.25</c:v>
                </c:pt>
                <c:pt idx="578">
                  <c:v>7.25</c:v>
                </c:pt>
                <c:pt idx="579">
                  <c:v>7.25</c:v>
                </c:pt>
                <c:pt idx="580">
                  <c:v>7.25</c:v>
                </c:pt>
                <c:pt idx="581">
                  <c:v>7.25</c:v>
                </c:pt>
                <c:pt idx="582">
                  <c:v>7.25</c:v>
                </c:pt>
                <c:pt idx="583">
                  <c:v>7.25</c:v>
                </c:pt>
                <c:pt idx="584">
                  <c:v>7.25</c:v>
                </c:pt>
                <c:pt idx="585">
                  <c:v>7.25</c:v>
                </c:pt>
                <c:pt idx="586">
                  <c:v>7.25</c:v>
                </c:pt>
                <c:pt idx="587">
                  <c:v>7.25</c:v>
                </c:pt>
                <c:pt idx="588">
                  <c:v>7.25</c:v>
                </c:pt>
                <c:pt idx="589">
                  <c:v>7.25</c:v>
                </c:pt>
                <c:pt idx="590">
                  <c:v>7.25</c:v>
                </c:pt>
                <c:pt idx="591">
                  <c:v>7.25</c:v>
                </c:pt>
                <c:pt idx="592">
                  <c:v>7.25</c:v>
                </c:pt>
                <c:pt idx="593">
                  <c:v>7.25</c:v>
                </c:pt>
                <c:pt idx="594">
                  <c:v>7.25</c:v>
                </c:pt>
                <c:pt idx="595">
                  <c:v>7.25</c:v>
                </c:pt>
                <c:pt idx="596">
                  <c:v>7.25</c:v>
                </c:pt>
                <c:pt idx="597">
                  <c:v>7.25</c:v>
                </c:pt>
                <c:pt idx="598">
                  <c:v>7.25</c:v>
                </c:pt>
                <c:pt idx="599">
                  <c:v>7.25</c:v>
                </c:pt>
                <c:pt idx="600">
                  <c:v>7.25</c:v>
                </c:pt>
                <c:pt idx="601">
                  <c:v>7.25</c:v>
                </c:pt>
                <c:pt idx="602">
                  <c:v>7.25</c:v>
                </c:pt>
                <c:pt idx="603">
                  <c:v>7.25</c:v>
                </c:pt>
                <c:pt idx="604">
                  <c:v>7.25</c:v>
                </c:pt>
                <c:pt idx="605">
                  <c:v>7.25</c:v>
                </c:pt>
                <c:pt idx="606">
                  <c:v>7.25</c:v>
                </c:pt>
                <c:pt idx="607">
                  <c:v>7.25</c:v>
                </c:pt>
                <c:pt idx="608">
                  <c:v>7.25</c:v>
                </c:pt>
                <c:pt idx="609">
                  <c:v>7.25</c:v>
                </c:pt>
                <c:pt idx="610">
                  <c:v>7.25</c:v>
                </c:pt>
                <c:pt idx="611">
                  <c:v>7.25</c:v>
                </c:pt>
                <c:pt idx="612">
                  <c:v>7.25</c:v>
                </c:pt>
                <c:pt idx="613">
                  <c:v>7.25</c:v>
                </c:pt>
                <c:pt idx="614">
                  <c:v>7.25</c:v>
                </c:pt>
                <c:pt idx="615">
                  <c:v>7.25</c:v>
                </c:pt>
                <c:pt idx="616">
                  <c:v>7.25</c:v>
                </c:pt>
                <c:pt idx="617">
                  <c:v>7.25</c:v>
                </c:pt>
                <c:pt idx="618">
                  <c:v>7.25</c:v>
                </c:pt>
                <c:pt idx="619">
                  <c:v>7.25</c:v>
                </c:pt>
                <c:pt idx="620">
                  <c:v>7.25</c:v>
                </c:pt>
                <c:pt idx="621">
                  <c:v>7.25</c:v>
                </c:pt>
                <c:pt idx="622">
                  <c:v>7.25</c:v>
                </c:pt>
                <c:pt idx="623">
                  <c:v>7.25</c:v>
                </c:pt>
                <c:pt idx="624">
                  <c:v>7.25</c:v>
                </c:pt>
                <c:pt idx="625">
                  <c:v>7.25</c:v>
                </c:pt>
                <c:pt idx="626">
                  <c:v>7.25</c:v>
                </c:pt>
                <c:pt idx="627">
                  <c:v>7.25</c:v>
                </c:pt>
                <c:pt idx="628">
                  <c:v>7.25</c:v>
                </c:pt>
                <c:pt idx="629">
                  <c:v>7.25</c:v>
                </c:pt>
                <c:pt idx="630">
                  <c:v>7.25</c:v>
                </c:pt>
                <c:pt idx="631">
                  <c:v>7.25</c:v>
                </c:pt>
                <c:pt idx="632">
                  <c:v>7.25</c:v>
                </c:pt>
                <c:pt idx="633">
                  <c:v>7.25</c:v>
                </c:pt>
                <c:pt idx="634">
                  <c:v>7.25</c:v>
                </c:pt>
                <c:pt idx="635">
                  <c:v>7.25</c:v>
                </c:pt>
                <c:pt idx="636">
                  <c:v>7.25</c:v>
                </c:pt>
                <c:pt idx="637">
                  <c:v>7.25</c:v>
                </c:pt>
                <c:pt idx="638">
                  <c:v>7.25</c:v>
                </c:pt>
                <c:pt idx="639">
                  <c:v>7.25</c:v>
                </c:pt>
                <c:pt idx="640">
                  <c:v>7.25</c:v>
                </c:pt>
                <c:pt idx="641">
                  <c:v>7.25</c:v>
                </c:pt>
                <c:pt idx="642">
                  <c:v>7.25</c:v>
                </c:pt>
                <c:pt idx="643">
                  <c:v>7.25</c:v>
                </c:pt>
                <c:pt idx="644">
                  <c:v>7.25</c:v>
                </c:pt>
                <c:pt idx="645">
                  <c:v>7.25</c:v>
                </c:pt>
                <c:pt idx="646">
                  <c:v>7.25</c:v>
                </c:pt>
                <c:pt idx="647">
                  <c:v>7.25</c:v>
                </c:pt>
                <c:pt idx="648">
                  <c:v>7.25</c:v>
                </c:pt>
                <c:pt idx="649">
                  <c:v>7.25</c:v>
                </c:pt>
                <c:pt idx="650">
                  <c:v>7.25</c:v>
                </c:pt>
                <c:pt idx="651">
                  <c:v>7.25</c:v>
                </c:pt>
                <c:pt idx="652">
                  <c:v>7.25</c:v>
                </c:pt>
                <c:pt idx="653">
                  <c:v>7.25</c:v>
                </c:pt>
                <c:pt idx="654">
                  <c:v>7.25</c:v>
                </c:pt>
                <c:pt idx="655">
                  <c:v>7.25</c:v>
                </c:pt>
                <c:pt idx="656">
                  <c:v>7.25</c:v>
                </c:pt>
                <c:pt idx="657">
                  <c:v>7.25</c:v>
                </c:pt>
                <c:pt idx="658">
                  <c:v>7.25</c:v>
                </c:pt>
                <c:pt idx="659">
                  <c:v>7.25</c:v>
                </c:pt>
                <c:pt idx="660">
                  <c:v>7.25</c:v>
                </c:pt>
                <c:pt idx="661">
                  <c:v>7.25</c:v>
                </c:pt>
                <c:pt idx="662">
                  <c:v>7.25</c:v>
                </c:pt>
                <c:pt idx="663">
                  <c:v>7.25</c:v>
                </c:pt>
                <c:pt idx="664">
                  <c:v>7.25</c:v>
                </c:pt>
                <c:pt idx="665">
                  <c:v>7.25</c:v>
                </c:pt>
                <c:pt idx="666">
                  <c:v>7.25</c:v>
                </c:pt>
                <c:pt idx="667">
                  <c:v>7.25</c:v>
                </c:pt>
                <c:pt idx="668">
                  <c:v>7.25</c:v>
                </c:pt>
                <c:pt idx="669">
                  <c:v>7.25</c:v>
                </c:pt>
                <c:pt idx="670">
                  <c:v>7.25</c:v>
                </c:pt>
                <c:pt idx="671">
                  <c:v>7.25</c:v>
                </c:pt>
                <c:pt idx="672">
                  <c:v>7.25</c:v>
                </c:pt>
                <c:pt idx="673">
                  <c:v>7.25</c:v>
                </c:pt>
                <c:pt idx="674">
                  <c:v>7.25</c:v>
                </c:pt>
                <c:pt idx="675">
                  <c:v>7.25</c:v>
                </c:pt>
                <c:pt idx="676">
                  <c:v>7.25</c:v>
                </c:pt>
                <c:pt idx="677">
                  <c:v>7.25</c:v>
                </c:pt>
                <c:pt idx="678">
                  <c:v>7.25</c:v>
                </c:pt>
                <c:pt idx="679">
                  <c:v>7.25</c:v>
                </c:pt>
                <c:pt idx="680">
                  <c:v>7.25</c:v>
                </c:pt>
                <c:pt idx="681">
                  <c:v>7.25</c:v>
                </c:pt>
                <c:pt idx="682">
                  <c:v>7.25</c:v>
                </c:pt>
                <c:pt idx="683">
                  <c:v>7.25</c:v>
                </c:pt>
                <c:pt idx="684">
                  <c:v>7.25</c:v>
                </c:pt>
                <c:pt idx="685">
                  <c:v>7.25</c:v>
                </c:pt>
                <c:pt idx="686">
                  <c:v>7.25</c:v>
                </c:pt>
                <c:pt idx="687">
                  <c:v>7.25</c:v>
                </c:pt>
                <c:pt idx="688">
                  <c:v>7.25</c:v>
                </c:pt>
                <c:pt idx="689">
                  <c:v>7.25</c:v>
                </c:pt>
                <c:pt idx="690">
                  <c:v>7.25</c:v>
                </c:pt>
                <c:pt idx="691">
                  <c:v>7.25</c:v>
                </c:pt>
                <c:pt idx="692">
                  <c:v>7.25</c:v>
                </c:pt>
                <c:pt idx="693">
                  <c:v>7.25</c:v>
                </c:pt>
                <c:pt idx="694">
                  <c:v>7.25</c:v>
                </c:pt>
                <c:pt idx="695">
                  <c:v>7.25</c:v>
                </c:pt>
                <c:pt idx="696">
                  <c:v>7</c:v>
                </c:pt>
                <c:pt idx="697">
                  <c:v>7</c:v>
                </c:pt>
                <c:pt idx="698">
                  <c:v>7</c:v>
                </c:pt>
                <c:pt idx="699">
                  <c:v>7</c:v>
                </c:pt>
                <c:pt idx="700">
                  <c:v>7</c:v>
                </c:pt>
                <c:pt idx="701">
                  <c:v>7</c:v>
                </c:pt>
                <c:pt idx="702">
                  <c:v>7</c:v>
                </c:pt>
                <c:pt idx="703">
                  <c:v>7</c:v>
                </c:pt>
                <c:pt idx="704">
                  <c:v>7</c:v>
                </c:pt>
                <c:pt idx="705">
                  <c:v>7</c:v>
                </c:pt>
                <c:pt idx="706">
                  <c:v>7</c:v>
                </c:pt>
                <c:pt idx="707">
                  <c:v>7</c:v>
                </c:pt>
                <c:pt idx="708">
                  <c:v>7</c:v>
                </c:pt>
                <c:pt idx="709">
                  <c:v>7</c:v>
                </c:pt>
                <c:pt idx="710">
                  <c:v>7</c:v>
                </c:pt>
                <c:pt idx="711">
                  <c:v>7</c:v>
                </c:pt>
                <c:pt idx="712">
                  <c:v>7</c:v>
                </c:pt>
                <c:pt idx="713">
                  <c:v>7</c:v>
                </c:pt>
                <c:pt idx="714">
                  <c:v>7</c:v>
                </c:pt>
                <c:pt idx="715">
                  <c:v>7</c:v>
                </c:pt>
                <c:pt idx="716">
                  <c:v>7</c:v>
                </c:pt>
                <c:pt idx="717">
                  <c:v>7</c:v>
                </c:pt>
                <c:pt idx="718">
                  <c:v>7</c:v>
                </c:pt>
                <c:pt idx="719">
                  <c:v>7</c:v>
                </c:pt>
                <c:pt idx="720">
                  <c:v>7</c:v>
                </c:pt>
                <c:pt idx="721">
                  <c:v>6</c:v>
                </c:pt>
                <c:pt idx="722">
                  <c:v>6</c:v>
                </c:pt>
                <c:pt idx="723">
                  <c:v>6</c:v>
                </c:pt>
                <c:pt idx="724">
                  <c:v>6</c:v>
                </c:pt>
                <c:pt idx="725">
                  <c:v>6</c:v>
                </c:pt>
                <c:pt idx="726">
                  <c:v>6</c:v>
                </c:pt>
                <c:pt idx="727">
                  <c:v>6</c:v>
                </c:pt>
                <c:pt idx="728">
                  <c:v>6</c:v>
                </c:pt>
                <c:pt idx="729">
                  <c:v>6</c:v>
                </c:pt>
                <c:pt idx="730">
                  <c:v>6</c:v>
                </c:pt>
                <c:pt idx="731">
                  <c:v>6</c:v>
                </c:pt>
                <c:pt idx="732">
                  <c:v>6</c:v>
                </c:pt>
                <c:pt idx="733">
                  <c:v>6</c:v>
                </c:pt>
                <c:pt idx="734">
                  <c:v>6</c:v>
                </c:pt>
                <c:pt idx="735">
                  <c:v>6</c:v>
                </c:pt>
                <c:pt idx="736">
                  <c:v>6</c:v>
                </c:pt>
                <c:pt idx="737">
                  <c:v>6</c:v>
                </c:pt>
                <c:pt idx="738">
                  <c:v>6</c:v>
                </c:pt>
                <c:pt idx="739">
                  <c:v>6</c:v>
                </c:pt>
                <c:pt idx="740">
                  <c:v>6</c:v>
                </c:pt>
                <c:pt idx="741">
                  <c:v>5.25</c:v>
                </c:pt>
                <c:pt idx="742">
                  <c:v>5.25</c:v>
                </c:pt>
                <c:pt idx="743">
                  <c:v>5.25</c:v>
                </c:pt>
                <c:pt idx="744">
                  <c:v>5.25</c:v>
                </c:pt>
                <c:pt idx="745">
                  <c:v>5.25</c:v>
                </c:pt>
                <c:pt idx="746">
                  <c:v>5.25</c:v>
                </c:pt>
                <c:pt idx="747">
                  <c:v>5.25</c:v>
                </c:pt>
                <c:pt idx="748">
                  <c:v>5.25</c:v>
                </c:pt>
                <c:pt idx="749">
                  <c:v>5.25</c:v>
                </c:pt>
                <c:pt idx="750">
                  <c:v>5.25</c:v>
                </c:pt>
                <c:pt idx="751">
                  <c:v>5.25</c:v>
                </c:pt>
                <c:pt idx="752">
                  <c:v>5.25</c:v>
                </c:pt>
                <c:pt idx="753">
                  <c:v>5.25</c:v>
                </c:pt>
                <c:pt idx="754">
                  <c:v>5.25</c:v>
                </c:pt>
                <c:pt idx="755">
                  <c:v>5.25</c:v>
                </c:pt>
                <c:pt idx="756">
                  <c:v>5.25</c:v>
                </c:pt>
                <c:pt idx="757">
                  <c:v>5.25</c:v>
                </c:pt>
                <c:pt idx="758">
                  <c:v>5.25</c:v>
                </c:pt>
                <c:pt idx="759">
                  <c:v>5.25</c:v>
                </c:pt>
                <c:pt idx="760">
                  <c:v>5.25</c:v>
                </c:pt>
                <c:pt idx="761">
                  <c:v>4.25</c:v>
                </c:pt>
                <c:pt idx="762">
                  <c:v>4.25</c:v>
                </c:pt>
                <c:pt idx="763">
                  <c:v>4.25</c:v>
                </c:pt>
                <c:pt idx="764">
                  <c:v>4.25</c:v>
                </c:pt>
                <c:pt idx="765">
                  <c:v>4.25</c:v>
                </c:pt>
                <c:pt idx="766">
                  <c:v>4.25</c:v>
                </c:pt>
                <c:pt idx="767">
                  <c:v>4.25</c:v>
                </c:pt>
                <c:pt idx="768">
                  <c:v>4.25</c:v>
                </c:pt>
                <c:pt idx="769">
                  <c:v>4.25</c:v>
                </c:pt>
                <c:pt idx="770">
                  <c:v>4.25</c:v>
                </c:pt>
                <c:pt idx="771">
                  <c:v>4.25</c:v>
                </c:pt>
                <c:pt idx="772">
                  <c:v>4.25</c:v>
                </c:pt>
                <c:pt idx="773">
                  <c:v>4.25</c:v>
                </c:pt>
                <c:pt idx="774">
                  <c:v>4.25</c:v>
                </c:pt>
                <c:pt idx="775">
                  <c:v>4.25</c:v>
                </c:pt>
                <c:pt idx="776">
                  <c:v>4.25</c:v>
                </c:pt>
                <c:pt idx="777">
                  <c:v>4.25</c:v>
                </c:pt>
                <c:pt idx="778">
                  <c:v>4.25</c:v>
                </c:pt>
                <c:pt idx="779">
                  <c:v>4.25</c:v>
                </c:pt>
                <c:pt idx="780">
                  <c:v>4.25</c:v>
                </c:pt>
                <c:pt idx="781">
                  <c:v>4.25</c:v>
                </c:pt>
                <c:pt idx="782">
                  <c:v>4.25</c:v>
                </c:pt>
                <c:pt idx="783">
                  <c:v>4.25</c:v>
                </c:pt>
                <c:pt idx="784">
                  <c:v>4.25</c:v>
                </c:pt>
                <c:pt idx="785">
                  <c:v>4.25</c:v>
                </c:pt>
                <c:pt idx="786">
                  <c:v>4.25</c:v>
                </c:pt>
                <c:pt idx="787">
                  <c:v>4.25</c:v>
                </c:pt>
                <c:pt idx="788">
                  <c:v>4.25</c:v>
                </c:pt>
                <c:pt idx="789">
                  <c:v>4.25</c:v>
                </c:pt>
                <c:pt idx="790">
                  <c:v>4.25</c:v>
                </c:pt>
                <c:pt idx="791">
                  <c:v>4.25</c:v>
                </c:pt>
                <c:pt idx="792">
                  <c:v>4.25</c:v>
                </c:pt>
                <c:pt idx="793">
                  <c:v>4.25</c:v>
                </c:pt>
                <c:pt idx="794">
                  <c:v>4.25</c:v>
                </c:pt>
                <c:pt idx="795">
                  <c:v>4.25</c:v>
                </c:pt>
                <c:pt idx="796">
                  <c:v>4.25</c:v>
                </c:pt>
                <c:pt idx="797">
                  <c:v>4.25</c:v>
                </c:pt>
                <c:pt idx="798">
                  <c:v>4.25</c:v>
                </c:pt>
                <c:pt idx="799">
                  <c:v>4.25</c:v>
                </c:pt>
                <c:pt idx="800">
                  <c:v>4.25</c:v>
                </c:pt>
                <c:pt idx="801">
                  <c:v>4.25</c:v>
                </c:pt>
                <c:pt idx="802">
                  <c:v>4.25</c:v>
                </c:pt>
                <c:pt idx="803">
                  <c:v>4.25</c:v>
                </c:pt>
                <c:pt idx="804">
                  <c:v>4.25</c:v>
                </c:pt>
                <c:pt idx="805">
                  <c:v>4.25</c:v>
                </c:pt>
                <c:pt idx="806">
                  <c:v>3.25</c:v>
                </c:pt>
                <c:pt idx="807">
                  <c:v>3.25</c:v>
                </c:pt>
                <c:pt idx="808">
                  <c:v>3.25</c:v>
                </c:pt>
                <c:pt idx="809">
                  <c:v>3.25</c:v>
                </c:pt>
                <c:pt idx="810">
                  <c:v>3.25</c:v>
                </c:pt>
                <c:pt idx="811">
                  <c:v>3.25</c:v>
                </c:pt>
                <c:pt idx="812">
                  <c:v>3.25</c:v>
                </c:pt>
                <c:pt idx="813">
                  <c:v>3.25</c:v>
                </c:pt>
                <c:pt idx="814">
                  <c:v>3.25</c:v>
                </c:pt>
                <c:pt idx="815">
                  <c:v>3.25</c:v>
                </c:pt>
                <c:pt idx="816">
                  <c:v>3.25</c:v>
                </c:pt>
                <c:pt idx="817">
                  <c:v>3.25</c:v>
                </c:pt>
                <c:pt idx="818">
                  <c:v>3.25</c:v>
                </c:pt>
                <c:pt idx="819">
                  <c:v>3.25</c:v>
                </c:pt>
                <c:pt idx="820">
                  <c:v>3.25</c:v>
                </c:pt>
                <c:pt idx="821">
                  <c:v>3.25</c:v>
                </c:pt>
                <c:pt idx="822">
                  <c:v>3.25</c:v>
                </c:pt>
                <c:pt idx="823">
                  <c:v>3.25</c:v>
                </c:pt>
                <c:pt idx="824">
                  <c:v>3.25</c:v>
                </c:pt>
                <c:pt idx="825">
                  <c:v>3.25</c:v>
                </c:pt>
                <c:pt idx="826">
                  <c:v>3.25</c:v>
                </c:pt>
                <c:pt idx="827">
                  <c:v>3.25</c:v>
                </c:pt>
                <c:pt idx="828">
                  <c:v>3.25</c:v>
                </c:pt>
                <c:pt idx="829">
                  <c:v>3.25</c:v>
                </c:pt>
                <c:pt idx="830">
                  <c:v>3.25</c:v>
                </c:pt>
                <c:pt idx="831">
                  <c:v>3.25</c:v>
                </c:pt>
                <c:pt idx="832">
                  <c:v>3.25</c:v>
                </c:pt>
                <c:pt idx="833">
                  <c:v>3.25</c:v>
                </c:pt>
                <c:pt idx="834">
                  <c:v>3.25</c:v>
                </c:pt>
                <c:pt idx="835">
                  <c:v>3.25</c:v>
                </c:pt>
                <c:pt idx="836">
                  <c:v>3.25</c:v>
                </c:pt>
                <c:pt idx="837">
                  <c:v>3.25</c:v>
                </c:pt>
                <c:pt idx="838">
                  <c:v>3.25</c:v>
                </c:pt>
                <c:pt idx="839">
                  <c:v>3.25</c:v>
                </c:pt>
                <c:pt idx="840">
                  <c:v>3.25</c:v>
                </c:pt>
                <c:pt idx="841">
                  <c:v>3.25</c:v>
                </c:pt>
                <c:pt idx="842">
                  <c:v>3.25</c:v>
                </c:pt>
                <c:pt idx="843">
                  <c:v>3.25</c:v>
                </c:pt>
                <c:pt idx="844">
                  <c:v>3.25</c:v>
                </c:pt>
                <c:pt idx="845">
                  <c:v>3.25</c:v>
                </c:pt>
                <c:pt idx="846">
                  <c:v>3.25</c:v>
                </c:pt>
                <c:pt idx="847">
                  <c:v>3.25</c:v>
                </c:pt>
                <c:pt idx="848">
                  <c:v>3.25</c:v>
                </c:pt>
                <c:pt idx="849">
                  <c:v>3.25</c:v>
                </c:pt>
                <c:pt idx="850">
                  <c:v>3.25</c:v>
                </c:pt>
                <c:pt idx="851">
                  <c:v>3</c:v>
                </c:pt>
                <c:pt idx="852">
                  <c:v>3</c:v>
                </c:pt>
                <c:pt idx="853">
                  <c:v>3</c:v>
                </c:pt>
                <c:pt idx="854">
                  <c:v>3</c:v>
                </c:pt>
                <c:pt idx="855">
                  <c:v>3</c:v>
                </c:pt>
                <c:pt idx="856">
                  <c:v>3</c:v>
                </c:pt>
                <c:pt idx="857">
                  <c:v>3</c:v>
                </c:pt>
                <c:pt idx="858">
                  <c:v>3</c:v>
                </c:pt>
                <c:pt idx="859">
                  <c:v>3</c:v>
                </c:pt>
                <c:pt idx="860">
                  <c:v>3</c:v>
                </c:pt>
                <c:pt idx="861">
                  <c:v>3</c:v>
                </c:pt>
                <c:pt idx="862">
                  <c:v>3</c:v>
                </c:pt>
                <c:pt idx="863">
                  <c:v>3</c:v>
                </c:pt>
                <c:pt idx="864">
                  <c:v>3</c:v>
                </c:pt>
                <c:pt idx="865">
                  <c:v>3</c:v>
                </c:pt>
                <c:pt idx="866">
                  <c:v>3</c:v>
                </c:pt>
                <c:pt idx="867">
                  <c:v>3</c:v>
                </c:pt>
                <c:pt idx="868">
                  <c:v>3</c:v>
                </c:pt>
                <c:pt idx="869">
                  <c:v>3</c:v>
                </c:pt>
                <c:pt idx="870">
                  <c:v>3</c:v>
                </c:pt>
                <c:pt idx="871">
                  <c:v>3</c:v>
                </c:pt>
                <c:pt idx="872">
                  <c:v>3</c:v>
                </c:pt>
                <c:pt idx="873">
                  <c:v>3</c:v>
                </c:pt>
                <c:pt idx="874">
                  <c:v>3</c:v>
                </c:pt>
                <c:pt idx="875">
                  <c:v>3</c:v>
                </c:pt>
                <c:pt idx="876">
                  <c:v>3</c:v>
                </c:pt>
                <c:pt idx="877">
                  <c:v>3</c:v>
                </c:pt>
                <c:pt idx="878">
                  <c:v>3</c:v>
                </c:pt>
                <c:pt idx="879">
                  <c:v>3</c:v>
                </c:pt>
                <c:pt idx="880">
                  <c:v>3</c:v>
                </c:pt>
                <c:pt idx="881">
                  <c:v>3</c:v>
                </c:pt>
                <c:pt idx="882">
                  <c:v>3</c:v>
                </c:pt>
                <c:pt idx="883">
                  <c:v>3</c:v>
                </c:pt>
                <c:pt idx="884">
                  <c:v>3</c:v>
                </c:pt>
                <c:pt idx="885">
                  <c:v>3</c:v>
                </c:pt>
                <c:pt idx="886">
                  <c:v>3</c:v>
                </c:pt>
                <c:pt idx="887">
                  <c:v>3</c:v>
                </c:pt>
                <c:pt idx="888">
                  <c:v>3</c:v>
                </c:pt>
                <c:pt idx="889">
                  <c:v>3</c:v>
                </c:pt>
                <c:pt idx="890">
                  <c:v>3</c:v>
                </c:pt>
                <c:pt idx="891">
                  <c:v>3</c:v>
                </c:pt>
                <c:pt idx="892">
                  <c:v>3</c:v>
                </c:pt>
                <c:pt idx="893">
                  <c:v>3</c:v>
                </c:pt>
                <c:pt idx="894">
                  <c:v>3</c:v>
                </c:pt>
                <c:pt idx="895">
                  <c:v>3</c:v>
                </c:pt>
                <c:pt idx="896">
                  <c:v>3</c:v>
                </c:pt>
                <c:pt idx="897">
                  <c:v>3</c:v>
                </c:pt>
                <c:pt idx="898">
                  <c:v>3</c:v>
                </c:pt>
                <c:pt idx="899">
                  <c:v>3</c:v>
                </c:pt>
                <c:pt idx="900">
                  <c:v>3</c:v>
                </c:pt>
                <c:pt idx="901">
                  <c:v>3</c:v>
                </c:pt>
                <c:pt idx="902">
                  <c:v>3</c:v>
                </c:pt>
                <c:pt idx="903">
                  <c:v>3</c:v>
                </c:pt>
                <c:pt idx="904">
                  <c:v>3</c:v>
                </c:pt>
                <c:pt idx="905">
                  <c:v>3</c:v>
                </c:pt>
                <c:pt idx="906">
                  <c:v>3</c:v>
                </c:pt>
                <c:pt idx="907">
                  <c:v>3</c:v>
                </c:pt>
                <c:pt idx="908">
                  <c:v>3</c:v>
                </c:pt>
                <c:pt idx="909">
                  <c:v>3</c:v>
                </c:pt>
                <c:pt idx="910">
                  <c:v>3</c:v>
                </c:pt>
                <c:pt idx="911">
                  <c:v>3</c:v>
                </c:pt>
                <c:pt idx="912">
                  <c:v>3</c:v>
                </c:pt>
                <c:pt idx="913">
                  <c:v>3</c:v>
                </c:pt>
                <c:pt idx="914">
                  <c:v>3</c:v>
                </c:pt>
                <c:pt idx="915">
                  <c:v>3</c:v>
                </c:pt>
                <c:pt idx="916">
                  <c:v>3</c:v>
                </c:pt>
                <c:pt idx="917">
                  <c:v>3</c:v>
                </c:pt>
                <c:pt idx="918">
                  <c:v>3</c:v>
                </c:pt>
                <c:pt idx="919">
                  <c:v>3</c:v>
                </c:pt>
                <c:pt idx="920">
                  <c:v>3</c:v>
                </c:pt>
                <c:pt idx="921">
                  <c:v>3</c:v>
                </c:pt>
                <c:pt idx="922">
                  <c:v>3</c:v>
                </c:pt>
                <c:pt idx="923">
                  <c:v>3</c:v>
                </c:pt>
                <c:pt idx="924">
                  <c:v>3</c:v>
                </c:pt>
                <c:pt idx="925">
                  <c:v>3</c:v>
                </c:pt>
                <c:pt idx="926">
                  <c:v>3</c:v>
                </c:pt>
                <c:pt idx="927">
                  <c:v>3</c:v>
                </c:pt>
                <c:pt idx="928">
                  <c:v>3</c:v>
                </c:pt>
                <c:pt idx="929">
                  <c:v>3</c:v>
                </c:pt>
                <c:pt idx="930">
                  <c:v>3</c:v>
                </c:pt>
                <c:pt idx="931">
                  <c:v>3</c:v>
                </c:pt>
                <c:pt idx="932">
                  <c:v>3</c:v>
                </c:pt>
                <c:pt idx="933">
                  <c:v>3</c:v>
                </c:pt>
                <c:pt idx="934">
                  <c:v>3</c:v>
                </c:pt>
                <c:pt idx="935">
                  <c:v>3</c:v>
                </c:pt>
                <c:pt idx="936">
                  <c:v>3</c:v>
                </c:pt>
                <c:pt idx="937">
                  <c:v>3</c:v>
                </c:pt>
                <c:pt idx="938">
                  <c:v>3</c:v>
                </c:pt>
                <c:pt idx="939">
                  <c:v>3</c:v>
                </c:pt>
                <c:pt idx="940">
                  <c:v>3</c:v>
                </c:pt>
                <c:pt idx="941">
                  <c:v>3</c:v>
                </c:pt>
                <c:pt idx="942">
                  <c:v>3</c:v>
                </c:pt>
                <c:pt idx="943">
                  <c:v>3</c:v>
                </c:pt>
                <c:pt idx="944">
                  <c:v>3</c:v>
                </c:pt>
                <c:pt idx="945">
                  <c:v>3</c:v>
                </c:pt>
                <c:pt idx="946">
                  <c:v>3</c:v>
                </c:pt>
                <c:pt idx="947">
                  <c:v>3</c:v>
                </c:pt>
                <c:pt idx="948">
                  <c:v>3</c:v>
                </c:pt>
                <c:pt idx="949">
                  <c:v>3</c:v>
                </c:pt>
                <c:pt idx="950">
                  <c:v>3</c:v>
                </c:pt>
                <c:pt idx="951">
                  <c:v>3</c:v>
                </c:pt>
                <c:pt idx="952">
                  <c:v>3</c:v>
                </c:pt>
                <c:pt idx="953">
                  <c:v>3</c:v>
                </c:pt>
                <c:pt idx="954">
                  <c:v>3</c:v>
                </c:pt>
                <c:pt idx="955">
                  <c:v>3</c:v>
                </c:pt>
                <c:pt idx="956">
                  <c:v>3</c:v>
                </c:pt>
                <c:pt idx="957">
                  <c:v>3</c:v>
                </c:pt>
                <c:pt idx="958">
                  <c:v>3</c:v>
                </c:pt>
                <c:pt idx="959">
                  <c:v>3</c:v>
                </c:pt>
                <c:pt idx="960">
                  <c:v>3</c:v>
                </c:pt>
                <c:pt idx="961">
                  <c:v>3</c:v>
                </c:pt>
                <c:pt idx="962">
                  <c:v>3</c:v>
                </c:pt>
                <c:pt idx="963">
                  <c:v>3</c:v>
                </c:pt>
                <c:pt idx="964">
                  <c:v>3</c:v>
                </c:pt>
                <c:pt idx="965">
                  <c:v>3</c:v>
                </c:pt>
                <c:pt idx="966">
                  <c:v>3</c:v>
                </c:pt>
                <c:pt idx="967">
                  <c:v>3</c:v>
                </c:pt>
                <c:pt idx="968">
                  <c:v>3</c:v>
                </c:pt>
                <c:pt idx="969">
                  <c:v>3</c:v>
                </c:pt>
                <c:pt idx="970">
                  <c:v>3</c:v>
                </c:pt>
                <c:pt idx="971">
                  <c:v>3</c:v>
                </c:pt>
                <c:pt idx="972">
                  <c:v>3</c:v>
                </c:pt>
                <c:pt idx="973">
                  <c:v>3</c:v>
                </c:pt>
                <c:pt idx="974">
                  <c:v>3</c:v>
                </c:pt>
                <c:pt idx="975">
                  <c:v>3</c:v>
                </c:pt>
                <c:pt idx="976">
                  <c:v>3</c:v>
                </c:pt>
                <c:pt idx="977">
                  <c:v>3</c:v>
                </c:pt>
                <c:pt idx="978">
                  <c:v>3</c:v>
                </c:pt>
                <c:pt idx="979">
                  <c:v>3</c:v>
                </c:pt>
                <c:pt idx="980">
                  <c:v>3</c:v>
                </c:pt>
                <c:pt idx="981">
                  <c:v>3.25</c:v>
                </c:pt>
                <c:pt idx="982">
                  <c:v>3.25</c:v>
                </c:pt>
                <c:pt idx="983">
                  <c:v>3.25</c:v>
                </c:pt>
                <c:pt idx="984">
                  <c:v>3.25</c:v>
                </c:pt>
                <c:pt idx="985">
                  <c:v>3.25</c:v>
                </c:pt>
                <c:pt idx="986">
                  <c:v>3.25</c:v>
                </c:pt>
                <c:pt idx="987">
                  <c:v>3.25</c:v>
                </c:pt>
                <c:pt idx="988">
                  <c:v>3.25</c:v>
                </c:pt>
                <c:pt idx="989">
                  <c:v>3.25</c:v>
                </c:pt>
                <c:pt idx="990">
                  <c:v>3.25</c:v>
                </c:pt>
                <c:pt idx="991">
                  <c:v>3.25</c:v>
                </c:pt>
                <c:pt idx="992">
                  <c:v>3.25</c:v>
                </c:pt>
                <c:pt idx="993">
                  <c:v>3.25</c:v>
                </c:pt>
                <c:pt idx="994">
                  <c:v>3.25</c:v>
                </c:pt>
                <c:pt idx="995">
                  <c:v>3.25</c:v>
                </c:pt>
                <c:pt idx="996">
                  <c:v>3.25</c:v>
                </c:pt>
                <c:pt idx="997">
                  <c:v>3.25</c:v>
                </c:pt>
                <c:pt idx="998">
                  <c:v>3.25</c:v>
                </c:pt>
                <c:pt idx="999">
                  <c:v>3.25</c:v>
                </c:pt>
                <c:pt idx="1000">
                  <c:v>3.25</c:v>
                </c:pt>
                <c:pt idx="1001">
                  <c:v>3.5</c:v>
                </c:pt>
                <c:pt idx="1002">
                  <c:v>3.5</c:v>
                </c:pt>
                <c:pt idx="1003">
                  <c:v>3.5</c:v>
                </c:pt>
                <c:pt idx="1004">
                  <c:v>3.5</c:v>
                </c:pt>
                <c:pt idx="1005">
                  <c:v>3.5</c:v>
                </c:pt>
                <c:pt idx="1006">
                  <c:v>3.5</c:v>
                </c:pt>
                <c:pt idx="1007">
                  <c:v>3.5</c:v>
                </c:pt>
                <c:pt idx="1008">
                  <c:v>3.5</c:v>
                </c:pt>
                <c:pt idx="1009">
                  <c:v>3.5</c:v>
                </c:pt>
                <c:pt idx="1010">
                  <c:v>3.5</c:v>
                </c:pt>
                <c:pt idx="1011">
                  <c:v>3.5</c:v>
                </c:pt>
                <c:pt idx="1012">
                  <c:v>3.5</c:v>
                </c:pt>
                <c:pt idx="1013">
                  <c:v>3.5</c:v>
                </c:pt>
                <c:pt idx="1014">
                  <c:v>3.5</c:v>
                </c:pt>
                <c:pt idx="1015">
                  <c:v>3.5</c:v>
                </c:pt>
                <c:pt idx="1016">
                  <c:v>3.5</c:v>
                </c:pt>
                <c:pt idx="1017">
                  <c:v>3.5</c:v>
                </c:pt>
                <c:pt idx="1018">
                  <c:v>3.5</c:v>
                </c:pt>
                <c:pt idx="1019">
                  <c:v>3.5</c:v>
                </c:pt>
                <c:pt idx="1020">
                  <c:v>3.5</c:v>
                </c:pt>
                <c:pt idx="1021">
                  <c:v>3.75</c:v>
                </c:pt>
                <c:pt idx="1022">
                  <c:v>3.75</c:v>
                </c:pt>
                <c:pt idx="1023">
                  <c:v>3.75</c:v>
                </c:pt>
                <c:pt idx="1024">
                  <c:v>3.75</c:v>
                </c:pt>
                <c:pt idx="1025">
                  <c:v>3.75</c:v>
                </c:pt>
                <c:pt idx="1026">
                  <c:v>3.75</c:v>
                </c:pt>
                <c:pt idx="1027">
                  <c:v>3.75</c:v>
                </c:pt>
                <c:pt idx="1028">
                  <c:v>3.75</c:v>
                </c:pt>
                <c:pt idx="1029">
                  <c:v>3.75</c:v>
                </c:pt>
                <c:pt idx="1030">
                  <c:v>3.75</c:v>
                </c:pt>
                <c:pt idx="1031">
                  <c:v>3.75</c:v>
                </c:pt>
                <c:pt idx="1032">
                  <c:v>3.75</c:v>
                </c:pt>
                <c:pt idx="1033">
                  <c:v>3.75</c:v>
                </c:pt>
                <c:pt idx="1034">
                  <c:v>3.75</c:v>
                </c:pt>
                <c:pt idx="1035">
                  <c:v>3.75</c:v>
                </c:pt>
                <c:pt idx="1036">
                  <c:v>3.75</c:v>
                </c:pt>
                <c:pt idx="1037">
                  <c:v>3.75</c:v>
                </c:pt>
                <c:pt idx="1038">
                  <c:v>3.75</c:v>
                </c:pt>
                <c:pt idx="1039">
                  <c:v>3.75</c:v>
                </c:pt>
                <c:pt idx="1040">
                  <c:v>3.75</c:v>
                </c:pt>
                <c:pt idx="1041">
                  <c:v>3.75</c:v>
                </c:pt>
                <c:pt idx="1042">
                  <c:v>3.75</c:v>
                </c:pt>
                <c:pt idx="1043">
                  <c:v>3.75</c:v>
                </c:pt>
                <c:pt idx="1044">
                  <c:v>3.75</c:v>
                </c:pt>
                <c:pt idx="1045">
                  <c:v>3.75</c:v>
                </c:pt>
                <c:pt idx="1046">
                  <c:v>3.75</c:v>
                </c:pt>
                <c:pt idx="1047">
                  <c:v>3.75</c:v>
                </c:pt>
                <c:pt idx="1048">
                  <c:v>3.75</c:v>
                </c:pt>
                <c:pt idx="1049">
                  <c:v>3.75</c:v>
                </c:pt>
                <c:pt idx="1050">
                  <c:v>3.75</c:v>
                </c:pt>
                <c:pt idx="1051">
                  <c:v>3.75</c:v>
                </c:pt>
                <c:pt idx="1052">
                  <c:v>3.75</c:v>
                </c:pt>
                <c:pt idx="1053">
                  <c:v>3.75</c:v>
                </c:pt>
                <c:pt idx="1054">
                  <c:v>3.75</c:v>
                </c:pt>
                <c:pt idx="1055">
                  <c:v>3.75</c:v>
                </c:pt>
                <c:pt idx="1056">
                  <c:v>3.75</c:v>
                </c:pt>
                <c:pt idx="1057">
                  <c:v>3.75</c:v>
                </c:pt>
                <c:pt idx="1058">
                  <c:v>3.75</c:v>
                </c:pt>
                <c:pt idx="1059">
                  <c:v>3.75</c:v>
                </c:pt>
                <c:pt idx="1060">
                  <c:v>3.75</c:v>
                </c:pt>
                <c:pt idx="1061">
                  <c:v>3.75</c:v>
                </c:pt>
                <c:pt idx="1062">
                  <c:v>3.75</c:v>
                </c:pt>
                <c:pt idx="1063">
                  <c:v>3.75</c:v>
                </c:pt>
                <c:pt idx="1064">
                  <c:v>3.75</c:v>
                </c:pt>
                <c:pt idx="1065">
                  <c:v>3.75</c:v>
                </c:pt>
                <c:pt idx="1066">
                  <c:v>3.75</c:v>
                </c:pt>
                <c:pt idx="1067">
                  <c:v>3.75</c:v>
                </c:pt>
                <c:pt idx="1068">
                  <c:v>3.75</c:v>
                </c:pt>
                <c:pt idx="1069">
                  <c:v>3.75</c:v>
                </c:pt>
                <c:pt idx="1070">
                  <c:v>3.75</c:v>
                </c:pt>
                <c:pt idx="1071">
                  <c:v>3.75</c:v>
                </c:pt>
                <c:pt idx="1072">
                  <c:v>3.75</c:v>
                </c:pt>
                <c:pt idx="1073">
                  <c:v>3.75</c:v>
                </c:pt>
                <c:pt idx="1074">
                  <c:v>3.75</c:v>
                </c:pt>
                <c:pt idx="1075">
                  <c:v>3.75</c:v>
                </c:pt>
                <c:pt idx="1076">
                  <c:v>3.75</c:v>
                </c:pt>
                <c:pt idx="1077">
                  <c:v>3.75</c:v>
                </c:pt>
                <c:pt idx="1078">
                  <c:v>3.75</c:v>
                </c:pt>
                <c:pt idx="1079">
                  <c:v>3.75</c:v>
                </c:pt>
                <c:pt idx="1080">
                  <c:v>3.75</c:v>
                </c:pt>
                <c:pt idx="1081">
                  <c:v>3.75</c:v>
                </c:pt>
                <c:pt idx="1082">
                  <c:v>3.75</c:v>
                </c:pt>
                <c:pt idx="1083">
                  <c:v>3.75</c:v>
                </c:pt>
                <c:pt idx="1084">
                  <c:v>3.75</c:v>
                </c:pt>
                <c:pt idx="1085">
                  <c:v>3.75</c:v>
                </c:pt>
                <c:pt idx="1086">
                  <c:v>4</c:v>
                </c:pt>
                <c:pt idx="1087">
                  <c:v>4</c:v>
                </c:pt>
                <c:pt idx="1088">
                  <c:v>4</c:v>
                </c:pt>
                <c:pt idx="1089">
                  <c:v>4</c:v>
                </c:pt>
                <c:pt idx="1090">
                  <c:v>4</c:v>
                </c:pt>
                <c:pt idx="1091">
                  <c:v>4</c:v>
                </c:pt>
                <c:pt idx="1092">
                  <c:v>4</c:v>
                </c:pt>
                <c:pt idx="1093">
                  <c:v>4</c:v>
                </c:pt>
                <c:pt idx="1094">
                  <c:v>4</c:v>
                </c:pt>
                <c:pt idx="1095">
                  <c:v>4</c:v>
                </c:pt>
                <c:pt idx="1096">
                  <c:v>4</c:v>
                </c:pt>
                <c:pt idx="1097">
                  <c:v>4</c:v>
                </c:pt>
                <c:pt idx="1098">
                  <c:v>4</c:v>
                </c:pt>
                <c:pt idx="1099">
                  <c:v>4</c:v>
                </c:pt>
                <c:pt idx="1100">
                  <c:v>4</c:v>
                </c:pt>
                <c:pt idx="1101">
                  <c:v>4</c:v>
                </c:pt>
                <c:pt idx="1102">
                  <c:v>4</c:v>
                </c:pt>
                <c:pt idx="1103">
                  <c:v>4</c:v>
                </c:pt>
                <c:pt idx="1104">
                  <c:v>4</c:v>
                </c:pt>
                <c:pt idx="1105">
                  <c:v>4</c:v>
                </c:pt>
                <c:pt idx="1106">
                  <c:v>4</c:v>
                </c:pt>
                <c:pt idx="1107">
                  <c:v>4</c:v>
                </c:pt>
                <c:pt idx="1108">
                  <c:v>4</c:v>
                </c:pt>
                <c:pt idx="1109">
                  <c:v>4</c:v>
                </c:pt>
                <c:pt idx="1110">
                  <c:v>4</c:v>
                </c:pt>
                <c:pt idx="1111">
                  <c:v>4.25</c:v>
                </c:pt>
                <c:pt idx="1112">
                  <c:v>4.25</c:v>
                </c:pt>
                <c:pt idx="1113">
                  <c:v>4.25</c:v>
                </c:pt>
                <c:pt idx="1114">
                  <c:v>4.25</c:v>
                </c:pt>
                <c:pt idx="1115">
                  <c:v>4.25</c:v>
                </c:pt>
                <c:pt idx="1116">
                  <c:v>4.25</c:v>
                </c:pt>
                <c:pt idx="1117">
                  <c:v>4.25</c:v>
                </c:pt>
                <c:pt idx="1118">
                  <c:v>4.25</c:v>
                </c:pt>
                <c:pt idx="1119">
                  <c:v>4.25</c:v>
                </c:pt>
                <c:pt idx="1120">
                  <c:v>4.25</c:v>
                </c:pt>
                <c:pt idx="1121">
                  <c:v>4.25</c:v>
                </c:pt>
                <c:pt idx="1122">
                  <c:v>4.25</c:v>
                </c:pt>
                <c:pt idx="1123">
                  <c:v>4.25</c:v>
                </c:pt>
                <c:pt idx="1124">
                  <c:v>4.25</c:v>
                </c:pt>
                <c:pt idx="1125">
                  <c:v>4.25</c:v>
                </c:pt>
                <c:pt idx="1126">
                  <c:v>4.25</c:v>
                </c:pt>
                <c:pt idx="1127">
                  <c:v>4.25</c:v>
                </c:pt>
                <c:pt idx="1128">
                  <c:v>4.25</c:v>
                </c:pt>
                <c:pt idx="1129">
                  <c:v>4.25</c:v>
                </c:pt>
                <c:pt idx="1130">
                  <c:v>4.25</c:v>
                </c:pt>
                <c:pt idx="1131">
                  <c:v>4.5</c:v>
                </c:pt>
                <c:pt idx="1132">
                  <c:v>4.5</c:v>
                </c:pt>
                <c:pt idx="1133">
                  <c:v>4.5</c:v>
                </c:pt>
                <c:pt idx="1134">
                  <c:v>4.5</c:v>
                </c:pt>
                <c:pt idx="1135">
                  <c:v>4.5</c:v>
                </c:pt>
                <c:pt idx="1136">
                  <c:v>4.5</c:v>
                </c:pt>
                <c:pt idx="1137">
                  <c:v>4.5</c:v>
                </c:pt>
                <c:pt idx="1138">
                  <c:v>4.5</c:v>
                </c:pt>
                <c:pt idx="1139">
                  <c:v>4.5</c:v>
                </c:pt>
                <c:pt idx="1140">
                  <c:v>4.5</c:v>
                </c:pt>
                <c:pt idx="1141">
                  <c:v>4.5</c:v>
                </c:pt>
                <c:pt idx="1142">
                  <c:v>4.5</c:v>
                </c:pt>
                <c:pt idx="1143">
                  <c:v>4.5</c:v>
                </c:pt>
                <c:pt idx="1144">
                  <c:v>4.5</c:v>
                </c:pt>
                <c:pt idx="1145">
                  <c:v>4.5</c:v>
                </c:pt>
                <c:pt idx="1146">
                  <c:v>4.5</c:v>
                </c:pt>
                <c:pt idx="1147">
                  <c:v>4.5</c:v>
                </c:pt>
                <c:pt idx="1148">
                  <c:v>4.5</c:v>
                </c:pt>
                <c:pt idx="1149">
                  <c:v>4.5</c:v>
                </c:pt>
                <c:pt idx="1150">
                  <c:v>4.5</c:v>
                </c:pt>
                <c:pt idx="1151">
                  <c:v>4.5</c:v>
                </c:pt>
                <c:pt idx="1152">
                  <c:v>4.5</c:v>
                </c:pt>
                <c:pt idx="1153">
                  <c:v>4.5</c:v>
                </c:pt>
                <c:pt idx="1154">
                  <c:v>4.5</c:v>
                </c:pt>
                <c:pt idx="1155">
                  <c:v>4.5</c:v>
                </c:pt>
                <c:pt idx="1156">
                  <c:v>4.5</c:v>
                </c:pt>
                <c:pt idx="1157">
                  <c:v>4.5</c:v>
                </c:pt>
                <c:pt idx="1158">
                  <c:v>4.5</c:v>
                </c:pt>
                <c:pt idx="1159">
                  <c:v>4.5</c:v>
                </c:pt>
                <c:pt idx="1160">
                  <c:v>4.5</c:v>
                </c:pt>
                <c:pt idx="1161">
                  <c:v>4.5</c:v>
                </c:pt>
                <c:pt idx="1162">
                  <c:v>4.5</c:v>
                </c:pt>
                <c:pt idx="1163">
                  <c:v>4.5</c:v>
                </c:pt>
                <c:pt idx="1164">
                  <c:v>4.5</c:v>
                </c:pt>
                <c:pt idx="1165">
                  <c:v>4.5</c:v>
                </c:pt>
                <c:pt idx="1166">
                  <c:v>4.5</c:v>
                </c:pt>
                <c:pt idx="1167">
                  <c:v>4.5</c:v>
                </c:pt>
                <c:pt idx="1168">
                  <c:v>4.5</c:v>
                </c:pt>
                <c:pt idx="1169">
                  <c:v>4.5</c:v>
                </c:pt>
                <c:pt idx="1170">
                  <c:v>4.5</c:v>
                </c:pt>
                <c:pt idx="1171">
                  <c:v>4.5</c:v>
                </c:pt>
                <c:pt idx="1172">
                  <c:v>4.5</c:v>
                </c:pt>
                <c:pt idx="1173">
                  <c:v>4.5</c:v>
                </c:pt>
                <c:pt idx="1174">
                  <c:v>4.5</c:v>
                </c:pt>
                <c:pt idx="1175">
                  <c:v>4.5</c:v>
                </c:pt>
                <c:pt idx="1176">
                  <c:v>4.5</c:v>
                </c:pt>
                <c:pt idx="1177">
                  <c:v>4.5</c:v>
                </c:pt>
                <c:pt idx="1178">
                  <c:v>4.5</c:v>
                </c:pt>
                <c:pt idx="1179">
                  <c:v>4.5</c:v>
                </c:pt>
                <c:pt idx="1180">
                  <c:v>4.5</c:v>
                </c:pt>
                <c:pt idx="1181">
                  <c:v>4.5</c:v>
                </c:pt>
                <c:pt idx="1182">
                  <c:v>4.5</c:v>
                </c:pt>
                <c:pt idx="1183">
                  <c:v>4.5</c:v>
                </c:pt>
                <c:pt idx="1184">
                  <c:v>4.5</c:v>
                </c:pt>
                <c:pt idx="1185">
                  <c:v>4.5</c:v>
                </c:pt>
                <c:pt idx="1186">
                  <c:v>4.5</c:v>
                </c:pt>
                <c:pt idx="1187">
                  <c:v>4.5</c:v>
                </c:pt>
                <c:pt idx="1188">
                  <c:v>4.5</c:v>
                </c:pt>
                <c:pt idx="1189">
                  <c:v>4.5</c:v>
                </c:pt>
                <c:pt idx="1190">
                  <c:v>4.5</c:v>
                </c:pt>
                <c:pt idx="1191">
                  <c:v>4.5</c:v>
                </c:pt>
                <c:pt idx="1192">
                  <c:v>4.5</c:v>
                </c:pt>
                <c:pt idx="1193">
                  <c:v>4.5</c:v>
                </c:pt>
                <c:pt idx="1194">
                  <c:v>4.5</c:v>
                </c:pt>
                <c:pt idx="1195">
                  <c:v>4.5</c:v>
                </c:pt>
                <c:pt idx="1196">
                  <c:v>4.5</c:v>
                </c:pt>
                <c:pt idx="1197">
                  <c:v>4.5</c:v>
                </c:pt>
                <c:pt idx="1198">
                  <c:v>4.5</c:v>
                </c:pt>
                <c:pt idx="1199">
                  <c:v>4.5</c:v>
                </c:pt>
                <c:pt idx="1200">
                  <c:v>4.5</c:v>
                </c:pt>
                <c:pt idx="1201">
                  <c:v>4.5</c:v>
                </c:pt>
                <c:pt idx="1202">
                  <c:v>4.5</c:v>
                </c:pt>
                <c:pt idx="1203">
                  <c:v>4.5</c:v>
                </c:pt>
                <c:pt idx="1204">
                  <c:v>4.5</c:v>
                </c:pt>
                <c:pt idx="1205">
                  <c:v>4.5</c:v>
                </c:pt>
                <c:pt idx="1206">
                  <c:v>4.5</c:v>
                </c:pt>
                <c:pt idx="1207">
                  <c:v>4.5</c:v>
                </c:pt>
                <c:pt idx="1208">
                  <c:v>4.5</c:v>
                </c:pt>
                <c:pt idx="1209">
                  <c:v>4.5</c:v>
                </c:pt>
                <c:pt idx="1210">
                  <c:v>4.5</c:v>
                </c:pt>
                <c:pt idx="1211">
                  <c:v>4.5</c:v>
                </c:pt>
                <c:pt idx="1212">
                  <c:v>4.5</c:v>
                </c:pt>
                <c:pt idx="1213">
                  <c:v>4.5</c:v>
                </c:pt>
                <c:pt idx="1214">
                  <c:v>4.5</c:v>
                </c:pt>
                <c:pt idx="1215">
                  <c:v>4.5</c:v>
                </c:pt>
                <c:pt idx="1216">
                  <c:v>4.5</c:v>
                </c:pt>
                <c:pt idx="1217">
                  <c:v>4.5</c:v>
                </c:pt>
                <c:pt idx="1218">
                  <c:v>4.5</c:v>
                </c:pt>
                <c:pt idx="1219">
                  <c:v>4.5</c:v>
                </c:pt>
                <c:pt idx="1220">
                  <c:v>4.5</c:v>
                </c:pt>
                <c:pt idx="1221">
                  <c:v>4.5</c:v>
                </c:pt>
                <c:pt idx="1222">
                  <c:v>4.5</c:v>
                </c:pt>
                <c:pt idx="1223">
                  <c:v>4.5</c:v>
                </c:pt>
                <c:pt idx="1224">
                  <c:v>4.5</c:v>
                </c:pt>
                <c:pt idx="1225">
                  <c:v>4.5</c:v>
                </c:pt>
                <c:pt idx="1226">
                  <c:v>4.5</c:v>
                </c:pt>
                <c:pt idx="1227">
                  <c:v>4.5</c:v>
                </c:pt>
                <c:pt idx="1228">
                  <c:v>4.5</c:v>
                </c:pt>
                <c:pt idx="1229">
                  <c:v>4.5</c:v>
                </c:pt>
                <c:pt idx="1230">
                  <c:v>4.5</c:v>
                </c:pt>
                <c:pt idx="1231">
                  <c:v>4.5</c:v>
                </c:pt>
                <c:pt idx="1232">
                  <c:v>4.5</c:v>
                </c:pt>
                <c:pt idx="1233">
                  <c:v>4.5</c:v>
                </c:pt>
                <c:pt idx="1234">
                  <c:v>4.5</c:v>
                </c:pt>
                <c:pt idx="1235">
                  <c:v>4.5</c:v>
                </c:pt>
                <c:pt idx="1236">
                  <c:v>4.5</c:v>
                </c:pt>
                <c:pt idx="1237">
                  <c:v>4.5</c:v>
                </c:pt>
                <c:pt idx="1238">
                  <c:v>4.5</c:v>
                </c:pt>
                <c:pt idx="1239">
                  <c:v>4.5</c:v>
                </c:pt>
                <c:pt idx="1240">
                  <c:v>4.5</c:v>
                </c:pt>
                <c:pt idx="1241">
                  <c:v>4.5</c:v>
                </c:pt>
                <c:pt idx="1242">
                  <c:v>4.5</c:v>
                </c:pt>
                <c:pt idx="1243">
                  <c:v>4.5</c:v>
                </c:pt>
                <c:pt idx="1244">
                  <c:v>4.5</c:v>
                </c:pt>
                <c:pt idx="1245">
                  <c:v>4.5</c:v>
                </c:pt>
                <c:pt idx="1246">
                  <c:v>4.5</c:v>
                </c:pt>
                <c:pt idx="1247">
                  <c:v>4.5</c:v>
                </c:pt>
                <c:pt idx="1248">
                  <c:v>4.5</c:v>
                </c:pt>
                <c:pt idx="1249">
                  <c:v>4.5</c:v>
                </c:pt>
                <c:pt idx="1250">
                  <c:v>4.5</c:v>
                </c:pt>
                <c:pt idx="1251">
                  <c:v>4.5</c:v>
                </c:pt>
                <c:pt idx="1252">
                  <c:v>4.5</c:v>
                </c:pt>
                <c:pt idx="1253">
                  <c:v>4.5</c:v>
                </c:pt>
                <c:pt idx="1254">
                  <c:v>4.5</c:v>
                </c:pt>
                <c:pt idx="1255">
                  <c:v>4.5</c:v>
                </c:pt>
                <c:pt idx="1256">
                  <c:v>4.5</c:v>
                </c:pt>
                <c:pt idx="1257">
                  <c:v>4.5</c:v>
                </c:pt>
                <c:pt idx="1258">
                  <c:v>4.5</c:v>
                </c:pt>
                <c:pt idx="1259">
                  <c:v>4.5</c:v>
                </c:pt>
                <c:pt idx="1260">
                  <c:v>4.5</c:v>
                </c:pt>
                <c:pt idx="1261">
                  <c:v>4.75</c:v>
                </c:pt>
                <c:pt idx="1262">
                  <c:v>4.75</c:v>
                </c:pt>
                <c:pt idx="1263">
                  <c:v>4.75</c:v>
                </c:pt>
                <c:pt idx="1264">
                  <c:v>4.75</c:v>
                </c:pt>
                <c:pt idx="1265">
                  <c:v>4.75</c:v>
                </c:pt>
                <c:pt idx="1266">
                  <c:v>4.75</c:v>
                </c:pt>
                <c:pt idx="1267">
                  <c:v>4.75</c:v>
                </c:pt>
                <c:pt idx="1268">
                  <c:v>4.75</c:v>
                </c:pt>
                <c:pt idx="1269">
                  <c:v>4.75</c:v>
                </c:pt>
                <c:pt idx="1270">
                  <c:v>4.75</c:v>
                </c:pt>
                <c:pt idx="1271">
                  <c:v>4.75</c:v>
                </c:pt>
                <c:pt idx="1272">
                  <c:v>4.75</c:v>
                </c:pt>
                <c:pt idx="1273">
                  <c:v>4.75</c:v>
                </c:pt>
                <c:pt idx="1274">
                  <c:v>4.75</c:v>
                </c:pt>
                <c:pt idx="1275">
                  <c:v>4.75</c:v>
                </c:pt>
                <c:pt idx="1276">
                  <c:v>4.75</c:v>
                </c:pt>
                <c:pt idx="1277">
                  <c:v>4.75</c:v>
                </c:pt>
                <c:pt idx="1278">
                  <c:v>4.75</c:v>
                </c:pt>
                <c:pt idx="1279">
                  <c:v>4.75</c:v>
                </c:pt>
                <c:pt idx="1280">
                  <c:v>4.75</c:v>
                </c:pt>
                <c:pt idx="1281">
                  <c:v>4.75</c:v>
                </c:pt>
                <c:pt idx="1282">
                  <c:v>4.75</c:v>
                </c:pt>
                <c:pt idx="1283">
                  <c:v>4.75</c:v>
                </c:pt>
                <c:pt idx="1284">
                  <c:v>4.75</c:v>
                </c:pt>
                <c:pt idx="1285">
                  <c:v>4.75</c:v>
                </c:pt>
                <c:pt idx="1286">
                  <c:v>4.75</c:v>
                </c:pt>
                <c:pt idx="1287">
                  <c:v>4.75</c:v>
                </c:pt>
                <c:pt idx="1288">
                  <c:v>4.75</c:v>
                </c:pt>
                <c:pt idx="1289">
                  <c:v>4.75</c:v>
                </c:pt>
                <c:pt idx="1290">
                  <c:v>4.75</c:v>
                </c:pt>
                <c:pt idx="1291">
                  <c:v>4.75</c:v>
                </c:pt>
                <c:pt idx="1292">
                  <c:v>4.75</c:v>
                </c:pt>
                <c:pt idx="1293">
                  <c:v>4.75</c:v>
                </c:pt>
                <c:pt idx="1294">
                  <c:v>4.75</c:v>
                </c:pt>
                <c:pt idx="1295">
                  <c:v>4.75</c:v>
                </c:pt>
                <c:pt idx="1296">
                  <c:v>4.75</c:v>
                </c:pt>
                <c:pt idx="1297">
                  <c:v>4.75</c:v>
                </c:pt>
                <c:pt idx="1298">
                  <c:v>4.75</c:v>
                </c:pt>
                <c:pt idx="1299">
                  <c:v>4.75</c:v>
                </c:pt>
                <c:pt idx="1300">
                  <c:v>4.75</c:v>
                </c:pt>
                <c:pt idx="1301">
                  <c:v>4.75</c:v>
                </c:pt>
                <c:pt idx="1302">
                  <c:v>4.75</c:v>
                </c:pt>
                <c:pt idx="1303">
                  <c:v>4.75</c:v>
                </c:pt>
                <c:pt idx="1304">
                  <c:v>4.75</c:v>
                </c:pt>
                <c:pt idx="1305">
                  <c:v>4.75</c:v>
                </c:pt>
                <c:pt idx="1306">
                  <c:v>4.75</c:v>
                </c:pt>
                <c:pt idx="1307">
                  <c:v>4.75</c:v>
                </c:pt>
                <c:pt idx="1308">
                  <c:v>4.75</c:v>
                </c:pt>
                <c:pt idx="1309">
                  <c:v>4.75</c:v>
                </c:pt>
                <c:pt idx="1310">
                  <c:v>4.75</c:v>
                </c:pt>
                <c:pt idx="1311">
                  <c:v>4.75</c:v>
                </c:pt>
                <c:pt idx="1312">
                  <c:v>4.75</c:v>
                </c:pt>
                <c:pt idx="1313">
                  <c:v>4.75</c:v>
                </c:pt>
                <c:pt idx="1314">
                  <c:v>4.75</c:v>
                </c:pt>
                <c:pt idx="1315">
                  <c:v>4.75</c:v>
                </c:pt>
                <c:pt idx="1316">
                  <c:v>4.75</c:v>
                </c:pt>
                <c:pt idx="1317">
                  <c:v>4.75</c:v>
                </c:pt>
                <c:pt idx="1318">
                  <c:v>4.75</c:v>
                </c:pt>
                <c:pt idx="1319">
                  <c:v>4.75</c:v>
                </c:pt>
                <c:pt idx="1320">
                  <c:v>4.75</c:v>
                </c:pt>
                <c:pt idx="1321">
                  <c:v>4.75</c:v>
                </c:pt>
                <c:pt idx="1322">
                  <c:v>4.75</c:v>
                </c:pt>
                <c:pt idx="1323">
                  <c:v>4.75</c:v>
                </c:pt>
                <c:pt idx="1324">
                  <c:v>4.75</c:v>
                </c:pt>
                <c:pt idx="1325">
                  <c:v>4.75</c:v>
                </c:pt>
                <c:pt idx="1326">
                  <c:v>4.75</c:v>
                </c:pt>
                <c:pt idx="1327">
                  <c:v>4.75</c:v>
                </c:pt>
                <c:pt idx="1328">
                  <c:v>4.75</c:v>
                </c:pt>
                <c:pt idx="1329">
                  <c:v>4.75</c:v>
                </c:pt>
                <c:pt idx="1330">
                  <c:v>4.75</c:v>
                </c:pt>
                <c:pt idx="1331">
                  <c:v>4.75</c:v>
                </c:pt>
                <c:pt idx="1332">
                  <c:v>4.75</c:v>
                </c:pt>
                <c:pt idx="1333">
                  <c:v>4.75</c:v>
                </c:pt>
                <c:pt idx="1334">
                  <c:v>4.75</c:v>
                </c:pt>
                <c:pt idx="1335">
                  <c:v>4.75</c:v>
                </c:pt>
                <c:pt idx="1336">
                  <c:v>4.75</c:v>
                </c:pt>
                <c:pt idx="1337">
                  <c:v>4.75</c:v>
                </c:pt>
                <c:pt idx="1338">
                  <c:v>4.75</c:v>
                </c:pt>
                <c:pt idx="1339">
                  <c:v>4.75</c:v>
                </c:pt>
                <c:pt idx="1340">
                  <c:v>4.75</c:v>
                </c:pt>
                <c:pt idx="1341">
                  <c:v>4.75</c:v>
                </c:pt>
                <c:pt idx="1342">
                  <c:v>4.75</c:v>
                </c:pt>
                <c:pt idx="1343">
                  <c:v>4.75</c:v>
                </c:pt>
                <c:pt idx="1344">
                  <c:v>4.75</c:v>
                </c:pt>
                <c:pt idx="1345">
                  <c:v>4.75</c:v>
                </c:pt>
                <c:pt idx="1346">
                  <c:v>4.75</c:v>
                </c:pt>
                <c:pt idx="1347">
                  <c:v>4.75</c:v>
                </c:pt>
                <c:pt idx="1348">
                  <c:v>4.75</c:v>
                </c:pt>
                <c:pt idx="1349">
                  <c:v>4.75</c:v>
                </c:pt>
                <c:pt idx="1350">
                  <c:v>4.75</c:v>
                </c:pt>
                <c:pt idx="1351">
                  <c:v>4.75</c:v>
                </c:pt>
                <c:pt idx="1352">
                  <c:v>4.75</c:v>
                </c:pt>
                <c:pt idx="1353">
                  <c:v>4.75</c:v>
                </c:pt>
                <c:pt idx="1354">
                  <c:v>4.75</c:v>
                </c:pt>
                <c:pt idx="1355">
                  <c:v>4.75</c:v>
                </c:pt>
                <c:pt idx="1356">
                  <c:v>4.75</c:v>
                </c:pt>
                <c:pt idx="1357">
                  <c:v>4.75</c:v>
                </c:pt>
                <c:pt idx="1358">
                  <c:v>4.75</c:v>
                </c:pt>
                <c:pt idx="1359">
                  <c:v>4.75</c:v>
                </c:pt>
                <c:pt idx="1360">
                  <c:v>4.75</c:v>
                </c:pt>
                <c:pt idx="1361">
                  <c:v>4.75</c:v>
                </c:pt>
                <c:pt idx="1362">
                  <c:v>4.75</c:v>
                </c:pt>
                <c:pt idx="1363">
                  <c:v>4.75</c:v>
                </c:pt>
                <c:pt idx="1364">
                  <c:v>4.75</c:v>
                </c:pt>
                <c:pt idx="1365">
                  <c:v>4.75</c:v>
                </c:pt>
                <c:pt idx="1366">
                  <c:v>4.75</c:v>
                </c:pt>
                <c:pt idx="1367">
                  <c:v>4.75</c:v>
                </c:pt>
                <c:pt idx="1368">
                  <c:v>4.75</c:v>
                </c:pt>
                <c:pt idx="1369">
                  <c:v>4.75</c:v>
                </c:pt>
                <c:pt idx="1370">
                  <c:v>4.75</c:v>
                </c:pt>
                <c:pt idx="1371">
                  <c:v>4.75</c:v>
                </c:pt>
                <c:pt idx="1372">
                  <c:v>4.75</c:v>
                </c:pt>
                <c:pt idx="1373">
                  <c:v>4.75</c:v>
                </c:pt>
                <c:pt idx="1374">
                  <c:v>4.75</c:v>
                </c:pt>
                <c:pt idx="1375">
                  <c:v>4.75</c:v>
                </c:pt>
                <c:pt idx="1376">
                  <c:v>4.75</c:v>
                </c:pt>
                <c:pt idx="1377">
                  <c:v>4.75</c:v>
                </c:pt>
                <c:pt idx="1378">
                  <c:v>4.75</c:v>
                </c:pt>
                <c:pt idx="1379">
                  <c:v>4.75</c:v>
                </c:pt>
                <c:pt idx="1380">
                  <c:v>4.75</c:v>
                </c:pt>
                <c:pt idx="1381">
                  <c:v>4.75</c:v>
                </c:pt>
                <c:pt idx="1382">
                  <c:v>4.75</c:v>
                </c:pt>
                <c:pt idx="1383">
                  <c:v>4.75</c:v>
                </c:pt>
                <c:pt idx="1384">
                  <c:v>4.75</c:v>
                </c:pt>
                <c:pt idx="1385">
                  <c:v>4.75</c:v>
                </c:pt>
                <c:pt idx="1386">
                  <c:v>4.75</c:v>
                </c:pt>
                <c:pt idx="1387">
                  <c:v>4.75</c:v>
                </c:pt>
                <c:pt idx="1388">
                  <c:v>4.75</c:v>
                </c:pt>
                <c:pt idx="1389">
                  <c:v>4.75</c:v>
                </c:pt>
                <c:pt idx="1390">
                  <c:v>4.75</c:v>
                </c:pt>
                <c:pt idx="1391">
                  <c:v>4.75</c:v>
                </c:pt>
                <c:pt idx="1392">
                  <c:v>4.75</c:v>
                </c:pt>
                <c:pt idx="1393">
                  <c:v>4.75</c:v>
                </c:pt>
                <c:pt idx="1394">
                  <c:v>4.75</c:v>
                </c:pt>
                <c:pt idx="1395">
                  <c:v>4.75</c:v>
                </c:pt>
                <c:pt idx="1396">
                  <c:v>4.75</c:v>
                </c:pt>
                <c:pt idx="1397">
                  <c:v>4.75</c:v>
                </c:pt>
                <c:pt idx="1398">
                  <c:v>4.75</c:v>
                </c:pt>
                <c:pt idx="1399">
                  <c:v>4.75</c:v>
                </c:pt>
                <c:pt idx="1400">
                  <c:v>4.75</c:v>
                </c:pt>
                <c:pt idx="1401">
                  <c:v>4.75</c:v>
                </c:pt>
                <c:pt idx="1402">
                  <c:v>4.75</c:v>
                </c:pt>
                <c:pt idx="1403">
                  <c:v>4.75</c:v>
                </c:pt>
                <c:pt idx="1404">
                  <c:v>4.75</c:v>
                </c:pt>
                <c:pt idx="1405">
                  <c:v>4.75</c:v>
                </c:pt>
                <c:pt idx="1406">
                  <c:v>4.75</c:v>
                </c:pt>
                <c:pt idx="1407">
                  <c:v>4.75</c:v>
                </c:pt>
                <c:pt idx="1408">
                  <c:v>4.75</c:v>
                </c:pt>
                <c:pt idx="1409">
                  <c:v>4.75</c:v>
                </c:pt>
                <c:pt idx="1410">
                  <c:v>4.75</c:v>
                </c:pt>
                <c:pt idx="1411">
                  <c:v>4.75</c:v>
                </c:pt>
                <c:pt idx="1412">
                  <c:v>4.75</c:v>
                </c:pt>
                <c:pt idx="1413">
                  <c:v>4.75</c:v>
                </c:pt>
                <c:pt idx="1414">
                  <c:v>4.75</c:v>
                </c:pt>
                <c:pt idx="1415">
                  <c:v>4.75</c:v>
                </c:pt>
                <c:pt idx="1416">
                  <c:v>4.75</c:v>
                </c:pt>
                <c:pt idx="1417">
                  <c:v>4.75</c:v>
                </c:pt>
                <c:pt idx="1418">
                  <c:v>4.75</c:v>
                </c:pt>
                <c:pt idx="1419">
                  <c:v>4.75</c:v>
                </c:pt>
                <c:pt idx="1420">
                  <c:v>4.75</c:v>
                </c:pt>
                <c:pt idx="1421">
                  <c:v>4.75</c:v>
                </c:pt>
                <c:pt idx="1422">
                  <c:v>4.75</c:v>
                </c:pt>
                <c:pt idx="1423">
                  <c:v>4.75</c:v>
                </c:pt>
                <c:pt idx="1424">
                  <c:v>4.75</c:v>
                </c:pt>
                <c:pt idx="1425">
                  <c:v>4.75</c:v>
                </c:pt>
                <c:pt idx="1426">
                  <c:v>4.75</c:v>
                </c:pt>
                <c:pt idx="1427">
                  <c:v>4.75</c:v>
                </c:pt>
                <c:pt idx="1428">
                  <c:v>4.75</c:v>
                </c:pt>
                <c:pt idx="1429">
                  <c:v>4.75</c:v>
                </c:pt>
                <c:pt idx="1430">
                  <c:v>4.75</c:v>
                </c:pt>
                <c:pt idx="1431">
                  <c:v>4.75</c:v>
                </c:pt>
                <c:pt idx="1432">
                  <c:v>4.75</c:v>
                </c:pt>
                <c:pt idx="1433">
                  <c:v>4.75</c:v>
                </c:pt>
                <c:pt idx="1434">
                  <c:v>4.75</c:v>
                </c:pt>
                <c:pt idx="1435">
                  <c:v>4.75</c:v>
                </c:pt>
                <c:pt idx="1436">
                  <c:v>4.75</c:v>
                </c:pt>
                <c:pt idx="1437">
                  <c:v>4.75</c:v>
                </c:pt>
                <c:pt idx="1438">
                  <c:v>4.75</c:v>
                </c:pt>
                <c:pt idx="1439">
                  <c:v>4.75</c:v>
                </c:pt>
                <c:pt idx="1440">
                  <c:v>4.75</c:v>
                </c:pt>
                <c:pt idx="1441">
                  <c:v>4.75</c:v>
                </c:pt>
                <c:pt idx="1442">
                  <c:v>4.75</c:v>
                </c:pt>
                <c:pt idx="1443">
                  <c:v>4.75</c:v>
                </c:pt>
                <c:pt idx="1444">
                  <c:v>4.75</c:v>
                </c:pt>
                <c:pt idx="1445">
                  <c:v>4.75</c:v>
                </c:pt>
                <c:pt idx="1446">
                  <c:v>4.75</c:v>
                </c:pt>
                <c:pt idx="1447">
                  <c:v>4.75</c:v>
                </c:pt>
                <c:pt idx="1448">
                  <c:v>4.75</c:v>
                </c:pt>
                <c:pt idx="1449">
                  <c:v>4.75</c:v>
                </c:pt>
                <c:pt idx="1450">
                  <c:v>4.75</c:v>
                </c:pt>
                <c:pt idx="1451">
                  <c:v>4.75</c:v>
                </c:pt>
                <c:pt idx="1452">
                  <c:v>4.75</c:v>
                </c:pt>
                <c:pt idx="1453">
                  <c:v>4.75</c:v>
                </c:pt>
                <c:pt idx="1454">
                  <c:v>4.75</c:v>
                </c:pt>
                <c:pt idx="1455">
                  <c:v>4.75</c:v>
                </c:pt>
                <c:pt idx="1456">
                  <c:v>4.75</c:v>
                </c:pt>
                <c:pt idx="1457">
                  <c:v>4.75</c:v>
                </c:pt>
                <c:pt idx="1458">
                  <c:v>4.75</c:v>
                </c:pt>
                <c:pt idx="1459">
                  <c:v>4.75</c:v>
                </c:pt>
                <c:pt idx="1460">
                  <c:v>4.75</c:v>
                </c:pt>
                <c:pt idx="1461">
                  <c:v>4.75</c:v>
                </c:pt>
                <c:pt idx="1462">
                  <c:v>4.75</c:v>
                </c:pt>
                <c:pt idx="1463">
                  <c:v>4.75</c:v>
                </c:pt>
                <c:pt idx="1464">
                  <c:v>4.75</c:v>
                </c:pt>
                <c:pt idx="1465">
                  <c:v>4.75</c:v>
                </c:pt>
                <c:pt idx="1466">
                  <c:v>4.75</c:v>
                </c:pt>
                <c:pt idx="1467">
                  <c:v>4.75</c:v>
                </c:pt>
                <c:pt idx="1468">
                  <c:v>4.75</c:v>
                </c:pt>
                <c:pt idx="1469">
                  <c:v>4.75</c:v>
                </c:pt>
                <c:pt idx="1470">
                  <c:v>4.75</c:v>
                </c:pt>
                <c:pt idx="1471">
                  <c:v>4.75</c:v>
                </c:pt>
                <c:pt idx="1472">
                  <c:v>4.75</c:v>
                </c:pt>
                <c:pt idx="1473">
                  <c:v>4.75</c:v>
                </c:pt>
                <c:pt idx="1474">
                  <c:v>4.75</c:v>
                </c:pt>
                <c:pt idx="1475">
                  <c:v>4.75</c:v>
                </c:pt>
                <c:pt idx="1476">
                  <c:v>4.75</c:v>
                </c:pt>
                <c:pt idx="1477">
                  <c:v>4.75</c:v>
                </c:pt>
                <c:pt idx="1478">
                  <c:v>4.75</c:v>
                </c:pt>
                <c:pt idx="1479">
                  <c:v>4.75</c:v>
                </c:pt>
                <c:pt idx="1480">
                  <c:v>4.75</c:v>
                </c:pt>
                <c:pt idx="1481">
                  <c:v>4.75</c:v>
                </c:pt>
                <c:pt idx="1482">
                  <c:v>4.75</c:v>
                </c:pt>
                <c:pt idx="1483">
                  <c:v>4.75</c:v>
                </c:pt>
                <c:pt idx="1484">
                  <c:v>4.75</c:v>
                </c:pt>
                <c:pt idx="1485">
                  <c:v>4.75</c:v>
                </c:pt>
                <c:pt idx="1486">
                  <c:v>4.75</c:v>
                </c:pt>
                <c:pt idx="1487">
                  <c:v>4.75</c:v>
                </c:pt>
                <c:pt idx="1488">
                  <c:v>4.75</c:v>
                </c:pt>
                <c:pt idx="1489">
                  <c:v>4.75</c:v>
                </c:pt>
                <c:pt idx="1490">
                  <c:v>4.75</c:v>
                </c:pt>
                <c:pt idx="1491">
                  <c:v>4.75</c:v>
                </c:pt>
                <c:pt idx="1492">
                  <c:v>4.75</c:v>
                </c:pt>
                <c:pt idx="1493">
                  <c:v>4.75</c:v>
                </c:pt>
                <c:pt idx="1494">
                  <c:v>4.75</c:v>
                </c:pt>
                <c:pt idx="1495">
                  <c:v>4.75</c:v>
                </c:pt>
                <c:pt idx="1496">
                  <c:v>4.75</c:v>
                </c:pt>
                <c:pt idx="1497">
                  <c:v>4.75</c:v>
                </c:pt>
                <c:pt idx="1498">
                  <c:v>4.75</c:v>
                </c:pt>
                <c:pt idx="1499">
                  <c:v>4.75</c:v>
                </c:pt>
                <c:pt idx="1500">
                  <c:v>4.75</c:v>
                </c:pt>
                <c:pt idx="1501">
                  <c:v>4.75</c:v>
                </c:pt>
                <c:pt idx="1502">
                  <c:v>4.75</c:v>
                </c:pt>
                <c:pt idx="1503">
                  <c:v>4.75</c:v>
                </c:pt>
                <c:pt idx="1504">
                  <c:v>4.75</c:v>
                </c:pt>
                <c:pt idx="1505">
                  <c:v>4.75</c:v>
                </c:pt>
                <c:pt idx="1506">
                  <c:v>4.75</c:v>
                </c:pt>
                <c:pt idx="1507">
                  <c:v>4.75</c:v>
                </c:pt>
                <c:pt idx="1508">
                  <c:v>4.75</c:v>
                </c:pt>
                <c:pt idx="1509">
                  <c:v>4.75</c:v>
                </c:pt>
                <c:pt idx="1510">
                  <c:v>4.75</c:v>
                </c:pt>
                <c:pt idx="1511">
                  <c:v>4.75</c:v>
                </c:pt>
                <c:pt idx="1512">
                  <c:v>4.75</c:v>
                </c:pt>
                <c:pt idx="1513">
                  <c:v>4.75</c:v>
                </c:pt>
                <c:pt idx="1514">
                  <c:v>4.75</c:v>
                </c:pt>
                <c:pt idx="1515">
                  <c:v>4.75</c:v>
                </c:pt>
                <c:pt idx="1516">
                  <c:v>4.75</c:v>
                </c:pt>
                <c:pt idx="1517">
                  <c:v>4.75</c:v>
                </c:pt>
                <c:pt idx="1518">
                  <c:v>4.75</c:v>
                </c:pt>
                <c:pt idx="1519">
                  <c:v>4.75</c:v>
                </c:pt>
                <c:pt idx="1520">
                  <c:v>4.75</c:v>
                </c:pt>
                <c:pt idx="1521">
                  <c:v>4.5</c:v>
                </c:pt>
                <c:pt idx="1522">
                  <c:v>4.5</c:v>
                </c:pt>
                <c:pt idx="1523">
                  <c:v>4.5</c:v>
                </c:pt>
                <c:pt idx="1524">
                  <c:v>4.5</c:v>
                </c:pt>
                <c:pt idx="1525">
                  <c:v>4.5</c:v>
                </c:pt>
                <c:pt idx="1526">
                  <c:v>4.5</c:v>
                </c:pt>
                <c:pt idx="1527">
                  <c:v>4.5</c:v>
                </c:pt>
                <c:pt idx="1528">
                  <c:v>4.5</c:v>
                </c:pt>
                <c:pt idx="1529">
                  <c:v>4.5</c:v>
                </c:pt>
                <c:pt idx="1530">
                  <c:v>4.5</c:v>
                </c:pt>
                <c:pt idx="1531">
                  <c:v>4.5</c:v>
                </c:pt>
                <c:pt idx="1532">
                  <c:v>4.5</c:v>
                </c:pt>
                <c:pt idx="1533">
                  <c:v>4.5</c:v>
                </c:pt>
                <c:pt idx="1534">
                  <c:v>4.5</c:v>
                </c:pt>
                <c:pt idx="1535">
                  <c:v>4.5</c:v>
                </c:pt>
                <c:pt idx="1536">
                  <c:v>4.5</c:v>
                </c:pt>
                <c:pt idx="1537">
                  <c:v>4.5</c:v>
                </c:pt>
                <c:pt idx="1538">
                  <c:v>4.5</c:v>
                </c:pt>
                <c:pt idx="1539">
                  <c:v>4.5</c:v>
                </c:pt>
                <c:pt idx="1540">
                  <c:v>4.5</c:v>
                </c:pt>
                <c:pt idx="1541">
                  <c:v>4.5</c:v>
                </c:pt>
                <c:pt idx="1542">
                  <c:v>4.5</c:v>
                </c:pt>
                <c:pt idx="1543">
                  <c:v>4.5</c:v>
                </c:pt>
                <c:pt idx="1544">
                  <c:v>4.5</c:v>
                </c:pt>
                <c:pt idx="1545">
                  <c:v>4.5</c:v>
                </c:pt>
                <c:pt idx="1546">
                  <c:v>4.25</c:v>
                </c:pt>
                <c:pt idx="1547">
                  <c:v>4.25</c:v>
                </c:pt>
                <c:pt idx="1548">
                  <c:v>4.25</c:v>
                </c:pt>
                <c:pt idx="1549">
                  <c:v>4.25</c:v>
                </c:pt>
                <c:pt idx="1550">
                  <c:v>4.25</c:v>
                </c:pt>
                <c:pt idx="1551">
                  <c:v>4.25</c:v>
                </c:pt>
                <c:pt idx="1552">
                  <c:v>4.25</c:v>
                </c:pt>
                <c:pt idx="1553">
                  <c:v>4.25</c:v>
                </c:pt>
                <c:pt idx="1554">
                  <c:v>4.25</c:v>
                </c:pt>
                <c:pt idx="1555">
                  <c:v>4.25</c:v>
                </c:pt>
                <c:pt idx="1556">
                  <c:v>4.25</c:v>
                </c:pt>
                <c:pt idx="1557">
                  <c:v>4.25</c:v>
                </c:pt>
                <c:pt idx="1558">
                  <c:v>4.25</c:v>
                </c:pt>
                <c:pt idx="1559">
                  <c:v>4.25</c:v>
                </c:pt>
                <c:pt idx="1560">
                  <c:v>4.25</c:v>
                </c:pt>
                <c:pt idx="1561">
                  <c:v>4.25</c:v>
                </c:pt>
                <c:pt idx="1562">
                  <c:v>4.25</c:v>
                </c:pt>
                <c:pt idx="1563">
                  <c:v>4.25</c:v>
                </c:pt>
                <c:pt idx="1564">
                  <c:v>4.25</c:v>
                </c:pt>
                <c:pt idx="1565">
                  <c:v>4.25</c:v>
                </c:pt>
                <c:pt idx="1566">
                  <c:v>4.25</c:v>
                </c:pt>
                <c:pt idx="1567">
                  <c:v>4.25</c:v>
                </c:pt>
                <c:pt idx="1568">
                  <c:v>4.25</c:v>
                </c:pt>
                <c:pt idx="1569">
                  <c:v>4.25</c:v>
                </c:pt>
                <c:pt idx="1570">
                  <c:v>4.25</c:v>
                </c:pt>
                <c:pt idx="1571">
                  <c:v>4.25</c:v>
                </c:pt>
                <c:pt idx="1572">
                  <c:v>4.25</c:v>
                </c:pt>
                <c:pt idx="1573">
                  <c:v>4.25</c:v>
                </c:pt>
                <c:pt idx="1574">
                  <c:v>4.25</c:v>
                </c:pt>
                <c:pt idx="1575">
                  <c:v>4.25</c:v>
                </c:pt>
                <c:pt idx="1576">
                  <c:v>4.25</c:v>
                </c:pt>
                <c:pt idx="1577">
                  <c:v>4.25</c:v>
                </c:pt>
                <c:pt idx="1578">
                  <c:v>4.25</c:v>
                </c:pt>
                <c:pt idx="1579">
                  <c:v>4.25</c:v>
                </c:pt>
                <c:pt idx="1580">
                  <c:v>4.25</c:v>
                </c:pt>
                <c:pt idx="1581">
                  <c:v>4.25</c:v>
                </c:pt>
                <c:pt idx="1582">
                  <c:v>4.25</c:v>
                </c:pt>
                <c:pt idx="1583">
                  <c:v>4.25</c:v>
                </c:pt>
                <c:pt idx="1584">
                  <c:v>4.25</c:v>
                </c:pt>
                <c:pt idx="1585">
                  <c:v>4.25</c:v>
                </c:pt>
                <c:pt idx="1586">
                  <c:v>4.25</c:v>
                </c:pt>
                <c:pt idx="1587">
                  <c:v>4.25</c:v>
                </c:pt>
                <c:pt idx="1588">
                  <c:v>4.25</c:v>
                </c:pt>
                <c:pt idx="1589">
                  <c:v>4.25</c:v>
                </c:pt>
                <c:pt idx="1590">
                  <c:v>4.25</c:v>
                </c:pt>
                <c:pt idx="1591">
                  <c:v>4.25</c:v>
                </c:pt>
                <c:pt idx="1592">
                  <c:v>4.25</c:v>
                </c:pt>
                <c:pt idx="1593">
                  <c:v>4.25</c:v>
                </c:pt>
                <c:pt idx="1594">
                  <c:v>4.25</c:v>
                </c:pt>
                <c:pt idx="1595">
                  <c:v>4.25</c:v>
                </c:pt>
                <c:pt idx="1596">
                  <c:v>4.25</c:v>
                </c:pt>
                <c:pt idx="1597">
                  <c:v>4.25</c:v>
                </c:pt>
                <c:pt idx="1598">
                  <c:v>4.25</c:v>
                </c:pt>
                <c:pt idx="1599">
                  <c:v>4.25</c:v>
                </c:pt>
                <c:pt idx="1600">
                  <c:v>4.25</c:v>
                </c:pt>
                <c:pt idx="1601">
                  <c:v>4.25</c:v>
                </c:pt>
                <c:pt idx="1602">
                  <c:v>4.25</c:v>
                </c:pt>
                <c:pt idx="1603">
                  <c:v>4.25</c:v>
                </c:pt>
                <c:pt idx="1604">
                  <c:v>4.25</c:v>
                </c:pt>
                <c:pt idx="1605">
                  <c:v>4.25</c:v>
                </c:pt>
                <c:pt idx="1606">
                  <c:v>4.25</c:v>
                </c:pt>
                <c:pt idx="1607">
                  <c:v>4.25</c:v>
                </c:pt>
                <c:pt idx="1608">
                  <c:v>4.25</c:v>
                </c:pt>
                <c:pt idx="1609">
                  <c:v>4.25</c:v>
                </c:pt>
                <c:pt idx="1610">
                  <c:v>4.25</c:v>
                </c:pt>
                <c:pt idx="1611">
                  <c:v>4.25</c:v>
                </c:pt>
                <c:pt idx="1612">
                  <c:v>4.25</c:v>
                </c:pt>
                <c:pt idx="1613">
                  <c:v>4.25</c:v>
                </c:pt>
                <c:pt idx="1614">
                  <c:v>4.25</c:v>
                </c:pt>
                <c:pt idx="1615">
                  <c:v>4.25</c:v>
                </c:pt>
                <c:pt idx="1616">
                  <c:v>4.25</c:v>
                </c:pt>
                <c:pt idx="1617">
                  <c:v>4.25</c:v>
                </c:pt>
                <c:pt idx="1618">
                  <c:v>4.25</c:v>
                </c:pt>
                <c:pt idx="1619">
                  <c:v>4.25</c:v>
                </c:pt>
                <c:pt idx="1620">
                  <c:v>4.25</c:v>
                </c:pt>
                <c:pt idx="1621">
                  <c:v>4.25</c:v>
                </c:pt>
                <c:pt idx="1622">
                  <c:v>4.25</c:v>
                </c:pt>
                <c:pt idx="1623">
                  <c:v>4.25</c:v>
                </c:pt>
                <c:pt idx="1624">
                  <c:v>4.25</c:v>
                </c:pt>
                <c:pt idx="1625">
                  <c:v>4.25</c:v>
                </c:pt>
                <c:pt idx="1626">
                  <c:v>4.25</c:v>
                </c:pt>
                <c:pt idx="1627">
                  <c:v>4.25</c:v>
                </c:pt>
                <c:pt idx="1628">
                  <c:v>4.25</c:v>
                </c:pt>
                <c:pt idx="1629">
                  <c:v>4.25</c:v>
                </c:pt>
                <c:pt idx="1630">
                  <c:v>4.25</c:v>
                </c:pt>
                <c:pt idx="1631">
                  <c:v>4.25</c:v>
                </c:pt>
                <c:pt idx="1632">
                  <c:v>4.25</c:v>
                </c:pt>
                <c:pt idx="1633">
                  <c:v>4.25</c:v>
                </c:pt>
                <c:pt idx="1634">
                  <c:v>4.25</c:v>
                </c:pt>
                <c:pt idx="1635">
                  <c:v>4.25</c:v>
                </c:pt>
                <c:pt idx="1636">
                  <c:v>4.25</c:v>
                </c:pt>
                <c:pt idx="1637">
                  <c:v>4.25</c:v>
                </c:pt>
                <c:pt idx="1638">
                  <c:v>4.25</c:v>
                </c:pt>
                <c:pt idx="1639">
                  <c:v>4.25</c:v>
                </c:pt>
                <c:pt idx="1640">
                  <c:v>4.25</c:v>
                </c:pt>
                <c:pt idx="1641">
                  <c:v>4.25</c:v>
                </c:pt>
                <c:pt idx="1642">
                  <c:v>4.25</c:v>
                </c:pt>
                <c:pt idx="1643">
                  <c:v>4.25</c:v>
                </c:pt>
                <c:pt idx="1644">
                  <c:v>4.25</c:v>
                </c:pt>
                <c:pt idx="1645">
                  <c:v>4.25</c:v>
                </c:pt>
                <c:pt idx="1646">
                  <c:v>4.25</c:v>
                </c:pt>
                <c:pt idx="1647">
                  <c:v>4.25</c:v>
                </c:pt>
                <c:pt idx="1648">
                  <c:v>4.25</c:v>
                </c:pt>
                <c:pt idx="1649">
                  <c:v>4.25</c:v>
                </c:pt>
                <c:pt idx="1650">
                  <c:v>4.25</c:v>
                </c:pt>
                <c:pt idx="1651">
                  <c:v>3.75</c:v>
                </c:pt>
                <c:pt idx="1652">
                  <c:v>3.75</c:v>
                </c:pt>
                <c:pt idx="1653">
                  <c:v>3.75</c:v>
                </c:pt>
                <c:pt idx="1654">
                  <c:v>3.75</c:v>
                </c:pt>
                <c:pt idx="1655">
                  <c:v>3.75</c:v>
                </c:pt>
                <c:pt idx="1656">
                  <c:v>3.75</c:v>
                </c:pt>
                <c:pt idx="1657">
                  <c:v>3.75</c:v>
                </c:pt>
                <c:pt idx="1658">
                  <c:v>3.75</c:v>
                </c:pt>
                <c:pt idx="1659">
                  <c:v>3.75</c:v>
                </c:pt>
                <c:pt idx="1660">
                  <c:v>3.75</c:v>
                </c:pt>
                <c:pt idx="1661">
                  <c:v>3.75</c:v>
                </c:pt>
                <c:pt idx="1662">
                  <c:v>3.75</c:v>
                </c:pt>
                <c:pt idx="1663">
                  <c:v>3.75</c:v>
                </c:pt>
                <c:pt idx="1664">
                  <c:v>3.75</c:v>
                </c:pt>
                <c:pt idx="1665">
                  <c:v>3.75</c:v>
                </c:pt>
                <c:pt idx="1666">
                  <c:v>3.75</c:v>
                </c:pt>
                <c:pt idx="1667">
                  <c:v>3.75</c:v>
                </c:pt>
                <c:pt idx="1668">
                  <c:v>3.75</c:v>
                </c:pt>
                <c:pt idx="1669">
                  <c:v>3.75</c:v>
                </c:pt>
                <c:pt idx="1670">
                  <c:v>3.75</c:v>
                </c:pt>
                <c:pt idx="1671">
                  <c:v>3.75</c:v>
                </c:pt>
                <c:pt idx="1672">
                  <c:v>3.75</c:v>
                </c:pt>
                <c:pt idx="1673">
                  <c:v>3.75</c:v>
                </c:pt>
                <c:pt idx="1674">
                  <c:v>3.75</c:v>
                </c:pt>
                <c:pt idx="1675">
                  <c:v>3.75</c:v>
                </c:pt>
                <c:pt idx="1676">
                  <c:v>3.5</c:v>
                </c:pt>
                <c:pt idx="1677">
                  <c:v>3.5</c:v>
                </c:pt>
                <c:pt idx="1678">
                  <c:v>3.5</c:v>
                </c:pt>
                <c:pt idx="1679">
                  <c:v>3.5</c:v>
                </c:pt>
                <c:pt idx="1680">
                  <c:v>3.5</c:v>
                </c:pt>
                <c:pt idx="1681">
                  <c:v>3.5</c:v>
                </c:pt>
                <c:pt idx="1682">
                  <c:v>3.5</c:v>
                </c:pt>
                <c:pt idx="1683">
                  <c:v>3.5</c:v>
                </c:pt>
                <c:pt idx="1684">
                  <c:v>3.5</c:v>
                </c:pt>
                <c:pt idx="1685">
                  <c:v>3.5</c:v>
                </c:pt>
                <c:pt idx="1686">
                  <c:v>3.5</c:v>
                </c:pt>
                <c:pt idx="1687">
                  <c:v>3.5</c:v>
                </c:pt>
                <c:pt idx="1688">
                  <c:v>3.5</c:v>
                </c:pt>
                <c:pt idx="1689">
                  <c:v>3.5</c:v>
                </c:pt>
                <c:pt idx="1690">
                  <c:v>3.5</c:v>
                </c:pt>
                <c:pt idx="1691">
                  <c:v>3.5</c:v>
                </c:pt>
                <c:pt idx="1692">
                  <c:v>3.5</c:v>
                </c:pt>
                <c:pt idx="1693">
                  <c:v>3.5</c:v>
                </c:pt>
                <c:pt idx="1694">
                  <c:v>3.5</c:v>
                </c:pt>
                <c:pt idx="1695">
                  <c:v>3.5</c:v>
                </c:pt>
                <c:pt idx="1696">
                  <c:v>3.5</c:v>
                </c:pt>
                <c:pt idx="1697">
                  <c:v>3.5</c:v>
                </c:pt>
                <c:pt idx="1698">
                  <c:v>3.5</c:v>
                </c:pt>
                <c:pt idx="1699">
                  <c:v>3.5</c:v>
                </c:pt>
                <c:pt idx="1700">
                  <c:v>3.5</c:v>
                </c:pt>
                <c:pt idx="1701">
                  <c:v>3.5</c:v>
                </c:pt>
                <c:pt idx="1702">
                  <c:v>3.5</c:v>
                </c:pt>
                <c:pt idx="1703">
                  <c:v>3.5</c:v>
                </c:pt>
                <c:pt idx="1704">
                  <c:v>3.5</c:v>
                </c:pt>
                <c:pt idx="1705">
                  <c:v>3.5</c:v>
                </c:pt>
                <c:pt idx="1706">
                  <c:v>3.5</c:v>
                </c:pt>
                <c:pt idx="1707">
                  <c:v>3.5</c:v>
                </c:pt>
                <c:pt idx="1708">
                  <c:v>3.5</c:v>
                </c:pt>
                <c:pt idx="1709">
                  <c:v>3.5</c:v>
                </c:pt>
                <c:pt idx="1710">
                  <c:v>3.5</c:v>
                </c:pt>
                <c:pt idx="1711">
                  <c:v>3.5</c:v>
                </c:pt>
                <c:pt idx="1712">
                  <c:v>3.5</c:v>
                </c:pt>
                <c:pt idx="1713">
                  <c:v>3.5</c:v>
                </c:pt>
                <c:pt idx="1714">
                  <c:v>3.5</c:v>
                </c:pt>
                <c:pt idx="1715">
                  <c:v>3.5</c:v>
                </c:pt>
                <c:pt idx="1716">
                  <c:v>3.5</c:v>
                </c:pt>
                <c:pt idx="1717">
                  <c:v>3.5</c:v>
                </c:pt>
                <c:pt idx="1718">
                  <c:v>3.5</c:v>
                </c:pt>
                <c:pt idx="1719">
                  <c:v>3.5</c:v>
                </c:pt>
                <c:pt idx="1720">
                  <c:v>3.5</c:v>
                </c:pt>
                <c:pt idx="1721">
                  <c:v>3.5</c:v>
                </c:pt>
                <c:pt idx="1722">
                  <c:v>3.5</c:v>
                </c:pt>
                <c:pt idx="1723">
                  <c:v>3.5</c:v>
                </c:pt>
                <c:pt idx="1724">
                  <c:v>3.5</c:v>
                </c:pt>
                <c:pt idx="1725">
                  <c:v>3.5</c:v>
                </c:pt>
                <c:pt idx="1726">
                  <c:v>3.5</c:v>
                </c:pt>
                <c:pt idx="1727">
                  <c:v>3.5</c:v>
                </c:pt>
                <c:pt idx="1728">
                  <c:v>3.5</c:v>
                </c:pt>
                <c:pt idx="1729">
                  <c:v>3.5</c:v>
                </c:pt>
                <c:pt idx="1730">
                  <c:v>3.5</c:v>
                </c:pt>
                <c:pt idx="1731">
                  <c:v>3.5</c:v>
                </c:pt>
                <c:pt idx="1732">
                  <c:v>3.5</c:v>
                </c:pt>
                <c:pt idx="1733">
                  <c:v>3.5</c:v>
                </c:pt>
                <c:pt idx="1734">
                  <c:v>3.5</c:v>
                </c:pt>
                <c:pt idx="1735">
                  <c:v>3.5</c:v>
                </c:pt>
                <c:pt idx="1736">
                  <c:v>3.5</c:v>
                </c:pt>
                <c:pt idx="1737">
                  <c:v>3.5</c:v>
                </c:pt>
                <c:pt idx="1738">
                  <c:v>3.5</c:v>
                </c:pt>
                <c:pt idx="1739">
                  <c:v>3.5</c:v>
                </c:pt>
                <c:pt idx="1740">
                  <c:v>3.5</c:v>
                </c:pt>
                <c:pt idx="1741">
                  <c:v>3.5</c:v>
                </c:pt>
                <c:pt idx="1742">
                  <c:v>3.5</c:v>
                </c:pt>
                <c:pt idx="1743">
                  <c:v>3.5</c:v>
                </c:pt>
                <c:pt idx="1744">
                  <c:v>3.5</c:v>
                </c:pt>
                <c:pt idx="1745">
                  <c:v>3.5</c:v>
                </c:pt>
                <c:pt idx="1746">
                  <c:v>3.5</c:v>
                </c:pt>
                <c:pt idx="1747">
                  <c:v>3.5</c:v>
                </c:pt>
                <c:pt idx="1748">
                  <c:v>3.5</c:v>
                </c:pt>
                <c:pt idx="1749">
                  <c:v>3.5</c:v>
                </c:pt>
                <c:pt idx="1750">
                  <c:v>3.5</c:v>
                </c:pt>
                <c:pt idx="1751">
                  <c:v>3.5</c:v>
                </c:pt>
                <c:pt idx="1752">
                  <c:v>3.5</c:v>
                </c:pt>
                <c:pt idx="1753">
                  <c:v>3.5</c:v>
                </c:pt>
                <c:pt idx="1754">
                  <c:v>3.5</c:v>
                </c:pt>
                <c:pt idx="1755">
                  <c:v>3.5</c:v>
                </c:pt>
                <c:pt idx="1756">
                  <c:v>3.5</c:v>
                </c:pt>
                <c:pt idx="1757">
                  <c:v>3.5</c:v>
                </c:pt>
                <c:pt idx="1758">
                  <c:v>3.5</c:v>
                </c:pt>
                <c:pt idx="1759">
                  <c:v>3.5</c:v>
                </c:pt>
                <c:pt idx="1760">
                  <c:v>3.5</c:v>
                </c:pt>
                <c:pt idx="1761">
                  <c:v>3.25</c:v>
                </c:pt>
                <c:pt idx="1762">
                  <c:v>3.25</c:v>
                </c:pt>
                <c:pt idx="1763">
                  <c:v>3.25</c:v>
                </c:pt>
                <c:pt idx="1764">
                  <c:v>3.25</c:v>
                </c:pt>
                <c:pt idx="1765">
                  <c:v>3.25</c:v>
                </c:pt>
                <c:pt idx="1766">
                  <c:v>3.25</c:v>
                </c:pt>
                <c:pt idx="1767">
                  <c:v>3.25</c:v>
                </c:pt>
                <c:pt idx="1768">
                  <c:v>3.25</c:v>
                </c:pt>
                <c:pt idx="1769">
                  <c:v>3.25</c:v>
                </c:pt>
                <c:pt idx="1770">
                  <c:v>3.25</c:v>
                </c:pt>
                <c:pt idx="1771">
                  <c:v>3.25</c:v>
                </c:pt>
                <c:pt idx="1772">
                  <c:v>3.25</c:v>
                </c:pt>
                <c:pt idx="1773">
                  <c:v>3.25</c:v>
                </c:pt>
                <c:pt idx="1774">
                  <c:v>3.25</c:v>
                </c:pt>
                <c:pt idx="1775">
                  <c:v>3.25</c:v>
                </c:pt>
                <c:pt idx="1776">
                  <c:v>3.25</c:v>
                </c:pt>
                <c:pt idx="1777">
                  <c:v>3.25</c:v>
                </c:pt>
                <c:pt idx="1778">
                  <c:v>3.25</c:v>
                </c:pt>
                <c:pt idx="1779">
                  <c:v>3.25</c:v>
                </c:pt>
                <c:pt idx="1780">
                  <c:v>3.25</c:v>
                </c:pt>
                <c:pt idx="1781">
                  <c:v>3.25</c:v>
                </c:pt>
                <c:pt idx="1782">
                  <c:v>3.25</c:v>
                </c:pt>
                <c:pt idx="1783">
                  <c:v>3.25</c:v>
                </c:pt>
                <c:pt idx="1784">
                  <c:v>3.25</c:v>
                </c:pt>
                <c:pt idx="1785">
                  <c:v>3.25</c:v>
                </c:pt>
                <c:pt idx="1786">
                  <c:v>3.25</c:v>
                </c:pt>
                <c:pt idx="1787">
                  <c:v>3.25</c:v>
                </c:pt>
                <c:pt idx="1788">
                  <c:v>3.25</c:v>
                </c:pt>
                <c:pt idx="1789">
                  <c:v>3.25</c:v>
                </c:pt>
                <c:pt idx="1790">
                  <c:v>3.25</c:v>
                </c:pt>
                <c:pt idx="1791">
                  <c:v>3.25</c:v>
                </c:pt>
                <c:pt idx="1792">
                  <c:v>3.25</c:v>
                </c:pt>
                <c:pt idx="1793">
                  <c:v>3.25</c:v>
                </c:pt>
                <c:pt idx="1794">
                  <c:v>3.25</c:v>
                </c:pt>
                <c:pt idx="1795">
                  <c:v>3.25</c:v>
                </c:pt>
                <c:pt idx="1796">
                  <c:v>3.25</c:v>
                </c:pt>
                <c:pt idx="1797">
                  <c:v>3.25</c:v>
                </c:pt>
                <c:pt idx="1798">
                  <c:v>3.25</c:v>
                </c:pt>
                <c:pt idx="1799">
                  <c:v>3.25</c:v>
                </c:pt>
                <c:pt idx="1800">
                  <c:v>3.25</c:v>
                </c:pt>
                <c:pt idx="1801">
                  <c:v>3.25</c:v>
                </c:pt>
                <c:pt idx="1802">
                  <c:v>3.25</c:v>
                </c:pt>
                <c:pt idx="1803">
                  <c:v>3.25</c:v>
                </c:pt>
                <c:pt idx="1804">
                  <c:v>3.25</c:v>
                </c:pt>
                <c:pt idx="1805">
                  <c:v>3.25</c:v>
                </c:pt>
                <c:pt idx="1806">
                  <c:v>3</c:v>
                </c:pt>
                <c:pt idx="1807">
                  <c:v>3</c:v>
                </c:pt>
                <c:pt idx="1808">
                  <c:v>3</c:v>
                </c:pt>
                <c:pt idx="1809">
                  <c:v>3</c:v>
                </c:pt>
                <c:pt idx="1810">
                  <c:v>3</c:v>
                </c:pt>
                <c:pt idx="1811">
                  <c:v>3</c:v>
                </c:pt>
                <c:pt idx="1812">
                  <c:v>3</c:v>
                </c:pt>
                <c:pt idx="1813">
                  <c:v>3</c:v>
                </c:pt>
                <c:pt idx="1814">
                  <c:v>3</c:v>
                </c:pt>
                <c:pt idx="1815">
                  <c:v>3</c:v>
                </c:pt>
                <c:pt idx="1816">
                  <c:v>3</c:v>
                </c:pt>
                <c:pt idx="1817">
                  <c:v>3</c:v>
                </c:pt>
                <c:pt idx="1818">
                  <c:v>3</c:v>
                </c:pt>
                <c:pt idx="1819">
                  <c:v>3</c:v>
                </c:pt>
                <c:pt idx="1820">
                  <c:v>3</c:v>
                </c:pt>
                <c:pt idx="1821">
                  <c:v>3</c:v>
                </c:pt>
                <c:pt idx="1822">
                  <c:v>3</c:v>
                </c:pt>
                <c:pt idx="1823">
                  <c:v>3</c:v>
                </c:pt>
                <c:pt idx="1824">
                  <c:v>3</c:v>
                </c:pt>
                <c:pt idx="1825">
                  <c:v>3</c:v>
                </c:pt>
                <c:pt idx="1826">
                  <c:v>3</c:v>
                </c:pt>
                <c:pt idx="1827">
                  <c:v>3</c:v>
                </c:pt>
                <c:pt idx="1828">
                  <c:v>3</c:v>
                </c:pt>
                <c:pt idx="1829">
                  <c:v>3</c:v>
                </c:pt>
                <c:pt idx="1830">
                  <c:v>3</c:v>
                </c:pt>
                <c:pt idx="1831">
                  <c:v>3</c:v>
                </c:pt>
                <c:pt idx="1832">
                  <c:v>3</c:v>
                </c:pt>
                <c:pt idx="1833">
                  <c:v>3</c:v>
                </c:pt>
                <c:pt idx="1834">
                  <c:v>3</c:v>
                </c:pt>
                <c:pt idx="1835">
                  <c:v>3</c:v>
                </c:pt>
                <c:pt idx="1836">
                  <c:v>3</c:v>
                </c:pt>
                <c:pt idx="1837">
                  <c:v>3</c:v>
                </c:pt>
                <c:pt idx="1838">
                  <c:v>3</c:v>
                </c:pt>
                <c:pt idx="1839">
                  <c:v>3</c:v>
                </c:pt>
                <c:pt idx="1840">
                  <c:v>3</c:v>
                </c:pt>
                <c:pt idx="1841">
                  <c:v>3</c:v>
                </c:pt>
                <c:pt idx="1842">
                  <c:v>3</c:v>
                </c:pt>
                <c:pt idx="1843">
                  <c:v>3</c:v>
                </c:pt>
                <c:pt idx="1844">
                  <c:v>3</c:v>
                </c:pt>
                <c:pt idx="1845">
                  <c:v>3</c:v>
                </c:pt>
                <c:pt idx="1846">
                  <c:v>3</c:v>
                </c:pt>
                <c:pt idx="1847">
                  <c:v>3</c:v>
                </c:pt>
                <c:pt idx="1848">
                  <c:v>3</c:v>
                </c:pt>
                <c:pt idx="1849">
                  <c:v>3</c:v>
                </c:pt>
                <c:pt idx="1850">
                  <c:v>3</c:v>
                </c:pt>
                <c:pt idx="1851">
                  <c:v>3</c:v>
                </c:pt>
                <c:pt idx="1852">
                  <c:v>3</c:v>
                </c:pt>
                <c:pt idx="1853">
                  <c:v>3</c:v>
                </c:pt>
                <c:pt idx="1854">
                  <c:v>3</c:v>
                </c:pt>
                <c:pt idx="1855">
                  <c:v>3</c:v>
                </c:pt>
                <c:pt idx="1856">
                  <c:v>3</c:v>
                </c:pt>
                <c:pt idx="1857">
                  <c:v>3</c:v>
                </c:pt>
                <c:pt idx="1858">
                  <c:v>3</c:v>
                </c:pt>
                <c:pt idx="1859">
                  <c:v>3</c:v>
                </c:pt>
                <c:pt idx="1860">
                  <c:v>3</c:v>
                </c:pt>
                <c:pt idx="1861">
                  <c:v>3</c:v>
                </c:pt>
                <c:pt idx="1862">
                  <c:v>3</c:v>
                </c:pt>
                <c:pt idx="1863">
                  <c:v>3</c:v>
                </c:pt>
                <c:pt idx="1864">
                  <c:v>3</c:v>
                </c:pt>
                <c:pt idx="1865">
                  <c:v>3</c:v>
                </c:pt>
                <c:pt idx="1866">
                  <c:v>3</c:v>
                </c:pt>
                <c:pt idx="1867">
                  <c:v>3</c:v>
                </c:pt>
                <c:pt idx="1868">
                  <c:v>3</c:v>
                </c:pt>
                <c:pt idx="1869">
                  <c:v>3</c:v>
                </c:pt>
                <c:pt idx="1870">
                  <c:v>3</c:v>
                </c:pt>
                <c:pt idx="1871">
                  <c:v>3</c:v>
                </c:pt>
                <c:pt idx="1872">
                  <c:v>3</c:v>
                </c:pt>
                <c:pt idx="1873">
                  <c:v>3</c:v>
                </c:pt>
                <c:pt idx="1874">
                  <c:v>3</c:v>
                </c:pt>
                <c:pt idx="1875">
                  <c:v>3</c:v>
                </c:pt>
                <c:pt idx="1876">
                  <c:v>3</c:v>
                </c:pt>
                <c:pt idx="1877">
                  <c:v>3</c:v>
                </c:pt>
                <c:pt idx="1878">
                  <c:v>3</c:v>
                </c:pt>
                <c:pt idx="1879">
                  <c:v>3</c:v>
                </c:pt>
                <c:pt idx="1880">
                  <c:v>3</c:v>
                </c:pt>
                <c:pt idx="1881">
                  <c:v>3</c:v>
                </c:pt>
                <c:pt idx="1882">
                  <c:v>3</c:v>
                </c:pt>
                <c:pt idx="1883">
                  <c:v>3</c:v>
                </c:pt>
                <c:pt idx="1884">
                  <c:v>3</c:v>
                </c:pt>
                <c:pt idx="1885">
                  <c:v>3</c:v>
                </c:pt>
                <c:pt idx="1886">
                  <c:v>3</c:v>
                </c:pt>
                <c:pt idx="1887">
                  <c:v>3</c:v>
                </c:pt>
                <c:pt idx="1888">
                  <c:v>3</c:v>
                </c:pt>
                <c:pt idx="1889">
                  <c:v>3</c:v>
                </c:pt>
                <c:pt idx="1890">
                  <c:v>3</c:v>
                </c:pt>
                <c:pt idx="1891">
                  <c:v>3</c:v>
                </c:pt>
                <c:pt idx="1892">
                  <c:v>3</c:v>
                </c:pt>
                <c:pt idx="1893">
                  <c:v>3</c:v>
                </c:pt>
                <c:pt idx="1894">
                  <c:v>3</c:v>
                </c:pt>
                <c:pt idx="1895">
                  <c:v>3</c:v>
                </c:pt>
                <c:pt idx="1896">
                  <c:v>3</c:v>
                </c:pt>
                <c:pt idx="1897">
                  <c:v>3</c:v>
                </c:pt>
                <c:pt idx="1898">
                  <c:v>3</c:v>
                </c:pt>
                <c:pt idx="1899">
                  <c:v>3</c:v>
                </c:pt>
                <c:pt idx="1900">
                  <c:v>3</c:v>
                </c:pt>
                <c:pt idx="1901">
                  <c:v>3</c:v>
                </c:pt>
                <c:pt idx="1902">
                  <c:v>3</c:v>
                </c:pt>
                <c:pt idx="1903">
                  <c:v>3</c:v>
                </c:pt>
                <c:pt idx="1904">
                  <c:v>3</c:v>
                </c:pt>
                <c:pt idx="1905">
                  <c:v>3</c:v>
                </c:pt>
                <c:pt idx="1906">
                  <c:v>3</c:v>
                </c:pt>
                <c:pt idx="1907">
                  <c:v>3</c:v>
                </c:pt>
                <c:pt idx="1908">
                  <c:v>3</c:v>
                </c:pt>
                <c:pt idx="1909">
                  <c:v>3</c:v>
                </c:pt>
                <c:pt idx="1910">
                  <c:v>3</c:v>
                </c:pt>
                <c:pt idx="1911">
                  <c:v>3</c:v>
                </c:pt>
                <c:pt idx="1912">
                  <c:v>3</c:v>
                </c:pt>
                <c:pt idx="1913">
                  <c:v>3</c:v>
                </c:pt>
                <c:pt idx="1914">
                  <c:v>3</c:v>
                </c:pt>
                <c:pt idx="1915">
                  <c:v>3</c:v>
                </c:pt>
                <c:pt idx="1916">
                  <c:v>2.75</c:v>
                </c:pt>
                <c:pt idx="1917">
                  <c:v>2.75</c:v>
                </c:pt>
                <c:pt idx="1918">
                  <c:v>2.75</c:v>
                </c:pt>
                <c:pt idx="1919">
                  <c:v>2.75</c:v>
                </c:pt>
                <c:pt idx="1920">
                  <c:v>2.75</c:v>
                </c:pt>
                <c:pt idx="1921">
                  <c:v>2.75</c:v>
                </c:pt>
                <c:pt idx="1922">
                  <c:v>2.75</c:v>
                </c:pt>
                <c:pt idx="1923">
                  <c:v>2.75</c:v>
                </c:pt>
                <c:pt idx="1924">
                  <c:v>2.75</c:v>
                </c:pt>
                <c:pt idx="1925">
                  <c:v>2.75</c:v>
                </c:pt>
                <c:pt idx="1926">
                  <c:v>2.75</c:v>
                </c:pt>
                <c:pt idx="1927">
                  <c:v>2.75</c:v>
                </c:pt>
                <c:pt idx="1928">
                  <c:v>2.75</c:v>
                </c:pt>
                <c:pt idx="1929">
                  <c:v>2.75</c:v>
                </c:pt>
                <c:pt idx="1930">
                  <c:v>2.75</c:v>
                </c:pt>
                <c:pt idx="1931">
                  <c:v>2.75</c:v>
                </c:pt>
                <c:pt idx="1932">
                  <c:v>2.75</c:v>
                </c:pt>
                <c:pt idx="1933">
                  <c:v>2.75</c:v>
                </c:pt>
                <c:pt idx="1934">
                  <c:v>2.75</c:v>
                </c:pt>
                <c:pt idx="1935">
                  <c:v>2.75</c:v>
                </c:pt>
                <c:pt idx="1936">
                  <c:v>2.75</c:v>
                </c:pt>
                <c:pt idx="1937">
                  <c:v>2.75</c:v>
                </c:pt>
                <c:pt idx="1938">
                  <c:v>2.75</c:v>
                </c:pt>
                <c:pt idx="1939">
                  <c:v>2.75</c:v>
                </c:pt>
                <c:pt idx="1940">
                  <c:v>2.75</c:v>
                </c:pt>
                <c:pt idx="1941">
                  <c:v>2.75</c:v>
                </c:pt>
                <c:pt idx="1942">
                  <c:v>2.75</c:v>
                </c:pt>
                <c:pt idx="1943">
                  <c:v>2.75</c:v>
                </c:pt>
                <c:pt idx="1944">
                  <c:v>2.75</c:v>
                </c:pt>
                <c:pt idx="1945">
                  <c:v>2.75</c:v>
                </c:pt>
                <c:pt idx="1946">
                  <c:v>2.75</c:v>
                </c:pt>
                <c:pt idx="1947">
                  <c:v>2.75</c:v>
                </c:pt>
                <c:pt idx="1948">
                  <c:v>2.75</c:v>
                </c:pt>
                <c:pt idx="1949">
                  <c:v>2.75</c:v>
                </c:pt>
                <c:pt idx="1950">
                  <c:v>2.75</c:v>
                </c:pt>
                <c:pt idx="1951">
                  <c:v>2.75</c:v>
                </c:pt>
                <c:pt idx="1952">
                  <c:v>2.75</c:v>
                </c:pt>
                <c:pt idx="1953">
                  <c:v>2.75</c:v>
                </c:pt>
                <c:pt idx="1954">
                  <c:v>2.75</c:v>
                </c:pt>
                <c:pt idx="1955">
                  <c:v>2.75</c:v>
                </c:pt>
                <c:pt idx="1956">
                  <c:v>2.75</c:v>
                </c:pt>
                <c:pt idx="1957">
                  <c:v>2.75</c:v>
                </c:pt>
                <c:pt idx="1958">
                  <c:v>2.75</c:v>
                </c:pt>
                <c:pt idx="1959">
                  <c:v>2.75</c:v>
                </c:pt>
                <c:pt idx="1960">
                  <c:v>2.75</c:v>
                </c:pt>
                <c:pt idx="1961">
                  <c:v>2.75</c:v>
                </c:pt>
                <c:pt idx="1962">
                  <c:v>2.75</c:v>
                </c:pt>
                <c:pt idx="1963">
                  <c:v>2.75</c:v>
                </c:pt>
                <c:pt idx="1964">
                  <c:v>2.75</c:v>
                </c:pt>
                <c:pt idx="1965">
                  <c:v>2.75</c:v>
                </c:pt>
                <c:pt idx="1966">
                  <c:v>2.75</c:v>
                </c:pt>
                <c:pt idx="1967">
                  <c:v>2.75</c:v>
                </c:pt>
                <c:pt idx="1968">
                  <c:v>2.75</c:v>
                </c:pt>
                <c:pt idx="1969">
                  <c:v>2.75</c:v>
                </c:pt>
                <c:pt idx="1970">
                  <c:v>2.75</c:v>
                </c:pt>
                <c:pt idx="1971">
                  <c:v>2.75</c:v>
                </c:pt>
                <c:pt idx="1972">
                  <c:v>2.75</c:v>
                </c:pt>
                <c:pt idx="1973">
                  <c:v>2.75</c:v>
                </c:pt>
                <c:pt idx="1974">
                  <c:v>2.75</c:v>
                </c:pt>
                <c:pt idx="1975">
                  <c:v>2.75</c:v>
                </c:pt>
                <c:pt idx="1976">
                  <c:v>2.75</c:v>
                </c:pt>
                <c:pt idx="1977">
                  <c:v>2.75</c:v>
                </c:pt>
                <c:pt idx="1978">
                  <c:v>2.75</c:v>
                </c:pt>
                <c:pt idx="1979">
                  <c:v>2.75</c:v>
                </c:pt>
                <c:pt idx="1980">
                  <c:v>2.75</c:v>
                </c:pt>
                <c:pt idx="1981">
                  <c:v>2.5</c:v>
                </c:pt>
                <c:pt idx="1982">
                  <c:v>2.5</c:v>
                </c:pt>
                <c:pt idx="1983">
                  <c:v>2.5</c:v>
                </c:pt>
                <c:pt idx="1984">
                  <c:v>2.5</c:v>
                </c:pt>
                <c:pt idx="1985">
                  <c:v>2.5</c:v>
                </c:pt>
                <c:pt idx="1986">
                  <c:v>2.5</c:v>
                </c:pt>
                <c:pt idx="1987">
                  <c:v>2.5</c:v>
                </c:pt>
                <c:pt idx="1988">
                  <c:v>2.5</c:v>
                </c:pt>
                <c:pt idx="1989">
                  <c:v>2.5</c:v>
                </c:pt>
                <c:pt idx="1990">
                  <c:v>2.5</c:v>
                </c:pt>
                <c:pt idx="1991">
                  <c:v>2.5</c:v>
                </c:pt>
                <c:pt idx="1992">
                  <c:v>2.5</c:v>
                </c:pt>
                <c:pt idx="1993">
                  <c:v>2.5</c:v>
                </c:pt>
                <c:pt idx="1994">
                  <c:v>2.5</c:v>
                </c:pt>
                <c:pt idx="1995">
                  <c:v>2.5</c:v>
                </c:pt>
                <c:pt idx="1996">
                  <c:v>2.5</c:v>
                </c:pt>
                <c:pt idx="1997">
                  <c:v>2.5</c:v>
                </c:pt>
                <c:pt idx="1998">
                  <c:v>2.5</c:v>
                </c:pt>
                <c:pt idx="1999">
                  <c:v>2.5</c:v>
                </c:pt>
                <c:pt idx="2000">
                  <c:v>2.5</c:v>
                </c:pt>
                <c:pt idx="2001">
                  <c:v>2.5</c:v>
                </c:pt>
                <c:pt idx="2002">
                  <c:v>2.5</c:v>
                </c:pt>
                <c:pt idx="2003">
                  <c:v>2.5</c:v>
                </c:pt>
                <c:pt idx="2004">
                  <c:v>2.5</c:v>
                </c:pt>
                <c:pt idx="2005">
                  <c:v>2.5</c:v>
                </c:pt>
                <c:pt idx="2006">
                  <c:v>2.5</c:v>
                </c:pt>
                <c:pt idx="2007">
                  <c:v>2.5</c:v>
                </c:pt>
                <c:pt idx="2008">
                  <c:v>2.5</c:v>
                </c:pt>
                <c:pt idx="2009">
                  <c:v>2.5</c:v>
                </c:pt>
                <c:pt idx="2010">
                  <c:v>2.5</c:v>
                </c:pt>
                <c:pt idx="2011">
                  <c:v>2.5</c:v>
                </c:pt>
                <c:pt idx="2012">
                  <c:v>2.5</c:v>
                </c:pt>
                <c:pt idx="2013">
                  <c:v>2.5</c:v>
                </c:pt>
                <c:pt idx="2014">
                  <c:v>2.5</c:v>
                </c:pt>
                <c:pt idx="2015">
                  <c:v>2.5</c:v>
                </c:pt>
                <c:pt idx="2016">
                  <c:v>2.5</c:v>
                </c:pt>
                <c:pt idx="2017">
                  <c:v>2.5</c:v>
                </c:pt>
                <c:pt idx="2018">
                  <c:v>2.5</c:v>
                </c:pt>
                <c:pt idx="2019">
                  <c:v>2.5</c:v>
                </c:pt>
                <c:pt idx="2020">
                  <c:v>2.5</c:v>
                </c:pt>
                <c:pt idx="2021">
                  <c:v>2.5</c:v>
                </c:pt>
                <c:pt idx="2022">
                  <c:v>2.5</c:v>
                </c:pt>
                <c:pt idx="2023">
                  <c:v>2.5</c:v>
                </c:pt>
                <c:pt idx="2024">
                  <c:v>2.5</c:v>
                </c:pt>
                <c:pt idx="2025">
                  <c:v>2.5</c:v>
                </c:pt>
                <c:pt idx="2026">
                  <c:v>2.5</c:v>
                </c:pt>
                <c:pt idx="2027">
                  <c:v>2.5</c:v>
                </c:pt>
                <c:pt idx="2028">
                  <c:v>2.5</c:v>
                </c:pt>
                <c:pt idx="2029">
                  <c:v>2.5</c:v>
                </c:pt>
                <c:pt idx="2030">
                  <c:v>2.5</c:v>
                </c:pt>
                <c:pt idx="2031">
                  <c:v>2.5</c:v>
                </c:pt>
                <c:pt idx="2032">
                  <c:v>2.5</c:v>
                </c:pt>
                <c:pt idx="2033">
                  <c:v>2.5</c:v>
                </c:pt>
                <c:pt idx="2034">
                  <c:v>2.5</c:v>
                </c:pt>
                <c:pt idx="2035">
                  <c:v>2.5</c:v>
                </c:pt>
                <c:pt idx="2036">
                  <c:v>2.5</c:v>
                </c:pt>
                <c:pt idx="2037">
                  <c:v>2.5</c:v>
                </c:pt>
                <c:pt idx="2038">
                  <c:v>2.5</c:v>
                </c:pt>
                <c:pt idx="2039">
                  <c:v>2.5</c:v>
                </c:pt>
                <c:pt idx="2040">
                  <c:v>2.5</c:v>
                </c:pt>
                <c:pt idx="2041">
                  <c:v>2.5</c:v>
                </c:pt>
                <c:pt idx="2042">
                  <c:v>2.5</c:v>
                </c:pt>
                <c:pt idx="2043">
                  <c:v>2.5</c:v>
                </c:pt>
                <c:pt idx="2044">
                  <c:v>2.5</c:v>
                </c:pt>
                <c:pt idx="2045">
                  <c:v>2.5</c:v>
                </c:pt>
                <c:pt idx="2046">
                  <c:v>2.5</c:v>
                </c:pt>
                <c:pt idx="2047">
                  <c:v>2.5</c:v>
                </c:pt>
                <c:pt idx="2048">
                  <c:v>2.5</c:v>
                </c:pt>
                <c:pt idx="2049">
                  <c:v>2.5</c:v>
                </c:pt>
                <c:pt idx="2050">
                  <c:v>2.5</c:v>
                </c:pt>
                <c:pt idx="2051">
                  <c:v>2.5</c:v>
                </c:pt>
                <c:pt idx="2052">
                  <c:v>2.5</c:v>
                </c:pt>
                <c:pt idx="2053">
                  <c:v>2.5</c:v>
                </c:pt>
                <c:pt idx="2054">
                  <c:v>2.5</c:v>
                </c:pt>
                <c:pt idx="2055">
                  <c:v>2.5</c:v>
                </c:pt>
                <c:pt idx="2056">
                  <c:v>2.5</c:v>
                </c:pt>
                <c:pt idx="2057">
                  <c:v>2.5</c:v>
                </c:pt>
                <c:pt idx="2058">
                  <c:v>2.5</c:v>
                </c:pt>
                <c:pt idx="2059">
                  <c:v>2.5</c:v>
                </c:pt>
                <c:pt idx="2060">
                  <c:v>2.5</c:v>
                </c:pt>
                <c:pt idx="2061">
                  <c:v>2.5</c:v>
                </c:pt>
                <c:pt idx="2062">
                  <c:v>2.5</c:v>
                </c:pt>
                <c:pt idx="2063">
                  <c:v>2.5</c:v>
                </c:pt>
                <c:pt idx="2064">
                  <c:v>2.5</c:v>
                </c:pt>
                <c:pt idx="2065">
                  <c:v>2.5</c:v>
                </c:pt>
                <c:pt idx="2066">
                  <c:v>2.5</c:v>
                </c:pt>
                <c:pt idx="2067">
                  <c:v>2.5</c:v>
                </c:pt>
                <c:pt idx="2068">
                  <c:v>2.5</c:v>
                </c:pt>
                <c:pt idx="2069">
                  <c:v>2.5</c:v>
                </c:pt>
                <c:pt idx="2070">
                  <c:v>2.5</c:v>
                </c:pt>
                <c:pt idx="2071">
                  <c:v>2.5</c:v>
                </c:pt>
                <c:pt idx="2072">
                  <c:v>2.5</c:v>
                </c:pt>
                <c:pt idx="2073">
                  <c:v>2.5</c:v>
                </c:pt>
                <c:pt idx="2074">
                  <c:v>2.5</c:v>
                </c:pt>
                <c:pt idx="2075">
                  <c:v>2.5</c:v>
                </c:pt>
                <c:pt idx="2076">
                  <c:v>2.5</c:v>
                </c:pt>
                <c:pt idx="2077">
                  <c:v>2.5</c:v>
                </c:pt>
                <c:pt idx="2078">
                  <c:v>2.5</c:v>
                </c:pt>
                <c:pt idx="2079">
                  <c:v>2.5</c:v>
                </c:pt>
                <c:pt idx="2080">
                  <c:v>2.5</c:v>
                </c:pt>
                <c:pt idx="2081">
                  <c:v>2.5</c:v>
                </c:pt>
                <c:pt idx="2082">
                  <c:v>2.5</c:v>
                </c:pt>
                <c:pt idx="2083">
                  <c:v>2.5</c:v>
                </c:pt>
                <c:pt idx="2084">
                  <c:v>2.5</c:v>
                </c:pt>
                <c:pt idx="2085">
                  <c:v>2.5</c:v>
                </c:pt>
                <c:pt idx="2086">
                  <c:v>2.5</c:v>
                </c:pt>
                <c:pt idx="2087">
                  <c:v>2.5</c:v>
                </c:pt>
                <c:pt idx="2088">
                  <c:v>2.5</c:v>
                </c:pt>
                <c:pt idx="2089">
                  <c:v>2.5</c:v>
                </c:pt>
                <c:pt idx="2090">
                  <c:v>2.5</c:v>
                </c:pt>
                <c:pt idx="2091">
                  <c:v>2.5</c:v>
                </c:pt>
                <c:pt idx="2092">
                  <c:v>2.5</c:v>
                </c:pt>
                <c:pt idx="2093">
                  <c:v>2.5</c:v>
                </c:pt>
                <c:pt idx="2094">
                  <c:v>2.5</c:v>
                </c:pt>
                <c:pt idx="2095">
                  <c:v>2.5</c:v>
                </c:pt>
                <c:pt idx="2096">
                  <c:v>2.5</c:v>
                </c:pt>
                <c:pt idx="2097">
                  <c:v>2.5</c:v>
                </c:pt>
                <c:pt idx="2098">
                  <c:v>2.5</c:v>
                </c:pt>
                <c:pt idx="2099">
                  <c:v>2.5</c:v>
                </c:pt>
                <c:pt idx="2100">
                  <c:v>2.5</c:v>
                </c:pt>
                <c:pt idx="2101">
                  <c:v>2.5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2.25</c:v>
                </c:pt>
                <c:pt idx="2372">
                  <c:v>2.25</c:v>
                </c:pt>
                <c:pt idx="2373">
                  <c:v>2.25</c:v>
                </c:pt>
                <c:pt idx="2374">
                  <c:v>2.25</c:v>
                </c:pt>
                <c:pt idx="2375">
                  <c:v>2.25</c:v>
                </c:pt>
                <c:pt idx="2376">
                  <c:v>2.25</c:v>
                </c:pt>
                <c:pt idx="2377">
                  <c:v>2.25</c:v>
                </c:pt>
                <c:pt idx="2378">
                  <c:v>2.25</c:v>
                </c:pt>
                <c:pt idx="2379">
                  <c:v>2.25</c:v>
                </c:pt>
                <c:pt idx="2380">
                  <c:v>2.25</c:v>
                </c:pt>
                <c:pt idx="2381">
                  <c:v>2.25</c:v>
                </c:pt>
                <c:pt idx="2382">
                  <c:v>2.25</c:v>
                </c:pt>
                <c:pt idx="2383">
                  <c:v>2.25</c:v>
                </c:pt>
                <c:pt idx="2384">
                  <c:v>2.25</c:v>
                </c:pt>
                <c:pt idx="2385">
                  <c:v>2.25</c:v>
                </c:pt>
                <c:pt idx="2386">
                  <c:v>2.25</c:v>
                </c:pt>
                <c:pt idx="2387">
                  <c:v>2.25</c:v>
                </c:pt>
                <c:pt idx="2388">
                  <c:v>2.25</c:v>
                </c:pt>
                <c:pt idx="2389">
                  <c:v>2.25</c:v>
                </c:pt>
                <c:pt idx="2390">
                  <c:v>2.25</c:v>
                </c:pt>
                <c:pt idx="2391">
                  <c:v>2.25</c:v>
                </c:pt>
                <c:pt idx="2392">
                  <c:v>2.25</c:v>
                </c:pt>
                <c:pt idx="2393">
                  <c:v>2.25</c:v>
                </c:pt>
                <c:pt idx="2394">
                  <c:v>2.25</c:v>
                </c:pt>
                <c:pt idx="2395">
                  <c:v>2.25</c:v>
                </c:pt>
                <c:pt idx="2396">
                  <c:v>2.25</c:v>
                </c:pt>
                <c:pt idx="2397">
                  <c:v>2.25</c:v>
                </c:pt>
                <c:pt idx="2398">
                  <c:v>2.25</c:v>
                </c:pt>
                <c:pt idx="2399">
                  <c:v>2.25</c:v>
                </c:pt>
                <c:pt idx="2400">
                  <c:v>2.25</c:v>
                </c:pt>
                <c:pt idx="2401">
                  <c:v>2.25</c:v>
                </c:pt>
                <c:pt idx="2402">
                  <c:v>2.25</c:v>
                </c:pt>
                <c:pt idx="2403">
                  <c:v>2.25</c:v>
                </c:pt>
                <c:pt idx="2404">
                  <c:v>2.25</c:v>
                </c:pt>
                <c:pt idx="2405">
                  <c:v>2.25</c:v>
                </c:pt>
                <c:pt idx="2406">
                  <c:v>2.25</c:v>
                </c:pt>
                <c:pt idx="2407">
                  <c:v>2.25</c:v>
                </c:pt>
                <c:pt idx="2408">
                  <c:v>2.25</c:v>
                </c:pt>
                <c:pt idx="2409">
                  <c:v>2.25</c:v>
                </c:pt>
                <c:pt idx="2410">
                  <c:v>2.25</c:v>
                </c:pt>
                <c:pt idx="2411">
                  <c:v>2.25</c:v>
                </c:pt>
                <c:pt idx="2412">
                  <c:v>2.25</c:v>
                </c:pt>
                <c:pt idx="2413">
                  <c:v>2.25</c:v>
                </c:pt>
                <c:pt idx="2414">
                  <c:v>2.25</c:v>
                </c:pt>
                <c:pt idx="2415">
                  <c:v>2.25</c:v>
                </c:pt>
                <c:pt idx="2416">
                  <c:v>2.25</c:v>
                </c:pt>
                <c:pt idx="2417">
                  <c:v>2.25</c:v>
                </c:pt>
                <c:pt idx="2418">
                  <c:v>2.25</c:v>
                </c:pt>
                <c:pt idx="2419">
                  <c:v>2.25</c:v>
                </c:pt>
                <c:pt idx="2420">
                  <c:v>2.25</c:v>
                </c:pt>
                <c:pt idx="2421">
                  <c:v>2.25</c:v>
                </c:pt>
                <c:pt idx="2422">
                  <c:v>2.25</c:v>
                </c:pt>
                <c:pt idx="2423">
                  <c:v>2.25</c:v>
                </c:pt>
                <c:pt idx="2424">
                  <c:v>2.25</c:v>
                </c:pt>
                <c:pt idx="2425">
                  <c:v>2.25</c:v>
                </c:pt>
                <c:pt idx="2426">
                  <c:v>2.25</c:v>
                </c:pt>
                <c:pt idx="2427">
                  <c:v>2.25</c:v>
                </c:pt>
                <c:pt idx="2428">
                  <c:v>2.25</c:v>
                </c:pt>
                <c:pt idx="2429">
                  <c:v>2.25</c:v>
                </c:pt>
                <c:pt idx="2430">
                  <c:v>2.25</c:v>
                </c:pt>
                <c:pt idx="2431">
                  <c:v>2.25</c:v>
                </c:pt>
                <c:pt idx="2432">
                  <c:v>2.25</c:v>
                </c:pt>
                <c:pt idx="2433">
                  <c:v>2.25</c:v>
                </c:pt>
                <c:pt idx="2434">
                  <c:v>2.25</c:v>
                </c:pt>
                <c:pt idx="2435">
                  <c:v>2.25</c:v>
                </c:pt>
                <c:pt idx="2436">
                  <c:v>2</c:v>
                </c:pt>
                <c:pt idx="2437">
                  <c:v>2</c:v>
                </c:pt>
                <c:pt idx="2438">
                  <c:v>2</c:v>
                </c:pt>
                <c:pt idx="2439">
                  <c:v>2</c:v>
                </c:pt>
                <c:pt idx="2440">
                  <c:v>2</c:v>
                </c:pt>
                <c:pt idx="2441">
                  <c:v>2</c:v>
                </c:pt>
                <c:pt idx="2442">
                  <c:v>2</c:v>
                </c:pt>
                <c:pt idx="2443">
                  <c:v>2</c:v>
                </c:pt>
                <c:pt idx="2444">
                  <c:v>2</c:v>
                </c:pt>
                <c:pt idx="2445">
                  <c:v>2</c:v>
                </c:pt>
                <c:pt idx="2446">
                  <c:v>2</c:v>
                </c:pt>
                <c:pt idx="2447">
                  <c:v>2</c:v>
                </c:pt>
                <c:pt idx="2448">
                  <c:v>2</c:v>
                </c:pt>
                <c:pt idx="2449">
                  <c:v>2</c:v>
                </c:pt>
                <c:pt idx="2450">
                  <c:v>2</c:v>
                </c:pt>
                <c:pt idx="2451">
                  <c:v>2</c:v>
                </c:pt>
                <c:pt idx="2452">
                  <c:v>2</c:v>
                </c:pt>
                <c:pt idx="2453">
                  <c:v>2</c:v>
                </c:pt>
                <c:pt idx="2454">
                  <c:v>2</c:v>
                </c:pt>
                <c:pt idx="2455">
                  <c:v>2</c:v>
                </c:pt>
                <c:pt idx="2456">
                  <c:v>2</c:v>
                </c:pt>
                <c:pt idx="2457">
                  <c:v>2</c:v>
                </c:pt>
                <c:pt idx="2458">
                  <c:v>2</c:v>
                </c:pt>
                <c:pt idx="2459">
                  <c:v>2</c:v>
                </c:pt>
                <c:pt idx="2460">
                  <c:v>2</c:v>
                </c:pt>
                <c:pt idx="2461">
                  <c:v>2</c:v>
                </c:pt>
                <c:pt idx="2462">
                  <c:v>2</c:v>
                </c:pt>
                <c:pt idx="2463">
                  <c:v>2</c:v>
                </c:pt>
                <c:pt idx="2464">
                  <c:v>2</c:v>
                </c:pt>
                <c:pt idx="2465">
                  <c:v>2</c:v>
                </c:pt>
                <c:pt idx="2466">
                  <c:v>2</c:v>
                </c:pt>
                <c:pt idx="2467">
                  <c:v>2</c:v>
                </c:pt>
                <c:pt idx="2468">
                  <c:v>2</c:v>
                </c:pt>
                <c:pt idx="2469">
                  <c:v>2</c:v>
                </c:pt>
                <c:pt idx="2470">
                  <c:v>2</c:v>
                </c:pt>
                <c:pt idx="2471">
                  <c:v>2</c:v>
                </c:pt>
                <c:pt idx="2472">
                  <c:v>2</c:v>
                </c:pt>
                <c:pt idx="2473">
                  <c:v>2</c:v>
                </c:pt>
                <c:pt idx="2474">
                  <c:v>2</c:v>
                </c:pt>
                <c:pt idx="2475">
                  <c:v>2</c:v>
                </c:pt>
                <c:pt idx="2476">
                  <c:v>2</c:v>
                </c:pt>
                <c:pt idx="2477">
                  <c:v>2</c:v>
                </c:pt>
                <c:pt idx="2478">
                  <c:v>2</c:v>
                </c:pt>
                <c:pt idx="2479">
                  <c:v>2</c:v>
                </c:pt>
                <c:pt idx="2480">
                  <c:v>2</c:v>
                </c:pt>
                <c:pt idx="2481">
                  <c:v>2</c:v>
                </c:pt>
                <c:pt idx="2482">
                  <c:v>2</c:v>
                </c:pt>
                <c:pt idx="2483">
                  <c:v>2</c:v>
                </c:pt>
                <c:pt idx="2484">
                  <c:v>2</c:v>
                </c:pt>
                <c:pt idx="2485">
                  <c:v>2</c:v>
                </c:pt>
                <c:pt idx="2486">
                  <c:v>2</c:v>
                </c:pt>
                <c:pt idx="2487">
                  <c:v>2</c:v>
                </c:pt>
                <c:pt idx="2488">
                  <c:v>2</c:v>
                </c:pt>
                <c:pt idx="2489">
                  <c:v>2</c:v>
                </c:pt>
                <c:pt idx="2490">
                  <c:v>2</c:v>
                </c:pt>
                <c:pt idx="2491">
                  <c:v>2</c:v>
                </c:pt>
                <c:pt idx="2492">
                  <c:v>2</c:v>
                </c:pt>
                <c:pt idx="2493">
                  <c:v>2</c:v>
                </c:pt>
                <c:pt idx="2494">
                  <c:v>2</c:v>
                </c:pt>
                <c:pt idx="2495">
                  <c:v>2</c:v>
                </c:pt>
                <c:pt idx="2496">
                  <c:v>2</c:v>
                </c:pt>
                <c:pt idx="2497">
                  <c:v>2</c:v>
                </c:pt>
                <c:pt idx="2498">
                  <c:v>2</c:v>
                </c:pt>
                <c:pt idx="2499">
                  <c:v>2</c:v>
                </c:pt>
                <c:pt idx="2500">
                  <c:v>2</c:v>
                </c:pt>
                <c:pt idx="2501">
                  <c:v>2</c:v>
                </c:pt>
                <c:pt idx="2502">
                  <c:v>2</c:v>
                </c:pt>
                <c:pt idx="2503">
                  <c:v>2</c:v>
                </c:pt>
                <c:pt idx="2504">
                  <c:v>2</c:v>
                </c:pt>
                <c:pt idx="2505">
                  <c:v>2</c:v>
                </c:pt>
                <c:pt idx="2506">
                  <c:v>2</c:v>
                </c:pt>
                <c:pt idx="2507">
                  <c:v>2</c:v>
                </c:pt>
                <c:pt idx="2508">
                  <c:v>2</c:v>
                </c:pt>
                <c:pt idx="2509">
                  <c:v>2</c:v>
                </c:pt>
                <c:pt idx="2510">
                  <c:v>2</c:v>
                </c:pt>
                <c:pt idx="2511">
                  <c:v>2</c:v>
                </c:pt>
                <c:pt idx="2512">
                  <c:v>2</c:v>
                </c:pt>
                <c:pt idx="2513">
                  <c:v>2</c:v>
                </c:pt>
                <c:pt idx="2514">
                  <c:v>2</c:v>
                </c:pt>
                <c:pt idx="2515">
                  <c:v>2</c:v>
                </c:pt>
                <c:pt idx="2516">
                  <c:v>2</c:v>
                </c:pt>
                <c:pt idx="2517">
                  <c:v>2</c:v>
                </c:pt>
                <c:pt idx="2518">
                  <c:v>2</c:v>
                </c:pt>
                <c:pt idx="2519">
                  <c:v>2</c:v>
                </c:pt>
                <c:pt idx="2520">
                  <c:v>2</c:v>
                </c:pt>
                <c:pt idx="2521">
                  <c:v>2</c:v>
                </c:pt>
                <c:pt idx="2522">
                  <c:v>2</c:v>
                </c:pt>
                <c:pt idx="2523">
                  <c:v>2</c:v>
                </c:pt>
                <c:pt idx="2524">
                  <c:v>2</c:v>
                </c:pt>
                <c:pt idx="2525">
                  <c:v>2</c:v>
                </c:pt>
                <c:pt idx="2526">
                  <c:v>2</c:v>
                </c:pt>
                <c:pt idx="2527">
                  <c:v>2</c:v>
                </c:pt>
                <c:pt idx="2528">
                  <c:v>2</c:v>
                </c:pt>
                <c:pt idx="2529">
                  <c:v>2</c:v>
                </c:pt>
                <c:pt idx="2530">
                  <c:v>2</c:v>
                </c:pt>
                <c:pt idx="2531">
                  <c:v>2</c:v>
                </c:pt>
                <c:pt idx="2532">
                  <c:v>2</c:v>
                </c:pt>
                <c:pt idx="2533">
                  <c:v>2</c:v>
                </c:pt>
                <c:pt idx="2534">
                  <c:v>2</c:v>
                </c:pt>
                <c:pt idx="2535">
                  <c:v>2</c:v>
                </c:pt>
                <c:pt idx="2536">
                  <c:v>2</c:v>
                </c:pt>
                <c:pt idx="2537">
                  <c:v>2</c:v>
                </c:pt>
                <c:pt idx="2538">
                  <c:v>2</c:v>
                </c:pt>
                <c:pt idx="2539">
                  <c:v>2</c:v>
                </c:pt>
                <c:pt idx="2540">
                  <c:v>2</c:v>
                </c:pt>
                <c:pt idx="2541">
                  <c:v>2</c:v>
                </c:pt>
                <c:pt idx="2542">
                  <c:v>2</c:v>
                </c:pt>
                <c:pt idx="2543">
                  <c:v>2</c:v>
                </c:pt>
                <c:pt idx="2544">
                  <c:v>2</c:v>
                </c:pt>
                <c:pt idx="2545">
                  <c:v>2</c:v>
                </c:pt>
                <c:pt idx="2546">
                  <c:v>2</c:v>
                </c:pt>
                <c:pt idx="2547">
                  <c:v>2</c:v>
                </c:pt>
                <c:pt idx="2548">
                  <c:v>2</c:v>
                </c:pt>
                <c:pt idx="2549">
                  <c:v>2</c:v>
                </c:pt>
                <c:pt idx="2550">
                  <c:v>2</c:v>
                </c:pt>
                <c:pt idx="2551">
                  <c:v>2</c:v>
                </c:pt>
                <c:pt idx="2552">
                  <c:v>2</c:v>
                </c:pt>
                <c:pt idx="2553">
                  <c:v>2</c:v>
                </c:pt>
                <c:pt idx="2554">
                  <c:v>2</c:v>
                </c:pt>
                <c:pt idx="2555">
                  <c:v>2</c:v>
                </c:pt>
                <c:pt idx="2556">
                  <c:v>2</c:v>
                </c:pt>
                <c:pt idx="2557">
                  <c:v>2</c:v>
                </c:pt>
                <c:pt idx="2558">
                  <c:v>2</c:v>
                </c:pt>
                <c:pt idx="2559">
                  <c:v>2</c:v>
                </c:pt>
                <c:pt idx="2560">
                  <c:v>2</c:v>
                </c:pt>
                <c:pt idx="2561">
                  <c:v>2</c:v>
                </c:pt>
                <c:pt idx="2562">
                  <c:v>2</c:v>
                </c:pt>
                <c:pt idx="2563">
                  <c:v>2</c:v>
                </c:pt>
                <c:pt idx="2564">
                  <c:v>2</c:v>
                </c:pt>
                <c:pt idx="2565">
                  <c:v>2</c:v>
                </c:pt>
                <c:pt idx="2566">
                  <c:v>2</c:v>
                </c:pt>
                <c:pt idx="2567">
                  <c:v>2</c:v>
                </c:pt>
                <c:pt idx="2568">
                  <c:v>2</c:v>
                </c:pt>
                <c:pt idx="2569">
                  <c:v>2</c:v>
                </c:pt>
                <c:pt idx="2570">
                  <c:v>2</c:v>
                </c:pt>
                <c:pt idx="2571">
                  <c:v>2</c:v>
                </c:pt>
                <c:pt idx="2572">
                  <c:v>2</c:v>
                </c:pt>
                <c:pt idx="2573">
                  <c:v>2</c:v>
                </c:pt>
                <c:pt idx="2574">
                  <c:v>2</c:v>
                </c:pt>
                <c:pt idx="2575">
                  <c:v>2</c:v>
                </c:pt>
                <c:pt idx="2576">
                  <c:v>2</c:v>
                </c:pt>
                <c:pt idx="2577">
                  <c:v>2</c:v>
                </c:pt>
                <c:pt idx="2578">
                  <c:v>2</c:v>
                </c:pt>
                <c:pt idx="2579">
                  <c:v>2</c:v>
                </c:pt>
                <c:pt idx="2580">
                  <c:v>2</c:v>
                </c:pt>
                <c:pt idx="2581">
                  <c:v>2</c:v>
                </c:pt>
                <c:pt idx="2582">
                  <c:v>2</c:v>
                </c:pt>
                <c:pt idx="2583">
                  <c:v>2</c:v>
                </c:pt>
                <c:pt idx="2584">
                  <c:v>2</c:v>
                </c:pt>
                <c:pt idx="2585">
                  <c:v>2</c:v>
                </c:pt>
                <c:pt idx="2586">
                  <c:v>2</c:v>
                </c:pt>
                <c:pt idx="2587">
                  <c:v>2</c:v>
                </c:pt>
                <c:pt idx="2588">
                  <c:v>2</c:v>
                </c:pt>
                <c:pt idx="2589">
                  <c:v>2</c:v>
                </c:pt>
                <c:pt idx="2590">
                  <c:v>2</c:v>
                </c:pt>
                <c:pt idx="2591">
                  <c:v>2</c:v>
                </c:pt>
                <c:pt idx="2592">
                  <c:v>2</c:v>
                </c:pt>
                <c:pt idx="2593">
                  <c:v>2</c:v>
                </c:pt>
                <c:pt idx="2594">
                  <c:v>2</c:v>
                </c:pt>
                <c:pt idx="2595">
                  <c:v>2</c:v>
                </c:pt>
                <c:pt idx="2596">
                  <c:v>2</c:v>
                </c:pt>
                <c:pt idx="2597">
                  <c:v>2</c:v>
                </c:pt>
                <c:pt idx="2598">
                  <c:v>2</c:v>
                </c:pt>
                <c:pt idx="2599">
                  <c:v>2</c:v>
                </c:pt>
                <c:pt idx="2600">
                  <c:v>2</c:v>
                </c:pt>
                <c:pt idx="2601">
                  <c:v>2</c:v>
                </c:pt>
                <c:pt idx="2602">
                  <c:v>2</c:v>
                </c:pt>
                <c:pt idx="2603">
                  <c:v>2</c:v>
                </c:pt>
                <c:pt idx="2604">
                  <c:v>2</c:v>
                </c:pt>
                <c:pt idx="2605">
                  <c:v>2</c:v>
                </c:pt>
                <c:pt idx="2606">
                  <c:v>2</c:v>
                </c:pt>
                <c:pt idx="2607">
                  <c:v>2</c:v>
                </c:pt>
                <c:pt idx="2608">
                  <c:v>2</c:v>
                </c:pt>
                <c:pt idx="2609">
                  <c:v>2</c:v>
                </c:pt>
                <c:pt idx="2610">
                  <c:v>2</c:v>
                </c:pt>
                <c:pt idx="2611">
                  <c:v>2</c:v>
                </c:pt>
                <c:pt idx="2612">
                  <c:v>2</c:v>
                </c:pt>
                <c:pt idx="2613">
                  <c:v>2</c:v>
                </c:pt>
                <c:pt idx="2614">
                  <c:v>2</c:v>
                </c:pt>
                <c:pt idx="2615">
                  <c:v>2</c:v>
                </c:pt>
                <c:pt idx="2616">
                  <c:v>2</c:v>
                </c:pt>
                <c:pt idx="2617">
                  <c:v>2</c:v>
                </c:pt>
                <c:pt idx="2618">
                  <c:v>2</c:v>
                </c:pt>
                <c:pt idx="2619">
                  <c:v>2</c:v>
                </c:pt>
                <c:pt idx="2620">
                  <c:v>2</c:v>
                </c:pt>
                <c:pt idx="2621">
                  <c:v>2</c:v>
                </c:pt>
                <c:pt idx="2622">
                  <c:v>2</c:v>
                </c:pt>
                <c:pt idx="2623">
                  <c:v>2</c:v>
                </c:pt>
                <c:pt idx="2624">
                  <c:v>2</c:v>
                </c:pt>
                <c:pt idx="2625">
                  <c:v>2</c:v>
                </c:pt>
                <c:pt idx="2626">
                  <c:v>2</c:v>
                </c:pt>
                <c:pt idx="2627">
                  <c:v>2</c:v>
                </c:pt>
                <c:pt idx="2628">
                  <c:v>2</c:v>
                </c:pt>
                <c:pt idx="2629">
                  <c:v>2</c:v>
                </c:pt>
                <c:pt idx="2630">
                  <c:v>2</c:v>
                </c:pt>
                <c:pt idx="2631">
                  <c:v>2</c:v>
                </c:pt>
                <c:pt idx="2632">
                  <c:v>2</c:v>
                </c:pt>
                <c:pt idx="2633">
                  <c:v>2</c:v>
                </c:pt>
                <c:pt idx="2634">
                  <c:v>2</c:v>
                </c:pt>
                <c:pt idx="2635">
                  <c:v>2</c:v>
                </c:pt>
                <c:pt idx="2636">
                  <c:v>2</c:v>
                </c:pt>
                <c:pt idx="2637">
                  <c:v>2</c:v>
                </c:pt>
                <c:pt idx="2638">
                  <c:v>2</c:v>
                </c:pt>
                <c:pt idx="2639">
                  <c:v>2</c:v>
                </c:pt>
                <c:pt idx="2640">
                  <c:v>2</c:v>
                </c:pt>
                <c:pt idx="2641">
                  <c:v>2</c:v>
                </c:pt>
                <c:pt idx="2642">
                  <c:v>2</c:v>
                </c:pt>
                <c:pt idx="2643">
                  <c:v>2</c:v>
                </c:pt>
                <c:pt idx="2644">
                  <c:v>2</c:v>
                </c:pt>
                <c:pt idx="2645">
                  <c:v>2</c:v>
                </c:pt>
                <c:pt idx="2646">
                  <c:v>2</c:v>
                </c:pt>
                <c:pt idx="2647">
                  <c:v>2</c:v>
                </c:pt>
                <c:pt idx="2648">
                  <c:v>2</c:v>
                </c:pt>
                <c:pt idx="2649">
                  <c:v>2</c:v>
                </c:pt>
                <c:pt idx="2650">
                  <c:v>2</c:v>
                </c:pt>
                <c:pt idx="2651">
                  <c:v>2</c:v>
                </c:pt>
                <c:pt idx="2652">
                  <c:v>2</c:v>
                </c:pt>
                <c:pt idx="2653">
                  <c:v>2</c:v>
                </c:pt>
                <c:pt idx="2654">
                  <c:v>2</c:v>
                </c:pt>
                <c:pt idx="2655">
                  <c:v>2</c:v>
                </c:pt>
                <c:pt idx="2656">
                  <c:v>2</c:v>
                </c:pt>
                <c:pt idx="2657">
                  <c:v>2</c:v>
                </c:pt>
                <c:pt idx="2658">
                  <c:v>2</c:v>
                </c:pt>
                <c:pt idx="2659">
                  <c:v>2</c:v>
                </c:pt>
                <c:pt idx="2660">
                  <c:v>2</c:v>
                </c:pt>
                <c:pt idx="2661">
                  <c:v>2</c:v>
                </c:pt>
                <c:pt idx="2662">
                  <c:v>2</c:v>
                </c:pt>
                <c:pt idx="2663">
                  <c:v>2</c:v>
                </c:pt>
                <c:pt idx="2664">
                  <c:v>2</c:v>
                </c:pt>
                <c:pt idx="2665">
                  <c:v>2</c:v>
                </c:pt>
                <c:pt idx="2666">
                  <c:v>2</c:v>
                </c:pt>
                <c:pt idx="2667">
                  <c:v>2</c:v>
                </c:pt>
                <c:pt idx="2668">
                  <c:v>2</c:v>
                </c:pt>
                <c:pt idx="2669">
                  <c:v>2</c:v>
                </c:pt>
                <c:pt idx="2670">
                  <c:v>2</c:v>
                </c:pt>
                <c:pt idx="2671">
                  <c:v>2</c:v>
                </c:pt>
                <c:pt idx="2672">
                  <c:v>2</c:v>
                </c:pt>
                <c:pt idx="2673">
                  <c:v>2</c:v>
                </c:pt>
                <c:pt idx="2674">
                  <c:v>2</c:v>
                </c:pt>
                <c:pt idx="2675">
                  <c:v>2</c:v>
                </c:pt>
                <c:pt idx="2676">
                  <c:v>2</c:v>
                </c:pt>
                <c:pt idx="2677">
                  <c:v>2</c:v>
                </c:pt>
                <c:pt idx="2678">
                  <c:v>2</c:v>
                </c:pt>
                <c:pt idx="2679">
                  <c:v>2</c:v>
                </c:pt>
                <c:pt idx="2680">
                  <c:v>2</c:v>
                </c:pt>
                <c:pt idx="2681">
                  <c:v>2</c:v>
                </c:pt>
                <c:pt idx="2682">
                  <c:v>2</c:v>
                </c:pt>
                <c:pt idx="2683">
                  <c:v>2</c:v>
                </c:pt>
                <c:pt idx="2684">
                  <c:v>2</c:v>
                </c:pt>
                <c:pt idx="2685">
                  <c:v>2</c:v>
                </c:pt>
                <c:pt idx="2686">
                  <c:v>2</c:v>
                </c:pt>
                <c:pt idx="2687">
                  <c:v>2</c:v>
                </c:pt>
                <c:pt idx="2688">
                  <c:v>2</c:v>
                </c:pt>
                <c:pt idx="2689">
                  <c:v>2</c:v>
                </c:pt>
                <c:pt idx="2690">
                  <c:v>2</c:v>
                </c:pt>
                <c:pt idx="2691">
                  <c:v>2</c:v>
                </c:pt>
                <c:pt idx="2692">
                  <c:v>2</c:v>
                </c:pt>
                <c:pt idx="2693">
                  <c:v>2</c:v>
                </c:pt>
                <c:pt idx="2694">
                  <c:v>2</c:v>
                </c:pt>
                <c:pt idx="2695">
                  <c:v>2</c:v>
                </c:pt>
                <c:pt idx="2696">
                  <c:v>1.75</c:v>
                </c:pt>
                <c:pt idx="2697">
                  <c:v>1.75</c:v>
                </c:pt>
                <c:pt idx="2698">
                  <c:v>1.75</c:v>
                </c:pt>
                <c:pt idx="2699">
                  <c:v>1.75</c:v>
                </c:pt>
                <c:pt idx="2700">
                  <c:v>1.75</c:v>
                </c:pt>
                <c:pt idx="2701">
                  <c:v>1.75</c:v>
                </c:pt>
                <c:pt idx="2702">
                  <c:v>1.75</c:v>
                </c:pt>
                <c:pt idx="2703">
                  <c:v>1.75</c:v>
                </c:pt>
                <c:pt idx="2704">
                  <c:v>1.75</c:v>
                </c:pt>
                <c:pt idx="2705">
                  <c:v>1.75</c:v>
                </c:pt>
                <c:pt idx="2706">
                  <c:v>1.75</c:v>
                </c:pt>
                <c:pt idx="2707">
                  <c:v>1.75</c:v>
                </c:pt>
                <c:pt idx="2708">
                  <c:v>1.75</c:v>
                </c:pt>
                <c:pt idx="2709">
                  <c:v>1.75</c:v>
                </c:pt>
                <c:pt idx="2710">
                  <c:v>1.75</c:v>
                </c:pt>
                <c:pt idx="2711">
                  <c:v>1.75</c:v>
                </c:pt>
                <c:pt idx="2712">
                  <c:v>1.75</c:v>
                </c:pt>
                <c:pt idx="2713">
                  <c:v>1.75</c:v>
                </c:pt>
                <c:pt idx="2714">
                  <c:v>1.75</c:v>
                </c:pt>
                <c:pt idx="2715">
                  <c:v>1.75</c:v>
                </c:pt>
                <c:pt idx="2716">
                  <c:v>1.75</c:v>
                </c:pt>
                <c:pt idx="2717">
                  <c:v>1.75</c:v>
                </c:pt>
                <c:pt idx="2718">
                  <c:v>1.75</c:v>
                </c:pt>
                <c:pt idx="2719">
                  <c:v>1.75</c:v>
                </c:pt>
                <c:pt idx="2720">
                  <c:v>1.75</c:v>
                </c:pt>
                <c:pt idx="2721">
                  <c:v>1.75</c:v>
                </c:pt>
                <c:pt idx="2722">
                  <c:v>1.75</c:v>
                </c:pt>
                <c:pt idx="2723">
                  <c:v>1.75</c:v>
                </c:pt>
                <c:pt idx="2724">
                  <c:v>1.75</c:v>
                </c:pt>
                <c:pt idx="2725">
                  <c:v>1.75</c:v>
                </c:pt>
                <c:pt idx="2726">
                  <c:v>1.75</c:v>
                </c:pt>
                <c:pt idx="2727">
                  <c:v>1.75</c:v>
                </c:pt>
                <c:pt idx="2728">
                  <c:v>1.75</c:v>
                </c:pt>
                <c:pt idx="2729">
                  <c:v>1.75</c:v>
                </c:pt>
                <c:pt idx="2730">
                  <c:v>1.75</c:v>
                </c:pt>
                <c:pt idx="2731">
                  <c:v>1.75</c:v>
                </c:pt>
                <c:pt idx="2732">
                  <c:v>1.75</c:v>
                </c:pt>
                <c:pt idx="2733">
                  <c:v>1.75</c:v>
                </c:pt>
                <c:pt idx="2734">
                  <c:v>1.75</c:v>
                </c:pt>
                <c:pt idx="2735">
                  <c:v>1.75</c:v>
                </c:pt>
                <c:pt idx="2736">
                  <c:v>1.75</c:v>
                </c:pt>
                <c:pt idx="2737">
                  <c:v>1.75</c:v>
                </c:pt>
                <c:pt idx="2738">
                  <c:v>1.75</c:v>
                </c:pt>
                <c:pt idx="2739">
                  <c:v>1.75</c:v>
                </c:pt>
                <c:pt idx="2740">
                  <c:v>1.75</c:v>
                </c:pt>
                <c:pt idx="2741">
                  <c:v>1.75</c:v>
                </c:pt>
                <c:pt idx="2742">
                  <c:v>1.75</c:v>
                </c:pt>
                <c:pt idx="2743">
                  <c:v>1.75</c:v>
                </c:pt>
                <c:pt idx="2744">
                  <c:v>1.75</c:v>
                </c:pt>
                <c:pt idx="2745">
                  <c:v>1.75</c:v>
                </c:pt>
                <c:pt idx="2746">
                  <c:v>1.75</c:v>
                </c:pt>
                <c:pt idx="2747">
                  <c:v>1.75</c:v>
                </c:pt>
                <c:pt idx="2748">
                  <c:v>1.75</c:v>
                </c:pt>
                <c:pt idx="2749">
                  <c:v>1.75</c:v>
                </c:pt>
                <c:pt idx="2750">
                  <c:v>1.75</c:v>
                </c:pt>
                <c:pt idx="2751">
                  <c:v>1.75</c:v>
                </c:pt>
                <c:pt idx="2752">
                  <c:v>1.75</c:v>
                </c:pt>
                <c:pt idx="2753">
                  <c:v>1.75</c:v>
                </c:pt>
                <c:pt idx="2754">
                  <c:v>1.75</c:v>
                </c:pt>
                <c:pt idx="2755">
                  <c:v>1.75</c:v>
                </c:pt>
                <c:pt idx="2756">
                  <c:v>1.75</c:v>
                </c:pt>
                <c:pt idx="2757">
                  <c:v>1.75</c:v>
                </c:pt>
                <c:pt idx="2758">
                  <c:v>1.75</c:v>
                </c:pt>
                <c:pt idx="2759">
                  <c:v>1.75</c:v>
                </c:pt>
                <c:pt idx="2760">
                  <c:v>1.75</c:v>
                </c:pt>
                <c:pt idx="2761">
                  <c:v>1.5</c:v>
                </c:pt>
                <c:pt idx="2762">
                  <c:v>1.5</c:v>
                </c:pt>
                <c:pt idx="2763">
                  <c:v>1.5</c:v>
                </c:pt>
                <c:pt idx="2764">
                  <c:v>1.5</c:v>
                </c:pt>
                <c:pt idx="2765">
                  <c:v>1.5</c:v>
                </c:pt>
                <c:pt idx="2766">
                  <c:v>1.5</c:v>
                </c:pt>
                <c:pt idx="2767">
                  <c:v>1.5</c:v>
                </c:pt>
                <c:pt idx="2768">
                  <c:v>1.5</c:v>
                </c:pt>
                <c:pt idx="2769">
                  <c:v>1.5</c:v>
                </c:pt>
                <c:pt idx="2770">
                  <c:v>1.5</c:v>
                </c:pt>
                <c:pt idx="2771">
                  <c:v>1.5</c:v>
                </c:pt>
                <c:pt idx="2772">
                  <c:v>1.5</c:v>
                </c:pt>
                <c:pt idx="2773">
                  <c:v>1.5</c:v>
                </c:pt>
                <c:pt idx="2774">
                  <c:v>1.5</c:v>
                </c:pt>
                <c:pt idx="2775">
                  <c:v>1.5</c:v>
                </c:pt>
                <c:pt idx="2776">
                  <c:v>1.5</c:v>
                </c:pt>
                <c:pt idx="2777">
                  <c:v>1.5</c:v>
                </c:pt>
                <c:pt idx="2778">
                  <c:v>1.5</c:v>
                </c:pt>
                <c:pt idx="2779">
                  <c:v>1.5</c:v>
                </c:pt>
                <c:pt idx="2780">
                  <c:v>1.5</c:v>
                </c:pt>
                <c:pt idx="2781">
                  <c:v>1.5</c:v>
                </c:pt>
                <c:pt idx="2782">
                  <c:v>1.5</c:v>
                </c:pt>
                <c:pt idx="2783">
                  <c:v>1.5</c:v>
                </c:pt>
                <c:pt idx="2784">
                  <c:v>1.5</c:v>
                </c:pt>
                <c:pt idx="2785">
                  <c:v>1.5</c:v>
                </c:pt>
                <c:pt idx="2786">
                  <c:v>1.5</c:v>
                </c:pt>
                <c:pt idx="2787">
                  <c:v>1.5</c:v>
                </c:pt>
                <c:pt idx="2788">
                  <c:v>1.5</c:v>
                </c:pt>
                <c:pt idx="2789">
                  <c:v>1.5</c:v>
                </c:pt>
                <c:pt idx="2790">
                  <c:v>1.5</c:v>
                </c:pt>
                <c:pt idx="2791">
                  <c:v>1.5</c:v>
                </c:pt>
                <c:pt idx="2792">
                  <c:v>1.5</c:v>
                </c:pt>
                <c:pt idx="2793">
                  <c:v>1.5</c:v>
                </c:pt>
                <c:pt idx="2794">
                  <c:v>1.5</c:v>
                </c:pt>
                <c:pt idx="2795">
                  <c:v>1.5</c:v>
                </c:pt>
                <c:pt idx="2796">
                  <c:v>1.5</c:v>
                </c:pt>
                <c:pt idx="2797">
                  <c:v>1.5</c:v>
                </c:pt>
                <c:pt idx="2798">
                  <c:v>1.5</c:v>
                </c:pt>
                <c:pt idx="2799">
                  <c:v>1.5</c:v>
                </c:pt>
                <c:pt idx="2800">
                  <c:v>1.5</c:v>
                </c:pt>
                <c:pt idx="2801">
                  <c:v>1.5</c:v>
                </c:pt>
                <c:pt idx="2802">
                  <c:v>1.5</c:v>
                </c:pt>
                <c:pt idx="2803">
                  <c:v>1.5</c:v>
                </c:pt>
                <c:pt idx="2804">
                  <c:v>1.5</c:v>
                </c:pt>
                <c:pt idx="2805">
                  <c:v>1.5</c:v>
                </c:pt>
                <c:pt idx="2806">
                  <c:v>1.5</c:v>
                </c:pt>
                <c:pt idx="2807">
                  <c:v>1.5</c:v>
                </c:pt>
                <c:pt idx="2808">
                  <c:v>1.5</c:v>
                </c:pt>
                <c:pt idx="2809">
                  <c:v>1.5</c:v>
                </c:pt>
                <c:pt idx="2810">
                  <c:v>1.5</c:v>
                </c:pt>
                <c:pt idx="2811">
                  <c:v>1.5</c:v>
                </c:pt>
                <c:pt idx="2812">
                  <c:v>1.5</c:v>
                </c:pt>
                <c:pt idx="2813">
                  <c:v>1.5</c:v>
                </c:pt>
                <c:pt idx="2814">
                  <c:v>1.5</c:v>
                </c:pt>
                <c:pt idx="2815">
                  <c:v>1.5</c:v>
                </c:pt>
                <c:pt idx="2816">
                  <c:v>1.5</c:v>
                </c:pt>
                <c:pt idx="2817">
                  <c:v>1.5</c:v>
                </c:pt>
                <c:pt idx="2818">
                  <c:v>1.5</c:v>
                </c:pt>
                <c:pt idx="2819">
                  <c:v>1.5</c:v>
                </c:pt>
                <c:pt idx="2820">
                  <c:v>1.5</c:v>
                </c:pt>
                <c:pt idx="2821">
                  <c:v>1.5</c:v>
                </c:pt>
                <c:pt idx="2822">
                  <c:v>1.5</c:v>
                </c:pt>
                <c:pt idx="2823">
                  <c:v>1.5</c:v>
                </c:pt>
                <c:pt idx="2824">
                  <c:v>1.5</c:v>
                </c:pt>
                <c:pt idx="2825">
                  <c:v>1.5</c:v>
                </c:pt>
                <c:pt idx="2826">
                  <c:v>1.5</c:v>
                </c:pt>
                <c:pt idx="2827">
                  <c:v>1.5</c:v>
                </c:pt>
                <c:pt idx="2828">
                  <c:v>1.5</c:v>
                </c:pt>
                <c:pt idx="2829">
                  <c:v>1.5</c:v>
                </c:pt>
                <c:pt idx="2830">
                  <c:v>1.5</c:v>
                </c:pt>
                <c:pt idx="2831">
                  <c:v>1.5</c:v>
                </c:pt>
                <c:pt idx="2832">
                  <c:v>1.5</c:v>
                </c:pt>
                <c:pt idx="2833">
                  <c:v>1.5</c:v>
                </c:pt>
                <c:pt idx="2834">
                  <c:v>1.5</c:v>
                </c:pt>
                <c:pt idx="2835">
                  <c:v>1.5</c:v>
                </c:pt>
                <c:pt idx="2836">
                  <c:v>1.5</c:v>
                </c:pt>
                <c:pt idx="2837">
                  <c:v>1.5</c:v>
                </c:pt>
                <c:pt idx="2838">
                  <c:v>1.5</c:v>
                </c:pt>
                <c:pt idx="2839">
                  <c:v>1.5</c:v>
                </c:pt>
                <c:pt idx="2840">
                  <c:v>1.5</c:v>
                </c:pt>
                <c:pt idx="2841">
                  <c:v>1.5</c:v>
                </c:pt>
                <c:pt idx="2842">
                  <c:v>1.5</c:v>
                </c:pt>
                <c:pt idx="2843">
                  <c:v>1.5</c:v>
                </c:pt>
                <c:pt idx="2844">
                  <c:v>1.5</c:v>
                </c:pt>
                <c:pt idx="2845">
                  <c:v>1.5</c:v>
                </c:pt>
                <c:pt idx="2846">
                  <c:v>1.5</c:v>
                </c:pt>
                <c:pt idx="2847">
                  <c:v>1.5</c:v>
                </c:pt>
                <c:pt idx="2848">
                  <c:v>1.5</c:v>
                </c:pt>
                <c:pt idx="2849">
                  <c:v>1.5</c:v>
                </c:pt>
                <c:pt idx="2850">
                  <c:v>1.5</c:v>
                </c:pt>
                <c:pt idx="2851">
                  <c:v>1.5</c:v>
                </c:pt>
                <c:pt idx="2852">
                  <c:v>1.5</c:v>
                </c:pt>
                <c:pt idx="2853">
                  <c:v>1.5</c:v>
                </c:pt>
                <c:pt idx="2854">
                  <c:v>1.5</c:v>
                </c:pt>
                <c:pt idx="2855">
                  <c:v>1.5</c:v>
                </c:pt>
                <c:pt idx="2856">
                  <c:v>1.5</c:v>
                </c:pt>
                <c:pt idx="2857">
                  <c:v>1.5</c:v>
                </c:pt>
                <c:pt idx="2858">
                  <c:v>1.5</c:v>
                </c:pt>
                <c:pt idx="2859">
                  <c:v>1.5</c:v>
                </c:pt>
                <c:pt idx="2860">
                  <c:v>1.5</c:v>
                </c:pt>
                <c:pt idx="2861">
                  <c:v>1.5</c:v>
                </c:pt>
                <c:pt idx="2862">
                  <c:v>1.5</c:v>
                </c:pt>
                <c:pt idx="2863">
                  <c:v>1.5</c:v>
                </c:pt>
                <c:pt idx="2864">
                  <c:v>1.5</c:v>
                </c:pt>
                <c:pt idx="2865">
                  <c:v>1.5</c:v>
                </c:pt>
                <c:pt idx="2866">
                  <c:v>1.5</c:v>
                </c:pt>
                <c:pt idx="2867">
                  <c:v>1.5</c:v>
                </c:pt>
                <c:pt idx="2868">
                  <c:v>1.5</c:v>
                </c:pt>
                <c:pt idx="2869">
                  <c:v>1.5</c:v>
                </c:pt>
                <c:pt idx="2870">
                  <c:v>1.5</c:v>
                </c:pt>
                <c:pt idx="2871">
                  <c:v>1.5</c:v>
                </c:pt>
                <c:pt idx="2872">
                  <c:v>1.5</c:v>
                </c:pt>
                <c:pt idx="2873">
                  <c:v>1.5</c:v>
                </c:pt>
                <c:pt idx="2874">
                  <c:v>1.5</c:v>
                </c:pt>
                <c:pt idx="2875">
                  <c:v>1.5</c:v>
                </c:pt>
                <c:pt idx="2876">
                  <c:v>1.5</c:v>
                </c:pt>
                <c:pt idx="2877">
                  <c:v>1.5</c:v>
                </c:pt>
                <c:pt idx="2878">
                  <c:v>1.5</c:v>
                </c:pt>
                <c:pt idx="2879">
                  <c:v>1.5</c:v>
                </c:pt>
                <c:pt idx="2880">
                  <c:v>1.5</c:v>
                </c:pt>
                <c:pt idx="2881">
                  <c:v>1.5</c:v>
                </c:pt>
                <c:pt idx="2882">
                  <c:v>1.5</c:v>
                </c:pt>
                <c:pt idx="2883">
                  <c:v>1.5</c:v>
                </c:pt>
                <c:pt idx="2884">
                  <c:v>1.5</c:v>
                </c:pt>
                <c:pt idx="2885">
                  <c:v>1.5</c:v>
                </c:pt>
                <c:pt idx="2886">
                  <c:v>1.5</c:v>
                </c:pt>
                <c:pt idx="2887">
                  <c:v>1.5</c:v>
                </c:pt>
                <c:pt idx="2888">
                  <c:v>1.5</c:v>
                </c:pt>
                <c:pt idx="2889">
                  <c:v>1.5</c:v>
                </c:pt>
                <c:pt idx="2890">
                  <c:v>1.5</c:v>
                </c:pt>
                <c:pt idx="2891">
                  <c:v>1.5</c:v>
                </c:pt>
                <c:pt idx="2892">
                  <c:v>1.5</c:v>
                </c:pt>
                <c:pt idx="2893">
                  <c:v>1.5</c:v>
                </c:pt>
                <c:pt idx="2894">
                  <c:v>1.5</c:v>
                </c:pt>
                <c:pt idx="2895">
                  <c:v>1.5</c:v>
                </c:pt>
                <c:pt idx="2896">
                  <c:v>1.5</c:v>
                </c:pt>
                <c:pt idx="2897">
                  <c:v>1.5</c:v>
                </c:pt>
                <c:pt idx="2898">
                  <c:v>1.5</c:v>
                </c:pt>
                <c:pt idx="2899">
                  <c:v>1.5</c:v>
                </c:pt>
                <c:pt idx="2900">
                  <c:v>1.5</c:v>
                </c:pt>
                <c:pt idx="2901">
                  <c:v>1.5</c:v>
                </c:pt>
                <c:pt idx="2902">
                  <c:v>1.5</c:v>
                </c:pt>
                <c:pt idx="2903">
                  <c:v>1.5</c:v>
                </c:pt>
                <c:pt idx="2904">
                  <c:v>1.5</c:v>
                </c:pt>
                <c:pt idx="2905">
                  <c:v>1.5</c:v>
                </c:pt>
                <c:pt idx="2906">
                  <c:v>1.5</c:v>
                </c:pt>
                <c:pt idx="2907">
                  <c:v>1.5</c:v>
                </c:pt>
                <c:pt idx="2908">
                  <c:v>1.5</c:v>
                </c:pt>
                <c:pt idx="2909">
                  <c:v>1.5</c:v>
                </c:pt>
                <c:pt idx="2910">
                  <c:v>1.5</c:v>
                </c:pt>
                <c:pt idx="2911">
                  <c:v>1.5</c:v>
                </c:pt>
                <c:pt idx="2912">
                  <c:v>1.5</c:v>
                </c:pt>
                <c:pt idx="2913">
                  <c:v>1.5</c:v>
                </c:pt>
                <c:pt idx="2914">
                  <c:v>1.5</c:v>
                </c:pt>
                <c:pt idx="2915">
                  <c:v>1.5</c:v>
                </c:pt>
                <c:pt idx="2916">
                  <c:v>1.5</c:v>
                </c:pt>
                <c:pt idx="2917">
                  <c:v>1.5</c:v>
                </c:pt>
                <c:pt idx="2918">
                  <c:v>1.5</c:v>
                </c:pt>
                <c:pt idx="2919">
                  <c:v>1.5</c:v>
                </c:pt>
                <c:pt idx="2920">
                  <c:v>1.5</c:v>
                </c:pt>
                <c:pt idx="2921">
                  <c:v>1.5</c:v>
                </c:pt>
                <c:pt idx="2922">
                  <c:v>1.5</c:v>
                </c:pt>
                <c:pt idx="2923">
                  <c:v>1.5</c:v>
                </c:pt>
                <c:pt idx="2924">
                  <c:v>1.5</c:v>
                </c:pt>
                <c:pt idx="2925">
                  <c:v>1.5</c:v>
                </c:pt>
                <c:pt idx="2926">
                  <c:v>1.5</c:v>
                </c:pt>
                <c:pt idx="2927">
                  <c:v>1.5</c:v>
                </c:pt>
                <c:pt idx="2928">
                  <c:v>1.5</c:v>
                </c:pt>
                <c:pt idx="2929">
                  <c:v>1.5</c:v>
                </c:pt>
                <c:pt idx="2930">
                  <c:v>1.5</c:v>
                </c:pt>
                <c:pt idx="2931">
                  <c:v>1.5</c:v>
                </c:pt>
                <c:pt idx="2932">
                  <c:v>1.5</c:v>
                </c:pt>
                <c:pt idx="2933">
                  <c:v>1.5</c:v>
                </c:pt>
                <c:pt idx="2934">
                  <c:v>1.5</c:v>
                </c:pt>
                <c:pt idx="2935">
                  <c:v>1.5</c:v>
                </c:pt>
                <c:pt idx="2936">
                  <c:v>1.5</c:v>
                </c:pt>
                <c:pt idx="2937">
                  <c:v>1.5</c:v>
                </c:pt>
                <c:pt idx="2938">
                  <c:v>1.5</c:v>
                </c:pt>
                <c:pt idx="2939">
                  <c:v>1.5</c:v>
                </c:pt>
                <c:pt idx="2940">
                  <c:v>1.5</c:v>
                </c:pt>
                <c:pt idx="2941">
                  <c:v>1.5</c:v>
                </c:pt>
                <c:pt idx="2942">
                  <c:v>1.5</c:v>
                </c:pt>
                <c:pt idx="2943">
                  <c:v>1.5</c:v>
                </c:pt>
                <c:pt idx="2944">
                  <c:v>1.5</c:v>
                </c:pt>
                <c:pt idx="2945">
                  <c:v>1.5</c:v>
                </c:pt>
                <c:pt idx="2946">
                  <c:v>1.5</c:v>
                </c:pt>
                <c:pt idx="2947">
                  <c:v>1.5</c:v>
                </c:pt>
                <c:pt idx="2948">
                  <c:v>1.5</c:v>
                </c:pt>
                <c:pt idx="2949">
                  <c:v>1.5</c:v>
                </c:pt>
                <c:pt idx="2950">
                  <c:v>1.5</c:v>
                </c:pt>
                <c:pt idx="2951">
                  <c:v>1.5</c:v>
                </c:pt>
                <c:pt idx="2952">
                  <c:v>1.5</c:v>
                </c:pt>
                <c:pt idx="2953">
                  <c:v>1.5</c:v>
                </c:pt>
                <c:pt idx="2954">
                  <c:v>1.5</c:v>
                </c:pt>
                <c:pt idx="2955">
                  <c:v>1.5</c:v>
                </c:pt>
                <c:pt idx="2956">
                  <c:v>1.5</c:v>
                </c:pt>
                <c:pt idx="2957">
                  <c:v>1.5</c:v>
                </c:pt>
                <c:pt idx="2958">
                  <c:v>1.5</c:v>
                </c:pt>
                <c:pt idx="2959">
                  <c:v>1.5</c:v>
                </c:pt>
                <c:pt idx="2960">
                  <c:v>1.5</c:v>
                </c:pt>
                <c:pt idx="2961">
                  <c:v>1.5</c:v>
                </c:pt>
                <c:pt idx="2962">
                  <c:v>1.5</c:v>
                </c:pt>
                <c:pt idx="2963">
                  <c:v>1.5</c:v>
                </c:pt>
                <c:pt idx="2964">
                  <c:v>1.5</c:v>
                </c:pt>
                <c:pt idx="2965">
                  <c:v>1.5</c:v>
                </c:pt>
                <c:pt idx="2966">
                  <c:v>1.5</c:v>
                </c:pt>
                <c:pt idx="2967">
                  <c:v>1.5</c:v>
                </c:pt>
                <c:pt idx="2968">
                  <c:v>1.5</c:v>
                </c:pt>
                <c:pt idx="2969">
                  <c:v>1.5</c:v>
                </c:pt>
                <c:pt idx="2970">
                  <c:v>1.5</c:v>
                </c:pt>
                <c:pt idx="2971">
                  <c:v>1.5</c:v>
                </c:pt>
                <c:pt idx="2972">
                  <c:v>1.5</c:v>
                </c:pt>
                <c:pt idx="2973">
                  <c:v>1.5</c:v>
                </c:pt>
                <c:pt idx="2974">
                  <c:v>1.5</c:v>
                </c:pt>
                <c:pt idx="2975">
                  <c:v>1.5</c:v>
                </c:pt>
                <c:pt idx="2976">
                  <c:v>1.5</c:v>
                </c:pt>
                <c:pt idx="2977">
                  <c:v>1.5</c:v>
                </c:pt>
                <c:pt idx="2978">
                  <c:v>1.5</c:v>
                </c:pt>
                <c:pt idx="2979">
                  <c:v>1.5</c:v>
                </c:pt>
                <c:pt idx="2980">
                  <c:v>1.5</c:v>
                </c:pt>
                <c:pt idx="2981">
                  <c:v>1.5</c:v>
                </c:pt>
                <c:pt idx="2982">
                  <c:v>1.5</c:v>
                </c:pt>
                <c:pt idx="2983">
                  <c:v>1.5</c:v>
                </c:pt>
                <c:pt idx="2984">
                  <c:v>1.5</c:v>
                </c:pt>
                <c:pt idx="2985">
                  <c:v>1.5</c:v>
                </c:pt>
                <c:pt idx="2986">
                  <c:v>1.5</c:v>
                </c:pt>
                <c:pt idx="2987">
                  <c:v>1.5</c:v>
                </c:pt>
                <c:pt idx="2988">
                  <c:v>1.5</c:v>
                </c:pt>
                <c:pt idx="2989">
                  <c:v>1.5</c:v>
                </c:pt>
                <c:pt idx="2990">
                  <c:v>1.5</c:v>
                </c:pt>
                <c:pt idx="2991">
                  <c:v>1.5</c:v>
                </c:pt>
                <c:pt idx="2992">
                  <c:v>1.5</c:v>
                </c:pt>
                <c:pt idx="2993">
                  <c:v>1.5</c:v>
                </c:pt>
                <c:pt idx="2994">
                  <c:v>1.5</c:v>
                </c:pt>
                <c:pt idx="2995">
                  <c:v>1.5</c:v>
                </c:pt>
                <c:pt idx="2996">
                  <c:v>1.5</c:v>
                </c:pt>
                <c:pt idx="2997">
                  <c:v>1.5</c:v>
                </c:pt>
                <c:pt idx="2998">
                  <c:v>1.5</c:v>
                </c:pt>
                <c:pt idx="2999">
                  <c:v>1.5</c:v>
                </c:pt>
                <c:pt idx="3000">
                  <c:v>1.5</c:v>
                </c:pt>
                <c:pt idx="3001">
                  <c:v>1.5</c:v>
                </c:pt>
                <c:pt idx="3002">
                  <c:v>1.5</c:v>
                </c:pt>
                <c:pt idx="3003">
                  <c:v>1.5</c:v>
                </c:pt>
                <c:pt idx="3004">
                  <c:v>1.5</c:v>
                </c:pt>
                <c:pt idx="3005">
                  <c:v>1.5</c:v>
                </c:pt>
                <c:pt idx="3006">
                  <c:v>1.5</c:v>
                </c:pt>
                <c:pt idx="3007">
                  <c:v>1.5</c:v>
                </c:pt>
                <c:pt idx="3008">
                  <c:v>1.5</c:v>
                </c:pt>
                <c:pt idx="3009">
                  <c:v>1.5</c:v>
                </c:pt>
                <c:pt idx="3010">
                  <c:v>1.5</c:v>
                </c:pt>
                <c:pt idx="3011">
                  <c:v>1.5</c:v>
                </c:pt>
                <c:pt idx="3012">
                  <c:v>1.5</c:v>
                </c:pt>
                <c:pt idx="3013">
                  <c:v>1.5</c:v>
                </c:pt>
                <c:pt idx="3014">
                  <c:v>1.5</c:v>
                </c:pt>
                <c:pt idx="3015">
                  <c:v>1.5</c:v>
                </c:pt>
                <c:pt idx="3016">
                  <c:v>1.5</c:v>
                </c:pt>
                <c:pt idx="3017">
                  <c:v>1.5</c:v>
                </c:pt>
                <c:pt idx="3018">
                  <c:v>1.5</c:v>
                </c:pt>
                <c:pt idx="3019">
                  <c:v>1.5</c:v>
                </c:pt>
                <c:pt idx="3020">
                  <c:v>1.5</c:v>
                </c:pt>
                <c:pt idx="3021">
                  <c:v>1.5</c:v>
                </c:pt>
                <c:pt idx="3022">
                  <c:v>1.5</c:v>
                </c:pt>
                <c:pt idx="3023">
                  <c:v>1.5</c:v>
                </c:pt>
                <c:pt idx="3024">
                  <c:v>1.5</c:v>
                </c:pt>
                <c:pt idx="3025">
                  <c:v>1.5</c:v>
                </c:pt>
                <c:pt idx="3026">
                  <c:v>1.5</c:v>
                </c:pt>
                <c:pt idx="3027">
                  <c:v>1.5</c:v>
                </c:pt>
                <c:pt idx="3028">
                  <c:v>1.5</c:v>
                </c:pt>
                <c:pt idx="3029">
                  <c:v>1.5</c:v>
                </c:pt>
                <c:pt idx="3030">
                  <c:v>1.5</c:v>
                </c:pt>
                <c:pt idx="3031">
                  <c:v>1.5</c:v>
                </c:pt>
                <c:pt idx="3032">
                  <c:v>1.5</c:v>
                </c:pt>
                <c:pt idx="3033">
                  <c:v>1.5</c:v>
                </c:pt>
                <c:pt idx="3034">
                  <c:v>1.5</c:v>
                </c:pt>
                <c:pt idx="3035">
                  <c:v>1.5</c:v>
                </c:pt>
                <c:pt idx="3036">
                  <c:v>1.5</c:v>
                </c:pt>
                <c:pt idx="3037">
                  <c:v>1.5</c:v>
                </c:pt>
                <c:pt idx="3038">
                  <c:v>1.5</c:v>
                </c:pt>
                <c:pt idx="3039">
                  <c:v>1.5</c:v>
                </c:pt>
                <c:pt idx="3040">
                  <c:v>1.5</c:v>
                </c:pt>
                <c:pt idx="3041">
                  <c:v>1.5</c:v>
                </c:pt>
                <c:pt idx="3042">
                  <c:v>1.5</c:v>
                </c:pt>
                <c:pt idx="3043">
                  <c:v>1.5</c:v>
                </c:pt>
                <c:pt idx="3044">
                  <c:v>1.5</c:v>
                </c:pt>
                <c:pt idx="3045">
                  <c:v>1.5</c:v>
                </c:pt>
                <c:pt idx="3046">
                  <c:v>1.5</c:v>
                </c:pt>
                <c:pt idx="3047">
                  <c:v>1.5</c:v>
                </c:pt>
                <c:pt idx="3048">
                  <c:v>1.5</c:v>
                </c:pt>
                <c:pt idx="3049">
                  <c:v>1.5</c:v>
                </c:pt>
                <c:pt idx="3050">
                  <c:v>1.5</c:v>
                </c:pt>
                <c:pt idx="3051">
                  <c:v>1.5</c:v>
                </c:pt>
                <c:pt idx="3052">
                  <c:v>1.5</c:v>
                </c:pt>
                <c:pt idx="3053">
                  <c:v>1.5</c:v>
                </c:pt>
                <c:pt idx="3054">
                  <c:v>1.5</c:v>
                </c:pt>
                <c:pt idx="3055">
                  <c:v>1.5</c:v>
                </c:pt>
                <c:pt idx="3056">
                  <c:v>1.5</c:v>
                </c:pt>
                <c:pt idx="3057">
                  <c:v>1.5</c:v>
                </c:pt>
                <c:pt idx="3058">
                  <c:v>1.5</c:v>
                </c:pt>
                <c:pt idx="3059">
                  <c:v>1.5</c:v>
                </c:pt>
                <c:pt idx="3060">
                  <c:v>1.5</c:v>
                </c:pt>
                <c:pt idx="3061">
                  <c:v>1.5</c:v>
                </c:pt>
                <c:pt idx="3062">
                  <c:v>1.5</c:v>
                </c:pt>
                <c:pt idx="3063">
                  <c:v>1.5</c:v>
                </c:pt>
                <c:pt idx="3064">
                  <c:v>1.5</c:v>
                </c:pt>
                <c:pt idx="3065">
                  <c:v>1.5</c:v>
                </c:pt>
                <c:pt idx="3066">
                  <c:v>1.5</c:v>
                </c:pt>
                <c:pt idx="3067">
                  <c:v>1.5</c:v>
                </c:pt>
                <c:pt idx="3068">
                  <c:v>1.5</c:v>
                </c:pt>
                <c:pt idx="3069">
                  <c:v>1.5</c:v>
                </c:pt>
                <c:pt idx="3070">
                  <c:v>1.5</c:v>
                </c:pt>
                <c:pt idx="3071">
                  <c:v>1.5</c:v>
                </c:pt>
                <c:pt idx="3072">
                  <c:v>1.5</c:v>
                </c:pt>
                <c:pt idx="3073">
                  <c:v>1.5</c:v>
                </c:pt>
                <c:pt idx="3074">
                  <c:v>1.5</c:v>
                </c:pt>
                <c:pt idx="3075">
                  <c:v>1.5</c:v>
                </c:pt>
                <c:pt idx="3076">
                  <c:v>1.5</c:v>
                </c:pt>
                <c:pt idx="3077">
                  <c:v>1.5</c:v>
                </c:pt>
                <c:pt idx="3078">
                  <c:v>1.5</c:v>
                </c:pt>
                <c:pt idx="3079">
                  <c:v>1.5</c:v>
                </c:pt>
                <c:pt idx="3080">
                  <c:v>1.5</c:v>
                </c:pt>
                <c:pt idx="3081">
                  <c:v>1.5</c:v>
                </c:pt>
                <c:pt idx="3082">
                  <c:v>1.5</c:v>
                </c:pt>
                <c:pt idx="3083">
                  <c:v>1.5</c:v>
                </c:pt>
                <c:pt idx="3084">
                  <c:v>1.5</c:v>
                </c:pt>
                <c:pt idx="3085">
                  <c:v>1.5</c:v>
                </c:pt>
                <c:pt idx="3086">
                  <c:v>1.5</c:v>
                </c:pt>
                <c:pt idx="3087">
                  <c:v>1.5</c:v>
                </c:pt>
                <c:pt idx="3088">
                  <c:v>1.5</c:v>
                </c:pt>
                <c:pt idx="3089">
                  <c:v>1.5</c:v>
                </c:pt>
                <c:pt idx="3090">
                  <c:v>1.5</c:v>
                </c:pt>
                <c:pt idx="3091">
                  <c:v>1.5</c:v>
                </c:pt>
                <c:pt idx="3092">
                  <c:v>1.5</c:v>
                </c:pt>
                <c:pt idx="3093">
                  <c:v>1.5</c:v>
                </c:pt>
                <c:pt idx="3094">
                  <c:v>1.5</c:v>
                </c:pt>
                <c:pt idx="3095">
                  <c:v>1.5</c:v>
                </c:pt>
                <c:pt idx="3096">
                  <c:v>1.5</c:v>
                </c:pt>
                <c:pt idx="3097">
                  <c:v>1.5</c:v>
                </c:pt>
                <c:pt idx="3098">
                  <c:v>1.5</c:v>
                </c:pt>
                <c:pt idx="3099">
                  <c:v>1.5</c:v>
                </c:pt>
                <c:pt idx="3100">
                  <c:v>1.5</c:v>
                </c:pt>
                <c:pt idx="3101">
                  <c:v>1.5</c:v>
                </c:pt>
                <c:pt idx="3102">
                  <c:v>1.5</c:v>
                </c:pt>
                <c:pt idx="3103">
                  <c:v>1.5</c:v>
                </c:pt>
                <c:pt idx="3104">
                  <c:v>1.5</c:v>
                </c:pt>
                <c:pt idx="3105">
                  <c:v>1.5</c:v>
                </c:pt>
                <c:pt idx="3106">
                  <c:v>1.5</c:v>
                </c:pt>
                <c:pt idx="3107">
                  <c:v>1.5</c:v>
                </c:pt>
                <c:pt idx="3108">
                  <c:v>1.5</c:v>
                </c:pt>
                <c:pt idx="3109">
                  <c:v>1.5</c:v>
                </c:pt>
                <c:pt idx="3110">
                  <c:v>1.5</c:v>
                </c:pt>
                <c:pt idx="3111">
                  <c:v>1.5</c:v>
                </c:pt>
                <c:pt idx="3112">
                  <c:v>1.5</c:v>
                </c:pt>
                <c:pt idx="3113">
                  <c:v>1.5</c:v>
                </c:pt>
                <c:pt idx="3114">
                  <c:v>1.5</c:v>
                </c:pt>
                <c:pt idx="3115">
                  <c:v>1.5</c:v>
                </c:pt>
                <c:pt idx="3116">
                  <c:v>1.5</c:v>
                </c:pt>
                <c:pt idx="3117">
                  <c:v>1.5</c:v>
                </c:pt>
                <c:pt idx="3118">
                  <c:v>1.5</c:v>
                </c:pt>
                <c:pt idx="3119">
                  <c:v>1.5</c:v>
                </c:pt>
                <c:pt idx="3120">
                  <c:v>1.5</c:v>
                </c:pt>
                <c:pt idx="3121">
                  <c:v>1.5</c:v>
                </c:pt>
                <c:pt idx="3122">
                  <c:v>1.5</c:v>
                </c:pt>
                <c:pt idx="3123">
                  <c:v>1.5</c:v>
                </c:pt>
                <c:pt idx="3124">
                  <c:v>1.5</c:v>
                </c:pt>
                <c:pt idx="3125">
                  <c:v>1.5</c:v>
                </c:pt>
                <c:pt idx="3126">
                  <c:v>1.5</c:v>
                </c:pt>
                <c:pt idx="3127">
                  <c:v>1.5</c:v>
                </c:pt>
                <c:pt idx="3128">
                  <c:v>1.5</c:v>
                </c:pt>
                <c:pt idx="3129">
                  <c:v>1.5</c:v>
                </c:pt>
                <c:pt idx="3130">
                  <c:v>1.5</c:v>
                </c:pt>
                <c:pt idx="3131">
                  <c:v>1.5</c:v>
                </c:pt>
                <c:pt idx="3132">
                  <c:v>1.5</c:v>
                </c:pt>
                <c:pt idx="3133">
                  <c:v>1.5</c:v>
                </c:pt>
                <c:pt idx="3134">
                  <c:v>1.5</c:v>
                </c:pt>
                <c:pt idx="3135">
                  <c:v>1.5</c:v>
                </c:pt>
                <c:pt idx="3136">
                  <c:v>1.5</c:v>
                </c:pt>
                <c:pt idx="3137">
                  <c:v>1.5</c:v>
                </c:pt>
                <c:pt idx="3138">
                  <c:v>1.5</c:v>
                </c:pt>
                <c:pt idx="3139">
                  <c:v>1.5</c:v>
                </c:pt>
                <c:pt idx="3140">
                  <c:v>1.5</c:v>
                </c:pt>
                <c:pt idx="3141">
                  <c:v>1.5</c:v>
                </c:pt>
                <c:pt idx="3142">
                  <c:v>1.5</c:v>
                </c:pt>
                <c:pt idx="3143">
                  <c:v>1.5</c:v>
                </c:pt>
                <c:pt idx="3144">
                  <c:v>1.5</c:v>
                </c:pt>
                <c:pt idx="3145">
                  <c:v>1.5</c:v>
                </c:pt>
                <c:pt idx="3146">
                  <c:v>1.5</c:v>
                </c:pt>
                <c:pt idx="3147">
                  <c:v>1.5</c:v>
                </c:pt>
                <c:pt idx="3148">
                  <c:v>1.5</c:v>
                </c:pt>
                <c:pt idx="3149">
                  <c:v>1.5</c:v>
                </c:pt>
                <c:pt idx="3150">
                  <c:v>1.5</c:v>
                </c:pt>
                <c:pt idx="3151">
                  <c:v>1.5</c:v>
                </c:pt>
                <c:pt idx="3152">
                  <c:v>1.5</c:v>
                </c:pt>
                <c:pt idx="3153">
                  <c:v>1.5</c:v>
                </c:pt>
                <c:pt idx="3154">
                  <c:v>1.5</c:v>
                </c:pt>
                <c:pt idx="3155">
                  <c:v>1.5</c:v>
                </c:pt>
                <c:pt idx="3156">
                  <c:v>1.5</c:v>
                </c:pt>
                <c:pt idx="3157">
                  <c:v>1.5</c:v>
                </c:pt>
                <c:pt idx="3158">
                  <c:v>1.5</c:v>
                </c:pt>
                <c:pt idx="3159">
                  <c:v>1.5</c:v>
                </c:pt>
                <c:pt idx="3160">
                  <c:v>1.5</c:v>
                </c:pt>
                <c:pt idx="3161">
                  <c:v>1.5</c:v>
                </c:pt>
                <c:pt idx="3162">
                  <c:v>1.5</c:v>
                </c:pt>
                <c:pt idx="3163">
                  <c:v>1.5</c:v>
                </c:pt>
                <c:pt idx="3164">
                  <c:v>1.5</c:v>
                </c:pt>
                <c:pt idx="3165">
                  <c:v>1.5</c:v>
                </c:pt>
                <c:pt idx="3166">
                  <c:v>1.5</c:v>
                </c:pt>
                <c:pt idx="3167">
                  <c:v>1.5</c:v>
                </c:pt>
                <c:pt idx="3168">
                  <c:v>1.5</c:v>
                </c:pt>
                <c:pt idx="3169">
                  <c:v>1.5</c:v>
                </c:pt>
                <c:pt idx="3170">
                  <c:v>1.5</c:v>
                </c:pt>
                <c:pt idx="3171">
                  <c:v>1.5</c:v>
                </c:pt>
                <c:pt idx="3172">
                  <c:v>1.5</c:v>
                </c:pt>
                <c:pt idx="3173">
                  <c:v>1.5</c:v>
                </c:pt>
                <c:pt idx="3174">
                  <c:v>1.5</c:v>
                </c:pt>
                <c:pt idx="3175">
                  <c:v>1.5</c:v>
                </c:pt>
                <c:pt idx="3176">
                  <c:v>1.5</c:v>
                </c:pt>
                <c:pt idx="3177">
                  <c:v>1.5</c:v>
                </c:pt>
                <c:pt idx="3178">
                  <c:v>1.5</c:v>
                </c:pt>
                <c:pt idx="3179">
                  <c:v>1.5</c:v>
                </c:pt>
                <c:pt idx="3180">
                  <c:v>1.5</c:v>
                </c:pt>
                <c:pt idx="3181">
                  <c:v>1.5</c:v>
                </c:pt>
                <c:pt idx="3182">
                  <c:v>1.5</c:v>
                </c:pt>
                <c:pt idx="3183">
                  <c:v>1.5</c:v>
                </c:pt>
                <c:pt idx="3184">
                  <c:v>1.5</c:v>
                </c:pt>
                <c:pt idx="3185">
                  <c:v>1.5</c:v>
                </c:pt>
                <c:pt idx="3186">
                  <c:v>1.5</c:v>
                </c:pt>
                <c:pt idx="3187">
                  <c:v>1.5</c:v>
                </c:pt>
                <c:pt idx="3188">
                  <c:v>1.5</c:v>
                </c:pt>
                <c:pt idx="3189">
                  <c:v>1.5</c:v>
                </c:pt>
                <c:pt idx="3190">
                  <c:v>1.5</c:v>
                </c:pt>
                <c:pt idx="3191">
                  <c:v>1.5</c:v>
                </c:pt>
                <c:pt idx="3192">
                  <c:v>1.5</c:v>
                </c:pt>
                <c:pt idx="3193">
                  <c:v>1.5</c:v>
                </c:pt>
                <c:pt idx="3194">
                  <c:v>1.5</c:v>
                </c:pt>
                <c:pt idx="3195">
                  <c:v>1.5</c:v>
                </c:pt>
                <c:pt idx="3196">
                  <c:v>1.5</c:v>
                </c:pt>
                <c:pt idx="3197">
                  <c:v>1.5</c:v>
                </c:pt>
                <c:pt idx="3198">
                  <c:v>1.5</c:v>
                </c:pt>
                <c:pt idx="3199">
                  <c:v>1.5</c:v>
                </c:pt>
                <c:pt idx="3200">
                  <c:v>1.5</c:v>
                </c:pt>
                <c:pt idx="3201">
                  <c:v>1.5</c:v>
                </c:pt>
                <c:pt idx="3202">
                  <c:v>1.5</c:v>
                </c:pt>
                <c:pt idx="3203">
                  <c:v>1.5</c:v>
                </c:pt>
                <c:pt idx="3204">
                  <c:v>1.5</c:v>
                </c:pt>
                <c:pt idx="3205">
                  <c:v>1.5</c:v>
                </c:pt>
                <c:pt idx="3206">
                  <c:v>1.5</c:v>
                </c:pt>
                <c:pt idx="3207">
                  <c:v>1.5</c:v>
                </c:pt>
                <c:pt idx="3208">
                  <c:v>1.5</c:v>
                </c:pt>
                <c:pt idx="3209">
                  <c:v>1.5</c:v>
                </c:pt>
                <c:pt idx="3210">
                  <c:v>1.5</c:v>
                </c:pt>
                <c:pt idx="3211">
                  <c:v>1.5</c:v>
                </c:pt>
                <c:pt idx="3212">
                  <c:v>1.5</c:v>
                </c:pt>
                <c:pt idx="3213">
                  <c:v>1.5</c:v>
                </c:pt>
                <c:pt idx="3214">
                  <c:v>1.5</c:v>
                </c:pt>
                <c:pt idx="3215">
                  <c:v>1.5</c:v>
                </c:pt>
                <c:pt idx="3216">
                  <c:v>1.5</c:v>
                </c:pt>
                <c:pt idx="3217">
                  <c:v>1.5</c:v>
                </c:pt>
                <c:pt idx="3218">
                  <c:v>1.5</c:v>
                </c:pt>
                <c:pt idx="3219">
                  <c:v>1.5</c:v>
                </c:pt>
                <c:pt idx="3220">
                  <c:v>1.5</c:v>
                </c:pt>
                <c:pt idx="3221">
                  <c:v>1.5</c:v>
                </c:pt>
                <c:pt idx="3222">
                  <c:v>1.5</c:v>
                </c:pt>
                <c:pt idx="3223">
                  <c:v>1.5</c:v>
                </c:pt>
                <c:pt idx="3224">
                  <c:v>1.5</c:v>
                </c:pt>
                <c:pt idx="3225">
                  <c:v>1.5</c:v>
                </c:pt>
                <c:pt idx="3226">
                  <c:v>1.5</c:v>
                </c:pt>
                <c:pt idx="3227">
                  <c:v>1.5</c:v>
                </c:pt>
                <c:pt idx="3228">
                  <c:v>1.5</c:v>
                </c:pt>
                <c:pt idx="3229">
                  <c:v>1.5</c:v>
                </c:pt>
                <c:pt idx="3230">
                  <c:v>1.5</c:v>
                </c:pt>
                <c:pt idx="3231">
                  <c:v>1.5</c:v>
                </c:pt>
                <c:pt idx="3232">
                  <c:v>1.5</c:v>
                </c:pt>
                <c:pt idx="3233">
                  <c:v>1.5</c:v>
                </c:pt>
                <c:pt idx="3234">
                  <c:v>1.5</c:v>
                </c:pt>
                <c:pt idx="3235">
                  <c:v>1.5</c:v>
                </c:pt>
                <c:pt idx="3236">
                  <c:v>1.5</c:v>
                </c:pt>
                <c:pt idx="3237">
                  <c:v>1.5</c:v>
                </c:pt>
                <c:pt idx="3238">
                  <c:v>1.5</c:v>
                </c:pt>
                <c:pt idx="3239">
                  <c:v>1.5</c:v>
                </c:pt>
                <c:pt idx="3240">
                  <c:v>1.5</c:v>
                </c:pt>
                <c:pt idx="3241">
                  <c:v>1.5</c:v>
                </c:pt>
                <c:pt idx="3242">
                  <c:v>1.5</c:v>
                </c:pt>
                <c:pt idx="3243">
                  <c:v>1.5</c:v>
                </c:pt>
                <c:pt idx="3244">
                  <c:v>1.5</c:v>
                </c:pt>
                <c:pt idx="3245">
                  <c:v>1.5</c:v>
                </c:pt>
                <c:pt idx="3246">
                  <c:v>1.5</c:v>
                </c:pt>
                <c:pt idx="3247">
                  <c:v>1.5</c:v>
                </c:pt>
                <c:pt idx="3248">
                  <c:v>1.5</c:v>
                </c:pt>
                <c:pt idx="3249">
                  <c:v>1.5</c:v>
                </c:pt>
                <c:pt idx="3250">
                  <c:v>1.5</c:v>
                </c:pt>
                <c:pt idx="3251">
                  <c:v>1.5</c:v>
                </c:pt>
                <c:pt idx="3252">
                  <c:v>1.5</c:v>
                </c:pt>
                <c:pt idx="3253">
                  <c:v>1.5</c:v>
                </c:pt>
                <c:pt idx="3254">
                  <c:v>1.5</c:v>
                </c:pt>
                <c:pt idx="3255">
                  <c:v>1.5</c:v>
                </c:pt>
                <c:pt idx="3256">
                  <c:v>1.5</c:v>
                </c:pt>
                <c:pt idx="3257">
                  <c:v>1.5</c:v>
                </c:pt>
                <c:pt idx="3258">
                  <c:v>1.5</c:v>
                </c:pt>
                <c:pt idx="3259">
                  <c:v>1.5</c:v>
                </c:pt>
                <c:pt idx="3260">
                  <c:v>1.5</c:v>
                </c:pt>
                <c:pt idx="3261">
                  <c:v>1.5</c:v>
                </c:pt>
                <c:pt idx="3262">
                  <c:v>1.5</c:v>
                </c:pt>
                <c:pt idx="3263">
                  <c:v>1.5</c:v>
                </c:pt>
                <c:pt idx="3264">
                  <c:v>1.5</c:v>
                </c:pt>
                <c:pt idx="3265">
                  <c:v>1.5</c:v>
                </c:pt>
                <c:pt idx="3266">
                  <c:v>1.5</c:v>
                </c:pt>
                <c:pt idx="3267">
                  <c:v>1.5</c:v>
                </c:pt>
                <c:pt idx="3268">
                  <c:v>1.5</c:v>
                </c:pt>
                <c:pt idx="3269">
                  <c:v>1.5</c:v>
                </c:pt>
                <c:pt idx="3270">
                  <c:v>1.5</c:v>
                </c:pt>
                <c:pt idx="3271">
                  <c:v>1.5</c:v>
                </c:pt>
                <c:pt idx="3272">
                  <c:v>1.5</c:v>
                </c:pt>
                <c:pt idx="3273">
                  <c:v>1.5</c:v>
                </c:pt>
                <c:pt idx="3274">
                  <c:v>1.5</c:v>
                </c:pt>
                <c:pt idx="3275">
                  <c:v>1.5</c:v>
                </c:pt>
                <c:pt idx="3276">
                  <c:v>1.5</c:v>
                </c:pt>
                <c:pt idx="3277">
                  <c:v>1.5</c:v>
                </c:pt>
                <c:pt idx="3278">
                  <c:v>1.5</c:v>
                </c:pt>
                <c:pt idx="3279">
                  <c:v>1.5</c:v>
                </c:pt>
                <c:pt idx="3280">
                  <c:v>1.5</c:v>
                </c:pt>
                <c:pt idx="3281">
                  <c:v>1.5</c:v>
                </c:pt>
                <c:pt idx="3282">
                  <c:v>1.5</c:v>
                </c:pt>
                <c:pt idx="3283">
                  <c:v>1.5</c:v>
                </c:pt>
                <c:pt idx="3284">
                  <c:v>1.5</c:v>
                </c:pt>
                <c:pt idx="3285">
                  <c:v>1.5</c:v>
                </c:pt>
                <c:pt idx="3286">
                  <c:v>1.5</c:v>
                </c:pt>
                <c:pt idx="3287">
                  <c:v>1.5</c:v>
                </c:pt>
                <c:pt idx="3288">
                  <c:v>1.5</c:v>
                </c:pt>
                <c:pt idx="3289">
                  <c:v>1.5</c:v>
                </c:pt>
                <c:pt idx="3290">
                  <c:v>1.5</c:v>
                </c:pt>
                <c:pt idx="3291">
                  <c:v>1.5</c:v>
                </c:pt>
                <c:pt idx="3292">
                  <c:v>1.5</c:v>
                </c:pt>
                <c:pt idx="3293">
                  <c:v>1.5</c:v>
                </c:pt>
                <c:pt idx="3294">
                  <c:v>1.5</c:v>
                </c:pt>
                <c:pt idx="3295">
                  <c:v>1.5</c:v>
                </c:pt>
                <c:pt idx="3296">
                  <c:v>1.5</c:v>
                </c:pt>
                <c:pt idx="3297">
                  <c:v>1.5</c:v>
                </c:pt>
                <c:pt idx="3298">
                  <c:v>1.5</c:v>
                </c:pt>
                <c:pt idx="3299">
                  <c:v>1.5</c:v>
                </c:pt>
                <c:pt idx="3300">
                  <c:v>1.5</c:v>
                </c:pt>
                <c:pt idx="3301">
                  <c:v>1.5</c:v>
                </c:pt>
                <c:pt idx="3302">
                  <c:v>1.5</c:v>
                </c:pt>
                <c:pt idx="3303">
                  <c:v>1.5</c:v>
                </c:pt>
                <c:pt idx="3304">
                  <c:v>1.5</c:v>
                </c:pt>
                <c:pt idx="3305">
                  <c:v>1.5</c:v>
                </c:pt>
                <c:pt idx="3306">
                  <c:v>1.5</c:v>
                </c:pt>
                <c:pt idx="3307">
                  <c:v>1.5</c:v>
                </c:pt>
                <c:pt idx="3308">
                  <c:v>1.5</c:v>
                </c:pt>
                <c:pt idx="3309">
                  <c:v>1.5</c:v>
                </c:pt>
                <c:pt idx="3310">
                  <c:v>1.5</c:v>
                </c:pt>
                <c:pt idx="3311">
                  <c:v>1.5</c:v>
                </c:pt>
                <c:pt idx="3312">
                  <c:v>1.5</c:v>
                </c:pt>
                <c:pt idx="3313">
                  <c:v>1.5</c:v>
                </c:pt>
                <c:pt idx="3314">
                  <c:v>1.5</c:v>
                </c:pt>
                <c:pt idx="3315">
                  <c:v>1.5</c:v>
                </c:pt>
                <c:pt idx="3316">
                  <c:v>1.5</c:v>
                </c:pt>
                <c:pt idx="3317">
                  <c:v>1.5</c:v>
                </c:pt>
                <c:pt idx="3318">
                  <c:v>1.5</c:v>
                </c:pt>
                <c:pt idx="3319">
                  <c:v>1.5</c:v>
                </c:pt>
                <c:pt idx="3320">
                  <c:v>1.5</c:v>
                </c:pt>
                <c:pt idx="3321">
                  <c:v>1.5</c:v>
                </c:pt>
                <c:pt idx="3322">
                  <c:v>1.5</c:v>
                </c:pt>
                <c:pt idx="3323">
                  <c:v>1.5</c:v>
                </c:pt>
                <c:pt idx="3324">
                  <c:v>1.5</c:v>
                </c:pt>
                <c:pt idx="3325">
                  <c:v>1.5</c:v>
                </c:pt>
                <c:pt idx="3326">
                  <c:v>1.5</c:v>
                </c:pt>
                <c:pt idx="3327">
                  <c:v>1.5</c:v>
                </c:pt>
                <c:pt idx="3328">
                  <c:v>1.5</c:v>
                </c:pt>
                <c:pt idx="3329">
                  <c:v>1.5</c:v>
                </c:pt>
                <c:pt idx="3330">
                  <c:v>1.5</c:v>
                </c:pt>
                <c:pt idx="3331">
                  <c:v>1.5</c:v>
                </c:pt>
                <c:pt idx="3332">
                  <c:v>1.5</c:v>
                </c:pt>
                <c:pt idx="3333">
                  <c:v>1.5</c:v>
                </c:pt>
                <c:pt idx="3334">
                  <c:v>1.5</c:v>
                </c:pt>
                <c:pt idx="3335">
                  <c:v>1.5</c:v>
                </c:pt>
                <c:pt idx="3336">
                  <c:v>1.5</c:v>
                </c:pt>
                <c:pt idx="3337">
                  <c:v>1.5</c:v>
                </c:pt>
                <c:pt idx="3338">
                  <c:v>1.5</c:v>
                </c:pt>
                <c:pt idx="3339">
                  <c:v>1.5</c:v>
                </c:pt>
                <c:pt idx="3340">
                  <c:v>1.5</c:v>
                </c:pt>
                <c:pt idx="3341">
                  <c:v>1.5</c:v>
                </c:pt>
                <c:pt idx="3342">
                  <c:v>1.5</c:v>
                </c:pt>
                <c:pt idx="3343">
                  <c:v>1.5</c:v>
                </c:pt>
                <c:pt idx="3344">
                  <c:v>1.5</c:v>
                </c:pt>
                <c:pt idx="3345">
                  <c:v>1.5</c:v>
                </c:pt>
                <c:pt idx="3346">
                  <c:v>1.5</c:v>
                </c:pt>
                <c:pt idx="3347">
                  <c:v>1.5</c:v>
                </c:pt>
                <c:pt idx="3348">
                  <c:v>1.5</c:v>
                </c:pt>
                <c:pt idx="3349">
                  <c:v>1.5</c:v>
                </c:pt>
                <c:pt idx="3350">
                  <c:v>1.5</c:v>
                </c:pt>
                <c:pt idx="3351">
                  <c:v>1.5</c:v>
                </c:pt>
                <c:pt idx="3352">
                  <c:v>1.5</c:v>
                </c:pt>
                <c:pt idx="3353">
                  <c:v>1.5</c:v>
                </c:pt>
                <c:pt idx="3354">
                  <c:v>1.5</c:v>
                </c:pt>
                <c:pt idx="3355">
                  <c:v>1.5</c:v>
                </c:pt>
                <c:pt idx="3356">
                  <c:v>1.5</c:v>
                </c:pt>
                <c:pt idx="3357">
                  <c:v>1.5</c:v>
                </c:pt>
                <c:pt idx="3358">
                  <c:v>1.5</c:v>
                </c:pt>
                <c:pt idx="3359">
                  <c:v>1.5</c:v>
                </c:pt>
                <c:pt idx="3360">
                  <c:v>1.5</c:v>
                </c:pt>
                <c:pt idx="3361">
                  <c:v>1.5</c:v>
                </c:pt>
                <c:pt idx="3362">
                  <c:v>1.5</c:v>
                </c:pt>
                <c:pt idx="3363">
                  <c:v>1.5</c:v>
                </c:pt>
                <c:pt idx="3364">
                  <c:v>1.5</c:v>
                </c:pt>
                <c:pt idx="3365">
                  <c:v>1.5</c:v>
                </c:pt>
                <c:pt idx="3366">
                  <c:v>1.5</c:v>
                </c:pt>
                <c:pt idx="3367">
                  <c:v>1.5</c:v>
                </c:pt>
                <c:pt idx="3368">
                  <c:v>1.5</c:v>
                </c:pt>
                <c:pt idx="3369">
                  <c:v>1.5</c:v>
                </c:pt>
                <c:pt idx="3370">
                  <c:v>1.5</c:v>
                </c:pt>
                <c:pt idx="3371">
                  <c:v>1.5</c:v>
                </c:pt>
                <c:pt idx="3372">
                  <c:v>1.5</c:v>
                </c:pt>
                <c:pt idx="3373">
                  <c:v>1.5</c:v>
                </c:pt>
                <c:pt idx="3374">
                  <c:v>1.5</c:v>
                </c:pt>
                <c:pt idx="3375">
                  <c:v>1.5</c:v>
                </c:pt>
                <c:pt idx="3376">
                  <c:v>1.5</c:v>
                </c:pt>
                <c:pt idx="3377">
                  <c:v>1.5</c:v>
                </c:pt>
                <c:pt idx="3378">
                  <c:v>1.5</c:v>
                </c:pt>
                <c:pt idx="3379">
                  <c:v>1.5</c:v>
                </c:pt>
                <c:pt idx="3380">
                  <c:v>1.5</c:v>
                </c:pt>
                <c:pt idx="3381">
                  <c:v>1.5</c:v>
                </c:pt>
                <c:pt idx="3382">
                  <c:v>1.5</c:v>
                </c:pt>
                <c:pt idx="3383">
                  <c:v>1.5</c:v>
                </c:pt>
                <c:pt idx="3384">
                  <c:v>1.5</c:v>
                </c:pt>
                <c:pt idx="3385">
                  <c:v>1.5</c:v>
                </c:pt>
                <c:pt idx="3386">
                  <c:v>1.5</c:v>
                </c:pt>
                <c:pt idx="3387">
                  <c:v>1.5</c:v>
                </c:pt>
                <c:pt idx="3388">
                  <c:v>1.5</c:v>
                </c:pt>
                <c:pt idx="3389">
                  <c:v>1.5</c:v>
                </c:pt>
                <c:pt idx="3390">
                  <c:v>1.5</c:v>
                </c:pt>
                <c:pt idx="3391">
                  <c:v>1.5</c:v>
                </c:pt>
                <c:pt idx="3392">
                  <c:v>1.5</c:v>
                </c:pt>
                <c:pt idx="3393">
                  <c:v>1.5</c:v>
                </c:pt>
                <c:pt idx="3394">
                  <c:v>1.5</c:v>
                </c:pt>
                <c:pt idx="3395">
                  <c:v>1.5</c:v>
                </c:pt>
                <c:pt idx="3396">
                  <c:v>1.5</c:v>
                </c:pt>
                <c:pt idx="3397">
                  <c:v>1.5</c:v>
                </c:pt>
                <c:pt idx="3398">
                  <c:v>1.5</c:v>
                </c:pt>
                <c:pt idx="3399">
                  <c:v>1.5</c:v>
                </c:pt>
                <c:pt idx="3400">
                  <c:v>1.5</c:v>
                </c:pt>
                <c:pt idx="3401">
                  <c:v>1.5</c:v>
                </c:pt>
                <c:pt idx="3402">
                  <c:v>1.5</c:v>
                </c:pt>
                <c:pt idx="3403">
                  <c:v>1.5</c:v>
                </c:pt>
                <c:pt idx="3404">
                  <c:v>1.5</c:v>
                </c:pt>
                <c:pt idx="3405">
                  <c:v>1.5</c:v>
                </c:pt>
                <c:pt idx="3406">
                  <c:v>1.5</c:v>
                </c:pt>
                <c:pt idx="3407">
                  <c:v>1.5</c:v>
                </c:pt>
                <c:pt idx="3408">
                  <c:v>1.5</c:v>
                </c:pt>
                <c:pt idx="3409">
                  <c:v>1.5</c:v>
                </c:pt>
                <c:pt idx="3410">
                  <c:v>1.5</c:v>
                </c:pt>
                <c:pt idx="3411">
                  <c:v>1.5</c:v>
                </c:pt>
                <c:pt idx="3412">
                  <c:v>1.5</c:v>
                </c:pt>
                <c:pt idx="3413">
                  <c:v>1.5</c:v>
                </c:pt>
                <c:pt idx="3414">
                  <c:v>1.5</c:v>
                </c:pt>
                <c:pt idx="3415">
                  <c:v>1.5</c:v>
                </c:pt>
                <c:pt idx="3416">
                  <c:v>1.5</c:v>
                </c:pt>
                <c:pt idx="3417">
                  <c:v>1.5</c:v>
                </c:pt>
                <c:pt idx="3418">
                  <c:v>1.5</c:v>
                </c:pt>
                <c:pt idx="3419">
                  <c:v>1.5</c:v>
                </c:pt>
                <c:pt idx="3420">
                  <c:v>1.5</c:v>
                </c:pt>
                <c:pt idx="3421">
                  <c:v>1.5</c:v>
                </c:pt>
                <c:pt idx="3422">
                  <c:v>1.5</c:v>
                </c:pt>
                <c:pt idx="3423">
                  <c:v>1.5</c:v>
                </c:pt>
                <c:pt idx="3424">
                  <c:v>1.5</c:v>
                </c:pt>
                <c:pt idx="3425">
                  <c:v>1.5</c:v>
                </c:pt>
                <c:pt idx="3426">
                  <c:v>1.5</c:v>
                </c:pt>
                <c:pt idx="3427">
                  <c:v>1.5</c:v>
                </c:pt>
                <c:pt idx="3428">
                  <c:v>1.5</c:v>
                </c:pt>
                <c:pt idx="3429">
                  <c:v>1.5</c:v>
                </c:pt>
                <c:pt idx="3430">
                  <c:v>1.5</c:v>
                </c:pt>
                <c:pt idx="3431">
                  <c:v>1.5</c:v>
                </c:pt>
                <c:pt idx="3432">
                  <c:v>1.5</c:v>
                </c:pt>
                <c:pt idx="3433">
                  <c:v>1.5</c:v>
                </c:pt>
                <c:pt idx="3434">
                  <c:v>1.5</c:v>
                </c:pt>
                <c:pt idx="3435">
                  <c:v>1.5</c:v>
                </c:pt>
                <c:pt idx="3436">
                  <c:v>1.5</c:v>
                </c:pt>
                <c:pt idx="3437">
                  <c:v>1.5</c:v>
                </c:pt>
                <c:pt idx="3438">
                  <c:v>1.5</c:v>
                </c:pt>
                <c:pt idx="3439">
                  <c:v>1.5</c:v>
                </c:pt>
                <c:pt idx="3440">
                  <c:v>1.5</c:v>
                </c:pt>
                <c:pt idx="3441">
                  <c:v>1.5</c:v>
                </c:pt>
                <c:pt idx="3442">
                  <c:v>1.5</c:v>
                </c:pt>
                <c:pt idx="3443">
                  <c:v>1.5</c:v>
                </c:pt>
                <c:pt idx="3444">
                  <c:v>1.5</c:v>
                </c:pt>
                <c:pt idx="3445">
                  <c:v>1.5</c:v>
                </c:pt>
                <c:pt idx="3446">
                  <c:v>1.5</c:v>
                </c:pt>
                <c:pt idx="3447">
                  <c:v>1.5</c:v>
                </c:pt>
                <c:pt idx="3448">
                  <c:v>1.5</c:v>
                </c:pt>
                <c:pt idx="3449">
                  <c:v>1.5</c:v>
                </c:pt>
                <c:pt idx="3450">
                  <c:v>1.5</c:v>
                </c:pt>
                <c:pt idx="3451">
                  <c:v>1.5</c:v>
                </c:pt>
                <c:pt idx="3452">
                  <c:v>1.5</c:v>
                </c:pt>
                <c:pt idx="3453">
                  <c:v>1.5</c:v>
                </c:pt>
                <c:pt idx="3454">
                  <c:v>1.5</c:v>
                </c:pt>
                <c:pt idx="3455">
                  <c:v>1.5</c:v>
                </c:pt>
                <c:pt idx="3456">
                  <c:v>1.5</c:v>
                </c:pt>
                <c:pt idx="3457">
                  <c:v>1.5</c:v>
                </c:pt>
                <c:pt idx="3458">
                  <c:v>1.5</c:v>
                </c:pt>
                <c:pt idx="3459">
                  <c:v>1.5</c:v>
                </c:pt>
                <c:pt idx="3460">
                  <c:v>1.5</c:v>
                </c:pt>
                <c:pt idx="3461">
                  <c:v>1.5</c:v>
                </c:pt>
                <c:pt idx="3462">
                  <c:v>1.5</c:v>
                </c:pt>
                <c:pt idx="3463">
                  <c:v>1.5</c:v>
                </c:pt>
                <c:pt idx="3464">
                  <c:v>1.5</c:v>
                </c:pt>
                <c:pt idx="3465">
                  <c:v>1.5</c:v>
                </c:pt>
                <c:pt idx="3466">
                  <c:v>1.5</c:v>
                </c:pt>
                <c:pt idx="3467">
                  <c:v>1.5</c:v>
                </c:pt>
                <c:pt idx="3468">
                  <c:v>1.5</c:v>
                </c:pt>
                <c:pt idx="3469">
                  <c:v>1.5</c:v>
                </c:pt>
                <c:pt idx="3470">
                  <c:v>1.5</c:v>
                </c:pt>
                <c:pt idx="3471">
                  <c:v>1.5</c:v>
                </c:pt>
                <c:pt idx="3472">
                  <c:v>1.5</c:v>
                </c:pt>
                <c:pt idx="3473">
                  <c:v>1.5</c:v>
                </c:pt>
                <c:pt idx="3474">
                  <c:v>1.5</c:v>
                </c:pt>
                <c:pt idx="3475">
                  <c:v>1.5</c:v>
                </c:pt>
                <c:pt idx="3476">
                  <c:v>1.5</c:v>
                </c:pt>
                <c:pt idx="3477">
                  <c:v>1.5</c:v>
                </c:pt>
                <c:pt idx="3478">
                  <c:v>1.5</c:v>
                </c:pt>
                <c:pt idx="3479">
                  <c:v>1.5</c:v>
                </c:pt>
                <c:pt idx="3480">
                  <c:v>1.5</c:v>
                </c:pt>
                <c:pt idx="3481">
                  <c:v>1.5</c:v>
                </c:pt>
                <c:pt idx="3482">
                  <c:v>1.5</c:v>
                </c:pt>
                <c:pt idx="3483">
                  <c:v>1.5</c:v>
                </c:pt>
                <c:pt idx="3484">
                  <c:v>1.5</c:v>
                </c:pt>
                <c:pt idx="3485">
                  <c:v>1.5</c:v>
                </c:pt>
                <c:pt idx="3486">
                  <c:v>1.5</c:v>
                </c:pt>
                <c:pt idx="3487">
                  <c:v>1.5</c:v>
                </c:pt>
                <c:pt idx="3488">
                  <c:v>1.5</c:v>
                </c:pt>
                <c:pt idx="3489">
                  <c:v>1.5</c:v>
                </c:pt>
                <c:pt idx="3490">
                  <c:v>1.5</c:v>
                </c:pt>
                <c:pt idx="3491">
                  <c:v>1.5</c:v>
                </c:pt>
                <c:pt idx="3492">
                  <c:v>1.5</c:v>
                </c:pt>
                <c:pt idx="3493">
                  <c:v>1.5</c:v>
                </c:pt>
                <c:pt idx="3494">
                  <c:v>1.5</c:v>
                </c:pt>
                <c:pt idx="3495">
                  <c:v>1.5</c:v>
                </c:pt>
                <c:pt idx="3496">
                  <c:v>1.5</c:v>
                </c:pt>
                <c:pt idx="3497">
                  <c:v>1.5</c:v>
                </c:pt>
                <c:pt idx="3498">
                  <c:v>1.5</c:v>
                </c:pt>
                <c:pt idx="3499">
                  <c:v>1.5</c:v>
                </c:pt>
                <c:pt idx="3500">
                  <c:v>1.5</c:v>
                </c:pt>
                <c:pt idx="3501">
                  <c:v>1.25</c:v>
                </c:pt>
                <c:pt idx="3502">
                  <c:v>1.25</c:v>
                </c:pt>
                <c:pt idx="3503">
                  <c:v>1.25</c:v>
                </c:pt>
                <c:pt idx="3504">
                  <c:v>1.25</c:v>
                </c:pt>
                <c:pt idx="3505">
                  <c:v>1.25</c:v>
                </c:pt>
                <c:pt idx="3506">
                  <c:v>1.25</c:v>
                </c:pt>
                <c:pt idx="3507">
                  <c:v>1.25</c:v>
                </c:pt>
                <c:pt idx="3508">
                  <c:v>1.25</c:v>
                </c:pt>
                <c:pt idx="3509">
                  <c:v>1.25</c:v>
                </c:pt>
                <c:pt idx="3510">
                  <c:v>1.25</c:v>
                </c:pt>
                <c:pt idx="3511">
                  <c:v>1.25</c:v>
                </c:pt>
                <c:pt idx="3512">
                  <c:v>1.25</c:v>
                </c:pt>
                <c:pt idx="3513">
                  <c:v>1.25</c:v>
                </c:pt>
                <c:pt idx="3514">
                  <c:v>1.25</c:v>
                </c:pt>
                <c:pt idx="3515">
                  <c:v>1.25</c:v>
                </c:pt>
                <c:pt idx="3516">
                  <c:v>1.25</c:v>
                </c:pt>
                <c:pt idx="3517">
                  <c:v>1.25</c:v>
                </c:pt>
                <c:pt idx="3518">
                  <c:v>1.25</c:v>
                </c:pt>
                <c:pt idx="3519">
                  <c:v>1.25</c:v>
                </c:pt>
                <c:pt idx="3520">
                  <c:v>1.25</c:v>
                </c:pt>
                <c:pt idx="3521">
                  <c:v>1</c:v>
                </c:pt>
                <c:pt idx="3522">
                  <c:v>1</c:v>
                </c:pt>
                <c:pt idx="3523">
                  <c:v>1</c:v>
                </c:pt>
                <c:pt idx="3524">
                  <c:v>1</c:v>
                </c:pt>
                <c:pt idx="3525">
                  <c:v>1</c:v>
                </c:pt>
                <c:pt idx="3526">
                  <c:v>1</c:v>
                </c:pt>
                <c:pt idx="3527">
                  <c:v>1</c:v>
                </c:pt>
                <c:pt idx="3528">
                  <c:v>1</c:v>
                </c:pt>
                <c:pt idx="3529">
                  <c:v>1</c:v>
                </c:pt>
                <c:pt idx="3530">
                  <c:v>1</c:v>
                </c:pt>
                <c:pt idx="3531">
                  <c:v>1</c:v>
                </c:pt>
                <c:pt idx="3532">
                  <c:v>1</c:v>
                </c:pt>
                <c:pt idx="3533">
                  <c:v>1</c:v>
                </c:pt>
                <c:pt idx="3534">
                  <c:v>1</c:v>
                </c:pt>
                <c:pt idx="3535">
                  <c:v>1</c:v>
                </c:pt>
                <c:pt idx="3536">
                  <c:v>1</c:v>
                </c:pt>
                <c:pt idx="3537">
                  <c:v>1</c:v>
                </c:pt>
                <c:pt idx="3538">
                  <c:v>1</c:v>
                </c:pt>
                <c:pt idx="3539">
                  <c:v>1</c:v>
                </c:pt>
                <c:pt idx="3540">
                  <c:v>1</c:v>
                </c:pt>
                <c:pt idx="3541">
                  <c:v>1</c:v>
                </c:pt>
                <c:pt idx="3542">
                  <c:v>1</c:v>
                </c:pt>
                <c:pt idx="3543">
                  <c:v>1</c:v>
                </c:pt>
                <c:pt idx="3544">
                  <c:v>1</c:v>
                </c:pt>
                <c:pt idx="3545">
                  <c:v>1</c:v>
                </c:pt>
                <c:pt idx="3546">
                  <c:v>1</c:v>
                </c:pt>
                <c:pt idx="3547">
                  <c:v>1</c:v>
                </c:pt>
                <c:pt idx="3548">
                  <c:v>1</c:v>
                </c:pt>
                <c:pt idx="3549">
                  <c:v>1</c:v>
                </c:pt>
                <c:pt idx="3550">
                  <c:v>1</c:v>
                </c:pt>
                <c:pt idx="3551">
                  <c:v>1</c:v>
                </c:pt>
                <c:pt idx="3552">
                  <c:v>1</c:v>
                </c:pt>
                <c:pt idx="3553">
                  <c:v>1</c:v>
                </c:pt>
                <c:pt idx="3554">
                  <c:v>1</c:v>
                </c:pt>
                <c:pt idx="3555">
                  <c:v>1</c:v>
                </c:pt>
                <c:pt idx="3556">
                  <c:v>1</c:v>
                </c:pt>
                <c:pt idx="3557">
                  <c:v>1</c:v>
                </c:pt>
                <c:pt idx="3558">
                  <c:v>1</c:v>
                </c:pt>
                <c:pt idx="3559">
                  <c:v>1</c:v>
                </c:pt>
                <c:pt idx="3560">
                  <c:v>1</c:v>
                </c:pt>
                <c:pt idx="3561">
                  <c:v>1</c:v>
                </c:pt>
                <c:pt idx="3562">
                  <c:v>1</c:v>
                </c:pt>
                <c:pt idx="3563">
                  <c:v>1</c:v>
                </c:pt>
                <c:pt idx="3564">
                  <c:v>1</c:v>
                </c:pt>
                <c:pt idx="3565">
                  <c:v>1</c:v>
                </c:pt>
                <c:pt idx="3566">
                  <c:v>1</c:v>
                </c:pt>
                <c:pt idx="3567">
                  <c:v>1</c:v>
                </c:pt>
                <c:pt idx="3568">
                  <c:v>1</c:v>
                </c:pt>
                <c:pt idx="3569">
                  <c:v>1</c:v>
                </c:pt>
                <c:pt idx="3570">
                  <c:v>1</c:v>
                </c:pt>
                <c:pt idx="3571">
                  <c:v>1</c:v>
                </c:pt>
                <c:pt idx="3572">
                  <c:v>1</c:v>
                </c:pt>
                <c:pt idx="3573">
                  <c:v>1</c:v>
                </c:pt>
                <c:pt idx="3574">
                  <c:v>1</c:v>
                </c:pt>
                <c:pt idx="3575">
                  <c:v>1</c:v>
                </c:pt>
                <c:pt idx="3576">
                  <c:v>1</c:v>
                </c:pt>
                <c:pt idx="3577">
                  <c:v>1</c:v>
                </c:pt>
                <c:pt idx="3578">
                  <c:v>1</c:v>
                </c:pt>
                <c:pt idx="3579">
                  <c:v>1</c:v>
                </c:pt>
                <c:pt idx="3580">
                  <c:v>1</c:v>
                </c:pt>
                <c:pt idx="3581">
                  <c:v>1</c:v>
                </c:pt>
                <c:pt idx="3582">
                  <c:v>1</c:v>
                </c:pt>
                <c:pt idx="3583">
                  <c:v>1</c:v>
                </c:pt>
                <c:pt idx="3584">
                  <c:v>1</c:v>
                </c:pt>
                <c:pt idx="3585">
                  <c:v>1</c:v>
                </c:pt>
                <c:pt idx="3586">
                  <c:v>0.75</c:v>
                </c:pt>
                <c:pt idx="3587">
                  <c:v>0.75</c:v>
                </c:pt>
                <c:pt idx="3588">
                  <c:v>0.75</c:v>
                </c:pt>
                <c:pt idx="3589">
                  <c:v>0.75</c:v>
                </c:pt>
                <c:pt idx="3590">
                  <c:v>0.75</c:v>
                </c:pt>
                <c:pt idx="3591">
                  <c:v>0.75</c:v>
                </c:pt>
                <c:pt idx="3592">
                  <c:v>0.75</c:v>
                </c:pt>
                <c:pt idx="3593">
                  <c:v>0.75</c:v>
                </c:pt>
                <c:pt idx="3594">
                  <c:v>0.75</c:v>
                </c:pt>
                <c:pt idx="3595">
                  <c:v>0.75</c:v>
                </c:pt>
                <c:pt idx="3596">
                  <c:v>0.75</c:v>
                </c:pt>
                <c:pt idx="3597">
                  <c:v>0.75</c:v>
                </c:pt>
                <c:pt idx="3598">
                  <c:v>0.75</c:v>
                </c:pt>
                <c:pt idx="3599">
                  <c:v>0.75</c:v>
                </c:pt>
                <c:pt idx="3600">
                  <c:v>0.75</c:v>
                </c:pt>
                <c:pt idx="3601">
                  <c:v>0.75</c:v>
                </c:pt>
                <c:pt idx="3602">
                  <c:v>0.75</c:v>
                </c:pt>
                <c:pt idx="3603">
                  <c:v>0.75</c:v>
                </c:pt>
                <c:pt idx="3604">
                  <c:v>0.75</c:v>
                </c:pt>
                <c:pt idx="3605">
                  <c:v>0.75</c:v>
                </c:pt>
                <c:pt idx="3606">
                  <c:v>0.75</c:v>
                </c:pt>
                <c:pt idx="3607">
                  <c:v>0.75</c:v>
                </c:pt>
                <c:pt idx="3608">
                  <c:v>0.75</c:v>
                </c:pt>
                <c:pt idx="3609">
                  <c:v>0.75</c:v>
                </c:pt>
                <c:pt idx="3610">
                  <c:v>0.75</c:v>
                </c:pt>
                <c:pt idx="3611">
                  <c:v>0.75</c:v>
                </c:pt>
                <c:pt idx="3612">
                  <c:v>0.75</c:v>
                </c:pt>
                <c:pt idx="3613">
                  <c:v>0.75</c:v>
                </c:pt>
                <c:pt idx="3614">
                  <c:v>0.75</c:v>
                </c:pt>
                <c:pt idx="3615">
                  <c:v>0.75</c:v>
                </c:pt>
                <c:pt idx="3616">
                  <c:v>0.75</c:v>
                </c:pt>
                <c:pt idx="3617">
                  <c:v>0.75</c:v>
                </c:pt>
                <c:pt idx="3618">
                  <c:v>0.75</c:v>
                </c:pt>
                <c:pt idx="3619">
                  <c:v>0.75</c:v>
                </c:pt>
                <c:pt idx="3620">
                  <c:v>0.75</c:v>
                </c:pt>
                <c:pt idx="3621">
                  <c:v>0.75</c:v>
                </c:pt>
                <c:pt idx="3622">
                  <c:v>0.75</c:v>
                </c:pt>
                <c:pt idx="3623">
                  <c:v>0.75</c:v>
                </c:pt>
                <c:pt idx="3624">
                  <c:v>0.75</c:v>
                </c:pt>
                <c:pt idx="3625">
                  <c:v>0.75</c:v>
                </c:pt>
                <c:pt idx="3626">
                  <c:v>0.75</c:v>
                </c:pt>
                <c:pt idx="3627">
                  <c:v>0.75</c:v>
                </c:pt>
                <c:pt idx="3628">
                  <c:v>0.75</c:v>
                </c:pt>
                <c:pt idx="3629">
                  <c:v>0.75</c:v>
                </c:pt>
                <c:pt idx="3630">
                  <c:v>0.75</c:v>
                </c:pt>
                <c:pt idx="3631">
                  <c:v>0.75</c:v>
                </c:pt>
                <c:pt idx="3632">
                  <c:v>0.75</c:v>
                </c:pt>
                <c:pt idx="3633">
                  <c:v>0.75</c:v>
                </c:pt>
                <c:pt idx="3634">
                  <c:v>0.75</c:v>
                </c:pt>
                <c:pt idx="3635">
                  <c:v>0.75</c:v>
                </c:pt>
                <c:pt idx="3636">
                  <c:v>0.75</c:v>
                </c:pt>
                <c:pt idx="3637">
                  <c:v>0.75</c:v>
                </c:pt>
                <c:pt idx="3638">
                  <c:v>0.75</c:v>
                </c:pt>
                <c:pt idx="3639">
                  <c:v>0.75</c:v>
                </c:pt>
                <c:pt idx="3640">
                  <c:v>0.75</c:v>
                </c:pt>
                <c:pt idx="3641">
                  <c:v>0.75</c:v>
                </c:pt>
                <c:pt idx="3642">
                  <c:v>0.75</c:v>
                </c:pt>
                <c:pt idx="3643">
                  <c:v>0.75</c:v>
                </c:pt>
                <c:pt idx="3644">
                  <c:v>0.75</c:v>
                </c:pt>
                <c:pt idx="3645">
                  <c:v>0.75</c:v>
                </c:pt>
                <c:pt idx="3646">
                  <c:v>0.75</c:v>
                </c:pt>
                <c:pt idx="3647">
                  <c:v>0.75</c:v>
                </c:pt>
                <c:pt idx="3648">
                  <c:v>0.75</c:v>
                </c:pt>
                <c:pt idx="3649">
                  <c:v>0.75</c:v>
                </c:pt>
                <c:pt idx="3650">
                  <c:v>0.75</c:v>
                </c:pt>
                <c:pt idx="3651">
                  <c:v>0.75</c:v>
                </c:pt>
                <c:pt idx="3652">
                  <c:v>0.75</c:v>
                </c:pt>
                <c:pt idx="3653">
                  <c:v>0.75</c:v>
                </c:pt>
                <c:pt idx="3654">
                  <c:v>0.75</c:v>
                </c:pt>
                <c:pt idx="3655">
                  <c:v>0.75</c:v>
                </c:pt>
                <c:pt idx="3656">
                  <c:v>0.75</c:v>
                </c:pt>
                <c:pt idx="3657">
                  <c:v>0.75</c:v>
                </c:pt>
                <c:pt idx="3658">
                  <c:v>0.75</c:v>
                </c:pt>
                <c:pt idx="3659">
                  <c:v>0.75</c:v>
                </c:pt>
                <c:pt idx="3660">
                  <c:v>0.75</c:v>
                </c:pt>
                <c:pt idx="3661">
                  <c:v>0.75</c:v>
                </c:pt>
                <c:pt idx="3662">
                  <c:v>0.75</c:v>
                </c:pt>
                <c:pt idx="3663">
                  <c:v>0.75</c:v>
                </c:pt>
                <c:pt idx="3664">
                  <c:v>0.75</c:v>
                </c:pt>
                <c:pt idx="3665">
                  <c:v>0.75</c:v>
                </c:pt>
                <c:pt idx="3666">
                  <c:v>0.75</c:v>
                </c:pt>
                <c:pt idx="3667">
                  <c:v>0.75</c:v>
                </c:pt>
                <c:pt idx="3668">
                  <c:v>0.75</c:v>
                </c:pt>
                <c:pt idx="3669">
                  <c:v>0.75</c:v>
                </c:pt>
                <c:pt idx="3670">
                  <c:v>0.75</c:v>
                </c:pt>
                <c:pt idx="3671">
                  <c:v>0.75</c:v>
                </c:pt>
                <c:pt idx="3672">
                  <c:v>0.75</c:v>
                </c:pt>
                <c:pt idx="3673">
                  <c:v>0.75</c:v>
                </c:pt>
                <c:pt idx="3674">
                  <c:v>0.75</c:v>
                </c:pt>
                <c:pt idx="3675">
                  <c:v>0.75</c:v>
                </c:pt>
                <c:pt idx="3676">
                  <c:v>0.75</c:v>
                </c:pt>
                <c:pt idx="3677">
                  <c:v>0.75</c:v>
                </c:pt>
                <c:pt idx="3678">
                  <c:v>0.75</c:v>
                </c:pt>
                <c:pt idx="3679">
                  <c:v>0.75</c:v>
                </c:pt>
                <c:pt idx="3680">
                  <c:v>0.75</c:v>
                </c:pt>
                <c:pt idx="3681">
                  <c:v>0.75</c:v>
                </c:pt>
                <c:pt idx="3682">
                  <c:v>0.75</c:v>
                </c:pt>
                <c:pt idx="3683">
                  <c:v>0.75</c:v>
                </c:pt>
                <c:pt idx="3684">
                  <c:v>0.75</c:v>
                </c:pt>
                <c:pt idx="3685">
                  <c:v>0.75</c:v>
                </c:pt>
                <c:pt idx="3686">
                  <c:v>0.75</c:v>
                </c:pt>
                <c:pt idx="3687">
                  <c:v>0.75</c:v>
                </c:pt>
                <c:pt idx="3688">
                  <c:v>0.75</c:v>
                </c:pt>
                <c:pt idx="3689">
                  <c:v>0.75</c:v>
                </c:pt>
                <c:pt idx="3690">
                  <c:v>0.75</c:v>
                </c:pt>
                <c:pt idx="3691">
                  <c:v>0.75</c:v>
                </c:pt>
                <c:pt idx="3692">
                  <c:v>0.75</c:v>
                </c:pt>
                <c:pt idx="3693">
                  <c:v>0.75</c:v>
                </c:pt>
                <c:pt idx="3694">
                  <c:v>0.75</c:v>
                </c:pt>
                <c:pt idx="3695">
                  <c:v>0.75</c:v>
                </c:pt>
                <c:pt idx="3696">
                  <c:v>0.5</c:v>
                </c:pt>
                <c:pt idx="3697">
                  <c:v>0.5</c:v>
                </c:pt>
                <c:pt idx="3698">
                  <c:v>0.5</c:v>
                </c:pt>
                <c:pt idx="3699">
                  <c:v>0.5</c:v>
                </c:pt>
                <c:pt idx="3700">
                  <c:v>0.5</c:v>
                </c:pt>
                <c:pt idx="3701">
                  <c:v>0.5</c:v>
                </c:pt>
                <c:pt idx="3702">
                  <c:v>0.5</c:v>
                </c:pt>
                <c:pt idx="3703">
                  <c:v>0.5</c:v>
                </c:pt>
                <c:pt idx="3704">
                  <c:v>0.5</c:v>
                </c:pt>
                <c:pt idx="3705">
                  <c:v>0.5</c:v>
                </c:pt>
                <c:pt idx="3706">
                  <c:v>0.5</c:v>
                </c:pt>
                <c:pt idx="3707">
                  <c:v>0.5</c:v>
                </c:pt>
                <c:pt idx="3708">
                  <c:v>0.25</c:v>
                </c:pt>
                <c:pt idx="3709">
                  <c:v>0.25</c:v>
                </c:pt>
                <c:pt idx="3710">
                  <c:v>0.25</c:v>
                </c:pt>
                <c:pt idx="3711">
                  <c:v>0.25</c:v>
                </c:pt>
                <c:pt idx="3712">
                  <c:v>0.25</c:v>
                </c:pt>
                <c:pt idx="3713">
                  <c:v>0.25</c:v>
                </c:pt>
                <c:pt idx="3714">
                  <c:v>0.25</c:v>
                </c:pt>
                <c:pt idx="3715">
                  <c:v>0.25</c:v>
                </c:pt>
                <c:pt idx="3716">
                  <c:v>0.25</c:v>
                </c:pt>
                <c:pt idx="3717">
                  <c:v>0.25</c:v>
                </c:pt>
                <c:pt idx="3718">
                  <c:v>0.25</c:v>
                </c:pt>
                <c:pt idx="3719">
                  <c:v>0.25</c:v>
                </c:pt>
                <c:pt idx="3720">
                  <c:v>0.25</c:v>
                </c:pt>
                <c:pt idx="3721">
                  <c:v>0.25</c:v>
                </c:pt>
                <c:pt idx="3722">
                  <c:v>0.25</c:v>
                </c:pt>
                <c:pt idx="3723">
                  <c:v>0.25</c:v>
                </c:pt>
                <c:pt idx="3724">
                  <c:v>0.25</c:v>
                </c:pt>
                <c:pt idx="3725">
                  <c:v>0.25</c:v>
                </c:pt>
                <c:pt idx="3726">
                  <c:v>0.25</c:v>
                </c:pt>
                <c:pt idx="3727">
                  <c:v>0.25</c:v>
                </c:pt>
                <c:pt idx="3728">
                  <c:v>0.25</c:v>
                </c:pt>
                <c:pt idx="3729">
                  <c:v>0.25</c:v>
                </c:pt>
                <c:pt idx="3730">
                  <c:v>0.25</c:v>
                </c:pt>
                <c:pt idx="3731">
                  <c:v>0.25</c:v>
                </c:pt>
                <c:pt idx="3732">
                  <c:v>0.25</c:v>
                </c:pt>
                <c:pt idx="3733">
                  <c:v>0.25</c:v>
                </c:pt>
                <c:pt idx="3734">
                  <c:v>0.25</c:v>
                </c:pt>
                <c:pt idx="3735">
                  <c:v>0.25</c:v>
                </c:pt>
                <c:pt idx="3736">
                  <c:v>0.25</c:v>
                </c:pt>
                <c:pt idx="3737">
                  <c:v>0.25</c:v>
                </c:pt>
                <c:pt idx="3738">
                  <c:v>0.25</c:v>
                </c:pt>
                <c:pt idx="3739">
                  <c:v>0.25</c:v>
                </c:pt>
                <c:pt idx="3740">
                  <c:v>0.25</c:v>
                </c:pt>
                <c:pt idx="3741">
                  <c:v>0.25</c:v>
                </c:pt>
                <c:pt idx="3742">
                  <c:v>0.25</c:v>
                </c:pt>
                <c:pt idx="3743">
                  <c:v>0.25</c:v>
                </c:pt>
                <c:pt idx="3744">
                  <c:v>0.25</c:v>
                </c:pt>
                <c:pt idx="3745">
                  <c:v>0.25</c:v>
                </c:pt>
                <c:pt idx="3746">
                  <c:v>0.25</c:v>
                </c:pt>
                <c:pt idx="3747">
                  <c:v>0.25</c:v>
                </c:pt>
                <c:pt idx="3748">
                  <c:v>0.25</c:v>
                </c:pt>
                <c:pt idx="3749">
                  <c:v>0.25</c:v>
                </c:pt>
                <c:pt idx="3750">
                  <c:v>0.25</c:v>
                </c:pt>
                <c:pt idx="3751">
                  <c:v>0.25</c:v>
                </c:pt>
                <c:pt idx="3752">
                  <c:v>0.25</c:v>
                </c:pt>
                <c:pt idx="3753">
                  <c:v>0.25</c:v>
                </c:pt>
                <c:pt idx="3754">
                  <c:v>0.25</c:v>
                </c:pt>
                <c:pt idx="3755">
                  <c:v>0.25</c:v>
                </c:pt>
                <c:pt idx="3756">
                  <c:v>0.25</c:v>
                </c:pt>
                <c:pt idx="3757">
                  <c:v>0.25</c:v>
                </c:pt>
                <c:pt idx="3758">
                  <c:v>0.25</c:v>
                </c:pt>
                <c:pt idx="3759">
                  <c:v>0.25</c:v>
                </c:pt>
                <c:pt idx="3760">
                  <c:v>0.25</c:v>
                </c:pt>
                <c:pt idx="3761">
                  <c:v>0.25</c:v>
                </c:pt>
                <c:pt idx="3762">
                  <c:v>0.25</c:v>
                </c:pt>
                <c:pt idx="3763">
                  <c:v>0.25</c:v>
                </c:pt>
                <c:pt idx="3764">
                  <c:v>0.25</c:v>
                </c:pt>
                <c:pt idx="3765">
                  <c:v>0.25</c:v>
                </c:pt>
                <c:pt idx="3766">
                  <c:v>0.25</c:v>
                </c:pt>
                <c:pt idx="3767">
                  <c:v>0.25</c:v>
                </c:pt>
                <c:pt idx="3768">
                  <c:v>0.25</c:v>
                </c:pt>
                <c:pt idx="3769">
                  <c:v>0.25</c:v>
                </c:pt>
                <c:pt idx="3770">
                  <c:v>0.25</c:v>
                </c:pt>
                <c:pt idx="3771">
                  <c:v>0.25</c:v>
                </c:pt>
                <c:pt idx="3772">
                  <c:v>0.25</c:v>
                </c:pt>
                <c:pt idx="3773">
                  <c:v>0.25</c:v>
                </c:pt>
                <c:pt idx="3774">
                  <c:v>0.25</c:v>
                </c:pt>
                <c:pt idx="3775">
                  <c:v>0.25</c:v>
                </c:pt>
                <c:pt idx="3776">
                  <c:v>0.25</c:v>
                </c:pt>
                <c:pt idx="3777">
                  <c:v>0.25</c:v>
                </c:pt>
                <c:pt idx="3778">
                  <c:v>0.25</c:v>
                </c:pt>
                <c:pt idx="3779">
                  <c:v>0.25</c:v>
                </c:pt>
                <c:pt idx="3780">
                  <c:v>0.25</c:v>
                </c:pt>
                <c:pt idx="3781">
                  <c:v>0.25</c:v>
                </c:pt>
                <c:pt idx="3782">
                  <c:v>0.25</c:v>
                </c:pt>
                <c:pt idx="3783">
                  <c:v>0.25</c:v>
                </c:pt>
                <c:pt idx="3784">
                  <c:v>0.25</c:v>
                </c:pt>
                <c:pt idx="3785">
                  <c:v>0.25</c:v>
                </c:pt>
                <c:pt idx="3786">
                  <c:v>0.25</c:v>
                </c:pt>
                <c:pt idx="3787">
                  <c:v>0.25</c:v>
                </c:pt>
                <c:pt idx="3788">
                  <c:v>0.25</c:v>
                </c:pt>
                <c:pt idx="3789">
                  <c:v>0.25</c:v>
                </c:pt>
                <c:pt idx="3790">
                  <c:v>0.25</c:v>
                </c:pt>
                <c:pt idx="3791">
                  <c:v>0.25</c:v>
                </c:pt>
                <c:pt idx="3792">
                  <c:v>0.25</c:v>
                </c:pt>
                <c:pt idx="3793">
                  <c:v>0.25</c:v>
                </c:pt>
                <c:pt idx="3794">
                  <c:v>0.25</c:v>
                </c:pt>
                <c:pt idx="3795">
                  <c:v>0.25</c:v>
                </c:pt>
                <c:pt idx="3796">
                  <c:v>0.25</c:v>
                </c:pt>
                <c:pt idx="3797">
                  <c:v>0.25</c:v>
                </c:pt>
                <c:pt idx="3798">
                  <c:v>0.25</c:v>
                </c:pt>
                <c:pt idx="3799">
                  <c:v>0.25</c:v>
                </c:pt>
                <c:pt idx="3800">
                  <c:v>0.25</c:v>
                </c:pt>
                <c:pt idx="3801">
                  <c:v>0.25</c:v>
                </c:pt>
                <c:pt idx="3802">
                  <c:v>0.25</c:v>
                </c:pt>
                <c:pt idx="3803">
                  <c:v>0.25</c:v>
                </c:pt>
                <c:pt idx="3804">
                  <c:v>0.25</c:v>
                </c:pt>
                <c:pt idx="3805">
                  <c:v>0.25</c:v>
                </c:pt>
                <c:pt idx="3806">
                  <c:v>0.25</c:v>
                </c:pt>
                <c:pt idx="3807">
                  <c:v>0.25</c:v>
                </c:pt>
                <c:pt idx="3808">
                  <c:v>0.25</c:v>
                </c:pt>
                <c:pt idx="3809">
                  <c:v>0.25</c:v>
                </c:pt>
                <c:pt idx="3810">
                  <c:v>0.25</c:v>
                </c:pt>
                <c:pt idx="3811">
                  <c:v>0.25</c:v>
                </c:pt>
                <c:pt idx="3812">
                  <c:v>0.25</c:v>
                </c:pt>
                <c:pt idx="3813">
                  <c:v>0.25</c:v>
                </c:pt>
                <c:pt idx="3814">
                  <c:v>0.25</c:v>
                </c:pt>
                <c:pt idx="3815">
                  <c:v>0.25</c:v>
                </c:pt>
                <c:pt idx="3816">
                  <c:v>0.25</c:v>
                </c:pt>
                <c:pt idx="3817">
                  <c:v>0.25</c:v>
                </c:pt>
                <c:pt idx="3818">
                  <c:v>0.25</c:v>
                </c:pt>
                <c:pt idx="3819">
                  <c:v>0.25</c:v>
                </c:pt>
                <c:pt idx="3820">
                  <c:v>0.25</c:v>
                </c:pt>
                <c:pt idx="3821">
                  <c:v>0.25</c:v>
                </c:pt>
                <c:pt idx="3822">
                  <c:v>0.25</c:v>
                </c:pt>
                <c:pt idx="3823">
                  <c:v>0.25</c:v>
                </c:pt>
                <c:pt idx="3824">
                  <c:v>0.25</c:v>
                </c:pt>
                <c:pt idx="3825">
                  <c:v>0.25</c:v>
                </c:pt>
                <c:pt idx="3826">
                  <c:v>0.25</c:v>
                </c:pt>
                <c:pt idx="3827">
                  <c:v>0.25</c:v>
                </c:pt>
                <c:pt idx="3828">
                  <c:v>0.25</c:v>
                </c:pt>
                <c:pt idx="3829">
                  <c:v>0.25</c:v>
                </c:pt>
                <c:pt idx="3830">
                  <c:v>0.25</c:v>
                </c:pt>
                <c:pt idx="3831">
                  <c:v>0.25</c:v>
                </c:pt>
                <c:pt idx="3832">
                  <c:v>0.25</c:v>
                </c:pt>
                <c:pt idx="3833">
                  <c:v>0.25</c:v>
                </c:pt>
                <c:pt idx="3834">
                  <c:v>0.25</c:v>
                </c:pt>
                <c:pt idx="3835">
                  <c:v>0.25</c:v>
                </c:pt>
                <c:pt idx="3836">
                  <c:v>0.25</c:v>
                </c:pt>
                <c:pt idx="3837">
                  <c:v>0.25</c:v>
                </c:pt>
                <c:pt idx="3838">
                  <c:v>0.25</c:v>
                </c:pt>
                <c:pt idx="3839">
                  <c:v>0.25</c:v>
                </c:pt>
                <c:pt idx="3840">
                  <c:v>0.25</c:v>
                </c:pt>
                <c:pt idx="3841">
                  <c:v>0.25</c:v>
                </c:pt>
                <c:pt idx="3842">
                  <c:v>0.25</c:v>
                </c:pt>
                <c:pt idx="3843">
                  <c:v>0.25</c:v>
                </c:pt>
                <c:pt idx="3844">
                  <c:v>0.25</c:v>
                </c:pt>
                <c:pt idx="3845">
                  <c:v>0.25</c:v>
                </c:pt>
                <c:pt idx="3846">
                  <c:v>0.25</c:v>
                </c:pt>
                <c:pt idx="3847">
                  <c:v>0.25</c:v>
                </c:pt>
                <c:pt idx="3848">
                  <c:v>0.25</c:v>
                </c:pt>
                <c:pt idx="3849">
                  <c:v>0.25</c:v>
                </c:pt>
                <c:pt idx="3850">
                  <c:v>0.25</c:v>
                </c:pt>
                <c:pt idx="3851">
                  <c:v>0.25</c:v>
                </c:pt>
                <c:pt idx="3852">
                  <c:v>0.25</c:v>
                </c:pt>
                <c:pt idx="3853">
                  <c:v>0.25</c:v>
                </c:pt>
                <c:pt idx="3854">
                  <c:v>0.25</c:v>
                </c:pt>
                <c:pt idx="3855">
                  <c:v>0.25</c:v>
                </c:pt>
                <c:pt idx="3856">
                  <c:v>0.25</c:v>
                </c:pt>
                <c:pt idx="3857">
                  <c:v>0.25</c:v>
                </c:pt>
                <c:pt idx="3858">
                  <c:v>0.25</c:v>
                </c:pt>
                <c:pt idx="3859">
                  <c:v>0.25</c:v>
                </c:pt>
                <c:pt idx="3860">
                  <c:v>0.25</c:v>
                </c:pt>
                <c:pt idx="3861">
                  <c:v>0.25</c:v>
                </c:pt>
                <c:pt idx="3862">
                  <c:v>0.25</c:v>
                </c:pt>
                <c:pt idx="3863">
                  <c:v>0.25</c:v>
                </c:pt>
                <c:pt idx="3864">
                  <c:v>0.25</c:v>
                </c:pt>
                <c:pt idx="3865">
                  <c:v>0.25</c:v>
                </c:pt>
                <c:pt idx="3866">
                  <c:v>0.25</c:v>
                </c:pt>
                <c:pt idx="3867">
                  <c:v>0.25</c:v>
                </c:pt>
                <c:pt idx="3868">
                  <c:v>0.25</c:v>
                </c:pt>
                <c:pt idx="3869">
                  <c:v>0.25</c:v>
                </c:pt>
                <c:pt idx="3870">
                  <c:v>0.25</c:v>
                </c:pt>
                <c:pt idx="3871">
                  <c:v>0.1</c:v>
                </c:pt>
                <c:pt idx="3872">
                  <c:v>0.1</c:v>
                </c:pt>
                <c:pt idx="3873">
                  <c:v>0.1</c:v>
                </c:pt>
                <c:pt idx="3874">
                  <c:v>0.1</c:v>
                </c:pt>
                <c:pt idx="3875">
                  <c:v>0.1</c:v>
                </c:pt>
                <c:pt idx="3876">
                  <c:v>0.1</c:v>
                </c:pt>
                <c:pt idx="3877">
                  <c:v>0.1</c:v>
                </c:pt>
                <c:pt idx="3878">
                  <c:v>0.1</c:v>
                </c:pt>
                <c:pt idx="3879">
                  <c:v>0.1</c:v>
                </c:pt>
                <c:pt idx="3880">
                  <c:v>0.1</c:v>
                </c:pt>
                <c:pt idx="3881">
                  <c:v>0.1</c:v>
                </c:pt>
                <c:pt idx="3882">
                  <c:v>0.1</c:v>
                </c:pt>
                <c:pt idx="3883">
                  <c:v>0.1</c:v>
                </c:pt>
                <c:pt idx="3884">
                  <c:v>0.1</c:v>
                </c:pt>
                <c:pt idx="3885">
                  <c:v>0.1</c:v>
                </c:pt>
                <c:pt idx="3886">
                  <c:v>0.1</c:v>
                </c:pt>
                <c:pt idx="3887">
                  <c:v>0.1</c:v>
                </c:pt>
                <c:pt idx="3888">
                  <c:v>0.1</c:v>
                </c:pt>
                <c:pt idx="3889">
                  <c:v>0.1</c:v>
                </c:pt>
                <c:pt idx="3890">
                  <c:v>0.1</c:v>
                </c:pt>
                <c:pt idx="3891">
                  <c:v>0.1</c:v>
                </c:pt>
                <c:pt idx="3892">
                  <c:v>0.1</c:v>
                </c:pt>
                <c:pt idx="3893">
                  <c:v>0.1</c:v>
                </c:pt>
                <c:pt idx="3894">
                  <c:v>0.1</c:v>
                </c:pt>
                <c:pt idx="3895">
                  <c:v>0.1</c:v>
                </c:pt>
                <c:pt idx="3896">
                  <c:v>0.1</c:v>
                </c:pt>
                <c:pt idx="3897">
                  <c:v>0.1</c:v>
                </c:pt>
                <c:pt idx="3898">
                  <c:v>0.1</c:v>
                </c:pt>
                <c:pt idx="3899">
                  <c:v>0.1</c:v>
                </c:pt>
                <c:pt idx="3900">
                  <c:v>0.1</c:v>
                </c:pt>
                <c:pt idx="3901">
                  <c:v>0.1</c:v>
                </c:pt>
                <c:pt idx="3902">
                  <c:v>0.1</c:v>
                </c:pt>
                <c:pt idx="3903">
                  <c:v>0.1</c:v>
                </c:pt>
                <c:pt idx="3904">
                  <c:v>0.1</c:v>
                </c:pt>
                <c:pt idx="3905">
                  <c:v>0.1</c:v>
                </c:pt>
                <c:pt idx="3906">
                  <c:v>0.1</c:v>
                </c:pt>
                <c:pt idx="3907">
                  <c:v>0.1</c:v>
                </c:pt>
                <c:pt idx="3908">
                  <c:v>0.1</c:v>
                </c:pt>
                <c:pt idx="3909">
                  <c:v>0.1</c:v>
                </c:pt>
                <c:pt idx="3910">
                  <c:v>0.1</c:v>
                </c:pt>
                <c:pt idx="3911">
                  <c:v>0.1</c:v>
                </c:pt>
                <c:pt idx="3912">
                  <c:v>0.1</c:v>
                </c:pt>
                <c:pt idx="3913">
                  <c:v>0.1</c:v>
                </c:pt>
                <c:pt idx="3914">
                  <c:v>0.1</c:v>
                </c:pt>
                <c:pt idx="3915">
                  <c:v>0.1</c:v>
                </c:pt>
                <c:pt idx="3916">
                  <c:v>0.1</c:v>
                </c:pt>
                <c:pt idx="3917">
                  <c:v>0.1</c:v>
                </c:pt>
                <c:pt idx="3918">
                  <c:v>0.1</c:v>
                </c:pt>
                <c:pt idx="3919">
                  <c:v>0.1</c:v>
                </c:pt>
                <c:pt idx="3920">
                  <c:v>0.1</c:v>
                </c:pt>
                <c:pt idx="3921">
                  <c:v>0.1</c:v>
                </c:pt>
                <c:pt idx="3922">
                  <c:v>0.1</c:v>
                </c:pt>
                <c:pt idx="3923">
                  <c:v>0.1</c:v>
                </c:pt>
                <c:pt idx="3924">
                  <c:v>0.1</c:v>
                </c:pt>
                <c:pt idx="3925">
                  <c:v>0.1</c:v>
                </c:pt>
                <c:pt idx="3926">
                  <c:v>0.1</c:v>
                </c:pt>
                <c:pt idx="3927">
                  <c:v>0.1</c:v>
                </c:pt>
                <c:pt idx="3928">
                  <c:v>0.1</c:v>
                </c:pt>
                <c:pt idx="3929">
                  <c:v>0.1</c:v>
                </c:pt>
                <c:pt idx="3930">
                  <c:v>0.1</c:v>
                </c:pt>
                <c:pt idx="3931">
                  <c:v>0.1</c:v>
                </c:pt>
                <c:pt idx="3932">
                  <c:v>0.1</c:v>
                </c:pt>
                <c:pt idx="3933">
                  <c:v>0.1</c:v>
                </c:pt>
                <c:pt idx="3934">
                  <c:v>0.1</c:v>
                </c:pt>
                <c:pt idx="3935">
                  <c:v>0.1</c:v>
                </c:pt>
                <c:pt idx="3936">
                  <c:v>0.1</c:v>
                </c:pt>
                <c:pt idx="3937">
                  <c:v>0.1</c:v>
                </c:pt>
                <c:pt idx="3938">
                  <c:v>0.1</c:v>
                </c:pt>
                <c:pt idx="3939">
                  <c:v>0.1</c:v>
                </c:pt>
                <c:pt idx="3940">
                  <c:v>0.1</c:v>
                </c:pt>
                <c:pt idx="3941">
                  <c:v>0.1</c:v>
                </c:pt>
                <c:pt idx="3942">
                  <c:v>0.1</c:v>
                </c:pt>
                <c:pt idx="3943">
                  <c:v>0.1</c:v>
                </c:pt>
                <c:pt idx="3944">
                  <c:v>0.1</c:v>
                </c:pt>
                <c:pt idx="3945">
                  <c:v>0.1</c:v>
                </c:pt>
                <c:pt idx="3946">
                  <c:v>0.1</c:v>
                </c:pt>
                <c:pt idx="3947">
                  <c:v>0.1</c:v>
                </c:pt>
                <c:pt idx="3948">
                  <c:v>0.1</c:v>
                </c:pt>
                <c:pt idx="3949">
                  <c:v>0.1</c:v>
                </c:pt>
                <c:pt idx="3950">
                  <c:v>0.1</c:v>
                </c:pt>
                <c:pt idx="3951">
                  <c:v>0.1</c:v>
                </c:pt>
                <c:pt idx="3952">
                  <c:v>0.1</c:v>
                </c:pt>
                <c:pt idx="3953">
                  <c:v>0.1</c:v>
                </c:pt>
                <c:pt idx="3954">
                  <c:v>0.1</c:v>
                </c:pt>
                <c:pt idx="3955">
                  <c:v>0.1</c:v>
                </c:pt>
                <c:pt idx="3956">
                  <c:v>0.1</c:v>
                </c:pt>
                <c:pt idx="3957">
                  <c:v>0.1</c:v>
                </c:pt>
                <c:pt idx="3958">
                  <c:v>0.1</c:v>
                </c:pt>
                <c:pt idx="3959">
                  <c:v>0.1</c:v>
                </c:pt>
                <c:pt idx="3960">
                  <c:v>0.1</c:v>
                </c:pt>
                <c:pt idx="3961">
                  <c:v>0.1</c:v>
                </c:pt>
                <c:pt idx="3962">
                  <c:v>0.1</c:v>
                </c:pt>
                <c:pt idx="3963">
                  <c:v>0.1</c:v>
                </c:pt>
                <c:pt idx="3964">
                  <c:v>0.1</c:v>
                </c:pt>
                <c:pt idx="3965">
                  <c:v>0.1</c:v>
                </c:pt>
                <c:pt idx="3966">
                  <c:v>0.1</c:v>
                </c:pt>
                <c:pt idx="3967">
                  <c:v>0.1</c:v>
                </c:pt>
                <c:pt idx="3968">
                  <c:v>0.1</c:v>
                </c:pt>
                <c:pt idx="3969">
                  <c:v>0.1</c:v>
                </c:pt>
                <c:pt idx="3970">
                  <c:v>0.1</c:v>
                </c:pt>
                <c:pt idx="3971">
                  <c:v>0.1</c:v>
                </c:pt>
                <c:pt idx="3972">
                  <c:v>0.1</c:v>
                </c:pt>
                <c:pt idx="3973">
                  <c:v>0.1</c:v>
                </c:pt>
                <c:pt idx="3974">
                  <c:v>0.1</c:v>
                </c:pt>
                <c:pt idx="3975">
                  <c:v>0.1</c:v>
                </c:pt>
                <c:pt idx="3976">
                  <c:v>0.1</c:v>
                </c:pt>
                <c:pt idx="3977">
                  <c:v>0.1</c:v>
                </c:pt>
                <c:pt idx="3978">
                  <c:v>0.1</c:v>
                </c:pt>
                <c:pt idx="3979">
                  <c:v>0.1</c:v>
                </c:pt>
                <c:pt idx="3980">
                  <c:v>0.1</c:v>
                </c:pt>
                <c:pt idx="3981">
                  <c:v>0.1</c:v>
                </c:pt>
                <c:pt idx="3982">
                  <c:v>0.1</c:v>
                </c:pt>
                <c:pt idx="3983">
                  <c:v>0.1</c:v>
                </c:pt>
                <c:pt idx="3984">
                  <c:v>0.1</c:v>
                </c:pt>
                <c:pt idx="3985">
                  <c:v>0.1</c:v>
                </c:pt>
                <c:pt idx="3986">
                  <c:v>0.1</c:v>
                </c:pt>
                <c:pt idx="3987">
                  <c:v>0.1</c:v>
                </c:pt>
                <c:pt idx="3988">
                  <c:v>0.1</c:v>
                </c:pt>
                <c:pt idx="3989">
                  <c:v>0.1</c:v>
                </c:pt>
                <c:pt idx="3990">
                  <c:v>0.1</c:v>
                </c:pt>
                <c:pt idx="3991">
                  <c:v>0.1</c:v>
                </c:pt>
                <c:pt idx="3992">
                  <c:v>0.1</c:v>
                </c:pt>
                <c:pt idx="3993">
                  <c:v>0.1</c:v>
                </c:pt>
                <c:pt idx="3994">
                  <c:v>0.1</c:v>
                </c:pt>
                <c:pt idx="3995">
                  <c:v>0.1</c:v>
                </c:pt>
                <c:pt idx="3996">
                  <c:v>0.1</c:v>
                </c:pt>
                <c:pt idx="3997">
                  <c:v>0.1</c:v>
                </c:pt>
                <c:pt idx="3998">
                  <c:v>0.1</c:v>
                </c:pt>
                <c:pt idx="3999">
                  <c:v>0.1</c:v>
                </c:pt>
                <c:pt idx="4000">
                  <c:v>0.1</c:v>
                </c:pt>
                <c:pt idx="4001">
                  <c:v>0.1</c:v>
                </c:pt>
                <c:pt idx="4002">
                  <c:v>0.1</c:v>
                </c:pt>
                <c:pt idx="4003">
                  <c:v>0.1</c:v>
                </c:pt>
                <c:pt idx="4004">
                  <c:v>0.1</c:v>
                </c:pt>
                <c:pt idx="4005">
                  <c:v>0.1</c:v>
                </c:pt>
                <c:pt idx="4006">
                  <c:v>0.1</c:v>
                </c:pt>
                <c:pt idx="4007">
                  <c:v>0.1</c:v>
                </c:pt>
                <c:pt idx="4008">
                  <c:v>0.1</c:v>
                </c:pt>
                <c:pt idx="4009">
                  <c:v>0.1</c:v>
                </c:pt>
                <c:pt idx="4010">
                  <c:v>0.1</c:v>
                </c:pt>
                <c:pt idx="4011">
                  <c:v>0.1</c:v>
                </c:pt>
                <c:pt idx="4012">
                  <c:v>0.1</c:v>
                </c:pt>
                <c:pt idx="4013">
                  <c:v>0.1</c:v>
                </c:pt>
                <c:pt idx="4014">
                  <c:v>0.1</c:v>
                </c:pt>
                <c:pt idx="4015">
                  <c:v>0.1</c:v>
                </c:pt>
                <c:pt idx="4016">
                  <c:v>0.1</c:v>
                </c:pt>
                <c:pt idx="4017">
                  <c:v>0.1</c:v>
                </c:pt>
                <c:pt idx="4018">
                  <c:v>0.1</c:v>
                </c:pt>
                <c:pt idx="4019">
                  <c:v>0.1</c:v>
                </c:pt>
                <c:pt idx="4020">
                  <c:v>0.1</c:v>
                </c:pt>
                <c:pt idx="4021">
                  <c:v>0.1</c:v>
                </c:pt>
                <c:pt idx="4022">
                  <c:v>0.1</c:v>
                </c:pt>
                <c:pt idx="4023">
                  <c:v>0.1</c:v>
                </c:pt>
                <c:pt idx="4024">
                  <c:v>0.1</c:v>
                </c:pt>
                <c:pt idx="4025">
                  <c:v>0.1</c:v>
                </c:pt>
                <c:pt idx="4026">
                  <c:v>0.1</c:v>
                </c:pt>
                <c:pt idx="4027">
                  <c:v>0.1</c:v>
                </c:pt>
                <c:pt idx="4028">
                  <c:v>0.1</c:v>
                </c:pt>
                <c:pt idx="4029">
                  <c:v>0.1</c:v>
                </c:pt>
                <c:pt idx="4030">
                  <c:v>0.1</c:v>
                </c:pt>
                <c:pt idx="4031">
                  <c:v>0.1</c:v>
                </c:pt>
                <c:pt idx="4032">
                  <c:v>0.1</c:v>
                </c:pt>
                <c:pt idx="4033">
                  <c:v>0.1</c:v>
                </c:pt>
                <c:pt idx="4034">
                  <c:v>0.1</c:v>
                </c:pt>
                <c:pt idx="4035">
                  <c:v>0.1</c:v>
                </c:pt>
                <c:pt idx="4036">
                  <c:v>0.1</c:v>
                </c:pt>
                <c:pt idx="4037">
                  <c:v>0.1</c:v>
                </c:pt>
                <c:pt idx="4038">
                  <c:v>0.1</c:v>
                </c:pt>
                <c:pt idx="4039">
                  <c:v>0.1</c:v>
                </c:pt>
                <c:pt idx="4040">
                  <c:v>0.1</c:v>
                </c:pt>
                <c:pt idx="4041">
                  <c:v>0.1</c:v>
                </c:pt>
                <c:pt idx="4042">
                  <c:v>0.1</c:v>
                </c:pt>
                <c:pt idx="4043">
                  <c:v>0.1</c:v>
                </c:pt>
                <c:pt idx="4044">
                  <c:v>0.1</c:v>
                </c:pt>
                <c:pt idx="4045">
                  <c:v>0.1</c:v>
                </c:pt>
                <c:pt idx="4046">
                  <c:v>0.1</c:v>
                </c:pt>
                <c:pt idx="4047">
                  <c:v>0.1</c:v>
                </c:pt>
                <c:pt idx="4048">
                  <c:v>0.1</c:v>
                </c:pt>
                <c:pt idx="4049">
                  <c:v>0.1</c:v>
                </c:pt>
                <c:pt idx="4050">
                  <c:v>0.1</c:v>
                </c:pt>
                <c:pt idx="4051">
                  <c:v>0.1</c:v>
                </c:pt>
                <c:pt idx="4052">
                  <c:v>0.1</c:v>
                </c:pt>
                <c:pt idx="4053">
                  <c:v>0.1</c:v>
                </c:pt>
                <c:pt idx="4054">
                  <c:v>0.1</c:v>
                </c:pt>
                <c:pt idx="4055">
                  <c:v>0.1</c:v>
                </c:pt>
                <c:pt idx="4056">
                  <c:v>0.1</c:v>
                </c:pt>
                <c:pt idx="4057">
                  <c:v>0.1</c:v>
                </c:pt>
                <c:pt idx="4058">
                  <c:v>0.1</c:v>
                </c:pt>
                <c:pt idx="4059">
                  <c:v>0.1</c:v>
                </c:pt>
                <c:pt idx="4060">
                  <c:v>0.1</c:v>
                </c:pt>
                <c:pt idx="4061">
                  <c:v>0.1</c:v>
                </c:pt>
                <c:pt idx="4062">
                  <c:v>0.1</c:v>
                </c:pt>
                <c:pt idx="4063">
                  <c:v>0.1</c:v>
                </c:pt>
                <c:pt idx="4064">
                  <c:v>0.1</c:v>
                </c:pt>
                <c:pt idx="4065">
                  <c:v>0.1</c:v>
                </c:pt>
                <c:pt idx="4066">
                  <c:v>0.1</c:v>
                </c:pt>
                <c:pt idx="4067">
                  <c:v>0.1</c:v>
                </c:pt>
                <c:pt idx="4068">
                  <c:v>0.1</c:v>
                </c:pt>
                <c:pt idx="4069">
                  <c:v>0.1</c:v>
                </c:pt>
                <c:pt idx="4070">
                  <c:v>0.1</c:v>
                </c:pt>
                <c:pt idx="4071">
                  <c:v>0.1</c:v>
                </c:pt>
                <c:pt idx="4072">
                  <c:v>0.1</c:v>
                </c:pt>
                <c:pt idx="4073">
                  <c:v>0.1</c:v>
                </c:pt>
                <c:pt idx="4074">
                  <c:v>0.1</c:v>
                </c:pt>
                <c:pt idx="4075">
                  <c:v>0.1</c:v>
                </c:pt>
                <c:pt idx="4076">
                  <c:v>0.1</c:v>
                </c:pt>
                <c:pt idx="4077">
                  <c:v>0.1</c:v>
                </c:pt>
                <c:pt idx="4078">
                  <c:v>0.1</c:v>
                </c:pt>
                <c:pt idx="4079">
                  <c:v>0.1</c:v>
                </c:pt>
                <c:pt idx="4080">
                  <c:v>0.1</c:v>
                </c:pt>
                <c:pt idx="4081">
                  <c:v>0.1</c:v>
                </c:pt>
                <c:pt idx="4082">
                  <c:v>0.1</c:v>
                </c:pt>
                <c:pt idx="4083">
                  <c:v>0.1</c:v>
                </c:pt>
                <c:pt idx="4084">
                  <c:v>0.1</c:v>
                </c:pt>
                <c:pt idx="4085">
                  <c:v>0.1</c:v>
                </c:pt>
                <c:pt idx="4086">
                  <c:v>0.1</c:v>
                </c:pt>
                <c:pt idx="4087">
                  <c:v>0.1</c:v>
                </c:pt>
                <c:pt idx="4088">
                  <c:v>0.1</c:v>
                </c:pt>
                <c:pt idx="4089">
                  <c:v>0.1</c:v>
                </c:pt>
                <c:pt idx="4090">
                  <c:v>0.1</c:v>
                </c:pt>
                <c:pt idx="4091">
                  <c:v>0.1</c:v>
                </c:pt>
                <c:pt idx="4092">
                  <c:v>0.1</c:v>
                </c:pt>
                <c:pt idx="4093">
                  <c:v>0.1</c:v>
                </c:pt>
                <c:pt idx="4094">
                  <c:v>0.1</c:v>
                </c:pt>
                <c:pt idx="4095">
                  <c:v>0.1</c:v>
                </c:pt>
                <c:pt idx="4096">
                  <c:v>0.1</c:v>
                </c:pt>
                <c:pt idx="4097">
                  <c:v>0.1</c:v>
                </c:pt>
                <c:pt idx="4098">
                  <c:v>0.1</c:v>
                </c:pt>
                <c:pt idx="4099">
                  <c:v>0.1</c:v>
                </c:pt>
                <c:pt idx="4100">
                  <c:v>0.1</c:v>
                </c:pt>
                <c:pt idx="4101">
                  <c:v>0.1</c:v>
                </c:pt>
                <c:pt idx="4102">
                  <c:v>0.1</c:v>
                </c:pt>
                <c:pt idx="4103">
                  <c:v>0.1</c:v>
                </c:pt>
                <c:pt idx="4104">
                  <c:v>0.1</c:v>
                </c:pt>
                <c:pt idx="4105">
                  <c:v>0.1</c:v>
                </c:pt>
                <c:pt idx="4106">
                  <c:v>0.1</c:v>
                </c:pt>
                <c:pt idx="4107">
                  <c:v>0.1</c:v>
                </c:pt>
                <c:pt idx="4108">
                  <c:v>0.1</c:v>
                </c:pt>
                <c:pt idx="4109">
                  <c:v>0.1</c:v>
                </c:pt>
                <c:pt idx="4110">
                  <c:v>0.1</c:v>
                </c:pt>
                <c:pt idx="4111">
                  <c:v>0.1</c:v>
                </c:pt>
                <c:pt idx="4112">
                  <c:v>0.1</c:v>
                </c:pt>
                <c:pt idx="4113">
                  <c:v>0.1</c:v>
                </c:pt>
                <c:pt idx="4114">
                  <c:v>0.1</c:v>
                </c:pt>
                <c:pt idx="4115">
                  <c:v>0.1</c:v>
                </c:pt>
                <c:pt idx="4116">
                  <c:v>0.1</c:v>
                </c:pt>
                <c:pt idx="4117">
                  <c:v>0.1</c:v>
                </c:pt>
                <c:pt idx="4118">
                  <c:v>0.1</c:v>
                </c:pt>
                <c:pt idx="4119">
                  <c:v>0.1</c:v>
                </c:pt>
                <c:pt idx="4120">
                  <c:v>0.1</c:v>
                </c:pt>
                <c:pt idx="4121">
                  <c:v>0.1</c:v>
                </c:pt>
                <c:pt idx="4122">
                  <c:v>0.1</c:v>
                </c:pt>
                <c:pt idx="4123">
                  <c:v>0.1</c:v>
                </c:pt>
                <c:pt idx="4124">
                  <c:v>0.1</c:v>
                </c:pt>
                <c:pt idx="4125">
                  <c:v>0.1</c:v>
                </c:pt>
                <c:pt idx="4126">
                  <c:v>0.1</c:v>
                </c:pt>
                <c:pt idx="4127">
                  <c:v>0.1</c:v>
                </c:pt>
                <c:pt idx="4128">
                  <c:v>0.1</c:v>
                </c:pt>
                <c:pt idx="4129">
                  <c:v>0.1</c:v>
                </c:pt>
                <c:pt idx="4130">
                  <c:v>0.1</c:v>
                </c:pt>
                <c:pt idx="4131">
                  <c:v>0.1</c:v>
                </c:pt>
                <c:pt idx="4132">
                  <c:v>0.1</c:v>
                </c:pt>
                <c:pt idx="4133">
                  <c:v>0.1</c:v>
                </c:pt>
                <c:pt idx="4134">
                  <c:v>0.1</c:v>
                </c:pt>
                <c:pt idx="4135">
                  <c:v>0.1</c:v>
                </c:pt>
                <c:pt idx="4136">
                  <c:v>0.1</c:v>
                </c:pt>
                <c:pt idx="4137">
                  <c:v>0.1</c:v>
                </c:pt>
                <c:pt idx="4138">
                  <c:v>0.1</c:v>
                </c:pt>
                <c:pt idx="4139">
                  <c:v>0.1</c:v>
                </c:pt>
                <c:pt idx="4140">
                  <c:v>0.1</c:v>
                </c:pt>
                <c:pt idx="4141">
                  <c:v>0.1</c:v>
                </c:pt>
                <c:pt idx="4142">
                  <c:v>0.1</c:v>
                </c:pt>
                <c:pt idx="4143">
                  <c:v>0.1</c:v>
                </c:pt>
                <c:pt idx="4144">
                  <c:v>0.1</c:v>
                </c:pt>
                <c:pt idx="4145">
                  <c:v>0.1</c:v>
                </c:pt>
                <c:pt idx="4146">
                  <c:v>0.1</c:v>
                </c:pt>
                <c:pt idx="4147">
                  <c:v>0.1</c:v>
                </c:pt>
                <c:pt idx="4148">
                  <c:v>0.1</c:v>
                </c:pt>
                <c:pt idx="4149">
                  <c:v>0.1</c:v>
                </c:pt>
                <c:pt idx="4150">
                  <c:v>0.1</c:v>
                </c:pt>
                <c:pt idx="4151">
                  <c:v>0.1</c:v>
                </c:pt>
                <c:pt idx="4152">
                  <c:v>0.1</c:v>
                </c:pt>
                <c:pt idx="4153">
                  <c:v>0.1</c:v>
                </c:pt>
                <c:pt idx="4154">
                  <c:v>0.1</c:v>
                </c:pt>
                <c:pt idx="4155">
                  <c:v>0.1</c:v>
                </c:pt>
                <c:pt idx="4156">
                  <c:v>0.1</c:v>
                </c:pt>
                <c:pt idx="4157">
                  <c:v>0.1</c:v>
                </c:pt>
                <c:pt idx="4158">
                  <c:v>0.1</c:v>
                </c:pt>
                <c:pt idx="4159">
                  <c:v>0.1</c:v>
                </c:pt>
                <c:pt idx="4160">
                  <c:v>0.1</c:v>
                </c:pt>
                <c:pt idx="4161">
                  <c:v>0.1</c:v>
                </c:pt>
                <c:pt idx="4162">
                  <c:v>0.1</c:v>
                </c:pt>
                <c:pt idx="4163">
                  <c:v>0.1</c:v>
                </c:pt>
                <c:pt idx="4164">
                  <c:v>0.1</c:v>
                </c:pt>
                <c:pt idx="4165">
                  <c:v>0.1</c:v>
                </c:pt>
                <c:pt idx="4166">
                  <c:v>0.1</c:v>
                </c:pt>
                <c:pt idx="4167">
                  <c:v>0.1</c:v>
                </c:pt>
                <c:pt idx="4168">
                  <c:v>0.1</c:v>
                </c:pt>
                <c:pt idx="4169">
                  <c:v>0.1</c:v>
                </c:pt>
                <c:pt idx="4170">
                  <c:v>0.1</c:v>
                </c:pt>
                <c:pt idx="4171">
                  <c:v>0.1</c:v>
                </c:pt>
                <c:pt idx="4172">
                  <c:v>0.1</c:v>
                </c:pt>
                <c:pt idx="4173">
                  <c:v>0.1</c:v>
                </c:pt>
                <c:pt idx="4174">
                  <c:v>0.1</c:v>
                </c:pt>
                <c:pt idx="4175">
                  <c:v>0.1</c:v>
                </c:pt>
                <c:pt idx="4176">
                  <c:v>0.1</c:v>
                </c:pt>
                <c:pt idx="4177">
                  <c:v>0.1</c:v>
                </c:pt>
                <c:pt idx="4178">
                  <c:v>0.1</c:v>
                </c:pt>
                <c:pt idx="4179">
                  <c:v>0.1</c:v>
                </c:pt>
                <c:pt idx="4180">
                  <c:v>0.1</c:v>
                </c:pt>
                <c:pt idx="4181">
                  <c:v>0.1</c:v>
                </c:pt>
                <c:pt idx="4182">
                  <c:v>0.1</c:v>
                </c:pt>
                <c:pt idx="4183">
                  <c:v>0.1</c:v>
                </c:pt>
                <c:pt idx="4184">
                  <c:v>0.1</c:v>
                </c:pt>
                <c:pt idx="4185">
                  <c:v>0.1</c:v>
                </c:pt>
                <c:pt idx="4186">
                  <c:v>0.1</c:v>
                </c:pt>
                <c:pt idx="4187">
                  <c:v>0.1</c:v>
                </c:pt>
                <c:pt idx="4188">
                  <c:v>0.1</c:v>
                </c:pt>
                <c:pt idx="4189">
                  <c:v>0.1</c:v>
                </c:pt>
                <c:pt idx="4190">
                  <c:v>0.1</c:v>
                </c:pt>
                <c:pt idx="4191">
                  <c:v>0.1</c:v>
                </c:pt>
                <c:pt idx="4192">
                  <c:v>0.1</c:v>
                </c:pt>
                <c:pt idx="4193">
                  <c:v>0.1</c:v>
                </c:pt>
                <c:pt idx="4194">
                  <c:v>0.1</c:v>
                </c:pt>
                <c:pt idx="4195">
                  <c:v>0.1</c:v>
                </c:pt>
                <c:pt idx="4196">
                  <c:v>0.1</c:v>
                </c:pt>
                <c:pt idx="4197">
                  <c:v>0.1</c:v>
                </c:pt>
                <c:pt idx="4198">
                  <c:v>0.1</c:v>
                </c:pt>
                <c:pt idx="4199">
                  <c:v>0.1</c:v>
                </c:pt>
                <c:pt idx="4200">
                  <c:v>0.1</c:v>
                </c:pt>
                <c:pt idx="4201">
                  <c:v>0.1</c:v>
                </c:pt>
                <c:pt idx="4202">
                  <c:v>0.1</c:v>
                </c:pt>
                <c:pt idx="4203">
                  <c:v>0.1</c:v>
                </c:pt>
                <c:pt idx="4204">
                  <c:v>0.1</c:v>
                </c:pt>
                <c:pt idx="4205">
                  <c:v>0.1</c:v>
                </c:pt>
                <c:pt idx="4206">
                  <c:v>0.1</c:v>
                </c:pt>
                <c:pt idx="4207">
                  <c:v>0.1</c:v>
                </c:pt>
                <c:pt idx="4208">
                  <c:v>0.1</c:v>
                </c:pt>
                <c:pt idx="4209">
                  <c:v>0.1</c:v>
                </c:pt>
                <c:pt idx="4210">
                  <c:v>0.1</c:v>
                </c:pt>
                <c:pt idx="4211">
                  <c:v>0.1</c:v>
                </c:pt>
                <c:pt idx="4212">
                  <c:v>0.1</c:v>
                </c:pt>
                <c:pt idx="4213">
                  <c:v>0.1</c:v>
                </c:pt>
                <c:pt idx="4214">
                  <c:v>0.1</c:v>
                </c:pt>
                <c:pt idx="4215">
                  <c:v>0.1</c:v>
                </c:pt>
                <c:pt idx="4216">
                  <c:v>0.1</c:v>
                </c:pt>
                <c:pt idx="4217">
                  <c:v>0.1</c:v>
                </c:pt>
                <c:pt idx="4218">
                  <c:v>0.1</c:v>
                </c:pt>
                <c:pt idx="4219">
                  <c:v>0.1</c:v>
                </c:pt>
                <c:pt idx="4220">
                  <c:v>0.1</c:v>
                </c:pt>
                <c:pt idx="4221">
                  <c:v>0.1</c:v>
                </c:pt>
                <c:pt idx="4222">
                  <c:v>0.1</c:v>
                </c:pt>
                <c:pt idx="4223">
                  <c:v>0.1</c:v>
                </c:pt>
                <c:pt idx="4224">
                  <c:v>0.1</c:v>
                </c:pt>
                <c:pt idx="4225">
                  <c:v>0.1</c:v>
                </c:pt>
                <c:pt idx="4226">
                  <c:v>0.1</c:v>
                </c:pt>
                <c:pt idx="4227">
                  <c:v>0.1</c:v>
                </c:pt>
                <c:pt idx="4228">
                  <c:v>0.1</c:v>
                </c:pt>
                <c:pt idx="4229">
                  <c:v>0.1</c:v>
                </c:pt>
                <c:pt idx="4230">
                  <c:v>0.1</c:v>
                </c:pt>
                <c:pt idx="4231">
                  <c:v>0.1</c:v>
                </c:pt>
                <c:pt idx="4232">
                  <c:v>0.1</c:v>
                </c:pt>
                <c:pt idx="4233">
                  <c:v>0.1</c:v>
                </c:pt>
                <c:pt idx="4234">
                  <c:v>0.1</c:v>
                </c:pt>
                <c:pt idx="4235">
                  <c:v>0.1</c:v>
                </c:pt>
                <c:pt idx="4236">
                  <c:v>0.1</c:v>
                </c:pt>
                <c:pt idx="4237">
                  <c:v>0.1</c:v>
                </c:pt>
                <c:pt idx="4238">
                  <c:v>0.1</c:v>
                </c:pt>
                <c:pt idx="4239">
                  <c:v>0.1</c:v>
                </c:pt>
                <c:pt idx="4240">
                  <c:v>0.1</c:v>
                </c:pt>
                <c:pt idx="4241">
                  <c:v>0.1</c:v>
                </c:pt>
                <c:pt idx="4242">
                  <c:v>0.1</c:v>
                </c:pt>
                <c:pt idx="4243">
                  <c:v>0.1</c:v>
                </c:pt>
                <c:pt idx="4244">
                  <c:v>0.1</c:v>
                </c:pt>
                <c:pt idx="4245">
                  <c:v>0.1</c:v>
                </c:pt>
                <c:pt idx="4246">
                  <c:v>0.1</c:v>
                </c:pt>
                <c:pt idx="4247">
                  <c:v>0.1</c:v>
                </c:pt>
                <c:pt idx="4248">
                  <c:v>0.1</c:v>
                </c:pt>
                <c:pt idx="4249">
                  <c:v>0.1</c:v>
                </c:pt>
                <c:pt idx="4250">
                  <c:v>0.1</c:v>
                </c:pt>
                <c:pt idx="4251">
                  <c:v>0.1</c:v>
                </c:pt>
                <c:pt idx="4252">
                  <c:v>0.1</c:v>
                </c:pt>
                <c:pt idx="4253">
                  <c:v>0.1</c:v>
                </c:pt>
                <c:pt idx="4254">
                  <c:v>0.1</c:v>
                </c:pt>
                <c:pt idx="4255">
                  <c:v>0.1</c:v>
                </c:pt>
                <c:pt idx="4256">
                  <c:v>0.1</c:v>
                </c:pt>
                <c:pt idx="4257">
                  <c:v>0.1</c:v>
                </c:pt>
                <c:pt idx="4258">
                  <c:v>0.1</c:v>
                </c:pt>
                <c:pt idx="4259">
                  <c:v>0.1</c:v>
                </c:pt>
                <c:pt idx="4260">
                  <c:v>0.1</c:v>
                </c:pt>
                <c:pt idx="4261">
                  <c:v>0.35</c:v>
                </c:pt>
                <c:pt idx="4262">
                  <c:v>0.35</c:v>
                </c:pt>
                <c:pt idx="4263">
                  <c:v>0.35</c:v>
                </c:pt>
                <c:pt idx="4264">
                  <c:v>0.35</c:v>
                </c:pt>
                <c:pt idx="4265">
                  <c:v>0.35</c:v>
                </c:pt>
                <c:pt idx="4266">
                  <c:v>0.35</c:v>
                </c:pt>
                <c:pt idx="4267">
                  <c:v>0.35</c:v>
                </c:pt>
                <c:pt idx="4268">
                  <c:v>0.35</c:v>
                </c:pt>
                <c:pt idx="4269">
                  <c:v>0.35</c:v>
                </c:pt>
                <c:pt idx="4270">
                  <c:v>0.35</c:v>
                </c:pt>
                <c:pt idx="4271">
                  <c:v>0.35</c:v>
                </c:pt>
                <c:pt idx="4272">
                  <c:v>0.35</c:v>
                </c:pt>
                <c:pt idx="4273">
                  <c:v>0.35</c:v>
                </c:pt>
                <c:pt idx="4274">
                  <c:v>0.35</c:v>
                </c:pt>
                <c:pt idx="4275">
                  <c:v>0.35</c:v>
                </c:pt>
                <c:pt idx="4276">
                  <c:v>0.35</c:v>
                </c:pt>
                <c:pt idx="4277">
                  <c:v>0.35</c:v>
                </c:pt>
                <c:pt idx="4278">
                  <c:v>0.35</c:v>
                </c:pt>
                <c:pt idx="4279">
                  <c:v>0.35</c:v>
                </c:pt>
                <c:pt idx="4280">
                  <c:v>0.35</c:v>
                </c:pt>
                <c:pt idx="4281">
                  <c:v>0.35</c:v>
                </c:pt>
                <c:pt idx="4282">
                  <c:v>0.35</c:v>
                </c:pt>
                <c:pt idx="4283">
                  <c:v>0.35</c:v>
                </c:pt>
                <c:pt idx="4284">
                  <c:v>0.35</c:v>
                </c:pt>
                <c:pt idx="4285">
                  <c:v>0.35</c:v>
                </c:pt>
                <c:pt idx="4286">
                  <c:v>0.85</c:v>
                </c:pt>
                <c:pt idx="4287">
                  <c:v>0.85</c:v>
                </c:pt>
                <c:pt idx="4288">
                  <c:v>0.85</c:v>
                </c:pt>
                <c:pt idx="4289">
                  <c:v>0.85</c:v>
                </c:pt>
                <c:pt idx="4290">
                  <c:v>0.85</c:v>
                </c:pt>
                <c:pt idx="4291">
                  <c:v>0.85</c:v>
                </c:pt>
                <c:pt idx="4292">
                  <c:v>0.85</c:v>
                </c:pt>
                <c:pt idx="4293">
                  <c:v>0.85</c:v>
                </c:pt>
                <c:pt idx="4294">
                  <c:v>0.85</c:v>
                </c:pt>
                <c:pt idx="4295">
                  <c:v>0.85</c:v>
                </c:pt>
                <c:pt idx="4296">
                  <c:v>0.85</c:v>
                </c:pt>
                <c:pt idx="4297">
                  <c:v>0.85</c:v>
                </c:pt>
                <c:pt idx="4298">
                  <c:v>0.85</c:v>
                </c:pt>
                <c:pt idx="4299">
                  <c:v>0.85</c:v>
                </c:pt>
                <c:pt idx="4300">
                  <c:v>0.85</c:v>
                </c:pt>
                <c:pt idx="4301">
                  <c:v>0.85</c:v>
                </c:pt>
                <c:pt idx="4302">
                  <c:v>0.85</c:v>
                </c:pt>
                <c:pt idx="4303">
                  <c:v>0.85</c:v>
                </c:pt>
                <c:pt idx="4304">
                  <c:v>0.85</c:v>
                </c:pt>
                <c:pt idx="4305">
                  <c:v>0.85</c:v>
                </c:pt>
                <c:pt idx="4306">
                  <c:v>1.35</c:v>
                </c:pt>
                <c:pt idx="4307">
                  <c:v>1.35</c:v>
                </c:pt>
                <c:pt idx="4308">
                  <c:v>1.35</c:v>
                </c:pt>
                <c:pt idx="4309">
                  <c:v>1.35</c:v>
                </c:pt>
                <c:pt idx="4310">
                  <c:v>1.35</c:v>
                </c:pt>
                <c:pt idx="4311">
                  <c:v>1.35</c:v>
                </c:pt>
                <c:pt idx="4312">
                  <c:v>1.35</c:v>
                </c:pt>
                <c:pt idx="4313">
                  <c:v>1.35</c:v>
                </c:pt>
                <c:pt idx="4314">
                  <c:v>1.35</c:v>
                </c:pt>
                <c:pt idx="4315">
                  <c:v>1.35</c:v>
                </c:pt>
                <c:pt idx="4316">
                  <c:v>1.35</c:v>
                </c:pt>
                <c:pt idx="4317">
                  <c:v>1.35</c:v>
                </c:pt>
                <c:pt idx="4318">
                  <c:v>1.35</c:v>
                </c:pt>
                <c:pt idx="4319">
                  <c:v>1.35</c:v>
                </c:pt>
                <c:pt idx="4320">
                  <c:v>1.35</c:v>
                </c:pt>
                <c:pt idx="4321">
                  <c:v>1.35</c:v>
                </c:pt>
                <c:pt idx="4322">
                  <c:v>1.35</c:v>
                </c:pt>
                <c:pt idx="4323">
                  <c:v>1.35</c:v>
                </c:pt>
                <c:pt idx="4324">
                  <c:v>1.35</c:v>
                </c:pt>
                <c:pt idx="4325">
                  <c:v>1.35</c:v>
                </c:pt>
                <c:pt idx="4326">
                  <c:v>1.85</c:v>
                </c:pt>
                <c:pt idx="4327">
                  <c:v>1.85</c:v>
                </c:pt>
                <c:pt idx="4328">
                  <c:v>1.85</c:v>
                </c:pt>
                <c:pt idx="4329">
                  <c:v>1.85</c:v>
                </c:pt>
                <c:pt idx="4330">
                  <c:v>1.85</c:v>
                </c:pt>
                <c:pt idx="4331">
                  <c:v>1.85</c:v>
                </c:pt>
                <c:pt idx="4332">
                  <c:v>1.85</c:v>
                </c:pt>
                <c:pt idx="4333">
                  <c:v>1.85</c:v>
                </c:pt>
                <c:pt idx="4334">
                  <c:v>1.85</c:v>
                </c:pt>
                <c:pt idx="4335">
                  <c:v>1.85</c:v>
                </c:pt>
                <c:pt idx="4336">
                  <c:v>1.85</c:v>
                </c:pt>
                <c:pt idx="4337">
                  <c:v>1.85</c:v>
                </c:pt>
                <c:pt idx="4338">
                  <c:v>1.85</c:v>
                </c:pt>
                <c:pt idx="4339">
                  <c:v>1.85</c:v>
                </c:pt>
                <c:pt idx="4340">
                  <c:v>1.85</c:v>
                </c:pt>
                <c:pt idx="4341">
                  <c:v>1.85</c:v>
                </c:pt>
                <c:pt idx="4342">
                  <c:v>1.85</c:v>
                </c:pt>
                <c:pt idx="4343">
                  <c:v>1.85</c:v>
                </c:pt>
                <c:pt idx="4344">
                  <c:v>1.85</c:v>
                </c:pt>
                <c:pt idx="4345">
                  <c:v>1.85</c:v>
                </c:pt>
                <c:pt idx="4346">
                  <c:v>1.85</c:v>
                </c:pt>
                <c:pt idx="4347">
                  <c:v>1.85</c:v>
                </c:pt>
                <c:pt idx="4348">
                  <c:v>1.85</c:v>
                </c:pt>
                <c:pt idx="4349">
                  <c:v>1.85</c:v>
                </c:pt>
                <c:pt idx="4350">
                  <c:v>1.85</c:v>
                </c:pt>
                <c:pt idx="4351">
                  <c:v>2.35</c:v>
                </c:pt>
                <c:pt idx="4352">
                  <c:v>2.35</c:v>
                </c:pt>
                <c:pt idx="4353">
                  <c:v>2.35</c:v>
                </c:pt>
                <c:pt idx="4354">
                  <c:v>2.35</c:v>
                </c:pt>
                <c:pt idx="4355">
                  <c:v>2.35</c:v>
                </c:pt>
                <c:pt idx="4356">
                  <c:v>2.35</c:v>
                </c:pt>
                <c:pt idx="4357">
                  <c:v>2.35</c:v>
                </c:pt>
                <c:pt idx="4358">
                  <c:v>2.35</c:v>
                </c:pt>
                <c:pt idx="4359">
                  <c:v>2.35</c:v>
                </c:pt>
                <c:pt idx="4360">
                  <c:v>2.35</c:v>
                </c:pt>
                <c:pt idx="4361">
                  <c:v>2.35</c:v>
                </c:pt>
                <c:pt idx="4362">
                  <c:v>2.35</c:v>
                </c:pt>
                <c:pt idx="4363">
                  <c:v>2.35</c:v>
                </c:pt>
                <c:pt idx="4364">
                  <c:v>2.35</c:v>
                </c:pt>
                <c:pt idx="4365">
                  <c:v>2.35</c:v>
                </c:pt>
                <c:pt idx="4366">
                  <c:v>2.35</c:v>
                </c:pt>
                <c:pt idx="4367">
                  <c:v>2.35</c:v>
                </c:pt>
                <c:pt idx="4368">
                  <c:v>2.35</c:v>
                </c:pt>
                <c:pt idx="4369">
                  <c:v>2.35</c:v>
                </c:pt>
                <c:pt idx="4370">
                  <c:v>2.35</c:v>
                </c:pt>
                <c:pt idx="4371">
                  <c:v>2.6</c:v>
                </c:pt>
                <c:pt idx="4372">
                  <c:v>2.6</c:v>
                </c:pt>
                <c:pt idx="4373">
                  <c:v>2.6</c:v>
                </c:pt>
                <c:pt idx="4374">
                  <c:v>2.6</c:v>
                </c:pt>
                <c:pt idx="4375">
                  <c:v>2.6</c:v>
                </c:pt>
                <c:pt idx="4376">
                  <c:v>2.6</c:v>
                </c:pt>
                <c:pt idx="4377">
                  <c:v>2.6</c:v>
                </c:pt>
                <c:pt idx="4378">
                  <c:v>2.6</c:v>
                </c:pt>
                <c:pt idx="4379">
                  <c:v>2.6</c:v>
                </c:pt>
                <c:pt idx="4380">
                  <c:v>2.6</c:v>
                </c:pt>
                <c:pt idx="4381">
                  <c:v>2.6</c:v>
                </c:pt>
                <c:pt idx="4382">
                  <c:v>2.6</c:v>
                </c:pt>
                <c:pt idx="4383">
                  <c:v>2.6</c:v>
                </c:pt>
                <c:pt idx="4384">
                  <c:v>2.6</c:v>
                </c:pt>
                <c:pt idx="4385">
                  <c:v>2.6</c:v>
                </c:pt>
                <c:pt idx="4386">
                  <c:v>2.6</c:v>
                </c:pt>
                <c:pt idx="4387">
                  <c:v>2.6</c:v>
                </c:pt>
                <c:pt idx="4388">
                  <c:v>2.6</c:v>
                </c:pt>
                <c:pt idx="4389">
                  <c:v>2.6</c:v>
                </c:pt>
                <c:pt idx="4390">
                  <c:v>2.6</c:v>
                </c:pt>
                <c:pt idx="4391">
                  <c:v>2.85</c:v>
                </c:pt>
                <c:pt idx="4392">
                  <c:v>2.85</c:v>
                </c:pt>
                <c:pt idx="4393">
                  <c:v>2.85</c:v>
                </c:pt>
                <c:pt idx="4394">
                  <c:v>2.85</c:v>
                </c:pt>
                <c:pt idx="4395">
                  <c:v>2.85</c:v>
                </c:pt>
                <c:pt idx="4396">
                  <c:v>2.85</c:v>
                </c:pt>
                <c:pt idx="4397">
                  <c:v>2.85</c:v>
                </c:pt>
                <c:pt idx="4398">
                  <c:v>2.85</c:v>
                </c:pt>
                <c:pt idx="4399">
                  <c:v>2.85</c:v>
                </c:pt>
                <c:pt idx="4400">
                  <c:v>2.85</c:v>
                </c:pt>
                <c:pt idx="4401">
                  <c:v>2.85</c:v>
                </c:pt>
                <c:pt idx="4402">
                  <c:v>2.85</c:v>
                </c:pt>
                <c:pt idx="4403">
                  <c:v>2.85</c:v>
                </c:pt>
                <c:pt idx="4404">
                  <c:v>2.85</c:v>
                </c:pt>
                <c:pt idx="4405">
                  <c:v>2.85</c:v>
                </c:pt>
                <c:pt idx="4406">
                  <c:v>2.85</c:v>
                </c:pt>
                <c:pt idx="4407">
                  <c:v>2.85</c:v>
                </c:pt>
                <c:pt idx="4408">
                  <c:v>2.85</c:v>
                </c:pt>
                <c:pt idx="4409">
                  <c:v>2.85</c:v>
                </c:pt>
                <c:pt idx="4410">
                  <c:v>2.85</c:v>
                </c:pt>
                <c:pt idx="4411">
                  <c:v>2.85</c:v>
                </c:pt>
                <c:pt idx="4412">
                  <c:v>2.85</c:v>
                </c:pt>
                <c:pt idx="4413">
                  <c:v>2.85</c:v>
                </c:pt>
                <c:pt idx="4414">
                  <c:v>2.85</c:v>
                </c:pt>
                <c:pt idx="4415">
                  <c:v>2.85</c:v>
                </c:pt>
                <c:pt idx="4416">
                  <c:v>3.1</c:v>
                </c:pt>
                <c:pt idx="4417">
                  <c:v>3.1</c:v>
                </c:pt>
                <c:pt idx="4418">
                  <c:v>3.1</c:v>
                </c:pt>
                <c:pt idx="4419">
                  <c:v>3.1</c:v>
                </c:pt>
                <c:pt idx="4420">
                  <c:v>3.1</c:v>
                </c:pt>
                <c:pt idx="4421">
                  <c:v>3.1</c:v>
                </c:pt>
                <c:pt idx="4422">
                  <c:v>3.1</c:v>
                </c:pt>
                <c:pt idx="4423">
                  <c:v>3.1</c:v>
                </c:pt>
                <c:pt idx="4424">
                  <c:v>3.1</c:v>
                </c:pt>
                <c:pt idx="4425">
                  <c:v>3.1</c:v>
                </c:pt>
                <c:pt idx="4426">
                  <c:v>3.1</c:v>
                </c:pt>
                <c:pt idx="4427">
                  <c:v>3.1</c:v>
                </c:pt>
                <c:pt idx="4428">
                  <c:v>3.1</c:v>
                </c:pt>
                <c:pt idx="4429">
                  <c:v>3.1</c:v>
                </c:pt>
                <c:pt idx="4430">
                  <c:v>3.1</c:v>
                </c:pt>
                <c:pt idx="4431">
                  <c:v>3.1</c:v>
                </c:pt>
                <c:pt idx="4432">
                  <c:v>3.1</c:v>
                </c:pt>
                <c:pt idx="4433">
                  <c:v>3.1</c:v>
                </c:pt>
                <c:pt idx="4434">
                  <c:v>3.1</c:v>
                </c:pt>
                <c:pt idx="4435">
                  <c:v>3.1</c:v>
                </c:pt>
                <c:pt idx="4436">
                  <c:v>3.1</c:v>
                </c:pt>
                <c:pt idx="4437">
                  <c:v>3.1</c:v>
                </c:pt>
                <c:pt idx="4438">
                  <c:v>3.1</c:v>
                </c:pt>
                <c:pt idx="4439">
                  <c:v>3.1</c:v>
                </c:pt>
                <c:pt idx="4440">
                  <c:v>3.1</c:v>
                </c:pt>
                <c:pt idx="4441">
                  <c:v>3.1</c:v>
                </c:pt>
                <c:pt idx="4442">
                  <c:v>3.1</c:v>
                </c:pt>
                <c:pt idx="4443">
                  <c:v>3.1</c:v>
                </c:pt>
                <c:pt idx="4444">
                  <c:v>3.1</c:v>
                </c:pt>
                <c:pt idx="4445">
                  <c:v>3.1</c:v>
                </c:pt>
                <c:pt idx="4446">
                  <c:v>3.1</c:v>
                </c:pt>
                <c:pt idx="4447">
                  <c:v>3.1</c:v>
                </c:pt>
                <c:pt idx="4448">
                  <c:v>3.1</c:v>
                </c:pt>
                <c:pt idx="4449">
                  <c:v>3.1</c:v>
                </c:pt>
                <c:pt idx="4450">
                  <c:v>3.1</c:v>
                </c:pt>
                <c:pt idx="4451">
                  <c:v>3.1</c:v>
                </c:pt>
                <c:pt idx="4452">
                  <c:v>3.1</c:v>
                </c:pt>
                <c:pt idx="4453">
                  <c:v>3.1</c:v>
                </c:pt>
                <c:pt idx="4454">
                  <c:v>3.1</c:v>
                </c:pt>
                <c:pt idx="4455">
                  <c:v>3.1</c:v>
                </c:pt>
                <c:pt idx="4456">
                  <c:v>3.1</c:v>
                </c:pt>
                <c:pt idx="4457">
                  <c:v>3.1</c:v>
                </c:pt>
                <c:pt idx="4458">
                  <c:v>3.1</c:v>
                </c:pt>
                <c:pt idx="4459">
                  <c:v>3.1</c:v>
                </c:pt>
                <c:pt idx="4460">
                  <c:v>3.1</c:v>
                </c:pt>
                <c:pt idx="4461">
                  <c:v>3.35</c:v>
                </c:pt>
                <c:pt idx="4462">
                  <c:v>3.35</c:v>
                </c:pt>
                <c:pt idx="4463">
                  <c:v>3.35</c:v>
                </c:pt>
                <c:pt idx="4464">
                  <c:v>3.35</c:v>
                </c:pt>
                <c:pt idx="4465">
                  <c:v>3.35</c:v>
                </c:pt>
                <c:pt idx="4466">
                  <c:v>3.35</c:v>
                </c:pt>
                <c:pt idx="4467">
                  <c:v>3.35</c:v>
                </c:pt>
                <c:pt idx="4468">
                  <c:v>3.35</c:v>
                </c:pt>
                <c:pt idx="4469">
                  <c:v>3.35</c:v>
                </c:pt>
                <c:pt idx="4470">
                  <c:v>3.35</c:v>
                </c:pt>
                <c:pt idx="4471">
                  <c:v>3.35</c:v>
                </c:pt>
                <c:pt idx="4472">
                  <c:v>3.35</c:v>
                </c:pt>
                <c:pt idx="4473">
                  <c:v>3.35</c:v>
                </c:pt>
                <c:pt idx="4474">
                  <c:v>3.35</c:v>
                </c:pt>
                <c:pt idx="4475">
                  <c:v>3.35</c:v>
                </c:pt>
                <c:pt idx="4476">
                  <c:v>3.35</c:v>
                </c:pt>
                <c:pt idx="4477">
                  <c:v>3.35</c:v>
                </c:pt>
                <c:pt idx="4478">
                  <c:v>3.35</c:v>
                </c:pt>
                <c:pt idx="4479">
                  <c:v>3.35</c:v>
                </c:pt>
                <c:pt idx="4480">
                  <c:v>3.35</c:v>
                </c:pt>
                <c:pt idx="4481">
                  <c:v>3.6</c:v>
                </c:pt>
                <c:pt idx="4482">
                  <c:v>3.6</c:v>
                </c:pt>
                <c:pt idx="4483">
                  <c:v>3.6</c:v>
                </c:pt>
                <c:pt idx="4484">
                  <c:v>3.6</c:v>
                </c:pt>
                <c:pt idx="4485">
                  <c:v>3.6</c:v>
                </c:pt>
                <c:pt idx="4486">
                  <c:v>3.6</c:v>
                </c:pt>
                <c:pt idx="4487">
                  <c:v>3.6</c:v>
                </c:pt>
                <c:pt idx="4488">
                  <c:v>3.6</c:v>
                </c:pt>
                <c:pt idx="4489">
                  <c:v>3.6</c:v>
                </c:pt>
                <c:pt idx="4490">
                  <c:v>3.6</c:v>
                </c:pt>
                <c:pt idx="4491">
                  <c:v>3.6</c:v>
                </c:pt>
                <c:pt idx="4492">
                  <c:v>3.6</c:v>
                </c:pt>
                <c:pt idx="4493">
                  <c:v>3.6</c:v>
                </c:pt>
                <c:pt idx="4494">
                  <c:v>3.6</c:v>
                </c:pt>
                <c:pt idx="4495">
                  <c:v>3.6</c:v>
                </c:pt>
                <c:pt idx="4496">
                  <c:v>3.6</c:v>
                </c:pt>
                <c:pt idx="4497">
                  <c:v>3.6</c:v>
                </c:pt>
                <c:pt idx="4498">
                  <c:v>3.6</c:v>
                </c:pt>
                <c:pt idx="4499">
                  <c:v>3.6</c:v>
                </c:pt>
                <c:pt idx="4500">
                  <c:v>3.6</c:v>
                </c:pt>
                <c:pt idx="4501">
                  <c:v>3.6</c:v>
                </c:pt>
                <c:pt idx="4502">
                  <c:v>3.6</c:v>
                </c:pt>
                <c:pt idx="4503">
                  <c:v>3.6</c:v>
                </c:pt>
                <c:pt idx="4504">
                  <c:v>3.6</c:v>
                </c:pt>
                <c:pt idx="4505">
                  <c:v>3.6</c:v>
                </c:pt>
                <c:pt idx="4506">
                  <c:v>3.6</c:v>
                </c:pt>
                <c:pt idx="4507">
                  <c:v>3.6</c:v>
                </c:pt>
                <c:pt idx="4508">
                  <c:v>3.6</c:v>
                </c:pt>
                <c:pt idx="4509">
                  <c:v>3.6</c:v>
                </c:pt>
                <c:pt idx="4510">
                  <c:v>3.6</c:v>
                </c:pt>
                <c:pt idx="4511">
                  <c:v>3.6</c:v>
                </c:pt>
                <c:pt idx="4512">
                  <c:v>3.6</c:v>
                </c:pt>
                <c:pt idx="4513">
                  <c:v>3.6</c:v>
                </c:pt>
                <c:pt idx="4514">
                  <c:v>3.6</c:v>
                </c:pt>
                <c:pt idx="4515">
                  <c:v>3.6</c:v>
                </c:pt>
                <c:pt idx="4516">
                  <c:v>3.6</c:v>
                </c:pt>
                <c:pt idx="4517">
                  <c:v>3.6</c:v>
                </c:pt>
                <c:pt idx="4518">
                  <c:v>3.6</c:v>
                </c:pt>
                <c:pt idx="4519">
                  <c:v>3.6</c:v>
                </c:pt>
                <c:pt idx="4520">
                  <c:v>3.6</c:v>
                </c:pt>
                <c:pt idx="4521">
                  <c:v>3.85</c:v>
                </c:pt>
                <c:pt idx="4522">
                  <c:v>3.85</c:v>
                </c:pt>
                <c:pt idx="4523">
                  <c:v>3.85</c:v>
                </c:pt>
                <c:pt idx="4524">
                  <c:v>3.85</c:v>
                </c:pt>
                <c:pt idx="4525">
                  <c:v>3.85</c:v>
                </c:pt>
                <c:pt idx="4526">
                  <c:v>3.85</c:v>
                </c:pt>
                <c:pt idx="4527">
                  <c:v>3.85</c:v>
                </c:pt>
                <c:pt idx="4528">
                  <c:v>3.85</c:v>
                </c:pt>
                <c:pt idx="4529">
                  <c:v>3.85</c:v>
                </c:pt>
                <c:pt idx="4530">
                  <c:v>3.85</c:v>
                </c:pt>
                <c:pt idx="4531">
                  <c:v>3.85</c:v>
                </c:pt>
                <c:pt idx="4532">
                  <c:v>3.85</c:v>
                </c:pt>
                <c:pt idx="4533">
                  <c:v>3.85</c:v>
                </c:pt>
                <c:pt idx="4534">
                  <c:v>3.85</c:v>
                </c:pt>
                <c:pt idx="4535">
                  <c:v>3.85</c:v>
                </c:pt>
                <c:pt idx="4536">
                  <c:v>3.85</c:v>
                </c:pt>
                <c:pt idx="4537">
                  <c:v>3.85</c:v>
                </c:pt>
                <c:pt idx="4538">
                  <c:v>3.85</c:v>
                </c:pt>
                <c:pt idx="4539">
                  <c:v>3.85</c:v>
                </c:pt>
                <c:pt idx="4540">
                  <c:v>3.85</c:v>
                </c:pt>
                <c:pt idx="4541">
                  <c:v>3.85</c:v>
                </c:pt>
                <c:pt idx="4542">
                  <c:v>3.85</c:v>
                </c:pt>
                <c:pt idx="4543">
                  <c:v>3.85</c:v>
                </c:pt>
                <c:pt idx="4544">
                  <c:v>3.85</c:v>
                </c:pt>
                <c:pt idx="4545">
                  <c:v>3.85</c:v>
                </c:pt>
                <c:pt idx="4546">
                  <c:v>4.0999999999999996</c:v>
                </c:pt>
                <c:pt idx="4547">
                  <c:v>4.0999999999999996</c:v>
                </c:pt>
                <c:pt idx="4548">
                  <c:v>4.0999999999999996</c:v>
                </c:pt>
                <c:pt idx="4549">
                  <c:v>4.0999999999999996</c:v>
                </c:pt>
                <c:pt idx="4550">
                  <c:v>4.0999999999999996</c:v>
                </c:pt>
                <c:pt idx="4551">
                  <c:v>4.0999999999999996</c:v>
                </c:pt>
                <c:pt idx="4552">
                  <c:v>4.0999999999999996</c:v>
                </c:pt>
                <c:pt idx="4553">
                  <c:v>4.0999999999999996</c:v>
                </c:pt>
                <c:pt idx="4554">
                  <c:v>4.0999999999999996</c:v>
                </c:pt>
                <c:pt idx="4555">
                  <c:v>4.0999999999999996</c:v>
                </c:pt>
                <c:pt idx="4556">
                  <c:v>4.0999999999999996</c:v>
                </c:pt>
                <c:pt idx="4557">
                  <c:v>4.0999999999999996</c:v>
                </c:pt>
                <c:pt idx="4558">
                  <c:v>4.0999999999999996</c:v>
                </c:pt>
                <c:pt idx="4559">
                  <c:v>4.0999999999999996</c:v>
                </c:pt>
                <c:pt idx="4560">
                  <c:v>4.0999999999999996</c:v>
                </c:pt>
                <c:pt idx="4561">
                  <c:v>4.0999999999999996</c:v>
                </c:pt>
                <c:pt idx="4562">
                  <c:v>4.0999999999999996</c:v>
                </c:pt>
                <c:pt idx="4563">
                  <c:v>4.0999999999999996</c:v>
                </c:pt>
                <c:pt idx="4564">
                  <c:v>4.0999999999999996</c:v>
                </c:pt>
                <c:pt idx="4565">
                  <c:v>4.0999999999999996</c:v>
                </c:pt>
                <c:pt idx="4566">
                  <c:v>4.0999999999999996</c:v>
                </c:pt>
                <c:pt idx="4567">
                  <c:v>4.0999999999999996</c:v>
                </c:pt>
                <c:pt idx="4568">
                  <c:v>4.0999999999999996</c:v>
                </c:pt>
                <c:pt idx="4569">
                  <c:v>4.0999999999999996</c:v>
                </c:pt>
                <c:pt idx="4570">
                  <c:v>4.0999999999999996</c:v>
                </c:pt>
                <c:pt idx="4571">
                  <c:v>4.0999999999999996</c:v>
                </c:pt>
                <c:pt idx="4572">
                  <c:v>4.0999999999999996</c:v>
                </c:pt>
                <c:pt idx="4573">
                  <c:v>4.0999999999999996</c:v>
                </c:pt>
                <c:pt idx="4574">
                  <c:v>4.0999999999999996</c:v>
                </c:pt>
                <c:pt idx="4575">
                  <c:v>4.0999999999999996</c:v>
                </c:pt>
                <c:pt idx="4576">
                  <c:v>4.0999999999999996</c:v>
                </c:pt>
                <c:pt idx="4577">
                  <c:v>4.0999999999999996</c:v>
                </c:pt>
                <c:pt idx="4578">
                  <c:v>4.0999999999999996</c:v>
                </c:pt>
                <c:pt idx="4579">
                  <c:v>4.0999999999999996</c:v>
                </c:pt>
                <c:pt idx="4580">
                  <c:v>4.0999999999999996</c:v>
                </c:pt>
                <c:pt idx="4581">
                  <c:v>4.0999999999999996</c:v>
                </c:pt>
                <c:pt idx="4582">
                  <c:v>4.0999999999999996</c:v>
                </c:pt>
                <c:pt idx="4583">
                  <c:v>4.0999999999999996</c:v>
                </c:pt>
                <c:pt idx="4584">
                  <c:v>4.0999999999999996</c:v>
                </c:pt>
                <c:pt idx="4585">
                  <c:v>4.0999999999999996</c:v>
                </c:pt>
                <c:pt idx="4586">
                  <c:v>4.0999999999999996</c:v>
                </c:pt>
                <c:pt idx="4587">
                  <c:v>4.0999999999999996</c:v>
                </c:pt>
                <c:pt idx="4588">
                  <c:v>4.0999999999999996</c:v>
                </c:pt>
                <c:pt idx="4589">
                  <c:v>4.0999999999999996</c:v>
                </c:pt>
                <c:pt idx="4590">
                  <c:v>4.0999999999999996</c:v>
                </c:pt>
                <c:pt idx="4591">
                  <c:v>4.0999999999999996</c:v>
                </c:pt>
                <c:pt idx="4592">
                  <c:v>4.0999999999999996</c:v>
                </c:pt>
                <c:pt idx="4593">
                  <c:v>4.0999999999999996</c:v>
                </c:pt>
                <c:pt idx="4594">
                  <c:v>4.0999999999999996</c:v>
                </c:pt>
                <c:pt idx="4595">
                  <c:v>4.0999999999999996</c:v>
                </c:pt>
                <c:pt idx="4596">
                  <c:v>4.0999999999999996</c:v>
                </c:pt>
                <c:pt idx="4597">
                  <c:v>4.0999999999999996</c:v>
                </c:pt>
                <c:pt idx="4598">
                  <c:v>4.0999999999999996</c:v>
                </c:pt>
                <c:pt idx="4599">
                  <c:v>4.0999999999999996</c:v>
                </c:pt>
                <c:pt idx="4600">
                  <c:v>4.0999999999999996</c:v>
                </c:pt>
                <c:pt idx="4601">
                  <c:v>4.0999999999999996</c:v>
                </c:pt>
                <c:pt idx="4602">
                  <c:v>4.0999999999999996</c:v>
                </c:pt>
                <c:pt idx="4603">
                  <c:v>4.0999999999999996</c:v>
                </c:pt>
                <c:pt idx="4604">
                  <c:v>4.0999999999999996</c:v>
                </c:pt>
                <c:pt idx="4605">
                  <c:v>4.0999999999999996</c:v>
                </c:pt>
                <c:pt idx="4606">
                  <c:v>4.0999999999999996</c:v>
                </c:pt>
                <c:pt idx="4607">
                  <c:v>4.0999999999999996</c:v>
                </c:pt>
                <c:pt idx="4608">
                  <c:v>4.0999999999999996</c:v>
                </c:pt>
                <c:pt idx="4609">
                  <c:v>4.0999999999999996</c:v>
                </c:pt>
                <c:pt idx="4610">
                  <c:v>4.0999999999999996</c:v>
                </c:pt>
                <c:pt idx="4611">
                  <c:v>4.0999999999999996</c:v>
                </c:pt>
                <c:pt idx="4612">
                  <c:v>4.0999999999999996</c:v>
                </c:pt>
                <c:pt idx="4613">
                  <c:v>4.0999999999999996</c:v>
                </c:pt>
                <c:pt idx="4614">
                  <c:v>4.0999999999999996</c:v>
                </c:pt>
                <c:pt idx="4615">
                  <c:v>4.0999999999999996</c:v>
                </c:pt>
                <c:pt idx="4616">
                  <c:v>4.0999999999999996</c:v>
                </c:pt>
                <c:pt idx="4617">
                  <c:v>4.0999999999999996</c:v>
                </c:pt>
                <c:pt idx="4618">
                  <c:v>4.0999999999999996</c:v>
                </c:pt>
                <c:pt idx="4619">
                  <c:v>4.0999999999999996</c:v>
                </c:pt>
                <c:pt idx="4620">
                  <c:v>4.0999999999999996</c:v>
                </c:pt>
                <c:pt idx="4621">
                  <c:v>4.0999999999999996</c:v>
                </c:pt>
                <c:pt idx="4622">
                  <c:v>4.0999999999999996</c:v>
                </c:pt>
                <c:pt idx="4623">
                  <c:v>4.0999999999999996</c:v>
                </c:pt>
                <c:pt idx="4624">
                  <c:v>4.0999999999999996</c:v>
                </c:pt>
                <c:pt idx="4625">
                  <c:v>4.0999999999999996</c:v>
                </c:pt>
                <c:pt idx="4626">
                  <c:v>4.0999999999999996</c:v>
                </c:pt>
                <c:pt idx="4627">
                  <c:v>4.0999999999999996</c:v>
                </c:pt>
                <c:pt idx="4628">
                  <c:v>4.0999999999999996</c:v>
                </c:pt>
                <c:pt idx="4629">
                  <c:v>4.0999999999999996</c:v>
                </c:pt>
                <c:pt idx="4630">
                  <c:v>4.0999999999999996</c:v>
                </c:pt>
                <c:pt idx="4631">
                  <c:v>4.0999999999999996</c:v>
                </c:pt>
                <c:pt idx="4632">
                  <c:v>4.0999999999999996</c:v>
                </c:pt>
                <c:pt idx="4633">
                  <c:v>4.0999999999999996</c:v>
                </c:pt>
                <c:pt idx="4634">
                  <c:v>4.0999999999999996</c:v>
                </c:pt>
                <c:pt idx="4635">
                  <c:v>4.0999999999999996</c:v>
                </c:pt>
                <c:pt idx="4636">
                  <c:v>4.0999999999999996</c:v>
                </c:pt>
                <c:pt idx="4637">
                  <c:v>4.0999999999999996</c:v>
                </c:pt>
                <c:pt idx="4638">
                  <c:v>4.0999999999999996</c:v>
                </c:pt>
                <c:pt idx="4639">
                  <c:v>4.0999999999999996</c:v>
                </c:pt>
                <c:pt idx="4640">
                  <c:v>4.0999999999999996</c:v>
                </c:pt>
                <c:pt idx="4641">
                  <c:v>4.0999999999999996</c:v>
                </c:pt>
                <c:pt idx="4642">
                  <c:v>4.0999999999999996</c:v>
                </c:pt>
                <c:pt idx="4643">
                  <c:v>4.0999999999999996</c:v>
                </c:pt>
                <c:pt idx="4644">
                  <c:v>4.0999999999999996</c:v>
                </c:pt>
                <c:pt idx="4645">
                  <c:v>4.0999999999999996</c:v>
                </c:pt>
                <c:pt idx="4646">
                  <c:v>4.0999999999999996</c:v>
                </c:pt>
                <c:pt idx="4647">
                  <c:v>4.0999999999999996</c:v>
                </c:pt>
                <c:pt idx="4648">
                  <c:v>4.0999999999999996</c:v>
                </c:pt>
                <c:pt idx="4649">
                  <c:v>4.0999999999999996</c:v>
                </c:pt>
                <c:pt idx="4650">
                  <c:v>4.0999999999999996</c:v>
                </c:pt>
                <c:pt idx="4651">
                  <c:v>4.0999999999999996</c:v>
                </c:pt>
                <c:pt idx="4652">
                  <c:v>4.0999999999999996</c:v>
                </c:pt>
                <c:pt idx="4653">
                  <c:v>4.0999999999999996</c:v>
                </c:pt>
                <c:pt idx="4654">
                  <c:v>4.0999999999999996</c:v>
                </c:pt>
                <c:pt idx="4655">
                  <c:v>4.0999999999999996</c:v>
                </c:pt>
                <c:pt idx="4656">
                  <c:v>4.3499999999999996</c:v>
                </c:pt>
                <c:pt idx="4657">
                  <c:v>4.3499999999999996</c:v>
                </c:pt>
                <c:pt idx="4658">
                  <c:v>4.3499999999999996</c:v>
                </c:pt>
                <c:pt idx="4659">
                  <c:v>4.3499999999999996</c:v>
                </c:pt>
                <c:pt idx="4660">
                  <c:v>4.3499999999999996</c:v>
                </c:pt>
                <c:pt idx="4661">
                  <c:v>4.3499999999999996</c:v>
                </c:pt>
                <c:pt idx="4662">
                  <c:v>4.3499999999999996</c:v>
                </c:pt>
                <c:pt idx="4663">
                  <c:v>4.3499999999999996</c:v>
                </c:pt>
                <c:pt idx="4664">
                  <c:v>4.3499999999999996</c:v>
                </c:pt>
                <c:pt idx="4665">
                  <c:v>4.3499999999999996</c:v>
                </c:pt>
                <c:pt idx="4666">
                  <c:v>4.3499999999999996</c:v>
                </c:pt>
                <c:pt idx="4667">
                  <c:v>4.3499999999999996</c:v>
                </c:pt>
                <c:pt idx="4668">
                  <c:v>4.3499999999999996</c:v>
                </c:pt>
                <c:pt idx="4669">
                  <c:v>4.3499999999999996</c:v>
                </c:pt>
                <c:pt idx="4670">
                  <c:v>4.3499999999999996</c:v>
                </c:pt>
                <c:pt idx="4671">
                  <c:v>4.3499999999999996</c:v>
                </c:pt>
                <c:pt idx="4672">
                  <c:v>4.3499999999999996</c:v>
                </c:pt>
                <c:pt idx="4673">
                  <c:v>4.3499999999999996</c:v>
                </c:pt>
                <c:pt idx="4674">
                  <c:v>4.3499999999999996</c:v>
                </c:pt>
                <c:pt idx="4675">
                  <c:v>4.3499999999999996</c:v>
                </c:pt>
                <c:pt idx="4676">
                  <c:v>4.3499999999999996</c:v>
                </c:pt>
                <c:pt idx="4677">
                  <c:v>4.3499999999999996</c:v>
                </c:pt>
                <c:pt idx="4678">
                  <c:v>4.3499999999999996</c:v>
                </c:pt>
                <c:pt idx="4679">
                  <c:v>4.3499999999999996</c:v>
                </c:pt>
                <c:pt idx="4680">
                  <c:v>4.3499999999999996</c:v>
                </c:pt>
                <c:pt idx="4681">
                  <c:v>4.3499999999999996</c:v>
                </c:pt>
                <c:pt idx="4682">
                  <c:v>4.3499999999999996</c:v>
                </c:pt>
                <c:pt idx="4683">
                  <c:v>4.3499999999999996</c:v>
                </c:pt>
                <c:pt idx="4684">
                  <c:v>4.3499999999999996</c:v>
                </c:pt>
                <c:pt idx="4685">
                  <c:v>4.3499999999999996</c:v>
                </c:pt>
                <c:pt idx="4686">
                  <c:v>4.3499999999999996</c:v>
                </c:pt>
                <c:pt idx="4687">
                  <c:v>4.3499999999999996</c:v>
                </c:pt>
                <c:pt idx="4688">
                  <c:v>4.3499999999999996</c:v>
                </c:pt>
                <c:pt idx="4689">
                  <c:v>4.3499999999999996</c:v>
                </c:pt>
                <c:pt idx="4690">
                  <c:v>4.3499999999999996</c:v>
                </c:pt>
                <c:pt idx="4691">
                  <c:v>4.3499999999999996</c:v>
                </c:pt>
                <c:pt idx="4692">
                  <c:v>4.3499999999999996</c:v>
                </c:pt>
                <c:pt idx="4693">
                  <c:v>4.3499999999999996</c:v>
                </c:pt>
                <c:pt idx="4694">
                  <c:v>4.3499999999999996</c:v>
                </c:pt>
                <c:pt idx="4695">
                  <c:v>4.3499999999999996</c:v>
                </c:pt>
                <c:pt idx="4696">
                  <c:v>4.3499999999999996</c:v>
                </c:pt>
                <c:pt idx="4697">
                  <c:v>4.3499999999999996</c:v>
                </c:pt>
                <c:pt idx="4698">
                  <c:v>4.3499999999999996</c:v>
                </c:pt>
                <c:pt idx="4699">
                  <c:v>4.3499999999999996</c:v>
                </c:pt>
                <c:pt idx="4700">
                  <c:v>4.3499999999999996</c:v>
                </c:pt>
                <c:pt idx="4701">
                  <c:v>4.3499999999999996</c:v>
                </c:pt>
                <c:pt idx="4702">
                  <c:v>4.3499999999999996</c:v>
                </c:pt>
                <c:pt idx="4703">
                  <c:v>4.3499999999999996</c:v>
                </c:pt>
                <c:pt idx="4704">
                  <c:v>4.3499999999999996</c:v>
                </c:pt>
                <c:pt idx="4705">
                  <c:v>4.3499999999999996</c:v>
                </c:pt>
                <c:pt idx="4706">
                  <c:v>4.3499999999999996</c:v>
                </c:pt>
                <c:pt idx="4707">
                  <c:v>4.3499999999999996</c:v>
                </c:pt>
                <c:pt idx="4708">
                  <c:v>4.3499999999999996</c:v>
                </c:pt>
                <c:pt idx="4709">
                  <c:v>4.3499999999999996</c:v>
                </c:pt>
                <c:pt idx="4710">
                  <c:v>4.3499999999999996</c:v>
                </c:pt>
                <c:pt idx="4711">
                  <c:v>4.3499999999999996</c:v>
                </c:pt>
                <c:pt idx="4712">
                  <c:v>4.3499999999999996</c:v>
                </c:pt>
                <c:pt idx="4713">
                  <c:v>4.3499999999999996</c:v>
                </c:pt>
                <c:pt idx="4714">
                  <c:v>4.3499999999999996</c:v>
                </c:pt>
                <c:pt idx="4715">
                  <c:v>4.3499999999999996</c:v>
                </c:pt>
                <c:pt idx="4716">
                  <c:v>4.3499999999999996</c:v>
                </c:pt>
                <c:pt idx="4717">
                  <c:v>4.3499999999999996</c:v>
                </c:pt>
                <c:pt idx="4718">
                  <c:v>4.3499999999999996</c:v>
                </c:pt>
                <c:pt idx="4719">
                  <c:v>4.3499999999999996</c:v>
                </c:pt>
                <c:pt idx="4720">
                  <c:v>4.3499999999999996</c:v>
                </c:pt>
                <c:pt idx="4721">
                  <c:v>4.3499999999999996</c:v>
                </c:pt>
                <c:pt idx="4722">
                  <c:v>4.3499999999999996</c:v>
                </c:pt>
                <c:pt idx="4723">
                  <c:v>4.3499999999999996</c:v>
                </c:pt>
                <c:pt idx="4724">
                  <c:v>4.3499999999999996</c:v>
                </c:pt>
                <c:pt idx="4725">
                  <c:v>4.3499999999999996</c:v>
                </c:pt>
                <c:pt idx="4726">
                  <c:v>4.3499999999999996</c:v>
                </c:pt>
                <c:pt idx="4727">
                  <c:v>4.3499999999999996</c:v>
                </c:pt>
                <c:pt idx="4728">
                  <c:v>4.3499999999999996</c:v>
                </c:pt>
                <c:pt idx="4729">
                  <c:v>4.3499999999999996</c:v>
                </c:pt>
                <c:pt idx="4730">
                  <c:v>4.3499999999999996</c:v>
                </c:pt>
                <c:pt idx="4731">
                  <c:v>4.3499999999999996</c:v>
                </c:pt>
                <c:pt idx="4732">
                  <c:v>4.3499999999999996</c:v>
                </c:pt>
                <c:pt idx="4733">
                  <c:v>4.3499999999999996</c:v>
                </c:pt>
                <c:pt idx="4734">
                  <c:v>4.3499999999999996</c:v>
                </c:pt>
                <c:pt idx="4735">
                  <c:v>4.3499999999999996</c:v>
                </c:pt>
                <c:pt idx="4736">
                  <c:v>4.3499999999999996</c:v>
                </c:pt>
                <c:pt idx="4737">
                  <c:v>4.3499999999999996</c:v>
                </c:pt>
                <c:pt idx="4738">
                  <c:v>4.3499999999999996</c:v>
                </c:pt>
                <c:pt idx="4739">
                  <c:v>4.3499999999999996</c:v>
                </c:pt>
                <c:pt idx="4740">
                  <c:v>4.3499999999999996</c:v>
                </c:pt>
                <c:pt idx="4741">
                  <c:v>4.3499999999999996</c:v>
                </c:pt>
                <c:pt idx="4742">
                  <c:v>4.3499999999999996</c:v>
                </c:pt>
                <c:pt idx="4743">
                  <c:v>4.3499999999999996</c:v>
                </c:pt>
                <c:pt idx="4744">
                  <c:v>4.3499999999999996</c:v>
                </c:pt>
                <c:pt idx="4745">
                  <c:v>4.3499999999999996</c:v>
                </c:pt>
                <c:pt idx="4746">
                  <c:v>4.3499999999999996</c:v>
                </c:pt>
                <c:pt idx="4747">
                  <c:v>4.3499999999999996</c:v>
                </c:pt>
                <c:pt idx="4748">
                  <c:v>4.3499999999999996</c:v>
                </c:pt>
                <c:pt idx="4749">
                  <c:v>4.3499999999999996</c:v>
                </c:pt>
                <c:pt idx="4750">
                  <c:v>4.3499999999999996</c:v>
                </c:pt>
                <c:pt idx="4751">
                  <c:v>4.3499999999999996</c:v>
                </c:pt>
                <c:pt idx="4752">
                  <c:v>4.3499999999999996</c:v>
                </c:pt>
                <c:pt idx="4753">
                  <c:v>4.3499999999999996</c:v>
                </c:pt>
                <c:pt idx="4754">
                  <c:v>4.3499999999999996</c:v>
                </c:pt>
                <c:pt idx="4755">
                  <c:v>4.3499999999999996</c:v>
                </c:pt>
                <c:pt idx="4756">
                  <c:v>4.3499999999999996</c:v>
                </c:pt>
                <c:pt idx="4757">
                  <c:v>4.3499999999999996</c:v>
                </c:pt>
                <c:pt idx="4758">
                  <c:v>4.3499999999999996</c:v>
                </c:pt>
                <c:pt idx="4759">
                  <c:v>4.3499999999999996</c:v>
                </c:pt>
                <c:pt idx="4760">
                  <c:v>4.3499999999999996</c:v>
                </c:pt>
                <c:pt idx="4761">
                  <c:v>4.3499999999999996</c:v>
                </c:pt>
                <c:pt idx="4762">
                  <c:v>4.3499999999999996</c:v>
                </c:pt>
                <c:pt idx="4763">
                  <c:v>4.3499999999999996</c:v>
                </c:pt>
                <c:pt idx="4764">
                  <c:v>4.3499999999999996</c:v>
                </c:pt>
                <c:pt idx="4765">
                  <c:v>4.3499999999999996</c:v>
                </c:pt>
                <c:pt idx="4766">
                  <c:v>4.3499999999999996</c:v>
                </c:pt>
                <c:pt idx="4767">
                  <c:v>4.3499999999999996</c:v>
                </c:pt>
                <c:pt idx="4768">
                  <c:v>4.3499999999999996</c:v>
                </c:pt>
                <c:pt idx="4769">
                  <c:v>4.3499999999999996</c:v>
                </c:pt>
                <c:pt idx="4770">
                  <c:v>4.3499999999999996</c:v>
                </c:pt>
                <c:pt idx="4771">
                  <c:v>4.3499999999999996</c:v>
                </c:pt>
                <c:pt idx="4772">
                  <c:v>4.3499999999999996</c:v>
                </c:pt>
                <c:pt idx="4773">
                  <c:v>4.3499999999999996</c:v>
                </c:pt>
                <c:pt idx="4774">
                  <c:v>4.3499999999999996</c:v>
                </c:pt>
                <c:pt idx="4775">
                  <c:v>4.3499999999999996</c:v>
                </c:pt>
                <c:pt idx="4776">
                  <c:v>4.3499999999999996</c:v>
                </c:pt>
                <c:pt idx="4777">
                  <c:v>4.3499999999999996</c:v>
                </c:pt>
                <c:pt idx="4778">
                  <c:v>4.3499999999999996</c:v>
                </c:pt>
                <c:pt idx="4779">
                  <c:v>4.3499999999999996</c:v>
                </c:pt>
                <c:pt idx="4780">
                  <c:v>4.3499999999999996</c:v>
                </c:pt>
                <c:pt idx="4781">
                  <c:v>4.3499999999999996</c:v>
                </c:pt>
                <c:pt idx="4782">
                  <c:v>4.3499999999999996</c:v>
                </c:pt>
                <c:pt idx="4783">
                  <c:v>4.3499999999999996</c:v>
                </c:pt>
                <c:pt idx="4784">
                  <c:v>4.3499999999999996</c:v>
                </c:pt>
                <c:pt idx="4785">
                  <c:v>4.3499999999999996</c:v>
                </c:pt>
                <c:pt idx="4786">
                  <c:v>4.3499999999999996</c:v>
                </c:pt>
                <c:pt idx="4787">
                  <c:v>4.3499999999999996</c:v>
                </c:pt>
                <c:pt idx="4788">
                  <c:v>4.3499999999999996</c:v>
                </c:pt>
                <c:pt idx="4789">
                  <c:v>4.3499999999999996</c:v>
                </c:pt>
                <c:pt idx="4790">
                  <c:v>4.3499999999999996</c:v>
                </c:pt>
                <c:pt idx="4791">
                  <c:v>4.3499999999999996</c:v>
                </c:pt>
                <c:pt idx="4792">
                  <c:v>4.3499999999999996</c:v>
                </c:pt>
                <c:pt idx="4793">
                  <c:v>4.3499999999999996</c:v>
                </c:pt>
                <c:pt idx="4794">
                  <c:v>4.3499999999999996</c:v>
                </c:pt>
                <c:pt idx="4795">
                  <c:v>4.3499999999999996</c:v>
                </c:pt>
                <c:pt idx="4796">
                  <c:v>4.3499999999999996</c:v>
                </c:pt>
                <c:pt idx="4797">
                  <c:v>4.3499999999999996</c:v>
                </c:pt>
                <c:pt idx="4798">
                  <c:v>4.3499999999999996</c:v>
                </c:pt>
                <c:pt idx="4799">
                  <c:v>4.3499999999999996</c:v>
                </c:pt>
                <c:pt idx="4800">
                  <c:v>4.3499999999999996</c:v>
                </c:pt>
                <c:pt idx="4801">
                  <c:v>4.3499999999999996</c:v>
                </c:pt>
                <c:pt idx="4802">
                  <c:v>4.3499999999999996</c:v>
                </c:pt>
                <c:pt idx="4803">
                  <c:v>4.3499999999999996</c:v>
                </c:pt>
                <c:pt idx="4804">
                  <c:v>4.3499999999999996</c:v>
                </c:pt>
                <c:pt idx="4805">
                  <c:v>4.3499999999999996</c:v>
                </c:pt>
                <c:pt idx="4806">
                  <c:v>4.3499999999999996</c:v>
                </c:pt>
                <c:pt idx="4807">
                  <c:v>4.3499999999999996</c:v>
                </c:pt>
                <c:pt idx="4808">
                  <c:v>4.3499999999999996</c:v>
                </c:pt>
                <c:pt idx="4809">
                  <c:v>4.3499999999999996</c:v>
                </c:pt>
                <c:pt idx="4810">
                  <c:v>4.3499999999999996</c:v>
                </c:pt>
                <c:pt idx="4811">
                  <c:v>4.3499999999999996</c:v>
                </c:pt>
                <c:pt idx="4812">
                  <c:v>4.3499999999999996</c:v>
                </c:pt>
                <c:pt idx="4813">
                  <c:v>4.3499999999999996</c:v>
                </c:pt>
                <c:pt idx="4814">
                  <c:v>4.3499999999999996</c:v>
                </c:pt>
                <c:pt idx="4815">
                  <c:v>4.3499999999999996</c:v>
                </c:pt>
                <c:pt idx="4816">
                  <c:v>4.3499999999999996</c:v>
                </c:pt>
                <c:pt idx="4817">
                  <c:v>4.3499999999999996</c:v>
                </c:pt>
                <c:pt idx="4818">
                  <c:v>4.3499999999999996</c:v>
                </c:pt>
                <c:pt idx="4819">
                  <c:v>4.3499999999999996</c:v>
                </c:pt>
                <c:pt idx="4820">
                  <c:v>4.3499999999999996</c:v>
                </c:pt>
                <c:pt idx="4821">
                  <c:v>4.3499999999999996</c:v>
                </c:pt>
                <c:pt idx="4822">
                  <c:v>4.3499999999999996</c:v>
                </c:pt>
                <c:pt idx="4823">
                  <c:v>4.3499999999999996</c:v>
                </c:pt>
                <c:pt idx="4824">
                  <c:v>4.3499999999999996</c:v>
                </c:pt>
                <c:pt idx="4825">
                  <c:v>4.3499999999999996</c:v>
                </c:pt>
                <c:pt idx="4826">
                  <c:v>4.3499999999999996</c:v>
                </c:pt>
                <c:pt idx="4827">
                  <c:v>4.3499999999999996</c:v>
                </c:pt>
                <c:pt idx="4828">
                  <c:v>4.3499999999999996</c:v>
                </c:pt>
                <c:pt idx="4829">
                  <c:v>4.3499999999999996</c:v>
                </c:pt>
                <c:pt idx="4830">
                  <c:v>4.3499999999999996</c:v>
                </c:pt>
                <c:pt idx="4831">
                  <c:v>4.3499999999999996</c:v>
                </c:pt>
                <c:pt idx="4832">
                  <c:v>4.3499999999999996</c:v>
                </c:pt>
                <c:pt idx="4833">
                  <c:v>4.3499999999999996</c:v>
                </c:pt>
                <c:pt idx="4834">
                  <c:v>4.3499999999999996</c:v>
                </c:pt>
                <c:pt idx="4835">
                  <c:v>4.3499999999999996</c:v>
                </c:pt>
                <c:pt idx="4836">
                  <c:v>4.3499999999999996</c:v>
                </c:pt>
                <c:pt idx="4837">
                  <c:v>4.3499999999999996</c:v>
                </c:pt>
                <c:pt idx="4838">
                  <c:v>4.3499999999999996</c:v>
                </c:pt>
                <c:pt idx="4839">
                  <c:v>4.3499999999999996</c:v>
                </c:pt>
                <c:pt idx="4840">
                  <c:v>4.3499999999999996</c:v>
                </c:pt>
                <c:pt idx="4841">
                  <c:v>4.3499999999999996</c:v>
                </c:pt>
                <c:pt idx="4842">
                  <c:v>4.3499999999999996</c:v>
                </c:pt>
                <c:pt idx="4843">
                  <c:v>4.3499999999999996</c:v>
                </c:pt>
                <c:pt idx="4844">
                  <c:v>4.3499999999999996</c:v>
                </c:pt>
                <c:pt idx="4845">
                  <c:v>4.3499999999999996</c:v>
                </c:pt>
                <c:pt idx="4846">
                  <c:v>4.3499999999999996</c:v>
                </c:pt>
                <c:pt idx="4847">
                  <c:v>4.3499999999999996</c:v>
                </c:pt>
                <c:pt idx="4848">
                  <c:v>4.3499999999999996</c:v>
                </c:pt>
                <c:pt idx="4849">
                  <c:v>4.3499999999999996</c:v>
                </c:pt>
                <c:pt idx="4850">
                  <c:v>4.3499999999999996</c:v>
                </c:pt>
                <c:pt idx="4851">
                  <c:v>4.3499999999999996</c:v>
                </c:pt>
                <c:pt idx="4852">
                  <c:v>4.3499999999999996</c:v>
                </c:pt>
                <c:pt idx="4853">
                  <c:v>4.3499999999999996</c:v>
                </c:pt>
                <c:pt idx="4854">
                  <c:v>4.3499999999999996</c:v>
                </c:pt>
                <c:pt idx="4855">
                  <c:v>4.3499999999999996</c:v>
                </c:pt>
                <c:pt idx="4856">
                  <c:v>4.3499999999999996</c:v>
                </c:pt>
                <c:pt idx="4857">
                  <c:v>4.3499999999999996</c:v>
                </c:pt>
                <c:pt idx="4858">
                  <c:v>4.3499999999999996</c:v>
                </c:pt>
                <c:pt idx="4859">
                  <c:v>4.3499999999999996</c:v>
                </c:pt>
                <c:pt idx="4860">
                  <c:v>4.3499999999999996</c:v>
                </c:pt>
                <c:pt idx="4861">
                  <c:v>4.3499999999999996</c:v>
                </c:pt>
                <c:pt idx="4862">
                  <c:v>4.3499999999999996</c:v>
                </c:pt>
                <c:pt idx="4863">
                  <c:v>4.3499999999999996</c:v>
                </c:pt>
                <c:pt idx="4864">
                  <c:v>4.3499999999999996</c:v>
                </c:pt>
                <c:pt idx="4865">
                  <c:v>4.3499999999999996</c:v>
                </c:pt>
                <c:pt idx="4866">
                  <c:v>4.3499999999999996</c:v>
                </c:pt>
                <c:pt idx="4867">
                  <c:v>4.3499999999999996</c:v>
                </c:pt>
                <c:pt idx="4868">
                  <c:v>4.3499999999999996</c:v>
                </c:pt>
                <c:pt idx="4869">
                  <c:v>4.3499999999999996</c:v>
                </c:pt>
                <c:pt idx="4870">
                  <c:v>4.3499999999999996</c:v>
                </c:pt>
                <c:pt idx="4871">
                  <c:v>4.3499999999999996</c:v>
                </c:pt>
                <c:pt idx="4872">
                  <c:v>4.3499999999999996</c:v>
                </c:pt>
                <c:pt idx="4873">
                  <c:v>4.3499999999999996</c:v>
                </c:pt>
                <c:pt idx="4874">
                  <c:v>4.3499999999999996</c:v>
                </c:pt>
                <c:pt idx="4875">
                  <c:v>4.3499999999999996</c:v>
                </c:pt>
                <c:pt idx="4876">
                  <c:v>4.3499999999999996</c:v>
                </c:pt>
                <c:pt idx="4877">
                  <c:v>4.3499999999999996</c:v>
                </c:pt>
                <c:pt idx="4878">
                  <c:v>4.3499999999999996</c:v>
                </c:pt>
                <c:pt idx="4879">
                  <c:v>4.3499999999999996</c:v>
                </c:pt>
                <c:pt idx="4880">
                  <c:v>4.3499999999999996</c:v>
                </c:pt>
                <c:pt idx="4881">
                  <c:v>4.3499999999999996</c:v>
                </c:pt>
                <c:pt idx="4882">
                  <c:v>4.3499999999999996</c:v>
                </c:pt>
                <c:pt idx="4883">
                  <c:v>4.3499999999999996</c:v>
                </c:pt>
                <c:pt idx="4884">
                  <c:v>4.3499999999999996</c:v>
                </c:pt>
                <c:pt idx="4885">
                  <c:v>4.3499999999999996</c:v>
                </c:pt>
                <c:pt idx="4886">
                  <c:v>4.3499999999999996</c:v>
                </c:pt>
                <c:pt idx="4887">
                  <c:v>4.3499999999999996</c:v>
                </c:pt>
                <c:pt idx="4888">
                  <c:v>4.3499999999999996</c:v>
                </c:pt>
                <c:pt idx="4889">
                  <c:v>4.3499999999999996</c:v>
                </c:pt>
                <c:pt idx="4890">
                  <c:v>4.3499999999999996</c:v>
                </c:pt>
                <c:pt idx="4891">
                  <c:v>4.3499999999999996</c:v>
                </c:pt>
                <c:pt idx="4892">
                  <c:v>4.3499999999999996</c:v>
                </c:pt>
                <c:pt idx="4893">
                  <c:v>4.3499999999999996</c:v>
                </c:pt>
                <c:pt idx="4894">
                  <c:v>4.3499999999999996</c:v>
                </c:pt>
                <c:pt idx="4895">
                  <c:v>4.3499999999999996</c:v>
                </c:pt>
                <c:pt idx="4896">
                  <c:v>4.3499999999999996</c:v>
                </c:pt>
                <c:pt idx="4897">
                  <c:v>4.3499999999999996</c:v>
                </c:pt>
                <c:pt idx="4898">
                  <c:v>4.3499999999999996</c:v>
                </c:pt>
                <c:pt idx="4899">
                  <c:v>4.3499999999999996</c:v>
                </c:pt>
                <c:pt idx="4900">
                  <c:v>4.3499999999999996</c:v>
                </c:pt>
                <c:pt idx="4901">
                  <c:v>4.3499999999999996</c:v>
                </c:pt>
                <c:pt idx="4902">
                  <c:v>4.3499999999999996</c:v>
                </c:pt>
                <c:pt idx="4903">
                  <c:v>4.3499999999999996</c:v>
                </c:pt>
                <c:pt idx="4904">
                  <c:v>4.3499999999999996</c:v>
                </c:pt>
                <c:pt idx="4905">
                  <c:v>4.3499999999999996</c:v>
                </c:pt>
                <c:pt idx="4906">
                  <c:v>4.3499999999999996</c:v>
                </c:pt>
                <c:pt idx="4907">
                  <c:v>4.3499999999999996</c:v>
                </c:pt>
                <c:pt idx="4908">
                  <c:v>4.3499999999999996</c:v>
                </c:pt>
                <c:pt idx="4909">
                  <c:v>4.3499999999999996</c:v>
                </c:pt>
                <c:pt idx="4910">
                  <c:v>4.3499999999999996</c:v>
                </c:pt>
                <c:pt idx="4911">
                  <c:v>4.3499999999999996</c:v>
                </c:pt>
                <c:pt idx="4912">
                  <c:v>4.3499999999999996</c:v>
                </c:pt>
                <c:pt idx="4913">
                  <c:v>4.3499999999999996</c:v>
                </c:pt>
                <c:pt idx="4914">
                  <c:v>4.3499999999999996</c:v>
                </c:pt>
                <c:pt idx="4915">
                  <c:v>4.3499999999999996</c:v>
                </c:pt>
                <c:pt idx="4916">
                  <c:v>4.3499999999999996</c:v>
                </c:pt>
                <c:pt idx="4917">
                  <c:v>4.3499999999999996</c:v>
                </c:pt>
                <c:pt idx="4918">
                  <c:v>4.3499999999999996</c:v>
                </c:pt>
                <c:pt idx="4919">
                  <c:v>4.3499999999999996</c:v>
                </c:pt>
                <c:pt idx="4920">
                  <c:v>4.3499999999999996</c:v>
                </c:pt>
                <c:pt idx="4921">
                  <c:v>4.3499999999999996</c:v>
                </c:pt>
                <c:pt idx="4922">
                  <c:v>4.3499999999999996</c:v>
                </c:pt>
                <c:pt idx="4923">
                  <c:v>4.3499999999999996</c:v>
                </c:pt>
                <c:pt idx="4924">
                  <c:v>4.3499999999999996</c:v>
                </c:pt>
                <c:pt idx="4925">
                  <c:v>4.3499999999999996</c:v>
                </c:pt>
                <c:pt idx="4926">
                  <c:v>4.3499999999999996</c:v>
                </c:pt>
                <c:pt idx="4927">
                  <c:v>4.3499999999999996</c:v>
                </c:pt>
                <c:pt idx="4928">
                  <c:v>4.3499999999999996</c:v>
                </c:pt>
                <c:pt idx="4929">
                  <c:v>4.3499999999999996</c:v>
                </c:pt>
                <c:pt idx="4930">
                  <c:v>4.3499999999999996</c:v>
                </c:pt>
                <c:pt idx="4931">
                  <c:v>4.3499999999999996</c:v>
                </c:pt>
                <c:pt idx="4932">
                  <c:v>4.3499999999999996</c:v>
                </c:pt>
                <c:pt idx="4933">
                  <c:v>4.3499999999999996</c:v>
                </c:pt>
                <c:pt idx="4934">
                  <c:v>4.3499999999999996</c:v>
                </c:pt>
                <c:pt idx="4935">
                  <c:v>4.3499999999999996</c:v>
                </c:pt>
                <c:pt idx="4936">
                  <c:v>4.3499999999999996</c:v>
                </c:pt>
                <c:pt idx="4937">
                  <c:v>4.3499999999999996</c:v>
                </c:pt>
                <c:pt idx="4938">
                  <c:v>4.3499999999999996</c:v>
                </c:pt>
                <c:pt idx="4939">
                  <c:v>4.3499999999999996</c:v>
                </c:pt>
                <c:pt idx="4940">
                  <c:v>4.3499999999999996</c:v>
                </c:pt>
                <c:pt idx="4941">
                  <c:v>4.3499999999999996</c:v>
                </c:pt>
                <c:pt idx="4942">
                  <c:v>4.3499999999999996</c:v>
                </c:pt>
                <c:pt idx="4943">
                  <c:v>4.3499999999999996</c:v>
                </c:pt>
                <c:pt idx="4944">
                  <c:v>4.3499999999999996</c:v>
                </c:pt>
                <c:pt idx="4945">
                  <c:v>4.3499999999999996</c:v>
                </c:pt>
                <c:pt idx="4946">
                  <c:v>4.3499999999999996</c:v>
                </c:pt>
                <c:pt idx="4947">
                  <c:v>4.3499999999999996</c:v>
                </c:pt>
                <c:pt idx="4948">
                  <c:v>4.3499999999999996</c:v>
                </c:pt>
                <c:pt idx="4949">
                  <c:v>4.3499999999999996</c:v>
                </c:pt>
                <c:pt idx="4950">
                  <c:v>4.3499999999999996</c:v>
                </c:pt>
                <c:pt idx="4951">
                  <c:v>4.3499999999999996</c:v>
                </c:pt>
                <c:pt idx="4952">
                  <c:v>4.3499999999999996</c:v>
                </c:pt>
                <c:pt idx="4953">
                  <c:v>4.3499999999999996</c:v>
                </c:pt>
                <c:pt idx="4954">
                  <c:v>4.3499999999999996</c:v>
                </c:pt>
                <c:pt idx="4955">
                  <c:v>4.3499999999999996</c:v>
                </c:pt>
                <c:pt idx="4956">
                  <c:v>4.3499999999999996</c:v>
                </c:pt>
                <c:pt idx="4957">
                  <c:v>4.3499999999999996</c:v>
                </c:pt>
                <c:pt idx="4958">
                  <c:v>4.3499999999999996</c:v>
                </c:pt>
                <c:pt idx="4959">
                  <c:v>4.3499999999999996</c:v>
                </c:pt>
                <c:pt idx="4960">
                  <c:v>4.3499999999999996</c:v>
                </c:pt>
                <c:pt idx="4961">
                  <c:v>4.3499999999999996</c:v>
                </c:pt>
                <c:pt idx="4962">
                  <c:v>4.3499999999999996</c:v>
                </c:pt>
                <c:pt idx="4963">
                  <c:v>4.3499999999999996</c:v>
                </c:pt>
                <c:pt idx="4964">
                  <c:v>4.3499999999999996</c:v>
                </c:pt>
                <c:pt idx="4965">
                  <c:v>4.3499999999999996</c:v>
                </c:pt>
                <c:pt idx="4966">
                  <c:v>4.3499999999999996</c:v>
                </c:pt>
                <c:pt idx="4967">
                  <c:v>4.3499999999999996</c:v>
                </c:pt>
                <c:pt idx="4968">
                  <c:v>4.3499999999999996</c:v>
                </c:pt>
                <c:pt idx="4969">
                  <c:v>4.3499999999999996</c:v>
                </c:pt>
                <c:pt idx="4970">
                  <c:v>4.3499999999999996</c:v>
                </c:pt>
                <c:pt idx="4971">
                  <c:v>4.3499999999999996</c:v>
                </c:pt>
                <c:pt idx="4972">
                  <c:v>4.3499999999999996</c:v>
                </c:pt>
                <c:pt idx="4973">
                  <c:v>4.3499999999999996</c:v>
                </c:pt>
                <c:pt idx="4974">
                  <c:v>4.3499999999999996</c:v>
                </c:pt>
                <c:pt idx="4975">
                  <c:v>4.3499999999999996</c:v>
                </c:pt>
                <c:pt idx="4976">
                  <c:v>4.3499999999999996</c:v>
                </c:pt>
                <c:pt idx="4977">
                  <c:v>4.3499999999999996</c:v>
                </c:pt>
                <c:pt idx="4978">
                  <c:v>4.3499999999999996</c:v>
                </c:pt>
                <c:pt idx="4979">
                  <c:v>4.3499999999999996</c:v>
                </c:pt>
                <c:pt idx="4980">
                  <c:v>4.3499999999999996</c:v>
                </c:pt>
                <c:pt idx="4981">
                  <c:v>4.3499999999999996</c:v>
                </c:pt>
                <c:pt idx="4982">
                  <c:v>4.3499999999999996</c:v>
                </c:pt>
                <c:pt idx="4983">
                  <c:v>4.3499999999999996</c:v>
                </c:pt>
                <c:pt idx="4984">
                  <c:v>4.3499999999999996</c:v>
                </c:pt>
                <c:pt idx="4985">
                  <c:v>4.3499999999999996</c:v>
                </c:pt>
                <c:pt idx="4986">
                  <c:v>4.3499999999999996</c:v>
                </c:pt>
                <c:pt idx="4987">
                  <c:v>4.3499999999999996</c:v>
                </c:pt>
                <c:pt idx="4988">
                  <c:v>4.3499999999999996</c:v>
                </c:pt>
                <c:pt idx="4989">
                  <c:v>4.3499999999999996</c:v>
                </c:pt>
                <c:pt idx="4990">
                  <c:v>4.3499999999999996</c:v>
                </c:pt>
                <c:pt idx="4991">
                  <c:v>4.0999999999999996</c:v>
                </c:pt>
                <c:pt idx="4992">
                  <c:v>4.0999999999999996</c:v>
                </c:pt>
                <c:pt idx="4993">
                  <c:v>4.0999999999999996</c:v>
                </c:pt>
                <c:pt idx="4994">
                  <c:v>4.0999999999999996</c:v>
                </c:pt>
                <c:pt idx="4995">
                  <c:v>4.0999999999999996</c:v>
                </c:pt>
                <c:pt idx="4996">
                  <c:v>4.0999999999999996</c:v>
                </c:pt>
                <c:pt idx="4997">
                  <c:v>4.0999999999999996</c:v>
                </c:pt>
                <c:pt idx="4998">
                  <c:v>4.0999999999999996</c:v>
                </c:pt>
                <c:pt idx="4999">
                  <c:v>4.0999999999999996</c:v>
                </c:pt>
                <c:pt idx="5000">
                  <c:v>4.0999999999999996</c:v>
                </c:pt>
                <c:pt idx="5001">
                  <c:v>4.0999999999999996</c:v>
                </c:pt>
                <c:pt idx="5002">
                  <c:v>4.0999999999999996</c:v>
                </c:pt>
                <c:pt idx="5003">
                  <c:v>4.0999999999999996</c:v>
                </c:pt>
                <c:pt idx="5004">
                  <c:v>4.0999999999999996</c:v>
                </c:pt>
                <c:pt idx="5005">
                  <c:v>4.0999999999999996</c:v>
                </c:pt>
                <c:pt idx="5006">
                  <c:v>4.0999999999999996</c:v>
                </c:pt>
                <c:pt idx="5007">
                  <c:v>4.0999999999999996</c:v>
                </c:pt>
                <c:pt idx="5008">
                  <c:v>4.0999999999999996</c:v>
                </c:pt>
                <c:pt idx="5009">
                  <c:v>4.0999999999999996</c:v>
                </c:pt>
                <c:pt idx="5010">
                  <c:v>4.0999999999999996</c:v>
                </c:pt>
                <c:pt idx="5011">
                  <c:v>4.0999999999999996</c:v>
                </c:pt>
                <c:pt idx="5012">
                  <c:v>4.0999999999999996</c:v>
                </c:pt>
                <c:pt idx="5013">
                  <c:v>4.0999999999999996</c:v>
                </c:pt>
                <c:pt idx="5014">
                  <c:v>4.0999999999999996</c:v>
                </c:pt>
                <c:pt idx="5015">
                  <c:v>4.0999999999999996</c:v>
                </c:pt>
                <c:pt idx="5016">
                  <c:v>4.0999999999999996</c:v>
                </c:pt>
                <c:pt idx="5017">
                  <c:v>4.0999999999999996</c:v>
                </c:pt>
                <c:pt idx="5018">
                  <c:v>4.0999999999999996</c:v>
                </c:pt>
                <c:pt idx="5019">
                  <c:v>4.0999999999999996</c:v>
                </c:pt>
                <c:pt idx="5020">
                  <c:v>4.0999999999999996</c:v>
                </c:pt>
                <c:pt idx="5021">
                  <c:v>4.0999999999999996</c:v>
                </c:pt>
                <c:pt idx="5022">
                  <c:v>4.0999999999999996</c:v>
                </c:pt>
                <c:pt idx="5023">
                  <c:v>4.0999999999999996</c:v>
                </c:pt>
                <c:pt idx="5024">
                  <c:v>4.0999999999999996</c:v>
                </c:pt>
                <c:pt idx="5025">
                  <c:v>4.0999999999999996</c:v>
                </c:pt>
                <c:pt idx="5026">
                  <c:v>4.0999999999999996</c:v>
                </c:pt>
                <c:pt idx="5027">
                  <c:v>4.0999999999999996</c:v>
                </c:pt>
                <c:pt idx="5028">
                  <c:v>4.0999999999999996</c:v>
                </c:pt>
                <c:pt idx="5029">
                  <c:v>4.0999999999999996</c:v>
                </c:pt>
                <c:pt idx="5030">
                  <c:v>4.0999999999999996</c:v>
                </c:pt>
                <c:pt idx="5031">
                  <c:v>4.0999999999999996</c:v>
                </c:pt>
                <c:pt idx="5032">
                  <c:v>4.0999999999999996</c:v>
                </c:pt>
                <c:pt idx="5033">
                  <c:v>4.0999999999999996</c:v>
                </c:pt>
                <c:pt idx="5034">
                  <c:v>4.0999999999999996</c:v>
                </c:pt>
                <c:pt idx="5035">
                  <c:v>4.0999999999999996</c:v>
                </c:pt>
                <c:pt idx="5036">
                  <c:v>4.0999999999999996</c:v>
                </c:pt>
                <c:pt idx="5037">
                  <c:v>4.0999999999999996</c:v>
                </c:pt>
                <c:pt idx="5038">
                  <c:v>4.0999999999999996</c:v>
                </c:pt>
                <c:pt idx="5039">
                  <c:v>4.0999999999999996</c:v>
                </c:pt>
                <c:pt idx="5040">
                  <c:v>4.0999999999999996</c:v>
                </c:pt>
                <c:pt idx="5041">
                  <c:v>4.0999999999999996</c:v>
                </c:pt>
                <c:pt idx="5042">
                  <c:v>4.0999999999999996</c:v>
                </c:pt>
                <c:pt idx="5043">
                  <c:v>4.0999999999999996</c:v>
                </c:pt>
                <c:pt idx="5044">
                  <c:v>4.0999999999999996</c:v>
                </c:pt>
                <c:pt idx="5045">
                  <c:v>4.0999999999999996</c:v>
                </c:pt>
                <c:pt idx="5046">
                  <c:v>4.0999999999999996</c:v>
                </c:pt>
                <c:pt idx="5047">
                  <c:v>4.0999999999999996</c:v>
                </c:pt>
                <c:pt idx="5048">
                  <c:v>4.0999999999999996</c:v>
                </c:pt>
                <c:pt idx="5049">
                  <c:v>4.0999999999999996</c:v>
                </c:pt>
                <c:pt idx="5050">
                  <c:v>4.0999999999999996</c:v>
                </c:pt>
                <c:pt idx="5051">
                  <c:v>4.0999999999999996</c:v>
                </c:pt>
                <c:pt idx="5052">
                  <c:v>4.0999999999999996</c:v>
                </c:pt>
                <c:pt idx="5053">
                  <c:v>4.0999999999999996</c:v>
                </c:pt>
                <c:pt idx="5054">
                  <c:v>4.0999999999999996</c:v>
                </c:pt>
                <c:pt idx="5055">
                  <c:v>4.0999999999999996</c:v>
                </c:pt>
                <c:pt idx="5056">
                  <c:v>3.85</c:v>
                </c:pt>
                <c:pt idx="5057">
                  <c:v>3.85</c:v>
                </c:pt>
                <c:pt idx="5058">
                  <c:v>3.85</c:v>
                </c:pt>
                <c:pt idx="5059">
                  <c:v>3.85</c:v>
                </c:pt>
                <c:pt idx="5060">
                  <c:v>3.85</c:v>
                </c:pt>
                <c:pt idx="5061">
                  <c:v>3.85</c:v>
                </c:pt>
                <c:pt idx="5062">
                  <c:v>3.85</c:v>
                </c:pt>
                <c:pt idx="5063">
                  <c:v>3.85</c:v>
                </c:pt>
                <c:pt idx="5064">
                  <c:v>3.85</c:v>
                </c:pt>
                <c:pt idx="5065">
                  <c:v>3.85</c:v>
                </c:pt>
                <c:pt idx="5066">
                  <c:v>3.85</c:v>
                </c:pt>
                <c:pt idx="5067">
                  <c:v>3.85</c:v>
                </c:pt>
                <c:pt idx="5068">
                  <c:v>3.85</c:v>
                </c:pt>
                <c:pt idx="5069">
                  <c:v>3.85</c:v>
                </c:pt>
                <c:pt idx="5070">
                  <c:v>3.85</c:v>
                </c:pt>
                <c:pt idx="5071">
                  <c:v>3.85</c:v>
                </c:pt>
                <c:pt idx="5072">
                  <c:v>3.85</c:v>
                </c:pt>
                <c:pt idx="5073">
                  <c:v>3.85</c:v>
                </c:pt>
                <c:pt idx="5074">
                  <c:v>3.85</c:v>
                </c:pt>
                <c:pt idx="5075">
                  <c:v>3.85</c:v>
                </c:pt>
                <c:pt idx="5076">
                  <c:v>3.85</c:v>
                </c:pt>
                <c:pt idx="5077">
                  <c:v>3.85</c:v>
                </c:pt>
                <c:pt idx="5078">
                  <c:v>3.85</c:v>
                </c:pt>
                <c:pt idx="5079">
                  <c:v>3.85</c:v>
                </c:pt>
                <c:pt idx="5080">
                  <c:v>3.85</c:v>
                </c:pt>
                <c:pt idx="5081">
                  <c:v>3.85</c:v>
                </c:pt>
                <c:pt idx="5082">
                  <c:v>3.85</c:v>
                </c:pt>
                <c:pt idx="5083">
                  <c:v>3.85</c:v>
                </c:pt>
                <c:pt idx="5084">
                  <c:v>3.85</c:v>
                </c:pt>
                <c:pt idx="5085">
                  <c:v>3.85</c:v>
                </c:pt>
                <c:pt idx="5086">
                  <c:v>3.85</c:v>
                </c:pt>
                <c:pt idx="5087">
                  <c:v>3.85</c:v>
                </c:pt>
                <c:pt idx="5088">
                  <c:v>3.85</c:v>
                </c:pt>
                <c:pt idx="5089">
                  <c:v>3.85</c:v>
                </c:pt>
                <c:pt idx="5090">
                  <c:v>3.85</c:v>
                </c:pt>
                <c:pt idx="5091">
                  <c:v>3.85</c:v>
                </c:pt>
                <c:pt idx="5092">
                  <c:v>3.85</c:v>
                </c:pt>
                <c:pt idx="5093">
                  <c:v>3.85</c:v>
                </c:pt>
                <c:pt idx="5094">
                  <c:v>3.85</c:v>
                </c:pt>
                <c:pt idx="5095">
                  <c:v>3.85</c:v>
                </c:pt>
                <c:pt idx="5096">
                  <c:v>3.85</c:v>
                </c:pt>
                <c:pt idx="5097">
                  <c:v>3.85</c:v>
                </c:pt>
                <c:pt idx="5098">
                  <c:v>3.85</c:v>
                </c:pt>
                <c:pt idx="5099">
                  <c:v>3.85</c:v>
                </c:pt>
                <c:pt idx="5100">
                  <c:v>3.85</c:v>
                </c:pt>
                <c:pt idx="5101">
                  <c:v>3.85</c:v>
                </c:pt>
                <c:pt idx="5102">
                  <c:v>3.85</c:v>
                </c:pt>
                <c:pt idx="5103">
                  <c:v>3.85</c:v>
                </c:pt>
                <c:pt idx="5104">
                  <c:v>3.85</c:v>
                </c:pt>
                <c:pt idx="5105">
                  <c:v>3.85</c:v>
                </c:pt>
                <c:pt idx="5106">
                  <c:v>3.85</c:v>
                </c:pt>
                <c:pt idx="5107">
                  <c:v>3.85</c:v>
                </c:pt>
                <c:pt idx="5108">
                  <c:v>3.85</c:v>
                </c:pt>
                <c:pt idx="5109">
                  <c:v>3.85</c:v>
                </c:pt>
                <c:pt idx="5110">
                  <c:v>3.85</c:v>
                </c:pt>
                <c:pt idx="5111">
                  <c:v>3.85</c:v>
                </c:pt>
                <c:pt idx="5112">
                  <c:v>3.85</c:v>
                </c:pt>
                <c:pt idx="5113">
                  <c:v>3.85</c:v>
                </c:pt>
                <c:pt idx="5114">
                  <c:v>3.85</c:v>
                </c:pt>
                <c:pt idx="5115">
                  <c:v>3.85</c:v>
                </c:pt>
                <c:pt idx="5116">
                  <c:v>3.6</c:v>
                </c:pt>
                <c:pt idx="5117">
                  <c:v>3.6</c:v>
                </c:pt>
                <c:pt idx="5118">
                  <c:v>3.6</c:v>
                </c:pt>
                <c:pt idx="5119">
                  <c:v>3.6</c:v>
                </c:pt>
                <c:pt idx="5120">
                  <c:v>3.6</c:v>
                </c:pt>
                <c:pt idx="5121">
                  <c:v>3.6</c:v>
                </c:pt>
                <c:pt idx="5122">
                  <c:v>3.6</c:v>
                </c:pt>
                <c:pt idx="5123">
                  <c:v>3.6</c:v>
                </c:pt>
                <c:pt idx="5124">
                  <c:v>3.6</c:v>
                </c:pt>
                <c:pt idx="5125">
                  <c:v>3.6</c:v>
                </c:pt>
                <c:pt idx="5126">
                  <c:v>3.6</c:v>
                </c:pt>
                <c:pt idx="5127">
                  <c:v>3.6</c:v>
                </c:pt>
                <c:pt idx="5128">
                  <c:v>3.6</c:v>
                </c:pt>
                <c:pt idx="5129">
                  <c:v>3.6</c:v>
                </c:pt>
                <c:pt idx="5130">
                  <c:v>3.6</c:v>
                </c:pt>
                <c:pt idx="5131">
                  <c:v>3.6</c:v>
                </c:pt>
                <c:pt idx="5132">
                  <c:v>3.6</c:v>
                </c:pt>
                <c:pt idx="5133">
                  <c:v>3.6</c:v>
                </c:pt>
                <c:pt idx="5134">
                  <c:v>3.6</c:v>
                </c:pt>
                <c:pt idx="5135">
                  <c:v>3.6</c:v>
                </c:pt>
                <c:pt idx="5136">
                  <c:v>3.6</c:v>
                </c:pt>
                <c:pt idx="5137">
                  <c:v>3.6</c:v>
                </c:pt>
                <c:pt idx="5138">
                  <c:v>3.6</c:v>
                </c:pt>
                <c:pt idx="5139">
                  <c:v>3.6</c:v>
                </c:pt>
                <c:pt idx="5140">
                  <c:v>3.6</c:v>
                </c:pt>
                <c:pt idx="5141">
                  <c:v>3.6</c:v>
                </c:pt>
                <c:pt idx="5142">
                  <c:v>3.6</c:v>
                </c:pt>
                <c:pt idx="5143">
                  <c:v>3.6</c:v>
                </c:pt>
                <c:pt idx="5144">
                  <c:v>3.6</c:v>
                </c:pt>
                <c:pt idx="5145">
                  <c:v>3.6</c:v>
                </c:pt>
                <c:pt idx="5146">
                  <c:v>3.6</c:v>
                </c:pt>
                <c:pt idx="5147">
                  <c:v>3.6</c:v>
                </c:pt>
                <c:pt idx="5148">
                  <c:v>3.6</c:v>
                </c:pt>
                <c:pt idx="5149">
                  <c:v>3.6</c:v>
                </c:pt>
                <c:pt idx="5150">
                  <c:v>3.6</c:v>
                </c:pt>
                <c:pt idx="5151">
                  <c:v>3.6</c:v>
                </c:pt>
                <c:pt idx="5152">
                  <c:v>3.6</c:v>
                </c:pt>
                <c:pt idx="5153">
                  <c:v>3.6</c:v>
                </c:pt>
                <c:pt idx="5154">
                  <c:v>3.6</c:v>
                </c:pt>
                <c:pt idx="5155">
                  <c:v>3.6</c:v>
                </c:pt>
                <c:pt idx="5156">
                  <c:v>3.6</c:v>
                </c:pt>
                <c:pt idx="5157">
                  <c:v>3.6</c:v>
                </c:pt>
                <c:pt idx="5158">
                  <c:v>3.6</c:v>
                </c:pt>
                <c:pt idx="5159">
                  <c:v>3.6</c:v>
                </c:pt>
                <c:pt idx="5160">
                  <c:v>3.6</c:v>
                </c:pt>
                <c:pt idx="5161">
                  <c:v>3.6</c:v>
                </c:pt>
                <c:pt idx="5162">
                  <c:v>3.6</c:v>
                </c:pt>
                <c:pt idx="5163">
                  <c:v>3.6</c:v>
                </c:pt>
                <c:pt idx="5164">
                  <c:v>3.6</c:v>
                </c:pt>
                <c:pt idx="5165">
                  <c:v>3.6</c:v>
                </c:pt>
                <c:pt idx="5166">
                  <c:v>3.6</c:v>
                </c:pt>
                <c:pt idx="5167">
                  <c:v>3.6</c:v>
                </c:pt>
                <c:pt idx="5168">
                  <c:v>3.6</c:v>
                </c:pt>
                <c:pt idx="5169">
                  <c:v>3.6</c:v>
                </c:pt>
                <c:pt idx="5170">
                  <c:v>3.6</c:v>
                </c:pt>
                <c:pt idx="5171">
                  <c:v>3.6</c:v>
                </c:pt>
                <c:pt idx="5172">
                  <c:v>3.6</c:v>
                </c:pt>
                <c:pt idx="5173">
                  <c:v>3.6</c:v>
                </c:pt>
                <c:pt idx="5174">
                  <c:v>3.6</c:v>
                </c:pt>
                <c:pt idx="5175">
                  <c:v>3.6</c:v>
                </c:pt>
                <c:pt idx="5176">
                  <c:v>3.6</c:v>
                </c:pt>
                <c:pt idx="5177">
                  <c:v>3.6</c:v>
                </c:pt>
                <c:pt idx="5178">
                  <c:v>3.6</c:v>
                </c:pt>
                <c:pt idx="5179">
                  <c:v>3.6</c:v>
                </c:pt>
                <c:pt idx="5180">
                  <c:v>3.6</c:v>
                </c:pt>
                <c:pt idx="5181">
                  <c:v>3.6</c:v>
                </c:pt>
                <c:pt idx="5182">
                  <c:v>3.6</c:v>
                </c:pt>
                <c:pt idx="5183">
                  <c:v>3.6</c:v>
                </c:pt>
                <c:pt idx="5184">
                  <c:v>3.6</c:v>
                </c:pt>
                <c:pt idx="5185">
                  <c:v>3.6</c:v>
                </c:pt>
                <c:pt idx="5186">
                  <c:v>3.6</c:v>
                </c:pt>
                <c:pt idx="5187">
                  <c:v>3.6</c:v>
                </c:pt>
                <c:pt idx="5188">
                  <c:v>3.6</c:v>
                </c:pt>
                <c:pt idx="5189">
                  <c:v>3.6</c:v>
                </c:pt>
                <c:pt idx="5190">
                  <c:v>3.6</c:v>
                </c:pt>
                <c:pt idx="5191">
                  <c:v>3.6</c:v>
                </c:pt>
                <c:pt idx="5192">
                  <c:v>3.6</c:v>
                </c:pt>
                <c:pt idx="5193">
                  <c:v>3.6</c:v>
                </c:pt>
                <c:pt idx="5194">
                  <c:v>3.6</c:v>
                </c:pt>
                <c:pt idx="5195">
                  <c:v>3.6</c:v>
                </c:pt>
                <c:pt idx="5196">
                  <c:v>3.6</c:v>
                </c:pt>
                <c:pt idx="5197">
                  <c:v>3.6</c:v>
                </c:pt>
                <c:pt idx="5198">
                  <c:v>3.6</c:v>
                </c:pt>
                <c:pt idx="5199">
                  <c:v>3.6</c:v>
                </c:pt>
                <c:pt idx="5200">
                  <c:v>3.6</c:v>
                </c:pt>
                <c:pt idx="5201">
                  <c:v>3.6</c:v>
                </c:pt>
                <c:pt idx="5202">
                  <c:v>3.6</c:v>
                </c:pt>
                <c:pt idx="5203">
                  <c:v>3.6</c:v>
                </c:pt>
                <c:pt idx="5204">
                  <c:v>3.6</c:v>
                </c:pt>
                <c:pt idx="5205">
                  <c:v>3.6</c:v>
                </c:pt>
                <c:pt idx="5206">
                  <c:v>3.6</c:v>
                </c:pt>
                <c:pt idx="5207">
                  <c:v>3.6</c:v>
                </c:pt>
                <c:pt idx="5208">
                  <c:v>3.6</c:v>
                </c:pt>
                <c:pt idx="5209">
                  <c:v>3.6</c:v>
                </c:pt>
                <c:pt idx="5210">
                  <c:v>3.6</c:v>
                </c:pt>
                <c:pt idx="5211">
                  <c:v>3.6</c:v>
                </c:pt>
                <c:pt idx="5212">
                  <c:v>3.6</c:v>
                </c:pt>
                <c:pt idx="5213">
                  <c:v>3.6</c:v>
                </c:pt>
                <c:pt idx="5214">
                  <c:v>3.6</c:v>
                </c:pt>
                <c:pt idx="5215">
                  <c:v>3.6</c:v>
                </c:pt>
                <c:pt idx="5216">
                  <c:v>3.6</c:v>
                </c:pt>
                <c:pt idx="5217">
                  <c:v>3.6</c:v>
                </c:pt>
                <c:pt idx="5218">
                  <c:v>3.6</c:v>
                </c:pt>
                <c:pt idx="5219">
                  <c:v>3.6</c:v>
                </c:pt>
                <c:pt idx="5220">
                  <c:v>3.6</c:v>
                </c:pt>
                <c:pt idx="5221">
                  <c:v>3.6</c:v>
                </c:pt>
                <c:pt idx="5222">
                  <c:v>3.6</c:v>
                </c:pt>
                <c:pt idx="5223">
                  <c:v>3.6</c:v>
                </c:pt>
                <c:pt idx="5224">
                  <c:v>3.6</c:v>
                </c:pt>
                <c:pt idx="5225">
                  <c:v>3.6</c:v>
                </c:pt>
                <c:pt idx="5226">
                  <c:v>3.6</c:v>
                </c:pt>
                <c:pt idx="5227">
                  <c:v>3.6</c:v>
                </c:pt>
                <c:pt idx="5228">
                  <c:v>3.6</c:v>
                </c:pt>
                <c:pt idx="5229">
                  <c:v>3.6</c:v>
                </c:pt>
                <c:pt idx="5230">
                  <c:v>3.6</c:v>
                </c:pt>
                <c:pt idx="5231">
                  <c:v>3.6</c:v>
                </c:pt>
                <c:pt idx="5232">
                  <c:v>3.6</c:v>
                </c:pt>
                <c:pt idx="5233">
                  <c:v>3.6</c:v>
                </c:pt>
                <c:pt idx="5234">
                  <c:v>3.6</c:v>
                </c:pt>
                <c:pt idx="5235">
                  <c:v>3.6</c:v>
                </c:pt>
                <c:pt idx="5236">
                  <c:v>3.6</c:v>
                </c:pt>
                <c:pt idx="5237">
                  <c:v>3.6</c:v>
                </c:pt>
                <c:pt idx="5238">
                  <c:v>3.6</c:v>
                </c:pt>
                <c:pt idx="5239">
                  <c:v>3.6</c:v>
                </c:pt>
                <c:pt idx="5240">
                  <c:v>3.6</c:v>
                </c:pt>
                <c:pt idx="5241">
                  <c:v>3.85</c:v>
                </c:pt>
                <c:pt idx="5242">
                  <c:v>3.85</c:v>
                </c:pt>
                <c:pt idx="5243">
                  <c:v>3.85</c:v>
                </c:pt>
                <c:pt idx="5244">
                  <c:v>3.85</c:v>
                </c:pt>
                <c:pt idx="5245">
                  <c:v>3.85</c:v>
                </c:pt>
                <c:pt idx="5246">
                  <c:v>3.85</c:v>
                </c:pt>
                <c:pt idx="5247">
                  <c:v>3.85</c:v>
                </c:pt>
                <c:pt idx="5248">
                  <c:v>3.85</c:v>
                </c:pt>
                <c:pt idx="5249">
                  <c:v>3.85</c:v>
                </c:pt>
                <c:pt idx="5250">
                  <c:v>3.85</c:v>
                </c:pt>
                <c:pt idx="5251">
                  <c:v>3.85</c:v>
                </c:pt>
                <c:pt idx="5252">
                  <c:v>3.85</c:v>
                </c:pt>
                <c:pt idx="5253">
                  <c:v>3.85</c:v>
                </c:pt>
                <c:pt idx="5254">
                  <c:v>3.85</c:v>
                </c:pt>
                <c:pt idx="5255">
                  <c:v>3.85</c:v>
                </c:pt>
                <c:pt idx="5256">
                  <c:v>3.85</c:v>
                </c:pt>
                <c:pt idx="5257">
                  <c:v>3.85</c:v>
                </c:pt>
                <c:pt idx="5258">
                  <c:v>3.85</c:v>
                </c:pt>
                <c:pt idx="5259">
                  <c:v>3.85</c:v>
                </c:pt>
                <c:pt idx="5260">
                  <c:v>3.85</c:v>
                </c:pt>
                <c:pt idx="5261">
                  <c:v>3.85</c:v>
                </c:pt>
                <c:pt idx="5262">
                  <c:v>3.85</c:v>
                </c:pt>
                <c:pt idx="5263">
                  <c:v>3.85</c:v>
                </c:pt>
                <c:pt idx="5264">
                  <c:v>3.85</c:v>
                </c:pt>
                <c:pt idx="5265">
                  <c:v>3.85</c:v>
                </c:pt>
                <c:pt idx="5266">
                  <c:v>3.85</c:v>
                </c:pt>
                <c:pt idx="5267">
                  <c:v>3.85</c:v>
                </c:pt>
                <c:pt idx="5268">
                  <c:v>3.85</c:v>
                </c:pt>
                <c:pt idx="5269">
                  <c:v>3.85</c:v>
                </c:pt>
                <c:pt idx="5270">
                  <c:v>3.85</c:v>
                </c:pt>
                <c:pt idx="5271">
                  <c:v>4.0999999999999996</c:v>
                </c:pt>
                <c:pt idx="5272">
                  <c:v>4.0999999999999996</c:v>
                </c:pt>
                <c:pt idx="5273">
                  <c:v>4.0999999999999996</c:v>
                </c:pt>
                <c:pt idx="5274">
                  <c:v>4.0999999999999996</c:v>
                </c:pt>
                <c:pt idx="5275">
                  <c:v>4.0999999999999996</c:v>
                </c:pt>
                <c:pt idx="5276">
                  <c:v>4.0999999999999996</c:v>
                </c:pt>
                <c:pt idx="5277">
                  <c:v>4.0999999999999996</c:v>
                </c:pt>
                <c:pt idx="5278">
                  <c:v>4.0999999999999996</c:v>
                </c:pt>
                <c:pt idx="5279">
                  <c:v>4.0999999999999996</c:v>
                </c:pt>
                <c:pt idx="5280">
                  <c:v>4.0999999999999996</c:v>
                </c:pt>
                <c:pt idx="5281">
                  <c:v>4.0999999999999996</c:v>
                </c:pt>
                <c:pt idx="5282">
                  <c:v>4.0999999999999996</c:v>
                </c:pt>
                <c:pt idx="5283">
                  <c:v>4.0999999999999996</c:v>
                </c:pt>
                <c:pt idx="5284">
                  <c:v>4.0999999999999996</c:v>
                </c:pt>
                <c:pt idx="5285">
                  <c:v>4.0999999999999996</c:v>
                </c:pt>
                <c:pt idx="5286">
                  <c:v>4.0999999999999996</c:v>
                </c:pt>
                <c:pt idx="5287">
                  <c:v>4.0999999999999996</c:v>
                </c:pt>
                <c:pt idx="5288">
                  <c:v>4.0999999999999996</c:v>
                </c:pt>
                <c:pt idx="5289">
                  <c:v>4.0999999999999996</c:v>
                </c:pt>
                <c:pt idx="5290">
                  <c:v>4.0999999999999996</c:v>
                </c:pt>
                <c:pt idx="5291">
                  <c:v>4.0999999999999996</c:v>
                </c:pt>
                <c:pt idx="5292">
                  <c:v>4.0999999999999996</c:v>
                </c:pt>
                <c:pt idx="5293">
                  <c:v>4.0999999999999996</c:v>
                </c:pt>
                <c:pt idx="5294">
                  <c:v>4.0999999999999996</c:v>
                </c:pt>
                <c:pt idx="5295">
                  <c:v>4.0999999999999996</c:v>
                </c:pt>
                <c:pt idx="5296">
                  <c:v>4.0999999999999996</c:v>
                </c:pt>
                <c:pt idx="5297">
                  <c:v>4.0999999999999996</c:v>
                </c:pt>
                <c:pt idx="5298">
                  <c:v>4.0999999999999996</c:v>
                </c:pt>
                <c:pt idx="5299">
                  <c:v>4.0999999999999996</c:v>
                </c:pt>
                <c:pt idx="5300">
                  <c:v>4.0999999999999996</c:v>
                </c:pt>
                <c:pt idx="5301">
                  <c:v>4.0999999999999996</c:v>
                </c:pt>
                <c:pt idx="5302">
                  <c:v>4.0999999999999996</c:v>
                </c:pt>
                <c:pt idx="5303">
                  <c:v>4.0999999999999996</c:v>
                </c:pt>
                <c:pt idx="5304">
                  <c:v>4.0999999999999996</c:v>
                </c:pt>
                <c:pt idx="5305">
                  <c:v>4.0999999999999996</c:v>
                </c:pt>
                <c:pt idx="5306">
                  <c:v>4.3499999999999996</c:v>
                </c:pt>
                <c:pt idx="5307">
                  <c:v>4.3499999999999996</c:v>
                </c:pt>
                <c:pt idx="5308">
                  <c:v>4.3499999999999996</c:v>
                </c:pt>
                <c:pt idx="5309">
                  <c:v>4.3499999999999996</c:v>
                </c:pt>
                <c:pt idx="5310">
                  <c:v>4.3499999999999996</c:v>
                </c:pt>
                <c:pt idx="5311">
                  <c:v>4.3499999999999996</c:v>
                </c:pt>
                <c:pt idx="5312">
                  <c:v>4.3499999999999996</c:v>
                </c:pt>
                <c:pt idx="5313">
                  <c:v>4.3499999999999996</c:v>
                </c:pt>
                <c:pt idx="5314">
                  <c:v>4.3499999999999996</c:v>
                </c:pt>
                <c:pt idx="5315">
                  <c:v>4.3499999999999996</c:v>
                </c:pt>
                <c:pt idx="5316">
                  <c:v>4.3499999999999996</c:v>
                </c:pt>
                <c:pt idx="5317">
                  <c:v>4.3499999999999996</c:v>
                </c:pt>
                <c:pt idx="5318">
                  <c:v>4.3499999999999996</c:v>
                </c:pt>
                <c:pt idx="5319">
                  <c:v>4.3499999999999996</c:v>
                </c:pt>
                <c:pt idx="5320">
                  <c:v>4.3499999999999996</c:v>
                </c:pt>
                <c:pt idx="5321">
                  <c:v>4.3499999999999996</c:v>
                </c:pt>
                <c:pt idx="5322">
                  <c:v>4.3499999999999996</c:v>
                </c:pt>
                <c:pt idx="5323">
                  <c:v>4.3499999999999996</c:v>
                </c:pt>
                <c:pt idx="5324">
                  <c:v>4.3499999999999996</c:v>
                </c:pt>
                <c:pt idx="5325">
                  <c:v>4.3499999999999996</c:v>
                </c:pt>
                <c:pt idx="5326">
                  <c:v>4.3499999999999996</c:v>
                </c:pt>
                <c:pt idx="5327">
                  <c:v>4.3499999999999996</c:v>
                </c:pt>
                <c:pt idx="5328">
                  <c:v>4.3499999999999996</c:v>
                </c:pt>
                <c:pt idx="5329">
                  <c:v>4.3499999999999996</c:v>
                </c:pt>
                <c:pt idx="5330">
                  <c:v>4.3499999999999996</c:v>
                </c:pt>
                <c:pt idx="5331">
                  <c:v>4.3499999999999996</c:v>
                </c:pt>
                <c:pt idx="5332">
                  <c:v>4.3499999999999996</c:v>
                </c:pt>
                <c:pt idx="5333">
                  <c:v>4.3499999999999996</c:v>
                </c:pt>
                <c:pt idx="5334">
                  <c:v>4.3499999999999996</c:v>
                </c:pt>
                <c:pt idx="5335">
                  <c:v>4.3499999999999996</c:v>
                </c:pt>
                <c:pt idx="5336">
                  <c:v>4.3499999999999996</c:v>
                </c:pt>
                <c:pt idx="5337">
                  <c:v>4.3499999999999996</c:v>
                </c:pt>
                <c:pt idx="5338">
                  <c:v>4.3499999999999996</c:v>
                </c:pt>
              </c:numCache>
            </c:numRef>
          </c:val>
          <c:smooth val="0"/>
          <c:extLst>
            <c:ext xmlns:c16="http://schemas.microsoft.com/office/drawing/2014/chart" uri="{C3380CC4-5D6E-409C-BE32-E72D297353CC}">
              <c16:uniqueId val="{00000003-2161-4C05-9D04-0E28B3E07C68}"/>
            </c:ext>
          </c:extLst>
        </c:ser>
        <c:ser>
          <c:idx val="4"/>
          <c:order val="4"/>
          <c:tx>
            <c:strRef>
              <c:f>'worldwide policy rate'!$F$1</c:f>
              <c:strCache>
                <c:ptCount val="1"/>
                <c:pt idx="0">
                  <c:v>菲律宾隔夜逆回购利率，%</c:v>
                </c:pt>
              </c:strCache>
            </c:strRef>
          </c:tx>
          <c:spPr>
            <a:ln w="25400" cap="rnd">
              <a:solidFill>
                <a:srgbClr val="808080"/>
              </a:solidFill>
              <a:round/>
            </a:ln>
            <a:effectLst/>
          </c:spPr>
          <c:marker>
            <c:symbol val="none"/>
          </c:marker>
          <c:cat>
            <c:numRef>
              <c:f>'worldwide policy rate'!$A$2612:$A$7950</c:f>
              <c:numCache>
                <c:formatCode>m/d/yyyy</c:formatCode>
                <c:ptCount val="5339"/>
                <c:pt idx="0">
                  <c:v>38719</c:v>
                </c:pt>
                <c:pt idx="1">
                  <c:v>38720</c:v>
                </c:pt>
                <c:pt idx="2">
                  <c:v>38721</c:v>
                </c:pt>
                <c:pt idx="3">
                  <c:v>38722</c:v>
                </c:pt>
                <c:pt idx="4">
                  <c:v>38723</c:v>
                </c:pt>
                <c:pt idx="5">
                  <c:v>38726</c:v>
                </c:pt>
                <c:pt idx="6">
                  <c:v>38727</c:v>
                </c:pt>
                <c:pt idx="7">
                  <c:v>38728</c:v>
                </c:pt>
                <c:pt idx="8">
                  <c:v>38729</c:v>
                </c:pt>
                <c:pt idx="9">
                  <c:v>38730</c:v>
                </c:pt>
                <c:pt idx="10">
                  <c:v>38733</c:v>
                </c:pt>
                <c:pt idx="11">
                  <c:v>38734</c:v>
                </c:pt>
                <c:pt idx="12">
                  <c:v>38735</c:v>
                </c:pt>
                <c:pt idx="13">
                  <c:v>38736</c:v>
                </c:pt>
                <c:pt idx="14">
                  <c:v>38737</c:v>
                </c:pt>
                <c:pt idx="15">
                  <c:v>38740</c:v>
                </c:pt>
                <c:pt idx="16">
                  <c:v>38741</c:v>
                </c:pt>
                <c:pt idx="17">
                  <c:v>38742</c:v>
                </c:pt>
                <c:pt idx="18">
                  <c:v>38743</c:v>
                </c:pt>
                <c:pt idx="19">
                  <c:v>38744</c:v>
                </c:pt>
                <c:pt idx="20">
                  <c:v>38747</c:v>
                </c:pt>
                <c:pt idx="21">
                  <c:v>38748</c:v>
                </c:pt>
                <c:pt idx="22">
                  <c:v>38749</c:v>
                </c:pt>
                <c:pt idx="23">
                  <c:v>38750</c:v>
                </c:pt>
                <c:pt idx="24">
                  <c:v>38751</c:v>
                </c:pt>
                <c:pt idx="25">
                  <c:v>38754</c:v>
                </c:pt>
                <c:pt idx="26">
                  <c:v>38755</c:v>
                </c:pt>
                <c:pt idx="27">
                  <c:v>38756</c:v>
                </c:pt>
                <c:pt idx="28">
                  <c:v>38757</c:v>
                </c:pt>
                <c:pt idx="29">
                  <c:v>38758</c:v>
                </c:pt>
                <c:pt idx="30">
                  <c:v>38761</c:v>
                </c:pt>
                <c:pt idx="31">
                  <c:v>38762</c:v>
                </c:pt>
                <c:pt idx="32">
                  <c:v>38763</c:v>
                </c:pt>
                <c:pt idx="33">
                  <c:v>38764</c:v>
                </c:pt>
                <c:pt idx="34">
                  <c:v>38765</c:v>
                </c:pt>
                <c:pt idx="35">
                  <c:v>38768</c:v>
                </c:pt>
                <c:pt idx="36">
                  <c:v>38769</c:v>
                </c:pt>
                <c:pt idx="37">
                  <c:v>38770</c:v>
                </c:pt>
                <c:pt idx="38">
                  <c:v>38771</c:v>
                </c:pt>
                <c:pt idx="39">
                  <c:v>38772</c:v>
                </c:pt>
                <c:pt idx="40">
                  <c:v>38775</c:v>
                </c:pt>
                <c:pt idx="41">
                  <c:v>38776</c:v>
                </c:pt>
                <c:pt idx="42">
                  <c:v>38777</c:v>
                </c:pt>
                <c:pt idx="43">
                  <c:v>38778</c:v>
                </c:pt>
                <c:pt idx="44">
                  <c:v>38779</c:v>
                </c:pt>
                <c:pt idx="45">
                  <c:v>38782</c:v>
                </c:pt>
                <c:pt idx="46">
                  <c:v>38783</c:v>
                </c:pt>
                <c:pt idx="47">
                  <c:v>38784</c:v>
                </c:pt>
                <c:pt idx="48">
                  <c:v>38785</c:v>
                </c:pt>
                <c:pt idx="49">
                  <c:v>38786</c:v>
                </c:pt>
                <c:pt idx="50">
                  <c:v>38789</c:v>
                </c:pt>
                <c:pt idx="51">
                  <c:v>38790</c:v>
                </c:pt>
                <c:pt idx="52">
                  <c:v>38791</c:v>
                </c:pt>
                <c:pt idx="53">
                  <c:v>38792</c:v>
                </c:pt>
                <c:pt idx="54">
                  <c:v>38793</c:v>
                </c:pt>
                <c:pt idx="55">
                  <c:v>38796</c:v>
                </c:pt>
                <c:pt idx="56">
                  <c:v>38797</c:v>
                </c:pt>
                <c:pt idx="57">
                  <c:v>38798</c:v>
                </c:pt>
                <c:pt idx="58">
                  <c:v>38799</c:v>
                </c:pt>
                <c:pt idx="59">
                  <c:v>38800</c:v>
                </c:pt>
                <c:pt idx="60">
                  <c:v>38803</c:v>
                </c:pt>
                <c:pt idx="61">
                  <c:v>38804</c:v>
                </c:pt>
                <c:pt idx="62">
                  <c:v>38805</c:v>
                </c:pt>
                <c:pt idx="63">
                  <c:v>38806</c:v>
                </c:pt>
                <c:pt idx="64">
                  <c:v>38807</c:v>
                </c:pt>
                <c:pt idx="65">
                  <c:v>38810</c:v>
                </c:pt>
                <c:pt idx="66">
                  <c:v>38811</c:v>
                </c:pt>
                <c:pt idx="67">
                  <c:v>38812</c:v>
                </c:pt>
                <c:pt idx="68">
                  <c:v>38813</c:v>
                </c:pt>
                <c:pt idx="69">
                  <c:v>38814</c:v>
                </c:pt>
                <c:pt idx="70">
                  <c:v>38817</c:v>
                </c:pt>
                <c:pt idx="71">
                  <c:v>38818</c:v>
                </c:pt>
                <c:pt idx="72">
                  <c:v>38819</c:v>
                </c:pt>
                <c:pt idx="73">
                  <c:v>38820</c:v>
                </c:pt>
                <c:pt idx="74">
                  <c:v>38821</c:v>
                </c:pt>
                <c:pt idx="75">
                  <c:v>38824</c:v>
                </c:pt>
                <c:pt idx="76">
                  <c:v>38825</c:v>
                </c:pt>
                <c:pt idx="77">
                  <c:v>38826</c:v>
                </c:pt>
                <c:pt idx="78">
                  <c:v>38827</c:v>
                </c:pt>
                <c:pt idx="79">
                  <c:v>38828</c:v>
                </c:pt>
                <c:pt idx="80">
                  <c:v>38831</c:v>
                </c:pt>
                <c:pt idx="81">
                  <c:v>38832</c:v>
                </c:pt>
                <c:pt idx="82">
                  <c:v>38833</c:v>
                </c:pt>
                <c:pt idx="83">
                  <c:v>38834</c:v>
                </c:pt>
                <c:pt idx="84">
                  <c:v>38835</c:v>
                </c:pt>
                <c:pt idx="85">
                  <c:v>38838</c:v>
                </c:pt>
                <c:pt idx="86">
                  <c:v>38839</c:v>
                </c:pt>
                <c:pt idx="87">
                  <c:v>38840</c:v>
                </c:pt>
                <c:pt idx="88">
                  <c:v>38841</c:v>
                </c:pt>
                <c:pt idx="89">
                  <c:v>38842</c:v>
                </c:pt>
                <c:pt idx="90">
                  <c:v>38845</c:v>
                </c:pt>
                <c:pt idx="91">
                  <c:v>38846</c:v>
                </c:pt>
                <c:pt idx="92">
                  <c:v>38847</c:v>
                </c:pt>
                <c:pt idx="93">
                  <c:v>38848</c:v>
                </c:pt>
                <c:pt idx="94">
                  <c:v>38849</c:v>
                </c:pt>
                <c:pt idx="95">
                  <c:v>38852</c:v>
                </c:pt>
                <c:pt idx="96">
                  <c:v>38853</c:v>
                </c:pt>
                <c:pt idx="97">
                  <c:v>38854</c:v>
                </c:pt>
                <c:pt idx="98">
                  <c:v>38855</c:v>
                </c:pt>
                <c:pt idx="99">
                  <c:v>38856</c:v>
                </c:pt>
                <c:pt idx="100">
                  <c:v>38859</c:v>
                </c:pt>
                <c:pt idx="101">
                  <c:v>38860</c:v>
                </c:pt>
                <c:pt idx="102">
                  <c:v>38861</c:v>
                </c:pt>
                <c:pt idx="103">
                  <c:v>38862</c:v>
                </c:pt>
                <c:pt idx="104">
                  <c:v>38863</c:v>
                </c:pt>
                <c:pt idx="105">
                  <c:v>38866</c:v>
                </c:pt>
                <c:pt idx="106">
                  <c:v>38867</c:v>
                </c:pt>
                <c:pt idx="107">
                  <c:v>38868</c:v>
                </c:pt>
                <c:pt idx="108">
                  <c:v>38869</c:v>
                </c:pt>
                <c:pt idx="109">
                  <c:v>38870</c:v>
                </c:pt>
                <c:pt idx="110">
                  <c:v>38873</c:v>
                </c:pt>
                <c:pt idx="111">
                  <c:v>38874</c:v>
                </c:pt>
                <c:pt idx="112">
                  <c:v>38875</c:v>
                </c:pt>
                <c:pt idx="113">
                  <c:v>38876</c:v>
                </c:pt>
                <c:pt idx="114">
                  <c:v>38877</c:v>
                </c:pt>
                <c:pt idx="115">
                  <c:v>38880</c:v>
                </c:pt>
                <c:pt idx="116">
                  <c:v>38881</c:v>
                </c:pt>
                <c:pt idx="117">
                  <c:v>38882</c:v>
                </c:pt>
                <c:pt idx="118">
                  <c:v>38883</c:v>
                </c:pt>
                <c:pt idx="119">
                  <c:v>38884</c:v>
                </c:pt>
                <c:pt idx="120">
                  <c:v>38887</c:v>
                </c:pt>
                <c:pt idx="121">
                  <c:v>38888</c:v>
                </c:pt>
                <c:pt idx="122">
                  <c:v>38889</c:v>
                </c:pt>
                <c:pt idx="123">
                  <c:v>38890</c:v>
                </c:pt>
                <c:pt idx="124">
                  <c:v>38891</c:v>
                </c:pt>
                <c:pt idx="125">
                  <c:v>38894</c:v>
                </c:pt>
                <c:pt idx="126">
                  <c:v>38895</c:v>
                </c:pt>
                <c:pt idx="127">
                  <c:v>38896</c:v>
                </c:pt>
                <c:pt idx="128">
                  <c:v>38897</c:v>
                </c:pt>
                <c:pt idx="129">
                  <c:v>38898</c:v>
                </c:pt>
                <c:pt idx="130">
                  <c:v>38901</c:v>
                </c:pt>
                <c:pt idx="131">
                  <c:v>38902</c:v>
                </c:pt>
                <c:pt idx="132">
                  <c:v>38903</c:v>
                </c:pt>
                <c:pt idx="133">
                  <c:v>38904</c:v>
                </c:pt>
                <c:pt idx="134">
                  <c:v>38905</c:v>
                </c:pt>
                <c:pt idx="135">
                  <c:v>38908</c:v>
                </c:pt>
                <c:pt idx="136">
                  <c:v>38909</c:v>
                </c:pt>
                <c:pt idx="137">
                  <c:v>38910</c:v>
                </c:pt>
                <c:pt idx="138">
                  <c:v>38911</c:v>
                </c:pt>
                <c:pt idx="139">
                  <c:v>38912</c:v>
                </c:pt>
                <c:pt idx="140">
                  <c:v>38915</c:v>
                </c:pt>
                <c:pt idx="141">
                  <c:v>38916</c:v>
                </c:pt>
                <c:pt idx="142">
                  <c:v>38917</c:v>
                </c:pt>
                <c:pt idx="143">
                  <c:v>38918</c:v>
                </c:pt>
                <c:pt idx="144">
                  <c:v>38919</c:v>
                </c:pt>
                <c:pt idx="145">
                  <c:v>38922</c:v>
                </c:pt>
                <c:pt idx="146">
                  <c:v>38923</c:v>
                </c:pt>
                <c:pt idx="147">
                  <c:v>38924</c:v>
                </c:pt>
                <c:pt idx="148">
                  <c:v>38925</c:v>
                </c:pt>
                <c:pt idx="149">
                  <c:v>38926</c:v>
                </c:pt>
                <c:pt idx="150">
                  <c:v>38929</c:v>
                </c:pt>
                <c:pt idx="151">
                  <c:v>38930</c:v>
                </c:pt>
                <c:pt idx="152">
                  <c:v>38931</c:v>
                </c:pt>
                <c:pt idx="153">
                  <c:v>38932</c:v>
                </c:pt>
                <c:pt idx="154">
                  <c:v>38933</c:v>
                </c:pt>
                <c:pt idx="155">
                  <c:v>38936</c:v>
                </c:pt>
                <c:pt idx="156">
                  <c:v>38937</c:v>
                </c:pt>
                <c:pt idx="157">
                  <c:v>38938</c:v>
                </c:pt>
                <c:pt idx="158">
                  <c:v>38939</c:v>
                </c:pt>
                <c:pt idx="159">
                  <c:v>38940</c:v>
                </c:pt>
                <c:pt idx="160">
                  <c:v>38943</c:v>
                </c:pt>
                <c:pt idx="161">
                  <c:v>38944</c:v>
                </c:pt>
                <c:pt idx="162">
                  <c:v>38945</c:v>
                </c:pt>
                <c:pt idx="163">
                  <c:v>38946</c:v>
                </c:pt>
                <c:pt idx="164">
                  <c:v>38947</c:v>
                </c:pt>
                <c:pt idx="165">
                  <c:v>38950</c:v>
                </c:pt>
                <c:pt idx="166">
                  <c:v>38951</c:v>
                </c:pt>
                <c:pt idx="167">
                  <c:v>38952</c:v>
                </c:pt>
                <c:pt idx="168">
                  <c:v>38953</c:v>
                </c:pt>
                <c:pt idx="169">
                  <c:v>38954</c:v>
                </c:pt>
                <c:pt idx="170">
                  <c:v>38957</c:v>
                </c:pt>
                <c:pt idx="171">
                  <c:v>38958</c:v>
                </c:pt>
                <c:pt idx="172">
                  <c:v>38959</c:v>
                </c:pt>
                <c:pt idx="173">
                  <c:v>38960</c:v>
                </c:pt>
                <c:pt idx="174">
                  <c:v>38961</c:v>
                </c:pt>
                <c:pt idx="175">
                  <c:v>38964</c:v>
                </c:pt>
                <c:pt idx="176">
                  <c:v>38965</c:v>
                </c:pt>
                <c:pt idx="177">
                  <c:v>38966</c:v>
                </c:pt>
                <c:pt idx="178">
                  <c:v>38967</c:v>
                </c:pt>
                <c:pt idx="179">
                  <c:v>38968</c:v>
                </c:pt>
                <c:pt idx="180">
                  <c:v>38971</c:v>
                </c:pt>
                <c:pt idx="181">
                  <c:v>38972</c:v>
                </c:pt>
                <c:pt idx="182">
                  <c:v>38973</c:v>
                </c:pt>
                <c:pt idx="183">
                  <c:v>38974</c:v>
                </c:pt>
                <c:pt idx="184">
                  <c:v>38975</c:v>
                </c:pt>
                <c:pt idx="185">
                  <c:v>38978</c:v>
                </c:pt>
                <c:pt idx="186">
                  <c:v>38979</c:v>
                </c:pt>
                <c:pt idx="187">
                  <c:v>38980</c:v>
                </c:pt>
                <c:pt idx="188">
                  <c:v>38981</c:v>
                </c:pt>
                <c:pt idx="189">
                  <c:v>38982</c:v>
                </c:pt>
                <c:pt idx="190">
                  <c:v>38985</c:v>
                </c:pt>
                <c:pt idx="191">
                  <c:v>38986</c:v>
                </c:pt>
                <c:pt idx="192">
                  <c:v>38987</c:v>
                </c:pt>
                <c:pt idx="193">
                  <c:v>38988</c:v>
                </c:pt>
                <c:pt idx="194">
                  <c:v>38989</c:v>
                </c:pt>
                <c:pt idx="195">
                  <c:v>38992</c:v>
                </c:pt>
                <c:pt idx="196">
                  <c:v>38993</c:v>
                </c:pt>
                <c:pt idx="197">
                  <c:v>38994</c:v>
                </c:pt>
                <c:pt idx="198">
                  <c:v>38995</c:v>
                </c:pt>
                <c:pt idx="199">
                  <c:v>38996</c:v>
                </c:pt>
                <c:pt idx="200">
                  <c:v>38999</c:v>
                </c:pt>
                <c:pt idx="201">
                  <c:v>39000</c:v>
                </c:pt>
                <c:pt idx="202">
                  <c:v>39001</c:v>
                </c:pt>
                <c:pt idx="203">
                  <c:v>39002</c:v>
                </c:pt>
                <c:pt idx="204">
                  <c:v>39003</c:v>
                </c:pt>
                <c:pt idx="205">
                  <c:v>39006</c:v>
                </c:pt>
                <c:pt idx="206">
                  <c:v>39007</c:v>
                </c:pt>
                <c:pt idx="207">
                  <c:v>39008</c:v>
                </c:pt>
                <c:pt idx="208">
                  <c:v>39009</c:v>
                </c:pt>
                <c:pt idx="209">
                  <c:v>39010</c:v>
                </c:pt>
                <c:pt idx="210">
                  <c:v>39013</c:v>
                </c:pt>
                <c:pt idx="211">
                  <c:v>39014</c:v>
                </c:pt>
                <c:pt idx="212">
                  <c:v>39015</c:v>
                </c:pt>
                <c:pt idx="213">
                  <c:v>39016</c:v>
                </c:pt>
                <c:pt idx="214">
                  <c:v>39017</c:v>
                </c:pt>
                <c:pt idx="215">
                  <c:v>39020</c:v>
                </c:pt>
                <c:pt idx="216">
                  <c:v>39021</c:v>
                </c:pt>
                <c:pt idx="217">
                  <c:v>39022</c:v>
                </c:pt>
                <c:pt idx="218">
                  <c:v>39023</c:v>
                </c:pt>
                <c:pt idx="219">
                  <c:v>39024</c:v>
                </c:pt>
                <c:pt idx="220">
                  <c:v>39027</c:v>
                </c:pt>
                <c:pt idx="221">
                  <c:v>39028</c:v>
                </c:pt>
                <c:pt idx="222">
                  <c:v>39029</c:v>
                </c:pt>
                <c:pt idx="223">
                  <c:v>39030</c:v>
                </c:pt>
                <c:pt idx="224">
                  <c:v>39031</c:v>
                </c:pt>
                <c:pt idx="225">
                  <c:v>39034</c:v>
                </c:pt>
                <c:pt idx="226">
                  <c:v>39035</c:v>
                </c:pt>
                <c:pt idx="227">
                  <c:v>39036</c:v>
                </c:pt>
                <c:pt idx="228">
                  <c:v>39037</c:v>
                </c:pt>
                <c:pt idx="229">
                  <c:v>39038</c:v>
                </c:pt>
                <c:pt idx="230">
                  <c:v>39041</c:v>
                </c:pt>
                <c:pt idx="231">
                  <c:v>39042</c:v>
                </c:pt>
                <c:pt idx="232">
                  <c:v>39043</c:v>
                </c:pt>
                <c:pt idx="233">
                  <c:v>39044</c:v>
                </c:pt>
                <c:pt idx="234">
                  <c:v>39045</c:v>
                </c:pt>
                <c:pt idx="235">
                  <c:v>39048</c:v>
                </c:pt>
                <c:pt idx="236">
                  <c:v>39049</c:v>
                </c:pt>
                <c:pt idx="237">
                  <c:v>39050</c:v>
                </c:pt>
                <c:pt idx="238">
                  <c:v>39051</c:v>
                </c:pt>
                <c:pt idx="239">
                  <c:v>39052</c:v>
                </c:pt>
                <c:pt idx="240">
                  <c:v>39055</c:v>
                </c:pt>
                <c:pt idx="241">
                  <c:v>39056</c:v>
                </c:pt>
                <c:pt idx="242">
                  <c:v>39057</c:v>
                </c:pt>
                <c:pt idx="243">
                  <c:v>39058</c:v>
                </c:pt>
                <c:pt idx="244">
                  <c:v>39059</c:v>
                </c:pt>
                <c:pt idx="245">
                  <c:v>39062</c:v>
                </c:pt>
                <c:pt idx="246">
                  <c:v>39063</c:v>
                </c:pt>
                <c:pt idx="247">
                  <c:v>39064</c:v>
                </c:pt>
                <c:pt idx="248">
                  <c:v>39065</c:v>
                </c:pt>
                <c:pt idx="249">
                  <c:v>39066</c:v>
                </c:pt>
                <c:pt idx="250">
                  <c:v>39069</c:v>
                </c:pt>
                <c:pt idx="251">
                  <c:v>39070</c:v>
                </c:pt>
                <c:pt idx="252">
                  <c:v>39071</c:v>
                </c:pt>
                <c:pt idx="253">
                  <c:v>39072</c:v>
                </c:pt>
                <c:pt idx="254">
                  <c:v>39073</c:v>
                </c:pt>
                <c:pt idx="255">
                  <c:v>39076</c:v>
                </c:pt>
                <c:pt idx="256">
                  <c:v>39077</c:v>
                </c:pt>
                <c:pt idx="257">
                  <c:v>39078</c:v>
                </c:pt>
                <c:pt idx="258">
                  <c:v>39079</c:v>
                </c:pt>
                <c:pt idx="259">
                  <c:v>39080</c:v>
                </c:pt>
                <c:pt idx="260">
                  <c:v>39083</c:v>
                </c:pt>
                <c:pt idx="261">
                  <c:v>39084</c:v>
                </c:pt>
                <c:pt idx="262">
                  <c:v>39085</c:v>
                </c:pt>
                <c:pt idx="263">
                  <c:v>39086</c:v>
                </c:pt>
                <c:pt idx="264">
                  <c:v>39087</c:v>
                </c:pt>
                <c:pt idx="265">
                  <c:v>39090</c:v>
                </c:pt>
                <c:pt idx="266">
                  <c:v>39091</c:v>
                </c:pt>
                <c:pt idx="267">
                  <c:v>39092</c:v>
                </c:pt>
                <c:pt idx="268">
                  <c:v>39093</c:v>
                </c:pt>
                <c:pt idx="269">
                  <c:v>39094</c:v>
                </c:pt>
                <c:pt idx="270">
                  <c:v>39097</c:v>
                </c:pt>
                <c:pt idx="271">
                  <c:v>39098</c:v>
                </c:pt>
                <c:pt idx="272">
                  <c:v>39099</c:v>
                </c:pt>
                <c:pt idx="273">
                  <c:v>39100</c:v>
                </c:pt>
                <c:pt idx="274">
                  <c:v>39101</c:v>
                </c:pt>
                <c:pt idx="275">
                  <c:v>39104</c:v>
                </c:pt>
                <c:pt idx="276">
                  <c:v>39105</c:v>
                </c:pt>
                <c:pt idx="277">
                  <c:v>39106</c:v>
                </c:pt>
                <c:pt idx="278">
                  <c:v>39107</c:v>
                </c:pt>
                <c:pt idx="279">
                  <c:v>39108</c:v>
                </c:pt>
                <c:pt idx="280">
                  <c:v>39111</c:v>
                </c:pt>
                <c:pt idx="281">
                  <c:v>39112</c:v>
                </c:pt>
                <c:pt idx="282">
                  <c:v>39113</c:v>
                </c:pt>
                <c:pt idx="283">
                  <c:v>39114</c:v>
                </c:pt>
                <c:pt idx="284">
                  <c:v>39115</c:v>
                </c:pt>
                <c:pt idx="285">
                  <c:v>39118</c:v>
                </c:pt>
                <c:pt idx="286">
                  <c:v>39119</c:v>
                </c:pt>
                <c:pt idx="287">
                  <c:v>39120</c:v>
                </c:pt>
                <c:pt idx="288">
                  <c:v>39121</c:v>
                </c:pt>
                <c:pt idx="289">
                  <c:v>39122</c:v>
                </c:pt>
                <c:pt idx="290">
                  <c:v>39125</c:v>
                </c:pt>
                <c:pt idx="291">
                  <c:v>39126</c:v>
                </c:pt>
                <c:pt idx="292">
                  <c:v>39127</c:v>
                </c:pt>
                <c:pt idx="293">
                  <c:v>39128</c:v>
                </c:pt>
                <c:pt idx="294">
                  <c:v>39129</c:v>
                </c:pt>
                <c:pt idx="295">
                  <c:v>39132</c:v>
                </c:pt>
                <c:pt idx="296">
                  <c:v>39133</c:v>
                </c:pt>
                <c:pt idx="297">
                  <c:v>39134</c:v>
                </c:pt>
                <c:pt idx="298">
                  <c:v>39135</c:v>
                </c:pt>
                <c:pt idx="299">
                  <c:v>39136</c:v>
                </c:pt>
                <c:pt idx="300">
                  <c:v>39139</c:v>
                </c:pt>
                <c:pt idx="301">
                  <c:v>39140</c:v>
                </c:pt>
                <c:pt idx="302">
                  <c:v>39141</c:v>
                </c:pt>
                <c:pt idx="303">
                  <c:v>39142</c:v>
                </c:pt>
                <c:pt idx="304">
                  <c:v>39143</c:v>
                </c:pt>
                <c:pt idx="305">
                  <c:v>39146</c:v>
                </c:pt>
                <c:pt idx="306">
                  <c:v>39147</c:v>
                </c:pt>
                <c:pt idx="307">
                  <c:v>39148</c:v>
                </c:pt>
                <c:pt idx="308">
                  <c:v>39149</c:v>
                </c:pt>
                <c:pt idx="309">
                  <c:v>39150</c:v>
                </c:pt>
                <c:pt idx="310">
                  <c:v>39153</c:v>
                </c:pt>
                <c:pt idx="311">
                  <c:v>39154</c:v>
                </c:pt>
                <c:pt idx="312">
                  <c:v>39155</c:v>
                </c:pt>
                <c:pt idx="313">
                  <c:v>39156</c:v>
                </c:pt>
                <c:pt idx="314">
                  <c:v>39157</c:v>
                </c:pt>
                <c:pt idx="315">
                  <c:v>39160</c:v>
                </c:pt>
                <c:pt idx="316">
                  <c:v>39161</c:v>
                </c:pt>
                <c:pt idx="317">
                  <c:v>39162</c:v>
                </c:pt>
                <c:pt idx="318">
                  <c:v>39163</c:v>
                </c:pt>
                <c:pt idx="319">
                  <c:v>39164</c:v>
                </c:pt>
                <c:pt idx="320">
                  <c:v>39167</c:v>
                </c:pt>
                <c:pt idx="321">
                  <c:v>39168</c:v>
                </c:pt>
                <c:pt idx="322">
                  <c:v>39169</c:v>
                </c:pt>
                <c:pt idx="323">
                  <c:v>39170</c:v>
                </c:pt>
                <c:pt idx="324">
                  <c:v>39171</c:v>
                </c:pt>
                <c:pt idx="325">
                  <c:v>39174</c:v>
                </c:pt>
                <c:pt idx="326">
                  <c:v>39175</c:v>
                </c:pt>
                <c:pt idx="327">
                  <c:v>39176</c:v>
                </c:pt>
                <c:pt idx="328">
                  <c:v>39177</c:v>
                </c:pt>
                <c:pt idx="329">
                  <c:v>39178</c:v>
                </c:pt>
                <c:pt idx="330">
                  <c:v>39181</c:v>
                </c:pt>
                <c:pt idx="331">
                  <c:v>39182</c:v>
                </c:pt>
                <c:pt idx="332">
                  <c:v>39183</c:v>
                </c:pt>
                <c:pt idx="333">
                  <c:v>39184</c:v>
                </c:pt>
                <c:pt idx="334">
                  <c:v>39185</c:v>
                </c:pt>
                <c:pt idx="335">
                  <c:v>39188</c:v>
                </c:pt>
                <c:pt idx="336">
                  <c:v>39189</c:v>
                </c:pt>
                <c:pt idx="337">
                  <c:v>39190</c:v>
                </c:pt>
                <c:pt idx="338">
                  <c:v>39191</c:v>
                </c:pt>
                <c:pt idx="339">
                  <c:v>39192</c:v>
                </c:pt>
                <c:pt idx="340">
                  <c:v>39195</c:v>
                </c:pt>
                <c:pt idx="341">
                  <c:v>39196</c:v>
                </c:pt>
                <c:pt idx="342">
                  <c:v>39197</c:v>
                </c:pt>
                <c:pt idx="343">
                  <c:v>39198</c:v>
                </c:pt>
                <c:pt idx="344">
                  <c:v>39199</c:v>
                </c:pt>
                <c:pt idx="345">
                  <c:v>39202</c:v>
                </c:pt>
                <c:pt idx="346">
                  <c:v>39203</c:v>
                </c:pt>
                <c:pt idx="347">
                  <c:v>39204</c:v>
                </c:pt>
                <c:pt idx="348">
                  <c:v>39205</c:v>
                </c:pt>
                <c:pt idx="349">
                  <c:v>39206</c:v>
                </c:pt>
                <c:pt idx="350">
                  <c:v>39209</c:v>
                </c:pt>
                <c:pt idx="351">
                  <c:v>39210</c:v>
                </c:pt>
                <c:pt idx="352">
                  <c:v>39211</c:v>
                </c:pt>
                <c:pt idx="353">
                  <c:v>39212</c:v>
                </c:pt>
                <c:pt idx="354">
                  <c:v>39213</c:v>
                </c:pt>
                <c:pt idx="355">
                  <c:v>39216</c:v>
                </c:pt>
                <c:pt idx="356">
                  <c:v>39217</c:v>
                </c:pt>
                <c:pt idx="357">
                  <c:v>39218</c:v>
                </c:pt>
                <c:pt idx="358">
                  <c:v>39219</c:v>
                </c:pt>
                <c:pt idx="359">
                  <c:v>39220</c:v>
                </c:pt>
                <c:pt idx="360">
                  <c:v>39223</c:v>
                </c:pt>
                <c:pt idx="361">
                  <c:v>39224</c:v>
                </c:pt>
                <c:pt idx="362">
                  <c:v>39225</c:v>
                </c:pt>
                <c:pt idx="363">
                  <c:v>39226</c:v>
                </c:pt>
                <c:pt idx="364">
                  <c:v>39227</c:v>
                </c:pt>
                <c:pt idx="365">
                  <c:v>39230</c:v>
                </c:pt>
                <c:pt idx="366">
                  <c:v>39231</c:v>
                </c:pt>
                <c:pt idx="367">
                  <c:v>39232</c:v>
                </c:pt>
                <c:pt idx="368">
                  <c:v>39233</c:v>
                </c:pt>
                <c:pt idx="369">
                  <c:v>39234</c:v>
                </c:pt>
                <c:pt idx="370">
                  <c:v>39237</c:v>
                </c:pt>
                <c:pt idx="371">
                  <c:v>39238</c:v>
                </c:pt>
                <c:pt idx="372">
                  <c:v>39239</c:v>
                </c:pt>
                <c:pt idx="373">
                  <c:v>39240</c:v>
                </c:pt>
                <c:pt idx="374">
                  <c:v>39241</c:v>
                </c:pt>
                <c:pt idx="375">
                  <c:v>39244</c:v>
                </c:pt>
                <c:pt idx="376">
                  <c:v>39245</c:v>
                </c:pt>
                <c:pt idx="377">
                  <c:v>39246</c:v>
                </c:pt>
                <c:pt idx="378">
                  <c:v>39247</c:v>
                </c:pt>
                <c:pt idx="379">
                  <c:v>39248</c:v>
                </c:pt>
                <c:pt idx="380">
                  <c:v>39251</c:v>
                </c:pt>
                <c:pt idx="381">
                  <c:v>39252</c:v>
                </c:pt>
                <c:pt idx="382">
                  <c:v>39253</c:v>
                </c:pt>
                <c:pt idx="383">
                  <c:v>39254</c:v>
                </c:pt>
                <c:pt idx="384">
                  <c:v>39255</c:v>
                </c:pt>
                <c:pt idx="385">
                  <c:v>39258</c:v>
                </c:pt>
                <c:pt idx="386">
                  <c:v>39259</c:v>
                </c:pt>
                <c:pt idx="387">
                  <c:v>39260</c:v>
                </c:pt>
                <c:pt idx="388">
                  <c:v>39261</c:v>
                </c:pt>
                <c:pt idx="389">
                  <c:v>39262</c:v>
                </c:pt>
                <c:pt idx="390">
                  <c:v>39265</c:v>
                </c:pt>
                <c:pt idx="391">
                  <c:v>39266</c:v>
                </c:pt>
                <c:pt idx="392">
                  <c:v>39267</c:v>
                </c:pt>
                <c:pt idx="393">
                  <c:v>39268</c:v>
                </c:pt>
                <c:pt idx="394">
                  <c:v>39269</c:v>
                </c:pt>
                <c:pt idx="395">
                  <c:v>39272</c:v>
                </c:pt>
                <c:pt idx="396">
                  <c:v>39273</c:v>
                </c:pt>
                <c:pt idx="397">
                  <c:v>39274</c:v>
                </c:pt>
                <c:pt idx="398">
                  <c:v>39275</c:v>
                </c:pt>
                <c:pt idx="399">
                  <c:v>39276</c:v>
                </c:pt>
                <c:pt idx="400">
                  <c:v>39279</c:v>
                </c:pt>
                <c:pt idx="401">
                  <c:v>39280</c:v>
                </c:pt>
                <c:pt idx="402">
                  <c:v>39281</c:v>
                </c:pt>
                <c:pt idx="403">
                  <c:v>39282</c:v>
                </c:pt>
                <c:pt idx="404">
                  <c:v>39283</c:v>
                </c:pt>
                <c:pt idx="405">
                  <c:v>39286</c:v>
                </c:pt>
                <c:pt idx="406">
                  <c:v>39287</c:v>
                </c:pt>
                <c:pt idx="407">
                  <c:v>39288</c:v>
                </c:pt>
                <c:pt idx="408">
                  <c:v>39289</c:v>
                </c:pt>
                <c:pt idx="409">
                  <c:v>39290</c:v>
                </c:pt>
                <c:pt idx="410">
                  <c:v>39293</c:v>
                </c:pt>
                <c:pt idx="411">
                  <c:v>39294</c:v>
                </c:pt>
                <c:pt idx="412">
                  <c:v>39295</c:v>
                </c:pt>
                <c:pt idx="413">
                  <c:v>39296</c:v>
                </c:pt>
                <c:pt idx="414">
                  <c:v>39297</c:v>
                </c:pt>
                <c:pt idx="415">
                  <c:v>39300</c:v>
                </c:pt>
                <c:pt idx="416">
                  <c:v>39301</c:v>
                </c:pt>
                <c:pt idx="417">
                  <c:v>39302</c:v>
                </c:pt>
                <c:pt idx="418">
                  <c:v>39303</c:v>
                </c:pt>
                <c:pt idx="419">
                  <c:v>39304</c:v>
                </c:pt>
                <c:pt idx="420">
                  <c:v>39307</c:v>
                </c:pt>
                <c:pt idx="421">
                  <c:v>39308</c:v>
                </c:pt>
                <c:pt idx="422">
                  <c:v>39309</c:v>
                </c:pt>
                <c:pt idx="423">
                  <c:v>39310</c:v>
                </c:pt>
                <c:pt idx="424">
                  <c:v>39311</c:v>
                </c:pt>
                <c:pt idx="425">
                  <c:v>39314</c:v>
                </c:pt>
                <c:pt idx="426">
                  <c:v>39315</c:v>
                </c:pt>
                <c:pt idx="427">
                  <c:v>39316</c:v>
                </c:pt>
                <c:pt idx="428">
                  <c:v>39317</c:v>
                </c:pt>
                <c:pt idx="429">
                  <c:v>39318</c:v>
                </c:pt>
                <c:pt idx="430">
                  <c:v>39321</c:v>
                </c:pt>
                <c:pt idx="431">
                  <c:v>39322</c:v>
                </c:pt>
                <c:pt idx="432">
                  <c:v>39323</c:v>
                </c:pt>
                <c:pt idx="433">
                  <c:v>39324</c:v>
                </c:pt>
                <c:pt idx="434">
                  <c:v>39325</c:v>
                </c:pt>
                <c:pt idx="435">
                  <c:v>39328</c:v>
                </c:pt>
                <c:pt idx="436">
                  <c:v>39329</c:v>
                </c:pt>
                <c:pt idx="437">
                  <c:v>39330</c:v>
                </c:pt>
                <c:pt idx="438">
                  <c:v>39331</c:v>
                </c:pt>
                <c:pt idx="439">
                  <c:v>39332</c:v>
                </c:pt>
                <c:pt idx="440">
                  <c:v>39335</c:v>
                </c:pt>
                <c:pt idx="441">
                  <c:v>39336</c:v>
                </c:pt>
                <c:pt idx="442">
                  <c:v>39337</c:v>
                </c:pt>
                <c:pt idx="443">
                  <c:v>39338</c:v>
                </c:pt>
                <c:pt idx="444">
                  <c:v>39339</c:v>
                </c:pt>
                <c:pt idx="445">
                  <c:v>39342</c:v>
                </c:pt>
                <c:pt idx="446">
                  <c:v>39343</c:v>
                </c:pt>
                <c:pt idx="447">
                  <c:v>39344</c:v>
                </c:pt>
                <c:pt idx="448">
                  <c:v>39345</c:v>
                </c:pt>
                <c:pt idx="449">
                  <c:v>39346</c:v>
                </c:pt>
                <c:pt idx="450">
                  <c:v>39349</c:v>
                </c:pt>
                <c:pt idx="451">
                  <c:v>39350</c:v>
                </c:pt>
                <c:pt idx="452">
                  <c:v>39351</c:v>
                </c:pt>
                <c:pt idx="453">
                  <c:v>39352</c:v>
                </c:pt>
                <c:pt idx="454">
                  <c:v>39353</c:v>
                </c:pt>
                <c:pt idx="455">
                  <c:v>39356</c:v>
                </c:pt>
                <c:pt idx="456">
                  <c:v>39357</c:v>
                </c:pt>
                <c:pt idx="457">
                  <c:v>39358</c:v>
                </c:pt>
                <c:pt idx="458">
                  <c:v>39359</c:v>
                </c:pt>
                <c:pt idx="459">
                  <c:v>39360</c:v>
                </c:pt>
                <c:pt idx="460">
                  <c:v>39363</c:v>
                </c:pt>
                <c:pt idx="461">
                  <c:v>39364</c:v>
                </c:pt>
                <c:pt idx="462">
                  <c:v>39365</c:v>
                </c:pt>
                <c:pt idx="463">
                  <c:v>39366</c:v>
                </c:pt>
                <c:pt idx="464">
                  <c:v>39367</c:v>
                </c:pt>
                <c:pt idx="465">
                  <c:v>39370</c:v>
                </c:pt>
                <c:pt idx="466">
                  <c:v>39371</c:v>
                </c:pt>
                <c:pt idx="467">
                  <c:v>39372</c:v>
                </c:pt>
                <c:pt idx="468">
                  <c:v>39373</c:v>
                </c:pt>
                <c:pt idx="469">
                  <c:v>39374</c:v>
                </c:pt>
                <c:pt idx="470">
                  <c:v>39377</c:v>
                </c:pt>
                <c:pt idx="471">
                  <c:v>39378</c:v>
                </c:pt>
                <c:pt idx="472">
                  <c:v>39379</c:v>
                </c:pt>
                <c:pt idx="473">
                  <c:v>39380</c:v>
                </c:pt>
                <c:pt idx="474">
                  <c:v>39381</c:v>
                </c:pt>
                <c:pt idx="475">
                  <c:v>39384</c:v>
                </c:pt>
                <c:pt idx="476">
                  <c:v>39385</c:v>
                </c:pt>
                <c:pt idx="477">
                  <c:v>39386</c:v>
                </c:pt>
                <c:pt idx="478">
                  <c:v>39387</c:v>
                </c:pt>
                <c:pt idx="479">
                  <c:v>39388</c:v>
                </c:pt>
                <c:pt idx="480">
                  <c:v>39391</c:v>
                </c:pt>
                <c:pt idx="481">
                  <c:v>39392</c:v>
                </c:pt>
                <c:pt idx="482">
                  <c:v>39393</c:v>
                </c:pt>
                <c:pt idx="483">
                  <c:v>39394</c:v>
                </c:pt>
                <c:pt idx="484">
                  <c:v>39395</c:v>
                </c:pt>
                <c:pt idx="485">
                  <c:v>39398</c:v>
                </c:pt>
                <c:pt idx="486">
                  <c:v>39399</c:v>
                </c:pt>
                <c:pt idx="487">
                  <c:v>39400</c:v>
                </c:pt>
                <c:pt idx="488">
                  <c:v>39401</c:v>
                </c:pt>
                <c:pt idx="489">
                  <c:v>39402</c:v>
                </c:pt>
                <c:pt idx="490">
                  <c:v>39405</c:v>
                </c:pt>
                <c:pt idx="491">
                  <c:v>39406</c:v>
                </c:pt>
                <c:pt idx="492">
                  <c:v>39407</c:v>
                </c:pt>
                <c:pt idx="493">
                  <c:v>39408</c:v>
                </c:pt>
                <c:pt idx="494">
                  <c:v>39409</c:v>
                </c:pt>
                <c:pt idx="495">
                  <c:v>39412</c:v>
                </c:pt>
                <c:pt idx="496">
                  <c:v>39413</c:v>
                </c:pt>
                <c:pt idx="497">
                  <c:v>39414</c:v>
                </c:pt>
                <c:pt idx="498">
                  <c:v>39415</c:v>
                </c:pt>
                <c:pt idx="499">
                  <c:v>39416</c:v>
                </c:pt>
                <c:pt idx="500">
                  <c:v>39419</c:v>
                </c:pt>
                <c:pt idx="501">
                  <c:v>39420</c:v>
                </c:pt>
                <c:pt idx="502">
                  <c:v>39421</c:v>
                </c:pt>
                <c:pt idx="503">
                  <c:v>39422</c:v>
                </c:pt>
                <c:pt idx="504">
                  <c:v>39423</c:v>
                </c:pt>
                <c:pt idx="505">
                  <c:v>39426</c:v>
                </c:pt>
                <c:pt idx="506">
                  <c:v>39427</c:v>
                </c:pt>
                <c:pt idx="507">
                  <c:v>39428</c:v>
                </c:pt>
                <c:pt idx="508">
                  <c:v>39429</c:v>
                </c:pt>
                <c:pt idx="509">
                  <c:v>39430</c:v>
                </c:pt>
                <c:pt idx="510">
                  <c:v>39433</c:v>
                </c:pt>
                <c:pt idx="511">
                  <c:v>39434</c:v>
                </c:pt>
                <c:pt idx="512">
                  <c:v>39435</c:v>
                </c:pt>
                <c:pt idx="513">
                  <c:v>39436</c:v>
                </c:pt>
                <c:pt idx="514">
                  <c:v>39437</c:v>
                </c:pt>
                <c:pt idx="515">
                  <c:v>39440</c:v>
                </c:pt>
                <c:pt idx="516">
                  <c:v>39441</c:v>
                </c:pt>
                <c:pt idx="517">
                  <c:v>39442</c:v>
                </c:pt>
                <c:pt idx="518">
                  <c:v>39443</c:v>
                </c:pt>
                <c:pt idx="519">
                  <c:v>39444</c:v>
                </c:pt>
                <c:pt idx="520">
                  <c:v>39447</c:v>
                </c:pt>
                <c:pt idx="521">
                  <c:v>39448</c:v>
                </c:pt>
                <c:pt idx="522">
                  <c:v>39449</c:v>
                </c:pt>
                <c:pt idx="523">
                  <c:v>39450</c:v>
                </c:pt>
                <c:pt idx="524">
                  <c:v>39451</c:v>
                </c:pt>
                <c:pt idx="525">
                  <c:v>39454</c:v>
                </c:pt>
                <c:pt idx="526">
                  <c:v>39455</c:v>
                </c:pt>
                <c:pt idx="527">
                  <c:v>39456</c:v>
                </c:pt>
                <c:pt idx="528">
                  <c:v>39457</c:v>
                </c:pt>
                <c:pt idx="529">
                  <c:v>39458</c:v>
                </c:pt>
                <c:pt idx="530">
                  <c:v>39461</c:v>
                </c:pt>
                <c:pt idx="531">
                  <c:v>39462</c:v>
                </c:pt>
                <c:pt idx="532">
                  <c:v>39463</c:v>
                </c:pt>
                <c:pt idx="533">
                  <c:v>39464</c:v>
                </c:pt>
                <c:pt idx="534">
                  <c:v>39465</c:v>
                </c:pt>
                <c:pt idx="535">
                  <c:v>39468</c:v>
                </c:pt>
                <c:pt idx="536">
                  <c:v>39469</c:v>
                </c:pt>
                <c:pt idx="537">
                  <c:v>39470</c:v>
                </c:pt>
                <c:pt idx="538">
                  <c:v>39471</c:v>
                </c:pt>
                <c:pt idx="539">
                  <c:v>39472</c:v>
                </c:pt>
                <c:pt idx="540">
                  <c:v>39475</c:v>
                </c:pt>
                <c:pt idx="541">
                  <c:v>39476</c:v>
                </c:pt>
                <c:pt idx="542">
                  <c:v>39477</c:v>
                </c:pt>
                <c:pt idx="543">
                  <c:v>39478</c:v>
                </c:pt>
                <c:pt idx="544">
                  <c:v>39479</c:v>
                </c:pt>
                <c:pt idx="545">
                  <c:v>39482</c:v>
                </c:pt>
                <c:pt idx="546">
                  <c:v>39483</c:v>
                </c:pt>
                <c:pt idx="547">
                  <c:v>39484</c:v>
                </c:pt>
                <c:pt idx="548">
                  <c:v>39485</c:v>
                </c:pt>
                <c:pt idx="549">
                  <c:v>39486</c:v>
                </c:pt>
                <c:pt idx="550">
                  <c:v>39489</c:v>
                </c:pt>
                <c:pt idx="551">
                  <c:v>39490</c:v>
                </c:pt>
                <c:pt idx="552">
                  <c:v>39491</c:v>
                </c:pt>
                <c:pt idx="553">
                  <c:v>39492</c:v>
                </c:pt>
                <c:pt idx="554">
                  <c:v>39493</c:v>
                </c:pt>
                <c:pt idx="555">
                  <c:v>39496</c:v>
                </c:pt>
                <c:pt idx="556">
                  <c:v>39497</c:v>
                </c:pt>
                <c:pt idx="557">
                  <c:v>39498</c:v>
                </c:pt>
                <c:pt idx="558">
                  <c:v>39499</c:v>
                </c:pt>
                <c:pt idx="559">
                  <c:v>39500</c:v>
                </c:pt>
                <c:pt idx="560">
                  <c:v>39503</c:v>
                </c:pt>
                <c:pt idx="561">
                  <c:v>39504</c:v>
                </c:pt>
                <c:pt idx="562">
                  <c:v>39505</c:v>
                </c:pt>
                <c:pt idx="563">
                  <c:v>39506</c:v>
                </c:pt>
                <c:pt idx="564">
                  <c:v>39507</c:v>
                </c:pt>
                <c:pt idx="565">
                  <c:v>39510</c:v>
                </c:pt>
                <c:pt idx="566">
                  <c:v>39511</c:v>
                </c:pt>
                <c:pt idx="567">
                  <c:v>39512</c:v>
                </c:pt>
                <c:pt idx="568">
                  <c:v>39513</c:v>
                </c:pt>
                <c:pt idx="569">
                  <c:v>39514</c:v>
                </c:pt>
                <c:pt idx="570">
                  <c:v>39517</c:v>
                </c:pt>
                <c:pt idx="571">
                  <c:v>39518</c:v>
                </c:pt>
                <c:pt idx="572">
                  <c:v>39519</c:v>
                </c:pt>
                <c:pt idx="573">
                  <c:v>39520</c:v>
                </c:pt>
                <c:pt idx="574">
                  <c:v>39521</c:v>
                </c:pt>
                <c:pt idx="575">
                  <c:v>39524</c:v>
                </c:pt>
                <c:pt idx="576">
                  <c:v>39525</c:v>
                </c:pt>
                <c:pt idx="577">
                  <c:v>39526</c:v>
                </c:pt>
                <c:pt idx="578">
                  <c:v>39527</c:v>
                </c:pt>
                <c:pt idx="579">
                  <c:v>39528</c:v>
                </c:pt>
                <c:pt idx="580">
                  <c:v>39531</c:v>
                </c:pt>
                <c:pt idx="581">
                  <c:v>39532</c:v>
                </c:pt>
                <c:pt idx="582">
                  <c:v>39533</c:v>
                </c:pt>
                <c:pt idx="583">
                  <c:v>39534</c:v>
                </c:pt>
                <c:pt idx="584">
                  <c:v>39535</c:v>
                </c:pt>
                <c:pt idx="585">
                  <c:v>39538</c:v>
                </c:pt>
                <c:pt idx="586">
                  <c:v>39539</c:v>
                </c:pt>
                <c:pt idx="587">
                  <c:v>39540</c:v>
                </c:pt>
                <c:pt idx="588">
                  <c:v>39541</c:v>
                </c:pt>
                <c:pt idx="589">
                  <c:v>39542</c:v>
                </c:pt>
                <c:pt idx="590">
                  <c:v>39545</c:v>
                </c:pt>
                <c:pt idx="591">
                  <c:v>39546</c:v>
                </c:pt>
                <c:pt idx="592">
                  <c:v>39547</c:v>
                </c:pt>
                <c:pt idx="593">
                  <c:v>39548</c:v>
                </c:pt>
                <c:pt idx="594">
                  <c:v>39549</c:v>
                </c:pt>
                <c:pt idx="595">
                  <c:v>39552</c:v>
                </c:pt>
                <c:pt idx="596">
                  <c:v>39553</c:v>
                </c:pt>
                <c:pt idx="597">
                  <c:v>39554</c:v>
                </c:pt>
                <c:pt idx="598">
                  <c:v>39555</c:v>
                </c:pt>
                <c:pt idx="599">
                  <c:v>39556</c:v>
                </c:pt>
                <c:pt idx="600">
                  <c:v>39559</c:v>
                </c:pt>
                <c:pt idx="601">
                  <c:v>39560</c:v>
                </c:pt>
                <c:pt idx="602">
                  <c:v>39561</c:v>
                </c:pt>
                <c:pt idx="603">
                  <c:v>39562</c:v>
                </c:pt>
                <c:pt idx="604">
                  <c:v>39563</c:v>
                </c:pt>
                <c:pt idx="605">
                  <c:v>39566</c:v>
                </c:pt>
                <c:pt idx="606">
                  <c:v>39567</c:v>
                </c:pt>
                <c:pt idx="607">
                  <c:v>39568</c:v>
                </c:pt>
                <c:pt idx="608">
                  <c:v>39569</c:v>
                </c:pt>
                <c:pt idx="609">
                  <c:v>39570</c:v>
                </c:pt>
                <c:pt idx="610">
                  <c:v>39573</c:v>
                </c:pt>
                <c:pt idx="611">
                  <c:v>39574</c:v>
                </c:pt>
                <c:pt idx="612">
                  <c:v>39575</c:v>
                </c:pt>
                <c:pt idx="613">
                  <c:v>39576</c:v>
                </c:pt>
                <c:pt idx="614">
                  <c:v>39577</c:v>
                </c:pt>
                <c:pt idx="615">
                  <c:v>39580</c:v>
                </c:pt>
                <c:pt idx="616">
                  <c:v>39581</c:v>
                </c:pt>
                <c:pt idx="617">
                  <c:v>39582</c:v>
                </c:pt>
                <c:pt idx="618">
                  <c:v>39583</c:v>
                </c:pt>
                <c:pt idx="619">
                  <c:v>39584</c:v>
                </c:pt>
                <c:pt idx="620">
                  <c:v>39587</c:v>
                </c:pt>
                <c:pt idx="621">
                  <c:v>39588</c:v>
                </c:pt>
                <c:pt idx="622">
                  <c:v>39589</c:v>
                </c:pt>
                <c:pt idx="623">
                  <c:v>39590</c:v>
                </c:pt>
                <c:pt idx="624">
                  <c:v>39591</c:v>
                </c:pt>
                <c:pt idx="625">
                  <c:v>39594</c:v>
                </c:pt>
                <c:pt idx="626">
                  <c:v>39595</c:v>
                </c:pt>
                <c:pt idx="627">
                  <c:v>39596</c:v>
                </c:pt>
                <c:pt idx="628">
                  <c:v>39597</c:v>
                </c:pt>
                <c:pt idx="629">
                  <c:v>39598</c:v>
                </c:pt>
                <c:pt idx="630">
                  <c:v>39601</c:v>
                </c:pt>
                <c:pt idx="631">
                  <c:v>39602</c:v>
                </c:pt>
                <c:pt idx="632">
                  <c:v>39603</c:v>
                </c:pt>
                <c:pt idx="633">
                  <c:v>39604</c:v>
                </c:pt>
                <c:pt idx="634">
                  <c:v>39605</c:v>
                </c:pt>
                <c:pt idx="635">
                  <c:v>39608</c:v>
                </c:pt>
                <c:pt idx="636">
                  <c:v>39609</c:v>
                </c:pt>
                <c:pt idx="637">
                  <c:v>39610</c:v>
                </c:pt>
                <c:pt idx="638">
                  <c:v>39611</c:v>
                </c:pt>
                <c:pt idx="639">
                  <c:v>39612</c:v>
                </c:pt>
                <c:pt idx="640">
                  <c:v>39615</c:v>
                </c:pt>
                <c:pt idx="641">
                  <c:v>39616</c:v>
                </c:pt>
                <c:pt idx="642">
                  <c:v>39617</c:v>
                </c:pt>
                <c:pt idx="643">
                  <c:v>39618</c:v>
                </c:pt>
                <c:pt idx="644">
                  <c:v>39619</c:v>
                </c:pt>
                <c:pt idx="645">
                  <c:v>39622</c:v>
                </c:pt>
                <c:pt idx="646">
                  <c:v>39623</c:v>
                </c:pt>
                <c:pt idx="647">
                  <c:v>39624</c:v>
                </c:pt>
                <c:pt idx="648">
                  <c:v>39625</c:v>
                </c:pt>
                <c:pt idx="649">
                  <c:v>39626</c:v>
                </c:pt>
                <c:pt idx="650">
                  <c:v>39629</c:v>
                </c:pt>
                <c:pt idx="651">
                  <c:v>39630</c:v>
                </c:pt>
                <c:pt idx="652">
                  <c:v>39631</c:v>
                </c:pt>
                <c:pt idx="653">
                  <c:v>39632</c:v>
                </c:pt>
                <c:pt idx="654">
                  <c:v>39633</c:v>
                </c:pt>
                <c:pt idx="655">
                  <c:v>39636</c:v>
                </c:pt>
                <c:pt idx="656">
                  <c:v>39637</c:v>
                </c:pt>
                <c:pt idx="657">
                  <c:v>39638</c:v>
                </c:pt>
                <c:pt idx="658">
                  <c:v>39639</c:v>
                </c:pt>
                <c:pt idx="659">
                  <c:v>39640</c:v>
                </c:pt>
                <c:pt idx="660">
                  <c:v>39643</c:v>
                </c:pt>
                <c:pt idx="661">
                  <c:v>39644</c:v>
                </c:pt>
                <c:pt idx="662">
                  <c:v>39645</c:v>
                </c:pt>
                <c:pt idx="663">
                  <c:v>39646</c:v>
                </c:pt>
                <c:pt idx="664">
                  <c:v>39647</c:v>
                </c:pt>
                <c:pt idx="665">
                  <c:v>39650</c:v>
                </c:pt>
                <c:pt idx="666">
                  <c:v>39651</c:v>
                </c:pt>
                <c:pt idx="667">
                  <c:v>39652</c:v>
                </c:pt>
                <c:pt idx="668">
                  <c:v>39653</c:v>
                </c:pt>
                <c:pt idx="669">
                  <c:v>39654</c:v>
                </c:pt>
                <c:pt idx="670">
                  <c:v>39657</c:v>
                </c:pt>
                <c:pt idx="671">
                  <c:v>39658</c:v>
                </c:pt>
                <c:pt idx="672">
                  <c:v>39659</c:v>
                </c:pt>
                <c:pt idx="673">
                  <c:v>39660</c:v>
                </c:pt>
                <c:pt idx="674">
                  <c:v>39661</c:v>
                </c:pt>
                <c:pt idx="675">
                  <c:v>39664</c:v>
                </c:pt>
                <c:pt idx="676">
                  <c:v>39665</c:v>
                </c:pt>
                <c:pt idx="677">
                  <c:v>39666</c:v>
                </c:pt>
                <c:pt idx="678">
                  <c:v>39667</c:v>
                </c:pt>
                <c:pt idx="679">
                  <c:v>39668</c:v>
                </c:pt>
                <c:pt idx="680">
                  <c:v>39671</c:v>
                </c:pt>
                <c:pt idx="681">
                  <c:v>39672</c:v>
                </c:pt>
                <c:pt idx="682">
                  <c:v>39673</c:v>
                </c:pt>
                <c:pt idx="683">
                  <c:v>39674</c:v>
                </c:pt>
                <c:pt idx="684">
                  <c:v>39675</c:v>
                </c:pt>
                <c:pt idx="685">
                  <c:v>39678</c:v>
                </c:pt>
                <c:pt idx="686">
                  <c:v>39679</c:v>
                </c:pt>
                <c:pt idx="687">
                  <c:v>39680</c:v>
                </c:pt>
                <c:pt idx="688">
                  <c:v>39681</c:v>
                </c:pt>
                <c:pt idx="689">
                  <c:v>39682</c:v>
                </c:pt>
                <c:pt idx="690">
                  <c:v>39685</c:v>
                </c:pt>
                <c:pt idx="691">
                  <c:v>39686</c:v>
                </c:pt>
                <c:pt idx="692">
                  <c:v>39687</c:v>
                </c:pt>
                <c:pt idx="693">
                  <c:v>39688</c:v>
                </c:pt>
                <c:pt idx="694">
                  <c:v>39689</c:v>
                </c:pt>
                <c:pt idx="695">
                  <c:v>39692</c:v>
                </c:pt>
                <c:pt idx="696">
                  <c:v>39693</c:v>
                </c:pt>
                <c:pt idx="697">
                  <c:v>39694</c:v>
                </c:pt>
                <c:pt idx="698">
                  <c:v>39695</c:v>
                </c:pt>
                <c:pt idx="699">
                  <c:v>39696</c:v>
                </c:pt>
                <c:pt idx="700">
                  <c:v>39699</c:v>
                </c:pt>
                <c:pt idx="701">
                  <c:v>39700</c:v>
                </c:pt>
                <c:pt idx="702">
                  <c:v>39701</c:v>
                </c:pt>
                <c:pt idx="703">
                  <c:v>39702</c:v>
                </c:pt>
                <c:pt idx="704">
                  <c:v>39703</c:v>
                </c:pt>
                <c:pt idx="705">
                  <c:v>39706</c:v>
                </c:pt>
                <c:pt idx="706">
                  <c:v>39707</c:v>
                </c:pt>
                <c:pt idx="707">
                  <c:v>39708</c:v>
                </c:pt>
                <c:pt idx="708">
                  <c:v>39709</c:v>
                </c:pt>
                <c:pt idx="709">
                  <c:v>39710</c:v>
                </c:pt>
                <c:pt idx="710">
                  <c:v>39713</c:v>
                </c:pt>
                <c:pt idx="711">
                  <c:v>39714</c:v>
                </c:pt>
                <c:pt idx="712">
                  <c:v>39715</c:v>
                </c:pt>
                <c:pt idx="713">
                  <c:v>39716</c:v>
                </c:pt>
                <c:pt idx="714">
                  <c:v>39717</c:v>
                </c:pt>
                <c:pt idx="715">
                  <c:v>39720</c:v>
                </c:pt>
                <c:pt idx="716">
                  <c:v>39721</c:v>
                </c:pt>
                <c:pt idx="717">
                  <c:v>39722</c:v>
                </c:pt>
                <c:pt idx="718">
                  <c:v>39723</c:v>
                </c:pt>
                <c:pt idx="719">
                  <c:v>39724</c:v>
                </c:pt>
                <c:pt idx="720">
                  <c:v>39727</c:v>
                </c:pt>
                <c:pt idx="721">
                  <c:v>39728</c:v>
                </c:pt>
                <c:pt idx="722">
                  <c:v>39729</c:v>
                </c:pt>
                <c:pt idx="723">
                  <c:v>39730</c:v>
                </c:pt>
                <c:pt idx="724">
                  <c:v>39731</c:v>
                </c:pt>
                <c:pt idx="725">
                  <c:v>39734</c:v>
                </c:pt>
                <c:pt idx="726">
                  <c:v>39735</c:v>
                </c:pt>
                <c:pt idx="727">
                  <c:v>39736</c:v>
                </c:pt>
                <c:pt idx="728">
                  <c:v>39737</c:v>
                </c:pt>
                <c:pt idx="729">
                  <c:v>39738</c:v>
                </c:pt>
                <c:pt idx="730">
                  <c:v>39741</c:v>
                </c:pt>
                <c:pt idx="731">
                  <c:v>39742</c:v>
                </c:pt>
                <c:pt idx="732">
                  <c:v>39743</c:v>
                </c:pt>
                <c:pt idx="733">
                  <c:v>39744</c:v>
                </c:pt>
                <c:pt idx="734">
                  <c:v>39745</c:v>
                </c:pt>
                <c:pt idx="735">
                  <c:v>39748</c:v>
                </c:pt>
                <c:pt idx="736">
                  <c:v>39749</c:v>
                </c:pt>
                <c:pt idx="737">
                  <c:v>39750</c:v>
                </c:pt>
                <c:pt idx="738">
                  <c:v>39751</c:v>
                </c:pt>
                <c:pt idx="739">
                  <c:v>39752</c:v>
                </c:pt>
                <c:pt idx="740">
                  <c:v>39755</c:v>
                </c:pt>
                <c:pt idx="741">
                  <c:v>39756</c:v>
                </c:pt>
                <c:pt idx="742">
                  <c:v>39757</c:v>
                </c:pt>
                <c:pt idx="743">
                  <c:v>39758</c:v>
                </c:pt>
                <c:pt idx="744">
                  <c:v>39759</c:v>
                </c:pt>
                <c:pt idx="745">
                  <c:v>39762</c:v>
                </c:pt>
                <c:pt idx="746">
                  <c:v>39763</c:v>
                </c:pt>
                <c:pt idx="747">
                  <c:v>39764</c:v>
                </c:pt>
                <c:pt idx="748">
                  <c:v>39765</c:v>
                </c:pt>
                <c:pt idx="749">
                  <c:v>39766</c:v>
                </c:pt>
                <c:pt idx="750">
                  <c:v>39769</c:v>
                </c:pt>
                <c:pt idx="751">
                  <c:v>39770</c:v>
                </c:pt>
                <c:pt idx="752">
                  <c:v>39771</c:v>
                </c:pt>
                <c:pt idx="753">
                  <c:v>39772</c:v>
                </c:pt>
                <c:pt idx="754">
                  <c:v>39773</c:v>
                </c:pt>
                <c:pt idx="755">
                  <c:v>39776</c:v>
                </c:pt>
                <c:pt idx="756">
                  <c:v>39777</c:v>
                </c:pt>
                <c:pt idx="757">
                  <c:v>39778</c:v>
                </c:pt>
                <c:pt idx="758">
                  <c:v>39779</c:v>
                </c:pt>
                <c:pt idx="759">
                  <c:v>39780</c:v>
                </c:pt>
                <c:pt idx="760">
                  <c:v>39783</c:v>
                </c:pt>
                <c:pt idx="761">
                  <c:v>39784</c:v>
                </c:pt>
                <c:pt idx="762">
                  <c:v>39785</c:v>
                </c:pt>
                <c:pt idx="763">
                  <c:v>39786</c:v>
                </c:pt>
                <c:pt idx="764">
                  <c:v>39787</c:v>
                </c:pt>
                <c:pt idx="765">
                  <c:v>39790</c:v>
                </c:pt>
                <c:pt idx="766">
                  <c:v>39791</c:v>
                </c:pt>
                <c:pt idx="767">
                  <c:v>39792</c:v>
                </c:pt>
                <c:pt idx="768">
                  <c:v>39793</c:v>
                </c:pt>
                <c:pt idx="769">
                  <c:v>39794</c:v>
                </c:pt>
                <c:pt idx="770">
                  <c:v>39797</c:v>
                </c:pt>
                <c:pt idx="771">
                  <c:v>39798</c:v>
                </c:pt>
                <c:pt idx="772">
                  <c:v>39799</c:v>
                </c:pt>
                <c:pt idx="773">
                  <c:v>39800</c:v>
                </c:pt>
                <c:pt idx="774">
                  <c:v>39801</c:v>
                </c:pt>
                <c:pt idx="775">
                  <c:v>39804</c:v>
                </c:pt>
                <c:pt idx="776">
                  <c:v>39805</c:v>
                </c:pt>
                <c:pt idx="777">
                  <c:v>39806</c:v>
                </c:pt>
                <c:pt idx="778">
                  <c:v>39807</c:v>
                </c:pt>
                <c:pt idx="779">
                  <c:v>39808</c:v>
                </c:pt>
                <c:pt idx="780">
                  <c:v>39811</c:v>
                </c:pt>
                <c:pt idx="781">
                  <c:v>39812</c:v>
                </c:pt>
                <c:pt idx="782">
                  <c:v>39813</c:v>
                </c:pt>
                <c:pt idx="783">
                  <c:v>39814</c:v>
                </c:pt>
                <c:pt idx="784">
                  <c:v>39815</c:v>
                </c:pt>
                <c:pt idx="785">
                  <c:v>39818</c:v>
                </c:pt>
                <c:pt idx="786">
                  <c:v>39819</c:v>
                </c:pt>
                <c:pt idx="787">
                  <c:v>39820</c:v>
                </c:pt>
                <c:pt idx="788">
                  <c:v>39821</c:v>
                </c:pt>
                <c:pt idx="789">
                  <c:v>39822</c:v>
                </c:pt>
                <c:pt idx="790">
                  <c:v>39825</c:v>
                </c:pt>
                <c:pt idx="791">
                  <c:v>39826</c:v>
                </c:pt>
                <c:pt idx="792">
                  <c:v>39827</c:v>
                </c:pt>
                <c:pt idx="793">
                  <c:v>39828</c:v>
                </c:pt>
                <c:pt idx="794">
                  <c:v>39829</c:v>
                </c:pt>
                <c:pt idx="795">
                  <c:v>39832</c:v>
                </c:pt>
                <c:pt idx="796">
                  <c:v>39833</c:v>
                </c:pt>
                <c:pt idx="797">
                  <c:v>39834</c:v>
                </c:pt>
                <c:pt idx="798">
                  <c:v>39835</c:v>
                </c:pt>
                <c:pt idx="799">
                  <c:v>39836</c:v>
                </c:pt>
                <c:pt idx="800">
                  <c:v>39839</c:v>
                </c:pt>
                <c:pt idx="801">
                  <c:v>39840</c:v>
                </c:pt>
                <c:pt idx="802">
                  <c:v>39841</c:v>
                </c:pt>
                <c:pt idx="803">
                  <c:v>39842</c:v>
                </c:pt>
                <c:pt idx="804">
                  <c:v>39843</c:v>
                </c:pt>
                <c:pt idx="805">
                  <c:v>39846</c:v>
                </c:pt>
                <c:pt idx="806">
                  <c:v>39847</c:v>
                </c:pt>
                <c:pt idx="807">
                  <c:v>39848</c:v>
                </c:pt>
                <c:pt idx="808">
                  <c:v>39849</c:v>
                </c:pt>
                <c:pt idx="809">
                  <c:v>39850</c:v>
                </c:pt>
                <c:pt idx="810">
                  <c:v>39853</c:v>
                </c:pt>
                <c:pt idx="811">
                  <c:v>39854</c:v>
                </c:pt>
                <c:pt idx="812">
                  <c:v>39855</c:v>
                </c:pt>
                <c:pt idx="813">
                  <c:v>39856</c:v>
                </c:pt>
                <c:pt idx="814">
                  <c:v>39857</c:v>
                </c:pt>
                <c:pt idx="815">
                  <c:v>39860</c:v>
                </c:pt>
                <c:pt idx="816">
                  <c:v>39861</c:v>
                </c:pt>
                <c:pt idx="817">
                  <c:v>39862</c:v>
                </c:pt>
                <c:pt idx="818">
                  <c:v>39863</c:v>
                </c:pt>
                <c:pt idx="819">
                  <c:v>39864</c:v>
                </c:pt>
                <c:pt idx="820">
                  <c:v>39867</c:v>
                </c:pt>
                <c:pt idx="821">
                  <c:v>39868</c:v>
                </c:pt>
                <c:pt idx="822">
                  <c:v>39869</c:v>
                </c:pt>
                <c:pt idx="823">
                  <c:v>39870</c:v>
                </c:pt>
                <c:pt idx="824">
                  <c:v>39871</c:v>
                </c:pt>
                <c:pt idx="825">
                  <c:v>39874</c:v>
                </c:pt>
                <c:pt idx="826">
                  <c:v>39875</c:v>
                </c:pt>
                <c:pt idx="827">
                  <c:v>39876</c:v>
                </c:pt>
                <c:pt idx="828">
                  <c:v>39877</c:v>
                </c:pt>
                <c:pt idx="829">
                  <c:v>39878</c:v>
                </c:pt>
                <c:pt idx="830">
                  <c:v>39881</c:v>
                </c:pt>
                <c:pt idx="831">
                  <c:v>39882</c:v>
                </c:pt>
                <c:pt idx="832">
                  <c:v>39883</c:v>
                </c:pt>
                <c:pt idx="833">
                  <c:v>39884</c:v>
                </c:pt>
                <c:pt idx="834">
                  <c:v>39885</c:v>
                </c:pt>
                <c:pt idx="835">
                  <c:v>39888</c:v>
                </c:pt>
                <c:pt idx="836">
                  <c:v>39889</c:v>
                </c:pt>
                <c:pt idx="837">
                  <c:v>39890</c:v>
                </c:pt>
                <c:pt idx="838">
                  <c:v>39891</c:v>
                </c:pt>
                <c:pt idx="839">
                  <c:v>39892</c:v>
                </c:pt>
                <c:pt idx="840">
                  <c:v>39895</c:v>
                </c:pt>
                <c:pt idx="841">
                  <c:v>39896</c:v>
                </c:pt>
                <c:pt idx="842">
                  <c:v>39897</c:v>
                </c:pt>
                <c:pt idx="843">
                  <c:v>39898</c:v>
                </c:pt>
                <c:pt idx="844">
                  <c:v>39899</c:v>
                </c:pt>
                <c:pt idx="845">
                  <c:v>39902</c:v>
                </c:pt>
                <c:pt idx="846">
                  <c:v>39903</c:v>
                </c:pt>
                <c:pt idx="847">
                  <c:v>39904</c:v>
                </c:pt>
                <c:pt idx="848">
                  <c:v>39905</c:v>
                </c:pt>
                <c:pt idx="849">
                  <c:v>39906</c:v>
                </c:pt>
                <c:pt idx="850">
                  <c:v>39909</c:v>
                </c:pt>
                <c:pt idx="851">
                  <c:v>39910</c:v>
                </c:pt>
                <c:pt idx="852">
                  <c:v>39911</c:v>
                </c:pt>
                <c:pt idx="853">
                  <c:v>39912</c:v>
                </c:pt>
                <c:pt idx="854">
                  <c:v>39913</c:v>
                </c:pt>
                <c:pt idx="855">
                  <c:v>39916</c:v>
                </c:pt>
                <c:pt idx="856">
                  <c:v>39917</c:v>
                </c:pt>
                <c:pt idx="857">
                  <c:v>39918</c:v>
                </c:pt>
                <c:pt idx="858">
                  <c:v>39919</c:v>
                </c:pt>
                <c:pt idx="859">
                  <c:v>39920</c:v>
                </c:pt>
                <c:pt idx="860">
                  <c:v>39923</c:v>
                </c:pt>
                <c:pt idx="861">
                  <c:v>39924</c:v>
                </c:pt>
                <c:pt idx="862">
                  <c:v>39925</c:v>
                </c:pt>
                <c:pt idx="863">
                  <c:v>39926</c:v>
                </c:pt>
                <c:pt idx="864">
                  <c:v>39927</c:v>
                </c:pt>
                <c:pt idx="865">
                  <c:v>39930</c:v>
                </c:pt>
                <c:pt idx="866">
                  <c:v>39931</c:v>
                </c:pt>
                <c:pt idx="867">
                  <c:v>39932</c:v>
                </c:pt>
                <c:pt idx="868">
                  <c:v>39933</c:v>
                </c:pt>
                <c:pt idx="869">
                  <c:v>39934</c:v>
                </c:pt>
                <c:pt idx="870">
                  <c:v>39937</c:v>
                </c:pt>
                <c:pt idx="871">
                  <c:v>39938</c:v>
                </c:pt>
                <c:pt idx="872">
                  <c:v>39939</c:v>
                </c:pt>
                <c:pt idx="873">
                  <c:v>39940</c:v>
                </c:pt>
                <c:pt idx="874">
                  <c:v>39941</c:v>
                </c:pt>
                <c:pt idx="875">
                  <c:v>39944</c:v>
                </c:pt>
                <c:pt idx="876">
                  <c:v>39945</c:v>
                </c:pt>
                <c:pt idx="877">
                  <c:v>39946</c:v>
                </c:pt>
                <c:pt idx="878">
                  <c:v>39947</c:v>
                </c:pt>
                <c:pt idx="879">
                  <c:v>39948</c:v>
                </c:pt>
                <c:pt idx="880">
                  <c:v>39951</c:v>
                </c:pt>
                <c:pt idx="881">
                  <c:v>39952</c:v>
                </c:pt>
                <c:pt idx="882">
                  <c:v>39953</c:v>
                </c:pt>
                <c:pt idx="883">
                  <c:v>39954</c:v>
                </c:pt>
                <c:pt idx="884">
                  <c:v>39955</c:v>
                </c:pt>
                <c:pt idx="885">
                  <c:v>39958</c:v>
                </c:pt>
                <c:pt idx="886">
                  <c:v>39959</c:v>
                </c:pt>
                <c:pt idx="887">
                  <c:v>39960</c:v>
                </c:pt>
                <c:pt idx="888">
                  <c:v>39961</c:v>
                </c:pt>
                <c:pt idx="889">
                  <c:v>39962</c:v>
                </c:pt>
                <c:pt idx="890">
                  <c:v>39965</c:v>
                </c:pt>
                <c:pt idx="891">
                  <c:v>39966</c:v>
                </c:pt>
                <c:pt idx="892">
                  <c:v>39967</c:v>
                </c:pt>
                <c:pt idx="893">
                  <c:v>39968</c:v>
                </c:pt>
                <c:pt idx="894">
                  <c:v>39969</c:v>
                </c:pt>
                <c:pt idx="895">
                  <c:v>39972</c:v>
                </c:pt>
                <c:pt idx="896">
                  <c:v>39973</c:v>
                </c:pt>
                <c:pt idx="897">
                  <c:v>39974</c:v>
                </c:pt>
                <c:pt idx="898">
                  <c:v>39975</c:v>
                </c:pt>
                <c:pt idx="899">
                  <c:v>39976</c:v>
                </c:pt>
                <c:pt idx="900">
                  <c:v>39979</c:v>
                </c:pt>
                <c:pt idx="901">
                  <c:v>39980</c:v>
                </c:pt>
                <c:pt idx="902">
                  <c:v>39981</c:v>
                </c:pt>
                <c:pt idx="903">
                  <c:v>39982</c:v>
                </c:pt>
                <c:pt idx="904">
                  <c:v>39983</c:v>
                </c:pt>
                <c:pt idx="905">
                  <c:v>39986</c:v>
                </c:pt>
                <c:pt idx="906">
                  <c:v>39987</c:v>
                </c:pt>
                <c:pt idx="907">
                  <c:v>39988</c:v>
                </c:pt>
                <c:pt idx="908">
                  <c:v>39989</c:v>
                </c:pt>
                <c:pt idx="909">
                  <c:v>39990</c:v>
                </c:pt>
                <c:pt idx="910">
                  <c:v>39993</c:v>
                </c:pt>
                <c:pt idx="911">
                  <c:v>39994</c:v>
                </c:pt>
                <c:pt idx="912">
                  <c:v>39995</c:v>
                </c:pt>
                <c:pt idx="913">
                  <c:v>39996</c:v>
                </c:pt>
                <c:pt idx="914">
                  <c:v>39997</c:v>
                </c:pt>
                <c:pt idx="915">
                  <c:v>40000</c:v>
                </c:pt>
                <c:pt idx="916">
                  <c:v>40001</c:v>
                </c:pt>
                <c:pt idx="917">
                  <c:v>40002</c:v>
                </c:pt>
                <c:pt idx="918">
                  <c:v>40003</c:v>
                </c:pt>
                <c:pt idx="919">
                  <c:v>40004</c:v>
                </c:pt>
                <c:pt idx="920">
                  <c:v>40007</c:v>
                </c:pt>
                <c:pt idx="921">
                  <c:v>40008</c:v>
                </c:pt>
                <c:pt idx="922">
                  <c:v>40009</c:v>
                </c:pt>
                <c:pt idx="923">
                  <c:v>40010</c:v>
                </c:pt>
                <c:pt idx="924">
                  <c:v>40011</c:v>
                </c:pt>
                <c:pt idx="925">
                  <c:v>40014</c:v>
                </c:pt>
                <c:pt idx="926">
                  <c:v>40015</c:v>
                </c:pt>
                <c:pt idx="927">
                  <c:v>40016</c:v>
                </c:pt>
                <c:pt idx="928">
                  <c:v>40017</c:v>
                </c:pt>
                <c:pt idx="929">
                  <c:v>40018</c:v>
                </c:pt>
                <c:pt idx="930">
                  <c:v>40021</c:v>
                </c:pt>
                <c:pt idx="931">
                  <c:v>40022</c:v>
                </c:pt>
                <c:pt idx="932">
                  <c:v>40023</c:v>
                </c:pt>
                <c:pt idx="933">
                  <c:v>40024</c:v>
                </c:pt>
                <c:pt idx="934">
                  <c:v>40025</c:v>
                </c:pt>
                <c:pt idx="935">
                  <c:v>40028</c:v>
                </c:pt>
                <c:pt idx="936">
                  <c:v>40029</c:v>
                </c:pt>
                <c:pt idx="937">
                  <c:v>40030</c:v>
                </c:pt>
                <c:pt idx="938">
                  <c:v>40031</c:v>
                </c:pt>
                <c:pt idx="939">
                  <c:v>40032</c:v>
                </c:pt>
                <c:pt idx="940">
                  <c:v>40035</c:v>
                </c:pt>
                <c:pt idx="941">
                  <c:v>40036</c:v>
                </c:pt>
                <c:pt idx="942">
                  <c:v>40037</c:v>
                </c:pt>
                <c:pt idx="943">
                  <c:v>40038</c:v>
                </c:pt>
                <c:pt idx="944">
                  <c:v>40039</c:v>
                </c:pt>
                <c:pt idx="945">
                  <c:v>40042</c:v>
                </c:pt>
                <c:pt idx="946">
                  <c:v>40043</c:v>
                </c:pt>
                <c:pt idx="947">
                  <c:v>40044</c:v>
                </c:pt>
                <c:pt idx="948">
                  <c:v>40045</c:v>
                </c:pt>
                <c:pt idx="949">
                  <c:v>40046</c:v>
                </c:pt>
                <c:pt idx="950">
                  <c:v>40049</c:v>
                </c:pt>
                <c:pt idx="951">
                  <c:v>40050</c:v>
                </c:pt>
                <c:pt idx="952">
                  <c:v>40051</c:v>
                </c:pt>
                <c:pt idx="953">
                  <c:v>40052</c:v>
                </c:pt>
                <c:pt idx="954">
                  <c:v>40053</c:v>
                </c:pt>
                <c:pt idx="955">
                  <c:v>40056</c:v>
                </c:pt>
                <c:pt idx="956">
                  <c:v>40057</c:v>
                </c:pt>
                <c:pt idx="957">
                  <c:v>40058</c:v>
                </c:pt>
                <c:pt idx="958">
                  <c:v>40059</c:v>
                </c:pt>
                <c:pt idx="959">
                  <c:v>40060</c:v>
                </c:pt>
                <c:pt idx="960">
                  <c:v>40063</c:v>
                </c:pt>
                <c:pt idx="961">
                  <c:v>40064</c:v>
                </c:pt>
                <c:pt idx="962">
                  <c:v>40065</c:v>
                </c:pt>
                <c:pt idx="963">
                  <c:v>40066</c:v>
                </c:pt>
                <c:pt idx="964">
                  <c:v>40067</c:v>
                </c:pt>
                <c:pt idx="965">
                  <c:v>40070</c:v>
                </c:pt>
                <c:pt idx="966">
                  <c:v>40071</c:v>
                </c:pt>
                <c:pt idx="967">
                  <c:v>40072</c:v>
                </c:pt>
                <c:pt idx="968">
                  <c:v>40073</c:v>
                </c:pt>
                <c:pt idx="969">
                  <c:v>40074</c:v>
                </c:pt>
                <c:pt idx="970">
                  <c:v>40077</c:v>
                </c:pt>
                <c:pt idx="971">
                  <c:v>40078</c:v>
                </c:pt>
                <c:pt idx="972">
                  <c:v>40079</c:v>
                </c:pt>
                <c:pt idx="973">
                  <c:v>40080</c:v>
                </c:pt>
                <c:pt idx="974">
                  <c:v>40081</c:v>
                </c:pt>
                <c:pt idx="975">
                  <c:v>40084</c:v>
                </c:pt>
                <c:pt idx="976">
                  <c:v>40085</c:v>
                </c:pt>
                <c:pt idx="977">
                  <c:v>40086</c:v>
                </c:pt>
                <c:pt idx="978">
                  <c:v>40087</c:v>
                </c:pt>
                <c:pt idx="979">
                  <c:v>40088</c:v>
                </c:pt>
                <c:pt idx="980">
                  <c:v>40091</c:v>
                </c:pt>
                <c:pt idx="981">
                  <c:v>40092</c:v>
                </c:pt>
                <c:pt idx="982">
                  <c:v>40093</c:v>
                </c:pt>
                <c:pt idx="983">
                  <c:v>40094</c:v>
                </c:pt>
                <c:pt idx="984">
                  <c:v>40095</c:v>
                </c:pt>
                <c:pt idx="985">
                  <c:v>40098</c:v>
                </c:pt>
                <c:pt idx="986">
                  <c:v>40099</c:v>
                </c:pt>
                <c:pt idx="987">
                  <c:v>40100</c:v>
                </c:pt>
                <c:pt idx="988">
                  <c:v>40101</c:v>
                </c:pt>
                <c:pt idx="989">
                  <c:v>40102</c:v>
                </c:pt>
                <c:pt idx="990">
                  <c:v>40105</c:v>
                </c:pt>
                <c:pt idx="991">
                  <c:v>40106</c:v>
                </c:pt>
                <c:pt idx="992">
                  <c:v>40107</c:v>
                </c:pt>
                <c:pt idx="993">
                  <c:v>40108</c:v>
                </c:pt>
                <c:pt idx="994">
                  <c:v>40109</c:v>
                </c:pt>
                <c:pt idx="995">
                  <c:v>40112</c:v>
                </c:pt>
                <c:pt idx="996">
                  <c:v>40113</c:v>
                </c:pt>
                <c:pt idx="997">
                  <c:v>40114</c:v>
                </c:pt>
                <c:pt idx="998">
                  <c:v>40115</c:v>
                </c:pt>
                <c:pt idx="999">
                  <c:v>40116</c:v>
                </c:pt>
                <c:pt idx="1000">
                  <c:v>40119</c:v>
                </c:pt>
                <c:pt idx="1001">
                  <c:v>40120</c:v>
                </c:pt>
                <c:pt idx="1002">
                  <c:v>40121</c:v>
                </c:pt>
                <c:pt idx="1003">
                  <c:v>40122</c:v>
                </c:pt>
                <c:pt idx="1004">
                  <c:v>40123</c:v>
                </c:pt>
                <c:pt idx="1005">
                  <c:v>40126</c:v>
                </c:pt>
                <c:pt idx="1006">
                  <c:v>40127</c:v>
                </c:pt>
                <c:pt idx="1007">
                  <c:v>40128</c:v>
                </c:pt>
                <c:pt idx="1008">
                  <c:v>40129</c:v>
                </c:pt>
                <c:pt idx="1009">
                  <c:v>40130</c:v>
                </c:pt>
                <c:pt idx="1010">
                  <c:v>40133</c:v>
                </c:pt>
                <c:pt idx="1011">
                  <c:v>40134</c:v>
                </c:pt>
                <c:pt idx="1012">
                  <c:v>40135</c:v>
                </c:pt>
                <c:pt idx="1013">
                  <c:v>40136</c:v>
                </c:pt>
                <c:pt idx="1014">
                  <c:v>40137</c:v>
                </c:pt>
                <c:pt idx="1015">
                  <c:v>40140</c:v>
                </c:pt>
                <c:pt idx="1016">
                  <c:v>40141</c:v>
                </c:pt>
                <c:pt idx="1017">
                  <c:v>40142</c:v>
                </c:pt>
                <c:pt idx="1018">
                  <c:v>40143</c:v>
                </c:pt>
                <c:pt idx="1019">
                  <c:v>40144</c:v>
                </c:pt>
                <c:pt idx="1020">
                  <c:v>40147</c:v>
                </c:pt>
                <c:pt idx="1021">
                  <c:v>40148</c:v>
                </c:pt>
                <c:pt idx="1022">
                  <c:v>40149</c:v>
                </c:pt>
                <c:pt idx="1023">
                  <c:v>40150</c:v>
                </c:pt>
                <c:pt idx="1024">
                  <c:v>40151</c:v>
                </c:pt>
                <c:pt idx="1025">
                  <c:v>40154</c:v>
                </c:pt>
                <c:pt idx="1026">
                  <c:v>40155</c:v>
                </c:pt>
                <c:pt idx="1027">
                  <c:v>40156</c:v>
                </c:pt>
                <c:pt idx="1028">
                  <c:v>40157</c:v>
                </c:pt>
                <c:pt idx="1029">
                  <c:v>40158</c:v>
                </c:pt>
                <c:pt idx="1030">
                  <c:v>40161</c:v>
                </c:pt>
                <c:pt idx="1031">
                  <c:v>40162</c:v>
                </c:pt>
                <c:pt idx="1032">
                  <c:v>40163</c:v>
                </c:pt>
                <c:pt idx="1033">
                  <c:v>40164</c:v>
                </c:pt>
                <c:pt idx="1034">
                  <c:v>40165</c:v>
                </c:pt>
                <c:pt idx="1035">
                  <c:v>40168</c:v>
                </c:pt>
                <c:pt idx="1036">
                  <c:v>40169</c:v>
                </c:pt>
                <c:pt idx="1037">
                  <c:v>40170</c:v>
                </c:pt>
                <c:pt idx="1038">
                  <c:v>40171</c:v>
                </c:pt>
                <c:pt idx="1039">
                  <c:v>40172</c:v>
                </c:pt>
                <c:pt idx="1040">
                  <c:v>40175</c:v>
                </c:pt>
                <c:pt idx="1041">
                  <c:v>40176</c:v>
                </c:pt>
                <c:pt idx="1042">
                  <c:v>40177</c:v>
                </c:pt>
                <c:pt idx="1043">
                  <c:v>40178</c:v>
                </c:pt>
                <c:pt idx="1044">
                  <c:v>40179</c:v>
                </c:pt>
                <c:pt idx="1045">
                  <c:v>40182</c:v>
                </c:pt>
                <c:pt idx="1046">
                  <c:v>40183</c:v>
                </c:pt>
                <c:pt idx="1047">
                  <c:v>40184</c:v>
                </c:pt>
                <c:pt idx="1048">
                  <c:v>40185</c:v>
                </c:pt>
                <c:pt idx="1049">
                  <c:v>40186</c:v>
                </c:pt>
                <c:pt idx="1050">
                  <c:v>40189</c:v>
                </c:pt>
                <c:pt idx="1051">
                  <c:v>40190</c:v>
                </c:pt>
                <c:pt idx="1052">
                  <c:v>40191</c:v>
                </c:pt>
                <c:pt idx="1053">
                  <c:v>40192</c:v>
                </c:pt>
                <c:pt idx="1054">
                  <c:v>40193</c:v>
                </c:pt>
                <c:pt idx="1055">
                  <c:v>40196</c:v>
                </c:pt>
                <c:pt idx="1056">
                  <c:v>40197</c:v>
                </c:pt>
                <c:pt idx="1057">
                  <c:v>40198</c:v>
                </c:pt>
                <c:pt idx="1058">
                  <c:v>40199</c:v>
                </c:pt>
                <c:pt idx="1059">
                  <c:v>40200</c:v>
                </c:pt>
                <c:pt idx="1060">
                  <c:v>40203</c:v>
                </c:pt>
                <c:pt idx="1061">
                  <c:v>40204</c:v>
                </c:pt>
                <c:pt idx="1062">
                  <c:v>40205</c:v>
                </c:pt>
                <c:pt idx="1063">
                  <c:v>40206</c:v>
                </c:pt>
                <c:pt idx="1064">
                  <c:v>40207</c:v>
                </c:pt>
                <c:pt idx="1065">
                  <c:v>40210</c:v>
                </c:pt>
                <c:pt idx="1066">
                  <c:v>40211</c:v>
                </c:pt>
                <c:pt idx="1067">
                  <c:v>40212</c:v>
                </c:pt>
                <c:pt idx="1068">
                  <c:v>40213</c:v>
                </c:pt>
                <c:pt idx="1069">
                  <c:v>40214</c:v>
                </c:pt>
                <c:pt idx="1070">
                  <c:v>40217</c:v>
                </c:pt>
                <c:pt idx="1071">
                  <c:v>40218</c:v>
                </c:pt>
                <c:pt idx="1072">
                  <c:v>40219</c:v>
                </c:pt>
                <c:pt idx="1073">
                  <c:v>40220</c:v>
                </c:pt>
                <c:pt idx="1074">
                  <c:v>40221</c:v>
                </c:pt>
                <c:pt idx="1075">
                  <c:v>40224</c:v>
                </c:pt>
                <c:pt idx="1076">
                  <c:v>40225</c:v>
                </c:pt>
                <c:pt idx="1077">
                  <c:v>40226</c:v>
                </c:pt>
                <c:pt idx="1078">
                  <c:v>40227</c:v>
                </c:pt>
                <c:pt idx="1079">
                  <c:v>40228</c:v>
                </c:pt>
                <c:pt idx="1080">
                  <c:v>40231</c:v>
                </c:pt>
                <c:pt idx="1081">
                  <c:v>40232</c:v>
                </c:pt>
                <c:pt idx="1082">
                  <c:v>40233</c:v>
                </c:pt>
                <c:pt idx="1083">
                  <c:v>40234</c:v>
                </c:pt>
                <c:pt idx="1084">
                  <c:v>40235</c:v>
                </c:pt>
                <c:pt idx="1085">
                  <c:v>40238</c:v>
                </c:pt>
                <c:pt idx="1086">
                  <c:v>40239</c:v>
                </c:pt>
                <c:pt idx="1087">
                  <c:v>40240</c:v>
                </c:pt>
                <c:pt idx="1088">
                  <c:v>40241</c:v>
                </c:pt>
                <c:pt idx="1089">
                  <c:v>40242</c:v>
                </c:pt>
                <c:pt idx="1090">
                  <c:v>40245</c:v>
                </c:pt>
                <c:pt idx="1091">
                  <c:v>40246</c:v>
                </c:pt>
                <c:pt idx="1092">
                  <c:v>40247</c:v>
                </c:pt>
                <c:pt idx="1093">
                  <c:v>40248</c:v>
                </c:pt>
                <c:pt idx="1094">
                  <c:v>40249</c:v>
                </c:pt>
                <c:pt idx="1095">
                  <c:v>40252</c:v>
                </c:pt>
                <c:pt idx="1096">
                  <c:v>40253</c:v>
                </c:pt>
                <c:pt idx="1097">
                  <c:v>40254</c:v>
                </c:pt>
                <c:pt idx="1098">
                  <c:v>40255</c:v>
                </c:pt>
                <c:pt idx="1099">
                  <c:v>40256</c:v>
                </c:pt>
                <c:pt idx="1100">
                  <c:v>40259</c:v>
                </c:pt>
                <c:pt idx="1101">
                  <c:v>40260</c:v>
                </c:pt>
                <c:pt idx="1102">
                  <c:v>40261</c:v>
                </c:pt>
                <c:pt idx="1103">
                  <c:v>40262</c:v>
                </c:pt>
                <c:pt idx="1104">
                  <c:v>40263</c:v>
                </c:pt>
                <c:pt idx="1105">
                  <c:v>40266</c:v>
                </c:pt>
                <c:pt idx="1106">
                  <c:v>40267</c:v>
                </c:pt>
                <c:pt idx="1107">
                  <c:v>40268</c:v>
                </c:pt>
                <c:pt idx="1108">
                  <c:v>40269</c:v>
                </c:pt>
                <c:pt idx="1109">
                  <c:v>40270</c:v>
                </c:pt>
                <c:pt idx="1110">
                  <c:v>40273</c:v>
                </c:pt>
                <c:pt idx="1111">
                  <c:v>40274</c:v>
                </c:pt>
                <c:pt idx="1112">
                  <c:v>40275</c:v>
                </c:pt>
                <c:pt idx="1113">
                  <c:v>40276</c:v>
                </c:pt>
                <c:pt idx="1114">
                  <c:v>40277</c:v>
                </c:pt>
                <c:pt idx="1115">
                  <c:v>40280</c:v>
                </c:pt>
                <c:pt idx="1116">
                  <c:v>40281</c:v>
                </c:pt>
                <c:pt idx="1117">
                  <c:v>40282</c:v>
                </c:pt>
                <c:pt idx="1118">
                  <c:v>40283</c:v>
                </c:pt>
                <c:pt idx="1119">
                  <c:v>40284</c:v>
                </c:pt>
                <c:pt idx="1120">
                  <c:v>40287</c:v>
                </c:pt>
                <c:pt idx="1121">
                  <c:v>40288</c:v>
                </c:pt>
                <c:pt idx="1122">
                  <c:v>40289</c:v>
                </c:pt>
                <c:pt idx="1123">
                  <c:v>40290</c:v>
                </c:pt>
                <c:pt idx="1124">
                  <c:v>40291</c:v>
                </c:pt>
                <c:pt idx="1125">
                  <c:v>40294</c:v>
                </c:pt>
                <c:pt idx="1126">
                  <c:v>40295</c:v>
                </c:pt>
                <c:pt idx="1127">
                  <c:v>40296</c:v>
                </c:pt>
                <c:pt idx="1128">
                  <c:v>40297</c:v>
                </c:pt>
                <c:pt idx="1129">
                  <c:v>40298</c:v>
                </c:pt>
                <c:pt idx="1130">
                  <c:v>40301</c:v>
                </c:pt>
                <c:pt idx="1131">
                  <c:v>40302</c:v>
                </c:pt>
                <c:pt idx="1132">
                  <c:v>40303</c:v>
                </c:pt>
                <c:pt idx="1133">
                  <c:v>40304</c:v>
                </c:pt>
                <c:pt idx="1134">
                  <c:v>40305</c:v>
                </c:pt>
                <c:pt idx="1135">
                  <c:v>40308</c:v>
                </c:pt>
                <c:pt idx="1136">
                  <c:v>40309</c:v>
                </c:pt>
                <c:pt idx="1137">
                  <c:v>40310</c:v>
                </c:pt>
                <c:pt idx="1138">
                  <c:v>40311</c:v>
                </c:pt>
                <c:pt idx="1139">
                  <c:v>40312</c:v>
                </c:pt>
                <c:pt idx="1140">
                  <c:v>40315</c:v>
                </c:pt>
                <c:pt idx="1141">
                  <c:v>40316</c:v>
                </c:pt>
                <c:pt idx="1142">
                  <c:v>40317</c:v>
                </c:pt>
                <c:pt idx="1143">
                  <c:v>40318</c:v>
                </c:pt>
                <c:pt idx="1144">
                  <c:v>40319</c:v>
                </c:pt>
                <c:pt idx="1145">
                  <c:v>40322</c:v>
                </c:pt>
                <c:pt idx="1146">
                  <c:v>40323</c:v>
                </c:pt>
                <c:pt idx="1147">
                  <c:v>40324</c:v>
                </c:pt>
                <c:pt idx="1148">
                  <c:v>40325</c:v>
                </c:pt>
                <c:pt idx="1149">
                  <c:v>40326</c:v>
                </c:pt>
                <c:pt idx="1150">
                  <c:v>40329</c:v>
                </c:pt>
                <c:pt idx="1151">
                  <c:v>40330</c:v>
                </c:pt>
                <c:pt idx="1152">
                  <c:v>40331</c:v>
                </c:pt>
                <c:pt idx="1153">
                  <c:v>40332</c:v>
                </c:pt>
                <c:pt idx="1154">
                  <c:v>40333</c:v>
                </c:pt>
                <c:pt idx="1155">
                  <c:v>40336</c:v>
                </c:pt>
                <c:pt idx="1156">
                  <c:v>40337</c:v>
                </c:pt>
                <c:pt idx="1157">
                  <c:v>40338</c:v>
                </c:pt>
                <c:pt idx="1158">
                  <c:v>40339</c:v>
                </c:pt>
                <c:pt idx="1159">
                  <c:v>40340</c:v>
                </c:pt>
                <c:pt idx="1160">
                  <c:v>40343</c:v>
                </c:pt>
                <c:pt idx="1161">
                  <c:v>40344</c:v>
                </c:pt>
                <c:pt idx="1162">
                  <c:v>40345</c:v>
                </c:pt>
                <c:pt idx="1163">
                  <c:v>40346</c:v>
                </c:pt>
                <c:pt idx="1164">
                  <c:v>40347</c:v>
                </c:pt>
                <c:pt idx="1165">
                  <c:v>40350</c:v>
                </c:pt>
                <c:pt idx="1166">
                  <c:v>40351</c:v>
                </c:pt>
                <c:pt idx="1167">
                  <c:v>40352</c:v>
                </c:pt>
                <c:pt idx="1168">
                  <c:v>40353</c:v>
                </c:pt>
                <c:pt idx="1169">
                  <c:v>40354</c:v>
                </c:pt>
                <c:pt idx="1170">
                  <c:v>40357</c:v>
                </c:pt>
                <c:pt idx="1171">
                  <c:v>40358</c:v>
                </c:pt>
                <c:pt idx="1172">
                  <c:v>40359</c:v>
                </c:pt>
                <c:pt idx="1173">
                  <c:v>40360</c:v>
                </c:pt>
                <c:pt idx="1174">
                  <c:v>40361</c:v>
                </c:pt>
                <c:pt idx="1175">
                  <c:v>40364</c:v>
                </c:pt>
                <c:pt idx="1176">
                  <c:v>40365</c:v>
                </c:pt>
                <c:pt idx="1177">
                  <c:v>40366</c:v>
                </c:pt>
                <c:pt idx="1178">
                  <c:v>40367</c:v>
                </c:pt>
                <c:pt idx="1179">
                  <c:v>40368</c:v>
                </c:pt>
                <c:pt idx="1180">
                  <c:v>40371</c:v>
                </c:pt>
                <c:pt idx="1181">
                  <c:v>40372</c:v>
                </c:pt>
                <c:pt idx="1182">
                  <c:v>40373</c:v>
                </c:pt>
                <c:pt idx="1183">
                  <c:v>40374</c:v>
                </c:pt>
                <c:pt idx="1184">
                  <c:v>40375</c:v>
                </c:pt>
                <c:pt idx="1185">
                  <c:v>40378</c:v>
                </c:pt>
                <c:pt idx="1186">
                  <c:v>40379</c:v>
                </c:pt>
                <c:pt idx="1187">
                  <c:v>40380</c:v>
                </c:pt>
                <c:pt idx="1188">
                  <c:v>40381</c:v>
                </c:pt>
                <c:pt idx="1189">
                  <c:v>40382</c:v>
                </c:pt>
                <c:pt idx="1190">
                  <c:v>40385</c:v>
                </c:pt>
                <c:pt idx="1191">
                  <c:v>40386</c:v>
                </c:pt>
                <c:pt idx="1192">
                  <c:v>40387</c:v>
                </c:pt>
                <c:pt idx="1193">
                  <c:v>40388</c:v>
                </c:pt>
                <c:pt idx="1194">
                  <c:v>40389</c:v>
                </c:pt>
                <c:pt idx="1195">
                  <c:v>40392</c:v>
                </c:pt>
                <c:pt idx="1196">
                  <c:v>40393</c:v>
                </c:pt>
                <c:pt idx="1197">
                  <c:v>40394</c:v>
                </c:pt>
                <c:pt idx="1198">
                  <c:v>40395</c:v>
                </c:pt>
                <c:pt idx="1199">
                  <c:v>40396</c:v>
                </c:pt>
                <c:pt idx="1200">
                  <c:v>40399</c:v>
                </c:pt>
                <c:pt idx="1201">
                  <c:v>40400</c:v>
                </c:pt>
                <c:pt idx="1202">
                  <c:v>40401</c:v>
                </c:pt>
                <c:pt idx="1203">
                  <c:v>40402</c:v>
                </c:pt>
                <c:pt idx="1204">
                  <c:v>40403</c:v>
                </c:pt>
                <c:pt idx="1205">
                  <c:v>40406</c:v>
                </c:pt>
                <c:pt idx="1206">
                  <c:v>40407</c:v>
                </c:pt>
                <c:pt idx="1207">
                  <c:v>40408</c:v>
                </c:pt>
                <c:pt idx="1208">
                  <c:v>40409</c:v>
                </c:pt>
                <c:pt idx="1209">
                  <c:v>40410</c:v>
                </c:pt>
                <c:pt idx="1210">
                  <c:v>40413</c:v>
                </c:pt>
                <c:pt idx="1211">
                  <c:v>40414</c:v>
                </c:pt>
                <c:pt idx="1212">
                  <c:v>40415</c:v>
                </c:pt>
                <c:pt idx="1213">
                  <c:v>40416</c:v>
                </c:pt>
                <c:pt idx="1214">
                  <c:v>40417</c:v>
                </c:pt>
                <c:pt idx="1215">
                  <c:v>40420</c:v>
                </c:pt>
                <c:pt idx="1216">
                  <c:v>40421</c:v>
                </c:pt>
                <c:pt idx="1217">
                  <c:v>40422</c:v>
                </c:pt>
                <c:pt idx="1218">
                  <c:v>40423</c:v>
                </c:pt>
                <c:pt idx="1219">
                  <c:v>40424</c:v>
                </c:pt>
                <c:pt idx="1220">
                  <c:v>40427</c:v>
                </c:pt>
                <c:pt idx="1221">
                  <c:v>40428</c:v>
                </c:pt>
                <c:pt idx="1222">
                  <c:v>40429</c:v>
                </c:pt>
                <c:pt idx="1223">
                  <c:v>40430</c:v>
                </c:pt>
                <c:pt idx="1224">
                  <c:v>40431</c:v>
                </c:pt>
                <c:pt idx="1225">
                  <c:v>40434</c:v>
                </c:pt>
                <c:pt idx="1226">
                  <c:v>40435</c:v>
                </c:pt>
                <c:pt idx="1227">
                  <c:v>40436</c:v>
                </c:pt>
                <c:pt idx="1228">
                  <c:v>40437</c:v>
                </c:pt>
                <c:pt idx="1229">
                  <c:v>40438</c:v>
                </c:pt>
                <c:pt idx="1230">
                  <c:v>40441</c:v>
                </c:pt>
                <c:pt idx="1231">
                  <c:v>40442</c:v>
                </c:pt>
                <c:pt idx="1232">
                  <c:v>40443</c:v>
                </c:pt>
                <c:pt idx="1233">
                  <c:v>40444</c:v>
                </c:pt>
                <c:pt idx="1234">
                  <c:v>40445</c:v>
                </c:pt>
                <c:pt idx="1235">
                  <c:v>40448</c:v>
                </c:pt>
                <c:pt idx="1236">
                  <c:v>40449</c:v>
                </c:pt>
                <c:pt idx="1237">
                  <c:v>40450</c:v>
                </c:pt>
                <c:pt idx="1238">
                  <c:v>40451</c:v>
                </c:pt>
                <c:pt idx="1239">
                  <c:v>40452</c:v>
                </c:pt>
                <c:pt idx="1240">
                  <c:v>40455</c:v>
                </c:pt>
                <c:pt idx="1241">
                  <c:v>40456</c:v>
                </c:pt>
                <c:pt idx="1242">
                  <c:v>40457</c:v>
                </c:pt>
                <c:pt idx="1243">
                  <c:v>40458</c:v>
                </c:pt>
                <c:pt idx="1244">
                  <c:v>40459</c:v>
                </c:pt>
                <c:pt idx="1245">
                  <c:v>40462</c:v>
                </c:pt>
                <c:pt idx="1246">
                  <c:v>40463</c:v>
                </c:pt>
                <c:pt idx="1247">
                  <c:v>40464</c:v>
                </c:pt>
                <c:pt idx="1248">
                  <c:v>40465</c:v>
                </c:pt>
                <c:pt idx="1249">
                  <c:v>40466</c:v>
                </c:pt>
                <c:pt idx="1250">
                  <c:v>40469</c:v>
                </c:pt>
                <c:pt idx="1251">
                  <c:v>40470</c:v>
                </c:pt>
                <c:pt idx="1252">
                  <c:v>40471</c:v>
                </c:pt>
                <c:pt idx="1253">
                  <c:v>40472</c:v>
                </c:pt>
                <c:pt idx="1254">
                  <c:v>40473</c:v>
                </c:pt>
                <c:pt idx="1255">
                  <c:v>40476</c:v>
                </c:pt>
                <c:pt idx="1256">
                  <c:v>40477</c:v>
                </c:pt>
                <c:pt idx="1257">
                  <c:v>40478</c:v>
                </c:pt>
                <c:pt idx="1258">
                  <c:v>40479</c:v>
                </c:pt>
                <c:pt idx="1259">
                  <c:v>40480</c:v>
                </c:pt>
                <c:pt idx="1260">
                  <c:v>40483</c:v>
                </c:pt>
                <c:pt idx="1261">
                  <c:v>40484</c:v>
                </c:pt>
                <c:pt idx="1262">
                  <c:v>40485</c:v>
                </c:pt>
                <c:pt idx="1263">
                  <c:v>40486</c:v>
                </c:pt>
                <c:pt idx="1264">
                  <c:v>40487</c:v>
                </c:pt>
                <c:pt idx="1265">
                  <c:v>40490</c:v>
                </c:pt>
                <c:pt idx="1266">
                  <c:v>40491</c:v>
                </c:pt>
                <c:pt idx="1267">
                  <c:v>40492</c:v>
                </c:pt>
                <c:pt idx="1268">
                  <c:v>40493</c:v>
                </c:pt>
                <c:pt idx="1269">
                  <c:v>40494</c:v>
                </c:pt>
                <c:pt idx="1270">
                  <c:v>40497</c:v>
                </c:pt>
                <c:pt idx="1271">
                  <c:v>40498</c:v>
                </c:pt>
                <c:pt idx="1272">
                  <c:v>40499</c:v>
                </c:pt>
                <c:pt idx="1273">
                  <c:v>40500</c:v>
                </c:pt>
                <c:pt idx="1274">
                  <c:v>40501</c:v>
                </c:pt>
                <c:pt idx="1275">
                  <c:v>40504</c:v>
                </c:pt>
                <c:pt idx="1276">
                  <c:v>40505</c:v>
                </c:pt>
                <c:pt idx="1277">
                  <c:v>40506</c:v>
                </c:pt>
                <c:pt idx="1278">
                  <c:v>40507</c:v>
                </c:pt>
                <c:pt idx="1279">
                  <c:v>40508</c:v>
                </c:pt>
                <c:pt idx="1280">
                  <c:v>40511</c:v>
                </c:pt>
                <c:pt idx="1281">
                  <c:v>40512</c:v>
                </c:pt>
                <c:pt idx="1282">
                  <c:v>40513</c:v>
                </c:pt>
                <c:pt idx="1283">
                  <c:v>40514</c:v>
                </c:pt>
                <c:pt idx="1284">
                  <c:v>40515</c:v>
                </c:pt>
                <c:pt idx="1285">
                  <c:v>40518</c:v>
                </c:pt>
                <c:pt idx="1286">
                  <c:v>40519</c:v>
                </c:pt>
                <c:pt idx="1287">
                  <c:v>40520</c:v>
                </c:pt>
                <c:pt idx="1288">
                  <c:v>40521</c:v>
                </c:pt>
                <c:pt idx="1289">
                  <c:v>40522</c:v>
                </c:pt>
                <c:pt idx="1290">
                  <c:v>40525</c:v>
                </c:pt>
                <c:pt idx="1291">
                  <c:v>40526</c:v>
                </c:pt>
                <c:pt idx="1292">
                  <c:v>40527</c:v>
                </c:pt>
                <c:pt idx="1293">
                  <c:v>40528</c:v>
                </c:pt>
                <c:pt idx="1294">
                  <c:v>40529</c:v>
                </c:pt>
                <c:pt idx="1295">
                  <c:v>40532</c:v>
                </c:pt>
                <c:pt idx="1296">
                  <c:v>40533</c:v>
                </c:pt>
                <c:pt idx="1297">
                  <c:v>40534</c:v>
                </c:pt>
                <c:pt idx="1298">
                  <c:v>40535</c:v>
                </c:pt>
                <c:pt idx="1299">
                  <c:v>40536</c:v>
                </c:pt>
                <c:pt idx="1300">
                  <c:v>40539</c:v>
                </c:pt>
                <c:pt idx="1301">
                  <c:v>40540</c:v>
                </c:pt>
                <c:pt idx="1302">
                  <c:v>40541</c:v>
                </c:pt>
                <c:pt idx="1303">
                  <c:v>40542</c:v>
                </c:pt>
                <c:pt idx="1304">
                  <c:v>40543</c:v>
                </c:pt>
                <c:pt idx="1305">
                  <c:v>40546</c:v>
                </c:pt>
                <c:pt idx="1306">
                  <c:v>40547</c:v>
                </c:pt>
                <c:pt idx="1307">
                  <c:v>40548</c:v>
                </c:pt>
                <c:pt idx="1308">
                  <c:v>40549</c:v>
                </c:pt>
                <c:pt idx="1309">
                  <c:v>40550</c:v>
                </c:pt>
                <c:pt idx="1310">
                  <c:v>40553</c:v>
                </c:pt>
                <c:pt idx="1311">
                  <c:v>40554</c:v>
                </c:pt>
                <c:pt idx="1312">
                  <c:v>40555</c:v>
                </c:pt>
                <c:pt idx="1313">
                  <c:v>40556</c:v>
                </c:pt>
                <c:pt idx="1314">
                  <c:v>40557</c:v>
                </c:pt>
                <c:pt idx="1315">
                  <c:v>40560</c:v>
                </c:pt>
                <c:pt idx="1316">
                  <c:v>40561</c:v>
                </c:pt>
                <c:pt idx="1317">
                  <c:v>40562</c:v>
                </c:pt>
                <c:pt idx="1318">
                  <c:v>40563</c:v>
                </c:pt>
                <c:pt idx="1319">
                  <c:v>40564</c:v>
                </c:pt>
                <c:pt idx="1320">
                  <c:v>40567</c:v>
                </c:pt>
                <c:pt idx="1321">
                  <c:v>40568</c:v>
                </c:pt>
                <c:pt idx="1322">
                  <c:v>40569</c:v>
                </c:pt>
                <c:pt idx="1323">
                  <c:v>40570</c:v>
                </c:pt>
                <c:pt idx="1324">
                  <c:v>40571</c:v>
                </c:pt>
                <c:pt idx="1325">
                  <c:v>40574</c:v>
                </c:pt>
                <c:pt idx="1326">
                  <c:v>40575</c:v>
                </c:pt>
                <c:pt idx="1327">
                  <c:v>40576</c:v>
                </c:pt>
                <c:pt idx="1328">
                  <c:v>40577</c:v>
                </c:pt>
                <c:pt idx="1329">
                  <c:v>40578</c:v>
                </c:pt>
                <c:pt idx="1330">
                  <c:v>40581</c:v>
                </c:pt>
                <c:pt idx="1331">
                  <c:v>40582</c:v>
                </c:pt>
                <c:pt idx="1332">
                  <c:v>40583</c:v>
                </c:pt>
                <c:pt idx="1333">
                  <c:v>40584</c:v>
                </c:pt>
                <c:pt idx="1334">
                  <c:v>40585</c:v>
                </c:pt>
                <c:pt idx="1335">
                  <c:v>40588</c:v>
                </c:pt>
                <c:pt idx="1336">
                  <c:v>40589</c:v>
                </c:pt>
                <c:pt idx="1337">
                  <c:v>40590</c:v>
                </c:pt>
                <c:pt idx="1338">
                  <c:v>40591</c:v>
                </c:pt>
                <c:pt idx="1339">
                  <c:v>40592</c:v>
                </c:pt>
                <c:pt idx="1340">
                  <c:v>40595</c:v>
                </c:pt>
                <c:pt idx="1341">
                  <c:v>40596</c:v>
                </c:pt>
                <c:pt idx="1342">
                  <c:v>40597</c:v>
                </c:pt>
                <c:pt idx="1343">
                  <c:v>40598</c:v>
                </c:pt>
                <c:pt idx="1344">
                  <c:v>40599</c:v>
                </c:pt>
                <c:pt idx="1345">
                  <c:v>40602</c:v>
                </c:pt>
                <c:pt idx="1346">
                  <c:v>40603</c:v>
                </c:pt>
                <c:pt idx="1347">
                  <c:v>40604</c:v>
                </c:pt>
                <c:pt idx="1348">
                  <c:v>40605</c:v>
                </c:pt>
                <c:pt idx="1349">
                  <c:v>40606</c:v>
                </c:pt>
                <c:pt idx="1350">
                  <c:v>40609</c:v>
                </c:pt>
                <c:pt idx="1351">
                  <c:v>40610</c:v>
                </c:pt>
                <c:pt idx="1352">
                  <c:v>40611</c:v>
                </c:pt>
                <c:pt idx="1353">
                  <c:v>40612</c:v>
                </c:pt>
                <c:pt idx="1354">
                  <c:v>40613</c:v>
                </c:pt>
                <c:pt idx="1355">
                  <c:v>40616</c:v>
                </c:pt>
                <c:pt idx="1356">
                  <c:v>40617</c:v>
                </c:pt>
                <c:pt idx="1357">
                  <c:v>40618</c:v>
                </c:pt>
                <c:pt idx="1358">
                  <c:v>40619</c:v>
                </c:pt>
                <c:pt idx="1359">
                  <c:v>40620</c:v>
                </c:pt>
                <c:pt idx="1360">
                  <c:v>40623</c:v>
                </c:pt>
                <c:pt idx="1361">
                  <c:v>40624</c:v>
                </c:pt>
                <c:pt idx="1362">
                  <c:v>40625</c:v>
                </c:pt>
                <c:pt idx="1363">
                  <c:v>40626</c:v>
                </c:pt>
                <c:pt idx="1364">
                  <c:v>40627</c:v>
                </c:pt>
                <c:pt idx="1365">
                  <c:v>40630</c:v>
                </c:pt>
                <c:pt idx="1366">
                  <c:v>40631</c:v>
                </c:pt>
                <c:pt idx="1367">
                  <c:v>40632</c:v>
                </c:pt>
                <c:pt idx="1368">
                  <c:v>40633</c:v>
                </c:pt>
                <c:pt idx="1369">
                  <c:v>40634</c:v>
                </c:pt>
                <c:pt idx="1370">
                  <c:v>40637</c:v>
                </c:pt>
                <c:pt idx="1371">
                  <c:v>40638</c:v>
                </c:pt>
                <c:pt idx="1372">
                  <c:v>40639</c:v>
                </c:pt>
                <c:pt idx="1373">
                  <c:v>40640</c:v>
                </c:pt>
                <c:pt idx="1374">
                  <c:v>40641</c:v>
                </c:pt>
                <c:pt idx="1375">
                  <c:v>40644</c:v>
                </c:pt>
                <c:pt idx="1376">
                  <c:v>40645</c:v>
                </c:pt>
                <c:pt idx="1377">
                  <c:v>40646</c:v>
                </c:pt>
                <c:pt idx="1378">
                  <c:v>40647</c:v>
                </c:pt>
                <c:pt idx="1379">
                  <c:v>40648</c:v>
                </c:pt>
                <c:pt idx="1380">
                  <c:v>40651</c:v>
                </c:pt>
                <c:pt idx="1381">
                  <c:v>40652</c:v>
                </c:pt>
                <c:pt idx="1382">
                  <c:v>40653</c:v>
                </c:pt>
                <c:pt idx="1383">
                  <c:v>40654</c:v>
                </c:pt>
                <c:pt idx="1384">
                  <c:v>40655</c:v>
                </c:pt>
                <c:pt idx="1385">
                  <c:v>40658</c:v>
                </c:pt>
                <c:pt idx="1386">
                  <c:v>40659</c:v>
                </c:pt>
                <c:pt idx="1387">
                  <c:v>40660</c:v>
                </c:pt>
                <c:pt idx="1388">
                  <c:v>40661</c:v>
                </c:pt>
                <c:pt idx="1389">
                  <c:v>40662</c:v>
                </c:pt>
                <c:pt idx="1390">
                  <c:v>40665</c:v>
                </c:pt>
                <c:pt idx="1391">
                  <c:v>40666</c:v>
                </c:pt>
                <c:pt idx="1392">
                  <c:v>40667</c:v>
                </c:pt>
                <c:pt idx="1393">
                  <c:v>40668</c:v>
                </c:pt>
                <c:pt idx="1394">
                  <c:v>40669</c:v>
                </c:pt>
                <c:pt idx="1395">
                  <c:v>40672</c:v>
                </c:pt>
                <c:pt idx="1396">
                  <c:v>40673</c:v>
                </c:pt>
                <c:pt idx="1397">
                  <c:v>40674</c:v>
                </c:pt>
                <c:pt idx="1398">
                  <c:v>40675</c:v>
                </c:pt>
                <c:pt idx="1399">
                  <c:v>40676</c:v>
                </c:pt>
                <c:pt idx="1400">
                  <c:v>40679</c:v>
                </c:pt>
                <c:pt idx="1401">
                  <c:v>40680</c:v>
                </c:pt>
                <c:pt idx="1402">
                  <c:v>40681</c:v>
                </c:pt>
                <c:pt idx="1403">
                  <c:v>40682</c:v>
                </c:pt>
                <c:pt idx="1404">
                  <c:v>40683</c:v>
                </c:pt>
                <c:pt idx="1405">
                  <c:v>40686</c:v>
                </c:pt>
                <c:pt idx="1406">
                  <c:v>40687</c:v>
                </c:pt>
                <c:pt idx="1407">
                  <c:v>40688</c:v>
                </c:pt>
                <c:pt idx="1408">
                  <c:v>40689</c:v>
                </c:pt>
                <c:pt idx="1409">
                  <c:v>40690</c:v>
                </c:pt>
                <c:pt idx="1410">
                  <c:v>40693</c:v>
                </c:pt>
                <c:pt idx="1411">
                  <c:v>40694</c:v>
                </c:pt>
                <c:pt idx="1412">
                  <c:v>40695</c:v>
                </c:pt>
                <c:pt idx="1413">
                  <c:v>40696</c:v>
                </c:pt>
                <c:pt idx="1414">
                  <c:v>40697</c:v>
                </c:pt>
                <c:pt idx="1415">
                  <c:v>40700</c:v>
                </c:pt>
                <c:pt idx="1416">
                  <c:v>40701</c:v>
                </c:pt>
                <c:pt idx="1417">
                  <c:v>40702</c:v>
                </c:pt>
                <c:pt idx="1418">
                  <c:v>40703</c:v>
                </c:pt>
                <c:pt idx="1419">
                  <c:v>40704</c:v>
                </c:pt>
                <c:pt idx="1420">
                  <c:v>40707</c:v>
                </c:pt>
                <c:pt idx="1421">
                  <c:v>40708</c:v>
                </c:pt>
                <c:pt idx="1422">
                  <c:v>40709</c:v>
                </c:pt>
                <c:pt idx="1423">
                  <c:v>40710</c:v>
                </c:pt>
                <c:pt idx="1424">
                  <c:v>40711</c:v>
                </c:pt>
                <c:pt idx="1425">
                  <c:v>40714</c:v>
                </c:pt>
                <c:pt idx="1426">
                  <c:v>40715</c:v>
                </c:pt>
                <c:pt idx="1427">
                  <c:v>40716</c:v>
                </c:pt>
                <c:pt idx="1428">
                  <c:v>40717</c:v>
                </c:pt>
                <c:pt idx="1429">
                  <c:v>40718</c:v>
                </c:pt>
                <c:pt idx="1430">
                  <c:v>40721</c:v>
                </c:pt>
                <c:pt idx="1431">
                  <c:v>40722</c:v>
                </c:pt>
                <c:pt idx="1432">
                  <c:v>40723</c:v>
                </c:pt>
                <c:pt idx="1433">
                  <c:v>40724</c:v>
                </c:pt>
                <c:pt idx="1434">
                  <c:v>40725</c:v>
                </c:pt>
                <c:pt idx="1435">
                  <c:v>40728</c:v>
                </c:pt>
                <c:pt idx="1436">
                  <c:v>40729</c:v>
                </c:pt>
                <c:pt idx="1437">
                  <c:v>40730</c:v>
                </c:pt>
                <c:pt idx="1438">
                  <c:v>40731</c:v>
                </c:pt>
                <c:pt idx="1439">
                  <c:v>40732</c:v>
                </c:pt>
                <c:pt idx="1440">
                  <c:v>40735</c:v>
                </c:pt>
                <c:pt idx="1441">
                  <c:v>40736</c:v>
                </c:pt>
                <c:pt idx="1442">
                  <c:v>40737</c:v>
                </c:pt>
                <c:pt idx="1443">
                  <c:v>40738</c:v>
                </c:pt>
                <c:pt idx="1444">
                  <c:v>40739</c:v>
                </c:pt>
                <c:pt idx="1445">
                  <c:v>40742</c:v>
                </c:pt>
                <c:pt idx="1446">
                  <c:v>40743</c:v>
                </c:pt>
                <c:pt idx="1447">
                  <c:v>40744</c:v>
                </c:pt>
                <c:pt idx="1448">
                  <c:v>40745</c:v>
                </c:pt>
                <c:pt idx="1449">
                  <c:v>40746</c:v>
                </c:pt>
                <c:pt idx="1450">
                  <c:v>40749</c:v>
                </c:pt>
                <c:pt idx="1451">
                  <c:v>40750</c:v>
                </c:pt>
                <c:pt idx="1452">
                  <c:v>40751</c:v>
                </c:pt>
                <c:pt idx="1453">
                  <c:v>40752</c:v>
                </c:pt>
                <c:pt idx="1454">
                  <c:v>40753</c:v>
                </c:pt>
                <c:pt idx="1455">
                  <c:v>40756</c:v>
                </c:pt>
                <c:pt idx="1456">
                  <c:v>40757</c:v>
                </c:pt>
                <c:pt idx="1457">
                  <c:v>40758</c:v>
                </c:pt>
                <c:pt idx="1458">
                  <c:v>40759</c:v>
                </c:pt>
                <c:pt idx="1459">
                  <c:v>40760</c:v>
                </c:pt>
                <c:pt idx="1460">
                  <c:v>40763</c:v>
                </c:pt>
                <c:pt idx="1461">
                  <c:v>40764</c:v>
                </c:pt>
                <c:pt idx="1462">
                  <c:v>40765</c:v>
                </c:pt>
                <c:pt idx="1463">
                  <c:v>40766</c:v>
                </c:pt>
                <c:pt idx="1464">
                  <c:v>40767</c:v>
                </c:pt>
                <c:pt idx="1465">
                  <c:v>40770</c:v>
                </c:pt>
                <c:pt idx="1466">
                  <c:v>40771</c:v>
                </c:pt>
                <c:pt idx="1467">
                  <c:v>40772</c:v>
                </c:pt>
                <c:pt idx="1468">
                  <c:v>40773</c:v>
                </c:pt>
                <c:pt idx="1469">
                  <c:v>40774</c:v>
                </c:pt>
                <c:pt idx="1470">
                  <c:v>40777</c:v>
                </c:pt>
                <c:pt idx="1471">
                  <c:v>40778</c:v>
                </c:pt>
                <c:pt idx="1472">
                  <c:v>40779</c:v>
                </c:pt>
                <c:pt idx="1473">
                  <c:v>40780</c:v>
                </c:pt>
                <c:pt idx="1474">
                  <c:v>40781</c:v>
                </c:pt>
                <c:pt idx="1475">
                  <c:v>40784</c:v>
                </c:pt>
                <c:pt idx="1476">
                  <c:v>40785</c:v>
                </c:pt>
                <c:pt idx="1477">
                  <c:v>40786</c:v>
                </c:pt>
                <c:pt idx="1478">
                  <c:v>40787</c:v>
                </c:pt>
                <c:pt idx="1479">
                  <c:v>40788</c:v>
                </c:pt>
                <c:pt idx="1480">
                  <c:v>40791</c:v>
                </c:pt>
                <c:pt idx="1481">
                  <c:v>40792</c:v>
                </c:pt>
                <c:pt idx="1482">
                  <c:v>40793</c:v>
                </c:pt>
                <c:pt idx="1483">
                  <c:v>40794</c:v>
                </c:pt>
                <c:pt idx="1484">
                  <c:v>40795</c:v>
                </c:pt>
                <c:pt idx="1485">
                  <c:v>40798</c:v>
                </c:pt>
                <c:pt idx="1486">
                  <c:v>40799</c:v>
                </c:pt>
                <c:pt idx="1487">
                  <c:v>40800</c:v>
                </c:pt>
                <c:pt idx="1488">
                  <c:v>40801</c:v>
                </c:pt>
                <c:pt idx="1489">
                  <c:v>40802</c:v>
                </c:pt>
                <c:pt idx="1490">
                  <c:v>40805</c:v>
                </c:pt>
                <c:pt idx="1491">
                  <c:v>40806</c:v>
                </c:pt>
                <c:pt idx="1492">
                  <c:v>40807</c:v>
                </c:pt>
                <c:pt idx="1493">
                  <c:v>40808</c:v>
                </c:pt>
                <c:pt idx="1494">
                  <c:v>40809</c:v>
                </c:pt>
                <c:pt idx="1495">
                  <c:v>40812</c:v>
                </c:pt>
                <c:pt idx="1496">
                  <c:v>40813</c:v>
                </c:pt>
                <c:pt idx="1497">
                  <c:v>40814</c:v>
                </c:pt>
                <c:pt idx="1498">
                  <c:v>40815</c:v>
                </c:pt>
                <c:pt idx="1499">
                  <c:v>40816</c:v>
                </c:pt>
                <c:pt idx="1500">
                  <c:v>40819</c:v>
                </c:pt>
                <c:pt idx="1501">
                  <c:v>40820</c:v>
                </c:pt>
                <c:pt idx="1502">
                  <c:v>40821</c:v>
                </c:pt>
                <c:pt idx="1503">
                  <c:v>40822</c:v>
                </c:pt>
                <c:pt idx="1504">
                  <c:v>40823</c:v>
                </c:pt>
                <c:pt idx="1505">
                  <c:v>40826</c:v>
                </c:pt>
                <c:pt idx="1506">
                  <c:v>40827</c:v>
                </c:pt>
                <c:pt idx="1507">
                  <c:v>40828</c:v>
                </c:pt>
                <c:pt idx="1508">
                  <c:v>40829</c:v>
                </c:pt>
                <c:pt idx="1509">
                  <c:v>40830</c:v>
                </c:pt>
                <c:pt idx="1510">
                  <c:v>40833</c:v>
                </c:pt>
                <c:pt idx="1511">
                  <c:v>40834</c:v>
                </c:pt>
                <c:pt idx="1512">
                  <c:v>40835</c:v>
                </c:pt>
                <c:pt idx="1513">
                  <c:v>40836</c:v>
                </c:pt>
                <c:pt idx="1514">
                  <c:v>40837</c:v>
                </c:pt>
                <c:pt idx="1515">
                  <c:v>40840</c:v>
                </c:pt>
                <c:pt idx="1516">
                  <c:v>40841</c:v>
                </c:pt>
                <c:pt idx="1517">
                  <c:v>40842</c:v>
                </c:pt>
                <c:pt idx="1518">
                  <c:v>40843</c:v>
                </c:pt>
                <c:pt idx="1519">
                  <c:v>40844</c:v>
                </c:pt>
                <c:pt idx="1520">
                  <c:v>40847</c:v>
                </c:pt>
                <c:pt idx="1521">
                  <c:v>40848</c:v>
                </c:pt>
                <c:pt idx="1522">
                  <c:v>40849</c:v>
                </c:pt>
                <c:pt idx="1523">
                  <c:v>40850</c:v>
                </c:pt>
                <c:pt idx="1524">
                  <c:v>40851</c:v>
                </c:pt>
                <c:pt idx="1525">
                  <c:v>40854</c:v>
                </c:pt>
                <c:pt idx="1526">
                  <c:v>40855</c:v>
                </c:pt>
                <c:pt idx="1527">
                  <c:v>40856</c:v>
                </c:pt>
                <c:pt idx="1528">
                  <c:v>40857</c:v>
                </c:pt>
                <c:pt idx="1529">
                  <c:v>40858</c:v>
                </c:pt>
                <c:pt idx="1530">
                  <c:v>40861</c:v>
                </c:pt>
                <c:pt idx="1531">
                  <c:v>40862</c:v>
                </c:pt>
                <c:pt idx="1532">
                  <c:v>40863</c:v>
                </c:pt>
                <c:pt idx="1533">
                  <c:v>40864</c:v>
                </c:pt>
                <c:pt idx="1534">
                  <c:v>40865</c:v>
                </c:pt>
                <c:pt idx="1535">
                  <c:v>40868</c:v>
                </c:pt>
                <c:pt idx="1536">
                  <c:v>40869</c:v>
                </c:pt>
                <c:pt idx="1537">
                  <c:v>40870</c:v>
                </c:pt>
                <c:pt idx="1538">
                  <c:v>40871</c:v>
                </c:pt>
                <c:pt idx="1539">
                  <c:v>40872</c:v>
                </c:pt>
                <c:pt idx="1540">
                  <c:v>40875</c:v>
                </c:pt>
                <c:pt idx="1541">
                  <c:v>40876</c:v>
                </c:pt>
                <c:pt idx="1542">
                  <c:v>40877</c:v>
                </c:pt>
                <c:pt idx="1543">
                  <c:v>40878</c:v>
                </c:pt>
                <c:pt idx="1544">
                  <c:v>40879</c:v>
                </c:pt>
                <c:pt idx="1545">
                  <c:v>40882</c:v>
                </c:pt>
                <c:pt idx="1546">
                  <c:v>40883</c:v>
                </c:pt>
                <c:pt idx="1547">
                  <c:v>40884</c:v>
                </c:pt>
                <c:pt idx="1548">
                  <c:v>40885</c:v>
                </c:pt>
                <c:pt idx="1549">
                  <c:v>40886</c:v>
                </c:pt>
                <c:pt idx="1550">
                  <c:v>40889</c:v>
                </c:pt>
                <c:pt idx="1551">
                  <c:v>40890</c:v>
                </c:pt>
                <c:pt idx="1552">
                  <c:v>40891</c:v>
                </c:pt>
                <c:pt idx="1553">
                  <c:v>40892</c:v>
                </c:pt>
                <c:pt idx="1554">
                  <c:v>40893</c:v>
                </c:pt>
                <c:pt idx="1555">
                  <c:v>40896</c:v>
                </c:pt>
                <c:pt idx="1556">
                  <c:v>40897</c:v>
                </c:pt>
                <c:pt idx="1557">
                  <c:v>40898</c:v>
                </c:pt>
                <c:pt idx="1558">
                  <c:v>40899</c:v>
                </c:pt>
                <c:pt idx="1559">
                  <c:v>40900</c:v>
                </c:pt>
                <c:pt idx="1560">
                  <c:v>40903</c:v>
                </c:pt>
                <c:pt idx="1561">
                  <c:v>40904</c:v>
                </c:pt>
                <c:pt idx="1562">
                  <c:v>40905</c:v>
                </c:pt>
                <c:pt idx="1563">
                  <c:v>40906</c:v>
                </c:pt>
                <c:pt idx="1564">
                  <c:v>40907</c:v>
                </c:pt>
                <c:pt idx="1565">
                  <c:v>40910</c:v>
                </c:pt>
                <c:pt idx="1566">
                  <c:v>40911</c:v>
                </c:pt>
                <c:pt idx="1567">
                  <c:v>40912</c:v>
                </c:pt>
                <c:pt idx="1568">
                  <c:v>40913</c:v>
                </c:pt>
                <c:pt idx="1569">
                  <c:v>40914</c:v>
                </c:pt>
                <c:pt idx="1570">
                  <c:v>40917</c:v>
                </c:pt>
                <c:pt idx="1571">
                  <c:v>40918</c:v>
                </c:pt>
                <c:pt idx="1572">
                  <c:v>40919</c:v>
                </c:pt>
                <c:pt idx="1573">
                  <c:v>40920</c:v>
                </c:pt>
                <c:pt idx="1574">
                  <c:v>40921</c:v>
                </c:pt>
                <c:pt idx="1575">
                  <c:v>40924</c:v>
                </c:pt>
                <c:pt idx="1576">
                  <c:v>40925</c:v>
                </c:pt>
                <c:pt idx="1577">
                  <c:v>40926</c:v>
                </c:pt>
                <c:pt idx="1578">
                  <c:v>40927</c:v>
                </c:pt>
                <c:pt idx="1579">
                  <c:v>40928</c:v>
                </c:pt>
                <c:pt idx="1580">
                  <c:v>40931</c:v>
                </c:pt>
                <c:pt idx="1581">
                  <c:v>40932</c:v>
                </c:pt>
                <c:pt idx="1582">
                  <c:v>40933</c:v>
                </c:pt>
                <c:pt idx="1583">
                  <c:v>40934</c:v>
                </c:pt>
                <c:pt idx="1584">
                  <c:v>40935</c:v>
                </c:pt>
                <c:pt idx="1585">
                  <c:v>40938</c:v>
                </c:pt>
                <c:pt idx="1586">
                  <c:v>40939</c:v>
                </c:pt>
                <c:pt idx="1587">
                  <c:v>40940</c:v>
                </c:pt>
                <c:pt idx="1588">
                  <c:v>40941</c:v>
                </c:pt>
                <c:pt idx="1589">
                  <c:v>40942</c:v>
                </c:pt>
                <c:pt idx="1590">
                  <c:v>40945</c:v>
                </c:pt>
                <c:pt idx="1591">
                  <c:v>40946</c:v>
                </c:pt>
                <c:pt idx="1592">
                  <c:v>40947</c:v>
                </c:pt>
                <c:pt idx="1593">
                  <c:v>40948</c:v>
                </c:pt>
                <c:pt idx="1594">
                  <c:v>40949</c:v>
                </c:pt>
                <c:pt idx="1595">
                  <c:v>40952</c:v>
                </c:pt>
                <c:pt idx="1596">
                  <c:v>40953</c:v>
                </c:pt>
                <c:pt idx="1597">
                  <c:v>40954</c:v>
                </c:pt>
                <c:pt idx="1598">
                  <c:v>40955</c:v>
                </c:pt>
                <c:pt idx="1599">
                  <c:v>40956</c:v>
                </c:pt>
                <c:pt idx="1600">
                  <c:v>40959</c:v>
                </c:pt>
                <c:pt idx="1601">
                  <c:v>40960</c:v>
                </c:pt>
                <c:pt idx="1602">
                  <c:v>40961</c:v>
                </c:pt>
                <c:pt idx="1603">
                  <c:v>40962</c:v>
                </c:pt>
                <c:pt idx="1604">
                  <c:v>40963</c:v>
                </c:pt>
                <c:pt idx="1605">
                  <c:v>40966</c:v>
                </c:pt>
                <c:pt idx="1606">
                  <c:v>40967</c:v>
                </c:pt>
                <c:pt idx="1607">
                  <c:v>40968</c:v>
                </c:pt>
                <c:pt idx="1608">
                  <c:v>40969</c:v>
                </c:pt>
                <c:pt idx="1609">
                  <c:v>40970</c:v>
                </c:pt>
                <c:pt idx="1610">
                  <c:v>40973</c:v>
                </c:pt>
                <c:pt idx="1611">
                  <c:v>40974</c:v>
                </c:pt>
                <c:pt idx="1612">
                  <c:v>40975</c:v>
                </c:pt>
                <c:pt idx="1613">
                  <c:v>40976</c:v>
                </c:pt>
                <c:pt idx="1614">
                  <c:v>40977</c:v>
                </c:pt>
                <c:pt idx="1615">
                  <c:v>40980</c:v>
                </c:pt>
                <c:pt idx="1616">
                  <c:v>40981</c:v>
                </c:pt>
                <c:pt idx="1617">
                  <c:v>40982</c:v>
                </c:pt>
                <c:pt idx="1618">
                  <c:v>40983</c:v>
                </c:pt>
                <c:pt idx="1619">
                  <c:v>40984</c:v>
                </c:pt>
                <c:pt idx="1620">
                  <c:v>40987</c:v>
                </c:pt>
                <c:pt idx="1621">
                  <c:v>40988</c:v>
                </c:pt>
                <c:pt idx="1622">
                  <c:v>40989</c:v>
                </c:pt>
                <c:pt idx="1623">
                  <c:v>40990</c:v>
                </c:pt>
                <c:pt idx="1624">
                  <c:v>40991</c:v>
                </c:pt>
                <c:pt idx="1625">
                  <c:v>40994</c:v>
                </c:pt>
                <c:pt idx="1626">
                  <c:v>40995</c:v>
                </c:pt>
                <c:pt idx="1627">
                  <c:v>40996</c:v>
                </c:pt>
                <c:pt idx="1628">
                  <c:v>40997</c:v>
                </c:pt>
                <c:pt idx="1629">
                  <c:v>40998</c:v>
                </c:pt>
                <c:pt idx="1630">
                  <c:v>41001</c:v>
                </c:pt>
                <c:pt idx="1631">
                  <c:v>41002</c:v>
                </c:pt>
                <c:pt idx="1632">
                  <c:v>41003</c:v>
                </c:pt>
                <c:pt idx="1633">
                  <c:v>41004</c:v>
                </c:pt>
                <c:pt idx="1634">
                  <c:v>41005</c:v>
                </c:pt>
                <c:pt idx="1635">
                  <c:v>41008</c:v>
                </c:pt>
                <c:pt idx="1636">
                  <c:v>41009</c:v>
                </c:pt>
                <c:pt idx="1637">
                  <c:v>41010</c:v>
                </c:pt>
                <c:pt idx="1638">
                  <c:v>41011</c:v>
                </c:pt>
                <c:pt idx="1639">
                  <c:v>41012</c:v>
                </c:pt>
                <c:pt idx="1640">
                  <c:v>41015</c:v>
                </c:pt>
                <c:pt idx="1641">
                  <c:v>41016</c:v>
                </c:pt>
                <c:pt idx="1642">
                  <c:v>41017</c:v>
                </c:pt>
                <c:pt idx="1643">
                  <c:v>41018</c:v>
                </c:pt>
                <c:pt idx="1644">
                  <c:v>41019</c:v>
                </c:pt>
                <c:pt idx="1645">
                  <c:v>41022</c:v>
                </c:pt>
                <c:pt idx="1646">
                  <c:v>41023</c:v>
                </c:pt>
                <c:pt idx="1647">
                  <c:v>41024</c:v>
                </c:pt>
                <c:pt idx="1648">
                  <c:v>41025</c:v>
                </c:pt>
                <c:pt idx="1649">
                  <c:v>41026</c:v>
                </c:pt>
                <c:pt idx="1650">
                  <c:v>41029</c:v>
                </c:pt>
                <c:pt idx="1651">
                  <c:v>41030</c:v>
                </c:pt>
                <c:pt idx="1652">
                  <c:v>41031</c:v>
                </c:pt>
                <c:pt idx="1653">
                  <c:v>41032</c:v>
                </c:pt>
                <c:pt idx="1654">
                  <c:v>41033</c:v>
                </c:pt>
                <c:pt idx="1655">
                  <c:v>41036</c:v>
                </c:pt>
                <c:pt idx="1656">
                  <c:v>41037</c:v>
                </c:pt>
                <c:pt idx="1657">
                  <c:v>41038</c:v>
                </c:pt>
                <c:pt idx="1658">
                  <c:v>41039</c:v>
                </c:pt>
                <c:pt idx="1659">
                  <c:v>41040</c:v>
                </c:pt>
                <c:pt idx="1660">
                  <c:v>41043</c:v>
                </c:pt>
                <c:pt idx="1661">
                  <c:v>41044</c:v>
                </c:pt>
                <c:pt idx="1662">
                  <c:v>41045</c:v>
                </c:pt>
                <c:pt idx="1663">
                  <c:v>41046</c:v>
                </c:pt>
                <c:pt idx="1664">
                  <c:v>41047</c:v>
                </c:pt>
                <c:pt idx="1665">
                  <c:v>41050</c:v>
                </c:pt>
                <c:pt idx="1666">
                  <c:v>41051</c:v>
                </c:pt>
                <c:pt idx="1667">
                  <c:v>41052</c:v>
                </c:pt>
                <c:pt idx="1668">
                  <c:v>41053</c:v>
                </c:pt>
                <c:pt idx="1669">
                  <c:v>41054</c:v>
                </c:pt>
                <c:pt idx="1670">
                  <c:v>41057</c:v>
                </c:pt>
                <c:pt idx="1671">
                  <c:v>41058</c:v>
                </c:pt>
                <c:pt idx="1672">
                  <c:v>41059</c:v>
                </c:pt>
                <c:pt idx="1673">
                  <c:v>41060</c:v>
                </c:pt>
                <c:pt idx="1674">
                  <c:v>41061</c:v>
                </c:pt>
                <c:pt idx="1675">
                  <c:v>41064</c:v>
                </c:pt>
                <c:pt idx="1676">
                  <c:v>41065</c:v>
                </c:pt>
                <c:pt idx="1677">
                  <c:v>41066</c:v>
                </c:pt>
                <c:pt idx="1678">
                  <c:v>41067</c:v>
                </c:pt>
                <c:pt idx="1679">
                  <c:v>41068</c:v>
                </c:pt>
                <c:pt idx="1680">
                  <c:v>41071</c:v>
                </c:pt>
                <c:pt idx="1681">
                  <c:v>41072</c:v>
                </c:pt>
                <c:pt idx="1682">
                  <c:v>41073</c:v>
                </c:pt>
                <c:pt idx="1683">
                  <c:v>41074</c:v>
                </c:pt>
                <c:pt idx="1684">
                  <c:v>41075</c:v>
                </c:pt>
                <c:pt idx="1685">
                  <c:v>41078</c:v>
                </c:pt>
                <c:pt idx="1686">
                  <c:v>41079</c:v>
                </c:pt>
                <c:pt idx="1687">
                  <c:v>41080</c:v>
                </c:pt>
                <c:pt idx="1688">
                  <c:v>41081</c:v>
                </c:pt>
                <c:pt idx="1689">
                  <c:v>41082</c:v>
                </c:pt>
                <c:pt idx="1690">
                  <c:v>41085</c:v>
                </c:pt>
                <c:pt idx="1691">
                  <c:v>41086</c:v>
                </c:pt>
                <c:pt idx="1692">
                  <c:v>41087</c:v>
                </c:pt>
                <c:pt idx="1693">
                  <c:v>41088</c:v>
                </c:pt>
                <c:pt idx="1694">
                  <c:v>41089</c:v>
                </c:pt>
                <c:pt idx="1695">
                  <c:v>41092</c:v>
                </c:pt>
                <c:pt idx="1696">
                  <c:v>41093</c:v>
                </c:pt>
                <c:pt idx="1697">
                  <c:v>41094</c:v>
                </c:pt>
                <c:pt idx="1698">
                  <c:v>41095</c:v>
                </c:pt>
                <c:pt idx="1699">
                  <c:v>41096</c:v>
                </c:pt>
                <c:pt idx="1700">
                  <c:v>41099</c:v>
                </c:pt>
                <c:pt idx="1701">
                  <c:v>41100</c:v>
                </c:pt>
                <c:pt idx="1702">
                  <c:v>41101</c:v>
                </c:pt>
                <c:pt idx="1703">
                  <c:v>41102</c:v>
                </c:pt>
                <c:pt idx="1704">
                  <c:v>41103</c:v>
                </c:pt>
                <c:pt idx="1705">
                  <c:v>41106</c:v>
                </c:pt>
                <c:pt idx="1706">
                  <c:v>41107</c:v>
                </c:pt>
                <c:pt idx="1707">
                  <c:v>41108</c:v>
                </c:pt>
                <c:pt idx="1708">
                  <c:v>41109</c:v>
                </c:pt>
                <c:pt idx="1709">
                  <c:v>41110</c:v>
                </c:pt>
                <c:pt idx="1710">
                  <c:v>41113</c:v>
                </c:pt>
                <c:pt idx="1711">
                  <c:v>41114</c:v>
                </c:pt>
                <c:pt idx="1712">
                  <c:v>41115</c:v>
                </c:pt>
                <c:pt idx="1713">
                  <c:v>41116</c:v>
                </c:pt>
                <c:pt idx="1714">
                  <c:v>41117</c:v>
                </c:pt>
                <c:pt idx="1715">
                  <c:v>41120</c:v>
                </c:pt>
                <c:pt idx="1716">
                  <c:v>41121</c:v>
                </c:pt>
                <c:pt idx="1717">
                  <c:v>41122</c:v>
                </c:pt>
                <c:pt idx="1718">
                  <c:v>41123</c:v>
                </c:pt>
                <c:pt idx="1719">
                  <c:v>41124</c:v>
                </c:pt>
                <c:pt idx="1720">
                  <c:v>41127</c:v>
                </c:pt>
                <c:pt idx="1721">
                  <c:v>41128</c:v>
                </c:pt>
                <c:pt idx="1722">
                  <c:v>41129</c:v>
                </c:pt>
                <c:pt idx="1723">
                  <c:v>41130</c:v>
                </c:pt>
                <c:pt idx="1724">
                  <c:v>41131</c:v>
                </c:pt>
                <c:pt idx="1725">
                  <c:v>41134</c:v>
                </c:pt>
                <c:pt idx="1726">
                  <c:v>41135</c:v>
                </c:pt>
                <c:pt idx="1727">
                  <c:v>41136</c:v>
                </c:pt>
                <c:pt idx="1728">
                  <c:v>41137</c:v>
                </c:pt>
                <c:pt idx="1729">
                  <c:v>41138</c:v>
                </c:pt>
                <c:pt idx="1730">
                  <c:v>41141</c:v>
                </c:pt>
                <c:pt idx="1731">
                  <c:v>41142</c:v>
                </c:pt>
                <c:pt idx="1732">
                  <c:v>41143</c:v>
                </c:pt>
                <c:pt idx="1733">
                  <c:v>41144</c:v>
                </c:pt>
                <c:pt idx="1734">
                  <c:v>41145</c:v>
                </c:pt>
                <c:pt idx="1735">
                  <c:v>41148</c:v>
                </c:pt>
                <c:pt idx="1736">
                  <c:v>41149</c:v>
                </c:pt>
                <c:pt idx="1737">
                  <c:v>41150</c:v>
                </c:pt>
                <c:pt idx="1738">
                  <c:v>41151</c:v>
                </c:pt>
                <c:pt idx="1739">
                  <c:v>41152</c:v>
                </c:pt>
                <c:pt idx="1740">
                  <c:v>41155</c:v>
                </c:pt>
                <c:pt idx="1741">
                  <c:v>41156</c:v>
                </c:pt>
                <c:pt idx="1742">
                  <c:v>41157</c:v>
                </c:pt>
                <c:pt idx="1743">
                  <c:v>41158</c:v>
                </c:pt>
                <c:pt idx="1744">
                  <c:v>41159</c:v>
                </c:pt>
                <c:pt idx="1745">
                  <c:v>41162</c:v>
                </c:pt>
                <c:pt idx="1746">
                  <c:v>41163</c:v>
                </c:pt>
                <c:pt idx="1747">
                  <c:v>41164</c:v>
                </c:pt>
                <c:pt idx="1748">
                  <c:v>41165</c:v>
                </c:pt>
                <c:pt idx="1749">
                  <c:v>41166</c:v>
                </c:pt>
                <c:pt idx="1750">
                  <c:v>41169</c:v>
                </c:pt>
                <c:pt idx="1751">
                  <c:v>41170</c:v>
                </c:pt>
                <c:pt idx="1752">
                  <c:v>41171</c:v>
                </c:pt>
                <c:pt idx="1753">
                  <c:v>41172</c:v>
                </c:pt>
                <c:pt idx="1754">
                  <c:v>41173</c:v>
                </c:pt>
                <c:pt idx="1755">
                  <c:v>41176</c:v>
                </c:pt>
                <c:pt idx="1756">
                  <c:v>41177</c:v>
                </c:pt>
                <c:pt idx="1757">
                  <c:v>41178</c:v>
                </c:pt>
                <c:pt idx="1758">
                  <c:v>41179</c:v>
                </c:pt>
                <c:pt idx="1759">
                  <c:v>41180</c:v>
                </c:pt>
                <c:pt idx="1760">
                  <c:v>41183</c:v>
                </c:pt>
                <c:pt idx="1761">
                  <c:v>41184</c:v>
                </c:pt>
                <c:pt idx="1762">
                  <c:v>41185</c:v>
                </c:pt>
                <c:pt idx="1763">
                  <c:v>41186</c:v>
                </c:pt>
                <c:pt idx="1764">
                  <c:v>41187</c:v>
                </c:pt>
                <c:pt idx="1765">
                  <c:v>41190</c:v>
                </c:pt>
                <c:pt idx="1766">
                  <c:v>41191</c:v>
                </c:pt>
                <c:pt idx="1767">
                  <c:v>41192</c:v>
                </c:pt>
                <c:pt idx="1768">
                  <c:v>41193</c:v>
                </c:pt>
                <c:pt idx="1769">
                  <c:v>41194</c:v>
                </c:pt>
                <c:pt idx="1770">
                  <c:v>41197</c:v>
                </c:pt>
                <c:pt idx="1771">
                  <c:v>41198</c:v>
                </c:pt>
                <c:pt idx="1772">
                  <c:v>41199</c:v>
                </c:pt>
                <c:pt idx="1773">
                  <c:v>41200</c:v>
                </c:pt>
                <c:pt idx="1774">
                  <c:v>41201</c:v>
                </c:pt>
                <c:pt idx="1775">
                  <c:v>41204</c:v>
                </c:pt>
                <c:pt idx="1776">
                  <c:v>41205</c:v>
                </c:pt>
                <c:pt idx="1777">
                  <c:v>41206</c:v>
                </c:pt>
                <c:pt idx="1778">
                  <c:v>41207</c:v>
                </c:pt>
                <c:pt idx="1779">
                  <c:v>41208</c:v>
                </c:pt>
                <c:pt idx="1780">
                  <c:v>41211</c:v>
                </c:pt>
                <c:pt idx="1781">
                  <c:v>41212</c:v>
                </c:pt>
                <c:pt idx="1782">
                  <c:v>41213</c:v>
                </c:pt>
                <c:pt idx="1783">
                  <c:v>41214</c:v>
                </c:pt>
                <c:pt idx="1784">
                  <c:v>41215</c:v>
                </c:pt>
                <c:pt idx="1785">
                  <c:v>41218</c:v>
                </c:pt>
                <c:pt idx="1786">
                  <c:v>41219</c:v>
                </c:pt>
                <c:pt idx="1787">
                  <c:v>41220</c:v>
                </c:pt>
                <c:pt idx="1788">
                  <c:v>41221</c:v>
                </c:pt>
                <c:pt idx="1789">
                  <c:v>41222</c:v>
                </c:pt>
                <c:pt idx="1790">
                  <c:v>41225</c:v>
                </c:pt>
                <c:pt idx="1791">
                  <c:v>41226</c:v>
                </c:pt>
                <c:pt idx="1792">
                  <c:v>41227</c:v>
                </c:pt>
                <c:pt idx="1793">
                  <c:v>41228</c:v>
                </c:pt>
                <c:pt idx="1794">
                  <c:v>41229</c:v>
                </c:pt>
                <c:pt idx="1795">
                  <c:v>41232</c:v>
                </c:pt>
                <c:pt idx="1796">
                  <c:v>41233</c:v>
                </c:pt>
                <c:pt idx="1797">
                  <c:v>41234</c:v>
                </c:pt>
                <c:pt idx="1798">
                  <c:v>41235</c:v>
                </c:pt>
                <c:pt idx="1799">
                  <c:v>41236</c:v>
                </c:pt>
                <c:pt idx="1800">
                  <c:v>41239</c:v>
                </c:pt>
                <c:pt idx="1801">
                  <c:v>41240</c:v>
                </c:pt>
                <c:pt idx="1802">
                  <c:v>41241</c:v>
                </c:pt>
                <c:pt idx="1803">
                  <c:v>41242</c:v>
                </c:pt>
                <c:pt idx="1804">
                  <c:v>41243</c:v>
                </c:pt>
                <c:pt idx="1805">
                  <c:v>41246</c:v>
                </c:pt>
                <c:pt idx="1806">
                  <c:v>41247</c:v>
                </c:pt>
                <c:pt idx="1807">
                  <c:v>41248</c:v>
                </c:pt>
                <c:pt idx="1808">
                  <c:v>41249</c:v>
                </c:pt>
                <c:pt idx="1809">
                  <c:v>41250</c:v>
                </c:pt>
                <c:pt idx="1810">
                  <c:v>41253</c:v>
                </c:pt>
                <c:pt idx="1811">
                  <c:v>41254</c:v>
                </c:pt>
                <c:pt idx="1812">
                  <c:v>41255</c:v>
                </c:pt>
                <c:pt idx="1813">
                  <c:v>41256</c:v>
                </c:pt>
                <c:pt idx="1814">
                  <c:v>41257</c:v>
                </c:pt>
                <c:pt idx="1815">
                  <c:v>41260</c:v>
                </c:pt>
                <c:pt idx="1816">
                  <c:v>41261</c:v>
                </c:pt>
                <c:pt idx="1817">
                  <c:v>41262</c:v>
                </c:pt>
                <c:pt idx="1818">
                  <c:v>41263</c:v>
                </c:pt>
                <c:pt idx="1819">
                  <c:v>41264</c:v>
                </c:pt>
                <c:pt idx="1820">
                  <c:v>41267</c:v>
                </c:pt>
                <c:pt idx="1821">
                  <c:v>41268</c:v>
                </c:pt>
                <c:pt idx="1822">
                  <c:v>41269</c:v>
                </c:pt>
                <c:pt idx="1823">
                  <c:v>41270</c:v>
                </c:pt>
                <c:pt idx="1824">
                  <c:v>41271</c:v>
                </c:pt>
                <c:pt idx="1825">
                  <c:v>41274</c:v>
                </c:pt>
                <c:pt idx="1826">
                  <c:v>41275</c:v>
                </c:pt>
                <c:pt idx="1827">
                  <c:v>41276</c:v>
                </c:pt>
                <c:pt idx="1828">
                  <c:v>41277</c:v>
                </c:pt>
                <c:pt idx="1829">
                  <c:v>41278</c:v>
                </c:pt>
                <c:pt idx="1830">
                  <c:v>41281</c:v>
                </c:pt>
                <c:pt idx="1831">
                  <c:v>41282</c:v>
                </c:pt>
                <c:pt idx="1832">
                  <c:v>41283</c:v>
                </c:pt>
                <c:pt idx="1833">
                  <c:v>41284</c:v>
                </c:pt>
                <c:pt idx="1834">
                  <c:v>41285</c:v>
                </c:pt>
                <c:pt idx="1835">
                  <c:v>41288</c:v>
                </c:pt>
                <c:pt idx="1836">
                  <c:v>41289</c:v>
                </c:pt>
                <c:pt idx="1837">
                  <c:v>41290</c:v>
                </c:pt>
                <c:pt idx="1838">
                  <c:v>41291</c:v>
                </c:pt>
                <c:pt idx="1839">
                  <c:v>41292</c:v>
                </c:pt>
                <c:pt idx="1840">
                  <c:v>41295</c:v>
                </c:pt>
                <c:pt idx="1841">
                  <c:v>41296</c:v>
                </c:pt>
                <c:pt idx="1842">
                  <c:v>41297</c:v>
                </c:pt>
                <c:pt idx="1843">
                  <c:v>41298</c:v>
                </c:pt>
                <c:pt idx="1844">
                  <c:v>41299</c:v>
                </c:pt>
                <c:pt idx="1845">
                  <c:v>41302</c:v>
                </c:pt>
                <c:pt idx="1846">
                  <c:v>41303</c:v>
                </c:pt>
                <c:pt idx="1847">
                  <c:v>41304</c:v>
                </c:pt>
                <c:pt idx="1848">
                  <c:v>41305</c:v>
                </c:pt>
                <c:pt idx="1849">
                  <c:v>41306</c:v>
                </c:pt>
                <c:pt idx="1850">
                  <c:v>41309</c:v>
                </c:pt>
                <c:pt idx="1851">
                  <c:v>41310</c:v>
                </c:pt>
                <c:pt idx="1852">
                  <c:v>41311</c:v>
                </c:pt>
                <c:pt idx="1853">
                  <c:v>41312</c:v>
                </c:pt>
                <c:pt idx="1854">
                  <c:v>41313</c:v>
                </c:pt>
                <c:pt idx="1855">
                  <c:v>41316</c:v>
                </c:pt>
                <c:pt idx="1856">
                  <c:v>41317</c:v>
                </c:pt>
                <c:pt idx="1857">
                  <c:v>41318</c:v>
                </c:pt>
                <c:pt idx="1858">
                  <c:v>41319</c:v>
                </c:pt>
                <c:pt idx="1859">
                  <c:v>41320</c:v>
                </c:pt>
                <c:pt idx="1860">
                  <c:v>41323</c:v>
                </c:pt>
                <c:pt idx="1861">
                  <c:v>41324</c:v>
                </c:pt>
                <c:pt idx="1862">
                  <c:v>41325</c:v>
                </c:pt>
                <c:pt idx="1863">
                  <c:v>41326</c:v>
                </c:pt>
                <c:pt idx="1864">
                  <c:v>41327</c:v>
                </c:pt>
                <c:pt idx="1865">
                  <c:v>41330</c:v>
                </c:pt>
                <c:pt idx="1866">
                  <c:v>41331</c:v>
                </c:pt>
                <c:pt idx="1867">
                  <c:v>41332</c:v>
                </c:pt>
                <c:pt idx="1868">
                  <c:v>41333</c:v>
                </c:pt>
                <c:pt idx="1869">
                  <c:v>41334</c:v>
                </c:pt>
                <c:pt idx="1870">
                  <c:v>41337</c:v>
                </c:pt>
                <c:pt idx="1871">
                  <c:v>41338</c:v>
                </c:pt>
                <c:pt idx="1872">
                  <c:v>41339</c:v>
                </c:pt>
                <c:pt idx="1873">
                  <c:v>41340</c:v>
                </c:pt>
                <c:pt idx="1874">
                  <c:v>41341</c:v>
                </c:pt>
                <c:pt idx="1875">
                  <c:v>41344</c:v>
                </c:pt>
                <c:pt idx="1876">
                  <c:v>41345</c:v>
                </c:pt>
                <c:pt idx="1877">
                  <c:v>41346</c:v>
                </c:pt>
                <c:pt idx="1878">
                  <c:v>41347</c:v>
                </c:pt>
                <c:pt idx="1879">
                  <c:v>41348</c:v>
                </c:pt>
                <c:pt idx="1880">
                  <c:v>41351</c:v>
                </c:pt>
                <c:pt idx="1881">
                  <c:v>41352</c:v>
                </c:pt>
                <c:pt idx="1882">
                  <c:v>41353</c:v>
                </c:pt>
                <c:pt idx="1883">
                  <c:v>41354</c:v>
                </c:pt>
                <c:pt idx="1884">
                  <c:v>41355</c:v>
                </c:pt>
                <c:pt idx="1885">
                  <c:v>41358</c:v>
                </c:pt>
                <c:pt idx="1886">
                  <c:v>41359</c:v>
                </c:pt>
                <c:pt idx="1887">
                  <c:v>41360</c:v>
                </c:pt>
                <c:pt idx="1888">
                  <c:v>41361</c:v>
                </c:pt>
                <c:pt idx="1889">
                  <c:v>41362</c:v>
                </c:pt>
                <c:pt idx="1890">
                  <c:v>41365</c:v>
                </c:pt>
                <c:pt idx="1891">
                  <c:v>41366</c:v>
                </c:pt>
                <c:pt idx="1892">
                  <c:v>41367</c:v>
                </c:pt>
                <c:pt idx="1893">
                  <c:v>41368</c:v>
                </c:pt>
                <c:pt idx="1894">
                  <c:v>41369</c:v>
                </c:pt>
                <c:pt idx="1895">
                  <c:v>41372</c:v>
                </c:pt>
                <c:pt idx="1896">
                  <c:v>41373</c:v>
                </c:pt>
                <c:pt idx="1897">
                  <c:v>41374</c:v>
                </c:pt>
                <c:pt idx="1898">
                  <c:v>41375</c:v>
                </c:pt>
                <c:pt idx="1899">
                  <c:v>41376</c:v>
                </c:pt>
                <c:pt idx="1900">
                  <c:v>41379</c:v>
                </c:pt>
                <c:pt idx="1901">
                  <c:v>41380</c:v>
                </c:pt>
                <c:pt idx="1902">
                  <c:v>41381</c:v>
                </c:pt>
                <c:pt idx="1903">
                  <c:v>41382</c:v>
                </c:pt>
                <c:pt idx="1904">
                  <c:v>41383</c:v>
                </c:pt>
                <c:pt idx="1905">
                  <c:v>41386</c:v>
                </c:pt>
                <c:pt idx="1906">
                  <c:v>41387</c:v>
                </c:pt>
                <c:pt idx="1907">
                  <c:v>41388</c:v>
                </c:pt>
                <c:pt idx="1908">
                  <c:v>41389</c:v>
                </c:pt>
                <c:pt idx="1909">
                  <c:v>41390</c:v>
                </c:pt>
                <c:pt idx="1910">
                  <c:v>41393</c:v>
                </c:pt>
                <c:pt idx="1911">
                  <c:v>41394</c:v>
                </c:pt>
                <c:pt idx="1912">
                  <c:v>41395</c:v>
                </c:pt>
                <c:pt idx="1913">
                  <c:v>41396</c:v>
                </c:pt>
                <c:pt idx="1914">
                  <c:v>41397</c:v>
                </c:pt>
                <c:pt idx="1915">
                  <c:v>41400</c:v>
                </c:pt>
                <c:pt idx="1916">
                  <c:v>41401</c:v>
                </c:pt>
                <c:pt idx="1917">
                  <c:v>41402</c:v>
                </c:pt>
                <c:pt idx="1918">
                  <c:v>41403</c:v>
                </c:pt>
                <c:pt idx="1919">
                  <c:v>41404</c:v>
                </c:pt>
                <c:pt idx="1920">
                  <c:v>41407</c:v>
                </c:pt>
                <c:pt idx="1921">
                  <c:v>41408</c:v>
                </c:pt>
                <c:pt idx="1922">
                  <c:v>41409</c:v>
                </c:pt>
                <c:pt idx="1923">
                  <c:v>41410</c:v>
                </c:pt>
                <c:pt idx="1924">
                  <c:v>41411</c:v>
                </c:pt>
                <c:pt idx="1925">
                  <c:v>41414</c:v>
                </c:pt>
                <c:pt idx="1926">
                  <c:v>41415</c:v>
                </c:pt>
                <c:pt idx="1927">
                  <c:v>41416</c:v>
                </c:pt>
                <c:pt idx="1928">
                  <c:v>41417</c:v>
                </c:pt>
                <c:pt idx="1929">
                  <c:v>41418</c:v>
                </c:pt>
                <c:pt idx="1930">
                  <c:v>41421</c:v>
                </c:pt>
                <c:pt idx="1931">
                  <c:v>41422</c:v>
                </c:pt>
                <c:pt idx="1932">
                  <c:v>41423</c:v>
                </c:pt>
                <c:pt idx="1933">
                  <c:v>41424</c:v>
                </c:pt>
                <c:pt idx="1934">
                  <c:v>41425</c:v>
                </c:pt>
                <c:pt idx="1935">
                  <c:v>41428</c:v>
                </c:pt>
                <c:pt idx="1936">
                  <c:v>41429</c:v>
                </c:pt>
                <c:pt idx="1937">
                  <c:v>41430</c:v>
                </c:pt>
                <c:pt idx="1938">
                  <c:v>41431</c:v>
                </c:pt>
                <c:pt idx="1939">
                  <c:v>41432</c:v>
                </c:pt>
                <c:pt idx="1940">
                  <c:v>41435</c:v>
                </c:pt>
                <c:pt idx="1941">
                  <c:v>41436</c:v>
                </c:pt>
                <c:pt idx="1942">
                  <c:v>41437</c:v>
                </c:pt>
                <c:pt idx="1943">
                  <c:v>41438</c:v>
                </c:pt>
                <c:pt idx="1944">
                  <c:v>41439</c:v>
                </c:pt>
                <c:pt idx="1945">
                  <c:v>41442</c:v>
                </c:pt>
                <c:pt idx="1946">
                  <c:v>41443</c:v>
                </c:pt>
                <c:pt idx="1947">
                  <c:v>41444</c:v>
                </c:pt>
                <c:pt idx="1948">
                  <c:v>41445</c:v>
                </c:pt>
                <c:pt idx="1949">
                  <c:v>41446</c:v>
                </c:pt>
                <c:pt idx="1950">
                  <c:v>41449</c:v>
                </c:pt>
                <c:pt idx="1951">
                  <c:v>41450</c:v>
                </c:pt>
                <c:pt idx="1952">
                  <c:v>41451</c:v>
                </c:pt>
                <c:pt idx="1953">
                  <c:v>41452</c:v>
                </c:pt>
                <c:pt idx="1954">
                  <c:v>41453</c:v>
                </c:pt>
                <c:pt idx="1955">
                  <c:v>41456</c:v>
                </c:pt>
                <c:pt idx="1956">
                  <c:v>41457</c:v>
                </c:pt>
                <c:pt idx="1957">
                  <c:v>41458</c:v>
                </c:pt>
                <c:pt idx="1958">
                  <c:v>41459</c:v>
                </c:pt>
                <c:pt idx="1959">
                  <c:v>41460</c:v>
                </c:pt>
                <c:pt idx="1960">
                  <c:v>41463</c:v>
                </c:pt>
                <c:pt idx="1961">
                  <c:v>41464</c:v>
                </c:pt>
                <c:pt idx="1962">
                  <c:v>41465</c:v>
                </c:pt>
                <c:pt idx="1963">
                  <c:v>41466</c:v>
                </c:pt>
                <c:pt idx="1964">
                  <c:v>41467</c:v>
                </c:pt>
                <c:pt idx="1965">
                  <c:v>41470</c:v>
                </c:pt>
                <c:pt idx="1966">
                  <c:v>41471</c:v>
                </c:pt>
                <c:pt idx="1967">
                  <c:v>41472</c:v>
                </c:pt>
                <c:pt idx="1968">
                  <c:v>41473</c:v>
                </c:pt>
                <c:pt idx="1969">
                  <c:v>41474</c:v>
                </c:pt>
                <c:pt idx="1970">
                  <c:v>41477</c:v>
                </c:pt>
                <c:pt idx="1971">
                  <c:v>41478</c:v>
                </c:pt>
                <c:pt idx="1972">
                  <c:v>41479</c:v>
                </c:pt>
                <c:pt idx="1973">
                  <c:v>41480</c:v>
                </c:pt>
                <c:pt idx="1974">
                  <c:v>41481</c:v>
                </c:pt>
                <c:pt idx="1975">
                  <c:v>41484</c:v>
                </c:pt>
                <c:pt idx="1976">
                  <c:v>41485</c:v>
                </c:pt>
                <c:pt idx="1977">
                  <c:v>41486</c:v>
                </c:pt>
                <c:pt idx="1978">
                  <c:v>41487</c:v>
                </c:pt>
                <c:pt idx="1979">
                  <c:v>41488</c:v>
                </c:pt>
                <c:pt idx="1980">
                  <c:v>41491</c:v>
                </c:pt>
                <c:pt idx="1981">
                  <c:v>41492</c:v>
                </c:pt>
                <c:pt idx="1982">
                  <c:v>41493</c:v>
                </c:pt>
                <c:pt idx="1983">
                  <c:v>41494</c:v>
                </c:pt>
                <c:pt idx="1984">
                  <c:v>41495</c:v>
                </c:pt>
                <c:pt idx="1985">
                  <c:v>41498</c:v>
                </c:pt>
                <c:pt idx="1986">
                  <c:v>41499</c:v>
                </c:pt>
                <c:pt idx="1987">
                  <c:v>41500</c:v>
                </c:pt>
                <c:pt idx="1988">
                  <c:v>41501</c:v>
                </c:pt>
                <c:pt idx="1989">
                  <c:v>41502</c:v>
                </c:pt>
                <c:pt idx="1990">
                  <c:v>41505</c:v>
                </c:pt>
                <c:pt idx="1991">
                  <c:v>41506</c:v>
                </c:pt>
                <c:pt idx="1992">
                  <c:v>41507</c:v>
                </c:pt>
                <c:pt idx="1993">
                  <c:v>41508</c:v>
                </c:pt>
                <c:pt idx="1994">
                  <c:v>41509</c:v>
                </c:pt>
                <c:pt idx="1995">
                  <c:v>41512</c:v>
                </c:pt>
                <c:pt idx="1996">
                  <c:v>41513</c:v>
                </c:pt>
                <c:pt idx="1997">
                  <c:v>41514</c:v>
                </c:pt>
                <c:pt idx="1998">
                  <c:v>41515</c:v>
                </c:pt>
                <c:pt idx="1999">
                  <c:v>41516</c:v>
                </c:pt>
                <c:pt idx="2000">
                  <c:v>41519</c:v>
                </c:pt>
                <c:pt idx="2001">
                  <c:v>41520</c:v>
                </c:pt>
                <c:pt idx="2002">
                  <c:v>41521</c:v>
                </c:pt>
                <c:pt idx="2003">
                  <c:v>41522</c:v>
                </c:pt>
                <c:pt idx="2004">
                  <c:v>41523</c:v>
                </c:pt>
                <c:pt idx="2005">
                  <c:v>41526</c:v>
                </c:pt>
                <c:pt idx="2006">
                  <c:v>41527</c:v>
                </c:pt>
                <c:pt idx="2007">
                  <c:v>41528</c:v>
                </c:pt>
                <c:pt idx="2008">
                  <c:v>41529</c:v>
                </c:pt>
                <c:pt idx="2009">
                  <c:v>41530</c:v>
                </c:pt>
                <c:pt idx="2010">
                  <c:v>41533</c:v>
                </c:pt>
                <c:pt idx="2011">
                  <c:v>41534</c:v>
                </c:pt>
                <c:pt idx="2012">
                  <c:v>41535</c:v>
                </c:pt>
                <c:pt idx="2013">
                  <c:v>41536</c:v>
                </c:pt>
                <c:pt idx="2014">
                  <c:v>41537</c:v>
                </c:pt>
                <c:pt idx="2015">
                  <c:v>41540</c:v>
                </c:pt>
                <c:pt idx="2016">
                  <c:v>41541</c:v>
                </c:pt>
                <c:pt idx="2017">
                  <c:v>41542</c:v>
                </c:pt>
                <c:pt idx="2018">
                  <c:v>41543</c:v>
                </c:pt>
                <c:pt idx="2019">
                  <c:v>41544</c:v>
                </c:pt>
                <c:pt idx="2020">
                  <c:v>41547</c:v>
                </c:pt>
                <c:pt idx="2021">
                  <c:v>41548</c:v>
                </c:pt>
                <c:pt idx="2022">
                  <c:v>41549</c:v>
                </c:pt>
                <c:pt idx="2023">
                  <c:v>41550</c:v>
                </c:pt>
                <c:pt idx="2024">
                  <c:v>41551</c:v>
                </c:pt>
                <c:pt idx="2025">
                  <c:v>41554</c:v>
                </c:pt>
                <c:pt idx="2026">
                  <c:v>41555</c:v>
                </c:pt>
                <c:pt idx="2027">
                  <c:v>41556</c:v>
                </c:pt>
                <c:pt idx="2028">
                  <c:v>41557</c:v>
                </c:pt>
                <c:pt idx="2029">
                  <c:v>41558</c:v>
                </c:pt>
                <c:pt idx="2030">
                  <c:v>41561</c:v>
                </c:pt>
                <c:pt idx="2031">
                  <c:v>41562</c:v>
                </c:pt>
                <c:pt idx="2032">
                  <c:v>41563</c:v>
                </c:pt>
                <c:pt idx="2033">
                  <c:v>41564</c:v>
                </c:pt>
                <c:pt idx="2034">
                  <c:v>41565</c:v>
                </c:pt>
                <c:pt idx="2035">
                  <c:v>41568</c:v>
                </c:pt>
                <c:pt idx="2036">
                  <c:v>41569</c:v>
                </c:pt>
                <c:pt idx="2037">
                  <c:v>41570</c:v>
                </c:pt>
                <c:pt idx="2038">
                  <c:v>41571</c:v>
                </c:pt>
                <c:pt idx="2039">
                  <c:v>41572</c:v>
                </c:pt>
                <c:pt idx="2040">
                  <c:v>41575</c:v>
                </c:pt>
                <c:pt idx="2041">
                  <c:v>41576</c:v>
                </c:pt>
                <c:pt idx="2042">
                  <c:v>41577</c:v>
                </c:pt>
                <c:pt idx="2043">
                  <c:v>41578</c:v>
                </c:pt>
                <c:pt idx="2044">
                  <c:v>41579</c:v>
                </c:pt>
                <c:pt idx="2045">
                  <c:v>41582</c:v>
                </c:pt>
                <c:pt idx="2046">
                  <c:v>41583</c:v>
                </c:pt>
                <c:pt idx="2047">
                  <c:v>41584</c:v>
                </c:pt>
                <c:pt idx="2048">
                  <c:v>41585</c:v>
                </c:pt>
                <c:pt idx="2049">
                  <c:v>41586</c:v>
                </c:pt>
                <c:pt idx="2050">
                  <c:v>41589</c:v>
                </c:pt>
                <c:pt idx="2051">
                  <c:v>41590</c:v>
                </c:pt>
                <c:pt idx="2052">
                  <c:v>41591</c:v>
                </c:pt>
                <c:pt idx="2053">
                  <c:v>41592</c:v>
                </c:pt>
                <c:pt idx="2054">
                  <c:v>41593</c:v>
                </c:pt>
                <c:pt idx="2055">
                  <c:v>41596</c:v>
                </c:pt>
                <c:pt idx="2056">
                  <c:v>41597</c:v>
                </c:pt>
                <c:pt idx="2057">
                  <c:v>41598</c:v>
                </c:pt>
                <c:pt idx="2058">
                  <c:v>41599</c:v>
                </c:pt>
                <c:pt idx="2059">
                  <c:v>41600</c:v>
                </c:pt>
                <c:pt idx="2060">
                  <c:v>41603</c:v>
                </c:pt>
                <c:pt idx="2061">
                  <c:v>41604</c:v>
                </c:pt>
                <c:pt idx="2062">
                  <c:v>41605</c:v>
                </c:pt>
                <c:pt idx="2063">
                  <c:v>41606</c:v>
                </c:pt>
                <c:pt idx="2064">
                  <c:v>41607</c:v>
                </c:pt>
                <c:pt idx="2065">
                  <c:v>41610</c:v>
                </c:pt>
                <c:pt idx="2066">
                  <c:v>41611</c:v>
                </c:pt>
                <c:pt idx="2067">
                  <c:v>41612</c:v>
                </c:pt>
                <c:pt idx="2068">
                  <c:v>41613</c:v>
                </c:pt>
                <c:pt idx="2069">
                  <c:v>41614</c:v>
                </c:pt>
                <c:pt idx="2070">
                  <c:v>41617</c:v>
                </c:pt>
                <c:pt idx="2071">
                  <c:v>41618</c:v>
                </c:pt>
                <c:pt idx="2072">
                  <c:v>41619</c:v>
                </c:pt>
                <c:pt idx="2073">
                  <c:v>41620</c:v>
                </c:pt>
                <c:pt idx="2074">
                  <c:v>41621</c:v>
                </c:pt>
                <c:pt idx="2075">
                  <c:v>41624</c:v>
                </c:pt>
                <c:pt idx="2076">
                  <c:v>41625</c:v>
                </c:pt>
                <c:pt idx="2077">
                  <c:v>41626</c:v>
                </c:pt>
                <c:pt idx="2078">
                  <c:v>41627</c:v>
                </c:pt>
                <c:pt idx="2079">
                  <c:v>41628</c:v>
                </c:pt>
                <c:pt idx="2080">
                  <c:v>41631</c:v>
                </c:pt>
                <c:pt idx="2081">
                  <c:v>41632</c:v>
                </c:pt>
                <c:pt idx="2082">
                  <c:v>41633</c:v>
                </c:pt>
                <c:pt idx="2083">
                  <c:v>41634</c:v>
                </c:pt>
                <c:pt idx="2084">
                  <c:v>41635</c:v>
                </c:pt>
                <c:pt idx="2085">
                  <c:v>41638</c:v>
                </c:pt>
                <c:pt idx="2086">
                  <c:v>41639</c:v>
                </c:pt>
                <c:pt idx="2087">
                  <c:v>41640</c:v>
                </c:pt>
                <c:pt idx="2088">
                  <c:v>41641</c:v>
                </c:pt>
                <c:pt idx="2089">
                  <c:v>41642</c:v>
                </c:pt>
                <c:pt idx="2090">
                  <c:v>41645</c:v>
                </c:pt>
                <c:pt idx="2091">
                  <c:v>41646</c:v>
                </c:pt>
                <c:pt idx="2092">
                  <c:v>41647</c:v>
                </c:pt>
                <c:pt idx="2093">
                  <c:v>41648</c:v>
                </c:pt>
                <c:pt idx="2094">
                  <c:v>41649</c:v>
                </c:pt>
                <c:pt idx="2095">
                  <c:v>41652</c:v>
                </c:pt>
                <c:pt idx="2096">
                  <c:v>41653</c:v>
                </c:pt>
                <c:pt idx="2097">
                  <c:v>41654</c:v>
                </c:pt>
                <c:pt idx="2098">
                  <c:v>41655</c:v>
                </c:pt>
                <c:pt idx="2099">
                  <c:v>41656</c:v>
                </c:pt>
                <c:pt idx="2100">
                  <c:v>41659</c:v>
                </c:pt>
                <c:pt idx="2101">
                  <c:v>41660</c:v>
                </c:pt>
                <c:pt idx="2102">
                  <c:v>41661</c:v>
                </c:pt>
                <c:pt idx="2103">
                  <c:v>41662</c:v>
                </c:pt>
                <c:pt idx="2104">
                  <c:v>41663</c:v>
                </c:pt>
                <c:pt idx="2105">
                  <c:v>41666</c:v>
                </c:pt>
                <c:pt idx="2106">
                  <c:v>41667</c:v>
                </c:pt>
                <c:pt idx="2107">
                  <c:v>41668</c:v>
                </c:pt>
                <c:pt idx="2108">
                  <c:v>41669</c:v>
                </c:pt>
                <c:pt idx="2109">
                  <c:v>41670</c:v>
                </c:pt>
                <c:pt idx="2110">
                  <c:v>41673</c:v>
                </c:pt>
                <c:pt idx="2111">
                  <c:v>41674</c:v>
                </c:pt>
                <c:pt idx="2112">
                  <c:v>41675</c:v>
                </c:pt>
                <c:pt idx="2113">
                  <c:v>41676</c:v>
                </c:pt>
                <c:pt idx="2114">
                  <c:v>41677</c:v>
                </c:pt>
                <c:pt idx="2115">
                  <c:v>41680</c:v>
                </c:pt>
                <c:pt idx="2116">
                  <c:v>41681</c:v>
                </c:pt>
                <c:pt idx="2117">
                  <c:v>41682</c:v>
                </c:pt>
                <c:pt idx="2118">
                  <c:v>41683</c:v>
                </c:pt>
                <c:pt idx="2119">
                  <c:v>41684</c:v>
                </c:pt>
                <c:pt idx="2120">
                  <c:v>41687</c:v>
                </c:pt>
                <c:pt idx="2121">
                  <c:v>41688</c:v>
                </c:pt>
                <c:pt idx="2122">
                  <c:v>41689</c:v>
                </c:pt>
                <c:pt idx="2123">
                  <c:v>41690</c:v>
                </c:pt>
                <c:pt idx="2124">
                  <c:v>41691</c:v>
                </c:pt>
                <c:pt idx="2125">
                  <c:v>41694</c:v>
                </c:pt>
                <c:pt idx="2126">
                  <c:v>41695</c:v>
                </c:pt>
                <c:pt idx="2127">
                  <c:v>41696</c:v>
                </c:pt>
                <c:pt idx="2128">
                  <c:v>41697</c:v>
                </c:pt>
                <c:pt idx="2129">
                  <c:v>41698</c:v>
                </c:pt>
                <c:pt idx="2130">
                  <c:v>41701</c:v>
                </c:pt>
                <c:pt idx="2131">
                  <c:v>41702</c:v>
                </c:pt>
                <c:pt idx="2132">
                  <c:v>41703</c:v>
                </c:pt>
                <c:pt idx="2133">
                  <c:v>41704</c:v>
                </c:pt>
                <c:pt idx="2134">
                  <c:v>41705</c:v>
                </c:pt>
                <c:pt idx="2135">
                  <c:v>41708</c:v>
                </c:pt>
                <c:pt idx="2136">
                  <c:v>41709</c:v>
                </c:pt>
                <c:pt idx="2137">
                  <c:v>41710</c:v>
                </c:pt>
                <c:pt idx="2138">
                  <c:v>41711</c:v>
                </c:pt>
                <c:pt idx="2139">
                  <c:v>41712</c:v>
                </c:pt>
                <c:pt idx="2140">
                  <c:v>41715</c:v>
                </c:pt>
                <c:pt idx="2141">
                  <c:v>41716</c:v>
                </c:pt>
                <c:pt idx="2142">
                  <c:v>41717</c:v>
                </c:pt>
                <c:pt idx="2143">
                  <c:v>41718</c:v>
                </c:pt>
                <c:pt idx="2144">
                  <c:v>41719</c:v>
                </c:pt>
                <c:pt idx="2145">
                  <c:v>41722</c:v>
                </c:pt>
                <c:pt idx="2146">
                  <c:v>41723</c:v>
                </c:pt>
                <c:pt idx="2147">
                  <c:v>41724</c:v>
                </c:pt>
                <c:pt idx="2148">
                  <c:v>41725</c:v>
                </c:pt>
                <c:pt idx="2149">
                  <c:v>41726</c:v>
                </c:pt>
                <c:pt idx="2150">
                  <c:v>41729</c:v>
                </c:pt>
                <c:pt idx="2151">
                  <c:v>41730</c:v>
                </c:pt>
                <c:pt idx="2152">
                  <c:v>41731</c:v>
                </c:pt>
                <c:pt idx="2153">
                  <c:v>41732</c:v>
                </c:pt>
                <c:pt idx="2154">
                  <c:v>41733</c:v>
                </c:pt>
                <c:pt idx="2155">
                  <c:v>41736</c:v>
                </c:pt>
                <c:pt idx="2156">
                  <c:v>41737</c:v>
                </c:pt>
                <c:pt idx="2157">
                  <c:v>41738</c:v>
                </c:pt>
                <c:pt idx="2158">
                  <c:v>41739</c:v>
                </c:pt>
                <c:pt idx="2159">
                  <c:v>41740</c:v>
                </c:pt>
                <c:pt idx="2160">
                  <c:v>41743</c:v>
                </c:pt>
                <c:pt idx="2161">
                  <c:v>41744</c:v>
                </c:pt>
                <c:pt idx="2162">
                  <c:v>41745</c:v>
                </c:pt>
                <c:pt idx="2163">
                  <c:v>41746</c:v>
                </c:pt>
                <c:pt idx="2164">
                  <c:v>41747</c:v>
                </c:pt>
                <c:pt idx="2165">
                  <c:v>41750</c:v>
                </c:pt>
                <c:pt idx="2166">
                  <c:v>41751</c:v>
                </c:pt>
                <c:pt idx="2167">
                  <c:v>41752</c:v>
                </c:pt>
                <c:pt idx="2168">
                  <c:v>41753</c:v>
                </c:pt>
                <c:pt idx="2169">
                  <c:v>41754</c:v>
                </c:pt>
                <c:pt idx="2170">
                  <c:v>41757</c:v>
                </c:pt>
                <c:pt idx="2171">
                  <c:v>41758</c:v>
                </c:pt>
                <c:pt idx="2172">
                  <c:v>41759</c:v>
                </c:pt>
                <c:pt idx="2173">
                  <c:v>41760</c:v>
                </c:pt>
                <c:pt idx="2174">
                  <c:v>41761</c:v>
                </c:pt>
                <c:pt idx="2175">
                  <c:v>41764</c:v>
                </c:pt>
                <c:pt idx="2176">
                  <c:v>41765</c:v>
                </c:pt>
                <c:pt idx="2177">
                  <c:v>41766</c:v>
                </c:pt>
                <c:pt idx="2178">
                  <c:v>41767</c:v>
                </c:pt>
                <c:pt idx="2179">
                  <c:v>41768</c:v>
                </c:pt>
                <c:pt idx="2180">
                  <c:v>41771</c:v>
                </c:pt>
                <c:pt idx="2181">
                  <c:v>41772</c:v>
                </c:pt>
                <c:pt idx="2182">
                  <c:v>41773</c:v>
                </c:pt>
                <c:pt idx="2183">
                  <c:v>41774</c:v>
                </c:pt>
                <c:pt idx="2184">
                  <c:v>41775</c:v>
                </c:pt>
                <c:pt idx="2185">
                  <c:v>41778</c:v>
                </c:pt>
                <c:pt idx="2186">
                  <c:v>41779</c:v>
                </c:pt>
                <c:pt idx="2187">
                  <c:v>41780</c:v>
                </c:pt>
                <c:pt idx="2188">
                  <c:v>41781</c:v>
                </c:pt>
                <c:pt idx="2189">
                  <c:v>41782</c:v>
                </c:pt>
                <c:pt idx="2190">
                  <c:v>41785</c:v>
                </c:pt>
                <c:pt idx="2191">
                  <c:v>41786</c:v>
                </c:pt>
                <c:pt idx="2192">
                  <c:v>41787</c:v>
                </c:pt>
                <c:pt idx="2193">
                  <c:v>41788</c:v>
                </c:pt>
                <c:pt idx="2194">
                  <c:v>41789</c:v>
                </c:pt>
                <c:pt idx="2195">
                  <c:v>41792</c:v>
                </c:pt>
                <c:pt idx="2196">
                  <c:v>41793</c:v>
                </c:pt>
                <c:pt idx="2197">
                  <c:v>41794</c:v>
                </c:pt>
                <c:pt idx="2198">
                  <c:v>41795</c:v>
                </c:pt>
                <c:pt idx="2199">
                  <c:v>41796</c:v>
                </c:pt>
                <c:pt idx="2200">
                  <c:v>41799</c:v>
                </c:pt>
                <c:pt idx="2201">
                  <c:v>41800</c:v>
                </c:pt>
                <c:pt idx="2202">
                  <c:v>41801</c:v>
                </c:pt>
                <c:pt idx="2203">
                  <c:v>41802</c:v>
                </c:pt>
                <c:pt idx="2204">
                  <c:v>41803</c:v>
                </c:pt>
                <c:pt idx="2205">
                  <c:v>41806</c:v>
                </c:pt>
                <c:pt idx="2206">
                  <c:v>41807</c:v>
                </c:pt>
                <c:pt idx="2207">
                  <c:v>41808</c:v>
                </c:pt>
                <c:pt idx="2208">
                  <c:v>41809</c:v>
                </c:pt>
                <c:pt idx="2209">
                  <c:v>41810</c:v>
                </c:pt>
                <c:pt idx="2210">
                  <c:v>41813</c:v>
                </c:pt>
                <c:pt idx="2211">
                  <c:v>41814</c:v>
                </c:pt>
                <c:pt idx="2212">
                  <c:v>41815</c:v>
                </c:pt>
                <c:pt idx="2213">
                  <c:v>41816</c:v>
                </c:pt>
                <c:pt idx="2214">
                  <c:v>41817</c:v>
                </c:pt>
                <c:pt idx="2215">
                  <c:v>41820</c:v>
                </c:pt>
                <c:pt idx="2216">
                  <c:v>41821</c:v>
                </c:pt>
                <c:pt idx="2217">
                  <c:v>41822</c:v>
                </c:pt>
                <c:pt idx="2218">
                  <c:v>41823</c:v>
                </c:pt>
                <c:pt idx="2219">
                  <c:v>41824</c:v>
                </c:pt>
                <c:pt idx="2220">
                  <c:v>41827</c:v>
                </c:pt>
                <c:pt idx="2221">
                  <c:v>41828</c:v>
                </c:pt>
                <c:pt idx="2222">
                  <c:v>41829</c:v>
                </c:pt>
                <c:pt idx="2223">
                  <c:v>41830</c:v>
                </c:pt>
                <c:pt idx="2224">
                  <c:v>41831</c:v>
                </c:pt>
                <c:pt idx="2225">
                  <c:v>41834</c:v>
                </c:pt>
                <c:pt idx="2226">
                  <c:v>41835</c:v>
                </c:pt>
                <c:pt idx="2227">
                  <c:v>41836</c:v>
                </c:pt>
                <c:pt idx="2228">
                  <c:v>41837</c:v>
                </c:pt>
                <c:pt idx="2229">
                  <c:v>41838</c:v>
                </c:pt>
                <c:pt idx="2230">
                  <c:v>41841</c:v>
                </c:pt>
                <c:pt idx="2231">
                  <c:v>41842</c:v>
                </c:pt>
                <c:pt idx="2232">
                  <c:v>41843</c:v>
                </c:pt>
                <c:pt idx="2233">
                  <c:v>41844</c:v>
                </c:pt>
                <c:pt idx="2234">
                  <c:v>41845</c:v>
                </c:pt>
                <c:pt idx="2235">
                  <c:v>41848</c:v>
                </c:pt>
                <c:pt idx="2236">
                  <c:v>41849</c:v>
                </c:pt>
                <c:pt idx="2237">
                  <c:v>41850</c:v>
                </c:pt>
                <c:pt idx="2238">
                  <c:v>41851</c:v>
                </c:pt>
                <c:pt idx="2239">
                  <c:v>41852</c:v>
                </c:pt>
                <c:pt idx="2240">
                  <c:v>41855</c:v>
                </c:pt>
                <c:pt idx="2241">
                  <c:v>41856</c:v>
                </c:pt>
                <c:pt idx="2242">
                  <c:v>41857</c:v>
                </c:pt>
                <c:pt idx="2243">
                  <c:v>41858</c:v>
                </c:pt>
                <c:pt idx="2244">
                  <c:v>41859</c:v>
                </c:pt>
                <c:pt idx="2245">
                  <c:v>41862</c:v>
                </c:pt>
                <c:pt idx="2246">
                  <c:v>41863</c:v>
                </c:pt>
                <c:pt idx="2247">
                  <c:v>41864</c:v>
                </c:pt>
                <c:pt idx="2248">
                  <c:v>41865</c:v>
                </c:pt>
                <c:pt idx="2249">
                  <c:v>41866</c:v>
                </c:pt>
                <c:pt idx="2250">
                  <c:v>41869</c:v>
                </c:pt>
                <c:pt idx="2251">
                  <c:v>41870</c:v>
                </c:pt>
                <c:pt idx="2252">
                  <c:v>41871</c:v>
                </c:pt>
                <c:pt idx="2253">
                  <c:v>41872</c:v>
                </c:pt>
                <c:pt idx="2254">
                  <c:v>41873</c:v>
                </c:pt>
                <c:pt idx="2255">
                  <c:v>41876</c:v>
                </c:pt>
                <c:pt idx="2256">
                  <c:v>41877</c:v>
                </c:pt>
                <c:pt idx="2257">
                  <c:v>41878</c:v>
                </c:pt>
                <c:pt idx="2258">
                  <c:v>41879</c:v>
                </c:pt>
                <c:pt idx="2259">
                  <c:v>41880</c:v>
                </c:pt>
                <c:pt idx="2260">
                  <c:v>41883</c:v>
                </c:pt>
                <c:pt idx="2261">
                  <c:v>41884</c:v>
                </c:pt>
                <c:pt idx="2262">
                  <c:v>41885</c:v>
                </c:pt>
                <c:pt idx="2263">
                  <c:v>41886</c:v>
                </c:pt>
                <c:pt idx="2264">
                  <c:v>41887</c:v>
                </c:pt>
                <c:pt idx="2265">
                  <c:v>41890</c:v>
                </c:pt>
                <c:pt idx="2266">
                  <c:v>41891</c:v>
                </c:pt>
                <c:pt idx="2267">
                  <c:v>41892</c:v>
                </c:pt>
                <c:pt idx="2268">
                  <c:v>41893</c:v>
                </c:pt>
                <c:pt idx="2269">
                  <c:v>41894</c:v>
                </c:pt>
                <c:pt idx="2270">
                  <c:v>41897</c:v>
                </c:pt>
                <c:pt idx="2271">
                  <c:v>41898</c:v>
                </c:pt>
                <c:pt idx="2272">
                  <c:v>41899</c:v>
                </c:pt>
                <c:pt idx="2273">
                  <c:v>41900</c:v>
                </c:pt>
                <c:pt idx="2274">
                  <c:v>41901</c:v>
                </c:pt>
                <c:pt idx="2275">
                  <c:v>41904</c:v>
                </c:pt>
                <c:pt idx="2276">
                  <c:v>41905</c:v>
                </c:pt>
                <c:pt idx="2277">
                  <c:v>41906</c:v>
                </c:pt>
                <c:pt idx="2278">
                  <c:v>41907</c:v>
                </c:pt>
                <c:pt idx="2279">
                  <c:v>41908</c:v>
                </c:pt>
                <c:pt idx="2280">
                  <c:v>41911</c:v>
                </c:pt>
                <c:pt idx="2281">
                  <c:v>41912</c:v>
                </c:pt>
                <c:pt idx="2282">
                  <c:v>41913</c:v>
                </c:pt>
                <c:pt idx="2283">
                  <c:v>41914</c:v>
                </c:pt>
                <c:pt idx="2284">
                  <c:v>41915</c:v>
                </c:pt>
                <c:pt idx="2285">
                  <c:v>41918</c:v>
                </c:pt>
                <c:pt idx="2286">
                  <c:v>41919</c:v>
                </c:pt>
                <c:pt idx="2287">
                  <c:v>41920</c:v>
                </c:pt>
                <c:pt idx="2288">
                  <c:v>41921</c:v>
                </c:pt>
                <c:pt idx="2289">
                  <c:v>41922</c:v>
                </c:pt>
                <c:pt idx="2290">
                  <c:v>41925</c:v>
                </c:pt>
                <c:pt idx="2291">
                  <c:v>41926</c:v>
                </c:pt>
                <c:pt idx="2292">
                  <c:v>41927</c:v>
                </c:pt>
                <c:pt idx="2293">
                  <c:v>41928</c:v>
                </c:pt>
                <c:pt idx="2294">
                  <c:v>41929</c:v>
                </c:pt>
                <c:pt idx="2295">
                  <c:v>41932</c:v>
                </c:pt>
                <c:pt idx="2296">
                  <c:v>41933</c:v>
                </c:pt>
                <c:pt idx="2297">
                  <c:v>41934</c:v>
                </c:pt>
                <c:pt idx="2298">
                  <c:v>41935</c:v>
                </c:pt>
                <c:pt idx="2299">
                  <c:v>41936</c:v>
                </c:pt>
                <c:pt idx="2300">
                  <c:v>41939</c:v>
                </c:pt>
                <c:pt idx="2301">
                  <c:v>41940</c:v>
                </c:pt>
                <c:pt idx="2302">
                  <c:v>41941</c:v>
                </c:pt>
                <c:pt idx="2303">
                  <c:v>41942</c:v>
                </c:pt>
                <c:pt idx="2304">
                  <c:v>41943</c:v>
                </c:pt>
                <c:pt idx="2305">
                  <c:v>41946</c:v>
                </c:pt>
                <c:pt idx="2306">
                  <c:v>41947</c:v>
                </c:pt>
                <c:pt idx="2307">
                  <c:v>41948</c:v>
                </c:pt>
                <c:pt idx="2308">
                  <c:v>41949</c:v>
                </c:pt>
                <c:pt idx="2309">
                  <c:v>41950</c:v>
                </c:pt>
                <c:pt idx="2310">
                  <c:v>41953</c:v>
                </c:pt>
                <c:pt idx="2311">
                  <c:v>41954</c:v>
                </c:pt>
                <c:pt idx="2312">
                  <c:v>41955</c:v>
                </c:pt>
                <c:pt idx="2313">
                  <c:v>41956</c:v>
                </c:pt>
                <c:pt idx="2314">
                  <c:v>41957</c:v>
                </c:pt>
                <c:pt idx="2315">
                  <c:v>41960</c:v>
                </c:pt>
                <c:pt idx="2316">
                  <c:v>41961</c:v>
                </c:pt>
                <c:pt idx="2317">
                  <c:v>41962</c:v>
                </c:pt>
                <c:pt idx="2318">
                  <c:v>41963</c:v>
                </c:pt>
                <c:pt idx="2319">
                  <c:v>41964</c:v>
                </c:pt>
                <c:pt idx="2320">
                  <c:v>41967</c:v>
                </c:pt>
                <c:pt idx="2321">
                  <c:v>41968</c:v>
                </c:pt>
                <c:pt idx="2322">
                  <c:v>41969</c:v>
                </c:pt>
                <c:pt idx="2323">
                  <c:v>41970</c:v>
                </c:pt>
                <c:pt idx="2324">
                  <c:v>41971</c:v>
                </c:pt>
                <c:pt idx="2325">
                  <c:v>41974</c:v>
                </c:pt>
                <c:pt idx="2326">
                  <c:v>41975</c:v>
                </c:pt>
                <c:pt idx="2327">
                  <c:v>41976</c:v>
                </c:pt>
                <c:pt idx="2328">
                  <c:v>41977</c:v>
                </c:pt>
                <c:pt idx="2329">
                  <c:v>41978</c:v>
                </c:pt>
                <c:pt idx="2330">
                  <c:v>41981</c:v>
                </c:pt>
                <c:pt idx="2331">
                  <c:v>41982</c:v>
                </c:pt>
                <c:pt idx="2332">
                  <c:v>41983</c:v>
                </c:pt>
                <c:pt idx="2333">
                  <c:v>41984</c:v>
                </c:pt>
                <c:pt idx="2334">
                  <c:v>41985</c:v>
                </c:pt>
                <c:pt idx="2335">
                  <c:v>41988</c:v>
                </c:pt>
                <c:pt idx="2336">
                  <c:v>41989</c:v>
                </c:pt>
                <c:pt idx="2337">
                  <c:v>41990</c:v>
                </c:pt>
                <c:pt idx="2338">
                  <c:v>41991</c:v>
                </c:pt>
                <c:pt idx="2339">
                  <c:v>41992</c:v>
                </c:pt>
                <c:pt idx="2340">
                  <c:v>41995</c:v>
                </c:pt>
                <c:pt idx="2341">
                  <c:v>41996</c:v>
                </c:pt>
                <c:pt idx="2342">
                  <c:v>41997</c:v>
                </c:pt>
                <c:pt idx="2343">
                  <c:v>41998</c:v>
                </c:pt>
                <c:pt idx="2344">
                  <c:v>41999</c:v>
                </c:pt>
                <c:pt idx="2345">
                  <c:v>42002</c:v>
                </c:pt>
                <c:pt idx="2346">
                  <c:v>42003</c:v>
                </c:pt>
                <c:pt idx="2347">
                  <c:v>42004</c:v>
                </c:pt>
                <c:pt idx="2348">
                  <c:v>42005</c:v>
                </c:pt>
                <c:pt idx="2349">
                  <c:v>42006</c:v>
                </c:pt>
                <c:pt idx="2350">
                  <c:v>42009</c:v>
                </c:pt>
                <c:pt idx="2351">
                  <c:v>42010</c:v>
                </c:pt>
                <c:pt idx="2352">
                  <c:v>42011</c:v>
                </c:pt>
                <c:pt idx="2353">
                  <c:v>42012</c:v>
                </c:pt>
                <c:pt idx="2354">
                  <c:v>42013</c:v>
                </c:pt>
                <c:pt idx="2355">
                  <c:v>42016</c:v>
                </c:pt>
                <c:pt idx="2356">
                  <c:v>42017</c:v>
                </c:pt>
                <c:pt idx="2357">
                  <c:v>42018</c:v>
                </c:pt>
                <c:pt idx="2358">
                  <c:v>42019</c:v>
                </c:pt>
                <c:pt idx="2359">
                  <c:v>42020</c:v>
                </c:pt>
                <c:pt idx="2360">
                  <c:v>42023</c:v>
                </c:pt>
                <c:pt idx="2361">
                  <c:v>42024</c:v>
                </c:pt>
                <c:pt idx="2362">
                  <c:v>42025</c:v>
                </c:pt>
                <c:pt idx="2363">
                  <c:v>42026</c:v>
                </c:pt>
                <c:pt idx="2364">
                  <c:v>42027</c:v>
                </c:pt>
                <c:pt idx="2365">
                  <c:v>42030</c:v>
                </c:pt>
                <c:pt idx="2366">
                  <c:v>42031</c:v>
                </c:pt>
                <c:pt idx="2367">
                  <c:v>42032</c:v>
                </c:pt>
                <c:pt idx="2368">
                  <c:v>42033</c:v>
                </c:pt>
                <c:pt idx="2369">
                  <c:v>42034</c:v>
                </c:pt>
                <c:pt idx="2370">
                  <c:v>42037</c:v>
                </c:pt>
                <c:pt idx="2371">
                  <c:v>42038</c:v>
                </c:pt>
                <c:pt idx="2372">
                  <c:v>42039</c:v>
                </c:pt>
                <c:pt idx="2373">
                  <c:v>42040</c:v>
                </c:pt>
                <c:pt idx="2374">
                  <c:v>42041</c:v>
                </c:pt>
                <c:pt idx="2375">
                  <c:v>42044</c:v>
                </c:pt>
                <c:pt idx="2376">
                  <c:v>42045</c:v>
                </c:pt>
                <c:pt idx="2377">
                  <c:v>42046</c:v>
                </c:pt>
                <c:pt idx="2378">
                  <c:v>42047</c:v>
                </c:pt>
                <c:pt idx="2379">
                  <c:v>42048</c:v>
                </c:pt>
                <c:pt idx="2380">
                  <c:v>42051</c:v>
                </c:pt>
                <c:pt idx="2381">
                  <c:v>42052</c:v>
                </c:pt>
                <c:pt idx="2382">
                  <c:v>42053</c:v>
                </c:pt>
                <c:pt idx="2383">
                  <c:v>42054</c:v>
                </c:pt>
                <c:pt idx="2384">
                  <c:v>42055</c:v>
                </c:pt>
                <c:pt idx="2385">
                  <c:v>42058</c:v>
                </c:pt>
                <c:pt idx="2386">
                  <c:v>42059</c:v>
                </c:pt>
                <c:pt idx="2387">
                  <c:v>42060</c:v>
                </c:pt>
                <c:pt idx="2388">
                  <c:v>42061</c:v>
                </c:pt>
                <c:pt idx="2389">
                  <c:v>42062</c:v>
                </c:pt>
                <c:pt idx="2390">
                  <c:v>42065</c:v>
                </c:pt>
                <c:pt idx="2391">
                  <c:v>42066</c:v>
                </c:pt>
                <c:pt idx="2392">
                  <c:v>42067</c:v>
                </c:pt>
                <c:pt idx="2393">
                  <c:v>42068</c:v>
                </c:pt>
                <c:pt idx="2394">
                  <c:v>42069</c:v>
                </c:pt>
                <c:pt idx="2395">
                  <c:v>42072</c:v>
                </c:pt>
                <c:pt idx="2396">
                  <c:v>42073</c:v>
                </c:pt>
                <c:pt idx="2397">
                  <c:v>42074</c:v>
                </c:pt>
                <c:pt idx="2398">
                  <c:v>42075</c:v>
                </c:pt>
                <c:pt idx="2399">
                  <c:v>42076</c:v>
                </c:pt>
                <c:pt idx="2400">
                  <c:v>42079</c:v>
                </c:pt>
                <c:pt idx="2401">
                  <c:v>42080</c:v>
                </c:pt>
                <c:pt idx="2402">
                  <c:v>42081</c:v>
                </c:pt>
                <c:pt idx="2403">
                  <c:v>42082</c:v>
                </c:pt>
                <c:pt idx="2404">
                  <c:v>42083</c:v>
                </c:pt>
                <c:pt idx="2405">
                  <c:v>42086</c:v>
                </c:pt>
                <c:pt idx="2406">
                  <c:v>42087</c:v>
                </c:pt>
                <c:pt idx="2407">
                  <c:v>42088</c:v>
                </c:pt>
                <c:pt idx="2408">
                  <c:v>42089</c:v>
                </c:pt>
                <c:pt idx="2409">
                  <c:v>42090</c:v>
                </c:pt>
                <c:pt idx="2410">
                  <c:v>42093</c:v>
                </c:pt>
                <c:pt idx="2411">
                  <c:v>42094</c:v>
                </c:pt>
                <c:pt idx="2412">
                  <c:v>42095</c:v>
                </c:pt>
                <c:pt idx="2413">
                  <c:v>42096</c:v>
                </c:pt>
                <c:pt idx="2414">
                  <c:v>42097</c:v>
                </c:pt>
                <c:pt idx="2415">
                  <c:v>42100</c:v>
                </c:pt>
                <c:pt idx="2416">
                  <c:v>42101</c:v>
                </c:pt>
                <c:pt idx="2417">
                  <c:v>42102</c:v>
                </c:pt>
                <c:pt idx="2418">
                  <c:v>42103</c:v>
                </c:pt>
                <c:pt idx="2419">
                  <c:v>42104</c:v>
                </c:pt>
                <c:pt idx="2420">
                  <c:v>42107</c:v>
                </c:pt>
                <c:pt idx="2421">
                  <c:v>42108</c:v>
                </c:pt>
                <c:pt idx="2422">
                  <c:v>42109</c:v>
                </c:pt>
                <c:pt idx="2423">
                  <c:v>42110</c:v>
                </c:pt>
                <c:pt idx="2424">
                  <c:v>42111</c:v>
                </c:pt>
                <c:pt idx="2425">
                  <c:v>42114</c:v>
                </c:pt>
                <c:pt idx="2426">
                  <c:v>42115</c:v>
                </c:pt>
                <c:pt idx="2427">
                  <c:v>42116</c:v>
                </c:pt>
                <c:pt idx="2428">
                  <c:v>42117</c:v>
                </c:pt>
                <c:pt idx="2429">
                  <c:v>42118</c:v>
                </c:pt>
                <c:pt idx="2430">
                  <c:v>42121</c:v>
                </c:pt>
                <c:pt idx="2431">
                  <c:v>42122</c:v>
                </c:pt>
                <c:pt idx="2432">
                  <c:v>42123</c:v>
                </c:pt>
                <c:pt idx="2433">
                  <c:v>42124</c:v>
                </c:pt>
                <c:pt idx="2434">
                  <c:v>42125</c:v>
                </c:pt>
                <c:pt idx="2435">
                  <c:v>42128</c:v>
                </c:pt>
                <c:pt idx="2436">
                  <c:v>42129</c:v>
                </c:pt>
                <c:pt idx="2437">
                  <c:v>42130</c:v>
                </c:pt>
                <c:pt idx="2438">
                  <c:v>42131</c:v>
                </c:pt>
                <c:pt idx="2439">
                  <c:v>42132</c:v>
                </c:pt>
                <c:pt idx="2440">
                  <c:v>42135</c:v>
                </c:pt>
                <c:pt idx="2441">
                  <c:v>42136</c:v>
                </c:pt>
                <c:pt idx="2442">
                  <c:v>42137</c:v>
                </c:pt>
                <c:pt idx="2443">
                  <c:v>42138</c:v>
                </c:pt>
                <c:pt idx="2444">
                  <c:v>42139</c:v>
                </c:pt>
                <c:pt idx="2445">
                  <c:v>42142</c:v>
                </c:pt>
                <c:pt idx="2446">
                  <c:v>42143</c:v>
                </c:pt>
                <c:pt idx="2447">
                  <c:v>42144</c:v>
                </c:pt>
                <c:pt idx="2448">
                  <c:v>42145</c:v>
                </c:pt>
                <c:pt idx="2449">
                  <c:v>42146</c:v>
                </c:pt>
                <c:pt idx="2450">
                  <c:v>42149</c:v>
                </c:pt>
                <c:pt idx="2451">
                  <c:v>42150</c:v>
                </c:pt>
                <c:pt idx="2452">
                  <c:v>42151</c:v>
                </c:pt>
                <c:pt idx="2453">
                  <c:v>42152</c:v>
                </c:pt>
                <c:pt idx="2454">
                  <c:v>42153</c:v>
                </c:pt>
                <c:pt idx="2455">
                  <c:v>42156</c:v>
                </c:pt>
                <c:pt idx="2456">
                  <c:v>42157</c:v>
                </c:pt>
                <c:pt idx="2457">
                  <c:v>42158</c:v>
                </c:pt>
                <c:pt idx="2458">
                  <c:v>42159</c:v>
                </c:pt>
                <c:pt idx="2459">
                  <c:v>42160</c:v>
                </c:pt>
                <c:pt idx="2460">
                  <c:v>42163</c:v>
                </c:pt>
                <c:pt idx="2461">
                  <c:v>42164</c:v>
                </c:pt>
                <c:pt idx="2462">
                  <c:v>42165</c:v>
                </c:pt>
                <c:pt idx="2463">
                  <c:v>42166</c:v>
                </c:pt>
                <c:pt idx="2464">
                  <c:v>42167</c:v>
                </c:pt>
                <c:pt idx="2465">
                  <c:v>42170</c:v>
                </c:pt>
                <c:pt idx="2466">
                  <c:v>42171</c:v>
                </c:pt>
                <c:pt idx="2467">
                  <c:v>42172</c:v>
                </c:pt>
                <c:pt idx="2468">
                  <c:v>42173</c:v>
                </c:pt>
                <c:pt idx="2469">
                  <c:v>42174</c:v>
                </c:pt>
                <c:pt idx="2470">
                  <c:v>42177</c:v>
                </c:pt>
                <c:pt idx="2471">
                  <c:v>42178</c:v>
                </c:pt>
                <c:pt idx="2472">
                  <c:v>42179</c:v>
                </c:pt>
                <c:pt idx="2473">
                  <c:v>42180</c:v>
                </c:pt>
                <c:pt idx="2474">
                  <c:v>42181</c:v>
                </c:pt>
                <c:pt idx="2475">
                  <c:v>42184</c:v>
                </c:pt>
                <c:pt idx="2476">
                  <c:v>42185</c:v>
                </c:pt>
                <c:pt idx="2477">
                  <c:v>42186</c:v>
                </c:pt>
                <c:pt idx="2478">
                  <c:v>42187</c:v>
                </c:pt>
                <c:pt idx="2479">
                  <c:v>42188</c:v>
                </c:pt>
                <c:pt idx="2480">
                  <c:v>42191</c:v>
                </c:pt>
                <c:pt idx="2481">
                  <c:v>42192</c:v>
                </c:pt>
                <c:pt idx="2482">
                  <c:v>42193</c:v>
                </c:pt>
                <c:pt idx="2483">
                  <c:v>42194</c:v>
                </c:pt>
                <c:pt idx="2484">
                  <c:v>42195</c:v>
                </c:pt>
                <c:pt idx="2485">
                  <c:v>42198</c:v>
                </c:pt>
                <c:pt idx="2486">
                  <c:v>42199</c:v>
                </c:pt>
                <c:pt idx="2487">
                  <c:v>42200</c:v>
                </c:pt>
                <c:pt idx="2488">
                  <c:v>42201</c:v>
                </c:pt>
                <c:pt idx="2489">
                  <c:v>42202</c:v>
                </c:pt>
                <c:pt idx="2490">
                  <c:v>42205</c:v>
                </c:pt>
                <c:pt idx="2491">
                  <c:v>42206</c:v>
                </c:pt>
                <c:pt idx="2492">
                  <c:v>42207</c:v>
                </c:pt>
                <c:pt idx="2493">
                  <c:v>42208</c:v>
                </c:pt>
                <c:pt idx="2494">
                  <c:v>42209</c:v>
                </c:pt>
                <c:pt idx="2495">
                  <c:v>42212</c:v>
                </c:pt>
                <c:pt idx="2496">
                  <c:v>42213</c:v>
                </c:pt>
                <c:pt idx="2497">
                  <c:v>42214</c:v>
                </c:pt>
                <c:pt idx="2498">
                  <c:v>42215</c:v>
                </c:pt>
                <c:pt idx="2499">
                  <c:v>42216</c:v>
                </c:pt>
                <c:pt idx="2500">
                  <c:v>42219</c:v>
                </c:pt>
                <c:pt idx="2501">
                  <c:v>42220</c:v>
                </c:pt>
                <c:pt idx="2502">
                  <c:v>42221</c:v>
                </c:pt>
                <c:pt idx="2503">
                  <c:v>42222</c:v>
                </c:pt>
                <c:pt idx="2504">
                  <c:v>42223</c:v>
                </c:pt>
                <c:pt idx="2505">
                  <c:v>42226</c:v>
                </c:pt>
                <c:pt idx="2506">
                  <c:v>42227</c:v>
                </c:pt>
                <c:pt idx="2507">
                  <c:v>42228</c:v>
                </c:pt>
                <c:pt idx="2508">
                  <c:v>42229</c:v>
                </c:pt>
                <c:pt idx="2509">
                  <c:v>42230</c:v>
                </c:pt>
                <c:pt idx="2510">
                  <c:v>42233</c:v>
                </c:pt>
                <c:pt idx="2511">
                  <c:v>42234</c:v>
                </c:pt>
                <c:pt idx="2512">
                  <c:v>42235</c:v>
                </c:pt>
                <c:pt idx="2513">
                  <c:v>42236</c:v>
                </c:pt>
                <c:pt idx="2514">
                  <c:v>42237</c:v>
                </c:pt>
                <c:pt idx="2515">
                  <c:v>42240</c:v>
                </c:pt>
                <c:pt idx="2516">
                  <c:v>42241</c:v>
                </c:pt>
                <c:pt idx="2517">
                  <c:v>42242</c:v>
                </c:pt>
                <c:pt idx="2518">
                  <c:v>42243</c:v>
                </c:pt>
                <c:pt idx="2519">
                  <c:v>42244</c:v>
                </c:pt>
                <c:pt idx="2520">
                  <c:v>42247</c:v>
                </c:pt>
                <c:pt idx="2521">
                  <c:v>42248</c:v>
                </c:pt>
                <c:pt idx="2522">
                  <c:v>42249</c:v>
                </c:pt>
                <c:pt idx="2523">
                  <c:v>42250</c:v>
                </c:pt>
                <c:pt idx="2524">
                  <c:v>42251</c:v>
                </c:pt>
                <c:pt idx="2525">
                  <c:v>42254</c:v>
                </c:pt>
                <c:pt idx="2526">
                  <c:v>42255</c:v>
                </c:pt>
                <c:pt idx="2527">
                  <c:v>42256</c:v>
                </c:pt>
                <c:pt idx="2528">
                  <c:v>42257</c:v>
                </c:pt>
                <c:pt idx="2529">
                  <c:v>42258</c:v>
                </c:pt>
                <c:pt idx="2530">
                  <c:v>42261</c:v>
                </c:pt>
                <c:pt idx="2531">
                  <c:v>42262</c:v>
                </c:pt>
                <c:pt idx="2532">
                  <c:v>42263</c:v>
                </c:pt>
                <c:pt idx="2533">
                  <c:v>42264</c:v>
                </c:pt>
                <c:pt idx="2534">
                  <c:v>42265</c:v>
                </c:pt>
                <c:pt idx="2535">
                  <c:v>42268</c:v>
                </c:pt>
                <c:pt idx="2536">
                  <c:v>42269</c:v>
                </c:pt>
                <c:pt idx="2537">
                  <c:v>42270</c:v>
                </c:pt>
                <c:pt idx="2538">
                  <c:v>42271</c:v>
                </c:pt>
                <c:pt idx="2539">
                  <c:v>42272</c:v>
                </c:pt>
                <c:pt idx="2540">
                  <c:v>42275</c:v>
                </c:pt>
                <c:pt idx="2541">
                  <c:v>42276</c:v>
                </c:pt>
                <c:pt idx="2542">
                  <c:v>42277</c:v>
                </c:pt>
                <c:pt idx="2543">
                  <c:v>42278</c:v>
                </c:pt>
                <c:pt idx="2544">
                  <c:v>42279</c:v>
                </c:pt>
                <c:pt idx="2545">
                  <c:v>42282</c:v>
                </c:pt>
                <c:pt idx="2546">
                  <c:v>42283</c:v>
                </c:pt>
                <c:pt idx="2547">
                  <c:v>42284</c:v>
                </c:pt>
                <c:pt idx="2548">
                  <c:v>42285</c:v>
                </c:pt>
                <c:pt idx="2549">
                  <c:v>42286</c:v>
                </c:pt>
                <c:pt idx="2550">
                  <c:v>42289</c:v>
                </c:pt>
                <c:pt idx="2551">
                  <c:v>42290</c:v>
                </c:pt>
                <c:pt idx="2552">
                  <c:v>42291</c:v>
                </c:pt>
                <c:pt idx="2553">
                  <c:v>42292</c:v>
                </c:pt>
                <c:pt idx="2554">
                  <c:v>42293</c:v>
                </c:pt>
                <c:pt idx="2555">
                  <c:v>42296</c:v>
                </c:pt>
                <c:pt idx="2556">
                  <c:v>42297</c:v>
                </c:pt>
                <c:pt idx="2557">
                  <c:v>42298</c:v>
                </c:pt>
                <c:pt idx="2558">
                  <c:v>42299</c:v>
                </c:pt>
                <c:pt idx="2559">
                  <c:v>42300</c:v>
                </c:pt>
                <c:pt idx="2560">
                  <c:v>42303</c:v>
                </c:pt>
                <c:pt idx="2561">
                  <c:v>42304</c:v>
                </c:pt>
                <c:pt idx="2562">
                  <c:v>42305</c:v>
                </c:pt>
                <c:pt idx="2563">
                  <c:v>42306</c:v>
                </c:pt>
                <c:pt idx="2564">
                  <c:v>42307</c:v>
                </c:pt>
                <c:pt idx="2565">
                  <c:v>42310</c:v>
                </c:pt>
                <c:pt idx="2566">
                  <c:v>42311</c:v>
                </c:pt>
                <c:pt idx="2567">
                  <c:v>42312</c:v>
                </c:pt>
                <c:pt idx="2568">
                  <c:v>42313</c:v>
                </c:pt>
                <c:pt idx="2569">
                  <c:v>42314</c:v>
                </c:pt>
                <c:pt idx="2570">
                  <c:v>42317</c:v>
                </c:pt>
                <c:pt idx="2571">
                  <c:v>42318</c:v>
                </c:pt>
                <c:pt idx="2572">
                  <c:v>42319</c:v>
                </c:pt>
                <c:pt idx="2573">
                  <c:v>42320</c:v>
                </c:pt>
                <c:pt idx="2574">
                  <c:v>42321</c:v>
                </c:pt>
                <c:pt idx="2575">
                  <c:v>42324</c:v>
                </c:pt>
                <c:pt idx="2576">
                  <c:v>42325</c:v>
                </c:pt>
                <c:pt idx="2577">
                  <c:v>42326</c:v>
                </c:pt>
                <c:pt idx="2578">
                  <c:v>42327</c:v>
                </c:pt>
                <c:pt idx="2579">
                  <c:v>42328</c:v>
                </c:pt>
                <c:pt idx="2580">
                  <c:v>42331</c:v>
                </c:pt>
                <c:pt idx="2581">
                  <c:v>42332</c:v>
                </c:pt>
                <c:pt idx="2582">
                  <c:v>42333</c:v>
                </c:pt>
                <c:pt idx="2583">
                  <c:v>42334</c:v>
                </c:pt>
                <c:pt idx="2584">
                  <c:v>42335</c:v>
                </c:pt>
                <c:pt idx="2585">
                  <c:v>42338</c:v>
                </c:pt>
                <c:pt idx="2586">
                  <c:v>42339</c:v>
                </c:pt>
                <c:pt idx="2587">
                  <c:v>42340</c:v>
                </c:pt>
                <c:pt idx="2588">
                  <c:v>42341</c:v>
                </c:pt>
                <c:pt idx="2589">
                  <c:v>42342</c:v>
                </c:pt>
                <c:pt idx="2590">
                  <c:v>42345</c:v>
                </c:pt>
                <c:pt idx="2591">
                  <c:v>42346</c:v>
                </c:pt>
                <c:pt idx="2592">
                  <c:v>42347</c:v>
                </c:pt>
                <c:pt idx="2593">
                  <c:v>42348</c:v>
                </c:pt>
                <c:pt idx="2594">
                  <c:v>42349</c:v>
                </c:pt>
                <c:pt idx="2595">
                  <c:v>42352</c:v>
                </c:pt>
                <c:pt idx="2596">
                  <c:v>42353</c:v>
                </c:pt>
                <c:pt idx="2597">
                  <c:v>42354</c:v>
                </c:pt>
                <c:pt idx="2598">
                  <c:v>42355</c:v>
                </c:pt>
                <c:pt idx="2599">
                  <c:v>42356</c:v>
                </c:pt>
                <c:pt idx="2600">
                  <c:v>42359</c:v>
                </c:pt>
                <c:pt idx="2601">
                  <c:v>42360</c:v>
                </c:pt>
                <c:pt idx="2602">
                  <c:v>42361</c:v>
                </c:pt>
                <c:pt idx="2603">
                  <c:v>42362</c:v>
                </c:pt>
                <c:pt idx="2604">
                  <c:v>42363</c:v>
                </c:pt>
                <c:pt idx="2605">
                  <c:v>42366</c:v>
                </c:pt>
                <c:pt idx="2606">
                  <c:v>42367</c:v>
                </c:pt>
                <c:pt idx="2607">
                  <c:v>42368</c:v>
                </c:pt>
                <c:pt idx="2608">
                  <c:v>42369</c:v>
                </c:pt>
                <c:pt idx="2609">
                  <c:v>42370</c:v>
                </c:pt>
                <c:pt idx="2610">
                  <c:v>42373</c:v>
                </c:pt>
                <c:pt idx="2611">
                  <c:v>42374</c:v>
                </c:pt>
                <c:pt idx="2612">
                  <c:v>42375</c:v>
                </c:pt>
                <c:pt idx="2613">
                  <c:v>42376</c:v>
                </c:pt>
                <c:pt idx="2614">
                  <c:v>42377</c:v>
                </c:pt>
                <c:pt idx="2615">
                  <c:v>42380</c:v>
                </c:pt>
                <c:pt idx="2616">
                  <c:v>42381</c:v>
                </c:pt>
                <c:pt idx="2617">
                  <c:v>42382</c:v>
                </c:pt>
                <c:pt idx="2618">
                  <c:v>42383</c:v>
                </c:pt>
                <c:pt idx="2619">
                  <c:v>42384</c:v>
                </c:pt>
                <c:pt idx="2620">
                  <c:v>42387</c:v>
                </c:pt>
                <c:pt idx="2621">
                  <c:v>42388</c:v>
                </c:pt>
                <c:pt idx="2622">
                  <c:v>42389</c:v>
                </c:pt>
                <c:pt idx="2623">
                  <c:v>42390</c:v>
                </c:pt>
                <c:pt idx="2624">
                  <c:v>42391</c:v>
                </c:pt>
                <c:pt idx="2625">
                  <c:v>42394</c:v>
                </c:pt>
                <c:pt idx="2626">
                  <c:v>42395</c:v>
                </c:pt>
                <c:pt idx="2627">
                  <c:v>42396</c:v>
                </c:pt>
                <c:pt idx="2628">
                  <c:v>42397</c:v>
                </c:pt>
                <c:pt idx="2629">
                  <c:v>42398</c:v>
                </c:pt>
                <c:pt idx="2630">
                  <c:v>42401</c:v>
                </c:pt>
                <c:pt idx="2631">
                  <c:v>42402</c:v>
                </c:pt>
                <c:pt idx="2632">
                  <c:v>42403</c:v>
                </c:pt>
                <c:pt idx="2633">
                  <c:v>42404</c:v>
                </c:pt>
                <c:pt idx="2634">
                  <c:v>42405</c:v>
                </c:pt>
                <c:pt idx="2635">
                  <c:v>42408</c:v>
                </c:pt>
                <c:pt idx="2636">
                  <c:v>42409</c:v>
                </c:pt>
                <c:pt idx="2637">
                  <c:v>42410</c:v>
                </c:pt>
                <c:pt idx="2638">
                  <c:v>42411</c:v>
                </c:pt>
                <c:pt idx="2639">
                  <c:v>42412</c:v>
                </c:pt>
                <c:pt idx="2640">
                  <c:v>42415</c:v>
                </c:pt>
                <c:pt idx="2641">
                  <c:v>42416</c:v>
                </c:pt>
                <c:pt idx="2642">
                  <c:v>42417</c:v>
                </c:pt>
                <c:pt idx="2643">
                  <c:v>42418</c:v>
                </c:pt>
                <c:pt idx="2644">
                  <c:v>42419</c:v>
                </c:pt>
                <c:pt idx="2645">
                  <c:v>42422</c:v>
                </c:pt>
                <c:pt idx="2646">
                  <c:v>42423</c:v>
                </c:pt>
                <c:pt idx="2647">
                  <c:v>42424</c:v>
                </c:pt>
                <c:pt idx="2648">
                  <c:v>42425</c:v>
                </c:pt>
                <c:pt idx="2649">
                  <c:v>42426</c:v>
                </c:pt>
                <c:pt idx="2650">
                  <c:v>42429</c:v>
                </c:pt>
                <c:pt idx="2651">
                  <c:v>42430</c:v>
                </c:pt>
                <c:pt idx="2652">
                  <c:v>42431</c:v>
                </c:pt>
                <c:pt idx="2653">
                  <c:v>42432</c:v>
                </c:pt>
                <c:pt idx="2654">
                  <c:v>42433</c:v>
                </c:pt>
                <c:pt idx="2655">
                  <c:v>42436</c:v>
                </c:pt>
                <c:pt idx="2656">
                  <c:v>42437</c:v>
                </c:pt>
                <c:pt idx="2657">
                  <c:v>42438</c:v>
                </c:pt>
                <c:pt idx="2658">
                  <c:v>42439</c:v>
                </c:pt>
                <c:pt idx="2659">
                  <c:v>42440</c:v>
                </c:pt>
                <c:pt idx="2660">
                  <c:v>42443</c:v>
                </c:pt>
                <c:pt idx="2661">
                  <c:v>42444</c:v>
                </c:pt>
                <c:pt idx="2662">
                  <c:v>42445</c:v>
                </c:pt>
                <c:pt idx="2663">
                  <c:v>42446</c:v>
                </c:pt>
                <c:pt idx="2664">
                  <c:v>42447</c:v>
                </c:pt>
                <c:pt idx="2665">
                  <c:v>42450</c:v>
                </c:pt>
                <c:pt idx="2666">
                  <c:v>42451</c:v>
                </c:pt>
                <c:pt idx="2667">
                  <c:v>42452</c:v>
                </c:pt>
                <c:pt idx="2668">
                  <c:v>42453</c:v>
                </c:pt>
                <c:pt idx="2669">
                  <c:v>42454</c:v>
                </c:pt>
                <c:pt idx="2670">
                  <c:v>42457</c:v>
                </c:pt>
                <c:pt idx="2671">
                  <c:v>42458</c:v>
                </c:pt>
                <c:pt idx="2672">
                  <c:v>42459</c:v>
                </c:pt>
                <c:pt idx="2673">
                  <c:v>42460</c:v>
                </c:pt>
                <c:pt idx="2674">
                  <c:v>42461</c:v>
                </c:pt>
                <c:pt idx="2675">
                  <c:v>42464</c:v>
                </c:pt>
                <c:pt idx="2676">
                  <c:v>42465</c:v>
                </c:pt>
                <c:pt idx="2677">
                  <c:v>42466</c:v>
                </c:pt>
                <c:pt idx="2678">
                  <c:v>42467</c:v>
                </c:pt>
                <c:pt idx="2679">
                  <c:v>42468</c:v>
                </c:pt>
                <c:pt idx="2680">
                  <c:v>42471</c:v>
                </c:pt>
                <c:pt idx="2681">
                  <c:v>42472</c:v>
                </c:pt>
                <c:pt idx="2682">
                  <c:v>42473</c:v>
                </c:pt>
                <c:pt idx="2683">
                  <c:v>42474</c:v>
                </c:pt>
                <c:pt idx="2684">
                  <c:v>42475</c:v>
                </c:pt>
                <c:pt idx="2685">
                  <c:v>42478</c:v>
                </c:pt>
                <c:pt idx="2686">
                  <c:v>42479</c:v>
                </c:pt>
                <c:pt idx="2687">
                  <c:v>42480</c:v>
                </c:pt>
                <c:pt idx="2688">
                  <c:v>42481</c:v>
                </c:pt>
                <c:pt idx="2689">
                  <c:v>42482</c:v>
                </c:pt>
                <c:pt idx="2690">
                  <c:v>42485</c:v>
                </c:pt>
                <c:pt idx="2691">
                  <c:v>42486</c:v>
                </c:pt>
                <c:pt idx="2692">
                  <c:v>42487</c:v>
                </c:pt>
                <c:pt idx="2693">
                  <c:v>42488</c:v>
                </c:pt>
                <c:pt idx="2694">
                  <c:v>42489</c:v>
                </c:pt>
                <c:pt idx="2695">
                  <c:v>42492</c:v>
                </c:pt>
                <c:pt idx="2696">
                  <c:v>42493</c:v>
                </c:pt>
                <c:pt idx="2697">
                  <c:v>42494</c:v>
                </c:pt>
                <c:pt idx="2698">
                  <c:v>42495</c:v>
                </c:pt>
                <c:pt idx="2699">
                  <c:v>42496</c:v>
                </c:pt>
                <c:pt idx="2700">
                  <c:v>42499</c:v>
                </c:pt>
                <c:pt idx="2701">
                  <c:v>42500</c:v>
                </c:pt>
                <c:pt idx="2702">
                  <c:v>42501</c:v>
                </c:pt>
                <c:pt idx="2703">
                  <c:v>42502</c:v>
                </c:pt>
                <c:pt idx="2704">
                  <c:v>42503</c:v>
                </c:pt>
                <c:pt idx="2705">
                  <c:v>42506</c:v>
                </c:pt>
                <c:pt idx="2706">
                  <c:v>42507</c:v>
                </c:pt>
                <c:pt idx="2707">
                  <c:v>42508</c:v>
                </c:pt>
                <c:pt idx="2708">
                  <c:v>42509</c:v>
                </c:pt>
                <c:pt idx="2709">
                  <c:v>42510</c:v>
                </c:pt>
                <c:pt idx="2710">
                  <c:v>42513</c:v>
                </c:pt>
                <c:pt idx="2711">
                  <c:v>42514</c:v>
                </c:pt>
                <c:pt idx="2712">
                  <c:v>42515</c:v>
                </c:pt>
                <c:pt idx="2713">
                  <c:v>42516</c:v>
                </c:pt>
                <c:pt idx="2714">
                  <c:v>42517</c:v>
                </c:pt>
                <c:pt idx="2715">
                  <c:v>42520</c:v>
                </c:pt>
                <c:pt idx="2716">
                  <c:v>42521</c:v>
                </c:pt>
                <c:pt idx="2717">
                  <c:v>42522</c:v>
                </c:pt>
                <c:pt idx="2718">
                  <c:v>42523</c:v>
                </c:pt>
                <c:pt idx="2719">
                  <c:v>42524</c:v>
                </c:pt>
                <c:pt idx="2720">
                  <c:v>42527</c:v>
                </c:pt>
                <c:pt idx="2721">
                  <c:v>42528</c:v>
                </c:pt>
                <c:pt idx="2722">
                  <c:v>42529</c:v>
                </c:pt>
                <c:pt idx="2723">
                  <c:v>42530</c:v>
                </c:pt>
                <c:pt idx="2724">
                  <c:v>42531</c:v>
                </c:pt>
                <c:pt idx="2725">
                  <c:v>42534</c:v>
                </c:pt>
                <c:pt idx="2726">
                  <c:v>42535</c:v>
                </c:pt>
                <c:pt idx="2727">
                  <c:v>42536</c:v>
                </c:pt>
                <c:pt idx="2728">
                  <c:v>42537</c:v>
                </c:pt>
                <c:pt idx="2729">
                  <c:v>42538</c:v>
                </c:pt>
                <c:pt idx="2730">
                  <c:v>42541</c:v>
                </c:pt>
                <c:pt idx="2731">
                  <c:v>42542</c:v>
                </c:pt>
                <c:pt idx="2732">
                  <c:v>42543</c:v>
                </c:pt>
                <c:pt idx="2733">
                  <c:v>42544</c:v>
                </c:pt>
                <c:pt idx="2734">
                  <c:v>42545</c:v>
                </c:pt>
                <c:pt idx="2735">
                  <c:v>42548</c:v>
                </c:pt>
                <c:pt idx="2736">
                  <c:v>42549</c:v>
                </c:pt>
                <c:pt idx="2737">
                  <c:v>42550</c:v>
                </c:pt>
                <c:pt idx="2738">
                  <c:v>42551</c:v>
                </c:pt>
                <c:pt idx="2739">
                  <c:v>42552</c:v>
                </c:pt>
                <c:pt idx="2740">
                  <c:v>42555</c:v>
                </c:pt>
                <c:pt idx="2741">
                  <c:v>42556</c:v>
                </c:pt>
                <c:pt idx="2742">
                  <c:v>42557</c:v>
                </c:pt>
                <c:pt idx="2743">
                  <c:v>42558</c:v>
                </c:pt>
                <c:pt idx="2744">
                  <c:v>42559</c:v>
                </c:pt>
                <c:pt idx="2745">
                  <c:v>42562</c:v>
                </c:pt>
                <c:pt idx="2746">
                  <c:v>42563</c:v>
                </c:pt>
                <c:pt idx="2747">
                  <c:v>42564</c:v>
                </c:pt>
                <c:pt idx="2748">
                  <c:v>42565</c:v>
                </c:pt>
                <c:pt idx="2749">
                  <c:v>42566</c:v>
                </c:pt>
                <c:pt idx="2750">
                  <c:v>42569</c:v>
                </c:pt>
                <c:pt idx="2751">
                  <c:v>42570</c:v>
                </c:pt>
                <c:pt idx="2752">
                  <c:v>42571</c:v>
                </c:pt>
                <c:pt idx="2753">
                  <c:v>42572</c:v>
                </c:pt>
                <c:pt idx="2754">
                  <c:v>42573</c:v>
                </c:pt>
                <c:pt idx="2755">
                  <c:v>42576</c:v>
                </c:pt>
                <c:pt idx="2756">
                  <c:v>42577</c:v>
                </c:pt>
                <c:pt idx="2757">
                  <c:v>42578</c:v>
                </c:pt>
                <c:pt idx="2758">
                  <c:v>42579</c:v>
                </c:pt>
                <c:pt idx="2759">
                  <c:v>42580</c:v>
                </c:pt>
                <c:pt idx="2760">
                  <c:v>42583</c:v>
                </c:pt>
                <c:pt idx="2761">
                  <c:v>42584</c:v>
                </c:pt>
                <c:pt idx="2762">
                  <c:v>42585</c:v>
                </c:pt>
                <c:pt idx="2763">
                  <c:v>42586</c:v>
                </c:pt>
                <c:pt idx="2764">
                  <c:v>42587</c:v>
                </c:pt>
                <c:pt idx="2765">
                  <c:v>42590</c:v>
                </c:pt>
                <c:pt idx="2766">
                  <c:v>42591</c:v>
                </c:pt>
                <c:pt idx="2767">
                  <c:v>42592</c:v>
                </c:pt>
                <c:pt idx="2768">
                  <c:v>42593</c:v>
                </c:pt>
                <c:pt idx="2769">
                  <c:v>42594</c:v>
                </c:pt>
                <c:pt idx="2770">
                  <c:v>42597</c:v>
                </c:pt>
                <c:pt idx="2771">
                  <c:v>42598</c:v>
                </c:pt>
                <c:pt idx="2772">
                  <c:v>42599</c:v>
                </c:pt>
                <c:pt idx="2773">
                  <c:v>42600</c:v>
                </c:pt>
                <c:pt idx="2774">
                  <c:v>42601</c:v>
                </c:pt>
                <c:pt idx="2775">
                  <c:v>42604</c:v>
                </c:pt>
                <c:pt idx="2776">
                  <c:v>42605</c:v>
                </c:pt>
                <c:pt idx="2777">
                  <c:v>42606</c:v>
                </c:pt>
                <c:pt idx="2778">
                  <c:v>42607</c:v>
                </c:pt>
                <c:pt idx="2779">
                  <c:v>42608</c:v>
                </c:pt>
                <c:pt idx="2780">
                  <c:v>42611</c:v>
                </c:pt>
                <c:pt idx="2781">
                  <c:v>42612</c:v>
                </c:pt>
                <c:pt idx="2782">
                  <c:v>42613</c:v>
                </c:pt>
                <c:pt idx="2783">
                  <c:v>42614</c:v>
                </c:pt>
                <c:pt idx="2784">
                  <c:v>42615</c:v>
                </c:pt>
                <c:pt idx="2785">
                  <c:v>42618</c:v>
                </c:pt>
                <c:pt idx="2786">
                  <c:v>42619</c:v>
                </c:pt>
                <c:pt idx="2787">
                  <c:v>42620</c:v>
                </c:pt>
                <c:pt idx="2788">
                  <c:v>42621</c:v>
                </c:pt>
                <c:pt idx="2789">
                  <c:v>42622</c:v>
                </c:pt>
                <c:pt idx="2790">
                  <c:v>42625</c:v>
                </c:pt>
                <c:pt idx="2791">
                  <c:v>42626</c:v>
                </c:pt>
                <c:pt idx="2792">
                  <c:v>42627</c:v>
                </c:pt>
                <c:pt idx="2793">
                  <c:v>42628</c:v>
                </c:pt>
                <c:pt idx="2794">
                  <c:v>42629</c:v>
                </c:pt>
                <c:pt idx="2795">
                  <c:v>42632</c:v>
                </c:pt>
                <c:pt idx="2796">
                  <c:v>42633</c:v>
                </c:pt>
                <c:pt idx="2797">
                  <c:v>42634</c:v>
                </c:pt>
                <c:pt idx="2798">
                  <c:v>42635</c:v>
                </c:pt>
                <c:pt idx="2799">
                  <c:v>42636</c:v>
                </c:pt>
                <c:pt idx="2800">
                  <c:v>42639</c:v>
                </c:pt>
                <c:pt idx="2801">
                  <c:v>42640</c:v>
                </c:pt>
                <c:pt idx="2802">
                  <c:v>42641</c:v>
                </c:pt>
                <c:pt idx="2803">
                  <c:v>42642</c:v>
                </c:pt>
                <c:pt idx="2804">
                  <c:v>42643</c:v>
                </c:pt>
                <c:pt idx="2805">
                  <c:v>42646</c:v>
                </c:pt>
                <c:pt idx="2806">
                  <c:v>42647</c:v>
                </c:pt>
                <c:pt idx="2807">
                  <c:v>42648</c:v>
                </c:pt>
                <c:pt idx="2808">
                  <c:v>42649</c:v>
                </c:pt>
                <c:pt idx="2809">
                  <c:v>42650</c:v>
                </c:pt>
                <c:pt idx="2810">
                  <c:v>42653</c:v>
                </c:pt>
                <c:pt idx="2811">
                  <c:v>42654</c:v>
                </c:pt>
                <c:pt idx="2812">
                  <c:v>42655</c:v>
                </c:pt>
                <c:pt idx="2813">
                  <c:v>42656</c:v>
                </c:pt>
                <c:pt idx="2814">
                  <c:v>42657</c:v>
                </c:pt>
                <c:pt idx="2815">
                  <c:v>42660</c:v>
                </c:pt>
                <c:pt idx="2816">
                  <c:v>42661</c:v>
                </c:pt>
                <c:pt idx="2817">
                  <c:v>42662</c:v>
                </c:pt>
                <c:pt idx="2818">
                  <c:v>42663</c:v>
                </c:pt>
                <c:pt idx="2819">
                  <c:v>42664</c:v>
                </c:pt>
                <c:pt idx="2820">
                  <c:v>42667</c:v>
                </c:pt>
                <c:pt idx="2821">
                  <c:v>42668</c:v>
                </c:pt>
                <c:pt idx="2822">
                  <c:v>42669</c:v>
                </c:pt>
                <c:pt idx="2823">
                  <c:v>42670</c:v>
                </c:pt>
                <c:pt idx="2824">
                  <c:v>42671</c:v>
                </c:pt>
                <c:pt idx="2825">
                  <c:v>42674</c:v>
                </c:pt>
                <c:pt idx="2826">
                  <c:v>42675</c:v>
                </c:pt>
                <c:pt idx="2827">
                  <c:v>42676</c:v>
                </c:pt>
                <c:pt idx="2828">
                  <c:v>42677</c:v>
                </c:pt>
                <c:pt idx="2829">
                  <c:v>42678</c:v>
                </c:pt>
                <c:pt idx="2830">
                  <c:v>42681</c:v>
                </c:pt>
                <c:pt idx="2831">
                  <c:v>42682</c:v>
                </c:pt>
                <c:pt idx="2832">
                  <c:v>42683</c:v>
                </c:pt>
                <c:pt idx="2833">
                  <c:v>42684</c:v>
                </c:pt>
                <c:pt idx="2834">
                  <c:v>42685</c:v>
                </c:pt>
                <c:pt idx="2835">
                  <c:v>42688</c:v>
                </c:pt>
                <c:pt idx="2836">
                  <c:v>42689</c:v>
                </c:pt>
                <c:pt idx="2837">
                  <c:v>42690</c:v>
                </c:pt>
                <c:pt idx="2838">
                  <c:v>42691</c:v>
                </c:pt>
                <c:pt idx="2839">
                  <c:v>42692</c:v>
                </c:pt>
                <c:pt idx="2840">
                  <c:v>42695</c:v>
                </c:pt>
                <c:pt idx="2841">
                  <c:v>42696</c:v>
                </c:pt>
                <c:pt idx="2842">
                  <c:v>42697</c:v>
                </c:pt>
                <c:pt idx="2843">
                  <c:v>42698</c:v>
                </c:pt>
                <c:pt idx="2844">
                  <c:v>42699</c:v>
                </c:pt>
                <c:pt idx="2845">
                  <c:v>42702</c:v>
                </c:pt>
                <c:pt idx="2846">
                  <c:v>42703</c:v>
                </c:pt>
                <c:pt idx="2847">
                  <c:v>42704</c:v>
                </c:pt>
                <c:pt idx="2848">
                  <c:v>42705</c:v>
                </c:pt>
                <c:pt idx="2849">
                  <c:v>42706</c:v>
                </c:pt>
                <c:pt idx="2850">
                  <c:v>42709</c:v>
                </c:pt>
                <c:pt idx="2851">
                  <c:v>42710</c:v>
                </c:pt>
                <c:pt idx="2852">
                  <c:v>42711</c:v>
                </c:pt>
                <c:pt idx="2853">
                  <c:v>42712</c:v>
                </c:pt>
                <c:pt idx="2854">
                  <c:v>42713</c:v>
                </c:pt>
                <c:pt idx="2855">
                  <c:v>42716</c:v>
                </c:pt>
                <c:pt idx="2856">
                  <c:v>42717</c:v>
                </c:pt>
                <c:pt idx="2857">
                  <c:v>42718</c:v>
                </c:pt>
                <c:pt idx="2858">
                  <c:v>42719</c:v>
                </c:pt>
                <c:pt idx="2859">
                  <c:v>42720</c:v>
                </c:pt>
                <c:pt idx="2860">
                  <c:v>42723</c:v>
                </c:pt>
                <c:pt idx="2861">
                  <c:v>42724</c:v>
                </c:pt>
                <c:pt idx="2862">
                  <c:v>42725</c:v>
                </c:pt>
                <c:pt idx="2863">
                  <c:v>42726</c:v>
                </c:pt>
                <c:pt idx="2864">
                  <c:v>42727</c:v>
                </c:pt>
                <c:pt idx="2865">
                  <c:v>42730</c:v>
                </c:pt>
                <c:pt idx="2866">
                  <c:v>42731</c:v>
                </c:pt>
                <c:pt idx="2867">
                  <c:v>42732</c:v>
                </c:pt>
                <c:pt idx="2868">
                  <c:v>42733</c:v>
                </c:pt>
                <c:pt idx="2869">
                  <c:v>42734</c:v>
                </c:pt>
                <c:pt idx="2870">
                  <c:v>42737</c:v>
                </c:pt>
                <c:pt idx="2871">
                  <c:v>42738</c:v>
                </c:pt>
                <c:pt idx="2872">
                  <c:v>42739</c:v>
                </c:pt>
                <c:pt idx="2873">
                  <c:v>42740</c:v>
                </c:pt>
                <c:pt idx="2874">
                  <c:v>42741</c:v>
                </c:pt>
                <c:pt idx="2875">
                  <c:v>42744</c:v>
                </c:pt>
                <c:pt idx="2876">
                  <c:v>42745</c:v>
                </c:pt>
                <c:pt idx="2877">
                  <c:v>42746</c:v>
                </c:pt>
                <c:pt idx="2878">
                  <c:v>42747</c:v>
                </c:pt>
                <c:pt idx="2879">
                  <c:v>42748</c:v>
                </c:pt>
                <c:pt idx="2880">
                  <c:v>42751</c:v>
                </c:pt>
                <c:pt idx="2881">
                  <c:v>42752</c:v>
                </c:pt>
                <c:pt idx="2882">
                  <c:v>42753</c:v>
                </c:pt>
                <c:pt idx="2883">
                  <c:v>42754</c:v>
                </c:pt>
                <c:pt idx="2884">
                  <c:v>42755</c:v>
                </c:pt>
                <c:pt idx="2885">
                  <c:v>42758</c:v>
                </c:pt>
                <c:pt idx="2886">
                  <c:v>42759</c:v>
                </c:pt>
                <c:pt idx="2887">
                  <c:v>42760</c:v>
                </c:pt>
                <c:pt idx="2888">
                  <c:v>42761</c:v>
                </c:pt>
                <c:pt idx="2889">
                  <c:v>42762</c:v>
                </c:pt>
                <c:pt idx="2890">
                  <c:v>42765</c:v>
                </c:pt>
                <c:pt idx="2891">
                  <c:v>42766</c:v>
                </c:pt>
                <c:pt idx="2892">
                  <c:v>42767</c:v>
                </c:pt>
                <c:pt idx="2893">
                  <c:v>42768</c:v>
                </c:pt>
                <c:pt idx="2894">
                  <c:v>42769</c:v>
                </c:pt>
                <c:pt idx="2895">
                  <c:v>42772</c:v>
                </c:pt>
                <c:pt idx="2896">
                  <c:v>42773</c:v>
                </c:pt>
                <c:pt idx="2897">
                  <c:v>42774</c:v>
                </c:pt>
                <c:pt idx="2898">
                  <c:v>42775</c:v>
                </c:pt>
                <c:pt idx="2899">
                  <c:v>42776</c:v>
                </c:pt>
                <c:pt idx="2900">
                  <c:v>42779</c:v>
                </c:pt>
                <c:pt idx="2901">
                  <c:v>42780</c:v>
                </c:pt>
                <c:pt idx="2902">
                  <c:v>42781</c:v>
                </c:pt>
                <c:pt idx="2903">
                  <c:v>42782</c:v>
                </c:pt>
                <c:pt idx="2904">
                  <c:v>42783</c:v>
                </c:pt>
                <c:pt idx="2905">
                  <c:v>42786</c:v>
                </c:pt>
                <c:pt idx="2906">
                  <c:v>42787</c:v>
                </c:pt>
                <c:pt idx="2907">
                  <c:v>42788</c:v>
                </c:pt>
                <c:pt idx="2908">
                  <c:v>42789</c:v>
                </c:pt>
                <c:pt idx="2909">
                  <c:v>42790</c:v>
                </c:pt>
                <c:pt idx="2910">
                  <c:v>42793</c:v>
                </c:pt>
                <c:pt idx="2911">
                  <c:v>42794</c:v>
                </c:pt>
                <c:pt idx="2912">
                  <c:v>42795</c:v>
                </c:pt>
                <c:pt idx="2913">
                  <c:v>42796</c:v>
                </c:pt>
                <c:pt idx="2914">
                  <c:v>42797</c:v>
                </c:pt>
                <c:pt idx="2915">
                  <c:v>42800</c:v>
                </c:pt>
                <c:pt idx="2916">
                  <c:v>42801</c:v>
                </c:pt>
                <c:pt idx="2917">
                  <c:v>42802</c:v>
                </c:pt>
                <c:pt idx="2918">
                  <c:v>42803</c:v>
                </c:pt>
                <c:pt idx="2919">
                  <c:v>42804</c:v>
                </c:pt>
                <c:pt idx="2920">
                  <c:v>42807</c:v>
                </c:pt>
                <c:pt idx="2921">
                  <c:v>42808</c:v>
                </c:pt>
                <c:pt idx="2922">
                  <c:v>42809</c:v>
                </c:pt>
                <c:pt idx="2923">
                  <c:v>42810</c:v>
                </c:pt>
                <c:pt idx="2924">
                  <c:v>42811</c:v>
                </c:pt>
                <c:pt idx="2925">
                  <c:v>42814</c:v>
                </c:pt>
                <c:pt idx="2926">
                  <c:v>42815</c:v>
                </c:pt>
                <c:pt idx="2927">
                  <c:v>42816</c:v>
                </c:pt>
                <c:pt idx="2928">
                  <c:v>42817</c:v>
                </c:pt>
                <c:pt idx="2929">
                  <c:v>42818</c:v>
                </c:pt>
                <c:pt idx="2930">
                  <c:v>42821</c:v>
                </c:pt>
                <c:pt idx="2931">
                  <c:v>42822</c:v>
                </c:pt>
                <c:pt idx="2932">
                  <c:v>42823</c:v>
                </c:pt>
                <c:pt idx="2933">
                  <c:v>42824</c:v>
                </c:pt>
                <c:pt idx="2934">
                  <c:v>42825</c:v>
                </c:pt>
                <c:pt idx="2935">
                  <c:v>42828</c:v>
                </c:pt>
                <c:pt idx="2936">
                  <c:v>42829</c:v>
                </c:pt>
                <c:pt idx="2937">
                  <c:v>42830</c:v>
                </c:pt>
                <c:pt idx="2938">
                  <c:v>42831</c:v>
                </c:pt>
                <c:pt idx="2939">
                  <c:v>42832</c:v>
                </c:pt>
                <c:pt idx="2940">
                  <c:v>42835</c:v>
                </c:pt>
                <c:pt idx="2941">
                  <c:v>42836</c:v>
                </c:pt>
                <c:pt idx="2942">
                  <c:v>42837</c:v>
                </c:pt>
                <c:pt idx="2943">
                  <c:v>42838</c:v>
                </c:pt>
                <c:pt idx="2944">
                  <c:v>42839</c:v>
                </c:pt>
                <c:pt idx="2945">
                  <c:v>42842</c:v>
                </c:pt>
                <c:pt idx="2946">
                  <c:v>42843</c:v>
                </c:pt>
                <c:pt idx="2947">
                  <c:v>42844</c:v>
                </c:pt>
                <c:pt idx="2948">
                  <c:v>42845</c:v>
                </c:pt>
                <c:pt idx="2949">
                  <c:v>42846</c:v>
                </c:pt>
                <c:pt idx="2950">
                  <c:v>42849</c:v>
                </c:pt>
                <c:pt idx="2951">
                  <c:v>42850</c:v>
                </c:pt>
                <c:pt idx="2952">
                  <c:v>42851</c:v>
                </c:pt>
                <c:pt idx="2953">
                  <c:v>42852</c:v>
                </c:pt>
                <c:pt idx="2954">
                  <c:v>42853</c:v>
                </c:pt>
                <c:pt idx="2955">
                  <c:v>42856</c:v>
                </c:pt>
                <c:pt idx="2956">
                  <c:v>42857</c:v>
                </c:pt>
                <c:pt idx="2957">
                  <c:v>42858</c:v>
                </c:pt>
                <c:pt idx="2958">
                  <c:v>42859</c:v>
                </c:pt>
                <c:pt idx="2959">
                  <c:v>42860</c:v>
                </c:pt>
                <c:pt idx="2960">
                  <c:v>42863</c:v>
                </c:pt>
                <c:pt idx="2961">
                  <c:v>42864</c:v>
                </c:pt>
                <c:pt idx="2962">
                  <c:v>42865</c:v>
                </c:pt>
                <c:pt idx="2963">
                  <c:v>42866</c:v>
                </c:pt>
                <c:pt idx="2964">
                  <c:v>42867</c:v>
                </c:pt>
                <c:pt idx="2965">
                  <c:v>42870</c:v>
                </c:pt>
                <c:pt idx="2966">
                  <c:v>42871</c:v>
                </c:pt>
                <c:pt idx="2967">
                  <c:v>42872</c:v>
                </c:pt>
                <c:pt idx="2968">
                  <c:v>42873</c:v>
                </c:pt>
                <c:pt idx="2969">
                  <c:v>42874</c:v>
                </c:pt>
                <c:pt idx="2970">
                  <c:v>42877</c:v>
                </c:pt>
                <c:pt idx="2971">
                  <c:v>42878</c:v>
                </c:pt>
                <c:pt idx="2972">
                  <c:v>42879</c:v>
                </c:pt>
                <c:pt idx="2973">
                  <c:v>42880</c:v>
                </c:pt>
                <c:pt idx="2974">
                  <c:v>42881</c:v>
                </c:pt>
                <c:pt idx="2975">
                  <c:v>42884</c:v>
                </c:pt>
                <c:pt idx="2976">
                  <c:v>42885</c:v>
                </c:pt>
                <c:pt idx="2977">
                  <c:v>42886</c:v>
                </c:pt>
                <c:pt idx="2978">
                  <c:v>42887</c:v>
                </c:pt>
                <c:pt idx="2979">
                  <c:v>42888</c:v>
                </c:pt>
                <c:pt idx="2980">
                  <c:v>42891</c:v>
                </c:pt>
                <c:pt idx="2981">
                  <c:v>42892</c:v>
                </c:pt>
                <c:pt idx="2982">
                  <c:v>42893</c:v>
                </c:pt>
                <c:pt idx="2983">
                  <c:v>42894</c:v>
                </c:pt>
                <c:pt idx="2984">
                  <c:v>42895</c:v>
                </c:pt>
                <c:pt idx="2985">
                  <c:v>42898</c:v>
                </c:pt>
                <c:pt idx="2986">
                  <c:v>42899</c:v>
                </c:pt>
                <c:pt idx="2987">
                  <c:v>42900</c:v>
                </c:pt>
                <c:pt idx="2988">
                  <c:v>42901</c:v>
                </c:pt>
                <c:pt idx="2989">
                  <c:v>42902</c:v>
                </c:pt>
                <c:pt idx="2990">
                  <c:v>42905</c:v>
                </c:pt>
                <c:pt idx="2991">
                  <c:v>42906</c:v>
                </c:pt>
                <c:pt idx="2992">
                  <c:v>42907</c:v>
                </c:pt>
                <c:pt idx="2993">
                  <c:v>42908</c:v>
                </c:pt>
                <c:pt idx="2994">
                  <c:v>42909</c:v>
                </c:pt>
                <c:pt idx="2995">
                  <c:v>42912</c:v>
                </c:pt>
                <c:pt idx="2996">
                  <c:v>42913</c:v>
                </c:pt>
                <c:pt idx="2997">
                  <c:v>42914</c:v>
                </c:pt>
                <c:pt idx="2998">
                  <c:v>42915</c:v>
                </c:pt>
                <c:pt idx="2999">
                  <c:v>42916</c:v>
                </c:pt>
                <c:pt idx="3000">
                  <c:v>42919</c:v>
                </c:pt>
                <c:pt idx="3001">
                  <c:v>42920</c:v>
                </c:pt>
                <c:pt idx="3002">
                  <c:v>42921</c:v>
                </c:pt>
                <c:pt idx="3003">
                  <c:v>42922</c:v>
                </c:pt>
                <c:pt idx="3004">
                  <c:v>42923</c:v>
                </c:pt>
                <c:pt idx="3005">
                  <c:v>42926</c:v>
                </c:pt>
                <c:pt idx="3006">
                  <c:v>42927</c:v>
                </c:pt>
                <c:pt idx="3007">
                  <c:v>42928</c:v>
                </c:pt>
                <c:pt idx="3008">
                  <c:v>42929</c:v>
                </c:pt>
                <c:pt idx="3009">
                  <c:v>42930</c:v>
                </c:pt>
                <c:pt idx="3010">
                  <c:v>42933</c:v>
                </c:pt>
                <c:pt idx="3011">
                  <c:v>42934</c:v>
                </c:pt>
                <c:pt idx="3012">
                  <c:v>42935</c:v>
                </c:pt>
                <c:pt idx="3013">
                  <c:v>42936</c:v>
                </c:pt>
                <c:pt idx="3014">
                  <c:v>42937</c:v>
                </c:pt>
                <c:pt idx="3015">
                  <c:v>42940</c:v>
                </c:pt>
                <c:pt idx="3016">
                  <c:v>42941</c:v>
                </c:pt>
                <c:pt idx="3017">
                  <c:v>42942</c:v>
                </c:pt>
                <c:pt idx="3018">
                  <c:v>42943</c:v>
                </c:pt>
                <c:pt idx="3019">
                  <c:v>42944</c:v>
                </c:pt>
                <c:pt idx="3020">
                  <c:v>42947</c:v>
                </c:pt>
                <c:pt idx="3021">
                  <c:v>42948</c:v>
                </c:pt>
                <c:pt idx="3022">
                  <c:v>42949</c:v>
                </c:pt>
                <c:pt idx="3023">
                  <c:v>42950</c:v>
                </c:pt>
                <c:pt idx="3024">
                  <c:v>42951</c:v>
                </c:pt>
                <c:pt idx="3025">
                  <c:v>42954</c:v>
                </c:pt>
                <c:pt idx="3026">
                  <c:v>42955</c:v>
                </c:pt>
                <c:pt idx="3027">
                  <c:v>42956</c:v>
                </c:pt>
                <c:pt idx="3028">
                  <c:v>42957</c:v>
                </c:pt>
                <c:pt idx="3029">
                  <c:v>42958</c:v>
                </c:pt>
                <c:pt idx="3030">
                  <c:v>42961</c:v>
                </c:pt>
                <c:pt idx="3031">
                  <c:v>42962</c:v>
                </c:pt>
                <c:pt idx="3032">
                  <c:v>42963</c:v>
                </c:pt>
                <c:pt idx="3033">
                  <c:v>42964</c:v>
                </c:pt>
                <c:pt idx="3034">
                  <c:v>42965</c:v>
                </c:pt>
                <c:pt idx="3035">
                  <c:v>42968</c:v>
                </c:pt>
                <c:pt idx="3036">
                  <c:v>42969</c:v>
                </c:pt>
                <c:pt idx="3037">
                  <c:v>42970</c:v>
                </c:pt>
                <c:pt idx="3038">
                  <c:v>42971</c:v>
                </c:pt>
                <c:pt idx="3039">
                  <c:v>42972</c:v>
                </c:pt>
                <c:pt idx="3040">
                  <c:v>42975</c:v>
                </c:pt>
                <c:pt idx="3041">
                  <c:v>42976</c:v>
                </c:pt>
                <c:pt idx="3042">
                  <c:v>42977</c:v>
                </c:pt>
                <c:pt idx="3043">
                  <c:v>42978</c:v>
                </c:pt>
                <c:pt idx="3044">
                  <c:v>42979</c:v>
                </c:pt>
                <c:pt idx="3045">
                  <c:v>42982</c:v>
                </c:pt>
                <c:pt idx="3046">
                  <c:v>42983</c:v>
                </c:pt>
                <c:pt idx="3047">
                  <c:v>42984</c:v>
                </c:pt>
                <c:pt idx="3048">
                  <c:v>42985</c:v>
                </c:pt>
                <c:pt idx="3049">
                  <c:v>42986</c:v>
                </c:pt>
                <c:pt idx="3050">
                  <c:v>42989</c:v>
                </c:pt>
                <c:pt idx="3051">
                  <c:v>42990</c:v>
                </c:pt>
                <c:pt idx="3052">
                  <c:v>42991</c:v>
                </c:pt>
                <c:pt idx="3053">
                  <c:v>42992</c:v>
                </c:pt>
                <c:pt idx="3054">
                  <c:v>42993</c:v>
                </c:pt>
                <c:pt idx="3055">
                  <c:v>42996</c:v>
                </c:pt>
                <c:pt idx="3056">
                  <c:v>42997</c:v>
                </c:pt>
                <c:pt idx="3057">
                  <c:v>42998</c:v>
                </c:pt>
                <c:pt idx="3058">
                  <c:v>42999</c:v>
                </c:pt>
                <c:pt idx="3059">
                  <c:v>43000</c:v>
                </c:pt>
                <c:pt idx="3060">
                  <c:v>43003</c:v>
                </c:pt>
                <c:pt idx="3061">
                  <c:v>43004</c:v>
                </c:pt>
                <c:pt idx="3062">
                  <c:v>43005</c:v>
                </c:pt>
                <c:pt idx="3063">
                  <c:v>43006</c:v>
                </c:pt>
                <c:pt idx="3064">
                  <c:v>43007</c:v>
                </c:pt>
                <c:pt idx="3065">
                  <c:v>43010</c:v>
                </c:pt>
                <c:pt idx="3066">
                  <c:v>43011</c:v>
                </c:pt>
                <c:pt idx="3067">
                  <c:v>43012</c:v>
                </c:pt>
                <c:pt idx="3068">
                  <c:v>43013</c:v>
                </c:pt>
                <c:pt idx="3069">
                  <c:v>43014</c:v>
                </c:pt>
                <c:pt idx="3070">
                  <c:v>43017</c:v>
                </c:pt>
                <c:pt idx="3071">
                  <c:v>43018</c:v>
                </c:pt>
                <c:pt idx="3072">
                  <c:v>43019</c:v>
                </c:pt>
                <c:pt idx="3073">
                  <c:v>43020</c:v>
                </c:pt>
                <c:pt idx="3074">
                  <c:v>43021</c:v>
                </c:pt>
                <c:pt idx="3075">
                  <c:v>43024</c:v>
                </c:pt>
                <c:pt idx="3076">
                  <c:v>43025</c:v>
                </c:pt>
                <c:pt idx="3077">
                  <c:v>43026</c:v>
                </c:pt>
                <c:pt idx="3078">
                  <c:v>43027</c:v>
                </c:pt>
                <c:pt idx="3079">
                  <c:v>43028</c:v>
                </c:pt>
                <c:pt idx="3080">
                  <c:v>43031</c:v>
                </c:pt>
                <c:pt idx="3081">
                  <c:v>43032</c:v>
                </c:pt>
                <c:pt idx="3082">
                  <c:v>43033</c:v>
                </c:pt>
                <c:pt idx="3083">
                  <c:v>43034</c:v>
                </c:pt>
                <c:pt idx="3084">
                  <c:v>43035</c:v>
                </c:pt>
                <c:pt idx="3085">
                  <c:v>43038</c:v>
                </c:pt>
                <c:pt idx="3086">
                  <c:v>43039</c:v>
                </c:pt>
                <c:pt idx="3087">
                  <c:v>43040</c:v>
                </c:pt>
                <c:pt idx="3088">
                  <c:v>43041</c:v>
                </c:pt>
                <c:pt idx="3089">
                  <c:v>43042</c:v>
                </c:pt>
                <c:pt idx="3090">
                  <c:v>43045</c:v>
                </c:pt>
                <c:pt idx="3091">
                  <c:v>43046</c:v>
                </c:pt>
                <c:pt idx="3092">
                  <c:v>43047</c:v>
                </c:pt>
                <c:pt idx="3093">
                  <c:v>43048</c:v>
                </c:pt>
                <c:pt idx="3094">
                  <c:v>43049</c:v>
                </c:pt>
                <c:pt idx="3095">
                  <c:v>43052</c:v>
                </c:pt>
                <c:pt idx="3096">
                  <c:v>43053</c:v>
                </c:pt>
                <c:pt idx="3097">
                  <c:v>43054</c:v>
                </c:pt>
                <c:pt idx="3098">
                  <c:v>43055</c:v>
                </c:pt>
                <c:pt idx="3099">
                  <c:v>43056</c:v>
                </c:pt>
                <c:pt idx="3100">
                  <c:v>43059</c:v>
                </c:pt>
                <c:pt idx="3101">
                  <c:v>43060</c:v>
                </c:pt>
                <c:pt idx="3102">
                  <c:v>43061</c:v>
                </c:pt>
                <c:pt idx="3103">
                  <c:v>43062</c:v>
                </c:pt>
                <c:pt idx="3104">
                  <c:v>43063</c:v>
                </c:pt>
                <c:pt idx="3105">
                  <c:v>43066</c:v>
                </c:pt>
                <c:pt idx="3106">
                  <c:v>43067</c:v>
                </c:pt>
                <c:pt idx="3107">
                  <c:v>43068</c:v>
                </c:pt>
                <c:pt idx="3108">
                  <c:v>43069</c:v>
                </c:pt>
                <c:pt idx="3109">
                  <c:v>43070</c:v>
                </c:pt>
                <c:pt idx="3110">
                  <c:v>43073</c:v>
                </c:pt>
                <c:pt idx="3111">
                  <c:v>43074</c:v>
                </c:pt>
                <c:pt idx="3112">
                  <c:v>43075</c:v>
                </c:pt>
                <c:pt idx="3113">
                  <c:v>43076</c:v>
                </c:pt>
                <c:pt idx="3114">
                  <c:v>43077</c:v>
                </c:pt>
                <c:pt idx="3115">
                  <c:v>43080</c:v>
                </c:pt>
                <c:pt idx="3116">
                  <c:v>43081</c:v>
                </c:pt>
                <c:pt idx="3117">
                  <c:v>43082</c:v>
                </c:pt>
                <c:pt idx="3118">
                  <c:v>43083</c:v>
                </c:pt>
                <c:pt idx="3119">
                  <c:v>43084</c:v>
                </c:pt>
                <c:pt idx="3120">
                  <c:v>43087</c:v>
                </c:pt>
                <c:pt idx="3121">
                  <c:v>43088</c:v>
                </c:pt>
                <c:pt idx="3122">
                  <c:v>43089</c:v>
                </c:pt>
                <c:pt idx="3123">
                  <c:v>43090</c:v>
                </c:pt>
                <c:pt idx="3124">
                  <c:v>43091</c:v>
                </c:pt>
                <c:pt idx="3125">
                  <c:v>43094</c:v>
                </c:pt>
                <c:pt idx="3126">
                  <c:v>43095</c:v>
                </c:pt>
                <c:pt idx="3127">
                  <c:v>43096</c:v>
                </c:pt>
                <c:pt idx="3128">
                  <c:v>43097</c:v>
                </c:pt>
                <c:pt idx="3129">
                  <c:v>43098</c:v>
                </c:pt>
                <c:pt idx="3130">
                  <c:v>43101</c:v>
                </c:pt>
                <c:pt idx="3131">
                  <c:v>43102</c:v>
                </c:pt>
                <c:pt idx="3132">
                  <c:v>43103</c:v>
                </c:pt>
                <c:pt idx="3133">
                  <c:v>43104</c:v>
                </c:pt>
                <c:pt idx="3134">
                  <c:v>43105</c:v>
                </c:pt>
                <c:pt idx="3135">
                  <c:v>43108</c:v>
                </c:pt>
                <c:pt idx="3136">
                  <c:v>43109</c:v>
                </c:pt>
                <c:pt idx="3137">
                  <c:v>43110</c:v>
                </c:pt>
                <c:pt idx="3138">
                  <c:v>43111</c:v>
                </c:pt>
                <c:pt idx="3139">
                  <c:v>43112</c:v>
                </c:pt>
                <c:pt idx="3140">
                  <c:v>43115</c:v>
                </c:pt>
                <c:pt idx="3141">
                  <c:v>43116</c:v>
                </c:pt>
                <c:pt idx="3142">
                  <c:v>43117</c:v>
                </c:pt>
                <c:pt idx="3143">
                  <c:v>43118</c:v>
                </c:pt>
                <c:pt idx="3144">
                  <c:v>43119</c:v>
                </c:pt>
                <c:pt idx="3145">
                  <c:v>43122</c:v>
                </c:pt>
                <c:pt idx="3146">
                  <c:v>43123</c:v>
                </c:pt>
                <c:pt idx="3147">
                  <c:v>43124</c:v>
                </c:pt>
                <c:pt idx="3148">
                  <c:v>43125</c:v>
                </c:pt>
                <c:pt idx="3149">
                  <c:v>43126</c:v>
                </c:pt>
                <c:pt idx="3150">
                  <c:v>43129</c:v>
                </c:pt>
                <c:pt idx="3151">
                  <c:v>43130</c:v>
                </c:pt>
                <c:pt idx="3152">
                  <c:v>43131</c:v>
                </c:pt>
                <c:pt idx="3153">
                  <c:v>43132</c:v>
                </c:pt>
                <c:pt idx="3154">
                  <c:v>43133</c:v>
                </c:pt>
                <c:pt idx="3155">
                  <c:v>43136</c:v>
                </c:pt>
                <c:pt idx="3156">
                  <c:v>43137</c:v>
                </c:pt>
                <c:pt idx="3157">
                  <c:v>43138</c:v>
                </c:pt>
                <c:pt idx="3158">
                  <c:v>43139</c:v>
                </c:pt>
                <c:pt idx="3159">
                  <c:v>43140</c:v>
                </c:pt>
                <c:pt idx="3160">
                  <c:v>43143</c:v>
                </c:pt>
                <c:pt idx="3161">
                  <c:v>43144</c:v>
                </c:pt>
                <c:pt idx="3162">
                  <c:v>43145</c:v>
                </c:pt>
                <c:pt idx="3163">
                  <c:v>43146</c:v>
                </c:pt>
                <c:pt idx="3164">
                  <c:v>43147</c:v>
                </c:pt>
                <c:pt idx="3165">
                  <c:v>43150</c:v>
                </c:pt>
                <c:pt idx="3166">
                  <c:v>43151</c:v>
                </c:pt>
                <c:pt idx="3167">
                  <c:v>43152</c:v>
                </c:pt>
                <c:pt idx="3168">
                  <c:v>43153</c:v>
                </c:pt>
                <c:pt idx="3169">
                  <c:v>43154</c:v>
                </c:pt>
                <c:pt idx="3170">
                  <c:v>43157</c:v>
                </c:pt>
                <c:pt idx="3171">
                  <c:v>43158</c:v>
                </c:pt>
                <c:pt idx="3172">
                  <c:v>43159</c:v>
                </c:pt>
                <c:pt idx="3173">
                  <c:v>43160</c:v>
                </c:pt>
                <c:pt idx="3174">
                  <c:v>43161</c:v>
                </c:pt>
                <c:pt idx="3175">
                  <c:v>43164</c:v>
                </c:pt>
                <c:pt idx="3176">
                  <c:v>43165</c:v>
                </c:pt>
                <c:pt idx="3177">
                  <c:v>43166</c:v>
                </c:pt>
                <c:pt idx="3178">
                  <c:v>43167</c:v>
                </c:pt>
                <c:pt idx="3179">
                  <c:v>43168</c:v>
                </c:pt>
                <c:pt idx="3180">
                  <c:v>43171</c:v>
                </c:pt>
                <c:pt idx="3181">
                  <c:v>43172</c:v>
                </c:pt>
                <c:pt idx="3182">
                  <c:v>43173</c:v>
                </c:pt>
                <c:pt idx="3183">
                  <c:v>43174</c:v>
                </c:pt>
                <c:pt idx="3184">
                  <c:v>43175</c:v>
                </c:pt>
                <c:pt idx="3185">
                  <c:v>43178</c:v>
                </c:pt>
                <c:pt idx="3186">
                  <c:v>43179</c:v>
                </c:pt>
                <c:pt idx="3187">
                  <c:v>43180</c:v>
                </c:pt>
                <c:pt idx="3188">
                  <c:v>43181</c:v>
                </c:pt>
                <c:pt idx="3189">
                  <c:v>43182</c:v>
                </c:pt>
                <c:pt idx="3190">
                  <c:v>43185</c:v>
                </c:pt>
                <c:pt idx="3191">
                  <c:v>43186</c:v>
                </c:pt>
                <c:pt idx="3192">
                  <c:v>43187</c:v>
                </c:pt>
                <c:pt idx="3193">
                  <c:v>43188</c:v>
                </c:pt>
                <c:pt idx="3194">
                  <c:v>43189</c:v>
                </c:pt>
                <c:pt idx="3195">
                  <c:v>43192</c:v>
                </c:pt>
                <c:pt idx="3196">
                  <c:v>43193</c:v>
                </c:pt>
                <c:pt idx="3197">
                  <c:v>43194</c:v>
                </c:pt>
                <c:pt idx="3198">
                  <c:v>43195</c:v>
                </c:pt>
                <c:pt idx="3199">
                  <c:v>43196</c:v>
                </c:pt>
                <c:pt idx="3200">
                  <c:v>43199</c:v>
                </c:pt>
                <c:pt idx="3201">
                  <c:v>43200</c:v>
                </c:pt>
                <c:pt idx="3202">
                  <c:v>43201</c:v>
                </c:pt>
                <c:pt idx="3203">
                  <c:v>43202</c:v>
                </c:pt>
                <c:pt idx="3204">
                  <c:v>43203</c:v>
                </c:pt>
                <c:pt idx="3205">
                  <c:v>43206</c:v>
                </c:pt>
                <c:pt idx="3206">
                  <c:v>43207</c:v>
                </c:pt>
                <c:pt idx="3207">
                  <c:v>43208</c:v>
                </c:pt>
                <c:pt idx="3208">
                  <c:v>43209</c:v>
                </c:pt>
                <c:pt idx="3209">
                  <c:v>43210</c:v>
                </c:pt>
                <c:pt idx="3210">
                  <c:v>43213</c:v>
                </c:pt>
                <c:pt idx="3211">
                  <c:v>43214</c:v>
                </c:pt>
                <c:pt idx="3212">
                  <c:v>43215</c:v>
                </c:pt>
                <c:pt idx="3213">
                  <c:v>43216</c:v>
                </c:pt>
                <c:pt idx="3214">
                  <c:v>43217</c:v>
                </c:pt>
                <c:pt idx="3215">
                  <c:v>43220</c:v>
                </c:pt>
                <c:pt idx="3216">
                  <c:v>43221</c:v>
                </c:pt>
                <c:pt idx="3217">
                  <c:v>43222</c:v>
                </c:pt>
                <c:pt idx="3218">
                  <c:v>43223</c:v>
                </c:pt>
                <c:pt idx="3219">
                  <c:v>43224</c:v>
                </c:pt>
                <c:pt idx="3220">
                  <c:v>43227</c:v>
                </c:pt>
                <c:pt idx="3221">
                  <c:v>43228</c:v>
                </c:pt>
                <c:pt idx="3222">
                  <c:v>43229</c:v>
                </c:pt>
                <c:pt idx="3223">
                  <c:v>43230</c:v>
                </c:pt>
                <c:pt idx="3224">
                  <c:v>43231</c:v>
                </c:pt>
                <c:pt idx="3225">
                  <c:v>43234</c:v>
                </c:pt>
                <c:pt idx="3226">
                  <c:v>43235</c:v>
                </c:pt>
                <c:pt idx="3227">
                  <c:v>43236</c:v>
                </c:pt>
                <c:pt idx="3228">
                  <c:v>43237</c:v>
                </c:pt>
                <c:pt idx="3229">
                  <c:v>43238</c:v>
                </c:pt>
                <c:pt idx="3230">
                  <c:v>43241</c:v>
                </c:pt>
                <c:pt idx="3231">
                  <c:v>43242</c:v>
                </c:pt>
                <c:pt idx="3232">
                  <c:v>43243</c:v>
                </c:pt>
                <c:pt idx="3233">
                  <c:v>43244</c:v>
                </c:pt>
                <c:pt idx="3234">
                  <c:v>43245</c:v>
                </c:pt>
                <c:pt idx="3235">
                  <c:v>43248</c:v>
                </c:pt>
                <c:pt idx="3236">
                  <c:v>43249</c:v>
                </c:pt>
                <c:pt idx="3237">
                  <c:v>43250</c:v>
                </c:pt>
                <c:pt idx="3238">
                  <c:v>43251</c:v>
                </c:pt>
                <c:pt idx="3239">
                  <c:v>43252</c:v>
                </c:pt>
                <c:pt idx="3240">
                  <c:v>43255</c:v>
                </c:pt>
                <c:pt idx="3241">
                  <c:v>43256</c:v>
                </c:pt>
                <c:pt idx="3242">
                  <c:v>43257</c:v>
                </c:pt>
                <c:pt idx="3243">
                  <c:v>43258</c:v>
                </c:pt>
                <c:pt idx="3244">
                  <c:v>43259</c:v>
                </c:pt>
                <c:pt idx="3245">
                  <c:v>43262</c:v>
                </c:pt>
                <c:pt idx="3246">
                  <c:v>43263</c:v>
                </c:pt>
                <c:pt idx="3247">
                  <c:v>43264</c:v>
                </c:pt>
                <c:pt idx="3248">
                  <c:v>43265</c:v>
                </c:pt>
                <c:pt idx="3249">
                  <c:v>43266</c:v>
                </c:pt>
                <c:pt idx="3250">
                  <c:v>43269</c:v>
                </c:pt>
                <c:pt idx="3251">
                  <c:v>43270</c:v>
                </c:pt>
                <c:pt idx="3252">
                  <c:v>43271</c:v>
                </c:pt>
                <c:pt idx="3253">
                  <c:v>43272</c:v>
                </c:pt>
                <c:pt idx="3254">
                  <c:v>43273</c:v>
                </c:pt>
                <c:pt idx="3255">
                  <c:v>43276</c:v>
                </c:pt>
                <c:pt idx="3256">
                  <c:v>43277</c:v>
                </c:pt>
                <c:pt idx="3257">
                  <c:v>43278</c:v>
                </c:pt>
                <c:pt idx="3258">
                  <c:v>43279</c:v>
                </c:pt>
                <c:pt idx="3259">
                  <c:v>43280</c:v>
                </c:pt>
                <c:pt idx="3260">
                  <c:v>43283</c:v>
                </c:pt>
                <c:pt idx="3261">
                  <c:v>43284</c:v>
                </c:pt>
                <c:pt idx="3262">
                  <c:v>43285</c:v>
                </c:pt>
                <c:pt idx="3263">
                  <c:v>43286</c:v>
                </c:pt>
                <c:pt idx="3264">
                  <c:v>43287</c:v>
                </c:pt>
                <c:pt idx="3265">
                  <c:v>43290</c:v>
                </c:pt>
                <c:pt idx="3266">
                  <c:v>43291</c:v>
                </c:pt>
                <c:pt idx="3267">
                  <c:v>43292</c:v>
                </c:pt>
                <c:pt idx="3268">
                  <c:v>43293</c:v>
                </c:pt>
                <c:pt idx="3269">
                  <c:v>43294</c:v>
                </c:pt>
                <c:pt idx="3270">
                  <c:v>43297</c:v>
                </c:pt>
                <c:pt idx="3271">
                  <c:v>43298</c:v>
                </c:pt>
                <c:pt idx="3272">
                  <c:v>43299</c:v>
                </c:pt>
                <c:pt idx="3273">
                  <c:v>43300</c:v>
                </c:pt>
                <c:pt idx="3274">
                  <c:v>43301</c:v>
                </c:pt>
                <c:pt idx="3275">
                  <c:v>43304</c:v>
                </c:pt>
                <c:pt idx="3276">
                  <c:v>43305</c:v>
                </c:pt>
                <c:pt idx="3277">
                  <c:v>43306</c:v>
                </c:pt>
                <c:pt idx="3278">
                  <c:v>43307</c:v>
                </c:pt>
                <c:pt idx="3279">
                  <c:v>43308</c:v>
                </c:pt>
                <c:pt idx="3280">
                  <c:v>43311</c:v>
                </c:pt>
                <c:pt idx="3281">
                  <c:v>43312</c:v>
                </c:pt>
                <c:pt idx="3282">
                  <c:v>43313</c:v>
                </c:pt>
                <c:pt idx="3283">
                  <c:v>43314</c:v>
                </c:pt>
                <c:pt idx="3284">
                  <c:v>43315</c:v>
                </c:pt>
                <c:pt idx="3285">
                  <c:v>43318</c:v>
                </c:pt>
                <c:pt idx="3286">
                  <c:v>43319</c:v>
                </c:pt>
                <c:pt idx="3287">
                  <c:v>43320</c:v>
                </c:pt>
                <c:pt idx="3288">
                  <c:v>43321</c:v>
                </c:pt>
                <c:pt idx="3289">
                  <c:v>43322</c:v>
                </c:pt>
                <c:pt idx="3290">
                  <c:v>43325</c:v>
                </c:pt>
                <c:pt idx="3291">
                  <c:v>43326</c:v>
                </c:pt>
                <c:pt idx="3292">
                  <c:v>43327</c:v>
                </c:pt>
                <c:pt idx="3293">
                  <c:v>43328</c:v>
                </c:pt>
                <c:pt idx="3294">
                  <c:v>43329</c:v>
                </c:pt>
                <c:pt idx="3295">
                  <c:v>43332</c:v>
                </c:pt>
                <c:pt idx="3296">
                  <c:v>43333</c:v>
                </c:pt>
                <c:pt idx="3297">
                  <c:v>43334</c:v>
                </c:pt>
                <c:pt idx="3298">
                  <c:v>43335</c:v>
                </c:pt>
                <c:pt idx="3299">
                  <c:v>43336</c:v>
                </c:pt>
                <c:pt idx="3300">
                  <c:v>43339</c:v>
                </c:pt>
                <c:pt idx="3301">
                  <c:v>43340</c:v>
                </c:pt>
                <c:pt idx="3302">
                  <c:v>43341</c:v>
                </c:pt>
                <c:pt idx="3303">
                  <c:v>43342</c:v>
                </c:pt>
                <c:pt idx="3304">
                  <c:v>43343</c:v>
                </c:pt>
                <c:pt idx="3305">
                  <c:v>43346</c:v>
                </c:pt>
                <c:pt idx="3306">
                  <c:v>43347</c:v>
                </c:pt>
                <c:pt idx="3307">
                  <c:v>43348</c:v>
                </c:pt>
                <c:pt idx="3308">
                  <c:v>43349</c:v>
                </c:pt>
                <c:pt idx="3309">
                  <c:v>43350</c:v>
                </c:pt>
                <c:pt idx="3310">
                  <c:v>43353</c:v>
                </c:pt>
                <c:pt idx="3311">
                  <c:v>43354</c:v>
                </c:pt>
                <c:pt idx="3312">
                  <c:v>43355</c:v>
                </c:pt>
                <c:pt idx="3313">
                  <c:v>43356</c:v>
                </c:pt>
                <c:pt idx="3314">
                  <c:v>43357</c:v>
                </c:pt>
                <c:pt idx="3315">
                  <c:v>43360</c:v>
                </c:pt>
                <c:pt idx="3316">
                  <c:v>43361</c:v>
                </c:pt>
                <c:pt idx="3317">
                  <c:v>43362</c:v>
                </c:pt>
                <c:pt idx="3318">
                  <c:v>43363</c:v>
                </c:pt>
                <c:pt idx="3319">
                  <c:v>43364</c:v>
                </c:pt>
                <c:pt idx="3320">
                  <c:v>43367</c:v>
                </c:pt>
                <c:pt idx="3321">
                  <c:v>43368</c:v>
                </c:pt>
                <c:pt idx="3322">
                  <c:v>43369</c:v>
                </c:pt>
                <c:pt idx="3323">
                  <c:v>43370</c:v>
                </c:pt>
                <c:pt idx="3324">
                  <c:v>43371</c:v>
                </c:pt>
                <c:pt idx="3325">
                  <c:v>43374</c:v>
                </c:pt>
                <c:pt idx="3326">
                  <c:v>43375</c:v>
                </c:pt>
                <c:pt idx="3327">
                  <c:v>43376</c:v>
                </c:pt>
                <c:pt idx="3328">
                  <c:v>43377</c:v>
                </c:pt>
                <c:pt idx="3329">
                  <c:v>43378</c:v>
                </c:pt>
                <c:pt idx="3330">
                  <c:v>43381</c:v>
                </c:pt>
                <c:pt idx="3331">
                  <c:v>43382</c:v>
                </c:pt>
                <c:pt idx="3332">
                  <c:v>43383</c:v>
                </c:pt>
                <c:pt idx="3333">
                  <c:v>43384</c:v>
                </c:pt>
                <c:pt idx="3334">
                  <c:v>43385</c:v>
                </c:pt>
                <c:pt idx="3335">
                  <c:v>43388</c:v>
                </c:pt>
                <c:pt idx="3336">
                  <c:v>43389</c:v>
                </c:pt>
                <c:pt idx="3337">
                  <c:v>43390</c:v>
                </c:pt>
                <c:pt idx="3338">
                  <c:v>43391</c:v>
                </c:pt>
                <c:pt idx="3339">
                  <c:v>43392</c:v>
                </c:pt>
                <c:pt idx="3340">
                  <c:v>43395</c:v>
                </c:pt>
                <c:pt idx="3341">
                  <c:v>43396</c:v>
                </c:pt>
                <c:pt idx="3342">
                  <c:v>43397</c:v>
                </c:pt>
                <c:pt idx="3343">
                  <c:v>43398</c:v>
                </c:pt>
                <c:pt idx="3344">
                  <c:v>43399</c:v>
                </c:pt>
                <c:pt idx="3345">
                  <c:v>43402</c:v>
                </c:pt>
                <c:pt idx="3346">
                  <c:v>43403</c:v>
                </c:pt>
                <c:pt idx="3347">
                  <c:v>43404</c:v>
                </c:pt>
                <c:pt idx="3348">
                  <c:v>43405</c:v>
                </c:pt>
                <c:pt idx="3349">
                  <c:v>43406</c:v>
                </c:pt>
                <c:pt idx="3350">
                  <c:v>43409</c:v>
                </c:pt>
                <c:pt idx="3351">
                  <c:v>43410</c:v>
                </c:pt>
                <c:pt idx="3352">
                  <c:v>43411</c:v>
                </c:pt>
                <c:pt idx="3353">
                  <c:v>43412</c:v>
                </c:pt>
                <c:pt idx="3354">
                  <c:v>43413</c:v>
                </c:pt>
                <c:pt idx="3355">
                  <c:v>43416</c:v>
                </c:pt>
                <c:pt idx="3356">
                  <c:v>43417</c:v>
                </c:pt>
                <c:pt idx="3357">
                  <c:v>43418</c:v>
                </c:pt>
                <c:pt idx="3358">
                  <c:v>43419</c:v>
                </c:pt>
                <c:pt idx="3359">
                  <c:v>43420</c:v>
                </c:pt>
                <c:pt idx="3360">
                  <c:v>43423</c:v>
                </c:pt>
                <c:pt idx="3361">
                  <c:v>43424</c:v>
                </c:pt>
                <c:pt idx="3362">
                  <c:v>43425</c:v>
                </c:pt>
                <c:pt idx="3363">
                  <c:v>43426</c:v>
                </c:pt>
                <c:pt idx="3364">
                  <c:v>43427</c:v>
                </c:pt>
                <c:pt idx="3365">
                  <c:v>43430</c:v>
                </c:pt>
                <c:pt idx="3366">
                  <c:v>43431</c:v>
                </c:pt>
                <c:pt idx="3367">
                  <c:v>43432</c:v>
                </c:pt>
                <c:pt idx="3368">
                  <c:v>43433</c:v>
                </c:pt>
                <c:pt idx="3369">
                  <c:v>43434</c:v>
                </c:pt>
                <c:pt idx="3370">
                  <c:v>43437</c:v>
                </c:pt>
                <c:pt idx="3371">
                  <c:v>43438</c:v>
                </c:pt>
                <c:pt idx="3372">
                  <c:v>43439</c:v>
                </c:pt>
                <c:pt idx="3373">
                  <c:v>43440</c:v>
                </c:pt>
                <c:pt idx="3374">
                  <c:v>43441</c:v>
                </c:pt>
                <c:pt idx="3375">
                  <c:v>43444</c:v>
                </c:pt>
                <c:pt idx="3376">
                  <c:v>43445</c:v>
                </c:pt>
                <c:pt idx="3377">
                  <c:v>43446</c:v>
                </c:pt>
                <c:pt idx="3378">
                  <c:v>43447</c:v>
                </c:pt>
                <c:pt idx="3379">
                  <c:v>43448</c:v>
                </c:pt>
                <c:pt idx="3380">
                  <c:v>43451</c:v>
                </c:pt>
                <c:pt idx="3381">
                  <c:v>43452</c:v>
                </c:pt>
                <c:pt idx="3382">
                  <c:v>43453</c:v>
                </c:pt>
                <c:pt idx="3383">
                  <c:v>43454</c:v>
                </c:pt>
                <c:pt idx="3384">
                  <c:v>43455</c:v>
                </c:pt>
                <c:pt idx="3385">
                  <c:v>43458</c:v>
                </c:pt>
                <c:pt idx="3386">
                  <c:v>43459</c:v>
                </c:pt>
                <c:pt idx="3387">
                  <c:v>43460</c:v>
                </c:pt>
                <c:pt idx="3388">
                  <c:v>43461</c:v>
                </c:pt>
                <c:pt idx="3389">
                  <c:v>43462</c:v>
                </c:pt>
                <c:pt idx="3390">
                  <c:v>43465</c:v>
                </c:pt>
                <c:pt idx="3391">
                  <c:v>43466</c:v>
                </c:pt>
                <c:pt idx="3392">
                  <c:v>43467</c:v>
                </c:pt>
                <c:pt idx="3393">
                  <c:v>43468</c:v>
                </c:pt>
                <c:pt idx="3394">
                  <c:v>43469</c:v>
                </c:pt>
                <c:pt idx="3395">
                  <c:v>43472</c:v>
                </c:pt>
                <c:pt idx="3396">
                  <c:v>43473</c:v>
                </c:pt>
                <c:pt idx="3397">
                  <c:v>43474</c:v>
                </c:pt>
                <c:pt idx="3398">
                  <c:v>43475</c:v>
                </c:pt>
                <c:pt idx="3399">
                  <c:v>43476</c:v>
                </c:pt>
                <c:pt idx="3400">
                  <c:v>43479</c:v>
                </c:pt>
                <c:pt idx="3401">
                  <c:v>43480</c:v>
                </c:pt>
                <c:pt idx="3402">
                  <c:v>43481</c:v>
                </c:pt>
                <c:pt idx="3403">
                  <c:v>43482</c:v>
                </c:pt>
                <c:pt idx="3404">
                  <c:v>43483</c:v>
                </c:pt>
                <c:pt idx="3405">
                  <c:v>43486</c:v>
                </c:pt>
                <c:pt idx="3406">
                  <c:v>43487</c:v>
                </c:pt>
                <c:pt idx="3407">
                  <c:v>43488</c:v>
                </c:pt>
                <c:pt idx="3408">
                  <c:v>43489</c:v>
                </c:pt>
                <c:pt idx="3409">
                  <c:v>43490</c:v>
                </c:pt>
                <c:pt idx="3410">
                  <c:v>43493</c:v>
                </c:pt>
                <c:pt idx="3411">
                  <c:v>43494</c:v>
                </c:pt>
                <c:pt idx="3412">
                  <c:v>43495</c:v>
                </c:pt>
                <c:pt idx="3413">
                  <c:v>43496</c:v>
                </c:pt>
                <c:pt idx="3414">
                  <c:v>43497</c:v>
                </c:pt>
                <c:pt idx="3415">
                  <c:v>43500</c:v>
                </c:pt>
                <c:pt idx="3416">
                  <c:v>43501</c:v>
                </c:pt>
                <c:pt idx="3417">
                  <c:v>43502</c:v>
                </c:pt>
                <c:pt idx="3418">
                  <c:v>43503</c:v>
                </c:pt>
                <c:pt idx="3419">
                  <c:v>43504</c:v>
                </c:pt>
                <c:pt idx="3420">
                  <c:v>43507</c:v>
                </c:pt>
                <c:pt idx="3421">
                  <c:v>43508</c:v>
                </c:pt>
                <c:pt idx="3422">
                  <c:v>43509</c:v>
                </c:pt>
                <c:pt idx="3423">
                  <c:v>43510</c:v>
                </c:pt>
                <c:pt idx="3424">
                  <c:v>43511</c:v>
                </c:pt>
                <c:pt idx="3425">
                  <c:v>43514</c:v>
                </c:pt>
                <c:pt idx="3426">
                  <c:v>43515</c:v>
                </c:pt>
                <c:pt idx="3427">
                  <c:v>43516</c:v>
                </c:pt>
                <c:pt idx="3428">
                  <c:v>43517</c:v>
                </c:pt>
                <c:pt idx="3429">
                  <c:v>43518</c:v>
                </c:pt>
                <c:pt idx="3430">
                  <c:v>43521</c:v>
                </c:pt>
                <c:pt idx="3431">
                  <c:v>43522</c:v>
                </c:pt>
                <c:pt idx="3432">
                  <c:v>43523</c:v>
                </c:pt>
                <c:pt idx="3433">
                  <c:v>43524</c:v>
                </c:pt>
                <c:pt idx="3434">
                  <c:v>43525</c:v>
                </c:pt>
                <c:pt idx="3435">
                  <c:v>43528</c:v>
                </c:pt>
                <c:pt idx="3436">
                  <c:v>43529</c:v>
                </c:pt>
                <c:pt idx="3437">
                  <c:v>43530</c:v>
                </c:pt>
                <c:pt idx="3438">
                  <c:v>43531</c:v>
                </c:pt>
                <c:pt idx="3439">
                  <c:v>43532</c:v>
                </c:pt>
                <c:pt idx="3440">
                  <c:v>43535</c:v>
                </c:pt>
                <c:pt idx="3441">
                  <c:v>43536</c:v>
                </c:pt>
                <c:pt idx="3442">
                  <c:v>43537</c:v>
                </c:pt>
                <c:pt idx="3443">
                  <c:v>43538</c:v>
                </c:pt>
                <c:pt idx="3444">
                  <c:v>43539</c:v>
                </c:pt>
                <c:pt idx="3445">
                  <c:v>43542</c:v>
                </c:pt>
                <c:pt idx="3446">
                  <c:v>43543</c:v>
                </c:pt>
                <c:pt idx="3447">
                  <c:v>43544</c:v>
                </c:pt>
                <c:pt idx="3448">
                  <c:v>43545</c:v>
                </c:pt>
                <c:pt idx="3449">
                  <c:v>43546</c:v>
                </c:pt>
                <c:pt idx="3450">
                  <c:v>43549</c:v>
                </c:pt>
                <c:pt idx="3451">
                  <c:v>43550</c:v>
                </c:pt>
                <c:pt idx="3452">
                  <c:v>43551</c:v>
                </c:pt>
                <c:pt idx="3453">
                  <c:v>43552</c:v>
                </c:pt>
                <c:pt idx="3454">
                  <c:v>43553</c:v>
                </c:pt>
                <c:pt idx="3455">
                  <c:v>43556</c:v>
                </c:pt>
                <c:pt idx="3456">
                  <c:v>43557</c:v>
                </c:pt>
                <c:pt idx="3457">
                  <c:v>43558</c:v>
                </c:pt>
                <c:pt idx="3458">
                  <c:v>43559</c:v>
                </c:pt>
                <c:pt idx="3459">
                  <c:v>43560</c:v>
                </c:pt>
                <c:pt idx="3460">
                  <c:v>43563</c:v>
                </c:pt>
                <c:pt idx="3461">
                  <c:v>43564</c:v>
                </c:pt>
                <c:pt idx="3462">
                  <c:v>43565</c:v>
                </c:pt>
                <c:pt idx="3463">
                  <c:v>43566</c:v>
                </c:pt>
                <c:pt idx="3464">
                  <c:v>43567</c:v>
                </c:pt>
                <c:pt idx="3465">
                  <c:v>43570</c:v>
                </c:pt>
                <c:pt idx="3466">
                  <c:v>43571</c:v>
                </c:pt>
                <c:pt idx="3467">
                  <c:v>43572</c:v>
                </c:pt>
                <c:pt idx="3468">
                  <c:v>43573</c:v>
                </c:pt>
                <c:pt idx="3469">
                  <c:v>43574</c:v>
                </c:pt>
                <c:pt idx="3470">
                  <c:v>43577</c:v>
                </c:pt>
                <c:pt idx="3471">
                  <c:v>43578</c:v>
                </c:pt>
                <c:pt idx="3472">
                  <c:v>43579</c:v>
                </c:pt>
                <c:pt idx="3473">
                  <c:v>43580</c:v>
                </c:pt>
                <c:pt idx="3474">
                  <c:v>43581</c:v>
                </c:pt>
                <c:pt idx="3475">
                  <c:v>43584</c:v>
                </c:pt>
                <c:pt idx="3476">
                  <c:v>43585</c:v>
                </c:pt>
                <c:pt idx="3477">
                  <c:v>43586</c:v>
                </c:pt>
                <c:pt idx="3478">
                  <c:v>43587</c:v>
                </c:pt>
                <c:pt idx="3479">
                  <c:v>43588</c:v>
                </c:pt>
                <c:pt idx="3480">
                  <c:v>43591</c:v>
                </c:pt>
                <c:pt idx="3481">
                  <c:v>43592</c:v>
                </c:pt>
                <c:pt idx="3482">
                  <c:v>43593</c:v>
                </c:pt>
                <c:pt idx="3483">
                  <c:v>43594</c:v>
                </c:pt>
                <c:pt idx="3484">
                  <c:v>43595</c:v>
                </c:pt>
                <c:pt idx="3485">
                  <c:v>43598</c:v>
                </c:pt>
                <c:pt idx="3486">
                  <c:v>43599</c:v>
                </c:pt>
                <c:pt idx="3487">
                  <c:v>43600</c:v>
                </c:pt>
                <c:pt idx="3488">
                  <c:v>43601</c:v>
                </c:pt>
                <c:pt idx="3489">
                  <c:v>43602</c:v>
                </c:pt>
                <c:pt idx="3490">
                  <c:v>43605</c:v>
                </c:pt>
                <c:pt idx="3491">
                  <c:v>43606</c:v>
                </c:pt>
                <c:pt idx="3492">
                  <c:v>43607</c:v>
                </c:pt>
                <c:pt idx="3493">
                  <c:v>43608</c:v>
                </c:pt>
                <c:pt idx="3494">
                  <c:v>43609</c:v>
                </c:pt>
                <c:pt idx="3495">
                  <c:v>43612</c:v>
                </c:pt>
                <c:pt idx="3496">
                  <c:v>43613</c:v>
                </c:pt>
                <c:pt idx="3497">
                  <c:v>43614</c:v>
                </c:pt>
                <c:pt idx="3498">
                  <c:v>43615</c:v>
                </c:pt>
                <c:pt idx="3499">
                  <c:v>43616</c:v>
                </c:pt>
                <c:pt idx="3500">
                  <c:v>43619</c:v>
                </c:pt>
                <c:pt idx="3501">
                  <c:v>43620</c:v>
                </c:pt>
                <c:pt idx="3502">
                  <c:v>43621</c:v>
                </c:pt>
                <c:pt idx="3503">
                  <c:v>43622</c:v>
                </c:pt>
                <c:pt idx="3504">
                  <c:v>43623</c:v>
                </c:pt>
                <c:pt idx="3505">
                  <c:v>43626</c:v>
                </c:pt>
                <c:pt idx="3506">
                  <c:v>43627</c:v>
                </c:pt>
                <c:pt idx="3507">
                  <c:v>43628</c:v>
                </c:pt>
                <c:pt idx="3508">
                  <c:v>43629</c:v>
                </c:pt>
                <c:pt idx="3509">
                  <c:v>43630</c:v>
                </c:pt>
                <c:pt idx="3510">
                  <c:v>43633</c:v>
                </c:pt>
                <c:pt idx="3511">
                  <c:v>43634</c:v>
                </c:pt>
                <c:pt idx="3512">
                  <c:v>43635</c:v>
                </c:pt>
                <c:pt idx="3513">
                  <c:v>43636</c:v>
                </c:pt>
                <c:pt idx="3514">
                  <c:v>43637</c:v>
                </c:pt>
                <c:pt idx="3515">
                  <c:v>43640</c:v>
                </c:pt>
                <c:pt idx="3516">
                  <c:v>43641</c:v>
                </c:pt>
                <c:pt idx="3517">
                  <c:v>43642</c:v>
                </c:pt>
                <c:pt idx="3518">
                  <c:v>43643</c:v>
                </c:pt>
                <c:pt idx="3519">
                  <c:v>43644</c:v>
                </c:pt>
                <c:pt idx="3520">
                  <c:v>43647</c:v>
                </c:pt>
                <c:pt idx="3521">
                  <c:v>43648</c:v>
                </c:pt>
                <c:pt idx="3522">
                  <c:v>43649</c:v>
                </c:pt>
                <c:pt idx="3523">
                  <c:v>43650</c:v>
                </c:pt>
                <c:pt idx="3524">
                  <c:v>43651</c:v>
                </c:pt>
                <c:pt idx="3525">
                  <c:v>43654</c:v>
                </c:pt>
                <c:pt idx="3526">
                  <c:v>43655</c:v>
                </c:pt>
                <c:pt idx="3527">
                  <c:v>43656</c:v>
                </c:pt>
                <c:pt idx="3528">
                  <c:v>43657</c:v>
                </c:pt>
                <c:pt idx="3529">
                  <c:v>43658</c:v>
                </c:pt>
                <c:pt idx="3530">
                  <c:v>43661</c:v>
                </c:pt>
                <c:pt idx="3531">
                  <c:v>43662</c:v>
                </c:pt>
                <c:pt idx="3532">
                  <c:v>43663</c:v>
                </c:pt>
                <c:pt idx="3533">
                  <c:v>43664</c:v>
                </c:pt>
                <c:pt idx="3534">
                  <c:v>43665</c:v>
                </c:pt>
                <c:pt idx="3535">
                  <c:v>43668</c:v>
                </c:pt>
                <c:pt idx="3536">
                  <c:v>43669</c:v>
                </c:pt>
                <c:pt idx="3537">
                  <c:v>43670</c:v>
                </c:pt>
                <c:pt idx="3538">
                  <c:v>43671</c:v>
                </c:pt>
                <c:pt idx="3539">
                  <c:v>43672</c:v>
                </c:pt>
                <c:pt idx="3540">
                  <c:v>43675</c:v>
                </c:pt>
                <c:pt idx="3541">
                  <c:v>43676</c:v>
                </c:pt>
                <c:pt idx="3542">
                  <c:v>43677</c:v>
                </c:pt>
                <c:pt idx="3543">
                  <c:v>43678</c:v>
                </c:pt>
                <c:pt idx="3544">
                  <c:v>43679</c:v>
                </c:pt>
                <c:pt idx="3545">
                  <c:v>43682</c:v>
                </c:pt>
                <c:pt idx="3546">
                  <c:v>43683</c:v>
                </c:pt>
                <c:pt idx="3547">
                  <c:v>43684</c:v>
                </c:pt>
                <c:pt idx="3548">
                  <c:v>43685</c:v>
                </c:pt>
                <c:pt idx="3549">
                  <c:v>43686</c:v>
                </c:pt>
                <c:pt idx="3550">
                  <c:v>43689</c:v>
                </c:pt>
                <c:pt idx="3551">
                  <c:v>43690</c:v>
                </c:pt>
                <c:pt idx="3552">
                  <c:v>43691</c:v>
                </c:pt>
                <c:pt idx="3553">
                  <c:v>43692</c:v>
                </c:pt>
                <c:pt idx="3554">
                  <c:v>43693</c:v>
                </c:pt>
                <c:pt idx="3555">
                  <c:v>43696</c:v>
                </c:pt>
                <c:pt idx="3556">
                  <c:v>43697</c:v>
                </c:pt>
                <c:pt idx="3557">
                  <c:v>43698</c:v>
                </c:pt>
                <c:pt idx="3558">
                  <c:v>43699</c:v>
                </c:pt>
                <c:pt idx="3559">
                  <c:v>43700</c:v>
                </c:pt>
                <c:pt idx="3560">
                  <c:v>43703</c:v>
                </c:pt>
                <c:pt idx="3561">
                  <c:v>43704</c:v>
                </c:pt>
                <c:pt idx="3562">
                  <c:v>43705</c:v>
                </c:pt>
                <c:pt idx="3563">
                  <c:v>43706</c:v>
                </c:pt>
                <c:pt idx="3564">
                  <c:v>43707</c:v>
                </c:pt>
                <c:pt idx="3565">
                  <c:v>43710</c:v>
                </c:pt>
                <c:pt idx="3566">
                  <c:v>43711</c:v>
                </c:pt>
                <c:pt idx="3567">
                  <c:v>43712</c:v>
                </c:pt>
                <c:pt idx="3568">
                  <c:v>43713</c:v>
                </c:pt>
                <c:pt idx="3569">
                  <c:v>43714</c:v>
                </c:pt>
                <c:pt idx="3570">
                  <c:v>43717</c:v>
                </c:pt>
                <c:pt idx="3571">
                  <c:v>43718</c:v>
                </c:pt>
                <c:pt idx="3572">
                  <c:v>43719</c:v>
                </c:pt>
                <c:pt idx="3573">
                  <c:v>43720</c:v>
                </c:pt>
                <c:pt idx="3574">
                  <c:v>43721</c:v>
                </c:pt>
                <c:pt idx="3575">
                  <c:v>43724</c:v>
                </c:pt>
                <c:pt idx="3576">
                  <c:v>43725</c:v>
                </c:pt>
                <c:pt idx="3577">
                  <c:v>43726</c:v>
                </c:pt>
                <c:pt idx="3578">
                  <c:v>43727</c:v>
                </c:pt>
                <c:pt idx="3579">
                  <c:v>43728</c:v>
                </c:pt>
                <c:pt idx="3580">
                  <c:v>43731</c:v>
                </c:pt>
                <c:pt idx="3581">
                  <c:v>43732</c:v>
                </c:pt>
                <c:pt idx="3582">
                  <c:v>43733</c:v>
                </c:pt>
                <c:pt idx="3583">
                  <c:v>43734</c:v>
                </c:pt>
                <c:pt idx="3584">
                  <c:v>43735</c:v>
                </c:pt>
                <c:pt idx="3585">
                  <c:v>43738</c:v>
                </c:pt>
                <c:pt idx="3586">
                  <c:v>43739</c:v>
                </c:pt>
                <c:pt idx="3587">
                  <c:v>43740</c:v>
                </c:pt>
                <c:pt idx="3588">
                  <c:v>43741</c:v>
                </c:pt>
                <c:pt idx="3589">
                  <c:v>43742</c:v>
                </c:pt>
                <c:pt idx="3590">
                  <c:v>43745</c:v>
                </c:pt>
                <c:pt idx="3591">
                  <c:v>43746</c:v>
                </c:pt>
                <c:pt idx="3592">
                  <c:v>43747</c:v>
                </c:pt>
                <c:pt idx="3593">
                  <c:v>43748</c:v>
                </c:pt>
                <c:pt idx="3594">
                  <c:v>43749</c:v>
                </c:pt>
                <c:pt idx="3595">
                  <c:v>43752</c:v>
                </c:pt>
                <c:pt idx="3596">
                  <c:v>43753</c:v>
                </c:pt>
                <c:pt idx="3597">
                  <c:v>43754</c:v>
                </c:pt>
                <c:pt idx="3598">
                  <c:v>43755</c:v>
                </c:pt>
                <c:pt idx="3599">
                  <c:v>43756</c:v>
                </c:pt>
                <c:pt idx="3600">
                  <c:v>43759</c:v>
                </c:pt>
                <c:pt idx="3601">
                  <c:v>43760</c:v>
                </c:pt>
                <c:pt idx="3602">
                  <c:v>43761</c:v>
                </c:pt>
                <c:pt idx="3603">
                  <c:v>43762</c:v>
                </c:pt>
                <c:pt idx="3604">
                  <c:v>43763</c:v>
                </c:pt>
                <c:pt idx="3605">
                  <c:v>43766</c:v>
                </c:pt>
                <c:pt idx="3606">
                  <c:v>43767</c:v>
                </c:pt>
                <c:pt idx="3607">
                  <c:v>43768</c:v>
                </c:pt>
                <c:pt idx="3608">
                  <c:v>43769</c:v>
                </c:pt>
                <c:pt idx="3609">
                  <c:v>43770</c:v>
                </c:pt>
                <c:pt idx="3610">
                  <c:v>43773</c:v>
                </c:pt>
                <c:pt idx="3611">
                  <c:v>43774</c:v>
                </c:pt>
                <c:pt idx="3612">
                  <c:v>43775</c:v>
                </c:pt>
                <c:pt idx="3613">
                  <c:v>43776</c:v>
                </c:pt>
                <c:pt idx="3614">
                  <c:v>43777</c:v>
                </c:pt>
                <c:pt idx="3615">
                  <c:v>43780</c:v>
                </c:pt>
                <c:pt idx="3616">
                  <c:v>43781</c:v>
                </c:pt>
                <c:pt idx="3617">
                  <c:v>43782</c:v>
                </c:pt>
                <c:pt idx="3618">
                  <c:v>43783</c:v>
                </c:pt>
                <c:pt idx="3619">
                  <c:v>43784</c:v>
                </c:pt>
                <c:pt idx="3620">
                  <c:v>43787</c:v>
                </c:pt>
                <c:pt idx="3621">
                  <c:v>43788</c:v>
                </c:pt>
                <c:pt idx="3622">
                  <c:v>43789</c:v>
                </c:pt>
                <c:pt idx="3623">
                  <c:v>43790</c:v>
                </c:pt>
                <c:pt idx="3624">
                  <c:v>43791</c:v>
                </c:pt>
                <c:pt idx="3625">
                  <c:v>43794</c:v>
                </c:pt>
                <c:pt idx="3626">
                  <c:v>43795</c:v>
                </c:pt>
                <c:pt idx="3627">
                  <c:v>43796</c:v>
                </c:pt>
                <c:pt idx="3628">
                  <c:v>43797</c:v>
                </c:pt>
                <c:pt idx="3629">
                  <c:v>43798</c:v>
                </c:pt>
                <c:pt idx="3630">
                  <c:v>43801</c:v>
                </c:pt>
                <c:pt idx="3631">
                  <c:v>43802</c:v>
                </c:pt>
                <c:pt idx="3632">
                  <c:v>43803</c:v>
                </c:pt>
                <c:pt idx="3633">
                  <c:v>43804</c:v>
                </c:pt>
                <c:pt idx="3634">
                  <c:v>43805</c:v>
                </c:pt>
                <c:pt idx="3635">
                  <c:v>43808</c:v>
                </c:pt>
                <c:pt idx="3636">
                  <c:v>43809</c:v>
                </c:pt>
                <c:pt idx="3637">
                  <c:v>43810</c:v>
                </c:pt>
                <c:pt idx="3638">
                  <c:v>43811</c:v>
                </c:pt>
                <c:pt idx="3639">
                  <c:v>43812</c:v>
                </c:pt>
                <c:pt idx="3640">
                  <c:v>43815</c:v>
                </c:pt>
                <c:pt idx="3641">
                  <c:v>43816</c:v>
                </c:pt>
                <c:pt idx="3642">
                  <c:v>43817</c:v>
                </c:pt>
                <c:pt idx="3643">
                  <c:v>43818</c:v>
                </c:pt>
                <c:pt idx="3644">
                  <c:v>43819</c:v>
                </c:pt>
                <c:pt idx="3645">
                  <c:v>43822</c:v>
                </c:pt>
                <c:pt idx="3646">
                  <c:v>43823</c:v>
                </c:pt>
                <c:pt idx="3647">
                  <c:v>43824</c:v>
                </c:pt>
                <c:pt idx="3648">
                  <c:v>43825</c:v>
                </c:pt>
                <c:pt idx="3649">
                  <c:v>43826</c:v>
                </c:pt>
                <c:pt idx="3650">
                  <c:v>43829</c:v>
                </c:pt>
                <c:pt idx="3651">
                  <c:v>43830</c:v>
                </c:pt>
                <c:pt idx="3652">
                  <c:v>43831</c:v>
                </c:pt>
                <c:pt idx="3653">
                  <c:v>43832</c:v>
                </c:pt>
                <c:pt idx="3654">
                  <c:v>43833</c:v>
                </c:pt>
                <c:pt idx="3655">
                  <c:v>43836</c:v>
                </c:pt>
                <c:pt idx="3656">
                  <c:v>43837</c:v>
                </c:pt>
                <c:pt idx="3657">
                  <c:v>43838</c:v>
                </c:pt>
                <c:pt idx="3658">
                  <c:v>43839</c:v>
                </c:pt>
                <c:pt idx="3659">
                  <c:v>43840</c:v>
                </c:pt>
                <c:pt idx="3660">
                  <c:v>43843</c:v>
                </c:pt>
                <c:pt idx="3661">
                  <c:v>43844</c:v>
                </c:pt>
                <c:pt idx="3662">
                  <c:v>43845</c:v>
                </c:pt>
                <c:pt idx="3663">
                  <c:v>43846</c:v>
                </c:pt>
                <c:pt idx="3664">
                  <c:v>43847</c:v>
                </c:pt>
                <c:pt idx="3665">
                  <c:v>43850</c:v>
                </c:pt>
                <c:pt idx="3666">
                  <c:v>43851</c:v>
                </c:pt>
                <c:pt idx="3667">
                  <c:v>43852</c:v>
                </c:pt>
                <c:pt idx="3668">
                  <c:v>43853</c:v>
                </c:pt>
                <c:pt idx="3669">
                  <c:v>43854</c:v>
                </c:pt>
                <c:pt idx="3670">
                  <c:v>43857</c:v>
                </c:pt>
                <c:pt idx="3671">
                  <c:v>43858</c:v>
                </c:pt>
                <c:pt idx="3672">
                  <c:v>43859</c:v>
                </c:pt>
                <c:pt idx="3673">
                  <c:v>43860</c:v>
                </c:pt>
                <c:pt idx="3674">
                  <c:v>43861</c:v>
                </c:pt>
                <c:pt idx="3675">
                  <c:v>43864</c:v>
                </c:pt>
                <c:pt idx="3676">
                  <c:v>43865</c:v>
                </c:pt>
                <c:pt idx="3677">
                  <c:v>43866</c:v>
                </c:pt>
                <c:pt idx="3678">
                  <c:v>43867</c:v>
                </c:pt>
                <c:pt idx="3679">
                  <c:v>43868</c:v>
                </c:pt>
                <c:pt idx="3680">
                  <c:v>43871</c:v>
                </c:pt>
                <c:pt idx="3681">
                  <c:v>43872</c:v>
                </c:pt>
                <c:pt idx="3682">
                  <c:v>43873</c:v>
                </c:pt>
                <c:pt idx="3683">
                  <c:v>43874</c:v>
                </c:pt>
                <c:pt idx="3684">
                  <c:v>43875</c:v>
                </c:pt>
                <c:pt idx="3685">
                  <c:v>43878</c:v>
                </c:pt>
                <c:pt idx="3686">
                  <c:v>43879</c:v>
                </c:pt>
                <c:pt idx="3687">
                  <c:v>43880</c:v>
                </c:pt>
                <c:pt idx="3688">
                  <c:v>43881</c:v>
                </c:pt>
                <c:pt idx="3689">
                  <c:v>43882</c:v>
                </c:pt>
                <c:pt idx="3690">
                  <c:v>43885</c:v>
                </c:pt>
                <c:pt idx="3691">
                  <c:v>43886</c:v>
                </c:pt>
                <c:pt idx="3692">
                  <c:v>43887</c:v>
                </c:pt>
                <c:pt idx="3693">
                  <c:v>43888</c:v>
                </c:pt>
                <c:pt idx="3694">
                  <c:v>43889</c:v>
                </c:pt>
                <c:pt idx="3695">
                  <c:v>43892</c:v>
                </c:pt>
                <c:pt idx="3696">
                  <c:v>43893</c:v>
                </c:pt>
                <c:pt idx="3697">
                  <c:v>43894</c:v>
                </c:pt>
                <c:pt idx="3698">
                  <c:v>43895</c:v>
                </c:pt>
                <c:pt idx="3699">
                  <c:v>43896</c:v>
                </c:pt>
                <c:pt idx="3700">
                  <c:v>43899</c:v>
                </c:pt>
                <c:pt idx="3701">
                  <c:v>43900</c:v>
                </c:pt>
                <c:pt idx="3702">
                  <c:v>43901</c:v>
                </c:pt>
                <c:pt idx="3703">
                  <c:v>43902</c:v>
                </c:pt>
                <c:pt idx="3704">
                  <c:v>43903</c:v>
                </c:pt>
                <c:pt idx="3705">
                  <c:v>43906</c:v>
                </c:pt>
                <c:pt idx="3706">
                  <c:v>43907</c:v>
                </c:pt>
                <c:pt idx="3707">
                  <c:v>43908</c:v>
                </c:pt>
                <c:pt idx="3708">
                  <c:v>43909</c:v>
                </c:pt>
                <c:pt idx="3709">
                  <c:v>43910</c:v>
                </c:pt>
                <c:pt idx="3710">
                  <c:v>43913</c:v>
                </c:pt>
                <c:pt idx="3711">
                  <c:v>43914</c:v>
                </c:pt>
                <c:pt idx="3712">
                  <c:v>43915</c:v>
                </c:pt>
                <c:pt idx="3713">
                  <c:v>43916</c:v>
                </c:pt>
                <c:pt idx="3714">
                  <c:v>43917</c:v>
                </c:pt>
                <c:pt idx="3715">
                  <c:v>43920</c:v>
                </c:pt>
                <c:pt idx="3716">
                  <c:v>43921</c:v>
                </c:pt>
                <c:pt idx="3717">
                  <c:v>43922</c:v>
                </c:pt>
                <c:pt idx="3718">
                  <c:v>43923</c:v>
                </c:pt>
                <c:pt idx="3719">
                  <c:v>43924</c:v>
                </c:pt>
                <c:pt idx="3720">
                  <c:v>43927</c:v>
                </c:pt>
                <c:pt idx="3721">
                  <c:v>43928</c:v>
                </c:pt>
                <c:pt idx="3722">
                  <c:v>43929</c:v>
                </c:pt>
                <c:pt idx="3723">
                  <c:v>43930</c:v>
                </c:pt>
                <c:pt idx="3724">
                  <c:v>43931</c:v>
                </c:pt>
                <c:pt idx="3725">
                  <c:v>43934</c:v>
                </c:pt>
                <c:pt idx="3726">
                  <c:v>43935</c:v>
                </c:pt>
                <c:pt idx="3727">
                  <c:v>43936</c:v>
                </c:pt>
                <c:pt idx="3728">
                  <c:v>43937</c:v>
                </c:pt>
                <c:pt idx="3729">
                  <c:v>43938</c:v>
                </c:pt>
                <c:pt idx="3730">
                  <c:v>43941</c:v>
                </c:pt>
                <c:pt idx="3731">
                  <c:v>43942</c:v>
                </c:pt>
                <c:pt idx="3732">
                  <c:v>43943</c:v>
                </c:pt>
                <c:pt idx="3733">
                  <c:v>43944</c:v>
                </c:pt>
                <c:pt idx="3734">
                  <c:v>43945</c:v>
                </c:pt>
                <c:pt idx="3735">
                  <c:v>43948</c:v>
                </c:pt>
                <c:pt idx="3736">
                  <c:v>43949</c:v>
                </c:pt>
                <c:pt idx="3737">
                  <c:v>43950</c:v>
                </c:pt>
                <c:pt idx="3738">
                  <c:v>43951</c:v>
                </c:pt>
                <c:pt idx="3739">
                  <c:v>43952</c:v>
                </c:pt>
                <c:pt idx="3740">
                  <c:v>43955</c:v>
                </c:pt>
                <c:pt idx="3741">
                  <c:v>43956</c:v>
                </c:pt>
                <c:pt idx="3742">
                  <c:v>43957</c:v>
                </c:pt>
                <c:pt idx="3743">
                  <c:v>43958</c:v>
                </c:pt>
                <c:pt idx="3744">
                  <c:v>43959</c:v>
                </c:pt>
                <c:pt idx="3745">
                  <c:v>43962</c:v>
                </c:pt>
                <c:pt idx="3746">
                  <c:v>43963</c:v>
                </c:pt>
                <c:pt idx="3747">
                  <c:v>43964</c:v>
                </c:pt>
                <c:pt idx="3748">
                  <c:v>43965</c:v>
                </c:pt>
                <c:pt idx="3749">
                  <c:v>43966</c:v>
                </c:pt>
                <c:pt idx="3750">
                  <c:v>43969</c:v>
                </c:pt>
                <c:pt idx="3751">
                  <c:v>43970</c:v>
                </c:pt>
                <c:pt idx="3752">
                  <c:v>43971</c:v>
                </c:pt>
                <c:pt idx="3753">
                  <c:v>43972</c:v>
                </c:pt>
                <c:pt idx="3754">
                  <c:v>43973</c:v>
                </c:pt>
                <c:pt idx="3755">
                  <c:v>43976</c:v>
                </c:pt>
                <c:pt idx="3756">
                  <c:v>43977</c:v>
                </c:pt>
                <c:pt idx="3757">
                  <c:v>43978</c:v>
                </c:pt>
                <c:pt idx="3758">
                  <c:v>43979</c:v>
                </c:pt>
                <c:pt idx="3759">
                  <c:v>43980</c:v>
                </c:pt>
                <c:pt idx="3760">
                  <c:v>43983</c:v>
                </c:pt>
                <c:pt idx="3761">
                  <c:v>43984</c:v>
                </c:pt>
                <c:pt idx="3762">
                  <c:v>43985</c:v>
                </c:pt>
                <c:pt idx="3763">
                  <c:v>43986</c:v>
                </c:pt>
                <c:pt idx="3764">
                  <c:v>43987</c:v>
                </c:pt>
                <c:pt idx="3765">
                  <c:v>43990</c:v>
                </c:pt>
                <c:pt idx="3766">
                  <c:v>43991</c:v>
                </c:pt>
                <c:pt idx="3767">
                  <c:v>43992</c:v>
                </c:pt>
                <c:pt idx="3768">
                  <c:v>43993</c:v>
                </c:pt>
                <c:pt idx="3769">
                  <c:v>43994</c:v>
                </c:pt>
                <c:pt idx="3770">
                  <c:v>43997</c:v>
                </c:pt>
                <c:pt idx="3771">
                  <c:v>43998</c:v>
                </c:pt>
                <c:pt idx="3772">
                  <c:v>43999</c:v>
                </c:pt>
                <c:pt idx="3773">
                  <c:v>44000</c:v>
                </c:pt>
                <c:pt idx="3774">
                  <c:v>44001</c:v>
                </c:pt>
                <c:pt idx="3775">
                  <c:v>44004</c:v>
                </c:pt>
                <c:pt idx="3776">
                  <c:v>44005</c:v>
                </c:pt>
                <c:pt idx="3777">
                  <c:v>44006</c:v>
                </c:pt>
                <c:pt idx="3778">
                  <c:v>44007</c:v>
                </c:pt>
                <c:pt idx="3779">
                  <c:v>44008</c:v>
                </c:pt>
                <c:pt idx="3780">
                  <c:v>44011</c:v>
                </c:pt>
                <c:pt idx="3781">
                  <c:v>44012</c:v>
                </c:pt>
                <c:pt idx="3782">
                  <c:v>44013</c:v>
                </c:pt>
                <c:pt idx="3783">
                  <c:v>44014</c:v>
                </c:pt>
                <c:pt idx="3784">
                  <c:v>44015</c:v>
                </c:pt>
                <c:pt idx="3785">
                  <c:v>44018</c:v>
                </c:pt>
                <c:pt idx="3786">
                  <c:v>44019</c:v>
                </c:pt>
                <c:pt idx="3787">
                  <c:v>44020</c:v>
                </c:pt>
                <c:pt idx="3788">
                  <c:v>44021</c:v>
                </c:pt>
                <c:pt idx="3789">
                  <c:v>44022</c:v>
                </c:pt>
                <c:pt idx="3790">
                  <c:v>44025</c:v>
                </c:pt>
                <c:pt idx="3791">
                  <c:v>44026</c:v>
                </c:pt>
                <c:pt idx="3792">
                  <c:v>44027</c:v>
                </c:pt>
                <c:pt idx="3793">
                  <c:v>44028</c:v>
                </c:pt>
                <c:pt idx="3794">
                  <c:v>44029</c:v>
                </c:pt>
                <c:pt idx="3795">
                  <c:v>44032</c:v>
                </c:pt>
                <c:pt idx="3796">
                  <c:v>44033</c:v>
                </c:pt>
                <c:pt idx="3797">
                  <c:v>44034</c:v>
                </c:pt>
                <c:pt idx="3798">
                  <c:v>44035</c:v>
                </c:pt>
                <c:pt idx="3799">
                  <c:v>44036</c:v>
                </c:pt>
                <c:pt idx="3800">
                  <c:v>44039</c:v>
                </c:pt>
                <c:pt idx="3801">
                  <c:v>44040</c:v>
                </c:pt>
                <c:pt idx="3802">
                  <c:v>44041</c:v>
                </c:pt>
                <c:pt idx="3803">
                  <c:v>44042</c:v>
                </c:pt>
                <c:pt idx="3804">
                  <c:v>44043</c:v>
                </c:pt>
                <c:pt idx="3805">
                  <c:v>44046</c:v>
                </c:pt>
                <c:pt idx="3806">
                  <c:v>44047</c:v>
                </c:pt>
                <c:pt idx="3807">
                  <c:v>44048</c:v>
                </c:pt>
                <c:pt idx="3808">
                  <c:v>44049</c:v>
                </c:pt>
                <c:pt idx="3809">
                  <c:v>44050</c:v>
                </c:pt>
                <c:pt idx="3810">
                  <c:v>44053</c:v>
                </c:pt>
                <c:pt idx="3811">
                  <c:v>44054</c:v>
                </c:pt>
                <c:pt idx="3812">
                  <c:v>44055</c:v>
                </c:pt>
                <c:pt idx="3813">
                  <c:v>44056</c:v>
                </c:pt>
                <c:pt idx="3814">
                  <c:v>44057</c:v>
                </c:pt>
                <c:pt idx="3815">
                  <c:v>44060</c:v>
                </c:pt>
                <c:pt idx="3816">
                  <c:v>44061</c:v>
                </c:pt>
                <c:pt idx="3817">
                  <c:v>44062</c:v>
                </c:pt>
                <c:pt idx="3818">
                  <c:v>44063</c:v>
                </c:pt>
                <c:pt idx="3819">
                  <c:v>44064</c:v>
                </c:pt>
                <c:pt idx="3820">
                  <c:v>44067</c:v>
                </c:pt>
                <c:pt idx="3821">
                  <c:v>44068</c:v>
                </c:pt>
                <c:pt idx="3822">
                  <c:v>44069</c:v>
                </c:pt>
                <c:pt idx="3823">
                  <c:v>44070</c:v>
                </c:pt>
                <c:pt idx="3824">
                  <c:v>44071</c:v>
                </c:pt>
                <c:pt idx="3825">
                  <c:v>44074</c:v>
                </c:pt>
                <c:pt idx="3826">
                  <c:v>44075</c:v>
                </c:pt>
                <c:pt idx="3827">
                  <c:v>44076</c:v>
                </c:pt>
                <c:pt idx="3828">
                  <c:v>44077</c:v>
                </c:pt>
                <c:pt idx="3829">
                  <c:v>44078</c:v>
                </c:pt>
                <c:pt idx="3830">
                  <c:v>44081</c:v>
                </c:pt>
                <c:pt idx="3831">
                  <c:v>44082</c:v>
                </c:pt>
                <c:pt idx="3832">
                  <c:v>44083</c:v>
                </c:pt>
                <c:pt idx="3833">
                  <c:v>44084</c:v>
                </c:pt>
                <c:pt idx="3834">
                  <c:v>44085</c:v>
                </c:pt>
                <c:pt idx="3835">
                  <c:v>44088</c:v>
                </c:pt>
                <c:pt idx="3836">
                  <c:v>44089</c:v>
                </c:pt>
                <c:pt idx="3837">
                  <c:v>44090</c:v>
                </c:pt>
                <c:pt idx="3838">
                  <c:v>44091</c:v>
                </c:pt>
                <c:pt idx="3839">
                  <c:v>44092</c:v>
                </c:pt>
                <c:pt idx="3840">
                  <c:v>44095</c:v>
                </c:pt>
                <c:pt idx="3841">
                  <c:v>44096</c:v>
                </c:pt>
                <c:pt idx="3842">
                  <c:v>44097</c:v>
                </c:pt>
                <c:pt idx="3843">
                  <c:v>44098</c:v>
                </c:pt>
                <c:pt idx="3844">
                  <c:v>44099</c:v>
                </c:pt>
                <c:pt idx="3845">
                  <c:v>44102</c:v>
                </c:pt>
                <c:pt idx="3846">
                  <c:v>44103</c:v>
                </c:pt>
                <c:pt idx="3847">
                  <c:v>44104</c:v>
                </c:pt>
                <c:pt idx="3848">
                  <c:v>44105</c:v>
                </c:pt>
                <c:pt idx="3849">
                  <c:v>44106</c:v>
                </c:pt>
                <c:pt idx="3850">
                  <c:v>44109</c:v>
                </c:pt>
                <c:pt idx="3851">
                  <c:v>44110</c:v>
                </c:pt>
                <c:pt idx="3852">
                  <c:v>44111</c:v>
                </c:pt>
                <c:pt idx="3853">
                  <c:v>44112</c:v>
                </c:pt>
                <c:pt idx="3854">
                  <c:v>44113</c:v>
                </c:pt>
                <c:pt idx="3855">
                  <c:v>44116</c:v>
                </c:pt>
                <c:pt idx="3856">
                  <c:v>44117</c:v>
                </c:pt>
                <c:pt idx="3857">
                  <c:v>44118</c:v>
                </c:pt>
                <c:pt idx="3858">
                  <c:v>44119</c:v>
                </c:pt>
                <c:pt idx="3859">
                  <c:v>44120</c:v>
                </c:pt>
                <c:pt idx="3860">
                  <c:v>44123</c:v>
                </c:pt>
                <c:pt idx="3861">
                  <c:v>44124</c:v>
                </c:pt>
                <c:pt idx="3862">
                  <c:v>44125</c:v>
                </c:pt>
                <c:pt idx="3863">
                  <c:v>44126</c:v>
                </c:pt>
                <c:pt idx="3864">
                  <c:v>44127</c:v>
                </c:pt>
                <c:pt idx="3865">
                  <c:v>44130</c:v>
                </c:pt>
                <c:pt idx="3866">
                  <c:v>44131</c:v>
                </c:pt>
                <c:pt idx="3867">
                  <c:v>44132</c:v>
                </c:pt>
                <c:pt idx="3868">
                  <c:v>44133</c:v>
                </c:pt>
                <c:pt idx="3869">
                  <c:v>44134</c:v>
                </c:pt>
                <c:pt idx="3870">
                  <c:v>44137</c:v>
                </c:pt>
                <c:pt idx="3871">
                  <c:v>44138</c:v>
                </c:pt>
                <c:pt idx="3872">
                  <c:v>44139</c:v>
                </c:pt>
                <c:pt idx="3873">
                  <c:v>44140</c:v>
                </c:pt>
                <c:pt idx="3874">
                  <c:v>44141</c:v>
                </c:pt>
                <c:pt idx="3875">
                  <c:v>44144</c:v>
                </c:pt>
                <c:pt idx="3876">
                  <c:v>44145</c:v>
                </c:pt>
                <c:pt idx="3877">
                  <c:v>44146</c:v>
                </c:pt>
                <c:pt idx="3878">
                  <c:v>44147</c:v>
                </c:pt>
                <c:pt idx="3879">
                  <c:v>44148</c:v>
                </c:pt>
                <c:pt idx="3880">
                  <c:v>44151</c:v>
                </c:pt>
                <c:pt idx="3881">
                  <c:v>44152</c:v>
                </c:pt>
                <c:pt idx="3882">
                  <c:v>44153</c:v>
                </c:pt>
                <c:pt idx="3883">
                  <c:v>44154</c:v>
                </c:pt>
                <c:pt idx="3884">
                  <c:v>44155</c:v>
                </c:pt>
                <c:pt idx="3885">
                  <c:v>44158</c:v>
                </c:pt>
                <c:pt idx="3886">
                  <c:v>44159</c:v>
                </c:pt>
                <c:pt idx="3887">
                  <c:v>44160</c:v>
                </c:pt>
                <c:pt idx="3888">
                  <c:v>44161</c:v>
                </c:pt>
                <c:pt idx="3889">
                  <c:v>44162</c:v>
                </c:pt>
                <c:pt idx="3890">
                  <c:v>44165</c:v>
                </c:pt>
                <c:pt idx="3891">
                  <c:v>44166</c:v>
                </c:pt>
                <c:pt idx="3892">
                  <c:v>44167</c:v>
                </c:pt>
                <c:pt idx="3893">
                  <c:v>44168</c:v>
                </c:pt>
                <c:pt idx="3894">
                  <c:v>44169</c:v>
                </c:pt>
                <c:pt idx="3895">
                  <c:v>44172</c:v>
                </c:pt>
                <c:pt idx="3896">
                  <c:v>44173</c:v>
                </c:pt>
                <c:pt idx="3897">
                  <c:v>44174</c:v>
                </c:pt>
                <c:pt idx="3898">
                  <c:v>44175</c:v>
                </c:pt>
                <c:pt idx="3899">
                  <c:v>44176</c:v>
                </c:pt>
                <c:pt idx="3900">
                  <c:v>44179</c:v>
                </c:pt>
                <c:pt idx="3901">
                  <c:v>44180</c:v>
                </c:pt>
                <c:pt idx="3902">
                  <c:v>44181</c:v>
                </c:pt>
                <c:pt idx="3903">
                  <c:v>44182</c:v>
                </c:pt>
                <c:pt idx="3904">
                  <c:v>44183</c:v>
                </c:pt>
                <c:pt idx="3905">
                  <c:v>44186</c:v>
                </c:pt>
                <c:pt idx="3906">
                  <c:v>44187</c:v>
                </c:pt>
                <c:pt idx="3907">
                  <c:v>44188</c:v>
                </c:pt>
                <c:pt idx="3908">
                  <c:v>44189</c:v>
                </c:pt>
                <c:pt idx="3909">
                  <c:v>44190</c:v>
                </c:pt>
                <c:pt idx="3910">
                  <c:v>44193</c:v>
                </c:pt>
                <c:pt idx="3911">
                  <c:v>44194</c:v>
                </c:pt>
                <c:pt idx="3912">
                  <c:v>44195</c:v>
                </c:pt>
                <c:pt idx="3913">
                  <c:v>44196</c:v>
                </c:pt>
                <c:pt idx="3914">
                  <c:v>44197</c:v>
                </c:pt>
                <c:pt idx="3915">
                  <c:v>44200</c:v>
                </c:pt>
                <c:pt idx="3916">
                  <c:v>44201</c:v>
                </c:pt>
                <c:pt idx="3917">
                  <c:v>44202</c:v>
                </c:pt>
                <c:pt idx="3918">
                  <c:v>44203</c:v>
                </c:pt>
                <c:pt idx="3919">
                  <c:v>44204</c:v>
                </c:pt>
                <c:pt idx="3920">
                  <c:v>44207</c:v>
                </c:pt>
                <c:pt idx="3921">
                  <c:v>44208</c:v>
                </c:pt>
                <c:pt idx="3922">
                  <c:v>44209</c:v>
                </c:pt>
                <c:pt idx="3923">
                  <c:v>44210</c:v>
                </c:pt>
                <c:pt idx="3924">
                  <c:v>44211</c:v>
                </c:pt>
                <c:pt idx="3925">
                  <c:v>44214</c:v>
                </c:pt>
                <c:pt idx="3926">
                  <c:v>44215</c:v>
                </c:pt>
                <c:pt idx="3927">
                  <c:v>44216</c:v>
                </c:pt>
                <c:pt idx="3928">
                  <c:v>44217</c:v>
                </c:pt>
                <c:pt idx="3929">
                  <c:v>44218</c:v>
                </c:pt>
                <c:pt idx="3930">
                  <c:v>44221</c:v>
                </c:pt>
                <c:pt idx="3931">
                  <c:v>44222</c:v>
                </c:pt>
                <c:pt idx="3932">
                  <c:v>44223</c:v>
                </c:pt>
                <c:pt idx="3933">
                  <c:v>44224</c:v>
                </c:pt>
                <c:pt idx="3934">
                  <c:v>44225</c:v>
                </c:pt>
                <c:pt idx="3935">
                  <c:v>44228</c:v>
                </c:pt>
                <c:pt idx="3936">
                  <c:v>44229</c:v>
                </c:pt>
                <c:pt idx="3937">
                  <c:v>44230</c:v>
                </c:pt>
                <c:pt idx="3938">
                  <c:v>44231</c:v>
                </c:pt>
                <c:pt idx="3939">
                  <c:v>44232</c:v>
                </c:pt>
                <c:pt idx="3940">
                  <c:v>44235</c:v>
                </c:pt>
                <c:pt idx="3941">
                  <c:v>44236</c:v>
                </c:pt>
                <c:pt idx="3942">
                  <c:v>44237</c:v>
                </c:pt>
                <c:pt idx="3943">
                  <c:v>44238</c:v>
                </c:pt>
                <c:pt idx="3944">
                  <c:v>44239</c:v>
                </c:pt>
                <c:pt idx="3945">
                  <c:v>44242</c:v>
                </c:pt>
                <c:pt idx="3946">
                  <c:v>44243</c:v>
                </c:pt>
                <c:pt idx="3947">
                  <c:v>44244</c:v>
                </c:pt>
                <c:pt idx="3948">
                  <c:v>44245</c:v>
                </c:pt>
                <c:pt idx="3949">
                  <c:v>44246</c:v>
                </c:pt>
                <c:pt idx="3950">
                  <c:v>44249</c:v>
                </c:pt>
                <c:pt idx="3951">
                  <c:v>44250</c:v>
                </c:pt>
                <c:pt idx="3952">
                  <c:v>44251</c:v>
                </c:pt>
                <c:pt idx="3953">
                  <c:v>44252</c:v>
                </c:pt>
                <c:pt idx="3954">
                  <c:v>44253</c:v>
                </c:pt>
                <c:pt idx="3955">
                  <c:v>44256</c:v>
                </c:pt>
                <c:pt idx="3956">
                  <c:v>44257</c:v>
                </c:pt>
                <c:pt idx="3957">
                  <c:v>44258</c:v>
                </c:pt>
                <c:pt idx="3958">
                  <c:v>44259</c:v>
                </c:pt>
                <c:pt idx="3959">
                  <c:v>44260</c:v>
                </c:pt>
                <c:pt idx="3960">
                  <c:v>44263</c:v>
                </c:pt>
                <c:pt idx="3961">
                  <c:v>44264</c:v>
                </c:pt>
                <c:pt idx="3962">
                  <c:v>44265</c:v>
                </c:pt>
                <c:pt idx="3963">
                  <c:v>44266</c:v>
                </c:pt>
                <c:pt idx="3964">
                  <c:v>44267</c:v>
                </c:pt>
                <c:pt idx="3965">
                  <c:v>44270</c:v>
                </c:pt>
                <c:pt idx="3966">
                  <c:v>44271</c:v>
                </c:pt>
                <c:pt idx="3967">
                  <c:v>44272</c:v>
                </c:pt>
                <c:pt idx="3968">
                  <c:v>44273</c:v>
                </c:pt>
                <c:pt idx="3969">
                  <c:v>44274</c:v>
                </c:pt>
                <c:pt idx="3970">
                  <c:v>44277</c:v>
                </c:pt>
                <c:pt idx="3971">
                  <c:v>44278</c:v>
                </c:pt>
                <c:pt idx="3972">
                  <c:v>44279</c:v>
                </c:pt>
                <c:pt idx="3973">
                  <c:v>44280</c:v>
                </c:pt>
                <c:pt idx="3974">
                  <c:v>44281</c:v>
                </c:pt>
                <c:pt idx="3975">
                  <c:v>44284</c:v>
                </c:pt>
                <c:pt idx="3976">
                  <c:v>44285</c:v>
                </c:pt>
                <c:pt idx="3977">
                  <c:v>44286</c:v>
                </c:pt>
                <c:pt idx="3978">
                  <c:v>44287</c:v>
                </c:pt>
                <c:pt idx="3979">
                  <c:v>44288</c:v>
                </c:pt>
                <c:pt idx="3980">
                  <c:v>44291</c:v>
                </c:pt>
                <c:pt idx="3981">
                  <c:v>44292</c:v>
                </c:pt>
                <c:pt idx="3982">
                  <c:v>44293</c:v>
                </c:pt>
                <c:pt idx="3983">
                  <c:v>44294</c:v>
                </c:pt>
                <c:pt idx="3984">
                  <c:v>44295</c:v>
                </c:pt>
                <c:pt idx="3985">
                  <c:v>44298</c:v>
                </c:pt>
                <c:pt idx="3986">
                  <c:v>44299</c:v>
                </c:pt>
                <c:pt idx="3987">
                  <c:v>44300</c:v>
                </c:pt>
                <c:pt idx="3988">
                  <c:v>44301</c:v>
                </c:pt>
                <c:pt idx="3989">
                  <c:v>44302</c:v>
                </c:pt>
                <c:pt idx="3990">
                  <c:v>44305</c:v>
                </c:pt>
                <c:pt idx="3991">
                  <c:v>44306</c:v>
                </c:pt>
                <c:pt idx="3992">
                  <c:v>44307</c:v>
                </c:pt>
                <c:pt idx="3993">
                  <c:v>44308</c:v>
                </c:pt>
                <c:pt idx="3994">
                  <c:v>44309</c:v>
                </c:pt>
                <c:pt idx="3995">
                  <c:v>44312</c:v>
                </c:pt>
                <c:pt idx="3996">
                  <c:v>44313</c:v>
                </c:pt>
                <c:pt idx="3997">
                  <c:v>44314</c:v>
                </c:pt>
                <c:pt idx="3998">
                  <c:v>44315</c:v>
                </c:pt>
                <c:pt idx="3999">
                  <c:v>44316</c:v>
                </c:pt>
                <c:pt idx="4000">
                  <c:v>44319</c:v>
                </c:pt>
                <c:pt idx="4001">
                  <c:v>44320</c:v>
                </c:pt>
                <c:pt idx="4002">
                  <c:v>44321</c:v>
                </c:pt>
                <c:pt idx="4003">
                  <c:v>44322</c:v>
                </c:pt>
                <c:pt idx="4004">
                  <c:v>44323</c:v>
                </c:pt>
                <c:pt idx="4005">
                  <c:v>44326</c:v>
                </c:pt>
                <c:pt idx="4006">
                  <c:v>44327</c:v>
                </c:pt>
                <c:pt idx="4007">
                  <c:v>44328</c:v>
                </c:pt>
                <c:pt idx="4008">
                  <c:v>44329</c:v>
                </c:pt>
                <c:pt idx="4009">
                  <c:v>44330</c:v>
                </c:pt>
                <c:pt idx="4010">
                  <c:v>44333</c:v>
                </c:pt>
                <c:pt idx="4011">
                  <c:v>44334</c:v>
                </c:pt>
                <c:pt idx="4012">
                  <c:v>44335</c:v>
                </c:pt>
                <c:pt idx="4013">
                  <c:v>44336</c:v>
                </c:pt>
                <c:pt idx="4014">
                  <c:v>44337</c:v>
                </c:pt>
                <c:pt idx="4015">
                  <c:v>44340</c:v>
                </c:pt>
                <c:pt idx="4016">
                  <c:v>44341</c:v>
                </c:pt>
                <c:pt idx="4017">
                  <c:v>44342</c:v>
                </c:pt>
                <c:pt idx="4018">
                  <c:v>44343</c:v>
                </c:pt>
                <c:pt idx="4019">
                  <c:v>44344</c:v>
                </c:pt>
                <c:pt idx="4020">
                  <c:v>44347</c:v>
                </c:pt>
                <c:pt idx="4021">
                  <c:v>44348</c:v>
                </c:pt>
                <c:pt idx="4022">
                  <c:v>44349</c:v>
                </c:pt>
                <c:pt idx="4023">
                  <c:v>44350</c:v>
                </c:pt>
                <c:pt idx="4024">
                  <c:v>44351</c:v>
                </c:pt>
                <c:pt idx="4025">
                  <c:v>44354</c:v>
                </c:pt>
                <c:pt idx="4026">
                  <c:v>44355</c:v>
                </c:pt>
                <c:pt idx="4027">
                  <c:v>44356</c:v>
                </c:pt>
                <c:pt idx="4028">
                  <c:v>44357</c:v>
                </c:pt>
                <c:pt idx="4029">
                  <c:v>44358</c:v>
                </c:pt>
                <c:pt idx="4030">
                  <c:v>44361</c:v>
                </c:pt>
                <c:pt idx="4031">
                  <c:v>44362</c:v>
                </c:pt>
                <c:pt idx="4032">
                  <c:v>44363</c:v>
                </c:pt>
                <c:pt idx="4033">
                  <c:v>44364</c:v>
                </c:pt>
                <c:pt idx="4034">
                  <c:v>44365</c:v>
                </c:pt>
                <c:pt idx="4035">
                  <c:v>44368</c:v>
                </c:pt>
                <c:pt idx="4036">
                  <c:v>44369</c:v>
                </c:pt>
                <c:pt idx="4037">
                  <c:v>44370</c:v>
                </c:pt>
                <c:pt idx="4038">
                  <c:v>44371</c:v>
                </c:pt>
                <c:pt idx="4039">
                  <c:v>44372</c:v>
                </c:pt>
                <c:pt idx="4040">
                  <c:v>44375</c:v>
                </c:pt>
                <c:pt idx="4041">
                  <c:v>44376</c:v>
                </c:pt>
                <c:pt idx="4042">
                  <c:v>44377</c:v>
                </c:pt>
                <c:pt idx="4043">
                  <c:v>44378</c:v>
                </c:pt>
                <c:pt idx="4044">
                  <c:v>44379</c:v>
                </c:pt>
                <c:pt idx="4045">
                  <c:v>44382</c:v>
                </c:pt>
                <c:pt idx="4046">
                  <c:v>44383</c:v>
                </c:pt>
                <c:pt idx="4047">
                  <c:v>44384</c:v>
                </c:pt>
                <c:pt idx="4048">
                  <c:v>44385</c:v>
                </c:pt>
                <c:pt idx="4049">
                  <c:v>44386</c:v>
                </c:pt>
                <c:pt idx="4050">
                  <c:v>44389</c:v>
                </c:pt>
                <c:pt idx="4051">
                  <c:v>44390</c:v>
                </c:pt>
                <c:pt idx="4052">
                  <c:v>44391</c:v>
                </c:pt>
                <c:pt idx="4053">
                  <c:v>44392</c:v>
                </c:pt>
                <c:pt idx="4054">
                  <c:v>44393</c:v>
                </c:pt>
                <c:pt idx="4055">
                  <c:v>44396</c:v>
                </c:pt>
                <c:pt idx="4056">
                  <c:v>44397</c:v>
                </c:pt>
                <c:pt idx="4057">
                  <c:v>44398</c:v>
                </c:pt>
                <c:pt idx="4058">
                  <c:v>44399</c:v>
                </c:pt>
                <c:pt idx="4059">
                  <c:v>44400</c:v>
                </c:pt>
                <c:pt idx="4060">
                  <c:v>44403</c:v>
                </c:pt>
                <c:pt idx="4061">
                  <c:v>44404</c:v>
                </c:pt>
                <c:pt idx="4062">
                  <c:v>44405</c:v>
                </c:pt>
                <c:pt idx="4063">
                  <c:v>44406</c:v>
                </c:pt>
                <c:pt idx="4064">
                  <c:v>44407</c:v>
                </c:pt>
                <c:pt idx="4065">
                  <c:v>44410</c:v>
                </c:pt>
                <c:pt idx="4066">
                  <c:v>44411</c:v>
                </c:pt>
                <c:pt idx="4067">
                  <c:v>44412</c:v>
                </c:pt>
                <c:pt idx="4068">
                  <c:v>44413</c:v>
                </c:pt>
                <c:pt idx="4069">
                  <c:v>44414</c:v>
                </c:pt>
                <c:pt idx="4070">
                  <c:v>44417</c:v>
                </c:pt>
                <c:pt idx="4071">
                  <c:v>44418</c:v>
                </c:pt>
                <c:pt idx="4072">
                  <c:v>44419</c:v>
                </c:pt>
                <c:pt idx="4073">
                  <c:v>44420</c:v>
                </c:pt>
                <c:pt idx="4074">
                  <c:v>44421</c:v>
                </c:pt>
                <c:pt idx="4075">
                  <c:v>44424</c:v>
                </c:pt>
                <c:pt idx="4076">
                  <c:v>44425</c:v>
                </c:pt>
                <c:pt idx="4077">
                  <c:v>44426</c:v>
                </c:pt>
                <c:pt idx="4078">
                  <c:v>44427</c:v>
                </c:pt>
                <c:pt idx="4079">
                  <c:v>44428</c:v>
                </c:pt>
                <c:pt idx="4080">
                  <c:v>44431</c:v>
                </c:pt>
                <c:pt idx="4081">
                  <c:v>44432</c:v>
                </c:pt>
                <c:pt idx="4082">
                  <c:v>44433</c:v>
                </c:pt>
                <c:pt idx="4083">
                  <c:v>44434</c:v>
                </c:pt>
                <c:pt idx="4084">
                  <c:v>44435</c:v>
                </c:pt>
                <c:pt idx="4085">
                  <c:v>44438</c:v>
                </c:pt>
                <c:pt idx="4086">
                  <c:v>44439</c:v>
                </c:pt>
                <c:pt idx="4087">
                  <c:v>44440</c:v>
                </c:pt>
                <c:pt idx="4088">
                  <c:v>44441</c:v>
                </c:pt>
                <c:pt idx="4089">
                  <c:v>44442</c:v>
                </c:pt>
                <c:pt idx="4090">
                  <c:v>44445</c:v>
                </c:pt>
                <c:pt idx="4091">
                  <c:v>44446</c:v>
                </c:pt>
                <c:pt idx="4092">
                  <c:v>44447</c:v>
                </c:pt>
                <c:pt idx="4093">
                  <c:v>44448</c:v>
                </c:pt>
                <c:pt idx="4094">
                  <c:v>44449</c:v>
                </c:pt>
                <c:pt idx="4095">
                  <c:v>44452</c:v>
                </c:pt>
                <c:pt idx="4096">
                  <c:v>44453</c:v>
                </c:pt>
                <c:pt idx="4097">
                  <c:v>44454</c:v>
                </c:pt>
                <c:pt idx="4098">
                  <c:v>44455</c:v>
                </c:pt>
                <c:pt idx="4099">
                  <c:v>44456</c:v>
                </c:pt>
                <c:pt idx="4100">
                  <c:v>44459</c:v>
                </c:pt>
                <c:pt idx="4101">
                  <c:v>44460</c:v>
                </c:pt>
                <c:pt idx="4102">
                  <c:v>44461</c:v>
                </c:pt>
                <c:pt idx="4103">
                  <c:v>44462</c:v>
                </c:pt>
                <c:pt idx="4104">
                  <c:v>44463</c:v>
                </c:pt>
                <c:pt idx="4105">
                  <c:v>44466</c:v>
                </c:pt>
                <c:pt idx="4106">
                  <c:v>44467</c:v>
                </c:pt>
                <c:pt idx="4107">
                  <c:v>44468</c:v>
                </c:pt>
                <c:pt idx="4108">
                  <c:v>44469</c:v>
                </c:pt>
                <c:pt idx="4109">
                  <c:v>44470</c:v>
                </c:pt>
                <c:pt idx="4110">
                  <c:v>44473</c:v>
                </c:pt>
                <c:pt idx="4111">
                  <c:v>44474</c:v>
                </c:pt>
                <c:pt idx="4112">
                  <c:v>44475</c:v>
                </c:pt>
                <c:pt idx="4113">
                  <c:v>44476</c:v>
                </c:pt>
                <c:pt idx="4114">
                  <c:v>44477</c:v>
                </c:pt>
                <c:pt idx="4115">
                  <c:v>44480</c:v>
                </c:pt>
                <c:pt idx="4116">
                  <c:v>44481</c:v>
                </c:pt>
                <c:pt idx="4117">
                  <c:v>44482</c:v>
                </c:pt>
                <c:pt idx="4118">
                  <c:v>44483</c:v>
                </c:pt>
                <c:pt idx="4119">
                  <c:v>44484</c:v>
                </c:pt>
                <c:pt idx="4120">
                  <c:v>44487</c:v>
                </c:pt>
                <c:pt idx="4121">
                  <c:v>44488</c:v>
                </c:pt>
                <c:pt idx="4122">
                  <c:v>44489</c:v>
                </c:pt>
                <c:pt idx="4123">
                  <c:v>44490</c:v>
                </c:pt>
                <c:pt idx="4124">
                  <c:v>44491</c:v>
                </c:pt>
                <c:pt idx="4125">
                  <c:v>44494</c:v>
                </c:pt>
                <c:pt idx="4126">
                  <c:v>44495</c:v>
                </c:pt>
                <c:pt idx="4127">
                  <c:v>44496</c:v>
                </c:pt>
                <c:pt idx="4128">
                  <c:v>44497</c:v>
                </c:pt>
                <c:pt idx="4129">
                  <c:v>44498</c:v>
                </c:pt>
                <c:pt idx="4130">
                  <c:v>44501</c:v>
                </c:pt>
                <c:pt idx="4131">
                  <c:v>44502</c:v>
                </c:pt>
                <c:pt idx="4132">
                  <c:v>44503</c:v>
                </c:pt>
                <c:pt idx="4133">
                  <c:v>44504</c:v>
                </c:pt>
                <c:pt idx="4134">
                  <c:v>44505</c:v>
                </c:pt>
                <c:pt idx="4135">
                  <c:v>44508</c:v>
                </c:pt>
                <c:pt idx="4136">
                  <c:v>44509</c:v>
                </c:pt>
                <c:pt idx="4137">
                  <c:v>44510</c:v>
                </c:pt>
                <c:pt idx="4138">
                  <c:v>44511</c:v>
                </c:pt>
                <c:pt idx="4139">
                  <c:v>44512</c:v>
                </c:pt>
                <c:pt idx="4140">
                  <c:v>44515</c:v>
                </c:pt>
                <c:pt idx="4141">
                  <c:v>44516</c:v>
                </c:pt>
                <c:pt idx="4142">
                  <c:v>44517</c:v>
                </c:pt>
                <c:pt idx="4143">
                  <c:v>44518</c:v>
                </c:pt>
                <c:pt idx="4144">
                  <c:v>44519</c:v>
                </c:pt>
                <c:pt idx="4145">
                  <c:v>44522</c:v>
                </c:pt>
                <c:pt idx="4146">
                  <c:v>44523</c:v>
                </c:pt>
                <c:pt idx="4147">
                  <c:v>44524</c:v>
                </c:pt>
                <c:pt idx="4148">
                  <c:v>44525</c:v>
                </c:pt>
                <c:pt idx="4149">
                  <c:v>44526</c:v>
                </c:pt>
                <c:pt idx="4150">
                  <c:v>44529</c:v>
                </c:pt>
                <c:pt idx="4151">
                  <c:v>44530</c:v>
                </c:pt>
                <c:pt idx="4152">
                  <c:v>44531</c:v>
                </c:pt>
                <c:pt idx="4153">
                  <c:v>44532</c:v>
                </c:pt>
                <c:pt idx="4154">
                  <c:v>44533</c:v>
                </c:pt>
                <c:pt idx="4155">
                  <c:v>44536</c:v>
                </c:pt>
                <c:pt idx="4156">
                  <c:v>44537</c:v>
                </c:pt>
                <c:pt idx="4157">
                  <c:v>44538</c:v>
                </c:pt>
                <c:pt idx="4158">
                  <c:v>44539</c:v>
                </c:pt>
                <c:pt idx="4159">
                  <c:v>44540</c:v>
                </c:pt>
                <c:pt idx="4160">
                  <c:v>44543</c:v>
                </c:pt>
                <c:pt idx="4161">
                  <c:v>44544</c:v>
                </c:pt>
                <c:pt idx="4162">
                  <c:v>44545</c:v>
                </c:pt>
                <c:pt idx="4163">
                  <c:v>44546</c:v>
                </c:pt>
                <c:pt idx="4164">
                  <c:v>44547</c:v>
                </c:pt>
                <c:pt idx="4165">
                  <c:v>44550</c:v>
                </c:pt>
                <c:pt idx="4166">
                  <c:v>44551</c:v>
                </c:pt>
                <c:pt idx="4167">
                  <c:v>44552</c:v>
                </c:pt>
                <c:pt idx="4168">
                  <c:v>44553</c:v>
                </c:pt>
                <c:pt idx="4169">
                  <c:v>44554</c:v>
                </c:pt>
                <c:pt idx="4170">
                  <c:v>44557</c:v>
                </c:pt>
                <c:pt idx="4171">
                  <c:v>44558</c:v>
                </c:pt>
                <c:pt idx="4172">
                  <c:v>44559</c:v>
                </c:pt>
                <c:pt idx="4173">
                  <c:v>44560</c:v>
                </c:pt>
                <c:pt idx="4174">
                  <c:v>44561</c:v>
                </c:pt>
                <c:pt idx="4175">
                  <c:v>44564</c:v>
                </c:pt>
                <c:pt idx="4176">
                  <c:v>44565</c:v>
                </c:pt>
                <c:pt idx="4177">
                  <c:v>44566</c:v>
                </c:pt>
                <c:pt idx="4178">
                  <c:v>44567</c:v>
                </c:pt>
                <c:pt idx="4179">
                  <c:v>44568</c:v>
                </c:pt>
                <c:pt idx="4180">
                  <c:v>44571</c:v>
                </c:pt>
                <c:pt idx="4181">
                  <c:v>44572</c:v>
                </c:pt>
                <c:pt idx="4182">
                  <c:v>44573</c:v>
                </c:pt>
                <c:pt idx="4183">
                  <c:v>44574</c:v>
                </c:pt>
                <c:pt idx="4184">
                  <c:v>44575</c:v>
                </c:pt>
                <c:pt idx="4185">
                  <c:v>44578</c:v>
                </c:pt>
                <c:pt idx="4186">
                  <c:v>44579</c:v>
                </c:pt>
                <c:pt idx="4187">
                  <c:v>44580</c:v>
                </c:pt>
                <c:pt idx="4188">
                  <c:v>44581</c:v>
                </c:pt>
                <c:pt idx="4189">
                  <c:v>44582</c:v>
                </c:pt>
                <c:pt idx="4190">
                  <c:v>44585</c:v>
                </c:pt>
                <c:pt idx="4191">
                  <c:v>44586</c:v>
                </c:pt>
                <c:pt idx="4192">
                  <c:v>44587</c:v>
                </c:pt>
                <c:pt idx="4193">
                  <c:v>44588</c:v>
                </c:pt>
                <c:pt idx="4194">
                  <c:v>44589</c:v>
                </c:pt>
                <c:pt idx="4195">
                  <c:v>44592</c:v>
                </c:pt>
                <c:pt idx="4196">
                  <c:v>44593</c:v>
                </c:pt>
                <c:pt idx="4197">
                  <c:v>44594</c:v>
                </c:pt>
                <c:pt idx="4198">
                  <c:v>44595</c:v>
                </c:pt>
                <c:pt idx="4199">
                  <c:v>44596</c:v>
                </c:pt>
                <c:pt idx="4200">
                  <c:v>44599</c:v>
                </c:pt>
                <c:pt idx="4201">
                  <c:v>44600</c:v>
                </c:pt>
                <c:pt idx="4202">
                  <c:v>44601</c:v>
                </c:pt>
                <c:pt idx="4203">
                  <c:v>44602</c:v>
                </c:pt>
                <c:pt idx="4204">
                  <c:v>44603</c:v>
                </c:pt>
                <c:pt idx="4205">
                  <c:v>44606</c:v>
                </c:pt>
                <c:pt idx="4206">
                  <c:v>44607</c:v>
                </c:pt>
                <c:pt idx="4207">
                  <c:v>44608</c:v>
                </c:pt>
                <c:pt idx="4208">
                  <c:v>44609</c:v>
                </c:pt>
                <c:pt idx="4209">
                  <c:v>44610</c:v>
                </c:pt>
                <c:pt idx="4210">
                  <c:v>44613</c:v>
                </c:pt>
                <c:pt idx="4211">
                  <c:v>44614</c:v>
                </c:pt>
                <c:pt idx="4212">
                  <c:v>44615</c:v>
                </c:pt>
                <c:pt idx="4213">
                  <c:v>44616</c:v>
                </c:pt>
                <c:pt idx="4214">
                  <c:v>44617</c:v>
                </c:pt>
                <c:pt idx="4215">
                  <c:v>44620</c:v>
                </c:pt>
                <c:pt idx="4216">
                  <c:v>44621</c:v>
                </c:pt>
                <c:pt idx="4217">
                  <c:v>44622</c:v>
                </c:pt>
                <c:pt idx="4218">
                  <c:v>44623</c:v>
                </c:pt>
                <c:pt idx="4219">
                  <c:v>44624</c:v>
                </c:pt>
                <c:pt idx="4220">
                  <c:v>44627</c:v>
                </c:pt>
                <c:pt idx="4221">
                  <c:v>44628</c:v>
                </c:pt>
                <c:pt idx="4222">
                  <c:v>44629</c:v>
                </c:pt>
                <c:pt idx="4223">
                  <c:v>44630</c:v>
                </c:pt>
                <c:pt idx="4224">
                  <c:v>44631</c:v>
                </c:pt>
                <c:pt idx="4225">
                  <c:v>44634</c:v>
                </c:pt>
                <c:pt idx="4226">
                  <c:v>44635</c:v>
                </c:pt>
                <c:pt idx="4227">
                  <c:v>44636</c:v>
                </c:pt>
                <c:pt idx="4228">
                  <c:v>44637</c:v>
                </c:pt>
                <c:pt idx="4229">
                  <c:v>44638</c:v>
                </c:pt>
                <c:pt idx="4230">
                  <c:v>44641</c:v>
                </c:pt>
                <c:pt idx="4231">
                  <c:v>44642</c:v>
                </c:pt>
                <c:pt idx="4232">
                  <c:v>44643</c:v>
                </c:pt>
                <c:pt idx="4233">
                  <c:v>44644</c:v>
                </c:pt>
                <c:pt idx="4234">
                  <c:v>44645</c:v>
                </c:pt>
                <c:pt idx="4235">
                  <c:v>44648</c:v>
                </c:pt>
                <c:pt idx="4236">
                  <c:v>44649</c:v>
                </c:pt>
                <c:pt idx="4237">
                  <c:v>44650</c:v>
                </c:pt>
                <c:pt idx="4238">
                  <c:v>44651</c:v>
                </c:pt>
                <c:pt idx="4239">
                  <c:v>44652</c:v>
                </c:pt>
                <c:pt idx="4240">
                  <c:v>44655</c:v>
                </c:pt>
                <c:pt idx="4241">
                  <c:v>44656</c:v>
                </c:pt>
                <c:pt idx="4242">
                  <c:v>44657</c:v>
                </c:pt>
                <c:pt idx="4243">
                  <c:v>44658</c:v>
                </c:pt>
                <c:pt idx="4244">
                  <c:v>44659</c:v>
                </c:pt>
                <c:pt idx="4245">
                  <c:v>44662</c:v>
                </c:pt>
                <c:pt idx="4246">
                  <c:v>44663</c:v>
                </c:pt>
                <c:pt idx="4247">
                  <c:v>44664</c:v>
                </c:pt>
                <c:pt idx="4248">
                  <c:v>44665</c:v>
                </c:pt>
                <c:pt idx="4249">
                  <c:v>44666</c:v>
                </c:pt>
                <c:pt idx="4250">
                  <c:v>44669</c:v>
                </c:pt>
                <c:pt idx="4251">
                  <c:v>44670</c:v>
                </c:pt>
                <c:pt idx="4252">
                  <c:v>44671</c:v>
                </c:pt>
                <c:pt idx="4253">
                  <c:v>44672</c:v>
                </c:pt>
                <c:pt idx="4254">
                  <c:v>44673</c:v>
                </c:pt>
                <c:pt idx="4255">
                  <c:v>44676</c:v>
                </c:pt>
                <c:pt idx="4256">
                  <c:v>44677</c:v>
                </c:pt>
                <c:pt idx="4257">
                  <c:v>44678</c:v>
                </c:pt>
                <c:pt idx="4258">
                  <c:v>44679</c:v>
                </c:pt>
                <c:pt idx="4259">
                  <c:v>44680</c:v>
                </c:pt>
                <c:pt idx="4260">
                  <c:v>44683</c:v>
                </c:pt>
                <c:pt idx="4261">
                  <c:v>44684</c:v>
                </c:pt>
                <c:pt idx="4262">
                  <c:v>44685</c:v>
                </c:pt>
                <c:pt idx="4263">
                  <c:v>44686</c:v>
                </c:pt>
                <c:pt idx="4264">
                  <c:v>44687</c:v>
                </c:pt>
                <c:pt idx="4265">
                  <c:v>44690</c:v>
                </c:pt>
                <c:pt idx="4266">
                  <c:v>44691</c:v>
                </c:pt>
                <c:pt idx="4267">
                  <c:v>44692</c:v>
                </c:pt>
                <c:pt idx="4268">
                  <c:v>44693</c:v>
                </c:pt>
                <c:pt idx="4269">
                  <c:v>44694</c:v>
                </c:pt>
                <c:pt idx="4270">
                  <c:v>44697</c:v>
                </c:pt>
                <c:pt idx="4271">
                  <c:v>44698</c:v>
                </c:pt>
                <c:pt idx="4272">
                  <c:v>44699</c:v>
                </c:pt>
                <c:pt idx="4273">
                  <c:v>44700</c:v>
                </c:pt>
                <c:pt idx="4274">
                  <c:v>44701</c:v>
                </c:pt>
                <c:pt idx="4275">
                  <c:v>44704</c:v>
                </c:pt>
                <c:pt idx="4276">
                  <c:v>44705</c:v>
                </c:pt>
                <c:pt idx="4277">
                  <c:v>44706</c:v>
                </c:pt>
                <c:pt idx="4278">
                  <c:v>44707</c:v>
                </c:pt>
                <c:pt idx="4279">
                  <c:v>44708</c:v>
                </c:pt>
                <c:pt idx="4280">
                  <c:v>44711</c:v>
                </c:pt>
                <c:pt idx="4281">
                  <c:v>44712</c:v>
                </c:pt>
                <c:pt idx="4282">
                  <c:v>44713</c:v>
                </c:pt>
                <c:pt idx="4283">
                  <c:v>44714</c:v>
                </c:pt>
                <c:pt idx="4284">
                  <c:v>44715</c:v>
                </c:pt>
                <c:pt idx="4285">
                  <c:v>44718</c:v>
                </c:pt>
                <c:pt idx="4286">
                  <c:v>44719</c:v>
                </c:pt>
                <c:pt idx="4287">
                  <c:v>44720</c:v>
                </c:pt>
                <c:pt idx="4288">
                  <c:v>44721</c:v>
                </c:pt>
                <c:pt idx="4289">
                  <c:v>44722</c:v>
                </c:pt>
                <c:pt idx="4290">
                  <c:v>44725</c:v>
                </c:pt>
                <c:pt idx="4291">
                  <c:v>44726</c:v>
                </c:pt>
                <c:pt idx="4292">
                  <c:v>44727</c:v>
                </c:pt>
                <c:pt idx="4293">
                  <c:v>44728</c:v>
                </c:pt>
                <c:pt idx="4294">
                  <c:v>44729</c:v>
                </c:pt>
                <c:pt idx="4295">
                  <c:v>44732</c:v>
                </c:pt>
                <c:pt idx="4296">
                  <c:v>44733</c:v>
                </c:pt>
                <c:pt idx="4297">
                  <c:v>44734</c:v>
                </c:pt>
                <c:pt idx="4298">
                  <c:v>44735</c:v>
                </c:pt>
                <c:pt idx="4299">
                  <c:v>44736</c:v>
                </c:pt>
                <c:pt idx="4300">
                  <c:v>44739</c:v>
                </c:pt>
                <c:pt idx="4301">
                  <c:v>44740</c:v>
                </c:pt>
                <c:pt idx="4302">
                  <c:v>44741</c:v>
                </c:pt>
                <c:pt idx="4303">
                  <c:v>44742</c:v>
                </c:pt>
                <c:pt idx="4304">
                  <c:v>44743</c:v>
                </c:pt>
                <c:pt idx="4305">
                  <c:v>44746</c:v>
                </c:pt>
                <c:pt idx="4306">
                  <c:v>44747</c:v>
                </c:pt>
                <c:pt idx="4307">
                  <c:v>44748</c:v>
                </c:pt>
                <c:pt idx="4308">
                  <c:v>44749</c:v>
                </c:pt>
                <c:pt idx="4309">
                  <c:v>44750</c:v>
                </c:pt>
                <c:pt idx="4310">
                  <c:v>44753</c:v>
                </c:pt>
                <c:pt idx="4311">
                  <c:v>44754</c:v>
                </c:pt>
                <c:pt idx="4312">
                  <c:v>44755</c:v>
                </c:pt>
                <c:pt idx="4313">
                  <c:v>44756</c:v>
                </c:pt>
                <c:pt idx="4314">
                  <c:v>44757</c:v>
                </c:pt>
                <c:pt idx="4315">
                  <c:v>44760</c:v>
                </c:pt>
                <c:pt idx="4316">
                  <c:v>44761</c:v>
                </c:pt>
                <c:pt idx="4317">
                  <c:v>44762</c:v>
                </c:pt>
                <c:pt idx="4318">
                  <c:v>44763</c:v>
                </c:pt>
                <c:pt idx="4319">
                  <c:v>44764</c:v>
                </c:pt>
                <c:pt idx="4320">
                  <c:v>44767</c:v>
                </c:pt>
                <c:pt idx="4321">
                  <c:v>44768</c:v>
                </c:pt>
                <c:pt idx="4322">
                  <c:v>44769</c:v>
                </c:pt>
                <c:pt idx="4323">
                  <c:v>44770</c:v>
                </c:pt>
                <c:pt idx="4324">
                  <c:v>44771</c:v>
                </c:pt>
                <c:pt idx="4325">
                  <c:v>44774</c:v>
                </c:pt>
                <c:pt idx="4326">
                  <c:v>44775</c:v>
                </c:pt>
                <c:pt idx="4327">
                  <c:v>44776</c:v>
                </c:pt>
                <c:pt idx="4328">
                  <c:v>44777</c:v>
                </c:pt>
                <c:pt idx="4329">
                  <c:v>44778</c:v>
                </c:pt>
                <c:pt idx="4330">
                  <c:v>44781</c:v>
                </c:pt>
                <c:pt idx="4331">
                  <c:v>44782</c:v>
                </c:pt>
                <c:pt idx="4332">
                  <c:v>44783</c:v>
                </c:pt>
                <c:pt idx="4333">
                  <c:v>44784</c:v>
                </c:pt>
                <c:pt idx="4334">
                  <c:v>44785</c:v>
                </c:pt>
                <c:pt idx="4335">
                  <c:v>44788</c:v>
                </c:pt>
                <c:pt idx="4336">
                  <c:v>44789</c:v>
                </c:pt>
                <c:pt idx="4337">
                  <c:v>44790</c:v>
                </c:pt>
                <c:pt idx="4338">
                  <c:v>44791</c:v>
                </c:pt>
                <c:pt idx="4339">
                  <c:v>44792</c:v>
                </c:pt>
                <c:pt idx="4340">
                  <c:v>44795</c:v>
                </c:pt>
                <c:pt idx="4341">
                  <c:v>44796</c:v>
                </c:pt>
                <c:pt idx="4342">
                  <c:v>44797</c:v>
                </c:pt>
                <c:pt idx="4343">
                  <c:v>44798</c:v>
                </c:pt>
                <c:pt idx="4344">
                  <c:v>44799</c:v>
                </c:pt>
                <c:pt idx="4345">
                  <c:v>44802</c:v>
                </c:pt>
                <c:pt idx="4346">
                  <c:v>44803</c:v>
                </c:pt>
                <c:pt idx="4347">
                  <c:v>44804</c:v>
                </c:pt>
                <c:pt idx="4348">
                  <c:v>44805</c:v>
                </c:pt>
                <c:pt idx="4349">
                  <c:v>44806</c:v>
                </c:pt>
                <c:pt idx="4350">
                  <c:v>44809</c:v>
                </c:pt>
                <c:pt idx="4351">
                  <c:v>44810</c:v>
                </c:pt>
                <c:pt idx="4352">
                  <c:v>44811</c:v>
                </c:pt>
                <c:pt idx="4353">
                  <c:v>44812</c:v>
                </c:pt>
                <c:pt idx="4354">
                  <c:v>44813</c:v>
                </c:pt>
                <c:pt idx="4355">
                  <c:v>44816</c:v>
                </c:pt>
                <c:pt idx="4356">
                  <c:v>44817</c:v>
                </c:pt>
                <c:pt idx="4357">
                  <c:v>44818</c:v>
                </c:pt>
                <c:pt idx="4358">
                  <c:v>44819</c:v>
                </c:pt>
                <c:pt idx="4359">
                  <c:v>44820</c:v>
                </c:pt>
                <c:pt idx="4360">
                  <c:v>44823</c:v>
                </c:pt>
                <c:pt idx="4361">
                  <c:v>44824</c:v>
                </c:pt>
                <c:pt idx="4362">
                  <c:v>44825</c:v>
                </c:pt>
                <c:pt idx="4363">
                  <c:v>44826</c:v>
                </c:pt>
                <c:pt idx="4364">
                  <c:v>44827</c:v>
                </c:pt>
                <c:pt idx="4365">
                  <c:v>44830</c:v>
                </c:pt>
                <c:pt idx="4366">
                  <c:v>44831</c:v>
                </c:pt>
                <c:pt idx="4367">
                  <c:v>44832</c:v>
                </c:pt>
                <c:pt idx="4368">
                  <c:v>44833</c:v>
                </c:pt>
                <c:pt idx="4369">
                  <c:v>44834</c:v>
                </c:pt>
                <c:pt idx="4370">
                  <c:v>44837</c:v>
                </c:pt>
                <c:pt idx="4371">
                  <c:v>44838</c:v>
                </c:pt>
                <c:pt idx="4372">
                  <c:v>44839</c:v>
                </c:pt>
                <c:pt idx="4373">
                  <c:v>44840</c:v>
                </c:pt>
                <c:pt idx="4374">
                  <c:v>44841</c:v>
                </c:pt>
                <c:pt idx="4375">
                  <c:v>44844</c:v>
                </c:pt>
                <c:pt idx="4376">
                  <c:v>44845</c:v>
                </c:pt>
                <c:pt idx="4377">
                  <c:v>44846</c:v>
                </c:pt>
                <c:pt idx="4378">
                  <c:v>44847</c:v>
                </c:pt>
                <c:pt idx="4379">
                  <c:v>44848</c:v>
                </c:pt>
                <c:pt idx="4380">
                  <c:v>44851</c:v>
                </c:pt>
                <c:pt idx="4381">
                  <c:v>44852</c:v>
                </c:pt>
                <c:pt idx="4382">
                  <c:v>44853</c:v>
                </c:pt>
                <c:pt idx="4383">
                  <c:v>44854</c:v>
                </c:pt>
                <c:pt idx="4384">
                  <c:v>44855</c:v>
                </c:pt>
                <c:pt idx="4385">
                  <c:v>44858</c:v>
                </c:pt>
                <c:pt idx="4386">
                  <c:v>44859</c:v>
                </c:pt>
                <c:pt idx="4387">
                  <c:v>44860</c:v>
                </c:pt>
                <c:pt idx="4388">
                  <c:v>44861</c:v>
                </c:pt>
                <c:pt idx="4389">
                  <c:v>44862</c:v>
                </c:pt>
                <c:pt idx="4390">
                  <c:v>44865</c:v>
                </c:pt>
                <c:pt idx="4391">
                  <c:v>44866</c:v>
                </c:pt>
                <c:pt idx="4392">
                  <c:v>44867</c:v>
                </c:pt>
                <c:pt idx="4393">
                  <c:v>44868</c:v>
                </c:pt>
                <c:pt idx="4394">
                  <c:v>44869</c:v>
                </c:pt>
                <c:pt idx="4395">
                  <c:v>44872</c:v>
                </c:pt>
                <c:pt idx="4396">
                  <c:v>44873</c:v>
                </c:pt>
                <c:pt idx="4397">
                  <c:v>44874</c:v>
                </c:pt>
                <c:pt idx="4398">
                  <c:v>44875</c:v>
                </c:pt>
                <c:pt idx="4399">
                  <c:v>44876</c:v>
                </c:pt>
                <c:pt idx="4400">
                  <c:v>44879</c:v>
                </c:pt>
                <c:pt idx="4401">
                  <c:v>44880</c:v>
                </c:pt>
                <c:pt idx="4402">
                  <c:v>44881</c:v>
                </c:pt>
                <c:pt idx="4403">
                  <c:v>44882</c:v>
                </c:pt>
                <c:pt idx="4404">
                  <c:v>44883</c:v>
                </c:pt>
                <c:pt idx="4405">
                  <c:v>44886</c:v>
                </c:pt>
                <c:pt idx="4406">
                  <c:v>44887</c:v>
                </c:pt>
                <c:pt idx="4407">
                  <c:v>44888</c:v>
                </c:pt>
                <c:pt idx="4408">
                  <c:v>44889</c:v>
                </c:pt>
                <c:pt idx="4409">
                  <c:v>44890</c:v>
                </c:pt>
                <c:pt idx="4410">
                  <c:v>44893</c:v>
                </c:pt>
                <c:pt idx="4411">
                  <c:v>44894</c:v>
                </c:pt>
                <c:pt idx="4412">
                  <c:v>44895</c:v>
                </c:pt>
                <c:pt idx="4413">
                  <c:v>44896</c:v>
                </c:pt>
                <c:pt idx="4414">
                  <c:v>44897</c:v>
                </c:pt>
                <c:pt idx="4415">
                  <c:v>44900</c:v>
                </c:pt>
                <c:pt idx="4416">
                  <c:v>44901</c:v>
                </c:pt>
                <c:pt idx="4417">
                  <c:v>44902</c:v>
                </c:pt>
                <c:pt idx="4418">
                  <c:v>44903</c:v>
                </c:pt>
                <c:pt idx="4419">
                  <c:v>44904</c:v>
                </c:pt>
                <c:pt idx="4420">
                  <c:v>44907</c:v>
                </c:pt>
                <c:pt idx="4421">
                  <c:v>44908</c:v>
                </c:pt>
                <c:pt idx="4422">
                  <c:v>44909</c:v>
                </c:pt>
                <c:pt idx="4423">
                  <c:v>44910</c:v>
                </c:pt>
                <c:pt idx="4424">
                  <c:v>44911</c:v>
                </c:pt>
                <c:pt idx="4425">
                  <c:v>44914</c:v>
                </c:pt>
                <c:pt idx="4426">
                  <c:v>44915</c:v>
                </c:pt>
                <c:pt idx="4427">
                  <c:v>44916</c:v>
                </c:pt>
                <c:pt idx="4428">
                  <c:v>44917</c:v>
                </c:pt>
                <c:pt idx="4429">
                  <c:v>44918</c:v>
                </c:pt>
                <c:pt idx="4430">
                  <c:v>44921</c:v>
                </c:pt>
                <c:pt idx="4431">
                  <c:v>44922</c:v>
                </c:pt>
                <c:pt idx="4432">
                  <c:v>44923</c:v>
                </c:pt>
                <c:pt idx="4433">
                  <c:v>44924</c:v>
                </c:pt>
                <c:pt idx="4434">
                  <c:v>44925</c:v>
                </c:pt>
                <c:pt idx="4435">
                  <c:v>44928</c:v>
                </c:pt>
                <c:pt idx="4436">
                  <c:v>44929</c:v>
                </c:pt>
                <c:pt idx="4437">
                  <c:v>44930</c:v>
                </c:pt>
                <c:pt idx="4438">
                  <c:v>44931</c:v>
                </c:pt>
                <c:pt idx="4439">
                  <c:v>44932</c:v>
                </c:pt>
                <c:pt idx="4440">
                  <c:v>44935</c:v>
                </c:pt>
                <c:pt idx="4441">
                  <c:v>44936</c:v>
                </c:pt>
                <c:pt idx="4442">
                  <c:v>44937</c:v>
                </c:pt>
                <c:pt idx="4443">
                  <c:v>44938</c:v>
                </c:pt>
                <c:pt idx="4444">
                  <c:v>44939</c:v>
                </c:pt>
                <c:pt idx="4445">
                  <c:v>44942</c:v>
                </c:pt>
                <c:pt idx="4446">
                  <c:v>44943</c:v>
                </c:pt>
                <c:pt idx="4447">
                  <c:v>44944</c:v>
                </c:pt>
                <c:pt idx="4448">
                  <c:v>44945</c:v>
                </c:pt>
                <c:pt idx="4449">
                  <c:v>44946</c:v>
                </c:pt>
                <c:pt idx="4450">
                  <c:v>44949</c:v>
                </c:pt>
                <c:pt idx="4451">
                  <c:v>44950</c:v>
                </c:pt>
                <c:pt idx="4452">
                  <c:v>44951</c:v>
                </c:pt>
                <c:pt idx="4453">
                  <c:v>44952</c:v>
                </c:pt>
                <c:pt idx="4454">
                  <c:v>44953</c:v>
                </c:pt>
                <c:pt idx="4455">
                  <c:v>44956</c:v>
                </c:pt>
                <c:pt idx="4456">
                  <c:v>44957</c:v>
                </c:pt>
                <c:pt idx="4457">
                  <c:v>44958</c:v>
                </c:pt>
                <c:pt idx="4458">
                  <c:v>44959</c:v>
                </c:pt>
                <c:pt idx="4459">
                  <c:v>44960</c:v>
                </c:pt>
                <c:pt idx="4460">
                  <c:v>44963</c:v>
                </c:pt>
                <c:pt idx="4461">
                  <c:v>44964</c:v>
                </c:pt>
                <c:pt idx="4462">
                  <c:v>44965</c:v>
                </c:pt>
                <c:pt idx="4463">
                  <c:v>44966</c:v>
                </c:pt>
                <c:pt idx="4464">
                  <c:v>44967</c:v>
                </c:pt>
                <c:pt idx="4465">
                  <c:v>44970</c:v>
                </c:pt>
                <c:pt idx="4466">
                  <c:v>44971</c:v>
                </c:pt>
                <c:pt idx="4467">
                  <c:v>44972</c:v>
                </c:pt>
                <c:pt idx="4468">
                  <c:v>44973</c:v>
                </c:pt>
                <c:pt idx="4469">
                  <c:v>44974</c:v>
                </c:pt>
                <c:pt idx="4470">
                  <c:v>44977</c:v>
                </c:pt>
                <c:pt idx="4471">
                  <c:v>44978</c:v>
                </c:pt>
                <c:pt idx="4472">
                  <c:v>44979</c:v>
                </c:pt>
                <c:pt idx="4473">
                  <c:v>44980</c:v>
                </c:pt>
                <c:pt idx="4474">
                  <c:v>44981</c:v>
                </c:pt>
                <c:pt idx="4475">
                  <c:v>44984</c:v>
                </c:pt>
                <c:pt idx="4476">
                  <c:v>44985</c:v>
                </c:pt>
                <c:pt idx="4477">
                  <c:v>44986</c:v>
                </c:pt>
                <c:pt idx="4478">
                  <c:v>44987</c:v>
                </c:pt>
                <c:pt idx="4479">
                  <c:v>44988</c:v>
                </c:pt>
                <c:pt idx="4480">
                  <c:v>44991</c:v>
                </c:pt>
                <c:pt idx="4481">
                  <c:v>44992</c:v>
                </c:pt>
                <c:pt idx="4482">
                  <c:v>44993</c:v>
                </c:pt>
                <c:pt idx="4483">
                  <c:v>44994</c:v>
                </c:pt>
                <c:pt idx="4484">
                  <c:v>44995</c:v>
                </c:pt>
                <c:pt idx="4485">
                  <c:v>44998</c:v>
                </c:pt>
                <c:pt idx="4486">
                  <c:v>44999</c:v>
                </c:pt>
                <c:pt idx="4487">
                  <c:v>45000</c:v>
                </c:pt>
                <c:pt idx="4488">
                  <c:v>45001</c:v>
                </c:pt>
                <c:pt idx="4489">
                  <c:v>45002</c:v>
                </c:pt>
                <c:pt idx="4490">
                  <c:v>45005</c:v>
                </c:pt>
                <c:pt idx="4491">
                  <c:v>45006</c:v>
                </c:pt>
                <c:pt idx="4492">
                  <c:v>45007</c:v>
                </c:pt>
                <c:pt idx="4493">
                  <c:v>45008</c:v>
                </c:pt>
                <c:pt idx="4494">
                  <c:v>45009</c:v>
                </c:pt>
                <c:pt idx="4495">
                  <c:v>45012</c:v>
                </c:pt>
                <c:pt idx="4496">
                  <c:v>45013</c:v>
                </c:pt>
                <c:pt idx="4497">
                  <c:v>45014</c:v>
                </c:pt>
                <c:pt idx="4498">
                  <c:v>45015</c:v>
                </c:pt>
                <c:pt idx="4499">
                  <c:v>45016</c:v>
                </c:pt>
                <c:pt idx="4500">
                  <c:v>45019</c:v>
                </c:pt>
                <c:pt idx="4501">
                  <c:v>45020</c:v>
                </c:pt>
                <c:pt idx="4502">
                  <c:v>45021</c:v>
                </c:pt>
                <c:pt idx="4503">
                  <c:v>45022</c:v>
                </c:pt>
                <c:pt idx="4504">
                  <c:v>45023</c:v>
                </c:pt>
                <c:pt idx="4505">
                  <c:v>45026</c:v>
                </c:pt>
                <c:pt idx="4506">
                  <c:v>45027</c:v>
                </c:pt>
                <c:pt idx="4507">
                  <c:v>45028</c:v>
                </c:pt>
                <c:pt idx="4508">
                  <c:v>45029</c:v>
                </c:pt>
                <c:pt idx="4509">
                  <c:v>45030</c:v>
                </c:pt>
                <c:pt idx="4510">
                  <c:v>45033</c:v>
                </c:pt>
                <c:pt idx="4511">
                  <c:v>45034</c:v>
                </c:pt>
                <c:pt idx="4512">
                  <c:v>45035</c:v>
                </c:pt>
                <c:pt idx="4513">
                  <c:v>45036</c:v>
                </c:pt>
                <c:pt idx="4514">
                  <c:v>45037</c:v>
                </c:pt>
                <c:pt idx="4515">
                  <c:v>45040</c:v>
                </c:pt>
                <c:pt idx="4516">
                  <c:v>45041</c:v>
                </c:pt>
                <c:pt idx="4517">
                  <c:v>45042</c:v>
                </c:pt>
                <c:pt idx="4518">
                  <c:v>45043</c:v>
                </c:pt>
                <c:pt idx="4519">
                  <c:v>45044</c:v>
                </c:pt>
                <c:pt idx="4520">
                  <c:v>45047</c:v>
                </c:pt>
                <c:pt idx="4521">
                  <c:v>45048</c:v>
                </c:pt>
                <c:pt idx="4522">
                  <c:v>45049</c:v>
                </c:pt>
                <c:pt idx="4523">
                  <c:v>45050</c:v>
                </c:pt>
                <c:pt idx="4524">
                  <c:v>45051</c:v>
                </c:pt>
                <c:pt idx="4525">
                  <c:v>45054</c:v>
                </c:pt>
                <c:pt idx="4526">
                  <c:v>45055</c:v>
                </c:pt>
                <c:pt idx="4527">
                  <c:v>45056</c:v>
                </c:pt>
                <c:pt idx="4528">
                  <c:v>45057</c:v>
                </c:pt>
                <c:pt idx="4529">
                  <c:v>45058</c:v>
                </c:pt>
                <c:pt idx="4530">
                  <c:v>45061</c:v>
                </c:pt>
                <c:pt idx="4531">
                  <c:v>45062</c:v>
                </c:pt>
                <c:pt idx="4532">
                  <c:v>45063</c:v>
                </c:pt>
                <c:pt idx="4533">
                  <c:v>45064</c:v>
                </c:pt>
                <c:pt idx="4534">
                  <c:v>45065</c:v>
                </c:pt>
                <c:pt idx="4535">
                  <c:v>45068</c:v>
                </c:pt>
                <c:pt idx="4536">
                  <c:v>45069</c:v>
                </c:pt>
                <c:pt idx="4537">
                  <c:v>45070</c:v>
                </c:pt>
                <c:pt idx="4538">
                  <c:v>45071</c:v>
                </c:pt>
                <c:pt idx="4539">
                  <c:v>45072</c:v>
                </c:pt>
                <c:pt idx="4540">
                  <c:v>45075</c:v>
                </c:pt>
                <c:pt idx="4541">
                  <c:v>45076</c:v>
                </c:pt>
                <c:pt idx="4542">
                  <c:v>45077</c:v>
                </c:pt>
                <c:pt idx="4543">
                  <c:v>45078</c:v>
                </c:pt>
                <c:pt idx="4544">
                  <c:v>45079</c:v>
                </c:pt>
                <c:pt idx="4545">
                  <c:v>45082</c:v>
                </c:pt>
                <c:pt idx="4546">
                  <c:v>45083</c:v>
                </c:pt>
                <c:pt idx="4547">
                  <c:v>45084</c:v>
                </c:pt>
                <c:pt idx="4548">
                  <c:v>45085</c:v>
                </c:pt>
                <c:pt idx="4549">
                  <c:v>45086</c:v>
                </c:pt>
                <c:pt idx="4550">
                  <c:v>45089</c:v>
                </c:pt>
                <c:pt idx="4551">
                  <c:v>45090</c:v>
                </c:pt>
                <c:pt idx="4552">
                  <c:v>45091</c:v>
                </c:pt>
                <c:pt idx="4553">
                  <c:v>45092</c:v>
                </c:pt>
                <c:pt idx="4554">
                  <c:v>45093</c:v>
                </c:pt>
                <c:pt idx="4555">
                  <c:v>45096</c:v>
                </c:pt>
                <c:pt idx="4556">
                  <c:v>45097</c:v>
                </c:pt>
                <c:pt idx="4557">
                  <c:v>45098</c:v>
                </c:pt>
                <c:pt idx="4558">
                  <c:v>45099</c:v>
                </c:pt>
                <c:pt idx="4559">
                  <c:v>45100</c:v>
                </c:pt>
                <c:pt idx="4560">
                  <c:v>45103</c:v>
                </c:pt>
                <c:pt idx="4561">
                  <c:v>45104</c:v>
                </c:pt>
                <c:pt idx="4562">
                  <c:v>45105</c:v>
                </c:pt>
                <c:pt idx="4563">
                  <c:v>45106</c:v>
                </c:pt>
                <c:pt idx="4564">
                  <c:v>45107</c:v>
                </c:pt>
                <c:pt idx="4565">
                  <c:v>45110</c:v>
                </c:pt>
                <c:pt idx="4566">
                  <c:v>45111</c:v>
                </c:pt>
                <c:pt idx="4567">
                  <c:v>45112</c:v>
                </c:pt>
                <c:pt idx="4568">
                  <c:v>45113</c:v>
                </c:pt>
                <c:pt idx="4569">
                  <c:v>45114</c:v>
                </c:pt>
                <c:pt idx="4570">
                  <c:v>45117</c:v>
                </c:pt>
                <c:pt idx="4571">
                  <c:v>45118</c:v>
                </c:pt>
                <c:pt idx="4572">
                  <c:v>45119</c:v>
                </c:pt>
                <c:pt idx="4573">
                  <c:v>45120</c:v>
                </c:pt>
                <c:pt idx="4574">
                  <c:v>45121</c:v>
                </c:pt>
                <c:pt idx="4575">
                  <c:v>45124</c:v>
                </c:pt>
                <c:pt idx="4576">
                  <c:v>45125</c:v>
                </c:pt>
                <c:pt idx="4577">
                  <c:v>45126</c:v>
                </c:pt>
                <c:pt idx="4578">
                  <c:v>45127</c:v>
                </c:pt>
                <c:pt idx="4579">
                  <c:v>45128</c:v>
                </c:pt>
                <c:pt idx="4580">
                  <c:v>45131</c:v>
                </c:pt>
                <c:pt idx="4581">
                  <c:v>45132</c:v>
                </c:pt>
                <c:pt idx="4582">
                  <c:v>45133</c:v>
                </c:pt>
                <c:pt idx="4583">
                  <c:v>45134</c:v>
                </c:pt>
                <c:pt idx="4584">
                  <c:v>45135</c:v>
                </c:pt>
                <c:pt idx="4585">
                  <c:v>45138</c:v>
                </c:pt>
                <c:pt idx="4586">
                  <c:v>45139</c:v>
                </c:pt>
                <c:pt idx="4587">
                  <c:v>45140</c:v>
                </c:pt>
                <c:pt idx="4588">
                  <c:v>45141</c:v>
                </c:pt>
                <c:pt idx="4589">
                  <c:v>45142</c:v>
                </c:pt>
                <c:pt idx="4590">
                  <c:v>45145</c:v>
                </c:pt>
                <c:pt idx="4591">
                  <c:v>45146</c:v>
                </c:pt>
                <c:pt idx="4592">
                  <c:v>45147</c:v>
                </c:pt>
                <c:pt idx="4593">
                  <c:v>45148</c:v>
                </c:pt>
                <c:pt idx="4594">
                  <c:v>45149</c:v>
                </c:pt>
                <c:pt idx="4595">
                  <c:v>45152</c:v>
                </c:pt>
                <c:pt idx="4596">
                  <c:v>45153</c:v>
                </c:pt>
                <c:pt idx="4597">
                  <c:v>45154</c:v>
                </c:pt>
                <c:pt idx="4598">
                  <c:v>45155</c:v>
                </c:pt>
                <c:pt idx="4599">
                  <c:v>45156</c:v>
                </c:pt>
                <c:pt idx="4600">
                  <c:v>45159</c:v>
                </c:pt>
                <c:pt idx="4601">
                  <c:v>45160</c:v>
                </c:pt>
                <c:pt idx="4602">
                  <c:v>45161</c:v>
                </c:pt>
                <c:pt idx="4603">
                  <c:v>45162</c:v>
                </c:pt>
                <c:pt idx="4604">
                  <c:v>45163</c:v>
                </c:pt>
                <c:pt idx="4605">
                  <c:v>45166</c:v>
                </c:pt>
                <c:pt idx="4606">
                  <c:v>45167</c:v>
                </c:pt>
                <c:pt idx="4607">
                  <c:v>45168</c:v>
                </c:pt>
                <c:pt idx="4608">
                  <c:v>45169</c:v>
                </c:pt>
                <c:pt idx="4609">
                  <c:v>45170</c:v>
                </c:pt>
                <c:pt idx="4610">
                  <c:v>45173</c:v>
                </c:pt>
                <c:pt idx="4611">
                  <c:v>45174</c:v>
                </c:pt>
                <c:pt idx="4612">
                  <c:v>45175</c:v>
                </c:pt>
                <c:pt idx="4613">
                  <c:v>45176</c:v>
                </c:pt>
                <c:pt idx="4614">
                  <c:v>45177</c:v>
                </c:pt>
                <c:pt idx="4615">
                  <c:v>45180</c:v>
                </c:pt>
                <c:pt idx="4616">
                  <c:v>45181</c:v>
                </c:pt>
                <c:pt idx="4617">
                  <c:v>45182</c:v>
                </c:pt>
                <c:pt idx="4618">
                  <c:v>45183</c:v>
                </c:pt>
                <c:pt idx="4619">
                  <c:v>45184</c:v>
                </c:pt>
                <c:pt idx="4620">
                  <c:v>45187</c:v>
                </c:pt>
                <c:pt idx="4621">
                  <c:v>45188</c:v>
                </c:pt>
                <c:pt idx="4622">
                  <c:v>45189</c:v>
                </c:pt>
                <c:pt idx="4623">
                  <c:v>45190</c:v>
                </c:pt>
                <c:pt idx="4624">
                  <c:v>45191</c:v>
                </c:pt>
                <c:pt idx="4625">
                  <c:v>45194</c:v>
                </c:pt>
                <c:pt idx="4626">
                  <c:v>45195</c:v>
                </c:pt>
                <c:pt idx="4627">
                  <c:v>45196</c:v>
                </c:pt>
                <c:pt idx="4628">
                  <c:v>45197</c:v>
                </c:pt>
                <c:pt idx="4629">
                  <c:v>45198</c:v>
                </c:pt>
                <c:pt idx="4630">
                  <c:v>45201</c:v>
                </c:pt>
                <c:pt idx="4631">
                  <c:v>45202</c:v>
                </c:pt>
                <c:pt idx="4632">
                  <c:v>45203</c:v>
                </c:pt>
                <c:pt idx="4633">
                  <c:v>45204</c:v>
                </c:pt>
                <c:pt idx="4634">
                  <c:v>45205</c:v>
                </c:pt>
                <c:pt idx="4635">
                  <c:v>45208</c:v>
                </c:pt>
                <c:pt idx="4636">
                  <c:v>45209</c:v>
                </c:pt>
                <c:pt idx="4637">
                  <c:v>45210</c:v>
                </c:pt>
                <c:pt idx="4638">
                  <c:v>45211</c:v>
                </c:pt>
                <c:pt idx="4639">
                  <c:v>45212</c:v>
                </c:pt>
                <c:pt idx="4640">
                  <c:v>45215</c:v>
                </c:pt>
                <c:pt idx="4641">
                  <c:v>45216</c:v>
                </c:pt>
                <c:pt idx="4642">
                  <c:v>45217</c:v>
                </c:pt>
                <c:pt idx="4643">
                  <c:v>45218</c:v>
                </c:pt>
                <c:pt idx="4644">
                  <c:v>45219</c:v>
                </c:pt>
                <c:pt idx="4645">
                  <c:v>45222</c:v>
                </c:pt>
                <c:pt idx="4646">
                  <c:v>45223</c:v>
                </c:pt>
                <c:pt idx="4647">
                  <c:v>45224</c:v>
                </c:pt>
                <c:pt idx="4648">
                  <c:v>45225</c:v>
                </c:pt>
                <c:pt idx="4649">
                  <c:v>45226</c:v>
                </c:pt>
                <c:pt idx="4650">
                  <c:v>45229</c:v>
                </c:pt>
                <c:pt idx="4651">
                  <c:v>45230</c:v>
                </c:pt>
                <c:pt idx="4652">
                  <c:v>45231</c:v>
                </c:pt>
                <c:pt idx="4653">
                  <c:v>45232</c:v>
                </c:pt>
                <c:pt idx="4654">
                  <c:v>45233</c:v>
                </c:pt>
                <c:pt idx="4655">
                  <c:v>45236</c:v>
                </c:pt>
                <c:pt idx="4656">
                  <c:v>45237</c:v>
                </c:pt>
                <c:pt idx="4657">
                  <c:v>45238</c:v>
                </c:pt>
                <c:pt idx="4658">
                  <c:v>45239</c:v>
                </c:pt>
                <c:pt idx="4659">
                  <c:v>45240</c:v>
                </c:pt>
                <c:pt idx="4660">
                  <c:v>45243</c:v>
                </c:pt>
                <c:pt idx="4661">
                  <c:v>45244</c:v>
                </c:pt>
                <c:pt idx="4662">
                  <c:v>45245</c:v>
                </c:pt>
                <c:pt idx="4663">
                  <c:v>45246</c:v>
                </c:pt>
                <c:pt idx="4664">
                  <c:v>45247</c:v>
                </c:pt>
                <c:pt idx="4665">
                  <c:v>45250</c:v>
                </c:pt>
                <c:pt idx="4666">
                  <c:v>45251</c:v>
                </c:pt>
                <c:pt idx="4667">
                  <c:v>45252</c:v>
                </c:pt>
                <c:pt idx="4668">
                  <c:v>45253</c:v>
                </c:pt>
                <c:pt idx="4669">
                  <c:v>45254</c:v>
                </c:pt>
                <c:pt idx="4670">
                  <c:v>45257</c:v>
                </c:pt>
                <c:pt idx="4671">
                  <c:v>45258</c:v>
                </c:pt>
                <c:pt idx="4672">
                  <c:v>45259</c:v>
                </c:pt>
                <c:pt idx="4673">
                  <c:v>45260</c:v>
                </c:pt>
                <c:pt idx="4674">
                  <c:v>45261</c:v>
                </c:pt>
                <c:pt idx="4675">
                  <c:v>45264</c:v>
                </c:pt>
                <c:pt idx="4676">
                  <c:v>45265</c:v>
                </c:pt>
                <c:pt idx="4677">
                  <c:v>45266</c:v>
                </c:pt>
                <c:pt idx="4678">
                  <c:v>45267</c:v>
                </c:pt>
                <c:pt idx="4679">
                  <c:v>45268</c:v>
                </c:pt>
                <c:pt idx="4680">
                  <c:v>45271</c:v>
                </c:pt>
                <c:pt idx="4681">
                  <c:v>45272</c:v>
                </c:pt>
                <c:pt idx="4682">
                  <c:v>45273</c:v>
                </c:pt>
                <c:pt idx="4683">
                  <c:v>45274</c:v>
                </c:pt>
                <c:pt idx="4684">
                  <c:v>45275</c:v>
                </c:pt>
                <c:pt idx="4685">
                  <c:v>45278</c:v>
                </c:pt>
                <c:pt idx="4686">
                  <c:v>45279</c:v>
                </c:pt>
                <c:pt idx="4687">
                  <c:v>45280</c:v>
                </c:pt>
                <c:pt idx="4688">
                  <c:v>45281</c:v>
                </c:pt>
                <c:pt idx="4689">
                  <c:v>45282</c:v>
                </c:pt>
                <c:pt idx="4690">
                  <c:v>45285</c:v>
                </c:pt>
                <c:pt idx="4691">
                  <c:v>45286</c:v>
                </c:pt>
                <c:pt idx="4692">
                  <c:v>45287</c:v>
                </c:pt>
                <c:pt idx="4693">
                  <c:v>45288</c:v>
                </c:pt>
                <c:pt idx="4694">
                  <c:v>45289</c:v>
                </c:pt>
                <c:pt idx="4695">
                  <c:v>45292</c:v>
                </c:pt>
                <c:pt idx="4696">
                  <c:v>45293</c:v>
                </c:pt>
                <c:pt idx="4697">
                  <c:v>45294</c:v>
                </c:pt>
                <c:pt idx="4698">
                  <c:v>45295</c:v>
                </c:pt>
                <c:pt idx="4699">
                  <c:v>45296</c:v>
                </c:pt>
                <c:pt idx="4700">
                  <c:v>45299</c:v>
                </c:pt>
                <c:pt idx="4701">
                  <c:v>45300</c:v>
                </c:pt>
                <c:pt idx="4702">
                  <c:v>45301</c:v>
                </c:pt>
                <c:pt idx="4703">
                  <c:v>45302</c:v>
                </c:pt>
                <c:pt idx="4704">
                  <c:v>45303</c:v>
                </c:pt>
                <c:pt idx="4705">
                  <c:v>45306</c:v>
                </c:pt>
                <c:pt idx="4706">
                  <c:v>45307</c:v>
                </c:pt>
                <c:pt idx="4707">
                  <c:v>45308</c:v>
                </c:pt>
                <c:pt idx="4708">
                  <c:v>45309</c:v>
                </c:pt>
                <c:pt idx="4709">
                  <c:v>45310</c:v>
                </c:pt>
                <c:pt idx="4710">
                  <c:v>45313</c:v>
                </c:pt>
                <c:pt idx="4711">
                  <c:v>45314</c:v>
                </c:pt>
                <c:pt idx="4712">
                  <c:v>45315</c:v>
                </c:pt>
                <c:pt idx="4713">
                  <c:v>45316</c:v>
                </c:pt>
                <c:pt idx="4714">
                  <c:v>45317</c:v>
                </c:pt>
                <c:pt idx="4715">
                  <c:v>45320</c:v>
                </c:pt>
                <c:pt idx="4716">
                  <c:v>45321</c:v>
                </c:pt>
                <c:pt idx="4717">
                  <c:v>45322</c:v>
                </c:pt>
                <c:pt idx="4718">
                  <c:v>45323</c:v>
                </c:pt>
                <c:pt idx="4719">
                  <c:v>45324</c:v>
                </c:pt>
                <c:pt idx="4720">
                  <c:v>45327</c:v>
                </c:pt>
                <c:pt idx="4721">
                  <c:v>45328</c:v>
                </c:pt>
                <c:pt idx="4722">
                  <c:v>45329</c:v>
                </c:pt>
                <c:pt idx="4723">
                  <c:v>45330</c:v>
                </c:pt>
                <c:pt idx="4724">
                  <c:v>45331</c:v>
                </c:pt>
                <c:pt idx="4725">
                  <c:v>45334</c:v>
                </c:pt>
                <c:pt idx="4726">
                  <c:v>45335</c:v>
                </c:pt>
                <c:pt idx="4727">
                  <c:v>45336</c:v>
                </c:pt>
                <c:pt idx="4728">
                  <c:v>45337</c:v>
                </c:pt>
                <c:pt idx="4729">
                  <c:v>45338</c:v>
                </c:pt>
                <c:pt idx="4730">
                  <c:v>45341</c:v>
                </c:pt>
                <c:pt idx="4731">
                  <c:v>45342</c:v>
                </c:pt>
                <c:pt idx="4732">
                  <c:v>45343</c:v>
                </c:pt>
                <c:pt idx="4733">
                  <c:v>45344</c:v>
                </c:pt>
                <c:pt idx="4734">
                  <c:v>45345</c:v>
                </c:pt>
                <c:pt idx="4735">
                  <c:v>45348</c:v>
                </c:pt>
                <c:pt idx="4736">
                  <c:v>45349</c:v>
                </c:pt>
                <c:pt idx="4737">
                  <c:v>45350</c:v>
                </c:pt>
                <c:pt idx="4738">
                  <c:v>45351</c:v>
                </c:pt>
                <c:pt idx="4739">
                  <c:v>45352</c:v>
                </c:pt>
                <c:pt idx="4740">
                  <c:v>45355</c:v>
                </c:pt>
                <c:pt idx="4741">
                  <c:v>45356</c:v>
                </c:pt>
                <c:pt idx="4742">
                  <c:v>45357</c:v>
                </c:pt>
                <c:pt idx="4743">
                  <c:v>45358</c:v>
                </c:pt>
                <c:pt idx="4744">
                  <c:v>45359</c:v>
                </c:pt>
                <c:pt idx="4745">
                  <c:v>45362</c:v>
                </c:pt>
                <c:pt idx="4746">
                  <c:v>45363</c:v>
                </c:pt>
                <c:pt idx="4747">
                  <c:v>45364</c:v>
                </c:pt>
                <c:pt idx="4748">
                  <c:v>45365</c:v>
                </c:pt>
                <c:pt idx="4749">
                  <c:v>45366</c:v>
                </c:pt>
                <c:pt idx="4750">
                  <c:v>45369</c:v>
                </c:pt>
                <c:pt idx="4751">
                  <c:v>45370</c:v>
                </c:pt>
                <c:pt idx="4752">
                  <c:v>45371</c:v>
                </c:pt>
                <c:pt idx="4753">
                  <c:v>45372</c:v>
                </c:pt>
                <c:pt idx="4754">
                  <c:v>45373</c:v>
                </c:pt>
                <c:pt idx="4755">
                  <c:v>45376</c:v>
                </c:pt>
                <c:pt idx="4756">
                  <c:v>45377</c:v>
                </c:pt>
                <c:pt idx="4757">
                  <c:v>45378</c:v>
                </c:pt>
                <c:pt idx="4758">
                  <c:v>45379</c:v>
                </c:pt>
                <c:pt idx="4759">
                  <c:v>45380</c:v>
                </c:pt>
                <c:pt idx="4760">
                  <c:v>45383</c:v>
                </c:pt>
                <c:pt idx="4761">
                  <c:v>45384</c:v>
                </c:pt>
                <c:pt idx="4762">
                  <c:v>45385</c:v>
                </c:pt>
                <c:pt idx="4763">
                  <c:v>45386</c:v>
                </c:pt>
                <c:pt idx="4764">
                  <c:v>45387</c:v>
                </c:pt>
                <c:pt idx="4765">
                  <c:v>45390</c:v>
                </c:pt>
                <c:pt idx="4766">
                  <c:v>45391</c:v>
                </c:pt>
                <c:pt idx="4767">
                  <c:v>45392</c:v>
                </c:pt>
                <c:pt idx="4768">
                  <c:v>45393</c:v>
                </c:pt>
                <c:pt idx="4769">
                  <c:v>45394</c:v>
                </c:pt>
                <c:pt idx="4770">
                  <c:v>45397</c:v>
                </c:pt>
                <c:pt idx="4771">
                  <c:v>45398</c:v>
                </c:pt>
                <c:pt idx="4772">
                  <c:v>45399</c:v>
                </c:pt>
                <c:pt idx="4773">
                  <c:v>45400</c:v>
                </c:pt>
                <c:pt idx="4774">
                  <c:v>45401</c:v>
                </c:pt>
                <c:pt idx="4775">
                  <c:v>45404</c:v>
                </c:pt>
                <c:pt idx="4776">
                  <c:v>45405</c:v>
                </c:pt>
                <c:pt idx="4777">
                  <c:v>45406</c:v>
                </c:pt>
                <c:pt idx="4778">
                  <c:v>45407</c:v>
                </c:pt>
                <c:pt idx="4779">
                  <c:v>45408</c:v>
                </c:pt>
                <c:pt idx="4780">
                  <c:v>45411</c:v>
                </c:pt>
                <c:pt idx="4781">
                  <c:v>45412</c:v>
                </c:pt>
                <c:pt idx="4782">
                  <c:v>45413</c:v>
                </c:pt>
                <c:pt idx="4783">
                  <c:v>45414</c:v>
                </c:pt>
                <c:pt idx="4784">
                  <c:v>45415</c:v>
                </c:pt>
                <c:pt idx="4785">
                  <c:v>45418</c:v>
                </c:pt>
                <c:pt idx="4786">
                  <c:v>45419</c:v>
                </c:pt>
                <c:pt idx="4787">
                  <c:v>45420</c:v>
                </c:pt>
                <c:pt idx="4788">
                  <c:v>45421</c:v>
                </c:pt>
                <c:pt idx="4789">
                  <c:v>45422</c:v>
                </c:pt>
                <c:pt idx="4790">
                  <c:v>45425</c:v>
                </c:pt>
                <c:pt idx="4791">
                  <c:v>45426</c:v>
                </c:pt>
                <c:pt idx="4792">
                  <c:v>45427</c:v>
                </c:pt>
                <c:pt idx="4793">
                  <c:v>45428</c:v>
                </c:pt>
                <c:pt idx="4794">
                  <c:v>45429</c:v>
                </c:pt>
                <c:pt idx="4795">
                  <c:v>45432</c:v>
                </c:pt>
                <c:pt idx="4796">
                  <c:v>45433</c:v>
                </c:pt>
                <c:pt idx="4797">
                  <c:v>45434</c:v>
                </c:pt>
                <c:pt idx="4798">
                  <c:v>45435</c:v>
                </c:pt>
                <c:pt idx="4799">
                  <c:v>45436</c:v>
                </c:pt>
                <c:pt idx="4800">
                  <c:v>45439</c:v>
                </c:pt>
                <c:pt idx="4801">
                  <c:v>45440</c:v>
                </c:pt>
                <c:pt idx="4802">
                  <c:v>45441</c:v>
                </c:pt>
                <c:pt idx="4803">
                  <c:v>45442</c:v>
                </c:pt>
                <c:pt idx="4804">
                  <c:v>45443</c:v>
                </c:pt>
                <c:pt idx="4805">
                  <c:v>45446</c:v>
                </c:pt>
                <c:pt idx="4806">
                  <c:v>45447</c:v>
                </c:pt>
                <c:pt idx="4807">
                  <c:v>45448</c:v>
                </c:pt>
                <c:pt idx="4808">
                  <c:v>45449</c:v>
                </c:pt>
                <c:pt idx="4809">
                  <c:v>45450</c:v>
                </c:pt>
                <c:pt idx="4810">
                  <c:v>45453</c:v>
                </c:pt>
                <c:pt idx="4811">
                  <c:v>45454</c:v>
                </c:pt>
                <c:pt idx="4812">
                  <c:v>45455</c:v>
                </c:pt>
                <c:pt idx="4813">
                  <c:v>45456</c:v>
                </c:pt>
                <c:pt idx="4814">
                  <c:v>45457</c:v>
                </c:pt>
                <c:pt idx="4815">
                  <c:v>45460</c:v>
                </c:pt>
                <c:pt idx="4816">
                  <c:v>45461</c:v>
                </c:pt>
                <c:pt idx="4817">
                  <c:v>45462</c:v>
                </c:pt>
                <c:pt idx="4818">
                  <c:v>45463</c:v>
                </c:pt>
                <c:pt idx="4819">
                  <c:v>45464</c:v>
                </c:pt>
                <c:pt idx="4820">
                  <c:v>45467</c:v>
                </c:pt>
                <c:pt idx="4821">
                  <c:v>45468</c:v>
                </c:pt>
                <c:pt idx="4822">
                  <c:v>45469</c:v>
                </c:pt>
                <c:pt idx="4823">
                  <c:v>45470</c:v>
                </c:pt>
                <c:pt idx="4824">
                  <c:v>45471</c:v>
                </c:pt>
                <c:pt idx="4825">
                  <c:v>45474</c:v>
                </c:pt>
                <c:pt idx="4826">
                  <c:v>45475</c:v>
                </c:pt>
                <c:pt idx="4827">
                  <c:v>45476</c:v>
                </c:pt>
                <c:pt idx="4828">
                  <c:v>45477</c:v>
                </c:pt>
                <c:pt idx="4829">
                  <c:v>45478</c:v>
                </c:pt>
                <c:pt idx="4830">
                  <c:v>45481</c:v>
                </c:pt>
                <c:pt idx="4831">
                  <c:v>45482</c:v>
                </c:pt>
                <c:pt idx="4832">
                  <c:v>45483</c:v>
                </c:pt>
                <c:pt idx="4833">
                  <c:v>45484</c:v>
                </c:pt>
                <c:pt idx="4834">
                  <c:v>45485</c:v>
                </c:pt>
                <c:pt idx="4835">
                  <c:v>45488</c:v>
                </c:pt>
                <c:pt idx="4836">
                  <c:v>45489</c:v>
                </c:pt>
                <c:pt idx="4837">
                  <c:v>45490</c:v>
                </c:pt>
                <c:pt idx="4838">
                  <c:v>45491</c:v>
                </c:pt>
                <c:pt idx="4839">
                  <c:v>45492</c:v>
                </c:pt>
                <c:pt idx="4840">
                  <c:v>45495</c:v>
                </c:pt>
                <c:pt idx="4841">
                  <c:v>45496</c:v>
                </c:pt>
                <c:pt idx="4842">
                  <c:v>45497</c:v>
                </c:pt>
                <c:pt idx="4843">
                  <c:v>45498</c:v>
                </c:pt>
                <c:pt idx="4844">
                  <c:v>45499</c:v>
                </c:pt>
                <c:pt idx="4845">
                  <c:v>45502</c:v>
                </c:pt>
                <c:pt idx="4846">
                  <c:v>45503</c:v>
                </c:pt>
                <c:pt idx="4847">
                  <c:v>45504</c:v>
                </c:pt>
                <c:pt idx="4848">
                  <c:v>45505</c:v>
                </c:pt>
                <c:pt idx="4849">
                  <c:v>45506</c:v>
                </c:pt>
                <c:pt idx="4850">
                  <c:v>45509</c:v>
                </c:pt>
                <c:pt idx="4851">
                  <c:v>45510</c:v>
                </c:pt>
                <c:pt idx="4852">
                  <c:v>45511</c:v>
                </c:pt>
                <c:pt idx="4853">
                  <c:v>45512</c:v>
                </c:pt>
                <c:pt idx="4854">
                  <c:v>45513</c:v>
                </c:pt>
                <c:pt idx="4855">
                  <c:v>45516</c:v>
                </c:pt>
                <c:pt idx="4856">
                  <c:v>45517</c:v>
                </c:pt>
                <c:pt idx="4857">
                  <c:v>45518</c:v>
                </c:pt>
                <c:pt idx="4858">
                  <c:v>45519</c:v>
                </c:pt>
                <c:pt idx="4859">
                  <c:v>45520</c:v>
                </c:pt>
                <c:pt idx="4860">
                  <c:v>45523</c:v>
                </c:pt>
                <c:pt idx="4861">
                  <c:v>45524</c:v>
                </c:pt>
                <c:pt idx="4862">
                  <c:v>45525</c:v>
                </c:pt>
                <c:pt idx="4863">
                  <c:v>45526</c:v>
                </c:pt>
                <c:pt idx="4864">
                  <c:v>45527</c:v>
                </c:pt>
                <c:pt idx="4865">
                  <c:v>45530</c:v>
                </c:pt>
                <c:pt idx="4866">
                  <c:v>45531</c:v>
                </c:pt>
                <c:pt idx="4867">
                  <c:v>45532</c:v>
                </c:pt>
                <c:pt idx="4868">
                  <c:v>45533</c:v>
                </c:pt>
                <c:pt idx="4869">
                  <c:v>45534</c:v>
                </c:pt>
                <c:pt idx="4870">
                  <c:v>45537</c:v>
                </c:pt>
                <c:pt idx="4871">
                  <c:v>45538</c:v>
                </c:pt>
                <c:pt idx="4872">
                  <c:v>45539</c:v>
                </c:pt>
                <c:pt idx="4873">
                  <c:v>45540</c:v>
                </c:pt>
                <c:pt idx="4874">
                  <c:v>45541</c:v>
                </c:pt>
                <c:pt idx="4875">
                  <c:v>45544</c:v>
                </c:pt>
                <c:pt idx="4876">
                  <c:v>45545</c:v>
                </c:pt>
                <c:pt idx="4877">
                  <c:v>45546</c:v>
                </c:pt>
                <c:pt idx="4878">
                  <c:v>45547</c:v>
                </c:pt>
                <c:pt idx="4879">
                  <c:v>45548</c:v>
                </c:pt>
                <c:pt idx="4880">
                  <c:v>45551</c:v>
                </c:pt>
                <c:pt idx="4881">
                  <c:v>45552</c:v>
                </c:pt>
                <c:pt idx="4882">
                  <c:v>45553</c:v>
                </c:pt>
                <c:pt idx="4883">
                  <c:v>45554</c:v>
                </c:pt>
                <c:pt idx="4884">
                  <c:v>45555</c:v>
                </c:pt>
                <c:pt idx="4885">
                  <c:v>45558</c:v>
                </c:pt>
                <c:pt idx="4886">
                  <c:v>45559</c:v>
                </c:pt>
                <c:pt idx="4887">
                  <c:v>45560</c:v>
                </c:pt>
                <c:pt idx="4888">
                  <c:v>45561</c:v>
                </c:pt>
                <c:pt idx="4889">
                  <c:v>45562</c:v>
                </c:pt>
                <c:pt idx="4890">
                  <c:v>45565</c:v>
                </c:pt>
                <c:pt idx="4891">
                  <c:v>45566</c:v>
                </c:pt>
                <c:pt idx="4892">
                  <c:v>45567</c:v>
                </c:pt>
                <c:pt idx="4893">
                  <c:v>45568</c:v>
                </c:pt>
                <c:pt idx="4894">
                  <c:v>45569</c:v>
                </c:pt>
                <c:pt idx="4895">
                  <c:v>45572</c:v>
                </c:pt>
                <c:pt idx="4896">
                  <c:v>45573</c:v>
                </c:pt>
                <c:pt idx="4897">
                  <c:v>45574</c:v>
                </c:pt>
                <c:pt idx="4898">
                  <c:v>45575</c:v>
                </c:pt>
                <c:pt idx="4899">
                  <c:v>45576</c:v>
                </c:pt>
                <c:pt idx="4900">
                  <c:v>45579</c:v>
                </c:pt>
                <c:pt idx="4901">
                  <c:v>45580</c:v>
                </c:pt>
                <c:pt idx="4902">
                  <c:v>45581</c:v>
                </c:pt>
                <c:pt idx="4903">
                  <c:v>45582</c:v>
                </c:pt>
                <c:pt idx="4904">
                  <c:v>45583</c:v>
                </c:pt>
                <c:pt idx="4905">
                  <c:v>45586</c:v>
                </c:pt>
                <c:pt idx="4906">
                  <c:v>45587</c:v>
                </c:pt>
                <c:pt idx="4907">
                  <c:v>45588</c:v>
                </c:pt>
                <c:pt idx="4908">
                  <c:v>45589</c:v>
                </c:pt>
                <c:pt idx="4909">
                  <c:v>45590</c:v>
                </c:pt>
                <c:pt idx="4910">
                  <c:v>45593</c:v>
                </c:pt>
                <c:pt idx="4911">
                  <c:v>45594</c:v>
                </c:pt>
                <c:pt idx="4912">
                  <c:v>45595</c:v>
                </c:pt>
                <c:pt idx="4913">
                  <c:v>45596</c:v>
                </c:pt>
                <c:pt idx="4914">
                  <c:v>45597</c:v>
                </c:pt>
                <c:pt idx="4915">
                  <c:v>45600</c:v>
                </c:pt>
                <c:pt idx="4916">
                  <c:v>45601</c:v>
                </c:pt>
                <c:pt idx="4917">
                  <c:v>45602</c:v>
                </c:pt>
                <c:pt idx="4918">
                  <c:v>45603</c:v>
                </c:pt>
                <c:pt idx="4919">
                  <c:v>45604</c:v>
                </c:pt>
                <c:pt idx="4920">
                  <c:v>45607</c:v>
                </c:pt>
                <c:pt idx="4921">
                  <c:v>45608</c:v>
                </c:pt>
                <c:pt idx="4922">
                  <c:v>45609</c:v>
                </c:pt>
                <c:pt idx="4923">
                  <c:v>45610</c:v>
                </c:pt>
                <c:pt idx="4924">
                  <c:v>45611</c:v>
                </c:pt>
                <c:pt idx="4925">
                  <c:v>45614</c:v>
                </c:pt>
                <c:pt idx="4926">
                  <c:v>45615</c:v>
                </c:pt>
                <c:pt idx="4927">
                  <c:v>45616</c:v>
                </c:pt>
                <c:pt idx="4928">
                  <c:v>45617</c:v>
                </c:pt>
                <c:pt idx="4929">
                  <c:v>45618</c:v>
                </c:pt>
                <c:pt idx="4930">
                  <c:v>45621</c:v>
                </c:pt>
                <c:pt idx="4931">
                  <c:v>45622</c:v>
                </c:pt>
                <c:pt idx="4932">
                  <c:v>45623</c:v>
                </c:pt>
                <c:pt idx="4933">
                  <c:v>45624</c:v>
                </c:pt>
                <c:pt idx="4934">
                  <c:v>45625</c:v>
                </c:pt>
                <c:pt idx="4935">
                  <c:v>45628</c:v>
                </c:pt>
                <c:pt idx="4936">
                  <c:v>45629</c:v>
                </c:pt>
                <c:pt idx="4937">
                  <c:v>45630</c:v>
                </c:pt>
                <c:pt idx="4938">
                  <c:v>45631</c:v>
                </c:pt>
                <c:pt idx="4939">
                  <c:v>45632</c:v>
                </c:pt>
                <c:pt idx="4940">
                  <c:v>45635</c:v>
                </c:pt>
                <c:pt idx="4941">
                  <c:v>45636</c:v>
                </c:pt>
                <c:pt idx="4942">
                  <c:v>45637</c:v>
                </c:pt>
                <c:pt idx="4943">
                  <c:v>45638</c:v>
                </c:pt>
                <c:pt idx="4944">
                  <c:v>45639</c:v>
                </c:pt>
                <c:pt idx="4945">
                  <c:v>45642</c:v>
                </c:pt>
                <c:pt idx="4946">
                  <c:v>45643</c:v>
                </c:pt>
                <c:pt idx="4947">
                  <c:v>45644</c:v>
                </c:pt>
                <c:pt idx="4948">
                  <c:v>45645</c:v>
                </c:pt>
                <c:pt idx="4949">
                  <c:v>45646</c:v>
                </c:pt>
                <c:pt idx="4950">
                  <c:v>45649</c:v>
                </c:pt>
                <c:pt idx="4951">
                  <c:v>45650</c:v>
                </c:pt>
                <c:pt idx="4952">
                  <c:v>45651</c:v>
                </c:pt>
                <c:pt idx="4953">
                  <c:v>45652</c:v>
                </c:pt>
                <c:pt idx="4954">
                  <c:v>45653</c:v>
                </c:pt>
                <c:pt idx="4955">
                  <c:v>45656</c:v>
                </c:pt>
                <c:pt idx="4956">
                  <c:v>45657</c:v>
                </c:pt>
                <c:pt idx="4957">
                  <c:v>45658</c:v>
                </c:pt>
                <c:pt idx="4958">
                  <c:v>45659</c:v>
                </c:pt>
                <c:pt idx="4959">
                  <c:v>45660</c:v>
                </c:pt>
                <c:pt idx="4960">
                  <c:v>45663</c:v>
                </c:pt>
                <c:pt idx="4961">
                  <c:v>45664</c:v>
                </c:pt>
                <c:pt idx="4962">
                  <c:v>45665</c:v>
                </c:pt>
                <c:pt idx="4963">
                  <c:v>45666</c:v>
                </c:pt>
                <c:pt idx="4964">
                  <c:v>45667</c:v>
                </c:pt>
                <c:pt idx="4965">
                  <c:v>45670</c:v>
                </c:pt>
                <c:pt idx="4966">
                  <c:v>45671</c:v>
                </c:pt>
                <c:pt idx="4967">
                  <c:v>45672</c:v>
                </c:pt>
                <c:pt idx="4968">
                  <c:v>45673</c:v>
                </c:pt>
                <c:pt idx="4969">
                  <c:v>45674</c:v>
                </c:pt>
                <c:pt idx="4970">
                  <c:v>45677</c:v>
                </c:pt>
                <c:pt idx="4971">
                  <c:v>45678</c:v>
                </c:pt>
                <c:pt idx="4972">
                  <c:v>45679</c:v>
                </c:pt>
                <c:pt idx="4973">
                  <c:v>45680</c:v>
                </c:pt>
                <c:pt idx="4974">
                  <c:v>45681</c:v>
                </c:pt>
                <c:pt idx="4975">
                  <c:v>45684</c:v>
                </c:pt>
                <c:pt idx="4976">
                  <c:v>45685</c:v>
                </c:pt>
                <c:pt idx="4977">
                  <c:v>45686</c:v>
                </c:pt>
                <c:pt idx="4978">
                  <c:v>45687</c:v>
                </c:pt>
                <c:pt idx="4979">
                  <c:v>45688</c:v>
                </c:pt>
                <c:pt idx="4980">
                  <c:v>45691</c:v>
                </c:pt>
                <c:pt idx="4981">
                  <c:v>45692</c:v>
                </c:pt>
                <c:pt idx="4982">
                  <c:v>45693</c:v>
                </c:pt>
                <c:pt idx="4983">
                  <c:v>45694</c:v>
                </c:pt>
                <c:pt idx="4984">
                  <c:v>45695</c:v>
                </c:pt>
                <c:pt idx="4985">
                  <c:v>45698</c:v>
                </c:pt>
                <c:pt idx="4986">
                  <c:v>45699</c:v>
                </c:pt>
                <c:pt idx="4987">
                  <c:v>45700</c:v>
                </c:pt>
                <c:pt idx="4988">
                  <c:v>45701</c:v>
                </c:pt>
                <c:pt idx="4989">
                  <c:v>45702</c:v>
                </c:pt>
                <c:pt idx="4990">
                  <c:v>45705</c:v>
                </c:pt>
                <c:pt idx="4991">
                  <c:v>45706</c:v>
                </c:pt>
                <c:pt idx="4992">
                  <c:v>45707</c:v>
                </c:pt>
                <c:pt idx="4993">
                  <c:v>45708</c:v>
                </c:pt>
                <c:pt idx="4994">
                  <c:v>45709</c:v>
                </c:pt>
                <c:pt idx="4995">
                  <c:v>45712</c:v>
                </c:pt>
                <c:pt idx="4996">
                  <c:v>45713</c:v>
                </c:pt>
                <c:pt idx="4997">
                  <c:v>45714</c:v>
                </c:pt>
                <c:pt idx="4998">
                  <c:v>45715</c:v>
                </c:pt>
                <c:pt idx="4999">
                  <c:v>45716</c:v>
                </c:pt>
                <c:pt idx="5000">
                  <c:v>45719</c:v>
                </c:pt>
                <c:pt idx="5001">
                  <c:v>45720</c:v>
                </c:pt>
                <c:pt idx="5002">
                  <c:v>45721</c:v>
                </c:pt>
                <c:pt idx="5003">
                  <c:v>45722</c:v>
                </c:pt>
                <c:pt idx="5004">
                  <c:v>45723</c:v>
                </c:pt>
                <c:pt idx="5005">
                  <c:v>45726</c:v>
                </c:pt>
                <c:pt idx="5006">
                  <c:v>45727</c:v>
                </c:pt>
                <c:pt idx="5007">
                  <c:v>45728</c:v>
                </c:pt>
                <c:pt idx="5008">
                  <c:v>45729</c:v>
                </c:pt>
                <c:pt idx="5009">
                  <c:v>45730</c:v>
                </c:pt>
                <c:pt idx="5010">
                  <c:v>45733</c:v>
                </c:pt>
                <c:pt idx="5011">
                  <c:v>45734</c:v>
                </c:pt>
                <c:pt idx="5012">
                  <c:v>45735</c:v>
                </c:pt>
                <c:pt idx="5013">
                  <c:v>45736</c:v>
                </c:pt>
                <c:pt idx="5014">
                  <c:v>45737</c:v>
                </c:pt>
                <c:pt idx="5015">
                  <c:v>45740</c:v>
                </c:pt>
                <c:pt idx="5016">
                  <c:v>45741</c:v>
                </c:pt>
                <c:pt idx="5017">
                  <c:v>45742</c:v>
                </c:pt>
                <c:pt idx="5018">
                  <c:v>45743</c:v>
                </c:pt>
                <c:pt idx="5019">
                  <c:v>45744</c:v>
                </c:pt>
                <c:pt idx="5020">
                  <c:v>45747</c:v>
                </c:pt>
                <c:pt idx="5021">
                  <c:v>45748</c:v>
                </c:pt>
                <c:pt idx="5022">
                  <c:v>45749</c:v>
                </c:pt>
                <c:pt idx="5023">
                  <c:v>45750</c:v>
                </c:pt>
                <c:pt idx="5024">
                  <c:v>45751</c:v>
                </c:pt>
                <c:pt idx="5025">
                  <c:v>45754</c:v>
                </c:pt>
                <c:pt idx="5026">
                  <c:v>45755</c:v>
                </c:pt>
                <c:pt idx="5027">
                  <c:v>45756</c:v>
                </c:pt>
                <c:pt idx="5028">
                  <c:v>45757</c:v>
                </c:pt>
                <c:pt idx="5029">
                  <c:v>45758</c:v>
                </c:pt>
                <c:pt idx="5030">
                  <c:v>45761</c:v>
                </c:pt>
                <c:pt idx="5031">
                  <c:v>45762</c:v>
                </c:pt>
                <c:pt idx="5032">
                  <c:v>45763</c:v>
                </c:pt>
                <c:pt idx="5033">
                  <c:v>45764</c:v>
                </c:pt>
                <c:pt idx="5034">
                  <c:v>45765</c:v>
                </c:pt>
                <c:pt idx="5035">
                  <c:v>45768</c:v>
                </c:pt>
                <c:pt idx="5036">
                  <c:v>45769</c:v>
                </c:pt>
                <c:pt idx="5037">
                  <c:v>45770</c:v>
                </c:pt>
                <c:pt idx="5038">
                  <c:v>45771</c:v>
                </c:pt>
                <c:pt idx="5039">
                  <c:v>45772</c:v>
                </c:pt>
                <c:pt idx="5040">
                  <c:v>45775</c:v>
                </c:pt>
                <c:pt idx="5041">
                  <c:v>45776</c:v>
                </c:pt>
                <c:pt idx="5042">
                  <c:v>45777</c:v>
                </c:pt>
                <c:pt idx="5043">
                  <c:v>45778</c:v>
                </c:pt>
                <c:pt idx="5044">
                  <c:v>45779</c:v>
                </c:pt>
                <c:pt idx="5045">
                  <c:v>45782</c:v>
                </c:pt>
                <c:pt idx="5046">
                  <c:v>45783</c:v>
                </c:pt>
                <c:pt idx="5047">
                  <c:v>45784</c:v>
                </c:pt>
                <c:pt idx="5048">
                  <c:v>45785</c:v>
                </c:pt>
                <c:pt idx="5049">
                  <c:v>45786</c:v>
                </c:pt>
                <c:pt idx="5050">
                  <c:v>45789</c:v>
                </c:pt>
                <c:pt idx="5051">
                  <c:v>45790</c:v>
                </c:pt>
                <c:pt idx="5052">
                  <c:v>45791</c:v>
                </c:pt>
                <c:pt idx="5053">
                  <c:v>45792</c:v>
                </c:pt>
                <c:pt idx="5054">
                  <c:v>45793</c:v>
                </c:pt>
                <c:pt idx="5055">
                  <c:v>45796</c:v>
                </c:pt>
                <c:pt idx="5056">
                  <c:v>45797</c:v>
                </c:pt>
                <c:pt idx="5057">
                  <c:v>45798</c:v>
                </c:pt>
                <c:pt idx="5058">
                  <c:v>45799</c:v>
                </c:pt>
                <c:pt idx="5059">
                  <c:v>45800</c:v>
                </c:pt>
                <c:pt idx="5060">
                  <c:v>45803</c:v>
                </c:pt>
                <c:pt idx="5061">
                  <c:v>45804</c:v>
                </c:pt>
                <c:pt idx="5062">
                  <c:v>45805</c:v>
                </c:pt>
                <c:pt idx="5063">
                  <c:v>45806</c:v>
                </c:pt>
                <c:pt idx="5064">
                  <c:v>45807</c:v>
                </c:pt>
                <c:pt idx="5065">
                  <c:v>45810</c:v>
                </c:pt>
                <c:pt idx="5066">
                  <c:v>45811</c:v>
                </c:pt>
                <c:pt idx="5067">
                  <c:v>45812</c:v>
                </c:pt>
                <c:pt idx="5068">
                  <c:v>45813</c:v>
                </c:pt>
                <c:pt idx="5069">
                  <c:v>45814</c:v>
                </c:pt>
                <c:pt idx="5070">
                  <c:v>45817</c:v>
                </c:pt>
                <c:pt idx="5071">
                  <c:v>45818</c:v>
                </c:pt>
                <c:pt idx="5072">
                  <c:v>45819</c:v>
                </c:pt>
                <c:pt idx="5073">
                  <c:v>45820</c:v>
                </c:pt>
                <c:pt idx="5074">
                  <c:v>45821</c:v>
                </c:pt>
                <c:pt idx="5075">
                  <c:v>45824</c:v>
                </c:pt>
                <c:pt idx="5076">
                  <c:v>45825</c:v>
                </c:pt>
                <c:pt idx="5077">
                  <c:v>45826</c:v>
                </c:pt>
                <c:pt idx="5078">
                  <c:v>45827</c:v>
                </c:pt>
                <c:pt idx="5079">
                  <c:v>45828</c:v>
                </c:pt>
                <c:pt idx="5080">
                  <c:v>45831</c:v>
                </c:pt>
                <c:pt idx="5081">
                  <c:v>45832</c:v>
                </c:pt>
                <c:pt idx="5082">
                  <c:v>45833</c:v>
                </c:pt>
                <c:pt idx="5083">
                  <c:v>45834</c:v>
                </c:pt>
                <c:pt idx="5084">
                  <c:v>45835</c:v>
                </c:pt>
                <c:pt idx="5085">
                  <c:v>45838</c:v>
                </c:pt>
                <c:pt idx="5086">
                  <c:v>45839</c:v>
                </c:pt>
                <c:pt idx="5087">
                  <c:v>45840</c:v>
                </c:pt>
                <c:pt idx="5088">
                  <c:v>45841</c:v>
                </c:pt>
                <c:pt idx="5089">
                  <c:v>45842</c:v>
                </c:pt>
                <c:pt idx="5090">
                  <c:v>45845</c:v>
                </c:pt>
                <c:pt idx="5091">
                  <c:v>45846</c:v>
                </c:pt>
                <c:pt idx="5092">
                  <c:v>45847</c:v>
                </c:pt>
                <c:pt idx="5093">
                  <c:v>45848</c:v>
                </c:pt>
                <c:pt idx="5094">
                  <c:v>45849</c:v>
                </c:pt>
                <c:pt idx="5095">
                  <c:v>45852</c:v>
                </c:pt>
                <c:pt idx="5096">
                  <c:v>45853</c:v>
                </c:pt>
                <c:pt idx="5097">
                  <c:v>45854</c:v>
                </c:pt>
                <c:pt idx="5098">
                  <c:v>45855</c:v>
                </c:pt>
                <c:pt idx="5099">
                  <c:v>45856</c:v>
                </c:pt>
                <c:pt idx="5100">
                  <c:v>45859</c:v>
                </c:pt>
                <c:pt idx="5101">
                  <c:v>45860</c:v>
                </c:pt>
                <c:pt idx="5102">
                  <c:v>45861</c:v>
                </c:pt>
                <c:pt idx="5103">
                  <c:v>45862</c:v>
                </c:pt>
                <c:pt idx="5104">
                  <c:v>45863</c:v>
                </c:pt>
                <c:pt idx="5105">
                  <c:v>45866</c:v>
                </c:pt>
                <c:pt idx="5106">
                  <c:v>45867</c:v>
                </c:pt>
                <c:pt idx="5107">
                  <c:v>45868</c:v>
                </c:pt>
                <c:pt idx="5108">
                  <c:v>45869</c:v>
                </c:pt>
                <c:pt idx="5109">
                  <c:v>45870</c:v>
                </c:pt>
                <c:pt idx="5110">
                  <c:v>45873</c:v>
                </c:pt>
                <c:pt idx="5111">
                  <c:v>45874</c:v>
                </c:pt>
                <c:pt idx="5112">
                  <c:v>45875</c:v>
                </c:pt>
                <c:pt idx="5113">
                  <c:v>45876</c:v>
                </c:pt>
                <c:pt idx="5114">
                  <c:v>45877</c:v>
                </c:pt>
                <c:pt idx="5115">
                  <c:v>45880</c:v>
                </c:pt>
                <c:pt idx="5116">
                  <c:v>45881</c:v>
                </c:pt>
                <c:pt idx="5117">
                  <c:v>45882</c:v>
                </c:pt>
                <c:pt idx="5118">
                  <c:v>45883</c:v>
                </c:pt>
                <c:pt idx="5119">
                  <c:v>45884</c:v>
                </c:pt>
                <c:pt idx="5120">
                  <c:v>45887</c:v>
                </c:pt>
                <c:pt idx="5121">
                  <c:v>45888</c:v>
                </c:pt>
                <c:pt idx="5122">
                  <c:v>45889</c:v>
                </c:pt>
                <c:pt idx="5123">
                  <c:v>45890</c:v>
                </c:pt>
                <c:pt idx="5124">
                  <c:v>45891</c:v>
                </c:pt>
                <c:pt idx="5125">
                  <c:v>45894</c:v>
                </c:pt>
                <c:pt idx="5126">
                  <c:v>45895</c:v>
                </c:pt>
                <c:pt idx="5127">
                  <c:v>45896</c:v>
                </c:pt>
                <c:pt idx="5128">
                  <c:v>45897</c:v>
                </c:pt>
                <c:pt idx="5129">
                  <c:v>45898</c:v>
                </c:pt>
                <c:pt idx="5130">
                  <c:v>45901</c:v>
                </c:pt>
                <c:pt idx="5131">
                  <c:v>45902</c:v>
                </c:pt>
                <c:pt idx="5132">
                  <c:v>45903</c:v>
                </c:pt>
                <c:pt idx="5133">
                  <c:v>45904</c:v>
                </c:pt>
                <c:pt idx="5134">
                  <c:v>45905</c:v>
                </c:pt>
                <c:pt idx="5135">
                  <c:v>45908</c:v>
                </c:pt>
                <c:pt idx="5136">
                  <c:v>45909</c:v>
                </c:pt>
                <c:pt idx="5137">
                  <c:v>45910</c:v>
                </c:pt>
                <c:pt idx="5138">
                  <c:v>45911</c:v>
                </c:pt>
                <c:pt idx="5139">
                  <c:v>45912</c:v>
                </c:pt>
                <c:pt idx="5140">
                  <c:v>45915</c:v>
                </c:pt>
                <c:pt idx="5141">
                  <c:v>45916</c:v>
                </c:pt>
                <c:pt idx="5142">
                  <c:v>45917</c:v>
                </c:pt>
                <c:pt idx="5143">
                  <c:v>45918</c:v>
                </c:pt>
                <c:pt idx="5144">
                  <c:v>45919</c:v>
                </c:pt>
                <c:pt idx="5145">
                  <c:v>45922</c:v>
                </c:pt>
                <c:pt idx="5146">
                  <c:v>45923</c:v>
                </c:pt>
                <c:pt idx="5147">
                  <c:v>45924</c:v>
                </c:pt>
                <c:pt idx="5148">
                  <c:v>45925</c:v>
                </c:pt>
                <c:pt idx="5149">
                  <c:v>45926</c:v>
                </c:pt>
                <c:pt idx="5150">
                  <c:v>45929</c:v>
                </c:pt>
                <c:pt idx="5151">
                  <c:v>45930</c:v>
                </c:pt>
                <c:pt idx="5152">
                  <c:v>45931</c:v>
                </c:pt>
                <c:pt idx="5153">
                  <c:v>45932</c:v>
                </c:pt>
                <c:pt idx="5154">
                  <c:v>45933</c:v>
                </c:pt>
                <c:pt idx="5155">
                  <c:v>45936</c:v>
                </c:pt>
                <c:pt idx="5156">
                  <c:v>45937</c:v>
                </c:pt>
                <c:pt idx="5157">
                  <c:v>45938</c:v>
                </c:pt>
                <c:pt idx="5158">
                  <c:v>45939</c:v>
                </c:pt>
                <c:pt idx="5159">
                  <c:v>45940</c:v>
                </c:pt>
                <c:pt idx="5160">
                  <c:v>45943</c:v>
                </c:pt>
                <c:pt idx="5161">
                  <c:v>45944</c:v>
                </c:pt>
                <c:pt idx="5162">
                  <c:v>45945</c:v>
                </c:pt>
                <c:pt idx="5163">
                  <c:v>45946</c:v>
                </c:pt>
                <c:pt idx="5164">
                  <c:v>45947</c:v>
                </c:pt>
                <c:pt idx="5165">
                  <c:v>45950</c:v>
                </c:pt>
                <c:pt idx="5166">
                  <c:v>45951</c:v>
                </c:pt>
                <c:pt idx="5167">
                  <c:v>45952</c:v>
                </c:pt>
                <c:pt idx="5168">
                  <c:v>45953</c:v>
                </c:pt>
                <c:pt idx="5169">
                  <c:v>45954</c:v>
                </c:pt>
                <c:pt idx="5170">
                  <c:v>45957</c:v>
                </c:pt>
                <c:pt idx="5171">
                  <c:v>45958</c:v>
                </c:pt>
                <c:pt idx="5172">
                  <c:v>45959</c:v>
                </c:pt>
                <c:pt idx="5173">
                  <c:v>45960</c:v>
                </c:pt>
                <c:pt idx="5174">
                  <c:v>45961</c:v>
                </c:pt>
                <c:pt idx="5175">
                  <c:v>45964</c:v>
                </c:pt>
                <c:pt idx="5176">
                  <c:v>45965</c:v>
                </c:pt>
                <c:pt idx="5177">
                  <c:v>45966</c:v>
                </c:pt>
                <c:pt idx="5178">
                  <c:v>45967</c:v>
                </c:pt>
                <c:pt idx="5179">
                  <c:v>45968</c:v>
                </c:pt>
                <c:pt idx="5180">
                  <c:v>45971</c:v>
                </c:pt>
                <c:pt idx="5181">
                  <c:v>45972</c:v>
                </c:pt>
                <c:pt idx="5182">
                  <c:v>45973</c:v>
                </c:pt>
                <c:pt idx="5183">
                  <c:v>45974</c:v>
                </c:pt>
                <c:pt idx="5184">
                  <c:v>45975</c:v>
                </c:pt>
                <c:pt idx="5185">
                  <c:v>45978</c:v>
                </c:pt>
                <c:pt idx="5186">
                  <c:v>45979</c:v>
                </c:pt>
                <c:pt idx="5187">
                  <c:v>45980</c:v>
                </c:pt>
                <c:pt idx="5188">
                  <c:v>45981</c:v>
                </c:pt>
                <c:pt idx="5189">
                  <c:v>45982</c:v>
                </c:pt>
                <c:pt idx="5190">
                  <c:v>45985</c:v>
                </c:pt>
                <c:pt idx="5191">
                  <c:v>45986</c:v>
                </c:pt>
                <c:pt idx="5192">
                  <c:v>45987</c:v>
                </c:pt>
                <c:pt idx="5193">
                  <c:v>45988</c:v>
                </c:pt>
                <c:pt idx="5194">
                  <c:v>45989</c:v>
                </c:pt>
                <c:pt idx="5195">
                  <c:v>45992</c:v>
                </c:pt>
                <c:pt idx="5196">
                  <c:v>45993</c:v>
                </c:pt>
                <c:pt idx="5197">
                  <c:v>45994</c:v>
                </c:pt>
                <c:pt idx="5198">
                  <c:v>45995</c:v>
                </c:pt>
                <c:pt idx="5199">
                  <c:v>45996</c:v>
                </c:pt>
                <c:pt idx="5200">
                  <c:v>45999</c:v>
                </c:pt>
                <c:pt idx="5201">
                  <c:v>46000</c:v>
                </c:pt>
                <c:pt idx="5202">
                  <c:v>46001</c:v>
                </c:pt>
                <c:pt idx="5203">
                  <c:v>46002</c:v>
                </c:pt>
                <c:pt idx="5204">
                  <c:v>46003</c:v>
                </c:pt>
                <c:pt idx="5205">
                  <c:v>46006</c:v>
                </c:pt>
                <c:pt idx="5206">
                  <c:v>46007</c:v>
                </c:pt>
                <c:pt idx="5207">
                  <c:v>46008</c:v>
                </c:pt>
                <c:pt idx="5208">
                  <c:v>46009</c:v>
                </c:pt>
                <c:pt idx="5209">
                  <c:v>46010</c:v>
                </c:pt>
                <c:pt idx="5210">
                  <c:v>46013</c:v>
                </c:pt>
                <c:pt idx="5211">
                  <c:v>46014</c:v>
                </c:pt>
                <c:pt idx="5212">
                  <c:v>46015</c:v>
                </c:pt>
                <c:pt idx="5213">
                  <c:v>46016</c:v>
                </c:pt>
                <c:pt idx="5214">
                  <c:v>46017</c:v>
                </c:pt>
                <c:pt idx="5215">
                  <c:v>46020</c:v>
                </c:pt>
                <c:pt idx="5216">
                  <c:v>46021</c:v>
                </c:pt>
                <c:pt idx="5217">
                  <c:v>46022</c:v>
                </c:pt>
                <c:pt idx="5218">
                  <c:v>46023</c:v>
                </c:pt>
                <c:pt idx="5219">
                  <c:v>46024</c:v>
                </c:pt>
                <c:pt idx="5220">
                  <c:v>46027</c:v>
                </c:pt>
                <c:pt idx="5221">
                  <c:v>46028</c:v>
                </c:pt>
                <c:pt idx="5222">
                  <c:v>46029</c:v>
                </c:pt>
                <c:pt idx="5223">
                  <c:v>46030</c:v>
                </c:pt>
                <c:pt idx="5224">
                  <c:v>46031</c:v>
                </c:pt>
                <c:pt idx="5225">
                  <c:v>46034</c:v>
                </c:pt>
                <c:pt idx="5226">
                  <c:v>46035</c:v>
                </c:pt>
                <c:pt idx="5227">
                  <c:v>46036</c:v>
                </c:pt>
                <c:pt idx="5228">
                  <c:v>46037</c:v>
                </c:pt>
                <c:pt idx="5229">
                  <c:v>46038</c:v>
                </c:pt>
                <c:pt idx="5230">
                  <c:v>46041</c:v>
                </c:pt>
                <c:pt idx="5231">
                  <c:v>46042</c:v>
                </c:pt>
                <c:pt idx="5232">
                  <c:v>46043</c:v>
                </c:pt>
                <c:pt idx="5233">
                  <c:v>46044</c:v>
                </c:pt>
                <c:pt idx="5234">
                  <c:v>46045</c:v>
                </c:pt>
                <c:pt idx="5235">
                  <c:v>46048</c:v>
                </c:pt>
                <c:pt idx="5236">
                  <c:v>46049</c:v>
                </c:pt>
                <c:pt idx="5237">
                  <c:v>46050</c:v>
                </c:pt>
                <c:pt idx="5238">
                  <c:v>46051</c:v>
                </c:pt>
                <c:pt idx="5239">
                  <c:v>46052</c:v>
                </c:pt>
                <c:pt idx="5240">
                  <c:v>46055</c:v>
                </c:pt>
                <c:pt idx="5241">
                  <c:v>46056</c:v>
                </c:pt>
                <c:pt idx="5242">
                  <c:v>46057</c:v>
                </c:pt>
                <c:pt idx="5243">
                  <c:v>46058</c:v>
                </c:pt>
                <c:pt idx="5244">
                  <c:v>46059</c:v>
                </c:pt>
                <c:pt idx="5245">
                  <c:v>46062</c:v>
                </c:pt>
                <c:pt idx="5246">
                  <c:v>46063</c:v>
                </c:pt>
                <c:pt idx="5247">
                  <c:v>46064</c:v>
                </c:pt>
                <c:pt idx="5248">
                  <c:v>46065</c:v>
                </c:pt>
                <c:pt idx="5249">
                  <c:v>46066</c:v>
                </c:pt>
                <c:pt idx="5250">
                  <c:v>46069</c:v>
                </c:pt>
                <c:pt idx="5251">
                  <c:v>46070</c:v>
                </c:pt>
                <c:pt idx="5252">
                  <c:v>46071</c:v>
                </c:pt>
                <c:pt idx="5253">
                  <c:v>46072</c:v>
                </c:pt>
                <c:pt idx="5254">
                  <c:v>46073</c:v>
                </c:pt>
                <c:pt idx="5255">
                  <c:v>46076</c:v>
                </c:pt>
                <c:pt idx="5256">
                  <c:v>46077</c:v>
                </c:pt>
                <c:pt idx="5257">
                  <c:v>46078</c:v>
                </c:pt>
                <c:pt idx="5258">
                  <c:v>46079</c:v>
                </c:pt>
                <c:pt idx="5259">
                  <c:v>46080</c:v>
                </c:pt>
                <c:pt idx="5260">
                  <c:v>46083</c:v>
                </c:pt>
                <c:pt idx="5261">
                  <c:v>46084</c:v>
                </c:pt>
                <c:pt idx="5262">
                  <c:v>46085</c:v>
                </c:pt>
                <c:pt idx="5263">
                  <c:v>46086</c:v>
                </c:pt>
                <c:pt idx="5264">
                  <c:v>46087</c:v>
                </c:pt>
                <c:pt idx="5265">
                  <c:v>46090</c:v>
                </c:pt>
                <c:pt idx="5266">
                  <c:v>46091</c:v>
                </c:pt>
                <c:pt idx="5267">
                  <c:v>46092</c:v>
                </c:pt>
                <c:pt idx="5268">
                  <c:v>46093</c:v>
                </c:pt>
                <c:pt idx="5269">
                  <c:v>46094</c:v>
                </c:pt>
                <c:pt idx="5270">
                  <c:v>46097</c:v>
                </c:pt>
                <c:pt idx="5271">
                  <c:v>46098</c:v>
                </c:pt>
                <c:pt idx="5272">
                  <c:v>46099</c:v>
                </c:pt>
                <c:pt idx="5273">
                  <c:v>46100</c:v>
                </c:pt>
                <c:pt idx="5274">
                  <c:v>46101</c:v>
                </c:pt>
                <c:pt idx="5275">
                  <c:v>46104</c:v>
                </c:pt>
                <c:pt idx="5276">
                  <c:v>46105</c:v>
                </c:pt>
                <c:pt idx="5277">
                  <c:v>46106</c:v>
                </c:pt>
                <c:pt idx="5278">
                  <c:v>46107</c:v>
                </c:pt>
                <c:pt idx="5279">
                  <c:v>46108</c:v>
                </c:pt>
                <c:pt idx="5280">
                  <c:v>46111</c:v>
                </c:pt>
                <c:pt idx="5281">
                  <c:v>46112</c:v>
                </c:pt>
                <c:pt idx="5282">
                  <c:v>46113</c:v>
                </c:pt>
                <c:pt idx="5283">
                  <c:v>46114</c:v>
                </c:pt>
                <c:pt idx="5284">
                  <c:v>46115</c:v>
                </c:pt>
                <c:pt idx="5285">
                  <c:v>46118</c:v>
                </c:pt>
                <c:pt idx="5286">
                  <c:v>46119</c:v>
                </c:pt>
                <c:pt idx="5287">
                  <c:v>46120</c:v>
                </c:pt>
                <c:pt idx="5288">
                  <c:v>46121</c:v>
                </c:pt>
                <c:pt idx="5289">
                  <c:v>46122</c:v>
                </c:pt>
                <c:pt idx="5290">
                  <c:v>46125</c:v>
                </c:pt>
                <c:pt idx="5291">
                  <c:v>46126</c:v>
                </c:pt>
                <c:pt idx="5292">
                  <c:v>46127</c:v>
                </c:pt>
                <c:pt idx="5293">
                  <c:v>46128</c:v>
                </c:pt>
                <c:pt idx="5294">
                  <c:v>46129</c:v>
                </c:pt>
                <c:pt idx="5295">
                  <c:v>46132</c:v>
                </c:pt>
                <c:pt idx="5296">
                  <c:v>46133</c:v>
                </c:pt>
                <c:pt idx="5297">
                  <c:v>46134</c:v>
                </c:pt>
                <c:pt idx="5298">
                  <c:v>46135</c:v>
                </c:pt>
                <c:pt idx="5299">
                  <c:v>46136</c:v>
                </c:pt>
                <c:pt idx="5300">
                  <c:v>46139</c:v>
                </c:pt>
                <c:pt idx="5301">
                  <c:v>46140</c:v>
                </c:pt>
                <c:pt idx="5302">
                  <c:v>46141</c:v>
                </c:pt>
                <c:pt idx="5303">
                  <c:v>46142</c:v>
                </c:pt>
                <c:pt idx="5304">
                  <c:v>46143</c:v>
                </c:pt>
                <c:pt idx="5305">
                  <c:v>46146</c:v>
                </c:pt>
                <c:pt idx="5306">
                  <c:v>46147</c:v>
                </c:pt>
                <c:pt idx="5307">
                  <c:v>46148</c:v>
                </c:pt>
                <c:pt idx="5308">
                  <c:v>46149</c:v>
                </c:pt>
                <c:pt idx="5309">
                  <c:v>46150</c:v>
                </c:pt>
                <c:pt idx="5310">
                  <c:v>46153</c:v>
                </c:pt>
                <c:pt idx="5311">
                  <c:v>46154</c:v>
                </c:pt>
                <c:pt idx="5312">
                  <c:v>46155</c:v>
                </c:pt>
                <c:pt idx="5313">
                  <c:v>46156</c:v>
                </c:pt>
                <c:pt idx="5314">
                  <c:v>46157</c:v>
                </c:pt>
                <c:pt idx="5315">
                  <c:v>46160</c:v>
                </c:pt>
                <c:pt idx="5316">
                  <c:v>46161</c:v>
                </c:pt>
                <c:pt idx="5317">
                  <c:v>46162</c:v>
                </c:pt>
                <c:pt idx="5318">
                  <c:v>46163</c:v>
                </c:pt>
                <c:pt idx="5319">
                  <c:v>46164</c:v>
                </c:pt>
                <c:pt idx="5320">
                  <c:v>46167</c:v>
                </c:pt>
                <c:pt idx="5321">
                  <c:v>46168</c:v>
                </c:pt>
                <c:pt idx="5322">
                  <c:v>46169</c:v>
                </c:pt>
                <c:pt idx="5323">
                  <c:v>46170</c:v>
                </c:pt>
                <c:pt idx="5324">
                  <c:v>46171</c:v>
                </c:pt>
                <c:pt idx="5325">
                  <c:v>46174</c:v>
                </c:pt>
                <c:pt idx="5326">
                  <c:v>46175</c:v>
                </c:pt>
                <c:pt idx="5327">
                  <c:v>46176</c:v>
                </c:pt>
                <c:pt idx="5328">
                  <c:v>46177</c:v>
                </c:pt>
                <c:pt idx="5329">
                  <c:v>46178</c:v>
                </c:pt>
                <c:pt idx="5330">
                  <c:v>46181</c:v>
                </c:pt>
                <c:pt idx="5331">
                  <c:v>46182</c:v>
                </c:pt>
                <c:pt idx="5332">
                  <c:v>46183</c:v>
                </c:pt>
                <c:pt idx="5333">
                  <c:v>46184</c:v>
                </c:pt>
                <c:pt idx="5334">
                  <c:v>46185</c:v>
                </c:pt>
                <c:pt idx="5335">
                  <c:v>46188</c:v>
                </c:pt>
                <c:pt idx="5336">
                  <c:v>46189</c:v>
                </c:pt>
                <c:pt idx="5337">
                  <c:v>46190</c:v>
                </c:pt>
                <c:pt idx="5338">
                  <c:v>46191</c:v>
                </c:pt>
              </c:numCache>
            </c:numRef>
          </c:cat>
          <c:val>
            <c:numRef>
              <c:f>'worldwide policy rate'!$F$2612:$F$7950</c:f>
              <c:numCache>
                <c:formatCode>General</c:formatCode>
                <c:ptCount val="5339"/>
                <c:pt idx="0">
                  <c:v>7.5</c:v>
                </c:pt>
                <c:pt idx="1">
                  <c:v>7.5</c:v>
                </c:pt>
                <c:pt idx="2">
                  <c:v>7.5</c:v>
                </c:pt>
                <c:pt idx="3">
                  <c:v>7.5</c:v>
                </c:pt>
                <c:pt idx="4">
                  <c:v>7.5</c:v>
                </c:pt>
                <c:pt idx="5">
                  <c:v>7.5</c:v>
                </c:pt>
                <c:pt idx="6">
                  <c:v>7.5</c:v>
                </c:pt>
                <c:pt idx="7">
                  <c:v>7.5</c:v>
                </c:pt>
                <c:pt idx="8">
                  <c:v>7.5</c:v>
                </c:pt>
                <c:pt idx="9">
                  <c:v>7.5</c:v>
                </c:pt>
                <c:pt idx="10">
                  <c:v>7.5</c:v>
                </c:pt>
                <c:pt idx="11">
                  <c:v>7.5</c:v>
                </c:pt>
                <c:pt idx="12">
                  <c:v>7.5</c:v>
                </c:pt>
                <c:pt idx="13">
                  <c:v>7.5</c:v>
                </c:pt>
                <c:pt idx="14">
                  <c:v>7.5</c:v>
                </c:pt>
                <c:pt idx="15">
                  <c:v>7.5</c:v>
                </c:pt>
                <c:pt idx="16">
                  <c:v>7.5</c:v>
                </c:pt>
                <c:pt idx="17">
                  <c:v>7.5</c:v>
                </c:pt>
                <c:pt idx="18">
                  <c:v>7.5</c:v>
                </c:pt>
                <c:pt idx="19">
                  <c:v>7.5</c:v>
                </c:pt>
                <c:pt idx="20">
                  <c:v>7.5</c:v>
                </c:pt>
                <c:pt idx="21">
                  <c:v>7.5</c:v>
                </c:pt>
                <c:pt idx="22">
                  <c:v>7.5</c:v>
                </c:pt>
                <c:pt idx="23">
                  <c:v>7.5</c:v>
                </c:pt>
                <c:pt idx="24">
                  <c:v>7.5</c:v>
                </c:pt>
                <c:pt idx="25">
                  <c:v>7.5</c:v>
                </c:pt>
                <c:pt idx="26">
                  <c:v>7.5</c:v>
                </c:pt>
                <c:pt idx="27">
                  <c:v>7.5</c:v>
                </c:pt>
                <c:pt idx="28">
                  <c:v>7.5</c:v>
                </c:pt>
                <c:pt idx="29">
                  <c:v>7.5</c:v>
                </c:pt>
                <c:pt idx="30">
                  <c:v>7.5</c:v>
                </c:pt>
                <c:pt idx="31">
                  <c:v>7.5</c:v>
                </c:pt>
                <c:pt idx="32">
                  <c:v>7.5</c:v>
                </c:pt>
                <c:pt idx="33">
                  <c:v>7.5</c:v>
                </c:pt>
                <c:pt idx="34">
                  <c:v>7.5</c:v>
                </c:pt>
                <c:pt idx="35">
                  <c:v>7.5</c:v>
                </c:pt>
                <c:pt idx="36">
                  <c:v>7.5</c:v>
                </c:pt>
                <c:pt idx="37">
                  <c:v>7.5</c:v>
                </c:pt>
                <c:pt idx="38">
                  <c:v>7.5</c:v>
                </c:pt>
                <c:pt idx="39">
                  <c:v>7.5</c:v>
                </c:pt>
                <c:pt idx="40">
                  <c:v>7.5</c:v>
                </c:pt>
                <c:pt idx="41">
                  <c:v>7.5</c:v>
                </c:pt>
                <c:pt idx="42">
                  <c:v>7.5</c:v>
                </c:pt>
                <c:pt idx="43">
                  <c:v>7.5</c:v>
                </c:pt>
                <c:pt idx="44">
                  <c:v>7.5</c:v>
                </c:pt>
                <c:pt idx="45">
                  <c:v>7.5</c:v>
                </c:pt>
                <c:pt idx="46">
                  <c:v>7.5</c:v>
                </c:pt>
                <c:pt idx="47">
                  <c:v>7.5</c:v>
                </c:pt>
                <c:pt idx="48">
                  <c:v>7.5</c:v>
                </c:pt>
                <c:pt idx="49">
                  <c:v>7.5</c:v>
                </c:pt>
                <c:pt idx="50">
                  <c:v>7.5</c:v>
                </c:pt>
                <c:pt idx="51">
                  <c:v>7.5</c:v>
                </c:pt>
                <c:pt idx="52">
                  <c:v>7.5</c:v>
                </c:pt>
                <c:pt idx="53">
                  <c:v>7.5</c:v>
                </c:pt>
                <c:pt idx="54">
                  <c:v>7.5</c:v>
                </c:pt>
                <c:pt idx="55">
                  <c:v>7.5</c:v>
                </c:pt>
                <c:pt idx="56">
                  <c:v>7.5</c:v>
                </c:pt>
                <c:pt idx="57">
                  <c:v>7.5</c:v>
                </c:pt>
                <c:pt idx="58">
                  <c:v>7.5</c:v>
                </c:pt>
                <c:pt idx="59">
                  <c:v>7.5</c:v>
                </c:pt>
                <c:pt idx="60">
                  <c:v>7.5</c:v>
                </c:pt>
                <c:pt idx="61">
                  <c:v>7.5</c:v>
                </c:pt>
                <c:pt idx="62">
                  <c:v>7.5</c:v>
                </c:pt>
                <c:pt idx="63">
                  <c:v>7.5</c:v>
                </c:pt>
                <c:pt idx="64">
                  <c:v>7.5</c:v>
                </c:pt>
                <c:pt idx="65">
                  <c:v>7.5</c:v>
                </c:pt>
                <c:pt idx="66">
                  <c:v>7.5</c:v>
                </c:pt>
                <c:pt idx="67">
                  <c:v>7.5</c:v>
                </c:pt>
                <c:pt idx="68">
                  <c:v>7.5</c:v>
                </c:pt>
                <c:pt idx="69">
                  <c:v>7.5</c:v>
                </c:pt>
                <c:pt idx="70">
                  <c:v>7.5</c:v>
                </c:pt>
                <c:pt idx="71">
                  <c:v>7.5</c:v>
                </c:pt>
                <c:pt idx="72">
                  <c:v>7.5</c:v>
                </c:pt>
                <c:pt idx="73">
                  <c:v>7.5</c:v>
                </c:pt>
                <c:pt idx="74">
                  <c:v>7.5</c:v>
                </c:pt>
                <c:pt idx="75">
                  <c:v>7.5</c:v>
                </c:pt>
                <c:pt idx="76">
                  <c:v>7.5</c:v>
                </c:pt>
                <c:pt idx="77">
                  <c:v>7.5</c:v>
                </c:pt>
                <c:pt idx="78">
                  <c:v>7.5</c:v>
                </c:pt>
                <c:pt idx="79">
                  <c:v>7.5</c:v>
                </c:pt>
                <c:pt idx="80">
                  <c:v>7.5</c:v>
                </c:pt>
                <c:pt idx="81">
                  <c:v>7.5</c:v>
                </c:pt>
                <c:pt idx="82">
                  <c:v>7.5</c:v>
                </c:pt>
                <c:pt idx="83">
                  <c:v>7.5</c:v>
                </c:pt>
                <c:pt idx="84">
                  <c:v>7.5</c:v>
                </c:pt>
                <c:pt idx="85">
                  <c:v>7.5</c:v>
                </c:pt>
                <c:pt idx="86">
                  <c:v>7.5</c:v>
                </c:pt>
                <c:pt idx="87">
                  <c:v>7.5</c:v>
                </c:pt>
                <c:pt idx="88">
                  <c:v>7.5</c:v>
                </c:pt>
                <c:pt idx="89">
                  <c:v>7.5</c:v>
                </c:pt>
                <c:pt idx="90">
                  <c:v>7.5</c:v>
                </c:pt>
                <c:pt idx="91">
                  <c:v>7.5</c:v>
                </c:pt>
                <c:pt idx="92">
                  <c:v>7.5</c:v>
                </c:pt>
                <c:pt idx="93">
                  <c:v>7.5</c:v>
                </c:pt>
                <c:pt idx="94">
                  <c:v>7.5</c:v>
                </c:pt>
                <c:pt idx="95">
                  <c:v>7.5</c:v>
                </c:pt>
                <c:pt idx="96">
                  <c:v>7.5</c:v>
                </c:pt>
                <c:pt idx="97">
                  <c:v>7.5</c:v>
                </c:pt>
                <c:pt idx="98">
                  <c:v>7.5</c:v>
                </c:pt>
                <c:pt idx="99">
                  <c:v>7.5</c:v>
                </c:pt>
                <c:pt idx="100">
                  <c:v>7.5</c:v>
                </c:pt>
                <c:pt idx="101">
                  <c:v>7.5</c:v>
                </c:pt>
                <c:pt idx="102">
                  <c:v>7.5</c:v>
                </c:pt>
                <c:pt idx="103">
                  <c:v>7.5</c:v>
                </c:pt>
                <c:pt idx="104">
                  <c:v>7.5</c:v>
                </c:pt>
                <c:pt idx="105">
                  <c:v>7.5</c:v>
                </c:pt>
                <c:pt idx="106">
                  <c:v>7.5</c:v>
                </c:pt>
                <c:pt idx="107">
                  <c:v>7.5</c:v>
                </c:pt>
                <c:pt idx="108">
                  <c:v>7.5</c:v>
                </c:pt>
                <c:pt idx="109">
                  <c:v>7.5</c:v>
                </c:pt>
                <c:pt idx="110">
                  <c:v>7.5</c:v>
                </c:pt>
                <c:pt idx="111">
                  <c:v>7.5</c:v>
                </c:pt>
                <c:pt idx="112">
                  <c:v>7.5</c:v>
                </c:pt>
                <c:pt idx="113">
                  <c:v>7.5</c:v>
                </c:pt>
                <c:pt idx="114">
                  <c:v>7.5</c:v>
                </c:pt>
                <c:pt idx="115">
                  <c:v>7.5</c:v>
                </c:pt>
                <c:pt idx="116">
                  <c:v>7.5</c:v>
                </c:pt>
                <c:pt idx="117">
                  <c:v>7.5</c:v>
                </c:pt>
                <c:pt idx="118">
                  <c:v>7.5</c:v>
                </c:pt>
                <c:pt idx="119">
                  <c:v>7.5</c:v>
                </c:pt>
                <c:pt idx="120">
                  <c:v>7.5</c:v>
                </c:pt>
                <c:pt idx="121">
                  <c:v>7.5</c:v>
                </c:pt>
                <c:pt idx="122">
                  <c:v>7.5</c:v>
                </c:pt>
                <c:pt idx="123">
                  <c:v>7.5</c:v>
                </c:pt>
                <c:pt idx="124">
                  <c:v>7.5</c:v>
                </c:pt>
                <c:pt idx="125">
                  <c:v>7.5</c:v>
                </c:pt>
                <c:pt idx="126">
                  <c:v>7.5</c:v>
                </c:pt>
                <c:pt idx="127">
                  <c:v>7.5</c:v>
                </c:pt>
                <c:pt idx="128">
                  <c:v>7.5</c:v>
                </c:pt>
                <c:pt idx="129">
                  <c:v>7.5</c:v>
                </c:pt>
                <c:pt idx="130">
                  <c:v>7.5</c:v>
                </c:pt>
                <c:pt idx="131">
                  <c:v>7.5</c:v>
                </c:pt>
                <c:pt idx="132">
                  <c:v>7.5</c:v>
                </c:pt>
                <c:pt idx="133">
                  <c:v>7.5</c:v>
                </c:pt>
                <c:pt idx="134">
                  <c:v>7.5</c:v>
                </c:pt>
                <c:pt idx="135">
                  <c:v>7.5</c:v>
                </c:pt>
                <c:pt idx="136">
                  <c:v>7.5</c:v>
                </c:pt>
                <c:pt idx="137">
                  <c:v>7.5</c:v>
                </c:pt>
                <c:pt idx="138">
                  <c:v>7.5</c:v>
                </c:pt>
                <c:pt idx="139">
                  <c:v>7.5</c:v>
                </c:pt>
                <c:pt idx="140">
                  <c:v>7.5</c:v>
                </c:pt>
                <c:pt idx="141">
                  <c:v>7.5</c:v>
                </c:pt>
                <c:pt idx="142">
                  <c:v>7.5</c:v>
                </c:pt>
                <c:pt idx="143">
                  <c:v>7.5</c:v>
                </c:pt>
                <c:pt idx="144">
                  <c:v>7.5</c:v>
                </c:pt>
                <c:pt idx="145">
                  <c:v>7.5</c:v>
                </c:pt>
                <c:pt idx="146">
                  <c:v>7.5</c:v>
                </c:pt>
                <c:pt idx="147">
                  <c:v>7.5</c:v>
                </c:pt>
                <c:pt idx="148">
                  <c:v>7.5</c:v>
                </c:pt>
                <c:pt idx="149">
                  <c:v>7.5</c:v>
                </c:pt>
                <c:pt idx="150">
                  <c:v>7.5</c:v>
                </c:pt>
                <c:pt idx="151">
                  <c:v>7.5</c:v>
                </c:pt>
                <c:pt idx="152">
                  <c:v>7.5</c:v>
                </c:pt>
                <c:pt idx="153">
                  <c:v>7.5</c:v>
                </c:pt>
                <c:pt idx="154">
                  <c:v>7.5</c:v>
                </c:pt>
                <c:pt idx="155">
                  <c:v>7.5</c:v>
                </c:pt>
                <c:pt idx="156">
                  <c:v>7.5</c:v>
                </c:pt>
                <c:pt idx="157">
                  <c:v>7.5</c:v>
                </c:pt>
                <c:pt idx="158">
                  <c:v>7.5</c:v>
                </c:pt>
                <c:pt idx="159">
                  <c:v>7.5</c:v>
                </c:pt>
                <c:pt idx="160">
                  <c:v>7.5</c:v>
                </c:pt>
                <c:pt idx="161">
                  <c:v>7.5</c:v>
                </c:pt>
                <c:pt idx="162">
                  <c:v>7.5</c:v>
                </c:pt>
                <c:pt idx="163">
                  <c:v>7.5</c:v>
                </c:pt>
                <c:pt idx="164">
                  <c:v>7.5</c:v>
                </c:pt>
                <c:pt idx="165">
                  <c:v>7.5</c:v>
                </c:pt>
                <c:pt idx="166">
                  <c:v>7.5</c:v>
                </c:pt>
                <c:pt idx="167">
                  <c:v>7.5</c:v>
                </c:pt>
                <c:pt idx="168">
                  <c:v>7.5</c:v>
                </c:pt>
                <c:pt idx="169">
                  <c:v>7.5</c:v>
                </c:pt>
                <c:pt idx="170">
                  <c:v>7.5</c:v>
                </c:pt>
                <c:pt idx="171">
                  <c:v>7.5</c:v>
                </c:pt>
                <c:pt idx="172">
                  <c:v>7.5</c:v>
                </c:pt>
                <c:pt idx="173">
                  <c:v>7.5</c:v>
                </c:pt>
                <c:pt idx="174">
                  <c:v>7.5</c:v>
                </c:pt>
                <c:pt idx="175">
                  <c:v>7.5</c:v>
                </c:pt>
                <c:pt idx="176">
                  <c:v>7.5</c:v>
                </c:pt>
                <c:pt idx="177">
                  <c:v>7.5</c:v>
                </c:pt>
                <c:pt idx="178">
                  <c:v>7.5</c:v>
                </c:pt>
                <c:pt idx="179">
                  <c:v>7.5</c:v>
                </c:pt>
                <c:pt idx="180">
                  <c:v>7.5</c:v>
                </c:pt>
                <c:pt idx="181">
                  <c:v>7.5</c:v>
                </c:pt>
                <c:pt idx="182">
                  <c:v>7.5</c:v>
                </c:pt>
                <c:pt idx="183">
                  <c:v>7.5</c:v>
                </c:pt>
                <c:pt idx="184">
                  <c:v>7.5</c:v>
                </c:pt>
                <c:pt idx="185">
                  <c:v>7.5</c:v>
                </c:pt>
                <c:pt idx="186">
                  <c:v>7.5</c:v>
                </c:pt>
                <c:pt idx="187">
                  <c:v>7.5</c:v>
                </c:pt>
                <c:pt idx="188">
                  <c:v>7.5</c:v>
                </c:pt>
                <c:pt idx="189">
                  <c:v>7.5</c:v>
                </c:pt>
                <c:pt idx="190">
                  <c:v>7.5</c:v>
                </c:pt>
                <c:pt idx="191">
                  <c:v>7.5</c:v>
                </c:pt>
                <c:pt idx="192">
                  <c:v>7.5</c:v>
                </c:pt>
                <c:pt idx="193">
                  <c:v>7.5</c:v>
                </c:pt>
                <c:pt idx="194">
                  <c:v>7.5</c:v>
                </c:pt>
                <c:pt idx="195">
                  <c:v>7.5</c:v>
                </c:pt>
                <c:pt idx="196">
                  <c:v>7.5</c:v>
                </c:pt>
                <c:pt idx="197">
                  <c:v>7.5</c:v>
                </c:pt>
                <c:pt idx="198">
                  <c:v>7.5</c:v>
                </c:pt>
                <c:pt idx="199">
                  <c:v>7.5</c:v>
                </c:pt>
                <c:pt idx="200">
                  <c:v>7.5</c:v>
                </c:pt>
                <c:pt idx="201">
                  <c:v>7.5</c:v>
                </c:pt>
                <c:pt idx="202">
                  <c:v>7.5</c:v>
                </c:pt>
                <c:pt idx="203">
                  <c:v>7.5</c:v>
                </c:pt>
                <c:pt idx="204">
                  <c:v>7.5</c:v>
                </c:pt>
                <c:pt idx="205">
                  <c:v>7.5</c:v>
                </c:pt>
                <c:pt idx="206">
                  <c:v>7.5</c:v>
                </c:pt>
                <c:pt idx="207">
                  <c:v>7.5</c:v>
                </c:pt>
                <c:pt idx="208">
                  <c:v>7.5</c:v>
                </c:pt>
                <c:pt idx="209">
                  <c:v>7.5</c:v>
                </c:pt>
                <c:pt idx="210">
                  <c:v>7.5</c:v>
                </c:pt>
                <c:pt idx="211">
                  <c:v>7.5</c:v>
                </c:pt>
                <c:pt idx="212">
                  <c:v>7.5</c:v>
                </c:pt>
                <c:pt idx="213">
                  <c:v>7.5</c:v>
                </c:pt>
                <c:pt idx="214">
                  <c:v>7.5</c:v>
                </c:pt>
                <c:pt idx="215">
                  <c:v>7.5</c:v>
                </c:pt>
                <c:pt idx="216">
                  <c:v>7.5</c:v>
                </c:pt>
                <c:pt idx="217">
                  <c:v>7.5</c:v>
                </c:pt>
                <c:pt idx="218">
                  <c:v>7.5</c:v>
                </c:pt>
                <c:pt idx="219">
                  <c:v>7.5</c:v>
                </c:pt>
                <c:pt idx="220">
                  <c:v>7.5</c:v>
                </c:pt>
                <c:pt idx="221">
                  <c:v>7.5</c:v>
                </c:pt>
                <c:pt idx="222">
                  <c:v>7.5</c:v>
                </c:pt>
                <c:pt idx="223">
                  <c:v>7.5</c:v>
                </c:pt>
                <c:pt idx="224">
                  <c:v>7.5</c:v>
                </c:pt>
                <c:pt idx="225">
                  <c:v>7.5</c:v>
                </c:pt>
                <c:pt idx="226">
                  <c:v>7.5</c:v>
                </c:pt>
                <c:pt idx="227">
                  <c:v>7.5</c:v>
                </c:pt>
                <c:pt idx="228">
                  <c:v>7.5</c:v>
                </c:pt>
                <c:pt idx="229">
                  <c:v>7.5</c:v>
                </c:pt>
                <c:pt idx="230">
                  <c:v>7.5</c:v>
                </c:pt>
                <c:pt idx="231">
                  <c:v>7.5</c:v>
                </c:pt>
                <c:pt idx="232">
                  <c:v>7.5</c:v>
                </c:pt>
                <c:pt idx="233">
                  <c:v>7.5</c:v>
                </c:pt>
                <c:pt idx="234">
                  <c:v>7.5</c:v>
                </c:pt>
                <c:pt idx="235">
                  <c:v>7.5</c:v>
                </c:pt>
                <c:pt idx="236">
                  <c:v>7.5</c:v>
                </c:pt>
                <c:pt idx="237">
                  <c:v>7.5</c:v>
                </c:pt>
                <c:pt idx="238">
                  <c:v>7.5</c:v>
                </c:pt>
                <c:pt idx="239">
                  <c:v>7.5</c:v>
                </c:pt>
                <c:pt idx="240">
                  <c:v>7.5</c:v>
                </c:pt>
                <c:pt idx="241">
                  <c:v>7.5</c:v>
                </c:pt>
                <c:pt idx="242">
                  <c:v>7.5</c:v>
                </c:pt>
                <c:pt idx="243">
                  <c:v>7.5</c:v>
                </c:pt>
                <c:pt idx="244">
                  <c:v>7.5</c:v>
                </c:pt>
                <c:pt idx="245">
                  <c:v>7.5</c:v>
                </c:pt>
                <c:pt idx="246">
                  <c:v>7.5</c:v>
                </c:pt>
                <c:pt idx="247">
                  <c:v>7.5</c:v>
                </c:pt>
                <c:pt idx="248">
                  <c:v>7.5</c:v>
                </c:pt>
                <c:pt idx="249">
                  <c:v>7.5</c:v>
                </c:pt>
                <c:pt idx="250">
                  <c:v>7.5</c:v>
                </c:pt>
                <c:pt idx="251">
                  <c:v>7.5</c:v>
                </c:pt>
                <c:pt idx="252">
                  <c:v>7.5</c:v>
                </c:pt>
                <c:pt idx="253">
                  <c:v>7.5</c:v>
                </c:pt>
                <c:pt idx="254">
                  <c:v>7.5</c:v>
                </c:pt>
                <c:pt idx="255">
                  <c:v>7.5</c:v>
                </c:pt>
                <c:pt idx="256">
                  <c:v>7.5</c:v>
                </c:pt>
                <c:pt idx="257">
                  <c:v>7.5</c:v>
                </c:pt>
                <c:pt idx="258">
                  <c:v>7.5</c:v>
                </c:pt>
                <c:pt idx="259">
                  <c:v>7.5</c:v>
                </c:pt>
                <c:pt idx="260">
                  <c:v>7.5</c:v>
                </c:pt>
                <c:pt idx="261">
                  <c:v>7.5</c:v>
                </c:pt>
                <c:pt idx="262">
                  <c:v>7.5</c:v>
                </c:pt>
                <c:pt idx="263">
                  <c:v>7.5</c:v>
                </c:pt>
                <c:pt idx="264">
                  <c:v>7.5</c:v>
                </c:pt>
                <c:pt idx="265">
                  <c:v>7.5</c:v>
                </c:pt>
                <c:pt idx="266">
                  <c:v>7.5</c:v>
                </c:pt>
                <c:pt idx="267">
                  <c:v>7.5</c:v>
                </c:pt>
                <c:pt idx="268">
                  <c:v>7.5</c:v>
                </c:pt>
                <c:pt idx="269">
                  <c:v>7.5</c:v>
                </c:pt>
                <c:pt idx="270">
                  <c:v>7.5</c:v>
                </c:pt>
                <c:pt idx="271">
                  <c:v>7.5</c:v>
                </c:pt>
                <c:pt idx="272">
                  <c:v>7.5</c:v>
                </c:pt>
                <c:pt idx="273">
                  <c:v>7.5</c:v>
                </c:pt>
                <c:pt idx="274">
                  <c:v>7.5</c:v>
                </c:pt>
                <c:pt idx="275">
                  <c:v>7.5</c:v>
                </c:pt>
                <c:pt idx="276">
                  <c:v>7.5</c:v>
                </c:pt>
                <c:pt idx="277">
                  <c:v>7.5</c:v>
                </c:pt>
                <c:pt idx="278">
                  <c:v>7.5</c:v>
                </c:pt>
                <c:pt idx="279">
                  <c:v>7.5</c:v>
                </c:pt>
                <c:pt idx="280">
                  <c:v>7.5</c:v>
                </c:pt>
                <c:pt idx="281">
                  <c:v>7.5</c:v>
                </c:pt>
                <c:pt idx="282">
                  <c:v>7.5</c:v>
                </c:pt>
                <c:pt idx="283">
                  <c:v>7.5</c:v>
                </c:pt>
                <c:pt idx="284">
                  <c:v>7.5</c:v>
                </c:pt>
                <c:pt idx="285">
                  <c:v>7.5</c:v>
                </c:pt>
                <c:pt idx="286">
                  <c:v>7.5</c:v>
                </c:pt>
                <c:pt idx="287">
                  <c:v>7.5</c:v>
                </c:pt>
                <c:pt idx="288">
                  <c:v>7.5</c:v>
                </c:pt>
                <c:pt idx="289">
                  <c:v>7.5</c:v>
                </c:pt>
                <c:pt idx="290">
                  <c:v>7.5</c:v>
                </c:pt>
                <c:pt idx="291">
                  <c:v>7.5</c:v>
                </c:pt>
                <c:pt idx="292">
                  <c:v>7.5</c:v>
                </c:pt>
                <c:pt idx="293">
                  <c:v>7.5</c:v>
                </c:pt>
                <c:pt idx="294">
                  <c:v>7.5</c:v>
                </c:pt>
                <c:pt idx="295">
                  <c:v>7.5</c:v>
                </c:pt>
                <c:pt idx="296">
                  <c:v>7.5</c:v>
                </c:pt>
                <c:pt idx="297">
                  <c:v>7.5</c:v>
                </c:pt>
                <c:pt idx="298">
                  <c:v>7.5</c:v>
                </c:pt>
                <c:pt idx="299">
                  <c:v>7.5</c:v>
                </c:pt>
                <c:pt idx="300">
                  <c:v>7.5</c:v>
                </c:pt>
                <c:pt idx="301">
                  <c:v>7.5</c:v>
                </c:pt>
                <c:pt idx="302">
                  <c:v>7.5</c:v>
                </c:pt>
                <c:pt idx="303">
                  <c:v>7.5</c:v>
                </c:pt>
                <c:pt idx="304">
                  <c:v>7.5</c:v>
                </c:pt>
                <c:pt idx="305">
                  <c:v>7.5</c:v>
                </c:pt>
                <c:pt idx="306">
                  <c:v>7.5</c:v>
                </c:pt>
                <c:pt idx="307">
                  <c:v>7.5</c:v>
                </c:pt>
                <c:pt idx="308">
                  <c:v>7.5</c:v>
                </c:pt>
                <c:pt idx="309">
                  <c:v>7.5</c:v>
                </c:pt>
                <c:pt idx="310">
                  <c:v>7.5</c:v>
                </c:pt>
                <c:pt idx="311">
                  <c:v>7.5</c:v>
                </c:pt>
                <c:pt idx="312">
                  <c:v>7.5</c:v>
                </c:pt>
                <c:pt idx="313">
                  <c:v>7.5</c:v>
                </c:pt>
                <c:pt idx="314">
                  <c:v>7.5</c:v>
                </c:pt>
                <c:pt idx="315">
                  <c:v>7.5</c:v>
                </c:pt>
                <c:pt idx="316">
                  <c:v>7.5</c:v>
                </c:pt>
                <c:pt idx="317">
                  <c:v>7.5</c:v>
                </c:pt>
                <c:pt idx="318">
                  <c:v>7.5</c:v>
                </c:pt>
                <c:pt idx="319">
                  <c:v>7.5</c:v>
                </c:pt>
                <c:pt idx="320">
                  <c:v>7.5</c:v>
                </c:pt>
                <c:pt idx="321">
                  <c:v>7.5</c:v>
                </c:pt>
                <c:pt idx="322">
                  <c:v>7.5</c:v>
                </c:pt>
                <c:pt idx="323">
                  <c:v>7.5</c:v>
                </c:pt>
                <c:pt idx="324">
                  <c:v>7.5</c:v>
                </c:pt>
                <c:pt idx="325">
                  <c:v>7.5</c:v>
                </c:pt>
                <c:pt idx="326">
                  <c:v>7.5</c:v>
                </c:pt>
                <c:pt idx="327">
                  <c:v>7.5</c:v>
                </c:pt>
                <c:pt idx="328">
                  <c:v>7.5</c:v>
                </c:pt>
                <c:pt idx="329">
                  <c:v>7.5</c:v>
                </c:pt>
                <c:pt idx="330">
                  <c:v>7.5</c:v>
                </c:pt>
                <c:pt idx="331">
                  <c:v>7.5</c:v>
                </c:pt>
                <c:pt idx="332">
                  <c:v>7.5</c:v>
                </c:pt>
                <c:pt idx="333">
                  <c:v>7.5</c:v>
                </c:pt>
                <c:pt idx="334">
                  <c:v>7.5</c:v>
                </c:pt>
                <c:pt idx="335">
                  <c:v>7.5</c:v>
                </c:pt>
                <c:pt idx="336">
                  <c:v>7.5</c:v>
                </c:pt>
                <c:pt idx="337">
                  <c:v>7.5</c:v>
                </c:pt>
                <c:pt idx="338">
                  <c:v>7.5</c:v>
                </c:pt>
                <c:pt idx="339">
                  <c:v>7.5</c:v>
                </c:pt>
                <c:pt idx="340">
                  <c:v>7.5</c:v>
                </c:pt>
                <c:pt idx="341">
                  <c:v>7.5</c:v>
                </c:pt>
                <c:pt idx="342">
                  <c:v>7.5</c:v>
                </c:pt>
                <c:pt idx="343">
                  <c:v>7.5</c:v>
                </c:pt>
                <c:pt idx="344">
                  <c:v>7.5</c:v>
                </c:pt>
                <c:pt idx="345">
                  <c:v>7.5</c:v>
                </c:pt>
                <c:pt idx="346">
                  <c:v>7.5</c:v>
                </c:pt>
                <c:pt idx="347">
                  <c:v>7.5</c:v>
                </c:pt>
                <c:pt idx="348">
                  <c:v>7.5</c:v>
                </c:pt>
                <c:pt idx="349">
                  <c:v>7.5</c:v>
                </c:pt>
                <c:pt idx="350">
                  <c:v>7.5</c:v>
                </c:pt>
                <c:pt idx="351">
                  <c:v>7.5</c:v>
                </c:pt>
                <c:pt idx="352">
                  <c:v>7.5</c:v>
                </c:pt>
                <c:pt idx="353">
                  <c:v>7.5</c:v>
                </c:pt>
                <c:pt idx="354">
                  <c:v>7.5</c:v>
                </c:pt>
                <c:pt idx="355">
                  <c:v>7.5</c:v>
                </c:pt>
                <c:pt idx="356">
                  <c:v>7.5</c:v>
                </c:pt>
                <c:pt idx="357">
                  <c:v>7.5</c:v>
                </c:pt>
                <c:pt idx="358">
                  <c:v>7.5</c:v>
                </c:pt>
                <c:pt idx="359">
                  <c:v>7.5</c:v>
                </c:pt>
                <c:pt idx="360">
                  <c:v>7.5</c:v>
                </c:pt>
                <c:pt idx="361">
                  <c:v>7.5</c:v>
                </c:pt>
                <c:pt idx="362">
                  <c:v>7.5</c:v>
                </c:pt>
                <c:pt idx="363">
                  <c:v>7.5</c:v>
                </c:pt>
                <c:pt idx="364">
                  <c:v>7.5</c:v>
                </c:pt>
                <c:pt idx="365">
                  <c:v>7.5</c:v>
                </c:pt>
                <c:pt idx="366">
                  <c:v>7.5</c:v>
                </c:pt>
                <c:pt idx="367">
                  <c:v>7.5</c:v>
                </c:pt>
                <c:pt idx="368">
                  <c:v>7.5</c:v>
                </c:pt>
                <c:pt idx="369">
                  <c:v>7.5</c:v>
                </c:pt>
                <c:pt idx="370">
                  <c:v>7.5</c:v>
                </c:pt>
                <c:pt idx="371">
                  <c:v>7.5</c:v>
                </c:pt>
                <c:pt idx="372">
                  <c:v>7.5</c:v>
                </c:pt>
                <c:pt idx="373">
                  <c:v>7.5</c:v>
                </c:pt>
                <c:pt idx="374">
                  <c:v>7.5</c:v>
                </c:pt>
                <c:pt idx="375">
                  <c:v>7.5</c:v>
                </c:pt>
                <c:pt idx="376">
                  <c:v>7.5</c:v>
                </c:pt>
                <c:pt idx="377">
                  <c:v>7.5</c:v>
                </c:pt>
                <c:pt idx="378">
                  <c:v>7.5</c:v>
                </c:pt>
                <c:pt idx="379">
                  <c:v>7.5</c:v>
                </c:pt>
                <c:pt idx="380">
                  <c:v>7.5</c:v>
                </c:pt>
                <c:pt idx="381">
                  <c:v>7.5</c:v>
                </c:pt>
                <c:pt idx="382">
                  <c:v>7.5</c:v>
                </c:pt>
                <c:pt idx="383">
                  <c:v>7.5</c:v>
                </c:pt>
                <c:pt idx="384">
                  <c:v>7.5</c:v>
                </c:pt>
                <c:pt idx="385">
                  <c:v>7.5</c:v>
                </c:pt>
                <c:pt idx="386">
                  <c:v>7.5</c:v>
                </c:pt>
                <c:pt idx="387">
                  <c:v>7.5</c:v>
                </c:pt>
                <c:pt idx="388">
                  <c:v>7.5</c:v>
                </c:pt>
                <c:pt idx="389">
                  <c:v>7.5</c:v>
                </c:pt>
                <c:pt idx="390">
                  <c:v>7.5</c:v>
                </c:pt>
                <c:pt idx="391">
                  <c:v>7.5</c:v>
                </c:pt>
                <c:pt idx="392">
                  <c:v>7.5</c:v>
                </c:pt>
                <c:pt idx="393">
                  <c:v>7.5</c:v>
                </c:pt>
                <c:pt idx="394">
                  <c:v>7.5</c:v>
                </c:pt>
                <c:pt idx="395">
                  <c:v>7.5</c:v>
                </c:pt>
                <c:pt idx="396">
                  <c:v>7.5</c:v>
                </c:pt>
                <c:pt idx="397">
                  <c:v>7.5</c:v>
                </c:pt>
                <c:pt idx="398">
                  <c:v>6</c:v>
                </c:pt>
                <c:pt idx="399">
                  <c:v>6</c:v>
                </c:pt>
                <c:pt idx="400">
                  <c:v>6</c:v>
                </c:pt>
                <c:pt idx="401">
                  <c:v>6</c:v>
                </c:pt>
                <c:pt idx="402">
                  <c:v>6</c:v>
                </c:pt>
                <c:pt idx="403">
                  <c:v>6</c:v>
                </c:pt>
                <c:pt idx="404">
                  <c:v>6</c:v>
                </c:pt>
                <c:pt idx="405">
                  <c:v>6</c:v>
                </c:pt>
                <c:pt idx="406">
                  <c:v>6</c:v>
                </c:pt>
                <c:pt idx="407">
                  <c:v>6</c:v>
                </c:pt>
                <c:pt idx="408">
                  <c:v>6</c:v>
                </c:pt>
                <c:pt idx="409">
                  <c:v>6</c:v>
                </c:pt>
                <c:pt idx="410">
                  <c:v>6</c:v>
                </c:pt>
                <c:pt idx="411">
                  <c:v>6</c:v>
                </c:pt>
                <c:pt idx="412">
                  <c:v>6</c:v>
                </c:pt>
                <c:pt idx="413">
                  <c:v>6</c:v>
                </c:pt>
                <c:pt idx="414">
                  <c:v>6</c:v>
                </c:pt>
                <c:pt idx="415">
                  <c:v>6</c:v>
                </c:pt>
                <c:pt idx="416">
                  <c:v>6</c:v>
                </c:pt>
                <c:pt idx="417">
                  <c:v>6</c:v>
                </c:pt>
                <c:pt idx="418">
                  <c:v>6</c:v>
                </c:pt>
                <c:pt idx="419">
                  <c:v>6</c:v>
                </c:pt>
                <c:pt idx="420">
                  <c:v>6</c:v>
                </c:pt>
                <c:pt idx="421">
                  <c:v>6</c:v>
                </c:pt>
                <c:pt idx="422">
                  <c:v>6</c:v>
                </c:pt>
                <c:pt idx="423">
                  <c:v>6</c:v>
                </c:pt>
                <c:pt idx="424">
                  <c:v>6</c:v>
                </c:pt>
                <c:pt idx="425">
                  <c:v>6</c:v>
                </c:pt>
                <c:pt idx="426">
                  <c:v>6</c:v>
                </c:pt>
                <c:pt idx="427">
                  <c:v>6</c:v>
                </c:pt>
                <c:pt idx="428">
                  <c:v>6</c:v>
                </c:pt>
                <c:pt idx="429">
                  <c:v>6</c:v>
                </c:pt>
                <c:pt idx="430">
                  <c:v>6</c:v>
                </c:pt>
                <c:pt idx="431">
                  <c:v>6</c:v>
                </c:pt>
                <c:pt idx="432">
                  <c:v>6</c:v>
                </c:pt>
                <c:pt idx="433">
                  <c:v>6</c:v>
                </c:pt>
                <c:pt idx="434">
                  <c:v>6</c:v>
                </c:pt>
                <c:pt idx="435">
                  <c:v>6</c:v>
                </c:pt>
                <c:pt idx="436">
                  <c:v>6</c:v>
                </c:pt>
                <c:pt idx="437">
                  <c:v>6</c:v>
                </c:pt>
                <c:pt idx="438">
                  <c:v>6</c:v>
                </c:pt>
                <c:pt idx="439">
                  <c:v>6</c:v>
                </c:pt>
                <c:pt idx="440">
                  <c:v>6</c:v>
                </c:pt>
                <c:pt idx="441">
                  <c:v>6</c:v>
                </c:pt>
                <c:pt idx="442">
                  <c:v>6</c:v>
                </c:pt>
                <c:pt idx="443">
                  <c:v>6</c:v>
                </c:pt>
                <c:pt idx="444">
                  <c:v>6</c:v>
                </c:pt>
                <c:pt idx="445">
                  <c:v>6</c:v>
                </c:pt>
                <c:pt idx="446">
                  <c:v>6</c:v>
                </c:pt>
                <c:pt idx="447">
                  <c:v>6</c:v>
                </c:pt>
                <c:pt idx="448">
                  <c:v>6</c:v>
                </c:pt>
                <c:pt idx="449">
                  <c:v>6</c:v>
                </c:pt>
                <c:pt idx="450">
                  <c:v>6</c:v>
                </c:pt>
                <c:pt idx="451">
                  <c:v>6</c:v>
                </c:pt>
                <c:pt idx="452">
                  <c:v>6</c:v>
                </c:pt>
                <c:pt idx="453">
                  <c:v>6</c:v>
                </c:pt>
                <c:pt idx="454">
                  <c:v>6</c:v>
                </c:pt>
                <c:pt idx="455">
                  <c:v>6</c:v>
                </c:pt>
                <c:pt idx="456">
                  <c:v>6</c:v>
                </c:pt>
                <c:pt idx="457">
                  <c:v>6</c:v>
                </c:pt>
                <c:pt idx="458">
                  <c:v>5.75</c:v>
                </c:pt>
                <c:pt idx="459">
                  <c:v>5.75</c:v>
                </c:pt>
                <c:pt idx="460">
                  <c:v>5.75</c:v>
                </c:pt>
                <c:pt idx="461">
                  <c:v>5.75</c:v>
                </c:pt>
                <c:pt idx="462">
                  <c:v>5.75</c:v>
                </c:pt>
                <c:pt idx="463">
                  <c:v>5.75</c:v>
                </c:pt>
                <c:pt idx="464">
                  <c:v>5.75</c:v>
                </c:pt>
                <c:pt idx="465">
                  <c:v>5.75</c:v>
                </c:pt>
                <c:pt idx="466">
                  <c:v>5.75</c:v>
                </c:pt>
                <c:pt idx="467">
                  <c:v>5.75</c:v>
                </c:pt>
                <c:pt idx="468">
                  <c:v>5.75</c:v>
                </c:pt>
                <c:pt idx="469">
                  <c:v>5.75</c:v>
                </c:pt>
                <c:pt idx="470">
                  <c:v>5.75</c:v>
                </c:pt>
                <c:pt idx="471">
                  <c:v>5.75</c:v>
                </c:pt>
                <c:pt idx="472">
                  <c:v>5.75</c:v>
                </c:pt>
                <c:pt idx="473">
                  <c:v>5.75</c:v>
                </c:pt>
                <c:pt idx="474">
                  <c:v>5.75</c:v>
                </c:pt>
                <c:pt idx="475">
                  <c:v>5.75</c:v>
                </c:pt>
                <c:pt idx="476">
                  <c:v>5.75</c:v>
                </c:pt>
                <c:pt idx="477">
                  <c:v>5.75</c:v>
                </c:pt>
                <c:pt idx="478">
                  <c:v>5.75</c:v>
                </c:pt>
                <c:pt idx="479">
                  <c:v>5.75</c:v>
                </c:pt>
                <c:pt idx="480">
                  <c:v>5.75</c:v>
                </c:pt>
                <c:pt idx="481">
                  <c:v>5.75</c:v>
                </c:pt>
                <c:pt idx="482">
                  <c:v>5.75</c:v>
                </c:pt>
                <c:pt idx="483">
                  <c:v>5.75</c:v>
                </c:pt>
                <c:pt idx="484">
                  <c:v>5.75</c:v>
                </c:pt>
                <c:pt idx="485">
                  <c:v>5.75</c:v>
                </c:pt>
                <c:pt idx="486">
                  <c:v>5.75</c:v>
                </c:pt>
                <c:pt idx="487">
                  <c:v>5.75</c:v>
                </c:pt>
                <c:pt idx="488">
                  <c:v>5.5</c:v>
                </c:pt>
                <c:pt idx="489">
                  <c:v>5.5</c:v>
                </c:pt>
                <c:pt idx="490">
                  <c:v>5.5</c:v>
                </c:pt>
                <c:pt idx="491">
                  <c:v>5.5</c:v>
                </c:pt>
                <c:pt idx="492">
                  <c:v>5.5</c:v>
                </c:pt>
                <c:pt idx="493">
                  <c:v>5.5</c:v>
                </c:pt>
                <c:pt idx="494">
                  <c:v>5.5</c:v>
                </c:pt>
                <c:pt idx="495">
                  <c:v>5.5</c:v>
                </c:pt>
                <c:pt idx="496">
                  <c:v>5.5</c:v>
                </c:pt>
                <c:pt idx="497">
                  <c:v>5.5</c:v>
                </c:pt>
                <c:pt idx="498">
                  <c:v>5.5</c:v>
                </c:pt>
                <c:pt idx="499">
                  <c:v>5.5</c:v>
                </c:pt>
                <c:pt idx="500">
                  <c:v>5.5</c:v>
                </c:pt>
                <c:pt idx="501">
                  <c:v>5.5</c:v>
                </c:pt>
                <c:pt idx="502">
                  <c:v>5.5</c:v>
                </c:pt>
                <c:pt idx="503">
                  <c:v>5.5</c:v>
                </c:pt>
                <c:pt idx="504">
                  <c:v>5.5</c:v>
                </c:pt>
                <c:pt idx="505">
                  <c:v>5.5</c:v>
                </c:pt>
                <c:pt idx="506">
                  <c:v>5.5</c:v>
                </c:pt>
                <c:pt idx="507">
                  <c:v>5.5</c:v>
                </c:pt>
                <c:pt idx="508">
                  <c:v>5.5</c:v>
                </c:pt>
                <c:pt idx="509">
                  <c:v>5.5</c:v>
                </c:pt>
                <c:pt idx="510">
                  <c:v>5.5</c:v>
                </c:pt>
                <c:pt idx="511">
                  <c:v>5.5</c:v>
                </c:pt>
                <c:pt idx="512">
                  <c:v>5.5</c:v>
                </c:pt>
                <c:pt idx="513">
                  <c:v>5.25</c:v>
                </c:pt>
                <c:pt idx="514">
                  <c:v>5.25</c:v>
                </c:pt>
                <c:pt idx="515">
                  <c:v>5.25</c:v>
                </c:pt>
                <c:pt idx="516">
                  <c:v>5.25</c:v>
                </c:pt>
                <c:pt idx="517">
                  <c:v>5.25</c:v>
                </c:pt>
                <c:pt idx="518">
                  <c:v>5.25</c:v>
                </c:pt>
                <c:pt idx="519">
                  <c:v>5.25</c:v>
                </c:pt>
                <c:pt idx="520">
                  <c:v>5.25</c:v>
                </c:pt>
                <c:pt idx="521">
                  <c:v>5.25</c:v>
                </c:pt>
                <c:pt idx="522">
                  <c:v>5.25</c:v>
                </c:pt>
                <c:pt idx="523">
                  <c:v>5.25</c:v>
                </c:pt>
                <c:pt idx="524">
                  <c:v>5.25</c:v>
                </c:pt>
                <c:pt idx="525">
                  <c:v>5.25</c:v>
                </c:pt>
                <c:pt idx="526">
                  <c:v>5.25</c:v>
                </c:pt>
                <c:pt idx="527">
                  <c:v>5.25</c:v>
                </c:pt>
                <c:pt idx="528">
                  <c:v>5.25</c:v>
                </c:pt>
                <c:pt idx="529">
                  <c:v>5.25</c:v>
                </c:pt>
                <c:pt idx="530">
                  <c:v>5.25</c:v>
                </c:pt>
                <c:pt idx="531">
                  <c:v>5.25</c:v>
                </c:pt>
                <c:pt idx="532">
                  <c:v>5.25</c:v>
                </c:pt>
                <c:pt idx="533">
                  <c:v>5.25</c:v>
                </c:pt>
                <c:pt idx="534">
                  <c:v>5.25</c:v>
                </c:pt>
                <c:pt idx="535">
                  <c:v>5.25</c:v>
                </c:pt>
                <c:pt idx="536">
                  <c:v>5.25</c:v>
                </c:pt>
                <c:pt idx="537">
                  <c:v>5.25</c:v>
                </c:pt>
                <c:pt idx="538">
                  <c:v>5.25</c:v>
                </c:pt>
                <c:pt idx="539">
                  <c:v>5.25</c:v>
                </c:pt>
                <c:pt idx="540">
                  <c:v>5.25</c:v>
                </c:pt>
                <c:pt idx="541">
                  <c:v>5.25</c:v>
                </c:pt>
                <c:pt idx="542">
                  <c:v>5.25</c:v>
                </c:pt>
                <c:pt idx="543">
                  <c:v>5</c:v>
                </c:pt>
                <c:pt idx="544">
                  <c:v>5</c:v>
                </c:pt>
                <c:pt idx="545">
                  <c:v>5</c:v>
                </c:pt>
                <c:pt idx="546">
                  <c:v>5</c:v>
                </c:pt>
                <c:pt idx="547">
                  <c:v>5</c:v>
                </c:pt>
                <c:pt idx="548">
                  <c:v>5</c:v>
                </c:pt>
                <c:pt idx="549">
                  <c:v>5</c:v>
                </c:pt>
                <c:pt idx="550">
                  <c:v>5</c:v>
                </c:pt>
                <c:pt idx="551">
                  <c:v>5</c:v>
                </c:pt>
                <c:pt idx="552">
                  <c:v>5</c:v>
                </c:pt>
                <c:pt idx="553">
                  <c:v>5</c:v>
                </c:pt>
                <c:pt idx="554">
                  <c:v>5</c:v>
                </c:pt>
                <c:pt idx="555">
                  <c:v>5</c:v>
                </c:pt>
                <c:pt idx="556">
                  <c:v>5</c:v>
                </c:pt>
                <c:pt idx="557">
                  <c:v>5</c:v>
                </c:pt>
                <c:pt idx="558">
                  <c:v>5</c:v>
                </c:pt>
                <c:pt idx="559">
                  <c:v>5</c:v>
                </c:pt>
                <c:pt idx="560">
                  <c:v>5</c:v>
                </c:pt>
                <c:pt idx="561">
                  <c:v>5</c:v>
                </c:pt>
                <c:pt idx="562">
                  <c:v>5</c:v>
                </c:pt>
                <c:pt idx="563">
                  <c:v>5</c:v>
                </c:pt>
                <c:pt idx="564">
                  <c:v>5</c:v>
                </c:pt>
                <c:pt idx="565">
                  <c:v>5</c:v>
                </c:pt>
                <c:pt idx="566">
                  <c:v>5</c:v>
                </c:pt>
                <c:pt idx="567">
                  <c:v>5</c:v>
                </c:pt>
                <c:pt idx="568">
                  <c:v>5</c:v>
                </c:pt>
                <c:pt idx="569">
                  <c:v>5</c:v>
                </c:pt>
                <c:pt idx="570">
                  <c:v>5</c:v>
                </c:pt>
                <c:pt idx="571">
                  <c:v>5</c:v>
                </c:pt>
                <c:pt idx="572">
                  <c:v>5</c:v>
                </c:pt>
                <c:pt idx="573">
                  <c:v>5</c:v>
                </c:pt>
                <c:pt idx="574">
                  <c:v>5</c:v>
                </c:pt>
                <c:pt idx="575">
                  <c:v>5</c:v>
                </c:pt>
                <c:pt idx="576">
                  <c:v>5</c:v>
                </c:pt>
                <c:pt idx="577">
                  <c:v>5</c:v>
                </c:pt>
                <c:pt idx="578">
                  <c:v>5</c:v>
                </c:pt>
                <c:pt idx="579">
                  <c:v>5</c:v>
                </c:pt>
                <c:pt idx="580">
                  <c:v>5</c:v>
                </c:pt>
                <c:pt idx="581">
                  <c:v>5</c:v>
                </c:pt>
                <c:pt idx="582">
                  <c:v>5</c:v>
                </c:pt>
                <c:pt idx="583">
                  <c:v>5</c:v>
                </c:pt>
                <c:pt idx="584">
                  <c:v>5</c:v>
                </c:pt>
                <c:pt idx="585">
                  <c:v>5</c:v>
                </c:pt>
                <c:pt idx="586">
                  <c:v>5</c:v>
                </c:pt>
                <c:pt idx="587">
                  <c:v>5</c:v>
                </c:pt>
                <c:pt idx="588">
                  <c:v>5</c:v>
                </c:pt>
                <c:pt idx="589">
                  <c:v>5</c:v>
                </c:pt>
                <c:pt idx="590">
                  <c:v>5</c:v>
                </c:pt>
                <c:pt idx="591">
                  <c:v>5</c:v>
                </c:pt>
                <c:pt idx="592">
                  <c:v>5</c:v>
                </c:pt>
                <c:pt idx="593">
                  <c:v>5</c:v>
                </c:pt>
                <c:pt idx="594">
                  <c:v>5</c:v>
                </c:pt>
                <c:pt idx="595">
                  <c:v>5</c:v>
                </c:pt>
                <c:pt idx="596">
                  <c:v>5</c:v>
                </c:pt>
                <c:pt idx="597">
                  <c:v>5</c:v>
                </c:pt>
                <c:pt idx="598">
                  <c:v>5</c:v>
                </c:pt>
                <c:pt idx="599">
                  <c:v>5</c:v>
                </c:pt>
                <c:pt idx="600">
                  <c:v>5</c:v>
                </c:pt>
                <c:pt idx="601">
                  <c:v>5</c:v>
                </c:pt>
                <c:pt idx="602">
                  <c:v>5</c:v>
                </c:pt>
                <c:pt idx="603">
                  <c:v>5</c:v>
                </c:pt>
                <c:pt idx="604">
                  <c:v>5</c:v>
                </c:pt>
                <c:pt idx="605">
                  <c:v>5</c:v>
                </c:pt>
                <c:pt idx="606">
                  <c:v>5</c:v>
                </c:pt>
                <c:pt idx="607">
                  <c:v>5</c:v>
                </c:pt>
                <c:pt idx="608">
                  <c:v>5</c:v>
                </c:pt>
                <c:pt idx="609">
                  <c:v>5</c:v>
                </c:pt>
                <c:pt idx="610">
                  <c:v>5</c:v>
                </c:pt>
                <c:pt idx="611">
                  <c:v>5</c:v>
                </c:pt>
                <c:pt idx="612">
                  <c:v>5</c:v>
                </c:pt>
                <c:pt idx="613">
                  <c:v>5</c:v>
                </c:pt>
                <c:pt idx="614">
                  <c:v>5</c:v>
                </c:pt>
                <c:pt idx="615">
                  <c:v>5</c:v>
                </c:pt>
                <c:pt idx="616">
                  <c:v>5</c:v>
                </c:pt>
                <c:pt idx="617">
                  <c:v>5</c:v>
                </c:pt>
                <c:pt idx="618">
                  <c:v>5</c:v>
                </c:pt>
                <c:pt idx="619">
                  <c:v>5</c:v>
                </c:pt>
                <c:pt idx="620">
                  <c:v>5</c:v>
                </c:pt>
                <c:pt idx="621">
                  <c:v>5</c:v>
                </c:pt>
                <c:pt idx="622">
                  <c:v>5</c:v>
                </c:pt>
                <c:pt idx="623">
                  <c:v>5</c:v>
                </c:pt>
                <c:pt idx="624">
                  <c:v>5</c:v>
                </c:pt>
                <c:pt idx="625">
                  <c:v>5</c:v>
                </c:pt>
                <c:pt idx="626">
                  <c:v>5</c:v>
                </c:pt>
                <c:pt idx="627">
                  <c:v>5</c:v>
                </c:pt>
                <c:pt idx="628">
                  <c:v>5</c:v>
                </c:pt>
                <c:pt idx="629">
                  <c:v>5</c:v>
                </c:pt>
                <c:pt idx="630">
                  <c:v>5</c:v>
                </c:pt>
                <c:pt idx="631">
                  <c:v>5</c:v>
                </c:pt>
                <c:pt idx="632">
                  <c:v>5</c:v>
                </c:pt>
                <c:pt idx="633">
                  <c:v>5.25</c:v>
                </c:pt>
                <c:pt idx="634">
                  <c:v>5.25</c:v>
                </c:pt>
                <c:pt idx="635">
                  <c:v>5.25</c:v>
                </c:pt>
                <c:pt idx="636">
                  <c:v>5.25</c:v>
                </c:pt>
                <c:pt idx="637">
                  <c:v>5.25</c:v>
                </c:pt>
                <c:pt idx="638">
                  <c:v>5.25</c:v>
                </c:pt>
                <c:pt idx="639">
                  <c:v>5.25</c:v>
                </c:pt>
                <c:pt idx="640">
                  <c:v>5.25</c:v>
                </c:pt>
                <c:pt idx="641">
                  <c:v>5.25</c:v>
                </c:pt>
                <c:pt idx="642">
                  <c:v>5.25</c:v>
                </c:pt>
                <c:pt idx="643">
                  <c:v>5.25</c:v>
                </c:pt>
                <c:pt idx="644">
                  <c:v>5.25</c:v>
                </c:pt>
                <c:pt idx="645">
                  <c:v>5.25</c:v>
                </c:pt>
                <c:pt idx="646">
                  <c:v>5.25</c:v>
                </c:pt>
                <c:pt idx="647">
                  <c:v>5.25</c:v>
                </c:pt>
                <c:pt idx="648">
                  <c:v>5.25</c:v>
                </c:pt>
                <c:pt idx="649">
                  <c:v>5.25</c:v>
                </c:pt>
                <c:pt idx="650">
                  <c:v>5.25</c:v>
                </c:pt>
                <c:pt idx="651">
                  <c:v>5.25</c:v>
                </c:pt>
                <c:pt idx="652">
                  <c:v>5.25</c:v>
                </c:pt>
                <c:pt idx="653">
                  <c:v>5.25</c:v>
                </c:pt>
                <c:pt idx="654">
                  <c:v>5.25</c:v>
                </c:pt>
                <c:pt idx="655">
                  <c:v>5.25</c:v>
                </c:pt>
                <c:pt idx="656">
                  <c:v>5.25</c:v>
                </c:pt>
                <c:pt idx="657">
                  <c:v>5.25</c:v>
                </c:pt>
                <c:pt idx="658">
                  <c:v>5.25</c:v>
                </c:pt>
                <c:pt idx="659">
                  <c:v>5.25</c:v>
                </c:pt>
                <c:pt idx="660">
                  <c:v>5.25</c:v>
                </c:pt>
                <c:pt idx="661">
                  <c:v>5.25</c:v>
                </c:pt>
                <c:pt idx="662">
                  <c:v>5.25</c:v>
                </c:pt>
                <c:pt idx="663">
                  <c:v>5.75</c:v>
                </c:pt>
                <c:pt idx="664">
                  <c:v>5.75</c:v>
                </c:pt>
                <c:pt idx="665">
                  <c:v>5.75</c:v>
                </c:pt>
                <c:pt idx="666">
                  <c:v>5.75</c:v>
                </c:pt>
                <c:pt idx="667">
                  <c:v>5.75</c:v>
                </c:pt>
                <c:pt idx="668">
                  <c:v>5.75</c:v>
                </c:pt>
                <c:pt idx="669">
                  <c:v>5.75</c:v>
                </c:pt>
                <c:pt idx="670">
                  <c:v>5.75</c:v>
                </c:pt>
                <c:pt idx="671">
                  <c:v>5.75</c:v>
                </c:pt>
                <c:pt idx="672">
                  <c:v>5.75</c:v>
                </c:pt>
                <c:pt idx="673">
                  <c:v>5.75</c:v>
                </c:pt>
                <c:pt idx="674">
                  <c:v>5.75</c:v>
                </c:pt>
                <c:pt idx="675">
                  <c:v>5.75</c:v>
                </c:pt>
                <c:pt idx="676">
                  <c:v>5.75</c:v>
                </c:pt>
                <c:pt idx="677">
                  <c:v>5.75</c:v>
                </c:pt>
                <c:pt idx="678">
                  <c:v>5.75</c:v>
                </c:pt>
                <c:pt idx="679">
                  <c:v>5.75</c:v>
                </c:pt>
                <c:pt idx="680">
                  <c:v>5.75</c:v>
                </c:pt>
                <c:pt idx="681">
                  <c:v>5.75</c:v>
                </c:pt>
                <c:pt idx="682">
                  <c:v>5.75</c:v>
                </c:pt>
                <c:pt idx="683">
                  <c:v>5.75</c:v>
                </c:pt>
                <c:pt idx="684">
                  <c:v>5.75</c:v>
                </c:pt>
                <c:pt idx="685">
                  <c:v>5.75</c:v>
                </c:pt>
                <c:pt idx="686">
                  <c:v>5.75</c:v>
                </c:pt>
                <c:pt idx="687">
                  <c:v>5.75</c:v>
                </c:pt>
                <c:pt idx="688">
                  <c:v>5.75</c:v>
                </c:pt>
                <c:pt idx="689">
                  <c:v>5.75</c:v>
                </c:pt>
                <c:pt idx="690">
                  <c:v>5.75</c:v>
                </c:pt>
                <c:pt idx="691">
                  <c:v>5.75</c:v>
                </c:pt>
                <c:pt idx="692">
                  <c:v>5.75</c:v>
                </c:pt>
                <c:pt idx="693">
                  <c:v>6</c:v>
                </c:pt>
                <c:pt idx="694">
                  <c:v>6</c:v>
                </c:pt>
                <c:pt idx="695">
                  <c:v>6</c:v>
                </c:pt>
                <c:pt idx="696">
                  <c:v>6</c:v>
                </c:pt>
                <c:pt idx="697">
                  <c:v>6</c:v>
                </c:pt>
                <c:pt idx="698">
                  <c:v>6</c:v>
                </c:pt>
                <c:pt idx="699">
                  <c:v>6</c:v>
                </c:pt>
                <c:pt idx="700">
                  <c:v>6</c:v>
                </c:pt>
                <c:pt idx="701">
                  <c:v>6</c:v>
                </c:pt>
                <c:pt idx="702">
                  <c:v>6</c:v>
                </c:pt>
                <c:pt idx="703">
                  <c:v>6</c:v>
                </c:pt>
                <c:pt idx="704">
                  <c:v>6</c:v>
                </c:pt>
                <c:pt idx="705">
                  <c:v>6</c:v>
                </c:pt>
                <c:pt idx="706">
                  <c:v>6</c:v>
                </c:pt>
                <c:pt idx="707">
                  <c:v>6</c:v>
                </c:pt>
                <c:pt idx="708">
                  <c:v>6</c:v>
                </c:pt>
                <c:pt idx="709">
                  <c:v>6</c:v>
                </c:pt>
                <c:pt idx="710">
                  <c:v>6</c:v>
                </c:pt>
                <c:pt idx="711">
                  <c:v>6</c:v>
                </c:pt>
                <c:pt idx="712">
                  <c:v>6</c:v>
                </c:pt>
                <c:pt idx="713">
                  <c:v>6</c:v>
                </c:pt>
                <c:pt idx="714">
                  <c:v>6</c:v>
                </c:pt>
                <c:pt idx="715">
                  <c:v>6</c:v>
                </c:pt>
                <c:pt idx="716">
                  <c:v>6</c:v>
                </c:pt>
                <c:pt idx="717">
                  <c:v>6</c:v>
                </c:pt>
                <c:pt idx="718">
                  <c:v>6</c:v>
                </c:pt>
                <c:pt idx="719">
                  <c:v>6</c:v>
                </c:pt>
                <c:pt idx="720">
                  <c:v>6</c:v>
                </c:pt>
                <c:pt idx="721">
                  <c:v>6</c:v>
                </c:pt>
                <c:pt idx="722">
                  <c:v>6</c:v>
                </c:pt>
                <c:pt idx="723">
                  <c:v>6</c:v>
                </c:pt>
                <c:pt idx="724">
                  <c:v>6</c:v>
                </c:pt>
                <c:pt idx="725">
                  <c:v>6</c:v>
                </c:pt>
                <c:pt idx="726">
                  <c:v>6</c:v>
                </c:pt>
                <c:pt idx="727">
                  <c:v>6</c:v>
                </c:pt>
                <c:pt idx="728">
                  <c:v>6</c:v>
                </c:pt>
                <c:pt idx="729">
                  <c:v>6</c:v>
                </c:pt>
                <c:pt idx="730">
                  <c:v>6</c:v>
                </c:pt>
                <c:pt idx="731">
                  <c:v>6</c:v>
                </c:pt>
                <c:pt idx="732">
                  <c:v>6</c:v>
                </c:pt>
                <c:pt idx="733">
                  <c:v>6</c:v>
                </c:pt>
                <c:pt idx="734">
                  <c:v>6</c:v>
                </c:pt>
                <c:pt idx="735">
                  <c:v>6</c:v>
                </c:pt>
                <c:pt idx="736">
                  <c:v>6</c:v>
                </c:pt>
                <c:pt idx="737">
                  <c:v>6</c:v>
                </c:pt>
                <c:pt idx="738">
                  <c:v>6</c:v>
                </c:pt>
                <c:pt idx="739">
                  <c:v>6</c:v>
                </c:pt>
                <c:pt idx="740">
                  <c:v>6</c:v>
                </c:pt>
                <c:pt idx="741">
                  <c:v>6</c:v>
                </c:pt>
                <c:pt idx="742">
                  <c:v>6</c:v>
                </c:pt>
                <c:pt idx="743">
                  <c:v>6</c:v>
                </c:pt>
                <c:pt idx="744">
                  <c:v>6</c:v>
                </c:pt>
                <c:pt idx="745">
                  <c:v>6</c:v>
                </c:pt>
                <c:pt idx="746">
                  <c:v>6</c:v>
                </c:pt>
                <c:pt idx="747">
                  <c:v>6</c:v>
                </c:pt>
                <c:pt idx="748">
                  <c:v>6</c:v>
                </c:pt>
                <c:pt idx="749">
                  <c:v>6</c:v>
                </c:pt>
                <c:pt idx="750">
                  <c:v>6</c:v>
                </c:pt>
                <c:pt idx="751">
                  <c:v>6</c:v>
                </c:pt>
                <c:pt idx="752">
                  <c:v>6</c:v>
                </c:pt>
                <c:pt idx="753">
                  <c:v>6</c:v>
                </c:pt>
                <c:pt idx="754">
                  <c:v>6</c:v>
                </c:pt>
                <c:pt idx="755">
                  <c:v>6</c:v>
                </c:pt>
                <c:pt idx="756">
                  <c:v>6</c:v>
                </c:pt>
                <c:pt idx="757">
                  <c:v>6</c:v>
                </c:pt>
                <c:pt idx="758">
                  <c:v>6</c:v>
                </c:pt>
                <c:pt idx="759">
                  <c:v>6</c:v>
                </c:pt>
                <c:pt idx="760">
                  <c:v>6</c:v>
                </c:pt>
                <c:pt idx="761">
                  <c:v>6</c:v>
                </c:pt>
                <c:pt idx="762">
                  <c:v>6</c:v>
                </c:pt>
                <c:pt idx="763">
                  <c:v>6</c:v>
                </c:pt>
                <c:pt idx="764">
                  <c:v>6</c:v>
                </c:pt>
                <c:pt idx="765">
                  <c:v>6</c:v>
                </c:pt>
                <c:pt idx="766">
                  <c:v>6</c:v>
                </c:pt>
                <c:pt idx="767">
                  <c:v>6</c:v>
                </c:pt>
                <c:pt idx="768">
                  <c:v>6</c:v>
                </c:pt>
                <c:pt idx="769">
                  <c:v>6</c:v>
                </c:pt>
                <c:pt idx="770">
                  <c:v>6</c:v>
                </c:pt>
                <c:pt idx="771">
                  <c:v>6</c:v>
                </c:pt>
                <c:pt idx="772">
                  <c:v>6</c:v>
                </c:pt>
                <c:pt idx="773">
                  <c:v>5.5</c:v>
                </c:pt>
                <c:pt idx="774">
                  <c:v>5.5</c:v>
                </c:pt>
                <c:pt idx="775">
                  <c:v>5.5</c:v>
                </c:pt>
                <c:pt idx="776">
                  <c:v>5.5</c:v>
                </c:pt>
                <c:pt idx="777">
                  <c:v>5.5</c:v>
                </c:pt>
                <c:pt idx="778">
                  <c:v>5.5</c:v>
                </c:pt>
                <c:pt idx="779">
                  <c:v>5.5</c:v>
                </c:pt>
                <c:pt idx="780">
                  <c:v>5.5</c:v>
                </c:pt>
                <c:pt idx="781">
                  <c:v>5.5</c:v>
                </c:pt>
                <c:pt idx="782">
                  <c:v>5.5</c:v>
                </c:pt>
                <c:pt idx="783">
                  <c:v>5.5</c:v>
                </c:pt>
                <c:pt idx="784">
                  <c:v>5.5</c:v>
                </c:pt>
                <c:pt idx="785">
                  <c:v>5.5</c:v>
                </c:pt>
                <c:pt idx="786">
                  <c:v>5.5</c:v>
                </c:pt>
                <c:pt idx="787">
                  <c:v>5.5</c:v>
                </c:pt>
                <c:pt idx="788">
                  <c:v>5.5</c:v>
                </c:pt>
                <c:pt idx="789">
                  <c:v>5.5</c:v>
                </c:pt>
                <c:pt idx="790">
                  <c:v>5.5</c:v>
                </c:pt>
                <c:pt idx="791">
                  <c:v>5.5</c:v>
                </c:pt>
                <c:pt idx="792">
                  <c:v>5.5</c:v>
                </c:pt>
                <c:pt idx="793">
                  <c:v>5.5</c:v>
                </c:pt>
                <c:pt idx="794">
                  <c:v>5.5</c:v>
                </c:pt>
                <c:pt idx="795">
                  <c:v>5.5</c:v>
                </c:pt>
                <c:pt idx="796">
                  <c:v>5.5</c:v>
                </c:pt>
                <c:pt idx="797">
                  <c:v>5.5</c:v>
                </c:pt>
                <c:pt idx="798">
                  <c:v>5.5</c:v>
                </c:pt>
                <c:pt idx="799">
                  <c:v>5.5</c:v>
                </c:pt>
                <c:pt idx="800">
                  <c:v>5.5</c:v>
                </c:pt>
                <c:pt idx="801">
                  <c:v>5.5</c:v>
                </c:pt>
                <c:pt idx="802">
                  <c:v>5.5</c:v>
                </c:pt>
                <c:pt idx="803">
                  <c:v>5</c:v>
                </c:pt>
                <c:pt idx="804">
                  <c:v>5</c:v>
                </c:pt>
                <c:pt idx="805">
                  <c:v>5</c:v>
                </c:pt>
                <c:pt idx="806">
                  <c:v>5</c:v>
                </c:pt>
                <c:pt idx="807">
                  <c:v>5</c:v>
                </c:pt>
                <c:pt idx="808">
                  <c:v>5</c:v>
                </c:pt>
                <c:pt idx="809">
                  <c:v>5</c:v>
                </c:pt>
                <c:pt idx="810">
                  <c:v>5</c:v>
                </c:pt>
                <c:pt idx="811">
                  <c:v>5</c:v>
                </c:pt>
                <c:pt idx="812">
                  <c:v>5</c:v>
                </c:pt>
                <c:pt idx="813">
                  <c:v>5</c:v>
                </c:pt>
                <c:pt idx="814">
                  <c:v>5</c:v>
                </c:pt>
                <c:pt idx="815">
                  <c:v>5</c:v>
                </c:pt>
                <c:pt idx="816">
                  <c:v>5</c:v>
                </c:pt>
                <c:pt idx="817">
                  <c:v>5</c:v>
                </c:pt>
                <c:pt idx="818">
                  <c:v>5</c:v>
                </c:pt>
                <c:pt idx="819">
                  <c:v>5</c:v>
                </c:pt>
                <c:pt idx="820">
                  <c:v>5</c:v>
                </c:pt>
                <c:pt idx="821">
                  <c:v>5</c:v>
                </c:pt>
                <c:pt idx="822">
                  <c:v>5</c:v>
                </c:pt>
                <c:pt idx="823">
                  <c:v>5</c:v>
                </c:pt>
                <c:pt idx="824">
                  <c:v>5</c:v>
                </c:pt>
                <c:pt idx="825">
                  <c:v>5</c:v>
                </c:pt>
                <c:pt idx="826">
                  <c:v>5</c:v>
                </c:pt>
                <c:pt idx="827">
                  <c:v>5</c:v>
                </c:pt>
                <c:pt idx="828">
                  <c:v>4.75</c:v>
                </c:pt>
                <c:pt idx="829">
                  <c:v>4.75</c:v>
                </c:pt>
                <c:pt idx="830">
                  <c:v>4.75</c:v>
                </c:pt>
                <c:pt idx="831">
                  <c:v>4.75</c:v>
                </c:pt>
                <c:pt idx="832">
                  <c:v>4.75</c:v>
                </c:pt>
                <c:pt idx="833">
                  <c:v>4.75</c:v>
                </c:pt>
                <c:pt idx="834">
                  <c:v>4.75</c:v>
                </c:pt>
                <c:pt idx="835">
                  <c:v>4.75</c:v>
                </c:pt>
                <c:pt idx="836">
                  <c:v>4.75</c:v>
                </c:pt>
                <c:pt idx="837">
                  <c:v>4.75</c:v>
                </c:pt>
                <c:pt idx="838">
                  <c:v>4.75</c:v>
                </c:pt>
                <c:pt idx="839">
                  <c:v>4.75</c:v>
                </c:pt>
                <c:pt idx="840">
                  <c:v>4.75</c:v>
                </c:pt>
                <c:pt idx="841">
                  <c:v>4.75</c:v>
                </c:pt>
                <c:pt idx="842">
                  <c:v>4.75</c:v>
                </c:pt>
                <c:pt idx="843">
                  <c:v>4.75</c:v>
                </c:pt>
                <c:pt idx="844">
                  <c:v>4.75</c:v>
                </c:pt>
                <c:pt idx="845">
                  <c:v>4.75</c:v>
                </c:pt>
                <c:pt idx="846">
                  <c:v>4.75</c:v>
                </c:pt>
                <c:pt idx="847">
                  <c:v>4.75</c:v>
                </c:pt>
                <c:pt idx="848">
                  <c:v>4.75</c:v>
                </c:pt>
                <c:pt idx="849">
                  <c:v>4.75</c:v>
                </c:pt>
                <c:pt idx="850">
                  <c:v>4.75</c:v>
                </c:pt>
                <c:pt idx="851">
                  <c:v>4.75</c:v>
                </c:pt>
                <c:pt idx="852">
                  <c:v>4.75</c:v>
                </c:pt>
                <c:pt idx="853">
                  <c:v>4.75</c:v>
                </c:pt>
                <c:pt idx="854">
                  <c:v>4.75</c:v>
                </c:pt>
                <c:pt idx="855">
                  <c:v>4.75</c:v>
                </c:pt>
                <c:pt idx="856">
                  <c:v>4.75</c:v>
                </c:pt>
                <c:pt idx="857">
                  <c:v>4.75</c:v>
                </c:pt>
                <c:pt idx="858">
                  <c:v>4.5</c:v>
                </c:pt>
                <c:pt idx="859">
                  <c:v>4.5</c:v>
                </c:pt>
                <c:pt idx="860">
                  <c:v>4.5</c:v>
                </c:pt>
                <c:pt idx="861">
                  <c:v>4.5</c:v>
                </c:pt>
                <c:pt idx="862">
                  <c:v>4.5</c:v>
                </c:pt>
                <c:pt idx="863">
                  <c:v>4.5</c:v>
                </c:pt>
                <c:pt idx="864">
                  <c:v>4.5</c:v>
                </c:pt>
                <c:pt idx="865">
                  <c:v>4.5</c:v>
                </c:pt>
                <c:pt idx="866">
                  <c:v>4.5</c:v>
                </c:pt>
                <c:pt idx="867">
                  <c:v>4.5</c:v>
                </c:pt>
                <c:pt idx="868">
                  <c:v>4.5</c:v>
                </c:pt>
                <c:pt idx="869">
                  <c:v>4.5</c:v>
                </c:pt>
                <c:pt idx="870">
                  <c:v>4.5</c:v>
                </c:pt>
                <c:pt idx="871">
                  <c:v>4.5</c:v>
                </c:pt>
                <c:pt idx="872">
                  <c:v>4.5</c:v>
                </c:pt>
                <c:pt idx="873">
                  <c:v>4.5</c:v>
                </c:pt>
                <c:pt idx="874">
                  <c:v>4.5</c:v>
                </c:pt>
                <c:pt idx="875">
                  <c:v>4.5</c:v>
                </c:pt>
                <c:pt idx="876">
                  <c:v>4.5</c:v>
                </c:pt>
                <c:pt idx="877">
                  <c:v>4.5</c:v>
                </c:pt>
                <c:pt idx="878">
                  <c:v>4.5</c:v>
                </c:pt>
                <c:pt idx="879">
                  <c:v>4.5</c:v>
                </c:pt>
                <c:pt idx="880">
                  <c:v>4.5</c:v>
                </c:pt>
                <c:pt idx="881">
                  <c:v>4.5</c:v>
                </c:pt>
                <c:pt idx="882">
                  <c:v>4.5</c:v>
                </c:pt>
                <c:pt idx="883">
                  <c:v>4.5</c:v>
                </c:pt>
                <c:pt idx="884">
                  <c:v>4.5</c:v>
                </c:pt>
                <c:pt idx="885">
                  <c:v>4.5</c:v>
                </c:pt>
                <c:pt idx="886">
                  <c:v>4.5</c:v>
                </c:pt>
                <c:pt idx="887">
                  <c:v>4.5</c:v>
                </c:pt>
                <c:pt idx="888">
                  <c:v>4.25</c:v>
                </c:pt>
                <c:pt idx="889">
                  <c:v>4.25</c:v>
                </c:pt>
                <c:pt idx="890">
                  <c:v>4.25</c:v>
                </c:pt>
                <c:pt idx="891">
                  <c:v>4.25</c:v>
                </c:pt>
                <c:pt idx="892">
                  <c:v>4.25</c:v>
                </c:pt>
                <c:pt idx="893">
                  <c:v>4.25</c:v>
                </c:pt>
                <c:pt idx="894">
                  <c:v>4.25</c:v>
                </c:pt>
                <c:pt idx="895">
                  <c:v>4.25</c:v>
                </c:pt>
                <c:pt idx="896">
                  <c:v>4.25</c:v>
                </c:pt>
                <c:pt idx="897">
                  <c:v>4.25</c:v>
                </c:pt>
                <c:pt idx="898">
                  <c:v>4.25</c:v>
                </c:pt>
                <c:pt idx="899">
                  <c:v>4.25</c:v>
                </c:pt>
                <c:pt idx="900">
                  <c:v>4.25</c:v>
                </c:pt>
                <c:pt idx="901">
                  <c:v>4.25</c:v>
                </c:pt>
                <c:pt idx="902">
                  <c:v>4.25</c:v>
                </c:pt>
                <c:pt idx="903">
                  <c:v>4.25</c:v>
                </c:pt>
                <c:pt idx="904">
                  <c:v>4.25</c:v>
                </c:pt>
                <c:pt idx="905">
                  <c:v>4.25</c:v>
                </c:pt>
                <c:pt idx="906">
                  <c:v>4.25</c:v>
                </c:pt>
                <c:pt idx="907">
                  <c:v>4.25</c:v>
                </c:pt>
                <c:pt idx="908">
                  <c:v>4.25</c:v>
                </c:pt>
                <c:pt idx="909">
                  <c:v>4.25</c:v>
                </c:pt>
                <c:pt idx="910">
                  <c:v>4.25</c:v>
                </c:pt>
                <c:pt idx="911">
                  <c:v>4.25</c:v>
                </c:pt>
                <c:pt idx="912">
                  <c:v>4.25</c:v>
                </c:pt>
                <c:pt idx="913">
                  <c:v>4.25</c:v>
                </c:pt>
                <c:pt idx="914">
                  <c:v>4.25</c:v>
                </c:pt>
                <c:pt idx="915">
                  <c:v>4.25</c:v>
                </c:pt>
                <c:pt idx="916">
                  <c:v>4.25</c:v>
                </c:pt>
                <c:pt idx="917">
                  <c:v>4.25</c:v>
                </c:pt>
                <c:pt idx="918">
                  <c:v>4</c:v>
                </c:pt>
                <c:pt idx="919">
                  <c:v>4</c:v>
                </c:pt>
                <c:pt idx="920">
                  <c:v>4</c:v>
                </c:pt>
                <c:pt idx="921">
                  <c:v>4</c:v>
                </c:pt>
                <c:pt idx="922">
                  <c:v>4</c:v>
                </c:pt>
                <c:pt idx="923">
                  <c:v>4</c:v>
                </c:pt>
                <c:pt idx="924">
                  <c:v>4</c:v>
                </c:pt>
                <c:pt idx="925">
                  <c:v>4</c:v>
                </c:pt>
                <c:pt idx="926">
                  <c:v>4</c:v>
                </c:pt>
                <c:pt idx="927">
                  <c:v>4</c:v>
                </c:pt>
                <c:pt idx="928">
                  <c:v>4</c:v>
                </c:pt>
                <c:pt idx="929">
                  <c:v>4</c:v>
                </c:pt>
                <c:pt idx="930">
                  <c:v>4</c:v>
                </c:pt>
                <c:pt idx="931">
                  <c:v>4</c:v>
                </c:pt>
                <c:pt idx="932">
                  <c:v>4</c:v>
                </c:pt>
                <c:pt idx="933">
                  <c:v>4</c:v>
                </c:pt>
                <c:pt idx="934">
                  <c:v>4</c:v>
                </c:pt>
                <c:pt idx="935">
                  <c:v>4</c:v>
                </c:pt>
                <c:pt idx="936">
                  <c:v>4</c:v>
                </c:pt>
                <c:pt idx="937">
                  <c:v>4</c:v>
                </c:pt>
                <c:pt idx="938">
                  <c:v>4</c:v>
                </c:pt>
                <c:pt idx="939">
                  <c:v>4</c:v>
                </c:pt>
                <c:pt idx="940">
                  <c:v>4</c:v>
                </c:pt>
                <c:pt idx="941">
                  <c:v>4</c:v>
                </c:pt>
                <c:pt idx="942">
                  <c:v>4</c:v>
                </c:pt>
                <c:pt idx="943">
                  <c:v>4</c:v>
                </c:pt>
                <c:pt idx="944">
                  <c:v>4</c:v>
                </c:pt>
                <c:pt idx="945">
                  <c:v>4</c:v>
                </c:pt>
                <c:pt idx="946">
                  <c:v>4</c:v>
                </c:pt>
                <c:pt idx="947">
                  <c:v>4</c:v>
                </c:pt>
                <c:pt idx="948">
                  <c:v>4</c:v>
                </c:pt>
                <c:pt idx="949">
                  <c:v>4</c:v>
                </c:pt>
                <c:pt idx="950">
                  <c:v>4</c:v>
                </c:pt>
                <c:pt idx="951">
                  <c:v>4</c:v>
                </c:pt>
                <c:pt idx="952">
                  <c:v>4</c:v>
                </c:pt>
                <c:pt idx="953">
                  <c:v>4</c:v>
                </c:pt>
                <c:pt idx="954">
                  <c:v>4</c:v>
                </c:pt>
                <c:pt idx="955">
                  <c:v>4</c:v>
                </c:pt>
                <c:pt idx="956">
                  <c:v>4</c:v>
                </c:pt>
                <c:pt idx="957">
                  <c:v>4</c:v>
                </c:pt>
                <c:pt idx="958">
                  <c:v>4</c:v>
                </c:pt>
                <c:pt idx="959">
                  <c:v>4</c:v>
                </c:pt>
                <c:pt idx="960">
                  <c:v>4</c:v>
                </c:pt>
                <c:pt idx="961">
                  <c:v>4</c:v>
                </c:pt>
                <c:pt idx="962">
                  <c:v>4</c:v>
                </c:pt>
                <c:pt idx="963">
                  <c:v>4</c:v>
                </c:pt>
                <c:pt idx="964">
                  <c:v>4</c:v>
                </c:pt>
                <c:pt idx="965">
                  <c:v>4</c:v>
                </c:pt>
                <c:pt idx="966">
                  <c:v>4</c:v>
                </c:pt>
                <c:pt idx="967">
                  <c:v>4</c:v>
                </c:pt>
                <c:pt idx="968">
                  <c:v>4</c:v>
                </c:pt>
                <c:pt idx="969">
                  <c:v>4</c:v>
                </c:pt>
                <c:pt idx="970">
                  <c:v>4</c:v>
                </c:pt>
                <c:pt idx="971">
                  <c:v>4</c:v>
                </c:pt>
                <c:pt idx="972">
                  <c:v>4</c:v>
                </c:pt>
                <c:pt idx="973">
                  <c:v>4</c:v>
                </c:pt>
                <c:pt idx="974">
                  <c:v>4</c:v>
                </c:pt>
                <c:pt idx="975">
                  <c:v>4</c:v>
                </c:pt>
                <c:pt idx="976">
                  <c:v>4</c:v>
                </c:pt>
                <c:pt idx="977">
                  <c:v>4</c:v>
                </c:pt>
                <c:pt idx="978">
                  <c:v>4</c:v>
                </c:pt>
                <c:pt idx="979">
                  <c:v>4</c:v>
                </c:pt>
                <c:pt idx="980">
                  <c:v>4</c:v>
                </c:pt>
                <c:pt idx="981">
                  <c:v>4</c:v>
                </c:pt>
                <c:pt idx="982">
                  <c:v>4</c:v>
                </c:pt>
                <c:pt idx="983">
                  <c:v>4</c:v>
                </c:pt>
                <c:pt idx="984">
                  <c:v>4</c:v>
                </c:pt>
                <c:pt idx="985">
                  <c:v>4</c:v>
                </c:pt>
                <c:pt idx="986">
                  <c:v>4</c:v>
                </c:pt>
                <c:pt idx="987">
                  <c:v>4</c:v>
                </c:pt>
                <c:pt idx="988">
                  <c:v>4</c:v>
                </c:pt>
                <c:pt idx="989">
                  <c:v>4</c:v>
                </c:pt>
                <c:pt idx="990">
                  <c:v>4</c:v>
                </c:pt>
                <c:pt idx="991">
                  <c:v>4</c:v>
                </c:pt>
                <c:pt idx="992">
                  <c:v>4</c:v>
                </c:pt>
                <c:pt idx="993">
                  <c:v>4</c:v>
                </c:pt>
                <c:pt idx="994">
                  <c:v>4</c:v>
                </c:pt>
                <c:pt idx="995">
                  <c:v>4</c:v>
                </c:pt>
                <c:pt idx="996">
                  <c:v>4</c:v>
                </c:pt>
                <c:pt idx="997">
                  <c:v>4</c:v>
                </c:pt>
                <c:pt idx="998">
                  <c:v>4</c:v>
                </c:pt>
                <c:pt idx="999">
                  <c:v>4</c:v>
                </c:pt>
                <c:pt idx="1000">
                  <c:v>4</c:v>
                </c:pt>
                <c:pt idx="1001">
                  <c:v>4</c:v>
                </c:pt>
                <c:pt idx="1002">
                  <c:v>4</c:v>
                </c:pt>
                <c:pt idx="1003">
                  <c:v>4</c:v>
                </c:pt>
                <c:pt idx="1004">
                  <c:v>4</c:v>
                </c:pt>
                <c:pt idx="1005">
                  <c:v>4</c:v>
                </c:pt>
                <c:pt idx="1006">
                  <c:v>4</c:v>
                </c:pt>
                <c:pt idx="1007">
                  <c:v>4</c:v>
                </c:pt>
                <c:pt idx="1008">
                  <c:v>4</c:v>
                </c:pt>
                <c:pt idx="1009">
                  <c:v>4</c:v>
                </c:pt>
                <c:pt idx="1010">
                  <c:v>4</c:v>
                </c:pt>
                <c:pt idx="1011">
                  <c:v>4</c:v>
                </c:pt>
                <c:pt idx="1012">
                  <c:v>4</c:v>
                </c:pt>
                <c:pt idx="1013">
                  <c:v>4</c:v>
                </c:pt>
                <c:pt idx="1014">
                  <c:v>4</c:v>
                </c:pt>
                <c:pt idx="1015">
                  <c:v>4</c:v>
                </c:pt>
                <c:pt idx="1016">
                  <c:v>4</c:v>
                </c:pt>
                <c:pt idx="1017">
                  <c:v>4</c:v>
                </c:pt>
                <c:pt idx="1018">
                  <c:v>4</c:v>
                </c:pt>
                <c:pt idx="1019">
                  <c:v>4</c:v>
                </c:pt>
                <c:pt idx="1020">
                  <c:v>4</c:v>
                </c:pt>
                <c:pt idx="1021">
                  <c:v>4</c:v>
                </c:pt>
                <c:pt idx="1022">
                  <c:v>4</c:v>
                </c:pt>
                <c:pt idx="1023">
                  <c:v>4</c:v>
                </c:pt>
                <c:pt idx="1024">
                  <c:v>4</c:v>
                </c:pt>
                <c:pt idx="1025">
                  <c:v>4</c:v>
                </c:pt>
                <c:pt idx="1026">
                  <c:v>4</c:v>
                </c:pt>
                <c:pt idx="1027">
                  <c:v>4</c:v>
                </c:pt>
                <c:pt idx="1028">
                  <c:v>4</c:v>
                </c:pt>
                <c:pt idx="1029">
                  <c:v>4</c:v>
                </c:pt>
                <c:pt idx="1030">
                  <c:v>4</c:v>
                </c:pt>
                <c:pt idx="1031">
                  <c:v>4</c:v>
                </c:pt>
                <c:pt idx="1032">
                  <c:v>4</c:v>
                </c:pt>
                <c:pt idx="1033">
                  <c:v>4</c:v>
                </c:pt>
                <c:pt idx="1034">
                  <c:v>4</c:v>
                </c:pt>
                <c:pt idx="1035">
                  <c:v>4</c:v>
                </c:pt>
                <c:pt idx="1036">
                  <c:v>4</c:v>
                </c:pt>
                <c:pt idx="1037">
                  <c:v>4</c:v>
                </c:pt>
                <c:pt idx="1038">
                  <c:v>4</c:v>
                </c:pt>
                <c:pt idx="1039">
                  <c:v>4</c:v>
                </c:pt>
                <c:pt idx="1040">
                  <c:v>4</c:v>
                </c:pt>
                <c:pt idx="1041">
                  <c:v>4</c:v>
                </c:pt>
                <c:pt idx="1042">
                  <c:v>4</c:v>
                </c:pt>
                <c:pt idx="1043">
                  <c:v>4</c:v>
                </c:pt>
                <c:pt idx="1044">
                  <c:v>4</c:v>
                </c:pt>
                <c:pt idx="1045">
                  <c:v>4</c:v>
                </c:pt>
                <c:pt idx="1046">
                  <c:v>4</c:v>
                </c:pt>
                <c:pt idx="1047">
                  <c:v>4</c:v>
                </c:pt>
                <c:pt idx="1048">
                  <c:v>4</c:v>
                </c:pt>
                <c:pt idx="1049">
                  <c:v>4</c:v>
                </c:pt>
                <c:pt idx="1050">
                  <c:v>4</c:v>
                </c:pt>
                <c:pt idx="1051">
                  <c:v>4</c:v>
                </c:pt>
                <c:pt idx="1052">
                  <c:v>4</c:v>
                </c:pt>
                <c:pt idx="1053">
                  <c:v>4</c:v>
                </c:pt>
                <c:pt idx="1054">
                  <c:v>4</c:v>
                </c:pt>
                <c:pt idx="1055">
                  <c:v>4</c:v>
                </c:pt>
                <c:pt idx="1056">
                  <c:v>4</c:v>
                </c:pt>
                <c:pt idx="1057">
                  <c:v>4</c:v>
                </c:pt>
                <c:pt idx="1058">
                  <c:v>4</c:v>
                </c:pt>
                <c:pt idx="1059">
                  <c:v>4</c:v>
                </c:pt>
                <c:pt idx="1060">
                  <c:v>4</c:v>
                </c:pt>
                <c:pt idx="1061">
                  <c:v>4</c:v>
                </c:pt>
                <c:pt idx="1062">
                  <c:v>4</c:v>
                </c:pt>
                <c:pt idx="1063">
                  <c:v>4</c:v>
                </c:pt>
                <c:pt idx="1064">
                  <c:v>4</c:v>
                </c:pt>
                <c:pt idx="1065">
                  <c:v>4</c:v>
                </c:pt>
                <c:pt idx="1066">
                  <c:v>4</c:v>
                </c:pt>
                <c:pt idx="1067">
                  <c:v>4</c:v>
                </c:pt>
                <c:pt idx="1068">
                  <c:v>4</c:v>
                </c:pt>
                <c:pt idx="1069">
                  <c:v>4</c:v>
                </c:pt>
                <c:pt idx="1070">
                  <c:v>4</c:v>
                </c:pt>
                <c:pt idx="1071">
                  <c:v>4</c:v>
                </c:pt>
                <c:pt idx="1072">
                  <c:v>4</c:v>
                </c:pt>
                <c:pt idx="1073">
                  <c:v>4</c:v>
                </c:pt>
                <c:pt idx="1074">
                  <c:v>4</c:v>
                </c:pt>
                <c:pt idx="1075">
                  <c:v>4</c:v>
                </c:pt>
                <c:pt idx="1076">
                  <c:v>4</c:v>
                </c:pt>
                <c:pt idx="1077">
                  <c:v>4</c:v>
                </c:pt>
                <c:pt idx="1078">
                  <c:v>4</c:v>
                </c:pt>
                <c:pt idx="1079">
                  <c:v>4</c:v>
                </c:pt>
                <c:pt idx="1080">
                  <c:v>4</c:v>
                </c:pt>
                <c:pt idx="1081">
                  <c:v>4</c:v>
                </c:pt>
                <c:pt idx="1082">
                  <c:v>4</c:v>
                </c:pt>
                <c:pt idx="1083">
                  <c:v>4</c:v>
                </c:pt>
                <c:pt idx="1084">
                  <c:v>4</c:v>
                </c:pt>
                <c:pt idx="1085">
                  <c:v>4</c:v>
                </c:pt>
                <c:pt idx="1086">
                  <c:v>4</c:v>
                </c:pt>
                <c:pt idx="1087">
                  <c:v>4</c:v>
                </c:pt>
                <c:pt idx="1088">
                  <c:v>4</c:v>
                </c:pt>
                <c:pt idx="1089">
                  <c:v>4</c:v>
                </c:pt>
                <c:pt idx="1090">
                  <c:v>4</c:v>
                </c:pt>
                <c:pt idx="1091">
                  <c:v>4</c:v>
                </c:pt>
                <c:pt idx="1092">
                  <c:v>4</c:v>
                </c:pt>
                <c:pt idx="1093">
                  <c:v>4</c:v>
                </c:pt>
                <c:pt idx="1094">
                  <c:v>4</c:v>
                </c:pt>
                <c:pt idx="1095">
                  <c:v>4</c:v>
                </c:pt>
                <c:pt idx="1096">
                  <c:v>4</c:v>
                </c:pt>
                <c:pt idx="1097">
                  <c:v>4</c:v>
                </c:pt>
                <c:pt idx="1098">
                  <c:v>4</c:v>
                </c:pt>
                <c:pt idx="1099">
                  <c:v>4</c:v>
                </c:pt>
                <c:pt idx="1100">
                  <c:v>4</c:v>
                </c:pt>
                <c:pt idx="1101">
                  <c:v>4</c:v>
                </c:pt>
                <c:pt idx="1102">
                  <c:v>4</c:v>
                </c:pt>
                <c:pt idx="1103">
                  <c:v>4</c:v>
                </c:pt>
                <c:pt idx="1104">
                  <c:v>4</c:v>
                </c:pt>
                <c:pt idx="1105">
                  <c:v>4</c:v>
                </c:pt>
                <c:pt idx="1106">
                  <c:v>4</c:v>
                </c:pt>
                <c:pt idx="1107">
                  <c:v>4</c:v>
                </c:pt>
                <c:pt idx="1108">
                  <c:v>4</c:v>
                </c:pt>
                <c:pt idx="1109">
                  <c:v>4</c:v>
                </c:pt>
                <c:pt idx="1110">
                  <c:v>4</c:v>
                </c:pt>
                <c:pt idx="1111">
                  <c:v>4</c:v>
                </c:pt>
                <c:pt idx="1112">
                  <c:v>4</c:v>
                </c:pt>
                <c:pt idx="1113">
                  <c:v>4</c:v>
                </c:pt>
                <c:pt idx="1114">
                  <c:v>4</c:v>
                </c:pt>
                <c:pt idx="1115">
                  <c:v>4</c:v>
                </c:pt>
                <c:pt idx="1116">
                  <c:v>4</c:v>
                </c:pt>
                <c:pt idx="1117">
                  <c:v>4</c:v>
                </c:pt>
                <c:pt idx="1118">
                  <c:v>4</c:v>
                </c:pt>
                <c:pt idx="1119">
                  <c:v>4</c:v>
                </c:pt>
                <c:pt idx="1120">
                  <c:v>4</c:v>
                </c:pt>
                <c:pt idx="1121">
                  <c:v>4</c:v>
                </c:pt>
                <c:pt idx="1122">
                  <c:v>4</c:v>
                </c:pt>
                <c:pt idx="1123">
                  <c:v>4</c:v>
                </c:pt>
                <c:pt idx="1124">
                  <c:v>4</c:v>
                </c:pt>
                <c:pt idx="1125">
                  <c:v>4</c:v>
                </c:pt>
                <c:pt idx="1126">
                  <c:v>4</c:v>
                </c:pt>
                <c:pt idx="1127">
                  <c:v>4</c:v>
                </c:pt>
                <c:pt idx="1128">
                  <c:v>4</c:v>
                </c:pt>
                <c:pt idx="1129">
                  <c:v>4</c:v>
                </c:pt>
                <c:pt idx="1130">
                  <c:v>4</c:v>
                </c:pt>
                <c:pt idx="1131">
                  <c:v>4</c:v>
                </c:pt>
                <c:pt idx="1132">
                  <c:v>4</c:v>
                </c:pt>
                <c:pt idx="1133">
                  <c:v>4</c:v>
                </c:pt>
                <c:pt idx="1134">
                  <c:v>4</c:v>
                </c:pt>
                <c:pt idx="1135">
                  <c:v>4</c:v>
                </c:pt>
                <c:pt idx="1136">
                  <c:v>4</c:v>
                </c:pt>
                <c:pt idx="1137">
                  <c:v>4</c:v>
                </c:pt>
                <c:pt idx="1138">
                  <c:v>4</c:v>
                </c:pt>
                <c:pt idx="1139">
                  <c:v>4</c:v>
                </c:pt>
                <c:pt idx="1140">
                  <c:v>4</c:v>
                </c:pt>
                <c:pt idx="1141">
                  <c:v>4</c:v>
                </c:pt>
                <c:pt idx="1142">
                  <c:v>4</c:v>
                </c:pt>
                <c:pt idx="1143">
                  <c:v>4</c:v>
                </c:pt>
                <c:pt idx="1144">
                  <c:v>4</c:v>
                </c:pt>
                <c:pt idx="1145">
                  <c:v>4</c:v>
                </c:pt>
                <c:pt idx="1146">
                  <c:v>4</c:v>
                </c:pt>
                <c:pt idx="1147">
                  <c:v>4</c:v>
                </c:pt>
                <c:pt idx="1148">
                  <c:v>4</c:v>
                </c:pt>
                <c:pt idx="1149">
                  <c:v>4</c:v>
                </c:pt>
                <c:pt idx="1150">
                  <c:v>4</c:v>
                </c:pt>
                <c:pt idx="1151">
                  <c:v>4</c:v>
                </c:pt>
                <c:pt idx="1152">
                  <c:v>4</c:v>
                </c:pt>
                <c:pt idx="1153">
                  <c:v>4</c:v>
                </c:pt>
                <c:pt idx="1154">
                  <c:v>4</c:v>
                </c:pt>
                <c:pt idx="1155">
                  <c:v>4</c:v>
                </c:pt>
                <c:pt idx="1156">
                  <c:v>4</c:v>
                </c:pt>
                <c:pt idx="1157">
                  <c:v>4</c:v>
                </c:pt>
                <c:pt idx="1158">
                  <c:v>4</c:v>
                </c:pt>
                <c:pt idx="1159">
                  <c:v>4</c:v>
                </c:pt>
                <c:pt idx="1160">
                  <c:v>4</c:v>
                </c:pt>
                <c:pt idx="1161">
                  <c:v>4</c:v>
                </c:pt>
                <c:pt idx="1162">
                  <c:v>4</c:v>
                </c:pt>
                <c:pt idx="1163">
                  <c:v>4</c:v>
                </c:pt>
                <c:pt idx="1164">
                  <c:v>4</c:v>
                </c:pt>
                <c:pt idx="1165">
                  <c:v>4</c:v>
                </c:pt>
                <c:pt idx="1166">
                  <c:v>4</c:v>
                </c:pt>
                <c:pt idx="1167">
                  <c:v>4</c:v>
                </c:pt>
                <c:pt idx="1168">
                  <c:v>4</c:v>
                </c:pt>
                <c:pt idx="1169">
                  <c:v>4</c:v>
                </c:pt>
                <c:pt idx="1170">
                  <c:v>4</c:v>
                </c:pt>
                <c:pt idx="1171">
                  <c:v>4</c:v>
                </c:pt>
                <c:pt idx="1172">
                  <c:v>4</c:v>
                </c:pt>
                <c:pt idx="1173">
                  <c:v>4</c:v>
                </c:pt>
                <c:pt idx="1174">
                  <c:v>4</c:v>
                </c:pt>
                <c:pt idx="1175">
                  <c:v>4</c:v>
                </c:pt>
                <c:pt idx="1176">
                  <c:v>4</c:v>
                </c:pt>
                <c:pt idx="1177">
                  <c:v>4</c:v>
                </c:pt>
                <c:pt idx="1178">
                  <c:v>4</c:v>
                </c:pt>
                <c:pt idx="1179">
                  <c:v>4</c:v>
                </c:pt>
                <c:pt idx="1180">
                  <c:v>4</c:v>
                </c:pt>
                <c:pt idx="1181">
                  <c:v>4</c:v>
                </c:pt>
                <c:pt idx="1182">
                  <c:v>4</c:v>
                </c:pt>
                <c:pt idx="1183">
                  <c:v>4</c:v>
                </c:pt>
                <c:pt idx="1184">
                  <c:v>4</c:v>
                </c:pt>
                <c:pt idx="1185">
                  <c:v>4</c:v>
                </c:pt>
                <c:pt idx="1186">
                  <c:v>4</c:v>
                </c:pt>
                <c:pt idx="1187">
                  <c:v>4</c:v>
                </c:pt>
                <c:pt idx="1188">
                  <c:v>4</c:v>
                </c:pt>
                <c:pt idx="1189">
                  <c:v>4</c:v>
                </c:pt>
                <c:pt idx="1190">
                  <c:v>4</c:v>
                </c:pt>
                <c:pt idx="1191">
                  <c:v>4</c:v>
                </c:pt>
                <c:pt idx="1192">
                  <c:v>4</c:v>
                </c:pt>
                <c:pt idx="1193">
                  <c:v>4</c:v>
                </c:pt>
                <c:pt idx="1194">
                  <c:v>4</c:v>
                </c:pt>
                <c:pt idx="1195">
                  <c:v>4</c:v>
                </c:pt>
                <c:pt idx="1196">
                  <c:v>4</c:v>
                </c:pt>
                <c:pt idx="1197">
                  <c:v>4</c:v>
                </c:pt>
                <c:pt idx="1198">
                  <c:v>4</c:v>
                </c:pt>
                <c:pt idx="1199">
                  <c:v>4</c:v>
                </c:pt>
                <c:pt idx="1200">
                  <c:v>4</c:v>
                </c:pt>
                <c:pt idx="1201">
                  <c:v>4</c:v>
                </c:pt>
                <c:pt idx="1202">
                  <c:v>4</c:v>
                </c:pt>
                <c:pt idx="1203">
                  <c:v>4</c:v>
                </c:pt>
                <c:pt idx="1204">
                  <c:v>4</c:v>
                </c:pt>
                <c:pt idx="1205">
                  <c:v>4</c:v>
                </c:pt>
                <c:pt idx="1206">
                  <c:v>4</c:v>
                </c:pt>
                <c:pt idx="1207">
                  <c:v>4</c:v>
                </c:pt>
                <c:pt idx="1208">
                  <c:v>4</c:v>
                </c:pt>
                <c:pt idx="1209">
                  <c:v>4</c:v>
                </c:pt>
                <c:pt idx="1210">
                  <c:v>4</c:v>
                </c:pt>
                <c:pt idx="1211">
                  <c:v>4</c:v>
                </c:pt>
                <c:pt idx="1212">
                  <c:v>4</c:v>
                </c:pt>
                <c:pt idx="1213">
                  <c:v>4</c:v>
                </c:pt>
                <c:pt idx="1214">
                  <c:v>4</c:v>
                </c:pt>
                <c:pt idx="1215">
                  <c:v>4</c:v>
                </c:pt>
                <c:pt idx="1216">
                  <c:v>4</c:v>
                </c:pt>
                <c:pt idx="1217">
                  <c:v>4</c:v>
                </c:pt>
                <c:pt idx="1218">
                  <c:v>4</c:v>
                </c:pt>
                <c:pt idx="1219">
                  <c:v>4</c:v>
                </c:pt>
                <c:pt idx="1220">
                  <c:v>4</c:v>
                </c:pt>
                <c:pt idx="1221">
                  <c:v>4</c:v>
                </c:pt>
                <c:pt idx="1222">
                  <c:v>4</c:v>
                </c:pt>
                <c:pt idx="1223">
                  <c:v>4</c:v>
                </c:pt>
                <c:pt idx="1224">
                  <c:v>4</c:v>
                </c:pt>
                <c:pt idx="1225">
                  <c:v>4</c:v>
                </c:pt>
                <c:pt idx="1226">
                  <c:v>4</c:v>
                </c:pt>
                <c:pt idx="1227">
                  <c:v>4</c:v>
                </c:pt>
                <c:pt idx="1228">
                  <c:v>4</c:v>
                </c:pt>
                <c:pt idx="1229">
                  <c:v>4</c:v>
                </c:pt>
                <c:pt idx="1230">
                  <c:v>4</c:v>
                </c:pt>
                <c:pt idx="1231">
                  <c:v>4</c:v>
                </c:pt>
                <c:pt idx="1232">
                  <c:v>4</c:v>
                </c:pt>
                <c:pt idx="1233">
                  <c:v>4</c:v>
                </c:pt>
                <c:pt idx="1234">
                  <c:v>4</c:v>
                </c:pt>
                <c:pt idx="1235">
                  <c:v>4</c:v>
                </c:pt>
                <c:pt idx="1236">
                  <c:v>4</c:v>
                </c:pt>
                <c:pt idx="1237">
                  <c:v>4</c:v>
                </c:pt>
                <c:pt idx="1238">
                  <c:v>4</c:v>
                </c:pt>
                <c:pt idx="1239">
                  <c:v>4</c:v>
                </c:pt>
                <c:pt idx="1240">
                  <c:v>4</c:v>
                </c:pt>
                <c:pt idx="1241">
                  <c:v>4</c:v>
                </c:pt>
                <c:pt idx="1242">
                  <c:v>4</c:v>
                </c:pt>
                <c:pt idx="1243">
                  <c:v>4</c:v>
                </c:pt>
                <c:pt idx="1244">
                  <c:v>4</c:v>
                </c:pt>
                <c:pt idx="1245">
                  <c:v>4</c:v>
                </c:pt>
                <c:pt idx="1246">
                  <c:v>4</c:v>
                </c:pt>
                <c:pt idx="1247">
                  <c:v>4</c:v>
                </c:pt>
                <c:pt idx="1248">
                  <c:v>4</c:v>
                </c:pt>
                <c:pt idx="1249">
                  <c:v>4</c:v>
                </c:pt>
                <c:pt idx="1250">
                  <c:v>4</c:v>
                </c:pt>
                <c:pt idx="1251">
                  <c:v>4</c:v>
                </c:pt>
                <c:pt idx="1252">
                  <c:v>4</c:v>
                </c:pt>
                <c:pt idx="1253">
                  <c:v>4</c:v>
                </c:pt>
                <c:pt idx="1254">
                  <c:v>4</c:v>
                </c:pt>
                <c:pt idx="1255">
                  <c:v>4</c:v>
                </c:pt>
                <c:pt idx="1256">
                  <c:v>4</c:v>
                </c:pt>
                <c:pt idx="1257">
                  <c:v>4</c:v>
                </c:pt>
                <c:pt idx="1258">
                  <c:v>4</c:v>
                </c:pt>
                <c:pt idx="1259">
                  <c:v>4</c:v>
                </c:pt>
                <c:pt idx="1260">
                  <c:v>4</c:v>
                </c:pt>
                <c:pt idx="1261">
                  <c:v>4</c:v>
                </c:pt>
                <c:pt idx="1262">
                  <c:v>4</c:v>
                </c:pt>
                <c:pt idx="1263">
                  <c:v>4</c:v>
                </c:pt>
                <c:pt idx="1264">
                  <c:v>4</c:v>
                </c:pt>
                <c:pt idx="1265">
                  <c:v>4</c:v>
                </c:pt>
                <c:pt idx="1266">
                  <c:v>4</c:v>
                </c:pt>
                <c:pt idx="1267">
                  <c:v>4</c:v>
                </c:pt>
                <c:pt idx="1268">
                  <c:v>4</c:v>
                </c:pt>
                <c:pt idx="1269">
                  <c:v>4</c:v>
                </c:pt>
                <c:pt idx="1270">
                  <c:v>4</c:v>
                </c:pt>
                <c:pt idx="1271">
                  <c:v>4</c:v>
                </c:pt>
                <c:pt idx="1272">
                  <c:v>4</c:v>
                </c:pt>
                <c:pt idx="1273">
                  <c:v>4</c:v>
                </c:pt>
                <c:pt idx="1274">
                  <c:v>4</c:v>
                </c:pt>
                <c:pt idx="1275">
                  <c:v>4</c:v>
                </c:pt>
                <c:pt idx="1276">
                  <c:v>4</c:v>
                </c:pt>
                <c:pt idx="1277">
                  <c:v>4</c:v>
                </c:pt>
                <c:pt idx="1278">
                  <c:v>4</c:v>
                </c:pt>
                <c:pt idx="1279">
                  <c:v>4</c:v>
                </c:pt>
                <c:pt idx="1280">
                  <c:v>4</c:v>
                </c:pt>
                <c:pt idx="1281">
                  <c:v>4</c:v>
                </c:pt>
                <c:pt idx="1282">
                  <c:v>4</c:v>
                </c:pt>
                <c:pt idx="1283">
                  <c:v>4</c:v>
                </c:pt>
                <c:pt idx="1284">
                  <c:v>4</c:v>
                </c:pt>
                <c:pt idx="1285">
                  <c:v>4</c:v>
                </c:pt>
                <c:pt idx="1286">
                  <c:v>4</c:v>
                </c:pt>
                <c:pt idx="1287">
                  <c:v>4</c:v>
                </c:pt>
                <c:pt idx="1288">
                  <c:v>4</c:v>
                </c:pt>
                <c:pt idx="1289">
                  <c:v>4</c:v>
                </c:pt>
                <c:pt idx="1290">
                  <c:v>4</c:v>
                </c:pt>
                <c:pt idx="1291">
                  <c:v>4</c:v>
                </c:pt>
                <c:pt idx="1292">
                  <c:v>4</c:v>
                </c:pt>
                <c:pt idx="1293">
                  <c:v>4</c:v>
                </c:pt>
                <c:pt idx="1294">
                  <c:v>4</c:v>
                </c:pt>
                <c:pt idx="1295">
                  <c:v>4</c:v>
                </c:pt>
                <c:pt idx="1296">
                  <c:v>4</c:v>
                </c:pt>
                <c:pt idx="1297">
                  <c:v>4</c:v>
                </c:pt>
                <c:pt idx="1298">
                  <c:v>4</c:v>
                </c:pt>
                <c:pt idx="1299">
                  <c:v>4</c:v>
                </c:pt>
                <c:pt idx="1300">
                  <c:v>4</c:v>
                </c:pt>
                <c:pt idx="1301">
                  <c:v>4</c:v>
                </c:pt>
                <c:pt idx="1302">
                  <c:v>4</c:v>
                </c:pt>
                <c:pt idx="1303">
                  <c:v>4</c:v>
                </c:pt>
                <c:pt idx="1304">
                  <c:v>4</c:v>
                </c:pt>
                <c:pt idx="1305">
                  <c:v>4</c:v>
                </c:pt>
                <c:pt idx="1306">
                  <c:v>4</c:v>
                </c:pt>
                <c:pt idx="1307">
                  <c:v>4</c:v>
                </c:pt>
                <c:pt idx="1308">
                  <c:v>4</c:v>
                </c:pt>
                <c:pt idx="1309">
                  <c:v>4</c:v>
                </c:pt>
                <c:pt idx="1310">
                  <c:v>4</c:v>
                </c:pt>
                <c:pt idx="1311">
                  <c:v>4</c:v>
                </c:pt>
                <c:pt idx="1312">
                  <c:v>4</c:v>
                </c:pt>
                <c:pt idx="1313">
                  <c:v>4</c:v>
                </c:pt>
                <c:pt idx="1314">
                  <c:v>4</c:v>
                </c:pt>
                <c:pt idx="1315">
                  <c:v>4</c:v>
                </c:pt>
                <c:pt idx="1316">
                  <c:v>4</c:v>
                </c:pt>
                <c:pt idx="1317">
                  <c:v>4</c:v>
                </c:pt>
                <c:pt idx="1318">
                  <c:v>4</c:v>
                </c:pt>
                <c:pt idx="1319">
                  <c:v>4</c:v>
                </c:pt>
                <c:pt idx="1320">
                  <c:v>4</c:v>
                </c:pt>
                <c:pt idx="1321">
                  <c:v>4</c:v>
                </c:pt>
                <c:pt idx="1322">
                  <c:v>4</c:v>
                </c:pt>
                <c:pt idx="1323">
                  <c:v>4</c:v>
                </c:pt>
                <c:pt idx="1324">
                  <c:v>4</c:v>
                </c:pt>
                <c:pt idx="1325">
                  <c:v>4</c:v>
                </c:pt>
                <c:pt idx="1326">
                  <c:v>4</c:v>
                </c:pt>
                <c:pt idx="1327">
                  <c:v>4</c:v>
                </c:pt>
                <c:pt idx="1328">
                  <c:v>4</c:v>
                </c:pt>
                <c:pt idx="1329">
                  <c:v>4</c:v>
                </c:pt>
                <c:pt idx="1330">
                  <c:v>4</c:v>
                </c:pt>
                <c:pt idx="1331">
                  <c:v>4</c:v>
                </c:pt>
                <c:pt idx="1332">
                  <c:v>4</c:v>
                </c:pt>
                <c:pt idx="1333">
                  <c:v>4</c:v>
                </c:pt>
                <c:pt idx="1334">
                  <c:v>4</c:v>
                </c:pt>
                <c:pt idx="1335">
                  <c:v>4</c:v>
                </c:pt>
                <c:pt idx="1336">
                  <c:v>4</c:v>
                </c:pt>
                <c:pt idx="1337">
                  <c:v>4</c:v>
                </c:pt>
                <c:pt idx="1338">
                  <c:v>4</c:v>
                </c:pt>
                <c:pt idx="1339">
                  <c:v>4</c:v>
                </c:pt>
                <c:pt idx="1340">
                  <c:v>4</c:v>
                </c:pt>
                <c:pt idx="1341">
                  <c:v>4</c:v>
                </c:pt>
                <c:pt idx="1342">
                  <c:v>4</c:v>
                </c:pt>
                <c:pt idx="1343">
                  <c:v>4</c:v>
                </c:pt>
                <c:pt idx="1344">
                  <c:v>4</c:v>
                </c:pt>
                <c:pt idx="1345">
                  <c:v>4</c:v>
                </c:pt>
                <c:pt idx="1346">
                  <c:v>4</c:v>
                </c:pt>
                <c:pt idx="1347">
                  <c:v>4</c:v>
                </c:pt>
                <c:pt idx="1348">
                  <c:v>4</c:v>
                </c:pt>
                <c:pt idx="1349">
                  <c:v>4</c:v>
                </c:pt>
                <c:pt idx="1350">
                  <c:v>4</c:v>
                </c:pt>
                <c:pt idx="1351">
                  <c:v>4</c:v>
                </c:pt>
                <c:pt idx="1352">
                  <c:v>4</c:v>
                </c:pt>
                <c:pt idx="1353">
                  <c:v>4</c:v>
                </c:pt>
                <c:pt idx="1354">
                  <c:v>4</c:v>
                </c:pt>
                <c:pt idx="1355">
                  <c:v>4</c:v>
                </c:pt>
                <c:pt idx="1356">
                  <c:v>4</c:v>
                </c:pt>
                <c:pt idx="1357">
                  <c:v>4</c:v>
                </c:pt>
                <c:pt idx="1358">
                  <c:v>4</c:v>
                </c:pt>
                <c:pt idx="1359">
                  <c:v>4</c:v>
                </c:pt>
                <c:pt idx="1360">
                  <c:v>4</c:v>
                </c:pt>
                <c:pt idx="1361">
                  <c:v>4</c:v>
                </c:pt>
                <c:pt idx="1362">
                  <c:v>4</c:v>
                </c:pt>
                <c:pt idx="1363">
                  <c:v>4.25</c:v>
                </c:pt>
                <c:pt idx="1364">
                  <c:v>4.25</c:v>
                </c:pt>
                <c:pt idx="1365">
                  <c:v>4.25</c:v>
                </c:pt>
                <c:pt idx="1366">
                  <c:v>4.25</c:v>
                </c:pt>
                <c:pt idx="1367">
                  <c:v>4.25</c:v>
                </c:pt>
                <c:pt idx="1368">
                  <c:v>4.25</c:v>
                </c:pt>
                <c:pt idx="1369">
                  <c:v>4.25</c:v>
                </c:pt>
                <c:pt idx="1370">
                  <c:v>4.25</c:v>
                </c:pt>
                <c:pt idx="1371">
                  <c:v>4.25</c:v>
                </c:pt>
                <c:pt idx="1372">
                  <c:v>4.25</c:v>
                </c:pt>
                <c:pt idx="1373">
                  <c:v>4.25</c:v>
                </c:pt>
                <c:pt idx="1374">
                  <c:v>4.25</c:v>
                </c:pt>
                <c:pt idx="1375">
                  <c:v>4.25</c:v>
                </c:pt>
                <c:pt idx="1376">
                  <c:v>4.25</c:v>
                </c:pt>
                <c:pt idx="1377">
                  <c:v>4.25</c:v>
                </c:pt>
                <c:pt idx="1378">
                  <c:v>4.25</c:v>
                </c:pt>
                <c:pt idx="1379">
                  <c:v>4.25</c:v>
                </c:pt>
                <c:pt idx="1380">
                  <c:v>4.25</c:v>
                </c:pt>
                <c:pt idx="1381">
                  <c:v>4.25</c:v>
                </c:pt>
                <c:pt idx="1382">
                  <c:v>4.25</c:v>
                </c:pt>
                <c:pt idx="1383">
                  <c:v>4.25</c:v>
                </c:pt>
                <c:pt idx="1384">
                  <c:v>4.25</c:v>
                </c:pt>
                <c:pt idx="1385">
                  <c:v>4.25</c:v>
                </c:pt>
                <c:pt idx="1386">
                  <c:v>4.25</c:v>
                </c:pt>
                <c:pt idx="1387">
                  <c:v>4.25</c:v>
                </c:pt>
                <c:pt idx="1388">
                  <c:v>4.25</c:v>
                </c:pt>
                <c:pt idx="1389">
                  <c:v>4.25</c:v>
                </c:pt>
                <c:pt idx="1390">
                  <c:v>4.25</c:v>
                </c:pt>
                <c:pt idx="1391">
                  <c:v>4.25</c:v>
                </c:pt>
                <c:pt idx="1392">
                  <c:v>4.25</c:v>
                </c:pt>
                <c:pt idx="1393">
                  <c:v>4.5</c:v>
                </c:pt>
                <c:pt idx="1394">
                  <c:v>4.5</c:v>
                </c:pt>
                <c:pt idx="1395">
                  <c:v>4.5</c:v>
                </c:pt>
                <c:pt idx="1396">
                  <c:v>4.5</c:v>
                </c:pt>
                <c:pt idx="1397">
                  <c:v>4.5</c:v>
                </c:pt>
                <c:pt idx="1398">
                  <c:v>4.5</c:v>
                </c:pt>
                <c:pt idx="1399">
                  <c:v>4.5</c:v>
                </c:pt>
                <c:pt idx="1400">
                  <c:v>4.5</c:v>
                </c:pt>
                <c:pt idx="1401">
                  <c:v>4.5</c:v>
                </c:pt>
                <c:pt idx="1402">
                  <c:v>4.5</c:v>
                </c:pt>
                <c:pt idx="1403">
                  <c:v>4.5</c:v>
                </c:pt>
                <c:pt idx="1404">
                  <c:v>4.5</c:v>
                </c:pt>
                <c:pt idx="1405">
                  <c:v>4.5</c:v>
                </c:pt>
                <c:pt idx="1406">
                  <c:v>4.5</c:v>
                </c:pt>
                <c:pt idx="1407">
                  <c:v>4.5</c:v>
                </c:pt>
                <c:pt idx="1408">
                  <c:v>4.5</c:v>
                </c:pt>
                <c:pt idx="1409">
                  <c:v>4.5</c:v>
                </c:pt>
                <c:pt idx="1410">
                  <c:v>4.5</c:v>
                </c:pt>
                <c:pt idx="1411">
                  <c:v>4.5</c:v>
                </c:pt>
                <c:pt idx="1412">
                  <c:v>4.5</c:v>
                </c:pt>
                <c:pt idx="1413">
                  <c:v>4.5</c:v>
                </c:pt>
                <c:pt idx="1414">
                  <c:v>4.5</c:v>
                </c:pt>
                <c:pt idx="1415">
                  <c:v>4.5</c:v>
                </c:pt>
                <c:pt idx="1416">
                  <c:v>4.5</c:v>
                </c:pt>
                <c:pt idx="1417">
                  <c:v>4.5</c:v>
                </c:pt>
                <c:pt idx="1418">
                  <c:v>4.5</c:v>
                </c:pt>
                <c:pt idx="1419">
                  <c:v>4.5</c:v>
                </c:pt>
                <c:pt idx="1420">
                  <c:v>4.5</c:v>
                </c:pt>
                <c:pt idx="1421">
                  <c:v>4.5</c:v>
                </c:pt>
                <c:pt idx="1422">
                  <c:v>4.5</c:v>
                </c:pt>
                <c:pt idx="1423">
                  <c:v>4.5</c:v>
                </c:pt>
                <c:pt idx="1424">
                  <c:v>4.5</c:v>
                </c:pt>
                <c:pt idx="1425">
                  <c:v>4.5</c:v>
                </c:pt>
                <c:pt idx="1426">
                  <c:v>4.5</c:v>
                </c:pt>
                <c:pt idx="1427">
                  <c:v>4.5</c:v>
                </c:pt>
                <c:pt idx="1428">
                  <c:v>4.5</c:v>
                </c:pt>
                <c:pt idx="1429">
                  <c:v>4.5</c:v>
                </c:pt>
                <c:pt idx="1430">
                  <c:v>4.5</c:v>
                </c:pt>
                <c:pt idx="1431">
                  <c:v>4.5</c:v>
                </c:pt>
                <c:pt idx="1432">
                  <c:v>4.5</c:v>
                </c:pt>
                <c:pt idx="1433">
                  <c:v>4.5</c:v>
                </c:pt>
                <c:pt idx="1434">
                  <c:v>4.5</c:v>
                </c:pt>
                <c:pt idx="1435">
                  <c:v>4.5</c:v>
                </c:pt>
                <c:pt idx="1436">
                  <c:v>4.5</c:v>
                </c:pt>
                <c:pt idx="1437">
                  <c:v>4.5</c:v>
                </c:pt>
                <c:pt idx="1438">
                  <c:v>4.5</c:v>
                </c:pt>
                <c:pt idx="1439">
                  <c:v>4.5</c:v>
                </c:pt>
                <c:pt idx="1440">
                  <c:v>4.5</c:v>
                </c:pt>
                <c:pt idx="1441">
                  <c:v>4.5</c:v>
                </c:pt>
                <c:pt idx="1442">
                  <c:v>4.5</c:v>
                </c:pt>
                <c:pt idx="1443">
                  <c:v>4.5</c:v>
                </c:pt>
                <c:pt idx="1444">
                  <c:v>4.5</c:v>
                </c:pt>
                <c:pt idx="1445">
                  <c:v>4.5</c:v>
                </c:pt>
                <c:pt idx="1446">
                  <c:v>4.5</c:v>
                </c:pt>
                <c:pt idx="1447">
                  <c:v>4.5</c:v>
                </c:pt>
                <c:pt idx="1448">
                  <c:v>4.5</c:v>
                </c:pt>
                <c:pt idx="1449">
                  <c:v>4.5</c:v>
                </c:pt>
                <c:pt idx="1450">
                  <c:v>4.5</c:v>
                </c:pt>
                <c:pt idx="1451">
                  <c:v>4.5</c:v>
                </c:pt>
                <c:pt idx="1452">
                  <c:v>4.5</c:v>
                </c:pt>
                <c:pt idx="1453">
                  <c:v>4.5</c:v>
                </c:pt>
                <c:pt idx="1454">
                  <c:v>4.5</c:v>
                </c:pt>
                <c:pt idx="1455">
                  <c:v>4.5</c:v>
                </c:pt>
                <c:pt idx="1456">
                  <c:v>4.5</c:v>
                </c:pt>
                <c:pt idx="1457">
                  <c:v>4.5</c:v>
                </c:pt>
                <c:pt idx="1458">
                  <c:v>4.5</c:v>
                </c:pt>
                <c:pt idx="1459">
                  <c:v>4.5</c:v>
                </c:pt>
                <c:pt idx="1460">
                  <c:v>4.5</c:v>
                </c:pt>
                <c:pt idx="1461">
                  <c:v>4.5</c:v>
                </c:pt>
                <c:pt idx="1462">
                  <c:v>4.5</c:v>
                </c:pt>
                <c:pt idx="1463">
                  <c:v>4.5</c:v>
                </c:pt>
                <c:pt idx="1464">
                  <c:v>4.5</c:v>
                </c:pt>
                <c:pt idx="1465">
                  <c:v>4.5</c:v>
                </c:pt>
                <c:pt idx="1466">
                  <c:v>4.5</c:v>
                </c:pt>
                <c:pt idx="1467">
                  <c:v>4.5</c:v>
                </c:pt>
                <c:pt idx="1468">
                  <c:v>4.5</c:v>
                </c:pt>
                <c:pt idx="1469">
                  <c:v>4.5</c:v>
                </c:pt>
                <c:pt idx="1470">
                  <c:v>4.5</c:v>
                </c:pt>
                <c:pt idx="1471">
                  <c:v>4.5</c:v>
                </c:pt>
                <c:pt idx="1472">
                  <c:v>4.5</c:v>
                </c:pt>
                <c:pt idx="1473">
                  <c:v>4.5</c:v>
                </c:pt>
                <c:pt idx="1474">
                  <c:v>4.5</c:v>
                </c:pt>
                <c:pt idx="1475">
                  <c:v>4.5</c:v>
                </c:pt>
                <c:pt idx="1476">
                  <c:v>4.5</c:v>
                </c:pt>
                <c:pt idx="1477">
                  <c:v>4.5</c:v>
                </c:pt>
                <c:pt idx="1478">
                  <c:v>4.5</c:v>
                </c:pt>
                <c:pt idx="1479">
                  <c:v>4.5</c:v>
                </c:pt>
                <c:pt idx="1480">
                  <c:v>4.5</c:v>
                </c:pt>
                <c:pt idx="1481">
                  <c:v>4.5</c:v>
                </c:pt>
                <c:pt idx="1482">
                  <c:v>4.5</c:v>
                </c:pt>
                <c:pt idx="1483">
                  <c:v>4.5</c:v>
                </c:pt>
                <c:pt idx="1484">
                  <c:v>4.5</c:v>
                </c:pt>
                <c:pt idx="1485">
                  <c:v>4.5</c:v>
                </c:pt>
                <c:pt idx="1486">
                  <c:v>4.5</c:v>
                </c:pt>
                <c:pt idx="1487">
                  <c:v>4.5</c:v>
                </c:pt>
                <c:pt idx="1488">
                  <c:v>4.5</c:v>
                </c:pt>
                <c:pt idx="1489">
                  <c:v>4.5</c:v>
                </c:pt>
                <c:pt idx="1490">
                  <c:v>4.5</c:v>
                </c:pt>
                <c:pt idx="1491">
                  <c:v>4.5</c:v>
                </c:pt>
                <c:pt idx="1492">
                  <c:v>4.5</c:v>
                </c:pt>
                <c:pt idx="1493">
                  <c:v>4.5</c:v>
                </c:pt>
                <c:pt idx="1494">
                  <c:v>4.5</c:v>
                </c:pt>
                <c:pt idx="1495">
                  <c:v>4.5</c:v>
                </c:pt>
                <c:pt idx="1496">
                  <c:v>4.5</c:v>
                </c:pt>
                <c:pt idx="1497">
                  <c:v>4.5</c:v>
                </c:pt>
                <c:pt idx="1498">
                  <c:v>4.5</c:v>
                </c:pt>
                <c:pt idx="1499">
                  <c:v>4.5</c:v>
                </c:pt>
                <c:pt idx="1500">
                  <c:v>4.5</c:v>
                </c:pt>
                <c:pt idx="1501">
                  <c:v>4.5</c:v>
                </c:pt>
                <c:pt idx="1502">
                  <c:v>4.5</c:v>
                </c:pt>
                <c:pt idx="1503">
                  <c:v>4.5</c:v>
                </c:pt>
                <c:pt idx="1504">
                  <c:v>4.5</c:v>
                </c:pt>
                <c:pt idx="1505">
                  <c:v>4.5</c:v>
                </c:pt>
                <c:pt idx="1506">
                  <c:v>4.5</c:v>
                </c:pt>
                <c:pt idx="1507">
                  <c:v>4.5</c:v>
                </c:pt>
                <c:pt idx="1508">
                  <c:v>4.5</c:v>
                </c:pt>
                <c:pt idx="1509">
                  <c:v>4.5</c:v>
                </c:pt>
                <c:pt idx="1510">
                  <c:v>4.5</c:v>
                </c:pt>
                <c:pt idx="1511">
                  <c:v>4.5</c:v>
                </c:pt>
                <c:pt idx="1512">
                  <c:v>4.5</c:v>
                </c:pt>
                <c:pt idx="1513">
                  <c:v>4.5</c:v>
                </c:pt>
                <c:pt idx="1514">
                  <c:v>4.5</c:v>
                </c:pt>
                <c:pt idx="1515">
                  <c:v>4.5</c:v>
                </c:pt>
                <c:pt idx="1516">
                  <c:v>4.5</c:v>
                </c:pt>
                <c:pt idx="1517">
                  <c:v>4.5</c:v>
                </c:pt>
                <c:pt idx="1518">
                  <c:v>4.5</c:v>
                </c:pt>
                <c:pt idx="1519">
                  <c:v>4.5</c:v>
                </c:pt>
                <c:pt idx="1520">
                  <c:v>4.5</c:v>
                </c:pt>
                <c:pt idx="1521">
                  <c:v>4.5</c:v>
                </c:pt>
                <c:pt idx="1522">
                  <c:v>4.5</c:v>
                </c:pt>
                <c:pt idx="1523">
                  <c:v>4.5</c:v>
                </c:pt>
                <c:pt idx="1524">
                  <c:v>4.5</c:v>
                </c:pt>
                <c:pt idx="1525">
                  <c:v>4.5</c:v>
                </c:pt>
                <c:pt idx="1526">
                  <c:v>4.5</c:v>
                </c:pt>
                <c:pt idx="1527">
                  <c:v>4.5</c:v>
                </c:pt>
                <c:pt idx="1528">
                  <c:v>4.5</c:v>
                </c:pt>
                <c:pt idx="1529">
                  <c:v>4.5</c:v>
                </c:pt>
                <c:pt idx="1530">
                  <c:v>4.5</c:v>
                </c:pt>
                <c:pt idx="1531">
                  <c:v>4.5</c:v>
                </c:pt>
                <c:pt idx="1532">
                  <c:v>4.5</c:v>
                </c:pt>
                <c:pt idx="1533">
                  <c:v>4.5</c:v>
                </c:pt>
                <c:pt idx="1534">
                  <c:v>4.5</c:v>
                </c:pt>
                <c:pt idx="1535">
                  <c:v>4.5</c:v>
                </c:pt>
                <c:pt idx="1536">
                  <c:v>4.5</c:v>
                </c:pt>
                <c:pt idx="1537">
                  <c:v>4.5</c:v>
                </c:pt>
                <c:pt idx="1538">
                  <c:v>4.5</c:v>
                </c:pt>
                <c:pt idx="1539">
                  <c:v>4.5</c:v>
                </c:pt>
                <c:pt idx="1540">
                  <c:v>4.5</c:v>
                </c:pt>
                <c:pt idx="1541">
                  <c:v>4.5</c:v>
                </c:pt>
                <c:pt idx="1542">
                  <c:v>4.5</c:v>
                </c:pt>
                <c:pt idx="1543">
                  <c:v>4.5</c:v>
                </c:pt>
                <c:pt idx="1544">
                  <c:v>4.5</c:v>
                </c:pt>
                <c:pt idx="1545">
                  <c:v>4.5</c:v>
                </c:pt>
                <c:pt idx="1546">
                  <c:v>4.5</c:v>
                </c:pt>
                <c:pt idx="1547">
                  <c:v>4.5</c:v>
                </c:pt>
                <c:pt idx="1548">
                  <c:v>4.5</c:v>
                </c:pt>
                <c:pt idx="1549">
                  <c:v>4.5</c:v>
                </c:pt>
                <c:pt idx="1550">
                  <c:v>4.5</c:v>
                </c:pt>
                <c:pt idx="1551">
                  <c:v>4.5</c:v>
                </c:pt>
                <c:pt idx="1552">
                  <c:v>4.5</c:v>
                </c:pt>
                <c:pt idx="1553">
                  <c:v>4.5</c:v>
                </c:pt>
                <c:pt idx="1554">
                  <c:v>4.5</c:v>
                </c:pt>
                <c:pt idx="1555">
                  <c:v>4.5</c:v>
                </c:pt>
                <c:pt idx="1556">
                  <c:v>4.5</c:v>
                </c:pt>
                <c:pt idx="1557">
                  <c:v>4.5</c:v>
                </c:pt>
                <c:pt idx="1558">
                  <c:v>4.5</c:v>
                </c:pt>
                <c:pt idx="1559">
                  <c:v>4.5</c:v>
                </c:pt>
                <c:pt idx="1560">
                  <c:v>4.5</c:v>
                </c:pt>
                <c:pt idx="1561">
                  <c:v>4.5</c:v>
                </c:pt>
                <c:pt idx="1562">
                  <c:v>4.5</c:v>
                </c:pt>
                <c:pt idx="1563">
                  <c:v>4.5</c:v>
                </c:pt>
                <c:pt idx="1564">
                  <c:v>4.5</c:v>
                </c:pt>
                <c:pt idx="1565">
                  <c:v>4.5</c:v>
                </c:pt>
                <c:pt idx="1566">
                  <c:v>4.5</c:v>
                </c:pt>
                <c:pt idx="1567">
                  <c:v>4.5</c:v>
                </c:pt>
                <c:pt idx="1568">
                  <c:v>4.5</c:v>
                </c:pt>
                <c:pt idx="1569">
                  <c:v>4.5</c:v>
                </c:pt>
                <c:pt idx="1570">
                  <c:v>4.5</c:v>
                </c:pt>
                <c:pt idx="1571">
                  <c:v>4.5</c:v>
                </c:pt>
                <c:pt idx="1572">
                  <c:v>4.5</c:v>
                </c:pt>
                <c:pt idx="1573">
                  <c:v>4.5</c:v>
                </c:pt>
                <c:pt idx="1574">
                  <c:v>4.5</c:v>
                </c:pt>
                <c:pt idx="1575">
                  <c:v>4.5</c:v>
                </c:pt>
                <c:pt idx="1576">
                  <c:v>4.5</c:v>
                </c:pt>
                <c:pt idx="1577">
                  <c:v>4.5</c:v>
                </c:pt>
                <c:pt idx="1578">
                  <c:v>4.25</c:v>
                </c:pt>
                <c:pt idx="1579">
                  <c:v>4.25</c:v>
                </c:pt>
                <c:pt idx="1580">
                  <c:v>4.25</c:v>
                </c:pt>
                <c:pt idx="1581">
                  <c:v>4.25</c:v>
                </c:pt>
                <c:pt idx="1582">
                  <c:v>4.25</c:v>
                </c:pt>
                <c:pt idx="1583">
                  <c:v>4.25</c:v>
                </c:pt>
                <c:pt idx="1584">
                  <c:v>4.25</c:v>
                </c:pt>
                <c:pt idx="1585">
                  <c:v>4.25</c:v>
                </c:pt>
                <c:pt idx="1586">
                  <c:v>4.25</c:v>
                </c:pt>
                <c:pt idx="1587">
                  <c:v>4.25</c:v>
                </c:pt>
                <c:pt idx="1588">
                  <c:v>4.25</c:v>
                </c:pt>
                <c:pt idx="1589">
                  <c:v>4.25</c:v>
                </c:pt>
                <c:pt idx="1590">
                  <c:v>4.25</c:v>
                </c:pt>
                <c:pt idx="1591">
                  <c:v>4.25</c:v>
                </c:pt>
                <c:pt idx="1592">
                  <c:v>4.25</c:v>
                </c:pt>
                <c:pt idx="1593">
                  <c:v>4.25</c:v>
                </c:pt>
                <c:pt idx="1594">
                  <c:v>4.25</c:v>
                </c:pt>
                <c:pt idx="1595">
                  <c:v>4.25</c:v>
                </c:pt>
                <c:pt idx="1596">
                  <c:v>4.25</c:v>
                </c:pt>
                <c:pt idx="1597">
                  <c:v>4.25</c:v>
                </c:pt>
                <c:pt idx="1598">
                  <c:v>4.25</c:v>
                </c:pt>
                <c:pt idx="1599">
                  <c:v>4.25</c:v>
                </c:pt>
                <c:pt idx="1600">
                  <c:v>4.25</c:v>
                </c:pt>
                <c:pt idx="1601">
                  <c:v>4.25</c:v>
                </c:pt>
                <c:pt idx="1602">
                  <c:v>4.25</c:v>
                </c:pt>
                <c:pt idx="1603">
                  <c:v>4.25</c:v>
                </c:pt>
                <c:pt idx="1604">
                  <c:v>4.25</c:v>
                </c:pt>
                <c:pt idx="1605">
                  <c:v>4.25</c:v>
                </c:pt>
                <c:pt idx="1606">
                  <c:v>4.25</c:v>
                </c:pt>
                <c:pt idx="1607">
                  <c:v>4.25</c:v>
                </c:pt>
                <c:pt idx="1608">
                  <c:v>4</c:v>
                </c:pt>
                <c:pt idx="1609">
                  <c:v>4</c:v>
                </c:pt>
                <c:pt idx="1610">
                  <c:v>4</c:v>
                </c:pt>
                <c:pt idx="1611">
                  <c:v>4</c:v>
                </c:pt>
                <c:pt idx="1612">
                  <c:v>4</c:v>
                </c:pt>
                <c:pt idx="1613">
                  <c:v>4</c:v>
                </c:pt>
                <c:pt idx="1614">
                  <c:v>4</c:v>
                </c:pt>
                <c:pt idx="1615">
                  <c:v>4</c:v>
                </c:pt>
                <c:pt idx="1616">
                  <c:v>4</c:v>
                </c:pt>
                <c:pt idx="1617">
                  <c:v>4</c:v>
                </c:pt>
                <c:pt idx="1618">
                  <c:v>4</c:v>
                </c:pt>
                <c:pt idx="1619">
                  <c:v>4</c:v>
                </c:pt>
                <c:pt idx="1620">
                  <c:v>4</c:v>
                </c:pt>
                <c:pt idx="1621">
                  <c:v>4</c:v>
                </c:pt>
                <c:pt idx="1622">
                  <c:v>4</c:v>
                </c:pt>
                <c:pt idx="1623">
                  <c:v>4</c:v>
                </c:pt>
                <c:pt idx="1624">
                  <c:v>4</c:v>
                </c:pt>
                <c:pt idx="1625">
                  <c:v>4</c:v>
                </c:pt>
                <c:pt idx="1626">
                  <c:v>4</c:v>
                </c:pt>
                <c:pt idx="1627">
                  <c:v>4</c:v>
                </c:pt>
                <c:pt idx="1628">
                  <c:v>4</c:v>
                </c:pt>
                <c:pt idx="1629">
                  <c:v>4</c:v>
                </c:pt>
                <c:pt idx="1630">
                  <c:v>4</c:v>
                </c:pt>
                <c:pt idx="1631">
                  <c:v>4</c:v>
                </c:pt>
                <c:pt idx="1632">
                  <c:v>4</c:v>
                </c:pt>
                <c:pt idx="1633">
                  <c:v>4</c:v>
                </c:pt>
                <c:pt idx="1634">
                  <c:v>4</c:v>
                </c:pt>
                <c:pt idx="1635">
                  <c:v>4</c:v>
                </c:pt>
                <c:pt idx="1636">
                  <c:v>4</c:v>
                </c:pt>
                <c:pt idx="1637">
                  <c:v>4</c:v>
                </c:pt>
                <c:pt idx="1638">
                  <c:v>4</c:v>
                </c:pt>
                <c:pt idx="1639">
                  <c:v>4</c:v>
                </c:pt>
                <c:pt idx="1640">
                  <c:v>4</c:v>
                </c:pt>
                <c:pt idx="1641">
                  <c:v>4</c:v>
                </c:pt>
                <c:pt idx="1642">
                  <c:v>4</c:v>
                </c:pt>
                <c:pt idx="1643">
                  <c:v>4</c:v>
                </c:pt>
                <c:pt idx="1644">
                  <c:v>4</c:v>
                </c:pt>
                <c:pt idx="1645">
                  <c:v>4</c:v>
                </c:pt>
                <c:pt idx="1646">
                  <c:v>4</c:v>
                </c:pt>
                <c:pt idx="1647">
                  <c:v>4</c:v>
                </c:pt>
                <c:pt idx="1648">
                  <c:v>4</c:v>
                </c:pt>
                <c:pt idx="1649">
                  <c:v>4</c:v>
                </c:pt>
                <c:pt idx="1650">
                  <c:v>4</c:v>
                </c:pt>
                <c:pt idx="1651">
                  <c:v>4</c:v>
                </c:pt>
                <c:pt idx="1652">
                  <c:v>4</c:v>
                </c:pt>
                <c:pt idx="1653">
                  <c:v>4</c:v>
                </c:pt>
                <c:pt idx="1654">
                  <c:v>4</c:v>
                </c:pt>
                <c:pt idx="1655">
                  <c:v>4</c:v>
                </c:pt>
                <c:pt idx="1656">
                  <c:v>4</c:v>
                </c:pt>
                <c:pt idx="1657">
                  <c:v>4</c:v>
                </c:pt>
                <c:pt idx="1658">
                  <c:v>4</c:v>
                </c:pt>
                <c:pt idx="1659">
                  <c:v>4</c:v>
                </c:pt>
                <c:pt idx="1660">
                  <c:v>4</c:v>
                </c:pt>
                <c:pt idx="1661">
                  <c:v>4</c:v>
                </c:pt>
                <c:pt idx="1662">
                  <c:v>4</c:v>
                </c:pt>
                <c:pt idx="1663">
                  <c:v>4</c:v>
                </c:pt>
                <c:pt idx="1664">
                  <c:v>4</c:v>
                </c:pt>
                <c:pt idx="1665">
                  <c:v>4</c:v>
                </c:pt>
                <c:pt idx="1666">
                  <c:v>4</c:v>
                </c:pt>
                <c:pt idx="1667">
                  <c:v>4</c:v>
                </c:pt>
                <c:pt idx="1668">
                  <c:v>4</c:v>
                </c:pt>
                <c:pt idx="1669">
                  <c:v>4</c:v>
                </c:pt>
                <c:pt idx="1670">
                  <c:v>4</c:v>
                </c:pt>
                <c:pt idx="1671">
                  <c:v>4</c:v>
                </c:pt>
                <c:pt idx="1672">
                  <c:v>4</c:v>
                </c:pt>
                <c:pt idx="1673">
                  <c:v>4</c:v>
                </c:pt>
                <c:pt idx="1674">
                  <c:v>4</c:v>
                </c:pt>
                <c:pt idx="1675">
                  <c:v>4</c:v>
                </c:pt>
                <c:pt idx="1676">
                  <c:v>4</c:v>
                </c:pt>
                <c:pt idx="1677">
                  <c:v>4</c:v>
                </c:pt>
                <c:pt idx="1678">
                  <c:v>4</c:v>
                </c:pt>
                <c:pt idx="1679">
                  <c:v>4</c:v>
                </c:pt>
                <c:pt idx="1680">
                  <c:v>4</c:v>
                </c:pt>
                <c:pt idx="1681">
                  <c:v>4</c:v>
                </c:pt>
                <c:pt idx="1682">
                  <c:v>4</c:v>
                </c:pt>
                <c:pt idx="1683">
                  <c:v>4</c:v>
                </c:pt>
                <c:pt idx="1684">
                  <c:v>4</c:v>
                </c:pt>
                <c:pt idx="1685">
                  <c:v>4</c:v>
                </c:pt>
                <c:pt idx="1686">
                  <c:v>4</c:v>
                </c:pt>
                <c:pt idx="1687">
                  <c:v>4</c:v>
                </c:pt>
                <c:pt idx="1688">
                  <c:v>4</c:v>
                </c:pt>
                <c:pt idx="1689">
                  <c:v>4</c:v>
                </c:pt>
                <c:pt idx="1690">
                  <c:v>4</c:v>
                </c:pt>
                <c:pt idx="1691">
                  <c:v>4</c:v>
                </c:pt>
                <c:pt idx="1692">
                  <c:v>4</c:v>
                </c:pt>
                <c:pt idx="1693">
                  <c:v>4</c:v>
                </c:pt>
                <c:pt idx="1694">
                  <c:v>4</c:v>
                </c:pt>
                <c:pt idx="1695">
                  <c:v>4</c:v>
                </c:pt>
                <c:pt idx="1696">
                  <c:v>4</c:v>
                </c:pt>
                <c:pt idx="1697">
                  <c:v>4</c:v>
                </c:pt>
                <c:pt idx="1698">
                  <c:v>4</c:v>
                </c:pt>
                <c:pt idx="1699">
                  <c:v>4</c:v>
                </c:pt>
                <c:pt idx="1700">
                  <c:v>4</c:v>
                </c:pt>
                <c:pt idx="1701">
                  <c:v>4</c:v>
                </c:pt>
                <c:pt idx="1702">
                  <c:v>4</c:v>
                </c:pt>
                <c:pt idx="1703">
                  <c:v>4</c:v>
                </c:pt>
                <c:pt idx="1704">
                  <c:v>4</c:v>
                </c:pt>
                <c:pt idx="1705">
                  <c:v>4</c:v>
                </c:pt>
                <c:pt idx="1706">
                  <c:v>4</c:v>
                </c:pt>
                <c:pt idx="1707">
                  <c:v>4</c:v>
                </c:pt>
                <c:pt idx="1708">
                  <c:v>4</c:v>
                </c:pt>
                <c:pt idx="1709">
                  <c:v>4</c:v>
                </c:pt>
                <c:pt idx="1710">
                  <c:v>4</c:v>
                </c:pt>
                <c:pt idx="1711">
                  <c:v>4</c:v>
                </c:pt>
                <c:pt idx="1712">
                  <c:v>4</c:v>
                </c:pt>
                <c:pt idx="1713">
                  <c:v>3.75</c:v>
                </c:pt>
                <c:pt idx="1714">
                  <c:v>3.75</c:v>
                </c:pt>
                <c:pt idx="1715">
                  <c:v>3.75</c:v>
                </c:pt>
                <c:pt idx="1716">
                  <c:v>3.75</c:v>
                </c:pt>
                <c:pt idx="1717">
                  <c:v>3.75</c:v>
                </c:pt>
                <c:pt idx="1718">
                  <c:v>3.75</c:v>
                </c:pt>
                <c:pt idx="1719">
                  <c:v>3.75</c:v>
                </c:pt>
                <c:pt idx="1720">
                  <c:v>3.75</c:v>
                </c:pt>
                <c:pt idx="1721">
                  <c:v>3.75</c:v>
                </c:pt>
                <c:pt idx="1722">
                  <c:v>3.75</c:v>
                </c:pt>
                <c:pt idx="1723">
                  <c:v>3.75</c:v>
                </c:pt>
                <c:pt idx="1724">
                  <c:v>3.75</c:v>
                </c:pt>
                <c:pt idx="1725">
                  <c:v>3.75</c:v>
                </c:pt>
                <c:pt idx="1726">
                  <c:v>3.75</c:v>
                </c:pt>
                <c:pt idx="1727">
                  <c:v>3.75</c:v>
                </c:pt>
                <c:pt idx="1728">
                  <c:v>3.75</c:v>
                </c:pt>
                <c:pt idx="1729">
                  <c:v>3.75</c:v>
                </c:pt>
                <c:pt idx="1730">
                  <c:v>3.75</c:v>
                </c:pt>
                <c:pt idx="1731">
                  <c:v>3.75</c:v>
                </c:pt>
                <c:pt idx="1732">
                  <c:v>3.75</c:v>
                </c:pt>
                <c:pt idx="1733">
                  <c:v>3.75</c:v>
                </c:pt>
                <c:pt idx="1734">
                  <c:v>3.75</c:v>
                </c:pt>
                <c:pt idx="1735">
                  <c:v>3.75</c:v>
                </c:pt>
                <c:pt idx="1736">
                  <c:v>3.75</c:v>
                </c:pt>
                <c:pt idx="1737">
                  <c:v>3.75</c:v>
                </c:pt>
                <c:pt idx="1738">
                  <c:v>3.75</c:v>
                </c:pt>
                <c:pt idx="1739">
                  <c:v>3.75</c:v>
                </c:pt>
                <c:pt idx="1740">
                  <c:v>3.75</c:v>
                </c:pt>
                <c:pt idx="1741">
                  <c:v>3.75</c:v>
                </c:pt>
                <c:pt idx="1742">
                  <c:v>3.75</c:v>
                </c:pt>
                <c:pt idx="1743">
                  <c:v>3.75</c:v>
                </c:pt>
                <c:pt idx="1744">
                  <c:v>3.75</c:v>
                </c:pt>
                <c:pt idx="1745">
                  <c:v>3.75</c:v>
                </c:pt>
                <c:pt idx="1746">
                  <c:v>3.75</c:v>
                </c:pt>
                <c:pt idx="1747">
                  <c:v>3.75</c:v>
                </c:pt>
                <c:pt idx="1748">
                  <c:v>3.75</c:v>
                </c:pt>
                <c:pt idx="1749">
                  <c:v>3.75</c:v>
                </c:pt>
                <c:pt idx="1750">
                  <c:v>3.75</c:v>
                </c:pt>
                <c:pt idx="1751">
                  <c:v>3.75</c:v>
                </c:pt>
                <c:pt idx="1752">
                  <c:v>3.75</c:v>
                </c:pt>
                <c:pt idx="1753">
                  <c:v>3.75</c:v>
                </c:pt>
                <c:pt idx="1754">
                  <c:v>3.75</c:v>
                </c:pt>
                <c:pt idx="1755">
                  <c:v>3.75</c:v>
                </c:pt>
                <c:pt idx="1756">
                  <c:v>3.75</c:v>
                </c:pt>
                <c:pt idx="1757">
                  <c:v>3.75</c:v>
                </c:pt>
                <c:pt idx="1758">
                  <c:v>3.75</c:v>
                </c:pt>
                <c:pt idx="1759">
                  <c:v>3.75</c:v>
                </c:pt>
                <c:pt idx="1760">
                  <c:v>3.75</c:v>
                </c:pt>
                <c:pt idx="1761">
                  <c:v>3.75</c:v>
                </c:pt>
                <c:pt idx="1762">
                  <c:v>3.75</c:v>
                </c:pt>
                <c:pt idx="1763">
                  <c:v>3.75</c:v>
                </c:pt>
                <c:pt idx="1764">
                  <c:v>3.75</c:v>
                </c:pt>
                <c:pt idx="1765">
                  <c:v>3.75</c:v>
                </c:pt>
                <c:pt idx="1766">
                  <c:v>3.75</c:v>
                </c:pt>
                <c:pt idx="1767">
                  <c:v>3.75</c:v>
                </c:pt>
                <c:pt idx="1768">
                  <c:v>3.75</c:v>
                </c:pt>
                <c:pt idx="1769">
                  <c:v>3.75</c:v>
                </c:pt>
                <c:pt idx="1770">
                  <c:v>3.75</c:v>
                </c:pt>
                <c:pt idx="1771">
                  <c:v>3.75</c:v>
                </c:pt>
                <c:pt idx="1772">
                  <c:v>3.75</c:v>
                </c:pt>
                <c:pt idx="1773">
                  <c:v>3.75</c:v>
                </c:pt>
                <c:pt idx="1774">
                  <c:v>3.75</c:v>
                </c:pt>
                <c:pt idx="1775">
                  <c:v>3.75</c:v>
                </c:pt>
                <c:pt idx="1776">
                  <c:v>3.75</c:v>
                </c:pt>
                <c:pt idx="1777">
                  <c:v>3.75</c:v>
                </c:pt>
                <c:pt idx="1778">
                  <c:v>3.5</c:v>
                </c:pt>
                <c:pt idx="1779">
                  <c:v>3.5</c:v>
                </c:pt>
                <c:pt idx="1780">
                  <c:v>3.5</c:v>
                </c:pt>
                <c:pt idx="1781">
                  <c:v>3.5</c:v>
                </c:pt>
                <c:pt idx="1782">
                  <c:v>3.5</c:v>
                </c:pt>
                <c:pt idx="1783">
                  <c:v>3.5</c:v>
                </c:pt>
                <c:pt idx="1784">
                  <c:v>3.5</c:v>
                </c:pt>
                <c:pt idx="1785">
                  <c:v>3.5</c:v>
                </c:pt>
                <c:pt idx="1786">
                  <c:v>3.5</c:v>
                </c:pt>
                <c:pt idx="1787">
                  <c:v>3.5</c:v>
                </c:pt>
                <c:pt idx="1788">
                  <c:v>3.5</c:v>
                </c:pt>
                <c:pt idx="1789">
                  <c:v>3.5</c:v>
                </c:pt>
                <c:pt idx="1790">
                  <c:v>3.5</c:v>
                </c:pt>
                <c:pt idx="1791">
                  <c:v>3.5</c:v>
                </c:pt>
                <c:pt idx="1792">
                  <c:v>3.5</c:v>
                </c:pt>
                <c:pt idx="1793">
                  <c:v>3.5</c:v>
                </c:pt>
                <c:pt idx="1794">
                  <c:v>3.5</c:v>
                </c:pt>
                <c:pt idx="1795">
                  <c:v>3.5</c:v>
                </c:pt>
                <c:pt idx="1796">
                  <c:v>3.5</c:v>
                </c:pt>
                <c:pt idx="1797">
                  <c:v>3.5</c:v>
                </c:pt>
                <c:pt idx="1798">
                  <c:v>3.5</c:v>
                </c:pt>
                <c:pt idx="1799">
                  <c:v>3.5</c:v>
                </c:pt>
                <c:pt idx="1800">
                  <c:v>3.5</c:v>
                </c:pt>
                <c:pt idx="1801">
                  <c:v>3.5</c:v>
                </c:pt>
                <c:pt idx="1802">
                  <c:v>3.5</c:v>
                </c:pt>
                <c:pt idx="1803">
                  <c:v>3.5</c:v>
                </c:pt>
                <c:pt idx="1804">
                  <c:v>3.5</c:v>
                </c:pt>
                <c:pt idx="1805">
                  <c:v>3.5</c:v>
                </c:pt>
                <c:pt idx="1806">
                  <c:v>3.5</c:v>
                </c:pt>
                <c:pt idx="1807">
                  <c:v>3.5</c:v>
                </c:pt>
                <c:pt idx="1808">
                  <c:v>3.5</c:v>
                </c:pt>
                <c:pt idx="1809">
                  <c:v>3.5</c:v>
                </c:pt>
                <c:pt idx="1810">
                  <c:v>3.5</c:v>
                </c:pt>
                <c:pt idx="1811">
                  <c:v>3.5</c:v>
                </c:pt>
                <c:pt idx="1812">
                  <c:v>3.5</c:v>
                </c:pt>
                <c:pt idx="1813">
                  <c:v>3.5</c:v>
                </c:pt>
                <c:pt idx="1814">
                  <c:v>3.5</c:v>
                </c:pt>
                <c:pt idx="1815">
                  <c:v>3.5</c:v>
                </c:pt>
                <c:pt idx="1816">
                  <c:v>3.5</c:v>
                </c:pt>
                <c:pt idx="1817">
                  <c:v>3.5</c:v>
                </c:pt>
                <c:pt idx="1818">
                  <c:v>3.5</c:v>
                </c:pt>
                <c:pt idx="1819">
                  <c:v>3.5</c:v>
                </c:pt>
                <c:pt idx="1820">
                  <c:v>3.5</c:v>
                </c:pt>
                <c:pt idx="1821">
                  <c:v>3.5</c:v>
                </c:pt>
                <c:pt idx="1822">
                  <c:v>3.5</c:v>
                </c:pt>
                <c:pt idx="1823">
                  <c:v>3.5</c:v>
                </c:pt>
                <c:pt idx="1824">
                  <c:v>3.5</c:v>
                </c:pt>
                <c:pt idx="1825">
                  <c:v>3.5</c:v>
                </c:pt>
                <c:pt idx="1826">
                  <c:v>3.5</c:v>
                </c:pt>
                <c:pt idx="1827">
                  <c:v>3.5</c:v>
                </c:pt>
                <c:pt idx="1828">
                  <c:v>3.5</c:v>
                </c:pt>
                <c:pt idx="1829">
                  <c:v>3.5</c:v>
                </c:pt>
                <c:pt idx="1830">
                  <c:v>3.5</c:v>
                </c:pt>
                <c:pt idx="1831">
                  <c:v>3.5</c:v>
                </c:pt>
                <c:pt idx="1832">
                  <c:v>3.5</c:v>
                </c:pt>
                <c:pt idx="1833">
                  <c:v>3.5</c:v>
                </c:pt>
                <c:pt idx="1834">
                  <c:v>3.5</c:v>
                </c:pt>
                <c:pt idx="1835">
                  <c:v>3.5</c:v>
                </c:pt>
                <c:pt idx="1836">
                  <c:v>3.5</c:v>
                </c:pt>
                <c:pt idx="1837">
                  <c:v>3.5</c:v>
                </c:pt>
                <c:pt idx="1838">
                  <c:v>3.5</c:v>
                </c:pt>
                <c:pt idx="1839">
                  <c:v>3.5</c:v>
                </c:pt>
                <c:pt idx="1840">
                  <c:v>3.5</c:v>
                </c:pt>
                <c:pt idx="1841">
                  <c:v>3.5</c:v>
                </c:pt>
                <c:pt idx="1842">
                  <c:v>3.5</c:v>
                </c:pt>
                <c:pt idx="1843">
                  <c:v>3.5</c:v>
                </c:pt>
                <c:pt idx="1844">
                  <c:v>3.5</c:v>
                </c:pt>
                <c:pt idx="1845">
                  <c:v>3.5</c:v>
                </c:pt>
                <c:pt idx="1846">
                  <c:v>3.5</c:v>
                </c:pt>
                <c:pt idx="1847">
                  <c:v>3.5</c:v>
                </c:pt>
                <c:pt idx="1848">
                  <c:v>3.5</c:v>
                </c:pt>
                <c:pt idx="1849">
                  <c:v>3.5</c:v>
                </c:pt>
                <c:pt idx="1850">
                  <c:v>3.5</c:v>
                </c:pt>
                <c:pt idx="1851">
                  <c:v>3.5</c:v>
                </c:pt>
                <c:pt idx="1852">
                  <c:v>3.5</c:v>
                </c:pt>
                <c:pt idx="1853">
                  <c:v>3.5</c:v>
                </c:pt>
                <c:pt idx="1854">
                  <c:v>3.5</c:v>
                </c:pt>
                <c:pt idx="1855">
                  <c:v>3.5</c:v>
                </c:pt>
                <c:pt idx="1856">
                  <c:v>3.5</c:v>
                </c:pt>
                <c:pt idx="1857">
                  <c:v>3.5</c:v>
                </c:pt>
                <c:pt idx="1858">
                  <c:v>3.5</c:v>
                </c:pt>
                <c:pt idx="1859">
                  <c:v>3.5</c:v>
                </c:pt>
                <c:pt idx="1860">
                  <c:v>3.5</c:v>
                </c:pt>
                <c:pt idx="1861">
                  <c:v>3.5</c:v>
                </c:pt>
                <c:pt idx="1862">
                  <c:v>3.5</c:v>
                </c:pt>
                <c:pt idx="1863">
                  <c:v>3.5</c:v>
                </c:pt>
                <c:pt idx="1864">
                  <c:v>3.5</c:v>
                </c:pt>
                <c:pt idx="1865">
                  <c:v>3.5</c:v>
                </c:pt>
                <c:pt idx="1866">
                  <c:v>3.5</c:v>
                </c:pt>
                <c:pt idx="1867">
                  <c:v>3.5</c:v>
                </c:pt>
                <c:pt idx="1868">
                  <c:v>3.5</c:v>
                </c:pt>
                <c:pt idx="1869">
                  <c:v>3.5</c:v>
                </c:pt>
                <c:pt idx="1870">
                  <c:v>3.5</c:v>
                </c:pt>
                <c:pt idx="1871">
                  <c:v>3.5</c:v>
                </c:pt>
                <c:pt idx="1872">
                  <c:v>3.5</c:v>
                </c:pt>
                <c:pt idx="1873">
                  <c:v>3.5</c:v>
                </c:pt>
                <c:pt idx="1874">
                  <c:v>3.5</c:v>
                </c:pt>
                <c:pt idx="1875">
                  <c:v>3.5</c:v>
                </c:pt>
                <c:pt idx="1876">
                  <c:v>3.5</c:v>
                </c:pt>
                <c:pt idx="1877">
                  <c:v>3.5</c:v>
                </c:pt>
                <c:pt idx="1878">
                  <c:v>3.5</c:v>
                </c:pt>
                <c:pt idx="1879">
                  <c:v>3.5</c:v>
                </c:pt>
                <c:pt idx="1880">
                  <c:v>3.5</c:v>
                </c:pt>
                <c:pt idx="1881">
                  <c:v>3.5</c:v>
                </c:pt>
                <c:pt idx="1882">
                  <c:v>3.5</c:v>
                </c:pt>
                <c:pt idx="1883">
                  <c:v>3.5</c:v>
                </c:pt>
                <c:pt idx="1884">
                  <c:v>3.5</c:v>
                </c:pt>
                <c:pt idx="1885">
                  <c:v>3.5</c:v>
                </c:pt>
                <c:pt idx="1886">
                  <c:v>3.5</c:v>
                </c:pt>
                <c:pt idx="1887">
                  <c:v>3.5</c:v>
                </c:pt>
                <c:pt idx="1888">
                  <c:v>3.5</c:v>
                </c:pt>
                <c:pt idx="1889">
                  <c:v>3.5</c:v>
                </c:pt>
                <c:pt idx="1890">
                  <c:v>3.5</c:v>
                </c:pt>
                <c:pt idx="1891">
                  <c:v>3.5</c:v>
                </c:pt>
                <c:pt idx="1892">
                  <c:v>3.5</c:v>
                </c:pt>
                <c:pt idx="1893">
                  <c:v>3.5</c:v>
                </c:pt>
                <c:pt idx="1894">
                  <c:v>3.5</c:v>
                </c:pt>
                <c:pt idx="1895">
                  <c:v>3.5</c:v>
                </c:pt>
                <c:pt idx="1896">
                  <c:v>3.5</c:v>
                </c:pt>
                <c:pt idx="1897">
                  <c:v>3.5</c:v>
                </c:pt>
                <c:pt idx="1898">
                  <c:v>3.5</c:v>
                </c:pt>
                <c:pt idx="1899">
                  <c:v>3.5</c:v>
                </c:pt>
                <c:pt idx="1900">
                  <c:v>3.5</c:v>
                </c:pt>
                <c:pt idx="1901">
                  <c:v>3.5</c:v>
                </c:pt>
                <c:pt idx="1902">
                  <c:v>3.5</c:v>
                </c:pt>
                <c:pt idx="1903">
                  <c:v>3.5</c:v>
                </c:pt>
                <c:pt idx="1904">
                  <c:v>3.5</c:v>
                </c:pt>
                <c:pt idx="1905">
                  <c:v>3.5</c:v>
                </c:pt>
                <c:pt idx="1906">
                  <c:v>3.5</c:v>
                </c:pt>
                <c:pt idx="1907">
                  <c:v>3.5</c:v>
                </c:pt>
                <c:pt idx="1908">
                  <c:v>3.5</c:v>
                </c:pt>
                <c:pt idx="1909">
                  <c:v>3.5</c:v>
                </c:pt>
                <c:pt idx="1910">
                  <c:v>3.5</c:v>
                </c:pt>
                <c:pt idx="1911">
                  <c:v>3.5</c:v>
                </c:pt>
                <c:pt idx="1912">
                  <c:v>3.5</c:v>
                </c:pt>
                <c:pt idx="1913">
                  <c:v>3.5</c:v>
                </c:pt>
                <c:pt idx="1914">
                  <c:v>3.5</c:v>
                </c:pt>
                <c:pt idx="1915">
                  <c:v>3.5</c:v>
                </c:pt>
                <c:pt idx="1916">
                  <c:v>3.5</c:v>
                </c:pt>
                <c:pt idx="1917">
                  <c:v>3.5</c:v>
                </c:pt>
                <c:pt idx="1918">
                  <c:v>3.5</c:v>
                </c:pt>
                <c:pt idx="1919">
                  <c:v>3.5</c:v>
                </c:pt>
                <c:pt idx="1920">
                  <c:v>3.5</c:v>
                </c:pt>
                <c:pt idx="1921">
                  <c:v>3.5</c:v>
                </c:pt>
                <c:pt idx="1922">
                  <c:v>3.5</c:v>
                </c:pt>
                <c:pt idx="1923">
                  <c:v>3.5</c:v>
                </c:pt>
                <c:pt idx="1924">
                  <c:v>3.5</c:v>
                </c:pt>
                <c:pt idx="1925">
                  <c:v>3.5</c:v>
                </c:pt>
                <c:pt idx="1926">
                  <c:v>3.5</c:v>
                </c:pt>
                <c:pt idx="1927">
                  <c:v>3.5</c:v>
                </c:pt>
                <c:pt idx="1928">
                  <c:v>3.5</c:v>
                </c:pt>
                <c:pt idx="1929">
                  <c:v>3.5</c:v>
                </c:pt>
                <c:pt idx="1930">
                  <c:v>3.5</c:v>
                </c:pt>
                <c:pt idx="1931">
                  <c:v>3.5</c:v>
                </c:pt>
                <c:pt idx="1932">
                  <c:v>3.5</c:v>
                </c:pt>
                <c:pt idx="1933">
                  <c:v>3.5</c:v>
                </c:pt>
                <c:pt idx="1934">
                  <c:v>3.5</c:v>
                </c:pt>
                <c:pt idx="1935">
                  <c:v>3.5</c:v>
                </c:pt>
                <c:pt idx="1936">
                  <c:v>3.5</c:v>
                </c:pt>
                <c:pt idx="1937">
                  <c:v>3.5</c:v>
                </c:pt>
                <c:pt idx="1938">
                  <c:v>3.5</c:v>
                </c:pt>
                <c:pt idx="1939">
                  <c:v>3.5</c:v>
                </c:pt>
                <c:pt idx="1940">
                  <c:v>3.5</c:v>
                </c:pt>
                <c:pt idx="1941">
                  <c:v>3.5</c:v>
                </c:pt>
                <c:pt idx="1942">
                  <c:v>3.5</c:v>
                </c:pt>
                <c:pt idx="1943">
                  <c:v>3.5</c:v>
                </c:pt>
                <c:pt idx="1944">
                  <c:v>3.5</c:v>
                </c:pt>
                <c:pt idx="1945">
                  <c:v>3.5</c:v>
                </c:pt>
                <c:pt idx="1946">
                  <c:v>3.5</c:v>
                </c:pt>
                <c:pt idx="1947">
                  <c:v>3.5</c:v>
                </c:pt>
                <c:pt idx="1948">
                  <c:v>3.5</c:v>
                </c:pt>
                <c:pt idx="1949">
                  <c:v>3.5</c:v>
                </c:pt>
                <c:pt idx="1950">
                  <c:v>3.5</c:v>
                </c:pt>
                <c:pt idx="1951">
                  <c:v>3.5</c:v>
                </c:pt>
                <c:pt idx="1952">
                  <c:v>3.5</c:v>
                </c:pt>
                <c:pt idx="1953">
                  <c:v>3.5</c:v>
                </c:pt>
                <c:pt idx="1954">
                  <c:v>3.5</c:v>
                </c:pt>
                <c:pt idx="1955">
                  <c:v>3.5</c:v>
                </c:pt>
                <c:pt idx="1956">
                  <c:v>3.5</c:v>
                </c:pt>
                <c:pt idx="1957">
                  <c:v>3.5</c:v>
                </c:pt>
                <c:pt idx="1958">
                  <c:v>3.5</c:v>
                </c:pt>
                <c:pt idx="1959">
                  <c:v>3.5</c:v>
                </c:pt>
                <c:pt idx="1960">
                  <c:v>3.5</c:v>
                </c:pt>
                <c:pt idx="1961">
                  <c:v>3.5</c:v>
                </c:pt>
                <c:pt idx="1962">
                  <c:v>3.5</c:v>
                </c:pt>
                <c:pt idx="1963">
                  <c:v>3.5</c:v>
                </c:pt>
                <c:pt idx="1964">
                  <c:v>3.5</c:v>
                </c:pt>
                <c:pt idx="1965">
                  <c:v>3.5</c:v>
                </c:pt>
                <c:pt idx="1966">
                  <c:v>3.5</c:v>
                </c:pt>
                <c:pt idx="1967">
                  <c:v>3.5</c:v>
                </c:pt>
                <c:pt idx="1968">
                  <c:v>3.5</c:v>
                </c:pt>
                <c:pt idx="1969">
                  <c:v>3.5</c:v>
                </c:pt>
                <c:pt idx="1970">
                  <c:v>3.5</c:v>
                </c:pt>
                <c:pt idx="1971">
                  <c:v>3.5</c:v>
                </c:pt>
                <c:pt idx="1972">
                  <c:v>3.5</c:v>
                </c:pt>
                <c:pt idx="1973">
                  <c:v>3.5</c:v>
                </c:pt>
                <c:pt idx="1974">
                  <c:v>3.5</c:v>
                </c:pt>
                <c:pt idx="1975">
                  <c:v>3.5</c:v>
                </c:pt>
                <c:pt idx="1976">
                  <c:v>3.5</c:v>
                </c:pt>
                <c:pt idx="1977">
                  <c:v>3.5</c:v>
                </c:pt>
                <c:pt idx="1978">
                  <c:v>3.5</c:v>
                </c:pt>
                <c:pt idx="1979">
                  <c:v>3.5</c:v>
                </c:pt>
                <c:pt idx="1980">
                  <c:v>3.5</c:v>
                </c:pt>
                <c:pt idx="1981">
                  <c:v>3.5</c:v>
                </c:pt>
                <c:pt idx="1982">
                  <c:v>3.5</c:v>
                </c:pt>
                <c:pt idx="1983">
                  <c:v>3.5</c:v>
                </c:pt>
                <c:pt idx="1984">
                  <c:v>3.5</c:v>
                </c:pt>
                <c:pt idx="1985">
                  <c:v>3.5</c:v>
                </c:pt>
                <c:pt idx="1986">
                  <c:v>3.5</c:v>
                </c:pt>
                <c:pt idx="1987">
                  <c:v>3.5</c:v>
                </c:pt>
                <c:pt idx="1988">
                  <c:v>3.5</c:v>
                </c:pt>
                <c:pt idx="1989">
                  <c:v>3.5</c:v>
                </c:pt>
                <c:pt idx="1990">
                  <c:v>3.5</c:v>
                </c:pt>
                <c:pt idx="1991">
                  <c:v>3.5</c:v>
                </c:pt>
                <c:pt idx="1992">
                  <c:v>3.5</c:v>
                </c:pt>
                <c:pt idx="1993">
                  <c:v>3.5</c:v>
                </c:pt>
                <c:pt idx="1994">
                  <c:v>3.5</c:v>
                </c:pt>
                <c:pt idx="1995">
                  <c:v>3.5</c:v>
                </c:pt>
                <c:pt idx="1996">
                  <c:v>3.5</c:v>
                </c:pt>
                <c:pt idx="1997">
                  <c:v>3.5</c:v>
                </c:pt>
                <c:pt idx="1998">
                  <c:v>3.5</c:v>
                </c:pt>
                <c:pt idx="1999">
                  <c:v>3.5</c:v>
                </c:pt>
                <c:pt idx="2000">
                  <c:v>3.5</c:v>
                </c:pt>
                <c:pt idx="2001">
                  <c:v>3.5</c:v>
                </c:pt>
                <c:pt idx="2002">
                  <c:v>3.5</c:v>
                </c:pt>
                <c:pt idx="2003">
                  <c:v>3.5</c:v>
                </c:pt>
                <c:pt idx="2004">
                  <c:v>3.5</c:v>
                </c:pt>
                <c:pt idx="2005">
                  <c:v>3.5</c:v>
                </c:pt>
                <c:pt idx="2006">
                  <c:v>3.5</c:v>
                </c:pt>
                <c:pt idx="2007">
                  <c:v>3.5</c:v>
                </c:pt>
                <c:pt idx="2008">
                  <c:v>3.5</c:v>
                </c:pt>
                <c:pt idx="2009">
                  <c:v>3.5</c:v>
                </c:pt>
                <c:pt idx="2010">
                  <c:v>3.5</c:v>
                </c:pt>
                <c:pt idx="2011">
                  <c:v>3.5</c:v>
                </c:pt>
                <c:pt idx="2012">
                  <c:v>3.5</c:v>
                </c:pt>
                <c:pt idx="2013">
                  <c:v>3.5</c:v>
                </c:pt>
                <c:pt idx="2014">
                  <c:v>3.5</c:v>
                </c:pt>
                <c:pt idx="2015">
                  <c:v>3.5</c:v>
                </c:pt>
                <c:pt idx="2016">
                  <c:v>3.5</c:v>
                </c:pt>
                <c:pt idx="2017">
                  <c:v>3.5</c:v>
                </c:pt>
                <c:pt idx="2018">
                  <c:v>3.5</c:v>
                </c:pt>
                <c:pt idx="2019">
                  <c:v>3.5</c:v>
                </c:pt>
                <c:pt idx="2020">
                  <c:v>3.5</c:v>
                </c:pt>
                <c:pt idx="2021">
                  <c:v>3.5</c:v>
                </c:pt>
                <c:pt idx="2022">
                  <c:v>3.5</c:v>
                </c:pt>
                <c:pt idx="2023">
                  <c:v>3.5</c:v>
                </c:pt>
                <c:pt idx="2024">
                  <c:v>3.5</c:v>
                </c:pt>
                <c:pt idx="2025">
                  <c:v>3.5</c:v>
                </c:pt>
                <c:pt idx="2026">
                  <c:v>3.5</c:v>
                </c:pt>
                <c:pt idx="2027">
                  <c:v>3.5</c:v>
                </c:pt>
                <c:pt idx="2028">
                  <c:v>3.5</c:v>
                </c:pt>
                <c:pt idx="2029">
                  <c:v>3.5</c:v>
                </c:pt>
                <c:pt idx="2030">
                  <c:v>3.5</c:v>
                </c:pt>
                <c:pt idx="2031">
                  <c:v>3.5</c:v>
                </c:pt>
                <c:pt idx="2032">
                  <c:v>3.5</c:v>
                </c:pt>
                <c:pt idx="2033">
                  <c:v>3.5</c:v>
                </c:pt>
                <c:pt idx="2034">
                  <c:v>3.5</c:v>
                </c:pt>
                <c:pt idx="2035">
                  <c:v>3.5</c:v>
                </c:pt>
                <c:pt idx="2036">
                  <c:v>3.5</c:v>
                </c:pt>
                <c:pt idx="2037">
                  <c:v>3.5</c:v>
                </c:pt>
                <c:pt idx="2038">
                  <c:v>3.5</c:v>
                </c:pt>
                <c:pt idx="2039">
                  <c:v>3.5</c:v>
                </c:pt>
                <c:pt idx="2040">
                  <c:v>3.5</c:v>
                </c:pt>
                <c:pt idx="2041">
                  <c:v>3.5</c:v>
                </c:pt>
                <c:pt idx="2042">
                  <c:v>3.5</c:v>
                </c:pt>
                <c:pt idx="2043">
                  <c:v>3.5</c:v>
                </c:pt>
                <c:pt idx="2044">
                  <c:v>3.5</c:v>
                </c:pt>
                <c:pt idx="2045">
                  <c:v>3.5</c:v>
                </c:pt>
                <c:pt idx="2046">
                  <c:v>3.5</c:v>
                </c:pt>
                <c:pt idx="2047">
                  <c:v>3.5</c:v>
                </c:pt>
                <c:pt idx="2048">
                  <c:v>3.5</c:v>
                </c:pt>
                <c:pt idx="2049">
                  <c:v>3.5</c:v>
                </c:pt>
                <c:pt idx="2050">
                  <c:v>3.5</c:v>
                </c:pt>
                <c:pt idx="2051">
                  <c:v>3.5</c:v>
                </c:pt>
                <c:pt idx="2052">
                  <c:v>3.5</c:v>
                </c:pt>
                <c:pt idx="2053">
                  <c:v>3.5</c:v>
                </c:pt>
                <c:pt idx="2054">
                  <c:v>3.5</c:v>
                </c:pt>
                <c:pt idx="2055">
                  <c:v>3.5</c:v>
                </c:pt>
                <c:pt idx="2056">
                  <c:v>3.5</c:v>
                </c:pt>
                <c:pt idx="2057">
                  <c:v>3.5</c:v>
                </c:pt>
                <c:pt idx="2058">
                  <c:v>3.5</c:v>
                </c:pt>
                <c:pt idx="2059">
                  <c:v>3.5</c:v>
                </c:pt>
                <c:pt idx="2060">
                  <c:v>3.5</c:v>
                </c:pt>
                <c:pt idx="2061">
                  <c:v>3.5</c:v>
                </c:pt>
                <c:pt idx="2062">
                  <c:v>3.5</c:v>
                </c:pt>
                <c:pt idx="2063">
                  <c:v>3.5</c:v>
                </c:pt>
                <c:pt idx="2064">
                  <c:v>3.5</c:v>
                </c:pt>
                <c:pt idx="2065">
                  <c:v>3.5</c:v>
                </c:pt>
                <c:pt idx="2066">
                  <c:v>3.5</c:v>
                </c:pt>
                <c:pt idx="2067">
                  <c:v>3.5</c:v>
                </c:pt>
                <c:pt idx="2068">
                  <c:v>3.5</c:v>
                </c:pt>
                <c:pt idx="2069">
                  <c:v>3.5</c:v>
                </c:pt>
                <c:pt idx="2070">
                  <c:v>3.5</c:v>
                </c:pt>
                <c:pt idx="2071">
                  <c:v>3.5</c:v>
                </c:pt>
                <c:pt idx="2072">
                  <c:v>3.5</c:v>
                </c:pt>
                <c:pt idx="2073">
                  <c:v>3.5</c:v>
                </c:pt>
                <c:pt idx="2074">
                  <c:v>3.5</c:v>
                </c:pt>
                <c:pt idx="2075">
                  <c:v>3.5</c:v>
                </c:pt>
                <c:pt idx="2076">
                  <c:v>3.5</c:v>
                </c:pt>
                <c:pt idx="2077">
                  <c:v>3.5</c:v>
                </c:pt>
                <c:pt idx="2078">
                  <c:v>3.5</c:v>
                </c:pt>
                <c:pt idx="2079">
                  <c:v>3.5</c:v>
                </c:pt>
                <c:pt idx="2080">
                  <c:v>3.5</c:v>
                </c:pt>
                <c:pt idx="2081">
                  <c:v>3.5</c:v>
                </c:pt>
                <c:pt idx="2082">
                  <c:v>3.5</c:v>
                </c:pt>
                <c:pt idx="2083">
                  <c:v>3.5</c:v>
                </c:pt>
                <c:pt idx="2084">
                  <c:v>3.5</c:v>
                </c:pt>
                <c:pt idx="2085">
                  <c:v>3.5</c:v>
                </c:pt>
                <c:pt idx="2086">
                  <c:v>3.5</c:v>
                </c:pt>
                <c:pt idx="2087">
                  <c:v>3.5</c:v>
                </c:pt>
                <c:pt idx="2088">
                  <c:v>3.5</c:v>
                </c:pt>
                <c:pt idx="2089">
                  <c:v>3.5</c:v>
                </c:pt>
                <c:pt idx="2090">
                  <c:v>3.5</c:v>
                </c:pt>
                <c:pt idx="2091">
                  <c:v>3.5</c:v>
                </c:pt>
                <c:pt idx="2092">
                  <c:v>3.5</c:v>
                </c:pt>
                <c:pt idx="2093">
                  <c:v>3.5</c:v>
                </c:pt>
                <c:pt idx="2094">
                  <c:v>3.5</c:v>
                </c:pt>
                <c:pt idx="2095">
                  <c:v>3.5</c:v>
                </c:pt>
                <c:pt idx="2096">
                  <c:v>3.5</c:v>
                </c:pt>
                <c:pt idx="2097">
                  <c:v>3.5</c:v>
                </c:pt>
                <c:pt idx="2098">
                  <c:v>3.5</c:v>
                </c:pt>
                <c:pt idx="2099">
                  <c:v>3.5</c:v>
                </c:pt>
                <c:pt idx="2100">
                  <c:v>3.5</c:v>
                </c:pt>
                <c:pt idx="2101">
                  <c:v>3.5</c:v>
                </c:pt>
                <c:pt idx="2102">
                  <c:v>3.5</c:v>
                </c:pt>
                <c:pt idx="2103">
                  <c:v>3.5</c:v>
                </c:pt>
                <c:pt idx="2104">
                  <c:v>3.5</c:v>
                </c:pt>
                <c:pt idx="2105">
                  <c:v>3.5</c:v>
                </c:pt>
                <c:pt idx="2106">
                  <c:v>3.5</c:v>
                </c:pt>
                <c:pt idx="2107">
                  <c:v>3.5</c:v>
                </c:pt>
                <c:pt idx="2108">
                  <c:v>3.5</c:v>
                </c:pt>
                <c:pt idx="2109">
                  <c:v>3.5</c:v>
                </c:pt>
                <c:pt idx="2110">
                  <c:v>3.5</c:v>
                </c:pt>
                <c:pt idx="2111">
                  <c:v>3.5</c:v>
                </c:pt>
                <c:pt idx="2112">
                  <c:v>3.5</c:v>
                </c:pt>
                <c:pt idx="2113">
                  <c:v>3.5</c:v>
                </c:pt>
                <c:pt idx="2114">
                  <c:v>3.5</c:v>
                </c:pt>
                <c:pt idx="2115">
                  <c:v>3.5</c:v>
                </c:pt>
                <c:pt idx="2116">
                  <c:v>3.5</c:v>
                </c:pt>
                <c:pt idx="2117">
                  <c:v>3.5</c:v>
                </c:pt>
                <c:pt idx="2118">
                  <c:v>3.5</c:v>
                </c:pt>
                <c:pt idx="2119">
                  <c:v>3.5</c:v>
                </c:pt>
                <c:pt idx="2120">
                  <c:v>3.5</c:v>
                </c:pt>
                <c:pt idx="2121">
                  <c:v>3.5</c:v>
                </c:pt>
                <c:pt idx="2122">
                  <c:v>3.5</c:v>
                </c:pt>
                <c:pt idx="2123">
                  <c:v>3.5</c:v>
                </c:pt>
                <c:pt idx="2124">
                  <c:v>3.5</c:v>
                </c:pt>
                <c:pt idx="2125">
                  <c:v>3.5</c:v>
                </c:pt>
                <c:pt idx="2126">
                  <c:v>3.5</c:v>
                </c:pt>
                <c:pt idx="2127">
                  <c:v>3.5</c:v>
                </c:pt>
                <c:pt idx="2128">
                  <c:v>3.5</c:v>
                </c:pt>
                <c:pt idx="2129">
                  <c:v>3.5</c:v>
                </c:pt>
                <c:pt idx="2130">
                  <c:v>3.5</c:v>
                </c:pt>
                <c:pt idx="2131">
                  <c:v>3.5</c:v>
                </c:pt>
                <c:pt idx="2132">
                  <c:v>3.5</c:v>
                </c:pt>
                <c:pt idx="2133">
                  <c:v>3.5</c:v>
                </c:pt>
                <c:pt idx="2134">
                  <c:v>3.5</c:v>
                </c:pt>
                <c:pt idx="2135">
                  <c:v>3.5</c:v>
                </c:pt>
                <c:pt idx="2136">
                  <c:v>3.5</c:v>
                </c:pt>
                <c:pt idx="2137">
                  <c:v>3.5</c:v>
                </c:pt>
                <c:pt idx="2138">
                  <c:v>3.5</c:v>
                </c:pt>
                <c:pt idx="2139">
                  <c:v>3.5</c:v>
                </c:pt>
                <c:pt idx="2140">
                  <c:v>3.5</c:v>
                </c:pt>
                <c:pt idx="2141">
                  <c:v>3.5</c:v>
                </c:pt>
                <c:pt idx="2142">
                  <c:v>3.5</c:v>
                </c:pt>
                <c:pt idx="2143">
                  <c:v>3.5</c:v>
                </c:pt>
                <c:pt idx="2144">
                  <c:v>3.5</c:v>
                </c:pt>
                <c:pt idx="2145">
                  <c:v>3.5</c:v>
                </c:pt>
                <c:pt idx="2146">
                  <c:v>3.5</c:v>
                </c:pt>
                <c:pt idx="2147">
                  <c:v>3.5</c:v>
                </c:pt>
                <c:pt idx="2148">
                  <c:v>3.5</c:v>
                </c:pt>
                <c:pt idx="2149">
                  <c:v>3.5</c:v>
                </c:pt>
                <c:pt idx="2150">
                  <c:v>3.5</c:v>
                </c:pt>
                <c:pt idx="2151">
                  <c:v>3.5</c:v>
                </c:pt>
                <c:pt idx="2152">
                  <c:v>3.5</c:v>
                </c:pt>
                <c:pt idx="2153">
                  <c:v>3.5</c:v>
                </c:pt>
                <c:pt idx="2154">
                  <c:v>3.5</c:v>
                </c:pt>
                <c:pt idx="2155">
                  <c:v>3.5</c:v>
                </c:pt>
                <c:pt idx="2156">
                  <c:v>3.5</c:v>
                </c:pt>
                <c:pt idx="2157">
                  <c:v>3.5</c:v>
                </c:pt>
                <c:pt idx="2158">
                  <c:v>3.5</c:v>
                </c:pt>
                <c:pt idx="2159">
                  <c:v>3.5</c:v>
                </c:pt>
                <c:pt idx="2160">
                  <c:v>3.5</c:v>
                </c:pt>
                <c:pt idx="2161">
                  <c:v>3.5</c:v>
                </c:pt>
                <c:pt idx="2162">
                  <c:v>3.5</c:v>
                </c:pt>
                <c:pt idx="2163">
                  <c:v>3.5</c:v>
                </c:pt>
                <c:pt idx="2164">
                  <c:v>3.5</c:v>
                </c:pt>
                <c:pt idx="2165">
                  <c:v>3.5</c:v>
                </c:pt>
                <c:pt idx="2166">
                  <c:v>3.5</c:v>
                </c:pt>
                <c:pt idx="2167">
                  <c:v>3.5</c:v>
                </c:pt>
                <c:pt idx="2168">
                  <c:v>3.5</c:v>
                </c:pt>
                <c:pt idx="2169">
                  <c:v>3.5</c:v>
                </c:pt>
                <c:pt idx="2170">
                  <c:v>3.5</c:v>
                </c:pt>
                <c:pt idx="2171">
                  <c:v>3.5</c:v>
                </c:pt>
                <c:pt idx="2172">
                  <c:v>3.5</c:v>
                </c:pt>
                <c:pt idx="2173">
                  <c:v>3.5</c:v>
                </c:pt>
                <c:pt idx="2174">
                  <c:v>3.5</c:v>
                </c:pt>
                <c:pt idx="2175">
                  <c:v>3.5</c:v>
                </c:pt>
                <c:pt idx="2176">
                  <c:v>3.5</c:v>
                </c:pt>
                <c:pt idx="2177">
                  <c:v>3.5</c:v>
                </c:pt>
                <c:pt idx="2178">
                  <c:v>3.5</c:v>
                </c:pt>
                <c:pt idx="2179">
                  <c:v>3.5</c:v>
                </c:pt>
                <c:pt idx="2180">
                  <c:v>3.5</c:v>
                </c:pt>
                <c:pt idx="2181">
                  <c:v>3.5</c:v>
                </c:pt>
                <c:pt idx="2182">
                  <c:v>3.5</c:v>
                </c:pt>
                <c:pt idx="2183">
                  <c:v>3.5</c:v>
                </c:pt>
                <c:pt idx="2184">
                  <c:v>3.5</c:v>
                </c:pt>
                <c:pt idx="2185">
                  <c:v>3.5</c:v>
                </c:pt>
                <c:pt idx="2186">
                  <c:v>3.5</c:v>
                </c:pt>
                <c:pt idx="2187">
                  <c:v>3.5</c:v>
                </c:pt>
                <c:pt idx="2188">
                  <c:v>3.5</c:v>
                </c:pt>
                <c:pt idx="2189">
                  <c:v>3.5</c:v>
                </c:pt>
                <c:pt idx="2190">
                  <c:v>3.5</c:v>
                </c:pt>
                <c:pt idx="2191">
                  <c:v>3.5</c:v>
                </c:pt>
                <c:pt idx="2192">
                  <c:v>3.5</c:v>
                </c:pt>
                <c:pt idx="2193">
                  <c:v>3.5</c:v>
                </c:pt>
                <c:pt idx="2194">
                  <c:v>3.5</c:v>
                </c:pt>
                <c:pt idx="2195">
                  <c:v>3.5</c:v>
                </c:pt>
                <c:pt idx="2196">
                  <c:v>3.5</c:v>
                </c:pt>
                <c:pt idx="2197">
                  <c:v>3.5</c:v>
                </c:pt>
                <c:pt idx="2198">
                  <c:v>3.5</c:v>
                </c:pt>
                <c:pt idx="2199">
                  <c:v>3.5</c:v>
                </c:pt>
                <c:pt idx="2200">
                  <c:v>3.5</c:v>
                </c:pt>
                <c:pt idx="2201">
                  <c:v>3.5</c:v>
                </c:pt>
                <c:pt idx="2202">
                  <c:v>3.5</c:v>
                </c:pt>
                <c:pt idx="2203">
                  <c:v>3.5</c:v>
                </c:pt>
                <c:pt idx="2204">
                  <c:v>3.5</c:v>
                </c:pt>
                <c:pt idx="2205">
                  <c:v>3.5</c:v>
                </c:pt>
                <c:pt idx="2206">
                  <c:v>3.5</c:v>
                </c:pt>
                <c:pt idx="2207">
                  <c:v>3.5</c:v>
                </c:pt>
                <c:pt idx="2208">
                  <c:v>3.5</c:v>
                </c:pt>
                <c:pt idx="2209">
                  <c:v>3.5</c:v>
                </c:pt>
                <c:pt idx="2210">
                  <c:v>3.5</c:v>
                </c:pt>
                <c:pt idx="2211">
                  <c:v>3.5</c:v>
                </c:pt>
                <c:pt idx="2212">
                  <c:v>3.5</c:v>
                </c:pt>
                <c:pt idx="2213">
                  <c:v>3.5</c:v>
                </c:pt>
                <c:pt idx="2214">
                  <c:v>3.5</c:v>
                </c:pt>
                <c:pt idx="2215">
                  <c:v>3.5</c:v>
                </c:pt>
                <c:pt idx="2216">
                  <c:v>3.5</c:v>
                </c:pt>
                <c:pt idx="2217">
                  <c:v>3.5</c:v>
                </c:pt>
                <c:pt idx="2218">
                  <c:v>3.5</c:v>
                </c:pt>
                <c:pt idx="2219">
                  <c:v>3.5</c:v>
                </c:pt>
                <c:pt idx="2220">
                  <c:v>3.5</c:v>
                </c:pt>
                <c:pt idx="2221">
                  <c:v>3.5</c:v>
                </c:pt>
                <c:pt idx="2222">
                  <c:v>3.5</c:v>
                </c:pt>
                <c:pt idx="2223">
                  <c:v>3.5</c:v>
                </c:pt>
                <c:pt idx="2224">
                  <c:v>3.5</c:v>
                </c:pt>
                <c:pt idx="2225">
                  <c:v>3.5</c:v>
                </c:pt>
                <c:pt idx="2226">
                  <c:v>3.5</c:v>
                </c:pt>
                <c:pt idx="2227">
                  <c:v>3.5</c:v>
                </c:pt>
                <c:pt idx="2228">
                  <c:v>3.5</c:v>
                </c:pt>
                <c:pt idx="2229">
                  <c:v>3.5</c:v>
                </c:pt>
                <c:pt idx="2230">
                  <c:v>3.5</c:v>
                </c:pt>
                <c:pt idx="2231">
                  <c:v>3.5</c:v>
                </c:pt>
                <c:pt idx="2232">
                  <c:v>3.5</c:v>
                </c:pt>
                <c:pt idx="2233">
                  <c:v>3.5</c:v>
                </c:pt>
                <c:pt idx="2234">
                  <c:v>3.5</c:v>
                </c:pt>
                <c:pt idx="2235">
                  <c:v>3.5</c:v>
                </c:pt>
                <c:pt idx="2236">
                  <c:v>3.5</c:v>
                </c:pt>
                <c:pt idx="2237">
                  <c:v>3.5</c:v>
                </c:pt>
                <c:pt idx="2238">
                  <c:v>3.75</c:v>
                </c:pt>
                <c:pt idx="2239">
                  <c:v>3.75</c:v>
                </c:pt>
                <c:pt idx="2240">
                  <c:v>3.75</c:v>
                </c:pt>
                <c:pt idx="2241">
                  <c:v>3.75</c:v>
                </c:pt>
                <c:pt idx="2242">
                  <c:v>3.75</c:v>
                </c:pt>
                <c:pt idx="2243">
                  <c:v>3.75</c:v>
                </c:pt>
                <c:pt idx="2244">
                  <c:v>3.75</c:v>
                </c:pt>
                <c:pt idx="2245">
                  <c:v>3.75</c:v>
                </c:pt>
                <c:pt idx="2246">
                  <c:v>3.75</c:v>
                </c:pt>
                <c:pt idx="2247">
                  <c:v>3.75</c:v>
                </c:pt>
                <c:pt idx="2248">
                  <c:v>3.75</c:v>
                </c:pt>
                <c:pt idx="2249">
                  <c:v>3.75</c:v>
                </c:pt>
                <c:pt idx="2250">
                  <c:v>3.75</c:v>
                </c:pt>
                <c:pt idx="2251">
                  <c:v>3.75</c:v>
                </c:pt>
                <c:pt idx="2252">
                  <c:v>3.75</c:v>
                </c:pt>
                <c:pt idx="2253">
                  <c:v>3.75</c:v>
                </c:pt>
                <c:pt idx="2254">
                  <c:v>3.75</c:v>
                </c:pt>
                <c:pt idx="2255">
                  <c:v>3.75</c:v>
                </c:pt>
                <c:pt idx="2256">
                  <c:v>3.75</c:v>
                </c:pt>
                <c:pt idx="2257">
                  <c:v>3.75</c:v>
                </c:pt>
                <c:pt idx="2258">
                  <c:v>3.75</c:v>
                </c:pt>
                <c:pt idx="2259">
                  <c:v>3.75</c:v>
                </c:pt>
                <c:pt idx="2260">
                  <c:v>3.75</c:v>
                </c:pt>
                <c:pt idx="2261">
                  <c:v>3.75</c:v>
                </c:pt>
                <c:pt idx="2262">
                  <c:v>3.75</c:v>
                </c:pt>
                <c:pt idx="2263">
                  <c:v>3.75</c:v>
                </c:pt>
                <c:pt idx="2264">
                  <c:v>3.75</c:v>
                </c:pt>
                <c:pt idx="2265">
                  <c:v>3.75</c:v>
                </c:pt>
                <c:pt idx="2266">
                  <c:v>3.75</c:v>
                </c:pt>
                <c:pt idx="2267">
                  <c:v>3.75</c:v>
                </c:pt>
                <c:pt idx="2268">
                  <c:v>4</c:v>
                </c:pt>
                <c:pt idx="2269">
                  <c:v>4</c:v>
                </c:pt>
                <c:pt idx="2270">
                  <c:v>4</c:v>
                </c:pt>
                <c:pt idx="2271">
                  <c:v>4</c:v>
                </c:pt>
                <c:pt idx="2272">
                  <c:v>4</c:v>
                </c:pt>
                <c:pt idx="2273">
                  <c:v>4</c:v>
                </c:pt>
                <c:pt idx="2274">
                  <c:v>4</c:v>
                </c:pt>
                <c:pt idx="2275">
                  <c:v>4</c:v>
                </c:pt>
                <c:pt idx="2276">
                  <c:v>4</c:v>
                </c:pt>
                <c:pt idx="2277">
                  <c:v>4</c:v>
                </c:pt>
                <c:pt idx="2278">
                  <c:v>4</c:v>
                </c:pt>
                <c:pt idx="2279">
                  <c:v>4</c:v>
                </c:pt>
                <c:pt idx="2280">
                  <c:v>4</c:v>
                </c:pt>
                <c:pt idx="2281">
                  <c:v>4</c:v>
                </c:pt>
                <c:pt idx="2282">
                  <c:v>4</c:v>
                </c:pt>
                <c:pt idx="2283">
                  <c:v>4</c:v>
                </c:pt>
                <c:pt idx="2284">
                  <c:v>4</c:v>
                </c:pt>
                <c:pt idx="2285">
                  <c:v>4</c:v>
                </c:pt>
                <c:pt idx="2286">
                  <c:v>4</c:v>
                </c:pt>
                <c:pt idx="2287">
                  <c:v>4</c:v>
                </c:pt>
                <c:pt idx="2288">
                  <c:v>4</c:v>
                </c:pt>
                <c:pt idx="2289">
                  <c:v>4</c:v>
                </c:pt>
                <c:pt idx="2290">
                  <c:v>4</c:v>
                </c:pt>
                <c:pt idx="2291">
                  <c:v>4</c:v>
                </c:pt>
                <c:pt idx="2292">
                  <c:v>4</c:v>
                </c:pt>
                <c:pt idx="2293">
                  <c:v>4</c:v>
                </c:pt>
                <c:pt idx="2294">
                  <c:v>4</c:v>
                </c:pt>
                <c:pt idx="2295">
                  <c:v>4</c:v>
                </c:pt>
                <c:pt idx="2296">
                  <c:v>4</c:v>
                </c:pt>
                <c:pt idx="2297">
                  <c:v>4</c:v>
                </c:pt>
                <c:pt idx="2298">
                  <c:v>4</c:v>
                </c:pt>
                <c:pt idx="2299">
                  <c:v>4</c:v>
                </c:pt>
                <c:pt idx="2300">
                  <c:v>4</c:v>
                </c:pt>
                <c:pt idx="2301">
                  <c:v>4</c:v>
                </c:pt>
                <c:pt idx="2302">
                  <c:v>4</c:v>
                </c:pt>
                <c:pt idx="2303">
                  <c:v>4</c:v>
                </c:pt>
                <c:pt idx="2304">
                  <c:v>4</c:v>
                </c:pt>
                <c:pt idx="2305">
                  <c:v>4</c:v>
                </c:pt>
                <c:pt idx="2306">
                  <c:v>4</c:v>
                </c:pt>
                <c:pt idx="2307">
                  <c:v>4</c:v>
                </c:pt>
                <c:pt idx="2308">
                  <c:v>4</c:v>
                </c:pt>
                <c:pt idx="2309">
                  <c:v>4</c:v>
                </c:pt>
                <c:pt idx="2310">
                  <c:v>4</c:v>
                </c:pt>
                <c:pt idx="2311">
                  <c:v>4</c:v>
                </c:pt>
                <c:pt idx="2312">
                  <c:v>4</c:v>
                </c:pt>
                <c:pt idx="2313">
                  <c:v>4</c:v>
                </c:pt>
                <c:pt idx="2314">
                  <c:v>4</c:v>
                </c:pt>
                <c:pt idx="2315">
                  <c:v>4</c:v>
                </c:pt>
                <c:pt idx="2316">
                  <c:v>4</c:v>
                </c:pt>
                <c:pt idx="2317">
                  <c:v>4</c:v>
                </c:pt>
                <c:pt idx="2318">
                  <c:v>4</c:v>
                </c:pt>
                <c:pt idx="2319">
                  <c:v>4</c:v>
                </c:pt>
                <c:pt idx="2320">
                  <c:v>4</c:v>
                </c:pt>
                <c:pt idx="2321">
                  <c:v>4</c:v>
                </c:pt>
                <c:pt idx="2322">
                  <c:v>4</c:v>
                </c:pt>
                <c:pt idx="2323">
                  <c:v>4</c:v>
                </c:pt>
                <c:pt idx="2324">
                  <c:v>4</c:v>
                </c:pt>
                <c:pt idx="2325">
                  <c:v>4</c:v>
                </c:pt>
                <c:pt idx="2326">
                  <c:v>4</c:v>
                </c:pt>
                <c:pt idx="2327">
                  <c:v>4</c:v>
                </c:pt>
                <c:pt idx="2328">
                  <c:v>4</c:v>
                </c:pt>
                <c:pt idx="2329">
                  <c:v>4</c:v>
                </c:pt>
                <c:pt idx="2330">
                  <c:v>4</c:v>
                </c:pt>
                <c:pt idx="2331">
                  <c:v>4</c:v>
                </c:pt>
                <c:pt idx="2332">
                  <c:v>4</c:v>
                </c:pt>
                <c:pt idx="2333">
                  <c:v>4</c:v>
                </c:pt>
                <c:pt idx="2334">
                  <c:v>4</c:v>
                </c:pt>
                <c:pt idx="2335">
                  <c:v>4</c:v>
                </c:pt>
                <c:pt idx="2336">
                  <c:v>4</c:v>
                </c:pt>
                <c:pt idx="2337">
                  <c:v>4</c:v>
                </c:pt>
                <c:pt idx="2338">
                  <c:v>4</c:v>
                </c:pt>
                <c:pt idx="2339">
                  <c:v>4</c:v>
                </c:pt>
                <c:pt idx="2340">
                  <c:v>4</c:v>
                </c:pt>
                <c:pt idx="2341">
                  <c:v>4</c:v>
                </c:pt>
                <c:pt idx="2342">
                  <c:v>4</c:v>
                </c:pt>
                <c:pt idx="2343">
                  <c:v>4</c:v>
                </c:pt>
                <c:pt idx="2344">
                  <c:v>4</c:v>
                </c:pt>
                <c:pt idx="2345">
                  <c:v>4</c:v>
                </c:pt>
                <c:pt idx="2346">
                  <c:v>4</c:v>
                </c:pt>
                <c:pt idx="2347">
                  <c:v>4</c:v>
                </c:pt>
                <c:pt idx="2348">
                  <c:v>4</c:v>
                </c:pt>
                <c:pt idx="2349">
                  <c:v>4</c:v>
                </c:pt>
                <c:pt idx="2350">
                  <c:v>4</c:v>
                </c:pt>
                <c:pt idx="2351">
                  <c:v>4</c:v>
                </c:pt>
                <c:pt idx="2352">
                  <c:v>4</c:v>
                </c:pt>
                <c:pt idx="2353">
                  <c:v>4</c:v>
                </c:pt>
                <c:pt idx="2354">
                  <c:v>4</c:v>
                </c:pt>
                <c:pt idx="2355">
                  <c:v>4</c:v>
                </c:pt>
                <c:pt idx="2356">
                  <c:v>4</c:v>
                </c:pt>
                <c:pt idx="2357">
                  <c:v>4</c:v>
                </c:pt>
                <c:pt idx="2358">
                  <c:v>4</c:v>
                </c:pt>
                <c:pt idx="2359">
                  <c:v>4</c:v>
                </c:pt>
                <c:pt idx="2360">
                  <c:v>4</c:v>
                </c:pt>
                <c:pt idx="2361">
                  <c:v>4</c:v>
                </c:pt>
                <c:pt idx="2362">
                  <c:v>4</c:v>
                </c:pt>
                <c:pt idx="2363">
                  <c:v>4</c:v>
                </c:pt>
                <c:pt idx="2364">
                  <c:v>4</c:v>
                </c:pt>
                <c:pt idx="2365">
                  <c:v>4</c:v>
                </c:pt>
                <c:pt idx="2366">
                  <c:v>4</c:v>
                </c:pt>
                <c:pt idx="2367">
                  <c:v>4</c:v>
                </c:pt>
                <c:pt idx="2368">
                  <c:v>4</c:v>
                </c:pt>
                <c:pt idx="2369">
                  <c:v>4</c:v>
                </c:pt>
                <c:pt idx="2370">
                  <c:v>4</c:v>
                </c:pt>
                <c:pt idx="2371">
                  <c:v>4</c:v>
                </c:pt>
                <c:pt idx="2372">
                  <c:v>4</c:v>
                </c:pt>
                <c:pt idx="2373">
                  <c:v>4</c:v>
                </c:pt>
                <c:pt idx="2374">
                  <c:v>4</c:v>
                </c:pt>
                <c:pt idx="2375">
                  <c:v>4</c:v>
                </c:pt>
                <c:pt idx="2376">
                  <c:v>4</c:v>
                </c:pt>
                <c:pt idx="2377">
                  <c:v>4</c:v>
                </c:pt>
                <c:pt idx="2378">
                  <c:v>4</c:v>
                </c:pt>
                <c:pt idx="2379">
                  <c:v>4</c:v>
                </c:pt>
                <c:pt idx="2380">
                  <c:v>4</c:v>
                </c:pt>
                <c:pt idx="2381">
                  <c:v>4</c:v>
                </c:pt>
                <c:pt idx="2382">
                  <c:v>4</c:v>
                </c:pt>
                <c:pt idx="2383">
                  <c:v>4</c:v>
                </c:pt>
                <c:pt idx="2384">
                  <c:v>4</c:v>
                </c:pt>
                <c:pt idx="2385">
                  <c:v>4</c:v>
                </c:pt>
                <c:pt idx="2386">
                  <c:v>4</c:v>
                </c:pt>
                <c:pt idx="2387">
                  <c:v>4</c:v>
                </c:pt>
                <c:pt idx="2388">
                  <c:v>4</c:v>
                </c:pt>
                <c:pt idx="2389">
                  <c:v>4</c:v>
                </c:pt>
                <c:pt idx="2390">
                  <c:v>4</c:v>
                </c:pt>
                <c:pt idx="2391">
                  <c:v>4</c:v>
                </c:pt>
                <c:pt idx="2392">
                  <c:v>4</c:v>
                </c:pt>
                <c:pt idx="2393">
                  <c:v>4</c:v>
                </c:pt>
                <c:pt idx="2394">
                  <c:v>4</c:v>
                </c:pt>
                <c:pt idx="2395">
                  <c:v>4</c:v>
                </c:pt>
                <c:pt idx="2396">
                  <c:v>4</c:v>
                </c:pt>
                <c:pt idx="2397">
                  <c:v>4</c:v>
                </c:pt>
                <c:pt idx="2398">
                  <c:v>4</c:v>
                </c:pt>
                <c:pt idx="2399">
                  <c:v>4</c:v>
                </c:pt>
                <c:pt idx="2400">
                  <c:v>4</c:v>
                </c:pt>
                <c:pt idx="2401">
                  <c:v>4</c:v>
                </c:pt>
                <c:pt idx="2402">
                  <c:v>4</c:v>
                </c:pt>
                <c:pt idx="2403">
                  <c:v>4</c:v>
                </c:pt>
                <c:pt idx="2404">
                  <c:v>4</c:v>
                </c:pt>
                <c:pt idx="2405">
                  <c:v>4</c:v>
                </c:pt>
                <c:pt idx="2406">
                  <c:v>4</c:v>
                </c:pt>
                <c:pt idx="2407">
                  <c:v>4</c:v>
                </c:pt>
                <c:pt idx="2408">
                  <c:v>4</c:v>
                </c:pt>
                <c:pt idx="2409">
                  <c:v>4</c:v>
                </c:pt>
                <c:pt idx="2410">
                  <c:v>4</c:v>
                </c:pt>
                <c:pt idx="2411">
                  <c:v>4</c:v>
                </c:pt>
                <c:pt idx="2412">
                  <c:v>4</c:v>
                </c:pt>
                <c:pt idx="2413">
                  <c:v>4</c:v>
                </c:pt>
                <c:pt idx="2414">
                  <c:v>4</c:v>
                </c:pt>
                <c:pt idx="2415">
                  <c:v>4</c:v>
                </c:pt>
                <c:pt idx="2416">
                  <c:v>4</c:v>
                </c:pt>
                <c:pt idx="2417">
                  <c:v>4</c:v>
                </c:pt>
                <c:pt idx="2418">
                  <c:v>4</c:v>
                </c:pt>
                <c:pt idx="2419">
                  <c:v>4</c:v>
                </c:pt>
                <c:pt idx="2420">
                  <c:v>4</c:v>
                </c:pt>
                <c:pt idx="2421">
                  <c:v>4</c:v>
                </c:pt>
                <c:pt idx="2422">
                  <c:v>4</c:v>
                </c:pt>
                <c:pt idx="2423">
                  <c:v>4</c:v>
                </c:pt>
                <c:pt idx="2424">
                  <c:v>4</c:v>
                </c:pt>
                <c:pt idx="2425">
                  <c:v>4</c:v>
                </c:pt>
                <c:pt idx="2426">
                  <c:v>4</c:v>
                </c:pt>
                <c:pt idx="2427">
                  <c:v>4</c:v>
                </c:pt>
                <c:pt idx="2428">
                  <c:v>4</c:v>
                </c:pt>
                <c:pt idx="2429">
                  <c:v>4</c:v>
                </c:pt>
                <c:pt idx="2430">
                  <c:v>4</c:v>
                </c:pt>
                <c:pt idx="2431">
                  <c:v>4</c:v>
                </c:pt>
                <c:pt idx="2432">
                  <c:v>4</c:v>
                </c:pt>
                <c:pt idx="2433">
                  <c:v>4</c:v>
                </c:pt>
                <c:pt idx="2434">
                  <c:v>4</c:v>
                </c:pt>
                <c:pt idx="2435">
                  <c:v>4</c:v>
                </c:pt>
                <c:pt idx="2436">
                  <c:v>4</c:v>
                </c:pt>
                <c:pt idx="2437">
                  <c:v>4</c:v>
                </c:pt>
                <c:pt idx="2438">
                  <c:v>4</c:v>
                </c:pt>
                <c:pt idx="2439">
                  <c:v>4</c:v>
                </c:pt>
                <c:pt idx="2440">
                  <c:v>4</c:v>
                </c:pt>
                <c:pt idx="2441">
                  <c:v>4</c:v>
                </c:pt>
                <c:pt idx="2442">
                  <c:v>4</c:v>
                </c:pt>
                <c:pt idx="2443">
                  <c:v>4</c:v>
                </c:pt>
                <c:pt idx="2444">
                  <c:v>4</c:v>
                </c:pt>
                <c:pt idx="2445">
                  <c:v>4</c:v>
                </c:pt>
                <c:pt idx="2446">
                  <c:v>4</c:v>
                </c:pt>
                <c:pt idx="2447">
                  <c:v>4</c:v>
                </c:pt>
                <c:pt idx="2448">
                  <c:v>4</c:v>
                </c:pt>
                <c:pt idx="2449">
                  <c:v>4</c:v>
                </c:pt>
                <c:pt idx="2450">
                  <c:v>4</c:v>
                </c:pt>
                <c:pt idx="2451">
                  <c:v>4</c:v>
                </c:pt>
                <c:pt idx="2452">
                  <c:v>4</c:v>
                </c:pt>
                <c:pt idx="2453">
                  <c:v>4</c:v>
                </c:pt>
                <c:pt idx="2454">
                  <c:v>4</c:v>
                </c:pt>
                <c:pt idx="2455">
                  <c:v>4</c:v>
                </c:pt>
                <c:pt idx="2456">
                  <c:v>4</c:v>
                </c:pt>
                <c:pt idx="2457">
                  <c:v>4</c:v>
                </c:pt>
                <c:pt idx="2458">
                  <c:v>4</c:v>
                </c:pt>
                <c:pt idx="2459">
                  <c:v>4</c:v>
                </c:pt>
                <c:pt idx="2460">
                  <c:v>4</c:v>
                </c:pt>
                <c:pt idx="2461">
                  <c:v>4</c:v>
                </c:pt>
                <c:pt idx="2462">
                  <c:v>4</c:v>
                </c:pt>
                <c:pt idx="2463">
                  <c:v>4</c:v>
                </c:pt>
                <c:pt idx="2464">
                  <c:v>4</c:v>
                </c:pt>
                <c:pt idx="2465">
                  <c:v>4</c:v>
                </c:pt>
                <c:pt idx="2466">
                  <c:v>4</c:v>
                </c:pt>
                <c:pt idx="2467">
                  <c:v>4</c:v>
                </c:pt>
                <c:pt idx="2468">
                  <c:v>4</c:v>
                </c:pt>
                <c:pt idx="2469">
                  <c:v>4</c:v>
                </c:pt>
                <c:pt idx="2470">
                  <c:v>4</c:v>
                </c:pt>
                <c:pt idx="2471">
                  <c:v>4</c:v>
                </c:pt>
                <c:pt idx="2472">
                  <c:v>4</c:v>
                </c:pt>
                <c:pt idx="2473">
                  <c:v>4</c:v>
                </c:pt>
                <c:pt idx="2474">
                  <c:v>4</c:v>
                </c:pt>
                <c:pt idx="2475">
                  <c:v>4</c:v>
                </c:pt>
                <c:pt idx="2476">
                  <c:v>4</c:v>
                </c:pt>
                <c:pt idx="2477">
                  <c:v>4</c:v>
                </c:pt>
                <c:pt idx="2478">
                  <c:v>4</c:v>
                </c:pt>
                <c:pt idx="2479">
                  <c:v>4</c:v>
                </c:pt>
                <c:pt idx="2480">
                  <c:v>4</c:v>
                </c:pt>
                <c:pt idx="2481">
                  <c:v>4</c:v>
                </c:pt>
                <c:pt idx="2482">
                  <c:v>4</c:v>
                </c:pt>
                <c:pt idx="2483">
                  <c:v>4</c:v>
                </c:pt>
                <c:pt idx="2484">
                  <c:v>4</c:v>
                </c:pt>
                <c:pt idx="2485">
                  <c:v>4</c:v>
                </c:pt>
                <c:pt idx="2486">
                  <c:v>4</c:v>
                </c:pt>
                <c:pt idx="2487">
                  <c:v>4</c:v>
                </c:pt>
                <c:pt idx="2488">
                  <c:v>4</c:v>
                </c:pt>
                <c:pt idx="2489">
                  <c:v>4</c:v>
                </c:pt>
                <c:pt idx="2490">
                  <c:v>4</c:v>
                </c:pt>
                <c:pt idx="2491">
                  <c:v>4</c:v>
                </c:pt>
                <c:pt idx="2492">
                  <c:v>4</c:v>
                </c:pt>
                <c:pt idx="2493">
                  <c:v>4</c:v>
                </c:pt>
                <c:pt idx="2494">
                  <c:v>4</c:v>
                </c:pt>
                <c:pt idx="2495">
                  <c:v>4</c:v>
                </c:pt>
                <c:pt idx="2496">
                  <c:v>4</c:v>
                </c:pt>
                <c:pt idx="2497">
                  <c:v>4</c:v>
                </c:pt>
                <c:pt idx="2498">
                  <c:v>4</c:v>
                </c:pt>
                <c:pt idx="2499">
                  <c:v>4</c:v>
                </c:pt>
                <c:pt idx="2500">
                  <c:v>4</c:v>
                </c:pt>
                <c:pt idx="2501">
                  <c:v>4</c:v>
                </c:pt>
                <c:pt idx="2502">
                  <c:v>4</c:v>
                </c:pt>
                <c:pt idx="2503">
                  <c:v>4</c:v>
                </c:pt>
                <c:pt idx="2504">
                  <c:v>4</c:v>
                </c:pt>
                <c:pt idx="2505">
                  <c:v>4</c:v>
                </c:pt>
                <c:pt idx="2506">
                  <c:v>4</c:v>
                </c:pt>
                <c:pt idx="2507">
                  <c:v>4</c:v>
                </c:pt>
                <c:pt idx="2508">
                  <c:v>4</c:v>
                </c:pt>
                <c:pt idx="2509">
                  <c:v>4</c:v>
                </c:pt>
                <c:pt idx="2510">
                  <c:v>4</c:v>
                </c:pt>
                <c:pt idx="2511">
                  <c:v>4</c:v>
                </c:pt>
                <c:pt idx="2512">
                  <c:v>4</c:v>
                </c:pt>
                <c:pt idx="2513">
                  <c:v>4</c:v>
                </c:pt>
                <c:pt idx="2514">
                  <c:v>4</c:v>
                </c:pt>
                <c:pt idx="2515">
                  <c:v>4</c:v>
                </c:pt>
                <c:pt idx="2516">
                  <c:v>4</c:v>
                </c:pt>
                <c:pt idx="2517">
                  <c:v>4</c:v>
                </c:pt>
                <c:pt idx="2518">
                  <c:v>4</c:v>
                </c:pt>
                <c:pt idx="2519">
                  <c:v>4</c:v>
                </c:pt>
                <c:pt idx="2520">
                  <c:v>4</c:v>
                </c:pt>
                <c:pt idx="2521">
                  <c:v>4</c:v>
                </c:pt>
                <c:pt idx="2522">
                  <c:v>4</c:v>
                </c:pt>
                <c:pt idx="2523">
                  <c:v>4</c:v>
                </c:pt>
                <c:pt idx="2524">
                  <c:v>4</c:v>
                </c:pt>
                <c:pt idx="2525">
                  <c:v>4</c:v>
                </c:pt>
                <c:pt idx="2526">
                  <c:v>4</c:v>
                </c:pt>
                <c:pt idx="2527">
                  <c:v>4</c:v>
                </c:pt>
                <c:pt idx="2528">
                  <c:v>4</c:v>
                </c:pt>
                <c:pt idx="2529">
                  <c:v>4</c:v>
                </c:pt>
                <c:pt idx="2530">
                  <c:v>4</c:v>
                </c:pt>
                <c:pt idx="2531">
                  <c:v>4</c:v>
                </c:pt>
                <c:pt idx="2532">
                  <c:v>4</c:v>
                </c:pt>
                <c:pt idx="2533">
                  <c:v>4</c:v>
                </c:pt>
                <c:pt idx="2534">
                  <c:v>4</c:v>
                </c:pt>
                <c:pt idx="2535">
                  <c:v>4</c:v>
                </c:pt>
                <c:pt idx="2536">
                  <c:v>4</c:v>
                </c:pt>
                <c:pt idx="2537">
                  <c:v>4</c:v>
                </c:pt>
                <c:pt idx="2538">
                  <c:v>4</c:v>
                </c:pt>
                <c:pt idx="2539">
                  <c:v>4</c:v>
                </c:pt>
                <c:pt idx="2540">
                  <c:v>4</c:v>
                </c:pt>
                <c:pt idx="2541">
                  <c:v>4</c:v>
                </c:pt>
                <c:pt idx="2542">
                  <c:v>4</c:v>
                </c:pt>
                <c:pt idx="2543">
                  <c:v>4</c:v>
                </c:pt>
                <c:pt idx="2544">
                  <c:v>4</c:v>
                </c:pt>
                <c:pt idx="2545">
                  <c:v>4</c:v>
                </c:pt>
                <c:pt idx="2546">
                  <c:v>4</c:v>
                </c:pt>
                <c:pt idx="2547">
                  <c:v>4</c:v>
                </c:pt>
                <c:pt idx="2548">
                  <c:v>4</c:v>
                </c:pt>
                <c:pt idx="2549">
                  <c:v>4</c:v>
                </c:pt>
                <c:pt idx="2550">
                  <c:v>4</c:v>
                </c:pt>
                <c:pt idx="2551">
                  <c:v>4</c:v>
                </c:pt>
                <c:pt idx="2552">
                  <c:v>4</c:v>
                </c:pt>
                <c:pt idx="2553">
                  <c:v>4</c:v>
                </c:pt>
                <c:pt idx="2554">
                  <c:v>4</c:v>
                </c:pt>
                <c:pt idx="2555">
                  <c:v>4</c:v>
                </c:pt>
                <c:pt idx="2556">
                  <c:v>4</c:v>
                </c:pt>
                <c:pt idx="2557">
                  <c:v>4</c:v>
                </c:pt>
                <c:pt idx="2558">
                  <c:v>4</c:v>
                </c:pt>
                <c:pt idx="2559">
                  <c:v>4</c:v>
                </c:pt>
                <c:pt idx="2560">
                  <c:v>4</c:v>
                </c:pt>
                <c:pt idx="2561">
                  <c:v>4</c:v>
                </c:pt>
                <c:pt idx="2562">
                  <c:v>4</c:v>
                </c:pt>
                <c:pt idx="2563">
                  <c:v>4</c:v>
                </c:pt>
                <c:pt idx="2564">
                  <c:v>4</c:v>
                </c:pt>
                <c:pt idx="2565">
                  <c:v>4</c:v>
                </c:pt>
                <c:pt idx="2566">
                  <c:v>4</c:v>
                </c:pt>
                <c:pt idx="2567">
                  <c:v>4</c:v>
                </c:pt>
                <c:pt idx="2568">
                  <c:v>4</c:v>
                </c:pt>
                <c:pt idx="2569">
                  <c:v>4</c:v>
                </c:pt>
                <c:pt idx="2570">
                  <c:v>4</c:v>
                </c:pt>
                <c:pt idx="2571">
                  <c:v>4</c:v>
                </c:pt>
                <c:pt idx="2572">
                  <c:v>4</c:v>
                </c:pt>
                <c:pt idx="2573">
                  <c:v>4</c:v>
                </c:pt>
                <c:pt idx="2574">
                  <c:v>4</c:v>
                </c:pt>
                <c:pt idx="2575">
                  <c:v>4</c:v>
                </c:pt>
                <c:pt idx="2576">
                  <c:v>4</c:v>
                </c:pt>
                <c:pt idx="2577">
                  <c:v>4</c:v>
                </c:pt>
                <c:pt idx="2578">
                  <c:v>4</c:v>
                </c:pt>
                <c:pt idx="2579">
                  <c:v>4</c:v>
                </c:pt>
                <c:pt idx="2580">
                  <c:v>4</c:v>
                </c:pt>
                <c:pt idx="2581">
                  <c:v>4</c:v>
                </c:pt>
                <c:pt idx="2582">
                  <c:v>4</c:v>
                </c:pt>
                <c:pt idx="2583">
                  <c:v>4</c:v>
                </c:pt>
                <c:pt idx="2584">
                  <c:v>4</c:v>
                </c:pt>
                <c:pt idx="2585">
                  <c:v>4</c:v>
                </c:pt>
                <c:pt idx="2586">
                  <c:v>4</c:v>
                </c:pt>
                <c:pt idx="2587">
                  <c:v>4</c:v>
                </c:pt>
                <c:pt idx="2588">
                  <c:v>4</c:v>
                </c:pt>
                <c:pt idx="2589">
                  <c:v>4</c:v>
                </c:pt>
                <c:pt idx="2590">
                  <c:v>4</c:v>
                </c:pt>
                <c:pt idx="2591">
                  <c:v>4</c:v>
                </c:pt>
                <c:pt idx="2592">
                  <c:v>4</c:v>
                </c:pt>
                <c:pt idx="2593">
                  <c:v>4</c:v>
                </c:pt>
                <c:pt idx="2594">
                  <c:v>4</c:v>
                </c:pt>
                <c:pt idx="2595">
                  <c:v>4</c:v>
                </c:pt>
                <c:pt idx="2596">
                  <c:v>4</c:v>
                </c:pt>
                <c:pt idx="2597">
                  <c:v>4</c:v>
                </c:pt>
                <c:pt idx="2598">
                  <c:v>4</c:v>
                </c:pt>
                <c:pt idx="2599">
                  <c:v>4</c:v>
                </c:pt>
                <c:pt idx="2600">
                  <c:v>4</c:v>
                </c:pt>
                <c:pt idx="2601">
                  <c:v>4</c:v>
                </c:pt>
                <c:pt idx="2602">
                  <c:v>4</c:v>
                </c:pt>
                <c:pt idx="2603">
                  <c:v>4</c:v>
                </c:pt>
                <c:pt idx="2604">
                  <c:v>4</c:v>
                </c:pt>
                <c:pt idx="2605">
                  <c:v>4</c:v>
                </c:pt>
                <c:pt idx="2606">
                  <c:v>4</c:v>
                </c:pt>
                <c:pt idx="2607">
                  <c:v>4</c:v>
                </c:pt>
                <c:pt idx="2608">
                  <c:v>4</c:v>
                </c:pt>
                <c:pt idx="2609">
                  <c:v>4</c:v>
                </c:pt>
                <c:pt idx="2610">
                  <c:v>4</c:v>
                </c:pt>
                <c:pt idx="2611">
                  <c:v>4</c:v>
                </c:pt>
                <c:pt idx="2612">
                  <c:v>4</c:v>
                </c:pt>
                <c:pt idx="2613">
                  <c:v>4</c:v>
                </c:pt>
                <c:pt idx="2614">
                  <c:v>4</c:v>
                </c:pt>
                <c:pt idx="2615">
                  <c:v>4</c:v>
                </c:pt>
                <c:pt idx="2616">
                  <c:v>4</c:v>
                </c:pt>
                <c:pt idx="2617">
                  <c:v>4</c:v>
                </c:pt>
                <c:pt idx="2618">
                  <c:v>4</c:v>
                </c:pt>
                <c:pt idx="2619">
                  <c:v>4</c:v>
                </c:pt>
                <c:pt idx="2620">
                  <c:v>4</c:v>
                </c:pt>
                <c:pt idx="2621">
                  <c:v>4</c:v>
                </c:pt>
                <c:pt idx="2622">
                  <c:v>4</c:v>
                </c:pt>
                <c:pt idx="2623">
                  <c:v>4</c:v>
                </c:pt>
                <c:pt idx="2624">
                  <c:v>4</c:v>
                </c:pt>
                <c:pt idx="2625">
                  <c:v>4</c:v>
                </c:pt>
                <c:pt idx="2626">
                  <c:v>4</c:v>
                </c:pt>
                <c:pt idx="2627">
                  <c:v>4</c:v>
                </c:pt>
                <c:pt idx="2628">
                  <c:v>4</c:v>
                </c:pt>
                <c:pt idx="2629">
                  <c:v>4</c:v>
                </c:pt>
                <c:pt idx="2630">
                  <c:v>4</c:v>
                </c:pt>
                <c:pt idx="2631">
                  <c:v>4</c:v>
                </c:pt>
                <c:pt idx="2632">
                  <c:v>4</c:v>
                </c:pt>
                <c:pt idx="2633">
                  <c:v>4</c:v>
                </c:pt>
                <c:pt idx="2634">
                  <c:v>4</c:v>
                </c:pt>
                <c:pt idx="2635">
                  <c:v>4</c:v>
                </c:pt>
                <c:pt idx="2636">
                  <c:v>4</c:v>
                </c:pt>
                <c:pt idx="2637">
                  <c:v>4</c:v>
                </c:pt>
                <c:pt idx="2638">
                  <c:v>4</c:v>
                </c:pt>
                <c:pt idx="2639">
                  <c:v>4</c:v>
                </c:pt>
                <c:pt idx="2640">
                  <c:v>4</c:v>
                </c:pt>
                <c:pt idx="2641">
                  <c:v>4</c:v>
                </c:pt>
                <c:pt idx="2642">
                  <c:v>4</c:v>
                </c:pt>
                <c:pt idx="2643">
                  <c:v>4</c:v>
                </c:pt>
                <c:pt idx="2644">
                  <c:v>4</c:v>
                </c:pt>
                <c:pt idx="2645">
                  <c:v>4</c:v>
                </c:pt>
                <c:pt idx="2646">
                  <c:v>4</c:v>
                </c:pt>
                <c:pt idx="2647">
                  <c:v>4</c:v>
                </c:pt>
                <c:pt idx="2648">
                  <c:v>4</c:v>
                </c:pt>
                <c:pt idx="2649">
                  <c:v>4</c:v>
                </c:pt>
                <c:pt idx="2650">
                  <c:v>4</c:v>
                </c:pt>
                <c:pt idx="2651">
                  <c:v>4</c:v>
                </c:pt>
                <c:pt idx="2652">
                  <c:v>4</c:v>
                </c:pt>
                <c:pt idx="2653">
                  <c:v>4</c:v>
                </c:pt>
                <c:pt idx="2654">
                  <c:v>4</c:v>
                </c:pt>
                <c:pt idx="2655">
                  <c:v>4</c:v>
                </c:pt>
                <c:pt idx="2656">
                  <c:v>4</c:v>
                </c:pt>
                <c:pt idx="2657">
                  <c:v>4</c:v>
                </c:pt>
                <c:pt idx="2658">
                  <c:v>4</c:v>
                </c:pt>
                <c:pt idx="2659">
                  <c:v>4</c:v>
                </c:pt>
                <c:pt idx="2660">
                  <c:v>4</c:v>
                </c:pt>
                <c:pt idx="2661">
                  <c:v>4</c:v>
                </c:pt>
                <c:pt idx="2662">
                  <c:v>4</c:v>
                </c:pt>
                <c:pt idx="2663">
                  <c:v>4</c:v>
                </c:pt>
                <c:pt idx="2664">
                  <c:v>4</c:v>
                </c:pt>
                <c:pt idx="2665">
                  <c:v>4</c:v>
                </c:pt>
                <c:pt idx="2666">
                  <c:v>4</c:v>
                </c:pt>
                <c:pt idx="2667">
                  <c:v>4</c:v>
                </c:pt>
                <c:pt idx="2668">
                  <c:v>4</c:v>
                </c:pt>
                <c:pt idx="2669">
                  <c:v>4</c:v>
                </c:pt>
                <c:pt idx="2670">
                  <c:v>4</c:v>
                </c:pt>
                <c:pt idx="2671">
                  <c:v>4</c:v>
                </c:pt>
                <c:pt idx="2672">
                  <c:v>4</c:v>
                </c:pt>
                <c:pt idx="2673">
                  <c:v>4</c:v>
                </c:pt>
                <c:pt idx="2674">
                  <c:v>4</c:v>
                </c:pt>
                <c:pt idx="2675">
                  <c:v>4</c:v>
                </c:pt>
                <c:pt idx="2676">
                  <c:v>4</c:v>
                </c:pt>
                <c:pt idx="2677">
                  <c:v>4</c:v>
                </c:pt>
                <c:pt idx="2678">
                  <c:v>4</c:v>
                </c:pt>
                <c:pt idx="2679">
                  <c:v>4</c:v>
                </c:pt>
                <c:pt idx="2680">
                  <c:v>4</c:v>
                </c:pt>
                <c:pt idx="2681">
                  <c:v>4</c:v>
                </c:pt>
                <c:pt idx="2682">
                  <c:v>4</c:v>
                </c:pt>
                <c:pt idx="2683">
                  <c:v>4</c:v>
                </c:pt>
                <c:pt idx="2684">
                  <c:v>4</c:v>
                </c:pt>
                <c:pt idx="2685">
                  <c:v>4</c:v>
                </c:pt>
                <c:pt idx="2686">
                  <c:v>4</c:v>
                </c:pt>
                <c:pt idx="2687">
                  <c:v>4</c:v>
                </c:pt>
                <c:pt idx="2688">
                  <c:v>4</c:v>
                </c:pt>
                <c:pt idx="2689">
                  <c:v>4</c:v>
                </c:pt>
                <c:pt idx="2690">
                  <c:v>4</c:v>
                </c:pt>
                <c:pt idx="2691">
                  <c:v>4</c:v>
                </c:pt>
                <c:pt idx="2692">
                  <c:v>4</c:v>
                </c:pt>
                <c:pt idx="2693">
                  <c:v>4</c:v>
                </c:pt>
                <c:pt idx="2694">
                  <c:v>4</c:v>
                </c:pt>
                <c:pt idx="2695">
                  <c:v>4</c:v>
                </c:pt>
                <c:pt idx="2696">
                  <c:v>4</c:v>
                </c:pt>
                <c:pt idx="2697">
                  <c:v>4</c:v>
                </c:pt>
                <c:pt idx="2698">
                  <c:v>4</c:v>
                </c:pt>
                <c:pt idx="2699">
                  <c:v>4</c:v>
                </c:pt>
                <c:pt idx="2700">
                  <c:v>4</c:v>
                </c:pt>
                <c:pt idx="2701">
                  <c:v>4</c:v>
                </c:pt>
                <c:pt idx="2702">
                  <c:v>4</c:v>
                </c:pt>
                <c:pt idx="2703">
                  <c:v>4</c:v>
                </c:pt>
                <c:pt idx="2704">
                  <c:v>4</c:v>
                </c:pt>
                <c:pt idx="2705">
                  <c:v>3</c:v>
                </c:pt>
                <c:pt idx="2706">
                  <c:v>3</c:v>
                </c:pt>
                <c:pt idx="2707">
                  <c:v>3</c:v>
                </c:pt>
                <c:pt idx="2708">
                  <c:v>3</c:v>
                </c:pt>
                <c:pt idx="2709">
                  <c:v>3</c:v>
                </c:pt>
                <c:pt idx="2710">
                  <c:v>3</c:v>
                </c:pt>
                <c:pt idx="2711">
                  <c:v>3</c:v>
                </c:pt>
                <c:pt idx="2712">
                  <c:v>3</c:v>
                </c:pt>
                <c:pt idx="2713">
                  <c:v>3</c:v>
                </c:pt>
                <c:pt idx="2714">
                  <c:v>3</c:v>
                </c:pt>
                <c:pt idx="2715">
                  <c:v>3</c:v>
                </c:pt>
                <c:pt idx="2716">
                  <c:v>3</c:v>
                </c:pt>
                <c:pt idx="2717">
                  <c:v>3</c:v>
                </c:pt>
                <c:pt idx="2718">
                  <c:v>3</c:v>
                </c:pt>
                <c:pt idx="2719">
                  <c:v>3</c:v>
                </c:pt>
                <c:pt idx="2720">
                  <c:v>3</c:v>
                </c:pt>
                <c:pt idx="2721">
                  <c:v>3</c:v>
                </c:pt>
                <c:pt idx="2722">
                  <c:v>3</c:v>
                </c:pt>
                <c:pt idx="2723">
                  <c:v>3</c:v>
                </c:pt>
                <c:pt idx="2724">
                  <c:v>3</c:v>
                </c:pt>
                <c:pt idx="2725">
                  <c:v>3</c:v>
                </c:pt>
                <c:pt idx="2726">
                  <c:v>3</c:v>
                </c:pt>
                <c:pt idx="2727">
                  <c:v>3</c:v>
                </c:pt>
                <c:pt idx="2728">
                  <c:v>3</c:v>
                </c:pt>
                <c:pt idx="2729">
                  <c:v>3</c:v>
                </c:pt>
                <c:pt idx="2730">
                  <c:v>3</c:v>
                </c:pt>
                <c:pt idx="2731">
                  <c:v>3</c:v>
                </c:pt>
                <c:pt idx="2732">
                  <c:v>3</c:v>
                </c:pt>
                <c:pt idx="2733">
                  <c:v>3</c:v>
                </c:pt>
                <c:pt idx="2734">
                  <c:v>3</c:v>
                </c:pt>
                <c:pt idx="2735">
                  <c:v>3</c:v>
                </c:pt>
                <c:pt idx="2736">
                  <c:v>3</c:v>
                </c:pt>
                <c:pt idx="2737">
                  <c:v>3</c:v>
                </c:pt>
                <c:pt idx="2738">
                  <c:v>3</c:v>
                </c:pt>
                <c:pt idx="2739">
                  <c:v>3</c:v>
                </c:pt>
                <c:pt idx="2740">
                  <c:v>3</c:v>
                </c:pt>
                <c:pt idx="2741">
                  <c:v>3</c:v>
                </c:pt>
                <c:pt idx="2742">
                  <c:v>3</c:v>
                </c:pt>
                <c:pt idx="2743">
                  <c:v>3</c:v>
                </c:pt>
                <c:pt idx="2744">
                  <c:v>3</c:v>
                </c:pt>
                <c:pt idx="2745">
                  <c:v>3</c:v>
                </c:pt>
                <c:pt idx="2746">
                  <c:v>3</c:v>
                </c:pt>
                <c:pt idx="2747">
                  <c:v>3</c:v>
                </c:pt>
                <c:pt idx="2748">
                  <c:v>3</c:v>
                </c:pt>
                <c:pt idx="2749">
                  <c:v>3</c:v>
                </c:pt>
                <c:pt idx="2750">
                  <c:v>3</c:v>
                </c:pt>
                <c:pt idx="2751">
                  <c:v>3</c:v>
                </c:pt>
                <c:pt idx="2752">
                  <c:v>3</c:v>
                </c:pt>
                <c:pt idx="2753">
                  <c:v>3</c:v>
                </c:pt>
                <c:pt idx="2754">
                  <c:v>3</c:v>
                </c:pt>
                <c:pt idx="2755">
                  <c:v>3</c:v>
                </c:pt>
                <c:pt idx="2756">
                  <c:v>3</c:v>
                </c:pt>
                <c:pt idx="2757">
                  <c:v>3</c:v>
                </c:pt>
                <c:pt idx="2758">
                  <c:v>3</c:v>
                </c:pt>
                <c:pt idx="2759">
                  <c:v>3</c:v>
                </c:pt>
                <c:pt idx="2760">
                  <c:v>3</c:v>
                </c:pt>
                <c:pt idx="2761">
                  <c:v>3</c:v>
                </c:pt>
                <c:pt idx="2762">
                  <c:v>3</c:v>
                </c:pt>
                <c:pt idx="2763">
                  <c:v>3</c:v>
                </c:pt>
                <c:pt idx="2764">
                  <c:v>3</c:v>
                </c:pt>
                <c:pt idx="2765">
                  <c:v>3</c:v>
                </c:pt>
                <c:pt idx="2766">
                  <c:v>3</c:v>
                </c:pt>
                <c:pt idx="2767">
                  <c:v>3</c:v>
                </c:pt>
                <c:pt idx="2768">
                  <c:v>3</c:v>
                </c:pt>
                <c:pt idx="2769">
                  <c:v>3</c:v>
                </c:pt>
                <c:pt idx="2770">
                  <c:v>3</c:v>
                </c:pt>
                <c:pt idx="2771">
                  <c:v>3</c:v>
                </c:pt>
                <c:pt idx="2772">
                  <c:v>3</c:v>
                </c:pt>
                <c:pt idx="2773">
                  <c:v>3</c:v>
                </c:pt>
                <c:pt idx="2774">
                  <c:v>3</c:v>
                </c:pt>
                <c:pt idx="2775">
                  <c:v>3</c:v>
                </c:pt>
                <c:pt idx="2776">
                  <c:v>3</c:v>
                </c:pt>
                <c:pt idx="2777">
                  <c:v>3</c:v>
                </c:pt>
                <c:pt idx="2778">
                  <c:v>3</c:v>
                </c:pt>
                <c:pt idx="2779">
                  <c:v>3</c:v>
                </c:pt>
                <c:pt idx="2780">
                  <c:v>3</c:v>
                </c:pt>
                <c:pt idx="2781">
                  <c:v>3</c:v>
                </c:pt>
                <c:pt idx="2782">
                  <c:v>3</c:v>
                </c:pt>
                <c:pt idx="2783">
                  <c:v>3</c:v>
                </c:pt>
                <c:pt idx="2784">
                  <c:v>3</c:v>
                </c:pt>
                <c:pt idx="2785">
                  <c:v>3</c:v>
                </c:pt>
                <c:pt idx="2786">
                  <c:v>3</c:v>
                </c:pt>
                <c:pt idx="2787">
                  <c:v>3</c:v>
                </c:pt>
                <c:pt idx="2788">
                  <c:v>3</c:v>
                </c:pt>
                <c:pt idx="2789">
                  <c:v>3</c:v>
                </c:pt>
                <c:pt idx="2790">
                  <c:v>3</c:v>
                </c:pt>
                <c:pt idx="2791">
                  <c:v>3</c:v>
                </c:pt>
                <c:pt idx="2792">
                  <c:v>3</c:v>
                </c:pt>
                <c:pt idx="2793">
                  <c:v>3</c:v>
                </c:pt>
                <c:pt idx="2794">
                  <c:v>3</c:v>
                </c:pt>
                <c:pt idx="2795">
                  <c:v>3</c:v>
                </c:pt>
                <c:pt idx="2796">
                  <c:v>3</c:v>
                </c:pt>
                <c:pt idx="2797">
                  <c:v>3</c:v>
                </c:pt>
                <c:pt idx="2798">
                  <c:v>3</c:v>
                </c:pt>
                <c:pt idx="2799">
                  <c:v>3</c:v>
                </c:pt>
                <c:pt idx="2800">
                  <c:v>3</c:v>
                </c:pt>
                <c:pt idx="2801">
                  <c:v>3</c:v>
                </c:pt>
                <c:pt idx="2802">
                  <c:v>3</c:v>
                </c:pt>
                <c:pt idx="2803">
                  <c:v>3</c:v>
                </c:pt>
                <c:pt idx="2804">
                  <c:v>3</c:v>
                </c:pt>
                <c:pt idx="2805">
                  <c:v>3</c:v>
                </c:pt>
                <c:pt idx="2806">
                  <c:v>3</c:v>
                </c:pt>
                <c:pt idx="2807">
                  <c:v>3</c:v>
                </c:pt>
                <c:pt idx="2808">
                  <c:v>3</c:v>
                </c:pt>
                <c:pt idx="2809">
                  <c:v>3</c:v>
                </c:pt>
                <c:pt idx="2810">
                  <c:v>3</c:v>
                </c:pt>
                <c:pt idx="2811">
                  <c:v>3</c:v>
                </c:pt>
                <c:pt idx="2812">
                  <c:v>3</c:v>
                </c:pt>
                <c:pt idx="2813">
                  <c:v>3</c:v>
                </c:pt>
                <c:pt idx="2814">
                  <c:v>3</c:v>
                </c:pt>
                <c:pt idx="2815">
                  <c:v>3</c:v>
                </c:pt>
                <c:pt idx="2816">
                  <c:v>3</c:v>
                </c:pt>
                <c:pt idx="2817">
                  <c:v>3</c:v>
                </c:pt>
                <c:pt idx="2818">
                  <c:v>3</c:v>
                </c:pt>
                <c:pt idx="2819">
                  <c:v>3</c:v>
                </c:pt>
                <c:pt idx="2820">
                  <c:v>3</c:v>
                </c:pt>
                <c:pt idx="2821">
                  <c:v>3</c:v>
                </c:pt>
                <c:pt idx="2822">
                  <c:v>3</c:v>
                </c:pt>
                <c:pt idx="2823">
                  <c:v>3</c:v>
                </c:pt>
                <c:pt idx="2824">
                  <c:v>3</c:v>
                </c:pt>
                <c:pt idx="2825">
                  <c:v>3</c:v>
                </c:pt>
                <c:pt idx="2826">
                  <c:v>3</c:v>
                </c:pt>
                <c:pt idx="2827">
                  <c:v>3</c:v>
                </c:pt>
                <c:pt idx="2828">
                  <c:v>3</c:v>
                </c:pt>
                <c:pt idx="2829">
                  <c:v>3</c:v>
                </c:pt>
                <c:pt idx="2830">
                  <c:v>3</c:v>
                </c:pt>
                <c:pt idx="2831">
                  <c:v>3</c:v>
                </c:pt>
                <c:pt idx="2832">
                  <c:v>3</c:v>
                </c:pt>
                <c:pt idx="2833">
                  <c:v>3</c:v>
                </c:pt>
                <c:pt idx="2834">
                  <c:v>3</c:v>
                </c:pt>
                <c:pt idx="2835">
                  <c:v>3</c:v>
                </c:pt>
                <c:pt idx="2836">
                  <c:v>3</c:v>
                </c:pt>
                <c:pt idx="2837">
                  <c:v>3</c:v>
                </c:pt>
                <c:pt idx="2838">
                  <c:v>3</c:v>
                </c:pt>
                <c:pt idx="2839">
                  <c:v>3</c:v>
                </c:pt>
                <c:pt idx="2840">
                  <c:v>3</c:v>
                </c:pt>
                <c:pt idx="2841">
                  <c:v>3</c:v>
                </c:pt>
                <c:pt idx="2842">
                  <c:v>3</c:v>
                </c:pt>
                <c:pt idx="2843">
                  <c:v>3</c:v>
                </c:pt>
                <c:pt idx="2844">
                  <c:v>3</c:v>
                </c:pt>
                <c:pt idx="2845">
                  <c:v>3</c:v>
                </c:pt>
                <c:pt idx="2846">
                  <c:v>3</c:v>
                </c:pt>
                <c:pt idx="2847">
                  <c:v>3</c:v>
                </c:pt>
                <c:pt idx="2848">
                  <c:v>3</c:v>
                </c:pt>
                <c:pt idx="2849">
                  <c:v>3</c:v>
                </c:pt>
                <c:pt idx="2850">
                  <c:v>3</c:v>
                </c:pt>
                <c:pt idx="2851">
                  <c:v>3</c:v>
                </c:pt>
                <c:pt idx="2852">
                  <c:v>3</c:v>
                </c:pt>
                <c:pt idx="2853">
                  <c:v>3</c:v>
                </c:pt>
                <c:pt idx="2854">
                  <c:v>3</c:v>
                </c:pt>
                <c:pt idx="2855">
                  <c:v>3</c:v>
                </c:pt>
                <c:pt idx="2856">
                  <c:v>3</c:v>
                </c:pt>
                <c:pt idx="2857">
                  <c:v>3</c:v>
                </c:pt>
                <c:pt idx="2858">
                  <c:v>3</c:v>
                </c:pt>
                <c:pt idx="2859">
                  <c:v>3</c:v>
                </c:pt>
                <c:pt idx="2860">
                  <c:v>3</c:v>
                </c:pt>
                <c:pt idx="2861">
                  <c:v>3</c:v>
                </c:pt>
                <c:pt idx="2862">
                  <c:v>3</c:v>
                </c:pt>
                <c:pt idx="2863">
                  <c:v>3</c:v>
                </c:pt>
                <c:pt idx="2864">
                  <c:v>3</c:v>
                </c:pt>
                <c:pt idx="2865">
                  <c:v>3</c:v>
                </c:pt>
                <c:pt idx="2866">
                  <c:v>3</c:v>
                </c:pt>
                <c:pt idx="2867">
                  <c:v>3</c:v>
                </c:pt>
                <c:pt idx="2868">
                  <c:v>3</c:v>
                </c:pt>
                <c:pt idx="2869">
                  <c:v>3</c:v>
                </c:pt>
                <c:pt idx="2870">
                  <c:v>3</c:v>
                </c:pt>
                <c:pt idx="2871">
                  <c:v>3</c:v>
                </c:pt>
                <c:pt idx="2872">
                  <c:v>3</c:v>
                </c:pt>
                <c:pt idx="2873">
                  <c:v>3</c:v>
                </c:pt>
                <c:pt idx="2874">
                  <c:v>3</c:v>
                </c:pt>
                <c:pt idx="2875">
                  <c:v>3</c:v>
                </c:pt>
                <c:pt idx="2876">
                  <c:v>3</c:v>
                </c:pt>
                <c:pt idx="2877">
                  <c:v>3</c:v>
                </c:pt>
                <c:pt idx="2878">
                  <c:v>3</c:v>
                </c:pt>
                <c:pt idx="2879">
                  <c:v>3</c:v>
                </c:pt>
                <c:pt idx="2880">
                  <c:v>3</c:v>
                </c:pt>
                <c:pt idx="2881">
                  <c:v>3</c:v>
                </c:pt>
                <c:pt idx="2882">
                  <c:v>3</c:v>
                </c:pt>
                <c:pt idx="2883">
                  <c:v>3</c:v>
                </c:pt>
                <c:pt idx="2884">
                  <c:v>3</c:v>
                </c:pt>
                <c:pt idx="2885">
                  <c:v>3</c:v>
                </c:pt>
                <c:pt idx="2886">
                  <c:v>3</c:v>
                </c:pt>
                <c:pt idx="2887">
                  <c:v>3</c:v>
                </c:pt>
                <c:pt idx="2888">
                  <c:v>3</c:v>
                </c:pt>
                <c:pt idx="2889">
                  <c:v>3</c:v>
                </c:pt>
                <c:pt idx="2890">
                  <c:v>3</c:v>
                </c:pt>
                <c:pt idx="2891">
                  <c:v>3</c:v>
                </c:pt>
                <c:pt idx="2892">
                  <c:v>3</c:v>
                </c:pt>
                <c:pt idx="2893">
                  <c:v>3</c:v>
                </c:pt>
                <c:pt idx="2894">
                  <c:v>3</c:v>
                </c:pt>
                <c:pt idx="2895">
                  <c:v>3</c:v>
                </c:pt>
                <c:pt idx="2896">
                  <c:v>3</c:v>
                </c:pt>
                <c:pt idx="2897">
                  <c:v>3</c:v>
                </c:pt>
                <c:pt idx="2898">
                  <c:v>3</c:v>
                </c:pt>
                <c:pt idx="2899">
                  <c:v>3</c:v>
                </c:pt>
                <c:pt idx="2900">
                  <c:v>3</c:v>
                </c:pt>
                <c:pt idx="2901">
                  <c:v>3</c:v>
                </c:pt>
                <c:pt idx="2902">
                  <c:v>3</c:v>
                </c:pt>
                <c:pt idx="2903">
                  <c:v>3</c:v>
                </c:pt>
                <c:pt idx="2904">
                  <c:v>3</c:v>
                </c:pt>
                <c:pt idx="2905">
                  <c:v>3</c:v>
                </c:pt>
                <c:pt idx="2906">
                  <c:v>3</c:v>
                </c:pt>
                <c:pt idx="2907">
                  <c:v>3</c:v>
                </c:pt>
                <c:pt idx="2908">
                  <c:v>3</c:v>
                </c:pt>
                <c:pt idx="2909">
                  <c:v>3</c:v>
                </c:pt>
                <c:pt idx="2910">
                  <c:v>3</c:v>
                </c:pt>
                <c:pt idx="2911">
                  <c:v>3</c:v>
                </c:pt>
                <c:pt idx="2912">
                  <c:v>3</c:v>
                </c:pt>
                <c:pt idx="2913">
                  <c:v>3</c:v>
                </c:pt>
                <c:pt idx="2914">
                  <c:v>3</c:v>
                </c:pt>
                <c:pt idx="2915">
                  <c:v>3</c:v>
                </c:pt>
                <c:pt idx="2916">
                  <c:v>3</c:v>
                </c:pt>
                <c:pt idx="2917">
                  <c:v>3</c:v>
                </c:pt>
                <c:pt idx="2918">
                  <c:v>3</c:v>
                </c:pt>
                <c:pt idx="2919">
                  <c:v>3</c:v>
                </c:pt>
                <c:pt idx="2920">
                  <c:v>3</c:v>
                </c:pt>
                <c:pt idx="2921">
                  <c:v>3</c:v>
                </c:pt>
                <c:pt idx="2922">
                  <c:v>3</c:v>
                </c:pt>
                <c:pt idx="2923">
                  <c:v>3</c:v>
                </c:pt>
                <c:pt idx="2924">
                  <c:v>3</c:v>
                </c:pt>
                <c:pt idx="2925">
                  <c:v>3</c:v>
                </c:pt>
                <c:pt idx="2926">
                  <c:v>3</c:v>
                </c:pt>
                <c:pt idx="2927">
                  <c:v>3</c:v>
                </c:pt>
                <c:pt idx="2928">
                  <c:v>3</c:v>
                </c:pt>
                <c:pt idx="2929">
                  <c:v>3</c:v>
                </c:pt>
                <c:pt idx="2930">
                  <c:v>3</c:v>
                </c:pt>
                <c:pt idx="2931">
                  <c:v>3</c:v>
                </c:pt>
                <c:pt idx="2932">
                  <c:v>3</c:v>
                </c:pt>
                <c:pt idx="2933">
                  <c:v>3</c:v>
                </c:pt>
                <c:pt idx="2934">
                  <c:v>3</c:v>
                </c:pt>
                <c:pt idx="2935">
                  <c:v>3</c:v>
                </c:pt>
                <c:pt idx="2936">
                  <c:v>3</c:v>
                </c:pt>
                <c:pt idx="2937">
                  <c:v>3</c:v>
                </c:pt>
                <c:pt idx="2938">
                  <c:v>3</c:v>
                </c:pt>
                <c:pt idx="2939">
                  <c:v>3</c:v>
                </c:pt>
                <c:pt idx="2940">
                  <c:v>3</c:v>
                </c:pt>
                <c:pt idx="2941">
                  <c:v>3</c:v>
                </c:pt>
                <c:pt idx="2942">
                  <c:v>3</c:v>
                </c:pt>
                <c:pt idx="2943">
                  <c:v>3</c:v>
                </c:pt>
                <c:pt idx="2944">
                  <c:v>3</c:v>
                </c:pt>
                <c:pt idx="2945">
                  <c:v>3</c:v>
                </c:pt>
                <c:pt idx="2946">
                  <c:v>3</c:v>
                </c:pt>
                <c:pt idx="2947">
                  <c:v>3</c:v>
                </c:pt>
                <c:pt idx="2948">
                  <c:v>3</c:v>
                </c:pt>
                <c:pt idx="2949">
                  <c:v>3</c:v>
                </c:pt>
                <c:pt idx="2950">
                  <c:v>3</c:v>
                </c:pt>
                <c:pt idx="2951">
                  <c:v>3</c:v>
                </c:pt>
                <c:pt idx="2952">
                  <c:v>3</c:v>
                </c:pt>
                <c:pt idx="2953">
                  <c:v>3</c:v>
                </c:pt>
                <c:pt idx="2954">
                  <c:v>3</c:v>
                </c:pt>
                <c:pt idx="2955">
                  <c:v>3</c:v>
                </c:pt>
                <c:pt idx="2956">
                  <c:v>3</c:v>
                </c:pt>
                <c:pt idx="2957">
                  <c:v>3</c:v>
                </c:pt>
                <c:pt idx="2958">
                  <c:v>3</c:v>
                </c:pt>
                <c:pt idx="2959">
                  <c:v>3</c:v>
                </c:pt>
                <c:pt idx="2960">
                  <c:v>3</c:v>
                </c:pt>
                <c:pt idx="2961">
                  <c:v>3</c:v>
                </c:pt>
                <c:pt idx="2962">
                  <c:v>3</c:v>
                </c:pt>
                <c:pt idx="2963">
                  <c:v>3</c:v>
                </c:pt>
                <c:pt idx="2964">
                  <c:v>3</c:v>
                </c:pt>
                <c:pt idx="2965">
                  <c:v>3</c:v>
                </c:pt>
                <c:pt idx="2966">
                  <c:v>3</c:v>
                </c:pt>
                <c:pt idx="2967">
                  <c:v>3</c:v>
                </c:pt>
                <c:pt idx="2968">
                  <c:v>3</c:v>
                </c:pt>
                <c:pt idx="2969">
                  <c:v>3</c:v>
                </c:pt>
                <c:pt idx="2970">
                  <c:v>3</c:v>
                </c:pt>
                <c:pt idx="2971">
                  <c:v>3</c:v>
                </c:pt>
                <c:pt idx="2972">
                  <c:v>3</c:v>
                </c:pt>
                <c:pt idx="2973">
                  <c:v>3</c:v>
                </c:pt>
                <c:pt idx="2974">
                  <c:v>3</c:v>
                </c:pt>
                <c:pt idx="2975">
                  <c:v>3</c:v>
                </c:pt>
                <c:pt idx="2976">
                  <c:v>3</c:v>
                </c:pt>
                <c:pt idx="2977">
                  <c:v>3</c:v>
                </c:pt>
                <c:pt idx="2978">
                  <c:v>3</c:v>
                </c:pt>
                <c:pt idx="2979">
                  <c:v>3</c:v>
                </c:pt>
                <c:pt idx="2980">
                  <c:v>3</c:v>
                </c:pt>
                <c:pt idx="2981">
                  <c:v>3</c:v>
                </c:pt>
                <c:pt idx="2982">
                  <c:v>3</c:v>
                </c:pt>
                <c:pt idx="2983">
                  <c:v>3</c:v>
                </c:pt>
                <c:pt idx="2984">
                  <c:v>3</c:v>
                </c:pt>
                <c:pt idx="2985">
                  <c:v>3</c:v>
                </c:pt>
                <c:pt idx="2986">
                  <c:v>3</c:v>
                </c:pt>
                <c:pt idx="2987">
                  <c:v>3</c:v>
                </c:pt>
                <c:pt idx="2988">
                  <c:v>3</c:v>
                </c:pt>
                <c:pt idx="2989">
                  <c:v>3</c:v>
                </c:pt>
                <c:pt idx="2990">
                  <c:v>3</c:v>
                </c:pt>
                <c:pt idx="2991">
                  <c:v>3</c:v>
                </c:pt>
                <c:pt idx="2992">
                  <c:v>3</c:v>
                </c:pt>
                <c:pt idx="2993">
                  <c:v>3</c:v>
                </c:pt>
                <c:pt idx="2994">
                  <c:v>3</c:v>
                </c:pt>
                <c:pt idx="2995">
                  <c:v>3</c:v>
                </c:pt>
                <c:pt idx="2996">
                  <c:v>3</c:v>
                </c:pt>
                <c:pt idx="2997">
                  <c:v>3</c:v>
                </c:pt>
                <c:pt idx="2998">
                  <c:v>3</c:v>
                </c:pt>
                <c:pt idx="2999">
                  <c:v>3</c:v>
                </c:pt>
                <c:pt idx="3000">
                  <c:v>3</c:v>
                </c:pt>
                <c:pt idx="3001">
                  <c:v>3</c:v>
                </c:pt>
                <c:pt idx="3002">
                  <c:v>3</c:v>
                </c:pt>
                <c:pt idx="3003">
                  <c:v>3</c:v>
                </c:pt>
                <c:pt idx="3004">
                  <c:v>3</c:v>
                </c:pt>
                <c:pt idx="3005">
                  <c:v>3</c:v>
                </c:pt>
                <c:pt idx="3006">
                  <c:v>3</c:v>
                </c:pt>
                <c:pt idx="3007">
                  <c:v>3</c:v>
                </c:pt>
                <c:pt idx="3008">
                  <c:v>3</c:v>
                </c:pt>
                <c:pt idx="3009">
                  <c:v>3</c:v>
                </c:pt>
                <c:pt idx="3010">
                  <c:v>3</c:v>
                </c:pt>
                <c:pt idx="3011">
                  <c:v>3</c:v>
                </c:pt>
                <c:pt idx="3012">
                  <c:v>3</c:v>
                </c:pt>
                <c:pt idx="3013">
                  <c:v>3</c:v>
                </c:pt>
                <c:pt idx="3014">
                  <c:v>3</c:v>
                </c:pt>
                <c:pt idx="3015">
                  <c:v>3</c:v>
                </c:pt>
                <c:pt idx="3016">
                  <c:v>3</c:v>
                </c:pt>
                <c:pt idx="3017">
                  <c:v>3</c:v>
                </c:pt>
                <c:pt idx="3018">
                  <c:v>3</c:v>
                </c:pt>
                <c:pt idx="3019">
                  <c:v>3</c:v>
                </c:pt>
                <c:pt idx="3020">
                  <c:v>3</c:v>
                </c:pt>
                <c:pt idx="3021">
                  <c:v>3</c:v>
                </c:pt>
                <c:pt idx="3022">
                  <c:v>3</c:v>
                </c:pt>
                <c:pt idx="3023">
                  <c:v>3</c:v>
                </c:pt>
                <c:pt idx="3024">
                  <c:v>3</c:v>
                </c:pt>
                <c:pt idx="3025">
                  <c:v>3</c:v>
                </c:pt>
                <c:pt idx="3026">
                  <c:v>3</c:v>
                </c:pt>
                <c:pt idx="3027">
                  <c:v>3</c:v>
                </c:pt>
                <c:pt idx="3028">
                  <c:v>3</c:v>
                </c:pt>
                <c:pt idx="3029">
                  <c:v>3</c:v>
                </c:pt>
                <c:pt idx="3030">
                  <c:v>3</c:v>
                </c:pt>
                <c:pt idx="3031">
                  <c:v>3</c:v>
                </c:pt>
                <c:pt idx="3032">
                  <c:v>3</c:v>
                </c:pt>
                <c:pt idx="3033">
                  <c:v>3</c:v>
                </c:pt>
                <c:pt idx="3034">
                  <c:v>3</c:v>
                </c:pt>
                <c:pt idx="3035">
                  <c:v>3</c:v>
                </c:pt>
                <c:pt idx="3036">
                  <c:v>3</c:v>
                </c:pt>
                <c:pt idx="3037">
                  <c:v>3</c:v>
                </c:pt>
                <c:pt idx="3038">
                  <c:v>3</c:v>
                </c:pt>
                <c:pt idx="3039">
                  <c:v>3</c:v>
                </c:pt>
                <c:pt idx="3040">
                  <c:v>3</c:v>
                </c:pt>
                <c:pt idx="3041">
                  <c:v>3</c:v>
                </c:pt>
                <c:pt idx="3042">
                  <c:v>3</c:v>
                </c:pt>
                <c:pt idx="3043">
                  <c:v>3</c:v>
                </c:pt>
                <c:pt idx="3044">
                  <c:v>3</c:v>
                </c:pt>
                <c:pt idx="3045">
                  <c:v>3</c:v>
                </c:pt>
                <c:pt idx="3046">
                  <c:v>3</c:v>
                </c:pt>
                <c:pt idx="3047">
                  <c:v>3</c:v>
                </c:pt>
                <c:pt idx="3048">
                  <c:v>3</c:v>
                </c:pt>
                <c:pt idx="3049">
                  <c:v>3</c:v>
                </c:pt>
                <c:pt idx="3050">
                  <c:v>3</c:v>
                </c:pt>
                <c:pt idx="3051">
                  <c:v>3</c:v>
                </c:pt>
                <c:pt idx="3052">
                  <c:v>3</c:v>
                </c:pt>
                <c:pt idx="3053">
                  <c:v>3</c:v>
                </c:pt>
                <c:pt idx="3054">
                  <c:v>3</c:v>
                </c:pt>
                <c:pt idx="3055">
                  <c:v>3</c:v>
                </c:pt>
                <c:pt idx="3056">
                  <c:v>3</c:v>
                </c:pt>
                <c:pt idx="3057">
                  <c:v>3</c:v>
                </c:pt>
                <c:pt idx="3058">
                  <c:v>3</c:v>
                </c:pt>
                <c:pt idx="3059">
                  <c:v>3</c:v>
                </c:pt>
                <c:pt idx="3060">
                  <c:v>3</c:v>
                </c:pt>
                <c:pt idx="3061">
                  <c:v>3</c:v>
                </c:pt>
                <c:pt idx="3062">
                  <c:v>3</c:v>
                </c:pt>
                <c:pt idx="3063">
                  <c:v>3</c:v>
                </c:pt>
                <c:pt idx="3064">
                  <c:v>3</c:v>
                </c:pt>
                <c:pt idx="3065">
                  <c:v>3</c:v>
                </c:pt>
                <c:pt idx="3066">
                  <c:v>3</c:v>
                </c:pt>
                <c:pt idx="3067">
                  <c:v>3</c:v>
                </c:pt>
                <c:pt idx="3068">
                  <c:v>3</c:v>
                </c:pt>
                <c:pt idx="3069">
                  <c:v>3</c:v>
                </c:pt>
                <c:pt idx="3070">
                  <c:v>3</c:v>
                </c:pt>
                <c:pt idx="3071">
                  <c:v>3</c:v>
                </c:pt>
                <c:pt idx="3072">
                  <c:v>3</c:v>
                </c:pt>
                <c:pt idx="3073">
                  <c:v>3</c:v>
                </c:pt>
                <c:pt idx="3074">
                  <c:v>3</c:v>
                </c:pt>
                <c:pt idx="3075">
                  <c:v>3</c:v>
                </c:pt>
                <c:pt idx="3076">
                  <c:v>3</c:v>
                </c:pt>
                <c:pt idx="3077">
                  <c:v>3</c:v>
                </c:pt>
                <c:pt idx="3078">
                  <c:v>3</c:v>
                </c:pt>
                <c:pt idx="3079">
                  <c:v>3</c:v>
                </c:pt>
                <c:pt idx="3080">
                  <c:v>3</c:v>
                </c:pt>
                <c:pt idx="3081">
                  <c:v>3</c:v>
                </c:pt>
                <c:pt idx="3082">
                  <c:v>3</c:v>
                </c:pt>
                <c:pt idx="3083">
                  <c:v>3</c:v>
                </c:pt>
                <c:pt idx="3084">
                  <c:v>3</c:v>
                </c:pt>
                <c:pt idx="3085">
                  <c:v>3</c:v>
                </c:pt>
                <c:pt idx="3086">
                  <c:v>3</c:v>
                </c:pt>
                <c:pt idx="3087">
                  <c:v>3</c:v>
                </c:pt>
                <c:pt idx="3088">
                  <c:v>3</c:v>
                </c:pt>
                <c:pt idx="3089">
                  <c:v>3</c:v>
                </c:pt>
                <c:pt idx="3090">
                  <c:v>3</c:v>
                </c:pt>
                <c:pt idx="3091">
                  <c:v>3</c:v>
                </c:pt>
                <c:pt idx="3092">
                  <c:v>3</c:v>
                </c:pt>
                <c:pt idx="3093">
                  <c:v>3</c:v>
                </c:pt>
                <c:pt idx="3094">
                  <c:v>3</c:v>
                </c:pt>
                <c:pt idx="3095">
                  <c:v>3</c:v>
                </c:pt>
                <c:pt idx="3096">
                  <c:v>3</c:v>
                </c:pt>
                <c:pt idx="3097">
                  <c:v>3</c:v>
                </c:pt>
                <c:pt idx="3098">
                  <c:v>3</c:v>
                </c:pt>
                <c:pt idx="3099">
                  <c:v>3</c:v>
                </c:pt>
                <c:pt idx="3100">
                  <c:v>3</c:v>
                </c:pt>
                <c:pt idx="3101">
                  <c:v>3</c:v>
                </c:pt>
                <c:pt idx="3102">
                  <c:v>3</c:v>
                </c:pt>
                <c:pt idx="3103">
                  <c:v>3</c:v>
                </c:pt>
                <c:pt idx="3104">
                  <c:v>3</c:v>
                </c:pt>
                <c:pt idx="3105">
                  <c:v>3</c:v>
                </c:pt>
                <c:pt idx="3106">
                  <c:v>3</c:v>
                </c:pt>
                <c:pt idx="3107">
                  <c:v>3</c:v>
                </c:pt>
                <c:pt idx="3108">
                  <c:v>3</c:v>
                </c:pt>
                <c:pt idx="3109">
                  <c:v>3</c:v>
                </c:pt>
                <c:pt idx="3110">
                  <c:v>3</c:v>
                </c:pt>
                <c:pt idx="3111">
                  <c:v>3</c:v>
                </c:pt>
                <c:pt idx="3112">
                  <c:v>3</c:v>
                </c:pt>
                <c:pt idx="3113">
                  <c:v>3</c:v>
                </c:pt>
                <c:pt idx="3114">
                  <c:v>3</c:v>
                </c:pt>
                <c:pt idx="3115">
                  <c:v>3</c:v>
                </c:pt>
                <c:pt idx="3116">
                  <c:v>3</c:v>
                </c:pt>
                <c:pt idx="3117">
                  <c:v>3</c:v>
                </c:pt>
                <c:pt idx="3118">
                  <c:v>3</c:v>
                </c:pt>
                <c:pt idx="3119">
                  <c:v>3</c:v>
                </c:pt>
                <c:pt idx="3120">
                  <c:v>3</c:v>
                </c:pt>
                <c:pt idx="3121">
                  <c:v>3</c:v>
                </c:pt>
                <c:pt idx="3122">
                  <c:v>3</c:v>
                </c:pt>
                <c:pt idx="3123">
                  <c:v>3</c:v>
                </c:pt>
                <c:pt idx="3124">
                  <c:v>3</c:v>
                </c:pt>
                <c:pt idx="3125">
                  <c:v>3</c:v>
                </c:pt>
                <c:pt idx="3126">
                  <c:v>3</c:v>
                </c:pt>
                <c:pt idx="3127">
                  <c:v>3</c:v>
                </c:pt>
                <c:pt idx="3128">
                  <c:v>3</c:v>
                </c:pt>
                <c:pt idx="3129">
                  <c:v>3</c:v>
                </c:pt>
                <c:pt idx="3130">
                  <c:v>3</c:v>
                </c:pt>
                <c:pt idx="3131">
                  <c:v>3</c:v>
                </c:pt>
                <c:pt idx="3132">
                  <c:v>3</c:v>
                </c:pt>
                <c:pt idx="3133">
                  <c:v>3</c:v>
                </c:pt>
                <c:pt idx="3134">
                  <c:v>3</c:v>
                </c:pt>
                <c:pt idx="3135">
                  <c:v>3</c:v>
                </c:pt>
                <c:pt idx="3136">
                  <c:v>3</c:v>
                </c:pt>
                <c:pt idx="3137">
                  <c:v>3</c:v>
                </c:pt>
                <c:pt idx="3138">
                  <c:v>3</c:v>
                </c:pt>
                <c:pt idx="3139">
                  <c:v>3</c:v>
                </c:pt>
                <c:pt idx="3140">
                  <c:v>3</c:v>
                </c:pt>
                <c:pt idx="3141">
                  <c:v>3</c:v>
                </c:pt>
                <c:pt idx="3142">
                  <c:v>3</c:v>
                </c:pt>
                <c:pt idx="3143">
                  <c:v>3</c:v>
                </c:pt>
                <c:pt idx="3144">
                  <c:v>3</c:v>
                </c:pt>
                <c:pt idx="3145">
                  <c:v>3</c:v>
                </c:pt>
                <c:pt idx="3146">
                  <c:v>3</c:v>
                </c:pt>
                <c:pt idx="3147">
                  <c:v>3</c:v>
                </c:pt>
                <c:pt idx="3148">
                  <c:v>3</c:v>
                </c:pt>
                <c:pt idx="3149">
                  <c:v>3</c:v>
                </c:pt>
                <c:pt idx="3150">
                  <c:v>3</c:v>
                </c:pt>
                <c:pt idx="3151">
                  <c:v>3</c:v>
                </c:pt>
                <c:pt idx="3152">
                  <c:v>3</c:v>
                </c:pt>
                <c:pt idx="3153">
                  <c:v>3</c:v>
                </c:pt>
                <c:pt idx="3154">
                  <c:v>3</c:v>
                </c:pt>
                <c:pt idx="3155">
                  <c:v>3</c:v>
                </c:pt>
                <c:pt idx="3156">
                  <c:v>3</c:v>
                </c:pt>
                <c:pt idx="3157">
                  <c:v>3</c:v>
                </c:pt>
                <c:pt idx="3158">
                  <c:v>3</c:v>
                </c:pt>
                <c:pt idx="3159">
                  <c:v>3</c:v>
                </c:pt>
                <c:pt idx="3160">
                  <c:v>3</c:v>
                </c:pt>
                <c:pt idx="3161">
                  <c:v>3</c:v>
                </c:pt>
                <c:pt idx="3162">
                  <c:v>3</c:v>
                </c:pt>
                <c:pt idx="3163">
                  <c:v>3</c:v>
                </c:pt>
                <c:pt idx="3164">
                  <c:v>3</c:v>
                </c:pt>
                <c:pt idx="3165">
                  <c:v>3</c:v>
                </c:pt>
                <c:pt idx="3166">
                  <c:v>3</c:v>
                </c:pt>
                <c:pt idx="3167">
                  <c:v>3</c:v>
                </c:pt>
                <c:pt idx="3168">
                  <c:v>3</c:v>
                </c:pt>
                <c:pt idx="3169">
                  <c:v>3</c:v>
                </c:pt>
                <c:pt idx="3170">
                  <c:v>3</c:v>
                </c:pt>
                <c:pt idx="3171">
                  <c:v>3</c:v>
                </c:pt>
                <c:pt idx="3172">
                  <c:v>3</c:v>
                </c:pt>
                <c:pt idx="3173">
                  <c:v>3</c:v>
                </c:pt>
                <c:pt idx="3174">
                  <c:v>3</c:v>
                </c:pt>
                <c:pt idx="3175">
                  <c:v>3</c:v>
                </c:pt>
                <c:pt idx="3176">
                  <c:v>3</c:v>
                </c:pt>
                <c:pt idx="3177">
                  <c:v>3</c:v>
                </c:pt>
                <c:pt idx="3178">
                  <c:v>3</c:v>
                </c:pt>
                <c:pt idx="3179">
                  <c:v>3</c:v>
                </c:pt>
                <c:pt idx="3180">
                  <c:v>3</c:v>
                </c:pt>
                <c:pt idx="3181">
                  <c:v>3</c:v>
                </c:pt>
                <c:pt idx="3182">
                  <c:v>3</c:v>
                </c:pt>
                <c:pt idx="3183">
                  <c:v>3</c:v>
                </c:pt>
                <c:pt idx="3184">
                  <c:v>3</c:v>
                </c:pt>
                <c:pt idx="3185">
                  <c:v>3</c:v>
                </c:pt>
                <c:pt idx="3186">
                  <c:v>3</c:v>
                </c:pt>
                <c:pt idx="3187">
                  <c:v>3</c:v>
                </c:pt>
                <c:pt idx="3188">
                  <c:v>3</c:v>
                </c:pt>
                <c:pt idx="3189">
                  <c:v>3</c:v>
                </c:pt>
                <c:pt idx="3190">
                  <c:v>3</c:v>
                </c:pt>
                <c:pt idx="3191">
                  <c:v>3</c:v>
                </c:pt>
                <c:pt idx="3192">
                  <c:v>3</c:v>
                </c:pt>
                <c:pt idx="3193">
                  <c:v>3</c:v>
                </c:pt>
                <c:pt idx="3194">
                  <c:v>3</c:v>
                </c:pt>
                <c:pt idx="3195">
                  <c:v>3</c:v>
                </c:pt>
                <c:pt idx="3196">
                  <c:v>3</c:v>
                </c:pt>
                <c:pt idx="3197">
                  <c:v>3</c:v>
                </c:pt>
                <c:pt idx="3198">
                  <c:v>3</c:v>
                </c:pt>
                <c:pt idx="3199">
                  <c:v>3</c:v>
                </c:pt>
                <c:pt idx="3200">
                  <c:v>3</c:v>
                </c:pt>
                <c:pt idx="3201">
                  <c:v>3</c:v>
                </c:pt>
                <c:pt idx="3202">
                  <c:v>3</c:v>
                </c:pt>
                <c:pt idx="3203">
                  <c:v>3</c:v>
                </c:pt>
                <c:pt idx="3204">
                  <c:v>3</c:v>
                </c:pt>
                <c:pt idx="3205">
                  <c:v>3</c:v>
                </c:pt>
                <c:pt idx="3206">
                  <c:v>3</c:v>
                </c:pt>
                <c:pt idx="3207">
                  <c:v>3</c:v>
                </c:pt>
                <c:pt idx="3208">
                  <c:v>3</c:v>
                </c:pt>
                <c:pt idx="3209">
                  <c:v>3</c:v>
                </c:pt>
                <c:pt idx="3210">
                  <c:v>3</c:v>
                </c:pt>
                <c:pt idx="3211">
                  <c:v>3</c:v>
                </c:pt>
                <c:pt idx="3212">
                  <c:v>3</c:v>
                </c:pt>
                <c:pt idx="3213">
                  <c:v>3</c:v>
                </c:pt>
                <c:pt idx="3214">
                  <c:v>3</c:v>
                </c:pt>
                <c:pt idx="3215">
                  <c:v>3</c:v>
                </c:pt>
                <c:pt idx="3216">
                  <c:v>3</c:v>
                </c:pt>
                <c:pt idx="3217">
                  <c:v>3</c:v>
                </c:pt>
                <c:pt idx="3218">
                  <c:v>3</c:v>
                </c:pt>
                <c:pt idx="3219">
                  <c:v>3</c:v>
                </c:pt>
                <c:pt idx="3220">
                  <c:v>3</c:v>
                </c:pt>
                <c:pt idx="3221">
                  <c:v>3</c:v>
                </c:pt>
                <c:pt idx="3222">
                  <c:v>3</c:v>
                </c:pt>
                <c:pt idx="3223">
                  <c:v>3.25</c:v>
                </c:pt>
                <c:pt idx="3224">
                  <c:v>3.25</c:v>
                </c:pt>
                <c:pt idx="3225">
                  <c:v>3.25</c:v>
                </c:pt>
                <c:pt idx="3226">
                  <c:v>3.25</c:v>
                </c:pt>
                <c:pt idx="3227">
                  <c:v>3.25</c:v>
                </c:pt>
                <c:pt idx="3228">
                  <c:v>3.25</c:v>
                </c:pt>
                <c:pt idx="3229">
                  <c:v>3.25</c:v>
                </c:pt>
                <c:pt idx="3230">
                  <c:v>3.25</c:v>
                </c:pt>
                <c:pt idx="3231">
                  <c:v>3.25</c:v>
                </c:pt>
                <c:pt idx="3232">
                  <c:v>3.25</c:v>
                </c:pt>
                <c:pt idx="3233">
                  <c:v>3.25</c:v>
                </c:pt>
                <c:pt idx="3234">
                  <c:v>3.25</c:v>
                </c:pt>
                <c:pt idx="3235">
                  <c:v>3.25</c:v>
                </c:pt>
                <c:pt idx="3236">
                  <c:v>3.25</c:v>
                </c:pt>
                <c:pt idx="3237">
                  <c:v>3.25</c:v>
                </c:pt>
                <c:pt idx="3238">
                  <c:v>3.25</c:v>
                </c:pt>
                <c:pt idx="3239">
                  <c:v>3.25</c:v>
                </c:pt>
                <c:pt idx="3240">
                  <c:v>3.25</c:v>
                </c:pt>
                <c:pt idx="3241">
                  <c:v>3.25</c:v>
                </c:pt>
                <c:pt idx="3242">
                  <c:v>3.25</c:v>
                </c:pt>
                <c:pt idx="3243">
                  <c:v>3.25</c:v>
                </c:pt>
                <c:pt idx="3244">
                  <c:v>3.25</c:v>
                </c:pt>
                <c:pt idx="3245">
                  <c:v>3.25</c:v>
                </c:pt>
                <c:pt idx="3246">
                  <c:v>3.25</c:v>
                </c:pt>
                <c:pt idx="3247">
                  <c:v>3.25</c:v>
                </c:pt>
                <c:pt idx="3248">
                  <c:v>3.25</c:v>
                </c:pt>
                <c:pt idx="3249">
                  <c:v>3.25</c:v>
                </c:pt>
                <c:pt idx="3250">
                  <c:v>3.25</c:v>
                </c:pt>
                <c:pt idx="3251">
                  <c:v>3.25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4</c:v>
                </c:pt>
                <c:pt idx="3289">
                  <c:v>4</c:v>
                </c:pt>
                <c:pt idx="3290">
                  <c:v>4</c:v>
                </c:pt>
                <c:pt idx="3291">
                  <c:v>4</c:v>
                </c:pt>
                <c:pt idx="3292">
                  <c:v>4</c:v>
                </c:pt>
                <c:pt idx="3293">
                  <c:v>4</c:v>
                </c:pt>
                <c:pt idx="3294">
                  <c:v>4</c:v>
                </c:pt>
                <c:pt idx="3295">
                  <c:v>4</c:v>
                </c:pt>
                <c:pt idx="3296">
                  <c:v>4</c:v>
                </c:pt>
                <c:pt idx="3297">
                  <c:v>4</c:v>
                </c:pt>
                <c:pt idx="3298">
                  <c:v>4</c:v>
                </c:pt>
                <c:pt idx="3299">
                  <c:v>4</c:v>
                </c:pt>
                <c:pt idx="3300">
                  <c:v>4</c:v>
                </c:pt>
                <c:pt idx="3301">
                  <c:v>4</c:v>
                </c:pt>
                <c:pt idx="3302">
                  <c:v>4</c:v>
                </c:pt>
                <c:pt idx="3303">
                  <c:v>4</c:v>
                </c:pt>
                <c:pt idx="3304">
                  <c:v>4</c:v>
                </c:pt>
                <c:pt idx="3305">
                  <c:v>4</c:v>
                </c:pt>
                <c:pt idx="3306">
                  <c:v>4</c:v>
                </c:pt>
                <c:pt idx="3307">
                  <c:v>4</c:v>
                </c:pt>
                <c:pt idx="3308">
                  <c:v>4</c:v>
                </c:pt>
                <c:pt idx="3309">
                  <c:v>4</c:v>
                </c:pt>
                <c:pt idx="3310">
                  <c:v>4</c:v>
                </c:pt>
                <c:pt idx="3311">
                  <c:v>4</c:v>
                </c:pt>
                <c:pt idx="3312">
                  <c:v>4</c:v>
                </c:pt>
                <c:pt idx="3313">
                  <c:v>4</c:v>
                </c:pt>
                <c:pt idx="3314">
                  <c:v>4</c:v>
                </c:pt>
                <c:pt idx="3315">
                  <c:v>4</c:v>
                </c:pt>
                <c:pt idx="3316">
                  <c:v>4</c:v>
                </c:pt>
                <c:pt idx="3317">
                  <c:v>4</c:v>
                </c:pt>
                <c:pt idx="3318">
                  <c:v>4</c:v>
                </c:pt>
                <c:pt idx="3319">
                  <c:v>4</c:v>
                </c:pt>
                <c:pt idx="3320">
                  <c:v>4</c:v>
                </c:pt>
                <c:pt idx="3321">
                  <c:v>4</c:v>
                </c:pt>
                <c:pt idx="3322">
                  <c:v>4</c:v>
                </c:pt>
                <c:pt idx="3323">
                  <c:v>4.5</c:v>
                </c:pt>
                <c:pt idx="3324">
                  <c:v>4.5</c:v>
                </c:pt>
                <c:pt idx="3325">
                  <c:v>4.5</c:v>
                </c:pt>
                <c:pt idx="3326">
                  <c:v>4.5</c:v>
                </c:pt>
                <c:pt idx="3327">
                  <c:v>4.5</c:v>
                </c:pt>
                <c:pt idx="3328">
                  <c:v>4.5</c:v>
                </c:pt>
                <c:pt idx="3329">
                  <c:v>4.5</c:v>
                </c:pt>
                <c:pt idx="3330">
                  <c:v>4.5</c:v>
                </c:pt>
                <c:pt idx="3331">
                  <c:v>4.5</c:v>
                </c:pt>
                <c:pt idx="3332">
                  <c:v>4.5</c:v>
                </c:pt>
                <c:pt idx="3333">
                  <c:v>4.5</c:v>
                </c:pt>
                <c:pt idx="3334">
                  <c:v>4.5</c:v>
                </c:pt>
                <c:pt idx="3335">
                  <c:v>4.5</c:v>
                </c:pt>
                <c:pt idx="3336">
                  <c:v>4.5</c:v>
                </c:pt>
                <c:pt idx="3337">
                  <c:v>4.5</c:v>
                </c:pt>
                <c:pt idx="3338">
                  <c:v>4.5</c:v>
                </c:pt>
                <c:pt idx="3339">
                  <c:v>4.5</c:v>
                </c:pt>
                <c:pt idx="3340">
                  <c:v>4.5</c:v>
                </c:pt>
                <c:pt idx="3341">
                  <c:v>4.5</c:v>
                </c:pt>
                <c:pt idx="3342">
                  <c:v>4.5</c:v>
                </c:pt>
                <c:pt idx="3343">
                  <c:v>4.5</c:v>
                </c:pt>
                <c:pt idx="3344">
                  <c:v>4.5</c:v>
                </c:pt>
                <c:pt idx="3345">
                  <c:v>4.5</c:v>
                </c:pt>
                <c:pt idx="3346">
                  <c:v>4.5</c:v>
                </c:pt>
                <c:pt idx="3347">
                  <c:v>4.5</c:v>
                </c:pt>
                <c:pt idx="3348">
                  <c:v>4.5</c:v>
                </c:pt>
                <c:pt idx="3349">
                  <c:v>4.5</c:v>
                </c:pt>
                <c:pt idx="3350">
                  <c:v>4.5</c:v>
                </c:pt>
                <c:pt idx="3351">
                  <c:v>4.5</c:v>
                </c:pt>
                <c:pt idx="3352">
                  <c:v>4.5</c:v>
                </c:pt>
                <c:pt idx="3353">
                  <c:v>4.5</c:v>
                </c:pt>
                <c:pt idx="3354">
                  <c:v>4.5</c:v>
                </c:pt>
                <c:pt idx="3355">
                  <c:v>4.5</c:v>
                </c:pt>
                <c:pt idx="3356">
                  <c:v>4.5</c:v>
                </c:pt>
                <c:pt idx="3357">
                  <c:v>4.5</c:v>
                </c:pt>
                <c:pt idx="3358">
                  <c:v>4.75</c:v>
                </c:pt>
                <c:pt idx="3359">
                  <c:v>4.75</c:v>
                </c:pt>
                <c:pt idx="3360">
                  <c:v>4.75</c:v>
                </c:pt>
                <c:pt idx="3361">
                  <c:v>4.75</c:v>
                </c:pt>
                <c:pt idx="3362">
                  <c:v>4.75</c:v>
                </c:pt>
                <c:pt idx="3363">
                  <c:v>4.75</c:v>
                </c:pt>
                <c:pt idx="3364">
                  <c:v>4.75</c:v>
                </c:pt>
                <c:pt idx="3365">
                  <c:v>4.75</c:v>
                </c:pt>
                <c:pt idx="3366">
                  <c:v>4.75</c:v>
                </c:pt>
                <c:pt idx="3367">
                  <c:v>4.75</c:v>
                </c:pt>
                <c:pt idx="3368">
                  <c:v>4.75</c:v>
                </c:pt>
                <c:pt idx="3369">
                  <c:v>4.75</c:v>
                </c:pt>
                <c:pt idx="3370">
                  <c:v>4.75</c:v>
                </c:pt>
                <c:pt idx="3371">
                  <c:v>4.75</c:v>
                </c:pt>
                <c:pt idx="3372">
                  <c:v>4.75</c:v>
                </c:pt>
                <c:pt idx="3373">
                  <c:v>4.75</c:v>
                </c:pt>
                <c:pt idx="3374">
                  <c:v>4.75</c:v>
                </c:pt>
                <c:pt idx="3375">
                  <c:v>4.75</c:v>
                </c:pt>
                <c:pt idx="3376">
                  <c:v>4.75</c:v>
                </c:pt>
                <c:pt idx="3377">
                  <c:v>4.75</c:v>
                </c:pt>
                <c:pt idx="3378">
                  <c:v>4.75</c:v>
                </c:pt>
                <c:pt idx="3379">
                  <c:v>4.75</c:v>
                </c:pt>
                <c:pt idx="3380">
                  <c:v>4.75</c:v>
                </c:pt>
                <c:pt idx="3381">
                  <c:v>4.75</c:v>
                </c:pt>
                <c:pt idx="3382">
                  <c:v>4.75</c:v>
                </c:pt>
                <c:pt idx="3383">
                  <c:v>4.75</c:v>
                </c:pt>
                <c:pt idx="3384">
                  <c:v>4.75</c:v>
                </c:pt>
                <c:pt idx="3385">
                  <c:v>4.75</c:v>
                </c:pt>
                <c:pt idx="3386">
                  <c:v>4.75</c:v>
                </c:pt>
                <c:pt idx="3387">
                  <c:v>4.75</c:v>
                </c:pt>
                <c:pt idx="3388">
                  <c:v>4.75</c:v>
                </c:pt>
                <c:pt idx="3389">
                  <c:v>4.75</c:v>
                </c:pt>
                <c:pt idx="3390">
                  <c:v>4.75</c:v>
                </c:pt>
                <c:pt idx="3391">
                  <c:v>4.75</c:v>
                </c:pt>
                <c:pt idx="3392">
                  <c:v>4.75</c:v>
                </c:pt>
                <c:pt idx="3393">
                  <c:v>4.75</c:v>
                </c:pt>
                <c:pt idx="3394">
                  <c:v>4.75</c:v>
                </c:pt>
                <c:pt idx="3395">
                  <c:v>4.75</c:v>
                </c:pt>
                <c:pt idx="3396">
                  <c:v>4.75</c:v>
                </c:pt>
                <c:pt idx="3397">
                  <c:v>4.75</c:v>
                </c:pt>
                <c:pt idx="3398">
                  <c:v>4.75</c:v>
                </c:pt>
                <c:pt idx="3399">
                  <c:v>4.75</c:v>
                </c:pt>
                <c:pt idx="3400">
                  <c:v>4.75</c:v>
                </c:pt>
                <c:pt idx="3401">
                  <c:v>4.75</c:v>
                </c:pt>
                <c:pt idx="3402">
                  <c:v>4.75</c:v>
                </c:pt>
                <c:pt idx="3403">
                  <c:v>4.75</c:v>
                </c:pt>
                <c:pt idx="3404">
                  <c:v>4.75</c:v>
                </c:pt>
                <c:pt idx="3405">
                  <c:v>4.75</c:v>
                </c:pt>
                <c:pt idx="3406">
                  <c:v>4.75</c:v>
                </c:pt>
                <c:pt idx="3407">
                  <c:v>4.75</c:v>
                </c:pt>
                <c:pt idx="3408">
                  <c:v>4.75</c:v>
                </c:pt>
                <c:pt idx="3409">
                  <c:v>4.75</c:v>
                </c:pt>
                <c:pt idx="3410">
                  <c:v>4.75</c:v>
                </c:pt>
                <c:pt idx="3411">
                  <c:v>4.75</c:v>
                </c:pt>
                <c:pt idx="3412">
                  <c:v>4.75</c:v>
                </c:pt>
                <c:pt idx="3413">
                  <c:v>4.75</c:v>
                </c:pt>
                <c:pt idx="3414">
                  <c:v>4.75</c:v>
                </c:pt>
                <c:pt idx="3415">
                  <c:v>4.75</c:v>
                </c:pt>
                <c:pt idx="3416">
                  <c:v>4.75</c:v>
                </c:pt>
                <c:pt idx="3417">
                  <c:v>4.75</c:v>
                </c:pt>
                <c:pt idx="3418">
                  <c:v>4.75</c:v>
                </c:pt>
                <c:pt idx="3419">
                  <c:v>4.75</c:v>
                </c:pt>
                <c:pt idx="3420">
                  <c:v>4.75</c:v>
                </c:pt>
                <c:pt idx="3421">
                  <c:v>4.75</c:v>
                </c:pt>
                <c:pt idx="3422">
                  <c:v>4.75</c:v>
                </c:pt>
                <c:pt idx="3423">
                  <c:v>4.75</c:v>
                </c:pt>
                <c:pt idx="3424">
                  <c:v>4.75</c:v>
                </c:pt>
                <c:pt idx="3425">
                  <c:v>4.75</c:v>
                </c:pt>
                <c:pt idx="3426">
                  <c:v>4.75</c:v>
                </c:pt>
                <c:pt idx="3427">
                  <c:v>4.75</c:v>
                </c:pt>
                <c:pt idx="3428">
                  <c:v>4.75</c:v>
                </c:pt>
                <c:pt idx="3429">
                  <c:v>4.75</c:v>
                </c:pt>
                <c:pt idx="3430">
                  <c:v>4.75</c:v>
                </c:pt>
                <c:pt idx="3431">
                  <c:v>4.75</c:v>
                </c:pt>
                <c:pt idx="3432">
                  <c:v>4.75</c:v>
                </c:pt>
                <c:pt idx="3433">
                  <c:v>4.75</c:v>
                </c:pt>
                <c:pt idx="3434">
                  <c:v>4.75</c:v>
                </c:pt>
                <c:pt idx="3435">
                  <c:v>4.75</c:v>
                </c:pt>
                <c:pt idx="3436">
                  <c:v>4.75</c:v>
                </c:pt>
                <c:pt idx="3437">
                  <c:v>4.75</c:v>
                </c:pt>
                <c:pt idx="3438">
                  <c:v>4.75</c:v>
                </c:pt>
                <c:pt idx="3439">
                  <c:v>4.75</c:v>
                </c:pt>
                <c:pt idx="3440">
                  <c:v>4.75</c:v>
                </c:pt>
                <c:pt idx="3441">
                  <c:v>4.75</c:v>
                </c:pt>
                <c:pt idx="3442">
                  <c:v>4.75</c:v>
                </c:pt>
                <c:pt idx="3443">
                  <c:v>4.75</c:v>
                </c:pt>
                <c:pt idx="3444">
                  <c:v>4.75</c:v>
                </c:pt>
                <c:pt idx="3445">
                  <c:v>4.75</c:v>
                </c:pt>
                <c:pt idx="3446">
                  <c:v>4.75</c:v>
                </c:pt>
                <c:pt idx="3447">
                  <c:v>4.75</c:v>
                </c:pt>
                <c:pt idx="3448">
                  <c:v>4.75</c:v>
                </c:pt>
                <c:pt idx="3449">
                  <c:v>4.75</c:v>
                </c:pt>
                <c:pt idx="3450">
                  <c:v>4.75</c:v>
                </c:pt>
                <c:pt idx="3451">
                  <c:v>4.75</c:v>
                </c:pt>
                <c:pt idx="3452">
                  <c:v>4.75</c:v>
                </c:pt>
                <c:pt idx="3453">
                  <c:v>4.75</c:v>
                </c:pt>
                <c:pt idx="3454">
                  <c:v>4.75</c:v>
                </c:pt>
                <c:pt idx="3455">
                  <c:v>4.75</c:v>
                </c:pt>
                <c:pt idx="3456">
                  <c:v>4.75</c:v>
                </c:pt>
                <c:pt idx="3457">
                  <c:v>4.75</c:v>
                </c:pt>
                <c:pt idx="3458">
                  <c:v>4.75</c:v>
                </c:pt>
                <c:pt idx="3459">
                  <c:v>4.75</c:v>
                </c:pt>
                <c:pt idx="3460">
                  <c:v>4.75</c:v>
                </c:pt>
                <c:pt idx="3461">
                  <c:v>4.75</c:v>
                </c:pt>
                <c:pt idx="3462">
                  <c:v>4.75</c:v>
                </c:pt>
                <c:pt idx="3463">
                  <c:v>4.75</c:v>
                </c:pt>
                <c:pt idx="3464">
                  <c:v>4.75</c:v>
                </c:pt>
                <c:pt idx="3465">
                  <c:v>4.75</c:v>
                </c:pt>
                <c:pt idx="3466">
                  <c:v>4.75</c:v>
                </c:pt>
                <c:pt idx="3467">
                  <c:v>4.75</c:v>
                </c:pt>
                <c:pt idx="3468">
                  <c:v>4.75</c:v>
                </c:pt>
                <c:pt idx="3469">
                  <c:v>4.75</c:v>
                </c:pt>
                <c:pt idx="3470">
                  <c:v>4.75</c:v>
                </c:pt>
                <c:pt idx="3471">
                  <c:v>4.75</c:v>
                </c:pt>
                <c:pt idx="3472">
                  <c:v>4.75</c:v>
                </c:pt>
                <c:pt idx="3473">
                  <c:v>4.75</c:v>
                </c:pt>
                <c:pt idx="3474">
                  <c:v>4.75</c:v>
                </c:pt>
                <c:pt idx="3475">
                  <c:v>4.75</c:v>
                </c:pt>
                <c:pt idx="3476">
                  <c:v>4.75</c:v>
                </c:pt>
                <c:pt idx="3477">
                  <c:v>4.75</c:v>
                </c:pt>
                <c:pt idx="3478">
                  <c:v>4.75</c:v>
                </c:pt>
                <c:pt idx="3479">
                  <c:v>4.75</c:v>
                </c:pt>
                <c:pt idx="3480">
                  <c:v>4.75</c:v>
                </c:pt>
                <c:pt idx="3481">
                  <c:v>4.75</c:v>
                </c:pt>
                <c:pt idx="3482">
                  <c:v>4.75</c:v>
                </c:pt>
                <c:pt idx="3483">
                  <c:v>4.5</c:v>
                </c:pt>
                <c:pt idx="3484">
                  <c:v>4.5</c:v>
                </c:pt>
                <c:pt idx="3485">
                  <c:v>4.5</c:v>
                </c:pt>
                <c:pt idx="3486">
                  <c:v>4.5</c:v>
                </c:pt>
                <c:pt idx="3487">
                  <c:v>4.5</c:v>
                </c:pt>
                <c:pt idx="3488">
                  <c:v>4.5</c:v>
                </c:pt>
                <c:pt idx="3489">
                  <c:v>4.5</c:v>
                </c:pt>
                <c:pt idx="3490">
                  <c:v>4.5</c:v>
                </c:pt>
                <c:pt idx="3491">
                  <c:v>4.5</c:v>
                </c:pt>
                <c:pt idx="3492">
                  <c:v>4.5</c:v>
                </c:pt>
                <c:pt idx="3493">
                  <c:v>4.5</c:v>
                </c:pt>
                <c:pt idx="3494">
                  <c:v>4.5</c:v>
                </c:pt>
                <c:pt idx="3495">
                  <c:v>4.5</c:v>
                </c:pt>
                <c:pt idx="3496">
                  <c:v>4.5</c:v>
                </c:pt>
                <c:pt idx="3497">
                  <c:v>4.5</c:v>
                </c:pt>
                <c:pt idx="3498">
                  <c:v>4.5</c:v>
                </c:pt>
                <c:pt idx="3499">
                  <c:v>4.5</c:v>
                </c:pt>
                <c:pt idx="3500">
                  <c:v>4.5</c:v>
                </c:pt>
                <c:pt idx="3501">
                  <c:v>4.5</c:v>
                </c:pt>
                <c:pt idx="3502">
                  <c:v>4.5</c:v>
                </c:pt>
                <c:pt idx="3503">
                  <c:v>4.5</c:v>
                </c:pt>
                <c:pt idx="3504">
                  <c:v>4.5</c:v>
                </c:pt>
                <c:pt idx="3505">
                  <c:v>4.5</c:v>
                </c:pt>
                <c:pt idx="3506">
                  <c:v>4.5</c:v>
                </c:pt>
                <c:pt idx="3507">
                  <c:v>4.5</c:v>
                </c:pt>
                <c:pt idx="3508">
                  <c:v>4.5</c:v>
                </c:pt>
                <c:pt idx="3509">
                  <c:v>4.5</c:v>
                </c:pt>
                <c:pt idx="3510">
                  <c:v>4.5</c:v>
                </c:pt>
                <c:pt idx="3511">
                  <c:v>4.5</c:v>
                </c:pt>
                <c:pt idx="3512">
                  <c:v>4.5</c:v>
                </c:pt>
                <c:pt idx="3513">
                  <c:v>4.5</c:v>
                </c:pt>
                <c:pt idx="3514">
                  <c:v>4.5</c:v>
                </c:pt>
                <c:pt idx="3515">
                  <c:v>4.5</c:v>
                </c:pt>
                <c:pt idx="3516">
                  <c:v>4.5</c:v>
                </c:pt>
                <c:pt idx="3517">
                  <c:v>4.5</c:v>
                </c:pt>
                <c:pt idx="3518">
                  <c:v>4.5</c:v>
                </c:pt>
                <c:pt idx="3519">
                  <c:v>4.5</c:v>
                </c:pt>
                <c:pt idx="3520">
                  <c:v>4.5</c:v>
                </c:pt>
                <c:pt idx="3521">
                  <c:v>4.5</c:v>
                </c:pt>
                <c:pt idx="3522">
                  <c:v>4.5</c:v>
                </c:pt>
                <c:pt idx="3523">
                  <c:v>4.5</c:v>
                </c:pt>
                <c:pt idx="3524">
                  <c:v>4.5</c:v>
                </c:pt>
                <c:pt idx="3525">
                  <c:v>4.5</c:v>
                </c:pt>
                <c:pt idx="3526">
                  <c:v>4.5</c:v>
                </c:pt>
                <c:pt idx="3527">
                  <c:v>4.5</c:v>
                </c:pt>
                <c:pt idx="3528">
                  <c:v>4.5</c:v>
                </c:pt>
                <c:pt idx="3529">
                  <c:v>4.5</c:v>
                </c:pt>
                <c:pt idx="3530">
                  <c:v>4.5</c:v>
                </c:pt>
                <c:pt idx="3531">
                  <c:v>4.5</c:v>
                </c:pt>
                <c:pt idx="3532">
                  <c:v>4.5</c:v>
                </c:pt>
                <c:pt idx="3533">
                  <c:v>4.5</c:v>
                </c:pt>
                <c:pt idx="3534">
                  <c:v>4.5</c:v>
                </c:pt>
                <c:pt idx="3535">
                  <c:v>4.5</c:v>
                </c:pt>
                <c:pt idx="3536">
                  <c:v>4.5</c:v>
                </c:pt>
                <c:pt idx="3537">
                  <c:v>4.5</c:v>
                </c:pt>
                <c:pt idx="3538">
                  <c:v>4.5</c:v>
                </c:pt>
                <c:pt idx="3539">
                  <c:v>4.5</c:v>
                </c:pt>
                <c:pt idx="3540">
                  <c:v>4.5</c:v>
                </c:pt>
                <c:pt idx="3541">
                  <c:v>4.5</c:v>
                </c:pt>
                <c:pt idx="3542">
                  <c:v>4.5</c:v>
                </c:pt>
                <c:pt idx="3543">
                  <c:v>4.5</c:v>
                </c:pt>
                <c:pt idx="3544">
                  <c:v>4.5</c:v>
                </c:pt>
                <c:pt idx="3545">
                  <c:v>4.5</c:v>
                </c:pt>
                <c:pt idx="3546">
                  <c:v>4.5</c:v>
                </c:pt>
                <c:pt idx="3547">
                  <c:v>4.5</c:v>
                </c:pt>
                <c:pt idx="3548">
                  <c:v>4.25</c:v>
                </c:pt>
                <c:pt idx="3549">
                  <c:v>4.25</c:v>
                </c:pt>
                <c:pt idx="3550">
                  <c:v>4.25</c:v>
                </c:pt>
                <c:pt idx="3551">
                  <c:v>4.25</c:v>
                </c:pt>
                <c:pt idx="3552">
                  <c:v>4.25</c:v>
                </c:pt>
                <c:pt idx="3553">
                  <c:v>4.25</c:v>
                </c:pt>
                <c:pt idx="3554">
                  <c:v>4.25</c:v>
                </c:pt>
                <c:pt idx="3555">
                  <c:v>4.25</c:v>
                </c:pt>
                <c:pt idx="3556">
                  <c:v>4.25</c:v>
                </c:pt>
                <c:pt idx="3557">
                  <c:v>4.25</c:v>
                </c:pt>
                <c:pt idx="3558">
                  <c:v>4.25</c:v>
                </c:pt>
                <c:pt idx="3559">
                  <c:v>4.25</c:v>
                </c:pt>
                <c:pt idx="3560">
                  <c:v>4.25</c:v>
                </c:pt>
                <c:pt idx="3561">
                  <c:v>4.25</c:v>
                </c:pt>
                <c:pt idx="3562">
                  <c:v>4.25</c:v>
                </c:pt>
                <c:pt idx="3563">
                  <c:v>4.25</c:v>
                </c:pt>
                <c:pt idx="3564">
                  <c:v>4.25</c:v>
                </c:pt>
                <c:pt idx="3565">
                  <c:v>4.25</c:v>
                </c:pt>
                <c:pt idx="3566">
                  <c:v>4.25</c:v>
                </c:pt>
                <c:pt idx="3567">
                  <c:v>4.25</c:v>
                </c:pt>
                <c:pt idx="3568">
                  <c:v>4.25</c:v>
                </c:pt>
                <c:pt idx="3569">
                  <c:v>4.25</c:v>
                </c:pt>
                <c:pt idx="3570">
                  <c:v>4.25</c:v>
                </c:pt>
                <c:pt idx="3571">
                  <c:v>4.25</c:v>
                </c:pt>
                <c:pt idx="3572">
                  <c:v>4.25</c:v>
                </c:pt>
                <c:pt idx="3573">
                  <c:v>4.25</c:v>
                </c:pt>
                <c:pt idx="3574">
                  <c:v>4.25</c:v>
                </c:pt>
                <c:pt idx="3575">
                  <c:v>4.25</c:v>
                </c:pt>
                <c:pt idx="3576">
                  <c:v>4.25</c:v>
                </c:pt>
                <c:pt idx="3577">
                  <c:v>4.25</c:v>
                </c:pt>
                <c:pt idx="3578">
                  <c:v>4.25</c:v>
                </c:pt>
                <c:pt idx="3579">
                  <c:v>4.25</c:v>
                </c:pt>
                <c:pt idx="3580">
                  <c:v>4.25</c:v>
                </c:pt>
                <c:pt idx="3581">
                  <c:v>4.25</c:v>
                </c:pt>
                <c:pt idx="3582">
                  <c:v>4.25</c:v>
                </c:pt>
                <c:pt idx="3583">
                  <c:v>4</c:v>
                </c:pt>
                <c:pt idx="3584">
                  <c:v>4</c:v>
                </c:pt>
                <c:pt idx="3585">
                  <c:v>4</c:v>
                </c:pt>
                <c:pt idx="3586">
                  <c:v>4</c:v>
                </c:pt>
                <c:pt idx="3587">
                  <c:v>4</c:v>
                </c:pt>
                <c:pt idx="3588">
                  <c:v>4</c:v>
                </c:pt>
                <c:pt idx="3589">
                  <c:v>4</c:v>
                </c:pt>
                <c:pt idx="3590">
                  <c:v>4</c:v>
                </c:pt>
                <c:pt idx="3591">
                  <c:v>4</c:v>
                </c:pt>
                <c:pt idx="3592">
                  <c:v>4</c:v>
                </c:pt>
                <c:pt idx="3593">
                  <c:v>4</c:v>
                </c:pt>
                <c:pt idx="3594">
                  <c:v>4</c:v>
                </c:pt>
                <c:pt idx="3595">
                  <c:v>4</c:v>
                </c:pt>
                <c:pt idx="3596">
                  <c:v>4</c:v>
                </c:pt>
                <c:pt idx="3597">
                  <c:v>4</c:v>
                </c:pt>
                <c:pt idx="3598">
                  <c:v>4</c:v>
                </c:pt>
                <c:pt idx="3599">
                  <c:v>4</c:v>
                </c:pt>
                <c:pt idx="3600">
                  <c:v>4</c:v>
                </c:pt>
                <c:pt idx="3601">
                  <c:v>4</c:v>
                </c:pt>
                <c:pt idx="3602">
                  <c:v>4</c:v>
                </c:pt>
                <c:pt idx="3603">
                  <c:v>4</c:v>
                </c:pt>
                <c:pt idx="3604">
                  <c:v>4</c:v>
                </c:pt>
                <c:pt idx="3605">
                  <c:v>4</c:v>
                </c:pt>
                <c:pt idx="3606">
                  <c:v>4</c:v>
                </c:pt>
                <c:pt idx="3607">
                  <c:v>4</c:v>
                </c:pt>
                <c:pt idx="3608">
                  <c:v>4</c:v>
                </c:pt>
                <c:pt idx="3609">
                  <c:v>4</c:v>
                </c:pt>
                <c:pt idx="3610">
                  <c:v>4</c:v>
                </c:pt>
                <c:pt idx="3611">
                  <c:v>4</c:v>
                </c:pt>
                <c:pt idx="3612">
                  <c:v>4</c:v>
                </c:pt>
                <c:pt idx="3613">
                  <c:v>4</c:v>
                </c:pt>
                <c:pt idx="3614">
                  <c:v>4</c:v>
                </c:pt>
                <c:pt idx="3615">
                  <c:v>4</c:v>
                </c:pt>
                <c:pt idx="3616">
                  <c:v>4</c:v>
                </c:pt>
                <c:pt idx="3617">
                  <c:v>4</c:v>
                </c:pt>
                <c:pt idx="3618">
                  <c:v>4</c:v>
                </c:pt>
                <c:pt idx="3619">
                  <c:v>4</c:v>
                </c:pt>
                <c:pt idx="3620">
                  <c:v>4</c:v>
                </c:pt>
                <c:pt idx="3621">
                  <c:v>4</c:v>
                </c:pt>
                <c:pt idx="3622">
                  <c:v>4</c:v>
                </c:pt>
                <c:pt idx="3623">
                  <c:v>4</c:v>
                </c:pt>
                <c:pt idx="3624">
                  <c:v>4</c:v>
                </c:pt>
                <c:pt idx="3625">
                  <c:v>4</c:v>
                </c:pt>
                <c:pt idx="3626">
                  <c:v>4</c:v>
                </c:pt>
                <c:pt idx="3627">
                  <c:v>4</c:v>
                </c:pt>
                <c:pt idx="3628">
                  <c:v>4</c:v>
                </c:pt>
                <c:pt idx="3629">
                  <c:v>4</c:v>
                </c:pt>
                <c:pt idx="3630">
                  <c:v>4</c:v>
                </c:pt>
                <c:pt idx="3631">
                  <c:v>4</c:v>
                </c:pt>
                <c:pt idx="3632">
                  <c:v>4</c:v>
                </c:pt>
                <c:pt idx="3633">
                  <c:v>4</c:v>
                </c:pt>
                <c:pt idx="3634">
                  <c:v>4</c:v>
                </c:pt>
                <c:pt idx="3635">
                  <c:v>4</c:v>
                </c:pt>
                <c:pt idx="3636">
                  <c:v>4</c:v>
                </c:pt>
                <c:pt idx="3637">
                  <c:v>4</c:v>
                </c:pt>
                <c:pt idx="3638">
                  <c:v>4</c:v>
                </c:pt>
                <c:pt idx="3639">
                  <c:v>4</c:v>
                </c:pt>
                <c:pt idx="3640">
                  <c:v>4</c:v>
                </c:pt>
                <c:pt idx="3641">
                  <c:v>4</c:v>
                </c:pt>
                <c:pt idx="3642">
                  <c:v>4</c:v>
                </c:pt>
                <c:pt idx="3643">
                  <c:v>4</c:v>
                </c:pt>
                <c:pt idx="3644">
                  <c:v>4</c:v>
                </c:pt>
                <c:pt idx="3645">
                  <c:v>4</c:v>
                </c:pt>
                <c:pt idx="3646">
                  <c:v>4</c:v>
                </c:pt>
                <c:pt idx="3647">
                  <c:v>4</c:v>
                </c:pt>
                <c:pt idx="3648">
                  <c:v>4</c:v>
                </c:pt>
                <c:pt idx="3649">
                  <c:v>4</c:v>
                </c:pt>
                <c:pt idx="3650">
                  <c:v>4</c:v>
                </c:pt>
                <c:pt idx="3651">
                  <c:v>4</c:v>
                </c:pt>
                <c:pt idx="3652">
                  <c:v>4</c:v>
                </c:pt>
                <c:pt idx="3653">
                  <c:v>4</c:v>
                </c:pt>
                <c:pt idx="3654">
                  <c:v>4</c:v>
                </c:pt>
                <c:pt idx="3655">
                  <c:v>4</c:v>
                </c:pt>
                <c:pt idx="3656">
                  <c:v>4</c:v>
                </c:pt>
                <c:pt idx="3657">
                  <c:v>4</c:v>
                </c:pt>
                <c:pt idx="3658">
                  <c:v>4</c:v>
                </c:pt>
                <c:pt idx="3659">
                  <c:v>4</c:v>
                </c:pt>
                <c:pt idx="3660">
                  <c:v>4</c:v>
                </c:pt>
                <c:pt idx="3661">
                  <c:v>4</c:v>
                </c:pt>
                <c:pt idx="3662">
                  <c:v>4</c:v>
                </c:pt>
                <c:pt idx="3663">
                  <c:v>4</c:v>
                </c:pt>
                <c:pt idx="3664">
                  <c:v>4</c:v>
                </c:pt>
                <c:pt idx="3665">
                  <c:v>4</c:v>
                </c:pt>
                <c:pt idx="3666">
                  <c:v>4</c:v>
                </c:pt>
                <c:pt idx="3667">
                  <c:v>4</c:v>
                </c:pt>
                <c:pt idx="3668">
                  <c:v>4</c:v>
                </c:pt>
                <c:pt idx="3669">
                  <c:v>4</c:v>
                </c:pt>
                <c:pt idx="3670">
                  <c:v>4</c:v>
                </c:pt>
                <c:pt idx="3671">
                  <c:v>4</c:v>
                </c:pt>
                <c:pt idx="3672">
                  <c:v>4</c:v>
                </c:pt>
                <c:pt idx="3673">
                  <c:v>4</c:v>
                </c:pt>
                <c:pt idx="3674">
                  <c:v>4</c:v>
                </c:pt>
                <c:pt idx="3675">
                  <c:v>4</c:v>
                </c:pt>
                <c:pt idx="3676">
                  <c:v>4</c:v>
                </c:pt>
                <c:pt idx="3677">
                  <c:v>4</c:v>
                </c:pt>
                <c:pt idx="3678">
                  <c:v>3.75</c:v>
                </c:pt>
                <c:pt idx="3679">
                  <c:v>3.75</c:v>
                </c:pt>
                <c:pt idx="3680">
                  <c:v>3.75</c:v>
                </c:pt>
                <c:pt idx="3681">
                  <c:v>3.75</c:v>
                </c:pt>
                <c:pt idx="3682">
                  <c:v>3.75</c:v>
                </c:pt>
                <c:pt idx="3683">
                  <c:v>3.75</c:v>
                </c:pt>
                <c:pt idx="3684">
                  <c:v>3.75</c:v>
                </c:pt>
                <c:pt idx="3685">
                  <c:v>3.75</c:v>
                </c:pt>
                <c:pt idx="3686">
                  <c:v>3.75</c:v>
                </c:pt>
                <c:pt idx="3687">
                  <c:v>3.75</c:v>
                </c:pt>
                <c:pt idx="3688">
                  <c:v>3.75</c:v>
                </c:pt>
                <c:pt idx="3689">
                  <c:v>3.75</c:v>
                </c:pt>
                <c:pt idx="3690">
                  <c:v>3.75</c:v>
                </c:pt>
                <c:pt idx="3691">
                  <c:v>3.75</c:v>
                </c:pt>
                <c:pt idx="3692">
                  <c:v>3.75</c:v>
                </c:pt>
                <c:pt idx="3693">
                  <c:v>3.75</c:v>
                </c:pt>
                <c:pt idx="3694">
                  <c:v>3.75</c:v>
                </c:pt>
                <c:pt idx="3695">
                  <c:v>3.75</c:v>
                </c:pt>
                <c:pt idx="3696">
                  <c:v>3.75</c:v>
                </c:pt>
                <c:pt idx="3697">
                  <c:v>3.75</c:v>
                </c:pt>
                <c:pt idx="3698">
                  <c:v>3.75</c:v>
                </c:pt>
                <c:pt idx="3699">
                  <c:v>3.75</c:v>
                </c:pt>
                <c:pt idx="3700">
                  <c:v>3.75</c:v>
                </c:pt>
                <c:pt idx="3701">
                  <c:v>3.75</c:v>
                </c:pt>
                <c:pt idx="3702">
                  <c:v>3.75</c:v>
                </c:pt>
                <c:pt idx="3703">
                  <c:v>3.75</c:v>
                </c:pt>
                <c:pt idx="3704">
                  <c:v>3.75</c:v>
                </c:pt>
                <c:pt idx="3705">
                  <c:v>3.75</c:v>
                </c:pt>
                <c:pt idx="3706">
                  <c:v>3.75</c:v>
                </c:pt>
                <c:pt idx="3707">
                  <c:v>3.75</c:v>
                </c:pt>
                <c:pt idx="3708">
                  <c:v>3.25</c:v>
                </c:pt>
                <c:pt idx="3709">
                  <c:v>3.25</c:v>
                </c:pt>
                <c:pt idx="3710">
                  <c:v>3.25</c:v>
                </c:pt>
                <c:pt idx="3711">
                  <c:v>3.25</c:v>
                </c:pt>
                <c:pt idx="3712">
                  <c:v>3.25</c:v>
                </c:pt>
                <c:pt idx="3713">
                  <c:v>3.25</c:v>
                </c:pt>
                <c:pt idx="3714">
                  <c:v>3.25</c:v>
                </c:pt>
                <c:pt idx="3715">
                  <c:v>3.25</c:v>
                </c:pt>
                <c:pt idx="3716">
                  <c:v>3.25</c:v>
                </c:pt>
                <c:pt idx="3717">
                  <c:v>3.25</c:v>
                </c:pt>
                <c:pt idx="3718">
                  <c:v>3.25</c:v>
                </c:pt>
                <c:pt idx="3719">
                  <c:v>3.25</c:v>
                </c:pt>
                <c:pt idx="3720">
                  <c:v>3.25</c:v>
                </c:pt>
                <c:pt idx="3721">
                  <c:v>3.25</c:v>
                </c:pt>
                <c:pt idx="3722">
                  <c:v>3.25</c:v>
                </c:pt>
                <c:pt idx="3723">
                  <c:v>3.25</c:v>
                </c:pt>
                <c:pt idx="3724">
                  <c:v>3.25</c:v>
                </c:pt>
                <c:pt idx="3725">
                  <c:v>3.25</c:v>
                </c:pt>
                <c:pt idx="3726">
                  <c:v>3.25</c:v>
                </c:pt>
                <c:pt idx="3727">
                  <c:v>3.25</c:v>
                </c:pt>
                <c:pt idx="3728">
                  <c:v>2.75</c:v>
                </c:pt>
                <c:pt idx="3729">
                  <c:v>2.75</c:v>
                </c:pt>
                <c:pt idx="3730">
                  <c:v>2.75</c:v>
                </c:pt>
                <c:pt idx="3731">
                  <c:v>2.75</c:v>
                </c:pt>
                <c:pt idx="3732">
                  <c:v>2.75</c:v>
                </c:pt>
                <c:pt idx="3733">
                  <c:v>2.75</c:v>
                </c:pt>
                <c:pt idx="3734">
                  <c:v>2.75</c:v>
                </c:pt>
                <c:pt idx="3735">
                  <c:v>2.75</c:v>
                </c:pt>
                <c:pt idx="3736">
                  <c:v>2.75</c:v>
                </c:pt>
                <c:pt idx="3737">
                  <c:v>2.75</c:v>
                </c:pt>
                <c:pt idx="3738">
                  <c:v>2.75</c:v>
                </c:pt>
                <c:pt idx="3739">
                  <c:v>2.75</c:v>
                </c:pt>
                <c:pt idx="3740">
                  <c:v>2.75</c:v>
                </c:pt>
                <c:pt idx="3741">
                  <c:v>2.75</c:v>
                </c:pt>
                <c:pt idx="3742">
                  <c:v>2.75</c:v>
                </c:pt>
                <c:pt idx="3743">
                  <c:v>2.75</c:v>
                </c:pt>
                <c:pt idx="3744">
                  <c:v>2.75</c:v>
                </c:pt>
                <c:pt idx="3745">
                  <c:v>2.75</c:v>
                </c:pt>
                <c:pt idx="3746">
                  <c:v>2.75</c:v>
                </c:pt>
                <c:pt idx="3747">
                  <c:v>2.75</c:v>
                </c:pt>
                <c:pt idx="3748">
                  <c:v>2.75</c:v>
                </c:pt>
                <c:pt idx="3749">
                  <c:v>2.75</c:v>
                </c:pt>
                <c:pt idx="3750">
                  <c:v>2.75</c:v>
                </c:pt>
                <c:pt idx="3751">
                  <c:v>2.75</c:v>
                </c:pt>
                <c:pt idx="3752">
                  <c:v>2.75</c:v>
                </c:pt>
                <c:pt idx="3753">
                  <c:v>2.75</c:v>
                </c:pt>
                <c:pt idx="3754">
                  <c:v>2.75</c:v>
                </c:pt>
                <c:pt idx="3755">
                  <c:v>2.75</c:v>
                </c:pt>
                <c:pt idx="3756">
                  <c:v>2.75</c:v>
                </c:pt>
                <c:pt idx="3757">
                  <c:v>2.75</c:v>
                </c:pt>
                <c:pt idx="3758">
                  <c:v>2.75</c:v>
                </c:pt>
                <c:pt idx="3759">
                  <c:v>2.75</c:v>
                </c:pt>
                <c:pt idx="3760">
                  <c:v>2.75</c:v>
                </c:pt>
                <c:pt idx="3761">
                  <c:v>2.75</c:v>
                </c:pt>
                <c:pt idx="3762">
                  <c:v>2.75</c:v>
                </c:pt>
                <c:pt idx="3763">
                  <c:v>2.75</c:v>
                </c:pt>
                <c:pt idx="3764">
                  <c:v>2.75</c:v>
                </c:pt>
                <c:pt idx="3765">
                  <c:v>2.75</c:v>
                </c:pt>
                <c:pt idx="3766">
                  <c:v>2.75</c:v>
                </c:pt>
                <c:pt idx="3767">
                  <c:v>2.75</c:v>
                </c:pt>
                <c:pt idx="3768">
                  <c:v>2.75</c:v>
                </c:pt>
                <c:pt idx="3769">
                  <c:v>2.75</c:v>
                </c:pt>
                <c:pt idx="3770">
                  <c:v>2.75</c:v>
                </c:pt>
                <c:pt idx="3771">
                  <c:v>2.75</c:v>
                </c:pt>
                <c:pt idx="3772">
                  <c:v>2.75</c:v>
                </c:pt>
                <c:pt idx="3773">
                  <c:v>2.75</c:v>
                </c:pt>
                <c:pt idx="3774">
                  <c:v>2.75</c:v>
                </c:pt>
                <c:pt idx="3775">
                  <c:v>2.75</c:v>
                </c:pt>
                <c:pt idx="3776">
                  <c:v>2.75</c:v>
                </c:pt>
                <c:pt idx="3777">
                  <c:v>2.75</c:v>
                </c:pt>
                <c:pt idx="3778">
                  <c:v>2.25</c:v>
                </c:pt>
                <c:pt idx="3779">
                  <c:v>2.25</c:v>
                </c:pt>
                <c:pt idx="3780">
                  <c:v>2.25</c:v>
                </c:pt>
                <c:pt idx="3781">
                  <c:v>2.25</c:v>
                </c:pt>
                <c:pt idx="3782">
                  <c:v>2.25</c:v>
                </c:pt>
                <c:pt idx="3783">
                  <c:v>2.25</c:v>
                </c:pt>
                <c:pt idx="3784">
                  <c:v>2.25</c:v>
                </c:pt>
                <c:pt idx="3785">
                  <c:v>2.25</c:v>
                </c:pt>
                <c:pt idx="3786">
                  <c:v>2.25</c:v>
                </c:pt>
                <c:pt idx="3787">
                  <c:v>2.25</c:v>
                </c:pt>
                <c:pt idx="3788">
                  <c:v>2.25</c:v>
                </c:pt>
                <c:pt idx="3789">
                  <c:v>2.25</c:v>
                </c:pt>
                <c:pt idx="3790">
                  <c:v>2.25</c:v>
                </c:pt>
                <c:pt idx="3791">
                  <c:v>2.25</c:v>
                </c:pt>
                <c:pt idx="3792">
                  <c:v>2.25</c:v>
                </c:pt>
                <c:pt idx="3793">
                  <c:v>2.25</c:v>
                </c:pt>
                <c:pt idx="3794">
                  <c:v>2.25</c:v>
                </c:pt>
                <c:pt idx="3795">
                  <c:v>2.25</c:v>
                </c:pt>
                <c:pt idx="3796">
                  <c:v>2.25</c:v>
                </c:pt>
                <c:pt idx="3797">
                  <c:v>2.25</c:v>
                </c:pt>
                <c:pt idx="3798">
                  <c:v>2.25</c:v>
                </c:pt>
                <c:pt idx="3799">
                  <c:v>2.25</c:v>
                </c:pt>
                <c:pt idx="3800">
                  <c:v>2.25</c:v>
                </c:pt>
                <c:pt idx="3801">
                  <c:v>2.25</c:v>
                </c:pt>
                <c:pt idx="3802">
                  <c:v>2.25</c:v>
                </c:pt>
                <c:pt idx="3803">
                  <c:v>2.25</c:v>
                </c:pt>
                <c:pt idx="3804">
                  <c:v>2.25</c:v>
                </c:pt>
                <c:pt idx="3805">
                  <c:v>2.25</c:v>
                </c:pt>
                <c:pt idx="3806">
                  <c:v>2.25</c:v>
                </c:pt>
                <c:pt idx="3807">
                  <c:v>2.25</c:v>
                </c:pt>
                <c:pt idx="3808">
                  <c:v>2.25</c:v>
                </c:pt>
                <c:pt idx="3809">
                  <c:v>2.25</c:v>
                </c:pt>
                <c:pt idx="3810">
                  <c:v>2.25</c:v>
                </c:pt>
                <c:pt idx="3811">
                  <c:v>2.25</c:v>
                </c:pt>
                <c:pt idx="3812">
                  <c:v>2.25</c:v>
                </c:pt>
                <c:pt idx="3813">
                  <c:v>2.25</c:v>
                </c:pt>
                <c:pt idx="3814">
                  <c:v>2.25</c:v>
                </c:pt>
                <c:pt idx="3815">
                  <c:v>2.25</c:v>
                </c:pt>
                <c:pt idx="3816">
                  <c:v>2.25</c:v>
                </c:pt>
                <c:pt idx="3817">
                  <c:v>2.25</c:v>
                </c:pt>
                <c:pt idx="3818">
                  <c:v>2.25</c:v>
                </c:pt>
                <c:pt idx="3819">
                  <c:v>2.25</c:v>
                </c:pt>
                <c:pt idx="3820">
                  <c:v>2.25</c:v>
                </c:pt>
                <c:pt idx="3821">
                  <c:v>2.25</c:v>
                </c:pt>
                <c:pt idx="3822">
                  <c:v>2.25</c:v>
                </c:pt>
                <c:pt idx="3823">
                  <c:v>2.25</c:v>
                </c:pt>
                <c:pt idx="3824">
                  <c:v>2.25</c:v>
                </c:pt>
                <c:pt idx="3825">
                  <c:v>2.25</c:v>
                </c:pt>
                <c:pt idx="3826">
                  <c:v>2.25</c:v>
                </c:pt>
                <c:pt idx="3827">
                  <c:v>2.25</c:v>
                </c:pt>
                <c:pt idx="3828">
                  <c:v>2.25</c:v>
                </c:pt>
                <c:pt idx="3829">
                  <c:v>2.25</c:v>
                </c:pt>
                <c:pt idx="3830">
                  <c:v>2.25</c:v>
                </c:pt>
                <c:pt idx="3831">
                  <c:v>2.25</c:v>
                </c:pt>
                <c:pt idx="3832">
                  <c:v>2.25</c:v>
                </c:pt>
                <c:pt idx="3833">
                  <c:v>2.25</c:v>
                </c:pt>
                <c:pt idx="3834">
                  <c:v>2.25</c:v>
                </c:pt>
                <c:pt idx="3835">
                  <c:v>2.25</c:v>
                </c:pt>
                <c:pt idx="3836">
                  <c:v>2.25</c:v>
                </c:pt>
                <c:pt idx="3837">
                  <c:v>2.25</c:v>
                </c:pt>
                <c:pt idx="3838">
                  <c:v>2.25</c:v>
                </c:pt>
                <c:pt idx="3839">
                  <c:v>2.25</c:v>
                </c:pt>
                <c:pt idx="3840">
                  <c:v>2.25</c:v>
                </c:pt>
                <c:pt idx="3841">
                  <c:v>2.25</c:v>
                </c:pt>
                <c:pt idx="3842">
                  <c:v>2.25</c:v>
                </c:pt>
                <c:pt idx="3843">
                  <c:v>2.25</c:v>
                </c:pt>
                <c:pt idx="3844">
                  <c:v>2.25</c:v>
                </c:pt>
                <c:pt idx="3845">
                  <c:v>2.25</c:v>
                </c:pt>
                <c:pt idx="3846">
                  <c:v>2.25</c:v>
                </c:pt>
                <c:pt idx="3847">
                  <c:v>2.25</c:v>
                </c:pt>
                <c:pt idx="3848">
                  <c:v>2.25</c:v>
                </c:pt>
                <c:pt idx="3849">
                  <c:v>2.25</c:v>
                </c:pt>
                <c:pt idx="3850">
                  <c:v>2.25</c:v>
                </c:pt>
                <c:pt idx="3851">
                  <c:v>2.25</c:v>
                </c:pt>
                <c:pt idx="3852">
                  <c:v>2.25</c:v>
                </c:pt>
                <c:pt idx="3853">
                  <c:v>2.25</c:v>
                </c:pt>
                <c:pt idx="3854">
                  <c:v>2.25</c:v>
                </c:pt>
                <c:pt idx="3855">
                  <c:v>2.25</c:v>
                </c:pt>
                <c:pt idx="3856">
                  <c:v>2.25</c:v>
                </c:pt>
                <c:pt idx="3857">
                  <c:v>2.25</c:v>
                </c:pt>
                <c:pt idx="3858">
                  <c:v>2.25</c:v>
                </c:pt>
                <c:pt idx="3859">
                  <c:v>2.25</c:v>
                </c:pt>
                <c:pt idx="3860">
                  <c:v>2.25</c:v>
                </c:pt>
                <c:pt idx="3861">
                  <c:v>2.25</c:v>
                </c:pt>
                <c:pt idx="3862">
                  <c:v>2.25</c:v>
                </c:pt>
                <c:pt idx="3863">
                  <c:v>2.25</c:v>
                </c:pt>
                <c:pt idx="3864">
                  <c:v>2.25</c:v>
                </c:pt>
                <c:pt idx="3865">
                  <c:v>2.25</c:v>
                </c:pt>
                <c:pt idx="3866">
                  <c:v>2.25</c:v>
                </c:pt>
                <c:pt idx="3867">
                  <c:v>2.25</c:v>
                </c:pt>
                <c:pt idx="3868">
                  <c:v>2.25</c:v>
                </c:pt>
                <c:pt idx="3869">
                  <c:v>2.25</c:v>
                </c:pt>
                <c:pt idx="3870">
                  <c:v>2.25</c:v>
                </c:pt>
                <c:pt idx="3871">
                  <c:v>2.25</c:v>
                </c:pt>
                <c:pt idx="3872">
                  <c:v>2.25</c:v>
                </c:pt>
                <c:pt idx="3873">
                  <c:v>2.25</c:v>
                </c:pt>
                <c:pt idx="3874">
                  <c:v>2.25</c:v>
                </c:pt>
                <c:pt idx="3875">
                  <c:v>2.25</c:v>
                </c:pt>
                <c:pt idx="3876">
                  <c:v>2.25</c:v>
                </c:pt>
                <c:pt idx="3877">
                  <c:v>2.25</c:v>
                </c:pt>
                <c:pt idx="3878">
                  <c:v>2.25</c:v>
                </c:pt>
                <c:pt idx="3879">
                  <c:v>2.25</c:v>
                </c:pt>
                <c:pt idx="3880">
                  <c:v>2.25</c:v>
                </c:pt>
                <c:pt idx="3881">
                  <c:v>2.25</c:v>
                </c:pt>
                <c:pt idx="3882">
                  <c:v>2.25</c:v>
                </c:pt>
                <c:pt idx="3883">
                  <c:v>2</c:v>
                </c:pt>
                <c:pt idx="3884">
                  <c:v>2</c:v>
                </c:pt>
                <c:pt idx="3885">
                  <c:v>2</c:v>
                </c:pt>
                <c:pt idx="3886">
                  <c:v>2</c:v>
                </c:pt>
                <c:pt idx="3887">
                  <c:v>2</c:v>
                </c:pt>
                <c:pt idx="3888">
                  <c:v>2</c:v>
                </c:pt>
                <c:pt idx="3889">
                  <c:v>2</c:v>
                </c:pt>
                <c:pt idx="3890">
                  <c:v>2</c:v>
                </c:pt>
                <c:pt idx="3891">
                  <c:v>2</c:v>
                </c:pt>
                <c:pt idx="3892">
                  <c:v>2</c:v>
                </c:pt>
                <c:pt idx="3893">
                  <c:v>2</c:v>
                </c:pt>
                <c:pt idx="3894">
                  <c:v>2</c:v>
                </c:pt>
                <c:pt idx="3895">
                  <c:v>2</c:v>
                </c:pt>
                <c:pt idx="3896">
                  <c:v>2</c:v>
                </c:pt>
                <c:pt idx="3897">
                  <c:v>2</c:v>
                </c:pt>
                <c:pt idx="3898">
                  <c:v>2</c:v>
                </c:pt>
                <c:pt idx="3899">
                  <c:v>2</c:v>
                </c:pt>
                <c:pt idx="3900">
                  <c:v>2</c:v>
                </c:pt>
                <c:pt idx="3901">
                  <c:v>2</c:v>
                </c:pt>
                <c:pt idx="3902">
                  <c:v>2</c:v>
                </c:pt>
                <c:pt idx="3903">
                  <c:v>2</c:v>
                </c:pt>
                <c:pt idx="3904">
                  <c:v>2</c:v>
                </c:pt>
                <c:pt idx="3905">
                  <c:v>2</c:v>
                </c:pt>
                <c:pt idx="3906">
                  <c:v>2</c:v>
                </c:pt>
                <c:pt idx="3907">
                  <c:v>2</c:v>
                </c:pt>
                <c:pt idx="3908">
                  <c:v>2</c:v>
                </c:pt>
                <c:pt idx="3909">
                  <c:v>2</c:v>
                </c:pt>
                <c:pt idx="3910">
                  <c:v>2</c:v>
                </c:pt>
                <c:pt idx="3911">
                  <c:v>2</c:v>
                </c:pt>
                <c:pt idx="3912">
                  <c:v>2</c:v>
                </c:pt>
                <c:pt idx="3913">
                  <c:v>2</c:v>
                </c:pt>
                <c:pt idx="3914">
                  <c:v>2</c:v>
                </c:pt>
                <c:pt idx="3915">
                  <c:v>2</c:v>
                </c:pt>
                <c:pt idx="3916">
                  <c:v>2</c:v>
                </c:pt>
                <c:pt idx="3917">
                  <c:v>2</c:v>
                </c:pt>
                <c:pt idx="3918">
                  <c:v>2</c:v>
                </c:pt>
                <c:pt idx="3919">
                  <c:v>2</c:v>
                </c:pt>
                <c:pt idx="3920">
                  <c:v>2</c:v>
                </c:pt>
                <c:pt idx="3921">
                  <c:v>2</c:v>
                </c:pt>
                <c:pt idx="3922">
                  <c:v>2</c:v>
                </c:pt>
                <c:pt idx="3923">
                  <c:v>2</c:v>
                </c:pt>
                <c:pt idx="3924">
                  <c:v>2</c:v>
                </c:pt>
                <c:pt idx="3925">
                  <c:v>2</c:v>
                </c:pt>
                <c:pt idx="3926">
                  <c:v>2</c:v>
                </c:pt>
                <c:pt idx="3927">
                  <c:v>2</c:v>
                </c:pt>
                <c:pt idx="3928">
                  <c:v>2</c:v>
                </c:pt>
                <c:pt idx="3929">
                  <c:v>2</c:v>
                </c:pt>
                <c:pt idx="3930">
                  <c:v>2</c:v>
                </c:pt>
                <c:pt idx="3931">
                  <c:v>2</c:v>
                </c:pt>
                <c:pt idx="3932">
                  <c:v>2</c:v>
                </c:pt>
                <c:pt idx="3933">
                  <c:v>2</c:v>
                </c:pt>
                <c:pt idx="3934">
                  <c:v>2</c:v>
                </c:pt>
                <c:pt idx="3935">
                  <c:v>2</c:v>
                </c:pt>
                <c:pt idx="3936">
                  <c:v>2</c:v>
                </c:pt>
                <c:pt idx="3937">
                  <c:v>2</c:v>
                </c:pt>
                <c:pt idx="3938">
                  <c:v>2</c:v>
                </c:pt>
                <c:pt idx="3939">
                  <c:v>2</c:v>
                </c:pt>
                <c:pt idx="3940">
                  <c:v>2</c:v>
                </c:pt>
                <c:pt idx="3941">
                  <c:v>2</c:v>
                </c:pt>
                <c:pt idx="3942">
                  <c:v>2</c:v>
                </c:pt>
                <c:pt idx="3943">
                  <c:v>2</c:v>
                </c:pt>
                <c:pt idx="3944">
                  <c:v>2</c:v>
                </c:pt>
                <c:pt idx="3945">
                  <c:v>2</c:v>
                </c:pt>
                <c:pt idx="3946">
                  <c:v>2</c:v>
                </c:pt>
                <c:pt idx="3947">
                  <c:v>2</c:v>
                </c:pt>
                <c:pt idx="3948">
                  <c:v>2</c:v>
                </c:pt>
                <c:pt idx="3949">
                  <c:v>2</c:v>
                </c:pt>
                <c:pt idx="3950">
                  <c:v>2</c:v>
                </c:pt>
                <c:pt idx="3951">
                  <c:v>2</c:v>
                </c:pt>
                <c:pt idx="3952">
                  <c:v>2</c:v>
                </c:pt>
                <c:pt idx="3953">
                  <c:v>2</c:v>
                </c:pt>
                <c:pt idx="3954">
                  <c:v>2</c:v>
                </c:pt>
                <c:pt idx="3955">
                  <c:v>2</c:v>
                </c:pt>
                <c:pt idx="3956">
                  <c:v>2</c:v>
                </c:pt>
                <c:pt idx="3957">
                  <c:v>2</c:v>
                </c:pt>
                <c:pt idx="3958">
                  <c:v>2</c:v>
                </c:pt>
                <c:pt idx="3959">
                  <c:v>2</c:v>
                </c:pt>
                <c:pt idx="3960">
                  <c:v>2</c:v>
                </c:pt>
                <c:pt idx="3961">
                  <c:v>2</c:v>
                </c:pt>
                <c:pt idx="3962">
                  <c:v>2</c:v>
                </c:pt>
                <c:pt idx="3963">
                  <c:v>2</c:v>
                </c:pt>
                <c:pt idx="3964">
                  <c:v>2</c:v>
                </c:pt>
                <c:pt idx="3965">
                  <c:v>2</c:v>
                </c:pt>
                <c:pt idx="3966">
                  <c:v>2</c:v>
                </c:pt>
                <c:pt idx="3967">
                  <c:v>2</c:v>
                </c:pt>
                <c:pt idx="3968">
                  <c:v>2</c:v>
                </c:pt>
                <c:pt idx="3969">
                  <c:v>2</c:v>
                </c:pt>
                <c:pt idx="3970">
                  <c:v>2</c:v>
                </c:pt>
                <c:pt idx="3971">
                  <c:v>2</c:v>
                </c:pt>
                <c:pt idx="3972">
                  <c:v>2</c:v>
                </c:pt>
                <c:pt idx="3973">
                  <c:v>2</c:v>
                </c:pt>
                <c:pt idx="3974">
                  <c:v>2</c:v>
                </c:pt>
                <c:pt idx="3975">
                  <c:v>2</c:v>
                </c:pt>
                <c:pt idx="3976">
                  <c:v>2</c:v>
                </c:pt>
                <c:pt idx="3977">
                  <c:v>2</c:v>
                </c:pt>
                <c:pt idx="3978">
                  <c:v>2</c:v>
                </c:pt>
                <c:pt idx="3979">
                  <c:v>2</c:v>
                </c:pt>
                <c:pt idx="3980">
                  <c:v>2</c:v>
                </c:pt>
                <c:pt idx="3981">
                  <c:v>2</c:v>
                </c:pt>
                <c:pt idx="3982">
                  <c:v>2</c:v>
                </c:pt>
                <c:pt idx="3983">
                  <c:v>2</c:v>
                </c:pt>
                <c:pt idx="3984">
                  <c:v>2</c:v>
                </c:pt>
                <c:pt idx="3985">
                  <c:v>2</c:v>
                </c:pt>
                <c:pt idx="3986">
                  <c:v>2</c:v>
                </c:pt>
                <c:pt idx="3987">
                  <c:v>2</c:v>
                </c:pt>
                <c:pt idx="3988">
                  <c:v>2</c:v>
                </c:pt>
                <c:pt idx="3989">
                  <c:v>2</c:v>
                </c:pt>
                <c:pt idx="3990">
                  <c:v>2</c:v>
                </c:pt>
                <c:pt idx="3991">
                  <c:v>2</c:v>
                </c:pt>
                <c:pt idx="3992">
                  <c:v>2</c:v>
                </c:pt>
                <c:pt idx="3993">
                  <c:v>2</c:v>
                </c:pt>
                <c:pt idx="3994">
                  <c:v>2</c:v>
                </c:pt>
                <c:pt idx="3995">
                  <c:v>2</c:v>
                </c:pt>
                <c:pt idx="3996">
                  <c:v>2</c:v>
                </c:pt>
                <c:pt idx="3997">
                  <c:v>2</c:v>
                </c:pt>
                <c:pt idx="3998">
                  <c:v>2</c:v>
                </c:pt>
                <c:pt idx="3999">
                  <c:v>2</c:v>
                </c:pt>
                <c:pt idx="4000">
                  <c:v>2</c:v>
                </c:pt>
                <c:pt idx="4001">
                  <c:v>2</c:v>
                </c:pt>
                <c:pt idx="4002">
                  <c:v>2</c:v>
                </c:pt>
                <c:pt idx="4003">
                  <c:v>2</c:v>
                </c:pt>
                <c:pt idx="4004">
                  <c:v>2</c:v>
                </c:pt>
                <c:pt idx="4005">
                  <c:v>2</c:v>
                </c:pt>
                <c:pt idx="4006">
                  <c:v>2</c:v>
                </c:pt>
                <c:pt idx="4007">
                  <c:v>2</c:v>
                </c:pt>
                <c:pt idx="4008">
                  <c:v>2</c:v>
                </c:pt>
                <c:pt idx="4009">
                  <c:v>2</c:v>
                </c:pt>
                <c:pt idx="4010">
                  <c:v>2</c:v>
                </c:pt>
                <c:pt idx="4011">
                  <c:v>2</c:v>
                </c:pt>
                <c:pt idx="4012">
                  <c:v>2</c:v>
                </c:pt>
                <c:pt idx="4013">
                  <c:v>2</c:v>
                </c:pt>
                <c:pt idx="4014">
                  <c:v>2</c:v>
                </c:pt>
                <c:pt idx="4015">
                  <c:v>2</c:v>
                </c:pt>
                <c:pt idx="4016">
                  <c:v>2</c:v>
                </c:pt>
                <c:pt idx="4017">
                  <c:v>2</c:v>
                </c:pt>
                <c:pt idx="4018">
                  <c:v>2</c:v>
                </c:pt>
                <c:pt idx="4019">
                  <c:v>2</c:v>
                </c:pt>
                <c:pt idx="4020">
                  <c:v>2</c:v>
                </c:pt>
                <c:pt idx="4021">
                  <c:v>2</c:v>
                </c:pt>
                <c:pt idx="4022">
                  <c:v>2</c:v>
                </c:pt>
                <c:pt idx="4023">
                  <c:v>2</c:v>
                </c:pt>
                <c:pt idx="4024">
                  <c:v>2</c:v>
                </c:pt>
                <c:pt idx="4025">
                  <c:v>2</c:v>
                </c:pt>
                <c:pt idx="4026">
                  <c:v>2</c:v>
                </c:pt>
                <c:pt idx="4027">
                  <c:v>2</c:v>
                </c:pt>
                <c:pt idx="4028">
                  <c:v>2</c:v>
                </c:pt>
                <c:pt idx="4029">
                  <c:v>2</c:v>
                </c:pt>
                <c:pt idx="4030">
                  <c:v>2</c:v>
                </c:pt>
                <c:pt idx="4031">
                  <c:v>2</c:v>
                </c:pt>
                <c:pt idx="4032">
                  <c:v>2</c:v>
                </c:pt>
                <c:pt idx="4033">
                  <c:v>2</c:v>
                </c:pt>
                <c:pt idx="4034">
                  <c:v>2</c:v>
                </c:pt>
                <c:pt idx="4035">
                  <c:v>2</c:v>
                </c:pt>
                <c:pt idx="4036">
                  <c:v>2</c:v>
                </c:pt>
                <c:pt idx="4037">
                  <c:v>2</c:v>
                </c:pt>
                <c:pt idx="4038">
                  <c:v>2</c:v>
                </c:pt>
                <c:pt idx="4039">
                  <c:v>2</c:v>
                </c:pt>
                <c:pt idx="4040">
                  <c:v>2</c:v>
                </c:pt>
                <c:pt idx="4041">
                  <c:v>2</c:v>
                </c:pt>
                <c:pt idx="4042">
                  <c:v>2</c:v>
                </c:pt>
                <c:pt idx="4043">
                  <c:v>2</c:v>
                </c:pt>
                <c:pt idx="4044">
                  <c:v>2</c:v>
                </c:pt>
                <c:pt idx="4045">
                  <c:v>2</c:v>
                </c:pt>
                <c:pt idx="4046">
                  <c:v>2</c:v>
                </c:pt>
                <c:pt idx="4047">
                  <c:v>2</c:v>
                </c:pt>
                <c:pt idx="4048">
                  <c:v>2</c:v>
                </c:pt>
                <c:pt idx="4049">
                  <c:v>2</c:v>
                </c:pt>
                <c:pt idx="4050">
                  <c:v>2</c:v>
                </c:pt>
                <c:pt idx="4051">
                  <c:v>2</c:v>
                </c:pt>
                <c:pt idx="4052">
                  <c:v>2</c:v>
                </c:pt>
                <c:pt idx="4053">
                  <c:v>2</c:v>
                </c:pt>
                <c:pt idx="4054">
                  <c:v>2</c:v>
                </c:pt>
                <c:pt idx="4055">
                  <c:v>2</c:v>
                </c:pt>
                <c:pt idx="4056">
                  <c:v>2</c:v>
                </c:pt>
                <c:pt idx="4057">
                  <c:v>2</c:v>
                </c:pt>
                <c:pt idx="4058">
                  <c:v>2</c:v>
                </c:pt>
                <c:pt idx="4059">
                  <c:v>2</c:v>
                </c:pt>
                <c:pt idx="4060">
                  <c:v>2</c:v>
                </c:pt>
                <c:pt idx="4061">
                  <c:v>2</c:v>
                </c:pt>
                <c:pt idx="4062">
                  <c:v>2</c:v>
                </c:pt>
                <c:pt idx="4063">
                  <c:v>2</c:v>
                </c:pt>
                <c:pt idx="4064">
                  <c:v>2</c:v>
                </c:pt>
                <c:pt idx="4065">
                  <c:v>2</c:v>
                </c:pt>
                <c:pt idx="4066">
                  <c:v>2</c:v>
                </c:pt>
                <c:pt idx="4067">
                  <c:v>2</c:v>
                </c:pt>
                <c:pt idx="4068">
                  <c:v>2</c:v>
                </c:pt>
                <c:pt idx="4069">
                  <c:v>2</c:v>
                </c:pt>
                <c:pt idx="4070">
                  <c:v>2</c:v>
                </c:pt>
                <c:pt idx="4071">
                  <c:v>2</c:v>
                </c:pt>
                <c:pt idx="4072">
                  <c:v>2</c:v>
                </c:pt>
                <c:pt idx="4073">
                  <c:v>2</c:v>
                </c:pt>
                <c:pt idx="4074">
                  <c:v>2</c:v>
                </c:pt>
                <c:pt idx="4075">
                  <c:v>2</c:v>
                </c:pt>
                <c:pt idx="4076">
                  <c:v>2</c:v>
                </c:pt>
                <c:pt idx="4077">
                  <c:v>2</c:v>
                </c:pt>
                <c:pt idx="4078">
                  <c:v>2</c:v>
                </c:pt>
                <c:pt idx="4079">
                  <c:v>2</c:v>
                </c:pt>
                <c:pt idx="4080">
                  <c:v>2</c:v>
                </c:pt>
                <c:pt idx="4081">
                  <c:v>2</c:v>
                </c:pt>
                <c:pt idx="4082">
                  <c:v>2</c:v>
                </c:pt>
                <c:pt idx="4083">
                  <c:v>2</c:v>
                </c:pt>
                <c:pt idx="4084">
                  <c:v>2</c:v>
                </c:pt>
                <c:pt idx="4085">
                  <c:v>2</c:v>
                </c:pt>
                <c:pt idx="4086">
                  <c:v>2</c:v>
                </c:pt>
                <c:pt idx="4087">
                  <c:v>2</c:v>
                </c:pt>
                <c:pt idx="4088">
                  <c:v>2</c:v>
                </c:pt>
                <c:pt idx="4089">
                  <c:v>2</c:v>
                </c:pt>
                <c:pt idx="4090">
                  <c:v>2</c:v>
                </c:pt>
                <c:pt idx="4091">
                  <c:v>2</c:v>
                </c:pt>
                <c:pt idx="4092">
                  <c:v>2</c:v>
                </c:pt>
                <c:pt idx="4093">
                  <c:v>2</c:v>
                </c:pt>
                <c:pt idx="4094">
                  <c:v>2</c:v>
                </c:pt>
                <c:pt idx="4095">
                  <c:v>2</c:v>
                </c:pt>
                <c:pt idx="4096">
                  <c:v>2</c:v>
                </c:pt>
                <c:pt idx="4097">
                  <c:v>2</c:v>
                </c:pt>
                <c:pt idx="4098">
                  <c:v>2</c:v>
                </c:pt>
                <c:pt idx="4099">
                  <c:v>2</c:v>
                </c:pt>
                <c:pt idx="4100">
                  <c:v>2</c:v>
                </c:pt>
                <c:pt idx="4101">
                  <c:v>2</c:v>
                </c:pt>
                <c:pt idx="4102">
                  <c:v>2</c:v>
                </c:pt>
                <c:pt idx="4103">
                  <c:v>2</c:v>
                </c:pt>
                <c:pt idx="4104">
                  <c:v>2</c:v>
                </c:pt>
                <c:pt idx="4105">
                  <c:v>2</c:v>
                </c:pt>
                <c:pt idx="4106">
                  <c:v>2</c:v>
                </c:pt>
                <c:pt idx="4107">
                  <c:v>2</c:v>
                </c:pt>
                <c:pt idx="4108">
                  <c:v>2</c:v>
                </c:pt>
                <c:pt idx="4109">
                  <c:v>2</c:v>
                </c:pt>
                <c:pt idx="4110">
                  <c:v>2</c:v>
                </c:pt>
                <c:pt idx="4111">
                  <c:v>2</c:v>
                </c:pt>
                <c:pt idx="4112">
                  <c:v>2</c:v>
                </c:pt>
                <c:pt idx="4113">
                  <c:v>2</c:v>
                </c:pt>
                <c:pt idx="4114">
                  <c:v>2</c:v>
                </c:pt>
                <c:pt idx="4115">
                  <c:v>2</c:v>
                </c:pt>
                <c:pt idx="4116">
                  <c:v>2</c:v>
                </c:pt>
                <c:pt idx="4117">
                  <c:v>2</c:v>
                </c:pt>
                <c:pt idx="4118">
                  <c:v>2</c:v>
                </c:pt>
                <c:pt idx="4119">
                  <c:v>2</c:v>
                </c:pt>
                <c:pt idx="4120">
                  <c:v>2</c:v>
                </c:pt>
                <c:pt idx="4121">
                  <c:v>2</c:v>
                </c:pt>
                <c:pt idx="4122">
                  <c:v>2</c:v>
                </c:pt>
                <c:pt idx="4123">
                  <c:v>2</c:v>
                </c:pt>
                <c:pt idx="4124">
                  <c:v>2</c:v>
                </c:pt>
                <c:pt idx="4125">
                  <c:v>2</c:v>
                </c:pt>
                <c:pt idx="4126">
                  <c:v>2</c:v>
                </c:pt>
                <c:pt idx="4127">
                  <c:v>2</c:v>
                </c:pt>
                <c:pt idx="4128">
                  <c:v>2</c:v>
                </c:pt>
                <c:pt idx="4129">
                  <c:v>2</c:v>
                </c:pt>
                <c:pt idx="4130">
                  <c:v>2</c:v>
                </c:pt>
                <c:pt idx="4131">
                  <c:v>2</c:v>
                </c:pt>
                <c:pt idx="4132">
                  <c:v>2</c:v>
                </c:pt>
                <c:pt idx="4133">
                  <c:v>2</c:v>
                </c:pt>
                <c:pt idx="4134">
                  <c:v>2</c:v>
                </c:pt>
                <c:pt idx="4135">
                  <c:v>2</c:v>
                </c:pt>
                <c:pt idx="4136">
                  <c:v>2</c:v>
                </c:pt>
                <c:pt idx="4137">
                  <c:v>2</c:v>
                </c:pt>
                <c:pt idx="4138">
                  <c:v>2</c:v>
                </c:pt>
                <c:pt idx="4139">
                  <c:v>2</c:v>
                </c:pt>
                <c:pt idx="4140">
                  <c:v>2</c:v>
                </c:pt>
                <c:pt idx="4141">
                  <c:v>2</c:v>
                </c:pt>
                <c:pt idx="4142">
                  <c:v>2</c:v>
                </c:pt>
                <c:pt idx="4143">
                  <c:v>2</c:v>
                </c:pt>
                <c:pt idx="4144">
                  <c:v>2</c:v>
                </c:pt>
                <c:pt idx="4145">
                  <c:v>2</c:v>
                </c:pt>
                <c:pt idx="4146">
                  <c:v>2</c:v>
                </c:pt>
                <c:pt idx="4147">
                  <c:v>2</c:v>
                </c:pt>
                <c:pt idx="4148">
                  <c:v>2</c:v>
                </c:pt>
                <c:pt idx="4149">
                  <c:v>2</c:v>
                </c:pt>
                <c:pt idx="4150">
                  <c:v>2</c:v>
                </c:pt>
                <c:pt idx="4151">
                  <c:v>2</c:v>
                </c:pt>
                <c:pt idx="4152">
                  <c:v>2</c:v>
                </c:pt>
                <c:pt idx="4153">
                  <c:v>2</c:v>
                </c:pt>
                <c:pt idx="4154">
                  <c:v>2</c:v>
                </c:pt>
                <c:pt idx="4155">
                  <c:v>2</c:v>
                </c:pt>
                <c:pt idx="4156">
                  <c:v>2</c:v>
                </c:pt>
                <c:pt idx="4157">
                  <c:v>2</c:v>
                </c:pt>
                <c:pt idx="4158">
                  <c:v>2</c:v>
                </c:pt>
                <c:pt idx="4159">
                  <c:v>2</c:v>
                </c:pt>
                <c:pt idx="4160">
                  <c:v>2</c:v>
                </c:pt>
                <c:pt idx="4161">
                  <c:v>2</c:v>
                </c:pt>
                <c:pt idx="4162">
                  <c:v>2</c:v>
                </c:pt>
                <c:pt idx="4163">
                  <c:v>2</c:v>
                </c:pt>
                <c:pt idx="4164">
                  <c:v>2</c:v>
                </c:pt>
                <c:pt idx="4165">
                  <c:v>2</c:v>
                </c:pt>
                <c:pt idx="4166">
                  <c:v>2</c:v>
                </c:pt>
                <c:pt idx="4167">
                  <c:v>2</c:v>
                </c:pt>
                <c:pt idx="4168">
                  <c:v>2</c:v>
                </c:pt>
                <c:pt idx="4169">
                  <c:v>2</c:v>
                </c:pt>
                <c:pt idx="4170">
                  <c:v>2</c:v>
                </c:pt>
                <c:pt idx="4171">
                  <c:v>2</c:v>
                </c:pt>
                <c:pt idx="4172">
                  <c:v>2</c:v>
                </c:pt>
                <c:pt idx="4173">
                  <c:v>2</c:v>
                </c:pt>
                <c:pt idx="4174">
                  <c:v>2</c:v>
                </c:pt>
                <c:pt idx="4175">
                  <c:v>2</c:v>
                </c:pt>
                <c:pt idx="4176">
                  <c:v>2</c:v>
                </c:pt>
                <c:pt idx="4177">
                  <c:v>2</c:v>
                </c:pt>
                <c:pt idx="4178">
                  <c:v>2</c:v>
                </c:pt>
                <c:pt idx="4179">
                  <c:v>2</c:v>
                </c:pt>
                <c:pt idx="4180">
                  <c:v>2</c:v>
                </c:pt>
                <c:pt idx="4181">
                  <c:v>2</c:v>
                </c:pt>
                <c:pt idx="4182">
                  <c:v>2</c:v>
                </c:pt>
                <c:pt idx="4183">
                  <c:v>2</c:v>
                </c:pt>
                <c:pt idx="4184">
                  <c:v>2</c:v>
                </c:pt>
                <c:pt idx="4185">
                  <c:v>2</c:v>
                </c:pt>
                <c:pt idx="4186">
                  <c:v>2</c:v>
                </c:pt>
                <c:pt idx="4187">
                  <c:v>2</c:v>
                </c:pt>
                <c:pt idx="4188">
                  <c:v>2</c:v>
                </c:pt>
                <c:pt idx="4189">
                  <c:v>2</c:v>
                </c:pt>
                <c:pt idx="4190">
                  <c:v>2</c:v>
                </c:pt>
                <c:pt idx="4191">
                  <c:v>2</c:v>
                </c:pt>
                <c:pt idx="4192">
                  <c:v>2</c:v>
                </c:pt>
                <c:pt idx="4193">
                  <c:v>2</c:v>
                </c:pt>
                <c:pt idx="4194">
                  <c:v>2</c:v>
                </c:pt>
                <c:pt idx="4195">
                  <c:v>2</c:v>
                </c:pt>
                <c:pt idx="4196">
                  <c:v>2</c:v>
                </c:pt>
                <c:pt idx="4197">
                  <c:v>2</c:v>
                </c:pt>
                <c:pt idx="4198">
                  <c:v>2</c:v>
                </c:pt>
                <c:pt idx="4199">
                  <c:v>2</c:v>
                </c:pt>
                <c:pt idx="4200">
                  <c:v>2</c:v>
                </c:pt>
                <c:pt idx="4201">
                  <c:v>2</c:v>
                </c:pt>
                <c:pt idx="4202">
                  <c:v>2</c:v>
                </c:pt>
                <c:pt idx="4203">
                  <c:v>2</c:v>
                </c:pt>
                <c:pt idx="4204">
                  <c:v>2</c:v>
                </c:pt>
                <c:pt idx="4205">
                  <c:v>2</c:v>
                </c:pt>
                <c:pt idx="4206">
                  <c:v>2</c:v>
                </c:pt>
                <c:pt idx="4207">
                  <c:v>2</c:v>
                </c:pt>
                <c:pt idx="4208">
                  <c:v>2</c:v>
                </c:pt>
                <c:pt idx="4209">
                  <c:v>2</c:v>
                </c:pt>
                <c:pt idx="4210">
                  <c:v>2</c:v>
                </c:pt>
                <c:pt idx="4211">
                  <c:v>2</c:v>
                </c:pt>
                <c:pt idx="4212">
                  <c:v>2</c:v>
                </c:pt>
                <c:pt idx="4213">
                  <c:v>2</c:v>
                </c:pt>
                <c:pt idx="4214">
                  <c:v>2</c:v>
                </c:pt>
                <c:pt idx="4215">
                  <c:v>2</c:v>
                </c:pt>
                <c:pt idx="4216">
                  <c:v>2</c:v>
                </c:pt>
                <c:pt idx="4217">
                  <c:v>2</c:v>
                </c:pt>
                <c:pt idx="4218">
                  <c:v>2</c:v>
                </c:pt>
                <c:pt idx="4219">
                  <c:v>2</c:v>
                </c:pt>
                <c:pt idx="4220">
                  <c:v>2</c:v>
                </c:pt>
                <c:pt idx="4221">
                  <c:v>2</c:v>
                </c:pt>
                <c:pt idx="4222">
                  <c:v>2</c:v>
                </c:pt>
                <c:pt idx="4223">
                  <c:v>2</c:v>
                </c:pt>
                <c:pt idx="4224">
                  <c:v>2</c:v>
                </c:pt>
                <c:pt idx="4225">
                  <c:v>2</c:v>
                </c:pt>
                <c:pt idx="4226">
                  <c:v>2</c:v>
                </c:pt>
                <c:pt idx="4227">
                  <c:v>2</c:v>
                </c:pt>
                <c:pt idx="4228">
                  <c:v>2</c:v>
                </c:pt>
                <c:pt idx="4229">
                  <c:v>2</c:v>
                </c:pt>
                <c:pt idx="4230">
                  <c:v>2</c:v>
                </c:pt>
                <c:pt idx="4231">
                  <c:v>2</c:v>
                </c:pt>
                <c:pt idx="4232">
                  <c:v>2</c:v>
                </c:pt>
                <c:pt idx="4233">
                  <c:v>2</c:v>
                </c:pt>
                <c:pt idx="4234">
                  <c:v>2</c:v>
                </c:pt>
                <c:pt idx="4235">
                  <c:v>2</c:v>
                </c:pt>
                <c:pt idx="4236">
                  <c:v>2</c:v>
                </c:pt>
                <c:pt idx="4237">
                  <c:v>2</c:v>
                </c:pt>
                <c:pt idx="4238">
                  <c:v>2</c:v>
                </c:pt>
                <c:pt idx="4239">
                  <c:v>2</c:v>
                </c:pt>
                <c:pt idx="4240">
                  <c:v>2</c:v>
                </c:pt>
                <c:pt idx="4241">
                  <c:v>2</c:v>
                </c:pt>
                <c:pt idx="4242">
                  <c:v>2</c:v>
                </c:pt>
                <c:pt idx="4243">
                  <c:v>2</c:v>
                </c:pt>
                <c:pt idx="4244">
                  <c:v>2</c:v>
                </c:pt>
                <c:pt idx="4245">
                  <c:v>2</c:v>
                </c:pt>
                <c:pt idx="4246">
                  <c:v>2</c:v>
                </c:pt>
                <c:pt idx="4247">
                  <c:v>2</c:v>
                </c:pt>
                <c:pt idx="4248">
                  <c:v>2</c:v>
                </c:pt>
                <c:pt idx="4249">
                  <c:v>2</c:v>
                </c:pt>
                <c:pt idx="4250">
                  <c:v>2</c:v>
                </c:pt>
                <c:pt idx="4251">
                  <c:v>2</c:v>
                </c:pt>
                <c:pt idx="4252">
                  <c:v>2</c:v>
                </c:pt>
                <c:pt idx="4253">
                  <c:v>2</c:v>
                </c:pt>
                <c:pt idx="4254">
                  <c:v>2</c:v>
                </c:pt>
                <c:pt idx="4255">
                  <c:v>2</c:v>
                </c:pt>
                <c:pt idx="4256">
                  <c:v>2</c:v>
                </c:pt>
                <c:pt idx="4257">
                  <c:v>2</c:v>
                </c:pt>
                <c:pt idx="4258">
                  <c:v>2</c:v>
                </c:pt>
                <c:pt idx="4259">
                  <c:v>2</c:v>
                </c:pt>
                <c:pt idx="4260">
                  <c:v>2</c:v>
                </c:pt>
                <c:pt idx="4261">
                  <c:v>2</c:v>
                </c:pt>
                <c:pt idx="4262">
                  <c:v>2</c:v>
                </c:pt>
                <c:pt idx="4263">
                  <c:v>2</c:v>
                </c:pt>
                <c:pt idx="4264">
                  <c:v>2</c:v>
                </c:pt>
                <c:pt idx="4265">
                  <c:v>2</c:v>
                </c:pt>
                <c:pt idx="4266">
                  <c:v>2</c:v>
                </c:pt>
                <c:pt idx="4267">
                  <c:v>2</c:v>
                </c:pt>
                <c:pt idx="4268">
                  <c:v>2</c:v>
                </c:pt>
                <c:pt idx="4269">
                  <c:v>2</c:v>
                </c:pt>
                <c:pt idx="4270">
                  <c:v>2</c:v>
                </c:pt>
                <c:pt idx="4271">
                  <c:v>2</c:v>
                </c:pt>
                <c:pt idx="4272">
                  <c:v>2</c:v>
                </c:pt>
                <c:pt idx="4273">
                  <c:v>2.25</c:v>
                </c:pt>
                <c:pt idx="4274">
                  <c:v>2.25</c:v>
                </c:pt>
                <c:pt idx="4275">
                  <c:v>2.25</c:v>
                </c:pt>
                <c:pt idx="4276">
                  <c:v>2.25</c:v>
                </c:pt>
                <c:pt idx="4277">
                  <c:v>2.25</c:v>
                </c:pt>
                <c:pt idx="4278">
                  <c:v>2.25</c:v>
                </c:pt>
                <c:pt idx="4279">
                  <c:v>2.25</c:v>
                </c:pt>
                <c:pt idx="4280">
                  <c:v>2.25</c:v>
                </c:pt>
                <c:pt idx="4281">
                  <c:v>2.25</c:v>
                </c:pt>
                <c:pt idx="4282">
                  <c:v>2.25</c:v>
                </c:pt>
                <c:pt idx="4283">
                  <c:v>2.25</c:v>
                </c:pt>
                <c:pt idx="4284">
                  <c:v>2.25</c:v>
                </c:pt>
                <c:pt idx="4285">
                  <c:v>2.25</c:v>
                </c:pt>
                <c:pt idx="4286">
                  <c:v>2.25</c:v>
                </c:pt>
                <c:pt idx="4287">
                  <c:v>2.25</c:v>
                </c:pt>
                <c:pt idx="4288">
                  <c:v>2.25</c:v>
                </c:pt>
                <c:pt idx="4289">
                  <c:v>2.25</c:v>
                </c:pt>
                <c:pt idx="4290">
                  <c:v>2.25</c:v>
                </c:pt>
                <c:pt idx="4291">
                  <c:v>2.25</c:v>
                </c:pt>
                <c:pt idx="4292">
                  <c:v>2.25</c:v>
                </c:pt>
                <c:pt idx="4293">
                  <c:v>2.25</c:v>
                </c:pt>
                <c:pt idx="4294">
                  <c:v>2.25</c:v>
                </c:pt>
                <c:pt idx="4295">
                  <c:v>2.25</c:v>
                </c:pt>
                <c:pt idx="4296">
                  <c:v>2.25</c:v>
                </c:pt>
                <c:pt idx="4297">
                  <c:v>2.25</c:v>
                </c:pt>
                <c:pt idx="4298">
                  <c:v>2.5</c:v>
                </c:pt>
                <c:pt idx="4299">
                  <c:v>2.5</c:v>
                </c:pt>
                <c:pt idx="4300">
                  <c:v>2.5</c:v>
                </c:pt>
                <c:pt idx="4301">
                  <c:v>2.5</c:v>
                </c:pt>
                <c:pt idx="4302">
                  <c:v>2.5</c:v>
                </c:pt>
                <c:pt idx="4303">
                  <c:v>2.5</c:v>
                </c:pt>
                <c:pt idx="4304">
                  <c:v>2.5</c:v>
                </c:pt>
                <c:pt idx="4305">
                  <c:v>2.5</c:v>
                </c:pt>
                <c:pt idx="4306">
                  <c:v>2.5</c:v>
                </c:pt>
                <c:pt idx="4307">
                  <c:v>2.5</c:v>
                </c:pt>
                <c:pt idx="4308">
                  <c:v>2.5</c:v>
                </c:pt>
                <c:pt idx="4309">
                  <c:v>2.5</c:v>
                </c:pt>
                <c:pt idx="4310">
                  <c:v>2.5</c:v>
                </c:pt>
                <c:pt idx="4311">
                  <c:v>2.5</c:v>
                </c:pt>
                <c:pt idx="4312">
                  <c:v>2.5</c:v>
                </c:pt>
                <c:pt idx="4313">
                  <c:v>3.25</c:v>
                </c:pt>
                <c:pt idx="4314">
                  <c:v>3.25</c:v>
                </c:pt>
                <c:pt idx="4315">
                  <c:v>3.25</c:v>
                </c:pt>
                <c:pt idx="4316">
                  <c:v>3.25</c:v>
                </c:pt>
                <c:pt idx="4317">
                  <c:v>3.25</c:v>
                </c:pt>
                <c:pt idx="4318">
                  <c:v>3.25</c:v>
                </c:pt>
                <c:pt idx="4319">
                  <c:v>3.25</c:v>
                </c:pt>
                <c:pt idx="4320">
                  <c:v>3.25</c:v>
                </c:pt>
                <c:pt idx="4321">
                  <c:v>3.25</c:v>
                </c:pt>
                <c:pt idx="4322">
                  <c:v>3.25</c:v>
                </c:pt>
                <c:pt idx="4323">
                  <c:v>3.25</c:v>
                </c:pt>
                <c:pt idx="4324">
                  <c:v>3.25</c:v>
                </c:pt>
                <c:pt idx="4325">
                  <c:v>3.25</c:v>
                </c:pt>
                <c:pt idx="4326">
                  <c:v>3.25</c:v>
                </c:pt>
                <c:pt idx="4327">
                  <c:v>3.25</c:v>
                </c:pt>
                <c:pt idx="4328">
                  <c:v>3.25</c:v>
                </c:pt>
                <c:pt idx="4329">
                  <c:v>3.25</c:v>
                </c:pt>
                <c:pt idx="4330">
                  <c:v>3.25</c:v>
                </c:pt>
                <c:pt idx="4331">
                  <c:v>3.25</c:v>
                </c:pt>
                <c:pt idx="4332">
                  <c:v>3.25</c:v>
                </c:pt>
                <c:pt idx="4333">
                  <c:v>3.25</c:v>
                </c:pt>
                <c:pt idx="4334">
                  <c:v>3.25</c:v>
                </c:pt>
                <c:pt idx="4335">
                  <c:v>3.25</c:v>
                </c:pt>
                <c:pt idx="4336">
                  <c:v>3.25</c:v>
                </c:pt>
                <c:pt idx="4337">
                  <c:v>3.25</c:v>
                </c:pt>
                <c:pt idx="4338">
                  <c:v>3.75</c:v>
                </c:pt>
                <c:pt idx="4339">
                  <c:v>3.75</c:v>
                </c:pt>
                <c:pt idx="4340">
                  <c:v>3.75</c:v>
                </c:pt>
                <c:pt idx="4341">
                  <c:v>3.75</c:v>
                </c:pt>
                <c:pt idx="4342">
                  <c:v>3.75</c:v>
                </c:pt>
                <c:pt idx="4343">
                  <c:v>3.75</c:v>
                </c:pt>
                <c:pt idx="4344">
                  <c:v>3.75</c:v>
                </c:pt>
                <c:pt idx="4345">
                  <c:v>3.75</c:v>
                </c:pt>
                <c:pt idx="4346">
                  <c:v>3.75</c:v>
                </c:pt>
                <c:pt idx="4347">
                  <c:v>3.75</c:v>
                </c:pt>
                <c:pt idx="4348">
                  <c:v>3.75</c:v>
                </c:pt>
                <c:pt idx="4349">
                  <c:v>3.75</c:v>
                </c:pt>
                <c:pt idx="4350">
                  <c:v>3.75</c:v>
                </c:pt>
                <c:pt idx="4351">
                  <c:v>3.75</c:v>
                </c:pt>
                <c:pt idx="4352">
                  <c:v>3.75</c:v>
                </c:pt>
                <c:pt idx="4353">
                  <c:v>3.75</c:v>
                </c:pt>
                <c:pt idx="4354">
                  <c:v>3.75</c:v>
                </c:pt>
                <c:pt idx="4355">
                  <c:v>3.75</c:v>
                </c:pt>
                <c:pt idx="4356">
                  <c:v>3.75</c:v>
                </c:pt>
                <c:pt idx="4357">
                  <c:v>3.75</c:v>
                </c:pt>
                <c:pt idx="4358">
                  <c:v>3.75</c:v>
                </c:pt>
                <c:pt idx="4359">
                  <c:v>3.75</c:v>
                </c:pt>
                <c:pt idx="4360">
                  <c:v>3.75</c:v>
                </c:pt>
                <c:pt idx="4361">
                  <c:v>3.75</c:v>
                </c:pt>
                <c:pt idx="4362">
                  <c:v>3.75</c:v>
                </c:pt>
                <c:pt idx="4363">
                  <c:v>4.25</c:v>
                </c:pt>
                <c:pt idx="4364">
                  <c:v>4.25</c:v>
                </c:pt>
                <c:pt idx="4365">
                  <c:v>4.25</c:v>
                </c:pt>
                <c:pt idx="4366">
                  <c:v>4.25</c:v>
                </c:pt>
                <c:pt idx="4367">
                  <c:v>4.25</c:v>
                </c:pt>
                <c:pt idx="4368">
                  <c:v>4.25</c:v>
                </c:pt>
                <c:pt idx="4369">
                  <c:v>4.25</c:v>
                </c:pt>
                <c:pt idx="4370">
                  <c:v>4.25</c:v>
                </c:pt>
                <c:pt idx="4371">
                  <c:v>4.25</c:v>
                </c:pt>
                <c:pt idx="4372">
                  <c:v>4.25</c:v>
                </c:pt>
                <c:pt idx="4373">
                  <c:v>4.25</c:v>
                </c:pt>
                <c:pt idx="4374">
                  <c:v>4.25</c:v>
                </c:pt>
                <c:pt idx="4375">
                  <c:v>4.25</c:v>
                </c:pt>
                <c:pt idx="4376">
                  <c:v>4.25</c:v>
                </c:pt>
                <c:pt idx="4377">
                  <c:v>4.25</c:v>
                </c:pt>
                <c:pt idx="4378">
                  <c:v>4.25</c:v>
                </c:pt>
                <c:pt idx="4379">
                  <c:v>4.25</c:v>
                </c:pt>
                <c:pt idx="4380">
                  <c:v>4.25</c:v>
                </c:pt>
                <c:pt idx="4381">
                  <c:v>4.25</c:v>
                </c:pt>
                <c:pt idx="4382">
                  <c:v>4.25</c:v>
                </c:pt>
                <c:pt idx="4383">
                  <c:v>4.25</c:v>
                </c:pt>
                <c:pt idx="4384">
                  <c:v>4.25</c:v>
                </c:pt>
                <c:pt idx="4385">
                  <c:v>4.25</c:v>
                </c:pt>
                <c:pt idx="4386">
                  <c:v>4.25</c:v>
                </c:pt>
                <c:pt idx="4387">
                  <c:v>4.25</c:v>
                </c:pt>
                <c:pt idx="4388">
                  <c:v>4.25</c:v>
                </c:pt>
                <c:pt idx="4389">
                  <c:v>4.25</c:v>
                </c:pt>
                <c:pt idx="4390">
                  <c:v>4.25</c:v>
                </c:pt>
                <c:pt idx="4391">
                  <c:v>4.25</c:v>
                </c:pt>
                <c:pt idx="4392">
                  <c:v>4.25</c:v>
                </c:pt>
                <c:pt idx="4393">
                  <c:v>4.25</c:v>
                </c:pt>
                <c:pt idx="4394">
                  <c:v>4.25</c:v>
                </c:pt>
                <c:pt idx="4395">
                  <c:v>4.25</c:v>
                </c:pt>
                <c:pt idx="4396">
                  <c:v>4.25</c:v>
                </c:pt>
                <c:pt idx="4397">
                  <c:v>4.25</c:v>
                </c:pt>
                <c:pt idx="4398">
                  <c:v>4.25</c:v>
                </c:pt>
                <c:pt idx="4399">
                  <c:v>4.25</c:v>
                </c:pt>
                <c:pt idx="4400">
                  <c:v>4.25</c:v>
                </c:pt>
                <c:pt idx="4401">
                  <c:v>4.25</c:v>
                </c:pt>
                <c:pt idx="4402">
                  <c:v>4.25</c:v>
                </c:pt>
                <c:pt idx="4403">
                  <c:v>5</c:v>
                </c:pt>
                <c:pt idx="4404">
                  <c:v>5</c:v>
                </c:pt>
                <c:pt idx="4405">
                  <c:v>5</c:v>
                </c:pt>
                <c:pt idx="4406">
                  <c:v>5</c:v>
                </c:pt>
                <c:pt idx="4407">
                  <c:v>5</c:v>
                </c:pt>
                <c:pt idx="4408">
                  <c:v>5</c:v>
                </c:pt>
                <c:pt idx="4409">
                  <c:v>5</c:v>
                </c:pt>
                <c:pt idx="4410">
                  <c:v>5</c:v>
                </c:pt>
                <c:pt idx="4411">
                  <c:v>5</c:v>
                </c:pt>
                <c:pt idx="4412">
                  <c:v>5</c:v>
                </c:pt>
                <c:pt idx="4413">
                  <c:v>5</c:v>
                </c:pt>
                <c:pt idx="4414">
                  <c:v>5</c:v>
                </c:pt>
                <c:pt idx="4415">
                  <c:v>5</c:v>
                </c:pt>
                <c:pt idx="4416">
                  <c:v>5</c:v>
                </c:pt>
                <c:pt idx="4417">
                  <c:v>5</c:v>
                </c:pt>
                <c:pt idx="4418">
                  <c:v>5</c:v>
                </c:pt>
                <c:pt idx="4419">
                  <c:v>5</c:v>
                </c:pt>
                <c:pt idx="4420">
                  <c:v>5</c:v>
                </c:pt>
                <c:pt idx="4421">
                  <c:v>5</c:v>
                </c:pt>
                <c:pt idx="4422">
                  <c:v>5</c:v>
                </c:pt>
                <c:pt idx="4423">
                  <c:v>5.5</c:v>
                </c:pt>
                <c:pt idx="4424">
                  <c:v>5.5</c:v>
                </c:pt>
                <c:pt idx="4425">
                  <c:v>5.5</c:v>
                </c:pt>
                <c:pt idx="4426">
                  <c:v>5.5</c:v>
                </c:pt>
                <c:pt idx="4427">
                  <c:v>5.5</c:v>
                </c:pt>
                <c:pt idx="4428">
                  <c:v>5.5</c:v>
                </c:pt>
                <c:pt idx="4429">
                  <c:v>5.5</c:v>
                </c:pt>
                <c:pt idx="4430">
                  <c:v>5.5</c:v>
                </c:pt>
                <c:pt idx="4431">
                  <c:v>5.5</c:v>
                </c:pt>
                <c:pt idx="4432">
                  <c:v>5.5</c:v>
                </c:pt>
                <c:pt idx="4433">
                  <c:v>5.5</c:v>
                </c:pt>
                <c:pt idx="4434">
                  <c:v>5.5</c:v>
                </c:pt>
                <c:pt idx="4435">
                  <c:v>5.5</c:v>
                </c:pt>
                <c:pt idx="4436">
                  <c:v>5.5</c:v>
                </c:pt>
                <c:pt idx="4437">
                  <c:v>5.5</c:v>
                </c:pt>
                <c:pt idx="4438">
                  <c:v>5.5</c:v>
                </c:pt>
                <c:pt idx="4439">
                  <c:v>5.5</c:v>
                </c:pt>
                <c:pt idx="4440">
                  <c:v>5.5</c:v>
                </c:pt>
                <c:pt idx="4441">
                  <c:v>5.5</c:v>
                </c:pt>
                <c:pt idx="4442">
                  <c:v>5.5</c:v>
                </c:pt>
                <c:pt idx="4443">
                  <c:v>5.5</c:v>
                </c:pt>
                <c:pt idx="4444">
                  <c:v>5.5</c:v>
                </c:pt>
                <c:pt idx="4445">
                  <c:v>5.5</c:v>
                </c:pt>
                <c:pt idx="4446">
                  <c:v>5.5</c:v>
                </c:pt>
                <c:pt idx="4447">
                  <c:v>5.5</c:v>
                </c:pt>
                <c:pt idx="4448">
                  <c:v>5.5</c:v>
                </c:pt>
                <c:pt idx="4449">
                  <c:v>5.5</c:v>
                </c:pt>
                <c:pt idx="4450">
                  <c:v>5.5</c:v>
                </c:pt>
                <c:pt idx="4451">
                  <c:v>5.5</c:v>
                </c:pt>
                <c:pt idx="4452">
                  <c:v>5.5</c:v>
                </c:pt>
                <c:pt idx="4453">
                  <c:v>5.5</c:v>
                </c:pt>
                <c:pt idx="4454">
                  <c:v>5.5</c:v>
                </c:pt>
                <c:pt idx="4455">
                  <c:v>5.5</c:v>
                </c:pt>
                <c:pt idx="4456">
                  <c:v>5.5</c:v>
                </c:pt>
                <c:pt idx="4457">
                  <c:v>5.5</c:v>
                </c:pt>
                <c:pt idx="4458">
                  <c:v>5.5</c:v>
                </c:pt>
                <c:pt idx="4459">
                  <c:v>5.5</c:v>
                </c:pt>
                <c:pt idx="4460">
                  <c:v>5.5</c:v>
                </c:pt>
                <c:pt idx="4461">
                  <c:v>5.5</c:v>
                </c:pt>
                <c:pt idx="4462">
                  <c:v>5.5</c:v>
                </c:pt>
                <c:pt idx="4463">
                  <c:v>5.5</c:v>
                </c:pt>
                <c:pt idx="4464">
                  <c:v>5.5</c:v>
                </c:pt>
                <c:pt idx="4465">
                  <c:v>5.5</c:v>
                </c:pt>
                <c:pt idx="4466">
                  <c:v>5.5</c:v>
                </c:pt>
                <c:pt idx="4467">
                  <c:v>5.5</c:v>
                </c:pt>
                <c:pt idx="4468">
                  <c:v>6</c:v>
                </c:pt>
                <c:pt idx="4469">
                  <c:v>6</c:v>
                </c:pt>
                <c:pt idx="4470">
                  <c:v>6</c:v>
                </c:pt>
                <c:pt idx="4471">
                  <c:v>6</c:v>
                </c:pt>
                <c:pt idx="4472">
                  <c:v>6</c:v>
                </c:pt>
                <c:pt idx="4473">
                  <c:v>6</c:v>
                </c:pt>
                <c:pt idx="4474">
                  <c:v>6</c:v>
                </c:pt>
                <c:pt idx="4475">
                  <c:v>6</c:v>
                </c:pt>
                <c:pt idx="4476">
                  <c:v>6</c:v>
                </c:pt>
                <c:pt idx="4477">
                  <c:v>6</c:v>
                </c:pt>
                <c:pt idx="4478">
                  <c:v>6</c:v>
                </c:pt>
                <c:pt idx="4479">
                  <c:v>6</c:v>
                </c:pt>
                <c:pt idx="4480">
                  <c:v>6</c:v>
                </c:pt>
                <c:pt idx="4481">
                  <c:v>6</c:v>
                </c:pt>
                <c:pt idx="4482">
                  <c:v>6</c:v>
                </c:pt>
                <c:pt idx="4483">
                  <c:v>6</c:v>
                </c:pt>
                <c:pt idx="4484">
                  <c:v>6</c:v>
                </c:pt>
                <c:pt idx="4485">
                  <c:v>6</c:v>
                </c:pt>
                <c:pt idx="4486">
                  <c:v>6</c:v>
                </c:pt>
                <c:pt idx="4487">
                  <c:v>6</c:v>
                </c:pt>
                <c:pt idx="4488">
                  <c:v>6</c:v>
                </c:pt>
                <c:pt idx="4489">
                  <c:v>6</c:v>
                </c:pt>
                <c:pt idx="4490">
                  <c:v>6</c:v>
                </c:pt>
                <c:pt idx="4491">
                  <c:v>6</c:v>
                </c:pt>
                <c:pt idx="4492">
                  <c:v>6</c:v>
                </c:pt>
                <c:pt idx="4493">
                  <c:v>6.25</c:v>
                </c:pt>
                <c:pt idx="4494">
                  <c:v>6.25</c:v>
                </c:pt>
                <c:pt idx="4495">
                  <c:v>6.25</c:v>
                </c:pt>
                <c:pt idx="4496">
                  <c:v>6.25</c:v>
                </c:pt>
                <c:pt idx="4497">
                  <c:v>6.25</c:v>
                </c:pt>
                <c:pt idx="4498">
                  <c:v>6.25</c:v>
                </c:pt>
                <c:pt idx="4499">
                  <c:v>6.25</c:v>
                </c:pt>
                <c:pt idx="4500">
                  <c:v>6.25</c:v>
                </c:pt>
                <c:pt idx="4501">
                  <c:v>6.25</c:v>
                </c:pt>
                <c:pt idx="4502">
                  <c:v>6.25</c:v>
                </c:pt>
                <c:pt idx="4503">
                  <c:v>6.25</c:v>
                </c:pt>
                <c:pt idx="4504">
                  <c:v>6.25</c:v>
                </c:pt>
                <c:pt idx="4505">
                  <c:v>6.25</c:v>
                </c:pt>
                <c:pt idx="4506">
                  <c:v>6.25</c:v>
                </c:pt>
                <c:pt idx="4507">
                  <c:v>6.25</c:v>
                </c:pt>
                <c:pt idx="4508">
                  <c:v>6.25</c:v>
                </c:pt>
                <c:pt idx="4509">
                  <c:v>6.25</c:v>
                </c:pt>
                <c:pt idx="4510">
                  <c:v>6.25</c:v>
                </c:pt>
                <c:pt idx="4511">
                  <c:v>6.25</c:v>
                </c:pt>
                <c:pt idx="4512">
                  <c:v>6.25</c:v>
                </c:pt>
                <c:pt idx="4513">
                  <c:v>6.25</c:v>
                </c:pt>
                <c:pt idx="4514">
                  <c:v>6.25</c:v>
                </c:pt>
                <c:pt idx="4515">
                  <c:v>6.25</c:v>
                </c:pt>
                <c:pt idx="4516">
                  <c:v>6.25</c:v>
                </c:pt>
                <c:pt idx="4517">
                  <c:v>6.25</c:v>
                </c:pt>
                <c:pt idx="4518">
                  <c:v>6.25</c:v>
                </c:pt>
                <c:pt idx="4519">
                  <c:v>6.25</c:v>
                </c:pt>
                <c:pt idx="4520">
                  <c:v>6.25</c:v>
                </c:pt>
                <c:pt idx="4521">
                  <c:v>6.25</c:v>
                </c:pt>
                <c:pt idx="4522">
                  <c:v>6.25</c:v>
                </c:pt>
                <c:pt idx="4523">
                  <c:v>6.25</c:v>
                </c:pt>
                <c:pt idx="4524">
                  <c:v>6.25</c:v>
                </c:pt>
                <c:pt idx="4525">
                  <c:v>6.25</c:v>
                </c:pt>
                <c:pt idx="4526">
                  <c:v>6.25</c:v>
                </c:pt>
                <c:pt idx="4527">
                  <c:v>6.25</c:v>
                </c:pt>
                <c:pt idx="4528">
                  <c:v>6.25</c:v>
                </c:pt>
                <c:pt idx="4529">
                  <c:v>6.25</c:v>
                </c:pt>
                <c:pt idx="4530">
                  <c:v>6.25</c:v>
                </c:pt>
                <c:pt idx="4531">
                  <c:v>6.25</c:v>
                </c:pt>
                <c:pt idx="4532">
                  <c:v>6.25</c:v>
                </c:pt>
                <c:pt idx="4533">
                  <c:v>6.25</c:v>
                </c:pt>
                <c:pt idx="4534">
                  <c:v>6.25</c:v>
                </c:pt>
                <c:pt idx="4535">
                  <c:v>6.25</c:v>
                </c:pt>
                <c:pt idx="4536">
                  <c:v>6.25</c:v>
                </c:pt>
                <c:pt idx="4537">
                  <c:v>6.25</c:v>
                </c:pt>
                <c:pt idx="4538">
                  <c:v>6.25</c:v>
                </c:pt>
                <c:pt idx="4539">
                  <c:v>6.25</c:v>
                </c:pt>
                <c:pt idx="4540">
                  <c:v>6.25</c:v>
                </c:pt>
                <c:pt idx="4541">
                  <c:v>6.25</c:v>
                </c:pt>
                <c:pt idx="4542">
                  <c:v>6.25</c:v>
                </c:pt>
                <c:pt idx="4543">
                  <c:v>6.25</c:v>
                </c:pt>
                <c:pt idx="4544">
                  <c:v>6.25</c:v>
                </c:pt>
                <c:pt idx="4545">
                  <c:v>6.25</c:v>
                </c:pt>
                <c:pt idx="4546">
                  <c:v>6.25</c:v>
                </c:pt>
                <c:pt idx="4547">
                  <c:v>6.25</c:v>
                </c:pt>
                <c:pt idx="4548">
                  <c:v>6.25</c:v>
                </c:pt>
                <c:pt idx="4549">
                  <c:v>6.25</c:v>
                </c:pt>
                <c:pt idx="4550">
                  <c:v>6.25</c:v>
                </c:pt>
                <c:pt idx="4551">
                  <c:v>6.25</c:v>
                </c:pt>
                <c:pt idx="4552">
                  <c:v>6.25</c:v>
                </c:pt>
                <c:pt idx="4553">
                  <c:v>6.25</c:v>
                </c:pt>
                <c:pt idx="4554">
                  <c:v>6.25</c:v>
                </c:pt>
                <c:pt idx="4555">
                  <c:v>6.25</c:v>
                </c:pt>
                <c:pt idx="4556">
                  <c:v>6.25</c:v>
                </c:pt>
                <c:pt idx="4557">
                  <c:v>6.25</c:v>
                </c:pt>
                <c:pt idx="4558">
                  <c:v>6.25</c:v>
                </c:pt>
                <c:pt idx="4559">
                  <c:v>6.25</c:v>
                </c:pt>
                <c:pt idx="4560">
                  <c:v>6.25</c:v>
                </c:pt>
                <c:pt idx="4561">
                  <c:v>6.25</c:v>
                </c:pt>
                <c:pt idx="4562">
                  <c:v>6.25</c:v>
                </c:pt>
                <c:pt idx="4563">
                  <c:v>6.25</c:v>
                </c:pt>
                <c:pt idx="4564">
                  <c:v>6.25</c:v>
                </c:pt>
                <c:pt idx="4565">
                  <c:v>6.25</c:v>
                </c:pt>
                <c:pt idx="4566">
                  <c:v>6.25</c:v>
                </c:pt>
                <c:pt idx="4567">
                  <c:v>6.25</c:v>
                </c:pt>
                <c:pt idx="4568">
                  <c:v>6.25</c:v>
                </c:pt>
                <c:pt idx="4569">
                  <c:v>6.25</c:v>
                </c:pt>
                <c:pt idx="4570">
                  <c:v>6.25</c:v>
                </c:pt>
                <c:pt idx="4571">
                  <c:v>6.25</c:v>
                </c:pt>
                <c:pt idx="4572">
                  <c:v>6.25</c:v>
                </c:pt>
                <c:pt idx="4573">
                  <c:v>6.25</c:v>
                </c:pt>
                <c:pt idx="4574">
                  <c:v>6.25</c:v>
                </c:pt>
                <c:pt idx="4575">
                  <c:v>6.25</c:v>
                </c:pt>
                <c:pt idx="4576">
                  <c:v>6.25</c:v>
                </c:pt>
                <c:pt idx="4577">
                  <c:v>6.25</c:v>
                </c:pt>
                <c:pt idx="4578">
                  <c:v>6.25</c:v>
                </c:pt>
                <c:pt idx="4579">
                  <c:v>6.25</c:v>
                </c:pt>
                <c:pt idx="4580">
                  <c:v>6.25</c:v>
                </c:pt>
                <c:pt idx="4581">
                  <c:v>6.25</c:v>
                </c:pt>
                <c:pt idx="4582">
                  <c:v>6.25</c:v>
                </c:pt>
                <c:pt idx="4583">
                  <c:v>6.25</c:v>
                </c:pt>
                <c:pt idx="4584">
                  <c:v>6.25</c:v>
                </c:pt>
                <c:pt idx="4585">
                  <c:v>6.25</c:v>
                </c:pt>
                <c:pt idx="4586">
                  <c:v>6.25</c:v>
                </c:pt>
                <c:pt idx="4587">
                  <c:v>6.25</c:v>
                </c:pt>
                <c:pt idx="4588">
                  <c:v>6.25</c:v>
                </c:pt>
                <c:pt idx="4589">
                  <c:v>6.25</c:v>
                </c:pt>
                <c:pt idx="4590">
                  <c:v>6.25</c:v>
                </c:pt>
                <c:pt idx="4591">
                  <c:v>6.25</c:v>
                </c:pt>
                <c:pt idx="4592">
                  <c:v>6.25</c:v>
                </c:pt>
                <c:pt idx="4593">
                  <c:v>6.25</c:v>
                </c:pt>
                <c:pt idx="4594">
                  <c:v>6.25</c:v>
                </c:pt>
                <c:pt idx="4595">
                  <c:v>6.25</c:v>
                </c:pt>
                <c:pt idx="4596">
                  <c:v>6.25</c:v>
                </c:pt>
                <c:pt idx="4597">
                  <c:v>6.25</c:v>
                </c:pt>
                <c:pt idx="4598">
                  <c:v>6.25</c:v>
                </c:pt>
                <c:pt idx="4599">
                  <c:v>6.25</c:v>
                </c:pt>
                <c:pt idx="4600">
                  <c:v>6.25</c:v>
                </c:pt>
                <c:pt idx="4601">
                  <c:v>6.25</c:v>
                </c:pt>
                <c:pt idx="4602">
                  <c:v>6.25</c:v>
                </c:pt>
                <c:pt idx="4603">
                  <c:v>6.25</c:v>
                </c:pt>
                <c:pt idx="4604">
                  <c:v>6.25</c:v>
                </c:pt>
                <c:pt idx="4605">
                  <c:v>6.25</c:v>
                </c:pt>
                <c:pt idx="4606">
                  <c:v>6.25</c:v>
                </c:pt>
                <c:pt idx="4607">
                  <c:v>6.25</c:v>
                </c:pt>
                <c:pt idx="4608">
                  <c:v>6.25</c:v>
                </c:pt>
                <c:pt idx="4609">
                  <c:v>6.25</c:v>
                </c:pt>
                <c:pt idx="4610">
                  <c:v>6.25</c:v>
                </c:pt>
                <c:pt idx="4611">
                  <c:v>6.25</c:v>
                </c:pt>
                <c:pt idx="4612">
                  <c:v>6.25</c:v>
                </c:pt>
                <c:pt idx="4613">
                  <c:v>6.25</c:v>
                </c:pt>
                <c:pt idx="4614">
                  <c:v>6.25</c:v>
                </c:pt>
                <c:pt idx="4615">
                  <c:v>6.25</c:v>
                </c:pt>
                <c:pt idx="4616">
                  <c:v>6.25</c:v>
                </c:pt>
                <c:pt idx="4617">
                  <c:v>6.25</c:v>
                </c:pt>
                <c:pt idx="4618">
                  <c:v>6.25</c:v>
                </c:pt>
                <c:pt idx="4619">
                  <c:v>6.25</c:v>
                </c:pt>
                <c:pt idx="4620">
                  <c:v>6.25</c:v>
                </c:pt>
                <c:pt idx="4621">
                  <c:v>6.25</c:v>
                </c:pt>
                <c:pt idx="4622">
                  <c:v>6.25</c:v>
                </c:pt>
                <c:pt idx="4623">
                  <c:v>6.25</c:v>
                </c:pt>
                <c:pt idx="4624">
                  <c:v>6.25</c:v>
                </c:pt>
                <c:pt idx="4625">
                  <c:v>6.25</c:v>
                </c:pt>
                <c:pt idx="4626">
                  <c:v>6.25</c:v>
                </c:pt>
                <c:pt idx="4627">
                  <c:v>6.25</c:v>
                </c:pt>
                <c:pt idx="4628">
                  <c:v>6.25</c:v>
                </c:pt>
                <c:pt idx="4629">
                  <c:v>6.25</c:v>
                </c:pt>
                <c:pt idx="4630">
                  <c:v>6.25</c:v>
                </c:pt>
                <c:pt idx="4631">
                  <c:v>6.25</c:v>
                </c:pt>
                <c:pt idx="4632">
                  <c:v>6.25</c:v>
                </c:pt>
                <c:pt idx="4633">
                  <c:v>6.25</c:v>
                </c:pt>
                <c:pt idx="4634">
                  <c:v>6.25</c:v>
                </c:pt>
                <c:pt idx="4635">
                  <c:v>6.25</c:v>
                </c:pt>
                <c:pt idx="4636">
                  <c:v>6.25</c:v>
                </c:pt>
                <c:pt idx="4637">
                  <c:v>6.25</c:v>
                </c:pt>
                <c:pt idx="4638">
                  <c:v>6.25</c:v>
                </c:pt>
                <c:pt idx="4639">
                  <c:v>6.25</c:v>
                </c:pt>
                <c:pt idx="4640">
                  <c:v>6.25</c:v>
                </c:pt>
                <c:pt idx="4641">
                  <c:v>6.25</c:v>
                </c:pt>
                <c:pt idx="4642">
                  <c:v>6.25</c:v>
                </c:pt>
                <c:pt idx="4643">
                  <c:v>6.25</c:v>
                </c:pt>
                <c:pt idx="4644">
                  <c:v>6.25</c:v>
                </c:pt>
                <c:pt idx="4645">
                  <c:v>6.25</c:v>
                </c:pt>
                <c:pt idx="4646">
                  <c:v>6.25</c:v>
                </c:pt>
                <c:pt idx="4647">
                  <c:v>6.25</c:v>
                </c:pt>
                <c:pt idx="4648">
                  <c:v>6.5</c:v>
                </c:pt>
                <c:pt idx="4649">
                  <c:v>6.5</c:v>
                </c:pt>
                <c:pt idx="4650">
                  <c:v>6.5</c:v>
                </c:pt>
                <c:pt idx="4651">
                  <c:v>6.5</c:v>
                </c:pt>
                <c:pt idx="4652">
                  <c:v>6.5</c:v>
                </c:pt>
                <c:pt idx="4653">
                  <c:v>6.5</c:v>
                </c:pt>
                <c:pt idx="4654">
                  <c:v>6.5</c:v>
                </c:pt>
                <c:pt idx="4655">
                  <c:v>6.5</c:v>
                </c:pt>
                <c:pt idx="4656">
                  <c:v>6.5</c:v>
                </c:pt>
                <c:pt idx="4657">
                  <c:v>6.5</c:v>
                </c:pt>
                <c:pt idx="4658">
                  <c:v>6.5</c:v>
                </c:pt>
                <c:pt idx="4659">
                  <c:v>6.5</c:v>
                </c:pt>
                <c:pt idx="4660">
                  <c:v>6.5</c:v>
                </c:pt>
                <c:pt idx="4661">
                  <c:v>6.5</c:v>
                </c:pt>
                <c:pt idx="4662">
                  <c:v>6.5</c:v>
                </c:pt>
                <c:pt idx="4663">
                  <c:v>6.5</c:v>
                </c:pt>
                <c:pt idx="4664">
                  <c:v>6.5</c:v>
                </c:pt>
                <c:pt idx="4665">
                  <c:v>6.5</c:v>
                </c:pt>
                <c:pt idx="4666">
                  <c:v>6.5</c:v>
                </c:pt>
                <c:pt idx="4667">
                  <c:v>6.5</c:v>
                </c:pt>
                <c:pt idx="4668">
                  <c:v>6.5</c:v>
                </c:pt>
                <c:pt idx="4669">
                  <c:v>6.5</c:v>
                </c:pt>
                <c:pt idx="4670">
                  <c:v>6.5</c:v>
                </c:pt>
                <c:pt idx="4671">
                  <c:v>6.5</c:v>
                </c:pt>
                <c:pt idx="4672">
                  <c:v>6.5</c:v>
                </c:pt>
                <c:pt idx="4673">
                  <c:v>6.5</c:v>
                </c:pt>
                <c:pt idx="4674">
                  <c:v>6.5</c:v>
                </c:pt>
                <c:pt idx="4675">
                  <c:v>6.5</c:v>
                </c:pt>
                <c:pt idx="4676">
                  <c:v>6.5</c:v>
                </c:pt>
                <c:pt idx="4677">
                  <c:v>6.5</c:v>
                </c:pt>
                <c:pt idx="4678">
                  <c:v>6.5</c:v>
                </c:pt>
                <c:pt idx="4679">
                  <c:v>6.5</c:v>
                </c:pt>
                <c:pt idx="4680">
                  <c:v>6.5</c:v>
                </c:pt>
                <c:pt idx="4681">
                  <c:v>6.5</c:v>
                </c:pt>
                <c:pt idx="4682">
                  <c:v>6.5</c:v>
                </c:pt>
                <c:pt idx="4683">
                  <c:v>6.5</c:v>
                </c:pt>
                <c:pt idx="4684">
                  <c:v>6.5</c:v>
                </c:pt>
                <c:pt idx="4685">
                  <c:v>6.5</c:v>
                </c:pt>
                <c:pt idx="4686">
                  <c:v>6.5</c:v>
                </c:pt>
                <c:pt idx="4687">
                  <c:v>6.5</c:v>
                </c:pt>
                <c:pt idx="4688">
                  <c:v>6.5</c:v>
                </c:pt>
                <c:pt idx="4689">
                  <c:v>6.5</c:v>
                </c:pt>
                <c:pt idx="4690">
                  <c:v>6.5</c:v>
                </c:pt>
                <c:pt idx="4691">
                  <c:v>6.5</c:v>
                </c:pt>
                <c:pt idx="4692">
                  <c:v>6.5</c:v>
                </c:pt>
                <c:pt idx="4693">
                  <c:v>6.5</c:v>
                </c:pt>
                <c:pt idx="4694">
                  <c:v>6.5</c:v>
                </c:pt>
                <c:pt idx="4695">
                  <c:v>6.5</c:v>
                </c:pt>
                <c:pt idx="4696">
                  <c:v>6.5</c:v>
                </c:pt>
                <c:pt idx="4697">
                  <c:v>6.5</c:v>
                </c:pt>
                <c:pt idx="4698">
                  <c:v>6.5</c:v>
                </c:pt>
                <c:pt idx="4699">
                  <c:v>6.5</c:v>
                </c:pt>
                <c:pt idx="4700">
                  <c:v>6.5</c:v>
                </c:pt>
                <c:pt idx="4701">
                  <c:v>6.5</c:v>
                </c:pt>
                <c:pt idx="4702">
                  <c:v>6.5</c:v>
                </c:pt>
                <c:pt idx="4703">
                  <c:v>6.5</c:v>
                </c:pt>
                <c:pt idx="4704">
                  <c:v>6.5</c:v>
                </c:pt>
                <c:pt idx="4705">
                  <c:v>6.5</c:v>
                </c:pt>
                <c:pt idx="4706">
                  <c:v>6.5</c:v>
                </c:pt>
                <c:pt idx="4707">
                  <c:v>6.5</c:v>
                </c:pt>
                <c:pt idx="4708">
                  <c:v>6.5</c:v>
                </c:pt>
                <c:pt idx="4709">
                  <c:v>6.5</c:v>
                </c:pt>
                <c:pt idx="4710">
                  <c:v>6.5</c:v>
                </c:pt>
                <c:pt idx="4711">
                  <c:v>6.5</c:v>
                </c:pt>
                <c:pt idx="4712">
                  <c:v>6.5</c:v>
                </c:pt>
                <c:pt idx="4713">
                  <c:v>6.5</c:v>
                </c:pt>
                <c:pt idx="4714">
                  <c:v>6.5</c:v>
                </c:pt>
                <c:pt idx="4715">
                  <c:v>6.5</c:v>
                </c:pt>
                <c:pt idx="4716">
                  <c:v>6.5</c:v>
                </c:pt>
                <c:pt idx="4717">
                  <c:v>6.5</c:v>
                </c:pt>
                <c:pt idx="4718">
                  <c:v>6.5</c:v>
                </c:pt>
                <c:pt idx="4719">
                  <c:v>6.5</c:v>
                </c:pt>
                <c:pt idx="4720">
                  <c:v>6.5</c:v>
                </c:pt>
                <c:pt idx="4721">
                  <c:v>6.5</c:v>
                </c:pt>
                <c:pt idx="4722">
                  <c:v>6.5</c:v>
                </c:pt>
                <c:pt idx="4723">
                  <c:v>6.5</c:v>
                </c:pt>
                <c:pt idx="4724">
                  <c:v>6.5</c:v>
                </c:pt>
                <c:pt idx="4725">
                  <c:v>6.5</c:v>
                </c:pt>
                <c:pt idx="4726">
                  <c:v>6.5</c:v>
                </c:pt>
                <c:pt idx="4727">
                  <c:v>6.5</c:v>
                </c:pt>
                <c:pt idx="4728">
                  <c:v>6.5</c:v>
                </c:pt>
                <c:pt idx="4729">
                  <c:v>6.5</c:v>
                </c:pt>
                <c:pt idx="4730">
                  <c:v>6.5</c:v>
                </c:pt>
                <c:pt idx="4731">
                  <c:v>6.5</c:v>
                </c:pt>
                <c:pt idx="4732">
                  <c:v>6.5</c:v>
                </c:pt>
                <c:pt idx="4733">
                  <c:v>6.5</c:v>
                </c:pt>
                <c:pt idx="4734">
                  <c:v>6.5</c:v>
                </c:pt>
                <c:pt idx="4735">
                  <c:v>6.5</c:v>
                </c:pt>
                <c:pt idx="4736">
                  <c:v>6.5</c:v>
                </c:pt>
                <c:pt idx="4737">
                  <c:v>6.5</c:v>
                </c:pt>
                <c:pt idx="4738">
                  <c:v>6.5</c:v>
                </c:pt>
                <c:pt idx="4739">
                  <c:v>6.5</c:v>
                </c:pt>
                <c:pt idx="4740">
                  <c:v>6.5</c:v>
                </c:pt>
                <c:pt idx="4741">
                  <c:v>6.5</c:v>
                </c:pt>
                <c:pt idx="4742">
                  <c:v>6.5</c:v>
                </c:pt>
                <c:pt idx="4743">
                  <c:v>6.5</c:v>
                </c:pt>
                <c:pt idx="4744">
                  <c:v>6.5</c:v>
                </c:pt>
                <c:pt idx="4745">
                  <c:v>6.5</c:v>
                </c:pt>
                <c:pt idx="4746">
                  <c:v>6.5</c:v>
                </c:pt>
                <c:pt idx="4747">
                  <c:v>6.5</c:v>
                </c:pt>
                <c:pt idx="4748">
                  <c:v>6.5</c:v>
                </c:pt>
                <c:pt idx="4749">
                  <c:v>6.5</c:v>
                </c:pt>
                <c:pt idx="4750">
                  <c:v>6.5</c:v>
                </c:pt>
                <c:pt idx="4751">
                  <c:v>6.5</c:v>
                </c:pt>
                <c:pt idx="4752">
                  <c:v>6.5</c:v>
                </c:pt>
                <c:pt idx="4753">
                  <c:v>6.5</c:v>
                </c:pt>
                <c:pt idx="4754">
                  <c:v>6.5</c:v>
                </c:pt>
                <c:pt idx="4755">
                  <c:v>6.5</c:v>
                </c:pt>
                <c:pt idx="4756">
                  <c:v>6.5</c:v>
                </c:pt>
                <c:pt idx="4757">
                  <c:v>6.5</c:v>
                </c:pt>
                <c:pt idx="4758">
                  <c:v>6.5</c:v>
                </c:pt>
                <c:pt idx="4759">
                  <c:v>6.5</c:v>
                </c:pt>
                <c:pt idx="4760">
                  <c:v>6.5</c:v>
                </c:pt>
                <c:pt idx="4761">
                  <c:v>6.5</c:v>
                </c:pt>
                <c:pt idx="4762">
                  <c:v>6.5</c:v>
                </c:pt>
                <c:pt idx="4763">
                  <c:v>6.5</c:v>
                </c:pt>
                <c:pt idx="4764">
                  <c:v>6.5</c:v>
                </c:pt>
                <c:pt idx="4765">
                  <c:v>6.5</c:v>
                </c:pt>
                <c:pt idx="4766">
                  <c:v>6.5</c:v>
                </c:pt>
                <c:pt idx="4767">
                  <c:v>6.5</c:v>
                </c:pt>
                <c:pt idx="4768">
                  <c:v>6.5</c:v>
                </c:pt>
                <c:pt idx="4769">
                  <c:v>6.5</c:v>
                </c:pt>
                <c:pt idx="4770">
                  <c:v>6.5</c:v>
                </c:pt>
                <c:pt idx="4771">
                  <c:v>6.5</c:v>
                </c:pt>
                <c:pt idx="4772">
                  <c:v>6.5</c:v>
                </c:pt>
                <c:pt idx="4773">
                  <c:v>6.5</c:v>
                </c:pt>
                <c:pt idx="4774">
                  <c:v>6.5</c:v>
                </c:pt>
                <c:pt idx="4775">
                  <c:v>6.5</c:v>
                </c:pt>
                <c:pt idx="4776">
                  <c:v>6.5</c:v>
                </c:pt>
                <c:pt idx="4777">
                  <c:v>6.5</c:v>
                </c:pt>
                <c:pt idx="4778">
                  <c:v>6.5</c:v>
                </c:pt>
                <c:pt idx="4779">
                  <c:v>6.5</c:v>
                </c:pt>
                <c:pt idx="4780">
                  <c:v>6.5</c:v>
                </c:pt>
                <c:pt idx="4781">
                  <c:v>6.5</c:v>
                </c:pt>
                <c:pt idx="4782">
                  <c:v>6.5</c:v>
                </c:pt>
                <c:pt idx="4783">
                  <c:v>6.5</c:v>
                </c:pt>
                <c:pt idx="4784">
                  <c:v>6.5</c:v>
                </c:pt>
                <c:pt idx="4785">
                  <c:v>6.5</c:v>
                </c:pt>
                <c:pt idx="4786">
                  <c:v>6.5</c:v>
                </c:pt>
                <c:pt idx="4787">
                  <c:v>6.5</c:v>
                </c:pt>
                <c:pt idx="4788">
                  <c:v>6.5</c:v>
                </c:pt>
                <c:pt idx="4789">
                  <c:v>6.5</c:v>
                </c:pt>
                <c:pt idx="4790">
                  <c:v>6.5</c:v>
                </c:pt>
                <c:pt idx="4791">
                  <c:v>6.5</c:v>
                </c:pt>
                <c:pt idx="4792">
                  <c:v>6.5</c:v>
                </c:pt>
                <c:pt idx="4793">
                  <c:v>6.5</c:v>
                </c:pt>
                <c:pt idx="4794">
                  <c:v>6.5</c:v>
                </c:pt>
                <c:pt idx="4795">
                  <c:v>6.5</c:v>
                </c:pt>
                <c:pt idx="4796">
                  <c:v>6.5</c:v>
                </c:pt>
                <c:pt idx="4797">
                  <c:v>6.5</c:v>
                </c:pt>
                <c:pt idx="4798">
                  <c:v>6.5</c:v>
                </c:pt>
                <c:pt idx="4799">
                  <c:v>6.5</c:v>
                </c:pt>
                <c:pt idx="4800">
                  <c:v>6.5</c:v>
                </c:pt>
                <c:pt idx="4801">
                  <c:v>6.5</c:v>
                </c:pt>
                <c:pt idx="4802">
                  <c:v>6.5</c:v>
                </c:pt>
                <c:pt idx="4803">
                  <c:v>6.5</c:v>
                </c:pt>
                <c:pt idx="4804">
                  <c:v>6.5</c:v>
                </c:pt>
                <c:pt idx="4805">
                  <c:v>6.5</c:v>
                </c:pt>
                <c:pt idx="4806">
                  <c:v>6.5</c:v>
                </c:pt>
                <c:pt idx="4807">
                  <c:v>6.5</c:v>
                </c:pt>
                <c:pt idx="4808">
                  <c:v>6.5</c:v>
                </c:pt>
                <c:pt idx="4809">
                  <c:v>6.5</c:v>
                </c:pt>
                <c:pt idx="4810">
                  <c:v>6.5</c:v>
                </c:pt>
                <c:pt idx="4811">
                  <c:v>6.5</c:v>
                </c:pt>
                <c:pt idx="4812">
                  <c:v>6.5</c:v>
                </c:pt>
                <c:pt idx="4813">
                  <c:v>6.5</c:v>
                </c:pt>
                <c:pt idx="4814">
                  <c:v>6.5</c:v>
                </c:pt>
                <c:pt idx="4815">
                  <c:v>6.5</c:v>
                </c:pt>
                <c:pt idx="4816">
                  <c:v>6.5</c:v>
                </c:pt>
                <c:pt idx="4817">
                  <c:v>6.5</c:v>
                </c:pt>
                <c:pt idx="4818">
                  <c:v>6.5</c:v>
                </c:pt>
                <c:pt idx="4819">
                  <c:v>6.5</c:v>
                </c:pt>
                <c:pt idx="4820">
                  <c:v>6.5</c:v>
                </c:pt>
                <c:pt idx="4821">
                  <c:v>6.5</c:v>
                </c:pt>
                <c:pt idx="4822">
                  <c:v>6.5</c:v>
                </c:pt>
                <c:pt idx="4823">
                  <c:v>6.5</c:v>
                </c:pt>
                <c:pt idx="4824">
                  <c:v>6.5</c:v>
                </c:pt>
                <c:pt idx="4825">
                  <c:v>6.5</c:v>
                </c:pt>
                <c:pt idx="4826">
                  <c:v>6.5</c:v>
                </c:pt>
                <c:pt idx="4827">
                  <c:v>6.5</c:v>
                </c:pt>
                <c:pt idx="4828">
                  <c:v>6.5</c:v>
                </c:pt>
                <c:pt idx="4829">
                  <c:v>6.5</c:v>
                </c:pt>
                <c:pt idx="4830">
                  <c:v>6.5</c:v>
                </c:pt>
                <c:pt idx="4831">
                  <c:v>6.5</c:v>
                </c:pt>
                <c:pt idx="4832">
                  <c:v>6.5</c:v>
                </c:pt>
                <c:pt idx="4833">
                  <c:v>6.5</c:v>
                </c:pt>
                <c:pt idx="4834">
                  <c:v>6.5</c:v>
                </c:pt>
                <c:pt idx="4835">
                  <c:v>6.5</c:v>
                </c:pt>
                <c:pt idx="4836">
                  <c:v>6.5</c:v>
                </c:pt>
                <c:pt idx="4837">
                  <c:v>6.5</c:v>
                </c:pt>
                <c:pt idx="4838">
                  <c:v>6.5</c:v>
                </c:pt>
                <c:pt idx="4839">
                  <c:v>6.5</c:v>
                </c:pt>
                <c:pt idx="4840">
                  <c:v>6.5</c:v>
                </c:pt>
                <c:pt idx="4841">
                  <c:v>6.5</c:v>
                </c:pt>
                <c:pt idx="4842">
                  <c:v>6.5</c:v>
                </c:pt>
                <c:pt idx="4843">
                  <c:v>6.5</c:v>
                </c:pt>
                <c:pt idx="4844">
                  <c:v>6.5</c:v>
                </c:pt>
                <c:pt idx="4845">
                  <c:v>6.5</c:v>
                </c:pt>
                <c:pt idx="4846">
                  <c:v>6.5</c:v>
                </c:pt>
                <c:pt idx="4847">
                  <c:v>6.5</c:v>
                </c:pt>
                <c:pt idx="4848">
                  <c:v>6.5</c:v>
                </c:pt>
                <c:pt idx="4849">
                  <c:v>6.5</c:v>
                </c:pt>
                <c:pt idx="4850">
                  <c:v>6.5</c:v>
                </c:pt>
                <c:pt idx="4851">
                  <c:v>6.5</c:v>
                </c:pt>
                <c:pt idx="4852">
                  <c:v>6.5</c:v>
                </c:pt>
                <c:pt idx="4853">
                  <c:v>6.5</c:v>
                </c:pt>
                <c:pt idx="4854">
                  <c:v>6.5</c:v>
                </c:pt>
                <c:pt idx="4855">
                  <c:v>6.5</c:v>
                </c:pt>
                <c:pt idx="4856">
                  <c:v>6.5</c:v>
                </c:pt>
                <c:pt idx="4857">
                  <c:v>6.5</c:v>
                </c:pt>
                <c:pt idx="4858">
                  <c:v>6.25</c:v>
                </c:pt>
                <c:pt idx="4859">
                  <c:v>6.25</c:v>
                </c:pt>
                <c:pt idx="4860">
                  <c:v>6.25</c:v>
                </c:pt>
                <c:pt idx="4861">
                  <c:v>6.25</c:v>
                </c:pt>
                <c:pt idx="4862">
                  <c:v>6.25</c:v>
                </c:pt>
                <c:pt idx="4863">
                  <c:v>6.25</c:v>
                </c:pt>
                <c:pt idx="4864">
                  <c:v>6.25</c:v>
                </c:pt>
                <c:pt idx="4865">
                  <c:v>6.25</c:v>
                </c:pt>
                <c:pt idx="4866">
                  <c:v>6.25</c:v>
                </c:pt>
                <c:pt idx="4867">
                  <c:v>6.25</c:v>
                </c:pt>
                <c:pt idx="4868">
                  <c:v>6.25</c:v>
                </c:pt>
                <c:pt idx="4869">
                  <c:v>6.25</c:v>
                </c:pt>
                <c:pt idx="4870">
                  <c:v>6.25</c:v>
                </c:pt>
                <c:pt idx="4871">
                  <c:v>6.25</c:v>
                </c:pt>
                <c:pt idx="4872">
                  <c:v>6.25</c:v>
                </c:pt>
                <c:pt idx="4873">
                  <c:v>6.25</c:v>
                </c:pt>
                <c:pt idx="4874">
                  <c:v>6.25</c:v>
                </c:pt>
                <c:pt idx="4875">
                  <c:v>6.25</c:v>
                </c:pt>
                <c:pt idx="4876">
                  <c:v>6.25</c:v>
                </c:pt>
                <c:pt idx="4877">
                  <c:v>6.25</c:v>
                </c:pt>
                <c:pt idx="4878">
                  <c:v>6.25</c:v>
                </c:pt>
                <c:pt idx="4879">
                  <c:v>6.25</c:v>
                </c:pt>
                <c:pt idx="4880">
                  <c:v>6.25</c:v>
                </c:pt>
                <c:pt idx="4881">
                  <c:v>6.25</c:v>
                </c:pt>
                <c:pt idx="4882">
                  <c:v>6.25</c:v>
                </c:pt>
                <c:pt idx="4883">
                  <c:v>6.25</c:v>
                </c:pt>
                <c:pt idx="4884">
                  <c:v>6.25</c:v>
                </c:pt>
                <c:pt idx="4885">
                  <c:v>6.25</c:v>
                </c:pt>
                <c:pt idx="4886">
                  <c:v>6.25</c:v>
                </c:pt>
                <c:pt idx="4887">
                  <c:v>6.25</c:v>
                </c:pt>
                <c:pt idx="4888">
                  <c:v>6.25</c:v>
                </c:pt>
                <c:pt idx="4889">
                  <c:v>6.25</c:v>
                </c:pt>
                <c:pt idx="4890">
                  <c:v>6.25</c:v>
                </c:pt>
                <c:pt idx="4891">
                  <c:v>6.25</c:v>
                </c:pt>
                <c:pt idx="4892">
                  <c:v>6.25</c:v>
                </c:pt>
                <c:pt idx="4893">
                  <c:v>6.25</c:v>
                </c:pt>
                <c:pt idx="4894">
                  <c:v>6.25</c:v>
                </c:pt>
                <c:pt idx="4895">
                  <c:v>6.25</c:v>
                </c:pt>
                <c:pt idx="4896">
                  <c:v>6.25</c:v>
                </c:pt>
                <c:pt idx="4897">
                  <c:v>6.25</c:v>
                </c:pt>
                <c:pt idx="4898">
                  <c:v>6.25</c:v>
                </c:pt>
                <c:pt idx="4899">
                  <c:v>6.25</c:v>
                </c:pt>
                <c:pt idx="4900">
                  <c:v>6.25</c:v>
                </c:pt>
                <c:pt idx="4901">
                  <c:v>6.25</c:v>
                </c:pt>
                <c:pt idx="4902">
                  <c:v>6</c:v>
                </c:pt>
                <c:pt idx="4903">
                  <c:v>6</c:v>
                </c:pt>
                <c:pt idx="4904">
                  <c:v>6</c:v>
                </c:pt>
                <c:pt idx="4905">
                  <c:v>6</c:v>
                </c:pt>
                <c:pt idx="4906">
                  <c:v>6</c:v>
                </c:pt>
                <c:pt idx="4907">
                  <c:v>6</c:v>
                </c:pt>
                <c:pt idx="4908">
                  <c:v>6</c:v>
                </c:pt>
                <c:pt idx="4909">
                  <c:v>6</c:v>
                </c:pt>
                <c:pt idx="4910">
                  <c:v>6</c:v>
                </c:pt>
                <c:pt idx="4911">
                  <c:v>6</c:v>
                </c:pt>
                <c:pt idx="4912">
                  <c:v>6</c:v>
                </c:pt>
                <c:pt idx="4913">
                  <c:v>6</c:v>
                </c:pt>
                <c:pt idx="4914">
                  <c:v>6</c:v>
                </c:pt>
                <c:pt idx="4915">
                  <c:v>6</c:v>
                </c:pt>
                <c:pt idx="4916">
                  <c:v>6</c:v>
                </c:pt>
                <c:pt idx="4917">
                  <c:v>6</c:v>
                </c:pt>
                <c:pt idx="4918">
                  <c:v>6</c:v>
                </c:pt>
                <c:pt idx="4919">
                  <c:v>6</c:v>
                </c:pt>
                <c:pt idx="4920">
                  <c:v>6</c:v>
                </c:pt>
                <c:pt idx="4921">
                  <c:v>6</c:v>
                </c:pt>
                <c:pt idx="4922">
                  <c:v>6</c:v>
                </c:pt>
                <c:pt idx="4923">
                  <c:v>6</c:v>
                </c:pt>
                <c:pt idx="4924">
                  <c:v>6</c:v>
                </c:pt>
                <c:pt idx="4925">
                  <c:v>6</c:v>
                </c:pt>
                <c:pt idx="4926">
                  <c:v>6</c:v>
                </c:pt>
                <c:pt idx="4927">
                  <c:v>6</c:v>
                </c:pt>
                <c:pt idx="4928">
                  <c:v>6</c:v>
                </c:pt>
                <c:pt idx="4929">
                  <c:v>6</c:v>
                </c:pt>
                <c:pt idx="4930">
                  <c:v>6</c:v>
                </c:pt>
                <c:pt idx="4931">
                  <c:v>6</c:v>
                </c:pt>
                <c:pt idx="4932">
                  <c:v>6</c:v>
                </c:pt>
                <c:pt idx="4933">
                  <c:v>6</c:v>
                </c:pt>
                <c:pt idx="4934">
                  <c:v>6</c:v>
                </c:pt>
                <c:pt idx="4935">
                  <c:v>6</c:v>
                </c:pt>
                <c:pt idx="4936">
                  <c:v>6</c:v>
                </c:pt>
                <c:pt idx="4937">
                  <c:v>6</c:v>
                </c:pt>
                <c:pt idx="4938">
                  <c:v>6</c:v>
                </c:pt>
                <c:pt idx="4939">
                  <c:v>6</c:v>
                </c:pt>
                <c:pt idx="4940">
                  <c:v>6</c:v>
                </c:pt>
                <c:pt idx="4941">
                  <c:v>6</c:v>
                </c:pt>
                <c:pt idx="4942">
                  <c:v>6</c:v>
                </c:pt>
                <c:pt idx="4943">
                  <c:v>6</c:v>
                </c:pt>
                <c:pt idx="4944">
                  <c:v>6</c:v>
                </c:pt>
                <c:pt idx="4945">
                  <c:v>6</c:v>
                </c:pt>
                <c:pt idx="4946">
                  <c:v>6</c:v>
                </c:pt>
                <c:pt idx="4947">
                  <c:v>6</c:v>
                </c:pt>
                <c:pt idx="4948">
                  <c:v>5.75</c:v>
                </c:pt>
                <c:pt idx="4949">
                  <c:v>5.75</c:v>
                </c:pt>
                <c:pt idx="4950">
                  <c:v>5.75</c:v>
                </c:pt>
                <c:pt idx="4951">
                  <c:v>5.75</c:v>
                </c:pt>
                <c:pt idx="4952">
                  <c:v>5.75</c:v>
                </c:pt>
                <c:pt idx="4953">
                  <c:v>5.75</c:v>
                </c:pt>
                <c:pt idx="4954">
                  <c:v>5.75</c:v>
                </c:pt>
                <c:pt idx="4955">
                  <c:v>5.75</c:v>
                </c:pt>
                <c:pt idx="4956">
                  <c:v>5.75</c:v>
                </c:pt>
                <c:pt idx="4957">
                  <c:v>5.75</c:v>
                </c:pt>
                <c:pt idx="4958">
                  <c:v>5.75</c:v>
                </c:pt>
                <c:pt idx="4959">
                  <c:v>5.75</c:v>
                </c:pt>
                <c:pt idx="4960">
                  <c:v>5.75</c:v>
                </c:pt>
                <c:pt idx="4961">
                  <c:v>5.75</c:v>
                </c:pt>
                <c:pt idx="4962">
                  <c:v>5.75</c:v>
                </c:pt>
                <c:pt idx="4963">
                  <c:v>5.75</c:v>
                </c:pt>
                <c:pt idx="4964">
                  <c:v>5.75</c:v>
                </c:pt>
                <c:pt idx="4965">
                  <c:v>5.75</c:v>
                </c:pt>
                <c:pt idx="4966">
                  <c:v>5.75</c:v>
                </c:pt>
                <c:pt idx="4967">
                  <c:v>5.75</c:v>
                </c:pt>
                <c:pt idx="4968">
                  <c:v>5.75</c:v>
                </c:pt>
                <c:pt idx="4969">
                  <c:v>5.75</c:v>
                </c:pt>
                <c:pt idx="4970">
                  <c:v>5.75</c:v>
                </c:pt>
                <c:pt idx="4971">
                  <c:v>5.75</c:v>
                </c:pt>
                <c:pt idx="4972">
                  <c:v>5.75</c:v>
                </c:pt>
                <c:pt idx="4973">
                  <c:v>5.75</c:v>
                </c:pt>
                <c:pt idx="4974">
                  <c:v>5.75</c:v>
                </c:pt>
                <c:pt idx="4975">
                  <c:v>5.75</c:v>
                </c:pt>
                <c:pt idx="4976">
                  <c:v>5.75</c:v>
                </c:pt>
                <c:pt idx="4977">
                  <c:v>5.75</c:v>
                </c:pt>
                <c:pt idx="4978">
                  <c:v>5.75</c:v>
                </c:pt>
                <c:pt idx="4979">
                  <c:v>5.75</c:v>
                </c:pt>
                <c:pt idx="4980">
                  <c:v>5.75</c:v>
                </c:pt>
                <c:pt idx="4981">
                  <c:v>5.75</c:v>
                </c:pt>
                <c:pt idx="4982">
                  <c:v>5.75</c:v>
                </c:pt>
                <c:pt idx="4983">
                  <c:v>5.75</c:v>
                </c:pt>
                <c:pt idx="4984">
                  <c:v>5.75</c:v>
                </c:pt>
                <c:pt idx="4985">
                  <c:v>5.75</c:v>
                </c:pt>
                <c:pt idx="4986">
                  <c:v>5.75</c:v>
                </c:pt>
                <c:pt idx="4987">
                  <c:v>5.75</c:v>
                </c:pt>
                <c:pt idx="4988">
                  <c:v>5.75</c:v>
                </c:pt>
                <c:pt idx="4989">
                  <c:v>5.75</c:v>
                </c:pt>
                <c:pt idx="4990">
                  <c:v>5.75</c:v>
                </c:pt>
                <c:pt idx="4991">
                  <c:v>5.75</c:v>
                </c:pt>
                <c:pt idx="4992">
                  <c:v>5.75</c:v>
                </c:pt>
                <c:pt idx="4993">
                  <c:v>5.75</c:v>
                </c:pt>
                <c:pt idx="4994">
                  <c:v>5.75</c:v>
                </c:pt>
                <c:pt idx="4995">
                  <c:v>5.75</c:v>
                </c:pt>
                <c:pt idx="4996">
                  <c:v>5.75</c:v>
                </c:pt>
                <c:pt idx="4997">
                  <c:v>5.75</c:v>
                </c:pt>
                <c:pt idx="4998">
                  <c:v>5.75</c:v>
                </c:pt>
                <c:pt idx="4999">
                  <c:v>5.75</c:v>
                </c:pt>
                <c:pt idx="5000">
                  <c:v>5.75</c:v>
                </c:pt>
                <c:pt idx="5001">
                  <c:v>5.75</c:v>
                </c:pt>
                <c:pt idx="5002">
                  <c:v>5.75</c:v>
                </c:pt>
                <c:pt idx="5003">
                  <c:v>5.75</c:v>
                </c:pt>
                <c:pt idx="5004">
                  <c:v>5.75</c:v>
                </c:pt>
                <c:pt idx="5005">
                  <c:v>5.75</c:v>
                </c:pt>
                <c:pt idx="5006">
                  <c:v>5.75</c:v>
                </c:pt>
                <c:pt idx="5007">
                  <c:v>5.75</c:v>
                </c:pt>
                <c:pt idx="5008">
                  <c:v>5.75</c:v>
                </c:pt>
                <c:pt idx="5009">
                  <c:v>5.75</c:v>
                </c:pt>
                <c:pt idx="5010">
                  <c:v>5.75</c:v>
                </c:pt>
                <c:pt idx="5011">
                  <c:v>5.75</c:v>
                </c:pt>
                <c:pt idx="5012">
                  <c:v>5.75</c:v>
                </c:pt>
                <c:pt idx="5013">
                  <c:v>5.75</c:v>
                </c:pt>
                <c:pt idx="5014">
                  <c:v>5.75</c:v>
                </c:pt>
                <c:pt idx="5015">
                  <c:v>5.75</c:v>
                </c:pt>
                <c:pt idx="5016">
                  <c:v>5.75</c:v>
                </c:pt>
                <c:pt idx="5017">
                  <c:v>5.75</c:v>
                </c:pt>
                <c:pt idx="5018">
                  <c:v>5.75</c:v>
                </c:pt>
                <c:pt idx="5019">
                  <c:v>5.75</c:v>
                </c:pt>
                <c:pt idx="5020">
                  <c:v>5.75</c:v>
                </c:pt>
                <c:pt idx="5021">
                  <c:v>5.75</c:v>
                </c:pt>
                <c:pt idx="5022">
                  <c:v>5.75</c:v>
                </c:pt>
                <c:pt idx="5023">
                  <c:v>5.75</c:v>
                </c:pt>
                <c:pt idx="5024">
                  <c:v>5.75</c:v>
                </c:pt>
                <c:pt idx="5025">
                  <c:v>5.75</c:v>
                </c:pt>
                <c:pt idx="5026">
                  <c:v>5.75</c:v>
                </c:pt>
                <c:pt idx="5027">
                  <c:v>5.75</c:v>
                </c:pt>
                <c:pt idx="5028">
                  <c:v>5.5</c:v>
                </c:pt>
                <c:pt idx="5029">
                  <c:v>5.5</c:v>
                </c:pt>
                <c:pt idx="5030">
                  <c:v>5.5</c:v>
                </c:pt>
                <c:pt idx="5031">
                  <c:v>5.5</c:v>
                </c:pt>
                <c:pt idx="5032">
                  <c:v>5.5</c:v>
                </c:pt>
                <c:pt idx="5033">
                  <c:v>5.5</c:v>
                </c:pt>
                <c:pt idx="5034">
                  <c:v>5.5</c:v>
                </c:pt>
                <c:pt idx="5035">
                  <c:v>5.5</c:v>
                </c:pt>
                <c:pt idx="5036">
                  <c:v>5.5</c:v>
                </c:pt>
                <c:pt idx="5037">
                  <c:v>5.5</c:v>
                </c:pt>
                <c:pt idx="5038">
                  <c:v>5.5</c:v>
                </c:pt>
                <c:pt idx="5039">
                  <c:v>5.5</c:v>
                </c:pt>
                <c:pt idx="5040">
                  <c:v>5.5</c:v>
                </c:pt>
                <c:pt idx="5041">
                  <c:v>5.5</c:v>
                </c:pt>
                <c:pt idx="5042">
                  <c:v>5.5</c:v>
                </c:pt>
                <c:pt idx="5043">
                  <c:v>5.5</c:v>
                </c:pt>
                <c:pt idx="5044">
                  <c:v>5.5</c:v>
                </c:pt>
                <c:pt idx="5045">
                  <c:v>5.5</c:v>
                </c:pt>
                <c:pt idx="5046">
                  <c:v>5.5</c:v>
                </c:pt>
                <c:pt idx="5047">
                  <c:v>5.5</c:v>
                </c:pt>
                <c:pt idx="5048">
                  <c:v>5.5</c:v>
                </c:pt>
                <c:pt idx="5049">
                  <c:v>5.5</c:v>
                </c:pt>
                <c:pt idx="5050">
                  <c:v>5.5</c:v>
                </c:pt>
                <c:pt idx="5051">
                  <c:v>5.5</c:v>
                </c:pt>
                <c:pt idx="5052">
                  <c:v>5.5</c:v>
                </c:pt>
                <c:pt idx="5053">
                  <c:v>5.5</c:v>
                </c:pt>
                <c:pt idx="5054">
                  <c:v>5.5</c:v>
                </c:pt>
                <c:pt idx="5055">
                  <c:v>5.5</c:v>
                </c:pt>
                <c:pt idx="5056">
                  <c:v>5.5</c:v>
                </c:pt>
                <c:pt idx="5057">
                  <c:v>5.5</c:v>
                </c:pt>
                <c:pt idx="5058">
                  <c:v>5.5</c:v>
                </c:pt>
                <c:pt idx="5059">
                  <c:v>5.5</c:v>
                </c:pt>
                <c:pt idx="5060">
                  <c:v>5.5</c:v>
                </c:pt>
                <c:pt idx="5061">
                  <c:v>5.5</c:v>
                </c:pt>
                <c:pt idx="5062">
                  <c:v>5.5</c:v>
                </c:pt>
                <c:pt idx="5063">
                  <c:v>5.5</c:v>
                </c:pt>
                <c:pt idx="5064">
                  <c:v>5.5</c:v>
                </c:pt>
                <c:pt idx="5065">
                  <c:v>5.5</c:v>
                </c:pt>
                <c:pt idx="5066">
                  <c:v>5.5</c:v>
                </c:pt>
                <c:pt idx="5067">
                  <c:v>5.5</c:v>
                </c:pt>
                <c:pt idx="5068">
                  <c:v>5.5</c:v>
                </c:pt>
                <c:pt idx="5069">
                  <c:v>5.5</c:v>
                </c:pt>
                <c:pt idx="5070">
                  <c:v>5.5</c:v>
                </c:pt>
                <c:pt idx="5071">
                  <c:v>5.5</c:v>
                </c:pt>
                <c:pt idx="5072">
                  <c:v>5.5</c:v>
                </c:pt>
                <c:pt idx="5073">
                  <c:v>5.5</c:v>
                </c:pt>
                <c:pt idx="5074">
                  <c:v>5.5</c:v>
                </c:pt>
                <c:pt idx="5075">
                  <c:v>5.5</c:v>
                </c:pt>
                <c:pt idx="5076">
                  <c:v>5.5</c:v>
                </c:pt>
                <c:pt idx="5077">
                  <c:v>5.5</c:v>
                </c:pt>
                <c:pt idx="5078">
                  <c:v>5.25</c:v>
                </c:pt>
                <c:pt idx="5079">
                  <c:v>5.25</c:v>
                </c:pt>
                <c:pt idx="5080">
                  <c:v>5.25</c:v>
                </c:pt>
                <c:pt idx="5081">
                  <c:v>5.25</c:v>
                </c:pt>
                <c:pt idx="5082">
                  <c:v>5.25</c:v>
                </c:pt>
                <c:pt idx="5083">
                  <c:v>5.25</c:v>
                </c:pt>
                <c:pt idx="5084">
                  <c:v>5.25</c:v>
                </c:pt>
                <c:pt idx="5085">
                  <c:v>5.25</c:v>
                </c:pt>
                <c:pt idx="5086">
                  <c:v>5.25</c:v>
                </c:pt>
                <c:pt idx="5087">
                  <c:v>5.25</c:v>
                </c:pt>
                <c:pt idx="5088">
                  <c:v>5.25</c:v>
                </c:pt>
                <c:pt idx="5089">
                  <c:v>5.25</c:v>
                </c:pt>
                <c:pt idx="5090">
                  <c:v>5.25</c:v>
                </c:pt>
                <c:pt idx="5091">
                  <c:v>5.25</c:v>
                </c:pt>
                <c:pt idx="5092">
                  <c:v>5.25</c:v>
                </c:pt>
                <c:pt idx="5093">
                  <c:v>5.25</c:v>
                </c:pt>
                <c:pt idx="5094">
                  <c:v>5.25</c:v>
                </c:pt>
                <c:pt idx="5095">
                  <c:v>5.25</c:v>
                </c:pt>
                <c:pt idx="5096">
                  <c:v>5.25</c:v>
                </c:pt>
                <c:pt idx="5097">
                  <c:v>5.25</c:v>
                </c:pt>
                <c:pt idx="5098">
                  <c:v>5.25</c:v>
                </c:pt>
                <c:pt idx="5099">
                  <c:v>5.25</c:v>
                </c:pt>
                <c:pt idx="5100">
                  <c:v>5.25</c:v>
                </c:pt>
                <c:pt idx="5101">
                  <c:v>5.25</c:v>
                </c:pt>
                <c:pt idx="5102">
                  <c:v>5.25</c:v>
                </c:pt>
                <c:pt idx="5103">
                  <c:v>5.25</c:v>
                </c:pt>
                <c:pt idx="5104">
                  <c:v>5.25</c:v>
                </c:pt>
                <c:pt idx="5105">
                  <c:v>5.25</c:v>
                </c:pt>
                <c:pt idx="5106">
                  <c:v>5.25</c:v>
                </c:pt>
                <c:pt idx="5107">
                  <c:v>5.25</c:v>
                </c:pt>
                <c:pt idx="5108">
                  <c:v>5.25</c:v>
                </c:pt>
                <c:pt idx="5109">
                  <c:v>5.25</c:v>
                </c:pt>
                <c:pt idx="5110">
                  <c:v>5.25</c:v>
                </c:pt>
                <c:pt idx="5111">
                  <c:v>5.25</c:v>
                </c:pt>
                <c:pt idx="5112">
                  <c:v>5.25</c:v>
                </c:pt>
                <c:pt idx="5113">
                  <c:v>5.25</c:v>
                </c:pt>
                <c:pt idx="5114">
                  <c:v>5.25</c:v>
                </c:pt>
                <c:pt idx="5115">
                  <c:v>5.25</c:v>
                </c:pt>
                <c:pt idx="5116">
                  <c:v>5.25</c:v>
                </c:pt>
                <c:pt idx="5117">
                  <c:v>5.25</c:v>
                </c:pt>
                <c:pt idx="5118">
                  <c:v>5.25</c:v>
                </c:pt>
                <c:pt idx="5119">
                  <c:v>5.25</c:v>
                </c:pt>
                <c:pt idx="5120">
                  <c:v>5.25</c:v>
                </c:pt>
                <c:pt idx="5121">
                  <c:v>5.25</c:v>
                </c:pt>
                <c:pt idx="5122">
                  <c:v>5.25</c:v>
                </c:pt>
                <c:pt idx="5123">
                  <c:v>5.25</c:v>
                </c:pt>
                <c:pt idx="5124">
                  <c:v>5.25</c:v>
                </c:pt>
                <c:pt idx="5125">
                  <c:v>5.25</c:v>
                </c:pt>
                <c:pt idx="5126">
                  <c:v>5.25</c:v>
                </c:pt>
                <c:pt idx="5127">
                  <c:v>5.25</c:v>
                </c:pt>
                <c:pt idx="5128">
                  <c:v>5</c:v>
                </c:pt>
                <c:pt idx="5129">
                  <c:v>5</c:v>
                </c:pt>
                <c:pt idx="5130">
                  <c:v>5</c:v>
                </c:pt>
                <c:pt idx="5131">
                  <c:v>5</c:v>
                </c:pt>
                <c:pt idx="5132">
                  <c:v>5</c:v>
                </c:pt>
                <c:pt idx="5133">
                  <c:v>5</c:v>
                </c:pt>
                <c:pt idx="5134">
                  <c:v>5</c:v>
                </c:pt>
                <c:pt idx="5135">
                  <c:v>5</c:v>
                </c:pt>
                <c:pt idx="5136">
                  <c:v>5</c:v>
                </c:pt>
                <c:pt idx="5137">
                  <c:v>5</c:v>
                </c:pt>
                <c:pt idx="5138">
                  <c:v>5</c:v>
                </c:pt>
                <c:pt idx="5139">
                  <c:v>5</c:v>
                </c:pt>
                <c:pt idx="5140">
                  <c:v>5</c:v>
                </c:pt>
                <c:pt idx="5141">
                  <c:v>5</c:v>
                </c:pt>
                <c:pt idx="5142">
                  <c:v>5</c:v>
                </c:pt>
                <c:pt idx="5143">
                  <c:v>5</c:v>
                </c:pt>
                <c:pt idx="5144">
                  <c:v>5</c:v>
                </c:pt>
                <c:pt idx="5145">
                  <c:v>5</c:v>
                </c:pt>
                <c:pt idx="5146">
                  <c:v>5</c:v>
                </c:pt>
                <c:pt idx="5147">
                  <c:v>5</c:v>
                </c:pt>
                <c:pt idx="5148">
                  <c:v>5</c:v>
                </c:pt>
                <c:pt idx="5149">
                  <c:v>5</c:v>
                </c:pt>
                <c:pt idx="5150">
                  <c:v>5</c:v>
                </c:pt>
                <c:pt idx="5151">
                  <c:v>5</c:v>
                </c:pt>
                <c:pt idx="5152">
                  <c:v>5</c:v>
                </c:pt>
                <c:pt idx="5153">
                  <c:v>5</c:v>
                </c:pt>
                <c:pt idx="5154">
                  <c:v>5</c:v>
                </c:pt>
                <c:pt idx="5155">
                  <c:v>5</c:v>
                </c:pt>
                <c:pt idx="5156">
                  <c:v>5</c:v>
                </c:pt>
                <c:pt idx="5157">
                  <c:v>5</c:v>
                </c:pt>
                <c:pt idx="5158">
                  <c:v>4.75</c:v>
                </c:pt>
                <c:pt idx="5159">
                  <c:v>4.75</c:v>
                </c:pt>
                <c:pt idx="5160">
                  <c:v>4.75</c:v>
                </c:pt>
                <c:pt idx="5161">
                  <c:v>4.75</c:v>
                </c:pt>
                <c:pt idx="5162">
                  <c:v>4.75</c:v>
                </c:pt>
                <c:pt idx="5163">
                  <c:v>4.75</c:v>
                </c:pt>
                <c:pt idx="5164">
                  <c:v>4.75</c:v>
                </c:pt>
                <c:pt idx="5165">
                  <c:v>4.75</c:v>
                </c:pt>
                <c:pt idx="5166">
                  <c:v>4.75</c:v>
                </c:pt>
                <c:pt idx="5167">
                  <c:v>4.75</c:v>
                </c:pt>
                <c:pt idx="5168">
                  <c:v>4.75</c:v>
                </c:pt>
                <c:pt idx="5169">
                  <c:v>4.75</c:v>
                </c:pt>
                <c:pt idx="5170">
                  <c:v>4.75</c:v>
                </c:pt>
                <c:pt idx="5171">
                  <c:v>4.75</c:v>
                </c:pt>
                <c:pt idx="5172">
                  <c:v>4.75</c:v>
                </c:pt>
                <c:pt idx="5173">
                  <c:v>4.75</c:v>
                </c:pt>
                <c:pt idx="5174">
                  <c:v>4.75</c:v>
                </c:pt>
                <c:pt idx="5175">
                  <c:v>4.75</c:v>
                </c:pt>
                <c:pt idx="5176">
                  <c:v>4.75</c:v>
                </c:pt>
                <c:pt idx="5177">
                  <c:v>4.75</c:v>
                </c:pt>
                <c:pt idx="5178">
                  <c:v>4.75</c:v>
                </c:pt>
                <c:pt idx="5179">
                  <c:v>4.75</c:v>
                </c:pt>
                <c:pt idx="5180">
                  <c:v>4.75</c:v>
                </c:pt>
                <c:pt idx="5181">
                  <c:v>4.75</c:v>
                </c:pt>
                <c:pt idx="5182">
                  <c:v>4.75</c:v>
                </c:pt>
                <c:pt idx="5183">
                  <c:v>4.75</c:v>
                </c:pt>
                <c:pt idx="5184">
                  <c:v>4.75</c:v>
                </c:pt>
                <c:pt idx="5185">
                  <c:v>4.75</c:v>
                </c:pt>
                <c:pt idx="5186">
                  <c:v>4.75</c:v>
                </c:pt>
                <c:pt idx="5187">
                  <c:v>4.75</c:v>
                </c:pt>
                <c:pt idx="5188">
                  <c:v>4.75</c:v>
                </c:pt>
                <c:pt idx="5189">
                  <c:v>4.75</c:v>
                </c:pt>
                <c:pt idx="5190">
                  <c:v>4.75</c:v>
                </c:pt>
                <c:pt idx="5191">
                  <c:v>4.75</c:v>
                </c:pt>
                <c:pt idx="5192">
                  <c:v>4.75</c:v>
                </c:pt>
                <c:pt idx="5193">
                  <c:v>4.75</c:v>
                </c:pt>
                <c:pt idx="5194">
                  <c:v>4.75</c:v>
                </c:pt>
                <c:pt idx="5195">
                  <c:v>4.75</c:v>
                </c:pt>
                <c:pt idx="5196">
                  <c:v>4.75</c:v>
                </c:pt>
                <c:pt idx="5197">
                  <c:v>4.75</c:v>
                </c:pt>
                <c:pt idx="5198">
                  <c:v>4.75</c:v>
                </c:pt>
                <c:pt idx="5199">
                  <c:v>4.75</c:v>
                </c:pt>
                <c:pt idx="5200">
                  <c:v>4.75</c:v>
                </c:pt>
                <c:pt idx="5201">
                  <c:v>4.75</c:v>
                </c:pt>
                <c:pt idx="5202">
                  <c:v>4.75</c:v>
                </c:pt>
                <c:pt idx="5203">
                  <c:v>4.5</c:v>
                </c:pt>
                <c:pt idx="5204">
                  <c:v>4.5</c:v>
                </c:pt>
                <c:pt idx="5205">
                  <c:v>4.5</c:v>
                </c:pt>
                <c:pt idx="5206">
                  <c:v>4.5</c:v>
                </c:pt>
                <c:pt idx="5207">
                  <c:v>4.5</c:v>
                </c:pt>
                <c:pt idx="5208">
                  <c:v>4.5</c:v>
                </c:pt>
                <c:pt idx="5209">
                  <c:v>4.5</c:v>
                </c:pt>
                <c:pt idx="5210">
                  <c:v>4.5</c:v>
                </c:pt>
                <c:pt idx="5211">
                  <c:v>4.5</c:v>
                </c:pt>
                <c:pt idx="5212">
                  <c:v>4.5</c:v>
                </c:pt>
                <c:pt idx="5213">
                  <c:v>4.5</c:v>
                </c:pt>
                <c:pt idx="5214">
                  <c:v>4.5</c:v>
                </c:pt>
                <c:pt idx="5215">
                  <c:v>4.5</c:v>
                </c:pt>
                <c:pt idx="5216">
                  <c:v>4.5</c:v>
                </c:pt>
                <c:pt idx="5217">
                  <c:v>4.5</c:v>
                </c:pt>
                <c:pt idx="5218">
                  <c:v>4.5</c:v>
                </c:pt>
                <c:pt idx="5219">
                  <c:v>4.5</c:v>
                </c:pt>
                <c:pt idx="5220">
                  <c:v>4.5</c:v>
                </c:pt>
                <c:pt idx="5221">
                  <c:v>4.5</c:v>
                </c:pt>
                <c:pt idx="5222">
                  <c:v>4.5</c:v>
                </c:pt>
                <c:pt idx="5223">
                  <c:v>4.5</c:v>
                </c:pt>
                <c:pt idx="5224">
                  <c:v>4.5</c:v>
                </c:pt>
                <c:pt idx="5225">
                  <c:v>4.5</c:v>
                </c:pt>
                <c:pt idx="5226">
                  <c:v>4.5</c:v>
                </c:pt>
                <c:pt idx="5227">
                  <c:v>4.5</c:v>
                </c:pt>
                <c:pt idx="5228">
                  <c:v>4.5</c:v>
                </c:pt>
                <c:pt idx="5229">
                  <c:v>4.5</c:v>
                </c:pt>
                <c:pt idx="5230">
                  <c:v>4.5</c:v>
                </c:pt>
                <c:pt idx="5231">
                  <c:v>4.5</c:v>
                </c:pt>
                <c:pt idx="5232">
                  <c:v>4.5</c:v>
                </c:pt>
                <c:pt idx="5233">
                  <c:v>4.5</c:v>
                </c:pt>
                <c:pt idx="5234">
                  <c:v>4.5</c:v>
                </c:pt>
                <c:pt idx="5235">
                  <c:v>4.5</c:v>
                </c:pt>
                <c:pt idx="5236">
                  <c:v>4.5</c:v>
                </c:pt>
                <c:pt idx="5237">
                  <c:v>4.5</c:v>
                </c:pt>
                <c:pt idx="5238">
                  <c:v>4.5</c:v>
                </c:pt>
                <c:pt idx="5239">
                  <c:v>4.5</c:v>
                </c:pt>
                <c:pt idx="5240">
                  <c:v>4.5</c:v>
                </c:pt>
                <c:pt idx="5241">
                  <c:v>4.5</c:v>
                </c:pt>
                <c:pt idx="5242">
                  <c:v>4.5</c:v>
                </c:pt>
                <c:pt idx="5243">
                  <c:v>4.5</c:v>
                </c:pt>
                <c:pt idx="5244">
                  <c:v>4.5</c:v>
                </c:pt>
                <c:pt idx="5245">
                  <c:v>4.5</c:v>
                </c:pt>
                <c:pt idx="5246">
                  <c:v>4.5</c:v>
                </c:pt>
                <c:pt idx="5247">
                  <c:v>4.5</c:v>
                </c:pt>
                <c:pt idx="5248">
                  <c:v>4.5</c:v>
                </c:pt>
                <c:pt idx="5249">
                  <c:v>4.5</c:v>
                </c:pt>
                <c:pt idx="5250">
                  <c:v>4.5</c:v>
                </c:pt>
                <c:pt idx="5251">
                  <c:v>4.5</c:v>
                </c:pt>
                <c:pt idx="5252">
                  <c:v>4.5</c:v>
                </c:pt>
                <c:pt idx="5253">
                  <c:v>4.25</c:v>
                </c:pt>
                <c:pt idx="5254">
                  <c:v>4.25</c:v>
                </c:pt>
                <c:pt idx="5255">
                  <c:v>4.25</c:v>
                </c:pt>
                <c:pt idx="5256">
                  <c:v>4.25</c:v>
                </c:pt>
                <c:pt idx="5257">
                  <c:v>4.25</c:v>
                </c:pt>
                <c:pt idx="5258">
                  <c:v>4.25</c:v>
                </c:pt>
                <c:pt idx="5259">
                  <c:v>4.25</c:v>
                </c:pt>
                <c:pt idx="5260">
                  <c:v>4.25</c:v>
                </c:pt>
                <c:pt idx="5261">
                  <c:v>4.25</c:v>
                </c:pt>
                <c:pt idx="5262">
                  <c:v>4.25</c:v>
                </c:pt>
                <c:pt idx="5263">
                  <c:v>4.25</c:v>
                </c:pt>
                <c:pt idx="5264">
                  <c:v>4.25</c:v>
                </c:pt>
                <c:pt idx="5265">
                  <c:v>4.25</c:v>
                </c:pt>
                <c:pt idx="5266">
                  <c:v>4.25</c:v>
                </c:pt>
                <c:pt idx="5267">
                  <c:v>4.25</c:v>
                </c:pt>
                <c:pt idx="5268">
                  <c:v>4.25</c:v>
                </c:pt>
                <c:pt idx="5269">
                  <c:v>4.25</c:v>
                </c:pt>
                <c:pt idx="5270">
                  <c:v>4.25</c:v>
                </c:pt>
                <c:pt idx="5271">
                  <c:v>4.25</c:v>
                </c:pt>
                <c:pt idx="5272">
                  <c:v>4.25</c:v>
                </c:pt>
                <c:pt idx="5273">
                  <c:v>4.25</c:v>
                </c:pt>
                <c:pt idx="5274">
                  <c:v>4.25</c:v>
                </c:pt>
                <c:pt idx="5275">
                  <c:v>4.25</c:v>
                </c:pt>
                <c:pt idx="5276">
                  <c:v>4.25</c:v>
                </c:pt>
                <c:pt idx="5277">
                  <c:v>4.25</c:v>
                </c:pt>
                <c:pt idx="5278">
                  <c:v>4.25</c:v>
                </c:pt>
                <c:pt idx="5279">
                  <c:v>4.25</c:v>
                </c:pt>
                <c:pt idx="5280">
                  <c:v>4.25</c:v>
                </c:pt>
                <c:pt idx="5281">
                  <c:v>4.25</c:v>
                </c:pt>
                <c:pt idx="5282">
                  <c:v>4.25</c:v>
                </c:pt>
                <c:pt idx="5283">
                  <c:v>4.25</c:v>
                </c:pt>
                <c:pt idx="5284">
                  <c:v>4.25</c:v>
                </c:pt>
                <c:pt idx="5285">
                  <c:v>4.25</c:v>
                </c:pt>
                <c:pt idx="5286">
                  <c:v>4.25</c:v>
                </c:pt>
                <c:pt idx="5287">
                  <c:v>4.25</c:v>
                </c:pt>
                <c:pt idx="5288">
                  <c:v>4.25</c:v>
                </c:pt>
                <c:pt idx="5289">
                  <c:v>4.25</c:v>
                </c:pt>
                <c:pt idx="5290">
                  <c:v>4.25</c:v>
                </c:pt>
                <c:pt idx="5291">
                  <c:v>4.25</c:v>
                </c:pt>
                <c:pt idx="5292">
                  <c:v>4.25</c:v>
                </c:pt>
                <c:pt idx="5293">
                  <c:v>4.25</c:v>
                </c:pt>
                <c:pt idx="5294">
                  <c:v>4.25</c:v>
                </c:pt>
                <c:pt idx="5295">
                  <c:v>4.25</c:v>
                </c:pt>
                <c:pt idx="5296">
                  <c:v>4.25</c:v>
                </c:pt>
                <c:pt idx="5297">
                  <c:v>4.25</c:v>
                </c:pt>
                <c:pt idx="5298">
                  <c:v>4.5</c:v>
                </c:pt>
                <c:pt idx="5299">
                  <c:v>4.5</c:v>
                </c:pt>
                <c:pt idx="5300">
                  <c:v>4.5</c:v>
                </c:pt>
                <c:pt idx="5301">
                  <c:v>4.5</c:v>
                </c:pt>
                <c:pt idx="5302">
                  <c:v>4.5</c:v>
                </c:pt>
                <c:pt idx="5303">
                  <c:v>4.5</c:v>
                </c:pt>
                <c:pt idx="5304">
                  <c:v>4.5</c:v>
                </c:pt>
                <c:pt idx="5305">
                  <c:v>4.5</c:v>
                </c:pt>
                <c:pt idx="5306">
                  <c:v>4.5</c:v>
                </c:pt>
                <c:pt idx="5307">
                  <c:v>4.5</c:v>
                </c:pt>
                <c:pt idx="5308">
                  <c:v>4.5</c:v>
                </c:pt>
                <c:pt idx="5309">
                  <c:v>4.5</c:v>
                </c:pt>
                <c:pt idx="5310">
                  <c:v>4.5</c:v>
                </c:pt>
                <c:pt idx="5311">
                  <c:v>4.5</c:v>
                </c:pt>
                <c:pt idx="5312">
                  <c:v>4.5</c:v>
                </c:pt>
                <c:pt idx="5313">
                  <c:v>4.5</c:v>
                </c:pt>
                <c:pt idx="5314">
                  <c:v>4.5</c:v>
                </c:pt>
                <c:pt idx="5315">
                  <c:v>4.5</c:v>
                </c:pt>
                <c:pt idx="5316">
                  <c:v>4.5</c:v>
                </c:pt>
                <c:pt idx="5317">
                  <c:v>4.5</c:v>
                </c:pt>
                <c:pt idx="5318">
                  <c:v>4.5</c:v>
                </c:pt>
                <c:pt idx="5319">
                  <c:v>4.5</c:v>
                </c:pt>
                <c:pt idx="5320">
                  <c:v>4.5</c:v>
                </c:pt>
                <c:pt idx="5321">
                  <c:v>4.5</c:v>
                </c:pt>
                <c:pt idx="5322">
                  <c:v>4.5</c:v>
                </c:pt>
                <c:pt idx="5323">
                  <c:v>4.5</c:v>
                </c:pt>
                <c:pt idx="5324">
                  <c:v>4.5</c:v>
                </c:pt>
                <c:pt idx="5325">
                  <c:v>4.5</c:v>
                </c:pt>
                <c:pt idx="5326">
                  <c:v>4.5</c:v>
                </c:pt>
                <c:pt idx="5327">
                  <c:v>4.5</c:v>
                </c:pt>
                <c:pt idx="5328">
                  <c:v>4.5</c:v>
                </c:pt>
                <c:pt idx="5329">
                  <c:v>4.5</c:v>
                </c:pt>
                <c:pt idx="5330">
                  <c:v>4.5</c:v>
                </c:pt>
                <c:pt idx="5331">
                  <c:v>4.5</c:v>
                </c:pt>
                <c:pt idx="5332">
                  <c:v>4.5</c:v>
                </c:pt>
                <c:pt idx="5333">
                  <c:v>4.5</c:v>
                </c:pt>
                <c:pt idx="5334">
                  <c:v>4.5</c:v>
                </c:pt>
                <c:pt idx="5335">
                  <c:v>4.5</c:v>
                </c:pt>
                <c:pt idx="5336">
                  <c:v>4.5</c:v>
                </c:pt>
                <c:pt idx="5337">
                  <c:v>4.5</c:v>
                </c:pt>
                <c:pt idx="5338">
                  <c:v>4.5</c:v>
                </c:pt>
              </c:numCache>
            </c:numRef>
          </c:val>
          <c:smooth val="0"/>
          <c:extLst>
            <c:ext xmlns:c16="http://schemas.microsoft.com/office/drawing/2014/chart" uri="{C3380CC4-5D6E-409C-BE32-E72D297353CC}">
              <c16:uniqueId val="{00000004-2161-4C05-9D04-0E28B3E07C68}"/>
            </c:ext>
          </c:extLst>
        </c:ser>
        <c:dLbls>
          <c:showLegendKey val="0"/>
          <c:showVal val="0"/>
          <c:showCatName val="0"/>
          <c:showSerName val="0"/>
          <c:showPercent val="0"/>
          <c:showBubbleSize val="0"/>
        </c:dLbls>
        <c:smooth val="0"/>
        <c:axId val="2000000864"/>
        <c:axId val="2000000865"/>
        <c:extLst>
          <c:ext xmlns:c15="http://schemas.microsoft.com/office/drawing/2012/chart" uri="{02D57815-91ED-43cb-92C2-25804820EDAC}">
            <c15:filteredLineSeries>
              <c15:ser>
                <c:idx val="5"/>
                <c:order val="5"/>
                <c:tx>
                  <c:strRef>
                    <c:extLst>
                      <c:ext uri="{02D57815-91ED-43cb-92C2-25804820EDAC}">
                        <c15:formulaRef>
                          <c15:sqref>'worldwide policy rate'!$G$1</c15:sqref>
                        </c15:formulaRef>
                      </c:ext>
                    </c:extLst>
                    <c:strCache>
                      <c:ptCount val="1"/>
                      <c:pt idx="0">
                        <c:v>南非平均回购利率，%</c:v>
                      </c:pt>
                    </c:strCache>
                  </c:strRef>
                </c:tx>
                <c:spPr>
                  <a:ln w="25400" cap="rnd">
                    <a:solidFill>
                      <a:srgbClr val="5C5FA2"/>
                    </a:solidFill>
                    <a:round/>
                  </a:ln>
                  <a:effectLst/>
                </c:spPr>
                <c:marker>
                  <c:symbol val="none"/>
                </c:marker>
                <c:cat>
                  <c:numRef>
                    <c:extLst>
                      <c:ext uri="{02D57815-91ED-43cb-92C2-25804820EDAC}">
                        <c15:formulaRef>
                          <c15:sqref>'worldwide policy rate'!$A$2612:$A$7950</c15:sqref>
                        </c15:formulaRef>
                      </c:ext>
                    </c:extLst>
                    <c:numCache>
                      <c:formatCode>m/d/yyyy</c:formatCode>
                      <c:ptCount val="5339"/>
                      <c:pt idx="0">
                        <c:v>38719</c:v>
                      </c:pt>
                      <c:pt idx="1">
                        <c:v>38720</c:v>
                      </c:pt>
                      <c:pt idx="2">
                        <c:v>38721</c:v>
                      </c:pt>
                      <c:pt idx="3">
                        <c:v>38722</c:v>
                      </c:pt>
                      <c:pt idx="4">
                        <c:v>38723</c:v>
                      </c:pt>
                      <c:pt idx="5">
                        <c:v>38726</c:v>
                      </c:pt>
                      <c:pt idx="6">
                        <c:v>38727</c:v>
                      </c:pt>
                      <c:pt idx="7">
                        <c:v>38728</c:v>
                      </c:pt>
                      <c:pt idx="8">
                        <c:v>38729</c:v>
                      </c:pt>
                      <c:pt idx="9">
                        <c:v>38730</c:v>
                      </c:pt>
                      <c:pt idx="10">
                        <c:v>38733</c:v>
                      </c:pt>
                      <c:pt idx="11">
                        <c:v>38734</c:v>
                      </c:pt>
                      <c:pt idx="12">
                        <c:v>38735</c:v>
                      </c:pt>
                      <c:pt idx="13">
                        <c:v>38736</c:v>
                      </c:pt>
                      <c:pt idx="14">
                        <c:v>38737</c:v>
                      </c:pt>
                      <c:pt idx="15">
                        <c:v>38740</c:v>
                      </c:pt>
                      <c:pt idx="16">
                        <c:v>38741</c:v>
                      </c:pt>
                      <c:pt idx="17">
                        <c:v>38742</c:v>
                      </c:pt>
                      <c:pt idx="18">
                        <c:v>38743</c:v>
                      </c:pt>
                      <c:pt idx="19">
                        <c:v>38744</c:v>
                      </c:pt>
                      <c:pt idx="20">
                        <c:v>38747</c:v>
                      </c:pt>
                      <c:pt idx="21">
                        <c:v>38748</c:v>
                      </c:pt>
                      <c:pt idx="22">
                        <c:v>38749</c:v>
                      </c:pt>
                      <c:pt idx="23">
                        <c:v>38750</c:v>
                      </c:pt>
                      <c:pt idx="24">
                        <c:v>38751</c:v>
                      </c:pt>
                      <c:pt idx="25">
                        <c:v>38754</c:v>
                      </c:pt>
                      <c:pt idx="26">
                        <c:v>38755</c:v>
                      </c:pt>
                      <c:pt idx="27">
                        <c:v>38756</c:v>
                      </c:pt>
                      <c:pt idx="28">
                        <c:v>38757</c:v>
                      </c:pt>
                      <c:pt idx="29">
                        <c:v>38758</c:v>
                      </c:pt>
                      <c:pt idx="30">
                        <c:v>38761</c:v>
                      </c:pt>
                      <c:pt idx="31">
                        <c:v>38762</c:v>
                      </c:pt>
                      <c:pt idx="32">
                        <c:v>38763</c:v>
                      </c:pt>
                      <c:pt idx="33">
                        <c:v>38764</c:v>
                      </c:pt>
                      <c:pt idx="34">
                        <c:v>38765</c:v>
                      </c:pt>
                      <c:pt idx="35">
                        <c:v>38768</c:v>
                      </c:pt>
                      <c:pt idx="36">
                        <c:v>38769</c:v>
                      </c:pt>
                      <c:pt idx="37">
                        <c:v>38770</c:v>
                      </c:pt>
                      <c:pt idx="38">
                        <c:v>38771</c:v>
                      </c:pt>
                      <c:pt idx="39">
                        <c:v>38772</c:v>
                      </c:pt>
                      <c:pt idx="40">
                        <c:v>38775</c:v>
                      </c:pt>
                      <c:pt idx="41">
                        <c:v>38776</c:v>
                      </c:pt>
                      <c:pt idx="42">
                        <c:v>38777</c:v>
                      </c:pt>
                      <c:pt idx="43">
                        <c:v>38778</c:v>
                      </c:pt>
                      <c:pt idx="44">
                        <c:v>38779</c:v>
                      </c:pt>
                      <c:pt idx="45">
                        <c:v>38782</c:v>
                      </c:pt>
                      <c:pt idx="46">
                        <c:v>38783</c:v>
                      </c:pt>
                      <c:pt idx="47">
                        <c:v>38784</c:v>
                      </c:pt>
                      <c:pt idx="48">
                        <c:v>38785</c:v>
                      </c:pt>
                      <c:pt idx="49">
                        <c:v>38786</c:v>
                      </c:pt>
                      <c:pt idx="50">
                        <c:v>38789</c:v>
                      </c:pt>
                      <c:pt idx="51">
                        <c:v>38790</c:v>
                      </c:pt>
                      <c:pt idx="52">
                        <c:v>38791</c:v>
                      </c:pt>
                      <c:pt idx="53">
                        <c:v>38792</c:v>
                      </c:pt>
                      <c:pt idx="54">
                        <c:v>38793</c:v>
                      </c:pt>
                      <c:pt idx="55">
                        <c:v>38796</c:v>
                      </c:pt>
                      <c:pt idx="56">
                        <c:v>38797</c:v>
                      </c:pt>
                      <c:pt idx="57">
                        <c:v>38798</c:v>
                      </c:pt>
                      <c:pt idx="58">
                        <c:v>38799</c:v>
                      </c:pt>
                      <c:pt idx="59">
                        <c:v>38800</c:v>
                      </c:pt>
                      <c:pt idx="60">
                        <c:v>38803</c:v>
                      </c:pt>
                      <c:pt idx="61">
                        <c:v>38804</c:v>
                      </c:pt>
                      <c:pt idx="62">
                        <c:v>38805</c:v>
                      </c:pt>
                      <c:pt idx="63">
                        <c:v>38806</c:v>
                      </c:pt>
                      <c:pt idx="64">
                        <c:v>38807</c:v>
                      </c:pt>
                      <c:pt idx="65">
                        <c:v>38810</c:v>
                      </c:pt>
                      <c:pt idx="66">
                        <c:v>38811</c:v>
                      </c:pt>
                      <c:pt idx="67">
                        <c:v>38812</c:v>
                      </c:pt>
                      <c:pt idx="68">
                        <c:v>38813</c:v>
                      </c:pt>
                      <c:pt idx="69">
                        <c:v>38814</c:v>
                      </c:pt>
                      <c:pt idx="70">
                        <c:v>38817</c:v>
                      </c:pt>
                      <c:pt idx="71">
                        <c:v>38818</c:v>
                      </c:pt>
                      <c:pt idx="72">
                        <c:v>38819</c:v>
                      </c:pt>
                      <c:pt idx="73">
                        <c:v>38820</c:v>
                      </c:pt>
                      <c:pt idx="74">
                        <c:v>38821</c:v>
                      </c:pt>
                      <c:pt idx="75">
                        <c:v>38824</c:v>
                      </c:pt>
                      <c:pt idx="76">
                        <c:v>38825</c:v>
                      </c:pt>
                      <c:pt idx="77">
                        <c:v>38826</c:v>
                      </c:pt>
                      <c:pt idx="78">
                        <c:v>38827</c:v>
                      </c:pt>
                      <c:pt idx="79">
                        <c:v>38828</c:v>
                      </c:pt>
                      <c:pt idx="80">
                        <c:v>38831</c:v>
                      </c:pt>
                      <c:pt idx="81">
                        <c:v>38832</c:v>
                      </c:pt>
                      <c:pt idx="82">
                        <c:v>38833</c:v>
                      </c:pt>
                      <c:pt idx="83">
                        <c:v>38834</c:v>
                      </c:pt>
                      <c:pt idx="84">
                        <c:v>38835</c:v>
                      </c:pt>
                      <c:pt idx="85">
                        <c:v>38838</c:v>
                      </c:pt>
                      <c:pt idx="86">
                        <c:v>38839</c:v>
                      </c:pt>
                      <c:pt idx="87">
                        <c:v>38840</c:v>
                      </c:pt>
                      <c:pt idx="88">
                        <c:v>38841</c:v>
                      </c:pt>
                      <c:pt idx="89">
                        <c:v>38842</c:v>
                      </c:pt>
                      <c:pt idx="90">
                        <c:v>38845</c:v>
                      </c:pt>
                      <c:pt idx="91">
                        <c:v>38846</c:v>
                      </c:pt>
                      <c:pt idx="92">
                        <c:v>38847</c:v>
                      </c:pt>
                      <c:pt idx="93">
                        <c:v>38848</c:v>
                      </c:pt>
                      <c:pt idx="94">
                        <c:v>38849</c:v>
                      </c:pt>
                      <c:pt idx="95">
                        <c:v>38852</c:v>
                      </c:pt>
                      <c:pt idx="96">
                        <c:v>38853</c:v>
                      </c:pt>
                      <c:pt idx="97">
                        <c:v>38854</c:v>
                      </c:pt>
                      <c:pt idx="98">
                        <c:v>38855</c:v>
                      </c:pt>
                      <c:pt idx="99">
                        <c:v>38856</c:v>
                      </c:pt>
                      <c:pt idx="100">
                        <c:v>38859</c:v>
                      </c:pt>
                      <c:pt idx="101">
                        <c:v>38860</c:v>
                      </c:pt>
                      <c:pt idx="102">
                        <c:v>38861</c:v>
                      </c:pt>
                      <c:pt idx="103">
                        <c:v>38862</c:v>
                      </c:pt>
                      <c:pt idx="104">
                        <c:v>38863</c:v>
                      </c:pt>
                      <c:pt idx="105">
                        <c:v>38866</c:v>
                      </c:pt>
                      <c:pt idx="106">
                        <c:v>38867</c:v>
                      </c:pt>
                      <c:pt idx="107">
                        <c:v>38868</c:v>
                      </c:pt>
                      <c:pt idx="108">
                        <c:v>38869</c:v>
                      </c:pt>
                      <c:pt idx="109">
                        <c:v>38870</c:v>
                      </c:pt>
                      <c:pt idx="110">
                        <c:v>38873</c:v>
                      </c:pt>
                      <c:pt idx="111">
                        <c:v>38874</c:v>
                      </c:pt>
                      <c:pt idx="112">
                        <c:v>38875</c:v>
                      </c:pt>
                      <c:pt idx="113">
                        <c:v>38876</c:v>
                      </c:pt>
                      <c:pt idx="114">
                        <c:v>38877</c:v>
                      </c:pt>
                      <c:pt idx="115">
                        <c:v>38880</c:v>
                      </c:pt>
                      <c:pt idx="116">
                        <c:v>38881</c:v>
                      </c:pt>
                      <c:pt idx="117">
                        <c:v>38882</c:v>
                      </c:pt>
                      <c:pt idx="118">
                        <c:v>38883</c:v>
                      </c:pt>
                      <c:pt idx="119">
                        <c:v>38884</c:v>
                      </c:pt>
                      <c:pt idx="120">
                        <c:v>38887</c:v>
                      </c:pt>
                      <c:pt idx="121">
                        <c:v>38888</c:v>
                      </c:pt>
                      <c:pt idx="122">
                        <c:v>38889</c:v>
                      </c:pt>
                      <c:pt idx="123">
                        <c:v>38890</c:v>
                      </c:pt>
                      <c:pt idx="124">
                        <c:v>38891</c:v>
                      </c:pt>
                      <c:pt idx="125">
                        <c:v>38894</c:v>
                      </c:pt>
                      <c:pt idx="126">
                        <c:v>38895</c:v>
                      </c:pt>
                      <c:pt idx="127">
                        <c:v>38896</c:v>
                      </c:pt>
                      <c:pt idx="128">
                        <c:v>38897</c:v>
                      </c:pt>
                      <c:pt idx="129">
                        <c:v>38898</c:v>
                      </c:pt>
                      <c:pt idx="130">
                        <c:v>38901</c:v>
                      </c:pt>
                      <c:pt idx="131">
                        <c:v>38902</c:v>
                      </c:pt>
                      <c:pt idx="132">
                        <c:v>38903</c:v>
                      </c:pt>
                      <c:pt idx="133">
                        <c:v>38904</c:v>
                      </c:pt>
                      <c:pt idx="134">
                        <c:v>38905</c:v>
                      </c:pt>
                      <c:pt idx="135">
                        <c:v>38908</c:v>
                      </c:pt>
                      <c:pt idx="136">
                        <c:v>38909</c:v>
                      </c:pt>
                      <c:pt idx="137">
                        <c:v>38910</c:v>
                      </c:pt>
                      <c:pt idx="138">
                        <c:v>38911</c:v>
                      </c:pt>
                      <c:pt idx="139">
                        <c:v>38912</c:v>
                      </c:pt>
                      <c:pt idx="140">
                        <c:v>38915</c:v>
                      </c:pt>
                      <c:pt idx="141">
                        <c:v>38916</c:v>
                      </c:pt>
                      <c:pt idx="142">
                        <c:v>38917</c:v>
                      </c:pt>
                      <c:pt idx="143">
                        <c:v>38918</c:v>
                      </c:pt>
                      <c:pt idx="144">
                        <c:v>38919</c:v>
                      </c:pt>
                      <c:pt idx="145">
                        <c:v>38922</c:v>
                      </c:pt>
                      <c:pt idx="146">
                        <c:v>38923</c:v>
                      </c:pt>
                      <c:pt idx="147">
                        <c:v>38924</c:v>
                      </c:pt>
                      <c:pt idx="148">
                        <c:v>38925</c:v>
                      </c:pt>
                      <c:pt idx="149">
                        <c:v>38926</c:v>
                      </c:pt>
                      <c:pt idx="150">
                        <c:v>38929</c:v>
                      </c:pt>
                      <c:pt idx="151">
                        <c:v>38930</c:v>
                      </c:pt>
                      <c:pt idx="152">
                        <c:v>38931</c:v>
                      </c:pt>
                      <c:pt idx="153">
                        <c:v>38932</c:v>
                      </c:pt>
                      <c:pt idx="154">
                        <c:v>38933</c:v>
                      </c:pt>
                      <c:pt idx="155">
                        <c:v>38936</c:v>
                      </c:pt>
                      <c:pt idx="156">
                        <c:v>38937</c:v>
                      </c:pt>
                      <c:pt idx="157">
                        <c:v>38938</c:v>
                      </c:pt>
                      <c:pt idx="158">
                        <c:v>38939</c:v>
                      </c:pt>
                      <c:pt idx="159">
                        <c:v>38940</c:v>
                      </c:pt>
                      <c:pt idx="160">
                        <c:v>38943</c:v>
                      </c:pt>
                      <c:pt idx="161">
                        <c:v>38944</c:v>
                      </c:pt>
                      <c:pt idx="162">
                        <c:v>38945</c:v>
                      </c:pt>
                      <c:pt idx="163">
                        <c:v>38946</c:v>
                      </c:pt>
                      <c:pt idx="164">
                        <c:v>38947</c:v>
                      </c:pt>
                      <c:pt idx="165">
                        <c:v>38950</c:v>
                      </c:pt>
                      <c:pt idx="166">
                        <c:v>38951</c:v>
                      </c:pt>
                      <c:pt idx="167">
                        <c:v>38952</c:v>
                      </c:pt>
                      <c:pt idx="168">
                        <c:v>38953</c:v>
                      </c:pt>
                      <c:pt idx="169">
                        <c:v>38954</c:v>
                      </c:pt>
                      <c:pt idx="170">
                        <c:v>38957</c:v>
                      </c:pt>
                      <c:pt idx="171">
                        <c:v>38958</c:v>
                      </c:pt>
                      <c:pt idx="172">
                        <c:v>38959</c:v>
                      </c:pt>
                      <c:pt idx="173">
                        <c:v>38960</c:v>
                      </c:pt>
                      <c:pt idx="174">
                        <c:v>38961</c:v>
                      </c:pt>
                      <c:pt idx="175">
                        <c:v>38964</c:v>
                      </c:pt>
                      <c:pt idx="176">
                        <c:v>38965</c:v>
                      </c:pt>
                      <c:pt idx="177">
                        <c:v>38966</c:v>
                      </c:pt>
                      <c:pt idx="178">
                        <c:v>38967</c:v>
                      </c:pt>
                      <c:pt idx="179">
                        <c:v>38968</c:v>
                      </c:pt>
                      <c:pt idx="180">
                        <c:v>38971</c:v>
                      </c:pt>
                      <c:pt idx="181">
                        <c:v>38972</c:v>
                      </c:pt>
                      <c:pt idx="182">
                        <c:v>38973</c:v>
                      </c:pt>
                      <c:pt idx="183">
                        <c:v>38974</c:v>
                      </c:pt>
                      <c:pt idx="184">
                        <c:v>38975</c:v>
                      </c:pt>
                      <c:pt idx="185">
                        <c:v>38978</c:v>
                      </c:pt>
                      <c:pt idx="186">
                        <c:v>38979</c:v>
                      </c:pt>
                      <c:pt idx="187">
                        <c:v>38980</c:v>
                      </c:pt>
                      <c:pt idx="188">
                        <c:v>38981</c:v>
                      </c:pt>
                      <c:pt idx="189">
                        <c:v>38982</c:v>
                      </c:pt>
                      <c:pt idx="190">
                        <c:v>38985</c:v>
                      </c:pt>
                      <c:pt idx="191">
                        <c:v>38986</c:v>
                      </c:pt>
                      <c:pt idx="192">
                        <c:v>38987</c:v>
                      </c:pt>
                      <c:pt idx="193">
                        <c:v>38988</c:v>
                      </c:pt>
                      <c:pt idx="194">
                        <c:v>38989</c:v>
                      </c:pt>
                      <c:pt idx="195">
                        <c:v>38992</c:v>
                      </c:pt>
                      <c:pt idx="196">
                        <c:v>38993</c:v>
                      </c:pt>
                      <c:pt idx="197">
                        <c:v>38994</c:v>
                      </c:pt>
                      <c:pt idx="198">
                        <c:v>38995</c:v>
                      </c:pt>
                      <c:pt idx="199">
                        <c:v>38996</c:v>
                      </c:pt>
                      <c:pt idx="200">
                        <c:v>38999</c:v>
                      </c:pt>
                      <c:pt idx="201">
                        <c:v>39000</c:v>
                      </c:pt>
                      <c:pt idx="202">
                        <c:v>39001</c:v>
                      </c:pt>
                      <c:pt idx="203">
                        <c:v>39002</c:v>
                      </c:pt>
                      <c:pt idx="204">
                        <c:v>39003</c:v>
                      </c:pt>
                      <c:pt idx="205">
                        <c:v>39006</c:v>
                      </c:pt>
                      <c:pt idx="206">
                        <c:v>39007</c:v>
                      </c:pt>
                      <c:pt idx="207">
                        <c:v>39008</c:v>
                      </c:pt>
                      <c:pt idx="208">
                        <c:v>39009</c:v>
                      </c:pt>
                      <c:pt idx="209">
                        <c:v>39010</c:v>
                      </c:pt>
                      <c:pt idx="210">
                        <c:v>39013</c:v>
                      </c:pt>
                      <c:pt idx="211">
                        <c:v>39014</c:v>
                      </c:pt>
                      <c:pt idx="212">
                        <c:v>39015</c:v>
                      </c:pt>
                      <c:pt idx="213">
                        <c:v>39016</c:v>
                      </c:pt>
                      <c:pt idx="214">
                        <c:v>39017</c:v>
                      </c:pt>
                      <c:pt idx="215">
                        <c:v>39020</c:v>
                      </c:pt>
                      <c:pt idx="216">
                        <c:v>39021</c:v>
                      </c:pt>
                      <c:pt idx="217">
                        <c:v>39022</c:v>
                      </c:pt>
                      <c:pt idx="218">
                        <c:v>39023</c:v>
                      </c:pt>
                      <c:pt idx="219">
                        <c:v>39024</c:v>
                      </c:pt>
                      <c:pt idx="220">
                        <c:v>39027</c:v>
                      </c:pt>
                      <c:pt idx="221">
                        <c:v>39028</c:v>
                      </c:pt>
                      <c:pt idx="222">
                        <c:v>39029</c:v>
                      </c:pt>
                      <c:pt idx="223">
                        <c:v>39030</c:v>
                      </c:pt>
                      <c:pt idx="224">
                        <c:v>39031</c:v>
                      </c:pt>
                      <c:pt idx="225">
                        <c:v>39034</c:v>
                      </c:pt>
                      <c:pt idx="226">
                        <c:v>39035</c:v>
                      </c:pt>
                      <c:pt idx="227">
                        <c:v>39036</c:v>
                      </c:pt>
                      <c:pt idx="228">
                        <c:v>39037</c:v>
                      </c:pt>
                      <c:pt idx="229">
                        <c:v>39038</c:v>
                      </c:pt>
                      <c:pt idx="230">
                        <c:v>39041</c:v>
                      </c:pt>
                      <c:pt idx="231">
                        <c:v>39042</c:v>
                      </c:pt>
                      <c:pt idx="232">
                        <c:v>39043</c:v>
                      </c:pt>
                      <c:pt idx="233">
                        <c:v>39044</c:v>
                      </c:pt>
                      <c:pt idx="234">
                        <c:v>39045</c:v>
                      </c:pt>
                      <c:pt idx="235">
                        <c:v>39048</c:v>
                      </c:pt>
                      <c:pt idx="236">
                        <c:v>39049</c:v>
                      </c:pt>
                      <c:pt idx="237">
                        <c:v>39050</c:v>
                      </c:pt>
                      <c:pt idx="238">
                        <c:v>39051</c:v>
                      </c:pt>
                      <c:pt idx="239">
                        <c:v>39052</c:v>
                      </c:pt>
                      <c:pt idx="240">
                        <c:v>39055</c:v>
                      </c:pt>
                      <c:pt idx="241">
                        <c:v>39056</c:v>
                      </c:pt>
                      <c:pt idx="242">
                        <c:v>39057</c:v>
                      </c:pt>
                      <c:pt idx="243">
                        <c:v>39058</c:v>
                      </c:pt>
                      <c:pt idx="244">
                        <c:v>39059</c:v>
                      </c:pt>
                      <c:pt idx="245">
                        <c:v>39062</c:v>
                      </c:pt>
                      <c:pt idx="246">
                        <c:v>39063</c:v>
                      </c:pt>
                      <c:pt idx="247">
                        <c:v>39064</c:v>
                      </c:pt>
                      <c:pt idx="248">
                        <c:v>39065</c:v>
                      </c:pt>
                      <c:pt idx="249">
                        <c:v>39066</c:v>
                      </c:pt>
                      <c:pt idx="250">
                        <c:v>39069</c:v>
                      </c:pt>
                      <c:pt idx="251">
                        <c:v>39070</c:v>
                      </c:pt>
                      <c:pt idx="252">
                        <c:v>39071</c:v>
                      </c:pt>
                      <c:pt idx="253">
                        <c:v>39072</c:v>
                      </c:pt>
                      <c:pt idx="254">
                        <c:v>39073</c:v>
                      </c:pt>
                      <c:pt idx="255">
                        <c:v>39076</c:v>
                      </c:pt>
                      <c:pt idx="256">
                        <c:v>39077</c:v>
                      </c:pt>
                      <c:pt idx="257">
                        <c:v>39078</c:v>
                      </c:pt>
                      <c:pt idx="258">
                        <c:v>39079</c:v>
                      </c:pt>
                      <c:pt idx="259">
                        <c:v>39080</c:v>
                      </c:pt>
                      <c:pt idx="260">
                        <c:v>39083</c:v>
                      </c:pt>
                      <c:pt idx="261">
                        <c:v>39084</c:v>
                      </c:pt>
                      <c:pt idx="262">
                        <c:v>39085</c:v>
                      </c:pt>
                      <c:pt idx="263">
                        <c:v>39086</c:v>
                      </c:pt>
                      <c:pt idx="264">
                        <c:v>39087</c:v>
                      </c:pt>
                      <c:pt idx="265">
                        <c:v>39090</c:v>
                      </c:pt>
                      <c:pt idx="266">
                        <c:v>39091</c:v>
                      </c:pt>
                      <c:pt idx="267">
                        <c:v>39092</c:v>
                      </c:pt>
                      <c:pt idx="268">
                        <c:v>39093</c:v>
                      </c:pt>
                      <c:pt idx="269">
                        <c:v>39094</c:v>
                      </c:pt>
                      <c:pt idx="270">
                        <c:v>39097</c:v>
                      </c:pt>
                      <c:pt idx="271">
                        <c:v>39098</c:v>
                      </c:pt>
                      <c:pt idx="272">
                        <c:v>39099</c:v>
                      </c:pt>
                      <c:pt idx="273">
                        <c:v>39100</c:v>
                      </c:pt>
                      <c:pt idx="274">
                        <c:v>39101</c:v>
                      </c:pt>
                      <c:pt idx="275">
                        <c:v>39104</c:v>
                      </c:pt>
                      <c:pt idx="276">
                        <c:v>39105</c:v>
                      </c:pt>
                      <c:pt idx="277">
                        <c:v>39106</c:v>
                      </c:pt>
                      <c:pt idx="278">
                        <c:v>39107</c:v>
                      </c:pt>
                      <c:pt idx="279">
                        <c:v>39108</c:v>
                      </c:pt>
                      <c:pt idx="280">
                        <c:v>39111</c:v>
                      </c:pt>
                      <c:pt idx="281">
                        <c:v>39112</c:v>
                      </c:pt>
                      <c:pt idx="282">
                        <c:v>39113</c:v>
                      </c:pt>
                      <c:pt idx="283">
                        <c:v>39114</c:v>
                      </c:pt>
                      <c:pt idx="284">
                        <c:v>39115</c:v>
                      </c:pt>
                      <c:pt idx="285">
                        <c:v>39118</c:v>
                      </c:pt>
                      <c:pt idx="286">
                        <c:v>39119</c:v>
                      </c:pt>
                      <c:pt idx="287">
                        <c:v>39120</c:v>
                      </c:pt>
                      <c:pt idx="288">
                        <c:v>39121</c:v>
                      </c:pt>
                      <c:pt idx="289">
                        <c:v>39122</c:v>
                      </c:pt>
                      <c:pt idx="290">
                        <c:v>39125</c:v>
                      </c:pt>
                      <c:pt idx="291">
                        <c:v>39126</c:v>
                      </c:pt>
                      <c:pt idx="292">
                        <c:v>39127</c:v>
                      </c:pt>
                      <c:pt idx="293">
                        <c:v>39128</c:v>
                      </c:pt>
                      <c:pt idx="294">
                        <c:v>39129</c:v>
                      </c:pt>
                      <c:pt idx="295">
                        <c:v>39132</c:v>
                      </c:pt>
                      <c:pt idx="296">
                        <c:v>39133</c:v>
                      </c:pt>
                      <c:pt idx="297">
                        <c:v>39134</c:v>
                      </c:pt>
                      <c:pt idx="298">
                        <c:v>39135</c:v>
                      </c:pt>
                      <c:pt idx="299">
                        <c:v>39136</c:v>
                      </c:pt>
                      <c:pt idx="300">
                        <c:v>39139</c:v>
                      </c:pt>
                      <c:pt idx="301">
                        <c:v>39140</c:v>
                      </c:pt>
                      <c:pt idx="302">
                        <c:v>39141</c:v>
                      </c:pt>
                      <c:pt idx="303">
                        <c:v>39142</c:v>
                      </c:pt>
                      <c:pt idx="304">
                        <c:v>39143</c:v>
                      </c:pt>
                      <c:pt idx="305">
                        <c:v>39146</c:v>
                      </c:pt>
                      <c:pt idx="306">
                        <c:v>39147</c:v>
                      </c:pt>
                      <c:pt idx="307">
                        <c:v>39148</c:v>
                      </c:pt>
                      <c:pt idx="308">
                        <c:v>39149</c:v>
                      </c:pt>
                      <c:pt idx="309">
                        <c:v>39150</c:v>
                      </c:pt>
                      <c:pt idx="310">
                        <c:v>39153</c:v>
                      </c:pt>
                      <c:pt idx="311">
                        <c:v>39154</c:v>
                      </c:pt>
                      <c:pt idx="312">
                        <c:v>39155</c:v>
                      </c:pt>
                      <c:pt idx="313">
                        <c:v>39156</c:v>
                      </c:pt>
                      <c:pt idx="314">
                        <c:v>39157</c:v>
                      </c:pt>
                      <c:pt idx="315">
                        <c:v>39160</c:v>
                      </c:pt>
                      <c:pt idx="316">
                        <c:v>39161</c:v>
                      </c:pt>
                      <c:pt idx="317">
                        <c:v>39162</c:v>
                      </c:pt>
                      <c:pt idx="318">
                        <c:v>39163</c:v>
                      </c:pt>
                      <c:pt idx="319">
                        <c:v>39164</c:v>
                      </c:pt>
                      <c:pt idx="320">
                        <c:v>39167</c:v>
                      </c:pt>
                      <c:pt idx="321">
                        <c:v>39168</c:v>
                      </c:pt>
                      <c:pt idx="322">
                        <c:v>39169</c:v>
                      </c:pt>
                      <c:pt idx="323">
                        <c:v>39170</c:v>
                      </c:pt>
                      <c:pt idx="324">
                        <c:v>39171</c:v>
                      </c:pt>
                      <c:pt idx="325">
                        <c:v>39174</c:v>
                      </c:pt>
                      <c:pt idx="326">
                        <c:v>39175</c:v>
                      </c:pt>
                      <c:pt idx="327">
                        <c:v>39176</c:v>
                      </c:pt>
                      <c:pt idx="328">
                        <c:v>39177</c:v>
                      </c:pt>
                      <c:pt idx="329">
                        <c:v>39178</c:v>
                      </c:pt>
                      <c:pt idx="330">
                        <c:v>39181</c:v>
                      </c:pt>
                      <c:pt idx="331">
                        <c:v>39182</c:v>
                      </c:pt>
                      <c:pt idx="332">
                        <c:v>39183</c:v>
                      </c:pt>
                      <c:pt idx="333">
                        <c:v>39184</c:v>
                      </c:pt>
                      <c:pt idx="334">
                        <c:v>39185</c:v>
                      </c:pt>
                      <c:pt idx="335">
                        <c:v>39188</c:v>
                      </c:pt>
                      <c:pt idx="336">
                        <c:v>39189</c:v>
                      </c:pt>
                      <c:pt idx="337">
                        <c:v>39190</c:v>
                      </c:pt>
                      <c:pt idx="338">
                        <c:v>39191</c:v>
                      </c:pt>
                      <c:pt idx="339">
                        <c:v>39192</c:v>
                      </c:pt>
                      <c:pt idx="340">
                        <c:v>39195</c:v>
                      </c:pt>
                      <c:pt idx="341">
                        <c:v>39196</c:v>
                      </c:pt>
                      <c:pt idx="342">
                        <c:v>39197</c:v>
                      </c:pt>
                      <c:pt idx="343">
                        <c:v>39198</c:v>
                      </c:pt>
                      <c:pt idx="344">
                        <c:v>39199</c:v>
                      </c:pt>
                      <c:pt idx="345">
                        <c:v>39202</c:v>
                      </c:pt>
                      <c:pt idx="346">
                        <c:v>39203</c:v>
                      </c:pt>
                      <c:pt idx="347">
                        <c:v>39204</c:v>
                      </c:pt>
                      <c:pt idx="348">
                        <c:v>39205</c:v>
                      </c:pt>
                      <c:pt idx="349">
                        <c:v>39206</c:v>
                      </c:pt>
                      <c:pt idx="350">
                        <c:v>39209</c:v>
                      </c:pt>
                      <c:pt idx="351">
                        <c:v>39210</c:v>
                      </c:pt>
                      <c:pt idx="352">
                        <c:v>39211</c:v>
                      </c:pt>
                      <c:pt idx="353">
                        <c:v>39212</c:v>
                      </c:pt>
                      <c:pt idx="354">
                        <c:v>39213</c:v>
                      </c:pt>
                      <c:pt idx="355">
                        <c:v>39216</c:v>
                      </c:pt>
                      <c:pt idx="356">
                        <c:v>39217</c:v>
                      </c:pt>
                      <c:pt idx="357">
                        <c:v>39218</c:v>
                      </c:pt>
                      <c:pt idx="358">
                        <c:v>39219</c:v>
                      </c:pt>
                      <c:pt idx="359">
                        <c:v>39220</c:v>
                      </c:pt>
                      <c:pt idx="360">
                        <c:v>39223</c:v>
                      </c:pt>
                      <c:pt idx="361">
                        <c:v>39224</c:v>
                      </c:pt>
                      <c:pt idx="362">
                        <c:v>39225</c:v>
                      </c:pt>
                      <c:pt idx="363">
                        <c:v>39226</c:v>
                      </c:pt>
                      <c:pt idx="364">
                        <c:v>39227</c:v>
                      </c:pt>
                      <c:pt idx="365">
                        <c:v>39230</c:v>
                      </c:pt>
                      <c:pt idx="366">
                        <c:v>39231</c:v>
                      </c:pt>
                      <c:pt idx="367">
                        <c:v>39232</c:v>
                      </c:pt>
                      <c:pt idx="368">
                        <c:v>39233</c:v>
                      </c:pt>
                      <c:pt idx="369">
                        <c:v>39234</c:v>
                      </c:pt>
                      <c:pt idx="370">
                        <c:v>39237</c:v>
                      </c:pt>
                      <c:pt idx="371">
                        <c:v>39238</c:v>
                      </c:pt>
                      <c:pt idx="372">
                        <c:v>39239</c:v>
                      </c:pt>
                      <c:pt idx="373">
                        <c:v>39240</c:v>
                      </c:pt>
                      <c:pt idx="374">
                        <c:v>39241</c:v>
                      </c:pt>
                      <c:pt idx="375">
                        <c:v>39244</c:v>
                      </c:pt>
                      <c:pt idx="376">
                        <c:v>39245</c:v>
                      </c:pt>
                      <c:pt idx="377">
                        <c:v>39246</c:v>
                      </c:pt>
                      <c:pt idx="378">
                        <c:v>39247</c:v>
                      </c:pt>
                      <c:pt idx="379">
                        <c:v>39248</c:v>
                      </c:pt>
                      <c:pt idx="380">
                        <c:v>39251</c:v>
                      </c:pt>
                      <c:pt idx="381">
                        <c:v>39252</c:v>
                      </c:pt>
                      <c:pt idx="382">
                        <c:v>39253</c:v>
                      </c:pt>
                      <c:pt idx="383">
                        <c:v>39254</c:v>
                      </c:pt>
                      <c:pt idx="384">
                        <c:v>39255</c:v>
                      </c:pt>
                      <c:pt idx="385">
                        <c:v>39258</c:v>
                      </c:pt>
                      <c:pt idx="386">
                        <c:v>39259</c:v>
                      </c:pt>
                      <c:pt idx="387">
                        <c:v>39260</c:v>
                      </c:pt>
                      <c:pt idx="388">
                        <c:v>39261</c:v>
                      </c:pt>
                      <c:pt idx="389">
                        <c:v>39262</c:v>
                      </c:pt>
                      <c:pt idx="390">
                        <c:v>39265</c:v>
                      </c:pt>
                      <c:pt idx="391">
                        <c:v>39266</c:v>
                      </c:pt>
                      <c:pt idx="392">
                        <c:v>39267</c:v>
                      </c:pt>
                      <c:pt idx="393">
                        <c:v>39268</c:v>
                      </c:pt>
                      <c:pt idx="394">
                        <c:v>39269</c:v>
                      </c:pt>
                      <c:pt idx="395">
                        <c:v>39272</c:v>
                      </c:pt>
                      <c:pt idx="396">
                        <c:v>39273</c:v>
                      </c:pt>
                      <c:pt idx="397">
                        <c:v>39274</c:v>
                      </c:pt>
                      <c:pt idx="398">
                        <c:v>39275</c:v>
                      </c:pt>
                      <c:pt idx="399">
                        <c:v>39276</c:v>
                      </c:pt>
                      <c:pt idx="400">
                        <c:v>39279</c:v>
                      </c:pt>
                      <c:pt idx="401">
                        <c:v>39280</c:v>
                      </c:pt>
                      <c:pt idx="402">
                        <c:v>39281</c:v>
                      </c:pt>
                      <c:pt idx="403">
                        <c:v>39282</c:v>
                      </c:pt>
                      <c:pt idx="404">
                        <c:v>39283</c:v>
                      </c:pt>
                      <c:pt idx="405">
                        <c:v>39286</c:v>
                      </c:pt>
                      <c:pt idx="406">
                        <c:v>39287</c:v>
                      </c:pt>
                      <c:pt idx="407">
                        <c:v>39288</c:v>
                      </c:pt>
                      <c:pt idx="408">
                        <c:v>39289</c:v>
                      </c:pt>
                      <c:pt idx="409">
                        <c:v>39290</c:v>
                      </c:pt>
                      <c:pt idx="410">
                        <c:v>39293</c:v>
                      </c:pt>
                      <c:pt idx="411">
                        <c:v>39294</c:v>
                      </c:pt>
                      <c:pt idx="412">
                        <c:v>39295</c:v>
                      </c:pt>
                      <c:pt idx="413">
                        <c:v>39296</c:v>
                      </c:pt>
                      <c:pt idx="414">
                        <c:v>39297</c:v>
                      </c:pt>
                      <c:pt idx="415">
                        <c:v>39300</c:v>
                      </c:pt>
                      <c:pt idx="416">
                        <c:v>39301</c:v>
                      </c:pt>
                      <c:pt idx="417">
                        <c:v>39302</c:v>
                      </c:pt>
                      <c:pt idx="418">
                        <c:v>39303</c:v>
                      </c:pt>
                      <c:pt idx="419">
                        <c:v>39304</c:v>
                      </c:pt>
                      <c:pt idx="420">
                        <c:v>39307</c:v>
                      </c:pt>
                      <c:pt idx="421">
                        <c:v>39308</c:v>
                      </c:pt>
                      <c:pt idx="422">
                        <c:v>39309</c:v>
                      </c:pt>
                      <c:pt idx="423">
                        <c:v>39310</c:v>
                      </c:pt>
                      <c:pt idx="424">
                        <c:v>39311</c:v>
                      </c:pt>
                      <c:pt idx="425">
                        <c:v>39314</c:v>
                      </c:pt>
                      <c:pt idx="426">
                        <c:v>39315</c:v>
                      </c:pt>
                      <c:pt idx="427">
                        <c:v>39316</c:v>
                      </c:pt>
                      <c:pt idx="428">
                        <c:v>39317</c:v>
                      </c:pt>
                      <c:pt idx="429">
                        <c:v>39318</c:v>
                      </c:pt>
                      <c:pt idx="430">
                        <c:v>39321</c:v>
                      </c:pt>
                      <c:pt idx="431">
                        <c:v>39322</c:v>
                      </c:pt>
                      <c:pt idx="432">
                        <c:v>39323</c:v>
                      </c:pt>
                      <c:pt idx="433">
                        <c:v>39324</c:v>
                      </c:pt>
                      <c:pt idx="434">
                        <c:v>39325</c:v>
                      </c:pt>
                      <c:pt idx="435">
                        <c:v>39328</c:v>
                      </c:pt>
                      <c:pt idx="436">
                        <c:v>39329</c:v>
                      </c:pt>
                      <c:pt idx="437">
                        <c:v>39330</c:v>
                      </c:pt>
                      <c:pt idx="438">
                        <c:v>39331</c:v>
                      </c:pt>
                      <c:pt idx="439">
                        <c:v>39332</c:v>
                      </c:pt>
                      <c:pt idx="440">
                        <c:v>39335</c:v>
                      </c:pt>
                      <c:pt idx="441">
                        <c:v>39336</c:v>
                      </c:pt>
                      <c:pt idx="442">
                        <c:v>39337</c:v>
                      </c:pt>
                      <c:pt idx="443">
                        <c:v>39338</c:v>
                      </c:pt>
                      <c:pt idx="444">
                        <c:v>39339</c:v>
                      </c:pt>
                      <c:pt idx="445">
                        <c:v>39342</c:v>
                      </c:pt>
                      <c:pt idx="446">
                        <c:v>39343</c:v>
                      </c:pt>
                      <c:pt idx="447">
                        <c:v>39344</c:v>
                      </c:pt>
                      <c:pt idx="448">
                        <c:v>39345</c:v>
                      </c:pt>
                      <c:pt idx="449">
                        <c:v>39346</c:v>
                      </c:pt>
                      <c:pt idx="450">
                        <c:v>39349</c:v>
                      </c:pt>
                      <c:pt idx="451">
                        <c:v>39350</c:v>
                      </c:pt>
                      <c:pt idx="452">
                        <c:v>39351</c:v>
                      </c:pt>
                      <c:pt idx="453">
                        <c:v>39352</c:v>
                      </c:pt>
                      <c:pt idx="454">
                        <c:v>39353</c:v>
                      </c:pt>
                      <c:pt idx="455">
                        <c:v>39356</c:v>
                      </c:pt>
                      <c:pt idx="456">
                        <c:v>39357</c:v>
                      </c:pt>
                      <c:pt idx="457">
                        <c:v>39358</c:v>
                      </c:pt>
                      <c:pt idx="458">
                        <c:v>39359</c:v>
                      </c:pt>
                      <c:pt idx="459">
                        <c:v>39360</c:v>
                      </c:pt>
                      <c:pt idx="460">
                        <c:v>39363</c:v>
                      </c:pt>
                      <c:pt idx="461">
                        <c:v>39364</c:v>
                      </c:pt>
                      <c:pt idx="462">
                        <c:v>39365</c:v>
                      </c:pt>
                      <c:pt idx="463">
                        <c:v>39366</c:v>
                      </c:pt>
                      <c:pt idx="464">
                        <c:v>39367</c:v>
                      </c:pt>
                      <c:pt idx="465">
                        <c:v>39370</c:v>
                      </c:pt>
                      <c:pt idx="466">
                        <c:v>39371</c:v>
                      </c:pt>
                      <c:pt idx="467">
                        <c:v>39372</c:v>
                      </c:pt>
                      <c:pt idx="468">
                        <c:v>39373</c:v>
                      </c:pt>
                      <c:pt idx="469">
                        <c:v>39374</c:v>
                      </c:pt>
                      <c:pt idx="470">
                        <c:v>39377</c:v>
                      </c:pt>
                      <c:pt idx="471">
                        <c:v>39378</c:v>
                      </c:pt>
                      <c:pt idx="472">
                        <c:v>39379</c:v>
                      </c:pt>
                      <c:pt idx="473">
                        <c:v>39380</c:v>
                      </c:pt>
                      <c:pt idx="474">
                        <c:v>39381</c:v>
                      </c:pt>
                      <c:pt idx="475">
                        <c:v>39384</c:v>
                      </c:pt>
                      <c:pt idx="476">
                        <c:v>39385</c:v>
                      </c:pt>
                      <c:pt idx="477">
                        <c:v>39386</c:v>
                      </c:pt>
                      <c:pt idx="478">
                        <c:v>39387</c:v>
                      </c:pt>
                      <c:pt idx="479">
                        <c:v>39388</c:v>
                      </c:pt>
                      <c:pt idx="480">
                        <c:v>39391</c:v>
                      </c:pt>
                      <c:pt idx="481">
                        <c:v>39392</c:v>
                      </c:pt>
                      <c:pt idx="482">
                        <c:v>39393</c:v>
                      </c:pt>
                      <c:pt idx="483">
                        <c:v>39394</c:v>
                      </c:pt>
                      <c:pt idx="484">
                        <c:v>39395</c:v>
                      </c:pt>
                      <c:pt idx="485">
                        <c:v>39398</c:v>
                      </c:pt>
                      <c:pt idx="486">
                        <c:v>39399</c:v>
                      </c:pt>
                      <c:pt idx="487">
                        <c:v>39400</c:v>
                      </c:pt>
                      <c:pt idx="488">
                        <c:v>39401</c:v>
                      </c:pt>
                      <c:pt idx="489">
                        <c:v>39402</c:v>
                      </c:pt>
                      <c:pt idx="490">
                        <c:v>39405</c:v>
                      </c:pt>
                      <c:pt idx="491">
                        <c:v>39406</c:v>
                      </c:pt>
                      <c:pt idx="492">
                        <c:v>39407</c:v>
                      </c:pt>
                      <c:pt idx="493">
                        <c:v>39408</c:v>
                      </c:pt>
                      <c:pt idx="494">
                        <c:v>39409</c:v>
                      </c:pt>
                      <c:pt idx="495">
                        <c:v>39412</c:v>
                      </c:pt>
                      <c:pt idx="496">
                        <c:v>39413</c:v>
                      </c:pt>
                      <c:pt idx="497">
                        <c:v>39414</c:v>
                      </c:pt>
                      <c:pt idx="498">
                        <c:v>39415</c:v>
                      </c:pt>
                      <c:pt idx="499">
                        <c:v>39416</c:v>
                      </c:pt>
                      <c:pt idx="500">
                        <c:v>39419</c:v>
                      </c:pt>
                      <c:pt idx="501">
                        <c:v>39420</c:v>
                      </c:pt>
                      <c:pt idx="502">
                        <c:v>39421</c:v>
                      </c:pt>
                      <c:pt idx="503">
                        <c:v>39422</c:v>
                      </c:pt>
                      <c:pt idx="504">
                        <c:v>39423</c:v>
                      </c:pt>
                      <c:pt idx="505">
                        <c:v>39426</c:v>
                      </c:pt>
                      <c:pt idx="506">
                        <c:v>39427</c:v>
                      </c:pt>
                      <c:pt idx="507">
                        <c:v>39428</c:v>
                      </c:pt>
                      <c:pt idx="508">
                        <c:v>39429</c:v>
                      </c:pt>
                      <c:pt idx="509">
                        <c:v>39430</c:v>
                      </c:pt>
                      <c:pt idx="510">
                        <c:v>39433</c:v>
                      </c:pt>
                      <c:pt idx="511">
                        <c:v>39434</c:v>
                      </c:pt>
                      <c:pt idx="512">
                        <c:v>39435</c:v>
                      </c:pt>
                      <c:pt idx="513">
                        <c:v>39436</c:v>
                      </c:pt>
                      <c:pt idx="514">
                        <c:v>39437</c:v>
                      </c:pt>
                      <c:pt idx="515">
                        <c:v>39440</c:v>
                      </c:pt>
                      <c:pt idx="516">
                        <c:v>39441</c:v>
                      </c:pt>
                      <c:pt idx="517">
                        <c:v>39442</c:v>
                      </c:pt>
                      <c:pt idx="518">
                        <c:v>39443</c:v>
                      </c:pt>
                      <c:pt idx="519">
                        <c:v>39444</c:v>
                      </c:pt>
                      <c:pt idx="520">
                        <c:v>39447</c:v>
                      </c:pt>
                      <c:pt idx="521">
                        <c:v>39448</c:v>
                      </c:pt>
                      <c:pt idx="522">
                        <c:v>39449</c:v>
                      </c:pt>
                      <c:pt idx="523">
                        <c:v>39450</c:v>
                      </c:pt>
                      <c:pt idx="524">
                        <c:v>39451</c:v>
                      </c:pt>
                      <c:pt idx="525">
                        <c:v>39454</c:v>
                      </c:pt>
                      <c:pt idx="526">
                        <c:v>39455</c:v>
                      </c:pt>
                      <c:pt idx="527">
                        <c:v>39456</c:v>
                      </c:pt>
                      <c:pt idx="528">
                        <c:v>39457</c:v>
                      </c:pt>
                      <c:pt idx="529">
                        <c:v>39458</c:v>
                      </c:pt>
                      <c:pt idx="530">
                        <c:v>39461</c:v>
                      </c:pt>
                      <c:pt idx="531">
                        <c:v>39462</c:v>
                      </c:pt>
                      <c:pt idx="532">
                        <c:v>39463</c:v>
                      </c:pt>
                      <c:pt idx="533">
                        <c:v>39464</c:v>
                      </c:pt>
                      <c:pt idx="534">
                        <c:v>39465</c:v>
                      </c:pt>
                      <c:pt idx="535">
                        <c:v>39468</c:v>
                      </c:pt>
                      <c:pt idx="536">
                        <c:v>39469</c:v>
                      </c:pt>
                      <c:pt idx="537">
                        <c:v>39470</c:v>
                      </c:pt>
                      <c:pt idx="538">
                        <c:v>39471</c:v>
                      </c:pt>
                      <c:pt idx="539">
                        <c:v>39472</c:v>
                      </c:pt>
                      <c:pt idx="540">
                        <c:v>39475</c:v>
                      </c:pt>
                      <c:pt idx="541">
                        <c:v>39476</c:v>
                      </c:pt>
                      <c:pt idx="542">
                        <c:v>39477</c:v>
                      </c:pt>
                      <c:pt idx="543">
                        <c:v>39478</c:v>
                      </c:pt>
                      <c:pt idx="544">
                        <c:v>39479</c:v>
                      </c:pt>
                      <c:pt idx="545">
                        <c:v>39482</c:v>
                      </c:pt>
                      <c:pt idx="546">
                        <c:v>39483</c:v>
                      </c:pt>
                      <c:pt idx="547">
                        <c:v>39484</c:v>
                      </c:pt>
                      <c:pt idx="548">
                        <c:v>39485</c:v>
                      </c:pt>
                      <c:pt idx="549">
                        <c:v>39486</c:v>
                      </c:pt>
                      <c:pt idx="550">
                        <c:v>39489</c:v>
                      </c:pt>
                      <c:pt idx="551">
                        <c:v>39490</c:v>
                      </c:pt>
                      <c:pt idx="552">
                        <c:v>39491</c:v>
                      </c:pt>
                      <c:pt idx="553">
                        <c:v>39492</c:v>
                      </c:pt>
                      <c:pt idx="554">
                        <c:v>39493</c:v>
                      </c:pt>
                      <c:pt idx="555">
                        <c:v>39496</c:v>
                      </c:pt>
                      <c:pt idx="556">
                        <c:v>39497</c:v>
                      </c:pt>
                      <c:pt idx="557">
                        <c:v>39498</c:v>
                      </c:pt>
                      <c:pt idx="558">
                        <c:v>39499</c:v>
                      </c:pt>
                      <c:pt idx="559">
                        <c:v>39500</c:v>
                      </c:pt>
                      <c:pt idx="560">
                        <c:v>39503</c:v>
                      </c:pt>
                      <c:pt idx="561">
                        <c:v>39504</c:v>
                      </c:pt>
                      <c:pt idx="562">
                        <c:v>39505</c:v>
                      </c:pt>
                      <c:pt idx="563">
                        <c:v>39506</c:v>
                      </c:pt>
                      <c:pt idx="564">
                        <c:v>39507</c:v>
                      </c:pt>
                      <c:pt idx="565">
                        <c:v>39510</c:v>
                      </c:pt>
                      <c:pt idx="566">
                        <c:v>39511</c:v>
                      </c:pt>
                      <c:pt idx="567">
                        <c:v>39512</c:v>
                      </c:pt>
                      <c:pt idx="568">
                        <c:v>39513</c:v>
                      </c:pt>
                      <c:pt idx="569">
                        <c:v>39514</c:v>
                      </c:pt>
                      <c:pt idx="570">
                        <c:v>39517</c:v>
                      </c:pt>
                      <c:pt idx="571">
                        <c:v>39518</c:v>
                      </c:pt>
                      <c:pt idx="572">
                        <c:v>39519</c:v>
                      </c:pt>
                      <c:pt idx="573">
                        <c:v>39520</c:v>
                      </c:pt>
                      <c:pt idx="574">
                        <c:v>39521</c:v>
                      </c:pt>
                      <c:pt idx="575">
                        <c:v>39524</c:v>
                      </c:pt>
                      <c:pt idx="576">
                        <c:v>39525</c:v>
                      </c:pt>
                      <c:pt idx="577">
                        <c:v>39526</c:v>
                      </c:pt>
                      <c:pt idx="578">
                        <c:v>39527</c:v>
                      </c:pt>
                      <c:pt idx="579">
                        <c:v>39528</c:v>
                      </c:pt>
                      <c:pt idx="580">
                        <c:v>39531</c:v>
                      </c:pt>
                      <c:pt idx="581">
                        <c:v>39532</c:v>
                      </c:pt>
                      <c:pt idx="582">
                        <c:v>39533</c:v>
                      </c:pt>
                      <c:pt idx="583">
                        <c:v>39534</c:v>
                      </c:pt>
                      <c:pt idx="584">
                        <c:v>39535</c:v>
                      </c:pt>
                      <c:pt idx="585">
                        <c:v>39538</c:v>
                      </c:pt>
                      <c:pt idx="586">
                        <c:v>39539</c:v>
                      </c:pt>
                      <c:pt idx="587">
                        <c:v>39540</c:v>
                      </c:pt>
                      <c:pt idx="588">
                        <c:v>39541</c:v>
                      </c:pt>
                      <c:pt idx="589">
                        <c:v>39542</c:v>
                      </c:pt>
                      <c:pt idx="590">
                        <c:v>39545</c:v>
                      </c:pt>
                      <c:pt idx="591">
                        <c:v>39546</c:v>
                      </c:pt>
                      <c:pt idx="592">
                        <c:v>39547</c:v>
                      </c:pt>
                      <c:pt idx="593">
                        <c:v>39548</c:v>
                      </c:pt>
                      <c:pt idx="594">
                        <c:v>39549</c:v>
                      </c:pt>
                      <c:pt idx="595">
                        <c:v>39552</c:v>
                      </c:pt>
                      <c:pt idx="596">
                        <c:v>39553</c:v>
                      </c:pt>
                      <c:pt idx="597">
                        <c:v>39554</c:v>
                      </c:pt>
                      <c:pt idx="598">
                        <c:v>39555</c:v>
                      </c:pt>
                      <c:pt idx="599">
                        <c:v>39556</c:v>
                      </c:pt>
                      <c:pt idx="600">
                        <c:v>39559</c:v>
                      </c:pt>
                      <c:pt idx="601">
                        <c:v>39560</c:v>
                      </c:pt>
                      <c:pt idx="602">
                        <c:v>39561</c:v>
                      </c:pt>
                      <c:pt idx="603">
                        <c:v>39562</c:v>
                      </c:pt>
                      <c:pt idx="604">
                        <c:v>39563</c:v>
                      </c:pt>
                      <c:pt idx="605">
                        <c:v>39566</c:v>
                      </c:pt>
                      <c:pt idx="606">
                        <c:v>39567</c:v>
                      </c:pt>
                      <c:pt idx="607">
                        <c:v>39568</c:v>
                      </c:pt>
                      <c:pt idx="608">
                        <c:v>39569</c:v>
                      </c:pt>
                      <c:pt idx="609">
                        <c:v>39570</c:v>
                      </c:pt>
                      <c:pt idx="610">
                        <c:v>39573</c:v>
                      </c:pt>
                      <c:pt idx="611">
                        <c:v>39574</c:v>
                      </c:pt>
                      <c:pt idx="612">
                        <c:v>39575</c:v>
                      </c:pt>
                      <c:pt idx="613">
                        <c:v>39576</c:v>
                      </c:pt>
                      <c:pt idx="614">
                        <c:v>39577</c:v>
                      </c:pt>
                      <c:pt idx="615">
                        <c:v>39580</c:v>
                      </c:pt>
                      <c:pt idx="616">
                        <c:v>39581</c:v>
                      </c:pt>
                      <c:pt idx="617">
                        <c:v>39582</c:v>
                      </c:pt>
                      <c:pt idx="618">
                        <c:v>39583</c:v>
                      </c:pt>
                      <c:pt idx="619">
                        <c:v>39584</c:v>
                      </c:pt>
                      <c:pt idx="620">
                        <c:v>39587</c:v>
                      </c:pt>
                      <c:pt idx="621">
                        <c:v>39588</c:v>
                      </c:pt>
                      <c:pt idx="622">
                        <c:v>39589</c:v>
                      </c:pt>
                      <c:pt idx="623">
                        <c:v>39590</c:v>
                      </c:pt>
                      <c:pt idx="624">
                        <c:v>39591</c:v>
                      </c:pt>
                      <c:pt idx="625">
                        <c:v>39594</c:v>
                      </c:pt>
                      <c:pt idx="626">
                        <c:v>39595</c:v>
                      </c:pt>
                      <c:pt idx="627">
                        <c:v>39596</c:v>
                      </c:pt>
                      <c:pt idx="628">
                        <c:v>39597</c:v>
                      </c:pt>
                      <c:pt idx="629">
                        <c:v>39598</c:v>
                      </c:pt>
                      <c:pt idx="630">
                        <c:v>39601</c:v>
                      </c:pt>
                      <c:pt idx="631">
                        <c:v>39602</c:v>
                      </c:pt>
                      <c:pt idx="632">
                        <c:v>39603</c:v>
                      </c:pt>
                      <c:pt idx="633">
                        <c:v>39604</c:v>
                      </c:pt>
                      <c:pt idx="634">
                        <c:v>39605</c:v>
                      </c:pt>
                      <c:pt idx="635">
                        <c:v>39608</c:v>
                      </c:pt>
                      <c:pt idx="636">
                        <c:v>39609</c:v>
                      </c:pt>
                      <c:pt idx="637">
                        <c:v>39610</c:v>
                      </c:pt>
                      <c:pt idx="638">
                        <c:v>39611</c:v>
                      </c:pt>
                      <c:pt idx="639">
                        <c:v>39612</c:v>
                      </c:pt>
                      <c:pt idx="640">
                        <c:v>39615</c:v>
                      </c:pt>
                      <c:pt idx="641">
                        <c:v>39616</c:v>
                      </c:pt>
                      <c:pt idx="642">
                        <c:v>39617</c:v>
                      </c:pt>
                      <c:pt idx="643">
                        <c:v>39618</c:v>
                      </c:pt>
                      <c:pt idx="644">
                        <c:v>39619</c:v>
                      </c:pt>
                      <c:pt idx="645">
                        <c:v>39622</c:v>
                      </c:pt>
                      <c:pt idx="646">
                        <c:v>39623</c:v>
                      </c:pt>
                      <c:pt idx="647">
                        <c:v>39624</c:v>
                      </c:pt>
                      <c:pt idx="648">
                        <c:v>39625</c:v>
                      </c:pt>
                      <c:pt idx="649">
                        <c:v>39626</c:v>
                      </c:pt>
                      <c:pt idx="650">
                        <c:v>39629</c:v>
                      </c:pt>
                      <c:pt idx="651">
                        <c:v>39630</c:v>
                      </c:pt>
                      <c:pt idx="652">
                        <c:v>39631</c:v>
                      </c:pt>
                      <c:pt idx="653">
                        <c:v>39632</c:v>
                      </c:pt>
                      <c:pt idx="654">
                        <c:v>39633</c:v>
                      </c:pt>
                      <c:pt idx="655">
                        <c:v>39636</c:v>
                      </c:pt>
                      <c:pt idx="656">
                        <c:v>39637</c:v>
                      </c:pt>
                      <c:pt idx="657">
                        <c:v>39638</c:v>
                      </c:pt>
                      <c:pt idx="658">
                        <c:v>39639</c:v>
                      </c:pt>
                      <c:pt idx="659">
                        <c:v>39640</c:v>
                      </c:pt>
                      <c:pt idx="660">
                        <c:v>39643</c:v>
                      </c:pt>
                      <c:pt idx="661">
                        <c:v>39644</c:v>
                      </c:pt>
                      <c:pt idx="662">
                        <c:v>39645</c:v>
                      </c:pt>
                      <c:pt idx="663">
                        <c:v>39646</c:v>
                      </c:pt>
                      <c:pt idx="664">
                        <c:v>39647</c:v>
                      </c:pt>
                      <c:pt idx="665">
                        <c:v>39650</c:v>
                      </c:pt>
                      <c:pt idx="666">
                        <c:v>39651</c:v>
                      </c:pt>
                      <c:pt idx="667">
                        <c:v>39652</c:v>
                      </c:pt>
                      <c:pt idx="668">
                        <c:v>39653</c:v>
                      </c:pt>
                      <c:pt idx="669">
                        <c:v>39654</c:v>
                      </c:pt>
                      <c:pt idx="670">
                        <c:v>39657</c:v>
                      </c:pt>
                      <c:pt idx="671">
                        <c:v>39658</c:v>
                      </c:pt>
                      <c:pt idx="672">
                        <c:v>39659</c:v>
                      </c:pt>
                      <c:pt idx="673">
                        <c:v>39660</c:v>
                      </c:pt>
                      <c:pt idx="674">
                        <c:v>39661</c:v>
                      </c:pt>
                      <c:pt idx="675">
                        <c:v>39664</c:v>
                      </c:pt>
                      <c:pt idx="676">
                        <c:v>39665</c:v>
                      </c:pt>
                      <c:pt idx="677">
                        <c:v>39666</c:v>
                      </c:pt>
                      <c:pt idx="678">
                        <c:v>39667</c:v>
                      </c:pt>
                      <c:pt idx="679">
                        <c:v>39668</c:v>
                      </c:pt>
                      <c:pt idx="680">
                        <c:v>39671</c:v>
                      </c:pt>
                      <c:pt idx="681">
                        <c:v>39672</c:v>
                      </c:pt>
                      <c:pt idx="682">
                        <c:v>39673</c:v>
                      </c:pt>
                      <c:pt idx="683">
                        <c:v>39674</c:v>
                      </c:pt>
                      <c:pt idx="684">
                        <c:v>39675</c:v>
                      </c:pt>
                      <c:pt idx="685">
                        <c:v>39678</c:v>
                      </c:pt>
                      <c:pt idx="686">
                        <c:v>39679</c:v>
                      </c:pt>
                      <c:pt idx="687">
                        <c:v>39680</c:v>
                      </c:pt>
                      <c:pt idx="688">
                        <c:v>39681</c:v>
                      </c:pt>
                      <c:pt idx="689">
                        <c:v>39682</c:v>
                      </c:pt>
                      <c:pt idx="690">
                        <c:v>39685</c:v>
                      </c:pt>
                      <c:pt idx="691">
                        <c:v>39686</c:v>
                      </c:pt>
                      <c:pt idx="692">
                        <c:v>39687</c:v>
                      </c:pt>
                      <c:pt idx="693">
                        <c:v>39688</c:v>
                      </c:pt>
                      <c:pt idx="694">
                        <c:v>39689</c:v>
                      </c:pt>
                      <c:pt idx="695">
                        <c:v>39692</c:v>
                      </c:pt>
                      <c:pt idx="696">
                        <c:v>39693</c:v>
                      </c:pt>
                      <c:pt idx="697">
                        <c:v>39694</c:v>
                      </c:pt>
                      <c:pt idx="698">
                        <c:v>39695</c:v>
                      </c:pt>
                      <c:pt idx="699">
                        <c:v>39696</c:v>
                      </c:pt>
                      <c:pt idx="700">
                        <c:v>39699</c:v>
                      </c:pt>
                      <c:pt idx="701">
                        <c:v>39700</c:v>
                      </c:pt>
                      <c:pt idx="702">
                        <c:v>39701</c:v>
                      </c:pt>
                      <c:pt idx="703">
                        <c:v>39702</c:v>
                      </c:pt>
                      <c:pt idx="704">
                        <c:v>39703</c:v>
                      </c:pt>
                      <c:pt idx="705">
                        <c:v>39706</c:v>
                      </c:pt>
                      <c:pt idx="706">
                        <c:v>39707</c:v>
                      </c:pt>
                      <c:pt idx="707">
                        <c:v>39708</c:v>
                      </c:pt>
                      <c:pt idx="708">
                        <c:v>39709</c:v>
                      </c:pt>
                      <c:pt idx="709">
                        <c:v>39710</c:v>
                      </c:pt>
                      <c:pt idx="710">
                        <c:v>39713</c:v>
                      </c:pt>
                      <c:pt idx="711">
                        <c:v>39714</c:v>
                      </c:pt>
                      <c:pt idx="712">
                        <c:v>39715</c:v>
                      </c:pt>
                      <c:pt idx="713">
                        <c:v>39716</c:v>
                      </c:pt>
                      <c:pt idx="714">
                        <c:v>39717</c:v>
                      </c:pt>
                      <c:pt idx="715">
                        <c:v>39720</c:v>
                      </c:pt>
                      <c:pt idx="716">
                        <c:v>39721</c:v>
                      </c:pt>
                      <c:pt idx="717">
                        <c:v>39722</c:v>
                      </c:pt>
                      <c:pt idx="718">
                        <c:v>39723</c:v>
                      </c:pt>
                      <c:pt idx="719">
                        <c:v>39724</c:v>
                      </c:pt>
                      <c:pt idx="720">
                        <c:v>39727</c:v>
                      </c:pt>
                      <c:pt idx="721">
                        <c:v>39728</c:v>
                      </c:pt>
                      <c:pt idx="722">
                        <c:v>39729</c:v>
                      </c:pt>
                      <c:pt idx="723">
                        <c:v>39730</c:v>
                      </c:pt>
                      <c:pt idx="724">
                        <c:v>39731</c:v>
                      </c:pt>
                      <c:pt idx="725">
                        <c:v>39734</c:v>
                      </c:pt>
                      <c:pt idx="726">
                        <c:v>39735</c:v>
                      </c:pt>
                      <c:pt idx="727">
                        <c:v>39736</c:v>
                      </c:pt>
                      <c:pt idx="728">
                        <c:v>39737</c:v>
                      </c:pt>
                      <c:pt idx="729">
                        <c:v>39738</c:v>
                      </c:pt>
                      <c:pt idx="730">
                        <c:v>39741</c:v>
                      </c:pt>
                      <c:pt idx="731">
                        <c:v>39742</c:v>
                      </c:pt>
                      <c:pt idx="732">
                        <c:v>39743</c:v>
                      </c:pt>
                      <c:pt idx="733">
                        <c:v>39744</c:v>
                      </c:pt>
                      <c:pt idx="734">
                        <c:v>39745</c:v>
                      </c:pt>
                      <c:pt idx="735">
                        <c:v>39748</c:v>
                      </c:pt>
                      <c:pt idx="736">
                        <c:v>39749</c:v>
                      </c:pt>
                      <c:pt idx="737">
                        <c:v>39750</c:v>
                      </c:pt>
                      <c:pt idx="738">
                        <c:v>39751</c:v>
                      </c:pt>
                      <c:pt idx="739">
                        <c:v>39752</c:v>
                      </c:pt>
                      <c:pt idx="740">
                        <c:v>39755</c:v>
                      </c:pt>
                      <c:pt idx="741">
                        <c:v>39756</c:v>
                      </c:pt>
                      <c:pt idx="742">
                        <c:v>39757</c:v>
                      </c:pt>
                      <c:pt idx="743">
                        <c:v>39758</c:v>
                      </c:pt>
                      <c:pt idx="744">
                        <c:v>39759</c:v>
                      </c:pt>
                      <c:pt idx="745">
                        <c:v>39762</c:v>
                      </c:pt>
                      <c:pt idx="746">
                        <c:v>39763</c:v>
                      </c:pt>
                      <c:pt idx="747">
                        <c:v>39764</c:v>
                      </c:pt>
                      <c:pt idx="748">
                        <c:v>39765</c:v>
                      </c:pt>
                      <c:pt idx="749">
                        <c:v>39766</c:v>
                      </c:pt>
                      <c:pt idx="750">
                        <c:v>39769</c:v>
                      </c:pt>
                      <c:pt idx="751">
                        <c:v>39770</c:v>
                      </c:pt>
                      <c:pt idx="752">
                        <c:v>39771</c:v>
                      </c:pt>
                      <c:pt idx="753">
                        <c:v>39772</c:v>
                      </c:pt>
                      <c:pt idx="754">
                        <c:v>39773</c:v>
                      </c:pt>
                      <c:pt idx="755">
                        <c:v>39776</c:v>
                      </c:pt>
                      <c:pt idx="756">
                        <c:v>39777</c:v>
                      </c:pt>
                      <c:pt idx="757">
                        <c:v>39778</c:v>
                      </c:pt>
                      <c:pt idx="758">
                        <c:v>39779</c:v>
                      </c:pt>
                      <c:pt idx="759">
                        <c:v>39780</c:v>
                      </c:pt>
                      <c:pt idx="760">
                        <c:v>39783</c:v>
                      </c:pt>
                      <c:pt idx="761">
                        <c:v>39784</c:v>
                      </c:pt>
                      <c:pt idx="762">
                        <c:v>39785</c:v>
                      </c:pt>
                      <c:pt idx="763">
                        <c:v>39786</c:v>
                      </c:pt>
                      <c:pt idx="764">
                        <c:v>39787</c:v>
                      </c:pt>
                      <c:pt idx="765">
                        <c:v>39790</c:v>
                      </c:pt>
                      <c:pt idx="766">
                        <c:v>39791</c:v>
                      </c:pt>
                      <c:pt idx="767">
                        <c:v>39792</c:v>
                      </c:pt>
                      <c:pt idx="768">
                        <c:v>39793</c:v>
                      </c:pt>
                      <c:pt idx="769">
                        <c:v>39794</c:v>
                      </c:pt>
                      <c:pt idx="770">
                        <c:v>39797</c:v>
                      </c:pt>
                      <c:pt idx="771">
                        <c:v>39798</c:v>
                      </c:pt>
                      <c:pt idx="772">
                        <c:v>39799</c:v>
                      </c:pt>
                      <c:pt idx="773">
                        <c:v>39800</c:v>
                      </c:pt>
                      <c:pt idx="774">
                        <c:v>39801</c:v>
                      </c:pt>
                      <c:pt idx="775">
                        <c:v>39804</c:v>
                      </c:pt>
                      <c:pt idx="776">
                        <c:v>39805</c:v>
                      </c:pt>
                      <c:pt idx="777">
                        <c:v>39806</c:v>
                      </c:pt>
                      <c:pt idx="778">
                        <c:v>39807</c:v>
                      </c:pt>
                      <c:pt idx="779">
                        <c:v>39808</c:v>
                      </c:pt>
                      <c:pt idx="780">
                        <c:v>39811</c:v>
                      </c:pt>
                      <c:pt idx="781">
                        <c:v>39812</c:v>
                      </c:pt>
                      <c:pt idx="782">
                        <c:v>39813</c:v>
                      </c:pt>
                      <c:pt idx="783">
                        <c:v>39814</c:v>
                      </c:pt>
                      <c:pt idx="784">
                        <c:v>39815</c:v>
                      </c:pt>
                      <c:pt idx="785">
                        <c:v>39818</c:v>
                      </c:pt>
                      <c:pt idx="786">
                        <c:v>39819</c:v>
                      </c:pt>
                      <c:pt idx="787">
                        <c:v>39820</c:v>
                      </c:pt>
                      <c:pt idx="788">
                        <c:v>39821</c:v>
                      </c:pt>
                      <c:pt idx="789">
                        <c:v>39822</c:v>
                      </c:pt>
                      <c:pt idx="790">
                        <c:v>39825</c:v>
                      </c:pt>
                      <c:pt idx="791">
                        <c:v>39826</c:v>
                      </c:pt>
                      <c:pt idx="792">
                        <c:v>39827</c:v>
                      </c:pt>
                      <c:pt idx="793">
                        <c:v>39828</c:v>
                      </c:pt>
                      <c:pt idx="794">
                        <c:v>39829</c:v>
                      </c:pt>
                      <c:pt idx="795">
                        <c:v>39832</c:v>
                      </c:pt>
                      <c:pt idx="796">
                        <c:v>39833</c:v>
                      </c:pt>
                      <c:pt idx="797">
                        <c:v>39834</c:v>
                      </c:pt>
                      <c:pt idx="798">
                        <c:v>39835</c:v>
                      </c:pt>
                      <c:pt idx="799">
                        <c:v>39836</c:v>
                      </c:pt>
                      <c:pt idx="800">
                        <c:v>39839</c:v>
                      </c:pt>
                      <c:pt idx="801">
                        <c:v>39840</c:v>
                      </c:pt>
                      <c:pt idx="802">
                        <c:v>39841</c:v>
                      </c:pt>
                      <c:pt idx="803">
                        <c:v>39842</c:v>
                      </c:pt>
                      <c:pt idx="804">
                        <c:v>39843</c:v>
                      </c:pt>
                      <c:pt idx="805">
                        <c:v>39846</c:v>
                      </c:pt>
                      <c:pt idx="806">
                        <c:v>39847</c:v>
                      </c:pt>
                      <c:pt idx="807">
                        <c:v>39848</c:v>
                      </c:pt>
                      <c:pt idx="808">
                        <c:v>39849</c:v>
                      </c:pt>
                      <c:pt idx="809">
                        <c:v>39850</c:v>
                      </c:pt>
                      <c:pt idx="810">
                        <c:v>39853</c:v>
                      </c:pt>
                      <c:pt idx="811">
                        <c:v>39854</c:v>
                      </c:pt>
                      <c:pt idx="812">
                        <c:v>39855</c:v>
                      </c:pt>
                      <c:pt idx="813">
                        <c:v>39856</c:v>
                      </c:pt>
                      <c:pt idx="814">
                        <c:v>39857</c:v>
                      </c:pt>
                      <c:pt idx="815">
                        <c:v>39860</c:v>
                      </c:pt>
                      <c:pt idx="816">
                        <c:v>39861</c:v>
                      </c:pt>
                      <c:pt idx="817">
                        <c:v>39862</c:v>
                      </c:pt>
                      <c:pt idx="818">
                        <c:v>39863</c:v>
                      </c:pt>
                      <c:pt idx="819">
                        <c:v>39864</c:v>
                      </c:pt>
                      <c:pt idx="820">
                        <c:v>39867</c:v>
                      </c:pt>
                      <c:pt idx="821">
                        <c:v>39868</c:v>
                      </c:pt>
                      <c:pt idx="822">
                        <c:v>39869</c:v>
                      </c:pt>
                      <c:pt idx="823">
                        <c:v>39870</c:v>
                      </c:pt>
                      <c:pt idx="824">
                        <c:v>39871</c:v>
                      </c:pt>
                      <c:pt idx="825">
                        <c:v>39874</c:v>
                      </c:pt>
                      <c:pt idx="826">
                        <c:v>39875</c:v>
                      </c:pt>
                      <c:pt idx="827">
                        <c:v>39876</c:v>
                      </c:pt>
                      <c:pt idx="828">
                        <c:v>39877</c:v>
                      </c:pt>
                      <c:pt idx="829">
                        <c:v>39878</c:v>
                      </c:pt>
                      <c:pt idx="830">
                        <c:v>39881</c:v>
                      </c:pt>
                      <c:pt idx="831">
                        <c:v>39882</c:v>
                      </c:pt>
                      <c:pt idx="832">
                        <c:v>39883</c:v>
                      </c:pt>
                      <c:pt idx="833">
                        <c:v>39884</c:v>
                      </c:pt>
                      <c:pt idx="834">
                        <c:v>39885</c:v>
                      </c:pt>
                      <c:pt idx="835">
                        <c:v>39888</c:v>
                      </c:pt>
                      <c:pt idx="836">
                        <c:v>39889</c:v>
                      </c:pt>
                      <c:pt idx="837">
                        <c:v>39890</c:v>
                      </c:pt>
                      <c:pt idx="838">
                        <c:v>39891</c:v>
                      </c:pt>
                      <c:pt idx="839">
                        <c:v>39892</c:v>
                      </c:pt>
                      <c:pt idx="840">
                        <c:v>39895</c:v>
                      </c:pt>
                      <c:pt idx="841">
                        <c:v>39896</c:v>
                      </c:pt>
                      <c:pt idx="842">
                        <c:v>39897</c:v>
                      </c:pt>
                      <c:pt idx="843">
                        <c:v>39898</c:v>
                      </c:pt>
                      <c:pt idx="844">
                        <c:v>39899</c:v>
                      </c:pt>
                      <c:pt idx="845">
                        <c:v>39902</c:v>
                      </c:pt>
                      <c:pt idx="846">
                        <c:v>39903</c:v>
                      </c:pt>
                      <c:pt idx="847">
                        <c:v>39904</c:v>
                      </c:pt>
                      <c:pt idx="848">
                        <c:v>39905</c:v>
                      </c:pt>
                      <c:pt idx="849">
                        <c:v>39906</c:v>
                      </c:pt>
                      <c:pt idx="850">
                        <c:v>39909</c:v>
                      </c:pt>
                      <c:pt idx="851">
                        <c:v>39910</c:v>
                      </c:pt>
                      <c:pt idx="852">
                        <c:v>39911</c:v>
                      </c:pt>
                      <c:pt idx="853">
                        <c:v>39912</c:v>
                      </c:pt>
                      <c:pt idx="854">
                        <c:v>39913</c:v>
                      </c:pt>
                      <c:pt idx="855">
                        <c:v>39916</c:v>
                      </c:pt>
                      <c:pt idx="856">
                        <c:v>39917</c:v>
                      </c:pt>
                      <c:pt idx="857">
                        <c:v>39918</c:v>
                      </c:pt>
                      <c:pt idx="858">
                        <c:v>39919</c:v>
                      </c:pt>
                      <c:pt idx="859">
                        <c:v>39920</c:v>
                      </c:pt>
                      <c:pt idx="860">
                        <c:v>39923</c:v>
                      </c:pt>
                      <c:pt idx="861">
                        <c:v>39924</c:v>
                      </c:pt>
                      <c:pt idx="862">
                        <c:v>39925</c:v>
                      </c:pt>
                      <c:pt idx="863">
                        <c:v>39926</c:v>
                      </c:pt>
                      <c:pt idx="864">
                        <c:v>39927</c:v>
                      </c:pt>
                      <c:pt idx="865">
                        <c:v>39930</c:v>
                      </c:pt>
                      <c:pt idx="866">
                        <c:v>39931</c:v>
                      </c:pt>
                      <c:pt idx="867">
                        <c:v>39932</c:v>
                      </c:pt>
                      <c:pt idx="868">
                        <c:v>39933</c:v>
                      </c:pt>
                      <c:pt idx="869">
                        <c:v>39934</c:v>
                      </c:pt>
                      <c:pt idx="870">
                        <c:v>39937</c:v>
                      </c:pt>
                      <c:pt idx="871">
                        <c:v>39938</c:v>
                      </c:pt>
                      <c:pt idx="872">
                        <c:v>39939</c:v>
                      </c:pt>
                      <c:pt idx="873">
                        <c:v>39940</c:v>
                      </c:pt>
                      <c:pt idx="874">
                        <c:v>39941</c:v>
                      </c:pt>
                      <c:pt idx="875">
                        <c:v>39944</c:v>
                      </c:pt>
                      <c:pt idx="876">
                        <c:v>39945</c:v>
                      </c:pt>
                      <c:pt idx="877">
                        <c:v>39946</c:v>
                      </c:pt>
                      <c:pt idx="878">
                        <c:v>39947</c:v>
                      </c:pt>
                      <c:pt idx="879">
                        <c:v>39948</c:v>
                      </c:pt>
                      <c:pt idx="880">
                        <c:v>39951</c:v>
                      </c:pt>
                      <c:pt idx="881">
                        <c:v>39952</c:v>
                      </c:pt>
                      <c:pt idx="882">
                        <c:v>39953</c:v>
                      </c:pt>
                      <c:pt idx="883">
                        <c:v>39954</c:v>
                      </c:pt>
                      <c:pt idx="884">
                        <c:v>39955</c:v>
                      </c:pt>
                      <c:pt idx="885">
                        <c:v>39958</c:v>
                      </c:pt>
                      <c:pt idx="886">
                        <c:v>39959</c:v>
                      </c:pt>
                      <c:pt idx="887">
                        <c:v>39960</c:v>
                      </c:pt>
                      <c:pt idx="888">
                        <c:v>39961</c:v>
                      </c:pt>
                      <c:pt idx="889">
                        <c:v>39962</c:v>
                      </c:pt>
                      <c:pt idx="890">
                        <c:v>39965</c:v>
                      </c:pt>
                      <c:pt idx="891">
                        <c:v>39966</c:v>
                      </c:pt>
                      <c:pt idx="892">
                        <c:v>39967</c:v>
                      </c:pt>
                      <c:pt idx="893">
                        <c:v>39968</c:v>
                      </c:pt>
                      <c:pt idx="894">
                        <c:v>39969</c:v>
                      </c:pt>
                      <c:pt idx="895">
                        <c:v>39972</c:v>
                      </c:pt>
                      <c:pt idx="896">
                        <c:v>39973</c:v>
                      </c:pt>
                      <c:pt idx="897">
                        <c:v>39974</c:v>
                      </c:pt>
                      <c:pt idx="898">
                        <c:v>39975</c:v>
                      </c:pt>
                      <c:pt idx="899">
                        <c:v>39976</c:v>
                      </c:pt>
                      <c:pt idx="900">
                        <c:v>39979</c:v>
                      </c:pt>
                      <c:pt idx="901">
                        <c:v>39980</c:v>
                      </c:pt>
                      <c:pt idx="902">
                        <c:v>39981</c:v>
                      </c:pt>
                      <c:pt idx="903">
                        <c:v>39982</c:v>
                      </c:pt>
                      <c:pt idx="904">
                        <c:v>39983</c:v>
                      </c:pt>
                      <c:pt idx="905">
                        <c:v>39986</c:v>
                      </c:pt>
                      <c:pt idx="906">
                        <c:v>39987</c:v>
                      </c:pt>
                      <c:pt idx="907">
                        <c:v>39988</c:v>
                      </c:pt>
                      <c:pt idx="908">
                        <c:v>39989</c:v>
                      </c:pt>
                      <c:pt idx="909">
                        <c:v>39990</c:v>
                      </c:pt>
                      <c:pt idx="910">
                        <c:v>39993</c:v>
                      </c:pt>
                      <c:pt idx="911">
                        <c:v>39994</c:v>
                      </c:pt>
                      <c:pt idx="912">
                        <c:v>39995</c:v>
                      </c:pt>
                      <c:pt idx="913">
                        <c:v>39996</c:v>
                      </c:pt>
                      <c:pt idx="914">
                        <c:v>39997</c:v>
                      </c:pt>
                      <c:pt idx="915">
                        <c:v>40000</c:v>
                      </c:pt>
                      <c:pt idx="916">
                        <c:v>40001</c:v>
                      </c:pt>
                      <c:pt idx="917">
                        <c:v>40002</c:v>
                      </c:pt>
                      <c:pt idx="918">
                        <c:v>40003</c:v>
                      </c:pt>
                      <c:pt idx="919">
                        <c:v>40004</c:v>
                      </c:pt>
                      <c:pt idx="920">
                        <c:v>40007</c:v>
                      </c:pt>
                      <c:pt idx="921">
                        <c:v>40008</c:v>
                      </c:pt>
                      <c:pt idx="922">
                        <c:v>40009</c:v>
                      </c:pt>
                      <c:pt idx="923">
                        <c:v>40010</c:v>
                      </c:pt>
                      <c:pt idx="924">
                        <c:v>40011</c:v>
                      </c:pt>
                      <c:pt idx="925">
                        <c:v>40014</c:v>
                      </c:pt>
                      <c:pt idx="926">
                        <c:v>40015</c:v>
                      </c:pt>
                      <c:pt idx="927">
                        <c:v>40016</c:v>
                      </c:pt>
                      <c:pt idx="928">
                        <c:v>40017</c:v>
                      </c:pt>
                      <c:pt idx="929">
                        <c:v>40018</c:v>
                      </c:pt>
                      <c:pt idx="930">
                        <c:v>40021</c:v>
                      </c:pt>
                      <c:pt idx="931">
                        <c:v>40022</c:v>
                      </c:pt>
                      <c:pt idx="932">
                        <c:v>40023</c:v>
                      </c:pt>
                      <c:pt idx="933">
                        <c:v>40024</c:v>
                      </c:pt>
                      <c:pt idx="934">
                        <c:v>40025</c:v>
                      </c:pt>
                      <c:pt idx="935">
                        <c:v>40028</c:v>
                      </c:pt>
                      <c:pt idx="936">
                        <c:v>40029</c:v>
                      </c:pt>
                      <c:pt idx="937">
                        <c:v>40030</c:v>
                      </c:pt>
                      <c:pt idx="938">
                        <c:v>40031</c:v>
                      </c:pt>
                      <c:pt idx="939">
                        <c:v>40032</c:v>
                      </c:pt>
                      <c:pt idx="940">
                        <c:v>40035</c:v>
                      </c:pt>
                      <c:pt idx="941">
                        <c:v>40036</c:v>
                      </c:pt>
                      <c:pt idx="942">
                        <c:v>40037</c:v>
                      </c:pt>
                      <c:pt idx="943">
                        <c:v>40038</c:v>
                      </c:pt>
                      <c:pt idx="944">
                        <c:v>40039</c:v>
                      </c:pt>
                      <c:pt idx="945">
                        <c:v>40042</c:v>
                      </c:pt>
                      <c:pt idx="946">
                        <c:v>40043</c:v>
                      </c:pt>
                      <c:pt idx="947">
                        <c:v>40044</c:v>
                      </c:pt>
                      <c:pt idx="948">
                        <c:v>40045</c:v>
                      </c:pt>
                      <c:pt idx="949">
                        <c:v>40046</c:v>
                      </c:pt>
                      <c:pt idx="950">
                        <c:v>40049</c:v>
                      </c:pt>
                      <c:pt idx="951">
                        <c:v>40050</c:v>
                      </c:pt>
                      <c:pt idx="952">
                        <c:v>40051</c:v>
                      </c:pt>
                      <c:pt idx="953">
                        <c:v>40052</c:v>
                      </c:pt>
                      <c:pt idx="954">
                        <c:v>40053</c:v>
                      </c:pt>
                      <c:pt idx="955">
                        <c:v>40056</c:v>
                      </c:pt>
                      <c:pt idx="956">
                        <c:v>40057</c:v>
                      </c:pt>
                      <c:pt idx="957">
                        <c:v>40058</c:v>
                      </c:pt>
                      <c:pt idx="958">
                        <c:v>40059</c:v>
                      </c:pt>
                      <c:pt idx="959">
                        <c:v>40060</c:v>
                      </c:pt>
                      <c:pt idx="960">
                        <c:v>40063</c:v>
                      </c:pt>
                      <c:pt idx="961">
                        <c:v>40064</c:v>
                      </c:pt>
                      <c:pt idx="962">
                        <c:v>40065</c:v>
                      </c:pt>
                      <c:pt idx="963">
                        <c:v>40066</c:v>
                      </c:pt>
                      <c:pt idx="964">
                        <c:v>40067</c:v>
                      </c:pt>
                      <c:pt idx="965">
                        <c:v>40070</c:v>
                      </c:pt>
                      <c:pt idx="966">
                        <c:v>40071</c:v>
                      </c:pt>
                      <c:pt idx="967">
                        <c:v>40072</c:v>
                      </c:pt>
                      <c:pt idx="968">
                        <c:v>40073</c:v>
                      </c:pt>
                      <c:pt idx="969">
                        <c:v>40074</c:v>
                      </c:pt>
                      <c:pt idx="970">
                        <c:v>40077</c:v>
                      </c:pt>
                      <c:pt idx="971">
                        <c:v>40078</c:v>
                      </c:pt>
                      <c:pt idx="972">
                        <c:v>40079</c:v>
                      </c:pt>
                      <c:pt idx="973">
                        <c:v>40080</c:v>
                      </c:pt>
                      <c:pt idx="974">
                        <c:v>40081</c:v>
                      </c:pt>
                      <c:pt idx="975">
                        <c:v>40084</c:v>
                      </c:pt>
                      <c:pt idx="976">
                        <c:v>40085</c:v>
                      </c:pt>
                      <c:pt idx="977">
                        <c:v>40086</c:v>
                      </c:pt>
                      <c:pt idx="978">
                        <c:v>40087</c:v>
                      </c:pt>
                      <c:pt idx="979">
                        <c:v>40088</c:v>
                      </c:pt>
                      <c:pt idx="980">
                        <c:v>40091</c:v>
                      </c:pt>
                      <c:pt idx="981">
                        <c:v>40092</c:v>
                      </c:pt>
                      <c:pt idx="982">
                        <c:v>40093</c:v>
                      </c:pt>
                      <c:pt idx="983">
                        <c:v>40094</c:v>
                      </c:pt>
                      <c:pt idx="984">
                        <c:v>40095</c:v>
                      </c:pt>
                      <c:pt idx="985">
                        <c:v>40098</c:v>
                      </c:pt>
                      <c:pt idx="986">
                        <c:v>40099</c:v>
                      </c:pt>
                      <c:pt idx="987">
                        <c:v>40100</c:v>
                      </c:pt>
                      <c:pt idx="988">
                        <c:v>40101</c:v>
                      </c:pt>
                      <c:pt idx="989">
                        <c:v>40102</c:v>
                      </c:pt>
                      <c:pt idx="990">
                        <c:v>40105</c:v>
                      </c:pt>
                      <c:pt idx="991">
                        <c:v>40106</c:v>
                      </c:pt>
                      <c:pt idx="992">
                        <c:v>40107</c:v>
                      </c:pt>
                      <c:pt idx="993">
                        <c:v>40108</c:v>
                      </c:pt>
                      <c:pt idx="994">
                        <c:v>40109</c:v>
                      </c:pt>
                      <c:pt idx="995">
                        <c:v>40112</c:v>
                      </c:pt>
                      <c:pt idx="996">
                        <c:v>40113</c:v>
                      </c:pt>
                      <c:pt idx="997">
                        <c:v>40114</c:v>
                      </c:pt>
                      <c:pt idx="998">
                        <c:v>40115</c:v>
                      </c:pt>
                      <c:pt idx="999">
                        <c:v>40116</c:v>
                      </c:pt>
                      <c:pt idx="1000">
                        <c:v>40119</c:v>
                      </c:pt>
                      <c:pt idx="1001">
                        <c:v>40120</c:v>
                      </c:pt>
                      <c:pt idx="1002">
                        <c:v>40121</c:v>
                      </c:pt>
                      <c:pt idx="1003">
                        <c:v>40122</c:v>
                      </c:pt>
                      <c:pt idx="1004">
                        <c:v>40123</c:v>
                      </c:pt>
                      <c:pt idx="1005">
                        <c:v>40126</c:v>
                      </c:pt>
                      <c:pt idx="1006">
                        <c:v>40127</c:v>
                      </c:pt>
                      <c:pt idx="1007">
                        <c:v>40128</c:v>
                      </c:pt>
                      <c:pt idx="1008">
                        <c:v>40129</c:v>
                      </c:pt>
                      <c:pt idx="1009">
                        <c:v>40130</c:v>
                      </c:pt>
                      <c:pt idx="1010">
                        <c:v>40133</c:v>
                      </c:pt>
                      <c:pt idx="1011">
                        <c:v>40134</c:v>
                      </c:pt>
                      <c:pt idx="1012">
                        <c:v>40135</c:v>
                      </c:pt>
                      <c:pt idx="1013">
                        <c:v>40136</c:v>
                      </c:pt>
                      <c:pt idx="1014">
                        <c:v>40137</c:v>
                      </c:pt>
                      <c:pt idx="1015">
                        <c:v>40140</c:v>
                      </c:pt>
                      <c:pt idx="1016">
                        <c:v>40141</c:v>
                      </c:pt>
                      <c:pt idx="1017">
                        <c:v>40142</c:v>
                      </c:pt>
                      <c:pt idx="1018">
                        <c:v>40143</c:v>
                      </c:pt>
                      <c:pt idx="1019">
                        <c:v>40144</c:v>
                      </c:pt>
                      <c:pt idx="1020">
                        <c:v>40147</c:v>
                      </c:pt>
                      <c:pt idx="1021">
                        <c:v>40148</c:v>
                      </c:pt>
                      <c:pt idx="1022">
                        <c:v>40149</c:v>
                      </c:pt>
                      <c:pt idx="1023">
                        <c:v>40150</c:v>
                      </c:pt>
                      <c:pt idx="1024">
                        <c:v>40151</c:v>
                      </c:pt>
                      <c:pt idx="1025">
                        <c:v>40154</c:v>
                      </c:pt>
                      <c:pt idx="1026">
                        <c:v>40155</c:v>
                      </c:pt>
                      <c:pt idx="1027">
                        <c:v>40156</c:v>
                      </c:pt>
                      <c:pt idx="1028">
                        <c:v>40157</c:v>
                      </c:pt>
                      <c:pt idx="1029">
                        <c:v>40158</c:v>
                      </c:pt>
                      <c:pt idx="1030">
                        <c:v>40161</c:v>
                      </c:pt>
                      <c:pt idx="1031">
                        <c:v>40162</c:v>
                      </c:pt>
                      <c:pt idx="1032">
                        <c:v>40163</c:v>
                      </c:pt>
                      <c:pt idx="1033">
                        <c:v>40164</c:v>
                      </c:pt>
                      <c:pt idx="1034">
                        <c:v>40165</c:v>
                      </c:pt>
                      <c:pt idx="1035">
                        <c:v>40168</c:v>
                      </c:pt>
                      <c:pt idx="1036">
                        <c:v>40169</c:v>
                      </c:pt>
                      <c:pt idx="1037">
                        <c:v>40170</c:v>
                      </c:pt>
                      <c:pt idx="1038">
                        <c:v>40171</c:v>
                      </c:pt>
                      <c:pt idx="1039">
                        <c:v>40172</c:v>
                      </c:pt>
                      <c:pt idx="1040">
                        <c:v>40175</c:v>
                      </c:pt>
                      <c:pt idx="1041">
                        <c:v>40176</c:v>
                      </c:pt>
                      <c:pt idx="1042">
                        <c:v>40177</c:v>
                      </c:pt>
                      <c:pt idx="1043">
                        <c:v>40178</c:v>
                      </c:pt>
                      <c:pt idx="1044">
                        <c:v>40179</c:v>
                      </c:pt>
                      <c:pt idx="1045">
                        <c:v>40182</c:v>
                      </c:pt>
                      <c:pt idx="1046">
                        <c:v>40183</c:v>
                      </c:pt>
                      <c:pt idx="1047">
                        <c:v>40184</c:v>
                      </c:pt>
                      <c:pt idx="1048">
                        <c:v>40185</c:v>
                      </c:pt>
                      <c:pt idx="1049">
                        <c:v>40186</c:v>
                      </c:pt>
                      <c:pt idx="1050">
                        <c:v>40189</c:v>
                      </c:pt>
                      <c:pt idx="1051">
                        <c:v>40190</c:v>
                      </c:pt>
                      <c:pt idx="1052">
                        <c:v>40191</c:v>
                      </c:pt>
                      <c:pt idx="1053">
                        <c:v>40192</c:v>
                      </c:pt>
                      <c:pt idx="1054">
                        <c:v>40193</c:v>
                      </c:pt>
                      <c:pt idx="1055">
                        <c:v>40196</c:v>
                      </c:pt>
                      <c:pt idx="1056">
                        <c:v>40197</c:v>
                      </c:pt>
                      <c:pt idx="1057">
                        <c:v>40198</c:v>
                      </c:pt>
                      <c:pt idx="1058">
                        <c:v>40199</c:v>
                      </c:pt>
                      <c:pt idx="1059">
                        <c:v>40200</c:v>
                      </c:pt>
                      <c:pt idx="1060">
                        <c:v>40203</c:v>
                      </c:pt>
                      <c:pt idx="1061">
                        <c:v>40204</c:v>
                      </c:pt>
                      <c:pt idx="1062">
                        <c:v>40205</c:v>
                      </c:pt>
                      <c:pt idx="1063">
                        <c:v>40206</c:v>
                      </c:pt>
                      <c:pt idx="1064">
                        <c:v>40207</c:v>
                      </c:pt>
                      <c:pt idx="1065">
                        <c:v>40210</c:v>
                      </c:pt>
                      <c:pt idx="1066">
                        <c:v>40211</c:v>
                      </c:pt>
                      <c:pt idx="1067">
                        <c:v>40212</c:v>
                      </c:pt>
                      <c:pt idx="1068">
                        <c:v>40213</c:v>
                      </c:pt>
                      <c:pt idx="1069">
                        <c:v>40214</c:v>
                      </c:pt>
                      <c:pt idx="1070">
                        <c:v>40217</c:v>
                      </c:pt>
                      <c:pt idx="1071">
                        <c:v>40218</c:v>
                      </c:pt>
                      <c:pt idx="1072">
                        <c:v>40219</c:v>
                      </c:pt>
                      <c:pt idx="1073">
                        <c:v>40220</c:v>
                      </c:pt>
                      <c:pt idx="1074">
                        <c:v>40221</c:v>
                      </c:pt>
                      <c:pt idx="1075">
                        <c:v>40224</c:v>
                      </c:pt>
                      <c:pt idx="1076">
                        <c:v>40225</c:v>
                      </c:pt>
                      <c:pt idx="1077">
                        <c:v>40226</c:v>
                      </c:pt>
                      <c:pt idx="1078">
                        <c:v>40227</c:v>
                      </c:pt>
                      <c:pt idx="1079">
                        <c:v>40228</c:v>
                      </c:pt>
                      <c:pt idx="1080">
                        <c:v>40231</c:v>
                      </c:pt>
                      <c:pt idx="1081">
                        <c:v>40232</c:v>
                      </c:pt>
                      <c:pt idx="1082">
                        <c:v>40233</c:v>
                      </c:pt>
                      <c:pt idx="1083">
                        <c:v>40234</c:v>
                      </c:pt>
                      <c:pt idx="1084">
                        <c:v>40235</c:v>
                      </c:pt>
                      <c:pt idx="1085">
                        <c:v>40238</c:v>
                      </c:pt>
                      <c:pt idx="1086">
                        <c:v>40239</c:v>
                      </c:pt>
                      <c:pt idx="1087">
                        <c:v>40240</c:v>
                      </c:pt>
                      <c:pt idx="1088">
                        <c:v>40241</c:v>
                      </c:pt>
                      <c:pt idx="1089">
                        <c:v>40242</c:v>
                      </c:pt>
                      <c:pt idx="1090">
                        <c:v>40245</c:v>
                      </c:pt>
                      <c:pt idx="1091">
                        <c:v>40246</c:v>
                      </c:pt>
                      <c:pt idx="1092">
                        <c:v>40247</c:v>
                      </c:pt>
                      <c:pt idx="1093">
                        <c:v>40248</c:v>
                      </c:pt>
                      <c:pt idx="1094">
                        <c:v>40249</c:v>
                      </c:pt>
                      <c:pt idx="1095">
                        <c:v>40252</c:v>
                      </c:pt>
                      <c:pt idx="1096">
                        <c:v>40253</c:v>
                      </c:pt>
                      <c:pt idx="1097">
                        <c:v>40254</c:v>
                      </c:pt>
                      <c:pt idx="1098">
                        <c:v>40255</c:v>
                      </c:pt>
                      <c:pt idx="1099">
                        <c:v>40256</c:v>
                      </c:pt>
                      <c:pt idx="1100">
                        <c:v>40259</c:v>
                      </c:pt>
                      <c:pt idx="1101">
                        <c:v>40260</c:v>
                      </c:pt>
                      <c:pt idx="1102">
                        <c:v>40261</c:v>
                      </c:pt>
                      <c:pt idx="1103">
                        <c:v>40262</c:v>
                      </c:pt>
                      <c:pt idx="1104">
                        <c:v>40263</c:v>
                      </c:pt>
                      <c:pt idx="1105">
                        <c:v>40266</c:v>
                      </c:pt>
                      <c:pt idx="1106">
                        <c:v>40267</c:v>
                      </c:pt>
                      <c:pt idx="1107">
                        <c:v>40268</c:v>
                      </c:pt>
                      <c:pt idx="1108">
                        <c:v>40269</c:v>
                      </c:pt>
                      <c:pt idx="1109">
                        <c:v>40270</c:v>
                      </c:pt>
                      <c:pt idx="1110">
                        <c:v>40273</c:v>
                      </c:pt>
                      <c:pt idx="1111">
                        <c:v>40274</c:v>
                      </c:pt>
                      <c:pt idx="1112">
                        <c:v>40275</c:v>
                      </c:pt>
                      <c:pt idx="1113">
                        <c:v>40276</c:v>
                      </c:pt>
                      <c:pt idx="1114">
                        <c:v>40277</c:v>
                      </c:pt>
                      <c:pt idx="1115">
                        <c:v>40280</c:v>
                      </c:pt>
                      <c:pt idx="1116">
                        <c:v>40281</c:v>
                      </c:pt>
                      <c:pt idx="1117">
                        <c:v>40282</c:v>
                      </c:pt>
                      <c:pt idx="1118">
                        <c:v>40283</c:v>
                      </c:pt>
                      <c:pt idx="1119">
                        <c:v>40284</c:v>
                      </c:pt>
                      <c:pt idx="1120">
                        <c:v>40287</c:v>
                      </c:pt>
                      <c:pt idx="1121">
                        <c:v>40288</c:v>
                      </c:pt>
                      <c:pt idx="1122">
                        <c:v>40289</c:v>
                      </c:pt>
                      <c:pt idx="1123">
                        <c:v>40290</c:v>
                      </c:pt>
                      <c:pt idx="1124">
                        <c:v>40291</c:v>
                      </c:pt>
                      <c:pt idx="1125">
                        <c:v>40294</c:v>
                      </c:pt>
                      <c:pt idx="1126">
                        <c:v>40295</c:v>
                      </c:pt>
                      <c:pt idx="1127">
                        <c:v>40296</c:v>
                      </c:pt>
                      <c:pt idx="1128">
                        <c:v>40297</c:v>
                      </c:pt>
                      <c:pt idx="1129">
                        <c:v>40298</c:v>
                      </c:pt>
                      <c:pt idx="1130">
                        <c:v>40301</c:v>
                      </c:pt>
                      <c:pt idx="1131">
                        <c:v>40302</c:v>
                      </c:pt>
                      <c:pt idx="1132">
                        <c:v>40303</c:v>
                      </c:pt>
                      <c:pt idx="1133">
                        <c:v>40304</c:v>
                      </c:pt>
                      <c:pt idx="1134">
                        <c:v>40305</c:v>
                      </c:pt>
                      <c:pt idx="1135">
                        <c:v>40308</c:v>
                      </c:pt>
                      <c:pt idx="1136">
                        <c:v>40309</c:v>
                      </c:pt>
                      <c:pt idx="1137">
                        <c:v>40310</c:v>
                      </c:pt>
                      <c:pt idx="1138">
                        <c:v>40311</c:v>
                      </c:pt>
                      <c:pt idx="1139">
                        <c:v>40312</c:v>
                      </c:pt>
                      <c:pt idx="1140">
                        <c:v>40315</c:v>
                      </c:pt>
                      <c:pt idx="1141">
                        <c:v>40316</c:v>
                      </c:pt>
                      <c:pt idx="1142">
                        <c:v>40317</c:v>
                      </c:pt>
                      <c:pt idx="1143">
                        <c:v>40318</c:v>
                      </c:pt>
                      <c:pt idx="1144">
                        <c:v>40319</c:v>
                      </c:pt>
                      <c:pt idx="1145">
                        <c:v>40322</c:v>
                      </c:pt>
                      <c:pt idx="1146">
                        <c:v>40323</c:v>
                      </c:pt>
                      <c:pt idx="1147">
                        <c:v>40324</c:v>
                      </c:pt>
                      <c:pt idx="1148">
                        <c:v>40325</c:v>
                      </c:pt>
                      <c:pt idx="1149">
                        <c:v>40326</c:v>
                      </c:pt>
                      <c:pt idx="1150">
                        <c:v>40329</c:v>
                      </c:pt>
                      <c:pt idx="1151">
                        <c:v>40330</c:v>
                      </c:pt>
                      <c:pt idx="1152">
                        <c:v>40331</c:v>
                      </c:pt>
                      <c:pt idx="1153">
                        <c:v>40332</c:v>
                      </c:pt>
                      <c:pt idx="1154">
                        <c:v>40333</c:v>
                      </c:pt>
                      <c:pt idx="1155">
                        <c:v>40336</c:v>
                      </c:pt>
                      <c:pt idx="1156">
                        <c:v>40337</c:v>
                      </c:pt>
                      <c:pt idx="1157">
                        <c:v>40338</c:v>
                      </c:pt>
                      <c:pt idx="1158">
                        <c:v>40339</c:v>
                      </c:pt>
                      <c:pt idx="1159">
                        <c:v>40340</c:v>
                      </c:pt>
                      <c:pt idx="1160">
                        <c:v>40343</c:v>
                      </c:pt>
                      <c:pt idx="1161">
                        <c:v>40344</c:v>
                      </c:pt>
                      <c:pt idx="1162">
                        <c:v>40345</c:v>
                      </c:pt>
                      <c:pt idx="1163">
                        <c:v>40346</c:v>
                      </c:pt>
                      <c:pt idx="1164">
                        <c:v>40347</c:v>
                      </c:pt>
                      <c:pt idx="1165">
                        <c:v>40350</c:v>
                      </c:pt>
                      <c:pt idx="1166">
                        <c:v>40351</c:v>
                      </c:pt>
                      <c:pt idx="1167">
                        <c:v>40352</c:v>
                      </c:pt>
                      <c:pt idx="1168">
                        <c:v>40353</c:v>
                      </c:pt>
                      <c:pt idx="1169">
                        <c:v>40354</c:v>
                      </c:pt>
                      <c:pt idx="1170">
                        <c:v>40357</c:v>
                      </c:pt>
                      <c:pt idx="1171">
                        <c:v>40358</c:v>
                      </c:pt>
                      <c:pt idx="1172">
                        <c:v>40359</c:v>
                      </c:pt>
                      <c:pt idx="1173">
                        <c:v>40360</c:v>
                      </c:pt>
                      <c:pt idx="1174">
                        <c:v>40361</c:v>
                      </c:pt>
                      <c:pt idx="1175">
                        <c:v>40364</c:v>
                      </c:pt>
                      <c:pt idx="1176">
                        <c:v>40365</c:v>
                      </c:pt>
                      <c:pt idx="1177">
                        <c:v>40366</c:v>
                      </c:pt>
                      <c:pt idx="1178">
                        <c:v>40367</c:v>
                      </c:pt>
                      <c:pt idx="1179">
                        <c:v>40368</c:v>
                      </c:pt>
                      <c:pt idx="1180">
                        <c:v>40371</c:v>
                      </c:pt>
                      <c:pt idx="1181">
                        <c:v>40372</c:v>
                      </c:pt>
                      <c:pt idx="1182">
                        <c:v>40373</c:v>
                      </c:pt>
                      <c:pt idx="1183">
                        <c:v>40374</c:v>
                      </c:pt>
                      <c:pt idx="1184">
                        <c:v>40375</c:v>
                      </c:pt>
                      <c:pt idx="1185">
                        <c:v>40378</c:v>
                      </c:pt>
                      <c:pt idx="1186">
                        <c:v>40379</c:v>
                      </c:pt>
                      <c:pt idx="1187">
                        <c:v>40380</c:v>
                      </c:pt>
                      <c:pt idx="1188">
                        <c:v>40381</c:v>
                      </c:pt>
                      <c:pt idx="1189">
                        <c:v>40382</c:v>
                      </c:pt>
                      <c:pt idx="1190">
                        <c:v>40385</c:v>
                      </c:pt>
                      <c:pt idx="1191">
                        <c:v>40386</c:v>
                      </c:pt>
                      <c:pt idx="1192">
                        <c:v>40387</c:v>
                      </c:pt>
                      <c:pt idx="1193">
                        <c:v>40388</c:v>
                      </c:pt>
                      <c:pt idx="1194">
                        <c:v>40389</c:v>
                      </c:pt>
                      <c:pt idx="1195">
                        <c:v>40392</c:v>
                      </c:pt>
                      <c:pt idx="1196">
                        <c:v>40393</c:v>
                      </c:pt>
                      <c:pt idx="1197">
                        <c:v>40394</c:v>
                      </c:pt>
                      <c:pt idx="1198">
                        <c:v>40395</c:v>
                      </c:pt>
                      <c:pt idx="1199">
                        <c:v>40396</c:v>
                      </c:pt>
                      <c:pt idx="1200">
                        <c:v>40399</c:v>
                      </c:pt>
                      <c:pt idx="1201">
                        <c:v>40400</c:v>
                      </c:pt>
                      <c:pt idx="1202">
                        <c:v>40401</c:v>
                      </c:pt>
                      <c:pt idx="1203">
                        <c:v>40402</c:v>
                      </c:pt>
                      <c:pt idx="1204">
                        <c:v>40403</c:v>
                      </c:pt>
                      <c:pt idx="1205">
                        <c:v>40406</c:v>
                      </c:pt>
                      <c:pt idx="1206">
                        <c:v>40407</c:v>
                      </c:pt>
                      <c:pt idx="1207">
                        <c:v>40408</c:v>
                      </c:pt>
                      <c:pt idx="1208">
                        <c:v>40409</c:v>
                      </c:pt>
                      <c:pt idx="1209">
                        <c:v>40410</c:v>
                      </c:pt>
                      <c:pt idx="1210">
                        <c:v>40413</c:v>
                      </c:pt>
                      <c:pt idx="1211">
                        <c:v>40414</c:v>
                      </c:pt>
                      <c:pt idx="1212">
                        <c:v>40415</c:v>
                      </c:pt>
                      <c:pt idx="1213">
                        <c:v>40416</c:v>
                      </c:pt>
                      <c:pt idx="1214">
                        <c:v>40417</c:v>
                      </c:pt>
                      <c:pt idx="1215">
                        <c:v>40420</c:v>
                      </c:pt>
                      <c:pt idx="1216">
                        <c:v>40421</c:v>
                      </c:pt>
                      <c:pt idx="1217">
                        <c:v>40422</c:v>
                      </c:pt>
                      <c:pt idx="1218">
                        <c:v>40423</c:v>
                      </c:pt>
                      <c:pt idx="1219">
                        <c:v>40424</c:v>
                      </c:pt>
                      <c:pt idx="1220">
                        <c:v>40427</c:v>
                      </c:pt>
                      <c:pt idx="1221">
                        <c:v>40428</c:v>
                      </c:pt>
                      <c:pt idx="1222">
                        <c:v>40429</c:v>
                      </c:pt>
                      <c:pt idx="1223">
                        <c:v>40430</c:v>
                      </c:pt>
                      <c:pt idx="1224">
                        <c:v>40431</c:v>
                      </c:pt>
                      <c:pt idx="1225">
                        <c:v>40434</c:v>
                      </c:pt>
                      <c:pt idx="1226">
                        <c:v>40435</c:v>
                      </c:pt>
                      <c:pt idx="1227">
                        <c:v>40436</c:v>
                      </c:pt>
                      <c:pt idx="1228">
                        <c:v>40437</c:v>
                      </c:pt>
                      <c:pt idx="1229">
                        <c:v>40438</c:v>
                      </c:pt>
                      <c:pt idx="1230">
                        <c:v>40441</c:v>
                      </c:pt>
                      <c:pt idx="1231">
                        <c:v>40442</c:v>
                      </c:pt>
                      <c:pt idx="1232">
                        <c:v>40443</c:v>
                      </c:pt>
                      <c:pt idx="1233">
                        <c:v>40444</c:v>
                      </c:pt>
                      <c:pt idx="1234">
                        <c:v>40445</c:v>
                      </c:pt>
                      <c:pt idx="1235">
                        <c:v>40448</c:v>
                      </c:pt>
                      <c:pt idx="1236">
                        <c:v>40449</c:v>
                      </c:pt>
                      <c:pt idx="1237">
                        <c:v>40450</c:v>
                      </c:pt>
                      <c:pt idx="1238">
                        <c:v>40451</c:v>
                      </c:pt>
                      <c:pt idx="1239">
                        <c:v>40452</c:v>
                      </c:pt>
                      <c:pt idx="1240">
                        <c:v>40455</c:v>
                      </c:pt>
                      <c:pt idx="1241">
                        <c:v>40456</c:v>
                      </c:pt>
                      <c:pt idx="1242">
                        <c:v>40457</c:v>
                      </c:pt>
                      <c:pt idx="1243">
                        <c:v>40458</c:v>
                      </c:pt>
                      <c:pt idx="1244">
                        <c:v>40459</c:v>
                      </c:pt>
                      <c:pt idx="1245">
                        <c:v>40462</c:v>
                      </c:pt>
                      <c:pt idx="1246">
                        <c:v>40463</c:v>
                      </c:pt>
                      <c:pt idx="1247">
                        <c:v>40464</c:v>
                      </c:pt>
                      <c:pt idx="1248">
                        <c:v>40465</c:v>
                      </c:pt>
                      <c:pt idx="1249">
                        <c:v>40466</c:v>
                      </c:pt>
                      <c:pt idx="1250">
                        <c:v>40469</c:v>
                      </c:pt>
                      <c:pt idx="1251">
                        <c:v>40470</c:v>
                      </c:pt>
                      <c:pt idx="1252">
                        <c:v>40471</c:v>
                      </c:pt>
                      <c:pt idx="1253">
                        <c:v>40472</c:v>
                      </c:pt>
                      <c:pt idx="1254">
                        <c:v>40473</c:v>
                      </c:pt>
                      <c:pt idx="1255">
                        <c:v>40476</c:v>
                      </c:pt>
                      <c:pt idx="1256">
                        <c:v>40477</c:v>
                      </c:pt>
                      <c:pt idx="1257">
                        <c:v>40478</c:v>
                      </c:pt>
                      <c:pt idx="1258">
                        <c:v>40479</c:v>
                      </c:pt>
                      <c:pt idx="1259">
                        <c:v>40480</c:v>
                      </c:pt>
                      <c:pt idx="1260">
                        <c:v>40483</c:v>
                      </c:pt>
                      <c:pt idx="1261">
                        <c:v>40484</c:v>
                      </c:pt>
                      <c:pt idx="1262">
                        <c:v>40485</c:v>
                      </c:pt>
                      <c:pt idx="1263">
                        <c:v>40486</c:v>
                      </c:pt>
                      <c:pt idx="1264">
                        <c:v>40487</c:v>
                      </c:pt>
                      <c:pt idx="1265">
                        <c:v>40490</c:v>
                      </c:pt>
                      <c:pt idx="1266">
                        <c:v>40491</c:v>
                      </c:pt>
                      <c:pt idx="1267">
                        <c:v>40492</c:v>
                      </c:pt>
                      <c:pt idx="1268">
                        <c:v>40493</c:v>
                      </c:pt>
                      <c:pt idx="1269">
                        <c:v>40494</c:v>
                      </c:pt>
                      <c:pt idx="1270">
                        <c:v>40497</c:v>
                      </c:pt>
                      <c:pt idx="1271">
                        <c:v>40498</c:v>
                      </c:pt>
                      <c:pt idx="1272">
                        <c:v>40499</c:v>
                      </c:pt>
                      <c:pt idx="1273">
                        <c:v>40500</c:v>
                      </c:pt>
                      <c:pt idx="1274">
                        <c:v>40501</c:v>
                      </c:pt>
                      <c:pt idx="1275">
                        <c:v>40504</c:v>
                      </c:pt>
                      <c:pt idx="1276">
                        <c:v>40505</c:v>
                      </c:pt>
                      <c:pt idx="1277">
                        <c:v>40506</c:v>
                      </c:pt>
                      <c:pt idx="1278">
                        <c:v>40507</c:v>
                      </c:pt>
                      <c:pt idx="1279">
                        <c:v>40508</c:v>
                      </c:pt>
                      <c:pt idx="1280">
                        <c:v>40511</c:v>
                      </c:pt>
                      <c:pt idx="1281">
                        <c:v>40512</c:v>
                      </c:pt>
                      <c:pt idx="1282">
                        <c:v>40513</c:v>
                      </c:pt>
                      <c:pt idx="1283">
                        <c:v>40514</c:v>
                      </c:pt>
                      <c:pt idx="1284">
                        <c:v>40515</c:v>
                      </c:pt>
                      <c:pt idx="1285">
                        <c:v>40518</c:v>
                      </c:pt>
                      <c:pt idx="1286">
                        <c:v>40519</c:v>
                      </c:pt>
                      <c:pt idx="1287">
                        <c:v>40520</c:v>
                      </c:pt>
                      <c:pt idx="1288">
                        <c:v>40521</c:v>
                      </c:pt>
                      <c:pt idx="1289">
                        <c:v>40522</c:v>
                      </c:pt>
                      <c:pt idx="1290">
                        <c:v>40525</c:v>
                      </c:pt>
                      <c:pt idx="1291">
                        <c:v>40526</c:v>
                      </c:pt>
                      <c:pt idx="1292">
                        <c:v>40527</c:v>
                      </c:pt>
                      <c:pt idx="1293">
                        <c:v>40528</c:v>
                      </c:pt>
                      <c:pt idx="1294">
                        <c:v>40529</c:v>
                      </c:pt>
                      <c:pt idx="1295">
                        <c:v>40532</c:v>
                      </c:pt>
                      <c:pt idx="1296">
                        <c:v>40533</c:v>
                      </c:pt>
                      <c:pt idx="1297">
                        <c:v>40534</c:v>
                      </c:pt>
                      <c:pt idx="1298">
                        <c:v>40535</c:v>
                      </c:pt>
                      <c:pt idx="1299">
                        <c:v>40536</c:v>
                      </c:pt>
                      <c:pt idx="1300">
                        <c:v>40539</c:v>
                      </c:pt>
                      <c:pt idx="1301">
                        <c:v>40540</c:v>
                      </c:pt>
                      <c:pt idx="1302">
                        <c:v>40541</c:v>
                      </c:pt>
                      <c:pt idx="1303">
                        <c:v>40542</c:v>
                      </c:pt>
                      <c:pt idx="1304">
                        <c:v>40543</c:v>
                      </c:pt>
                      <c:pt idx="1305">
                        <c:v>40546</c:v>
                      </c:pt>
                      <c:pt idx="1306">
                        <c:v>40547</c:v>
                      </c:pt>
                      <c:pt idx="1307">
                        <c:v>40548</c:v>
                      </c:pt>
                      <c:pt idx="1308">
                        <c:v>40549</c:v>
                      </c:pt>
                      <c:pt idx="1309">
                        <c:v>40550</c:v>
                      </c:pt>
                      <c:pt idx="1310">
                        <c:v>40553</c:v>
                      </c:pt>
                      <c:pt idx="1311">
                        <c:v>40554</c:v>
                      </c:pt>
                      <c:pt idx="1312">
                        <c:v>40555</c:v>
                      </c:pt>
                      <c:pt idx="1313">
                        <c:v>40556</c:v>
                      </c:pt>
                      <c:pt idx="1314">
                        <c:v>40557</c:v>
                      </c:pt>
                      <c:pt idx="1315">
                        <c:v>40560</c:v>
                      </c:pt>
                      <c:pt idx="1316">
                        <c:v>40561</c:v>
                      </c:pt>
                      <c:pt idx="1317">
                        <c:v>40562</c:v>
                      </c:pt>
                      <c:pt idx="1318">
                        <c:v>40563</c:v>
                      </c:pt>
                      <c:pt idx="1319">
                        <c:v>40564</c:v>
                      </c:pt>
                      <c:pt idx="1320">
                        <c:v>40567</c:v>
                      </c:pt>
                      <c:pt idx="1321">
                        <c:v>40568</c:v>
                      </c:pt>
                      <c:pt idx="1322">
                        <c:v>40569</c:v>
                      </c:pt>
                      <c:pt idx="1323">
                        <c:v>40570</c:v>
                      </c:pt>
                      <c:pt idx="1324">
                        <c:v>40571</c:v>
                      </c:pt>
                      <c:pt idx="1325">
                        <c:v>40574</c:v>
                      </c:pt>
                      <c:pt idx="1326">
                        <c:v>40575</c:v>
                      </c:pt>
                      <c:pt idx="1327">
                        <c:v>40576</c:v>
                      </c:pt>
                      <c:pt idx="1328">
                        <c:v>40577</c:v>
                      </c:pt>
                      <c:pt idx="1329">
                        <c:v>40578</c:v>
                      </c:pt>
                      <c:pt idx="1330">
                        <c:v>40581</c:v>
                      </c:pt>
                      <c:pt idx="1331">
                        <c:v>40582</c:v>
                      </c:pt>
                      <c:pt idx="1332">
                        <c:v>40583</c:v>
                      </c:pt>
                      <c:pt idx="1333">
                        <c:v>40584</c:v>
                      </c:pt>
                      <c:pt idx="1334">
                        <c:v>40585</c:v>
                      </c:pt>
                      <c:pt idx="1335">
                        <c:v>40588</c:v>
                      </c:pt>
                      <c:pt idx="1336">
                        <c:v>40589</c:v>
                      </c:pt>
                      <c:pt idx="1337">
                        <c:v>40590</c:v>
                      </c:pt>
                      <c:pt idx="1338">
                        <c:v>40591</c:v>
                      </c:pt>
                      <c:pt idx="1339">
                        <c:v>40592</c:v>
                      </c:pt>
                      <c:pt idx="1340">
                        <c:v>40595</c:v>
                      </c:pt>
                      <c:pt idx="1341">
                        <c:v>40596</c:v>
                      </c:pt>
                      <c:pt idx="1342">
                        <c:v>40597</c:v>
                      </c:pt>
                      <c:pt idx="1343">
                        <c:v>40598</c:v>
                      </c:pt>
                      <c:pt idx="1344">
                        <c:v>40599</c:v>
                      </c:pt>
                      <c:pt idx="1345">
                        <c:v>40602</c:v>
                      </c:pt>
                      <c:pt idx="1346">
                        <c:v>40603</c:v>
                      </c:pt>
                      <c:pt idx="1347">
                        <c:v>40604</c:v>
                      </c:pt>
                      <c:pt idx="1348">
                        <c:v>40605</c:v>
                      </c:pt>
                      <c:pt idx="1349">
                        <c:v>40606</c:v>
                      </c:pt>
                      <c:pt idx="1350">
                        <c:v>40609</c:v>
                      </c:pt>
                      <c:pt idx="1351">
                        <c:v>40610</c:v>
                      </c:pt>
                      <c:pt idx="1352">
                        <c:v>40611</c:v>
                      </c:pt>
                      <c:pt idx="1353">
                        <c:v>40612</c:v>
                      </c:pt>
                      <c:pt idx="1354">
                        <c:v>40613</c:v>
                      </c:pt>
                      <c:pt idx="1355">
                        <c:v>40616</c:v>
                      </c:pt>
                      <c:pt idx="1356">
                        <c:v>40617</c:v>
                      </c:pt>
                      <c:pt idx="1357">
                        <c:v>40618</c:v>
                      </c:pt>
                      <c:pt idx="1358">
                        <c:v>40619</c:v>
                      </c:pt>
                      <c:pt idx="1359">
                        <c:v>40620</c:v>
                      </c:pt>
                      <c:pt idx="1360">
                        <c:v>40623</c:v>
                      </c:pt>
                      <c:pt idx="1361">
                        <c:v>40624</c:v>
                      </c:pt>
                      <c:pt idx="1362">
                        <c:v>40625</c:v>
                      </c:pt>
                      <c:pt idx="1363">
                        <c:v>40626</c:v>
                      </c:pt>
                      <c:pt idx="1364">
                        <c:v>40627</c:v>
                      </c:pt>
                      <c:pt idx="1365">
                        <c:v>40630</c:v>
                      </c:pt>
                      <c:pt idx="1366">
                        <c:v>40631</c:v>
                      </c:pt>
                      <c:pt idx="1367">
                        <c:v>40632</c:v>
                      </c:pt>
                      <c:pt idx="1368">
                        <c:v>40633</c:v>
                      </c:pt>
                      <c:pt idx="1369">
                        <c:v>40634</c:v>
                      </c:pt>
                      <c:pt idx="1370">
                        <c:v>40637</c:v>
                      </c:pt>
                      <c:pt idx="1371">
                        <c:v>40638</c:v>
                      </c:pt>
                      <c:pt idx="1372">
                        <c:v>40639</c:v>
                      </c:pt>
                      <c:pt idx="1373">
                        <c:v>40640</c:v>
                      </c:pt>
                      <c:pt idx="1374">
                        <c:v>40641</c:v>
                      </c:pt>
                      <c:pt idx="1375">
                        <c:v>40644</c:v>
                      </c:pt>
                      <c:pt idx="1376">
                        <c:v>40645</c:v>
                      </c:pt>
                      <c:pt idx="1377">
                        <c:v>40646</c:v>
                      </c:pt>
                      <c:pt idx="1378">
                        <c:v>40647</c:v>
                      </c:pt>
                      <c:pt idx="1379">
                        <c:v>40648</c:v>
                      </c:pt>
                      <c:pt idx="1380">
                        <c:v>40651</c:v>
                      </c:pt>
                      <c:pt idx="1381">
                        <c:v>40652</c:v>
                      </c:pt>
                      <c:pt idx="1382">
                        <c:v>40653</c:v>
                      </c:pt>
                      <c:pt idx="1383">
                        <c:v>40654</c:v>
                      </c:pt>
                      <c:pt idx="1384">
                        <c:v>40655</c:v>
                      </c:pt>
                      <c:pt idx="1385">
                        <c:v>40658</c:v>
                      </c:pt>
                      <c:pt idx="1386">
                        <c:v>40659</c:v>
                      </c:pt>
                      <c:pt idx="1387">
                        <c:v>40660</c:v>
                      </c:pt>
                      <c:pt idx="1388">
                        <c:v>40661</c:v>
                      </c:pt>
                      <c:pt idx="1389">
                        <c:v>40662</c:v>
                      </c:pt>
                      <c:pt idx="1390">
                        <c:v>40665</c:v>
                      </c:pt>
                      <c:pt idx="1391">
                        <c:v>40666</c:v>
                      </c:pt>
                      <c:pt idx="1392">
                        <c:v>40667</c:v>
                      </c:pt>
                      <c:pt idx="1393">
                        <c:v>40668</c:v>
                      </c:pt>
                      <c:pt idx="1394">
                        <c:v>40669</c:v>
                      </c:pt>
                      <c:pt idx="1395">
                        <c:v>40672</c:v>
                      </c:pt>
                      <c:pt idx="1396">
                        <c:v>40673</c:v>
                      </c:pt>
                      <c:pt idx="1397">
                        <c:v>40674</c:v>
                      </c:pt>
                      <c:pt idx="1398">
                        <c:v>40675</c:v>
                      </c:pt>
                      <c:pt idx="1399">
                        <c:v>40676</c:v>
                      </c:pt>
                      <c:pt idx="1400">
                        <c:v>40679</c:v>
                      </c:pt>
                      <c:pt idx="1401">
                        <c:v>40680</c:v>
                      </c:pt>
                      <c:pt idx="1402">
                        <c:v>40681</c:v>
                      </c:pt>
                      <c:pt idx="1403">
                        <c:v>40682</c:v>
                      </c:pt>
                      <c:pt idx="1404">
                        <c:v>40683</c:v>
                      </c:pt>
                      <c:pt idx="1405">
                        <c:v>40686</c:v>
                      </c:pt>
                      <c:pt idx="1406">
                        <c:v>40687</c:v>
                      </c:pt>
                      <c:pt idx="1407">
                        <c:v>40688</c:v>
                      </c:pt>
                      <c:pt idx="1408">
                        <c:v>40689</c:v>
                      </c:pt>
                      <c:pt idx="1409">
                        <c:v>40690</c:v>
                      </c:pt>
                      <c:pt idx="1410">
                        <c:v>40693</c:v>
                      </c:pt>
                      <c:pt idx="1411">
                        <c:v>40694</c:v>
                      </c:pt>
                      <c:pt idx="1412">
                        <c:v>40695</c:v>
                      </c:pt>
                      <c:pt idx="1413">
                        <c:v>40696</c:v>
                      </c:pt>
                      <c:pt idx="1414">
                        <c:v>40697</c:v>
                      </c:pt>
                      <c:pt idx="1415">
                        <c:v>40700</c:v>
                      </c:pt>
                      <c:pt idx="1416">
                        <c:v>40701</c:v>
                      </c:pt>
                      <c:pt idx="1417">
                        <c:v>40702</c:v>
                      </c:pt>
                      <c:pt idx="1418">
                        <c:v>40703</c:v>
                      </c:pt>
                      <c:pt idx="1419">
                        <c:v>40704</c:v>
                      </c:pt>
                      <c:pt idx="1420">
                        <c:v>40707</c:v>
                      </c:pt>
                      <c:pt idx="1421">
                        <c:v>40708</c:v>
                      </c:pt>
                      <c:pt idx="1422">
                        <c:v>40709</c:v>
                      </c:pt>
                      <c:pt idx="1423">
                        <c:v>40710</c:v>
                      </c:pt>
                      <c:pt idx="1424">
                        <c:v>40711</c:v>
                      </c:pt>
                      <c:pt idx="1425">
                        <c:v>40714</c:v>
                      </c:pt>
                      <c:pt idx="1426">
                        <c:v>40715</c:v>
                      </c:pt>
                      <c:pt idx="1427">
                        <c:v>40716</c:v>
                      </c:pt>
                      <c:pt idx="1428">
                        <c:v>40717</c:v>
                      </c:pt>
                      <c:pt idx="1429">
                        <c:v>40718</c:v>
                      </c:pt>
                      <c:pt idx="1430">
                        <c:v>40721</c:v>
                      </c:pt>
                      <c:pt idx="1431">
                        <c:v>40722</c:v>
                      </c:pt>
                      <c:pt idx="1432">
                        <c:v>40723</c:v>
                      </c:pt>
                      <c:pt idx="1433">
                        <c:v>40724</c:v>
                      </c:pt>
                      <c:pt idx="1434">
                        <c:v>40725</c:v>
                      </c:pt>
                      <c:pt idx="1435">
                        <c:v>40728</c:v>
                      </c:pt>
                      <c:pt idx="1436">
                        <c:v>40729</c:v>
                      </c:pt>
                      <c:pt idx="1437">
                        <c:v>40730</c:v>
                      </c:pt>
                      <c:pt idx="1438">
                        <c:v>40731</c:v>
                      </c:pt>
                      <c:pt idx="1439">
                        <c:v>40732</c:v>
                      </c:pt>
                      <c:pt idx="1440">
                        <c:v>40735</c:v>
                      </c:pt>
                      <c:pt idx="1441">
                        <c:v>40736</c:v>
                      </c:pt>
                      <c:pt idx="1442">
                        <c:v>40737</c:v>
                      </c:pt>
                      <c:pt idx="1443">
                        <c:v>40738</c:v>
                      </c:pt>
                      <c:pt idx="1444">
                        <c:v>40739</c:v>
                      </c:pt>
                      <c:pt idx="1445">
                        <c:v>40742</c:v>
                      </c:pt>
                      <c:pt idx="1446">
                        <c:v>40743</c:v>
                      </c:pt>
                      <c:pt idx="1447">
                        <c:v>40744</c:v>
                      </c:pt>
                      <c:pt idx="1448">
                        <c:v>40745</c:v>
                      </c:pt>
                      <c:pt idx="1449">
                        <c:v>40746</c:v>
                      </c:pt>
                      <c:pt idx="1450">
                        <c:v>40749</c:v>
                      </c:pt>
                      <c:pt idx="1451">
                        <c:v>40750</c:v>
                      </c:pt>
                      <c:pt idx="1452">
                        <c:v>40751</c:v>
                      </c:pt>
                      <c:pt idx="1453">
                        <c:v>40752</c:v>
                      </c:pt>
                      <c:pt idx="1454">
                        <c:v>40753</c:v>
                      </c:pt>
                      <c:pt idx="1455">
                        <c:v>40756</c:v>
                      </c:pt>
                      <c:pt idx="1456">
                        <c:v>40757</c:v>
                      </c:pt>
                      <c:pt idx="1457">
                        <c:v>40758</c:v>
                      </c:pt>
                      <c:pt idx="1458">
                        <c:v>40759</c:v>
                      </c:pt>
                      <c:pt idx="1459">
                        <c:v>40760</c:v>
                      </c:pt>
                      <c:pt idx="1460">
                        <c:v>40763</c:v>
                      </c:pt>
                      <c:pt idx="1461">
                        <c:v>40764</c:v>
                      </c:pt>
                      <c:pt idx="1462">
                        <c:v>40765</c:v>
                      </c:pt>
                      <c:pt idx="1463">
                        <c:v>40766</c:v>
                      </c:pt>
                      <c:pt idx="1464">
                        <c:v>40767</c:v>
                      </c:pt>
                      <c:pt idx="1465">
                        <c:v>40770</c:v>
                      </c:pt>
                      <c:pt idx="1466">
                        <c:v>40771</c:v>
                      </c:pt>
                      <c:pt idx="1467">
                        <c:v>40772</c:v>
                      </c:pt>
                      <c:pt idx="1468">
                        <c:v>40773</c:v>
                      </c:pt>
                      <c:pt idx="1469">
                        <c:v>40774</c:v>
                      </c:pt>
                      <c:pt idx="1470">
                        <c:v>40777</c:v>
                      </c:pt>
                      <c:pt idx="1471">
                        <c:v>40778</c:v>
                      </c:pt>
                      <c:pt idx="1472">
                        <c:v>40779</c:v>
                      </c:pt>
                      <c:pt idx="1473">
                        <c:v>40780</c:v>
                      </c:pt>
                      <c:pt idx="1474">
                        <c:v>40781</c:v>
                      </c:pt>
                      <c:pt idx="1475">
                        <c:v>40784</c:v>
                      </c:pt>
                      <c:pt idx="1476">
                        <c:v>40785</c:v>
                      </c:pt>
                      <c:pt idx="1477">
                        <c:v>40786</c:v>
                      </c:pt>
                      <c:pt idx="1478">
                        <c:v>40787</c:v>
                      </c:pt>
                      <c:pt idx="1479">
                        <c:v>40788</c:v>
                      </c:pt>
                      <c:pt idx="1480">
                        <c:v>40791</c:v>
                      </c:pt>
                      <c:pt idx="1481">
                        <c:v>40792</c:v>
                      </c:pt>
                      <c:pt idx="1482">
                        <c:v>40793</c:v>
                      </c:pt>
                      <c:pt idx="1483">
                        <c:v>40794</c:v>
                      </c:pt>
                      <c:pt idx="1484">
                        <c:v>40795</c:v>
                      </c:pt>
                      <c:pt idx="1485">
                        <c:v>40798</c:v>
                      </c:pt>
                      <c:pt idx="1486">
                        <c:v>40799</c:v>
                      </c:pt>
                      <c:pt idx="1487">
                        <c:v>40800</c:v>
                      </c:pt>
                      <c:pt idx="1488">
                        <c:v>40801</c:v>
                      </c:pt>
                      <c:pt idx="1489">
                        <c:v>40802</c:v>
                      </c:pt>
                      <c:pt idx="1490">
                        <c:v>40805</c:v>
                      </c:pt>
                      <c:pt idx="1491">
                        <c:v>40806</c:v>
                      </c:pt>
                      <c:pt idx="1492">
                        <c:v>40807</c:v>
                      </c:pt>
                      <c:pt idx="1493">
                        <c:v>40808</c:v>
                      </c:pt>
                      <c:pt idx="1494">
                        <c:v>40809</c:v>
                      </c:pt>
                      <c:pt idx="1495">
                        <c:v>40812</c:v>
                      </c:pt>
                      <c:pt idx="1496">
                        <c:v>40813</c:v>
                      </c:pt>
                      <c:pt idx="1497">
                        <c:v>40814</c:v>
                      </c:pt>
                      <c:pt idx="1498">
                        <c:v>40815</c:v>
                      </c:pt>
                      <c:pt idx="1499">
                        <c:v>40816</c:v>
                      </c:pt>
                      <c:pt idx="1500">
                        <c:v>40819</c:v>
                      </c:pt>
                      <c:pt idx="1501">
                        <c:v>40820</c:v>
                      </c:pt>
                      <c:pt idx="1502">
                        <c:v>40821</c:v>
                      </c:pt>
                      <c:pt idx="1503">
                        <c:v>40822</c:v>
                      </c:pt>
                      <c:pt idx="1504">
                        <c:v>40823</c:v>
                      </c:pt>
                      <c:pt idx="1505">
                        <c:v>40826</c:v>
                      </c:pt>
                      <c:pt idx="1506">
                        <c:v>40827</c:v>
                      </c:pt>
                      <c:pt idx="1507">
                        <c:v>40828</c:v>
                      </c:pt>
                      <c:pt idx="1508">
                        <c:v>40829</c:v>
                      </c:pt>
                      <c:pt idx="1509">
                        <c:v>40830</c:v>
                      </c:pt>
                      <c:pt idx="1510">
                        <c:v>40833</c:v>
                      </c:pt>
                      <c:pt idx="1511">
                        <c:v>40834</c:v>
                      </c:pt>
                      <c:pt idx="1512">
                        <c:v>40835</c:v>
                      </c:pt>
                      <c:pt idx="1513">
                        <c:v>40836</c:v>
                      </c:pt>
                      <c:pt idx="1514">
                        <c:v>40837</c:v>
                      </c:pt>
                      <c:pt idx="1515">
                        <c:v>40840</c:v>
                      </c:pt>
                      <c:pt idx="1516">
                        <c:v>40841</c:v>
                      </c:pt>
                      <c:pt idx="1517">
                        <c:v>40842</c:v>
                      </c:pt>
                      <c:pt idx="1518">
                        <c:v>40843</c:v>
                      </c:pt>
                      <c:pt idx="1519">
                        <c:v>40844</c:v>
                      </c:pt>
                      <c:pt idx="1520">
                        <c:v>40847</c:v>
                      </c:pt>
                      <c:pt idx="1521">
                        <c:v>40848</c:v>
                      </c:pt>
                      <c:pt idx="1522">
                        <c:v>40849</c:v>
                      </c:pt>
                      <c:pt idx="1523">
                        <c:v>40850</c:v>
                      </c:pt>
                      <c:pt idx="1524">
                        <c:v>40851</c:v>
                      </c:pt>
                      <c:pt idx="1525">
                        <c:v>40854</c:v>
                      </c:pt>
                      <c:pt idx="1526">
                        <c:v>40855</c:v>
                      </c:pt>
                      <c:pt idx="1527">
                        <c:v>40856</c:v>
                      </c:pt>
                      <c:pt idx="1528">
                        <c:v>40857</c:v>
                      </c:pt>
                      <c:pt idx="1529">
                        <c:v>40858</c:v>
                      </c:pt>
                      <c:pt idx="1530">
                        <c:v>40861</c:v>
                      </c:pt>
                      <c:pt idx="1531">
                        <c:v>40862</c:v>
                      </c:pt>
                      <c:pt idx="1532">
                        <c:v>40863</c:v>
                      </c:pt>
                      <c:pt idx="1533">
                        <c:v>40864</c:v>
                      </c:pt>
                      <c:pt idx="1534">
                        <c:v>40865</c:v>
                      </c:pt>
                      <c:pt idx="1535">
                        <c:v>40868</c:v>
                      </c:pt>
                      <c:pt idx="1536">
                        <c:v>40869</c:v>
                      </c:pt>
                      <c:pt idx="1537">
                        <c:v>40870</c:v>
                      </c:pt>
                      <c:pt idx="1538">
                        <c:v>40871</c:v>
                      </c:pt>
                      <c:pt idx="1539">
                        <c:v>40872</c:v>
                      </c:pt>
                      <c:pt idx="1540">
                        <c:v>40875</c:v>
                      </c:pt>
                      <c:pt idx="1541">
                        <c:v>40876</c:v>
                      </c:pt>
                      <c:pt idx="1542">
                        <c:v>40877</c:v>
                      </c:pt>
                      <c:pt idx="1543">
                        <c:v>40878</c:v>
                      </c:pt>
                      <c:pt idx="1544">
                        <c:v>40879</c:v>
                      </c:pt>
                      <c:pt idx="1545">
                        <c:v>40882</c:v>
                      </c:pt>
                      <c:pt idx="1546">
                        <c:v>40883</c:v>
                      </c:pt>
                      <c:pt idx="1547">
                        <c:v>40884</c:v>
                      </c:pt>
                      <c:pt idx="1548">
                        <c:v>40885</c:v>
                      </c:pt>
                      <c:pt idx="1549">
                        <c:v>40886</c:v>
                      </c:pt>
                      <c:pt idx="1550">
                        <c:v>40889</c:v>
                      </c:pt>
                      <c:pt idx="1551">
                        <c:v>40890</c:v>
                      </c:pt>
                      <c:pt idx="1552">
                        <c:v>40891</c:v>
                      </c:pt>
                      <c:pt idx="1553">
                        <c:v>40892</c:v>
                      </c:pt>
                      <c:pt idx="1554">
                        <c:v>40893</c:v>
                      </c:pt>
                      <c:pt idx="1555">
                        <c:v>40896</c:v>
                      </c:pt>
                      <c:pt idx="1556">
                        <c:v>40897</c:v>
                      </c:pt>
                      <c:pt idx="1557">
                        <c:v>40898</c:v>
                      </c:pt>
                      <c:pt idx="1558">
                        <c:v>40899</c:v>
                      </c:pt>
                      <c:pt idx="1559">
                        <c:v>40900</c:v>
                      </c:pt>
                      <c:pt idx="1560">
                        <c:v>40903</c:v>
                      </c:pt>
                      <c:pt idx="1561">
                        <c:v>40904</c:v>
                      </c:pt>
                      <c:pt idx="1562">
                        <c:v>40905</c:v>
                      </c:pt>
                      <c:pt idx="1563">
                        <c:v>40906</c:v>
                      </c:pt>
                      <c:pt idx="1564">
                        <c:v>40907</c:v>
                      </c:pt>
                      <c:pt idx="1565">
                        <c:v>40910</c:v>
                      </c:pt>
                      <c:pt idx="1566">
                        <c:v>40911</c:v>
                      </c:pt>
                      <c:pt idx="1567">
                        <c:v>40912</c:v>
                      </c:pt>
                      <c:pt idx="1568">
                        <c:v>40913</c:v>
                      </c:pt>
                      <c:pt idx="1569">
                        <c:v>40914</c:v>
                      </c:pt>
                      <c:pt idx="1570">
                        <c:v>40917</c:v>
                      </c:pt>
                      <c:pt idx="1571">
                        <c:v>40918</c:v>
                      </c:pt>
                      <c:pt idx="1572">
                        <c:v>40919</c:v>
                      </c:pt>
                      <c:pt idx="1573">
                        <c:v>40920</c:v>
                      </c:pt>
                      <c:pt idx="1574">
                        <c:v>40921</c:v>
                      </c:pt>
                      <c:pt idx="1575">
                        <c:v>40924</c:v>
                      </c:pt>
                      <c:pt idx="1576">
                        <c:v>40925</c:v>
                      </c:pt>
                      <c:pt idx="1577">
                        <c:v>40926</c:v>
                      </c:pt>
                      <c:pt idx="1578">
                        <c:v>40927</c:v>
                      </c:pt>
                      <c:pt idx="1579">
                        <c:v>40928</c:v>
                      </c:pt>
                      <c:pt idx="1580">
                        <c:v>40931</c:v>
                      </c:pt>
                      <c:pt idx="1581">
                        <c:v>40932</c:v>
                      </c:pt>
                      <c:pt idx="1582">
                        <c:v>40933</c:v>
                      </c:pt>
                      <c:pt idx="1583">
                        <c:v>40934</c:v>
                      </c:pt>
                      <c:pt idx="1584">
                        <c:v>40935</c:v>
                      </c:pt>
                      <c:pt idx="1585">
                        <c:v>40938</c:v>
                      </c:pt>
                      <c:pt idx="1586">
                        <c:v>40939</c:v>
                      </c:pt>
                      <c:pt idx="1587">
                        <c:v>40940</c:v>
                      </c:pt>
                      <c:pt idx="1588">
                        <c:v>40941</c:v>
                      </c:pt>
                      <c:pt idx="1589">
                        <c:v>40942</c:v>
                      </c:pt>
                      <c:pt idx="1590">
                        <c:v>40945</c:v>
                      </c:pt>
                      <c:pt idx="1591">
                        <c:v>40946</c:v>
                      </c:pt>
                      <c:pt idx="1592">
                        <c:v>40947</c:v>
                      </c:pt>
                      <c:pt idx="1593">
                        <c:v>40948</c:v>
                      </c:pt>
                      <c:pt idx="1594">
                        <c:v>40949</c:v>
                      </c:pt>
                      <c:pt idx="1595">
                        <c:v>40952</c:v>
                      </c:pt>
                      <c:pt idx="1596">
                        <c:v>40953</c:v>
                      </c:pt>
                      <c:pt idx="1597">
                        <c:v>40954</c:v>
                      </c:pt>
                      <c:pt idx="1598">
                        <c:v>40955</c:v>
                      </c:pt>
                      <c:pt idx="1599">
                        <c:v>40956</c:v>
                      </c:pt>
                      <c:pt idx="1600">
                        <c:v>40959</c:v>
                      </c:pt>
                      <c:pt idx="1601">
                        <c:v>40960</c:v>
                      </c:pt>
                      <c:pt idx="1602">
                        <c:v>40961</c:v>
                      </c:pt>
                      <c:pt idx="1603">
                        <c:v>40962</c:v>
                      </c:pt>
                      <c:pt idx="1604">
                        <c:v>40963</c:v>
                      </c:pt>
                      <c:pt idx="1605">
                        <c:v>40966</c:v>
                      </c:pt>
                      <c:pt idx="1606">
                        <c:v>40967</c:v>
                      </c:pt>
                      <c:pt idx="1607">
                        <c:v>40968</c:v>
                      </c:pt>
                      <c:pt idx="1608">
                        <c:v>40969</c:v>
                      </c:pt>
                      <c:pt idx="1609">
                        <c:v>40970</c:v>
                      </c:pt>
                      <c:pt idx="1610">
                        <c:v>40973</c:v>
                      </c:pt>
                      <c:pt idx="1611">
                        <c:v>40974</c:v>
                      </c:pt>
                      <c:pt idx="1612">
                        <c:v>40975</c:v>
                      </c:pt>
                      <c:pt idx="1613">
                        <c:v>40976</c:v>
                      </c:pt>
                      <c:pt idx="1614">
                        <c:v>40977</c:v>
                      </c:pt>
                      <c:pt idx="1615">
                        <c:v>40980</c:v>
                      </c:pt>
                      <c:pt idx="1616">
                        <c:v>40981</c:v>
                      </c:pt>
                      <c:pt idx="1617">
                        <c:v>40982</c:v>
                      </c:pt>
                      <c:pt idx="1618">
                        <c:v>40983</c:v>
                      </c:pt>
                      <c:pt idx="1619">
                        <c:v>40984</c:v>
                      </c:pt>
                      <c:pt idx="1620">
                        <c:v>40987</c:v>
                      </c:pt>
                      <c:pt idx="1621">
                        <c:v>40988</c:v>
                      </c:pt>
                      <c:pt idx="1622">
                        <c:v>40989</c:v>
                      </c:pt>
                      <c:pt idx="1623">
                        <c:v>40990</c:v>
                      </c:pt>
                      <c:pt idx="1624">
                        <c:v>40991</c:v>
                      </c:pt>
                      <c:pt idx="1625">
                        <c:v>40994</c:v>
                      </c:pt>
                      <c:pt idx="1626">
                        <c:v>40995</c:v>
                      </c:pt>
                      <c:pt idx="1627">
                        <c:v>40996</c:v>
                      </c:pt>
                      <c:pt idx="1628">
                        <c:v>40997</c:v>
                      </c:pt>
                      <c:pt idx="1629">
                        <c:v>40998</c:v>
                      </c:pt>
                      <c:pt idx="1630">
                        <c:v>41001</c:v>
                      </c:pt>
                      <c:pt idx="1631">
                        <c:v>41002</c:v>
                      </c:pt>
                      <c:pt idx="1632">
                        <c:v>41003</c:v>
                      </c:pt>
                      <c:pt idx="1633">
                        <c:v>41004</c:v>
                      </c:pt>
                      <c:pt idx="1634">
                        <c:v>41005</c:v>
                      </c:pt>
                      <c:pt idx="1635">
                        <c:v>41008</c:v>
                      </c:pt>
                      <c:pt idx="1636">
                        <c:v>41009</c:v>
                      </c:pt>
                      <c:pt idx="1637">
                        <c:v>41010</c:v>
                      </c:pt>
                      <c:pt idx="1638">
                        <c:v>41011</c:v>
                      </c:pt>
                      <c:pt idx="1639">
                        <c:v>41012</c:v>
                      </c:pt>
                      <c:pt idx="1640">
                        <c:v>41015</c:v>
                      </c:pt>
                      <c:pt idx="1641">
                        <c:v>41016</c:v>
                      </c:pt>
                      <c:pt idx="1642">
                        <c:v>41017</c:v>
                      </c:pt>
                      <c:pt idx="1643">
                        <c:v>41018</c:v>
                      </c:pt>
                      <c:pt idx="1644">
                        <c:v>41019</c:v>
                      </c:pt>
                      <c:pt idx="1645">
                        <c:v>41022</c:v>
                      </c:pt>
                      <c:pt idx="1646">
                        <c:v>41023</c:v>
                      </c:pt>
                      <c:pt idx="1647">
                        <c:v>41024</c:v>
                      </c:pt>
                      <c:pt idx="1648">
                        <c:v>41025</c:v>
                      </c:pt>
                      <c:pt idx="1649">
                        <c:v>41026</c:v>
                      </c:pt>
                      <c:pt idx="1650">
                        <c:v>41029</c:v>
                      </c:pt>
                      <c:pt idx="1651">
                        <c:v>41030</c:v>
                      </c:pt>
                      <c:pt idx="1652">
                        <c:v>41031</c:v>
                      </c:pt>
                      <c:pt idx="1653">
                        <c:v>41032</c:v>
                      </c:pt>
                      <c:pt idx="1654">
                        <c:v>41033</c:v>
                      </c:pt>
                      <c:pt idx="1655">
                        <c:v>41036</c:v>
                      </c:pt>
                      <c:pt idx="1656">
                        <c:v>41037</c:v>
                      </c:pt>
                      <c:pt idx="1657">
                        <c:v>41038</c:v>
                      </c:pt>
                      <c:pt idx="1658">
                        <c:v>41039</c:v>
                      </c:pt>
                      <c:pt idx="1659">
                        <c:v>41040</c:v>
                      </c:pt>
                      <c:pt idx="1660">
                        <c:v>41043</c:v>
                      </c:pt>
                      <c:pt idx="1661">
                        <c:v>41044</c:v>
                      </c:pt>
                      <c:pt idx="1662">
                        <c:v>41045</c:v>
                      </c:pt>
                      <c:pt idx="1663">
                        <c:v>41046</c:v>
                      </c:pt>
                      <c:pt idx="1664">
                        <c:v>41047</c:v>
                      </c:pt>
                      <c:pt idx="1665">
                        <c:v>41050</c:v>
                      </c:pt>
                      <c:pt idx="1666">
                        <c:v>41051</c:v>
                      </c:pt>
                      <c:pt idx="1667">
                        <c:v>41052</c:v>
                      </c:pt>
                      <c:pt idx="1668">
                        <c:v>41053</c:v>
                      </c:pt>
                      <c:pt idx="1669">
                        <c:v>41054</c:v>
                      </c:pt>
                      <c:pt idx="1670">
                        <c:v>41057</c:v>
                      </c:pt>
                      <c:pt idx="1671">
                        <c:v>41058</c:v>
                      </c:pt>
                      <c:pt idx="1672">
                        <c:v>41059</c:v>
                      </c:pt>
                      <c:pt idx="1673">
                        <c:v>41060</c:v>
                      </c:pt>
                      <c:pt idx="1674">
                        <c:v>41061</c:v>
                      </c:pt>
                      <c:pt idx="1675">
                        <c:v>41064</c:v>
                      </c:pt>
                      <c:pt idx="1676">
                        <c:v>41065</c:v>
                      </c:pt>
                      <c:pt idx="1677">
                        <c:v>41066</c:v>
                      </c:pt>
                      <c:pt idx="1678">
                        <c:v>41067</c:v>
                      </c:pt>
                      <c:pt idx="1679">
                        <c:v>41068</c:v>
                      </c:pt>
                      <c:pt idx="1680">
                        <c:v>41071</c:v>
                      </c:pt>
                      <c:pt idx="1681">
                        <c:v>41072</c:v>
                      </c:pt>
                      <c:pt idx="1682">
                        <c:v>41073</c:v>
                      </c:pt>
                      <c:pt idx="1683">
                        <c:v>41074</c:v>
                      </c:pt>
                      <c:pt idx="1684">
                        <c:v>41075</c:v>
                      </c:pt>
                      <c:pt idx="1685">
                        <c:v>41078</c:v>
                      </c:pt>
                      <c:pt idx="1686">
                        <c:v>41079</c:v>
                      </c:pt>
                      <c:pt idx="1687">
                        <c:v>41080</c:v>
                      </c:pt>
                      <c:pt idx="1688">
                        <c:v>41081</c:v>
                      </c:pt>
                      <c:pt idx="1689">
                        <c:v>41082</c:v>
                      </c:pt>
                      <c:pt idx="1690">
                        <c:v>41085</c:v>
                      </c:pt>
                      <c:pt idx="1691">
                        <c:v>41086</c:v>
                      </c:pt>
                      <c:pt idx="1692">
                        <c:v>41087</c:v>
                      </c:pt>
                      <c:pt idx="1693">
                        <c:v>41088</c:v>
                      </c:pt>
                      <c:pt idx="1694">
                        <c:v>41089</c:v>
                      </c:pt>
                      <c:pt idx="1695">
                        <c:v>41092</c:v>
                      </c:pt>
                      <c:pt idx="1696">
                        <c:v>41093</c:v>
                      </c:pt>
                      <c:pt idx="1697">
                        <c:v>41094</c:v>
                      </c:pt>
                      <c:pt idx="1698">
                        <c:v>41095</c:v>
                      </c:pt>
                      <c:pt idx="1699">
                        <c:v>41096</c:v>
                      </c:pt>
                      <c:pt idx="1700">
                        <c:v>41099</c:v>
                      </c:pt>
                      <c:pt idx="1701">
                        <c:v>41100</c:v>
                      </c:pt>
                      <c:pt idx="1702">
                        <c:v>41101</c:v>
                      </c:pt>
                      <c:pt idx="1703">
                        <c:v>41102</c:v>
                      </c:pt>
                      <c:pt idx="1704">
                        <c:v>41103</c:v>
                      </c:pt>
                      <c:pt idx="1705">
                        <c:v>41106</c:v>
                      </c:pt>
                      <c:pt idx="1706">
                        <c:v>41107</c:v>
                      </c:pt>
                      <c:pt idx="1707">
                        <c:v>41108</c:v>
                      </c:pt>
                      <c:pt idx="1708">
                        <c:v>41109</c:v>
                      </c:pt>
                      <c:pt idx="1709">
                        <c:v>41110</c:v>
                      </c:pt>
                      <c:pt idx="1710">
                        <c:v>41113</c:v>
                      </c:pt>
                      <c:pt idx="1711">
                        <c:v>41114</c:v>
                      </c:pt>
                      <c:pt idx="1712">
                        <c:v>41115</c:v>
                      </c:pt>
                      <c:pt idx="1713">
                        <c:v>41116</c:v>
                      </c:pt>
                      <c:pt idx="1714">
                        <c:v>41117</c:v>
                      </c:pt>
                      <c:pt idx="1715">
                        <c:v>41120</c:v>
                      </c:pt>
                      <c:pt idx="1716">
                        <c:v>41121</c:v>
                      </c:pt>
                      <c:pt idx="1717">
                        <c:v>41122</c:v>
                      </c:pt>
                      <c:pt idx="1718">
                        <c:v>41123</c:v>
                      </c:pt>
                      <c:pt idx="1719">
                        <c:v>41124</c:v>
                      </c:pt>
                      <c:pt idx="1720">
                        <c:v>41127</c:v>
                      </c:pt>
                      <c:pt idx="1721">
                        <c:v>41128</c:v>
                      </c:pt>
                      <c:pt idx="1722">
                        <c:v>41129</c:v>
                      </c:pt>
                      <c:pt idx="1723">
                        <c:v>41130</c:v>
                      </c:pt>
                      <c:pt idx="1724">
                        <c:v>41131</c:v>
                      </c:pt>
                      <c:pt idx="1725">
                        <c:v>41134</c:v>
                      </c:pt>
                      <c:pt idx="1726">
                        <c:v>41135</c:v>
                      </c:pt>
                      <c:pt idx="1727">
                        <c:v>41136</c:v>
                      </c:pt>
                      <c:pt idx="1728">
                        <c:v>41137</c:v>
                      </c:pt>
                      <c:pt idx="1729">
                        <c:v>41138</c:v>
                      </c:pt>
                      <c:pt idx="1730">
                        <c:v>41141</c:v>
                      </c:pt>
                      <c:pt idx="1731">
                        <c:v>41142</c:v>
                      </c:pt>
                      <c:pt idx="1732">
                        <c:v>41143</c:v>
                      </c:pt>
                      <c:pt idx="1733">
                        <c:v>41144</c:v>
                      </c:pt>
                      <c:pt idx="1734">
                        <c:v>41145</c:v>
                      </c:pt>
                      <c:pt idx="1735">
                        <c:v>41148</c:v>
                      </c:pt>
                      <c:pt idx="1736">
                        <c:v>41149</c:v>
                      </c:pt>
                      <c:pt idx="1737">
                        <c:v>41150</c:v>
                      </c:pt>
                      <c:pt idx="1738">
                        <c:v>41151</c:v>
                      </c:pt>
                      <c:pt idx="1739">
                        <c:v>41152</c:v>
                      </c:pt>
                      <c:pt idx="1740">
                        <c:v>41155</c:v>
                      </c:pt>
                      <c:pt idx="1741">
                        <c:v>41156</c:v>
                      </c:pt>
                      <c:pt idx="1742">
                        <c:v>41157</c:v>
                      </c:pt>
                      <c:pt idx="1743">
                        <c:v>41158</c:v>
                      </c:pt>
                      <c:pt idx="1744">
                        <c:v>41159</c:v>
                      </c:pt>
                      <c:pt idx="1745">
                        <c:v>41162</c:v>
                      </c:pt>
                      <c:pt idx="1746">
                        <c:v>41163</c:v>
                      </c:pt>
                      <c:pt idx="1747">
                        <c:v>41164</c:v>
                      </c:pt>
                      <c:pt idx="1748">
                        <c:v>41165</c:v>
                      </c:pt>
                      <c:pt idx="1749">
                        <c:v>41166</c:v>
                      </c:pt>
                      <c:pt idx="1750">
                        <c:v>41169</c:v>
                      </c:pt>
                      <c:pt idx="1751">
                        <c:v>41170</c:v>
                      </c:pt>
                      <c:pt idx="1752">
                        <c:v>41171</c:v>
                      </c:pt>
                      <c:pt idx="1753">
                        <c:v>41172</c:v>
                      </c:pt>
                      <c:pt idx="1754">
                        <c:v>41173</c:v>
                      </c:pt>
                      <c:pt idx="1755">
                        <c:v>41176</c:v>
                      </c:pt>
                      <c:pt idx="1756">
                        <c:v>41177</c:v>
                      </c:pt>
                      <c:pt idx="1757">
                        <c:v>41178</c:v>
                      </c:pt>
                      <c:pt idx="1758">
                        <c:v>41179</c:v>
                      </c:pt>
                      <c:pt idx="1759">
                        <c:v>41180</c:v>
                      </c:pt>
                      <c:pt idx="1760">
                        <c:v>41183</c:v>
                      </c:pt>
                      <c:pt idx="1761">
                        <c:v>41184</c:v>
                      </c:pt>
                      <c:pt idx="1762">
                        <c:v>41185</c:v>
                      </c:pt>
                      <c:pt idx="1763">
                        <c:v>41186</c:v>
                      </c:pt>
                      <c:pt idx="1764">
                        <c:v>41187</c:v>
                      </c:pt>
                      <c:pt idx="1765">
                        <c:v>41190</c:v>
                      </c:pt>
                      <c:pt idx="1766">
                        <c:v>41191</c:v>
                      </c:pt>
                      <c:pt idx="1767">
                        <c:v>41192</c:v>
                      </c:pt>
                      <c:pt idx="1768">
                        <c:v>41193</c:v>
                      </c:pt>
                      <c:pt idx="1769">
                        <c:v>41194</c:v>
                      </c:pt>
                      <c:pt idx="1770">
                        <c:v>41197</c:v>
                      </c:pt>
                      <c:pt idx="1771">
                        <c:v>41198</c:v>
                      </c:pt>
                      <c:pt idx="1772">
                        <c:v>41199</c:v>
                      </c:pt>
                      <c:pt idx="1773">
                        <c:v>41200</c:v>
                      </c:pt>
                      <c:pt idx="1774">
                        <c:v>41201</c:v>
                      </c:pt>
                      <c:pt idx="1775">
                        <c:v>41204</c:v>
                      </c:pt>
                      <c:pt idx="1776">
                        <c:v>41205</c:v>
                      </c:pt>
                      <c:pt idx="1777">
                        <c:v>41206</c:v>
                      </c:pt>
                      <c:pt idx="1778">
                        <c:v>41207</c:v>
                      </c:pt>
                      <c:pt idx="1779">
                        <c:v>41208</c:v>
                      </c:pt>
                      <c:pt idx="1780">
                        <c:v>41211</c:v>
                      </c:pt>
                      <c:pt idx="1781">
                        <c:v>41212</c:v>
                      </c:pt>
                      <c:pt idx="1782">
                        <c:v>41213</c:v>
                      </c:pt>
                      <c:pt idx="1783">
                        <c:v>41214</c:v>
                      </c:pt>
                      <c:pt idx="1784">
                        <c:v>41215</c:v>
                      </c:pt>
                      <c:pt idx="1785">
                        <c:v>41218</c:v>
                      </c:pt>
                      <c:pt idx="1786">
                        <c:v>41219</c:v>
                      </c:pt>
                      <c:pt idx="1787">
                        <c:v>41220</c:v>
                      </c:pt>
                      <c:pt idx="1788">
                        <c:v>41221</c:v>
                      </c:pt>
                      <c:pt idx="1789">
                        <c:v>41222</c:v>
                      </c:pt>
                      <c:pt idx="1790">
                        <c:v>41225</c:v>
                      </c:pt>
                      <c:pt idx="1791">
                        <c:v>41226</c:v>
                      </c:pt>
                      <c:pt idx="1792">
                        <c:v>41227</c:v>
                      </c:pt>
                      <c:pt idx="1793">
                        <c:v>41228</c:v>
                      </c:pt>
                      <c:pt idx="1794">
                        <c:v>41229</c:v>
                      </c:pt>
                      <c:pt idx="1795">
                        <c:v>41232</c:v>
                      </c:pt>
                      <c:pt idx="1796">
                        <c:v>41233</c:v>
                      </c:pt>
                      <c:pt idx="1797">
                        <c:v>41234</c:v>
                      </c:pt>
                      <c:pt idx="1798">
                        <c:v>41235</c:v>
                      </c:pt>
                      <c:pt idx="1799">
                        <c:v>41236</c:v>
                      </c:pt>
                      <c:pt idx="1800">
                        <c:v>41239</c:v>
                      </c:pt>
                      <c:pt idx="1801">
                        <c:v>41240</c:v>
                      </c:pt>
                      <c:pt idx="1802">
                        <c:v>41241</c:v>
                      </c:pt>
                      <c:pt idx="1803">
                        <c:v>41242</c:v>
                      </c:pt>
                      <c:pt idx="1804">
                        <c:v>41243</c:v>
                      </c:pt>
                      <c:pt idx="1805">
                        <c:v>41246</c:v>
                      </c:pt>
                      <c:pt idx="1806">
                        <c:v>41247</c:v>
                      </c:pt>
                      <c:pt idx="1807">
                        <c:v>41248</c:v>
                      </c:pt>
                      <c:pt idx="1808">
                        <c:v>41249</c:v>
                      </c:pt>
                      <c:pt idx="1809">
                        <c:v>41250</c:v>
                      </c:pt>
                      <c:pt idx="1810">
                        <c:v>41253</c:v>
                      </c:pt>
                      <c:pt idx="1811">
                        <c:v>41254</c:v>
                      </c:pt>
                      <c:pt idx="1812">
                        <c:v>41255</c:v>
                      </c:pt>
                      <c:pt idx="1813">
                        <c:v>41256</c:v>
                      </c:pt>
                      <c:pt idx="1814">
                        <c:v>41257</c:v>
                      </c:pt>
                      <c:pt idx="1815">
                        <c:v>41260</c:v>
                      </c:pt>
                      <c:pt idx="1816">
                        <c:v>41261</c:v>
                      </c:pt>
                      <c:pt idx="1817">
                        <c:v>41262</c:v>
                      </c:pt>
                      <c:pt idx="1818">
                        <c:v>41263</c:v>
                      </c:pt>
                      <c:pt idx="1819">
                        <c:v>41264</c:v>
                      </c:pt>
                      <c:pt idx="1820">
                        <c:v>41267</c:v>
                      </c:pt>
                      <c:pt idx="1821">
                        <c:v>41268</c:v>
                      </c:pt>
                      <c:pt idx="1822">
                        <c:v>41269</c:v>
                      </c:pt>
                      <c:pt idx="1823">
                        <c:v>41270</c:v>
                      </c:pt>
                      <c:pt idx="1824">
                        <c:v>41271</c:v>
                      </c:pt>
                      <c:pt idx="1825">
                        <c:v>41274</c:v>
                      </c:pt>
                      <c:pt idx="1826">
                        <c:v>41275</c:v>
                      </c:pt>
                      <c:pt idx="1827">
                        <c:v>41276</c:v>
                      </c:pt>
                      <c:pt idx="1828">
                        <c:v>41277</c:v>
                      </c:pt>
                      <c:pt idx="1829">
                        <c:v>41278</c:v>
                      </c:pt>
                      <c:pt idx="1830">
                        <c:v>41281</c:v>
                      </c:pt>
                      <c:pt idx="1831">
                        <c:v>41282</c:v>
                      </c:pt>
                      <c:pt idx="1832">
                        <c:v>41283</c:v>
                      </c:pt>
                      <c:pt idx="1833">
                        <c:v>41284</c:v>
                      </c:pt>
                      <c:pt idx="1834">
                        <c:v>41285</c:v>
                      </c:pt>
                      <c:pt idx="1835">
                        <c:v>41288</c:v>
                      </c:pt>
                      <c:pt idx="1836">
                        <c:v>41289</c:v>
                      </c:pt>
                      <c:pt idx="1837">
                        <c:v>41290</c:v>
                      </c:pt>
                      <c:pt idx="1838">
                        <c:v>41291</c:v>
                      </c:pt>
                      <c:pt idx="1839">
                        <c:v>41292</c:v>
                      </c:pt>
                      <c:pt idx="1840">
                        <c:v>41295</c:v>
                      </c:pt>
                      <c:pt idx="1841">
                        <c:v>41296</c:v>
                      </c:pt>
                      <c:pt idx="1842">
                        <c:v>41297</c:v>
                      </c:pt>
                      <c:pt idx="1843">
                        <c:v>41298</c:v>
                      </c:pt>
                      <c:pt idx="1844">
                        <c:v>41299</c:v>
                      </c:pt>
                      <c:pt idx="1845">
                        <c:v>41302</c:v>
                      </c:pt>
                      <c:pt idx="1846">
                        <c:v>41303</c:v>
                      </c:pt>
                      <c:pt idx="1847">
                        <c:v>41304</c:v>
                      </c:pt>
                      <c:pt idx="1848">
                        <c:v>41305</c:v>
                      </c:pt>
                      <c:pt idx="1849">
                        <c:v>41306</c:v>
                      </c:pt>
                      <c:pt idx="1850">
                        <c:v>41309</c:v>
                      </c:pt>
                      <c:pt idx="1851">
                        <c:v>41310</c:v>
                      </c:pt>
                      <c:pt idx="1852">
                        <c:v>41311</c:v>
                      </c:pt>
                      <c:pt idx="1853">
                        <c:v>41312</c:v>
                      </c:pt>
                      <c:pt idx="1854">
                        <c:v>41313</c:v>
                      </c:pt>
                      <c:pt idx="1855">
                        <c:v>41316</c:v>
                      </c:pt>
                      <c:pt idx="1856">
                        <c:v>41317</c:v>
                      </c:pt>
                      <c:pt idx="1857">
                        <c:v>41318</c:v>
                      </c:pt>
                      <c:pt idx="1858">
                        <c:v>41319</c:v>
                      </c:pt>
                      <c:pt idx="1859">
                        <c:v>41320</c:v>
                      </c:pt>
                      <c:pt idx="1860">
                        <c:v>41323</c:v>
                      </c:pt>
                      <c:pt idx="1861">
                        <c:v>41324</c:v>
                      </c:pt>
                      <c:pt idx="1862">
                        <c:v>41325</c:v>
                      </c:pt>
                      <c:pt idx="1863">
                        <c:v>41326</c:v>
                      </c:pt>
                      <c:pt idx="1864">
                        <c:v>41327</c:v>
                      </c:pt>
                      <c:pt idx="1865">
                        <c:v>41330</c:v>
                      </c:pt>
                      <c:pt idx="1866">
                        <c:v>41331</c:v>
                      </c:pt>
                      <c:pt idx="1867">
                        <c:v>41332</c:v>
                      </c:pt>
                      <c:pt idx="1868">
                        <c:v>41333</c:v>
                      </c:pt>
                      <c:pt idx="1869">
                        <c:v>41334</c:v>
                      </c:pt>
                      <c:pt idx="1870">
                        <c:v>41337</c:v>
                      </c:pt>
                      <c:pt idx="1871">
                        <c:v>41338</c:v>
                      </c:pt>
                      <c:pt idx="1872">
                        <c:v>41339</c:v>
                      </c:pt>
                      <c:pt idx="1873">
                        <c:v>41340</c:v>
                      </c:pt>
                      <c:pt idx="1874">
                        <c:v>41341</c:v>
                      </c:pt>
                      <c:pt idx="1875">
                        <c:v>41344</c:v>
                      </c:pt>
                      <c:pt idx="1876">
                        <c:v>41345</c:v>
                      </c:pt>
                      <c:pt idx="1877">
                        <c:v>41346</c:v>
                      </c:pt>
                      <c:pt idx="1878">
                        <c:v>41347</c:v>
                      </c:pt>
                      <c:pt idx="1879">
                        <c:v>41348</c:v>
                      </c:pt>
                      <c:pt idx="1880">
                        <c:v>41351</c:v>
                      </c:pt>
                      <c:pt idx="1881">
                        <c:v>41352</c:v>
                      </c:pt>
                      <c:pt idx="1882">
                        <c:v>41353</c:v>
                      </c:pt>
                      <c:pt idx="1883">
                        <c:v>41354</c:v>
                      </c:pt>
                      <c:pt idx="1884">
                        <c:v>41355</c:v>
                      </c:pt>
                      <c:pt idx="1885">
                        <c:v>41358</c:v>
                      </c:pt>
                      <c:pt idx="1886">
                        <c:v>41359</c:v>
                      </c:pt>
                      <c:pt idx="1887">
                        <c:v>41360</c:v>
                      </c:pt>
                      <c:pt idx="1888">
                        <c:v>41361</c:v>
                      </c:pt>
                      <c:pt idx="1889">
                        <c:v>41362</c:v>
                      </c:pt>
                      <c:pt idx="1890">
                        <c:v>41365</c:v>
                      </c:pt>
                      <c:pt idx="1891">
                        <c:v>41366</c:v>
                      </c:pt>
                      <c:pt idx="1892">
                        <c:v>41367</c:v>
                      </c:pt>
                      <c:pt idx="1893">
                        <c:v>41368</c:v>
                      </c:pt>
                      <c:pt idx="1894">
                        <c:v>41369</c:v>
                      </c:pt>
                      <c:pt idx="1895">
                        <c:v>41372</c:v>
                      </c:pt>
                      <c:pt idx="1896">
                        <c:v>41373</c:v>
                      </c:pt>
                      <c:pt idx="1897">
                        <c:v>41374</c:v>
                      </c:pt>
                      <c:pt idx="1898">
                        <c:v>41375</c:v>
                      </c:pt>
                      <c:pt idx="1899">
                        <c:v>41376</c:v>
                      </c:pt>
                      <c:pt idx="1900">
                        <c:v>41379</c:v>
                      </c:pt>
                      <c:pt idx="1901">
                        <c:v>41380</c:v>
                      </c:pt>
                      <c:pt idx="1902">
                        <c:v>41381</c:v>
                      </c:pt>
                      <c:pt idx="1903">
                        <c:v>41382</c:v>
                      </c:pt>
                      <c:pt idx="1904">
                        <c:v>41383</c:v>
                      </c:pt>
                      <c:pt idx="1905">
                        <c:v>41386</c:v>
                      </c:pt>
                      <c:pt idx="1906">
                        <c:v>41387</c:v>
                      </c:pt>
                      <c:pt idx="1907">
                        <c:v>41388</c:v>
                      </c:pt>
                      <c:pt idx="1908">
                        <c:v>41389</c:v>
                      </c:pt>
                      <c:pt idx="1909">
                        <c:v>41390</c:v>
                      </c:pt>
                      <c:pt idx="1910">
                        <c:v>41393</c:v>
                      </c:pt>
                      <c:pt idx="1911">
                        <c:v>41394</c:v>
                      </c:pt>
                      <c:pt idx="1912">
                        <c:v>41395</c:v>
                      </c:pt>
                      <c:pt idx="1913">
                        <c:v>41396</c:v>
                      </c:pt>
                      <c:pt idx="1914">
                        <c:v>41397</c:v>
                      </c:pt>
                      <c:pt idx="1915">
                        <c:v>41400</c:v>
                      </c:pt>
                      <c:pt idx="1916">
                        <c:v>41401</c:v>
                      </c:pt>
                      <c:pt idx="1917">
                        <c:v>41402</c:v>
                      </c:pt>
                      <c:pt idx="1918">
                        <c:v>41403</c:v>
                      </c:pt>
                      <c:pt idx="1919">
                        <c:v>41404</c:v>
                      </c:pt>
                      <c:pt idx="1920">
                        <c:v>41407</c:v>
                      </c:pt>
                      <c:pt idx="1921">
                        <c:v>41408</c:v>
                      </c:pt>
                      <c:pt idx="1922">
                        <c:v>41409</c:v>
                      </c:pt>
                      <c:pt idx="1923">
                        <c:v>41410</c:v>
                      </c:pt>
                      <c:pt idx="1924">
                        <c:v>41411</c:v>
                      </c:pt>
                      <c:pt idx="1925">
                        <c:v>41414</c:v>
                      </c:pt>
                      <c:pt idx="1926">
                        <c:v>41415</c:v>
                      </c:pt>
                      <c:pt idx="1927">
                        <c:v>41416</c:v>
                      </c:pt>
                      <c:pt idx="1928">
                        <c:v>41417</c:v>
                      </c:pt>
                      <c:pt idx="1929">
                        <c:v>41418</c:v>
                      </c:pt>
                      <c:pt idx="1930">
                        <c:v>41421</c:v>
                      </c:pt>
                      <c:pt idx="1931">
                        <c:v>41422</c:v>
                      </c:pt>
                      <c:pt idx="1932">
                        <c:v>41423</c:v>
                      </c:pt>
                      <c:pt idx="1933">
                        <c:v>41424</c:v>
                      </c:pt>
                      <c:pt idx="1934">
                        <c:v>41425</c:v>
                      </c:pt>
                      <c:pt idx="1935">
                        <c:v>41428</c:v>
                      </c:pt>
                      <c:pt idx="1936">
                        <c:v>41429</c:v>
                      </c:pt>
                      <c:pt idx="1937">
                        <c:v>41430</c:v>
                      </c:pt>
                      <c:pt idx="1938">
                        <c:v>41431</c:v>
                      </c:pt>
                      <c:pt idx="1939">
                        <c:v>41432</c:v>
                      </c:pt>
                      <c:pt idx="1940">
                        <c:v>41435</c:v>
                      </c:pt>
                      <c:pt idx="1941">
                        <c:v>41436</c:v>
                      </c:pt>
                      <c:pt idx="1942">
                        <c:v>41437</c:v>
                      </c:pt>
                      <c:pt idx="1943">
                        <c:v>41438</c:v>
                      </c:pt>
                      <c:pt idx="1944">
                        <c:v>41439</c:v>
                      </c:pt>
                      <c:pt idx="1945">
                        <c:v>41442</c:v>
                      </c:pt>
                      <c:pt idx="1946">
                        <c:v>41443</c:v>
                      </c:pt>
                      <c:pt idx="1947">
                        <c:v>41444</c:v>
                      </c:pt>
                      <c:pt idx="1948">
                        <c:v>41445</c:v>
                      </c:pt>
                      <c:pt idx="1949">
                        <c:v>41446</c:v>
                      </c:pt>
                      <c:pt idx="1950">
                        <c:v>41449</c:v>
                      </c:pt>
                      <c:pt idx="1951">
                        <c:v>41450</c:v>
                      </c:pt>
                      <c:pt idx="1952">
                        <c:v>41451</c:v>
                      </c:pt>
                      <c:pt idx="1953">
                        <c:v>41452</c:v>
                      </c:pt>
                      <c:pt idx="1954">
                        <c:v>41453</c:v>
                      </c:pt>
                      <c:pt idx="1955">
                        <c:v>41456</c:v>
                      </c:pt>
                      <c:pt idx="1956">
                        <c:v>41457</c:v>
                      </c:pt>
                      <c:pt idx="1957">
                        <c:v>41458</c:v>
                      </c:pt>
                      <c:pt idx="1958">
                        <c:v>41459</c:v>
                      </c:pt>
                      <c:pt idx="1959">
                        <c:v>41460</c:v>
                      </c:pt>
                      <c:pt idx="1960">
                        <c:v>41463</c:v>
                      </c:pt>
                      <c:pt idx="1961">
                        <c:v>41464</c:v>
                      </c:pt>
                      <c:pt idx="1962">
                        <c:v>41465</c:v>
                      </c:pt>
                      <c:pt idx="1963">
                        <c:v>41466</c:v>
                      </c:pt>
                      <c:pt idx="1964">
                        <c:v>41467</c:v>
                      </c:pt>
                      <c:pt idx="1965">
                        <c:v>41470</c:v>
                      </c:pt>
                      <c:pt idx="1966">
                        <c:v>41471</c:v>
                      </c:pt>
                      <c:pt idx="1967">
                        <c:v>41472</c:v>
                      </c:pt>
                      <c:pt idx="1968">
                        <c:v>41473</c:v>
                      </c:pt>
                      <c:pt idx="1969">
                        <c:v>41474</c:v>
                      </c:pt>
                      <c:pt idx="1970">
                        <c:v>41477</c:v>
                      </c:pt>
                      <c:pt idx="1971">
                        <c:v>41478</c:v>
                      </c:pt>
                      <c:pt idx="1972">
                        <c:v>41479</c:v>
                      </c:pt>
                      <c:pt idx="1973">
                        <c:v>41480</c:v>
                      </c:pt>
                      <c:pt idx="1974">
                        <c:v>41481</c:v>
                      </c:pt>
                      <c:pt idx="1975">
                        <c:v>41484</c:v>
                      </c:pt>
                      <c:pt idx="1976">
                        <c:v>41485</c:v>
                      </c:pt>
                      <c:pt idx="1977">
                        <c:v>41486</c:v>
                      </c:pt>
                      <c:pt idx="1978">
                        <c:v>41487</c:v>
                      </c:pt>
                      <c:pt idx="1979">
                        <c:v>41488</c:v>
                      </c:pt>
                      <c:pt idx="1980">
                        <c:v>41491</c:v>
                      </c:pt>
                      <c:pt idx="1981">
                        <c:v>41492</c:v>
                      </c:pt>
                      <c:pt idx="1982">
                        <c:v>41493</c:v>
                      </c:pt>
                      <c:pt idx="1983">
                        <c:v>41494</c:v>
                      </c:pt>
                      <c:pt idx="1984">
                        <c:v>41495</c:v>
                      </c:pt>
                      <c:pt idx="1985">
                        <c:v>41498</c:v>
                      </c:pt>
                      <c:pt idx="1986">
                        <c:v>41499</c:v>
                      </c:pt>
                      <c:pt idx="1987">
                        <c:v>41500</c:v>
                      </c:pt>
                      <c:pt idx="1988">
                        <c:v>41501</c:v>
                      </c:pt>
                      <c:pt idx="1989">
                        <c:v>41502</c:v>
                      </c:pt>
                      <c:pt idx="1990">
                        <c:v>41505</c:v>
                      </c:pt>
                      <c:pt idx="1991">
                        <c:v>41506</c:v>
                      </c:pt>
                      <c:pt idx="1992">
                        <c:v>41507</c:v>
                      </c:pt>
                      <c:pt idx="1993">
                        <c:v>41508</c:v>
                      </c:pt>
                      <c:pt idx="1994">
                        <c:v>41509</c:v>
                      </c:pt>
                      <c:pt idx="1995">
                        <c:v>41512</c:v>
                      </c:pt>
                      <c:pt idx="1996">
                        <c:v>41513</c:v>
                      </c:pt>
                      <c:pt idx="1997">
                        <c:v>41514</c:v>
                      </c:pt>
                      <c:pt idx="1998">
                        <c:v>41515</c:v>
                      </c:pt>
                      <c:pt idx="1999">
                        <c:v>41516</c:v>
                      </c:pt>
                      <c:pt idx="2000">
                        <c:v>41519</c:v>
                      </c:pt>
                      <c:pt idx="2001">
                        <c:v>41520</c:v>
                      </c:pt>
                      <c:pt idx="2002">
                        <c:v>41521</c:v>
                      </c:pt>
                      <c:pt idx="2003">
                        <c:v>41522</c:v>
                      </c:pt>
                      <c:pt idx="2004">
                        <c:v>41523</c:v>
                      </c:pt>
                      <c:pt idx="2005">
                        <c:v>41526</c:v>
                      </c:pt>
                      <c:pt idx="2006">
                        <c:v>41527</c:v>
                      </c:pt>
                      <c:pt idx="2007">
                        <c:v>41528</c:v>
                      </c:pt>
                      <c:pt idx="2008">
                        <c:v>41529</c:v>
                      </c:pt>
                      <c:pt idx="2009">
                        <c:v>41530</c:v>
                      </c:pt>
                      <c:pt idx="2010">
                        <c:v>41533</c:v>
                      </c:pt>
                      <c:pt idx="2011">
                        <c:v>41534</c:v>
                      </c:pt>
                      <c:pt idx="2012">
                        <c:v>41535</c:v>
                      </c:pt>
                      <c:pt idx="2013">
                        <c:v>41536</c:v>
                      </c:pt>
                      <c:pt idx="2014">
                        <c:v>41537</c:v>
                      </c:pt>
                      <c:pt idx="2015">
                        <c:v>41540</c:v>
                      </c:pt>
                      <c:pt idx="2016">
                        <c:v>41541</c:v>
                      </c:pt>
                      <c:pt idx="2017">
                        <c:v>41542</c:v>
                      </c:pt>
                      <c:pt idx="2018">
                        <c:v>41543</c:v>
                      </c:pt>
                      <c:pt idx="2019">
                        <c:v>41544</c:v>
                      </c:pt>
                      <c:pt idx="2020">
                        <c:v>41547</c:v>
                      </c:pt>
                      <c:pt idx="2021">
                        <c:v>41548</c:v>
                      </c:pt>
                      <c:pt idx="2022">
                        <c:v>41549</c:v>
                      </c:pt>
                      <c:pt idx="2023">
                        <c:v>41550</c:v>
                      </c:pt>
                      <c:pt idx="2024">
                        <c:v>41551</c:v>
                      </c:pt>
                      <c:pt idx="2025">
                        <c:v>41554</c:v>
                      </c:pt>
                      <c:pt idx="2026">
                        <c:v>41555</c:v>
                      </c:pt>
                      <c:pt idx="2027">
                        <c:v>41556</c:v>
                      </c:pt>
                      <c:pt idx="2028">
                        <c:v>41557</c:v>
                      </c:pt>
                      <c:pt idx="2029">
                        <c:v>41558</c:v>
                      </c:pt>
                      <c:pt idx="2030">
                        <c:v>41561</c:v>
                      </c:pt>
                      <c:pt idx="2031">
                        <c:v>41562</c:v>
                      </c:pt>
                      <c:pt idx="2032">
                        <c:v>41563</c:v>
                      </c:pt>
                      <c:pt idx="2033">
                        <c:v>41564</c:v>
                      </c:pt>
                      <c:pt idx="2034">
                        <c:v>41565</c:v>
                      </c:pt>
                      <c:pt idx="2035">
                        <c:v>41568</c:v>
                      </c:pt>
                      <c:pt idx="2036">
                        <c:v>41569</c:v>
                      </c:pt>
                      <c:pt idx="2037">
                        <c:v>41570</c:v>
                      </c:pt>
                      <c:pt idx="2038">
                        <c:v>41571</c:v>
                      </c:pt>
                      <c:pt idx="2039">
                        <c:v>41572</c:v>
                      </c:pt>
                      <c:pt idx="2040">
                        <c:v>41575</c:v>
                      </c:pt>
                      <c:pt idx="2041">
                        <c:v>41576</c:v>
                      </c:pt>
                      <c:pt idx="2042">
                        <c:v>41577</c:v>
                      </c:pt>
                      <c:pt idx="2043">
                        <c:v>41578</c:v>
                      </c:pt>
                      <c:pt idx="2044">
                        <c:v>41579</c:v>
                      </c:pt>
                      <c:pt idx="2045">
                        <c:v>41582</c:v>
                      </c:pt>
                      <c:pt idx="2046">
                        <c:v>41583</c:v>
                      </c:pt>
                      <c:pt idx="2047">
                        <c:v>41584</c:v>
                      </c:pt>
                      <c:pt idx="2048">
                        <c:v>41585</c:v>
                      </c:pt>
                      <c:pt idx="2049">
                        <c:v>41586</c:v>
                      </c:pt>
                      <c:pt idx="2050">
                        <c:v>41589</c:v>
                      </c:pt>
                      <c:pt idx="2051">
                        <c:v>41590</c:v>
                      </c:pt>
                      <c:pt idx="2052">
                        <c:v>41591</c:v>
                      </c:pt>
                      <c:pt idx="2053">
                        <c:v>41592</c:v>
                      </c:pt>
                      <c:pt idx="2054">
                        <c:v>41593</c:v>
                      </c:pt>
                      <c:pt idx="2055">
                        <c:v>41596</c:v>
                      </c:pt>
                      <c:pt idx="2056">
                        <c:v>41597</c:v>
                      </c:pt>
                      <c:pt idx="2057">
                        <c:v>41598</c:v>
                      </c:pt>
                      <c:pt idx="2058">
                        <c:v>41599</c:v>
                      </c:pt>
                      <c:pt idx="2059">
                        <c:v>41600</c:v>
                      </c:pt>
                      <c:pt idx="2060">
                        <c:v>41603</c:v>
                      </c:pt>
                      <c:pt idx="2061">
                        <c:v>41604</c:v>
                      </c:pt>
                      <c:pt idx="2062">
                        <c:v>41605</c:v>
                      </c:pt>
                      <c:pt idx="2063">
                        <c:v>41606</c:v>
                      </c:pt>
                      <c:pt idx="2064">
                        <c:v>41607</c:v>
                      </c:pt>
                      <c:pt idx="2065">
                        <c:v>41610</c:v>
                      </c:pt>
                      <c:pt idx="2066">
                        <c:v>41611</c:v>
                      </c:pt>
                      <c:pt idx="2067">
                        <c:v>41612</c:v>
                      </c:pt>
                      <c:pt idx="2068">
                        <c:v>41613</c:v>
                      </c:pt>
                      <c:pt idx="2069">
                        <c:v>41614</c:v>
                      </c:pt>
                      <c:pt idx="2070">
                        <c:v>41617</c:v>
                      </c:pt>
                      <c:pt idx="2071">
                        <c:v>41618</c:v>
                      </c:pt>
                      <c:pt idx="2072">
                        <c:v>41619</c:v>
                      </c:pt>
                      <c:pt idx="2073">
                        <c:v>41620</c:v>
                      </c:pt>
                      <c:pt idx="2074">
                        <c:v>41621</c:v>
                      </c:pt>
                      <c:pt idx="2075">
                        <c:v>41624</c:v>
                      </c:pt>
                      <c:pt idx="2076">
                        <c:v>41625</c:v>
                      </c:pt>
                      <c:pt idx="2077">
                        <c:v>41626</c:v>
                      </c:pt>
                      <c:pt idx="2078">
                        <c:v>41627</c:v>
                      </c:pt>
                      <c:pt idx="2079">
                        <c:v>41628</c:v>
                      </c:pt>
                      <c:pt idx="2080">
                        <c:v>41631</c:v>
                      </c:pt>
                      <c:pt idx="2081">
                        <c:v>41632</c:v>
                      </c:pt>
                      <c:pt idx="2082">
                        <c:v>41633</c:v>
                      </c:pt>
                      <c:pt idx="2083">
                        <c:v>41634</c:v>
                      </c:pt>
                      <c:pt idx="2084">
                        <c:v>41635</c:v>
                      </c:pt>
                      <c:pt idx="2085">
                        <c:v>41638</c:v>
                      </c:pt>
                      <c:pt idx="2086">
                        <c:v>41639</c:v>
                      </c:pt>
                      <c:pt idx="2087">
                        <c:v>41640</c:v>
                      </c:pt>
                      <c:pt idx="2088">
                        <c:v>41641</c:v>
                      </c:pt>
                      <c:pt idx="2089">
                        <c:v>41642</c:v>
                      </c:pt>
                      <c:pt idx="2090">
                        <c:v>41645</c:v>
                      </c:pt>
                      <c:pt idx="2091">
                        <c:v>41646</c:v>
                      </c:pt>
                      <c:pt idx="2092">
                        <c:v>41647</c:v>
                      </c:pt>
                      <c:pt idx="2093">
                        <c:v>41648</c:v>
                      </c:pt>
                      <c:pt idx="2094">
                        <c:v>41649</c:v>
                      </c:pt>
                      <c:pt idx="2095">
                        <c:v>41652</c:v>
                      </c:pt>
                      <c:pt idx="2096">
                        <c:v>41653</c:v>
                      </c:pt>
                      <c:pt idx="2097">
                        <c:v>41654</c:v>
                      </c:pt>
                      <c:pt idx="2098">
                        <c:v>41655</c:v>
                      </c:pt>
                      <c:pt idx="2099">
                        <c:v>41656</c:v>
                      </c:pt>
                      <c:pt idx="2100">
                        <c:v>41659</c:v>
                      </c:pt>
                      <c:pt idx="2101">
                        <c:v>41660</c:v>
                      </c:pt>
                      <c:pt idx="2102">
                        <c:v>41661</c:v>
                      </c:pt>
                      <c:pt idx="2103">
                        <c:v>41662</c:v>
                      </c:pt>
                      <c:pt idx="2104">
                        <c:v>41663</c:v>
                      </c:pt>
                      <c:pt idx="2105">
                        <c:v>41666</c:v>
                      </c:pt>
                      <c:pt idx="2106">
                        <c:v>41667</c:v>
                      </c:pt>
                      <c:pt idx="2107">
                        <c:v>41668</c:v>
                      </c:pt>
                      <c:pt idx="2108">
                        <c:v>41669</c:v>
                      </c:pt>
                      <c:pt idx="2109">
                        <c:v>41670</c:v>
                      </c:pt>
                      <c:pt idx="2110">
                        <c:v>41673</c:v>
                      </c:pt>
                      <c:pt idx="2111">
                        <c:v>41674</c:v>
                      </c:pt>
                      <c:pt idx="2112">
                        <c:v>41675</c:v>
                      </c:pt>
                      <c:pt idx="2113">
                        <c:v>41676</c:v>
                      </c:pt>
                      <c:pt idx="2114">
                        <c:v>41677</c:v>
                      </c:pt>
                      <c:pt idx="2115">
                        <c:v>41680</c:v>
                      </c:pt>
                      <c:pt idx="2116">
                        <c:v>41681</c:v>
                      </c:pt>
                      <c:pt idx="2117">
                        <c:v>41682</c:v>
                      </c:pt>
                      <c:pt idx="2118">
                        <c:v>41683</c:v>
                      </c:pt>
                      <c:pt idx="2119">
                        <c:v>41684</c:v>
                      </c:pt>
                      <c:pt idx="2120">
                        <c:v>41687</c:v>
                      </c:pt>
                      <c:pt idx="2121">
                        <c:v>41688</c:v>
                      </c:pt>
                      <c:pt idx="2122">
                        <c:v>41689</c:v>
                      </c:pt>
                      <c:pt idx="2123">
                        <c:v>41690</c:v>
                      </c:pt>
                      <c:pt idx="2124">
                        <c:v>41691</c:v>
                      </c:pt>
                      <c:pt idx="2125">
                        <c:v>41694</c:v>
                      </c:pt>
                      <c:pt idx="2126">
                        <c:v>41695</c:v>
                      </c:pt>
                      <c:pt idx="2127">
                        <c:v>41696</c:v>
                      </c:pt>
                      <c:pt idx="2128">
                        <c:v>41697</c:v>
                      </c:pt>
                      <c:pt idx="2129">
                        <c:v>41698</c:v>
                      </c:pt>
                      <c:pt idx="2130">
                        <c:v>41701</c:v>
                      </c:pt>
                      <c:pt idx="2131">
                        <c:v>41702</c:v>
                      </c:pt>
                      <c:pt idx="2132">
                        <c:v>41703</c:v>
                      </c:pt>
                      <c:pt idx="2133">
                        <c:v>41704</c:v>
                      </c:pt>
                      <c:pt idx="2134">
                        <c:v>41705</c:v>
                      </c:pt>
                      <c:pt idx="2135">
                        <c:v>41708</c:v>
                      </c:pt>
                      <c:pt idx="2136">
                        <c:v>41709</c:v>
                      </c:pt>
                      <c:pt idx="2137">
                        <c:v>41710</c:v>
                      </c:pt>
                      <c:pt idx="2138">
                        <c:v>41711</c:v>
                      </c:pt>
                      <c:pt idx="2139">
                        <c:v>41712</c:v>
                      </c:pt>
                      <c:pt idx="2140">
                        <c:v>41715</c:v>
                      </c:pt>
                      <c:pt idx="2141">
                        <c:v>41716</c:v>
                      </c:pt>
                      <c:pt idx="2142">
                        <c:v>41717</c:v>
                      </c:pt>
                      <c:pt idx="2143">
                        <c:v>41718</c:v>
                      </c:pt>
                      <c:pt idx="2144">
                        <c:v>41719</c:v>
                      </c:pt>
                      <c:pt idx="2145">
                        <c:v>41722</c:v>
                      </c:pt>
                      <c:pt idx="2146">
                        <c:v>41723</c:v>
                      </c:pt>
                      <c:pt idx="2147">
                        <c:v>41724</c:v>
                      </c:pt>
                      <c:pt idx="2148">
                        <c:v>41725</c:v>
                      </c:pt>
                      <c:pt idx="2149">
                        <c:v>41726</c:v>
                      </c:pt>
                      <c:pt idx="2150">
                        <c:v>41729</c:v>
                      </c:pt>
                      <c:pt idx="2151">
                        <c:v>41730</c:v>
                      </c:pt>
                      <c:pt idx="2152">
                        <c:v>41731</c:v>
                      </c:pt>
                      <c:pt idx="2153">
                        <c:v>41732</c:v>
                      </c:pt>
                      <c:pt idx="2154">
                        <c:v>41733</c:v>
                      </c:pt>
                      <c:pt idx="2155">
                        <c:v>41736</c:v>
                      </c:pt>
                      <c:pt idx="2156">
                        <c:v>41737</c:v>
                      </c:pt>
                      <c:pt idx="2157">
                        <c:v>41738</c:v>
                      </c:pt>
                      <c:pt idx="2158">
                        <c:v>41739</c:v>
                      </c:pt>
                      <c:pt idx="2159">
                        <c:v>41740</c:v>
                      </c:pt>
                      <c:pt idx="2160">
                        <c:v>41743</c:v>
                      </c:pt>
                      <c:pt idx="2161">
                        <c:v>41744</c:v>
                      </c:pt>
                      <c:pt idx="2162">
                        <c:v>41745</c:v>
                      </c:pt>
                      <c:pt idx="2163">
                        <c:v>41746</c:v>
                      </c:pt>
                      <c:pt idx="2164">
                        <c:v>41747</c:v>
                      </c:pt>
                      <c:pt idx="2165">
                        <c:v>41750</c:v>
                      </c:pt>
                      <c:pt idx="2166">
                        <c:v>41751</c:v>
                      </c:pt>
                      <c:pt idx="2167">
                        <c:v>41752</c:v>
                      </c:pt>
                      <c:pt idx="2168">
                        <c:v>41753</c:v>
                      </c:pt>
                      <c:pt idx="2169">
                        <c:v>41754</c:v>
                      </c:pt>
                      <c:pt idx="2170">
                        <c:v>41757</c:v>
                      </c:pt>
                      <c:pt idx="2171">
                        <c:v>41758</c:v>
                      </c:pt>
                      <c:pt idx="2172">
                        <c:v>41759</c:v>
                      </c:pt>
                      <c:pt idx="2173">
                        <c:v>41760</c:v>
                      </c:pt>
                      <c:pt idx="2174">
                        <c:v>41761</c:v>
                      </c:pt>
                      <c:pt idx="2175">
                        <c:v>41764</c:v>
                      </c:pt>
                      <c:pt idx="2176">
                        <c:v>41765</c:v>
                      </c:pt>
                      <c:pt idx="2177">
                        <c:v>41766</c:v>
                      </c:pt>
                      <c:pt idx="2178">
                        <c:v>41767</c:v>
                      </c:pt>
                      <c:pt idx="2179">
                        <c:v>41768</c:v>
                      </c:pt>
                      <c:pt idx="2180">
                        <c:v>41771</c:v>
                      </c:pt>
                      <c:pt idx="2181">
                        <c:v>41772</c:v>
                      </c:pt>
                      <c:pt idx="2182">
                        <c:v>41773</c:v>
                      </c:pt>
                      <c:pt idx="2183">
                        <c:v>41774</c:v>
                      </c:pt>
                      <c:pt idx="2184">
                        <c:v>41775</c:v>
                      </c:pt>
                      <c:pt idx="2185">
                        <c:v>41778</c:v>
                      </c:pt>
                      <c:pt idx="2186">
                        <c:v>41779</c:v>
                      </c:pt>
                      <c:pt idx="2187">
                        <c:v>41780</c:v>
                      </c:pt>
                      <c:pt idx="2188">
                        <c:v>41781</c:v>
                      </c:pt>
                      <c:pt idx="2189">
                        <c:v>41782</c:v>
                      </c:pt>
                      <c:pt idx="2190">
                        <c:v>41785</c:v>
                      </c:pt>
                      <c:pt idx="2191">
                        <c:v>41786</c:v>
                      </c:pt>
                      <c:pt idx="2192">
                        <c:v>41787</c:v>
                      </c:pt>
                      <c:pt idx="2193">
                        <c:v>41788</c:v>
                      </c:pt>
                      <c:pt idx="2194">
                        <c:v>41789</c:v>
                      </c:pt>
                      <c:pt idx="2195">
                        <c:v>41792</c:v>
                      </c:pt>
                      <c:pt idx="2196">
                        <c:v>41793</c:v>
                      </c:pt>
                      <c:pt idx="2197">
                        <c:v>41794</c:v>
                      </c:pt>
                      <c:pt idx="2198">
                        <c:v>41795</c:v>
                      </c:pt>
                      <c:pt idx="2199">
                        <c:v>41796</c:v>
                      </c:pt>
                      <c:pt idx="2200">
                        <c:v>41799</c:v>
                      </c:pt>
                      <c:pt idx="2201">
                        <c:v>41800</c:v>
                      </c:pt>
                      <c:pt idx="2202">
                        <c:v>41801</c:v>
                      </c:pt>
                      <c:pt idx="2203">
                        <c:v>41802</c:v>
                      </c:pt>
                      <c:pt idx="2204">
                        <c:v>41803</c:v>
                      </c:pt>
                      <c:pt idx="2205">
                        <c:v>41806</c:v>
                      </c:pt>
                      <c:pt idx="2206">
                        <c:v>41807</c:v>
                      </c:pt>
                      <c:pt idx="2207">
                        <c:v>41808</c:v>
                      </c:pt>
                      <c:pt idx="2208">
                        <c:v>41809</c:v>
                      </c:pt>
                      <c:pt idx="2209">
                        <c:v>41810</c:v>
                      </c:pt>
                      <c:pt idx="2210">
                        <c:v>41813</c:v>
                      </c:pt>
                      <c:pt idx="2211">
                        <c:v>41814</c:v>
                      </c:pt>
                      <c:pt idx="2212">
                        <c:v>41815</c:v>
                      </c:pt>
                      <c:pt idx="2213">
                        <c:v>41816</c:v>
                      </c:pt>
                      <c:pt idx="2214">
                        <c:v>41817</c:v>
                      </c:pt>
                      <c:pt idx="2215">
                        <c:v>41820</c:v>
                      </c:pt>
                      <c:pt idx="2216">
                        <c:v>41821</c:v>
                      </c:pt>
                      <c:pt idx="2217">
                        <c:v>41822</c:v>
                      </c:pt>
                      <c:pt idx="2218">
                        <c:v>41823</c:v>
                      </c:pt>
                      <c:pt idx="2219">
                        <c:v>41824</c:v>
                      </c:pt>
                      <c:pt idx="2220">
                        <c:v>41827</c:v>
                      </c:pt>
                      <c:pt idx="2221">
                        <c:v>41828</c:v>
                      </c:pt>
                      <c:pt idx="2222">
                        <c:v>41829</c:v>
                      </c:pt>
                      <c:pt idx="2223">
                        <c:v>41830</c:v>
                      </c:pt>
                      <c:pt idx="2224">
                        <c:v>41831</c:v>
                      </c:pt>
                      <c:pt idx="2225">
                        <c:v>41834</c:v>
                      </c:pt>
                      <c:pt idx="2226">
                        <c:v>41835</c:v>
                      </c:pt>
                      <c:pt idx="2227">
                        <c:v>41836</c:v>
                      </c:pt>
                      <c:pt idx="2228">
                        <c:v>41837</c:v>
                      </c:pt>
                      <c:pt idx="2229">
                        <c:v>41838</c:v>
                      </c:pt>
                      <c:pt idx="2230">
                        <c:v>41841</c:v>
                      </c:pt>
                      <c:pt idx="2231">
                        <c:v>41842</c:v>
                      </c:pt>
                      <c:pt idx="2232">
                        <c:v>41843</c:v>
                      </c:pt>
                      <c:pt idx="2233">
                        <c:v>41844</c:v>
                      </c:pt>
                      <c:pt idx="2234">
                        <c:v>41845</c:v>
                      </c:pt>
                      <c:pt idx="2235">
                        <c:v>41848</c:v>
                      </c:pt>
                      <c:pt idx="2236">
                        <c:v>41849</c:v>
                      </c:pt>
                      <c:pt idx="2237">
                        <c:v>41850</c:v>
                      </c:pt>
                      <c:pt idx="2238">
                        <c:v>41851</c:v>
                      </c:pt>
                      <c:pt idx="2239">
                        <c:v>41852</c:v>
                      </c:pt>
                      <c:pt idx="2240">
                        <c:v>41855</c:v>
                      </c:pt>
                      <c:pt idx="2241">
                        <c:v>41856</c:v>
                      </c:pt>
                      <c:pt idx="2242">
                        <c:v>41857</c:v>
                      </c:pt>
                      <c:pt idx="2243">
                        <c:v>41858</c:v>
                      </c:pt>
                      <c:pt idx="2244">
                        <c:v>41859</c:v>
                      </c:pt>
                      <c:pt idx="2245">
                        <c:v>41862</c:v>
                      </c:pt>
                      <c:pt idx="2246">
                        <c:v>41863</c:v>
                      </c:pt>
                      <c:pt idx="2247">
                        <c:v>41864</c:v>
                      </c:pt>
                      <c:pt idx="2248">
                        <c:v>41865</c:v>
                      </c:pt>
                      <c:pt idx="2249">
                        <c:v>41866</c:v>
                      </c:pt>
                      <c:pt idx="2250">
                        <c:v>41869</c:v>
                      </c:pt>
                      <c:pt idx="2251">
                        <c:v>41870</c:v>
                      </c:pt>
                      <c:pt idx="2252">
                        <c:v>41871</c:v>
                      </c:pt>
                      <c:pt idx="2253">
                        <c:v>41872</c:v>
                      </c:pt>
                      <c:pt idx="2254">
                        <c:v>41873</c:v>
                      </c:pt>
                      <c:pt idx="2255">
                        <c:v>41876</c:v>
                      </c:pt>
                      <c:pt idx="2256">
                        <c:v>41877</c:v>
                      </c:pt>
                      <c:pt idx="2257">
                        <c:v>41878</c:v>
                      </c:pt>
                      <c:pt idx="2258">
                        <c:v>41879</c:v>
                      </c:pt>
                      <c:pt idx="2259">
                        <c:v>41880</c:v>
                      </c:pt>
                      <c:pt idx="2260">
                        <c:v>41883</c:v>
                      </c:pt>
                      <c:pt idx="2261">
                        <c:v>41884</c:v>
                      </c:pt>
                      <c:pt idx="2262">
                        <c:v>41885</c:v>
                      </c:pt>
                      <c:pt idx="2263">
                        <c:v>41886</c:v>
                      </c:pt>
                      <c:pt idx="2264">
                        <c:v>41887</c:v>
                      </c:pt>
                      <c:pt idx="2265">
                        <c:v>41890</c:v>
                      </c:pt>
                      <c:pt idx="2266">
                        <c:v>41891</c:v>
                      </c:pt>
                      <c:pt idx="2267">
                        <c:v>41892</c:v>
                      </c:pt>
                      <c:pt idx="2268">
                        <c:v>41893</c:v>
                      </c:pt>
                      <c:pt idx="2269">
                        <c:v>41894</c:v>
                      </c:pt>
                      <c:pt idx="2270">
                        <c:v>41897</c:v>
                      </c:pt>
                      <c:pt idx="2271">
                        <c:v>41898</c:v>
                      </c:pt>
                      <c:pt idx="2272">
                        <c:v>41899</c:v>
                      </c:pt>
                      <c:pt idx="2273">
                        <c:v>41900</c:v>
                      </c:pt>
                      <c:pt idx="2274">
                        <c:v>41901</c:v>
                      </c:pt>
                      <c:pt idx="2275">
                        <c:v>41904</c:v>
                      </c:pt>
                      <c:pt idx="2276">
                        <c:v>41905</c:v>
                      </c:pt>
                      <c:pt idx="2277">
                        <c:v>41906</c:v>
                      </c:pt>
                      <c:pt idx="2278">
                        <c:v>41907</c:v>
                      </c:pt>
                      <c:pt idx="2279">
                        <c:v>41908</c:v>
                      </c:pt>
                      <c:pt idx="2280">
                        <c:v>41911</c:v>
                      </c:pt>
                      <c:pt idx="2281">
                        <c:v>41912</c:v>
                      </c:pt>
                      <c:pt idx="2282">
                        <c:v>41913</c:v>
                      </c:pt>
                      <c:pt idx="2283">
                        <c:v>41914</c:v>
                      </c:pt>
                      <c:pt idx="2284">
                        <c:v>41915</c:v>
                      </c:pt>
                      <c:pt idx="2285">
                        <c:v>41918</c:v>
                      </c:pt>
                      <c:pt idx="2286">
                        <c:v>41919</c:v>
                      </c:pt>
                      <c:pt idx="2287">
                        <c:v>41920</c:v>
                      </c:pt>
                      <c:pt idx="2288">
                        <c:v>41921</c:v>
                      </c:pt>
                      <c:pt idx="2289">
                        <c:v>41922</c:v>
                      </c:pt>
                      <c:pt idx="2290">
                        <c:v>41925</c:v>
                      </c:pt>
                      <c:pt idx="2291">
                        <c:v>41926</c:v>
                      </c:pt>
                      <c:pt idx="2292">
                        <c:v>41927</c:v>
                      </c:pt>
                      <c:pt idx="2293">
                        <c:v>41928</c:v>
                      </c:pt>
                      <c:pt idx="2294">
                        <c:v>41929</c:v>
                      </c:pt>
                      <c:pt idx="2295">
                        <c:v>41932</c:v>
                      </c:pt>
                      <c:pt idx="2296">
                        <c:v>41933</c:v>
                      </c:pt>
                      <c:pt idx="2297">
                        <c:v>41934</c:v>
                      </c:pt>
                      <c:pt idx="2298">
                        <c:v>41935</c:v>
                      </c:pt>
                      <c:pt idx="2299">
                        <c:v>41936</c:v>
                      </c:pt>
                      <c:pt idx="2300">
                        <c:v>41939</c:v>
                      </c:pt>
                      <c:pt idx="2301">
                        <c:v>41940</c:v>
                      </c:pt>
                      <c:pt idx="2302">
                        <c:v>41941</c:v>
                      </c:pt>
                      <c:pt idx="2303">
                        <c:v>41942</c:v>
                      </c:pt>
                      <c:pt idx="2304">
                        <c:v>41943</c:v>
                      </c:pt>
                      <c:pt idx="2305">
                        <c:v>41946</c:v>
                      </c:pt>
                      <c:pt idx="2306">
                        <c:v>41947</c:v>
                      </c:pt>
                      <c:pt idx="2307">
                        <c:v>41948</c:v>
                      </c:pt>
                      <c:pt idx="2308">
                        <c:v>41949</c:v>
                      </c:pt>
                      <c:pt idx="2309">
                        <c:v>41950</c:v>
                      </c:pt>
                      <c:pt idx="2310">
                        <c:v>41953</c:v>
                      </c:pt>
                      <c:pt idx="2311">
                        <c:v>41954</c:v>
                      </c:pt>
                      <c:pt idx="2312">
                        <c:v>41955</c:v>
                      </c:pt>
                      <c:pt idx="2313">
                        <c:v>41956</c:v>
                      </c:pt>
                      <c:pt idx="2314">
                        <c:v>41957</c:v>
                      </c:pt>
                      <c:pt idx="2315">
                        <c:v>41960</c:v>
                      </c:pt>
                      <c:pt idx="2316">
                        <c:v>41961</c:v>
                      </c:pt>
                      <c:pt idx="2317">
                        <c:v>41962</c:v>
                      </c:pt>
                      <c:pt idx="2318">
                        <c:v>41963</c:v>
                      </c:pt>
                      <c:pt idx="2319">
                        <c:v>41964</c:v>
                      </c:pt>
                      <c:pt idx="2320">
                        <c:v>41967</c:v>
                      </c:pt>
                      <c:pt idx="2321">
                        <c:v>41968</c:v>
                      </c:pt>
                      <c:pt idx="2322">
                        <c:v>41969</c:v>
                      </c:pt>
                      <c:pt idx="2323">
                        <c:v>41970</c:v>
                      </c:pt>
                      <c:pt idx="2324">
                        <c:v>41971</c:v>
                      </c:pt>
                      <c:pt idx="2325">
                        <c:v>41974</c:v>
                      </c:pt>
                      <c:pt idx="2326">
                        <c:v>41975</c:v>
                      </c:pt>
                      <c:pt idx="2327">
                        <c:v>41976</c:v>
                      </c:pt>
                      <c:pt idx="2328">
                        <c:v>41977</c:v>
                      </c:pt>
                      <c:pt idx="2329">
                        <c:v>41978</c:v>
                      </c:pt>
                      <c:pt idx="2330">
                        <c:v>41981</c:v>
                      </c:pt>
                      <c:pt idx="2331">
                        <c:v>41982</c:v>
                      </c:pt>
                      <c:pt idx="2332">
                        <c:v>41983</c:v>
                      </c:pt>
                      <c:pt idx="2333">
                        <c:v>41984</c:v>
                      </c:pt>
                      <c:pt idx="2334">
                        <c:v>41985</c:v>
                      </c:pt>
                      <c:pt idx="2335">
                        <c:v>41988</c:v>
                      </c:pt>
                      <c:pt idx="2336">
                        <c:v>41989</c:v>
                      </c:pt>
                      <c:pt idx="2337">
                        <c:v>41990</c:v>
                      </c:pt>
                      <c:pt idx="2338">
                        <c:v>41991</c:v>
                      </c:pt>
                      <c:pt idx="2339">
                        <c:v>41992</c:v>
                      </c:pt>
                      <c:pt idx="2340">
                        <c:v>41995</c:v>
                      </c:pt>
                      <c:pt idx="2341">
                        <c:v>41996</c:v>
                      </c:pt>
                      <c:pt idx="2342">
                        <c:v>41997</c:v>
                      </c:pt>
                      <c:pt idx="2343">
                        <c:v>41998</c:v>
                      </c:pt>
                      <c:pt idx="2344">
                        <c:v>41999</c:v>
                      </c:pt>
                      <c:pt idx="2345">
                        <c:v>42002</c:v>
                      </c:pt>
                      <c:pt idx="2346">
                        <c:v>42003</c:v>
                      </c:pt>
                      <c:pt idx="2347">
                        <c:v>42004</c:v>
                      </c:pt>
                      <c:pt idx="2348">
                        <c:v>42005</c:v>
                      </c:pt>
                      <c:pt idx="2349">
                        <c:v>42006</c:v>
                      </c:pt>
                      <c:pt idx="2350">
                        <c:v>42009</c:v>
                      </c:pt>
                      <c:pt idx="2351">
                        <c:v>42010</c:v>
                      </c:pt>
                      <c:pt idx="2352">
                        <c:v>42011</c:v>
                      </c:pt>
                      <c:pt idx="2353">
                        <c:v>42012</c:v>
                      </c:pt>
                      <c:pt idx="2354">
                        <c:v>42013</c:v>
                      </c:pt>
                      <c:pt idx="2355">
                        <c:v>42016</c:v>
                      </c:pt>
                      <c:pt idx="2356">
                        <c:v>42017</c:v>
                      </c:pt>
                      <c:pt idx="2357">
                        <c:v>42018</c:v>
                      </c:pt>
                      <c:pt idx="2358">
                        <c:v>42019</c:v>
                      </c:pt>
                      <c:pt idx="2359">
                        <c:v>42020</c:v>
                      </c:pt>
                      <c:pt idx="2360">
                        <c:v>42023</c:v>
                      </c:pt>
                      <c:pt idx="2361">
                        <c:v>42024</c:v>
                      </c:pt>
                      <c:pt idx="2362">
                        <c:v>42025</c:v>
                      </c:pt>
                      <c:pt idx="2363">
                        <c:v>42026</c:v>
                      </c:pt>
                      <c:pt idx="2364">
                        <c:v>42027</c:v>
                      </c:pt>
                      <c:pt idx="2365">
                        <c:v>42030</c:v>
                      </c:pt>
                      <c:pt idx="2366">
                        <c:v>42031</c:v>
                      </c:pt>
                      <c:pt idx="2367">
                        <c:v>42032</c:v>
                      </c:pt>
                      <c:pt idx="2368">
                        <c:v>42033</c:v>
                      </c:pt>
                      <c:pt idx="2369">
                        <c:v>42034</c:v>
                      </c:pt>
                      <c:pt idx="2370">
                        <c:v>42037</c:v>
                      </c:pt>
                      <c:pt idx="2371">
                        <c:v>42038</c:v>
                      </c:pt>
                      <c:pt idx="2372">
                        <c:v>42039</c:v>
                      </c:pt>
                      <c:pt idx="2373">
                        <c:v>42040</c:v>
                      </c:pt>
                      <c:pt idx="2374">
                        <c:v>42041</c:v>
                      </c:pt>
                      <c:pt idx="2375">
                        <c:v>42044</c:v>
                      </c:pt>
                      <c:pt idx="2376">
                        <c:v>42045</c:v>
                      </c:pt>
                      <c:pt idx="2377">
                        <c:v>42046</c:v>
                      </c:pt>
                      <c:pt idx="2378">
                        <c:v>42047</c:v>
                      </c:pt>
                      <c:pt idx="2379">
                        <c:v>42048</c:v>
                      </c:pt>
                      <c:pt idx="2380">
                        <c:v>42051</c:v>
                      </c:pt>
                      <c:pt idx="2381">
                        <c:v>42052</c:v>
                      </c:pt>
                      <c:pt idx="2382">
                        <c:v>42053</c:v>
                      </c:pt>
                      <c:pt idx="2383">
                        <c:v>42054</c:v>
                      </c:pt>
                      <c:pt idx="2384">
                        <c:v>42055</c:v>
                      </c:pt>
                      <c:pt idx="2385">
                        <c:v>42058</c:v>
                      </c:pt>
                      <c:pt idx="2386">
                        <c:v>42059</c:v>
                      </c:pt>
                      <c:pt idx="2387">
                        <c:v>42060</c:v>
                      </c:pt>
                      <c:pt idx="2388">
                        <c:v>42061</c:v>
                      </c:pt>
                      <c:pt idx="2389">
                        <c:v>42062</c:v>
                      </c:pt>
                      <c:pt idx="2390">
                        <c:v>42065</c:v>
                      </c:pt>
                      <c:pt idx="2391">
                        <c:v>42066</c:v>
                      </c:pt>
                      <c:pt idx="2392">
                        <c:v>42067</c:v>
                      </c:pt>
                      <c:pt idx="2393">
                        <c:v>42068</c:v>
                      </c:pt>
                      <c:pt idx="2394">
                        <c:v>42069</c:v>
                      </c:pt>
                      <c:pt idx="2395">
                        <c:v>42072</c:v>
                      </c:pt>
                      <c:pt idx="2396">
                        <c:v>42073</c:v>
                      </c:pt>
                      <c:pt idx="2397">
                        <c:v>42074</c:v>
                      </c:pt>
                      <c:pt idx="2398">
                        <c:v>42075</c:v>
                      </c:pt>
                      <c:pt idx="2399">
                        <c:v>42076</c:v>
                      </c:pt>
                      <c:pt idx="2400">
                        <c:v>42079</c:v>
                      </c:pt>
                      <c:pt idx="2401">
                        <c:v>42080</c:v>
                      </c:pt>
                      <c:pt idx="2402">
                        <c:v>42081</c:v>
                      </c:pt>
                      <c:pt idx="2403">
                        <c:v>42082</c:v>
                      </c:pt>
                      <c:pt idx="2404">
                        <c:v>42083</c:v>
                      </c:pt>
                      <c:pt idx="2405">
                        <c:v>42086</c:v>
                      </c:pt>
                      <c:pt idx="2406">
                        <c:v>42087</c:v>
                      </c:pt>
                      <c:pt idx="2407">
                        <c:v>42088</c:v>
                      </c:pt>
                      <c:pt idx="2408">
                        <c:v>42089</c:v>
                      </c:pt>
                      <c:pt idx="2409">
                        <c:v>42090</c:v>
                      </c:pt>
                      <c:pt idx="2410">
                        <c:v>42093</c:v>
                      </c:pt>
                      <c:pt idx="2411">
                        <c:v>42094</c:v>
                      </c:pt>
                      <c:pt idx="2412">
                        <c:v>42095</c:v>
                      </c:pt>
                      <c:pt idx="2413">
                        <c:v>42096</c:v>
                      </c:pt>
                      <c:pt idx="2414">
                        <c:v>42097</c:v>
                      </c:pt>
                      <c:pt idx="2415">
                        <c:v>42100</c:v>
                      </c:pt>
                      <c:pt idx="2416">
                        <c:v>42101</c:v>
                      </c:pt>
                      <c:pt idx="2417">
                        <c:v>42102</c:v>
                      </c:pt>
                      <c:pt idx="2418">
                        <c:v>42103</c:v>
                      </c:pt>
                      <c:pt idx="2419">
                        <c:v>42104</c:v>
                      </c:pt>
                      <c:pt idx="2420">
                        <c:v>42107</c:v>
                      </c:pt>
                      <c:pt idx="2421">
                        <c:v>42108</c:v>
                      </c:pt>
                      <c:pt idx="2422">
                        <c:v>42109</c:v>
                      </c:pt>
                      <c:pt idx="2423">
                        <c:v>42110</c:v>
                      </c:pt>
                      <c:pt idx="2424">
                        <c:v>42111</c:v>
                      </c:pt>
                      <c:pt idx="2425">
                        <c:v>42114</c:v>
                      </c:pt>
                      <c:pt idx="2426">
                        <c:v>42115</c:v>
                      </c:pt>
                      <c:pt idx="2427">
                        <c:v>42116</c:v>
                      </c:pt>
                      <c:pt idx="2428">
                        <c:v>42117</c:v>
                      </c:pt>
                      <c:pt idx="2429">
                        <c:v>42118</c:v>
                      </c:pt>
                      <c:pt idx="2430">
                        <c:v>42121</c:v>
                      </c:pt>
                      <c:pt idx="2431">
                        <c:v>42122</c:v>
                      </c:pt>
                      <c:pt idx="2432">
                        <c:v>42123</c:v>
                      </c:pt>
                      <c:pt idx="2433">
                        <c:v>42124</c:v>
                      </c:pt>
                      <c:pt idx="2434">
                        <c:v>42125</c:v>
                      </c:pt>
                      <c:pt idx="2435">
                        <c:v>42128</c:v>
                      </c:pt>
                      <c:pt idx="2436">
                        <c:v>42129</c:v>
                      </c:pt>
                      <c:pt idx="2437">
                        <c:v>42130</c:v>
                      </c:pt>
                      <c:pt idx="2438">
                        <c:v>42131</c:v>
                      </c:pt>
                      <c:pt idx="2439">
                        <c:v>42132</c:v>
                      </c:pt>
                      <c:pt idx="2440">
                        <c:v>42135</c:v>
                      </c:pt>
                      <c:pt idx="2441">
                        <c:v>42136</c:v>
                      </c:pt>
                      <c:pt idx="2442">
                        <c:v>42137</c:v>
                      </c:pt>
                      <c:pt idx="2443">
                        <c:v>42138</c:v>
                      </c:pt>
                      <c:pt idx="2444">
                        <c:v>42139</c:v>
                      </c:pt>
                      <c:pt idx="2445">
                        <c:v>42142</c:v>
                      </c:pt>
                      <c:pt idx="2446">
                        <c:v>42143</c:v>
                      </c:pt>
                      <c:pt idx="2447">
                        <c:v>42144</c:v>
                      </c:pt>
                      <c:pt idx="2448">
                        <c:v>42145</c:v>
                      </c:pt>
                      <c:pt idx="2449">
                        <c:v>42146</c:v>
                      </c:pt>
                      <c:pt idx="2450">
                        <c:v>42149</c:v>
                      </c:pt>
                      <c:pt idx="2451">
                        <c:v>42150</c:v>
                      </c:pt>
                      <c:pt idx="2452">
                        <c:v>42151</c:v>
                      </c:pt>
                      <c:pt idx="2453">
                        <c:v>42152</c:v>
                      </c:pt>
                      <c:pt idx="2454">
                        <c:v>42153</c:v>
                      </c:pt>
                      <c:pt idx="2455">
                        <c:v>42156</c:v>
                      </c:pt>
                      <c:pt idx="2456">
                        <c:v>42157</c:v>
                      </c:pt>
                      <c:pt idx="2457">
                        <c:v>42158</c:v>
                      </c:pt>
                      <c:pt idx="2458">
                        <c:v>42159</c:v>
                      </c:pt>
                      <c:pt idx="2459">
                        <c:v>42160</c:v>
                      </c:pt>
                      <c:pt idx="2460">
                        <c:v>42163</c:v>
                      </c:pt>
                      <c:pt idx="2461">
                        <c:v>42164</c:v>
                      </c:pt>
                      <c:pt idx="2462">
                        <c:v>42165</c:v>
                      </c:pt>
                      <c:pt idx="2463">
                        <c:v>42166</c:v>
                      </c:pt>
                      <c:pt idx="2464">
                        <c:v>42167</c:v>
                      </c:pt>
                      <c:pt idx="2465">
                        <c:v>42170</c:v>
                      </c:pt>
                      <c:pt idx="2466">
                        <c:v>42171</c:v>
                      </c:pt>
                      <c:pt idx="2467">
                        <c:v>42172</c:v>
                      </c:pt>
                      <c:pt idx="2468">
                        <c:v>42173</c:v>
                      </c:pt>
                      <c:pt idx="2469">
                        <c:v>42174</c:v>
                      </c:pt>
                      <c:pt idx="2470">
                        <c:v>42177</c:v>
                      </c:pt>
                      <c:pt idx="2471">
                        <c:v>42178</c:v>
                      </c:pt>
                      <c:pt idx="2472">
                        <c:v>42179</c:v>
                      </c:pt>
                      <c:pt idx="2473">
                        <c:v>42180</c:v>
                      </c:pt>
                      <c:pt idx="2474">
                        <c:v>42181</c:v>
                      </c:pt>
                      <c:pt idx="2475">
                        <c:v>42184</c:v>
                      </c:pt>
                      <c:pt idx="2476">
                        <c:v>42185</c:v>
                      </c:pt>
                      <c:pt idx="2477">
                        <c:v>42186</c:v>
                      </c:pt>
                      <c:pt idx="2478">
                        <c:v>42187</c:v>
                      </c:pt>
                      <c:pt idx="2479">
                        <c:v>42188</c:v>
                      </c:pt>
                      <c:pt idx="2480">
                        <c:v>42191</c:v>
                      </c:pt>
                      <c:pt idx="2481">
                        <c:v>42192</c:v>
                      </c:pt>
                      <c:pt idx="2482">
                        <c:v>42193</c:v>
                      </c:pt>
                      <c:pt idx="2483">
                        <c:v>42194</c:v>
                      </c:pt>
                      <c:pt idx="2484">
                        <c:v>42195</c:v>
                      </c:pt>
                      <c:pt idx="2485">
                        <c:v>42198</c:v>
                      </c:pt>
                      <c:pt idx="2486">
                        <c:v>42199</c:v>
                      </c:pt>
                      <c:pt idx="2487">
                        <c:v>42200</c:v>
                      </c:pt>
                      <c:pt idx="2488">
                        <c:v>42201</c:v>
                      </c:pt>
                      <c:pt idx="2489">
                        <c:v>42202</c:v>
                      </c:pt>
                      <c:pt idx="2490">
                        <c:v>42205</c:v>
                      </c:pt>
                      <c:pt idx="2491">
                        <c:v>42206</c:v>
                      </c:pt>
                      <c:pt idx="2492">
                        <c:v>42207</c:v>
                      </c:pt>
                      <c:pt idx="2493">
                        <c:v>42208</c:v>
                      </c:pt>
                      <c:pt idx="2494">
                        <c:v>42209</c:v>
                      </c:pt>
                      <c:pt idx="2495">
                        <c:v>42212</c:v>
                      </c:pt>
                      <c:pt idx="2496">
                        <c:v>42213</c:v>
                      </c:pt>
                      <c:pt idx="2497">
                        <c:v>42214</c:v>
                      </c:pt>
                      <c:pt idx="2498">
                        <c:v>42215</c:v>
                      </c:pt>
                      <c:pt idx="2499">
                        <c:v>42216</c:v>
                      </c:pt>
                      <c:pt idx="2500">
                        <c:v>42219</c:v>
                      </c:pt>
                      <c:pt idx="2501">
                        <c:v>42220</c:v>
                      </c:pt>
                      <c:pt idx="2502">
                        <c:v>42221</c:v>
                      </c:pt>
                      <c:pt idx="2503">
                        <c:v>42222</c:v>
                      </c:pt>
                      <c:pt idx="2504">
                        <c:v>42223</c:v>
                      </c:pt>
                      <c:pt idx="2505">
                        <c:v>42226</c:v>
                      </c:pt>
                      <c:pt idx="2506">
                        <c:v>42227</c:v>
                      </c:pt>
                      <c:pt idx="2507">
                        <c:v>42228</c:v>
                      </c:pt>
                      <c:pt idx="2508">
                        <c:v>42229</c:v>
                      </c:pt>
                      <c:pt idx="2509">
                        <c:v>42230</c:v>
                      </c:pt>
                      <c:pt idx="2510">
                        <c:v>42233</c:v>
                      </c:pt>
                      <c:pt idx="2511">
                        <c:v>42234</c:v>
                      </c:pt>
                      <c:pt idx="2512">
                        <c:v>42235</c:v>
                      </c:pt>
                      <c:pt idx="2513">
                        <c:v>42236</c:v>
                      </c:pt>
                      <c:pt idx="2514">
                        <c:v>42237</c:v>
                      </c:pt>
                      <c:pt idx="2515">
                        <c:v>42240</c:v>
                      </c:pt>
                      <c:pt idx="2516">
                        <c:v>42241</c:v>
                      </c:pt>
                      <c:pt idx="2517">
                        <c:v>42242</c:v>
                      </c:pt>
                      <c:pt idx="2518">
                        <c:v>42243</c:v>
                      </c:pt>
                      <c:pt idx="2519">
                        <c:v>42244</c:v>
                      </c:pt>
                      <c:pt idx="2520">
                        <c:v>42247</c:v>
                      </c:pt>
                      <c:pt idx="2521">
                        <c:v>42248</c:v>
                      </c:pt>
                      <c:pt idx="2522">
                        <c:v>42249</c:v>
                      </c:pt>
                      <c:pt idx="2523">
                        <c:v>42250</c:v>
                      </c:pt>
                      <c:pt idx="2524">
                        <c:v>42251</c:v>
                      </c:pt>
                      <c:pt idx="2525">
                        <c:v>42254</c:v>
                      </c:pt>
                      <c:pt idx="2526">
                        <c:v>42255</c:v>
                      </c:pt>
                      <c:pt idx="2527">
                        <c:v>42256</c:v>
                      </c:pt>
                      <c:pt idx="2528">
                        <c:v>42257</c:v>
                      </c:pt>
                      <c:pt idx="2529">
                        <c:v>42258</c:v>
                      </c:pt>
                      <c:pt idx="2530">
                        <c:v>42261</c:v>
                      </c:pt>
                      <c:pt idx="2531">
                        <c:v>42262</c:v>
                      </c:pt>
                      <c:pt idx="2532">
                        <c:v>42263</c:v>
                      </c:pt>
                      <c:pt idx="2533">
                        <c:v>42264</c:v>
                      </c:pt>
                      <c:pt idx="2534">
                        <c:v>42265</c:v>
                      </c:pt>
                      <c:pt idx="2535">
                        <c:v>42268</c:v>
                      </c:pt>
                      <c:pt idx="2536">
                        <c:v>42269</c:v>
                      </c:pt>
                      <c:pt idx="2537">
                        <c:v>42270</c:v>
                      </c:pt>
                      <c:pt idx="2538">
                        <c:v>42271</c:v>
                      </c:pt>
                      <c:pt idx="2539">
                        <c:v>42272</c:v>
                      </c:pt>
                      <c:pt idx="2540">
                        <c:v>42275</c:v>
                      </c:pt>
                      <c:pt idx="2541">
                        <c:v>42276</c:v>
                      </c:pt>
                      <c:pt idx="2542">
                        <c:v>42277</c:v>
                      </c:pt>
                      <c:pt idx="2543">
                        <c:v>42278</c:v>
                      </c:pt>
                      <c:pt idx="2544">
                        <c:v>42279</c:v>
                      </c:pt>
                      <c:pt idx="2545">
                        <c:v>42282</c:v>
                      </c:pt>
                      <c:pt idx="2546">
                        <c:v>42283</c:v>
                      </c:pt>
                      <c:pt idx="2547">
                        <c:v>42284</c:v>
                      </c:pt>
                      <c:pt idx="2548">
                        <c:v>42285</c:v>
                      </c:pt>
                      <c:pt idx="2549">
                        <c:v>42286</c:v>
                      </c:pt>
                      <c:pt idx="2550">
                        <c:v>42289</c:v>
                      </c:pt>
                      <c:pt idx="2551">
                        <c:v>42290</c:v>
                      </c:pt>
                      <c:pt idx="2552">
                        <c:v>42291</c:v>
                      </c:pt>
                      <c:pt idx="2553">
                        <c:v>42292</c:v>
                      </c:pt>
                      <c:pt idx="2554">
                        <c:v>42293</c:v>
                      </c:pt>
                      <c:pt idx="2555">
                        <c:v>42296</c:v>
                      </c:pt>
                      <c:pt idx="2556">
                        <c:v>42297</c:v>
                      </c:pt>
                      <c:pt idx="2557">
                        <c:v>42298</c:v>
                      </c:pt>
                      <c:pt idx="2558">
                        <c:v>42299</c:v>
                      </c:pt>
                      <c:pt idx="2559">
                        <c:v>42300</c:v>
                      </c:pt>
                      <c:pt idx="2560">
                        <c:v>42303</c:v>
                      </c:pt>
                      <c:pt idx="2561">
                        <c:v>42304</c:v>
                      </c:pt>
                      <c:pt idx="2562">
                        <c:v>42305</c:v>
                      </c:pt>
                      <c:pt idx="2563">
                        <c:v>42306</c:v>
                      </c:pt>
                      <c:pt idx="2564">
                        <c:v>42307</c:v>
                      </c:pt>
                      <c:pt idx="2565">
                        <c:v>42310</c:v>
                      </c:pt>
                      <c:pt idx="2566">
                        <c:v>42311</c:v>
                      </c:pt>
                      <c:pt idx="2567">
                        <c:v>42312</c:v>
                      </c:pt>
                      <c:pt idx="2568">
                        <c:v>42313</c:v>
                      </c:pt>
                      <c:pt idx="2569">
                        <c:v>42314</c:v>
                      </c:pt>
                      <c:pt idx="2570">
                        <c:v>42317</c:v>
                      </c:pt>
                      <c:pt idx="2571">
                        <c:v>42318</c:v>
                      </c:pt>
                      <c:pt idx="2572">
                        <c:v>42319</c:v>
                      </c:pt>
                      <c:pt idx="2573">
                        <c:v>42320</c:v>
                      </c:pt>
                      <c:pt idx="2574">
                        <c:v>42321</c:v>
                      </c:pt>
                      <c:pt idx="2575">
                        <c:v>42324</c:v>
                      </c:pt>
                      <c:pt idx="2576">
                        <c:v>42325</c:v>
                      </c:pt>
                      <c:pt idx="2577">
                        <c:v>42326</c:v>
                      </c:pt>
                      <c:pt idx="2578">
                        <c:v>42327</c:v>
                      </c:pt>
                      <c:pt idx="2579">
                        <c:v>42328</c:v>
                      </c:pt>
                      <c:pt idx="2580">
                        <c:v>42331</c:v>
                      </c:pt>
                      <c:pt idx="2581">
                        <c:v>42332</c:v>
                      </c:pt>
                      <c:pt idx="2582">
                        <c:v>42333</c:v>
                      </c:pt>
                      <c:pt idx="2583">
                        <c:v>42334</c:v>
                      </c:pt>
                      <c:pt idx="2584">
                        <c:v>42335</c:v>
                      </c:pt>
                      <c:pt idx="2585">
                        <c:v>42338</c:v>
                      </c:pt>
                      <c:pt idx="2586">
                        <c:v>42339</c:v>
                      </c:pt>
                      <c:pt idx="2587">
                        <c:v>42340</c:v>
                      </c:pt>
                      <c:pt idx="2588">
                        <c:v>42341</c:v>
                      </c:pt>
                      <c:pt idx="2589">
                        <c:v>42342</c:v>
                      </c:pt>
                      <c:pt idx="2590">
                        <c:v>42345</c:v>
                      </c:pt>
                      <c:pt idx="2591">
                        <c:v>42346</c:v>
                      </c:pt>
                      <c:pt idx="2592">
                        <c:v>42347</c:v>
                      </c:pt>
                      <c:pt idx="2593">
                        <c:v>42348</c:v>
                      </c:pt>
                      <c:pt idx="2594">
                        <c:v>42349</c:v>
                      </c:pt>
                      <c:pt idx="2595">
                        <c:v>42352</c:v>
                      </c:pt>
                      <c:pt idx="2596">
                        <c:v>42353</c:v>
                      </c:pt>
                      <c:pt idx="2597">
                        <c:v>42354</c:v>
                      </c:pt>
                      <c:pt idx="2598">
                        <c:v>42355</c:v>
                      </c:pt>
                      <c:pt idx="2599">
                        <c:v>42356</c:v>
                      </c:pt>
                      <c:pt idx="2600">
                        <c:v>42359</c:v>
                      </c:pt>
                      <c:pt idx="2601">
                        <c:v>42360</c:v>
                      </c:pt>
                      <c:pt idx="2602">
                        <c:v>42361</c:v>
                      </c:pt>
                      <c:pt idx="2603">
                        <c:v>42362</c:v>
                      </c:pt>
                      <c:pt idx="2604">
                        <c:v>42363</c:v>
                      </c:pt>
                      <c:pt idx="2605">
                        <c:v>42366</c:v>
                      </c:pt>
                      <c:pt idx="2606">
                        <c:v>42367</c:v>
                      </c:pt>
                      <c:pt idx="2607">
                        <c:v>42368</c:v>
                      </c:pt>
                      <c:pt idx="2608">
                        <c:v>42369</c:v>
                      </c:pt>
                      <c:pt idx="2609">
                        <c:v>42370</c:v>
                      </c:pt>
                      <c:pt idx="2610">
                        <c:v>42373</c:v>
                      </c:pt>
                      <c:pt idx="2611">
                        <c:v>42374</c:v>
                      </c:pt>
                      <c:pt idx="2612">
                        <c:v>42375</c:v>
                      </c:pt>
                      <c:pt idx="2613">
                        <c:v>42376</c:v>
                      </c:pt>
                      <c:pt idx="2614">
                        <c:v>42377</c:v>
                      </c:pt>
                      <c:pt idx="2615">
                        <c:v>42380</c:v>
                      </c:pt>
                      <c:pt idx="2616">
                        <c:v>42381</c:v>
                      </c:pt>
                      <c:pt idx="2617">
                        <c:v>42382</c:v>
                      </c:pt>
                      <c:pt idx="2618">
                        <c:v>42383</c:v>
                      </c:pt>
                      <c:pt idx="2619">
                        <c:v>42384</c:v>
                      </c:pt>
                      <c:pt idx="2620">
                        <c:v>42387</c:v>
                      </c:pt>
                      <c:pt idx="2621">
                        <c:v>42388</c:v>
                      </c:pt>
                      <c:pt idx="2622">
                        <c:v>42389</c:v>
                      </c:pt>
                      <c:pt idx="2623">
                        <c:v>42390</c:v>
                      </c:pt>
                      <c:pt idx="2624">
                        <c:v>42391</c:v>
                      </c:pt>
                      <c:pt idx="2625">
                        <c:v>42394</c:v>
                      </c:pt>
                      <c:pt idx="2626">
                        <c:v>42395</c:v>
                      </c:pt>
                      <c:pt idx="2627">
                        <c:v>42396</c:v>
                      </c:pt>
                      <c:pt idx="2628">
                        <c:v>42397</c:v>
                      </c:pt>
                      <c:pt idx="2629">
                        <c:v>42398</c:v>
                      </c:pt>
                      <c:pt idx="2630">
                        <c:v>42401</c:v>
                      </c:pt>
                      <c:pt idx="2631">
                        <c:v>42402</c:v>
                      </c:pt>
                      <c:pt idx="2632">
                        <c:v>42403</c:v>
                      </c:pt>
                      <c:pt idx="2633">
                        <c:v>42404</c:v>
                      </c:pt>
                      <c:pt idx="2634">
                        <c:v>42405</c:v>
                      </c:pt>
                      <c:pt idx="2635">
                        <c:v>42408</c:v>
                      </c:pt>
                      <c:pt idx="2636">
                        <c:v>42409</c:v>
                      </c:pt>
                      <c:pt idx="2637">
                        <c:v>42410</c:v>
                      </c:pt>
                      <c:pt idx="2638">
                        <c:v>42411</c:v>
                      </c:pt>
                      <c:pt idx="2639">
                        <c:v>42412</c:v>
                      </c:pt>
                      <c:pt idx="2640">
                        <c:v>42415</c:v>
                      </c:pt>
                      <c:pt idx="2641">
                        <c:v>42416</c:v>
                      </c:pt>
                      <c:pt idx="2642">
                        <c:v>42417</c:v>
                      </c:pt>
                      <c:pt idx="2643">
                        <c:v>42418</c:v>
                      </c:pt>
                      <c:pt idx="2644">
                        <c:v>42419</c:v>
                      </c:pt>
                      <c:pt idx="2645">
                        <c:v>42422</c:v>
                      </c:pt>
                      <c:pt idx="2646">
                        <c:v>42423</c:v>
                      </c:pt>
                      <c:pt idx="2647">
                        <c:v>42424</c:v>
                      </c:pt>
                      <c:pt idx="2648">
                        <c:v>42425</c:v>
                      </c:pt>
                      <c:pt idx="2649">
                        <c:v>42426</c:v>
                      </c:pt>
                      <c:pt idx="2650">
                        <c:v>42429</c:v>
                      </c:pt>
                      <c:pt idx="2651">
                        <c:v>42430</c:v>
                      </c:pt>
                      <c:pt idx="2652">
                        <c:v>42431</c:v>
                      </c:pt>
                      <c:pt idx="2653">
                        <c:v>42432</c:v>
                      </c:pt>
                      <c:pt idx="2654">
                        <c:v>42433</c:v>
                      </c:pt>
                      <c:pt idx="2655">
                        <c:v>42436</c:v>
                      </c:pt>
                      <c:pt idx="2656">
                        <c:v>42437</c:v>
                      </c:pt>
                      <c:pt idx="2657">
                        <c:v>42438</c:v>
                      </c:pt>
                      <c:pt idx="2658">
                        <c:v>42439</c:v>
                      </c:pt>
                      <c:pt idx="2659">
                        <c:v>42440</c:v>
                      </c:pt>
                      <c:pt idx="2660">
                        <c:v>42443</c:v>
                      </c:pt>
                      <c:pt idx="2661">
                        <c:v>42444</c:v>
                      </c:pt>
                      <c:pt idx="2662">
                        <c:v>42445</c:v>
                      </c:pt>
                      <c:pt idx="2663">
                        <c:v>42446</c:v>
                      </c:pt>
                      <c:pt idx="2664">
                        <c:v>42447</c:v>
                      </c:pt>
                      <c:pt idx="2665">
                        <c:v>42450</c:v>
                      </c:pt>
                      <c:pt idx="2666">
                        <c:v>42451</c:v>
                      </c:pt>
                      <c:pt idx="2667">
                        <c:v>42452</c:v>
                      </c:pt>
                      <c:pt idx="2668">
                        <c:v>42453</c:v>
                      </c:pt>
                      <c:pt idx="2669">
                        <c:v>42454</c:v>
                      </c:pt>
                      <c:pt idx="2670">
                        <c:v>42457</c:v>
                      </c:pt>
                      <c:pt idx="2671">
                        <c:v>42458</c:v>
                      </c:pt>
                      <c:pt idx="2672">
                        <c:v>42459</c:v>
                      </c:pt>
                      <c:pt idx="2673">
                        <c:v>42460</c:v>
                      </c:pt>
                      <c:pt idx="2674">
                        <c:v>42461</c:v>
                      </c:pt>
                      <c:pt idx="2675">
                        <c:v>42464</c:v>
                      </c:pt>
                      <c:pt idx="2676">
                        <c:v>42465</c:v>
                      </c:pt>
                      <c:pt idx="2677">
                        <c:v>42466</c:v>
                      </c:pt>
                      <c:pt idx="2678">
                        <c:v>42467</c:v>
                      </c:pt>
                      <c:pt idx="2679">
                        <c:v>42468</c:v>
                      </c:pt>
                      <c:pt idx="2680">
                        <c:v>42471</c:v>
                      </c:pt>
                      <c:pt idx="2681">
                        <c:v>42472</c:v>
                      </c:pt>
                      <c:pt idx="2682">
                        <c:v>42473</c:v>
                      </c:pt>
                      <c:pt idx="2683">
                        <c:v>42474</c:v>
                      </c:pt>
                      <c:pt idx="2684">
                        <c:v>42475</c:v>
                      </c:pt>
                      <c:pt idx="2685">
                        <c:v>42478</c:v>
                      </c:pt>
                      <c:pt idx="2686">
                        <c:v>42479</c:v>
                      </c:pt>
                      <c:pt idx="2687">
                        <c:v>42480</c:v>
                      </c:pt>
                      <c:pt idx="2688">
                        <c:v>42481</c:v>
                      </c:pt>
                      <c:pt idx="2689">
                        <c:v>42482</c:v>
                      </c:pt>
                      <c:pt idx="2690">
                        <c:v>42485</c:v>
                      </c:pt>
                      <c:pt idx="2691">
                        <c:v>42486</c:v>
                      </c:pt>
                      <c:pt idx="2692">
                        <c:v>42487</c:v>
                      </c:pt>
                      <c:pt idx="2693">
                        <c:v>42488</c:v>
                      </c:pt>
                      <c:pt idx="2694">
                        <c:v>42489</c:v>
                      </c:pt>
                      <c:pt idx="2695">
                        <c:v>42492</c:v>
                      </c:pt>
                      <c:pt idx="2696">
                        <c:v>42493</c:v>
                      </c:pt>
                      <c:pt idx="2697">
                        <c:v>42494</c:v>
                      </c:pt>
                      <c:pt idx="2698">
                        <c:v>42495</c:v>
                      </c:pt>
                      <c:pt idx="2699">
                        <c:v>42496</c:v>
                      </c:pt>
                      <c:pt idx="2700">
                        <c:v>42499</c:v>
                      </c:pt>
                      <c:pt idx="2701">
                        <c:v>42500</c:v>
                      </c:pt>
                      <c:pt idx="2702">
                        <c:v>42501</c:v>
                      </c:pt>
                      <c:pt idx="2703">
                        <c:v>42502</c:v>
                      </c:pt>
                      <c:pt idx="2704">
                        <c:v>42503</c:v>
                      </c:pt>
                      <c:pt idx="2705">
                        <c:v>42506</c:v>
                      </c:pt>
                      <c:pt idx="2706">
                        <c:v>42507</c:v>
                      </c:pt>
                      <c:pt idx="2707">
                        <c:v>42508</c:v>
                      </c:pt>
                      <c:pt idx="2708">
                        <c:v>42509</c:v>
                      </c:pt>
                      <c:pt idx="2709">
                        <c:v>42510</c:v>
                      </c:pt>
                      <c:pt idx="2710">
                        <c:v>42513</c:v>
                      </c:pt>
                      <c:pt idx="2711">
                        <c:v>42514</c:v>
                      </c:pt>
                      <c:pt idx="2712">
                        <c:v>42515</c:v>
                      </c:pt>
                      <c:pt idx="2713">
                        <c:v>42516</c:v>
                      </c:pt>
                      <c:pt idx="2714">
                        <c:v>42517</c:v>
                      </c:pt>
                      <c:pt idx="2715">
                        <c:v>42520</c:v>
                      </c:pt>
                      <c:pt idx="2716">
                        <c:v>42521</c:v>
                      </c:pt>
                      <c:pt idx="2717">
                        <c:v>42522</c:v>
                      </c:pt>
                      <c:pt idx="2718">
                        <c:v>42523</c:v>
                      </c:pt>
                      <c:pt idx="2719">
                        <c:v>42524</c:v>
                      </c:pt>
                      <c:pt idx="2720">
                        <c:v>42527</c:v>
                      </c:pt>
                      <c:pt idx="2721">
                        <c:v>42528</c:v>
                      </c:pt>
                      <c:pt idx="2722">
                        <c:v>42529</c:v>
                      </c:pt>
                      <c:pt idx="2723">
                        <c:v>42530</c:v>
                      </c:pt>
                      <c:pt idx="2724">
                        <c:v>42531</c:v>
                      </c:pt>
                      <c:pt idx="2725">
                        <c:v>42534</c:v>
                      </c:pt>
                      <c:pt idx="2726">
                        <c:v>42535</c:v>
                      </c:pt>
                      <c:pt idx="2727">
                        <c:v>42536</c:v>
                      </c:pt>
                      <c:pt idx="2728">
                        <c:v>42537</c:v>
                      </c:pt>
                      <c:pt idx="2729">
                        <c:v>42538</c:v>
                      </c:pt>
                      <c:pt idx="2730">
                        <c:v>42541</c:v>
                      </c:pt>
                      <c:pt idx="2731">
                        <c:v>42542</c:v>
                      </c:pt>
                      <c:pt idx="2732">
                        <c:v>42543</c:v>
                      </c:pt>
                      <c:pt idx="2733">
                        <c:v>42544</c:v>
                      </c:pt>
                      <c:pt idx="2734">
                        <c:v>42545</c:v>
                      </c:pt>
                      <c:pt idx="2735">
                        <c:v>42548</c:v>
                      </c:pt>
                      <c:pt idx="2736">
                        <c:v>42549</c:v>
                      </c:pt>
                      <c:pt idx="2737">
                        <c:v>42550</c:v>
                      </c:pt>
                      <c:pt idx="2738">
                        <c:v>42551</c:v>
                      </c:pt>
                      <c:pt idx="2739">
                        <c:v>42552</c:v>
                      </c:pt>
                      <c:pt idx="2740">
                        <c:v>42555</c:v>
                      </c:pt>
                      <c:pt idx="2741">
                        <c:v>42556</c:v>
                      </c:pt>
                      <c:pt idx="2742">
                        <c:v>42557</c:v>
                      </c:pt>
                      <c:pt idx="2743">
                        <c:v>42558</c:v>
                      </c:pt>
                      <c:pt idx="2744">
                        <c:v>42559</c:v>
                      </c:pt>
                      <c:pt idx="2745">
                        <c:v>42562</c:v>
                      </c:pt>
                      <c:pt idx="2746">
                        <c:v>42563</c:v>
                      </c:pt>
                      <c:pt idx="2747">
                        <c:v>42564</c:v>
                      </c:pt>
                      <c:pt idx="2748">
                        <c:v>42565</c:v>
                      </c:pt>
                      <c:pt idx="2749">
                        <c:v>42566</c:v>
                      </c:pt>
                      <c:pt idx="2750">
                        <c:v>42569</c:v>
                      </c:pt>
                      <c:pt idx="2751">
                        <c:v>42570</c:v>
                      </c:pt>
                      <c:pt idx="2752">
                        <c:v>42571</c:v>
                      </c:pt>
                      <c:pt idx="2753">
                        <c:v>42572</c:v>
                      </c:pt>
                      <c:pt idx="2754">
                        <c:v>42573</c:v>
                      </c:pt>
                      <c:pt idx="2755">
                        <c:v>42576</c:v>
                      </c:pt>
                      <c:pt idx="2756">
                        <c:v>42577</c:v>
                      </c:pt>
                      <c:pt idx="2757">
                        <c:v>42578</c:v>
                      </c:pt>
                      <c:pt idx="2758">
                        <c:v>42579</c:v>
                      </c:pt>
                      <c:pt idx="2759">
                        <c:v>42580</c:v>
                      </c:pt>
                      <c:pt idx="2760">
                        <c:v>42583</c:v>
                      </c:pt>
                      <c:pt idx="2761">
                        <c:v>42584</c:v>
                      </c:pt>
                      <c:pt idx="2762">
                        <c:v>42585</c:v>
                      </c:pt>
                      <c:pt idx="2763">
                        <c:v>42586</c:v>
                      </c:pt>
                      <c:pt idx="2764">
                        <c:v>42587</c:v>
                      </c:pt>
                      <c:pt idx="2765">
                        <c:v>42590</c:v>
                      </c:pt>
                      <c:pt idx="2766">
                        <c:v>42591</c:v>
                      </c:pt>
                      <c:pt idx="2767">
                        <c:v>42592</c:v>
                      </c:pt>
                      <c:pt idx="2768">
                        <c:v>42593</c:v>
                      </c:pt>
                      <c:pt idx="2769">
                        <c:v>42594</c:v>
                      </c:pt>
                      <c:pt idx="2770">
                        <c:v>42597</c:v>
                      </c:pt>
                      <c:pt idx="2771">
                        <c:v>42598</c:v>
                      </c:pt>
                      <c:pt idx="2772">
                        <c:v>42599</c:v>
                      </c:pt>
                      <c:pt idx="2773">
                        <c:v>42600</c:v>
                      </c:pt>
                      <c:pt idx="2774">
                        <c:v>42601</c:v>
                      </c:pt>
                      <c:pt idx="2775">
                        <c:v>42604</c:v>
                      </c:pt>
                      <c:pt idx="2776">
                        <c:v>42605</c:v>
                      </c:pt>
                      <c:pt idx="2777">
                        <c:v>42606</c:v>
                      </c:pt>
                      <c:pt idx="2778">
                        <c:v>42607</c:v>
                      </c:pt>
                      <c:pt idx="2779">
                        <c:v>42608</c:v>
                      </c:pt>
                      <c:pt idx="2780">
                        <c:v>42611</c:v>
                      </c:pt>
                      <c:pt idx="2781">
                        <c:v>42612</c:v>
                      </c:pt>
                      <c:pt idx="2782">
                        <c:v>42613</c:v>
                      </c:pt>
                      <c:pt idx="2783">
                        <c:v>42614</c:v>
                      </c:pt>
                      <c:pt idx="2784">
                        <c:v>42615</c:v>
                      </c:pt>
                      <c:pt idx="2785">
                        <c:v>42618</c:v>
                      </c:pt>
                      <c:pt idx="2786">
                        <c:v>42619</c:v>
                      </c:pt>
                      <c:pt idx="2787">
                        <c:v>42620</c:v>
                      </c:pt>
                      <c:pt idx="2788">
                        <c:v>42621</c:v>
                      </c:pt>
                      <c:pt idx="2789">
                        <c:v>42622</c:v>
                      </c:pt>
                      <c:pt idx="2790">
                        <c:v>42625</c:v>
                      </c:pt>
                      <c:pt idx="2791">
                        <c:v>42626</c:v>
                      </c:pt>
                      <c:pt idx="2792">
                        <c:v>42627</c:v>
                      </c:pt>
                      <c:pt idx="2793">
                        <c:v>42628</c:v>
                      </c:pt>
                      <c:pt idx="2794">
                        <c:v>42629</c:v>
                      </c:pt>
                      <c:pt idx="2795">
                        <c:v>42632</c:v>
                      </c:pt>
                      <c:pt idx="2796">
                        <c:v>42633</c:v>
                      </c:pt>
                      <c:pt idx="2797">
                        <c:v>42634</c:v>
                      </c:pt>
                      <c:pt idx="2798">
                        <c:v>42635</c:v>
                      </c:pt>
                      <c:pt idx="2799">
                        <c:v>42636</c:v>
                      </c:pt>
                      <c:pt idx="2800">
                        <c:v>42639</c:v>
                      </c:pt>
                      <c:pt idx="2801">
                        <c:v>42640</c:v>
                      </c:pt>
                      <c:pt idx="2802">
                        <c:v>42641</c:v>
                      </c:pt>
                      <c:pt idx="2803">
                        <c:v>42642</c:v>
                      </c:pt>
                      <c:pt idx="2804">
                        <c:v>42643</c:v>
                      </c:pt>
                      <c:pt idx="2805">
                        <c:v>42646</c:v>
                      </c:pt>
                      <c:pt idx="2806">
                        <c:v>42647</c:v>
                      </c:pt>
                      <c:pt idx="2807">
                        <c:v>42648</c:v>
                      </c:pt>
                      <c:pt idx="2808">
                        <c:v>42649</c:v>
                      </c:pt>
                      <c:pt idx="2809">
                        <c:v>42650</c:v>
                      </c:pt>
                      <c:pt idx="2810">
                        <c:v>42653</c:v>
                      </c:pt>
                      <c:pt idx="2811">
                        <c:v>42654</c:v>
                      </c:pt>
                      <c:pt idx="2812">
                        <c:v>42655</c:v>
                      </c:pt>
                      <c:pt idx="2813">
                        <c:v>42656</c:v>
                      </c:pt>
                      <c:pt idx="2814">
                        <c:v>42657</c:v>
                      </c:pt>
                      <c:pt idx="2815">
                        <c:v>42660</c:v>
                      </c:pt>
                      <c:pt idx="2816">
                        <c:v>42661</c:v>
                      </c:pt>
                      <c:pt idx="2817">
                        <c:v>42662</c:v>
                      </c:pt>
                      <c:pt idx="2818">
                        <c:v>42663</c:v>
                      </c:pt>
                      <c:pt idx="2819">
                        <c:v>42664</c:v>
                      </c:pt>
                      <c:pt idx="2820">
                        <c:v>42667</c:v>
                      </c:pt>
                      <c:pt idx="2821">
                        <c:v>42668</c:v>
                      </c:pt>
                      <c:pt idx="2822">
                        <c:v>42669</c:v>
                      </c:pt>
                      <c:pt idx="2823">
                        <c:v>42670</c:v>
                      </c:pt>
                      <c:pt idx="2824">
                        <c:v>42671</c:v>
                      </c:pt>
                      <c:pt idx="2825">
                        <c:v>42674</c:v>
                      </c:pt>
                      <c:pt idx="2826">
                        <c:v>42675</c:v>
                      </c:pt>
                      <c:pt idx="2827">
                        <c:v>42676</c:v>
                      </c:pt>
                      <c:pt idx="2828">
                        <c:v>42677</c:v>
                      </c:pt>
                      <c:pt idx="2829">
                        <c:v>42678</c:v>
                      </c:pt>
                      <c:pt idx="2830">
                        <c:v>42681</c:v>
                      </c:pt>
                      <c:pt idx="2831">
                        <c:v>42682</c:v>
                      </c:pt>
                      <c:pt idx="2832">
                        <c:v>42683</c:v>
                      </c:pt>
                      <c:pt idx="2833">
                        <c:v>42684</c:v>
                      </c:pt>
                      <c:pt idx="2834">
                        <c:v>42685</c:v>
                      </c:pt>
                      <c:pt idx="2835">
                        <c:v>42688</c:v>
                      </c:pt>
                      <c:pt idx="2836">
                        <c:v>42689</c:v>
                      </c:pt>
                      <c:pt idx="2837">
                        <c:v>42690</c:v>
                      </c:pt>
                      <c:pt idx="2838">
                        <c:v>42691</c:v>
                      </c:pt>
                      <c:pt idx="2839">
                        <c:v>42692</c:v>
                      </c:pt>
                      <c:pt idx="2840">
                        <c:v>42695</c:v>
                      </c:pt>
                      <c:pt idx="2841">
                        <c:v>42696</c:v>
                      </c:pt>
                      <c:pt idx="2842">
                        <c:v>42697</c:v>
                      </c:pt>
                      <c:pt idx="2843">
                        <c:v>42698</c:v>
                      </c:pt>
                      <c:pt idx="2844">
                        <c:v>42699</c:v>
                      </c:pt>
                      <c:pt idx="2845">
                        <c:v>42702</c:v>
                      </c:pt>
                      <c:pt idx="2846">
                        <c:v>42703</c:v>
                      </c:pt>
                      <c:pt idx="2847">
                        <c:v>42704</c:v>
                      </c:pt>
                      <c:pt idx="2848">
                        <c:v>42705</c:v>
                      </c:pt>
                      <c:pt idx="2849">
                        <c:v>42706</c:v>
                      </c:pt>
                      <c:pt idx="2850">
                        <c:v>42709</c:v>
                      </c:pt>
                      <c:pt idx="2851">
                        <c:v>42710</c:v>
                      </c:pt>
                      <c:pt idx="2852">
                        <c:v>42711</c:v>
                      </c:pt>
                      <c:pt idx="2853">
                        <c:v>42712</c:v>
                      </c:pt>
                      <c:pt idx="2854">
                        <c:v>42713</c:v>
                      </c:pt>
                      <c:pt idx="2855">
                        <c:v>42716</c:v>
                      </c:pt>
                      <c:pt idx="2856">
                        <c:v>42717</c:v>
                      </c:pt>
                      <c:pt idx="2857">
                        <c:v>42718</c:v>
                      </c:pt>
                      <c:pt idx="2858">
                        <c:v>42719</c:v>
                      </c:pt>
                      <c:pt idx="2859">
                        <c:v>42720</c:v>
                      </c:pt>
                      <c:pt idx="2860">
                        <c:v>42723</c:v>
                      </c:pt>
                      <c:pt idx="2861">
                        <c:v>42724</c:v>
                      </c:pt>
                      <c:pt idx="2862">
                        <c:v>42725</c:v>
                      </c:pt>
                      <c:pt idx="2863">
                        <c:v>42726</c:v>
                      </c:pt>
                      <c:pt idx="2864">
                        <c:v>42727</c:v>
                      </c:pt>
                      <c:pt idx="2865">
                        <c:v>42730</c:v>
                      </c:pt>
                      <c:pt idx="2866">
                        <c:v>42731</c:v>
                      </c:pt>
                      <c:pt idx="2867">
                        <c:v>42732</c:v>
                      </c:pt>
                      <c:pt idx="2868">
                        <c:v>42733</c:v>
                      </c:pt>
                      <c:pt idx="2869">
                        <c:v>42734</c:v>
                      </c:pt>
                      <c:pt idx="2870">
                        <c:v>42737</c:v>
                      </c:pt>
                      <c:pt idx="2871">
                        <c:v>42738</c:v>
                      </c:pt>
                      <c:pt idx="2872">
                        <c:v>42739</c:v>
                      </c:pt>
                      <c:pt idx="2873">
                        <c:v>42740</c:v>
                      </c:pt>
                      <c:pt idx="2874">
                        <c:v>42741</c:v>
                      </c:pt>
                      <c:pt idx="2875">
                        <c:v>42744</c:v>
                      </c:pt>
                      <c:pt idx="2876">
                        <c:v>42745</c:v>
                      </c:pt>
                      <c:pt idx="2877">
                        <c:v>42746</c:v>
                      </c:pt>
                      <c:pt idx="2878">
                        <c:v>42747</c:v>
                      </c:pt>
                      <c:pt idx="2879">
                        <c:v>42748</c:v>
                      </c:pt>
                      <c:pt idx="2880">
                        <c:v>42751</c:v>
                      </c:pt>
                      <c:pt idx="2881">
                        <c:v>42752</c:v>
                      </c:pt>
                      <c:pt idx="2882">
                        <c:v>42753</c:v>
                      </c:pt>
                      <c:pt idx="2883">
                        <c:v>42754</c:v>
                      </c:pt>
                      <c:pt idx="2884">
                        <c:v>42755</c:v>
                      </c:pt>
                      <c:pt idx="2885">
                        <c:v>42758</c:v>
                      </c:pt>
                      <c:pt idx="2886">
                        <c:v>42759</c:v>
                      </c:pt>
                      <c:pt idx="2887">
                        <c:v>42760</c:v>
                      </c:pt>
                      <c:pt idx="2888">
                        <c:v>42761</c:v>
                      </c:pt>
                      <c:pt idx="2889">
                        <c:v>42762</c:v>
                      </c:pt>
                      <c:pt idx="2890">
                        <c:v>42765</c:v>
                      </c:pt>
                      <c:pt idx="2891">
                        <c:v>42766</c:v>
                      </c:pt>
                      <c:pt idx="2892">
                        <c:v>42767</c:v>
                      </c:pt>
                      <c:pt idx="2893">
                        <c:v>42768</c:v>
                      </c:pt>
                      <c:pt idx="2894">
                        <c:v>42769</c:v>
                      </c:pt>
                      <c:pt idx="2895">
                        <c:v>42772</c:v>
                      </c:pt>
                      <c:pt idx="2896">
                        <c:v>42773</c:v>
                      </c:pt>
                      <c:pt idx="2897">
                        <c:v>42774</c:v>
                      </c:pt>
                      <c:pt idx="2898">
                        <c:v>42775</c:v>
                      </c:pt>
                      <c:pt idx="2899">
                        <c:v>42776</c:v>
                      </c:pt>
                      <c:pt idx="2900">
                        <c:v>42779</c:v>
                      </c:pt>
                      <c:pt idx="2901">
                        <c:v>42780</c:v>
                      </c:pt>
                      <c:pt idx="2902">
                        <c:v>42781</c:v>
                      </c:pt>
                      <c:pt idx="2903">
                        <c:v>42782</c:v>
                      </c:pt>
                      <c:pt idx="2904">
                        <c:v>42783</c:v>
                      </c:pt>
                      <c:pt idx="2905">
                        <c:v>42786</c:v>
                      </c:pt>
                      <c:pt idx="2906">
                        <c:v>42787</c:v>
                      </c:pt>
                      <c:pt idx="2907">
                        <c:v>42788</c:v>
                      </c:pt>
                      <c:pt idx="2908">
                        <c:v>42789</c:v>
                      </c:pt>
                      <c:pt idx="2909">
                        <c:v>42790</c:v>
                      </c:pt>
                      <c:pt idx="2910">
                        <c:v>42793</c:v>
                      </c:pt>
                      <c:pt idx="2911">
                        <c:v>42794</c:v>
                      </c:pt>
                      <c:pt idx="2912">
                        <c:v>42795</c:v>
                      </c:pt>
                      <c:pt idx="2913">
                        <c:v>42796</c:v>
                      </c:pt>
                      <c:pt idx="2914">
                        <c:v>42797</c:v>
                      </c:pt>
                      <c:pt idx="2915">
                        <c:v>42800</c:v>
                      </c:pt>
                      <c:pt idx="2916">
                        <c:v>42801</c:v>
                      </c:pt>
                      <c:pt idx="2917">
                        <c:v>42802</c:v>
                      </c:pt>
                      <c:pt idx="2918">
                        <c:v>42803</c:v>
                      </c:pt>
                      <c:pt idx="2919">
                        <c:v>42804</c:v>
                      </c:pt>
                      <c:pt idx="2920">
                        <c:v>42807</c:v>
                      </c:pt>
                      <c:pt idx="2921">
                        <c:v>42808</c:v>
                      </c:pt>
                      <c:pt idx="2922">
                        <c:v>42809</c:v>
                      </c:pt>
                      <c:pt idx="2923">
                        <c:v>42810</c:v>
                      </c:pt>
                      <c:pt idx="2924">
                        <c:v>42811</c:v>
                      </c:pt>
                      <c:pt idx="2925">
                        <c:v>42814</c:v>
                      </c:pt>
                      <c:pt idx="2926">
                        <c:v>42815</c:v>
                      </c:pt>
                      <c:pt idx="2927">
                        <c:v>42816</c:v>
                      </c:pt>
                      <c:pt idx="2928">
                        <c:v>42817</c:v>
                      </c:pt>
                      <c:pt idx="2929">
                        <c:v>42818</c:v>
                      </c:pt>
                      <c:pt idx="2930">
                        <c:v>42821</c:v>
                      </c:pt>
                      <c:pt idx="2931">
                        <c:v>42822</c:v>
                      </c:pt>
                      <c:pt idx="2932">
                        <c:v>42823</c:v>
                      </c:pt>
                      <c:pt idx="2933">
                        <c:v>42824</c:v>
                      </c:pt>
                      <c:pt idx="2934">
                        <c:v>42825</c:v>
                      </c:pt>
                      <c:pt idx="2935">
                        <c:v>42828</c:v>
                      </c:pt>
                      <c:pt idx="2936">
                        <c:v>42829</c:v>
                      </c:pt>
                      <c:pt idx="2937">
                        <c:v>42830</c:v>
                      </c:pt>
                      <c:pt idx="2938">
                        <c:v>42831</c:v>
                      </c:pt>
                      <c:pt idx="2939">
                        <c:v>42832</c:v>
                      </c:pt>
                      <c:pt idx="2940">
                        <c:v>42835</c:v>
                      </c:pt>
                      <c:pt idx="2941">
                        <c:v>42836</c:v>
                      </c:pt>
                      <c:pt idx="2942">
                        <c:v>42837</c:v>
                      </c:pt>
                      <c:pt idx="2943">
                        <c:v>42838</c:v>
                      </c:pt>
                      <c:pt idx="2944">
                        <c:v>42839</c:v>
                      </c:pt>
                      <c:pt idx="2945">
                        <c:v>42842</c:v>
                      </c:pt>
                      <c:pt idx="2946">
                        <c:v>42843</c:v>
                      </c:pt>
                      <c:pt idx="2947">
                        <c:v>42844</c:v>
                      </c:pt>
                      <c:pt idx="2948">
                        <c:v>42845</c:v>
                      </c:pt>
                      <c:pt idx="2949">
                        <c:v>42846</c:v>
                      </c:pt>
                      <c:pt idx="2950">
                        <c:v>42849</c:v>
                      </c:pt>
                      <c:pt idx="2951">
                        <c:v>42850</c:v>
                      </c:pt>
                      <c:pt idx="2952">
                        <c:v>42851</c:v>
                      </c:pt>
                      <c:pt idx="2953">
                        <c:v>42852</c:v>
                      </c:pt>
                      <c:pt idx="2954">
                        <c:v>42853</c:v>
                      </c:pt>
                      <c:pt idx="2955">
                        <c:v>42856</c:v>
                      </c:pt>
                      <c:pt idx="2956">
                        <c:v>42857</c:v>
                      </c:pt>
                      <c:pt idx="2957">
                        <c:v>42858</c:v>
                      </c:pt>
                      <c:pt idx="2958">
                        <c:v>42859</c:v>
                      </c:pt>
                      <c:pt idx="2959">
                        <c:v>42860</c:v>
                      </c:pt>
                      <c:pt idx="2960">
                        <c:v>42863</c:v>
                      </c:pt>
                      <c:pt idx="2961">
                        <c:v>42864</c:v>
                      </c:pt>
                      <c:pt idx="2962">
                        <c:v>42865</c:v>
                      </c:pt>
                      <c:pt idx="2963">
                        <c:v>42866</c:v>
                      </c:pt>
                      <c:pt idx="2964">
                        <c:v>42867</c:v>
                      </c:pt>
                      <c:pt idx="2965">
                        <c:v>42870</c:v>
                      </c:pt>
                      <c:pt idx="2966">
                        <c:v>42871</c:v>
                      </c:pt>
                      <c:pt idx="2967">
                        <c:v>42872</c:v>
                      </c:pt>
                      <c:pt idx="2968">
                        <c:v>42873</c:v>
                      </c:pt>
                      <c:pt idx="2969">
                        <c:v>42874</c:v>
                      </c:pt>
                      <c:pt idx="2970">
                        <c:v>42877</c:v>
                      </c:pt>
                      <c:pt idx="2971">
                        <c:v>42878</c:v>
                      </c:pt>
                      <c:pt idx="2972">
                        <c:v>42879</c:v>
                      </c:pt>
                      <c:pt idx="2973">
                        <c:v>42880</c:v>
                      </c:pt>
                      <c:pt idx="2974">
                        <c:v>42881</c:v>
                      </c:pt>
                      <c:pt idx="2975">
                        <c:v>42884</c:v>
                      </c:pt>
                      <c:pt idx="2976">
                        <c:v>42885</c:v>
                      </c:pt>
                      <c:pt idx="2977">
                        <c:v>42886</c:v>
                      </c:pt>
                      <c:pt idx="2978">
                        <c:v>42887</c:v>
                      </c:pt>
                      <c:pt idx="2979">
                        <c:v>42888</c:v>
                      </c:pt>
                      <c:pt idx="2980">
                        <c:v>42891</c:v>
                      </c:pt>
                      <c:pt idx="2981">
                        <c:v>42892</c:v>
                      </c:pt>
                      <c:pt idx="2982">
                        <c:v>42893</c:v>
                      </c:pt>
                      <c:pt idx="2983">
                        <c:v>42894</c:v>
                      </c:pt>
                      <c:pt idx="2984">
                        <c:v>42895</c:v>
                      </c:pt>
                      <c:pt idx="2985">
                        <c:v>42898</c:v>
                      </c:pt>
                      <c:pt idx="2986">
                        <c:v>42899</c:v>
                      </c:pt>
                      <c:pt idx="2987">
                        <c:v>42900</c:v>
                      </c:pt>
                      <c:pt idx="2988">
                        <c:v>42901</c:v>
                      </c:pt>
                      <c:pt idx="2989">
                        <c:v>42902</c:v>
                      </c:pt>
                      <c:pt idx="2990">
                        <c:v>42905</c:v>
                      </c:pt>
                      <c:pt idx="2991">
                        <c:v>42906</c:v>
                      </c:pt>
                      <c:pt idx="2992">
                        <c:v>42907</c:v>
                      </c:pt>
                      <c:pt idx="2993">
                        <c:v>42908</c:v>
                      </c:pt>
                      <c:pt idx="2994">
                        <c:v>42909</c:v>
                      </c:pt>
                      <c:pt idx="2995">
                        <c:v>42912</c:v>
                      </c:pt>
                      <c:pt idx="2996">
                        <c:v>42913</c:v>
                      </c:pt>
                      <c:pt idx="2997">
                        <c:v>42914</c:v>
                      </c:pt>
                      <c:pt idx="2998">
                        <c:v>42915</c:v>
                      </c:pt>
                      <c:pt idx="2999">
                        <c:v>42916</c:v>
                      </c:pt>
                      <c:pt idx="3000">
                        <c:v>42919</c:v>
                      </c:pt>
                      <c:pt idx="3001">
                        <c:v>42920</c:v>
                      </c:pt>
                      <c:pt idx="3002">
                        <c:v>42921</c:v>
                      </c:pt>
                      <c:pt idx="3003">
                        <c:v>42922</c:v>
                      </c:pt>
                      <c:pt idx="3004">
                        <c:v>42923</c:v>
                      </c:pt>
                      <c:pt idx="3005">
                        <c:v>42926</c:v>
                      </c:pt>
                      <c:pt idx="3006">
                        <c:v>42927</c:v>
                      </c:pt>
                      <c:pt idx="3007">
                        <c:v>42928</c:v>
                      </c:pt>
                      <c:pt idx="3008">
                        <c:v>42929</c:v>
                      </c:pt>
                      <c:pt idx="3009">
                        <c:v>42930</c:v>
                      </c:pt>
                      <c:pt idx="3010">
                        <c:v>42933</c:v>
                      </c:pt>
                      <c:pt idx="3011">
                        <c:v>42934</c:v>
                      </c:pt>
                      <c:pt idx="3012">
                        <c:v>42935</c:v>
                      </c:pt>
                      <c:pt idx="3013">
                        <c:v>42936</c:v>
                      </c:pt>
                      <c:pt idx="3014">
                        <c:v>42937</c:v>
                      </c:pt>
                      <c:pt idx="3015">
                        <c:v>42940</c:v>
                      </c:pt>
                      <c:pt idx="3016">
                        <c:v>42941</c:v>
                      </c:pt>
                      <c:pt idx="3017">
                        <c:v>42942</c:v>
                      </c:pt>
                      <c:pt idx="3018">
                        <c:v>42943</c:v>
                      </c:pt>
                      <c:pt idx="3019">
                        <c:v>42944</c:v>
                      </c:pt>
                      <c:pt idx="3020">
                        <c:v>42947</c:v>
                      </c:pt>
                      <c:pt idx="3021">
                        <c:v>42948</c:v>
                      </c:pt>
                      <c:pt idx="3022">
                        <c:v>42949</c:v>
                      </c:pt>
                      <c:pt idx="3023">
                        <c:v>42950</c:v>
                      </c:pt>
                      <c:pt idx="3024">
                        <c:v>42951</c:v>
                      </c:pt>
                      <c:pt idx="3025">
                        <c:v>42954</c:v>
                      </c:pt>
                      <c:pt idx="3026">
                        <c:v>42955</c:v>
                      </c:pt>
                      <c:pt idx="3027">
                        <c:v>42956</c:v>
                      </c:pt>
                      <c:pt idx="3028">
                        <c:v>42957</c:v>
                      </c:pt>
                      <c:pt idx="3029">
                        <c:v>42958</c:v>
                      </c:pt>
                      <c:pt idx="3030">
                        <c:v>42961</c:v>
                      </c:pt>
                      <c:pt idx="3031">
                        <c:v>42962</c:v>
                      </c:pt>
                      <c:pt idx="3032">
                        <c:v>42963</c:v>
                      </c:pt>
                      <c:pt idx="3033">
                        <c:v>42964</c:v>
                      </c:pt>
                      <c:pt idx="3034">
                        <c:v>42965</c:v>
                      </c:pt>
                      <c:pt idx="3035">
                        <c:v>42968</c:v>
                      </c:pt>
                      <c:pt idx="3036">
                        <c:v>42969</c:v>
                      </c:pt>
                      <c:pt idx="3037">
                        <c:v>42970</c:v>
                      </c:pt>
                      <c:pt idx="3038">
                        <c:v>42971</c:v>
                      </c:pt>
                      <c:pt idx="3039">
                        <c:v>42972</c:v>
                      </c:pt>
                      <c:pt idx="3040">
                        <c:v>42975</c:v>
                      </c:pt>
                      <c:pt idx="3041">
                        <c:v>42976</c:v>
                      </c:pt>
                      <c:pt idx="3042">
                        <c:v>42977</c:v>
                      </c:pt>
                      <c:pt idx="3043">
                        <c:v>42978</c:v>
                      </c:pt>
                      <c:pt idx="3044">
                        <c:v>42979</c:v>
                      </c:pt>
                      <c:pt idx="3045">
                        <c:v>42982</c:v>
                      </c:pt>
                      <c:pt idx="3046">
                        <c:v>42983</c:v>
                      </c:pt>
                      <c:pt idx="3047">
                        <c:v>42984</c:v>
                      </c:pt>
                      <c:pt idx="3048">
                        <c:v>42985</c:v>
                      </c:pt>
                      <c:pt idx="3049">
                        <c:v>42986</c:v>
                      </c:pt>
                      <c:pt idx="3050">
                        <c:v>42989</c:v>
                      </c:pt>
                      <c:pt idx="3051">
                        <c:v>42990</c:v>
                      </c:pt>
                      <c:pt idx="3052">
                        <c:v>42991</c:v>
                      </c:pt>
                      <c:pt idx="3053">
                        <c:v>42992</c:v>
                      </c:pt>
                      <c:pt idx="3054">
                        <c:v>42993</c:v>
                      </c:pt>
                      <c:pt idx="3055">
                        <c:v>42996</c:v>
                      </c:pt>
                      <c:pt idx="3056">
                        <c:v>42997</c:v>
                      </c:pt>
                      <c:pt idx="3057">
                        <c:v>42998</c:v>
                      </c:pt>
                      <c:pt idx="3058">
                        <c:v>42999</c:v>
                      </c:pt>
                      <c:pt idx="3059">
                        <c:v>43000</c:v>
                      </c:pt>
                      <c:pt idx="3060">
                        <c:v>43003</c:v>
                      </c:pt>
                      <c:pt idx="3061">
                        <c:v>43004</c:v>
                      </c:pt>
                      <c:pt idx="3062">
                        <c:v>43005</c:v>
                      </c:pt>
                      <c:pt idx="3063">
                        <c:v>43006</c:v>
                      </c:pt>
                      <c:pt idx="3064">
                        <c:v>43007</c:v>
                      </c:pt>
                      <c:pt idx="3065">
                        <c:v>43010</c:v>
                      </c:pt>
                      <c:pt idx="3066">
                        <c:v>43011</c:v>
                      </c:pt>
                      <c:pt idx="3067">
                        <c:v>43012</c:v>
                      </c:pt>
                      <c:pt idx="3068">
                        <c:v>43013</c:v>
                      </c:pt>
                      <c:pt idx="3069">
                        <c:v>43014</c:v>
                      </c:pt>
                      <c:pt idx="3070">
                        <c:v>43017</c:v>
                      </c:pt>
                      <c:pt idx="3071">
                        <c:v>43018</c:v>
                      </c:pt>
                      <c:pt idx="3072">
                        <c:v>43019</c:v>
                      </c:pt>
                      <c:pt idx="3073">
                        <c:v>43020</c:v>
                      </c:pt>
                      <c:pt idx="3074">
                        <c:v>43021</c:v>
                      </c:pt>
                      <c:pt idx="3075">
                        <c:v>43024</c:v>
                      </c:pt>
                      <c:pt idx="3076">
                        <c:v>43025</c:v>
                      </c:pt>
                      <c:pt idx="3077">
                        <c:v>43026</c:v>
                      </c:pt>
                      <c:pt idx="3078">
                        <c:v>43027</c:v>
                      </c:pt>
                      <c:pt idx="3079">
                        <c:v>43028</c:v>
                      </c:pt>
                      <c:pt idx="3080">
                        <c:v>43031</c:v>
                      </c:pt>
                      <c:pt idx="3081">
                        <c:v>43032</c:v>
                      </c:pt>
                      <c:pt idx="3082">
                        <c:v>43033</c:v>
                      </c:pt>
                      <c:pt idx="3083">
                        <c:v>43034</c:v>
                      </c:pt>
                      <c:pt idx="3084">
                        <c:v>43035</c:v>
                      </c:pt>
                      <c:pt idx="3085">
                        <c:v>43038</c:v>
                      </c:pt>
                      <c:pt idx="3086">
                        <c:v>43039</c:v>
                      </c:pt>
                      <c:pt idx="3087">
                        <c:v>43040</c:v>
                      </c:pt>
                      <c:pt idx="3088">
                        <c:v>43041</c:v>
                      </c:pt>
                      <c:pt idx="3089">
                        <c:v>43042</c:v>
                      </c:pt>
                      <c:pt idx="3090">
                        <c:v>43045</c:v>
                      </c:pt>
                      <c:pt idx="3091">
                        <c:v>43046</c:v>
                      </c:pt>
                      <c:pt idx="3092">
                        <c:v>43047</c:v>
                      </c:pt>
                      <c:pt idx="3093">
                        <c:v>43048</c:v>
                      </c:pt>
                      <c:pt idx="3094">
                        <c:v>43049</c:v>
                      </c:pt>
                      <c:pt idx="3095">
                        <c:v>43052</c:v>
                      </c:pt>
                      <c:pt idx="3096">
                        <c:v>43053</c:v>
                      </c:pt>
                      <c:pt idx="3097">
                        <c:v>43054</c:v>
                      </c:pt>
                      <c:pt idx="3098">
                        <c:v>43055</c:v>
                      </c:pt>
                      <c:pt idx="3099">
                        <c:v>43056</c:v>
                      </c:pt>
                      <c:pt idx="3100">
                        <c:v>43059</c:v>
                      </c:pt>
                      <c:pt idx="3101">
                        <c:v>43060</c:v>
                      </c:pt>
                      <c:pt idx="3102">
                        <c:v>43061</c:v>
                      </c:pt>
                      <c:pt idx="3103">
                        <c:v>43062</c:v>
                      </c:pt>
                      <c:pt idx="3104">
                        <c:v>43063</c:v>
                      </c:pt>
                      <c:pt idx="3105">
                        <c:v>43066</c:v>
                      </c:pt>
                      <c:pt idx="3106">
                        <c:v>43067</c:v>
                      </c:pt>
                      <c:pt idx="3107">
                        <c:v>43068</c:v>
                      </c:pt>
                      <c:pt idx="3108">
                        <c:v>43069</c:v>
                      </c:pt>
                      <c:pt idx="3109">
                        <c:v>43070</c:v>
                      </c:pt>
                      <c:pt idx="3110">
                        <c:v>43073</c:v>
                      </c:pt>
                      <c:pt idx="3111">
                        <c:v>43074</c:v>
                      </c:pt>
                      <c:pt idx="3112">
                        <c:v>43075</c:v>
                      </c:pt>
                      <c:pt idx="3113">
                        <c:v>43076</c:v>
                      </c:pt>
                      <c:pt idx="3114">
                        <c:v>43077</c:v>
                      </c:pt>
                      <c:pt idx="3115">
                        <c:v>43080</c:v>
                      </c:pt>
                      <c:pt idx="3116">
                        <c:v>43081</c:v>
                      </c:pt>
                      <c:pt idx="3117">
                        <c:v>43082</c:v>
                      </c:pt>
                      <c:pt idx="3118">
                        <c:v>43083</c:v>
                      </c:pt>
                      <c:pt idx="3119">
                        <c:v>43084</c:v>
                      </c:pt>
                      <c:pt idx="3120">
                        <c:v>43087</c:v>
                      </c:pt>
                      <c:pt idx="3121">
                        <c:v>43088</c:v>
                      </c:pt>
                      <c:pt idx="3122">
                        <c:v>43089</c:v>
                      </c:pt>
                      <c:pt idx="3123">
                        <c:v>43090</c:v>
                      </c:pt>
                      <c:pt idx="3124">
                        <c:v>43091</c:v>
                      </c:pt>
                      <c:pt idx="3125">
                        <c:v>43094</c:v>
                      </c:pt>
                      <c:pt idx="3126">
                        <c:v>43095</c:v>
                      </c:pt>
                      <c:pt idx="3127">
                        <c:v>43096</c:v>
                      </c:pt>
                      <c:pt idx="3128">
                        <c:v>43097</c:v>
                      </c:pt>
                      <c:pt idx="3129">
                        <c:v>43098</c:v>
                      </c:pt>
                      <c:pt idx="3130">
                        <c:v>43101</c:v>
                      </c:pt>
                      <c:pt idx="3131">
                        <c:v>43102</c:v>
                      </c:pt>
                      <c:pt idx="3132">
                        <c:v>43103</c:v>
                      </c:pt>
                      <c:pt idx="3133">
                        <c:v>43104</c:v>
                      </c:pt>
                      <c:pt idx="3134">
                        <c:v>43105</c:v>
                      </c:pt>
                      <c:pt idx="3135">
                        <c:v>43108</c:v>
                      </c:pt>
                      <c:pt idx="3136">
                        <c:v>43109</c:v>
                      </c:pt>
                      <c:pt idx="3137">
                        <c:v>43110</c:v>
                      </c:pt>
                      <c:pt idx="3138">
                        <c:v>43111</c:v>
                      </c:pt>
                      <c:pt idx="3139">
                        <c:v>43112</c:v>
                      </c:pt>
                      <c:pt idx="3140">
                        <c:v>43115</c:v>
                      </c:pt>
                      <c:pt idx="3141">
                        <c:v>43116</c:v>
                      </c:pt>
                      <c:pt idx="3142">
                        <c:v>43117</c:v>
                      </c:pt>
                      <c:pt idx="3143">
                        <c:v>43118</c:v>
                      </c:pt>
                      <c:pt idx="3144">
                        <c:v>43119</c:v>
                      </c:pt>
                      <c:pt idx="3145">
                        <c:v>43122</c:v>
                      </c:pt>
                      <c:pt idx="3146">
                        <c:v>43123</c:v>
                      </c:pt>
                      <c:pt idx="3147">
                        <c:v>43124</c:v>
                      </c:pt>
                      <c:pt idx="3148">
                        <c:v>43125</c:v>
                      </c:pt>
                      <c:pt idx="3149">
                        <c:v>43126</c:v>
                      </c:pt>
                      <c:pt idx="3150">
                        <c:v>43129</c:v>
                      </c:pt>
                      <c:pt idx="3151">
                        <c:v>43130</c:v>
                      </c:pt>
                      <c:pt idx="3152">
                        <c:v>43131</c:v>
                      </c:pt>
                      <c:pt idx="3153">
                        <c:v>43132</c:v>
                      </c:pt>
                      <c:pt idx="3154">
                        <c:v>43133</c:v>
                      </c:pt>
                      <c:pt idx="3155">
                        <c:v>43136</c:v>
                      </c:pt>
                      <c:pt idx="3156">
                        <c:v>43137</c:v>
                      </c:pt>
                      <c:pt idx="3157">
                        <c:v>43138</c:v>
                      </c:pt>
                      <c:pt idx="3158">
                        <c:v>43139</c:v>
                      </c:pt>
                      <c:pt idx="3159">
                        <c:v>43140</c:v>
                      </c:pt>
                      <c:pt idx="3160">
                        <c:v>43143</c:v>
                      </c:pt>
                      <c:pt idx="3161">
                        <c:v>43144</c:v>
                      </c:pt>
                      <c:pt idx="3162">
                        <c:v>43145</c:v>
                      </c:pt>
                      <c:pt idx="3163">
                        <c:v>43146</c:v>
                      </c:pt>
                      <c:pt idx="3164">
                        <c:v>43147</c:v>
                      </c:pt>
                      <c:pt idx="3165">
                        <c:v>43150</c:v>
                      </c:pt>
                      <c:pt idx="3166">
                        <c:v>43151</c:v>
                      </c:pt>
                      <c:pt idx="3167">
                        <c:v>43152</c:v>
                      </c:pt>
                      <c:pt idx="3168">
                        <c:v>43153</c:v>
                      </c:pt>
                      <c:pt idx="3169">
                        <c:v>43154</c:v>
                      </c:pt>
                      <c:pt idx="3170">
                        <c:v>43157</c:v>
                      </c:pt>
                      <c:pt idx="3171">
                        <c:v>43158</c:v>
                      </c:pt>
                      <c:pt idx="3172">
                        <c:v>43159</c:v>
                      </c:pt>
                      <c:pt idx="3173">
                        <c:v>43160</c:v>
                      </c:pt>
                      <c:pt idx="3174">
                        <c:v>43161</c:v>
                      </c:pt>
                      <c:pt idx="3175">
                        <c:v>43164</c:v>
                      </c:pt>
                      <c:pt idx="3176">
                        <c:v>43165</c:v>
                      </c:pt>
                      <c:pt idx="3177">
                        <c:v>43166</c:v>
                      </c:pt>
                      <c:pt idx="3178">
                        <c:v>43167</c:v>
                      </c:pt>
                      <c:pt idx="3179">
                        <c:v>43168</c:v>
                      </c:pt>
                      <c:pt idx="3180">
                        <c:v>43171</c:v>
                      </c:pt>
                      <c:pt idx="3181">
                        <c:v>43172</c:v>
                      </c:pt>
                      <c:pt idx="3182">
                        <c:v>43173</c:v>
                      </c:pt>
                      <c:pt idx="3183">
                        <c:v>43174</c:v>
                      </c:pt>
                      <c:pt idx="3184">
                        <c:v>43175</c:v>
                      </c:pt>
                      <c:pt idx="3185">
                        <c:v>43178</c:v>
                      </c:pt>
                      <c:pt idx="3186">
                        <c:v>43179</c:v>
                      </c:pt>
                      <c:pt idx="3187">
                        <c:v>43180</c:v>
                      </c:pt>
                      <c:pt idx="3188">
                        <c:v>43181</c:v>
                      </c:pt>
                      <c:pt idx="3189">
                        <c:v>43182</c:v>
                      </c:pt>
                      <c:pt idx="3190">
                        <c:v>43185</c:v>
                      </c:pt>
                      <c:pt idx="3191">
                        <c:v>43186</c:v>
                      </c:pt>
                      <c:pt idx="3192">
                        <c:v>43187</c:v>
                      </c:pt>
                      <c:pt idx="3193">
                        <c:v>43188</c:v>
                      </c:pt>
                      <c:pt idx="3194">
                        <c:v>43189</c:v>
                      </c:pt>
                      <c:pt idx="3195">
                        <c:v>43192</c:v>
                      </c:pt>
                      <c:pt idx="3196">
                        <c:v>43193</c:v>
                      </c:pt>
                      <c:pt idx="3197">
                        <c:v>43194</c:v>
                      </c:pt>
                      <c:pt idx="3198">
                        <c:v>43195</c:v>
                      </c:pt>
                      <c:pt idx="3199">
                        <c:v>43196</c:v>
                      </c:pt>
                      <c:pt idx="3200">
                        <c:v>43199</c:v>
                      </c:pt>
                      <c:pt idx="3201">
                        <c:v>43200</c:v>
                      </c:pt>
                      <c:pt idx="3202">
                        <c:v>43201</c:v>
                      </c:pt>
                      <c:pt idx="3203">
                        <c:v>43202</c:v>
                      </c:pt>
                      <c:pt idx="3204">
                        <c:v>43203</c:v>
                      </c:pt>
                      <c:pt idx="3205">
                        <c:v>43206</c:v>
                      </c:pt>
                      <c:pt idx="3206">
                        <c:v>43207</c:v>
                      </c:pt>
                      <c:pt idx="3207">
                        <c:v>43208</c:v>
                      </c:pt>
                      <c:pt idx="3208">
                        <c:v>43209</c:v>
                      </c:pt>
                      <c:pt idx="3209">
                        <c:v>43210</c:v>
                      </c:pt>
                      <c:pt idx="3210">
                        <c:v>43213</c:v>
                      </c:pt>
                      <c:pt idx="3211">
                        <c:v>43214</c:v>
                      </c:pt>
                      <c:pt idx="3212">
                        <c:v>43215</c:v>
                      </c:pt>
                      <c:pt idx="3213">
                        <c:v>43216</c:v>
                      </c:pt>
                      <c:pt idx="3214">
                        <c:v>43217</c:v>
                      </c:pt>
                      <c:pt idx="3215">
                        <c:v>43220</c:v>
                      </c:pt>
                      <c:pt idx="3216">
                        <c:v>43221</c:v>
                      </c:pt>
                      <c:pt idx="3217">
                        <c:v>43222</c:v>
                      </c:pt>
                      <c:pt idx="3218">
                        <c:v>43223</c:v>
                      </c:pt>
                      <c:pt idx="3219">
                        <c:v>43224</c:v>
                      </c:pt>
                      <c:pt idx="3220">
                        <c:v>43227</c:v>
                      </c:pt>
                      <c:pt idx="3221">
                        <c:v>43228</c:v>
                      </c:pt>
                      <c:pt idx="3222">
                        <c:v>43229</c:v>
                      </c:pt>
                      <c:pt idx="3223">
                        <c:v>43230</c:v>
                      </c:pt>
                      <c:pt idx="3224">
                        <c:v>43231</c:v>
                      </c:pt>
                      <c:pt idx="3225">
                        <c:v>43234</c:v>
                      </c:pt>
                      <c:pt idx="3226">
                        <c:v>43235</c:v>
                      </c:pt>
                      <c:pt idx="3227">
                        <c:v>43236</c:v>
                      </c:pt>
                      <c:pt idx="3228">
                        <c:v>43237</c:v>
                      </c:pt>
                      <c:pt idx="3229">
                        <c:v>43238</c:v>
                      </c:pt>
                      <c:pt idx="3230">
                        <c:v>43241</c:v>
                      </c:pt>
                      <c:pt idx="3231">
                        <c:v>43242</c:v>
                      </c:pt>
                      <c:pt idx="3232">
                        <c:v>43243</c:v>
                      </c:pt>
                      <c:pt idx="3233">
                        <c:v>43244</c:v>
                      </c:pt>
                      <c:pt idx="3234">
                        <c:v>43245</c:v>
                      </c:pt>
                      <c:pt idx="3235">
                        <c:v>43248</c:v>
                      </c:pt>
                      <c:pt idx="3236">
                        <c:v>43249</c:v>
                      </c:pt>
                      <c:pt idx="3237">
                        <c:v>43250</c:v>
                      </c:pt>
                      <c:pt idx="3238">
                        <c:v>43251</c:v>
                      </c:pt>
                      <c:pt idx="3239">
                        <c:v>43252</c:v>
                      </c:pt>
                      <c:pt idx="3240">
                        <c:v>43255</c:v>
                      </c:pt>
                      <c:pt idx="3241">
                        <c:v>43256</c:v>
                      </c:pt>
                      <c:pt idx="3242">
                        <c:v>43257</c:v>
                      </c:pt>
                      <c:pt idx="3243">
                        <c:v>43258</c:v>
                      </c:pt>
                      <c:pt idx="3244">
                        <c:v>43259</c:v>
                      </c:pt>
                      <c:pt idx="3245">
                        <c:v>43262</c:v>
                      </c:pt>
                      <c:pt idx="3246">
                        <c:v>43263</c:v>
                      </c:pt>
                      <c:pt idx="3247">
                        <c:v>43264</c:v>
                      </c:pt>
                      <c:pt idx="3248">
                        <c:v>43265</c:v>
                      </c:pt>
                      <c:pt idx="3249">
                        <c:v>43266</c:v>
                      </c:pt>
                      <c:pt idx="3250">
                        <c:v>43269</c:v>
                      </c:pt>
                      <c:pt idx="3251">
                        <c:v>43270</c:v>
                      </c:pt>
                      <c:pt idx="3252">
                        <c:v>43271</c:v>
                      </c:pt>
                      <c:pt idx="3253">
                        <c:v>43272</c:v>
                      </c:pt>
                      <c:pt idx="3254">
                        <c:v>43273</c:v>
                      </c:pt>
                      <c:pt idx="3255">
                        <c:v>43276</c:v>
                      </c:pt>
                      <c:pt idx="3256">
                        <c:v>43277</c:v>
                      </c:pt>
                      <c:pt idx="3257">
                        <c:v>43278</c:v>
                      </c:pt>
                      <c:pt idx="3258">
                        <c:v>43279</c:v>
                      </c:pt>
                      <c:pt idx="3259">
                        <c:v>43280</c:v>
                      </c:pt>
                      <c:pt idx="3260">
                        <c:v>43283</c:v>
                      </c:pt>
                      <c:pt idx="3261">
                        <c:v>43284</c:v>
                      </c:pt>
                      <c:pt idx="3262">
                        <c:v>43285</c:v>
                      </c:pt>
                      <c:pt idx="3263">
                        <c:v>43286</c:v>
                      </c:pt>
                      <c:pt idx="3264">
                        <c:v>43287</c:v>
                      </c:pt>
                      <c:pt idx="3265">
                        <c:v>43290</c:v>
                      </c:pt>
                      <c:pt idx="3266">
                        <c:v>43291</c:v>
                      </c:pt>
                      <c:pt idx="3267">
                        <c:v>43292</c:v>
                      </c:pt>
                      <c:pt idx="3268">
                        <c:v>43293</c:v>
                      </c:pt>
                      <c:pt idx="3269">
                        <c:v>43294</c:v>
                      </c:pt>
                      <c:pt idx="3270">
                        <c:v>43297</c:v>
                      </c:pt>
                      <c:pt idx="3271">
                        <c:v>43298</c:v>
                      </c:pt>
                      <c:pt idx="3272">
                        <c:v>43299</c:v>
                      </c:pt>
                      <c:pt idx="3273">
                        <c:v>43300</c:v>
                      </c:pt>
                      <c:pt idx="3274">
                        <c:v>43301</c:v>
                      </c:pt>
                      <c:pt idx="3275">
                        <c:v>43304</c:v>
                      </c:pt>
                      <c:pt idx="3276">
                        <c:v>43305</c:v>
                      </c:pt>
                      <c:pt idx="3277">
                        <c:v>43306</c:v>
                      </c:pt>
                      <c:pt idx="3278">
                        <c:v>43307</c:v>
                      </c:pt>
                      <c:pt idx="3279">
                        <c:v>43308</c:v>
                      </c:pt>
                      <c:pt idx="3280">
                        <c:v>43311</c:v>
                      </c:pt>
                      <c:pt idx="3281">
                        <c:v>43312</c:v>
                      </c:pt>
                      <c:pt idx="3282">
                        <c:v>43313</c:v>
                      </c:pt>
                      <c:pt idx="3283">
                        <c:v>43314</c:v>
                      </c:pt>
                      <c:pt idx="3284">
                        <c:v>43315</c:v>
                      </c:pt>
                      <c:pt idx="3285">
                        <c:v>43318</c:v>
                      </c:pt>
                      <c:pt idx="3286">
                        <c:v>43319</c:v>
                      </c:pt>
                      <c:pt idx="3287">
                        <c:v>43320</c:v>
                      </c:pt>
                      <c:pt idx="3288">
                        <c:v>43321</c:v>
                      </c:pt>
                      <c:pt idx="3289">
                        <c:v>43322</c:v>
                      </c:pt>
                      <c:pt idx="3290">
                        <c:v>43325</c:v>
                      </c:pt>
                      <c:pt idx="3291">
                        <c:v>43326</c:v>
                      </c:pt>
                      <c:pt idx="3292">
                        <c:v>43327</c:v>
                      </c:pt>
                      <c:pt idx="3293">
                        <c:v>43328</c:v>
                      </c:pt>
                      <c:pt idx="3294">
                        <c:v>43329</c:v>
                      </c:pt>
                      <c:pt idx="3295">
                        <c:v>43332</c:v>
                      </c:pt>
                      <c:pt idx="3296">
                        <c:v>43333</c:v>
                      </c:pt>
                      <c:pt idx="3297">
                        <c:v>43334</c:v>
                      </c:pt>
                      <c:pt idx="3298">
                        <c:v>43335</c:v>
                      </c:pt>
                      <c:pt idx="3299">
                        <c:v>43336</c:v>
                      </c:pt>
                      <c:pt idx="3300">
                        <c:v>43339</c:v>
                      </c:pt>
                      <c:pt idx="3301">
                        <c:v>43340</c:v>
                      </c:pt>
                      <c:pt idx="3302">
                        <c:v>43341</c:v>
                      </c:pt>
                      <c:pt idx="3303">
                        <c:v>43342</c:v>
                      </c:pt>
                      <c:pt idx="3304">
                        <c:v>43343</c:v>
                      </c:pt>
                      <c:pt idx="3305">
                        <c:v>43346</c:v>
                      </c:pt>
                      <c:pt idx="3306">
                        <c:v>43347</c:v>
                      </c:pt>
                      <c:pt idx="3307">
                        <c:v>43348</c:v>
                      </c:pt>
                      <c:pt idx="3308">
                        <c:v>43349</c:v>
                      </c:pt>
                      <c:pt idx="3309">
                        <c:v>43350</c:v>
                      </c:pt>
                      <c:pt idx="3310">
                        <c:v>43353</c:v>
                      </c:pt>
                      <c:pt idx="3311">
                        <c:v>43354</c:v>
                      </c:pt>
                      <c:pt idx="3312">
                        <c:v>43355</c:v>
                      </c:pt>
                      <c:pt idx="3313">
                        <c:v>43356</c:v>
                      </c:pt>
                      <c:pt idx="3314">
                        <c:v>43357</c:v>
                      </c:pt>
                      <c:pt idx="3315">
                        <c:v>43360</c:v>
                      </c:pt>
                      <c:pt idx="3316">
                        <c:v>43361</c:v>
                      </c:pt>
                      <c:pt idx="3317">
                        <c:v>43362</c:v>
                      </c:pt>
                      <c:pt idx="3318">
                        <c:v>43363</c:v>
                      </c:pt>
                      <c:pt idx="3319">
                        <c:v>43364</c:v>
                      </c:pt>
                      <c:pt idx="3320">
                        <c:v>43367</c:v>
                      </c:pt>
                      <c:pt idx="3321">
                        <c:v>43368</c:v>
                      </c:pt>
                      <c:pt idx="3322">
                        <c:v>43369</c:v>
                      </c:pt>
                      <c:pt idx="3323">
                        <c:v>43370</c:v>
                      </c:pt>
                      <c:pt idx="3324">
                        <c:v>43371</c:v>
                      </c:pt>
                      <c:pt idx="3325">
                        <c:v>43374</c:v>
                      </c:pt>
                      <c:pt idx="3326">
                        <c:v>43375</c:v>
                      </c:pt>
                      <c:pt idx="3327">
                        <c:v>43376</c:v>
                      </c:pt>
                      <c:pt idx="3328">
                        <c:v>43377</c:v>
                      </c:pt>
                      <c:pt idx="3329">
                        <c:v>43378</c:v>
                      </c:pt>
                      <c:pt idx="3330">
                        <c:v>43381</c:v>
                      </c:pt>
                      <c:pt idx="3331">
                        <c:v>43382</c:v>
                      </c:pt>
                      <c:pt idx="3332">
                        <c:v>43383</c:v>
                      </c:pt>
                      <c:pt idx="3333">
                        <c:v>43384</c:v>
                      </c:pt>
                      <c:pt idx="3334">
                        <c:v>43385</c:v>
                      </c:pt>
                      <c:pt idx="3335">
                        <c:v>43388</c:v>
                      </c:pt>
                      <c:pt idx="3336">
                        <c:v>43389</c:v>
                      </c:pt>
                      <c:pt idx="3337">
                        <c:v>43390</c:v>
                      </c:pt>
                      <c:pt idx="3338">
                        <c:v>43391</c:v>
                      </c:pt>
                      <c:pt idx="3339">
                        <c:v>43392</c:v>
                      </c:pt>
                      <c:pt idx="3340">
                        <c:v>43395</c:v>
                      </c:pt>
                      <c:pt idx="3341">
                        <c:v>43396</c:v>
                      </c:pt>
                      <c:pt idx="3342">
                        <c:v>43397</c:v>
                      </c:pt>
                      <c:pt idx="3343">
                        <c:v>43398</c:v>
                      </c:pt>
                      <c:pt idx="3344">
                        <c:v>43399</c:v>
                      </c:pt>
                      <c:pt idx="3345">
                        <c:v>43402</c:v>
                      </c:pt>
                      <c:pt idx="3346">
                        <c:v>43403</c:v>
                      </c:pt>
                      <c:pt idx="3347">
                        <c:v>43404</c:v>
                      </c:pt>
                      <c:pt idx="3348">
                        <c:v>43405</c:v>
                      </c:pt>
                      <c:pt idx="3349">
                        <c:v>43406</c:v>
                      </c:pt>
                      <c:pt idx="3350">
                        <c:v>43409</c:v>
                      </c:pt>
                      <c:pt idx="3351">
                        <c:v>43410</c:v>
                      </c:pt>
                      <c:pt idx="3352">
                        <c:v>43411</c:v>
                      </c:pt>
                      <c:pt idx="3353">
                        <c:v>43412</c:v>
                      </c:pt>
                      <c:pt idx="3354">
                        <c:v>43413</c:v>
                      </c:pt>
                      <c:pt idx="3355">
                        <c:v>43416</c:v>
                      </c:pt>
                      <c:pt idx="3356">
                        <c:v>43417</c:v>
                      </c:pt>
                      <c:pt idx="3357">
                        <c:v>43418</c:v>
                      </c:pt>
                      <c:pt idx="3358">
                        <c:v>43419</c:v>
                      </c:pt>
                      <c:pt idx="3359">
                        <c:v>43420</c:v>
                      </c:pt>
                      <c:pt idx="3360">
                        <c:v>43423</c:v>
                      </c:pt>
                      <c:pt idx="3361">
                        <c:v>43424</c:v>
                      </c:pt>
                      <c:pt idx="3362">
                        <c:v>43425</c:v>
                      </c:pt>
                      <c:pt idx="3363">
                        <c:v>43426</c:v>
                      </c:pt>
                      <c:pt idx="3364">
                        <c:v>43427</c:v>
                      </c:pt>
                      <c:pt idx="3365">
                        <c:v>43430</c:v>
                      </c:pt>
                      <c:pt idx="3366">
                        <c:v>43431</c:v>
                      </c:pt>
                      <c:pt idx="3367">
                        <c:v>43432</c:v>
                      </c:pt>
                      <c:pt idx="3368">
                        <c:v>43433</c:v>
                      </c:pt>
                      <c:pt idx="3369">
                        <c:v>43434</c:v>
                      </c:pt>
                      <c:pt idx="3370">
                        <c:v>43437</c:v>
                      </c:pt>
                      <c:pt idx="3371">
                        <c:v>43438</c:v>
                      </c:pt>
                      <c:pt idx="3372">
                        <c:v>43439</c:v>
                      </c:pt>
                      <c:pt idx="3373">
                        <c:v>43440</c:v>
                      </c:pt>
                      <c:pt idx="3374">
                        <c:v>43441</c:v>
                      </c:pt>
                      <c:pt idx="3375">
                        <c:v>43444</c:v>
                      </c:pt>
                      <c:pt idx="3376">
                        <c:v>43445</c:v>
                      </c:pt>
                      <c:pt idx="3377">
                        <c:v>43446</c:v>
                      </c:pt>
                      <c:pt idx="3378">
                        <c:v>43447</c:v>
                      </c:pt>
                      <c:pt idx="3379">
                        <c:v>43448</c:v>
                      </c:pt>
                      <c:pt idx="3380">
                        <c:v>43451</c:v>
                      </c:pt>
                      <c:pt idx="3381">
                        <c:v>43452</c:v>
                      </c:pt>
                      <c:pt idx="3382">
                        <c:v>43453</c:v>
                      </c:pt>
                      <c:pt idx="3383">
                        <c:v>43454</c:v>
                      </c:pt>
                      <c:pt idx="3384">
                        <c:v>43455</c:v>
                      </c:pt>
                      <c:pt idx="3385">
                        <c:v>43458</c:v>
                      </c:pt>
                      <c:pt idx="3386">
                        <c:v>43459</c:v>
                      </c:pt>
                      <c:pt idx="3387">
                        <c:v>43460</c:v>
                      </c:pt>
                      <c:pt idx="3388">
                        <c:v>43461</c:v>
                      </c:pt>
                      <c:pt idx="3389">
                        <c:v>43462</c:v>
                      </c:pt>
                      <c:pt idx="3390">
                        <c:v>43465</c:v>
                      </c:pt>
                      <c:pt idx="3391">
                        <c:v>43466</c:v>
                      </c:pt>
                      <c:pt idx="3392">
                        <c:v>43467</c:v>
                      </c:pt>
                      <c:pt idx="3393">
                        <c:v>43468</c:v>
                      </c:pt>
                      <c:pt idx="3394">
                        <c:v>43469</c:v>
                      </c:pt>
                      <c:pt idx="3395">
                        <c:v>43472</c:v>
                      </c:pt>
                      <c:pt idx="3396">
                        <c:v>43473</c:v>
                      </c:pt>
                      <c:pt idx="3397">
                        <c:v>43474</c:v>
                      </c:pt>
                      <c:pt idx="3398">
                        <c:v>43475</c:v>
                      </c:pt>
                      <c:pt idx="3399">
                        <c:v>43476</c:v>
                      </c:pt>
                      <c:pt idx="3400">
                        <c:v>43479</c:v>
                      </c:pt>
                      <c:pt idx="3401">
                        <c:v>43480</c:v>
                      </c:pt>
                      <c:pt idx="3402">
                        <c:v>43481</c:v>
                      </c:pt>
                      <c:pt idx="3403">
                        <c:v>43482</c:v>
                      </c:pt>
                      <c:pt idx="3404">
                        <c:v>43483</c:v>
                      </c:pt>
                      <c:pt idx="3405">
                        <c:v>43486</c:v>
                      </c:pt>
                      <c:pt idx="3406">
                        <c:v>43487</c:v>
                      </c:pt>
                      <c:pt idx="3407">
                        <c:v>43488</c:v>
                      </c:pt>
                      <c:pt idx="3408">
                        <c:v>43489</c:v>
                      </c:pt>
                      <c:pt idx="3409">
                        <c:v>43490</c:v>
                      </c:pt>
                      <c:pt idx="3410">
                        <c:v>43493</c:v>
                      </c:pt>
                      <c:pt idx="3411">
                        <c:v>43494</c:v>
                      </c:pt>
                      <c:pt idx="3412">
                        <c:v>43495</c:v>
                      </c:pt>
                      <c:pt idx="3413">
                        <c:v>43496</c:v>
                      </c:pt>
                      <c:pt idx="3414">
                        <c:v>43497</c:v>
                      </c:pt>
                      <c:pt idx="3415">
                        <c:v>43500</c:v>
                      </c:pt>
                      <c:pt idx="3416">
                        <c:v>43501</c:v>
                      </c:pt>
                      <c:pt idx="3417">
                        <c:v>43502</c:v>
                      </c:pt>
                      <c:pt idx="3418">
                        <c:v>43503</c:v>
                      </c:pt>
                      <c:pt idx="3419">
                        <c:v>43504</c:v>
                      </c:pt>
                      <c:pt idx="3420">
                        <c:v>43507</c:v>
                      </c:pt>
                      <c:pt idx="3421">
                        <c:v>43508</c:v>
                      </c:pt>
                      <c:pt idx="3422">
                        <c:v>43509</c:v>
                      </c:pt>
                      <c:pt idx="3423">
                        <c:v>43510</c:v>
                      </c:pt>
                      <c:pt idx="3424">
                        <c:v>43511</c:v>
                      </c:pt>
                      <c:pt idx="3425">
                        <c:v>43514</c:v>
                      </c:pt>
                      <c:pt idx="3426">
                        <c:v>43515</c:v>
                      </c:pt>
                      <c:pt idx="3427">
                        <c:v>43516</c:v>
                      </c:pt>
                      <c:pt idx="3428">
                        <c:v>43517</c:v>
                      </c:pt>
                      <c:pt idx="3429">
                        <c:v>43518</c:v>
                      </c:pt>
                      <c:pt idx="3430">
                        <c:v>43521</c:v>
                      </c:pt>
                      <c:pt idx="3431">
                        <c:v>43522</c:v>
                      </c:pt>
                      <c:pt idx="3432">
                        <c:v>43523</c:v>
                      </c:pt>
                      <c:pt idx="3433">
                        <c:v>43524</c:v>
                      </c:pt>
                      <c:pt idx="3434">
                        <c:v>43525</c:v>
                      </c:pt>
                      <c:pt idx="3435">
                        <c:v>43528</c:v>
                      </c:pt>
                      <c:pt idx="3436">
                        <c:v>43529</c:v>
                      </c:pt>
                      <c:pt idx="3437">
                        <c:v>43530</c:v>
                      </c:pt>
                      <c:pt idx="3438">
                        <c:v>43531</c:v>
                      </c:pt>
                      <c:pt idx="3439">
                        <c:v>43532</c:v>
                      </c:pt>
                      <c:pt idx="3440">
                        <c:v>43535</c:v>
                      </c:pt>
                      <c:pt idx="3441">
                        <c:v>43536</c:v>
                      </c:pt>
                      <c:pt idx="3442">
                        <c:v>43537</c:v>
                      </c:pt>
                      <c:pt idx="3443">
                        <c:v>43538</c:v>
                      </c:pt>
                      <c:pt idx="3444">
                        <c:v>43539</c:v>
                      </c:pt>
                      <c:pt idx="3445">
                        <c:v>43542</c:v>
                      </c:pt>
                      <c:pt idx="3446">
                        <c:v>43543</c:v>
                      </c:pt>
                      <c:pt idx="3447">
                        <c:v>43544</c:v>
                      </c:pt>
                      <c:pt idx="3448">
                        <c:v>43545</c:v>
                      </c:pt>
                      <c:pt idx="3449">
                        <c:v>43546</c:v>
                      </c:pt>
                      <c:pt idx="3450">
                        <c:v>43549</c:v>
                      </c:pt>
                      <c:pt idx="3451">
                        <c:v>43550</c:v>
                      </c:pt>
                      <c:pt idx="3452">
                        <c:v>43551</c:v>
                      </c:pt>
                      <c:pt idx="3453">
                        <c:v>43552</c:v>
                      </c:pt>
                      <c:pt idx="3454">
                        <c:v>43553</c:v>
                      </c:pt>
                      <c:pt idx="3455">
                        <c:v>43556</c:v>
                      </c:pt>
                      <c:pt idx="3456">
                        <c:v>43557</c:v>
                      </c:pt>
                      <c:pt idx="3457">
                        <c:v>43558</c:v>
                      </c:pt>
                      <c:pt idx="3458">
                        <c:v>43559</c:v>
                      </c:pt>
                      <c:pt idx="3459">
                        <c:v>43560</c:v>
                      </c:pt>
                      <c:pt idx="3460">
                        <c:v>43563</c:v>
                      </c:pt>
                      <c:pt idx="3461">
                        <c:v>43564</c:v>
                      </c:pt>
                      <c:pt idx="3462">
                        <c:v>43565</c:v>
                      </c:pt>
                      <c:pt idx="3463">
                        <c:v>43566</c:v>
                      </c:pt>
                      <c:pt idx="3464">
                        <c:v>43567</c:v>
                      </c:pt>
                      <c:pt idx="3465">
                        <c:v>43570</c:v>
                      </c:pt>
                      <c:pt idx="3466">
                        <c:v>43571</c:v>
                      </c:pt>
                      <c:pt idx="3467">
                        <c:v>43572</c:v>
                      </c:pt>
                      <c:pt idx="3468">
                        <c:v>43573</c:v>
                      </c:pt>
                      <c:pt idx="3469">
                        <c:v>43574</c:v>
                      </c:pt>
                      <c:pt idx="3470">
                        <c:v>43577</c:v>
                      </c:pt>
                      <c:pt idx="3471">
                        <c:v>43578</c:v>
                      </c:pt>
                      <c:pt idx="3472">
                        <c:v>43579</c:v>
                      </c:pt>
                      <c:pt idx="3473">
                        <c:v>43580</c:v>
                      </c:pt>
                      <c:pt idx="3474">
                        <c:v>43581</c:v>
                      </c:pt>
                      <c:pt idx="3475">
                        <c:v>43584</c:v>
                      </c:pt>
                      <c:pt idx="3476">
                        <c:v>43585</c:v>
                      </c:pt>
                      <c:pt idx="3477">
                        <c:v>43586</c:v>
                      </c:pt>
                      <c:pt idx="3478">
                        <c:v>43587</c:v>
                      </c:pt>
                      <c:pt idx="3479">
                        <c:v>43588</c:v>
                      </c:pt>
                      <c:pt idx="3480">
                        <c:v>43591</c:v>
                      </c:pt>
                      <c:pt idx="3481">
                        <c:v>43592</c:v>
                      </c:pt>
                      <c:pt idx="3482">
                        <c:v>43593</c:v>
                      </c:pt>
                      <c:pt idx="3483">
                        <c:v>43594</c:v>
                      </c:pt>
                      <c:pt idx="3484">
                        <c:v>43595</c:v>
                      </c:pt>
                      <c:pt idx="3485">
                        <c:v>43598</c:v>
                      </c:pt>
                      <c:pt idx="3486">
                        <c:v>43599</c:v>
                      </c:pt>
                      <c:pt idx="3487">
                        <c:v>43600</c:v>
                      </c:pt>
                      <c:pt idx="3488">
                        <c:v>43601</c:v>
                      </c:pt>
                      <c:pt idx="3489">
                        <c:v>43602</c:v>
                      </c:pt>
                      <c:pt idx="3490">
                        <c:v>43605</c:v>
                      </c:pt>
                      <c:pt idx="3491">
                        <c:v>43606</c:v>
                      </c:pt>
                      <c:pt idx="3492">
                        <c:v>43607</c:v>
                      </c:pt>
                      <c:pt idx="3493">
                        <c:v>43608</c:v>
                      </c:pt>
                      <c:pt idx="3494">
                        <c:v>43609</c:v>
                      </c:pt>
                      <c:pt idx="3495">
                        <c:v>43612</c:v>
                      </c:pt>
                      <c:pt idx="3496">
                        <c:v>43613</c:v>
                      </c:pt>
                      <c:pt idx="3497">
                        <c:v>43614</c:v>
                      </c:pt>
                      <c:pt idx="3498">
                        <c:v>43615</c:v>
                      </c:pt>
                      <c:pt idx="3499">
                        <c:v>43616</c:v>
                      </c:pt>
                      <c:pt idx="3500">
                        <c:v>43619</c:v>
                      </c:pt>
                      <c:pt idx="3501">
                        <c:v>43620</c:v>
                      </c:pt>
                      <c:pt idx="3502">
                        <c:v>43621</c:v>
                      </c:pt>
                      <c:pt idx="3503">
                        <c:v>43622</c:v>
                      </c:pt>
                      <c:pt idx="3504">
                        <c:v>43623</c:v>
                      </c:pt>
                      <c:pt idx="3505">
                        <c:v>43626</c:v>
                      </c:pt>
                      <c:pt idx="3506">
                        <c:v>43627</c:v>
                      </c:pt>
                      <c:pt idx="3507">
                        <c:v>43628</c:v>
                      </c:pt>
                      <c:pt idx="3508">
                        <c:v>43629</c:v>
                      </c:pt>
                      <c:pt idx="3509">
                        <c:v>43630</c:v>
                      </c:pt>
                      <c:pt idx="3510">
                        <c:v>43633</c:v>
                      </c:pt>
                      <c:pt idx="3511">
                        <c:v>43634</c:v>
                      </c:pt>
                      <c:pt idx="3512">
                        <c:v>43635</c:v>
                      </c:pt>
                      <c:pt idx="3513">
                        <c:v>43636</c:v>
                      </c:pt>
                      <c:pt idx="3514">
                        <c:v>43637</c:v>
                      </c:pt>
                      <c:pt idx="3515">
                        <c:v>43640</c:v>
                      </c:pt>
                      <c:pt idx="3516">
                        <c:v>43641</c:v>
                      </c:pt>
                      <c:pt idx="3517">
                        <c:v>43642</c:v>
                      </c:pt>
                      <c:pt idx="3518">
                        <c:v>43643</c:v>
                      </c:pt>
                      <c:pt idx="3519">
                        <c:v>43644</c:v>
                      </c:pt>
                      <c:pt idx="3520">
                        <c:v>43647</c:v>
                      </c:pt>
                      <c:pt idx="3521">
                        <c:v>43648</c:v>
                      </c:pt>
                      <c:pt idx="3522">
                        <c:v>43649</c:v>
                      </c:pt>
                      <c:pt idx="3523">
                        <c:v>43650</c:v>
                      </c:pt>
                      <c:pt idx="3524">
                        <c:v>43651</c:v>
                      </c:pt>
                      <c:pt idx="3525">
                        <c:v>43654</c:v>
                      </c:pt>
                      <c:pt idx="3526">
                        <c:v>43655</c:v>
                      </c:pt>
                      <c:pt idx="3527">
                        <c:v>43656</c:v>
                      </c:pt>
                      <c:pt idx="3528">
                        <c:v>43657</c:v>
                      </c:pt>
                      <c:pt idx="3529">
                        <c:v>43658</c:v>
                      </c:pt>
                      <c:pt idx="3530">
                        <c:v>43661</c:v>
                      </c:pt>
                      <c:pt idx="3531">
                        <c:v>43662</c:v>
                      </c:pt>
                      <c:pt idx="3532">
                        <c:v>43663</c:v>
                      </c:pt>
                      <c:pt idx="3533">
                        <c:v>43664</c:v>
                      </c:pt>
                      <c:pt idx="3534">
                        <c:v>43665</c:v>
                      </c:pt>
                      <c:pt idx="3535">
                        <c:v>43668</c:v>
                      </c:pt>
                      <c:pt idx="3536">
                        <c:v>43669</c:v>
                      </c:pt>
                      <c:pt idx="3537">
                        <c:v>43670</c:v>
                      </c:pt>
                      <c:pt idx="3538">
                        <c:v>43671</c:v>
                      </c:pt>
                      <c:pt idx="3539">
                        <c:v>43672</c:v>
                      </c:pt>
                      <c:pt idx="3540">
                        <c:v>43675</c:v>
                      </c:pt>
                      <c:pt idx="3541">
                        <c:v>43676</c:v>
                      </c:pt>
                      <c:pt idx="3542">
                        <c:v>43677</c:v>
                      </c:pt>
                      <c:pt idx="3543">
                        <c:v>43678</c:v>
                      </c:pt>
                      <c:pt idx="3544">
                        <c:v>43679</c:v>
                      </c:pt>
                      <c:pt idx="3545">
                        <c:v>43682</c:v>
                      </c:pt>
                      <c:pt idx="3546">
                        <c:v>43683</c:v>
                      </c:pt>
                      <c:pt idx="3547">
                        <c:v>43684</c:v>
                      </c:pt>
                      <c:pt idx="3548">
                        <c:v>43685</c:v>
                      </c:pt>
                      <c:pt idx="3549">
                        <c:v>43686</c:v>
                      </c:pt>
                      <c:pt idx="3550">
                        <c:v>43689</c:v>
                      </c:pt>
                      <c:pt idx="3551">
                        <c:v>43690</c:v>
                      </c:pt>
                      <c:pt idx="3552">
                        <c:v>43691</c:v>
                      </c:pt>
                      <c:pt idx="3553">
                        <c:v>43692</c:v>
                      </c:pt>
                      <c:pt idx="3554">
                        <c:v>43693</c:v>
                      </c:pt>
                      <c:pt idx="3555">
                        <c:v>43696</c:v>
                      </c:pt>
                      <c:pt idx="3556">
                        <c:v>43697</c:v>
                      </c:pt>
                      <c:pt idx="3557">
                        <c:v>43698</c:v>
                      </c:pt>
                      <c:pt idx="3558">
                        <c:v>43699</c:v>
                      </c:pt>
                      <c:pt idx="3559">
                        <c:v>43700</c:v>
                      </c:pt>
                      <c:pt idx="3560">
                        <c:v>43703</c:v>
                      </c:pt>
                      <c:pt idx="3561">
                        <c:v>43704</c:v>
                      </c:pt>
                      <c:pt idx="3562">
                        <c:v>43705</c:v>
                      </c:pt>
                      <c:pt idx="3563">
                        <c:v>43706</c:v>
                      </c:pt>
                      <c:pt idx="3564">
                        <c:v>43707</c:v>
                      </c:pt>
                      <c:pt idx="3565">
                        <c:v>43710</c:v>
                      </c:pt>
                      <c:pt idx="3566">
                        <c:v>43711</c:v>
                      </c:pt>
                      <c:pt idx="3567">
                        <c:v>43712</c:v>
                      </c:pt>
                      <c:pt idx="3568">
                        <c:v>43713</c:v>
                      </c:pt>
                      <c:pt idx="3569">
                        <c:v>43714</c:v>
                      </c:pt>
                      <c:pt idx="3570">
                        <c:v>43717</c:v>
                      </c:pt>
                      <c:pt idx="3571">
                        <c:v>43718</c:v>
                      </c:pt>
                      <c:pt idx="3572">
                        <c:v>43719</c:v>
                      </c:pt>
                      <c:pt idx="3573">
                        <c:v>43720</c:v>
                      </c:pt>
                      <c:pt idx="3574">
                        <c:v>43721</c:v>
                      </c:pt>
                      <c:pt idx="3575">
                        <c:v>43724</c:v>
                      </c:pt>
                      <c:pt idx="3576">
                        <c:v>43725</c:v>
                      </c:pt>
                      <c:pt idx="3577">
                        <c:v>43726</c:v>
                      </c:pt>
                      <c:pt idx="3578">
                        <c:v>43727</c:v>
                      </c:pt>
                      <c:pt idx="3579">
                        <c:v>43728</c:v>
                      </c:pt>
                      <c:pt idx="3580">
                        <c:v>43731</c:v>
                      </c:pt>
                      <c:pt idx="3581">
                        <c:v>43732</c:v>
                      </c:pt>
                      <c:pt idx="3582">
                        <c:v>43733</c:v>
                      </c:pt>
                      <c:pt idx="3583">
                        <c:v>43734</c:v>
                      </c:pt>
                      <c:pt idx="3584">
                        <c:v>43735</c:v>
                      </c:pt>
                      <c:pt idx="3585">
                        <c:v>43738</c:v>
                      </c:pt>
                      <c:pt idx="3586">
                        <c:v>43739</c:v>
                      </c:pt>
                      <c:pt idx="3587">
                        <c:v>43740</c:v>
                      </c:pt>
                      <c:pt idx="3588">
                        <c:v>43741</c:v>
                      </c:pt>
                      <c:pt idx="3589">
                        <c:v>43742</c:v>
                      </c:pt>
                      <c:pt idx="3590">
                        <c:v>43745</c:v>
                      </c:pt>
                      <c:pt idx="3591">
                        <c:v>43746</c:v>
                      </c:pt>
                      <c:pt idx="3592">
                        <c:v>43747</c:v>
                      </c:pt>
                      <c:pt idx="3593">
                        <c:v>43748</c:v>
                      </c:pt>
                      <c:pt idx="3594">
                        <c:v>43749</c:v>
                      </c:pt>
                      <c:pt idx="3595">
                        <c:v>43752</c:v>
                      </c:pt>
                      <c:pt idx="3596">
                        <c:v>43753</c:v>
                      </c:pt>
                      <c:pt idx="3597">
                        <c:v>43754</c:v>
                      </c:pt>
                      <c:pt idx="3598">
                        <c:v>43755</c:v>
                      </c:pt>
                      <c:pt idx="3599">
                        <c:v>43756</c:v>
                      </c:pt>
                      <c:pt idx="3600">
                        <c:v>43759</c:v>
                      </c:pt>
                      <c:pt idx="3601">
                        <c:v>43760</c:v>
                      </c:pt>
                      <c:pt idx="3602">
                        <c:v>43761</c:v>
                      </c:pt>
                      <c:pt idx="3603">
                        <c:v>43762</c:v>
                      </c:pt>
                      <c:pt idx="3604">
                        <c:v>43763</c:v>
                      </c:pt>
                      <c:pt idx="3605">
                        <c:v>43766</c:v>
                      </c:pt>
                      <c:pt idx="3606">
                        <c:v>43767</c:v>
                      </c:pt>
                      <c:pt idx="3607">
                        <c:v>43768</c:v>
                      </c:pt>
                      <c:pt idx="3608">
                        <c:v>43769</c:v>
                      </c:pt>
                      <c:pt idx="3609">
                        <c:v>43770</c:v>
                      </c:pt>
                      <c:pt idx="3610">
                        <c:v>43773</c:v>
                      </c:pt>
                      <c:pt idx="3611">
                        <c:v>43774</c:v>
                      </c:pt>
                      <c:pt idx="3612">
                        <c:v>43775</c:v>
                      </c:pt>
                      <c:pt idx="3613">
                        <c:v>43776</c:v>
                      </c:pt>
                      <c:pt idx="3614">
                        <c:v>43777</c:v>
                      </c:pt>
                      <c:pt idx="3615">
                        <c:v>43780</c:v>
                      </c:pt>
                      <c:pt idx="3616">
                        <c:v>43781</c:v>
                      </c:pt>
                      <c:pt idx="3617">
                        <c:v>43782</c:v>
                      </c:pt>
                      <c:pt idx="3618">
                        <c:v>43783</c:v>
                      </c:pt>
                      <c:pt idx="3619">
                        <c:v>43784</c:v>
                      </c:pt>
                      <c:pt idx="3620">
                        <c:v>43787</c:v>
                      </c:pt>
                      <c:pt idx="3621">
                        <c:v>43788</c:v>
                      </c:pt>
                      <c:pt idx="3622">
                        <c:v>43789</c:v>
                      </c:pt>
                      <c:pt idx="3623">
                        <c:v>43790</c:v>
                      </c:pt>
                      <c:pt idx="3624">
                        <c:v>43791</c:v>
                      </c:pt>
                      <c:pt idx="3625">
                        <c:v>43794</c:v>
                      </c:pt>
                      <c:pt idx="3626">
                        <c:v>43795</c:v>
                      </c:pt>
                      <c:pt idx="3627">
                        <c:v>43796</c:v>
                      </c:pt>
                      <c:pt idx="3628">
                        <c:v>43797</c:v>
                      </c:pt>
                      <c:pt idx="3629">
                        <c:v>43798</c:v>
                      </c:pt>
                      <c:pt idx="3630">
                        <c:v>43801</c:v>
                      </c:pt>
                      <c:pt idx="3631">
                        <c:v>43802</c:v>
                      </c:pt>
                      <c:pt idx="3632">
                        <c:v>43803</c:v>
                      </c:pt>
                      <c:pt idx="3633">
                        <c:v>43804</c:v>
                      </c:pt>
                      <c:pt idx="3634">
                        <c:v>43805</c:v>
                      </c:pt>
                      <c:pt idx="3635">
                        <c:v>43808</c:v>
                      </c:pt>
                      <c:pt idx="3636">
                        <c:v>43809</c:v>
                      </c:pt>
                      <c:pt idx="3637">
                        <c:v>43810</c:v>
                      </c:pt>
                      <c:pt idx="3638">
                        <c:v>43811</c:v>
                      </c:pt>
                      <c:pt idx="3639">
                        <c:v>43812</c:v>
                      </c:pt>
                      <c:pt idx="3640">
                        <c:v>43815</c:v>
                      </c:pt>
                      <c:pt idx="3641">
                        <c:v>43816</c:v>
                      </c:pt>
                      <c:pt idx="3642">
                        <c:v>43817</c:v>
                      </c:pt>
                      <c:pt idx="3643">
                        <c:v>43818</c:v>
                      </c:pt>
                      <c:pt idx="3644">
                        <c:v>43819</c:v>
                      </c:pt>
                      <c:pt idx="3645">
                        <c:v>43822</c:v>
                      </c:pt>
                      <c:pt idx="3646">
                        <c:v>43823</c:v>
                      </c:pt>
                      <c:pt idx="3647">
                        <c:v>43824</c:v>
                      </c:pt>
                      <c:pt idx="3648">
                        <c:v>43825</c:v>
                      </c:pt>
                      <c:pt idx="3649">
                        <c:v>43826</c:v>
                      </c:pt>
                      <c:pt idx="3650">
                        <c:v>43829</c:v>
                      </c:pt>
                      <c:pt idx="3651">
                        <c:v>43830</c:v>
                      </c:pt>
                      <c:pt idx="3652">
                        <c:v>43831</c:v>
                      </c:pt>
                      <c:pt idx="3653">
                        <c:v>43832</c:v>
                      </c:pt>
                      <c:pt idx="3654">
                        <c:v>43833</c:v>
                      </c:pt>
                      <c:pt idx="3655">
                        <c:v>43836</c:v>
                      </c:pt>
                      <c:pt idx="3656">
                        <c:v>43837</c:v>
                      </c:pt>
                      <c:pt idx="3657">
                        <c:v>43838</c:v>
                      </c:pt>
                      <c:pt idx="3658">
                        <c:v>43839</c:v>
                      </c:pt>
                      <c:pt idx="3659">
                        <c:v>43840</c:v>
                      </c:pt>
                      <c:pt idx="3660">
                        <c:v>43843</c:v>
                      </c:pt>
                      <c:pt idx="3661">
                        <c:v>43844</c:v>
                      </c:pt>
                      <c:pt idx="3662">
                        <c:v>43845</c:v>
                      </c:pt>
                      <c:pt idx="3663">
                        <c:v>43846</c:v>
                      </c:pt>
                      <c:pt idx="3664">
                        <c:v>43847</c:v>
                      </c:pt>
                      <c:pt idx="3665">
                        <c:v>43850</c:v>
                      </c:pt>
                      <c:pt idx="3666">
                        <c:v>43851</c:v>
                      </c:pt>
                      <c:pt idx="3667">
                        <c:v>43852</c:v>
                      </c:pt>
                      <c:pt idx="3668">
                        <c:v>43853</c:v>
                      </c:pt>
                      <c:pt idx="3669">
                        <c:v>43854</c:v>
                      </c:pt>
                      <c:pt idx="3670">
                        <c:v>43857</c:v>
                      </c:pt>
                      <c:pt idx="3671">
                        <c:v>43858</c:v>
                      </c:pt>
                      <c:pt idx="3672">
                        <c:v>43859</c:v>
                      </c:pt>
                      <c:pt idx="3673">
                        <c:v>43860</c:v>
                      </c:pt>
                      <c:pt idx="3674">
                        <c:v>43861</c:v>
                      </c:pt>
                      <c:pt idx="3675">
                        <c:v>43864</c:v>
                      </c:pt>
                      <c:pt idx="3676">
                        <c:v>43865</c:v>
                      </c:pt>
                      <c:pt idx="3677">
                        <c:v>43866</c:v>
                      </c:pt>
                      <c:pt idx="3678">
                        <c:v>43867</c:v>
                      </c:pt>
                      <c:pt idx="3679">
                        <c:v>43868</c:v>
                      </c:pt>
                      <c:pt idx="3680">
                        <c:v>43871</c:v>
                      </c:pt>
                      <c:pt idx="3681">
                        <c:v>43872</c:v>
                      </c:pt>
                      <c:pt idx="3682">
                        <c:v>43873</c:v>
                      </c:pt>
                      <c:pt idx="3683">
                        <c:v>43874</c:v>
                      </c:pt>
                      <c:pt idx="3684">
                        <c:v>43875</c:v>
                      </c:pt>
                      <c:pt idx="3685">
                        <c:v>43878</c:v>
                      </c:pt>
                      <c:pt idx="3686">
                        <c:v>43879</c:v>
                      </c:pt>
                      <c:pt idx="3687">
                        <c:v>43880</c:v>
                      </c:pt>
                      <c:pt idx="3688">
                        <c:v>43881</c:v>
                      </c:pt>
                      <c:pt idx="3689">
                        <c:v>43882</c:v>
                      </c:pt>
                      <c:pt idx="3690">
                        <c:v>43885</c:v>
                      </c:pt>
                      <c:pt idx="3691">
                        <c:v>43886</c:v>
                      </c:pt>
                      <c:pt idx="3692">
                        <c:v>43887</c:v>
                      </c:pt>
                      <c:pt idx="3693">
                        <c:v>43888</c:v>
                      </c:pt>
                      <c:pt idx="3694">
                        <c:v>43889</c:v>
                      </c:pt>
                      <c:pt idx="3695">
                        <c:v>43892</c:v>
                      </c:pt>
                      <c:pt idx="3696">
                        <c:v>43893</c:v>
                      </c:pt>
                      <c:pt idx="3697">
                        <c:v>43894</c:v>
                      </c:pt>
                      <c:pt idx="3698">
                        <c:v>43895</c:v>
                      </c:pt>
                      <c:pt idx="3699">
                        <c:v>43896</c:v>
                      </c:pt>
                      <c:pt idx="3700">
                        <c:v>43899</c:v>
                      </c:pt>
                      <c:pt idx="3701">
                        <c:v>43900</c:v>
                      </c:pt>
                      <c:pt idx="3702">
                        <c:v>43901</c:v>
                      </c:pt>
                      <c:pt idx="3703">
                        <c:v>43902</c:v>
                      </c:pt>
                      <c:pt idx="3704">
                        <c:v>43903</c:v>
                      </c:pt>
                      <c:pt idx="3705">
                        <c:v>43906</c:v>
                      </c:pt>
                      <c:pt idx="3706">
                        <c:v>43907</c:v>
                      </c:pt>
                      <c:pt idx="3707">
                        <c:v>43908</c:v>
                      </c:pt>
                      <c:pt idx="3708">
                        <c:v>43909</c:v>
                      </c:pt>
                      <c:pt idx="3709">
                        <c:v>43910</c:v>
                      </c:pt>
                      <c:pt idx="3710">
                        <c:v>43913</c:v>
                      </c:pt>
                      <c:pt idx="3711">
                        <c:v>43914</c:v>
                      </c:pt>
                      <c:pt idx="3712">
                        <c:v>43915</c:v>
                      </c:pt>
                      <c:pt idx="3713">
                        <c:v>43916</c:v>
                      </c:pt>
                      <c:pt idx="3714">
                        <c:v>43917</c:v>
                      </c:pt>
                      <c:pt idx="3715">
                        <c:v>43920</c:v>
                      </c:pt>
                      <c:pt idx="3716">
                        <c:v>43921</c:v>
                      </c:pt>
                      <c:pt idx="3717">
                        <c:v>43922</c:v>
                      </c:pt>
                      <c:pt idx="3718">
                        <c:v>43923</c:v>
                      </c:pt>
                      <c:pt idx="3719">
                        <c:v>43924</c:v>
                      </c:pt>
                      <c:pt idx="3720">
                        <c:v>43927</c:v>
                      </c:pt>
                      <c:pt idx="3721">
                        <c:v>43928</c:v>
                      </c:pt>
                      <c:pt idx="3722">
                        <c:v>43929</c:v>
                      </c:pt>
                      <c:pt idx="3723">
                        <c:v>43930</c:v>
                      </c:pt>
                      <c:pt idx="3724">
                        <c:v>43931</c:v>
                      </c:pt>
                      <c:pt idx="3725">
                        <c:v>43934</c:v>
                      </c:pt>
                      <c:pt idx="3726">
                        <c:v>43935</c:v>
                      </c:pt>
                      <c:pt idx="3727">
                        <c:v>43936</c:v>
                      </c:pt>
                      <c:pt idx="3728">
                        <c:v>43937</c:v>
                      </c:pt>
                      <c:pt idx="3729">
                        <c:v>43938</c:v>
                      </c:pt>
                      <c:pt idx="3730">
                        <c:v>43941</c:v>
                      </c:pt>
                      <c:pt idx="3731">
                        <c:v>43942</c:v>
                      </c:pt>
                      <c:pt idx="3732">
                        <c:v>43943</c:v>
                      </c:pt>
                      <c:pt idx="3733">
                        <c:v>43944</c:v>
                      </c:pt>
                      <c:pt idx="3734">
                        <c:v>43945</c:v>
                      </c:pt>
                      <c:pt idx="3735">
                        <c:v>43948</c:v>
                      </c:pt>
                      <c:pt idx="3736">
                        <c:v>43949</c:v>
                      </c:pt>
                      <c:pt idx="3737">
                        <c:v>43950</c:v>
                      </c:pt>
                      <c:pt idx="3738">
                        <c:v>43951</c:v>
                      </c:pt>
                      <c:pt idx="3739">
                        <c:v>43952</c:v>
                      </c:pt>
                      <c:pt idx="3740">
                        <c:v>43955</c:v>
                      </c:pt>
                      <c:pt idx="3741">
                        <c:v>43956</c:v>
                      </c:pt>
                      <c:pt idx="3742">
                        <c:v>43957</c:v>
                      </c:pt>
                      <c:pt idx="3743">
                        <c:v>43958</c:v>
                      </c:pt>
                      <c:pt idx="3744">
                        <c:v>43959</c:v>
                      </c:pt>
                      <c:pt idx="3745">
                        <c:v>43962</c:v>
                      </c:pt>
                      <c:pt idx="3746">
                        <c:v>43963</c:v>
                      </c:pt>
                      <c:pt idx="3747">
                        <c:v>43964</c:v>
                      </c:pt>
                      <c:pt idx="3748">
                        <c:v>43965</c:v>
                      </c:pt>
                      <c:pt idx="3749">
                        <c:v>43966</c:v>
                      </c:pt>
                      <c:pt idx="3750">
                        <c:v>43969</c:v>
                      </c:pt>
                      <c:pt idx="3751">
                        <c:v>43970</c:v>
                      </c:pt>
                      <c:pt idx="3752">
                        <c:v>43971</c:v>
                      </c:pt>
                      <c:pt idx="3753">
                        <c:v>43972</c:v>
                      </c:pt>
                      <c:pt idx="3754">
                        <c:v>43973</c:v>
                      </c:pt>
                      <c:pt idx="3755">
                        <c:v>43976</c:v>
                      </c:pt>
                      <c:pt idx="3756">
                        <c:v>43977</c:v>
                      </c:pt>
                      <c:pt idx="3757">
                        <c:v>43978</c:v>
                      </c:pt>
                      <c:pt idx="3758">
                        <c:v>43979</c:v>
                      </c:pt>
                      <c:pt idx="3759">
                        <c:v>43980</c:v>
                      </c:pt>
                      <c:pt idx="3760">
                        <c:v>43983</c:v>
                      </c:pt>
                      <c:pt idx="3761">
                        <c:v>43984</c:v>
                      </c:pt>
                      <c:pt idx="3762">
                        <c:v>43985</c:v>
                      </c:pt>
                      <c:pt idx="3763">
                        <c:v>43986</c:v>
                      </c:pt>
                      <c:pt idx="3764">
                        <c:v>43987</c:v>
                      </c:pt>
                      <c:pt idx="3765">
                        <c:v>43990</c:v>
                      </c:pt>
                      <c:pt idx="3766">
                        <c:v>43991</c:v>
                      </c:pt>
                      <c:pt idx="3767">
                        <c:v>43992</c:v>
                      </c:pt>
                      <c:pt idx="3768">
                        <c:v>43993</c:v>
                      </c:pt>
                      <c:pt idx="3769">
                        <c:v>43994</c:v>
                      </c:pt>
                      <c:pt idx="3770">
                        <c:v>43997</c:v>
                      </c:pt>
                      <c:pt idx="3771">
                        <c:v>43998</c:v>
                      </c:pt>
                      <c:pt idx="3772">
                        <c:v>43999</c:v>
                      </c:pt>
                      <c:pt idx="3773">
                        <c:v>44000</c:v>
                      </c:pt>
                      <c:pt idx="3774">
                        <c:v>44001</c:v>
                      </c:pt>
                      <c:pt idx="3775">
                        <c:v>44004</c:v>
                      </c:pt>
                      <c:pt idx="3776">
                        <c:v>44005</c:v>
                      </c:pt>
                      <c:pt idx="3777">
                        <c:v>44006</c:v>
                      </c:pt>
                      <c:pt idx="3778">
                        <c:v>44007</c:v>
                      </c:pt>
                      <c:pt idx="3779">
                        <c:v>44008</c:v>
                      </c:pt>
                      <c:pt idx="3780">
                        <c:v>44011</c:v>
                      </c:pt>
                      <c:pt idx="3781">
                        <c:v>44012</c:v>
                      </c:pt>
                      <c:pt idx="3782">
                        <c:v>44013</c:v>
                      </c:pt>
                      <c:pt idx="3783">
                        <c:v>44014</c:v>
                      </c:pt>
                      <c:pt idx="3784">
                        <c:v>44015</c:v>
                      </c:pt>
                      <c:pt idx="3785">
                        <c:v>44018</c:v>
                      </c:pt>
                      <c:pt idx="3786">
                        <c:v>44019</c:v>
                      </c:pt>
                      <c:pt idx="3787">
                        <c:v>44020</c:v>
                      </c:pt>
                      <c:pt idx="3788">
                        <c:v>44021</c:v>
                      </c:pt>
                      <c:pt idx="3789">
                        <c:v>44022</c:v>
                      </c:pt>
                      <c:pt idx="3790">
                        <c:v>44025</c:v>
                      </c:pt>
                      <c:pt idx="3791">
                        <c:v>44026</c:v>
                      </c:pt>
                      <c:pt idx="3792">
                        <c:v>44027</c:v>
                      </c:pt>
                      <c:pt idx="3793">
                        <c:v>44028</c:v>
                      </c:pt>
                      <c:pt idx="3794">
                        <c:v>44029</c:v>
                      </c:pt>
                      <c:pt idx="3795">
                        <c:v>44032</c:v>
                      </c:pt>
                      <c:pt idx="3796">
                        <c:v>44033</c:v>
                      </c:pt>
                      <c:pt idx="3797">
                        <c:v>44034</c:v>
                      </c:pt>
                      <c:pt idx="3798">
                        <c:v>44035</c:v>
                      </c:pt>
                      <c:pt idx="3799">
                        <c:v>44036</c:v>
                      </c:pt>
                      <c:pt idx="3800">
                        <c:v>44039</c:v>
                      </c:pt>
                      <c:pt idx="3801">
                        <c:v>44040</c:v>
                      </c:pt>
                      <c:pt idx="3802">
                        <c:v>44041</c:v>
                      </c:pt>
                      <c:pt idx="3803">
                        <c:v>44042</c:v>
                      </c:pt>
                      <c:pt idx="3804">
                        <c:v>44043</c:v>
                      </c:pt>
                      <c:pt idx="3805">
                        <c:v>44046</c:v>
                      </c:pt>
                      <c:pt idx="3806">
                        <c:v>44047</c:v>
                      </c:pt>
                      <c:pt idx="3807">
                        <c:v>44048</c:v>
                      </c:pt>
                      <c:pt idx="3808">
                        <c:v>44049</c:v>
                      </c:pt>
                      <c:pt idx="3809">
                        <c:v>44050</c:v>
                      </c:pt>
                      <c:pt idx="3810">
                        <c:v>44053</c:v>
                      </c:pt>
                      <c:pt idx="3811">
                        <c:v>44054</c:v>
                      </c:pt>
                      <c:pt idx="3812">
                        <c:v>44055</c:v>
                      </c:pt>
                      <c:pt idx="3813">
                        <c:v>44056</c:v>
                      </c:pt>
                      <c:pt idx="3814">
                        <c:v>44057</c:v>
                      </c:pt>
                      <c:pt idx="3815">
                        <c:v>44060</c:v>
                      </c:pt>
                      <c:pt idx="3816">
                        <c:v>44061</c:v>
                      </c:pt>
                      <c:pt idx="3817">
                        <c:v>44062</c:v>
                      </c:pt>
                      <c:pt idx="3818">
                        <c:v>44063</c:v>
                      </c:pt>
                      <c:pt idx="3819">
                        <c:v>44064</c:v>
                      </c:pt>
                      <c:pt idx="3820">
                        <c:v>44067</c:v>
                      </c:pt>
                      <c:pt idx="3821">
                        <c:v>44068</c:v>
                      </c:pt>
                      <c:pt idx="3822">
                        <c:v>44069</c:v>
                      </c:pt>
                      <c:pt idx="3823">
                        <c:v>44070</c:v>
                      </c:pt>
                      <c:pt idx="3824">
                        <c:v>44071</c:v>
                      </c:pt>
                      <c:pt idx="3825">
                        <c:v>44074</c:v>
                      </c:pt>
                      <c:pt idx="3826">
                        <c:v>44075</c:v>
                      </c:pt>
                      <c:pt idx="3827">
                        <c:v>44076</c:v>
                      </c:pt>
                      <c:pt idx="3828">
                        <c:v>44077</c:v>
                      </c:pt>
                      <c:pt idx="3829">
                        <c:v>44078</c:v>
                      </c:pt>
                      <c:pt idx="3830">
                        <c:v>44081</c:v>
                      </c:pt>
                      <c:pt idx="3831">
                        <c:v>44082</c:v>
                      </c:pt>
                      <c:pt idx="3832">
                        <c:v>44083</c:v>
                      </c:pt>
                      <c:pt idx="3833">
                        <c:v>44084</c:v>
                      </c:pt>
                      <c:pt idx="3834">
                        <c:v>44085</c:v>
                      </c:pt>
                      <c:pt idx="3835">
                        <c:v>44088</c:v>
                      </c:pt>
                      <c:pt idx="3836">
                        <c:v>44089</c:v>
                      </c:pt>
                      <c:pt idx="3837">
                        <c:v>44090</c:v>
                      </c:pt>
                      <c:pt idx="3838">
                        <c:v>44091</c:v>
                      </c:pt>
                      <c:pt idx="3839">
                        <c:v>44092</c:v>
                      </c:pt>
                      <c:pt idx="3840">
                        <c:v>44095</c:v>
                      </c:pt>
                      <c:pt idx="3841">
                        <c:v>44096</c:v>
                      </c:pt>
                      <c:pt idx="3842">
                        <c:v>44097</c:v>
                      </c:pt>
                      <c:pt idx="3843">
                        <c:v>44098</c:v>
                      </c:pt>
                      <c:pt idx="3844">
                        <c:v>44099</c:v>
                      </c:pt>
                      <c:pt idx="3845">
                        <c:v>44102</c:v>
                      </c:pt>
                      <c:pt idx="3846">
                        <c:v>44103</c:v>
                      </c:pt>
                      <c:pt idx="3847">
                        <c:v>44104</c:v>
                      </c:pt>
                      <c:pt idx="3848">
                        <c:v>44105</c:v>
                      </c:pt>
                      <c:pt idx="3849">
                        <c:v>44106</c:v>
                      </c:pt>
                      <c:pt idx="3850">
                        <c:v>44109</c:v>
                      </c:pt>
                      <c:pt idx="3851">
                        <c:v>44110</c:v>
                      </c:pt>
                      <c:pt idx="3852">
                        <c:v>44111</c:v>
                      </c:pt>
                      <c:pt idx="3853">
                        <c:v>44112</c:v>
                      </c:pt>
                      <c:pt idx="3854">
                        <c:v>44113</c:v>
                      </c:pt>
                      <c:pt idx="3855">
                        <c:v>44116</c:v>
                      </c:pt>
                      <c:pt idx="3856">
                        <c:v>44117</c:v>
                      </c:pt>
                      <c:pt idx="3857">
                        <c:v>44118</c:v>
                      </c:pt>
                      <c:pt idx="3858">
                        <c:v>44119</c:v>
                      </c:pt>
                      <c:pt idx="3859">
                        <c:v>44120</c:v>
                      </c:pt>
                      <c:pt idx="3860">
                        <c:v>44123</c:v>
                      </c:pt>
                      <c:pt idx="3861">
                        <c:v>44124</c:v>
                      </c:pt>
                      <c:pt idx="3862">
                        <c:v>44125</c:v>
                      </c:pt>
                      <c:pt idx="3863">
                        <c:v>44126</c:v>
                      </c:pt>
                      <c:pt idx="3864">
                        <c:v>44127</c:v>
                      </c:pt>
                      <c:pt idx="3865">
                        <c:v>44130</c:v>
                      </c:pt>
                      <c:pt idx="3866">
                        <c:v>44131</c:v>
                      </c:pt>
                      <c:pt idx="3867">
                        <c:v>44132</c:v>
                      </c:pt>
                      <c:pt idx="3868">
                        <c:v>44133</c:v>
                      </c:pt>
                      <c:pt idx="3869">
                        <c:v>44134</c:v>
                      </c:pt>
                      <c:pt idx="3870">
                        <c:v>44137</c:v>
                      </c:pt>
                      <c:pt idx="3871">
                        <c:v>44138</c:v>
                      </c:pt>
                      <c:pt idx="3872">
                        <c:v>44139</c:v>
                      </c:pt>
                      <c:pt idx="3873">
                        <c:v>44140</c:v>
                      </c:pt>
                      <c:pt idx="3874">
                        <c:v>44141</c:v>
                      </c:pt>
                      <c:pt idx="3875">
                        <c:v>44144</c:v>
                      </c:pt>
                      <c:pt idx="3876">
                        <c:v>44145</c:v>
                      </c:pt>
                      <c:pt idx="3877">
                        <c:v>44146</c:v>
                      </c:pt>
                      <c:pt idx="3878">
                        <c:v>44147</c:v>
                      </c:pt>
                      <c:pt idx="3879">
                        <c:v>44148</c:v>
                      </c:pt>
                      <c:pt idx="3880">
                        <c:v>44151</c:v>
                      </c:pt>
                      <c:pt idx="3881">
                        <c:v>44152</c:v>
                      </c:pt>
                      <c:pt idx="3882">
                        <c:v>44153</c:v>
                      </c:pt>
                      <c:pt idx="3883">
                        <c:v>44154</c:v>
                      </c:pt>
                      <c:pt idx="3884">
                        <c:v>44155</c:v>
                      </c:pt>
                      <c:pt idx="3885">
                        <c:v>44158</c:v>
                      </c:pt>
                      <c:pt idx="3886">
                        <c:v>44159</c:v>
                      </c:pt>
                      <c:pt idx="3887">
                        <c:v>44160</c:v>
                      </c:pt>
                      <c:pt idx="3888">
                        <c:v>44161</c:v>
                      </c:pt>
                      <c:pt idx="3889">
                        <c:v>44162</c:v>
                      </c:pt>
                      <c:pt idx="3890">
                        <c:v>44165</c:v>
                      </c:pt>
                      <c:pt idx="3891">
                        <c:v>44166</c:v>
                      </c:pt>
                      <c:pt idx="3892">
                        <c:v>44167</c:v>
                      </c:pt>
                      <c:pt idx="3893">
                        <c:v>44168</c:v>
                      </c:pt>
                      <c:pt idx="3894">
                        <c:v>44169</c:v>
                      </c:pt>
                      <c:pt idx="3895">
                        <c:v>44172</c:v>
                      </c:pt>
                      <c:pt idx="3896">
                        <c:v>44173</c:v>
                      </c:pt>
                      <c:pt idx="3897">
                        <c:v>44174</c:v>
                      </c:pt>
                      <c:pt idx="3898">
                        <c:v>44175</c:v>
                      </c:pt>
                      <c:pt idx="3899">
                        <c:v>44176</c:v>
                      </c:pt>
                      <c:pt idx="3900">
                        <c:v>44179</c:v>
                      </c:pt>
                      <c:pt idx="3901">
                        <c:v>44180</c:v>
                      </c:pt>
                      <c:pt idx="3902">
                        <c:v>44181</c:v>
                      </c:pt>
                      <c:pt idx="3903">
                        <c:v>44182</c:v>
                      </c:pt>
                      <c:pt idx="3904">
                        <c:v>44183</c:v>
                      </c:pt>
                      <c:pt idx="3905">
                        <c:v>44186</c:v>
                      </c:pt>
                      <c:pt idx="3906">
                        <c:v>44187</c:v>
                      </c:pt>
                      <c:pt idx="3907">
                        <c:v>44188</c:v>
                      </c:pt>
                      <c:pt idx="3908">
                        <c:v>44189</c:v>
                      </c:pt>
                      <c:pt idx="3909">
                        <c:v>44190</c:v>
                      </c:pt>
                      <c:pt idx="3910">
                        <c:v>44193</c:v>
                      </c:pt>
                      <c:pt idx="3911">
                        <c:v>44194</c:v>
                      </c:pt>
                      <c:pt idx="3912">
                        <c:v>44195</c:v>
                      </c:pt>
                      <c:pt idx="3913">
                        <c:v>44196</c:v>
                      </c:pt>
                      <c:pt idx="3914">
                        <c:v>44197</c:v>
                      </c:pt>
                      <c:pt idx="3915">
                        <c:v>44200</c:v>
                      </c:pt>
                      <c:pt idx="3916">
                        <c:v>44201</c:v>
                      </c:pt>
                      <c:pt idx="3917">
                        <c:v>44202</c:v>
                      </c:pt>
                      <c:pt idx="3918">
                        <c:v>44203</c:v>
                      </c:pt>
                      <c:pt idx="3919">
                        <c:v>44204</c:v>
                      </c:pt>
                      <c:pt idx="3920">
                        <c:v>44207</c:v>
                      </c:pt>
                      <c:pt idx="3921">
                        <c:v>44208</c:v>
                      </c:pt>
                      <c:pt idx="3922">
                        <c:v>44209</c:v>
                      </c:pt>
                      <c:pt idx="3923">
                        <c:v>44210</c:v>
                      </c:pt>
                      <c:pt idx="3924">
                        <c:v>44211</c:v>
                      </c:pt>
                      <c:pt idx="3925">
                        <c:v>44214</c:v>
                      </c:pt>
                      <c:pt idx="3926">
                        <c:v>44215</c:v>
                      </c:pt>
                      <c:pt idx="3927">
                        <c:v>44216</c:v>
                      </c:pt>
                      <c:pt idx="3928">
                        <c:v>44217</c:v>
                      </c:pt>
                      <c:pt idx="3929">
                        <c:v>44218</c:v>
                      </c:pt>
                      <c:pt idx="3930">
                        <c:v>44221</c:v>
                      </c:pt>
                      <c:pt idx="3931">
                        <c:v>44222</c:v>
                      </c:pt>
                      <c:pt idx="3932">
                        <c:v>44223</c:v>
                      </c:pt>
                      <c:pt idx="3933">
                        <c:v>44224</c:v>
                      </c:pt>
                      <c:pt idx="3934">
                        <c:v>44225</c:v>
                      </c:pt>
                      <c:pt idx="3935">
                        <c:v>44228</c:v>
                      </c:pt>
                      <c:pt idx="3936">
                        <c:v>44229</c:v>
                      </c:pt>
                      <c:pt idx="3937">
                        <c:v>44230</c:v>
                      </c:pt>
                      <c:pt idx="3938">
                        <c:v>44231</c:v>
                      </c:pt>
                      <c:pt idx="3939">
                        <c:v>44232</c:v>
                      </c:pt>
                      <c:pt idx="3940">
                        <c:v>44235</c:v>
                      </c:pt>
                      <c:pt idx="3941">
                        <c:v>44236</c:v>
                      </c:pt>
                      <c:pt idx="3942">
                        <c:v>44237</c:v>
                      </c:pt>
                      <c:pt idx="3943">
                        <c:v>44238</c:v>
                      </c:pt>
                      <c:pt idx="3944">
                        <c:v>44239</c:v>
                      </c:pt>
                      <c:pt idx="3945">
                        <c:v>44242</c:v>
                      </c:pt>
                      <c:pt idx="3946">
                        <c:v>44243</c:v>
                      </c:pt>
                      <c:pt idx="3947">
                        <c:v>44244</c:v>
                      </c:pt>
                      <c:pt idx="3948">
                        <c:v>44245</c:v>
                      </c:pt>
                      <c:pt idx="3949">
                        <c:v>44246</c:v>
                      </c:pt>
                      <c:pt idx="3950">
                        <c:v>44249</c:v>
                      </c:pt>
                      <c:pt idx="3951">
                        <c:v>44250</c:v>
                      </c:pt>
                      <c:pt idx="3952">
                        <c:v>44251</c:v>
                      </c:pt>
                      <c:pt idx="3953">
                        <c:v>44252</c:v>
                      </c:pt>
                      <c:pt idx="3954">
                        <c:v>44253</c:v>
                      </c:pt>
                      <c:pt idx="3955">
                        <c:v>44256</c:v>
                      </c:pt>
                      <c:pt idx="3956">
                        <c:v>44257</c:v>
                      </c:pt>
                      <c:pt idx="3957">
                        <c:v>44258</c:v>
                      </c:pt>
                      <c:pt idx="3958">
                        <c:v>44259</c:v>
                      </c:pt>
                      <c:pt idx="3959">
                        <c:v>44260</c:v>
                      </c:pt>
                      <c:pt idx="3960">
                        <c:v>44263</c:v>
                      </c:pt>
                      <c:pt idx="3961">
                        <c:v>44264</c:v>
                      </c:pt>
                      <c:pt idx="3962">
                        <c:v>44265</c:v>
                      </c:pt>
                      <c:pt idx="3963">
                        <c:v>44266</c:v>
                      </c:pt>
                      <c:pt idx="3964">
                        <c:v>44267</c:v>
                      </c:pt>
                      <c:pt idx="3965">
                        <c:v>44270</c:v>
                      </c:pt>
                      <c:pt idx="3966">
                        <c:v>44271</c:v>
                      </c:pt>
                      <c:pt idx="3967">
                        <c:v>44272</c:v>
                      </c:pt>
                      <c:pt idx="3968">
                        <c:v>44273</c:v>
                      </c:pt>
                      <c:pt idx="3969">
                        <c:v>44274</c:v>
                      </c:pt>
                      <c:pt idx="3970">
                        <c:v>44277</c:v>
                      </c:pt>
                      <c:pt idx="3971">
                        <c:v>44278</c:v>
                      </c:pt>
                      <c:pt idx="3972">
                        <c:v>44279</c:v>
                      </c:pt>
                      <c:pt idx="3973">
                        <c:v>44280</c:v>
                      </c:pt>
                      <c:pt idx="3974">
                        <c:v>44281</c:v>
                      </c:pt>
                      <c:pt idx="3975">
                        <c:v>44284</c:v>
                      </c:pt>
                      <c:pt idx="3976">
                        <c:v>44285</c:v>
                      </c:pt>
                      <c:pt idx="3977">
                        <c:v>44286</c:v>
                      </c:pt>
                      <c:pt idx="3978">
                        <c:v>44287</c:v>
                      </c:pt>
                      <c:pt idx="3979">
                        <c:v>44288</c:v>
                      </c:pt>
                      <c:pt idx="3980">
                        <c:v>44291</c:v>
                      </c:pt>
                      <c:pt idx="3981">
                        <c:v>44292</c:v>
                      </c:pt>
                      <c:pt idx="3982">
                        <c:v>44293</c:v>
                      </c:pt>
                      <c:pt idx="3983">
                        <c:v>44294</c:v>
                      </c:pt>
                      <c:pt idx="3984">
                        <c:v>44295</c:v>
                      </c:pt>
                      <c:pt idx="3985">
                        <c:v>44298</c:v>
                      </c:pt>
                      <c:pt idx="3986">
                        <c:v>44299</c:v>
                      </c:pt>
                      <c:pt idx="3987">
                        <c:v>44300</c:v>
                      </c:pt>
                      <c:pt idx="3988">
                        <c:v>44301</c:v>
                      </c:pt>
                      <c:pt idx="3989">
                        <c:v>44302</c:v>
                      </c:pt>
                      <c:pt idx="3990">
                        <c:v>44305</c:v>
                      </c:pt>
                      <c:pt idx="3991">
                        <c:v>44306</c:v>
                      </c:pt>
                      <c:pt idx="3992">
                        <c:v>44307</c:v>
                      </c:pt>
                      <c:pt idx="3993">
                        <c:v>44308</c:v>
                      </c:pt>
                      <c:pt idx="3994">
                        <c:v>44309</c:v>
                      </c:pt>
                      <c:pt idx="3995">
                        <c:v>44312</c:v>
                      </c:pt>
                      <c:pt idx="3996">
                        <c:v>44313</c:v>
                      </c:pt>
                      <c:pt idx="3997">
                        <c:v>44314</c:v>
                      </c:pt>
                      <c:pt idx="3998">
                        <c:v>44315</c:v>
                      </c:pt>
                      <c:pt idx="3999">
                        <c:v>44316</c:v>
                      </c:pt>
                      <c:pt idx="4000">
                        <c:v>44319</c:v>
                      </c:pt>
                      <c:pt idx="4001">
                        <c:v>44320</c:v>
                      </c:pt>
                      <c:pt idx="4002">
                        <c:v>44321</c:v>
                      </c:pt>
                      <c:pt idx="4003">
                        <c:v>44322</c:v>
                      </c:pt>
                      <c:pt idx="4004">
                        <c:v>44323</c:v>
                      </c:pt>
                      <c:pt idx="4005">
                        <c:v>44326</c:v>
                      </c:pt>
                      <c:pt idx="4006">
                        <c:v>44327</c:v>
                      </c:pt>
                      <c:pt idx="4007">
                        <c:v>44328</c:v>
                      </c:pt>
                      <c:pt idx="4008">
                        <c:v>44329</c:v>
                      </c:pt>
                      <c:pt idx="4009">
                        <c:v>44330</c:v>
                      </c:pt>
                      <c:pt idx="4010">
                        <c:v>44333</c:v>
                      </c:pt>
                      <c:pt idx="4011">
                        <c:v>44334</c:v>
                      </c:pt>
                      <c:pt idx="4012">
                        <c:v>44335</c:v>
                      </c:pt>
                      <c:pt idx="4013">
                        <c:v>44336</c:v>
                      </c:pt>
                      <c:pt idx="4014">
                        <c:v>44337</c:v>
                      </c:pt>
                      <c:pt idx="4015">
                        <c:v>44340</c:v>
                      </c:pt>
                      <c:pt idx="4016">
                        <c:v>44341</c:v>
                      </c:pt>
                      <c:pt idx="4017">
                        <c:v>44342</c:v>
                      </c:pt>
                      <c:pt idx="4018">
                        <c:v>44343</c:v>
                      </c:pt>
                      <c:pt idx="4019">
                        <c:v>44344</c:v>
                      </c:pt>
                      <c:pt idx="4020">
                        <c:v>44347</c:v>
                      </c:pt>
                      <c:pt idx="4021">
                        <c:v>44348</c:v>
                      </c:pt>
                      <c:pt idx="4022">
                        <c:v>44349</c:v>
                      </c:pt>
                      <c:pt idx="4023">
                        <c:v>44350</c:v>
                      </c:pt>
                      <c:pt idx="4024">
                        <c:v>44351</c:v>
                      </c:pt>
                      <c:pt idx="4025">
                        <c:v>44354</c:v>
                      </c:pt>
                      <c:pt idx="4026">
                        <c:v>44355</c:v>
                      </c:pt>
                      <c:pt idx="4027">
                        <c:v>44356</c:v>
                      </c:pt>
                      <c:pt idx="4028">
                        <c:v>44357</c:v>
                      </c:pt>
                      <c:pt idx="4029">
                        <c:v>44358</c:v>
                      </c:pt>
                      <c:pt idx="4030">
                        <c:v>44361</c:v>
                      </c:pt>
                      <c:pt idx="4031">
                        <c:v>44362</c:v>
                      </c:pt>
                      <c:pt idx="4032">
                        <c:v>44363</c:v>
                      </c:pt>
                      <c:pt idx="4033">
                        <c:v>44364</c:v>
                      </c:pt>
                      <c:pt idx="4034">
                        <c:v>44365</c:v>
                      </c:pt>
                      <c:pt idx="4035">
                        <c:v>44368</c:v>
                      </c:pt>
                      <c:pt idx="4036">
                        <c:v>44369</c:v>
                      </c:pt>
                      <c:pt idx="4037">
                        <c:v>44370</c:v>
                      </c:pt>
                      <c:pt idx="4038">
                        <c:v>44371</c:v>
                      </c:pt>
                      <c:pt idx="4039">
                        <c:v>44372</c:v>
                      </c:pt>
                      <c:pt idx="4040">
                        <c:v>44375</c:v>
                      </c:pt>
                      <c:pt idx="4041">
                        <c:v>44376</c:v>
                      </c:pt>
                      <c:pt idx="4042">
                        <c:v>44377</c:v>
                      </c:pt>
                      <c:pt idx="4043">
                        <c:v>44378</c:v>
                      </c:pt>
                      <c:pt idx="4044">
                        <c:v>44379</c:v>
                      </c:pt>
                      <c:pt idx="4045">
                        <c:v>44382</c:v>
                      </c:pt>
                      <c:pt idx="4046">
                        <c:v>44383</c:v>
                      </c:pt>
                      <c:pt idx="4047">
                        <c:v>44384</c:v>
                      </c:pt>
                      <c:pt idx="4048">
                        <c:v>44385</c:v>
                      </c:pt>
                      <c:pt idx="4049">
                        <c:v>44386</c:v>
                      </c:pt>
                      <c:pt idx="4050">
                        <c:v>44389</c:v>
                      </c:pt>
                      <c:pt idx="4051">
                        <c:v>44390</c:v>
                      </c:pt>
                      <c:pt idx="4052">
                        <c:v>44391</c:v>
                      </c:pt>
                      <c:pt idx="4053">
                        <c:v>44392</c:v>
                      </c:pt>
                      <c:pt idx="4054">
                        <c:v>44393</c:v>
                      </c:pt>
                      <c:pt idx="4055">
                        <c:v>44396</c:v>
                      </c:pt>
                      <c:pt idx="4056">
                        <c:v>44397</c:v>
                      </c:pt>
                      <c:pt idx="4057">
                        <c:v>44398</c:v>
                      </c:pt>
                      <c:pt idx="4058">
                        <c:v>44399</c:v>
                      </c:pt>
                      <c:pt idx="4059">
                        <c:v>44400</c:v>
                      </c:pt>
                      <c:pt idx="4060">
                        <c:v>44403</c:v>
                      </c:pt>
                      <c:pt idx="4061">
                        <c:v>44404</c:v>
                      </c:pt>
                      <c:pt idx="4062">
                        <c:v>44405</c:v>
                      </c:pt>
                      <c:pt idx="4063">
                        <c:v>44406</c:v>
                      </c:pt>
                      <c:pt idx="4064">
                        <c:v>44407</c:v>
                      </c:pt>
                      <c:pt idx="4065">
                        <c:v>44410</c:v>
                      </c:pt>
                      <c:pt idx="4066">
                        <c:v>44411</c:v>
                      </c:pt>
                      <c:pt idx="4067">
                        <c:v>44412</c:v>
                      </c:pt>
                      <c:pt idx="4068">
                        <c:v>44413</c:v>
                      </c:pt>
                      <c:pt idx="4069">
                        <c:v>44414</c:v>
                      </c:pt>
                      <c:pt idx="4070">
                        <c:v>44417</c:v>
                      </c:pt>
                      <c:pt idx="4071">
                        <c:v>44418</c:v>
                      </c:pt>
                      <c:pt idx="4072">
                        <c:v>44419</c:v>
                      </c:pt>
                      <c:pt idx="4073">
                        <c:v>44420</c:v>
                      </c:pt>
                      <c:pt idx="4074">
                        <c:v>44421</c:v>
                      </c:pt>
                      <c:pt idx="4075">
                        <c:v>44424</c:v>
                      </c:pt>
                      <c:pt idx="4076">
                        <c:v>44425</c:v>
                      </c:pt>
                      <c:pt idx="4077">
                        <c:v>44426</c:v>
                      </c:pt>
                      <c:pt idx="4078">
                        <c:v>44427</c:v>
                      </c:pt>
                      <c:pt idx="4079">
                        <c:v>44428</c:v>
                      </c:pt>
                      <c:pt idx="4080">
                        <c:v>44431</c:v>
                      </c:pt>
                      <c:pt idx="4081">
                        <c:v>44432</c:v>
                      </c:pt>
                      <c:pt idx="4082">
                        <c:v>44433</c:v>
                      </c:pt>
                      <c:pt idx="4083">
                        <c:v>44434</c:v>
                      </c:pt>
                      <c:pt idx="4084">
                        <c:v>44435</c:v>
                      </c:pt>
                      <c:pt idx="4085">
                        <c:v>44438</c:v>
                      </c:pt>
                      <c:pt idx="4086">
                        <c:v>44439</c:v>
                      </c:pt>
                      <c:pt idx="4087">
                        <c:v>44440</c:v>
                      </c:pt>
                      <c:pt idx="4088">
                        <c:v>44441</c:v>
                      </c:pt>
                      <c:pt idx="4089">
                        <c:v>44442</c:v>
                      </c:pt>
                      <c:pt idx="4090">
                        <c:v>44445</c:v>
                      </c:pt>
                      <c:pt idx="4091">
                        <c:v>44446</c:v>
                      </c:pt>
                      <c:pt idx="4092">
                        <c:v>44447</c:v>
                      </c:pt>
                      <c:pt idx="4093">
                        <c:v>44448</c:v>
                      </c:pt>
                      <c:pt idx="4094">
                        <c:v>44449</c:v>
                      </c:pt>
                      <c:pt idx="4095">
                        <c:v>44452</c:v>
                      </c:pt>
                      <c:pt idx="4096">
                        <c:v>44453</c:v>
                      </c:pt>
                      <c:pt idx="4097">
                        <c:v>44454</c:v>
                      </c:pt>
                      <c:pt idx="4098">
                        <c:v>44455</c:v>
                      </c:pt>
                      <c:pt idx="4099">
                        <c:v>44456</c:v>
                      </c:pt>
                      <c:pt idx="4100">
                        <c:v>44459</c:v>
                      </c:pt>
                      <c:pt idx="4101">
                        <c:v>44460</c:v>
                      </c:pt>
                      <c:pt idx="4102">
                        <c:v>44461</c:v>
                      </c:pt>
                      <c:pt idx="4103">
                        <c:v>44462</c:v>
                      </c:pt>
                      <c:pt idx="4104">
                        <c:v>44463</c:v>
                      </c:pt>
                      <c:pt idx="4105">
                        <c:v>44466</c:v>
                      </c:pt>
                      <c:pt idx="4106">
                        <c:v>44467</c:v>
                      </c:pt>
                      <c:pt idx="4107">
                        <c:v>44468</c:v>
                      </c:pt>
                      <c:pt idx="4108">
                        <c:v>44469</c:v>
                      </c:pt>
                      <c:pt idx="4109">
                        <c:v>44470</c:v>
                      </c:pt>
                      <c:pt idx="4110">
                        <c:v>44473</c:v>
                      </c:pt>
                      <c:pt idx="4111">
                        <c:v>44474</c:v>
                      </c:pt>
                      <c:pt idx="4112">
                        <c:v>44475</c:v>
                      </c:pt>
                      <c:pt idx="4113">
                        <c:v>44476</c:v>
                      </c:pt>
                      <c:pt idx="4114">
                        <c:v>44477</c:v>
                      </c:pt>
                      <c:pt idx="4115">
                        <c:v>44480</c:v>
                      </c:pt>
                      <c:pt idx="4116">
                        <c:v>44481</c:v>
                      </c:pt>
                      <c:pt idx="4117">
                        <c:v>44482</c:v>
                      </c:pt>
                      <c:pt idx="4118">
                        <c:v>44483</c:v>
                      </c:pt>
                      <c:pt idx="4119">
                        <c:v>44484</c:v>
                      </c:pt>
                      <c:pt idx="4120">
                        <c:v>44487</c:v>
                      </c:pt>
                      <c:pt idx="4121">
                        <c:v>44488</c:v>
                      </c:pt>
                      <c:pt idx="4122">
                        <c:v>44489</c:v>
                      </c:pt>
                      <c:pt idx="4123">
                        <c:v>44490</c:v>
                      </c:pt>
                      <c:pt idx="4124">
                        <c:v>44491</c:v>
                      </c:pt>
                      <c:pt idx="4125">
                        <c:v>44494</c:v>
                      </c:pt>
                      <c:pt idx="4126">
                        <c:v>44495</c:v>
                      </c:pt>
                      <c:pt idx="4127">
                        <c:v>44496</c:v>
                      </c:pt>
                      <c:pt idx="4128">
                        <c:v>44497</c:v>
                      </c:pt>
                      <c:pt idx="4129">
                        <c:v>44498</c:v>
                      </c:pt>
                      <c:pt idx="4130">
                        <c:v>44501</c:v>
                      </c:pt>
                      <c:pt idx="4131">
                        <c:v>44502</c:v>
                      </c:pt>
                      <c:pt idx="4132">
                        <c:v>44503</c:v>
                      </c:pt>
                      <c:pt idx="4133">
                        <c:v>44504</c:v>
                      </c:pt>
                      <c:pt idx="4134">
                        <c:v>44505</c:v>
                      </c:pt>
                      <c:pt idx="4135">
                        <c:v>44508</c:v>
                      </c:pt>
                      <c:pt idx="4136">
                        <c:v>44509</c:v>
                      </c:pt>
                      <c:pt idx="4137">
                        <c:v>44510</c:v>
                      </c:pt>
                      <c:pt idx="4138">
                        <c:v>44511</c:v>
                      </c:pt>
                      <c:pt idx="4139">
                        <c:v>44512</c:v>
                      </c:pt>
                      <c:pt idx="4140">
                        <c:v>44515</c:v>
                      </c:pt>
                      <c:pt idx="4141">
                        <c:v>44516</c:v>
                      </c:pt>
                      <c:pt idx="4142">
                        <c:v>44517</c:v>
                      </c:pt>
                      <c:pt idx="4143">
                        <c:v>44518</c:v>
                      </c:pt>
                      <c:pt idx="4144">
                        <c:v>44519</c:v>
                      </c:pt>
                      <c:pt idx="4145">
                        <c:v>44522</c:v>
                      </c:pt>
                      <c:pt idx="4146">
                        <c:v>44523</c:v>
                      </c:pt>
                      <c:pt idx="4147">
                        <c:v>44524</c:v>
                      </c:pt>
                      <c:pt idx="4148">
                        <c:v>44525</c:v>
                      </c:pt>
                      <c:pt idx="4149">
                        <c:v>44526</c:v>
                      </c:pt>
                      <c:pt idx="4150">
                        <c:v>44529</c:v>
                      </c:pt>
                      <c:pt idx="4151">
                        <c:v>44530</c:v>
                      </c:pt>
                      <c:pt idx="4152">
                        <c:v>44531</c:v>
                      </c:pt>
                      <c:pt idx="4153">
                        <c:v>44532</c:v>
                      </c:pt>
                      <c:pt idx="4154">
                        <c:v>44533</c:v>
                      </c:pt>
                      <c:pt idx="4155">
                        <c:v>44536</c:v>
                      </c:pt>
                      <c:pt idx="4156">
                        <c:v>44537</c:v>
                      </c:pt>
                      <c:pt idx="4157">
                        <c:v>44538</c:v>
                      </c:pt>
                      <c:pt idx="4158">
                        <c:v>44539</c:v>
                      </c:pt>
                      <c:pt idx="4159">
                        <c:v>44540</c:v>
                      </c:pt>
                      <c:pt idx="4160">
                        <c:v>44543</c:v>
                      </c:pt>
                      <c:pt idx="4161">
                        <c:v>44544</c:v>
                      </c:pt>
                      <c:pt idx="4162">
                        <c:v>44545</c:v>
                      </c:pt>
                      <c:pt idx="4163">
                        <c:v>44546</c:v>
                      </c:pt>
                      <c:pt idx="4164">
                        <c:v>44547</c:v>
                      </c:pt>
                      <c:pt idx="4165">
                        <c:v>44550</c:v>
                      </c:pt>
                      <c:pt idx="4166">
                        <c:v>44551</c:v>
                      </c:pt>
                      <c:pt idx="4167">
                        <c:v>44552</c:v>
                      </c:pt>
                      <c:pt idx="4168">
                        <c:v>44553</c:v>
                      </c:pt>
                      <c:pt idx="4169">
                        <c:v>44554</c:v>
                      </c:pt>
                      <c:pt idx="4170">
                        <c:v>44557</c:v>
                      </c:pt>
                      <c:pt idx="4171">
                        <c:v>44558</c:v>
                      </c:pt>
                      <c:pt idx="4172">
                        <c:v>44559</c:v>
                      </c:pt>
                      <c:pt idx="4173">
                        <c:v>44560</c:v>
                      </c:pt>
                      <c:pt idx="4174">
                        <c:v>44561</c:v>
                      </c:pt>
                      <c:pt idx="4175">
                        <c:v>44564</c:v>
                      </c:pt>
                      <c:pt idx="4176">
                        <c:v>44565</c:v>
                      </c:pt>
                      <c:pt idx="4177">
                        <c:v>44566</c:v>
                      </c:pt>
                      <c:pt idx="4178">
                        <c:v>44567</c:v>
                      </c:pt>
                      <c:pt idx="4179">
                        <c:v>44568</c:v>
                      </c:pt>
                      <c:pt idx="4180">
                        <c:v>44571</c:v>
                      </c:pt>
                      <c:pt idx="4181">
                        <c:v>44572</c:v>
                      </c:pt>
                      <c:pt idx="4182">
                        <c:v>44573</c:v>
                      </c:pt>
                      <c:pt idx="4183">
                        <c:v>44574</c:v>
                      </c:pt>
                      <c:pt idx="4184">
                        <c:v>44575</c:v>
                      </c:pt>
                      <c:pt idx="4185">
                        <c:v>44578</c:v>
                      </c:pt>
                      <c:pt idx="4186">
                        <c:v>44579</c:v>
                      </c:pt>
                      <c:pt idx="4187">
                        <c:v>44580</c:v>
                      </c:pt>
                      <c:pt idx="4188">
                        <c:v>44581</c:v>
                      </c:pt>
                      <c:pt idx="4189">
                        <c:v>44582</c:v>
                      </c:pt>
                      <c:pt idx="4190">
                        <c:v>44585</c:v>
                      </c:pt>
                      <c:pt idx="4191">
                        <c:v>44586</c:v>
                      </c:pt>
                      <c:pt idx="4192">
                        <c:v>44587</c:v>
                      </c:pt>
                      <c:pt idx="4193">
                        <c:v>44588</c:v>
                      </c:pt>
                      <c:pt idx="4194">
                        <c:v>44589</c:v>
                      </c:pt>
                      <c:pt idx="4195">
                        <c:v>44592</c:v>
                      </c:pt>
                      <c:pt idx="4196">
                        <c:v>44593</c:v>
                      </c:pt>
                      <c:pt idx="4197">
                        <c:v>44594</c:v>
                      </c:pt>
                      <c:pt idx="4198">
                        <c:v>44595</c:v>
                      </c:pt>
                      <c:pt idx="4199">
                        <c:v>44596</c:v>
                      </c:pt>
                      <c:pt idx="4200">
                        <c:v>44599</c:v>
                      </c:pt>
                      <c:pt idx="4201">
                        <c:v>44600</c:v>
                      </c:pt>
                      <c:pt idx="4202">
                        <c:v>44601</c:v>
                      </c:pt>
                      <c:pt idx="4203">
                        <c:v>44602</c:v>
                      </c:pt>
                      <c:pt idx="4204">
                        <c:v>44603</c:v>
                      </c:pt>
                      <c:pt idx="4205">
                        <c:v>44606</c:v>
                      </c:pt>
                      <c:pt idx="4206">
                        <c:v>44607</c:v>
                      </c:pt>
                      <c:pt idx="4207">
                        <c:v>44608</c:v>
                      </c:pt>
                      <c:pt idx="4208">
                        <c:v>44609</c:v>
                      </c:pt>
                      <c:pt idx="4209">
                        <c:v>44610</c:v>
                      </c:pt>
                      <c:pt idx="4210">
                        <c:v>44613</c:v>
                      </c:pt>
                      <c:pt idx="4211">
                        <c:v>44614</c:v>
                      </c:pt>
                      <c:pt idx="4212">
                        <c:v>44615</c:v>
                      </c:pt>
                      <c:pt idx="4213">
                        <c:v>44616</c:v>
                      </c:pt>
                      <c:pt idx="4214">
                        <c:v>44617</c:v>
                      </c:pt>
                      <c:pt idx="4215">
                        <c:v>44620</c:v>
                      </c:pt>
                      <c:pt idx="4216">
                        <c:v>44621</c:v>
                      </c:pt>
                      <c:pt idx="4217">
                        <c:v>44622</c:v>
                      </c:pt>
                      <c:pt idx="4218">
                        <c:v>44623</c:v>
                      </c:pt>
                      <c:pt idx="4219">
                        <c:v>44624</c:v>
                      </c:pt>
                      <c:pt idx="4220">
                        <c:v>44627</c:v>
                      </c:pt>
                      <c:pt idx="4221">
                        <c:v>44628</c:v>
                      </c:pt>
                      <c:pt idx="4222">
                        <c:v>44629</c:v>
                      </c:pt>
                      <c:pt idx="4223">
                        <c:v>44630</c:v>
                      </c:pt>
                      <c:pt idx="4224">
                        <c:v>44631</c:v>
                      </c:pt>
                      <c:pt idx="4225">
                        <c:v>44634</c:v>
                      </c:pt>
                      <c:pt idx="4226">
                        <c:v>44635</c:v>
                      </c:pt>
                      <c:pt idx="4227">
                        <c:v>44636</c:v>
                      </c:pt>
                      <c:pt idx="4228">
                        <c:v>44637</c:v>
                      </c:pt>
                      <c:pt idx="4229">
                        <c:v>44638</c:v>
                      </c:pt>
                      <c:pt idx="4230">
                        <c:v>44641</c:v>
                      </c:pt>
                      <c:pt idx="4231">
                        <c:v>44642</c:v>
                      </c:pt>
                      <c:pt idx="4232">
                        <c:v>44643</c:v>
                      </c:pt>
                      <c:pt idx="4233">
                        <c:v>44644</c:v>
                      </c:pt>
                      <c:pt idx="4234">
                        <c:v>44645</c:v>
                      </c:pt>
                      <c:pt idx="4235">
                        <c:v>44648</c:v>
                      </c:pt>
                      <c:pt idx="4236">
                        <c:v>44649</c:v>
                      </c:pt>
                      <c:pt idx="4237">
                        <c:v>44650</c:v>
                      </c:pt>
                      <c:pt idx="4238">
                        <c:v>44651</c:v>
                      </c:pt>
                      <c:pt idx="4239">
                        <c:v>44652</c:v>
                      </c:pt>
                      <c:pt idx="4240">
                        <c:v>44655</c:v>
                      </c:pt>
                      <c:pt idx="4241">
                        <c:v>44656</c:v>
                      </c:pt>
                      <c:pt idx="4242">
                        <c:v>44657</c:v>
                      </c:pt>
                      <c:pt idx="4243">
                        <c:v>44658</c:v>
                      </c:pt>
                      <c:pt idx="4244">
                        <c:v>44659</c:v>
                      </c:pt>
                      <c:pt idx="4245">
                        <c:v>44662</c:v>
                      </c:pt>
                      <c:pt idx="4246">
                        <c:v>44663</c:v>
                      </c:pt>
                      <c:pt idx="4247">
                        <c:v>44664</c:v>
                      </c:pt>
                      <c:pt idx="4248">
                        <c:v>44665</c:v>
                      </c:pt>
                      <c:pt idx="4249">
                        <c:v>44666</c:v>
                      </c:pt>
                      <c:pt idx="4250">
                        <c:v>44669</c:v>
                      </c:pt>
                      <c:pt idx="4251">
                        <c:v>44670</c:v>
                      </c:pt>
                      <c:pt idx="4252">
                        <c:v>44671</c:v>
                      </c:pt>
                      <c:pt idx="4253">
                        <c:v>44672</c:v>
                      </c:pt>
                      <c:pt idx="4254">
                        <c:v>44673</c:v>
                      </c:pt>
                      <c:pt idx="4255">
                        <c:v>44676</c:v>
                      </c:pt>
                      <c:pt idx="4256">
                        <c:v>44677</c:v>
                      </c:pt>
                      <c:pt idx="4257">
                        <c:v>44678</c:v>
                      </c:pt>
                      <c:pt idx="4258">
                        <c:v>44679</c:v>
                      </c:pt>
                      <c:pt idx="4259">
                        <c:v>44680</c:v>
                      </c:pt>
                      <c:pt idx="4260">
                        <c:v>44683</c:v>
                      </c:pt>
                      <c:pt idx="4261">
                        <c:v>44684</c:v>
                      </c:pt>
                      <c:pt idx="4262">
                        <c:v>44685</c:v>
                      </c:pt>
                      <c:pt idx="4263">
                        <c:v>44686</c:v>
                      </c:pt>
                      <c:pt idx="4264">
                        <c:v>44687</c:v>
                      </c:pt>
                      <c:pt idx="4265">
                        <c:v>44690</c:v>
                      </c:pt>
                      <c:pt idx="4266">
                        <c:v>44691</c:v>
                      </c:pt>
                      <c:pt idx="4267">
                        <c:v>44692</c:v>
                      </c:pt>
                      <c:pt idx="4268">
                        <c:v>44693</c:v>
                      </c:pt>
                      <c:pt idx="4269">
                        <c:v>44694</c:v>
                      </c:pt>
                      <c:pt idx="4270">
                        <c:v>44697</c:v>
                      </c:pt>
                      <c:pt idx="4271">
                        <c:v>44698</c:v>
                      </c:pt>
                      <c:pt idx="4272">
                        <c:v>44699</c:v>
                      </c:pt>
                      <c:pt idx="4273">
                        <c:v>44700</c:v>
                      </c:pt>
                      <c:pt idx="4274">
                        <c:v>44701</c:v>
                      </c:pt>
                      <c:pt idx="4275">
                        <c:v>44704</c:v>
                      </c:pt>
                      <c:pt idx="4276">
                        <c:v>44705</c:v>
                      </c:pt>
                      <c:pt idx="4277">
                        <c:v>44706</c:v>
                      </c:pt>
                      <c:pt idx="4278">
                        <c:v>44707</c:v>
                      </c:pt>
                      <c:pt idx="4279">
                        <c:v>44708</c:v>
                      </c:pt>
                      <c:pt idx="4280">
                        <c:v>44711</c:v>
                      </c:pt>
                      <c:pt idx="4281">
                        <c:v>44712</c:v>
                      </c:pt>
                      <c:pt idx="4282">
                        <c:v>44713</c:v>
                      </c:pt>
                      <c:pt idx="4283">
                        <c:v>44714</c:v>
                      </c:pt>
                      <c:pt idx="4284">
                        <c:v>44715</c:v>
                      </c:pt>
                      <c:pt idx="4285">
                        <c:v>44718</c:v>
                      </c:pt>
                      <c:pt idx="4286">
                        <c:v>44719</c:v>
                      </c:pt>
                      <c:pt idx="4287">
                        <c:v>44720</c:v>
                      </c:pt>
                      <c:pt idx="4288">
                        <c:v>44721</c:v>
                      </c:pt>
                      <c:pt idx="4289">
                        <c:v>44722</c:v>
                      </c:pt>
                      <c:pt idx="4290">
                        <c:v>44725</c:v>
                      </c:pt>
                      <c:pt idx="4291">
                        <c:v>44726</c:v>
                      </c:pt>
                      <c:pt idx="4292">
                        <c:v>44727</c:v>
                      </c:pt>
                      <c:pt idx="4293">
                        <c:v>44728</c:v>
                      </c:pt>
                      <c:pt idx="4294">
                        <c:v>44729</c:v>
                      </c:pt>
                      <c:pt idx="4295">
                        <c:v>44732</c:v>
                      </c:pt>
                      <c:pt idx="4296">
                        <c:v>44733</c:v>
                      </c:pt>
                      <c:pt idx="4297">
                        <c:v>44734</c:v>
                      </c:pt>
                      <c:pt idx="4298">
                        <c:v>44735</c:v>
                      </c:pt>
                      <c:pt idx="4299">
                        <c:v>44736</c:v>
                      </c:pt>
                      <c:pt idx="4300">
                        <c:v>44739</c:v>
                      </c:pt>
                      <c:pt idx="4301">
                        <c:v>44740</c:v>
                      </c:pt>
                      <c:pt idx="4302">
                        <c:v>44741</c:v>
                      </c:pt>
                      <c:pt idx="4303">
                        <c:v>44742</c:v>
                      </c:pt>
                      <c:pt idx="4304">
                        <c:v>44743</c:v>
                      </c:pt>
                      <c:pt idx="4305">
                        <c:v>44746</c:v>
                      </c:pt>
                      <c:pt idx="4306">
                        <c:v>44747</c:v>
                      </c:pt>
                      <c:pt idx="4307">
                        <c:v>44748</c:v>
                      </c:pt>
                      <c:pt idx="4308">
                        <c:v>44749</c:v>
                      </c:pt>
                      <c:pt idx="4309">
                        <c:v>44750</c:v>
                      </c:pt>
                      <c:pt idx="4310">
                        <c:v>44753</c:v>
                      </c:pt>
                      <c:pt idx="4311">
                        <c:v>44754</c:v>
                      </c:pt>
                      <c:pt idx="4312">
                        <c:v>44755</c:v>
                      </c:pt>
                      <c:pt idx="4313">
                        <c:v>44756</c:v>
                      </c:pt>
                      <c:pt idx="4314">
                        <c:v>44757</c:v>
                      </c:pt>
                      <c:pt idx="4315">
                        <c:v>44760</c:v>
                      </c:pt>
                      <c:pt idx="4316">
                        <c:v>44761</c:v>
                      </c:pt>
                      <c:pt idx="4317">
                        <c:v>44762</c:v>
                      </c:pt>
                      <c:pt idx="4318">
                        <c:v>44763</c:v>
                      </c:pt>
                      <c:pt idx="4319">
                        <c:v>44764</c:v>
                      </c:pt>
                      <c:pt idx="4320">
                        <c:v>44767</c:v>
                      </c:pt>
                      <c:pt idx="4321">
                        <c:v>44768</c:v>
                      </c:pt>
                      <c:pt idx="4322">
                        <c:v>44769</c:v>
                      </c:pt>
                      <c:pt idx="4323">
                        <c:v>44770</c:v>
                      </c:pt>
                      <c:pt idx="4324">
                        <c:v>44771</c:v>
                      </c:pt>
                      <c:pt idx="4325">
                        <c:v>44774</c:v>
                      </c:pt>
                      <c:pt idx="4326">
                        <c:v>44775</c:v>
                      </c:pt>
                      <c:pt idx="4327">
                        <c:v>44776</c:v>
                      </c:pt>
                      <c:pt idx="4328">
                        <c:v>44777</c:v>
                      </c:pt>
                      <c:pt idx="4329">
                        <c:v>44778</c:v>
                      </c:pt>
                      <c:pt idx="4330">
                        <c:v>44781</c:v>
                      </c:pt>
                      <c:pt idx="4331">
                        <c:v>44782</c:v>
                      </c:pt>
                      <c:pt idx="4332">
                        <c:v>44783</c:v>
                      </c:pt>
                      <c:pt idx="4333">
                        <c:v>44784</c:v>
                      </c:pt>
                      <c:pt idx="4334">
                        <c:v>44785</c:v>
                      </c:pt>
                      <c:pt idx="4335">
                        <c:v>44788</c:v>
                      </c:pt>
                      <c:pt idx="4336">
                        <c:v>44789</c:v>
                      </c:pt>
                      <c:pt idx="4337">
                        <c:v>44790</c:v>
                      </c:pt>
                      <c:pt idx="4338">
                        <c:v>44791</c:v>
                      </c:pt>
                      <c:pt idx="4339">
                        <c:v>44792</c:v>
                      </c:pt>
                      <c:pt idx="4340">
                        <c:v>44795</c:v>
                      </c:pt>
                      <c:pt idx="4341">
                        <c:v>44796</c:v>
                      </c:pt>
                      <c:pt idx="4342">
                        <c:v>44797</c:v>
                      </c:pt>
                      <c:pt idx="4343">
                        <c:v>44798</c:v>
                      </c:pt>
                      <c:pt idx="4344">
                        <c:v>44799</c:v>
                      </c:pt>
                      <c:pt idx="4345">
                        <c:v>44802</c:v>
                      </c:pt>
                      <c:pt idx="4346">
                        <c:v>44803</c:v>
                      </c:pt>
                      <c:pt idx="4347">
                        <c:v>44804</c:v>
                      </c:pt>
                      <c:pt idx="4348">
                        <c:v>44805</c:v>
                      </c:pt>
                      <c:pt idx="4349">
                        <c:v>44806</c:v>
                      </c:pt>
                      <c:pt idx="4350">
                        <c:v>44809</c:v>
                      </c:pt>
                      <c:pt idx="4351">
                        <c:v>44810</c:v>
                      </c:pt>
                      <c:pt idx="4352">
                        <c:v>44811</c:v>
                      </c:pt>
                      <c:pt idx="4353">
                        <c:v>44812</c:v>
                      </c:pt>
                      <c:pt idx="4354">
                        <c:v>44813</c:v>
                      </c:pt>
                      <c:pt idx="4355">
                        <c:v>44816</c:v>
                      </c:pt>
                      <c:pt idx="4356">
                        <c:v>44817</c:v>
                      </c:pt>
                      <c:pt idx="4357">
                        <c:v>44818</c:v>
                      </c:pt>
                      <c:pt idx="4358">
                        <c:v>44819</c:v>
                      </c:pt>
                      <c:pt idx="4359">
                        <c:v>44820</c:v>
                      </c:pt>
                      <c:pt idx="4360">
                        <c:v>44823</c:v>
                      </c:pt>
                      <c:pt idx="4361">
                        <c:v>44824</c:v>
                      </c:pt>
                      <c:pt idx="4362">
                        <c:v>44825</c:v>
                      </c:pt>
                      <c:pt idx="4363">
                        <c:v>44826</c:v>
                      </c:pt>
                      <c:pt idx="4364">
                        <c:v>44827</c:v>
                      </c:pt>
                      <c:pt idx="4365">
                        <c:v>44830</c:v>
                      </c:pt>
                      <c:pt idx="4366">
                        <c:v>44831</c:v>
                      </c:pt>
                      <c:pt idx="4367">
                        <c:v>44832</c:v>
                      </c:pt>
                      <c:pt idx="4368">
                        <c:v>44833</c:v>
                      </c:pt>
                      <c:pt idx="4369">
                        <c:v>44834</c:v>
                      </c:pt>
                      <c:pt idx="4370">
                        <c:v>44837</c:v>
                      </c:pt>
                      <c:pt idx="4371">
                        <c:v>44838</c:v>
                      </c:pt>
                      <c:pt idx="4372">
                        <c:v>44839</c:v>
                      </c:pt>
                      <c:pt idx="4373">
                        <c:v>44840</c:v>
                      </c:pt>
                      <c:pt idx="4374">
                        <c:v>44841</c:v>
                      </c:pt>
                      <c:pt idx="4375">
                        <c:v>44844</c:v>
                      </c:pt>
                      <c:pt idx="4376">
                        <c:v>44845</c:v>
                      </c:pt>
                      <c:pt idx="4377">
                        <c:v>44846</c:v>
                      </c:pt>
                      <c:pt idx="4378">
                        <c:v>44847</c:v>
                      </c:pt>
                      <c:pt idx="4379">
                        <c:v>44848</c:v>
                      </c:pt>
                      <c:pt idx="4380">
                        <c:v>44851</c:v>
                      </c:pt>
                      <c:pt idx="4381">
                        <c:v>44852</c:v>
                      </c:pt>
                      <c:pt idx="4382">
                        <c:v>44853</c:v>
                      </c:pt>
                      <c:pt idx="4383">
                        <c:v>44854</c:v>
                      </c:pt>
                      <c:pt idx="4384">
                        <c:v>44855</c:v>
                      </c:pt>
                      <c:pt idx="4385">
                        <c:v>44858</c:v>
                      </c:pt>
                      <c:pt idx="4386">
                        <c:v>44859</c:v>
                      </c:pt>
                      <c:pt idx="4387">
                        <c:v>44860</c:v>
                      </c:pt>
                      <c:pt idx="4388">
                        <c:v>44861</c:v>
                      </c:pt>
                      <c:pt idx="4389">
                        <c:v>44862</c:v>
                      </c:pt>
                      <c:pt idx="4390">
                        <c:v>44865</c:v>
                      </c:pt>
                      <c:pt idx="4391">
                        <c:v>44866</c:v>
                      </c:pt>
                      <c:pt idx="4392">
                        <c:v>44867</c:v>
                      </c:pt>
                      <c:pt idx="4393">
                        <c:v>44868</c:v>
                      </c:pt>
                      <c:pt idx="4394">
                        <c:v>44869</c:v>
                      </c:pt>
                      <c:pt idx="4395">
                        <c:v>44872</c:v>
                      </c:pt>
                      <c:pt idx="4396">
                        <c:v>44873</c:v>
                      </c:pt>
                      <c:pt idx="4397">
                        <c:v>44874</c:v>
                      </c:pt>
                      <c:pt idx="4398">
                        <c:v>44875</c:v>
                      </c:pt>
                      <c:pt idx="4399">
                        <c:v>44876</c:v>
                      </c:pt>
                      <c:pt idx="4400">
                        <c:v>44879</c:v>
                      </c:pt>
                      <c:pt idx="4401">
                        <c:v>44880</c:v>
                      </c:pt>
                      <c:pt idx="4402">
                        <c:v>44881</c:v>
                      </c:pt>
                      <c:pt idx="4403">
                        <c:v>44882</c:v>
                      </c:pt>
                      <c:pt idx="4404">
                        <c:v>44883</c:v>
                      </c:pt>
                      <c:pt idx="4405">
                        <c:v>44886</c:v>
                      </c:pt>
                      <c:pt idx="4406">
                        <c:v>44887</c:v>
                      </c:pt>
                      <c:pt idx="4407">
                        <c:v>44888</c:v>
                      </c:pt>
                      <c:pt idx="4408">
                        <c:v>44889</c:v>
                      </c:pt>
                      <c:pt idx="4409">
                        <c:v>44890</c:v>
                      </c:pt>
                      <c:pt idx="4410">
                        <c:v>44893</c:v>
                      </c:pt>
                      <c:pt idx="4411">
                        <c:v>44894</c:v>
                      </c:pt>
                      <c:pt idx="4412">
                        <c:v>44895</c:v>
                      </c:pt>
                      <c:pt idx="4413">
                        <c:v>44896</c:v>
                      </c:pt>
                      <c:pt idx="4414">
                        <c:v>44897</c:v>
                      </c:pt>
                      <c:pt idx="4415">
                        <c:v>44900</c:v>
                      </c:pt>
                      <c:pt idx="4416">
                        <c:v>44901</c:v>
                      </c:pt>
                      <c:pt idx="4417">
                        <c:v>44902</c:v>
                      </c:pt>
                      <c:pt idx="4418">
                        <c:v>44903</c:v>
                      </c:pt>
                      <c:pt idx="4419">
                        <c:v>44904</c:v>
                      </c:pt>
                      <c:pt idx="4420">
                        <c:v>44907</c:v>
                      </c:pt>
                      <c:pt idx="4421">
                        <c:v>44908</c:v>
                      </c:pt>
                      <c:pt idx="4422">
                        <c:v>44909</c:v>
                      </c:pt>
                      <c:pt idx="4423">
                        <c:v>44910</c:v>
                      </c:pt>
                      <c:pt idx="4424">
                        <c:v>44911</c:v>
                      </c:pt>
                      <c:pt idx="4425">
                        <c:v>44914</c:v>
                      </c:pt>
                      <c:pt idx="4426">
                        <c:v>44915</c:v>
                      </c:pt>
                      <c:pt idx="4427">
                        <c:v>44916</c:v>
                      </c:pt>
                      <c:pt idx="4428">
                        <c:v>44917</c:v>
                      </c:pt>
                      <c:pt idx="4429">
                        <c:v>44918</c:v>
                      </c:pt>
                      <c:pt idx="4430">
                        <c:v>44921</c:v>
                      </c:pt>
                      <c:pt idx="4431">
                        <c:v>44922</c:v>
                      </c:pt>
                      <c:pt idx="4432">
                        <c:v>44923</c:v>
                      </c:pt>
                      <c:pt idx="4433">
                        <c:v>44924</c:v>
                      </c:pt>
                      <c:pt idx="4434">
                        <c:v>44925</c:v>
                      </c:pt>
                      <c:pt idx="4435">
                        <c:v>44928</c:v>
                      </c:pt>
                      <c:pt idx="4436">
                        <c:v>44929</c:v>
                      </c:pt>
                      <c:pt idx="4437">
                        <c:v>44930</c:v>
                      </c:pt>
                      <c:pt idx="4438">
                        <c:v>44931</c:v>
                      </c:pt>
                      <c:pt idx="4439">
                        <c:v>44932</c:v>
                      </c:pt>
                      <c:pt idx="4440">
                        <c:v>44935</c:v>
                      </c:pt>
                      <c:pt idx="4441">
                        <c:v>44936</c:v>
                      </c:pt>
                      <c:pt idx="4442">
                        <c:v>44937</c:v>
                      </c:pt>
                      <c:pt idx="4443">
                        <c:v>44938</c:v>
                      </c:pt>
                      <c:pt idx="4444">
                        <c:v>44939</c:v>
                      </c:pt>
                      <c:pt idx="4445">
                        <c:v>44942</c:v>
                      </c:pt>
                      <c:pt idx="4446">
                        <c:v>44943</c:v>
                      </c:pt>
                      <c:pt idx="4447">
                        <c:v>44944</c:v>
                      </c:pt>
                      <c:pt idx="4448">
                        <c:v>44945</c:v>
                      </c:pt>
                      <c:pt idx="4449">
                        <c:v>44946</c:v>
                      </c:pt>
                      <c:pt idx="4450">
                        <c:v>44949</c:v>
                      </c:pt>
                      <c:pt idx="4451">
                        <c:v>44950</c:v>
                      </c:pt>
                      <c:pt idx="4452">
                        <c:v>44951</c:v>
                      </c:pt>
                      <c:pt idx="4453">
                        <c:v>44952</c:v>
                      </c:pt>
                      <c:pt idx="4454">
                        <c:v>44953</c:v>
                      </c:pt>
                      <c:pt idx="4455">
                        <c:v>44956</c:v>
                      </c:pt>
                      <c:pt idx="4456">
                        <c:v>44957</c:v>
                      </c:pt>
                      <c:pt idx="4457">
                        <c:v>44958</c:v>
                      </c:pt>
                      <c:pt idx="4458">
                        <c:v>44959</c:v>
                      </c:pt>
                      <c:pt idx="4459">
                        <c:v>44960</c:v>
                      </c:pt>
                      <c:pt idx="4460">
                        <c:v>44963</c:v>
                      </c:pt>
                      <c:pt idx="4461">
                        <c:v>44964</c:v>
                      </c:pt>
                      <c:pt idx="4462">
                        <c:v>44965</c:v>
                      </c:pt>
                      <c:pt idx="4463">
                        <c:v>44966</c:v>
                      </c:pt>
                      <c:pt idx="4464">
                        <c:v>44967</c:v>
                      </c:pt>
                      <c:pt idx="4465">
                        <c:v>44970</c:v>
                      </c:pt>
                      <c:pt idx="4466">
                        <c:v>44971</c:v>
                      </c:pt>
                      <c:pt idx="4467">
                        <c:v>44972</c:v>
                      </c:pt>
                      <c:pt idx="4468">
                        <c:v>44973</c:v>
                      </c:pt>
                      <c:pt idx="4469">
                        <c:v>44974</c:v>
                      </c:pt>
                      <c:pt idx="4470">
                        <c:v>44977</c:v>
                      </c:pt>
                      <c:pt idx="4471">
                        <c:v>44978</c:v>
                      </c:pt>
                      <c:pt idx="4472">
                        <c:v>44979</c:v>
                      </c:pt>
                      <c:pt idx="4473">
                        <c:v>44980</c:v>
                      </c:pt>
                      <c:pt idx="4474">
                        <c:v>44981</c:v>
                      </c:pt>
                      <c:pt idx="4475">
                        <c:v>44984</c:v>
                      </c:pt>
                      <c:pt idx="4476">
                        <c:v>44985</c:v>
                      </c:pt>
                      <c:pt idx="4477">
                        <c:v>44986</c:v>
                      </c:pt>
                      <c:pt idx="4478">
                        <c:v>44987</c:v>
                      </c:pt>
                      <c:pt idx="4479">
                        <c:v>44988</c:v>
                      </c:pt>
                      <c:pt idx="4480">
                        <c:v>44991</c:v>
                      </c:pt>
                      <c:pt idx="4481">
                        <c:v>44992</c:v>
                      </c:pt>
                      <c:pt idx="4482">
                        <c:v>44993</c:v>
                      </c:pt>
                      <c:pt idx="4483">
                        <c:v>44994</c:v>
                      </c:pt>
                      <c:pt idx="4484">
                        <c:v>44995</c:v>
                      </c:pt>
                      <c:pt idx="4485">
                        <c:v>44998</c:v>
                      </c:pt>
                      <c:pt idx="4486">
                        <c:v>44999</c:v>
                      </c:pt>
                      <c:pt idx="4487">
                        <c:v>45000</c:v>
                      </c:pt>
                      <c:pt idx="4488">
                        <c:v>45001</c:v>
                      </c:pt>
                      <c:pt idx="4489">
                        <c:v>45002</c:v>
                      </c:pt>
                      <c:pt idx="4490">
                        <c:v>45005</c:v>
                      </c:pt>
                      <c:pt idx="4491">
                        <c:v>45006</c:v>
                      </c:pt>
                      <c:pt idx="4492">
                        <c:v>45007</c:v>
                      </c:pt>
                      <c:pt idx="4493">
                        <c:v>45008</c:v>
                      </c:pt>
                      <c:pt idx="4494">
                        <c:v>45009</c:v>
                      </c:pt>
                      <c:pt idx="4495">
                        <c:v>45012</c:v>
                      </c:pt>
                      <c:pt idx="4496">
                        <c:v>45013</c:v>
                      </c:pt>
                      <c:pt idx="4497">
                        <c:v>45014</c:v>
                      </c:pt>
                      <c:pt idx="4498">
                        <c:v>45015</c:v>
                      </c:pt>
                      <c:pt idx="4499">
                        <c:v>45016</c:v>
                      </c:pt>
                      <c:pt idx="4500">
                        <c:v>45019</c:v>
                      </c:pt>
                      <c:pt idx="4501">
                        <c:v>45020</c:v>
                      </c:pt>
                      <c:pt idx="4502">
                        <c:v>45021</c:v>
                      </c:pt>
                      <c:pt idx="4503">
                        <c:v>45022</c:v>
                      </c:pt>
                      <c:pt idx="4504">
                        <c:v>45023</c:v>
                      </c:pt>
                      <c:pt idx="4505">
                        <c:v>45026</c:v>
                      </c:pt>
                      <c:pt idx="4506">
                        <c:v>45027</c:v>
                      </c:pt>
                      <c:pt idx="4507">
                        <c:v>45028</c:v>
                      </c:pt>
                      <c:pt idx="4508">
                        <c:v>45029</c:v>
                      </c:pt>
                      <c:pt idx="4509">
                        <c:v>45030</c:v>
                      </c:pt>
                      <c:pt idx="4510">
                        <c:v>45033</c:v>
                      </c:pt>
                      <c:pt idx="4511">
                        <c:v>45034</c:v>
                      </c:pt>
                      <c:pt idx="4512">
                        <c:v>45035</c:v>
                      </c:pt>
                      <c:pt idx="4513">
                        <c:v>45036</c:v>
                      </c:pt>
                      <c:pt idx="4514">
                        <c:v>45037</c:v>
                      </c:pt>
                      <c:pt idx="4515">
                        <c:v>45040</c:v>
                      </c:pt>
                      <c:pt idx="4516">
                        <c:v>45041</c:v>
                      </c:pt>
                      <c:pt idx="4517">
                        <c:v>45042</c:v>
                      </c:pt>
                      <c:pt idx="4518">
                        <c:v>45043</c:v>
                      </c:pt>
                      <c:pt idx="4519">
                        <c:v>45044</c:v>
                      </c:pt>
                      <c:pt idx="4520">
                        <c:v>45047</c:v>
                      </c:pt>
                      <c:pt idx="4521">
                        <c:v>45048</c:v>
                      </c:pt>
                      <c:pt idx="4522">
                        <c:v>45049</c:v>
                      </c:pt>
                      <c:pt idx="4523">
                        <c:v>45050</c:v>
                      </c:pt>
                      <c:pt idx="4524">
                        <c:v>45051</c:v>
                      </c:pt>
                      <c:pt idx="4525">
                        <c:v>45054</c:v>
                      </c:pt>
                      <c:pt idx="4526">
                        <c:v>45055</c:v>
                      </c:pt>
                      <c:pt idx="4527">
                        <c:v>45056</c:v>
                      </c:pt>
                      <c:pt idx="4528">
                        <c:v>45057</c:v>
                      </c:pt>
                      <c:pt idx="4529">
                        <c:v>45058</c:v>
                      </c:pt>
                      <c:pt idx="4530">
                        <c:v>45061</c:v>
                      </c:pt>
                      <c:pt idx="4531">
                        <c:v>45062</c:v>
                      </c:pt>
                      <c:pt idx="4532">
                        <c:v>45063</c:v>
                      </c:pt>
                      <c:pt idx="4533">
                        <c:v>45064</c:v>
                      </c:pt>
                      <c:pt idx="4534">
                        <c:v>45065</c:v>
                      </c:pt>
                      <c:pt idx="4535">
                        <c:v>45068</c:v>
                      </c:pt>
                      <c:pt idx="4536">
                        <c:v>45069</c:v>
                      </c:pt>
                      <c:pt idx="4537">
                        <c:v>45070</c:v>
                      </c:pt>
                      <c:pt idx="4538">
                        <c:v>45071</c:v>
                      </c:pt>
                      <c:pt idx="4539">
                        <c:v>45072</c:v>
                      </c:pt>
                      <c:pt idx="4540">
                        <c:v>45075</c:v>
                      </c:pt>
                      <c:pt idx="4541">
                        <c:v>45076</c:v>
                      </c:pt>
                      <c:pt idx="4542">
                        <c:v>45077</c:v>
                      </c:pt>
                      <c:pt idx="4543">
                        <c:v>45078</c:v>
                      </c:pt>
                      <c:pt idx="4544">
                        <c:v>45079</c:v>
                      </c:pt>
                      <c:pt idx="4545">
                        <c:v>45082</c:v>
                      </c:pt>
                      <c:pt idx="4546">
                        <c:v>45083</c:v>
                      </c:pt>
                      <c:pt idx="4547">
                        <c:v>45084</c:v>
                      </c:pt>
                      <c:pt idx="4548">
                        <c:v>45085</c:v>
                      </c:pt>
                      <c:pt idx="4549">
                        <c:v>45086</c:v>
                      </c:pt>
                      <c:pt idx="4550">
                        <c:v>45089</c:v>
                      </c:pt>
                      <c:pt idx="4551">
                        <c:v>45090</c:v>
                      </c:pt>
                      <c:pt idx="4552">
                        <c:v>45091</c:v>
                      </c:pt>
                      <c:pt idx="4553">
                        <c:v>45092</c:v>
                      </c:pt>
                      <c:pt idx="4554">
                        <c:v>45093</c:v>
                      </c:pt>
                      <c:pt idx="4555">
                        <c:v>45096</c:v>
                      </c:pt>
                      <c:pt idx="4556">
                        <c:v>45097</c:v>
                      </c:pt>
                      <c:pt idx="4557">
                        <c:v>45098</c:v>
                      </c:pt>
                      <c:pt idx="4558">
                        <c:v>45099</c:v>
                      </c:pt>
                      <c:pt idx="4559">
                        <c:v>45100</c:v>
                      </c:pt>
                      <c:pt idx="4560">
                        <c:v>45103</c:v>
                      </c:pt>
                      <c:pt idx="4561">
                        <c:v>45104</c:v>
                      </c:pt>
                      <c:pt idx="4562">
                        <c:v>45105</c:v>
                      </c:pt>
                      <c:pt idx="4563">
                        <c:v>45106</c:v>
                      </c:pt>
                      <c:pt idx="4564">
                        <c:v>45107</c:v>
                      </c:pt>
                      <c:pt idx="4565">
                        <c:v>45110</c:v>
                      </c:pt>
                      <c:pt idx="4566">
                        <c:v>45111</c:v>
                      </c:pt>
                      <c:pt idx="4567">
                        <c:v>45112</c:v>
                      </c:pt>
                      <c:pt idx="4568">
                        <c:v>45113</c:v>
                      </c:pt>
                      <c:pt idx="4569">
                        <c:v>45114</c:v>
                      </c:pt>
                      <c:pt idx="4570">
                        <c:v>45117</c:v>
                      </c:pt>
                      <c:pt idx="4571">
                        <c:v>45118</c:v>
                      </c:pt>
                      <c:pt idx="4572">
                        <c:v>45119</c:v>
                      </c:pt>
                      <c:pt idx="4573">
                        <c:v>45120</c:v>
                      </c:pt>
                      <c:pt idx="4574">
                        <c:v>45121</c:v>
                      </c:pt>
                      <c:pt idx="4575">
                        <c:v>45124</c:v>
                      </c:pt>
                      <c:pt idx="4576">
                        <c:v>45125</c:v>
                      </c:pt>
                      <c:pt idx="4577">
                        <c:v>45126</c:v>
                      </c:pt>
                      <c:pt idx="4578">
                        <c:v>45127</c:v>
                      </c:pt>
                      <c:pt idx="4579">
                        <c:v>45128</c:v>
                      </c:pt>
                      <c:pt idx="4580">
                        <c:v>45131</c:v>
                      </c:pt>
                      <c:pt idx="4581">
                        <c:v>45132</c:v>
                      </c:pt>
                      <c:pt idx="4582">
                        <c:v>45133</c:v>
                      </c:pt>
                      <c:pt idx="4583">
                        <c:v>45134</c:v>
                      </c:pt>
                      <c:pt idx="4584">
                        <c:v>45135</c:v>
                      </c:pt>
                      <c:pt idx="4585">
                        <c:v>45138</c:v>
                      </c:pt>
                      <c:pt idx="4586">
                        <c:v>45139</c:v>
                      </c:pt>
                      <c:pt idx="4587">
                        <c:v>45140</c:v>
                      </c:pt>
                      <c:pt idx="4588">
                        <c:v>45141</c:v>
                      </c:pt>
                      <c:pt idx="4589">
                        <c:v>45142</c:v>
                      </c:pt>
                      <c:pt idx="4590">
                        <c:v>45145</c:v>
                      </c:pt>
                      <c:pt idx="4591">
                        <c:v>45146</c:v>
                      </c:pt>
                      <c:pt idx="4592">
                        <c:v>45147</c:v>
                      </c:pt>
                      <c:pt idx="4593">
                        <c:v>45148</c:v>
                      </c:pt>
                      <c:pt idx="4594">
                        <c:v>45149</c:v>
                      </c:pt>
                      <c:pt idx="4595">
                        <c:v>45152</c:v>
                      </c:pt>
                      <c:pt idx="4596">
                        <c:v>45153</c:v>
                      </c:pt>
                      <c:pt idx="4597">
                        <c:v>45154</c:v>
                      </c:pt>
                      <c:pt idx="4598">
                        <c:v>45155</c:v>
                      </c:pt>
                      <c:pt idx="4599">
                        <c:v>45156</c:v>
                      </c:pt>
                      <c:pt idx="4600">
                        <c:v>45159</c:v>
                      </c:pt>
                      <c:pt idx="4601">
                        <c:v>45160</c:v>
                      </c:pt>
                      <c:pt idx="4602">
                        <c:v>45161</c:v>
                      </c:pt>
                      <c:pt idx="4603">
                        <c:v>45162</c:v>
                      </c:pt>
                      <c:pt idx="4604">
                        <c:v>45163</c:v>
                      </c:pt>
                      <c:pt idx="4605">
                        <c:v>45166</c:v>
                      </c:pt>
                      <c:pt idx="4606">
                        <c:v>45167</c:v>
                      </c:pt>
                      <c:pt idx="4607">
                        <c:v>45168</c:v>
                      </c:pt>
                      <c:pt idx="4608">
                        <c:v>45169</c:v>
                      </c:pt>
                      <c:pt idx="4609">
                        <c:v>45170</c:v>
                      </c:pt>
                      <c:pt idx="4610">
                        <c:v>45173</c:v>
                      </c:pt>
                      <c:pt idx="4611">
                        <c:v>45174</c:v>
                      </c:pt>
                      <c:pt idx="4612">
                        <c:v>45175</c:v>
                      </c:pt>
                      <c:pt idx="4613">
                        <c:v>45176</c:v>
                      </c:pt>
                      <c:pt idx="4614">
                        <c:v>45177</c:v>
                      </c:pt>
                      <c:pt idx="4615">
                        <c:v>45180</c:v>
                      </c:pt>
                      <c:pt idx="4616">
                        <c:v>45181</c:v>
                      </c:pt>
                      <c:pt idx="4617">
                        <c:v>45182</c:v>
                      </c:pt>
                      <c:pt idx="4618">
                        <c:v>45183</c:v>
                      </c:pt>
                      <c:pt idx="4619">
                        <c:v>45184</c:v>
                      </c:pt>
                      <c:pt idx="4620">
                        <c:v>45187</c:v>
                      </c:pt>
                      <c:pt idx="4621">
                        <c:v>45188</c:v>
                      </c:pt>
                      <c:pt idx="4622">
                        <c:v>45189</c:v>
                      </c:pt>
                      <c:pt idx="4623">
                        <c:v>45190</c:v>
                      </c:pt>
                      <c:pt idx="4624">
                        <c:v>45191</c:v>
                      </c:pt>
                      <c:pt idx="4625">
                        <c:v>45194</c:v>
                      </c:pt>
                      <c:pt idx="4626">
                        <c:v>45195</c:v>
                      </c:pt>
                      <c:pt idx="4627">
                        <c:v>45196</c:v>
                      </c:pt>
                      <c:pt idx="4628">
                        <c:v>45197</c:v>
                      </c:pt>
                      <c:pt idx="4629">
                        <c:v>45198</c:v>
                      </c:pt>
                      <c:pt idx="4630">
                        <c:v>45201</c:v>
                      </c:pt>
                      <c:pt idx="4631">
                        <c:v>45202</c:v>
                      </c:pt>
                      <c:pt idx="4632">
                        <c:v>45203</c:v>
                      </c:pt>
                      <c:pt idx="4633">
                        <c:v>45204</c:v>
                      </c:pt>
                      <c:pt idx="4634">
                        <c:v>45205</c:v>
                      </c:pt>
                      <c:pt idx="4635">
                        <c:v>45208</c:v>
                      </c:pt>
                      <c:pt idx="4636">
                        <c:v>45209</c:v>
                      </c:pt>
                      <c:pt idx="4637">
                        <c:v>45210</c:v>
                      </c:pt>
                      <c:pt idx="4638">
                        <c:v>45211</c:v>
                      </c:pt>
                      <c:pt idx="4639">
                        <c:v>45212</c:v>
                      </c:pt>
                      <c:pt idx="4640">
                        <c:v>45215</c:v>
                      </c:pt>
                      <c:pt idx="4641">
                        <c:v>45216</c:v>
                      </c:pt>
                      <c:pt idx="4642">
                        <c:v>45217</c:v>
                      </c:pt>
                      <c:pt idx="4643">
                        <c:v>45218</c:v>
                      </c:pt>
                      <c:pt idx="4644">
                        <c:v>45219</c:v>
                      </c:pt>
                      <c:pt idx="4645">
                        <c:v>45222</c:v>
                      </c:pt>
                      <c:pt idx="4646">
                        <c:v>45223</c:v>
                      </c:pt>
                      <c:pt idx="4647">
                        <c:v>45224</c:v>
                      </c:pt>
                      <c:pt idx="4648">
                        <c:v>45225</c:v>
                      </c:pt>
                      <c:pt idx="4649">
                        <c:v>45226</c:v>
                      </c:pt>
                      <c:pt idx="4650">
                        <c:v>45229</c:v>
                      </c:pt>
                      <c:pt idx="4651">
                        <c:v>45230</c:v>
                      </c:pt>
                      <c:pt idx="4652">
                        <c:v>45231</c:v>
                      </c:pt>
                      <c:pt idx="4653">
                        <c:v>45232</c:v>
                      </c:pt>
                      <c:pt idx="4654">
                        <c:v>45233</c:v>
                      </c:pt>
                      <c:pt idx="4655">
                        <c:v>45236</c:v>
                      </c:pt>
                      <c:pt idx="4656">
                        <c:v>45237</c:v>
                      </c:pt>
                      <c:pt idx="4657">
                        <c:v>45238</c:v>
                      </c:pt>
                      <c:pt idx="4658">
                        <c:v>45239</c:v>
                      </c:pt>
                      <c:pt idx="4659">
                        <c:v>45240</c:v>
                      </c:pt>
                      <c:pt idx="4660">
                        <c:v>45243</c:v>
                      </c:pt>
                      <c:pt idx="4661">
                        <c:v>45244</c:v>
                      </c:pt>
                      <c:pt idx="4662">
                        <c:v>45245</c:v>
                      </c:pt>
                      <c:pt idx="4663">
                        <c:v>45246</c:v>
                      </c:pt>
                      <c:pt idx="4664">
                        <c:v>45247</c:v>
                      </c:pt>
                      <c:pt idx="4665">
                        <c:v>45250</c:v>
                      </c:pt>
                      <c:pt idx="4666">
                        <c:v>45251</c:v>
                      </c:pt>
                      <c:pt idx="4667">
                        <c:v>45252</c:v>
                      </c:pt>
                      <c:pt idx="4668">
                        <c:v>45253</c:v>
                      </c:pt>
                      <c:pt idx="4669">
                        <c:v>45254</c:v>
                      </c:pt>
                      <c:pt idx="4670">
                        <c:v>45257</c:v>
                      </c:pt>
                      <c:pt idx="4671">
                        <c:v>45258</c:v>
                      </c:pt>
                      <c:pt idx="4672">
                        <c:v>45259</c:v>
                      </c:pt>
                      <c:pt idx="4673">
                        <c:v>45260</c:v>
                      </c:pt>
                      <c:pt idx="4674">
                        <c:v>45261</c:v>
                      </c:pt>
                      <c:pt idx="4675">
                        <c:v>45264</c:v>
                      </c:pt>
                      <c:pt idx="4676">
                        <c:v>45265</c:v>
                      </c:pt>
                      <c:pt idx="4677">
                        <c:v>45266</c:v>
                      </c:pt>
                      <c:pt idx="4678">
                        <c:v>45267</c:v>
                      </c:pt>
                      <c:pt idx="4679">
                        <c:v>45268</c:v>
                      </c:pt>
                      <c:pt idx="4680">
                        <c:v>45271</c:v>
                      </c:pt>
                      <c:pt idx="4681">
                        <c:v>45272</c:v>
                      </c:pt>
                      <c:pt idx="4682">
                        <c:v>45273</c:v>
                      </c:pt>
                      <c:pt idx="4683">
                        <c:v>45274</c:v>
                      </c:pt>
                      <c:pt idx="4684">
                        <c:v>45275</c:v>
                      </c:pt>
                      <c:pt idx="4685">
                        <c:v>45278</c:v>
                      </c:pt>
                      <c:pt idx="4686">
                        <c:v>45279</c:v>
                      </c:pt>
                      <c:pt idx="4687">
                        <c:v>45280</c:v>
                      </c:pt>
                      <c:pt idx="4688">
                        <c:v>45281</c:v>
                      </c:pt>
                      <c:pt idx="4689">
                        <c:v>45282</c:v>
                      </c:pt>
                      <c:pt idx="4690">
                        <c:v>45285</c:v>
                      </c:pt>
                      <c:pt idx="4691">
                        <c:v>45286</c:v>
                      </c:pt>
                      <c:pt idx="4692">
                        <c:v>45287</c:v>
                      </c:pt>
                      <c:pt idx="4693">
                        <c:v>45288</c:v>
                      </c:pt>
                      <c:pt idx="4694">
                        <c:v>45289</c:v>
                      </c:pt>
                      <c:pt idx="4695">
                        <c:v>45292</c:v>
                      </c:pt>
                      <c:pt idx="4696">
                        <c:v>45293</c:v>
                      </c:pt>
                      <c:pt idx="4697">
                        <c:v>45294</c:v>
                      </c:pt>
                      <c:pt idx="4698">
                        <c:v>45295</c:v>
                      </c:pt>
                      <c:pt idx="4699">
                        <c:v>45296</c:v>
                      </c:pt>
                      <c:pt idx="4700">
                        <c:v>45299</c:v>
                      </c:pt>
                      <c:pt idx="4701">
                        <c:v>45300</c:v>
                      </c:pt>
                      <c:pt idx="4702">
                        <c:v>45301</c:v>
                      </c:pt>
                      <c:pt idx="4703">
                        <c:v>45302</c:v>
                      </c:pt>
                      <c:pt idx="4704">
                        <c:v>45303</c:v>
                      </c:pt>
                      <c:pt idx="4705">
                        <c:v>45306</c:v>
                      </c:pt>
                      <c:pt idx="4706">
                        <c:v>45307</c:v>
                      </c:pt>
                      <c:pt idx="4707">
                        <c:v>45308</c:v>
                      </c:pt>
                      <c:pt idx="4708">
                        <c:v>45309</c:v>
                      </c:pt>
                      <c:pt idx="4709">
                        <c:v>45310</c:v>
                      </c:pt>
                      <c:pt idx="4710">
                        <c:v>45313</c:v>
                      </c:pt>
                      <c:pt idx="4711">
                        <c:v>45314</c:v>
                      </c:pt>
                      <c:pt idx="4712">
                        <c:v>45315</c:v>
                      </c:pt>
                      <c:pt idx="4713">
                        <c:v>45316</c:v>
                      </c:pt>
                      <c:pt idx="4714">
                        <c:v>45317</c:v>
                      </c:pt>
                      <c:pt idx="4715">
                        <c:v>45320</c:v>
                      </c:pt>
                      <c:pt idx="4716">
                        <c:v>45321</c:v>
                      </c:pt>
                      <c:pt idx="4717">
                        <c:v>45322</c:v>
                      </c:pt>
                      <c:pt idx="4718">
                        <c:v>45323</c:v>
                      </c:pt>
                      <c:pt idx="4719">
                        <c:v>45324</c:v>
                      </c:pt>
                      <c:pt idx="4720">
                        <c:v>45327</c:v>
                      </c:pt>
                      <c:pt idx="4721">
                        <c:v>45328</c:v>
                      </c:pt>
                      <c:pt idx="4722">
                        <c:v>45329</c:v>
                      </c:pt>
                      <c:pt idx="4723">
                        <c:v>45330</c:v>
                      </c:pt>
                      <c:pt idx="4724">
                        <c:v>45331</c:v>
                      </c:pt>
                      <c:pt idx="4725">
                        <c:v>45334</c:v>
                      </c:pt>
                      <c:pt idx="4726">
                        <c:v>45335</c:v>
                      </c:pt>
                      <c:pt idx="4727">
                        <c:v>45336</c:v>
                      </c:pt>
                      <c:pt idx="4728">
                        <c:v>45337</c:v>
                      </c:pt>
                      <c:pt idx="4729">
                        <c:v>45338</c:v>
                      </c:pt>
                      <c:pt idx="4730">
                        <c:v>45341</c:v>
                      </c:pt>
                      <c:pt idx="4731">
                        <c:v>45342</c:v>
                      </c:pt>
                      <c:pt idx="4732">
                        <c:v>45343</c:v>
                      </c:pt>
                      <c:pt idx="4733">
                        <c:v>45344</c:v>
                      </c:pt>
                      <c:pt idx="4734">
                        <c:v>45345</c:v>
                      </c:pt>
                      <c:pt idx="4735">
                        <c:v>45348</c:v>
                      </c:pt>
                      <c:pt idx="4736">
                        <c:v>45349</c:v>
                      </c:pt>
                      <c:pt idx="4737">
                        <c:v>45350</c:v>
                      </c:pt>
                      <c:pt idx="4738">
                        <c:v>45351</c:v>
                      </c:pt>
                      <c:pt idx="4739">
                        <c:v>45352</c:v>
                      </c:pt>
                      <c:pt idx="4740">
                        <c:v>45355</c:v>
                      </c:pt>
                      <c:pt idx="4741">
                        <c:v>45356</c:v>
                      </c:pt>
                      <c:pt idx="4742">
                        <c:v>45357</c:v>
                      </c:pt>
                      <c:pt idx="4743">
                        <c:v>45358</c:v>
                      </c:pt>
                      <c:pt idx="4744">
                        <c:v>45359</c:v>
                      </c:pt>
                      <c:pt idx="4745">
                        <c:v>45362</c:v>
                      </c:pt>
                      <c:pt idx="4746">
                        <c:v>45363</c:v>
                      </c:pt>
                      <c:pt idx="4747">
                        <c:v>45364</c:v>
                      </c:pt>
                      <c:pt idx="4748">
                        <c:v>45365</c:v>
                      </c:pt>
                      <c:pt idx="4749">
                        <c:v>45366</c:v>
                      </c:pt>
                      <c:pt idx="4750">
                        <c:v>45369</c:v>
                      </c:pt>
                      <c:pt idx="4751">
                        <c:v>45370</c:v>
                      </c:pt>
                      <c:pt idx="4752">
                        <c:v>45371</c:v>
                      </c:pt>
                      <c:pt idx="4753">
                        <c:v>45372</c:v>
                      </c:pt>
                      <c:pt idx="4754">
                        <c:v>45373</c:v>
                      </c:pt>
                      <c:pt idx="4755">
                        <c:v>45376</c:v>
                      </c:pt>
                      <c:pt idx="4756">
                        <c:v>45377</c:v>
                      </c:pt>
                      <c:pt idx="4757">
                        <c:v>45378</c:v>
                      </c:pt>
                      <c:pt idx="4758">
                        <c:v>45379</c:v>
                      </c:pt>
                      <c:pt idx="4759">
                        <c:v>45380</c:v>
                      </c:pt>
                      <c:pt idx="4760">
                        <c:v>45383</c:v>
                      </c:pt>
                      <c:pt idx="4761">
                        <c:v>45384</c:v>
                      </c:pt>
                      <c:pt idx="4762">
                        <c:v>45385</c:v>
                      </c:pt>
                      <c:pt idx="4763">
                        <c:v>45386</c:v>
                      </c:pt>
                      <c:pt idx="4764">
                        <c:v>45387</c:v>
                      </c:pt>
                      <c:pt idx="4765">
                        <c:v>45390</c:v>
                      </c:pt>
                      <c:pt idx="4766">
                        <c:v>45391</c:v>
                      </c:pt>
                      <c:pt idx="4767">
                        <c:v>45392</c:v>
                      </c:pt>
                      <c:pt idx="4768">
                        <c:v>45393</c:v>
                      </c:pt>
                      <c:pt idx="4769">
                        <c:v>45394</c:v>
                      </c:pt>
                      <c:pt idx="4770">
                        <c:v>45397</c:v>
                      </c:pt>
                      <c:pt idx="4771">
                        <c:v>45398</c:v>
                      </c:pt>
                      <c:pt idx="4772">
                        <c:v>45399</c:v>
                      </c:pt>
                      <c:pt idx="4773">
                        <c:v>45400</c:v>
                      </c:pt>
                      <c:pt idx="4774">
                        <c:v>45401</c:v>
                      </c:pt>
                      <c:pt idx="4775">
                        <c:v>45404</c:v>
                      </c:pt>
                      <c:pt idx="4776">
                        <c:v>45405</c:v>
                      </c:pt>
                      <c:pt idx="4777">
                        <c:v>45406</c:v>
                      </c:pt>
                      <c:pt idx="4778">
                        <c:v>45407</c:v>
                      </c:pt>
                      <c:pt idx="4779">
                        <c:v>45408</c:v>
                      </c:pt>
                      <c:pt idx="4780">
                        <c:v>45411</c:v>
                      </c:pt>
                      <c:pt idx="4781">
                        <c:v>45412</c:v>
                      </c:pt>
                      <c:pt idx="4782">
                        <c:v>45413</c:v>
                      </c:pt>
                      <c:pt idx="4783">
                        <c:v>45414</c:v>
                      </c:pt>
                      <c:pt idx="4784">
                        <c:v>45415</c:v>
                      </c:pt>
                      <c:pt idx="4785">
                        <c:v>45418</c:v>
                      </c:pt>
                      <c:pt idx="4786">
                        <c:v>45419</c:v>
                      </c:pt>
                      <c:pt idx="4787">
                        <c:v>45420</c:v>
                      </c:pt>
                      <c:pt idx="4788">
                        <c:v>45421</c:v>
                      </c:pt>
                      <c:pt idx="4789">
                        <c:v>45422</c:v>
                      </c:pt>
                      <c:pt idx="4790">
                        <c:v>45425</c:v>
                      </c:pt>
                      <c:pt idx="4791">
                        <c:v>45426</c:v>
                      </c:pt>
                      <c:pt idx="4792">
                        <c:v>45427</c:v>
                      </c:pt>
                      <c:pt idx="4793">
                        <c:v>45428</c:v>
                      </c:pt>
                      <c:pt idx="4794">
                        <c:v>45429</c:v>
                      </c:pt>
                      <c:pt idx="4795">
                        <c:v>45432</c:v>
                      </c:pt>
                      <c:pt idx="4796">
                        <c:v>45433</c:v>
                      </c:pt>
                      <c:pt idx="4797">
                        <c:v>45434</c:v>
                      </c:pt>
                      <c:pt idx="4798">
                        <c:v>45435</c:v>
                      </c:pt>
                      <c:pt idx="4799">
                        <c:v>45436</c:v>
                      </c:pt>
                      <c:pt idx="4800">
                        <c:v>45439</c:v>
                      </c:pt>
                      <c:pt idx="4801">
                        <c:v>45440</c:v>
                      </c:pt>
                      <c:pt idx="4802">
                        <c:v>45441</c:v>
                      </c:pt>
                      <c:pt idx="4803">
                        <c:v>45442</c:v>
                      </c:pt>
                      <c:pt idx="4804">
                        <c:v>45443</c:v>
                      </c:pt>
                      <c:pt idx="4805">
                        <c:v>45446</c:v>
                      </c:pt>
                      <c:pt idx="4806">
                        <c:v>45447</c:v>
                      </c:pt>
                      <c:pt idx="4807">
                        <c:v>45448</c:v>
                      </c:pt>
                      <c:pt idx="4808">
                        <c:v>45449</c:v>
                      </c:pt>
                      <c:pt idx="4809">
                        <c:v>45450</c:v>
                      </c:pt>
                      <c:pt idx="4810">
                        <c:v>45453</c:v>
                      </c:pt>
                      <c:pt idx="4811">
                        <c:v>45454</c:v>
                      </c:pt>
                      <c:pt idx="4812">
                        <c:v>45455</c:v>
                      </c:pt>
                      <c:pt idx="4813">
                        <c:v>45456</c:v>
                      </c:pt>
                      <c:pt idx="4814">
                        <c:v>45457</c:v>
                      </c:pt>
                      <c:pt idx="4815">
                        <c:v>45460</c:v>
                      </c:pt>
                      <c:pt idx="4816">
                        <c:v>45461</c:v>
                      </c:pt>
                      <c:pt idx="4817">
                        <c:v>45462</c:v>
                      </c:pt>
                      <c:pt idx="4818">
                        <c:v>45463</c:v>
                      </c:pt>
                      <c:pt idx="4819">
                        <c:v>45464</c:v>
                      </c:pt>
                      <c:pt idx="4820">
                        <c:v>45467</c:v>
                      </c:pt>
                      <c:pt idx="4821">
                        <c:v>45468</c:v>
                      </c:pt>
                      <c:pt idx="4822">
                        <c:v>45469</c:v>
                      </c:pt>
                      <c:pt idx="4823">
                        <c:v>45470</c:v>
                      </c:pt>
                      <c:pt idx="4824">
                        <c:v>45471</c:v>
                      </c:pt>
                      <c:pt idx="4825">
                        <c:v>45474</c:v>
                      </c:pt>
                      <c:pt idx="4826">
                        <c:v>45475</c:v>
                      </c:pt>
                      <c:pt idx="4827">
                        <c:v>45476</c:v>
                      </c:pt>
                      <c:pt idx="4828">
                        <c:v>45477</c:v>
                      </c:pt>
                      <c:pt idx="4829">
                        <c:v>45478</c:v>
                      </c:pt>
                      <c:pt idx="4830">
                        <c:v>45481</c:v>
                      </c:pt>
                      <c:pt idx="4831">
                        <c:v>45482</c:v>
                      </c:pt>
                      <c:pt idx="4832">
                        <c:v>45483</c:v>
                      </c:pt>
                      <c:pt idx="4833">
                        <c:v>45484</c:v>
                      </c:pt>
                      <c:pt idx="4834">
                        <c:v>45485</c:v>
                      </c:pt>
                      <c:pt idx="4835">
                        <c:v>45488</c:v>
                      </c:pt>
                      <c:pt idx="4836">
                        <c:v>45489</c:v>
                      </c:pt>
                      <c:pt idx="4837">
                        <c:v>45490</c:v>
                      </c:pt>
                      <c:pt idx="4838">
                        <c:v>45491</c:v>
                      </c:pt>
                      <c:pt idx="4839">
                        <c:v>45492</c:v>
                      </c:pt>
                      <c:pt idx="4840">
                        <c:v>45495</c:v>
                      </c:pt>
                      <c:pt idx="4841">
                        <c:v>45496</c:v>
                      </c:pt>
                      <c:pt idx="4842">
                        <c:v>45497</c:v>
                      </c:pt>
                      <c:pt idx="4843">
                        <c:v>45498</c:v>
                      </c:pt>
                      <c:pt idx="4844">
                        <c:v>45499</c:v>
                      </c:pt>
                      <c:pt idx="4845">
                        <c:v>45502</c:v>
                      </c:pt>
                      <c:pt idx="4846">
                        <c:v>45503</c:v>
                      </c:pt>
                      <c:pt idx="4847">
                        <c:v>45504</c:v>
                      </c:pt>
                      <c:pt idx="4848">
                        <c:v>45505</c:v>
                      </c:pt>
                      <c:pt idx="4849">
                        <c:v>45506</c:v>
                      </c:pt>
                      <c:pt idx="4850">
                        <c:v>45509</c:v>
                      </c:pt>
                      <c:pt idx="4851">
                        <c:v>45510</c:v>
                      </c:pt>
                      <c:pt idx="4852">
                        <c:v>45511</c:v>
                      </c:pt>
                      <c:pt idx="4853">
                        <c:v>45512</c:v>
                      </c:pt>
                      <c:pt idx="4854">
                        <c:v>45513</c:v>
                      </c:pt>
                      <c:pt idx="4855">
                        <c:v>45516</c:v>
                      </c:pt>
                      <c:pt idx="4856">
                        <c:v>45517</c:v>
                      </c:pt>
                      <c:pt idx="4857">
                        <c:v>45518</c:v>
                      </c:pt>
                      <c:pt idx="4858">
                        <c:v>45519</c:v>
                      </c:pt>
                      <c:pt idx="4859">
                        <c:v>45520</c:v>
                      </c:pt>
                      <c:pt idx="4860">
                        <c:v>45523</c:v>
                      </c:pt>
                      <c:pt idx="4861">
                        <c:v>45524</c:v>
                      </c:pt>
                      <c:pt idx="4862">
                        <c:v>45525</c:v>
                      </c:pt>
                      <c:pt idx="4863">
                        <c:v>45526</c:v>
                      </c:pt>
                      <c:pt idx="4864">
                        <c:v>45527</c:v>
                      </c:pt>
                      <c:pt idx="4865">
                        <c:v>45530</c:v>
                      </c:pt>
                      <c:pt idx="4866">
                        <c:v>45531</c:v>
                      </c:pt>
                      <c:pt idx="4867">
                        <c:v>45532</c:v>
                      </c:pt>
                      <c:pt idx="4868">
                        <c:v>45533</c:v>
                      </c:pt>
                      <c:pt idx="4869">
                        <c:v>45534</c:v>
                      </c:pt>
                      <c:pt idx="4870">
                        <c:v>45537</c:v>
                      </c:pt>
                      <c:pt idx="4871">
                        <c:v>45538</c:v>
                      </c:pt>
                      <c:pt idx="4872">
                        <c:v>45539</c:v>
                      </c:pt>
                      <c:pt idx="4873">
                        <c:v>45540</c:v>
                      </c:pt>
                      <c:pt idx="4874">
                        <c:v>45541</c:v>
                      </c:pt>
                      <c:pt idx="4875">
                        <c:v>45544</c:v>
                      </c:pt>
                      <c:pt idx="4876">
                        <c:v>45545</c:v>
                      </c:pt>
                      <c:pt idx="4877">
                        <c:v>45546</c:v>
                      </c:pt>
                      <c:pt idx="4878">
                        <c:v>45547</c:v>
                      </c:pt>
                      <c:pt idx="4879">
                        <c:v>45548</c:v>
                      </c:pt>
                      <c:pt idx="4880">
                        <c:v>45551</c:v>
                      </c:pt>
                      <c:pt idx="4881">
                        <c:v>45552</c:v>
                      </c:pt>
                      <c:pt idx="4882">
                        <c:v>45553</c:v>
                      </c:pt>
                      <c:pt idx="4883">
                        <c:v>45554</c:v>
                      </c:pt>
                      <c:pt idx="4884">
                        <c:v>45555</c:v>
                      </c:pt>
                      <c:pt idx="4885">
                        <c:v>45558</c:v>
                      </c:pt>
                      <c:pt idx="4886">
                        <c:v>45559</c:v>
                      </c:pt>
                      <c:pt idx="4887">
                        <c:v>45560</c:v>
                      </c:pt>
                      <c:pt idx="4888">
                        <c:v>45561</c:v>
                      </c:pt>
                      <c:pt idx="4889">
                        <c:v>45562</c:v>
                      </c:pt>
                      <c:pt idx="4890">
                        <c:v>45565</c:v>
                      </c:pt>
                      <c:pt idx="4891">
                        <c:v>45566</c:v>
                      </c:pt>
                      <c:pt idx="4892">
                        <c:v>45567</c:v>
                      </c:pt>
                      <c:pt idx="4893">
                        <c:v>45568</c:v>
                      </c:pt>
                      <c:pt idx="4894">
                        <c:v>45569</c:v>
                      </c:pt>
                      <c:pt idx="4895">
                        <c:v>45572</c:v>
                      </c:pt>
                      <c:pt idx="4896">
                        <c:v>45573</c:v>
                      </c:pt>
                      <c:pt idx="4897">
                        <c:v>45574</c:v>
                      </c:pt>
                      <c:pt idx="4898">
                        <c:v>45575</c:v>
                      </c:pt>
                      <c:pt idx="4899">
                        <c:v>45576</c:v>
                      </c:pt>
                      <c:pt idx="4900">
                        <c:v>45579</c:v>
                      </c:pt>
                      <c:pt idx="4901">
                        <c:v>45580</c:v>
                      </c:pt>
                      <c:pt idx="4902">
                        <c:v>45581</c:v>
                      </c:pt>
                      <c:pt idx="4903">
                        <c:v>45582</c:v>
                      </c:pt>
                      <c:pt idx="4904">
                        <c:v>45583</c:v>
                      </c:pt>
                      <c:pt idx="4905">
                        <c:v>45586</c:v>
                      </c:pt>
                      <c:pt idx="4906">
                        <c:v>45587</c:v>
                      </c:pt>
                      <c:pt idx="4907">
                        <c:v>45588</c:v>
                      </c:pt>
                      <c:pt idx="4908">
                        <c:v>45589</c:v>
                      </c:pt>
                      <c:pt idx="4909">
                        <c:v>45590</c:v>
                      </c:pt>
                      <c:pt idx="4910">
                        <c:v>45593</c:v>
                      </c:pt>
                      <c:pt idx="4911">
                        <c:v>45594</c:v>
                      </c:pt>
                      <c:pt idx="4912">
                        <c:v>45595</c:v>
                      </c:pt>
                      <c:pt idx="4913">
                        <c:v>45596</c:v>
                      </c:pt>
                      <c:pt idx="4914">
                        <c:v>45597</c:v>
                      </c:pt>
                      <c:pt idx="4915">
                        <c:v>45600</c:v>
                      </c:pt>
                      <c:pt idx="4916">
                        <c:v>45601</c:v>
                      </c:pt>
                      <c:pt idx="4917">
                        <c:v>45602</c:v>
                      </c:pt>
                      <c:pt idx="4918">
                        <c:v>45603</c:v>
                      </c:pt>
                      <c:pt idx="4919">
                        <c:v>45604</c:v>
                      </c:pt>
                      <c:pt idx="4920">
                        <c:v>45607</c:v>
                      </c:pt>
                      <c:pt idx="4921">
                        <c:v>45608</c:v>
                      </c:pt>
                      <c:pt idx="4922">
                        <c:v>45609</c:v>
                      </c:pt>
                      <c:pt idx="4923">
                        <c:v>45610</c:v>
                      </c:pt>
                      <c:pt idx="4924">
                        <c:v>45611</c:v>
                      </c:pt>
                      <c:pt idx="4925">
                        <c:v>45614</c:v>
                      </c:pt>
                      <c:pt idx="4926">
                        <c:v>45615</c:v>
                      </c:pt>
                      <c:pt idx="4927">
                        <c:v>45616</c:v>
                      </c:pt>
                      <c:pt idx="4928">
                        <c:v>45617</c:v>
                      </c:pt>
                      <c:pt idx="4929">
                        <c:v>45618</c:v>
                      </c:pt>
                      <c:pt idx="4930">
                        <c:v>45621</c:v>
                      </c:pt>
                      <c:pt idx="4931">
                        <c:v>45622</c:v>
                      </c:pt>
                      <c:pt idx="4932">
                        <c:v>45623</c:v>
                      </c:pt>
                      <c:pt idx="4933">
                        <c:v>45624</c:v>
                      </c:pt>
                      <c:pt idx="4934">
                        <c:v>45625</c:v>
                      </c:pt>
                      <c:pt idx="4935">
                        <c:v>45628</c:v>
                      </c:pt>
                      <c:pt idx="4936">
                        <c:v>45629</c:v>
                      </c:pt>
                      <c:pt idx="4937">
                        <c:v>45630</c:v>
                      </c:pt>
                      <c:pt idx="4938">
                        <c:v>45631</c:v>
                      </c:pt>
                      <c:pt idx="4939">
                        <c:v>45632</c:v>
                      </c:pt>
                      <c:pt idx="4940">
                        <c:v>45635</c:v>
                      </c:pt>
                      <c:pt idx="4941">
                        <c:v>45636</c:v>
                      </c:pt>
                      <c:pt idx="4942">
                        <c:v>45637</c:v>
                      </c:pt>
                      <c:pt idx="4943">
                        <c:v>45638</c:v>
                      </c:pt>
                      <c:pt idx="4944">
                        <c:v>45639</c:v>
                      </c:pt>
                      <c:pt idx="4945">
                        <c:v>45642</c:v>
                      </c:pt>
                      <c:pt idx="4946">
                        <c:v>45643</c:v>
                      </c:pt>
                      <c:pt idx="4947">
                        <c:v>45644</c:v>
                      </c:pt>
                      <c:pt idx="4948">
                        <c:v>45645</c:v>
                      </c:pt>
                      <c:pt idx="4949">
                        <c:v>45646</c:v>
                      </c:pt>
                      <c:pt idx="4950">
                        <c:v>45649</c:v>
                      </c:pt>
                      <c:pt idx="4951">
                        <c:v>45650</c:v>
                      </c:pt>
                      <c:pt idx="4952">
                        <c:v>45651</c:v>
                      </c:pt>
                      <c:pt idx="4953">
                        <c:v>45652</c:v>
                      </c:pt>
                      <c:pt idx="4954">
                        <c:v>45653</c:v>
                      </c:pt>
                      <c:pt idx="4955">
                        <c:v>45656</c:v>
                      </c:pt>
                      <c:pt idx="4956">
                        <c:v>45657</c:v>
                      </c:pt>
                      <c:pt idx="4957">
                        <c:v>45658</c:v>
                      </c:pt>
                      <c:pt idx="4958">
                        <c:v>45659</c:v>
                      </c:pt>
                      <c:pt idx="4959">
                        <c:v>45660</c:v>
                      </c:pt>
                      <c:pt idx="4960">
                        <c:v>45663</c:v>
                      </c:pt>
                      <c:pt idx="4961">
                        <c:v>45664</c:v>
                      </c:pt>
                      <c:pt idx="4962">
                        <c:v>45665</c:v>
                      </c:pt>
                      <c:pt idx="4963">
                        <c:v>45666</c:v>
                      </c:pt>
                      <c:pt idx="4964">
                        <c:v>45667</c:v>
                      </c:pt>
                      <c:pt idx="4965">
                        <c:v>45670</c:v>
                      </c:pt>
                      <c:pt idx="4966">
                        <c:v>45671</c:v>
                      </c:pt>
                      <c:pt idx="4967">
                        <c:v>45672</c:v>
                      </c:pt>
                      <c:pt idx="4968">
                        <c:v>45673</c:v>
                      </c:pt>
                      <c:pt idx="4969">
                        <c:v>45674</c:v>
                      </c:pt>
                      <c:pt idx="4970">
                        <c:v>45677</c:v>
                      </c:pt>
                      <c:pt idx="4971">
                        <c:v>45678</c:v>
                      </c:pt>
                      <c:pt idx="4972">
                        <c:v>45679</c:v>
                      </c:pt>
                      <c:pt idx="4973">
                        <c:v>45680</c:v>
                      </c:pt>
                      <c:pt idx="4974">
                        <c:v>45681</c:v>
                      </c:pt>
                      <c:pt idx="4975">
                        <c:v>45684</c:v>
                      </c:pt>
                      <c:pt idx="4976">
                        <c:v>45685</c:v>
                      </c:pt>
                      <c:pt idx="4977">
                        <c:v>45686</c:v>
                      </c:pt>
                      <c:pt idx="4978">
                        <c:v>45687</c:v>
                      </c:pt>
                      <c:pt idx="4979">
                        <c:v>45688</c:v>
                      </c:pt>
                      <c:pt idx="4980">
                        <c:v>45691</c:v>
                      </c:pt>
                      <c:pt idx="4981">
                        <c:v>45692</c:v>
                      </c:pt>
                      <c:pt idx="4982">
                        <c:v>45693</c:v>
                      </c:pt>
                      <c:pt idx="4983">
                        <c:v>45694</c:v>
                      </c:pt>
                      <c:pt idx="4984">
                        <c:v>45695</c:v>
                      </c:pt>
                      <c:pt idx="4985">
                        <c:v>45698</c:v>
                      </c:pt>
                      <c:pt idx="4986">
                        <c:v>45699</c:v>
                      </c:pt>
                      <c:pt idx="4987">
                        <c:v>45700</c:v>
                      </c:pt>
                      <c:pt idx="4988">
                        <c:v>45701</c:v>
                      </c:pt>
                      <c:pt idx="4989">
                        <c:v>45702</c:v>
                      </c:pt>
                      <c:pt idx="4990">
                        <c:v>45705</c:v>
                      </c:pt>
                      <c:pt idx="4991">
                        <c:v>45706</c:v>
                      </c:pt>
                      <c:pt idx="4992">
                        <c:v>45707</c:v>
                      </c:pt>
                      <c:pt idx="4993">
                        <c:v>45708</c:v>
                      </c:pt>
                      <c:pt idx="4994">
                        <c:v>45709</c:v>
                      </c:pt>
                      <c:pt idx="4995">
                        <c:v>45712</c:v>
                      </c:pt>
                      <c:pt idx="4996">
                        <c:v>45713</c:v>
                      </c:pt>
                      <c:pt idx="4997">
                        <c:v>45714</c:v>
                      </c:pt>
                      <c:pt idx="4998">
                        <c:v>45715</c:v>
                      </c:pt>
                      <c:pt idx="4999">
                        <c:v>45716</c:v>
                      </c:pt>
                      <c:pt idx="5000">
                        <c:v>45719</c:v>
                      </c:pt>
                      <c:pt idx="5001">
                        <c:v>45720</c:v>
                      </c:pt>
                      <c:pt idx="5002">
                        <c:v>45721</c:v>
                      </c:pt>
                      <c:pt idx="5003">
                        <c:v>45722</c:v>
                      </c:pt>
                      <c:pt idx="5004">
                        <c:v>45723</c:v>
                      </c:pt>
                      <c:pt idx="5005">
                        <c:v>45726</c:v>
                      </c:pt>
                      <c:pt idx="5006">
                        <c:v>45727</c:v>
                      </c:pt>
                      <c:pt idx="5007">
                        <c:v>45728</c:v>
                      </c:pt>
                      <c:pt idx="5008">
                        <c:v>45729</c:v>
                      </c:pt>
                      <c:pt idx="5009">
                        <c:v>45730</c:v>
                      </c:pt>
                      <c:pt idx="5010">
                        <c:v>45733</c:v>
                      </c:pt>
                      <c:pt idx="5011">
                        <c:v>45734</c:v>
                      </c:pt>
                      <c:pt idx="5012">
                        <c:v>45735</c:v>
                      </c:pt>
                      <c:pt idx="5013">
                        <c:v>45736</c:v>
                      </c:pt>
                      <c:pt idx="5014">
                        <c:v>45737</c:v>
                      </c:pt>
                      <c:pt idx="5015">
                        <c:v>45740</c:v>
                      </c:pt>
                      <c:pt idx="5016">
                        <c:v>45741</c:v>
                      </c:pt>
                      <c:pt idx="5017">
                        <c:v>45742</c:v>
                      </c:pt>
                      <c:pt idx="5018">
                        <c:v>45743</c:v>
                      </c:pt>
                      <c:pt idx="5019">
                        <c:v>45744</c:v>
                      </c:pt>
                      <c:pt idx="5020">
                        <c:v>45747</c:v>
                      </c:pt>
                      <c:pt idx="5021">
                        <c:v>45748</c:v>
                      </c:pt>
                      <c:pt idx="5022">
                        <c:v>45749</c:v>
                      </c:pt>
                      <c:pt idx="5023">
                        <c:v>45750</c:v>
                      </c:pt>
                      <c:pt idx="5024">
                        <c:v>45751</c:v>
                      </c:pt>
                      <c:pt idx="5025">
                        <c:v>45754</c:v>
                      </c:pt>
                      <c:pt idx="5026">
                        <c:v>45755</c:v>
                      </c:pt>
                      <c:pt idx="5027">
                        <c:v>45756</c:v>
                      </c:pt>
                      <c:pt idx="5028">
                        <c:v>45757</c:v>
                      </c:pt>
                      <c:pt idx="5029">
                        <c:v>45758</c:v>
                      </c:pt>
                      <c:pt idx="5030">
                        <c:v>45761</c:v>
                      </c:pt>
                      <c:pt idx="5031">
                        <c:v>45762</c:v>
                      </c:pt>
                      <c:pt idx="5032">
                        <c:v>45763</c:v>
                      </c:pt>
                      <c:pt idx="5033">
                        <c:v>45764</c:v>
                      </c:pt>
                      <c:pt idx="5034">
                        <c:v>45765</c:v>
                      </c:pt>
                      <c:pt idx="5035">
                        <c:v>45768</c:v>
                      </c:pt>
                      <c:pt idx="5036">
                        <c:v>45769</c:v>
                      </c:pt>
                      <c:pt idx="5037">
                        <c:v>45770</c:v>
                      </c:pt>
                      <c:pt idx="5038">
                        <c:v>45771</c:v>
                      </c:pt>
                      <c:pt idx="5039">
                        <c:v>45772</c:v>
                      </c:pt>
                      <c:pt idx="5040">
                        <c:v>45775</c:v>
                      </c:pt>
                      <c:pt idx="5041">
                        <c:v>45776</c:v>
                      </c:pt>
                      <c:pt idx="5042">
                        <c:v>45777</c:v>
                      </c:pt>
                      <c:pt idx="5043">
                        <c:v>45778</c:v>
                      </c:pt>
                      <c:pt idx="5044">
                        <c:v>45779</c:v>
                      </c:pt>
                      <c:pt idx="5045">
                        <c:v>45782</c:v>
                      </c:pt>
                      <c:pt idx="5046">
                        <c:v>45783</c:v>
                      </c:pt>
                      <c:pt idx="5047">
                        <c:v>45784</c:v>
                      </c:pt>
                      <c:pt idx="5048">
                        <c:v>45785</c:v>
                      </c:pt>
                      <c:pt idx="5049">
                        <c:v>45786</c:v>
                      </c:pt>
                      <c:pt idx="5050">
                        <c:v>45789</c:v>
                      </c:pt>
                      <c:pt idx="5051">
                        <c:v>45790</c:v>
                      </c:pt>
                      <c:pt idx="5052">
                        <c:v>45791</c:v>
                      </c:pt>
                      <c:pt idx="5053">
                        <c:v>45792</c:v>
                      </c:pt>
                      <c:pt idx="5054">
                        <c:v>45793</c:v>
                      </c:pt>
                      <c:pt idx="5055">
                        <c:v>45796</c:v>
                      </c:pt>
                      <c:pt idx="5056">
                        <c:v>45797</c:v>
                      </c:pt>
                      <c:pt idx="5057">
                        <c:v>45798</c:v>
                      </c:pt>
                      <c:pt idx="5058">
                        <c:v>45799</c:v>
                      </c:pt>
                      <c:pt idx="5059">
                        <c:v>45800</c:v>
                      </c:pt>
                      <c:pt idx="5060">
                        <c:v>45803</c:v>
                      </c:pt>
                      <c:pt idx="5061">
                        <c:v>45804</c:v>
                      </c:pt>
                      <c:pt idx="5062">
                        <c:v>45805</c:v>
                      </c:pt>
                      <c:pt idx="5063">
                        <c:v>45806</c:v>
                      </c:pt>
                      <c:pt idx="5064">
                        <c:v>45807</c:v>
                      </c:pt>
                      <c:pt idx="5065">
                        <c:v>45810</c:v>
                      </c:pt>
                      <c:pt idx="5066">
                        <c:v>45811</c:v>
                      </c:pt>
                      <c:pt idx="5067">
                        <c:v>45812</c:v>
                      </c:pt>
                      <c:pt idx="5068">
                        <c:v>45813</c:v>
                      </c:pt>
                      <c:pt idx="5069">
                        <c:v>45814</c:v>
                      </c:pt>
                      <c:pt idx="5070">
                        <c:v>45817</c:v>
                      </c:pt>
                      <c:pt idx="5071">
                        <c:v>45818</c:v>
                      </c:pt>
                      <c:pt idx="5072">
                        <c:v>45819</c:v>
                      </c:pt>
                      <c:pt idx="5073">
                        <c:v>45820</c:v>
                      </c:pt>
                      <c:pt idx="5074">
                        <c:v>45821</c:v>
                      </c:pt>
                      <c:pt idx="5075">
                        <c:v>45824</c:v>
                      </c:pt>
                      <c:pt idx="5076">
                        <c:v>45825</c:v>
                      </c:pt>
                      <c:pt idx="5077">
                        <c:v>45826</c:v>
                      </c:pt>
                      <c:pt idx="5078">
                        <c:v>45827</c:v>
                      </c:pt>
                      <c:pt idx="5079">
                        <c:v>45828</c:v>
                      </c:pt>
                      <c:pt idx="5080">
                        <c:v>45831</c:v>
                      </c:pt>
                      <c:pt idx="5081">
                        <c:v>45832</c:v>
                      </c:pt>
                      <c:pt idx="5082">
                        <c:v>45833</c:v>
                      </c:pt>
                      <c:pt idx="5083">
                        <c:v>45834</c:v>
                      </c:pt>
                      <c:pt idx="5084">
                        <c:v>45835</c:v>
                      </c:pt>
                      <c:pt idx="5085">
                        <c:v>45838</c:v>
                      </c:pt>
                      <c:pt idx="5086">
                        <c:v>45839</c:v>
                      </c:pt>
                      <c:pt idx="5087">
                        <c:v>45840</c:v>
                      </c:pt>
                      <c:pt idx="5088">
                        <c:v>45841</c:v>
                      </c:pt>
                      <c:pt idx="5089">
                        <c:v>45842</c:v>
                      </c:pt>
                      <c:pt idx="5090">
                        <c:v>45845</c:v>
                      </c:pt>
                      <c:pt idx="5091">
                        <c:v>45846</c:v>
                      </c:pt>
                      <c:pt idx="5092">
                        <c:v>45847</c:v>
                      </c:pt>
                      <c:pt idx="5093">
                        <c:v>45848</c:v>
                      </c:pt>
                      <c:pt idx="5094">
                        <c:v>45849</c:v>
                      </c:pt>
                      <c:pt idx="5095">
                        <c:v>45852</c:v>
                      </c:pt>
                      <c:pt idx="5096">
                        <c:v>45853</c:v>
                      </c:pt>
                      <c:pt idx="5097">
                        <c:v>45854</c:v>
                      </c:pt>
                      <c:pt idx="5098">
                        <c:v>45855</c:v>
                      </c:pt>
                      <c:pt idx="5099">
                        <c:v>45856</c:v>
                      </c:pt>
                      <c:pt idx="5100">
                        <c:v>45859</c:v>
                      </c:pt>
                      <c:pt idx="5101">
                        <c:v>45860</c:v>
                      </c:pt>
                      <c:pt idx="5102">
                        <c:v>45861</c:v>
                      </c:pt>
                      <c:pt idx="5103">
                        <c:v>45862</c:v>
                      </c:pt>
                      <c:pt idx="5104">
                        <c:v>45863</c:v>
                      </c:pt>
                      <c:pt idx="5105">
                        <c:v>45866</c:v>
                      </c:pt>
                      <c:pt idx="5106">
                        <c:v>45867</c:v>
                      </c:pt>
                      <c:pt idx="5107">
                        <c:v>45868</c:v>
                      </c:pt>
                      <c:pt idx="5108">
                        <c:v>45869</c:v>
                      </c:pt>
                      <c:pt idx="5109">
                        <c:v>45870</c:v>
                      </c:pt>
                      <c:pt idx="5110">
                        <c:v>45873</c:v>
                      </c:pt>
                      <c:pt idx="5111">
                        <c:v>45874</c:v>
                      </c:pt>
                      <c:pt idx="5112">
                        <c:v>45875</c:v>
                      </c:pt>
                      <c:pt idx="5113">
                        <c:v>45876</c:v>
                      </c:pt>
                      <c:pt idx="5114">
                        <c:v>45877</c:v>
                      </c:pt>
                      <c:pt idx="5115">
                        <c:v>45880</c:v>
                      </c:pt>
                      <c:pt idx="5116">
                        <c:v>45881</c:v>
                      </c:pt>
                      <c:pt idx="5117">
                        <c:v>45882</c:v>
                      </c:pt>
                      <c:pt idx="5118">
                        <c:v>45883</c:v>
                      </c:pt>
                      <c:pt idx="5119">
                        <c:v>45884</c:v>
                      </c:pt>
                      <c:pt idx="5120">
                        <c:v>45887</c:v>
                      </c:pt>
                      <c:pt idx="5121">
                        <c:v>45888</c:v>
                      </c:pt>
                      <c:pt idx="5122">
                        <c:v>45889</c:v>
                      </c:pt>
                      <c:pt idx="5123">
                        <c:v>45890</c:v>
                      </c:pt>
                      <c:pt idx="5124">
                        <c:v>45891</c:v>
                      </c:pt>
                      <c:pt idx="5125">
                        <c:v>45894</c:v>
                      </c:pt>
                      <c:pt idx="5126">
                        <c:v>45895</c:v>
                      </c:pt>
                      <c:pt idx="5127">
                        <c:v>45896</c:v>
                      </c:pt>
                      <c:pt idx="5128">
                        <c:v>45897</c:v>
                      </c:pt>
                      <c:pt idx="5129">
                        <c:v>45898</c:v>
                      </c:pt>
                      <c:pt idx="5130">
                        <c:v>45901</c:v>
                      </c:pt>
                      <c:pt idx="5131">
                        <c:v>45902</c:v>
                      </c:pt>
                      <c:pt idx="5132">
                        <c:v>45903</c:v>
                      </c:pt>
                      <c:pt idx="5133">
                        <c:v>45904</c:v>
                      </c:pt>
                      <c:pt idx="5134">
                        <c:v>45905</c:v>
                      </c:pt>
                      <c:pt idx="5135">
                        <c:v>45908</c:v>
                      </c:pt>
                      <c:pt idx="5136">
                        <c:v>45909</c:v>
                      </c:pt>
                      <c:pt idx="5137">
                        <c:v>45910</c:v>
                      </c:pt>
                      <c:pt idx="5138">
                        <c:v>45911</c:v>
                      </c:pt>
                      <c:pt idx="5139">
                        <c:v>45912</c:v>
                      </c:pt>
                      <c:pt idx="5140">
                        <c:v>45915</c:v>
                      </c:pt>
                      <c:pt idx="5141">
                        <c:v>45916</c:v>
                      </c:pt>
                      <c:pt idx="5142">
                        <c:v>45917</c:v>
                      </c:pt>
                      <c:pt idx="5143">
                        <c:v>45918</c:v>
                      </c:pt>
                      <c:pt idx="5144">
                        <c:v>45919</c:v>
                      </c:pt>
                      <c:pt idx="5145">
                        <c:v>45922</c:v>
                      </c:pt>
                      <c:pt idx="5146">
                        <c:v>45923</c:v>
                      </c:pt>
                      <c:pt idx="5147">
                        <c:v>45924</c:v>
                      </c:pt>
                      <c:pt idx="5148">
                        <c:v>45925</c:v>
                      </c:pt>
                      <c:pt idx="5149">
                        <c:v>45926</c:v>
                      </c:pt>
                      <c:pt idx="5150">
                        <c:v>45929</c:v>
                      </c:pt>
                      <c:pt idx="5151">
                        <c:v>45930</c:v>
                      </c:pt>
                      <c:pt idx="5152">
                        <c:v>45931</c:v>
                      </c:pt>
                      <c:pt idx="5153">
                        <c:v>45932</c:v>
                      </c:pt>
                      <c:pt idx="5154">
                        <c:v>45933</c:v>
                      </c:pt>
                      <c:pt idx="5155">
                        <c:v>45936</c:v>
                      </c:pt>
                      <c:pt idx="5156">
                        <c:v>45937</c:v>
                      </c:pt>
                      <c:pt idx="5157">
                        <c:v>45938</c:v>
                      </c:pt>
                      <c:pt idx="5158">
                        <c:v>45939</c:v>
                      </c:pt>
                      <c:pt idx="5159">
                        <c:v>45940</c:v>
                      </c:pt>
                      <c:pt idx="5160">
                        <c:v>45943</c:v>
                      </c:pt>
                      <c:pt idx="5161">
                        <c:v>45944</c:v>
                      </c:pt>
                      <c:pt idx="5162">
                        <c:v>45945</c:v>
                      </c:pt>
                      <c:pt idx="5163">
                        <c:v>45946</c:v>
                      </c:pt>
                      <c:pt idx="5164">
                        <c:v>45947</c:v>
                      </c:pt>
                      <c:pt idx="5165">
                        <c:v>45950</c:v>
                      </c:pt>
                      <c:pt idx="5166">
                        <c:v>45951</c:v>
                      </c:pt>
                      <c:pt idx="5167">
                        <c:v>45952</c:v>
                      </c:pt>
                      <c:pt idx="5168">
                        <c:v>45953</c:v>
                      </c:pt>
                      <c:pt idx="5169">
                        <c:v>45954</c:v>
                      </c:pt>
                      <c:pt idx="5170">
                        <c:v>45957</c:v>
                      </c:pt>
                      <c:pt idx="5171">
                        <c:v>45958</c:v>
                      </c:pt>
                      <c:pt idx="5172">
                        <c:v>45959</c:v>
                      </c:pt>
                      <c:pt idx="5173">
                        <c:v>45960</c:v>
                      </c:pt>
                      <c:pt idx="5174">
                        <c:v>45961</c:v>
                      </c:pt>
                      <c:pt idx="5175">
                        <c:v>45964</c:v>
                      </c:pt>
                      <c:pt idx="5176">
                        <c:v>45965</c:v>
                      </c:pt>
                      <c:pt idx="5177">
                        <c:v>45966</c:v>
                      </c:pt>
                      <c:pt idx="5178">
                        <c:v>45967</c:v>
                      </c:pt>
                      <c:pt idx="5179">
                        <c:v>45968</c:v>
                      </c:pt>
                      <c:pt idx="5180">
                        <c:v>45971</c:v>
                      </c:pt>
                      <c:pt idx="5181">
                        <c:v>45972</c:v>
                      </c:pt>
                      <c:pt idx="5182">
                        <c:v>45973</c:v>
                      </c:pt>
                      <c:pt idx="5183">
                        <c:v>45974</c:v>
                      </c:pt>
                      <c:pt idx="5184">
                        <c:v>45975</c:v>
                      </c:pt>
                      <c:pt idx="5185">
                        <c:v>45978</c:v>
                      </c:pt>
                      <c:pt idx="5186">
                        <c:v>45979</c:v>
                      </c:pt>
                      <c:pt idx="5187">
                        <c:v>45980</c:v>
                      </c:pt>
                      <c:pt idx="5188">
                        <c:v>45981</c:v>
                      </c:pt>
                      <c:pt idx="5189">
                        <c:v>45982</c:v>
                      </c:pt>
                      <c:pt idx="5190">
                        <c:v>45985</c:v>
                      </c:pt>
                      <c:pt idx="5191">
                        <c:v>45986</c:v>
                      </c:pt>
                      <c:pt idx="5192">
                        <c:v>45987</c:v>
                      </c:pt>
                      <c:pt idx="5193">
                        <c:v>45988</c:v>
                      </c:pt>
                      <c:pt idx="5194">
                        <c:v>45989</c:v>
                      </c:pt>
                      <c:pt idx="5195">
                        <c:v>45992</c:v>
                      </c:pt>
                      <c:pt idx="5196">
                        <c:v>45993</c:v>
                      </c:pt>
                      <c:pt idx="5197">
                        <c:v>45994</c:v>
                      </c:pt>
                      <c:pt idx="5198">
                        <c:v>45995</c:v>
                      </c:pt>
                      <c:pt idx="5199">
                        <c:v>45996</c:v>
                      </c:pt>
                      <c:pt idx="5200">
                        <c:v>45999</c:v>
                      </c:pt>
                      <c:pt idx="5201">
                        <c:v>46000</c:v>
                      </c:pt>
                      <c:pt idx="5202">
                        <c:v>46001</c:v>
                      </c:pt>
                      <c:pt idx="5203">
                        <c:v>46002</c:v>
                      </c:pt>
                      <c:pt idx="5204">
                        <c:v>46003</c:v>
                      </c:pt>
                      <c:pt idx="5205">
                        <c:v>46006</c:v>
                      </c:pt>
                      <c:pt idx="5206">
                        <c:v>46007</c:v>
                      </c:pt>
                      <c:pt idx="5207">
                        <c:v>46008</c:v>
                      </c:pt>
                      <c:pt idx="5208">
                        <c:v>46009</c:v>
                      </c:pt>
                      <c:pt idx="5209">
                        <c:v>46010</c:v>
                      </c:pt>
                      <c:pt idx="5210">
                        <c:v>46013</c:v>
                      </c:pt>
                      <c:pt idx="5211">
                        <c:v>46014</c:v>
                      </c:pt>
                      <c:pt idx="5212">
                        <c:v>46015</c:v>
                      </c:pt>
                      <c:pt idx="5213">
                        <c:v>46016</c:v>
                      </c:pt>
                      <c:pt idx="5214">
                        <c:v>46017</c:v>
                      </c:pt>
                      <c:pt idx="5215">
                        <c:v>46020</c:v>
                      </c:pt>
                      <c:pt idx="5216">
                        <c:v>46021</c:v>
                      </c:pt>
                      <c:pt idx="5217">
                        <c:v>46022</c:v>
                      </c:pt>
                      <c:pt idx="5218">
                        <c:v>46023</c:v>
                      </c:pt>
                      <c:pt idx="5219">
                        <c:v>46024</c:v>
                      </c:pt>
                      <c:pt idx="5220">
                        <c:v>46027</c:v>
                      </c:pt>
                      <c:pt idx="5221">
                        <c:v>46028</c:v>
                      </c:pt>
                      <c:pt idx="5222">
                        <c:v>46029</c:v>
                      </c:pt>
                      <c:pt idx="5223">
                        <c:v>46030</c:v>
                      </c:pt>
                      <c:pt idx="5224">
                        <c:v>46031</c:v>
                      </c:pt>
                      <c:pt idx="5225">
                        <c:v>46034</c:v>
                      </c:pt>
                      <c:pt idx="5226">
                        <c:v>46035</c:v>
                      </c:pt>
                      <c:pt idx="5227">
                        <c:v>46036</c:v>
                      </c:pt>
                      <c:pt idx="5228">
                        <c:v>46037</c:v>
                      </c:pt>
                      <c:pt idx="5229">
                        <c:v>46038</c:v>
                      </c:pt>
                      <c:pt idx="5230">
                        <c:v>46041</c:v>
                      </c:pt>
                      <c:pt idx="5231">
                        <c:v>46042</c:v>
                      </c:pt>
                      <c:pt idx="5232">
                        <c:v>46043</c:v>
                      </c:pt>
                      <c:pt idx="5233">
                        <c:v>46044</c:v>
                      </c:pt>
                      <c:pt idx="5234">
                        <c:v>46045</c:v>
                      </c:pt>
                      <c:pt idx="5235">
                        <c:v>46048</c:v>
                      </c:pt>
                      <c:pt idx="5236">
                        <c:v>46049</c:v>
                      </c:pt>
                      <c:pt idx="5237">
                        <c:v>46050</c:v>
                      </c:pt>
                      <c:pt idx="5238">
                        <c:v>46051</c:v>
                      </c:pt>
                      <c:pt idx="5239">
                        <c:v>46052</c:v>
                      </c:pt>
                      <c:pt idx="5240">
                        <c:v>46055</c:v>
                      </c:pt>
                      <c:pt idx="5241">
                        <c:v>46056</c:v>
                      </c:pt>
                      <c:pt idx="5242">
                        <c:v>46057</c:v>
                      </c:pt>
                      <c:pt idx="5243">
                        <c:v>46058</c:v>
                      </c:pt>
                      <c:pt idx="5244">
                        <c:v>46059</c:v>
                      </c:pt>
                      <c:pt idx="5245">
                        <c:v>46062</c:v>
                      </c:pt>
                      <c:pt idx="5246">
                        <c:v>46063</c:v>
                      </c:pt>
                      <c:pt idx="5247">
                        <c:v>46064</c:v>
                      </c:pt>
                      <c:pt idx="5248">
                        <c:v>46065</c:v>
                      </c:pt>
                      <c:pt idx="5249">
                        <c:v>46066</c:v>
                      </c:pt>
                      <c:pt idx="5250">
                        <c:v>46069</c:v>
                      </c:pt>
                      <c:pt idx="5251">
                        <c:v>46070</c:v>
                      </c:pt>
                      <c:pt idx="5252">
                        <c:v>46071</c:v>
                      </c:pt>
                      <c:pt idx="5253">
                        <c:v>46072</c:v>
                      </c:pt>
                      <c:pt idx="5254">
                        <c:v>46073</c:v>
                      </c:pt>
                      <c:pt idx="5255">
                        <c:v>46076</c:v>
                      </c:pt>
                      <c:pt idx="5256">
                        <c:v>46077</c:v>
                      </c:pt>
                      <c:pt idx="5257">
                        <c:v>46078</c:v>
                      </c:pt>
                      <c:pt idx="5258">
                        <c:v>46079</c:v>
                      </c:pt>
                      <c:pt idx="5259">
                        <c:v>46080</c:v>
                      </c:pt>
                      <c:pt idx="5260">
                        <c:v>46083</c:v>
                      </c:pt>
                      <c:pt idx="5261">
                        <c:v>46084</c:v>
                      </c:pt>
                      <c:pt idx="5262">
                        <c:v>46085</c:v>
                      </c:pt>
                      <c:pt idx="5263">
                        <c:v>46086</c:v>
                      </c:pt>
                      <c:pt idx="5264">
                        <c:v>46087</c:v>
                      </c:pt>
                      <c:pt idx="5265">
                        <c:v>46090</c:v>
                      </c:pt>
                      <c:pt idx="5266">
                        <c:v>46091</c:v>
                      </c:pt>
                      <c:pt idx="5267">
                        <c:v>46092</c:v>
                      </c:pt>
                      <c:pt idx="5268">
                        <c:v>46093</c:v>
                      </c:pt>
                      <c:pt idx="5269">
                        <c:v>46094</c:v>
                      </c:pt>
                      <c:pt idx="5270">
                        <c:v>46097</c:v>
                      </c:pt>
                      <c:pt idx="5271">
                        <c:v>46098</c:v>
                      </c:pt>
                      <c:pt idx="5272">
                        <c:v>46099</c:v>
                      </c:pt>
                      <c:pt idx="5273">
                        <c:v>46100</c:v>
                      </c:pt>
                      <c:pt idx="5274">
                        <c:v>46101</c:v>
                      </c:pt>
                      <c:pt idx="5275">
                        <c:v>46104</c:v>
                      </c:pt>
                      <c:pt idx="5276">
                        <c:v>46105</c:v>
                      </c:pt>
                      <c:pt idx="5277">
                        <c:v>46106</c:v>
                      </c:pt>
                      <c:pt idx="5278">
                        <c:v>46107</c:v>
                      </c:pt>
                      <c:pt idx="5279">
                        <c:v>46108</c:v>
                      </c:pt>
                      <c:pt idx="5280">
                        <c:v>46111</c:v>
                      </c:pt>
                      <c:pt idx="5281">
                        <c:v>46112</c:v>
                      </c:pt>
                      <c:pt idx="5282">
                        <c:v>46113</c:v>
                      </c:pt>
                      <c:pt idx="5283">
                        <c:v>46114</c:v>
                      </c:pt>
                      <c:pt idx="5284">
                        <c:v>46115</c:v>
                      </c:pt>
                      <c:pt idx="5285">
                        <c:v>46118</c:v>
                      </c:pt>
                      <c:pt idx="5286">
                        <c:v>46119</c:v>
                      </c:pt>
                      <c:pt idx="5287">
                        <c:v>46120</c:v>
                      </c:pt>
                      <c:pt idx="5288">
                        <c:v>46121</c:v>
                      </c:pt>
                      <c:pt idx="5289">
                        <c:v>46122</c:v>
                      </c:pt>
                      <c:pt idx="5290">
                        <c:v>46125</c:v>
                      </c:pt>
                      <c:pt idx="5291">
                        <c:v>46126</c:v>
                      </c:pt>
                      <c:pt idx="5292">
                        <c:v>46127</c:v>
                      </c:pt>
                      <c:pt idx="5293">
                        <c:v>46128</c:v>
                      </c:pt>
                      <c:pt idx="5294">
                        <c:v>46129</c:v>
                      </c:pt>
                      <c:pt idx="5295">
                        <c:v>46132</c:v>
                      </c:pt>
                      <c:pt idx="5296">
                        <c:v>46133</c:v>
                      </c:pt>
                      <c:pt idx="5297">
                        <c:v>46134</c:v>
                      </c:pt>
                      <c:pt idx="5298">
                        <c:v>46135</c:v>
                      </c:pt>
                      <c:pt idx="5299">
                        <c:v>46136</c:v>
                      </c:pt>
                      <c:pt idx="5300">
                        <c:v>46139</c:v>
                      </c:pt>
                      <c:pt idx="5301">
                        <c:v>46140</c:v>
                      </c:pt>
                      <c:pt idx="5302">
                        <c:v>46141</c:v>
                      </c:pt>
                      <c:pt idx="5303">
                        <c:v>46142</c:v>
                      </c:pt>
                      <c:pt idx="5304">
                        <c:v>46143</c:v>
                      </c:pt>
                      <c:pt idx="5305">
                        <c:v>46146</c:v>
                      </c:pt>
                      <c:pt idx="5306">
                        <c:v>46147</c:v>
                      </c:pt>
                      <c:pt idx="5307">
                        <c:v>46148</c:v>
                      </c:pt>
                      <c:pt idx="5308">
                        <c:v>46149</c:v>
                      </c:pt>
                      <c:pt idx="5309">
                        <c:v>46150</c:v>
                      </c:pt>
                      <c:pt idx="5310">
                        <c:v>46153</c:v>
                      </c:pt>
                      <c:pt idx="5311">
                        <c:v>46154</c:v>
                      </c:pt>
                      <c:pt idx="5312">
                        <c:v>46155</c:v>
                      </c:pt>
                      <c:pt idx="5313">
                        <c:v>46156</c:v>
                      </c:pt>
                      <c:pt idx="5314">
                        <c:v>46157</c:v>
                      </c:pt>
                      <c:pt idx="5315">
                        <c:v>46160</c:v>
                      </c:pt>
                      <c:pt idx="5316">
                        <c:v>46161</c:v>
                      </c:pt>
                      <c:pt idx="5317">
                        <c:v>46162</c:v>
                      </c:pt>
                      <c:pt idx="5318">
                        <c:v>46163</c:v>
                      </c:pt>
                      <c:pt idx="5319">
                        <c:v>46164</c:v>
                      </c:pt>
                      <c:pt idx="5320">
                        <c:v>46167</c:v>
                      </c:pt>
                      <c:pt idx="5321">
                        <c:v>46168</c:v>
                      </c:pt>
                      <c:pt idx="5322">
                        <c:v>46169</c:v>
                      </c:pt>
                      <c:pt idx="5323">
                        <c:v>46170</c:v>
                      </c:pt>
                      <c:pt idx="5324">
                        <c:v>46171</c:v>
                      </c:pt>
                      <c:pt idx="5325">
                        <c:v>46174</c:v>
                      </c:pt>
                      <c:pt idx="5326">
                        <c:v>46175</c:v>
                      </c:pt>
                      <c:pt idx="5327">
                        <c:v>46176</c:v>
                      </c:pt>
                      <c:pt idx="5328">
                        <c:v>46177</c:v>
                      </c:pt>
                      <c:pt idx="5329">
                        <c:v>46178</c:v>
                      </c:pt>
                      <c:pt idx="5330">
                        <c:v>46181</c:v>
                      </c:pt>
                      <c:pt idx="5331">
                        <c:v>46182</c:v>
                      </c:pt>
                      <c:pt idx="5332">
                        <c:v>46183</c:v>
                      </c:pt>
                      <c:pt idx="5333">
                        <c:v>46184</c:v>
                      </c:pt>
                      <c:pt idx="5334">
                        <c:v>46185</c:v>
                      </c:pt>
                      <c:pt idx="5335">
                        <c:v>46188</c:v>
                      </c:pt>
                      <c:pt idx="5336">
                        <c:v>46189</c:v>
                      </c:pt>
                      <c:pt idx="5337">
                        <c:v>46190</c:v>
                      </c:pt>
                      <c:pt idx="5338">
                        <c:v>46191</c:v>
                      </c:pt>
                    </c:numCache>
                  </c:numRef>
                </c:cat>
                <c:val>
                  <c:numRef>
                    <c:extLst>
                      <c:ext uri="{02D57815-91ED-43cb-92C2-25804820EDAC}">
                        <c15:formulaRef>
                          <c15:sqref>'worldwide policy rate'!$G$2:$G$7950</c15:sqref>
                        </c15:formulaRef>
                      </c:ext>
                    </c:extLst>
                    <c:numCache>
                      <c:formatCode>General</c:formatCode>
                      <c:ptCount val="7949"/>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0</c:v>
                      </c:pt>
                      <c:pt idx="567">
                        <c:v>0</c:v>
                      </c:pt>
                      <c:pt idx="568">
                        <c:v>0</c:v>
                      </c:pt>
                      <c:pt idx="569">
                        <c:v>0</c:v>
                      </c:pt>
                      <c:pt idx="570">
                        <c:v>15</c:v>
                      </c:pt>
                      <c:pt idx="571">
                        <c:v>15</c:v>
                      </c:pt>
                      <c:pt idx="572">
                        <c:v>15</c:v>
                      </c:pt>
                      <c:pt idx="573">
                        <c:v>15</c:v>
                      </c:pt>
                      <c:pt idx="574">
                        <c:v>15</c:v>
                      </c:pt>
                      <c:pt idx="575">
                        <c:v>15</c:v>
                      </c:pt>
                      <c:pt idx="576">
                        <c:v>15</c:v>
                      </c:pt>
                      <c:pt idx="577">
                        <c:v>15</c:v>
                      </c:pt>
                      <c:pt idx="578">
                        <c:v>15</c:v>
                      </c:pt>
                      <c:pt idx="579">
                        <c:v>15</c:v>
                      </c:pt>
                      <c:pt idx="580">
                        <c:v>15</c:v>
                      </c:pt>
                      <c:pt idx="581">
                        <c:v>15</c:v>
                      </c:pt>
                      <c:pt idx="582">
                        <c:v>15</c:v>
                      </c:pt>
                      <c:pt idx="583">
                        <c:v>15</c:v>
                      </c:pt>
                      <c:pt idx="584">
                        <c:v>15</c:v>
                      </c:pt>
                      <c:pt idx="585">
                        <c:v>15</c:v>
                      </c:pt>
                      <c:pt idx="586">
                        <c:v>15</c:v>
                      </c:pt>
                      <c:pt idx="587">
                        <c:v>15</c:v>
                      </c:pt>
                      <c:pt idx="588">
                        <c:v>15</c:v>
                      </c:pt>
                      <c:pt idx="589">
                        <c:v>15</c:v>
                      </c:pt>
                      <c:pt idx="590">
                        <c:v>15</c:v>
                      </c:pt>
                      <c:pt idx="591">
                        <c:v>14.99</c:v>
                      </c:pt>
                      <c:pt idx="592">
                        <c:v>14.99</c:v>
                      </c:pt>
                      <c:pt idx="593">
                        <c:v>14.95</c:v>
                      </c:pt>
                      <c:pt idx="594">
                        <c:v>14.95</c:v>
                      </c:pt>
                      <c:pt idx="595">
                        <c:v>14.95</c:v>
                      </c:pt>
                      <c:pt idx="596">
                        <c:v>14.92</c:v>
                      </c:pt>
                      <c:pt idx="597">
                        <c:v>14.9</c:v>
                      </c:pt>
                      <c:pt idx="598">
                        <c:v>14.85</c:v>
                      </c:pt>
                      <c:pt idx="599">
                        <c:v>14.85</c:v>
                      </c:pt>
                      <c:pt idx="600">
                        <c:v>14.88</c:v>
                      </c:pt>
                      <c:pt idx="601">
                        <c:v>14.92</c:v>
                      </c:pt>
                      <c:pt idx="602">
                        <c:v>14.88</c:v>
                      </c:pt>
                      <c:pt idx="603">
                        <c:v>14.88</c:v>
                      </c:pt>
                      <c:pt idx="604">
                        <c:v>14.88</c:v>
                      </c:pt>
                      <c:pt idx="605">
                        <c:v>14.88</c:v>
                      </c:pt>
                      <c:pt idx="606">
                        <c:v>14.91</c:v>
                      </c:pt>
                      <c:pt idx="607">
                        <c:v>14.93</c:v>
                      </c:pt>
                      <c:pt idx="608">
                        <c:v>14.93</c:v>
                      </c:pt>
                      <c:pt idx="609">
                        <c:v>14.93</c:v>
                      </c:pt>
                      <c:pt idx="610">
                        <c:v>14.93</c:v>
                      </c:pt>
                      <c:pt idx="611">
                        <c:v>14.9</c:v>
                      </c:pt>
                      <c:pt idx="612">
                        <c:v>14.87</c:v>
                      </c:pt>
                      <c:pt idx="613">
                        <c:v>14.85</c:v>
                      </c:pt>
                      <c:pt idx="614">
                        <c:v>14.8</c:v>
                      </c:pt>
                      <c:pt idx="615">
                        <c:v>14.79</c:v>
                      </c:pt>
                      <c:pt idx="616">
                        <c:v>14.8</c:v>
                      </c:pt>
                      <c:pt idx="617">
                        <c:v>14.83</c:v>
                      </c:pt>
                      <c:pt idx="618">
                        <c:v>14.99</c:v>
                      </c:pt>
                      <c:pt idx="619">
                        <c:v>15</c:v>
                      </c:pt>
                      <c:pt idx="620">
                        <c:v>15.15</c:v>
                      </c:pt>
                      <c:pt idx="621">
                        <c:v>15.26</c:v>
                      </c:pt>
                      <c:pt idx="622">
                        <c:v>15.5</c:v>
                      </c:pt>
                      <c:pt idx="623">
                        <c:v>15.66</c:v>
                      </c:pt>
                      <c:pt idx="624">
                        <c:v>15.8</c:v>
                      </c:pt>
                      <c:pt idx="625">
                        <c:v>16.09</c:v>
                      </c:pt>
                      <c:pt idx="626">
                        <c:v>18</c:v>
                      </c:pt>
                      <c:pt idx="627">
                        <c:v>18</c:v>
                      </c:pt>
                      <c:pt idx="628">
                        <c:v>18</c:v>
                      </c:pt>
                      <c:pt idx="629">
                        <c:v>18</c:v>
                      </c:pt>
                      <c:pt idx="630">
                        <c:v>18</c:v>
                      </c:pt>
                      <c:pt idx="631">
                        <c:v>18</c:v>
                      </c:pt>
                      <c:pt idx="632">
                        <c:v>18</c:v>
                      </c:pt>
                      <c:pt idx="633">
                        <c:v>17.5</c:v>
                      </c:pt>
                      <c:pt idx="634">
                        <c:v>17.5</c:v>
                      </c:pt>
                      <c:pt idx="635">
                        <c:v>17.5</c:v>
                      </c:pt>
                      <c:pt idx="636">
                        <c:v>17.5</c:v>
                      </c:pt>
                      <c:pt idx="637">
                        <c:v>17.5</c:v>
                      </c:pt>
                      <c:pt idx="638">
                        <c:v>17.5</c:v>
                      </c:pt>
                      <c:pt idx="639">
                        <c:v>17</c:v>
                      </c:pt>
                      <c:pt idx="640">
                        <c:v>17</c:v>
                      </c:pt>
                      <c:pt idx="641">
                        <c:v>17</c:v>
                      </c:pt>
                      <c:pt idx="642">
                        <c:v>17</c:v>
                      </c:pt>
                      <c:pt idx="643">
                        <c:v>17</c:v>
                      </c:pt>
                      <c:pt idx="644">
                        <c:v>20.38</c:v>
                      </c:pt>
                      <c:pt idx="645">
                        <c:v>23.99</c:v>
                      </c:pt>
                      <c:pt idx="646">
                        <c:v>20.46</c:v>
                      </c:pt>
                      <c:pt idx="647">
                        <c:v>18.71</c:v>
                      </c:pt>
                      <c:pt idx="648">
                        <c:v>17.34</c:v>
                      </c:pt>
                      <c:pt idx="649">
                        <c:v>18.309999999999999</c:v>
                      </c:pt>
                      <c:pt idx="650">
                        <c:v>20.079999999999998</c:v>
                      </c:pt>
                      <c:pt idx="651">
                        <c:v>20.21</c:v>
                      </c:pt>
                      <c:pt idx="652">
                        <c:v>20.53</c:v>
                      </c:pt>
                      <c:pt idx="653">
                        <c:v>20.38</c:v>
                      </c:pt>
                      <c:pt idx="654">
                        <c:v>20.58</c:v>
                      </c:pt>
                      <c:pt idx="655">
                        <c:v>21.12</c:v>
                      </c:pt>
                      <c:pt idx="656">
                        <c:v>21.15</c:v>
                      </c:pt>
                      <c:pt idx="657">
                        <c:v>21.15</c:v>
                      </c:pt>
                      <c:pt idx="658">
                        <c:v>21.17</c:v>
                      </c:pt>
                      <c:pt idx="659">
                        <c:v>21.21</c:v>
                      </c:pt>
                      <c:pt idx="660">
                        <c:v>21.23</c:v>
                      </c:pt>
                      <c:pt idx="661">
                        <c:v>21.25</c:v>
                      </c:pt>
                      <c:pt idx="662">
                        <c:v>21.28</c:v>
                      </c:pt>
                      <c:pt idx="663">
                        <c:v>21.28</c:v>
                      </c:pt>
                      <c:pt idx="664">
                        <c:v>21.28</c:v>
                      </c:pt>
                      <c:pt idx="665">
                        <c:v>21.29</c:v>
                      </c:pt>
                      <c:pt idx="666">
                        <c:v>21.3</c:v>
                      </c:pt>
                      <c:pt idx="667">
                        <c:v>21.32</c:v>
                      </c:pt>
                      <c:pt idx="668">
                        <c:v>21.32</c:v>
                      </c:pt>
                      <c:pt idx="669">
                        <c:v>21.32</c:v>
                      </c:pt>
                      <c:pt idx="670">
                        <c:v>21.32</c:v>
                      </c:pt>
                      <c:pt idx="671">
                        <c:v>21.33</c:v>
                      </c:pt>
                      <c:pt idx="672">
                        <c:v>21.33</c:v>
                      </c:pt>
                      <c:pt idx="673">
                        <c:v>21.34</c:v>
                      </c:pt>
                      <c:pt idx="674">
                        <c:v>21.35</c:v>
                      </c:pt>
                      <c:pt idx="675">
                        <c:v>21.35</c:v>
                      </c:pt>
                      <c:pt idx="676">
                        <c:v>21.35</c:v>
                      </c:pt>
                      <c:pt idx="677">
                        <c:v>21.35</c:v>
                      </c:pt>
                      <c:pt idx="678">
                        <c:v>21.35</c:v>
                      </c:pt>
                      <c:pt idx="679">
                        <c:v>21.36</c:v>
                      </c:pt>
                      <c:pt idx="680">
                        <c:v>21.36</c:v>
                      </c:pt>
                      <c:pt idx="681">
                        <c:v>21.36</c:v>
                      </c:pt>
                      <c:pt idx="682">
                        <c:v>21.36</c:v>
                      </c:pt>
                      <c:pt idx="683">
                        <c:v>21.36</c:v>
                      </c:pt>
                      <c:pt idx="684">
                        <c:v>21.36</c:v>
                      </c:pt>
                      <c:pt idx="685">
                        <c:v>21.37</c:v>
                      </c:pt>
                      <c:pt idx="686">
                        <c:v>21.37</c:v>
                      </c:pt>
                      <c:pt idx="687">
                        <c:v>21.37</c:v>
                      </c:pt>
                      <c:pt idx="688">
                        <c:v>21.37</c:v>
                      </c:pt>
                      <c:pt idx="689">
                        <c:v>21.37</c:v>
                      </c:pt>
                      <c:pt idx="690">
                        <c:v>21.37</c:v>
                      </c:pt>
                      <c:pt idx="691">
                        <c:v>21.37</c:v>
                      </c:pt>
                      <c:pt idx="692">
                        <c:v>21.37</c:v>
                      </c:pt>
                      <c:pt idx="693">
                        <c:v>21.37</c:v>
                      </c:pt>
                      <c:pt idx="694">
                        <c:v>21.85</c:v>
                      </c:pt>
                      <c:pt idx="695">
                        <c:v>21.85</c:v>
                      </c:pt>
                      <c:pt idx="696">
                        <c:v>21.86</c:v>
                      </c:pt>
                      <c:pt idx="697">
                        <c:v>21.86</c:v>
                      </c:pt>
                      <c:pt idx="698">
                        <c:v>21.86</c:v>
                      </c:pt>
                      <c:pt idx="699">
                        <c:v>21.86</c:v>
                      </c:pt>
                      <c:pt idx="700">
                        <c:v>21.86</c:v>
                      </c:pt>
                      <c:pt idx="701">
                        <c:v>21.86</c:v>
                      </c:pt>
                      <c:pt idx="702">
                        <c:v>21.86</c:v>
                      </c:pt>
                      <c:pt idx="703">
                        <c:v>21.86</c:v>
                      </c:pt>
                      <c:pt idx="704">
                        <c:v>21.86</c:v>
                      </c:pt>
                      <c:pt idx="705">
                        <c:v>21.86</c:v>
                      </c:pt>
                      <c:pt idx="706">
                        <c:v>21.86</c:v>
                      </c:pt>
                      <c:pt idx="707">
                        <c:v>21.86</c:v>
                      </c:pt>
                      <c:pt idx="708">
                        <c:v>21.86</c:v>
                      </c:pt>
                      <c:pt idx="709">
                        <c:v>21.86</c:v>
                      </c:pt>
                      <c:pt idx="710">
                        <c:v>21.86</c:v>
                      </c:pt>
                      <c:pt idx="711">
                        <c:v>21.86</c:v>
                      </c:pt>
                      <c:pt idx="712">
                        <c:v>21.86</c:v>
                      </c:pt>
                      <c:pt idx="713">
                        <c:v>21.86</c:v>
                      </c:pt>
                      <c:pt idx="714">
                        <c:v>21.86</c:v>
                      </c:pt>
                      <c:pt idx="715">
                        <c:v>21.86</c:v>
                      </c:pt>
                      <c:pt idx="716">
                        <c:v>21.86</c:v>
                      </c:pt>
                      <c:pt idx="717">
                        <c:v>21.86</c:v>
                      </c:pt>
                      <c:pt idx="718">
                        <c:v>21.86</c:v>
                      </c:pt>
                      <c:pt idx="719">
                        <c:v>21.86</c:v>
                      </c:pt>
                      <c:pt idx="720">
                        <c:v>21.86</c:v>
                      </c:pt>
                      <c:pt idx="721">
                        <c:v>21.86</c:v>
                      </c:pt>
                      <c:pt idx="722">
                        <c:v>21.86</c:v>
                      </c:pt>
                      <c:pt idx="723">
                        <c:v>21.86</c:v>
                      </c:pt>
                      <c:pt idx="724">
                        <c:v>21.86</c:v>
                      </c:pt>
                      <c:pt idx="725">
                        <c:v>21.86</c:v>
                      </c:pt>
                      <c:pt idx="726">
                        <c:v>21.86</c:v>
                      </c:pt>
                      <c:pt idx="727">
                        <c:v>21.61</c:v>
                      </c:pt>
                      <c:pt idx="728">
                        <c:v>21.6</c:v>
                      </c:pt>
                      <c:pt idx="729">
                        <c:v>21.34</c:v>
                      </c:pt>
                      <c:pt idx="730">
                        <c:v>21.34</c:v>
                      </c:pt>
                      <c:pt idx="731">
                        <c:v>21.25</c:v>
                      </c:pt>
                      <c:pt idx="732">
                        <c:v>21.25</c:v>
                      </c:pt>
                      <c:pt idx="733">
                        <c:v>21.15</c:v>
                      </c:pt>
                      <c:pt idx="734">
                        <c:v>21.07</c:v>
                      </c:pt>
                      <c:pt idx="735">
                        <c:v>21.02</c:v>
                      </c:pt>
                      <c:pt idx="736">
                        <c:v>20.96</c:v>
                      </c:pt>
                      <c:pt idx="737">
                        <c:v>20.92</c:v>
                      </c:pt>
                      <c:pt idx="738">
                        <c:v>20.81</c:v>
                      </c:pt>
                      <c:pt idx="739">
                        <c:v>20.72</c:v>
                      </c:pt>
                      <c:pt idx="740">
                        <c:v>20.51</c:v>
                      </c:pt>
                      <c:pt idx="741">
                        <c:v>20.46</c:v>
                      </c:pt>
                      <c:pt idx="742">
                        <c:v>20.21</c:v>
                      </c:pt>
                      <c:pt idx="743">
                        <c:v>20.16</c:v>
                      </c:pt>
                      <c:pt idx="744">
                        <c:v>20.16</c:v>
                      </c:pt>
                      <c:pt idx="745">
                        <c:v>20.079999999999998</c:v>
                      </c:pt>
                      <c:pt idx="746">
                        <c:v>20.05</c:v>
                      </c:pt>
                      <c:pt idx="747">
                        <c:v>20.03</c:v>
                      </c:pt>
                      <c:pt idx="748">
                        <c:v>20.03</c:v>
                      </c:pt>
                      <c:pt idx="749">
                        <c:v>20.03</c:v>
                      </c:pt>
                      <c:pt idx="750">
                        <c:v>20.02</c:v>
                      </c:pt>
                      <c:pt idx="751">
                        <c:v>19.989999999999998</c:v>
                      </c:pt>
                      <c:pt idx="752">
                        <c:v>19.95</c:v>
                      </c:pt>
                      <c:pt idx="753">
                        <c:v>19.93</c:v>
                      </c:pt>
                      <c:pt idx="754">
                        <c:v>19.899999999999999</c:v>
                      </c:pt>
                      <c:pt idx="755">
                        <c:v>19.88</c:v>
                      </c:pt>
                      <c:pt idx="756">
                        <c:v>19.86</c:v>
                      </c:pt>
                      <c:pt idx="757">
                        <c:v>19.829999999999998</c:v>
                      </c:pt>
                      <c:pt idx="758">
                        <c:v>19.809999999999999</c:v>
                      </c:pt>
                      <c:pt idx="759">
                        <c:v>19.760000000000002</c:v>
                      </c:pt>
                      <c:pt idx="760">
                        <c:v>19.73</c:v>
                      </c:pt>
                      <c:pt idx="761">
                        <c:v>19.73</c:v>
                      </c:pt>
                      <c:pt idx="762">
                        <c:v>19.489999999999998</c:v>
                      </c:pt>
                      <c:pt idx="763">
                        <c:v>19.41</c:v>
                      </c:pt>
                      <c:pt idx="764">
                        <c:v>19.41</c:v>
                      </c:pt>
                      <c:pt idx="765">
                        <c:v>19.41</c:v>
                      </c:pt>
                      <c:pt idx="766">
                        <c:v>19.41</c:v>
                      </c:pt>
                      <c:pt idx="767">
                        <c:v>19.41</c:v>
                      </c:pt>
                      <c:pt idx="768">
                        <c:v>19.39</c:v>
                      </c:pt>
                      <c:pt idx="769">
                        <c:v>19.36</c:v>
                      </c:pt>
                      <c:pt idx="770">
                        <c:v>19.36</c:v>
                      </c:pt>
                      <c:pt idx="771">
                        <c:v>19.36</c:v>
                      </c:pt>
                      <c:pt idx="772">
                        <c:v>19.36</c:v>
                      </c:pt>
                      <c:pt idx="773">
                        <c:v>19.36</c:v>
                      </c:pt>
                      <c:pt idx="774">
                        <c:v>19.36</c:v>
                      </c:pt>
                      <c:pt idx="775">
                        <c:v>19.350000000000001</c:v>
                      </c:pt>
                      <c:pt idx="776">
                        <c:v>19.350000000000001</c:v>
                      </c:pt>
                      <c:pt idx="777">
                        <c:v>19.350000000000001</c:v>
                      </c:pt>
                      <c:pt idx="778">
                        <c:v>19.34</c:v>
                      </c:pt>
                      <c:pt idx="779">
                        <c:v>19.34</c:v>
                      </c:pt>
                      <c:pt idx="780">
                        <c:v>19.34</c:v>
                      </c:pt>
                      <c:pt idx="781">
                        <c:v>19.329999999999998</c:v>
                      </c:pt>
                      <c:pt idx="782">
                        <c:v>19.329999999999998</c:v>
                      </c:pt>
                      <c:pt idx="783">
                        <c:v>19.32</c:v>
                      </c:pt>
                      <c:pt idx="784">
                        <c:v>19.32</c:v>
                      </c:pt>
                      <c:pt idx="785">
                        <c:v>19.309999999999999</c:v>
                      </c:pt>
                      <c:pt idx="786">
                        <c:v>19.260000000000002</c:v>
                      </c:pt>
                      <c:pt idx="787">
                        <c:v>19.16</c:v>
                      </c:pt>
                      <c:pt idx="788">
                        <c:v>19.05</c:v>
                      </c:pt>
                      <c:pt idx="789">
                        <c:v>18.989999999999998</c:v>
                      </c:pt>
                      <c:pt idx="790">
                        <c:v>18.98</c:v>
                      </c:pt>
                      <c:pt idx="791">
                        <c:v>18.97</c:v>
                      </c:pt>
                      <c:pt idx="792">
                        <c:v>18.97</c:v>
                      </c:pt>
                      <c:pt idx="793">
                        <c:v>18.97</c:v>
                      </c:pt>
                      <c:pt idx="794">
                        <c:v>18.97</c:v>
                      </c:pt>
                      <c:pt idx="795">
                        <c:v>18.97</c:v>
                      </c:pt>
                      <c:pt idx="796">
                        <c:v>18.97</c:v>
                      </c:pt>
                      <c:pt idx="797">
                        <c:v>18.96</c:v>
                      </c:pt>
                      <c:pt idx="798">
                        <c:v>18.96</c:v>
                      </c:pt>
                      <c:pt idx="799">
                        <c:v>18.95</c:v>
                      </c:pt>
                      <c:pt idx="800">
                        <c:v>18.940000000000001</c:v>
                      </c:pt>
                      <c:pt idx="801">
                        <c:v>18.920000000000002</c:v>
                      </c:pt>
                      <c:pt idx="802">
                        <c:v>18.899999999999999</c:v>
                      </c:pt>
                      <c:pt idx="803">
                        <c:v>18.87</c:v>
                      </c:pt>
                      <c:pt idx="804">
                        <c:v>18.829999999999998</c:v>
                      </c:pt>
                      <c:pt idx="805">
                        <c:v>18.73</c:v>
                      </c:pt>
                      <c:pt idx="806">
                        <c:v>18.649999999999999</c:v>
                      </c:pt>
                      <c:pt idx="807">
                        <c:v>18.579999999999998</c:v>
                      </c:pt>
                      <c:pt idx="808">
                        <c:v>18.52</c:v>
                      </c:pt>
                      <c:pt idx="809">
                        <c:v>18.28</c:v>
                      </c:pt>
                      <c:pt idx="810">
                        <c:v>17.989999999999998</c:v>
                      </c:pt>
                      <c:pt idx="811">
                        <c:v>17.84</c:v>
                      </c:pt>
                      <c:pt idx="812">
                        <c:v>17.8</c:v>
                      </c:pt>
                      <c:pt idx="813">
                        <c:v>17.75</c:v>
                      </c:pt>
                      <c:pt idx="814">
                        <c:v>17.66</c:v>
                      </c:pt>
                      <c:pt idx="815">
                        <c:v>17.61</c:v>
                      </c:pt>
                      <c:pt idx="816">
                        <c:v>17.59</c:v>
                      </c:pt>
                      <c:pt idx="817">
                        <c:v>17.559999999999999</c:v>
                      </c:pt>
                      <c:pt idx="818">
                        <c:v>17.52</c:v>
                      </c:pt>
                      <c:pt idx="819">
                        <c:v>17.510000000000002</c:v>
                      </c:pt>
                      <c:pt idx="820">
                        <c:v>17.510000000000002</c:v>
                      </c:pt>
                      <c:pt idx="821">
                        <c:v>17.47</c:v>
                      </c:pt>
                      <c:pt idx="822">
                        <c:v>17.440000000000001</c:v>
                      </c:pt>
                      <c:pt idx="823">
                        <c:v>17.420000000000002</c:v>
                      </c:pt>
                      <c:pt idx="824">
                        <c:v>17.36</c:v>
                      </c:pt>
                      <c:pt idx="825">
                        <c:v>17.3</c:v>
                      </c:pt>
                      <c:pt idx="826">
                        <c:v>17.18</c:v>
                      </c:pt>
                      <c:pt idx="827">
                        <c:v>17.12</c:v>
                      </c:pt>
                      <c:pt idx="828">
                        <c:v>17.07</c:v>
                      </c:pt>
                      <c:pt idx="829">
                        <c:v>17.010000000000002</c:v>
                      </c:pt>
                      <c:pt idx="830">
                        <c:v>16.989999999999998</c:v>
                      </c:pt>
                      <c:pt idx="831">
                        <c:v>16.95</c:v>
                      </c:pt>
                      <c:pt idx="832">
                        <c:v>16.920000000000002</c:v>
                      </c:pt>
                      <c:pt idx="833">
                        <c:v>16.899999999999999</c:v>
                      </c:pt>
                      <c:pt idx="834">
                        <c:v>16.87</c:v>
                      </c:pt>
                      <c:pt idx="835">
                        <c:v>16.829999999999998</c:v>
                      </c:pt>
                      <c:pt idx="836">
                        <c:v>16.82</c:v>
                      </c:pt>
                      <c:pt idx="837">
                        <c:v>16.8</c:v>
                      </c:pt>
                      <c:pt idx="838">
                        <c:v>16.77</c:v>
                      </c:pt>
                      <c:pt idx="839">
                        <c:v>16.75</c:v>
                      </c:pt>
                      <c:pt idx="840">
                        <c:v>16.75</c:v>
                      </c:pt>
                      <c:pt idx="841">
                        <c:v>16.72</c:v>
                      </c:pt>
                      <c:pt idx="842">
                        <c:v>16.690000000000001</c:v>
                      </c:pt>
                      <c:pt idx="843">
                        <c:v>16.670000000000002</c:v>
                      </c:pt>
                      <c:pt idx="844">
                        <c:v>16.63</c:v>
                      </c:pt>
                      <c:pt idx="845">
                        <c:v>16.59</c:v>
                      </c:pt>
                      <c:pt idx="846">
                        <c:v>16.55</c:v>
                      </c:pt>
                      <c:pt idx="847">
                        <c:v>16.5</c:v>
                      </c:pt>
                      <c:pt idx="848">
                        <c:v>16.46</c:v>
                      </c:pt>
                      <c:pt idx="849">
                        <c:v>16.46</c:v>
                      </c:pt>
                      <c:pt idx="850">
                        <c:v>16.46</c:v>
                      </c:pt>
                      <c:pt idx="851">
                        <c:v>16.39</c:v>
                      </c:pt>
                      <c:pt idx="852">
                        <c:v>16.3</c:v>
                      </c:pt>
                      <c:pt idx="853">
                        <c:v>16.190000000000001</c:v>
                      </c:pt>
                      <c:pt idx="854">
                        <c:v>16.09</c:v>
                      </c:pt>
                      <c:pt idx="855">
                        <c:v>16.010000000000002</c:v>
                      </c:pt>
                      <c:pt idx="856">
                        <c:v>16</c:v>
                      </c:pt>
                      <c:pt idx="857">
                        <c:v>15.97</c:v>
                      </c:pt>
                      <c:pt idx="858">
                        <c:v>15.95</c:v>
                      </c:pt>
                      <c:pt idx="859">
                        <c:v>15.91</c:v>
                      </c:pt>
                      <c:pt idx="860">
                        <c:v>15.88</c:v>
                      </c:pt>
                      <c:pt idx="861">
                        <c:v>15.86</c:v>
                      </c:pt>
                      <c:pt idx="862">
                        <c:v>15.83</c:v>
                      </c:pt>
                      <c:pt idx="863">
                        <c:v>15.79</c:v>
                      </c:pt>
                      <c:pt idx="864">
                        <c:v>15.77</c:v>
                      </c:pt>
                      <c:pt idx="865">
                        <c:v>15.74</c:v>
                      </c:pt>
                      <c:pt idx="866">
                        <c:v>15.74</c:v>
                      </c:pt>
                      <c:pt idx="867">
                        <c:v>15.72</c:v>
                      </c:pt>
                      <c:pt idx="868">
                        <c:v>15.69</c:v>
                      </c:pt>
                      <c:pt idx="869">
                        <c:v>15.67</c:v>
                      </c:pt>
                      <c:pt idx="870">
                        <c:v>15.63</c:v>
                      </c:pt>
                      <c:pt idx="871">
                        <c:v>15.6</c:v>
                      </c:pt>
                      <c:pt idx="872">
                        <c:v>15.56</c:v>
                      </c:pt>
                      <c:pt idx="873">
                        <c:v>15.52</c:v>
                      </c:pt>
                      <c:pt idx="874">
                        <c:v>15.51</c:v>
                      </c:pt>
                      <c:pt idx="875">
                        <c:v>15.5</c:v>
                      </c:pt>
                      <c:pt idx="876">
                        <c:v>15.48</c:v>
                      </c:pt>
                      <c:pt idx="877">
                        <c:v>15.45</c:v>
                      </c:pt>
                      <c:pt idx="878">
                        <c:v>15.46</c:v>
                      </c:pt>
                      <c:pt idx="879">
                        <c:v>15.46</c:v>
                      </c:pt>
                      <c:pt idx="880">
                        <c:v>15.46</c:v>
                      </c:pt>
                      <c:pt idx="881">
                        <c:v>15.46</c:v>
                      </c:pt>
                      <c:pt idx="882">
                        <c:v>15.46</c:v>
                      </c:pt>
                      <c:pt idx="883">
                        <c:v>15.46</c:v>
                      </c:pt>
                      <c:pt idx="884">
                        <c:v>15.46</c:v>
                      </c:pt>
                      <c:pt idx="885">
                        <c:v>15.46</c:v>
                      </c:pt>
                      <c:pt idx="886">
                        <c:v>15.46</c:v>
                      </c:pt>
                      <c:pt idx="887">
                        <c:v>15.46</c:v>
                      </c:pt>
                      <c:pt idx="888">
                        <c:v>15.46</c:v>
                      </c:pt>
                      <c:pt idx="889">
                        <c:v>15.46</c:v>
                      </c:pt>
                      <c:pt idx="890">
                        <c:v>15.46</c:v>
                      </c:pt>
                      <c:pt idx="891">
                        <c:v>15.46</c:v>
                      </c:pt>
                      <c:pt idx="892">
                        <c:v>15.46</c:v>
                      </c:pt>
                      <c:pt idx="893">
                        <c:v>15.46</c:v>
                      </c:pt>
                      <c:pt idx="894">
                        <c:v>15.46</c:v>
                      </c:pt>
                      <c:pt idx="895">
                        <c:v>15.43</c:v>
                      </c:pt>
                      <c:pt idx="896">
                        <c:v>15.41</c:v>
                      </c:pt>
                      <c:pt idx="897">
                        <c:v>15.38</c:v>
                      </c:pt>
                      <c:pt idx="898">
                        <c:v>15.35</c:v>
                      </c:pt>
                      <c:pt idx="899">
                        <c:v>15.31</c:v>
                      </c:pt>
                      <c:pt idx="900">
                        <c:v>15.28</c:v>
                      </c:pt>
                      <c:pt idx="901">
                        <c:v>15.25</c:v>
                      </c:pt>
                      <c:pt idx="902">
                        <c:v>15.25</c:v>
                      </c:pt>
                      <c:pt idx="903">
                        <c:v>15.22</c:v>
                      </c:pt>
                      <c:pt idx="904">
                        <c:v>15.19</c:v>
                      </c:pt>
                      <c:pt idx="905">
                        <c:v>15.16</c:v>
                      </c:pt>
                      <c:pt idx="906">
                        <c:v>15.13</c:v>
                      </c:pt>
                      <c:pt idx="907">
                        <c:v>15.1</c:v>
                      </c:pt>
                      <c:pt idx="908">
                        <c:v>15.07</c:v>
                      </c:pt>
                      <c:pt idx="909">
                        <c:v>15.04</c:v>
                      </c:pt>
                      <c:pt idx="910">
                        <c:v>15.01</c:v>
                      </c:pt>
                      <c:pt idx="911">
                        <c:v>14.99</c:v>
                      </c:pt>
                      <c:pt idx="912">
                        <c:v>14.92</c:v>
                      </c:pt>
                      <c:pt idx="913">
                        <c:v>14.85</c:v>
                      </c:pt>
                      <c:pt idx="914">
                        <c:v>14.78</c:v>
                      </c:pt>
                      <c:pt idx="915">
                        <c:v>14.7</c:v>
                      </c:pt>
                      <c:pt idx="916">
                        <c:v>14.63</c:v>
                      </c:pt>
                      <c:pt idx="917">
                        <c:v>14.56</c:v>
                      </c:pt>
                      <c:pt idx="918">
                        <c:v>14.49</c:v>
                      </c:pt>
                      <c:pt idx="919">
                        <c:v>14.42</c:v>
                      </c:pt>
                      <c:pt idx="920">
                        <c:v>14.35</c:v>
                      </c:pt>
                      <c:pt idx="921">
                        <c:v>14.27</c:v>
                      </c:pt>
                      <c:pt idx="922">
                        <c:v>14.19</c:v>
                      </c:pt>
                      <c:pt idx="923">
                        <c:v>14.12</c:v>
                      </c:pt>
                      <c:pt idx="924">
                        <c:v>14.05</c:v>
                      </c:pt>
                      <c:pt idx="925">
                        <c:v>13.98</c:v>
                      </c:pt>
                      <c:pt idx="926">
                        <c:v>13.91</c:v>
                      </c:pt>
                      <c:pt idx="927">
                        <c:v>13.83</c:v>
                      </c:pt>
                      <c:pt idx="928">
                        <c:v>13.75</c:v>
                      </c:pt>
                      <c:pt idx="929">
                        <c:v>13.71</c:v>
                      </c:pt>
                      <c:pt idx="930">
                        <c:v>13.7</c:v>
                      </c:pt>
                      <c:pt idx="931">
                        <c:v>13.69</c:v>
                      </c:pt>
                      <c:pt idx="932">
                        <c:v>13.68</c:v>
                      </c:pt>
                      <c:pt idx="933">
                        <c:v>13.67</c:v>
                      </c:pt>
                      <c:pt idx="934">
                        <c:v>13.65</c:v>
                      </c:pt>
                      <c:pt idx="935">
                        <c:v>13.63</c:v>
                      </c:pt>
                      <c:pt idx="936">
                        <c:v>13.63</c:v>
                      </c:pt>
                      <c:pt idx="937">
                        <c:v>13.62</c:v>
                      </c:pt>
                      <c:pt idx="938">
                        <c:v>13.61</c:v>
                      </c:pt>
                      <c:pt idx="939">
                        <c:v>13.6</c:v>
                      </c:pt>
                      <c:pt idx="940">
                        <c:v>13.6</c:v>
                      </c:pt>
                      <c:pt idx="941">
                        <c:v>13.59</c:v>
                      </c:pt>
                      <c:pt idx="942">
                        <c:v>13.58</c:v>
                      </c:pt>
                      <c:pt idx="943">
                        <c:v>13.57</c:v>
                      </c:pt>
                      <c:pt idx="944">
                        <c:v>13.56</c:v>
                      </c:pt>
                      <c:pt idx="945">
                        <c:v>13.55</c:v>
                      </c:pt>
                      <c:pt idx="946">
                        <c:v>13.54</c:v>
                      </c:pt>
                      <c:pt idx="947">
                        <c:v>13.53</c:v>
                      </c:pt>
                      <c:pt idx="948">
                        <c:v>13.52</c:v>
                      </c:pt>
                      <c:pt idx="949">
                        <c:v>13.51</c:v>
                      </c:pt>
                      <c:pt idx="950">
                        <c:v>13.5</c:v>
                      </c:pt>
                      <c:pt idx="951">
                        <c:v>13.49</c:v>
                      </c:pt>
                      <c:pt idx="952">
                        <c:v>13.48</c:v>
                      </c:pt>
                      <c:pt idx="953">
                        <c:v>13.47</c:v>
                      </c:pt>
                      <c:pt idx="954">
                        <c:v>13.46</c:v>
                      </c:pt>
                      <c:pt idx="955">
                        <c:v>13.45</c:v>
                      </c:pt>
                      <c:pt idx="956">
                        <c:v>13.44</c:v>
                      </c:pt>
                      <c:pt idx="957">
                        <c:v>13.43</c:v>
                      </c:pt>
                      <c:pt idx="958">
                        <c:v>13.42</c:v>
                      </c:pt>
                      <c:pt idx="959">
                        <c:v>13.4</c:v>
                      </c:pt>
                      <c:pt idx="960">
                        <c:v>13.37</c:v>
                      </c:pt>
                      <c:pt idx="961">
                        <c:v>13.31</c:v>
                      </c:pt>
                      <c:pt idx="962">
                        <c:v>13.25</c:v>
                      </c:pt>
                      <c:pt idx="963">
                        <c:v>13.2</c:v>
                      </c:pt>
                      <c:pt idx="964">
                        <c:v>13.15</c:v>
                      </c:pt>
                      <c:pt idx="965">
                        <c:v>13.1</c:v>
                      </c:pt>
                      <c:pt idx="966">
                        <c:v>13.05</c:v>
                      </c:pt>
                      <c:pt idx="967">
                        <c:v>13</c:v>
                      </c:pt>
                      <c:pt idx="968">
                        <c:v>12.96</c:v>
                      </c:pt>
                      <c:pt idx="969">
                        <c:v>12.91</c:v>
                      </c:pt>
                      <c:pt idx="970">
                        <c:v>12.86</c:v>
                      </c:pt>
                      <c:pt idx="971">
                        <c:v>12.81</c:v>
                      </c:pt>
                      <c:pt idx="972">
                        <c:v>12.75</c:v>
                      </c:pt>
                      <c:pt idx="973">
                        <c:v>12.6</c:v>
                      </c:pt>
                      <c:pt idx="974">
                        <c:v>12.6</c:v>
                      </c:pt>
                      <c:pt idx="975">
                        <c:v>12.5</c:v>
                      </c:pt>
                      <c:pt idx="976">
                        <c:v>12.44</c:v>
                      </c:pt>
                      <c:pt idx="977">
                        <c:v>12.41</c:v>
                      </c:pt>
                      <c:pt idx="978">
                        <c:v>12.4</c:v>
                      </c:pt>
                      <c:pt idx="979">
                        <c:v>12.39</c:v>
                      </c:pt>
                      <c:pt idx="980">
                        <c:v>12.38</c:v>
                      </c:pt>
                      <c:pt idx="981">
                        <c:v>12.37</c:v>
                      </c:pt>
                      <c:pt idx="982">
                        <c:v>12.36</c:v>
                      </c:pt>
                      <c:pt idx="983">
                        <c:v>12.35</c:v>
                      </c:pt>
                      <c:pt idx="984">
                        <c:v>12.34</c:v>
                      </c:pt>
                      <c:pt idx="985">
                        <c:v>12.33</c:v>
                      </c:pt>
                      <c:pt idx="986">
                        <c:v>12.32</c:v>
                      </c:pt>
                      <c:pt idx="987">
                        <c:v>12.31</c:v>
                      </c:pt>
                      <c:pt idx="988">
                        <c:v>12.3</c:v>
                      </c:pt>
                      <c:pt idx="989">
                        <c:v>12.29</c:v>
                      </c:pt>
                      <c:pt idx="990">
                        <c:v>12.28</c:v>
                      </c:pt>
                      <c:pt idx="991">
                        <c:v>12.27</c:v>
                      </c:pt>
                      <c:pt idx="992">
                        <c:v>12.26</c:v>
                      </c:pt>
                      <c:pt idx="993">
                        <c:v>12.25</c:v>
                      </c:pt>
                      <c:pt idx="994">
                        <c:v>12.24</c:v>
                      </c:pt>
                      <c:pt idx="995">
                        <c:v>12.23</c:v>
                      </c:pt>
                      <c:pt idx="996">
                        <c:v>12.22</c:v>
                      </c:pt>
                      <c:pt idx="997">
                        <c:v>12.21</c:v>
                      </c:pt>
                      <c:pt idx="998">
                        <c:v>12.2</c:v>
                      </c:pt>
                      <c:pt idx="999">
                        <c:v>12.19</c:v>
                      </c:pt>
                      <c:pt idx="1000">
                        <c:v>12.18</c:v>
                      </c:pt>
                      <c:pt idx="1001">
                        <c:v>12.17</c:v>
                      </c:pt>
                      <c:pt idx="1002">
                        <c:v>12.16</c:v>
                      </c:pt>
                      <c:pt idx="1003">
                        <c:v>12.15</c:v>
                      </c:pt>
                      <c:pt idx="1004">
                        <c:v>12.14</c:v>
                      </c:pt>
                      <c:pt idx="1005">
                        <c:v>12.13</c:v>
                      </c:pt>
                      <c:pt idx="1006">
                        <c:v>12.12</c:v>
                      </c:pt>
                      <c:pt idx="1007">
                        <c:v>12.11</c:v>
                      </c:pt>
                      <c:pt idx="1008">
                        <c:v>12.1</c:v>
                      </c:pt>
                      <c:pt idx="1009">
                        <c:v>12.09</c:v>
                      </c:pt>
                      <c:pt idx="1010">
                        <c:v>12.08</c:v>
                      </c:pt>
                      <c:pt idx="1011">
                        <c:v>12.07</c:v>
                      </c:pt>
                      <c:pt idx="1012">
                        <c:v>12.06</c:v>
                      </c:pt>
                      <c:pt idx="1013">
                        <c:v>12.05</c:v>
                      </c:pt>
                      <c:pt idx="1014">
                        <c:v>12.04</c:v>
                      </c:pt>
                      <c:pt idx="1015">
                        <c:v>12.03</c:v>
                      </c:pt>
                      <c:pt idx="1016">
                        <c:v>12.02</c:v>
                      </c:pt>
                      <c:pt idx="1017">
                        <c:v>12.01</c:v>
                      </c:pt>
                      <c:pt idx="1018">
                        <c:v>12</c:v>
                      </c:pt>
                      <c:pt idx="1019">
                        <c:v>12</c:v>
                      </c:pt>
                      <c:pt idx="1020">
                        <c:v>12</c:v>
                      </c:pt>
                      <c:pt idx="1021">
                        <c:v>12</c:v>
                      </c:pt>
                      <c:pt idx="1022">
                        <c:v>12</c:v>
                      </c:pt>
                      <c:pt idx="1023">
                        <c:v>12</c:v>
                      </c:pt>
                      <c:pt idx="1024">
                        <c:v>12</c:v>
                      </c:pt>
                      <c:pt idx="1025">
                        <c:v>12</c:v>
                      </c:pt>
                      <c:pt idx="1026">
                        <c:v>12</c:v>
                      </c:pt>
                      <c:pt idx="1027">
                        <c:v>12</c:v>
                      </c:pt>
                      <c:pt idx="1028">
                        <c:v>12</c:v>
                      </c:pt>
                      <c:pt idx="1029">
                        <c:v>12</c:v>
                      </c:pt>
                      <c:pt idx="1030">
                        <c:v>12</c:v>
                      </c:pt>
                      <c:pt idx="1031">
                        <c:v>12</c:v>
                      </c:pt>
                      <c:pt idx="1032">
                        <c:v>12</c:v>
                      </c:pt>
                      <c:pt idx="1033">
                        <c:v>12</c:v>
                      </c:pt>
                      <c:pt idx="1034">
                        <c:v>12</c:v>
                      </c:pt>
                      <c:pt idx="1035">
                        <c:v>12</c:v>
                      </c:pt>
                      <c:pt idx="1036">
                        <c:v>12</c:v>
                      </c:pt>
                      <c:pt idx="1037">
                        <c:v>12</c:v>
                      </c:pt>
                      <c:pt idx="1038">
                        <c:v>12</c:v>
                      </c:pt>
                      <c:pt idx="1039">
                        <c:v>12</c:v>
                      </c:pt>
                      <c:pt idx="1040">
                        <c:v>12</c:v>
                      </c:pt>
                      <c:pt idx="1041">
                        <c:v>12</c:v>
                      </c:pt>
                      <c:pt idx="1042">
                        <c:v>12</c:v>
                      </c:pt>
                      <c:pt idx="1043">
                        <c:v>12</c:v>
                      </c:pt>
                      <c:pt idx="1044">
                        <c:v>12</c:v>
                      </c:pt>
                      <c:pt idx="1045">
                        <c:v>12</c:v>
                      </c:pt>
                      <c:pt idx="1046">
                        <c:v>12</c:v>
                      </c:pt>
                      <c:pt idx="1047">
                        <c:v>12</c:v>
                      </c:pt>
                      <c:pt idx="1048">
                        <c:v>12</c:v>
                      </c:pt>
                      <c:pt idx="1049">
                        <c:v>12</c:v>
                      </c:pt>
                      <c:pt idx="1050">
                        <c:v>12</c:v>
                      </c:pt>
                      <c:pt idx="1051">
                        <c:v>12</c:v>
                      </c:pt>
                      <c:pt idx="1052">
                        <c:v>12</c:v>
                      </c:pt>
                      <c:pt idx="1053">
                        <c:v>12</c:v>
                      </c:pt>
                      <c:pt idx="1054">
                        <c:v>11.75</c:v>
                      </c:pt>
                      <c:pt idx="1055">
                        <c:v>11.75</c:v>
                      </c:pt>
                      <c:pt idx="1056">
                        <c:v>11.75</c:v>
                      </c:pt>
                      <c:pt idx="1057">
                        <c:v>11.75</c:v>
                      </c:pt>
                      <c:pt idx="1058">
                        <c:v>11.75</c:v>
                      </c:pt>
                      <c:pt idx="1059">
                        <c:v>11.75</c:v>
                      </c:pt>
                      <c:pt idx="1060">
                        <c:v>11.75</c:v>
                      </c:pt>
                      <c:pt idx="1061">
                        <c:v>11.75</c:v>
                      </c:pt>
                      <c:pt idx="1062">
                        <c:v>11.75</c:v>
                      </c:pt>
                      <c:pt idx="1063">
                        <c:v>11.75</c:v>
                      </c:pt>
                      <c:pt idx="1064">
                        <c:v>11.75</c:v>
                      </c:pt>
                      <c:pt idx="1065">
                        <c:v>11.75</c:v>
                      </c:pt>
                      <c:pt idx="1066">
                        <c:v>11.75</c:v>
                      </c:pt>
                      <c:pt idx="1067">
                        <c:v>11.75</c:v>
                      </c:pt>
                      <c:pt idx="1068">
                        <c:v>11.75</c:v>
                      </c:pt>
                      <c:pt idx="1069">
                        <c:v>11.75</c:v>
                      </c:pt>
                      <c:pt idx="1070">
                        <c:v>11.75</c:v>
                      </c:pt>
                      <c:pt idx="1071">
                        <c:v>11.75</c:v>
                      </c:pt>
                      <c:pt idx="1072">
                        <c:v>11.75</c:v>
                      </c:pt>
                      <c:pt idx="1073">
                        <c:v>11.75</c:v>
                      </c:pt>
                      <c:pt idx="1074">
                        <c:v>11.75</c:v>
                      </c:pt>
                      <c:pt idx="1075">
                        <c:v>11.75</c:v>
                      </c:pt>
                      <c:pt idx="1076">
                        <c:v>11.75</c:v>
                      </c:pt>
                      <c:pt idx="1077">
                        <c:v>11.75</c:v>
                      </c:pt>
                      <c:pt idx="1078">
                        <c:v>11.75</c:v>
                      </c:pt>
                      <c:pt idx="1079">
                        <c:v>11.75</c:v>
                      </c:pt>
                      <c:pt idx="1080">
                        <c:v>11.75</c:v>
                      </c:pt>
                      <c:pt idx="1081">
                        <c:v>11.75</c:v>
                      </c:pt>
                      <c:pt idx="1082">
                        <c:v>11.75</c:v>
                      </c:pt>
                      <c:pt idx="1083">
                        <c:v>11.75</c:v>
                      </c:pt>
                      <c:pt idx="1084">
                        <c:v>11.75</c:v>
                      </c:pt>
                      <c:pt idx="1085">
                        <c:v>11.75</c:v>
                      </c:pt>
                      <c:pt idx="1086">
                        <c:v>11.75</c:v>
                      </c:pt>
                      <c:pt idx="1087">
                        <c:v>11.75</c:v>
                      </c:pt>
                      <c:pt idx="1088">
                        <c:v>11.75</c:v>
                      </c:pt>
                      <c:pt idx="1089">
                        <c:v>11.75</c:v>
                      </c:pt>
                      <c:pt idx="1090">
                        <c:v>11.75</c:v>
                      </c:pt>
                      <c:pt idx="1091">
                        <c:v>11.75</c:v>
                      </c:pt>
                      <c:pt idx="1092">
                        <c:v>11.75</c:v>
                      </c:pt>
                      <c:pt idx="1093">
                        <c:v>11.75</c:v>
                      </c:pt>
                      <c:pt idx="1094">
                        <c:v>11.75</c:v>
                      </c:pt>
                      <c:pt idx="1095">
                        <c:v>11.75</c:v>
                      </c:pt>
                      <c:pt idx="1096">
                        <c:v>11.75</c:v>
                      </c:pt>
                      <c:pt idx="1097">
                        <c:v>11.75</c:v>
                      </c:pt>
                      <c:pt idx="1098">
                        <c:v>11.75</c:v>
                      </c:pt>
                      <c:pt idx="1099">
                        <c:v>11.75</c:v>
                      </c:pt>
                      <c:pt idx="1100">
                        <c:v>11.75</c:v>
                      </c:pt>
                      <c:pt idx="1101">
                        <c:v>11.75</c:v>
                      </c:pt>
                      <c:pt idx="1102">
                        <c:v>11.75</c:v>
                      </c:pt>
                      <c:pt idx="1103">
                        <c:v>11.75</c:v>
                      </c:pt>
                      <c:pt idx="1104">
                        <c:v>11.75</c:v>
                      </c:pt>
                      <c:pt idx="1105">
                        <c:v>11.75</c:v>
                      </c:pt>
                      <c:pt idx="1106">
                        <c:v>11.75</c:v>
                      </c:pt>
                      <c:pt idx="1107">
                        <c:v>11.75</c:v>
                      </c:pt>
                      <c:pt idx="1108">
                        <c:v>11.75</c:v>
                      </c:pt>
                      <c:pt idx="1109">
                        <c:v>11.75</c:v>
                      </c:pt>
                      <c:pt idx="1110">
                        <c:v>11.75</c:v>
                      </c:pt>
                      <c:pt idx="1111">
                        <c:v>11.75</c:v>
                      </c:pt>
                      <c:pt idx="1112">
                        <c:v>11.75</c:v>
                      </c:pt>
                      <c:pt idx="1113">
                        <c:v>11.75</c:v>
                      </c:pt>
                      <c:pt idx="1114">
                        <c:v>11.75</c:v>
                      </c:pt>
                      <c:pt idx="1115">
                        <c:v>11.75</c:v>
                      </c:pt>
                      <c:pt idx="1116">
                        <c:v>11.75</c:v>
                      </c:pt>
                      <c:pt idx="1117">
                        <c:v>11.75</c:v>
                      </c:pt>
                      <c:pt idx="1118">
                        <c:v>11.75</c:v>
                      </c:pt>
                      <c:pt idx="1119">
                        <c:v>11.75</c:v>
                      </c:pt>
                      <c:pt idx="1120">
                        <c:v>11.75</c:v>
                      </c:pt>
                      <c:pt idx="1121">
                        <c:v>11.75</c:v>
                      </c:pt>
                      <c:pt idx="1122">
                        <c:v>11.75</c:v>
                      </c:pt>
                      <c:pt idx="1123">
                        <c:v>11.75</c:v>
                      </c:pt>
                      <c:pt idx="1124">
                        <c:v>11.75</c:v>
                      </c:pt>
                      <c:pt idx="1125">
                        <c:v>11.75</c:v>
                      </c:pt>
                      <c:pt idx="1126">
                        <c:v>11.75</c:v>
                      </c:pt>
                      <c:pt idx="1127">
                        <c:v>11.75</c:v>
                      </c:pt>
                      <c:pt idx="1128">
                        <c:v>11.75</c:v>
                      </c:pt>
                      <c:pt idx="1129">
                        <c:v>11.75</c:v>
                      </c:pt>
                      <c:pt idx="1130">
                        <c:v>11.75</c:v>
                      </c:pt>
                      <c:pt idx="1131">
                        <c:v>11.75</c:v>
                      </c:pt>
                      <c:pt idx="1132">
                        <c:v>11.75</c:v>
                      </c:pt>
                      <c:pt idx="1133">
                        <c:v>11.75</c:v>
                      </c:pt>
                      <c:pt idx="1134">
                        <c:v>11.75</c:v>
                      </c:pt>
                      <c:pt idx="1135">
                        <c:v>11.75</c:v>
                      </c:pt>
                      <c:pt idx="1136">
                        <c:v>11.75</c:v>
                      </c:pt>
                      <c:pt idx="1137">
                        <c:v>11.75</c:v>
                      </c:pt>
                      <c:pt idx="1138">
                        <c:v>11.75</c:v>
                      </c:pt>
                      <c:pt idx="1139">
                        <c:v>11.75</c:v>
                      </c:pt>
                      <c:pt idx="1140">
                        <c:v>11.75</c:v>
                      </c:pt>
                      <c:pt idx="1141">
                        <c:v>11.75</c:v>
                      </c:pt>
                      <c:pt idx="1142">
                        <c:v>11.75</c:v>
                      </c:pt>
                      <c:pt idx="1143">
                        <c:v>11.75</c:v>
                      </c:pt>
                      <c:pt idx="1144">
                        <c:v>11.75</c:v>
                      </c:pt>
                      <c:pt idx="1145">
                        <c:v>11.75</c:v>
                      </c:pt>
                      <c:pt idx="1146">
                        <c:v>11.75</c:v>
                      </c:pt>
                      <c:pt idx="1147">
                        <c:v>11.75</c:v>
                      </c:pt>
                      <c:pt idx="1148">
                        <c:v>11.75</c:v>
                      </c:pt>
                      <c:pt idx="1149">
                        <c:v>11.75</c:v>
                      </c:pt>
                      <c:pt idx="1150">
                        <c:v>11.75</c:v>
                      </c:pt>
                      <c:pt idx="1151">
                        <c:v>11.75</c:v>
                      </c:pt>
                      <c:pt idx="1152">
                        <c:v>11.75</c:v>
                      </c:pt>
                      <c:pt idx="1153">
                        <c:v>11.75</c:v>
                      </c:pt>
                      <c:pt idx="1154">
                        <c:v>11.75</c:v>
                      </c:pt>
                      <c:pt idx="1155">
                        <c:v>11.75</c:v>
                      </c:pt>
                      <c:pt idx="1156">
                        <c:v>11.75</c:v>
                      </c:pt>
                      <c:pt idx="1157">
                        <c:v>11.75</c:v>
                      </c:pt>
                      <c:pt idx="1158">
                        <c:v>11.75</c:v>
                      </c:pt>
                      <c:pt idx="1159">
                        <c:v>11.75</c:v>
                      </c:pt>
                      <c:pt idx="1160">
                        <c:v>11.75</c:v>
                      </c:pt>
                      <c:pt idx="1161">
                        <c:v>11.75</c:v>
                      </c:pt>
                      <c:pt idx="1162">
                        <c:v>11.75</c:v>
                      </c:pt>
                      <c:pt idx="1163">
                        <c:v>11.75</c:v>
                      </c:pt>
                      <c:pt idx="1164">
                        <c:v>11.75</c:v>
                      </c:pt>
                      <c:pt idx="1165">
                        <c:v>11.75</c:v>
                      </c:pt>
                      <c:pt idx="1166">
                        <c:v>11.75</c:v>
                      </c:pt>
                      <c:pt idx="1167">
                        <c:v>11.75</c:v>
                      </c:pt>
                      <c:pt idx="1168">
                        <c:v>11.75</c:v>
                      </c:pt>
                      <c:pt idx="1169">
                        <c:v>11.75</c:v>
                      </c:pt>
                      <c:pt idx="1170">
                        <c:v>11.75</c:v>
                      </c:pt>
                      <c:pt idx="1171">
                        <c:v>11.75</c:v>
                      </c:pt>
                      <c:pt idx="1172">
                        <c:v>11.75</c:v>
                      </c:pt>
                      <c:pt idx="1173">
                        <c:v>11.75</c:v>
                      </c:pt>
                      <c:pt idx="1174">
                        <c:v>11.75</c:v>
                      </c:pt>
                      <c:pt idx="1175">
                        <c:v>11.75</c:v>
                      </c:pt>
                      <c:pt idx="1176">
                        <c:v>11.75</c:v>
                      </c:pt>
                      <c:pt idx="1177">
                        <c:v>11.75</c:v>
                      </c:pt>
                      <c:pt idx="1178">
                        <c:v>11.75</c:v>
                      </c:pt>
                      <c:pt idx="1179">
                        <c:v>11.75</c:v>
                      </c:pt>
                      <c:pt idx="1180">
                        <c:v>11.75</c:v>
                      </c:pt>
                      <c:pt idx="1181">
                        <c:v>11.75</c:v>
                      </c:pt>
                      <c:pt idx="1182">
                        <c:v>11.75</c:v>
                      </c:pt>
                      <c:pt idx="1183">
                        <c:v>11.75</c:v>
                      </c:pt>
                      <c:pt idx="1184">
                        <c:v>11.75</c:v>
                      </c:pt>
                      <c:pt idx="1185">
                        <c:v>11.75</c:v>
                      </c:pt>
                      <c:pt idx="1186">
                        <c:v>11.75</c:v>
                      </c:pt>
                      <c:pt idx="1187">
                        <c:v>11.75</c:v>
                      </c:pt>
                      <c:pt idx="1188">
                        <c:v>11.75</c:v>
                      </c:pt>
                      <c:pt idx="1189">
                        <c:v>11.75</c:v>
                      </c:pt>
                      <c:pt idx="1190">
                        <c:v>11.75</c:v>
                      </c:pt>
                      <c:pt idx="1191">
                        <c:v>11.75</c:v>
                      </c:pt>
                      <c:pt idx="1192">
                        <c:v>11.75</c:v>
                      </c:pt>
                      <c:pt idx="1193">
                        <c:v>11.75</c:v>
                      </c:pt>
                      <c:pt idx="1194">
                        <c:v>11.75</c:v>
                      </c:pt>
                      <c:pt idx="1195">
                        <c:v>11.75</c:v>
                      </c:pt>
                      <c:pt idx="1196">
                        <c:v>11.75</c:v>
                      </c:pt>
                      <c:pt idx="1197">
                        <c:v>11.75</c:v>
                      </c:pt>
                      <c:pt idx="1198">
                        <c:v>11.75</c:v>
                      </c:pt>
                      <c:pt idx="1199">
                        <c:v>11.75</c:v>
                      </c:pt>
                      <c:pt idx="1200">
                        <c:v>11.75</c:v>
                      </c:pt>
                      <c:pt idx="1201">
                        <c:v>11.75</c:v>
                      </c:pt>
                      <c:pt idx="1202">
                        <c:v>11.75</c:v>
                      </c:pt>
                      <c:pt idx="1203">
                        <c:v>11.75</c:v>
                      </c:pt>
                      <c:pt idx="1204">
                        <c:v>11.75</c:v>
                      </c:pt>
                      <c:pt idx="1205">
                        <c:v>11.75</c:v>
                      </c:pt>
                      <c:pt idx="1206">
                        <c:v>11.75</c:v>
                      </c:pt>
                      <c:pt idx="1207">
                        <c:v>11.75</c:v>
                      </c:pt>
                      <c:pt idx="1208">
                        <c:v>11.75</c:v>
                      </c:pt>
                      <c:pt idx="1209">
                        <c:v>11.75</c:v>
                      </c:pt>
                      <c:pt idx="1210">
                        <c:v>11.75</c:v>
                      </c:pt>
                      <c:pt idx="1211">
                        <c:v>11.75</c:v>
                      </c:pt>
                      <c:pt idx="1212">
                        <c:v>11.75</c:v>
                      </c:pt>
                      <c:pt idx="1213">
                        <c:v>11.75</c:v>
                      </c:pt>
                      <c:pt idx="1214">
                        <c:v>11.75</c:v>
                      </c:pt>
                      <c:pt idx="1215">
                        <c:v>11.75</c:v>
                      </c:pt>
                      <c:pt idx="1216">
                        <c:v>11.75</c:v>
                      </c:pt>
                      <c:pt idx="1217">
                        <c:v>11.75</c:v>
                      </c:pt>
                      <c:pt idx="1218">
                        <c:v>11.75</c:v>
                      </c:pt>
                      <c:pt idx="1219">
                        <c:v>11.75</c:v>
                      </c:pt>
                      <c:pt idx="1220">
                        <c:v>11.75</c:v>
                      </c:pt>
                      <c:pt idx="1221">
                        <c:v>11.75</c:v>
                      </c:pt>
                      <c:pt idx="1222">
                        <c:v>11.75</c:v>
                      </c:pt>
                      <c:pt idx="1223">
                        <c:v>11.75</c:v>
                      </c:pt>
                      <c:pt idx="1224">
                        <c:v>11.75</c:v>
                      </c:pt>
                      <c:pt idx="1225">
                        <c:v>11.75</c:v>
                      </c:pt>
                      <c:pt idx="1226">
                        <c:v>11.75</c:v>
                      </c:pt>
                      <c:pt idx="1227">
                        <c:v>11.75</c:v>
                      </c:pt>
                      <c:pt idx="1228">
                        <c:v>11.75</c:v>
                      </c:pt>
                      <c:pt idx="1229">
                        <c:v>11.75</c:v>
                      </c:pt>
                      <c:pt idx="1230">
                        <c:v>11.75</c:v>
                      </c:pt>
                      <c:pt idx="1231">
                        <c:v>11.75</c:v>
                      </c:pt>
                      <c:pt idx="1232">
                        <c:v>11.75</c:v>
                      </c:pt>
                      <c:pt idx="1233">
                        <c:v>11.75</c:v>
                      </c:pt>
                      <c:pt idx="1234">
                        <c:v>11.75</c:v>
                      </c:pt>
                      <c:pt idx="1235">
                        <c:v>11.75</c:v>
                      </c:pt>
                      <c:pt idx="1236">
                        <c:v>11.75</c:v>
                      </c:pt>
                      <c:pt idx="1237">
                        <c:v>11.75</c:v>
                      </c:pt>
                      <c:pt idx="1238">
                        <c:v>11.75</c:v>
                      </c:pt>
                      <c:pt idx="1239">
                        <c:v>11.75</c:v>
                      </c:pt>
                      <c:pt idx="1240">
                        <c:v>11.75</c:v>
                      </c:pt>
                      <c:pt idx="1241">
                        <c:v>11.75</c:v>
                      </c:pt>
                      <c:pt idx="1242">
                        <c:v>11.75</c:v>
                      </c:pt>
                      <c:pt idx="1243">
                        <c:v>11.75</c:v>
                      </c:pt>
                      <c:pt idx="1244">
                        <c:v>11.75</c:v>
                      </c:pt>
                      <c:pt idx="1245">
                        <c:v>11.75</c:v>
                      </c:pt>
                      <c:pt idx="1246">
                        <c:v>11.75</c:v>
                      </c:pt>
                      <c:pt idx="1247">
                        <c:v>11.75</c:v>
                      </c:pt>
                      <c:pt idx="1248">
                        <c:v>11.75</c:v>
                      </c:pt>
                      <c:pt idx="1249">
                        <c:v>11.75</c:v>
                      </c:pt>
                      <c:pt idx="1250">
                        <c:v>11.75</c:v>
                      </c:pt>
                      <c:pt idx="1251">
                        <c:v>12</c:v>
                      </c:pt>
                      <c:pt idx="1252">
                        <c:v>12</c:v>
                      </c:pt>
                      <c:pt idx="1253">
                        <c:v>12</c:v>
                      </c:pt>
                      <c:pt idx="1254">
                        <c:v>12</c:v>
                      </c:pt>
                      <c:pt idx="1255">
                        <c:v>12</c:v>
                      </c:pt>
                      <c:pt idx="1256">
                        <c:v>12</c:v>
                      </c:pt>
                      <c:pt idx="1257">
                        <c:v>12</c:v>
                      </c:pt>
                      <c:pt idx="1258">
                        <c:v>12</c:v>
                      </c:pt>
                      <c:pt idx="1259">
                        <c:v>12</c:v>
                      </c:pt>
                      <c:pt idx="1260">
                        <c:v>12</c:v>
                      </c:pt>
                      <c:pt idx="1261">
                        <c:v>12</c:v>
                      </c:pt>
                      <c:pt idx="1262">
                        <c:v>12</c:v>
                      </c:pt>
                      <c:pt idx="1263">
                        <c:v>12</c:v>
                      </c:pt>
                      <c:pt idx="1264">
                        <c:v>12</c:v>
                      </c:pt>
                      <c:pt idx="1265">
                        <c:v>12</c:v>
                      </c:pt>
                      <c:pt idx="1266">
                        <c:v>12</c:v>
                      </c:pt>
                      <c:pt idx="1267">
                        <c:v>12</c:v>
                      </c:pt>
                      <c:pt idx="1268">
                        <c:v>12</c:v>
                      </c:pt>
                      <c:pt idx="1269">
                        <c:v>12</c:v>
                      </c:pt>
                      <c:pt idx="1270">
                        <c:v>12</c:v>
                      </c:pt>
                      <c:pt idx="1271">
                        <c:v>12</c:v>
                      </c:pt>
                      <c:pt idx="1272">
                        <c:v>12</c:v>
                      </c:pt>
                      <c:pt idx="1273">
                        <c:v>12</c:v>
                      </c:pt>
                      <c:pt idx="1274">
                        <c:v>12</c:v>
                      </c:pt>
                      <c:pt idx="1275">
                        <c:v>12</c:v>
                      </c:pt>
                      <c:pt idx="1276">
                        <c:v>12</c:v>
                      </c:pt>
                      <c:pt idx="1277">
                        <c:v>12</c:v>
                      </c:pt>
                      <c:pt idx="1278">
                        <c:v>12</c:v>
                      </c:pt>
                      <c:pt idx="1279">
                        <c:v>12</c:v>
                      </c:pt>
                      <c:pt idx="1280">
                        <c:v>12</c:v>
                      </c:pt>
                      <c:pt idx="1281">
                        <c:v>12</c:v>
                      </c:pt>
                      <c:pt idx="1282">
                        <c:v>12</c:v>
                      </c:pt>
                      <c:pt idx="1283">
                        <c:v>12</c:v>
                      </c:pt>
                      <c:pt idx="1284">
                        <c:v>12</c:v>
                      </c:pt>
                      <c:pt idx="1285">
                        <c:v>12</c:v>
                      </c:pt>
                      <c:pt idx="1286">
                        <c:v>12</c:v>
                      </c:pt>
                      <c:pt idx="1287">
                        <c:v>12</c:v>
                      </c:pt>
                      <c:pt idx="1288">
                        <c:v>12</c:v>
                      </c:pt>
                      <c:pt idx="1289">
                        <c:v>12</c:v>
                      </c:pt>
                      <c:pt idx="1290">
                        <c:v>12</c:v>
                      </c:pt>
                      <c:pt idx="1291">
                        <c:v>12</c:v>
                      </c:pt>
                      <c:pt idx="1292">
                        <c:v>12</c:v>
                      </c:pt>
                      <c:pt idx="1293">
                        <c:v>12</c:v>
                      </c:pt>
                      <c:pt idx="1294">
                        <c:v>12</c:v>
                      </c:pt>
                      <c:pt idx="1295">
                        <c:v>12</c:v>
                      </c:pt>
                      <c:pt idx="1296">
                        <c:v>12</c:v>
                      </c:pt>
                      <c:pt idx="1297">
                        <c:v>12</c:v>
                      </c:pt>
                      <c:pt idx="1298">
                        <c:v>12</c:v>
                      </c:pt>
                      <c:pt idx="1299">
                        <c:v>12</c:v>
                      </c:pt>
                      <c:pt idx="1300">
                        <c:v>12</c:v>
                      </c:pt>
                      <c:pt idx="1301">
                        <c:v>12</c:v>
                      </c:pt>
                      <c:pt idx="1302">
                        <c:v>12</c:v>
                      </c:pt>
                      <c:pt idx="1303">
                        <c:v>12</c:v>
                      </c:pt>
                      <c:pt idx="1304">
                        <c:v>12</c:v>
                      </c:pt>
                      <c:pt idx="1305">
                        <c:v>12</c:v>
                      </c:pt>
                      <c:pt idx="1306">
                        <c:v>12</c:v>
                      </c:pt>
                      <c:pt idx="1307">
                        <c:v>12</c:v>
                      </c:pt>
                      <c:pt idx="1308">
                        <c:v>12</c:v>
                      </c:pt>
                      <c:pt idx="1309">
                        <c:v>12</c:v>
                      </c:pt>
                      <c:pt idx="1310">
                        <c:v>12</c:v>
                      </c:pt>
                      <c:pt idx="1311">
                        <c:v>12</c:v>
                      </c:pt>
                      <c:pt idx="1312">
                        <c:v>12</c:v>
                      </c:pt>
                      <c:pt idx="1313">
                        <c:v>12</c:v>
                      </c:pt>
                      <c:pt idx="1314">
                        <c:v>12</c:v>
                      </c:pt>
                      <c:pt idx="1315">
                        <c:v>12</c:v>
                      </c:pt>
                      <c:pt idx="1316">
                        <c:v>12</c:v>
                      </c:pt>
                      <c:pt idx="1317">
                        <c:v>12</c:v>
                      </c:pt>
                      <c:pt idx="1318">
                        <c:v>12</c:v>
                      </c:pt>
                      <c:pt idx="1319">
                        <c:v>12</c:v>
                      </c:pt>
                      <c:pt idx="1320">
                        <c:v>12</c:v>
                      </c:pt>
                      <c:pt idx="1321">
                        <c:v>12</c:v>
                      </c:pt>
                      <c:pt idx="1322">
                        <c:v>12</c:v>
                      </c:pt>
                      <c:pt idx="1323">
                        <c:v>12</c:v>
                      </c:pt>
                      <c:pt idx="1324">
                        <c:v>12</c:v>
                      </c:pt>
                      <c:pt idx="1325">
                        <c:v>12</c:v>
                      </c:pt>
                      <c:pt idx="1326">
                        <c:v>12</c:v>
                      </c:pt>
                      <c:pt idx="1327">
                        <c:v>12</c:v>
                      </c:pt>
                      <c:pt idx="1328">
                        <c:v>12</c:v>
                      </c:pt>
                      <c:pt idx="1329">
                        <c:v>12</c:v>
                      </c:pt>
                      <c:pt idx="1330">
                        <c:v>12</c:v>
                      </c:pt>
                      <c:pt idx="1331">
                        <c:v>12</c:v>
                      </c:pt>
                      <c:pt idx="1332">
                        <c:v>12</c:v>
                      </c:pt>
                      <c:pt idx="1333">
                        <c:v>12</c:v>
                      </c:pt>
                      <c:pt idx="1334">
                        <c:v>12</c:v>
                      </c:pt>
                      <c:pt idx="1335">
                        <c:v>12</c:v>
                      </c:pt>
                      <c:pt idx="1336">
                        <c:v>12</c:v>
                      </c:pt>
                      <c:pt idx="1337">
                        <c:v>12</c:v>
                      </c:pt>
                      <c:pt idx="1338">
                        <c:v>12</c:v>
                      </c:pt>
                      <c:pt idx="1339">
                        <c:v>12</c:v>
                      </c:pt>
                      <c:pt idx="1340">
                        <c:v>12</c:v>
                      </c:pt>
                      <c:pt idx="1341">
                        <c:v>12</c:v>
                      </c:pt>
                      <c:pt idx="1342">
                        <c:v>12</c:v>
                      </c:pt>
                      <c:pt idx="1343">
                        <c:v>12</c:v>
                      </c:pt>
                      <c:pt idx="1344">
                        <c:v>12</c:v>
                      </c:pt>
                      <c:pt idx="1345">
                        <c:v>12</c:v>
                      </c:pt>
                      <c:pt idx="1346">
                        <c:v>12</c:v>
                      </c:pt>
                      <c:pt idx="1347">
                        <c:v>12</c:v>
                      </c:pt>
                      <c:pt idx="1348">
                        <c:v>12</c:v>
                      </c:pt>
                      <c:pt idx="1349">
                        <c:v>12</c:v>
                      </c:pt>
                      <c:pt idx="1350">
                        <c:v>12</c:v>
                      </c:pt>
                      <c:pt idx="1351">
                        <c:v>12</c:v>
                      </c:pt>
                      <c:pt idx="1352">
                        <c:v>12</c:v>
                      </c:pt>
                      <c:pt idx="1353">
                        <c:v>12</c:v>
                      </c:pt>
                      <c:pt idx="1354">
                        <c:v>12</c:v>
                      </c:pt>
                      <c:pt idx="1355">
                        <c:v>12</c:v>
                      </c:pt>
                      <c:pt idx="1356">
                        <c:v>12</c:v>
                      </c:pt>
                      <c:pt idx="1357">
                        <c:v>12</c:v>
                      </c:pt>
                      <c:pt idx="1358">
                        <c:v>12</c:v>
                      </c:pt>
                      <c:pt idx="1359">
                        <c:v>12</c:v>
                      </c:pt>
                      <c:pt idx="1360">
                        <c:v>12</c:v>
                      </c:pt>
                      <c:pt idx="1361">
                        <c:v>12</c:v>
                      </c:pt>
                      <c:pt idx="1362">
                        <c:v>12</c:v>
                      </c:pt>
                      <c:pt idx="1363">
                        <c:v>12</c:v>
                      </c:pt>
                      <c:pt idx="1364">
                        <c:v>12</c:v>
                      </c:pt>
                      <c:pt idx="1365">
                        <c:v>12</c:v>
                      </c:pt>
                      <c:pt idx="1366">
                        <c:v>12</c:v>
                      </c:pt>
                      <c:pt idx="1367">
                        <c:v>12</c:v>
                      </c:pt>
                      <c:pt idx="1368">
                        <c:v>12</c:v>
                      </c:pt>
                      <c:pt idx="1369">
                        <c:v>12</c:v>
                      </c:pt>
                      <c:pt idx="1370">
                        <c:v>12</c:v>
                      </c:pt>
                      <c:pt idx="1371">
                        <c:v>12</c:v>
                      </c:pt>
                      <c:pt idx="1372">
                        <c:v>12</c:v>
                      </c:pt>
                      <c:pt idx="1373">
                        <c:v>12</c:v>
                      </c:pt>
                      <c:pt idx="1374">
                        <c:v>12</c:v>
                      </c:pt>
                      <c:pt idx="1375">
                        <c:v>12</c:v>
                      </c:pt>
                      <c:pt idx="1376">
                        <c:v>12</c:v>
                      </c:pt>
                      <c:pt idx="1377">
                        <c:v>12</c:v>
                      </c:pt>
                      <c:pt idx="1378">
                        <c:v>12</c:v>
                      </c:pt>
                      <c:pt idx="1379">
                        <c:v>12</c:v>
                      </c:pt>
                      <c:pt idx="1380">
                        <c:v>12</c:v>
                      </c:pt>
                      <c:pt idx="1381">
                        <c:v>12</c:v>
                      </c:pt>
                      <c:pt idx="1382">
                        <c:v>12</c:v>
                      </c:pt>
                      <c:pt idx="1383">
                        <c:v>12</c:v>
                      </c:pt>
                      <c:pt idx="1384">
                        <c:v>12</c:v>
                      </c:pt>
                      <c:pt idx="1385">
                        <c:v>12</c:v>
                      </c:pt>
                      <c:pt idx="1386">
                        <c:v>12</c:v>
                      </c:pt>
                      <c:pt idx="1387">
                        <c:v>12</c:v>
                      </c:pt>
                      <c:pt idx="1388">
                        <c:v>12</c:v>
                      </c:pt>
                      <c:pt idx="1389">
                        <c:v>12</c:v>
                      </c:pt>
                      <c:pt idx="1390">
                        <c:v>12</c:v>
                      </c:pt>
                      <c:pt idx="1391">
                        <c:v>12</c:v>
                      </c:pt>
                      <c:pt idx="1392">
                        <c:v>12</c:v>
                      </c:pt>
                      <c:pt idx="1393">
                        <c:v>12</c:v>
                      </c:pt>
                      <c:pt idx="1394">
                        <c:v>12</c:v>
                      </c:pt>
                      <c:pt idx="1395">
                        <c:v>12</c:v>
                      </c:pt>
                      <c:pt idx="1396">
                        <c:v>12</c:v>
                      </c:pt>
                      <c:pt idx="1397">
                        <c:v>12</c:v>
                      </c:pt>
                      <c:pt idx="1398">
                        <c:v>12</c:v>
                      </c:pt>
                      <c:pt idx="1399">
                        <c:v>12</c:v>
                      </c:pt>
                      <c:pt idx="1400">
                        <c:v>12</c:v>
                      </c:pt>
                      <c:pt idx="1401">
                        <c:v>12</c:v>
                      </c:pt>
                      <c:pt idx="1402">
                        <c:v>12</c:v>
                      </c:pt>
                      <c:pt idx="1403">
                        <c:v>12</c:v>
                      </c:pt>
                      <c:pt idx="1404">
                        <c:v>12</c:v>
                      </c:pt>
                      <c:pt idx="1405">
                        <c:v>12</c:v>
                      </c:pt>
                      <c:pt idx="1406">
                        <c:v>12</c:v>
                      </c:pt>
                      <c:pt idx="1407">
                        <c:v>12</c:v>
                      </c:pt>
                      <c:pt idx="1408">
                        <c:v>12</c:v>
                      </c:pt>
                      <c:pt idx="1409">
                        <c:v>12</c:v>
                      </c:pt>
                      <c:pt idx="1410">
                        <c:v>12</c:v>
                      </c:pt>
                      <c:pt idx="1411">
                        <c:v>12</c:v>
                      </c:pt>
                      <c:pt idx="1412">
                        <c:v>12</c:v>
                      </c:pt>
                      <c:pt idx="1413">
                        <c:v>12</c:v>
                      </c:pt>
                      <c:pt idx="1414">
                        <c:v>12</c:v>
                      </c:pt>
                      <c:pt idx="1415">
                        <c:v>12</c:v>
                      </c:pt>
                      <c:pt idx="1416">
                        <c:v>12</c:v>
                      </c:pt>
                      <c:pt idx="1417">
                        <c:v>12</c:v>
                      </c:pt>
                      <c:pt idx="1418">
                        <c:v>12</c:v>
                      </c:pt>
                      <c:pt idx="1419">
                        <c:v>12</c:v>
                      </c:pt>
                      <c:pt idx="1420">
                        <c:v>12</c:v>
                      </c:pt>
                      <c:pt idx="1421">
                        <c:v>12</c:v>
                      </c:pt>
                      <c:pt idx="1422">
                        <c:v>12</c:v>
                      </c:pt>
                      <c:pt idx="1423">
                        <c:v>11</c:v>
                      </c:pt>
                      <c:pt idx="1424">
                        <c:v>11</c:v>
                      </c:pt>
                      <c:pt idx="1425">
                        <c:v>11</c:v>
                      </c:pt>
                      <c:pt idx="1426">
                        <c:v>11</c:v>
                      </c:pt>
                      <c:pt idx="1427">
                        <c:v>11</c:v>
                      </c:pt>
                      <c:pt idx="1428">
                        <c:v>11</c:v>
                      </c:pt>
                      <c:pt idx="1429">
                        <c:v>11</c:v>
                      </c:pt>
                      <c:pt idx="1430">
                        <c:v>11</c:v>
                      </c:pt>
                      <c:pt idx="1431">
                        <c:v>11</c:v>
                      </c:pt>
                      <c:pt idx="1432">
                        <c:v>11</c:v>
                      </c:pt>
                      <c:pt idx="1433">
                        <c:v>11</c:v>
                      </c:pt>
                      <c:pt idx="1434">
                        <c:v>11</c:v>
                      </c:pt>
                      <c:pt idx="1435">
                        <c:v>11</c:v>
                      </c:pt>
                      <c:pt idx="1436">
                        <c:v>11</c:v>
                      </c:pt>
                      <c:pt idx="1437">
                        <c:v>11</c:v>
                      </c:pt>
                      <c:pt idx="1438">
                        <c:v>11</c:v>
                      </c:pt>
                      <c:pt idx="1439">
                        <c:v>11</c:v>
                      </c:pt>
                      <c:pt idx="1440">
                        <c:v>11</c:v>
                      </c:pt>
                      <c:pt idx="1441">
                        <c:v>11</c:v>
                      </c:pt>
                      <c:pt idx="1442">
                        <c:v>11</c:v>
                      </c:pt>
                      <c:pt idx="1443">
                        <c:v>11</c:v>
                      </c:pt>
                      <c:pt idx="1444">
                        <c:v>11</c:v>
                      </c:pt>
                      <c:pt idx="1445">
                        <c:v>11</c:v>
                      </c:pt>
                      <c:pt idx="1446">
                        <c:v>11</c:v>
                      </c:pt>
                      <c:pt idx="1447">
                        <c:v>11</c:v>
                      </c:pt>
                      <c:pt idx="1448">
                        <c:v>11</c:v>
                      </c:pt>
                      <c:pt idx="1449">
                        <c:v>11</c:v>
                      </c:pt>
                      <c:pt idx="1450">
                        <c:v>11</c:v>
                      </c:pt>
                      <c:pt idx="1451">
                        <c:v>11</c:v>
                      </c:pt>
                      <c:pt idx="1452">
                        <c:v>11</c:v>
                      </c:pt>
                      <c:pt idx="1453">
                        <c:v>11</c:v>
                      </c:pt>
                      <c:pt idx="1454">
                        <c:v>11</c:v>
                      </c:pt>
                      <c:pt idx="1455">
                        <c:v>11</c:v>
                      </c:pt>
                      <c:pt idx="1456">
                        <c:v>11</c:v>
                      </c:pt>
                      <c:pt idx="1457">
                        <c:v>11</c:v>
                      </c:pt>
                      <c:pt idx="1458">
                        <c:v>11</c:v>
                      </c:pt>
                      <c:pt idx="1459">
                        <c:v>11</c:v>
                      </c:pt>
                      <c:pt idx="1460">
                        <c:v>11</c:v>
                      </c:pt>
                      <c:pt idx="1461">
                        <c:v>11</c:v>
                      </c:pt>
                      <c:pt idx="1462">
                        <c:v>11</c:v>
                      </c:pt>
                      <c:pt idx="1463">
                        <c:v>11</c:v>
                      </c:pt>
                      <c:pt idx="1464">
                        <c:v>11</c:v>
                      </c:pt>
                      <c:pt idx="1465">
                        <c:v>11</c:v>
                      </c:pt>
                      <c:pt idx="1466">
                        <c:v>11</c:v>
                      </c:pt>
                      <c:pt idx="1467">
                        <c:v>11</c:v>
                      </c:pt>
                      <c:pt idx="1468">
                        <c:v>11</c:v>
                      </c:pt>
                      <c:pt idx="1469">
                        <c:v>11</c:v>
                      </c:pt>
                      <c:pt idx="1470">
                        <c:v>11</c:v>
                      </c:pt>
                      <c:pt idx="1471">
                        <c:v>11</c:v>
                      </c:pt>
                      <c:pt idx="1472">
                        <c:v>11</c:v>
                      </c:pt>
                      <c:pt idx="1473">
                        <c:v>11</c:v>
                      </c:pt>
                      <c:pt idx="1474">
                        <c:v>11</c:v>
                      </c:pt>
                      <c:pt idx="1475">
                        <c:v>11</c:v>
                      </c:pt>
                      <c:pt idx="1476">
                        <c:v>11</c:v>
                      </c:pt>
                      <c:pt idx="1477">
                        <c:v>11</c:v>
                      </c:pt>
                      <c:pt idx="1478">
                        <c:v>11</c:v>
                      </c:pt>
                      <c:pt idx="1479">
                        <c:v>11</c:v>
                      </c:pt>
                      <c:pt idx="1480">
                        <c:v>11</c:v>
                      </c:pt>
                      <c:pt idx="1481">
                        <c:v>11</c:v>
                      </c:pt>
                      <c:pt idx="1482">
                        <c:v>11</c:v>
                      </c:pt>
                      <c:pt idx="1483">
                        <c:v>11</c:v>
                      </c:pt>
                      <c:pt idx="1484">
                        <c:v>11</c:v>
                      </c:pt>
                      <c:pt idx="1485">
                        <c:v>11</c:v>
                      </c:pt>
                      <c:pt idx="1486">
                        <c:v>11</c:v>
                      </c:pt>
                      <c:pt idx="1487">
                        <c:v>11</c:v>
                      </c:pt>
                      <c:pt idx="1488">
                        <c:v>11</c:v>
                      </c:pt>
                      <c:pt idx="1489">
                        <c:v>11</c:v>
                      </c:pt>
                      <c:pt idx="1490">
                        <c:v>11</c:v>
                      </c:pt>
                      <c:pt idx="1491">
                        <c:v>11</c:v>
                      </c:pt>
                      <c:pt idx="1492">
                        <c:v>11</c:v>
                      </c:pt>
                      <c:pt idx="1493">
                        <c:v>9.5</c:v>
                      </c:pt>
                      <c:pt idx="1494">
                        <c:v>9.5</c:v>
                      </c:pt>
                      <c:pt idx="1495">
                        <c:v>9.5</c:v>
                      </c:pt>
                      <c:pt idx="1496">
                        <c:v>9.5</c:v>
                      </c:pt>
                      <c:pt idx="1497">
                        <c:v>9.5</c:v>
                      </c:pt>
                      <c:pt idx="1498">
                        <c:v>9.5</c:v>
                      </c:pt>
                      <c:pt idx="1499">
                        <c:v>9.5</c:v>
                      </c:pt>
                      <c:pt idx="1500">
                        <c:v>9.5</c:v>
                      </c:pt>
                      <c:pt idx="1501">
                        <c:v>9.5</c:v>
                      </c:pt>
                      <c:pt idx="1502">
                        <c:v>9.5</c:v>
                      </c:pt>
                      <c:pt idx="1503">
                        <c:v>9.5</c:v>
                      </c:pt>
                      <c:pt idx="1504">
                        <c:v>9.5</c:v>
                      </c:pt>
                      <c:pt idx="1505">
                        <c:v>9.5</c:v>
                      </c:pt>
                      <c:pt idx="1506">
                        <c:v>9.5</c:v>
                      </c:pt>
                      <c:pt idx="1507">
                        <c:v>9.5</c:v>
                      </c:pt>
                      <c:pt idx="1508">
                        <c:v>9.5</c:v>
                      </c:pt>
                      <c:pt idx="1509">
                        <c:v>9.5</c:v>
                      </c:pt>
                      <c:pt idx="1510">
                        <c:v>9.5</c:v>
                      </c:pt>
                      <c:pt idx="1511">
                        <c:v>9.5</c:v>
                      </c:pt>
                      <c:pt idx="1512">
                        <c:v>9.5</c:v>
                      </c:pt>
                      <c:pt idx="1513">
                        <c:v>9.5</c:v>
                      </c:pt>
                      <c:pt idx="1514">
                        <c:v>9.5</c:v>
                      </c:pt>
                      <c:pt idx="1515">
                        <c:v>9.5</c:v>
                      </c:pt>
                      <c:pt idx="1516">
                        <c:v>9.5</c:v>
                      </c:pt>
                      <c:pt idx="1517">
                        <c:v>9.5</c:v>
                      </c:pt>
                      <c:pt idx="1518">
                        <c:v>9.5</c:v>
                      </c:pt>
                      <c:pt idx="1519">
                        <c:v>9.5</c:v>
                      </c:pt>
                      <c:pt idx="1520">
                        <c:v>9.5</c:v>
                      </c:pt>
                      <c:pt idx="1521">
                        <c:v>9.5</c:v>
                      </c:pt>
                      <c:pt idx="1522">
                        <c:v>9.5</c:v>
                      </c:pt>
                      <c:pt idx="1523">
                        <c:v>9.5</c:v>
                      </c:pt>
                      <c:pt idx="1524">
                        <c:v>9.5</c:v>
                      </c:pt>
                      <c:pt idx="1525">
                        <c:v>9.5</c:v>
                      </c:pt>
                      <c:pt idx="1526">
                        <c:v>9.5</c:v>
                      </c:pt>
                      <c:pt idx="1527">
                        <c:v>9.5</c:v>
                      </c:pt>
                      <c:pt idx="1528">
                        <c:v>9.5</c:v>
                      </c:pt>
                      <c:pt idx="1529">
                        <c:v>9.5</c:v>
                      </c:pt>
                      <c:pt idx="1530">
                        <c:v>9.5</c:v>
                      </c:pt>
                      <c:pt idx="1531">
                        <c:v>9.5</c:v>
                      </c:pt>
                      <c:pt idx="1532">
                        <c:v>9.5</c:v>
                      </c:pt>
                      <c:pt idx="1533">
                        <c:v>9.5</c:v>
                      </c:pt>
                      <c:pt idx="1534">
                        <c:v>9.5</c:v>
                      </c:pt>
                      <c:pt idx="1535">
                        <c:v>9.5</c:v>
                      </c:pt>
                      <c:pt idx="1536">
                        <c:v>9.5</c:v>
                      </c:pt>
                      <c:pt idx="1537">
                        <c:v>9.5</c:v>
                      </c:pt>
                      <c:pt idx="1538">
                        <c:v>9.5</c:v>
                      </c:pt>
                      <c:pt idx="1539">
                        <c:v>9.5</c:v>
                      </c:pt>
                      <c:pt idx="1540">
                        <c:v>9.5</c:v>
                      </c:pt>
                      <c:pt idx="1541">
                        <c:v>9.5</c:v>
                      </c:pt>
                      <c:pt idx="1542">
                        <c:v>9.5</c:v>
                      </c:pt>
                      <c:pt idx="1543">
                        <c:v>9.5</c:v>
                      </c:pt>
                      <c:pt idx="1544">
                        <c:v>9.5</c:v>
                      </c:pt>
                      <c:pt idx="1545">
                        <c:v>9.5</c:v>
                      </c:pt>
                      <c:pt idx="1546">
                        <c:v>9.5</c:v>
                      </c:pt>
                      <c:pt idx="1547">
                        <c:v>9.5</c:v>
                      </c:pt>
                      <c:pt idx="1548">
                        <c:v>9.5</c:v>
                      </c:pt>
                      <c:pt idx="1549">
                        <c:v>9.5</c:v>
                      </c:pt>
                      <c:pt idx="1550">
                        <c:v>9.5</c:v>
                      </c:pt>
                      <c:pt idx="1551">
                        <c:v>9.5</c:v>
                      </c:pt>
                      <c:pt idx="1552">
                        <c:v>9.5</c:v>
                      </c:pt>
                      <c:pt idx="1553">
                        <c:v>9.5</c:v>
                      </c:pt>
                      <c:pt idx="1554">
                        <c:v>9.5</c:v>
                      </c:pt>
                      <c:pt idx="1555">
                        <c:v>9.5</c:v>
                      </c:pt>
                      <c:pt idx="1556">
                        <c:v>9.5</c:v>
                      </c:pt>
                      <c:pt idx="1557">
                        <c:v>9.5</c:v>
                      </c:pt>
                      <c:pt idx="1558">
                        <c:v>9.5</c:v>
                      </c:pt>
                      <c:pt idx="1559">
                        <c:v>9.5</c:v>
                      </c:pt>
                      <c:pt idx="1560">
                        <c:v>9.5</c:v>
                      </c:pt>
                      <c:pt idx="1561">
                        <c:v>9.5</c:v>
                      </c:pt>
                      <c:pt idx="1562">
                        <c:v>9.5</c:v>
                      </c:pt>
                      <c:pt idx="1563">
                        <c:v>9.5</c:v>
                      </c:pt>
                      <c:pt idx="1564">
                        <c:v>9.5</c:v>
                      </c:pt>
                      <c:pt idx="1565">
                        <c:v>9.5</c:v>
                      </c:pt>
                      <c:pt idx="1566">
                        <c:v>9.5</c:v>
                      </c:pt>
                      <c:pt idx="1567">
                        <c:v>9.5</c:v>
                      </c:pt>
                      <c:pt idx="1568">
                        <c:v>9.5</c:v>
                      </c:pt>
                      <c:pt idx="1569">
                        <c:v>9.5</c:v>
                      </c:pt>
                      <c:pt idx="1570">
                        <c:v>9.5</c:v>
                      </c:pt>
                      <c:pt idx="1571">
                        <c:v>9.5</c:v>
                      </c:pt>
                      <c:pt idx="1572">
                        <c:v>9.5</c:v>
                      </c:pt>
                      <c:pt idx="1573">
                        <c:v>9.5</c:v>
                      </c:pt>
                      <c:pt idx="1574">
                        <c:v>9.5</c:v>
                      </c:pt>
                      <c:pt idx="1575">
                        <c:v>9.5</c:v>
                      </c:pt>
                      <c:pt idx="1576">
                        <c:v>9.5</c:v>
                      </c:pt>
                      <c:pt idx="1577">
                        <c:v>9.5</c:v>
                      </c:pt>
                      <c:pt idx="1578">
                        <c:v>9.5</c:v>
                      </c:pt>
                      <c:pt idx="1579">
                        <c:v>9.5</c:v>
                      </c:pt>
                      <c:pt idx="1580">
                        <c:v>9.5</c:v>
                      </c:pt>
                      <c:pt idx="1581">
                        <c:v>9.5</c:v>
                      </c:pt>
                      <c:pt idx="1582">
                        <c:v>9.5</c:v>
                      </c:pt>
                      <c:pt idx="1583">
                        <c:v>9.5</c:v>
                      </c:pt>
                      <c:pt idx="1584">
                        <c:v>9.5</c:v>
                      </c:pt>
                      <c:pt idx="1585">
                        <c:v>9.5</c:v>
                      </c:pt>
                      <c:pt idx="1586">
                        <c:v>9.5</c:v>
                      </c:pt>
                      <c:pt idx="1587">
                        <c:v>9.5</c:v>
                      </c:pt>
                      <c:pt idx="1588">
                        <c:v>9.5</c:v>
                      </c:pt>
                      <c:pt idx="1589">
                        <c:v>9.5</c:v>
                      </c:pt>
                      <c:pt idx="1590">
                        <c:v>9.5</c:v>
                      </c:pt>
                      <c:pt idx="1591">
                        <c:v>9.5</c:v>
                      </c:pt>
                      <c:pt idx="1592">
                        <c:v>9.5</c:v>
                      </c:pt>
                      <c:pt idx="1593">
                        <c:v>9.5</c:v>
                      </c:pt>
                      <c:pt idx="1594">
                        <c:v>9.5</c:v>
                      </c:pt>
                      <c:pt idx="1595">
                        <c:v>9.5</c:v>
                      </c:pt>
                      <c:pt idx="1596">
                        <c:v>9.5</c:v>
                      </c:pt>
                      <c:pt idx="1597">
                        <c:v>9.5</c:v>
                      </c:pt>
                      <c:pt idx="1598">
                        <c:v>9.5</c:v>
                      </c:pt>
                      <c:pt idx="1599">
                        <c:v>9.5</c:v>
                      </c:pt>
                      <c:pt idx="1600">
                        <c:v>9.5</c:v>
                      </c:pt>
                      <c:pt idx="1601">
                        <c:v>9.5</c:v>
                      </c:pt>
                      <c:pt idx="1602">
                        <c:v>9.5</c:v>
                      </c:pt>
                      <c:pt idx="1603">
                        <c:v>9.5</c:v>
                      </c:pt>
                      <c:pt idx="1604">
                        <c:v>9.5</c:v>
                      </c:pt>
                      <c:pt idx="1605">
                        <c:v>9.5</c:v>
                      </c:pt>
                      <c:pt idx="1606">
                        <c:v>9.5</c:v>
                      </c:pt>
                      <c:pt idx="1607">
                        <c:v>9.5</c:v>
                      </c:pt>
                      <c:pt idx="1608">
                        <c:v>9.5</c:v>
                      </c:pt>
                      <c:pt idx="1609">
                        <c:v>9.5</c:v>
                      </c:pt>
                      <c:pt idx="1610">
                        <c:v>9.5</c:v>
                      </c:pt>
                      <c:pt idx="1611">
                        <c:v>9.5</c:v>
                      </c:pt>
                      <c:pt idx="1612">
                        <c:v>9.5</c:v>
                      </c:pt>
                      <c:pt idx="1613">
                        <c:v>9.5</c:v>
                      </c:pt>
                      <c:pt idx="1614">
                        <c:v>9.5</c:v>
                      </c:pt>
                      <c:pt idx="1615">
                        <c:v>9.5</c:v>
                      </c:pt>
                      <c:pt idx="1616">
                        <c:v>9.5</c:v>
                      </c:pt>
                      <c:pt idx="1617">
                        <c:v>11.5</c:v>
                      </c:pt>
                      <c:pt idx="1618">
                        <c:v>11.5</c:v>
                      </c:pt>
                      <c:pt idx="1619">
                        <c:v>11.5</c:v>
                      </c:pt>
                      <c:pt idx="1620">
                        <c:v>11.5</c:v>
                      </c:pt>
                      <c:pt idx="1621">
                        <c:v>11.5</c:v>
                      </c:pt>
                      <c:pt idx="1622">
                        <c:v>11.5</c:v>
                      </c:pt>
                      <c:pt idx="1623">
                        <c:v>11.5</c:v>
                      </c:pt>
                      <c:pt idx="1624">
                        <c:v>11.5</c:v>
                      </c:pt>
                      <c:pt idx="1625">
                        <c:v>11.5</c:v>
                      </c:pt>
                      <c:pt idx="1626">
                        <c:v>11.5</c:v>
                      </c:pt>
                      <c:pt idx="1627">
                        <c:v>11.5</c:v>
                      </c:pt>
                      <c:pt idx="1628">
                        <c:v>11.5</c:v>
                      </c:pt>
                      <c:pt idx="1629">
                        <c:v>11.5</c:v>
                      </c:pt>
                      <c:pt idx="1630">
                        <c:v>11.5</c:v>
                      </c:pt>
                      <c:pt idx="1631">
                        <c:v>11.5</c:v>
                      </c:pt>
                      <c:pt idx="1632">
                        <c:v>11.5</c:v>
                      </c:pt>
                      <c:pt idx="1633">
                        <c:v>11.5</c:v>
                      </c:pt>
                      <c:pt idx="1634">
                        <c:v>11.5</c:v>
                      </c:pt>
                      <c:pt idx="1635">
                        <c:v>11.5</c:v>
                      </c:pt>
                      <c:pt idx="1636">
                        <c:v>11.5</c:v>
                      </c:pt>
                      <c:pt idx="1637">
                        <c:v>11.5</c:v>
                      </c:pt>
                      <c:pt idx="1638">
                        <c:v>11.5</c:v>
                      </c:pt>
                      <c:pt idx="1639">
                        <c:v>11.5</c:v>
                      </c:pt>
                      <c:pt idx="1640">
                        <c:v>11.5</c:v>
                      </c:pt>
                      <c:pt idx="1641">
                        <c:v>11.5</c:v>
                      </c:pt>
                      <c:pt idx="1642">
                        <c:v>11.5</c:v>
                      </c:pt>
                      <c:pt idx="1643">
                        <c:v>11.5</c:v>
                      </c:pt>
                      <c:pt idx="1644">
                        <c:v>11.5</c:v>
                      </c:pt>
                      <c:pt idx="1645">
                        <c:v>11.5</c:v>
                      </c:pt>
                      <c:pt idx="1646">
                        <c:v>11.5</c:v>
                      </c:pt>
                      <c:pt idx="1647">
                        <c:v>11.5</c:v>
                      </c:pt>
                      <c:pt idx="1648">
                        <c:v>11.5</c:v>
                      </c:pt>
                      <c:pt idx="1649">
                        <c:v>11.5</c:v>
                      </c:pt>
                      <c:pt idx="1650">
                        <c:v>11.5</c:v>
                      </c:pt>
                      <c:pt idx="1651">
                        <c:v>11.5</c:v>
                      </c:pt>
                      <c:pt idx="1652">
                        <c:v>11.5</c:v>
                      </c:pt>
                      <c:pt idx="1653">
                        <c:v>11.5</c:v>
                      </c:pt>
                      <c:pt idx="1654">
                        <c:v>11.5</c:v>
                      </c:pt>
                      <c:pt idx="1655">
                        <c:v>11.5</c:v>
                      </c:pt>
                      <c:pt idx="1656">
                        <c:v>11.5</c:v>
                      </c:pt>
                      <c:pt idx="1657">
                        <c:v>11.5</c:v>
                      </c:pt>
                      <c:pt idx="1658">
                        <c:v>11.5</c:v>
                      </c:pt>
                      <c:pt idx="1659">
                        <c:v>11.5</c:v>
                      </c:pt>
                      <c:pt idx="1660">
                        <c:v>11.5</c:v>
                      </c:pt>
                      <c:pt idx="1661">
                        <c:v>11.5</c:v>
                      </c:pt>
                      <c:pt idx="1662">
                        <c:v>11.5</c:v>
                      </c:pt>
                      <c:pt idx="1663">
                        <c:v>11.5</c:v>
                      </c:pt>
                      <c:pt idx="1664">
                        <c:v>11.5</c:v>
                      </c:pt>
                      <c:pt idx="1665">
                        <c:v>11.5</c:v>
                      </c:pt>
                      <c:pt idx="1666">
                        <c:v>11.5</c:v>
                      </c:pt>
                      <c:pt idx="1667">
                        <c:v>11.5</c:v>
                      </c:pt>
                      <c:pt idx="1668">
                        <c:v>11.5</c:v>
                      </c:pt>
                      <c:pt idx="1669">
                        <c:v>11.5</c:v>
                      </c:pt>
                      <c:pt idx="1670">
                        <c:v>11.5</c:v>
                      </c:pt>
                      <c:pt idx="1671">
                        <c:v>11.5</c:v>
                      </c:pt>
                      <c:pt idx="1672">
                        <c:v>11.5</c:v>
                      </c:pt>
                      <c:pt idx="1673">
                        <c:v>11.5</c:v>
                      </c:pt>
                      <c:pt idx="1674">
                        <c:v>11.5</c:v>
                      </c:pt>
                      <c:pt idx="1675">
                        <c:v>11.5</c:v>
                      </c:pt>
                      <c:pt idx="1676">
                        <c:v>11.5</c:v>
                      </c:pt>
                      <c:pt idx="1677">
                        <c:v>11.5</c:v>
                      </c:pt>
                      <c:pt idx="1678">
                        <c:v>11.5</c:v>
                      </c:pt>
                      <c:pt idx="1679">
                        <c:v>11.5</c:v>
                      </c:pt>
                      <c:pt idx="1680">
                        <c:v>11.5</c:v>
                      </c:pt>
                      <c:pt idx="1681">
                        <c:v>11.5</c:v>
                      </c:pt>
                      <c:pt idx="1682">
                        <c:v>12.5</c:v>
                      </c:pt>
                      <c:pt idx="1683">
                        <c:v>12.5</c:v>
                      </c:pt>
                      <c:pt idx="1684">
                        <c:v>12.5</c:v>
                      </c:pt>
                      <c:pt idx="1685">
                        <c:v>12.5</c:v>
                      </c:pt>
                      <c:pt idx="1686">
                        <c:v>12.5</c:v>
                      </c:pt>
                      <c:pt idx="1687">
                        <c:v>12.5</c:v>
                      </c:pt>
                      <c:pt idx="1688">
                        <c:v>12.5</c:v>
                      </c:pt>
                      <c:pt idx="1689">
                        <c:v>12.5</c:v>
                      </c:pt>
                      <c:pt idx="1690">
                        <c:v>12.5</c:v>
                      </c:pt>
                      <c:pt idx="1691">
                        <c:v>12.5</c:v>
                      </c:pt>
                      <c:pt idx="1692">
                        <c:v>12.5</c:v>
                      </c:pt>
                      <c:pt idx="1693">
                        <c:v>12.5</c:v>
                      </c:pt>
                      <c:pt idx="1694">
                        <c:v>12.5</c:v>
                      </c:pt>
                      <c:pt idx="1695">
                        <c:v>12.5</c:v>
                      </c:pt>
                      <c:pt idx="1696">
                        <c:v>12.5</c:v>
                      </c:pt>
                      <c:pt idx="1697">
                        <c:v>12.5</c:v>
                      </c:pt>
                      <c:pt idx="1698">
                        <c:v>12.5</c:v>
                      </c:pt>
                      <c:pt idx="1699">
                        <c:v>12.5</c:v>
                      </c:pt>
                      <c:pt idx="1700">
                        <c:v>12.5</c:v>
                      </c:pt>
                      <c:pt idx="1701">
                        <c:v>12.5</c:v>
                      </c:pt>
                      <c:pt idx="1702">
                        <c:v>12.5</c:v>
                      </c:pt>
                      <c:pt idx="1703">
                        <c:v>12.5</c:v>
                      </c:pt>
                      <c:pt idx="1704">
                        <c:v>12.5</c:v>
                      </c:pt>
                      <c:pt idx="1705">
                        <c:v>12.5</c:v>
                      </c:pt>
                      <c:pt idx="1706">
                        <c:v>12.5</c:v>
                      </c:pt>
                      <c:pt idx="1707">
                        <c:v>12.5</c:v>
                      </c:pt>
                      <c:pt idx="1708">
                        <c:v>12.5</c:v>
                      </c:pt>
                      <c:pt idx="1709">
                        <c:v>12.5</c:v>
                      </c:pt>
                      <c:pt idx="1710">
                        <c:v>12.5</c:v>
                      </c:pt>
                      <c:pt idx="1711">
                        <c:v>12.5</c:v>
                      </c:pt>
                      <c:pt idx="1712">
                        <c:v>12.5</c:v>
                      </c:pt>
                      <c:pt idx="1713">
                        <c:v>12.5</c:v>
                      </c:pt>
                      <c:pt idx="1714">
                        <c:v>12.5</c:v>
                      </c:pt>
                      <c:pt idx="1715">
                        <c:v>12.5</c:v>
                      </c:pt>
                      <c:pt idx="1716">
                        <c:v>12.5</c:v>
                      </c:pt>
                      <c:pt idx="1717">
                        <c:v>12.5</c:v>
                      </c:pt>
                      <c:pt idx="1718">
                        <c:v>12.5</c:v>
                      </c:pt>
                      <c:pt idx="1719">
                        <c:v>12.5</c:v>
                      </c:pt>
                      <c:pt idx="1720">
                        <c:v>12.5</c:v>
                      </c:pt>
                      <c:pt idx="1721">
                        <c:v>12.5</c:v>
                      </c:pt>
                      <c:pt idx="1722">
                        <c:v>12.5</c:v>
                      </c:pt>
                      <c:pt idx="1723">
                        <c:v>12.5</c:v>
                      </c:pt>
                      <c:pt idx="1724">
                        <c:v>12.5</c:v>
                      </c:pt>
                      <c:pt idx="1725">
                        <c:v>12.5</c:v>
                      </c:pt>
                      <c:pt idx="1726">
                        <c:v>12.5</c:v>
                      </c:pt>
                      <c:pt idx="1727">
                        <c:v>12.5</c:v>
                      </c:pt>
                      <c:pt idx="1728">
                        <c:v>12.5</c:v>
                      </c:pt>
                      <c:pt idx="1729">
                        <c:v>12.5</c:v>
                      </c:pt>
                      <c:pt idx="1730">
                        <c:v>12.5</c:v>
                      </c:pt>
                      <c:pt idx="1731">
                        <c:v>12.5</c:v>
                      </c:pt>
                      <c:pt idx="1732">
                        <c:v>12.5</c:v>
                      </c:pt>
                      <c:pt idx="1733">
                        <c:v>12.5</c:v>
                      </c:pt>
                      <c:pt idx="1734">
                        <c:v>12.5</c:v>
                      </c:pt>
                      <c:pt idx="1735">
                        <c:v>12.5</c:v>
                      </c:pt>
                      <c:pt idx="1736">
                        <c:v>12.5</c:v>
                      </c:pt>
                      <c:pt idx="1737">
                        <c:v>12.5</c:v>
                      </c:pt>
                      <c:pt idx="1738">
                        <c:v>12.5</c:v>
                      </c:pt>
                      <c:pt idx="1739">
                        <c:v>12.5</c:v>
                      </c:pt>
                      <c:pt idx="1740">
                        <c:v>12.5</c:v>
                      </c:pt>
                      <c:pt idx="1741">
                        <c:v>12.5</c:v>
                      </c:pt>
                      <c:pt idx="1742">
                        <c:v>12.5</c:v>
                      </c:pt>
                      <c:pt idx="1743">
                        <c:v>12.5</c:v>
                      </c:pt>
                      <c:pt idx="1744">
                        <c:v>12.5</c:v>
                      </c:pt>
                      <c:pt idx="1745">
                        <c:v>12.5</c:v>
                      </c:pt>
                      <c:pt idx="1746">
                        <c:v>12.5</c:v>
                      </c:pt>
                      <c:pt idx="1747">
                        <c:v>13.5</c:v>
                      </c:pt>
                      <c:pt idx="1748">
                        <c:v>13.5</c:v>
                      </c:pt>
                      <c:pt idx="1749">
                        <c:v>13.5</c:v>
                      </c:pt>
                      <c:pt idx="1750">
                        <c:v>13.5</c:v>
                      </c:pt>
                      <c:pt idx="1751">
                        <c:v>13.5</c:v>
                      </c:pt>
                      <c:pt idx="1752">
                        <c:v>13.5</c:v>
                      </c:pt>
                      <c:pt idx="1753">
                        <c:v>13.5</c:v>
                      </c:pt>
                      <c:pt idx="1754">
                        <c:v>13.5</c:v>
                      </c:pt>
                      <c:pt idx="1755">
                        <c:v>13.5</c:v>
                      </c:pt>
                      <c:pt idx="1756">
                        <c:v>13.5</c:v>
                      </c:pt>
                      <c:pt idx="1757">
                        <c:v>13.5</c:v>
                      </c:pt>
                      <c:pt idx="1758">
                        <c:v>13.5</c:v>
                      </c:pt>
                      <c:pt idx="1759">
                        <c:v>13.5</c:v>
                      </c:pt>
                      <c:pt idx="1760">
                        <c:v>13.5</c:v>
                      </c:pt>
                      <c:pt idx="1761">
                        <c:v>13.5</c:v>
                      </c:pt>
                      <c:pt idx="1762">
                        <c:v>13.5</c:v>
                      </c:pt>
                      <c:pt idx="1763">
                        <c:v>13.5</c:v>
                      </c:pt>
                      <c:pt idx="1764">
                        <c:v>13.5</c:v>
                      </c:pt>
                      <c:pt idx="1765">
                        <c:v>13.5</c:v>
                      </c:pt>
                      <c:pt idx="1766">
                        <c:v>13.5</c:v>
                      </c:pt>
                      <c:pt idx="1767">
                        <c:v>13.5</c:v>
                      </c:pt>
                      <c:pt idx="1768">
                        <c:v>13.5</c:v>
                      </c:pt>
                      <c:pt idx="1769">
                        <c:v>13.5</c:v>
                      </c:pt>
                      <c:pt idx="1770">
                        <c:v>13.5</c:v>
                      </c:pt>
                      <c:pt idx="1771">
                        <c:v>13.5</c:v>
                      </c:pt>
                      <c:pt idx="1772">
                        <c:v>13.5</c:v>
                      </c:pt>
                      <c:pt idx="1773">
                        <c:v>13.5</c:v>
                      </c:pt>
                      <c:pt idx="1774">
                        <c:v>13.5</c:v>
                      </c:pt>
                      <c:pt idx="1775">
                        <c:v>13.5</c:v>
                      </c:pt>
                      <c:pt idx="1776">
                        <c:v>13.5</c:v>
                      </c:pt>
                      <c:pt idx="1777">
                        <c:v>13.5</c:v>
                      </c:pt>
                      <c:pt idx="1778">
                        <c:v>13.5</c:v>
                      </c:pt>
                      <c:pt idx="1779">
                        <c:v>13.5</c:v>
                      </c:pt>
                      <c:pt idx="1780">
                        <c:v>13.5</c:v>
                      </c:pt>
                      <c:pt idx="1781">
                        <c:v>13.5</c:v>
                      </c:pt>
                      <c:pt idx="1782">
                        <c:v>13.5</c:v>
                      </c:pt>
                      <c:pt idx="1783">
                        <c:v>13.5</c:v>
                      </c:pt>
                      <c:pt idx="1784">
                        <c:v>13.5</c:v>
                      </c:pt>
                      <c:pt idx="1785">
                        <c:v>13.5</c:v>
                      </c:pt>
                      <c:pt idx="1786">
                        <c:v>13.5</c:v>
                      </c:pt>
                      <c:pt idx="1787">
                        <c:v>13.5</c:v>
                      </c:pt>
                      <c:pt idx="1788">
                        <c:v>13.5</c:v>
                      </c:pt>
                      <c:pt idx="1789">
                        <c:v>13.5</c:v>
                      </c:pt>
                      <c:pt idx="1790">
                        <c:v>13.5</c:v>
                      </c:pt>
                      <c:pt idx="1791">
                        <c:v>13.5</c:v>
                      </c:pt>
                      <c:pt idx="1792">
                        <c:v>13.5</c:v>
                      </c:pt>
                      <c:pt idx="1793">
                        <c:v>13.5</c:v>
                      </c:pt>
                      <c:pt idx="1794">
                        <c:v>13.5</c:v>
                      </c:pt>
                      <c:pt idx="1795">
                        <c:v>13.5</c:v>
                      </c:pt>
                      <c:pt idx="1796">
                        <c:v>13.5</c:v>
                      </c:pt>
                      <c:pt idx="1797">
                        <c:v>13.5</c:v>
                      </c:pt>
                      <c:pt idx="1798">
                        <c:v>13.5</c:v>
                      </c:pt>
                      <c:pt idx="1799">
                        <c:v>13.5</c:v>
                      </c:pt>
                      <c:pt idx="1800">
                        <c:v>13.5</c:v>
                      </c:pt>
                      <c:pt idx="1801">
                        <c:v>13.5</c:v>
                      </c:pt>
                      <c:pt idx="1802">
                        <c:v>13.5</c:v>
                      </c:pt>
                      <c:pt idx="1803">
                        <c:v>13.5</c:v>
                      </c:pt>
                      <c:pt idx="1804">
                        <c:v>13.5</c:v>
                      </c:pt>
                      <c:pt idx="1805">
                        <c:v>13.5</c:v>
                      </c:pt>
                      <c:pt idx="1806">
                        <c:v>13.5</c:v>
                      </c:pt>
                      <c:pt idx="1807">
                        <c:v>13.5</c:v>
                      </c:pt>
                      <c:pt idx="1808">
                        <c:v>13.5</c:v>
                      </c:pt>
                      <c:pt idx="1809">
                        <c:v>13.5</c:v>
                      </c:pt>
                      <c:pt idx="1810">
                        <c:v>13.5</c:v>
                      </c:pt>
                      <c:pt idx="1811">
                        <c:v>13.5</c:v>
                      </c:pt>
                      <c:pt idx="1812">
                        <c:v>13.5</c:v>
                      </c:pt>
                      <c:pt idx="1813">
                        <c:v>13.5</c:v>
                      </c:pt>
                      <c:pt idx="1814">
                        <c:v>13.5</c:v>
                      </c:pt>
                      <c:pt idx="1815">
                        <c:v>13.5</c:v>
                      </c:pt>
                      <c:pt idx="1816">
                        <c:v>13.5</c:v>
                      </c:pt>
                      <c:pt idx="1817">
                        <c:v>13.5</c:v>
                      </c:pt>
                      <c:pt idx="1818">
                        <c:v>13.5</c:v>
                      </c:pt>
                      <c:pt idx="1819">
                        <c:v>13.5</c:v>
                      </c:pt>
                      <c:pt idx="1820">
                        <c:v>13.5</c:v>
                      </c:pt>
                      <c:pt idx="1821">
                        <c:v>13.5</c:v>
                      </c:pt>
                      <c:pt idx="1822">
                        <c:v>13.5</c:v>
                      </c:pt>
                      <c:pt idx="1823">
                        <c:v>13.5</c:v>
                      </c:pt>
                      <c:pt idx="1824">
                        <c:v>13.5</c:v>
                      </c:pt>
                      <c:pt idx="1825">
                        <c:v>13.5</c:v>
                      </c:pt>
                      <c:pt idx="1826">
                        <c:v>13.5</c:v>
                      </c:pt>
                      <c:pt idx="1827">
                        <c:v>13.5</c:v>
                      </c:pt>
                      <c:pt idx="1828">
                        <c:v>13.5</c:v>
                      </c:pt>
                      <c:pt idx="1829">
                        <c:v>13.5</c:v>
                      </c:pt>
                      <c:pt idx="1830">
                        <c:v>13.5</c:v>
                      </c:pt>
                      <c:pt idx="1831">
                        <c:v>13.5</c:v>
                      </c:pt>
                      <c:pt idx="1832">
                        <c:v>13.5</c:v>
                      </c:pt>
                      <c:pt idx="1833">
                        <c:v>13.5</c:v>
                      </c:pt>
                      <c:pt idx="1834">
                        <c:v>13.5</c:v>
                      </c:pt>
                      <c:pt idx="1835">
                        <c:v>13.5</c:v>
                      </c:pt>
                      <c:pt idx="1836">
                        <c:v>13.5</c:v>
                      </c:pt>
                      <c:pt idx="1837">
                        <c:v>13.5</c:v>
                      </c:pt>
                      <c:pt idx="1838">
                        <c:v>13.5</c:v>
                      </c:pt>
                      <c:pt idx="1839">
                        <c:v>13.5</c:v>
                      </c:pt>
                      <c:pt idx="1840">
                        <c:v>13.5</c:v>
                      </c:pt>
                      <c:pt idx="1841">
                        <c:v>13.5</c:v>
                      </c:pt>
                      <c:pt idx="1842">
                        <c:v>13.5</c:v>
                      </c:pt>
                      <c:pt idx="1843">
                        <c:v>13.5</c:v>
                      </c:pt>
                      <c:pt idx="1844">
                        <c:v>13.5</c:v>
                      </c:pt>
                      <c:pt idx="1845">
                        <c:v>13.5</c:v>
                      </c:pt>
                      <c:pt idx="1846">
                        <c:v>13.5</c:v>
                      </c:pt>
                      <c:pt idx="1847">
                        <c:v>13.5</c:v>
                      </c:pt>
                      <c:pt idx="1848">
                        <c:v>13.5</c:v>
                      </c:pt>
                      <c:pt idx="1849">
                        <c:v>13.5</c:v>
                      </c:pt>
                      <c:pt idx="1850">
                        <c:v>13.5</c:v>
                      </c:pt>
                      <c:pt idx="1851">
                        <c:v>13.5</c:v>
                      </c:pt>
                      <c:pt idx="1852">
                        <c:v>13.5</c:v>
                      </c:pt>
                      <c:pt idx="1853">
                        <c:v>13.5</c:v>
                      </c:pt>
                      <c:pt idx="1854">
                        <c:v>13.5</c:v>
                      </c:pt>
                      <c:pt idx="1855">
                        <c:v>13.5</c:v>
                      </c:pt>
                      <c:pt idx="1856">
                        <c:v>13.5</c:v>
                      </c:pt>
                      <c:pt idx="1857">
                        <c:v>13.5</c:v>
                      </c:pt>
                      <c:pt idx="1858">
                        <c:v>13.5</c:v>
                      </c:pt>
                      <c:pt idx="1859">
                        <c:v>13.5</c:v>
                      </c:pt>
                      <c:pt idx="1860">
                        <c:v>13.5</c:v>
                      </c:pt>
                      <c:pt idx="1861">
                        <c:v>13.5</c:v>
                      </c:pt>
                      <c:pt idx="1862">
                        <c:v>13.5</c:v>
                      </c:pt>
                      <c:pt idx="1863">
                        <c:v>13.5</c:v>
                      </c:pt>
                      <c:pt idx="1864">
                        <c:v>13.5</c:v>
                      </c:pt>
                      <c:pt idx="1865">
                        <c:v>13.5</c:v>
                      </c:pt>
                      <c:pt idx="1866">
                        <c:v>13.5</c:v>
                      </c:pt>
                      <c:pt idx="1867">
                        <c:v>13.5</c:v>
                      </c:pt>
                      <c:pt idx="1868">
                        <c:v>13.5</c:v>
                      </c:pt>
                      <c:pt idx="1869">
                        <c:v>13.5</c:v>
                      </c:pt>
                      <c:pt idx="1870">
                        <c:v>13.5</c:v>
                      </c:pt>
                      <c:pt idx="1871">
                        <c:v>13.5</c:v>
                      </c:pt>
                      <c:pt idx="1872">
                        <c:v>13.5</c:v>
                      </c:pt>
                      <c:pt idx="1873">
                        <c:v>13.5</c:v>
                      </c:pt>
                      <c:pt idx="1874">
                        <c:v>13.5</c:v>
                      </c:pt>
                      <c:pt idx="1875">
                        <c:v>13.5</c:v>
                      </c:pt>
                      <c:pt idx="1876">
                        <c:v>13.5</c:v>
                      </c:pt>
                      <c:pt idx="1877">
                        <c:v>13.5</c:v>
                      </c:pt>
                      <c:pt idx="1878">
                        <c:v>13.5</c:v>
                      </c:pt>
                      <c:pt idx="1879">
                        <c:v>13.5</c:v>
                      </c:pt>
                      <c:pt idx="1880">
                        <c:v>13.5</c:v>
                      </c:pt>
                      <c:pt idx="1881">
                        <c:v>13.5</c:v>
                      </c:pt>
                      <c:pt idx="1882">
                        <c:v>13.5</c:v>
                      </c:pt>
                      <c:pt idx="1883">
                        <c:v>13.5</c:v>
                      </c:pt>
                      <c:pt idx="1884">
                        <c:v>13.5</c:v>
                      </c:pt>
                      <c:pt idx="1885">
                        <c:v>13.5</c:v>
                      </c:pt>
                      <c:pt idx="1886">
                        <c:v>13.5</c:v>
                      </c:pt>
                      <c:pt idx="1887">
                        <c:v>13.5</c:v>
                      </c:pt>
                      <c:pt idx="1888">
                        <c:v>13.5</c:v>
                      </c:pt>
                      <c:pt idx="1889">
                        <c:v>13.5</c:v>
                      </c:pt>
                      <c:pt idx="1890">
                        <c:v>13.5</c:v>
                      </c:pt>
                      <c:pt idx="1891">
                        <c:v>13.5</c:v>
                      </c:pt>
                      <c:pt idx="1892">
                        <c:v>13.5</c:v>
                      </c:pt>
                      <c:pt idx="1893">
                        <c:v>13.5</c:v>
                      </c:pt>
                      <c:pt idx="1894">
                        <c:v>13.5</c:v>
                      </c:pt>
                      <c:pt idx="1895">
                        <c:v>13.5</c:v>
                      </c:pt>
                      <c:pt idx="1896">
                        <c:v>13.5</c:v>
                      </c:pt>
                      <c:pt idx="1897">
                        <c:v>13.5</c:v>
                      </c:pt>
                      <c:pt idx="1898">
                        <c:v>13.5</c:v>
                      </c:pt>
                      <c:pt idx="1899">
                        <c:v>13.5</c:v>
                      </c:pt>
                      <c:pt idx="1900">
                        <c:v>13.5</c:v>
                      </c:pt>
                      <c:pt idx="1901">
                        <c:v>13.5</c:v>
                      </c:pt>
                      <c:pt idx="1902">
                        <c:v>13.5</c:v>
                      </c:pt>
                      <c:pt idx="1903">
                        <c:v>13.5</c:v>
                      </c:pt>
                      <c:pt idx="1904">
                        <c:v>13.5</c:v>
                      </c:pt>
                      <c:pt idx="1905">
                        <c:v>13.5</c:v>
                      </c:pt>
                      <c:pt idx="1906">
                        <c:v>13.5</c:v>
                      </c:pt>
                      <c:pt idx="1907">
                        <c:v>13.5</c:v>
                      </c:pt>
                      <c:pt idx="1908">
                        <c:v>13.5</c:v>
                      </c:pt>
                      <c:pt idx="1909">
                        <c:v>13.5</c:v>
                      </c:pt>
                      <c:pt idx="1910">
                        <c:v>13.5</c:v>
                      </c:pt>
                      <c:pt idx="1911">
                        <c:v>13.5</c:v>
                      </c:pt>
                      <c:pt idx="1912">
                        <c:v>13.5</c:v>
                      </c:pt>
                      <c:pt idx="1913">
                        <c:v>13.5</c:v>
                      </c:pt>
                      <c:pt idx="1914">
                        <c:v>13.5</c:v>
                      </c:pt>
                      <c:pt idx="1915">
                        <c:v>13.5</c:v>
                      </c:pt>
                      <c:pt idx="1916">
                        <c:v>13.5</c:v>
                      </c:pt>
                      <c:pt idx="1917">
                        <c:v>13.5</c:v>
                      </c:pt>
                      <c:pt idx="1918">
                        <c:v>13.5</c:v>
                      </c:pt>
                      <c:pt idx="1919">
                        <c:v>13.5</c:v>
                      </c:pt>
                      <c:pt idx="1920">
                        <c:v>13.5</c:v>
                      </c:pt>
                      <c:pt idx="1921">
                        <c:v>13.5</c:v>
                      </c:pt>
                      <c:pt idx="1922">
                        <c:v>13.5</c:v>
                      </c:pt>
                      <c:pt idx="1923">
                        <c:v>13.5</c:v>
                      </c:pt>
                      <c:pt idx="1924">
                        <c:v>13.5</c:v>
                      </c:pt>
                      <c:pt idx="1925">
                        <c:v>13.5</c:v>
                      </c:pt>
                      <c:pt idx="1926">
                        <c:v>13.5</c:v>
                      </c:pt>
                      <c:pt idx="1927">
                        <c:v>13.5</c:v>
                      </c:pt>
                      <c:pt idx="1928">
                        <c:v>13.5</c:v>
                      </c:pt>
                      <c:pt idx="1929">
                        <c:v>13.5</c:v>
                      </c:pt>
                      <c:pt idx="1930">
                        <c:v>13.5</c:v>
                      </c:pt>
                      <c:pt idx="1931">
                        <c:v>13.5</c:v>
                      </c:pt>
                      <c:pt idx="1932">
                        <c:v>13.5</c:v>
                      </c:pt>
                      <c:pt idx="1933">
                        <c:v>13.5</c:v>
                      </c:pt>
                      <c:pt idx="1934">
                        <c:v>13.5</c:v>
                      </c:pt>
                      <c:pt idx="1935">
                        <c:v>13.5</c:v>
                      </c:pt>
                      <c:pt idx="1936">
                        <c:v>13.5</c:v>
                      </c:pt>
                      <c:pt idx="1937">
                        <c:v>13.5</c:v>
                      </c:pt>
                      <c:pt idx="1938">
                        <c:v>13.5</c:v>
                      </c:pt>
                      <c:pt idx="1939">
                        <c:v>13.5</c:v>
                      </c:pt>
                      <c:pt idx="1940">
                        <c:v>13.5</c:v>
                      </c:pt>
                      <c:pt idx="1941">
                        <c:v>13.5</c:v>
                      </c:pt>
                      <c:pt idx="1942">
                        <c:v>12</c:v>
                      </c:pt>
                      <c:pt idx="1943">
                        <c:v>12</c:v>
                      </c:pt>
                      <c:pt idx="1944">
                        <c:v>12</c:v>
                      </c:pt>
                      <c:pt idx="1945">
                        <c:v>12</c:v>
                      </c:pt>
                      <c:pt idx="1946">
                        <c:v>12</c:v>
                      </c:pt>
                      <c:pt idx="1947">
                        <c:v>12</c:v>
                      </c:pt>
                      <c:pt idx="1948">
                        <c:v>12</c:v>
                      </c:pt>
                      <c:pt idx="1949">
                        <c:v>12</c:v>
                      </c:pt>
                      <c:pt idx="1950">
                        <c:v>12</c:v>
                      </c:pt>
                      <c:pt idx="1951">
                        <c:v>12</c:v>
                      </c:pt>
                      <c:pt idx="1952">
                        <c:v>12</c:v>
                      </c:pt>
                      <c:pt idx="1953">
                        <c:v>12</c:v>
                      </c:pt>
                      <c:pt idx="1954">
                        <c:v>12</c:v>
                      </c:pt>
                      <c:pt idx="1955">
                        <c:v>12</c:v>
                      </c:pt>
                      <c:pt idx="1956">
                        <c:v>12</c:v>
                      </c:pt>
                      <c:pt idx="1957">
                        <c:v>12</c:v>
                      </c:pt>
                      <c:pt idx="1958">
                        <c:v>12</c:v>
                      </c:pt>
                      <c:pt idx="1959">
                        <c:v>12</c:v>
                      </c:pt>
                      <c:pt idx="1960">
                        <c:v>12</c:v>
                      </c:pt>
                      <c:pt idx="1961">
                        <c:v>12</c:v>
                      </c:pt>
                      <c:pt idx="1962">
                        <c:v>12</c:v>
                      </c:pt>
                      <c:pt idx="1963">
                        <c:v>12</c:v>
                      </c:pt>
                      <c:pt idx="1964">
                        <c:v>12</c:v>
                      </c:pt>
                      <c:pt idx="1965">
                        <c:v>12</c:v>
                      </c:pt>
                      <c:pt idx="1966">
                        <c:v>12</c:v>
                      </c:pt>
                      <c:pt idx="1967">
                        <c:v>12</c:v>
                      </c:pt>
                      <c:pt idx="1968">
                        <c:v>12</c:v>
                      </c:pt>
                      <c:pt idx="1969">
                        <c:v>12</c:v>
                      </c:pt>
                      <c:pt idx="1970">
                        <c:v>12</c:v>
                      </c:pt>
                      <c:pt idx="1971">
                        <c:v>12</c:v>
                      </c:pt>
                      <c:pt idx="1972">
                        <c:v>12</c:v>
                      </c:pt>
                      <c:pt idx="1973">
                        <c:v>12</c:v>
                      </c:pt>
                      <c:pt idx="1974">
                        <c:v>12</c:v>
                      </c:pt>
                      <c:pt idx="1975">
                        <c:v>12</c:v>
                      </c:pt>
                      <c:pt idx="1976">
                        <c:v>12</c:v>
                      </c:pt>
                      <c:pt idx="1977">
                        <c:v>12</c:v>
                      </c:pt>
                      <c:pt idx="1978">
                        <c:v>12</c:v>
                      </c:pt>
                      <c:pt idx="1979">
                        <c:v>12</c:v>
                      </c:pt>
                      <c:pt idx="1980">
                        <c:v>12</c:v>
                      </c:pt>
                      <c:pt idx="1981">
                        <c:v>12</c:v>
                      </c:pt>
                      <c:pt idx="1982">
                        <c:v>12</c:v>
                      </c:pt>
                      <c:pt idx="1983">
                        <c:v>12</c:v>
                      </c:pt>
                      <c:pt idx="1984">
                        <c:v>12</c:v>
                      </c:pt>
                      <c:pt idx="1985">
                        <c:v>12</c:v>
                      </c:pt>
                      <c:pt idx="1986">
                        <c:v>12</c:v>
                      </c:pt>
                      <c:pt idx="1987">
                        <c:v>11</c:v>
                      </c:pt>
                      <c:pt idx="1988">
                        <c:v>11</c:v>
                      </c:pt>
                      <c:pt idx="1989">
                        <c:v>11</c:v>
                      </c:pt>
                      <c:pt idx="1990">
                        <c:v>11</c:v>
                      </c:pt>
                      <c:pt idx="1991">
                        <c:v>11</c:v>
                      </c:pt>
                      <c:pt idx="1992">
                        <c:v>11</c:v>
                      </c:pt>
                      <c:pt idx="1993">
                        <c:v>11</c:v>
                      </c:pt>
                      <c:pt idx="1994">
                        <c:v>11</c:v>
                      </c:pt>
                      <c:pt idx="1995">
                        <c:v>11</c:v>
                      </c:pt>
                      <c:pt idx="1996">
                        <c:v>11</c:v>
                      </c:pt>
                      <c:pt idx="1997">
                        <c:v>11</c:v>
                      </c:pt>
                      <c:pt idx="1998">
                        <c:v>11</c:v>
                      </c:pt>
                      <c:pt idx="1999">
                        <c:v>11</c:v>
                      </c:pt>
                      <c:pt idx="2000">
                        <c:v>11</c:v>
                      </c:pt>
                      <c:pt idx="2001">
                        <c:v>11</c:v>
                      </c:pt>
                      <c:pt idx="2002">
                        <c:v>11</c:v>
                      </c:pt>
                      <c:pt idx="2003">
                        <c:v>11</c:v>
                      </c:pt>
                      <c:pt idx="2004">
                        <c:v>11</c:v>
                      </c:pt>
                      <c:pt idx="2005">
                        <c:v>11</c:v>
                      </c:pt>
                      <c:pt idx="2006">
                        <c:v>10</c:v>
                      </c:pt>
                      <c:pt idx="2007">
                        <c:v>10</c:v>
                      </c:pt>
                      <c:pt idx="2008">
                        <c:v>10</c:v>
                      </c:pt>
                      <c:pt idx="2009">
                        <c:v>10</c:v>
                      </c:pt>
                      <c:pt idx="2010">
                        <c:v>10</c:v>
                      </c:pt>
                      <c:pt idx="2011">
                        <c:v>10</c:v>
                      </c:pt>
                      <c:pt idx="2012">
                        <c:v>10</c:v>
                      </c:pt>
                      <c:pt idx="2013">
                        <c:v>10</c:v>
                      </c:pt>
                      <c:pt idx="2014">
                        <c:v>10</c:v>
                      </c:pt>
                      <c:pt idx="2015">
                        <c:v>10</c:v>
                      </c:pt>
                      <c:pt idx="2016">
                        <c:v>10</c:v>
                      </c:pt>
                      <c:pt idx="2017">
                        <c:v>10</c:v>
                      </c:pt>
                      <c:pt idx="2018">
                        <c:v>10</c:v>
                      </c:pt>
                      <c:pt idx="2019">
                        <c:v>10</c:v>
                      </c:pt>
                      <c:pt idx="2020">
                        <c:v>10</c:v>
                      </c:pt>
                      <c:pt idx="2021">
                        <c:v>10</c:v>
                      </c:pt>
                      <c:pt idx="2022">
                        <c:v>10</c:v>
                      </c:pt>
                      <c:pt idx="2023">
                        <c:v>10</c:v>
                      </c:pt>
                      <c:pt idx="2024">
                        <c:v>10</c:v>
                      </c:pt>
                      <c:pt idx="2025">
                        <c:v>10</c:v>
                      </c:pt>
                      <c:pt idx="2026">
                        <c:v>10</c:v>
                      </c:pt>
                      <c:pt idx="2027">
                        <c:v>10</c:v>
                      </c:pt>
                      <c:pt idx="2028">
                        <c:v>10</c:v>
                      </c:pt>
                      <c:pt idx="2029">
                        <c:v>10</c:v>
                      </c:pt>
                      <c:pt idx="2030">
                        <c:v>10</c:v>
                      </c:pt>
                      <c:pt idx="2031">
                        <c:v>10</c:v>
                      </c:pt>
                      <c:pt idx="2032">
                        <c:v>8.5</c:v>
                      </c:pt>
                      <c:pt idx="2033">
                        <c:v>8.5</c:v>
                      </c:pt>
                      <c:pt idx="2034">
                        <c:v>8.5</c:v>
                      </c:pt>
                      <c:pt idx="2035">
                        <c:v>8.5</c:v>
                      </c:pt>
                      <c:pt idx="2036">
                        <c:v>8.5</c:v>
                      </c:pt>
                      <c:pt idx="2037">
                        <c:v>8.5</c:v>
                      </c:pt>
                      <c:pt idx="2038">
                        <c:v>8.5</c:v>
                      </c:pt>
                      <c:pt idx="2039">
                        <c:v>8.5</c:v>
                      </c:pt>
                      <c:pt idx="2040">
                        <c:v>8.5</c:v>
                      </c:pt>
                      <c:pt idx="2041">
                        <c:v>8.5</c:v>
                      </c:pt>
                      <c:pt idx="2042">
                        <c:v>8.5</c:v>
                      </c:pt>
                      <c:pt idx="2043">
                        <c:v>8.5</c:v>
                      </c:pt>
                      <c:pt idx="2044">
                        <c:v>8.5</c:v>
                      </c:pt>
                      <c:pt idx="2045">
                        <c:v>8.5</c:v>
                      </c:pt>
                      <c:pt idx="2046">
                        <c:v>8.5</c:v>
                      </c:pt>
                      <c:pt idx="2047">
                        <c:v>8.5</c:v>
                      </c:pt>
                      <c:pt idx="2048">
                        <c:v>8.5</c:v>
                      </c:pt>
                      <c:pt idx="2049">
                        <c:v>8.5</c:v>
                      </c:pt>
                      <c:pt idx="2050">
                        <c:v>8.5</c:v>
                      </c:pt>
                      <c:pt idx="2051">
                        <c:v>8.5</c:v>
                      </c:pt>
                      <c:pt idx="2052">
                        <c:v>8.5</c:v>
                      </c:pt>
                      <c:pt idx="2053">
                        <c:v>8.5</c:v>
                      </c:pt>
                      <c:pt idx="2054">
                        <c:v>8.5</c:v>
                      </c:pt>
                      <c:pt idx="2055">
                        <c:v>8.5</c:v>
                      </c:pt>
                      <c:pt idx="2056">
                        <c:v>8.5</c:v>
                      </c:pt>
                      <c:pt idx="2057">
                        <c:v>8.5</c:v>
                      </c:pt>
                      <c:pt idx="2058">
                        <c:v>8.5</c:v>
                      </c:pt>
                      <c:pt idx="2059">
                        <c:v>8.5</c:v>
                      </c:pt>
                      <c:pt idx="2060">
                        <c:v>8.5</c:v>
                      </c:pt>
                      <c:pt idx="2061">
                        <c:v>8.5</c:v>
                      </c:pt>
                      <c:pt idx="2062">
                        <c:v>8.5</c:v>
                      </c:pt>
                      <c:pt idx="2063">
                        <c:v>8.5</c:v>
                      </c:pt>
                      <c:pt idx="2064">
                        <c:v>8.5</c:v>
                      </c:pt>
                      <c:pt idx="2065">
                        <c:v>8.5</c:v>
                      </c:pt>
                      <c:pt idx="2066">
                        <c:v>8.5</c:v>
                      </c:pt>
                      <c:pt idx="2067">
                        <c:v>8.5</c:v>
                      </c:pt>
                      <c:pt idx="2068">
                        <c:v>8.5</c:v>
                      </c:pt>
                      <c:pt idx="2069">
                        <c:v>8.5</c:v>
                      </c:pt>
                      <c:pt idx="2070">
                        <c:v>8.5</c:v>
                      </c:pt>
                      <c:pt idx="2071">
                        <c:v>8.5</c:v>
                      </c:pt>
                      <c:pt idx="2072">
                        <c:v>8.5</c:v>
                      </c:pt>
                      <c:pt idx="2073">
                        <c:v>8.5</c:v>
                      </c:pt>
                      <c:pt idx="2074">
                        <c:v>8.5</c:v>
                      </c:pt>
                      <c:pt idx="2075">
                        <c:v>8.5</c:v>
                      </c:pt>
                      <c:pt idx="2076">
                        <c:v>8.5</c:v>
                      </c:pt>
                      <c:pt idx="2077">
                        <c:v>8.5</c:v>
                      </c:pt>
                      <c:pt idx="2078">
                        <c:v>8.5</c:v>
                      </c:pt>
                      <c:pt idx="2079">
                        <c:v>8.5</c:v>
                      </c:pt>
                      <c:pt idx="2080">
                        <c:v>8.5</c:v>
                      </c:pt>
                      <c:pt idx="2081">
                        <c:v>8.5</c:v>
                      </c:pt>
                      <c:pt idx="2082">
                        <c:v>8.5</c:v>
                      </c:pt>
                      <c:pt idx="2083">
                        <c:v>8.5</c:v>
                      </c:pt>
                      <c:pt idx="2084">
                        <c:v>8.5</c:v>
                      </c:pt>
                      <c:pt idx="2085">
                        <c:v>8.5</c:v>
                      </c:pt>
                      <c:pt idx="2086">
                        <c:v>8</c:v>
                      </c:pt>
                      <c:pt idx="2087">
                        <c:v>8</c:v>
                      </c:pt>
                      <c:pt idx="2088">
                        <c:v>8</c:v>
                      </c:pt>
                      <c:pt idx="2089">
                        <c:v>8</c:v>
                      </c:pt>
                      <c:pt idx="2090">
                        <c:v>8</c:v>
                      </c:pt>
                      <c:pt idx="2091">
                        <c:v>8</c:v>
                      </c:pt>
                      <c:pt idx="2092">
                        <c:v>8</c:v>
                      </c:pt>
                      <c:pt idx="2093">
                        <c:v>8</c:v>
                      </c:pt>
                      <c:pt idx="2094">
                        <c:v>8</c:v>
                      </c:pt>
                      <c:pt idx="2095">
                        <c:v>8</c:v>
                      </c:pt>
                      <c:pt idx="2096">
                        <c:v>8</c:v>
                      </c:pt>
                      <c:pt idx="2097">
                        <c:v>8</c:v>
                      </c:pt>
                      <c:pt idx="2098">
                        <c:v>8</c:v>
                      </c:pt>
                      <c:pt idx="2099">
                        <c:v>8</c:v>
                      </c:pt>
                      <c:pt idx="2100">
                        <c:v>8</c:v>
                      </c:pt>
                      <c:pt idx="2101">
                        <c:v>8</c:v>
                      </c:pt>
                      <c:pt idx="2102">
                        <c:v>8</c:v>
                      </c:pt>
                      <c:pt idx="2103">
                        <c:v>8</c:v>
                      </c:pt>
                      <c:pt idx="2104">
                        <c:v>8</c:v>
                      </c:pt>
                      <c:pt idx="2105">
                        <c:v>8</c:v>
                      </c:pt>
                      <c:pt idx="2106">
                        <c:v>8</c:v>
                      </c:pt>
                      <c:pt idx="2107">
                        <c:v>8</c:v>
                      </c:pt>
                      <c:pt idx="2108">
                        <c:v>8</c:v>
                      </c:pt>
                      <c:pt idx="2109">
                        <c:v>8</c:v>
                      </c:pt>
                      <c:pt idx="2110">
                        <c:v>8</c:v>
                      </c:pt>
                      <c:pt idx="2111">
                        <c:v>8</c:v>
                      </c:pt>
                      <c:pt idx="2112">
                        <c:v>8</c:v>
                      </c:pt>
                      <c:pt idx="2113">
                        <c:v>8</c:v>
                      </c:pt>
                      <c:pt idx="2114">
                        <c:v>8</c:v>
                      </c:pt>
                      <c:pt idx="2115">
                        <c:v>8</c:v>
                      </c:pt>
                      <c:pt idx="2116">
                        <c:v>8</c:v>
                      </c:pt>
                      <c:pt idx="2117">
                        <c:v>8</c:v>
                      </c:pt>
                      <c:pt idx="2118">
                        <c:v>8</c:v>
                      </c:pt>
                      <c:pt idx="2119">
                        <c:v>8</c:v>
                      </c:pt>
                      <c:pt idx="2120">
                        <c:v>8</c:v>
                      </c:pt>
                      <c:pt idx="2121">
                        <c:v>8</c:v>
                      </c:pt>
                      <c:pt idx="2122">
                        <c:v>8</c:v>
                      </c:pt>
                      <c:pt idx="2123">
                        <c:v>8</c:v>
                      </c:pt>
                      <c:pt idx="2124">
                        <c:v>8</c:v>
                      </c:pt>
                      <c:pt idx="2125">
                        <c:v>8</c:v>
                      </c:pt>
                      <c:pt idx="2126">
                        <c:v>8</c:v>
                      </c:pt>
                      <c:pt idx="2127">
                        <c:v>8</c:v>
                      </c:pt>
                      <c:pt idx="2128">
                        <c:v>8</c:v>
                      </c:pt>
                      <c:pt idx="2129">
                        <c:v>8</c:v>
                      </c:pt>
                      <c:pt idx="2130">
                        <c:v>8</c:v>
                      </c:pt>
                      <c:pt idx="2131">
                        <c:v>8</c:v>
                      </c:pt>
                      <c:pt idx="2132">
                        <c:v>8</c:v>
                      </c:pt>
                      <c:pt idx="2133">
                        <c:v>8</c:v>
                      </c:pt>
                      <c:pt idx="2134">
                        <c:v>8</c:v>
                      </c:pt>
                      <c:pt idx="2135">
                        <c:v>8</c:v>
                      </c:pt>
                      <c:pt idx="2136">
                        <c:v>8</c:v>
                      </c:pt>
                      <c:pt idx="2137">
                        <c:v>8</c:v>
                      </c:pt>
                      <c:pt idx="2138">
                        <c:v>8</c:v>
                      </c:pt>
                      <c:pt idx="2139">
                        <c:v>8</c:v>
                      </c:pt>
                      <c:pt idx="2140">
                        <c:v>8</c:v>
                      </c:pt>
                      <c:pt idx="2141">
                        <c:v>8</c:v>
                      </c:pt>
                      <c:pt idx="2142">
                        <c:v>8</c:v>
                      </c:pt>
                      <c:pt idx="2143">
                        <c:v>8</c:v>
                      </c:pt>
                      <c:pt idx="2144">
                        <c:v>8</c:v>
                      </c:pt>
                      <c:pt idx="2145">
                        <c:v>8</c:v>
                      </c:pt>
                      <c:pt idx="2146">
                        <c:v>8</c:v>
                      </c:pt>
                      <c:pt idx="2147">
                        <c:v>8</c:v>
                      </c:pt>
                      <c:pt idx="2148">
                        <c:v>8</c:v>
                      </c:pt>
                      <c:pt idx="2149">
                        <c:v>8</c:v>
                      </c:pt>
                      <c:pt idx="2150">
                        <c:v>8</c:v>
                      </c:pt>
                      <c:pt idx="2151">
                        <c:v>8</c:v>
                      </c:pt>
                      <c:pt idx="2152">
                        <c:v>8</c:v>
                      </c:pt>
                      <c:pt idx="2153">
                        <c:v>8</c:v>
                      </c:pt>
                      <c:pt idx="2154">
                        <c:v>8</c:v>
                      </c:pt>
                      <c:pt idx="2155">
                        <c:v>8</c:v>
                      </c:pt>
                      <c:pt idx="2156">
                        <c:v>8</c:v>
                      </c:pt>
                      <c:pt idx="2157">
                        <c:v>8</c:v>
                      </c:pt>
                      <c:pt idx="2158">
                        <c:v>8</c:v>
                      </c:pt>
                      <c:pt idx="2159">
                        <c:v>8</c:v>
                      </c:pt>
                      <c:pt idx="2160">
                        <c:v>8</c:v>
                      </c:pt>
                      <c:pt idx="2161">
                        <c:v>8</c:v>
                      </c:pt>
                      <c:pt idx="2162">
                        <c:v>8</c:v>
                      </c:pt>
                      <c:pt idx="2163">
                        <c:v>8</c:v>
                      </c:pt>
                      <c:pt idx="2164">
                        <c:v>8</c:v>
                      </c:pt>
                      <c:pt idx="2165">
                        <c:v>8</c:v>
                      </c:pt>
                      <c:pt idx="2166">
                        <c:v>8</c:v>
                      </c:pt>
                      <c:pt idx="2167">
                        <c:v>8</c:v>
                      </c:pt>
                      <c:pt idx="2168">
                        <c:v>8</c:v>
                      </c:pt>
                      <c:pt idx="2169">
                        <c:v>8</c:v>
                      </c:pt>
                      <c:pt idx="2170">
                        <c:v>8</c:v>
                      </c:pt>
                      <c:pt idx="2171">
                        <c:v>8</c:v>
                      </c:pt>
                      <c:pt idx="2172">
                        <c:v>8</c:v>
                      </c:pt>
                      <c:pt idx="2173">
                        <c:v>8</c:v>
                      </c:pt>
                      <c:pt idx="2174">
                        <c:v>8</c:v>
                      </c:pt>
                      <c:pt idx="2175">
                        <c:v>8</c:v>
                      </c:pt>
                      <c:pt idx="2176">
                        <c:v>8</c:v>
                      </c:pt>
                      <c:pt idx="2177">
                        <c:v>8</c:v>
                      </c:pt>
                      <c:pt idx="2178">
                        <c:v>8</c:v>
                      </c:pt>
                      <c:pt idx="2179">
                        <c:v>8</c:v>
                      </c:pt>
                      <c:pt idx="2180">
                        <c:v>8</c:v>
                      </c:pt>
                      <c:pt idx="2181">
                        <c:v>8</c:v>
                      </c:pt>
                      <c:pt idx="2182">
                        <c:v>8</c:v>
                      </c:pt>
                      <c:pt idx="2183">
                        <c:v>8</c:v>
                      </c:pt>
                      <c:pt idx="2184">
                        <c:v>8</c:v>
                      </c:pt>
                      <c:pt idx="2185">
                        <c:v>8</c:v>
                      </c:pt>
                      <c:pt idx="2186">
                        <c:v>8</c:v>
                      </c:pt>
                      <c:pt idx="2187">
                        <c:v>8</c:v>
                      </c:pt>
                      <c:pt idx="2188">
                        <c:v>8</c:v>
                      </c:pt>
                      <c:pt idx="2189">
                        <c:v>8</c:v>
                      </c:pt>
                      <c:pt idx="2190">
                        <c:v>8</c:v>
                      </c:pt>
                      <c:pt idx="2191">
                        <c:v>8</c:v>
                      </c:pt>
                      <c:pt idx="2192">
                        <c:v>8</c:v>
                      </c:pt>
                      <c:pt idx="2193">
                        <c:v>8</c:v>
                      </c:pt>
                      <c:pt idx="2194">
                        <c:v>8</c:v>
                      </c:pt>
                      <c:pt idx="2195">
                        <c:v>8</c:v>
                      </c:pt>
                      <c:pt idx="2196">
                        <c:v>8</c:v>
                      </c:pt>
                      <c:pt idx="2197">
                        <c:v>8</c:v>
                      </c:pt>
                      <c:pt idx="2198">
                        <c:v>8</c:v>
                      </c:pt>
                      <c:pt idx="2199">
                        <c:v>8</c:v>
                      </c:pt>
                      <c:pt idx="2200">
                        <c:v>8</c:v>
                      </c:pt>
                      <c:pt idx="2201">
                        <c:v>8</c:v>
                      </c:pt>
                      <c:pt idx="2202">
                        <c:v>8</c:v>
                      </c:pt>
                      <c:pt idx="2203">
                        <c:v>8</c:v>
                      </c:pt>
                      <c:pt idx="2204">
                        <c:v>8</c:v>
                      </c:pt>
                      <c:pt idx="2205">
                        <c:v>8</c:v>
                      </c:pt>
                      <c:pt idx="2206">
                        <c:v>8</c:v>
                      </c:pt>
                      <c:pt idx="2207">
                        <c:v>8</c:v>
                      </c:pt>
                      <c:pt idx="2208">
                        <c:v>8</c:v>
                      </c:pt>
                      <c:pt idx="2209">
                        <c:v>8</c:v>
                      </c:pt>
                      <c:pt idx="2210">
                        <c:v>8</c:v>
                      </c:pt>
                      <c:pt idx="2211">
                        <c:v>8</c:v>
                      </c:pt>
                      <c:pt idx="2212">
                        <c:v>8</c:v>
                      </c:pt>
                      <c:pt idx="2213">
                        <c:v>8</c:v>
                      </c:pt>
                      <c:pt idx="2214">
                        <c:v>8</c:v>
                      </c:pt>
                      <c:pt idx="2215">
                        <c:v>8</c:v>
                      </c:pt>
                      <c:pt idx="2216">
                        <c:v>8</c:v>
                      </c:pt>
                      <c:pt idx="2217">
                        <c:v>8</c:v>
                      </c:pt>
                      <c:pt idx="2218">
                        <c:v>8</c:v>
                      </c:pt>
                      <c:pt idx="2219">
                        <c:v>8</c:v>
                      </c:pt>
                      <c:pt idx="2220">
                        <c:v>8</c:v>
                      </c:pt>
                      <c:pt idx="2221">
                        <c:v>8</c:v>
                      </c:pt>
                      <c:pt idx="2222">
                        <c:v>8</c:v>
                      </c:pt>
                      <c:pt idx="2223">
                        <c:v>8</c:v>
                      </c:pt>
                      <c:pt idx="2224">
                        <c:v>8</c:v>
                      </c:pt>
                      <c:pt idx="2225">
                        <c:v>8</c:v>
                      </c:pt>
                      <c:pt idx="2226">
                        <c:v>8</c:v>
                      </c:pt>
                      <c:pt idx="2227">
                        <c:v>8</c:v>
                      </c:pt>
                      <c:pt idx="2228">
                        <c:v>8</c:v>
                      </c:pt>
                      <c:pt idx="2229">
                        <c:v>8</c:v>
                      </c:pt>
                      <c:pt idx="2230">
                        <c:v>8</c:v>
                      </c:pt>
                      <c:pt idx="2231">
                        <c:v>8</c:v>
                      </c:pt>
                      <c:pt idx="2232">
                        <c:v>8</c:v>
                      </c:pt>
                      <c:pt idx="2233">
                        <c:v>8</c:v>
                      </c:pt>
                      <c:pt idx="2234">
                        <c:v>8</c:v>
                      </c:pt>
                      <c:pt idx="2235">
                        <c:v>8</c:v>
                      </c:pt>
                      <c:pt idx="2236">
                        <c:v>8</c:v>
                      </c:pt>
                      <c:pt idx="2237">
                        <c:v>8</c:v>
                      </c:pt>
                      <c:pt idx="2238">
                        <c:v>8</c:v>
                      </c:pt>
                      <c:pt idx="2239">
                        <c:v>8</c:v>
                      </c:pt>
                      <c:pt idx="2240">
                        <c:v>8</c:v>
                      </c:pt>
                      <c:pt idx="2241">
                        <c:v>8</c:v>
                      </c:pt>
                      <c:pt idx="2242">
                        <c:v>8</c:v>
                      </c:pt>
                      <c:pt idx="2243">
                        <c:v>8</c:v>
                      </c:pt>
                      <c:pt idx="2244">
                        <c:v>8</c:v>
                      </c:pt>
                      <c:pt idx="2245">
                        <c:v>8</c:v>
                      </c:pt>
                      <c:pt idx="2246">
                        <c:v>8</c:v>
                      </c:pt>
                      <c:pt idx="2247">
                        <c:v>8</c:v>
                      </c:pt>
                      <c:pt idx="2248">
                        <c:v>8</c:v>
                      </c:pt>
                      <c:pt idx="2249">
                        <c:v>8</c:v>
                      </c:pt>
                      <c:pt idx="2250">
                        <c:v>8</c:v>
                      </c:pt>
                      <c:pt idx="2251">
                        <c:v>8</c:v>
                      </c:pt>
                      <c:pt idx="2252">
                        <c:v>8</c:v>
                      </c:pt>
                      <c:pt idx="2253">
                        <c:v>8</c:v>
                      </c:pt>
                      <c:pt idx="2254">
                        <c:v>8</c:v>
                      </c:pt>
                      <c:pt idx="2255">
                        <c:v>8</c:v>
                      </c:pt>
                      <c:pt idx="2256">
                        <c:v>8</c:v>
                      </c:pt>
                      <c:pt idx="2257">
                        <c:v>8</c:v>
                      </c:pt>
                      <c:pt idx="2258">
                        <c:v>8</c:v>
                      </c:pt>
                      <c:pt idx="2259">
                        <c:v>8</c:v>
                      </c:pt>
                      <c:pt idx="2260">
                        <c:v>8</c:v>
                      </c:pt>
                      <c:pt idx="2261">
                        <c:v>8</c:v>
                      </c:pt>
                      <c:pt idx="2262">
                        <c:v>8</c:v>
                      </c:pt>
                      <c:pt idx="2263">
                        <c:v>8</c:v>
                      </c:pt>
                      <c:pt idx="2264">
                        <c:v>8</c:v>
                      </c:pt>
                      <c:pt idx="2265">
                        <c:v>8</c:v>
                      </c:pt>
                      <c:pt idx="2266">
                        <c:v>8</c:v>
                      </c:pt>
                      <c:pt idx="2267">
                        <c:v>8</c:v>
                      </c:pt>
                      <c:pt idx="2268">
                        <c:v>8</c:v>
                      </c:pt>
                      <c:pt idx="2269">
                        <c:v>8</c:v>
                      </c:pt>
                      <c:pt idx="2270">
                        <c:v>8</c:v>
                      </c:pt>
                      <c:pt idx="2271">
                        <c:v>8</c:v>
                      </c:pt>
                      <c:pt idx="2272">
                        <c:v>8</c:v>
                      </c:pt>
                      <c:pt idx="2273">
                        <c:v>8</c:v>
                      </c:pt>
                      <c:pt idx="2274">
                        <c:v>8</c:v>
                      </c:pt>
                      <c:pt idx="2275">
                        <c:v>8</c:v>
                      </c:pt>
                      <c:pt idx="2276">
                        <c:v>8</c:v>
                      </c:pt>
                      <c:pt idx="2277">
                        <c:v>8</c:v>
                      </c:pt>
                      <c:pt idx="2278">
                        <c:v>8</c:v>
                      </c:pt>
                      <c:pt idx="2279">
                        <c:v>8</c:v>
                      </c:pt>
                      <c:pt idx="2280">
                        <c:v>8</c:v>
                      </c:pt>
                      <c:pt idx="2281">
                        <c:v>8</c:v>
                      </c:pt>
                      <c:pt idx="2282">
                        <c:v>8</c:v>
                      </c:pt>
                      <c:pt idx="2283">
                        <c:v>8</c:v>
                      </c:pt>
                      <c:pt idx="2284">
                        <c:v>8</c:v>
                      </c:pt>
                      <c:pt idx="2285">
                        <c:v>8</c:v>
                      </c:pt>
                      <c:pt idx="2286">
                        <c:v>8</c:v>
                      </c:pt>
                      <c:pt idx="2287">
                        <c:v>8</c:v>
                      </c:pt>
                      <c:pt idx="2288">
                        <c:v>8</c:v>
                      </c:pt>
                      <c:pt idx="2289">
                        <c:v>8</c:v>
                      </c:pt>
                      <c:pt idx="2290">
                        <c:v>8</c:v>
                      </c:pt>
                      <c:pt idx="2291">
                        <c:v>8</c:v>
                      </c:pt>
                      <c:pt idx="2292">
                        <c:v>8</c:v>
                      </c:pt>
                      <c:pt idx="2293">
                        <c:v>8</c:v>
                      </c:pt>
                      <c:pt idx="2294">
                        <c:v>8</c:v>
                      </c:pt>
                      <c:pt idx="2295">
                        <c:v>8</c:v>
                      </c:pt>
                      <c:pt idx="2296">
                        <c:v>8</c:v>
                      </c:pt>
                      <c:pt idx="2297">
                        <c:v>8</c:v>
                      </c:pt>
                      <c:pt idx="2298">
                        <c:v>8</c:v>
                      </c:pt>
                      <c:pt idx="2299">
                        <c:v>8</c:v>
                      </c:pt>
                      <c:pt idx="2300">
                        <c:v>8</c:v>
                      </c:pt>
                      <c:pt idx="2301">
                        <c:v>8</c:v>
                      </c:pt>
                      <c:pt idx="2302">
                        <c:v>8</c:v>
                      </c:pt>
                      <c:pt idx="2303">
                        <c:v>8</c:v>
                      </c:pt>
                      <c:pt idx="2304">
                        <c:v>7.5</c:v>
                      </c:pt>
                      <c:pt idx="2305">
                        <c:v>7.5</c:v>
                      </c:pt>
                      <c:pt idx="2306">
                        <c:v>7.5</c:v>
                      </c:pt>
                      <c:pt idx="2307">
                        <c:v>7.5</c:v>
                      </c:pt>
                      <c:pt idx="2308">
                        <c:v>7.5</c:v>
                      </c:pt>
                      <c:pt idx="2309">
                        <c:v>7.5</c:v>
                      </c:pt>
                      <c:pt idx="2310">
                        <c:v>7.5</c:v>
                      </c:pt>
                      <c:pt idx="2311">
                        <c:v>7.5</c:v>
                      </c:pt>
                      <c:pt idx="2312">
                        <c:v>7.5</c:v>
                      </c:pt>
                      <c:pt idx="2313">
                        <c:v>7.5</c:v>
                      </c:pt>
                      <c:pt idx="2314">
                        <c:v>7.5</c:v>
                      </c:pt>
                      <c:pt idx="2315">
                        <c:v>7.5</c:v>
                      </c:pt>
                      <c:pt idx="2316">
                        <c:v>7.5</c:v>
                      </c:pt>
                      <c:pt idx="2317">
                        <c:v>7.5</c:v>
                      </c:pt>
                      <c:pt idx="2318">
                        <c:v>7.5</c:v>
                      </c:pt>
                      <c:pt idx="2319">
                        <c:v>7.5</c:v>
                      </c:pt>
                      <c:pt idx="2320">
                        <c:v>7.5</c:v>
                      </c:pt>
                      <c:pt idx="2321">
                        <c:v>7.5</c:v>
                      </c:pt>
                      <c:pt idx="2322">
                        <c:v>7.5</c:v>
                      </c:pt>
                      <c:pt idx="2323">
                        <c:v>7.5</c:v>
                      </c:pt>
                      <c:pt idx="2324">
                        <c:v>7.5</c:v>
                      </c:pt>
                      <c:pt idx="2325">
                        <c:v>7.5</c:v>
                      </c:pt>
                      <c:pt idx="2326">
                        <c:v>7.5</c:v>
                      </c:pt>
                      <c:pt idx="2327">
                        <c:v>7.5</c:v>
                      </c:pt>
                      <c:pt idx="2328">
                        <c:v>7.5</c:v>
                      </c:pt>
                      <c:pt idx="2329">
                        <c:v>7.5</c:v>
                      </c:pt>
                      <c:pt idx="2330">
                        <c:v>7.5</c:v>
                      </c:pt>
                      <c:pt idx="2331">
                        <c:v>7.5</c:v>
                      </c:pt>
                      <c:pt idx="2332">
                        <c:v>7.5</c:v>
                      </c:pt>
                      <c:pt idx="2333">
                        <c:v>7.5</c:v>
                      </c:pt>
                      <c:pt idx="2334">
                        <c:v>7.5</c:v>
                      </c:pt>
                      <c:pt idx="2335">
                        <c:v>7.5</c:v>
                      </c:pt>
                      <c:pt idx="2336">
                        <c:v>7.5</c:v>
                      </c:pt>
                      <c:pt idx="2337">
                        <c:v>7.5</c:v>
                      </c:pt>
                      <c:pt idx="2338">
                        <c:v>7.5</c:v>
                      </c:pt>
                      <c:pt idx="2339">
                        <c:v>7.5</c:v>
                      </c:pt>
                      <c:pt idx="2340">
                        <c:v>7.5</c:v>
                      </c:pt>
                      <c:pt idx="2341">
                        <c:v>7.5</c:v>
                      </c:pt>
                      <c:pt idx="2342">
                        <c:v>7.5</c:v>
                      </c:pt>
                      <c:pt idx="2343">
                        <c:v>7.5</c:v>
                      </c:pt>
                      <c:pt idx="2344">
                        <c:v>7.5</c:v>
                      </c:pt>
                      <c:pt idx="2345">
                        <c:v>7.5</c:v>
                      </c:pt>
                      <c:pt idx="2346">
                        <c:v>7.5</c:v>
                      </c:pt>
                      <c:pt idx="2347">
                        <c:v>7.5</c:v>
                      </c:pt>
                      <c:pt idx="2348">
                        <c:v>7.5</c:v>
                      </c:pt>
                      <c:pt idx="2349">
                        <c:v>7.5</c:v>
                      </c:pt>
                      <c:pt idx="2350">
                        <c:v>7.5</c:v>
                      </c:pt>
                      <c:pt idx="2351">
                        <c:v>7.5</c:v>
                      </c:pt>
                      <c:pt idx="2352">
                        <c:v>7.5</c:v>
                      </c:pt>
                      <c:pt idx="2353">
                        <c:v>7.5</c:v>
                      </c:pt>
                      <c:pt idx="2354">
                        <c:v>7.5</c:v>
                      </c:pt>
                      <c:pt idx="2355">
                        <c:v>7.5</c:v>
                      </c:pt>
                      <c:pt idx="2356">
                        <c:v>7.5</c:v>
                      </c:pt>
                      <c:pt idx="2357">
                        <c:v>7.5</c:v>
                      </c:pt>
                      <c:pt idx="2358">
                        <c:v>7.5</c:v>
                      </c:pt>
                      <c:pt idx="2359">
                        <c:v>7.5</c:v>
                      </c:pt>
                      <c:pt idx="2360">
                        <c:v>7.5</c:v>
                      </c:pt>
                      <c:pt idx="2361">
                        <c:v>7.5</c:v>
                      </c:pt>
                      <c:pt idx="2362">
                        <c:v>7.5</c:v>
                      </c:pt>
                      <c:pt idx="2363">
                        <c:v>7.5</c:v>
                      </c:pt>
                      <c:pt idx="2364">
                        <c:v>7.5</c:v>
                      </c:pt>
                      <c:pt idx="2365">
                        <c:v>7.5</c:v>
                      </c:pt>
                      <c:pt idx="2366">
                        <c:v>7.5</c:v>
                      </c:pt>
                      <c:pt idx="2367">
                        <c:v>7.5</c:v>
                      </c:pt>
                      <c:pt idx="2368">
                        <c:v>7.5</c:v>
                      </c:pt>
                      <c:pt idx="2369">
                        <c:v>7.5</c:v>
                      </c:pt>
                      <c:pt idx="2370">
                        <c:v>7.5</c:v>
                      </c:pt>
                      <c:pt idx="2371">
                        <c:v>7.5</c:v>
                      </c:pt>
                      <c:pt idx="2372">
                        <c:v>7.5</c:v>
                      </c:pt>
                      <c:pt idx="2373">
                        <c:v>7.5</c:v>
                      </c:pt>
                      <c:pt idx="2374">
                        <c:v>7.5</c:v>
                      </c:pt>
                      <c:pt idx="2375">
                        <c:v>7.5</c:v>
                      </c:pt>
                      <c:pt idx="2376">
                        <c:v>7.5</c:v>
                      </c:pt>
                      <c:pt idx="2377">
                        <c:v>7.5</c:v>
                      </c:pt>
                      <c:pt idx="2378">
                        <c:v>7.5</c:v>
                      </c:pt>
                      <c:pt idx="2379">
                        <c:v>7.5</c:v>
                      </c:pt>
                      <c:pt idx="2380">
                        <c:v>7.5</c:v>
                      </c:pt>
                      <c:pt idx="2381">
                        <c:v>7.5</c:v>
                      </c:pt>
                      <c:pt idx="2382">
                        <c:v>7.5</c:v>
                      </c:pt>
                      <c:pt idx="2383">
                        <c:v>7.5</c:v>
                      </c:pt>
                      <c:pt idx="2384">
                        <c:v>7.5</c:v>
                      </c:pt>
                      <c:pt idx="2385">
                        <c:v>7.5</c:v>
                      </c:pt>
                      <c:pt idx="2386">
                        <c:v>7.5</c:v>
                      </c:pt>
                      <c:pt idx="2387">
                        <c:v>7.5</c:v>
                      </c:pt>
                      <c:pt idx="2388">
                        <c:v>7.5</c:v>
                      </c:pt>
                      <c:pt idx="2389">
                        <c:v>7.5</c:v>
                      </c:pt>
                      <c:pt idx="2390">
                        <c:v>7.5</c:v>
                      </c:pt>
                      <c:pt idx="2391">
                        <c:v>7.5</c:v>
                      </c:pt>
                      <c:pt idx="2392">
                        <c:v>7.5</c:v>
                      </c:pt>
                      <c:pt idx="2393">
                        <c:v>7.5</c:v>
                      </c:pt>
                      <c:pt idx="2394">
                        <c:v>7.5</c:v>
                      </c:pt>
                      <c:pt idx="2395">
                        <c:v>7.5</c:v>
                      </c:pt>
                      <c:pt idx="2396">
                        <c:v>7.5</c:v>
                      </c:pt>
                      <c:pt idx="2397">
                        <c:v>7.5</c:v>
                      </c:pt>
                      <c:pt idx="2398">
                        <c:v>7.5</c:v>
                      </c:pt>
                      <c:pt idx="2399">
                        <c:v>7.5</c:v>
                      </c:pt>
                      <c:pt idx="2400">
                        <c:v>7.5</c:v>
                      </c:pt>
                      <c:pt idx="2401">
                        <c:v>7.5</c:v>
                      </c:pt>
                      <c:pt idx="2402">
                        <c:v>7.5</c:v>
                      </c:pt>
                      <c:pt idx="2403">
                        <c:v>7.5</c:v>
                      </c:pt>
                      <c:pt idx="2404">
                        <c:v>7.5</c:v>
                      </c:pt>
                      <c:pt idx="2405">
                        <c:v>7.5</c:v>
                      </c:pt>
                      <c:pt idx="2406">
                        <c:v>7.5</c:v>
                      </c:pt>
                      <c:pt idx="2407">
                        <c:v>7.5</c:v>
                      </c:pt>
                      <c:pt idx="2408">
                        <c:v>7.5</c:v>
                      </c:pt>
                      <c:pt idx="2409">
                        <c:v>7.5</c:v>
                      </c:pt>
                      <c:pt idx="2410">
                        <c:v>7.5</c:v>
                      </c:pt>
                      <c:pt idx="2411">
                        <c:v>7.5</c:v>
                      </c:pt>
                      <c:pt idx="2412">
                        <c:v>7.5</c:v>
                      </c:pt>
                      <c:pt idx="2413">
                        <c:v>7.5</c:v>
                      </c:pt>
                      <c:pt idx="2414">
                        <c:v>7.5</c:v>
                      </c:pt>
                      <c:pt idx="2415">
                        <c:v>7.5</c:v>
                      </c:pt>
                      <c:pt idx="2416">
                        <c:v>7.5</c:v>
                      </c:pt>
                      <c:pt idx="2417">
                        <c:v>7.5</c:v>
                      </c:pt>
                      <c:pt idx="2418">
                        <c:v>7.5</c:v>
                      </c:pt>
                      <c:pt idx="2419">
                        <c:v>7.5</c:v>
                      </c:pt>
                      <c:pt idx="2420">
                        <c:v>7.5</c:v>
                      </c:pt>
                      <c:pt idx="2421">
                        <c:v>7.5</c:v>
                      </c:pt>
                      <c:pt idx="2422">
                        <c:v>7</c:v>
                      </c:pt>
                      <c:pt idx="2423">
                        <c:v>7</c:v>
                      </c:pt>
                      <c:pt idx="2424">
                        <c:v>7</c:v>
                      </c:pt>
                      <c:pt idx="2425">
                        <c:v>7</c:v>
                      </c:pt>
                      <c:pt idx="2426">
                        <c:v>7</c:v>
                      </c:pt>
                      <c:pt idx="2427">
                        <c:v>7</c:v>
                      </c:pt>
                      <c:pt idx="2428">
                        <c:v>7</c:v>
                      </c:pt>
                      <c:pt idx="2429">
                        <c:v>7</c:v>
                      </c:pt>
                      <c:pt idx="2430">
                        <c:v>7</c:v>
                      </c:pt>
                      <c:pt idx="2431">
                        <c:v>7</c:v>
                      </c:pt>
                      <c:pt idx="2432">
                        <c:v>7</c:v>
                      </c:pt>
                      <c:pt idx="2433">
                        <c:v>7</c:v>
                      </c:pt>
                      <c:pt idx="2434">
                        <c:v>7</c:v>
                      </c:pt>
                      <c:pt idx="2435">
                        <c:v>7</c:v>
                      </c:pt>
                      <c:pt idx="2436">
                        <c:v>7</c:v>
                      </c:pt>
                      <c:pt idx="2437">
                        <c:v>7</c:v>
                      </c:pt>
                      <c:pt idx="2438">
                        <c:v>7</c:v>
                      </c:pt>
                      <c:pt idx="2439">
                        <c:v>7</c:v>
                      </c:pt>
                      <c:pt idx="2440">
                        <c:v>7</c:v>
                      </c:pt>
                      <c:pt idx="2441">
                        <c:v>7</c:v>
                      </c:pt>
                      <c:pt idx="2442">
                        <c:v>7</c:v>
                      </c:pt>
                      <c:pt idx="2443">
                        <c:v>7</c:v>
                      </c:pt>
                      <c:pt idx="2444">
                        <c:v>7</c:v>
                      </c:pt>
                      <c:pt idx="2445">
                        <c:v>7</c:v>
                      </c:pt>
                      <c:pt idx="2446">
                        <c:v>7</c:v>
                      </c:pt>
                      <c:pt idx="2447">
                        <c:v>7</c:v>
                      </c:pt>
                      <c:pt idx="2448">
                        <c:v>7</c:v>
                      </c:pt>
                      <c:pt idx="2449">
                        <c:v>7</c:v>
                      </c:pt>
                      <c:pt idx="2450">
                        <c:v>7</c:v>
                      </c:pt>
                      <c:pt idx="2451">
                        <c:v>7</c:v>
                      </c:pt>
                      <c:pt idx="2452">
                        <c:v>7</c:v>
                      </c:pt>
                      <c:pt idx="2453">
                        <c:v>7</c:v>
                      </c:pt>
                      <c:pt idx="2454">
                        <c:v>7</c:v>
                      </c:pt>
                      <c:pt idx="2455">
                        <c:v>7</c:v>
                      </c:pt>
                      <c:pt idx="2456">
                        <c:v>7</c:v>
                      </c:pt>
                      <c:pt idx="2457">
                        <c:v>7</c:v>
                      </c:pt>
                      <c:pt idx="2458">
                        <c:v>7</c:v>
                      </c:pt>
                      <c:pt idx="2459">
                        <c:v>7</c:v>
                      </c:pt>
                      <c:pt idx="2460">
                        <c:v>7</c:v>
                      </c:pt>
                      <c:pt idx="2461">
                        <c:v>7</c:v>
                      </c:pt>
                      <c:pt idx="2462">
                        <c:v>7</c:v>
                      </c:pt>
                      <c:pt idx="2463">
                        <c:v>7</c:v>
                      </c:pt>
                      <c:pt idx="2464">
                        <c:v>7</c:v>
                      </c:pt>
                      <c:pt idx="2465">
                        <c:v>7</c:v>
                      </c:pt>
                      <c:pt idx="2466">
                        <c:v>7</c:v>
                      </c:pt>
                      <c:pt idx="2467">
                        <c:v>7</c:v>
                      </c:pt>
                      <c:pt idx="2468">
                        <c:v>7</c:v>
                      </c:pt>
                      <c:pt idx="2469">
                        <c:v>7</c:v>
                      </c:pt>
                      <c:pt idx="2470">
                        <c:v>7</c:v>
                      </c:pt>
                      <c:pt idx="2471">
                        <c:v>7</c:v>
                      </c:pt>
                      <c:pt idx="2472">
                        <c:v>7</c:v>
                      </c:pt>
                      <c:pt idx="2473">
                        <c:v>7</c:v>
                      </c:pt>
                      <c:pt idx="2474">
                        <c:v>7</c:v>
                      </c:pt>
                      <c:pt idx="2475">
                        <c:v>7</c:v>
                      </c:pt>
                      <c:pt idx="2476">
                        <c:v>7</c:v>
                      </c:pt>
                      <c:pt idx="2477">
                        <c:v>7</c:v>
                      </c:pt>
                      <c:pt idx="2478">
                        <c:v>7</c:v>
                      </c:pt>
                      <c:pt idx="2479">
                        <c:v>7</c:v>
                      </c:pt>
                      <c:pt idx="2480">
                        <c:v>7</c:v>
                      </c:pt>
                      <c:pt idx="2481">
                        <c:v>7</c:v>
                      </c:pt>
                      <c:pt idx="2482">
                        <c:v>7</c:v>
                      </c:pt>
                      <c:pt idx="2483">
                        <c:v>7</c:v>
                      </c:pt>
                      <c:pt idx="2484">
                        <c:v>7</c:v>
                      </c:pt>
                      <c:pt idx="2485">
                        <c:v>7</c:v>
                      </c:pt>
                      <c:pt idx="2486">
                        <c:v>7</c:v>
                      </c:pt>
                      <c:pt idx="2487">
                        <c:v>7</c:v>
                      </c:pt>
                      <c:pt idx="2488">
                        <c:v>7</c:v>
                      </c:pt>
                      <c:pt idx="2489">
                        <c:v>7</c:v>
                      </c:pt>
                      <c:pt idx="2490">
                        <c:v>7</c:v>
                      </c:pt>
                      <c:pt idx="2491">
                        <c:v>7</c:v>
                      </c:pt>
                      <c:pt idx="2492">
                        <c:v>7</c:v>
                      </c:pt>
                      <c:pt idx="2493">
                        <c:v>7</c:v>
                      </c:pt>
                      <c:pt idx="2494">
                        <c:v>7</c:v>
                      </c:pt>
                      <c:pt idx="2495">
                        <c:v>7</c:v>
                      </c:pt>
                      <c:pt idx="2496">
                        <c:v>7</c:v>
                      </c:pt>
                      <c:pt idx="2497">
                        <c:v>7</c:v>
                      </c:pt>
                      <c:pt idx="2498">
                        <c:v>7</c:v>
                      </c:pt>
                      <c:pt idx="2499">
                        <c:v>7</c:v>
                      </c:pt>
                      <c:pt idx="2500">
                        <c:v>7</c:v>
                      </c:pt>
                      <c:pt idx="2501">
                        <c:v>7</c:v>
                      </c:pt>
                      <c:pt idx="2502">
                        <c:v>7</c:v>
                      </c:pt>
                      <c:pt idx="2503">
                        <c:v>7</c:v>
                      </c:pt>
                      <c:pt idx="2504">
                        <c:v>7</c:v>
                      </c:pt>
                      <c:pt idx="2505">
                        <c:v>7</c:v>
                      </c:pt>
                      <c:pt idx="2506">
                        <c:v>7</c:v>
                      </c:pt>
                      <c:pt idx="2507">
                        <c:v>7</c:v>
                      </c:pt>
                      <c:pt idx="2508">
                        <c:v>7</c:v>
                      </c:pt>
                      <c:pt idx="2509">
                        <c:v>7</c:v>
                      </c:pt>
                      <c:pt idx="2510">
                        <c:v>7</c:v>
                      </c:pt>
                      <c:pt idx="2511">
                        <c:v>7</c:v>
                      </c:pt>
                      <c:pt idx="2512">
                        <c:v>7</c:v>
                      </c:pt>
                      <c:pt idx="2513">
                        <c:v>7</c:v>
                      </c:pt>
                      <c:pt idx="2514">
                        <c:v>7</c:v>
                      </c:pt>
                      <c:pt idx="2515">
                        <c:v>7</c:v>
                      </c:pt>
                      <c:pt idx="2516">
                        <c:v>7</c:v>
                      </c:pt>
                      <c:pt idx="2517">
                        <c:v>7</c:v>
                      </c:pt>
                      <c:pt idx="2518">
                        <c:v>7</c:v>
                      </c:pt>
                      <c:pt idx="2519">
                        <c:v>7</c:v>
                      </c:pt>
                      <c:pt idx="2520">
                        <c:v>7</c:v>
                      </c:pt>
                      <c:pt idx="2521">
                        <c:v>7</c:v>
                      </c:pt>
                      <c:pt idx="2522">
                        <c:v>7</c:v>
                      </c:pt>
                      <c:pt idx="2523">
                        <c:v>7</c:v>
                      </c:pt>
                      <c:pt idx="2524">
                        <c:v>7</c:v>
                      </c:pt>
                      <c:pt idx="2525">
                        <c:v>7</c:v>
                      </c:pt>
                      <c:pt idx="2526">
                        <c:v>7</c:v>
                      </c:pt>
                      <c:pt idx="2527">
                        <c:v>7</c:v>
                      </c:pt>
                      <c:pt idx="2528">
                        <c:v>7</c:v>
                      </c:pt>
                      <c:pt idx="2529">
                        <c:v>7</c:v>
                      </c:pt>
                      <c:pt idx="2530">
                        <c:v>7</c:v>
                      </c:pt>
                      <c:pt idx="2531">
                        <c:v>7</c:v>
                      </c:pt>
                      <c:pt idx="2532">
                        <c:v>7</c:v>
                      </c:pt>
                      <c:pt idx="2533">
                        <c:v>7</c:v>
                      </c:pt>
                      <c:pt idx="2534">
                        <c:v>7</c:v>
                      </c:pt>
                      <c:pt idx="2535">
                        <c:v>7</c:v>
                      </c:pt>
                      <c:pt idx="2536">
                        <c:v>7</c:v>
                      </c:pt>
                      <c:pt idx="2537">
                        <c:v>7</c:v>
                      </c:pt>
                      <c:pt idx="2538">
                        <c:v>7</c:v>
                      </c:pt>
                      <c:pt idx="2539">
                        <c:v>7</c:v>
                      </c:pt>
                      <c:pt idx="2540">
                        <c:v>7</c:v>
                      </c:pt>
                      <c:pt idx="2541">
                        <c:v>7</c:v>
                      </c:pt>
                      <c:pt idx="2542">
                        <c:v>7</c:v>
                      </c:pt>
                      <c:pt idx="2543">
                        <c:v>7</c:v>
                      </c:pt>
                      <c:pt idx="2544">
                        <c:v>7</c:v>
                      </c:pt>
                      <c:pt idx="2545">
                        <c:v>7</c:v>
                      </c:pt>
                      <c:pt idx="2546">
                        <c:v>7</c:v>
                      </c:pt>
                      <c:pt idx="2547">
                        <c:v>7</c:v>
                      </c:pt>
                      <c:pt idx="2548">
                        <c:v>7</c:v>
                      </c:pt>
                      <c:pt idx="2549">
                        <c:v>7</c:v>
                      </c:pt>
                      <c:pt idx="2550">
                        <c:v>7</c:v>
                      </c:pt>
                      <c:pt idx="2551">
                        <c:v>7</c:v>
                      </c:pt>
                      <c:pt idx="2552">
                        <c:v>7</c:v>
                      </c:pt>
                      <c:pt idx="2553">
                        <c:v>7</c:v>
                      </c:pt>
                      <c:pt idx="2554">
                        <c:v>7</c:v>
                      </c:pt>
                      <c:pt idx="2555">
                        <c:v>7</c:v>
                      </c:pt>
                      <c:pt idx="2556">
                        <c:v>7</c:v>
                      </c:pt>
                      <c:pt idx="2557">
                        <c:v>7</c:v>
                      </c:pt>
                      <c:pt idx="2558">
                        <c:v>7</c:v>
                      </c:pt>
                      <c:pt idx="2559">
                        <c:v>7</c:v>
                      </c:pt>
                      <c:pt idx="2560">
                        <c:v>7</c:v>
                      </c:pt>
                      <c:pt idx="2561">
                        <c:v>7</c:v>
                      </c:pt>
                      <c:pt idx="2562">
                        <c:v>7</c:v>
                      </c:pt>
                      <c:pt idx="2563">
                        <c:v>7</c:v>
                      </c:pt>
                      <c:pt idx="2564">
                        <c:v>7</c:v>
                      </c:pt>
                      <c:pt idx="2565">
                        <c:v>7</c:v>
                      </c:pt>
                      <c:pt idx="2566">
                        <c:v>7</c:v>
                      </c:pt>
                      <c:pt idx="2567">
                        <c:v>7</c:v>
                      </c:pt>
                      <c:pt idx="2568">
                        <c:v>7</c:v>
                      </c:pt>
                      <c:pt idx="2569">
                        <c:v>7</c:v>
                      </c:pt>
                      <c:pt idx="2570">
                        <c:v>7</c:v>
                      </c:pt>
                      <c:pt idx="2571">
                        <c:v>7</c:v>
                      </c:pt>
                      <c:pt idx="2572">
                        <c:v>7</c:v>
                      </c:pt>
                      <c:pt idx="2573">
                        <c:v>7</c:v>
                      </c:pt>
                      <c:pt idx="2574">
                        <c:v>7</c:v>
                      </c:pt>
                      <c:pt idx="2575">
                        <c:v>7</c:v>
                      </c:pt>
                      <c:pt idx="2576">
                        <c:v>7</c:v>
                      </c:pt>
                      <c:pt idx="2577">
                        <c:v>7</c:v>
                      </c:pt>
                      <c:pt idx="2578">
                        <c:v>7</c:v>
                      </c:pt>
                      <c:pt idx="2579">
                        <c:v>7</c:v>
                      </c:pt>
                      <c:pt idx="2580">
                        <c:v>7</c:v>
                      </c:pt>
                      <c:pt idx="2581">
                        <c:v>7</c:v>
                      </c:pt>
                      <c:pt idx="2582">
                        <c:v>7</c:v>
                      </c:pt>
                      <c:pt idx="2583">
                        <c:v>7</c:v>
                      </c:pt>
                      <c:pt idx="2584">
                        <c:v>7</c:v>
                      </c:pt>
                      <c:pt idx="2585">
                        <c:v>7</c:v>
                      </c:pt>
                      <c:pt idx="2586">
                        <c:v>7</c:v>
                      </c:pt>
                      <c:pt idx="2587">
                        <c:v>7</c:v>
                      </c:pt>
                      <c:pt idx="2588">
                        <c:v>7</c:v>
                      </c:pt>
                      <c:pt idx="2589">
                        <c:v>7</c:v>
                      </c:pt>
                      <c:pt idx="2590">
                        <c:v>7</c:v>
                      </c:pt>
                      <c:pt idx="2591">
                        <c:v>7</c:v>
                      </c:pt>
                      <c:pt idx="2592">
                        <c:v>7</c:v>
                      </c:pt>
                      <c:pt idx="2593">
                        <c:v>7</c:v>
                      </c:pt>
                      <c:pt idx="2594">
                        <c:v>7</c:v>
                      </c:pt>
                      <c:pt idx="2595">
                        <c:v>7</c:v>
                      </c:pt>
                      <c:pt idx="2596">
                        <c:v>7</c:v>
                      </c:pt>
                      <c:pt idx="2597">
                        <c:v>7</c:v>
                      </c:pt>
                      <c:pt idx="2598">
                        <c:v>7</c:v>
                      </c:pt>
                      <c:pt idx="2599">
                        <c:v>7</c:v>
                      </c:pt>
                      <c:pt idx="2600">
                        <c:v>7</c:v>
                      </c:pt>
                      <c:pt idx="2601">
                        <c:v>7</c:v>
                      </c:pt>
                      <c:pt idx="2602">
                        <c:v>7</c:v>
                      </c:pt>
                      <c:pt idx="2603">
                        <c:v>7</c:v>
                      </c:pt>
                      <c:pt idx="2604">
                        <c:v>7</c:v>
                      </c:pt>
                      <c:pt idx="2605">
                        <c:v>7</c:v>
                      </c:pt>
                      <c:pt idx="2606">
                        <c:v>7</c:v>
                      </c:pt>
                      <c:pt idx="2607">
                        <c:v>7</c:v>
                      </c:pt>
                      <c:pt idx="2608">
                        <c:v>7</c:v>
                      </c:pt>
                      <c:pt idx="2609">
                        <c:v>7</c:v>
                      </c:pt>
                      <c:pt idx="2610">
                        <c:v>7</c:v>
                      </c:pt>
                      <c:pt idx="2611">
                        <c:v>7</c:v>
                      </c:pt>
                      <c:pt idx="2612">
                        <c:v>7</c:v>
                      </c:pt>
                      <c:pt idx="2613">
                        <c:v>7</c:v>
                      </c:pt>
                      <c:pt idx="2614">
                        <c:v>7</c:v>
                      </c:pt>
                      <c:pt idx="2615">
                        <c:v>7</c:v>
                      </c:pt>
                      <c:pt idx="2616">
                        <c:v>7</c:v>
                      </c:pt>
                      <c:pt idx="2617">
                        <c:v>7</c:v>
                      </c:pt>
                      <c:pt idx="2618">
                        <c:v>7</c:v>
                      </c:pt>
                      <c:pt idx="2619">
                        <c:v>7</c:v>
                      </c:pt>
                      <c:pt idx="2620">
                        <c:v>7</c:v>
                      </c:pt>
                      <c:pt idx="2621">
                        <c:v>7</c:v>
                      </c:pt>
                      <c:pt idx="2622">
                        <c:v>7</c:v>
                      </c:pt>
                      <c:pt idx="2623">
                        <c:v>7</c:v>
                      </c:pt>
                      <c:pt idx="2624">
                        <c:v>7</c:v>
                      </c:pt>
                      <c:pt idx="2625">
                        <c:v>7</c:v>
                      </c:pt>
                      <c:pt idx="2626">
                        <c:v>7</c:v>
                      </c:pt>
                      <c:pt idx="2627">
                        <c:v>7</c:v>
                      </c:pt>
                      <c:pt idx="2628">
                        <c:v>7</c:v>
                      </c:pt>
                      <c:pt idx="2629">
                        <c:v>7</c:v>
                      </c:pt>
                      <c:pt idx="2630">
                        <c:v>7</c:v>
                      </c:pt>
                      <c:pt idx="2631">
                        <c:v>7</c:v>
                      </c:pt>
                      <c:pt idx="2632">
                        <c:v>7</c:v>
                      </c:pt>
                      <c:pt idx="2633">
                        <c:v>7</c:v>
                      </c:pt>
                      <c:pt idx="2634">
                        <c:v>7</c:v>
                      </c:pt>
                      <c:pt idx="2635">
                        <c:v>7</c:v>
                      </c:pt>
                      <c:pt idx="2636">
                        <c:v>7</c:v>
                      </c:pt>
                      <c:pt idx="2637">
                        <c:v>7</c:v>
                      </c:pt>
                      <c:pt idx="2638">
                        <c:v>7</c:v>
                      </c:pt>
                      <c:pt idx="2639">
                        <c:v>7</c:v>
                      </c:pt>
                      <c:pt idx="2640">
                        <c:v>7</c:v>
                      </c:pt>
                      <c:pt idx="2641">
                        <c:v>7</c:v>
                      </c:pt>
                      <c:pt idx="2642">
                        <c:v>7</c:v>
                      </c:pt>
                      <c:pt idx="2643">
                        <c:v>7</c:v>
                      </c:pt>
                      <c:pt idx="2644">
                        <c:v>7</c:v>
                      </c:pt>
                      <c:pt idx="2645">
                        <c:v>7</c:v>
                      </c:pt>
                      <c:pt idx="2646">
                        <c:v>7</c:v>
                      </c:pt>
                      <c:pt idx="2647">
                        <c:v>7</c:v>
                      </c:pt>
                      <c:pt idx="2648">
                        <c:v>7</c:v>
                      </c:pt>
                      <c:pt idx="2649">
                        <c:v>7</c:v>
                      </c:pt>
                      <c:pt idx="2650">
                        <c:v>7</c:v>
                      </c:pt>
                      <c:pt idx="2651">
                        <c:v>7</c:v>
                      </c:pt>
                      <c:pt idx="2652">
                        <c:v>7</c:v>
                      </c:pt>
                      <c:pt idx="2653">
                        <c:v>7</c:v>
                      </c:pt>
                      <c:pt idx="2654">
                        <c:v>7</c:v>
                      </c:pt>
                      <c:pt idx="2655">
                        <c:v>7</c:v>
                      </c:pt>
                      <c:pt idx="2656">
                        <c:v>7</c:v>
                      </c:pt>
                      <c:pt idx="2657">
                        <c:v>7</c:v>
                      </c:pt>
                      <c:pt idx="2658">
                        <c:v>7</c:v>
                      </c:pt>
                      <c:pt idx="2659">
                        <c:v>7</c:v>
                      </c:pt>
                      <c:pt idx="2660">
                        <c:v>7</c:v>
                      </c:pt>
                      <c:pt idx="2661">
                        <c:v>7</c:v>
                      </c:pt>
                      <c:pt idx="2662">
                        <c:v>7</c:v>
                      </c:pt>
                      <c:pt idx="2663">
                        <c:v>7</c:v>
                      </c:pt>
                      <c:pt idx="2664">
                        <c:v>7</c:v>
                      </c:pt>
                      <c:pt idx="2665">
                        <c:v>7</c:v>
                      </c:pt>
                      <c:pt idx="2666">
                        <c:v>7</c:v>
                      </c:pt>
                      <c:pt idx="2667">
                        <c:v>7</c:v>
                      </c:pt>
                      <c:pt idx="2668">
                        <c:v>7</c:v>
                      </c:pt>
                      <c:pt idx="2669">
                        <c:v>7</c:v>
                      </c:pt>
                      <c:pt idx="2670">
                        <c:v>7</c:v>
                      </c:pt>
                      <c:pt idx="2671">
                        <c:v>7</c:v>
                      </c:pt>
                      <c:pt idx="2672">
                        <c:v>7</c:v>
                      </c:pt>
                      <c:pt idx="2673">
                        <c:v>7</c:v>
                      </c:pt>
                      <c:pt idx="2674">
                        <c:v>7</c:v>
                      </c:pt>
                      <c:pt idx="2675">
                        <c:v>7</c:v>
                      </c:pt>
                      <c:pt idx="2676">
                        <c:v>7</c:v>
                      </c:pt>
                      <c:pt idx="2677">
                        <c:v>7</c:v>
                      </c:pt>
                      <c:pt idx="2678">
                        <c:v>7</c:v>
                      </c:pt>
                      <c:pt idx="2679">
                        <c:v>7</c:v>
                      </c:pt>
                      <c:pt idx="2680">
                        <c:v>7</c:v>
                      </c:pt>
                      <c:pt idx="2681">
                        <c:v>7</c:v>
                      </c:pt>
                      <c:pt idx="2682">
                        <c:v>7</c:v>
                      </c:pt>
                      <c:pt idx="2683">
                        <c:v>7</c:v>
                      </c:pt>
                      <c:pt idx="2684">
                        <c:v>7</c:v>
                      </c:pt>
                      <c:pt idx="2685">
                        <c:v>7</c:v>
                      </c:pt>
                      <c:pt idx="2686">
                        <c:v>7</c:v>
                      </c:pt>
                      <c:pt idx="2687">
                        <c:v>7</c:v>
                      </c:pt>
                      <c:pt idx="2688">
                        <c:v>7</c:v>
                      </c:pt>
                      <c:pt idx="2689">
                        <c:v>7</c:v>
                      </c:pt>
                      <c:pt idx="2690">
                        <c:v>7</c:v>
                      </c:pt>
                      <c:pt idx="2691">
                        <c:v>7</c:v>
                      </c:pt>
                      <c:pt idx="2692">
                        <c:v>7</c:v>
                      </c:pt>
                      <c:pt idx="2693">
                        <c:v>7</c:v>
                      </c:pt>
                      <c:pt idx="2694">
                        <c:v>7</c:v>
                      </c:pt>
                      <c:pt idx="2695">
                        <c:v>7</c:v>
                      </c:pt>
                      <c:pt idx="2696">
                        <c:v>7</c:v>
                      </c:pt>
                      <c:pt idx="2697">
                        <c:v>7</c:v>
                      </c:pt>
                      <c:pt idx="2698">
                        <c:v>7</c:v>
                      </c:pt>
                      <c:pt idx="2699">
                        <c:v>7</c:v>
                      </c:pt>
                      <c:pt idx="2700">
                        <c:v>7</c:v>
                      </c:pt>
                      <c:pt idx="2701">
                        <c:v>7</c:v>
                      </c:pt>
                      <c:pt idx="2702">
                        <c:v>7</c:v>
                      </c:pt>
                      <c:pt idx="2703">
                        <c:v>7</c:v>
                      </c:pt>
                      <c:pt idx="2704">
                        <c:v>7</c:v>
                      </c:pt>
                      <c:pt idx="2705">
                        <c:v>7</c:v>
                      </c:pt>
                      <c:pt idx="2706">
                        <c:v>7</c:v>
                      </c:pt>
                      <c:pt idx="2707">
                        <c:v>7</c:v>
                      </c:pt>
                      <c:pt idx="2708">
                        <c:v>7</c:v>
                      </c:pt>
                      <c:pt idx="2709">
                        <c:v>7</c:v>
                      </c:pt>
                      <c:pt idx="2710">
                        <c:v>7</c:v>
                      </c:pt>
                      <c:pt idx="2711">
                        <c:v>7</c:v>
                      </c:pt>
                      <c:pt idx="2712">
                        <c:v>7</c:v>
                      </c:pt>
                      <c:pt idx="2713">
                        <c:v>7</c:v>
                      </c:pt>
                      <c:pt idx="2714">
                        <c:v>7</c:v>
                      </c:pt>
                      <c:pt idx="2715">
                        <c:v>7</c:v>
                      </c:pt>
                      <c:pt idx="2716">
                        <c:v>7</c:v>
                      </c:pt>
                      <c:pt idx="2717">
                        <c:v>7</c:v>
                      </c:pt>
                      <c:pt idx="2718">
                        <c:v>7</c:v>
                      </c:pt>
                      <c:pt idx="2719">
                        <c:v>7</c:v>
                      </c:pt>
                      <c:pt idx="2720">
                        <c:v>7</c:v>
                      </c:pt>
                      <c:pt idx="2721">
                        <c:v>7</c:v>
                      </c:pt>
                      <c:pt idx="2722">
                        <c:v>7</c:v>
                      </c:pt>
                      <c:pt idx="2723">
                        <c:v>7</c:v>
                      </c:pt>
                      <c:pt idx="2724">
                        <c:v>7</c:v>
                      </c:pt>
                      <c:pt idx="2725">
                        <c:v>7</c:v>
                      </c:pt>
                      <c:pt idx="2726">
                        <c:v>7</c:v>
                      </c:pt>
                      <c:pt idx="2727">
                        <c:v>7</c:v>
                      </c:pt>
                      <c:pt idx="2728">
                        <c:v>7</c:v>
                      </c:pt>
                      <c:pt idx="2729">
                        <c:v>7</c:v>
                      </c:pt>
                      <c:pt idx="2730">
                        <c:v>7</c:v>
                      </c:pt>
                      <c:pt idx="2731">
                        <c:v>7</c:v>
                      </c:pt>
                      <c:pt idx="2732">
                        <c:v>7</c:v>
                      </c:pt>
                      <c:pt idx="2733">
                        <c:v>7</c:v>
                      </c:pt>
                      <c:pt idx="2734">
                        <c:v>7</c:v>
                      </c:pt>
                      <c:pt idx="2735">
                        <c:v>7</c:v>
                      </c:pt>
                      <c:pt idx="2736">
                        <c:v>7</c:v>
                      </c:pt>
                      <c:pt idx="2737">
                        <c:v>7</c:v>
                      </c:pt>
                      <c:pt idx="2738">
                        <c:v>7.5</c:v>
                      </c:pt>
                      <c:pt idx="2739">
                        <c:v>7.5</c:v>
                      </c:pt>
                      <c:pt idx="2740">
                        <c:v>7.5</c:v>
                      </c:pt>
                      <c:pt idx="2741">
                        <c:v>7.5</c:v>
                      </c:pt>
                      <c:pt idx="2742">
                        <c:v>7.5</c:v>
                      </c:pt>
                      <c:pt idx="2743">
                        <c:v>7.5</c:v>
                      </c:pt>
                      <c:pt idx="2744">
                        <c:v>7.5</c:v>
                      </c:pt>
                      <c:pt idx="2745">
                        <c:v>7.5</c:v>
                      </c:pt>
                      <c:pt idx="2746">
                        <c:v>7.5</c:v>
                      </c:pt>
                      <c:pt idx="2747">
                        <c:v>7.5</c:v>
                      </c:pt>
                      <c:pt idx="2748">
                        <c:v>7.5</c:v>
                      </c:pt>
                      <c:pt idx="2749">
                        <c:v>7.5</c:v>
                      </c:pt>
                      <c:pt idx="2750">
                        <c:v>7.5</c:v>
                      </c:pt>
                      <c:pt idx="2751">
                        <c:v>7.5</c:v>
                      </c:pt>
                      <c:pt idx="2752">
                        <c:v>7.5</c:v>
                      </c:pt>
                      <c:pt idx="2753">
                        <c:v>7.5</c:v>
                      </c:pt>
                      <c:pt idx="2754">
                        <c:v>7.5</c:v>
                      </c:pt>
                      <c:pt idx="2755">
                        <c:v>7.5</c:v>
                      </c:pt>
                      <c:pt idx="2756">
                        <c:v>7.5</c:v>
                      </c:pt>
                      <c:pt idx="2757">
                        <c:v>7.5</c:v>
                      </c:pt>
                      <c:pt idx="2758">
                        <c:v>7.5</c:v>
                      </c:pt>
                      <c:pt idx="2759">
                        <c:v>7.5</c:v>
                      </c:pt>
                      <c:pt idx="2760">
                        <c:v>7.5</c:v>
                      </c:pt>
                      <c:pt idx="2761">
                        <c:v>7.5</c:v>
                      </c:pt>
                      <c:pt idx="2762">
                        <c:v>7.5</c:v>
                      </c:pt>
                      <c:pt idx="2763">
                        <c:v>7.5</c:v>
                      </c:pt>
                      <c:pt idx="2764">
                        <c:v>7.5</c:v>
                      </c:pt>
                      <c:pt idx="2765">
                        <c:v>7.5</c:v>
                      </c:pt>
                      <c:pt idx="2766">
                        <c:v>7.5</c:v>
                      </c:pt>
                      <c:pt idx="2767">
                        <c:v>7.5</c:v>
                      </c:pt>
                      <c:pt idx="2768">
                        <c:v>7.5</c:v>
                      </c:pt>
                      <c:pt idx="2769">
                        <c:v>7.5</c:v>
                      </c:pt>
                      <c:pt idx="2770">
                        <c:v>7.5</c:v>
                      </c:pt>
                      <c:pt idx="2771">
                        <c:v>7.5</c:v>
                      </c:pt>
                      <c:pt idx="2772">
                        <c:v>7.5</c:v>
                      </c:pt>
                      <c:pt idx="2773">
                        <c:v>7.5</c:v>
                      </c:pt>
                      <c:pt idx="2774">
                        <c:v>7.5</c:v>
                      </c:pt>
                      <c:pt idx="2775">
                        <c:v>7.5</c:v>
                      </c:pt>
                      <c:pt idx="2776">
                        <c:v>7.5</c:v>
                      </c:pt>
                      <c:pt idx="2777">
                        <c:v>7.5</c:v>
                      </c:pt>
                      <c:pt idx="2778">
                        <c:v>7.5</c:v>
                      </c:pt>
                      <c:pt idx="2779">
                        <c:v>7.5</c:v>
                      </c:pt>
                      <c:pt idx="2780">
                        <c:v>7.5</c:v>
                      </c:pt>
                      <c:pt idx="2781">
                        <c:v>7.5</c:v>
                      </c:pt>
                      <c:pt idx="2782">
                        <c:v>8</c:v>
                      </c:pt>
                      <c:pt idx="2783">
                        <c:v>8</c:v>
                      </c:pt>
                      <c:pt idx="2784">
                        <c:v>8</c:v>
                      </c:pt>
                      <c:pt idx="2785">
                        <c:v>8</c:v>
                      </c:pt>
                      <c:pt idx="2786">
                        <c:v>8</c:v>
                      </c:pt>
                      <c:pt idx="2787">
                        <c:v>8</c:v>
                      </c:pt>
                      <c:pt idx="2788">
                        <c:v>8</c:v>
                      </c:pt>
                      <c:pt idx="2789">
                        <c:v>8</c:v>
                      </c:pt>
                      <c:pt idx="2790">
                        <c:v>8</c:v>
                      </c:pt>
                      <c:pt idx="2791">
                        <c:v>8</c:v>
                      </c:pt>
                      <c:pt idx="2792">
                        <c:v>8</c:v>
                      </c:pt>
                      <c:pt idx="2793">
                        <c:v>8</c:v>
                      </c:pt>
                      <c:pt idx="2794">
                        <c:v>8</c:v>
                      </c:pt>
                      <c:pt idx="2795">
                        <c:v>8</c:v>
                      </c:pt>
                      <c:pt idx="2796">
                        <c:v>8</c:v>
                      </c:pt>
                      <c:pt idx="2797">
                        <c:v>8</c:v>
                      </c:pt>
                      <c:pt idx="2798">
                        <c:v>8</c:v>
                      </c:pt>
                      <c:pt idx="2799">
                        <c:v>8</c:v>
                      </c:pt>
                      <c:pt idx="2800">
                        <c:v>8</c:v>
                      </c:pt>
                      <c:pt idx="2801">
                        <c:v>8</c:v>
                      </c:pt>
                      <c:pt idx="2802">
                        <c:v>8</c:v>
                      </c:pt>
                      <c:pt idx="2803">
                        <c:v>8</c:v>
                      </c:pt>
                      <c:pt idx="2804">
                        <c:v>8</c:v>
                      </c:pt>
                      <c:pt idx="2805">
                        <c:v>8</c:v>
                      </c:pt>
                      <c:pt idx="2806">
                        <c:v>8</c:v>
                      </c:pt>
                      <c:pt idx="2807">
                        <c:v>8</c:v>
                      </c:pt>
                      <c:pt idx="2808">
                        <c:v>8</c:v>
                      </c:pt>
                      <c:pt idx="2809">
                        <c:v>8</c:v>
                      </c:pt>
                      <c:pt idx="2810">
                        <c:v>8</c:v>
                      </c:pt>
                      <c:pt idx="2811">
                        <c:v>8</c:v>
                      </c:pt>
                      <c:pt idx="2812">
                        <c:v>8</c:v>
                      </c:pt>
                      <c:pt idx="2813">
                        <c:v>8</c:v>
                      </c:pt>
                      <c:pt idx="2814">
                        <c:v>8</c:v>
                      </c:pt>
                      <c:pt idx="2815">
                        <c:v>8</c:v>
                      </c:pt>
                      <c:pt idx="2816">
                        <c:v>8</c:v>
                      </c:pt>
                      <c:pt idx="2817">
                        <c:v>8</c:v>
                      </c:pt>
                      <c:pt idx="2818">
                        <c:v>8</c:v>
                      </c:pt>
                      <c:pt idx="2819">
                        <c:v>8</c:v>
                      </c:pt>
                      <c:pt idx="2820">
                        <c:v>8</c:v>
                      </c:pt>
                      <c:pt idx="2821">
                        <c:v>8</c:v>
                      </c:pt>
                      <c:pt idx="2822">
                        <c:v>8</c:v>
                      </c:pt>
                      <c:pt idx="2823">
                        <c:v>8</c:v>
                      </c:pt>
                      <c:pt idx="2824">
                        <c:v>8</c:v>
                      </c:pt>
                      <c:pt idx="2825">
                        <c:v>8.5</c:v>
                      </c:pt>
                      <c:pt idx="2826">
                        <c:v>8.5</c:v>
                      </c:pt>
                      <c:pt idx="2827">
                        <c:v>8.5</c:v>
                      </c:pt>
                      <c:pt idx="2828">
                        <c:v>8.5</c:v>
                      </c:pt>
                      <c:pt idx="2829">
                        <c:v>8.5</c:v>
                      </c:pt>
                      <c:pt idx="2830">
                        <c:v>8.5</c:v>
                      </c:pt>
                      <c:pt idx="2831">
                        <c:v>8.5</c:v>
                      </c:pt>
                      <c:pt idx="2832">
                        <c:v>8.5</c:v>
                      </c:pt>
                      <c:pt idx="2833">
                        <c:v>8.5</c:v>
                      </c:pt>
                      <c:pt idx="2834">
                        <c:v>8.5</c:v>
                      </c:pt>
                      <c:pt idx="2835">
                        <c:v>8.5</c:v>
                      </c:pt>
                      <c:pt idx="2836">
                        <c:v>8.5</c:v>
                      </c:pt>
                      <c:pt idx="2837">
                        <c:v>8.5</c:v>
                      </c:pt>
                      <c:pt idx="2838">
                        <c:v>8.5</c:v>
                      </c:pt>
                      <c:pt idx="2839">
                        <c:v>8.5</c:v>
                      </c:pt>
                      <c:pt idx="2840">
                        <c:v>8.5</c:v>
                      </c:pt>
                      <c:pt idx="2841">
                        <c:v>8.5</c:v>
                      </c:pt>
                      <c:pt idx="2842">
                        <c:v>8.5</c:v>
                      </c:pt>
                      <c:pt idx="2843">
                        <c:v>8.5</c:v>
                      </c:pt>
                      <c:pt idx="2844">
                        <c:v>8.5</c:v>
                      </c:pt>
                      <c:pt idx="2845">
                        <c:v>8.5</c:v>
                      </c:pt>
                      <c:pt idx="2846">
                        <c:v>8.5</c:v>
                      </c:pt>
                      <c:pt idx="2847">
                        <c:v>8.5</c:v>
                      </c:pt>
                      <c:pt idx="2848">
                        <c:v>8.5</c:v>
                      </c:pt>
                      <c:pt idx="2849">
                        <c:v>8.5</c:v>
                      </c:pt>
                      <c:pt idx="2850">
                        <c:v>8.5</c:v>
                      </c:pt>
                      <c:pt idx="2851">
                        <c:v>8.5</c:v>
                      </c:pt>
                      <c:pt idx="2852">
                        <c:v>8.5</c:v>
                      </c:pt>
                      <c:pt idx="2853">
                        <c:v>8.5</c:v>
                      </c:pt>
                      <c:pt idx="2854">
                        <c:v>8.5</c:v>
                      </c:pt>
                      <c:pt idx="2855">
                        <c:v>8.5</c:v>
                      </c:pt>
                      <c:pt idx="2856">
                        <c:v>8.5</c:v>
                      </c:pt>
                      <c:pt idx="2857">
                        <c:v>8.5</c:v>
                      </c:pt>
                      <c:pt idx="2858">
                        <c:v>8.5</c:v>
                      </c:pt>
                      <c:pt idx="2859">
                        <c:v>8.5</c:v>
                      </c:pt>
                      <c:pt idx="2860">
                        <c:v>8.5</c:v>
                      </c:pt>
                      <c:pt idx="2861">
                        <c:v>8.5</c:v>
                      </c:pt>
                      <c:pt idx="2862">
                        <c:v>8.5</c:v>
                      </c:pt>
                      <c:pt idx="2863">
                        <c:v>8.5</c:v>
                      </c:pt>
                      <c:pt idx="2864">
                        <c:v>8.5</c:v>
                      </c:pt>
                      <c:pt idx="2865">
                        <c:v>8.5</c:v>
                      </c:pt>
                      <c:pt idx="2866">
                        <c:v>8.5</c:v>
                      </c:pt>
                      <c:pt idx="2867">
                        <c:v>8.5</c:v>
                      </c:pt>
                      <c:pt idx="2868">
                        <c:v>8.5</c:v>
                      </c:pt>
                      <c:pt idx="2869">
                        <c:v>8.5</c:v>
                      </c:pt>
                      <c:pt idx="2870">
                        <c:v>8.5</c:v>
                      </c:pt>
                      <c:pt idx="2871">
                        <c:v>8.5</c:v>
                      </c:pt>
                      <c:pt idx="2872">
                        <c:v>8.5</c:v>
                      </c:pt>
                      <c:pt idx="2873">
                        <c:v>8.5</c:v>
                      </c:pt>
                      <c:pt idx="2874">
                        <c:v>8.5</c:v>
                      </c:pt>
                      <c:pt idx="2875">
                        <c:v>8.5</c:v>
                      </c:pt>
                      <c:pt idx="2876">
                        <c:v>8.5</c:v>
                      </c:pt>
                      <c:pt idx="2877">
                        <c:v>8.5</c:v>
                      </c:pt>
                      <c:pt idx="2878">
                        <c:v>8.5</c:v>
                      </c:pt>
                      <c:pt idx="2879">
                        <c:v>8.5</c:v>
                      </c:pt>
                      <c:pt idx="2880">
                        <c:v>8.5</c:v>
                      </c:pt>
                      <c:pt idx="2881">
                        <c:v>8.5</c:v>
                      </c:pt>
                      <c:pt idx="2882">
                        <c:v>8.5</c:v>
                      </c:pt>
                      <c:pt idx="2883">
                        <c:v>8.5</c:v>
                      </c:pt>
                      <c:pt idx="2884">
                        <c:v>8.5</c:v>
                      </c:pt>
                      <c:pt idx="2885">
                        <c:v>8.5</c:v>
                      </c:pt>
                      <c:pt idx="2886">
                        <c:v>8.5</c:v>
                      </c:pt>
                      <c:pt idx="2887">
                        <c:v>8.5</c:v>
                      </c:pt>
                      <c:pt idx="2888">
                        <c:v>8.5</c:v>
                      </c:pt>
                      <c:pt idx="2889">
                        <c:v>8.5</c:v>
                      </c:pt>
                      <c:pt idx="2890">
                        <c:v>8.5</c:v>
                      </c:pt>
                      <c:pt idx="2891">
                        <c:v>8.5</c:v>
                      </c:pt>
                      <c:pt idx="2892">
                        <c:v>8.5</c:v>
                      </c:pt>
                      <c:pt idx="2893">
                        <c:v>8.5</c:v>
                      </c:pt>
                      <c:pt idx="2894">
                        <c:v>8.5</c:v>
                      </c:pt>
                      <c:pt idx="2895">
                        <c:v>8.5</c:v>
                      </c:pt>
                      <c:pt idx="2896">
                        <c:v>8.5</c:v>
                      </c:pt>
                      <c:pt idx="2897">
                        <c:v>8.5</c:v>
                      </c:pt>
                      <c:pt idx="2898">
                        <c:v>8.5</c:v>
                      </c:pt>
                      <c:pt idx="2899">
                        <c:v>8.5</c:v>
                      </c:pt>
                      <c:pt idx="2900">
                        <c:v>8.5</c:v>
                      </c:pt>
                      <c:pt idx="2901">
                        <c:v>8.5</c:v>
                      </c:pt>
                      <c:pt idx="2902">
                        <c:v>8.5</c:v>
                      </c:pt>
                      <c:pt idx="2903">
                        <c:v>8.5</c:v>
                      </c:pt>
                      <c:pt idx="2904">
                        <c:v>8.5</c:v>
                      </c:pt>
                      <c:pt idx="2905">
                        <c:v>8.5</c:v>
                      </c:pt>
                      <c:pt idx="2906">
                        <c:v>8.5</c:v>
                      </c:pt>
                      <c:pt idx="2907">
                        <c:v>8.5</c:v>
                      </c:pt>
                      <c:pt idx="2908">
                        <c:v>8.5</c:v>
                      </c:pt>
                      <c:pt idx="2909">
                        <c:v>8.5</c:v>
                      </c:pt>
                      <c:pt idx="2910">
                        <c:v>8.5</c:v>
                      </c:pt>
                      <c:pt idx="2911">
                        <c:v>9</c:v>
                      </c:pt>
                      <c:pt idx="2912">
                        <c:v>9</c:v>
                      </c:pt>
                      <c:pt idx="2913">
                        <c:v>9</c:v>
                      </c:pt>
                      <c:pt idx="2914">
                        <c:v>9</c:v>
                      </c:pt>
                      <c:pt idx="2915">
                        <c:v>9</c:v>
                      </c:pt>
                      <c:pt idx="2916">
                        <c:v>9</c:v>
                      </c:pt>
                      <c:pt idx="2917">
                        <c:v>9</c:v>
                      </c:pt>
                      <c:pt idx="2918">
                        <c:v>9</c:v>
                      </c:pt>
                      <c:pt idx="2919">
                        <c:v>9</c:v>
                      </c:pt>
                      <c:pt idx="2920">
                        <c:v>9</c:v>
                      </c:pt>
                      <c:pt idx="2921">
                        <c:v>9</c:v>
                      </c:pt>
                      <c:pt idx="2922">
                        <c:v>9</c:v>
                      </c:pt>
                      <c:pt idx="2923">
                        <c:v>9</c:v>
                      </c:pt>
                      <c:pt idx="2924">
                        <c:v>9</c:v>
                      </c:pt>
                      <c:pt idx="2925">
                        <c:v>9</c:v>
                      </c:pt>
                      <c:pt idx="2926">
                        <c:v>9</c:v>
                      </c:pt>
                      <c:pt idx="2927">
                        <c:v>9</c:v>
                      </c:pt>
                      <c:pt idx="2928">
                        <c:v>9</c:v>
                      </c:pt>
                      <c:pt idx="2929">
                        <c:v>9</c:v>
                      </c:pt>
                      <c:pt idx="2930">
                        <c:v>9</c:v>
                      </c:pt>
                      <c:pt idx="2931">
                        <c:v>9</c:v>
                      </c:pt>
                      <c:pt idx="2932">
                        <c:v>9</c:v>
                      </c:pt>
                      <c:pt idx="2933">
                        <c:v>9</c:v>
                      </c:pt>
                      <c:pt idx="2934">
                        <c:v>9</c:v>
                      </c:pt>
                      <c:pt idx="2935">
                        <c:v>9</c:v>
                      </c:pt>
                      <c:pt idx="2936">
                        <c:v>9</c:v>
                      </c:pt>
                      <c:pt idx="2937">
                        <c:v>9</c:v>
                      </c:pt>
                      <c:pt idx="2938">
                        <c:v>9</c:v>
                      </c:pt>
                      <c:pt idx="2939">
                        <c:v>9</c:v>
                      </c:pt>
                      <c:pt idx="2940">
                        <c:v>9</c:v>
                      </c:pt>
                      <c:pt idx="2941">
                        <c:v>9</c:v>
                      </c:pt>
                      <c:pt idx="2942">
                        <c:v>9</c:v>
                      </c:pt>
                      <c:pt idx="2943">
                        <c:v>9</c:v>
                      </c:pt>
                      <c:pt idx="2944">
                        <c:v>9</c:v>
                      </c:pt>
                      <c:pt idx="2945">
                        <c:v>9</c:v>
                      </c:pt>
                      <c:pt idx="2946">
                        <c:v>9</c:v>
                      </c:pt>
                      <c:pt idx="2947">
                        <c:v>9</c:v>
                      </c:pt>
                      <c:pt idx="2948">
                        <c:v>9</c:v>
                      </c:pt>
                      <c:pt idx="2949">
                        <c:v>9</c:v>
                      </c:pt>
                      <c:pt idx="2950">
                        <c:v>9</c:v>
                      </c:pt>
                      <c:pt idx="2951">
                        <c:v>9</c:v>
                      </c:pt>
                      <c:pt idx="2952">
                        <c:v>9</c:v>
                      </c:pt>
                      <c:pt idx="2953">
                        <c:v>9</c:v>
                      </c:pt>
                      <c:pt idx="2954">
                        <c:v>9</c:v>
                      </c:pt>
                      <c:pt idx="2955">
                        <c:v>9</c:v>
                      </c:pt>
                      <c:pt idx="2956">
                        <c:v>9</c:v>
                      </c:pt>
                      <c:pt idx="2957">
                        <c:v>9</c:v>
                      </c:pt>
                      <c:pt idx="2958">
                        <c:v>9</c:v>
                      </c:pt>
                      <c:pt idx="2959">
                        <c:v>9</c:v>
                      </c:pt>
                      <c:pt idx="2960">
                        <c:v>9</c:v>
                      </c:pt>
                      <c:pt idx="2961">
                        <c:v>9</c:v>
                      </c:pt>
                      <c:pt idx="2962">
                        <c:v>9</c:v>
                      </c:pt>
                      <c:pt idx="2963">
                        <c:v>9</c:v>
                      </c:pt>
                      <c:pt idx="2964">
                        <c:v>9</c:v>
                      </c:pt>
                      <c:pt idx="2965">
                        <c:v>9</c:v>
                      </c:pt>
                      <c:pt idx="2966">
                        <c:v>9</c:v>
                      </c:pt>
                      <c:pt idx="2967">
                        <c:v>9</c:v>
                      </c:pt>
                      <c:pt idx="2968">
                        <c:v>9</c:v>
                      </c:pt>
                      <c:pt idx="2969">
                        <c:v>9</c:v>
                      </c:pt>
                      <c:pt idx="2970">
                        <c:v>9</c:v>
                      </c:pt>
                      <c:pt idx="2971">
                        <c:v>9</c:v>
                      </c:pt>
                      <c:pt idx="2972">
                        <c:v>9</c:v>
                      </c:pt>
                      <c:pt idx="2973">
                        <c:v>9</c:v>
                      </c:pt>
                      <c:pt idx="2974">
                        <c:v>9</c:v>
                      </c:pt>
                      <c:pt idx="2975">
                        <c:v>9</c:v>
                      </c:pt>
                      <c:pt idx="2976">
                        <c:v>9</c:v>
                      </c:pt>
                      <c:pt idx="2977">
                        <c:v>9</c:v>
                      </c:pt>
                      <c:pt idx="2978">
                        <c:v>9</c:v>
                      </c:pt>
                      <c:pt idx="2979">
                        <c:v>9</c:v>
                      </c:pt>
                      <c:pt idx="2980">
                        <c:v>9</c:v>
                      </c:pt>
                      <c:pt idx="2981">
                        <c:v>9</c:v>
                      </c:pt>
                      <c:pt idx="2982">
                        <c:v>9</c:v>
                      </c:pt>
                      <c:pt idx="2983">
                        <c:v>9</c:v>
                      </c:pt>
                      <c:pt idx="2984">
                        <c:v>9</c:v>
                      </c:pt>
                      <c:pt idx="2985">
                        <c:v>9</c:v>
                      </c:pt>
                      <c:pt idx="2986">
                        <c:v>9</c:v>
                      </c:pt>
                      <c:pt idx="2987">
                        <c:v>9</c:v>
                      </c:pt>
                      <c:pt idx="2988">
                        <c:v>9</c:v>
                      </c:pt>
                      <c:pt idx="2989">
                        <c:v>9</c:v>
                      </c:pt>
                      <c:pt idx="2990">
                        <c:v>9</c:v>
                      </c:pt>
                      <c:pt idx="2991">
                        <c:v>9</c:v>
                      </c:pt>
                      <c:pt idx="2992">
                        <c:v>9</c:v>
                      </c:pt>
                      <c:pt idx="2993">
                        <c:v>9</c:v>
                      </c:pt>
                      <c:pt idx="2994">
                        <c:v>9</c:v>
                      </c:pt>
                      <c:pt idx="2995">
                        <c:v>9</c:v>
                      </c:pt>
                      <c:pt idx="2996">
                        <c:v>9</c:v>
                      </c:pt>
                      <c:pt idx="2997">
                        <c:v>9</c:v>
                      </c:pt>
                      <c:pt idx="2998">
                        <c:v>9</c:v>
                      </c:pt>
                      <c:pt idx="2999">
                        <c:v>9.5</c:v>
                      </c:pt>
                      <c:pt idx="3000">
                        <c:v>9.5</c:v>
                      </c:pt>
                      <c:pt idx="3001">
                        <c:v>9.5</c:v>
                      </c:pt>
                      <c:pt idx="3002">
                        <c:v>9.5</c:v>
                      </c:pt>
                      <c:pt idx="3003">
                        <c:v>9.5</c:v>
                      </c:pt>
                      <c:pt idx="3004">
                        <c:v>9.5</c:v>
                      </c:pt>
                      <c:pt idx="3005">
                        <c:v>9.5</c:v>
                      </c:pt>
                      <c:pt idx="3006">
                        <c:v>9.5</c:v>
                      </c:pt>
                      <c:pt idx="3007">
                        <c:v>9.5</c:v>
                      </c:pt>
                      <c:pt idx="3008">
                        <c:v>9.5</c:v>
                      </c:pt>
                      <c:pt idx="3009">
                        <c:v>9.5</c:v>
                      </c:pt>
                      <c:pt idx="3010">
                        <c:v>9.5</c:v>
                      </c:pt>
                      <c:pt idx="3011">
                        <c:v>9.5</c:v>
                      </c:pt>
                      <c:pt idx="3012">
                        <c:v>9.5</c:v>
                      </c:pt>
                      <c:pt idx="3013">
                        <c:v>9.5</c:v>
                      </c:pt>
                      <c:pt idx="3014">
                        <c:v>9.5</c:v>
                      </c:pt>
                      <c:pt idx="3015">
                        <c:v>9.5</c:v>
                      </c:pt>
                      <c:pt idx="3016">
                        <c:v>9.5</c:v>
                      </c:pt>
                      <c:pt idx="3017">
                        <c:v>9.5</c:v>
                      </c:pt>
                      <c:pt idx="3018">
                        <c:v>9.5</c:v>
                      </c:pt>
                      <c:pt idx="3019">
                        <c:v>9.5</c:v>
                      </c:pt>
                      <c:pt idx="3020">
                        <c:v>9.5</c:v>
                      </c:pt>
                      <c:pt idx="3021">
                        <c:v>9.5</c:v>
                      </c:pt>
                      <c:pt idx="3022">
                        <c:v>9.5</c:v>
                      </c:pt>
                      <c:pt idx="3023">
                        <c:v>9.5</c:v>
                      </c:pt>
                      <c:pt idx="3024">
                        <c:v>9.5</c:v>
                      </c:pt>
                      <c:pt idx="3025">
                        <c:v>9.5</c:v>
                      </c:pt>
                      <c:pt idx="3026">
                        <c:v>9.5</c:v>
                      </c:pt>
                      <c:pt idx="3027">
                        <c:v>9.5</c:v>
                      </c:pt>
                      <c:pt idx="3028">
                        <c:v>9.5</c:v>
                      </c:pt>
                      <c:pt idx="3029">
                        <c:v>9.5</c:v>
                      </c:pt>
                      <c:pt idx="3030">
                        <c:v>9.5</c:v>
                      </c:pt>
                      <c:pt idx="3031">
                        <c:v>9.5</c:v>
                      </c:pt>
                      <c:pt idx="3032">
                        <c:v>9.5</c:v>
                      </c:pt>
                      <c:pt idx="3033">
                        <c:v>9.5</c:v>
                      </c:pt>
                      <c:pt idx="3034">
                        <c:v>9.5</c:v>
                      </c:pt>
                      <c:pt idx="3035">
                        <c:v>9.5</c:v>
                      </c:pt>
                      <c:pt idx="3036">
                        <c:v>9.5</c:v>
                      </c:pt>
                      <c:pt idx="3037">
                        <c:v>9.5</c:v>
                      </c:pt>
                      <c:pt idx="3038">
                        <c:v>9.5</c:v>
                      </c:pt>
                      <c:pt idx="3039">
                        <c:v>9.5</c:v>
                      </c:pt>
                      <c:pt idx="3040">
                        <c:v>9.5</c:v>
                      </c:pt>
                      <c:pt idx="3041">
                        <c:v>9.5</c:v>
                      </c:pt>
                      <c:pt idx="3042">
                        <c:v>9.5</c:v>
                      </c:pt>
                      <c:pt idx="3043">
                        <c:v>10</c:v>
                      </c:pt>
                      <c:pt idx="3044">
                        <c:v>10</c:v>
                      </c:pt>
                      <c:pt idx="3045">
                        <c:v>10</c:v>
                      </c:pt>
                      <c:pt idx="3046">
                        <c:v>10</c:v>
                      </c:pt>
                      <c:pt idx="3047">
                        <c:v>10</c:v>
                      </c:pt>
                      <c:pt idx="3048">
                        <c:v>10</c:v>
                      </c:pt>
                      <c:pt idx="3049">
                        <c:v>10</c:v>
                      </c:pt>
                      <c:pt idx="3050">
                        <c:v>10</c:v>
                      </c:pt>
                      <c:pt idx="3051">
                        <c:v>10</c:v>
                      </c:pt>
                      <c:pt idx="3052">
                        <c:v>10</c:v>
                      </c:pt>
                      <c:pt idx="3053">
                        <c:v>10</c:v>
                      </c:pt>
                      <c:pt idx="3054">
                        <c:v>10</c:v>
                      </c:pt>
                      <c:pt idx="3055">
                        <c:v>10</c:v>
                      </c:pt>
                      <c:pt idx="3056">
                        <c:v>10</c:v>
                      </c:pt>
                      <c:pt idx="3057">
                        <c:v>10</c:v>
                      </c:pt>
                      <c:pt idx="3058">
                        <c:v>10</c:v>
                      </c:pt>
                      <c:pt idx="3059">
                        <c:v>10</c:v>
                      </c:pt>
                      <c:pt idx="3060">
                        <c:v>10</c:v>
                      </c:pt>
                      <c:pt idx="3061">
                        <c:v>10</c:v>
                      </c:pt>
                      <c:pt idx="3062">
                        <c:v>10</c:v>
                      </c:pt>
                      <c:pt idx="3063">
                        <c:v>10</c:v>
                      </c:pt>
                      <c:pt idx="3064">
                        <c:v>10</c:v>
                      </c:pt>
                      <c:pt idx="3065">
                        <c:v>10</c:v>
                      </c:pt>
                      <c:pt idx="3066">
                        <c:v>10</c:v>
                      </c:pt>
                      <c:pt idx="3067">
                        <c:v>10</c:v>
                      </c:pt>
                      <c:pt idx="3068">
                        <c:v>10</c:v>
                      </c:pt>
                      <c:pt idx="3069">
                        <c:v>10</c:v>
                      </c:pt>
                      <c:pt idx="3070">
                        <c:v>10</c:v>
                      </c:pt>
                      <c:pt idx="3071">
                        <c:v>10</c:v>
                      </c:pt>
                      <c:pt idx="3072">
                        <c:v>10</c:v>
                      </c:pt>
                      <c:pt idx="3073">
                        <c:v>10</c:v>
                      </c:pt>
                      <c:pt idx="3074">
                        <c:v>10</c:v>
                      </c:pt>
                      <c:pt idx="3075">
                        <c:v>10</c:v>
                      </c:pt>
                      <c:pt idx="3076">
                        <c:v>10</c:v>
                      </c:pt>
                      <c:pt idx="3077">
                        <c:v>10</c:v>
                      </c:pt>
                      <c:pt idx="3078">
                        <c:v>10</c:v>
                      </c:pt>
                      <c:pt idx="3079">
                        <c:v>10</c:v>
                      </c:pt>
                      <c:pt idx="3080">
                        <c:v>10</c:v>
                      </c:pt>
                      <c:pt idx="3081">
                        <c:v>10</c:v>
                      </c:pt>
                      <c:pt idx="3082">
                        <c:v>10</c:v>
                      </c:pt>
                      <c:pt idx="3083">
                        <c:v>10</c:v>
                      </c:pt>
                      <c:pt idx="3084">
                        <c:v>10</c:v>
                      </c:pt>
                      <c:pt idx="3085">
                        <c:v>10</c:v>
                      </c:pt>
                      <c:pt idx="3086">
                        <c:v>10.5</c:v>
                      </c:pt>
                      <c:pt idx="3087">
                        <c:v>10.5</c:v>
                      </c:pt>
                      <c:pt idx="3088">
                        <c:v>10.5</c:v>
                      </c:pt>
                      <c:pt idx="3089">
                        <c:v>10.5</c:v>
                      </c:pt>
                      <c:pt idx="3090">
                        <c:v>10.5</c:v>
                      </c:pt>
                      <c:pt idx="3091">
                        <c:v>10.5</c:v>
                      </c:pt>
                      <c:pt idx="3092">
                        <c:v>10.5</c:v>
                      </c:pt>
                      <c:pt idx="3093">
                        <c:v>10.5</c:v>
                      </c:pt>
                      <c:pt idx="3094">
                        <c:v>10.5</c:v>
                      </c:pt>
                      <c:pt idx="3095">
                        <c:v>10.5</c:v>
                      </c:pt>
                      <c:pt idx="3096">
                        <c:v>10.5</c:v>
                      </c:pt>
                      <c:pt idx="3097">
                        <c:v>10.5</c:v>
                      </c:pt>
                      <c:pt idx="3098">
                        <c:v>10.5</c:v>
                      </c:pt>
                      <c:pt idx="3099">
                        <c:v>10.5</c:v>
                      </c:pt>
                      <c:pt idx="3100">
                        <c:v>10.5</c:v>
                      </c:pt>
                      <c:pt idx="3101">
                        <c:v>10.5</c:v>
                      </c:pt>
                      <c:pt idx="3102">
                        <c:v>10.5</c:v>
                      </c:pt>
                      <c:pt idx="3103">
                        <c:v>10.5</c:v>
                      </c:pt>
                      <c:pt idx="3104">
                        <c:v>10.5</c:v>
                      </c:pt>
                      <c:pt idx="3105">
                        <c:v>10.5</c:v>
                      </c:pt>
                      <c:pt idx="3106">
                        <c:v>10.5</c:v>
                      </c:pt>
                      <c:pt idx="3107">
                        <c:v>10.5</c:v>
                      </c:pt>
                      <c:pt idx="3108">
                        <c:v>10.5</c:v>
                      </c:pt>
                      <c:pt idx="3109">
                        <c:v>10.5</c:v>
                      </c:pt>
                      <c:pt idx="3110">
                        <c:v>10.5</c:v>
                      </c:pt>
                      <c:pt idx="3111">
                        <c:v>10.5</c:v>
                      </c:pt>
                      <c:pt idx="3112">
                        <c:v>10.5</c:v>
                      </c:pt>
                      <c:pt idx="3113">
                        <c:v>10.5</c:v>
                      </c:pt>
                      <c:pt idx="3114">
                        <c:v>10.5</c:v>
                      </c:pt>
                      <c:pt idx="3115">
                        <c:v>10.5</c:v>
                      </c:pt>
                      <c:pt idx="3116">
                        <c:v>10.5</c:v>
                      </c:pt>
                      <c:pt idx="3117">
                        <c:v>10.5</c:v>
                      </c:pt>
                      <c:pt idx="3118">
                        <c:v>10.5</c:v>
                      </c:pt>
                      <c:pt idx="3119">
                        <c:v>10.5</c:v>
                      </c:pt>
                      <c:pt idx="3120">
                        <c:v>10.5</c:v>
                      </c:pt>
                      <c:pt idx="3121">
                        <c:v>10.5</c:v>
                      </c:pt>
                      <c:pt idx="3122">
                        <c:v>10.5</c:v>
                      </c:pt>
                      <c:pt idx="3123">
                        <c:v>10.5</c:v>
                      </c:pt>
                      <c:pt idx="3124">
                        <c:v>10.5</c:v>
                      </c:pt>
                      <c:pt idx="3125">
                        <c:v>10.5</c:v>
                      </c:pt>
                      <c:pt idx="3126">
                        <c:v>10.5</c:v>
                      </c:pt>
                      <c:pt idx="3127">
                        <c:v>10.5</c:v>
                      </c:pt>
                      <c:pt idx="3128">
                        <c:v>10.5</c:v>
                      </c:pt>
                      <c:pt idx="3129">
                        <c:v>10.5</c:v>
                      </c:pt>
                      <c:pt idx="3130">
                        <c:v>10.5</c:v>
                      </c:pt>
                      <c:pt idx="3131">
                        <c:v>10.5</c:v>
                      </c:pt>
                      <c:pt idx="3132">
                        <c:v>10.5</c:v>
                      </c:pt>
                      <c:pt idx="3133">
                        <c:v>10.5</c:v>
                      </c:pt>
                      <c:pt idx="3134">
                        <c:v>10.5</c:v>
                      </c:pt>
                      <c:pt idx="3135">
                        <c:v>10.5</c:v>
                      </c:pt>
                      <c:pt idx="3136">
                        <c:v>10.5</c:v>
                      </c:pt>
                      <c:pt idx="3137">
                        <c:v>10.5</c:v>
                      </c:pt>
                      <c:pt idx="3138">
                        <c:v>10.5</c:v>
                      </c:pt>
                      <c:pt idx="3139">
                        <c:v>10.5</c:v>
                      </c:pt>
                      <c:pt idx="3140">
                        <c:v>10.5</c:v>
                      </c:pt>
                      <c:pt idx="3141">
                        <c:v>10.5</c:v>
                      </c:pt>
                      <c:pt idx="3142">
                        <c:v>10.5</c:v>
                      </c:pt>
                      <c:pt idx="3143">
                        <c:v>10.5</c:v>
                      </c:pt>
                      <c:pt idx="3144">
                        <c:v>10.5</c:v>
                      </c:pt>
                      <c:pt idx="3145">
                        <c:v>10.5</c:v>
                      </c:pt>
                      <c:pt idx="3146">
                        <c:v>10.5</c:v>
                      </c:pt>
                      <c:pt idx="3147">
                        <c:v>10.5</c:v>
                      </c:pt>
                      <c:pt idx="3148">
                        <c:v>10.5</c:v>
                      </c:pt>
                      <c:pt idx="3149">
                        <c:v>10.5</c:v>
                      </c:pt>
                      <c:pt idx="3150">
                        <c:v>10.5</c:v>
                      </c:pt>
                      <c:pt idx="3151">
                        <c:v>10.5</c:v>
                      </c:pt>
                      <c:pt idx="3152">
                        <c:v>11</c:v>
                      </c:pt>
                      <c:pt idx="3153">
                        <c:v>11</c:v>
                      </c:pt>
                      <c:pt idx="3154">
                        <c:v>11</c:v>
                      </c:pt>
                      <c:pt idx="3155">
                        <c:v>11</c:v>
                      </c:pt>
                      <c:pt idx="3156">
                        <c:v>11</c:v>
                      </c:pt>
                      <c:pt idx="3157">
                        <c:v>11</c:v>
                      </c:pt>
                      <c:pt idx="3158">
                        <c:v>11</c:v>
                      </c:pt>
                      <c:pt idx="3159">
                        <c:v>11</c:v>
                      </c:pt>
                      <c:pt idx="3160">
                        <c:v>11</c:v>
                      </c:pt>
                      <c:pt idx="3161">
                        <c:v>11</c:v>
                      </c:pt>
                      <c:pt idx="3162">
                        <c:v>11</c:v>
                      </c:pt>
                      <c:pt idx="3163">
                        <c:v>11</c:v>
                      </c:pt>
                      <c:pt idx="3164">
                        <c:v>11</c:v>
                      </c:pt>
                      <c:pt idx="3165">
                        <c:v>11</c:v>
                      </c:pt>
                      <c:pt idx="3166">
                        <c:v>11</c:v>
                      </c:pt>
                      <c:pt idx="3167">
                        <c:v>11</c:v>
                      </c:pt>
                      <c:pt idx="3168">
                        <c:v>11</c:v>
                      </c:pt>
                      <c:pt idx="3169">
                        <c:v>11</c:v>
                      </c:pt>
                      <c:pt idx="3170">
                        <c:v>11</c:v>
                      </c:pt>
                      <c:pt idx="3171">
                        <c:v>11</c:v>
                      </c:pt>
                      <c:pt idx="3172">
                        <c:v>11</c:v>
                      </c:pt>
                      <c:pt idx="3173">
                        <c:v>11</c:v>
                      </c:pt>
                      <c:pt idx="3174">
                        <c:v>11</c:v>
                      </c:pt>
                      <c:pt idx="3175">
                        <c:v>11</c:v>
                      </c:pt>
                      <c:pt idx="3176">
                        <c:v>11</c:v>
                      </c:pt>
                      <c:pt idx="3177">
                        <c:v>11</c:v>
                      </c:pt>
                      <c:pt idx="3178">
                        <c:v>11</c:v>
                      </c:pt>
                      <c:pt idx="3179">
                        <c:v>11</c:v>
                      </c:pt>
                      <c:pt idx="3180">
                        <c:v>11</c:v>
                      </c:pt>
                      <c:pt idx="3181">
                        <c:v>11</c:v>
                      </c:pt>
                      <c:pt idx="3182">
                        <c:v>11</c:v>
                      </c:pt>
                      <c:pt idx="3183">
                        <c:v>11</c:v>
                      </c:pt>
                      <c:pt idx="3184">
                        <c:v>11</c:v>
                      </c:pt>
                      <c:pt idx="3185">
                        <c:v>11</c:v>
                      </c:pt>
                      <c:pt idx="3186">
                        <c:v>11</c:v>
                      </c:pt>
                      <c:pt idx="3187">
                        <c:v>11</c:v>
                      </c:pt>
                      <c:pt idx="3188">
                        <c:v>11</c:v>
                      </c:pt>
                      <c:pt idx="3189">
                        <c:v>11</c:v>
                      </c:pt>
                      <c:pt idx="3190">
                        <c:v>11</c:v>
                      </c:pt>
                      <c:pt idx="3191">
                        <c:v>11</c:v>
                      </c:pt>
                      <c:pt idx="3192">
                        <c:v>11</c:v>
                      </c:pt>
                      <c:pt idx="3193">
                        <c:v>11</c:v>
                      </c:pt>
                      <c:pt idx="3194">
                        <c:v>11</c:v>
                      </c:pt>
                      <c:pt idx="3195">
                        <c:v>11</c:v>
                      </c:pt>
                      <c:pt idx="3196">
                        <c:v>11</c:v>
                      </c:pt>
                      <c:pt idx="3197">
                        <c:v>11</c:v>
                      </c:pt>
                      <c:pt idx="3198">
                        <c:v>11</c:v>
                      </c:pt>
                      <c:pt idx="3199">
                        <c:v>11</c:v>
                      </c:pt>
                      <c:pt idx="3200">
                        <c:v>11</c:v>
                      </c:pt>
                      <c:pt idx="3201">
                        <c:v>11</c:v>
                      </c:pt>
                      <c:pt idx="3202">
                        <c:v>11</c:v>
                      </c:pt>
                      <c:pt idx="3203">
                        <c:v>11</c:v>
                      </c:pt>
                      <c:pt idx="3204">
                        <c:v>11</c:v>
                      </c:pt>
                      <c:pt idx="3205">
                        <c:v>11</c:v>
                      </c:pt>
                      <c:pt idx="3206">
                        <c:v>11</c:v>
                      </c:pt>
                      <c:pt idx="3207">
                        <c:v>11</c:v>
                      </c:pt>
                      <c:pt idx="3208">
                        <c:v>11</c:v>
                      </c:pt>
                      <c:pt idx="3209">
                        <c:v>11</c:v>
                      </c:pt>
                      <c:pt idx="3210">
                        <c:v>11</c:v>
                      </c:pt>
                      <c:pt idx="3211">
                        <c:v>11</c:v>
                      </c:pt>
                      <c:pt idx="3212">
                        <c:v>11</c:v>
                      </c:pt>
                      <c:pt idx="3213">
                        <c:v>11</c:v>
                      </c:pt>
                      <c:pt idx="3214">
                        <c:v>11</c:v>
                      </c:pt>
                      <c:pt idx="3215">
                        <c:v>11</c:v>
                      </c:pt>
                      <c:pt idx="3216">
                        <c:v>11.5</c:v>
                      </c:pt>
                      <c:pt idx="3217">
                        <c:v>11.5</c:v>
                      </c:pt>
                      <c:pt idx="3218">
                        <c:v>11.5</c:v>
                      </c:pt>
                      <c:pt idx="3219">
                        <c:v>11.5</c:v>
                      </c:pt>
                      <c:pt idx="3220">
                        <c:v>11.5</c:v>
                      </c:pt>
                      <c:pt idx="3221">
                        <c:v>11.5</c:v>
                      </c:pt>
                      <c:pt idx="3222">
                        <c:v>11.5</c:v>
                      </c:pt>
                      <c:pt idx="3223">
                        <c:v>11.5</c:v>
                      </c:pt>
                      <c:pt idx="3224">
                        <c:v>11.5</c:v>
                      </c:pt>
                      <c:pt idx="3225">
                        <c:v>11.5</c:v>
                      </c:pt>
                      <c:pt idx="3226">
                        <c:v>11.5</c:v>
                      </c:pt>
                      <c:pt idx="3227">
                        <c:v>11.5</c:v>
                      </c:pt>
                      <c:pt idx="3228">
                        <c:v>11.5</c:v>
                      </c:pt>
                      <c:pt idx="3229">
                        <c:v>11.5</c:v>
                      </c:pt>
                      <c:pt idx="3230">
                        <c:v>11.5</c:v>
                      </c:pt>
                      <c:pt idx="3231">
                        <c:v>11.5</c:v>
                      </c:pt>
                      <c:pt idx="3232">
                        <c:v>11.5</c:v>
                      </c:pt>
                      <c:pt idx="3233">
                        <c:v>11.5</c:v>
                      </c:pt>
                      <c:pt idx="3234">
                        <c:v>11.5</c:v>
                      </c:pt>
                      <c:pt idx="3235">
                        <c:v>11.5</c:v>
                      </c:pt>
                      <c:pt idx="3236">
                        <c:v>11.5</c:v>
                      </c:pt>
                      <c:pt idx="3237">
                        <c:v>11.5</c:v>
                      </c:pt>
                      <c:pt idx="3238">
                        <c:v>11.5</c:v>
                      </c:pt>
                      <c:pt idx="3239">
                        <c:v>11.5</c:v>
                      </c:pt>
                      <c:pt idx="3240">
                        <c:v>11.5</c:v>
                      </c:pt>
                      <c:pt idx="3241">
                        <c:v>11.5</c:v>
                      </c:pt>
                      <c:pt idx="3242">
                        <c:v>11.5</c:v>
                      </c:pt>
                      <c:pt idx="3243">
                        <c:v>11.5</c:v>
                      </c:pt>
                      <c:pt idx="3244">
                        <c:v>11.5</c:v>
                      </c:pt>
                      <c:pt idx="3245">
                        <c:v>11.5</c:v>
                      </c:pt>
                      <c:pt idx="3246">
                        <c:v>11.5</c:v>
                      </c:pt>
                      <c:pt idx="3247">
                        <c:v>12</c:v>
                      </c:pt>
                      <c:pt idx="3248">
                        <c:v>12</c:v>
                      </c:pt>
                      <c:pt idx="3249">
                        <c:v>12</c:v>
                      </c:pt>
                      <c:pt idx="3250">
                        <c:v>12</c:v>
                      </c:pt>
                      <c:pt idx="3251">
                        <c:v>12</c:v>
                      </c:pt>
                      <c:pt idx="3252">
                        <c:v>12</c:v>
                      </c:pt>
                      <c:pt idx="3253">
                        <c:v>12</c:v>
                      </c:pt>
                      <c:pt idx="3254">
                        <c:v>12</c:v>
                      </c:pt>
                      <c:pt idx="3255">
                        <c:v>12</c:v>
                      </c:pt>
                      <c:pt idx="3256">
                        <c:v>12</c:v>
                      </c:pt>
                      <c:pt idx="3257">
                        <c:v>12</c:v>
                      </c:pt>
                      <c:pt idx="3258">
                        <c:v>12</c:v>
                      </c:pt>
                      <c:pt idx="3259">
                        <c:v>12</c:v>
                      </c:pt>
                      <c:pt idx="3260">
                        <c:v>12</c:v>
                      </c:pt>
                      <c:pt idx="3261">
                        <c:v>12</c:v>
                      </c:pt>
                      <c:pt idx="3262">
                        <c:v>12</c:v>
                      </c:pt>
                      <c:pt idx="3263">
                        <c:v>12</c:v>
                      </c:pt>
                      <c:pt idx="3264">
                        <c:v>12</c:v>
                      </c:pt>
                      <c:pt idx="3265">
                        <c:v>12</c:v>
                      </c:pt>
                      <c:pt idx="3266">
                        <c:v>12</c:v>
                      </c:pt>
                      <c:pt idx="3267">
                        <c:v>12</c:v>
                      </c:pt>
                      <c:pt idx="3268">
                        <c:v>12</c:v>
                      </c:pt>
                      <c:pt idx="3269">
                        <c:v>12</c:v>
                      </c:pt>
                      <c:pt idx="3270">
                        <c:v>12</c:v>
                      </c:pt>
                      <c:pt idx="3271">
                        <c:v>12</c:v>
                      </c:pt>
                      <c:pt idx="3272">
                        <c:v>12</c:v>
                      </c:pt>
                      <c:pt idx="3273">
                        <c:v>12</c:v>
                      </c:pt>
                      <c:pt idx="3274">
                        <c:v>12</c:v>
                      </c:pt>
                      <c:pt idx="3275">
                        <c:v>12</c:v>
                      </c:pt>
                      <c:pt idx="3276">
                        <c:v>12</c:v>
                      </c:pt>
                      <c:pt idx="3277">
                        <c:v>12</c:v>
                      </c:pt>
                      <c:pt idx="3278">
                        <c:v>12</c:v>
                      </c:pt>
                      <c:pt idx="3279">
                        <c:v>12</c:v>
                      </c:pt>
                      <c:pt idx="3280">
                        <c:v>12</c:v>
                      </c:pt>
                      <c:pt idx="3281">
                        <c:v>12</c:v>
                      </c:pt>
                      <c:pt idx="3282">
                        <c:v>12</c:v>
                      </c:pt>
                      <c:pt idx="3283">
                        <c:v>12</c:v>
                      </c:pt>
                      <c:pt idx="3284">
                        <c:v>12</c:v>
                      </c:pt>
                      <c:pt idx="3285">
                        <c:v>12</c:v>
                      </c:pt>
                      <c:pt idx="3286">
                        <c:v>12</c:v>
                      </c:pt>
                      <c:pt idx="3287">
                        <c:v>12</c:v>
                      </c:pt>
                      <c:pt idx="3288">
                        <c:v>12</c:v>
                      </c:pt>
                      <c:pt idx="3289">
                        <c:v>12</c:v>
                      </c:pt>
                      <c:pt idx="3290">
                        <c:v>12</c:v>
                      </c:pt>
                      <c:pt idx="3291">
                        <c:v>12</c:v>
                      </c:pt>
                      <c:pt idx="3292">
                        <c:v>12</c:v>
                      </c:pt>
                      <c:pt idx="3293">
                        <c:v>12</c:v>
                      </c:pt>
                      <c:pt idx="3294">
                        <c:v>12</c:v>
                      </c:pt>
                      <c:pt idx="3295">
                        <c:v>12</c:v>
                      </c:pt>
                      <c:pt idx="3296">
                        <c:v>12</c:v>
                      </c:pt>
                      <c:pt idx="3297">
                        <c:v>12</c:v>
                      </c:pt>
                      <c:pt idx="3298">
                        <c:v>12</c:v>
                      </c:pt>
                      <c:pt idx="3299">
                        <c:v>12</c:v>
                      </c:pt>
                      <c:pt idx="3300">
                        <c:v>12</c:v>
                      </c:pt>
                      <c:pt idx="3301">
                        <c:v>12</c:v>
                      </c:pt>
                      <c:pt idx="3302">
                        <c:v>12</c:v>
                      </c:pt>
                      <c:pt idx="3303">
                        <c:v>12</c:v>
                      </c:pt>
                      <c:pt idx="3304">
                        <c:v>12</c:v>
                      </c:pt>
                      <c:pt idx="3305">
                        <c:v>12</c:v>
                      </c:pt>
                      <c:pt idx="3306">
                        <c:v>12</c:v>
                      </c:pt>
                      <c:pt idx="3307">
                        <c:v>12</c:v>
                      </c:pt>
                      <c:pt idx="3308">
                        <c:v>12</c:v>
                      </c:pt>
                      <c:pt idx="3309">
                        <c:v>12</c:v>
                      </c:pt>
                      <c:pt idx="3310">
                        <c:v>12</c:v>
                      </c:pt>
                      <c:pt idx="3311">
                        <c:v>12</c:v>
                      </c:pt>
                      <c:pt idx="3312">
                        <c:v>12</c:v>
                      </c:pt>
                      <c:pt idx="3313">
                        <c:v>12</c:v>
                      </c:pt>
                      <c:pt idx="3314">
                        <c:v>12</c:v>
                      </c:pt>
                      <c:pt idx="3315">
                        <c:v>12</c:v>
                      </c:pt>
                      <c:pt idx="3316">
                        <c:v>12</c:v>
                      </c:pt>
                      <c:pt idx="3317">
                        <c:v>12</c:v>
                      </c:pt>
                      <c:pt idx="3318">
                        <c:v>12</c:v>
                      </c:pt>
                      <c:pt idx="3319">
                        <c:v>12</c:v>
                      </c:pt>
                      <c:pt idx="3320">
                        <c:v>12</c:v>
                      </c:pt>
                      <c:pt idx="3321">
                        <c:v>12</c:v>
                      </c:pt>
                      <c:pt idx="3322">
                        <c:v>12</c:v>
                      </c:pt>
                      <c:pt idx="3323">
                        <c:v>12</c:v>
                      </c:pt>
                      <c:pt idx="3324">
                        <c:v>12</c:v>
                      </c:pt>
                      <c:pt idx="3325">
                        <c:v>12</c:v>
                      </c:pt>
                      <c:pt idx="3326">
                        <c:v>12</c:v>
                      </c:pt>
                      <c:pt idx="3327">
                        <c:v>12</c:v>
                      </c:pt>
                      <c:pt idx="3328">
                        <c:v>12</c:v>
                      </c:pt>
                      <c:pt idx="3329">
                        <c:v>12</c:v>
                      </c:pt>
                      <c:pt idx="3330">
                        <c:v>12</c:v>
                      </c:pt>
                      <c:pt idx="3331">
                        <c:v>12</c:v>
                      </c:pt>
                      <c:pt idx="3332">
                        <c:v>12</c:v>
                      </c:pt>
                      <c:pt idx="3333">
                        <c:v>12</c:v>
                      </c:pt>
                      <c:pt idx="3334">
                        <c:v>12</c:v>
                      </c:pt>
                      <c:pt idx="3335">
                        <c:v>12</c:v>
                      </c:pt>
                      <c:pt idx="3336">
                        <c:v>12</c:v>
                      </c:pt>
                      <c:pt idx="3337">
                        <c:v>12</c:v>
                      </c:pt>
                      <c:pt idx="3338">
                        <c:v>12</c:v>
                      </c:pt>
                      <c:pt idx="3339">
                        <c:v>12</c:v>
                      </c:pt>
                      <c:pt idx="3340">
                        <c:v>12</c:v>
                      </c:pt>
                      <c:pt idx="3341">
                        <c:v>12</c:v>
                      </c:pt>
                      <c:pt idx="3342">
                        <c:v>12</c:v>
                      </c:pt>
                      <c:pt idx="3343">
                        <c:v>12</c:v>
                      </c:pt>
                      <c:pt idx="3344">
                        <c:v>12</c:v>
                      </c:pt>
                      <c:pt idx="3345">
                        <c:v>12</c:v>
                      </c:pt>
                      <c:pt idx="3346">
                        <c:v>12</c:v>
                      </c:pt>
                      <c:pt idx="3347">
                        <c:v>12</c:v>
                      </c:pt>
                      <c:pt idx="3348">
                        <c:v>12</c:v>
                      </c:pt>
                      <c:pt idx="3349">
                        <c:v>12</c:v>
                      </c:pt>
                      <c:pt idx="3350">
                        <c:v>12</c:v>
                      </c:pt>
                      <c:pt idx="3351">
                        <c:v>12</c:v>
                      </c:pt>
                      <c:pt idx="3352">
                        <c:v>12</c:v>
                      </c:pt>
                      <c:pt idx="3353">
                        <c:v>12</c:v>
                      </c:pt>
                      <c:pt idx="3354">
                        <c:v>12</c:v>
                      </c:pt>
                      <c:pt idx="3355">
                        <c:v>12</c:v>
                      </c:pt>
                      <c:pt idx="3356">
                        <c:v>12</c:v>
                      </c:pt>
                      <c:pt idx="3357">
                        <c:v>12</c:v>
                      </c:pt>
                      <c:pt idx="3358">
                        <c:v>12</c:v>
                      </c:pt>
                      <c:pt idx="3359">
                        <c:v>12</c:v>
                      </c:pt>
                      <c:pt idx="3360">
                        <c:v>12</c:v>
                      </c:pt>
                      <c:pt idx="3361">
                        <c:v>12</c:v>
                      </c:pt>
                      <c:pt idx="3362">
                        <c:v>12</c:v>
                      </c:pt>
                      <c:pt idx="3363">
                        <c:v>12</c:v>
                      </c:pt>
                      <c:pt idx="3364">
                        <c:v>12</c:v>
                      </c:pt>
                      <c:pt idx="3365">
                        <c:v>12</c:v>
                      </c:pt>
                      <c:pt idx="3366">
                        <c:v>12</c:v>
                      </c:pt>
                      <c:pt idx="3367">
                        <c:v>12</c:v>
                      </c:pt>
                      <c:pt idx="3368">
                        <c:v>12</c:v>
                      </c:pt>
                      <c:pt idx="3369">
                        <c:v>12</c:v>
                      </c:pt>
                      <c:pt idx="3370">
                        <c:v>12</c:v>
                      </c:pt>
                      <c:pt idx="3371">
                        <c:v>12</c:v>
                      </c:pt>
                      <c:pt idx="3372">
                        <c:v>12</c:v>
                      </c:pt>
                      <c:pt idx="3373">
                        <c:v>12</c:v>
                      </c:pt>
                      <c:pt idx="3374">
                        <c:v>12</c:v>
                      </c:pt>
                      <c:pt idx="3375">
                        <c:v>12</c:v>
                      </c:pt>
                      <c:pt idx="3376">
                        <c:v>12</c:v>
                      </c:pt>
                      <c:pt idx="3377">
                        <c:v>11.5</c:v>
                      </c:pt>
                      <c:pt idx="3378">
                        <c:v>11.5</c:v>
                      </c:pt>
                      <c:pt idx="3379">
                        <c:v>11.5</c:v>
                      </c:pt>
                      <c:pt idx="3380">
                        <c:v>11.5</c:v>
                      </c:pt>
                      <c:pt idx="3381">
                        <c:v>11.5</c:v>
                      </c:pt>
                      <c:pt idx="3382">
                        <c:v>11.5</c:v>
                      </c:pt>
                      <c:pt idx="3383">
                        <c:v>11.5</c:v>
                      </c:pt>
                      <c:pt idx="3384">
                        <c:v>11.5</c:v>
                      </c:pt>
                      <c:pt idx="3385">
                        <c:v>11.5</c:v>
                      </c:pt>
                      <c:pt idx="3386">
                        <c:v>11.5</c:v>
                      </c:pt>
                      <c:pt idx="3387">
                        <c:v>11.5</c:v>
                      </c:pt>
                      <c:pt idx="3388">
                        <c:v>11.5</c:v>
                      </c:pt>
                      <c:pt idx="3389">
                        <c:v>11.5</c:v>
                      </c:pt>
                      <c:pt idx="3390">
                        <c:v>11.5</c:v>
                      </c:pt>
                      <c:pt idx="3391">
                        <c:v>11.5</c:v>
                      </c:pt>
                      <c:pt idx="3392">
                        <c:v>11.5</c:v>
                      </c:pt>
                      <c:pt idx="3393">
                        <c:v>11.5</c:v>
                      </c:pt>
                      <c:pt idx="3394">
                        <c:v>11.5</c:v>
                      </c:pt>
                      <c:pt idx="3395">
                        <c:v>11.5</c:v>
                      </c:pt>
                      <c:pt idx="3396">
                        <c:v>11.5</c:v>
                      </c:pt>
                      <c:pt idx="3397">
                        <c:v>11.5</c:v>
                      </c:pt>
                      <c:pt idx="3398">
                        <c:v>11.5</c:v>
                      </c:pt>
                      <c:pt idx="3399">
                        <c:v>11.5</c:v>
                      </c:pt>
                      <c:pt idx="3400">
                        <c:v>11.5</c:v>
                      </c:pt>
                      <c:pt idx="3401">
                        <c:v>11.5</c:v>
                      </c:pt>
                      <c:pt idx="3402">
                        <c:v>11.5</c:v>
                      </c:pt>
                      <c:pt idx="3403">
                        <c:v>11.5</c:v>
                      </c:pt>
                      <c:pt idx="3404">
                        <c:v>11.5</c:v>
                      </c:pt>
                      <c:pt idx="3405">
                        <c:v>11.5</c:v>
                      </c:pt>
                      <c:pt idx="3406">
                        <c:v>11.5</c:v>
                      </c:pt>
                      <c:pt idx="3407">
                        <c:v>11.5</c:v>
                      </c:pt>
                      <c:pt idx="3408">
                        <c:v>11.5</c:v>
                      </c:pt>
                      <c:pt idx="3409">
                        <c:v>11.5</c:v>
                      </c:pt>
                      <c:pt idx="3410">
                        <c:v>11.5</c:v>
                      </c:pt>
                      <c:pt idx="3411">
                        <c:v>11.5</c:v>
                      </c:pt>
                      <c:pt idx="3412">
                        <c:v>11.5</c:v>
                      </c:pt>
                      <c:pt idx="3413">
                        <c:v>11.5</c:v>
                      </c:pt>
                      <c:pt idx="3414">
                        <c:v>11.5</c:v>
                      </c:pt>
                      <c:pt idx="3415">
                        <c:v>11.5</c:v>
                      </c:pt>
                      <c:pt idx="3416">
                        <c:v>11.5</c:v>
                      </c:pt>
                      <c:pt idx="3417">
                        <c:v>11.5</c:v>
                      </c:pt>
                      <c:pt idx="3418">
                        <c:v>10.5</c:v>
                      </c:pt>
                      <c:pt idx="3419">
                        <c:v>10.5</c:v>
                      </c:pt>
                      <c:pt idx="3420">
                        <c:v>10.5</c:v>
                      </c:pt>
                      <c:pt idx="3421">
                        <c:v>10.5</c:v>
                      </c:pt>
                      <c:pt idx="3422">
                        <c:v>10.5</c:v>
                      </c:pt>
                      <c:pt idx="3423">
                        <c:v>10.5</c:v>
                      </c:pt>
                      <c:pt idx="3424">
                        <c:v>10.5</c:v>
                      </c:pt>
                      <c:pt idx="3425">
                        <c:v>10.5</c:v>
                      </c:pt>
                      <c:pt idx="3426">
                        <c:v>10.5</c:v>
                      </c:pt>
                      <c:pt idx="3427">
                        <c:v>10.5</c:v>
                      </c:pt>
                      <c:pt idx="3428">
                        <c:v>10.5</c:v>
                      </c:pt>
                      <c:pt idx="3429">
                        <c:v>10.5</c:v>
                      </c:pt>
                      <c:pt idx="3430">
                        <c:v>10.5</c:v>
                      </c:pt>
                      <c:pt idx="3431">
                        <c:v>10.5</c:v>
                      </c:pt>
                      <c:pt idx="3432">
                        <c:v>10.5</c:v>
                      </c:pt>
                      <c:pt idx="3433">
                        <c:v>10.5</c:v>
                      </c:pt>
                      <c:pt idx="3434">
                        <c:v>10.5</c:v>
                      </c:pt>
                      <c:pt idx="3435">
                        <c:v>10.5</c:v>
                      </c:pt>
                      <c:pt idx="3436">
                        <c:v>10.5</c:v>
                      </c:pt>
                      <c:pt idx="3437">
                        <c:v>10.5</c:v>
                      </c:pt>
                      <c:pt idx="3438">
                        <c:v>10.5</c:v>
                      </c:pt>
                      <c:pt idx="3439">
                        <c:v>10.5</c:v>
                      </c:pt>
                      <c:pt idx="3440">
                        <c:v>10.5</c:v>
                      </c:pt>
                      <c:pt idx="3441">
                        <c:v>10.5</c:v>
                      </c:pt>
                      <c:pt idx="3442">
                        <c:v>10.5</c:v>
                      </c:pt>
                      <c:pt idx="3443">
                        <c:v>10.5</c:v>
                      </c:pt>
                      <c:pt idx="3444">
                        <c:v>10.5</c:v>
                      </c:pt>
                      <c:pt idx="3445">
                        <c:v>10.5</c:v>
                      </c:pt>
                      <c:pt idx="3446">
                        <c:v>10.5</c:v>
                      </c:pt>
                      <c:pt idx="3447">
                        <c:v>10.5</c:v>
                      </c:pt>
                      <c:pt idx="3448">
                        <c:v>10.5</c:v>
                      </c:pt>
                      <c:pt idx="3449">
                        <c:v>10.5</c:v>
                      </c:pt>
                      <c:pt idx="3450">
                        <c:v>10.5</c:v>
                      </c:pt>
                      <c:pt idx="3451">
                        <c:v>9.5</c:v>
                      </c:pt>
                      <c:pt idx="3452">
                        <c:v>9.5</c:v>
                      </c:pt>
                      <c:pt idx="3453">
                        <c:v>9.5</c:v>
                      </c:pt>
                      <c:pt idx="3454">
                        <c:v>9.5</c:v>
                      </c:pt>
                      <c:pt idx="3455">
                        <c:v>9.5</c:v>
                      </c:pt>
                      <c:pt idx="3456">
                        <c:v>9.5</c:v>
                      </c:pt>
                      <c:pt idx="3457">
                        <c:v>9.5</c:v>
                      </c:pt>
                      <c:pt idx="3458">
                        <c:v>9.5</c:v>
                      </c:pt>
                      <c:pt idx="3459">
                        <c:v>9.5</c:v>
                      </c:pt>
                      <c:pt idx="3460">
                        <c:v>9.5</c:v>
                      </c:pt>
                      <c:pt idx="3461">
                        <c:v>9.5</c:v>
                      </c:pt>
                      <c:pt idx="3462">
                        <c:v>9.5</c:v>
                      </c:pt>
                      <c:pt idx="3463">
                        <c:v>9.5</c:v>
                      </c:pt>
                      <c:pt idx="3464">
                        <c:v>9.5</c:v>
                      </c:pt>
                      <c:pt idx="3465">
                        <c:v>9.5</c:v>
                      </c:pt>
                      <c:pt idx="3466">
                        <c:v>9.5</c:v>
                      </c:pt>
                      <c:pt idx="3467">
                        <c:v>9.5</c:v>
                      </c:pt>
                      <c:pt idx="3468">
                        <c:v>9.5</c:v>
                      </c:pt>
                      <c:pt idx="3469">
                        <c:v>9.5</c:v>
                      </c:pt>
                      <c:pt idx="3470">
                        <c:v>9.5</c:v>
                      </c:pt>
                      <c:pt idx="3471">
                        <c:v>9.5</c:v>
                      </c:pt>
                      <c:pt idx="3472">
                        <c:v>9.5</c:v>
                      </c:pt>
                      <c:pt idx="3473">
                        <c:v>9.5</c:v>
                      </c:pt>
                      <c:pt idx="3474">
                        <c:v>9.5</c:v>
                      </c:pt>
                      <c:pt idx="3475">
                        <c:v>9.5</c:v>
                      </c:pt>
                      <c:pt idx="3476">
                        <c:v>9.5</c:v>
                      </c:pt>
                      <c:pt idx="3477">
                        <c:v>9.5</c:v>
                      </c:pt>
                      <c:pt idx="3478">
                        <c:v>8.5</c:v>
                      </c:pt>
                      <c:pt idx="3479">
                        <c:v>8.5</c:v>
                      </c:pt>
                      <c:pt idx="3480">
                        <c:v>8.5</c:v>
                      </c:pt>
                      <c:pt idx="3481">
                        <c:v>8.5</c:v>
                      </c:pt>
                      <c:pt idx="3482">
                        <c:v>8.5</c:v>
                      </c:pt>
                      <c:pt idx="3483">
                        <c:v>8.5</c:v>
                      </c:pt>
                      <c:pt idx="3484">
                        <c:v>8.5</c:v>
                      </c:pt>
                      <c:pt idx="3485">
                        <c:v>8.5</c:v>
                      </c:pt>
                      <c:pt idx="3486">
                        <c:v>8.5</c:v>
                      </c:pt>
                      <c:pt idx="3487">
                        <c:v>8.5</c:v>
                      </c:pt>
                      <c:pt idx="3488">
                        <c:v>8.5</c:v>
                      </c:pt>
                      <c:pt idx="3489">
                        <c:v>8.5</c:v>
                      </c:pt>
                      <c:pt idx="3490">
                        <c:v>8.5</c:v>
                      </c:pt>
                      <c:pt idx="3491">
                        <c:v>8.5</c:v>
                      </c:pt>
                      <c:pt idx="3492">
                        <c:v>8.5</c:v>
                      </c:pt>
                      <c:pt idx="3493">
                        <c:v>8.5</c:v>
                      </c:pt>
                      <c:pt idx="3494">
                        <c:v>8.5</c:v>
                      </c:pt>
                      <c:pt idx="3495">
                        <c:v>8.5</c:v>
                      </c:pt>
                      <c:pt idx="3496">
                        <c:v>8.5</c:v>
                      </c:pt>
                      <c:pt idx="3497">
                        <c:v>8.5</c:v>
                      </c:pt>
                      <c:pt idx="3498">
                        <c:v>7.5</c:v>
                      </c:pt>
                      <c:pt idx="3499">
                        <c:v>7.5</c:v>
                      </c:pt>
                      <c:pt idx="3500">
                        <c:v>7.5</c:v>
                      </c:pt>
                      <c:pt idx="3501">
                        <c:v>7.5</c:v>
                      </c:pt>
                      <c:pt idx="3502">
                        <c:v>7.5</c:v>
                      </c:pt>
                      <c:pt idx="3503">
                        <c:v>7.5</c:v>
                      </c:pt>
                      <c:pt idx="3504">
                        <c:v>7.5</c:v>
                      </c:pt>
                      <c:pt idx="3505">
                        <c:v>7.5</c:v>
                      </c:pt>
                      <c:pt idx="3506">
                        <c:v>7.5</c:v>
                      </c:pt>
                      <c:pt idx="3507">
                        <c:v>7.5</c:v>
                      </c:pt>
                      <c:pt idx="3508">
                        <c:v>7.5</c:v>
                      </c:pt>
                      <c:pt idx="3509">
                        <c:v>7.5</c:v>
                      </c:pt>
                      <c:pt idx="3510">
                        <c:v>7.5</c:v>
                      </c:pt>
                      <c:pt idx="3511">
                        <c:v>7.5</c:v>
                      </c:pt>
                      <c:pt idx="3512">
                        <c:v>7.5</c:v>
                      </c:pt>
                      <c:pt idx="3513">
                        <c:v>7.5</c:v>
                      </c:pt>
                      <c:pt idx="3514">
                        <c:v>7.5</c:v>
                      </c:pt>
                      <c:pt idx="3515">
                        <c:v>7.5</c:v>
                      </c:pt>
                      <c:pt idx="3516">
                        <c:v>7.5</c:v>
                      </c:pt>
                      <c:pt idx="3517">
                        <c:v>7.5</c:v>
                      </c:pt>
                      <c:pt idx="3518">
                        <c:v>7.5</c:v>
                      </c:pt>
                      <c:pt idx="3519">
                        <c:v>7.5</c:v>
                      </c:pt>
                      <c:pt idx="3520">
                        <c:v>7.5</c:v>
                      </c:pt>
                      <c:pt idx="3521">
                        <c:v>7.5</c:v>
                      </c:pt>
                      <c:pt idx="3522">
                        <c:v>7.5</c:v>
                      </c:pt>
                      <c:pt idx="3523">
                        <c:v>7.5</c:v>
                      </c:pt>
                      <c:pt idx="3524">
                        <c:v>7.5</c:v>
                      </c:pt>
                      <c:pt idx="3525">
                        <c:v>7.5</c:v>
                      </c:pt>
                      <c:pt idx="3526">
                        <c:v>7.5</c:v>
                      </c:pt>
                      <c:pt idx="3527">
                        <c:v>7.5</c:v>
                      </c:pt>
                      <c:pt idx="3528">
                        <c:v>7.5</c:v>
                      </c:pt>
                      <c:pt idx="3529">
                        <c:v>7.5</c:v>
                      </c:pt>
                      <c:pt idx="3530">
                        <c:v>7.5</c:v>
                      </c:pt>
                      <c:pt idx="3531">
                        <c:v>7.5</c:v>
                      </c:pt>
                      <c:pt idx="3532">
                        <c:v>7.5</c:v>
                      </c:pt>
                      <c:pt idx="3533">
                        <c:v>7.5</c:v>
                      </c:pt>
                      <c:pt idx="3534">
                        <c:v>7.5</c:v>
                      </c:pt>
                      <c:pt idx="3535">
                        <c:v>7.5</c:v>
                      </c:pt>
                      <c:pt idx="3536">
                        <c:v>7.5</c:v>
                      </c:pt>
                      <c:pt idx="3537">
                        <c:v>7.5</c:v>
                      </c:pt>
                      <c:pt idx="3538">
                        <c:v>7.5</c:v>
                      </c:pt>
                      <c:pt idx="3539">
                        <c:v>7.5</c:v>
                      </c:pt>
                      <c:pt idx="3540">
                        <c:v>7.5</c:v>
                      </c:pt>
                      <c:pt idx="3541">
                        <c:v>7.5</c:v>
                      </c:pt>
                      <c:pt idx="3542">
                        <c:v>7.5</c:v>
                      </c:pt>
                      <c:pt idx="3543">
                        <c:v>7.5</c:v>
                      </c:pt>
                      <c:pt idx="3544">
                        <c:v>7.5</c:v>
                      </c:pt>
                      <c:pt idx="3545">
                        <c:v>7.5</c:v>
                      </c:pt>
                      <c:pt idx="3546">
                        <c:v>7.5</c:v>
                      </c:pt>
                      <c:pt idx="3547">
                        <c:v>7.5</c:v>
                      </c:pt>
                      <c:pt idx="3548">
                        <c:v>7.5</c:v>
                      </c:pt>
                      <c:pt idx="3549">
                        <c:v>7.5</c:v>
                      </c:pt>
                      <c:pt idx="3550">
                        <c:v>7.5</c:v>
                      </c:pt>
                      <c:pt idx="3551">
                        <c:v>7.5</c:v>
                      </c:pt>
                      <c:pt idx="3552">
                        <c:v>7.5</c:v>
                      </c:pt>
                      <c:pt idx="3553">
                        <c:v>7</c:v>
                      </c:pt>
                      <c:pt idx="3554">
                        <c:v>7</c:v>
                      </c:pt>
                      <c:pt idx="3555">
                        <c:v>7</c:v>
                      </c:pt>
                      <c:pt idx="3556">
                        <c:v>7</c:v>
                      </c:pt>
                      <c:pt idx="3557">
                        <c:v>7</c:v>
                      </c:pt>
                      <c:pt idx="3558">
                        <c:v>7</c:v>
                      </c:pt>
                      <c:pt idx="3559">
                        <c:v>7</c:v>
                      </c:pt>
                      <c:pt idx="3560">
                        <c:v>7</c:v>
                      </c:pt>
                      <c:pt idx="3561">
                        <c:v>7</c:v>
                      </c:pt>
                      <c:pt idx="3562">
                        <c:v>7</c:v>
                      </c:pt>
                      <c:pt idx="3563">
                        <c:v>7</c:v>
                      </c:pt>
                      <c:pt idx="3564">
                        <c:v>7</c:v>
                      </c:pt>
                      <c:pt idx="3565">
                        <c:v>7</c:v>
                      </c:pt>
                      <c:pt idx="3566">
                        <c:v>7</c:v>
                      </c:pt>
                      <c:pt idx="3567">
                        <c:v>7</c:v>
                      </c:pt>
                      <c:pt idx="3568">
                        <c:v>7</c:v>
                      </c:pt>
                      <c:pt idx="3569">
                        <c:v>7</c:v>
                      </c:pt>
                      <c:pt idx="3570">
                        <c:v>7</c:v>
                      </c:pt>
                      <c:pt idx="3571">
                        <c:v>7</c:v>
                      </c:pt>
                      <c:pt idx="3572">
                        <c:v>7</c:v>
                      </c:pt>
                      <c:pt idx="3573">
                        <c:v>7</c:v>
                      </c:pt>
                      <c:pt idx="3574">
                        <c:v>7</c:v>
                      </c:pt>
                      <c:pt idx="3575">
                        <c:v>7</c:v>
                      </c:pt>
                      <c:pt idx="3576">
                        <c:v>7</c:v>
                      </c:pt>
                      <c:pt idx="3577">
                        <c:v>7</c:v>
                      </c:pt>
                      <c:pt idx="3578">
                        <c:v>7</c:v>
                      </c:pt>
                      <c:pt idx="3579">
                        <c:v>7</c:v>
                      </c:pt>
                      <c:pt idx="3580">
                        <c:v>7</c:v>
                      </c:pt>
                      <c:pt idx="3581">
                        <c:v>7</c:v>
                      </c:pt>
                      <c:pt idx="3582">
                        <c:v>7</c:v>
                      </c:pt>
                      <c:pt idx="3583">
                        <c:v>7</c:v>
                      </c:pt>
                      <c:pt idx="3584">
                        <c:v>7</c:v>
                      </c:pt>
                      <c:pt idx="3585">
                        <c:v>7</c:v>
                      </c:pt>
                      <c:pt idx="3586">
                        <c:v>7</c:v>
                      </c:pt>
                      <c:pt idx="3587">
                        <c:v>7</c:v>
                      </c:pt>
                      <c:pt idx="3588">
                        <c:v>7</c:v>
                      </c:pt>
                      <c:pt idx="3589">
                        <c:v>7</c:v>
                      </c:pt>
                      <c:pt idx="3590">
                        <c:v>7</c:v>
                      </c:pt>
                      <c:pt idx="3591">
                        <c:v>7</c:v>
                      </c:pt>
                      <c:pt idx="3592">
                        <c:v>7</c:v>
                      </c:pt>
                      <c:pt idx="3593">
                        <c:v>7</c:v>
                      </c:pt>
                      <c:pt idx="3594">
                        <c:v>7</c:v>
                      </c:pt>
                      <c:pt idx="3595">
                        <c:v>7</c:v>
                      </c:pt>
                      <c:pt idx="3596">
                        <c:v>7</c:v>
                      </c:pt>
                      <c:pt idx="3597">
                        <c:v>7</c:v>
                      </c:pt>
                      <c:pt idx="3598">
                        <c:v>7</c:v>
                      </c:pt>
                      <c:pt idx="3599">
                        <c:v>7</c:v>
                      </c:pt>
                      <c:pt idx="3600">
                        <c:v>7</c:v>
                      </c:pt>
                      <c:pt idx="3601">
                        <c:v>7</c:v>
                      </c:pt>
                      <c:pt idx="3602">
                        <c:v>7</c:v>
                      </c:pt>
                      <c:pt idx="3603">
                        <c:v>7</c:v>
                      </c:pt>
                      <c:pt idx="3604">
                        <c:v>7</c:v>
                      </c:pt>
                      <c:pt idx="3605">
                        <c:v>7</c:v>
                      </c:pt>
                      <c:pt idx="3606">
                        <c:v>7</c:v>
                      </c:pt>
                      <c:pt idx="3607">
                        <c:v>7</c:v>
                      </c:pt>
                      <c:pt idx="3608">
                        <c:v>7</c:v>
                      </c:pt>
                      <c:pt idx="3609">
                        <c:v>7</c:v>
                      </c:pt>
                      <c:pt idx="3610">
                        <c:v>7</c:v>
                      </c:pt>
                      <c:pt idx="3611">
                        <c:v>7</c:v>
                      </c:pt>
                      <c:pt idx="3612">
                        <c:v>7</c:v>
                      </c:pt>
                      <c:pt idx="3613">
                        <c:v>7</c:v>
                      </c:pt>
                      <c:pt idx="3614">
                        <c:v>7</c:v>
                      </c:pt>
                      <c:pt idx="3615">
                        <c:v>7</c:v>
                      </c:pt>
                      <c:pt idx="3616">
                        <c:v>7</c:v>
                      </c:pt>
                      <c:pt idx="3617">
                        <c:v>7</c:v>
                      </c:pt>
                      <c:pt idx="3618">
                        <c:v>7</c:v>
                      </c:pt>
                      <c:pt idx="3619">
                        <c:v>7</c:v>
                      </c:pt>
                      <c:pt idx="3620">
                        <c:v>7</c:v>
                      </c:pt>
                      <c:pt idx="3621">
                        <c:v>7</c:v>
                      </c:pt>
                      <c:pt idx="3622">
                        <c:v>7</c:v>
                      </c:pt>
                      <c:pt idx="3623">
                        <c:v>7</c:v>
                      </c:pt>
                      <c:pt idx="3624">
                        <c:v>7</c:v>
                      </c:pt>
                      <c:pt idx="3625">
                        <c:v>7</c:v>
                      </c:pt>
                      <c:pt idx="3626">
                        <c:v>7</c:v>
                      </c:pt>
                      <c:pt idx="3627">
                        <c:v>7</c:v>
                      </c:pt>
                      <c:pt idx="3628">
                        <c:v>7</c:v>
                      </c:pt>
                      <c:pt idx="3629">
                        <c:v>7</c:v>
                      </c:pt>
                      <c:pt idx="3630">
                        <c:v>7</c:v>
                      </c:pt>
                      <c:pt idx="3631">
                        <c:v>7</c:v>
                      </c:pt>
                      <c:pt idx="3632">
                        <c:v>7</c:v>
                      </c:pt>
                      <c:pt idx="3633">
                        <c:v>7</c:v>
                      </c:pt>
                      <c:pt idx="3634">
                        <c:v>7</c:v>
                      </c:pt>
                      <c:pt idx="3635">
                        <c:v>7</c:v>
                      </c:pt>
                      <c:pt idx="3636">
                        <c:v>7</c:v>
                      </c:pt>
                      <c:pt idx="3637">
                        <c:v>7</c:v>
                      </c:pt>
                      <c:pt idx="3638">
                        <c:v>7</c:v>
                      </c:pt>
                      <c:pt idx="3639">
                        <c:v>7</c:v>
                      </c:pt>
                      <c:pt idx="3640">
                        <c:v>7</c:v>
                      </c:pt>
                      <c:pt idx="3641">
                        <c:v>7</c:v>
                      </c:pt>
                      <c:pt idx="3642">
                        <c:v>7</c:v>
                      </c:pt>
                      <c:pt idx="3643">
                        <c:v>7</c:v>
                      </c:pt>
                      <c:pt idx="3644">
                        <c:v>7</c:v>
                      </c:pt>
                      <c:pt idx="3645">
                        <c:v>7</c:v>
                      </c:pt>
                      <c:pt idx="3646">
                        <c:v>7</c:v>
                      </c:pt>
                      <c:pt idx="3647">
                        <c:v>7</c:v>
                      </c:pt>
                      <c:pt idx="3648">
                        <c:v>7</c:v>
                      </c:pt>
                      <c:pt idx="3649">
                        <c:v>7</c:v>
                      </c:pt>
                      <c:pt idx="3650">
                        <c:v>7</c:v>
                      </c:pt>
                      <c:pt idx="3651">
                        <c:v>7</c:v>
                      </c:pt>
                      <c:pt idx="3652">
                        <c:v>7</c:v>
                      </c:pt>
                      <c:pt idx="3653">
                        <c:v>7</c:v>
                      </c:pt>
                      <c:pt idx="3654">
                        <c:v>7</c:v>
                      </c:pt>
                      <c:pt idx="3655">
                        <c:v>7</c:v>
                      </c:pt>
                      <c:pt idx="3656">
                        <c:v>7</c:v>
                      </c:pt>
                      <c:pt idx="3657">
                        <c:v>7</c:v>
                      </c:pt>
                      <c:pt idx="3658">
                        <c:v>7</c:v>
                      </c:pt>
                      <c:pt idx="3659">
                        <c:v>7</c:v>
                      </c:pt>
                      <c:pt idx="3660">
                        <c:v>7</c:v>
                      </c:pt>
                      <c:pt idx="3661">
                        <c:v>7</c:v>
                      </c:pt>
                      <c:pt idx="3662">
                        <c:v>7</c:v>
                      </c:pt>
                      <c:pt idx="3663">
                        <c:v>7</c:v>
                      </c:pt>
                      <c:pt idx="3664">
                        <c:v>7</c:v>
                      </c:pt>
                      <c:pt idx="3665">
                        <c:v>7</c:v>
                      </c:pt>
                      <c:pt idx="3666">
                        <c:v>7</c:v>
                      </c:pt>
                      <c:pt idx="3667">
                        <c:v>7</c:v>
                      </c:pt>
                      <c:pt idx="3668">
                        <c:v>7</c:v>
                      </c:pt>
                      <c:pt idx="3669">
                        <c:v>7</c:v>
                      </c:pt>
                      <c:pt idx="3670">
                        <c:v>7</c:v>
                      </c:pt>
                      <c:pt idx="3671">
                        <c:v>7</c:v>
                      </c:pt>
                      <c:pt idx="3672">
                        <c:v>7</c:v>
                      </c:pt>
                      <c:pt idx="3673">
                        <c:v>7</c:v>
                      </c:pt>
                      <c:pt idx="3674">
                        <c:v>7</c:v>
                      </c:pt>
                      <c:pt idx="3675">
                        <c:v>7</c:v>
                      </c:pt>
                      <c:pt idx="3676">
                        <c:v>7</c:v>
                      </c:pt>
                      <c:pt idx="3677">
                        <c:v>7</c:v>
                      </c:pt>
                      <c:pt idx="3678">
                        <c:v>7</c:v>
                      </c:pt>
                      <c:pt idx="3679">
                        <c:v>7</c:v>
                      </c:pt>
                      <c:pt idx="3680">
                        <c:v>7</c:v>
                      </c:pt>
                      <c:pt idx="3681">
                        <c:v>7</c:v>
                      </c:pt>
                      <c:pt idx="3682">
                        <c:v>7</c:v>
                      </c:pt>
                      <c:pt idx="3683">
                        <c:v>7</c:v>
                      </c:pt>
                      <c:pt idx="3684">
                        <c:v>7</c:v>
                      </c:pt>
                      <c:pt idx="3685">
                        <c:v>7</c:v>
                      </c:pt>
                      <c:pt idx="3686">
                        <c:v>7</c:v>
                      </c:pt>
                      <c:pt idx="3687">
                        <c:v>7</c:v>
                      </c:pt>
                      <c:pt idx="3688">
                        <c:v>7</c:v>
                      </c:pt>
                      <c:pt idx="3689">
                        <c:v>7</c:v>
                      </c:pt>
                      <c:pt idx="3690">
                        <c:v>7</c:v>
                      </c:pt>
                      <c:pt idx="3691">
                        <c:v>7</c:v>
                      </c:pt>
                      <c:pt idx="3692">
                        <c:v>7</c:v>
                      </c:pt>
                      <c:pt idx="3693">
                        <c:v>7</c:v>
                      </c:pt>
                      <c:pt idx="3694">
                        <c:v>7</c:v>
                      </c:pt>
                      <c:pt idx="3695">
                        <c:v>7</c:v>
                      </c:pt>
                      <c:pt idx="3696">
                        <c:v>7</c:v>
                      </c:pt>
                      <c:pt idx="3697">
                        <c:v>7</c:v>
                      </c:pt>
                      <c:pt idx="3698">
                        <c:v>7</c:v>
                      </c:pt>
                      <c:pt idx="3699">
                        <c:v>7</c:v>
                      </c:pt>
                      <c:pt idx="3700">
                        <c:v>7</c:v>
                      </c:pt>
                      <c:pt idx="3701">
                        <c:v>7</c:v>
                      </c:pt>
                      <c:pt idx="3702">
                        <c:v>7</c:v>
                      </c:pt>
                      <c:pt idx="3703">
                        <c:v>7</c:v>
                      </c:pt>
                      <c:pt idx="3704">
                        <c:v>7</c:v>
                      </c:pt>
                      <c:pt idx="3705">
                        <c:v>7</c:v>
                      </c:pt>
                      <c:pt idx="3706">
                        <c:v>7</c:v>
                      </c:pt>
                      <c:pt idx="3707">
                        <c:v>7</c:v>
                      </c:pt>
                      <c:pt idx="3708">
                        <c:v>7</c:v>
                      </c:pt>
                      <c:pt idx="3709">
                        <c:v>7</c:v>
                      </c:pt>
                      <c:pt idx="3710">
                        <c:v>7</c:v>
                      </c:pt>
                      <c:pt idx="3711">
                        <c:v>7</c:v>
                      </c:pt>
                      <c:pt idx="3712">
                        <c:v>7</c:v>
                      </c:pt>
                      <c:pt idx="3713">
                        <c:v>6.5</c:v>
                      </c:pt>
                      <c:pt idx="3714">
                        <c:v>6.5</c:v>
                      </c:pt>
                      <c:pt idx="3715">
                        <c:v>6.5</c:v>
                      </c:pt>
                      <c:pt idx="3716">
                        <c:v>6.5</c:v>
                      </c:pt>
                      <c:pt idx="3717">
                        <c:v>6.5</c:v>
                      </c:pt>
                      <c:pt idx="3718">
                        <c:v>6.5</c:v>
                      </c:pt>
                      <c:pt idx="3719">
                        <c:v>6.5</c:v>
                      </c:pt>
                      <c:pt idx="3720">
                        <c:v>6.5</c:v>
                      </c:pt>
                      <c:pt idx="3721">
                        <c:v>6.5</c:v>
                      </c:pt>
                      <c:pt idx="3722">
                        <c:v>6.5</c:v>
                      </c:pt>
                      <c:pt idx="3723">
                        <c:v>6.5</c:v>
                      </c:pt>
                      <c:pt idx="3724">
                        <c:v>6.5</c:v>
                      </c:pt>
                      <c:pt idx="3725">
                        <c:v>6.5</c:v>
                      </c:pt>
                      <c:pt idx="3726">
                        <c:v>6.5</c:v>
                      </c:pt>
                      <c:pt idx="3727">
                        <c:v>6.5</c:v>
                      </c:pt>
                      <c:pt idx="3728">
                        <c:v>6.5</c:v>
                      </c:pt>
                      <c:pt idx="3729">
                        <c:v>6.5</c:v>
                      </c:pt>
                      <c:pt idx="3730">
                        <c:v>6.5</c:v>
                      </c:pt>
                      <c:pt idx="3731">
                        <c:v>6.5</c:v>
                      </c:pt>
                      <c:pt idx="3732">
                        <c:v>6.5</c:v>
                      </c:pt>
                      <c:pt idx="3733">
                        <c:v>6.5</c:v>
                      </c:pt>
                      <c:pt idx="3734">
                        <c:v>6.5</c:v>
                      </c:pt>
                      <c:pt idx="3735">
                        <c:v>6.5</c:v>
                      </c:pt>
                      <c:pt idx="3736">
                        <c:v>6.5</c:v>
                      </c:pt>
                      <c:pt idx="3737">
                        <c:v>6.5</c:v>
                      </c:pt>
                      <c:pt idx="3738">
                        <c:v>6.5</c:v>
                      </c:pt>
                      <c:pt idx="3739">
                        <c:v>6.5</c:v>
                      </c:pt>
                      <c:pt idx="3740">
                        <c:v>6.5</c:v>
                      </c:pt>
                      <c:pt idx="3741">
                        <c:v>6.5</c:v>
                      </c:pt>
                      <c:pt idx="3742">
                        <c:v>6.5</c:v>
                      </c:pt>
                      <c:pt idx="3743">
                        <c:v>6.5</c:v>
                      </c:pt>
                      <c:pt idx="3744">
                        <c:v>6.5</c:v>
                      </c:pt>
                      <c:pt idx="3745">
                        <c:v>6.5</c:v>
                      </c:pt>
                      <c:pt idx="3746">
                        <c:v>6.5</c:v>
                      </c:pt>
                      <c:pt idx="3747">
                        <c:v>6.5</c:v>
                      </c:pt>
                      <c:pt idx="3748">
                        <c:v>6.5</c:v>
                      </c:pt>
                      <c:pt idx="3749">
                        <c:v>6.5</c:v>
                      </c:pt>
                      <c:pt idx="3750">
                        <c:v>6.5</c:v>
                      </c:pt>
                      <c:pt idx="3751">
                        <c:v>6.5</c:v>
                      </c:pt>
                      <c:pt idx="3752">
                        <c:v>6.5</c:v>
                      </c:pt>
                      <c:pt idx="3753">
                        <c:v>6.5</c:v>
                      </c:pt>
                      <c:pt idx="3754">
                        <c:v>6.5</c:v>
                      </c:pt>
                      <c:pt idx="3755">
                        <c:v>6.5</c:v>
                      </c:pt>
                      <c:pt idx="3756">
                        <c:v>6.5</c:v>
                      </c:pt>
                      <c:pt idx="3757">
                        <c:v>6.5</c:v>
                      </c:pt>
                      <c:pt idx="3758">
                        <c:v>6.5</c:v>
                      </c:pt>
                      <c:pt idx="3759">
                        <c:v>6.5</c:v>
                      </c:pt>
                      <c:pt idx="3760">
                        <c:v>6.5</c:v>
                      </c:pt>
                      <c:pt idx="3761">
                        <c:v>6.5</c:v>
                      </c:pt>
                      <c:pt idx="3762">
                        <c:v>6.5</c:v>
                      </c:pt>
                      <c:pt idx="3763">
                        <c:v>6.5</c:v>
                      </c:pt>
                      <c:pt idx="3764">
                        <c:v>6.5</c:v>
                      </c:pt>
                      <c:pt idx="3765">
                        <c:v>6.5</c:v>
                      </c:pt>
                      <c:pt idx="3766">
                        <c:v>6.5</c:v>
                      </c:pt>
                      <c:pt idx="3767">
                        <c:v>6.5</c:v>
                      </c:pt>
                      <c:pt idx="3768">
                        <c:v>6.5</c:v>
                      </c:pt>
                      <c:pt idx="3769">
                        <c:v>6.5</c:v>
                      </c:pt>
                      <c:pt idx="3770">
                        <c:v>6.5</c:v>
                      </c:pt>
                      <c:pt idx="3771">
                        <c:v>6.5</c:v>
                      </c:pt>
                      <c:pt idx="3772">
                        <c:v>6.5</c:v>
                      </c:pt>
                      <c:pt idx="3773">
                        <c:v>6.5</c:v>
                      </c:pt>
                      <c:pt idx="3774">
                        <c:v>6.5</c:v>
                      </c:pt>
                      <c:pt idx="3775">
                        <c:v>6.5</c:v>
                      </c:pt>
                      <c:pt idx="3776">
                        <c:v>6.5</c:v>
                      </c:pt>
                      <c:pt idx="3777">
                        <c:v>6.5</c:v>
                      </c:pt>
                      <c:pt idx="3778">
                        <c:v>6.5</c:v>
                      </c:pt>
                      <c:pt idx="3779">
                        <c:v>6.5</c:v>
                      </c:pt>
                      <c:pt idx="3780">
                        <c:v>6.5</c:v>
                      </c:pt>
                      <c:pt idx="3781">
                        <c:v>6.5</c:v>
                      </c:pt>
                      <c:pt idx="3782">
                        <c:v>6.5</c:v>
                      </c:pt>
                      <c:pt idx="3783">
                        <c:v>6.5</c:v>
                      </c:pt>
                      <c:pt idx="3784">
                        <c:v>6.5</c:v>
                      </c:pt>
                      <c:pt idx="3785">
                        <c:v>6.5</c:v>
                      </c:pt>
                      <c:pt idx="3786">
                        <c:v>6.5</c:v>
                      </c:pt>
                      <c:pt idx="3787">
                        <c:v>6.5</c:v>
                      </c:pt>
                      <c:pt idx="3788">
                        <c:v>6.5</c:v>
                      </c:pt>
                      <c:pt idx="3789">
                        <c:v>6.5</c:v>
                      </c:pt>
                      <c:pt idx="3790">
                        <c:v>6.5</c:v>
                      </c:pt>
                      <c:pt idx="3791">
                        <c:v>6.5</c:v>
                      </c:pt>
                      <c:pt idx="3792">
                        <c:v>6.5</c:v>
                      </c:pt>
                      <c:pt idx="3793">
                        <c:v>6.5</c:v>
                      </c:pt>
                      <c:pt idx="3794">
                        <c:v>6.5</c:v>
                      </c:pt>
                      <c:pt idx="3795">
                        <c:v>6.5</c:v>
                      </c:pt>
                      <c:pt idx="3796">
                        <c:v>6.5</c:v>
                      </c:pt>
                      <c:pt idx="3797">
                        <c:v>6.5</c:v>
                      </c:pt>
                      <c:pt idx="3798">
                        <c:v>6.5</c:v>
                      </c:pt>
                      <c:pt idx="3799">
                        <c:v>6.5</c:v>
                      </c:pt>
                      <c:pt idx="3800">
                        <c:v>6.5</c:v>
                      </c:pt>
                      <c:pt idx="3801">
                        <c:v>6.5</c:v>
                      </c:pt>
                      <c:pt idx="3802">
                        <c:v>6.5</c:v>
                      </c:pt>
                      <c:pt idx="3803">
                        <c:v>6.5</c:v>
                      </c:pt>
                      <c:pt idx="3804">
                        <c:v>6.5</c:v>
                      </c:pt>
                      <c:pt idx="3805">
                        <c:v>6.5</c:v>
                      </c:pt>
                      <c:pt idx="3806">
                        <c:v>6.5</c:v>
                      </c:pt>
                      <c:pt idx="3807">
                        <c:v>6.5</c:v>
                      </c:pt>
                      <c:pt idx="3808">
                        <c:v>6.5</c:v>
                      </c:pt>
                      <c:pt idx="3809">
                        <c:v>6.5</c:v>
                      </c:pt>
                      <c:pt idx="3810">
                        <c:v>6.5</c:v>
                      </c:pt>
                      <c:pt idx="3811">
                        <c:v>6.5</c:v>
                      </c:pt>
                      <c:pt idx="3812">
                        <c:v>6.5</c:v>
                      </c:pt>
                      <c:pt idx="3813">
                        <c:v>6.5</c:v>
                      </c:pt>
                      <c:pt idx="3814">
                        <c:v>6.5</c:v>
                      </c:pt>
                      <c:pt idx="3815">
                        <c:v>6.5</c:v>
                      </c:pt>
                      <c:pt idx="3816">
                        <c:v>6.5</c:v>
                      </c:pt>
                      <c:pt idx="3817">
                        <c:v>6.5</c:v>
                      </c:pt>
                      <c:pt idx="3818">
                        <c:v>6.5</c:v>
                      </c:pt>
                      <c:pt idx="3819">
                        <c:v>6.5</c:v>
                      </c:pt>
                      <c:pt idx="3820">
                        <c:v>6.5</c:v>
                      </c:pt>
                      <c:pt idx="3821">
                        <c:v>6.5</c:v>
                      </c:pt>
                      <c:pt idx="3822">
                        <c:v>6.5</c:v>
                      </c:pt>
                      <c:pt idx="3823">
                        <c:v>6.5</c:v>
                      </c:pt>
                      <c:pt idx="3824">
                        <c:v>6.5</c:v>
                      </c:pt>
                      <c:pt idx="3825">
                        <c:v>6.5</c:v>
                      </c:pt>
                      <c:pt idx="3826">
                        <c:v>6.5</c:v>
                      </c:pt>
                      <c:pt idx="3827">
                        <c:v>6.5</c:v>
                      </c:pt>
                      <c:pt idx="3828">
                        <c:v>6.5</c:v>
                      </c:pt>
                      <c:pt idx="3829">
                        <c:v>6.5</c:v>
                      </c:pt>
                      <c:pt idx="3830">
                        <c:v>6.5</c:v>
                      </c:pt>
                      <c:pt idx="3831">
                        <c:v>6.5</c:v>
                      </c:pt>
                      <c:pt idx="3832">
                        <c:v>6.5</c:v>
                      </c:pt>
                      <c:pt idx="3833">
                        <c:v>6</c:v>
                      </c:pt>
                      <c:pt idx="3834">
                        <c:v>6</c:v>
                      </c:pt>
                      <c:pt idx="3835">
                        <c:v>6</c:v>
                      </c:pt>
                      <c:pt idx="3836">
                        <c:v>6</c:v>
                      </c:pt>
                      <c:pt idx="3837">
                        <c:v>6</c:v>
                      </c:pt>
                      <c:pt idx="3838">
                        <c:v>6</c:v>
                      </c:pt>
                      <c:pt idx="3839">
                        <c:v>6</c:v>
                      </c:pt>
                      <c:pt idx="3840">
                        <c:v>6</c:v>
                      </c:pt>
                      <c:pt idx="3841">
                        <c:v>6</c:v>
                      </c:pt>
                      <c:pt idx="3842">
                        <c:v>6</c:v>
                      </c:pt>
                      <c:pt idx="3843">
                        <c:v>6</c:v>
                      </c:pt>
                      <c:pt idx="3844">
                        <c:v>6</c:v>
                      </c:pt>
                      <c:pt idx="3845">
                        <c:v>6</c:v>
                      </c:pt>
                      <c:pt idx="3846">
                        <c:v>6</c:v>
                      </c:pt>
                      <c:pt idx="3847">
                        <c:v>6</c:v>
                      </c:pt>
                      <c:pt idx="3848">
                        <c:v>6</c:v>
                      </c:pt>
                      <c:pt idx="3849">
                        <c:v>6</c:v>
                      </c:pt>
                      <c:pt idx="3850">
                        <c:v>6</c:v>
                      </c:pt>
                      <c:pt idx="3851">
                        <c:v>6</c:v>
                      </c:pt>
                      <c:pt idx="3852">
                        <c:v>6</c:v>
                      </c:pt>
                      <c:pt idx="3853">
                        <c:v>6</c:v>
                      </c:pt>
                      <c:pt idx="3854">
                        <c:v>6</c:v>
                      </c:pt>
                      <c:pt idx="3855">
                        <c:v>6</c:v>
                      </c:pt>
                      <c:pt idx="3856">
                        <c:v>6</c:v>
                      </c:pt>
                      <c:pt idx="3857">
                        <c:v>6</c:v>
                      </c:pt>
                      <c:pt idx="3858">
                        <c:v>6</c:v>
                      </c:pt>
                      <c:pt idx="3859">
                        <c:v>6</c:v>
                      </c:pt>
                      <c:pt idx="3860">
                        <c:v>6</c:v>
                      </c:pt>
                      <c:pt idx="3861">
                        <c:v>6</c:v>
                      </c:pt>
                      <c:pt idx="3862">
                        <c:v>6</c:v>
                      </c:pt>
                      <c:pt idx="3863">
                        <c:v>6</c:v>
                      </c:pt>
                      <c:pt idx="3864">
                        <c:v>6</c:v>
                      </c:pt>
                      <c:pt idx="3865">
                        <c:v>6</c:v>
                      </c:pt>
                      <c:pt idx="3866">
                        <c:v>6</c:v>
                      </c:pt>
                      <c:pt idx="3867">
                        <c:v>6</c:v>
                      </c:pt>
                      <c:pt idx="3868">
                        <c:v>6</c:v>
                      </c:pt>
                      <c:pt idx="3869">
                        <c:v>6</c:v>
                      </c:pt>
                      <c:pt idx="3870">
                        <c:v>6</c:v>
                      </c:pt>
                      <c:pt idx="3871">
                        <c:v>6</c:v>
                      </c:pt>
                      <c:pt idx="3872">
                        <c:v>6</c:v>
                      </c:pt>
                      <c:pt idx="3873">
                        <c:v>6</c:v>
                      </c:pt>
                      <c:pt idx="3874">
                        <c:v>6</c:v>
                      </c:pt>
                      <c:pt idx="3875">
                        <c:v>6</c:v>
                      </c:pt>
                      <c:pt idx="3876">
                        <c:v>6</c:v>
                      </c:pt>
                      <c:pt idx="3877">
                        <c:v>6</c:v>
                      </c:pt>
                      <c:pt idx="3878">
                        <c:v>6</c:v>
                      </c:pt>
                      <c:pt idx="3879">
                        <c:v>6</c:v>
                      </c:pt>
                      <c:pt idx="3880">
                        <c:v>6</c:v>
                      </c:pt>
                      <c:pt idx="3881">
                        <c:v>6</c:v>
                      </c:pt>
                      <c:pt idx="3882">
                        <c:v>6</c:v>
                      </c:pt>
                      <c:pt idx="3883">
                        <c:v>5.5</c:v>
                      </c:pt>
                      <c:pt idx="3884">
                        <c:v>5.5</c:v>
                      </c:pt>
                      <c:pt idx="3885">
                        <c:v>5.5</c:v>
                      </c:pt>
                      <c:pt idx="3886">
                        <c:v>5.5</c:v>
                      </c:pt>
                      <c:pt idx="3887">
                        <c:v>5.5</c:v>
                      </c:pt>
                      <c:pt idx="3888">
                        <c:v>5.5</c:v>
                      </c:pt>
                      <c:pt idx="3889">
                        <c:v>5.5</c:v>
                      </c:pt>
                      <c:pt idx="3890">
                        <c:v>5.5</c:v>
                      </c:pt>
                      <c:pt idx="3891">
                        <c:v>5.5</c:v>
                      </c:pt>
                      <c:pt idx="3892">
                        <c:v>5.5</c:v>
                      </c:pt>
                      <c:pt idx="3893">
                        <c:v>5.5</c:v>
                      </c:pt>
                      <c:pt idx="3894">
                        <c:v>5.5</c:v>
                      </c:pt>
                      <c:pt idx="3895">
                        <c:v>5.5</c:v>
                      </c:pt>
                      <c:pt idx="3896">
                        <c:v>5.5</c:v>
                      </c:pt>
                      <c:pt idx="3897">
                        <c:v>5.5</c:v>
                      </c:pt>
                      <c:pt idx="3898">
                        <c:v>5.5</c:v>
                      </c:pt>
                      <c:pt idx="3899">
                        <c:v>5.5</c:v>
                      </c:pt>
                      <c:pt idx="3900">
                        <c:v>5.5</c:v>
                      </c:pt>
                      <c:pt idx="3901">
                        <c:v>5.5</c:v>
                      </c:pt>
                      <c:pt idx="3902">
                        <c:v>5.5</c:v>
                      </c:pt>
                      <c:pt idx="3903">
                        <c:v>5.5</c:v>
                      </c:pt>
                      <c:pt idx="3904">
                        <c:v>5.5</c:v>
                      </c:pt>
                      <c:pt idx="3905">
                        <c:v>5.5</c:v>
                      </c:pt>
                      <c:pt idx="3906">
                        <c:v>5.5</c:v>
                      </c:pt>
                      <c:pt idx="3907">
                        <c:v>5.5</c:v>
                      </c:pt>
                      <c:pt idx="3908">
                        <c:v>5.5</c:v>
                      </c:pt>
                      <c:pt idx="3909">
                        <c:v>5.5</c:v>
                      </c:pt>
                      <c:pt idx="3910">
                        <c:v>5.5</c:v>
                      </c:pt>
                      <c:pt idx="3911">
                        <c:v>5.5</c:v>
                      </c:pt>
                      <c:pt idx="3912">
                        <c:v>5.5</c:v>
                      </c:pt>
                      <c:pt idx="3913">
                        <c:v>5.5</c:v>
                      </c:pt>
                      <c:pt idx="3914">
                        <c:v>5.5</c:v>
                      </c:pt>
                      <c:pt idx="3915">
                        <c:v>5.5</c:v>
                      </c:pt>
                      <c:pt idx="3916">
                        <c:v>5.5</c:v>
                      </c:pt>
                      <c:pt idx="3917">
                        <c:v>5.5</c:v>
                      </c:pt>
                      <c:pt idx="3918">
                        <c:v>5.5</c:v>
                      </c:pt>
                      <c:pt idx="3919">
                        <c:v>5.5</c:v>
                      </c:pt>
                      <c:pt idx="3920">
                        <c:v>5.5</c:v>
                      </c:pt>
                      <c:pt idx="3921">
                        <c:v>5.5</c:v>
                      </c:pt>
                      <c:pt idx="3922">
                        <c:v>5.5</c:v>
                      </c:pt>
                      <c:pt idx="3923">
                        <c:v>5.5</c:v>
                      </c:pt>
                      <c:pt idx="3924">
                        <c:v>5.5</c:v>
                      </c:pt>
                      <c:pt idx="3925">
                        <c:v>5.5</c:v>
                      </c:pt>
                      <c:pt idx="3926">
                        <c:v>5.5</c:v>
                      </c:pt>
                      <c:pt idx="3927">
                        <c:v>5.5</c:v>
                      </c:pt>
                      <c:pt idx="3928">
                        <c:v>5.5</c:v>
                      </c:pt>
                      <c:pt idx="3929">
                        <c:v>5.5</c:v>
                      </c:pt>
                      <c:pt idx="3930">
                        <c:v>5.5</c:v>
                      </c:pt>
                      <c:pt idx="3931">
                        <c:v>5.5</c:v>
                      </c:pt>
                      <c:pt idx="3932">
                        <c:v>5.5</c:v>
                      </c:pt>
                      <c:pt idx="3933">
                        <c:v>5.5</c:v>
                      </c:pt>
                      <c:pt idx="3934">
                        <c:v>5.5</c:v>
                      </c:pt>
                      <c:pt idx="3935">
                        <c:v>5.5</c:v>
                      </c:pt>
                      <c:pt idx="3936">
                        <c:v>5.5</c:v>
                      </c:pt>
                      <c:pt idx="3937">
                        <c:v>5.5</c:v>
                      </c:pt>
                      <c:pt idx="3938">
                        <c:v>5.5</c:v>
                      </c:pt>
                      <c:pt idx="3939">
                        <c:v>5.5</c:v>
                      </c:pt>
                      <c:pt idx="3940">
                        <c:v>5.5</c:v>
                      </c:pt>
                      <c:pt idx="3941">
                        <c:v>5.5</c:v>
                      </c:pt>
                      <c:pt idx="3942">
                        <c:v>5.5</c:v>
                      </c:pt>
                      <c:pt idx="3943">
                        <c:v>5.5</c:v>
                      </c:pt>
                      <c:pt idx="3944">
                        <c:v>5.5</c:v>
                      </c:pt>
                      <c:pt idx="3945">
                        <c:v>5.5</c:v>
                      </c:pt>
                      <c:pt idx="3946">
                        <c:v>5.5</c:v>
                      </c:pt>
                      <c:pt idx="3947">
                        <c:v>5.5</c:v>
                      </c:pt>
                      <c:pt idx="3948">
                        <c:v>5.5</c:v>
                      </c:pt>
                      <c:pt idx="3949">
                        <c:v>5.5</c:v>
                      </c:pt>
                      <c:pt idx="3950">
                        <c:v>5.5</c:v>
                      </c:pt>
                      <c:pt idx="3951">
                        <c:v>5.5</c:v>
                      </c:pt>
                      <c:pt idx="3952">
                        <c:v>5.5</c:v>
                      </c:pt>
                      <c:pt idx="3953">
                        <c:v>5.5</c:v>
                      </c:pt>
                      <c:pt idx="3954">
                        <c:v>5.5</c:v>
                      </c:pt>
                      <c:pt idx="3955">
                        <c:v>5.5</c:v>
                      </c:pt>
                      <c:pt idx="3956">
                        <c:v>5.5</c:v>
                      </c:pt>
                      <c:pt idx="3957">
                        <c:v>5.5</c:v>
                      </c:pt>
                      <c:pt idx="3958">
                        <c:v>5.5</c:v>
                      </c:pt>
                      <c:pt idx="3959">
                        <c:v>5.5</c:v>
                      </c:pt>
                      <c:pt idx="3960">
                        <c:v>5.5</c:v>
                      </c:pt>
                      <c:pt idx="3961">
                        <c:v>5.5</c:v>
                      </c:pt>
                      <c:pt idx="3962">
                        <c:v>5.5</c:v>
                      </c:pt>
                      <c:pt idx="3963">
                        <c:v>5.5</c:v>
                      </c:pt>
                      <c:pt idx="3964">
                        <c:v>5.5</c:v>
                      </c:pt>
                      <c:pt idx="3965">
                        <c:v>5.5</c:v>
                      </c:pt>
                      <c:pt idx="3966">
                        <c:v>5.5</c:v>
                      </c:pt>
                      <c:pt idx="3967">
                        <c:v>5.5</c:v>
                      </c:pt>
                      <c:pt idx="3968">
                        <c:v>5.5</c:v>
                      </c:pt>
                      <c:pt idx="3969">
                        <c:v>5.5</c:v>
                      </c:pt>
                      <c:pt idx="3970">
                        <c:v>5.5</c:v>
                      </c:pt>
                      <c:pt idx="3971">
                        <c:v>5.5</c:v>
                      </c:pt>
                      <c:pt idx="3972">
                        <c:v>5.5</c:v>
                      </c:pt>
                      <c:pt idx="3973">
                        <c:v>5.5</c:v>
                      </c:pt>
                      <c:pt idx="3974">
                        <c:v>5.5</c:v>
                      </c:pt>
                      <c:pt idx="3975">
                        <c:v>5.5</c:v>
                      </c:pt>
                      <c:pt idx="3976">
                        <c:v>5.5</c:v>
                      </c:pt>
                      <c:pt idx="3977">
                        <c:v>5.5</c:v>
                      </c:pt>
                      <c:pt idx="3978">
                        <c:v>5.5</c:v>
                      </c:pt>
                      <c:pt idx="3979">
                        <c:v>5.5</c:v>
                      </c:pt>
                      <c:pt idx="3980">
                        <c:v>5.5</c:v>
                      </c:pt>
                      <c:pt idx="3981">
                        <c:v>5.5</c:v>
                      </c:pt>
                      <c:pt idx="3982">
                        <c:v>5.5</c:v>
                      </c:pt>
                      <c:pt idx="3983">
                        <c:v>5.5</c:v>
                      </c:pt>
                      <c:pt idx="3984">
                        <c:v>5.5</c:v>
                      </c:pt>
                      <c:pt idx="3985">
                        <c:v>5.5</c:v>
                      </c:pt>
                      <c:pt idx="3986">
                        <c:v>5.5</c:v>
                      </c:pt>
                      <c:pt idx="3987">
                        <c:v>5.5</c:v>
                      </c:pt>
                      <c:pt idx="3988">
                        <c:v>5.5</c:v>
                      </c:pt>
                      <c:pt idx="3989">
                        <c:v>5.5</c:v>
                      </c:pt>
                      <c:pt idx="3990">
                        <c:v>5.5</c:v>
                      </c:pt>
                      <c:pt idx="3991">
                        <c:v>5.5</c:v>
                      </c:pt>
                      <c:pt idx="3992">
                        <c:v>5.5</c:v>
                      </c:pt>
                      <c:pt idx="3993">
                        <c:v>5.5</c:v>
                      </c:pt>
                      <c:pt idx="3994">
                        <c:v>5.5</c:v>
                      </c:pt>
                      <c:pt idx="3995">
                        <c:v>5.5</c:v>
                      </c:pt>
                      <c:pt idx="3996">
                        <c:v>5.5</c:v>
                      </c:pt>
                      <c:pt idx="3997">
                        <c:v>5.5</c:v>
                      </c:pt>
                      <c:pt idx="3998">
                        <c:v>5.5</c:v>
                      </c:pt>
                      <c:pt idx="3999">
                        <c:v>5.5</c:v>
                      </c:pt>
                      <c:pt idx="4000">
                        <c:v>5.5</c:v>
                      </c:pt>
                      <c:pt idx="4001">
                        <c:v>5.5</c:v>
                      </c:pt>
                      <c:pt idx="4002">
                        <c:v>5.5</c:v>
                      </c:pt>
                      <c:pt idx="4003">
                        <c:v>5.5</c:v>
                      </c:pt>
                      <c:pt idx="4004">
                        <c:v>5.5</c:v>
                      </c:pt>
                      <c:pt idx="4005">
                        <c:v>5.5</c:v>
                      </c:pt>
                      <c:pt idx="4006">
                        <c:v>5.5</c:v>
                      </c:pt>
                      <c:pt idx="4007">
                        <c:v>5.5</c:v>
                      </c:pt>
                      <c:pt idx="4008">
                        <c:v>5.5</c:v>
                      </c:pt>
                      <c:pt idx="4009">
                        <c:v>5.5</c:v>
                      </c:pt>
                      <c:pt idx="4010">
                        <c:v>5.5</c:v>
                      </c:pt>
                      <c:pt idx="4011">
                        <c:v>5.5</c:v>
                      </c:pt>
                      <c:pt idx="4012">
                        <c:v>5.5</c:v>
                      </c:pt>
                      <c:pt idx="4013">
                        <c:v>5.5</c:v>
                      </c:pt>
                      <c:pt idx="4014">
                        <c:v>5.5</c:v>
                      </c:pt>
                      <c:pt idx="4015">
                        <c:v>5.5</c:v>
                      </c:pt>
                      <c:pt idx="4016">
                        <c:v>5.5</c:v>
                      </c:pt>
                      <c:pt idx="4017">
                        <c:v>5.5</c:v>
                      </c:pt>
                      <c:pt idx="4018">
                        <c:v>5.5</c:v>
                      </c:pt>
                      <c:pt idx="4019">
                        <c:v>5.5</c:v>
                      </c:pt>
                      <c:pt idx="4020">
                        <c:v>5.5</c:v>
                      </c:pt>
                      <c:pt idx="4021">
                        <c:v>5.5</c:v>
                      </c:pt>
                      <c:pt idx="4022">
                        <c:v>5.5</c:v>
                      </c:pt>
                      <c:pt idx="4023">
                        <c:v>5.5</c:v>
                      </c:pt>
                      <c:pt idx="4024">
                        <c:v>5.5</c:v>
                      </c:pt>
                      <c:pt idx="4025">
                        <c:v>5.5</c:v>
                      </c:pt>
                      <c:pt idx="4026">
                        <c:v>5.5</c:v>
                      </c:pt>
                      <c:pt idx="4027">
                        <c:v>5.5</c:v>
                      </c:pt>
                      <c:pt idx="4028">
                        <c:v>5.5</c:v>
                      </c:pt>
                      <c:pt idx="4029">
                        <c:v>5.5</c:v>
                      </c:pt>
                      <c:pt idx="4030">
                        <c:v>5.5</c:v>
                      </c:pt>
                      <c:pt idx="4031">
                        <c:v>5.5</c:v>
                      </c:pt>
                      <c:pt idx="4032">
                        <c:v>5.5</c:v>
                      </c:pt>
                      <c:pt idx="4033">
                        <c:v>5.5</c:v>
                      </c:pt>
                      <c:pt idx="4034">
                        <c:v>5.5</c:v>
                      </c:pt>
                      <c:pt idx="4035">
                        <c:v>5.5</c:v>
                      </c:pt>
                      <c:pt idx="4036">
                        <c:v>5.5</c:v>
                      </c:pt>
                      <c:pt idx="4037">
                        <c:v>5.5</c:v>
                      </c:pt>
                      <c:pt idx="4038">
                        <c:v>5.5</c:v>
                      </c:pt>
                      <c:pt idx="4039">
                        <c:v>5.5</c:v>
                      </c:pt>
                      <c:pt idx="4040">
                        <c:v>5.5</c:v>
                      </c:pt>
                      <c:pt idx="4041">
                        <c:v>5.5</c:v>
                      </c:pt>
                      <c:pt idx="4042">
                        <c:v>5.5</c:v>
                      </c:pt>
                      <c:pt idx="4043">
                        <c:v>5.5</c:v>
                      </c:pt>
                      <c:pt idx="4044">
                        <c:v>5.5</c:v>
                      </c:pt>
                      <c:pt idx="4045">
                        <c:v>5.5</c:v>
                      </c:pt>
                      <c:pt idx="4046">
                        <c:v>5.5</c:v>
                      </c:pt>
                      <c:pt idx="4047">
                        <c:v>5.5</c:v>
                      </c:pt>
                      <c:pt idx="4048">
                        <c:v>5.5</c:v>
                      </c:pt>
                      <c:pt idx="4049">
                        <c:v>5.5</c:v>
                      </c:pt>
                      <c:pt idx="4050">
                        <c:v>5.5</c:v>
                      </c:pt>
                      <c:pt idx="4051">
                        <c:v>5.5</c:v>
                      </c:pt>
                      <c:pt idx="4052">
                        <c:v>5.5</c:v>
                      </c:pt>
                      <c:pt idx="4053">
                        <c:v>5.5</c:v>
                      </c:pt>
                      <c:pt idx="4054">
                        <c:v>5.5</c:v>
                      </c:pt>
                      <c:pt idx="4055">
                        <c:v>5.5</c:v>
                      </c:pt>
                      <c:pt idx="4056">
                        <c:v>5.5</c:v>
                      </c:pt>
                      <c:pt idx="4057">
                        <c:v>5.5</c:v>
                      </c:pt>
                      <c:pt idx="4058">
                        <c:v>5.5</c:v>
                      </c:pt>
                      <c:pt idx="4059">
                        <c:v>5.5</c:v>
                      </c:pt>
                      <c:pt idx="4060">
                        <c:v>5.5</c:v>
                      </c:pt>
                      <c:pt idx="4061">
                        <c:v>5.5</c:v>
                      </c:pt>
                      <c:pt idx="4062">
                        <c:v>5.5</c:v>
                      </c:pt>
                      <c:pt idx="4063">
                        <c:v>5.5</c:v>
                      </c:pt>
                      <c:pt idx="4064">
                        <c:v>5.5</c:v>
                      </c:pt>
                      <c:pt idx="4065">
                        <c:v>5.5</c:v>
                      </c:pt>
                      <c:pt idx="4066">
                        <c:v>5.5</c:v>
                      </c:pt>
                      <c:pt idx="4067">
                        <c:v>5.5</c:v>
                      </c:pt>
                      <c:pt idx="4068">
                        <c:v>5.5</c:v>
                      </c:pt>
                      <c:pt idx="4069">
                        <c:v>5.5</c:v>
                      </c:pt>
                      <c:pt idx="4070">
                        <c:v>5.5</c:v>
                      </c:pt>
                      <c:pt idx="4071">
                        <c:v>5.5</c:v>
                      </c:pt>
                      <c:pt idx="4072">
                        <c:v>5.5</c:v>
                      </c:pt>
                      <c:pt idx="4073">
                        <c:v>5.5</c:v>
                      </c:pt>
                      <c:pt idx="4074">
                        <c:v>5.5</c:v>
                      </c:pt>
                      <c:pt idx="4075">
                        <c:v>5.5</c:v>
                      </c:pt>
                      <c:pt idx="4076">
                        <c:v>5.5</c:v>
                      </c:pt>
                      <c:pt idx="4077">
                        <c:v>5.5</c:v>
                      </c:pt>
                      <c:pt idx="4078">
                        <c:v>5.5</c:v>
                      </c:pt>
                      <c:pt idx="4079">
                        <c:v>5.5</c:v>
                      </c:pt>
                      <c:pt idx="4080">
                        <c:v>5.5</c:v>
                      </c:pt>
                      <c:pt idx="4081">
                        <c:v>5.5</c:v>
                      </c:pt>
                      <c:pt idx="4082">
                        <c:v>5.5</c:v>
                      </c:pt>
                      <c:pt idx="4083">
                        <c:v>5.5</c:v>
                      </c:pt>
                      <c:pt idx="4084">
                        <c:v>5.5</c:v>
                      </c:pt>
                      <c:pt idx="4085">
                        <c:v>5.5</c:v>
                      </c:pt>
                      <c:pt idx="4086">
                        <c:v>5.5</c:v>
                      </c:pt>
                      <c:pt idx="4087">
                        <c:v>5.5</c:v>
                      </c:pt>
                      <c:pt idx="4088">
                        <c:v>5.5</c:v>
                      </c:pt>
                      <c:pt idx="4089">
                        <c:v>5.5</c:v>
                      </c:pt>
                      <c:pt idx="4090">
                        <c:v>5.5</c:v>
                      </c:pt>
                      <c:pt idx="4091">
                        <c:v>5.5</c:v>
                      </c:pt>
                      <c:pt idx="4092">
                        <c:v>5.5</c:v>
                      </c:pt>
                      <c:pt idx="4093">
                        <c:v>5.5</c:v>
                      </c:pt>
                      <c:pt idx="4094">
                        <c:v>5.5</c:v>
                      </c:pt>
                      <c:pt idx="4095">
                        <c:v>5.5</c:v>
                      </c:pt>
                      <c:pt idx="4096">
                        <c:v>5.5</c:v>
                      </c:pt>
                      <c:pt idx="4097">
                        <c:v>5.5</c:v>
                      </c:pt>
                      <c:pt idx="4098">
                        <c:v>5.5</c:v>
                      </c:pt>
                      <c:pt idx="4099">
                        <c:v>5.5</c:v>
                      </c:pt>
                      <c:pt idx="4100">
                        <c:v>5.5</c:v>
                      </c:pt>
                      <c:pt idx="4101">
                        <c:v>5.5</c:v>
                      </c:pt>
                      <c:pt idx="4102">
                        <c:v>5.5</c:v>
                      </c:pt>
                      <c:pt idx="4103">
                        <c:v>5.5</c:v>
                      </c:pt>
                      <c:pt idx="4104">
                        <c:v>5.5</c:v>
                      </c:pt>
                      <c:pt idx="4105">
                        <c:v>5.5</c:v>
                      </c:pt>
                      <c:pt idx="4106">
                        <c:v>5.5</c:v>
                      </c:pt>
                      <c:pt idx="4107">
                        <c:v>5.5</c:v>
                      </c:pt>
                      <c:pt idx="4108">
                        <c:v>5.5</c:v>
                      </c:pt>
                      <c:pt idx="4109">
                        <c:v>5.5</c:v>
                      </c:pt>
                      <c:pt idx="4110">
                        <c:v>5.5</c:v>
                      </c:pt>
                      <c:pt idx="4111">
                        <c:v>5.5</c:v>
                      </c:pt>
                      <c:pt idx="4112">
                        <c:v>5.5</c:v>
                      </c:pt>
                      <c:pt idx="4113">
                        <c:v>5.5</c:v>
                      </c:pt>
                      <c:pt idx="4114">
                        <c:v>5.5</c:v>
                      </c:pt>
                      <c:pt idx="4115">
                        <c:v>5.5</c:v>
                      </c:pt>
                      <c:pt idx="4116">
                        <c:v>5.5</c:v>
                      </c:pt>
                      <c:pt idx="4117">
                        <c:v>5.5</c:v>
                      </c:pt>
                      <c:pt idx="4118">
                        <c:v>5.5</c:v>
                      </c:pt>
                      <c:pt idx="4119">
                        <c:v>5.5</c:v>
                      </c:pt>
                      <c:pt idx="4120">
                        <c:v>5.5</c:v>
                      </c:pt>
                      <c:pt idx="4121">
                        <c:v>5.5</c:v>
                      </c:pt>
                      <c:pt idx="4122">
                        <c:v>5.5</c:v>
                      </c:pt>
                      <c:pt idx="4123">
                        <c:v>5.5</c:v>
                      </c:pt>
                      <c:pt idx="4124">
                        <c:v>5.5</c:v>
                      </c:pt>
                      <c:pt idx="4125">
                        <c:v>5.5</c:v>
                      </c:pt>
                      <c:pt idx="4126">
                        <c:v>5.5</c:v>
                      </c:pt>
                      <c:pt idx="4127">
                        <c:v>5.5</c:v>
                      </c:pt>
                      <c:pt idx="4128">
                        <c:v>5.5</c:v>
                      </c:pt>
                      <c:pt idx="4129">
                        <c:v>5.5</c:v>
                      </c:pt>
                      <c:pt idx="4130">
                        <c:v>5.5</c:v>
                      </c:pt>
                      <c:pt idx="4131">
                        <c:v>5.5</c:v>
                      </c:pt>
                      <c:pt idx="4132">
                        <c:v>5.5</c:v>
                      </c:pt>
                      <c:pt idx="4133">
                        <c:v>5.5</c:v>
                      </c:pt>
                      <c:pt idx="4134">
                        <c:v>5.5</c:v>
                      </c:pt>
                      <c:pt idx="4135">
                        <c:v>5.5</c:v>
                      </c:pt>
                      <c:pt idx="4136">
                        <c:v>5.5</c:v>
                      </c:pt>
                      <c:pt idx="4137">
                        <c:v>5.5</c:v>
                      </c:pt>
                      <c:pt idx="4138">
                        <c:v>5.5</c:v>
                      </c:pt>
                      <c:pt idx="4139">
                        <c:v>5.5</c:v>
                      </c:pt>
                      <c:pt idx="4140">
                        <c:v>5.5</c:v>
                      </c:pt>
                      <c:pt idx="4141">
                        <c:v>5.5</c:v>
                      </c:pt>
                      <c:pt idx="4142">
                        <c:v>5.5</c:v>
                      </c:pt>
                      <c:pt idx="4143">
                        <c:v>5.5</c:v>
                      </c:pt>
                      <c:pt idx="4144">
                        <c:v>5.5</c:v>
                      </c:pt>
                      <c:pt idx="4145">
                        <c:v>5.5</c:v>
                      </c:pt>
                      <c:pt idx="4146">
                        <c:v>5.5</c:v>
                      </c:pt>
                      <c:pt idx="4147">
                        <c:v>5.5</c:v>
                      </c:pt>
                      <c:pt idx="4148">
                        <c:v>5.5</c:v>
                      </c:pt>
                      <c:pt idx="4149">
                        <c:v>5.5</c:v>
                      </c:pt>
                      <c:pt idx="4150">
                        <c:v>5.5</c:v>
                      </c:pt>
                      <c:pt idx="4151">
                        <c:v>5.5</c:v>
                      </c:pt>
                      <c:pt idx="4152">
                        <c:v>5.5</c:v>
                      </c:pt>
                      <c:pt idx="4153">
                        <c:v>5.5</c:v>
                      </c:pt>
                      <c:pt idx="4154">
                        <c:v>5.5</c:v>
                      </c:pt>
                      <c:pt idx="4155">
                        <c:v>5.5</c:v>
                      </c:pt>
                      <c:pt idx="4156">
                        <c:v>5.5</c:v>
                      </c:pt>
                      <c:pt idx="4157">
                        <c:v>5.5</c:v>
                      </c:pt>
                      <c:pt idx="4158">
                        <c:v>5.5</c:v>
                      </c:pt>
                      <c:pt idx="4159">
                        <c:v>5.5</c:v>
                      </c:pt>
                      <c:pt idx="4160">
                        <c:v>5.5</c:v>
                      </c:pt>
                      <c:pt idx="4161">
                        <c:v>5.5</c:v>
                      </c:pt>
                      <c:pt idx="4162">
                        <c:v>5.5</c:v>
                      </c:pt>
                      <c:pt idx="4163">
                        <c:v>5.5</c:v>
                      </c:pt>
                      <c:pt idx="4164">
                        <c:v>5.5</c:v>
                      </c:pt>
                      <c:pt idx="4165">
                        <c:v>5.5</c:v>
                      </c:pt>
                      <c:pt idx="4166">
                        <c:v>5.5</c:v>
                      </c:pt>
                      <c:pt idx="4167">
                        <c:v>5.5</c:v>
                      </c:pt>
                      <c:pt idx="4168">
                        <c:v>5.5</c:v>
                      </c:pt>
                      <c:pt idx="4169">
                        <c:v>5.5</c:v>
                      </c:pt>
                      <c:pt idx="4170">
                        <c:v>5.5</c:v>
                      </c:pt>
                      <c:pt idx="4171">
                        <c:v>5.5</c:v>
                      </c:pt>
                      <c:pt idx="4172">
                        <c:v>5.5</c:v>
                      </c:pt>
                      <c:pt idx="4173">
                        <c:v>5.5</c:v>
                      </c:pt>
                      <c:pt idx="4174">
                        <c:v>5.5</c:v>
                      </c:pt>
                      <c:pt idx="4175">
                        <c:v>5.5</c:v>
                      </c:pt>
                      <c:pt idx="4176">
                        <c:v>5.5</c:v>
                      </c:pt>
                      <c:pt idx="4177">
                        <c:v>5.5</c:v>
                      </c:pt>
                      <c:pt idx="4178">
                        <c:v>5.5</c:v>
                      </c:pt>
                      <c:pt idx="4179">
                        <c:v>5.5</c:v>
                      </c:pt>
                      <c:pt idx="4180">
                        <c:v>5.5</c:v>
                      </c:pt>
                      <c:pt idx="4181">
                        <c:v>5.5</c:v>
                      </c:pt>
                      <c:pt idx="4182">
                        <c:v>5.5</c:v>
                      </c:pt>
                      <c:pt idx="4183">
                        <c:v>5.5</c:v>
                      </c:pt>
                      <c:pt idx="4184">
                        <c:v>5.5</c:v>
                      </c:pt>
                      <c:pt idx="4185">
                        <c:v>5.5</c:v>
                      </c:pt>
                      <c:pt idx="4186">
                        <c:v>5.5</c:v>
                      </c:pt>
                      <c:pt idx="4187">
                        <c:v>5.5</c:v>
                      </c:pt>
                      <c:pt idx="4188">
                        <c:v>5.5</c:v>
                      </c:pt>
                      <c:pt idx="4189">
                        <c:v>5.5</c:v>
                      </c:pt>
                      <c:pt idx="4190">
                        <c:v>5.5</c:v>
                      </c:pt>
                      <c:pt idx="4191">
                        <c:v>5.5</c:v>
                      </c:pt>
                      <c:pt idx="4192">
                        <c:v>5.5</c:v>
                      </c:pt>
                      <c:pt idx="4193">
                        <c:v>5.5</c:v>
                      </c:pt>
                      <c:pt idx="4194">
                        <c:v>5.5</c:v>
                      </c:pt>
                      <c:pt idx="4195">
                        <c:v>5.5</c:v>
                      </c:pt>
                      <c:pt idx="4196">
                        <c:v>5.5</c:v>
                      </c:pt>
                      <c:pt idx="4197">
                        <c:v>5.5</c:v>
                      </c:pt>
                      <c:pt idx="4198">
                        <c:v>5.5</c:v>
                      </c:pt>
                      <c:pt idx="4199">
                        <c:v>5.5</c:v>
                      </c:pt>
                      <c:pt idx="4200">
                        <c:v>5.5</c:v>
                      </c:pt>
                      <c:pt idx="4201">
                        <c:v>5.5</c:v>
                      </c:pt>
                      <c:pt idx="4202">
                        <c:v>5.5</c:v>
                      </c:pt>
                      <c:pt idx="4203">
                        <c:v>5.5</c:v>
                      </c:pt>
                      <c:pt idx="4204">
                        <c:v>5.5</c:v>
                      </c:pt>
                      <c:pt idx="4205">
                        <c:v>5.5</c:v>
                      </c:pt>
                      <c:pt idx="4206">
                        <c:v>5.5</c:v>
                      </c:pt>
                      <c:pt idx="4207">
                        <c:v>5.5</c:v>
                      </c:pt>
                      <c:pt idx="4208">
                        <c:v>5.5</c:v>
                      </c:pt>
                      <c:pt idx="4209">
                        <c:v>5.5</c:v>
                      </c:pt>
                      <c:pt idx="4210">
                        <c:v>5.5</c:v>
                      </c:pt>
                      <c:pt idx="4211">
                        <c:v>5.5</c:v>
                      </c:pt>
                      <c:pt idx="4212">
                        <c:v>5.5</c:v>
                      </c:pt>
                      <c:pt idx="4213">
                        <c:v>5.5</c:v>
                      </c:pt>
                      <c:pt idx="4214">
                        <c:v>5.5</c:v>
                      </c:pt>
                      <c:pt idx="4215">
                        <c:v>5.5</c:v>
                      </c:pt>
                      <c:pt idx="4216">
                        <c:v>5.5</c:v>
                      </c:pt>
                      <c:pt idx="4217">
                        <c:v>5.5</c:v>
                      </c:pt>
                      <c:pt idx="4218">
                        <c:v>5.5</c:v>
                      </c:pt>
                      <c:pt idx="4219">
                        <c:v>5.5</c:v>
                      </c:pt>
                      <c:pt idx="4220">
                        <c:v>5.5</c:v>
                      </c:pt>
                      <c:pt idx="4221">
                        <c:v>5.5</c:v>
                      </c:pt>
                      <c:pt idx="4222">
                        <c:v>5.5</c:v>
                      </c:pt>
                      <c:pt idx="4223">
                        <c:v>5.5</c:v>
                      </c:pt>
                      <c:pt idx="4224">
                        <c:v>5.5</c:v>
                      </c:pt>
                      <c:pt idx="4225">
                        <c:v>5.5</c:v>
                      </c:pt>
                      <c:pt idx="4226">
                        <c:v>5.5</c:v>
                      </c:pt>
                      <c:pt idx="4227">
                        <c:v>5.5</c:v>
                      </c:pt>
                      <c:pt idx="4228">
                        <c:v>5.5</c:v>
                      </c:pt>
                      <c:pt idx="4229">
                        <c:v>5.5</c:v>
                      </c:pt>
                      <c:pt idx="4230">
                        <c:v>5.5</c:v>
                      </c:pt>
                      <c:pt idx="4231">
                        <c:v>5.5</c:v>
                      </c:pt>
                      <c:pt idx="4232">
                        <c:v>5.5</c:v>
                      </c:pt>
                      <c:pt idx="4233">
                        <c:v>5.5</c:v>
                      </c:pt>
                      <c:pt idx="4234">
                        <c:v>5.5</c:v>
                      </c:pt>
                      <c:pt idx="4235">
                        <c:v>5.5</c:v>
                      </c:pt>
                      <c:pt idx="4236">
                        <c:v>5.5</c:v>
                      </c:pt>
                      <c:pt idx="4237">
                        <c:v>5.5</c:v>
                      </c:pt>
                      <c:pt idx="4238">
                        <c:v>5.5</c:v>
                      </c:pt>
                      <c:pt idx="4239">
                        <c:v>5.5</c:v>
                      </c:pt>
                      <c:pt idx="4240">
                        <c:v>5.5</c:v>
                      </c:pt>
                      <c:pt idx="4241">
                        <c:v>5.5</c:v>
                      </c:pt>
                      <c:pt idx="4242">
                        <c:v>5.5</c:v>
                      </c:pt>
                      <c:pt idx="4243">
                        <c:v>5.5</c:v>
                      </c:pt>
                      <c:pt idx="4244">
                        <c:v>5.5</c:v>
                      </c:pt>
                      <c:pt idx="4245">
                        <c:v>5.5</c:v>
                      </c:pt>
                      <c:pt idx="4246">
                        <c:v>5.5</c:v>
                      </c:pt>
                      <c:pt idx="4247">
                        <c:v>5.5</c:v>
                      </c:pt>
                      <c:pt idx="4248">
                        <c:v>5.5</c:v>
                      </c:pt>
                      <c:pt idx="4249">
                        <c:v>5.5</c:v>
                      </c:pt>
                      <c:pt idx="4250">
                        <c:v>5.5</c:v>
                      </c:pt>
                      <c:pt idx="4251">
                        <c:v>5.5</c:v>
                      </c:pt>
                      <c:pt idx="4252">
                        <c:v>5.5</c:v>
                      </c:pt>
                      <c:pt idx="4253">
                        <c:v>5.5</c:v>
                      </c:pt>
                      <c:pt idx="4254">
                        <c:v>5.5</c:v>
                      </c:pt>
                      <c:pt idx="4255">
                        <c:v>5.5</c:v>
                      </c:pt>
                      <c:pt idx="4256">
                        <c:v>5.5</c:v>
                      </c:pt>
                      <c:pt idx="4257">
                        <c:v>5.5</c:v>
                      </c:pt>
                      <c:pt idx="4258">
                        <c:v>5.5</c:v>
                      </c:pt>
                      <c:pt idx="4259">
                        <c:v>5.5</c:v>
                      </c:pt>
                      <c:pt idx="4260">
                        <c:v>5.5</c:v>
                      </c:pt>
                      <c:pt idx="4261">
                        <c:v>5.5</c:v>
                      </c:pt>
                      <c:pt idx="4262">
                        <c:v>5.5</c:v>
                      </c:pt>
                      <c:pt idx="4263">
                        <c:v>5.5</c:v>
                      </c:pt>
                      <c:pt idx="4264">
                        <c:v>5.5</c:v>
                      </c:pt>
                      <c:pt idx="4265">
                        <c:v>5.5</c:v>
                      </c:pt>
                      <c:pt idx="4266">
                        <c:v>5.5</c:v>
                      </c:pt>
                      <c:pt idx="4267">
                        <c:v>5.5</c:v>
                      </c:pt>
                      <c:pt idx="4268">
                        <c:v>5.5</c:v>
                      </c:pt>
                      <c:pt idx="4269">
                        <c:v>5.5</c:v>
                      </c:pt>
                      <c:pt idx="4270">
                        <c:v>5.5</c:v>
                      </c:pt>
                      <c:pt idx="4271">
                        <c:v>5.5</c:v>
                      </c:pt>
                      <c:pt idx="4272">
                        <c:v>5.5</c:v>
                      </c:pt>
                      <c:pt idx="4273">
                        <c:v>5.5</c:v>
                      </c:pt>
                      <c:pt idx="4274">
                        <c:v>5.5</c:v>
                      </c:pt>
                      <c:pt idx="4275">
                        <c:v>5.5</c:v>
                      </c:pt>
                      <c:pt idx="4276">
                        <c:v>5.5</c:v>
                      </c:pt>
                      <c:pt idx="4277">
                        <c:v>5.5</c:v>
                      </c:pt>
                      <c:pt idx="4278">
                        <c:v>5.5</c:v>
                      </c:pt>
                      <c:pt idx="4279">
                        <c:v>5.5</c:v>
                      </c:pt>
                      <c:pt idx="4280">
                        <c:v>5.5</c:v>
                      </c:pt>
                      <c:pt idx="4281">
                        <c:v>5.5</c:v>
                      </c:pt>
                      <c:pt idx="4282">
                        <c:v>5.5</c:v>
                      </c:pt>
                      <c:pt idx="4283">
                        <c:v>5.5</c:v>
                      </c:pt>
                      <c:pt idx="4284">
                        <c:v>5.5</c:v>
                      </c:pt>
                      <c:pt idx="4285">
                        <c:v>5.5</c:v>
                      </c:pt>
                      <c:pt idx="4286">
                        <c:v>5.5</c:v>
                      </c:pt>
                      <c:pt idx="4287">
                        <c:v>5.5</c:v>
                      </c:pt>
                      <c:pt idx="4288">
                        <c:v>5.5</c:v>
                      </c:pt>
                      <c:pt idx="4289">
                        <c:v>5.5</c:v>
                      </c:pt>
                      <c:pt idx="4290">
                        <c:v>5.5</c:v>
                      </c:pt>
                      <c:pt idx="4291">
                        <c:v>5.5</c:v>
                      </c:pt>
                      <c:pt idx="4292">
                        <c:v>5.5</c:v>
                      </c:pt>
                      <c:pt idx="4293">
                        <c:v>5.5</c:v>
                      </c:pt>
                      <c:pt idx="4294">
                        <c:v>5.5</c:v>
                      </c:pt>
                      <c:pt idx="4295">
                        <c:v>5.5</c:v>
                      </c:pt>
                      <c:pt idx="4296">
                        <c:v>5.5</c:v>
                      </c:pt>
                      <c:pt idx="4297">
                        <c:v>5.5</c:v>
                      </c:pt>
                      <c:pt idx="4298">
                        <c:v>5.5</c:v>
                      </c:pt>
                      <c:pt idx="4299">
                        <c:v>5.5</c:v>
                      </c:pt>
                      <c:pt idx="4300">
                        <c:v>5.5</c:v>
                      </c:pt>
                      <c:pt idx="4301">
                        <c:v>5.5</c:v>
                      </c:pt>
                      <c:pt idx="4302">
                        <c:v>5.5</c:v>
                      </c:pt>
                      <c:pt idx="4303">
                        <c:v>5.5</c:v>
                      </c:pt>
                      <c:pt idx="4304">
                        <c:v>5.5</c:v>
                      </c:pt>
                      <c:pt idx="4305">
                        <c:v>5.5</c:v>
                      </c:pt>
                      <c:pt idx="4306">
                        <c:v>5.5</c:v>
                      </c:pt>
                      <c:pt idx="4307">
                        <c:v>5.5</c:v>
                      </c:pt>
                      <c:pt idx="4308">
                        <c:v>5.5</c:v>
                      </c:pt>
                      <c:pt idx="4309">
                        <c:v>5.5</c:v>
                      </c:pt>
                      <c:pt idx="4310">
                        <c:v>5.5</c:v>
                      </c:pt>
                      <c:pt idx="4311">
                        <c:v>5.5</c:v>
                      </c:pt>
                      <c:pt idx="4312">
                        <c:v>5.5</c:v>
                      </c:pt>
                      <c:pt idx="4313">
                        <c:v>5.5</c:v>
                      </c:pt>
                      <c:pt idx="4314">
                        <c:v>5.5</c:v>
                      </c:pt>
                      <c:pt idx="4315">
                        <c:v>5.5</c:v>
                      </c:pt>
                      <c:pt idx="4316">
                        <c:v>5.5</c:v>
                      </c:pt>
                      <c:pt idx="4317">
                        <c:v>5.5</c:v>
                      </c:pt>
                      <c:pt idx="4318">
                        <c:v>5.5</c:v>
                      </c:pt>
                      <c:pt idx="4319">
                        <c:v>5</c:v>
                      </c:pt>
                      <c:pt idx="4320">
                        <c:v>5</c:v>
                      </c:pt>
                      <c:pt idx="4321">
                        <c:v>5</c:v>
                      </c:pt>
                      <c:pt idx="4322">
                        <c:v>5</c:v>
                      </c:pt>
                      <c:pt idx="4323">
                        <c:v>5</c:v>
                      </c:pt>
                      <c:pt idx="4324">
                        <c:v>5</c:v>
                      </c:pt>
                      <c:pt idx="4325">
                        <c:v>5</c:v>
                      </c:pt>
                      <c:pt idx="4326">
                        <c:v>5</c:v>
                      </c:pt>
                      <c:pt idx="4327">
                        <c:v>5</c:v>
                      </c:pt>
                      <c:pt idx="4328">
                        <c:v>5</c:v>
                      </c:pt>
                      <c:pt idx="4329">
                        <c:v>5</c:v>
                      </c:pt>
                      <c:pt idx="4330">
                        <c:v>5</c:v>
                      </c:pt>
                      <c:pt idx="4331">
                        <c:v>5</c:v>
                      </c:pt>
                      <c:pt idx="4332">
                        <c:v>5</c:v>
                      </c:pt>
                      <c:pt idx="4333">
                        <c:v>5</c:v>
                      </c:pt>
                      <c:pt idx="4334">
                        <c:v>5</c:v>
                      </c:pt>
                      <c:pt idx="4335">
                        <c:v>5</c:v>
                      </c:pt>
                      <c:pt idx="4336">
                        <c:v>5</c:v>
                      </c:pt>
                      <c:pt idx="4337">
                        <c:v>5</c:v>
                      </c:pt>
                      <c:pt idx="4338">
                        <c:v>5</c:v>
                      </c:pt>
                      <c:pt idx="4339">
                        <c:v>5</c:v>
                      </c:pt>
                      <c:pt idx="4340">
                        <c:v>5</c:v>
                      </c:pt>
                      <c:pt idx="4341">
                        <c:v>5</c:v>
                      </c:pt>
                      <c:pt idx="4342">
                        <c:v>5</c:v>
                      </c:pt>
                      <c:pt idx="4343">
                        <c:v>5</c:v>
                      </c:pt>
                      <c:pt idx="4344">
                        <c:v>5</c:v>
                      </c:pt>
                      <c:pt idx="4345">
                        <c:v>5</c:v>
                      </c:pt>
                      <c:pt idx="4346">
                        <c:v>5</c:v>
                      </c:pt>
                      <c:pt idx="4347">
                        <c:v>5</c:v>
                      </c:pt>
                      <c:pt idx="4348">
                        <c:v>5</c:v>
                      </c:pt>
                      <c:pt idx="4349">
                        <c:v>5</c:v>
                      </c:pt>
                      <c:pt idx="4350">
                        <c:v>5</c:v>
                      </c:pt>
                      <c:pt idx="4351">
                        <c:v>5</c:v>
                      </c:pt>
                      <c:pt idx="4352">
                        <c:v>5</c:v>
                      </c:pt>
                      <c:pt idx="4353">
                        <c:v>5</c:v>
                      </c:pt>
                      <c:pt idx="4354">
                        <c:v>5</c:v>
                      </c:pt>
                      <c:pt idx="4355">
                        <c:v>5</c:v>
                      </c:pt>
                      <c:pt idx="4356">
                        <c:v>5</c:v>
                      </c:pt>
                      <c:pt idx="4357">
                        <c:v>5</c:v>
                      </c:pt>
                      <c:pt idx="4358">
                        <c:v>5</c:v>
                      </c:pt>
                      <c:pt idx="4359">
                        <c:v>5</c:v>
                      </c:pt>
                      <c:pt idx="4360">
                        <c:v>5</c:v>
                      </c:pt>
                      <c:pt idx="4361">
                        <c:v>5</c:v>
                      </c:pt>
                      <c:pt idx="4362">
                        <c:v>5</c:v>
                      </c:pt>
                      <c:pt idx="4363">
                        <c:v>5</c:v>
                      </c:pt>
                      <c:pt idx="4364">
                        <c:v>5</c:v>
                      </c:pt>
                      <c:pt idx="4365">
                        <c:v>5</c:v>
                      </c:pt>
                      <c:pt idx="4366">
                        <c:v>5</c:v>
                      </c:pt>
                      <c:pt idx="4367">
                        <c:v>5</c:v>
                      </c:pt>
                      <c:pt idx="4368">
                        <c:v>5</c:v>
                      </c:pt>
                      <c:pt idx="4369">
                        <c:v>5</c:v>
                      </c:pt>
                      <c:pt idx="4370">
                        <c:v>5</c:v>
                      </c:pt>
                      <c:pt idx="4371">
                        <c:v>5</c:v>
                      </c:pt>
                      <c:pt idx="4372">
                        <c:v>5</c:v>
                      </c:pt>
                      <c:pt idx="4373">
                        <c:v>5</c:v>
                      </c:pt>
                      <c:pt idx="4374">
                        <c:v>5</c:v>
                      </c:pt>
                      <c:pt idx="4375">
                        <c:v>5</c:v>
                      </c:pt>
                      <c:pt idx="4376">
                        <c:v>5</c:v>
                      </c:pt>
                      <c:pt idx="4377">
                        <c:v>5</c:v>
                      </c:pt>
                      <c:pt idx="4378">
                        <c:v>5</c:v>
                      </c:pt>
                      <c:pt idx="4379">
                        <c:v>5</c:v>
                      </c:pt>
                      <c:pt idx="4380">
                        <c:v>5</c:v>
                      </c:pt>
                      <c:pt idx="4381">
                        <c:v>5</c:v>
                      </c:pt>
                      <c:pt idx="4382">
                        <c:v>5</c:v>
                      </c:pt>
                      <c:pt idx="4383">
                        <c:v>5</c:v>
                      </c:pt>
                      <c:pt idx="4384">
                        <c:v>5</c:v>
                      </c:pt>
                      <c:pt idx="4385">
                        <c:v>5</c:v>
                      </c:pt>
                      <c:pt idx="4386">
                        <c:v>5</c:v>
                      </c:pt>
                      <c:pt idx="4387">
                        <c:v>5</c:v>
                      </c:pt>
                      <c:pt idx="4388">
                        <c:v>5</c:v>
                      </c:pt>
                      <c:pt idx="4389">
                        <c:v>5</c:v>
                      </c:pt>
                      <c:pt idx="4390">
                        <c:v>5</c:v>
                      </c:pt>
                      <c:pt idx="4391">
                        <c:v>5</c:v>
                      </c:pt>
                      <c:pt idx="4392">
                        <c:v>5</c:v>
                      </c:pt>
                      <c:pt idx="4393">
                        <c:v>5</c:v>
                      </c:pt>
                      <c:pt idx="4394">
                        <c:v>5</c:v>
                      </c:pt>
                      <c:pt idx="4395">
                        <c:v>5</c:v>
                      </c:pt>
                      <c:pt idx="4396">
                        <c:v>5</c:v>
                      </c:pt>
                      <c:pt idx="4397">
                        <c:v>5</c:v>
                      </c:pt>
                      <c:pt idx="4398">
                        <c:v>5</c:v>
                      </c:pt>
                      <c:pt idx="4399">
                        <c:v>5</c:v>
                      </c:pt>
                      <c:pt idx="4400">
                        <c:v>5</c:v>
                      </c:pt>
                      <c:pt idx="4401">
                        <c:v>5</c:v>
                      </c:pt>
                      <c:pt idx="4402">
                        <c:v>5</c:v>
                      </c:pt>
                      <c:pt idx="4403">
                        <c:v>5</c:v>
                      </c:pt>
                      <c:pt idx="4404">
                        <c:v>5</c:v>
                      </c:pt>
                      <c:pt idx="4405">
                        <c:v>5</c:v>
                      </c:pt>
                      <c:pt idx="4406">
                        <c:v>5</c:v>
                      </c:pt>
                      <c:pt idx="4407">
                        <c:v>5</c:v>
                      </c:pt>
                      <c:pt idx="4408">
                        <c:v>5</c:v>
                      </c:pt>
                      <c:pt idx="4409">
                        <c:v>5</c:v>
                      </c:pt>
                      <c:pt idx="4410">
                        <c:v>5</c:v>
                      </c:pt>
                      <c:pt idx="4411">
                        <c:v>5</c:v>
                      </c:pt>
                      <c:pt idx="4412">
                        <c:v>5</c:v>
                      </c:pt>
                      <c:pt idx="4413">
                        <c:v>5</c:v>
                      </c:pt>
                      <c:pt idx="4414">
                        <c:v>5</c:v>
                      </c:pt>
                      <c:pt idx="4415">
                        <c:v>5</c:v>
                      </c:pt>
                      <c:pt idx="4416">
                        <c:v>5</c:v>
                      </c:pt>
                      <c:pt idx="4417">
                        <c:v>5</c:v>
                      </c:pt>
                      <c:pt idx="4418">
                        <c:v>5</c:v>
                      </c:pt>
                      <c:pt idx="4419">
                        <c:v>5</c:v>
                      </c:pt>
                      <c:pt idx="4420">
                        <c:v>5</c:v>
                      </c:pt>
                      <c:pt idx="4421">
                        <c:v>5</c:v>
                      </c:pt>
                      <c:pt idx="4422">
                        <c:v>5</c:v>
                      </c:pt>
                      <c:pt idx="4423">
                        <c:v>5</c:v>
                      </c:pt>
                      <c:pt idx="4424">
                        <c:v>5</c:v>
                      </c:pt>
                      <c:pt idx="4425">
                        <c:v>5</c:v>
                      </c:pt>
                      <c:pt idx="4426">
                        <c:v>5</c:v>
                      </c:pt>
                      <c:pt idx="4427">
                        <c:v>5</c:v>
                      </c:pt>
                      <c:pt idx="4428">
                        <c:v>5</c:v>
                      </c:pt>
                      <c:pt idx="4429">
                        <c:v>5</c:v>
                      </c:pt>
                      <c:pt idx="4430">
                        <c:v>5</c:v>
                      </c:pt>
                      <c:pt idx="4431">
                        <c:v>5</c:v>
                      </c:pt>
                      <c:pt idx="4432">
                        <c:v>5</c:v>
                      </c:pt>
                      <c:pt idx="4433">
                        <c:v>5</c:v>
                      </c:pt>
                      <c:pt idx="4434">
                        <c:v>5</c:v>
                      </c:pt>
                      <c:pt idx="4435">
                        <c:v>5</c:v>
                      </c:pt>
                      <c:pt idx="4436">
                        <c:v>5</c:v>
                      </c:pt>
                      <c:pt idx="4437">
                        <c:v>5</c:v>
                      </c:pt>
                      <c:pt idx="4438">
                        <c:v>5</c:v>
                      </c:pt>
                      <c:pt idx="4439">
                        <c:v>5</c:v>
                      </c:pt>
                      <c:pt idx="4440">
                        <c:v>5</c:v>
                      </c:pt>
                      <c:pt idx="4441">
                        <c:v>5</c:v>
                      </c:pt>
                      <c:pt idx="4442">
                        <c:v>5</c:v>
                      </c:pt>
                      <c:pt idx="4443">
                        <c:v>5</c:v>
                      </c:pt>
                      <c:pt idx="4444">
                        <c:v>5</c:v>
                      </c:pt>
                      <c:pt idx="4445">
                        <c:v>5</c:v>
                      </c:pt>
                      <c:pt idx="4446">
                        <c:v>5</c:v>
                      </c:pt>
                      <c:pt idx="4447">
                        <c:v>5</c:v>
                      </c:pt>
                      <c:pt idx="4448">
                        <c:v>5</c:v>
                      </c:pt>
                      <c:pt idx="4449">
                        <c:v>5</c:v>
                      </c:pt>
                      <c:pt idx="4450">
                        <c:v>5</c:v>
                      </c:pt>
                      <c:pt idx="4451">
                        <c:v>5</c:v>
                      </c:pt>
                      <c:pt idx="4452">
                        <c:v>5</c:v>
                      </c:pt>
                      <c:pt idx="4453">
                        <c:v>5</c:v>
                      </c:pt>
                      <c:pt idx="4454">
                        <c:v>5</c:v>
                      </c:pt>
                      <c:pt idx="4455">
                        <c:v>5</c:v>
                      </c:pt>
                      <c:pt idx="4456">
                        <c:v>5</c:v>
                      </c:pt>
                      <c:pt idx="4457">
                        <c:v>5</c:v>
                      </c:pt>
                      <c:pt idx="4458">
                        <c:v>5</c:v>
                      </c:pt>
                      <c:pt idx="4459">
                        <c:v>5</c:v>
                      </c:pt>
                      <c:pt idx="4460">
                        <c:v>5</c:v>
                      </c:pt>
                      <c:pt idx="4461">
                        <c:v>5</c:v>
                      </c:pt>
                      <c:pt idx="4462">
                        <c:v>5</c:v>
                      </c:pt>
                      <c:pt idx="4463">
                        <c:v>5</c:v>
                      </c:pt>
                      <c:pt idx="4464">
                        <c:v>5</c:v>
                      </c:pt>
                      <c:pt idx="4465">
                        <c:v>5</c:v>
                      </c:pt>
                      <c:pt idx="4466">
                        <c:v>5</c:v>
                      </c:pt>
                      <c:pt idx="4467">
                        <c:v>5</c:v>
                      </c:pt>
                      <c:pt idx="4468">
                        <c:v>5</c:v>
                      </c:pt>
                      <c:pt idx="4469">
                        <c:v>5</c:v>
                      </c:pt>
                      <c:pt idx="4470">
                        <c:v>5</c:v>
                      </c:pt>
                      <c:pt idx="4471">
                        <c:v>5</c:v>
                      </c:pt>
                      <c:pt idx="4472">
                        <c:v>5</c:v>
                      </c:pt>
                      <c:pt idx="4473">
                        <c:v>5</c:v>
                      </c:pt>
                      <c:pt idx="4474">
                        <c:v>5</c:v>
                      </c:pt>
                      <c:pt idx="4475">
                        <c:v>5</c:v>
                      </c:pt>
                      <c:pt idx="4476">
                        <c:v>5</c:v>
                      </c:pt>
                      <c:pt idx="4477">
                        <c:v>5</c:v>
                      </c:pt>
                      <c:pt idx="4478">
                        <c:v>5</c:v>
                      </c:pt>
                      <c:pt idx="4479">
                        <c:v>5</c:v>
                      </c:pt>
                      <c:pt idx="4480">
                        <c:v>5</c:v>
                      </c:pt>
                      <c:pt idx="4481">
                        <c:v>5</c:v>
                      </c:pt>
                      <c:pt idx="4482">
                        <c:v>5</c:v>
                      </c:pt>
                      <c:pt idx="4483">
                        <c:v>5</c:v>
                      </c:pt>
                      <c:pt idx="4484">
                        <c:v>5</c:v>
                      </c:pt>
                      <c:pt idx="4485">
                        <c:v>5</c:v>
                      </c:pt>
                      <c:pt idx="4486">
                        <c:v>5</c:v>
                      </c:pt>
                      <c:pt idx="4487">
                        <c:v>5</c:v>
                      </c:pt>
                      <c:pt idx="4488">
                        <c:v>5</c:v>
                      </c:pt>
                      <c:pt idx="4489">
                        <c:v>5</c:v>
                      </c:pt>
                      <c:pt idx="4490">
                        <c:v>5</c:v>
                      </c:pt>
                      <c:pt idx="4491">
                        <c:v>5</c:v>
                      </c:pt>
                      <c:pt idx="4492">
                        <c:v>5</c:v>
                      </c:pt>
                      <c:pt idx="4493">
                        <c:v>5</c:v>
                      </c:pt>
                      <c:pt idx="4494">
                        <c:v>5</c:v>
                      </c:pt>
                      <c:pt idx="4495">
                        <c:v>5</c:v>
                      </c:pt>
                      <c:pt idx="4496">
                        <c:v>5</c:v>
                      </c:pt>
                      <c:pt idx="4497">
                        <c:v>5</c:v>
                      </c:pt>
                      <c:pt idx="4498">
                        <c:v>5</c:v>
                      </c:pt>
                      <c:pt idx="4499">
                        <c:v>5</c:v>
                      </c:pt>
                      <c:pt idx="4500">
                        <c:v>5</c:v>
                      </c:pt>
                      <c:pt idx="4501">
                        <c:v>5</c:v>
                      </c:pt>
                      <c:pt idx="4502">
                        <c:v>5</c:v>
                      </c:pt>
                      <c:pt idx="4503">
                        <c:v>5</c:v>
                      </c:pt>
                      <c:pt idx="4504">
                        <c:v>5</c:v>
                      </c:pt>
                      <c:pt idx="4505">
                        <c:v>5</c:v>
                      </c:pt>
                      <c:pt idx="4506">
                        <c:v>5</c:v>
                      </c:pt>
                      <c:pt idx="4507">
                        <c:v>5</c:v>
                      </c:pt>
                      <c:pt idx="4508">
                        <c:v>5</c:v>
                      </c:pt>
                      <c:pt idx="4509">
                        <c:v>5</c:v>
                      </c:pt>
                      <c:pt idx="4510">
                        <c:v>5</c:v>
                      </c:pt>
                      <c:pt idx="4511">
                        <c:v>5</c:v>
                      </c:pt>
                      <c:pt idx="4512">
                        <c:v>5</c:v>
                      </c:pt>
                      <c:pt idx="4513">
                        <c:v>5</c:v>
                      </c:pt>
                      <c:pt idx="4514">
                        <c:v>5</c:v>
                      </c:pt>
                      <c:pt idx="4515">
                        <c:v>5</c:v>
                      </c:pt>
                      <c:pt idx="4516">
                        <c:v>5</c:v>
                      </c:pt>
                      <c:pt idx="4517">
                        <c:v>5</c:v>
                      </c:pt>
                      <c:pt idx="4518">
                        <c:v>5</c:v>
                      </c:pt>
                      <c:pt idx="4519">
                        <c:v>5</c:v>
                      </c:pt>
                      <c:pt idx="4520">
                        <c:v>5</c:v>
                      </c:pt>
                      <c:pt idx="4521">
                        <c:v>5</c:v>
                      </c:pt>
                      <c:pt idx="4522">
                        <c:v>5</c:v>
                      </c:pt>
                      <c:pt idx="4523">
                        <c:v>5</c:v>
                      </c:pt>
                      <c:pt idx="4524">
                        <c:v>5</c:v>
                      </c:pt>
                      <c:pt idx="4525">
                        <c:v>5</c:v>
                      </c:pt>
                      <c:pt idx="4526">
                        <c:v>5</c:v>
                      </c:pt>
                      <c:pt idx="4527">
                        <c:v>5</c:v>
                      </c:pt>
                      <c:pt idx="4528">
                        <c:v>5</c:v>
                      </c:pt>
                      <c:pt idx="4529">
                        <c:v>5</c:v>
                      </c:pt>
                      <c:pt idx="4530">
                        <c:v>5</c:v>
                      </c:pt>
                      <c:pt idx="4531">
                        <c:v>5</c:v>
                      </c:pt>
                      <c:pt idx="4532">
                        <c:v>5</c:v>
                      </c:pt>
                      <c:pt idx="4533">
                        <c:v>5</c:v>
                      </c:pt>
                      <c:pt idx="4534">
                        <c:v>5</c:v>
                      </c:pt>
                      <c:pt idx="4535">
                        <c:v>5</c:v>
                      </c:pt>
                      <c:pt idx="4536">
                        <c:v>5</c:v>
                      </c:pt>
                      <c:pt idx="4537">
                        <c:v>5</c:v>
                      </c:pt>
                      <c:pt idx="4538">
                        <c:v>5</c:v>
                      </c:pt>
                      <c:pt idx="4539">
                        <c:v>5</c:v>
                      </c:pt>
                      <c:pt idx="4540">
                        <c:v>5</c:v>
                      </c:pt>
                      <c:pt idx="4541">
                        <c:v>5</c:v>
                      </c:pt>
                      <c:pt idx="4542">
                        <c:v>5</c:v>
                      </c:pt>
                      <c:pt idx="4543">
                        <c:v>5</c:v>
                      </c:pt>
                      <c:pt idx="4544">
                        <c:v>5</c:v>
                      </c:pt>
                      <c:pt idx="4545">
                        <c:v>5</c:v>
                      </c:pt>
                      <c:pt idx="4546">
                        <c:v>5</c:v>
                      </c:pt>
                      <c:pt idx="4547">
                        <c:v>5</c:v>
                      </c:pt>
                      <c:pt idx="4548">
                        <c:v>5</c:v>
                      </c:pt>
                      <c:pt idx="4549">
                        <c:v>5</c:v>
                      </c:pt>
                      <c:pt idx="4550">
                        <c:v>5</c:v>
                      </c:pt>
                      <c:pt idx="4551">
                        <c:v>5</c:v>
                      </c:pt>
                      <c:pt idx="4552">
                        <c:v>5</c:v>
                      </c:pt>
                      <c:pt idx="4553">
                        <c:v>5</c:v>
                      </c:pt>
                      <c:pt idx="4554">
                        <c:v>5</c:v>
                      </c:pt>
                      <c:pt idx="4555">
                        <c:v>5</c:v>
                      </c:pt>
                      <c:pt idx="4556">
                        <c:v>5</c:v>
                      </c:pt>
                      <c:pt idx="4557">
                        <c:v>5</c:v>
                      </c:pt>
                      <c:pt idx="4558">
                        <c:v>5</c:v>
                      </c:pt>
                      <c:pt idx="4559">
                        <c:v>5</c:v>
                      </c:pt>
                      <c:pt idx="4560">
                        <c:v>5</c:v>
                      </c:pt>
                      <c:pt idx="4561">
                        <c:v>5</c:v>
                      </c:pt>
                      <c:pt idx="4562">
                        <c:v>5</c:v>
                      </c:pt>
                      <c:pt idx="4563">
                        <c:v>5</c:v>
                      </c:pt>
                      <c:pt idx="4564">
                        <c:v>5</c:v>
                      </c:pt>
                      <c:pt idx="4565">
                        <c:v>5</c:v>
                      </c:pt>
                      <c:pt idx="4566">
                        <c:v>5</c:v>
                      </c:pt>
                      <c:pt idx="4567">
                        <c:v>5</c:v>
                      </c:pt>
                      <c:pt idx="4568">
                        <c:v>5</c:v>
                      </c:pt>
                      <c:pt idx="4569">
                        <c:v>5</c:v>
                      </c:pt>
                      <c:pt idx="4570">
                        <c:v>5</c:v>
                      </c:pt>
                      <c:pt idx="4571">
                        <c:v>5</c:v>
                      </c:pt>
                      <c:pt idx="4572">
                        <c:v>5</c:v>
                      </c:pt>
                      <c:pt idx="4573">
                        <c:v>5</c:v>
                      </c:pt>
                      <c:pt idx="4574">
                        <c:v>5</c:v>
                      </c:pt>
                      <c:pt idx="4575">
                        <c:v>5</c:v>
                      </c:pt>
                      <c:pt idx="4576">
                        <c:v>5</c:v>
                      </c:pt>
                      <c:pt idx="4577">
                        <c:v>5</c:v>
                      </c:pt>
                      <c:pt idx="4578">
                        <c:v>5</c:v>
                      </c:pt>
                      <c:pt idx="4579">
                        <c:v>5</c:v>
                      </c:pt>
                      <c:pt idx="4580">
                        <c:v>5</c:v>
                      </c:pt>
                      <c:pt idx="4581">
                        <c:v>5</c:v>
                      </c:pt>
                      <c:pt idx="4582">
                        <c:v>5</c:v>
                      </c:pt>
                      <c:pt idx="4583">
                        <c:v>5</c:v>
                      </c:pt>
                      <c:pt idx="4584">
                        <c:v>5</c:v>
                      </c:pt>
                      <c:pt idx="4585">
                        <c:v>5</c:v>
                      </c:pt>
                      <c:pt idx="4586">
                        <c:v>5</c:v>
                      </c:pt>
                      <c:pt idx="4587">
                        <c:v>5</c:v>
                      </c:pt>
                      <c:pt idx="4588">
                        <c:v>5</c:v>
                      </c:pt>
                      <c:pt idx="4589">
                        <c:v>5</c:v>
                      </c:pt>
                      <c:pt idx="4590">
                        <c:v>5</c:v>
                      </c:pt>
                      <c:pt idx="4591">
                        <c:v>5</c:v>
                      </c:pt>
                      <c:pt idx="4592">
                        <c:v>5</c:v>
                      </c:pt>
                      <c:pt idx="4593">
                        <c:v>5</c:v>
                      </c:pt>
                      <c:pt idx="4594">
                        <c:v>5</c:v>
                      </c:pt>
                      <c:pt idx="4595">
                        <c:v>5</c:v>
                      </c:pt>
                      <c:pt idx="4596">
                        <c:v>5</c:v>
                      </c:pt>
                      <c:pt idx="4597">
                        <c:v>5</c:v>
                      </c:pt>
                      <c:pt idx="4598">
                        <c:v>5</c:v>
                      </c:pt>
                      <c:pt idx="4599">
                        <c:v>5</c:v>
                      </c:pt>
                      <c:pt idx="4600">
                        <c:v>5</c:v>
                      </c:pt>
                      <c:pt idx="4601">
                        <c:v>5</c:v>
                      </c:pt>
                      <c:pt idx="4602">
                        <c:v>5</c:v>
                      </c:pt>
                      <c:pt idx="4603">
                        <c:v>5</c:v>
                      </c:pt>
                      <c:pt idx="4604">
                        <c:v>5</c:v>
                      </c:pt>
                      <c:pt idx="4605">
                        <c:v>5</c:v>
                      </c:pt>
                      <c:pt idx="4606">
                        <c:v>5</c:v>
                      </c:pt>
                      <c:pt idx="4607">
                        <c:v>5</c:v>
                      </c:pt>
                      <c:pt idx="4608">
                        <c:v>5</c:v>
                      </c:pt>
                      <c:pt idx="4609">
                        <c:v>5</c:v>
                      </c:pt>
                      <c:pt idx="4610">
                        <c:v>5</c:v>
                      </c:pt>
                      <c:pt idx="4611">
                        <c:v>5</c:v>
                      </c:pt>
                      <c:pt idx="4612">
                        <c:v>5</c:v>
                      </c:pt>
                      <c:pt idx="4613">
                        <c:v>5</c:v>
                      </c:pt>
                      <c:pt idx="4614">
                        <c:v>5</c:v>
                      </c:pt>
                      <c:pt idx="4615">
                        <c:v>5</c:v>
                      </c:pt>
                      <c:pt idx="4616">
                        <c:v>5</c:v>
                      </c:pt>
                      <c:pt idx="4617">
                        <c:v>5</c:v>
                      </c:pt>
                      <c:pt idx="4618">
                        <c:v>5</c:v>
                      </c:pt>
                      <c:pt idx="4619">
                        <c:v>5</c:v>
                      </c:pt>
                      <c:pt idx="4620">
                        <c:v>5</c:v>
                      </c:pt>
                      <c:pt idx="4621">
                        <c:v>5</c:v>
                      </c:pt>
                      <c:pt idx="4622">
                        <c:v>5</c:v>
                      </c:pt>
                      <c:pt idx="4623">
                        <c:v>5</c:v>
                      </c:pt>
                      <c:pt idx="4624">
                        <c:v>5</c:v>
                      </c:pt>
                      <c:pt idx="4625">
                        <c:v>5</c:v>
                      </c:pt>
                      <c:pt idx="4626">
                        <c:v>5</c:v>
                      </c:pt>
                      <c:pt idx="4627">
                        <c:v>5</c:v>
                      </c:pt>
                      <c:pt idx="4628">
                        <c:v>5</c:v>
                      </c:pt>
                      <c:pt idx="4629">
                        <c:v>5</c:v>
                      </c:pt>
                      <c:pt idx="4630">
                        <c:v>5</c:v>
                      </c:pt>
                      <c:pt idx="4631">
                        <c:v>5</c:v>
                      </c:pt>
                      <c:pt idx="4632">
                        <c:v>5</c:v>
                      </c:pt>
                      <c:pt idx="4633">
                        <c:v>5</c:v>
                      </c:pt>
                      <c:pt idx="4634">
                        <c:v>5</c:v>
                      </c:pt>
                      <c:pt idx="4635">
                        <c:v>5</c:v>
                      </c:pt>
                      <c:pt idx="4636">
                        <c:v>5</c:v>
                      </c:pt>
                      <c:pt idx="4637">
                        <c:v>5</c:v>
                      </c:pt>
                      <c:pt idx="4638">
                        <c:v>5</c:v>
                      </c:pt>
                      <c:pt idx="4639">
                        <c:v>5</c:v>
                      </c:pt>
                      <c:pt idx="4640">
                        <c:v>5</c:v>
                      </c:pt>
                      <c:pt idx="4641">
                        <c:v>5</c:v>
                      </c:pt>
                      <c:pt idx="4642">
                        <c:v>5</c:v>
                      </c:pt>
                      <c:pt idx="4643">
                        <c:v>5</c:v>
                      </c:pt>
                      <c:pt idx="4644">
                        <c:v>5</c:v>
                      </c:pt>
                      <c:pt idx="4645">
                        <c:v>5</c:v>
                      </c:pt>
                      <c:pt idx="4646">
                        <c:v>5</c:v>
                      </c:pt>
                      <c:pt idx="4647">
                        <c:v>5</c:v>
                      </c:pt>
                      <c:pt idx="4648">
                        <c:v>5</c:v>
                      </c:pt>
                      <c:pt idx="4649">
                        <c:v>5</c:v>
                      </c:pt>
                      <c:pt idx="4650">
                        <c:v>5</c:v>
                      </c:pt>
                      <c:pt idx="4651">
                        <c:v>5</c:v>
                      </c:pt>
                      <c:pt idx="4652">
                        <c:v>5</c:v>
                      </c:pt>
                      <c:pt idx="4653">
                        <c:v>5</c:v>
                      </c:pt>
                      <c:pt idx="4654">
                        <c:v>5</c:v>
                      </c:pt>
                      <c:pt idx="4655">
                        <c:v>5</c:v>
                      </c:pt>
                      <c:pt idx="4656">
                        <c:v>5</c:v>
                      </c:pt>
                      <c:pt idx="4657">
                        <c:v>5</c:v>
                      </c:pt>
                      <c:pt idx="4658">
                        <c:v>5</c:v>
                      </c:pt>
                      <c:pt idx="4659">
                        <c:v>5</c:v>
                      </c:pt>
                      <c:pt idx="4660">
                        <c:v>5</c:v>
                      </c:pt>
                      <c:pt idx="4661">
                        <c:v>5</c:v>
                      </c:pt>
                      <c:pt idx="4662">
                        <c:v>5</c:v>
                      </c:pt>
                      <c:pt idx="4663">
                        <c:v>5</c:v>
                      </c:pt>
                      <c:pt idx="4664">
                        <c:v>5</c:v>
                      </c:pt>
                      <c:pt idx="4665">
                        <c:v>5</c:v>
                      </c:pt>
                      <c:pt idx="4666">
                        <c:v>5</c:v>
                      </c:pt>
                      <c:pt idx="4667">
                        <c:v>5</c:v>
                      </c:pt>
                      <c:pt idx="4668">
                        <c:v>5</c:v>
                      </c:pt>
                      <c:pt idx="4669">
                        <c:v>5</c:v>
                      </c:pt>
                      <c:pt idx="4670">
                        <c:v>5</c:v>
                      </c:pt>
                      <c:pt idx="4671">
                        <c:v>5</c:v>
                      </c:pt>
                      <c:pt idx="4672">
                        <c:v>5</c:v>
                      </c:pt>
                      <c:pt idx="4673">
                        <c:v>5</c:v>
                      </c:pt>
                      <c:pt idx="4674">
                        <c:v>5</c:v>
                      </c:pt>
                      <c:pt idx="4675">
                        <c:v>5</c:v>
                      </c:pt>
                      <c:pt idx="4676">
                        <c:v>5</c:v>
                      </c:pt>
                      <c:pt idx="4677">
                        <c:v>5</c:v>
                      </c:pt>
                      <c:pt idx="4678">
                        <c:v>5</c:v>
                      </c:pt>
                      <c:pt idx="4679">
                        <c:v>5</c:v>
                      </c:pt>
                      <c:pt idx="4680">
                        <c:v>5</c:v>
                      </c:pt>
                      <c:pt idx="4681">
                        <c:v>5</c:v>
                      </c:pt>
                      <c:pt idx="4682">
                        <c:v>5</c:v>
                      </c:pt>
                      <c:pt idx="4683">
                        <c:v>5</c:v>
                      </c:pt>
                      <c:pt idx="4684">
                        <c:v>5</c:v>
                      </c:pt>
                      <c:pt idx="4685">
                        <c:v>5</c:v>
                      </c:pt>
                      <c:pt idx="4686">
                        <c:v>5</c:v>
                      </c:pt>
                      <c:pt idx="4687">
                        <c:v>5</c:v>
                      </c:pt>
                      <c:pt idx="4688">
                        <c:v>5</c:v>
                      </c:pt>
                      <c:pt idx="4689">
                        <c:v>5</c:v>
                      </c:pt>
                      <c:pt idx="4690">
                        <c:v>5</c:v>
                      </c:pt>
                      <c:pt idx="4691">
                        <c:v>5</c:v>
                      </c:pt>
                      <c:pt idx="4692">
                        <c:v>5</c:v>
                      </c:pt>
                      <c:pt idx="4693">
                        <c:v>5</c:v>
                      </c:pt>
                      <c:pt idx="4694">
                        <c:v>5</c:v>
                      </c:pt>
                      <c:pt idx="4695">
                        <c:v>5</c:v>
                      </c:pt>
                      <c:pt idx="4696">
                        <c:v>5</c:v>
                      </c:pt>
                      <c:pt idx="4697">
                        <c:v>5</c:v>
                      </c:pt>
                      <c:pt idx="4698">
                        <c:v>5</c:v>
                      </c:pt>
                      <c:pt idx="4699">
                        <c:v>5</c:v>
                      </c:pt>
                      <c:pt idx="4700">
                        <c:v>5</c:v>
                      </c:pt>
                      <c:pt idx="4701">
                        <c:v>5</c:v>
                      </c:pt>
                      <c:pt idx="4702">
                        <c:v>5</c:v>
                      </c:pt>
                      <c:pt idx="4703">
                        <c:v>5</c:v>
                      </c:pt>
                      <c:pt idx="4704">
                        <c:v>5</c:v>
                      </c:pt>
                      <c:pt idx="4705">
                        <c:v>5</c:v>
                      </c:pt>
                      <c:pt idx="4706">
                        <c:v>5</c:v>
                      </c:pt>
                      <c:pt idx="4707">
                        <c:v>5</c:v>
                      </c:pt>
                      <c:pt idx="4708">
                        <c:v>5</c:v>
                      </c:pt>
                      <c:pt idx="4709">
                        <c:v>5</c:v>
                      </c:pt>
                      <c:pt idx="4710">
                        <c:v>5</c:v>
                      </c:pt>
                      <c:pt idx="4711">
                        <c:v>5</c:v>
                      </c:pt>
                      <c:pt idx="4712">
                        <c:v>5</c:v>
                      </c:pt>
                      <c:pt idx="4713">
                        <c:v>5</c:v>
                      </c:pt>
                      <c:pt idx="4714">
                        <c:v>5</c:v>
                      </c:pt>
                      <c:pt idx="4715">
                        <c:v>5</c:v>
                      </c:pt>
                      <c:pt idx="4716">
                        <c:v>5</c:v>
                      </c:pt>
                      <c:pt idx="4717">
                        <c:v>5.5</c:v>
                      </c:pt>
                      <c:pt idx="4718">
                        <c:v>5.5</c:v>
                      </c:pt>
                      <c:pt idx="4719">
                        <c:v>5.5</c:v>
                      </c:pt>
                      <c:pt idx="4720">
                        <c:v>5.5</c:v>
                      </c:pt>
                      <c:pt idx="4721">
                        <c:v>5.5</c:v>
                      </c:pt>
                      <c:pt idx="4722">
                        <c:v>5.5</c:v>
                      </c:pt>
                      <c:pt idx="4723">
                        <c:v>5.5</c:v>
                      </c:pt>
                      <c:pt idx="4724">
                        <c:v>5.5</c:v>
                      </c:pt>
                      <c:pt idx="4725">
                        <c:v>5.5</c:v>
                      </c:pt>
                      <c:pt idx="4726">
                        <c:v>5.5</c:v>
                      </c:pt>
                      <c:pt idx="4727">
                        <c:v>5.5</c:v>
                      </c:pt>
                      <c:pt idx="4728">
                        <c:v>5.5</c:v>
                      </c:pt>
                      <c:pt idx="4729">
                        <c:v>5.5</c:v>
                      </c:pt>
                      <c:pt idx="4730">
                        <c:v>5.5</c:v>
                      </c:pt>
                      <c:pt idx="4731">
                        <c:v>5.5</c:v>
                      </c:pt>
                      <c:pt idx="4732">
                        <c:v>5.5</c:v>
                      </c:pt>
                      <c:pt idx="4733">
                        <c:v>5.5</c:v>
                      </c:pt>
                      <c:pt idx="4734">
                        <c:v>5.5</c:v>
                      </c:pt>
                      <c:pt idx="4735">
                        <c:v>5.5</c:v>
                      </c:pt>
                      <c:pt idx="4736">
                        <c:v>5.5</c:v>
                      </c:pt>
                      <c:pt idx="4737">
                        <c:v>5.5</c:v>
                      </c:pt>
                      <c:pt idx="4738">
                        <c:v>5.5</c:v>
                      </c:pt>
                      <c:pt idx="4739">
                        <c:v>5.5</c:v>
                      </c:pt>
                      <c:pt idx="4740">
                        <c:v>5.5</c:v>
                      </c:pt>
                      <c:pt idx="4741">
                        <c:v>5.5</c:v>
                      </c:pt>
                      <c:pt idx="4742">
                        <c:v>5.5</c:v>
                      </c:pt>
                      <c:pt idx="4743">
                        <c:v>5.5</c:v>
                      </c:pt>
                      <c:pt idx="4744">
                        <c:v>5.5</c:v>
                      </c:pt>
                      <c:pt idx="4745">
                        <c:v>5.5</c:v>
                      </c:pt>
                      <c:pt idx="4746">
                        <c:v>5.5</c:v>
                      </c:pt>
                      <c:pt idx="4747">
                        <c:v>5.5</c:v>
                      </c:pt>
                      <c:pt idx="4748">
                        <c:v>5.5</c:v>
                      </c:pt>
                      <c:pt idx="4749">
                        <c:v>5.5</c:v>
                      </c:pt>
                      <c:pt idx="4750">
                        <c:v>5.5</c:v>
                      </c:pt>
                      <c:pt idx="4751">
                        <c:v>5.5</c:v>
                      </c:pt>
                      <c:pt idx="4752">
                        <c:v>5.5</c:v>
                      </c:pt>
                      <c:pt idx="4753">
                        <c:v>5.5</c:v>
                      </c:pt>
                      <c:pt idx="4754">
                        <c:v>5.5</c:v>
                      </c:pt>
                      <c:pt idx="4755">
                        <c:v>5.5</c:v>
                      </c:pt>
                      <c:pt idx="4756">
                        <c:v>5.5</c:v>
                      </c:pt>
                      <c:pt idx="4757">
                        <c:v>5.5</c:v>
                      </c:pt>
                      <c:pt idx="4758">
                        <c:v>5.5</c:v>
                      </c:pt>
                      <c:pt idx="4759">
                        <c:v>5.5</c:v>
                      </c:pt>
                      <c:pt idx="4760">
                        <c:v>5.5</c:v>
                      </c:pt>
                      <c:pt idx="4761">
                        <c:v>5.5</c:v>
                      </c:pt>
                      <c:pt idx="4762">
                        <c:v>5.5</c:v>
                      </c:pt>
                      <c:pt idx="4763">
                        <c:v>5.5</c:v>
                      </c:pt>
                      <c:pt idx="4764">
                        <c:v>5.5</c:v>
                      </c:pt>
                      <c:pt idx="4765">
                        <c:v>5.5</c:v>
                      </c:pt>
                      <c:pt idx="4766">
                        <c:v>5.5</c:v>
                      </c:pt>
                      <c:pt idx="4767">
                        <c:v>5.5</c:v>
                      </c:pt>
                      <c:pt idx="4768">
                        <c:v>5.5</c:v>
                      </c:pt>
                      <c:pt idx="4769">
                        <c:v>5.5</c:v>
                      </c:pt>
                      <c:pt idx="4770">
                        <c:v>5.5</c:v>
                      </c:pt>
                      <c:pt idx="4771">
                        <c:v>5.5</c:v>
                      </c:pt>
                      <c:pt idx="4772">
                        <c:v>5.5</c:v>
                      </c:pt>
                      <c:pt idx="4773">
                        <c:v>5.5</c:v>
                      </c:pt>
                      <c:pt idx="4774">
                        <c:v>5.5</c:v>
                      </c:pt>
                      <c:pt idx="4775">
                        <c:v>5.5</c:v>
                      </c:pt>
                      <c:pt idx="4776">
                        <c:v>5.5</c:v>
                      </c:pt>
                      <c:pt idx="4777">
                        <c:v>5.5</c:v>
                      </c:pt>
                      <c:pt idx="4778">
                        <c:v>5.5</c:v>
                      </c:pt>
                      <c:pt idx="4779">
                        <c:v>5.5</c:v>
                      </c:pt>
                      <c:pt idx="4780">
                        <c:v>5.5</c:v>
                      </c:pt>
                      <c:pt idx="4781">
                        <c:v>5.5</c:v>
                      </c:pt>
                      <c:pt idx="4782">
                        <c:v>5.5</c:v>
                      </c:pt>
                      <c:pt idx="4783">
                        <c:v>5.5</c:v>
                      </c:pt>
                      <c:pt idx="4784">
                        <c:v>5.5</c:v>
                      </c:pt>
                      <c:pt idx="4785">
                        <c:v>5.5</c:v>
                      </c:pt>
                      <c:pt idx="4786">
                        <c:v>5.5</c:v>
                      </c:pt>
                      <c:pt idx="4787">
                        <c:v>5.5</c:v>
                      </c:pt>
                      <c:pt idx="4788">
                        <c:v>5.5</c:v>
                      </c:pt>
                      <c:pt idx="4789">
                        <c:v>5.5</c:v>
                      </c:pt>
                      <c:pt idx="4790">
                        <c:v>5.5</c:v>
                      </c:pt>
                      <c:pt idx="4791">
                        <c:v>5.5</c:v>
                      </c:pt>
                      <c:pt idx="4792">
                        <c:v>5.5</c:v>
                      </c:pt>
                      <c:pt idx="4793">
                        <c:v>5.5</c:v>
                      </c:pt>
                      <c:pt idx="4794">
                        <c:v>5.5</c:v>
                      </c:pt>
                      <c:pt idx="4795">
                        <c:v>5.5</c:v>
                      </c:pt>
                      <c:pt idx="4796">
                        <c:v>5.5</c:v>
                      </c:pt>
                      <c:pt idx="4797">
                        <c:v>5.5</c:v>
                      </c:pt>
                      <c:pt idx="4798">
                        <c:v>5.5</c:v>
                      </c:pt>
                      <c:pt idx="4799">
                        <c:v>5.5</c:v>
                      </c:pt>
                      <c:pt idx="4800">
                        <c:v>5.5</c:v>
                      </c:pt>
                      <c:pt idx="4801">
                        <c:v>5.5</c:v>
                      </c:pt>
                      <c:pt idx="4802">
                        <c:v>5.5</c:v>
                      </c:pt>
                      <c:pt idx="4803">
                        <c:v>5.5</c:v>
                      </c:pt>
                      <c:pt idx="4804">
                        <c:v>5.5</c:v>
                      </c:pt>
                      <c:pt idx="4805">
                        <c:v>5.5</c:v>
                      </c:pt>
                      <c:pt idx="4806">
                        <c:v>5.5</c:v>
                      </c:pt>
                      <c:pt idx="4807">
                        <c:v>5.5</c:v>
                      </c:pt>
                      <c:pt idx="4808">
                        <c:v>5.5</c:v>
                      </c:pt>
                      <c:pt idx="4809">
                        <c:v>5.5</c:v>
                      </c:pt>
                      <c:pt idx="4810">
                        <c:v>5.5</c:v>
                      </c:pt>
                      <c:pt idx="4811">
                        <c:v>5.5</c:v>
                      </c:pt>
                      <c:pt idx="4812">
                        <c:v>5.5</c:v>
                      </c:pt>
                      <c:pt idx="4813">
                        <c:v>5.5</c:v>
                      </c:pt>
                      <c:pt idx="4814">
                        <c:v>5.5</c:v>
                      </c:pt>
                      <c:pt idx="4815">
                        <c:v>5.5</c:v>
                      </c:pt>
                      <c:pt idx="4816">
                        <c:v>5.5</c:v>
                      </c:pt>
                      <c:pt idx="4817">
                        <c:v>5.5</c:v>
                      </c:pt>
                      <c:pt idx="4818">
                        <c:v>5.5</c:v>
                      </c:pt>
                      <c:pt idx="4819">
                        <c:v>5.5</c:v>
                      </c:pt>
                      <c:pt idx="4820">
                        <c:v>5.5</c:v>
                      </c:pt>
                      <c:pt idx="4821">
                        <c:v>5.5</c:v>
                      </c:pt>
                      <c:pt idx="4822">
                        <c:v>5.5</c:v>
                      </c:pt>
                      <c:pt idx="4823">
                        <c:v>5.5</c:v>
                      </c:pt>
                      <c:pt idx="4824">
                        <c:v>5.5</c:v>
                      </c:pt>
                      <c:pt idx="4825">
                        <c:v>5.5</c:v>
                      </c:pt>
                      <c:pt idx="4826">
                        <c:v>5.5</c:v>
                      </c:pt>
                      <c:pt idx="4827">
                        <c:v>5.5</c:v>
                      </c:pt>
                      <c:pt idx="4828">
                        <c:v>5.5</c:v>
                      </c:pt>
                      <c:pt idx="4829">
                        <c:v>5.5</c:v>
                      </c:pt>
                      <c:pt idx="4830">
                        <c:v>5.5</c:v>
                      </c:pt>
                      <c:pt idx="4831">
                        <c:v>5.5</c:v>
                      </c:pt>
                      <c:pt idx="4832">
                        <c:v>5.5</c:v>
                      </c:pt>
                      <c:pt idx="4833">
                        <c:v>5.5</c:v>
                      </c:pt>
                      <c:pt idx="4834">
                        <c:v>5.5</c:v>
                      </c:pt>
                      <c:pt idx="4835">
                        <c:v>5.5</c:v>
                      </c:pt>
                      <c:pt idx="4836">
                        <c:v>5.5</c:v>
                      </c:pt>
                      <c:pt idx="4837">
                        <c:v>5.5</c:v>
                      </c:pt>
                      <c:pt idx="4838">
                        <c:v>5.75</c:v>
                      </c:pt>
                      <c:pt idx="4839">
                        <c:v>5.75</c:v>
                      </c:pt>
                      <c:pt idx="4840">
                        <c:v>5.75</c:v>
                      </c:pt>
                      <c:pt idx="4841">
                        <c:v>5.75</c:v>
                      </c:pt>
                      <c:pt idx="4842">
                        <c:v>5.75</c:v>
                      </c:pt>
                      <c:pt idx="4843">
                        <c:v>5.75</c:v>
                      </c:pt>
                      <c:pt idx="4844">
                        <c:v>5.75</c:v>
                      </c:pt>
                      <c:pt idx="4845">
                        <c:v>5.75</c:v>
                      </c:pt>
                      <c:pt idx="4846">
                        <c:v>5.75</c:v>
                      </c:pt>
                      <c:pt idx="4847">
                        <c:v>5.75</c:v>
                      </c:pt>
                      <c:pt idx="4848">
                        <c:v>5.75</c:v>
                      </c:pt>
                      <c:pt idx="4849">
                        <c:v>5.75</c:v>
                      </c:pt>
                      <c:pt idx="4850">
                        <c:v>5.75</c:v>
                      </c:pt>
                      <c:pt idx="4851">
                        <c:v>5.75</c:v>
                      </c:pt>
                      <c:pt idx="4852">
                        <c:v>5.75</c:v>
                      </c:pt>
                      <c:pt idx="4853">
                        <c:v>5.75</c:v>
                      </c:pt>
                      <c:pt idx="4854">
                        <c:v>5.75</c:v>
                      </c:pt>
                      <c:pt idx="4855">
                        <c:v>5.75</c:v>
                      </c:pt>
                      <c:pt idx="4856">
                        <c:v>5.75</c:v>
                      </c:pt>
                      <c:pt idx="4857">
                        <c:v>5.75</c:v>
                      </c:pt>
                      <c:pt idx="4858">
                        <c:v>5.75</c:v>
                      </c:pt>
                      <c:pt idx="4859">
                        <c:v>5.75</c:v>
                      </c:pt>
                      <c:pt idx="4860">
                        <c:v>5.75</c:v>
                      </c:pt>
                      <c:pt idx="4861">
                        <c:v>5.75</c:v>
                      </c:pt>
                      <c:pt idx="4862">
                        <c:v>5.75</c:v>
                      </c:pt>
                      <c:pt idx="4863">
                        <c:v>5.75</c:v>
                      </c:pt>
                      <c:pt idx="4864">
                        <c:v>5.75</c:v>
                      </c:pt>
                      <c:pt idx="4865">
                        <c:v>5.75</c:v>
                      </c:pt>
                      <c:pt idx="4866">
                        <c:v>5.75</c:v>
                      </c:pt>
                      <c:pt idx="4867">
                        <c:v>5.75</c:v>
                      </c:pt>
                      <c:pt idx="4868">
                        <c:v>5.75</c:v>
                      </c:pt>
                      <c:pt idx="4869">
                        <c:v>5.75</c:v>
                      </c:pt>
                      <c:pt idx="4870">
                        <c:v>5.75</c:v>
                      </c:pt>
                      <c:pt idx="4871">
                        <c:v>5.75</c:v>
                      </c:pt>
                      <c:pt idx="4872">
                        <c:v>5.75</c:v>
                      </c:pt>
                      <c:pt idx="4873">
                        <c:v>5.75</c:v>
                      </c:pt>
                      <c:pt idx="4874">
                        <c:v>5.75</c:v>
                      </c:pt>
                      <c:pt idx="4875">
                        <c:v>5.75</c:v>
                      </c:pt>
                      <c:pt idx="4876">
                        <c:v>5.75</c:v>
                      </c:pt>
                      <c:pt idx="4877">
                        <c:v>5.75</c:v>
                      </c:pt>
                      <c:pt idx="4878">
                        <c:v>5.75</c:v>
                      </c:pt>
                      <c:pt idx="4879">
                        <c:v>5.75</c:v>
                      </c:pt>
                      <c:pt idx="4880">
                        <c:v>5.75</c:v>
                      </c:pt>
                      <c:pt idx="4881">
                        <c:v>5.75</c:v>
                      </c:pt>
                      <c:pt idx="4882">
                        <c:v>5.75</c:v>
                      </c:pt>
                      <c:pt idx="4883">
                        <c:v>5.75</c:v>
                      </c:pt>
                      <c:pt idx="4884">
                        <c:v>5.75</c:v>
                      </c:pt>
                      <c:pt idx="4885">
                        <c:v>5.75</c:v>
                      </c:pt>
                      <c:pt idx="4886">
                        <c:v>5.75</c:v>
                      </c:pt>
                      <c:pt idx="4887">
                        <c:v>5.75</c:v>
                      </c:pt>
                      <c:pt idx="4888">
                        <c:v>5.75</c:v>
                      </c:pt>
                      <c:pt idx="4889">
                        <c:v>5.75</c:v>
                      </c:pt>
                      <c:pt idx="4890">
                        <c:v>5.75</c:v>
                      </c:pt>
                      <c:pt idx="4891">
                        <c:v>5.75</c:v>
                      </c:pt>
                      <c:pt idx="4892">
                        <c:v>5.75</c:v>
                      </c:pt>
                      <c:pt idx="4893">
                        <c:v>5.75</c:v>
                      </c:pt>
                      <c:pt idx="4894">
                        <c:v>5.75</c:v>
                      </c:pt>
                      <c:pt idx="4895">
                        <c:v>5.75</c:v>
                      </c:pt>
                      <c:pt idx="4896">
                        <c:v>5.75</c:v>
                      </c:pt>
                      <c:pt idx="4897">
                        <c:v>5.75</c:v>
                      </c:pt>
                      <c:pt idx="4898">
                        <c:v>5.75</c:v>
                      </c:pt>
                      <c:pt idx="4899">
                        <c:v>5.75</c:v>
                      </c:pt>
                      <c:pt idx="4900">
                        <c:v>5.75</c:v>
                      </c:pt>
                      <c:pt idx="4901">
                        <c:v>5.75</c:v>
                      </c:pt>
                      <c:pt idx="4902">
                        <c:v>5.75</c:v>
                      </c:pt>
                      <c:pt idx="4903">
                        <c:v>5.75</c:v>
                      </c:pt>
                      <c:pt idx="4904">
                        <c:v>5.75</c:v>
                      </c:pt>
                      <c:pt idx="4905">
                        <c:v>5.75</c:v>
                      </c:pt>
                      <c:pt idx="4906">
                        <c:v>5.75</c:v>
                      </c:pt>
                      <c:pt idx="4907">
                        <c:v>5.75</c:v>
                      </c:pt>
                      <c:pt idx="4908">
                        <c:v>5.75</c:v>
                      </c:pt>
                      <c:pt idx="4909">
                        <c:v>5.75</c:v>
                      </c:pt>
                      <c:pt idx="4910">
                        <c:v>5.75</c:v>
                      </c:pt>
                      <c:pt idx="4911">
                        <c:v>5.75</c:v>
                      </c:pt>
                      <c:pt idx="4912">
                        <c:v>5.75</c:v>
                      </c:pt>
                      <c:pt idx="4913">
                        <c:v>5.75</c:v>
                      </c:pt>
                      <c:pt idx="4914">
                        <c:v>5.75</c:v>
                      </c:pt>
                      <c:pt idx="4915">
                        <c:v>5.75</c:v>
                      </c:pt>
                      <c:pt idx="4916">
                        <c:v>5.75</c:v>
                      </c:pt>
                      <c:pt idx="4917">
                        <c:v>5.75</c:v>
                      </c:pt>
                      <c:pt idx="4918">
                        <c:v>5.75</c:v>
                      </c:pt>
                      <c:pt idx="4919">
                        <c:v>5.75</c:v>
                      </c:pt>
                      <c:pt idx="4920">
                        <c:v>5.75</c:v>
                      </c:pt>
                      <c:pt idx="4921">
                        <c:v>5.75</c:v>
                      </c:pt>
                      <c:pt idx="4922">
                        <c:v>5.75</c:v>
                      </c:pt>
                      <c:pt idx="4923">
                        <c:v>5.75</c:v>
                      </c:pt>
                      <c:pt idx="4924">
                        <c:v>5.75</c:v>
                      </c:pt>
                      <c:pt idx="4925">
                        <c:v>5.75</c:v>
                      </c:pt>
                      <c:pt idx="4926">
                        <c:v>5.75</c:v>
                      </c:pt>
                      <c:pt idx="4927">
                        <c:v>5.75</c:v>
                      </c:pt>
                      <c:pt idx="4928">
                        <c:v>5.75</c:v>
                      </c:pt>
                      <c:pt idx="4929">
                        <c:v>5.75</c:v>
                      </c:pt>
                      <c:pt idx="4930">
                        <c:v>5.75</c:v>
                      </c:pt>
                      <c:pt idx="4931">
                        <c:v>5.75</c:v>
                      </c:pt>
                      <c:pt idx="4932">
                        <c:v>5.75</c:v>
                      </c:pt>
                      <c:pt idx="4933">
                        <c:v>5.75</c:v>
                      </c:pt>
                      <c:pt idx="4934">
                        <c:v>5.75</c:v>
                      </c:pt>
                      <c:pt idx="4935">
                        <c:v>5.75</c:v>
                      </c:pt>
                      <c:pt idx="4936">
                        <c:v>5.75</c:v>
                      </c:pt>
                      <c:pt idx="4937">
                        <c:v>5.75</c:v>
                      </c:pt>
                      <c:pt idx="4938">
                        <c:v>5.75</c:v>
                      </c:pt>
                      <c:pt idx="4939">
                        <c:v>5.75</c:v>
                      </c:pt>
                      <c:pt idx="4940">
                        <c:v>5.75</c:v>
                      </c:pt>
                      <c:pt idx="4941">
                        <c:v>5.75</c:v>
                      </c:pt>
                      <c:pt idx="4942">
                        <c:v>5.75</c:v>
                      </c:pt>
                      <c:pt idx="4943">
                        <c:v>5.75</c:v>
                      </c:pt>
                      <c:pt idx="4944">
                        <c:v>5.75</c:v>
                      </c:pt>
                      <c:pt idx="4945">
                        <c:v>5.75</c:v>
                      </c:pt>
                      <c:pt idx="4946">
                        <c:v>5.75</c:v>
                      </c:pt>
                      <c:pt idx="4947">
                        <c:v>5.75</c:v>
                      </c:pt>
                      <c:pt idx="4948">
                        <c:v>5.75</c:v>
                      </c:pt>
                      <c:pt idx="4949">
                        <c:v>5.75</c:v>
                      </c:pt>
                      <c:pt idx="4950">
                        <c:v>5.75</c:v>
                      </c:pt>
                      <c:pt idx="4951">
                        <c:v>5.75</c:v>
                      </c:pt>
                      <c:pt idx="4952">
                        <c:v>5.75</c:v>
                      </c:pt>
                      <c:pt idx="4953">
                        <c:v>5.75</c:v>
                      </c:pt>
                      <c:pt idx="4954">
                        <c:v>5.75</c:v>
                      </c:pt>
                      <c:pt idx="4955">
                        <c:v>5.75</c:v>
                      </c:pt>
                      <c:pt idx="4956">
                        <c:v>5.75</c:v>
                      </c:pt>
                      <c:pt idx="4957">
                        <c:v>5.75</c:v>
                      </c:pt>
                      <c:pt idx="4958">
                        <c:v>5.75</c:v>
                      </c:pt>
                      <c:pt idx="4959">
                        <c:v>5.75</c:v>
                      </c:pt>
                      <c:pt idx="4960">
                        <c:v>5.75</c:v>
                      </c:pt>
                      <c:pt idx="4961">
                        <c:v>5.75</c:v>
                      </c:pt>
                      <c:pt idx="4962">
                        <c:v>5.75</c:v>
                      </c:pt>
                      <c:pt idx="4963">
                        <c:v>5.75</c:v>
                      </c:pt>
                      <c:pt idx="4964">
                        <c:v>5.75</c:v>
                      </c:pt>
                      <c:pt idx="4965">
                        <c:v>5.75</c:v>
                      </c:pt>
                      <c:pt idx="4966">
                        <c:v>5.75</c:v>
                      </c:pt>
                      <c:pt idx="4967">
                        <c:v>5.75</c:v>
                      </c:pt>
                      <c:pt idx="4968">
                        <c:v>5.75</c:v>
                      </c:pt>
                      <c:pt idx="4969">
                        <c:v>5.75</c:v>
                      </c:pt>
                      <c:pt idx="4970">
                        <c:v>5.75</c:v>
                      </c:pt>
                      <c:pt idx="4971">
                        <c:v>5.75</c:v>
                      </c:pt>
                      <c:pt idx="4972">
                        <c:v>5.75</c:v>
                      </c:pt>
                      <c:pt idx="4973">
                        <c:v>5.75</c:v>
                      </c:pt>
                      <c:pt idx="4974">
                        <c:v>5.75</c:v>
                      </c:pt>
                      <c:pt idx="4975">
                        <c:v>5.75</c:v>
                      </c:pt>
                      <c:pt idx="4976">
                        <c:v>5.75</c:v>
                      </c:pt>
                      <c:pt idx="4977">
                        <c:v>5.75</c:v>
                      </c:pt>
                      <c:pt idx="4978">
                        <c:v>5.75</c:v>
                      </c:pt>
                      <c:pt idx="4979">
                        <c:v>5.75</c:v>
                      </c:pt>
                      <c:pt idx="4980">
                        <c:v>5.75</c:v>
                      </c:pt>
                      <c:pt idx="4981">
                        <c:v>5.75</c:v>
                      </c:pt>
                      <c:pt idx="4982">
                        <c:v>5.75</c:v>
                      </c:pt>
                      <c:pt idx="4983">
                        <c:v>5.75</c:v>
                      </c:pt>
                      <c:pt idx="4984">
                        <c:v>5.75</c:v>
                      </c:pt>
                      <c:pt idx="4985">
                        <c:v>5.75</c:v>
                      </c:pt>
                      <c:pt idx="4986">
                        <c:v>5.75</c:v>
                      </c:pt>
                      <c:pt idx="4987">
                        <c:v>5.75</c:v>
                      </c:pt>
                      <c:pt idx="4988">
                        <c:v>5.75</c:v>
                      </c:pt>
                      <c:pt idx="4989">
                        <c:v>5.75</c:v>
                      </c:pt>
                      <c:pt idx="4990">
                        <c:v>5.75</c:v>
                      </c:pt>
                      <c:pt idx="4991">
                        <c:v>5.75</c:v>
                      </c:pt>
                      <c:pt idx="4992">
                        <c:v>5.75</c:v>
                      </c:pt>
                      <c:pt idx="4993">
                        <c:v>5.75</c:v>
                      </c:pt>
                      <c:pt idx="4994">
                        <c:v>5.75</c:v>
                      </c:pt>
                      <c:pt idx="4995">
                        <c:v>5.75</c:v>
                      </c:pt>
                      <c:pt idx="4996">
                        <c:v>5.75</c:v>
                      </c:pt>
                      <c:pt idx="4997">
                        <c:v>5.75</c:v>
                      </c:pt>
                      <c:pt idx="4998">
                        <c:v>5.75</c:v>
                      </c:pt>
                      <c:pt idx="4999">
                        <c:v>5.75</c:v>
                      </c:pt>
                      <c:pt idx="5000">
                        <c:v>5.75</c:v>
                      </c:pt>
                      <c:pt idx="5001">
                        <c:v>5.75</c:v>
                      </c:pt>
                      <c:pt idx="5002">
                        <c:v>5.75</c:v>
                      </c:pt>
                      <c:pt idx="5003">
                        <c:v>5.75</c:v>
                      </c:pt>
                      <c:pt idx="5004">
                        <c:v>5.75</c:v>
                      </c:pt>
                      <c:pt idx="5005">
                        <c:v>5.75</c:v>
                      </c:pt>
                      <c:pt idx="5006">
                        <c:v>5.75</c:v>
                      </c:pt>
                      <c:pt idx="5007">
                        <c:v>5.75</c:v>
                      </c:pt>
                      <c:pt idx="5008">
                        <c:v>5.75</c:v>
                      </c:pt>
                      <c:pt idx="5009">
                        <c:v>5.75</c:v>
                      </c:pt>
                      <c:pt idx="5010">
                        <c:v>5.75</c:v>
                      </c:pt>
                      <c:pt idx="5011">
                        <c:v>5.75</c:v>
                      </c:pt>
                      <c:pt idx="5012">
                        <c:v>5.75</c:v>
                      </c:pt>
                      <c:pt idx="5013">
                        <c:v>5.75</c:v>
                      </c:pt>
                      <c:pt idx="5014">
                        <c:v>5.75</c:v>
                      </c:pt>
                      <c:pt idx="5015">
                        <c:v>5.75</c:v>
                      </c:pt>
                      <c:pt idx="5016">
                        <c:v>5.75</c:v>
                      </c:pt>
                      <c:pt idx="5017">
                        <c:v>5.75</c:v>
                      </c:pt>
                      <c:pt idx="5018">
                        <c:v>5.75</c:v>
                      </c:pt>
                      <c:pt idx="5019">
                        <c:v>5.75</c:v>
                      </c:pt>
                      <c:pt idx="5020">
                        <c:v>5.75</c:v>
                      </c:pt>
                      <c:pt idx="5021">
                        <c:v>5.75</c:v>
                      </c:pt>
                      <c:pt idx="5022">
                        <c:v>5.75</c:v>
                      </c:pt>
                      <c:pt idx="5023">
                        <c:v>5.75</c:v>
                      </c:pt>
                      <c:pt idx="5024">
                        <c:v>5.75</c:v>
                      </c:pt>
                      <c:pt idx="5025">
                        <c:v>5.75</c:v>
                      </c:pt>
                      <c:pt idx="5026">
                        <c:v>5.75</c:v>
                      </c:pt>
                      <c:pt idx="5027">
                        <c:v>5.75</c:v>
                      </c:pt>
                      <c:pt idx="5028">
                        <c:v>5.75</c:v>
                      </c:pt>
                      <c:pt idx="5029">
                        <c:v>5.75</c:v>
                      </c:pt>
                      <c:pt idx="5030">
                        <c:v>5.75</c:v>
                      </c:pt>
                      <c:pt idx="5031">
                        <c:v>5.75</c:v>
                      </c:pt>
                      <c:pt idx="5032">
                        <c:v>5.75</c:v>
                      </c:pt>
                      <c:pt idx="5033">
                        <c:v>5.75</c:v>
                      </c:pt>
                      <c:pt idx="5034">
                        <c:v>5.75</c:v>
                      </c:pt>
                      <c:pt idx="5035">
                        <c:v>5.75</c:v>
                      </c:pt>
                      <c:pt idx="5036">
                        <c:v>5.75</c:v>
                      </c:pt>
                      <c:pt idx="5037">
                        <c:v>5.75</c:v>
                      </c:pt>
                      <c:pt idx="5038">
                        <c:v>5.75</c:v>
                      </c:pt>
                      <c:pt idx="5039">
                        <c:v>5.75</c:v>
                      </c:pt>
                      <c:pt idx="5040">
                        <c:v>5.75</c:v>
                      </c:pt>
                      <c:pt idx="5041">
                        <c:v>5.75</c:v>
                      </c:pt>
                      <c:pt idx="5042">
                        <c:v>5.75</c:v>
                      </c:pt>
                      <c:pt idx="5043">
                        <c:v>5.75</c:v>
                      </c:pt>
                      <c:pt idx="5044">
                        <c:v>5.75</c:v>
                      </c:pt>
                      <c:pt idx="5045">
                        <c:v>5.75</c:v>
                      </c:pt>
                      <c:pt idx="5046">
                        <c:v>5.75</c:v>
                      </c:pt>
                      <c:pt idx="5047">
                        <c:v>5.75</c:v>
                      </c:pt>
                      <c:pt idx="5048">
                        <c:v>5.75</c:v>
                      </c:pt>
                      <c:pt idx="5049">
                        <c:v>5.75</c:v>
                      </c:pt>
                      <c:pt idx="5050">
                        <c:v>5.75</c:v>
                      </c:pt>
                      <c:pt idx="5051">
                        <c:v>5.75</c:v>
                      </c:pt>
                      <c:pt idx="5052">
                        <c:v>5.75</c:v>
                      </c:pt>
                      <c:pt idx="5053">
                        <c:v>5.75</c:v>
                      </c:pt>
                      <c:pt idx="5054">
                        <c:v>5.75</c:v>
                      </c:pt>
                      <c:pt idx="5055">
                        <c:v>5.75</c:v>
                      </c:pt>
                      <c:pt idx="5056">
                        <c:v>5.75</c:v>
                      </c:pt>
                      <c:pt idx="5057">
                        <c:v>5.75</c:v>
                      </c:pt>
                      <c:pt idx="5058">
                        <c:v>5.75</c:v>
                      </c:pt>
                      <c:pt idx="5059">
                        <c:v>5.75</c:v>
                      </c:pt>
                      <c:pt idx="5060">
                        <c:v>5.75</c:v>
                      </c:pt>
                      <c:pt idx="5061">
                        <c:v>5.75</c:v>
                      </c:pt>
                      <c:pt idx="5062">
                        <c:v>5.75</c:v>
                      </c:pt>
                      <c:pt idx="5063">
                        <c:v>5.75</c:v>
                      </c:pt>
                      <c:pt idx="5064">
                        <c:v>5.75</c:v>
                      </c:pt>
                      <c:pt idx="5065">
                        <c:v>5.75</c:v>
                      </c:pt>
                      <c:pt idx="5066">
                        <c:v>5.75</c:v>
                      </c:pt>
                      <c:pt idx="5067">
                        <c:v>5.75</c:v>
                      </c:pt>
                      <c:pt idx="5068">
                        <c:v>5.75</c:v>
                      </c:pt>
                      <c:pt idx="5069">
                        <c:v>5.75</c:v>
                      </c:pt>
                      <c:pt idx="5070">
                        <c:v>5.75</c:v>
                      </c:pt>
                      <c:pt idx="5071">
                        <c:v>5.75</c:v>
                      </c:pt>
                      <c:pt idx="5072">
                        <c:v>5.75</c:v>
                      </c:pt>
                      <c:pt idx="5073">
                        <c:v>5.75</c:v>
                      </c:pt>
                      <c:pt idx="5074">
                        <c:v>5.75</c:v>
                      </c:pt>
                      <c:pt idx="5075">
                        <c:v>5.75</c:v>
                      </c:pt>
                      <c:pt idx="5076">
                        <c:v>5.75</c:v>
                      </c:pt>
                      <c:pt idx="5077">
                        <c:v>5.75</c:v>
                      </c:pt>
                      <c:pt idx="5078">
                        <c:v>5.75</c:v>
                      </c:pt>
                      <c:pt idx="5079">
                        <c:v>5.75</c:v>
                      </c:pt>
                      <c:pt idx="5080">
                        <c:v>5.75</c:v>
                      </c:pt>
                      <c:pt idx="5081">
                        <c:v>5.75</c:v>
                      </c:pt>
                      <c:pt idx="5082">
                        <c:v>5.75</c:v>
                      </c:pt>
                      <c:pt idx="5083">
                        <c:v>5.75</c:v>
                      </c:pt>
                      <c:pt idx="5084">
                        <c:v>5.75</c:v>
                      </c:pt>
                      <c:pt idx="5085">
                        <c:v>5.75</c:v>
                      </c:pt>
                      <c:pt idx="5086">
                        <c:v>5.75</c:v>
                      </c:pt>
                      <c:pt idx="5087">
                        <c:v>5.75</c:v>
                      </c:pt>
                      <c:pt idx="5088">
                        <c:v>5.75</c:v>
                      </c:pt>
                      <c:pt idx="5089">
                        <c:v>5.75</c:v>
                      </c:pt>
                      <c:pt idx="5090">
                        <c:v>5.75</c:v>
                      </c:pt>
                      <c:pt idx="5091">
                        <c:v>5.75</c:v>
                      </c:pt>
                      <c:pt idx="5092">
                        <c:v>5.75</c:v>
                      </c:pt>
                      <c:pt idx="5093">
                        <c:v>5.75</c:v>
                      </c:pt>
                      <c:pt idx="5094">
                        <c:v>5.75</c:v>
                      </c:pt>
                      <c:pt idx="5095">
                        <c:v>5.75</c:v>
                      </c:pt>
                      <c:pt idx="5096">
                        <c:v>5.75</c:v>
                      </c:pt>
                      <c:pt idx="5097">
                        <c:v>5.75</c:v>
                      </c:pt>
                      <c:pt idx="5098">
                        <c:v>5.75</c:v>
                      </c:pt>
                      <c:pt idx="5099">
                        <c:v>5.75</c:v>
                      </c:pt>
                      <c:pt idx="5100">
                        <c:v>5.75</c:v>
                      </c:pt>
                      <c:pt idx="5101">
                        <c:v>5.75</c:v>
                      </c:pt>
                      <c:pt idx="5102">
                        <c:v>5.75</c:v>
                      </c:pt>
                      <c:pt idx="5103">
                        <c:v>6</c:v>
                      </c:pt>
                      <c:pt idx="5104">
                        <c:v>6</c:v>
                      </c:pt>
                      <c:pt idx="5105">
                        <c:v>6</c:v>
                      </c:pt>
                      <c:pt idx="5106">
                        <c:v>6</c:v>
                      </c:pt>
                      <c:pt idx="5107">
                        <c:v>6</c:v>
                      </c:pt>
                      <c:pt idx="5108">
                        <c:v>6</c:v>
                      </c:pt>
                      <c:pt idx="5109">
                        <c:v>6</c:v>
                      </c:pt>
                      <c:pt idx="5110">
                        <c:v>6</c:v>
                      </c:pt>
                      <c:pt idx="5111">
                        <c:v>6</c:v>
                      </c:pt>
                      <c:pt idx="5112">
                        <c:v>6</c:v>
                      </c:pt>
                      <c:pt idx="5113">
                        <c:v>6</c:v>
                      </c:pt>
                      <c:pt idx="5114">
                        <c:v>6</c:v>
                      </c:pt>
                      <c:pt idx="5115">
                        <c:v>6</c:v>
                      </c:pt>
                      <c:pt idx="5116">
                        <c:v>6</c:v>
                      </c:pt>
                      <c:pt idx="5117">
                        <c:v>6</c:v>
                      </c:pt>
                      <c:pt idx="5118">
                        <c:v>6</c:v>
                      </c:pt>
                      <c:pt idx="5119">
                        <c:v>6</c:v>
                      </c:pt>
                      <c:pt idx="5120">
                        <c:v>6</c:v>
                      </c:pt>
                      <c:pt idx="5121">
                        <c:v>6</c:v>
                      </c:pt>
                      <c:pt idx="5122">
                        <c:v>6</c:v>
                      </c:pt>
                      <c:pt idx="5123">
                        <c:v>6</c:v>
                      </c:pt>
                      <c:pt idx="5124">
                        <c:v>6</c:v>
                      </c:pt>
                      <c:pt idx="5125">
                        <c:v>6</c:v>
                      </c:pt>
                      <c:pt idx="5126">
                        <c:v>6</c:v>
                      </c:pt>
                      <c:pt idx="5127">
                        <c:v>6</c:v>
                      </c:pt>
                      <c:pt idx="5128">
                        <c:v>6</c:v>
                      </c:pt>
                      <c:pt idx="5129">
                        <c:v>6</c:v>
                      </c:pt>
                      <c:pt idx="5130">
                        <c:v>6</c:v>
                      </c:pt>
                      <c:pt idx="5131">
                        <c:v>6</c:v>
                      </c:pt>
                      <c:pt idx="5132">
                        <c:v>6</c:v>
                      </c:pt>
                      <c:pt idx="5133">
                        <c:v>6</c:v>
                      </c:pt>
                      <c:pt idx="5134">
                        <c:v>6</c:v>
                      </c:pt>
                      <c:pt idx="5135">
                        <c:v>6</c:v>
                      </c:pt>
                      <c:pt idx="5136">
                        <c:v>6</c:v>
                      </c:pt>
                      <c:pt idx="5137">
                        <c:v>6</c:v>
                      </c:pt>
                      <c:pt idx="5138">
                        <c:v>6</c:v>
                      </c:pt>
                      <c:pt idx="5139">
                        <c:v>6</c:v>
                      </c:pt>
                      <c:pt idx="5140">
                        <c:v>6</c:v>
                      </c:pt>
                      <c:pt idx="5141">
                        <c:v>6</c:v>
                      </c:pt>
                      <c:pt idx="5142">
                        <c:v>6</c:v>
                      </c:pt>
                      <c:pt idx="5143">
                        <c:v>6</c:v>
                      </c:pt>
                      <c:pt idx="5144">
                        <c:v>6</c:v>
                      </c:pt>
                      <c:pt idx="5145">
                        <c:v>6</c:v>
                      </c:pt>
                      <c:pt idx="5146">
                        <c:v>6</c:v>
                      </c:pt>
                      <c:pt idx="5147">
                        <c:v>6</c:v>
                      </c:pt>
                      <c:pt idx="5148">
                        <c:v>6</c:v>
                      </c:pt>
                      <c:pt idx="5149">
                        <c:v>6</c:v>
                      </c:pt>
                      <c:pt idx="5150">
                        <c:v>6</c:v>
                      </c:pt>
                      <c:pt idx="5151">
                        <c:v>6</c:v>
                      </c:pt>
                      <c:pt idx="5152">
                        <c:v>6</c:v>
                      </c:pt>
                      <c:pt idx="5153">
                        <c:v>6</c:v>
                      </c:pt>
                      <c:pt idx="5154">
                        <c:v>6</c:v>
                      </c:pt>
                      <c:pt idx="5155">
                        <c:v>6</c:v>
                      </c:pt>
                      <c:pt idx="5156">
                        <c:v>6</c:v>
                      </c:pt>
                      <c:pt idx="5157">
                        <c:v>6</c:v>
                      </c:pt>
                      <c:pt idx="5158">
                        <c:v>6</c:v>
                      </c:pt>
                      <c:pt idx="5159">
                        <c:v>6</c:v>
                      </c:pt>
                      <c:pt idx="5160">
                        <c:v>6</c:v>
                      </c:pt>
                      <c:pt idx="5161">
                        <c:v>6</c:v>
                      </c:pt>
                      <c:pt idx="5162">
                        <c:v>6</c:v>
                      </c:pt>
                      <c:pt idx="5163">
                        <c:v>6</c:v>
                      </c:pt>
                      <c:pt idx="5164">
                        <c:v>6</c:v>
                      </c:pt>
                      <c:pt idx="5165">
                        <c:v>6</c:v>
                      </c:pt>
                      <c:pt idx="5166">
                        <c:v>6</c:v>
                      </c:pt>
                      <c:pt idx="5167">
                        <c:v>6</c:v>
                      </c:pt>
                      <c:pt idx="5168">
                        <c:v>6</c:v>
                      </c:pt>
                      <c:pt idx="5169">
                        <c:v>6</c:v>
                      </c:pt>
                      <c:pt idx="5170">
                        <c:v>6</c:v>
                      </c:pt>
                      <c:pt idx="5171">
                        <c:v>6</c:v>
                      </c:pt>
                      <c:pt idx="5172">
                        <c:v>6</c:v>
                      </c:pt>
                      <c:pt idx="5173">
                        <c:v>6</c:v>
                      </c:pt>
                      <c:pt idx="5174">
                        <c:v>6</c:v>
                      </c:pt>
                      <c:pt idx="5175">
                        <c:v>6</c:v>
                      </c:pt>
                      <c:pt idx="5176">
                        <c:v>6</c:v>
                      </c:pt>
                      <c:pt idx="5177">
                        <c:v>6</c:v>
                      </c:pt>
                      <c:pt idx="5178">
                        <c:v>6</c:v>
                      </c:pt>
                      <c:pt idx="5179">
                        <c:v>6</c:v>
                      </c:pt>
                      <c:pt idx="5180">
                        <c:v>6</c:v>
                      </c:pt>
                      <c:pt idx="5181">
                        <c:v>6</c:v>
                      </c:pt>
                      <c:pt idx="5182">
                        <c:v>6</c:v>
                      </c:pt>
                      <c:pt idx="5183">
                        <c:v>6</c:v>
                      </c:pt>
                      <c:pt idx="5184">
                        <c:v>6</c:v>
                      </c:pt>
                      <c:pt idx="5185">
                        <c:v>6</c:v>
                      </c:pt>
                      <c:pt idx="5186">
                        <c:v>6</c:v>
                      </c:pt>
                      <c:pt idx="5187">
                        <c:v>6</c:v>
                      </c:pt>
                      <c:pt idx="5188">
                        <c:v>6.25</c:v>
                      </c:pt>
                      <c:pt idx="5189">
                        <c:v>6.25</c:v>
                      </c:pt>
                      <c:pt idx="5190">
                        <c:v>6.25</c:v>
                      </c:pt>
                      <c:pt idx="5191">
                        <c:v>6.25</c:v>
                      </c:pt>
                      <c:pt idx="5192">
                        <c:v>6.25</c:v>
                      </c:pt>
                      <c:pt idx="5193">
                        <c:v>6.25</c:v>
                      </c:pt>
                      <c:pt idx="5194">
                        <c:v>6.25</c:v>
                      </c:pt>
                      <c:pt idx="5195">
                        <c:v>6.25</c:v>
                      </c:pt>
                      <c:pt idx="5196">
                        <c:v>6.25</c:v>
                      </c:pt>
                      <c:pt idx="5197">
                        <c:v>6.25</c:v>
                      </c:pt>
                      <c:pt idx="5198">
                        <c:v>6.25</c:v>
                      </c:pt>
                      <c:pt idx="5199">
                        <c:v>6.25</c:v>
                      </c:pt>
                      <c:pt idx="5200">
                        <c:v>6.25</c:v>
                      </c:pt>
                      <c:pt idx="5201">
                        <c:v>6.25</c:v>
                      </c:pt>
                      <c:pt idx="5202">
                        <c:v>6.25</c:v>
                      </c:pt>
                      <c:pt idx="5203">
                        <c:v>6.25</c:v>
                      </c:pt>
                      <c:pt idx="5204">
                        <c:v>6.25</c:v>
                      </c:pt>
                      <c:pt idx="5205">
                        <c:v>6.25</c:v>
                      </c:pt>
                      <c:pt idx="5206">
                        <c:v>6.25</c:v>
                      </c:pt>
                      <c:pt idx="5207">
                        <c:v>6.25</c:v>
                      </c:pt>
                      <c:pt idx="5208">
                        <c:v>6.25</c:v>
                      </c:pt>
                      <c:pt idx="5209">
                        <c:v>6.25</c:v>
                      </c:pt>
                      <c:pt idx="5210">
                        <c:v>6.25</c:v>
                      </c:pt>
                      <c:pt idx="5211">
                        <c:v>6.25</c:v>
                      </c:pt>
                      <c:pt idx="5212">
                        <c:v>6.25</c:v>
                      </c:pt>
                      <c:pt idx="5213">
                        <c:v>6.25</c:v>
                      </c:pt>
                      <c:pt idx="5214">
                        <c:v>6.25</c:v>
                      </c:pt>
                      <c:pt idx="5215">
                        <c:v>6.25</c:v>
                      </c:pt>
                      <c:pt idx="5216">
                        <c:v>6.25</c:v>
                      </c:pt>
                      <c:pt idx="5217">
                        <c:v>6.25</c:v>
                      </c:pt>
                      <c:pt idx="5218">
                        <c:v>6.25</c:v>
                      </c:pt>
                      <c:pt idx="5219">
                        <c:v>6.25</c:v>
                      </c:pt>
                      <c:pt idx="5220">
                        <c:v>6.25</c:v>
                      </c:pt>
                      <c:pt idx="5221">
                        <c:v>6.25</c:v>
                      </c:pt>
                      <c:pt idx="5222">
                        <c:v>6.25</c:v>
                      </c:pt>
                      <c:pt idx="5223">
                        <c:v>6.25</c:v>
                      </c:pt>
                      <c:pt idx="5224">
                        <c:v>6.25</c:v>
                      </c:pt>
                      <c:pt idx="5225">
                        <c:v>6.25</c:v>
                      </c:pt>
                      <c:pt idx="5226">
                        <c:v>6.25</c:v>
                      </c:pt>
                      <c:pt idx="5227">
                        <c:v>6.25</c:v>
                      </c:pt>
                      <c:pt idx="5228">
                        <c:v>6.25</c:v>
                      </c:pt>
                      <c:pt idx="5229">
                        <c:v>6.25</c:v>
                      </c:pt>
                      <c:pt idx="5230">
                        <c:v>6.25</c:v>
                      </c:pt>
                      <c:pt idx="5231">
                        <c:v>6.25</c:v>
                      </c:pt>
                      <c:pt idx="5232">
                        <c:v>6.25</c:v>
                      </c:pt>
                      <c:pt idx="5233">
                        <c:v>6.25</c:v>
                      </c:pt>
                      <c:pt idx="5234">
                        <c:v>6.25</c:v>
                      </c:pt>
                      <c:pt idx="5235">
                        <c:v>6.25</c:v>
                      </c:pt>
                      <c:pt idx="5236">
                        <c:v>6.25</c:v>
                      </c:pt>
                      <c:pt idx="5237">
                        <c:v>6.25</c:v>
                      </c:pt>
                      <c:pt idx="5238">
                        <c:v>6.75</c:v>
                      </c:pt>
                      <c:pt idx="5239">
                        <c:v>6.75</c:v>
                      </c:pt>
                      <c:pt idx="5240">
                        <c:v>6.75</c:v>
                      </c:pt>
                      <c:pt idx="5241">
                        <c:v>6.75</c:v>
                      </c:pt>
                      <c:pt idx="5242">
                        <c:v>6.75</c:v>
                      </c:pt>
                      <c:pt idx="5243">
                        <c:v>6.75</c:v>
                      </c:pt>
                      <c:pt idx="5244">
                        <c:v>6.75</c:v>
                      </c:pt>
                      <c:pt idx="5245">
                        <c:v>6.75</c:v>
                      </c:pt>
                      <c:pt idx="5246">
                        <c:v>6.75</c:v>
                      </c:pt>
                      <c:pt idx="5247">
                        <c:v>6.75</c:v>
                      </c:pt>
                      <c:pt idx="5248">
                        <c:v>6.75</c:v>
                      </c:pt>
                      <c:pt idx="5249">
                        <c:v>6.75</c:v>
                      </c:pt>
                      <c:pt idx="5250">
                        <c:v>6.75</c:v>
                      </c:pt>
                      <c:pt idx="5251">
                        <c:v>6.75</c:v>
                      </c:pt>
                      <c:pt idx="5252">
                        <c:v>6.75</c:v>
                      </c:pt>
                      <c:pt idx="5253">
                        <c:v>6.75</c:v>
                      </c:pt>
                      <c:pt idx="5254">
                        <c:v>6.75</c:v>
                      </c:pt>
                      <c:pt idx="5255">
                        <c:v>6.75</c:v>
                      </c:pt>
                      <c:pt idx="5256">
                        <c:v>6.75</c:v>
                      </c:pt>
                      <c:pt idx="5257">
                        <c:v>6.75</c:v>
                      </c:pt>
                      <c:pt idx="5258">
                        <c:v>6.75</c:v>
                      </c:pt>
                      <c:pt idx="5259">
                        <c:v>6.75</c:v>
                      </c:pt>
                      <c:pt idx="5260">
                        <c:v>6.75</c:v>
                      </c:pt>
                      <c:pt idx="5261">
                        <c:v>6.75</c:v>
                      </c:pt>
                      <c:pt idx="5262">
                        <c:v>6.75</c:v>
                      </c:pt>
                      <c:pt idx="5263">
                        <c:v>6.75</c:v>
                      </c:pt>
                      <c:pt idx="5264">
                        <c:v>6.75</c:v>
                      </c:pt>
                      <c:pt idx="5265">
                        <c:v>6.75</c:v>
                      </c:pt>
                      <c:pt idx="5266">
                        <c:v>6.75</c:v>
                      </c:pt>
                      <c:pt idx="5267">
                        <c:v>6.75</c:v>
                      </c:pt>
                      <c:pt idx="5268">
                        <c:v>6.75</c:v>
                      </c:pt>
                      <c:pt idx="5269">
                        <c:v>6.75</c:v>
                      </c:pt>
                      <c:pt idx="5270">
                        <c:v>6.75</c:v>
                      </c:pt>
                      <c:pt idx="5271">
                        <c:v>6.75</c:v>
                      </c:pt>
                      <c:pt idx="5272">
                        <c:v>6.75</c:v>
                      </c:pt>
                      <c:pt idx="5273">
                        <c:v>7</c:v>
                      </c:pt>
                      <c:pt idx="5274">
                        <c:v>7</c:v>
                      </c:pt>
                      <c:pt idx="5275">
                        <c:v>7</c:v>
                      </c:pt>
                      <c:pt idx="5276">
                        <c:v>7</c:v>
                      </c:pt>
                      <c:pt idx="5277">
                        <c:v>7</c:v>
                      </c:pt>
                      <c:pt idx="5278">
                        <c:v>7</c:v>
                      </c:pt>
                      <c:pt idx="5279">
                        <c:v>7</c:v>
                      </c:pt>
                      <c:pt idx="5280">
                        <c:v>7</c:v>
                      </c:pt>
                      <c:pt idx="5281">
                        <c:v>7</c:v>
                      </c:pt>
                      <c:pt idx="5282">
                        <c:v>7</c:v>
                      </c:pt>
                      <c:pt idx="5283">
                        <c:v>7</c:v>
                      </c:pt>
                      <c:pt idx="5284">
                        <c:v>7</c:v>
                      </c:pt>
                      <c:pt idx="5285">
                        <c:v>7</c:v>
                      </c:pt>
                      <c:pt idx="5286">
                        <c:v>7</c:v>
                      </c:pt>
                      <c:pt idx="5287">
                        <c:v>7</c:v>
                      </c:pt>
                      <c:pt idx="5288">
                        <c:v>7</c:v>
                      </c:pt>
                      <c:pt idx="5289">
                        <c:v>7</c:v>
                      </c:pt>
                      <c:pt idx="5290">
                        <c:v>7</c:v>
                      </c:pt>
                      <c:pt idx="5291">
                        <c:v>7</c:v>
                      </c:pt>
                      <c:pt idx="5292">
                        <c:v>7</c:v>
                      </c:pt>
                      <c:pt idx="5293">
                        <c:v>7</c:v>
                      </c:pt>
                      <c:pt idx="5294">
                        <c:v>7</c:v>
                      </c:pt>
                      <c:pt idx="5295">
                        <c:v>7</c:v>
                      </c:pt>
                      <c:pt idx="5296">
                        <c:v>7</c:v>
                      </c:pt>
                      <c:pt idx="5297">
                        <c:v>7</c:v>
                      </c:pt>
                      <c:pt idx="5298">
                        <c:v>7</c:v>
                      </c:pt>
                      <c:pt idx="5299">
                        <c:v>7</c:v>
                      </c:pt>
                      <c:pt idx="5300">
                        <c:v>7</c:v>
                      </c:pt>
                      <c:pt idx="5301">
                        <c:v>7</c:v>
                      </c:pt>
                      <c:pt idx="5302">
                        <c:v>7</c:v>
                      </c:pt>
                      <c:pt idx="5303">
                        <c:v>7</c:v>
                      </c:pt>
                      <c:pt idx="5304">
                        <c:v>7</c:v>
                      </c:pt>
                      <c:pt idx="5305">
                        <c:v>7</c:v>
                      </c:pt>
                      <c:pt idx="5306">
                        <c:v>7</c:v>
                      </c:pt>
                      <c:pt idx="5307">
                        <c:v>7</c:v>
                      </c:pt>
                      <c:pt idx="5308">
                        <c:v>7</c:v>
                      </c:pt>
                      <c:pt idx="5309">
                        <c:v>7</c:v>
                      </c:pt>
                      <c:pt idx="5310">
                        <c:v>7</c:v>
                      </c:pt>
                      <c:pt idx="5311">
                        <c:v>7</c:v>
                      </c:pt>
                      <c:pt idx="5312">
                        <c:v>7</c:v>
                      </c:pt>
                      <c:pt idx="5313">
                        <c:v>7</c:v>
                      </c:pt>
                      <c:pt idx="5314">
                        <c:v>7</c:v>
                      </c:pt>
                      <c:pt idx="5315">
                        <c:v>7</c:v>
                      </c:pt>
                      <c:pt idx="5316">
                        <c:v>7</c:v>
                      </c:pt>
                      <c:pt idx="5317">
                        <c:v>7</c:v>
                      </c:pt>
                      <c:pt idx="5318">
                        <c:v>7</c:v>
                      </c:pt>
                      <c:pt idx="5319">
                        <c:v>7</c:v>
                      </c:pt>
                      <c:pt idx="5320">
                        <c:v>7</c:v>
                      </c:pt>
                      <c:pt idx="5321">
                        <c:v>7</c:v>
                      </c:pt>
                      <c:pt idx="5322">
                        <c:v>7</c:v>
                      </c:pt>
                      <c:pt idx="5323">
                        <c:v>7</c:v>
                      </c:pt>
                      <c:pt idx="5324">
                        <c:v>7</c:v>
                      </c:pt>
                      <c:pt idx="5325">
                        <c:v>7</c:v>
                      </c:pt>
                      <c:pt idx="5326">
                        <c:v>7</c:v>
                      </c:pt>
                      <c:pt idx="5327">
                        <c:v>7</c:v>
                      </c:pt>
                      <c:pt idx="5328">
                        <c:v>7</c:v>
                      </c:pt>
                      <c:pt idx="5329">
                        <c:v>7</c:v>
                      </c:pt>
                      <c:pt idx="5330">
                        <c:v>7</c:v>
                      </c:pt>
                      <c:pt idx="5331">
                        <c:v>7</c:v>
                      </c:pt>
                      <c:pt idx="5332">
                        <c:v>7</c:v>
                      </c:pt>
                      <c:pt idx="5333">
                        <c:v>7</c:v>
                      </c:pt>
                      <c:pt idx="5334">
                        <c:v>7</c:v>
                      </c:pt>
                      <c:pt idx="5335">
                        <c:v>7</c:v>
                      </c:pt>
                      <c:pt idx="5336">
                        <c:v>7</c:v>
                      </c:pt>
                      <c:pt idx="5337">
                        <c:v>7</c:v>
                      </c:pt>
                      <c:pt idx="5338">
                        <c:v>7</c:v>
                      </c:pt>
                      <c:pt idx="5339">
                        <c:v>7</c:v>
                      </c:pt>
                      <c:pt idx="5340">
                        <c:v>7</c:v>
                      </c:pt>
                      <c:pt idx="5341">
                        <c:v>7</c:v>
                      </c:pt>
                      <c:pt idx="5342">
                        <c:v>7</c:v>
                      </c:pt>
                      <c:pt idx="5343">
                        <c:v>7</c:v>
                      </c:pt>
                      <c:pt idx="5344">
                        <c:v>7</c:v>
                      </c:pt>
                      <c:pt idx="5345">
                        <c:v>7</c:v>
                      </c:pt>
                      <c:pt idx="5346">
                        <c:v>7</c:v>
                      </c:pt>
                      <c:pt idx="5347">
                        <c:v>7</c:v>
                      </c:pt>
                      <c:pt idx="5348">
                        <c:v>7</c:v>
                      </c:pt>
                      <c:pt idx="5349">
                        <c:v>7</c:v>
                      </c:pt>
                      <c:pt idx="5350">
                        <c:v>7</c:v>
                      </c:pt>
                      <c:pt idx="5351">
                        <c:v>7</c:v>
                      </c:pt>
                      <c:pt idx="5352">
                        <c:v>7</c:v>
                      </c:pt>
                      <c:pt idx="5353">
                        <c:v>7</c:v>
                      </c:pt>
                      <c:pt idx="5354">
                        <c:v>7</c:v>
                      </c:pt>
                      <c:pt idx="5355">
                        <c:v>7</c:v>
                      </c:pt>
                      <c:pt idx="5356">
                        <c:v>7</c:v>
                      </c:pt>
                      <c:pt idx="5357">
                        <c:v>7</c:v>
                      </c:pt>
                      <c:pt idx="5358">
                        <c:v>7</c:v>
                      </c:pt>
                      <c:pt idx="5359">
                        <c:v>7</c:v>
                      </c:pt>
                      <c:pt idx="5360">
                        <c:v>7</c:v>
                      </c:pt>
                      <c:pt idx="5361">
                        <c:v>7</c:v>
                      </c:pt>
                      <c:pt idx="5362">
                        <c:v>7</c:v>
                      </c:pt>
                      <c:pt idx="5363">
                        <c:v>7</c:v>
                      </c:pt>
                      <c:pt idx="5364">
                        <c:v>7</c:v>
                      </c:pt>
                      <c:pt idx="5365">
                        <c:v>7</c:v>
                      </c:pt>
                      <c:pt idx="5366">
                        <c:v>7</c:v>
                      </c:pt>
                      <c:pt idx="5367">
                        <c:v>7</c:v>
                      </c:pt>
                      <c:pt idx="5368">
                        <c:v>7</c:v>
                      </c:pt>
                      <c:pt idx="5369">
                        <c:v>7</c:v>
                      </c:pt>
                      <c:pt idx="5370">
                        <c:v>7</c:v>
                      </c:pt>
                      <c:pt idx="5371">
                        <c:v>7</c:v>
                      </c:pt>
                      <c:pt idx="5372">
                        <c:v>7</c:v>
                      </c:pt>
                      <c:pt idx="5373">
                        <c:v>7</c:v>
                      </c:pt>
                      <c:pt idx="5374">
                        <c:v>7</c:v>
                      </c:pt>
                      <c:pt idx="5375">
                        <c:v>7</c:v>
                      </c:pt>
                      <c:pt idx="5376">
                        <c:v>7</c:v>
                      </c:pt>
                      <c:pt idx="5377">
                        <c:v>7</c:v>
                      </c:pt>
                      <c:pt idx="5378">
                        <c:v>7</c:v>
                      </c:pt>
                      <c:pt idx="5379">
                        <c:v>7</c:v>
                      </c:pt>
                      <c:pt idx="5380">
                        <c:v>7</c:v>
                      </c:pt>
                      <c:pt idx="5381">
                        <c:v>7</c:v>
                      </c:pt>
                      <c:pt idx="5382">
                        <c:v>7</c:v>
                      </c:pt>
                      <c:pt idx="5383">
                        <c:v>7</c:v>
                      </c:pt>
                      <c:pt idx="5384">
                        <c:v>7</c:v>
                      </c:pt>
                      <c:pt idx="5385">
                        <c:v>7</c:v>
                      </c:pt>
                      <c:pt idx="5386">
                        <c:v>7</c:v>
                      </c:pt>
                      <c:pt idx="5387">
                        <c:v>7</c:v>
                      </c:pt>
                      <c:pt idx="5388">
                        <c:v>7</c:v>
                      </c:pt>
                      <c:pt idx="5389">
                        <c:v>7</c:v>
                      </c:pt>
                      <c:pt idx="5390">
                        <c:v>7</c:v>
                      </c:pt>
                      <c:pt idx="5391">
                        <c:v>7</c:v>
                      </c:pt>
                      <c:pt idx="5392">
                        <c:v>7</c:v>
                      </c:pt>
                      <c:pt idx="5393">
                        <c:v>7</c:v>
                      </c:pt>
                      <c:pt idx="5394">
                        <c:v>7</c:v>
                      </c:pt>
                      <c:pt idx="5395">
                        <c:v>7</c:v>
                      </c:pt>
                      <c:pt idx="5396">
                        <c:v>7</c:v>
                      </c:pt>
                      <c:pt idx="5397">
                        <c:v>7</c:v>
                      </c:pt>
                      <c:pt idx="5398">
                        <c:v>7</c:v>
                      </c:pt>
                      <c:pt idx="5399">
                        <c:v>7</c:v>
                      </c:pt>
                      <c:pt idx="5400">
                        <c:v>7</c:v>
                      </c:pt>
                      <c:pt idx="5401">
                        <c:v>7</c:v>
                      </c:pt>
                      <c:pt idx="5402">
                        <c:v>7</c:v>
                      </c:pt>
                      <c:pt idx="5403">
                        <c:v>7</c:v>
                      </c:pt>
                      <c:pt idx="5404">
                        <c:v>7</c:v>
                      </c:pt>
                      <c:pt idx="5405">
                        <c:v>7</c:v>
                      </c:pt>
                      <c:pt idx="5406">
                        <c:v>7</c:v>
                      </c:pt>
                      <c:pt idx="5407">
                        <c:v>7</c:v>
                      </c:pt>
                      <c:pt idx="5408">
                        <c:v>7</c:v>
                      </c:pt>
                      <c:pt idx="5409">
                        <c:v>7</c:v>
                      </c:pt>
                      <c:pt idx="5410">
                        <c:v>7</c:v>
                      </c:pt>
                      <c:pt idx="5411">
                        <c:v>7</c:v>
                      </c:pt>
                      <c:pt idx="5412">
                        <c:v>7</c:v>
                      </c:pt>
                      <c:pt idx="5413">
                        <c:v>7</c:v>
                      </c:pt>
                      <c:pt idx="5414">
                        <c:v>7</c:v>
                      </c:pt>
                      <c:pt idx="5415">
                        <c:v>7</c:v>
                      </c:pt>
                      <c:pt idx="5416">
                        <c:v>7</c:v>
                      </c:pt>
                      <c:pt idx="5417">
                        <c:v>7</c:v>
                      </c:pt>
                      <c:pt idx="5418">
                        <c:v>7</c:v>
                      </c:pt>
                      <c:pt idx="5419">
                        <c:v>7</c:v>
                      </c:pt>
                      <c:pt idx="5420">
                        <c:v>7</c:v>
                      </c:pt>
                      <c:pt idx="5421">
                        <c:v>7</c:v>
                      </c:pt>
                      <c:pt idx="5422">
                        <c:v>7</c:v>
                      </c:pt>
                      <c:pt idx="5423">
                        <c:v>7</c:v>
                      </c:pt>
                      <c:pt idx="5424">
                        <c:v>7</c:v>
                      </c:pt>
                      <c:pt idx="5425">
                        <c:v>7</c:v>
                      </c:pt>
                      <c:pt idx="5426">
                        <c:v>7</c:v>
                      </c:pt>
                      <c:pt idx="5427">
                        <c:v>7</c:v>
                      </c:pt>
                      <c:pt idx="5428">
                        <c:v>7</c:v>
                      </c:pt>
                      <c:pt idx="5429">
                        <c:v>7</c:v>
                      </c:pt>
                      <c:pt idx="5430">
                        <c:v>7</c:v>
                      </c:pt>
                      <c:pt idx="5431">
                        <c:v>7</c:v>
                      </c:pt>
                      <c:pt idx="5432">
                        <c:v>7</c:v>
                      </c:pt>
                      <c:pt idx="5433">
                        <c:v>7</c:v>
                      </c:pt>
                      <c:pt idx="5434">
                        <c:v>7</c:v>
                      </c:pt>
                      <c:pt idx="5435">
                        <c:v>7</c:v>
                      </c:pt>
                      <c:pt idx="5436">
                        <c:v>7</c:v>
                      </c:pt>
                      <c:pt idx="5437">
                        <c:v>7</c:v>
                      </c:pt>
                      <c:pt idx="5438">
                        <c:v>7</c:v>
                      </c:pt>
                      <c:pt idx="5439">
                        <c:v>7</c:v>
                      </c:pt>
                      <c:pt idx="5440">
                        <c:v>7</c:v>
                      </c:pt>
                      <c:pt idx="5441">
                        <c:v>7</c:v>
                      </c:pt>
                      <c:pt idx="5442">
                        <c:v>7</c:v>
                      </c:pt>
                      <c:pt idx="5443">
                        <c:v>7</c:v>
                      </c:pt>
                      <c:pt idx="5444">
                        <c:v>7</c:v>
                      </c:pt>
                      <c:pt idx="5445">
                        <c:v>7</c:v>
                      </c:pt>
                      <c:pt idx="5446">
                        <c:v>7</c:v>
                      </c:pt>
                      <c:pt idx="5447">
                        <c:v>7</c:v>
                      </c:pt>
                      <c:pt idx="5448">
                        <c:v>7</c:v>
                      </c:pt>
                      <c:pt idx="5449">
                        <c:v>7</c:v>
                      </c:pt>
                      <c:pt idx="5450">
                        <c:v>7</c:v>
                      </c:pt>
                      <c:pt idx="5451">
                        <c:v>7</c:v>
                      </c:pt>
                      <c:pt idx="5452">
                        <c:v>7</c:v>
                      </c:pt>
                      <c:pt idx="5453">
                        <c:v>7</c:v>
                      </c:pt>
                      <c:pt idx="5454">
                        <c:v>7</c:v>
                      </c:pt>
                      <c:pt idx="5455">
                        <c:v>7</c:v>
                      </c:pt>
                      <c:pt idx="5456">
                        <c:v>7</c:v>
                      </c:pt>
                      <c:pt idx="5457">
                        <c:v>7</c:v>
                      </c:pt>
                      <c:pt idx="5458">
                        <c:v>7</c:v>
                      </c:pt>
                      <c:pt idx="5459">
                        <c:v>7</c:v>
                      </c:pt>
                      <c:pt idx="5460">
                        <c:v>7</c:v>
                      </c:pt>
                      <c:pt idx="5461">
                        <c:v>7</c:v>
                      </c:pt>
                      <c:pt idx="5462">
                        <c:v>7</c:v>
                      </c:pt>
                      <c:pt idx="5463">
                        <c:v>7</c:v>
                      </c:pt>
                      <c:pt idx="5464">
                        <c:v>7</c:v>
                      </c:pt>
                      <c:pt idx="5465">
                        <c:v>7</c:v>
                      </c:pt>
                      <c:pt idx="5466">
                        <c:v>7</c:v>
                      </c:pt>
                      <c:pt idx="5467">
                        <c:v>7</c:v>
                      </c:pt>
                      <c:pt idx="5468">
                        <c:v>7</c:v>
                      </c:pt>
                      <c:pt idx="5469">
                        <c:v>7</c:v>
                      </c:pt>
                      <c:pt idx="5470">
                        <c:v>7</c:v>
                      </c:pt>
                      <c:pt idx="5471">
                        <c:v>7</c:v>
                      </c:pt>
                      <c:pt idx="5472">
                        <c:v>7</c:v>
                      </c:pt>
                      <c:pt idx="5473">
                        <c:v>7</c:v>
                      </c:pt>
                      <c:pt idx="5474">
                        <c:v>7</c:v>
                      </c:pt>
                      <c:pt idx="5475">
                        <c:v>7</c:v>
                      </c:pt>
                      <c:pt idx="5476">
                        <c:v>7</c:v>
                      </c:pt>
                      <c:pt idx="5477">
                        <c:v>7</c:v>
                      </c:pt>
                      <c:pt idx="5478">
                        <c:v>7</c:v>
                      </c:pt>
                      <c:pt idx="5479">
                        <c:v>7</c:v>
                      </c:pt>
                      <c:pt idx="5480">
                        <c:v>7</c:v>
                      </c:pt>
                      <c:pt idx="5481">
                        <c:v>7</c:v>
                      </c:pt>
                      <c:pt idx="5482">
                        <c:v>7</c:v>
                      </c:pt>
                      <c:pt idx="5483">
                        <c:v>7</c:v>
                      </c:pt>
                      <c:pt idx="5484">
                        <c:v>7</c:v>
                      </c:pt>
                      <c:pt idx="5485">
                        <c:v>7</c:v>
                      </c:pt>
                      <c:pt idx="5486">
                        <c:v>7</c:v>
                      </c:pt>
                      <c:pt idx="5487">
                        <c:v>7</c:v>
                      </c:pt>
                      <c:pt idx="5488">
                        <c:v>7</c:v>
                      </c:pt>
                      <c:pt idx="5489">
                        <c:v>7</c:v>
                      </c:pt>
                      <c:pt idx="5490">
                        <c:v>7</c:v>
                      </c:pt>
                      <c:pt idx="5491">
                        <c:v>7</c:v>
                      </c:pt>
                      <c:pt idx="5492">
                        <c:v>7</c:v>
                      </c:pt>
                      <c:pt idx="5493">
                        <c:v>7</c:v>
                      </c:pt>
                      <c:pt idx="5494">
                        <c:v>7</c:v>
                      </c:pt>
                      <c:pt idx="5495">
                        <c:v>7</c:v>
                      </c:pt>
                      <c:pt idx="5496">
                        <c:v>7</c:v>
                      </c:pt>
                      <c:pt idx="5497">
                        <c:v>7</c:v>
                      </c:pt>
                      <c:pt idx="5498">
                        <c:v>7</c:v>
                      </c:pt>
                      <c:pt idx="5499">
                        <c:v>7</c:v>
                      </c:pt>
                      <c:pt idx="5500">
                        <c:v>7</c:v>
                      </c:pt>
                      <c:pt idx="5501">
                        <c:v>7</c:v>
                      </c:pt>
                      <c:pt idx="5502">
                        <c:v>7</c:v>
                      </c:pt>
                      <c:pt idx="5503">
                        <c:v>7</c:v>
                      </c:pt>
                      <c:pt idx="5504">
                        <c:v>7</c:v>
                      </c:pt>
                      <c:pt idx="5505">
                        <c:v>7</c:v>
                      </c:pt>
                      <c:pt idx="5506">
                        <c:v>7</c:v>
                      </c:pt>
                      <c:pt idx="5507">
                        <c:v>7</c:v>
                      </c:pt>
                      <c:pt idx="5508">
                        <c:v>7</c:v>
                      </c:pt>
                      <c:pt idx="5509">
                        <c:v>7</c:v>
                      </c:pt>
                      <c:pt idx="5510">
                        <c:v>7</c:v>
                      </c:pt>
                      <c:pt idx="5511">
                        <c:v>7</c:v>
                      </c:pt>
                      <c:pt idx="5512">
                        <c:v>7</c:v>
                      </c:pt>
                      <c:pt idx="5513">
                        <c:v>7</c:v>
                      </c:pt>
                      <c:pt idx="5514">
                        <c:v>7</c:v>
                      </c:pt>
                      <c:pt idx="5515">
                        <c:v>7</c:v>
                      </c:pt>
                      <c:pt idx="5516">
                        <c:v>7</c:v>
                      </c:pt>
                      <c:pt idx="5517">
                        <c:v>7</c:v>
                      </c:pt>
                      <c:pt idx="5518">
                        <c:v>7</c:v>
                      </c:pt>
                      <c:pt idx="5519">
                        <c:v>7</c:v>
                      </c:pt>
                      <c:pt idx="5520">
                        <c:v>7</c:v>
                      </c:pt>
                      <c:pt idx="5521">
                        <c:v>7</c:v>
                      </c:pt>
                      <c:pt idx="5522">
                        <c:v>7</c:v>
                      </c:pt>
                      <c:pt idx="5523">
                        <c:v>7</c:v>
                      </c:pt>
                      <c:pt idx="5524">
                        <c:v>7</c:v>
                      </c:pt>
                      <c:pt idx="5525">
                        <c:v>7</c:v>
                      </c:pt>
                      <c:pt idx="5526">
                        <c:v>7</c:v>
                      </c:pt>
                      <c:pt idx="5527">
                        <c:v>7</c:v>
                      </c:pt>
                      <c:pt idx="5528">
                        <c:v>7</c:v>
                      </c:pt>
                      <c:pt idx="5529">
                        <c:v>7</c:v>
                      </c:pt>
                      <c:pt idx="5530">
                        <c:v>7</c:v>
                      </c:pt>
                      <c:pt idx="5531">
                        <c:v>7</c:v>
                      </c:pt>
                      <c:pt idx="5532">
                        <c:v>7</c:v>
                      </c:pt>
                      <c:pt idx="5533">
                        <c:v>7</c:v>
                      </c:pt>
                      <c:pt idx="5534">
                        <c:v>7</c:v>
                      </c:pt>
                      <c:pt idx="5535">
                        <c:v>7</c:v>
                      </c:pt>
                      <c:pt idx="5536">
                        <c:v>7</c:v>
                      </c:pt>
                      <c:pt idx="5537">
                        <c:v>7</c:v>
                      </c:pt>
                      <c:pt idx="5538">
                        <c:v>7</c:v>
                      </c:pt>
                      <c:pt idx="5539">
                        <c:v>7</c:v>
                      </c:pt>
                      <c:pt idx="5540">
                        <c:v>7</c:v>
                      </c:pt>
                      <c:pt idx="5541">
                        <c:v>7</c:v>
                      </c:pt>
                      <c:pt idx="5542">
                        <c:v>7</c:v>
                      </c:pt>
                      <c:pt idx="5543">
                        <c:v>7</c:v>
                      </c:pt>
                      <c:pt idx="5544">
                        <c:v>7</c:v>
                      </c:pt>
                      <c:pt idx="5545">
                        <c:v>7</c:v>
                      </c:pt>
                      <c:pt idx="5546">
                        <c:v>7</c:v>
                      </c:pt>
                      <c:pt idx="5547">
                        <c:v>7</c:v>
                      </c:pt>
                      <c:pt idx="5548">
                        <c:v>7</c:v>
                      </c:pt>
                      <c:pt idx="5549">
                        <c:v>7</c:v>
                      </c:pt>
                      <c:pt idx="5550">
                        <c:v>7</c:v>
                      </c:pt>
                      <c:pt idx="5551">
                        <c:v>7</c:v>
                      </c:pt>
                      <c:pt idx="5552">
                        <c:v>7</c:v>
                      </c:pt>
                      <c:pt idx="5553">
                        <c:v>7</c:v>
                      </c:pt>
                      <c:pt idx="5554">
                        <c:v>7</c:v>
                      </c:pt>
                      <c:pt idx="5555">
                        <c:v>7</c:v>
                      </c:pt>
                      <c:pt idx="5556">
                        <c:v>7</c:v>
                      </c:pt>
                      <c:pt idx="5557">
                        <c:v>7</c:v>
                      </c:pt>
                      <c:pt idx="5558">
                        <c:v>7</c:v>
                      </c:pt>
                      <c:pt idx="5559">
                        <c:v>7</c:v>
                      </c:pt>
                      <c:pt idx="5560">
                        <c:v>7</c:v>
                      </c:pt>
                      <c:pt idx="5561">
                        <c:v>7</c:v>
                      </c:pt>
                      <c:pt idx="5562">
                        <c:v>7</c:v>
                      </c:pt>
                      <c:pt idx="5563">
                        <c:v>7</c:v>
                      </c:pt>
                      <c:pt idx="5564">
                        <c:v>7</c:v>
                      </c:pt>
                      <c:pt idx="5565">
                        <c:v>7</c:v>
                      </c:pt>
                      <c:pt idx="5566">
                        <c:v>7</c:v>
                      </c:pt>
                      <c:pt idx="5567">
                        <c:v>7</c:v>
                      </c:pt>
                      <c:pt idx="5568">
                        <c:v>7</c:v>
                      </c:pt>
                      <c:pt idx="5569">
                        <c:v>7</c:v>
                      </c:pt>
                      <c:pt idx="5570">
                        <c:v>7</c:v>
                      </c:pt>
                      <c:pt idx="5571">
                        <c:v>7</c:v>
                      </c:pt>
                      <c:pt idx="5572">
                        <c:v>7</c:v>
                      </c:pt>
                      <c:pt idx="5573">
                        <c:v>7</c:v>
                      </c:pt>
                      <c:pt idx="5574">
                        <c:v>7</c:v>
                      </c:pt>
                      <c:pt idx="5575">
                        <c:v>7</c:v>
                      </c:pt>
                      <c:pt idx="5576">
                        <c:v>7</c:v>
                      </c:pt>
                      <c:pt idx="5577">
                        <c:v>7</c:v>
                      </c:pt>
                      <c:pt idx="5578">
                        <c:v>7</c:v>
                      </c:pt>
                      <c:pt idx="5579">
                        <c:v>7</c:v>
                      </c:pt>
                      <c:pt idx="5580">
                        <c:v>7</c:v>
                      </c:pt>
                      <c:pt idx="5581">
                        <c:v>7</c:v>
                      </c:pt>
                      <c:pt idx="5582">
                        <c:v>7</c:v>
                      </c:pt>
                      <c:pt idx="5583">
                        <c:v>7</c:v>
                      </c:pt>
                      <c:pt idx="5584">
                        <c:v>7</c:v>
                      </c:pt>
                      <c:pt idx="5585">
                        <c:v>7</c:v>
                      </c:pt>
                      <c:pt idx="5586">
                        <c:v>7</c:v>
                      </c:pt>
                      <c:pt idx="5587">
                        <c:v>7</c:v>
                      </c:pt>
                      <c:pt idx="5588">
                        <c:v>7</c:v>
                      </c:pt>
                      <c:pt idx="5589">
                        <c:v>7</c:v>
                      </c:pt>
                      <c:pt idx="5590">
                        <c:v>7</c:v>
                      </c:pt>
                      <c:pt idx="5591">
                        <c:v>7</c:v>
                      </c:pt>
                      <c:pt idx="5592">
                        <c:v>7</c:v>
                      </c:pt>
                      <c:pt idx="5593">
                        <c:v>7</c:v>
                      </c:pt>
                      <c:pt idx="5594">
                        <c:v>7</c:v>
                      </c:pt>
                      <c:pt idx="5595">
                        <c:v>7</c:v>
                      </c:pt>
                      <c:pt idx="5596">
                        <c:v>7</c:v>
                      </c:pt>
                      <c:pt idx="5597">
                        <c:v>7</c:v>
                      </c:pt>
                      <c:pt idx="5598">
                        <c:v>7</c:v>
                      </c:pt>
                      <c:pt idx="5599">
                        <c:v>7</c:v>
                      </c:pt>
                      <c:pt idx="5600">
                        <c:v>7</c:v>
                      </c:pt>
                      <c:pt idx="5601">
                        <c:v>7</c:v>
                      </c:pt>
                      <c:pt idx="5602">
                        <c:v>7</c:v>
                      </c:pt>
                      <c:pt idx="5603">
                        <c:v>7</c:v>
                      </c:pt>
                      <c:pt idx="5604">
                        <c:v>7</c:v>
                      </c:pt>
                      <c:pt idx="5605">
                        <c:v>7</c:v>
                      </c:pt>
                      <c:pt idx="5606">
                        <c:v>7</c:v>
                      </c:pt>
                      <c:pt idx="5607">
                        <c:v>7</c:v>
                      </c:pt>
                      <c:pt idx="5608">
                        <c:v>7</c:v>
                      </c:pt>
                      <c:pt idx="5609">
                        <c:v>7</c:v>
                      </c:pt>
                      <c:pt idx="5610">
                        <c:v>7</c:v>
                      </c:pt>
                      <c:pt idx="5611">
                        <c:v>7</c:v>
                      </c:pt>
                      <c:pt idx="5612">
                        <c:v>7</c:v>
                      </c:pt>
                      <c:pt idx="5613">
                        <c:v>7</c:v>
                      </c:pt>
                      <c:pt idx="5614">
                        <c:v>7</c:v>
                      </c:pt>
                      <c:pt idx="5615">
                        <c:v>7</c:v>
                      </c:pt>
                      <c:pt idx="5616">
                        <c:v>7</c:v>
                      </c:pt>
                      <c:pt idx="5617">
                        <c:v>7</c:v>
                      </c:pt>
                      <c:pt idx="5618">
                        <c:v>7</c:v>
                      </c:pt>
                      <c:pt idx="5619">
                        <c:v>7</c:v>
                      </c:pt>
                      <c:pt idx="5620">
                        <c:v>7</c:v>
                      </c:pt>
                      <c:pt idx="5621">
                        <c:v>7</c:v>
                      </c:pt>
                      <c:pt idx="5622">
                        <c:v>7</c:v>
                      </c:pt>
                      <c:pt idx="5623">
                        <c:v>6.75</c:v>
                      </c:pt>
                      <c:pt idx="5624">
                        <c:v>6.75</c:v>
                      </c:pt>
                      <c:pt idx="5625">
                        <c:v>6.75</c:v>
                      </c:pt>
                      <c:pt idx="5626">
                        <c:v>6.75</c:v>
                      </c:pt>
                      <c:pt idx="5627">
                        <c:v>6.75</c:v>
                      </c:pt>
                      <c:pt idx="5628">
                        <c:v>6.75</c:v>
                      </c:pt>
                      <c:pt idx="5629">
                        <c:v>6.75</c:v>
                      </c:pt>
                      <c:pt idx="5630">
                        <c:v>6.75</c:v>
                      </c:pt>
                      <c:pt idx="5631">
                        <c:v>6.75</c:v>
                      </c:pt>
                      <c:pt idx="5632">
                        <c:v>6.75</c:v>
                      </c:pt>
                      <c:pt idx="5633">
                        <c:v>6.75</c:v>
                      </c:pt>
                      <c:pt idx="5634">
                        <c:v>6.75</c:v>
                      </c:pt>
                      <c:pt idx="5635">
                        <c:v>6.75</c:v>
                      </c:pt>
                      <c:pt idx="5636">
                        <c:v>6.75</c:v>
                      </c:pt>
                      <c:pt idx="5637">
                        <c:v>6.75</c:v>
                      </c:pt>
                      <c:pt idx="5638">
                        <c:v>6.75</c:v>
                      </c:pt>
                      <c:pt idx="5639">
                        <c:v>6.75</c:v>
                      </c:pt>
                      <c:pt idx="5640">
                        <c:v>6.75</c:v>
                      </c:pt>
                      <c:pt idx="5641">
                        <c:v>6.75</c:v>
                      </c:pt>
                      <c:pt idx="5642">
                        <c:v>6.75</c:v>
                      </c:pt>
                      <c:pt idx="5643">
                        <c:v>6.75</c:v>
                      </c:pt>
                      <c:pt idx="5644">
                        <c:v>6.75</c:v>
                      </c:pt>
                      <c:pt idx="5645">
                        <c:v>6.75</c:v>
                      </c:pt>
                      <c:pt idx="5646">
                        <c:v>6.75</c:v>
                      </c:pt>
                      <c:pt idx="5647">
                        <c:v>6.75</c:v>
                      </c:pt>
                      <c:pt idx="5648">
                        <c:v>6.75</c:v>
                      </c:pt>
                      <c:pt idx="5649">
                        <c:v>6.75</c:v>
                      </c:pt>
                      <c:pt idx="5650">
                        <c:v>6.75</c:v>
                      </c:pt>
                      <c:pt idx="5651">
                        <c:v>6.75</c:v>
                      </c:pt>
                      <c:pt idx="5652">
                        <c:v>6.75</c:v>
                      </c:pt>
                      <c:pt idx="5653">
                        <c:v>6.75</c:v>
                      </c:pt>
                      <c:pt idx="5654">
                        <c:v>6.75</c:v>
                      </c:pt>
                      <c:pt idx="5655">
                        <c:v>6.75</c:v>
                      </c:pt>
                      <c:pt idx="5656">
                        <c:v>6.75</c:v>
                      </c:pt>
                      <c:pt idx="5657">
                        <c:v>6.75</c:v>
                      </c:pt>
                      <c:pt idx="5658">
                        <c:v>6.75</c:v>
                      </c:pt>
                      <c:pt idx="5659">
                        <c:v>6.75</c:v>
                      </c:pt>
                      <c:pt idx="5660">
                        <c:v>6.75</c:v>
                      </c:pt>
                      <c:pt idx="5661">
                        <c:v>6.75</c:v>
                      </c:pt>
                      <c:pt idx="5662">
                        <c:v>6.75</c:v>
                      </c:pt>
                      <c:pt idx="5663">
                        <c:v>6.75</c:v>
                      </c:pt>
                      <c:pt idx="5664">
                        <c:v>6.75</c:v>
                      </c:pt>
                      <c:pt idx="5665">
                        <c:v>6.75</c:v>
                      </c:pt>
                      <c:pt idx="5666">
                        <c:v>6.75</c:v>
                      </c:pt>
                      <c:pt idx="5667">
                        <c:v>6.75</c:v>
                      </c:pt>
                      <c:pt idx="5668">
                        <c:v>6.75</c:v>
                      </c:pt>
                      <c:pt idx="5669">
                        <c:v>6.75</c:v>
                      </c:pt>
                      <c:pt idx="5670">
                        <c:v>6.75</c:v>
                      </c:pt>
                      <c:pt idx="5671">
                        <c:v>6.75</c:v>
                      </c:pt>
                      <c:pt idx="5672">
                        <c:v>6.75</c:v>
                      </c:pt>
                      <c:pt idx="5673">
                        <c:v>6.75</c:v>
                      </c:pt>
                      <c:pt idx="5674">
                        <c:v>6.75</c:v>
                      </c:pt>
                      <c:pt idx="5675">
                        <c:v>6.75</c:v>
                      </c:pt>
                      <c:pt idx="5676">
                        <c:v>6.75</c:v>
                      </c:pt>
                      <c:pt idx="5677">
                        <c:v>6.75</c:v>
                      </c:pt>
                      <c:pt idx="5678">
                        <c:v>6.75</c:v>
                      </c:pt>
                      <c:pt idx="5679">
                        <c:v>6.75</c:v>
                      </c:pt>
                      <c:pt idx="5680">
                        <c:v>6.75</c:v>
                      </c:pt>
                      <c:pt idx="5681">
                        <c:v>6.75</c:v>
                      </c:pt>
                      <c:pt idx="5682">
                        <c:v>6.75</c:v>
                      </c:pt>
                      <c:pt idx="5683">
                        <c:v>6.75</c:v>
                      </c:pt>
                      <c:pt idx="5684">
                        <c:v>6.75</c:v>
                      </c:pt>
                      <c:pt idx="5685">
                        <c:v>6.75</c:v>
                      </c:pt>
                      <c:pt idx="5686">
                        <c:v>6.75</c:v>
                      </c:pt>
                      <c:pt idx="5687">
                        <c:v>6.75</c:v>
                      </c:pt>
                      <c:pt idx="5688">
                        <c:v>6.75</c:v>
                      </c:pt>
                      <c:pt idx="5689">
                        <c:v>6.75</c:v>
                      </c:pt>
                      <c:pt idx="5690">
                        <c:v>6.75</c:v>
                      </c:pt>
                      <c:pt idx="5691">
                        <c:v>6.75</c:v>
                      </c:pt>
                      <c:pt idx="5692">
                        <c:v>6.75</c:v>
                      </c:pt>
                      <c:pt idx="5693">
                        <c:v>6.75</c:v>
                      </c:pt>
                      <c:pt idx="5694">
                        <c:v>6.75</c:v>
                      </c:pt>
                      <c:pt idx="5695">
                        <c:v>6.75</c:v>
                      </c:pt>
                      <c:pt idx="5696">
                        <c:v>6.75</c:v>
                      </c:pt>
                      <c:pt idx="5697">
                        <c:v>6.75</c:v>
                      </c:pt>
                      <c:pt idx="5698">
                        <c:v>6.75</c:v>
                      </c:pt>
                      <c:pt idx="5699">
                        <c:v>6.75</c:v>
                      </c:pt>
                      <c:pt idx="5700">
                        <c:v>6.75</c:v>
                      </c:pt>
                      <c:pt idx="5701">
                        <c:v>6.75</c:v>
                      </c:pt>
                      <c:pt idx="5702">
                        <c:v>6.75</c:v>
                      </c:pt>
                      <c:pt idx="5703">
                        <c:v>6.75</c:v>
                      </c:pt>
                      <c:pt idx="5704">
                        <c:v>6.75</c:v>
                      </c:pt>
                      <c:pt idx="5705">
                        <c:v>6.75</c:v>
                      </c:pt>
                      <c:pt idx="5706">
                        <c:v>6.75</c:v>
                      </c:pt>
                      <c:pt idx="5707">
                        <c:v>6.75</c:v>
                      </c:pt>
                      <c:pt idx="5708">
                        <c:v>6.75</c:v>
                      </c:pt>
                      <c:pt idx="5709">
                        <c:v>6.75</c:v>
                      </c:pt>
                      <c:pt idx="5710">
                        <c:v>6.75</c:v>
                      </c:pt>
                      <c:pt idx="5711">
                        <c:v>6.75</c:v>
                      </c:pt>
                      <c:pt idx="5712">
                        <c:v>6.75</c:v>
                      </c:pt>
                      <c:pt idx="5713">
                        <c:v>6.75</c:v>
                      </c:pt>
                      <c:pt idx="5714">
                        <c:v>6.75</c:v>
                      </c:pt>
                      <c:pt idx="5715">
                        <c:v>6.75</c:v>
                      </c:pt>
                      <c:pt idx="5716">
                        <c:v>6.75</c:v>
                      </c:pt>
                      <c:pt idx="5717">
                        <c:v>6.75</c:v>
                      </c:pt>
                      <c:pt idx="5718">
                        <c:v>6.75</c:v>
                      </c:pt>
                      <c:pt idx="5719">
                        <c:v>6.75</c:v>
                      </c:pt>
                      <c:pt idx="5720">
                        <c:v>6.75</c:v>
                      </c:pt>
                      <c:pt idx="5721">
                        <c:v>6.75</c:v>
                      </c:pt>
                      <c:pt idx="5722">
                        <c:v>6.75</c:v>
                      </c:pt>
                      <c:pt idx="5723">
                        <c:v>6.75</c:v>
                      </c:pt>
                      <c:pt idx="5724">
                        <c:v>6.75</c:v>
                      </c:pt>
                      <c:pt idx="5725">
                        <c:v>6.75</c:v>
                      </c:pt>
                      <c:pt idx="5726">
                        <c:v>6.75</c:v>
                      </c:pt>
                      <c:pt idx="5727">
                        <c:v>6.75</c:v>
                      </c:pt>
                      <c:pt idx="5728">
                        <c:v>6.75</c:v>
                      </c:pt>
                      <c:pt idx="5729">
                        <c:v>6.75</c:v>
                      </c:pt>
                      <c:pt idx="5730">
                        <c:v>6.75</c:v>
                      </c:pt>
                      <c:pt idx="5731">
                        <c:v>6.75</c:v>
                      </c:pt>
                      <c:pt idx="5732">
                        <c:v>6.75</c:v>
                      </c:pt>
                      <c:pt idx="5733">
                        <c:v>6.75</c:v>
                      </c:pt>
                      <c:pt idx="5734">
                        <c:v>6.75</c:v>
                      </c:pt>
                      <c:pt idx="5735">
                        <c:v>6.75</c:v>
                      </c:pt>
                      <c:pt idx="5736">
                        <c:v>6.75</c:v>
                      </c:pt>
                      <c:pt idx="5737">
                        <c:v>6.75</c:v>
                      </c:pt>
                      <c:pt idx="5738">
                        <c:v>6.75</c:v>
                      </c:pt>
                      <c:pt idx="5739">
                        <c:v>6.75</c:v>
                      </c:pt>
                      <c:pt idx="5740">
                        <c:v>6.75</c:v>
                      </c:pt>
                      <c:pt idx="5741">
                        <c:v>6.75</c:v>
                      </c:pt>
                      <c:pt idx="5742">
                        <c:v>6.75</c:v>
                      </c:pt>
                      <c:pt idx="5743">
                        <c:v>6.75</c:v>
                      </c:pt>
                      <c:pt idx="5744">
                        <c:v>6.75</c:v>
                      </c:pt>
                      <c:pt idx="5745">
                        <c:v>6.75</c:v>
                      </c:pt>
                      <c:pt idx="5746">
                        <c:v>6.75</c:v>
                      </c:pt>
                      <c:pt idx="5747">
                        <c:v>6.75</c:v>
                      </c:pt>
                      <c:pt idx="5748">
                        <c:v>6.75</c:v>
                      </c:pt>
                      <c:pt idx="5749">
                        <c:v>6.75</c:v>
                      </c:pt>
                      <c:pt idx="5750">
                        <c:v>6.75</c:v>
                      </c:pt>
                      <c:pt idx="5751">
                        <c:v>6.75</c:v>
                      </c:pt>
                      <c:pt idx="5752">
                        <c:v>6.75</c:v>
                      </c:pt>
                      <c:pt idx="5753">
                        <c:v>6.75</c:v>
                      </c:pt>
                      <c:pt idx="5754">
                        <c:v>6.75</c:v>
                      </c:pt>
                      <c:pt idx="5755">
                        <c:v>6.75</c:v>
                      </c:pt>
                      <c:pt idx="5756">
                        <c:v>6.75</c:v>
                      </c:pt>
                      <c:pt idx="5757">
                        <c:v>6.75</c:v>
                      </c:pt>
                      <c:pt idx="5758">
                        <c:v>6.75</c:v>
                      </c:pt>
                      <c:pt idx="5759">
                        <c:v>6.75</c:v>
                      </c:pt>
                      <c:pt idx="5760">
                        <c:v>6.75</c:v>
                      </c:pt>
                      <c:pt idx="5761">
                        <c:v>6.75</c:v>
                      </c:pt>
                      <c:pt idx="5762">
                        <c:v>6.75</c:v>
                      </c:pt>
                      <c:pt idx="5763">
                        <c:v>6.75</c:v>
                      </c:pt>
                      <c:pt idx="5764">
                        <c:v>6.75</c:v>
                      </c:pt>
                      <c:pt idx="5765">
                        <c:v>6.75</c:v>
                      </c:pt>
                      <c:pt idx="5766">
                        <c:v>6.75</c:v>
                      </c:pt>
                      <c:pt idx="5767">
                        <c:v>6.75</c:v>
                      </c:pt>
                      <c:pt idx="5768">
                        <c:v>6.75</c:v>
                      </c:pt>
                      <c:pt idx="5769">
                        <c:v>6.75</c:v>
                      </c:pt>
                      <c:pt idx="5770">
                        <c:v>6.75</c:v>
                      </c:pt>
                      <c:pt idx="5771">
                        <c:v>6.75</c:v>
                      </c:pt>
                      <c:pt idx="5772">
                        <c:v>6.75</c:v>
                      </c:pt>
                      <c:pt idx="5773">
                        <c:v>6.75</c:v>
                      </c:pt>
                      <c:pt idx="5774">
                        <c:v>6.75</c:v>
                      </c:pt>
                      <c:pt idx="5775">
                        <c:v>6.75</c:v>
                      </c:pt>
                      <c:pt idx="5776">
                        <c:v>6.75</c:v>
                      </c:pt>
                      <c:pt idx="5777">
                        <c:v>6.75</c:v>
                      </c:pt>
                      <c:pt idx="5778">
                        <c:v>6.75</c:v>
                      </c:pt>
                      <c:pt idx="5779">
                        <c:v>6.75</c:v>
                      </c:pt>
                      <c:pt idx="5780">
                        <c:v>6.75</c:v>
                      </c:pt>
                      <c:pt idx="5781">
                        <c:v>6.75</c:v>
                      </c:pt>
                      <c:pt idx="5782">
                        <c:v>6.75</c:v>
                      </c:pt>
                      <c:pt idx="5783">
                        <c:v>6.75</c:v>
                      </c:pt>
                      <c:pt idx="5784">
                        <c:v>6.75</c:v>
                      </c:pt>
                      <c:pt idx="5785">
                        <c:v>6.75</c:v>
                      </c:pt>
                      <c:pt idx="5786">
                        <c:v>6.75</c:v>
                      </c:pt>
                      <c:pt idx="5787">
                        <c:v>6.75</c:v>
                      </c:pt>
                      <c:pt idx="5788">
                        <c:v>6.75</c:v>
                      </c:pt>
                      <c:pt idx="5789">
                        <c:v>6.75</c:v>
                      </c:pt>
                      <c:pt idx="5790">
                        <c:v>6.75</c:v>
                      </c:pt>
                      <c:pt idx="5791">
                        <c:v>6.75</c:v>
                      </c:pt>
                      <c:pt idx="5792">
                        <c:v>6.75</c:v>
                      </c:pt>
                      <c:pt idx="5793">
                        <c:v>6.75</c:v>
                      </c:pt>
                      <c:pt idx="5794">
                        <c:v>6.75</c:v>
                      </c:pt>
                      <c:pt idx="5795">
                        <c:v>6.75</c:v>
                      </c:pt>
                      <c:pt idx="5796">
                        <c:v>6.75</c:v>
                      </c:pt>
                      <c:pt idx="5797">
                        <c:v>6.75</c:v>
                      </c:pt>
                      <c:pt idx="5798">
                        <c:v>6.75</c:v>
                      </c:pt>
                      <c:pt idx="5799">
                        <c:v>6.75</c:v>
                      </c:pt>
                      <c:pt idx="5800">
                        <c:v>6.75</c:v>
                      </c:pt>
                      <c:pt idx="5801">
                        <c:v>6.75</c:v>
                      </c:pt>
                      <c:pt idx="5802">
                        <c:v>6.5</c:v>
                      </c:pt>
                      <c:pt idx="5803">
                        <c:v>6.5</c:v>
                      </c:pt>
                      <c:pt idx="5804">
                        <c:v>6.5</c:v>
                      </c:pt>
                      <c:pt idx="5805">
                        <c:v>6.5</c:v>
                      </c:pt>
                      <c:pt idx="5806">
                        <c:v>6.5</c:v>
                      </c:pt>
                      <c:pt idx="5807">
                        <c:v>6.5</c:v>
                      </c:pt>
                      <c:pt idx="5808">
                        <c:v>6.5</c:v>
                      </c:pt>
                      <c:pt idx="5809">
                        <c:v>6.5</c:v>
                      </c:pt>
                      <c:pt idx="5810">
                        <c:v>6.5</c:v>
                      </c:pt>
                      <c:pt idx="5811">
                        <c:v>6.5</c:v>
                      </c:pt>
                      <c:pt idx="5812">
                        <c:v>6.5</c:v>
                      </c:pt>
                      <c:pt idx="5813">
                        <c:v>6.5</c:v>
                      </c:pt>
                      <c:pt idx="5814">
                        <c:v>6.5</c:v>
                      </c:pt>
                      <c:pt idx="5815">
                        <c:v>6.5</c:v>
                      </c:pt>
                      <c:pt idx="5816">
                        <c:v>6.5</c:v>
                      </c:pt>
                      <c:pt idx="5817">
                        <c:v>6.5</c:v>
                      </c:pt>
                      <c:pt idx="5818">
                        <c:v>6.5</c:v>
                      </c:pt>
                      <c:pt idx="5819">
                        <c:v>6.5</c:v>
                      </c:pt>
                      <c:pt idx="5820">
                        <c:v>6.5</c:v>
                      </c:pt>
                      <c:pt idx="5821">
                        <c:v>6.5</c:v>
                      </c:pt>
                      <c:pt idx="5822">
                        <c:v>6.5</c:v>
                      </c:pt>
                      <c:pt idx="5823">
                        <c:v>6.5</c:v>
                      </c:pt>
                      <c:pt idx="5824">
                        <c:v>6.5</c:v>
                      </c:pt>
                      <c:pt idx="5825">
                        <c:v>6.5</c:v>
                      </c:pt>
                      <c:pt idx="5826">
                        <c:v>6.5</c:v>
                      </c:pt>
                      <c:pt idx="5827">
                        <c:v>6.5</c:v>
                      </c:pt>
                      <c:pt idx="5828">
                        <c:v>6.5</c:v>
                      </c:pt>
                      <c:pt idx="5829">
                        <c:v>6.5</c:v>
                      </c:pt>
                      <c:pt idx="5830">
                        <c:v>6.5</c:v>
                      </c:pt>
                      <c:pt idx="5831">
                        <c:v>6.5</c:v>
                      </c:pt>
                      <c:pt idx="5832">
                        <c:v>6.5</c:v>
                      </c:pt>
                      <c:pt idx="5833">
                        <c:v>6.5</c:v>
                      </c:pt>
                      <c:pt idx="5834">
                        <c:v>6.5</c:v>
                      </c:pt>
                      <c:pt idx="5835">
                        <c:v>6.5</c:v>
                      </c:pt>
                      <c:pt idx="5836">
                        <c:v>6.5</c:v>
                      </c:pt>
                      <c:pt idx="5837">
                        <c:v>6.5</c:v>
                      </c:pt>
                      <c:pt idx="5838">
                        <c:v>6.5</c:v>
                      </c:pt>
                      <c:pt idx="5839">
                        <c:v>6.5</c:v>
                      </c:pt>
                      <c:pt idx="5840">
                        <c:v>6.5</c:v>
                      </c:pt>
                      <c:pt idx="5841">
                        <c:v>6.5</c:v>
                      </c:pt>
                      <c:pt idx="5842">
                        <c:v>6.5</c:v>
                      </c:pt>
                      <c:pt idx="5843">
                        <c:v>6.5</c:v>
                      </c:pt>
                      <c:pt idx="5844">
                        <c:v>6.5</c:v>
                      </c:pt>
                      <c:pt idx="5845">
                        <c:v>6.5</c:v>
                      </c:pt>
                      <c:pt idx="5846">
                        <c:v>6.5</c:v>
                      </c:pt>
                      <c:pt idx="5847">
                        <c:v>6.5</c:v>
                      </c:pt>
                      <c:pt idx="5848">
                        <c:v>6.5</c:v>
                      </c:pt>
                      <c:pt idx="5849">
                        <c:v>6.5</c:v>
                      </c:pt>
                      <c:pt idx="5850">
                        <c:v>6.5</c:v>
                      </c:pt>
                      <c:pt idx="5851">
                        <c:v>6.5</c:v>
                      </c:pt>
                      <c:pt idx="5852">
                        <c:v>6.5</c:v>
                      </c:pt>
                      <c:pt idx="5853">
                        <c:v>6.5</c:v>
                      </c:pt>
                      <c:pt idx="5854">
                        <c:v>6.5</c:v>
                      </c:pt>
                      <c:pt idx="5855">
                        <c:v>6.5</c:v>
                      </c:pt>
                      <c:pt idx="5856">
                        <c:v>6.5</c:v>
                      </c:pt>
                      <c:pt idx="5857">
                        <c:v>6.5</c:v>
                      </c:pt>
                      <c:pt idx="5858">
                        <c:v>6.5</c:v>
                      </c:pt>
                      <c:pt idx="5859">
                        <c:v>6.5</c:v>
                      </c:pt>
                      <c:pt idx="5860">
                        <c:v>6.5</c:v>
                      </c:pt>
                      <c:pt idx="5861">
                        <c:v>6.5</c:v>
                      </c:pt>
                      <c:pt idx="5862">
                        <c:v>6.5</c:v>
                      </c:pt>
                      <c:pt idx="5863">
                        <c:v>6.5</c:v>
                      </c:pt>
                      <c:pt idx="5864">
                        <c:v>6.5</c:v>
                      </c:pt>
                      <c:pt idx="5865">
                        <c:v>6.5</c:v>
                      </c:pt>
                      <c:pt idx="5866">
                        <c:v>6.5</c:v>
                      </c:pt>
                      <c:pt idx="5867">
                        <c:v>6.5</c:v>
                      </c:pt>
                      <c:pt idx="5868">
                        <c:v>6.5</c:v>
                      </c:pt>
                      <c:pt idx="5869">
                        <c:v>6.5</c:v>
                      </c:pt>
                      <c:pt idx="5870">
                        <c:v>6.5</c:v>
                      </c:pt>
                      <c:pt idx="5871">
                        <c:v>6.5</c:v>
                      </c:pt>
                      <c:pt idx="5872">
                        <c:v>6.5</c:v>
                      </c:pt>
                      <c:pt idx="5873">
                        <c:v>6.5</c:v>
                      </c:pt>
                      <c:pt idx="5874">
                        <c:v>6.5</c:v>
                      </c:pt>
                      <c:pt idx="5875">
                        <c:v>6.5</c:v>
                      </c:pt>
                      <c:pt idx="5876">
                        <c:v>6.5</c:v>
                      </c:pt>
                      <c:pt idx="5877">
                        <c:v>6.5</c:v>
                      </c:pt>
                      <c:pt idx="5878">
                        <c:v>6.5</c:v>
                      </c:pt>
                      <c:pt idx="5879">
                        <c:v>6.5</c:v>
                      </c:pt>
                      <c:pt idx="5880">
                        <c:v>6.5</c:v>
                      </c:pt>
                      <c:pt idx="5881">
                        <c:v>6.5</c:v>
                      </c:pt>
                      <c:pt idx="5882">
                        <c:v>6.5</c:v>
                      </c:pt>
                      <c:pt idx="5883">
                        <c:v>6.5</c:v>
                      </c:pt>
                      <c:pt idx="5884">
                        <c:v>6.5</c:v>
                      </c:pt>
                      <c:pt idx="5885">
                        <c:v>6.5</c:v>
                      </c:pt>
                      <c:pt idx="5886">
                        <c:v>6.5</c:v>
                      </c:pt>
                      <c:pt idx="5887">
                        <c:v>6.5</c:v>
                      </c:pt>
                      <c:pt idx="5888">
                        <c:v>6.5</c:v>
                      </c:pt>
                      <c:pt idx="5889">
                        <c:v>6.5</c:v>
                      </c:pt>
                      <c:pt idx="5890">
                        <c:v>6.5</c:v>
                      </c:pt>
                      <c:pt idx="5891">
                        <c:v>6.5</c:v>
                      </c:pt>
                      <c:pt idx="5892">
                        <c:v>6.5</c:v>
                      </c:pt>
                      <c:pt idx="5893">
                        <c:v>6.5</c:v>
                      </c:pt>
                      <c:pt idx="5894">
                        <c:v>6.5</c:v>
                      </c:pt>
                      <c:pt idx="5895">
                        <c:v>6.5</c:v>
                      </c:pt>
                      <c:pt idx="5896">
                        <c:v>6.5</c:v>
                      </c:pt>
                      <c:pt idx="5897">
                        <c:v>6.5</c:v>
                      </c:pt>
                      <c:pt idx="5898">
                        <c:v>6.5</c:v>
                      </c:pt>
                      <c:pt idx="5899">
                        <c:v>6.5</c:v>
                      </c:pt>
                      <c:pt idx="5900">
                        <c:v>6.5</c:v>
                      </c:pt>
                      <c:pt idx="5901">
                        <c:v>6.5</c:v>
                      </c:pt>
                      <c:pt idx="5902">
                        <c:v>6.5</c:v>
                      </c:pt>
                      <c:pt idx="5903">
                        <c:v>6.5</c:v>
                      </c:pt>
                      <c:pt idx="5904">
                        <c:v>6.5</c:v>
                      </c:pt>
                      <c:pt idx="5905">
                        <c:v>6.5</c:v>
                      </c:pt>
                      <c:pt idx="5906">
                        <c:v>6.5</c:v>
                      </c:pt>
                      <c:pt idx="5907">
                        <c:v>6.5</c:v>
                      </c:pt>
                      <c:pt idx="5908">
                        <c:v>6.5</c:v>
                      </c:pt>
                      <c:pt idx="5909">
                        <c:v>6.5</c:v>
                      </c:pt>
                      <c:pt idx="5910">
                        <c:v>6.5</c:v>
                      </c:pt>
                      <c:pt idx="5911">
                        <c:v>6.5</c:v>
                      </c:pt>
                      <c:pt idx="5912">
                        <c:v>6.5</c:v>
                      </c:pt>
                      <c:pt idx="5913">
                        <c:v>6.5</c:v>
                      </c:pt>
                      <c:pt idx="5914">
                        <c:v>6.5</c:v>
                      </c:pt>
                      <c:pt idx="5915">
                        <c:v>6.5</c:v>
                      </c:pt>
                      <c:pt idx="5916">
                        <c:v>6.5</c:v>
                      </c:pt>
                      <c:pt idx="5917">
                        <c:v>6.5</c:v>
                      </c:pt>
                      <c:pt idx="5918">
                        <c:v>6.5</c:v>
                      </c:pt>
                      <c:pt idx="5919">
                        <c:v>6.5</c:v>
                      </c:pt>
                      <c:pt idx="5920">
                        <c:v>6.5</c:v>
                      </c:pt>
                      <c:pt idx="5921">
                        <c:v>6.5</c:v>
                      </c:pt>
                      <c:pt idx="5922">
                        <c:v>6.5</c:v>
                      </c:pt>
                      <c:pt idx="5923">
                        <c:v>6.5</c:v>
                      </c:pt>
                      <c:pt idx="5924">
                        <c:v>6.5</c:v>
                      </c:pt>
                      <c:pt idx="5925">
                        <c:v>6.5</c:v>
                      </c:pt>
                      <c:pt idx="5926">
                        <c:v>6.5</c:v>
                      </c:pt>
                      <c:pt idx="5927">
                        <c:v>6.5</c:v>
                      </c:pt>
                      <c:pt idx="5928">
                        <c:v>6.5</c:v>
                      </c:pt>
                      <c:pt idx="5929">
                        <c:v>6.5</c:v>
                      </c:pt>
                      <c:pt idx="5930">
                        <c:v>6.5</c:v>
                      </c:pt>
                      <c:pt idx="5931">
                        <c:v>6.5</c:v>
                      </c:pt>
                      <c:pt idx="5932">
                        <c:v>6.5</c:v>
                      </c:pt>
                      <c:pt idx="5933">
                        <c:v>6.5</c:v>
                      </c:pt>
                      <c:pt idx="5934">
                        <c:v>6.5</c:v>
                      </c:pt>
                      <c:pt idx="5935">
                        <c:v>6.5</c:v>
                      </c:pt>
                      <c:pt idx="5936">
                        <c:v>6.5</c:v>
                      </c:pt>
                      <c:pt idx="5937">
                        <c:v>6.5</c:v>
                      </c:pt>
                      <c:pt idx="5938">
                        <c:v>6.5</c:v>
                      </c:pt>
                      <c:pt idx="5939">
                        <c:v>6.5</c:v>
                      </c:pt>
                      <c:pt idx="5940">
                        <c:v>6.5</c:v>
                      </c:pt>
                      <c:pt idx="5941">
                        <c:v>6.5</c:v>
                      </c:pt>
                      <c:pt idx="5942">
                        <c:v>6.5</c:v>
                      </c:pt>
                      <c:pt idx="5943">
                        <c:v>6.5</c:v>
                      </c:pt>
                      <c:pt idx="5944">
                        <c:v>6.5</c:v>
                      </c:pt>
                      <c:pt idx="5945">
                        <c:v>6.5</c:v>
                      </c:pt>
                      <c:pt idx="5946">
                        <c:v>6.5</c:v>
                      </c:pt>
                      <c:pt idx="5947">
                        <c:v>6.5</c:v>
                      </c:pt>
                      <c:pt idx="5948">
                        <c:v>6.5</c:v>
                      </c:pt>
                      <c:pt idx="5949">
                        <c:v>6.5</c:v>
                      </c:pt>
                      <c:pt idx="5950">
                        <c:v>6.5</c:v>
                      </c:pt>
                      <c:pt idx="5951">
                        <c:v>6.5</c:v>
                      </c:pt>
                      <c:pt idx="5952">
                        <c:v>6.5</c:v>
                      </c:pt>
                      <c:pt idx="5953">
                        <c:v>6.5</c:v>
                      </c:pt>
                      <c:pt idx="5954">
                        <c:v>6.5</c:v>
                      </c:pt>
                      <c:pt idx="5955">
                        <c:v>6.5</c:v>
                      </c:pt>
                      <c:pt idx="5956">
                        <c:v>6.5</c:v>
                      </c:pt>
                      <c:pt idx="5957">
                        <c:v>6.5</c:v>
                      </c:pt>
                      <c:pt idx="5958">
                        <c:v>6.5</c:v>
                      </c:pt>
                      <c:pt idx="5959">
                        <c:v>6.5</c:v>
                      </c:pt>
                      <c:pt idx="5960">
                        <c:v>6.5</c:v>
                      </c:pt>
                      <c:pt idx="5961">
                        <c:v>6.5</c:v>
                      </c:pt>
                      <c:pt idx="5962">
                        <c:v>6.5</c:v>
                      </c:pt>
                      <c:pt idx="5963">
                        <c:v>6.5</c:v>
                      </c:pt>
                      <c:pt idx="5964">
                        <c:v>6.5</c:v>
                      </c:pt>
                      <c:pt idx="5965">
                        <c:v>6.5</c:v>
                      </c:pt>
                      <c:pt idx="5966">
                        <c:v>6.5</c:v>
                      </c:pt>
                      <c:pt idx="5967">
                        <c:v>6.5</c:v>
                      </c:pt>
                      <c:pt idx="5968">
                        <c:v>6.5</c:v>
                      </c:pt>
                      <c:pt idx="5969">
                        <c:v>6.5</c:v>
                      </c:pt>
                      <c:pt idx="5970">
                        <c:v>6.5</c:v>
                      </c:pt>
                      <c:pt idx="5971">
                        <c:v>6.5</c:v>
                      </c:pt>
                      <c:pt idx="5972">
                        <c:v>6.5</c:v>
                      </c:pt>
                      <c:pt idx="5973">
                        <c:v>6.75</c:v>
                      </c:pt>
                      <c:pt idx="5974">
                        <c:v>6.75</c:v>
                      </c:pt>
                      <c:pt idx="5975">
                        <c:v>6.75</c:v>
                      </c:pt>
                      <c:pt idx="5976">
                        <c:v>6.75</c:v>
                      </c:pt>
                      <c:pt idx="5977">
                        <c:v>6.75</c:v>
                      </c:pt>
                      <c:pt idx="5978">
                        <c:v>6.75</c:v>
                      </c:pt>
                      <c:pt idx="5979">
                        <c:v>6.75</c:v>
                      </c:pt>
                      <c:pt idx="5980">
                        <c:v>6.75</c:v>
                      </c:pt>
                      <c:pt idx="5981">
                        <c:v>6.75</c:v>
                      </c:pt>
                      <c:pt idx="5982">
                        <c:v>6.75</c:v>
                      </c:pt>
                      <c:pt idx="5983">
                        <c:v>6.75</c:v>
                      </c:pt>
                      <c:pt idx="5984">
                        <c:v>6.75</c:v>
                      </c:pt>
                      <c:pt idx="5985">
                        <c:v>6.75</c:v>
                      </c:pt>
                      <c:pt idx="5986">
                        <c:v>6.75</c:v>
                      </c:pt>
                      <c:pt idx="5987">
                        <c:v>6.75</c:v>
                      </c:pt>
                      <c:pt idx="5988">
                        <c:v>6.75</c:v>
                      </c:pt>
                      <c:pt idx="5989">
                        <c:v>6.75</c:v>
                      </c:pt>
                      <c:pt idx="5990">
                        <c:v>6.75</c:v>
                      </c:pt>
                      <c:pt idx="5991">
                        <c:v>6.75</c:v>
                      </c:pt>
                      <c:pt idx="5992">
                        <c:v>6.75</c:v>
                      </c:pt>
                      <c:pt idx="5993">
                        <c:v>6.75</c:v>
                      </c:pt>
                      <c:pt idx="5994">
                        <c:v>6.75</c:v>
                      </c:pt>
                      <c:pt idx="5995">
                        <c:v>6.75</c:v>
                      </c:pt>
                      <c:pt idx="5996">
                        <c:v>6.75</c:v>
                      </c:pt>
                      <c:pt idx="5997">
                        <c:v>6.75</c:v>
                      </c:pt>
                      <c:pt idx="5998">
                        <c:v>6.75</c:v>
                      </c:pt>
                      <c:pt idx="5999">
                        <c:v>6.75</c:v>
                      </c:pt>
                      <c:pt idx="6000">
                        <c:v>6.75</c:v>
                      </c:pt>
                      <c:pt idx="6001">
                        <c:v>6.75</c:v>
                      </c:pt>
                      <c:pt idx="6002">
                        <c:v>6.75</c:v>
                      </c:pt>
                      <c:pt idx="6003">
                        <c:v>6.75</c:v>
                      </c:pt>
                      <c:pt idx="6004">
                        <c:v>6.75</c:v>
                      </c:pt>
                      <c:pt idx="6005">
                        <c:v>6.75</c:v>
                      </c:pt>
                      <c:pt idx="6006">
                        <c:v>6.75</c:v>
                      </c:pt>
                      <c:pt idx="6007">
                        <c:v>6.75</c:v>
                      </c:pt>
                      <c:pt idx="6008">
                        <c:v>6.75</c:v>
                      </c:pt>
                      <c:pt idx="6009">
                        <c:v>6.75</c:v>
                      </c:pt>
                      <c:pt idx="6010">
                        <c:v>6.75</c:v>
                      </c:pt>
                      <c:pt idx="6011">
                        <c:v>6.75</c:v>
                      </c:pt>
                      <c:pt idx="6012">
                        <c:v>6.75</c:v>
                      </c:pt>
                      <c:pt idx="6013">
                        <c:v>6.75</c:v>
                      </c:pt>
                      <c:pt idx="6014">
                        <c:v>6.75</c:v>
                      </c:pt>
                      <c:pt idx="6015">
                        <c:v>6.75</c:v>
                      </c:pt>
                      <c:pt idx="6016">
                        <c:v>6.75</c:v>
                      </c:pt>
                      <c:pt idx="6017">
                        <c:v>6.75</c:v>
                      </c:pt>
                      <c:pt idx="6018">
                        <c:v>6.75</c:v>
                      </c:pt>
                      <c:pt idx="6019">
                        <c:v>6.75</c:v>
                      </c:pt>
                      <c:pt idx="6020">
                        <c:v>6.75</c:v>
                      </c:pt>
                      <c:pt idx="6021">
                        <c:v>6.75</c:v>
                      </c:pt>
                      <c:pt idx="6022">
                        <c:v>6.75</c:v>
                      </c:pt>
                      <c:pt idx="6023">
                        <c:v>6.75</c:v>
                      </c:pt>
                      <c:pt idx="6024">
                        <c:v>6.75</c:v>
                      </c:pt>
                      <c:pt idx="6025">
                        <c:v>6.75</c:v>
                      </c:pt>
                      <c:pt idx="6026">
                        <c:v>6.75</c:v>
                      </c:pt>
                      <c:pt idx="6027">
                        <c:v>6.75</c:v>
                      </c:pt>
                      <c:pt idx="6028">
                        <c:v>6.75</c:v>
                      </c:pt>
                      <c:pt idx="6029">
                        <c:v>6.75</c:v>
                      </c:pt>
                      <c:pt idx="6030">
                        <c:v>6.75</c:v>
                      </c:pt>
                      <c:pt idx="6031">
                        <c:v>6.75</c:v>
                      </c:pt>
                      <c:pt idx="6032">
                        <c:v>6.75</c:v>
                      </c:pt>
                      <c:pt idx="6033">
                        <c:v>6.75</c:v>
                      </c:pt>
                      <c:pt idx="6034">
                        <c:v>6.75</c:v>
                      </c:pt>
                      <c:pt idx="6035">
                        <c:v>6.75</c:v>
                      </c:pt>
                      <c:pt idx="6036">
                        <c:v>6.75</c:v>
                      </c:pt>
                      <c:pt idx="6037">
                        <c:v>6.75</c:v>
                      </c:pt>
                      <c:pt idx="6038">
                        <c:v>6.75</c:v>
                      </c:pt>
                      <c:pt idx="6039">
                        <c:v>6.75</c:v>
                      </c:pt>
                      <c:pt idx="6040">
                        <c:v>6.75</c:v>
                      </c:pt>
                      <c:pt idx="6041">
                        <c:v>6.75</c:v>
                      </c:pt>
                      <c:pt idx="6042">
                        <c:v>6.75</c:v>
                      </c:pt>
                      <c:pt idx="6043">
                        <c:v>6.75</c:v>
                      </c:pt>
                      <c:pt idx="6044">
                        <c:v>6.75</c:v>
                      </c:pt>
                      <c:pt idx="6045">
                        <c:v>6.75</c:v>
                      </c:pt>
                      <c:pt idx="6046">
                        <c:v>6.75</c:v>
                      </c:pt>
                      <c:pt idx="6047">
                        <c:v>6.75</c:v>
                      </c:pt>
                      <c:pt idx="6048">
                        <c:v>6.75</c:v>
                      </c:pt>
                      <c:pt idx="6049">
                        <c:v>6.75</c:v>
                      </c:pt>
                      <c:pt idx="6050">
                        <c:v>6.75</c:v>
                      </c:pt>
                      <c:pt idx="6051">
                        <c:v>6.75</c:v>
                      </c:pt>
                      <c:pt idx="6052">
                        <c:v>6.75</c:v>
                      </c:pt>
                      <c:pt idx="6053">
                        <c:v>6.75</c:v>
                      </c:pt>
                      <c:pt idx="6054">
                        <c:v>6.75</c:v>
                      </c:pt>
                      <c:pt idx="6055">
                        <c:v>6.75</c:v>
                      </c:pt>
                      <c:pt idx="6056">
                        <c:v>6.75</c:v>
                      </c:pt>
                      <c:pt idx="6057">
                        <c:v>6.75</c:v>
                      </c:pt>
                      <c:pt idx="6058">
                        <c:v>6.75</c:v>
                      </c:pt>
                      <c:pt idx="6059">
                        <c:v>6.75</c:v>
                      </c:pt>
                      <c:pt idx="6060">
                        <c:v>6.75</c:v>
                      </c:pt>
                      <c:pt idx="6061">
                        <c:v>6.75</c:v>
                      </c:pt>
                      <c:pt idx="6062">
                        <c:v>6.75</c:v>
                      </c:pt>
                      <c:pt idx="6063">
                        <c:v>6.75</c:v>
                      </c:pt>
                      <c:pt idx="6064">
                        <c:v>6.75</c:v>
                      </c:pt>
                      <c:pt idx="6065">
                        <c:v>6.75</c:v>
                      </c:pt>
                      <c:pt idx="6066">
                        <c:v>6.75</c:v>
                      </c:pt>
                      <c:pt idx="6067">
                        <c:v>6.75</c:v>
                      </c:pt>
                      <c:pt idx="6068">
                        <c:v>6.75</c:v>
                      </c:pt>
                      <c:pt idx="6069">
                        <c:v>6.75</c:v>
                      </c:pt>
                      <c:pt idx="6070">
                        <c:v>6.75</c:v>
                      </c:pt>
                      <c:pt idx="6071">
                        <c:v>6.75</c:v>
                      </c:pt>
                      <c:pt idx="6072">
                        <c:v>6.75</c:v>
                      </c:pt>
                      <c:pt idx="6073">
                        <c:v>6.75</c:v>
                      </c:pt>
                      <c:pt idx="6074">
                        <c:v>6.75</c:v>
                      </c:pt>
                      <c:pt idx="6075">
                        <c:v>6.75</c:v>
                      </c:pt>
                      <c:pt idx="6076">
                        <c:v>6.75</c:v>
                      </c:pt>
                      <c:pt idx="6077">
                        <c:v>6.75</c:v>
                      </c:pt>
                      <c:pt idx="6078">
                        <c:v>6.75</c:v>
                      </c:pt>
                      <c:pt idx="6079">
                        <c:v>6.75</c:v>
                      </c:pt>
                      <c:pt idx="6080">
                        <c:v>6.75</c:v>
                      </c:pt>
                      <c:pt idx="6081">
                        <c:v>6.75</c:v>
                      </c:pt>
                      <c:pt idx="6082">
                        <c:v>6.75</c:v>
                      </c:pt>
                      <c:pt idx="6083">
                        <c:v>6.75</c:v>
                      </c:pt>
                      <c:pt idx="6084">
                        <c:v>6.75</c:v>
                      </c:pt>
                      <c:pt idx="6085">
                        <c:v>6.75</c:v>
                      </c:pt>
                      <c:pt idx="6086">
                        <c:v>6.75</c:v>
                      </c:pt>
                      <c:pt idx="6087">
                        <c:v>6.75</c:v>
                      </c:pt>
                      <c:pt idx="6088">
                        <c:v>6.75</c:v>
                      </c:pt>
                      <c:pt idx="6089">
                        <c:v>6.75</c:v>
                      </c:pt>
                      <c:pt idx="6090">
                        <c:v>6.75</c:v>
                      </c:pt>
                      <c:pt idx="6091">
                        <c:v>6.75</c:v>
                      </c:pt>
                      <c:pt idx="6092">
                        <c:v>6.75</c:v>
                      </c:pt>
                      <c:pt idx="6093">
                        <c:v>6.75</c:v>
                      </c:pt>
                      <c:pt idx="6094">
                        <c:v>6.75</c:v>
                      </c:pt>
                      <c:pt idx="6095">
                        <c:v>6.75</c:v>
                      </c:pt>
                      <c:pt idx="6096">
                        <c:v>6.75</c:v>
                      </c:pt>
                      <c:pt idx="6097">
                        <c:v>6.75</c:v>
                      </c:pt>
                      <c:pt idx="6098">
                        <c:v>6.75</c:v>
                      </c:pt>
                      <c:pt idx="6099">
                        <c:v>6.75</c:v>
                      </c:pt>
                      <c:pt idx="6100">
                        <c:v>6.75</c:v>
                      </c:pt>
                      <c:pt idx="6101">
                        <c:v>6.75</c:v>
                      </c:pt>
                      <c:pt idx="6102">
                        <c:v>6.75</c:v>
                      </c:pt>
                      <c:pt idx="6103">
                        <c:v>6.75</c:v>
                      </c:pt>
                      <c:pt idx="6104">
                        <c:v>6.75</c:v>
                      </c:pt>
                      <c:pt idx="6105">
                        <c:v>6.75</c:v>
                      </c:pt>
                      <c:pt idx="6106">
                        <c:v>6.75</c:v>
                      </c:pt>
                      <c:pt idx="6107">
                        <c:v>6.75</c:v>
                      </c:pt>
                      <c:pt idx="6108">
                        <c:v>6.75</c:v>
                      </c:pt>
                      <c:pt idx="6109">
                        <c:v>6.75</c:v>
                      </c:pt>
                      <c:pt idx="6110">
                        <c:v>6.75</c:v>
                      </c:pt>
                      <c:pt idx="6111">
                        <c:v>6.75</c:v>
                      </c:pt>
                      <c:pt idx="6112">
                        <c:v>6.75</c:v>
                      </c:pt>
                      <c:pt idx="6113">
                        <c:v>6.75</c:v>
                      </c:pt>
                      <c:pt idx="6114">
                        <c:v>6.75</c:v>
                      </c:pt>
                      <c:pt idx="6115">
                        <c:v>6.75</c:v>
                      </c:pt>
                      <c:pt idx="6116">
                        <c:v>6.75</c:v>
                      </c:pt>
                      <c:pt idx="6117">
                        <c:v>6.75</c:v>
                      </c:pt>
                      <c:pt idx="6118">
                        <c:v>6.75</c:v>
                      </c:pt>
                      <c:pt idx="6119">
                        <c:v>6.75</c:v>
                      </c:pt>
                      <c:pt idx="6120">
                        <c:v>6.75</c:v>
                      </c:pt>
                      <c:pt idx="6121">
                        <c:v>6.75</c:v>
                      </c:pt>
                      <c:pt idx="6122">
                        <c:v>6.75</c:v>
                      </c:pt>
                      <c:pt idx="6123">
                        <c:v>6.75</c:v>
                      </c:pt>
                      <c:pt idx="6124">
                        <c:v>6.75</c:v>
                      </c:pt>
                      <c:pt idx="6125">
                        <c:v>6.75</c:v>
                      </c:pt>
                      <c:pt idx="6126">
                        <c:v>6.75</c:v>
                      </c:pt>
                      <c:pt idx="6127">
                        <c:v>6.75</c:v>
                      </c:pt>
                      <c:pt idx="6128">
                        <c:v>6.75</c:v>
                      </c:pt>
                      <c:pt idx="6129">
                        <c:v>6.75</c:v>
                      </c:pt>
                      <c:pt idx="6130">
                        <c:v>6.75</c:v>
                      </c:pt>
                      <c:pt idx="6131">
                        <c:v>6.75</c:v>
                      </c:pt>
                      <c:pt idx="6132">
                        <c:v>6.75</c:v>
                      </c:pt>
                      <c:pt idx="6133">
                        <c:v>6.75</c:v>
                      </c:pt>
                      <c:pt idx="6134">
                        <c:v>6.75</c:v>
                      </c:pt>
                      <c:pt idx="6135">
                        <c:v>6.75</c:v>
                      </c:pt>
                      <c:pt idx="6136">
                        <c:v>6.75</c:v>
                      </c:pt>
                      <c:pt idx="6137">
                        <c:v>6.75</c:v>
                      </c:pt>
                      <c:pt idx="6138">
                        <c:v>6.75</c:v>
                      </c:pt>
                      <c:pt idx="6139">
                        <c:v>6.75</c:v>
                      </c:pt>
                      <c:pt idx="6140">
                        <c:v>6.75</c:v>
                      </c:pt>
                      <c:pt idx="6141">
                        <c:v>6.75</c:v>
                      </c:pt>
                      <c:pt idx="6142">
                        <c:v>6.75</c:v>
                      </c:pt>
                      <c:pt idx="6143">
                        <c:v>6.5</c:v>
                      </c:pt>
                      <c:pt idx="6144">
                        <c:v>6.5</c:v>
                      </c:pt>
                      <c:pt idx="6145">
                        <c:v>6.5</c:v>
                      </c:pt>
                      <c:pt idx="6146">
                        <c:v>6.5</c:v>
                      </c:pt>
                      <c:pt idx="6147">
                        <c:v>6.5</c:v>
                      </c:pt>
                      <c:pt idx="6148">
                        <c:v>6.5</c:v>
                      </c:pt>
                      <c:pt idx="6149">
                        <c:v>6.5</c:v>
                      </c:pt>
                      <c:pt idx="6150">
                        <c:v>6.5</c:v>
                      </c:pt>
                      <c:pt idx="6151">
                        <c:v>6.5</c:v>
                      </c:pt>
                      <c:pt idx="6152">
                        <c:v>6.5</c:v>
                      </c:pt>
                      <c:pt idx="6153">
                        <c:v>6.5</c:v>
                      </c:pt>
                      <c:pt idx="6154">
                        <c:v>6.5</c:v>
                      </c:pt>
                      <c:pt idx="6155">
                        <c:v>6.5</c:v>
                      </c:pt>
                      <c:pt idx="6156">
                        <c:v>6.5</c:v>
                      </c:pt>
                      <c:pt idx="6157">
                        <c:v>6.5</c:v>
                      </c:pt>
                      <c:pt idx="6158">
                        <c:v>6.5</c:v>
                      </c:pt>
                      <c:pt idx="6159">
                        <c:v>6.5</c:v>
                      </c:pt>
                      <c:pt idx="6160">
                        <c:v>6.5</c:v>
                      </c:pt>
                      <c:pt idx="6161">
                        <c:v>6.5</c:v>
                      </c:pt>
                      <c:pt idx="6162">
                        <c:v>6.5</c:v>
                      </c:pt>
                      <c:pt idx="6163">
                        <c:v>6.5</c:v>
                      </c:pt>
                      <c:pt idx="6164">
                        <c:v>6.5</c:v>
                      </c:pt>
                      <c:pt idx="6165">
                        <c:v>6.5</c:v>
                      </c:pt>
                      <c:pt idx="6166">
                        <c:v>6.5</c:v>
                      </c:pt>
                      <c:pt idx="6167">
                        <c:v>6.5</c:v>
                      </c:pt>
                      <c:pt idx="6168">
                        <c:v>6.5</c:v>
                      </c:pt>
                      <c:pt idx="6169">
                        <c:v>6.5</c:v>
                      </c:pt>
                      <c:pt idx="6170">
                        <c:v>6.5</c:v>
                      </c:pt>
                      <c:pt idx="6171">
                        <c:v>6.5</c:v>
                      </c:pt>
                      <c:pt idx="6172">
                        <c:v>6.5</c:v>
                      </c:pt>
                      <c:pt idx="6173">
                        <c:v>6.5</c:v>
                      </c:pt>
                      <c:pt idx="6174">
                        <c:v>6.5</c:v>
                      </c:pt>
                      <c:pt idx="6175">
                        <c:v>6.5</c:v>
                      </c:pt>
                      <c:pt idx="6176">
                        <c:v>6.5</c:v>
                      </c:pt>
                      <c:pt idx="6177">
                        <c:v>6.5</c:v>
                      </c:pt>
                      <c:pt idx="6178">
                        <c:v>6.5</c:v>
                      </c:pt>
                      <c:pt idx="6179">
                        <c:v>6.5</c:v>
                      </c:pt>
                      <c:pt idx="6180">
                        <c:v>6.5</c:v>
                      </c:pt>
                      <c:pt idx="6181">
                        <c:v>6.5</c:v>
                      </c:pt>
                      <c:pt idx="6182">
                        <c:v>6.5</c:v>
                      </c:pt>
                      <c:pt idx="6183">
                        <c:v>6.5</c:v>
                      </c:pt>
                      <c:pt idx="6184">
                        <c:v>6.5</c:v>
                      </c:pt>
                      <c:pt idx="6185">
                        <c:v>6.5</c:v>
                      </c:pt>
                      <c:pt idx="6186">
                        <c:v>6.5</c:v>
                      </c:pt>
                      <c:pt idx="6187">
                        <c:v>6.5</c:v>
                      </c:pt>
                      <c:pt idx="6188">
                        <c:v>6.5</c:v>
                      </c:pt>
                      <c:pt idx="6189">
                        <c:v>6.5</c:v>
                      </c:pt>
                      <c:pt idx="6190">
                        <c:v>6.5</c:v>
                      </c:pt>
                      <c:pt idx="6191">
                        <c:v>6.5</c:v>
                      </c:pt>
                      <c:pt idx="6192">
                        <c:v>6.5</c:v>
                      </c:pt>
                      <c:pt idx="6193">
                        <c:v>6.5</c:v>
                      </c:pt>
                      <c:pt idx="6194">
                        <c:v>6.5</c:v>
                      </c:pt>
                      <c:pt idx="6195">
                        <c:v>6.5</c:v>
                      </c:pt>
                      <c:pt idx="6196">
                        <c:v>6.5</c:v>
                      </c:pt>
                      <c:pt idx="6197">
                        <c:v>6.5</c:v>
                      </c:pt>
                      <c:pt idx="6198">
                        <c:v>6.5</c:v>
                      </c:pt>
                      <c:pt idx="6199">
                        <c:v>6.5</c:v>
                      </c:pt>
                      <c:pt idx="6200">
                        <c:v>6.5</c:v>
                      </c:pt>
                      <c:pt idx="6201">
                        <c:v>6.5</c:v>
                      </c:pt>
                      <c:pt idx="6202">
                        <c:v>6.5</c:v>
                      </c:pt>
                      <c:pt idx="6203">
                        <c:v>6.5</c:v>
                      </c:pt>
                      <c:pt idx="6204">
                        <c:v>6.5</c:v>
                      </c:pt>
                      <c:pt idx="6205">
                        <c:v>6.5</c:v>
                      </c:pt>
                      <c:pt idx="6206">
                        <c:v>6.5</c:v>
                      </c:pt>
                      <c:pt idx="6207">
                        <c:v>6.5</c:v>
                      </c:pt>
                      <c:pt idx="6208">
                        <c:v>6.5</c:v>
                      </c:pt>
                      <c:pt idx="6209">
                        <c:v>6.5</c:v>
                      </c:pt>
                      <c:pt idx="6210">
                        <c:v>6.5</c:v>
                      </c:pt>
                      <c:pt idx="6211">
                        <c:v>6.5</c:v>
                      </c:pt>
                      <c:pt idx="6212">
                        <c:v>6.5</c:v>
                      </c:pt>
                      <c:pt idx="6213">
                        <c:v>6.5</c:v>
                      </c:pt>
                      <c:pt idx="6214">
                        <c:v>6.5</c:v>
                      </c:pt>
                      <c:pt idx="6215">
                        <c:v>6.5</c:v>
                      </c:pt>
                      <c:pt idx="6216">
                        <c:v>6.5</c:v>
                      </c:pt>
                      <c:pt idx="6217">
                        <c:v>6.5</c:v>
                      </c:pt>
                      <c:pt idx="6218">
                        <c:v>6.5</c:v>
                      </c:pt>
                      <c:pt idx="6219">
                        <c:v>6.5</c:v>
                      </c:pt>
                      <c:pt idx="6220">
                        <c:v>6.5</c:v>
                      </c:pt>
                      <c:pt idx="6221">
                        <c:v>6.5</c:v>
                      </c:pt>
                      <c:pt idx="6222">
                        <c:v>6.5</c:v>
                      </c:pt>
                      <c:pt idx="6223">
                        <c:v>6.5</c:v>
                      </c:pt>
                      <c:pt idx="6224">
                        <c:v>6.5</c:v>
                      </c:pt>
                      <c:pt idx="6225">
                        <c:v>6.5</c:v>
                      </c:pt>
                      <c:pt idx="6226">
                        <c:v>6.5</c:v>
                      </c:pt>
                      <c:pt idx="6227">
                        <c:v>6.5</c:v>
                      </c:pt>
                      <c:pt idx="6228">
                        <c:v>6.5</c:v>
                      </c:pt>
                      <c:pt idx="6229">
                        <c:v>6.5</c:v>
                      </c:pt>
                      <c:pt idx="6230">
                        <c:v>6.5</c:v>
                      </c:pt>
                      <c:pt idx="6231">
                        <c:v>6.5</c:v>
                      </c:pt>
                      <c:pt idx="6232">
                        <c:v>6.5</c:v>
                      </c:pt>
                      <c:pt idx="6233">
                        <c:v>6.5</c:v>
                      </c:pt>
                      <c:pt idx="6234">
                        <c:v>6.5</c:v>
                      </c:pt>
                      <c:pt idx="6235">
                        <c:v>6.5</c:v>
                      </c:pt>
                      <c:pt idx="6236">
                        <c:v>6.5</c:v>
                      </c:pt>
                      <c:pt idx="6237">
                        <c:v>6.5</c:v>
                      </c:pt>
                      <c:pt idx="6238">
                        <c:v>6.5</c:v>
                      </c:pt>
                      <c:pt idx="6239">
                        <c:v>6.5</c:v>
                      </c:pt>
                      <c:pt idx="6240">
                        <c:v>6.5</c:v>
                      </c:pt>
                      <c:pt idx="6241">
                        <c:v>6.5</c:v>
                      </c:pt>
                      <c:pt idx="6242">
                        <c:v>6.5</c:v>
                      </c:pt>
                      <c:pt idx="6243">
                        <c:v>6.5</c:v>
                      </c:pt>
                      <c:pt idx="6244">
                        <c:v>6.5</c:v>
                      </c:pt>
                      <c:pt idx="6245">
                        <c:v>6.5</c:v>
                      </c:pt>
                      <c:pt idx="6246">
                        <c:v>6.5</c:v>
                      </c:pt>
                      <c:pt idx="6247">
                        <c:v>6.5</c:v>
                      </c:pt>
                      <c:pt idx="6248">
                        <c:v>6.5</c:v>
                      </c:pt>
                      <c:pt idx="6249">
                        <c:v>6.5</c:v>
                      </c:pt>
                      <c:pt idx="6250">
                        <c:v>6.5</c:v>
                      </c:pt>
                      <c:pt idx="6251">
                        <c:v>6.5</c:v>
                      </c:pt>
                      <c:pt idx="6252">
                        <c:v>6.5</c:v>
                      </c:pt>
                      <c:pt idx="6253">
                        <c:v>6.5</c:v>
                      </c:pt>
                      <c:pt idx="6254">
                        <c:v>6.5</c:v>
                      </c:pt>
                      <c:pt idx="6255">
                        <c:v>6.5</c:v>
                      </c:pt>
                      <c:pt idx="6256">
                        <c:v>6.5</c:v>
                      </c:pt>
                      <c:pt idx="6257">
                        <c:v>6.5</c:v>
                      </c:pt>
                      <c:pt idx="6258">
                        <c:v>6.5</c:v>
                      </c:pt>
                      <c:pt idx="6259">
                        <c:v>6.5</c:v>
                      </c:pt>
                      <c:pt idx="6260">
                        <c:v>6.5</c:v>
                      </c:pt>
                      <c:pt idx="6261">
                        <c:v>6.5</c:v>
                      </c:pt>
                      <c:pt idx="6262">
                        <c:v>6.5</c:v>
                      </c:pt>
                      <c:pt idx="6263">
                        <c:v>6.5</c:v>
                      </c:pt>
                      <c:pt idx="6264">
                        <c:v>6.5</c:v>
                      </c:pt>
                      <c:pt idx="6265">
                        <c:v>6.5</c:v>
                      </c:pt>
                      <c:pt idx="6266">
                        <c:v>6.5</c:v>
                      </c:pt>
                      <c:pt idx="6267">
                        <c:v>6.5</c:v>
                      </c:pt>
                      <c:pt idx="6268">
                        <c:v>6.5</c:v>
                      </c:pt>
                      <c:pt idx="6269">
                        <c:v>6.5</c:v>
                      </c:pt>
                      <c:pt idx="6270">
                        <c:v>6.5</c:v>
                      </c:pt>
                      <c:pt idx="6271">
                        <c:v>6.5</c:v>
                      </c:pt>
                      <c:pt idx="6272">
                        <c:v>6.5</c:v>
                      </c:pt>
                      <c:pt idx="6273">
                        <c:v>6.25</c:v>
                      </c:pt>
                      <c:pt idx="6274">
                        <c:v>6.25</c:v>
                      </c:pt>
                      <c:pt idx="6275">
                        <c:v>6.25</c:v>
                      </c:pt>
                      <c:pt idx="6276">
                        <c:v>6.25</c:v>
                      </c:pt>
                      <c:pt idx="6277">
                        <c:v>6.25</c:v>
                      </c:pt>
                      <c:pt idx="6278">
                        <c:v>6.25</c:v>
                      </c:pt>
                      <c:pt idx="6279">
                        <c:v>6.25</c:v>
                      </c:pt>
                      <c:pt idx="6280">
                        <c:v>6.25</c:v>
                      </c:pt>
                      <c:pt idx="6281">
                        <c:v>6.25</c:v>
                      </c:pt>
                      <c:pt idx="6282">
                        <c:v>6.25</c:v>
                      </c:pt>
                      <c:pt idx="6283">
                        <c:v>6.25</c:v>
                      </c:pt>
                      <c:pt idx="6284">
                        <c:v>6.25</c:v>
                      </c:pt>
                      <c:pt idx="6285">
                        <c:v>6.25</c:v>
                      </c:pt>
                      <c:pt idx="6286">
                        <c:v>6.25</c:v>
                      </c:pt>
                      <c:pt idx="6287">
                        <c:v>6.25</c:v>
                      </c:pt>
                      <c:pt idx="6288">
                        <c:v>6.25</c:v>
                      </c:pt>
                      <c:pt idx="6289">
                        <c:v>6.25</c:v>
                      </c:pt>
                      <c:pt idx="6290">
                        <c:v>6.25</c:v>
                      </c:pt>
                      <c:pt idx="6291">
                        <c:v>6.25</c:v>
                      </c:pt>
                      <c:pt idx="6292">
                        <c:v>6.25</c:v>
                      </c:pt>
                      <c:pt idx="6293">
                        <c:v>6.25</c:v>
                      </c:pt>
                      <c:pt idx="6294">
                        <c:v>6.25</c:v>
                      </c:pt>
                      <c:pt idx="6295">
                        <c:v>6.25</c:v>
                      </c:pt>
                      <c:pt idx="6296">
                        <c:v>6.25</c:v>
                      </c:pt>
                      <c:pt idx="6297">
                        <c:v>6.25</c:v>
                      </c:pt>
                      <c:pt idx="6298">
                        <c:v>6.25</c:v>
                      </c:pt>
                      <c:pt idx="6299">
                        <c:v>6.25</c:v>
                      </c:pt>
                      <c:pt idx="6300">
                        <c:v>6.25</c:v>
                      </c:pt>
                      <c:pt idx="6301">
                        <c:v>6.25</c:v>
                      </c:pt>
                      <c:pt idx="6302">
                        <c:v>6.25</c:v>
                      </c:pt>
                      <c:pt idx="6303">
                        <c:v>6.25</c:v>
                      </c:pt>
                      <c:pt idx="6304">
                        <c:v>6.25</c:v>
                      </c:pt>
                      <c:pt idx="6305">
                        <c:v>6.25</c:v>
                      </c:pt>
                      <c:pt idx="6306">
                        <c:v>6.25</c:v>
                      </c:pt>
                      <c:pt idx="6307">
                        <c:v>6.25</c:v>
                      </c:pt>
                      <c:pt idx="6308">
                        <c:v>6.25</c:v>
                      </c:pt>
                      <c:pt idx="6309">
                        <c:v>6.25</c:v>
                      </c:pt>
                      <c:pt idx="6310">
                        <c:v>6.25</c:v>
                      </c:pt>
                      <c:pt idx="6311">
                        <c:v>6.25</c:v>
                      </c:pt>
                      <c:pt idx="6312">
                        <c:v>6.25</c:v>
                      </c:pt>
                      <c:pt idx="6313">
                        <c:v>6.25</c:v>
                      </c:pt>
                      <c:pt idx="6314">
                        <c:v>6.25</c:v>
                      </c:pt>
                      <c:pt idx="6315">
                        <c:v>6.25</c:v>
                      </c:pt>
                      <c:pt idx="6316">
                        <c:v>6.25</c:v>
                      </c:pt>
                      <c:pt idx="6317">
                        <c:v>6.25</c:v>
                      </c:pt>
                      <c:pt idx="6318">
                        <c:v>5.25</c:v>
                      </c:pt>
                      <c:pt idx="6319">
                        <c:v>5.25</c:v>
                      </c:pt>
                      <c:pt idx="6320">
                        <c:v>5.25</c:v>
                      </c:pt>
                      <c:pt idx="6321">
                        <c:v>5.25</c:v>
                      </c:pt>
                      <c:pt idx="6322">
                        <c:v>5.25</c:v>
                      </c:pt>
                      <c:pt idx="6323">
                        <c:v>5.25</c:v>
                      </c:pt>
                      <c:pt idx="6324">
                        <c:v>5.25</c:v>
                      </c:pt>
                      <c:pt idx="6325">
                        <c:v>5.25</c:v>
                      </c:pt>
                      <c:pt idx="6326">
                        <c:v>5.25</c:v>
                      </c:pt>
                      <c:pt idx="6327">
                        <c:v>5.25</c:v>
                      </c:pt>
                      <c:pt idx="6328">
                        <c:v>5.25</c:v>
                      </c:pt>
                      <c:pt idx="6329">
                        <c:v>5.25</c:v>
                      </c:pt>
                      <c:pt idx="6330">
                        <c:v>5.25</c:v>
                      </c:pt>
                      <c:pt idx="6331">
                        <c:v>5.25</c:v>
                      </c:pt>
                      <c:pt idx="6332">
                        <c:v>5.25</c:v>
                      </c:pt>
                      <c:pt idx="6333">
                        <c:v>5.25</c:v>
                      </c:pt>
                      <c:pt idx="6334">
                        <c:v>5.25</c:v>
                      </c:pt>
                      <c:pt idx="6335">
                        <c:v>5.25</c:v>
                      </c:pt>
                      <c:pt idx="6336">
                        <c:v>4.25</c:v>
                      </c:pt>
                      <c:pt idx="6337">
                        <c:v>4.25</c:v>
                      </c:pt>
                      <c:pt idx="6338">
                        <c:v>4.25</c:v>
                      </c:pt>
                      <c:pt idx="6339">
                        <c:v>4.25</c:v>
                      </c:pt>
                      <c:pt idx="6340">
                        <c:v>4.25</c:v>
                      </c:pt>
                      <c:pt idx="6341">
                        <c:v>4.25</c:v>
                      </c:pt>
                      <c:pt idx="6342">
                        <c:v>4.25</c:v>
                      </c:pt>
                      <c:pt idx="6343">
                        <c:v>4.25</c:v>
                      </c:pt>
                      <c:pt idx="6344">
                        <c:v>4.25</c:v>
                      </c:pt>
                      <c:pt idx="6345">
                        <c:v>4.25</c:v>
                      </c:pt>
                      <c:pt idx="6346">
                        <c:v>4.25</c:v>
                      </c:pt>
                      <c:pt idx="6347">
                        <c:v>4.25</c:v>
                      </c:pt>
                      <c:pt idx="6348">
                        <c:v>4.25</c:v>
                      </c:pt>
                      <c:pt idx="6349">
                        <c:v>4.25</c:v>
                      </c:pt>
                      <c:pt idx="6350">
                        <c:v>4.25</c:v>
                      </c:pt>
                      <c:pt idx="6351">
                        <c:v>4.25</c:v>
                      </c:pt>
                      <c:pt idx="6352">
                        <c:v>4.25</c:v>
                      </c:pt>
                      <c:pt idx="6353">
                        <c:v>4.25</c:v>
                      </c:pt>
                      <c:pt idx="6354">
                        <c:v>4.25</c:v>
                      </c:pt>
                      <c:pt idx="6355">
                        <c:v>4.25</c:v>
                      </c:pt>
                      <c:pt idx="6356">
                        <c:v>4.25</c:v>
                      </c:pt>
                      <c:pt idx="6357">
                        <c:v>4.25</c:v>
                      </c:pt>
                      <c:pt idx="6358">
                        <c:v>4.25</c:v>
                      </c:pt>
                      <c:pt idx="6359">
                        <c:v>4.25</c:v>
                      </c:pt>
                      <c:pt idx="6360">
                        <c:v>4.25</c:v>
                      </c:pt>
                      <c:pt idx="6361">
                        <c:v>4.25</c:v>
                      </c:pt>
                      <c:pt idx="6362">
                        <c:v>4.25</c:v>
                      </c:pt>
                      <c:pt idx="6363">
                        <c:v>3.75</c:v>
                      </c:pt>
                      <c:pt idx="6364">
                        <c:v>3.75</c:v>
                      </c:pt>
                      <c:pt idx="6365">
                        <c:v>3.75</c:v>
                      </c:pt>
                      <c:pt idx="6366">
                        <c:v>3.75</c:v>
                      </c:pt>
                      <c:pt idx="6367">
                        <c:v>3.75</c:v>
                      </c:pt>
                      <c:pt idx="6368">
                        <c:v>3.75</c:v>
                      </c:pt>
                      <c:pt idx="6369">
                        <c:v>3.75</c:v>
                      </c:pt>
                      <c:pt idx="6370">
                        <c:v>3.75</c:v>
                      </c:pt>
                      <c:pt idx="6371">
                        <c:v>3.75</c:v>
                      </c:pt>
                      <c:pt idx="6372">
                        <c:v>3.75</c:v>
                      </c:pt>
                      <c:pt idx="6373">
                        <c:v>3.75</c:v>
                      </c:pt>
                      <c:pt idx="6374">
                        <c:v>3.75</c:v>
                      </c:pt>
                      <c:pt idx="6375">
                        <c:v>3.75</c:v>
                      </c:pt>
                      <c:pt idx="6376">
                        <c:v>3.75</c:v>
                      </c:pt>
                      <c:pt idx="6377">
                        <c:v>3.75</c:v>
                      </c:pt>
                      <c:pt idx="6378">
                        <c:v>3.75</c:v>
                      </c:pt>
                      <c:pt idx="6379">
                        <c:v>3.75</c:v>
                      </c:pt>
                      <c:pt idx="6380">
                        <c:v>3.75</c:v>
                      </c:pt>
                      <c:pt idx="6381">
                        <c:v>3.75</c:v>
                      </c:pt>
                      <c:pt idx="6382">
                        <c:v>3.75</c:v>
                      </c:pt>
                      <c:pt idx="6383">
                        <c:v>3.75</c:v>
                      </c:pt>
                      <c:pt idx="6384">
                        <c:v>3.75</c:v>
                      </c:pt>
                      <c:pt idx="6385">
                        <c:v>3.75</c:v>
                      </c:pt>
                      <c:pt idx="6386">
                        <c:v>3.75</c:v>
                      </c:pt>
                      <c:pt idx="6387">
                        <c:v>3.75</c:v>
                      </c:pt>
                      <c:pt idx="6388">
                        <c:v>3.75</c:v>
                      </c:pt>
                      <c:pt idx="6389">
                        <c:v>3.75</c:v>
                      </c:pt>
                      <c:pt idx="6390">
                        <c:v>3.75</c:v>
                      </c:pt>
                      <c:pt idx="6391">
                        <c:v>3.75</c:v>
                      </c:pt>
                      <c:pt idx="6392">
                        <c:v>3.75</c:v>
                      </c:pt>
                      <c:pt idx="6393">
                        <c:v>3.75</c:v>
                      </c:pt>
                      <c:pt idx="6394">
                        <c:v>3.75</c:v>
                      </c:pt>
                      <c:pt idx="6395">
                        <c:v>3.75</c:v>
                      </c:pt>
                      <c:pt idx="6396">
                        <c:v>3.75</c:v>
                      </c:pt>
                      <c:pt idx="6397">
                        <c:v>3.75</c:v>
                      </c:pt>
                      <c:pt idx="6398">
                        <c:v>3.75</c:v>
                      </c:pt>
                      <c:pt idx="6399">
                        <c:v>3.75</c:v>
                      </c:pt>
                      <c:pt idx="6400">
                        <c:v>3.75</c:v>
                      </c:pt>
                      <c:pt idx="6401">
                        <c:v>3.75</c:v>
                      </c:pt>
                      <c:pt idx="6402">
                        <c:v>3.75</c:v>
                      </c:pt>
                      <c:pt idx="6403">
                        <c:v>3.75</c:v>
                      </c:pt>
                      <c:pt idx="6404">
                        <c:v>3.75</c:v>
                      </c:pt>
                      <c:pt idx="6405">
                        <c:v>3.75</c:v>
                      </c:pt>
                      <c:pt idx="6406">
                        <c:v>3.75</c:v>
                      </c:pt>
                      <c:pt idx="6407">
                        <c:v>3.75</c:v>
                      </c:pt>
                      <c:pt idx="6408">
                        <c:v>3.5</c:v>
                      </c:pt>
                      <c:pt idx="6409">
                        <c:v>3.5</c:v>
                      </c:pt>
                      <c:pt idx="6410">
                        <c:v>3.5</c:v>
                      </c:pt>
                      <c:pt idx="6411">
                        <c:v>3.5</c:v>
                      </c:pt>
                      <c:pt idx="6412">
                        <c:v>3.5</c:v>
                      </c:pt>
                      <c:pt idx="6413">
                        <c:v>3.5</c:v>
                      </c:pt>
                      <c:pt idx="6414">
                        <c:v>3.5</c:v>
                      </c:pt>
                      <c:pt idx="6415">
                        <c:v>3.5</c:v>
                      </c:pt>
                      <c:pt idx="6416">
                        <c:v>3.5</c:v>
                      </c:pt>
                      <c:pt idx="6417">
                        <c:v>3.5</c:v>
                      </c:pt>
                      <c:pt idx="6418">
                        <c:v>3.5</c:v>
                      </c:pt>
                      <c:pt idx="6419">
                        <c:v>3.5</c:v>
                      </c:pt>
                      <c:pt idx="6420">
                        <c:v>3.5</c:v>
                      </c:pt>
                      <c:pt idx="6421">
                        <c:v>3.5</c:v>
                      </c:pt>
                      <c:pt idx="6422">
                        <c:v>3.5</c:v>
                      </c:pt>
                      <c:pt idx="6423">
                        <c:v>3.5</c:v>
                      </c:pt>
                      <c:pt idx="6424">
                        <c:v>3.5</c:v>
                      </c:pt>
                      <c:pt idx="6425">
                        <c:v>3.5</c:v>
                      </c:pt>
                      <c:pt idx="6426">
                        <c:v>3.5</c:v>
                      </c:pt>
                      <c:pt idx="6427">
                        <c:v>3.5</c:v>
                      </c:pt>
                      <c:pt idx="6428">
                        <c:v>3.5</c:v>
                      </c:pt>
                      <c:pt idx="6429">
                        <c:v>3.5</c:v>
                      </c:pt>
                      <c:pt idx="6430">
                        <c:v>3.5</c:v>
                      </c:pt>
                      <c:pt idx="6431">
                        <c:v>3.5</c:v>
                      </c:pt>
                      <c:pt idx="6432">
                        <c:v>3.5</c:v>
                      </c:pt>
                      <c:pt idx="6433">
                        <c:v>3.5</c:v>
                      </c:pt>
                      <c:pt idx="6434">
                        <c:v>3.5</c:v>
                      </c:pt>
                      <c:pt idx="6435">
                        <c:v>3.5</c:v>
                      </c:pt>
                      <c:pt idx="6436">
                        <c:v>3.5</c:v>
                      </c:pt>
                      <c:pt idx="6437">
                        <c:v>3.5</c:v>
                      </c:pt>
                      <c:pt idx="6438">
                        <c:v>3.5</c:v>
                      </c:pt>
                      <c:pt idx="6439">
                        <c:v>3.5</c:v>
                      </c:pt>
                      <c:pt idx="6440">
                        <c:v>3.5</c:v>
                      </c:pt>
                      <c:pt idx="6441">
                        <c:v>3.5</c:v>
                      </c:pt>
                      <c:pt idx="6442">
                        <c:v>3.5</c:v>
                      </c:pt>
                      <c:pt idx="6443">
                        <c:v>3.5</c:v>
                      </c:pt>
                      <c:pt idx="6444">
                        <c:v>3.5</c:v>
                      </c:pt>
                      <c:pt idx="6445">
                        <c:v>3.5</c:v>
                      </c:pt>
                      <c:pt idx="6446">
                        <c:v>3.5</c:v>
                      </c:pt>
                      <c:pt idx="6447">
                        <c:v>3.5</c:v>
                      </c:pt>
                      <c:pt idx="6448">
                        <c:v>3.5</c:v>
                      </c:pt>
                      <c:pt idx="6449">
                        <c:v>3.5</c:v>
                      </c:pt>
                      <c:pt idx="6450">
                        <c:v>3.5</c:v>
                      </c:pt>
                      <c:pt idx="6451">
                        <c:v>3.5</c:v>
                      </c:pt>
                      <c:pt idx="6452">
                        <c:v>3.5</c:v>
                      </c:pt>
                      <c:pt idx="6453">
                        <c:v>3.5</c:v>
                      </c:pt>
                      <c:pt idx="6454">
                        <c:v>3.5</c:v>
                      </c:pt>
                      <c:pt idx="6455">
                        <c:v>3.5</c:v>
                      </c:pt>
                      <c:pt idx="6456">
                        <c:v>3.5</c:v>
                      </c:pt>
                      <c:pt idx="6457">
                        <c:v>3.5</c:v>
                      </c:pt>
                      <c:pt idx="6458">
                        <c:v>3.5</c:v>
                      </c:pt>
                      <c:pt idx="6459">
                        <c:v>3.5</c:v>
                      </c:pt>
                      <c:pt idx="6460">
                        <c:v>3.5</c:v>
                      </c:pt>
                      <c:pt idx="6461">
                        <c:v>3.5</c:v>
                      </c:pt>
                      <c:pt idx="6462">
                        <c:v>3.5</c:v>
                      </c:pt>
                      <c:pt idx="6463">
                        <c:v>3.5</c:v>
                      </c:pt>
                      <c:pt idx="6464">
                        <c:v>3.5</c:v>
                      </c:pt>
                      <c:pt idx="6465">
                        <c:v>3.5</c:v>
                      </c:pt>
                      <c:pt idx="6466">
                        <c:v>3.5</c:v>
                      </c:pt>
                      <c:pt idx="6467">
                        <c:v>3.5</c:v>
                      </c:pt>
                      <c:pt idx="6468">
                        <c:v>3.5</c:v>
                      </c:pt>
                      <c:pt idx="6469">
                        <c:v>3.5</c:v>
                      </c:pt>
                      <c:pt idx="6470">
                        <c:v>3.5</c:v>
                      </c:pt>
                      <c:pt idx="6471">
                        <c:v>3.5</c:v>
                      </c:pt>
                      <c:pt idx="6472">
                        <c:v>3.5</c:v>
                      </c:pt>
                      <c:pt idx="6473">
                        <c:v>3.5</c:v>
                      </c:pt>
                      <c:pt idx="6474">
                        <c:v>3.5</c:v>
                      </c:pt>
                      <c:pt idx="6475">
                        <c:v>3.5</c:v>
                      </c:pt>
                      <c:pt idx="6476">
                        <c:v>3.5</c:v>
                      </c:pt>
                      <c:pt idx="6477">
                        <c:v>3.5</c:v>
                      </c:pt>
                      <c:pt idx="6478">
                        <c:v>3.5</c:v>
                      </c:pt>
                      <c:pt idx="6479">
                        <c:v>3.5</c:v>
                      </c:pt>
                      <c:pt idx="6480">
                        <c:v>3.5</c:v>
                      </c:pt>
                      <c:pt idx="6481">
                        <c:v>3.5</c:v>
                      </c:pt>
                      <c:pt idx="6482">
                        <c:v>3.5</c:v>
                      </c:pt>
                      <c:pt idx="6483">
                        <c:v>3.5</c:v>
                      </c:pt>
                      <c:pt idx="6484">
                        <c:v>3.5</c:v>
                      </c:pt>
                      <c:pt idx="6485">
                        <c:v>3.5</c:v>
                      </c:pt>
                      <c:pt idx="6486">
                        <c:v>3.5</c:v>
                      </c:pt>
                      <c:pt idx="6487">
                        <c:v>3.5</c:v>
                      </c:pt>
                      <c:pt idx="6488">
                        <c:v>3.5</c:v>
                      </c:pt>
                      <c:pt idx="6489">
                        <c:v>3.5</c:v>
                      </c:pt>
                      <c:pt idx="6490">
                        <c:v>3.5</c:v>
                      </c:pt>
                      <c:pt idx="6491">
                        <c:v>3.5</c:v>
                      </c:pt>
                      <c:pt idx="6492">
                        <c:v>3.5</c:v>
                      </c:pt>
                      <c:pt idx="6493">
                        <c:v>3.5</c:v>
                      </c:pt>
                      <c:pt idx="6494">
                        <c:v>3.5</c:v>
                      </c:pt>
                      <c:pt idx="6495">
                        <c:v>3.5</c:v>
                      </c:pt>
                      <c:pt idx="6496">
                        <c:v>3.5</c:v>
                      </c:pt>
                      <c:pt idx="6497">
                        <c:v>3.5</c:v>
                      </c:pt>
                      <c:pt idx="6498">
                        <c:v>3.5</c:v>
                      </c:pt>
                      <c:pt idx="6499">
                        <c:v>3.5</c:v>
                      </c:pt>
                      <c:pt idx="6500">
                        <c:v>3.5</c:v>
                      </c:pt>
                      <c:pt idx="6501">
                        <c:v>3.5</c:v>
                      </c:pt>
                      <c:pt idx="6502">
                        <c:v>3.5</c:v>
                      </c:pt>
                      <c:pt idx="6503">
                        <c:v>3.5</c:v>
                      </c:pt>
                      <c:pt idx="6504">
                        <c:v>3.5</c:v>
                      </c:pt>
                      <c:pt idx="6505">
                        <c:v>3.5</c:v>
                      </c:pt>
                      <c:pt idx="6506">
                        <c:v>3.5</c:v>
                      </c:pt>
                      <c:pt idx="6507">
                        <c:v>3.5</c:v>
                      </c:pt>
                      <c:pt idx="6508">
                        <c:v>3.5</c:v>
                      </c:pt>
                      <c:pt idx="6509">
                        <c:v>3.5</c:v>
                      </c:pt>
                      <c:pt idx="6510">
                        <c:v>3.5</c:v>
                      </c:pt>
                      <c:pt idx="6511">
                        <c:v>3.5</c:v>
                      </c:pt>
                      <c:pt idx="6512">
                        <c:v>3.5</c:v>
                      </c:pt>
                      <c:pt idx="6513">
                        <c:v>3.5</c:v>
                      </c:pt>
                      <c:pt idx="6514">
                        <c:v>3.5</c:v>
                      </c:pt>
                      <c:pt idx="6515">
                        <c:v>3.5</c:v>
                      </c:pt>
                      <c:pt idx="6516">
                        <c:v>3.5</c:v>
                      </c:pt>
                      <c:pt idx="6517">
                        <c:v>3.5</c:v>
                      </c:pt>
                      <c:pt idx="6518">
                        <c:v>3.5</c:v>
                      </c:pt>
                      <c:pt idx="6519">
                        <c:v>3.5</c:v>
                      </c:pt>
                      <c:pt idx="6520">
                        <c:v>3.5</c:v>
                      </c:pt>
                      <c:pt idx="6521">
                        <c:v>3.5</c:v>
                      </c:pt>
                      <c:pt idx="6522">
                        <c:v>3.5</c:v>
                      </c:pt>
                      <c:pt idx="6523">
                        <c:v>3.5</c:v>
                      </c:pt>
                      <c:pt idx="6524">
                        <c:v>3.5</c:v>
                      </c:pt>
                      <c:pt idx="6525">
                        <c:v>3.5</c:v>
                      </c:pt>
                      <c:pt idx="6526">
                        <c:v>3.5</c:v>
                      </c:pt>
                      <c:pt idx="6527">
                        <c:v>3.5</c:v>
                      </c:pt>
                      <c:pt idx="6528">
                        <c:v>3.5</c:v>
                      </c:pt>
                      <c:pt idx="6529">
                        <c:v>3.5</c:v>
                      </c:pt>
                      <c:pt idx="6530">
                        <c:v>3.5</c:v>
                      </c:pt>
                      <c:pt idx="6531">
                        <c:v>3.5</c:v>
                      </c:pt>
                      <c:pt idx="6532">
                        <c:v>3.5</c:v>
                      </c:pt>
                      <c:pt idx="6533">
                        <c:v>3.5</c:v>
                      </c:pt>
                      <c:pt idx="6534">
                        <c:v>3.5</c:v>
                      </c:pt>
                      <c:pt idx="6535">
                        <c:v>3.5</c:v>
                      </c:pt>
                      <c:pt idx="6536">
                        <c:v>3.5</c:v>
                      </c:pt>
                      <c:pt idx="6537">
                        <c:v>3.5</c:v>
                      </c:pt>
                      <c:pt idx="6538">
                        <c:v>3.5</c:v>
                      </c:pt>
                      <c:pt idx="6539">
                        <c:v>3.5</c:v>
                      </c:pt>
                      <c:pt idx="6540">
                        <c:v>3.5</c:v>
                      </c:pt>
                      <c:pt idx="6541">
                        <c:v>3.5</c:v>
                      </c:pt>
                      <c:pt idx="6542">
                        <c:v>3.5</c:v>
                      </c:pt>
                      <c:pt idx="6543">
                        <c:v>3.5</c:v>
                      </c:pt>
                      <c:pt idx="6544">
                        <c:v>3.5</c:v>
                      </c:pt>
                      <c:pt idx="6545">
                        <c:v>3.5</c:v>
                      </c:pt>
                      <c:pt idx="6546">
                        <c:v>3.5</c:v>
                      </c:pt>
                      <c:pt idx="6547">
                        <c:v>3.5</c:v>
                      </c:pt>
                      <c:pt idx="6548">
                        <c:v>3.5</c:v>
                      </c:pt>
                      <c:pt idx="6549">
                        <c:v>3.5</c:v>
                      </c:pt>
                      <c:pt idx="6550">
                        <c:v>3.5</c:v>
                      </c:pt>
                      <c:pt idx="6551">
                        <c:v>3.5</c:v>
                      </c:pt>
                      <c:pt idx="6552">
                        <c:v>3.5</c:v>
                      </c:pt>
                      <c:pt idx="6553">
                        <c:v>3.5</c:v>
                      </c:pt>
                      <c:pt idx="6554">
                        <c:v>3.5</c:v>
                      </c:pt>
                      <c:pt idx="6555">
                        <c:v>3.5</c:v>
                      </c:pt>
                      <c:pt idx="6556">
                        <c:v>3.5</c:v>
                      </c:pt>
                      <c:pt idx="6557">
                        <c:v>3.5</c:v>
                      </c:pt>
                      <c:pt idx="6558">
                        <c:v>3.5</c:v>
                      </c:pt>
                      <c:pt idx="6559">
                        <c:v>3.5</c:v>
                      </c:pt>
                      <c:pt idx="6560">
                        <c:v>3.5</c:v>
                      </c:pt>
                      <c:pt idx="6561">
                        <c:v>3.5</c:v>
                      </c:pt>
                      <c:pt idx="6562">
                        <c:v>3.5</c:v>
                      </c:pt>
                      <c:pt idx="6563">
                        <c:v>3.5</c:v>
                      </c:pt>
                      <c:pt idx="6564">
                        <c:v>3.5</c:v>
                      </c:pt>
                      <c:pt idx="6565">
                        <c:v>3.5</c:v>
                      </c:pt>
                      <c:pt idx="6566">
                        <c:v>3.5</c:v>
                      </c:pt>
                      <c:pt idx="6567">
                        <c:v>3.5</c:v>
                      </c:pt>
                      <c:pt idx="6568">
                        <c:v>3.5</c:v>
                      </c:pt>
                      <c:pt idx="6569">
                        <c:v>3.5</c:v>
                      </c:pt>
                      <c:pt idx="6570">
                        <c:v>3.5</c:v>
                      </c:pt>
                      <c:pt idx="6571">
                        <c:v>3.5</c:v>
                      </c:pt>
                      <c:pt idx="6572">
                        <c:v>3.5</c:v>
                      </c:pt>
                      <c:pt idx="6573">
                        <c:v>3.5</c:v>
                      </c:pt>
                      <c:pt idx="6574">
                        <c:v>3.5</c:v>
                      </c:pt>
                      <c:pt idx="6575">
                        <c:v>3.5</c:v>
                      </c:pt>
                      <c:pt idx="6576">
                        <c:v>3.5</c:v>
                      </c:pt>
                      <c:pt idx="6577">
                        <c:v>3.5</c:v>
                      </c:pt>
                      <c:pt idx="6578">
                        <c:v>3.5</c:v>
                      </c:pt>
                      <c:pt idx="6579">
                        <c:v>3.5</c:v>
                      </c:pt>
                      <c:pt idx="6580">
                        <c:v>3.5</c:v>
                      </c:pt>
                      <c:pt idx="6581">
                        <c:v>3.5</c:v>
                      </c:pt>
                      <c:pt idx="6582">
                        <c:v>3.5</c:v>
                      </c:pt>
                      <c:pt idx="6583">
                        <c:v>3.5</c:v>
                      </c:pt>
                      <c:pt idx="6584">
                        <c:v>3.5</c:v>
                      </c:pt>
                      <c:pt idx="6585">
                        <c:v>3.5</c:v>
                      </c:pt>
                      <c:pt idx="6586">
                        <c:v>3.5</c:v>
                      </c:pt>
                      <c:pt idx="6587">
                        <c:v>3.5</c:v>
                      </c:pt>
                      <c:pt idx="6588">
                        <c:v>3.5</c:v>
                      </c:pt>
                      <c:pt idx="6589">
                        <c:v>3.5</c:v>
                      </c:pt>
                      <c:pt idx="6590">
                        <c:v>3.5</c:v>
                      </c:pt>
                      <c:pt idx="6591">
                        <c:v>3.5</c:v>
                      </c:pt>
                      <c:pt idx="6592">
                        <c:v>3.5</c:v>
                      </c:pt>
                      <c:pt idx="6593">
                        <c:v>3.5</c:v>
                      </c:pt>
                      <c:pt idx="6594">
                        <c:v>3.5</c:v>
                      </c:pt>
                      <c:pt idx="6595">
                        <c:v>3.5</c:v>
                      </c:pt>
                      <c:pt idx="6596">
                        <c:v>3.5</c:v>
                      </c:pt>
                      <c:pt idx="6597">
                        <c:v>3.5</c:v>
                      </c:pt>
                      <c:pt idx="6598">
                        <c:v>3.5</c:v>
                      </c:pt>
                      <c:pt idx="6599">
                        <c:v>3.5</c:v>
                      </c:pt>
                      <c:pt idx="6600">
                        <c:v>3.5</c:v>
                      </c:pt>
                      <c:pt idx="6601">
                        <c:v>3.5</c:v>
                      </c:pt>
                      <c:pt idx="6602">
                        <c:v>3.5</c:v>
                      </c:pt>
                      <c:pt idx="6603">
                        <c:v>3.5</c:v>
                      </c:pt>
                      <c:pt idx="6604">
                        <c:v>3.5</c:v>
                      </c:pt>
                      <c:pt idx="6605">
                        <c:v>3.5</c:v>
                      </c:pt>
                      <c:pt idx="6606">
                        <c:v>3.5</c:v>
                      </c:pt>
                      <c:pt idx="6607">
                        <c:v>3.5</c:v>
                      </c:pt>
                      <c:pt idx="6608">
                        <c:v>3.5</c:v>
                      </c:pt>
                      <c:pt idx="6609">
                        <c:v>3.5</c:v>
                      </c:pt>
                      <c:pt idx="6610">
                        <c:v>3.5</c:v>
                      </c:pt>
                      <c:pt idx="6611">
                        <c:v>3.5</c:v>
                      </c:pt>
                      <c:pt idx="6612">
                        <c:v>3.5</c:v>
                      </c:pt>
                      <c:pt idx="6613">
                        <c:v>3.5</c:v>
                      </c:pt>
                      <c:pt idx="6614">
                        <c:v>3.5</c:v>
                      </c:pt>
                      <c:pt idx="6615">
                        <c:v>3.5</c:v>
                      </c:pt>
                      <c:pt idx="6616">
                        <c:v>3.5</c:v>
                      </c:pt>
                      <c:pt idx="6617">
                        <c:v>3.5</c:v>
                      </c:pt>
                      <c:pt idx="6618">
                        <c:v>3.5</c:v>
                      </c:pt>
                      <c:pt idx="6619">
                        <c:v>3.5</c:v>
                      </c:pt>
                      <c:pt idx="6620">
                        <c:v>3.5</c:v>
                      </c:pt>
                      <c:pt idx="6621">
                        <c:v>3.5</c:v>
                      </c:pt>
                      <c:pt idx="6622">
                        <c:v>3.5</c:v>
                      </c:pt>
                      <c:pt idx="6623">
                        <c:v>3.5</c:v>
                      </c:pt>
                      <c:pt idx="6624">
                        <c:v>3.5</c:v>
                      </c:pt>
                      <c:pt idx="6625">
                        <c:v>3.5</c:v>
                      </c:pt>
                      <c:pt idx="6626">
                        <c:v>3.5</c:v>
                      </c:pt>
                      <c:pt idx="6627">
                        <c:v>3.5</c:v>
                      </c:pt>
                      <c:pt idx="6628">
                        <c:v>3.5</c:v>
                      </c:pt>
                      <c:pt idx="6629">
                        <c:v>3.5</c:v>
                      </c:pt>
                      <c:pt idx="6630">
                        <c:v>3.5</c:v>
                      </c:pt>
                      <c:pt idx="6631">
                        <c:v>3.5</c:v>
                      </c:pt>
                      <c:pt idx="6632">
                        <c:v>3.5</c:v>
                      </c:pt>
                      <c:pt idx="6633">
                        <c:v>3.5</c:v>
                      </c:pt>
                      <c:pt idx="6634">
                        <c:v>3.5</c:v>
                      </c:pt>
                      <c:pt idx="6635">
                        <c:v>3.5</c:v>
                      </c:pt>
                      <c:pt idx="6636">
                        <c:v>3.5</c:v>
                      </c:pt>
                      <c:pt idx="6637">
                        <c:v>3.5</c:v>
                      </c:pt>
                      <c:pt idx="6638">
                        <c:v>3.5</c:v>
                      </c:pt>
                      <c:pt idx="6639">
                        <c:v>3.5</c:v>
                      </c:pt>
                      <c:pt idx="6640">
                        <c:v>3.5</c:v>
                      </c:pt>
                      <c:pt idx="6641">
                        <c:v>3.5</c:v>
                      </c:pt>
                      <c:pt idx="6642">
                        <c:v>3.5</c:v>
                      </c:pt>
                      <c:pt idx="6643">
                        <c:v>3.5</c:v>
                      </c:pt>
                      <c:pt idx="6644">
                        <c:v>3.5</c:v>
                      </c:pt>
                      <c:pt idx="6645">
                        <c:v>3.5</c:v>
                      </c:pt>
                      <c:pt idx="6646">
                        <c:v>3.5</c:v>
                      </c:pt>
                      <c:pt idx="6647">
                        <c:v>3.5</c:v>
                      </c:pt>
                      <c:pt idx="6648">
                        <c:v>3.5</c:v>
                      </c:pt>
                      <c:pt idx="6649">
                        <c:v>3.5</c:v>
                      </c:pt>
                      <c:pt idx="6650">
                        <c:v>3.5</c:v>
                      </c:pt>
                      <c:pt idx="6651">
                        <c:v>3.5</c:v>
                      </c:pt>
                      <c:pt idx="6652">
                        <c:v>3.5</c:v>
                      </c:pt>
                      <c:pt idx="6653">
                        <c:v>3.5</c:v>
                      </c:pt>
                      <c:pt idx="6654">
                        <c:v>3.5</c:v>
                      </c:pt>
                      <c:pt idx="6655">
                        <c:v>3.5</c:v>
                      </c:pt>
                      <c:pt idx="6656">
                        <c:v>3.5</c:v>
                      </c:pt>
                      <c:pt idx="6657">
                        <c:v>3.5</c:v>
                      </c:pt>
                      <c:pt idx="6658">
                        <c:v>3.5</c:v>
                      </c:pt>
                      <c:pt idx="6659">
                        <c:v>3.5</c:v>
                      </c:pt>
                      <c:pt idx="6660">
                        <c:v>3.5</c:v>
                      </c:pt>
                      <c:pt idx="6661">
                        <c:v>3.5</c:v>
                      </c:pt>
                      <c:pt idx="6662">
                        <c:v>3.5</c:v>
                      </c:pt>
                      <c:pt idx="6663">
                        <c:v>3.5</c:v>
                      </c:pt>
                      <c:pt idx="6664">
                        <c:v>3.5</c:v>
                      </c:pt>
                      <c:pt idx="6665">
                        <c:v>3.5</c:v>
                      </c:pt>
                      <c:pt idx="6666">
                        <c:v>3.5</c:v>
                      </c:pt>
                      <c:pt idx="6667">
                        <c:v>3.5</c:v>
                      </c:pt>
                      <c:pt idx="6668">
                        <c:v>3.5</c:v>
                      </c:pt>
                      <c:pt idx="6669">
                        <c:v>3.5</c:v>
                      </c:pt>
                      <c:pt idx="6670">
                        <c:v>3.5</c:v>
                      </c:pt>
                      <c:pt idx="6671">
                        <c:v>3.5</c:v>
                      </c:pt>
                      <c:pt idx="6672">
                        <c:v>3.5</c:v>
                      </c:pt>
                      <c:pt idx="6673">
                        <c:v>3.5</c:v>
                      </c:pt>
                      <c:pt idx="6674">
                        <c:v>3.5</c:v>
                      </c:pt>
                      <c:pt idx="6675">
                        <c:v>3.5</c:v>
                      </c:pt>
                      <c:pt idx="6676">
                        <c:v>3.5</c:v>
                      </c:pt>
                      <c:pt idx="6677">
                        <c:v>3.5</c:v>
                      </c:pt>
                      <c:pt idx="6678">
                        <c:v>3.5</c:v>
                      </c:pt>
                      <c:pt idx="6679">
                        <c:v>3.5</c:v>
                      </c:pt>
                      <c:pt idx="6680">
                        <c:v>3.5</c:v>
                      </c:pt>
                      <c:pt idx="6681">
                        <c:v>3.5</c:v>
                      </c:pt>
                      <c:pt idx="6682">
                        <c:v>3.5</c:v>
                      </c:pt>
                      <c:pt idx="6683">
                        <c:v>3.5</c:v>
                      </c:pt>
                      <c:pt idx="6684">
                        <c:v>3.5</c:v>
                      </c:pt>
                      <c:pt idx="6685">
                        <c:v>3.5</c:v>
                      </c:pt>
                      <c:pt idx="6686">
                        <c:v>3.5</c:v>
                      </c:pt>
                      <c:pt idx="6687">
                        <c:v>3.5</c:v>
                      </c:pt>
                      <c:pt idx="6688">
                        <c:v>3.5</c:v>
                      </c:pt>
                      <c:pt idx="6689">
                        <c:v>3.5</c:v>
                      </c:pt>
                      <c:pt idx="6690">
                        <c:v>3.5</c:v>
                      </c:pt>
                      <c:pt idx="6691">
                        <c:v>3.5</c:v>
                      </c:pt>
                      <c:pt idx="6692">
                        <c:v>3.5</c:v>
                      </c:pt>
                      <c:pt idx="6693">
                        <c:v>3.5</c:v>
                      </c:pt>
                      <c:pt idx="6694">
                        <c:v>3.5</c:v>
                      </c:pt>
                      <c:pt idx="6695">
                        <c:v>3.5</c:v>
                      </c:pt>
                      <c:pt idx="6696">
                        <c:v>3.5</c:v>
                      </c:pt>
                      <c:pt idx="6697">
                        <c:v>3.5</c:v>
                      </c:pt>
                      <c:pt idx="6698">
                        <c:v>3.5</c:v>
                      </c:pt>
                      <c:pt idx="6699">
                        <c:v>3.5</c:v>
                      </c:pt>
                      <c:pt idx="6700">
                        <c:v>3.5</c:v>
                      </c:pt>
                      <c:pt idx="6701">
                        <c:v>3.5</c:v>
                      </c:pt>
                      <c:pt idx="6702">
                        <c:v>3.5</c:v>
                      </c:pt>
                      <c:pt idx="6703">
                        <c:v>3.5</c:v>
                      </c:pt>
                      <c:pt idx="6704">
                        <c:v>3.5</c:v>
                      </c:pt>
                      <c:pt idx="6705">
                        <c:v>3.5</c:v>
                      </c:pt>
                      <c:pt idx="6706">
                        <c:v>3.5</c:v>
                      </c:pt>
                      <c:pt idx="6707">
                        <c:v>3.5</c:v>
                      </c:pt>
                      <c:pt idx="6708">
                        <c:v>3.5</c:v>
                      </c:pt>
                      <c:pt idx="6709">
                        <c:v>3.5</c:v>
                      </c:pt>
                      <c:pt idx="6710">
                        <c:v>3.5</c:v>
                      </c:pt>
                      <c:pt idx="6711">
                        <c:v>3.5</c:v>
                      </c:pt>
                      <c:pt idx="6712">
                        <c:v>3.5</c:v>
                      </c:pt>
                      <c:pt idx="6713">
                        <c:v>3.5</c:v>
                      </c:pt>
                      <c:pt idx="6714">
                        <c:v>3.5</c:v>
                      </c:pt>
                      <c:pt idx="6715">
                        <c:v>3.5</c:v>
                      </c:pt>
                      <c:pt idx="6716">
                        <c:v>3.5</c:v>
                      </c:pt>
                      <c:pt idx="6717">
                        <c:v>3.5</c:v>
                      </c:pt>
                      <c:pt idx="6718">
                        <c:v>3.5</c:v>
                      </c:pt>
                      <c:pt idx="6719">
                        <c:v>3.5</c:v>
                      </c:pt>
                      <c:pt idx="6720">
                        <c:v>3.5</c:v>
                      </c:pt>
                      <c:pt idx="6721">
                        <c:v>3.5</c:v>
                      </c:pt>
                      <c:pt idx="6722">
                        <c:v>3.5</c:v>
                      </c:pt>
                      <c:pt idx="6723">
                        <c:v>3.5</c:v>
                      </c:pt>
                      <c:pt idx="6724">
                        <c:v>3.5</c:v>
                      </c:pt>
                      <c:pt idx="6725">
                        <c:v>3.5</c:v>
                      </c:pt>
                      <c:pt idx="6726">
                        <c:v>3.5</c:v>
                      </c:pt>
                      <c:pt idx="6727">
                        <c:v>3.5</c:v>
                      </c:pt>
                      <c:pt idx="6728">
                        <c:v>3.5</c:v>
                      </c:pt>
                      <c:pt idx="6729">
                        <c:v>3.5</c:v>
                      </c:pt>
                      <c:pt idx="6730">
                        <c:v>3.5</c:v>
                      </c:pt>
                      <c:pt idx="6731">
                        <c:v>3.5</c:v>
                      </c:pt>
                      <c:pt idx="6732">
                        <c:v>3.5</c:v>
                      </c:pt>
                      <c:pt idx="6733">
                        <c:v>3.5</c:v>
                      </c:pt>
                      <c:pt idx="6734">
                        <c:v>3.5</c:v>
                      </c:pt>
                      <c:pt idx="6735">
                        <c:v>3.5</c:v>
                      </c:pt>
                      <c:pt idx="6736">
                        <c:v>3.5</c:v>
                      </c:pt>
                      <c:pt idx="6737">
                        <c:v>3.5</c:v>
                      </c:pt>
                      <c:pt idx="6738">
                        <c:v>3.5</c:v>
                      </c:pt>
                      <c:pt idx="6739">
                        <c:v>3.5</c:v>
                      </c:pt>
                      <c:pt idx="6740">
                        <c:v>3.5</c:v>
                      </c:pt>
                      <c:pt idx="6741">
                        <c:v>3.5</c:v>
                      </c:pt>
                      <c:pt idx="6742">
                        <c:v>3.5</c:v>
                      </c:pt>
                      <c:pt idx="6743">
                        <c:v>3.5</c:v>
                      </c:pt>
                      <c:pt idx="6744">
                        <c:v>3.5</c:v>
                      </c:pt>
                      <c:pt idx="6745">
                        <c:v>3.5</c:v>
                      </c:pt>
                      <c:pt idx="6746">
                        <c:v>3.5</c:v>
                      </c:pt>
                      <c:pt idx="6747">
                        <c:v>3.5</c:v>
                      </c:pt>
                      <c:pt idx="6748">
                        <c:v>3.5</c:v>
                      </c:pt>
                      <c:pt idx="6749">
                        <c:v>3.5</c:v>
                      </c:pt>
                      <c:pt idx="6750">
                        <c:v>3.5</c:v>
                      </c:pt>
                      <c:pt idx="6751">
                        <c:v>3.5</c:v>
                      </c:pt>
                      <c:pt idx="6752">
                        <c:v>3.5</c:v>
                      </c:pt>
                      <c:pt idx="6753">
                        <c:v>3.75</c:v>
                      </c:pt>
                      <c:pt idx="6754">
                        <c:v>3.75</c:v>
                      </c:pt>
                      <c:pt idx="6755">
                        <c:v>3.75</c:v>
                      </c:pt>
                      <c:pt idx="6756">
                        <c:v>3.75</c:v>
                      </c:pt>
                      <c:pt idx="6757">
                        <c:v>3.75</c:v>
                      </c:pt>
                      <c:pt idx="6758">
                        <c:v>3.75</c:v>
                      </c:pt>
                      <c:pt idx="6759">
                        <c:v>3.75</c:v>
                      </c:pt>
                      <c:pt idx="6760">
                        <c:v>3.75</c:v>
                      </c:pt>
                      <c:pt idx="6761">
                        <c:v>3.75</c:v>
                      </c:pt>
                      <c:pt idx="6762">
                        <c:v>3.75</c:v>
                      </c:pt>
                      <c:pt idx="6763">
                        <c:v>3.75</c:v>
                      </c:pt>
                      <c:pt idx="6764">
                        <c:v>3.75</c:v>
                      </c:pt>
                      <c:pt idx="6765">
                        <c:v>3.75</c:v>
                      </c:pt>
                      <c:pt idx="6766">
                        <c:v>3.75</c:v>
                      </c:pt>
                      <c:pt idx="6767">
                        <c:v>3.75</c:v>
                      </c:pt>
                      <c:pt idx="6768">
                        <c:v>3.75</c:v>
                      </c:pt>
                      <c:pt idx="6769">
                        <c:v>3.75</c:v>
                      </c:pt>
                      <c:pt idx="6770">
                        <c:v>3.75</c:v>
                      </c:pt>
                      <c:pt idx="6771">
                        <c:v>3.75</c:v>
                      </c:pt>
                      <c:pt idx="6772">
                        <c:v>3.75</c:v>
                      </c:pt>
                      <c:pt idx="6773">
                        <c:v>3.75</c:v>
                      </c:pt>
                      <c:pt idx="6774">
                        <c:v>3.75</c:v>
                      </c:pt>
                      <c:pt idx="6775">
                        <c:v>3.75</c:v>
                      </c:pt>
                      <c:pt idx="6776">
                        <c:v>3.75</c:v>
                      </c:pt>
                      <c:pt idx="6777">
                        <c:v>3.75</c:v>
                      </c:pt>
                      <c:pt idx="6778">
                        <c:v>3.75</c:v>
                      </c:pt>
                      <c:pt idx="6779">
                        <c:v>3.75</c:v>
                      </c:pt>
                      <c:pt idx="6780">
                        <c:v>3.75</c:v>
                      </c:pt>
                      <c:pt idx="6781">
                        <c:v>3.75</c:v>
                      </c:pt>
                      <c:pt idx="6782">
                        <c:v>3.75</c:v>
                      </c:pt>
                      <c:pt idx="6783">
                        <c:v>3.75</c:v>
                      </c:pt>
                      <c:pt idx="6784">
                        <c:v>3.75</c:v>
                      </c:pt>
                      <c:pt idx="6785">
                        <c:v>3.75</c:v>
                      </c:pt>
                      <c:pt idx="6786">
                        <c:v>3.75</c:v>
                      </c:pt>
                      <c:pt idx="6787">
                        <c:v>3.75</c:v>
                      </c:pt>
                      <c:pt idx="6788">
                        <c:v>3.75</c:v>
                      </c:pt>
                      <c:pt idx="6789">
                        <c:v>3.75</c:v>
                      </c:pt>
                      <c:pt idx="6790">
                        <c:v>3.75</c:v>
                      </c:pt>
                      <c:pt idx="6791">
                        <c:v>3.75</c:v>
                      </c:pt>
                      <c:pt idx="6792">
                        <c:v>3.75</c:v>
                      </c:pt>
                      <c:pt idx="6793">
                        <c:v>3.75</c:v>
                      </c:pt>
                      <c:pt idx="6794">
                        <c:v>3.75</c:v>
                      </c:pt>
                      <c:pt idx="6795">
                        <c:v>3.75</c:v>
                      </c:pt>
                      <c:pt idx="6796">
                        <c:v>3.75</c:v>
                      </c:pt>
                      <c:pt idx="6797">
                        <c:v>3.75</c:v>
                      </c:pt>
                      <c:pt idx="6798">
                        <c:v>3.75</c:v>
                      </c:pt>
                      <c:pt idx="6799">
                        <c:v>3.75</c:v>
                      </c:pt>
                      <c:pt idx="6800">
                        <c:v>3.75</c:v>
                      </c:pt>
                      <c:pt idx="6801">
                        <c:v>3.75</c:v>
                      </c:pt>
                      <c:pt idx="6802">
                        <c:v>3.75</c:v>
                      </c:pt>
                      <c:pt idx="6803">
                        <c:v>4</c:v>
                      </c:pt>
                      <c:pt idx="6804">
                        <c:v>4</c:v>
                      </c:pt>
                      <c:pt idx="6805">
                        <c:v>4</c:v>
                      </c:pt>
                      <c:pt idx="6806">
                        <c:v>4</c:v>
                      </c:pt>
                      <c:pt idx="6807">
                        <c:v>4</c:v>
                      </c:pt>
                      <c:pt idx="6808">
                        <c:v>4</c:v>
                      </c:pt>
                      <c:pt idx="6809">
                        <c:v>4</c:v>
                      </c:pt>
                      <c:pt idx="6810">
                        <c:v>4</c:v>
                      </c:pt>
                      <c:pt idx="6811">
                        <c:v>4</c:v>
                      </c:pt>
                      <c:pt idx="6812">
                        <c:v>4</c:v>
                      </c:pt>
                      <c:pt idx="6813">
                        <c:v>4</c:v>
                      </c:pt>
                      <c:pt idx="6814">
                        <c:v>4</c:v>
                      </c:pt>
                      <c:pt idx="6815">
                        <c:v>4</c:v>
                      </c:pt>
                      <c:pt idx="6816">
                        <c:v>4</c:v>
                      </c:pt>
                      <c:pt idx="6817">
                        <c:v>4</c:v>
                      </c:pt>
                      <c:pt idx="6818">
                        <c:v>4</c:v>
                      </c:pt>
                      <c:pt idx="6819">
                        <c:v>4</c:v>
                      </c:pt>
                      <c:pt idx="6820">
                        <c:v>4</c:v>
                      </c:pt>
                      <c:pt idx="6821">
                        <c:v>4</c:v>
                      </c:pt>
                      <c:pt idx="6822">
                        <c:v>4</c:v>
                      </c:pt>
                      <c:pt idx="6823">
                        <c:v>4</c:v>
                      </c:pt>
                      <c:pt idx="6824">
                        <c:v>4</c:v>
                      </c:pt>
                      <c:pt idx="6825">
                        <c:v>4</c:v>
                      </c:pt>
                      <c:pt idx="6826">
                        <c:v>4</c:v>
                      </c:pt>
                      <c:pt idx="6827">
                        <c:v>4</c:v>
                      </c:pt>
                      <c:pt idx="6828">
                        <c:v>4</c:v>
                      </c:pt>
                      <c:pt idx="6829">
                        <c:v>4</c:v>
                      </c:pt>
                      <c:pt idx="6830">
                        <c:v>4</c:v>
                      </c:pt>
                      <c:pt idx="6831">
                        <c:v>4</c:v>
                      </c:pt>
                      <c:pt idx="6832">
                        <c:v>4</c:v>
                      </c:pt>
                      <c:pt idx="6833">
                        <c:v>4</c:v>
                      </c:pt>
                      <c:pt idx="6834">
                        <c:v>4</c:v>
                      </c:pt>
                      <c:pt idx="6835">
                        <c:v>4</c:v>
                      </c:pt>
                      <c:pt idx="6836">
                        <c:v>4</c:v>
                      </c:pt>
                      <c:pt idx="6837">
                        <c:v>4</c:v>
                      </c:pt>
                      <c:pt idx="6838">
                        <c:v>4</c:v>
                      </c:pt>
                      <c:pt idx="6839">
                        <c:v>4</c:v>
                      </c:pt>
                      <c:pt idx="6840">
                        <c:v>4</c:v>
                      </c:pt>
                      <c:pt idx="6841">
                        <c:v>4</c:v>
                      </c:pt>
                      <c:pt idx="6842">
                        <c:v>4</c:v>
                      </c:pt>
                      <c:pt idx="6843">
                        <c:v>4.25</c:v>
                      </c:pt>
                      <c:pt idx="6844">
                        <c:v>4.25</c:v>
                      </c:pt>
                      <c:pt idx="6845">
                        <c:v>4.25</c:v>
                      </c:pt>
                      <c:pt idx="6846">
                        <c:v>4.25</c:v>
                      </c:pt>
                      <c:pt idx="6847">
                        <c:v>4.25</c:v>
                      </c:pt>
                      <c:pt idx="6848">
                        <c:v>4.25</c:v>
                      </c:pt>
                      <c:pt idx="6849">
                        <c:v>4.25</c:v>
                      </c:pt>
                      <c:pt idx="6850">
                        <c:v>4.25</c:v>
                      </c:pt>
                      <c:pt idx="6851">
                        <c:v>4.25</c:v>
                      </c:pt>
                      <c:pt idx="6852">
                        <c:v>4.25</c:v>
                      </c:pt>
                      <c:pt idx="6853">
                        <c:v>4.25</c:v>
                      </c:pt>
                      <c:pt idx="6854">
                        <c:v>4.25</c:v>
                      </c:pt>
                      <c:pt idx="6855">
                        <c:v>4.25</c:v>
                      </c:pt>
                      <c:pt idx="6856">
                        <c:v>4.25</c:v>
                      </c:pt>
                      <c:pt idx="6857">
                        <c:v>4.25</c:v>
                      </c:pt>
                      <c:pt idx="6858">
                        <c:v>4.25</c:v>
                      </c:pt>
                      <c:pt idx="6859">
                        <c:v>4.25</c:v>
                      </c:pt>
                      <c:pt idx="6860">
                        <c:v>4.25</c:v>
                      </c:pt>
                      <c:pt idx="6861">
                        <c:v>4.25</c:v>
                      </c:pt>
                      <c:pt idx="6862">
                        <c:v>4.25</c:v>
                      </c:pt>
                      <c:pt idx="6863">
                        <c:v>4.25</c:v>
                      </c:pt>
                      <c:pt idx="6864">
                        <c:v>4.25</c:v>
                      </c:pt>
                      <c:pt idx="6865">
                        <c:v>4.25</c:v>
                      </c:pt>
                      <c:pt idx="6866">
                        <c:v>4.25</c:v>
                      </c:pt>
                      <c:pt idx="6867">
                        <c:v>4.25</c:v>
                      </c:pt>
                      <c:pt idx="6868">
                        <c:v>4.25</c:v>
                      </c:pt>
                      <c:pt idx="6869">
                        <c:v>4.25</c:v>
                      </c:pt>
                      <c:pt idx="6870">
                        <c:v>4.25</c:v>
                      </c:pt>
                      <c:pt idx="6871">
                        <c:v>4.25</c:v>
                      </c:pt>
                      <c:pt idx="6872">
                        <c:v>4.25</c:v>
                      </c:pt>
                      <c:pt idx="6873">
                        <c:v>4.25</c:v>
                      </c:pt>
                      <c:pt idx="6874">
                        <c:v>4.25</c:v>
                      </c:pt>
                      <c:pt idx="6875">
                        <c:v>4.25</c:v>
                      </c:pt>
                      <c:pt idx="6876">
                        <c:v>4.25</c:v>
                      </c:pt>
                      <c:pt idx="6877">
                        <c:v>4.25</c:v>
                      </c:pt>
                      <c:pt idx="6878">
                        <c:v>4.25</c:v>
                      </c:pt>
                      <c:pt idx="6879">
                        <c:v>4.25</c:v>
                      </c:pt>
                      <c:pt idx="6880">
                        <c:v>4.25</c:v>
                      </c:pt>
                      <c:pt idx="6881">
                        <c:v>4.25</c:v>
                      </c:pt>
                      <c:pt idx="6882">
                        <c:v>4.25</c:v>
                      </c:pt>
                      <c:pt idx="6883">
                        <c:v>4.75</c:v>
                      </c:pt>
                      <c:pt idx="6884">
                        <c:v>4.75</c:v>
                      </c:pt>
                      <c:pt idx="6885">
                        <c:v>4.75</c:v>
                      </c:pt>
                      <c:pt idx="6886">
                        <c:v>4.75</c:v>
                      </c:pt>
                      <c:pt idx="6887">
                        <c:v>4.75</c:v>
                      </c:pt>
                      <c:pt idx="6888">
                        <c:v>4.75</c:v>
                      </c:pt>
                      <c:pt idx="6889">
                        <c:v>4.75</c:v>
                      </c:pt>
                      <c:pt idx="6890">
                        <c:v>4.75</c:v>
                      </c:pt>
                      <c:pt idx="6891">
                        <c:v>4.75</c:v>
                      </c:pt>
                      <c:pt idx="6892">
                        <c:v>4.75</c:v>
                      </c:pt>
                      <c:pt idx="6893">
                        <c:v>4.75</c:v>
                      </c:pt>
                      <c:pt idx="6894">
                        <c:v>4.75</c:v>
                      </c:pt>
                      <c:pt idx="6895">
                        <c:v>4.75</c:v>
                      </c:pt>
                      <c:pt idx="6896">
                        <c:v>4.75</c:v>
                      </c:pt>
                      <c:pt idx="6897">
                        <c:v>4.75</c:v>
                      </c:pt>
                      <c:pt idx="6898">
                        <c:v>4.75</c:v>
                      </c:pt>
                      <c:pt idx="6899">
                        <c:v>4.75</c:v>
                      </c:pt>
                      <c:pt idx="6900">
                        <c:v>4.75</c:v>
                      </c:pt>
                      <c:pt idx="6901">
                        <c:v>4.75</c:v>
                      </c:pt>
                      <c:pt idx="6902">
                        <c:v>4.75</c:v>
                      </c:pt>
                      <c:pt idx="6903">
                        <c:v>4.75</c:v>
                      </c:pt>
                      <c:pt idx="6904">
                        <c:v>4.75</c:v>
                      </c:pt>
                      <c:pt idx="6905">
                        <c:v>4.75</c:v>
                      </c:pt>
                      <c:pt idx="6906">
                        <c:v>4.75</c:v>
                      </c:pt>
                      <c:pt idx="6907">
                        <c:v>4.75</c:v>
                      </c:pt>
                      <c:pt idx="6908">
                        <c:v>4.75</c:v>
                      </c:pt>
                      <c:pt idx="6909">
                        <c:v>4.75</c:v>
                      </c:pt>
                      <c:pt idx="6910">
                        <c:v>4.75</c:v>
                      </c:pt>
                      <c:pt idx="6911">
                        <c:v>4.75</c:v>
                      </c:pt>
                      <c:pt idx="6912">
                        <c:v>4.75</c:v>
                      </c:pt>
                      <c:pt idx="6913">
                        <c:v>4.75</c:v>
                      </c:pt>
                      <c:pt idx="6914">
                        <c:v>4.75</c:v>
                      </c:pt>
                      <c:pt idx="6915">
                        <c:v>4.75</c:v>
                      </c:pt>
                      <c:pt idx="6916">
                        <c:v>4.75</c:v>
                      </c:pt>
                      <c:pt idx="6917">
                        <c:v>4.75</c:v>
                      </c:pt>
                      <c:pt idx="6918">
                        <c:v>4.75</c:v>
                      </c:pt>
                      <c:pt idx="6919">
                        <c:v>4.75</c:v>
                      </c:pt>
                      <c:pt idx="6920">
                        <c:v>4.75</c:v>
                      </c:pt>
                      <c:pt idx="6921">
                        <c:v>4.75</c:v>
                      </c:pt>
                      <c:pt idx="6922">
                        <c:v>4.75</c:v>
                      </c:pt>
                      <c:pt idx="6923">
                        <c:v>4.75</c:v>
                      </c:pt>
                      <c:pt idx="6924">
                        <c:v>4.75</c:v>
                      </c:pt>
                      <c:pt idx="6925">
                        <c:v>4.75</c:v>
                      </c:pt>
                      <c:pt idx="6926">
                        <c:v>4.75</c:v>
                      </c:pt>
                      <c:pt idx="6927">
                        <c:v>4.75</c:v>
                      </c:pt>
                      <c:pt idx="6928">
                        <c:v>5.5</c:v>
                      </c:pt>
                      <c:pt idx="6929">
                        <c:v>5.5</c:v>
                      </c:pt>
                      <c:pt idx="6930">
                        <c:v>5.5</c:v>
                      </c:pt>
                      <c:pt idx="6931">
                        <c:v>5.5</c:v>
                      </c:pt>
                      <c:pt idx="6932">
                        <c:v>5.5</c:v>
                      </c:pt>
                      <c:pt idx="6933">
                        <c:v>5.5</c:v>
                      </c:pt>
                      <c:pt idx="6934">
                        <c:v>5.5</c:v>
                      </c:pt>
                      <c:pt idx="6935">
                        <c:v>5.5</c:v>
                      </c:pt>
                      <c:pt idx="6936">
                        <c:v>5.5</c:v>
                      </c:pt>
                      <c:pt idx="6937">
                        <c:v>5.5</c:v>
                      </c:pt>
                      <c:pt idx="6938">
                        <c:v>5.5</c:v>
                      </c:pt>
                      <c:pt idx="6939">
                        <c:v>5.5</c:v>
                      </c:pt>
                      <c:pt idx="6940">
                        <c:v>5.5</c:v>
                      </c:pt>
                      <c:pt idx="6941">
                        <c:v>5.5</c:v>
                      </c:pt>
                      <c:pt idx="6942">
                        <c:v>5.5</c:v>
                      </c:pt>
                      <c:pt idx="6943">
                        <c:v>5.5</c:v>
                      </c:pt>
                      <c:pt idx="6944">
                        <c:v>5.5</c:v>
                      </c:pt>
                      <c:pt idx="6945">
                        <c:v>5.5</c:v>
                      </c:pt>
                      <c:pt idx="6946">
                        <c:v>5.5</c:v>
                      </c:pt>
                      <c:pt idx="6947">
                        <c:v>5.5</c:v>
                      </c:pt>
                      <c:pt idx="6948">
                        <c:v>5.5</c:v>
                      </c:pt>
                      <c:pt idx="6949">
                        <c:v>5.5</c:v>
                      </c:pt>
                      <c:pt idx="6950">
                        <c:v>5.5</c:v>
                      </c:pt>
                      <c:pt idx="6951">
                        <c:v>5.5</c:v>
                      </c:pt>
                      <c:pt idx="6952">
                        <c:v>5.5</c:v>
                      </c:pt>
                      <c:pt idx="6953">
                        <c:v>5.5</c:v>
                      </c:pt>
                      <c:pt idx="6954">
                        <c:v>5.5</c:v>
                      </c:pt>
                      <c:pt idx="6955">
                        <c:v>5.5</c:v>
                      </c:pt>
                      <c:pt idx="6956">
                        <c:v>5.5</c:v>
                      </c:pt>
                      <c:pt idx="6957">
                        <c:v>5.5</c:v>
                      </c:pt>
                      <c:pt idx="6958">
                        <c:v>5.5</c:v>
                      </c:pt>
                      <c:pt idx="6959">
                        <c:v>5.5</c:v>
                      </c:pt>
                      <c:pt idx="6960">
                        <c:v>5.5</c:v>
                      </c:pt>
                      <c:pt idx="6961">
                        <c:v>5.5</c:v>
                      </c:pt>
                      <c:pt idx="6962">
                        <c:v>5.5</c:v>
                      </c:pt>
                      <c:pt idx="6963">
                        <c:v>5.5</c:v>
                      </c:pt>
                      <c:pt idx="6964">
                        <c:v>5.5</c:v>
                      </c:pt>
                      <c:pt idx="6965">
                        <c:v>5.5</c:v>
                      </c:pt>
                      <c:pt idx="6966">
                        <c:v>5.5</c:v>
                      </c:pt>
                      <c:pt idx="6967">
                        <c:v>5.5</c:v>
                      </c:pt>
                      <c:pt idx="6968">
                        <c:v>5.5</c:v>
                      </c:pt>
                      <c:pt idx="6969">
                        <c:v>5.5</c:v>
                      </c:pt>
                      <c:pt idx="6970">
                        <c:v>5.5</c:v>
                      </c:pt>
                      <c:pt idx="6971">
                        <c:v>5.5</c:v>
                      </c:pt>
                      <c:pt idx="6972">
                        <c:v>5.5</c:v>
                      </c:pt>
                      <c:pt idx="6973">
                        <c:v>6.25</c:v>
                      </c:pt>
                      <c:pt idx="6974">
                        <c:v>6.25</c:v>
                      </c:pt>
                      <c:pt idx="6975">
                        <c:v>6.25</c:v>
                      </c:pt>
                      <c:pt idx="6976">
                        <c:v>6.25</c:v>
                      </c:pt>
                      <c:pt idx="6977">
                        <c:v>6.25</c:v>
                      </c:pt>
                      <c:pt idx="6978">
                        <c:v>6.25</c:v>
                      </c:pt>
                      <c:pt idx="6979">
                        <c:v>6.25</c:v>
                      </c:pt>
                      <c:pt idx="6980">
                        <c:v>6.25</c:v>
                      </c:pt>
                      <c:pt idx="6981">
                        <c:v>6.25</c:v>
                      </c:pt>
                      <c:pt idx="6982">
                        <c:v>6.25</c:v>
                      </c:pt>
                      <c:pt idx="6983">
                        <c:v>6.25</c:v>
                      </c:pt>
                      <c:pt idx="6984">
                        <c:v>6.25</c:v>
                      </c:pt>
                      <c:pt idx="6985">
                        <c:v>6.25</c:v>
                      </c:pt>
                      <c:pt idx="6986">
                        <c:v>6.25</c:v>
                      </c:pt>
                      <c:pt idx="6987">
                        <c:v>6.25</c:v>
                      </c:pt>
                      <c:pt idx="6988">
                        <c:v>6.25</c:v>
                      </c:pt>
                      <c:pt idx="6989">
                        <c:v>6.25</c:v>
                      </c:pt>
                      <c:pt idx="6990">
                        <c:v>6.25</c:v>
                      </c:pt>
                      <c:pt idx="6991">
                        <c:v>6.25</c:v>
                      </c:pt>
                      <c:pt idx="6992">
                        <c:v>6.25</c:v>
                      </c:pt>
                      <c:pt idx="6993">
                        <c:v>6.25</c:v>
                      </c:pt>
                      <c:pt idx="6994">
                        <c:v>6.25</c:v>
                      </c:pt>
                      <c:pt idx="6995">
                        <c:v>6.25</c:v>
                      </c:pt>
                      <c:pt idx="6996">
                        <c:v>6.25</c:v>
                      </c:pt>
                      <c:pt idx="6997">
                        <c:v>6.25</c:v>
                      </c:pt>
                      <c:pt idx="6998">
                        <c:v>6.25</c:v>
                      </c:pt>
                      <c:pt idx="6999">
                        <c:v>6.25</c:v>
                      </c:pt>
                      <c:pt idx="7000">
                        <c:v>6.25</c:v>
                      </c:pt>
                      <c:pt idx="7001">
                        <c:v>6.25</c:v>
                      </c:pt>
                      <c:pt idx="7002">
                        <c:v>6.25</c:v>
                      </c:pt>
                      <c:pt idx="7003">
                        <c:v>6.25</c:v>
                      </c:pt>
                      <c:pt idx="7004">
                        <c:v>6.25</c:v>
                      </c:pt>
                      <c:pt idx="7005">
                        <c:v>6.25</c:v>
                      </c:pt>
                      <c:pt idx="7006">
                        <c:v>6.25</c:v>
                      </c:pt>
                      <c:pt idx="7007">
                        <c:v>6.25</c:v>
                      </c:pt>
                      <c:pt idx="7008">
                        <c:v>6.25</c:v>
                      </c:pt>
                      <c:pt idx="7009">
                        <c:v>6.25</c:v>
                      </c:pt>
                      <c:pt idx="7010">
                        <c:v>6.25</c:v>
                      </c:pt>
                      <c:pt idx="7011">
                        <c:v>6.25</c:v>
                      </c:pt>
                      <c:pt idx="7012">
                        <c:v>6.25</c:v>
                      </c:pt>
                      <c:pt idx="7013">
                        <c:v>6.25</c:v>
                      </c:pt>
                      <c:pt idx="7014">
                        <c:v>6.25</c:v>
                      </c:pt>
                      <c:pt idx="7015">
                        <c:v>6.25</c:v>
                      </c:pt>
                      <c:pt idx="7016">
                        <c:v>6.25</c:v>
                      </c:pt>
                      <c:pt idx="7017">
                        <c:v>6.25</c:v>
                      </c:pt>
                      <c:pt idx="7018">
                        <c:v>7</c:v>
                      </c:pt>
                      <c:pt idx="7019">
                        <c:v>7</c:v>
                      </c:pt>
                      <c:pt idx="7020">
                        <c:v>7</c:v>
                      </c:pt>
                      <c:pt idx="7021">
                        <c:v>7</c:v>
                      </c:pt>
                      <c:pt idx="7022">
                        <c:v>7</c:v>
                      </c:pt>
                      <c:pt idx="7023">
                        <c:v>7</c:v>
                      </c:pt>
                      <c:pt idx="7024">
                        <c:v>7</c:v>
                      </c:pt>
                      <c:pt idx="7025">
                        <c:v>7</c:v>
                      </c:pt>
                      <c:pt idx="7026">
                        <c:v>7</c:v>
                      </c:pt>
                      <c:pt idx="7027">
                        <c:v>7</c:v>
                      </c:pt>
                      <c:pt idx="7028">
                        <c:v>7</c:v>
                      </c:pt>
                      <c:pt idx="7029">
                        <c:v>7</c:v>
                      </c:pt>
                      <c:pt idx="7030">
                        <c:v>7</c:v>
                      </c:pt>
                      <c:pt idx="7031">
                        <c:v>7</c:v>
                      </c:pt>
                      <c:pt idx="7032">
                        <c:v>7</c:v>
                      </c:pt>
                      <c:pt idx="7033">
                        <c:v>7</c:v>
                      </c:pt>
                      <c:pt idx="7034">
                        <c:v>7</c:v>
                      </c:pt>
                      <c:pt idx="7035">
                        <c:v>7</c:v>
                      </c:pt>
                      <c:pt idx="7036">
                        <c:v>7</c:v>
                      </c:pt>
                      <c:pt idx="7037">
                        <c:v>7</c:v>
                      </c:pt>
                      <c:pt idx="7038">
                        <c:v>7</c:v>
                      </c:pt>
                      <c:pt idx="7039">
                        <c:v>7</c:v>
                      </c:pt>
                      <c:pt idx="7040">
                        <c:v>7</c:v>
                      </c:pt>
                      <c:pt idx="7041">
                        <c:v>7</c:v>
                      </c:pt>
                      <c:pt idx="7042">
                        <c:v>7</c:v>
                      </c:pt>
                      <c:pt idx="7043">
                        <c:v>7</c:v>
                      </c:pt>
                      <c:pt idx="7044">
                        <c:v>7</c:v>
                      </c:pt>
                      <c:pt idx="7045">
                        <c:v>7</c:v>
                      </c:pt>
                      <c:pt idx="7046">
                        <c:v>7</c:v>
                      </c:pt>
                      <c:pt idx="7047">
                        <c:v>7</c:v>
                      </c:pt>
                      <c:pt idx="7048">
                        <c:v>7</c:v>
                      </c:pt>
                      <c:pt idx="7049">
                        <c:v>7</c:v>
                      </c:pt>
                      <c:pt idx="7050">
                        <c:v>7</c:v>
                      </c:pt>
                      <c:pt idx="7051">
                        <c:v>7</c:v>
                      </c:pt>
                      <c:pt idx="7052">
                        <c:v>7</c:v>
                      </c:pt>
                      <c:pt idx="7053">
                        <c:v>7</c:v>
                      </c:pt>
                      <c:pt idx="7054">
                        <c:v>7</c:v>
                      </c:pt>
                      <c:pt idx="7055">
                        <c:v>7</c:v>
                      </c:pt>
                      <c:pt idx="7056">
                        <c:v>7</c:v>
                      </c:pt>
                      <c:pt idx="7057">
                        <c:v>7</c:v>
                      </c:pt>
                      <c:pt idx="7058">
                        <c:v>7</c:v>
                      </c:pt>
                      <c:pt idx="7059">
                        <c:v>7</c:v>
                      </c:pt>
                      <c:pt idx="7060">
                        <c:v>7</c:v>
                      </c:pt>
                      <c:pt idx="7061">
                        <c:v>7</c:v>
                      </c:pt>
                      <c:pt idx="7062">
                        <c:v>7</c:v>
                      </c:pt>
                      <c:pt idx="7063">
                        <c:v>7.25</c:v>
                      </c:pt>
                      <c:pt idx="7064">
                        <c:v>7.25</c:v>
                      </c:pt>
                      <c:pt idx="7065">
                        <c:v>7.25</c:v>
                      </c:pt>
                      <c:pt idx="7066">
                        <c:v>7.25</c:v>
                      </c:pt>
                      <c:pt idx="7067">
                        <c:v>7.25</c:v>
                      </c:pt>
                      <c:pt idx="7068">
                        <c:v>7.25</c:v>
                      </c:pt>
                      <c:pt idx="7069">
                        <c:v>7.25</c:v>
                      </c:pt>
                      <c:pt idx="7070">
                        <c:v>7.25</c:v>
                      </c:pt>
                      <c:pt idx="7071">
                        <c:v>7.25</c:v>
                      </c:pt>
                      <c:pt idx="7072">
                        <c:v>7.25</c:v>
                      </c:pt>
                      <c:pt idx="7073">
                        <c:v>7.25</c:v>
                      </c:pt>
                      <c:pt idx="7074">
                        <c:v>7.25</c:v>
                      </c:pt>
                      <c:pt idx="7075">
                        <c:v>7.25</c:v>
                      </c:pt>
                      <c:pt idx="7076">
                        <c:v>7.25</c:v>
                      </c:pt>
                      <c:pt idx="7077">
                        <c:v>7.25</c:v>
                      </c:pt>
                      <c:pt idx="7078">
                        <c:v>7.25</c:v>
                      </c:pt>
                      <c:pt idx="7079">
                        <c:v>7.25</c:v>
                      </c:pt>
                      <c:pt idx="7080">
                        <c:v>7.25</c:v>
                      </c:pt>
                      <c:pt idx="7081">
                        <c:v>7.25</c:v>
                      </c:pt>
                      <c:pt idx="7082">
                        <c:v>7.25</c:v>
                      </c:pt>
                      <c:pt idx="7083">
                        <c:v>7.25</c:v>
                      </c:pt>
                      <c:pt idx="7084">
                        <c:v>7.25</c:v>
                      </c:pt>
                      <c:pt idx="7085">
                        <c:v>7.25</c:v>
                      </c:pt>
                      <c:pt idx="7086">
                        <c:v>7.25</c:v>
                      </c:pt>
                      <c:pt idx="7087">
                        <c:v>7.25</c:v>
                      </c:pt>
                      <c:pt idx="7088">
                        <c:v>7.25</c:v>
                      </c:pt>
                      <c:pt idx="7089">
                        <c:v>7.25</c:v>
                      </c:pt>
                      <c:pt idx="7090">
                        <c:v>7.25</c:v>
                      </c:pt>
                      <c:pt idx="7091">
                        <c:v>7.25</c:v>
                      </c:pt>
                      <c:pt idx="7092">
                        <c:v>7.25</c:v>
                      </c:pt>
                      <c:pt idx="7093">
                        <c:v>7.25</c:v>
                      </c:pt>
                      <c:pt idx="7094">
                        <c:v>7.25</c:v>
                      </c:pt>
                      <c:pt idx="7095">
                        <c:v>7.25</c:v>
                      </c:pt>
                      <c:pt idx="7096">
                        <c:v>7.25</c:v>
                      </c:pt>
                      <c:pt idx="7097">
                        <c:v>7.25</c:v>
                      </c:pt>
                      <c:pt idx="7098">
                        <c:v>7.25</c:v>
                      </c:pt>
                      <c:pt idx="7099">
                        <c:v>7.25</c:v>
                      </c:pt>
                      <c:pt idx="7100">
                        <c:v>7.25</c:v>
                      </c:pt>
                      <c:pt idx="7101">
                        <c:v>7.25</c:v>
                      </c:pt>
                      <c:pt idx="7102">
                        <c:v>7.25</c:v>
                      </c:pt>
                      <c:pt idx="7103">
                        <c:v>7.25</c:v>
                      </c:pt>
                      <c:pt idx="7104">
                        <c:v>7.25</c:v>
                      </c:pt>
                      <c:pt idx="7105">
                        <c:v>7.25</c:v>
                      </c:pt>
                      <c:pt idx="7106">
                        <c:v>7.25</c:v>
                      </c:pt>
                      <c:pt idx="7107">
                        <c:v>7.25</c:v>
                      </c:pt>
                      <c:pt idx="7108">
                        <c:v>7.75</c:v>
                      </c:pt>
                      <c:pt idx="7109">
                        <c:v>7.75</c:v>
                      </c:pt>
                      <c:pt idx="7110">
                        <c:v>7.75</c:v>
                      </c:pt>
                      <c:pt idx="7111">
                        <c:v>7.75</c:v>
                      </c:pt>
                      <c:pt idx="7112">
                        <c:v>7.75</c:v>
                      </c:pt>
                      <c:pt idx="7113">
                        <c:v>7.75</c:v>
                      </c:pt>
                      <c:pt idx="7114">
                        <c:v>7.75</c:v>
                      </c:pt>
                      <c:pt idx="7115">
                        <c:v>7.75</c:v>
                      </c:pt>
                      <c:pt idx="7116">
                        <c:v>7.75</c:v>
                      </c:pt>
                      <c:pt idx="7117">
                        <c:v>7.75</c:v>
                      </c:pt>
                      <c:pt idx="7118">
                        <c:v>7.75</c:v>
                      </c:pt>
                      <c:pt idx="7119">
                        <c:v>7.75</c:v>
                      </c:pt>
                      <c:pt idx="7120">
                        <c:v>7.75</c:v>
                      </c:pt>
                      <c:pt idx="7121">
                        <c:v>7.75</c:v>
                      </c:pt>
                      <c:pt idx="7122">
                        <c:v>7.75</c:v>
                      </c:pt>
                      <c:pt idx="7123">
                        <c:v>7.75</c:v>
                      </c:pt>
                      <c:pt idx="7124">
                        <c:v>7.75</c:v>
                      </c:pt>
                      <c:pt idx="7125">
                        <c:v>7.75</c:v>
                      </c:pt>
                      <c:pt idx="7126">
                        <c:v>7.75</c:v>
                      </c:pt>
                      <c:pt idx="7127">
                        <c:v>7.75</c:v>
                      </c:pt>
                      <c:pt idx="7128">
                        <c:v>7.75</c:v>
                      </c:pt>
                      <c:pt idx="7129">
                        <c:v>7.75</c:v>
                      </c:pt>
                      <c:pt idx="7130">
                        <c:v>7.75</c:v>
                      </c:pt>
                      <c:pt idx="7131">
                        <c:v>7.75</c:v>
                      </c:pt>
                      <c:pt idx="7132">
                        <c:v>7.75</c:v>
                      </c:pt>
                      <c:pt idx="7133">
                        <c:v>7.75</c:v>
                      </c:pt>
                      <c:pt idx="7134">
                        <c:v>7.75</c:v>
                      </c:pt>
                      <c:pt idx="7135">
                        <c:v>7.75</c:v>
                      </c:pt>
                      <c:pt idx="7136">
                        <c:v>7.75</c:v>
                      </c:pt>
                      <c:pt idx="7137">
                        <c:v>7.75</c:v>
                      </c:pt>
                      <c:pt idx="7138">
                        <c:v>7.75</c:v>
                      </c:pt>
                      <c:pt idx="7139">
                        <c:v>7.75</c:v>
                      </c:pt>
                      <c:pt idx="7140">
                        <c:v>7.75</c:v>
                      </c:pt>
                      <c:pt idx="7141">
                        <c:v>7.75</c:v>
                      </c:pt>
                      <c:pt idx="7142">
                        <c:v>7.75</c:v>
                      </c:pt>
                      <c:pt idx="7143">
                        <c:v>7.75</c:v>
                      </c:pt>
                      <c:pt idx="7144">
                        <c:v>7.75</c:v>
                      </c:pt>
                      <c:pt idx="7145">
                        <c:v>7.75</c:v>
                      </c:pt>
                      <c:pt idx="7146">
                        <c:v>7.75</c:v>
                      </c:pt>
                      <c:pt idx="7147">
                        <c:v>7.75</c:v>
                      </c:pt>
                      <c:pt idx="7148">
                        <c:v>8.25</c:v>
                      </c:pt>
                      <c:pt idx="7149">
                        <c:v>8.25</c:v>
                      </c:pt>
                      <c:pt idx="7150">
                        <c:v>8.25</c:v>
                      </c:pt>
                      <c:pt idx="7151">
                        <c:v>8.25</c:v>
                      </c:pt>
                      <c:pt idx="7152">
                        <c:v>8.25</c:v>
                      </c:pt>
                      <c:pt idx="7153">
                        <c:v>8.25</c:v>
                      </c:pt>
                      <c:pt idx="7154">
                        <c:v>8.25</c:v>
                      </c:pt>
                      <c:pt idx="7155">
                        <c:v>8.25</c:v>
                      </c:pt>
                      <c:pt idx="7156">
                        <c:v>8.25</c:v>
                      </c:pt>
                      <c:pt idx="7157">
                        <c:v>8.25</c:v>
                      </c:pt>
                      <c:pt idx="7158">
                        <c:v>8.25</c:v>
                      </c:pt>
                      <c:pt idx="7159">
                        <c:v>8.25</c:v>
                      </c:pt>
                      <c:pt idx="7160">
                        <c:v>8.25</c:v>
                      </c:pt>
                      <c:pt idx="7161">
                        <c:v>8.25</c:v>
                      </c:pt>
                      <c:pt idx="7162">
                        <c:v>8.25</c:v>
                      </c:pt>
                      <c:pt idx="7163">
                        <c:v>8.25</c:v>
                      </c:pt>
                      <c:pt idx="7164">
                        <c:v>8.25</c:v>
                      </c:pt>
                      <c:pt idx="7165">
                        <c:v>8.25</c:v>
                      </c:pt>
                      <c:pt idx="7166">
                        <c:v>8.25</c:v>
                      </c:pt>
                      <c:pt idx="7167">
                        <c:v>8.25</c:v>
                      </c:pt>
                      <c:pt idx="7168">
                        <c:v>8.25</c:v>
                      </c:pt>
                      <c:pt idx="7169">
                        <c:v>8.25</c:v>
                      </c:pt>
                      <c:pt idx="7170">
                        <c:v>8.25</c:v>
                      </c:pt>
                      <c:pt idx="7171">
                        <c:v>8.25</c:v>
                      </c:pt>
                      <c:pt idx="7172">
                        <c:v>8.25</c:v>
                      </c:pt>
                      <c:pt idx="7173">
                        <c:v>8.25</c:v>
                      </c:pt>
                      <c:pt idx="7174">
                        <c:v>8.25</c:v>
                      </c:pt>
                      <c:pt idx="7175">
                        <c:v>8.25</c:v>
                      </c:pt>
                      <c:pt idx="7176">
                        <c:v>8.25</c:v>
                      </c:pt>
                      <c:pt idx="7177">
                        <c:v>8.25</c:v>
                      </c:pt>
                      <c:pt idx="7178">
                        <c:v>8.25</c:v>
                      </c:pt>
                      <c:pt idx="7179">
                        <c:v>8.25</c:v>
                      </c:pt>
                      <c:pt idx="7180">
                        <c:v>8.25</c:v>
                      </c:pt>
                      <c:pt idx="7181">
                        <c:v>8.25</c:v>
                      </c:pt>
                      <c:pt idx="7182">
                        <c:v>8.25</c:v>
                      </c:pt>
                      <c:pt idx="7183">
                        <c:v>8.25</c:v>
                      </c:pt>
                      <c:pt idx="7184">
                        <c:v>8.25</c:v>
                      </c:pt>
                      <c:pt idx="7185">
                        <c:v>8.25</c:v>
                      </c:pt>
                      <c:pt idx="7186">
                        <c:v>8.25</c:v>
                      </c:pt>
                      <c:pt idx="7187">
                        <c:v>8.25</c:v>
                      </c:pt>
                      <c:pt idx="7188">
                        <c:v>8.25</c:v>
                      </c:pt>
                      <c:pt idx="7189">
                        <c:v>8.25</c:v>
                      </c:pt>
                      <c:pt idx="7190">
                        <c:v>8.25</c:v>
                      </c:pt>
                      <c:pt idx="7191">
                        <c:v>8.25</c:v>
                      </c:pt>
                      <c:pt idx="7192">
                        <c:v>8.25</c:v>
                      </c:pt>
                      <c:pt idx="7193">
                        <c:v>8.25</c:v>
                      </c:pt>
                      <c:pt idx="7194">
                        <c:v>8.25</c:v>
                      </c:pt>
                      <c:pt idx="7195">
                        <c:v>8.25</c:v>
                      </c:pt>
                      <c:pt idx="7196">
                        <c:v>8.25</c:v>
                      </c:pt>
                      <c:pt idx="7197">
                        <c:v>8.25</c:v>
                      </c:pt>
                      <c:pt idx="7198">
                        <c:v>8.25</c:v>
                      </c:pt>
                      <c:pt idx="7199">
                        <c:v>8.25</c:v>
                      </c:pt>
                      <c:pt idx="7200">
                        <c:v>8.25</c:v>
                      </c:pt>
                      <c:pt idx="7201">
                        <c:v>8.25</c:v>
                      </c:pt>
                      <c:pt idx="7202">
                        <c:v>8.25</c:v>
                      </c:pt>
                      <c:pt idx="7203">
                        <c:v>8.25</c:v>
                      </c:pt>
                      <c:pt idx="7204">
                        <c:v>8.25</c:v>
                      </c:pt>
                      <c:pt idx="7205">
                        <c:v>8.25</c:v>
                      </c:pt>
                      <c:pt idx="7206">
                        <c:v>8.25</c:v>
                      </c:pt>
                      <c:pt idx="7207">
                        <c:v>8.25</c:v>
                      </c:pt>
                      <c:pt idx="7208">
                        <c:v>8.25</c:v>
                      </c:pt>
                      <c:pt idx="7209">
                        <c:v>8.25</c:v>
                      </c:pt>
                      <c:pt idx="7210">
                        <c:v>8.25</c:v>
                      </c:pt>
                      <c:pt idx="7211">
                        <c:v>8.25</c:v>
                      </c:pt>
                      <c:pt idx="7212">
                        <c:v>8.25</c:v>
                      </c:pt>
                      <c:pt idx="7213">
                        <c:v>8.25</c:v>
                      </c:pt>
                      <c:pt idx="7214">
                        <c:v>8.25</c:v>
                      </c:pt>
                      <c:pt idx="7215">
                        <c:v>8.25</c:v>
                      </c:pt>
                      <c:pt idx="7216">
                        <c:v>8.25</c:v>
                      </c:pt>
                      <c:pt idx="7217">
                        <c:v>8.25</c:v>
                      </c:pt>
                      <c:pt idx="7218">
                        <c:v>8.25</c:v>
                      </c:pt>
                      <c:pt idx="7219">
                        <c:v>8.25</c:v>
                      </c:pt>
                      <c:pt idx="7220">
                        <c:v>8.25</c:v>
                      </c:pt>
                      <c:pt idx="7221">
                        <c:v>8.25</c:v>
                      </c:pt>
                      <c:pt idx="7222">
                        <c:v>8.25</c:v>
                      </c:pt>
                      <c:pt idx="7223">
                        <c:v>8.25</c:v>
                      </c:pt>
                      <c:pt idx="7224">
                        <c:v>8.25</c:v>
                      </c:pt>
                      <c:pt idx="7225">
                        <c:v>8.25</c:v>
                      </c:pt>
                      <c:pt idx="7226">
                        <c:v>8.25</c:v>
                      </c:pt>
                      <c:pt idx="7227">
                        <c:v>8.25</c:v>
                      </c:pt>
                      <c:pt idx="7228">
                        <c:v>8.25</c:v>
                      </c:pt>
                      <c:pt idx="7229">
                        <c:v>8.25</c:v>
                      </c:pt>
                      <c:pt idx="7230">
                        <c:v>8.25</c:v>
                      </c:pt>
                      <c:pt idx="7231">
                        <c:v>8.25</c:v>
                      </c:pt>
                      <c:pt idx="7232">
                        <c:v>8.25</c:v>
                      </c:pt>
                      <c:pt idx="7233">
                        <c:v>8.25</c:v>
                      </c:pt>
                      <c:pt idx="7234">
                        <c:v>8.25</c:v>
                      </c:pt>
                      <c:pt idx="7235">
                        <c:v>8.25</c:v>
                      </c:pt>
                      <c:pt idx="7236">
                        <c:v>8.25</c:v>
                      </c:pt>
                      <c:pt idx="7237">
                        <c:v>8.25</c:v>
                      </c:pt>
                      <c:pt idx="7238">
                        <c:v>8.25</c:v>
                      </c:pt>
                      <c:pt idx="7239">
                        <c:v>8.25</c:v>
                      </c:pt>
                      <c:pt idx="7240">
                        <c:v>8.25</c:v>
                      </c:pt>
                      <c:pt idx="7241">
                        <c:v>8.25</c:v>
                      </c:pt>
                      <c:pt idx="7242">
                        <c:v>8.25</c:v>
                      </c:pt>
                      <c:pt idx="7243">
                        <c:v>8.25</c:v>
                      </c:pt>
                      <c:pt idx="7244">
                        <c:v>8.25</c:v>
                      </c:pt>
                      <c:pt idx="7245">
                        <c:v>8.25</c:v>
                      </c:pt>
                      <c:pt idx="7246">
                        <c:v>8.25</c:v>
                      </c:pt>
                      <c:pt idx="7247">
                        <c:v>8.25</c:v>
                      </c:pt>
                      <c:pt idx="7248">
                        <c:v>8.25</c:v>
                      </c:pt>
                      <c:pt idx="7249">
                        <c:v>8.25</c:v>
                      </c:pt>
                      <c:pt idx="7250">
                        <c:v>8.25</c:v>
                      </c:pt>
                      <c:pt idx="7251">
                        <c:v>8.25</c:v>
                      </c:pt>
                      <c:pt idx="7252">
                        <c:v>8.25</c:v>
                      </c:pt>
                      <c:pt idx="7253">
                        <c:v>8.25</c:v>
                      </c:pt>
                      <c:pt idx="7254">
                        <c:v>8.25</c:v>
                      </c:pt>
                      <c:pt idx="7255">
                        <c:v>8.25</c:v>
                      </c:pt>
                      <c:pt idx="7256">
                        <c:v>8.25</c:v>
                      </c:pt>
                      <c:pt idx="7257">
                        <c:v>8.25</c:v>
                      </c:pt>
                      <c:pt idx="7258">
                        <c:v>8.25</c:v>
                      </c:pt>
                      <c:pt idx="7259">
                        <c:v>8.25</c:v>
                      </c:pt>
                      <c:pt idx="7260">
                        <c:v>8.25</c:v>
                      </c:pt>
                      <c:pt idx="7261">
                        <c:v>8.25</c:v>
                      </c:pt>
                      <c:pt idx="7262">
                        <c:v>8.25</c:v>
                      </c:pt>
                      <c:pt idx="7263">
                        <c:v>8.25</c:v>
                      </c:pt>
                      <c:pt idx="7264">
                        <c:v>8.25</c:v>
                      </c:pt>
                      <c:pt idx="7265">
                        <c:v>8.25</c:v>
                      </c:pt>
                      <c:pt idx="7266">
                        <c:v>8.25</c:v>
                      </c:pt>
                      <c:pt idx="7267">
                        <c:v>8.25</c:v>
                      </c:pt>
                      <c:pt idx="7268">
                        <c:v>8.25</c:v>
                      </c:pt>
                      <c:pt idx="7269">
                        <c:v>8.25</c:v>
                      </c:pt>
                      <c:pt idx="7270">
                        <c:v>8.25</c:v>
                      </c:pt>
                      <c:pt idx="7271">
                        <c:v>8.25</c:v>
                      </c:pt>
                      <c:pt idx="7272">
                        <c:v>8.25</c:v>
                      </c:pt>
                      <c:pt idx="7273">
                        <c:v>8.25</c:v>
                      </c:pt>
                      <c:pt idx="7274">
                        <c:v>8.25</c:v>
                      </c:pt>
                      <c:pt idx="7275">
                        <c:v>8.25</c:v>
                      </c:pt>
                      <c:pt idx="7276">
                        <c:v>8.25</c:v>
                      </c:pt>
                      <c:pt idx="7277">
                        <c:v>8.25</c:v>
                      </c:pt>
                      <c:pt idx="7278">
                        <c:v>8.25</c:v>
                      </c:pt>
                      <c:pt idx="7279">
                        <c:v>8.25</c:v>
                      </c:pt>
                      <c:pt idx="7280">
                        <c:v>8.25</c:v>
                      </c:pt>
                      <c:pt idx="7281">
                        <c:v>8.25</c:v>
                      </c:pt>
                      <c:pt idx="7282">
                        <c:v>8.25</c:v>
                      </c:pt>
                      <c:pt idx="7283">
                        <c:v>8.25</c:v>
                      </c:pt>
                      <c:pt idx="7284">
                        <c:v>8.25</c:v>
                      </c:pt>
                      <c:pt idx="7285">
                        <c:v>8.25</c:v>
                      </c:pt>
                      <c:pt idx="7286">
                        <c:v>8.25</c:v>
                      </c:pt>
                      <c:pt idx="7287">
                        <c:v>8.25</c:v>
                      </c:pt>
                      <c:pt idx="7288">
                        <c:v>8.25</c:v>
                      </c:pt>
                      <c:pt idx="7289">
                        <c:v>8.25</c:v>
                      </c:pt>
                      <c:pt idx="7290">
                        <c:v>8.25</c:v>
                      </c:pt>
                      <c:pt idx="7291">
                        <c:v>8.25</c:v>
                      </c:pt>
                      <c:pt idx="7292">
                        <c:v>8.25</c:v>
                      </c:pt>
                      <c:pt idx="7293">
                        <c:v>8.25</c:v>
                      </c:pt>
                      <c:pt idx="7294">
                        <c:v>8.25</c:v>
                      </c:pt>
                      <c:pt idx="7295">
                        <c:v>8.25</c:v>
                      </c:pt>
                      <c:pt idx="7296">
                        <c:v>8.25</c:v>
                      </c:pt>
                      <c:pt idx="7297">
                        <c:v>8.25</c:v>
                      </c:pt>
                      <c:pt idx="7298">
                        <c:v>8.25</c:v>
                      </c:pt>
                      <c:pt idx="7299">
                        <c:v>8.25</c:v>
                      </c:pt>
                      <c:pt idx="7300">
                        <c:v>8.25</c:v>
                      </c:pt>
                      <c:pt idx="7301">
                        <c:v>8.25</c:v>
                      </c:pt>
                      <c:pt idx="7302">
                        <c:v>8.25</c:v>
                      </c:pt>
                      <c:pt idx="7303">
                        <c:v>8.25</c:v>
                      </c:pt>
                      <c:pt idx="7304">
                        <c:v>8.25</c:v>
                      </c:pt>
                      <c:pt idx="7305">
                        <c:v>8.25</c:v>
                      </c:pt>
                      <c:pt idx="7306">
                        <c:v>8.25</c:v>
                      </c:pt>
                      <c:pt idx="7307">
                        <c:v>8.25</c:v>
                      </c:pt>
                      <c:pt idx="7308">
                        <c:v>8.25</c:v>
                      </c:pt>
                      <c:pt idx="7309">
                        <c:v>8.25</c:v>
                      </c:pt>
                      <c:pt idx="7310">
                        <c:v>8.25</c:v>
                      </c:pt>
                      <c:pt idx="7311">
                        <c:v>8.25</c:v>
                      </c:pt>
                      <c:pt idx="7312">
                        <c:v>8.25</c:v>
                      </c:pt>
                      <c:pt idx="7313">
                        <c:v>8.25</c:v>
                      </c:pt>
                      <c:pt idx="7314">
                        <c:v>8.25</c:v>
                      </c:pt>
                      <c:pt idx="7315">
                        <c:v>8.25</c:v>
                      </c:pt>
                      <c:pt idx="7316">
                        <c:v>8.25</c:v>
                      </c:pt>
                      <c:pt idx="7317">
                        <c:v>8.25</c:v>
                      </c:pt>
                      <c:pt idx="7318">
                        <c:v>8.25</c:v>
                      </c:pt>
                      <c:pt idx="7319">
                        <c:v>8.25</c:v>
                      </c:pt>
                      <c:pt idx="7320">
                        <c:v>8.25</c:v>
                      </c:pt>
                      <c:pt idx="7321">
                        <c:v>8.25</c:v>
                      </c:pt>
                      <c:pt idx="7322">
                        <c:v>8.25</c:v>
                      </c:pt>
                      <c:pt idx="7323">
                        <c:v>8.25</c:v>
                      </c:pt>
                      <c:pt idx="7324">
                        <c:v>8.25</c:v>
                      </c:pt>
                      <c:pt idx="7325">
                        <c:v>8.25</c:v>
                      </c:pt>
                      <c:pt idx="7326">
                        <c:v>8.25</c:v>
                      </c:pt>
                      <c:pt idx="7327">
                        <c:v>8.25</c:v>
                      </c:pt>
                      <c:pt idx="7328">
                        <c:v>8.25</c:v>
                      </c:pt>
                      <c:pt idx="7329">
                        <c:v>8.25</c:v>
                      </c:pt>
                      <c:pt idx="7330">
                        <c:v>8.25</c:v>
                      </c:pt>
                      <c:pt idx="7331">
                        <c:v>8.25</c:v>
                      </c:pt>
                      <c:pt idx="7332">
                        <c:v>8.25</c:v>
                      </c:pt>
                      <c:pt idx="7333">
                        <c:v>8.25</c:v>
                      </c:pt>
                      <c:pt idx="7334">
                        <c:v>8.25</c:v>
                      </c:pt>
                      <c:pt idx="7335">
                        <c:v>8.25</c:v>
                      </c:pt>
                      <c:pt idx="7336">
                        <c:v>8.25</c:v>
                      </c:pt>
                      <c:pt idx="7337">
                        <c:v>8.25</c:v>
                      </c:pt>
                      <c:pt idx="7338">
                        <c:v>8.25</c:v>
                      </c:pt>
                      <c:pt idx="7339">
                        <c:v>8.25</c:v>
                      </c:pt>
                      <c:pt idx="7340">
                        <c:v>8.25</c:v>
                      </c:pt>
                      <c:pt idx="7341">
                        <c:v>8.25</c:v>
                      </c:pt>
                      <c:pt idx="7342">
                        <c:v>8.25</c:v>
                      </c:pt>
                      <c:pt idx="7343">
                        <c:v>8.25</c:v>
                      </c:pt>
                      <c:pt idx="7344">
                        <c:v>8.25</c:v>
                      </c:pt>
                      <c:pt idx="7345">
                        <c:v>8.25</c:v>
                      </c:pt>
                      <c:pt idx="7346">
                        <c:v>8.25</c:v>
                      </c:pt>
                      <c:pt idx="7347">
                        <c:v>8.25</c:v>
                      </c:pt>
                      <c:pt idx="7348">
                        <c:v>8.25</c:v>
                      </c:pt>
                      <c:pt idx="7349">
                        <c:v>8.25</c:v>
                      </c:pt>
                      <c:pt idx="7350">
                        <c:v>8.25</c:v>
                      </c:pt>
                      <c:pt idx="7351">
                        <c:v>8.25</c:v>
                      </c:pt>
                      <c:pt idx="7352">
                        <c:v>8.25</c:v>
                      </c:pt>
                      <c:pt idx="7353">
                        <c:v>8.25</c:v>
                      </c:pt>
                      <c:pt idx="7354">
                        <c:v>8.25</c:v>
                      </c:pt>
                      <c:pt idx="7355">
                        <c:v>8.25</c:v>
                      </c:pt>
                      <c:pt idx="7356">
                        <c:v>8.25</c:v>
                      </c:pt>
                      <c:pt idx="7357">
                        <c:v>8.25</c:v>
                      </c:pt>
                      <c:pt idx="7358">
                        <c:v>8.25</c:v>
                      </c:pt>
                      <c:pt idx="7359">
                        <c:v>8.25</c:v>
                      </c:pt>
                      <c:pt idx="7360">
                        <c:v>8.25</c:v>
                      </c:pt>
                      <c:pt idx="7361">
                        <c:v>8.25</c:v>
                      </c:pt>
                      <c:pt idx="7362">
                        <c:v>8.25</c:v>
                      </c:pt>
                      <c:pt idx="7363">
                        <c:v>8.25</c:v>
                      </c:pt>
                      <c:pt idx="7364">
                        <c:v>8.25</c:v>
                      </c:pt>
                      <c:pt idx="7365">
                        <c:v>8.25</c:v>
                      </c:pt>
                      <c:pt idx="7366">
                        <c:v>8.25</c:v>
                      </c:pt>
                      <c:pt idx="7367">
                        <c:v>8.25</c:v>
                      </c:pt>
                      <c:pt idx="7368">
                        <c:v>8.25</c:v>
                      </c:pt>
                      <c:pt idx="7369">
                        <c:v>8.25</c:v>
                      </c:pt>
                      <c:pt idx="7370">
                        <c:v>8.25</c:v>
                      </c:pt>
                      <c:pt idx="7371">
                        <c:v>8.25</c:v>
                      </c:pt>
                      <c:pt idx="7372">
                        <c:v>8.25</c:v>
                      </c:pt>
                      <c:pt idx="7373">
                        <c:v>8.25</c:v>
                      </c:pt>
                      <c:pt idx="7374">
                        <c:v>8.25</c:v>
                      </c:pt>
                      <c:pt idx="7375">
                        <c:v>8.25</c:v>
                      </c:pt>
                      <c:pt idx="7376">
                        <c:v>8.25</c:v>
                      </c:pt>
                      <c:pt idx="7377">
                        <c:v>8.25</c:v>
                      </c:pt>
                      <c:pt idx="7378">
                        <c:v>8.25</c:v>
                      </c:pt>
                      <c:pt idx="7379">
                        <c:v>8.25</c:v>
                      </c:pt>
                      <c:pt idx="7380">
                        <c:v>8.25</c:v>
                      </c:pt>
                      <c:pt idx="7381">
                        <c:v>8.25</c:v>
                      </c:pt>
                      <c:pt idx="7382">
                        <c:v>8.25</c:v>
                      </c:pt>
                      <c:pt idx="7383">
                        <c:v>8.25</c:v>
                      </c:pt>
                      <c:pt idx="7384">
                        <c:v>8.25</c:v>
                      </c:pt>
                      <c:pt idx="7385">
                        <c:v>8.25</c:v>
                      </c:pt>
                      <c:pt idx="7386">
                        <c:v>8.25</c:v>
                      </c:pt>
                      <c:pt idx="7387">
                        <c:v>8.25</c:v>
                      </c:pt>
                      <c:pt idx="7388">
                        <c:v>8.25</c:v>
                      </c:pt>
                      <c:pt idx="7389">
                        <c:v>8.25</c:v>
                      </c:pt>
                      <c:pt idx="7390">
                        <c:v>8.25</c:v>
                      </c:pt>
                      <c:pt idx="7391">
                        <c:v>8.25</c:v>
                      </c:pt>
                      <c:pt idx="7392">
                        <c:v>8.25</c:v>
                      </c:pt>
                      <c:pt idx="7393">
                        <c:v>8.25</c:v>
                      </c:pt>
                      <c:pt idx="7394">
                        <c:v>8.25</c:v>
                      </c:pt>
                      <c:pt idx="7395">
                        <c:v>8.25</c:v>
                      </c:pt>
                      <c:pt idx="7396">
                        <c:v>8.25</c:v>
                      </c:pt>
                      <c:pt idx="7397">
                        <c:v>8.25</c:v>
                      </c:pt>
                      <c:pt idx="7398">
                        <c:v>8.25</c:v>
                      </c:pt>
                      <c:pt idx="7399">
                        <c:v>8.25</c:v>
                      </c:pt>
                      <c:pt idx="7400">
                        <c:v>8.25</c:v>
                      </c:pt>
                      <c:pt idx="7401">
                        <c:v>8.25</c:v>
                      </c:pt>
                      <c:pt idx="7402">
                        <c:v>8.25</c:v>
                      </c:pt>
                      <c:pt idx="7403">
                        <c:v>8.25</c:v>
                      </c:pt>
                      <c:pt idx="7404">
                        <c:v>8.25</c:v>
                      </c:pt>
                      <c:pt idx="7405">
                        <c:v>8.25</c:v>
                      </c:pt>
                      <c:pt idx="7406">
                        <c:v>8.25</c:v>
                      </c:pt>
                      <c:pt idx="7407">
                        <c:v>8.25</c:v>
                      </c:pt>
                      <c:pt idx="7408">
                        <c:v>8.25</c:v>
                      </c:pt>
                      <c:pt idx="7409">
                        <c:v>8.25</c:v>
                      </c:pt>
                      <c:pt idx="7410">
                        <c:v>8.25</c:v>
                      </c:pt>
                      <c:pt idx="7411">
                        <c:v>8.25</c:v>
                      </c:pt>
                      <c:pt idx="7412">
                        <c:v>8.25</c:v>
                      </c:pt>
                      <c:pt idx="7413">
                        <c:v>8.25</c:v>
                      </c:pt>
                      <c:pt idx="7414">
                        <c:v>8.25</c:v>
                      </c:pt>
                      <c:pt idx="7415">
                        <c:v>8.25</c:v>
                      </c:pt>
                      <c:pt idx="7416">
                        <c:v>8.25</c:v>
                      </c:pt>
                      <c:pt idx="7417">
                        <c:v>8.25</c:v>
                      </c:pt>
                      <c:pt idx="7418">
                        <c:v>8.25</c:v>
                      </c:pt>
                      <c:pt idx="7419">
                        <c:v>8.25</c:v>
                      </c:pt>
                      <c:pt idx="7420">
                        <c:v>8.25</c:v>
                      </c:pt>
                      <c:pt idx="7421">
                        <c:v>8.25</c:v>
                      </c:pt>
                      <c:pt idx="7422">
                        <c:v>8.25</c:v>
                      </c:pt>
                      <c:pt idx="7423">
                        <c:v>8.25</c:v>
                      </c:pt>
                      <c:pt idx="7424">
                        <c:v>8.25</c:v>
                      </c:pt>
                      <c:pt idx="7425">
                        <c:v>8.25</c:v>
                      </c:pt>
                      <c:pt idx="7426">
                        <c:v>8.25</c:v>
                      </c:pt>
                      <c:pt idx="7427">
                        <c:v>8.25</c:v>
                      </c:pt>
                      <c:pt idx="7428">
                        <c:v>8.25</c:v>
                      </c:pt>
                      <c:pt idx="7429">
                        <c:v>8.25</c:v>
                      </c:pt>
                      <c:pt idx="7430">
                        <c:v>8.25</c:v>
                      </c:pt>
                      <c:pt idx="7431">
                        <c:v>8.25</c:v>
                      </c:pt>
                      <c:pt idx="7432">
                        <c:v>8.25</c:v>
                      </c:pt>
                      <c:pt idx="7433">
                        <c:v>8.25</c:v>
                      </c:pt>
                      <c:pt idx="7434">
                        <c:v>8.25</c:v>
                      </c:pt>
                      <c:pt idx="7435">
                        <c:v>8.25</c:v>
                      </c:pt>
                      <c:pt idx="7436">
                        <c:v>8.25</c:v>
                      </c:pt>
                      <c:pt idx="7437">
                        <c:v>8.25</c:v>
                      </c:pt>
                      <c:pt idx="7438">
                        <c:v>8.25</c:v>
                      </c:pt>
                      <c:pt idx="7439">
                        <c:v>8.25</c:v>
                      </c:pt>
                      <c:pt idx="7440">
                        <c:v>8.25</c:v>
                      </c:pt>
                      <c:pt idx="7441">
                        <c:v>8.25</c:v>
                      </c:pt>
                      <c:pt idx="7442">
                        <c:v>8.25</c:v>
                      </c:pt>
                      <c:pt idx="7443">
                        <c:v>8.25</c:v>
                      </c:pt>
                      <c:pt idx="7444">
                        <c:v>8.25</c:v>
                      </c:pt>
                      <c:pt idx="7445">
                        <c:v>8.25</c:v>
                      </c:pt>
                      <c:pt idx="7446">
                        <c:v>8.25</c:v>
                      </c:pt>
                      <c:pt idx="7447">
                        <c:v>8.25</c:v>
                      </c:pt>
                      <c:pt idx="7448">
                        <c:v>8.25</c:v>
                      </c:pt>
                      <c:pt idx="7449">
                        <c:v>8.25</c:v>
                      </c:pt>
                      <c:pt idx="7450">
                        <c:v>8.25</c:v>
                      </c:pt>
                      <c:pt idx="7451">
                        <c:v>8.25</c:v>
                      </c:pt>
                      <c:pt idx="7452">
                        <c:v>8.25</c:v>
                      </c:pt>
                      <c:pt idx="7453">
                        <c:v>8.25</c:v>
                      </c:pt>
                      <c:pt idx="7454">
                        <c:v>8.25</c:v>
                      </c:pt>
                      <c:pt idx="7455">
                        <c:v>8.25</c:v>
                      </c:pt>
                      <c:pt idx="7456">
                        <c:v>8.25</c:v>
                      </c:pt>
                      <c:pt idx="7457">
                        <c:v>8.25</c:v>
                      </c:pt>
                      <c:pt idx="7458">
                        <c:v>8.25</c:v>
                      </c:pt>
                      <c:pt idx="7459">
                        <c:v>8.25</c:v>
                      </c:pt>
                      <c:pt idx="7460">
                        <c:v>8.25</c:v>
                      </c:pt>
                      <c:pt idx="7461">
                        <c:v>8.25</c:v>
                      </c:pt>
                      <c:pt idx="7462">
                        <c:v>8.25</c:v>
                      </c:pt>
                      <c:pt idx="7463">
                        <c:v>8.25</c:v>
                      </c:pt>
                      <c:pt idx="7464">
                        <c:v>8.25</c:v>
                      </c:pt>
                      <c:pt idx="7465">
                        <c:v>8.25</c:v>
                      </c:pt>
                      <c:pt idx="7466">
                        <c:v>8.25</c:v>
                      </c:pt>
                      <c:pt idx="7467">
                        <c:v>8.25</c:v>
                      </c:pt>
                      <c:pt idx="7468">
                        <c:v>8.25</c:v>
                      </c:pt>
                      <c:pt idx="7469">
                        <c:v>8.25</c:v>
                      </c:pt>
                      <c:pt idx="7470">
                        <c:v>8.25</c:v>
                      </c:pt>
                      <c:pt idx="7471">
                        <c:v>8.25</c:v>
                      </c:pt>
                      <c:pt idx="7472">
                        <c:v>8.25</c:v>
                      </c:pt>
                      <c:pt idx="7473">
                        <c:v>8.25</c:v>
                      </c:pt>
                      <c:pt idx="7474">
                        <c:v>8.25</c:v>
                      </c:pt>
                      <c:pt idx="7475">
                        <c:v>8.25</c:v>
                      </c:pt>
                      <c:pt idx="7476">
                        <c:v>8.25</c:v>
                      </c:pt>
                      <c:pt idx="7477">
                        <c:v>8.25</c:v>
                      </c:pt>
                      <c:pt idx="7478">
                        <c:v>8.25</c:v>
                      </c:pt>
                      <c:pt idx="7479">
                        <c:v>8.25</c:v>
                      </c:pt>
                      <c:pt idx="7480">
                        <c:v>8.25</c:v>
                      </c:pt>
                      <c:pt idx="7481">
                        <c:v>8.25</c:v>
                      </c:pt>
                      <c:pt idx="7482">
                        <c:v>8.25</c:v>
                      </c:pt>
                      <c:pt idx="7483">
                        <c:v>8.25</c:v>
                      </c:pt>
                      <c:pt idx="7484">
                        <c:v>8.25</c:v>
                      </c:pt>
                      <c:pt idx="7485">
                        <c:v>8.25</c:v>
                      </c:pt>
                      <c:pt idx="7486">
                        <c:v>8.25</c:v>
                      </c:pt>
                      <c:pt idx="7487">
                        <c:v>8.25</c:v>
                      </c:pt>
                      <c:pt idx="7488">
                        <c:v>8.25</c:v>
                      </c:pt>
                      <c:pt idx="7489">
                        <c:v>8.25</c:v>
                      </c:pt>
                      <c:pt idx="7490">
                        <c:v>8.25</c:v>
                      </c:pt>
                      <c:pt idx="7491">
                        <c:v>8.25</c:v>
                      </c:pt>
                      <c:pt idx="7492">
                        <c:v>8.25</c:v>
                      </c:pt>
                      <c:pt idx="7493">
                        <c:v>8</c:v>
                      </c:pt>
                      <c:pt idx="7494">
                        <c:v>8</c:v>
                      </c:pt>
                      <c:pt idx="7495">
                        <c:v>8</c:v>
                      </c:pt>
                      <c:pt idx="7496">
                        <c:v>8</c:v>
                      </c:pt>
                      <c:pt idx="7497">
                        <c:v>8</c:v>
                      </c:pt>
                      <c:pt idx="7498">
                        <c:v>8</c:v>
                      </c:pt>
                      <c:pt idx="7499">
                        <c:v>8</c:v>
                      </c:pt>
                      <c:pt idx="7500">
                        <c:v>8</c:v>
                      </c:pt>
                      <c:pt idx="7501">
                        <c:v>8</c:v>
                      </c:pt>
                      <c:pt idx="7502">
                        <c:v>8</c:v>
                      </c:pt>
                      <c:pt idx="7503">
                        <c:v>8</c:v>
                      </c:pt>
                      <c:pt idx="7504">
                        <c:v>8</c:v>
                      </c:pt>
                      <c:pt idx="7505">
                        <c:v>8</c:v>
                      </c:pt>
                      <c:pt idx="7506">
                        <c:v>8</c:v>
                      </c:pt>
                      <c:pt idx="7507">
                        <c:v>8</c:v>
                      </c:pt>
                      <c:pt idx="7508">
                        <c:v>8</c:v>
                      </c:pt>
                      <c:pt idx="7509">
                        <c:v>8</c:v>
                      </c:pt>
                      <c:pt idx="7510">
                        <c:v>8</c:v>
                      </c:pt>
                      <c:pt idx="7511">
                        <c:v>8</c:v>
                      </c:pt>
                      <c:pt idx="7512">
                        <c:v>8</c:v>
                      </c:pt>
                      <c:pt idx="7513">
                        <c:v>8</c:v>
                      </c:pt>
                      <c:pt idx="7514">
                        <c:v>8</c:v>
                      </c:pt>
                      <c:pt idx="7515">
                        <c:v>8</c:v>
                      </c:pt>
                      <c:pt idx="7516">
                        <c:v>8</c:v>
                      </c:pt>
                      <c:pt idx="7517">
                        <c:v>8</c:v>
                      </c:pt>
                      <c:pt idx="7518">
                        <c:v>8</c:v>
                      </c:pt>
                      <c:pt idx="7519">
                        <c:v>8</c:v>
                      </c:pt>
                      <c:pt idx="7520">
                        <c:v>8</c:v>
                      </c:pt>
                      <c:pt idx="7521">
                        <c:v>8</c:v>
                      </c:pt>
                      <c:pt idx="7522">
                        <c:v>8</c:v>
                      </c:pt>
                      <c:pt idx="7523">
                        <c:v>8</c:v>
                      </c:pt>
                      <c:pt idx="7524">
                        <c:v>8</c:v>
                      </c:pt>
                      <c:pt idx="7525">
                        <c:v>8</c:v>
                      </c:pt>
                      <c:pt idx="7526">
                        <c:v>8</c:v>
                      </c:pt>
                      <c:pt idx="7527">
                        <c:v>8</c:v>
                      </c:pt>
                      <c:pt idx="7528">
                        <c:v>8</c:v>
                      </c:pt>
                      <c:pt idx="7529">
                        <c:v>8</c:v>
                      </c:pt>
                      <c:pt idx="7530">
                        <c:v>8</c:v>
                      </c:pt>
                      <c:pt idx="7531">
                        <c:v>8</c:v>
                      </c:pt>
                      <c:pt idx="7532">
                        <c:v>8</c:v>
                      </c:pt>
                      <c:pt idx="7533">
                        <c:v>8</c:v>
                      </c:pt>
                      <c:pt idx="7534">
                        <c:v>8</c:v>
                      </c:pt>
                      <c:pt idx="7535">
                        <c:v>8</c:v>
                      </c:pt>
                      <c:pt idx="7536">
                        <c:v>8</c:v>
                      </c:pt>
                      <c:pt idx="7537">
                        <c:v>8</c:v>
                      </c:pt>
                      <c:pt idx="7538">
                        <c:v>7.75</c:v>
                      </c:pt>
                      <c:pt idx="7539">
                        <c:v>7.75</c:v>
                      </c:pt>
                      <c:pt idx="7540">
                        <c:v>7.75</c:v>
                      </c:pt>
                      <c:pt idx="7541">
                        <c:v>7.75</c:v>
                      </c:pt>
                      <c:pt idx="7542">
                        <c:v>7.75</c:v>
                      </c:pt>
                      <c:pt idx="7543">
                        <c:v>7.75</c:v>
                      </c:pt>
                      <c:pt idx="7544">
                        <c:v>7.75</c:v>
                      </c:pt>
                      <c:pt idx="7545">
                        <c:v>7.75</c:v>
                      </c:pt>
                      <c:pt idx="7546">
                        <c:v>7.75</c:v>
                      </c:pt>
                      <c:pt idx="7547">
                        <c:v>7.75</c:v>
                      </c:pt>
                      <c:pt idx="7548">
                        <c:v>7.75</c:v>
                      </c:pt>
                      <c:pt idx="7549">
                        <c:v>7.75</c:v>
                      </c:pt>
                      <c:pt idx="7550">
                        <c:v>7.75</c:v>
                      </c:pt>
                      <c:pt idx="7551">
                        <c:v>7.75</c:v>
                      </c:pt>
                      <c:pt idx="7552">
                        <c:v>7.75</c:v>
                      </c:pt>
                      <c:pt idx="7553">
                        <c:v>7.75</c:v>
                      </c:pt>
                      <c:pt idx="7554">
                        <c:v>7.75</c:v>
                      </c:pt>
                      <c:pt idx="7555">
                        <c:v>7.75</c:v>
                      </c:pt>
                      <c:pt idx="7556">
                        <c:v>7.75</c:v>
                      </c:pt>
                      <c:pt idx="7557">
                        <c:v>7.75</c:v>
                      </c:pt>
                      <c:pt idx="7558">
                        <c:v>7.75</c:v>
                      </c:pt>
                      <c:pt idx="7559">
                        <c:v>7.75</c:v>
                      </c:pt>
                      <c:pt idx="7560">
                        <c:v>7.75</c:v>
                      </c:pt>
                      <c:pt idx="7561">
                        <c:v>7.75</c:v>
                      </c:pt>
                      <c:pt idx="7562">
                        <c:v>7.75</c:v>
                      </c:pt>
                      <c:pt idx="7563">
                        <c:v>7.75</c:v>
                      </c:pt>
                      <c:pt idx="7564">
                        <c:v>7.75</c:v>
                      </c:pt>
                      <c:pt idx="7565">
                        <c:v>7.75</c:v>
                      </c:pt>
                      <c:pt idx="7566">
                        <c:v>7.75</c:v>
                      </c:pt>
                      <c:pt idx="7567">
                        <c:v>7.75</c:v>
                      </c:pt>
                      <c:pt idx="7568">
                        <c:v>7.75</c:v>
                      </c:pt>
                      <c:pt idx="7569">
                        <c:v>7.75</c:v>
                      </c:pt>
                      <c:pt idx="7570">
                        <c:v>7.75</c:v>
                      </c:pt>
                      <c:pt idx="7571">
                        <c:v>7.75</c:v>
                      </c:pt>
                      <c:pt idx="7572">
                        <c:v>7.75</c:v>
                      </c:pt>
                      <c:pt idx="7573">
                        <c:v>7.75</c:v>
                      </c:pt>
                      <c:pt idx="7574">
                        <c:v>7.75</c:v>
                      </c:pt>
                      <c:pt idx="7575">
                        <c:v>7.75</c:v>
                      </c:pt>
                      <c:pt idx="7576">
                        <c:v>7.75</c:v>
                      </c:pt>
                      <c:pt idx="7577">
                        <c:v>7.75</c:v>
                      </c:pt>
                      <c:pt idx="7578">
                        <c:v>7.75</c:v>
                      </c:pt>
                      <c:pt idx="7579">
                        <c:v>7.75</c:v>
                      </c:pt>
                      <c:pt idx="7580">
                        <c:v>7.75</c:v>
                      </c:pt>
                      <c:pt idx="7581">
                        <c:v>7.75</c:v>
                      </c:pt>
                      <c:pt idx="7582">
                        <c:v>7.75</c:v>
                      </c:pt>
                      <c:pt idx="7583">
                        <c:v>7.75</c:v>
                      </c:pt>
                      <c:pt idx="7584">
                        <c:v>7.75</c:v>
                      </c:pt>
                      <c:pt idx="7585">
                        <c:v>7.75</c:v>
                      </c:pt>
                      <c:pt idx="7586">
                        <c:v>7.75</c:v>
                      </c:pt>
                      <c:pt idx="7587">
                        <c:v>7.75</c:v>
                      </c:pt>
                      <c:pt idx="7588">
                        <c:v>7.5</c:v>
                      </c:pt>
                      <c:pt idx="7589">
                        <c:v>7.5</c:v>
                      </c:pt>
                      <c:pt idx="7590">
                        <c:v>7.5</c:v>
                      </c:pt>
                      <c:pt idx="7591">
                        <c:v>7.5</c:v>
                      </c:pt>
                      <c:pt idx="7592">
                        <c:v>7.5</c:v>
                      </c:pt>
                      <c:pt idx="7593">
                        <c:v>7.5</c:v>
                      </c:pt>
                      <c:pt idx="7594">
                        <c:v>7.5</c:v>
                      </c:pt>
                      <c:pt idx="7595">
                        <c:v>7.5</c:v>
                      </c:pt>
                      <c:pt idx="7596">
                        <c:v>7.5</c:v>
                      </c:pt>
                      <c:pt idx="7597">
                        <c:v>7.5</c:v>
                      </c:pt>
                      <c:pt idx="7598">
                        <c:v>7.5</c:v>
                      </c:pt>
                      <c:pt idx="7599">
                        <c:v>7.5</c:v>
                      </c:pt>
                      <c:pt idx="7600">
                        <c:v>7.5</c:v>
                      </c:pt>
                      <c:pt idx="7601">
                        <c:v>7.5</c:v>
                      </c:pt>
                      <c:pt idx="7602">
                        <c:v>7.5</c:v>
                      </c:pt>
                      <c:pt idx="7603">
                        <c:v>7.5</c:v>
                      </c:pt>
                      <c:pt idx="7604">
                        <c:v>7.5</c:v>
                      </c:pt>
                      <c:pt idx="7605">
                        <c:v>7.5</c:v>
                      </c:pt>
                      <c:pt idx="7606">
                        <c:v>7.5</c:v>
                      </c:pt>
                      <c:pt idx="7607">
                        <c:v>7.5</c:v>
                      </c:pt>
                      <c:pt idx="7608">
                        <c:v>7.5</c:v>
                      </c:pt>
                      <c:pt idx="7609">
                        <c:v>7.5</c:v>
                      </c:pt>
                      <c:pt idx="7610">
                        <c:v>7.5</c:v>
                      </c:pt>
                      <c:pt idx="7611">
                        <c:v>7.5</c:v>
                      </c:pt>
                      <c:pt idx="7612">
                        <c:v>7.5</c:v>
                      </c:pt>
                      <c:pt idx="7613">
                        <c:v>7.5</c:v>
                      </c:pt>
                      <c:pt idx="7614">
                        <c:v>7.5</c:v>
                      </c:pt>
                      <c:pt idx="7615">
                        <c:v>7.5</c:v>
                      </c:pt>
                      <c:pt idx="7616">
                        <c:v>7.5</c:v>
                      </c:pt>
                      <c:pt idx="7617">
                        <c:v>7.5</c:v>
                      </c:pt>
                      <c:pt idx="7618">
                        <c:v>7.5</c:v>
                      </c:pt>
                      <c:pt idx="7619">
                        <c:v>7.5</c:v>
                      </c:pt>
                      <c:pt idx="7620">
                        <c:v>7.5</c:v>
                      </c:pt>
                      <c:pt idx="7621">
                        <c:v>7.5</c:v>
                      </c:pt>
                      <c:pt idx="7622">
                        <c:v>7.5</c:v>
                      </c:pt>
                      <c:pt idx="7623">
                        <c:v>7.5</c:v>
                      </c:pt>
                      <c:pt idx="7624">
                        <c:v>7.5</c:v>
                      </c:pt>
                      <c:pt idx="7625">
                        <c:v>7.5</c:v>
                      </c:pt>
                      <c:pt idx="7626">
                        <c:v>7.5</c:v>
                      </c:pt>
                      <c:pt idx="7627">
                        <c:v>7.5</c:v>
                      </c:pt>
                      <c:pt idx="7628">
                        <c:v>7.5</c:v>
                      </c:pt>
                      <c:pt idx="7629">
                        <c:v>7.5</c:v>
                      </c:pt>
                      <c:pt idx="7630">
                        <c:v>7.5</c:v>
                      </c:pt>
                      <c:pt idx="7631">
                        <c:v>7.5</c:v>
                      </c:pt>
                      <c:pt idx="7632">
                        <c:v>7.5</c:v>
                      </c:pt>
                      <c:pt idx="7633">
                        <c:v>7.5</c:v>
                      </c:pt>
                      <c:pt idx="7634">
                        <c:v>7.5</c:v>
                      </c:pt>
                      <c:pt idx="7635">
                        <c:v>7.5</c:v>
                      </c:pt>
                      <c:pt idx="7636">
                        <c:v>7.5</c:v>
                      </c:pt>
                      <c:pt idx="7637">
                        <c:v>7.5</c:v>
                      </c:pt>
                      <c:pt idx="7638">
                        <c:v>7.5</c:v>
                      </c:pt>
                      <c:pt idx="7639">
                        <c:v>7.5</c:v>
                      </c:pt>
                      <c:pt idx="7640">
                        <c:v>7.5</c:v>
                      </c:pt>
                      <c:pt idx="7641">
                        <c:v>7.5</c:v>
                      </c:pt>
                      <c:pt idx="7642">
                        <c:v>7.5</c:v>
                      </c:pt>
                      <c:pt idx="7643">
                        <c:v>7.5</c:v>
                      </c:pt>
                      <c:pt idx="7644">
                        <c:v>7.5</c:v>
                      </c:pt>
                      <c:pt idx="7645">
                        <c:v>7.5</c:v>
                      </c:pt>
                      <c:pt idx="7646">
                        <c:v>7.5</c:v>
                      </c:pt>
                      <c:pt idx="7647">
                        <c:v>7.5</c:v>
                      </c:pt>
                      <c:pt idx="7648">
                        <c:v>7.5</c:v>
                      </c:pt>
                      <c:pt idx="7649">
                        <c:v>7.5</c:v>
                      </c:pt>
                      <c:pt idx="7650">
                        <c:v>7.5</c:v>
                      </c:pt>
                      <c:pt idx="7651">
                        <c:v>7.5</c:v>
                      </c:pt>
                      <c:pt idx="7652">
                        <c:v>7.5</c:v>
                      </c:pt>
                      <c:pt idx="7653">
                        <c:v>7.5</c:v>
                      </c:pt>
                      <c:pt idx="7654">
                        <c:v>7.5</c:v>
                      </c:pt>
                      <c:pt idx="7655">
                        <c:v>7.5</c:v>
                      </c:pt>
                      <c:pt idx="7656">
                        <c:v>7.5</c:v>
                      </c:pt>
                      <c:pt idx="7657">
                        <c:v>7.5</c:v>
                      </c:pt>
                      <c:pt idx="7658">
                        <c:v>7.5</c:v>
                      </c:pt>
                      <c:pt idx="7659">
                        <c:v>7.5</c:v>
                      </c:pt>
                      <c:pt idx="7660">
                        <c:v>7.5</c:v>
                      </c:pt>
                      <c:pt idx="7661">
                        <c:v>7.5</c:v>
                      </c:pt>
                      <c:pt idx="7662">
                        <c:v>7.5</c:v>
                      </c:pt>
                      <c:pt idx="7663">
                        <c:v>7.5</c:v>
                      </c:pt>
                      <c:pt idx="7664">
                        <c:v>7.5</c:v>
                      </c:pt>
                      <c:pt idx="7665">
                        <c:v>7.5</c:v>
                      </c:pt>
                      <c:pt idx="7666">
                        <c:v>7.5</c:v>
                      </c:pt>
                      <c:pt idx="7667">
                        <c:v>7.5</c:v>
                      </c:pt>
                      <c:pt idx="7668">
                        <c:v>7.5</c:v>
                      </c:pt>
                      <c:pt idx="7669">
                        <c:v>7.5</c:v>
                      </c:pt>
                      <c:pt idx="7670">
                        <c:v>7.5</c:v>
                      </c:pt>
                      <c:pt idx="7671">
                        <c:v>7.5</c:v>
                      </c:pt>
                      <c:pt idx="7672">
                        <c:v>7.5</c:v>
                      </c:pt>
                      <c:pt idx="7673">
                        <c:v>7.25</c:v>
                      </c:pt>
                      <c:pt idx="7674">
                        <c:v>7.25</c:v>
                      </c:pt>
                      <c:pt idx="7675">
                        <c:v>7.25</c:v>
                      </c:pt>
                      <c:pt idx="7676">
                        <c:v>7.25</c:v>
                      </c:pt>
                      <c:pt idx="7677">
                        <c:v>7.25</c:v>
                      </c:pt>
                      <c:pt idx="7678">
                        <c:v>7.25</c:v>
                      </c:pt>
                      <c:pt idx="7679">
                        <c:v>7.25</c:v>
                      </c:pt>
                      <c:pt idx="7680">
                        <c:v>7.25</c:v>
                      </c:pt>
                      <c:pt idx="7681">
                        <c:v>7.25</c:v>
                      </c:pt>
                      <c:pt idx="7682">
                        <c:v>7.25</c:v>
                      </c:pt>
                      <c:pt idx="7683">
                        <c:v>7.25</c:v>
                      </c:pt>
                      <c:pt idx="7684">
                        <c:v>7.25</c:v>
                      </c:pt>
                      <c:pt idx="7685">
                        <c:v>7.25</c:v>
                      </c:pt>
                      <c:pt idx="7686">
                        <c:v>7.25</c:v>
                      </c:pt>
                      <c:pt idx="7687">
                        <c:v>7.25</c:v>
                      </c:pt>
                      <c:pt idx="7688">
                        <c:v>7.25</c:v>
                      </c:pt>
                      <c:pt idx="7689">
                        <c:v>7.25</c:v>
                      </c:pt>
                      <c:pt idx="7690">
                        <c:v>7.25</c:v>
                      </c:pt>
                      <c:pt idx="7691">
                        <c:v>7.25</c:v>
                      </c:pt>
                      <c:pt idx="7692">
                        <c:v>7.25</c:v>
                      </c:pt>
                      <c:pt idx="7693">
                        <c:v>7.25</c:v>
                      </c:pt>
                      <c:pt idx="7694">
                        <c:v>7.25</c:v>
                      </c:pt>
                      <c:pt idx="7695">
                        <c:v>7.25</c:v>
                      </c:pt>
                      <c:pt idx="7696">
                        <c:v>7.25</c:v>
                      </c:pt>
                      <c:pt idx="7697">
                        <c:v>7.25</c:v>
                      </c:pt>
                      <c:pt idx="7698">
                        <c:v>7.25</c:v>
                      </c:pt>
                      <c:pt idx="7699">
                        <c:v>7.25</c:v>
                      </c:pt>
                      <c:pt idx="7700">
                        <c:v>7.25</c:v>
                      </c:pt>
                      <c:pt idx="7701">
                        <c:v>7.25</c:v>
                      </c:pt>
                      <c:pt idx="7702">
                        <c:v>7.25</c:v>
                      </c:pt>
                      <c:pt idx="7703">
                        <c:v>7.25</c:v>
                      </c:pt>
                      <c:pt idx="7704">
                        <c:v>7.25</c:v>
                      </c:pt>
                      <c:pt idx="7705">
                        <c:v>7.25</c:v>
                      </c:pt>
                      <c:pt idx="7706">
                        <c:v>7.25</c:v>
                      </c:pt>
                      <c:pt idx="7707">
                        <c:v>7.25</c:v>
                      </c:pt>
                      <c:pt idx="7708">
                        <c:v>7.25</c:v>
                      </c:pt>
                      <c:pt idx="7709">
                        <c:v>7.25</c:v>
                      </c:pt>
                      <c:pt idx="7710">
                        <c:v>7.25</c:v>
                      </c:pt>
                      <c:pt idx="7711">
                        <c:v>7.25</c:v>
                      </c:pt>
                      <c:pt idx="7712">
                        <c:v>7.25</c:v>
                      </c:pt>
                      <c:pt idx="7713">
                        <c:v>7.25</c:v>
                      </c:pt>
                      <c:pt idx="7714">
                        <c:v>7.25</c:v>
                      </c:pt>
                      <c:pt idx="7715">
                        <c:v>7.25</c:v>
                      </c:pt>
                      <c:pt idx="7716">
                        <c:v>7.25</c:v>
                      </c:pt>
                      <c:pt idx="7717">
                        <c:v>7.25</c:v>
                      </c:pt>
                      <c:pt idx="7718">
                        <c:v>7</c:v>
                      </c:pt>
                      <c:pt idx="7719">
                        <c:v>7</c:v>
                      </c:pt>
                      <c:pt idx="7720">
                        <c:v>7</c:v>
                      </c:pt>
                      <c:pt idx="7721">
                        <c:v>7</c:v>
                      </c:pt>
                      <c:pt idx="7722">
                        <c:v>7</c:v>
                      </c:pt>
                      <c:pt idx="7723">
                        <c:v>7</c:v>
                      </c:pt>
                      <c:pt idx="7724">
                        <c:v>7</c:v>
                      </c:pt>
                      <c:pt idx="7725">
                        <c:v>7</c:v>
                      </c:pt>
                      <c:pt idx="7726">
                        <c:v>7</c:v>
                      </c:pt>
                      <c:pt idx="7727">
                        <c:v>7</c:v>
                      </c:pt>
                      <c:pt idx="7728">
                        <c:v>7</c:v>
                      </c:pt>
                      <c:pt idx="7729">
                        <c:v>7</c:v>
                      </c:pt>
                      <c:pt idx="7730">
                        <c:v>7</c:v>
                      </c:pt>
                      <c:pt idx="7731">
                        <c:v>7</c:v>
                      </c:pt>
                      <c:pt idx="7732">
                        <c:v>7</c:v>
                      </c:pt>
                      <c:pt idx="7733">
                        <c:v>7</c:v>
                      </c:pt>
                      <c:pt idx="7734">
                        <c:v>7</c:v>
                      </c:pt>
                      <c:pt idx="7735">
                        <c:v>7</c:v>
                      </c:pt>
                      <c:pt idx="7736">
                        <c:v>7</c:v>
                      </c:pt>
                      <c:pt idx="7737">
                        <c:v>7</c:v>
                      </c:pt>
                      <c:pt idx="7738">
                        <c:v>7</c:v>
                      </c:pt>
                      <c:pt idx="7739">
                        <c:v>7</c:v>
                      </c:pt>
                      <c:pt idx="7740">
                        <c:v>7</c:v>
                      </c:pt>
                      <c:pt idx="7741">
                        <c:v>7</c:v>
                      </c:pt>
                      <c:pt idx="7742">
                        <c:v>7</c:v>
                      </c:pt>
                      <c:pt idx="7743">
                        <c:v>7</c:v>
                      </c:pt>
                      <c:pt idx="7744">
                        <c:v>7</c:v>
                      </c:pt>
                      <c:pt idx="7745">
                        <c:v>7</c:v>
                      </c:pt>
                      <c:pt idx="7746">
                        <c:v>7</c:v>
                      </c:pt>
                      <c:pt idx="7747">
                        <c:v>7</c:v>
                      </c:pt>
                      <c:pt idx="7748">
                        <c:v>7</c:v>
                      </c:pt>
                      <c:pt idx="7749">
                        <c:v>7</c:v>
                      </c:pt>
                      <c:pt idx="7750">
                        <c:v>7</c:v>
                      </c:pt>
                      <c:pt idx="7751">
                        <c:v>7</c:v>
                      </c:pt>
                      <c:pt idx="7752">
                        <c:v>7</c:v>
                      </c:pt>
                      <c:pt idx="7753">
                        <c:v>7</c:v>
                      </c:pt>
                      <c:pt idx="7754">
                        <c:v>7</c:v>
                      </c:pt>
                      <c:pt idx="7755">
                        <c:v>7</c:v>
                      </c:pt>
                      <c:pt idx="7756">
                        <c:v>7</c:v>
                      </c:pt>
                      <c:pt idx="7757">
                        <c:v>7</c:v>
                      </c:pt>
                      <c:pt idx="7758">
                        <c:v>7</c:v>
                      </c:pt>
                      <c:pt idx="7759">
                        <c:v>7</c:v>
                      </c:pt>
                      <c:pt idx="7760">
                        <c:v>7</c:v>
                      </c:pt>
                      <c:pt idx="7761">
                        <c:v>7</c:v>
                      </c:pt>
                      <c:pt idx="7762">
                        <c:v>7</c:v>
                      </c:pt>
                      <c:pt idx="7763">
                        <c:v>7</c:v>
                      </c:pt>
                      <c:pt idx="7764">
                        <c:v>7</c:v>
                      </c:pt>
                      <c:pt idx="7765">
                        <c:v>7</c:v>
                      </c:pt>
                      <c:pt idx="7766">
                        <c:v>7</c:v>
                      </c:pt>
                      <c:pt idx="7767">
                        <c:v>7</c:v>
                      </c:pt>
                      <c:pt idx="7768">
                        <c:v>7</c:v>
                      </c:pt>
                      <c:pt idx="7769">
                        <c:v>7</c:v>
                      </c:pt>
                      <c:pt idx="7770">
                        <c:v>7</c:v>
                      </c:pt>
                      <c:pt idx="7771">
                        <c:v>7</c:v>
                      </c:pt>
                      <c:pt idx="7772">
                        <c:v>7</c:v>
                      </c:pt>
                      <c:pt idx="7773">
                        <c:v>7</c:v>
                      </c:pt>
                      <c:pt idx="7774">
                        <c:v>7</c:v>
                      </c:pt>
                      <c:pt idx="7775">
                        <c:v>7</c:v>
                      </c:pt>
                      <c:pt idx="7776">
                        <c:v>7</c:v>
                      </c:pt>
                      <c:pt idx="7777">
                        <c:v>7</c:v>
                      </c:pt>
                      <c:pt idx="7778">
                        <c:v>7</c:v>
                      </c:pt>
                      <c:pt idx="7779">
                        <c:v>7</c:v>
                      </c:pt>
                      <c:pt idx="7780">
                        <c:v>7</c:v>
                      </c:pt>
                      <c:pt idx="7781">
                        <c:v>7</c:v>
                      </c:pt>
                      <c:pt idx="7782">
                        <c:v>7</c:v>
                      </c:pt>
                      <c:pt idx="7783">
                        <c:v>7</c:v>
                      </c:pt>
                      <c:pt idx="7784">
                        <c:v>7</c:v>
                      </c:pt>
                      <c:pt idx="7785">
                        <c:v>7</c:v>
                      </c:pt>
                      <c:pt idx="7786">
                        <c:v>7</c:v>
                      </c:pt>
                      <c:pt idx="7787">
                        <c:v>7</c:v>
                      </c:pt>
                      <c:pt idx="7788">
                        <c:v>7</c:v>
                      </c:pt>
                      <c:pt idx="7789">
                        <c:v>7</c:v>
                      </c:pt>
                      <c:pt idx="7790">
                        <c:v>7</c:v>
                      </c:pt>
                      <c:pt idx="7791">
                        <c:v>7</c:v>
                      </c:pt>
                      <c:pt idx="7792">
                        <c:v>7</c:v>
                      </c:pt>
                      <c:pt idx="7793">
                        <c:v>7</c:v>
                      </c:pt>
                      <c:pt idx="7794">
                        <c:v>7</c:v>
                      </c:pt>
                      <c:pt idx="7795">
                        <c:v>7</c:v>
                      </c:pt>
                      <c:pt idx="7796">
                        <c:v>7</c:v>
                      </c:pt>
                      <c:pt idx="7797">
                        <c:v>7</c:v>
                      </c:pt>
                      <c:pt idx="7798">
                        <c:v>6.75</c:v>
                      </c:pt>
                      <c:pt idx="7799">
                        <c:v>6.75</c:v>
                      </c:pt>
                      <c:pt idx="7800">
                        <c:v>6.75</c:v>
                      </c:pt>
                      <c:pt idx="7801">
                        <c:v>6.75</c:v>
                      </c:pt>
                      <c:pt idx="7802">
                        <c:v>6.75</c:v>
                      </c:pt>
                      <c:pt idx="7803">
                        <c:v>6.75</c:v>
                      </c:pt>
                      <c:pt idx="7804">
                        <c:v>6.75</c:v>
                      </c:pt>
                      <c:pt idx="7805">
                        <c:v>6.75</c:v>
                      </c:pt>
                      <c:pt idx="7806">
                        <c:v>6.75</c:v>
                      </c:pt>
                      <c:pt idx="7807">
                        <c:v>6.75</c:v>
                      </c:pt>
                      <c:pt idx="7808">
                        <c:v>6.75</c:v>
                      </c:pt>
                      <c:pt idx="7809">
                        <c:v>6.75</c:v>
                      </c:pt>
                      <c:pt idx="7810">
                        <c:v>6.75</c:v>
                      </c:pt>
                      <c:pt idx="7811">
                        <c:v>6.75</c:v>
                      </c:pt>
                      <c:pt idx="7812">
                        <c:v>6.75</c:v>
                      </c:pt>
                      <c:pt idx="7813">
                        <c:v>6.75</c:v>
                      </c:pt>
                      <c:pt idx="7814">
                        <c:v>6.75</c:v>
                      </c:pt>
                      <c:pt idx="7815">
                        <c:v>6.75</c:v>
                      </c:pt>
                      <c:pt idx="7816">
                        <c:v>6.75</c:v>
                      </c:pt>
                      <c:pt idx="7817">
                        <c:v>6.75</c:v>
                      </c:pt>
                      <c:pt idx="7818">
                        <c:v>6.75</c:v>
                      </c:pt>
                      <c:pt idx="7819">
                        <c:v>6.75</c:v>
                      </c:pt>
                      <c:pt idx="7820">
                        <c:v>6.75</c:v>
                      </c:pt>
                      <c:pt idx="7821">
                        <c:v>6.75</c:v>
                      </c:pt>
                      <c:pt idx="7822">
                        <c:v>6.75</c:v>
                      </c:pt>
                      <c:pt idx="7823">
                        <c:v>6.75</c:v>
                      </c:pt>
                      <c:pt idx="7824">
                        <c:v>6.75</c:v>
                      </c:pt>
                      <c:pt idx="7825">
                        <c:v>6.75</c:v>
                      </c:pt>
                      <c:pt idx="7826">
                        <c:v>6.75</c:v>
                      </c:pt>
                      <c:pt idx="7827">
                        <c:v>6.75</c:v>
                      </c:pt>
                      <c:pt idx="7828">
                        <c:v>6.75</c:v>
                      </c:pt>
                      <c:pt idx="7829">
                        <c:v>6.75</c:v>
                      </c:pt>
                      <c:pt idx="7830">
                        <c:v>6.75</c:v>
                      </c:pt>
                      <c:pt idx="7831">
                        <c:v>6.75</c:v>
                      </c:pt>
                      <c:pt idx="7832">
                        <c:v>6.75</c:v>
                      </c:pt>
                      <c:pt idx="7833">
                        <c:v>6.75</c:v>
                      </c:pt>
                      <c:pt idx="7834">
                        <c:v>6.75</c:v>
                      </c:pt>
                      <c:pt idx="7835">
                        <c:v>6.75</c:v>
                      </c:pt>
                      <c:pt idx="7836">
                        <c:v>6.75</c:v>
                      </c:pt>
                      <c:pt idx="7837">
                        <c:v>6.75</c:v>
                      </c:pt>
                      <c:pt idx="7838">
                        <c:v>6.75</c:v>
                      </c:pt>
                      <c:pt idx="7839">
                        <c:v>6.75</c:v>
                      </c:pt>
                      <c:pt idx="7840">
                        <c:v>6.75</c:v>
                      </c:pt>
                      <c:pt idx="7841">
                        <c:v>6.75</c:v>
                      </c:pt>
                      <c:pt idx="7842">
                        <c:v>6.75</c:v>
                      </c:pt>
                      <c:pt idx="7843">
                        <c:v>6.75</c:v>
                      </c:pt>
                      <c:pt idx="7844">
                        <c:v>6.75</c:v>
                      </c:pt>
                      <c:pt idx="7845">
                        <c:v>6.75</c:v>
                      </c:pt>
                      <c:pt idx="7846">
                        <c:v>6.75</c:v>
                      </c:pt>
                      <c:pt idx="7847">
                        <c:v>6.75</c:v>
                      </c:pt>
                      <c:pt idx="7848">
                        <c:v>6.75</c:v>
                      </c:pt>
                      <c:pt idx="7849">
                        <c:v>6.75</c:v>
                      </c:pt>
                      <c:pt idx="7850">
                        <c:v>6.75</c:v>
                      </c:pt>
                      <c:pt idx="7851">
                        <c:v>6.75</c:v>
                      </c:pt>
                      <c:pt idx="7852">
                        <c:v>6.75</c:v>
                      </c:pt>
                      <c:pt idx="7853">
                        <c:v>6.75</c:v>
                      </c:pt>
                      <c:pt idx="7854">
                        <c:v>6.75</c:v>
                      </c:pt>
                      <c:pt idx="7855">
                        <c:v>6.75</c:v>
                      </c:pt>
                      <c:pt idx="7856">
                        <c:v>6.75</c:v>
                      </c:pt>
                      <c:pt idx="7857">
                        <c:v>6.75</c:v>
                      </c:pt>
                      <c:pt idx="7858">
                        <c:v>6.75</c:v>
                      </c:pt>
                      <c:pt idx="7859">
                        <c:v>6.75</c:v>
                      </c:pt>
                      <c:pt idx="7860">
                        <c:v>6.75</c:v>
                      </c:pt>
                      <c:pt idx="7861">
                        <c:v>6.75</c:v>
                      </c:pt>
                      <c:pt idx="7862">
                        <c:v>6.75</c:v>
                      </c:pt>
                      <c:pt idx="7863">
                        <c:v>6.75</c:v>
                      </c:pt>
                      <c:pt idx="7864">
                        <c:v>6.75</c:v>
                      </c:pt>
                      <c:pt idx="7865">
                        <c:v>6.75</c:v>
                      </c:pt>
                      <c:pt idx="7866">
                        <c:v>6.75</c:v>
                      </c:pt>
                      <c:pt idx="7867">
                        <c:v>6.75</c:v>
                      </c:pt>
                      <c:pt idx="7868">
                        <c:v>6.75</c:v>
                      </c:pt>
                      <c:pt idx="7869">
                        <c:v>6.75</c:v>
                      </c:pt>
                      <c:pt idx="7870">
                        <c:v>6.75</c:v>
                      </c:pt>
                      <c:pt idx="7871">
                        <c:v>6.75</c:v>
                      </c:pt>
                      <c:pt idx="7872">
                        <c:v>6.75</c:v>
                      </c:pt>
                      <c:pt idx="7873">
                        <c:v>6.75</c:v>
                      </c:pt>
                      <c:pt idx="7874">
                        <c:v>6.75</c:v>
                      </c:pt>
                      <c:pt idx="7875">
                        <c:v>6.75</c:v>
                      </c:pt>
                      <c:pt idx="7876">
                        <c:v>6.75</c:v>
                      </c:pt>
                      <c:pt idx="7877">
                        <c:v>6.75</c:v>
                      </c:pt>
                      <c:pt idx="7878">
                        <c:v>6.75</c:v>
                      </c:pt>
                      <c:pt idx="7879">
                        <c:v>6.75</c:v>
                      </c:pt>
                      <c:pt idx="7880">
                        <c:v>6.75</c:v>
                      </c:pt>
                      <c:pt idx="7881">
                        <c:v>6.75</c:v>
                      </c:pt>
                      <c:pt idx="7882">
                        <c:v>6.75</c:v>
                      </c:pt>
                      <c:pt idx="7883">
                        <c:v>6.75</c:v>
                      </c:pt>
                      <c:pt idx="7884">
                        <c:v>6.75</c:v>
                      </c:pt>
                      <c:pt idx="7885">
                        <c:v>6.75</c:v>
                      </c:pt>
                      <c:pt idx="7886">
                        <c:v>6.75</c:v>
                      </c:pt>
                      <c:pt idx="7887">
                        <c:v>6.75</c:v>
                      </c:pt>
                      <c:pt idx="7888">
                        <c:v>6.75</c:v>
                      </c:pt>
                      <c:pt idx="7889">
                        <c:v>6.75</c:v>
                      </c:pt>
                      <c:pt idx="7890">
                        <c:v>6.75</c:v>
                      </c:pt>
                      <c:pt idx="7891">
                        <c:v>6.75</c:v>
                      </c:pt>
                      <c:pt idx="7892">
                        <c:v>6.75</c:v>
                      </c:pt>
                      <c:pt idx="7893">
                        <c:v>6.75</c:v>
                      </c:pt>
                      <c:pt idx="7894">
                        <c:v>6.75</c:v>
                      </c:pt>
                      <c:pt idx="7895">
                        <c:v>6.75</c:v>
                      </c:pt>
                      <c:pt idx="7896">
                        <c:v>6.75</c:v>
                      </c:pt>
                      <c:pt idx="7897">
                        <c:v>6.75</c:v>
                      </c:pt>
                      <c:pt idx="7898">
                        <c:v>6.75</c:v>
                      </c:pt>
                      <c:pt idx="7899">
                        <c:v>6.75</c:v>
                      </c:pt>
                      <c:pt idx="7900">
                        <c:v>6.75</c:v>
                      </c:pt>
                      <c:pt idx="7901">
                        <c:v>6.75</c:v>
                      </c:pt>
                      <c:pt idx="7902">
                        <c:v>6.75</c:v>
                      </c:pt>
                      <c:pt idx="7903">
                        <c:v>6.75</c:v>
                      </c:pt>
                      <c:pt idx="7904">
                        <c:v>6.75</c:v>
                      </c:pt>
                      <c:pt idx="7905">
                        <c:v>6.75</c:v>
                      </c:pt>
                      <c:pt idx="7906">
                        <c:v>6.75</c:v>
                      </c:pt>
                      <c:pt idx="7907">
                        <c:v>6.75</c:v>
                      </c:pt>
                      <c:pt idx="7908">
                        <c:v>6.75</c:v>
                      </c:pt>
                      <c:pt idx="7909">
                        <c:v>6.75</c:v>
                      </c:pt>
                      <c:pt idx="7910">
                        <c:v>6.75</c:v>
                      </c:pt>
                      <c:pt idx="7911">
                        <c:v>6.75</c:v>
                      </c:pt>
                      <c:pt idx="7912">
                        <c:v>6.75</c:v>
                      </c:pt>
                      <c:pt idx="7913">
                        <c:v>6.75</c:v>
                      </c:pt>
                      <c:pt idx="7914">
                        <c:v>6.75</c:v>
                      </c:pt>
                      <c:pt idx="7915">
                        <c:v>6.75</c:v>
                      </c:pt>
                      <c:pt idx="7916">
                        <c:v>6.75</c:v>
                      </c:pt>
                      <c:pt idx="7917">
                        <c:v>6.75</c:v>
                      </c:pt>
                      <c:pt idx="7918">
                        <c:v>6.75</c:v>
                      </c:pt>
                      <c:pt idx="7919">
                        <c:v>6.75</c:v>
                      </c:pt>
                      <c:pt idx="7920">
                        <c:v>6.75</c:v>
                      </c:pt>
                      <c:pt idx="7921">
                        <c:v>6.75</c:v>
                      </c:pt>
                      <c:pt idx="7922">
                        <c:v>6.75</c:v>
                      </c:pt>
                      <c:pt idx="7923">
                        <c:v>6.75</c:v>
                      </c:pt>
                      <c:pt idx="7924">
                        <c:v>6.75</c:v>
                      </c:pt>
                      <c:pt idx="7925">
                        <c:v>6.75</c:v>
                      </c:pt>
                      <c:pt idx="7926">
                        <c:v>6.75</c:v>
                      </c:pt>
                      <c:pt idx="7927">
                        <c:v>6.75</c:v>
                      </c:pt>
                      <c:pt idx="7928">
                        <c:v>6.75</c:v>
                      </c:pt>
                      <c:pt idx="7929">
                        <c:v>6.75</c:v>
                      </c:pt>
                      <c:pt idx="7930">
                        <c:v>6.75</c:v>
                      </c:pt>
                      <c:pt idx="7931">
                        <c:v>6.75</c:v>
                      </c:pt>
                      <c:pt idx="7932">
                        <c:v>6.75</c:v>
                      </c:pt>
                      <c:pt idx="7933">
                        <c:v>7</c:v>
                      </c:pt>
                      <c:pt idx="7934">
                        <c:v>7</c:v>
                      </c:pt>
                      <c:pt idx="7935">
                        <c:v>7</c:v>
                      </c:pt>
                      <c:pt idx="7936">
                        <c:v>7</c:v>
                      </c:pt>
                      <c:pt idx="7937">
                        <c:v>7</c:v>
                      </c:pt>
                      <c:pt idx="7938">
                        <c:v>7</c:v>
                      </c:pt>
                      <c:pt idx="7939">
                        <c:v>7</c:v>
                      </c:pt>
                      <c:pt idx="7940">
                        <c:v>7</c:v>
                      </c:pt>
                      <c:pt idx="7941">
                        <c:v>7</c:v>
                      </c:pt>
                      <c:pt idx="7942">
                        <c:v>7</c:v>
                      </c:pt>
                      <c:pt idx="7943">
                        <c:v>7</c:v>
                      </c:pt>
                      <c:pt idx="7944">
                        <c:v>7</c:v>
                      </c:pt>
                      <c:pt idx="7945">
                        <c:v>7</c:v>
                      </c:pt>
                      <c:pt idx="7946">
                        <c:v>7</c:v>
                      </c:pt>
                      <c:pt idx="7947">
                        <c:v>7</c:v>
                      </c:pt>
                      <c:pt idx="7948">
                        <c:v>7</c:v>
                      </c:pt>
                    </c:numCache>
                  </c:numRef>
                </c:val>
                <c:smooth val="0"/>
                <c:extLst>
                  <c:ext xmlns:c16="http://schemas.microsoft.com/office/drawing/2014/chart" uri="{C3380CC4-5D6E-409C-BE32-E72D297353CC}">
                    <c16:uniqueId val="{00000005-2161-4C05-9D04-0E28B3E07C68}"/>
                  </c:ext>
                </c:extLst>
              </c15:ser>
            </c15:filteredLineSeries>
          </c:ext>
        </c:extLst>
      </c:lineChart>
      <c:dateAx>
        <c:axId val="2000000864"/>
        <c:scaling>
          <c:orientation val="minMax"/>
        </c:scaling>
        <c:delete val="0"/>
        <c:axPos val="b"/>
        <c:numFmt formatCode="m/d/yyyy" sourceLinked="0"/>
        <c:majorTickMark val="none"/>
        <c:minorTickMark val="none"/>
        <c:tickLblPos val="nextTo"/>
        <c:spPr>
          <a:noFill/>
          <a:ln w="6350" cap="flat" cmpd="sng" algn="ctr">
            <a:solidFill>
              <a:sysClr val="windowText" lastClr="000000"/>
            </a:solidFill>
            <a:round/>
          </a:ln>
          <a:effectLst/>
        </c:spPr>
        <c:txPr>
          <a:bodyPr rot="-6000000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0865"/>
        <c:crosses val="autoZero"/>
        <c:auto val="1"/>
        <c:lblOffset val="100"/>
        <c:baseTimeUnit val="days"/>
      </c:dateAx>
      <c:valAx>
        <c:axId val="2000000865"/>
        <c:scaling>
          <c:orientation val="minMax"/>
          <c:max val="10"/>
          <c:min val="-1"/>
        </c:scaling>
        <c:delete val="0"/>
        <c:axPos val="l"/>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0864"/>
        <c:crosses val="autoZero"/>
        <c:crossBetween val="between"/>
      </c:valAx>
      <c:spPr>
        <a:noFill/>
        <a:ln>
          <a:noFill/>
        </a:ln>
        <a:effectLst/>
      </c:spPr>
    </c:plotArea>
    <c:legend>
      <c:legendPos val="t"/>
      <c:legendEntry>
        <c:idx val="0"/>
        <c:txPr>
          <a:bodyPr rot="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egendEntry>
        <c:idx val="1"/>
        <c:txPr>
          <a:bodyPr rot="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egendEntry>
        <c:idx val="2"/>
        <c:txPr>
          <a:bodyPr rot="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egendEntry>
        <c:idx val="3"/>
        <c:txPr>
          <a:bodyPr rot="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egendEntry>
        <c:idx val="4"/>
        <c:txPr>
          <a:bodyPr rot="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ayout>
        <c:manualLayout>
          <c:xMode val="edge"/>
          <c:yMode val="edge"/>
          <c:x val="0.10172449980360408"/>
          <c:y val="2.3494871365579272E-2"/>
          <c:w val="0.89445112334609589"/>
          <c:h val="0.16852390233163472"/>
        </c:manualLayout>
      </c:layout>
      <c:overlay val="0"/>
      <c:spPr>
        <a:noFill/>
        <a:ln>
          <a:noFill/>
        </a:ln>
        <a:effectLst/>
      </c:spPr>
      <c:txPr>
        <a:bodyPr rot="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
    <c:plotVisOnly val="1"/>
    <c:dispBlanksAs val="gap"/>
    <c:showDLblsOverMax val="0"/>
  </c:chart>
  <c:spPr>
    <a:noFill/>
    <a:ln w="9525" cap="flat" cmpd="sng" algn="ctr">
      <a:noFill/>
      <a:round/>
    </a:ln>
    <a:effectLst/>
  </c:spPr>
  <c:txPr>
    <a:bodyPr/>
    <a:lstStyle/>
    <a:p>
      <a:pPr>
        <a:defRPr lang="zh-CN" sz="80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defRPr>
      </a:pPr>
      <a:endParaRPr lang="zh-CN"/>
    </a:p>
  </c:txPr>
  <c:externalData r:id="rId1">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6012646532004398E-2"/>
          <c:y val="0.174558204367605"/>
          <c:w val="0.84340643929044301"/>
          <c:h val="0.74717790047048405"/>
        </c:manualLayout>
      </c:layout>
      <c:lineChart>
        <c:grouping val="standard"/>
        <c:varyColors val="0"/>
        <c:ser>
          <c:idx val="0"/>
          <c:order val="0"/>
          <c:tx>
            <c:strRef>
              <c:f>'5min interval 0617 FOMC'!$F$1</c:f>
              <c:strCache>
                <c:ptCount val="1"/>
                <c:pt idx="0">
                  <c:v>COMEX黄金价格，左轴</c:v>
                </c:pt>
              </c:strCache>
            </c:strRef>
          </c:tx>
          <c:spPr>
            <a:ln w="25400" cap="rnd" cmpd="sng">
              <a:solidFill>
                <a:srgbClr val="7C80C8"/>
              </a:solidFill>
              <a:prstDash val="solid"/>
              <a:round/>
            </a:ln>
            <a:effectLst/>
          </c:spPr>
          <c:marker>
            <c:symbol val="none"/>
          </c:marker>
          <c:cat>
            <c:strRef>
              <c:f>'5min interval 0617 FOMC'!$B$2:$B$340</c:f>
              <c:strCache>
                <c:ptCount val="339"/>
                <c:pt idx="0">
                  <c:v>T +5min</c:v>
                </c:pt>
                <c:pt idx="1">
                  <c:v>T +10min</c:v>
                </c:pt>
                <c:pt idx="2">
                  <c:v>T +15min</c:v>
                </c:pt>
                <c:pt idx="3">
                  <c:v>T +20min</c:v>
                </c:pt>
                <c:pt idx="4">
                  <c:v>T +25min</c:v>
                </c:pt>
                <c:pt idx="5">
                  <c:v>T +30min</c:v>
                </c:pt>
                <c:pt idx="6">
                  <c:v>T +35min</c:v>
                </c:pt>
                <c:pt idx="7">
                  <c:v>T +40min</c:v>
                </c:pt>
                <c:pt idx="8">
                  <c:v>T +45min</c:v>
                </c:pt>
                <c:pt idx="9">
                  <c:v>T +50min</c:v>
                </c:pt>
                <c:pt idx="10">
                  <c:v>T +55min</c:v>
                </c:pt>
                <c:pt idx="11">
                  <c:v>T +60min</c:v>
                </c:pt>
                <c:pt idx="12">
                  <c:v>T +65min</c:v>
                </c:pt>
                <c:pt idx="13">
                  <c:v>T +70min</c:v>
                </c:pt>
                <c:pt idx="14">
                  <c:v>T +75min</c:v>
                </c:pt>
                <c:pt idx="15">
                  <c:v>T +80min</c:v>
                </c:pt>
                <c:pt idx="16">
                  <c:v>T +85min</c:v>
                </c:pt>
                <c:pt idx="17">
                  <c:v>T +90min</c:v>
                </c:pt>
                <c:pt idx="18">
                  <c:v>T +95min</c:v>
                </c:pt>
                <c:pt idx="19">
                  <c:v>T +100min</c:v>
                </c:pt>
                <c:pt idx="20">
                  <c:v>T +105min</c:v>
                </c:pt>
                <c:pt idx="21">
                  <c:v>T +110min</c:v>
                </c:pt>
                <c:pt idx="22">
                  <c:v>T +115min</c:v>
                </c:pt>
                <c:pt idx="23">
                  <c:v>T +120min</c:v>
                </c:pt>
                <c:pt idx="24">
                  <c:v>T +125min</c:v>
                </c:pt>
                <c:pt idx="25">
                  <c:v>T +130min</c:v>
                </c:pt>
                <c:pt idx="26">
                  <c:v>T +135min</c:v>
                </c:pt>
                <c:pt idx="27">
                  <c:v>T +140min</c:v>
                </c:pt>
                <c:pt idx="28">
                  <c:v>T +145min</c:v>
                </c:pt>
                <c:pt idx="29">
                  <c:v>T +150min</c:v>
                </c:pt>
                <c:pt idx="30">
                  <c:v>T +155min</c:v>
                </c:pt>
                <c:pt idx="31">
                  <c:v>T +160min</c:v>
                </c:pt>
                <c:pt idx="32">
                  <c:v>T +165min</c:v>
                </c:pt>
                <c:pt idx="33">
                  <c:v>T +170min</c:v>
                </c:pt>
                <c:pt idx="34">
                  <c:v>T +175min</c:v>
                </c:pt>
                <c:pt idx="35">
                  <c:v>T +180min</c:v>
                </c:pt>
                <c:pt idx="36">
                  <c:v>T +185min</c:v>
                </c:pt>
                <c:pt idx="37">
                  <c:v>T +190min</c:v>
                </c:pt>
                <c:pt idx="38">
                  <c:v>T +195min</c:v>
                </c:pt>
                <c:pt idx="39">
                  <c:v>T +200min</c:v>
                </c:pt>
                <c:pt idx="40">
                  <c:v>T +205min</c:v>
                </c:pt>
                <c:pt idx="41">
                  <c:v>T +210min</c:v>
                </c:pt>
                <c:pt idx="42">
                  <c:v>T +215min</c:v>
                </c:pt>
                <c:pt idx="43">
                  <c:v>T +220min</c:v>
                </c:pt>
                <c:pt idx="44">
                  <c:v>T +225min</c:v>
                </c:pt>
                <c:pt idx="45">
                  <c:v>T +230min</c:v>
                </c:pt>
                <c:pt idx="46">
                  <c:v>T +235min</c:v>
                </c:pt>
                <c:pt idx="47">
                  <c:v>T +240min</c:v>
                </c:pt>
                <c:pt idx="48">
                  <c:v>T +245min</c:v>
                </c:pt>
                <c:pt idx="49">
                  <c:v>T +250min</c:v>
                </c:pt>
                <c:pt idx="50">
                  <c:v>T +255min</c:v>
                </c:pt>
                <c:pt idx="51">
                  <c:v>T +260min</c:v>
                </c:pt>
                <c:pt idx="52">
                  <c:v>T +265min</c:v>
                </c:pt>
                <c:pt idx="53">
                  <c:v>T +270min</c:v>
                </c:pt>
                <c:pt idx="54">
                  <c:v>T +275min</c:v>
                </c:pt>
                <c:pt idx="55">
                  <c:v>T +280min</c:v>
                </c:pt>
                <c:pt idx="56">
                  <c:v>T +285min</c:v>
                </c:pt>
                <c:pt idx="57">
                  <c:v>T +290min</c:v>
                </c:pt>
                <c:pt idx="58">
                  <c:v>T +295min</c:v>
                </c:pt>
                <c:pt idx="59">
                  <c:v>T +300min</c:v>
                </c:pt>
                <c:pt idx="60">
                  <c:v>T +305min</c:v>
                </c:pt>
                <c:pt idx="61">
                  <c:v>T +310min</c:v>
                </c:pt>
                <c:pt idx="62">
                  <c:v>T +315min</c:v>
                </c:pt>
                <c:pt idx="63">
                  <c:v>T +320min</c:v>
                </c:pt>
                <c:pt idx="64">
                  <c:v>T +325min</c:v>
                </c:pt>
                <c:pt idx="65">
                  <c:v>T +330min</c:v>
                </c:pt>
                <c:pt idx="66">
                  <c:v>T +335min</c:v>
                </c:pt>
                <c:pt idx="67">
                  <c:v>T +340min</c:v>
                </c:pt>
                <c:pt idx="68">
                  <c:v>T +345min</c:v>
                </c:pt>
                <c:pt idx="69">
                  <c:v>T +350min</c:v>
                </c:pt>
                <c:pt idx="70">
                  <c:v>T +355min</c:v>
                </c:pt>
                <c:pt idx="71">
                  <c:v>T +360min</c:v>
                </c:pt>
                <c:pt idx="72">
                  <c:v>T +365min</c:v>
                </c:pt>
                <c:pt idx="73">
                  <c:v>T +370min</c:v>
                </c:pt>
                <c:pt idx="74">
                  <c:v>T +375min</c:v>
                </c:pt>
                <c:pt idx="75">
                  <c:v>T +380min</c:v>
                </c:pt>
                <c:pt idx="76">
                  <c:v>T +385min</c:v>
                </c:pt>
                <c:pt idx="77">
                  <c:v>T +390min</c:v>
                </c:pt>
                <c:pt idx="78">
                  <c:v>T +395min</c:v>
                </c:pt>
                <c:pt idx="79">
                  <c:v>T +400min</c:v>
                </c:pt>
                <c:pt idx="80">
                  <c:v>T +405min</c:v>
                </c:pt>
                <c:pt idx="81">
                  <c:v>T +410min</c:v>
                </c:pt>
                <c:pt idx="82">
                  <c:v>T +415min</c:v>
                </c:pt>
                <c:pt idx="83">
                  <c:v>T +420min</c:v>
                </c:pt>
                <c:pt idx="84">
                  <c:v>T +425min</c:v>
                </c:pt>
                <c:pt idx="85">
                  <c:v>T +430min</c:v>
                </c:pt>
                <c:pt idx="86">
                  <c:v>T +435min</c:v>
                </c:pt>
                <c:pt idx="87">
                  <c:v>T +440min</c:v>
                </c:pt>
                <c:pt idx="88">
                  <c:v>T +445min</c:v>
                </c:pt>
                <c:pt idx="89">
                  <c:v>T +450min</c:v>
                </c:pt>
                <c:pt idx="90">
                  <c:v>T +455min</c:v>
                </c:pt>
                <c:pt idx="91">
                  <c:v>T +460min</c:v>
                </c:pt>
                <c:pt idx="92">
                  <c:v>T +465min</c:v>
                </c:pt>
                <c:pt idx="93">
                  <c:v>T +470min</c:v>
                </c:pt>
                <c:pt idx="94">
                  <c:v>T +475min</c:v>
                </c:pt>
                <c:pt idx="95">
                  <c:v>T +480min</c:v>
                </c:pt>
                <c:pt idx="96">
                  <c:v>T +485min</c:v>
                </c:pt>
                <c:pt idx="97">
                  <c:v>T +490min</c:v>
                </c:pt>
                <c:pt idx="98">
                  <c:v>T +495min</c:v>
                </c:pt>
                <c:pt idx="99">
                  <c:v>T +500min</c:v>
                </c:pt>
                <c:pt idx="100">
                  <c:v>T +505min</c:v>
                </c:pt>
                <c:pt idx="101">
                  <c:v>T +510min</c:v>
                </c:pt>
                <c:pt idx="102">
                  <c:v>T +515min</c:v>
                </c:pt>
                <c:pt idx="103">
                  <c:v>T +520min</c:v>
                </c:pt>
                <c:pt idx="104">
                  <c:v>T +525min</c:v>
                </c:pt>
                <c:pt idx="105">
                  <c:v>T +530min</c:v>
                </c:pt>
                <c:pt idx="106">
                  <c:v>T +535min</c:v>
                </c:pt>
                <c:pt idx="107">
                  <c:v>T +540min</c:v>
                </c:pt>
                <c:pt idx="108">
                  <c:v>T +545min</c:v>
                </c:pt>
                <c:pt idx="109">
                  <c:v>T +550min</c:v>
                </c:pt>
                <c:pt idx="110">
                  <c:v>T +555min</c:v>
                </c:pt>
                <c:pt idx="111">
                  <c:v>T +560min</c:v>
                </c:pt>
                <c:pt idx="112">
                  <c:v>T +565min</c:v>
                </c:pt>
                <c:pt idx="113">
                  <c:v>T +570min</c:v>
                </c:pt>
                <c:pt idx="114">
                  <c:v>T +575min</c:v>
                </c:pt>
                <c:pt idx="115">
                  <c:v>T +580min</c:v>
                </c:pt>
                <c:pt idx="116">
                  <c:v>T +585min</c:v>
                </c:pt>
                <c:pt idx="117">
                  <c:v>T +590min</c:v>
                </c:pt>
                <c:pt idx="118">
                  <c:v>T +595min</c:v>
                </c:pt>
                <c:pt idx="119">
                  <c:v>T +600min</c:v>
                </c:pt>
                <c:pt idx="120">
                  <c:v>T +605min</c:v>
                </c:pt>
                <c:pt idx="121">
                  <c:v>T +610min</c:v>
                </c:pt>
                <c:pt idx="122">
                  <c:v>T +615min</c:v>
                </c:pt>
                <c:pt idx="123">
                  <c:v>T +620min</c:v>
                </c:pt>
                <c:pt idx="124">
                  <c:v>T +625min</c:v>
                </c:pt>
                <c:pt idx="125">
                  <c:v>T +630min</c:v>
                </c:pt>
                <c:pt idx="126">
                  <c:v>T +635min</c:v>
                </c:pt>
                <c:pt idx="127">
                  <c:v>T +640min</c:v>
                </c:pt>
                <c:pt idx="128">
                  <c:v>T +645min</c:v>
                </c:pt>
                <c:pt idx="129">
                  <c:v>T +650min</c:v>
                </c:pt>
                <c:pt idx="130">
                  <c:v>T +655min</c:v>
                </c:pt>
                <c:pt idx="131">
                  <c:v>T +660min</c:v>
                </c:pt>
                <c:pt idx="132">
                  <c:v>T +665min</c:v>
                </c:pt>
                <c:pt idx="133">
                  <c:v>T +670min</c:v>
                </c:pt>
                <c:pt idx="134">
                  <c:v>T +675min</c:v>
                </c:pt>
                <c:pt idx="135">
                  <c:v>T +680min</c:v>
                </c:pt>
                <c:pt idx="136">
                  <c:v>T +685min</c:v>
                </c:pt>
                <c:pt idx="137">
                  <c:v>T +690min</c:v>
                </c:pt>
                <c:pt idx="138">
                  <c:v>T +695min</c:v>
                </c:pt>
                <c:pt idx="139">
                  <c:v>T +700min</c:v>
                </c:pt>
                <c:pt idx="140">
                  <c:v>T +705min</c:v>
                </c:pt>
                <c:pt idx="141">
                  <c:v>T +710min</c:v>
                </c:pt>
                <c:pt idx="142">
                  <c:v>T +715min</c:v>
                </c:pt>
                <c:pt idx="143">
                  <c:v>T +720min</c:v>
                </c:pt>
                <c:pt idx="144">
                  <c:v>T +725min</c:v>
                </c:pt>
                <c:pt idx="145">
                  <c:v>T +730min</c:v>
                </c:pt>
                <c:pt idx="146">
                  <c:v>T +735min</c:v>
                </c:pt>
                <c:pt idx="147">
                  <c:v>T +740min</c:v>
                </c:pt>
                <c:pt idx="148">
                  <c:v>T +745min</c:v>
                </c:pt>
                <c:pt idx="149">
                  <c:v>T +750min</c:v>
                </c:pt>
                <c:pt idx="150">
                  <c:v>T +755min</c:v>
                </c:pt>
                <c:pt idx="151">
                  <c:v>T +760min</c:v>
                </c:pt>
                <c:pt idx="152">
                  <c:v>T +765min</c:v>
                </c:pt>
                <c:pt idx="153">
                  <c:v>T +770min</c:v>
                </c:pt>
                <c:pt idx="154">
                  <c:v>T +775min</c:v>
                </c:pt>
                <c:pt idx="155">
                  <c:v>T +780min</c:v>
                </c:pt>
                <c:pt idx="156">
                  <c:v>T +785min</c:v>
                </c:pt>
                <c:pt idx="157">
                  <c:v>T +790min</c:v>
                </c:pt>
                <c:pt idx="158">
                  <c:v>T +795min</c:v>
                </c:pt>
                <c:pt idx="159">
                  <c:v>T +800min</c:v>
                </c:pt>
                <c:pt idx="160">
                  <c:v>T +805min</c:v>
                </c:pt>
                <c:pt idx="161">
                  <c:v>T +810min</c:v>
                </c:pt>
                <c:pt idx="162">
                  <c:v>T +815min</c:v>
                </c:pt>
                <c:pt idx="163">
                  <c:v>T +820min</c:v>
                </c:pt>
                <c:pt idx="164">
                  <c:v>T +825min</c:v>
                </c:pt>
                <c:pt idx="165">
                  <c:v>T +830min</c:v>
                </c:pt>
                <c:pt idx="166">
                  <c:v>T +835min</c:v>
                </c:pt>
                <c:pt idx="167">
                  <c:v>T +840min</c:v>
                </c:pt>
                <c:pt idx="168">
                  <c:v>T +845min</c:v>
                </c:pt>
                <c:pt idx="169">
                  <c:v>T +850min</c:v>
                </c:pt>
                <c:pt idx="170">
                  <c:v>T +855min</c:v>
                </c:pt>
                <c:pt idx="171">
                  <c:v>T +860min</c:v>
                </c:pt>
                <c:pt idx="172">
                  <c:v>T +865min</c:v>
                </c:pt>
                <c:pt idx="173">
                  <c:v>T +870min</c:v>
                </c:pt>
                <c:pt idx="174">
                  <c:v>T +875min</c:v>
                </c:pt>
                <c:pt idx="175">
                  <c:v>T +880min</c:v>
                </c:pt>
                <c:pt idx="176">
                  <c:v>T +885min</c:v>
                </c:pt>
                <c:pt idx="177">
                  <c:v>T +890min</c:v>
                </c:pt>
                <c:pt idx="178">
                  <c:v>T +895min</c:v>
                </c:pt>
                <c:pt idx="179">
                  <c:v>T +900min</c:v>
                </c:pt>
                <c:pt idx="180">
                  <c:v>T +905min</c:v>
                </c:pt>
                <c:pt idx="181">
                  <c:v>T +910min</c:v>
                </c:pt>
                <c:pt idx="182">
                  <c:v>T +915min</c:v>
                </c:pt>
                <c:pt idx="183">
                  <c:v>T +920min</c:v>
                </c:pt>
                <c:pt idx="184">
                  <c:v>T +925min</c:v>
                </c:pt>
                <c:pt idx="185">
                  <c:v>T +930min</c:v>
                </c:pt>
                <c:pt idx="186">
                  <c:v>T +935min</c:v>
                </c:pt>
                <c:pt idx="187">
                  <c:v>T +940min</c:v>
                </c:pt>
                <c:pt idx="188">
                  <c:v>T +945min</c:v>
                </c:pt>
                <c:pt idx="189">
                  <c:v>T +950min</c:v>
                </c:pt>
                <c:pt idx="190">
                  <c:v>T +955min</c:v>
                </c:pt>
                <c:pt idx="191">
                  <c:v>T +960min</c:v>
                </c:pt>
                <c:pt idx="192">
                  <c:v>T +965min</c:v>
                </c:pt>
                <c:pt idx="193">
                  <c:v>T +970min</c:v>
                </c:pt>
                <c:pt idx="194">
                  <c:v>T +975min</c:v>
                </c:pt>
                <c:pt idx="195">
                  <c:v>T +980min</c:v>
                </c:pt>
                <c:pt idx="196">
                  <c:v>T +985min</c:v>
                </c:pt>
                <c:pt idx="197">
                  <c:v>T +990min</c:v>
                </c:pt>
                <c:pt idx="198">
                  <c:v>T +995min</c:v>
                </c:pt>
                <c:pt idx="199">
                  <c:v>T +1000min</c:v>
                </c:pt>
                <c:pt idx="200">
                  <c:v>T +1005min</c:v>
                </c:pt>
                <c:pt idx="201">
                  <c:v>T +1010min</c:v>
                </c:pt>
                <c:pt idx="202">
                  <c:v>T +1015min</c:v>
                </c:pt>
                <c:pt idx="203">
                  <c:v>T +1020min</c:v>
                </c:pt>
                <c:pt idx="204">
                  <c:v>T +1025min</c:v>
                </c:pt>
                <c:pt idx="205">
                  <c:v>T +1030min</c:v>
                </c:pt>
                <c:pt idx="206">
                  <c:v>T +1035min</c:v>
                </c:pt>
                <c:pt idx="207">
                  <c:v>T +1040min</c:v>
                </c:pt>
                <c:pt idx="208">
                  <c:v>T +1045min</c:v>
                </c:pt>
                <c:pt idx="209">
                  <c:v>T +1050min</c:v>
                </c:pt>
                <c:pt idx="210">
                  <c:v>T +1055min</c:v>
                </c:pt>
                <c:pt idx="211">
                  <c:v>T +1060min</c:v>
                </c:pt>
                <c:pt idx="212">
                  <c:v>T +1065min</c:v>
                </c:pt>
                <c:pt idx="213">
                  <c:v>T +1070min</c:v>
                </c:pt>
                <c:pt idx="214">
                  <c:v>T +1075min</c:v>
                </c:pt>
                <c:pt idx="215">
                  <c:v>T +1080min</c:v>
                </c:pt>
                <c:pt idx="216">
                  <c:v>T +1085min</c:v>
                </c:pt>
                <c:pt idx="217">
                  <c:v>T +1090min</c:v>
                </c:pt>
                <c:pt idx="218">
                  <c:v>T +1095min</c:v>
                </c:pt>
                <c:pt idx="219">
                  <c:v>T +1100min</c:v>
                </c:pt>
                <c:pt idx="220">
                  <c:v>T +1105min</c:v>
                </c:pt>
                <c:pt idx="221">
                  <c:v>T +1110min</c:v>
                </c:pt>
                <c:pt idx="222">
                  <c:v>T +1115min</c:v>
                </c:pt>
                <c:pt idx="223">
                  <c:v>T +1120min</c:v>
                </c:pt>
                <c:pt idx="224">
                  <c:v>T +1125min</c:v>
                </c:pt>
                <c:pt idx="225">
                  <c:v>T +1130min</c:v>
                </c:pt>
                <c:pt idx="226">
                  <c:v>T +1135min</c:v>
                </c:pt>
                <c:pt idx="227">
                  <c:v>T +1140min</c:v>
                </c:pt>
                <c:pt idx="228">
                  <c:v>T +1145min</c:v>
                </c:pt>
                <c:pt idx="229">
                  <c:v>T +1150min</c:v>
                </c:pt>
                <c:pt idx="230">
                  <c:v>T +1155min</c:v>
                </c:pt>
                <c:pt idx="231">
                  <c:v>T +1160min</c:v>
                </c:pt>
                <c:pt idx="232">
                  <c:v>T +1165min</c:v>
                </c:pt>
                <c:pt idx="233">
                  <c:v>T +1170min</c:v>
                </c:pt>
                <c:pt idx="234">
                  <c:v>T +1175min</c:v>
                </c:pt>
                <c:pt idx="235">
                  <c:v>T +1180min</c:v>
                </c:pt>
                <c:pt idx="236">
                  <c:v>T +1185min</c:v>
                </c:pt>
                <c:pt idx="237">
                  <c:v>T +1190min</c:v>
                </c:pt>
                <c:pt idx="238">
                  <c:v>T +1195min</c:v>
                </c:pt>
                <c:pt idx="239">
                  <c:v>T +1200min</c:v>
                </c:pt>
                <c:pt idx="240">
                  <c:v>T +1205min</c:v>
                </c:pt>
                <c:pt idx="241">
                  <c:v>T +1210min</c:v>
                </c:pt>
                <c:pt idx="242">
                  <c:v>T +1215min</c:v>
                </c:pt>
                <c:pt idx="243">
                  <c:v>T +1220min</c:v>
                </c:pt>
                <c:pt idx="244">
                  <c:v>T +1225min</c:v>
                </c:pt>
                <c:pt idx="245">
                  <c:v>T +1230min</c:v>
                </c:pt>
                <c:pt idx="246">
                  <c:v>T +1235min</c:v>
                </c:pt>
                <c:pt idx="247">
                  <c:v>T +1240min</c:v>
                </c:pt>
                <c:pt idx="248">
                  <c:v>T +1245min</c:v>
                </c:pt>
                <c:pt idx="249">
                  <c:v>T +1250min</c:v>
                </c:pt>
                <c:pt idx="250">
                  <c:v>T +1255min</c:v>
                </c:pt>
                <c:pt idx="251">
                  <c:v>T +1260min</c:v>
                </c:pt>
                <c:pt idx="252">
                  <c:v>T +1265min</c:v>
                </c:pt>
                <c:pt idx="253">
                  <c:v>T +1270min</c:v>
                </c:pt>
                <c:pt idx="254">
                  <c:v>T +1275min</c:v>
                </c:pt>
                <c:pt idx="255">
                  <c:v>T +1280min</c:v>
                </c:pt>
                <c:pt idx="256">
                  <c:v>T +1285min</c:v>
                </c:pt>
                <c:pt idx="257">
                  <c:v>T +1290min</c:v>
                </c:pt>
                <c:pt idx="258">
                  <c:v>T +1295min</c:v>
                </c:pt>
                <c:pt idx="259">
                  <c:v>T +1300min</c:v>
                </c:pt>
                <c:pt idx="260">
                  <c:v>T +1305min</c:v>
                </c:pt>
                <c:pt idx="261">
                  <c:v>T +1310min</c:v>
                </c:pt>
                <c:pt idx="262">
                  <c:v>T +1315min</c:v>
                </c:pt>
                <c:pt idx="263">
                  <c:v>T +1320min</c:v>
                </c:pt>
                <c:pt idx="264">
                  <c:v>T +1325min</c:v>
                </c:pt>
                <c:pt idx="265">
                  <c:v>T +1330min</c:v>
                </c:pt>
                <c:pt idx="266">
                  <c:v>T +1335min</c:v>
                </c:pt>
                <c:pt idx="267">
                  <c:v>T +1340min</c:v>
                </c:pt>
                <c:pt idx="268">
                  <c:v>T +1345min</c:v>
                </c:pt>
                <c:pt idx="269">
                  <c:v>T +1350min</c:v>
                </c:pt>
                <c:pt idx="270">
                  <c:v>T +1355min</c:v>
                </c:pt>
                <c:pt idx="271">
                  <c:v>T +1360min</c:v>
                </c:pt>
                <c:pt idx="272">
                  <c:v>T +1365min</c:v>
                </c:pt>
                <c:pt idx="273">
                  <c:v>T +1370min</c:v>
                </c:pt>
                <c:pt idx="274">
                  <c:v>T +1375min</c:v>
                </c:pt>
                <c:pt idx="275">
                  <c:v>T +1380min</c:v>
                </c:pt>
                <c:pt idx="276">
                  <c:v>T +1385min</c:v>
                </c:pt>
                <c:pt idx="277">
                  <c:v>T +1390min</c:v>
                </c:pt>
                <c:pt idx="278">
                  <c:v>T +1395min</c:v>
                </c:pt>
                <c:pt idx="279">
                  <c:v>T +1400min</c:v>
                </c:pt>
                <c:pt idx="280">
                  <c:v>T +1405min</c:v>
                </c:pt>
                <c:pt idx="281">
                  <c:v>T +1410min</c:v>
                </c:pt>
                <c:pt idx="282">
                  <c:v>T +1415min</c:v>
                </c:pt>
                <c:pt idx="283">
                  <c:v>T +1420min</c:v>
                </c:pt>
                <c:pt idx="284">
                  <c:v>T +1425min</c:v>
                </c:pt>
                <c:pt idx="285">
                  <c:v>T +1430min</c:v>
                </c:pt>
                <c:pt idx="286">
                  <c:v>T +1435min</c:v>
                </c:pt>
                <c:pt idx="287">
                  <c:v>T +1440min</c:v>
                </c:pt>
                <c:pt idx="288">
                  <c:v>T +1445min</c:v>
                </c:pt>
                <c:pt idx="289">
                  <c:v>T +1450min</c:v>
                </c:pt>
                <c:pt idx="290">
                  <c:v>T +1455min</c:v>
                </c:pt>
                <c:pt idx="291">
                  <c:v>T +1460min</c:v>
                </c:pt>
                <c:pt idx="292">
                  <c:v>T +1465min</c:v>
                </c:pt>
                <c:pt idx="293">
                  <c:v>T +1470min</c:v>
                </c:pt>
                <c:pt idx="294">
                  <c:v>T +1475min</c:v>
                </c:pt>
                <c:pt idx="295">
                  <c:v>T +1480min</c:v>
                </c:pt>
                <c:pt idx="296">
                  <c:v>T +1485min</c:v>
                </c:pt>
                <c:pt idx="297">
                  <c:v>T +1490min</c:v>
                </c:pt>
                <c:pt idx="298">
                  <c:v>T +1495min</c:v>
                </c:pt>
                <c:pt idx="299">
                  <c:v>T +1500min</c:v>
                </c:pt>
                <c:pt idx="300">
                  <c:v>T +1505min</c:v>
                </c:pt>
                <c:pt idx="301">
                  <c:v>T +1510min</c:v>
                </c:pt>
                <c:pt idx="302">
                  <c:v>T +1515min</c:v>
                </c:pt>
                <c:pt idx="303">
                  <c:v>T +1520min</c:v>
                </c:pt>
                <c:pt idx="304">
                  <c:v>T +1525min</c:v>
                </c:pt>
                <c:pt idx="305">
                  <c:v>T +1530min</c:v>
                </c:pt>
                <c:pt idx="306">
                  <c:v>T +1535min</c:v>
                </c:pt>
                <c:pt idx="307">
                  <c:v>T +1540min</c:v>
                </c:pt>
                <c:pt idx="308">
                  <c:v>T +1545min</c:v>
                </c:pt>
                <c:pt idx="309">
                  <c:v>T +1550min</c:v>
                </c:pt>
                <c:pt idx="310">
                  <c:v>T +1555min</c:v>
                </c:pt>
                <c:pt idx="311">
                  <c:v>T +1560min</c:v>
                </c:pt>
                <c:pt idx="312">
                  <c:v>T +1565min</c:v>
                </c:pt>
                <c:pt idx="313">
                  <c:v>T +1570min</c:v>
                </c:pt>
                <c:pt idx="314">
                  <c:v>T +1575min</c:v>
                </c:pt>
                <c:pt idx="315">
                  <c:v>T +1580min</c:v>
                </c:pt>
                <c:pt idx="316">
                  <c:v>T +1585min</c:v>
                </c:pt>
                <c:pt idx="317">
                  <c:v>T +1590min</c:v>
                </c:pt>
                <c:pt idx="318">
                  <c:v>T +1595min</c:v>
                </c:pt>
                <c:pt idx="319">
                  <c:v>T +1600min</c:v>
                </c:pt>
                <c:pt idx="320">
                  <c:v>T +1605min</c:v>
                </c:pt>
                <c:pt idx="321">
                  <c:v>T +1610min</c:v>
                </c:pt>
                <c:pt idx="322">
                  <c:v>T +1615min</c:v>
                </c:pt>
                <c:pt idx="323">
                  <c:v>T +1620min</c:v>
                </c:pt>
                <c:pt idx="324">
                  <c:v>T +1625min</c:v>
                </c:pt>
                <c:pt idx="325">
                  <c:v>T +1630min</c:v>
                </c:pt>
                <c:pt idx="326">
                  <c:v>T +1635min</c:v>
                </c:pt>
                <c:pt idx="327">
                  <c:v>T +1640min</c:v>
                </c:pt>
                <c:pt idx="328">
                  <c:v>T +1645min</c:v>
                </c:pt>
                <c:pt idx="329">
                  <c:v>T +1650min</c:v>
                </c:pt>
                <c:pt idx="330">
                  <c:v>T +1655min</c:v>
                </c:pt>
                <c:pt idx="331">
                  <c:v>T +1660min</c:v>
                </c:pt>
                <c:pt idx="332">
                  <c:v>T +1665min</c:v>
                </c:pt>
                <c:pt idx="333">
                  <c:v>T +1670min</c:v>
                </c:pt>
                <c:pt idx="334">
                  <c:v>T +1675min</c:v>
                </c:pt>
                <c:pt idx="335">
                  <c:v>T +1680min</c:v>
                </c:pt>
                <c:pt idx="336">
                  <c:v>T +1685min</c:v>
                </c:pt>
                <c:pt idx="337">
                  <c:v>T +1690min</c:v>
                </c:pt>
                <c:pt idx="338">
                  <c:v>T +1695min</c:v>
                </c:pt>
              </c:strCache>
            </c:strRef>
          </c:cat>
          <c:val>
            <c:numRef>
              <c:f>'5min interval 0617 FOMC'!$F$2:$F$340</c:f>
              <c:numCache>
                <c:formatCode>General</c:formatCode>
                <c:ptCount val="339"/>
                <c:pt idx="0">
                  <c:v>4354.8</c:v>
                </c:pt>
                <c:pt idx="1">
                  <c:v>4357.7</c:v>
                </c:pt>
                <c:pt idx="2">
                  <c:v>4361.5</c:v>
                </c:pt>
                <c:pt idx="3">
                  <c:v>4361.8999999999996</c:v>
                </c:pt>
                <c:pt idx="4">
                  <c:v>4360.2</c:v>
                </c:pt>
                <c:pt idx="5">
                  <c:v>4359.7</c:v>
                </c:pt>
                <c:pt idx="6">
                  <c:v>4360.5</c:v>
                </c:pt>
                <c:pt idx="7">
                  <c:v>4362.8999999999996</c:v>
                </c:pt>
                <c:pt idx="8">
                  <c:v>4362.5</c:v>
                </c:pt>
                <c:pt idx="9">
                  <c:v>4361.6000000000004</c:v>
                </c:pt>
                <c:pt idx="10">
                  <c:v>4378.1000000000004</c:v>
                </c:pt>
                <c:pt idx="11">
                  <c:v>4380</c:v>
                </c:pt>
                <c:pt idx="12">
                  <c:v>4380.8</c:v>
                </c:pt>
                <c:pt idx="13">
                  <c:v>4371.7</c:v>
                </c:pt>
                <c:pt idx="14">
                  <c:v>4372.1000000000004</c:v>
                </c:pt>
                <c:pt idx="15">
                  <c:v>4366.1000000000004</c:v>
                </c:pt>
                <c:pt idx="16">
                  <c:v>4366.8</c:v>
                </c:pt>
                <c:pt idx="17">
                  <c:v>4364.8</c:v>
                </c:pt>
                <c:pt idx="18">
                  <c:v>4366.5</c:v>
                </c:pt>
                <c:pt idx="19">
                  <c:v>4364.3</c:v>
                </c:pt>
                <c:pt idx="20">
                  <c:v>4367.3</c:v>
                </c:pt>
                <c:pt idx="21">
                  <c:v>4373.7</c:v>
                </c:pt>
                <c:pt idx="22">
                  <c:v>4378.7</c:v>
                </c:pt>
                <c:pt idx="23">
                  <c:v>4375.3999999999996</c:v>
                </c:pt>
                <c:pt idx="24">
                  <c:v>4378.8</c:v>
                </c:pt>
                <c:pt idx="25">
                  <c:v>4379.3999999999996</c:v>
                </c:pt>
                <c:pt idx="26">
                  <c:v>4378.3999999999996</c:v>
                </c:pt>
                <c:pt idx="27">
                  <c:v>4378.7</c:v>
                </c:pt>
                <c:pt idx="28">
                  <c:v>4378.8</c:v>
                </c:pt>
                <c:pt idx="29">
                  <c:v>4384.2</c:v>
                </c:pt>
                <c:pt idx="30">
                  <c:v>4383</c:v>
                </c:pt>
                <c:pt idx="31">
                  <c:v>4383.1000000000004</c:v>
                </c:pt>
                <c:pt idx="32">
                  <c:v>4382.5</c:v>
                </c:pt>
                <c:pt idx="33">
                  <c:v>4385.5</c:v>
                </c:pt>
                <c:pt idx="34">
                  <c:v>4385.5</c:v>
                </c:pt>
                <c:pt idx="35">
                  <c:v>4384.8999999999996</c:v>
                </c:pt>
                <c:pt idx="36">
                  <c:v>4382</c:v>
                </c:pt>
                <c:pt idx="37">
                  <c:v>4380.1000000000004</c:v>
                </c:pt>
                <c:pt idx="38">
                  <c:v>4377.8999999999996</c:v>
                </c:pt>
                <c:pt idx="39">
                  <c:v>4377</c:v>
                </c:pt>
                <c:pt idx="40">
                  <c:v>4377.5</c:v>
                </c:pt>
                <c:pt idx="41">
                  <c:v>4379.8</c:v>
                </c:pt>
                <c:pt idx="42">
                  <c:v>4376.8</c:v>
                </c:pt>
                <c:pt idx="43">
                  <c:v>4379.5</c:v>
                </c:pt>
                <c:pt idx="44">
                  <c:v>4379.2</c:v>
                </c:pt>
                <c:pt idx="45">
                  <c:v>4382.3</c:v>
                </c:pt>
                <c:pt idx="46">
                  <c:v>4382.5</c:v>
                </c:pt>
                <c:pt idx="47">
                  <c:v>4382</c:v>
                </c:pt>
                <c:pt idx="48">
                  <c:v>4398.6000000000004</c:v>
                </c:pt>
                <c:pt idx="49">
                  <c:v>4395.3999999999996</c:v>
                </c:pt>
                <c:pt idx="50">
                  <c:v>4397.1000000000004</c:v>
                </c:pt>
                <c:pt idx="51">
                  <c:v>4396.7</c:v>
                </c:pt>
                <c:pt idx="52">
                  <c:v>4398.6000000000004</c:v>
                </c:pt>
                <c:pt idx="53">
                  <c:v>4401.1000000000004</c:v>
                </c:pt>
                <c:pt idx="54">
                  <c:v>4335.2</c:v>
                </c:pt>
                <c:pt idx="55">
                  <c:v>4312.3999999999996</c:v>
                </c:pt>
                <c:pt idx="56">
                  <c:v>4304</c:v>
                </c:pt>
                <c:pt idx="57">
                  <c:v>4325.8</c:v>
                </c:pt>
                <c:pt idx="58">
                  <c:v>4311.7</c:v>
                </c:pt>
                <c:pt idx="59">
                  <c:v>4312.5</c:v>
                </c:pt>
                <c:pt idx="60">
                  <c:v>4290.6000000000004</c:v>
                </c:pt>
                <c:pt idx="61">
                  <c:v>4324.5</c:v>
                </c:pt>
                <c:pt idx="62">
                  <c:v>4343.3</c:v>
                </c:pt>
                <c:pt idx="63">
                  <c:v>4338.3</c:v>
                </c:pt>
                <c:pt idx="64">
                  <c:v>4330.8</c:v>
                </c:pt>
                <c:pt idx="65">
                  <c:v>4304</c:v>
                </c:pt>
                <c:pt idx="66">
                  <c:v>4290.7</c:v>
                </c:pt>
                <c:pt idx="67">
                  <c:v>4287</c:v>
                </c:pt>
                <c:pt idx="68">
                  <c:v>4283.6000000000004</c:v>
                </c:pt>
                <c:pt idx="69">
                  <c:v>4260.3</c:v>
                </c:pt>
                <c:pt idx="70">
                  <c:v>4254.6000000000004</c:v>
                </c:pt>
                <c:pt idx="71">
                  <c:v>4245.6000000000004</c:v>
                </c:pt>
                <c:pt idx="72">
                  <c:v>4246.8</c:v>
                </c:pt>
                <c:pt idx="73">
                  <c:v>4241.1000000000004</c:v>
                </c:pt>
                <c:pt idx="74">
                  <c:v>4249.1000000000004</c:v>
                </c:pt>
                <c:pt idx="75">
                  <c:v>4254</c:v>
                </c:pt>
                <c:pt idx="76">
                  <c:v>4257.2</c:v>
                </c:pt>
                <c:pt idx="77">
                  <c:v>4253.8</c:v>
                </c:pt>
                <c:pt idx="78">
                  <c:v>4259.5</c:v>
                </c:pt>
                <c:pt idx="79">
                  <c:v>4272.6000000000004</c:v>
                </c:pt>
                <c:pt idx="80">
                  <c:v>4276.8</c:v>
                </c:pt>
                <c:pt idx="81">
                  <c:v>4285.8999999999996</c:v>
                </c:pt>
                <c:pt idx="82">
                  <c:v>4278.6000000000004</c:v>
                </c:pt>
                <c:pt idx="83">
                  <c:v>4277.5</c:v>
                </c:pt>
                <c:pt idx="84">
                  <c:v>4279.3</c:v>
                </c:pt>
                <c:pt idx="85">
                  <c:v>4284</c:v>
                </c:pt>
                <c:pt idx="86">
                  <c:v>4279.1000000000004</c:v>
                </c:pt>
                <c:pt idx="87">
                  <c:v>4278</c:v>
                </c:pt>
                <c:pt idx="88">
                  <c:v>4277.3999999999996</c:v>
                </c:pt>
                <c:pt idx="89">
                  <c:v>4276.3</c:v>
                </c:pt>
                <c:pt idx="90">
                  <c:v>4277.5</c:v>
                </c:pt>
                <c:pt idx="91">
                  <c:v>4285.5</c:v>
                </c:pt>
                <c:pt idx="92">
                  <c:v>4285.1000000000004</c:v>
                </c:pt>
                <c:pt idx="93">
                  <c:v>4287.5</c:v>
                </c:pt>
                <c:pt idx="94">
                  <c:v>4288</c:v>
                </c:pt>
                <c:pt idx="95">
                  <c:v>4285.3</c:v>
                </c:pt>
                <c:pt idx="96">
                  <c:v>4284.3999999999996</c:v>
                </c:pt>
                <c:pt idx="97">
                  <c:v>4286.2</c:v>
                </c:pt>
                <c:pt idx="98">
                  <c:v>4283.3999999999996</c:v>
                </c:pt>
                <c:pt idx="99">
                  <c:v>4282.7</c:v>
                </c:pt>
                <c:pt idx="100">
                  <c:v>4286.8</c:v>
                </c:pt>
                <c:pt idx="101">
                  <c:v>4285.8</c:v>
                </c:pt>
                <c:pt idx="102">
                  <c:v>4284.2</c:v>
                </c:pt>
                <c:pt idx="103">
                  <c:v>4293.1000000000004</c:v>
                </c:pt>
                <c:pt idx="104">
                  <c:v>4301.3999999999996</c:v>
                </c:pt>
                <c:pt idx="105">
                  <c:v>4295.8999999999996</c:v>
                </c:pt>
                <c:pt idx="106">
                  <c:v>4297.5</c:v>
                </c:pt>
                <c:pt idx="107">
                  <c:v>4299</c:v>
                </c:pt>
                <c:pt idx="108">
                  <c:v>4300</c:v>
                </c:pt>
                <c:pt idx="109">
                  <c:v>4293.6000000000004</c:v>
                </c:pt>
                <c:pt idx="110">
                  <c:v>4295.3999999999996</c:v>
                </c:pt>
                <c:pt idx="111">
                  <c:v>4293.3</c:v>
                </c:pt>
                <c:pt idx="112">
                  <c:v>4294.6000000000004</c:v>
                </c:pt>
                <c:pt idx="113">
                  <c:v>4298.3999999999996</c:v>
                </c:pt>
                <c:pt idx="114">
                  <c:v>4311.3999999999996</c:v>
                </c:pt>
                <c:pt idx="115">
                  <c:v>4313</c:v>
                </c:pt>
                <c:pt idx="116">
                  <c:v>4317.1000000000004</c:v>
                </c:pt>
                <c:pt idx="117">
                  <c:v>4316.5</c:v>
                </c:pt>
                <c:pt idx="118">
                  <c:v>4315.8999999999996</c:v>
                </c:pt>
                <c:pt idx="119">
                  <c:v>4320</c:v>
                </c:pt>
                <c:pt idx="120">
                  <c:v>4326.7</c:v>
                </c:pt>
                <c:pt idx="121">
                  <c:v>4324.6000000000004</c:v>
                </c:pt>
                <c:pt idx="122">
                  <c:v>4330.6000000000004</c:v>
                </c:pt>
                <c:pt idx="123">
                  <c:v>4332.8999999999996</c:v>
                </c:pt>
                <c:pt idx="124">
                  <c:v>4333.8</c:v>
                </c:pt>
                <c:pt idx="125">
                  <c:v>4328.3999999999996</c:v>
                </c:pt>
                <c:pt idx="126">
                  <c:v>4341.2</c:v>
                </c:pt>
                <c:pt idx="127">
                  <c:v>4341</c:v>
                </c:pt>
                <c:pt idx="128">
                  <c:v>4342.6000000000004</c:v>
                </c:pt>
                <c:pt idx="129">
                  <c:v>4337.3</c:v>
                </c:pt>
                <c:pt idx="130">
                  <c:v>4339.2</c:v>
                </c:pt>
                <c:pt idx="131">
                  <c:v>4339.2</c:v>
                </c:pt>
                <c:pt idx="132">
                  <c:v>4337.8</c:v>
                </c:pt>
                <c:pt idx="133">
                  <c:v>4340.1000000000004</c:v>
                </c:pt>
                <c:pt idx="134">
                  <c:v>4342.2</c:v>
                </c:pt>
                <c:pt idx="135">
                  <c:v>4340.8</c:v>
                </c:pt>
                <c:pt idx="136">
                  <c:v>4338.3999999999996</c:v>
                </c:pt>
                <c:pt idx="137">
                  <c:v>4338.2</c:v>
                </c:pt>
                <c:pt idx="138">
                  <c:v>4342.3</c:v>
                </c:pt>
                <c:pt idx="139">
                  <c:v>4345.8</c:v>
                </c:pt>
                <c:pt idx="140">
                  <c:v>4347.2</c:v>
                </c:pt>
                <c:pt idx="141">
                  <c:v>4346.8</c:v>
                </c:pt>
                <c:pt idx="142">
                  <c:v>4345.8</c:v>
                </c:pt>
                <c:pt idx="143">
                  <c:v>4343.8</c:v>
                </c:pt>
                <c:pt idx="144">
                  <c:v>4343.1000000000004</c:v>
                </c:pt>
                <c:pt idx="145">
                  <c:v>4341</c:v>
                </c:pt>
                <c:pt idx="146">
                  <c:v>4336.1000000000004</c:v>
                </c:pt>
                <c:pt idx="147">
                  <c:v>4333.3999999999996</c:v>
                </c:pt>
                <c:pt idx="148">
                  <c:v>4333.8</c:v>
                </c:pt>
                <c:pt idx="149">
                  <c:v>4331</c:v>
                </c:pt>
                <c:pt idx="150">
                  <c:v>4331.8999999999996</c:v>
                </c:pt>
                <c:pt idx="151">
                  <c:v>4333.2</c:v>
                </c:pt>
                <c:pt idx="152">
                  <c:v>4331.3</c:v>
                </c:pt>
                <c:pt idx="153">
                  <c:v>4334.3999999999996</c:v>
                </c:pt>
                <c:pt idx="154">
                  <c:v>4335.8999999999996</c:v>
                </c:pt>
                <c:pt idx="155">
                  <c:v>4334.8</c:v>
                </c:pt>
                <c:pt idx="156">
                  <c:v>4339.8999999999996</c:v>
                </c:pt>
                <c:pt idx="157">
                  <c:v>4340.8</c:v>
                </c:pt>
                <c:pt idx="158">
                  <c:v>4339</c:v>
                </c:pt>
                <c:pt idx="159">
                  <c:v>4337.8999999999996</c:v>
                </c:pt>
                <c:pt idx="160">
                  <c:v>4338.6000000000004</c:v>
                </c:pt>
                <c:pt idx="161">
                  <c:v>4340.1000000000004</c:v>
                </c:pt>
                <c:pt idx="162">
                  <c:v>4340.6000000000004</c:v>
                </c:pt>
                <c:pt idx="163">
                  <c:v>4337.1000000000004</c:v>
                </c:pt>
                <c:pt idx="164">
                  <c:v>4338.2</c:v>
                </c:pt>
                <c:pt idx="165">
                  <c:v>4335.3999999999996</c:v>
                </c:pt>
                <c:pt idx="166">
                  <c:v>4334</c:v>
                </c:pt>
                <c:pt idx="167">
                  <c:v>4333.6000000000004</c:v>
                </c:pt>
                <c:pt idx="168">
                  <c:v>4336.6000000000004</c:v>
                </c:pt>
                <c:pt idx="169">
                  <c:v>4332.8999999999996</c:v>
                </c:pt>
                <c:pt idx="170">
                  <c:v>4330.2</c:v>
                </c:pt>
                <c:pt idx="171">
                  <c:v>4335.5</c:v>
                </c:pt>
                <c:pt idx="172">
                  <c:v>4335.6000000000004</c:v>
                </c:pt>
                <c:pt idx="173">
                  <c:v>4335.5</c:v>
                </c:pt>
                <c:pt idx="174">
                  <c:v>4335.3</c:v>
                </c:pt>
                <c:pt idx="175">
                  <c:v>4337.8999999999996</c:v>
                </c:pt>
                <c:pt idx="176">
                  <c:v>4335.6000000000004</c:v>
                </c:pt>
                <c:pt idx="177">
                  <c:v>4341.7</c:v>
                </c:pt>
                <c:pt idx="178">
                  <c:v>4339.3999999999996</c:v>
                </c:pt>
                <c:pt idx="179">
                  <c:v>4342.8</c:v>
                </c:pt>
                <c:pt idx="180">
                  <c:v>4342.7</c:v>
                </c:pt>
                <c:pt idx="181">
                  <c:v>4336.8999999999996</c:v>
                </c:pt>
                <c:pt idx="182">
                  <c:v>4330.5</c:v>
                </c:pt>
                <c:pt idx="183">
                  <c:v>4322.7</c:v>
                </c:pt>
                <c:pt idx="184">
                  <c:v>4328.5</c:v>
                </c:pt>
                <c:pt idx="185">
                  <c:v>4328.8999999999996</c:v>
                </c:pt>
                <c:pt idx="186">
                  <c:v>4327.5</c:v>
                </c:pt>
                <c:pt idx="187">
                  <c:v>4321.1000000000004</c:v>
                </c:pt>
                <c:pt idx="188">
                  <c:v>4319</c:v>
                </c:pt>
                <c:pt idx="189">
                  <c:v>4319</c:v>
                </c:pt>
                <c:pt idx="190">
                  <c:v>4323</c:v>
                </c:pt>
                <c:pt idx="191">
                  <c:v>4325</c:v>
                </c:pt>
                <c:pt idx="192">
                  <c:v>4324.1000000000004</c:v>
                </c:pt>
                <c:pt idx="193">
                  <c:v>4321.3999999999996</c:v>
                </c:pt>
                <c:pt idx="194">
                  <c:v>4321.3999999999996</c:v>
                </c:pt>
                <c:pt idx="195">
                  <c:v>4324.5</c:v>
                </c:pt>
                <c:pt idx="196">
                  <c:v>4326</c:v>
                </c:pt>
                <c:pt idx="197">
                  <c:v>4327.2</c:v>
                </c:pt>
                <c:pt idx="198">
                  <c:v>4324.1000000000004</c:v>
                </c:pt>
                <c:pt idx="199">
                  <c:v>4324.8</c:v>
                </c:pt>
                <c:pt idx="200">
                  <c:v>4327</c:v>
                </c:pt>
                <c:pt idx="201">
                  <c:v>4327.5</c:v>
                </c:pt>
                <c:pt idx="202">
                  <c:v>4324.6000000000004</c:v>
                </c:pt>
                <c:pt idx="203">
                  <c:v>4327.2</c:v>
                </c:pt>
                <c:pt idx="204">
                  <c:v>4318.6000000000004</c:v>
                </c:pt>
                <c:pt idx="205">
                  <c:v>4314.2</c:v>
                </c:pt>
                <c:pt idx="206">
                  <c:v>4317.3</c:v>
                </c:pt>
                <c:pt idx="207">
                  <c:v>4314.6000000000004</c:v>
                </c:pt>
                <c:pt idx="208">
                  <c:v>4312</c:v>
                </c:pt>
                <c:pt idx="209">
                  <c:v>4308.3</c:v>
                </c:pt>
                <c:pt idx="210">
                  <c:v>4309.8999999999996</c:v>
                </c:pt>
                <c:pt idx="211">
                  <c:v>4310.8999999999996</c:v>
                </c:pt>
                <c:pt idx="212">
                  <c:v>4306.7</c:v>
                </c:pt>
                <c:pt idx="213">
                  <c:v>4307.3999999999996</c:v>
                </c:pt>
                <c:pt idx="214">
                  <c:v>4306.8</c:v>
                </c:pt>
                <c:pt idx="215">
                  <c:v>4304.1000000000004</c:v>
                </c:pt>
                <c:pt idx="216">
                  <c:v>4304.6000000000004</c:v>
                </c:pt>
                <c:pt idx="217">
                  <c:v>4304.6000000000004</c:v>
                </c:pt>
                <c:pt idx="218">
                  <c:v>4300.3</c:v>
                </c:pt>
                <c:pt idx="219">
                  <c:v>4298.3999999999996</c:v>
                </c:pt>
                <c:pt idx="220">
                  <c:v>4296.2</c:v>
                </c:pt>
                <c:pt idx="221">
                  <c:v>4286</c:v>
                </c:pt>
                <c:pt idx="222">
                  <c:v>4287.8</c:v>
                </c:pt>
                <c:pt idx="223">
                  <c:v>4284.5</c:v>
                </c:pt>
                <c:pt idx="224">
                  <c:v>4286.8999999999996</c:v>
                </c:pt>
                <c:pt idx="225">
                  <c:v>4291.3999999999996</c:v>
                </c:pt>
                <c:pt idx="226">
                  <c:v>4286.5</c:v>
                </c:pt>
                <c:pt idx="227">
                  <c:v>4284.8</c:v>
                </c:pt>
                <c:pt idx="228">
                  <c:v>4284.8</c:v>
                </c:pt>
                <c:pt idx="229">
                  <c:v>4286.2</c:v>
                </c:pt>
                <c:pt idx="230">
                  <c:v>4287.7</c:v>
                </c:pt>
                <c:pt idx="231">
                  <c:v>4288.3</c:v>
                </c:pt>
                <c:pt idx="232">
                  <c:v>4289.3999999999996</c:v>
                </c:pt>
                <c:pt idx="233">
                  <c:v>4288.1000000000004</c:v>
                </c:pt>
                <c:pt idx="234">
                  <c:v>4287.3</c:v>
                </c:pt>
                <c:pt idx="235">
                  <c:v>4283.1000000000004</c:v>
                </c:pt>
                <c:pt idx="236">
                  <c:v>4287.2</c:v>
                </c:pt>
                <c:pt idx="237">
                  <c:v>4288.1000000000004</c:v>
                </c:pt>
                <c:pt idx="238">
                  <c:v>4284.8999999999996</c:v>
                </c:pt>
                <c:pt idx="239">
                  <c:v>4288.5</c:v>
                </c:pt>
                <c:pt idx="240">
                  <c:v>4284.8999999999996</c:v>
                </c:pt>
                <c:pt idx="241">
                  <c:v>4285.7</c:v>
                </c:pt>
                <c:pt idx="242">
                  <c:v>4283.3999999999996</c:v>
                </c:pt>
                <c:pt idx="243">
                  <c:v>4281.3</c:v>
                </c:pt>
                <c:pt idx="244">
                  <c:v>4280</c:v>
                </c:pt>
                <c:pt idx="245">
                  <c:v>4273.6000000000004</c:v>
                </c:pt>
                <c:pt idx="246">
                  <c:v>4270.1000000000004</c:v>
                </c:pt>
                <c:pt idx="247">
                  <c:v>4266.8</c:v>
                </c:pt>
                <c:pt idx="248">
                  <c:v>4265.7</c:v>
                </c:pt>
                <c:pt idx="249">
                  <c:v>4264.1000000000004</c:v>
                </c:pt>
                <c:pt idx="250">
                  <c:v>4266.6000000000004</c:v>
                </c:pt>
                <c:pt idx="251">
                  <c:v>4268</c:v>
                </c:pt>
                <c:pt idx="252">
                  <c:v>4267.3999999999996</c:v>
                </c:pt>
                <c:pt idx="253">
                  <c:v>4261.3999999999996</c:v>
                </c:pt>
                <c:pt idx="254">
                  <c:v>4262.6000000000004</c:v>
                </c:pt>
                <c:pt idx="255">
                  <c:v>4260.6000000000004</c:v>
                </c:pt>
                <c:pt idx="256">
                  <c:v>4260.8999999999996</c:v>
                </c:pt>
                <c:pt idx="257">
                  <c:v>4261.3</c:v>
                </c:pt>
                <c:pt idx="258">
                  <c:v>4262</c:v>
                </c:pt>
                <c:pt idx="259">
                  <c:v>4262.8999999999996</c:v>
                </c:pt>
                <c:pt idx="260">
                  <c:v>4275.8999999999996</c:v>
                </c:pt>
                <c:pt idx="261">
                  <c:v>4279.8</c:v>
                </c:pt>
                <c:pt idx="262">
                  <c:v>4283.3</c:v>
                </c:pt>
                <c:pt idx="263">
                  <c:v>4273.3</c:v>
                </c:pt>
                <c:pt idx="264">
                  <c:v>4268.3999999999996</c:v>
                </c:pt>
                <c:pt idx="265">
                  <c:v>4261.3999999999996</c:v>
                </c:pt>
                <c:pt idx="266">
                  <c:v>4261.8999999999996</c:v>
                </c:pt>
                <c:pt idx="267">
                  <c:v>4262.8</c:v>
                </c:pt>
                <c:pt idx="268">
                  <c:v>4263</c:v>
                </c:pt>
                <c:pt idx="269">
                  <c:v>4265.2</c:v>
                </c:pt>
                <c:pt idx="270">
                  <c:v>4265</c:v>
                </c:pt>
                <c:pt idx="271">
                  <c:v>4270.8</c:v>
                </c:pt>
                <c:pt idx="272">
                  <c:v>4278.3</c:v>
                </c:pt>
                <c:pt idx="273">
                  <c:v>4277.7</c:v>
                </c:pt>
                <c:pt idx="274">
                  <c:v>4277.2</c:v>
                </c:pt>
                <c:pt idx="275">
                  <c:v>4282.5</c:v>
                </c:pt>
                <c:pt idx="276">
                  <c:v>4291.6000000000004</c:v>
                </c:pt>
                <c:pt idx="277">
                  <c:v>4291.3999999999996</c:v>
                </c:pt>
                <c:pt idx="278">
                  <c:v>4283.8</c:v>
                </c:pt>
                <c:pt idx="279">
                  <c:v>4279.5</c:v>
                </c:pt>
                <c:pt idx="280">
                  <c:v>4280.3</c:v>
                </c:pt>
                <c:pt idx="281">
                  <c:v>4275.5</c:v>
                </c:pt>
                <c:pt idx="282">
                  <c:v>4266.8</c:v>
                </c:pt>
                <c:pt idx="283">
                  <c:v>4262.7</c:v>
                </c:pt>
                <c:pt idx="284">
                  <c:v>4260</c:v>
                </c:pt>
                <c:pt idx="285">
                  <c:v>4268.5</c:v>
                </c:pt>
                <c:pt idx="286">
                  <c:v>4272</c:v>
                </c:pt>
                <c:pt idx="287">
                  <c:v>4263.8</c:v>
                </c:pt>
                <c:pt idx="288">
                  <c:v>4269</c:v>
                </c:pt>
                <c:pt idx="289">
                  <c:v>4270.7</c:v>
                </c:pt>
                <c:pt idx="290">
                  <c:v>4263.6000000000004</c:v>
                </c:pt>
                <c:pt idx="291">
                  <c:v>4262.3</c:v>
                </c:pt>
                <c:pt idx="292">
                  <c:v>4266.1000000000004</c:v>
                </c:pt>
                <c:pt idx="293">
                  <c:v>4272.3</c:v>
                </c:pt>
                <c:pt idx="294">
                  <c:v>4270.3</c:v>
                </c:pt>
                <c:pt idx="295">
                  <c:v>4272.7</c:v>
                </c:pt>
                <c:pt idx="296">
                  <c:v>4266.1000000000004</c:v>
                </c:pt>
                <c:pt idx="297">
                  <c:v>4261.3</c:v>
                </c:pt>
                <c:pt idx="298">
                  <c:v>4259.2</c:v>
                </c:pt>
                <c:pt idx="299">
                  <c:v>4254.5</c:v>
                </c:pt>
                <c:pt idx="300">
                  <c:v>4252.1000000000004</c:v>
                </c:pt>
                <c:pt idx="301">
                  <c:v>4245.8</c:v>
                </c:pt>
                <c:pt idx="302">
                  <c:v>4250.2</c:v>
                </c:pt>
                <c:pt idx="303">
                  <c:v>4246.2</c:v>
                </c:pt>
                <c:pt idx="304">
                  <c:v>4243.3999999999996</c:v>
                </c:pt>
                <c:pt idx="305">
                  <c:v>4245.8</c:v>
                </c:pt>
                <c:pt idx="306">
                  <c:v>4245.6000000000004</c:v>
                </c:pt>
                <c:pt idx="307">
                  <c:v>4250.8</c:v>
                </c:pt>
                <c:pt idx="308">
                  <c:v>4246.8</c:v>
                </c:pt>
                <c:pt idx="309">
                  <c:v>4242.6000000000004</c:v>
                </c:pt>
                <c:pt idx="310">
                  <c:v>4241.7</c:v>
                </c:pt>
                <c:pt idx="311">
                  <c:v>4245.2</c:v>
                </c:pt>
                <c:pt idx="312">
                  <c:v>4241.1000000000004</c:v>
                </c:pt>
                <c:pt idx="313">
                  <c:v>4242.8</c:v>
                </c:pt>
                <c:pt idx="314">
                  <c:v>4241.3999999999996</c:v>
                </c:pt>
                <c:pt idx="315">
                  <c:v>4236.8999999999996</c:v>
                </c:pt>
                <c:pt idx="316">
                  <c:v>4236.6000000000004</c:v>
                </c:pt>
                <c:pt idx="317">
                  <c:v>4238.8</c:v>
                </c:pt>
                <c:pt idx="318">
                  <c:v>4243</c:v>
                </c:pt>
                <c:pt idx="319">
                  <c:v>4244.1000000000004</c:v>
                </c:pt>
                <c:pt idx="320">
                  <c:v>4247</c:v>
                </c:pt>
                <c:pt idx="321">
                  <c:v>4249.3999999999996</c:v>
                </c:pt>
                <c:pt idx="322">
                  <c:v>4248</c:v>
                </c:pt>
                <c:pt idx="323">
                  <c:v>4244.8</c:v>
                </c:pt>
                <c:pt idx="324">
                  <c:v>4241.8999999999996</c:v>
                </c:pt>
                <c:pt idx="325">
                  <c:v>4243.5</c:v>
                </c:pt>
                <c:pt idx="326">
                  <c:v>4249.3999999999996</c:v>
                </c:pt>
                <c:pt idx="327">
                  <c:v>4248.3999999999996</c:v>
                </c:pt>
                <c:pt idx="328">
                  <c:v>4251</c:v>
                </c:pt>
                <c:pt idx="329">
                  <c:v>4249.2</c:v>
                </c:pt>
                <c:pt idx="330">
                  <c:v>4247.8999999999996</c:v>
                </c:pt>
                <c:pt idx="331">
                  <c:v>4250.8999999999996</c:v>
                </c:pt>
                <c:pt idx="332">
                  <c:v>4247.2</c:v>
                </c:pt>
                <c:pt idx="333">
                  <c:v>4247.3</c:v>
                </c:pt>
                <c:pt idx="334">
                  <c:v>4246.8999999999996</c:v>
                </c:pt>
                <c:pt idx="335">
                  <c:v>4245.2</c:v>
                </c:pt>
                <c:pt idx="336">
                  <c:v>4241.6000000000004</c:v>
                </c:pt>
                <c:pt idx="337">
                  <c:v>4240</c:v>
                </c:pt>
                <c:pt idx="338">
                  <c:v>4243.8</c:v>
                </c:pt>
              </c:numCache>
            </c:numRef>
          </c:val>
          <c:smooth val="0"/>
          <c:extLst>
            <c:ext xmlns:c16="http://schemas.microsoft.com/office/drawing/2014/chart" uri="{C3380CC4-5D6E-409C-BE32-E72D297353CC}">
              <c16:uniqueId val="{00000000-2F2E-4E78-9897-AB5082550405}"/>
            </c:ext>
          </c:extLst>
        </c:ser>
        <c:dLbls>
          <c:showLegendKey val="0"/>
          <c:showVal val="0"/>
          <c:showCatName val="0"/>
          <c:showSerName val="0"/>
          <c:showPercent val="0"/>
          <c:showBubbleSize val="0"/>
        </c:dLbls>
        <c:marker val="1"/>
        <c:smooth val="0"/>
        <c:axId val="2000000896"/>
        <c:axId val="2000000897"/>
      </c:lineChart>
      <c:lineChart>
        <c:grouping val="standard"/>
        <c:varyColors val="0"/>
        <c:ser>
          <c:idx val="1"/>
          <c:order val="1"/>
          <c:tx>
            <c:strRef>
              <c:f>'5min interval 0617 FOMC'!$E$1</c:f>
              <c:strCache>
                <c:ptCount val="1"/>
                <c:pt idx="0">
                  <c:v>纳斯达克综合指数，右轴</c:v>
                </c:pt>
              </c:strCache>
            </c:strRef>
          </c:tx>
          <c:spPr>
            <a:ln w="25400" cap="rnd">
              <a:solidFill>
                <a:srgbClr val="2E3160"/>
              </a:solidFill>
              <a:round/>
            </a:ln>
            <a:effectLst/>
          </c:spPr>
          <c:marker>
            <c:symbol val="none"/>
          </c:marker>
          <c:cat>
            <c:strRef>
              <c:f>'5min interval 0617 FOMC'!$B$2:$B$340</c:f>
              <c:strCache>
                <c:ptCount val="339"/>
                <c:pt idx="0">
                  <c:v>T +5min</c:v>
                </c:pt>
                <c:pt idx="1">
                  <c:v>T +10min</c:v>
                </c:pt>
                <c:pt idx="2">
                  <c:v>T +15min</c:v>
                </c:pt>
                <c:pt idx="3">
                  <c:v>T +20min</c:v>
                </c:pt>
                <c:pt idx="4">
                  <c:v>T +25min</c:v>
                </c:pt>
                <c:pt idx="5">
                  <c:v>T +30min</c:v>
                </c:pt>
                <c:pt idx="6">
                  <c:v>T +35min</c:v>
                </c:pt>
                <c:pt idx="7">
                  <c:v>T +40min</c:v>
                </c:pt>
                <c:pt idx="8">
                  <c:v>T +45min</c:v>
                </c:pt>
                <c:pt idx="9">
                  <c:v>T +50min</c:v>
                </c:pt>
                <c:pt idx="10">
                  <c:v>T +55min</c:v>
                </c:pt>
                <c:pt idx="11">
                  <c:v>T +60min</c:v>
                </c:pt>
                <c:pt idx="12">
                  <c:v>T +65min</c:v>
                </c:pt>
                <c:pt idx="13">
                  <c:v>T +70min</c:v>
                </c:pt>
                <c:pt idx="14">
                  <c:v>T +75min</c:v>
                </c:pt>
                <c:pt idx="15">
                  <c:v>T +80min</c:v>
                </c:pt>
                <c:pt idx="16">
                  <c:v>T +85min</c:v>
                </c:pt>
                <c:pt idx="17">
                  <c:v>T +90min</c:v>
                </c:pt>
                <c:pt idx="18">
                  <c:v>T +95min</c:v>
                </c:pt>
                <c:pt idx="19">
                  <c:v>T +100min</c:v>
                </c:pt>
                <c:pt idx="20">
                  <c:v>T +105min</c:v>
                </c:pt>
                <c:pt idx="21">
                  <c:v>T +110min</c:v>
                </c:pt>
                <c:pt idx="22">
                  <c:v>T +115min</c:v>
                </c:pt>
                <c:pt idx="23">
                  <c:v>T +120min</c:v>
                </c:pt>
                <c:pt idx="24">
                  <c:v>T +125min</c:v>
                </c:pt>
                <c:pt idx="25">
                  <c:v>T +130min</c:v>
                </c:pt>
                <c:pt idx="26">
                  <c:v>T +135min</c:v>
                </c:pt>
                <c:pt idx="27">
                  <c:v>T +140min</c:v>
                </c:pt>
                <c:pt idx="28">
                  <c:v>T +145min</c:v>
                </c:pt>
                <c:pt idx="29">
                  <c:v>T +150min</c:v>
                </c:pt>
                <c:pt idx="30">
                  <c:v>T +155min</c:v>
                </c:pt>
                <c:pt idx="31">
                  <c:v>T +160min</c:v>
                </c:pt>
                <c:pt idx="32">
                  <c:v>T +165min</c:v>
                </c:pt>
                <c:pt idx="33">
                  <c:v>T +170min</c:v>
                </c:pt>
                <c:pt idx="34">
                  <c:v>T +175min</c:v>
                </c:pt>
                <c:pt idx="35">
                  <c:v>T +180min</c:v>
                </c:pt>
                <c:pt idx="36">
                  <c:v>T +185min</c:v>
                </c:pt>
                <c:pt idx="37">
                  <c:v>T +190min</c:v>
                </c:pt>
                <c:pt idx="38">
                  <c:v>T +195min</c:v>
                </c:pt>
                <c:pt idx="39">
                  <c:v>T +200min</c:v>
                </c:pt>
                <c:pt idx="40">
                  <c:v>T +205min</c:v>
                </c:pt>
                <c:pt idx="41">
                  <c:v>T +210min</c:v>
                </c:pt>
                <c:pt idx="42">
                  <c:v>T +215min</c:v>
                </c:pt>
                <c:pt idx="43">
                  <c:v>T +220min</c:v>
                </c:pt>
                <c:pt idx="44">
                  <c:v>T +225min</c:v>
                </c:pt>
                <c:pt idx="45">
                  <c:v>T +230min</c:v>
                </c:pt>
                <c:pt idx="46">
                  <c:v>T +235min</c:v>
                </c:pt>
                <c:pt idx="47">
                  <c:v>T +240min</c:v>
                </c:pt>
                <c:pt idx="48">
                  <c:v>T +245min</c:v>
                </c:pt>
                <c:pt idx="49">
                  <c:v>T +250min</c:v>
                </c:pt>
                <c:pt idx="50">
                  <c:v>T +255min</c:v>
                </c:pt>
                <c:pt idx="51">
                  <c:v>T +260min</c:v>
                </c:pt>
                <c:pt idx="52">
                  <c:v>T +265min</c:v>
                </c:pt>
                <c:pt idx="53">
                  <c:v>T +270min</c:v>
                </c:pt>
                <c:pt idx="54">
                  <c:v>T +275min</c:v>
                </c:pt>
                <c:pt idx="55">
                  <c:v>T +280min</c:v>
                </c:pt>
                <c:pt idx="56">
                  <c:v>T +285min</c:v>
                </c:pt>
                <c:pt idx="57">
                  <c:v>T +290min</c:v>
                </c:pt>
                <c:pt idx="58">
                  <c:v>T +295min</c:v>
                </c:pt>
                <c:pt idx="59">
                  <c:v>T +300min</c:v>
                </c:pt>
                <c:pt idx="60">
                  <c:v>T +305min</c:v>
                </c:pt>
                <c:pt idx="61">
                  <c:v>T +310min</c:v>
                </c:pt>
                <c:pt idx="62">
                  <c:v>T +315min</c:v>
                </c:pt>
                <c:pt idx="63">
                  <c:v>T +320min</c:v>
                </c:pt>
                <c:pt idx="64">
                  <c:v>T +325min</c:v>
                </c:pt>
                <c:pt idx="65">
                  <c:v>T +330min</c:v>
                </c:pt>
                <c:pt idx="66">
                  <c:v>T +335min</c:v>
                </c:pt>
                <c:pt idx="67">
                  <c:v>T +340min</c:v>
                </c:pt>
                <c:pt idx="68">
                  <c:v>T +345min</c:v>
                </c:pt>
                <c:pt idx="69">
                  <c:v>T +350min</c:v>
                </c:pt>
                <c:pt idx="70">
                  <c:v>T +355min</c:v>
                </c:pt>
                <c:pt idx="71">
                  <c:v>T +360min</c:v>
                </c:pt>
                <c:pt idx="72">
                  <c:v>T +365min</c:v>
                </c:pt>
                <c:pt idx="73">
                  <c:v>T +370min</c:v>
                </c:pt>
                <c:pt idx="74">
                  <c:v>T +375min</c:v>
                </c:pt>
                <c:pt idx="75">
                  <c:v>T +380min</c:v>
                </c:pt>
                <c:pt idx="76">
                  <c:v>T +385min</c:v>
                </c:pt>
                <c:pt idx="77">
                  <c:v>T +390min</c:v>
                </c:pt>
                <c:pt idx="78">
                  <c:v>T +395min</c:v>
                </c:pt>
                <c:pt idx="79">
                  <c:v>T +400min</c:v>
                </c:pt>
                <c:pt idx="80">
                  <c:v>T +405min</c:v>
                </c:pt>
                <c:pt idx="81">
                  <c:v>T +410min</c:v>
                </c:pt>
                <c:pt idx="82">
                  <c:v>T +415min</c:v>
                </c:pt>
                <c:pt idx="83">
                  <c:v>T +420min</c:v>
                </c:pt>
                <c:pt idx="84">
                  <c:v>T +425min</c:v>
                </c:pt>
                <c:pt idx="85">
                  <c:v>T +430min</c:v>
                </c:pt>
                <c:pt idx="86">
                  <c:v>T +435min</c:v>
                </c:pt>
                <c:pt idx="87">
                  <c:v>T +440min</c:v>
                </c:pt>
                <c:pt idx="88">
                  <c:v>T +445min</c:v>
                </c:pt>
                <c:pt idx="89">
                  <c:v>T +450min</c:v>
                </c:pt>
                <c:pt idx="90">
                  <c:v>T +455min</c:v>
                </c:pt>
                <c:pt idx="91">
                  <c:v>T +460min</c:v>
                </c:pt>
                <c:pt idx="92">
                  <c:v>T +465min</c:v>
                </c:pt>
                <c:pt idx="93">
                  <c:v>T +470min</c:v>
                </c:pt>
                <c:pt idx="94">
                  <c:v>T +475min</c:v>
                </c:pt>
                <c:pt idx="95">
                  <c:v>T +480min</c:v>
                </c:pt>
                <c:pt idx="96">
                  <c:v>T +485min</c:v>
                </c:pt>
                <c:pt idx="97">
                  <c:v>T +490min</c:v>
                </c:pt>
                <c:pt idx="98">
                  <c:v>T +495min</c:v>
                </c:pt>
                <c:pt idx="99">
                  <c:v>T +500min</c:v>
                </c:pt>
                <c:pt idx="100">
                  <c:v>T +505min</c:v>
                </c:pt>
                <c:pt idx="101">
                  <c:v>T +510min</c:v>
                </c:pt>
                <c:pt idx="102">
                  <c:v>T +515min</c:v>
                </c:pt>
                <c:pt idx="103">
                  <c:v>T +520min</c:v>
                </c:pt>
                <c:pt idx="104">
                  <c:v>T +525min</c:v>
                </c:pt>
                <c:pt idx="105">
                  <c:v>T +530min</c:v>
                </c:pt>
                <c:pt idx="106">
                  <c:v>T +535min</c:v>
                </c:pt>
                <c:pt idx="107">
                  <c:v>T +540min</c:v>
                </c:pt>
                <c:pt idx="108">
                  <c:v>T +545min</c:v>
                </c:pt>
                <c:pt idx="109">
                  <c:v>T +550min</c:v>
                </c:pt>
                <c:pt idx="110">
                  <c:v>T +555min</c:v>
                </c:pt>
                <c:pt idx="111">
                  <c:v>T +560min</c:v>
                </c:pt>
                <c:pt idx="112">
                  <c:v>T +565min</c:v>
                </c:pt>
                <c:pt idx="113">
                  <c:v>T +570min</c:v>
                </c:pt>
                <c:pt idx="114">
                  <c:v>T +575min</c:v>
                </c:pt>
                <c:pt idx="115">
                  <c:v>T +580min</c:v>
                </c:pt>
                <c:pt idx="116">
                  <c:v>T +585min</c:v>
                </c:pt>
                <c:pt idx="117">
                  <c:v>T +590min</c:v>
                </c:pt>
                <c:pt idx="118">
                  <c:v>T +595min</c:v>
                </c:pt>
                <c:pt idx="119">
                  <c:v>T +600min</c:v>
                </c:pt>
                <c:pt idx="120">
                  <c:v>T +605min</c:v>
                </c:pt>
                <c:pt idx="121">
                  <c:v>T +610min</c:v>
                </c:pt>
                <c:pt idx="122">
                  <c:v>T +615min</c:v>
                </c:pt>
                <c:pt idx="123">
                  <c:v>T +620min</c:v>
                </c:pt>
                <c:pt idx="124">
                  <c:v>T +625min</c:v>
                </c:pt>
                <c:pt idx="125">
                  <c:v>T +630min</c:v>
                </c:pt>
                <c:pt idx="126">
                  <c:v>T +635min</c:v>
                </c:pt>
                <c:pt idx="127">
                  <c:v>T +640min</c:v>
                </c:pt>
                <c:pt idx="128">
                  <c:v>T +645min</c:v>
                </c:pt>
                <c:pt idx="129">
                  <c:v>T +650min</c:v>
                </c:pt>
                <c:pt idx="130">
                  <c:v>T +655min</c:v>
                </c:pt>
                <c:pt idx="131">
                  <c:v>T +660min</c:v>
                </c:pt>
                <c:pt idx="132">
                  <c:v>T +665min</c:v>
                </c:pt>
                <c:pt idx="133">
                  <c:v>T +670min</c:v>
                </c:pt>
                <c:pt idx="134">
                  <c:v>T +675min</c:v>
                </c:pt>
                <c:pt idx="135">
                  <c:v>T +680min</c:v>
                </c:pt>
                <c:pt idx="136">
                  <c:v>T +685min</c:v>
                </c:pt>
                <c:pt idx="137">
                  <c:v>T +690min</c:v>
                </c:pt>
                <c:pt idx="138">
                  <c:v>T +695min</c:v>
                </c:pt>
                <c:pt idx="139">
                  <c:v>T +700min</c:v>
                </c:pt>
                <c:pt idx="140">
                  <c:v>T +705min</c:v>
                </c:pt>
                <c:pt idx="141">
                  <c:v>T +710min</c:v>
                </c:pt>
                <c:pt idx="142">
                  <c:v>T +715min</c:v>
                </c:pt>
                <c:pt idx="143">
                  <c:v>T +720min</c:v>
                </c:pt>
                <c:pt idx="144">
                  <c:v>T +725min</c:v>
                </c:pt>
                <c:pt idx="145">
                  <c:v>T +730min</c:v>
                </c:pt>
                <c:pt idx="146">
                  <c:v>T +735min</c:v>
                </c:pt>
                <c:pt idx="147">
                  <c:v>T +740min</c:v>
                </c:pt>
                <c:pt idx="148">
                  <c:v>T +745min</c:v>
                </c:pt>
                <c:pt idx="149">
                  <c:v>T +750min</c:v>
                </c:pt>
                <c:pt idx="150">
                  <c:v>T +755min</c:v>
                </c:pt>
                <c:pt idx="151">
                  <c:v>T +760min</c:v>
                </c:pt>
                <c:pt idx="152">
                  <c:v>T +765min</c:v>
                </c:pt>
                <c:pt idx="153">
                  <c:v>T +770min</c:v>
                </c:pt>
                <c:pt idx="154">
                  <c:v>T +775min</c:v>
                </c:pt>
                <c:pt idx="155">
                  <c:v>T +780min</c:v>
                </c:pt>
                <c:pt idx="156">
                  <c:v>T +785min</c:v>
                </c:pt>
                <c:pt idx="157">
                  <c:v>T +790min</c:v>
                </c:pt>
                <c:pt idx="158">
                  <c:v>T +795min</c:v>
                </c:pt>
                <c:pt idx="159">
                  <c:v>T +800min</c:v>
                </c:pt>
                <c:pt idx="160">
                  <c:v>T +805min</c:v>
                </c:pt>
                <c:pt idx="161">
                  <c:v>T +810min</c:v>
                </c:pt>
                <c:pt idx="162">
                  <c:v>T +815min</c:v>
                </c:pt>
                <c:pt idx="163">
                  <c:v>T +820min</c:v>
                </c:pt>
                <c:pt idx="164">
                  <c:v>T +825min</c:v>
                </c:pt>
                <c:pt idx="165">
                  <c:v>T +830min</c:v>
                </c:pt>
                <c:pt idx="166">
                  <c:v>T +835min</c:v>
                </c:pt>
                <c:pt idx="167">
                  <c:v>T +840min</c:v>
                </c:pt>
                <c:pt idx="168">
                  <c:v>T +845min</c:v>
                </c:pt>
                <c:pt idx="169">
                  <c:v>T +850min</c:v>
                </c:pt>
                <c:pt idx="170">
                  <c:v>T +855min</c:v>
                </c:pt>
                <c:pt idx="171">
                  <c:v>T +860min</c:v>
                </c:pt>
                <c:pt idx="172">
                  <c:v>T +865min</c:v>
                </c:pt>
                <c:pt idx="173">
                  <c:v>T +870min</c:v>
                </c:pt>
                <c:pt idx="174">
                  <c:v>T +875min</c:v>
                </c:pt>
                <c:pt idx="175">
                  <c:v>T +880min</c:v>
                </c:pt>
                <c:pt idx="176">
                  <c:v>T +885min</c:v>
                </c:pt>
                <c:pt idx="177">
                  <c:v>T +890min</c:v>
                </c:pt>
                <c:pt idx="178">
                  <c:v>T +895min</c:v>
                </c:pt>
                <c:pt idx="179">
                  <c:v>T +900min</c:v>
                </c:pt>
                <c:pt idx="180">
                  <c:v>T +905min</c:v>
                </c:pt>
                <c:pt idx="181">
                  <c:v>T +910min</c:v>
                </c:pt>
                <c:pt idx="182">
                  <c:v>T +915min</c:v>
                </c:pt>
                <c:pt idx="183">
                  <c:v>T +920min</c:v>
                </c:pt>
                <c:pt idx="184">
                  <c:v>T +925min</c:v>
                </c:pt>
                <c:pt idx="185">
                  <c:v>T +930min</c:v>
                </c:pt>
                <c:pt idx="186">
                  <c:v>T +935min</c:v>
                </c:pt>
                <c:pt idx="187">
                  <c:v>T +940min</c:v>
                </c:pt>
                <c:pt idx="188">
                  <c:v>T +945min</c:v>
                </c:pt>
                <c:pt idx="189">
                  <c:v>T +950min</c:v>
                </c:pt>
                <c:pt idx="190">
                  <c:v>T +955min</c:v>
                </c:pt>
                <c:pt idx="191">
                  <c:v>T +960min</c:v>
                </c:pt>
                <c:pt idx="192">
                  <c:v>T +965min</c:v>
                </c:pt>
                <c:pt idx="193">
                  <c:v>T +970min</c:v>
                </c:pt>
                <c:pt idx="194">
                  <c:v>T +975min</c:v>
                </c:pt>
                <c:pt idx="195">
                  <c:v>T +980min</c:v>
                </c:pt>
                <c:pt idx="196">
                  <c:v>T +985min</c:v>
                </c:pt>
                <c:pt idx="197">
                  <c:v>T +990min</c:v>
                </c:pt>
                <c:pt idx="198">
                  <c:v>T +995min</c:v>
                </c:pt>
                <c:pt idx="199">
                  <c:v>T +1000min</c:v>
                </c:pt>
                <c:pt idx="200">
                  <c:v>T +1005min</c:v>
                </c:pt>
                <c:pt idx="201">
                  <c:v>T +1010min</c:v>
                </c:pt>
                <c:pt idx="202">
                  <c:v>T +1015min</c:v>
                </c:pt>
                <c:pt idx="203">
                  <c:v>T +1020min</c:v>
                </c:pt>
                <c:pt idx="204">
                  <c:v>T +1025min</c:v>
                </c:pt>
                <c:pt idx="205">
                  <c:v>T +1030min</c:v>
                </c:pt>
                <c:pt idx="206">
                  <c:v>T +1035min</c:v>
                </c:pt>
                <c:pt idx="207">
                  <c:v>T +1040min</c:v>
                </c:pt>
                <c:pt idx="208">
                  <c:v>T +1045min</c:v>
                </c:pt>
                <c:pt idx="209">
                  <c:v>T +1050min</c:v>
                </c:pt>
                <c:pt idx="210">
                  <c:v>T +1055min</c:v>
                </c:pt>
                <c:pt idx="211">
                  <c:v>T +1060min</c:v>
                </c:pt>
                <c:pt idx="212">
                  <c:v>T +1065min</c:v>
                </c:pt>
                <c:pt idx="213">
                  <c:v>T +1070min</c:v>
                </c:pt>
                <c:pt idx="214">
                  <c:v>T +1075min</c:v>
                </c:pt>
                <c:pt idx="215">
                  <c:v>T +1080min</c:v>
                </c:pt>
                <c:pt idx="216">
                  <c:v>T +1085min</c:v>
                </c:pt>
                <c:pt idx="217">
                  <c:v>T +1090min</c:v>
                </c:pt>
                <c:pt idx="218">
                  <c:v>T +1095min</c:v>
                </c:pt>
                <c:pt idx="219">
                  <c:v>T +1100min</c:v>
                </c:pt>
                <c:pt idx="220">
                  <c:v>T +1105min</c:v>
                </c:pt>
                <c:pt idx="221">
                  <c:v>T +1110min</c:v>
                </c:pt>
                <c:pt idx="222">
                  <c:v>T +1115min</c:v>
                </c:pt>
                <c:pt idx="223">
                  <c:v>T +1120min</c:v>
                </c:pt>
                <c:pt idx="224">
                  <c:v>T +1125min</c:v>
                </c:pt>
                <c:pt idx="225">
                  <c:v>T +1130min</c:v>
                </c:pt>
                <c:pt idx="226">
                  <c:v>T +1135min</c:v>
                </c:pt>
                <c:pt idx="227">
                  <c:v>T +1140min</c:v>
                </c:pt>
                <c:pt idx="228">
                  <c:v>T +1145min</c:v>
                </c:pt>
                <c:pt idx="229">
                  <c:v>T +1150min</c:v>
                </c:pt>
                <c:pt idx="230">
                  <c:v>T +1155min</c:v>
                </c:pt>
                <c:pt idx="231">
                  <c:v>T +1160min</c:v>
                </c:pt>
                <c:pt idx="232">
                  <c:v>T +1165min</c:v>
                </c:pt>
                <c:pt idx="233">
                  <c:v>T +1170min</c:v>
                </c:pt>
                <c:pt idx="234">
                  <c:v>T +1175min</c:v>
                </c:pt>
                <c:pt idx="235">
                  <c:v>T +1180min</c:v>
                </c:pt>
                <c:pt idx="236">
                  <c:v>T +1185min</c:v>
                </c:pt>
                <c:pt idx="237">
                  <c:v>T +1190min</c:v>
                </c:pt>
                <c:pt idx="238">
                  <c:v>T +1195min</c:v>
                </c:pt>
                <c:pt idx="239">
                  <c:v>T +1200min</c:v>
                </c:pt>
                <c:pt idx="240">
                  <c:v>T +1205min</c:v>
                </c:pt>
                <c:pt idx="241">
                  <c:v>T +1210min</c:v>
                </c:pt>
                <c:pt idx="242">
                  <c:v>T +1215min</c:v>
                </c:pt>
                <c:pt idx="243">
                  <c:v>T +1220min</c:v>
                </c:pt>
                <c:pt idx="244">
                  <c:v>T +1225min</c:v>
                </c:pt>
                <c:pt idx="245">
                  <c:v>T +1230min</c:v>
                </c:pt>
                <c:pt idx="246">
                  <c:v>T +1235min</c:v>
                </c:pt>
                <c:pt idx="247">
                  <c:v>T +1240min</c:v>
                </c:pt>
                <c:pt idx="248">
                  <c:v>T +1245min</c:v>
                </c:pt>
                <c:pt idx="249">
                  <c:v>T +1250min</c:v>
                </c:pt>
                <c:pt idx="250">
                  <c:v>T +1255min</c:v>
                </c:pt>
                <c:pt idx="251">
                  <c:v>T +1260min</c:v>
                </c:pt>
                <c:pt idx="252">
                  <c:v>T +1265min</c:v>
                </c:pt>
                <c:pt idx="253">
                  <c:v>T +1270min</c:v>
                </c:pt>
                <c:pt idx="254">
                  <c:v>T +1275min</c:v>
                </c:pt>
                <c:pt idx="255">
                  <c:v>T +1280min</c:v>
                </c:pt>
                <c:pt idx="256">
                  <c:v>T +1285min</c:v>
                </c:pt>
                <c:pt idx="257">
                  <c:v>T +1290min</c:v>
                </c:pt>
                <c:pt idx="258">
                  <c:v>T +1295min</c:v>
                </c:pt>
                <c:pt idx="259">
                  <c:v>T +1300min</c:v>
                </c:pt>
                <c:pt idx="260">
                  <c:v>T +1305min</c:v>
                </c:pt>
                <c:pt idx="261">
                  <c:v>T +1310min</c:v>
                </c:pt>
                <c:pt idx="262">
                  <c:v>T +1315min</c:v>
                </c:pt>
                <c:pt idx="263">
                  <c:v>T +1320min</c:v>
                </c:pt>
                <c:pt idx="264">
                  <c:v>T +1325min</c:v>
                </c:pt>
                <c:pt idx="265">
                  <c:v>T +1330min</c:v>
                </c:pt>
                <c:pt idx="266">
                  <c:v>T +1335min</c:v>
                </c:pt>
                <c:pt idx="267">
                  <c:v>T +1340min</c:v>
                </c:pt>
                <c:pt idx="268">
                  <c:v>T +1345min</c:v>
                </c:pt>
                <c:pt idx="269">
                  <c:v>T +1350min</c:v>
                </c:pt>
                <c:pt idx="270">
                  <c:v>T +1355min</c:v>
                </c:pt>
                <c:pt idx="271">
                  <c:v>T +1360min</c:v>
                </c:pt>
                <c:pt idx="272">
                  <c:v>T +1365min</c:v>
                </c:pt>
                <c:pt idx="273">
                  <c:v>T +1370min</c:v>
                </c:pt>
                <c:pt idx="274">
                  <c:v>T +1375min</c:v>
                </c:pt>
                <c:pt idx="275">
                  <c:v>T +1380min</c:v>
                </c:pt>
                <c:pt idx="276">
                  <c:v>T +1385min</c:v>
                </c:pt>
                <c:pt idx="277">
                  <c:v>T +1390min</c:v>
                </c:pt>
                <c:pt idx="278">
                  <c:v>T +1395min</c:v>
                </c:pt>
                <c:pt idx="279">
                  <c:v>T +1400min</c:v>
                </c:pt>
                <c:pt idx="280">
                  <c:v>T +1405min</c:v>
                </c:pt>
                <c:pt idx="281">
                  <c:v>T +1410min</c:v>
                </c:pt>
                <c:pt idx="282">
                  <c:v>T +1415min</c:v>
                </c:pt>
                <c:pt idx="283">
                  <c:v>T +1420min</c:v>
                </c:pt>
                <c:pt idx="284">
                  <c:v>T +1425min</c:v>
                </c:pt>
                <c:pt idx="285">
                  <c:v>T +1430min</c:v>
                </c:pt>
                <c:pt idx="286">
                  <c:v>T +1435min</c:v>
                </c:pt>
                <c:pt idx="287">
                  <c:v>T +1440min</c:v>
                </c:pt>
                <c:pt idx="288">
                  <c:v>T +1445min</c:v>
                </c:pt>
                <c:pt idx="289">
                  <c:v>T +1450min</c:v>
                </c:pt>
                <c:pt idx="290">
                  <c:v>T +1455min</c:v>
                </c:pt>
                <c:pt idx="291">
                  <c:v>T +1460min</c:v>
                </c:pt>
                <c:pt idx="292">
                  <c:v>T +1465min</c:v>
                </c:pt>
                <c:pt idx="293">
                  <c:v>T +1470min</c:v>
                </c:pt>
                <c:pt idx="294">
                  <c:v>T +1475min</c:v>
                </c:pt>
                <c:pt idx="295">
                  <c:v>T +1480min</c:v>
                </c:pt>
                <c:pt idx="296">
                  <c:v>T +1485min</c:v>
                </c:pt>
                <c:pt idx="297">
                  <c:v>T +1490min</c:v>
                </c:pt>
                <c:pt idx="298">
                  <c:v>T +1495min</c:v>
                </c:pt>
                <c:pt idx="299">
                  <c:v>T +1500min</c:v>
                </c:pt>
                <c:pt idx="300">
                  <c:v>T +1505min</c:v>
                </c:pt>
                <c:pt idx="301">
                  <c:v>T +1510min</c:v>
                </c:pt>
                <c:pt idx="302">
                  <c:v>T +1515min</c:v>
                </c:pt>
                <c:pt idx="303">
                  <c:v>T +1520min</c:v>
                </c:pt>
                <c:pt idx="304">
                  <c:v>T +1525min</c:v>
                </c:pt>
                <c:pt idx="305">
                  <c:v>T +1530min</c:v>
                </c:pt>
                <c:pt idx="306">
                  <c:v>T +1535min</c:v>
                </c:pt>
                <c:pt idx="307">
                  <c:v>T +1540min</c:v>
                </c:pt>
                <c:pt idx="308">
                  <c:v>T +1545min</c:v>
                </c:pt>
                <c:pt idx="309">
                  <c:v>T +1550min</c:v>
                </c:pt>
                <c:pt idx="310">
                  <c:v>T +1555min</c:v>
                </c:pt>
                <c:pt idx="311">
                  <c:v>T +1560min</c:v>
                </c:pt>
                <c:pt idx="312">
                  <c:v>T +1565min</c:v>
                </c:pt>
                <c:pt idx="313">
                  <c:v>T +1570min</c:v>
                </c:pt>
                <c:pt idx="314">
                  <c:v>T +1575min</c:v>
                </c:pt>
                <c:pt idx="315">
                  <c:v>T +1580min</c:v>
                </c:pt>
                <c:pt idx="316">
                  <c:v>T +1585min</c:v>
                </c:pt>
                <c:pt idx="317">
                  <c:v>T +1590min</c:v>
                </c:pt>
                <c:pt idx="318">
                  <c:v>T +1595min</c:v>
                </c:pt>
                <c:pt idx="319">
                  <c:v>T +1600min</c:v>
                </c:pt>
                <c:pt idx="320">
                  <c:v>T +1605min</c:v>
                </c:pt>
                <c:pt idx="321">
                  <c:v>T +1610min</c:v>
                </c:pt>
                <c:pt idx="322">
                  <c:v>T +1615min</c:v>
                </c:pt>
                <c:pt idx="323">
                  <c:v>T +1620min</c:v>
                </c:pt>
                <c:pt idx="324">
                  <c:v>T +1625min</c:v>
                </c:pt>
                <c:pt idx="325">
                  <c:v>T +1630min</c:v>
                </c:pt>
                <c:pt idx="326">
                  <c:v>T +1635min</c:v>
                </c:pt>
                <c:pt idx="327">
                  <c:v>T +1640min</c:v>
                </c:pt>
                <c:pt idx="328">
                  <c:v>T +1645min</c:v>
                </c:pt>
                <c:pt idx="329">
                  <c:v>T +1650min</c:v>
                </c:pt>
                <c:pt idx="330">
                  <c:v>T +1655min</c:v>
                </c:pt>
                <c:pt idx="331">
                  <c:v>T +1660min</c:v>
                </c:pt>
                <c:pt idx="332">
                  <c:v>T +1665min</c:v>
                </c:pt>
                <c:pt idx="333">
                  <c:v>T +1670min</c:v>
                </c:pt>
                <c:pt idx="334">
                  <c:v>T +1675min</c:v>
                </c:pt>
                <c:pt idx="335">
                  <c:v>T +1680min</c:v>
                </c:pt>
                <c:pt idx="336">
                  <c:v>T +1685min</c:v>
                </c:pt>
                <c:pt idx="337">
                  <c:v>T +1690min</c:v>
                </c:pt>
                <c:pt idx="338">
                  <c:v>T +1695min</c:v>
                </c:pt>
              </c:strCache>
            </c:strRef>
          </c:cat>
          <c:val>
            <c:numRef>
              <c:f>'5min interval 0617 FOMC'!$E$2:$E$340</c:f>
              <c:numCache>
                <c:formatCode>0.00_);[Red]\(0.00\)</c:formatCode>
                <c:ptCount val="339"/>
                <c:pt idx="0">
                  <c:v>26455</c:v>
                </c:pt>
                <c:pt idx="1">
                  <c:v>26432.25</c:v>
                </c:pt>
                <c:pt idx="2">
                  <c:v>26505.48</c:v>
                </c:pt>
                <c:pt idx="3">
                  <c:v>26453.91</c:v>
                </c:pt>
                <c:pt idx="4">
                  <c:v>26460.84</c:v>
                </c:pt>
                <c:pt idx="5">
                  <c:v>26358.54</c:v>
                </c:pt>
                <c:pt idx="6">
                  <c:v>26355.39</c:v>
                </c:pt>
                <c:pt idx="7">
                  <c:v>26366.63</c:v>
                </c:pt>
                <c:pt idx="8">
                  <c:v>26417.21</c:v>
                </c:pt>
                <c:pt idx="9">
                  <c:v>26425.279999999999</c:v>
                </c:pt>
                <c:pt idx="10">
                  <c:v>26485.54</c:v>
                </c:pt>
                <c:pt idx="11">
                  <c:v>26449.41</c:v>
                </c:pt>
                <c:pt idx="12">
                  <c:v>26399.32</c:v>
                </c:pt>
                <c:pt idx="13">
                  <c:v>26362.12</c:v>
                </c:pt>
                <c:pt idx="14">
                  <c:v>26365.5</c:v>
                </c:pt>
                <c:pt idx="15">
                  <c:v>26313.42</c:v>
                </c:pt>
                <c:pt idx="16">
                  <c:v>26355.439999999999</c:v>
                </c:pt>
                <c:pt idx="17">
                  <c:v>26308.18</c:v>
                </c:pt>
                <c:pt idx="18">
                  <c:v>26299.18</c:v>
                </c:pt>
                <c:pt idx="19">
                  <c:v>26281.21</c:v>
                </c:pt>
                <c:pt idx="20">
                  <c:v>26323.81</c:v>
                </c:pt>
                <c:pt idx="21">
                  <c:v>26336</c:v>
                </c:pt>
                <c:pt idx="22">
                  <c:v>26331.79</c:v>
                </c:pt>
                <c:pt idx="23">
                  <c:v>26329.23</c:v>
                </c:pt>
                <c:pt idx="24">
                  <c:v>26360.400000000001</c:v>
                </c:pt>
                <c:pt idx="25">
                  <c:v>26373.18</c:v>
                </c:pt>
                <c:pt idx="26">
                  <c:v>26352.99</c:v>
                </c:pt>
                <c:pt idx="27">
                  <c:v>26374.17</c:v>
                </c:pt>
                <c:pt idx="28">
                  <c:v>26368.18</c:v>
                </c:pt>
                <c:pt idx="29">
                  <c:v>26390.07</c:v>
                </c:pt>
                <c:pt idx="30">
                  <c:v>26394.61</c:v>
                </c:pt>
                <c:pt idx="31">
                  <c:v>26391.06</c:v>
                </c:pt>
                <c:pt idx="32">
                  <c:v>26394.57</c:v>
                </c:pt>
                <c:pt idx="33">
                  <c:v>26411.22</c:v>
                </c:pt>
                <c:pt idx="34">
                  <c:v>26418.77</c:v>
                </c:pt>
                <c:pt idx="35">
                  <c:v>26415.63</c:v>
                </c:pt>
                <c:pt idx="36">
                  <c:v>26387.05</c:v>
                </c:pt>
                <c:pt idx="37">
                  <c:v>26400.85</c:v>
                </c:pt>
                <c:pt idx="38">
                  <c:v>26389.45</c:v>
                </c:pt>
                <c:pt idx="39">
                  <c:v>26370.720000000001</c:v>
                </c:pt>
                <c:pt idx="40">
                  <c:v>26365.040000000001</c:v>
                </c:pt>
                <c:pt idx="41">
                  <c:v>26367.53</c:v>
                </c:pt>
                <c:pt idx="42">
                  <c:v>26341.89</c:v>
                </c:pt>
                <c:pt idx="43">
                  <c:v>26348.02</c:v>
                </c:pt>
                <c:pt idx="44">
                  <c:v>26345.43</c:v>
                </c:pt>
                <c:pt idx="45">
                  <c:v>26362.799999999999</c:v>
                </c:pt>
                <c:pt idx="46">
                  <c:v>26372.69</c:v>
                </c:pt>
                <c:pt idx="47">
                  <c:v>26386.54</c:v>
                </c:pt>
                <c:pt idx="48">
                  <c:v>26367.02</c:v>
                </c:pt>
                <c:pt idx="49">
                  <c:v>26391.93</c:v>
                </c:pt>
                <c:pt idx="50">
                  <c:v>26373.33</c:v>
                </c:pt>
                <c:pt idx="51">
                  <c:v>26390</c:v>
                </c:pt>
                <c:pt idx="52">
                  <c:v>26422.18</c:v>
                </c:pt>
                <c:pt idx="53">
                  <c:v>26426.98</c:v>
                </c:pt>
                <c:pt idx="54">
                  <c:v>26195.93</c:v>
                </c:pt>
                <c:pt idx="55">
                  <c:v>26258.22</c:v>
                </c:pt>
                <c:pt idx="56">
                  <c:v>26263.98</c:v>
                </c:pt>
                <c:pt idx="57">
                  <c:v>26312.31</c:v>
                </c:pt>
                <c:pt idx="58">
                  <c:v>26236.07</c:v>
                </c:pt>
                <c:pt idx="59">
                  <c:v>26244.92</c:v>
                </c:pt>
                <c:pt idx="60">
                  <c:v>26233.61</c:v>
                </c:pt>
                <c:pt idx="61">
                  <c:v>26331.88</c:v>
                </c:pt>
                <c:pt idx="62">
                  <c:v>26432.46</c:v>
                </c:pt>
                <c:pt idx="63">
                  <c:v>26388.41</c:v>
                </c:pt>
                <c:pt idx="64">
                  <c:v>26362.240000000002</c:v>
                </c:pt>
                <c:pt idx="65">
                  <c:v>26251.26</c:v>
                </c:pt>
                <c:pt idx="66">
                  <c:v>26263.040000000001</c:v>
                </c:pt>
                <c:pt idx="67">
                  <c:v>26244.58</c:v>
                </c:pt>
                <c:pt idx="68">
                  <c:v>26289.47</c:v>
                </c:pt>
                <c:pt idx="69">
                  <c:v>26192.13</c:v>
                </c:pt>
                <c:pt idx="70">
                  <c:v>26098.34</c:v>
                </c:pt>
                <c:pt idx="71">
                  <c:v>26106.959999999999</c:v>
                </c:pt>
                <c:pt idx="72">
                  <c:v>26054.31</c:v>
                </c:pt>
                <c:pt idx="73">
                  <c:v>25980.9</c:v>
                </c:pt>
                <c:pt idx="74">
                  <c:v>25980.09</c:v>
                </c:pt>
                <c:pt idx="75">
                  <c:v>26014.79</c:v>
                </c:pt>
                <c:pt idx="76">
                  <c:v>25985.08</c:v>
                </c:pt>
                <c:pt idx="77">
                  <c:v>26027.21</c:v>
                </c:pt>
                <c:pt idx="78">
                  <c:v>26021.66</c:v>
                </c:pt>
                <c:pt idx="79">
                  <c:v>26021.66</c:v>
                </c:pt>
                <c:pt idx="80">
                  <c:v>26021.66</c:v>
                </c:pt>
                <c:pt idx="81">
                  <c:v>26288.94</c:v>
                </c:pt>
                <c:pt idx="82">
                  <c:v>26227</c:v>
                </c:pt>
                <c:pt idx="83">
                  <c:v>26188.69</c:v>
                </c:pt>
                <c:pt idx="84">
                  <c:v>26262.81</c:v>
                </c:pt>
                <c:pt idx="85">
                  <c:v>26242.26</c:v>
                </c:pt>
                <c:pt idx="86">
                  <c:v>26238.47</c:v>
                </c:pt>
                <c:pt idx="87">
                  <c:v>26275.84</c:v>
                </c:pt>
                <c:pt idx="88">
                  <c:v>26336.46</c:v>
                </c:pt>
                <c:pt idx="89">
                  <c:v>26300.35</c:v>
                </c:pt>
                <c:pt idx="90">
                  <c:v>26366.93</c:v>
                </c:pt>
                <c:pt idx="91">
                  <c:v>26380.7</c:v>
                </c:pt>
                <c:pt idx="92">
                  <c:v>26301.75</c:v>
                </c:pt>
                <c:pt idx="93">
                  <c:v>26320.560000000001</c:v>
                </c:pt>
                <c:pt idx="94">
                  <c:v>26353.7</c:v>
                </c:pt>
                <c:pt idx="95">
                  <c:v>26332.68</c:v>
                </c:pt>
                <c:pt idx="96">
                  <c:v>26391.01</c:v>
                </c:pt>
                <c:pt idx="97">
                  <c:v>26368.83</c:v>
                </c:pt>
                <c:pt idx="98">
                  <c:v>26370.59</c:v>
                </c:pt>
                <c:pt idx="99">
                  <c:v>26369.279999999999</c:v>
                </c:pt>
                <c:pt idx="100">
                  <c:v>26375.040000000001</c:v>
                </c:pt>
                <c:pt idx="101">
                  <c:v>26370.17</c:v>
                </c:pt>
                <c:pt idx="102">
                  <c:v>26351.64</c:v>
                </c:pt>
                <c:pt idx="103">
                  <c:v>26334.1</c:v>
                </c:pt>
                <c:pt idx="104">
                  <c:v>26322.34</c:v>
                </c:pt>
                <c:pt idx="105">
                  <c:v>26320.71</c:v>
                </c:pt>
                <c:pt idx="106">
                  <c:v>26293.46</c:v>
                </c:pt>
                <c:pt idx="107">
                  <c:v>26289.53</c:v>
                </c:pt>
                <c:pt idx="108">
                  <c:v>26303.42</c:v>
                </c:pt>
                <c:pt idx="109">
                  <c:v>26358.82</c:v>
                </c:pt>
                <c:pt idx="110">
                  <c:v>26373.9</c:v>
                </c:pt>
                <c:pt idx="111">
                  <c:v>26360.53</c:v>
                </c:pt>
                <c:pt idx="112">
                  <c:v>26356.81</c:v>
                </c:pt>
                <c:pt idx="113">
                  <c:v>26361.07</c:v>
                </c:pt>
                <c:pt idx="114">
                  <c:v>26373.78</c:v>
                </c:pt>
                <c:pt idx="115">
                  <c:v>26386.59</c:v>
                </c:pt>
                <c:pt idx="116">
                  <c:v>26391.59</c:v>
                </c:pt>
                <c:pt idx="117">
                  <c:v>26384.77</c:v>
                </c:pt>
                <c:pt idx="118">
                  <c:v>26410.89</c:v>
                </c:pt>
                <c:pt idx="119">
                  <c:v>26407.15</c:v>
                </c:pt>
                <c:pt idx="120">
                  <c:v>26410.6</c:v>
                </c:pt>
                <c:pt idx="121">
                  <c:v>26392</c:v>
                </c:pt>
                <c:pt idx="122">
                  <c:v>26403.85</c:v>
                </c:pt>
                <c:pt idx="123">
                  <c:v>26430.05</c:v>
                </c:pt>
                <c:pt idx="124">
                  <c:v>26438.69</c:v>
                </c:pt>
                <c:pt idx="125">
                  <c:v>26445.95</c:v>
                </c:pt>
                <c:pt idx="126">
                  <c:v>26467.41</c:v>
                </c:pt>
                <c:pt idx="127">
                  <c:v>26444.92</c:v>
                </c:pt>
                <c:pt idx="128">
                  <c:v>26450.15</c:v>
                </c:pt>
                <c:pt idx="129">
                  <c:v>26466.639999999999</c:v>
                </c:pt>
                <c:pt idx="130">
                  <c:v>26453.39</c:v>
                </c:pt>
                <c:pt idx="131">
                  <c:v>26463.63</c:v>
                </c:pt>
                <c:pt idx="132">
                  <c:v>26461.89</c:v>
                </c:pt>
                <c:pt idx="133">
                  <c:v>26457.08</c:v>
                </c:pt>
                <c:pt idx="134">
                  <c:v>26453.62</c:v>
                </c:pt>
                <c:pt idx="135">
                  <c:v>26437.27</c:v>
                </c:pt>
                <c:pt idx="136">
                  <c:v>26442.19</c:v>
                </c:pt>
                <c:pt idx="137">
                  <c:v>26437.52</c:v>
                </c:pt>
                <c:pt idx="138">
                  <c:v>26428.7</c:v>
                </c:pt>
                <c:pt idx="139">
                  <c:v>26433.38</c:v>
                </c:pt>
                <c:pt idx="140">
                  <c:v>26427.52</c:v>
                </c:pt>
                <c:pt idx="141">
                  <c:v>26420.98</c:v>
                </c:pt>
                <c:pt idx="142">
                  <c:v>26416.94</c:v>
                </c:pt>
                <c:pt idx="143">
                  <c:v>26423.65</c:v>
                </c:pt>
                <c:pt idx="144">
                  <c:v>26443.5</c:v>
                </c:pt>
                <c:pt idx="145">
                  <c:v>26441.48</c:v>
                </c:pt>
                <c:pt idx="146">
                  <c:v>26427.25</c:v>
                </c:pt>
                <c:pt idx="147">
                  <c:v>26412.81</c:v>
                </c:pt>
                <c:pt idx="148">
                  <c:v>26417.27</c:v>
                </c:pt>
                <c:pt idx="149">
                  <c:v>26402.89</c:v>
                </c:pt>
                <c:pt idx="150">
                  <c:v>26422.58</c:v>
                </c:pt>
                <c:pt idx="151">
                  <c:v>26422.86</c:v>
                </c:pt>
                <c:pt idx="152">
                  <c:v>26439.55</c:v>
                </c:pt>
                <c:pt idx="153">
                  <c:v>26441.919999999998</c:v>
                </c:pt>
                <c:pt idx="154">
                  <c:v>26490.87</c:v>
                </c:pt>
                <c:pt idx="155">
                  <c:v>26514.28</c:v>
                </c:pt>
                <c:pt idx="156">
                  <c:v>26528.31</c:v>
                </c:pt>
                <c:pt idx="157">
                  <c:v>26532.74</c:v>
                </c:pt>
                <c:pt idx="158">
                  <c:v>26507.05</c:v>
                </c:pt>
              </c:numCache>
            </c:numRef>
          </c:val>
          <c:smooth val="0"/>
          <c:extLst>
            <c:ext xmlns:c16="http://schemas.microsoft.com/office/drawing/2014/chart" uri="{C3380CC4-5D6E-409C-BE32-E72D297353CC}">
              <c16:uniqueId val="{00000001-2F2E-4E78-9897-AB5082550405}"/>
            </c:ext>
          </c:extLst>
        </c:ser>
        <c:dLbls>
          <c:showLegendKey val="0"/>
          <c:showVal val="0"/>
          <c:showCatName val="0"/>
          <c:showSerName val="0"/>
          <c:showPercent val="0"/>
          <c:showBubbleSize val="0"/>
        </c:dLbls>
        <c:marker val="1"/>
        <c:smooth val="0"/>
        <c:axId val="2000000898"/>
        <c:axId val="2000000899"/>
      </c:lineChart>
      <c:catAx>
        <c:axId val="2000000896"/>
        <c:scaling>
          <c:orientation val="minMax"/>
        </c:scaling>
        <c:delete val="0"/>
        <c:axPos val="b"/>
        <c:numFmt formatCode="m/d/yyyy" sourceLinked="0"/>
        <c:majorTickMark val="none"/>
        <c:minorTickMark val="none"/>
        <c:tickLblPos val="nextTo"/>
        <c:spPr>
          <a:noFill/>
          <a:ln w="6350" cap="flat" cmpd="sng" algn="ctr">
            <a:solidFill>
              <a:sysClr val="windowText" lastClr="000000"/>
            </a:solidFill>
            <a:round/>
          </a:ln>
          <a:effectLst/>
        </c:spPr>
        <c:txPr>
          <a:bodyPr rot="-6000000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0897"/>
        <c:crosses val="autoZero"/>
        <c:auto val="1"/>
        <c:lblAlgn val="ctr"/>
        <c:lblOffset val="100"/>
        <c:noMultiLvlLbl val="0"/>
      </c:catAx>
      <c:valAx>
        <c:axId val="2000000897"/>
        <c:scaling>
          <c:orientation val="minMax"/>
          <c:min val="4200"/>
        </c:scaling>
        <c:delete val="0"/>
        <c:axPos val="l"/>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0896"/>
        <c:crosses val="autoZero"/>
        <c:crossBetween val="between"/>
      </c:valAx>
      <c:valAx>
        <c:axId val="2000000899"/>
        <c:scaling>
          <c:orientation val="minMax"/>
          <c:min val="25800"/>
        </c:scaling>
        <c:delete val="0"/>
        <c:axPos val="r"/>
        <c:numFmt formatCode="0.00_);[Red]\(0.00\)" sourceLinked="1"/>
        <c:majorTickMark val="out"/>
        <c:minorTickMark val="none"/>
        <c:tickLblPos val="nextTo"/>
        <c:spPr>
          <a:noFill/>
          <a:ln>
            <a:noFill/>
          </a:ln>
          <a:effectLst/>
        </c:spPr>
        <c:txPr>
          <a:bodyPr rot="-6000000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0898"/>
        <c:crosses val="max"/>
        <c:crossBetween val="between"/>
      </c:valAx>
      <c:catAx>
        <c:axId val="2000000898"/>
        <c:scaling>
          <c:orientation val="minMax"/>
        </c:scaling>
        <c:delete val="1"/>
        <c:axPos val="b"/>
        <c:numFmt formatCode="General" sourceLinked="1"/>
        <c:majorTickMark val="out"/>
        <c:minorTickMark val="none"/>
        <c:tickLblPos val="nextTo"/>
        <c:crossAx val="2000000899"/>
        <c:crosses val="autoZero"/>
        <c:auto val="1"/>
        <c:lblAlgn val="ctr"/>
        <c:lblOffset val="100"/>
        <c:noMultiLvlLbl val="0"/>
      </c:catAx>
      <c:spPr>
        <a:noFill/>
        <a:ln>
          <a:noFill/>
        </a:ln>
        <a:effectLst/>
      </c:spPr>
    </c:plotArea>
    <c:legend>
      <c:legendPos val="t"/>
      <c:legendEntry>
        <c:idx val="0"/>
        <c:txPr>
          <a:bodyPr rot="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egendEntry>
        <c:idx val="1"/>
        <c:txPr>
          <a:bodyPr rot="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overlay val="0"/>
      <c:spPr>
        <a:noFill/>
        <a:ln>
          <a:noFill/>
        </a:ln>
        <a:effectLst/>
      </c:spPr>
      <c:txPr>
        <a:bodyPr rot="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
    <c:plotVisOnly val="1"/>
    <c:dispBlanksAs val="gap"/>
    <c:showDLblsOverMax val="0"/>
  </c:chart>
  <c:spPr>
    <a:noFill/>
    <a:ln w="9525" cap="flat" cmpd="sng" algn="ctr">
      <a:noFill/>
      <a:round/>
    </a:ln>
    <a:effectLst/>
  </c:spPr>
  <c:txPr>
    <a:bodyPr/>
    <a:lstStyle/>
    <a:p>
      <a:pPr>
        <a:defRPr lang="zh-CN" sz="80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defRPr>
      </a:pPr>
      <a:endParaRPr lang="zh-CN"/>
    </a:p>
  </c:txPr>
  <c:externalData r:id="rId1">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6012646532004398E-2"/>
          <c:y val="0.174558204367605"/>
          <c:w val="0.91162468406805641"/>
          <c:h val="0.71856636484804814"/>
        </c:manualLayout>
      </c:layout>
      <c:lineChart>
        <c:grouping val="standard"/>
        <c:varyColors val="0"/>
        <c:ser>
          <c:idx val="0"/>
          <c:order val="0"/>
          <c:tx>
            <c:v>Baa中低等级投资级企业债利率-10年美债利率的利差，%</c:v>
          </c:tx>
          <c:spPr>
            <a:ln w="25400" cap="rnd" cmpd="sng">
              <a:solidFill>
                <a:srgbClr val="7C80C8"/>
              </a:solidFill>
              <a:prstDash val="solid"/>
              <a:round/>
            </a:ln>
            <a:effectLst/>
          </c:spPr>
          <c:marker>
            <c:symbol val="none"/>
          </c:marker>
          <c:cat>
            <c:numRef>
              <c:f>图5图6!$A$2:$A$2089</c:f>
              <c:numCache>
                <c:formatCode>yyyy\-mm\-dd</c:formatCode>
                <c:ptCount val="2088"/>
                <c:pt idx="0">
                  <c:v>35065</c:v>
                </c:pt>
                <c:pt idx="1">
                  <c:v>35066</c:v>
                </c:pt>
                <c:pt idx="2">
                  <c:v>35067</c:v>
                </c:pt>
                <c:pt idx="3">
                  <c:v>35068</c:v>
                </c:pt>
                <c:pt idx="4">
                  <c:v>35069</c:v>
                </c:pt>
                <c:pt idx="5">
                  <c:v>35072</c:v>
                </c:pt>
                <c:pt idx="6">
                  <c:v>35073</c:v>
                </c:pt>
                <c:pt idx="7">
                  <c:v>35074</c:v>
                </c:pt>
                <c:pt idx="8">
                  <c:v>35075</c:v>
                </c:pt>
                <c:pt idx="9">
                  <c:v>35076</c:v>
                </c:pt>
                <c:pt idx="10">
                  <c:v>35079</c:v>
                </c:pt>
                <c:pt idx="11">
                  <c:v>35080</c:v>
                </c:pt>
                <c:pt idx="12">
                  <c:v>35081</c:v>
                </c:pt>
                <c:pt idx="13">
                  <c:v>35082</c:v>
                </c:pt>
                <c:pt idx="14">
                  <c:v>35083</c:v>
                </c:pt>
                <c:pt idx="15">
                  <c:v>35086</c:v>
                </c:pt>
                <c:pt idx="16">
                  <c:v>35087</c:v>
                </c:pt>
                <c:pt idx="17">
                  <c:v>35088</c:v>
                </c:pt>
                <c:pt idx="18">
                  <c:v>35089</c:v>
                </c:pt>
                <c:pt idx="19">
                  <c:v>35090</c:v>
                </c:pt>
                <c:pt idx="20">
                  <c:v>35093</c:v>
                </c:pt>
                <c:pt idx="21">
                  <c:v>35094</c:v>
                </c:pt>
                <c:pt idx="22">
                  <c:v>35095</c:v>
                </c:pt>
                <c:pt idx="23">
                  <c:v>35096</c:v>
                </c:pt>
                <c:pt idx="24">
                  <c:v>35097</c:v>
                </c:pt>
                <c:pt idx="25">
                  <c:v>35100</c:v>
                </c:pt>
                <c:pt idx="26">
                  <c:v>35101</c:v>
                </c:pt>
                <c:pt idx="27">
                  <c:v>35102</c:v>
                </c:pt>
                <c:pt idx="28">
                  <c:v>35103</c:v>
                </c:pt>
                <c:pt idx="29">
                  <c:v>35104</c:v>
                </c:pt>
                <c:pt idx="30">
                  <c:v>35107</c:v>
                </c:pt>
                <c:pt idx="31">
                  <c:v>35108</c:v>
                </c:pt>
                <c:pt idx="32">
                  <c:v>35109</c:v>
                </c:pt>
                <c:pt idx="33">
                  <c:v>35110</c:v>
                </c:pt>
                <c:pt idx="34">
                  <c:v>35111</c:v>
                </c:pt>
                <c:pt idx="35">
                  <c:v>35114</c:v>
                </c:pt>
                <c:pt idx="36">
                  <c:v>35115</c:v>
                </c:pt>
                <c:pt idx="37">
                  <c:v>35116</c:v>
                </c:pt>
                <c:pt idx="38">
                  <c:v>35117</c:v>
                </c:pt>
                <c:pt idx="39">
                  <c:v>35118</c:v>
                </c:pt>
                <c:pt idx="40">
                  <c:v>35121</c:v>
                </c:pt>
                <c:pt idx="41">
                  <c:v>35122</c:v>
                </c:pt>
                <c:pt idx="42">
                  <c:v>35123</c:v>
                </c:pt>
                <c:pt idx="43">
                  <c:v>35124</c:v>
                </c:pt>
                <c:pt idx="44">
                  <c:v>35125</c:v>
                </c:pt>
                <c:pt idx="45">
                  <c:v>35128</c:v>
                </c:pt>
                <c:pt idx="46">
                  <c:v>35129</c:v>
                </c:pt>
                <c:pt idx="47">
                  <c:v>35130</c:v>
                </c:pt>
                <c:pt idx="48">
                  <c:v>35131</c:v>
                </c:pt>
                <c:pt idx="49">
                  <c:v>35132</c:v>
                </c:pt>
                <c:pt idx="50">
                  <c:v>35135</c:v>
                </c:pt>
                <c:pt idx="51">
                  <c:v>35136</c:v>
                </c:pt>
                <c:pt idx="52">
                  <c:v>35137</c:v>
                </c:pt>
                <c:pt idx="53">
                  <c:v>35138</c:v>
                </c:pt>
                <c:pt idx="54">
                  <c:v>35139</c:v>
                </c:pt>
                <c:pt idx="55">
                  <c:v>35142</c:v>
                </c:pt>
                <c:pt idx="56">
                  <c:v>35143</c:v>
                </c:pt>
                <c:pt idx="57">
                  <c:v>35144</c:v>
                </c:pt>
                <c:pt idx="58">
                  <c:v>35145</c:v>
                </c:pt>
                <c:pt idx="59">
                  <c:v>35146</c:v>
                </c:pt>
                <c:pt idx="60">
                  <c:v>35149</c:v>
                </c:pt>
                <c:pt idx="61">
                  <c:v>35150</c:v>
                </c:pt>
                <c:pt idx="62">
                  <c:v>35151</c:v>
                </c:pt>
                <c:pt idx="63">
                  <c:v>35152</c:v>
                </c:pt>
                <c:pt idx="64">
                  <c:v>35153</c:v>
                </c:pt>
                <c:pt idx="65">
                  <c:v>35156</c:v>
                </c:pt>
                <c:pt idx="66">
                  <c:v>35157</c:v>
                </c:pt>
                <c:pt idx="67">
                  <c:v>35158</c:v>
                </c:pt>
                <c:pt idx="68">
                  <c:v>35159</c:v>
                </c:pt>
                <c:pt idx="69">
                  <c:v>35160</c:v>
                </c:pt>
                <c:pt idx="70">
                  <c:v>35163</c:v>
                </c:pt>
                <c:pt idx="71">
                  <c:v>35164</c:v>
                </c:pt>
                <c:pt idx="72">
                  <c:v>35165</c:v>
                </c:pt>
                <c:pt idx="73">
                  <c:v>35166</c:v>
                </c:pt>
                <c:pt idx="74">
                  <c:v>35167</c:v>
                </c:pt>
                <c:pt idx="75">
                  <c:v>35170</c:v>
                </c:pt>
                <c:pt idx="76">
                  <c:v>35171</c:v>
                </c:pt>
                <c:pt idx="77">
                  <c:v>35172</c:v>
                </c:pt>
                <c:pt idx="78">
                  <c:v>35173</c:v>
                </c:pt>
                <c:pt idx="79">
                  <c:v>35174</c:v>
                </c:pt>
                <c:pt idx="80">
                  <c:v>35177</c:v>
                </c:pt>
                <c:pt idx="81">
                  <c:v>35178</c:v>
                </c:pt>
                <c:pt idx="82">
                  <c:v>35179</c:v>
                </c:pt>
                <c:pt idx="83">
                  <c:v>35180</c:v>
                </c:pt>
                <c:pt idx="84">
                  <c:v>35181</c:v>
                </c:pt>
                <c:pt idx="85">
                  <c:v>35184</c:v>
                </c:pt>
                <c:pt idx="86">
                  <c:v>35185</c:v>
                </c:pt>
                <c:pt idx="87">
                  <c:v>35186</c:v>
                </c:pt>
                <c:pt idx="88">
                  <c:v>35187</c:v>
                </c:pt>
                <c:pt idx="89">
                  <c:v>35188</c:v>
                </c:pt>
                <c:pt idx="90">
                  <c:v>35191</c:v>
                </c:pt>
                <c:pt idx="91">
                  <c:v>35192</c:v>
                </c:pt>
                <c:pt idx="92">
                  <c:v>35193</c:v>
                </c:pt>
                <c:pt idx="93">
                  <c:v>35194</c:v>
                </c:pt>
                <c:pt idx="94">
                  <c:v>35195</c:v>
                </c:pt>
                <c:pt idx="95">
                  <c:v>35198</c:v>
                </c:pt>
                <c:pt idx="96">
                  <c:v>35199</c:v>
                </c:pt>
                <c:pt idx="97">
                  <c:v>35200</c:v>
                </c:pt>
                <c:pt idx="98">
                  <c:v>35201</c:v>
                </c:pt>
                <c:pt idx="99">
                  <c:v>35202</c:v>
                </c:pt>
                <c:pt idx="100">
                  <c:v>35205</c:v>
                </c:pt>
                <c:pt idx="101">
                  <c:v>35206</c:v>
                </c:pt>
                <c:pt idx="102">
                  <c:v>35207</c:v>
                </c:pt>
                <c:pt idx="103">
                  <c:v>35208</c:v>
                </c:pt>
                <c:pt idx="104">
                  <c:v>35209</c:v>
                </c:pt>
                <c:pt idx="105">
                  <c:v>35212</c:v>
                </c:pt>
                <c:pt idx="106">
                  <c:v>35213</c:v>
                </c:pt>
                <c:pt idx="107">
                  <c:v>35214</c:v>
                </c:pt>
                <c:pt idx="108">
                  <c:v>35215</c:v>
                </c:pt>
                <c:pt idx="109">
                  <c:v>35216</c:v>
                </c:pt>
                <c:pt idx="110">
                  <c:v>35219</c:v>
                </c:pt>
                <c:pt idx="111">
                  <c:v>35220</c:v>
                </c:pt>
                <c:pt idx="112">
                  <c:v>35221</c:v>
                </c:pt>
                <c:pt idx="113">
                  <c:v>35222</c:v>
                </c:pt>
                <c:pt idx="114">
                  <c:v>35223</c:v>
                </c:pt>
                <c:pt idx="115">
                  <c:v>35226</c:v>
                </c:pt>
                <c:pt idx="116">
                  <c:v>35227</c:v>
                </c:pt>
                <c:pt idx="117">
                  <c:v>35228</c:v>
                </c:pt>
                <c:pt idx="118">
                  <c:v>35229</c:v>
                </c:pt>
                <c:pt idx="119">
                  <c:v>35230</c:v>
                </c:pt>
                <c:pt idx="120">
                  <c:v>35233</c:v>
                </c:pt>
                <c:pt idx="121">
                  <c:v>35234</c:v>
                </c:pt>
                <c:pt idx="122">
                  <c:v>35235</c:v>
                </c:pt>
                <c:pt idx="123">
                  <c:v>35236</c:v>
                </c:pt>
                <c:pt idx="124">
                  <c:v>35237</c:v>
                </c:pt>
                <c:pt idx="125">
                  <c:v>35240</c:v>
                </c:pt>
                <c:pt idx="126">
                  <c:v>35241</c:v>
                </c:pt>
                <c:pt idx="127">
                  <c:v>35242</c:v>
                </c:pt>
                <c:pt idx="128">
                  <c:v>35243</c:v>
                </c:pt>
                <c:pt idx="129">
                  <c:v>35244</c:v>
                </c:pt>
                <c:pt idx="130">
                  <c:v>35247</c:v>
                </c:pt>
                <c:pt idx="131">
                  <c:v>35248</c:v>
                </c:pt>
                <c:pt idx="132">
                  <c:v>35249</c:v>
                </c:pt>
                <c:pt idx="133">
                  <c:v>35250</c:v>
                </c:pt>
                <c:pt idx="134">
                  <c:v>35251</c:v>
                </c:pt>
                <c:pt idx="135">
                  <c:v>35254</c:v>
                </c:pt>
                <c:pt idx="136">
                  <c:v>35255</c:v>
                </c:pt>
                <c:pt idx="137">
                  <c:v>35256</c:v>
                </c:pt>
                <c:pt idx="138">
                  <c:v>35257</c:v>
                </c:pt>
                <c:pt idx="139">
                  <c:v>35258</c:v>
                </c:pt>
                <c:pt idx="140">
                  <c:v>35261</c:v>
                </c:pt>
                <c:pt idx="141">
                  <c:v>35262</c:v>
                </c:pt>
                <c:pt idx="142">
                  <c:v>35263</c:v>
                </c:pt>
                <c:pt idx="143">
                  <c:v>35264</c:v>
                </c:pt>
                <c:pt idx="144">
                  <c:v>35265</c:v>
                </c:pt>
                <c:pt idx="145">
                  <c:v>35268</c:v>
                </c:pt>
                <c:pt idx="146">
                  <c:v>35269</c:v>
                </c:pt>
                <c:pt idx="147">
                  <c:v>35270</c:v>
                </c:pt>
                <c:pt idx="148">
                  <c:v>35271</c:v>
                </c:pt>
                <c:pt idx="149">
                  <c:v>35272</c:v>
                </c:pt>
                <c:pt idx="150">
                  <c:v>35275</c:v>
                </c:pt>
                <c:pt idx="151">
                  <c:v>35276</c:v>
                </c:pt>
                <c:pt idx="152">
                  <c:v>35277</c:v>
                </c:pt>
                <c:pt idx="153">
                  <c:v>35278</c:v>
                </c:pt>
                <c:pt idx="154">
                  <c:v>35279</c:v>
                </c:pt>
                <c:pt idx="155">
                  <c:v>35282</c:v>
                </c:pt>
                <c:pt idx="156">
                  <c:v>35283</c:v>
                </c:pt>
                <c:pt idx="157">
                  <c:v>35284</c:v>
                </c:pt>
                <c:pt idx="158">
                  <c:v>35285</c:v>
                </c:pt>
                <c:pt idx="159">
                  <c:v>35286</c:v>
                </c:pt>
                <c:pt idx="160">
                  <c:v>35289</c:v>
                </c:pt>
                <c:pt idx="161">
                  <c:v>35290</c:v>
                </c:pt>
                <c:pt idx="162">
                  <c:v>35291</c:v>
                </c:pt>
                <c:pt idx="163">
                  <c:v>35292</c:v>
                </c:pt>
                <c:pt idx="164">
                  <c:v>35293</c:v>
                </c:pt>
                <c:pt idx="165">
                  <c:v>35296</c:v>
                </c:pt>
                <c:pt idx="166">
                  <c:v>35297</c:v>
                </c:pt>
                <c:pt idx="167">
                  <c:v>35298</c:v>
                </c:pt>
                <c:pt idx="168">
                  <c:v>35299</c:v>
                </c:pt>
                <c:pt idx="169">
                  <c:v>35300</c:v>
                </c:pt>
                <c:pt idx="170">
                  <c:v>35303</c:v>
                </c:pt>
                <c:pt idx="171">
                  <c:v>35304</c:v>
                </c:pt>
                <c:pt idx="172">
                  <c:v>35305</c:v>
                </c:pt>
                <c:pt idx="173">
                  <c:v>35306</c:v>
                </c:pt>
                <c:pt idx="174">
                  <c:v>35307</c:v>
                </c:pt>
                <c:pt idx="175">
                  <c:v>35310</c:v>
                </c:pt>
                <c:pt idx="176">
                  <c:v>35311</c:v>
                </c:pt>
                <c:pt idx="177">
                  <c:v>35312</c:v>
                </c:pt>
                <c:pt idx="178">
                  <c:v>35313</c:v>
                </c:pt>
                <c:pt idx="179">
                  <c:v>35314</c:v>
                </c:pt>
                <c:pt idx="180">
                  <c:v>35317</c:v>
                </c:pt>
                <c:pt idx="181">
                  <c:v>35318</c:v>
                </c:pt>
                <c:pt idx="182">
                  <c:v>35319</c:v>
                </c:pt>
                <c:pt idx="183">
                  <c:v>35320</c:v>
                </c:pt>
                <c:pt idx="184">
                  <c:v>35321</c:v>
                </c:pt>
                <c:pt idx="185">
                  <c:v>35324</c:v>
                </c:pt>
                <c:pt idx="186">
                  <c:v>35325</c:v>
                </c:pt>
                <c:pt idx="187">
                  <c:v>35326</c:v>
                </c:pt>
                <c:pt idx="188">
                  <c:v>35327</c:v>
                </c:pt>
                <c:pt idx="189">
                  <c:v>35328</c:v>
                </c:pt>
                <c:pt idx="190">
                  <c:v>35331</c:v>
                </c:pt>
                <c:pt idx="191">
                  <c:v>35332</c:v>
                </c:pt>
                <c:pt idx="192">
                  <c:v>35333</c:v>
                </c:pt>
                <c:pt idx="193">
                  <c:v>35334</c:v>
                </c:pt>
                <c:pt idx="194">
                  <c:v>35335</c:v>
                </c:pt>
                <c:pt idx="195">
                  <c:v>35338</c:v>
                </c:pt>
                <c:pt idx="196">
                  <c:v>35339</c:v>
                </c:pt>
                <c:pt idx="197">
                  <c:v>35340</c:v>
                </c:pt>
                <c:pt idx="198">
                  <c:v>35341</c:v>
                </c:pt>
                <c:pt idx="199">
                  <c:v>35342</c:v>
                </c:pt>
                <c:pt idx="200">
                  <c:v>35345</c:v>
                </c:pt>
                <c:pt idx="201">
                  <c:v>35346</c:v>
                </c:pt>
                <c:pt idx="202">
                  <c:v>35347</c:v>
                </c:pt>
                <c:pt idx="203">
                  <c:v>35348</c:v>
                </c:pt>
                <c:pt idx="204">
                  <c:v>35349</c:v>
                </c:pt>
                <c:pt idx="205">
                  <c:v>35352</c:v>
                </c:pt>
                <c:pt idx="206">
                  <c:v>35353</c:v>
                </c:pt>
                <c:pt idx="207">
                  <c:v>35354</c:v>
                </c:pt>
                <c:pt idx="208">
                  <c:v>35355</c:v>
                </c:pt>
                <c:pt idx="209">
                  <c:v>35356</c:v>
                </c:pt>
                <c:pt idx="210">
                  <c:v>35359</c:v>
                </c:pt>
                <c:pt idx="211">
                  <c:v>35360</c:v>
                </c:pt>
                <c:pt idx="212">
                  <c:v>35361</c:v>
                </c:pt>
                <c:pt idx="213">
                  <c:v>35362</c:v>
                </c:pt>
                <c:pt idx="214">
                  <c:v>35363</c:v>
                </c:pt>
                <c:pt idx="215">
                  <c:v>35366</c:v>
                </c:pt>
                <c:pt idx="216">
                  <c:v>35367</c:v>
                </c:pt>
                <c:pt idx="217">
                  <c:v>35368</c:v>
                </c:pt>
                <c:pt idx="218">
                  <c:v>35369</c:v>
                </c:pt>
                <c:pt idx="219">
                  <c:v>35370</c:v>
                </c:pt>
                <c:pt idx="220">
                  <c:v>35373</c:v>
                </c:pt>
                <c:pt idx="221">
                  <c:v>35374</c:v>
                </c:pt>
                <c:pt idx="222">
                  <c:v>35375</c:v>
                </c:pt>
                <c:pt idx="223">
                  <c:v>35376</c:v>
                </c:pt>
                <c:pt idx="224">
                  <c:v>35377</c:v>
                </c:pt>
                <c:pt idx="225">
                  <c:v>35380</c:v>
                </c:pt>
                <c:pt idx="226">
                  <c:v>35381</c:v>
                </c:pt>
                <c:pt idx="227">
                  <c:v>35382</c:v>
                </c:pt>
                <c:pt idx="228">
                  <c:v>35383</c:v>
                </c:pt>
                <c:pt idx="229">
                  <c:v>35384</c:v>
                </c:pt>
                <c:pt idx="230">
                  <c:v>35387</c:v>
                </c:pt>
                <c:pt idx="231">
                  <c:v>35388</c:v>
                </c:pt>
                <c:pt idx="232">
                  <c:v>35389</c:v>
                </c:pt>
                <c:pt idx="233">
                  <c:v>35390</c:v>
                </c:pt>
                <c:pt idx="234">
                  <c:v>35391</c:v>
                </c:pt>
                <c:pt idx="235">
                  <c:v>35394</c:v>
                </c:pt>
                <c:pt idx="236">
                  <c:v>35395</c:v>
                </c:pt>
                <c:pt idx="237">
                  <c:v>35396</c:v>
                </c:pt>
                <c:pt idx="238">
                  <c:v>35397</c:v>
                </c:pt>
                <c:pt idx="239">
                  <c:v>35398</c:v>
                </c:pt>
                <c:pt idx="240">
                  <c:v>35401</c:v>
                </c:pt>
                <c:pt idx="241">
                  <c:v>35402</c:v>
                </c:pt>
                <c:pt idx="242">
                  <c:v>35403</c:v>
                </c:pt>
                <c:pt idx="243">
                  <c:v>35404</c:v>
                </c:pt>
                <c:pt idx="244">
                  <c:v>35405</c:v>
                </c:pt>
                <c:pt idx="245">
                  <c:v>35408</c:v>
                </c:pt>
                <c:pt idx="246">
                  <c:v>35409</c:v>
                </c:pt>
                <c:pt idx="247">
                  <c:v>35410</c:v>
                </c:pt>
                <c:pt idx="248">
                  <c:v>35411</c:v>
                </c:pt>
                <c:pt idx="249">
                  <c:v>35412</c:v>
                </c:pt>
                <c:pt idx="250">
                  <c:v>35415</c:v>
                </c:pt>
                <c:pt idx="251">
                  <c:v>35416</c:v>
                </c:pt>
                <c:pt idx="252">
                  <c:v>35417</c:v>
                </c:pt>
                <c:pt idx="253">
                  <c:v>35418</c:v>
                </c:pt>
                <c:pt idx="254">
                  <c:v>35419</c:v>
                </c:pt>
                <c:pt idx="255">
                  <c:v>35422</c:v>
                </c:pt>
                <c:pt idx="256">
                  <c:v>35423</c:v>
                </c:pt>
                <c:pt idx="257">
                  <c:v>35424</c:v>
                </c:pt>
                <c:pt idx="258">
                  <c:v>35425</c:v>
                </c:pt>
                <c:pt idx="259">
                  <c:v>35426</c:v>
                </c:pt>
                <c:pt idx="260">
                  <c:v>35429</c:v>
                </c:pt>
                <c:pt idx="261">
                  <c:v>35430</c:v>
                </c:pt>
                <c:pt idx="262">
                  <c:v>35431</c:v>
                </c:pt>
                <c:pt idx="263">
                  <c:v>35432</c:v>
                </c:pt>
                <c:pt idx="264">
                  <c:v>35433</c:v>
                </c:pt>
                <c:pt idx="265">
                  <c:v>35436</c:v>
                </c:pt>
                <c:pt idx="266">
                  <c:v>35437</c:v>
                </c:pt>
                <c:pt idx="267">
                  <c:v>35438</c:v>
                </c:pt>
                <c:pt idx="268">
                  <c:v>35439</c:v>
                </c:pt>
                <c:pt idx="269">
                  <c:v>35440</c:v>
                </c:pt>
                <c:pt idx="270">
                  <c:v>35443</c:v>
                </c:pt>
                <c:pt idx="271">
                  <c:v>35444</c:v>
                </c:pt>
                <c:pt idx="272">
                  <c:v>35445</c:v>
                </c:pt>
                <c:pt idx="273">
                  <c:v>35446</c:v>
                </c:pt>
                <c:pt idx="274">
                  <c:v>35447</c:v>
                </c:pt>
                <c:pt idx="275">
                  <c:v>35450</c:v>
                </c:pt>
                <c:pt idx="276">
                  <c:v>35451</c:v>
                </c:pt>
                <c:pt idx="277">
                  <c:v>35452</c:v>
                </c:pt>
                <c:pt idx="278">
                  <c:v>35453</c:v>
                </c:pt>
                <c:pt idx="279">
                  <c:v>35454</c:v>
                </c:pt>
                <c:pt idx="280">
                  <c:v>35457</c:v>
                </c:pt>
                <c:pt idx="281">
                  <c:v>35458</c:v>
                </c:pt>
                <c:pt idx="282">
                  <c:v>35459</c:v>
                </c:pt>
                <c:pt idx="283">
                  <c:v>35460</c:v>
                </c:pt>
                <c:pt idx="284">
                  <c:v>35461</c:v>
                </c:pt>
                <c:pt idx="285">
                  <c:v>35464</c:v>
                </c:pt>
                <c:pt idx="286">
                  <c:v>35465</c:v>
                </c:pt>
                <c:pt idx="287">
                  <c:v>35466</c:v>
                </c:pt>
                <c:pt idx="288">
                  <c:v>35467</c:v>
                </c:pt>
                <c:pt idx="289">
                  <c:v>35468</c:v>
                </c:pt>
                <c:pt idx="290">
                  <c:v>35471</c:v>
                </c:pt>
                <c:pt idx="291">
                  <c:v>35472</c:v>
                </c:pt>
                <c:pt idx="292">
                  <c:v>35473</c:v>
                </c:pt>
                <c:pt idx="293">
                  <c:v>35474</c:v>
                </c:pt>
                <c:pt idx="294">
                  <c:v>35475</c:v>
                </c:pt>
                <c:pt idx="295">
                  <c:v>35478</c:v>
                </c:pt>
                <c:pt idx="296">
                  <c:v>35479</c:v>
                </c:pt>
                <c:pt idx="297">
                  <c:v>35480</c:v>
                </c:pt>
                <c:pt idx="298">
                  <c:v>35481</c:v>
                </c:pt>
                <c:pt idx="299">
                  <c:v>35482</c:v>
                </c:pt>
                <c:pt idx="300">
                  <c:v>35485</c:v>
                </c:pt>
                <c:pt idx="301">
                  <c:v>35486</c:v>
                </c:pt>
                <c:pt idx="302">
                  <c:v>35487</c:v>
                </c:pt>
                <c:pt idx="303">
                  <c:v>35488</c:v>
                </c:pt>
                <c:pt idx="304">
                  <c:v>35489</c:v>
                </c:pt>
                <c:pt idx="305">
                  <c:v>35492</c:v>
                </c:pt>
                <c:pt idx="306">
                  <c:v>35493</c:v>
                </c:pt>
                <c:pt idx="307">
                  <c:v>35494</c:v>
                </c:pt>
                <c:pt idx="308">
                  <c:v>35495</c:v>
                </c:pt>
                <c:pt idx="309">
                  <c:v>35496</c:v>
                </c:pt>
                <c:pt idx="310">
                  <c:v>35499</c:v>
                </c:pt>
                <c:pt idx="311">
                  <c:v>35500</c:v>
                </c:pt>
                <c:pt idx="312">
                  <c:v>35501</c:v>
                </c:pt>
                <c:pt idx="313">
                  <c:v>35502</c:v>
                </c:pt>
                <c:pt idx="314">
                  <c:v>35503</c:v>
                </c:pt>
                <c:pt idx="315">
                  <c:v>35506</c:v>
                </c:pt>
                <c:pt idx="316">
                  <c:v>35507</c:v>
                </c:pt>
                <c:pt idx="317">
                  <c:v>35508</c:v>
                </c:pt>
                <c:pt idx="318">
                  <c:v>35509</c:v>
                </c:pt>
                <c:pt idx="319">
                  <c:v>35510</c:v>
                </c:pt>
                <c:pt idx="320">
                  <c:v>35513</c:v>
                </c:pt>
                <c:pt idx="321">
                  <c:v>35514</c:v>
                </c:pt>
                <c:pt idx="322">
                  <c:v>35515</c:v>
                </c:pt>
                <c:pt idx="323">
                  <c:v>35516</c:v>
                </c:pt>
                <c:pt idx="324">
                  <c:v>35517</c:v>
                </c:pt>
                <c:pt idx="325">
                  <c:v>35520</c:v>
                </c:pt>
                <c:pt idx="326">
                  <c:v>35521</c:v>
                </c:pt>
                <c:pt idx="327">
                  <c:v>35522</c:v>
                </c:pt>
                <c:pt idx="328">
                  <c:v>35523</c:v>
                </c:pt>
                <c:pt idx="329">
                  <c:v>35524</c:v>
                </c:pt>
                <c:pt idx="330">
                  <c:v>35527</c:v>
                </c:pt>
                <c:pt idx="331">
                  <c:v>35528</c:v>
                </c:pt>
                <c:pt idx="332">
                  <c:v>35529</c:v>
                </c:pt>
                <c:pt idx="333">
                  <c:v>35530</c:v>
                </c:pt>
                <c:pt idx="334">
                  <c:v>35531</c:v>
                </c:pt>
                <c:pt idx="335">
                  <c:v>35534</c:v>
                </c:pt>
                <c:pt idx="336">
                  <c:v>35535</c:v>
                </c:pt>
                <c:pt idx="337">
                  <c:v>35536</c:v>
                </c:pt>
                <c:pt idx="338">
                  <c:v>35537</c:v>
                </c:pt>
                <c:pt idx="339">
                  <c:v>35538</c:v>
                </c:pt>
                <c:pt idx="340">
                  <c:v>35541</c:v>
                </c:pt>
                <c:pt idx="341">
                  <c:v>35542</c:v>
                </c:pt>
                <c:pt idx="342">
                  <c:v>35543</c:v>
                </c:pt>
                <c:pt idx="343">
                  <c:v>35544</c:v>
                </c:pt>
                <c:pt idx="344">
                  <c:v>35545</c:v>
                </c:pt>
                <c:pt idx="345">
                  <c:v>35548</c:v>
                </c:pt>
                <c:pt idx="346">
                  <c:v>35549</c:v>
                </c:pt>
                <c:pt idx="347">
                  <c:v>35550</c:v>
                </c:pt>
                <c:pt idx="348">
                  <c:v>35551</c:v>
                </c:pt>
                <c:pt idx="349">
                  <c:v>35552</c:v>
                </c:pt>
                <c:pt idx="350">
                  <c:v>35555</c:v>
                </c:pt>
                <c:pt idx="351">
                  <c:v>35556</c:v>
                </c:pt>
                <c:pt idx="352">
                  <c:v>35557</c:v>
                </c:pt>
                <c:pt idx="353">
                  <c:v>35558</c:v>
                </c:pt>
                <c:pt idx="354">
                  <c:v>35559</c:v>
                </c:pt>
                <c:pt idx="355">
                  <c:v>35562</c:v>
                </c:pt>
                <c:pt idx="356">
                  <c:v>35563</c:v>
                </c:pt>
                <c:pt idx="357">
                  <c:v>35564</c:v>
                </c:pt>
                <c:pt idx="358">
                  <c:v>35565</c:v>
                </c:pt>
                <c:pt idx="359">
                  <c:v>35566</c:v>
                </c:pt>
                <c:pt idx="360">
                  <c:v>35569</c:v>
                </c:pt>
                <c:pt idx="361">
                  <c:v>35570</c:v>
                </c:pt>
                <c:pt idx="362">
                  <c:v>35571</c:v>
                </c:pt>
                <c:pt idx="363">
                  <c:v>35572</c:v>
                </c:pt>
                <c:pt idx="364">
                  <c:v>35573</c:v>
                </c:pt>
                <c:pt idx="365">
                  <c:v>35576</c:v>
                </c:pt>
                <c:pt idx="366">
                  <c:v>35577</c:v>
                </c:pt>
                <c:pt idx="367">
                  <c:v>35578</c:v>
                </c:pt>
                <c:pt idx="368">
                  <c:v>35579</c:v>
                </c:pt>
                <c:pt idx="369">
                  <c:v>35580</c:v>
                </c:pt>
                <c:pt idx="370">
                  <c:v>35583</c:v>
                </c:pt>
                <c:pt idx="371">
                  <c:v>35584</c:v>
                </c:pt>
                <c:pt idx="372">
                  <c:v>35585</c:v>
                </c:pt>
                <c:pt idx="373">
                  <c:v>35586</c:v>
                </c:pt>
                <c:pt idx="374">
                  <c:v>35587</c:v>
                </c:pt>
                <c:pt idx="375">
                  <c:v>35590</c:v>
                </c:pt>
                <c:pt idx="376">
                  <c:v>35591</c:v>
                </c:pt>
                <c:pt idx="377">
                  <c:v>35592</c:v>
                </c:pt>
                <c:pt idx="378">
                  <c:v>35593</c:v>
                </c:pt>
                <c:pt idx="379">
                  <c:v>35594</c:v>
                </c:pt>
                <c:pt idx="380">
                  <c:v>35597</c:v>
                </c:pt>
                <c:pt idx="381">
                  <c:v>35598</c:v>
                </c:pt>
                <c:pt idx="382">
                  <c:v>35599</c:v>
                </c:pt>
                <c:pt idx="383">
                  <c:v>35600</c:v>
                </c:pt>
                <c:pt idx="384">
                  <c:v>35601</c:v>
                </c:pt>
                <c:pt idx="385">
                  <c:v>35604</c:v>
                </c:pt>
                <c:pt idx="386">
                  <c:v>35605</c:v>
                </c:pt>
                <c:pt idx="387">
                  <c:v>35606</c:v>
                </c:pt>
                <c:pt idx="388">
                  <c:v>35607</c:v>
                </c:pt>
                <c:pt idx="389">
                  <c:v>35608</c:v>
                </c:pt>
                <c:pt idx="390">
                  <c:v>35611</c:v>
                </c:pt>
                <c:pt idx="391">
                  <c:v>35612</c:v>
                </c:pt>
                <c:pt idx="392">
                  <c:v>35613</c:v>
                </c:pt>
                <c:pt idx="393">
                  <c:v>35614</c:v>
                </c:pt>
                <c:pt idx="394">
                  <c:v>35615</c:v>
                </c:pt>
                <c:pt idx="395">
                  <c:v>35618</c:v>
                </c:pt>
                <c:pt idx="396">
                  <c:v>35619</c:v>
                </c:pt>
                <c:pt idx="397">
                  <c:v>35620</c:v>
                </c:pt>
                <c:pt idx="398">
                  <c:v>35621</c:v>
                </c:pt>
                <c:pt idx="399">
                  <c:v>35622</c:v>
                </c:pt>
                <c:pt idx="400">
                  <c:v>35625</c:v>
                </c:pt>
                <c:pt idx="401">
                  <c:v>35626</c:v>
                </c:pt>
                <c:pt idx="402">
                  <c:v>35627</c:v>
                </c:pt>
                <c:pt idx="403">
                  <c:v>35628</c:v>
                </c:pt>
                <c:pt idx="404">
                  <c:v>35629</c:v>
                </c:pt>
                <c:pt idx="405">
                  <c:v>35632</c:v>
                </c:pt>
                <c:pt idx="406">
                  <c:v>35633</c:v>
                </c:pt>
                <c:pt idx="407">
                  <c:v>35634</c:v>
                </c:pt>
                <c:pt idx="408">
                  <c:v>35635</c:v>
                </c:pt>
                <c:pt idx="409">
                  <c:v>35636</c:v>
                </c:pt>
                <c:pt idx="410">
                  <c:v>35639</c:v>
                </c:pt>
                <c:pt idx="411">
                  <c:v>35640</c:v>
                </c:pt>
                <c:pt idx="412">
                  <c:v>35641</c:v>
                </c:pt>
                <c:pt idx="413">
                  <c:v>35642</c:v>
                </c:pt>
                <c:pt idx="414">
                  <c:v>35643</c:v>
                </c:pt>
                <c:pt idx="415">
                  <c:v>35646</c:v>
                </c:pt>
                <c:pt idx="416">
                  <c:v>35647</c:v>
                </c:pt>
                <c:pt idx="417">
                  <c:v>35648</c:v>
                </c:pt>
                <c:pt idx="418">
                  <c:v>35649</c:v>
                </c:pt>
                <c:pt idx="419">
                  <c:v>35650</c:v>
                </c:pt>
                <c:pt idx="420">
                  <c:v>35653</c:v>
                </c:pt>
                <c:pt idx="421">
                  <c:v>35654</c:v>
                </c:pt>
                <c:pt idx="422">
                  <c:v>35655</c:v>
                </c:pt>
                <c:pt idx="423">
                  <c:v>35656</c:v>
                </c:pt>
                <c:pt idx="424">
                  <c:v>35657</c:v>
                </c:pt>
                <c:pt idx="425">
                  <c:v>35660</c:v>
                </c:pt>
                <c:pt idx="426">
                  <c:v>35661</c:v>
                </c:pt>
                <c:pt idx="427">
                  <c:v>35662</c:v>
                </c:pt>
                <c:pt idx="428">
                  <c:v>35663</c:v>
                </c:pt>
                <c:pt idx="429">
                  <c:v>35664</c:v>
                </c:pt>
                <c:pt idx="430">
                  <c:v>35667</c:v>
                </c:pt>
                <c:pt idx="431">
                  <c:v>35668</c:v>
                </c:pt>
                <c:pt idx="432">
                  <c:v>35669</c:v>
                </c:pt>
                <c:pt idx="433">
                  <c:v>35670</c:v>
                </c:pt>
                <c:pt idx="434">
                  <c:v>35671</c:v>
                </c:pt>
                <c:pt idx="435">
                  <c:v>35674</c:v>
                </c:pt>
                <c:pt idx="436">
                  <c:v>35675</c:v>
                </c:pt>
                <c:pt idx="437">
                  <c:v>35676</c:v>
                </c:pt>
                <c:pt idx="438">
                  <c:v>35677</c:v>
                </c:pt>
                <c:pt idx="439">
                  <c:v>35678</c:v>
                </c:pt>
                <c:pt idx="440">
                  <c:v>35681</c:v>
                </c:pt>
                <c:pt idx="441">
                  <c:v>35682</c:v>
                </c:pt>
                <c:pt idx="442">
                  <c:v>35683</c:v>
                </c:pt>
                <c:pt idx="443">
                  <c:v>35684</c:v>
                </c:pt>
                <c:pt idx="444">
                  <c:v>35685</c:v>
                </c:pt>
                <c:pt idx="445">
                  <c:v>35688</c:v>
                </c:pt>
                <c:pt idx="446">
                  <c:v>35689</c:v>
                </c:pt>
                <c:pt idx="447">
                  <c:v>35690</c:v>
                </c:pt>
                <c:pt idx="448">
                  <c:v>35691</c:v>
                </c:pt>
                <c:pt idx="449">
                  <c:v>35692</c:v>
                </c:pt>
                <c:pt idx="450">
                  <c:v>35695</c:v>
                </c:pt>
                <c:pt idx="451">
                  <c:v>35696</c:v>
                </c:pt>
                <c:pt idx="452">
                  <c:v>35697</c:v>
                </c:pt>
                <c:pt idx="453">
                  <c:v>35698</c:v>
                </c:pt>
                <c:pt idx="454">
                  <c:v>35699</c:v>
                </c:pt>
                <c:pt idx="455">
                  <c:v>35702</c:v>
                </c:pt>
                <c:pt idx="456">
                  <c:v>35703</c:v>
                </c:pt>
                <c:pt idx="457">
                  <c:v>35704</c:v>
                </c:pt>
                <c:pt idx="458">
                  <c:v>35705</c:v>
                </c:pt>
                <c:pt idx="459">
                  <c:v>35706</c:v>
                </c:pt>
                <c:pt idx="460">
                  <c:v>35709</c:v>
                </c:pt>
                <c:pt idx="461">
                  <c:v>35710</c:v>
                </c:pt>
                <c:pt idx="462">
                  <c:v>35711</c:v>
                </c:pt>
                <c:pt idx="463">
                  <c:v>35712</c:v>
                </c:pt>
                <c:pt idx="464">
                  <c:v>35713</c:v>
                </c:pt>
                <c:pt idx="465">
                  <c:v>35716</c:v>
                </c:pt>
                <c:pt idx="466">
                  <c:v>35717</c:v>
                </c:pt>
                <c:pt idx="467">
                  <c:v>35718</c:v>
                </c:pt>
                <c:pt idx="468">
                  <c:v>35719</c:v>
                </c:pt>
                <c:pt idx="469">
                  <c:v>35720</c:v>
                </c:pt>
                <c:pt idx="470">
                  <c:v>35723</c:v>
                </c:pt>
                <c:pt idx="471">
                  <c:v>35724</c:v>
                </c:pt>
                <c:pt idx="472">
                  <c:v>35725</c:v>
                </c:pt>
                <c:pt idx="473">
                  <c:v>35726</c:v>
                </c:pt>
                <c:pt idx="474">
                  <c:v>35727</c:v>
                </c:pt>
                <c:pt idx="475">
                  <c:v>35730</c:v>
                </c:pt>
                <c:pt idx="476">
                  <c:v>35731</c:v>
                </c:pt>
                <c:pt idx="477">
                  <c:v>35732</c:v>
                </c:pt>
                <c:pt idx="478">
                  <c:v>35733</c:v>
                </c:pt>
                <c:pt idx="479">
                  <c:v>35734</c:v>
                </c:pt>
                <c:pt idx="480">
                  <c:v>35737</c:v>
                </c:pt>
                <c:pt idx="481">
                  <c:v>35738</c:v>
                </c:pt>
                <c:pt idx="482">
                  <c:v>35739</c:v>
                </c:pt>
                <c:pt idx="483">
                  <c:v>35740</c:v>
                </c:pt>
                <c:pt idx="484">
                  <c:v>35741</c:v>
                </c:pt>
                <c:pt idx="485">
                  <c:v>35744</c:v>
                </c:pt>
                <c:pt idx="486">
                  <c:v>35745</c:v>
                </c:pt>
                <c:pt idx="487">
                  <c:v>35746</c:v>
                </c:pt>
                <c:pt idx="488">
                  <c:v>35747</c:v>
                </c:pt>
                <c:pt idx="489">
                  <c:v>35748</c:v>
                </c:pt>
                <c:pt idx="490">
                  <c:v>35751</c:v>
                </c:pt>
                <c:pt idx="491">
                  <c:v>35752</c:v>
                </c:pt>
                <c:pt idx="492">
                  <c:v>35753</c:v>
                </c:pt>
                <c:pt idx="493">
                  <c:v>35754</c:v>
                </c:pt>
                <c:pt idx="494">
                  <c:v>35755</c:v>
                </c:pt>
                <c:pt idx="495">
                  <c:v>35758</c:v>
                </c:pt>
                <c:pt idx="496">
                  <c:v>35759</c:v>
                </c:pt>
                <c:pt idx="497">
                  <c:v>35760</c:v>
                </c:pt>
                <c:pt idx="498">
                  <c:v>35761</c:v>
                </c:pt>
                <c:pt idx="499">
                  <c:v>35762</c:v>
                </c:pt>
                <c:pt idx="500">
                  <c:v>35765</c:v>
                </c:pt>
                <c:pt idx="501">
                  <c:v>35766</c:v>
                </c:pt>
                <c:pt idx="502">
                  <c:v>35767</c:v>
                </c:pt>
                <c:pt idx="503">
                  <c:v>35768</c:v>
                </c:pt>
                <c:pt idx="504">
                  <c:v>35769</c:v>
                </c:pt>
                <c:pt idx="505">
                  <c:v>35772</c:v>
                </c:pt>
                <c:pt idx="506">
                  <c:v>35773</c:v>
                </c:pt>
                <c:pt idx="507">
                  <c:v>35774</c:v>
                </c:pt>
                <c:pt idx="508">
                  <c:v>35775</c:v>
                </c:pt>
                <c:pt idx="509">
                  <c:v>35776</c:v>
                </c:pt>
                <c:pt idx="510">
                  <c:v>35779</c:v>
                </c:pt>
                <c:pt idx="511">
                  <c:v>35780</c:v>
                </c:pt>
                <c:pt idx="512">
                  <c:v>35781</c:v>
                </c:pt>
                <c:pt idx="513">
                  <c:v>35782</c:v>
                </c:pt>
                <c:pt idx="514">
                  <c:v>35783</c:v>
                </c:pt>
                <c:pt idx="515">
                  <c:v>35786</c:v>
                </c:pt>
                <c:pt idx="516">
                  <c:v>35787</c:v>
                </c:pt>
                <c:pt idx="517">
                  <c:v>35788</c:v>
                </c:pt>
                <c:pt idx="518">
                  <c:v>35789</c:v>
                </c:pt>
                <c:pt idx="519">
                  <c:v>35790</c:v>
                </c:pt>
                <c:pt idx="520">
                  <c:v>35793</c:v>
                </c:pt>
                <c:pt idx="521">
                  <c:v>35794</c:v>
                </c:pt>
                <c:pt idx="522">
                  <c:v>35795</c:v>
                </c:pt>
                <c:pt idx="523">
                  <c:v>35796</c:v>
                </c:pt>
                <c:pt idx="524">
                  <c:v>35797</c:v>
                </c:pt>
                <c:pt idx="525">
                  <c:v>35800</c:v>
                </c:pt>
                <c:pt idx="526">
                  <c:v>35801</c:v>
                </c:pt>
                <c:pt idx="527">
                  <c:v>35802</c:v>
                </c:pt>
                <c:pt idx="528">
                  <c:v>35803</c:v>
                </c:pt>
                <c:pt idx="529">
                  <c:v>35804</c:v>
                </c:pt>
                <c:pt idx="530">
                  <c:v>35807</c:v>
                </c:pt>
                <c:pt idx="531">
                  <c:v>35808</c:v>
                </c:pt>
                <c:pt idx="532">
                  <c:v>35809</c:v>
                </c:pt>
                <c:pt idx="533">
                  <c:v>35810</c:v>
                </c:pt>
                <c:pt idx="534">
                  <c:v>35811</c:v>
                </c:pt>
                <c:pt idx="535">
                  <c:v>35814</c:v>
                </c:pt>
                <c:pt idx="536">
                  <c:v>35815</c:v>
                </c:pt>
                <c:pt idx="537">
                  <c:v>35816</c:v>
                </c:pt>
                <c:pt idx="538">
                  <c:v>35817</c:v>
                </c:pt>
                <c:pt idx="539">
                  <c:v>35818</c:v>
                </c:pt>
                <c:pt idx="540">
                  <c:v>35821</c:v>
                </c:pt>
                <c:pt idx="541">
                  <c:v>35822</c:v>
                </c:pt>
                <c:pt idx="542">
                  <c:v>35823</c:v>
                </c:pt>
                <c:pt idx="543">
                  <c:v>35824</c:v>
                </c:pt>
                <c:pt idx="544">
                  <c:v>35825</c:v>
                </c:pt>
                <c:pt idx="545">
                  <c:v>35828</c:v>
                </c:pt>
                <c:pt idx="546">
                  <c:v>35829</c:v>
                </c:pt>
                <c:pt idx="547">
                  <c:v>35830</c:v>
                </c:pt>
                <c:pt idx="548">
                  <c:v>35831</c:v>
                </c:pt>
                <c:pt idx="549">
                  <c:v>35832</c:v>
                </c:pt>
                <c:pt idx="550">
                  <c:v>35835</c:v>
                </c:pt>
                <c:pt idx="551">
                  <c:v>35836</c:v>
                </c:pt>
                <c:pt idx="552">
                  <c:v>35837</c:v>
                </c:pt>
                <c:pt idx="553">
                  <c:v>35838</c:v>
                </c:pt>
                <c:pt idx="554">
                  <c:v>35839</c:v>
                </c:pt>
                <c:pt idx="555">
                  <c:v>35842</c:v>
                </c:pt>
                <c:pt idx="556">
                  <c:v>35843</c:v>
                </c:pt>
                <c:pt idx="557">
                  <c:v>35844</c:v>
                </c:pt>
                <c:pt idx="558">
                  <c:v>35845</c:v>
                </c:pt>
                <c:pt idx="559">
                  <c:v>35846</c:v>
                </c:pt>
                <c:pt idx="560">
                  <c:v>35849</c:v>
                </c:pt>
                <c:pt idx="561">
                  <c:v>35850</c:v>
                </c:pt>
                <c:pt idx="562">
                  <c:v>35851</c:v>
                </c:pt>
                <c:pt idx="563">
                  <c:v>35852</c:v>
                </c:pt>
                <c:pt idx="564">
                  <c:v>35853</c:v>
                </c:pt>
                <c:pt idx="565">
                  <c:v>35856</c:v>
                </c:pt>
                <c:pt idx="566">
                  <c:v>35857</c:v>
                </c:pt>
                <c:pt idx="567">
                  <c:v>35858</c:v>
                </c:pt>
                <c:pt idx="568">
                  <c:v>35859</c:v>
                </c:pt>
                <c:pt idx="569">
                  <c:v>35860</c:v>
                </c:pt>
                <c:pt idx="570">
                  <c:v>35863</c:v>
                </c:pt>
                <c:pt idx="571">
                  <c:v>35864</c:v>
                </c:pt>
                <c:pt idx="572">
                  <c:v>35865</c:v>
                </c:pt>
                <c:pt idx="573">
                  <c:v>35866</c:v>
                </c:pt>
                <c:pt idx="574">
                  <c:v>35867</c:v>
                </c:pt>
                <c:pt idx="575">
                  <c:v>35870</c:v>
                </c:pt>
                <c:pt idx="576">
                  <c:v>35871</c:v>
                </c:pt>
                <c:pt idx="577">
                  <c:v>35872</c:v>
                </c:pt>
                <c:pt idx="578">
                  <c:v>35873</c:v>
                </c:pt>
                <c:pt idx="579">
                  <c:v>35874</c:v>
                </c:pt>
                <c:pt idx="580">
                  <c:v>35877</c:v>
                </c:pt>
                <c:pt idx="581">
                  <c:v>35878</c:v>
                </c:pt>
                <c:pt idx="582">
                  <c:v>35879</c:v>
                </c:pt>
                <c:pt idx="583">
                  <c:v>35880</c:v>
                </c:pt>
                <c:pt idx="584">
                  <c:v>35881</c:v>
                </c:pt>
                <c:pt idx="585">
                  <c:v>35884</c:v>
                </c:pt>
                <c:pt idx="586">
                  <c:v>35885</c:v>
                </c:pt>
                <c:pt idx="587">
                  <c:v>35886</c:v>
                </c:pt>
                <c:pt idx="588">
                  <c:v>35887</c:v>
                </c:pt>
                <c:pt idx="589">
                  <c:v>35888</c:v>
                </c:pt>
                <c:pt idx="590">
                  <c:v>35891</c:v>
                </c:pt>
                <c:pt idx="591">
                  <c:v>35892</c:v>
                </c:pt>
                <c:pt idx="592">
                  <c:v>35893</c:v>
                </c:pt>
                <c:pt idx="593">
                  <c:v>35894</c:v>
                </c:pt>
                <c:pt idx="594">
                  <c:v>35895</c:v>
                </c:pt>
                <c:pt idx="595">
                  <c:v>35898</c:v>
                </c:pt>
                <c:pt idx="596">
                  <c:v>35899</c:v>
                </c:pt>
                <c:pt idx="597">
                  <c:v>35900</c:v>
                </c:pt>
                <c:pt idx="598">
                  <c:v>35901</c:v>
                </c:pt>
                <c:pt idx="599">
                  <c:v>35902</c:v>
                </c:pt>
                <c:pt idx="600">
                  <c:v>35905</c:v>
                </c:pt>
                <c:pt idx="601">
                  <c:v>35906</c:v>
                </c:pt>
                <c:pt idx="602">
                  <c:v>35907</c:v>
                </c:pt>
                <c:pt idx="603">
                  <c:v>35908</c:v>
                </c:pt>
                <c:pt idx="604">
                  <c:v>35909</c:v>
                </c:pt>
                <c:pt idx="605">
                  <c:v>35912</c:v>
                </c:pt>
                <c:pt idx="606">
                  <c:v>35913</c:v>
                </c:pt>
                <c:pt idx="607">
                  <c:v>35914</c:v>
                </c:pt>
                <c:pt idx="608">
                  <c:v>35915</c:v>
                </c:pt>
                <c:pt idx="609">
                  <c:v>35916</c:v>
                </c:pt>
                <c:pt idx="610">
                  <c:v>35919</c:v>
                </c:pt>
                <c:pt idx="611">
                  <c:v>35920</c:v>
                </c:pt>
                <c:pt idx="612">
                  <c:v>35921</c:v>
                </c:pt>
                <c:pt idx="613">
                  <c:v>35922</c:v>
                </c:pt>
                <c:pt idx="614">
                  <c:v>35923</c:v>
                </c:pt>
                <c:pt idx="615">
                  <c:v>35926</c:v>
                </c:pt>
                <c:pt idx="616">
                  <c:v>35927</c:v>
                </c:pt>
                <c:pt idx="617">
                  <c:v>35928</c:v>
                </c:pt>
                <c:pt idx="618">
                  <c:v>35929</c:v>
                </c:pt>
                <c:pt idx="619">
                  <c:v>35930</c:v>
                </c:pt>
                <c:pt idx="620">
                  <c:v>35933</c:v>
                </c:pt>
                <c:pt idx="621">
                  <c:v>35934</c:v>
                </c:pt>
                <c:pt idx="622">
                  <c:v>35935</c:v>
                </c:pt>
                <c:pt idx="623">
                  <c:v>35936</c:v>
                </c:pt>
                <c:pt idx="624">
                  <c:v>35937</c:v>
                </c:pt>
                <c:pt idx="625">
                  <c:v>35940</c:v>
                </c:pt>
                <c:pt idx="626">
                  <c:v>35941</c:v>
                </c:pt>
                <c:pt idx="627">
                  <c:v>35942</c:v>
                </c:pt>
                <c:pt idx="628">
                  <c:v>35943</c:v>
                </c:pt>
                <c:pt idx="629">
                  <c:v>35944</c:v>
                </c:pt>
                <c:pt idx="630">
                  <c:v>35947</c:v>
                </c:pt>
                <c:pt idx="631">
                  <c:v>35948</c:v>
                </c:pt>
                <c:pt idx="632">
                  <c:v>35949</c:v>
                </c:pt>
                <c:pt idx="633">
                  <c:v>35950</c:v>
                </c:pt>
                <c:pt idx="634">
                  <c:v>35951</c:v>
                </c:pt>
                <c:pt idx="635">
                  <c:v>35954</c:v>
                </c:pt>
                <c:pt idx="636">
                  <c:v>35955</c:v>
                </c:pt>
                <c:pt idx="637">
                  <c:v>35956</c:v>
                </c:pt>
                <c:pt idx="638">
                  <c:v>35957</c:v>
                </c:pt>
                <c:pt idx="639">
                  <c:v>35958</c:v>
                </c:pt>
                <c:pt idx="640">
                  <c:v>35961</c:v>
                </c:pt>
                <c:pt idx="641">
                  <c:v>35962</c:v>
                </c:pt>
                <c:pt idx="642">
                  <c:v>35963</c:v>
                </c:pt>
                <c:pt idx="643">
                  <c:v>35964</c:v>
                </c:pt>
                <c:pt idx="644">
                  <c:v>35965</c:v>
                </c:pt>
                <c:pt idx="645">
                  <c:v>35968</c:v>
                </c:pt>
                <c:pt idx="646">
                  <c:v>35969</c:v>
                </c:pt>
                <c:pt idx="647">
                  <c:v>35970</c:v>
                </c:pt>
                <c:pt idx="648">
                  <c:v>35971</c:v>
                </c:pt>
                <c:pt idx="649">
                  <c:v>35972</c:v>
                </c:pt>
                <c:pt idx="650">
                  <c:v>35975</c:v>
                </c:pt>
                <c:pt idx="651">
                  <c:v>35976</c:v>
                </c:pt>
                <c:pt idx="652">
                  <c:v>35977</c:v>
                </c:pt>
                <c:pt idx="653">
                  <c:v>35978</c:v>
                </c:pt>
                <c:pt idx="654">
                  <c:v>35979</c:v>
                </c:pt>
                <c:pt idx="655">
                  <c:v>35982</c:v>
                </c:pt>
                <c:pt idx="656">
                  <c:v>35983</c:v>
                </c:pt>
                <c:pt idx="657">
                  <c:v>35984</c:v>
                </c:pt>
                <c:pt idx="658">
                  <c:v>35985</c:v>
                </c:pt>
                <c:pt idx="659">
                  <c:v>35986</c:v>
                </c:pt>
                <c:pt idx="660">
                  <c:v>35989</c:v>
                </c:pt>
                <c:pt idx="661">
                  <c:v>35990</c:v>
                </c:pt>
                <c:pt idx="662">
                  <c:v>35991</c:v>
                </c:pt>
                <c:pt idx="663">
                  <c:v>35992</c:v>
                </c:pt>
                <c:pt idx="664">
                  <c:v>35993</c:v>
                </c:pt>
                <c:pt idx="665">
                  <c:v>35996</c:v>
                </c:pt>
                <c:pt idx="666">
                  <c:v>35997</c:v>
                </c:pt>
                <c:pt idx="667">
                  <c:v>35998</c:v>
                </c:pt>
                <c:pt idx="668">
                  <c:v>35999</c:v>
                </c:pt>
                <c:pt idx="669">
                  <c:v>36000</c:v>
                </c:pt>
                <c:pt idx="670">
                  <c:v>36003</c:v>
                </c:pt>
                <c:pt idx="671">
                  <c:v>36004</c:v>
                </c:pt>
                <c:pt idx="672">
                  <c:v>36005</c:v>
                </c:pt>
                <c:pt idx="673">
                  <c:v>36006</c:v>
                </c:pt>
                <c:pt idx="674">
                  <c:v>36007</c:v>
                </c:pt>
                <c:pt idx="675">
                  <c:v>36010</c:v>
                </c:pt>
                <c:pt idx="676">
                  <c:v>36011</c:v>
                </c:pt>
                <c:pt idx="677">
                  <c:v>36012</c:v>
                </c:pt>
                <c:pt idx="678">
                  <c:v>36013</c:v>
                </c:pt>
                <c:pt idx="679">
                  <c:v>36014</c:v>
                </c:pt>
                <c:pt idx="680">
                  <c:v>36017</c:v>
                </c:pt>
                <c:pt idx="681">
                  <c:v>36018</c:v>
                </c:pt>
                <c:pt idx="682">
                  <c:v>36019</c:v>
                </c:pt>
                <c:pt idx="683">
                  <c:v>36020</c:v>
                </c:pt>
                <c:pt idx="684">
                  <c:v>36021</c:v>
                </c:pt>
                <c:pt idx="685">
                  <c:v>36024</c:v>
                </c:pt>
                <c:pt idx="686">
                  <c:v>36025</c:v>
                </c:pt>
                <c:pt idx="687">
                  <c:v>36026</c:v>
                </c:pt>
                <c:pt idx="688">
                  <c:v>36027</c:v>
                </c:pt>
                <c:pt idx="689">
                  <c:v>36028</c:v>
                </c:pt>
                <c:pt idx="690">
                  <c:v>36031</c:v>
                </c:pt>
                <c:pt idx="691">
                  <c:v>36032</c:v>
                </c:pt>
                <c:pt idx="692">
                  <c:v>36033</c:v>
                </c:pt>
                <c:pt idx="693">
                  <c:v>36034</c:v>
                </c:pt>
                <c:pt idx="694">
                  <c:v>36035</c:v>
                </c:pt>
                <c:pt idx="695">
                  <c:v>36038</c:v>
                </c:pt>
                <c:pt idx="696">
                  <c:v>36039</c:v>
                </c:pt>
                <c:pt idx="697">
                  <c:v>36040</c:v>
                </c:pt>
                <c:pt idx="698">
                  <c:v>36041</c:v>
                </c:pt>
                <c:pt idx="699">
                  <c:v>36042</c:v>
                </c:pt>
                <c:pt idx="700">
                  <c:v>36045</c:v>
                </c:pt>
                <c:pt idx="701">
                  <c:v>36046</c:v>
                </c:pt>
                <c:pt idx="702">
                  <c:v>36047</c:v>
                </c:pt>
                <c:pt idx="703">
                  <c:v>36048</c:v>
                </c:pt>
                <c:pt idx="704">
                  <c:v>36049</c:v>
                </c:pt>
                <c:pt idx="705">
                  <c:v>36052</c:v>
                </c:pt>
                <c:pt idx="706">
                  <c:v>36053</c:v>
                </c:pt>
                <c:pt idx="707">
                  <c:v>36054</c:v>
                </c:pt>
                <c:pt idx="708">
                  <c:v>36055</c:v>
                </c:pt>
                <c:pt idx="709">
                  <c:v>36056</c:v>
                </c:pt>
                <c:pt idx="710">
                  <c:v>36059</c:v>
                </c:pt>
                <c:pt idx="711">
                  <c:v>36060</c:v>
                </c:pt>
                <c:pt idx="712">
                  <c:v>36061</c:v>
                </c:pt>
                <c:pt idx="713">
                  <c:v>36062</c:v>
                </c:pt>
                <c:pt idx="714">
                  <c:v>36063</c:v>
                </c:pt>
                <c:pt idx="715">
                  <c:v>36066</c:v>
                </c:pt>
                <c:pt idx="716">
                  <c:v>36067</c:v>
                </c:pt>
                <c:pt idx="717">
                  <c:v>36068</c:v>
                </c:pt>
                <c:pt idx="718">
                  <c:v>36069</c:v>
                </c:pt>
                <c:pt idx="719">
                  <c:v>36070</c:v>
                </c:pt>
                <c:pt idx="720">
                  <c:v>36073</c:v>
                </c:pt>
                <c:pt idx="721">
                  <c:v>36074</c:v>
                </c:pt>
                <c:pt idx="722">
                  <c:v>36075</c:v>
                </c:pt>
                <c:pt idx="723">
                  <c:v>36076</c:v>
                </c:pt>
                <c:pt idx="724">
                  <c:v>36077</c:v>
                </c:pt>
                <c:pt idx="725">
                  <c:v>36080</c:v>
                </c:pt>
                <c:pt idx="726">
                  <c:v>36081</c:v>
                </c:pt>
                <c:pt idx="727">
                  <c:v>36082</c:v>
                </c:pt>
                <c:pt idx="728">
                  <c:v>36083</c:v>
                </c:pt>
                <c:pt idx="729">
                  <c:v>36084</c:v>
                </c:pt>
                <c:pt idx="730">
                  <c:v>36087</c:v>
                </c:pt>
                <c:pt idx="731">
                  <c:v>36088</c:v>
                </c:pt>
                <c:pt idx="732">
                  <c:v>36089</c:v>
                </c:pt>
                <c:pt idx="733">
                  <c:v>36090</c:v>
                </c:pt>
                <c:pt idx="734">
                  <c:v>36091</c:v>
                </c:pt>
                <c:pt idx="735">
                  <c:v>36094</c:v>
                </c:pt>
                <c:pt idx="736">
                  <c:v>36095</c:v>
                </c:pt>
                <c:pt idx="737">
                  <c:v>36096</c:v>
                </c:pt>
                <c:pt idx="738">
                  <c:v>36097</c:v>
                </c:pt>
                <c:pt idx="739">
                  <c:v>36098</c:v>
                </c:pt>
                <c:pt idx="740">
                  <c:v>36101</c:v>
                </c:pt>
                <c:pt idx="741">
                  <c:v>36102</c:v>
                </c:pt>
                <c:pt idx="742">
                  <c:v>36103</c:v>
                </c:pt>
                <c:pt idx="743">
                  <c:v>36104</c:v>
                </c:pt>
                <c:pt idx="744">
                  <c:v>36105</c:v>
                </c:pt>
                <c:pt idx="745">
                  <c:v>36108</c:v>
                </c:pt>
                <c:pt idx="746">
                  <c:v>36109</c:v>
                </c:pt>
                <c:pt idx="747">
                  <c:v>36110</c:v>
                </c:pt>
                <c:pt idx="748">
                  <c:v>36111</c:v>
                </c:pt>
                <c:pt idx="749">
                  <c:v>36112</c:v>
                </c:pt>
                <c:pt idx="750">
                  <c:v>36115</c:v>
                </c:pt>
                <c:pt idx="751">
                  <c:v>36116</c:v>
                </c:pt>
                <c:pt idx="752">
                  <c:v>36117</c:v>
                </c:pt>
                <c:pt idx="753">
                  <c:v>36118</c:v>
                </c:pt>
                <c:pt idx="754">
                  <c:v>36119</c:v>
                </c:pt>
                <c:pt idx="755">
                  <c:v>36122</c:v>
                </c:pt>
                <c:pt idx="756">
                  <c:v>36123</c:v>
                </c:pt>
                <c:pt idx="757">
                  <c:v>36124</c:v>
                </c:pt>
                <c:pt idx="758">
                  <c:v>36125</c:v>
                </c:pt>
                <c:pt idx="759">
                  <c:v>36126</c:v>
                </c:pt>
                <c:pt idx="760">
                  <c:v>36129</c:v>
                </c:pt>
                <c:pt idx="761">
                  <c:v>36130</c:v>
                </c:pt>
                <c:pt idx="762">
                  <c:v>36131</c:v>
                </c:pt>
                <c:pt idx="763">
                  <c:v>36132</c:v>
                </c:pt>
                <c:pt idx="764">
                  <c:v>36133</c:v>
                </c:pt>
                <c:pt idx="765">
                  <c:v>36136</c:v>
                </c:pt>
                <c:pt idx="766">
                  <c:v>36137</c:v>
                </c:pt>
                <c:pt idx="767">
                  <c:v>36138</c:v>
                </c:pt>
                <c:pt idx="768">
                  <c:v>36139</c:v>
                </c:pt>
                <c:pt idx="769">
                  <c:v>36140</c:v>
                </c:pt>
                <c:pt idx="770">
                  <c:v>36143</c:v>
                </c:pt>
                <c:pt idx="771">
                  <c:v>36144</c:v>
                </c:pt>
                <c:pt idx="772">
                  <c:v>36145</c:v>
                </c:pt>
                <c:pt idx="773">
                  <c:v>36146</c:v>
                </c:pt>
                <c:pt idx="774">
                  <c:v>36147</c:v>
                </c:pt>
                <c:pt idx="775">
                  <c:v>36150</c:v>
                </c:pt>
                <c:pt idx="776">
                  <c:v>36151</c:v>
                </c:pt>
                <c:pt idx="777">
                  <c:v>36152</c:v>
                </c:pt>
                <c:pt idx="778">
                  <c:v>36153</c:v>
                </c:pt>
                <c:pt idx="779">
                  <c:v>36154</c:v>
                </c:pt>
                <c:pt idx="780">
                  <c:v>36157</c:v>
                </c:pt>
                <c:pt idx="781">
                  <c:v>36158</c:v>
                </c:pt>
                <c:pt idx="782">
                  <c:v>36159</c:v>
                </c:pt>
                <c:pt idx="783">
                  <c:v>36160</c:v>
                </c:pt>
                <c:pt idx="784">
                  <c:v>36161</c:v>
                </c:pt>
                <c:pt idx="785">
                  <c:v>36164</c:v>
                </c:pt>
                <c:pt idx="786">
                  <c:v>36165</c:v>
                </c:pt>
                <c:pt idx="787">
                  <c:v>36166</c:v>
                </c:pt>
                <c:pt idx="788">
                  <c:v>36167</c:v>
                </c:pt>
                <c:pt idx="789">
                  <c:v>36168</c:v>
                </c:pt>
                <c:pt idx="790">
                  <c:v>36171</c:v>
                </c:pt>
                <c:pt idx="791">
                  <c:v>36172</c:v>
                </c:pt>
                <c:pt idx="792">
                  <c:v>36173</c:v>
                </c:pt>
                <c:pt idx="793">
                  <c:v>36174</c:v>
                </c:pt>
                <c:pt idx="794">
                  <c:v>36175</c:v>
                </c:pt>
                <c:pt idx="795">
                  <c:v>36178</c:v>
                </c:pt>
                <c:pt idx="796">
                  <c:v>36179</c:v>
                </c:pt>
                <c:pt idx="797">
                  <c:v>36180</c:v>
                </c:pt>
                <c:pt idx="798">
                  <c:v>36181</c:v>
                </c:pt>
                <c:pt idx="799">
                  <c:v>36182</c:v>
                </c:pt>
                <c:pt idx="800">
                  <c:v>36185</c:v>
                </c:pt>
                <c:pt idx="801">
                  <c:v>36186</c:v>
                </c:pt>
                <c:pt idx="802">
                  <c:v>36187</c:v>
                </c:pt>
                <c:pt idx="803">
                  <c:v>36188</c:v>
                </c:pt>
                <c:pt idx="804">
                  <c:v>36189</c:v>
                </c:pt>
                <c:pt idx="805">
                  <c:v>36192</c:v>
                </c:pt>
                <c:pt idx="806">
                  <c:v>36193</c:v>
                </c:pt>
                <c:pt idx="807">
                  <c:v>36194</c:v>
                </c:pt>
                <c:pt idx="808">
                  <c:v>36195</c:v>
                </c:pt>
                <c:pt idx="809">
                  <c:v>36196</c:v>
                </c:pt>
                <c:pt idx="810">
                  <c:v>36199</c:v>
                </c:pt>
                <c:pt idx="811">
                  <c:v>36200</c:v>
                </c:pt>
                <c:pt idx="812">
                  <c:v>36201</c:v>
                </c:pt>
                <c:pt idx="813">
                  <c:v>36202</c:v>
                </c:pt>
                <c:pt idx="814">
                  <c:v>36203</c:v>
                </c:pt>
                <c:pt idx="815">
                  <c:v>36206</c:v>
                </c:pt>
                <c:pt idx="816">
                  <c:v>36207</c:v>
                </c:pt>
                <c:pt idx="817">
                  <c:v>36208</c:v>
                </c:pt>
                <c:pt idx="818">
                  <c:v>36209</c:v>
                </c:pt>
                <c:pt idx="819">
                  <c:v>36210</c:v>
                </c:pt>
                <c:pt idx="820">
                  <c:v>36213</c:v>
                </c:pt>
                <c:pt idx="821">
                  <c:v>36214</c:v>
                </c:pt>
                <c:pt idx="822">
                  <c:v>36215</c:v>
                </c:pt>
                <c:pt idx="823">
                  <c:v>36216</c:v>
                </c:pt>
                <c:pt idx="824">
                  <c:v>36217</c:v>
                </c:pt>
                <c:pt idx="825">
                  <c:v>36220</c:v>
                </c:pt>
                <c:pt idx="826">
                  <c:v>36221</c:v>
                </c:pt>
                <c:pt idx="827">
                  <c:v>36222</c:v>
                </c:pt>
                <c:pt idx="828">
                  <c:v>36223</c:v>
                </c:pt>
                <c:pt idx="829">
                  <c:v>36224</c:v>
                </c:pt>
                <c:pt idx="830">
                  <c:v>36227</c:v>
                </c:pt>
                <c:pt idx="831">
                  <c:v>36228</c:v>
                </c:pt>
                <c:pt idx="832">
                  <c:v>36229</c:v>
                </c:pt>
                <c:pt idx="833">
                  <c:v>36230</c:v>
                </c:pt>
                <c:pt idx="834">
                  <c:v>36231</c:v>
                </c:pt>
                <c:pt idx="835">
                  <c:v>36234</c:v>
                </c:pt>
                <c:pt idx="836">
                  <c:v>36235</c:v>
                </c:pt>
                <c:pt idx="837">
                  <c:v>36236</c:v>
                </c:pt>
                <c:pt idx="838">
                  <c:v>36237</c:v>
                </c:pt>
                <c:pt idx="839">
                  <c:v>36238</c:v>
                </c:pt>
                <c:pt idx="840">
                  <c:v>36241</c:v>
                </c:pt>
                <c:pt idx="841">
                  <c:v>36242</c:v>
                </c:pt>
                <c:pt idx="842">
                  <c:v>36243</c:v>
                </c:pt>
                <c:pt idx="843">
                  <c:v>36244</c:v>
                </c:pt>
                <c:pt idx="844">
                  <c:v>36245</c:v>
                </c:pt>
                <c:pt idx="845">
                  <c:v>36248</c:v>
                </c:pt>
                <c:pt idx="846">
                  <c:v>36249</c:v>
                </c:pt>
                <c:pt idx="847">
                  <c:v>36250</c:v>
                </c:pt>
                <c:pt idx="848">
                  <c:v>36251</c:v>
                </c:pt>
                <c:pt idx="849">
                  <c:v>36252</c:v>
                </c:pt>
                <c:pt idx="850">
                  <c:v>36255</c:v>
                </c:pt>
                <c:pt idx="851">
                  <c:v>36256</c:v>
                </c:pt>
                <c:pt idx="852">
                  <c:v>36257</c:v>
                </c:pt>
                <c:pt idx="853">
                  <c:v>36258</c:v>
                </c:pt>
                <c:pt idx="854">
                  <c:v>36259</c:v>
                </c:pt>
                <c:pt idx="855">
                  <c:v>36262</c:v>
                </c:pt>
                <c:pt idx="856">
                  <c:v>36263</c:v>
                </c:pt>
                <c:pt idx="857">
                  <c:v>36264</c:v>
                </c:pt>
                <c:pt idx="858">
                  <c:v>36265</c:v>
                </c:pt>
                <c:pt idx="859">
                  <c:v>36266</c:v>
                </c:pt>
                <c:pt idx="860">
                  <c:v>36269</c:v>
                </c:pt>
                <c:pt idx="861">
                  <c:v>36270</c:v>
                </c:pt>
                <c:pt idx="862">
                  <c:v>36271</c:v>
                </c:pt>
                <c:pt idx="863">
                  <c:v>36272</c:v>
                </c:pt>
                <c:pt idx="864">
                  <c:v>36273</c:v>
                </c:pt>
                <c:pt idx="865">
                  <c:v>36276</c:v>
                </c:pt>
                <c:pt idx="866">
                  <c:v>36277</c:v>
                </c:pt>
                <c:pt idx="867">
                  <c:v>36278</c:v>
                </c:pt>
                <c:pt idx="868">
                  <c:v>36279</c:v>
                </c:pt>
                <c:pt idx="869">
                  <c:v>36280</c:v>
                </c:pt>
                <c:pt idx="870">
                  <c:v>36283</c:v>
                </c:pt>
                <c:pt idx="871">
                  <c:v>36284</c:v>
                </c:pt>
                <c:pt idx="872">
                  <c:v>36285</c:v>
                </c:pt>
                <c:pt idx="873">
                  <c:v>36286</c:v>
                </c:pt>
                <c:pt idx="874">
                  <c:v>36287</c:v>
                </c:pt>
                <c:pt idx="875">
                  <c:v>36290</c:v>
                </c:pt>
                <c:pt idx="876">
                  <c:v>36291</c:v>
                </c:pt>
                <c:pt idx="877">
                  <c:v>36292</c:v>
                </c:pt>
                <c:pt idx="878">
                  <c:v>36293</c:v>
                </c:pt>
                <c:pt idx="879">
                  <c:v>36294</c:v>
                </c:pt>
                <c:pt idx="880">
                  <c:v>36297</c:v>
                </c:pt>
                <c:pt idx="881">
                  <c:v>36298</c:v>
                </c:pt>
                <c:pt idx="882">
                  <c:v>36299</c:v>
                </c:pt>
                <c:pt idx="883">
                  <c:v>36300</c:v>
                </c:pt>
                <c:pt idx="884">
                  <c:v>36301</c:v>
                </c:pt>
                <c:pt idx="885">
                  <c:v>36304</c:v>
                </c:pt>
                <c:pt idx="886">
                  <c:v>36305</c:v>
                </c:pt>
                <c:pt idx="887">
                  <c:v>36306</c:v>
                </c:pt>
                <c:pt idx="888">
                  <c:v>36307</c:v>
                </c:pt>
                <c:pt idx="889">
                  <c:v>36308</c:v>
                </c:pt>
                <c:pt idx="890">
                  <c:v>36311</c:v>
                </c:pt>
                <c:pt idx="891">
                  <c:v>36312</c:v>
                </c:pt>
                <c:pt idx="892">
                  <c:v>36313</c:v>
                </c:pt>
                <c:pt idx="893">
                  <c:v>36314</c:v>
                </c:pt>
                <c:pt idx="894">
                  <c:v>36315</c:v>
                </c:pt>
                <c:pt idx="895">
                  <c:v>36318</c:v>
                </c:pt>
                <c:pt idx="896">
                  <c:v>36319</c:v>
                </c:pt>
                <c:pt idx="897">
                  <c:v>36320</c:v>
                </c:pt>
                <c:pt idx="898">
                  <c:v>36321</c:v>
                </c:pt>
                <c:pt idx="899">
                  <c:v>36322</c:v>
                </c:pt>
                <c:pt idx="900">
                  <c:v>36325</c:v>
                </c:pt>
                <c:pt idx="901">
                  <c:v>36326</c:v>
                </c:pt>
                <c:pt idx="902">
                  <c:v>36327</c:v>
                </c:pt>
                <c:pt idx="903">
                  <c:v>36328</c:v>
                </c:pt>
                <c:pt idx="904">
                  <c:v>36329</c:v>
                </c:pt>
                <c:pt idx="905">
                  <c:v>36332</c:v>
                </c:pt>
                <c:pt idx="906">
                  <c:v>36333</c:v>
                </c:pt>
                <c:pt idx="907">
                  <c:v>36334</c:v>
                </c:pt>
                <c:pt idx="908">
                  <c:v>36335</c:v>
                </c:pt>
                <c:pt idx="909">
                  <c:v>36336</c:v>
                </c:pt>
                <c:pt idx="910">
                  <c:v>36339</c:v>
                </c:pt>
                <c:pt idx="911">
                  <c:v>36340</c:v>
                </c:pt>
                <c:pt idx="912">
                  <c:v>36341</c:v>
                </c:pt>
                <c:pt idx="913">
                  <c:v>36342</c:v>
                </c:pt>
                <c:pt idx="914">
                  <c:v>36343</c:v>
                </c:pt>
                <c:pt idx="915">
                  <c:v>36346</c:v>
                </c:pt>
                <c:pt idx="916">
                  <c:v>36347</c:v>
                </c:pt>
                <c:pt idx="917">
                  <c:v>36348</c:v>
                </c:pt>
                <c:pt idx="918">
                  <c:v>36349</c:v>
                </c:pt>
                <c:pt idx="919">
                  <c:v>36350</c:v>
                </c:pt>
                <c:pt idx="920">
                  <c:v>36353</c:v>
                </c:pt>
                <c:pt idx="921">
                  <c:v>36354</c:v>
                </c:pt>
                <c:pt idx="922">
                  <c:v>36355</c:v>
                </c:pt>
                <c:pt idx="923">
                  <c:v>36356</c:v>
                </c:pt>
                <c:pt idx="924">
                  <c:v>36357</c:v>
                </c:pt>
                <c:pt idx="925">
                  <c:v>36360</c:v>
                </c:pt>
                <c:pt idx="926">
                  <c:v>36361</c:v>
                </c:pt>
                <c:pt idx="927">
                  <c:v>36362</c:v>
                </c:pt>
                <c:pt idx="928">
                  <c:v>36363</c:v>
                </c:pt>
                <c:pt idx="929">
                  <c:v>36364</c:v>
                </c:pt>
                <c:pt idx="930">
                  <c:v>36367</c:v>
                </c:pt>
                <c:pt idx="931">
                  <c:v>36368</c:v>
                </c:pt>
                <c:pt idx="932">
                  <c:v>36369</c:v>
                </c:pt>
                <c:pt idx="933">
                  <c:v>36370</c:v>
                </c:pt>
                <c:pt idx="934">
                  <c:v>36371</c:v>
                </c:pt>
                <c:pt idx="935">
                  <c:v>36374</c:v>
                </c:pt>
                <c:pt idx="936">
                  <c:v>36375</c:v>
                </c:pt>
                <c:pt idx="937">
                  <c:v>36376</c:v>
                </c:pt>
                <c:pt idx="938">
                  <c:v>36377</c:v>
                </c:pt>
                <c:pt idx="939">
                  <c:v>36378</c:v>
                </c:pt>
                <c:pt idx="940">
                  <c:v>36381</c:v>
                </c:pt>
                <c:pt idx="941">
                  <c:v>36382</c:v>
                </c:pt>
                <c:pt idx="942">
                  <c:v>36383</c:v>
                </c:pt>
                <c:pt idx="943">
                  <c:v>36384</c:v>
                </c:pt>
                <c:pt idx="944">
                  <c:v>36385</c:v>
                </c:pt>
                <c:pt idx="945">
                  <c:v>36388</c:v>
                </c:pt>
                <c:pt idx="946">
                  <c:v>36389</c:v>
                </c:pt>
                <c:pt idx="947">
                  <c:v>36390</c:v>
                </c:pt>
                <c:pt idx="948">
                  <c:v>36391</c:v>
                </c:pt>
                <c:pt idx="949">
                  <c:v>36392</c:v>
                </c:pt>
                <c:pt idx="950">
                  <c:v>36395</c:v>
                </c:pt>
                <c:pt idx="951">
                  <c:v>36396</c:v>
                </c:pt>
                <c:pt idx="952">
                  <c:v>36397</c:v>
                </c:pt>
                <c:pt idx="953">
                  <c:v>36398</c:v>
                </c:pt>
                <c:pt idx="954">
                  <c:v>36399</c:v>
                </c:pt>
                <c:pt idx="955">
                  <c:v>36402</c:v>
                </c:pt>
                <c:pt idx="956">
                  <c:v>36403</c:v>
                </c:pt>
                <c:pt idx="957">
                  <c:v>36404</c:v>
                </c:pt>
                <c:pt idx="958">
                  <c:v>36405</c:v>
                </c:pt>
                <c:pt idx="959">
                  <c:v>36406</c:v>
                </c:pt>
                <c:pt idx="960">
                  <c:v>36409</c:v>
                </c:pt>
                <c:pt idx="961">
                  <c:v>36410</c:v>
                </c:pt>
                <c:pt idx="962">
                  <c:v>36411</c:v>
                </c:pt>
                <c:pt idx="963">
                  <c:v>36412</c:v>
                </c:pt>
                <c:pt idx="964">
                  <c:v>36413</c:v>
                </c:pt>
                <c:pt idx="965">
                  <c:v>36416</c:v>
                </c:pt>
                <c:pt idx="966">
                  <c:v>36417</c:v>
                </c:pt>
                <c:pt idx="967">
                  <c:v>36418</c:v>
                </c:pt>
                <c:pt idx="968">
                  <c:v>36419</c:v>
                </c:pt>
                <c:pt idx="969">
                  <c:v>36420</c:v>
                </c:pt>
                <c:pt idx="970">
                  <c:v>36423</c:v>
                </c:pt>
                <c:pt idx="971">
                  <c:v>36424</c:v>
                </c:pt>
                <c:pt idx="972">
                  <c:v>36425</c:v>
                </c:pt>
                <c:pt idx="973">
                  <c:v>36426</c:v>
                </c:pt>
                <c:pt idx="974">
                  <c:v>36427</c:v>
                </c:pt>
                <c:pt idx="975">
                  <c:v>36430</c:v>
                </c:pt>
                <c:pt idx="976">
                  <c:v>36431</c:v>
                </c:pt>
                <c:pt idx="977">
                  <c:v>36432</c:v>
                </c:pt>
                <c:pt idx="978">
                  <c:v>36433</c:v>
                </c:pt>
                <c:pt idx="979">
                  <c:v>36434</c:v>
                </c:pt>
                <c:pt idx="980">
                  <c:v>36437</c:v>
                </c:pt>
                <c:pt idx="981">
                  <c:v>36438</c:v>
                </c:pt>
                <c:pt idx="982">
                  <c:v>36439</c:v>
                </c:pt>
                <c:pt idx="983">
                  <c:v>36440</c:v>
                </c:pt>
                <c:pt idx="984">
                  <c:v>36441</c:v>
                </c:pt>
                <c:pt idx="985">
                  <c:v>36444</c:v>
                </c:pt>
                <c:pt idx="986">
                  <c:v>36445</c:v>
                </c:pt>
                <c:pt idx="987">
                  <c:v>36446</c:v>
                </c:pt>
                <c:pt idx="988">
                  <c:v>36447</c:v>
                </c:pt>
                <c:pt idx="989">
                  <c:v>36448</c:v>
                </c:pt>
                <c:pt idx="990">
                  <c:v>36451</c:v>
                </c:pt>
                <c:pt idx="991">
                  <c:v>36452</c:v>
                </c:pt>
                <c:pt idx="992">
                  <c:v>36453</c:v>
                </c:pt>
                <c:pt idx="993">
                  <c:v>36454</c:v>
                </c:pt>
                <c:pt idx="994">
                  <c:v>36455</c:v>
                </c:pt>
                <c:pt idx="995">
                  <c:v>36458</c:v>
                </c:pt>
                <c:pt idx="996">
                  <c:v>36459</c:v>
                </c:pt>
                <c:pt idx="997">
                  <c:v>36460</c:v>
                </c:pt>
                <c:pt idx="998">
                  <c:v>36461</c:v>
                </c:pt>
                <c:pt idx="999">
                  <c:v>36462</c:v>
                </c:pt>
                <c:pt idx="1000">
                  <c:v>36465</c:v>
                </c:pt>
                <c:pt idx="1001">
                  <c:v>36466</c:v>
                </c:pt>
                <c:pt idx="1002">
                  <c:v>36467</c:v>
                </c:pt>
                <c:pt idx="1003">
                  <c:v>36468</c:v>
                </c:pt>
                <c:pt idx="1004">
                  <c:v>36469</c:v>
                </c:pt>
                <c:pt idx="1005">
                  <c:v>36472</c:v>
                </c:pt>
                <c:pt idx="1006">
                  <c:v>36473</c:v>
                </c:pt>
                <c:pt idx="1007">
                  <c:v>36474</c:v>
                </c:pt>
                <c:pt idx="1008">
                  <c:v>36475</c:v>
                </c:pt>
                <c:pt idx="1009">
                  <c:v>36476</c:v>
                </c:pt>
                <c:pt idx="1010">
                  <c:v>36479</c:v>
                </c:pt>
                <c:pt idx="1011">
                  <c:v>36480</c:v>
                </c:pt>
                <c:pt idx="1012">
                  <c:v>36481</c:v>
                </c:pt>
                <c:pt idx="1013">
                  <c:v>36482</c:v>
                </c:pt>
                <c:pt idx="1014">
                  <c:v>36483</c:v>
                </c:pt>
                <c:pt idx="1015">
                  <c:v>36486</c:v>
                </c:pt>
                <c:pt idx="1016">
                  <c:v>36487</c:v>
                </c:pt>
                <c:pt idx="1017">
                  <c:v>36488</c:v>
                </c:pt>
                <c:pt idx="1018">
                  <c:v>36489</c:v>
                </c:pt>
                <c:pt idx="1019">
                  <c:v>36490</c:v>
                </c:pt>
                <c:pt idx="1020">
                  <c:v>36493</c:v>
                </c:pt>
                <c:pt idx="1021">
                  <c:v>36494</c:v>
                </c:pt>
                <c:pt idx="1022">
                  <c:v>36495</c:v>
                </c:pt>
                <c:pt idx="1023">
                  <c:v>36496</c:v>
                </c:pt>
                <c:pt idx="1024">
                  <c:v>36497</c:v>
                </c:pt>
                <c:pt idx="1025">
                  <c:v>36500</c:v>
                </c:pt>
                <c:pt idx="1026">
                  <c:v>36501</c:v>
                </c:pt>
                <c:pt idx="1027">
                  <c:v>36502</c:v>
                </c:pt>
                <c:pt idx="1028">
                  <c:v>36503</c:v>
                </c:pt>
                <c:pt idx="1029">
                  <c:v>36504</c:v>
                </c:pt>
                <c:pt idx="1030">
                  <c:v>36507</c:v>
                </c:pt>
                <c:pt idx="1031">
                  <c:v>36508</c:v>
                </c:pt>
                <c:pt idx="1032">
                  <c:v>36509</c:v>
                </c:pt>
                <c:pt idx="1033">
                  <c:v>36510</c:v>
                </c:pt>
                <c:pt idx="1034">
                  <c:v>36511</c:v>
                </c:pt>
                <c:pt idx="1035">
                  <c:v>36514</c:v>
                </c:pt>
                <c:pt idx="1036">
                  <c:v>36515</c:v>
                </c:pt>
                <c:pt idx="1037">
                  <c:v>36516</c:v>
                </c:pt>
                <c:pt idx="1038">
                  <c:v>36517</c:v>
                </c:pt>
                <c:pt idx="1039">
                  <c:v>36518</c:v>
                </c:pt>
                <c:pt idx="1040">
                  <c:v>36521</c:v>
                </c:pt>
                <c:pt idx="1041">
                  <c:v>36522</c:v>
                </c:pt>
                <c:pt idx="1042">
                  <c:v>36523</c:v>
                </c:pt>
                <c:pt idx="1043">
                  <c:v>36524</c:v>
                </c:pt>
                <c:pt idx="1044">
                  <c:v>36525</c:v>
                </c:pt>
                <c:pt idx="1045">
                  <c:v>36528</c:v>
                </c:pt>
                <c:pt idx="1046">
                  <c:v>36529</c:v>
                </c:pt>
                <c:pt idx="1047">
                  <c:v>36530</c:v>
                </c:pt>
                <c:pt idx="1048">
                  <c:v>36531</c:v>
                </c:pt>
                <c:pt idx="1049">
                  <c:v>36532</c:v>
                </c:pt>
                <c:pt idx="1050">
                  <c:v>36535</c:v>
                </c:pt>
                <c:pt idx="1051">
                  <c:v>36536</c:v>
                </c:pt>
                <c:pt idx="1052">
                  <c:v>36537</c:v>
                </c:pt>
                <c:pt idx="1053">
                  <c:v>36538</c:v>
                </c:pt>
                <c:pt idx="1054">
                  <c:v>36539</c:v>
                </c:pt>
                <c:pt idx="1055">
                  <c:v>36542</c:v>
                </c:pt>
                <c:pt idx="1056">
                  <c:v>36543</c:v>
                </c:pt>
                <c:pt idx="1057">
                  <c:v>36544</c:v>
                </c:pt>
                <c:pt idx="1058">
                  <c:v>36545</c:v>
                </c:pt>
                <c:pt idx="1059">
                  <c:v>36546</c:v>
                </c:pt>
                <c:pt idx="1060">
                  <c:v>36549</c:v>
                </c:pt>
                <c:pt idx="1061">
                  <c:v>36550</c:v>
                </c:pt>
                <c:pt idx="1062">
                  <c:v>36551</c:v>
                </c:pt>
                <c:pt idx="1063">
                  <c:v>36552</c:v>
                </c:pt>
                <c:pt idx="1064">
                  <c:v>36553</c:v>
                </c:pt>
                <c:pt idx="1065">
                  <c:v>36556</c:v>
                </c:pt>
                <c:pt idx="1066">
                  <c:v>36557</c:v>
                </c:pt>
                <c:pt idx="1067">
                  <c:v>36558</c:v>
                </c:pt>
                <c:pt idx="1068">
                  <c:v>36559</c:v>
                </c:pt>
                <c:pt idx="1069">
                  <c:v>36560</c:v>
                </c:pt>
                <c:pt idx="1070">
                  <c:v>36563</c:v>
                </c:pt>
                <c:pt idx="1071">
                  <c:v>36564</c:v>
                </c:pt>
                <c:pt idx="1072">
                  <c:v>36565</c:v>
                </c:pt>
                <c:pt idx="1073">
                  <c:v>36566</c:v>
                </c:pt>
                <c:pt idx="1074">
                  <c:v>36567</c:v>
                </c:pt>
                <c:pt idx="1075">
                  <c:v>36570</c:v>
                </c:pt>
                <c:pt idx="1076">
                  <c:v>36571</c:v>
                </c:pt>
                <c:pt idx="1077">
                  <c:v>36572</c:v>
                </c:pt>
                <c:pt idx="1078">
                  <c:v>36573</c:v>
                </c:pt>
                <c:pt idx="1079">
                  <c:v>36574</c:v>
                </c:pt>
                <c:pt idx="1080">
                  <c:v>36577</c:v>
                </c:pt>
                <c:pt idx="1081">
                  <c:v>36578</c:v>
                </c:pt>
                <c:pt idx="1082">
                  <c:v>36579</c:v>
                </c:pt>
                <c:pt idx="1083">
                  <c:v>36580</c:v>
                </c:pt>
                <c:pt idx="1084">
                  <c:v>36581</c:v>
                </c:pt>
                <c:pt idx="1085">
                  <c:v>36584</c:v>
                </c:pt>
                <c:pt idx="1086">
                  <c:v>36585</c:v>
                </c:pt>
                <c:pt idx="1087">
                  <c:v>36586</c:v>
                </c:pt>
                <c:pt idx="1088">
                  <c:v>36587</c:v>
                </c:pt>
                <c:pt idx="1089">
                  <c:v>36588</c:v>
                </c:pt>
                <c:pt idx="1090">
                  <c:v>36591</c:v>
                </c:pt>
                <c:pt idx="1091">
                  <c:v>36592</c:v>
                </c:pt>
                <c:pt idx="1092">
                  <c:v>36593</c:v>
                </c:pt>
                <c:pt idx="1093">
                  <c:v>36594</c:v>
                </c:pt>
                <c:pt idx="1094">
                  <c:v>36595</c:v>
                </c:pt>
                <c:pt idx="1095">
                  <c:v>36598</c:v>
                </c:pt>
                <c:pt idx="1096">
                  <c:v>36599</c:v>
                </c:pt>
                <c:pt idx="1097">
                  <c:v>36600</c:v>
                </c:pt>
                <c:pt idx="1098">
                  <c:v>36601</c:v>
                </c:pt>
                <c:pt idx="1099">
                  <c:v>36602</c:v>
                </c:pt>
                <c:pt idx="1100">
                  <c:v>36605</c:v>
                </c:pt>
                <c:pt idx="1101">
                  <c:v>36606</c:v>
                </c:pt>
                <c:pt idx="1102">
                  <c:v>36607</c:v>
                </c:pt>
                <c:pt idx="1103">
                  <c:v>36608</c:v>
                </c:pt>
                <c:pt idx="1104">
                  <c:v>36609</c:v>
                </c:pt>
                <c:pt idx="1105">
                  <c:v>36612</c:v>
                </c:pt>
                <c:pt idx="1106">
                  <c:v>36613</c:v>
                </c:pt>
                <c:pt idx="1107">
                  <c:v>36614</c:v>
                </c:pt>
                <c:pt idx="1108">
                  <c:v>36615</c:v>
                </c:pt>
                <c:pt idx="1109">
                  <c:v>36616</c:v>
                </c:pt>
                <c:pt idx="1110">
                  <c:v>36619</c:v>
                </c:pt>
                <c:pt idx="1111">
                  <c:v>36620</c:v>
                </c:pt>
                <c:pt idx="1112">
                  <c:v>36621</c:v>
                </c:pt>
                <c:pt idx="1113">
                  <c:v>36622</c:v>
                </c:pt>
                <c:pt idx="1114">
                  <c:v>36623</c:v>
                </c:pt>
                <c:pt idx="1115">
                  <c:v>36626</c:v>
                </c:pt>
                <c:pt idx="1116">
                  <c:v>36627</c:v>
                </c:pt>
                <c:pt idx="1117">
                  <c:v>36628</c:v>
                </c:pt>
                <c:pt idx="1118">
                  <c:v>36629</c:v>
                </c:pt>
                <c:pt idx="1119">
                  <c:v>36630</c:v>
                </c:pt>
                <c:pt idx="1120">
                  <c:v>36633</c:v>
                </c:pt>
                <c:pt idx="1121">
                  <c:v>36634</c:v>
                </c:pt>
                <c:pt idx="1122">
                  <c:v>36635</c:v>
                </c:pt>
                <c:pt idx="1123">
                  <c:v>36636</c:v>
                </c:pt>
                <c:pt idx="1124">
                  <c:v>36637</c:v>
                </c:pt>
                <c:pt idx="1125">
                  <c:v>36640</c:v>
                </c:pt>
                <c:pt idx="1126">
                  <c:v>36641</c:v>
                </c:pt>
                <c:pt idx="1127">
                  <c:v>36642</c:v>
                </c:pt>
                <c:pt idx="1128">
                  <c:v>36643</c:v>
                </c:pt>
                <c:pt idx="1129">
                  <c:v>36644</c:v>
                </c:pt>
                <c:pt idx="1130">
                  <c:v>36647</c:v>
                </c:pt>
                <c:pt idx="1131">
                  <c:v>36648</c:v>
                </c:pt>
                <c:pt idx="1132">
                  <c:v>36649</c:v>
                </c:pt>
                <c:pt idx="1133">
                  <c:v>36650</c:v>
                </c:pt>
                <c:pt idx="1134">
                  <c:v>36651</c:v>
                </c:pt>
                <c:pt idx="1135">
                  <c:v>36654</c:v>
                </c:pt>
                <c:pt idx="1136">
                  <c:v>36655</c:v>
                </c:pt>
                <c:pt idx="1137">
                  <c:v>36656</c:v>
                </c:pt>
                <c:pt idx="1138">
                  <c:v>36657</c:v>
                </c:pt>
                <c:pt idx="1139">
                  <c:v>36658</c:v>
                </c:pt>
                <c:pt idx="1140">
                  <c:v>36661</c:v>
                </c:pt>
                <c:pt idx="1141">
                  <c:v>36662</c:v>
                </c:pt>
                <c:pt idx="1142">
                  <c:v>36663</c:v>
                </c:pt>
                <c:pt idx="1143">
                  <c:v>36664</c:v>
                </c:pt>
                <c:pt idx="1144">
                  <c:v>36665</c:v>
                </c:pt>
                <c:pt idx="1145">
                  <c:v>36668</c:v>
                </c:pt>
                <c:pt idx="1146">
                  <c:v>36669</c:v>
                </c:pt>
                <c:pt idx="1147">
                  <c:v>36670</c:v>
                </c:pt>
                <c:pt idx="1148">
                  <c:v>36671</c:v>
                </c:pt>
                <c:pt idx="1149">
                  <c:v>36672</c:v>
                </c:pt>
                <c:pt idx="1150">
                  <c:v>36675</c:v>
                </c:pt>
                <c:pt idx="1151">
                  <c:v>36676</c:v>
                </c:pt>
                <c:pt idx="1152">
                  <c:v>36677</c:v>
                </c:pt>
                <c:pt idx="1153">
                  <c:v>36678</c:v>
                </c:pt>
                <c:pt idx="1154">
                  <c:v>36679</c:v>
                </c:pt>
                <c:pt idx="1155">
                  <c:v>36682</c:v>
                </c:pt>
                <c:pt idx="1156">
                  <c:v>36683</c:v>
                </c:pt>
                <c:pt idx="1157">
                  <c:v>36684</c:v>
                </c:pt>
                <c:pt idx="1158">
                  <c:v>36685</c:v>
                </c:pt>
                <c:pt idx="1159">
                  <c:v>36686</c:v>
                </c:pt>
                <c:pt idx="1160">
                  <c:v>36689</c:v>
                </c:pt>
                <c:pt idx="1161">
                  <c:v>36690</c:v>
                </c:pt>
                <c:pt idx="1162">
                  <c:v>36691</c:v>
                </c:pt>
                <c:pt idx="1163">
                  <c:v>36692</c:v>
                </c:pt>
                <c:pt idx="1164">
                  <c:v>36693</c:v>
                </c:pt>
                <c:pt idx="1165">
                  <c:v>36696</c:v>
                </c:pt>
                <c:pt idx="1166">
                  <c:v>36697</c:v>
                </c:pt>
                <c:pt idx="1167">
                  <c:v>36698</c:v>
                </c:pt>
                <c:pt idx="1168">
                  <c:v>36699</c:v>
                </c:pt>
                <c:pt idx="1169">
                  <c:v>36700</c:v>
                </c:pt>
                <c:pt idx="1170">
                  <c:v>36703</c:v>
                </c:pt>
                <c:pt idx="1171">
                  <c:v>36704</c:v>
                </c:pt>
                <c:pt idx="1172">
                  <c:v>36705</c:v>
                </c:pt>
                <c:pt idx="1173">
                  <c:v>36706</c:v>
                </c:pt>
                <c:pt idx="1174">
                  <c:v>36707</c:v>
                </c:pt>
                <c:pt idx="1175">
                  <c:v>36710</c:v>
                </c:pt>
                <c:pt idx="1176">
                  <c:v>36711</c:v>
                </c:pt>
                <c:pt idx="1177">
                  <c:v>36712</c:v>
                </c:pt>
                <c:pt idx="1178">
                  <c:v>36713</c:v>
                </c:pt>
                <c:pt idx="1179">
                  <c:v>36714</c:v>
                </c:pt>
                <c:pt idx="1180">
                  <c:v>36717</c:v>
                </c:pt>
                <c:pt idx="1181">
                  <c:v>36718</c:v>
                </c:pt>
                <c:pt idx="1182">
                  <c:v>36719</c:v>
                </c:pt>
                <c:pt idx="1183">
                  <c:v>36720</c:v>
                </c:pt>
                <c:pt idx="1184">
                  <c:v>36721</c:v>
                </c:pt>
                <c:pt idx="1185">
                  <c:v>36724</c:v>
                </c:pt>
                <c:pt idx="1186">
                  <c:v>36725</c:v>
                </c:pt>
                <c:pt idx="1187">
                  <c:v>36726</c:v>
                </c:pt>
                <c:pt idx="1188">
                  <c:v>36727</c:v>
                </c:pt>
                <c:pt idx="1189">
                  <c:v>36728</c:v>
                </c:pt>
                <c:pt idx="1190">
                  <c:v>36731</c:v>
                </c:pt>
                <c:pt idx="1191">
                  <c:v>36732</c:v>
                </c:pt>
                <c:pt idx="1192">
                  <c:v>36733</c:v>
                </c:pt>
                <c:pt idx="1193">
                  <c:v>36734</c:v>
                </c:pt>
                <c:pt idx="1194">
                  <c:v>36735</c:v>
                </c:pt>
                <c:pt idx="1195">
                  <c:v>36738</c:v>
                </c:pt>
                <c:pt idx="1196">
                  <c:v>36739</c:v>
                </c:pt>
                <c:pt idx="1197">
                  <c:v>36740</c:v>
                </c:pt>
                <c:pt idx="1198">
                  <c:v>36741</c:v>
                </c:pt>
                <c:pt idx="1199">
                  <c:v>36742</c:v>
                </c:pt>
                <c:pt idx="1200">
                  <c:v>36745</c:v>
                </c:pt>
                <c:pt idx="1201">
                  <c:v>36746</c:v>
                </c:pt>
                <c:pt idx="1202">
                  <c:v>36747</c:v>
                </c:pt>
                <c:pt idx="1203">
                  <c:v>36748</c:v>
                </c:pt>
                <c:pt idx="1204">
                  <c:v>36749</c:v>
                </c:pt>
                <c:pt idx="1205">
                  <c:v>36752</c:v>
                </c:pt>
                <c:pt idx="1206">
                  <c:v>36753</c:v>
                </c:pt>
                <c:pt idx="1207">
                  <c:v>36754</c:v>
                </c:pt>
                <c:pt idx="1208">
                  <c:v>36755</c:v>
                </c:pt>
                <c:pt idx="1209">
                  <c:v>36756</c:v>
                </c:pt>
                <c:pt idx="1210">
                  <c:v>36759</c:v>
                </c:pt>
                <c:pt idx="1211">
                  <c:v>36760</c:v>
                </c:pt>
                <c:pt idx="1212">
                  <c:v>36761</c:v>
                </c:pt>
                <c:pt idx="1213">
                  <c:v>36762</c:v>
                </c:pt>
                <c:pt idx="1214">
                  <c:v>36763</c:v>
                </c:pt>
                <c:pt idx="1215">
                  <c:v>36766</c:v>
                </c:pt>
                <c:pt idx="1216">
                  <c:v>36767</c:v>
                </c:pt>
                <c:pt idx="1217">
                  <c:v>36768</c:v>
                </c:pt>
                <c:pt idx="1218">
                  <c:v>36769</c:v>
                </c:pt>
                <c:pt idx="1219">
                  <c:v>36770</c:v>
                </c:pt>
                <c:pt idx="1220">
                  <c:v>36773</c:v>
                </c:pt>
                <c:pt idx="1221">
                  <c:v>36774</c:v>
                </c:pt>
                <c:pt idx="1222">
                  <c:v>36775</c:v>
                </c:pt>
                <c:pt idx="1223">
                  <c:v>36776</c:v>
                </c:pt>
                <c:pt idx="1224">
                  <c:v>36777</c:v>
                </c:pt>
                <c:pt idx="1225">
                  <c:v>36780</c:v>
                </c:pt>
                <c:pt idx="1226">
                  <c:v>36781</c:v>
                </c:pt>
                <c:pt idx="1227">
                  <c:v>36782</c:v>
                </c:pt>
                <c:pt idx="1228">
                  <c:v>36783</c:v>
                </c:pt>
                <c:pt idx="1229">
                  <c:v>36784</c:v>
                </c:pt>
                <c:pt idx="1230">
                  <c:v>36787</c:v>
                </c:pt>
                <c:pt idx="1231">
                  <c:v>36788</c:v>
                </c:pt>
                <c:pt idx="1232">
                  <c:v>36789</c:v>
                </c:pt>
                <c:pt idx="1233">
                  <c:v>36790</c:v>
                </c:pt>
                <c:pt idx="1234">
                  <c:v>36791</c:v>
                </c:pt>
                <c:pt idx="1235">
                  <c:v>36794</c:v>
                </c:pt>
                <c:pt idx="1236">
                  <c:v>36795</c:v>
                </c:pt>
                <c:pt idx="1237">
                  <c:v>36796</c:v>
                </c:pt>
                <c:pt idx="1238">
                  <c:v>36797</c:v>
                </c:pt>
                <c:pt idx="1239">
                  <c:v>36798</c:v>
                </c:pt>
                <c:pt idx="1240">
                  <c:v>36801</c:v>
                </c:pt>
                <c:pt idx="1241">
                  <c:v>36802</c:v>
                </c:pt>
                <c:pt idx="1242">
                  <c:v>36803</c:v>
                </c:pt>
                <c:pt idx="1243">
                  <c:v>36804</c:v>
                </c:pt>
                <c:pt idx="1244">
                  <c:v>36805</c:v>
                </c:pt>
                <c:pt idx="1245">
                  <c:v>36808</c:v>
                </c:pt>
                <c:pt idx="1246">
                  <c:v>36809</c:v>
                </c:pt>
                <c:pt idx="1247">
                  <c:v>36810</c:v>
                </c:pt>
                <c:pt idx="1248">
                  <c:v>36811</c:v>
                </c:pt>
                <c:pt idx="1249">
                  <c:v>36812</c:v>
                </c:pt>
                <c:pt idx="1250">
                  <c:v>36815</c:v>
                </c:pt>
                <c:pt idx="1251">
                  <c:v>36816</c:v>
                </c:pt>
                <c:pt idx="1252">
                  <c:v>36817</c:v>
                </c:pt>
                <c:pt idx="1253">
                  <c:v>36818</c:v>
                </c:pt>
                <c:pt idx="1254">
                  <c:v>36819</c:v>
                </c:pt>
                <c:pt idx="1255">
                  <c:v>36822</c:v>
                </c:pt>
                <c:pt idx="1256">
                  <c:v>36823</c:v>
                </c:pt>
                <c:pt idx="1257">
                  <c:v>36824</c:v>
                </c:pt>
                <c:pt idx="1258">
                  <c:v>36825</c:v>
                </c:pt>
                <c:pt idx="1259">
                  <c:v>36826</c:v>
                </c:pt>
                <c:pt idx="1260">
                  <c:v>36829</c:v>
                </c:pt>
                <c:pt idx="1261">
                  <c:v>36830</c:v>
                </c:pt>
                <c:pt idx="1262">
                  <c:v>36831</c:v>
                </c:pt>
                <c:pt idx="1263">
                  <c:v>36832</c:v>
                </c:pt>
                <c:pt idx="1264">
                  <c:v>36833</c:v>
                </c:pt>
                <c:pt idx="1265">
                  <c:v>36836</c:v>
                </c:pt>
                <c:pt idx="1266">
                  <c:v>36837</c:v>
                </c:pt>
                <c:pt idx="1267">
                  <c:v>36838</c:v>
                </c:pt>
                <c:pt idx="1268">
                  <c:v>36839</c:v>
                </c:pt>
                <c:pt idx="1269">
                  <c:v>36840</c:v>
                </c:pt>
                <c:pt idx="1270">
                  <c:v>36843</c:v>
                </c:pt>
                <c:pt idx="1271">
                  <c:v>36844</c:v>
                </c:pt>
                <c:pt idx="1272">
                  <c:v>36845</c:v>
                </c:pt>
                <c:pt idx="1273">
                  <c:v>36846</c:v>
                </c:pt>
                <c:pt idx="1274">
                  <c:v>36847</c:v>
                </c:pt>
                <c:pt idx="1275">
                  <c:v>36850</c:v>
                </c:pt>
                <c:pt idx="1276">
                  <c:v>36851</c:v>
                </c:pt>
                <c:pt idx="1277">
                  <c:v>36852</c:v>
                </c:pt>
                <c:pt idx="1278">
                  <c:v>36853</c:v>
                </c:pt>
                <c:pt idx="1279">
                  <c:v>36854</c:v>
                </c:pt>
                <c:pt idx="1280">
                  <c:v>36857</c:v>
                </c:pt>
                <c:pt idx="1281">
                  <c:v>36858</c:v>
                </c:pt>
                <c:pt idx="1282">
                  <c:v>36859</c:v>
                </c:pt>
                <c:pt idx="1283">
                  <c:v>36860</c:v>
                </c:pt>
                <c:pt idx="1284">
                  <c:v>36861</c:v>
                </c:pt>
                <c:pt idx="1285">
                  <c:v>36864</c:v>
                </c:pt>
                <c:pt idx="1286">
                  <c:v>36865</c:v>
                </c:pt>
                <c:pt idx="1287">
                  <c:v>36866</c:v>
                </c:pt>
                <c:pt idx="1288">
                  <c:v>36867</c:v>
                </c:pt>
                <c:pt idx="1289">
                  <c:v>36868</c:v>
                </c:pt>
                <c:pt idx="1290">
                  <c:v>36871</c:v>
                </c:pt>
                <c:pt idx="1291">
                  <c:v>36872</c:v>
                </c:pt>
                <c:pt idx="1292">
                  <c:v>36873</c:v>
                </c:pt>
                <c:pt idx="1293">
                  <c:v>36874</c:v>
                </c:pt>
                <c:pt idx="1294">
                  <c:v>36875</c:v>
                </c:pt>
                <c:pt idx="1295">
                  <c:v>36878</c:v>
                </c:pt>
                <c:pt idx="1296">
                  <c:v>36879</c:v>
                </c:pt>
                <c:pt idx="1297">
                  <c:v>36880</c:v>
                </c:pt>
                <c:pt idx="1298">
                  <c:v>36881</c:v>
                </c:pt>
                <c:pt idx="1299">
                  <c:v>36882</c:v>
                </c:pt>
                <c:pt idx="1300">
                  <c:v>36885</c:v>
                </c:pt>
                <c:pt idx="1301">
                  <c:v>36886</c:v>
                </c:pt>
                <c:pt idx="1302">
                  <c:v>36887</c:v>
                </c:pt>
                <c:pt idx="1303">
                  <c:v>36888</c:v>
                </c:pt>
                <c:pt idx="1304">
                  <c:v>36889</c:v>
                </c:pt>
                <c:pt idx="1305">
                  <c:v>36892</c:v>
                </c:pt>
                <c:pt idx="1306">
                  <c:v>36893</c:v>
                </c:pt>
                <c:pt idx="1307">
                  <c:v>36894</c:v>
                </c:pt>
                <c:pt idx="1308">
                  <c:v>36895</c:v>
                </c:pt>
                <c:pt idx="1309">
                  <c:v>36896</c:v>
                </c:pt>
                <c:pt idx="1310">
                  <c:v>36899</c:v>
                </c:pt>
                <c:pt idx="1311">
                  <c:v>36900</c:v>
                </c:pt>
                <c:pt idx="1312">
                  <c:v>36901</c:v>
                </c:pt>
                <c:pt idx="1313">
                  <c:v>36902</c:v>
                </c:pt>
                <c:pt idx="1314">
                  <c:v>36903</c:v>
                </c:pt>
                <c:pt idx="1315">
                  <c:v>36906</c:v>
                </c:pt>
                <c:pt idx="1316">
                  <c:v>36907</c:v>
                </c:pt>
                <c:pt idx="1317">
                  <c:v>36908</c:v>
                </c:pt>
                <c:pt idx="1318">
                  <c:v>36909</c:v>
                </c:pt>
                <c:pt idx="1319">
                  <c:v>36910</c:v>
                </c:pt>
                <c:pt idx="1320">
                  <c:v>36913</c:v>
                </c:pt>
                <c:pt idx="1321">
                  <c:v>36914</c:v>
                </c:pt>
                <c:pt idx="1322">
                  <c:v>36915</c:v>
                </c:pt>
                <c:pt idx="1323">
                  <c:v>36916</c:v>
                </c:pt>
                <c:pt idx="1324">
                  <c:v>36917</c:v>
                </c:pt>
                <c:pt idx="1325">
                  <c:v>36920</c:v>
                </c:pt>
                <c:pt idx="1326">
                  <c:v>36921</c:v>
                </c:pt>
                <c:pt idx="1327">
                  <c:v>36922</c:v>
                </c:pt>
                <c:pt idx="1328">
                  <c:v>36923</c:v>
                </c:pt>
                <c:pt idx="1329">
                  <c:v>36924</c:v>
                </c:pt>
                <c:pt idx="1330">
                  <c:v>36927</c:v>
                </c:pt>
                <c:pt idx="1331">
                  <c:v>36928</c:v>
                </c:pt>
                <c:pt idx="1332">
                  <c:v>36929</c:v>
                </c:pt>
                <c:pt idx="1333">
                  <c:v>36930</c:v>
                </c:pt>
                <c:pt idx="1334">
                  <c:v>36931</c:v>
                </c:pt>
                <c:pt idx="1335">
                  <c:v>36934</c:v>
                </c:pt>
                <c:pt idx="1336">
                  <c:v>36935</c:v>
                </c:pt>
                <c:pt idx="1337">
                  <c:v>36936</c:v>
                </c:pt>
                <c:pt idx="1338">
                  <c:v>36937</c:v>
                </c:pt>
                <c:pt idx="1339">
                  <c:v>36938</c:v>
                </c:pt>
                <c:pt idx="1340">
                  <c:v>36941</c:v>
                </c:pt>
                <c:pt idx="1341">
                  <c:v>36942</c:v>
                </c:pt>
                <c:pt idx="1342">
                  <c:v>36943</c:v>
                </c:pt>
                <c:pt idx="1343">
                  <c:v>36944</c:v>
                </c:pt>
                <c:pt idx="1344">
                  <c:v>36945</c:v>
                </c:pt>
                <c:pt idx="1345">
                  <c:v>36948</c:v>
                </c:pt>
                <c:pt idx="1346">
                  <c:v>36949</c:v>
                </c:pt>
                <c:pt idx="1347">
                  <c:v>36950</c:v>
                </c:pt>
                <c:pt idx="1348">
                  <c:v>36951</c:v>
                </c:pt>
                <c:pt idx="1349">
                  <c:v>36952</c:v>
                </c:pt>
                <c:pt idx="1350">
                  <c:v>36955</c:v>
                </c:pt>
                <c:pt idx="1351">
                  <c:v>36956</c:v>
                </c:pt>
                <c:pt idx="1352">
                  <c:v>36957</c:v>
                </c:pt>
                <c:pt idx="1353">
                  <c:v>36958</c:v>
                </c:pt>
                <c:pt idx="1354">
                  <c:v>36959</c:v>
                </c:pt>
                <c:pt idx="1355">
                  <c:v>36962</c:v>
                </c:pt>
                <c:pt idx="1356">
                  <c:v>36963</c:v>
                </c:pt>
                <c:pt idx="1357">
                  <c:v>36964</c:v>
                </c:pt>
                <c:pt idx="1358">
                  <c:v>36965</c:v>
                </c:pt>
                <c:pt idx="1359">
                  <c:v>36966</c:v>
                </c:pt>
                <c:pt idx="1360">
                  <c:v>36969</c:v>
                </c:pt>
                <c:pt idx="1361">
                  <c:v>36970</c:v>
                </c:pt>
                <c:pt idx="1362">
                  <c:v>36971</c:v>
                </c:pt>
                <c:pt idx="1363">
                  <c:v>36972</c:v>
                </c:pt>
                <c:pt idx="1364">
                  <c:v>36973</c:v>
                </c:pt>
                <c:pt idx="1365">
                  <c:v>36976</c:v>
                </c:pt>
                <c:pt idx="1366">
                  <c:v>36977</c:v>
                </c:pt>
                <c:pt idx="1367">
                  <c:v>36978</c:v>
                </c:pt>
                <c:pt idx="1368">
                  <c:v>36979</c:v>
                </c:pt>
                <c:pt idx="1369">
                  <c:v>36980</c:v>
                </c:pt>
                <c:pt idx="1370">
                  <c:v>36983</c:v>
                </c:pt>
                <c:pt idx="1371">
                  <c:v>36984</c:v>
                </c:pt>
                <c:pt idx="1372">
                  <c:v>36985</c:v>
                </c:pt>
                <c:pt idx="1373">
                  <c:v>36986</c:v>
                </c:pt>
                <c:pt idx="1374">
                  <c:v>36987</c:v>
                </c:pt>
                <c:pt idx="1375">
                  <c:v>36990</c:v>
                </c:pt>
                <c:pt idx="1376">
                  <c:v>36991</c:v>
                </c:pt>
                <c:pt idx="1377">
                  <c:v>36992</c:v>
                </c:pt>
                <c:pt idx="1378">
                  <c:v>36993</c:v>
                </c:pt>
                <c:pt idx="1379">
                  <c:v>36994</c:v>
                </c:pt>
                <c:pt idx="1380">
                  <c:v>36997</c:v>
                </c:pt>
                <c:pt idx="1381">
                  <c:v>36998</c:v>
                </c:pt>
                <c:pt idx="1382">
                  <c:v>36999</c:v>
                </c:pt>
                <c:pt idx="1383">
                  <c:v>37000</c:v>
                </c:pt>
                <c:pt idx="1384">
                  <c:v>37001</c:v>
                </c:pt>
                <c:pt idx="1385">
                  <c:v>37004</c:v>
                </c:pt>
                <c:pt idx="1386">
                  <c:v>37005</c:v>
                </c:pt>
                <c:pt idx="1387">
                  <c:v>37006</c:v>
                </c:pt>
                <c:pt idx="1388">
                  <c:v>37007</c:v>
                </c:pt>
                <c:pt idx="1389">
                  <c:v>37008</c:v>
                </c:pt>
                <c:pt idx="1390">
                  <c:v>37011</c:v>
                </c:pt>
                <c:pt idx="1391">
                  <c:v>37012</c:v>
                </c:pt>
                <c:pt idx="1392">
                  <c:v>37013</c:v>
                </c:pt>
                <c:pt idx="1393">
                  <c:v>37014</c:v>
                </c:pt>
                <c:pt idx="1394">
                  <c:v>37015</c:v>
                </c:pt>
                <c:pt idx="1395">
                  <c:v>37018</c:v>
                </c:pt>
                <c:pt idx="1396">
                  <c:v>37019</c:v>
                </c:pt>
                <c:pt idx="1397">
                  <c:v>37020</c:v>
                </c:pt>
                <c:pt idx="1398">
                  <c:v>37021</c:v>
                </c:pt>
                <c:pt idx="1399">
                  <c:v>37022</c:v>
                </c:pt>
                <c:pt idx="1400">
                  <c:v>37025</c:v>
                </c:pt>
                <c:pt idx="1401">
                  <c:v>37026</c:v>
                </c:pt>
                <c:pt idx="1402">
                  <c:v>37027</c:v>
                </c:pt>
                <c:pt idx="1403">
                  <c:v>37028</c:v>
                </c:pt>
                <c:pt idx="1404">
                  <c:v>37029</c:v>
                </c:pt>
                <c:pt idx="1405">
                  <c:v>37032</c:v>
                </c:pt>
                <c:pt idx="1406">
                  <c:v>37033</c:v>
                </c:pt>
                <c:pt idx="1407">
                  <c:v>37034</c:v>
                </c:pt>
                <c:pt idx="1408">
                  <c:v>37035</c:v>
                </c:pt>
                <c:pt idx="1409">
                  <c:v>37036</c:v>
                </c:pt>
                <c:pt idx="1410">
                  <c:v>37039</c:v>
                </c:pt>
                <c:pt idx="1411">
                  <c:v>37040</c:v>
                </c:pt>
                <c:pt idx="1412">
                  <c:v>37041</c:v>
                </c:pt>
                <c:pt idx="1413">
                  <c:v>37042</c:v>
                </c:pt>
                <c:pt idx="1414">
                  <c:v>37043</c:v>
                </c:pt>
                <c:pt idx="1415">
                  <c:v>37046</c:v>
                </c:pt>
                <c:pt idx="1416">
                  <c:v>37047</c:v>
                </c:pt>
                <c:pt idx="1417">
                  <c:v>37048</c:v>
                </c:pt>
                <c:pt idx="1418">
                  <c:v>37049</c:v>
                </c:pt>
                <c:pt idx="1419">
                  <c:v>37050</c:v>
                </c:pt>
                <c:pt idx="1420">
                  <c:v>37053</c:v>
                </c:pt>
                <c:pt idx="1421">
                  <c:v>37054</c:v>
                </c:pt>
                <c:pt idx="1422">
                  <c:v>37055</c:v>
                </c:pt>
                <c:pt idx="1423">
                  <c:v>37056</c:v>
                </c:pt>
                <c:pt idx="1424">
                  <c:v>37057</c:v>
                </c:pt>
                <c:pt idx="1425">
                  <c:v>37060</c:v>
                </c:pt>
                <c:pt idx="1426">
                  <c:v>37061</c:v>
                </c:pt>
                <c:pt idx="1427">
                  <c:v>37062</c:v>
                </c:pt>
                <c:pt idx="1428">
                  <c:v>37063</c:v>
                </c:pt>
                <c:pt idx="1429">
                  <c:v>37064</c:v>
                </c:pt>
                <c:pt idx="1430">
                  <c:v>37067</c:v>
                </c:pt>
                <c:pt idx="1431">
                  <c:v>37068</c:v>
                </c:pt>
                <c:pt idx="1432">
                  <c:v>37069</c:v>
                </c:pt>
                <c:pt idx="1433">
                  <c:v>37070</c:v>
                </c:pt>
                <c:pt idx="1434">
                  <c:v>37071</c:v>
                </c:pt>
                <c:pt idx="1435">
                  <c:v>37074</c:v>
                </c:pt>
                <c:pt idx="1436">
                  <c:v>37075</c:v>
                </c:pt>
                <c:pt idx="1437">
                  <c:v>37076</c:v>
                </c:pt>
                <c:pt idx="1438">
                  <c:v>37077</c:v>
                </c:pt>
                <c:pt idx="1439">
                  <c:v>37078</c:v>
                </c:pt>
                <c:pt idx="1440">
                  <c:v>37081</c:v>
                </c:pt>
                <c:pt idx="1441">
                  <c:v>37082</c:v>
                </c:pt>
                <c:pt idx="1442">
                  <c:v>37083</c:v>
                </c:pt>
                <c:pt idx="1443">
                  <c:v>37084</c:v>
                </c:pt>
                <c:pt idx="1444">
                  <c:v>37085</c:v>
                </c:pt>
                <c:pt idx="1445">
                  <c:v>37088</c:v>
                </c:pt>
                <c:pt idx="1446">
                  <c:v>37089</c:v>
                </c:pt>
                <c:pt idx="1447">
                  <c:v>37090</c:v>
                </c:pt>
                <c:pt idx="1448">
                  <c:v>37091</c:v>
                </c:pt>
                <c:pt idx="1449">
                  <c:v>37092</c:v>
                </c:pt>
                <c:pt idx="1450">
                  <c:v>37095</c:v>
                </c:pt>
                <c:pt idx="1451">
                  <c:v>37096</c:v>
                </c:pt>
                <c:pt idx="1452">
                  <c:v>37097</c:v>
                </c:pt>
                <c:pt idx="1453">
                  <c:v>37098</c:v>
                </c:pt>
                <c:pt idx="1454">
                  <c:v>37099</c:v>
                </c:pt>
                <c:pt idx="1455">
                  <c:v>37102</c:v>
                </c:pt>
                <c:pt idx="1456">
                  <c:v>37103</c:v>
                </c:pt>
                <c:pt idx="1457">
                  <c:v>37104</c:v>
                </c:pt>
                <c:pt idx="1458">
                  <c:v>37105</c:v>
                </c:pt>
                <c:pt idx="1459">
                  <c:v>37106</c:v>
                </c:pt>
                <c:pt idx="1460">
                  <c:v>37109</c:v>
                </c:pt>
                <c:pt idx="1461">
                  <c:v>37110</c:v>
                </c:pt>
                <c:pt idx="1462">
                  <c:v>37111</c:v>
                </c:pt>
                <c:pt idx="1463">
                  <c:v>37112</c:v>
                </c:pt>
                <c:pt idx="1464">
                  <c:v>37113</c:v>
                </c:pt>
                <c:pt idx="1465">
                  <c:v>37116</c:v>
                </c:pt>
                <c:pt idx="1466">
                  <c:v>37117</c:v>
                </c:pt>
                <c:pt idx="1467">
                  <c:v>37118</c:v>
                </c:pt>
                <c:pt idx="1468">
                  <c:v>37119</c:v>
                </c:pt>
                <c:pt idx="1469">
                  <c:v>37120</c:v>
                </c:pt>
                <c:pt idx="1470">
                  <c:v>37123</c:v>
                </c:pt>
                <c:pt idx="1471">
                  <c:v>37124</c:v>
                </c:pt>
                <c:pt idx="1472">
                  <c:v>37125</c:v>
                </c:pt>
                <c:pt idx="1473">
                  <c:v>37126</c:v>
                </c:pt>
                <c:pt idx="1474">
                  <c:v>37127</c:v>
                </c:pt>
                <c:pt idx="1475">
                  <c:v>37130</c:v>
                </c:pt>
                <c:pt idx="1476">
                  <c:v>37131</c:v>
                </c:pt>
                <c:pt idx="1477">
                  <c:v>37132</c:v>
                </c:pt>
                <c:pt idx="1478">
                  <c:v>37133</c:v>
                </c:pt>
                <c:pt idx="1479">
                  <c:v>37134</c:v>
                </c:pt>
                <c:pt idx="1480">
                  <c:v>37137</c:v>
                </c:pt>
                <c:pt idx="1481">
                  <c:v>37138</c:v>
                </c:pt>
                <c:pt idx="1482">
                  <c:v>37139</c:v>
                </c:pt>
                <c:pt idx="1483">
                  <c:v>37140</c:v>
                </c:pt>
                <c:pt idx="1484">
                  <c:v>37141</c:v>
                </c:pt>
                <c:pt idx="1485">
                  <c:v>37144</c:v>
                </c:pt>
                <c:pt idx="1486">
                  <c:v>37145</c:v>
                </c:pt>
                <c:pt idx="1487">
                  <c:v>37146</c:v>
                </c:pt>
                <c:pt idx="1488">
                  <c:v>37147</c:v>
                </c:pt>
                <c:pt idx="1489">
                  <c:v>37148</c:v>
                </c:pt>
                <c:pt idx="1490">
                  <c:v>37151</c:v>
                </c:pt>
                <c:pt idx="1491">
                  <c:v>37152</c:v>
                </c:pt>
                <c:pt idx="1492">
                  <c:v>37153</c:v>
                </c:pt>
                <c:pt idx="1493">
                  <c:v>37154</c:v>
                </c:pt>
                <c:pt idx="1494">
                  <c:v>37155</c:v>
                </c:pt>
                <c:pt idx="1495">
                  <c:v>37158</c:v>
                </c:pt>
                <c:pt idx="1496">
                  <c:v>37159</c:v>
                </c:pt>
                <c:pt idx="1497">
                  <c:v>37160</c:v>
                </c:pt>
                <c:pt idx="1498">
                  <c:v>37161</c:v>
                </c:pt>
                <c:pt idx="1499">
                  <c:v>37162</c:v>
                </c:pt>
                <c:pt idx="1500">
                  <c:v>37165</c:v>
                </c:pt>
                <c:pt idx="1501">
                  <c:v>37166</c:v>
                </c:pt>
                <c:pt idx="1502">
                  <c:v>37167</c:v>
                </c:pt>
                <c:pt idx="1503">
                  <c:v>37168</c:v>
                </c:pt>
                <c:pt idx="1504">
                  <c:v>37169</c:v>
                </c:pt>
                <c:pt idx="1505">
                  <c:v>37172</c:v>
                </c:pt>
                <c:pt idx="1506">
                  <c:v>37173</c:v>
                </c:pt>
                <c:pt idx="1507">
                  <c:v>37174</c:v>
                </c:pt>
                <c:pt idx="1508">
                  <c:v>37175</c:v>
                </c:pt>
                <c:pt idx="1509">
                  <c:v>37176</c:v>
                </c:pt>
                <c:pt idx="1510">
                  <c:v>37179</c:v>
                </c:pt>
                <c:pt idx="1511">
                  <c:v>37180</c:v>
                </c:pt>
                <c:pt idx="1512">
                  <c:v>37181</c:v>
                </c:pt>
                <c:pt idx="1513">
                  <c:v>37182</c:v>
                </c:pt>
                <c:pt idx="1514">
                  <c:v>37183</c:v>
                </c:pt>
                <c:pt idx="1515">
                  <c:v>37186</c:v>
                </c:pt>
                <c:pt idx="1516">
                  <c:v>37187</c:v>
                </c:pt>
                <c:pt idx="1517">
                  <c:v>37188</c:v>
                </c:pt>
                <c:pt idx="1518">
                  <c:v>37189</c:v>
                </c:pt>
                <c:pt idx="1519">
                  <c:v>37190</c:v>
                </c:pt>
                <c:pt idx="1520">
                  <c:v>37193</c:v>
                </c:pt>
                <c:pt idx="1521">
                  <c:v>37194</c:v>
                </c:pt>
                <c:pt idx="1522">
                  <c:v>37195</c:v>
                </c:pt>
                <c:pt idx="1523">
                  <c:v>37196</c:v>
                </c:pt>
                <c:pt idx="1524">
                  <c:v>37197</c:v>
                </c:pt>
                <c:pt idx="1525">
                  <c:v>37200</c:v>
                </c:pt>
                <c:pt idx="1526">
                  <c:v>37201</c:v>
                </c:pt>
                <c:pt idx="1527">
                  <c:v>37202</c:v>
                </c:pt>
                <c:pt idx="1528">
                  <c:v>37203</c:v>
                </c:pt>
                <c:pt idx="1529">
                  <c:v>37204</c:v>
                </c:pt>
                <c:pt idx="1530">
                  <c:v>37207</c:v>
                </c:pt>
                <c:pt idx="1531">
                  <c:v>37208</c:v>
                </c:pt>
                <c:pt idx="1532">
                  <c:v>37209</c:v>
                </c:pt>
                <c:pt idx="1533">
                  <c:v>37210</c:v>
                </c:pt>
                <c:pt idx="1534">
                  <c:v>37211</c:v>
                </c:pt>
                <c:pt idx="1535">
                  <c:v>37214</c:v>
                </c:pt>
                <c:pt idx="1536">
                  <c:v>37215</c:v>
                </c:pt>
                <c:pt idx="1537">
                  <c:v>37216</c:v>
                </c:pt>
                <c:pt idx="1538">
                  <c:v>37217</c:v>
                </c:pt>
                <c:pt idx="1539">
                  <c:v>37218</c:v>
                </c:pt>
                <c:pt idx="1540">
                  <c:v>37221</c:v>
                </c:pt>
                <c:pt idx="1541">
                  <c:v>37222</c:v>
                </c:pt>
                <c:pt idx="1542">
                  <c:v>37223</c:v>
                </c:pt>
                <c:pt idx="1543">
                  <c:v>37224</c:v>
                </c:pt>
                <c:pt idx="1544">
                  <c:v>37225</c:v>
                </c:pt>
                <c:pt idx="1545">
                  <c:v>37228</c:v>
                </c:pt>
                <c:pt idx="1546">
                  <c:v>37229</c:v>
                </c:pt>
                <c:pt idx="1547">
                  <c:v>37230</c:v>
                </c:pt>
                <c:pt idx="1548">
                  <c:v>37231</c:v>
                </c:pt>
                <c:pt idx="1549">
                  <c:v>37232</c:v>
                </c:pt>
                <c:pt idx="1550">
                  <c:v>37235</c:v>
                </c:pt>
                <c:pt idx="1551">
                  <c:v>37236</c:v>
                </c:pt>
                <c:pt idx="1552">
                  <c:v>37237</c:v>
                </c:pt>
                <c:pt idx="1553">
                  <c:v>37238</c:v>
                </c:pt>
                <c:pt idx="1554">
                  <c:v>37239</c:v>
                </c:pt>
                <c:pt idx="1555">
                  <c:v>37242</c:v>
                </c:pt>
                <c:pt idx="1556">
                  <c:v>37243</c:v>
                </c:pt>
                <c:pt idx="1557">
                  <c:v>37244</c:v>
                </c:pt>
                <c:pt idx="1558">
                  <c:v>37245</c:v>
                </c:pt>
                <c:pt idx="1559">
                  <c:v>37246</c:v>
                </c:pt>
                <c:pt idx="1560">
                  <c:v>37249</c:v>
                </c:pt>
                <c:pt idx="1561">
                  <c:v>37250</c:v>
                </c:pt>
                <c:pt idx="1562">
                  <c:v>37251</c:v>
                </c:pt>
                <c:pt idx="1563">
                  <c:v>37252</c:v>
                </c:pt>
                <c:pt idx="1564">
                  <c:v>37253</c:v>
                </c:pt>
                <c:pt idx="1565">
                  <c:v>37256</c:v>
                </c:pt>
                <c:pt idx="1566">
                  <c:v>37257</c:v>
                </c:pt>
                <c:pt idx="1567">
                  <c:v>37258</c:v>
                </c:pt>
                <c:pt idx="1568">
                  <c:v>37259</c:v>
                </c:pt>
                <c:pt idx="1569">
                  <c:v>37260</c:v>
                </c:pt>
                <c:pt idx="1570">
                  <c:v>37263</c:v>
                </c:pt>
                <c:pt idx="1571">
                  <c:v>37264</c:v>
                </c:pt>
                <c:pt idx="1572">
                  <c:v>37265</c:v>
                </c:pt>
                <c:pt idx="1573">
                  <c:v>37266</c:v>
                </c:pt>
                <c:pt idx="1574">
                  <c:v>37267</c:v>
                </c:pt>
                <c:pt idx="1575">
                  <c:v>37270</c:v>
                </c:pt>
                <c:pt idx="1576">
                  <c:v>37271</c:v>
                </c:pt>
                <c:pt idx="1577">
                  <c:v>37272</c:v>
                </c:pt>
                <c:pt idx="1578">
                  <c:v>37273</c:v>
                </c:pt>
                <c:pt idx="1579">
                  <c:v>37274</c:v>
                </c:pt>
                <c:pt idx="1580">
                  <c:v>37277</c:v>
                </c:pt>
                <c:pt idx="1581">
                  <c:v>37278</c:v>
                </c:pt>
                <c:pt idx="1582">
                  <c:v>37279</c:v>
                </c:pt>
                <c:pt idx="1583">
                  <c:v>37280</c:v>
                </c:pt>
                <c:pt idx="1584">
                  <c:v>37281</c:v>
                </c:pt>
                <c:pt idx="1585">
                  <c:v>37284</c:v>
                </c:pt>
                <c:pt idx="1586">
                  <c:v>37285</c:v>
                </c:pt>
                <c:pt idx="1587">
                  <c:v>37286</c:v>
                </c:pt>
                <c:pt idx="1588">
                  <c:v>37287</c:v>
                </c:pt>
                <c:pt idx="1589">
                  <c:v>37288</c:v>
                </c:pt>
                <c:pt idx="1590">
                  <c:v>37291</c:v>
                </c:pt>
                <c:pt idx="1591">
                  <c:v>37292</c:v>
                </c:pt>
                <c:pt idx="1592">
                  <c:v>37293</c:v>
                </c:pt>
                <c:pt idx="1593">
                  <c:v>37294</c:v>
                </c:pt>
                <c:pt idx="1594">
                  <c:v>37295</c:v>
                </c:pt>
                <c:pt idx="1595">
                  <c:v>37298</c:v>
                </c:pt>
                <c:pt idx="1596">
                  <c:v>37299</c:v>
                </c:pt>
                <c:pt idx="1597">
                  <c:v>37300</c:v>
                </c:pt>
                <c:pt idx="1598">
                  <c:v>37301</c:v>
                </c:pt>
                <c:pt idx="1599">
                  <c:v>37302</c:v>
                </c:pt>
                <c:pt idx="1600">
                  <c:v>37305</c:v>
                </c:pt>
                <c:pt idx="1601">
                  <c:v>37306</c:v>
                </c:pt>
                <c:pt idx="1602">
                  <c:v>37307</c:v>
                </c:pt>
                <c:pt idx="1603">
                  <c:v>37308</c:v>
                </c:pt>
                <c:pt idx="1604">
                  <c:v>37309</c:v>
                </c:pt>
                <c:pt idx="1605">
                  <c:v>37312</c:v>
                </c:pt>
                <c:pt idx="1606">
                  <c:v>37313</c:v>
                </c:pt>
                <c:pt idx="1607">
                  <c:v>37314</c:v>
                </c:pt>
                <c:pt idx="1608">
                  <c:v>37315</c:v>
                </c:pt>
                <c:pt idx="1609">
                  <c:v>37316</c:v>
                </c:pt>
                <c:pt idx="1610">
                  <c:v>37319</c:v>
                </c:pt>
                <c:pt idx="1611">
                  <c:v>37320</c:v>
                </c:pt>
                <c:pt idx="1612">
                  <c:v>37321</c:v>
                </c:pt>
                <c:pt idx="1613">
                  <c:v>37322</c:v>
                </c:pt>
                <c:pt idx="1614">
                  <c:v>37323</c:v>
                </c:pt>
                <c:pt idx="1615">
                  <c:v>37326</c:v>
                </c:pt>
                <c:pt idx="1616">
                  <c:v>37327</c:v>
                </c:pt>
                <c:pt idx="1617">
                  <c:v>37328</c:v>
                </c:pt>
                <c:pt idx="1618">
                  <c:v>37329</c:v>
                </c:pt>
                <c:pt idx="1619">
                  <c:v>37330</c:v>
                </c:pt>
                <c:pt idx="1620">
                  <c:v>37333</c:v>
                </c:pt>
                <c:pt idx="1621">
                  <c:v>37334</c:v>
                </c:pt>
                <c:pt idx="1622">
                  <c:v>37335</c:v>
                </c:pt>
                <c:pt idx="1623">
                  <c:v>37336</c:v>
                </c:pt>
                <c:pt idx="1624">
                  <c:v>37337</c:v>
                </c:pt>
                <c:pt idx="1625">
                  <c:v>37340</c:v>
                </c:pt>
                <c:pt idx="1626">
                  <c:v>37341</c:v>
                </c:pt>
                <c:pt idx="1627">
                  <c:v>37342</c:v>
                </c:pt>
                <c:pt idx="1628">
                  <c:v>37343</c:v>
                </c:pt>
                <c:pt idx="1629">
                  <c:v>37344</c:v>
                </c:pt>
                <c:pt idx="1630">
                  <c:v>37347</c:v>
                </c:pt>
                <c:pt idx="1631">
                  <c:v>37348</c:v>
                </c:pt>
                <c:pt idx="1632">
                  <c:v>37349</c:v>
                </c:pt>
                <c:pt idx="1633">
                  <c:v>37350</c:v>
                </c:pt>
                <c:pt idx="1634">
                  <c:v>37351</c:v>
                </c:pt>
                <c:pt idx="1635">
                  <c:v>37354</c:v>
                </c:pt>
                <c:pt idx="1636">
                  <c:v>37355</c:v>
                </c:pt>
                <c:pt idx="1637">
                  <c:v>37356</c:v>
                </c:pt>
                <c:pt idx="1638">
                  <c:v>37357</c:v>
                </c:pt>
                <c:pt idx="1639">
                  <c:v>37358</c:v>
                </c:pt>
                <c:pt idx="1640">
                  <c:v>37361</c:v>
                </c:pt>
                <c:pt idx="1641">
                  <c:v>37362</c:v>
                </c:pt>
                <c:pt idx="1642">
                  <c:v>37363</c:v>
                </c:pt>
                <c:pt idx="1643">
                  <c:v>37364</c:v>
                </c:pt>
                <c:pt idx="1644">
                  <c:v>37365</c:v>
                </c:pt>
                <c:pt idx="1645">
                  <c:v>37368</c:v>
                </c:pt>
                <c:pt idx="1646">
                  <c:v>37369</c:v>
                </c:pt>
                <c:pt idx="1647">
                  <c:v>37370</c:v>
                </c:pt>
                <c:pt idx="1648">
                  <c:v>37371</c:v>
                </c:pt>
                <c:pt idx="1649">
                  <c:v>37372</c:v>
                </c:pt>
                <c:pt idx="1650">
                  <c:v>37375</c:v>
                </c:pt>
                <c:pt idx="1651">
                  <c:v>37376</c:v>
                </c:pt>
                <c:pt idx="1652">
                  <c:v>37377</c:v>
                </c:pt>
                <c:pt idx="1653">
                  <c:v>37378</c:v>
                </c:pt>
                <c:pt idx="1654">
                  <c:v>37379</c:v>
                </c:pt>
                <c:pt idx="1655">
                  <c:v>37382</c:v>
                </c:pt>
                <c:pt idx="1656">
                  <c:v>37383</c:v>
                </c:pt>
                <c:pt idx="1657">
                  <c:v>37384</c:v>
                </c:pt>
                <c:pt idx="1658">
                  <c:v>37385</c:v>
                </c:pt>
                <c:pt idx="1659">
                  <c:v>37386</c:v>
                </c:pt>
                <c:pt idx="1660">
                  <c:v>37389</c:v>
                </c:pt>
                <c:pt idx="1661">
                  <c:v>37390</c:v>
                </c:pt>
                <c:pt idx="1662">
                  <c:v>37391</c:v>
                </c:pt>
                <c:pt idx="1663">
                  <c:v>37392</c:v>
                </c:pt>
                <c:pt idx="1664">
                  <c:v>37393</c:v>
                </c:pt>
                <c:pt idx="1665">
                  <c:v>37396</c:v>
                </c:pt>
                <c:pt idx="1666">
                  <c:v>37397</c:v>
                </c:pt>
                <c:pt idx="1667">
                  <c:v>37398</c:v>
                </c:pt>
                <c:pt idx="1668">
                  <c:v>37399</c:v>
                </c:pt>
                <c:pt idx="1669">
                  <c:v>37400</c:v>
                </c:pt>
                <c:pt idx="1670">
                  <c:v>37403</c:v>
                </c:pt>
                <c:pt idx="1671">
                  <c:v>37404</c:v>
                </c:pt>
                <c:pt idx="1672">
                  <c:v>37405</c:v>
                </c:pt>
                <c:pt idx="1673">
                  <c:v>37406</c:v>
                </c:pt>
                <c:pt idx="1674">
                  <c:v>37407</c:v>
                </c:pt>
                <c:pt idx="1675">
                  <c:v>37410</c:v>
                </c:pt>
                <c:pt idx="1676">
                  <c:v>37411</c:v>
                </c:pt>
                <c:pt idx="1677">
                  <c:v>37412</c:v>
                </c:pt>
                <c:pt idx="1678">
                  <c:v>37413</c:v>
                </c:pt>
                <c:pt idx="1679">
                  <c:v>37414</c:v>
                </c:pt>
                <c:pt idx="1680">
                  <c:v>37417</c:v>
                </c:pt>
                <c:pt idx="1681">
                  <c:v>37418</c:v>
                </c:pt>
                <c:pt idx="1682">
                  <c:v>37419</c:v>
                </c:pt>
                <c:pt idx="1683">
                  <c:v>37420</c:v>
                </c:pt>
                <c:pt idx="1684">
                  <c:v>37421</c:v>
                </c:pt>
                <c:pt idx="1685">
                  <c:v>37424</c:v>
                </c:pt>
                <c:pt idx="1686">
                  <c:v>37425</c:v>
                </c:pt>
                <c:pt idx="1687">
                  <c:v>37426</c:v>
                </c:pt>
                <c:pt idx="1688">
                  <c:v>37427</c:v>
                </c:pt>
                <c:pt idx="1689">
                  <c:v>37428</c:v>
                </c:pt>
                <c:pt idx="1690">
                  <c:v>37431</c:v>
                </c:pt>
                <c:pt idx="1691">
                  <c:v>37432</c:v>
                </c:pt>
                <c:pt idx="1692">
                  <c:v>37433</c:v>
                </c:pt>
                <c:pt idx="1693">
                  <c:v>37434</c:v>
                </c:pt>
                <c:pt idx="1694">
                  <c:v>37435</c:v>
                </c:pt>
                <c:pt idx="1695">
                  <c:v>37438</c:v>
                </c:pt>
                <c:pt idx="1696">
                  <c:v>37439</c:v>
                </c:pt>
                <c:pt idx="1697">
                  <c:v>37440</c:v>
                </c:pt>
                <c:pt idx="1698">
                  <c:v>37441</c:v>
                </c:pt>
                <c:pt idx="1699">
                  <c:v>37442</c:v>
                </c:pt>
                <c:pt idx="1700">
                  <c:v>37445</c:v>
                </c:pt>
                <c:pt idx="1701">
                  <c:v>37446</c:v>
                </c:pt>
                <c:pt idx="1702">
                  <c:v>37447</c:v>
                </c:pt>
                <c:pt idx="1703">
                  <c:v>37448</c:v>
                </c:pt>
                <c:pt idx="1704">
                  <c:v>37449</c:v>
                </c:pt>
                <c:pt idx="1705">
                  <c:v>37452</c:v>
                </c:pt>
                <c:pt idx="1706">
                  <c:v>37453</c:v>
                </c:pt>
                <c:pt idx="1707">
                  <c:v>37454</c:v>
                </c:pt>
                <c:pt idx="1708">
                  <c:v>37455</c:v>
                </c:pt>
                <c:pt idx="1709">
                  <c:v>37456</c:v>
                </c:pt>
                <c:pt idx="1710">
                  <c:v>37459</c:v>
                </c:pt>
                <c:pt idx="1711">
                  <c:v>37460</c:v>
                </c:pt>
                <c:pt idx="1712">
                  <c:v>37461</c:v>
                </c:pt>
                <c:pt idx="1713">
                  <c:v>37462</c:v>
                </c:pt>
                <c:pt idx="1714">
                  <c:v>37463</c:v>
                </c:pt>
                <c:pt idx="1715">
                  <c:v>37466</c:v>
                </c:pt>
                <c:pt idx="1716">
                  <c:v>37467</c:v>
                </c:pt>
                <c:pt idx="1717">
                  <c:v>37468</c:v>
                </c:pt>
                <c:pt idx="1718">
                  <c:v>37469</c:v>
                </c:pt>
                <c:pt idx="1719">
                  <c:v>37470</c:v>
                </c:pt>
                <c:pt idx="1720">
                  <c:v>37473</c:v>
                </c:pt>
                <c:pt idx="1721">
                  <c:v>37474</c:v>
                </c:pt>
                <c:pt idx="1722">
                  <c:v>37475</c:v>
                </c:pt>
                <c:pt idx="1723">
                  <c:v>37476</c:v>
                </c:pt>
                <c:pt idx="1724">
                  <c:v>37477</c:v>
                </c:pt>
                <c:pt idx="1725">
                  <c:v>37480</c:v>
                </c:pt>
                <c:pt idx="1726">
                  <c:v>37481</c:v>
                </c:pt>
                <c:pt idx="1727">
                  <c:v>37482</c:v>
                </c:pt>
                <c:pt idx="1728">
                  <c:v>37483</c:v>
                </c:pt>
                <c:pt idx="1729">
                  <c:v>37484</c:v>
                </c:pt>
                <c:pt idx="1730">
                  <c:v>37487</c:v>
                </c:pt>
                <c:pt idx="1731">
                  <c:v>37488</c:v>
                </c:pt>
                <c:pt idx="1732">
                  <c:v>37489</c:v>
                </c:pt>
                <c:pt idx="1733">
                  <c:v>37490</c:v>
                </c:pt>
                <c:pt idx="1734">
                  <c:v>37491</c:v>
                </c:pt>
                <c:pt idx="1735">
                  <c:v>37494</c:v>
                </c:pt>
                <c:pt idx="1736">
                  <c:v>37495</c:v>
                </c:pt>
                <c:pt idx="1737">
                  <c:v>37496</c:v>
                </c:pt>
                <c:pt idx="1738">
                  <c:v>37497</c:v>
                </c:pt>
                <c:pt idx="1739">
                  <c:v>37498</c:v>
                </c:pt>
                <c:pt idx="1740">
                  <c:v>37501</c:v>
                </c:pt>
                <c:pt idx="1741">
                  <c:v>37502</c:v>
                </c:pt>
                <c:pt idx="1742">
                  <c:v>37503</c:v>
                </c:pt>
                <c:pt idx="1743">
                  <c:v>37504</c:v>
                </c:pt>
                <c:pt idx="1744">
                  <c:v>37505</c:v>
                </c:pt>
                <c:pt idx="1745">
                  <c:v>37508</c:v>
                </c:pt>
                <c:pt idx="1746">
                  <c:v>37509</c:v>
                </c:pt>
                <c:pt idx="1747">
                  <c:v>37510</c:v>
                </c:pt>
                <c:pt idx="1748">
                  <c:v>37511</c:v>
                </c:pt>
                <c:pt idx="1749">
                  <c:v>37512</c:v>
                </c:pt>
                <c:pt idx="1750">
                  <c:v>37515</c:v>
                </c:pt>
                <c:pt idx="1751">
                  <c:v>37516</c:v>
                </c:pt>
                <c:pt idx="1752">
                  <c:v>37517</c:v>
                </c:pt>
                <c:pt idx="1753">
                  <c:v>37518</c:v>
                </c:pt>
                <c:pt idx="1754">
                  <c:v>37519</c:v>
                </c:pt>
                <c:pt idx="1755">
                  <c:v>37522</c:v>
                </c:pt>
                <c:pt idx="1756">
                  <c:v>37523</c:v>
                </c:pt>
                <c:pt idx="1757">
                  <c:v>37524</c:v>
                </c:pt>
                <c:pt idx="1758">
                  <c:v>37525</c:v>
                </c:pt>
                <c:pt idx="1759">
                  <c:v>37526</c:v>
                </c:pt>
                <c:pt idx="1760">
                  <c:v>37529</c:v>
                </c:pt>
                <c:pt idx="1761">
                  <c:v>37530</c:v>
                </c:pt>
                <c:pt idx="1762">
                  <c:v>37531</c:v>
                </c:pt>
                <c:pt idx="1763">
                  <c:v>37532</c:v>
                </c:pt>
                <c:pt idx="1764">
                  <c:v>37533</c:v>
                </c:pt>
                <c:pt idx="1765">
                  <c:v>37536</c:v>
                </c:pt>
                <c:pt idx="1766">
                  <c:v>37537</c:v>
                </c:pt>
                <c:pt idx="1767">
                  <c:v>37538</c:v>
                </c:pt>
                <c:pt idx="1768">
                  <c:v>37539</c:v>
                </c:pt>
                <c:pt idx="1769">
                  <c:v>37540</c:v>
                </c:pt>
                <c:pt idx="1770">
                  <c:v>37543</c:v>
                </c:pt>
                <c:pt idx="1771">
                  <c:v>37544</c:v>
                </c:pt>
                <c:pt idx="1772">
                  <c:v>37545</c:v>
                </c:pt>
                <c:pt idx="1773">
                  <c:v>37546</c:v>
                </c:pt>
                <c:pt idx="1774">
                  <c:v>37547</c:v>
                </c:pt>
                <c:pt idx="1775">
                  <c:v>37550</c:v>
                </c:pt>
                <c:pt idx="1776">
                  <c:v>37551</c:v>
                </c:pt>
                <c:pt idx="1777">
                  <c:v>37552</c:v>
                </c:pt>
                <c:pt idx="1778">
                  <c:v>37553</c:v>
                </c:pt>
                <c:pt idx="1779">
                  <c:v>37554</c:v>
                </c:pt>
                <c:pt idx="1780">
                  <c:v>37557</c:v>
                </c:pt>
                <c:pt idx="1781">
                  <c:v>37558</c:v>
                </c:pt>
                <c:pt idx="1782">
                  <c:v>37559</c:v>
                </c:pt>
                <c:pt idx="1783">
                  <c:v>37560</c:v>
                </c:pt>
                <c:pt idx="1784">
                  <c:v>37561</c:v>
                </c:pt>
                <c:pt idx="1785">
                  <c:v>37564</c:v>
                </c:pt>
                <c:pt idx="1786">
                  <c:v>37565</c:v>
                </c:pt>
                <c:pt idx="1787">
                  <c:v>37566</c:v>
                </c:pt>
                <c:pt idx="1788">
                  <c:v>37567</c:v>
                </c:pt>
                <c:pt idx="1789">
                  <c:v>37568</c:v>
                </c:pt>
                <c:pt idx="1790">
                  <c:v>37571</c:v>
                </c:pt>
                <c:pt idx="1791">
                  <c:v>37572</c:v>
                </c:pt>
                <c:pt idx="1792">
                  <c:v>37573</c:v>
                </c:pt>
                <c:pt idx="1793">
                  <c:v>37574</c:v>
                </c:pt>
                <c:pt idx="1794">
                  <c:v>37575</c:v>
                </c:pt>
                <c:pt idx="1795">
                  <c:v>37578</c:v>
                </c:pt>
                <c:pt idx="1796">
                  <c:v>37579</c:v>
                </c:pt>
                <c:pt idx="1797">
                  <c:v>37580</c:v>
                </c:pt>
                <c:pt idx="1798">
                  <c:v>37581</c:v>
                </c:pt>
                <c:pt idx="1799">
                  <c:v>37582</c:v>
                </c:pt>
                <c:pt idx="1800">
                  <c:v>37585</c:v>
                </c:pt>
                <c:pt idx="1801">
                  <c:v>37586</c:v>
                </c:pt>
                <c:pt idx="1802">
                  <c:v>37587</c:v>
                </c:pt>
                <c:pt idx="1803">
                  <c:v>37588</c:v>
                </c:pt>
                <c:pt idx="1804">
                  <c:v>37589</c:v>
                </c:pt>
                <c:pt idx="1805">
                  <c:v>37592</c:v>
                </c:pt>
                <c:pt idx="1806">
                  <c:v>37593</c:v>
                </c:pt>
                <c:pt idx="1807">
                  <c:v>37594</c:v>
                </c:pt>
                <c:pt idx="1808">
                  <c:v>37595</c:v>
                </c:pt>
                <c:pt idx="1809">
                  <c:v>37596</c:v>
                </c:pt>
                <c:pt idx="1810">
                  <c:v>37599</c:v>
                </c:pt>
                <c:pt idx="1811">
                  <c:v>37600</c:v>
                </c:pt>
                <c:pt idx="1812">
                  <c:v>37601</c:v>
                </c:pt>
                <c:pt idx="1813">
                  <c:v>37602</c:v>
                </c:pt>
                <c:pt idx="1814">
                  <c:v>37603</c:v>
                </c:pt>
                <c:pt idx="1815">
                  <c:v>37606</c:v>
                </c:pt>
                <c:pt idx="1816">
                  <c:v>37607</c:v>
                </c:pt>
                <c:pt idx="1817">
                  <c:v>37608</c:v>
                </c:pt>
                <c:pt idx="1818">
                  <c:v>37609</c:v>
                </c:pt>
                <c:pt idx="1819">
                  <c:v>37610</c:v>
                </c:pt>
                <c:pt idx="1820">
                  <c:v>37613</c:v>
                </c:pt>
                <c:pt idx="1821">
                  <c:v>37614</c:v>
                </c:pt>
                <c:pt idx="1822">
                  <c:v>37615</c:v>
                </c:pt>
                <c:pt idx="1823">
                  <c:v>37616</c:v>
                </c:pt>
                <c:pt idx="1824">
                  <c:v>37617</c:v>
                </c:pt>
                <c:pt idx="1825">
                  <c:v>37620</c:v>
                </c:pt>
                <c:pt idx="1826">
                  <c:v>37621</c:v>
                </c:pt>
                <c:pt idx="1827">
                  <c:v>37622</c:v>
                </c:pt>
                <c:pt idx="1828">
                  <c:v>37623</c:v>
                </c:pt>
                <c:pt idx="1829">
                  <c:v>37624</c:v>
                </c:pt>
                <c:pt idx="1830">
                  <c:v>37627</c:v>
                </c:pt>
                <c:pt idx="1831">
                  <c:v>37628</c:v>
                </c:pt>
                <c:pt idx="1832">
                  <c:v>37629</c:v>
                </c:pt>
                <c:pt idx="1833">
                  <c:v>37630</c:v>
                </c:pt>
                <c:pt idx="1834">
                  <c:v>37631</c:v>
                </c:pt>
                <c:pt idx="1835">
                  <c:v>37634</c:v>
                </c:pt>
                <c:pt idx="1836">
                  <c:v>37635</c:v>
                </c:pt>
                <c:pt idx="1837">
                  <c:v>37636</c:v>
                </c:pt>
                <c:pt idx="1838">
                  <c:v>37637</c:v>
                </c:pt>
                <c:pt idx="1839">
                  <c:v>37638</c:v>
                </c:pt>
                <c:pt idx="1840">
                  <c:v>37641</c:v>
                </c:pt>
                <c:pt idx="1841">
                  <c:v>37642</c:v>
                </c:pt>
                <c:pt idx="1842">
                  <c:v>37643</c:v>
                </c:pt>
                <c:pt idx="1843">
                  <c:v>37644</c:v>
                </c:pt>
                <c:pt idx="1844">
                  <c:v>37645</c:v>
                </c:pt>
                <c:pt idx="1845">
                  <c:v>37648</c:v>
                </c:pt>
                <c:pt idx="1846">
                  <c:v>37649</c:v>
                </c:pt>
                <c:pt idx="1847">
                  <c:v>37650</c:v>
                </c:pt>
                <c:pt idx="1848">
                  <c:v>37651</c:v>
                </c:pt>
                <c:pt idx="1849">
                  <c:v>37652</c:v>
                </c:pt>
                <c:pt idx="1850">
                  <c:v>37655</c:v>
                </c:pt>
                <c:pt idx="1851">
                  <c:v>37656</c:v>
                </c:pt>
                <c:pt idx="1852">
                  <c:v>37657</c:v>
                </c:pt>
                <c:pt idx="1853">
                  <c:v>37658</c:v>
                </c:pt>
                <c:pt idx="1854">
                  <c:v>37659</c:v>
                </c:pt>
                <c:pt idx="1855">
                  <c:v>37662</c:v>
                </c:pt>
                <c:pt idx="1856">
                  <c:v>37663</c:v>
                </c:pt>
                <c:pt idx="1857">
                  <c:v>37664</c:v>
                </c:pt>
                <c:pt idx="1858">
                  <c:v>37665</c:v>
                </c:pt>
                <c:pt idx="1859">
                  <c:v>37666</c:v>
                </c:pt>
                <c:pt idx="1860">
                  <c:v>37669</c:v>
                </c:pt>
                <c:pt idx="1861">
                  <c:v>37670</c:v>
                </c:pt>
                <c:pt idx="1862">
                  <c:v>37671</c:v>
                </c:pt>
                <c:pt idx="1863">
                  <c:v>37672</c:v>
                </c:pt>
                <c:pt idx="1864">
                  <c:v>37673</c:v>
                </c:pt>
                <c:pt idx="1865">
                  <c:v>37676</c:v>
                </c:pt>
                <c:pt idx="1866">
                  <c:v>37677</c:v>
                </c:pt>
                <c:pt idx="1867">
                  <c:v>37678</c:v>
                </c:pt>
                <c:pt idx="1868">
                  <c:v>37679</c:v>
                </c:pt>
                <c:pt idx="1869">
                  <c:v>37680</c:v>
                </c:pt>
                <c:pt idx="1870">
                  <c:v>37683</c:v>
                </c:pt>
                <c:pt idx="1871">
                  <c:v>37684</c:v>
                </c:pt>
                <c:pt idx="1872">
                  <c:v>37685</c:v>
                </c:pt>
                <c:pt idx="1873">
                  <c:v>37686</c:v>
                </c:pt>
                <c:pt idx="1874">
                  <c:v>37687</c:v>
                </c:pt>
                <c:pt idx="1875">
                  <c:v>37690</c:v>
                </c:pt>
                <c:pt idx="1876">
                  <c:v>37691</c:v>
                </c:pt>
                <c:pt idx="1877">
                  <c:v>37692</c:v>
                </c:pt>
                <c:pt idx="1878">
                  <c:v>37693</c:v>
                </c:pt>
                <c:pt idx="1879">
                  <c:v>37694</c:v>
                </c:pt>
                <c:pt idx="1880">
                  <c:v>37697</c:v>
                </c:pt>
                <c:pt idx="1881">
                  <c:v>37698</c:v>
                </c:pt>
                <c:pt idx="1882">
                  <c:v>37699</c:v>
                </c:pt>
                <c:pt idx="1883">
                  <c:v>37700</c:v>
                </c:pt>
                <c:pt idx="1884">
                  <c:v>37701</c:v>
                </c:pt>
                <c:pt idx="1885">
                  <c:v>37704</c:v>
                </c:pt>
                <c:pt idx="1886">
                  <c:v>37705</c:v>
                </c:pt>
                <c:pt idx="1887">
                  <c:v>37706</c:v>
                </c:pt>
                <c:pt idx="1888">
                  <c:v>37707</c:v>
                </c:pt>
                <c:pt idx="1889">
                  <c:v>37708</c:v>
                </c:pt>
                <c:pt idx="1890">
                  <c:v>37711</c:v>
                </c:pt>
                <c:pt idx="1891">
                  <c:v>37712</c:v>
                </c:pt>
                <c:pt idx="1892">
                  <c:v>37713</c:v>
                </c:pt>
                <c:pt idx="1893">
                  <c:v>37714</c:v>
                </c:pt>
                <c:pt idx="1894">
                  <c:v>37715</c:v>
                </c:pt>
                <c:pt idx="1895">
                  <c:v>37718</c:v>
                </c:pt>
                <c:pt idx="1896">
                  <c:v>37719</c:v>
                </c:pt>
                <c:pt idx="1897">
                  <c:v>37720</c:v>
                </c:pt>
                <c:pt idx="1898">
                  <c:v>37721</c:v>
                </c:pt>
                <c:pt idx="1899">
                  <c:v>37722</c:v>
                </c:pt>
                <c:pt idx="1900">
                  <c:v>37725</c:v>
                </c:pt>
                <c:pt idx="1901">
                  <c:v>37726</c:v>
                </c:pt>
                <c:pt idx="1902">
                  <c:v>37727</c:v>
                </c:pt>
                <c:pt idx="1903">
                  <c:v>37728</c:v>
                </c:pt>
                <c:pt idx="1904">
                  <c:v>37729</c:v>
                </c:pt>
                <c:pt idx="1905">
                  <c:v>37732</c:v>
                </c:pt>
                <c:pt idx="1906">
                  <c:v>37733</c:v>
                </c:pt>
                <c:pt idx="1907">
                  <c:v>37734</c:v>
                </c:pt>
                <c:pt idx="1908">
                  <c:v>37735</c:v>
                </c:pt>
                <c:pt idx="1909">
                  <c:v>37736</c:v>
                </c:pt>
                <c:pt idx="1910">
                  <c:v>37739</c:v>
                </c:pt>
                <c:pt idx="1911">
                  <c:v>37740</c:v>
                </c:pt>
                <c:pt idx="1912">
                  <c:v>37741</c:v>
                </c:pt>
                <c:pt idx="1913">
                  <c:v>37742</c:v>
                </c:pt>
                <c:pt idx="1914">
                  <c:v>37743</c:v>
                </c:pt>
                <c:pt idx="1915">
                  <c:v>37746</c:v>
                </c:pt>
                <c:pt idx="1916">
                  <c:v>37747</c:v>
                </c:pt>
                <c:pt idx="1917">
                  <c:v>37748</c:v>
                </c:pt>
                <c:pt idx="1918">
                  <c:v>37749</c:v>
                </c:pt>
                <c:pt idx="1919">
                  <c:v>37750</c:v>
                </c:pt>
                <c:pt idx="1920">
                  <c:v>37753</c:v>
                </c:pt>
                <c:pt idx="1921">
                  <c:v>37754</c:v>
                </c:pt>
                <c:pt idx="1922">
                  <c:v>37755</c:v>
                </c:pt>
                <c:pt idx="1923">
                  <c:v>37756</c:v>
                </c:pt>
                <c:pt idx="1924">
                  <c:v>37757</c:v>
                </c:pt>
                <c:pt idx="1925">
                  <c:v>37760</c:v>
                </c:pt>
                <c:pt idx="1926">
                  <c:v>37761</c:v>
                </c:pt>
                <c:pt idx="1927">
                  <c:v>37762</c:v>
                </c:pt>
                <c:pt idx="1928">
                  <c:v>37763</c:v>
                </c:pt>
                <c:pt idx="1929">
                  <c:v>37764</c:v>
                </c:pt>
                <c:pt idx="1930">
                  <c:v>37767</c:v>
                </c:pt>
                <c:pt idx="1931">
                  <c:v>37768</c:v>
                </c:pt>
                <c:pt idx="1932">
                  <c:v>37769</c:v>
                </c:pt>
                <c:pt idx="1933">
                  <c:v>37770</c:v>
                </c:pt>
                <c:pt idx="1934">
                  <c:v>37771</c:v>
                </c:pt>
                <c:pt idx="1935">
                  <c:v>37774</c:v>
                </c:pt>
                <c:pt idx="1936">
                  <c:v>37775</c:v>
                </c:pt>
                <c:pt idx="1937">
                  <c:v>37776</c:v>
                </c:pt>
                <c:pt idx="1938">
                  <c:v>37777</c:v>
                </c:pt>
                <c:pt idx="1939">
                  <c:v>37778</c:v>
                </c:pt>
                <c:pt idx="1940">
                  <c:v>37781</c:v>
                </c:pt>
                <c:pt idx="1941">
                  <c:v>37782</c:v>
                </c:pt>
                <c:pt idx="1942">
                  <c:v>37783</c:v>
                </c:pt>
                <c:pt idx="1943">
                  <c:v>37784</c:v>
                </c:pt>
                <c:pt idx="1944">
                  <c:v>37785</c:v>
                </c:pt>
                <c:pt idx="1945">
                  <c:v>37788</c:v>
                </c:pt>
                <c:pt idx="1946">
                  <c:v>37789</c:v>
                </c:pt>
                <c:pt idx="1947">
                  <c:v>37790</c:v>
                </c:pt>
                <c:pt idx="1948">
                  <c:v>37791</c:v>
                </c:pt>
                <c:pt idx="1949">
                  <c:v>37792</c:v>
                </c:pt>
                <c:pt idx="1950">
                  <c:v>37795</c:v>
                </c:pt>
                <c:pt idx="1951">
                  <c:v>37796</c:v>
                </c:pt>
                <c:pt idx="1952">
                  <c:v>37797</c:v>
                </c:pt>
                <c:pt idx="1953">
                  <c:v>37798</c:v>
                </c:pt>
                <c:pt idx="1954">
                  <c:v>37799</c:v>
                </c:pt>
                <c:pt idx="1955">
                  <c:v>37802</c:v>
                </c:pt>
                <c:pt idx="1956">
                  <c:v>37803</c:v>
                </c:pt>
                <c:pt idx="1957">
                  <c:v>37804</c:v>
                </c:pt>
                <c:pt idx="1958">
                  <c:v>37805</c:v>
                </c:pt>
                <c:pt idx="1959">
                  <c:v>37806</c:v>
                </c:pt>
                <c:pt idx="1960">
                  <c:v>37809</c:v>
                </c:pt>
                <c:pt idx="1961">
                  <c:v>37810</c:v>
                </c:pt>
                <c:pt idx="1962">
                  <c:v>37811</c:v>
                </c:pt>
                <c:pt idx="1963">
                  <c:v>37812</c:v>
                </c:pt>
                <c:pt idx="1964">
                  <c:v>37813</c:v>
                </c:pt>
                <c:pt idx="1965">
                  <c:v>37816</c:v>
                </c:pt>
                <c:pt idx="1966">
                  <c:v>37817</c:v>
                </c:pt>
                <c:pt idx="1967">
                  <c:v>37818</c:v>
                </c:pt>
                <c:pt idx="1968">
                  <c:v>37819</c:v>
                </c:pt>
                <c:pt idx="1969">
                  <c:v>37820</c:v>
                </c:pt>
                <c:pt idx="1970">
                  <c:v>37823</c:v>
                </c:pt>
                <c:pt idx="1971">
                  <c:v>37824</c:v>
                </c:pt>
                <c:pt idx="1972">
                  <c:v>37825</c:v>
                </c:pt>
                <c:pt idx="1973">
                  <c:v>37826</c:v>
                </c:pt>
                <c:pt idx="1974">
                  <c:v>37827</c:v>
                </c:pt>
                <c:pt idx="1975">
                  <c:v>37830</c:v>
                </c:pt>
                <c:pt idx="1976">
                  <c:v>37831</c:v>
                </c:pt>
                <c:pt idx="1977">
                  <c:v>37832</c:v>
                </c:pt>
                <c:pt idx="1978">
                  <c:v>37833</c:v>
                </c:pt>
                <c:pt idx="1979">
                  <c:v>37834</c:v>
                </c:pt>
                <c:pt idx="1980">
                  <c:v>37837</c:v>
                </c:pt>
                <c:pt idx="1981">
                  <c:v>37838</c:v>
                </c:pt>
                <c:pt idx="1982">
                  <c:v>37839</c:v>
                </c:pt>
                <c:pt idx="1983">
                  <c:v>37840</c:v>
                </c:pt>
                <c:pt idx="1984">
                  <c:v>37841</c:v>
                </c:pt>
                <c:pt idx="1985">
                  <c:v>37844</c:v>
                </c:pt>
                <c:pt idx="1986">
                  <c:v>37845</c:v>
                </c:pt>
                <c:pt idx="1987">
                  <c:v>37846</c:v>
                </c:pt>
                <c:pt idx="1988">
                  <c:v>37847</c:v>
                </c:pt>
                <c:pt idx="1989">
                  <c:v>37848</c:v>
                </c:pt>
                <c:pt idx="1990">
                  <c:v>37851</c:v>
                </c:pt>
                <c:pt idx="1991">
                  <c:v>37852</c:v>
                </c:pt>
                <c:pt idx="1992">
                  <c:v>37853</c:v>
                </c:pt>
                <c:pt idx="1993">
                  <c:v>37854</c:v>
                </c:pt>
                <c:pt idx="1994">
                  <c:v>37855</c:v>
                </c:pt>
                <c:pt idx="1995">
                  <c:v>37858</c:v>
                </c:pt>
                <c:pt idx="1996">
                  <c:v>37859</c:v>
                </c:pt>
                <c:pt idx="1997">
                  <c:v>37860</c:v>
                </c:pt>
                <c:pt idx="1998">
                  <c:v>37861</c:v>
                </c:pt>
                <c:pt idx="1999">
                  <c:v>37862</c:v>
                </c:pt>
                <c:pt idx="2000">
                  <c:v>37865</c:v>
                </c:pt>
                <c:pt idx="2001">
                  <c:v>37866</c:v>
                </c:pt>
                <c:pt idx="2002">
                  <c:v>37867</c:v>
                </c:pt>
                <c:pt idx="2003">
                  <c:v>37868</c:v>
                </c:pt>
                <c:pt idx="2004">
                  <c:v>37869</c:v>
                </c:pt>
                <c:pt idx="2005">
                  <c:v>37872</c:v>
                </c:pt>
                <c:pt idx="2006">
                  <c:v>37873</c:v>
                </c:pt>
                <c:pt idx="2007">
                  <c:v>37874</c:v>
                </c:pt>
                <c:pt idx="2008">
                  <c:v>37875</c:v>
                </c:pt>
                <c:pt idx="2009">
                  <c:v>37876</c:v>
                </c:pt>
                <c:pt idx="2010">
                  <c:v>37879</c:v>
                </c:pt>
                <c:pt idx="2011">
                  <c:v>37880</c:v>
                </c:pt>
                <c:pt idx="2012">
                  <c:v>37881</c:v>
                </c:pt>
                <c:pt idx="2013">
                  <c:v>37882</c:v>
                </c:pt>
                <c:pt idx="2014">
                  <c:v>37883</c:v>
                </c:pt>
                <c:pt idx="2015">
                  <c:v>37886</c:v>
                </c:pt>
                <c:pt idx="2016">
                  <c:v>37887</c:v>
                </c:pt>
                <c:pt idx="2017">
                  <c:v>37888</c:v>
                </c:pt>
                <c:pt idx="2018">
                  <c:v>37889</c:v>
                </c:pt>
                <c:pt idx="2019">
                  <c:v>37890</c:v>
                </c:pt>
                <c:pt idx="2020">
                  <c:v>37893</c:v>
                </c:pt>
                <c:pt idx="2021">
                  <c:v>37894</c:v>
                </c:pt>
                <c:pt idx="2022">
                  <c:v>37895</c:v>
                </c:pt>
                <c:pt idx="2023">
                  <c:v>37896</c:v>
                </c:pt>
                <c:pt idx="2024">
                  <c:v>37897</c:v>
                </c:pt>
                <c:pt idx="2025">
                  <c:v>37900</c:v>
                </c:pt>
                <c:pt idx="2026">
                  <c:v>37901</c:v>
                </c:pt>
                <c:pt idx="2027">
                  <c:v>37902</c:v>
                </c:pt>
                <c:pt idx="2028">
                  <c:v>37903</c:v>
                </c:pt>
                <c:pt idx="2029">
                  <c:v>37904</c:v>
                </c:pt>
                <c:pt idx="2030">
                  <c:v>37907</c:v>
                </c:pt>
                <c:pt idx="2031">
                  <c:v>37908</c:v>
                </c:pt>
                <c:pt idx="2032">
                  <c:v>37909</c:v>
                </c:pt>
                <c:pt idx="2033">
                  <c:v>37910</c:v>
                </c:pt>
                <c:pt idx="2034">
                  <c:v>37911</c:v>
                </c:pt>
                <c:pt idx="2035">
                  <c:v>37914</c:v>
                </c:pt>
                <c:pt idx="2036">
                  <c:v>37915</c:v>
                </c:pt>
                <c:pt idx="2037">
                  <c:v>37916</c:v>
                </c:pt>
                <c:pt idx="2038">
                  <c:v>37917</c:v>
                </c:pt>
                <c:pt idx="2039">
                  <c:v>37918</c:v>
                </c:pt>
                <c:pt idx="2040">
                  <c:v>37921</c:v>
                </c:pt>
                <c:pt idx="2041">
                  <c:v>37922</c:v>
                </c:pt>
                <c:pt idx="2042">
                  <c:v>37923</c:v>
                </c:pt>
                <c:pt idx="2043">
                  <c:v>37924</c:v>
                </c:pt>
                <c:pt idx="2044">
                  <c:v>37925</c:v>
                </c:pt>
                <c:pt idx="2045">
                  <c:v>37928</c:v>
                </c:pt>
                <c:pt idx="2046">
                  <c:v>37929</c:v>
                </c:pt>
                <c:pt idx="2047">
                  <c:v>37930</c:v>
                </c:pt>
                <c:pt idx="2048">
                  <c:v>37931</c:v>
                </c:pt>
                <c:pt idx="2049">
                  <c:v>37932</c:v>
                </c:pt>
                <c:pt idx="2050">
                  <c:v>37935</c:v>
                </c:pt>
                <c:pt idx="2051">
                  <c:v>37936</c:v>
                </c:pt>
                <c:pt idx="2052">
                  <c:v>37937</c:v>
                </c:pt>
                <c:pt idx="2053">
                  <c:v>37938</c:v>
                </c:pt>
                <c:pt idx="2054">
                  <c:v>37939</c:v>
                </c:pt>
                <c:pt idx="2055">
                  <c:v>37942</c:v>
                </c:pt>
                <c:pt idx="2056">
                  <c:v>37943</c:v>
                </c:pt>
                <c:pt idx="2057">
                  <c:v>37944</c:v>
                </c:pt>
                <c:pt idx="2058">
                  <c:v>37945</c:v>
                </c:pt>
                <c:pt idx="2059">
                  <c:v>37946</c:v>
                </c:pt>
                <c:pt idx="2060">
                  <c:v>37949</c:v>
                </c:pt>
                <c:pt idx="2061">
                  <c:v>37950</c:v>
                </c:pt>
                <c:pt idx="2062">
                  <c:v>37951</c:v>
                </c:pt>
                <c:pt idx="2063">
                  <c:v>37952</c:v>
                </c:pt>
                <c:pt idx="2064">
                  <c:v>37953</c:v>
                </c:pt>
                <c:pt idx="2065">
                  <c:v>37956</c:v>
                </c:pt>
                <c:pt idx="2066">
                  <c:v>37957</c:v>
                </c:pt>
                <c:pt idx="2067">
                  <c:v>37958</c:v>
                </c:pt>
                <c:pt idx="2068">
                  <c:v>37959</c:v>
                </c:pt>
                <c:pt idx="2069">
                  <c:v>37960</c:v>
                </c:pt>
                <c:pt idx="2070">
                  <c:v>37963</c:v>
                </c:pt>
                <c:pt idx="2071">
                  <c:v>37964</c:v>
                </c:pt>
                <c:pt idx="2072">
                  <c:v>37965</c:v>
                </c:pt>
                <c:pt idx="2073">
                  <c:v>37966</c:v>
                </c:pt>
                <c:pt idx="2074">
                  <c:v>37967</c:v>
                </c:pt>
                <c:pt idx="2075">
                  <c:v>37970</c:v>
                </c:pt>
                <c:pt idx="2076">
                  <c:v>37971</c:v>
                </c:pt>
                <c:pt idx="2077">
                  <c:v>37972</c:v>
                </c:pt>
                <c:pt idx="2078">
                  <c:v>37973</c:v>
                </c:pt>
                <c:pt idx="2079">
                  <c:v>37974</c:v>
                </c:pt>
                <c:pt idx="2080">
                  <c:v>37977</c:v>
                </c:pt>
                <c:pt idx="2081">
                  <c:v>37978</c:v>
                </c:pt>
                <c:pt idx="2082">
                  <c:v>37979</c:v>
                </c:pt>
                <c:pt idx="2083">
                  <c:v>37980</c:v>
                </c:pt>
                <c:pt idx="2084">
                  <c:v>37981</c:v>
                </c:pt>
                <c:pt idx="2085">
                  <c:v>37984</c:v>
                </c:pt>
                <c:pt idx="2086">
                  <c:v>37985</c:v>
                </c:pt>
                <c:pt idx="2087">
                  <c:v>37986</c:v>
                </c:pt>
              </c:numCache>
            </c:numRef>
          </c:cat>
          <c:val>
            <c:numRef>
              <c:f>图5图6!$B$2:$B$2089</c:f>
              <c:numCache>
                <c:formatCode>0.00</c:formatCode>
                <c:ptCount val="2088"/>
                <c:pt idx="1">
                  <c:v>1.78</c:v>
                </c:pt>
                <c:pt idx="2">
                  <c:v>1.79</c:v>
                </c:pt>
                <c:pt idx="3">
                  <c:v>1.79</c:v>
                </c:pt>
                <c:pt idx="4">
                  <c:v>1.81</c:v>
                </c:pt>
                <c:pt idx="5">
                  <c:v>1.81</c:v>
                </c:pt>
                <c:pt idx="6">
                  <c:v>1.76</c:v>
                </c:pt>
                <c:pt idx="7">
                  <c:v>1.77</c:v>
                </c:pt>
                <c:pt idx="8">
                  <c:v>1.78</c:v>
                </c:pt>
                <c:pt idx="9">
                  <c:v>1.79</c:v>
                </c:pt>
                <c:pt idx="11">
                  <c:v>1.84</c:v>
                </c:pt>
                <c:pt idx="12">
                  <c:v>1.85</c:v>
                </c:pt>
                <c:pt idx="13">
                  <c:v>1.86</c:v>
                </c:pt>
                <c:pt idx="14">
                  <c:v>1.84</c:v>
                </c:pt>
                <c:pt idx="15">
                  <c:v>1.84</c:v>
                </c:pt>
                <c:pt idx="16">
                  <c:v>1.82</c:v>
                </c:pt>
                <c:pt idx="17">
                  <c:v>1.83</c:v>
                </c:pt>
                <c:pt idx="18">
                  <c:v>1.79</c:v>
                </c:pt>
                <c:pt idx="19">
                  <c:v>1.82</c:v>
                </c:pt>
                <c:pt idx="20">
                  <c:v>1.8</c:v>
                </c:pt>
                <c:pt idx="21">
                  <c:v>1.81</c:v>
                </c:pt>
                <c:pt idx="22">
                  <c:v>1.82</c:v>
                </c:pt>
                <c:pt idx="23">
                  <c:v>1.83</c:v>
                </c:pt>
                <c:pt idx="24">
                  <c:v>1.84</c:v>
                </c:pt>
                <c:pt idx="25">
                  <c:v>1.82</c:v>
                </c:pt>
                <c:pt idx="26">
                  <c:v>1.81</c:v>
                </c:pt>
                <c:pt idx="27">
                  <c:v>1.83</c:v>
                </c:pt>
                <c:pt idx="28">
                  <c:v>1.85</c:v>
                </c:pt>
                <c:pt idx="29">
                  <c:v>1.84</c:v>
                </c:pt>
                <c:pt idx="30">
                  <c:v>1.83</c:v>
                </c:pt>
                <c:pt idx="31">
                  <c:v>1.84</c:v>
                </c:pt>
                <c:pt idx="32">
                  <c:v>1.84</c:v>
                </c:pt>
                <c:pt idx="33">
                  <c:v>1.85</c:v>
                </c:pt>
                <c:pt idx="34">
                  <c:v>1.87</c:v>
                </c:pt>
                <c:pt idx="36">
                  <c:v>1.75</c:v>
                </c:pt>
                <c:pt idx="37">
                  <c:v>1.78</c:v>
                </c:pt>
                <c:pt idx="38">
                  <c:v>1.83</c:v>
                </c:pt>
                <c:pt idx="39">
                  <c:v>1.84</c:v>
                </c:pt>
                <c:pt idx="40">
                  <c:v>1.81</c:v>
                </c:pt>
                <c:pt idx="41">
                  <c:v>1.81</c:v>
                </c:pt>
                <c:pt idx="42">
                  <c:v>1.77</c:v>
                </c:pt>
                <c:pt idx="43">
                  <c:v>1.78</c:v>
                </c:pt>
                <c:pt idx="44">
                  <c:v>1.82</c:v>
                </c:pt>
                <c:pt idx="45">
                  <c:v>1.86</c:v>
                </c:pt>
                <c:pt idx="46">
                  <c:v>1.85</c:v>
                </c:pt>
                <c:pt idx="47">
                  <c:v>1.83</c:v>
                </c:pt>
                <c:pt idx="48">
                  <c:v>1.83</c:v>
                </c:pt>
                <c:pt idx="49">
                  <c:v>1.71</c:v>
                </c:pt>
                <c:pt idx="50">
                  <c:v>1.73</c:v>
                </c:pt>
                <c:pt idx="51">
                  <c:v>1.74</c:v>
                </c:pt>
                <c:pt idx="52">
                  <c:v>1.73</c:v>
                </c:pt>
                <c:pt idx="53">
                  <c:v>1.72</c:v>
                </c:pt>
                <c:pt idx="54">
                  <c:v>1.7</c:v>
                </c:pt>
                <c:pt idx="55">
                  <c:v>1.72</c:v>
                </c:pt>
                <c:pt idx="56">
                  <c:v>1.71</c:v>
                </c:pt>
                <c:pt idx="57">
                  <c:v>1.76</c:v>
                </c:pt>
                <c:pt idx="58">
                  <c:v>1.78</c:v>
                </c:pt>
                <c:pt idx="59">
                  <c:v>1.77</c:v>
                </c:pt>
                <c:pt idx="60">
                  <c:v>1.76</c:v>
                </c:pt>
                <c:pt idx="61">
                  <c:v>1.78</c:v>
                </c:pt>
                <c:pt idx="62">
                  <c:v>1.78</c:v>
                </c:pt>
                <c:pt idx="63">
                  <c:v>1.76</c:v>
                </c:pt>
                <c:pt idx="64">
                  <c:v>1.78</c:v>
                </c:pt>
                <c:pt idx="65">
                  <c:v>1.79</c:v>
                </c:pt>
                <c:pt idx="66">
                  <c:v>1.81</c:v>
                </c:pt>
                <c:pt idx="67">
                  <c:v>1.81</c:v>
                </c:pt>
                <c:pt idx="68">
                  <c:v>1.77</c:v>
                </c:pt>
                <c:pt idx="69">
                  <c:v>1.68</c:v>
                </c:pt>
                <c:pt idx="70">
                  <c:v>1.71</c:v>
                </c:pt>
                <c:pt idx="71">
                  <c:v>1.7</c:v>
                </c:pt>
                <c:pt idx="72">
                  <c:v>1.7</c:v>
                </c:pt>
                <c:pt idx="73">
                  <c:v>1.66</c:v>
                </c:pt>
                <c:pt idx="74">
                  <c:v>1.7</c:v>
                </c:pt>
                <c:pt idx="75">
                  <c:v>1.72</c:v>
                </c:pt>
                <c:pt idx="76">
                  <c:v>1.68</c:v>
                </c:pt>
                <c:pt idx="77">
                  <c:v>1.67</c:v>
                </c:pt>
                <c:pt idx="78">
                  <c:v>1.64</c:v>
                </c:pt>
                <c:pt idx="79">
                  <c:v>1.65</c:v>
                </c:pt>
                <c:pt idx="80">
                  <c:v>1.65</c:v>
                </c:pt>
                <c:pt idx="81">
                  <c:v>1.64</c:v>
                </c:pt>
                <c:pt idx="82">
                  <c:v>1.61</c:v>
                </c:pt>
                <c:pt idx="83">
                  <c:v>1.62</c:v>
                </c:pt>
                <c:pt idx="84">
                  <c:v>1.63</c:v>
                </c:pt>
                <c:pt idx="85">
                  <c:v>1.61</c:v>
                </c:pt>
                <c:pt idx="86">
                  <c:v>1.61</c:v>
                </c:pt>
                <c:pt idx="87">
                  <c:v>1.61</c:v>
                </c:pt>
                <c:pt idx="88">
                  <c:v>1.58</c:v>
                </c:pt>
                <c:pt idx="89">
                  <c:v>1.58</c:v>
                </c:pt>
                <c:pt idx="90">
                  <c:v>1.6</c:v>
                </c:pt>
                <c:pt idx="91">
                  <c:v>1.58</c:v>
                </c:pt>
                <c:pt idx="92">
                  <c:v>1.6</c:v>
                </c:pt>
                <c:pt idx="93">
                  <c:v>1.55</c:v>
                </c:pt>
                <c:pt idx="94">
                  <c:v>1.57</c:v>
                </c:pt>
                <c:pt idx="95">
                  <c:v>1.57</c:v>
                </c:pt>
                <c:pt idx="96">
                  <c:v>1.58</c:v>
                </c:pt>
                <c:pt idx="97">
                  <c:v>1.58</c:v>
                </c:pt>
                <c:pt idx="98">
                  <c:v>1.57</c:v>
                </c:pt>
                <c:pt idx="99">
                  <c:v>1.57</c:v>
                </c:pt>
                <c:pt idx="100">
                  <c:v>1.57</c:v>
                </c:pt>
                <c:pt idx="101">
                  <c:v>1.56</c:v>
                </c:pt>
                <c:pt idx="102">
                  <c:v>1.55</c:v>
                </c:pt>
                <c:pt idx="103">
                  <c:v>1.55</c:v>
                </c:pt>
                <c:pt idx="104">
                  <c:v>1.56</c:v>
                </c:pt>
                <c:pt idx="106">
                  <c:v>1.54</c:v>
                </c:pt>
                <c:pt idx="107">
                  <c:v>1.5</c:v>
                </c:pt>
                <c:pt idx="108">
                  <c:v>1.49</c:v>
                </c:pt>
                <c:pt idx="109">
                  <c:v>1.48</c:v>
                </c:pt>
                <c:pt idx="110">
                  <c:v>1.48</c:v>
                </c:pt>
                <c:pt idx="111">
                  <c:v>1.49</c:v>
                </c:pt>
                <c:pt idx="112">
                  <c:v>1.51</c:v>
                </c:pt>
                <c:pt idx="113">
                  <c:v>1.49</c:v>
                </c:pt>
                <c:pt idx="114">
                  <c:v>1.48</c:v>
                </c:pt>
                <c:pt idx="115">
                  <c:v>1.46</c:v>
                </c:pt>
                <c:pt idx="116">
                  <c:v>1.46</c:v>
                </c:pt>
                <c:pt idx="117">
                  <c:v>1.48</c:v>
                </c:pt>
                <c:pt idx="118">
                  <c:v>1.5</c:v>
                </c:pt>
                <c:pt idx="119">
                  <c:v>1.49</c:v>
                </c:pt>
                <c:pt idx="120">
                  <c:v>1.5</c:v>
                </c:pt>
                <c:pt idx="121">
                  <c:v>1.5</c:v>
                </c:pt>
                <c:pt idx="122">
                  <c:v>1.48</c:v>
                </c:pt>
                <c:pt idx="123">
                  <c:v>1.48</c:v>
                </c:pt>
                <c:pt idx="124">
                  <c:v>1.5</c:v>
                </c:pt>
                <c:pt idx="125">
                  <c:v>1.48</c:v>
                </c:pt>
                <c:pt idx="126">
                  <c:v>1.49</c:v>
                </c:pt>
                <c:pt idx="127">
                  <c:v>1.47</c:v>
                </c:pt>
                <c:pt idx="128">
                  <c:v>1.51</c:v>
                </c:pt>
                <c:pt idx="129">
                  <c:v>1.51</c:v>
                </c:pt>
                <c:pt idx="130">
                  <c:v>1.5</c:v>
                </c:pt>
                <c:pt idx="131">
                  <c:v>1.46</c:v>
                </c:pt>
                <c:pt idx="132">
                  <c:v>1.49</c:v>
                </c:pt>
                <c:pt idx="134">
                  <c:v>1.43</c:v>
                </c:pt>
                <c:pt idx="135">
                  <c:v>1.44</c:v>
                </c:pt>
                <c:pt idx="136">
                  <c:v>1.46</c:v>
                </c:pt>
                <c:pt idx="137">
                  <c:v>1.49</c:v>
                </c:pt>
                <c:pt idx="138">
                  <c:v>1.48</c:v>
                </c:pt>
                <c:pt idx="139">
                  <c:v>1.49</c:v>
                </c:pt>
                <c:pt idx="140">
                  <c:v>1.49</c:v>
                </c:pt>
                <c:pt idx="141">
                  <c:v>1.5</c:v>
                </c:pt>
                <c:pt idx="142">
                  <c:v>1.51</c:v>
                </c:pt>
                <c:pt idx="143">
                  <c:v>1.54</c:v>
                </c:pt>
                <c:pt idx="144">
                  <c:v>1.51</c:v>
                </c:pt>
                <c:pt idx="145">
                  <c:v>1.5</c:v>
                </c:pt>
                <c:pt idx="146">
                  <c:v>1.5</c:v>
                </c:pt>
                <c:pt idx="147">
                  <c:v>1.5</c:v>
                </c:pt>
                <c:pt idx="148">
                  <c:v>1.49</c:v>
                </c:pt>
                <c:pt idx="149">
                  <c:v>1.49</c:v>
                </c:pt>
                <c:pt idx="150">
                  <c:v>1.47</c:v>
                </c:pt>
                <c:pt idx="151">
                  <c:v>1.49</c:v>
                </c:pt>
                <c:pt idx="152">
                  <c:v>1.5</c:v>
                </c:pt>
                <c:pt idx="153">
                  <c:v>1.54</c:v>
                </c:pt>
                <c:pt idx="154">
                  <c:v>1.57</c:v>
                </c:pt>
                <c:pt idx="155">
                  <c:v>1.55</c:v>
                </c:pt>
                <c:pt idx="156">
                  <c:v>1.54</c:v>
                </c:pt>
                <c:pt idx="157">
                  <c:v>1.54</c:v>
                </c:pt>
                <c:pt idx="158">
                  <c:v>1.55</c:v>
                </c:pt>
                <c:pt idx="159">
                  <c:v>1.54</c:v>
                </c:pt>
                <c:pt idx="160">
                  <c:v>1.56</c:v>
                </c:pt>
                <c:pt idx="161">
                  <c:v>1.52</c:v>
                </c:pt>
                <c:pt idx="162">
                  <c:v>1.56</c:v>
                </c:pt>
                <c:pt idx="163">
                  <c:v>1.53</c:v>
                </c:pt>
                <c:pt idx="164">
                  <c:v>1.55</c:v>
                </c:pt>
                <c:pt idx="165">
                  <c:v>1.54</c:v>
                </c:pt>
                <c:pt idx="166">
                  <c:v>1.55</c:v>
                </c:pt>
                <c:pt idx="167">
                  <c:v>1.57</c:v>
                </c:pt>
                <c:pt idx="168">
                  <c:v>1.57</c:v>
                </c:pt>
                <c:pt idx="169">
                  <c:v>1.54</c:v>
                </c:pt>
                <c:pt idx="170">
                  <c:v>1.52</c:v>
                </c:pt>
                <c:pt idx="171">
                  <c:v>1.53</c:v>
                </c:pt>
                <c:pt idx="172">
                  <c:v>1.53</c:v>
                </c:pt>
                <c:pt idx="173">
                  <c:v>1.5</c:v>
                </c:pt>
                <c:pt idx="174">
                  <c:v>1.48</c:v>
                </c:pt>
                <c:pt idx="176">
                  <c:v>1.48</c:v>
                </c:pt>
                <c:pt idx="177">
                  <c:v>1.5</c:v>
                </c:pt>
                <c:pt idx="178">
                  <c:v>1.48</c:v>
                </c:pt>
                <c:pt idx="179">
                  <c:v>1.48</c:v>
                </c:pt>
                <c:pt idx="180">
                  <c:v>1.51</c:v>
                </c:pt>
                <c:pt idx="181">
                  <c:v>1.51</c:v>
                </c:pt>
                <c:pt idx="182">
                  <c:v>1.51</c:v>
                </c:pt>
                <c:pt idx="183">
                  <c:v>1.52</c:v>
                </c:pt>
                <c:pt idx="184">
                  <c:v>1.54</c:v>
                </c:pt>
                <c:pt idx="185">
                  <c:v>1.54</c:v>
                </c:pt>
                <c:pt idx="186">
                  <c:v>1.51</c:v>
                </c:pt>
                <c:pt idx="187">
                  <c:v>1.51</c:v>
                </c:pt>
                <c:pt idx="188">
                  <c:v>1.49</c:v>
                </c:pt>
                <c:pt idx="189">
                  <c:v>1.49</c:v>
                </c:pt>
                <c:pt idx="190">
                  <c:v>1.51</c:v>
                </c:pt>
                <c:pt idx="191">
                  <c:v>1.55</c:v>
                </c:pt>
                <c:pt idx="192">
                  <c:v>1.56</c:v>
                </c:pt>
                <c:pt idx="193">
                  <c:v>1.54</c:v>
                </c:pt>
                <c:pt idx="194">
                  <c:v>1.53</c:v>
                </c:pt>
                <c:pt idx="195">
                  <c:v>1.5</c:v>
                </c:pt>
                <c:pt idx="196">
                  <c:v>1.52</c:v>
                </c:pt>
                <c:pt idx="197">
                  <c:v>1.53</c:v>
                </c:pt>
                <c:pt idx="198">
                  <c:v>1.53</c:v>
                </c:pt>
                <c:pt idx="199">
                  <c:v>1.55</c:v>
                </c:pt>
                <c:pt idx="200">
                  <c:v>1.54</c:v>
                </c:pt>
                <c:pt idx="201">
                  <c:v>1.54</c:v>
                </c:pt>
                <c:pt idx="202">
                  <c:v>1.57</c:v>
                </c:pt>
                <c:pt idx="203">
                  <c:v>1.55</c:v>
                </c:pt>
                <c:pt idx="204">
                  <c:v>1.55</c:v>
                </c:pt>
                <c:pt idx="206">
                  <c:v>1.55</c:v>
                </c:pt>
                <c:pt idx="207">
                  <c:v>1.55</c:v>
                </c:pt>
                <c:pt idx="208">
                  <c:v>1.56</c:v>
                </c:pt>
                <c:pt idx="209">
                  <c:v>1.52</c:v>
                </c:pt>
                <c:pt idx="210">
                  <c:v>1.52</c:v>
                </c:pt>
                <c:pt idx="211">
                  <c:v>1.5</c:v>
                </c:pt>
                <c:pt idx="212">
                  <c:v>1.52</c:v>
                </c:pt>
                <c:pt idx="213">
                  <c:v>1.53</c:v>
                </c:pt>
                <c:pt idx="214">
                  <c:v>1.52</c:v>
                </c:pt>
                <c:pt idx="215">
                  <c:v>1.51</c:v>
                </c:pt>
                <c:pt idx="216">
                  <c:v>1.55</c:v>
                </c:pt>
                <c:pt idx="217">
                  <c:v>1.53</c:v>
                </c:pt>
                <c:pt idx="218">
                  <c:v>1.54</c:v>
                </c:pt>
                <c:pt idx="219">
                  <c:v>1.56</c:v>
                </c:pt>
                <c:pt idx="220">
                  <c:v>1.56</c:v>
                </c:pt>
                <c:pt idx="221">
                  <c:v>1.59</c:v>
                </c:pt>
                <c:pt idx="222">
                  <c:v>1.56</c:v>
                </c:pt>
                <c:pt idx="223">
                  <c:v>1.55</c:v>
                </c:pt>
                <c:pt idx="224">
                  <c:v>1.53</c:v>
                </c:pt>
                <c:pt idx="226">
                  <c:v>1.56</c:v>
                </c:pt>
                <c:pt idx="227">
                  <c:v>1.57</c:v>
                </c:pt>
                <c:pt idx="228">
                  <c:v>1.58</c:v>
                </c:pt>
                <c:pt idx="229">
                  <c:v>1.57</c:v>
                </c:pt>
                <c:pt idx="230">
                  <c:v>1.58</c:v>
                </c:pt>
                <c:pt idx="231">
                  <c:v>1.58</c:v>
                </c:pt>
                <c:pt idx="232">
                  <c:v>1.58</c:v>
                </c:pt>
                <c:pt idx="233">
                  <c:v>1.56</c:v>
                </c:pt>
                <c:pt idx="234">
                  <c:v>1.62</c:v>
                </c:pt>
                <c:pt idx="235">
                  <c:v>1.62</c:v>
                </c:pt>
                <c:pt idx="236">
                  <c:v>1.64</c:v>
                </c:pt>
                <c:pt idx="237">
                  <c:v>1.63</c:v>
                </c:pt>
                <c:pt idx="239">
                  <c:v>1.65</c:v>
                </c:pt>
                <c:pt idx="240">
                  <c:v>1.65</c:v>
                </c:pt>
                <c:pt idx="241">
                  <c:v>1.67</c:v>
                </c:pt>
                <c:pt idx="242">
                  <c:v>1.66</c:v>
                </c:pt>
                <c:pt idx="243">
                  <c:v>1.63</c:v>
                </c:pt>
                <c:pt idx="244">
                  <c:v>1.62</c:v>
                </c:pt>
                <c:pt idx="245">
                  <c:v>1.62</c:v>
                </c:pt>
                <c:pt idx="246">
                  <c:v>1.61</c:v>
                </c:pt>
                <c:pt idx="247">
                  <c:v>1.56</c:v>
                </c:pt>
                <c:pt idx="248">
                  <c:v>1.56</c:v>
                </c:pt>
                <c:pt idx="249">
                  <c:v>1.58</c:v>
                </c:pt>
                <c:pt idx="250">
                  <c:v>1.58</c:v>
                </c:pt>
                <c:pt idx="251">
                  <c:v>1.58</c:v>
                </c:pt>
                <c:pt idx="252">
                  <c:v>1.56</c:v>
                </c:pt>
                <c:pt idx="253">
                  <c:v>1.59</c:v>
                </c:pt>
                <c:pt idx="254">
                  <c:v>1.57</c:v>
                </c:pt>
                <c:pt idx="255">
                  <c:v>1.58</c:v>
                </c:pt>
                <c:pt idx="256">
                  <c:v>1.55</c:v>
                </c:pt>
                <c:pt idx="258">
                  <c:v>1.57</c:v>
                </c:pt>
                <c:pt idx="259">
                  <c:v>1.57</c:v>
                </c:pt>
                <c:pt idx="260">
                  <c:v>1.55</c:v>
                </c:pt>
                <c:pt idx="261">
                  <c:v>1.54</c:v>
                </c:pt>
                <c:pt idx="263">
                  <c:v>1.52</c:v>
                </c:pt>
                <c:pt idx="264">
                  <c:v>1.53</c:v>
                </c:pt>
                <c:pt idx="265">
                  <c:v>1.53</c:v>
                </c:pt>
                <c:pt idx="266">
                  <c:v>1.55</c:v>
                </c:pt>
                <c:pt idx="267">
                  <c:v>1.53</c:v>
                </c:pt>
                <c:pt idx="268">
                  <c:v>1.54</c:v>
                </c:pt>
                <c:pt idx="269">
                  <c:v>1.52</c:v>
                </c:pt>
                <c:pt idx="270">
                  <c:v>1.48</c:v>
                </c:pt>
                <c:pt idx="271">
                  <c:v>1.51</c:v>
                </c:pt>
                <c:pt idx="272">
                  <c:v>1.51</c:v>
                </c:pt>
                <c:pt idx="273">
                  <c:v>1.52</c:v>
                </c:pt>
                <c:pt idx="274">
                  <c:v>1.52</c:v>
                </c:pt>
                <c:pt idx="276">
                  <c:v>1.56</c:v>
                </c:pt>
                <c:pt idx="277">
                  <c:v>1.52</c:v>
                </c:pt>
                <c:pt idx="278">
                  <c:v>1.49</c:v>
                </c:pt>
                <c:pt idx="279">
                  <c:v>1.51</c:v>
                </c:pt>
                <c:pt idx="280">
                  <c:v>1.49</c:v>
                </c:pt>
                <c:pt idx="281">
                  <c:v>1.51</c:v>
                </c:pt>
                <c:pt idx="282">
                  <c:v>1.51</c:v>
                </c:pt>
                <c:pt idx="283">
                  <c:v>1.51</c:v>
                </c:pt>
                <c:pt idx="284">
                  <c:v>1.5</c:v>
                </c:pt>
                <c:pt idx="285">
                  <c:v>1.51</c:v>
                </c:pt>
                <c:pt idx="286">
                  <c:v>1.51</c:v>
                </c:pt>
                <c:pt idx="287">
                  <c:v>1.51</c:v>
                </c:pt>
                <c:pt idx="288">
                  <c:v>1.51</c:v>
                </c:pt>
                <c:pt idx="289">
                  <c:v>1.54</c:v>
                </c:pt>
                <c:pt idx="290">
                  <c:v>1.54</c:v>
                </c:pt>
                <c:pt idx="291">
                  <c:v>1.48</c:v>
                </c:pt>
                <c:pt idx="292">
                  <c:v>1.53</c:v>
                </c:pt>
                <c:pt idx="293">
                  <c:v>1.54</c:v>
                </c:pt>
                <c:pt idx="294">
                  <c:v>1.53</c:v>
                </c:pt>
                <c:pt idx="296">
                  <c:v>1.54</c:v>
                </c:pt>
                <c:pt idx="297">
                  <c:v>1.55</c:v>
                </c:pt>
                <c:pt idx="298">
                  <c:v>1.51</c:v>
                </c:pt>
                <c:pt idx="299">
                  <c:v>1.55</c:v>
                </c:pt>
                <c:pt idx="300">
                  <c:v>1.54</c:v>
                </c:pt>
                <c:pt idx="301">
                  <c:v>1.54</c:v>
                </c:pt>
                <c:pt idx="302">
                  <c:v>1.5</c:v>
                </c:pt>
                <c:pt idx="303">
                  <c:v>1.5</c:v>
                </c:pt>
                <c:pt idx="304">
                  <c:v>1.49</c:v>
                </c:pt>
                <c:pt idx="305">
                  <c:v>1.51</c:v>
                </c:pt>
                <c:pt idx="306">
                  <c:v>1.5</c:v>
                </c:pt>
                <c:pt idx="307">
                  <c:v>1.49</c:v>
                </c:pt>
                <c:pt idx="308">
                  <c:v>1.51</c:v>
                </c:pt>
                <c:pt idx="309">
                  <c:v>1.53</c:v>
                </c:pt>
                <c:pt idx="310">
                  <c:v>1.53</c:v>
                </c:pt>
                <c:pt idx="311">
                  <c:v>1.54</c:v>
                </c:pt>
                <c:pt idx="312">
                  <c:v>1.52</c:v>
                </c:pt>
                <c:pt idx="313">
                  <c:v>1.5</c:v>
                </c:pt>
                <c:pt idx="314">
                  <c:v>1.48</c:v>
                </c:pt>
                <c:pt idx="315">
                  <c:v>1.48</c:v>
                </c:pt>
                <c:pt idx="316">
                  <c:v>1.48</c:v>
                </c:pt>
                <c:pt idx="317">
                  <c:v>1.51</c:v>
                </c:pt>
                <c:pt idx="318">
                  <c:v>1.49</c:v>
                </c:pt>
                <c:pt idx="319">
                  <c:v>1.49</c:v>
                </c:pt>
                <c:pt idx="320">
                  <c:v>1.48</c:v>
                </c:pt>
                <c:pt idx="321">
                  <c:v>1.47</c:v>
                </c:pt>
                <c:pt idx="322">
                  <c:v>1.43</c:v>
                </c:pt>
                <c:pt idx="323">
                  <c:v>1.42</c:v>
                </c:pt>
                <c:pt idx="325">
                  <c:v>1.4</c:v>
                </c:pt>
                <c:pt idx="326">
                  <c:v>1.41</c:v>
                </c:pt>
                <c:pt idx="327">
                  <c:v>1.43</c:v>
                </c:pt>
                <c:pt idx="328">
                  <c:v>1.45</c:v>
                </c:pt>
                <c:pt idx="329">
                  <c:v>1.46</c:v>
                </c:pt>
                <c:pt idx="330">
                  <c:v>1.47</c:v>
                </c:pt>
                <c:pt idx="331">
                  <c:v>1.44</c:v>
                </c:pt>
                <c:pt idx="332">
                  <c:v>1.44</c:v>
                </c:pt>
                <c:pt idx="333">
                  <c:v>1.44</c:v>
                </c:pt>
                <c:pt idx="334">
                  <c:v>1.42</c:v>
                </c:pt>
                <c:pt idx="335">
                  <c:v>1.42</c:v>
                </c:pt>
                <c:pt idx="336">
                  <c:v>1.45</c:v>
                </c:pt>
                <c:pt idx="337">
                  <c:v>1.44</c:v>
                </c:pt>
                <c:pt idx="338">
                  <c:v>1.45</c:v>
                </c:pt>
                <c:pt idx="339">
                  <c:v>1.48</c:v>
                </c:pt>
                <c:pt idx="340">
                  <c:v>1.48</c:v>
                </c:pt>
                <c:pt idx="341">
                  <c:v>1.47</c:v>
                </c:pt>
                <c:pt idx="342">
                  <c:v>1.45</c:v>
                </c:pt>
                <c:pt idx="343">
                  <c:v>1.43</c:v>
                </c:pt>
                <c:pt idx="344">
                  <c:v>1.45</c:v>
                </c:pt>
                <c:pt idx="345">
                  <c:v>1.46</c:v>
                </c:pt>
                <c:pt idx="346">
                  <c:v>1.49</c:v>
                </c:pt>
                <c:pt idx="347">
                  <c:v>1.5</c:v>
                </c:pt>
                <c:pt idx="348">
                  <c:v>1.52</c:v>
                </c:pt>
                <c:pt idx="349">
                  <c:v>1.53</c:v>
                </c:pt>
                <c:pt idx="350">
                  <c:v>1.51</c:v>
                </c:pt>
                <c:pt idx="351">
                  <c:v>1.49</c:v>
                </c:pt>
                <c:pt idx="352">
                  <c:v>1.46</c:v>
                </c:pt>
                <c:pt idx="353">
                  <c:v>1.46</c:v>
                </c:pt>
                <c:pt idx="354">
                  <c:v>1.5</c:v>
                </c:pt>
                <c:pt idx="355">
                  <c:v>1.51</c:v>
                </c:pt>
                <c:pt idx="356">
                  <c:v>1.48</c:v>
                </c:pt>
                <c:pt idx="357">
                  <c:v>1.49</c:v>
                </c:pt>
                <c:pt idx="358">
                  <c:v>1.48</c:v>
                </c:pt>
                <c:pt idx="359">
                  <c:v>1.47</c:v>
                </c:pt>
                <c:pt idx="360">
                  <c:v>1.47</c:v>
                </c:pt>
                <c:pt idx="361">
                  <c:v>1.48</c:v>
                </c:pt>
                <c:pt idx="362">
                  <c:v>1.49</c:v>
                </c:pt>
                <c:pt idx="363">
                  <c:v>1.49</c:v>
                </c:pt>
                <c:pt idx="364">
                  <c:v>1.51</c:v>
                </c:pt>
                <c:pt idx="366">
                  <c:v>1.5</c:v>
                </c:pt>
                <c:pt idx="367">
                  <c:v>1.48</c:v>
                </c:pt>
                <c:pt idx="368">
                  <c:v>1.5</c:v>
                </c:pt>
                <c:pt idx="369">
                  <c:v>1.51</c:v>
                </c:pt>
                <c:pt idx="370">
                  <c:v>1.5</c:v>
                </c:pt>
                <c:pt idx="371">
                  <c:v>1.51</c:v>
                </c:pt>
                <c:pt idx="372">
                  <c:v>1.51</c:v>
                </c:pt>
                <c:pt idx="373">
                  <c:v>1.52</c:v>
                </c:pt>
                <c:pt idx="374">
                  <c:v>1.55</c:v>
                </c:pt>
                <c:pt idx="375">
                  <c:v>1.55</c:v>
                </c:pt>
                <c:pt idx="376">
                  <c:v>1.55</c:v>
                </c:pt>
                <c:pt idx="377">
                  <c:v>1.54</c:v>
                </c:pt>
                <c:pt idx="378">
                  <c:v>1.53</c:v>
                </c:pt>
                <c:pt idx="379">
                  <c:v>1.54</c:v>
                </c:pt>
                <c:pt idx="380">
                  <c:v>1.55</c:v>
                </c:pt>
                <c:pt idx="381">
                  <c:v>1.54</c:v>
                </c:pt>
                <c:pt idx="382">
                  <c:v>1.54</c:v>
                </c:pt>
                <c:pt idx="383">
                  <c:v>1.54</c:v>
                </c:pt>
                <c:pt idx="384">
                  <c:v>1.52</c:v>
                </c:pt>
                <c:pt idx="385">
                  <c:v>1.54</c:v>
                </c:pt>
                <c:pt idx="386">
                  <c:v>1.51</c:v>
                </c:pt>
                <c:pt idx="387">
                  <c:v>1.51</c:v>
                </c:pt>
                <c:pt idx="388">
                  <c:v>1.5</c:v>
                </c:pt>
                <c:pt idx="389">
                  <c:v>1.51</c:v>
                </c:pt>
                <c:pt idx="390">
                  <c:v>1.5</c:v>
                </c:pt>
                <c:pt idx="391">
                  <c:v>1.51</c:v>
                </c:pt>
                <c:pt idx="392">
                  <c:v>1.52</c:v>
                </c:pt>
                <c:pt idx="393">
                  <c:v>1.55</c:v>
                </c:pt>
                <c:pt idx="395">
                  <c:v>1.55</c:v>
                </c:pt>
                <c:pt idx="396">
                  <c:v>1.54</c:v>
                </c:pt>
                <c:pt idx="397">
                  <c:v>1.53</c:v>
                </c:pt>
                <c:pt idx="398">
                  <c:v>1.53</c:v>
                </c:pt>
                <c:pt idx="399">
                  <c:v>1.54</c:v>
                </c:pt>
                <c:pt idx="400">
                  <c:v>1.52</c:v>
                </c:pt>
                <c:pt idx="401">
                  <c:v>1.52</c:v>
                </c:pt>
                <c:pt idx="402">
                  <c:v>1.53</c:v>
                </c:pt>
                <c:pt idx="403">
                  <c:v>1.54</c:v>
                </c:pt>
                <c:pt idx="404">
                  <c:v>1.52</c:v>
                </c:pt>
                <c:pt idx="405">
                  <c:v>1.52</c:v>
                </c:pt>
                <c:pt idx="406">
                  <c:v>1.54</c:v>
                </c:pt>
                <c:pt idx="407">
                  <c:v>1.52</c:v>
                </c:pt>
                <c:pt idx="408">
                  <c:v>1.51</c:v>
                </c:pt>
                <c:pt idx="409">
                  <c:v>1.51</c:v>
                </c:pt>
                <c:pt idx="410">
                  <c:v>1.5</c:v>
                </c:pt>
                <c:pt idx="411">
                  <c:v>1.52</c:v>
                </c:pt>
                <c:pt idx="412">
                  <c:v>1.53</c:v>
                </c:pt>
                <c:pt idx="413">
                  <c:v>1.54</c:v>
                </c:pt>
                <c:pt idx="414">
                  <c:v>1.49</c:v>
                </c:pt>
                <c:pt idx="415">
                  <c:v>1.5</c:v>
                </c:pt>
                <c:pt idx="416">
                  <c:v>1.5</c:v>
                </c:pt>
                <c:pt idx="417">
                  <c:v>1.5</c:v>
                </c:pt>
                <c:pt idx="418">
                  <c:v>1.5</c:v>
                </c:pt>
                <c:pt idx="419">
                  <c:v>1.51</c:v>
                </c:pt>
                <c:pt idx="420">
                  <c:v>1.5</c:v>
                </c:pt>
                <c:pt idx="421">
                  <c:v>1.48</c:v>
                </c:pt>
                <c:pt idx="422">
                  <c:v>1.52</c:v>
                </c:pt>
                <c:pt idx="423">
                  <c:v>1.58</c:v>
                </c:pt>
                <c:pt idx="424">
                  <c:v>1.58</c:v>
                </c:pt>
                <c:pt idx="425">
                  <c:v>1.63</c:v>
                </c:pt>
                <c:pt idx="426">
                  <c:v>1.62</c:v>
                </c:pt>
                <c:pt idx="427">
                  <c:v>1.59</c:v>
                </c:pt>
                <c:pt idx="428">
                  <c:v>1.55</c:v>
                </c:pt>
                <c:pt idx="429">
                  <c:v>1.5</c:v>
                </c:pt>
                <c:pt idx="430">
                  <c:v>1.52</c:v>
                </c:pt>
                <c:pt idx="431">
                  <c:v>1.45</c:v>
                </c:pt>
                <c:pt idx="432">
                  <c:v>1.44</c:v>
                </c:pt>
                <c:pt idx="433">
                  <c:v>1.48</c:v>
                </c:pt>
                <c:pt idx="434">
                  <c:v>1.44</c:v>
                </c:pt>
                <c:pt idx="436">
                  <c:v>1.46</c:v>
                </c:pt>
                <c:pt idx="437">
                  <c:v>1.45</c:v>
                </c:pt>
                <c:pt idx="438">
                  <c:v>1.45</c:v>
                </c:pt>
                <c:pt idx="439">
                  <c:v>1.44</c:v>
                </c:pt>
                <c:pt idx="440">
                  <c:v>1.47</c:v>
                </c:pt>
                <c:pt idx="441">
                  <c:v>1.46</c:v>
                </c:pt>
                <c:pt idx="442">
                  <c:v>1.45</c:v>
                </c:pt>
                <c:pt idx="443">
                  <c:v>1.46</c:v>
                </c:pt>
                <c:pt idx="444">
                  <c:v>1.48</c:v>
                </c:pt>
                <c:pt idx="445">
                  <c:v>1.49</c:v>
                </c:pt>
                <c:pt idx="446">
                  <c:v>1.56</c:v>
                </c:pt>
                <c:pt idx="447">
                  <c:v>1.54</c:v>
                </c:pt>
                <c:pt idx="448">
                  <c:v>1.53</c:v>
                </c:pt>
                <c:pt idx="449">
                  <c:v>1.55</c:v>
                </c:pt>
                <c:pt idx="450">
                  <c:v>1.56</c:v>
                </c:pt>
                <c:pt idx="451">
                  <c:v>1.54</c:v>
                </c:pt>
                <c:pt idx="452">
                  <c:v>1.55</c:v>
                </c:pt>
                <c:pt idx="453">
                  <c:v>1.52</c:v>
                </c:pt>
                <c:pt idx="454">
                  <c:v>1.55</c:v>
                </c:pt>
                <c:pt idx="455">
                  <c:v>1.54</c:v>
                </c:pt>
                <c:pt idx="456">
                  <c:v>1.54</c:v>
                </c:pt>
                <c:pt idx="457">
                  <c:v>1.55</c:v>
                </c:pt>
                <c:pt idx="458">
                  <c:v>1.57</c:v>
                </c:pt>
                <c:pt idx="459">
                  <c:v>1.57</c:v>
                </c:pt>
                <c:pt idx="460">
                  <c:v>1.6</c:v>
                </c:pt>
                <c:pt idx="461">
                  <c:v>1.59</c:v>
                </c:pt>
                <c:pt idx="462">
                  <c:v>1.55</c:v>
                </c:pt>
                <c:pt idx="463">
                  <c:v>1.54</c:v>
                </c:pt>
                <c:pt idx="464">
                  <c:v>1.51</c:v>
                </c:pt>
                <c:pt idx="466">
                  <c:v>1.55</c:v>
                </c:pt>
                <c:pt idx="467">
                  <c:v>1.54</c:v>
                </c:pt>
                <c:pt idx="468">
                  <c:v>1.55</c:v>
                </c:pt>
                <c:pt idx="469">
                  <c:v>1.47</c:v>
                </c:pt>
                <c:pt idx="470">
                  <c:v>1.52</c:v>
                </c:pt>
                <c:pt idx="471">
                  <c:v>1.45</c:v>
                </c:pt>
                <c:pt idx="472">
                  <c:v>1.47</c:v>
                </c:pt>
                <c:pt idx="473">
                  <c:v>1.45</c:v>
                </c:pt>
                <c:pt idx="474">
                  <c:v>1.48</c:v>
                </c:pt>
                <c:pt idx="475">
                  <c:v>1.61</c:v>
                </c:pt>
                <c:pt idx="476">
                  <c:v>1.56</c:v>
                </c:pt>
                <c:pt idx="477">
                  <c:v>1.59</c:v>
                </c:pt>
                <c:pt idx="478">
                  <c:v>1.61</c:v>
                </c:pt>
                <c:pt idx="479">
                  <c:v>1.6</c:v>
                </c:pt>
                <c:pt idx="480">
                  <c:v>1.56</c:v>
                </c:pt>
                <c:pt idx="481">
                  <c:v>1.51</c:v>
                </c:pt>
                <c:pt idx="482">
                  <c:v>1.55</c:v>
                </c:pt>
                <c:pt idx="483">
                  <c:v>1.56</c:v>
                </c:pt>
                <c:pt idx="484">
                  <c:v>1.56</c:v>
                </c:pt>
                <c:pt idx="485">
                  <c:v>1.55</c:v>
                </c:pt>
                <c:pt idx="487">
                  <c:v>1.56</c:v>
                </c:pt>
                <c:pt idx="488">
                  <c:v>1.55</c:v>
                </c:pt>
                <c:pt idx="489">
                  <c:v>1.56</c:v>
                </c:pt>
                <c:pt idx="490">
                  <c:v>1.56</c:v>
                </c:pt>
                <c:pt idx="491">
                  <c:v>1.54</c:v>
                </c:pt>
                <c:pt idx="492">
                  <c:v>1.54</c:v>
                </c:pt>
                <c:pt idx="493">
                  <c:v>1.54</c:v>
                </c:pt>
                <c:pt idx="494">
                  <c:v>1.55</c:v>
                </c:pt>
                <c:pt idx="495">
                  <c:v>1.54</c:v>
                </c:pt>
                <c:pt idx="496">
                  <c:v>1.53</c:v>
                </c:pt>
                <c:pt idx="497">
                  <c:v>1.51</c:v>
                </c:pt>
                <c:pt idx="499">
                  <c:v>1.52</c:v>
                </c:pt>
                <c:pt idx="500">
                  <c:v>1.49</c:v>
                </c:pt>
                <c:pt idx="501">
                  <c:v>1.49</c:v>
                </c:pt>
                <c:pt idx="502">
                  <c:v>1.52</c:v>
                </c:pt>
                <c:pt idx="503">
                  <c:v>1.52</c:v>
                </c:pt>
                <c:pt idx="504">
                  <c:v>1.48</c:v>
                </c:pt>
                <c:pt idx="505">
                  <c:v>1.47</c:v>
                </c:pt>
                <c:pt idx="506">
                  <c:v>1.5</c:v>
                </c:pt>
                <c:pt idx="507">
                  <c:v>1.52</c:v>
                </c:pt>
                <c:pt idx="508">
                  <c:v>1.53</c:v>
                </c:pt>
                <c:pt idx="509">
                  <c:v>1.56</c:v>
                </c:pt>
                <c:pt idx="510">
                  <c:v>1.54</c:v>
                </c:pt>
                <c:pt idx="511">
                  <c:v>1.53</c:v>
                </c:pt>
                <c:pt idx="512">
                  <c:v>1.52</c:v>
                </c:pt>
                <c:pt idx="513">
                  <c:v>1.53</c:v>
                </c:pt>
                <c:pt idx="514">
                  <c:v>1.54</c:v>
                </c:pt>
                <c:pt idx="515">
                  <c:v>1.53</c:v>
                </c:pt>
                <c:pt idx="516">
                  <c:v>1.53</c:v>
                </c:pt>
                <c:pt idx="517">
                  <c:v>1.5</c:v>
                </c:pt>
                <c:pt idx="519">
                  <c:v>1.51</c:v>
                </c:pt>
                <c:pt idx="520">
                  <c:v>1.52</c:v>
                </c:pt>
                <c:pt idx="521">
                  <c:v>1.52</c:v>
                </c:pt>
                <c:pt idx="522">
                  <c:v>1.53</c:v>
                </c:pt>
                <c:pt idx="524">
                  <c:v>1.54</c:v>
                </c:pt>
                <c:pt idx="525">
                  <c:v>1.6</c:v>
                </c:pt>
                <c:pt idx="526">
                  <c:v>1.63</c:v>
                </c:pt>
                <c:pt idx="527">
                  <c:v>1.62</c:v>
                </c:pt>
                <c:pt idx="528">
                  <c:v>1.64</c:v>
                </c:pt>
                <c:pt idx="529">
                  <c:v>1.71</c:v>
                </c:pt>
                <c:pt idx="530">
                  <c:v>1.71</c:v>
                </c:pt>
                <c:pt idx="531">
                  <c:v>1.71</c:v>
                </c:pt>
                <c:pt idx="532">
                  <c:v>1.68</c:v>
                </c:pt>
                <c:pt idx="533">
                  <c:v>1.66</c:v>
                </c:pt>
                <c:pt idx="534">
                  <c:v>1.67</c:v>
                </c:pt>
                <c:pt idx="536">
                  <c:v>1.64</c:v>
                </c:pt>
                <c:pt idx="537">
                  <c:v>1.66</c:v>
                </c:pt>
                <c:pt idx="538">
                  <c:v>1.67</c:v>
                </c:pt>
                <c:pt idx="539">
                  <c:v>1.63</c:v>
                </c:pt>
                <c:pt idx="540">
                  <c:v>1.65</c:v>
                </c:pt>
                <c:pt idx="541">
                  <c:v>1.62</c:v>
                </c:pt>
                <c:pt idx="542">
                  <c:v>1.65</c:v>
                </c:pt>
                <c:pt idx="543">
                  <c:v>1.67</c:v>
                </c:pt>
                <c:pt idx="544">
                  <c:v>1.68</c:v>
                </c:pt>
                <c:pt idx="545">
                  <c:v>1.68</c:v>
                </c:pt>
                <c:pt idx="546">
                  <c:v>1.69</c:v>
                </c:pt>
                <c:pt idx="547">
                  <c:v>1.68</c:v>
                </c:pt>
                <c:pt idx="548">
                  <c:v>1.68</c:v>
                </c:pt>
                <c:pt idx="549">
                  <c:v>1.68</c:v>
                </c:pt>
                <c:pt idx="550">
                  <c:v>1.69</c:v>
                </c:pt>
                <c:pt idx="551">
                  <c:v>1.67</c:v>
                </c:pt>
                <c:pt idx="552">
                  <c:v>1.72</c:v>
                </c:pt>
                <c:pt idx="553">
                  <c:v>1.73</c:v>
                </c:pt>
                <c:pt idx="554">
                  <c:v>1.72</c:v>
                </c:pt>
                <c:pt idx="556">
                  <c:v>1.73</c:v>
                </c:pt>
                <c:pt idx="557">
                  <c:v>1.7</c:v>
                </c:pt>
                <c:pt idx="558">
                  <c:v>1.69</c:v>
                </c:pt>
                <c:pt idx="559">
                  <c:v>1.68</c:v>
                </c:pt>
                <c:pt idx="560">
                  <c:v>1.66</c:v>
                </c:pt>
                <c:pt idx="561">
                  <c:v>1.61</c:v>
                </c:pt>
                <c:pt idx="562">
                  <c:v>1.64</c:v>
                </c:pt>
                <c:pt idx="563">
                  <c:v>1.63</c:v>
                </c:pt>
                <c:pt idx="564">
                  <c:v>1.67</c:v>
                </c:pt>
                <c:pt idx="565">
                  <c:v>1.65</c:v>
                </c:pt>
                <c:pt idx="566">
                  <c:v>1.64</c:v>
                </c:pt>
                <c:pt idx="567">
                  <c:v>1.64</c:v>
                </c:pt>
                <c:pt idx="568">
                  <c:v>1.65</c:v>
                </c:pt>
                <c:pt idx="569">
                  <c:v>1.64</c:v>
                </c:pt>
                <c:pt idx="570">
                  <c:v>1.66</c:v>
                </c:pt>
                <c:pt idx="571">
                  <c:v>1.65</c:v>
                </c:pt>
                <c:pt idx="572">
                  <c:v>1.69</c:v>
                </c:pt>
                <c:pt idx="573">
                  <c:v>1.69</c:v>
                </c:pt>
                <c:pt idx="574">
                  <c:v>1.69</c:v>
                </c:pt>
                <c:pt idx="575">
                  <c:v>1.7</c:v>
                </c:pt>
                <c:pt idx="576">
                  <c:v>1.71</c:v>
                </c:pt>
                <c:pt idx="577">
                  <c:v>1.69</c:v>
                </c:pt>
                <c:pt idx="578">
                  <c:v>1.71</c:v>
                </c:pt>
                <c:pt idx="579">
                  <c:v>1.7</c:v>
                </c:pt>
                <c:pt idx="580">
                  <c:v>1.7</c:v>
                </c:pt>
                <c:pt idx="581">
                  <c:v>1.69</c:v>
                </c:pt>
                <c:pt idx="582">
                  <c:v>1.67</c:v>
                </c:pt>
                <c:pt idx="583">
                  <c:v>1.64</c:v>
                </c:pt>
                <c:pt idx="584">
                  <c:v>1.66</c:v>
                </c:pt>
                <c:pt idx="585">
                  <c:v>1.64</c:v>
                </c:pt>
                <c:pt idx="586">
                  <c:v>1.67</c:v>
                </c:pt>
                <c:pt idx="587">
                  <c:v>1.7</c:v>
                </c:pt>
                <c:pt idx="588">
                  <c:v>1.71</c:v>
                </c:pt>
                <c:pt idx="589">
                  <c:v>1.74</c:v>
                </c:pt>
                <c:pt idx="590">
                  <c:v>1.73</c:v>
                </c:pt>
                <c:pt idx="591">
                  <c:v>1.73</c:v>
                </c:pt>
                <c:pt idx="592">
                  <c:v>1.74</c:v>
                </c:pt>
                <c:pt idx="593">
                  <c:v>1.71</c:v>
                </c:pt>
                <c:pt idx="595">
                  <c:v>1.69</c:v>
                </c:pt>
                <c:pt idx="596">
                  <c:v>1.7</c:v>
                </c:pt>
                <c:pt idx="597">
                  <c:v>1.71</c:v>
                </c:pt>
                <c:pt idx="598">
                  <c:v>1.7</c:v>
                </c:pt>
                <c:pt idx="599">
                  <c:v>1.7</c:v>
                </c:pt>
                <c:pt idx="600">
                  <c:v>1.68</c:v>
                </c:pt>
                <c:pt idx="601">
                  <c:v>1.67</c:v>
                </c:pt>
                <c:pt idx="602">
                  <c:v>1.69</c:v>
                </c:pt>
                <c:pt idx="603">
                  <c:v>1.68</c:v>
                </c:pt>
                <c:pt idx="604">
                  <c:v>1.68</c:v>
                </c:pt>
                <c:pt idx="605">
                  <c:v>1.65</c:v>
                </c:pt>
                <c:pt idx="606">
                  <c:v>1.64</c:v>
                </c:pt>
                <c:pt idx="607">
                  <c:v>1.64</c:v>
                </c:pt>
                <c:pt idx="608">
                  <c:v>1.66</c:v>
                </c:pt>
                <c:pt idx="609">
                  <c:v>1.66</c:v>
                </c:pt>
                <c:pt idx="610">
                  <c:v>1.66</c:v>
                </c:pt>
                <c:pt idx="611">
                  <c:v>1.66</c:v>
                </c:pt>
                <c:pt idx="612">
                  <c:v>1.66</c:v>
                </c:pt>
                <c:pt idx="613">
                  <c:v>1.67</c:v>
                </c:pt>
                <c:pt idx="614">
                  <c:v>1.63</c:v>
                </c:pt>
                <c:pt idx="615">
                  <c:v>1.62</c:v>
                </c:pt>
                <c:pt idx="616">
                  <c:v>1.64</c:v>
                </c:pt>
                <c:pt idx="617">
                  <c:v>1.69</c:v>
                </c:pt>
                <c:pt idx="618">
                  <c:v>1.68</c:v>
                </c:pt>
                <c:pt idx="619">
                  <c:v>1.63</c:v>
                </c:pt>
                <c:pt idx="620">
                  <c:v>1.63</c:v>
                </c:pt>
                <c:pt idx="621">
                  <c:v>1.64</c:v>
                </c:pt>
                <c:pt idx="622">
                  <c:v>1.64</c:v>
                </c:pt>
                <c:pt idx="623">
                  <c:v>1.63</c:v>
                </c:pt>
                <c:pt idx="624">
                  <c:v>1.62</c:v>
                </c:pt>
                <c:pt idx="626">
                  <c:v>1.63</c:v>
                </c:pt>
                <c:pt idx="627">
                  <c:v>1.65</c:v>
                </c:pt>
                <c:pt idx="628">
                  <c:v>1.63</c:v>
                </c:pt>
                <c:pt idx="629">
                  <c:v>1.63</c:v>
                </c:pt>
                <c:pt idx="630">
                  <c:v>1.64</c:v>
                </c:pt>
                <c:pt idx="631">
                  <c:v>1.63</c:v>
                </c:pt>
                <c:pt idx="632">
                  <c:v>1.62</c:v>
                </c:pt>
                <c:pt idx="633">
                  <c:v>1.61</c:v>
                </c:pt>
                <c:pt idx="634">
                  <c:v>1.6</c:v>
                </c:pt>
                <c:pt idx="635">
                  <c:v>1.6</c:v>
                </c:pt>
                <c:pt idx="636">
                  <c:v>1.59</c:v>
                </c:pt>
                <c:pt idx="637">
                  <c:v>1.61</c:v>
                </c:pt>
                <c:pt idx="638">
                  <c:v>1.64</c:v>
                </c:pt>
                <c:pt idx="639">
                  <c:v>1.65</c:v>
                </c:pt>
                <c:pt idx="640">
                  <c:v>1.66</c:v>
                </c:pt>
                <c:pt idx="641">
                  <c:v>1.63</c:v>
                </c:pt>
                <c:pt idx="642">
                  <c:v>1.61</c:v>
                </c:pt>
                <c:pt idx="643">
                  <c:v>1.62</c:v>
                </c:pt>
                <c:pt idx="644">
                  <c:v>1.65</c:v>
                </c:pt>
                <c:pt idx="645">
                  <c:v>1.64</c:v>
                </c:pt>
                <c:pt idx="646">
                  <c:v>1.67</c:v>
                </c:pt>
                <c:pt idx="647">
                  <c:v>1.68</c:v>
                </c:pt>
                <c:pt idx="648">
                  <c:v>1.68</c:v>
                </c:pt>
                <c:pt idx="649">
                  <c:v>1.67</c:v>
                </c:pt>
                <c:pt idx="650">
                  <c:v>1.66</c:v>
                </c:pt>
                <c:pt idx="651">
                  <c:v>1.67</c:v>
                </c:pt>
                <c:pt idx="652">
                  <c:v>1.67</c:v>
                </c:pt>
                <c:pt idx="653">
                  <c:v>1.67</c:v>
                </c:pt>
                <c:pt idx="655">
                  <c:v>1.68</c:v>
                </c:pt>
                <c:pt idx="656">
                  <c:v>1.67</c:v>
                </c:pt>
                <c:pt idx="657">
                  <c:v>1.68</c:v>
                </c:pt>
                <c:pt idx="658">
                  <c:v>1.68</c:v>
                </c:pt>
                <c:pt idx="659">
                  <c:v>1.68</c:v>
                </c:pt>
                <c:pt idx="660">
                  <c:v>1.69</c:v>
                </c:pt>
                <c:pt idx="661">
                  <c:v>1.69</c:v>
                </c:pt>
                <c:pt idx="662">
                  <c:v>1.69</c:v>
                </c:pt>
                <c:pt idx="663">
                  <c:v>1.68</c:v>
                </c:pt>
                <c:pt idx="664">
                  <c:v>1.68</c:v>
                </c:pt>
                <c:pt idx="665">
                  <c:v>1.7</c:v>
                </c:pt>
                <c:pt idx="666">
                  <c:v>1.69</c:v>
                </c:pt>
                <c:pt idx="667">
                  <c:v>1.69</c:v>
                </c:pt>
                <c:pt idx="668">
                  <c:v>1.69</c:v>
                </c:pt>
                <c:pt idx="669">
                  <c:v>1.7</c:v>
                </c:pt>
                <c:pt idx="670">
                  <c:v>1.7</c:v>
                </c:pt>
                <c:pt idx="671">
                  <c:v>1.67</c:v>
                </c:pt>
                <c:pt idx="672">
                  <c:v>1.71</c:v>
                </c:pt>
                <c:pt idx="673">
                  <c:v>1.71</c:v>
                </c:pt>
                <c:pt idx="674">
                  <c:v>1.71</c:v>
                </c:pt>
                <c:pt idx="675">
                  <c:v>1.7</c:v>
                </c:pt>
                <c:pt idx="676">
                  <c:v>1.72</c:v>
                </c:pt>
                <c:pt idx="677">
                  <c:v>1.72</c:v>
                </c:pt>
                <c:pt idx="678">
                  <c:v>1.72</c:v>
                </c:pt>
                <c:pt idx="679">
                  <c:v>1.73</c:v>
                </c:pt>
                <c:pt idx="680">
                  <c:v>1.72</c:v>
                </c:pt>
                <c:pt idx="681">
                  <c:v>1.74</c:v>
                </c:pt>
                <c:pt idx="682">
                  <c:v>1.75</c:v>
                </c:pt>
                <c:pt idx="683">
                  <c:v>1.73</c:v>
                </c:pt>
                <c:pt idx="684">
                  <c:v>1.74</c:v>
                </c:pt>
                <c:pt idx="685">
                  <c:v>1.74</c:v>
                </c:pt>
                <c:pt idx="686">
                  <c:v>1.73</c:v>
                </c:pt>
                <c:pt idx="687">
                  <c:v>1.74</c:v>
                </c:pt>
                <c:pt idx="688">
                  <c:v>1.74</c:v>
                </c:pt>
                <c:pt idx="689">
                  <c:v>1.8</c:v>
                </c:pt>
                <c:pt idx="690">
                  <c:v>1.82</c:v>
                </c:pt>
                <c:pt idx="691">
                  <c:v>1.9</c:v>
                </c:pt>
                <c:pt idx="692">
                  <c:v>1.91</c:v>
                </c:pt>
                <c:pt idx="693">
                  <c:v>2.0499999999999998</c:v>
                </c:pt>
                <c:pt idx="694">
                  <c:v>2.0699999999999998</c:v>
                </c:pt>
                <c:pt idx="695">
                  <c:v>2.06</c:v>
                </c:pt>
                <c:pt idx="696">
                  <c:v>2.09</c:v>
                </c:pt>
                <c:pt idx="697">
                  <c:v>2.04</c:v>
                </c:pt>
                <c:pt idx="698">
                  <c:v>2.08</c:v>
                </c:pt>
                <c:pt idx="699">
                  <c:v>2.0699999999999998</c:v>
                </c:pt>
                <c:pt idx="701">
                  <c:v>2.09</c:v>
                </c:pt>
                <c:pt idx="702">
                  <c:v>2.13</c:v>
                </c:pt>
                <c:pt idx="703">
                  <c:v>2.25</c:v>
                </c:pt>
                <c:pt idx="704">
                  <c:v>2.23</c:v>
                </c:pt>
                <c:pt idx="705">
                  <c:v>2.2400000000000002</c:v>
                </c:pt>
                <c:pt idx="706">
                  <c:v>2.2200000000000002</c:v>
                </c:pt>
                <c:pt idx="707">
                  <c:v>2.2400000000000002</c:v>
                </c:pt>
                <c:pt idx="708">
                  <c:v>2.29</c:v>
                </c:pt>
                <c:pt idx="709">
                  <c:v>2.37</c:v>
                </c:pt>
                <c:pt idx="710">
                  <c:v>2.38</c:v>
                </c:pt>
                <c:pt idx="711">
                  <c:v>2.35</c:v>
                </c:pt>
                <c:pt idx="712">
                  <c:v>2.38</c:v>
                </c:pt>
                <c:pt idx="713">
                  <c:v>2.42</c:v>
                </c:pt>
                <c:pt idx="714">
                  <c:v>2.48</c:v>
                </c:pt>
                <c:pt idx="715">
                  <c:v>2.4900000000000002</c:v>
                </c:pt>
                <c:pt idx="716">
                  <c:v>2.5</c:v>
                </c:pt>
                <c:pt idx="717">
                  <c:v>2.57</c:v>
                </c:pt>
                <c:pt idx="718">
                  <c:v>2.62</c:v>
                </c:pt>
                <c:pt idx="719">
                  <c:v>2.6</c:v>
                </c:pt>
                <c:pt idx="720">
                  <c:v>2.69</c:v>
                </c:pt>
                <c:pt idx="721">
                  <c:v>2.66</c:v>
                </c:pt>
                <c:pt idx="722">
                  <c:v>2.62</c:v>
                </c:pt>
                <c:pt idx="723">
                  <c:v>2.65</c:v>
                </c:pt>
                <c:pt idx="724">
                  <c:v>2.56</c:v>
                </c:pt>
                <c:pt idx="726">
                  <c:v>2.58</c:v>
                </c:pt>
                <c:pt idx="727">
                  <c:v>2.65</c:v>
                </c:pt>
                <c:pt idx="728">
                  <c:v>2.68</c:v>
                </c:pt>
                <c:pt idx="729">
                  <c:v>2.77</c:v>
                </c:pt>
                <c:pt idx="730">
                  <c:v>2.74</c:v>
                </c:pt>
                <c:pt idx="731">
                  <c:v>2.7</c:v>
                </c:pt>
                <c:pt idx="732">
                  <c:v>2.67</c:v>
                </c:pt>
                <c:pt idx="733">
                  <c:v>2.69</c:v>
                </c:pt>
                <c:pt idx="734">
                  <c:v>2.64</c:v>
                </c:pt>
                <c:pt idx="735">
                  <c:v>2.57</c:v>
                </c:pt>
                <c:pt idx="736">
                  <c:v>2.61</c:v>
                </c:pt>
                <c:pt idx="737">
                  <c:v>2.66</c:v>
                </c:pt>
                <c:pt idx="738">
                  <c:v>2.69</c:v>
                </c:pt>
                <c:pt idx="739">
                  <c:v>2.65</c:v>
                </c:pt>
                <c:pt idx="740">
                  <c:v>2.61</c:v>
                </c:pt>
                <c:pt idx="741">
                  <c:v>2.6</c:v>
                </c:pt>
                <c:pt idx="742">
                  <c:v>2.6</c:v>
                </c:pt>
                <c:pt idx="743">
                  <c:v>2.61</c:v>
                </c:pt>
                <c:pt idx="744">
                  <c:v>2.54</c:v>
                </c:pt>
                <c:pt idx="745">
                  <c:v>2.46</c:v>
                </c:pt>
                <c:pt idx="746">
                  <c:v>2.54</c:v>
                </c:pt>
                <c:pt idx="748">
                  <c:v>2.56</c:v>
                </c:pt>
                <c:pt idx="749">
                  <c:v>2.52</c:v>
                </c:pt>
                <c:pt idx="750">
                  <c:v>2.52</c:v>
                </c:pt>
                <c:pt idx="751">
                  <c:v>2.4900000000000002</c:v>
                </c:pt>
                <c:pt idx="752">
                  <c:v>2.5</c:v>
                </c:pt>
                <c:pt idx="753">
                  <c:v>2.46</c:v>
                </c:pt>
                <c:pt idx="754">
                  <c:v>2.46</c:v>
                </c:pt>
                <c:pt idx="755">
                  <c:v>2.46</c:v>
                </c:pt>
                <c:pt idx="756">
                  <c:v>2.44</c:v>
                </c:pt>
                <c:pt idx="757">
                  <c:v>2.44</c:v>
                </c:pt>
                <c:pt idx="759">
                  <c:v>2.44</c:v>
                </c:pt>
                <c:pt idx="760">
                  <c:v>2.4500000000000002</c:v>
                </c:pt>
                <c:pt idx="761">
                  <c:v>2.5099999999999998</c:v>
                </c:pt>
                <c:pt idx="762">
                  <c:v>2.57</c:v>
                </c:pt>
                <c:pt idx="763">
                  <c:v>2.6</c:v>
                </c:pt>
                <c:pt idx="764">
                  <c:v>2.6</c:v>
                </c:pt>
                <c:pt idx="765">
                  <c:v>2.5299999999999998</c:v>
                </c:pt>
                <c:pt idx="766">
                  <c:v>2.59</c:v>
                </c:pt>
                <c:pt idx="767">
                  <c:v>2.6</c:v>
                </c:pt>
                <c:pt idx="768">
                  <c:v>2.63</c:v>
                </c:pt>
                <c:pt idx="769">
                  <c:v>2.6</c:v>
                </c:pt>
                <c:pt idx="770">
                  <c:v>2.61</c:v>
                </c:pt>
                <c:pt idx="771">
                  <c:v>2.6</c:v>
                </c:pt>
                <c:pt idx="772">
                  <c:v>2.62</c:v>
                </c:pt>
                <c:pt idx="773">
                  <c:v>2.62</c:v>
                </c:pt>
                <c:pt idx="774">
                  <c:v>2.65</c:v>
                </c:pt>
                <c:pt idx="775">
                  <c:v>2.59</c:v>
                </c:pt>
                <c:pt idx="776">
                  <c:v>2.57</c:v>
                </c:pt>
                <c:pt idx="777">
                  <c:v>2.5099999999999998</c:v>
                </c:pt>
                <c:pt idx="778">
                  <c:v>2.5</c:v>
                </c:pt>
                <c:pt idx="780">
                  <c:v>2.5299999999999998</c:v>
                </c:pt>
                <c:pt idx="781">
                  <c:v>2.57</c:v>
                </c:pt>
                <c:pt idx="782">
                  <c:v>2.61</c:v>
                </c:pt>
                <c:pt idx="783">
                  <c:v>2.58</c:v>
                </c:pt>
                <c:pt idx="785">
                  <c:v>2.61</c:v>
                </c:pt>
                <c:pt idx="786">
                  <c:v>2.61</c:v>
                </c:pt>
                <c:pt idx="787">
                  <c:v>2.59</c:v>
                </c:pt>
                <c:pt idx="788">
                  <c:v>2.57</c:v>
                </c:pt>
                <c:pt idx="789">
                  <c:v>2.5099999999999998</c:v>
                </c:pt>
                <c:pt idx="790">
                  <c:v>2.48</c:v>
                </c:pt>
                <c:pt idx="791">
                  <c:v>2.5299999999999998</c:v>
                </c:pt>
                <c:pt idx="792">
                  <c:v>2.5499999999999998</c:v>
                </c:pt>
                <c:pt idx="793">
                  <c:v>2.6</c:v>
                </c:pt>
                <c:pt idx="794">
                  <c:v>2.61</c:v>
                </c:pt>
                <c:pt idx="796">
                  <c:v>2.56</c:v>
                </c:pt>
                <c:pt idx="797">
                  <c:v>2.5299999999999998</c:v>
                </c:pt>
                <c:pt idx="798">
                  <c:v>2.57</c:v>
                </c:pt>
                <c:pt idx="799">
                  <c:v>2.59</c:v>
                </c:pt>
                <c:pt idx="800">
                  <c:v>2.58</c:v>
                </c:pt>
                <c:pt idx="801">
                  <c:v>2.57</c:v>
                </c:pt>
                <c:pt idx="802">
                  <c:v>2.58</c:v>
                </c:pt>
                <c:pt idx="803">
                  <c:v>2.56</c:v>
                </c:pt>
                <c:pt idx="804">
                  <c:v>2.5499999999999998</c:v>
                </c:pt>
                <c:pt idx="805">
                  <c:v>2.5299999999999998</c:v>
                </c:pt>
                <c:pt idx="806">
                  <c:v>2.5299999999999998</c:v>
                </c:pt>
                <c:pt idx="807">
                  <c:v>2.4900000000000002</c:v>
                </c:pt>
                <c:pt idx="808">
                  <c:v>2.48</c:v>
                </c:pt>
                <c:pt idx="809">
                  <c:v>2.4500000000000002</c:v>
                </c:pt>
                <c:pt idx="810">
                  <c:v>2.4500000000000002</c:v>
                </c:pt>
                <c:pt idx="811">
                  <c:v>2.4500000000000002</c:v>
                </c:pt>
                <c:pt idx="812">
                  <c:v>2.46</c:v>
                </c:pt>
                <c:pt idx="813">
                  <c:v>2.44</c:v>
                </c:pt>
                <c:pt idx="814">
                  <c:v>2.31</c:v>
                </c:pt>
                <c:pt idx="816">
                  <c:v>2.34</c:v>
                </c:pt>
                <c:pt idx="817">
                  <c:v>2.37</c:v>
                </c:pt>
                <c:pt idx="818">
                  <c:v>2.35</c:v>
                </c:pt>
                <c:pt idx="819">
                  <c:v>2.34</c:v>
                </c:pt>
                <c:pt idx="820">
                  <c:v>2.34</c:v>
                </c:pt>
                <c:pt idx="821">
                  <c:v>2.31</c:v>
                </c:pt>
                <c:pt idx="822">
                  <c:v>2.29</c:v>
                </c:pt>
                <c:pt idx="823">
                  <c:v>2.2400000000000002</c:v>
                </c:pt>
                <c:pt idx="824">
                  <c:v>2.2400000000000002</c:v>
                </c:pt>
                <c:pt idx="825">
                  <c:v>2.21</c:v>
                </c:pt>
                <c:pt idx="826">
                  <c:v>2.23</c:v>
                </c:pt>
                <c:pt idx="827">
                  <c:v>2.2400000000000002</c:v>
                </c:pt>
                <c:pt idx="828">
                  <c:v>2.23</c:v>
                </c:pt>
                <c:pt idx="829">
                  <c:v>2.2400000000000002</c:v>
                </c:pt>
                <c:pt idx="830">
                  <c:v>2.27</c:v>
                </c:pt>
                <c:pt idx="831">
                  <c:v>2.3199999999999998</c:v>
                </c:pt>
                <c:pt idx="832">
                  <c:v>2.31</c:v>
                </c:pt>
                <c:pt idx="833">
                  <c:v>2.31</c:v>
                </c:pt>
                <c:pt idx="834">
                  <c:v>2.33</c:v>
                </c:pt>
                <c:pt idx="835">
                  <c:v>2.3199999999999998</c:v>
                </c:pt>
                <c:pt idx="836">
                  <c:v>2.34</c:v>
                </c:pt>
                <c:pt idx="837">
                  <c:v>2.34</c:v>
                </c:pt>
                <c:pt idx="838">
                  <c:v>2.36</c:v>
                </c:pt>
                <c:pt idx="839">
                  <c:v>2.33</c:v>
                </c:pt>
                <c:pt idx="840">
                  <c:v>2.3199999999999998</c:v>
                </c:pt>
                <c:pt idx="841">
                  <c:v>2.33</c:v>
                </c:pt>
                <c:pt idx="842">
                  <c:v>2.33</c:v>
                </c:pt>
                <c:pt idx="843">
                  <c:v>2.3199999999999998</c:v>
                </c:pt>
                <c:pt idx="844">
                  <c:v>2.33</c:v>
                </c:pt>
                <c:pt idx="845">
                  <c:v>2.29</c:v>
                </c:pt>
                <c:pt idx="846">
                  <c:v>2.3199999999999998</c:v>
                </c:pt>
                <c:pt idx="847">
                  <c:v>2.31</c:v>
                </c:pt>
                <c:pt idx="848">
                  <c:v>2.3199999999999998</c:v>
                </c:pt>
                <c:pt idx="849">
                  <c:v>2.33</c:v>
                </c:pt>
                <c:pt idx="850">
                  <c:v>2.3199999999999998</c:v>
                </c:pt>
                <c:pt idx="851">
                  <c:v>2.34</c:v>
                </c:pt>
                <c:pt idx="852">
                  <c:v>2.33</c:v>
                </c:pt>
                <c:pt idx="853">
                  <c:v>2.37</c:v>
                </c:pt>
                <c:pt idx="854">
                  <c:v>2.35</c:v>
                </c:pt>
                <c:pt idx="855">
                  <c:v>2.34</c:v>
                </c:pt>
                <c:pt idx="856">
                  <c:v>2.31</c:v>
                </c:pt>
                <c:pt idx="857">
                  <c:v>2.31</c:v>
                </c:pt>
                <c:pt idx="858">
                  <c:v>2.27</c:v>
                </c:pt>
                <c:pt idx="859">
                  <c:v>2.27</c:v>
                </c:pt>
                <c:pt idx="860">
                  <c:v>2.29</c:v>
                </c:pt>
                <c:pt idx="861">
                  <c:v>2.29</c:v>
                </c:pt>
                <c:pt idx="862">
                  <c:v>2.29</c:v>
                </c:pt>
                <c:pt idx="863">
                  <c:v>2.27</c:v>
                </c:pt>
                <c:pt idx="864">
                  <c:v>2.2599999999999998</c:v>
                </c:pt>
                <c:pt idx="865">
                  <c:v>2.27</c:v>
                </c:pt>
                <c:pt idx="866">
                  <c:v>2.2599999999999998</c:v>
                </c:pt>
                <c:pt idx="867">
                  <c:v>2.23</c:v>
                </c:pt>
                <c:pt idx="868">
                  <c:v>2.2400000000000002</c:v>
                </c:pt>
                <c:pt idx="869">
                  <c:v>2.2200000000000002</c:v>
                </c:pt>
                <c:pt idx="870">
                  <c:v>2.2000000000000002</c:v>
                </c:pt>
                <c:pt idx="871">
                  <c:v>2.21</c:v>
                </c:pt>
                <c:pt idx="872">
                  <c:v>2.21</c:v>
                </c:pt>
                <c:pt idx="873">
                  <c:v>2.17</c:v>
                </c:pt>
                <c:pt idx="874">
                  <c:v>2.17</c:v>
                </c:pt>
                <c:pt idx="875">
                  <c:v>2.13</c:v>
                </c:pt>
                <c:pt idx="876">
                  <c:v>2.12</c:v>
                </c:pt>
                <c:pt idx="877">
                  <c:v>2.19</c:v>
                </c:pt>
                <c:pt idx="878">
                  <c:v>2.2000000000000002</c:v>
                </c:pt>
                <c:pt idx="879">
                  <c:v>2.12</c:v>
                </c:pt>
                <c:pt idx="880">
                  <c:v>2.09</c:v>
                </c:pt>
                <c:pt idx="881">
                  <c:v>2.11</c:v>
                </c:pt>
                <c:pt idx="882">
                  <c:v>2.14</c:v>
                </c:pt>
                <c:pt idx="883">
                  <c:v>2.21</c:v>
                </c:pt>
                <c:pt idx="884">
                  <c:v>2.23</c:v>
                </c:pt>
                <c:pt idx="885">
                  <c:v>2.27</c:v>
                </c:pt>
                <c:pt idx="886">
                  <c:v>2.27</c:v>
                </c:pt>
                <c:pt idx="887">
                  <c:v>2.2400000000000002</c:v>
                </c:pt>
                <c:pt idx="888">
                  <c:v>2.19</c:v>
                </c:pt>
                <c:pt idx="889">
                  <c:v>2.1800000000000002</c:v>
                </c:pt>
                <c:pt idx="891">
                  <c:v>2.12</c:v>
                </c:pt>
                <c:pt idx="892">
                  <c:v>2.1</c:v>
                </c:pt>
                <c:pt idx="893">
                  <c:v>2.12</c:v>
                </c:pt>
                <c:pt idx="894">
                  <c:v>2.12</c:v>
                </c:pt>
                <c:pt idx="895">
                  <c:v>2.13</c:v>
                </c:pt>
                <c:pt idx="896">
                  <c:v>2.13</c:v>
                </c:pt>
                <c:pt idx="897">
                  <c:v>2.1</c:v>
                </c:pt>
                <c:pt idx="898">
                  <c:v>2.09</c:v>
                </c:pt>
                <c:pt idx="899">
                  <c:v>2.0699999999999998</c:v>
                </c:pt>
                <c:pt idx="900">
                  <c:v>2.08</c:v>
                </c:pt>
                <c:pt idx="901">
                  <c:v>2.09</c:v>
                </c:pt>
                <c:pt idx="902">
                  <c:v>2.11</c:v>
                </c:pt>
                <c:pt idx="903">
                  <c:v>2.15</c:v>
                </c:pt>
                <c:pt idx="904">
                  <c:v>2.13</c:v>
                </c:pt>
                <c:pt idx="905">
                  <c:v>2.12</c:v>
                </c:pt>
                <c:pt idx="906">
                  <c:v>2.12</c:v>
                </c:pt>
                <c:pt idx="907">
                  <c:v>2.1</c:v>
                </c:pt>
                <c:pt idx="908">
                  <c:v>2.1</c:v>
                </c:pt>
                <c:pt idx="909">
                  <c:v>2.13</c:v>
                </c:pt>
                <c:pt idx="910">
                  <c:v>2.13</c:v>
                </c:pt>
                <c:pt idx="911">
                  <c:v>2.12</c:v>
                </c:pt>
                <c:pt idx="912">
                  <c:v>2.1800000000000002</c:v>
                </c:pt>
                <c:pt idx="913">
                  <c:v>2.13</c:v>
                </c:pt>
                <c:pt idx="914">
                  <c:v>2.14</c:v>
                </c:pt>
                <c:pt idx="916">
                  <c:v>2.12</c:v>
                </c:pt>
                <c:pt idx="917">
                  <c:v>2.08</c:v>
                </c:pt>
                <c:pt idx="918">
                  <c:v>2.11</c:v>
                </c:pt>
                <c:pt idx="919">
                  <c:v>2.11</c:v>
                </c:pt>
                <c:pt idx="920">
                  <c:v>2.12</c:v>
                </c:pt>
                <c:pt idx="921">
                  <c:v>2.14</c:v>
                </c:pt>
                <c:pt idx="922">
                  <c:v>2.13</c:v>
                </c:pt>
                <c:pt idx="923">
                  <c:v>2.15</c:v>
                </c:pt>
                <c:pt idx="924">
                  <c:v>2.17</c:v>
                </c:pt>
                <c:pt idx="925">
                  <c:v>2.19</c:v>
                </c:pt>
                <c:pt idx="926">
                  <c:v>2.19</c:v>
                </c:pt>
                <c:pt idx="927">
                  <c:v>2.2400000000000002</c:v>
                </c:pt>
                <c:pt idx="928">
                  <c:v>2.1800000000000002</c:v>
                </c:pt>
                <c:pt idx="929">
                  <c:v>2.1800000000000002</c:v>
                </c:pt>
                <c:pt idx="930">
                  <c:v>2.16</c:v>
                </c:pt>
                <c:pt idx="931">
                  <c:v>2.17</c:v>
                </c:pt>
                <c:pt idx="932">
                  <c:v>2.1800000000000002</c:v>
                </c:pt>
                <c:pt idx="933">
                  <c:v>2.2000000000000002</c:v>
                </c:pt>
                <c:pt idx="934">
                  <c:v>2.19</c:v>
                </c:pt>
                <c:pt idx="935">
                  <c:v>2.19</c:v>
                </c:pt>
                <c:pt idx="936">
                  <c:v>2.19</c:v>
                </c:pt>
                <c:pt idx="937">
                  <c:v>2.16</c:v>
                </c:pt>
                <c:pt idx="938">
                  <c:v>2.19</c:v>
                </c:pt>
                <c:pt idx="939">
                  <c:v>2.19</c:v>
                </c:pt>
                <c:pt idx="940">
                  <c:v>2.14</c:v>
                </c:pt>
                <c:pt idx="941">
                  <c:v>2.13</c:v>
                </c:pt>
                <c:pt idx="942">
                  <c:v>2.21</c:v>
                </c:pt>
                <c:pt idx="943">
                  <c:v>2.2200000000000002</c:v>
                </c:pt>
                <c:pt idx="944">
                  <c:v>2.2599999999999998</c:v>
                </c:pt>
                <c:pt idx="945">
                  <c:v>2.21</c:v>
                </c:pt>
                <c:pt idx="946">
                  <c:v>2.2400000000000002</c:v>
                </c:pt>
                <c:pt idx="947">
                  <c:v>2.2400000000000002</c:v>
                </c:pt>
                <c:pt idx="948">
                  <c:v>2.23</c:v>
                </c:pt>
                <c:pt idx="949">
                  <c:v>2.23</c:v>
                </c:pt>
                <c:pt idx="950">
                  <c:v>2.21</c:v>
                </c:pt>
                <c:pt idx="951">
                  <c:v>2.25</c:v>
                </c:pt>
                <c:pt idx="952">
                  <c:v>2.27</c:v>
                </c:pt>
                <c:pt idx="953">
                  <c:v>2.27</c:v>
                </c:pt>
                <c:pt idx="954">
                  <c:v>2.2400000000000002</c:v>
                </c:pt>
                <c:pt idx="955">
                  <c:v>2.23</c:v>
                </c:pt>
                <c:pt idx="956">
                  <c:v>2.23</c:v>
                </c:pt>
                <c:pt idx="957">
                  <c:v>2.23</c:v>
                </c:pt>
                <c:pt idx="958">
                  <c:v>2.2400000000000002</c:v>
                </c:pt>
                <c:pt idx="959">
                  <c:v>2.2799999999999998</c:v>
                </c:pt>
                <c:pt idx="961">
                  <c:v>2.2599999999999998</c:v>
                </c:pt>
                <c:pt idx="962">
                  <c:v>2.27</c:v>
                </c:pt>
                <c:pt idx="963">
                  <c:v>2.2599999999999998</c:v>
                </c:pt>
                <c:pt idx="964">
                  <c:v>2.27</c:v>
                </c:pt>
                <c:pt idx="965">
                  <c:v>2.27</c:v>
                </c:pt>
                <c:pt idx="966">
                  <c:v>2.25</c:v>
                </c:pt>
                <c:pt idx="967">
                  <c:v>2.25</c:v>
                </c:pt>
                <c:pt idx="968">
                  <c:v>2.2599999999999998</c:v>
                </c:pt>
                <c:pt idx="969">
                  <c:v>2.2799999999999998</c:v>
                </c:pt>
                <c:pt idx="970">
                  <c:v>2.2799999999999998</c:v>
                </c:pt>
                <c:pt idx="971">
                  <c:v>2.27</c:v>
                </c:pt>
                <c:pt idx="972">
                  <c:v>2.2799999999999998</c:v>
                </c:pt>
                <c:pt idx="973">
                  <c:v>2.33</c:v>
                </c:pt>
                <c:pt idx="974">
                  <c:v>2.41</c:v>
                </c:pt>
                <c:pt idx="975">
                  <c:v>2.38</c:v>
                </c:pt>
                <c:pt idx="976">
                  <c:v>2.35</c:v>
                </c:pt>
                <c:pt idx="977">
                  <c:v>2.31</c:v>
                </c:pt>
                <c:pt idx="978">
                  <c:v>2.2999999999999998</c:v>
                </c:pt>
                <c:pt idx="979">
                  <c:v>2.2599999999999998</c:v>
                </c:pt>
                <c:pt idx="980">
                  <c:v>2.2799999999999998</c:v>
                </c:pt>
                <c:pt idx="981">
                  <c:v>2.27</c:v>
                </c:pt>
                <c:pt idx="982">
                  <c:v>2.2400000000000002</c:v>
                </c:pt>
                <c:pt idx="983">
                  <c:v>2.2400000000000002</c:v>
                </c:pt>
                <c:pt idx="984">
                  <c:v>2.2599999999999998</c:v>
                </c:pt>
                <c:pt idx="986">
                  <c:v>2.2799999999999998</c:v>
                </c:pt>
                <c:pt idx="987">
                  <c:v>2.29</c:v>
                </c:pt>
                <c:pt idx="988">
                  <c:v>2.2799999999999998</c:v>
                </c:pt>
                <c:pt idx="989">
                  <c:v>2.31</c:v>
                </c:pt>
                <c:pt idx="990">
                  <c:v>2.31</c:v>
                </c:pt>
                <c:pt idx="991">
                  <c:v>2.25</c:v>
                </c:pt>
                <c:pt idx="992">
                  <c:v>2.2400000000000002</c:v>
                </c:pt>
                <c:pt idx="993">
                  <c:v>2.27</c:v>
                </c:pt>
                <c:pt idx="994">
                  <c:v>2.25</c:v>
                </c:pt>
                <c:pt idx="995">
                  <c:v>2.25</c:v>
                </c:pt>
                <c:pt idx="996">
                  <c:v>2.2400000000000002</c:v>
                </c:pt>
                <c:pt idx="997">
                  <c:v>2.2599999999999998</c:v>
                </c:pt>
                <c:pt idx="998">
                  <c:v>2.2599999999999998</c:v>
                </c:pt>
                <c:pt idx="999">
                  <c:v>2.2799999999999998</c:v>
                </c:pt>
                <c:pt idx="1000">
                  <c:v>2.27</c:v>
                </c:pt>
                <c:pt idx="1001">
                  <c:v>2.2599999999999998</c:v>
                </c:pt>
                <c:pt idx="1002">
                  <c:v>2.27</c:v>
                </c:pt>
                <c:pt idx="1003">
                  <c:v>2.2799999999999998</c:v>
                </c:pt>
                <c:pt idx="1004">
                  <c:v>2.27</c:v>
                </c:pt>
                <c:pt idx="1005">
                  <c:v>2.25</c:v>
                </c:pt>
                <c:pt idx="1006">
                  <c:v>2.16</c:v>
                </c:pt>
                <c:pt idx="1007">
                  <c:v>2.13</c:v>
                </c:pt>
                <c:pt idx="1009">
                  <c:v>2.13</c:v>
                </c:pt>
                <c:pt idx="1010">
                  <c:v>2.09</c:v>
                </c:pt>
                <c:pt idx="1011">
                  <c:v>2.04</c:v>
                </c:pt>
                <c:pt idx="1012">
                  <c:v>2.04</c:v>
                </c:pt>
                <c:pt idx="1013">
                  <c:v>2.04</c:v>
                </c:pt>
                <c:pt idx="1014">
                  <c:v>2.02</c:v>
                </c:pt>
                <c:pt idx="1015">
                  <c:v>2.0299999999999998</c:v>
                </c:pt>
                <c:pt idx="1016">
                  <c:v>2.04</c:v>
                </c:pt>
                <c:pt idx="1017">
                  <c:v>2.02</c:v>
                </c:pt>
                <c:pt idx="1019">
                  <c:v>2.0099999999999998</c:v>
                </c:pt>
                <c:pt idx="1020">
                  <c:v>1.99</c:v>
                </c:pt>
                <c:pt idx="1021">
                  <c:v>1.99</c:v>
                </c:pt>
                <c:pt idx="1022">
                  <c:v>1.97</c:v>
                </c:pt>
                <c:pt idx="1023">
                  <c:v>1.95</c:v>
                </c:pt>
                <c:pt idx="1024">
                  <c:v>1.96</c:v>
                </c:pt>
                <c:pt idx="1025">
                  <c:v>1.96</c:v>
                </c:pt>
                <c:pt idx="1026">
                  <c:v>1.97</c:v>
                </c:pt>
                <c:pt idx="1027">
                  <c:v>1.95</c:v>
                </c:pt>
                <c:pt idx="1028">
                  <c:v>1.95</c:v>
                </c:pt>
                <c:pt idx="1029">
                  <c:v>1.95</c:v>
                </c:pt>
                <c:pt idx="1030">
                  <c:v>1.95</c:v>
                </c:pt>
                <c:pt idx="1031">
                  <c:v>1.94</c:v>
                </c:pt>
                <c:pt idx="1032">
                  <c:v>1.93</c:v>
                </c:pt>
                <c:pt idx="1033">
                  <c:v>1.93</c:v>
                </c:pt>
                <c:pt idx="1034">
                  <c:v>1.93</c:v>
                </c:pt>
                <c:pt idx="1035">
                  <c:v>1.91</c:v>
                </c:pt>
                <c:pt idx="1036">
                  <c:v>1.92</c:v>
                </c:pt>
                <c:pt idx="1037">
                  <c:v>1.89</c:v>
                </c:pt>
                <c:pt idx="1038">
                  <c:v>1.88</c:v>
                </c:pt>
                <c:pt idx="1040">
                  <c:v>1.86</c:v>
                </c:pt>
                <c:pt idx="1041">
                  <c:v>1.85</c:v>
                </c:pt>
                <c:pt idx="1042">
                  <c:v>1.84</c:v>
                </c:pt>
                <c:pt idx="1043">
                  <c:v>1.84</c:v>
                </c:pt>
                <c:pt idx="1044">
                  <c:v>1.73</c:v>
                </c:pt>
                <c:pt idx="1045">
                  <c:v>1.69</c:v>
                </c:pt>
                <c:pt idx="1046">
                  <c:v>1.72</c:v>
                </c:pt>
                <c:pt idx="1047">
                  <c:v>1.67</c:v>
                </c:pt>
                <c:pt idx="1048">
                  <c:v>1.67</c:v>
                </c:pt>
                <c:pt idx="1049">
                  <c:v>1.7</c:v>
                </c:pt>
                <c:pt idx="1050">
                  <c:v>1.7</c:v>
                </c:pt>
                <c:pt idx="1051">
                  <c:v>1.69</c:v>
                </c:pt>
                <c:pt idx="1052">
                  <c:v>1.68</c:v>
                </c:pt>
                <c:pt idx="1053">
                  <c:v>1.75</c:v>
                </c:pt>
                <c:pt idx="1054">
                  <c:v>1.73</c:v>
                </c:pt>
                <c:pt idx="1056">
                  <c:v>1.72</c:v>
                </c:pt>
                <c:pt idx="1057">
                  <c:v>1.7</c:v>
                </c:pt>
                <c:pt idx="1058">
                  <c:v>1.66</c:v>
                </c:pt>
                <c:pt idx="1059">
                  <c:v>1.63</c:v>
                </c:pt>
                <c:pt idx="1060">
                  <c:v>1.67</c:v>
                </c:pt>
                <c:pt idx="1061">
                  <c:v>1.63</c:v>
                </c:pt>
                <c:pt idx="1062">
                  <c:v>1.59</c:v>
                </c:pt>
                <c:pt idx="1063">
                  <c:v>1.55</c:v>
                </c:pt>
                <c:pt idx="1064">
                  <c:v>1.6</c:v>
                </c:pt>
                <c:pt idx="1065">
                  <c:v>1.68</c:v>
                </c:pt>
                <c:pt idx="1066">
                  <c:v>1.65</c:v>
                </c:pt>
                <c:pt idx="1067">
                  <c:v>1.62</c:v>
                </c:pt>
                <c:pt idx="1068">
                  <c:v>1.64</c:v>
                </c:pt>
                <c:pt idx="1069">
                  <c:v>1.6</c:v>
                </c:pt>
                <c:pt idx="1070">
                  <c:v>1.66</c:v>
                </c:pt>
                <c:pt idx="1071">
                  <c:v>1.59</c:v>
                </c:pt>
                <c:pt idx="1072">
                  <c:v>1.7</c:v>
                </c:pt>
                <c:pt idx="1073">
                  <c:v>1.72</c:v>
                </c:pt>
                <c:pt idx="1074">
                  <c:v>1.73</c:v>
                </c:pt>
                <c:pt idx="1075">
                  <c:v>1.74</c:v>
                </c:pt>
                <c:pt idx="1076">
                  <c:v>1.77</c:v>
                </c:pt>
                <c:pt idx="1077">
                  <c:v>1.79</c:v>
                </c:pt>
                <c:pt idx="1078">
                  <c:v>1.75</c:v>
                </c:pt>
                <c:pt idx="1079">
                  <c:v>1.82</c:v>
                </c:pt>
                <c:pt idx="1081">
                  <c:v>1.88</c:v>
                </c:pt>
                <c:pt idx="1082">
                  <c:v>1.84</c:v>
                </c:pt>
                <c:pt idx="1083">
                  <c:v>1.94</c:v>
                </c:pt>
                <c:pt idx="1084">
                  <c:v>1.99</c:v>
                </c:pt>
                <c:pt idx="1085">
                  <c:v>2.0099999999999998</c:v>
                </c:pt>
                <c:pt idx="1086">
                  <c:v>1.91</c:v>
                </c:pt>
                <c:pt idx="1087">
                  <c:v>1.96</c:v>
                </c:pt>
                <c:pt idx="1088">
                  <c:v>1.95</c:v>
                </c:pt>
                <c:pt idx="1089">
                  <c:v>1.93</c:v>
                </c:pt>
                <c:pt idx="1090">
                  <c:v>1.91</c:v>
                </c:pt>
                <c:pt idx="1091">
                  <c:v>1.95</c:v>
                </c:pt>
                <c:pt idx="1092">
                  <c:v>1.98</c:v>
                </c:pt>
                <c:pt idx="1093">
                  <c:v>2.0499999999999998</c:v>
                </c:pt>
                <c:pt idx="1094">
                  <c:v>2.09</c:v>
                </c:pt>
                <c:pt idx="1095">
                  <c:v>2.17</c:v>
                </c:pt>
                <c:pt idx="1096">
                  <c:v>2.15</c:v>
                </c:pt>
                <c:pt idx="1097">
                  <c:v>2.17</c:v>
                </c:pt>
                <c:pt idx="1098">
                  <c:v>2.16</c:v>
                </c:pt>
                <c:pt idx="1099">
                  <c:v>2.16</c:v>
                </c:pt>
                <c:pt idx="1100">
                  <c:v>2.14</c:v>
                </c:pt>
                <c:pt idx="1101">
                  <c:v>2.1800000000000002</c:v>
                </c:pt>
                <c:pt idx="1102">
                  <c:v>2.2000000000000002</c:v>
                </c:pt>
                <c:pt idx="1103">
                  <c:v>2.2000000000000002</c:v>
                </c:pt>
                <c:pt idx="1104">
                  <c:v>2.13</c:v>
                </c:pt>
                <c:pt idx="1105">
                  <c:v>2.11</c:v>
                </c:pt>
                <c:pt idx="1106">
                  <c:v>2.16</c:v>
                </c:pt>
                <c:pt idx="1107">
                  <c:v>2.2000000000000002</c:v>
                </c:pt>
                <c:pt idx="1108">
                  <c:v>2.2999999999999998</c:v>
                </c:pt>
                <c:pt idx="1109">
                  <c:v>2.2999999999999998</c:v>
                </c:pt>
                <c:pt idx="1110">
                  <c:v>2.2999999999999998</c:v>
                </c:pt>
                <c:pt idx="1111">
                  <c:v>2.38</c:v>
                </c:pt>
                <c:pt idx="1112">
                  <c:v>2.4500000000000002</c:v>
                </c:pt>
                <c:pt idx="1113">
                  <c:v>2.39</c:v>
                </c:pt>
                <c:pt idx="1114">
                  <c:v>2.4</c:v>
                </c:pt>
                <c:pt idx="1115">
                  <c:v>2.44</c:v>
                </c:pt>
                <c:pt idx="1116">
                  <c:v>2.4500000000000002</c:v>
                </c:pt>
                <c:pt idx="1117">
                  <c:v>2.44</c:v>
                </c:pt>
                <c:pt idx="1118">
                  <c:v>2.4500000000000002</c:v>
                </c:pt>
                <c:pt idx="1119">
                  <c:v>2.5299999999999998</c:v>
                </c:pt>
                <c:pt idx="1120">
                  <c:v>2.5</c:v>
                </c:pt>
                <c:pt idx="1121">
                  <c:v>2.4300000000000002</c:v>
                </c:pt>
                <c:pt idx="1122">
                  <c:v>2.42</c:v>
                </c:pt>
                <c:pt idx="1123">
                  <c:v>2.41</c:v>
                </c:pt>
                <c:pt idx="1125">
                  <c:v>2.42</c:v>
                </c:pt>
                <c:pt idx="1126">
                  <c:v>2.36</c:v>
                </c:pt>
                <c:pt idx="1127">
                  <c:v>2.37</c:v>
                </c:pt>
                <c:pt idx="1128">
                  <c:v>2.34</c:v>
                </c:pt>
                <c:pt idx="1129">
                  <c:v>2.34</c:v>
                </c:pt>
                <c:pt idx="1130">
                  <c:v>2.2999999999999998</c:v>
                </c:pt>
                <c:pt idx="1131">
                  <c:v>2.3199999999999998</c:v>
                </c:pt>
                <c:pt idx="1132">
                  <c:v>2.34</c:v>
                </c:pt>
                <c:pt idx="1133">
                  <c:v>2.38</c:v>
                </c:pt>
                <c:pt idx="1134">
                  <c:v>2.36</c:v>
                </c:pt>
                <c:pt idx="1135">
                  <c:v>2.35</c:v>
                </c:pt>
                <c:pt idx="1136">
                  <c:v>2.36</c:v>
                </c:pt>
                <c:pt idx="1137">
                  <c:v>2.41</c:v>
                </c:pt>
                <c:pt idx="1138">
                  <c:v>2.4900000000000002</c:v>
                </c:pt>
                <c:pt idx="1139">
                  <c:v>2.52</c:v>
                </c:pt>
                <c:pt idx="1140">
                  <c:v>2.52</c:v>
                </c:pt>
                <c:pt idx="1141">
                  <c:v>2.5099999999999998</c:v>
                </c:pt>
                <c:pt idx="1142">
                  <c:v>2.5299999999999998</c:v>
                </c:pt>
                <c:pt idx="1143">
                  <c:v>2.52</c:v>
                </c:pt>
                <c:pt idx="1144">
                  <c:v>2.5499999999999998</c:v>
                </c:pt>
                <c:pt idx="1145">
                  <c:v>2.57</c:v>
                </c:pt>
                <c:pt idx="1146">
                  <c:v>2.5499999999999998</c:v>
                </c:pt>
                <c:pt idx="1147">
                  <c:v>2.52</c:v>
                </c:pt>
                <c:pt idx="1148">
                  <c:v>2.5</c:v>
                </c:pt>
                <c:pt idx="1149">
                  <c:v>2.5099999999999998</c:v>
                </c:pt>
                <c:pt idx="1151">
                  <c:v>2.4900000000000002</c:v>
                </c:pt>
                <c:pt idx="1152">
                  <c:v>2.52</c:v>
                </c:pt>
                <c:pt idx="1153">
                  <c:v>2.5099999999999998</c:v>
                </c:pt>
                <c:pt idx="1154">
                  <c:v>2.5</c:v>
                </c:pt>
                <c:pt idx="1155">
                  <c:v>2.44</c:v>
                </c:pt>
                <c:pt idx="1156">
                  <c:v>2.39</c:v>
                </c:pt>
                <c:pt idx="1157">
                  <c:v>2.36</c:v>
                </c:pt>
                <c:pt idx="1158">
                  <c:v>2.35</c:v>
                </c:pt>
                <c:pt idx="1159">
                  <c:v>2.34</c:v>
                </c:pt>
                <c:pt idx="1160">
                  <c:v>2.35</c:v>
                </c:pt>
                <c:pt idx="1161">
                  <c:v>2.36</c:v>
                </c:pt>
                <c:pt idx="1162">
                  <c:v>2.35</c:v>
                </c:pt>
                <c:pt idx="1163">
                  <c:v>2.36</c:v>
                </c:pt>
                <c:pt idx="1164">
                  <c:v>2.37</c:v>
                </c:pt>
                <c:pt idx="1165">
                  <c:v>2.38</c:v>
                </c:pt>
                <c:pt idx="1166">
                  <c:v>2.36</c:v>
                </c:pt>
                <c:pt idx="1167">
                  <c:v>2.35</c:v>
                </c:pt>
                <c:pt idx="1168">
                  <c:v>2.37</c:v>
                </c:pt>
                <c:pt idx="1169">
                  <c:v>2.34</c:v>
                </c:pt>
                <c:pt idx="1170">
                  <c:v>2.41</c:v>
                </c:pt>
                <c:pt idx="1171">
                  <c:v>2.38</c:v>
                </c:pt>
                <c:pt idx="1172">
                  <c:v>2.4</c:v>
                </c:pt>
                <c:pt idx="1173">
                  <c:v>2.4</c:v>
                </c:pt>
                <c:pt idx="1174">
                  <c:v>2.4</c:v>
                </c:pt>
                <c:pt idx="1175">
                  <c:v>2.41</c:v>
                </c:pt>
                <c:pt idx="1177">
                  <c:v>2.4</c:v>
                </c:pt>
                <c:pt idx="1178">
                  <c:v>2.38</c:v>
                </c:pt>
                <c:pt idx="1179">
                  <c:v>2.37</c:v>
                </c:pt>
                <c:pt idx="1180">
                  <c:v>2.34</c:v>
                </c:pt>
                <c:pt idx="1181">
                  <c:v>2.33</c:v>
                </c:pt>
                <c:pt idx="1182">
                  <c:v>2.29</c:v>
                </c:pt>
                <c:pt idx="1183">
                  <c:v>2.2999999999999998</c:v>
                </c:pt>
                <c:pt idx="1184">
                  <c:v>2.2400000000000002</c:v>
                </c:pt>
                <c:pt idx="1185">
                  <c:v>2.2200000000000002</c:v>
                </c:pt>
                <c:pt idx="1186">
                  <c:v>2.2200000000000002</c:v>
                </c:pt>
                <c:pt idx="1187">
                  <c:v>2.2400000000000002</c:v>
                </c:pt>
                <c:pt idx="1188">
                  <c:v>2.29</c:v>
                </c:pt>
                <c:pt idx="1189">
                  <c:v>2.27</c:v>
                </c:pt>
                <c:pt idx="1190">
                  <c:v>2.2599999999999998</c:v>
                </c:pt>
                <c:pt idx="1191">
                  <c:v>2.2599999999999998</c:v>
                </c:pt>
                <c:pt idx="1192">
                  <c:v>2.27</c:v>
                </c:pt>
                <c:pt idx="1193">
                  <c:v>2.2400000000000002</c:v>
                </c:pt>
                <c:pt idx="1194">
                  <c:v>2.25</c:v>
                </c:pt>
                <c:pt idx="1195">
                  <c:v>2.27</c:v>
                </c:pt>
                <c:pt idx="1196">
                  <c:v>2.27</c:v>
                </c:pt>
                <c:pt idx="1197">
                  <c:v>2.2999999999999998</c:v>
                </c:pt>
                <c:pt idx="1198">
                  <c:v>2.31</c:v>
                </c:pt>
                <c:pt idx="1199">
                  <c:v>2.33</c:v>
                </c:pt>
                <c:pt idx="1200">
                  <c:v>2.29</c:v>
                </c:pt>
                <c:pt idx="1201">
                  <c:v>2.31</c:v>
                </c:pt>
                <c:pt idx="1202">
                  <c:v>2.44</c:v>
                </c:pt>
                <c:pt idx="1203">
                  <c:v>2.4700000000000002</c:v>
                </c:pt>
                <c:pt idx="1204">
                  <c:v>2.4500000000000002</c:v>
                </c:pt>
                <c:pt idx="1205">
                  <c:v>2.4500000000000002</c:v>
                </c:pt>
                <c:pt idx="1206">
                  <c:v>2.4300000000000002</c:v>
                </c:pt>
                <c:pt idx="1207">
                  <c:v>2.42</c:v>
                </c:pt>
                <c:pt idx="1208">
                  <c:v>2.46</c:v>
                </c:pt>
                <c:pt idx="1209">
                  <c:v>2.46</c:v>
                </c:pt>
                <c:pt idx="1210">
                  <c:v>2.4700000000000002</c:v>
                </c:pt>
                <c:pt idx="1211">
                  <c:v>2.5099999999999998</c:v>
                </c:pt>
                <c:pt idx="1212">
                  <c:v>2.5299999999999998</c:v>
                </c:pt>
                <c:pt idx="1213">
                  <c:v>2.4900000000000002</c:v>
                </c:pt>
                <c:pt idx="1214">
                  <c:v>2.5</c:v>
                </c:pt>
                <c:pt idx="1215">
                  <c:v>2.4900000000000002</c:v>
                </c:pt>
                <c:pt idx="1216">
                  <c:v>2.4900000000000002</c:v>
                </c:pt>
                <c:pt idx="1217">
                  <c:v>2.4900000000000002</c:v>
                </c:pt>
                <c:pt idx="1218">
                  <c:v>2.5099999999999998</c:v>
                </c:pt>
                <c:pt idx="1219">
                  <c:v>2.54</c:v>
                </c:pt>
                <c:pt idx="1221">
                  <c:v>2.5299999999999998</c:v>
                </c:pt>
                <c:pt idx="1222">
                  <c:v>2.54</c:v>
                </c:pt>
                <c:pt idx="1223">
                  <c:v>2.5099999999999998</c:v>
                </c:pt>
                <c:pt idx="1224">
                  <c:v>2.52</c:v>
                </c:pt>
                <c:pt idx="1225">
                  <c:v>2.52</c:v>
                </c:pt>
                <c:pt idx="1226">
                  <c:v>2.56</c:v>
                </c:pt>
                <c:pt idx="1227">
                  <c:v>2.58</c:v>
                </c:pt>
                <c:pt idx="1228">
                  <c:v>2.58</c:v>
                </c:pt>
                <c:pt idx="1229">
                  <c:v>2.6</c:v>
                </c:pt>
                <c:pt idx="1230">
                  <c:v>2.61</c:v>
                </c:pt>
                <c:pt idx="1231">
                  <c:v>2.57</c:v>
                </c:pt>
                <c:pt idx="1232">
                  <c:v>2.5499999999999998</c:v>
                </c:pt>
                <c:pt idx="1233">
                  <c:v>2.5499999999999998</c:v>
                </c:pt>
                <c:pt idx="1234">
                  <c:v>2.5499999999999998</c:v>
                </c:pt>
                <c:pt idx="1235">
                  <c:v>2.5299999999999998</c:v>
                </c:pt>
                <c:pt idx="1236">
                  <c:v>2.52</c:v>
                </c:pt>
                <c:pt idx="1237">
                  <c:v>2.54</c:v>
                </c:pt>
                <c:pt idx="1238">
                  <c:v>2.5</c:v>
                </c:pt>
                <c:pt idx="1239">
                  <c:v>2.54</c:v>
                </c:pt>
                <c:pt idx="1240">
                  <c:v>2.58</c:v>
                </c:pt>
                <c:pt idx="1241">
                  <c:v>2.54</c:v>
                </c:pt>
                <c:pt idx="1242">
                  <c:v>2.5099999999999998</c:v>
                </c:pt>
                <c:pt idx="1243">
                  <c:v>2.52</c:v>
                </c:pt>
                <c:pt idx="1244">
                  <c:v>2.5299999999999998</c:v>
                </c:pt>
                <c:pt idx="1246">
                  <c:v>2.54</c:v>
                </c:pt>
                <c:pt idx="1247">
                  <c:v>2.61</c:v>
                </c:pt>
                <c:pt idx="1248">
                  <c:v>2.64</c:v>
                </c:pt>
                <c:pt idx="1249">
                  <c:v>2.64</c:v>
                </c:pt>
                <c:pt idx="1250">
                  <c:v>2.63</c:v>
                </c:pt>
                <c:pt idx="1251">
                  <c:v>2.64</c:v>
                </c:pt>
                <c:pt idx="1252">
                  <c:v>2.68</c:v>
                </c:pt>
                <c:pt idx="1253">
                  <c:v>2.66</c:v>
                </c:pt>
                <c:pt idx="1254">
                  <c:v>2.65</c:v>
                </c:pt>
                <c:pt idx="1255">
                  <c:v>2.68</c:v>
                </c:pt>
                <c:pt idx="1256">
                  <c:v>2.66</c:v>
                </c:pt>
                <c:pt idx="1257">
                  <c:v>2.65</c:v>
                </c:pt>
                <c:pt idx="1258">
                  <c:v>2.6</c:v>
                </c:pt>
                <c:pt idx="1259">
                  <c:v>2.58</c:v>
                </c:pt>
                <c:pt idx="1260">
                  <c:v>2.56</c:v>
                </c:pt>
                <c:pt idx="1261">
                  <c:v>2.56</c:v>
                </c:pt>
                <c:pt idx="1262">
                  <c:v>2.57</c:v>
                </c:pt>
                <c:pt idx="1263">
                  <c:v>2.54</c:v>
                </c:pt>
                <c:pt idx="1264">
                  <c:v>2.52</c:v>
                </c:pt>
                <c:pt idx="1265">
                  <c:v>2.5</c:v>
                </c:pt>
                <c:pt idx="1266">
                  <c:v>2.5</c:v>
                </c:pt>
                <c:pt idx="1267">
                  <c:v>2.48</c:v>
                </c:pt>
                <c:pt idx="1268">
                  <c:v>2.5</c:v>
                </c:pt>
                <c:pt idx="1269">
                  <c:v>2.5</c:v>
                </c:pt>
                <c:pt idx="1270">
                  <c:v>2.52</c:v>
                </c:pt>
                <c:pt idx="1271">
                  <c:v>2.52</c:v>
                </c:pt>
                <c:pt idx="1272">
                  <c:v>2.52</c:v>
                </c:pt>
                <c:pt idx="1273">
                  <c:v>2.54</c:v>
                </c:pt>
                <c:pt idx="1274">
                  <c:v>2.58</c:v>
                </c:pt>
                <c:pt idx="1275">
                  <c:v>2.61</c:v>
                </c:pt>
                <c:pt idx="1276">
                  <c:v>2.64</c:v>
                </c:pt>
                <c:pt idx="1277">
                  <c:v>2.61</c:v>
                </c:pt>
                <c:pt idx="1279">
                  <c:v>2.63</c:v>
                </c:pt>
                <c:pt idx="1280">
                  <c:v>2.65</c:v>
                </c:pt>
                <c:pt idx="1281">
                  <c:v>2.6</c:v>
                </c:pt>
                <c:pt idx="1282">
                  <c:v>2.63</c:v>
                </c:pt>
                <c:pt idx="1283">
                  <c:v>2.64</c:v>
                </c:pt>
                <c:pt idx="1284">
                  <c:v>2.66</c:v>
                </c:pt>
                <c:pt idx="1285">
                  <c:v>2.66</c:v>
                </c:pt>
                <c:pt idx="1286">
                  <c:v>2.69</c:v>
                </c:pt>
                <c:pt idx="1287">
                  <c:v>2.73</c:v>
                </c:pt>
                <c:pt idx="1288">
                  <c:v>2.72</c:v>
                </c:pt>
                <c:pt idx="1289">
                  <c:v>2.74</c:v>
                </c:pt>
                <c:pt idx="1290">
                  <c:v>2.71</c:v>
                </c:pt>
                <c:pt idx="1291">
                  <c:v>2.72</c:v>
                </c:pt>
                <c:pt idx="1292">
                  <c:v>2.74</c:v>
                </c:pt>
                <c:pt idx="1293">
                  <c:v>2.77</c:v>
                </c:pt>
                <c:pt idx="1294">
                  <c:v>2.77</c:v>
                </c:pt>
                <c:pt idx="1295">
                  <c:v>2.81</c:v>
                </c:pt>
                <c:pt idx="1296">
                  <c:v>2.81</c:v>
                </c:pt>
                <c:pt idx="1297">
                  <c:v>2.87</c:v>
                </c:pt>
                <c:pt idx="1298">
                  <c:v>2.89</c:v>
                </c:pt>
                <c:pt idx="1299">
                  <c:v>2.9</c:v>
                </c:pt>
                <c:pt idx="1301">
                  <c:v>2.89</c:v>
                </c:pt>
                <c:pt idx="1302">
                  <c:v>2.86</c:v>
                </c:pt>
                <c:pt idx="1303">
                  <c:v>2.83</c:v>
                </c:pt>
                <c:pt idx="1304">
                  <c:v>2.88</c:v>
                </c:pt>
                <c:pt idx="1306">
                  <c:v>2.99</c:v>
                </c:pt>
                <c:pt idx="1307">
                  <c:v>2.83</c:v>
                </c:pt>
                <c:pt idx="1308">
                  <c:v>2.91</c:v>
                </c:pt>
                <c:pt idx="1309">
                  <c:v>2.99</c:v>
                </c:pt>
                <c:pt idx="1310">
                  <c:v>2.94</c:v>
                </c:pt>
                <c:pt idx="1311">
                  <c:v>2.92</c:v>
                </c:pt>
                <c:pt idx="1312">
                  <c:v>2.83</c:v>
                </c:pt>
                <c:pt idx="1313">
                  <c:v>2.85</c:v>
                </c:pt>
                <c:pt idx="1314">
                  <c:v>2.8</c:v>
                </c:pt>
                <c:pt idx="1316">
                  <c:v>2.73</c:v>
                </c:pt>
                <c:pt idx="1317">
                  <c:v>2.72</c:v>
                </c:pt>
                <c:pt idx="1318">
                  <c:v>2.72</c:v>
                </c:pt>
                <c:pt idx="1319">
                  <c:v>2.7</c:v>
                </c:pt>
                <c:pt idx="1320">
                  <c:v>2.71</c:v>
                </c:pt>
                <c:pt idx="1321">
                  <c:v>2.67</c:v>
                </c:pt>
                <c:pt idx="1322">
                  <c:v>2.61</c:v>
                </c:pt>
                <c:pt idx="1323">
                  <c:v>2.63</c:v>
                </c:pt>
                <c:pt idx="1324">
                  <c:v>2.65</c:v>
                </c:pt>
                <c:pt idx="1325">
                  <c:v>2.65</c:v>
                </c:pt>
                <c:pt idx="1326">
                  <c:v>2.65</c:v>
                </c:pt>
                <c:pt idx="1327">
                  <c:v>2.62</c:v>
                </c:pt>
                <c:pt idx="1328">
                  <c:v>2.63</c:v>
                </c:pt>
                <c:pt idx="1329">
                  <c:v>2.63</c:v>
                </c:pt>
                <c:pt idx="1330">
                  <c:v>2.59</c:v>
                </c:pt>
                <c:pt idx="1331">
                  <c:v>2.58</c:v>
                </c:pt>
                <c:pt idx="1332">
                  <c:v>2.77</c:v>
                </c:pt>
                <c:pt idx="1333">
                  <c:v>2.78</c:v>
                </c:pt>
                <c:pt idx="1334">
                  <c:v>2.79</c:v>
                </c:pt>
                <c:pt idx="1335">
                  <c:v>2.82</c:v>
                </c:pt>
                <c:pt idx="1336">
                  <c:v>2.82</c:v>
                </c:pt>
                <c:pt idx="1337">
                  <c:v>2.77</c:v>
                </c:pt>
                <c:pt idx="1338">
                  <c:v>2.77</c:v>
                </c:pt>
                <c:pt idx="1339">
                  <c:v>2.81</c:v>
                </c:pt>
                <c:pt idx="1341">
                  <c:v>2.81</c:v>
                </c:pt>
                <c:pt idx="1342">
                  <c:v>2.82</c:v>
                </c:pt>
                <c:pt idx="1343">
                  <c:v>2.84</c:v>
                </c:pt>
                <c:pt idx="1344">
                  <c:v>2.86</c:v>
                </c:pt>
                <c:pt idx="1345">
                  <c:v>2.89</c:v>
                </c:pt>
                <c:pt idx="1346">
                  <c:v>2.86</c:v>
                </c:pt>
                <c:pt idx="1347">
                  <c:v>2.88</c:v>
                </c:pt>
                <c:pt idx="1348">
                  <c:v>2.88</c:v>
                </c:pt>
                <c:pt idx="1349">
                  <c:v>2.87</c:v>
                </c:pt>
                <c:pt idx="1350">
                  <c:v>2.83</c:v>
                </c:pt>
                <c:pt idx="1351">
                  <c:v>2.85</c:v>
                </c:pt>
                <c:pt idx="1352">
                  <c:v>2.85</c:v>
                </c:pt>
                <c:pt idx="1353">
                  <c:v>2.87</c:v>
                </c:pt>
                <c:pt idx="1354">
                  <c:v>2.82</c:v>
                </c:pt>
                <c:pt idx="1355">
                  <c:v>2.86</c:v>
                </c:pt>
                <c:pt idx="1356">
                  <c:v>2.85</c:v>
                </c:pt>
                <c:pt idx="1357">
                  <c:v>2.98</c:v>
                </c:pt>
                <c:pt idx="1358">
                  <c:v>3.03</c:v>
                </c:pt>
                <c:pt idx="1359">
                  <c:v>3.03</c:v>
                </c:pt>
                <c:pt idx="1360">
                  <c:v>3.02</c:v>
                </c:pt>
                <c:pt idx="1361">
                  <c:v>3.06</c:v>
                </c:pt>
                <c:pt idx="1362">
                  <c:v>3.06</c:v>
                </c:pt>
                <c:pt idx="1363">
                  <c:v>3.07</c:v>
                </c:pt>
                <c:pt idx="1364">
                  <c:v>3.04</c:v>
                </c:pt>
                <c:pt idx="1365">
                  <c:v>3.05</c:v>
                </c:pt>
                <c:pt idx="1366">
                  <c:v>2.98</c:v>
                </c:pt>
                <c:pt idx="1367">
                  <c:v>3.03</c:v>
                </c:pt>
                <c:pt idx="1368">
                  <c:v>3.02</c:v>
                </c:pt>
                <c:pt idx="1369">
                  <c:v>3.04</c:v>
                </c:pt>
                <c:pt idx="1370">
                  <c:v>3</c:v>
                </c:pt>
                <c:pt idx="1371">
                  <c:v>3.03</c:v>
                </c:pt>
                <c:pt idx="1372">
                  <c:v>3.04</c:v>
                </c:pt>
                <c:pt idx="1373">
                  <c:v>3.03</c:v>
                </c:pt>
                <c:pt idx="1374">
                  <c:v>3.06</c:v>
                </c:pt>
                <c:pt idx="1375">
                  <c:v>3.04</c:v>
                </c:pt>
                <c:pt idx="1376">
                  <c:v>2.99</c:v>
                </c:pt>
                <c:pt idx="1377">
                  <c:v>2.96</c:v>
                </c:pt>
                <c:pt idx="1378">
                  <c:v>2.92</c:v>
                </c:pt>
                <c:pt idx="1380">
                  <c:v>2.9</c:v>
                </c:pt>
                <c:pt idx="1381">
                  <c:v>2.93</c:v>
                </c:pt>
                <c:pt idx="1382">
                  <c:v>2.95</c:v>
                </c:pt>
                <c:pt idx="1383">
                  <c:v>2.91</c:v>
                </c:pt>
                <c:pt idx="1384">
                  <c:v>2.87</c:v>
                </c:pt>
                <c:pt idx="1385">
                  <c:v>2.9</c:v>
                </c:pt>
                <c:pt idx="1386">
                  <c:v>2.85</c:v>
                </c:pt>
                <c:pt idx="1387">
                  <c:v>2.85</c:v>
                </c:pt>
                <c:pt idx="1388">
                  <c:v>2.83</c:v>
                </c:pt>
                <c:pt idx="1389">
                  <c:v>2.76</c:v>
                </c:pt>
                <c:pt idx="1390">
                  <c:v>2.73</c:v>
                </c:pt>
                <c:pt idx="1391">
                  <c:v>2.75</c:v>
                </c:pt>
                <c:pt idx="1392">
                  <c:v>2.7</c:v>
                </c:pt>
                <c:pt idx="1393">
                  <c:v>2.7</c:v>
                </c:pt>
                <c:pt idx="1394">
                  <c:v>2.73</c:v>
                </c:pt>
                <c:pt idx="1395">
                  <c:v>2.75</c:v>
                </c:pt>
                <c:pt idx="1396">
                  <c:v>2.76</c:v>
                </c:pt>
                <c:pt idx="1397">
                  <c:v>2.76</c:v>
                </c:pt>
                <c:pt idx="1398">
                  <c:v>2.74</c:v>
                </c:pt>
                <c:pt idx="1399">
                  <c:v>2.67</c:v>
                </c:pt>
                <c:pt idx="1400">
                  <c:v>2.68</c:v>
                </c:pt>
                <c:pt idx="1401">
                  <c:v>2.69</c:v>
                </c:pt>
                <c:pt idx="1402">
                  <c:v>2.66</c:v>
                </c:pt>
                <c:pt idx="1403">
                  <c:v>2.61</c:v>
                </c:pt>
                <c:pt idx="1404">
                  <c:v>2.62</c:v>
                </c:pt>
                <c:pt idx="1405">
                  <c:v>2.61</c:v>
                </c:pt>
                <c:pt idx="1406">
                  <c:v>2.63</c:v>
                </c:pt>
                <c:pt idx="1407">
                  <c:v>2.69</c:v>
                </c:pt>
                <c:pt idx="1408">
                  <c:v>2.65</c:v>
                </c:pt>
                <c:pt idx="1409">
                  <c:v>2.65</c:v>
                </c:pt>
                <c:pt idx="1411">
                  <c:v>2.64</c:v>
                </c:pt>
                <c:pt idx="1412">
                  <c:v>2.63</c:v>
                </c:pt>
                <c:pt idx="1413">
                  <c:v>2.65</c:v>
                </c:pt>
                <c:pt idx="1414">
                  <c:v>2.63</c:v>
                </c:pt>
                <c:pt idx="1415">
                  <c:v>2.65</c:v>
                </c:pt>
                <c:pt idx="1416">
                  <c:v>2.66</c:v>
                </c:pt>
                <c:pt idx="1417">
                  <c:v>2.69</c:v>
                </c:pt>
                <c:pt idx="1418">
                  <c:v>2.68</c:v>
                </c:pt>
                <c:pt idx="1419">
                  <c:v>2.65</c:v>
                </c:pt>
                <c:pt idx="1420">
                  <c:v>2.66</c:v>
                </c:pt>
                <c:pt idx="1421">
                  <c:v>2.68</c:v>
                </c:pt>
                <c:pt idx="1422">
                  <c:v>2.67</c:v>
                </c:pt>
                <c:pt idx="1423">
                  <c:v>2.67</c:v>
                </c:pt>
                <c:pt idx="1424">
                  <c:v>2.71</c:v>
                </c:pt>
                <c:pt idx="1425">
                  <c:v>2.73</c:v>
                </c:pt>
                <c:pt idx="1426">
                  <c:v>2.73</c:v>
                </c:pt>
                <c:pt idx="1427">
                  <c:v>2.74</c:v>
                </c:pt>
                <c:pt idx="1428">
                  <c:v>2.74</c:v>
                </c:pt>
                <c:pt idx="1429">
                  <c:v>2.75</c:v>
                </c:pt>
                <c:pt idx="1430">
                  <c:v>2.75</c:v>
                </c:pt>
                <c:pt idx="1431">
                  <c:v>2.72</c:v>
                </c:pt>
                <c:pt idx="1432">
                  <c:v>2.68</c:v>
                </c:pt>
                <c:pt idx="1433">
                  <c:v>2.66</c:v>
                </c:pt>
                <c:pt idx="1434">
                  <c:v>2.65</c:v>
                </c:pt>
                <c:pt idx="1435">
                  <c:v>2.67</c:v>
                </c:pt>
                <c:pt idx="1436">
                  <c:v>2.67</c:v>
                </c:pt>
                <c:pt idx="1438">
                  <c:v>2.67</c:v>
                </c:pt>
                <c:pt idx="1439">
                  <c:v>2.69</c:v>
                </c:pt>
                <c:pt idx="1440">
                  <c:v>2.69</c:v>
                </c:pt>
                <c:pt idx="1441">
                  <c:v>2.71</c:v>
                </c:pt>
                <c:pt idx="1442">
                  <c:v>2.74</c:v>
                </c:pt>
                <c:pt idx="1443">
                  <c:v>2.74</c:v>
                </c:pt>
                <c:pt idx="1444">
                  <c:v>2.71</c:v>
                </c:pt>
                <c:pt idx="1445">
                  <c:v>2.74</c:v>
                </c:pt>
                <c:pt idx="1446">
                  <c:v>2.73</c:v>
                </c:pt>
                <c:pt idx="1447">
                  <c:v>2.78</c:v>
                </c:pt>
                <c:pt idx="1448">
                  <c:v>2.78</c:v>
                </c:pt>
                <c:pt idx="1449">
                  <c:v>2.77</c:v>
                </c:pt>
                <c:pt idx="1450">
                  <c:v>2.77</c:v>
                </c:pt>
                <c:pt idx="1451">
                  <c:v>2.74</c:v>
                </c:pt>
                <c:pt idx="1452">
                  <c:v>2.74</c:v>
                </c:pt>
                <c:pt idx="1453">
                  <c:v>2.76</c:v>
                </c:pt>
                <c:pt idx="1454">
                  <c:v>2.77</c:v>
                </c:pt>
                <c:pt idx="1455">
                  <c:v>2.76</c:v>
                </c:pt>
                <c:pt idx="1456">
                  <c:v>2.78</c:v>
                </c:pt>
                <c:pt idx="1457">
                  <c:v>2.76</c:v>
                </c:pt>
                <c:pt idx="1458">
                  <c:v>2.74</c:v>
                </c:pt>
                <c:pt idx="1459">
                  <c:v>2.72</c:v>
                </c:pt>
                <c:pt idx="1460">
                  <c:v>2.75</c:v>
                </c:pt>
                <c:pt idx="1461">
                  <c:v>2.74</c:v>
                </c:pt>
                <c:pt idx="1462">
                  <c:v>2.88</c:v>
                </c:pt>
                <c:pt idx="1463">
                  <c:v>2.84</c:v>
                </c:pt>
                <c:pt idx="1464">
                  <c:v>2.87</c:v>
                </c:pt>
                <c:pt idx="1465">
                  <c:v>2.89</c:v>
                </c:pt>
                <c:pt idx="1466">
                  <c:v>2.89</c:v>
                </c:pt>
                <c:pt idx="1467">
                  <c:v>2.86</c:v>
                </c:pt>
                <c:pt idx="1468">
                  <c:v>2.89</c:v>
                </c:pt>
                <c:pt idx="1469">
                  <c:v>2.97</c:v>
                </c:pt>
                <c:pt idx="1470">
                  <c:v>2.93</c:v>
                </c:pt>
                <c:pt idx="1471">
                  <c:v>2.98</c:v>
                </c:pt>
                <c:pt idx="1472">
                  <c:v>2.94</c:v>
                </c:pt>
                <c:pt idx="1473">
                  <c:v>2.92</c:v>
                </c:pt>
                <c:pt idx="1474">
                  <c:v>2.91</c:v>
                </c:pt>
                <c:pt idx="1475">
                  <c:v>2.91</c:v>
                </c:pt>
                <c:pt idx="1476">
                  <c:v>2.95</c:v>
                </c:pt>
                <c:pt idx="1477">
                  <c:v>2.97</c:v>
                </c:pt>
                <c:pt idx="1478">
                  <c:v>2.97</c:v>
                </c:pt>
                <c:pt idx="1479">
                  <c:v>2.9</c:v>
                </c:pt>
                <c:pt idx="1481">
                  <c:v>2.88</c:v>
                </c:pt>
                <c:pt idx="1482">
                  <c:v>2.9</c:v>
                </c:pt>
                <c:pt idx="1483">
                  <c:v>2.94</c:v>
                </c:pt>
                <c:pt idx="1484">
                  <c:v>2.99</c:v>
                </c:pt>
                <c:pt idx="1485">
                  <c:v>2.99</c:v>
                </c:pt>
                <c:pt idx="1488">
                  <c:v>3.16</c:v>
                </c:pt>
                <c:pt idx="1489">
                  <c:v>3.36</c:v>
                </c:pt>
                <c:pt idx="1490">
                  <c:v>3.45</c:v>
                </c:pt>
                <c:pt idx="1491">
                  <c:v>3.48</c:v>
                </c:pt>
                <c:pt idx="1492">
                  <c:v>3.52</c:v>
                </c:pt>
                <c:pt idx="1493">
                  <c:v>3.52</c:v>
                </c:pt>
                <c:pt idx="1494">
                  <c:v>3.53</c:v>
                </c:pt>
                <c:pt idx="1495">
                  <c:v>3.48</c:v>
                </c:pt>
                <c:pt idx="1496">
                  <c:v>3.48</c:v>
                </c:pt>
                <c:pt idx="1497">
                  <c:v>3.46</c:v>
                </c:pt>
                <c:pt idx="1498">
                  <c:v>3.47</c:v>
                </c:pt>
                <c:pt idx="1499">
                  <c:v>3.42</c:v>
                </c:pt>
                <c:pt idx="1500">
                  <c:v>3.44</c:v>
                </c:pt>
                <c:pt idx="1501">
                  <c:v>3.42</c:v>
                </c:pt>
                <c:pt idx="1502">
                  <c:v>3.43</c:v>
                </c:pt>
                <c:pt idx="1503">
                  <c:v>3.38</c:v>
                </c:pt>
                <c:pt idx="1504">
                  <c:v>3.4</c:v>
                </c:pt>
                <c:pt idx="1506">
                  <c:v>3.36</c:v>
                </c:pt>
                <c:pt idx="1507">
                  <c:v>3.34</c:v>
                </c:pt>
                <c:pt idx="1508">
                  <c:v>3.3</c:v>
                </c:pt>
                <c:pt idx="1509">
                  <c:v>3.33</c:v>
                </c:pt>
                <c:pt idx="1510">
                  <c:v>3.34</c:v>
                </c:pt>
                <c:pt idx="1511">
                  <c:v>3.33</c:v>
                </c:pt>
                <c:pt idx="1512">
                  <c:v>3.31</c:v>
                </c:pt>
                <c:pt idx="1513">
                  <c:v>3.31</c:v>
                </c:pt>
                <c:pt idx="1514">
                  <c:v>3.29</c:v>
                </c:pt>
                <c:pt idx="1515">
                  <c:v>3.28</c:v>
                </c:pt>
                <c:pt idx="1516">
                  <c:v>3.28</c:v>
                </c:pt>
                <c:pt idx="1517">
                  <c:v>3.28</c:v>
                </c:pt>
                <c:pt idx="1518">
                  <c:v>3.3</c:v>
                </c:pt>
                <c:pt idx="1519">
                  <c:v>3.31</c:v>
                </c:pt>
                <c:pt idx="1520">
                  <c:v>3.32</c:v>
                </c:pt>
                <c:pt idx="1521">
                  <c:v>3.35</c:v>
                </c:pt>
                <c:pt idx="1522">
                  <c:v>3.38</c:v>
                </c:pt>
                <c:pt idx="1523">
                  <c:v>3.37</c:v>
                </c:pt>
                <c:pt idx="1524">
                  <c:v>3.37</c:v>
                </c:pt>
                <c:pt idx="1525">
                  <c:v>3.34</c:v>
                </c:pt>
                <c:pt idx="1526">
                  <c:v>3.36</c:v>
                </c:pt>
                <c:pt idx="1527">
                  <c:v>3.35</c:v>
                </c:pt>
                <c:pt idx="1528">
                  <c:v>3.28</c:v>
                </c:pt>
                <c:pt idx="1529">
                  <c:v>3.27</c:v>
                </c:pt>
                <c:pt idx="1531">
                  <c:v>3.24</c:v>
                </c:pt>
                <c:pt idx="1532">
                  <c:v>3.19</c:v>
                </c:pt>
                <c:pt idx="1533">
                  <c:v>3.1</c:v>
                </c:pt>
                <c:pt idx="1534">
                  <c:v>3.07</c:v>
                </c:pt>
                <c:pt idx="1535">
                  <c:v>3.08</c:v>
                </c:pt>
                <c:pt idx="1536">
                  <c:v>3.08</c:v>
                </c:pt>
                <c:pt idx="1537">
                  <c:v>3.01</c:v>
                </c:pt>
                <c:pt idx="1539">
                  <c:v>2.97</c:v>
                </c:pt>
                <c:pt idx="1540">
                  <c:v>2.96</c:v>
                </c:pt>
                <c:pt idx="1541">
                  <c:v>3.01</c:v>
                </c:pt>
                <c:pt idx="1542">
                  <c:v>3.01</c:v>
                </c:pt>
                <c:pt idx="1543">
                  <c:v>3.07</c:v>
                </c:pt>
                <c:pt idx="1544">
                  <c:v>3.1</c:v>
                </c:pt>
                <c:pt idx="1545">
                  <c:v>3.14</c:v>
                </c:pt>
                <c:pt idx="1546">
                  <c:v>3.15</c:v>
                </c:pt>
                <c:pt idx="1547">
                  <c:v>3.07</c:v>
                </c:pt>
                <c:pt idx="1548">
                  <c:v>3.03</c:v>
                </c:pt>
                <c:pt idx="1549">
                  <c:v>2.96</c:v>
                </c:pt>
                <c:pt idx="1550">
                  <c:v>3</c:v>
                </c:pt>
                <c:pt idx="1551">
                  <c:v>3.01</c:v>
                </c:pt>
                <c:pt idx="1552">
                  <c:v>3.04</c:v>
                </c:pt>
                <c:pt idx="1553">
                  <c:v>2.98</c:v>
                </c:pt>
                <c:pt idx="1554">
                  <c:v>2.91</c:v>
                </c:pt>
                <c:pt idx="1555">
                  <c:v>2.97</c:v>
                </c:pt>
                <c:pt idx="1556">
                  <c:v>2.94</c:v>
                </c:pt>
                <c:pt idx="1557">
                  <c:v>2.94</c:v>
                </c:pt>
                <c:pt idx="1558">
                  <c:v>2.92</c:v>
                </c:pt>
                <c:pt idx="1559">
                  <c:v>2.87</c:v>
                </c:pt>
                <c:pt idx="1562">
                  <c:v>2.82</c:v>
                </c:pt>
                <c:pt idx="1563">
                  <c:v>2.88</c:v>
                </c:pt>
                <c:pt idx="1564">
                  <c:v>2.87</c:v>
                </c:pt>
                <c:pt idx="1565">
                  <c:v>2.85</c:v>
                </c:pt>
                <c:pt idx="1567">
                  <c:v>2.82</c:v>
                </c:pt>
                <c:pt idx="1568">
                  <c:v>2.82</c:v>
                </c:pt>
                <c:pt idx="1569">
                  <c:v>2.78</c:v>
                </c:pt>
                <c:pt idx="1570">
                  <c:v>2.8</c:v>
                </c:pt>
                <c:pt idx="1571">
                  <c:v>2.8</c:v>
                </c:pt>
                <c:pt idx="1572">
                  <c:v>2.78</c:v>
                </c:pt>
                <c:pt idx="1573">
                  <c:v>2.82</c:v>
                </c:pt>
                <c:pt idx="1574">
                  <c:v>2.86</c:v>
                </c:pt>
                <c:pt idx="1575">
                  <c:v>2.88</c:v>
                </c:pt>
                <c:pt idx="1576">
                  <c:v>2.86</c:v>
                </c:pt>
                <c:pt idx="1577">
                  <c:v>2.87</c:v>
                </c:pt>
                <c:pt idx="1578">
                  <c:v>2.82</c:v>
                </c:pt>
                <c:pt idx="1579">
                  <c:v>2.86</c:v>
                </c:pt>
                <c:pt idx="1581">
                  <c:v>2.85</c:v>
                </c:pt>
                <c:pt idx="1582">
                  <c:v>2.87</c:v>
                </c:pt>
                <c:pt idx="1583">
                  <c:v>2.85</c:v>
                </c:pt>
                <c:pt idx="1584">
                  <c:v>2.81</c:v>
                </c:pt>
                <c:pt idx="1585">
                  <c:v>2.78</c:v>
                </c:pt>
                <c:pt idx="1586">
                  <c:v>2.84</c:v>
                </c:pt>
                <c:pt idx="1587">
                  <c:v>2.89</c:v>
                </c:pt>
                <c:pt idx="1588">
                  <c:v>2.85</c:v>
                </c:pt>
                <c:pt idx="1589">
                  <c:v>2.86</c:v>
                </c:pt>
                <c:pt idx="1590">
                  <c:v>2.93</c:v>
                </c:pt>
                <c:pt idx="1591">
                  <c:v>2.98</c:v>
                </c:pt>
                <c:pt idx="1592">
                  <c:v>3.01</c:v>
                </c:pt>
                <c:pt idx="1593">
                  <c:v>3.05</c:v>
                </c:pt>
                <c:pt idx="1594">
                  <c:v>3.03</c:v>
                </c:pt>
                <c:pt idx="1595">
                  <c:v>3.02</c:v>
                </c:pt>
                <c:pt idx="1596">
                  <c:v>2.99</c:v>
                </c:pt>
                <c:pt idx="1597">
                  <c:v>2.93</c:v>
                </c:pt>
                <c:pt idx="1598">
                  <c:v>2.95</c:v>
                </c:pt>
                <c:pt idx="1599">
                  <c:v>2.98</c:v>
                </c:pt>
                <c:pt idx="1601">
                  <c:v>2.99</c:v>
                </c:pt>
                <c:pt idx="1602">
                  <c:v>3.01</c:v>
                </c:pt>
                <c:pt idx="1603">
                  <c:v>2.97</c:v>
                </c:pt>
                <c:pt idx="1604">
                  <c:v>2.98</c:v>
                </c:pt>
                <c:pt idx="1605">
                  <c:v>2.98</c:v>
                </c:pt>
                <c:pt idx="1606">
                  <c:v>2.96</c:v>
                </c:pt>
                <c:pt idx="1607">
                  <c:v>3</c:v>
                </c:pt>
                <c:pt idx="1608">
                  <c:v>2.98</c:v>
                </c:pt>
                <c:pt idx="1609">
                  <c:v>2.97</c:v>
                </c:pt>
                <c:pt idx="1610">
                  <c:v>2.94</c:v>
                </c:pt>
                <c:pt idx="1611">
                  <c:v>2.9</c:v>
                </c:pt>
                <c:pt idx="1612">
                  <c:v>2.91</c:v>
                </c:pt>
                <c:pt idx="1613">
                  <c:v>2.83</c:v>
                </c:pt>
                <c:pt idx="1614">
                  <c:v>2.79</c:v>
                </c:pt>
                <c:pt idx="1615">
                  <c:v>2.78</c:v>
                </c:pt>
                <c:pt idx="1616">
                  <c:v>2.78</c:v>
                </c:pt>
                <c:pt idx="1617">
                  <c:v>2.82</c:v>
                </c:pt>
                <c:pt idx="1618">
                  <c:v>2.79</c:v>
                </c:pt>
                <c:pt idx="1619">
                  <c:v>2.81</c:v>
                </c:pt>
                <c:pt idx="1620">
                  <c:v>2.8</c:v>
                </c:pt>
                <c:pt idx="1621">
                  <c:v>2.83</c:v>
                </c:pt>
                <c:pt idx="1622">
                  <c:v>2.81</c:v>
                </c:pt>
                <c:pt idx="1623">
                  <c:v>2.78</c:v>
                </c:pt>
                <c:pt idx="1624">
                  <c:v>2.78</c:v>
                </c:pt>
                <c:pt idx="1625">
                  <c:v>2.74</c:v>
                </c:pt>
                <c:pt idx="1626">
                  <c:v>2.76</c:v>
                </c:pt>
                <c:pt idx="1627">
                  <c:v>2.81</c:v>
                </c:pt>
                <c:pt idx="1628">
                  <c:v>2.81</c:v>
                </c:pt>
                <c:pt idx="1630">
                  <c:v>2.78</c:v>
                </c:pt>
                <c:pt idx="1631">
                  <c:v>2.81</c:v>
                </c:pt>
                <c:pt idx="1632">
                  <c:v>2.83</c:v>
                </c:pt>
                <c:pt idx="1633">
                  <c:v>2.84</c:v>
                </c:pt>
                <c:pt idx="1634">
                  <c:v>2.85</c:v>
                </c:pt>
                <c:pt idx="1635">
                  <c:v>2.85</c:v>
                </c:pt>
                <c:pt idx="1636">
                  <c:v>2.85</c:v>
                </c:pt>
                <c:pt idx="1637">
                  <c:v>2.84</c:v>
                </c:pt>
                <c:pt idx="1638">
                  <c:v>2.83</c:v>
                </c:pt>
                <c:pt idx="1639">
                  <c:v>2.86</c:v>
                </c:pt>
                <c:pt idx="1640">
                  <c:v>2.84</c:v>
                </c:pt>
                <c:pt idx="1641">
                  <c:v>2.81</c:v>
                </c:pt>
                <c:pt idx="1642">
                  <c:v>2.79</c:v>
                </c:pt>
                <c:pt idx="1643">
                  <c:v>2.82</c:v>
                </c:pt>
                <c:pt idx="1644">
                  <c:v>2.8</c:v>
                </c:pt>
                <c:pt idx="1645">
                  <c:v>2.77</c:v>
                </c:pt>
                <c:pt idx="1646">
                  <c:v>2.78</c:v>
                </c:pt>
                <c:pt idx="1647">
                  <c:v>2.81</c:v>
                </c:pt>
                <c:pt idx="1648">
                  <c:v>2.83</c:v>
                </c:pt>
                <c:pt idx="1649">
                  <c:v>2.83</c:v>
                </c:pt>
                <c:pt idx="1650">
                  <c:v>2.82</c:v>
                </c:pt>
                <c:pt idx="1651">
                  <c:v>2.84</c:v>
                </c:pt>
                <c:pt idx="1652">
                  <c:v>2.86</c:v>
                </c:pt>
                <c:pt idx="1653">
                  <c:v>2.84</c:v>
                </c:pt>
                <c:pt idx="1654">
                  <c:v>2.89</c:v>
                </c:pt>
                <c:pt idx="1655">
                  <c:v>2.86</c:v>
                </c:pt>
                <c:pt idx="1656">
                  <c:v>2.86</c:v>
                </c:pt>
                <c:pt idx="1657">
                  <c:v>2.86</c:v>
                </c:pt>
                <c:pt idx="1658">
                  <c:v>2.89</c:v>
                </c:pt>
                <c:pt idx="1659">
                  <c:v>2.93</c:v>
                </c:pt>
                <c:pt idx="1660">
                  <c:v>2.9</c:v>
                </c:pt>
                <c:pt idx="1661">
                  <c:v>2.89</c:v>
                </c:pt>
                <c:pt idx="1662">
                  <c:v>2.91</c:v>
                </c:pt>
                <c:pt idx="1663">
                  <c:v>2.96</c:v>
                </c:pt>
                <c:pt idx="1664">
                  <c:v>2.94</c:v>
                </c:pt>
                <c:pt idx="1665">
                  <c:v>2.96</c:v>
                </c:pt>
                <c:pt idx="1666">
                  <c:v>2.95</c:v>
                </c:pt>
                <c:pt idx="1667">
                  <c:v>2.98</c:v>
                </c:pt>
                <c:pt idx="1668">
                  <c:v>2.97</c:v>
                </c:pt>
                <c:pt idx="1669">
                  <c:v>2.96</c:v>
                </c:pt>
                <c:pt idx="1671">
                  <c:v>2.95</c:v>
                </c:pt>
                <c:pt idx="1672">
                  <c:v>2.97</c:v>
                </c:pt>
                <c:pt idx="1673">
                  <c:v>3</c:v>
                </c:pt>
                <c:pt idx="1674">
                  <c:v>2.98</c:v>
                </c:pt>
                <c:pt idx="1675">
                  <c:v>3</c:v>
                </c:pt>
                <c:pt idx="1676">
                  <c:v>3.01</c:v>
                </c:pt>
                <c:pt idx="1677">
                  <c:v>2.99</c:v>
                </c:pt>
                <c:pt idx="1678">
                  <c:v>2.99</c:v>
                </c:pt>
                <c:pt idx="1679">
                  <c:v>2.96</c:v>
                </c:pt>
                <c:pt idx="1680">
                  <c:v>2.95</c:v>
                </c:pt>
                <c:pt idx="1681">
                  <c:v>2.95</c:v>
                </c:pt>
                <c:pt idx="1682">
                  <c:v>3</c:v>
                </c:pt>
                <c:pt idx="1683">
                  <c:v>3</c:v>
                </c:pt>
                <c:pt idx="1684">
                  <c:v>3.02</c:v>
                </c:pt>
                <c:pt idx="1685">
                  <c:v>2.97</c:v>
                </c:pt>
                <c:pt idx="1686">
                  <c:v>3.02</c:v>
                </c:pt>
                <c:pt idx="1687">
                  <c:v>3.06</c:v>
                </c:pt>
                <c:pt idx="1688">
                  <c:v>3.05</c:v>
                </c:pt>
                <c:pt idx="1689">
                  <c:v>3.05</c:v>
                </c:pt>
                <c:pt idx="1690">
                  <c:v>3.03</c:v>
                </c:pt>
                <c:pt idx="1691">
                  <c:v>3.03</c:v>
                </c:pt>
                <c:pt idx="1692">
                  <c:v>3.12</c:v>
                </c:pt>
                <c:pt idx="1693">
                  <c:v>3.14</c:v>
                </c:pt>
                <c:pt idx="1694">
                  <c:v>3.13</c:v>
                </c:pt>
                <c:pt idx="1695">
                  <c:v>3.14</c:v>
                </c:pt>
                <c:pt idx="1696">
                  <c:v>3.18</c:v>
                </c:pt>
                <c:pt idx="1697">
                  <c:v>3.17</c:v>
                </c:pt>
                <c:pt idx="1699">
                  <c:v>3.15</c:v>
                </c:pt>
                <c:pt idx="1700">
                  <c:v>3.19</c:v>
                </c:pt>
                <c:pt idx="1701">
                  <c:v>3.19</c:v>
                </c:pt>
                <c:pt idx="1702">
                  <c:v>3.21</c:v>
                </c:pt>
                <c:pt idx="1703">
                  <c:v>3.21</c:v>
                </c:pt>
                <c:pt idx="1704">
                  <c:v>3.24</c:v>
                </c:pt>
                <c:pt idx="1705">
                  <c:v>3.26</c:v>
                </c:pt>
                <c:pt idx="1706">
                  <c:v>3.24</c:v>
                </c:pt>
                <c:pt idx="1707">
                  <c:v>3.27</c:v>
                </c:pt>
                <c:pt idx="1708">
                  <c:v>3.3</c:v>
                </c:pt>
                <c:pt idx="1709">
                  <c:v>3.25</c:v>
                </c:pt>
                <c:pt idx="1710">
                  <c:v>3.3</c:v>
                </c:pt>
                <c:pt idx="1711">
                  <c:v>3.33</c:v>
                </c:pt>
                <c:pt idx="1712">
                  <c:v>3.35</c:v>
                </c:pt>
                <c:pt idx="1713">
                  <c:v>3.35</c:v>
                </c:pt>
                <c:pt idx="1714">
                  <c:v>3.34</c:v>
                </c:pt>
                <c:pt idx="1715">
                  <c:v>3.25</c:v>
                </c:pt>
                <c:pt idx="1716">
                  <c:v>3.21</c:v>
                </c:pt>
                <c:pt idx="1717">
                  <c:v>3.25</c:v>
                </c:pt>
                <c:pt idx="1718">
                  <c:v>3.27</c:v>
                </c:pt>
                <c:pt idx="1719">
                  <c:v>3.34</c:v>
                </c:pt>
                <c:pt idx="1720">
                  <c:v>3.36</c:v>
                </c:pt>
                <c:pt idx="1721">
                  <c:v>3.3</c:v>
                </c:pt>
                <c:pt idx="1722">
                  <c:v>3.35</c:v>
                </c:pt>
                <c:pt idx="1723">
                  <c:v>3.33</c:v>
                </c:pt>
                <c:pt idx="1724">
                  <c:v>3.36</c:v>
                </c:pt>
                <c:pt idx="1725">
                  <c:v>3.33</c:v>
                </c:pt>
                <c:pt idx="1726">
                  <c:v>3.39</c:v>
                </c:pt>
                <c:pt idx="1727">
                  <c:v>3.37</c:v>
                </c:pt>
                <c:pt idx="1728">
                  <c:v>3.35</c:v>
                </c:pt>
                <c:pt idx="1729">
                  <c:v>3.32</c:v>
                </c:pt>
                <c:pt idx="1730">
                  <c:v>3.32</c:v>
                </c:pt>
                <c:pt idx="1731">
                  <c:v>3.36</c:v>
                </c:pt>
                <c:pt idx="1732">
                  <c:v>3.32</c:v>
                </c:pt>
                <c:pt idx="1733">
                  <c:v>3.28</c:v>
                </c:pt>
                <c:pt idx="1734">
                  <c:v>3.27</c:v>
                </c:pt>
                <c:pt idx="1735">
                  <c:v>3.29</c:v>
                </c:pt>
                <c:pt idx="1736">
                  <c:v>3.28</c:v>
                </c:pt>
                <c:pt idx="1737">
                  <c:v>3.3</c:v>
                </c:pt>
                <c:pt idx="1738">
                  <c:v>3.33</c:v>
                </c:pt>
                <c:pt idx="1739">
                  <c:v>3.32</c:v>
                </c:pt>
                <c:pt idx="1741">
                  <c:v>3.39</c:v>
                </c:pt>
                <c:pt idx="1742">
                  <c:v>3.4</c:v>
                </c:pt>
                <c:pt idx="1743">
                  <c:v>3.47</c:v>
                </c:pt>
                <c:pt idx="1744">
                  <c:v>3.42</c:v>
                </c:pt>
                <c:pt idx="1745">
                  <c:v>3.41</c:v>
                </c:pt>
                <c:pt idx="1746">
                  <c:v>3.43</c:v>
                </c:pt>
                <c:pt idx="1747">
                  <c:v>3.42</c:v>
                </c:pt>
                <c:pt idx="1748">
                  <c:v>3.45</c:v>
                </c:pt>
                <c:pt idx="1749">
                  <c:v>3.44</c:v>
                </c:pt>
                <c:pt idx="1750">
                  <c:v>3.47</c:v>
                </c:pt>
                <c:pt idx="1751">
                  <c:v>3.51</c:v>
                </c:pt>
                <c:pt idx="1752">
                  <c:v>3.51</c:v>
                </c:pt>
                <c:pt idx="1753">
                  <c:v>3.55</c:v>
                </c:pt>
                <c:pt idx="1754">
                  <c:v>3.59</c:v>
                </c:pt>
                <c:pt idx="1755">
                  <c:v>3.63</c:v>
                </c:pt>
                <c:pt idx="1756">
                  <c:v>3.65</c:v>
                </c:pt>
                <c:pt idx="1757">
                  <c:v>3.67</c:v>
                </c:pt>
                <c:pt idx="1758">
                  <c:v>3.64</c:v>
                </c:pt>
                <c:pt idx="1759">
                  <c:v>3.71</c:v>
                </c:pt>
                <c:pt idx="1760">
                  <c:v>3.76</c:v>
                </c:pt>
                <c:pt idx="1761">
                  <c:v>3.74</c:v>
                </c:pt>
                <c:pt idx="1762">
                  <c:v>3.73</c:v>
                </c:pt>
                <c:pt idx="1763">
                  <c:v>3.76</c:v>
                </c:pt>
                <c:pt idx="1764">
                  <c:v>3.78</c:v>
                </c:pt>
                <c:pt idx="1765">
                  <c:v>3.86</c:v>
                </c:pt>
                <c:pt idx="1766">
                  <c:v>3.89</c:v>
                </c:pt>
                <c:pt idx="1767">
                  <c:v>3.9</c:v>
                </c:pt>
                <c:pt idx="1768">
                  <c:v>3.9</c:v>
                </c:pt>
                <c:pt idx="1769">
                  <c:v>3.88</c:v>
                </c:pt>
                <c:pt idx="1771">
                  <c:v>3.74</c:v>
                </c:pt>
                <c:pt idx="1772">
                  <c:v>3.77</c:v>
                </c:pt>
                <c:pt idx="1773">
                  <c:v>3.73</c:v>
                </c:pt>
                <c:pt idx="1774">
                  <c:v>3.76</c:v>
                </c:pt>
                <c:pt idx="1775">
                  <c:v>3.7</c:v>
                </c:pt>
                <c:pt idx="1776">
                  <c:v>3.71</c:v>
                </c:pt>
                <c:pt idx="1777">
                  <c:v>3.73</c:v>
                </c:pt>
                <c:pt idx="1778">
                  <c:v>3.77</c:v>
                </c:pt>
                <c:pt idx="1779">
                  <c:v>3.78</c:v>
                </c:pt>
                <c:pt idx="1780">
                  <c:v>3.81</c:v>
                </c:pt>
                <c:pt idx="1781">
                  <c:v>3.85</c:v>
                </c:pt>
                <c:pt idx="1782">
                  <c:v>3.83</c:v>
                </c:pt>
                <c:pt idx="1783">
                  <c:v>3.82</c:v>
                </c:pt>
                <c:pt idx="1784">
                  <c:v>3.76</c:v>
                </c:pt>
                <c:pt idx="1785">
                  <c:v>3.72</c:v>
                </c:pt>
                <c:pt idx="1786">
                  <c:v>3.72</c:v>
                </c:pt>
                <c:pt idx="1787">
                  <c:v>3.72</c:v>
                </c:pt>
                <c:pt idx="1788">
                  <c:v>3.73</c:v>
                </c:pt>
                <c:pt idx="1789">
                  <c:v>3.66</c:v>
                </c:pt>
                <c:pt idx="1791">
                  <c:v>3.68</c:v>
                </c:pt>
                <c:pt idx="1792">
                  <c:v>3.67</c:v>
                </c:pt>
                <c:pt idx="1793">
                  <c:v>3.58</c:v>
                </c:pt>
                <c:pt idx="1794">
                  <c:v>3.54</c:v>
                </c:pt>
                <c:pt idx="1795">
                  <c:v>3.52</c:v>
                </c:pt>
                <c:pt idx="1796">
                  <c:v>3.5</c:v>
                </c:pt>
                <c:pt idx="1797">
                  <c:v>3.48</c:v>
                </c:pt>
                <c:pt idx="1798">
                  <c:v>3.46</c:v>
                </c:pt>
                <c:pt idx="1799">
                  <c:v>3.43</c:v>
                </c:pt>
                <c:pt idx="1800">
                  <c:v>3.42</c:v>
                </c:pt>
                <c:pt idx="1801">
                  <c:v>3.45</c:v>
                </c:pt>
                <c:pt idx="1802">
                  <c:v>3.39</c:v>
                </c:pt>
                <c:pt idx="1804">
                  <c:v>3.38</c:v>
                </c:pt>
                <c:pt idx="1805">
                  <c:v>3.37</c:v>
                </c:pt>
                <c:pt idx="1806">
                  <c:v>3.35</c:v>
                </c:pt>
                <c:pt idx="1807">
                  <c:v>3.38</c:v>
                </c:pt>
                <c:pt idx="1808">
                  <c:v>3.38</c:v>
                </c:pt>
                <c:pt idx="1809">
                  <c:v>3.42</c:v>
                </c:pt>
                <c:pt idx="1810">
                  <c:v>3.42</c:v>
                </c:pt>
                <c:pt idx="1811">
                  <c:v>3.4</c:v>
                </c:pt>
                <c:pt idx="1812">
                  <c:v>3.4</c:v>
                </c:pt>
                <c:pt idx="1813">
                  <c:v>3.42</c:v>
                </c:pt>
                <c:pt idx="1814">
                  <c:v>3.42</c:v>
                </c:pt>
                <c:pt idx="1815">
                  <c:v>3.37</c:v>
                </c:pt>
                <c:pt idx="1816">
                  <c:v>3.37</c:v>
                </c:pt>
                <c:pt idx="1817">
                  <c:v>3.4</c:v>
                </c:pt>
                <c:pt idx="1818">
                  <c:v>3.44</c:v>
                </c:pt>
                <c:pt idx="1819">
                  <c:v>3.42</c:v>
                </c:pt>
                <c:pt idx="1820">
                  <c:v>3.44</c:v>
                </c:pt>
                <c:pt idx="1821">
                  <c:v>3.44</c:v>
                </c:pt>
                <c:pt idx="1823">
                  <c:v>3.45</c:v>
                </c:pt>
                <c:pt idx="1824">
                  <c:v>3.49</c:v>
                </c:pt>
                <c:pt idx="1825">
                  <c:v>3.48</c:v>
                </c:pt>
                <c:pt idx="1826">
                  <c:v>3.48</c:v>
                </c:pt>
                <c:pt idx="1828">
                  <c:v>3.37</c:v>
                </c:pt>
                <c:pt idx="1829">
                  <c:v>3.39</c:v>
                </c:pt>
                <c:pt idx="1830">
                  <c:v>3.38</c:v>
                </c:pt>
                <c:pt idx="1831">
                  <c:v>3.39</c:v>
                </c:pt>
                <c:pt idx="1832">
                  <c:v>3.35</c:v>
                </c:pt>
                <c:pt idx="1833">
                  <c:v>3.29</c:v>
                </c:pt>
                <c:pt idx="1834">
                  <c:v>3.31</c:v>
                </c:pt>
                <c:pt idx="1835">
                  <c:v>3.29</c:v>
                </c:pt>
                <c:pt idx="1836">
                  <c:v>3.31</c:v>
                </c:pt>
                <c:pt idx="1837">
                  <c:v>3.29</c:v>
                </c:pt>
                <c:pt idx="1838">
                  <c:v>3.29</c:v>
                </c:pt>
                <c:pt idx="1839">
                  <c:v>3.29</c:v>
                </c:pt>
                <c:pt idx="1841">
                  <c:v>3.31</c:v>
                </c:pt>
                <c:pt idx="1842">
                  <c:v>3.33</c:v>
                </c:pt>
                <c:pt idx="1843">
                  <c:v>3.33</c:v>
                </c:pt>
                <c:pt idx="1844">
                  <c:v>3.33</c:v>
                </c:pt>
                <c:pt idx="1845">
                  <c:v>3.27</c:v>
                </c:pt>
                <c:pt idx="1846">
                  <c:v>3.23</c:v>
                </c:pt>
                <c:pt idx="1847">
                  <c:v>3.18</c:v>
                </c:pt>
                <c:pt idx="1848">
                  <c:v>3.19</c:v>
                </c:pt>
                <c:pt idx="1849">
                  <c:v>3.16</c:v>
                </c:pt>
                <c:pt idx="1850">
                  <c:v>3.14</c:v>
                </c:pt>
                <c:pt idx="1851">
                  <c:v>3.12</c:v>
                </c:pt>
                <c:pt idx="1852">
                  <c:v>3.11</c:v>
                </c:pt>
                <c:pt idx="1853">
                  <c:v>3.12</c:v>
                </c:pt>
                <c:pt idx="1854">
                  <c:v>3.11</c:v>
                </c:pt>
                <c:pt idx="1855">
                  <c:v>3.11</c:v>
                </c:pt>
                <c:pt idx="1856">
                  <c:v>3.13</c:v>
                </c:pt>
                <c:pt idx="1857">
                  <c:v>3.16</c:v>
                </c:pt>
                <c:pt idx="1858">
                  <c:v>3.17</c:v>
                </c:pt>
                <c:pt idx="1859">
                  <c:v>3.16</c:v>
                </c:pt>
                <c:pt idx="1861">
                  <c:v>3.16</c:v>
                </c:pt>
                <c:pt idx="1862">
                  <c:v>3.16</c:v>
                </c:pt>
                <c:pt idx="1863">
                  <c:v>3.18</c:v>
                </c:pt>
                <c:pt idx="1864">
                  <c:v>3.16</c:v>
                </c:pt>
                <c:pt idx="1865">
                  <c:v>3.17</c:v>
                </c:pt>
                <c:pt idx="1866">
                  <c:v>3.18</c:v>
                </c:pt>
                <c:pt idx="1867">
                  <c:v>3.18</c:v>
                </c:pt>
                <c:pt idx="1868">
                  <c:v>3.2</c:v>
                </c:pt>
                <c:pt idx="1869">
                  <c:v>3.21</c:v>
                </c:pt>
                <c:pt idx="1870">
                  <c:v>3.23</c:v>
                </c:pt>
                <c:pt idx="1871">
                  <c:v>3.25</c:v>
                </c:pt>
                <c:pt idx="1872">
                  <c:v>3.25</c:v>
                </c:pt>
                <c:pt idx="1873">
                  <c:v>3.24</c:v>
                </c:pt>
                <c:pt idx="1874">
                  <c:v>3.26</c:v>
                </c:pt>
                <c:pt idx="1875">
                  <c:v>3.29</c:v>
                </c:pt>
                <c:pt idx="1876">
                  <c:v>3.28</c:v>
                </c:pt>
                <c:pt idx="1877">
                  <c:v>3.26</c:v>
                </c:pt>
                <c:pt idx="1878">
                  <c:v>3.21</c:v>
                </c:pt>
                <c:pt idx="1879">
                  <c:v>3.22</c:v>
                </c:pt>
                <c:pt idx="1880">
                  <c:v>3.17</c:v>
                </c:pt>
                <c:pt idx="1881">
                  <c:v>3.11</c:v>
                </c:pt>
                <c:pt idx="1882">
                  <c:v>3.04</c:v>
                </c:pt>
                <c:pt idx="1883">
                  <c:v>3.05</c:v>
                </c:pt>
                <c:pt idx="1884">
                  <c:v>2.99</c:v>
                </c:pt>
                <c:pt idx="1885">
                  <c:v>3.03</c:v>
                </c:pt>
                <c:pt idx="1886">
                  <c:v>3.04</c:v>
                </c:pt>
                <c:pt idx="1887">
                  <c:v>3.01</c:v>
                </c:pt>
                <c:pt idx="1888">
                  <c:v>3</c:v>
                </c:pt>
                <c:pt idx="1889">
                  <c:v>3.01</c:v>
                </c:pt>
                <c:pt idx="1890">
                  <c:v>3.04</c:v>
                </c:pt>
                <c:pt idx="1891">
                  <c:v>3.02</c:v>
                </c:pt>
                <c:pt idx="1892">
                  <c:v>2.98</c:v>
                </c:pt>
                <c:pt idx="1893">
                  <c:v>3.01</c:v>
                </c:pt>
                <c:pt idx="1894">
                  <c:v>2.99</c:v>
                </c:pt>
                <c:pt idx="1895">
                  <c:v>2.95</c:v>
                </c:pt>
                <c:pt idx="1896">
                  <c:v>2.97</c:v>
                </c:pt>
                <c:pt idx="1897">
                  <c:v>2.97</c:v>
                </c:pt>
                <c:pt idx="1898">
                  <c:v>2.96</c:v>
                </c:pt>
                <c:pt idx="1899">
                  <c:v>2.93</c:v>
                </c:pt>
                <c:pt idx="1900">
                  <c:v>2.92</c:v>
                </c:pt>
                <c:pt idx="1901">
                  <c:v>2.92</c:v>
                </c:pt>
                <c:pt idx="1902">
                  <c:v>2.9</c:v>
                </c:pt>
                <c:pt idx="1903">
                  <c:v>2.86</c:v>
                </c:pt>
                <c:pt idx="1905">
                  <c:v>2.84</c:v>
                </c:pt>
                <c:pt idx="1906">
                  <c:v>2.83</c:v>
                </c:pt>
                <c:pt idx="1907">
                  <c:v>2.79</c:v>
                </c:pt>
                <c:pt idx="1908">
                  <c:v>2.8</c:v>
                </c:pt>
                <c:pt idx="1909">
                  <c:v>2.82</c:v>
                </c:pt>
                <c:pt idx="1910">
                  <c:v>2.79</c:v>
                </c:pt>
                <c:pt idx="1911">
                  <c:v>2.77</c:v>
                </c:pt>
                <c:pt idx="1912">
                  <c:v>2.76</c:v>
                </c:pt>
                <c:pt idx="1913">
                  <c:v>2.77</c:v>
                </c:pt>
                <c:pt idx="1914">
                  <c:v>2.73</c:v>
                </c:pt>
                <c:pt idx="1915">
                  <c:v>2.71</c:v>
                </c:pt>
                <c:pt idx="1916">
                  <c:v>2.74</c:v>
                </c:pt>
                <c:pt idx="1917">
                  <c:v>2.78</c:v>
                </c:pt>
                <c:pt idx="1918">
                  <c:v>2.67</c:v>
                </c:pt>
                <c:pt idx="1919">
                  <c:v>2.81</c:v>
                </c:pt>
                <c:pt idx="1920">
                  <c:v>2.83</c:v>
                </c:pt>
                <c:pt idx="1921">
                  <c:v>2.83</c:v>
                </c:pt>
                <c:pt idx="1922">
                  <c:v>2.83</c:v>
                </c:pt>
                <c:pt idx="1923">
                  <c:v>2.83</c:v>
                </c:pt>
                <c:pt idx="1924">
                  <c:v>2.84</c:v>
                </c:pt>
                <c:pt idx="1925">
                  <c:v>2.86</c:v>
                </c:pt>
                <c:pt idx="1926">
                  <c:v>2.86</c:v>
                </c:pt>
                <c:pt idx="1927">
                  <c:v>2.86</c:v>
                </c:pt>
                <c:pt idx="1928">
                  <c:v>2.85</c:v>
                </c:pt>
                <c:pt idx="1929">
                  <c:v>2.81</c:v>
                </c:pt>
                <c:pt idx="1931">
                  <c:v>2.83</c:v>
                </c:pt>
                <c:pt idx="1932">
                  <c:v>2.83</c:v>
                </c:pt>
                <c:pt idx="1933">
                  <c:v>2.87</c:v>
                </c:pt>
                <c:pt idx="1934">
                  <c:v>2.85</c:v>
                </c:pt>
                <c:pt idx="1935">
                  <c:v>2.85</c:v>
                </c:pt>
                <c:pt idx="1936">
                  <c:v>2.88</c:v>
                </c:pt>
                <c:pt idx="1937">
                  <c:v>2.87</c:v>
                </c:pt>
                <c:pt idx="1938">
                  <c:v>2.87</c:v>
                </c:pt>
                <c:pt idx="1939">
                  <c:v>2.83</c:v>
                </c:pt>
                <c:pt idx="1940">
                  <c:v>2.87</c:v>
                </c:pt>
                <c:pt idx="1941">
                  <c:v>2.89</c:v>
                </c:pt>
                <c:pt idx="1942">
                  <c:v>2.87</c:v>
                </c:pt>
                <c:pt idx="1943">
                  <c:v>2.88</c:v>
                </c:pt>
                <c:pt idx="1944">
                  <c:v>2.88</c:v>
                </c:pt>
                <c:pt idx="1945">
                  <c:v>2.87</c:v>
                </c:pt>
                <c:pt idx="1946">
                  <c:v>2.85</c:v>
                </c:pt>
                <c:pt idx="1947">
                  <c:v>2.83</c:v>
                </c:pt>
                <c:pt idx="1948">
                  <c:v>2.87</c:v>
                </c:pt>
                <c:pt idx="1949">
                  <c:v>2.86</c:v>
                </c:pt>
                <c:pt idx="1950">
                  <c:v>2.88</c:v>
                </c:pt>
                <c:pt idx="1951">
                  <c:v>2.87</c:v>
                </c:pt>
                <c:pt idx="1952">
                  <c:v>2.85</c:v>
                </c:pt>
                <c:pt idx="1953">
                  <c:v>2.8</c:v>
                </c:pt>
                <c:pt idx="1954">
                  <c:v>2.8</c:v>
                </c:pt>
                <c:pt idx="1955">
                  <c:v>2.81</c:v>
                </c:pt>
                <c:pt idx="1956">
                  <c:v>2.81</c:v>
                </c:pt>
                <c:pt idx="1957">
                  <c:v>2.75</c:v>
                </c:pt>
                <c:pt idx="1958">
                  <c:v>2.72</c:v>
                </c:pt>
                <c:pt idx="1960">
                  <c:v>2.7</c:v>
                </c:pt>
                <c:pt idx="1961">
                  <c:v>2.68</c:v>
                </c:pt>
                <c:pt idx="1962">
                  <c:v>2.68</c:v>
                </c:pt>
                <c:pt idx="1963">
                  <c:v>2.71</c:v>
                </c:pt>
                <c:pt idx="1964">
                  <c:v>2.73</c:v>
                </c:pt>
                <c:pt idx="1965">
                  <c:v>2.72</c:v>
                </c:pt>
                <c:pt idx="1966">
                  <c:v>2.66</c:v>
                </c:pt>
                <c:pt idx="1967">
                  <c:v>2.62</c:v>
                </c:pt>
                <c:pt idx="1968">
                  <c:v>2.61</c:v>
                </c:pt>
                <c:pt idx="1969">
                  <c:v>2.61</c:v>
                </c:pt>
                <c:pt idx="1970">
                  <c:v>2.57</c:v>
                </c:pt>
                <c:pt idx="1971">
                  <c:v>2.56</c:v>
                </c:pt>
                <c:pt idx="1972">
                  <c:v>2.59</c:v>
                </c:pt>
                <c:pt idx="1973">
                  <c:v>2.5499999999999998</c:v>
                </c:pt>
                <c:pt idx="1974">
                  <c:v>2.57</c:v>
                </c:pt>
                <c:pt idx="1975">
                  <c:v>2.58</c:v>
                </c:pt>
                <c:pt idx="1976">
                  <c:v>2.5499999999999998</c:v>
                </c:pt>
                <c:pt idx="1977">
                  <c:v>2.5499999999999998</c:v>
                </c:pt>
                <c:pt idx="1978">
                  <c:v>2.58</c:v>
                </c:pt>
                <c:pt idx="1979">
                  <c:v>2.57</c:v>
                </c:pt>
                <c:pt idx="1980">
                  <c:v>2.62</c:v>
                </c:pt>
                <c:pt idx="1981">
                  <c:v>2.62</c:v>
                </c:pt>
                <c:pt idx="1982">
                  <c:v>2.64</c:v>
                </c:pt>
                <c:pt idx="1983">
                  <c:v>2.64</c:v>
                </c:pt>
                <c:pt idx="1984">
                  <c:v>2.69</c:v>
                </c:pt>
                <c:pt idx="1985">
                  <c:v>2.61</c:v>
                </c:pt>
                <c:pt idx="1986">
                  <c:v>2.63</c:v>
                </c:pt>
                <c:pt idx="1987">
                  <c:v>2.56</c:v>
                </c:pt>
                <c:pt idx="1988">
                  <c:v>2.59</c:v>
                </c:pt>
                <c:pt idx="1989">
                  <c:v>2.5499999999999998</c:v>
                </c:pt>
                <c:pt idx="1990">
                  <c:v>2.6</c:v>
                </c:pt>
                <c:pt idx="1991">
                  <c:v>2.61</c:v>
                </c:pt>
                <c:pt idx="1992">
                  <c:v>2.56</c:v>
                </c:pt>
                <c:pt idx="1993">
                  <c:v>2.5099999999999998</c:v>
                </c:pt>
                <c:pt idx="1994">
                  <c:v>2.4900000000000002</c:v>
                </c:pt>
                <c:pt idx="1995">
                  <c:v>2.5</c:v>
                </c:pt>
                <c:pt idx="1996">
                  <c:v>2.4900000000000002</c:v>
                </c:pt>
                <c:pt idx="1997">
                  <c:v>2.4700000000000002</c:v>
                </c:pt>
                <c:pt idx="1998">
                  <c:v>2.4900000000000002</c:v>
                </c:pt>
                <c:pt idx="1999">
                  <c:v>2.46</c:v>
                </c:pt>
                <c:pt idx="2001">
                  <c:v>2.39</c:v>
                </c:pt>
                <c:pt idx="2002">
                  <c:v>2.4</c:v>
                </c:pt>
                <c:pt idx="2003">
                  <c:v>2.46</c:v>
                </c:pt>
                <c:pt idx="2004">
                  <c:v>2.52</c:v>
                </c:pt>
                <c:pt idx="2005">
                  <c:v>2.48</c:v>
                </c:pt>
                <c:pt idx="2006">
                  <c:v>2.5299999999999998</c:v>
                </c:pt>
                <c:pt idx="2007">
                  <c:v>2.5499999999999998</c:v>
                </c:pt>
                <c:pt idx="2008">
                  <c:v>2.48</c:v>
                </c:pt>
                <c:pt idx="2009">
                  <c:v>2.56</c:v>
                </c:pt>
                <c:pt idx="2010">
                  <c:v>2.5499999999999998</c:v>
                </c:pt>
                <c:pt idx="2011">
                  <c:v>2.57</c:v>
                </c:pt>
                <c:pt idx="2012">
                  <c:v>2.56</c:v>
                </c:pt>
                <c:pt idx="2013">
                  <c:v>2.54</c:v>
                </c:pt>
                <c:pt idx="2014">
                  <c:v>2.52</c:v>
                </c:pt>
                <c:pt idx="2015">
                  <c:v>2.52</c:v>
                </c:pt>
                <c:pt idx="2016">
                  <c:v>2.5</c:v>
                </c:pt>
                <c:pt idx="2017">
                  <c:v>2.5</c:v>
                </c:pt>
                <c:pt idx="2018">
                  <c:v>2.52</c:v>
                </c:pt>
                <c:pt idx="2019">
                  <c:v>2.5499999999999998</c:v>
                </c:pt>
                <c:pt idx="2020">
                  <c:v>2.56</c:v>
                </c:pt>
                <c:pt idx="2021">
                  <c:v>2.57</c:v>
                </c:pt>
                <c:pt idx="2022">
                  <c:v>2.56</c:v>
                </c:pt>
                <c:pt idx="2023">
                  <c:v>2.54</c:v>
                </c:pt>
                <c:pt idx="2024">
                  <c:v>2.52</c:v>
                </c:pt>
                <c:pt idx="2025">
                  <c:v>2.5099999999999998</c:v>
                </c:pt>
                <c:pt idx="2026">
                  <c:v>2.4900000000000002</c:v>
                </c:pt>
                <c:pt idx="2027">
                  <c:v>2.5099999999999998</c:v>
                </c:pt>
                <c:pt idx="2028">
                  <c:v>2.5</c:v>
                </c:pt>
                <c:pt idx="2029">
                  <c:v>2.48</c:v>
                </c:pt>
                <c:pt idx="2031">
                  <c:v>2.48</c:v>
                </c:pt>
                <c:pt idx="2032">
                  <c:v>2.44</c:v>
                </c:pt>
                <c:pt idx="2033">
                  <c:v>2.4</c:v>
                </c:pt>
                <c:pt idx="2034">
                  <c:v>2.38</c:v>
                </c:pt>
                <c:pt idx="2035">
                  <c:v>2.36</c:v>
                </c:pt>
                <c:pt idx="2036">
                  <c:v>2.39</c:v>
                </c:pt>
                <c:pt idx="2037">
                  <c:v>2.4300000000000002</c:v>
                </c:pt>
                <c:pt idx="2038">
                  <c:v>2.41</c:v>
                </c:pt>
                <c:pt idx="2039">
                  <c:v>2.42</c:v>
                </c:pt>
                <c:pt idx="2040">
                  <c:v>2.39</c:v>
                </c:pt>
                <c:pt idx="2041">
                  <c:v>2.41</c:v>
                </c:pt>
                <c:pt idx="2042">
                  <c:v>2.39</c:v>
                </c:pt>
                <c:pt idx="2043">
                  <c:v>2.36</c:v>
                </c:pt>
                <c:pt idx="2044">
                  <c:v>2.36</c:v>
                </c:pt>
                <c:pt idx="2045">
                  <c:v>2.3199999999999998</c:v>
                </c:pt>
                <c:pt idx="2046">
                  <c:v>2.36</c:v>
                </c:pt>
                <c:pt idx="2047">
                  <c:v>2.35</c:v>
                </c:pt>
                <c:pt idx="2048">
                  <c:v>2.34</c:v>
                </c:pt>
                <c:pt idx="2049">
                  <c:v>2.3199999999999998</c:v>
                </c:pt>
                <c:pt idx="2050">
                  <c:v>2.33</c:v>
                </c:pt>
                <c:pt idx="2052">
                  <c:v>2.33</c:v>
                </c:pt>
                <c:pt idx="2053">
                  <c:v>2.35</c:v>
                </c:pt>
                <c:pt idx="2054">
                  <c:v>2.37</c:v>
                </c:pt>
                <c:pt idx="2055">
                  <c:v>2.39</c:v>
                </c:pt>
                <c:pt idx="2056">
                  <c:v>2.38</c:v>
                </c:pt>
                <c:pt idx="2057">
                  <c:v>2.37</c:v>
                </c:pt>
                <c:pt idx="2058">
                  <c:v>2.4</c:v>
                </c:pt>
                <c:pt idx="2059">
                  <c:v>2.39</c:v>
                </c:pt>
                <c:pt idx="2060">
                  <c:v>2.38</c:v>
                </c:pt>
                <c:pt idx="2061">
                  <c:v>2.38</c:v>
                </c:pt>
                <c:pt idx="2062">
                  <c:v>2.35</c:v>
                </c:pt>
                <c:pt idx="2064">
                  <c:v>2.33</c:v>
                </c:pt>
                <c:pt idx="2065">
                  <c:v>2.2999999999999998</c:v>
                </c:pt>
                <c:pt idx="2066">
                  <c:v>2.2999999999999998</c:v>
                </c:pt>
                <c:pt idx="2067">
                  <c:v>2.29</c:v>
                </c:pt>
                <c:pt idx="2068">
                  <c:v>2.29</c:v>
                </c:pt>
                <c:pt idx="2069">
                  <c:v>2.33</c:v>
                </c:pt>
                <c:pt idx="2070">
                  <c:v>2.33</c:v>
                </c:pt>
                <c:pt idx="2071">
                  <c:v>2.34</c:v>
                </c:pt>
                <c:pt idx="2072">
                  <c:v>2.35</c:v>
                </c:pt>
                <c:pt idx="2073">
                  <c:v>2.35</c:v>
                </c:pt>
                <c:pt idx="2074">
                  <c:v>2.34</c:v>
                </c:pt>
                <c:pt idx="2075">
                  <c:v>2.34</c:v>
                </c:pt>
                <c:pt idx="2076">
                  <c:v>2.35</c:v>
                </c:pt>
                <c:pt idx="2077">
                  <c:v>2.35</c:v>
                </c:pt>
                <c:pt idx="2078">
                  <c:v>2.3199999999999998</c:v>
                </c:pt>
                <c:pt idx="2079">
                  <c:v>2.33</c:v>
                </c:pt>
                <c:pt idx="2080">
                  <c:v>2.34</c:v>
                </c:pt>
                <c:pt idx="2081">
                  <c:v>2.31</c:v>
                </c:pt>
                <c:pt idx="2082">
                  <c:v>2.34</c:v>
                </c:pt>
                <c:pt idx="2084">
                  <c:v>2.33</c:v>
                </c:pt>
                <c:pt idx="2085">
                  <c:v>2.33</c:v>
                </c:pt>
                <c:pt idx="2086">
                  <c:v>2.33</c:v>
                </c:pt>
                <c:pt idx="2087">
                  <c:v>2.34</c:v>
                </c:pt>
              </c:numCache>
            </c:numRef>
          </c:val>
          <c:smooth val="0"/>
          <c:extLst>
            <c:ext xmlns:c16="http://schemas.microsoft.com/office/drawing/2014/chart" uri="{C3380CC4-5D6E-409C-BE32-E72D297353CC}">
              <c16:uniqueId val="{00000000-941C-4576-BE21-D23549FFECF3}"/>
            </c:ext>
          </c:extLst>
        </c:ser>
        <c:ser>
          <c:idx val="1"/>
          <c:order val="1"/>
          <c:tx>
            <c:v>彭博美国高收益债平均信用利差（HY OAS)，%</c:v>
          </c:tx>
          <c:spPr>
            <a:ln w="25400" cap="rnd">
              <a:solidFill>
                <a:srgbClr val="2E3160"/>
              </a:solidFill>
              <a:round/>
            </a:ln>
            <a:effectLst/>
          </c:spPr>
          <c:marker>
            <c:symbol val="none"/>
          </c:marker>
          <c:cat>
            <c:numRef>
              <c:f>图5图6!$A$2:$A$2089</c:f>
              <c:numCache>
                <c:formatCode>yyyy\-mm\-dd</c:formatCode>
                <c:ptCount val="2088"/>
                <c:pt idx="0">
                  <c:v>35065</c:v>
                </c:pt>
                <c:pt idx="1">
                  <c:v>35066</c:v>
                </c:pt>
                <c:pt idx="2">
                  <c:v>35067</c:v>
                </c:pt>
                <c:pt idx="3">
                  <c:v>35068</c:v>
                </c:pt>
                <c:pt idx="4">
                  <c:v>35069</c:v>
                </c:pt>
                <c:pt idx="5">
                  <c:v>35072</c:v>
                </c:pt>
                <c:pt idx="6">
                  <c:v>35073</c:v>
                </c:pt>
                <c:pt idx="7">
                  <c:v>35074</c:v>
                </c:pt>
                <c:pt idx="8">
                  <c:v>35075</c:v>
                </c:pt>
                <c:pt idx="9">
                  <c:v>35076</c:v>
                </c:pt>
                <c:pt idx="10">
                  <c:v>35079</c:v>
                </c:pt>
                <c:pt idx="11">
                  <c:v>35080</c:v>
                </c:pt>
                <c:pt idx="12">
                  <c:v>35081</c:v>
                </c:pt>
                <c:pt idx="13">
                  <c:v>35082</c:v>
                </c:pt>
                <c:pt idx="14">
                  <c:v>35083</c:v>
                </c:pt>
                <c:pt idx="15">
                  <c:v>35086</c:v>
                </c:pt>
                <c:pt idx="16">
                  <c:v>35087</c:v>
                </c:pt>
                <c:pt idx="17">
                  <c:v>35088</c:v>
                </c:pt>
                <c:pt idx="18">
                  <c:v>35089</c:v>
                </c:pt>
                <c:pt idx="19">
                  <c:v>35090</c:v>
                </c:pt>
                <c:pt idx="20">
                  <c:v>35093</c:v>
                </c:pt>
                <c:pt idx="21">
                  <c:v>35094</c:v>
                </c:pt>
                <c:pt idx="22">
                  <c:v>35095</c:v>
                </c:pt>
                <c:pt idx="23">
                  <c:v>35096</c:v>
                </c:pt>
                <c:pt idx="24">
                  <c:v>35097</c:v>
                </c:pt>
                <c:pt idx="25">
                  <c:v>35100</c:v>
                </c:pt>
                <c:pt idx="26">
                  <c:v>35101</c:v>
                </c:pt>
                <c:pt idx="27">
                  <c:v>35102</c:v>
                </c:pt>
                <c:pt idx="28">
                  <c:v>35103</c:v>
                </c:pt>
                <c:pt idx="29">
                  <c:v>35104</c:v>
                </c:pt>
                <c:pt idx="30">
                  <c:v>35107</c:v>
                </c:pt>
                <c:pt idx="31">
                  <c:v>35108</c:v>
                </c:pt>
                <c:pt idx="32">
                  <c:v>35109</c:v>
                </c:pt>
                <c:pt idx="33">
                  <c:v>35110</c:v>
                </c:pt>
                <c:pt idx="34">
                  <c:v>35111</c:v>
                </c:pt>
                <c:pt idx="35">
                  <c:v>35114</c:v>
                </c:pt>
                <c:pt idx="36">
                  <c:v>35115</c:v>
                </c:pt>
                <c:pt idx="37">
                  <c:v>35116</c:v>
                </c:pt>
                <c:pt idx="38">
                  <c:v>35117</c:v>
                </c:pt>
                <c:pt idx="39">
                  <c:v>35118</c:v>
                </c:pt>
                <c:pt idx="40">
                  <c:v>35121</c:v>
                </c:pt>
                <c:pt idx="41">
                  <c:v>35122</c:v>
                </c:pt>
                <c:pt idx="42">
                  <c:v>35123</c:v>
                </c:pt>
                <c:pt idx="43">
                  <c:v>35124</c:v>
                </c:pt>
                <c:pt idx="44">
                  <c:v>35125</c:v>
                </c:pt>
                <c:pt idx="45">
                  <c:v>35128</c:v>
                </c:pt>
                <c:pt idx="46">
                  <c:v>35129</c:v>
                </c:pt>
                <c:pt idx="47">
                  <c:v>35130</c:v>
                </c:pt>
                <c:pt idx="48">
                  <c:v>35131</c:v>
                </c:pt>
                <c:pt idx="49">
                  <c:v>35132</c:v>
                </c:pt>
                <c:pt idx="50">
                  <c:v>35135</c:v>
                </c:pt>
                <c:pt idx="51">
                  <c:v>35136</c:v>
                </c:pt>
                <c:pt idx="52">
                  <c:v>35137</c:v>
                </c:pt>
                <c:pt idx="53">
                  <c:v>35138</c:v>
                </c:pt>
                <c:pt idx="54">
                  <c:v>35139</c:v>
                </c:pt>
                <c:pt idx="55">
                  <c:v>35142</c:v>
                </c:pt>
                <c:pt idx="56">
                  <c:v>35143</c:v>
                </c:pt>
                <c:pt idx="57">
                  <c:v>35144</c:v>
                </c:pt>
                <c:pt idx="58">
                  <c:v>35145</c:v>
                </c:pt>
                <c:pt idx="59">
                  <c:v>35146</c:v>
                </c:pt>
                <c:pt idx="60">
                  <c:v>35149</c:v>
                </c:pt>
                <c:pt idx="61">
                  <c:v>35150</c:v>
                </c:pt>
                <c:pt idx="62">
                  <c:v>35151</c:v>
                </c:pt>
                <c:pt idx="63">
                  <c:v>35152</c:v>
                </c:pt>
                <c:pt idx="64">
                  <c:v>35153</c:v>
                </c:pt>
                <c:pt idx="65">
                  <c:v>35156</c:v>
                </c:pt>
                <c:pt idx="66">
                  <c:v>35157</c:v>
                </c:pt>
                <c:pt idx="67">
                  <c:v>35158</c:v>
                </c:pt>
                <c:pt idx="68">
                  <c:v>35159</c:v>
                </c:pt>
                <c:pt idx="69">
                  <c:v>35160</c:v>
                </c:pt>
                <c:pt idx="70">
                  <c:v>35163</c:v>
                </c:pt>
                <c:pt idx="71">
                  <c:v>35164</c:v>
                </c:pt>
                <c:pt idx="72">
                  <c:v>35165</c:v>
                </c:pt>
                <c:pt idx="73">
                  <c:v>35166</c:v>
                </c:pt>
                <c:pt idx="74">
                  <c:v>35167</c:v>
                </c:pt>
                <c:pt idx="75">
                  <c:v>35170</c:v>
                </c:pt>
                <c:pt idx="76">
                  <c:v>35171</c:v>
                </c:pt>
                <c:pt idx="77">
                  <c:v>35172</c:v>
                </c:pt>
                <c:pt idx="78">
                  <c:v>35173</c:v>
                </c:pt>
                <c:pt idx="79">
                  <c:v>35174</c:v>
                </c:pt>
                <c:pt idx="80">
                  <c:v>35177</c:v>
                </c:pt>
                <c:pt idx="81">
                  <c:v>35178</c:v>
                </c:pt>
                <c:pt idx="82">
                  <c:v>35179</c:v>
                </c:pt>
                <c:pt idx="83">
                  <c:v>35180</c:v>
                </c:pt>
                <c:pt idx="84">
                  <c:v>35181</c:v>
                </c:pt>
                <c:pt idx="85">
                  <c:v>35184</c:v>
                </c:pt>
                <c:pt idx="86">
                  <c:v>35185</c:v>
                </c:pt>
                <c:pt idx="87">
                  <c:v>35186</c:v>
                </c:pt>
                <c:pt idx="88">
                  <c:v>35187</c:v>
                </c:pt>
                <c:pt idx="89">
                  <c:v>35188</c:v>
                </c:pt>
                <c:pt idx="90">
                  <c:v>35191</c:v>
                </c:pt>
                <c:pt idx="91">
                  <c:v>35192</c:v>
                </c:pt>
                <c:pt idx="92">
                  <c:v>35193</c:v>
                </c:pt>
                <c:pt idx="93">
                  <c:v>35194</c:v>
                </c:pt>
                <c:pt idx="94">
                  <c:v>35195</c:v>
                </c:pt>
                <c:pt idx="95">
                  <c:v>35198</c:v>
                </c:pt>
                <c:pt idx="96">
                  <c:v>35199</c:v>
                </c:pt>
                <c:pt idx="97">
                  <c:v>35200</c:v>
                </c:pt>
                <c:pt idx="98">
                  <c:v>35201</c:v>
                </c:pt>
                <c:pt idx="99">
                  <c:v>35202</c:v>
                </c:pt>
                <c:pt idx="100">
                  <c:v>35205</c:v>
                </c:pt>
                <c:pt idx="101">
                  <c:v>35206</c:v>
                </c:pt>
                <c:pt idx="102">
                  <c:v>35207</c:v>
                </c:pt>
                <c:pt idx="103">
                  <c:v>35208</c:v>
                </c:pt>
                <c:pt idx="104">
                  <c:v>35209</c:v>
                </c:pt>
                <c:pt idx="105">
                  <c:v>35212</c:v>
                </c:pt>
                <c:pt idx="106">
                  <c:v>35213</c:v>
                </c:pt>
                <c:pt idx="107">
                  <c:v>35214</c:v>
                </c:pt>
                <c:pt idx="108">
                  <c:v>35215</c:v>
                </c:pt>
                <c:pt idx="109">
                  <c:v>35216</c:v>
                </c:pt>
                <c:pt idx="110">
                  <c:v>35219</c:v>
                </c:pt>
                <c:pt idx="111">
                  <c:v>35220</c:v>
                </c:pt>
                <c:pt idx="112">
                  <c:v>35221</c:v>
                </c:pt>
                <c:pt idx="113">
                  <c:v>35222</c:v>
                </c:pt>
                <c:pt idx="114">
                  <c:v>35223</c:v>
                </c:pt>
                <c:pt idx="115">
                  <c:v>35226</c:v>
                </c:pt>
                <c:pt idx="116">
                  <c:v>35227</c:v>
                </c:pt>
                <c:pt idx="117">
                  <c:v>35228</c:v>
                </c:pt>
                <c:pt idx="118">
                  <c:v>35229</c:v>
                </c:pt>
                <c:pt idx="119">
                  <c:v>35230</c:v>
                </c:pt>
                <c:pt idx="120">
                  <c:v>35233</c:v>
                </c:pt>
                <c:pt idx="121">
                  <c:v>35234</c:v>
                </c:pt>
                <c:pt idx="122">
                  <c:v>35235</c:v>
                </c:pt>
                <c:pt idx="123">
                  <c:v>35236</c:v>
                </c:pt>
                <c:pt idx="124">
                  <c:v>35237</c:v>
                </c:pt>
                <c:pt idx="125">
                  <c:v>35240</c:v>
                </c:pt>
                <c:pt idx="126">
                  <c:v>35241</c:v>
                </c:pt>
                <c:pt idx="127">
                  <c:v>35242</c:v>
                </c:pt>
                <c:pt idx="128">
                  <c:v>35243</c:v>
                </c:pt>
                <c:pt idx="129">
                  <c:v>35244</c:v>
                </c:pt>
                <c:pt idx="130">
                  <c:v>35247</c:v>
                </c:pt>
                <c:pt idx="131">
                  <c:v>35248</c:v>
                </c:pt>
                <c:pt idx="132">
                  <c:v>35249</c:v>
                </c:pt>
                <c:pt idx="133">
                  <c:v>35250</c:v>
                </c:pt>
                <c:pt idx="134">
                  <c:v>35251</c:v>
                </c:pt>
                <c:pt idx="135">
                  <c:v>35254</c:v>
                </c:pt>
                <c:pt idx="136">
                  <c:v>35255</c:v>
                </c:pt>
                <c:pt idx="137">
                  <c:v>35256</c:v>
                </c:pt>
                <c:pt idx="138">
                  <c:v>35257</c:v>
                </c:pt>
                <c:pt idx="139">
                  <c:v>35258</c:v>
                </c:pt>
                <c:pt idx="140">
                  <c:v>35261</c:v>
                </c:pt>
                <c:pt idx="141">
                  <c:v>35262</c:v>
                </c:pt>
                <c:pt idx="142">
                  <c:v>35263</c:v>
                </c:pt>
                <c:pt idx="143">
                  <c:v>35264</c:v>
                </c:pt>
                <c:pt idx="144">
                  <c:v>35265</c:v>
                </c:pt>
                <c:pt idx="145">
                  <c:v>35268</c:v>
                </c:pt>
                <c:pt idx="146">
                  <c:v>35269</c:v>
                </c:pt>
                <c:pt idx="147">
                  <c:v>35270</c:v>
                </c:pt>
                <c:pt idx="148">
                  <c:v>35271</c:v>
                </c:pt>
                <c:pt idx="149">
                  <c:v>35272</c:v>
                </c:pt>
                <c:pt idx="150">
                  <c:v>35275</c:v>
                </c:pt>
                <c:pt idx="151">
                  <c:v>35276</c:v>
                </c:pt>
                <c:pt idx="152">
                  <c:v>35277</c:v>
                </c:pt>
                <c:pt idx="153">
                  <c:v>35278</c:v>
                </c:pt>
                <c:pt idx="154">
                  <c:v>35279</c:v>
                </c:pt>
                <c:pt idx="155">
                  <c:v>35282</c:v>
                </c:pt>
                <c:pt idx="156">
                  <c:v>35283</c:v>
                </c:pt>
                <c:pt idx="157">
                  <c:v>35284</c:v>
                </c:pt>
                <c:pt idx="158">
                  <c:v>35285</c:v>
                </c:pt>
                <c:pt idx="159">
                  <c:v>35286</c:v>
                </c:pt>
                <c:pt idx="160">
                  <c:v>35289</c:v>
                </c:pt>
                <c:pt idx="161">
                  <c:v>35290</c:v>
                </c:pt>
                <c:pt idx="162">
                  <c:v>35291</c:v>
                </c:pt>
                <c:pt idx="163">
                  <c:v>35292</c:v>
                </c:pt>
                <c:pt idx="164">
                  <c:v>35293</c:v>
                </c:pt>
                <c:pt idx="165">
                  <c:v>35296</c:v>
                </c:pt>
                <c:pt idx="166">
                  <c:v>35297</c:v>
                </c:pt>
                <c:pt idx="167">
                  <c:v>35298</c:v>
                </c:pt>
                <c:pt idx="168">
                  <c:v>35299</c:v>
                </c:pt>
                <c:pt idx="169">
                  <c:v>35300</c:v>
                </c:pt>
                <c:pt idx="170">
                  <c:v>35303</c:v>
                </c:pt>
                <c:pt idx="171">
                  <c:v>35304</c:v>
                </c:pt>
                <c:pt idx="172">
                  <c:v>35305</c:v>
                </c:pt>
                <c:pt idx="173">
                  <c:v>35306</c:v>
                </c:pt>
                <c:pt idx="174">
                  <c:v>35307</c:v>
                </c:pt>
                <c:pt idx="175">
                  <c:v>35310</c:v>
                </c:pt>
                <c:pt idx="176">
                  <c:v>35311</c:v>
                </c:pt>
                <c:pt idx="177">
                  <c:v>35312</c:v>
                </c:pt>
                <c:pt idx="178">
                  <c:v>35313</c:v>
                </c:pt>
                <c:pt idx="179">
                  <c:v>35314</c:v>
                </c:pt>
                <c:pt idx="180">
                  <c:v>35317</c:v>
                </c:pt>
                <c:pt idx="181">
                  <c:v>35318</c:v>
                </c:pt>
                <c:pt idx="182">
                  <c:v>35319</c:v>
                </c:pt>
                <c:pt idx="183">
                  <c:v>35320</c:v>
                </c:pt>
                <c:pt idx="184">
                  <c:v>35321</c:v>
                </c:pt>
                <c:pt idx="185">
                  <c:v>35324</c:v>
                </c:pt>
                <c:pt idx="186">
                  <c:v>35325</c:v>
                </c:pt>
                <c:pt idx="187">
                  <c:v>35326</c:v>
                </c:pt>
                <c:pt idx="188">
                  <c:v>35327</c:v>
                </c:pt>
                <c:pt idx="189">
                  <c:v>35328</c:v>
                </c:pt>
                <c:pt idx="190">
                  <c:v>35331</c:v>
                </c:pt>
                <c:pt idx="191">
                  <c:v>35332</c:v>
                </c:pt>
                <c:pt idx="192">
                  <c:v>35333</c:v>
                </c:pt>
                <c:pt idx="193">
                  <c:v>35334</c:v>
                </c:pt>
                <c:pt idx="194">
                  <c:v>35335</c:v>
                </c:pt>
                <c:pt idx="195">
                  <c:v>35338</c:v>
                </c:pt>
                <c:pt idx="196">
                  <c:v>35339</c:v>
                </c:pt>
                <c:pt idx="197">
                  <c:v>35340</c:v>
                </c:pt>
                <c:pt idx="198">
                  <c:v>35341</c:v>
                </c:pt>
                <c:pt idx="199">
                  <c:v>35342</c:v>
                </c:pt>
                <c:pt idx="200">
                  <c:v>35345</c:v>
                </c:pt>
                <c:pt idx="201">
                  <c:v>35346</c:v>
                </c:pt>
                <c:pt idx="202">
                  <c:v>35347</c:v>
                </c:pt>
                <c:pt idx="203">
                  <c:v>35348</c:v>
                </c:pt>
                <c:pt idx="204">
                  <c:v>35349</c:v>
                </c:pt>
                <c:pt idx="205">
                  <c:v>35352</c:v>
                </c:pt>
                <c:pt idx="206">
                  <c:v>35353</c:v>
                </c:pt>
                <c:pt idx="207">
                  <c:v>35354</c:v>
                </c:pt>
                <c:pt idx="208">
                  <c:v>35355</c:v>
                </c:pt>
                <c:pt idx="209">
                  <c:v>35356</c:v>
                </c:pt>
                <c:pt idx="210">
                  <c:v>35359</c:v>
                </c:pt>
                <c:pt idx="211">
                  <c:v>35360</c:v>
                </c:pt>
                <c:pt idx="212">
                  <c:v>35361</c:v>
                </c:pt>
                <c:pt idx="213">
                  <c:v>35362</c:v>
                </c:pt>
                <c:pt idx="214">
                  <c:v>35363</c:v>
                </c:pt>
                <c:pt idx="215">
                  <c:v>35366</c:v>
                </c:pt>
                <c:pt idx="216">
                  <c:v>35367</c:v>
                </c:pt>
                <c:pt idx="217">
                  <c:v>35368</c:v>
                </c:pt>
                <c:pt idx="218">
                  <c:v>35369</c:v>
                </c:pt>
                <c:pt idx="219">
                  <c:v>35370</c:v>
                </c:pt>
                <c:pt idx="220">
                  <c:v>35373</c:v>
                </c:pt>
                <c:pt idx="221">
                  <c:v>35374</c:v>
                </c:pt>
                <c:pt idx="222">
                  <c:v>35375</c:v>
                </c:pt>
                <c:pt idx="223">
                  <c:v>35376</c:v>
                </c:pt>
                <c:pt idx="224">
                  <c:v>35377</c:v>
                </c:pt>
                <c:pt idx="225">
                  <c:v>35380</c:v>
                </c:pt>
                <c:pt idx="226">
                  <c:v>35381</c:v>
                </c:pt>
                <c:pt idx="227">
                  <c:v>35382</c:v>
                </c:pt>
                <c:pt idx="228">
                  <c:v>35383</c:v>
                </c:pt>
                <c:pt idx="229">
                  <c:v>35384</c:v>
                </c:pt>
                <c:pt idx="230">
                  <c:v>35387</c:v>
                </c:pt>
                <c:pt idx="231">
                  <c:v>35388</c:v>
                </c:pt>
                <c:pt idx="232">
                  <c:v>35389</c:v>
                </c:pt>
                <c:pt idx="233">
                  <c:v>35390</c:v>
                </c:pt>
                <c:pt idx="234">
                  <c:v>35391</c:v>
                </c:pt>
                <c:pt idx="235">
                  <c:v>35394</c:v>
                </c:pt>
                <c:pt idx="236">
                  <c:v>35395</c:v>
                </c:pt>
                <c:pt idx="237">
                  <c:v>35396</c:v>
                </c:pt>
                <c:pt idx="238">
                  <c:v>35397</c:v>
                </c:pt>
                <c:pt idx="239">
                  <c:v>35398</c:v>
                </c:pt>
                <c:pt idx="240">
                  <c:v>35401</c:v>
                </c:pt>
                <c:pt idx="241">
                  <c:v>35402</c:v>
                </c:pt>
                <c:pt idx="242">
                  <c:v>35403</c:v>
                </c:pt>
                <c:pt idx="243">
                  <c:v>35404</c:v>
                </c:pt>
                <c:pt idx="244">
                  <c:v>35405</c:v>
                </c:pt>
                <c:pt idx="245">
                  <c:v>35408</c:v>
                </c:pt>
                <c:pt idx="246">
                  <c:v>35409</c:v>
                </c:pt>
                <c:pt idx="247">
                  <c:v>35410</c:v>
                </c:pt>
                <c:pt idx="248">
                  <c:v>35411</c:v>
                </c:pt>
                <c:pt idx="249">
                  <c:v>35412</c:v>
                </c:pt>
                <c:pt idx="250">
                  <c:v>35415</c:v>
                </c:pt>
                <c:pt idx="251">
                  <c:v>35416</c:v>
                </c:pt>
                <c:pt idx="252">
                  <c:v>35417</c:v>
                </c:pt>
                <c:pt idx="253">
                  <c:v>35418</c:v>
                </c:pt>
                <c:pt idx="254">
                  <c:v>35419</c:v>
                </c:pt>
                <c:pt idx="255">
                  <c:v>35422</c:v>
                </c:pt>
                <c:pt idx="256">
                  <c:v>35423</c:v>
                </c:pt>
                <c:pt idx="257">
                  <c:v>35424</c:v>
                </c:pt>
                <c:pt idx="258">
                  <c:v>35425</c:v>
                </c:pt>
                <c:pt idx="259">
                  <c:v>35426</c:v>
                </c:pt>
                <c:pt idx="260">
                  <c:v>35429</c:v>
                </c:pt>
                <c:pt idx="261">
                  <c:v>35430</c:v>
                </c:pt>
                <c:pt idx="262">
                  <c:v>35431</c:v>
                </c:pt>
                <c:pt idx="263">
                  <c:v>35432</c:v>
                </c:pt>
                <c:pt idx="264">
                  <c:v>35433</c:v>
                </c:pt>
                <c:pt idx="265">
                  <c:v>35436</c:v>
                </c:pt>
                <c:pt idx="266">
                  <c:v>35437</c:v>
                </c:pt>
                <c:pt idx="267">
                  <c:v>35438</c:v>
                </c:pt>
                <c:pt idx="268">
                  <c:v>35439</c:v>
                </c:pt>
                <c:pt idx="269">
                  <c:v>35440</c:v>
                </c:pt>
                <c:pt idx="270">
                  <c:v>35443</c:v>
                </c:pt>
                <c:pt idx="271">
                  <c:v>35444</c:v>
                </c:pt>
                <c:pt idx="272">
                  <c:v>35445</c:v>
                </c:pt>
                <c:pt idx="273">
                  <c:v>35446</c:v>
                </c:pt>
                <c:pt idx="274">
                  <c:v>35447</c:v>
                </c:pt>
                <c:pt idx="275">
                  <c:v>35450</c:v>
                </c:pt>
                <c:pt idx="276">
                  <c:v>35451</c:v>
                </c:pt>
                <c:pt idx="277">
                  <c:v>35452</c:v>
                </c:pt>
                <c:pt idx="278">
                  <c:v>35453</c:v>
                </c:pt>
                <c:pt idx="279">
                  <c:v>35454</c:v>
                </c:pt>
                <c:pt idx="280">
                  <c:v>35457</c:v>
                </c:pt>
                <c:pt idx="281">
                  <c:v>35458</c:v>
                </c:pt>
                <c:pt idx="282">
                  <c:v>35459</c:v>
                </c:pt>
                <c:pt idx="283">
                  <c:v>35460</c:v>
                </c:pt>
                <c:pt idx="284">
                  <c:v>35461</c:v>
                </c:pt>
                <c:pt idx="285">
                  <c:v>35464</c:v>
                </c:pt>
                <c:pt idx="286">
                  <c:v>35465</c:v>
                </c:pt>
                <c:pt idx="287">
                  <c:v>35466</c:v>
                </c:pt>
                <c:pt idx="288">
                  <c:v>35467</c:v>
                </c:pt>
                <c:pt idx="289">
                  <c:v>35468</c:v>
                </c:pt>
                <c:pt idx="290">
                  <c:v>35471</c:v>
                </c:pt>
                <c:pt idx="291">
                  <c:v>35472</c:v>
                </c:pt>
                <c:pt idx="292">
                  <c:v>35473</c:v>
                </c:pt>
                <c:pt idx="293">
                  <c:v>35474</c:v>
                </c:pt>
                <c:pt idx="294">
                  <c:v>35475</c:v>
                </c:pt>
                <c:pt idx="295">
                  <c:v>35478</c:v>
                </c:pt>
                <c:pt idx="296">
                  <c:v>35479</c:v>
                </c:pt>
                <c:pt idx="297">
                  <c:v>35480</c:v>
                </c:pt>
                <c:pt idx="298">
                  <c:v>35481</c:v>
                </c:pt>
                <c:pt idx="299">
                  <c:v>35482</c:v>
                </c:pt>
                <c:pt idx="300">
                  <c:v>35485</c:v>
                </c:pt>
                <c:pt idx="301">
                  <c:v>35486</c:v>
                </c:pt>
                <c:pt idx="302">
                  <c:v>35487</c:v>
                </c:pt>
                <c:pt idx="303">
                  <c:v>35488</c:v>
                </c:pt>
                <c:pt idx="304">
                  <c:v>35489</c:v>
                </c:pt>
                <c:pt idx="305">
                  <c:v>35492</c:v>
                </c:pt>
                <c:pt idx="306">
                  <c:v>35493</c:v>
                </c:pt>
                <c:pt idx="307">
                  <c:v>35494</c:v>
                </c:pt>
                <c:pt idx="308">
                  <c:v>35495</c:v>
                </c:pt>
                <c:pt idx="309">
                  <c:v>35496</c:v>
                </c:pt>
                <c:pt idx="310">
                  <c:v>35499</c:v>
                </c:pt>
                <c:pt idx="311">
                  <c:v>35500</c:v>
                </c:pt>
                <c:pt idx="312">
                  <c:v>35501</c:v>
                </c:pt>
                <c:pt idx="313">
                  <c:v>35502</c:v>
                </c:pt>
                <c:pt idx="314">
                  <c:v>35503</c:v>
                </c:pt>
                <c:pt idx="315">
                  <c:v>35506</c:v>
                </c:pt>
                <c:pt idx="316">
                  <c:v>35507</c:v>
                </c:pt>
                <c:pt idx="317">
                  <c:v>35508</c:v>
                </c:pt>
                <c:pt idx="318">
                  <c:v>35509</c:v>
                </c:pt>
                <c:pt idx="319">
                  <c:v>35510</c:v>
                </c:pt>
                <c:pt idx="320">
                  <c:v>35513</c:v>
                </c:pt>
                <c:pt idx="321">
                  <c:v>35514</c:v>
                </c:pt>
                <c:pt idx="322">
                  <c:v>35515</c:v>
                </c:pt>
                <c:pt idx="323">
                  <c:v>35516</c:v>
                </c:pt>
                <c:pt idx="324">
                  <c:v>35517</c:v>
                </c:pt>
                <c:pt idx="325">
                  <c:v>35520</c:v>
                </c:pt>
                <c:pt idx="326">
                  <c:v>35521</c:v>
                </c:pt>
                <c:pt idx="327">
                  <c:v>35522</c:v>
                </c:pt>
                <c:pt idx="328">
                  <c:v>35523</c:v>
                </c:pt>
                <c:pt idx="329">
                  <c:v>35524</c:v>
                </c:pt>
                <c:pt idx="330">
                  <c:v>35527</c:v>
                </c:pt>
                <c:pt idx="331">
                  <c:v>35528</c:v>
                </c:pt>
                <c:pt idx="332">
                  <c:v>35529</c:v>
                </c:pt>
                <c:pt idx="333">
                  <c:v>35530</c:v>
                </c:pt>
                <c:pt idx="334">
                  <c:v>35531</c:v>
                </c:pt>
                <c:pt idx="335">
                  <c:v>35534</c:v>
                </c:pt>
                <c:pt idx="336">
                  <c:v>35535</c:v>
                </c:pt>
                <c:pt idx="337">
                  <c:v>35536</c:v>
                </c:pt>
                <c:pt idx="338">
                  <c:v>35537</c:v>
                </c:pt>
                <c:pt idx="339">
                  <c:v>35538</c:v>
                </c:pt>
                <c:pt idx="340">
                  <c:v>35541</c:v>
                </c:pt>
                <c:pt idx="341">
                  <c:v>35542</c:v>
                </c:pt>
                <c:pt idx="342">
                  <c:v>35543</c:v>
                </c:pt>
                <c:pt idx="343">
                  <c:v>35544</c:v>
                </c:pt>
                <c:pt idx="344">
                  <c:v>35545</c:v>
                </c:pt>
                <c:pt idx="345">
                  <c:v>35548</c:v>
                </c:pt>
                <c:pt idx="346">
                  <c:v>35549</c:v>
                </c:pt>
                <c:pt idx="347">
                  <c:v>35550</c:v>
                </c:pt>
                <c:pt idx="348">
                  <c:v>35551</c:v>
                </c:pt>
                <c:pt idx="349">
                  <c:v>35552</c:v>
                </c:pt>
                <c:pt idx="350">
                  <c:v>35555</c:v>
                </c:pt>
                <c:pt idx="351">
                  <c:v>35556</c:v>
                </c:pt>
                <c:pt idx="352">
                  <c:v>35557</c:v>
                </c:pt>
                <c:pt idx="353">
                  <c:v>35558</c:v>
                </c:pt>
                <c:pt idx="354">
                  <c:v>35559</c:v>
                </c:pt>
                <c:pt idx="355">
                  <c:v>35562</c:v>
                </c:pt>
                <c:pt idx="356">
                  <c:v>35563</c:v>
                </c:pt>
                <c:pt idx="357">
                  <c:v>35564</c:v>
                </c:pt>
                <c:pt idx="358">
                  <c:v>35565</c:v>
                </c:pt>
                <c:pt idx="359">
                  <c:v>35566</c:v>
                </c:pt>
                <c:pt idx="360">
                  <c:v>35569</c:v>
                </c:pt>
                <c:pt idx="361">
                  <c:v>35570</c:v>
                </c:pt>
                <c:pt idx="362">
                  <c:v>35571</c:v>
                </c:pt>
                <c:pt idx="363">
                  <c:v>35572</c:v>
                </c:pt>
                <c:pt idx="364">
                  <c:v>35573</c:v>
                </c:pt>
                <c:pt idx="365">
                  <c:v>35576</c:v>
                </c:pt>
                <c:pt idx="366">
                  <c:v>35577</c:v>
                </c:pt>
                <c:pt idx="367">
                  <c:v>35578</c:v>
                </c:pt>
                <c:pt idx="368">
                  <c:v>35579</c:v>
                </c:pt>
                <c:pt idx="369">
                  <c:v>35580</c:v>
                </c:pt>
                <c:pt idx="370">
                  <c:v>35583</c:v>
                </c:pt>
                <c:pt idx="371">
                  <c:v>35584</c:v>
                </c:pt>
                <c:pt idx="372">
                  <c:v>35585</c:v>
                </c:pt>
                <c:pt idx="373">
                  <c:v>35586</c:v>
                </c:pt>
                <c:pt idx="374">
                  <c:v>35587</c:v>
                </c:pt>
                <c:pt idx="375">
                  <c:v>35590</c:v>
                </c:pt>
                <c:pt idx="376">
                  <c:v>35591</c:v>
                </c:pt>
                <c:pt idx="377">
                  <c:v>35592</c:v>
                </c:pt>
                <c:pt idx="378">
                  <c:v>35593</c:v>
                </c:pt>
                <c:pt idx="379">
                  <c:v>35594</c:v>
                </c:pt>
                <c:pt idx="380">
                  <c:v>35597</c:v>
                </c:pt>
                <c:pt idx="381">
                  <c:v>35598</c:v>
                </c:pt>
                <c:pt idx="382">
                  <c:v>35599</c:v>
                </c:pt>
                <c:pt idx="383">
                  <c:v>35600</c:v>
                </c:pt>
                <c:pt idx="384">
                  <c:v>35601</c:v>
                </c:pt>
                <c:pt idx="385">
                  <c:v>35604</c:v>
                </c:pt>
                <c:pt idx="386">
                  <c:v>35605</c:v>
                </c:pt>
                <c:pt idx="387">
                  <c:v>35606</c:v>
                </c:pt>
                <c:pt idx="388">
                  <c:v>35607</c:v>
                </c:pt>
                <c:pt idx="389">
                  <c:v>35608</c:v>
                </c:pt>
                <c:pt idx="390">
                  <c:v>35611</c:v>
                </c:pt>
                <c:pt idx="391">
                  <c:v>35612</c:v>
                </c:pt>
                <c:pt idx="392">
                  <c:v>35613</c:v>
                </c:pt>
                <c:pt idx="393">
                  <c:v>35614</c:v>
                </c:pt>
                <c:pt idx="394">
                  <c:v>35615</c:v>
                </c:pt>
                <c:pt idx="395">
                  <c:v>35618</c:v>
                </c:pt>
                <c:pt idx="396">
                  <c:v>35619</c:v>
                </c:pt>
                <c:pt idx="397">
                  <c:v>35620</c:v>
                </c:pt>
                <c:pt idx="398">
                  <c:v>35621</c:v>
                </c:pt>
                <c:pt idx="399">
                  <c:v>35622</c:v>
                </c:pt>
                <c:pt idx="400">
                  <c:v>35625</c:v>
                </c:pt>
                <c:pt idx="401">
                  <c:v>35626</c:v>
                </c:pt>
                <c:pt idx="402">
                  <c:v>35627</c:v>
                </c:pt>
                <c:pt idx="403">
                  <c:v>35628</c:v>
                </c:pt>
                <c:pt idx="404">
                  <c:v>35629</c:v>
                </c:pt>
                <c:pt idx="405">
                  <c:v>35632</c:v>
                </c:pt>
                <c:pt idx="406">
                  <c:v>35633</c:v>
                </c:pt>
                <c:pt idx="407">
                  <c:v>35634</c:v>
                </c:pt>
                <c:pt idx="408">
                  <c:v>35635</c:v>
                </c:pt>
                <c:pt idx="409">
                  <c:v>35636</c:v>
                </c:pt>
                <c:pt idx="410">
                  <c:v>35639</c:v>
                </c:pt>
                <c:pt idx="411">
                  <c:v>35640</c:v>
                </c:pt>
                <c:pt idx="412">
                  <c:v>35641</c:v>
                </c:pt>
                <c:pt idx="413">
                  <c:v>35642</c:v>
                </c:pt>
                <c:pt idx="414">
                  <c:v>35643</c:v>
                </c:pt>
                <c:pt idx="415">
                  <c:v>35646</c:v>
                </c:pt>
                <c:pt idx="416">
                  <c:v>35647</c:v>
                </c:pt>
                <c:pt idx="417">
                  <c:v>35648</c:v>
                </c:pt>
                <c:pt idx="418">
                  <c:v>35649</c:v>
                </c:pt>
                <c:pt idx="419">
                  <c:v>35650</c:v>
                </c:pt>
                <c:pt idx="420">
                  <c:v>35653</c:v>
                </c:pt>
                <c:pt idx="421">
                  <c:v>35654</c:v>
                </c:pt>
                <c:pt idx="422">
                  <c:v>35655</c:v>
                </c:pt>
                <c:pt idx="423">
                  <c:v>35656</c:v>
                </c:pt>
                <c:pt idx="424">
                  <c:v>35657</c:v>
                </c:pt>
                <c:pt idx="425">
                  <c:v>35660</c:v>
                </c:pt>
                <c:pt idx="426">
                  <c:v>35661</c:v>
                </c:pt>
                <c:pt idx="427">
                  <c:v>35662</c:v>
                </c:pt>
                <c:pt idx="428">
                  <c:v>35663</c:v>
                </c:pt>
                <c:pt idx="429">
                  <c:v>35664</c:v>
                </c:pt>
                <c:pt idx="430">
                  <c:v>35667</c:v>
                </c:pt>
                <c:pt idx="431">
                  <c:v>35668</c:v>
                </c:pt>
                <c:pt idx="432">
                  <c:v>35669</c:v>
                </c:pt>
                <c:pt idx="433">
                  <c:v>35670</c:v>
                </c:pt>
                <c:pt idx="434">
                  <c:v>35671</c:v>
                </c:pt>
                <c:pt idx="435">
                  <c:v>35674</c:v>
                </c:pt>
                <c:pt idx="436">
                  <c:v>35675</c:v>
                </c:pt>
                <c:pt idx="437">
                  <c:v>35676</c:v>
                </c:pt>
                <c:pt idx="438">
                  <c:v>35677</c:v>
                </c:pt>
                <c:pt idx="439">
                  <c:v>35678</c:v>
                </c:pt>
                <c:pt idx="440">
                  <c:v>35681</c:v>
                </c:pt>
                <c:pt idx="441">
                  <c:v>35682</c:v>
                </c:pt>
                <c:pt idx="442">
                  <c:v>35683</c:v>
                </c:pt>
                <c:pt idx="443">
                  <c:v>35684</c:v>
                </c:pt>
                <c:pt idx="444">
                  <c:v>35685</c:v>
                </c:pt>
                <c:pt idx="445">
                  <c:v>35688</c:v>
                </c:pt>
                <c:pt idx="446">
                  <c:v>35689</c:v>
                </c:pt>
                <c:pt idx="447">
                  <c:v>35690</c:v>
                </c:pt>
                <c:pt idx="448">
                  <c:v>35691</c:v>
                </c:pt>
                <c:pt idx="449">
                  <c:v>35692</c:v>
                </c:pt>
                <c:pt idx="450">
                  <c:v>35695</c:v>
                </c:pt>
                <c:pt idx="451">
                  <c:v>35696</c:v>
                </c:pt>
                <c:pt idx="452">
                  <c:v>35697</c:v>
                </c:pt>
                <c:pt idx="453">
                  <c:v>35698</c:v>
                </c:pt>
                <c:pt idx="454">
                  <c:v>35699</c:v>
                </c:pt>
                <c:pt idx="455">
                  <c:v>35702</c:v>
                </c:pt>
                <c:pt idx="456">
                  <c:v>35703</c:v>
                </c:pt>
                <c:pt idx="457">
                  <c:v>35704</c:v>
                </c:pt>
                <c:pt idx="458">
                  <c:v>35705</c:v>
                </c:pt>
                <c:pt idx="459">
                  <c:v>35706</c:v>
                </c:pt>
                <c:pt idx="460">
                  <c:v>35709</c:v>
                </c:pt>
                <c:pt idx="461">
                  <c:v>35710</c:v>
                </c:pt>
                <c:pt idx="462">
                  <c:v>35711</c:v>
                </c:pt>
                <c:pt idx="463">
                  <c:v>35712</c:v>
                </c:pt>
                <c:pt idx="464">
                  <c:v>35713</c:v>
                </c:pt>
                <c:pt idx="465">
                  <c:v>35716</c:v>
                </c:pt>
                <c:pt idx="466">
                  <c:v>35717</c:v>
                </c:pt>
                <c:pt idx="467">
                  <c:v>35718</c:v>
                </c:pt>
                <c:pt idx="468">
                  <c:v>35719</c:v>
                </c:pt>
                <c:pt idx="469">
                  <c:v>35720</c:v>
                </c:pt>
                <c:pt idx="470">
                  <c:v>35723</c:v>
                </c:pt>
                <c:pt idx="471">
                  <c:v>35724</c:v>
                </c:pt>
                <c:pt idx="472">
                  <c:v>35725</c:v>
                </c:pt>
                <c:pt idx="473">
                  <c:v>35726</c:v>
                </c:pt>
                <c:pt idx="474">
                  <c:v>35727</c:v>
                </c:pt>
                <c:pt idx="475">
                  <c:v>35730</c:v>
                </c:pt>
                <c:pt idx="476">
                  <c:v>35731</c:v>
                </c:pt>
                <c:pt idx="477">
                  <c:v>35732</c:v>
                </c:pt>
                <c:pt idx="478">
                  <c:v>35733</c:v>
                </c:pt>
                <c:pt idx="479">
                  <c:v>35734</c:v>
                </c:pt>
                <c:pt idx="480">
                  <c:v>35737</c:v>
                </c:pt>
                <c:pt idx="481">
                  <c:v>35738</c:v>
                </c:pt>
                <c:pt idx="482">
                  <c:v>35739</c:v>
                </c:pt>
                <c:pt idx="483">
                  <c:v>35740</c:v>
                </c:pt>
                <c:pt idx="484">
                  <c:v>35741</c:v>
                </c:pt>
                <c:pt idx="485">
                  <c:v>35744</c:v>
                </c:pt>
                <c:pt idx="486">
                  <c:v>35745</c:v>
                </c:pt>
                <c:pt idx="487">
                  <c:v>35746</c:v>
                </c:pt>
                <c:pt idx="488">
                  <c:v>35747</c:v>
                </c:pt>
                <c:pt idx="489">
                  <c:v>35748</c:v>
                </c:pt>
                <c:pt idx="490">
                  <c:v>35751</c:v>
                </c:pt>
                <c:pt idx="491">
                  <c:v>35752</c:v>
                </c:pt>
                <c:pt idx="492">
                  <c:v>35753</c:v>
                </c:pt>
                <c:pt idx="493">
                  <c:v>35754</c:v>
                </c:pt>
                <c:pt idx="494">
                  <c:v>35755</c:v>
                </c:pt>
                <c:pt idx="495">
                  <c:v>35758</c:v>
                </c:pt>
                <c:pt idx="496">
                  <c:v>35759</c:v>
                </c:pt>
                <c:pt idx="497">
                  <c:v>35760</c:v>
                </c:pt>
                <c:pt idx="498">
                  <c:v>35761</c:v>
                </c:pt>
                <c:pt idx="499">
                  <c:v>35762</c:v>
                </c:pt>
                <c:pt idx="500">
                  <c:v>35765</c:v>
                </c:pt>
                <c:pt idx="501">
                  <c:v>35766</c:v>
                </c:pt>
                <c:pt idx="502">
                  <c:v>35767</c:v>
                </c:pt>
                <c:pt idx="503">
                  <c:v>35768</c:v>
                </c:pt>
                <c:pt idx="504">
                  <c:v>35769</c:v>
                </c:pt>
                <c:pt idx="505">
                  <c:v>35772</c:v>
                </c:pt>
                <c:pt idx="506">
                  <c:v>35773</c:v>
                </c:pt>
                <c:pt idx="507">
                  <c:v>35774</c:v>
                </c:pt>
                <c:pt idx="508">
                  <c:v>35775</c:v>
                </c:pt>
                <c:pt idx="509">
                  <c:v>35776</c:v>
                </c:pt>
                <c:pt idx="510">
                  <c:v>35779</c:v>
                </c:pt>
                <c:pt idx="511">
                  <c:v>35780</c:v>
                </c:pt>
                <c:pt idx="512">
                  <c:v>35781</c:v>
                </c:pt>
                <c:pt idx="513">
                  <c:v>35782</c:v>
                </c:pt>
                <c:pt idx="514">
                  <c:v>35783</c:v>
                </c:pt>
                <c:pt idx="515">
                  <c:v>35786</c:v>
                </c:pt>
                <c:pt idx="516">
                  <c:v>35787</c:v>
                </c:pt>
                <c:pt idx="517">
                  <c:v>35788</c:v>
                </c:pt>
                <c:pt idx="518">
                  <c:v>35789</c:v>
                </c:pt>
                <c:pt idx="519">
                  <c:v>35790</c:v>
                </c:pt>
                <c:pt idx="520">
                  <c:v>35793</c:v>
                </c:pt>
                <c:pt idx="521">
                  <c:v>35794</c:v>
                </c:pt>
                <c:pt idx="522">
                  <c:v>35795</c:v>
                </c:pt>
                <c:pt idx="523">
                  <c:v>35796</c:v>
                </c:pt>
                <c:pt idx="524">
                  <c:v>35797</c:v>
                </c:pt>
                <c:pt idx="525">
                  <c:v>35800</c:v>
                </c:pt>
                <c:pt idx="526">
                  <c:v>35801</c:v>
                </c:pt>
                <c:pt idx="527">
                  <c:v>35802</c:v>
                </c:pt>
                <c:pt idx="528">
                  <c:v>35803</c:v>
                </c:pt>
                <c:pt idx="529">
                  <c:v>35804</c:v>
                </c:pt>
                <c:pt idx="530">
                  <c:v>35807</c:v>
                </c:pt>
                <c:pt idx="531">
                  <c:v>35808</c:v>
                </c:pt>
                <c:pt idx="532">
                  <c:v>35809</c:v>
                </c:pt>
                <c:pt idx="533">
                  <c:v>35810</c:v>
                </c:pt>
                <c:pt idx="534">
                  <c:v>35811</c:v>
                </c:pt>
                <c:pt idx="535">
                  <c:v>35814</c:v>
                </c:pt>
                <c:pt idx="536">
                  <c:v>35815</c:v>
                </c:pt>
                <c:pt idx="537">
                  <c:v>35816</c:v>
                </c:pt>
                <c:pt idx="538">
                  <c:v>35817</c:v>
                </c:pt>
                <c:pt idx="539">
                  <c:v>35818</c:v>
                </c:pt>
                <c:pt idx="540">
                  <c:v>35821</c:v>
                </c:pt>
                <c:pt idx="541">
                  <c:v>35822</c:v>
                </c:pt>
                <c:pt idx="542">
                  <c:v>35823</c:v>
                </c:pt>
                <c:pt idx="543">
                  <c:v>35824</c:v>
                </c:pt>
                <c:pt idx="544">
                  <c:v>35825</c:v>
                </c:pt>
                <c:pt idx="545">
                  <c:v>35828</c:v>
                </c:pt>
                <c:pt idx="546">
                  <c:v>35829</c:v>
                </c:pt>
                <c:pt idx="547">
                  <c:v>35830</c:v>
                </c:pt>
                <c:pt idx="548">
                  <c:v>35831</c:v>
                </c:pt>
                <c:pt idx="549">
                  <c:v>35832</c:v>
                </c:pt>
                <c:pt idx="550">
                  <c:v>35835</c:v>
                </c:pt>
                <c:pt idx="551">
                  <c:v>35836</c:v>
                </c:pt>
                <c:pt idx="552">
                  <c:v>35837</c:v>
                </c:pt>
                <c:pt idx="553">
                  <c:v>35838</c:v>
                </c:pt>
                <c:pt idx="554">
                  <c:v>35839</c:v>
                </c:pt>
                <c:pt idx="555">
                  <c:v>35842</c:v>
                </c:pt>
                <c:pt idx="556">
                  <c:v>35843</c:v>
                </c:pt>
                <c:pt idx="557">
                  <c:v>35844</c:v>
                </c:pt>
                <c:pt idx="558">
                  <c:v>35845</c:v>
                </c:pt>
                <c:pt idx="559">
                  <c:v>35846</c:v>
                </c:pt>
                <c:pt idx="560">
                  <c:v>35849</c:v>
                </c:pt>
                <c:pt idx="561">
                  <c:v>35850</c:v>
                </c:pt>
                <c:pt idx="562">
                  <c:v>35851</c:v>
                </c:pt>
                <c:pt idx="563">
                  <c:v>35852</c:v>
                </c:pt>
                <c:pt idx="564">
                  <c:v>35853</c:v>
                </c:pt>
                <c:pt idx="565">
                  <c:v>35856</c:v>
                </c:pt>
                <c:pt idx="566">
                  <c:v>35857</c:v>
                </c:pt>
                <c:pt idx="567">
                  <c:v>35858</c:v>
                </c:pt>
                <c:pt idx="568">
                  <c:v>35859</c:v>
                </c:pt>
                <c:pt idx="569">
                  <c:v>35860</c:v>
                </c:pt>
                <c:pt idx="570">
                  <c:v>35863</c:v>
                </c:pt>
                <c:pt idx="571">
                  <c:v>35864</c:v>
                </c:pt>
                <c:pt idx="572">
                  <c:v>35865</c:v>
                </c:pt>
                <c:pt idx="573">
                  <c:v>35866</c:v>
                </c:pt>
                <c:pt idx="574">
                  <c:v>35867</c:v>
                </c:pt>
                <c:pt idx="575">
                  <c:v>35870</c:v>
                </c:pt>
                <c:pt idx="576">
                  <c:v>35871</c:v>
                </c:pt>
                <c:pt idx="577">
                  <c:v>35872</c:v>
                </c:pt>
                <c:pt idx="578">
                  <c:v>35873</c:v>
                </c:pt>
                <c:pt idx="579">
                  <c:v>35874</c:v>
                </c:pt>
                <c:pt idx="580">
                  <c:v>35877</c:v>
                </c:pt>
                <c:pt idx="581">
                  <c:v>35878</c:v>
                </c:pt>
                <c:pt idx="582">
                  <c:v>35879</c:v>
                </c:pt>
                <c:pt idx="583">
                  <c:v>35880</c:v>
                </c:pt>
                <c:pt idx="584">
                  <c:v>35881</c:v>
                </c:pt>
                <c:pt idx="585">
                  <c:v>35884</c:v>
                </c:pt>
                <c:pt idx="586">
                  <c:v>35885</c:v>
                </c:pt>
                <c:pt idx="587">
                  <c:v>35886</c:v>
                </c:pt>
                <c:pt idx="588">
                  <c:v>35887</c:v>
                </c:pt>
                <c:pt idx="589">
                  <c:v>35888</c:v>
                </c:pt>
                <c:pt idx="590">
                  <c:v>35891</c:v>
                </c:pt>
                <c:pt idx="591">
                  <c:v>35892</c:v>
                </c:pt>
                <c:pt idx="592">
                  <c:v>35893</c:v>
                </c:pt>
                <c:pt idx="593">
                  <c:v>35894</c:v>
                </c:pt>
                <c:pt idx="594">
                  <c:v>35895</c:v>
                </c:pt>
                <c:pt idx="595">
                  <c:v>35898</c:v>
                </c:pt>
                <c:pt idx="596">
                  <c:v>35899</c:v>
                </c:pt>
                <c:pt idx="597">
                  <c:v>35900</c:v>
                </c:pt>
                <c:pt idx="598">
                  <c:v>35901</c:v>
                </c:pt>
                <c:pt idx="599">
                  <c:v>35902</c:v>
                </c:pt>
                <c:pt idx="600">
                  <c:v>35905</c:v>
                </c:pt>
                <c:pt idx="601">
                  <c:v>35906</c:v>
                </c:pt>
                <c:pt idx="602">
                  <c:v>35907</c:v>
                </c:pt>
                <c:pt idx="603">
                  <c:v>35908</c:v>
                </c:pt>
                <c:pt idx="604">
                  <c:v>35909</c:v>
                </c:pt>
                <c:pt idx="605">
                  <c:v>35912</c:v>
                </c:pt>
                <c:pt idx="606">
                  <c:v>35913</c:v>
                </c:pt>
                <c:pt idx="607">
                  <c:v>35914</c:v>
                </c:pt>
                <c:pt idx="608">
                  <c:v>35915</c:v>
                </c:pt>
                <c:pt idx="609">
                  <c:v>35916</c:v>
                </c:pt>
                <c:pt idx="610">
                  <c:v>35919</c:v>
                </c:pt>
                <c:pt idx="611">
                  <c:v>35920</c:v>
                </c:pt>
                <c:pt idx="612">
                  <c:v>35921</c:v>
                </c:pt>
                <c:pt idx="613">
                  <c:v>35922</c:v>
                </c:pt>
                <c:pt idx="614">
                  <c:v>35923</c:v>
                </c:pt>
                <c:pt idx="615">
                  <c:v>35926</c:v>
                </c:pt>
                <c:pt idx="616">
                  <c:v>35927</c:v>
                </c:pt>
                <c:pt idx="617">
                  <c:v>35928</c:v>
                </c:pt>
                <c:pt idx="618">
                  <c:v>35929</c:v>
                </c:pt>
                <c:pt idx="619">
                  <c:v>35930</c:v>
                </c:pt>
                <c:pt idx="620">
                  <c:v>35933</c:v>
                </c:pt>
                <c:pt idx="621">
                  <c:v>35934</c:v>
                </c:pt>
                <c:pt idx="622">
                  <c:v>35935</c:v>
                </c:pt>
                <c:pt idx="623">
                  <c:v>35936</c:v>
                </c:pt>
                <c:pt idx="624">
                  <c:v>35937</c:v>
                </c:pt>
                <c:pt idx="625">
                  <c:v>35940</c:v>
                </c:pt>
                <c:pt idx="626">
                  <c:v>35941</c:v>
                </c:pt>
                <c:pt idx="627">
                  <c:v>35942</c:v>
                </c:pt>
                <c:pt idx="628">
                  <c:v>35943</c:v>
                </c:pt>
                <c:pt idx="629">
                  <c:v>35944</c:v>
                </c:pt>
                <c:pt idx="630">
                  <c:v>35947</c:v>
                </c:pt>
                <c:pt idx="631">
                  <c:v>35948</c:v>
                </c:pt>
                <c:pt idx="632">
                  <c:v>35949</c:v>
                </c:pt>
                <c:pt idx="633">
                  <c:v>35950</c:v>
                </c:pt>
                <c:pt idx="634">
                  <c:v>35951</c:v>
                </c:pt>
                <c:pt idx="635">
                  <c:v>35954</c:v>
                </c:pt>
                <c:pt idx="636">
                  <c:v>35955</c:v>
                </c:pt>
                <c:pt idx="637">
                  <c:v>35956</c:v>
                </c:pt>
                <c:pt idx="638">
                  <c:v>35957</c:v>
                </c:pt>
                <c:pt idx="639">
                  <c:v>35958</c:v>
                </c:pt>
                <c:pt idx="640">
                  <c:v>35961</c:v>
                </c:pt>
                <c:pt idx="641">
                  <c:v>35962</c:v>
                </c:pt>
                <c:pt idx="642">
                  <c:v>35963</c:v>
                </c:pt>
                <c:pt idx="643">
                  <c:v>35964</c:v>
                </c:pt>
                <c:pt idx="644">
                  <c:v>35965</c:v>
                </c:pt>
                <c:pt idx="645">
                  <c:v>35968</c:v>
                </c:pt>
                <c:pt idx="646">
                  <c:v>35969</c:v>
                </c:pt>
                <c:pt idx="647">
                  <c:v>35970</c:v>
                </c:pt>
                <c:pt idx="648">
                  <c:v>35971</c:v>
                </c:pt>
                <c:pt idx="649">
                  <c:v>35972</c:v>
                </c:pt>
                <c:pt idx="650">
                  <c:v>35975</c:v>
                </c:pt>
                <c:pt idx="651">
                  <c:v>35976</c:v>
                </c:pt>
                <c:pt idx="652">
                  <c:v>35977</c:v>
                </c:pt>
                <c:pt idx="653">
                  <c:v>35978</c:v>
                </c:pt>
                <c:pt idx="654">
                  <c:v>35979</c:v>
                </c:pt>
                <c:pt idx="655">
                  <c:v>35982</c:v>
                </c:pt>
                <c:pt idx="656">
                  <c:v>35983</c:v>
                </c:pt>
                <c:pt idx="657">
                  <c:v>35984</c:v>
                </c:pt>
                <c:pt idx="658">
                  <c:v>35985</c:v>
                </c:pt>
                <c:pt idx="659">
                  <c:v>35986</c:v>
                </c:pt>
                <c:pt idx="660">
                  <c:v>35989</c:v>
                </c:pt>
                <c:pt idx="661">
                  <c:v>35990</c:v>
                </c:pt>
                <c:pt idx="662">
                  <c:v>35991</c:v>
                </c:pt>
                <c:pt idx="663">
                  <c:v>35992</c:v>
                </c:pt>
                <c:pt idx="664">
                  <c:v>35993</c:v>
                </c:pt>
                <c:pt idx="665">
                  <c:v>35996</c:v>
                </c:pt>
                <c:pt idx="666">
                  <c:v>35997</c:v>
                </c:pt>
                <c:pt idx="667">
                  <c:v>35998</c:v>
                </c:pt>
                <c:pt idx="668">
                  <c:v>35999</c:v>
                </c:pt>
                <c:pt idx="669">
                  <c:v>36000</c:v>
                </c:pt>
                <c:pt idx="670">
                  <c:v>36003</c:v>
                </c:pt>
                <c:pt idx="671">
                  <c:v>36004</c:v>
                </c:pt>
                <c:pt idx="672">
                  <c:v>36005</c:v>
                </c:pt>
                <c:pt idx="673">
                  <c:v>36006</c:v>
                </c:pt>
                <c:pt idx="674">
                  <c:v>36007</c:v>
                </c:pt>
                <c:pt idx="675">
                  <c:v>36010</c:v>
                </c:pt>
                <c:pt idx="676">
                  <c:v>36011</c:v>
                </c:pt>
                <c:pt idx="677">
                  <c:v>36012</c:v>
                </c:pt>
                <c:pt idx="678">
                  <c:v>36013</c:v>
                </c:pt>
                <c:pt idx="679">
                  <c:v>36014</c:v>
                </c:pt>
                <c:pt idx="680">
                  <c:v>36017</c:v>
                </c:pt>
                <c:pt idx="681">
                  <c:v>36018</c:v>
                </c:pt>
                <c:pt idx="682">
                  <c:v>36019</c:v>
                </c:pt>
                <c:pt idx="683">
                  <c:v>36020</c:v>
                </c:pt>
                <c:pt idx="684">
                  <c:v>36021</c:v>
                </c:pt>
                <c:pt idx="685">
                  <c:v>36024</c:v>
                </c:pt>
                <c:pt idx="686">
                  <c:v>36025</c:v>
                </c:pt>
                <c:pt idx="687">
                  <c:v>36026</c:v>
                </c:pt>
                <c:pt idx="688">
                  <c:v>36027</c:v>
                </c:pt>
                <c:pt idx="689">
                  <c:v>36028</c:v>
                </c:pt>
                <c:pt idx="690">
                  <c:v>36031</c:v>
                </c:pt>
                <c:pt idx="691">
                  <c:v>36032</c:v>
                </c:pt>
                <c:pt idx="692">
                  <c:v>36033</c:v>
                </c:pt>
                <c:pt idx="693">
                  <c:v>36034</c:v>
                </c:pt>
                <c:pt idx="694">
                  <c:v>36035</c:v>
                </c:pt>
                <c:pt idx="695">
                  <c:v>36038</c:v>
                </c:pt>
                <c:pt idx="696">
                  <c:v>36039</c:v>
                </c:pt>
                <c:pt idx="697">
                  <c:v>36040</c:v>
                </c:pt>
                <c:pt idx="698">
                  <c:v>36041</c:v>
                </c:pt>
                <c:pt idx="699">
                  <c:v>36042</c:v>
                </c:pt>
                <c:pt idx="700">
                  <c:v>36045</c:v>
                </c:pt>
                <c:pt idx="701">
                  <c:v>36046</c:v>
                </c:pt>
                <c:pt idx="702">
                  <c:v>36047</c:v>
                </c:pt>
                <c:pt idx="703">
                  <c:v>36048</c:v>
                </c:pt>
                <c:pt idx="704">
                  <c:v>36049</c:v>
                </c:pt>
                <c:pt idx="705">
                  <c:v>36052</c:v>
                </c:pt>
                <c:pt idx="706">
                  <c:v>36053</c:v>
                </c:pt>
                <c:pt idx="707">
                  <c:v>36054</c:v>
                </c:pt>
                <c:pt idx="708">
                  <c:v>36055</c:v>
                </c:pt>
                <c:pt idx="709">
                  <c:v>36056</c:v>
                </c:pt>
                <c:pt idx="710">
                  <c:v>36059</c:v>
                </c:pt>
                <c:pt idx="711">
                  <c:v>36060</c:v>
                </c:pt>
                <c:pt idx="712">
                  <c:v>36061</c:v>
                </c:pt>
                <c:pt idx="713">
                  <c:v>36062</c:v>
                </c:pt>
                <c:pt idx="714">
                  <c:v>36063</c:v>
                </c:pt>
                <c:pt idx="715">
                  <c:v>36066</c:v>
                </c:pt>
                <c:pt idx="716">
                  <c:v>36067</c:v>
                </c:pt>
                <c:pt idx="717">
                  <c:v>36068</c:v>
                </c:pt>
                <c:pt idx="718">
                  <c:v>36069</c:v>
                </c:pt>
                <c:pt idx="719">
                  <c:v>36070</c:v>
                </c:pt>
                <c:pt idx="720">
                  <c:v>36073</c:v>
                </c:pt>
                <c:pt idx="721">
                  <c:v>36074</c:v>
                </c:pt>
                <c:pt idx="722">
                  <c:v>36075</c:v>
                </c:pt>
                <c:pt idx="723">
                  <c:v>36076</c:v>
                </c:pt>
                <c:pt idx="724">
                  <c:v>36077</c:v>
                </c:pt>
                <c:pt idx="725">
                  <c:v>36080</c:v>
                </c:pt>
                <c:pt idx="726">
                  <c:v>36081</c:v>
                </c:pt>
                <c:pt idx="727">
                  <c:v>36082</c:v>
                </c:pt>
                <c:pt idx="728">
                  <c:v>36083</c:v>
                </c:pt>
                <c:pt idx="729">
                  <c:v>36084</c:v>
                </c:pt>
                <c:pt idx="730">
                  <c:v>36087</c:v>
                </c:pt>
                <c:pt idx="731">
                  <c:v>36088</c:v>
                </c:pt>
                <c:pt idx="732">
                  <c:v>36089</c:v>
                </c:pt>
                <c:pt idx="733">
                  <c:v>36090</c:v>
                </c:pt>
                <c:pt idx="734">
                  <c:v>36091</c:v>
                </c:pt>
                <c:pt idx="735">
                  <c:v>36094</c:v>
                </c:pt>
                <c:pt idx="736">
                  <c:v>36095</c:v>
                </c:pt>
                <c:pt idx="737">
                  <c:v>36096</c:v>
                </c:pt>
                <c:pt idx="738">
                  <c:v>36097</c:v>
                </c:pt>
                <c:pt idx="739">
                  <c:v>36098</c:v>
                </c:pt>
                <c:pt idx="740">
                  <c:v>36101</c:v>
                </c:pt>
                <c:pt idx="741">
                  <c:v>36102</c:v>
                </c:pt>
                <c:pt idx="742">
                  <c:v>36103</c:v>
                </c:pt>
                <c:pt idx="743">
                  <c:v>36104</c:v>
                </c:pt>
                <c:pt idx="744">
                  <c:v>36105</c:v>
                </c:pt>
                <c:pt idx="745">
                  <c:v>36108</c:v>
                </c:pt>
                <c:pt idx="746">
                  <c:v>36109</c:v>
                </c:pt>
                <c:pt idx="747">
                  <c:v>36110</c:v>
                </c:pt>
                <c:pt idx="748">
                  <c:v>36111</c:v>
                </c:pt>
                <c:pt idx="749">
                  <c:v>36112</c:v>
                </c:pt>
                <c:pt idx="750">
                  <c:v>36115</c:v>
                </c:pt>
                <c:pt idx="751">
                  <c:v>36116</c:v>
                </c:pt>
                <c:pt idx="752">
                  <c:v>36117</c:v>
                </c:pt>
                <c:pt idx="753">
                  <c:v>36118</c:v>
                </c:pt>
                <c:pt idx="754">
                  <c:v>36119</c:v>
                </c:pt>
                <c:pt idx="755">
                  <c:v>36122</c:v>
                </c:pt>
                <c:pt idx="756">
                  <c:v>36123</c:v>
                </c:pt>
                <c:pt idx="757">
                  <c:v>36124</c:v>
                </c:pt>
                <c:pt idx="758">
                  <c:v>36125</c:v>
                </c:pt>
                <c:pt idx="759">
                  <c:v>36126</c:v>
                </c:pt>
                <c:pt idx="760">
                  <c:v>36129</c:v>
                </c:pt>
                <c:pt idx="761">
                  <c:v>36130</c:v>
                </c:pt>
                <c:pt idx="762">
                  <c:v>36131</c:v>
                </c:pt>
                <c:pt idx="763">
                  <c:v>36132</c:v>
                </c:pt>
                <c:pt idx="764">
                  <c:v>36133</c:v>
                </c:pt>
                <c:pt idx="765">
                  <c:v>36136</c:v>
                </c:pt>
                <c:pt idx="766">
                  <c:v>36137</c:v>
                </c:pt>
                <c:pt idx="767">
                  <c:v>36138</c:v>
                </c:pt>
                <c:pt idx="768">
                  <c:v>36139</c:v>
                </c:pt>
                <c:pt idx="769">
                  <c:v>36140</c:v>
                </c:pt>
                <c:pt idx="770">
                  <c:v>36143</c:v>
                </c:pt>
                <c:pt idx="771">
                  <c:v>36144</c:v>
                </c:pt>
                <c:pt idx="772">
                  <c:v>36145</c:v>
                </c:pt>
                <c:pt idx="773">
                  <c:v>36146</c:v>
                </c:pt>
                <c:pt idx="774">
                  <c:v>36147</c:v>
                </c:pt>
                <c:pt idx="775">
                  <c:v>36150</c:v>
                </c:pt>
                <c:pt idx="776">
                  <c:v>36151</c:v>
                </c:pt>
                <c:pt idx="777">
                  <c:v>36152</c:v>
                </c:pt>
                <c:pt idx="778">
                  <c:v>36153</c:v>
                </c:pt>
                <c:pt idx="779">
                  <c:v>36154</c:v>
                </c:pt>
                <c:pt idx="780">
                  <c:v>36157</c:v>
                </c:pt>
                <c:pt idx="781">
                  <c:v>36158</c:v>
                </c:pt>
                <c:pt idx="782">
                  <c:v>36159</c:v>
                </c:pt>
                <c:pt idx="783">
                  <c:v>36160</c:v>
                </c:pt>
                <c:pt idx="784">
                  <c:v>36161</c:v>
                </c:pt>
                <c:pt idx="785">
                  <c:v>36164</c:v>
                </c:pt>
                <c:pt idx="786">
                  <c:v>36165</c:v>
                </c:pt>
                <c:pt idx="787">
                  <c:v>36166</c:v>
                </c:pt>
                <c:pt idx="788">
                  <c:v>36167</c:v>
                </c:pt>
                <c:pt idx="789">
                  <c:v>36168</c:v>
                </c:pt>
                <c:pt idx="790">
                  <c:v>36171</c:v>
                </c:pt>
                <c:pt idx="791">
                  <c:v>36172</c:v>
                </c:pt>
                <c:pt idx="792">
                  <c:v>36173</c:v>
                </c:pt>
                <c:pt idx="793">
                  <c:v>36174</c:v>
                </c:pt>
                <c:pt idx="794">
                  <c:v>36175</c:v>
                </c:pt>
                <c:pt idx="795">
                  <c:v>36178</c:v>
                </c:pt>
                <c:pt idx="796">
                  <c:v>36179</c:v>
                </c:pt>
                <c:pt idx="797">
                  <c:v>36180</c:v>
                </c:pt>
                <c:pt idx="798">
                  <c:v>36181</c:v>
                </c:pt>
                <c:pt idx="799">
                  <c:v>36182</c:v>
                </c:pt>
                <c:pt idx="800">
                  <c:v>36185</c:v>
                </c:pt>
                <c:pt idx="801">
                  <c:v>36186</c:v>
                </c:pt>
                <c:pt idx="802">
                  <c:v>36187</c:v>
                </c:pt>
                <c:pt idx="803">
                  <c:v>36188</c:v>
                </c:pt>
                <c:pt idx="804">
                  <c:v>36189</c:v>
                </c:pt>
                <c:pt idx="805">
                  <c:v>36192</c:v>
                </c:pt>
                <c:pt idx="806">
                  <c:v>36193</c:v>
                </c:pt>
                <c:pt idx="807">
                  <c:v>36194</c:v>
                </c:pt>
                <c:pt idx="808">
                  <c:v>36195</c:v>
                </c:pt>
                <c:pt idx="809">
                  <c:v>36196</c:v>
                </c:pt>
                <c:pt idx="810">
                  <c:v>36199</c:v>
                </c:pt>
                <c:pt idx="811">
                  <c:v>36200</c:v>
                </c:pt>
                <c:pt idx="812">
                  <c:v>36201</c:v>
                </c:pt>
                <c:pt idx="813">
                  <c:v>36202</c:v>
                </c:pt>
                <c:pt idx="814">
                  <c:v>36203</c:v>
                </c:pt>
                <c:pt idx="815">
                  <c:v>36206</c:v>
                </c:pt>
                <c:pt idx="816">
                  <c:v>36207</c:v>
                </c:pt>
                <c:pt idx="817">
                  <c:v>36208</c:v>
                </c:pt>
                <c:pt idx="818">
                  <c:v>36209</c:v>
                </c:pt>
                <c:pt idx="819">
                  <c:v>36210</c:v>
                </c:pt>
                <c:pt idx="820">
                  <c:v>36213</c:v>
                </c:pt>
                <c:pt idx="821">
                  <c:v>36214</c:v>
                </c:pt>
                <c:pt idx="822">
                  <c:v>36215</c:v>
                </c:pt>
                <c:pt idx="823">
                  <c:v>36216</c:v>
                </c:pt>
                <c:pt idx="824">
                  <c:v>36217</c:v>
                </c:pt>
                <c:pt idx="825">
                  <c:v>36220</c:v>
                </c:pt>
                <c:pt idx="826">
                  <c:v>36221</c:v>
                </c:pt>
                <c:pt idx="827">
                  <c:v>36222</c:v>
                </c:pt>
                <c:pt idx="828">
                  <c:v>36223</c:v>
                </c:pt>
                <c:pt idx="829">
                  <c:v>36224</c:v>
                </c:pt>
                <c:pt idx="830">
                  <c:v>36227</c:v>
                </c:pt>
                <c:pt idx="831">
                  <c:v>36228</c:v>
                </c:pt>
                <c:pt idx="832">
                  <c:v>36229</c:v>
                </c:pt>
                <c:pt idx="833">
                  <c:v>36230</c:v>
                </c:pt>
                <c:pt idx="834">
                  <c:v>36231</c:v>
                </c:pt>
                <c:pt idx="835">
                  <c:v>36234</c:v>
                </c:pt>
                <c:pt idx="836">
                  <c:v>36235</c:v>
                </c:pt>
                <c:pt idx="837">
                  <c:v>36236</c:v>
                </c:pt>
                <c:pt idx="838">
                  <c:v>36237</c:v>
                </c:pt>
                <c:pt idx="839">
                  <c:v>36238</c:v>
                </c:pt>
                <c:pt idx="840">
                  <c:v>36241</c:v>
                </c:pt>
                <c:pt idx="841">
                  <c:v>36242</c:v>
                </c:pt>
                <c:pt idx="842">
                  <c:v>36243</c:v>
                </c:pt>
                <c:pt idx="843">
                  <c:v>36244</c:v>
                </c:pt>
                <c:pt idx="844">
                  <c:v>36245</c:v>
                </c:pt>
                <c:pt idx="845">
                  <c:v>36248</c:v>
                </c:pt>
                <c:pt idx="846">
                  <c:v>36249</c:v>
                </c:pt>
                <c:pt idx="847">
                  <c:v>36250</c:v>
                </c:pt>
                <c:pt idx="848">
                  <c:v>36251</c:v>
                </c:pt>
                <c:pt idx="849">
                  <c:v>36252</c:v>
                </c:pt>
                <c:pt idx="850">
                  <c:v>36255</c:v>
                </c:pt>
                <c:pt idx="851">
                  <c:v>36256</c:v>
                </c:pt>
                <c:pt idx="852">
                  <c:v>36257</c:v>
                </c:pt>
                <c:pt idx="853">
                  <c:v>36258</c:v>
                </c:pt>
                <c:pt idx="854">
                  <c:v>36259</c:v>
                </c:pt>
                <c:pt idx="855">
                  <c:v>36262</c:v>
                </c:pt>
                <c:pt idx="856">
                  <c:v>36263</c:v>
                </c:pt>
                <c:pt idx="857">
                  <c:v>36264</c:v>
                </c:pt>
                <c:pt idx="858">
                  <c:v>36265</c:v>
                </c:pt>
                <c:pt idx="859">
                  <c:v>36266</c:v>
                </c:pt>
                <c:pt idx="860">
                  <c:v>36269</c:v>
                </c:pt>
                <c:pt idx="861">
                  <c:v>36270</c:v>
                </c:pt>
                <c:pt idx="862">
                  <c:v>36271</c:v>
                </c:pt>
                <c:pt idx="863">
                  <c:v>36272</c:v>
                </c:pt>
                <c:pt idx="864">
                  <c:v>36273</c:v>
                </c:pt>
                <c:pt idx="865">
                  <c:v>36276</c:v>
                </c:pt>
                <c:pt idx="866">
                  <c:v>36277</c:v>
                </c:pt>
                <c:pt idx="867">
                  <c:v>36278</c:v>
                </c:pt>
                <c:pt idx="868">
                  <c:v>36279</c:v>
                </c:pt>
                <c:pt idx="869">
                  <c:v>36280</c:v>
                </c:pt>
                <c:pt idx="870">
                  <c:v>36283</c:v>
                </c:pt>
                <c:pt idx="871">
                  <c:v>36284</c:v>
                </c:pt>
                <c:pt idx="872">
                  <c:v>36285</c:v>
                </c:pt>
                <c:pt idx="873">
                  <c:v>36286</c:v>
                </c:pt>
                <c:pt idx="874">
                  <c:v>36287</c:v>
                </c:pt>
                <c:pt idx="875">
                  <c:v>36290</c:v>
                </c:pt>
                <c:pt idx="876">
                  <c:v>36291</c:v>
                </c:pt>
                <c:pt idx="877">
                  <c:v>36292</c:v>
                </c:pt>
                <c:pt idx="878">
                  <c:v>36293</c:v>
                </c:pt>
                <c:pt idx="879">
                  <c:v>36294</c:v>
                </c:pt>
                <c:pt idx="880">
                  <c:v>36297</c:v>
                </c:pt>
                <c:pt idx="881">
                  <c:v>36298</c:v>
                </c:pt>
                <c:pt idx="882">
                  <c:v>36299</c:v>
                </c:pt>
                <c:pt idx="883">
                  <c:v>36300</c:v>
                </c:pt>
                <c:pt idx="884">
                  <c:v>36301</c:v>
                </c:pt>
                <c:pt idx="885">
                  <c:v>36304</c:v>
                </c:pt>
                <c:pt idx="886">
                  <c:v>36305</c:v>
                </c:pt>
                <c:pt idx="887">
                  <c:v>36306</c:v>
                </c:pt>
                <c:pt idx="888">
                  <c:v>36307</c:v>
                </c:pt>
                <c:pt idx="889">
                  <c:v>36308</c:v>
                </c:pt>
                <c:pt idx="890">
                  <c:v>36311</c:v>
                </c:pt>
                <c:pt idx="891">
                  <c:v>36312</c:v>
                </c:pt>
                <c:pt idx="892">
                  <c:v>36313</c:v>
                </c:pt>
                <c:pt idx="893">
                  <c:v>36314</c:v>
                </c:pt>
                <c:pt idx="894">
                  <c:v>36315</c:v>
                </c:pt>
                <c:pt idx="895">
                  <c:v>36318</c:v>
                </c:pt>
                <c:pt idx="896">
                  <c:v>36319</c:v>
                </c:pt>
                <c:pt idx="897">
                  <c:v>36320</c:v>
                </c:pt>
                <c:pt idx="898">
                  <c:v>36321</c:v>
                </c:pt>
                <c:pt idx="899">
                  <c:v>36322</c:v>
                </c:pt>
                <c:pt idx="900">
                  <c:v>36325</c:v>
                </c:pt>
                <c:pt idx="901">
                  <c:v>36326</c:v>
                </c:pt>
                <c:pt idx="902">
                  <c:v>36327</c:v>
                </c:pt>
                <c:pt idx="903">
                  <c:v>36328</c:v>
                </c:pt>
                <c:pt idx="904">
                  <c:v>36329</c:v>
                </c:pt>
                <c:pt idx="905">
                  <c:v>36332</c:v>
                </c:pt>
                <c:pt idx="906">
                  <c:v>36333</c:v>
                </c:pt>
                <c:pt idx="907">
                  <c:v>36334</c:v>
                </c:pt>
                <c:pt idx="908">
                  <c:v>36335</c:v>
                </c:pt>
                <c:pt idx="909">
                  <c:v>36336</c:v>
                </c:pt>
                <c:pt idx="910">
                  <c:v>36339</c:v>
                </c:pt>
                <c:pt idx="911">
                  <c:v>36340</c:v>
                </c:pt>
                <c:pt idx="912">
                  <c:v>36341</c:v>
                </c:pt>
                <c:pt idx="913">
                  <c:v>36342</c:v>
                </c:pt>
                <c:pt idx="914">
                  <c:v>36343</c:v>
                </c:pt>
                <c:pt idx="915">
                  <c:v>36346</c:v>
                </c:pt>
                <c:pt idx="916">
                  <c:v>36347</c:v>
                </c:pt>
                <c:pt idx="917">
                  <c:v>36348</c:v>
                </c:pt>
                <c:pt idx="918">
                  <c:v>36349</c:v>
                </c:pt>
                <c:pt idx="919">
                  <c:v>36350</c:v>
                </c:pt>
                <c:pt idx="920">
                  <c:v>36353</c:v>
                </c:pt>
                <c:pt idx="921">
                  <c:v>36354</c:v>
                </c:pt>
                <c:pt idx="922">
                  <c:v>36355</c:v>
                </c:pt>
                <c:pt idx="923">
                  <c:v>36356</c:v>
                </c:pt>
                <c:pt idx="924">
                  <c:v>36357</c:v>
                </c:pt>
                <c:pt idx="925">
                  <c:v>36360</c:v>
                </c:pt>
                <c:pt idx="926">
                  <c:v>36361</c:v>
                </c:pt>
                <c:pt idx="927">
                  <c:v>36362</c:v>
                </c:pt>
                <c:pt idx="928">
                  <c:v>36363</c:v>
                </c:pt>
                <c:pt idx="929">
                  <c:v>36364</c:v>
                </c:pt>
                <c:pt idx="930">
                  <c:v>36367</c:v>
                </c:pt>
                <c:pt idx="931">
                  <c:v>36368</c:v>
                </c:pt>
                <c:pt idx="932">
                  <c:v>36369</c:v>
                </c:pt>
                <c:pt idx="933">
                  <c:v>36370</c:v>
                </c:pt>
                <c:pt idx="934">
                  <c:v>36371</c:v>
                </c:pt>
                <c:pt idx="935">
                  <c:v>36374</c:v>
                </c:pt>
                <c:pt idx="936">
                  <c:v>36375</c:v>
                </c:pt>
                <c:pt idx="937">
                  <c:v>36376</c:v>
                </c:pt>
                <c:pt idx="938">
                  <c:v>36377</c:v>
                </c:pt>
                <c:pt idx="939">
                  <c:v>36378</c:v>
                </c:pt>
                <c:pt idx="940">
                  <c:v>36381</c:v>
                </c:pt>
                <c:pt idx="941">
                  <c:v>36382</c:v>
                </c:pt>
                <c:pt idx="942">
                  <c:v>36383</c:v>
                </c:pt>
                <c:pt idx="943">
                  <c:v>36384</c:v>
                </c:pt>
                <c:pt idx="944">
                  <c:v>36385</c:v>
                </c:pt>
                <c:pt idx="945">
                  <c:v>36388</c:v>
                </c:pt>
                <c:pt idx="946">
                  <c:v>36389</c:v>
                </c:pt>
                <c:pt idx="947">
                  <c:v>36390</c:v>
                </c:pt>
                <c:pt idx="948">
                  <c:v>36391</c:v>
                </c:pt>
                <c:pt idx="949">
                  <c:v>36392</c:v>
                </c:pt>
                <c:pt idx="950">
                  <c:v>36395</c:v>
                </c:pt>
                <c:pt idx="951">
                  <c:v>36396</c:v>
                </c:pt>
                <c:pt idx="952">
                  <c:v>36397</c:v>
                </c:pt>
                <c:pt idx="953">
                  <c:v>36398</c:v>
                </c:pt>
                <c:pt idx="954">
                  <c:v>36399</c:v>
                </c:pt>
                <c:pt idx="955">
                  <c:v>36402</c:v>
                </c:pt>
                <c:pt idx="956">
                  <c:v>36403</c:v>
                </c:pt>
                <c:pt idx="957">
                  <c:v>36404</c:v>
                </c:pt>
                <c:pt idx="958">
                  <c:v>36405</c:v>
                </c:pt>
                <c:pt idx="959">
                  <c:v>36406</c:v>
                </c:pt>
                <c:pt idx="960">
                  <c:v>36409</c:v>
                </c:pt>
                <c:pt idx="961">
                  <c:v>36410</c:v>
                </c:pt>
                <c:pt idx="962">
                  <c:v>36411</c:v>
                </c:pt>
                <c:pt idx="963">
                  <c:v>36412</c:v>
                </c:pt>
                <c:pt idx="964">
                  <c:v>36413</c:v>
                </c:pt>
                <c:pt idx="965">
                  <c:v>36416</c:v>
                </c:pt>
                <c:pt idx="966">
                  <c:v>36417</c:v>
                </c:pt>
                <c:pt idx="967">
                  <c:v>36418</c:v>
                </c:pt>
                <c:pt idx="968">
                  <c:v>36419</c:v>
                </c:pt>
                <c:pt idx="969">
                  <c:v>36420</c:v>
                </c:pt>
                <c:pt idx="970">
                  <c:v>36423</c:v>
                </c:pt>
                <c:pt idx="971">
                  <c:v>36424</c:v>
                </c:pt>
                <c:pt idx="972">
                  <c:v>36425</c:v>
                </c:pt>
                <c:pt idx="973">
                  <c:v>36426</c:v>
                </c:pt>
                <c:pt idx="974">
                  <c:v>36427</c:v>
                </c:pt>
                <c:pt idx="975">
                  <c:v>36430</c:v>
                </c:pt>
                <c:pt idx="976">
                  <c:v>36431</c:v>
                </c:pt>
                <c:pt idx="977">
                  <c:v>36432</c:v>
                </c:pt>
                <c:pt idx="978">
                  <c:v>36433</c:v>
                </c:pt>
                <c:pt idx="979">
                  <c:v>36434</c:v>
                </c:pt>
                <c:pt idx="980">
                  <c:v>36437</c:v>
                </c:pt>
                <c:pt idx="981">
                  <c:v>36438</c:v>
                </c:pt>
                <c:pt idx="982">
                  <c:v>36439</c:v>
                </c:pt>
                <c:pt idx="983">
                  <c:v>36440</c:v>
                </c:pt>
                <c:pt idx="984">
                  <c:v>36441</c:v>
                </c:pt>
                <c:pt idx="985">
                  <c:v>36444</c:v>
                </c:pt>
                <c:pt idx="986">
                  <c:v>36445</c:v>
                </c:pt>
                <c:pt idx="987">
                  <c:v>36446</c:v>
                </c:pt>
                <c:pt idx="988">
                  <c:v>36447</c:v>
                </c:pt>
                <c:pt idx="989">
                  <c:v>36448</c:v>
                </c:pt>
                <c:pt idx="990">
                  <c:v>36451</c:v>
                </c:pt>
                <c:pt idx="991">
                  <c:v>36452</c:v>
                </c:pt>
                <c:pt idx="992">
                  <c:v>36453</c:v>
                </c:pt>
                <c:pt idx="993">
                  <c:v>36454</c:v>
                </c:pt>
                <c:pt idx="994">
                  <c:v>36455</c:v>
                </c:pt>
                <c:pt idx="995">
                  <c:v>36458</c:v>
                </c:pt>
                <c:pt idx="996">
                  <c:v>36459</c:v>
                </c:pt>
                <c:pt idx="997">
                  <c:v>36460</c:v>
                </c:pt>
                <c:pt idx="998">
                  <c:v>36461</c:v>
                </c:pt>
                <c:pt idx="999">
                  <c:v>36462</c:v>
                </c:pt>
                <c:pt idx="1000">
                  <c:v>36465</c:v>
                </c:pt>
                <c:pt idx="1001">
                  <c:v>36466</c:v>
                </c:pt>
                <c:pt idx="1002">
                  <c:v>36467</c:v>
                </c:pt>
                <c:pt idx="1003">
                  <c:v>36468</c:v>
                </c:pt>
                <c:pt idx="1004">
                  <c:v>36469</c:v>
                </c:pt>
                <c:pt idx="1005">
                  <c:v>36472</c:v>
                </c:pt>
                <c:pt idx="1006">
                  <c:v>36473</c:v>
                </c:pt>
                <c:pt idx="1007">
                  <c:v>36474</c:v>
                </c:pt>
                <c:pt idx="1008">
                  <c:v>36475</c:v>
                </c:pt>
                <c:pt idx="1009">
                  <c:v>36476</c:v>
                </c:pt>
                <c:pt idx="1010">
                  <c:v>36479</c:v>
                </c:pt>
                <c:pt idx="1011">
                  <c:v>36480</c:v>
                </c:pt>
                <c:pt idx="1012">
                  <c:v>36481</c:v>
                </c:pt>
                <c:pt idx="1013">
                  <c:v>36482</c:v>
                </c:pt>
                <c:pt idx="1014">
                  <c:v>36483</c:v>
                </c:pt>
                <c:pt idx="1015">
                  <c:v>36486</c:v>
                </c:pt>
                <c:pt idx="1016">
                  <c:v>36487</c:v>
                </c:pt>
                <c:pt idx="1017">
                  <c:v>36488</c:v>
                </c:pt>
                <c:pt idx="1018">
                  <c:v>36489</c:v>
                </c:pt>
                <c:pt idx="1019">
                  <c:v>36490</c:v>
                </c:pt>
                <c:pt idx="1020">
                  <c:v>36493</c:v>
                </c:pt>
                <c:pt idx="1021">
                  <c:v>36494</c:v>
                </c:pt>
                <c:pt idx="1022">
                  <c:v>36495</c:v>
                </c:pt>
                <c:pt idx="1023">
                  <c:v>36496</c:v>
                </c:pt>
                <c:pt idx="1024">
                  <c:v>36497</c:v>
                </c:pt>
                <c:pt idx="1025">
                  <c:v>36500</c:v>
                </c:pt>
                <c:pt idx="1026">
                  <c:v>36501</c:v>
                </c:pt>
                <c:pt idx="1027">
                  <c:v>36502</c:v>
                </c:pt>
                <c:pt idx="1028">
                  <c:v>36503</c:v>
                </c:pt>
                <c:pt idx="1029">
                  <c:v>36504</c:v>
                </c:pt>
                <c:pt idx="1030">
                  <c:v>36507</c:v>
                </c:pt>
                <c:pt idx="1031">
                  <c:v>36508</c:v>
                </c:pt>
                <c:pt idx="1032">
                  <c:v>36509</c:v>
                </c:pt>
                <c:pt idx="1033">
                  <c:v>36510</c:v>
                </c:pt>
                <c:pt idx="1034">
                  <c:v>36511</c:v>
                </c:pt>
                <c:pt idx="1035">
                  <c:v>36514</c:v>
                </c:pt>
                <c:pt idx="1036">
                  <c:v>36515</c:v>
                </c:pt>
                <c:pt idx="1037">
                  <c:v>36516</c:v>
                </c:pt>
                <c:pt idx="1038">
                  <c:v>36517</c:v>
                </c:pt>
                <c:pt idx="1039">
                  <c:v>36518</c:v>
                </c:pt>
                <c:pt idx="1040">
                  <c:v>36521</c:v>
                </c:pt>
                <c:pt idx="1041">
                  <c:v>36522</c:v>
                </c:pt>
                <c:pt idx="1042">
                  <c:v>36523</c:v>
                </c:pt>
                <c:pt idx="1043">
                  <c:v>36524</c:v>
                </c:pt>
                <c:pt idx="1044">
                  <c:v>36525</c:v>
                </c:pt>
                <c:pt idx="1045">
                  <c:v>36528</c:v>
                </c:pt>
                <c:pt idx="1046">
                  <c:v>36529</c:v>
                </c:pt>
                <c:pt idx="1047">
                  <c:v>36530</c:v>
                </c:pt>
                <c:pt idx="1048">
                  <c:v>36531</c:v>
                </c:pt>
                <c:pt idx="1049">
                  <c:v>36532</c:v>
                </c:pt>
                <c:pt idx="1050">
                  <c:v>36535</c:v>
                </c:pt>
                <c:pt idx="1051">
                  <c:v>36536</c:v>
                </c:pt>
                <c:pt idx="1052">
                  <c:v>36537</c:v>
                </c:pt>
                <c:pt idx="1053">
                  <c:v>36538</c:v>
                </c:pt>
                <c:pt idx="1054">
                  <c:v>36539</c:v>
                </c:pt>
                <c:pt idx="1055">
                  <c:v>36542</c:v>
                </c:pt>
                <c:pt idx="1056">
                  <c:v>36543</c:v>
                </c:pt>
                <c:pt idx="1057">
                  <c:v>36544</c:v>
                </c:pt>
                <c:pt idx="1058">
                  <c:v>36545</c:v>
                </c:pt>
                <c:pt idx="1059">
                  <c:v>36546</c:v>
                </c:pt>
                <c:pt idx="1060">
                  <c:v>36549</c:v>
                </c:pt>
                <c:pt idx="1061">
                  <c:v>36550</c:v>
                </c:pt>
                <c:pt idx="1062">
                  <c:v>36551</c:v>
                </c:pt>
                <c:pt idx="1063">
                  <c:v>36552</c:v>
                </c:pt>
                <c:pt idx="1064">
                  <c:v>36553</c:v>
                </c:pt>
                <c:pt idx="1065">
                  <c:v>36556</c:v>
                </c:pt>
                <c:pt idx="1066">
                  <c:v>36557</c:v>
                </c:pt>
                <c:pt idx="1067">
                  <c:v>36558</c:v>
                </c:pt>
                <c:pt idx="1068">
                  <c:v>36559</c:v>
                </c:pt>
                <c:pt idx="1069">
                  <c:v>36560</c:v>
                </c:pt>
                <c:pt idx="1070">
                  <c:v>36563</c:v>
                </c:pt>
                <c:pt idx="1071">
                  <c:v>36564</c:v>
                </c:pt>
                <c:pt idx="1072">
                  <c:v>36565</c:v>
                </c:pt>
                <c:pt idx="1073">
                  <c:v>36566</c:v>
                </c:pt>
                <c:pt idx="1074">
                  <c:v>36567</c:v>
                </c:pt>
                <c:pt idx="1075">
                  <c:v>36570</c:v>
                </c:pt>
                <c:pt idx="1076">
                  <c:v>36571</c:v>
                </c:pt>
                <c:pt idx="1077">
                  <c:v>36572</c:v>
                </c:pt>
                <c:pt idx="1078">
                  <c:v>36573</c:v>
                </c:pt>
                <c:pt idx="1079">
                  <c:v>36574</c:v>
                </c:pt>
                <c:pt idx="1080">
                  <c:v>36577</c:v>
                </c:pt>
                <c:pt idx="1081">
                  <c:v>36578</c:v>
                </c:pt>
                <c:pt idx="1082">
                  <c:v>36579</c:v>
                </c:pt>
                <c:pt idx="1083">
                  <c:v>36580</c:v>
                </c:pt>
                <c:pt idx="1084">
                  <c:v>36581</c:v>
                </c:pt>
                <c:pt idx="1085">
                  <c:v>36584</c:v>
                </c:pt>
                <c:pt idx="1086">
                  <c:v>36585</c:v>
                </c:pt>
                <c:pt idx="1087">
                  <c:v>36586</c:v>
                </c:pt>
                <c:pt idx="1088">
                  <c:v>36587</c:v>
                </c:pt>
                <c:pt idx="1089">
                  <c:v>36588</c:v>
                </c:pt>
                <c:pt idx="1090">
                  <c:v>36591</c:v>
                </c:pt>
                <c:pt idx="1091">
                  <c:v>36592</c:v>
                </c:pt>
                <c:pt idx="1092">
                  <c:v>36593</c:v>
                </c:pt>
                <c:pt idx="1093">
                  <c:v>36594</c:v>
                </c:pt>
                <c:pt idx="1094">
                  <c:v>36595</c:v>
                </c:pt>
                <c:pt idx="1095">
                  <c:v>36598</c:v>
                </c:pt>
                <c:pt idx="1096">
                  <c:v>36599</c:v>
                </c:pt>
                <c:pt idx="1097">
                  <c:v>36600</c:v>
                </c:pt>
                <c:pt idx="1098">
                  <c:v>36601</c:v>
                </c:pt>
                <c:pt idx="1099">
                  <c:v>36602</c:v>
                </c:pt>
                <c:pt idx="1100">
                  <c:v>36605</c:v>
                </c:pt>
                <c:pt idx="1101">
                  <c:v>36606</c:v>
                </c:pt>
                <c:pt idx="1102">
                  <c:v>36607</c:v>
                </c:pt>
                <c:pt idx="1103">
                  <c:v>36608</c:v>
                </c:pt>
                <c:pt idx="1104">
                  <c:v>36609</c:v>
                </c:pt>
                <c:pt idx="1105">
                  <c:v>36612</c:v>
                </c:pt>
                <c:pt idx="1106">
                  <c:v>36613</c:v>
                </c:pt>
                <c:pt idx="1107">
                  <c:v>36614</c:v>
                </c:pt>
                <c:pt idx="1108">
                  <c:v>36615</c:v>
                </c:pt>
                <c:pt idx="1109">
                  <c:v>36616</c:v>
                </c:pt>
                <c:pt idx="1110">
                  <c:v>36619</c:v>
                </c:pt>
                <c:pt idx="1111">
                  <c:v>36620</c:v>
                </c:pt>
                <c:pt idx="1112">
                  <c:v>36621</c:v>
                </c:pt>
                <c:pt idx="1113">
                  <c:v>36622</c:v>
                </c:pt>
                <c:pt idx="1114">
                  <c:v>36623</c:v>
                </c:pt>
                <c:pt idx="1115">
                  <c:v>36626</c:v>
                </c:pt>
                <c:pt idx="1116">
                  <c:v>36627</c:v>
                </c:pt>
                <c:pt idx="1117">
                  <c:v>36628</c:v>
                </c:pt>
                <c:pt idx="1118">
                  <c:v>36629</c:v>
                </c:pt>
                <c:pt idx="1119">
                  <c:v>36630</c:v>
                </c:pt>
                <c:pt idx="1120">
                  <c:v>36633</c:v>
                </c:pt>
                <c:pt idx="1121">
                  <c:v>36634</c:v>
                </c:pt>
                <c:pt idx="1122">
                  <c:v>36635</c:v>
                </c:pt>
                <c:pt idx="1123">
                  <c:v>36636</c:v>
                </c:pt>
                <c:pt idx="1124">
                  <c:v>36637</c:v>
                </c:pt>
                <c:pt idx="1125">
                  <c:v>36640</c:v>
                </c:pt>
                <c:pt idx="1126">
                  <c:v>36641</c:v>
                </c:pt>
                <c:pt idx="1127">
                  <c:v>36642</c:v>
                </c:pt>
                <c:pt idx="1128">
                  <c:v>36643</c:v>
                </c:pt>
                <c:pt idx="1129">
                  <c:v>36644</c:v>
                </c:pt>
                <c:pt idx="1130">
                  <c:v>36647</c:v>
                </c:pt>
                <c:pt idx="1131">
                  <c:v>36648</c:v>
                </c:pt>
                <c:pt idx="1132">
                  <c:v>36649</c:v>
                </c:pt>
                <c:pt idx="1133">
                  <c:v>36650</c:v>
                </c:pt>
                <c:pt idx="1134">
                  <c:v>36651</c:v>
                </c:pt>
                <c:pt idx="1135">
                  <c:v>36654</c:v>
                </c:pt>
                <c:pt idx="1136">
                  <c:v>36655</c:v>
                </c:pt>
                <c:pt idx="1137">
                  <c:v>36656</c:v>
                </c:pt>
                <c:pt idx="1138">
                  <c:v>36657</c:v>
                </c:pt>
                <c:pt idx="1139">
                  <c:v>36658</c:v>
                </c:pt>
                <c:pt idx="1140">
                  <c:v>36661</c:v>
                </c:pt>
                <c:pt idx="1141">
                  <c:v>36662</c:v>
                </c:pt>
                <c:pt idx="1142">
                  <c:v>36663</c:v>
                </c:pt>
                <c:pt idx="1143">
                  <c:v>36664</c:v>
                </c:pt>
                <c:pt idx="1144">
                  <c:v>36665</c:v>
                </c:pt>
                <c:pt idx="1145">
                  <c:v>36668</c:v>
                </c:pt>
                <c:pt idx="1146">
                  <c:v>36669</c:v>
                </c:pt>
                <c:pt idx="1147">
                  <c:v>36670</c:v>
                </c:pt>
                <c:pt idx="1148">
                  <c:v>36671</c:v>
                </c:pt>
                <c:pt idx="1149">
                  <c:v>36672</c:v>
                </c:pt>
                <c:pt idx="1150">
                  <c:v>36675</c:v>
                </c:pt>
                <c:pt idx="1151">
                  <c:v>36676</c:v>
                </c:pt>
                <c:pt idx="1152">
                  <c:v>36677</c:v>
                </c:pt>
                <c:pt idx="1153">
                  <c:v>36678</c:v>
                </c:pt>
                <c:pt idx="1154">
                  <c:v>36679</c:v>
                </c:pt>
                <c:pt idx="1155">
                  <c:v>36682</c:v>
                </c:pt>
                <c:pt idx="1156">
                  <c:v>36683</c:v>
                </c:pt>
                <c:pt idx="1157">
                  <c:v>36684</c:v>
                </c:pt>
                <c:pt idx="1158">
                  <c:v>36685</c:v>
                </c:pt>
                <c:pt idx="1159">
                  <c:v>36686</c:v>
                </c:pt>
                <c:pt idx="1160">
                  <c:v>36689</c:v>
                </c:pt>
                <c:pt idx="1161">
                  <c:v>36690</c:v>
                </c:pt>
                <c:pt idx="1162">
                  <c:v>36691</c:v>
                </c:pt>
                <c:pt idx="1163">
                  <c:v>36692</c:v>
                </c:pt>
                <c:pt idx="1164">
                  <c:v>36693</c:v>
                </c:pt>
                <c:pt idx="1165">
                  <c:v>36696</c:v>
                </c:pt>
                <c:pt idx="1166">
                  <c:v>36697</c:v>
                </c:pt>
                <c:pt idx="1167">
                  <c:v>36698</c:v>
                </c:pt>
                <c:pt idx="1168">
                  <c:v>36699</c:v>
                </c:pt>
                <c:pt idx="1169">
                  <c:v>36700</c:v>
                </c:pt>
                <c:pt idx="1170">
                  <c:v>36703</c:v>
                </c:pt>
                <c:pt idx="1171">
                  <c:v>36704</c:v>
                </c:pt>
                <c:pt idx="1172">
                  <c:v>36705</c:v>
                </c:pt>
                <c:pt idx="1173">
                  <c:v>36706</c:v>
                </c:pt>
                <c:pt idx="1174">
                  <c:v>36707</c:v>
                </c:pt>
                <c:pt idx="1175">
                  <c:v>36710</c:v>
                </c:pt>
                <c:pt idx="1176">
                  <c:v>36711</c:v>
                </c:pt>
                <c:pt idx="1177">
                  <c:v>36712</c:v>
                </c:pt>
                <c:pt idx="1178">
                  <c:v>36713</c:v>
                </c:pt>
                <c:pt idx="1179">
                  <c:v>36714</c:v>
                </c:pt>
                <c:pt idx="1180">
                  <c:v>36717</c:v>
                </c:pt>
                <c:pt idx="1181">
                  <c:v>36718</c:v>
                </c:pt>
                <c:pt idx="1182">
                  <c:v>36719</c:v>
                </c:pt>
                <c:pt idx="1183">
                  <c:v>36720</c:v>
                </c:pt>
                <c:pt idx="1184">
                  <c:v>36721</c:v>
                </c:pt>
                <c:pt idx="1185">
                  <c:v>36724</c:v>
                </c:pt>
                <c:pt idx="1186">
                  <c:v>36725</c:v>
                </c:pt>
                <c:pt idx="1187">
                  <c:v>36726</c:v>
                </c:pt>
                <c:pt idx="1188">
                  <c:v>36727</c:v>
                </c:pt>
                <c:pt idx="1189">
                  <c:v>36728</c:v>
                </c:pt>
                <c:pt idx="1190">
                  <c:v>36731</c:v>
                </c:pt>
                <c:pt idx="1191">
                  <c:v>36732</c:v>
                </c:pt>
                <c:pt idx="1192">
                  <c:v>36733</c:v>
                </c:pt>
                <c:pt idx="1193">
                  <c:v>36734</c:v>
                </c:pt>
                <c:pt idx="1194">
                  <c:v>36735</c:v>
                </c:pt>
                <c:pt idx="1195">
                  <c:v>36738</c:v>
                </c:pt>
                <c:pt idx="1196">
                  <c:v>36739</c:v>
                </c:pt>
                <c:pt idx="1197">
                  <c:v>36740</c:v>
                </c:pt>
                <c:pt idx="1198">
                  <c:v>36741</c:v>
                </c:pt>
                <c:pt idx="1199">
                  <c:v>36742</c:v>
                </c:pt>
                <c:pt idx="1200">
                  <c:v>36745</c:v>
                </c:pt>
                <c:pt idx="1201">
                  <c:v>36746</c:v>
                </c:pt>
                <c:pt idx="1202">
                  <c:v>36747</c:v>
                </c:pt>
                <c:pt idx="1203">
                  <c:v>36748</c:v>
                </c:pt>
                <c:pt idx="1204">
                  <c:v>36749</c:v>
                </c:pt>
                <c:pt idx="1205">
                  <c:v>36752</c:v>
                </c:pt>
                <c:pt idx="1206">
                  <c:v>36753</c:v>
                </c:pt>
                <c:pt idx="1207">
                  <c:v>36754</c:v>
                </c:pt>
                <c:pt idx="1208">
                  <c:v>36755</c:v>
                </c:pt>
                <c:pt idx="1209">
                  <c:v>36756</c:v>
                </c:pt>
                <c:pt idx="1210">
                  <c:v>36759</c:v>
                </c:pt>
                <c:pt idx="1211">
                  <c:v>36760</c:v>
                </c:pt>
                <c:pt idx="1212">
                  <c:v>36761</c:v>
                </c:pt>
                <c:pt idx="1213">
                  <c:v>36762</c:v>
                </c:pt>
                <c:pt idx="1214">
                  <c:v>36763</c:v>
                </c:pt>
                <c:pt idx="1215">
                  <c:v>36766</c:v>
                </c:pt>
                <c:pt idx="1216">
                  <c:v>36767</c:v>
                </c:pt>
                <c:pt idx="1217">
                  <c:v>36768</c:v>
                </c:pt>
                <c:pt idx="1218">
                  <c:v>36769</c:v>
                </c:pt>
                <c:pt idx="1219">
                  <c:v>36770</c:v>
                </c:pt>
                <c:pt idx="1220">
                  <c:v>36773</c:v>
                </c:pt>
                <c:pt idx="1221">
                  <c:v>36774</c:v>
                </c:pt>
                <c:pt idx="1222">
                  <c:v>36775</c:v>
                </c:pt>
                <c:pt idx="1223">
                  <c:v>36776</c:v>
                </c:pt>
                <c:pt idx="1224">
                  <c:v>36777</c:v>
                </c:pt>
                <c:pt idx="1225">
                  <c:v>36780</c:v>
                </c:pt>
                <c:pt idx="1226">
                  <c:v>36781</c:v>
                </c:pt>
                <c:pt idx="1227">
                  <c:v>36782</c:v>
                </c:pt>
                <c:pt idx="1228">
                  <c:v>36783</c:v>
                </c:pt>
                <c:pt idx="1229">
                  <c:v>36784</c:v>
                </c:pt>
                <c:pt idx="1230">
                  <c:v>36787</c:v>
                </c:pt>
                <c:pt idx="1231">
                  <c:v>36788</c:v>
                </c:pt>
                <c:pt idx="1232">
                  <c:v>36789</c:v>
                </c:pt>
                <c:pt idx="1233">
                  <c:v>36790</c:v>
                </c:pt>
                <c:pt idx="1234">
                  <c:v>36791</c:v>
                </c:pt>
                <c:pt idx="1235">
                  <c:v>36794</c:v>
                </c:pt>
                <c:pt idx="1236">
                  <c:v>36795</c:v>
                </c:pt>
                <c:pt idx="1237">
                  <c:v>36796</c:v>
                </c:pt>
                <c:pt idx="1238">
                  <c:v>36797</c:v>
                </c:pt>
                <c:pt idx="1239">
                  <c:v>36798</c:v>
                </c:pt>
                <c:pt idx="1240">
                  <c:v>36801</c:v>
                </c:pt>
                <c:pt idx="1241">
                  <c:v>36802</c:v>
                </c:pt>
                <c:pt idx="1242">
                  <c:v>36803</c:v>
                </c:pt>
                <c:pt idx="1243">
                  <c:v>36804</c:v>
                </c:pt>
                <c:pt idx="1244">
                  <c:v>36805</c:v>
                </c:pt>
                <c:pt idx="1245">
                  <c:v>36808</c:v>
                </c:pt>
                <c:pt idx="1246">
                  <c:v>36809</c:v>
                </c:pt>
                <c:pt idx="1247">
                  <c:v>36810</c:v>
                </c:pt>
                <c:pt idx="1248">
                  <c:v>36811</c:v>
                </c:pt>
                <c:pt idx="1249">
                  <c:v>36812</c:v>
                </c:pt>
                <c:pt idx="1250">
                  <c:v>36815</c:v>
                </c:pt>
                <c:pt idx="1251">
                  <c:v>36816</c:v>
                </c:pt>
                <c:pt idx="1252">
                  <c:v>36817</c:v>
                </c:pt>
                <c:pt idx="1253">
                  <c:v>36818</c:v>
                </c:pt>
                <c:pt idx="1254">
                  <c:v>36819</c:v>
                </c:pt>
                <c:pt idx="1255">
                  <c:v>36822</c:v>
                </c:pt>
                <c:pt idx="1256">
                  <c:v>36823</c:v>
                </c:pt>
                <c:pt idx="1257">
                  <c:v>36824</c:v>
                </c:pt>
                <c:pt idx="1258">
                  <c:v>36825</c:v>
                </c:pt>
                <c:pt idx="1259">
                  <c:v>36826</c:v>
                </c:pt>
                <c:pt idx="1260">
                  <c:v>36829</c:v>
                </c:pt>
                <c:pt idx="1261">
                  <c:v>36830</c:v>
                </c:pt>
                <c:pt idx="1262">
                  <c:v>36831</c:v>
                </c:pt>
                <c:pt idx="1263">
                  <c:v>36832</c:v>
                </c:pt>
                <c:pt idx="1264">
                  <c:v>36833</c:v>
                </c:pt>
                <c:pt idx="1265">
                  <c:v>36836</c:v>
                </c:pt>
                <c:pt idx="1266">
                  <c:v>36837</c:v>
                </c:pt>
                <c:pt idx="1267">
                  <c:v>36838</c:v>
                </c:pt>
                <c:pt idx="1268">
                  <c:v>36839</c:v>
                </c:pt>
                <c:pt idx="1269">
                  <c:v>36840</c:v>
                </c:pt>
                <c:pt idx="1270">
                  <c:v>36843</c:v>
                </c:pt>
                <c:pt idx="1271">
                  <c:v>36844</c:v>
                </c:pt>
                <c:pt idx="1272">
                  <c:v>36845</c:v>
                </c:pt>
                <c:pt idx="1273">
                  <c:v>36846</c:v>
                </c:pt>
                <c:pt idx="1274">
                  <c:v>36847</c:v>
                </c:pt>
                <c:pt idx="1275">
                  <c:v>36850</c:v>
                </c:pt>
                <c:pt idx="1276">
                  <c:v>36851</c:v>
                </c:pt>
                <c:pt idx="1277">
                  <c:v>36852</c:v>
                </c:pt>
                <c:pt idx="1278">
                  <c:v>36853</c:v>
                </c:pt>
                <c:pt idx="1279">
                  <c:v>36854</c:v>
                </c:pt>
                <c:pt idx="1280">
                  <c:v>36857</c:v>
                </c:pt>
                <c:pt idx="1281">
                  <c:v>36858</c:v>
                </c:pt>
                <c:pt idx="1282">
                  <c:v>36859</c:v>
                </c:pt>
                <c:pt idx="1283">
                  <c:v>36860</c:v>
                </c:pt>
                <c:pt idx="1284">
                  <c:v>36861</c:v>
                </c:pt>
                <c:pt idx="1285">
                  <c:v>36864</c:v>
                </c:pt>
                <c:pt idx="1286">
                  <c:v>36865</c:v>
                </c:pt>
                <c:pt idx="1287">
                  <c:v>36866</c:v>
                </c:pt>
                <c:pt idx="1288">
                  <c:v>36867</c:v>
                </c:pt>
                <c:pt idx="1289">
                  <c:v>36868</c:v>
                </c:pt>
                <c:pt idx="1290">
                  <c:v>36871</c:v>
                </c:pt>
                <c:pt idx="1291">
                  <c:v>36872</c:v>
                </c:pt>
                <c:pt idx="1292">
                  <c:v>36873</c:v>
                </c:pt>
                <c:pt idx="1293">
                  <c:v>36874</c:v>
                </c:pt>
                <c:pt idx="1294">
                  <c:v>36875</c:v>
                </c:pt>
                <c:pt idx="1295">
                  <c:v>36878</c:v>
                </c:pt>
                <c:pt idx="1296">
                  <c:v>36879</c:v>
                </c:pt>
                <c:pt idx="1297">
                  <c:v>36880</c:v>
                </c:pt>
                <c:pt idx="1298">
                  <c:v>36881</c:v>
                </c:pt>
                <c:pt idx="1299">
                  <c:v>36882</c:v>
                </c:pt>
                <c:pt idx="1300">
                  <c:v>36885</c:v>
                </c:pt>
                <c:pt idx="1301">
                  <c:v>36886</c:v>
                </c:pt>
                <c:pt idx="1302">
                  <c:v>36887</c:v>
                </c:pt>
                <c:pt idx="1303">
                  <c:v>36888</c:v>
                </c:pt>
                <c:pt idx="1304">
                  <c:v>36889</c:v>
                </c:pt>
                <c:pt idx="1305">
                  <c:v>36892</c:v>
                </c:pt>
                <c:pt idx="1306">
                  <c:v>36893</c:v>
                </c:pt>
                <c:pt idx="1307">
                  <c:v>36894</c:v>
                </c:pt>
                <c:pt idx="1308">
                  <c:v>36895</c:v>
                </c:pt>
                <c:pt idx="1309">
                  <c:v>36896</c:v>
                </c:pt>
                <c:pt idx="1310">
                  <c:v>36899</c:v>
                </c:pt>
                <c:pt idx="1311">
                  <c:v>36900</c:v>
                </c:pt>
                <c:pt idx="1312">
                  <c:v>36901</c:v>
                </c:pt>
                <c:pt idx="1313">
                  <c:v>36902</c:v>
                </c:pt>
                <c:pt idx="1314">
                  <c:v>36903</c:v>
                </c:pt>
                <c:pt idx="1315">
                  <c:v>36906</c:v>
                </c:pt>
                <c:pt idx="1316">
                  <c:v>36907</c:v>
                </c:pt>
                <c:pt idx="1317">
                  <c:v>36908</c:v>
                </c:pt>
                <c:pt idx="1318">
                  <c:v>36909</c:v>
                </c:pt>
                <c:pt idx="1319">
                  <c:v>36910</c:v>
                </c:pt>
                <c:pt idx="1320">
                  <c:v>36913</c:v>
                </c:pt>
                <c:pt idx="1321">
                  <c:v>36914</c:v>
                </c:pt>
                <c:pt idx="1322">
                  <c:v>36915</c:v>
                </c:pt>
                <c:pt idx="1323">
                  <c:v>36916</c:v>
                </c:pt>
                <c:pt idx="1324">
                  <c:v>36917</c:v>
                </c:pt>
                <c:pt idx="1325">
                  <c:v>36920</c:v>
                </c:pt>
                <c:pt idx="1326">
                  <c:v>36921</c:v>
                </c:pt>
                <c:pt idx="1327">
                  <c:v>36922</c:v>
                </c:pt>
                <c:pt idx="1328">
                  <c:v>36923</c:v>
                </c:pt>
                <c:pt idx="1329">
                  <c:v>36924</c:v>
                </c:pt>
                <c:pt idx="1330">
                  <c:v>36927</c:v>
                </c:pt>
                <c:pt idx="1331">
                  <c:v>36928</c:v>
                </c:pt>
                <c:pt idx="1332">
                  <c:v>36929</c:v>
                </c:pt>
                <c:pt idx="1333">
                  <c:v>36930</c:v>
                </c:pt>
                <c:pt idx="1334">
                  <c:v>36931</c:v>
                </c:pt>
                <c:pt idx="1335">
                  <c:v>36934</c:v>
                </c:pt>
                <c:pt idx="1336">
                  <c:v>36935</c:v>
                </c:pt>
                <c:pt idx="1337">
                  <c:v>36936</c:v>
                </c:pt>
                <c:pt idx="1338">
                  <c:v>36937</c:v>
                </c:pt>
                <c:pt idx="1339">
                  <c:v>36938</c:v>
                </c:pt>
                <c:pt idx="1340">
                  <c:v>36941</c:v>
                </c:pt>
                <c:pt idx="1341">
                  <c:v>36942</c:v>
                </c:pt>
                <c:pt idx="1342">
                  <c:v>36943</c:v>
                </c:pt>
                <c:pt idx="1343">
                  <c:v>36944</c:v>
                </c:pt>
                <c:pt idx="1344">
                  <c:v>36945</c:v>
                </c:pt>
                <c:pt idx="1345">
                  <c:v>36948</c:v>
                </c:pt>
                <c:pt idx="1346">
                  <c:v>36949</c:v>
                </c:pt>
                <c:pt idx="1347">
                  <c:v>36950</c:v>
                </c:pt>
                <c:pt idx="1348">
                  <c:v>36951</c:v>
                </c:pt>
                <c:pt idx="1349">
                  <c:v>36952</c:v>
                </c:pt>
                <c:pt idx="1350">
                  <c:v>36955</c:v>
                </c:pt>
                <c:pt idx="1351">
                  <c:v>36956</c:v>
                </c:pt>
                <c:pt idx="1352">
                  <c:v>36957</c:v>
                </c:pt>
                <c:pt idx="1353">
                  <c:v>36958</c:v>
                </c:pt>
                <c:pt idx="1354">
                  <c:v>36959</c:v>
                </c:pt>
                <c:pt idx="1355">
                  <c:v>36962</c:v>
                </c:pt>
                <c:pt idx="1356">
                  <c:v>36963</c:v>
                </c:pt>
                <c:pt idx="1357">
                  <c:v>36964</c:v>
                </c:pt>
                <c:pt idx="1358">
                  <c:v>36965</c:v>
                </c:pt>
                <c:pt idx="1359">
                  <c:v>36966</c:v>
                </c:pt>
                <c:pt idx="1360">
                  <c:v>36969</c:v>
                </c:pt>
                <c:pt idx="1361">
                  <c:v>36970</c:v>
                </c:pt>
                <c:pt idx="1362">
                  <c:v>36971</c:v>
                </c:pt>
                <c:pt idx="1363">
                  <c:v>36972</c:v>
                </c:pt>
                <c:pt idx="1364">
                  <c:v>36973</c:v>
                </c:pt>
                <c:pt idx="1365">
                  <c:v>36976</c:v>
                </c:pt>
                <c:pt idx="1366">
                  <c:v>36977</c:v>
                </c:pt>
                <c:pt idx="1367">
                  <c:v>36978</c:v>
                </c:pt>
                <c:pt idx="1368">
                  <c:v>36979</c:v>
                </c:pt>
                <c:pt idx="1369">
                  <c:v>36980</c:v>
                </c:pt>
                <c:pt idx="1370">
                  <c:v>36983</c:v>
                </c:pt>
                <c:pt idx="1371">
                  <c:v>36984</c:v>
                </c:pt>
                <c:pt idx="1372">
                  <c:v>36985</c:v>
                </c:pt>
                <c:pt idx="1373">
                  <c:v>36986</c:v>
                </c:pt>
                <c:pt idx="1374">
                  <c:v>36987</c:v>
                </c:pt>
                <c:pt idx="1375">
                  <c:v>36990</c:v>
                </c:pt>
                <c:pt idx="1376">
                  <c:v>36991</c:v>
                </c:pt>
                <c:pt idx="1377">
                  <c:v>36992</c:v>
                </c:pt>
                <c:pt idx="1378">
                  <c:v>36993</c:v>
                </c:pt>
                <c:pt idx="1379">
                  <c:v>36994</c:v>
                </c:pt>
                <c:pt idx="1380">
                  <c:v>36997</c:v>
                </c:pt>
                <c:pt idx="1381">
                  <c:v>36998</c:v>
                </c:pt>
                <c:pt idx="1382">
                  <c:v>36999</c:v>
                </c:pt>
                <c:pt idx="1383">
                  <c:v>37000</c:v>
                </c:pt>
                <c:pt idx="1384">
                  <c:v>37001</c:v>
                </c:pt>
                <c:pt idx="1385">
                  <c:v>37004</c:v>
                </c:pt>
                <c:pt idx="1386">
                  <c:v>37005</c:v>
                </c:pt>
                <c:pt idx="1387">
                  <c:v>37006</c:v>
                </c:pt>
                <c:pt idx="1388">
                  <c:v>37007</c:v>
                </c:pt>
                <c:pt idx="1389">
                  <c:v>37008</c:v>
                </c:pt>
                <c:pt idx="1390">
                  <c:v>37011</c:v>
                </c:pt>
                <c:pt idx="1391">
                  <c:v>37012</c:v>
                </c:pt>
                <c:pt idx="1392">
                  <c:v>37013</c:v>
                </c:pt>
                <c:pt idx="1393">
                  <c:v>37014</c:v>
                </c:pt>
                <c:pt idx="1394">
                  <c:v>37015</c:v>
                </c:pt>
                <c:pt idx="1395">
                  <c:v>37018</c:v>
                </c:pt>
                <c:pt idx="1396">
                  <c:v>37019</c:v>
                </c:pt>
                <c:pt idx="1397">
                  <c:v>37020</c:v>
                </c:pt>
                <c:pt idx="1398">
                  <c:v>37021</c:v>
                </c:pt>
                <c:pt idx="1399">
                  <c:v>37022</c:v>
                </c:pt>
                <c:pt idx="1400">
                  <c:v>37025</c:v>
                </c:pt>
                <c:pt idx="1401">
                  <c:v>37026</c:v>
                </c:pt>
                <c:pt idx="1402">
                  <c:v>37027</c:v>
                </c:pt>
                <c:pt idx="1403">
                  <c:v>37028</c:v>
                </c:pt>
                <c:pt idx="1404">
                  <c:v>37029</c:v>
                </c:pt>
                <c:pt idx="1405">
                  <c:v>37032</c:v>
                </c:pt>
                <c:pt idx="1406">
                  <c:v>37033</c:v>
                </c:pt>
                <c:pt idx="1407">
                  <c:v>37034</c:v>
                </c:pt>
                <c:pt idx="1408">
                  <c:v>37035</c:v>
                </c:pt>
                <c:pt idx="1409">
                  <c:v>37036</c:v>
                </c:pt>
                <c:pt idx="1410">
                  <c:v>37039</c:v>
                </c:pt>
                <c:pt idx="1411">
                  <c:v>37040</c:v>
                </c:pt>
                <c:pt idx="1412">
                  <c:v>37041</c:v>
                </c:pt>
                <c:pt idx="1413">
                  <c:v>37042</c:v>
                </c:pt>
                <c:pt idx="1414">
                  <c:v>37043</c:v>
                </c:pt>
                <c:pt idx="1415">
                  <c:v>37046</c:v>
                </c:pt>
                <c:pt idx="1416">
                  <c:v>37047</c:v>
                </c:pt>
                <c:pt idx="1417">
                  <c:v>37048</c:v>
                </c:pt>
                <c:pt idx="1418">
                  <c:v>37049</c:v>
                </c:pt>
                <c:pt idx="1419">
                  <c:v>37050</c:v>
                </c:pt>
                <c:pt idx="1420">
                  <c:v>37053</c:v>
                </c:pt>
                <c:pt idx="1421">
                  <c:v>37054</c:v>
                </c:pt>
                <c:pt idx="1422">
                  <c:v>37055</c:v>
                </c:pt>
                <c:pt idx="1423">
                  <c:v>37056</c:v>
                </c:pt>
                <c:pt idx="1424">
                  <c:v>37057</c:v>
                </c:pt>
                <c:pt idx="1425">
                  <c:v>37060</c:v>
                </c:pt>
                <c:pt idx="1426">
                  <c:v>37061</c:v>
                </c:pt>
                <c:pt idx="1427">
                  <c:v>37062</c:v>
                </c:pt>
                <c:pt idx="1428">
                  <c:v>37063</c:v>
                </c:pt>
                <c:pt idx="1429">
                  <c:v>37064</c:v>
                </c:pt>
                <c:pt idx="1430">
                  <c:v>37067</c:v>
                </c:pt>
                <c:pt idx="1431">
                  <c:v>37068</c:v>
                </c:pt>
                <c:pt idx="1432">
                  <c:v>37069</c:v>
                </c:pt>
                <c:pt idx="1433">
                  <c:v>37070</c:v>
                </c:pt>
                <c:pt idx="1434">
                  <c:v>37071</c:v>
                </c:pt>
                <c:pt idx="1435">
                  <c:v>37074</c:v>
                </c:pt>
                <c:pt idx="1436">
                  <c:v>37075</c:v>
                </c:pt>
                <c:pt idx="1437">
                  <c:v>37076</c:v>
                </c:pt>
                <c:pt idx="1438">
                  <c:v>37077</c:v>
                </c:pt>
                <c:pt idx="1439">
                  <c:v>37078</c:v>
                </c:pt>
                <c:pt idx="1440">
                  <c:v>37081</c:v>
                </c:pt>
                <c:pt idx="1441">
                  <c:v>37082</c:v>
                </c:pt>
                <c:pt idx="1442">
                  <c:v>37083</c:v>
                </c:pt>
                <c:pt idx="1443">
                  <c:v>37084</c:v>
                </c:pt>
                <c:pt idx="1444">
                  <c:v>37085</c:v>
                </c:pt>
                <c:pt idx="1445">
                  <c:v>37088</c:v>
                </c:pt>
                <c:pt idx="1446">
                  <c:v>37089</c:v>
                </c:pt>
                <c:pt idx="1447">
                  <c:v>37090</c:v>
                </c:pt>
                <c:pt idx="1448">
                  <c:v>37091</c:v>
                </c:pt>
                <c:pt idx="1449">
                  <c:v>37092</c:v>
                </c:pt>
                <c:pt idx="1450">
                  <c:v>37095</c:v>
                </c:pt>
                <c:pt idx="1451">
                  <c:v>37096</c:v>
                </c:pt>
                <c:pt idx="1452">
                  <c:v>37097</c:v>
                </c:pt>
                <c:pt idx="1453">
                  <c:v>37098</c:v>
                </c:pt>
                <c:pt idx="1454">
                  <c:v>37099</c:v>
                </c:pt>
                <c:pt idx="1455">
                  <c:v>37102</c:v>
                </c:pt>
                <c:pt idx="1456">
                  <c:v>37103</c:v>
                </c:pt>
                <c:pt idx="1457">
                  <c:v>37104</c:v>
                </c:pt>
                <c:pt idx="1458">
                  <c:v>37105</c:v>
                </c:pt>
                <c:pt idx="1459">
                  <c:v>37106</c:v>
                </c:pt>
                <c:pt idx="1460">
                  <c:v>37109</c:v>
                </c:pt>
                <c:pt idx="1461">
                  <c:v>37110</c:v>
                </c:pt>
                <c:pt idx="1462">
                  <c:v>37111</c:v>
                </c:pt>
                <c:pt idx="1463">
                  <c:v>37112</c:v>
                </c:pt>
                <c:pt idx="1464">
                  <c:v>37113</c:v>
                </c:pt>
                <c:pt idx="1465">
                  <c:v>37116</c:v>
                </c:pt>
                <c:pt idx="1466">
                  <c:v>37117</c:v>
                </c:pt>
                <c:pt idx="1467">
                  <c:v>37118</c:v>
                </c:pt>
                <c:pt idx="1468">
                  <c:v>37119</c:v>
                </c:pt>
                <c:pt idx="1469">
                  <c:v>37120</c:v>
                </c:pt>
                <c:pt idx="1470">
                  <c:v>37123</c:v>
                </c:pt>
                <c:pt idx="1471">
                  <c:v>37124</c:v>
                </c:pt>
                <c:pt idx="1472">
                  <c:v>37125</c:v>
                </c:pt>
                <c:pt idx="1473">
                  <c:v>37126</c:v>
                </c:pt>
                <c:pt idx="1474">
                  <c:v>37127</c:v>
                </c:pt>
                <c:pt idx="1475">
                  <c:v>37130</c:v>
                </c:pt>
                <c:pt idx="1476">
                  <c:v>37131</c:v>
                </c:pt>
                <c:pt idx="1477">
                  <c:v>37132</c:v>
                </c:pt>
                <c:pt idx="1478">
                  <c:v>37133</c:v>
                </c:pt>
                <c:pt idx="1479">
                  <c:v>37134</c:v>
                </c:pt>
                <c:pt idx="1480">
                  <c:v>37137</c:v>
                </c:pt>
                <c:pt idx="1481">
                  <c:v>37138</c:v>
                </c:pt>
                <c:pt idx="1482">
                  <c:v>37139</c:v>
                </c:pt>
                <c:pt idx="1483">
                  <c:v>37140</c:v>
                </c:pt>
                <c:pt idx="1484">
                  <c:v>37141</c:v>
                </c:pt>
                <c:pt idx="1485">
                  <c:v>37144</c:v>
                </c:pt>
                <c:pt idx="1486">
                  <c:v>37145</c:v>
                </c:pt>
                <c:pt idx="1487">
                  <c:v>37146</c:v>
                </c:pt>
                <c:pt idx="1488">
                  <c:v>37147</c:v>
                </c:pt>
                <c:pt idx="1489">
                  <c:v>37148</c:v>
                </c:pt>
                <c:pt idx="1490">
                  <c:v>37151</c:v>
                </c:pt>
                <c:pt idx="1491">
                  <c:v>37152</c:v>
                </c:pt>
                <c:pt idx="1492">
                  <c:v>37153</c:v>
                </c:pt>
                <c:pt idx="1493">
                  <c:v>37154</c:v>
                </c:pt>
                <c:pt idx="1494">
                  <c:v>37155</c:v>
                </c:pt>
                <c:pt idx="1495">
                  <c:v>37158</c:v>
                </c:pt>
                <c:pt idx="1496">
                  <c:v>37159</c:v>
                </c:pt>
                <c:pt idx="1497">
                  <c:v>37160</c:v>
                </c:pt>
                <c:pt idx="1498">
                  <c:v>37161</c:v>
                </c:pt>
                <c:pt idx="1499">
                  <c:v>37162</c:v>
                </c:pt>
                <c:pt idx="1500">
                  <c:v>37165</c:v>
                </c:pt>
                <c:pt idx="1501">
                  <c:v>37166</c:v>
                </c:pt>
                <c:pt idx="1502">
                  <c:v>37167</c:v>
                </c:pt>
                <c:pt idx="1503">
                  <c:v>37168</c:v>
                </c:pt>
                <c:pt idx="1504">
                  <c:v>37169</c:v>
                </c:pt>
                <c:pt idx="1505">
                  <c:v>37172</c:v>
                </c:pt>
                <c:pt idx="1506">
                  <c:v>37173</c:v>
                </c:pt>
                <c:pt idx="1507">
                  <c:v>37174</c:v>
                </c:pt>
                <c:pt idx="1508">
                  <c:v>37175</c:v>
                </c:pt>
                <c:pt idx="1509">
                  <c:v>37176</c:v>
                </c:pt>
                <c:pt idx="1510">
                  <c:v>37179</c:v>
                </c:pt>
                <c:pt idx="1511">
                  <c:v>37180</c:v>
                </c:pt>
                <c:pt idx="1512">
                  <c:v>37181</c:v>
                </c:pt>
                <c:pt idx="1513">
                  <c:v>37182</c:v>
                </c:pt>
                <c:pt idx="1514">
                  <c:v>37183</c:v>
                </c:pt>
                <c:pt idx="1515">
                  <c:v>37186</c:v>
                </c:pt>
                <c:pt idx="1516">
                  <c:v>37187</c:v>
                </c:pt>
                <c:pt idx="1517">
                  <c:v>37188</c:v>
                </c:pt>
                <c:pt idx="1518">
                  <c:v>37189</c:v>
                </c:pt>
                <c:pt idx="1519">
                  <c:v>37190</c:v>
                </c:pt>
                <c:pt idx="1520">
                  <c:v>37193</c:v>
                </c:pt>
                <c:pt idx="1521">
                  <c:v>37194</c:v>
                </c:pt>
                <c:pt idx="1522">
                  <c:v>37195</c:v>
                </c:pt>
                <c:pt idx="1523">
                  <c:v>37196</c:v>
                </c:pt>
                <c:pt idx="1524">
                  <c:v>37197</c:v>
                </c:pt>
                <c:pt idx="1525">
                  <c:v>37200</c:v>
                </c:pt>
                <c:pt idx="1526">
                  <c:v>37201</c:v>
                </c:pt>
                <c:pt idx="1527">
                  <c:v>37202</c:v>
                </c:pt>
                <c:pt idx="1528">
                  <c:v>37203</c:v>
                </c:pt>
                <c:pt idx="1529">
                  <c:v>37204</c:v>
                </c:pt>
                <c:pt idx="1530">
                  <c:v>37207</c:v>
                </c:pt>
                <c:pt idx="1531">
                  <c:v>37208</c:v>
                </c:pt>
                <c:pt idx="1532">
                  <c:v>37209</c:v>
                </c:pt>
                <c:pt idx="1533">
                  <c:v>37210</c:v>
                </c:pt>
                <c:pt idx="1534">
                  <c:v>37211</c:v>
                </c:pt>
                <c:pt idx="1535">
                  <c:v>37214</c:v>
                </c:pt>
                <c:pt idx="1536">
                  <c:v>37215</c:v>
                </c:pt>
                <c:pt idx="1537">
                  <c:v>37216</c:v>
                </c:pt>
                <c:pt idx="1538">
                  <c:v>37217</c:v>
                </c:pt>
                <c:pt idx="1539">
                  <c:v>37218</c:v>
                </c:pt>
                <c:pt idx="1540">
                  <c:v>37221</c:v>
                </c:pt>
                <c:pt idx="1541">
                  <c:v>37222</c:v>
                </c:pt>
                <c:pt idx="1542">
                  <c:v>37223</c:v>
                </c:pt>
                <c:pt idx="1543">
                  <c:v>37224</c:v>
                </c:pt>
                <c:pt idx="1544">
                  <c:v>37225</c:v>
                </c:pt>
                <c:pt idx="1545">
                  <c:v>37228</c:v>
                </c:pt>
                <c:pt idx="1546">
                  <c:v>37229</c:v>
                </c:pt>
                <c:pt idx="1547">
                  <c:v>37230</c:v>
                </c:pt>
                <c:pt idx="1548">
                  <c:v>37231</c:v>
                </c:pt>
                <c:pt idx="1549">
                  <c:v>37232</c:v>
                </c:pt>
                <c:pt idx="1550">
                  <c:v>37235</c:v>
                </c:pt>
                <c:pt idx="1551">
                  <c:v>37236</c:v>
                </c:pt>
                <c:pt idx="1552">
                  <c:v>37237</c:v>
                </c:pt>
                <c:pt idx="1553">
                  <c:v>37238</c:v>
                </c:pt>
                <c:pt idx="1554">
                  <c:v>37239</c:v>
                </c:pt>
                <c:pt idx="1555">
                  <c:v>37242</c:v>
                </c:pt>
                <c:pt idx="1556">
                  <c:v>37243</c:v>
                </c:pt>
                <c:pt idx="1557">
                  <c:v>37244</c:v>
                </c:pt>
                <c:pt idx="1558">
                  <c:v>37245</c:v>
                </c:pt>
                <c:pt idx="1559">
                  <c:v>37246</c:v>
                </c:pt>
                <c:pt idx="1560">
                  <c:v>37249</c:v>
                </c:pt>
                <c:pt idx="1561">
                  <c:v>37250</c:v>
                </c:pt>
                <c:pt idx="1562">
                  <c:v>37251</c:v>
                </c:pt>
                <c:pt idx="1563">
                  <c:v>37252</c:v>
                </c:pt>
                <c:pt idx="1564">
                  <c:v>37253</c:v>
                </c:pt>
                <c:pt idx="1565">
                  <c:v>37256</c:v>
                </c:pt>
                <c:pt idx="1566">
                  <c:v>37257</c:v>
                </c:pt>
                <c:pt idx="1567">
                  <c:v>37258</c:v>
                </c:pt>
                <c:pt idx="1568">
                  <c:v>37259</c:v>
                </c:pt>
                <c:pt idx="1569">
                  <c:v>37260</c:v>
                </c:pt>
                <c:pt idx="1570">
                  <c:v>37263</c:v>
                </c:pt>
                <c:pt idx="1571">
                  <c:v>37264</c:v>
                </c:pt>
                <c:pt idx="1572">
                  <c:v>37265</c:v>
                </c:pt>
                <c:pt idx="1573">
                  <c:v>37266</c:v>
                </c:pt>
                <c:pt idx="1574">
                  <c:v>37267</c:v>
                </c:pt>
                <c:pt idx="1575">
                  <c:v>37270</c:v>
                </c:pt>
                <c:pt idx="1576">
                  <c:v>37271</c:v>
                </c:pt>
                <c:pt idx="1577">
                  <c:v>37272</c:v>
                </c:pt>
                <c:pt idx="1578">
                  <c:v>37273</c:v>
                </c:pt>
                <c:pt idx="1579">
                  <c:v>37274</c:v>
                </c:pt>
                <c:pt idx="1580">
                  <c:v>37277</c:v>
                </c:pt>
                <c:pt idx="1581">
                  <c:v>37278</c:v>
                </c:pt>
                <c:pt idx="1582">
                  <c:v>37279</c:v>
                </c:pt>
                <c:pt idx="1583">
                  <c:v>37280</c:v>
                </c:pt>
                <c:pt idx="1584">
                  <c:v>37281</c:v>
                </c:pt>
                <c:pt idx="1585">
                  <c:v>37284</c:v>
                </c:pt>
                <c:pt idx="1586">
                  <c:v>37285</c:v>
                </c:pt>
                <c:pt idx="1587">
                  <c:v>37286</c:v>
                </c:pt>
                <c:pt idx="1588">
                  <c:v>37287</c:v>
                </c:pt>
                <c:pt idx="1589">
                  <c:v>37288</c:v>
                </c:pt>
                <c:pt idx="1590">
                  <c:v>37291</c:v>
                </c:pt>
                <c:pt idx="1591">
                  <c:v>37292</c:v>
                </c:pt>
                <c:pt idx="1592">
                  <c:v>37293</c:v>
                </c:pt>
                <c:pt idx="1593">
                  <c:v>37294</c:v>
                </c:pt>
                <c:pt idx="1594">
                  <c:v>37295</c:v>
                </c:pt>
                <c:pt idx="1595">
                  <c:v>37298</c:v>
                </c:pt>
                <c:pt idx="1596">
                  <c:v>37299</c:v>
                </c:pt>
                <c:pt idx="1597">
                  <c:v>37300</c:v>
                </c:pt>
                <c:pt idx="1598">
                  <c:v>37301</c:v>
                </c:pt>
                <c:pt idx="1599">
                  <c:v>37302</c:v>
                </c:pt>
                <c:pt idx="1600">
                  <c:v>37305</c:v>
                </c:pt>
                <c:pt idx="1601">
                  <c:v>37306</c:v>
                </c:pt>
                <c:pt idx="1602">
                  <c:v>37307</c:v>
                </c:pt>
                <c:pt idx="1603">
                  <c:v>37308</c:v>
                </c:pt>
                <c:pt idx="1604">
                  <c:v>37309</c:v>
                </c:pt>
                <c:pt idx="1605">
                  <c:v>37312</c:v>
                </c:pt>
                <c:pt idx="1606">
                  <c:v>37313</c:v>
                </c:pt>
                <c:pt idx="1607">
                  <c:v>37314</c:v>
                </c:pt>
                <c:pt idx="1608">
                  <c:v>37315</c:v>
                </c:pt>
                <c:pt idx="1609">
                  <c:v>37316</c:v>
                </c:pt>
                <c:pt idx="1610">
                  <c:v>37319</c:v>
                </c:pt>
                <c:pt idx="1611">
                  <c:v>37320</c:v>
                </c:pt>
                <c:pt idx="1612">
                  <c:v>37321</c:v>
                </c:pt>
                <c:pt idx="1613">
                  <c:v>37322</c:v>
                </c:pt>
                <c:pt idx="1614">
                  <c:v>37323</c:v>
                </c:pt>
                <c:pt idx="1615">
                  <c:v>37326</c:v>
                </c:pt>
                <c:pt idx="1616">
                  <c:v>37327</c:v>
                </c:pt>
                <c:pt idx="1617">
                  <c:v>37328</c:v>
                </c:pt>
                <c:pt idx="1618">
                  <c:v>37329</c:v>
                </c:pt>
                <c:pt idx="1619">
                  <c:v>37330</c:v>
                </c:pt>
                <c:pt idx="1620">
                  <c:v>37333</c:v>
                </c:pt>
                <c:pt idx="1621">
                  <c:v>37334</c:v>
                </c:pt>
                <c:pt idx="1622">
                  <c:v>37335</c:v>
                </c:pt>
                <c:pt idx="1623">
                  <c:v>37336</c:v>
                </c:pt>
                <c:pt idx="1624">
                  <c:v>37337</c:v>
                </c:pt>
                <c:pt idx="1625">
                  <c:v>37340</c:v>
                </c:pt>
                <c:pt idx="1626">
                  <c:v>37341</c:v>
                </c:pt>
                <c:pt idx="1627">
                  <c:v>37342</c:v>
                </c:pt>
                <c:pt idx="1628">
                  <c:v>37343</c:v>
                </c:pt>
                <c:pt idx="1629">
                  <c:v>37344</c:v>
                </c:pt>
                <c:pt idx="1630">
                  <c:v>37347</c:v>
                </c:pt>
                <c:pt idx="1631">
                  <c:v>37348</c:v>
                </c:pt>
                <c:pt idx="1632">
                  <c:v>37349</c:v>
                </c:pt>
                <c:pt idx="1633">
                  <c:v>37350</c:v>
                </c:pt>
                <c:pt idx="1634">
                  <c:v>37351</c:v>
                </c:pt>
                <c:pt idx="1635">
                  <c:v>37354</c:v>
                </c:pt>
                <c:pt idx="1636">
                  <c:v>37355</c:v>
                </c:pt>
                <c:pt idx="1637">
                  <c:v>37356</c:v>
                </c:pt>
                <c:pt idx="1638">
                  <c:v>37357</c:v>
                </c:pt>
                <c:pt idx="1639">
                  <c:v>37358</c:v>
                </c:pt>
                <c:pt idx="1640">
                  <c:v>37361</c:v>
                </c:pt>
                <c:pt idx="1641">
                  <c:v>37362</c:v>
                </c:pt>
                <c:pt idx="1642">
                  <c:v>37363</c:v>
                </c:pt>
                <c:pt idx="1643">
                  <c:v>37364</c:v>
                </c:pt>
                <c:pt idx="1644">
                  <c:v>37365</c:v>
                </c:pt>
                <c:pt idx="1645">
                  <c:v>37368</c:v>
                </c:pt>
                <c:pt idx="1646">
                  <c:v>37369</c:v>
                </c:pt>
                <c:pt idx="1647">
                  <c:v>37370</c:v>
                </c:pt>
                <c:pt idx="1648">
                  <c:v>37371</c:v>
                </c:pt>
                <c:pt idx="1649">
                  <c:v>37372</c:v>
                </c:pt>
                <c:pt idx="1650">
                  <c:v>37375</c:v>
                </c:pt>
                <c:pt idx="1651">
                  <c:v>37376</c:v>
                </c:pt>
                <c:pt idx="1652">
                  <c:v>37377</c:v>
                </c:pt>
                <c:pt idx="1653">
                  <c:v>37378</c:v>
                </c:pt>
                <c:pt idx="1654">
                  <c:v>37379</c:v>
                </c:pt>
                <c:pt idx="1655">
                  <c:v>37382</c:v>
                </c:pt>
                <c:pt idx="1656">
                  <c:v>37383</c:v>
                </c:pt>
                <c:pt idx="1657">
                  <c:v>37384</c:v>
                </c:pt>
                <c:pt idx="1658">
                  <c:v>37385</c:v>
                </c:pt>
                <c:pt idx="1659">
                  <c:v>37386</c:v>
                </c:pt>
                <c:pt idx="1660">
                  <c:v>37389</c:v>
                </c:pt>
                <c:pt idx="1661">
                  <c:v>37390</c:v>
                </c:pt>
                <c:pt idx="1662">
                  <c:v>37391</c:v>
                </c:pt>
                <c:pt idx="1663">
                  <c:v>37392</c:v>
                </c:pt>
                <c:pt idx="1664">
                  <c:v>37393</c:v>
                </c:pt>
                <c:pt idx="1665">
                  <c:v>37396</c:v>
                </c:pt>
                <c:pt idx="1666">
                  <c:v>37397</c:v>
                </c:pt>
                <c:pt idx="1667">
                  <c:v>37398</c:v>
                </c:pt>
                <c:pt idx="1668">
                  <c:v>37399</c:v>
                </c:pt>
                <c:pt idx="1669">
                  <c:v>37400</c:v>
                </c:pt>
                <c:pt idx="1670">
                  <c:v>37403</c:v>
                </c:pt>
                <c:pt idx="1671">
                  <c:v>37404</c:v>
                </c:pt>
                <c:pt idx="1672">
                  <c:v>37405</c:v>
                </c:pt>
                <c:pt idx="1673">
                  <c:v>37406</c:v>
                </c:pt>
                <c:pt idx="1674">
                  <c:v>37407</c:v>
                </c:pt>
                <c:pt idx="1675">
                  <c:v>37410</c:v>
                </c:pt>
                <c:pt idx="1676">
                  <c:v>37411</c:v>
                </c:pt>
                <c:pt idx="1677">
                  <c:v>37412</c:v>
                </c:pt>
                <c:pt idx="1678">
                  <c:v>37413</c:v>
                </c:pt>
                <c:pt idx="1679">
                  <c:v>37414</c:v>
                </c:pt>
                <c:pt idx="1680">
                  <c:v>37417</c:v>
                </c:pt>
                <c:pt idx="1681">
                  <c:v>37418</c:v>
                </c:pt>
                <c:pt idx="1682">
                  <c:v>37419</c:v>
                </c:pt>
                <c:pt idx="1683">
                  <c:v>37420</c:v>
                </c:pt>
                <c:pt idx="1684">
                  <c:v>37421</c:v>
                </c:pt>
                <c:pt idx="1685">
                  <c:v>37424</c:v>
                </c:pt>
                <c:pt idx="1686">
                  <c:v>37425</c:v>
                </c:pt>
                <c:pt idx="1687">
                  <c:v>37426</c:v>
                </c:pt>
                <c:pt idx="1688">
                  <c:v>37427</c:v>
                </c:pt>
                <c:pt idx="1689">
                  <c:v>37428</c:v>
                </c:pt>
                <c:pt idx="1690">
                  <c:v>37431</c:v>
                </c:pt>
                <c:pt idx="1691">
                  <c:v>37432</c:v>
                </c:pt>
                <c:pt idx="1692">
                  <c:v>37433</c:v>
                </c:pt>
                <c:pt idx="1693">
                  <c:v>37434</c:v>
                </c:pt>
                <c:pt idx="1694">
                  <c:v>37435</c:v>
                </c:pt>
                <c:pt idx="1695">
                  <c:v>37438</c:v>
                </c:pt>
                <c:pt idx="1696">
                  <c:v>37439</c:v>
                </c:pt>
                <c:pt idx="1697">
                  <c:v>37440</c:v>
                </c:pt>
                <c:pt idx="1698">
                  <c:v>37441</c:v>
                </c:pt>
                <c:pt idx="1699">
                  <c:v>37442</c:v>
                </c:pt>
                <c:pt idx="1700">
                  <c:v>37445</c:v>
                </c:pt>
                <c:pt idx="1701">
                  <c:v>37446</c:v>
                </c:pt>
                <c:pt idx="1702">
                  <c:v>37447</c:v>
                </c:pt>
                <c:pt idx="1703">
                  <c:v>37448</c:v>
                </c:pt>
                <c:pt idx="1704">
                  <c:v>37449</c:v>
                </c:pt>
                <c:pt idx="1705">
                  <c:v>37452</c:v>
                </c:pt>
                <c:pt idx="1706">
                  <c:v>37453</c:v>
                </c:pt>
                <c:pt idx="1707">
                  <c:v>37454</c:v>
                </c:pt>
                <c:pt idx="1708">
                  <c:v>37455</c:v>
                </c:pt>
                <c:pt idx="1709">
                  <c:v>37456</c:v>
                </c:pt>
                <c:pt idx="1710">
                  <c:v>37459</c:v>
                </c:pt>
                <c:pt idx="1711">
                  <c:v>37460</c:v>
                </c:pt>
                <c:pt idx="1712">
                  <c:v>37461</c:v>
                </c:pt>
                <c:pt idx="1713">
                  <c:v>37462</c:v>
                </c:pt>
                <c:pt idx="1714">
                  <c:v>37463</c:v>
                </c:pt>
                <c:pt idx="1715">
                  <c:v>37466</c:v>
                </c:pt>
                <c:pt idx="1716">
                  <c:v>37467</c:v>
                </c:pt>
                <c:pt idx="1717">
                  <c:v>37468</c:v>
                </c:pt>
                <c:pt idx="1718">
                  <c:v>37469</c:v>
                </c:pt>
                <c:pt idx="1719">
                  <c:v>37470</c:v>
                </c:pt>
                <c:pt idx="1720">
                  <c:v>37473</c:v>
                </c:pt>
                <c:pt idx="1721">
                  <c:v>37474</c:v>
                </c:pt>
                <c:pt idx="1722">
                  <c:v>37475</c:v>
                </c:pt>
                <c:pt idx="1723">
                  <c:v>37476</c:v>
                </c:pt>
                <c:pt idx="1724">
                  <c:v>37477</c:v>
                </c:pt>
                <c:pt idx="1725">
                  <c:v>37480</c:v>
                </c:pt>
                <c:pt idx="1726">
                  <c:v>37481</c:v>
                </c:pt>
                <c:pt idx="1727">
                  <c:v>37482</c:v>
                </c:pt>
                <c:pt idx="1728">
                  <c:v>37483</c:v>
                </c:pt>
                <c:pt idx="1729">
                  <c:v>37484</c:v>
                </c:pt>
                <c:pt idx="1730">
                  <c:v>37487</c:v>
                </c:pt>
                <c:pt idx="1731">
                  <c:v>37488</c:v>
                </c:pt>
                <c:pt idx="1732">
                  <c:v>37489</c:v>
                </c:pt>
                <c:pt idx="1733">
                  <c:v>37490</c:v>
                </c:pt>
                <c:pt idx="1734">
                  <c:v>37491</c:v>
                </c:pt>
                <c:pt idx="1735">
                  <c:v>37494</c:v>
                </c:pt>
                <c:pt idx="1736">
                  <c:v>37495</c:v>
                </c:pt>
                <c:pt idx="1737">
                  <c:v>37496</c:v>
                </c:pt>
                <c:pt idx="1738">
                  <c:v>37497</c:v>
                </c:pt>
                <c:pt idx="1739">
                  <c:v>37498</c:v>
                </c:pt>
                <c:pt idx="1740">
                  <c:v>37501</c:v>
                </c:pt>
                <c:pt idx="1741">
                  <c:v>37502</c:v>
                </c:pt>
                <c:pt idx="1742">
                  <c:v>37503</c:v>
                </c:pt>
                <c:pt idx="1743">
                  <c:v>37504</c:v>
                </c:pt>
                <c:pt idx="1744">
                  <c:v>37505</c:v>
                </c:pt>
                <c:pt idx="1745">
                  <c:v>37508</c:v>
                </c:pt>
                <c:pt idx="1746">
                  <c:v>37509</c:v>
                </c:pt>
                <c:pt idx="1747">
                  <c:v>37510</c:v>
                </c:pt>
                <c:pt idx="1748">
                  <c:v>37511</c:v>
                </c:pt>
                <c:pt idx="1749">
                  <c:v>37512</c:v>
                </c:pt>
                <c:pt idx="1750">
                  <c:v>37515</c:v>
                </c:pt>
                <c:pt idx="1751">
                  <c:v>37516</c:v>
                </c:pt>
                <c:pt idx="1752">
                  <c:v>37517</c:v>
                </c:pt>
                <c:pt idx="1753">
                  <c:v>37518</c:v>
                </c:pt>
                <c:pt idx="1754">
                  <c:v>37519</c:v>
                </c:pt>
                <c:pt idx="1755">
                  <c:v>37522</c:v>
                </c:pt>
                <c:pt idx="1756">
                  <c:v>37523</c:v>
                </c:pt>
                <c:pt idx="1757">
                  <c:v>37524</c:v>
                </c:pt>
                <c:pt idx="1758">
                  <c:v>37525</c:v>
                </c:pt>
                <c:pt idx="1759">
                  <c:v>37526</c:v>
                </c:pt>
                <c:pt idx="1760">
                  <c:v>37529</c:v>
                </c:pt>
                <c:pt idx="1761">
                  <c:v>37530</c:v>
                </c:pt>
                <c:pt idx="1762">
                  <c:v>37531</c:v>
                </c:pt>
                <c:pt idx="1763">
                  <c:v>37532</c:v>
                </c:pt>
                <c:pt idx="1764">
                  <c:v>37533</c:v>
                </c:pt>
                <c:pt idx="1765">
                  <c:v>37536</c:v>
                </c:pt>
                <c:pt idx="1766">
                  <c:v>37537</c:v>
                </c:pt>
                <c:pt idx="1767">
                  <c:v>37538</c:v>
                </c:pt>
                <c:pt idx="1768">
                  <c:v>37539</c:v>
                </c:pt>
                <c:pt idx="1769">
                  <c:v>37540</c:v>
                </c:pt>
                <c:pt idx="1770">
                  <c:v>37543</c:v>
                </c:pt>
                <c:pt idx="1771">
                  <c:v>37544</c:v>
                </c:pt>
                <c:pt idx="1772">
                  <c:v>37545</c:v>
                </c:pt>
                <c:pt idx="1773">
                  <c:v>37546</c:v>
                </c:pt>
                <c:pt idx="1774">
                  <c:v>37547</c:v>
                </c:pt>
                <c:pt idx="1775">
                  <c:v>37550</c:v>
                </c:pt>
                <c:pt idx="1776">
                  <c:v>37551</c:v>
                </c:pt>
                <c:pt idx="1777">
                  <c:v>37552</c:v>
                </c:pt>
                <c:pt idx="1778">
                  <c:v>37553</c:v>
                </c:pt>
                <c:pt idx="1779">
                  <c:v>37554</c:v>
                </c:pt>
                <c:pt idx="1780">
                  <c:v>37557</c:v>
                </c:pt>
                <c:pt idx="1781">
                  <c:v>37558</c:v>
                </c:pt>
                <c:pt idx="1782">
                  <c:v>37559</c:v>
                </c:pt>
                <c:pt idx="1783">
                  <c:v>37560</c:v>
                </c:pt>
                <c:pt idx="1784">
                  <c:v>37561</c:v>
                </c:pt>
                <c:pt idx="1785">
                  <c:v>37564</c:v>
                </c:pt>
                <c:pt idx="1786">
                  <c:v>37565</c:v>
                </c:pt>
                <c:pt idx="1787">
                  <c:v>37566</c:v>
                </c:pt>
                <c:pt idx="1788">
                  <c:v>37567</c:v>
                </c:pt>
                <c:pt idx="1789">
                  <c:v>37568</c:v>
                </c:pt>
                <c:pt idx="1790">
                  <c:v>37571</c:v>
                </c:pt>
                <c:pt idx="1791">
                  <c:v>37572</c:v>
                </c:pt>
                <c:pt idx="1792">
                  <c:v>37573</c:v>
                </c:pt>
                <c:pt idx="1793">
                  <c:v>37574</c:v>
                </c:pt>
                <c:pt idx="1794">
                  <c:v>37575</c:v>
                </c:pt>
                <c:pt idx="1795">
                  <c:v>37578</c:v>
                </c:pt>
                <c:pt idx="1796">
                  <c:v>37579</c:v>
                </c:pt>
                <c:pt idx="1797">
                  <c:v>37580</c:v>
                </c:pt>
                <c:pt idx="1798">
                  <c:v>37581</c:v>
                </c:pt>
                <c:pt idx="1799">
                  <c:v>37582</c:v>
                </c:pt>
                <c:pt idx="1800">
                  <c:v>37585</c:v>
                </c:pt>
                <c:pt idx="1801">
                  <c:v>37586</c:v>
                </c:pt>
                <c:pt idx="1802">
                  <c:v>37587</c:v>
                </c:pt>
                <c:pt idx="1803">
                  <c:v>37588</c:v>
                </c:pt>
                <c:pt idx="1804">
                  <c:v>37589</c:v>
                </c:pt>
                <c:pt idx="1805">
                  <c:v>37592</c:v>
                </c:pt>
                <c:pt idx="1806">
                  <c:v>37593</c:v>
                </c:pt>
                <c:pt idx="1807">
                  <c:v>37594</c:v>
                </c:pt>
                <c:pt idx="1808">
                  <c:v>37595</c:v>
                </c:pt>
                <c:pt idx="1809">
                  <c:v>37596</c:v>
                </c:pt>
                <c:pt idx="1810">
                  <c:v>37599</c:v>
                </c:pt>
                <c:pt idx="1811">
                  <c:v>37600</c:v>
                </c:pt>
                <c:pt idx="1812">
                  <c:v>37601</c:v>
                </c:pt>
                <c:pt idx="1813">
                  <c:v>37602</c:v>
                </c:pt>
                <c:pt idx="1814">
                  <c:v>37603</c:v>
                </c:pt>
                <c:pt idx="1815">
                  <c:v>37606</c:v>
                </c:pt>
                <c:pt idx="1816">
                  <c:v>37607</c:v>
                </c:pt>
                <c:pt idx="1817">
                  <c:v>37608</c:v>
                </c:pt>
                <c:pt idx="1818">
                  <c:v>37609</c:v>
                </c:pt>
                <c:pt idx="1819">
                  <c:v>37610</c:v>
                </c:pt>
                <c:pt idx="1820">
                  <c:v>37613</c:v>
                </c:pt>
                <c:pt idx="1821">
                  <c:v>37614</c:v>
                </c:pt>
                <c:pt idx="1822">
                  <c:v>37615</c:v>
                </c:pt>
                <c:pt idx="1823">
                  <c:v>37616</c:v>
                </c:pt>
                <c:pt idx="1824">
                  <c:v>37617</c:v>
                </c:pt>
                <c:pt idx="1825">
                  <c:v>37620</c:v>
                </c:pt>
                <c:pt idx="1826">
                  <c:v>37621</c:v>
                </c:pt>
                <c:pt idx="1827">
                  <c:v>37622</c:v>
                </c:pt>
                <c:pt idx="1828">
                  <c:v>37623</c:v>
                </c:pt>
                <c:pt idx="1829">
                  <c:v>37624</c:v>
                </c:pt>
                <c:pt idx="1830">
                  <c:v>37627</c:v>
                </c:pt>
                <c:pt idx="1831">
                  <c:v>37628</c:v>
                </c:pt>
                <c:pt idx="1832">
                  <c:v>37629</c:v>
                </c:pt>
                <c:pt idx="1833">
                  <c:v>37630</c:v>
                </c:pt>
                <c:pt idx="1834">
                  <c:v>37631</c:v>
                </c:pt>
                <c:pt idx="1835">
                  <c:v>37634</c:v>
                </c:pt>
                <c:pt idx="1836">
                  <c:v>37635</c:v>
                </c:pt>
                <c:pt idx="1837">
                  <c:v>37636</c:v>
                </c:pt>
                <c:pt idx="1838">
                  <c:v>37637</c:v>
                </c:pt>
                <c:pt idx="1839">
                  <c:v>37638</c:v>
                </c:pt>
                <c:pt idx="1840">
                  <c:v>37641</c:v>
                </c:pt>
                <c:pt idx="1841">
                  <c:v>37642</c:v>
                </c:pt>
                <c:pt idx="1842">
                  <c:v>37643</c:v>
                </c:pt>
                <c:pt idx="1843">
                  <c:v>37644</c:v>
                </c:pt>
                <c:pt idx="1844">
                  <c:v>37645</c:v>
                </c:pt>
                <c:pt idx="1845">
                  <c:v>37648</c:v>
                </c:pt>
                <c:pt idx="1846">
                  <c:v>37649</c:v>
                </c:pt>
                <c:pt idx="1847">
                  <c:v>37650</c:v>
                </c:pt>
                <c:pt idx="1848">
                  <c:v>37651</c:v>
                </c:pt>
                <c:pt idx="1849">
                  <c:v>37652</c:v>
                </c:pt>
                <c:pt idx="1850">
                  <c:v>37655</c:v>
                </c:pt>
                <c:pt idx="1851">
                  <c:v>37656</c:v>
                </c:pt>
                <c:pt idx="1852">
                  <c:v>37657</c:v>
                </c:pt>
                <c:pt idx="1853">
                  <c:v>37658</c:v>
                </c:pt>
                <c:pt idx="1854">
                  <c:v>37659</c:v>
                </c:pt>
                <c:pt idx="1855">
                  <c:v>37662</c:v>
                </c:pt>
                <c:pt idx="1856">
                  <c:v>37663</c:v>
                </c:pt>
                <c:pt idx="1857">
                  <c:v>37664</c:v>
                </c:pt>
                <c:pt idx="1858">
                  <c:v>37665</c:v>
                </c:pt>
                <c:pt idx="1859">
                  <c:v>37666</c:v>
                </c:pt>
                <c:pt idx="1860">
                  <c:v>37669</c:v>
                </c:pt>
                <c:pt idx="1861">
                  <c:v>37670</c:v>
                </c:pt>
                <c:pt idx="1862">
                  <c:v>37671</c:v>
                </c:pt>
                <c:pt idx="1863">
                  <c:v>37672</c:v>
                </c:pt>
                <c:pt idx="1864">
                  <c:v>37673</c:v>
                </c:pt>
                <c:pt idx="1865">
                  <c:v>37676</c:v>
                </c:pt>
                <c:pt idx="1866">
                  <c:v>37677</c:v>
                </c:pt>
                <c:pt idx="1867">
                  <c:v>37678</c:v>
                </c:pt>
                <c:pt idx="1868">
                  <c:v>37679</c:v>
                </c:pt>
                <c:pt idx="1869">
                  <c:v>37680</c:v>
                </c:pt>
                <c:pt idx="1870">
                  <c:v>37683</c:v>
                </c:pt>
                <c:pt idx="1871">
                  <c:v>37684</c:v>
                </c:pt>
                <c:pt idx="1872">
                  <c:v>37685</c:v>
                </c:pt>
                <c:pt idx="1873">
                  <c:v>37686</c:v>
                </c:pt>
                <c:pt idx="1874">
                  <c:v>37687</c:v>
                </c:pt>
                <c:pt idx="1875">
                  <c:v>37690</c:v>
                </c:pt>
                <c:pt idx="1876">
                  <c:v>37691</c:v>
                </c:pt>
                <c:pt idx="1877">
                  <c:v>37692</c:v>
                </c:pt>
                <c:pt idx="1878">
                  <c:v>37693</c:v>
                </c:pt>
                <c:pt idx="1879">
                  <c:v>37694</c:v>
                </c:pt>
                <c:pt idx="1880">
                  <c:v>37697</c:v>
                </c:pt>
                <c:pt idx="1881">
                  <c:v>37698</c:v>
                </c:pt>
                <c:pt idx="1882">
                  <c:v>37699</c:v>
                </c:pt>
                <c:pt idx="1883">
                  <c:v>37700</c:v>
                </c:pt>
                <c:pt idx="1884">
                  <c:v>37701</c:v>
                </c:pt>
                <c:pt idx="1885">
                  <c:v>37704</c:v>
                </c:pt>
                <c:pt idx="1886">
                  <c:v>37705</c:v>
                </c:pt>
                <c:pt idx="1887">
                  <c:v>37706</c:v>
                </c:pt>
                <c:pt idx="1888">
                  <c:v>37707</c:v>
                </c:pt>
                <c:pt idx="1889">
                  <c:v>37708</c:v>
                </c:pt>
                <c:pt idx="1890">
                  <c:v>37711</c:v>
                </c:pt>
                <c:pt idx="1891">
                  <c:v>37712</c:v>
                </c:pt>
                <c:pt idx="1892">
                  <c:v>37713</c:v>
                </c:pt>
                <c:pt idx="1893">
                  <c:v>37714</c:v>
                </c:pt>
                <c:pt idx="1894">
                  <c:v>37715</c:v>
                </c:pt>
                <c:pt idx="1895">
                  <c:v>37718</c:v>
                </c:pt>
                <c:pt idx="1896">
                  <c:v>37719</c:v>
                </c:pt>
                <c:pt idx="1897">
                  <c:v>37720</c:v>
                </c:pt>
                <c:pt idx="1898">
                  <c:v>37721</c:v>
                </c:pt>
                <c:pt idx="1899">
                  <c:v>37722</c:v>
                </c:pt>
                <c:pt idx="1900">
                  <c:v>37725</c:v>
                </c:pt>
                <c:pt idx="1901">
                  <c:v>37726</c:v>
                </c:pt>
                <c:pt idx="1902">
                  <c:v>37727</c:v>
                </c:pt>
                <c:pt idx="1903">
                  <c:v>37728</c:v>
                </c:pt>
                <c:pt idx="1904">
                  <c:v>37729</c:v>
                </c:pt>
                <c:pt idx="1905">
                  <c:v>37732</c:v>
                </c:pt>
                <c:pt idx="1906">
                  <c:v>37733</c:v>
                </c:pt>
                <c:pt idx="1907">
                  <c:v>37734</c:v>
                </c:pt>
                <c:pt idx="1908">
                  <c:v>37735</c:v>
                </c:pt>
                <c:pt idx="1909">
                  <c:v>37736</c:v>
                </c:pt>
                <c:pt idx="1910">
                  <c:v>37739</c:v>
                </c:pt>
                <c:pt idx="1911">
                  <c:v>37740</c:v>
                </c:pt>
                <c:pt idx="1912">
                  <c:v>37741</c:v>
                </c:pt>
                <c:pt idx="1913">
                  <c:v>37742</c:v>
                </c:pt>
                <c:pt idx="1914">
                  <c:v>37743</c:v>
                </c:pt>
                <c:pt idx="1915">
                  <c:v>37746</c:v>
                </c:pt>
                <c:pt idx="1916">
                  <c:v>37747</c:v>
                </c:pt>
                <c:pt idx="1917">
                  <c:v>37748</c:v>
                </c:pt>
                <c:pt idx="1918">
                  <c:v>37749</c:v>
                </c:pt>
                <c:pt idx="1919">
                  <c:v>37750</c:v>
                </c:pt>
                <c:pt idx="1920">
                  <c:v>37753</c:v>
                </c:pt>
                <c:pt idx="1921">
                  <c:v>37754</c:v>
                </c:pt>
                <c:pt idx="1922">
                  <c:v>37755</c:v>
                </c:pt>
                <c:pt idx="1923">
                  <c:v>37756</c:v>
                </c:pt>
                <c:pt idx="1924">
                  <c:v>37757</c:v>
                </c:pt>
                <c:pt idx="1925">
                  <c:v>37760</c:v>
                </c:pt>
                <c:pt idx="1926">
                  <c:v>37761</c:v>
                </c:pt>
                <c:pt idx="1927">
                  <c:v>37762</c:v>
                </c:pt>
                <c:pt idx="1928">
                  <c:v>37763</c:v>
                </c:pt>
                <c:pt idx="1929">
                  <c:v>37764</c:v>
                </c:pt>
                <c:pt idx="1930">
                  <c:v>37767</c:v>
                </c:pt>
                <c:pt idx="1931">
                  <c:v>37768</c:v>
                </c:pt>
                <c:pt idx="1932">
                  <c:v>37769</c:v>
                </c:pt>
                <c:pt idx="1933">
                  <c:v>37770</c:v>
                </c:pt>
                <c:pt idx="1934">
                  <c:v>37771</c:v>
                </c:pt>
                <c:pt idx="1935">
                  <c:v>37774</c:v>
                </c:pt>
                <c:pt idx="1936">
                  <c:v>37775</c:v>
                </c:pt>
                <c:pt idx="1937">
                  <c:v>37776</c:v>
                </c:pt>
                <c:pt idx="1938">
                  <c:v>37777</c:v>
                </c:pt>
                <c:pt idx="1939">
                  <c:v>37778</c:v>
                </c:pt>
                <c:pt idx="1940">
                  <c:v>37781</c:v>
                </c:pt>
                <c:pt idx="1941">
                  <c:v>37782</c:v>
                </c:pt>
                <c:pt idx="1942">
                  <c:v>37783</c:v>
                </c:pt>
                <c:pt idx="1943">
                  <c:v>37784</c:v>
                </c:pt>
                <c:pt idx="1944">
                  <c:v>37785</c:v>
                </c:pt>
                <c:pt idx="1945">
                  <c:v>37788</c:v>
                </c:pt>
                <c:pt idx="1946">
                  <c:v>37789</c:v>
                </c:pt>
                <c:pt idx="1947">
                  <c:v>37790</c:v>
                </c:pt>
                <c:pt idx="1948">
                  <c:v>37791</c:v>
                </c:pt>
                <c:pt idx="1949">
                  <c:v>37792</c:v>
                </c:pt>
                <c:pt idx="1950">
                  <c:v>37795</c:v>
                </c:pt>
                <c:pt idx="1951">
                  <c:v>37796</c:v>
                </c:pt>
                <c:pt idx="1952">
                  <c:v>37797</c:v>
                </c:pt>
                <c:pt idx="1953">
                  <c:v>37798</c:v>
                </c:pt>
                <c:pt idx="1954">
                  <c:v>37799</c:v>
                </c:pt>
                <c:pt idx="1955">
                  <c:v>37802</c:v>
                </c:pt>
                <c:pt idx="1956">
                  <c:v>37803</c:v>
                </c:pt>
                <c:pt idx="1957">
                  <c:v>37804</c:v>
                </c:pt>
                <c:pt idx="1958">
                  <c:v>37805</c:v>
                </c:pt>
                <c:pt idx="1959">
                  <c:v>37806</c:v>
                </c:pt>
                <c:pt idx="1960">
                  <c:v>37809</c:v>
                </c:pt>
                <c:pt idx="1961">
                  <c:v>37810</c:v>
                </c:pt>
                <c:pt idx="1962">
                  <c:v>37811</c:v>
                </c:pt>
                <c:pt idx="1963">
                  <c:v>37812</c:v>
                </c:pt>
                <c:pt idx="1964">
                  <c:v>37813</c:v>
                </c:pt>
                <c:pt idx="1965">
                  <c:v>37816</c:v>
                </c:pt>
                <c:pt idx="1966">
                  <c:v>37817</c:v>
                </c:pt>
                <c:pt idx="1967">
                  <c:v>37818</c:v>
                </c:pt>
                <c:pt idx="1968">
                  <c:v>37819</c:v>
                </c:pt>
                <c:pt idx="1969">
                  <c:v>37820</c:v>
                </c:pt>
                <c:pt idx="1970">
                  <c:v>37823</c:v>
                </c:pt>
                <c:pt idx="1971">
                  <c:v>37824</c:v>
                </c:pt>
                <c:pt idx="1972">
                  <c:v>37825</c:v>
                </c:pt>
                <c:pt idx="1973">
                  <c:v>37826</c:v>
                </c:pt>
                <c:pt idx="1974">
                  <c:v>37827</c:v>
                </c:pt>
                <c:pt idx="1975">
                  <c:v>37830</c:v>
                </c:pt>
                <c:pt idx="1976">
                  <c:v>37831</c:v>
                </c:pt>
                <c:pt idx="1977">
                  <c:v>37832</c:v>
                </c:pt>
                <c:pt idx="1978">
                  <c:v>37833</c:v>
                </c:pt>
                <c:pt idx="1979">
                  <c:v>37834</c:v>
                </c:pt>
                <c:pt idx="1980">
                  <c:v>37837</c:v>
                </c:pt>
                <c:pt idx="1981">
                  <c:v>37838</c:v>
                </c:pt>
                <c:pt idx="1982">
                  <c:v>37839</c:v>
                </c:pt>
                <c:pt idx="1983">
                  <c:v>37840</c:v>
                </c:pt>
                <c:pt idx="1984">
                  <c:v>37841</c:v>
                </c:pt>
                <c:pt idx="1985">
                  <c:v>37844</c:v>
                </c:pt>
                <c:pt idx="1986">
                  <c:v>37845</c:v>
                </c:pt>
                <c:pt idx="1987">
                  <c:v>37846</c:v>
                </c:pt>
                <c:pt idx="1988">
                  <c:v>37847</c:v>
                </c:pt>
                <c:pt idx="1989">
                  <c:v>37848</c:v>
                </c:pt>
                <c:pt idx="1990">
                  <c:v>37851</c:v>
                </c:pt>
                <c:pt idx="1991">
                  <c:v>37852</c:v>
                </c:pt>
                <c:pt idx="1992">
                  <c:v>37853</c:v>
                </c:pt>
                <c:pt idx="1993">
                  <c:v>37854</c:v>
                </c:pt>
                <c:pt idx="1994">
                  <c:v>37855</c:v>
                </c:pt>
                <c:pt idx="1995">
                  <c:v>37858</c:v>
                </c:pt>
                <c:pt idx="1996">
                  <c:v>37859</c:v>
                </c:pt>
                <c:pt idx="1997">
                  <c:v>37860</c:v>
                </c:pt>
                <c:pt idx="1998">
                  <c:v>37861</c:v>
                </c:pt>
                <c:pt idx="1999">
                  <c:v>37862</c:v>
                </c:pt>
                <c:pt idx="2000">
                  <c:v>37865</c:v>
                </c:pt>
                <c:pt idx="2001">
                  <c:v>37866</c:v>
                </c:pt>
                <c:pt idx="2002">
                  <c:v>37867</c:v>
                </c:pt>
                <c:pt idx="2003">
                  <c:v>37868</c:v>
                </c:pt>
                <c:pt idx="2004">
                  <c:v>37869</c:v>
                </c:pt>
                <c:pt idx="2005">
                  <c:v>37872</c:v>
                </c:pt>
                <c:pt idx="2006">
                  <c:v>37873</c:v>
                </c:pt>
                <c:pt idx="2007">
                  <c:v>37874</c:v>
                </c:pt>
                <c:pt idx="2008">
                  <c:v>37875</c:v>
                </c:pt>
                <c:pt idx="2009">
                  <c:v>37876</c:v>
                </c:pt>
                <c:pt idx="2010">
                  <c:v>37879</c:v>
                </c:pt>
                <c:pt idx="2011">
                  <c:v>37880</c:v>
                </c:pt>
                <c:pt idx="2012">
                  <c:v>37881</c:v>
                </c:pt>
                <c:pt idx="2013">
                  <c:v>37882</c:v>
                </c:pt>
                <c:pt idx="2014">
                  <c:v>37883</c:v>
                </c:pt>
                <c:pt idx="2015">
                  <c:v>37886</c:v>
                </c:pt>
                <c:pt idx="2016">
                  <c:v>37887</c:v>
                </c:pt>
                <c:pt idx="2017">
                  <c:v>37888</c:v>
                </c:pt>
                <c:pt idx="2018">
                  <c:v>37889</c:v>
                </c:pt>
                <c:pt idx="2019">
                  <c:v>37890</c:v>
                </c:pt>
                <c:pt idx="2020">
                  <c:v>37893</c:v>
                </c:pt>
                <c:pt idx="2021">
                  <c:v>37894</c:v>
                </c:pt>
                <c:pt idx="2022">
                  <c:v>37895</c:v>
                </c:pt>
                <c:pt idx="2023">
                  <c:v>37896</c:v>
                </c:pt>
                <c:pt idx="2024">
                  <c:v>37897</c:v>
                </c:pt>
                <c:pt idx="2025">
                  <c:v>37900</c:v>
                </c:pt>
                <c:pt idx="2026">
                  <c:v>37901</c:v>
                </c:pt>
                <c:pt idx="2027">
                  <c:v>37902</c:v>
                </c:pt>
                <c:pt idx="2028">
                  <c:v>37903</c:v>
                </c:pt>
                <c:pt idx="2029">
                  <c:v>37904</c:v>
                </c:pt>
                <c:pt idx="2030">
                  <c:v>37907</c:v>
                </c:pt>
                <c:pt idx="2031">
                  <c:v>37908</c:v>
                </c:pt>
                <c:pt idx="2032">
                  <c:v>37909</c:v>
                </c:pt>
                <c:pt idx="2033">
                  <c:v>37910</c:v>
                </c:pt>
                <c:pt idx="2034">
                  <c:v>37911</c:v>
                </c:pt>
                <c:pt idx="2035">
                  <c:v>37914</c:v>
                </c:pt>
                <c:pt idx="2036">
                  <c:v>37915</c:v>
                </c:pt>
                <c:pt idx="2037">
                  <c:v>37916</c:v>
                </c:pt>
                <c:pt idx="2038">
                  <c:v>37917</c:v>
                </c:pt>
                <c:pt idx="2039">
                  <c:v>37918</c:v>
                </c:pt>
                <c:pt idx="2040">
                  <c:v>37921</c:v>
                </c:pt>
                <c:pt idx="2041">
                  <c:v>37922</c:v>
                </c:pt>
                <c:pt idx="2042">
                  <c:v>37923</c:v>
                </c:pt>
                <c:pt idx="2043">
                  <c:v>37924</c:v>
                </c:pt>
                <c:pt idx="2044">
                  <c:v>37925</c:v>
                </c:pt>
                <c:pt idx="2045">
                  <c:v>37928</c:v>
                </c:pt>
                <c:pt idx="2046">
                  <c:v>37929</c:v>
                </c:pt>
                <c:pt idx="2047">
                  <c:v>37930</c:v>
                </c:pt>
                <c:pt idx="2048">
                  <c:v>37931</c:v>
                </c:pt>
                <c:pt idx="2049">
                  <c:v>37932</c:v>
                </c:pt>
                <c:pt idx="2050">
                  <c:v>37935</c:v>
                </c:pt>
                <c:pt idx="2051">
                  <c:v>37936</c:v>
                </c:pt>
                <c:pt idx="2052">
                  <c:v>37937</c:v>
                </c:pt>
                <c:pt idx="2053">
                  <c:v>37938</c:v>
                </c:pt>
                <c:pt idx="2054">
                  <c:v>37939</c:v>
                </c:pt>
                <c:pt idx="2055">
                  <c:v>37942</c:v>
                </c:pt>
                <c:pt idx="2056">
                  <c:v>37943</c:v>
                </c:pt>
                <c:pt idx="2057">
                  <c:v>37944</c:v>
                </c:pt>
                <c:pt idx="2058">
                  <c:v>37945</c:v>
                </c:pt>
                <c:pt idx="2059">
                  <c:v>37946</c:v>
                </c:pt>
                <c:pt idx="2060">
                  <c:v>37949</c:v>
                </c:pt>
                <c:pt idx="2061">
                  <c:v>37950</c:v>
                </c:pt>
                <c:pt idx="2062">
                  <c:v>37951</c:v>
                </c:pt>
                <c:pt idx="2063">
                  <c:v>37952</c:v>
                </c:pt>
                <c:pt idx="2064">
                  <c:v>37953</c:v>
                </c:pt>
                <c:pt idx="2065">
                  <c:v>37956</c:v>
                </c:pt>
                <c:pt idx="2066">
                  <c:v>37957</c:v>
                </c:pt>
                <c:pt idx="2067">
                  <c:v>37958</c:v>
                </c:pt>
                <c:pt idx="2068">
                  <c:v>37959</c:v>
                </c:pt>
                <c:pt idx="2069">
                  <c:v>37960</c:v>
                </c:pt>
                <c:pt idx="2070">
                  <c:v>37963</c:v>
                </c:pt>
                <c:pt idx="2071">
                  <c:v>37964</c:v>
                </c:pt>
                <c:pt idx="2072">
                  <c:v>37965</c:v>
                </c:pt>
                <c:pt idx="2073">
                  <c:v>37966</c:v>
                </c:pt>
                <c:pt idx="2074">
                  <c:v>37967</c:v>
                </c:pt>
                <c:pt idx="2075">
                  <c:v>37970</c:v>
                </c:pt>
                <c:pt idx="2076">
                  <c:v>37971</c:v>
                </c:pt>
                <c:pt idx="2077">
                  <c:v>37972</c:v>
                </c:pt>
                <c:pt idx="2078">
                  <c:v>37973</c:v>
                </c:pt>
                <c:pt idx="2079">
                  <c:v>37974</c:v>
                </c:pt>
                <c:pt idx="2080">
                  <c:v>37977</c:v>
                </c:pt>
                <c:pt idx="2081">
                  <c:v>37978</c:v>
                </c:pt>
                <c:pt idx="2082">
                  <c:v>37979</c:v>
                </c:pt>
                <c:pt idx="2083">
                  <c:v>37980</c:v>
                </c:pt>
                <c:pt idx="2084">
                  <c:v>37981</c:v>
                </c:pt>
                <c:pt idx="2085">
                  <c:v>37984</c:v>
                </c:pt>
                <c:pt idx="2086">
                  <c:v>37985</c:v>
                </c:pt>
                <c:pt idx="2087">
                  <c:v>37986</c:v>
                </c:pt>
              </c:numCache>
            </c:numRef>
          </c:cat>
          <c:val>
            <c:numRef>
              <c:f>图5图6!$C$2:$C$2089</c:f>
              <c:numCache>
                <c:formatCode>0.00</c:formatCode>
                <c:ptCount val="2088"/>
                <c:pt idx="0">
                  <c:v>3.84</c:v>
                </c:pt>
                <c:pt idx="1">
                  <c:v>3.84</c:v>
                </c:pt>
                <c:pt idx="2">
                  <c:v>3.84</c:v>
                </c:pt>
                <c:pt idx="3">
                  <c:v>3.84</c:v>
                </c:pt>
                <c:pt idx="4">
                  <c:v>3.84</c:v>
                </c:pt>
                <c:pt idx="5">
                  <c:v>3.84</c:v>
                </c:pt>
                <c:pt idx="6">
                  <c:v>3.84</c:v>
                </c:pt>
                <c:pt idx="7">
                  <c:v>3.84</c:v>
                </c:pt>
                <c:pt idx="8">
                  <c:v>3.84</c:v>
                </c:pt>
                <c:pt idx="9">
                  <c:v>3.84</c:v>
                </c:pt>
                <c:pt idx="10">
                  <c:v>3.84</c:v>
                </c:pt>
                <c:pt idx="11">
                  <c:v>3.84</c:v>
                </c:pt>
                <c:pt idx="12">
                  <c:v>3.84</c:v>
                </c:pt>
                <c:pt idx="13">
                  <c:v>3.84</c:v>
                </c:pt>
                <c:pt idx="14">
                  <c:v>3.84</c:v>
                </c:pt>
                <c:pt idx="15">
                  <c:v>3.84</c:v>
                </c:pt>
                <c:pt idx="16">
                  <c:v>3.84</c:v>
                </c:pt>
                <c:pt idx="17">
                  <c:v>3.84</c:v>
                </c:pt>
                <c:pt idx="18">
                  <c:v>3.84</c:v>
                </c:pt>
                <c:pt idx="19">
                  <c:v>3.84</c:v>
                </c:pt>
                <c:pt idx="20">
                  <c:v>3.84</c:v>
                </c:pt>
                <c:pt idx="21">
                  <c:v>3.84</c:v>
                </c:pt>
                <c:pt idx="22">
                  <c:v>3.64</c:v>
                </c:pt>
                <c:pt idx="23">
                  <c:v>3.64</c:v>
                </c:pt>
                <c:pt idx="24">
                  <c:v>3.64</c:v>
                </c:pt>
                <c:pt idx="25">
                  <c:v>3.64</c:v>
                </c:pt>
                <c:pt idx="26">
                  <c:v>3.64</c:v>
                </c:pt>
                <c:pt idx="27">
                  <c:v>3.64</c:v>
                </c:pt>
                <c:pt idx="28">
                  <c:v>3.64</c:v>
                </c:pt>
                <c:pt idx="29">
                  <c:v>3.64</c:v>
                </c:pt>
                <c:pt idx="30">
                  <c:v>3.64</c:v>
                </c:pt>
                <c:pt idx="31">
                  <c:v>3.64</c:v>
                </c:pt>
                <c:pt idx="32">
                  <c:v>3.64</c:v>
                </c:pt>
                <c:pt idx="33">
                  <c:v>3.64</c:v>
                </c:pt>
                <c:pt idx="34">
                  <c:v>3.64</c:v>
                </c:pt>
                <c:pt idx="35">
                  <c:v>3.64</c:v>
                </c:pt>
                <c:pt idx="36">
                  <c:v>3.64</c:v>
                </c:pt>
                <c:pt idx="37">
                  <c:v>3.64</c:v>
                </c:pt>
                <c:pt idx="38">
                  <c:v>3.64</c:v>
                </c:pt>
                <c:pt idx="39">
                  <c:v>3.64</c:v>
                </c:pt>
                <c:pt idx="40">
                  <c:v>3.64</c:v>
                </c:pt>
                <c:pt idx="41">
                  <c:v>3.64</c:v>
                </c:pt>
                <c:pt idx="42">
                  <c:v>3.64</c:v>
                </c:pt>
                <c:pt idx="43">
                  <c:v>3.29</c:v>
                </c:pt>
                <c:pt idx="44">
                  <c:v>3.29</c:v>
                </c:pt>
                <c:pt idx="45">
                  <c:v>3.29</c:v>
                </c:pt>
                <c:pt idx="46">
                  <c:v>3.29</c:v>
                </c:pt>
                <c:pt idx="47">
                  <c:v>3.29</c:v>
                </c:pt>
                <c:pt idx="48">
                  <c:v>3.29</c:v>
                </c:pt>
                <c:pt idx="49">
                  <c:v>3.29</c:v>
                </c:pt>
                <c:pt idx="50">
                  <c:v>3.29</c:v>
                </c:pt>
                <c:pt idx="51">
                  <c:v>3.29</c:v>
                </c:pt>
                <c:pt idx="52">
                  <c:v>3.29</c:v>
                </c:pt>
                <c:pt idx="53">
                  <c:v>3.29</c:v>
                </c:pt>
                <c:pt idx="54">
                  <c:v>3.29</c:v>
                </c:pt>
                <c:pt idx="55">
                  <c:v>3.29</c:v>
                </c:pt>
                <c:pt idx="56">
                  <c:v>3.29</c:v>
                </c:pt>
                <c:pt idx="57">
                  <c:v>3.29</c:v>
                </c:pt>
                <c:pt idx="58">
                  <c:v>3.29</c:v>
                </c:pt>
                <c:pt idx="59">
                  <c:v>3.29</c:v>
                </c:pt>
                <c:pt idx="60">
                  <c:v>3.29</c:v>
                </c:pt>
                <c:pt idx="61">
                  <c:v>3.29</c:v>
                </c:pt>
                <c:pt idx="62">
                  <c:v>3.29</c:v>
                </c:pt>
                <c:pt idx="63">
                  <c:v>3.29</c:v>
                </c:pt>
                <c:pt idx="64">
                  <c:v>3.2</c:v>
                </c:pt>
                <c:pt idx="65">
                  <c:v>3.2</c:v>
                </c:pt>
                <c:pt idx="66">
                  <c:v>3.2</c:v>
                </c:pt>
                <c:pt idx="67">
                  <c:v>3.2</c:v>
                </c:pt>
                <c:pt idx="68">
                  <c:v>3.2</c:v>
                </c:pt>
                <c:pt idx="69">
                  <c:v>3.2</c:v>
                </c:pt>
                <c:pt idx="70">
                  <c:v>3.2</c:v>
                </c:pt>
                <c:pt idx="71">
                  <c:v>3.2</c:v>
                </c:pt>
                <c:pt idx="72">
                  <c:v>3.2</c:v>
                </c:pt>
                <c:pt idx="73">
                  <c:v>3.2</c:v>
                </c:pt>
                <c:pt idx="74">
                  <c:v>3.2</c:v>
                </c:pt>
                <c:pt idx="75">
                  <c:v>3.2</c:v>
                </c:pt>
                <c:pt idx="76">
                  <c:v>3.2</c:v>
                </c:pt>
                <c:pt idx="77">
                  <c:v>3.2</c:v>
                </c:pt>
                <c:pt idx="78">
                  <c:v>3.2</c:v>
                </c:pt>
                <c:pt idx="79">
                  <c:v>3.2</c:v>
                </c:pt>
                <c:pt idx="80">
                  <c:v>3.2</c:v>
                </c:pt>
                <c:pt idx="81">
                  <c:v>3.2</c:v>
                </c:pt>
                <c:pt idx="82">
                  <c:v>3.2</c:v>
                </c:pt>
                <c:pt idx="83">
                  <c:v>3.2</c:v>
                </c:pt>
                <c:pt idx="84">
                  <c:v>3.2</c:v>
                </c:pt>
                <c:pt idx="85">
                  <c:v>3.2</c:v>
                </c:pt>
                <c:pt idx="86">
                  <c:v>3.04</c:v>
                </c:pt>
                <c:pt idx="87">
                  <c:v>3.04</c:v>
                </c:pt>
                <c:pt idx="88">
                  <c:v>3.04</c:v>
                </c:pt>
                <c:pt idx="89">
                  <c:v>3.04</c:v>
                </c:pt>
                <c:pt idx="90">
                  <c:v>3.04</c:v>
                </c:pt>
                <c:pt idx="91">
                  <c:v>3.04</c:v>
                </c:pt>
                <c:pt idx="92">
                  <c:v>3.04</c:v>
                </c:pt>
                <c:pt idx="93">
                  <c:v>3.04</c:v>
                </c:pt>
                <c:pt idx="94">
                  <c:v>3.04</c:v>
                </c:pt>
                <c:pt idx="95">
                  <c:v>3.04</c:v>
                </c:pt>
                <c:pt idx="96">
                  <c:v>3.04</c:v>
                </c:pt>
                <c:pt idx="97">
                  <c:v>3.04</c:v>
                </c:pt>
                <c:pt idx="98">
                  <c:v>3.04</c:v>
                </c:pt>
                <c:pt idx="99">
                  <c:v>3.04</c:v>
                </c:pt>
                <c:pt idx="100">
                  <c:v>3.04</c:v>
                </c:pt>
                <c:pt idx="101">
                  <c:v>3.04</c:v>
                </c:pt>
                <c:pt idx="102">
                  <c:v>3.04</c:v>
                </c:pt>
                <c:pt idx="103">
                  <c:v>3.04</c:v>
                </c:pt>
                <c:pt idx="104">
                  <c:v>3.04</c:v>
                </c:pt>
                <c:pt idx="105">
                  <c:v>3.04</c:v>
                </c:pt>
                <c:pt idx="106">
                  <c:v>3.04</c:v>
                </c:pt>
                <c:pt idx="107">
                  <c:v>3.04</c:v>
                </c:pt>
                <c:pt idx="108">
                  <c:v>3.04</c:v>
                </c:pt>
                <c:pt idx="109">
                  <c:v>3</c:v>
                </c:pt>
                <c:pt idx="110">
                  <c:v>3</c:v>
                </c:pt>
                <c:pt idx="111">
                  <c:v>3</c:v>
                </c:pt>
                <c:pt idx="112">
                  <c:v>3</c:v>
                </c:pt>
                <c:pt idx="113">
                  <c:v>3</c:v>
                </c:pt>
                <c:pt idx="114">
                  <c:v>3</c:v>
                </c:pt>
                <c:pt idx="115">
                  <c:v>3</c:v>
                </c:pt>
                <c:pt idx="116">
                  <c:v>3</c:v>
                </c:pt>
                <c:pt idx="117">
                  <c:v>3</c:v>
                </c:pt>
                <c:pt idx="118">
                  <c:v>3</c:v>
                </c:pt>
                <c:pt idx="119">
                  <c:v>3</c:v>
                </c:pt>
                <c:pt idx="120">
                  <c:v>3</c:v>
                </c:pt>
                <c:pt idx="121">
                  <c:v>3</c:v>
                </c:pt>
                <c:pt idx="122">
                  <c:v>3</c:v>
                </c:pt>
                <c:pt idx="123">
                  <c:v>3</c:v>
                </c:pt>
                <c:pt idx="124">
                  <c:v>3</c:v>
                </c:pt>
                <c:pt idx="125">
                  <c:v>3</c:v>
                </c:pt>
                <c:pt idx="126">
                  <c:v>3</c:v>
                </c:pt>
                <c:pt idx="127">
                  <c:v>3</c:v>
                </c:pt>
                <c:pt idx="128">
                  <c:v>3</c:v>
                </c:pt>
                <c:pt idx="129">
                  <c:v>3.17</c:v>
                </c:pt>
                <c:pt idx="130">
                  <c:v>3.17</c:v>
                </c:pt>
                <c:pt idx="131">
                  <c:v>3.17</c:v>
                </c:pt>
                <c:pt idx="132">
                  <c:v>3.17</c:v>
                </c:pt>
                <c:pt idx="133">
                  <c:v>3.17</c:v>
                </c:pt>
                <c:pt idx="134">
                  <c:v>3.17</c:v>
                </c:pt>
                <c:pt idx="135">
                  <c:v>3.17</c:v>
                </c:pt>
                <c:pt idx="136">
                  <c:v>3.17</c:v>
                </c:pt>
                <c:pt idx="137">
                  <c:v>3.17</c:v>
                </c:pt>
                <c:pt idx="138">
                  <c:v>3.17</c:v>
                </c:pt>
                <c:pt idx="139">
                  <c:v>3.17</c:v>
                </c:pt>
                <c:pt idx="140">
                  <c:v>3.17</c:v>
                </c:pt>
                <c:pt idx="141">
                  <c:v>3.17</c:v>
                </c:pt>
                <c:pt idx="142">
                  <c:v>3.17</c:v>
                </c:pt>
                <c:pt idx="143">
                  <c:v>3.17</c:v>
                </c:pt>
                <c:pt idx="144">
                  <c:v>3.17</c:v>
                </c:pt>
                <c:pt idx="145">
                  <c:v>3.17</c:v>
                </c:pt>
                <c:pt idx="146">
                  <c:v>3.17</c:v>
                </c:pt>
                <c:pt idx="147">
                  <c:v>3.17</c:v>
                </c:pt>
                <c:pt idx="148">
                  <c:v>3.17</c:v>
                </c:pt>
                <c:pt idx="149">
                  <c:v>3.17</c:v>
                </c:pt>
                <c:pt idx="150">
                  <c:v>3.17</c:v>
                </c:pt>
                <c:pt idx="151">
                  <c:v>3.17</c:v>
                </c:pt>
                <c:pt idx="152">
                  <c:v>3.23</c:v>
                </c:pt>
                <c:pt idx="153">
                  <c:v>3.23</c:v>
                </c:pt>
                <c:pt idx="154">
                  <c:v>3.23</c:v>
                </c:pt>
                <c:pt idx="155">
                  <c:v>3.23</c:v>
                </c:pt>
                <c:pt idx="156">
                  <c:v>3.23</c:v>
                </c:pt>
                <c:pt idx="157">
                  <c:v>3.23</c:v>
                </c:pt>
                <c:pt idx="158">
                  <c:v>3.23</c:v>
                </c:pt>
                <c:pt idx="159">
                  <c:v>3.23</c:v>
                </c:pt>
                <c:pt idx="160">
                  <c:v>3.23</c:v>
                </c:pt>
                <c:pt idx="161">
                  <c:v>3.23</c:v>
                </c:pt>
                <c:pt idx="162">
                  <c:v>3.23</c:v>
                </c:pt>
                <c:pt idx="163">
                  <c:v>3.23</c:v>
                </c:pt>
                <c:pt idx="164">
                  <c:v>3.23</c:v>
                </c:pt>
                <c:pt idx="165">
                  <c:v>3.23</c:v>
                </c:pt>
                <c:pt idx="166">
                  <c:v>3.23</c:v>
                </c:pt>
                <c:pt idx="167">
                  <c:v>3.23</c:v>
                </c:pt>
                <c:pt idx="168">
                  <c:v>3.23</c:v>
                </c:pt>
                <c:pt idx="169">
                  <c:v>3.23</c:v>
                </c:pt>
                <c:pt idx="170">
                  <c:v>3.23</c:v>
                </c:pt>
                <c:pt idx="171">
                  <c:v>3.23</c:v>
                </c:pt>
                <c:pt idx="172">
                  <c:v>3.23</c:v>
                </c:pt>
                <c:pt idx="173">
                  <c:v>3.23</c:v>
                </c:pt>
                <c:pt idx="174">
                  <c:v>3.03</c:v>
                </c:pt>
                <c:pt idx="175">
                  <c:v>3.03</c:v>
                </c:pt>
                <c:pt idx="176">
                  <c:v>3.03</c:v>
                </c:pt>
                <c:pt idx="177">
                  <c:v>3.03</c:v>
                </c:pt>
                <c:pt idx="178">
                  <c:v>3.03</c:v>
                </c:pt>
                <c:pt idx="179">
                  <c:v>3.03</c:v>
                </c:pt>
                <c:pt idx="180">
                  <c:v>3.03</c:v>
                </c:pt>
                <c:pt idx="181">
                  <c:v>3.03</c:v>
                </c:pt>
                <c:pt idx="182">
                  <c:v>3.03</c:v>
                </c:pt>
                <c:pt idx="183">
                  <c:v>3.03</c:v>
                </c:pt>
                <c:pt idx="184">
                  <c:v>3.03</c:v>
                </c:pt>
                <c:pt idx="185">
                  <c:v>3.03</c:v>
                </c:pt>
                <c:pt idx="186">
                  <c:v>3.03</c:v>
                </c:pt>
                <c:pt idx="187">
                  <c:v>3.03</c:v>
                </c:pt>
                <c:pt idx="188">
                  <c:v>3.03</c:v>
                </c:pt>
                <c:pt idx="189">
                  <c:v>3.03</c:v>
                </c:pt>
                <c:pt idx="190">
                  <c:v>3.03</c:v>
                </c:pt>
                <c:pt idx="191">
                  <c:v>3.03</c:v>
                </c:pt>
                <c:pt idx="192">
                  <c:v>3.03</c:v>
                </c:pt>
                <c:pt idx="193">
                  <c:v>3.03</c:v>
                </c:pt>
                <c:pt idx="194">
                  <c:v>3.03</c:v>
                </c:pt>
                <c:pt idx="195">
                  <c:v>2.9</c:v>
                </c:pt>
                <c:pt idx="196">
                  <c:v>2.9</c:v>
                </c:pt>
                <c:pt idx="197">
                  <c:v>2.9</c:v>
                </c:pt>
                <c:pt idx="198">
                  <c:v>2.9</c:v>
                </c:pt>
                <c:pt idx="199">
                  <c:v>2.9</c:v>
                </c:pt>
                <c:pt idx="200">
                  <c:v>2.9</c:v>
                </c:pt>
                <c:pt idx="201">
                  <c:v>2.9</c:v>
                </c:pt>
                <c:pt idx="202">
                  <c:v>2.9</c:v>
                </c:pt>
                <c:pt idx="203">
                  <c:v>2.9</c:v>
                </c:pt>
                <c:pt idx="204">
                  <c:v>2.9</c:v>
                </c:pt>
                <c:pt idx="205">
                  <c:v>2.9</c:v>
                </c:pt>
                <c:pt idx="206">
                  <c:v>2.9</c:v>
                </c:pt>
                <c:pt idx="207">
                  <c:v>2.9</c:v>
                </c:pt>
                <c:pt idx="208">
                  <c:v>2.9</c:v>
                </c:pt>
                <c:pt idx="209">
                  <c:v>2.9</c:v>
                </c:pt>
                <c:pt idx="210">
                  <c:v>2.9</c:v>
                </c:pt>
                <c:pt idx="211">
                  <c:v>2.9</c:v>
                </c:pt>
                <c:pt idx="212">
                  <c:v>2.9</c:v>
                </c:pt>
                <c:pt idx="213">
                  <c:v>2.9</c:v>
                </c:pt>
                <c:pt idx="214">
                  <c:v>2.9</c:v>
                </c:pt>
                <c:pt idx="215">
                  <c:v>2.9</c:v>
                </c:pt>
                <c:pt idx="216">
                  <c:v>2.9</c:v>
                </c:pt>
                <c:pt idx="217">
                  <c:v>2.9</c:v>
                </c:pt>
                <c:pt idx="218">
                  <c:v>3.23</c:v>
                </c:pt>
                <c:pt idx="219">
                  <c:v>3.23</c:v>
                </c:pt>
                <c:pt idx="220">
                  <c:v>3.23</c:v>
                </c:pt>
                <c:pt idx="221">
                  <c:v>3.23</c:v>
                </c:pt>
                <c:pt idx="222">
                  <c:v>3.23</c:v>
                </c:pt>
                <c:pt idx="223">
                  <c:v>3.23</c:v>
                </c:pt>
                <c:pt idx="224">
                  <c:v>3.23</c:v>
                </c:pt>
                <c:pt idx="225">
                  <c:v>3.23</c:v>
                </c:pt>
                <c:pt idx="226">
                  <c:v>3.23</c:v>
                </c:pt>
                <c:pt idx="227">
                  <c:v>3.23</c:v>
                </c:pt>
                <c:pt idx="228">
                  <c:v>3.23</c:v>
                </c:pt>
                <c:pt idx="229">
                  <c:v>3.23</c:v>
                </c:pt>
                <c:pt idx="230">
                  <c:v>3.23</c:v>
                </c:pt>
                <c:pt idx="231">
                  <c:v>3.23</c:v>
                </c:pt>
                <c:pt idx="232">
                  <c:v>3.23</c:v>
                </c:pt>
                <c:pt idx="233">
                  <c:v>3.23</c:v>
                </c:pt>
                <c:pt idx="234">
                  <c:v>3.23</c:v>
                </c:pt>
                <c:pt idx="235">
                  <c:v>3.23</c:v>
                </c:pt>
                <c:pt idx="236">
                  <c:v>3.23</c:v>
                </c:pt>
                <c:pt idx="237">
                  <c:v>3.23</c:v>
                </c:pt>
                <c:pt idx="238">
                  <c:v>3.23</c:v>
                </c:pt>
                <c:pt idx="239">
                  <c:v>3.3</c:v>
                </c:pt>
                <c:pt idx="240">
                  <c:v>3.3</c:v>
                </c:pt>
                <c:pt idx="241">
                  <c:v>3.3</c:v>
                </c:pt>
                <c:pt idx="242">
                  <c:v>3.3</c:v>
                </c:pt>
                <c:pt idx="243">
                  <c:v>3.3</c:v>
                </c:pt>
                <c:pt idx="244">
                  <c:v>3.3</c:v>
                </c:pt>
                <c:pt idx="245">
                  <c:v>3.3</c:v>
                </c:pt>
                <c:pt idx="246">
                  <c:v>3.3</c:v>
                </c:pt>
                <c:pt idx="247">
                  <c:v>3.3</c:v>
                </c:pt>
                <c:pt idx="248">
                  <c:v>3.3</c:v>
                </c:pt>
                <c:pt idx="249">
                  <c:v>3.3</c:v>
                </c:pt>
                <c:pt idx="250">
                  <c:v>3.3</c:v>
                </c:pt>
                <c:pt idx="251">
                  <c:v>3.3</c:v>
                </c:pt>
                <c:pt idx="252">
                  <c:v>3.3</c:v>
                </c:pt>
                <c:pt idx="253">
                  <c:v>3.3</c:v>
                </c:pt>
                <c:pt idx="254">
                  <c:v>3.3</c:v>
                </c:pt>
                <c:pt idx="255">
                  <c:v>3.3</c:v>
                </c:pt>
                <c:pt idx="256">
                  <c:v>3.3</c:v>
                </c:pt>
                <c:pt idx="257">
                  <c:v>3.3</c:v>
                </c:pt>
                <c:pt idx="258">
                  <c:v>3.3</c:v>
                </c:pt>
                <c:pt idx="259">
                  <c:v>3.3</c:v>
                </c:pt>
                <c:pt idx="260">
                  <c:v>3.3</c:v>
                </c:pt>
                <c:pt idx="261">
                  <c:v>2.88</c:v>
                </c:pt>
                <c:pt idx="262">
                  <c:v>2.88</c:v>
                </c:pt>
                <c:pt idx="263">
                  <c:v>2.88</c:v>
                </c:pt>
                <c:pt idx="264">
                  <c:v>2.88</c:v>
                </c:pt>
                <c:pt idx="265">
                  <c:v>2.88</c:v>
                </c:pt>
                <c:pt idx="266">
                  <c:v>2.88</c:v>
                </c:pt>
                <c:pt idx="267">
                  <c:v>2.88</c:v>
                </c:pt>
                <c:pt idx="268">
                  <c:v>2.88</c:v>
                </c:pt>
                <c:pt idx="269">
                  <c:v>2.88</c:v>
                </c:pt>
                <c:pt idx="270">
                  <c:v>2.88</c:v>
                </c:pt>
                <c:pt idx="271">
                  <c:v>2.88</c:v>
                </c:pt>
                <c:pt idx="272">
                  <c:v>2.88</c:v>
                </c:pt>
                <c:pt idx="273">
                  <c:v>2.88</c:v>
                </c:pt>
                <c:pt idx="274">
                  <c:v>2.88</c:v>
                </c:pt>
                <c:pt idx="275">
                  <c:v>2.88</c:v>
                </c:pt>
                <c:pt idx="276">
                  <c:v>2.88</c:v>
                </c:pt>
                <c:pt idx="277">
                  <c:v>2.88</c:v>
                </c:pt>
                <c:pt idx="278">
                  <c:v>2.88</c:v>
                </c:pt>
                <c:pt idx="279">
                  <c:v>2.88</c:v>
                </c:pt>
                <c:pt idx="280">
                  <c:v>2.88</c:v>
                </c:pt>
                <c:pt idx="281">
                  <c:v>2.88</c:v>
                </c:pt>
                <c:pt idx="282">
                  <c:v>2.88</c:v>
                </c:pt>
                <c:pt idx="283">
                  <c:v>2.88</c:v>
                </c:pt>
                <c:pt idx="284">
                  <c:v>2.78</c:v>
                </c:pt>
                <c:pt idx="285">
                  <c:v>2.78</c:v>
                </c:pt>
                <c:pt idx="286">
                  <c:v>2.78</c:v>
                </c:pt>
                <c:pt idx="287">
                  <c:v>2.78</c:v>
                </c:pt>
                <c:pt idx="288">
                  <c:v>2.78</c:v>
                </c:pt>
                <c:pt idx="289">
                  <c:v>2.78</c:v>
                </c:pt>
                <c:pt idx="290">
                  <c:v>2.78</c:v>
                </c:pt>
                <c:pt idx="291">
                  <c:v>2.78</c:v>
                </c:pt>
                <c:pt idx="292">
                  <c:v>2.78</c:v>
                </c:pt>
                <c:pt idx="293">
                  <c:v>2.78</c:v>
                </c:pt>
                <c:pt idx="294">
                  <c:v>2.78</c:v>
                </c:pt>
                <c:pt idx="295">
                  <c:v>2.78</c:v>
                </c:pt>
                <c:pt idx="296">
                  <c:v>2.78</c:v>
                </c:pt>
                <c:pt idx="297">
                  <c:v>2.78</c:v>
                </c:pt>
                <c:pt idx="298">
                  <c:v>2.78</c:v>
                </c:pt>
                <c:pt idx="299">
                  <c:v>2.78</c:v>
                </c:pt>
                <c:pt idx="300">
                  <c:v>2.78</c:v>
                </c:pt>
                <c:pt idx="301">
                  <c:v>2.78</c:v>
                </c:pt>
                <c:pt idx="302">
                  <c:v>2.78</c:v>
                </c:pt>
                <c:pt idx="303">
                  <c:v>2.78</c:v>
                </c:pt>
                <c:pt idx="304">
                  <c:v>2.4900000000000002</c:v>
                </c:pt>
                <c:pt idx="305">
                  <c:v>2.4900000000000002</c:v>
                </c:pt>
                <c:pt idx="306">
                  <c:v>2.4900000000000002</c:v>
                </c:pt>
                <c:pt idx="307">
                  <c:v>2.4900000000000002</c:v>
                </c:pt>
                <c:pt idx="308">
                  <c:v>2.4900000000000002</c:v>
                </c:pt>
                <c:pt idx="309">
                  <c:v>2.4900000000000002</c:v>
                </c:pt>
                <c:pt idx="310">
                  <c:v>2.4900000000000002</c:v>
                </c:pt>
                <c:pt idx="311">
                  <c:v>2.4900000000000002</c:v>
                </c:pt>
                <c:pt idx="312">
                  <c:v>2.4900000000000002</c:v>
                </c:pt>
                <c:pt idx="313">
                  <c:v>2.4900000000000002</c:v>
                </c:pt>
                <c:pt idx="314">
                  <c:v>2.4900000000000002</c:v>
                </c:pt>
                <c:pt idx="315">
                  <c:v>2.4900000000000002</c:v>
                </c:pt>
                <c:pt idx="316">
                  <c:v>2.4900000000000002</c:v>
                </c:pt>
                <c:pt idx="317">
                  <c:v>2.4900000000000002</c:v>
                </c:pt>
                <c:pt idx="318">
                  <c:v>2.4900000000000002</c:v>
                </c:pt>
                <c:pt idx="319">
                  <c:v>2.4900000000000002</c:v>
                </c:pt>
                <c:pt idx="320">
                  <c:v>2.4900000000000002</c:v>
                </c:pt>
                <c:pt idx="321">
                  <c:v>2.4900000000000002</c:v>
                </c:pt>
                <c:pt idx="322">
                  <c:v>2.4900000000000002</c:v>
                </c:pt>
                <c:pt idx="323">
                  <c:v>2.4900000000000002</c:v>
                </c:pt>
                <c:pt idx="324">
                  <c:v>2.4900000000000002</c:v>
                </c:pt>
                <c:pt idx="325">
                  <c:v>2.64</c:v>
                </c:pt>
                <c:pt idx="326">
                  <c:v>2.64</c:v>
                </c:pt>
                <c:pt idx="327">
                  <c:v>2.64</c:v>
                </c:pt>
                <c:pt idx="328">
                  <c:v>2.64</c:v>
                </c:pt>
                <c:pt idx="329">
                  <c:v>2.64</c:v>
                </c:pt>
                <c:pt idx="330">
                  <c:v>2.64</c:v>
                </c:pt>
                <c:pt idx="331">
                  <c:v>2.64</c:v>
                </c:pt>
                <c:pt idx="332">
                  <c:v>2.64</c:v>
                </c:pt>
                <c:pt idx="333">
                  <c:v>2.64</c:v>
                </c:pt>
                <c:pt idx="334">
                  <c:v>2.64</c:v>
                </c:pt>
                <c:pt idx="335">
                  <c:v>2.64</c:v>
                </c:pt>
                <c:pt idx="336">
                  <c:v>2.64</c:v>
                </c:pt>
                <c:pt idx="337">
                  <c:v>2.64</c:v>
                </c:pt>
                <c:pt idx="338">
                  <c:v>2.64</c:v>
                </c:pt>
                <c:pt idx="339">
                  <c:v>2.64</c:v>
                </c:pt>
                <c:pt idx="340">
                  <c:v>2.64</c:v>
                </c:pt>
                <c:pt idx="341">
                  <c:v>2.64</c:v>
                </c:pt>
                <c:pt idx="342">
                  <c:v>2.64</c:v>
                </c:pt>
                <c:pt idx="343">
                  <c:v>2.64</c:v>
                </c:pt>
                <c:pt idx="344">
                  <c:v>2.64</c:v>
                </c:pt>
                <c:pt idx="345">
                  <c:v>2.64</c:v>
                </c:pt>
                <c:pt idx="346">
                  <c:v>2.64</c:v>
                </c:pt>
                <c:pt idx="347">
                  <c:v>2.69</c:v>
                </c:pt>
                <c:pt idx="348">
                  <c:v>2.69</c:v>
                </c:pt>
                <c:pt idx="349">
                  <c:v>2.69</c:v>
                </c:pt>
                <c:pt idx="350">
                  <c:v>2.69</c:v>
                </c:pt>
                <c:pt idx="351">
                  <c:v>2.69</c:v>
                </c:pt>
                <c:pt idx="352">
                  <c:v>2.69</c:v>
                </c:pt>
                <c:pt idx="353">
                  <c:v>2.69</c:v>
                </c:pt>
                <c:pt idx="354">
                  <c:v>2.69</c:v>
                </c:pt>
                <c:pt idx="355">
                  <c:v>2.69</c:v>
                </c:pt>
                <c:pt idx="356">
                  <c:v>2.69</c:v>
                </c:pt>
                <c:pt idx="357">
                  <c:v>2.69</c:v>
                </c:pt>
                <c:pt idx="358">
                  <c:v>2.69</c:v>
                </c:pt>
                <c:pt idx="359">
                  <c:v>2.69</c:v>
                </c:pt>
                <c:pt idx="360">
                  <c:v>2.69</c:v>
                </c:pt>
                <c:pt idx="361">
                  <c:v>2.69</c:v>
                </c:pt>
                <c:pt idx="362">
                  <c:v>2.69</c:v>
                </c:pt>
                <c:pt idx="363">
                  <c:v>2.69</c:v>
                </c:pt>
                <c:pt idx="364">
                  <c:v>2.69</c:v>
                </c:pt>
                <c:pt idx="365">
                  <c:v>2.69</c:v>
                </c:pt>
                <c:pt idx="366">
                  <c:v>2.69</c:v>
                </c:pt>
                <c:pt idx="367">
                  <c:v>2.69</c:v>
                </c:pt>
                <c:pt idx="368">
                  <c:v>2.69</c:v>
                </c:pt>
                <c:pt idx="369">
                  <c:v>2.4</c:v>
                </c:pt>
                <c:pt idx="370">
                  <c:v>2.4</c:v>
                </c:pt>
                <c:pt idx="371">
                  <c:v>2.4</c:v>
                </c:pt>
                <c:pt idx="372">
                  <c:v>2.4</c:v>
                </c:pt>
                <c:pt idx="373">
                  <c:v>2.4</c:v>
                </c:pt>
                <c:pt idx="374">
                  <c:v>2.4</c:v>
                </c:pt>
                <c:pt idx="375">
                  <c:v>2.4</c:v>
                </c:pt>
                <c:pt idx="376">
                  <c:v>2.4</c:v>
                </c:pt>
                <c:pt idx="377">
                  <c:v>2.4</c:v>
                </c:pt>
                <c:pt idx="378">
                  <c:v>2.4</c:v>
                </c:pt>
                <c:pt idx="379">
                  <c:v>2.4</c:v>
                </c:pt>
                <c:pt idx="380">
                  <c:v>2.4</c:v>
                </c:pt>
                <c:pt idx="381">
                  <c:v>2.4</c:v>
                </c:pt>
                <c:pt idx="382">
                  <c:v>2.4</c:v>
                </c:pt>
                <c:pt idx="383">
                  <c:v>2.4</c:v>
                </c:pt>
                <c:pt idx="384">
                  <c:v>2.4</c:v>
                </c:pt>
                <c:pt idx="385">
                  <c:v>2.4</c:v>
                </c:pt>
                <c:pt idx="386">
                  <c:v>2.4</c:v>
                </c:pt>
                <c:pt idx="387">
                  <c:v>2.4</c:v>
                </c:pt>
                <c:pt idx="388">
                  <c:v>2.4</c:v>
                </c:pt>
                <c:pt idx="389">
                  <c:v>2.4</c:v>
                </c:pt>
                <c:pt idx="390">
                  <c:v>2.38</c:v>
                </c:pt>
                <c:pt idx="391">
                  <c:v>2.38</c:v>
                </c:pt>
                <c:pt idx="392">
                  <c:v>2.38</c:v>
                </c:pt>
                <c:pt idx="393">
                  <c:v>2.38</c:v>
                </c:pt>
                <c:pt idx="394">
                  <c:v>2.38</c:v>
                </c:pt>
                <c:pt idx="395">
                  <c:v>2.38</c:v>
                </c:pt>
                <c:pt idx="396">
                  <c:v>2.38</c:v>
                </c:pt>
                <c:pt idx="397">
                  <c:v>2.38</c:v>
                </c:pt>
                <c:pt idx="398">
                  <c:v>2.38</c:v>
                </c:pt>
                <c:pt idx="399">
                  <c:v>2.38</c:v>
                </c:pt>
                <c:pt idx="400">
                  <c:v>2.38</c:v>
                </c:pt>
                <c:pt idx="401">
                  <c:v>2.38</c:v>
                </c:pt>
                <c:pt idx="402">
                  <c:v>2.38</c:v>
                </c:pt>
                <c:pt idx="403">
                  <c:v>2.38</c:v>
                </c:pt>
                <c:pt idx="404">
                  <c:v>2.38</c:v>
                </c:pt>
                <c:pt idx="405">
                  <c:v>2.38</c:v>
                </c:pt>
                <c:pt idx="406">
                  <c:v>2.38</c:v>
                </c:pt>
                <c:pt idx="407">
                  <c:v>2.38</c:v>
                </c:pt>
                <c:pt idx="408">
                  <c:v>2.38</c:v>
                </c:pt>
                <c:pt idx="409">
                  <c:v>2.38</c:v>
                </c:pt>
                <c:pt idx="410">
                  <c:v>2.38</c:v>
                </c:pt>
                <c:pt idx="411">
                  <c:v>2.38</c:v>
                </c:pt>
                <c:pt idx="412">
                  <c:v>2.38</c:v>
                </c:pt>
                <c:pt idx="413">
                  <c:v>2.41</c:v>
                </c:pt>
                <c:pt idx="414">
                  <c:v>2.41</c:v>
                </c:pt>
                <c:pt idx="415">
                  <c:v>2.41</c:v>
                </c:pt>
                <c:pt idx="416">
                  <c:v>2.41</c:v>
                </c:pt>
                <c:pt idx="417">
                  <c:v>2.41</c:v>
                </c:pt>
                <c:pt idx="418">
                  <c:v>2.41</c:v>
                </c:pt>
                <c:pt idx="419">
                  <c:v>2.41</c:v>
                </c:pt>
                <c:pt idx="420">
                  <c:v>2.41</c:v>
                </c:pt>
                <c:pt idx="421">
                  <c:v>2.41</c:v>
                </c:pt>
                <c:pt idx="422">
                  <c:v>2.41</c:v>
                </c:pt>
                <c:pt idx="423">
                  <c:v>2.41</c:v>
                </c:pt>
                <c:pt idx="424">
                  <c:v>2.41</c:v>
                </c:pt>
                <c:pt idx="425">
                  <c:v>2.41</c:v>
                </c:pt>
                <c:pt idx="426">
                  <c:v>2.41</c:v>
                </c:pt>
                <c:pt idx="427">
                  <c:v>2.41</c:v>
                </c:pt>
                <c:pt idx="428">
                  <c:v>2.41</c:v>
                </c:pt>
                <c:pt idx="429">
                  <c:v>2.41</c:v>
                </c:pt>
                <c:pt idx="430">
                  <c:v>2.41</c:v>
                </c:pt>
                <c:pt idx="431">
                  <c:v>2.41</c:v>
                </c:pt>
                <c:pt idx="432">
                  <c:v>2.41</c:v>
                </c:pt>
                <c:pt idx="433">
                  <c:v>2.41</c:v>
                </c:pt>
                <c:pt idx="434">
                  <c:v>2.39</c:v>
                </c:pt>
                <c:pt idx="435">
                  <c:v>2.39</c:v>
                </c:pt>
                <c:pt idx="436">
                  <c:v>2.39</c:v>
                </c:pt>
                <c:pt idx="437">
                  <c:v>2.39</c:v>
                </c:pt>
                <c:pt idx="438">
                  <c:v>2.39</c:v>
                </c:pt>
                <c:pt idx="439">
                  <c:v>2.39</c:v>
                </c:pt>
                <c:pt idx="440">
                  <c:v>2.39</c:v>
                </c:pt>
                <c:pt idx="441">
                  <c:v>2.39</c:v>
                </c:pt>
                <c:pt idx="442">
                  <c:v>2.39</c:v>
                </c:pt>
                <c:pt idx="443">
                  <c:v>2.39</c:v>
                </c:pt>
                <c:pt idx="444">
                  <c:v>2.39</c:v>
                </c:pt>
                <c:pt idx="445">
                  <c:v>2.39</c:v>
                </c:pt>
                <c:pt idx="446">
                  <c:v>2.39</c:v>
                </c:pt>
                <c:pt idx="447">
                  <c:v>2.39</c:v>
                </c:pt>
                <c:pt idx="448">
                  <c:v>2.39</c:v>
                </c:pt>
                <c:pt idx="449">
                  <c:v>2.39</c:v>
                </c:pt>
                <c:pt idx="450">
                  <c:v>2.39</c:v>
                </c:pt>
                <c:pt idx="451">
                  <c:v>2.39</c:v>
                </c:pt>
                <c:pt idx="452">
                  <c:v>2.39</c:v>
                </c:pt>
                <c:pt idx="453">
                  <c:v>2.39</c:v>
                </c:pt>
                <c:pt idx="454">
                  <c:v>2.39</c:v>
                </c:pt>
                <c:pt idx="455">
                  <c:v>2.39</c:v>
                </c:pt>
                <c:pt idx="456">
                  <c:v>2.35</c:v>
                </c:pt>
                <c:pt idx="457">
                  <c:v>2.35</c:v>
                </c:pt>
                <c:pt idx="458">
                  <c:v>2.35</c:v>
                </c:pt>
                <c:pt idx="459">
                  <c:v>2.35</c:v>
                </c:pt>
                <c:pt idx="460">
                  <c:v>2.35</c:v>
                </c:pt>
                <c:pt idx="461">
                  <c:v>2.35</c:v>
                </c:pt>
                <c:pt idx="462">
                  <c:v>2.35</c:v>
                </c:pt>
                <c:pt idx="463">
                  <c:v>2.35</c:v>
                </c:pt>
                <c:pt idx="464">
                  <c:v>2.35</c:v>
                </c:pt>
                <c:pt idx="465">
                  <c:v>2.35</c:v>
                </c:pt>
                <c:pt idx="466">
                  <c:v>2.35</c:v>
                </c:pt>
                <c:pt idx="467">
                  <c:v>2.35</c:v>
                </c:pt>
                <c:pt idx="468">
                  <c:v>2.35</c:v>
                </c:pt>
                <c:pt idx="469">
                  <c:v>2.35</c:v>
                </c:pt>
                <c:pt idx="470">
                  <c:v>2.35</c:v>
                </c:pt>
                <c:pt idx="471">
                  <c:v>2.35</c:v>
                </c:pt>
                <c:pt idx="472">
                  <c:v>2.35</c:v>
                </c:pt>
                <c:pt idx="473">
                  <c:v>2.35</c:v>
                </c:pt>
                <c:pt idx="474">
                  <c:v>2.35</c:v>
                </c:pt>
                <c:pt idx="475">
                  <c:v>2.35</c:v>
                </c:pt>
                <c:pt idx="476">
                  <c:v>2.35</c:v>
                </c:pt>
                <c:pt idx="477">
                  <c:v>2.35</c:v>
                </c:pt>
                <c:pt idx="478">
                  <c:v>2.35</c:v>
                </c:pt>
                <c:pt idx="479">
                  <c:v>2.39</c:v>
                </c:pt>
                <c:pt idx="480">
                  <c:v>2.39</c:v>
                </c:pt>
                <c:pt idx="481">
                  <c:v>2.39</c:v>
                </c:pt>
                <c:pt idx="482">
                  <c:v>2.39</c:v>
                </c:pt>
                <c:pt idx="483">
                  <c:v>2.39</c:v>
                </c:pt>
                <c:pt idx="484">
                  <c:v>2.39</c:v>
                </c:pt>
                <c:pt idx="485">
                  <c:v>2.39</c:v>
                </c:pt>
                <c:pt idx="486">
                  <c:v>2.39</c:v>
                </c:pt>
                <c:pt idx="487">
                  <c:v>2.39</c:v>
                </c:pt>
                <c:pt idx="488">
                  <c:v>2.39</c:v>
                </c:pt>
                <c:pt idx="489">
                  <c:v>2.39</c:v>
                </c:pt>
                <c:pt idx="490">
                  <c:v>2.39</c:v>
                </c:pt>
                <c:pt idx="491">
                  <c:v>2.39</c:v>
                </c:pt>
                <c:pt idx="492">
                  <c:v>2.39</c:v>
                </c:pt>
                <c:pt idx="493">
                  <c:v>2.39</c:v>
                </c:pt>
                <c:pt idx="494">
                  <c:v>2.39</c:v>
                </c:pt>
                <c:pt idx="495">
                  <c:v>2.39</c:v>
                </c:pt>
                <c:pt idx="496">
                  <c:v>2.39</c:v>
                </c:pt>
                <c:pt idx="497">
                  <c:v>2.39</c:v>
                </c:pt>
                <c:pt idx="498">
                  <c:v>2.39</c:v>
                </c:pt>
                <c:pt idx="499">
                  <c:v>2.66</c:v>
                </c:pt>
                <c:pt idx="500">
                  <c:v>2.66</c:v>
                </c:pt>
                <c:pt idx="501">
                  <c:v>2.66</c:v>
                </c:pt>
                <c:pt idx="502">
                  <c:v>2.66</c:v>
                </c:pt>
                <c:pt idx="503">
                  <c:v>2.66</c:v>
                </c:pt>
                <c:pt idx="504">
                  <c:v>2.66</c:v>
                </c:pt>
                <c:pt idx="505">
                  <c:v>2.66</c:v>
                </c:pt>
                <c:pt idx="506">
                  <c:v>2.66</c:v>
                </c:pt>
                <c:pt idx="507">
                  <c:v>2.66</c:v>
                </c:pt>
                <c:pt idx="508">
                  <c:v>2.66</c:v>
                </c:pt>
                <c:pt idx="509">
                  <c:v>2.66</c:v>
                </c:pt>
                <c:pt idx="510">
                  <c:v>2.66</c:v>
                </c:pt>
                <c:pt idx="511">
                  <c:v>2.66</c:v>
                </c:pt>
                <c:pt idx="512">
                  <c:v>2.66</c:v>
                </c:pt>
                <c:pt idx="513">
                  <c:v>2.66</c:v>
                </c:pt>
                <c:pt idx="514">
                  <c:v>2.66</c:v>
                </c:pt>
                <c:pt idx="515">
                  <c:v>2.66</c:v>
                </c:pt>
                <c:pt idx="516">
                  <c:v>2.66</c:v>
                </c:pt>
                <c:pt idx="517">
                  <c:v>2.66</c:v>
                </c:pt>
                <c:pt idx="518">
                  <c:v>2.66</c:v>
                </c:pt>
                <c:pt idx="519">
                  <c:v>2.66</c:v>
                </c:pt>
                <c:pt idx="520">
                  <c:v>2.66</c:v>
                </c:pt>
                <c:pt idx="521">
                  <c:v>2.66</c:v>
                </c:pt>
                <c:pt idx="522">
                  <c:v>2.88</c:v>
                </c:pt>
                <c:pt idx="523">
                  <c:v>2.88</c:v>
                </c:pt>
                <c:pt idx="524">
                  <c:v>2.88</c:v>
                </c:pt>
                <c:pt idx="525">
                  <c:v>2.88</c:v>
                </c:pt>
                <c:pt idx="526">
                  <c:v>2.88</c:v>
                </c:pt>
                <c:pt idx="527">
                  <c:v>2.88</c:v>
                </c:pt>
                <c:pt idx="528">
                  <c:v>2.88</c:v>
                </c:pt>
                <c:pt idx="529">
                  <c:v>2.88</c:v>
                </c:pt>
                <c:pt idx="530">
                  <c:v>2.88</c:v>
                </c:pt>
                <c:pt idx="531">
                  <c:v>2.88</c:v>
                </c:pt>
                <c:pt idx="532">
                  <c:v>2.88</c:v>
                </c:pt>
                <c:pt idx="533">
                  <c:v>2.88</c:v>
                </c:pt>
                <c:pt idx="534">
                  <c:v>2.88</c:v>
                </c:pt>
                <c:pt idx="535">
                  <c:v>2.88</c:v>
                </c:pt>
                <c:pt idx="536">
                  <c:v>2.88</c:v>
                </c:pt>
                <c:pt idx="537">
                  <c:v>2.88</c:v>
                </c:pt>
                <c:pt idx="538">
                  <c:v>2.88</c:v>
                </c:pt>
                <c:pt idx="539">
                  <c:v>2.88</c:v>
                </c:pt>
                <c:pt idx="540">
                  <c:v>2.88</c:v>
                </c:pt>
                <c:pt idx="541">
                  <c:v>2.88</c:v>
                </c:pt>
                <c:pt idx="542">
                  <c:v>2.88</c:v>
                </c:pt>
                <c:pt idx="543">
                  <c:v>2.88</c:v>
                </c:pt>
                <c:pt idx="544">
                  <c:v>2.92</c:v>
                </c:pt>
                <c:pt idx="545">
                  <c:v>2.92</c:v>
                </c:pt>
                <c:pt idx="546">
                  <c:v>2.92</c:v>
                </c:pt>
                <c:pt idx="547">
                  <c:v>2.92</c:v>
                </c:pt>
                <c:pt idx="548">
                  <c:v>2.92</c:v>
                </c:pt>
                <c:pt idx="549">
                  <c:v>2.92</c:v>
                </c:pt>
                <c:pt idx="550">
                  <c:v>2.92</c:v>
                </c:pt>
                <c:pt idx="551">
                  <c:v>2.92</c:v>
                </c:pt>
                <c:pt idx="552">
                  <c:v>2.92</c:v>
                </c:pt>
                <c:pt idx="553">
                  <c:v>2.92</c:v>
                </c:pt>
                <c:pt idx="554">
                  <c:v>2.92</c:v>
                </c:pt>
                <c:pt idx="555">
                  <c:v>2.92</c:v>
                </c:pt>
                <c:pt idx="556">
                  <c:v>2.92</c:v>
                </c:pt>
                <c:pt idx="557">
                  <c:v>2.92</c:v>
                </c:pt>
                <c:pt idx="558">
                  <c:v>2.92</c:v>
                </c:pt>
                <c:pt idx="559">
                  <c:v>2.92</c:v>
                </c:pt>
                <c:pt idx="560">
                  <c:v>2.92</c:v>
                </c:pt>
                <c:pt idx="561">
                  <c:v>2.92</c:v>
                </c:pt>
                <c:pt idx="562">
                  <c:v>2.92</c:v>
                </c:pt>
                <c:pt idx="563">
                  <c:v>2.92</c:v>
                </c:pt>
                <c:pt idx="564">
                  <c:v>2.7</c:v>
                </c:pt>
                <c:pt idx="565">
                  <c:v>2.7</c:v>
                </c:pt>
                <c:pt idx="566">
                  <c:v>2.7</c:v>
                </c:pt>
                <c:pt idx="567">
                  <c:v>2.7</c:v>
                </c:pt>
                <c:pt idx="568">
                  <c:v>2.7</c:v>
                </c:pt>
                <c:pt idx="569">
                  <c:v>2.7</c:v>
                </c:pt>
                <c:pt idx="570">
                  <c:v>2.7</c:v>
                </c:pt>
                <c:pt idx="571">
                  <c:v>2.7</c:v>
                </c:pt>
                <c:pt idx="572">
                  <c:v>2.7</c:v>
                </c:pt>
                <c:pt idx="573">
                  <c:v>2.7</c:v>
                </c:pt>
                <c:pt idx="574">
                  <c:v>2.7</c:v>
                </c:pt>
                <c:pt idx="575">
                  <c:v>2.7</c:v>
                </c:pt>
                <c:pt idx="576">
                  <c:v>2.7</c:v>
                </c:pt>
                <c:pt idx="577">
                  <c:v>2.7</c:v>
                </c:pt>
                <c:pt idx="578">
                  <c:v>2.7</c:v>
                </c:pt>
                <c:pt idx="579">
                  <c:v>2.7</c:v>
                </c:pt>
                <c:pt idx="580">
                  <c:v>2.7</c:v>
                </c:pt>
                <c:pt idx="581">
                  <c:v>2.7</c:v>
                </c:pt>
                <c:pt idx="582">
                  <c:v>2.7</c:v>
                </c:pt>
                <c:pt idx="583">
                  <c:v>2.7</c:v>
                </c:pt>
                <c:pt idx="584">
                  <c:v>2.7</c:v>
                </c:pt>
                <c:pt idx="585">
                  <c:v>2.7</c:v>
                </c:pt>
                <c:pt idx="586">
                  <c:v>2.63</c:v>
                </c:pt>
                <c:pt idx="587">
                  <c:v>2.63</c:v>
                </c:pt>
                <c:pt idx="588">
                  <c:v>2.63</c:v>
                </c:pt>
                <c:pt idx="589">
                  <c:v>2.63</c:v>
                </c:pt>
                <c:pt idx="590">
                  <c:v>2.63</c:v>
                </c:pt>
                <c:pt idx="591">
                  <c:v>2.63</c:v>
                </c:pt>
                <c:pt idx="592">
                  <c:v>2.63</c:v>
                </c:pt>
                <c:pt idx="593">
                  <c:v>2.63</c:v>
                </c:pt>
                <c:pt idx="594">
                  <c:v>2.63</c:v>
                </c:pt>
                <c:pt idx="595">
                  <c:v>2.63</c:v>
                </c:pt>
                <c:pt idx="596">
                  <c:v>2.63</c:v>
                </c:pt>
                <c:pt idx="597">
                  <c:v>2.63</c:v>
                </c:pt>
                <c:pt idx="598">
                  <c:v>2.63</c:v>
                </c:pt>
                <c:pt idx="599">
                  <c:v>2.63</c:v>
                </c:pt>
                <c:pt idx="600">
                  <c:v>2.63</c:v>
                </c:pt>
                <c:pt idx="601">
                  <c:v>2.63</c:v>
                </c:pt>
                <c:pt idx="602">
                  <c:v>2.63</c:v>
                </c:pt>
                <c:pt idx="603">
                  <c:v>2.63</c:v>
                </c:pt>
                <c:pt idx="604">
                  <c:v>2.63</c:v>
                </c:pt>
                <c:pt idx="605">
                  <c:v>2.63</c:v>
                </c:pt>
                <c:pt idx="606">
                  <c:v>2.63</c:v>
                </c:pt>
                <c:pt idx="607">
                  <c:v>2.63</c:v>
                </c:pt>
                <c:pt idx="608">
                  <c:v>2.81</c:v>
                </c:pt>
                <c:pt idx="609">
                  <c:v>2.81</c:v>
                </c:pt>
                <c:pt idx="610">
                  <c:v>2.81</c:v>
                </c:pt>
                <c:pt idx="611">
                  <c:v>2.81</c:v>
                </c:pt>
                <c:pt idx="612">
                  <c:v>2.81</c:v>
                </c:pt>
                <c:pt idx="613">
                  <c:v>2.81</c:v>
                </c:pt>
                <c:pt idx="614">
                  <c:v>2.81</c:v>
                </c:pt>
                <c:pt idx="615">
                  <c:v>2.81</c:v>
                </c:pt>
                <c:pt idx="616">
                  <c:v>2.81</c:v>
                </c:pt>
                <c:pt idx="617">
                  <c:v>2.81</c:v>
                </c:pt>
                <c:pt idx="618">
                  <c:v>2.81</c:v>
                </c:pt>
                <c:pt idx="619">
                  <c:v>2.81</c:v>
                </c:pt>
                <c:pt idx="620">
                  <c:v>2.81</c:v>
                </c:pt>
                <c:pt idx="621">
                  <c:v>2.81</c:v>
                </c:pt>
                <c:pt idx="622">
                  <c:v>2.81</c:v>
                </c:pt>
                <c:pt idx="623">
                  <c:v>2.81</c:v>
                </c:pt>
                <c:pt idx="624">
                  <c:v>2.81</c:v>
                </c:pt>
                <c:pt idx="625">
                  <c:v>2.81</c:v>
                </c:pt>
                <c:pt idx="626">
                  <c:v>2.81</c:v>
                </c:pt>
                <c:pt idx="627">
                  <c:v>2.81</c:v>
                </c:pt>
                <c:pt idx="628">
                  <c:v>2.81</c:v>
                </c:pt>
                <c:pt idx="629">
                  <c:v>3.01</c:v>
                </c:pt>
                <c:pt idx="630">
                  <c:v>3.01</c:v>
                </c:pt>
                <c:pt idx="631">
                  <c:v>3.01</c:v>
                </c:pt>
                <c:pt idx="632">
                  <c:v>3.01</c:v>
                </c:pt>
                <c:pt idx="633">
                  <c:v>3.01</c:v>
                </c:pt>
                <c:pt idx="634">
                  <c:v>3.01</c:v>
                </c:pt>
                <c:pt idx="635">
                  <c:v>3.01</c:v>
                </c:pt>
                <c:pt idx="636">
                  <c:v>3.01</c:v>
                </c:pt>
                <c:pt idx="637">
                  <c:v>3.01</c:v>
                </c:pt>
                <c:pt idx="638">
                  <c:v>3.01</c:v>
                </c:pt>
                <c:pt idx="639">
                  <c:v>3.01</c:v>
                </c:pt>
                <c:pt idx="640">
                  <c:v>3.01</c:v>
                </c:pt>
                <c:pt idx="641">
                  <c:v>3.01</c:v>
                </c:pt>
                <c:pt idx="642">
                  <c:v>3.01</c:v>
                </c:pt>
                <c:pt idx="643">
                  <c:v>3.01</c:v>
                </c:pt>
                <c:pt idx="644">
                  <c:v>3.01</c:v>
                </c:pt>
                <c:pt idx="645">
                  <c:v>3.01</c:v>
                </c:pt>
                <c:pt idx="646">
                  <c:v>3.01</c:v>
                </c:pt>
                <c:pt idx="647">
                  <c:v>3.01</c:v>
                </c:pt>
                <c:pt idx="648">
                  <c:v>3.01</c:v>
                </c:pt>
                <c:pt idx="649">
                  <c:v>3.01</c:v>
                </c:pt>
                <c:pt idx="650">
                  <c:v>3.01</c:v>
                </c:pt>
                <c:pt idx="651">
                  <c:v>3.28</c:v>
                </c:pt>
                <c:pt idx="652">
                  <c:v>3.28</c:v>
                </c:pt>
                <c:pt idx="653">
                  <c:v>3.28</c:v>
                </c:pt>
                <c:pt idx="654">
                  <c:v>3.28</c:v>
                </c:pt>
                <c:pt idx="655">
                  <c:v>3.28</c:v>
                </c:pt>
                <c:pt idx="656">
                  <c:v>3.28</c:v>
                </c:pt>
                <c:pt idx="657">
                  <c:v>3.28</c:v>
                </c:pt>
                <c:pt idx="658">
                  <c:v>3.28</c:v>
                </c:pt>
                <c:pt idx="659">
                  <c:v>3.28</c:v>
                </c:pt>
                <c:pt idx="660">
                  <c:v>3.28</c:v>
                </c:pt>
                <c:pt idx="661">
                  <c:v>3.28</c:v>
                </c:pt>
                <c:pt idx="662">
                  <c:v>3.28</c:v>
                </c:pt>
                <c:pt idx="663">
                  <c:v>3.28</c:v>
                </c:pt>
                <c:pt idx="664">
                  <c:v>3.28</c:v>
                </c:pt>
                <c:pt idx="665">
                  <c:v>3.28</c:v>
                </c:pt>
                <c:pt idx="666">
                  <c:v>3.28</c:v>
                </c:pt>
                <c:pt idx="667">
                  <c:v>3.28</c:v>
                </c:pt>
                <c:pt idx="668">
                  <c:v>3.28</c:v>
                </c:pt>
                <c:pt idx="669">
                  <c:v>3.28</c:v>
                </c:pt>
                <c:pt idx="670">
                  <c:v>3.28</c:v>
                </c:pt>
                <c:pt idx="671">
                  <c:v>3.28</c:v>
                </c:pt>
                <c:pt idx="672">
                  <c:v>3.28</c:v>
                </c:pt>
                <c:pt idx="673">
                  <c:v>3.28</c:v>
                </c:pt>
                <c:pt idx="674">
                  <c:v>3.24</c:v>
                </c:pt>
                <c:pt idx="675">
                  <c:v>3.24</c:v>
                </c:pt>
                <c:pt idx="676">
                  <c:v>3.24</c:v>
                </c:pt>
                <c:pt idx="677">
                  <c:v>3.24</c:v>
                </c:pt>
                <c:pt idx="678">
                  <c:v>3.24</c:v>
                </c:pt>
                <c:pt idx="679">
                  <c:v>3.24</c:v>
                </c:pt>
                <c:pt idx="680">
                  <c:v>3.24</c:v>
                </c:pt>
                <c:pt idx="681">
                  <c:v>3.24</c:v>
                </c:pt>
                <c:pt idx="682">
                  <c:v>3.24</c:v>
                </c:pt>
                <c:pt idx="683">
                  <c:v>3.24</c:v>
                </c:pt>
                <c:pt idx="684">
                  <c:v>3.24</c:v>
                </c:pt>
                <c:pt idx="685">
                  <c:v>3.24</c:v>
                </c:pt>
                <c:pt idx="686">
                  <c:v>3.24</c:v>
                </c:pt>
                <c:pt idx="687">
                  <c:v>3.24</c:v>
                </c:pt>
                <c:pt idx="688">
                  <c:v>3.24</c:v>
                </c:pt>
                <c:pt idx="689">
                  <c:v>3.24</c:v>
                </c:pt>
                <c:pt idx="690">
                  <c:v>3.24</c:v>
                </c:pt>
                <c:pt idx="691">
                  <c:v>3.24</c:v>
                </c:pt>
                <c:pt idx="692">
                  <c:v>3.24</c:v>
                </c:pt>
                <c:pt idx="693">
                  <c:v>3.24</c:v>
                </c:pt>
                <c:pt idx="694">
                  <c:v>3.24</c:v>
                </c:pt>
                <c:pt idx="695">
                  <c:v>5.08</c:v>
                </c:pt>
                <c:pt idx="696">
                  <c:v>5.08</c:v>
                </c:pt>
                <c:pt idx="697">
                  <c:v>5.08</c:v>
                </c:pt>
                <c:pt idx="698">
                  <c:v>5.08</c:v>
                </c:pt>
                <c:pt idx="699">
                  <c:v>5.08</c:v>
                </c:pt>
                <c:pt idx="700">
                  <c:v>5.08</c:v>
                </c:pt>
                <c:pt idx="701">
                  <c:v>5.08</c:v>
                </c:pt>
                <c:pt idx="702">
                  <c:v>5.08</c:v>
                </c:pt>
                <c:pt idx="703">
                  <c:v>5.08</c:v>
                </c:pt>
                <c:pt idx="704">
                  <c:v>5.08</c:v>
                </c:pt>
                <c:pt idx="705">
                  <c:v>5.08</c:v>
                </c:pt>
                <c:pt idx="706">
                  <c:v>5.08</c:v>
                </c:pt>
                <c:pt idx="707">
                  <c:v>5.08</c:v>
                </c:pt>
                <c:pt idx="708">
                  <c:v>5.08</c:v>
                </c:pt>
                <c:pt idx="709">
                  <c:v>5.08</c:v>
                </c:pt>
                <c:pt idx="710">
                  <c:v>5.08</c:v>
                </c:pt>
                <c:pt idx="711">
                  <c:v>5.08</c:v>
                </c:pt>
                <c:pt idx="712">
                  <c:v>5.08</c:v>
                </c:pt>
                <c:pt idx="713">
                  <c:v>5.08</c:v>
                </c:pt>
                <c:pt idx="714">
                  <c:v>5.08</c:v>
                </c:pt>
                <c:pt idx="715">
                  <c:v>5.08</c:v>
                </c:pt>
                <c:pt idx="716">
                  <c:v>5.08</c:v>
                </c:pt>
                <c:pt idx="717">
                  <c:v>5.65</c:v>
                </c:pt>
                <c:pt idx="718">
                  <c:v>5.65</c:v>
                </c:pt>
                <c:pt idx="719">
                  <c:v>5.65</c:v>
                </c:pt>
                <c:pt idx="720">
                  <c:v>5.65</c:v>
                </c:pt>
                <c:pt idx="721">
                  <c:v>5.65</c:v>
                </c:pt>
                <c:pt idx="722">
                  <c:v>5.65</c:v>
                </c:pt>
                <c:pt idx="723">
                  <c:v>5.65</c:v>
                </c:pt>
                <c:pt idx="724">
                  <c:v>5.65</c:v>
                </c:pt>
                <c:pt idx="725">
                  <c:v>5.65</c:v>
                </c:pt>
                <c:pt idx="726">
                  <c:v>5.65</c:v>
                </c:pt>
                <c:pt idx="727">
                  <c:v>5.65</c:v>
                </c:pt>
                <c:pt idx="728">
                  <c:v>5.65</c:v>
                </c:pt>
                <c:pt idx="729">
                  <c:v>5.65</c:v>
                </c:pt>
                <c:pt idx="730">
                  <c:v>5.65</c:v>
                </c:pt>
                <c:pt idx="731">
                  <c:v>5.65</c:v>
                </c:pt>
                <c:pt idx="732">
                  <c:v>5.65</c:v>
                </c:pt>
                <c:pt idx="733">
                  <c:v>5.65</c:v>
                </c:pt>
                <c:pt idx="734">
                  <c:v>5.65</c:v>
                </c:pt>
                <c:pt idx="735">
                  <c:v>5.65</c:v>
                </c:pt>
                <c:pt idx="736">
                  <c:v>5.65</c:v>
                </c:pt>
                <c:pt idx="737">
                  <c:v>5.65</c:v>
                </c:pt>
                <c:pt idx="738">
                  <c:v>5.65</c:v>
                </c:pt>
                <c:pt idx="739">
                  <c:v>6.11</c:v>
                </c:pt>
                <c:pt idx="740">
                  <c:v>6.11</c:v>
                </c:pt>
                <c:pt idx="741">
                  <c:v>6.11</c:v>
                </c:pt>
                <c:pt idx="742">
                  <c:v>6.11</c:v>
                </c:pt>
                <c:pt idx="743">
                  <c:v>6.11</c:v>
                </c:pt>
                <c:pt idx="744">
                  <c:v>6.11</c:v>
                </c:pt>
                <c:pt idx="745">
                  <c:v>6.11</c:v>
                </c:pt>
                <c:pt idx="746">
                  <c:v>6.11</c:v>
                </c:pt>
                <c:pt idx="747">
                  <c:v>6.11</c:v>
                </c:pt>
                <c:pt idx="748">
                  <c:v>6.11</c:v>
                </c:pt>
                <c:pt idx="749">
                  <c:v>6.11</c:v>
                </c:pt>
                <c:pt idx="750">
                  <c:v>6.11</c:v>
                </c:pt>
                <c:pt idx="751">
                  <c:v>6.11</c:v>
                </c:pt>
                <c:pt idx="752">
                  <c:v>6.11</c:v>
                </c:pt>
                <c:pt idx="753">
                  <c:v>6.11</c:v>
                </c:pt>
                <c:pt idx="754">
                  <c:v>6.11</c:v>
                </c:pt>
                <c:pt idx="755">
                  <c:v>6.11</c:v>
                </c:pt>
                <c:pt idx="756">
                  <c:v>6.11</c:v>
                </c:pt>
                <c:pt idx="757">
                  <c:v>6.11</c:v>
                </c:pt>
                <c:pt idx="758">
                  <c:v>6.11</c:v>
                </c:pt>
                <c:pt idx="759">
                  <c:v>6.11</c:v>
                </c:pt>
                <c:pt idx="760">
                  <c:v>5.18</c:v>
                </c:pt>
                <c:pt idx="761">
                  <c:v>5.18</c:v>
                </c:pt>
                <c:pt idx="762">
                  <c:v>5.18</c:v>
                </c:pt>
                <c:pt idx="763">
                  <c:v>5.18</c:v>
                </c:pt>
                <c:pt idx="764">
                  <c:v>5.18</c:v>
                </c:pt>
                <c:pt idx="765">
                  <c:v>5.18</c:v>
                </c:pt>
                <c:pt idx="766">
                  <c:v>5.18</c:v>
                </c:pt>
                <c:pt idx="767">
                  <c:v>5.18</c:v>
                </c:pt>
                <c:pt idx="768">
                  <c:v>5.18</c:v>
                </c:pt>
                <c:pt idx="769">
                  <c:v>5.18</c:v>
                </c:pt>
                <c:pt idx="770">
                  <c:v>5.18</c:v>
                </c:pt>
                <c:pt idx="771">
                  <c:v>5.18</c:v>
                </c:pt>
                <c:pt idx="772">
                  <c:v>5.18</c:v>
                </c:pt>
                <c:pt idx="773">
                  <c:v>5.18</c:v>
                </c:pt>
                <c:pt idx="774">
                  <c:v>5.18</c:v>
                </c:pt>
                <c:pt idx="775">
                  <c:v>5.18</c:v>
                </c:pt>
                <c:pt idx="776">
                  <c:v>5.18</c:v>
                </c:pt>
                <c:pt idx="777">
                  <c:v>5.18</c:v>
                </c:pt>
                <c:pt idx="778">
                  <c:v>5.18</c:v>
                </c:pt>
                <c:pt idx="779">
                  <c:v>5.18</c:v>
                </c:pt>
                <c:pt idx="780">
                  <c:v>5.18</c:v>
                </c:pt>
                <c:pt idx="781">
                  <c:v>5.18</c:v>
                </c:pt>
                <c:pt idx="782">
                  <c:v>5.18</c:v>
                </c:pt>
                <c:pt idx="783">
                  <c:v>5.27</c:v>
                </c:pt>
                <c:pt idx="784">
                  <c:v>5.27</c:v>
                </c:pt>
                <c:pt idx="785">
                  <c:v>5.27</c:v>
                </c:pt>
                <c:pt idx="786">
                  <c:v>5.27</c:v>
                </c:pt>
                <c:pt idx="787">
                  <c:v>5.27</c:v>
                </c:pt>
                <c:pt idx="788">
                  <c:v>5.27</c:v>
                </c:pt>
                <c:pt idx="789">
                  <c:v>5.27</c:v>
                </c:pt>
                <c:pt idx="790">
                  <c:v>5.27</c:v>
                </c:pt>
                <c:pt idx="791">
                  <c:v>5.27</c:v>
                </c:pt>
                <c:pt idx="792">
                  <c:v>5.27</c:v>
                </c:pt>
                <c:pt idx="793">
                  <c:v>5.27</c:v>
                </c:pt>
                <c:pt idx="794">
                  <c:v>5.27</c:v>
                </c:pt>
                <c:pt idx="795">
                  <c:v>5.27</c:v>
                </c:pt>
                <c:pt idx="796">
                  <c:v>5.27</c:v>
                </c:pt>
                <c:pt idx="797">
                  <c:v>5.27</c:v>
                </c:pt>
                <c:pt idx="798">
                  <c:v>5.27</c:v>
                </c:pt>
                <c:pt idx="799">
                  <c:v>5.27</c:v>
                </c:pt>
                <c:pt idx="800">
                  <c:v>5.27</c:v>
                </c:pt>
                <c:pt idx="801">
                  <c:v>5.27</c:v>
                </c:pt>
                <c:pt idx="802">
                  <c:v>5.27</c:v>
                </c:pt>
                <c:pt idx="803">
                  <c:v>5.27</c:v>
                </c:pt>
                <c:pt idx="804">
                  <c:v>5.15</c:v>
                </c:pt>
                <c:pt idx="805">
                  <c:v>5.15</c:v>
                </c:pt>
                <c:pt idx="806">
                  <c:v>5.15</c:v>
                </c:pt>
                <c:pt idx="807">
                  <c:v>5.15</c:v>
                </c:pt>
                <c:pt idx="808">
                  <c:v>5.15</c:v>
                </c:pt>
                <c:pt idx="809">
                  <c:v>5.15</c:v>
                </c:pt>
                <c:pt idx="810">
                  <c:v>5.15</c:v>
                </c:pt>
                <c:pt idx="811">
                  <c:v>5.15</c:v>
                </c:pt>
                <c:pt idx="812">
                  <c:v>5.15</c:v>
                </c:pt>
                <c:pt idx="813">
                  <c:v>5.15</c:v>
                </c:pt>
                <c:pt idx="814">
                  <c:v>5.15</c:v>
                </c:pt>
                <c:pt idx="815">
                  <c:v>5.15</c:v>
                </c:pt>
                <c:pt idx="816">
                  <c:v>5.15</c:v>
                </c:pt>
                <c:pt idx="817">
                  <c:v>5.15</c:v>
                </c:pt>
                <c:pt idx="818">
                  <c:v>5.15</c:v>
                </c:pt>
                <c:pt idx="819">
                  <c:v>5.15</c:v>
                </c:pt>
                <c:pt idx="820">
                  <c:v>5.15</c:v>
                </c:pt>
                <c:pt idx="821">
                  <c:v>5.15</c:v>
                </c:pt>
                <c:pt idx="822">
                  <c:v>5.15</c:v>
                </c:pt>
                <c:pt idx="823">
                  <c:v>5.15</c:v>
                </c:pt>
                <c:pt idx="824">
                  <c:v>4.78</c:v>
                </c:pt>
                <c:pt idx="825">
                  <c:v>4.78</c:v>
                </c:pt>
                <c:pt idx="826">
                  <c:v>4.78</c:v>
                </c:pt>
                <c:pt idx="827">
                  <c:v>4.78</c:v>
                </c:pt>
                <c:pt idx="828">
                  <c:v>4.78</c:v>
                </c:pt>
                <c:pt idx="829">
                  <c:v>4.78</c:v>
                </c:pt>
                <c:pt idx="830">
                  <c:v>4.78</c:v>
                </c:pt>
                <c:pt idx="831">
                  <c:v>4.78</c:v>
                </c:pt>
                <c:pt idx="832">
                  <c:v>4.78</c:v>
                </c:pt>
                <c:pt idx="833">
                  <c:v>4.78</c:v>
                </c:pt>
                <c:pt idx="834">
                  <c:v>4.78</c:v>
                </c:pt>
                <c:pt idx="835">
                  <c:v>4.78</c:v>
                </c:pt>
                <c:pt idx="836">
                  <c:v>4.78</c:v>
                </c:pt>
                <c:pt idx="837">
                  <c:v>4.78</c:v>
                </c:pt>
                <c:pt idx="838">
                  <c:v>4.78</c:v>
                </c:pt>
                <c:pt idx="839">
                  <c:v>4.78</c:v>
                </c:pt>
                <c:pt idx="840">
                  <c:v>4.78</c:v>
                </c:pt>
                <c:pt idx="841">
                  <c:v>4.78</c:v>
                </c:pt>
                <c:pt idx="842">
                  <c:v>4.78</c:v>
                </c:pt>
                <c:pt idx="843">
                  <c:v>4.78</c:v>
                </c:pt>
                <c:pt idx="844">
                  <c:v>4.78</c:v>
                </c:pt>
                <c:pt idx="845">
                  <c:v>4.78</c:v>
                </c:pt>
                <c:pt idx="846">
                  <c:v>4.78</c:v>
                </c:pt>
                <c:pt idx="847">
                  <c:v>4.75</c:v>
                </c:pt>
                <c:pt idx="848">
                  <c:v>4.75</c:v>
                </c:pt>
                <c:pt idx="849">
                  <c:v>4.75</c:v>
                </c:pt>
                <c:pt idx="850">
                  <c:v>4.75</c:v>
                </c:pt>
                <c:pt idx="851">
                  <c:v>4.75</c:v>
                </c:pt>
                <c:pt idx="852">
                  <c:v>4.75</c:v>
                </c:pt>
                <c:pt idx="853">
                  <c:v>4.75</c:v>
                </c:pt>
                <c:pt idx="854">
                  <c:v>4.75</c:v>
                </c:pt>
                <c:pt idx="855">
                  <c:v>4.75</c:v>
                </c:pt>
                <c:pt idx="856">
                  <c:v>4.75</c:v>
                </c:pt>
                <c:pt idx="857">
                  <c:v>4.75</c:v>
                </c:pt>
                <c:pt idx="858">
                  <c:v>4.75</c:v>
                </c:pt>
                <c:pt idx="859">
                  <c:v>4.75</c:v>
                </c:pt>
                <c:pt idx="860">
                  <c:v>4.75</c:v>
                </c:pt>
                <c:pt idx="861">
                  <c:v>4.75</c:v>
                </c:pt>
                <c:pt idx="862">
                  <c:v>4.75</c:v>
                </c:pt>
                <c:pt idx="863">
                  <c:v>4.75</c:v>
                </c:pt>
                <c:pt idx="864">
                  <c:v>4.75</c:v>
                </c:pt>
                <c:pt idx="865">
                  <c:v>4.75</c:v>
                </c:pt>
                <c:pt idx="866">
                  <c:v>4.75</c:v>
                </c:pt>
                <c:pt idx="867">
                  <c:v>4.75</c:v>
                </c:pt>
                <c:pt idx="868">
                  <c:v>4.75</c:v>
                </c:pt>
                <c:pt idx="869">
                  <c:v>4.4400000000000004</c:v>
                </c:pt>
                <c:pt idx="870">
                  <c:v>4.4400000000000004</c:v>
                </c:pt>
                <c:pt idx="871">
                  <c:v>4.4400000000000004</c:v>
                </c:pt>
                <c:pt idx="872">
                  <c:v>4.4400000000000004</c:v>
                </c:pt>
                <c:pt idx="873">
                  <c:v>4.4400000000000004</c:v>
                </c:pt>
                <c:pt idx="874">
                  <c:v>4.4400000000000004</c:v>
                </c:pt>
                <c:pt idx="875">
                  <c:v>4.4400000000000004</c:v>
                </c:pt>
                <c:pt idx="876">
                  <c:v>4.4400000000000004</c:v>
                </c:pt>
                <c:pt idx="877">
                  <c:v>4.4400000000000004</c:v>
                </c:pt>
                <c:pt idx="878">
                  <c:v>4.4400000000000004</c:v>
                </c:pt>
                <c:pt idx="879">
                  <c:v>4.4400000000000004</c:v>
                </c:pt>
                <c:pt idx="880">
                  <c:v>4.4400000000000004</c:v>
                </c:pt>
                <c:pt idx="881">
                  <c:v>4.4400000000000004</c:v>
                </c:pt>
                <c:pt idx="882">
                  <c:v>4.4400000000000004</c:v>
                </c:pt>
                <c:pt idx="883">
                  <c:v>4.4400000000000004</c:v>
                </c:pt>
                <c:pt idx="884">
                  <c:v>4.4400000000000004</c:v>
                </c:pt>
                <c:pt idx="885">
                  <c:v>4.4400000000000004</c:v>
                </c:pt>
                <c:pt idx="886">
                  <c:v>4.4400000000000004</c:v>
                </c:pt>
                <c:pt idx="887">
                  <c:v>4.4400000000000004</c:v>
                </c:pt>
                <c:pt idx="888">
                  <c:v>4.4400000000000004</c:v>
                </c:pt>
                <c:pt idx="889">
                  <c:v>4.58</c:v>
                </c:pt>
                <c:pt idx="890">
                  <c:v>4.58</c:v>
                </c:pt>
                <c:pt idx="891">
                  <c:v>4.58</c:v>
                </c:pt>
                <c:pt idx="892">
                  <c:v>4.58</c:v>
                </c:pt>
                <c:pt idx="893">
                  <c:v>4.58</c:v>
                </c:pt>
                <c:pt idx="894">
                  <c:v>4.58</c:v>
                </c:pt>
                <c:pt idx="895">
                  <c:v>4.58</c:v>
                </c:pt>
                <c:pt idx="896">
                  <c:v>4.58</c:v>
                </c:pt>
                <c:pt idx="897">
                  <c:v>4.58</c:v>
                </c:pt>
                <c:pt idx="898">
                  <c:v>4.58</c:v>
                </c:pt>
                <c:pt idx="899">
                  <c:v>4.58</c:v>
                </c:pt>
                <c:pt idx="900">
                  <c:v>4.58</c:v>
                </c:pt>
                <c:pt idx="901">
                  <c:v>4.58</c:v>
                </c:pt>
                <c:pt idx="902">
                  <c:v>4.58</c:v>
                </c:pt>
                <c:pt idx="903">
                  <c:v>4.58</c:v>
                </c:pt>
                <c:pt idx="904">
                  <c:v>4.58</c:v>
                </c:pt>
                <c:pt idx="905">
                  <c:v>4.58</c:v>
                </c:pt>
                <c:pt idx="906">
                  <c:v>4.58</c:v>
                </c:pt>
                <c:pt idx="907">
                  <c:v>4.58</c:v>
                </c:pt>
                <c:pt idx="908">
                  <c:v>4.58</c:v>
                </c:pt>
                <c:pt idx="909">
                  <c:v>4.58</c:v>
                </c:pt>
                <c:pt idx="910">
                  <c:v>4.58</c:v>
                </c:pt>
                <c:pt idx="911">
                  <c:v>4.58</c:v>
                </c:pt>
                <c:pt idx="912">
                  <c:v>4.6900000000000004</c:v>
                </c:pt>
                <c:pt idx="913">
                  <c:v>4.6900000000000004</c:v>
                </c:pt>
                <c:pt idx="914">
                  <c:v>4.6900000000000004</c:v>
                </c:pt>
                <c:pt idx="915">
                  <c:v>4.6900000000000004</c:v>
                </c:pt>
                <c:pt idx="916">
                  <c:v>4.6900000000000004</c:v>
                </c:pt>
                <c:pt idx="917">
                  <c:v>4.6900000000000004</c:v>
                </c:pt>
                <c:pt idx="918">
                  <c:v>4.6900000000000004</c:v>
                </c:pt>
                <c:pt idx="919">
                  <c:v>4.6900000000000004</c:v>
                </c:pt>
                <c:pt idx="920">
                  <c:v>4.6900000000000004</c:v>
                </c:pt>
                <c:pt idx="921">
                  <c:v>4.6900000000000004</c:v>
                </c:pt>
                <c:pt idx="922">
                  <c:v>4.6900000000000004</c:v>
                </c:pt>
                <c:pt idx="923">
                  <c:v>4.6900000000000004</c:v>
                </c:pt>
                <c:pt idx="924">
                  <c:v>4.6900000000000004</c:v>
                </c:pt>
                <c:pt idx="925">
                  <c:v>4.6900000000000004</c:v>
                </c:pt>
                <c:pt idx="926">
                  <c:v>4.6900000000000004</c:v>
                </c:pt>
                <c:pt idx="927">
                  <c:v>4.6900000000000004</c:v>
                </c:pt>
                <c:pt idx="928">
                  <c:v>4.6900000000000004</c:v>
                </c:pt>
                <c:pt idx="929">
                  <c:v>4.6900000000000004</c:v>
                </c:pt>
                <c:pt idx="930">
                  <c:v>4.6900000000000004</c:v>
                </c:pt>
                <c:pt idx="931">
                  <c:v>4.6900000000000004</c:v>
                </c:pt>
                <c:pt idx="932">
                  <c:v>4.6900000000000004</c:v>
                </c:pt>
                <c:pt idx="933">
                  <c:v>4.6900000000000004</c:v>
                </c:pt>
                <c:pt idx="934">
                  <c:v>4.59</c:v>
                </c:pt>
                <c:pt idx="935">
                  <c:v>4.59</c:v>
                </c:pt>
                <c:pt idx="936">
                  <c:v>4.59</c:v>
                </c:pt>
                <c:pt idx="937">
                  <c:v>4.59</c:v>
                </c:pt>
                <c:pt idx="938">
                  <c:v>4.59</c:v>
                </c:pt>
                <c:pt idx="939">
                  <c:v>4.59</c:v>
                </c:pt>
                <c:pt idx="940">
                  <c:v>4.59</c:v>
                </c:pt>
                <c:pt idx="941">
                  <c:v>4.59</c:v>
                </c:pt>
                <c:pt idx="942">
                  <c:v>4.59</c:v>
                </c:pt>
                <c:pt idx="943">
                  <c:v>4.59</c:v>
                </c:pt>
                <c:pt idx="944">
                  <c:v>4.59</c:v>
                </c:pt>
                <c:pt idx="945">
                  <c:v>4.59</c:v>
                </c:pt>
                <c:pt idx="946">
                  <c:v>4.59</c:v>
                </c:pt>
                <c:pt idx="947">
                  <c:v>4.59</c:v>
                </c:pt>
                <c:pt idx="948">
                  <c:v>4.59</c:v>
                </c:pt>
                <c:pt idx="949">
                  <c:v>4.59</c:v>
                </c:pt>
                <c:pt idx="950">
                  <c:v>4.59</c:v>
                </c:pt>
                <c:pt idx="951">
                  <c:v>4.59</c:v>
                </c:pt>
                <c:pt idx="952">
                  <c:v>4.59</c:v>
                </c:pt>
                <c:pt idx="953">
                  <c:v>4.59</c:v>
                </c:pt>
                <c:pt idx="954">
                  <c:v>4.59</c:v>
                </c:pt>
                <c:pt idx="955">
                  <c:v>4.59</c:v>
                </c:pt>
                <c:pt idx="956">
                  <c:v>4.82</c:v>
                </c:pt>
                <c:pt idx="957">
                  <c:v>4.82</c:v>
                </c:pt>
                <c:pt idx="958">
                  <c:v>4.82</c:v>
                </c:pt>
                <c:pt idx="959">
                  <c:v>4.82</c:v>
                </c:pt>
                <c:pt idx="960">
                  <c:v>4.82</c:v>
                </c:pt>
                <c:pt idx="961">
                  <c:v>4.82</c:v>
                </c:pt>
                <c:pt idx="962">
                  <c:v>4.82</c:v>
                </c:pt>
                <c:pt idx="963">
                  <c:v>4.82</c:v>
                </c:pt>
                <c:pt idx="964">
                  <c:v>4.82</c:v>
                </c:pt>
                <c:pt idx="965">
                  <c:v>4.82</c:v>
                </c:pt>
                <c:pt idx="966">
                  <c:v>4.82</c:v>
                </c:pt>
                <c:pt idx="967">
                  <c:v>4.82</c:v>
                </c:pt>
                <c:pt idx="968">
                  <c:v>4.82</c:v>
                </c:pt>
                <c:pt idx="969">
                  <c:v>4.82</c:v>
                </c:pt>
                <c:pt idx="970">
                  <c:v>4.82</c:v>
                </c:pt>
                <c:pt idx="971">
                  <c:v>4.82</c:v>
                </c:pt>
                <c:pt idx="972">
                  <c:v>4.82</c:v>
                </c:pt>
                <c:pt idx="973">
                  <c:v>4.82</c:v>
                </c:pt>
                <c:pt idx="974">
                  <c:v>4.82</c:v>
                </c:pt>
                <c:pt idx="975">
                  <c:v>4.82</c:v>
                </c:pt>
                <c:pt idx="976">
                  <c:v>4.82</c:v>
                </c:pt>
                <c:pt idx="977">
                  <c:v>4.82</c:v>
                </c:pt>
                <c:pt idx="978">
                  <c:v>5.18</c:v>
                </c:pt>
                <c:pt idx="979">
                  <c:v>5.18</c:v>
                </c:pt>
                <c:pt idx="980">
                  <c:v>5.18</c:v>
                </c:pt>
                <c:pt idx="981">
                  <c:v>5.18</c:v>
                </c:pt>
                <c:pt idx="982">
                  <c:v>5.18</c:v>
                </c:pt>
                <c:pt idx="983">
                  <c:v>5.18</c:v>
                </c:pt>
                <c:pt idx="984">
                  <c:v>5.18</c:v>
                </c:pt>
                <c:pt idx="985">
                  <c:v>5.18</c:v>
                </c:pt>
                <c:pt idx="986">
                  <c:v>5.18</c:v>
                </c:pt>
                <c:pt idx="987">
                  <c:v>5.18</c:v>
                </c:pt>
                <c:pt idx="988">
                  <c:v>5.18</c:v>
                </c:pt>
                <c:pt idx="989">
                  <c:v>5.18</c:v>
                </c:pt>
                <c:pt idx="990">
                  <c:v>5.18</c:v>
                </c:pt>
                <c:pt idx="991">
                  <c:v>5.18</c:v>
                </c:pt>
                <c:pt idx="992">
                  <c:v>5.18</c:v>
                </c:pt>
                <c:pt idx="993">
                  <c:v>5.18</c:v>
                </c:pt>
                <c:pt idx="994">
                  <c:v>5.18</c:v>
                </c:pt>
                <c:pt idx="995">
                  <c:v>5.18</c:v>
                </c:pt>
                <c:pt idx="996">
                  <c:v>5.18</c:v>
                </c:pt>
                <c:pt idx="997">
                  <c:v>5.18</c:v>
                </c:pt>
                <c:pt idx="998">
                  <c:v>5.18</c:v>
                </c:pt>
                <c:pt idx="999">
                  <c:v>5.25</c:v>
                </c:pt>
                <c:pt idx="1000">
                  <c:v>5.25</c:v>
                </c:pt>
                <c:pt idx="1001">
                  <c:v>5.25</c:v>
                </c:pt>
                <c:pt idx="1002">
                  <c:v>5.25</c:v>
                </c:pt>
                <c:pt idx="1003">
                  <c:v>5.25</c:v>
                </c:pt>
                <c:pt idx="1004">
                  <c:v>5.25</c:v>
                </c:pt>
                <c:pt idx="1005">
                  <c:v>5.25</c:v>
                </c:pt>
                <c:pt idx="1006">
                  <c:v>5.25</c:v>
                </c:pt>
                <c:pt idx="1007">
                  <c:v>5.25</c:v>
                </c:pt>
                <c:pt idx="1008">
                  <c:v>5.25</c:v>
                </c:pt>
                <c:pt idx="1009">
                  <c:v>5.25</c:v>
                </c:pt>
                <c:pt idx="1010">
                  <c:v>5.25</c:v>
                </c:pt>
                <c:pt idx="1011">
                  <c:v>5.25</c:v>
                </c:pt>
                <c:pt idx="1012">
                  <c:v>5.25</c:v>
                </c:pt>
                <c:pt idx="1013">
                  <c:v>5.25</c:v>
                </c:pt>
                <c:pt idx="1014">
                  <c:v>5.25</c:v>
                </c:pt>
                <c:pt idx="1015">
                  <c:v>5.25</c:v>
                </c:pt>
                <c:pt idx="1016">
                  <c:v>5.25</c:v>
                </c:pt>
                <c:pt idx="1017">
                  <c:v>5.25</c:v>
                </c:pt>
                <c:pt idx="1018">
                  <c:v>5.25</c:v>
                </c:pt>
                <c:pt idx="1019">
                  <c:v>5.25</c:v>
                </c:pt>
                <c:pt idx="1020">
                  <c:v>5.25</c:v>
                </c:pt>
                <c:pt idx="1021">
                  <c:v>4.9800000000000004</c:v>
                </c:pt>
                <c:pt idx="1022">
                  <c:v>4.9800000000000004</c:v>
                </c:pt>
                <c:pt idx="1023">
                  <c:v>4.9800000000000004</c:v>
                </c:pt>
                <c:pt idx="1024">
                  <c:v>4.9800000000000004</c:v>
                </c:pt>
                <c:pt idx="1025">
                  <c:v>4.9800000000000004</c:v>
                </c:pt>
                <c:pt idx="1026">
                  <c:v>4.9800000000000004</c:v>
                </c:pt>
                <c:pt idx="1027">
                  <c:v>4.9800000000000004</c:v>
                </c:pt>
                <c:pt idx="1028">
                  <c:v>4.9800000000000004</c:v>
                </c:pt>
                <c:pt idx="1029">
                  <c:v>4.9800000000000004</c:v>
                </c:pt>
                <c:pt idx="1030">
                  <c:v>4.9800000000000004</c:v>
                </c:pt>
                <c:pt idx="1031">
                  <c:v>4.9800000000000004</c:v>
                </c:pt>
                <c:pt idx="1032">
                  <c:v>4.9800000000000004</c:v>
                </c:pt>
                <c:pt idx="1033">
                  <c:v>4.9800000000000004</c:v>
                </c:pt>
                <c:pt idx="1034">
                  <c:v>4.9800000000000004</c:v>
                </c:pt>
                <c:pt idx="1035">
                  <c:v>4.9800000000000004</c:v>
                </c:pt>
                <c:pt idx="1036">
                  <c:v>4.9800000000000004</c:v>
                </c:pt>
                <c:pt idx="1037">
                  <c:v>4.9800000000000004</c:v>
                </c:pt>
                <c:pt idx="1038">
                  <c:v>4.9800000000000004</c:v>
                </c:pt>
                <c:pt idx="1039">
                  <c:v>4.9800000000000004</c:v>
                </c:pt>
                <c:pt idx="1040">
                  <c:v>4.9800000000000004</c:v>
                </c:pt>
                <c:pt idx="1041">
                  <c:v>4.9800000000000004</c:v>
                </c:pt>
                <c:pt idx="1042">
                  <c:v>4.9800000000000004</c:v>
                </c:pt>
                <c:pt idx="1043">
                  <c:v>4.9800000000000004</c:v>
                </c:pt>
                <c:pt idx="1044">
                  <c:v>4.67</c:v>
                </c:pt>
                <c:pt idx="1045">
                  <c:v>4.67</c:v>
                </c:pt>
                <c:pt idx="1046">
                  <c:v>4.67</c:v>
                </c:pt>
                <c:pt idx="1047">
                  <c:v>4.67</c:v>
                </c:pt>
                <c:pt idx="1048">
                  <c:v>4.67</c:v>
                </c:pt>
                <c:pt idx="1049">
                  <c:v>4.67</c:v>
                </c:pt>
                <c:pt idx="1050">
                  <c:v>4.67</c:v>
                </c:pt>
                <c:pt idx="1051">
                  <c:v>4.67</c:v>
                </c:pt>
                <c:pt idx="1052">
                  <c:v>4.67</c:v>
                </c:pt>
                <c:pt idx="1053">
                  <c:v>4.67</c:v>
                </c:pt>
                <c:pt idx="1054">
                  <c:v>4.67</c:v>
                </c:pt>
                <c:pt idx="1055">
                  <c:v>4.67</c:v>
                </c:pt>
                <c:pt idx="1056">
                  <c:v>4.67</c:v>
                </c:pt>
                <c:pt idx="1057">
                  <c:v>4.67</c:v>
                </c:pt>
                <c:pt idx="1058">
                  <c:v>4.67</c:v>
                </c:pt>
                <c:pt idx="1059">
                  <c:v>4.67</c:v>
                </c:pt>
                <c:pt idx="1060">
                  <c:v>4.67</c:v>
                </c:pt>
                <c:pt idx="1061">
                  <c:v>4.67</c:v>
                </c:pt>
                <c:pt idx="1062">
                  <c:v>4.67</c:v>
                </c:pt>
                <c:pt idx="1063">
                  <c:v>4.67</c:v>
                </c:pt>
                <c:pt idx="1064">
                  <c:v>4.67</c:v>
                </c:pt>
                <c:pt idx="1065">
                  <c:v>4.82</c:v>
                </c:pt>
                <c:pt idx="1066">
                  <c:v>4.82</c:v>
                </c:pt>
                <c:pt idx="1067">
                  <c:v>4.82</c:v>
                </c:pt>
                <c:pt idx="1068">
                  <c:v>4.82</c:v>
                </c:pt>
                <c:pt idx="1069">
                  <c:v>4.82</c:v>
                </c:pt>
                <c:pt idx="1070">
                  <c:v>4.82</c:v>
                </c:pt>
                <c:pt idx="1071">
                  <c:v>4.82</c:v>
                </c:pt>
                <c:pt idx="1072">
                  <c:v>4.82</c:v>
                </c:pt>
                <c:pt idx="1073">
                  <c:v>4.82</c:v>
                </c:pt>
                <c:pt idx="1074">
                  <c:v>4.82</c:v>
                </c:pt>
                <c:pt idx="1075">
                  <c:v>4.82</c:v>
                </c:pt>
                <c:pt idx="1076">
                  <c:v>4.82</c:v>
                </c:pt>
                <c:pt idx="1077">
                  <c:v>4.82</c:v>
                </c:pt>
                <c:pt idx="1078">
                  <c:v>4.82</c:v>
                </c:pt>
                <c:pt idx="1079">
                  <c:v>4.82</c:v>
                </c:pt>
                <c:pt idx="1080">
                  <c:v>4.82</c:v>
                </c:pt>
                <c:pt idx="1081">
                  <c:v>4.82</c:v>
                </c:pt>
                <c:pt idx="1082">
                  <c:v>4.82</c:v>
                </c:pt>
                <c:pt idx="1083">
                  <c:v>4.82</c:v>
                </c:pt>
                <c:pt idx="1084">
                  <c:v>4.82</c:v>
                </c:pt>
                <c:pt idx="1085">
                  <c:v>4.82</c:v>
                </c:pt>
                <c:pt idx="1086">
                  <c:v>4.97</c:v>
                </c:pt>
                <c:pt idx="1087">
                  <c:v>4.97</c:v>
                </c:pt>
                <c:pt idx="1088">
                  <c:v>4.97</c:v>
                </c:pt>
                <c:pt idx="1089">
                  <c:v>4.97</c:v>
                </c:pt>
                <c:pt idx="1090">
                  <c:v>4.97</c:v>
                </c:pt>
                <c:pt idx="1091">
                  <c:v>4.97</c:v>
                </c:pt>
                <c:pt idx="1092">
                  <c:v>4.97</c:v>
                </c:pt>
                <c:pt idx="1093">
                  <c:v>4.97</c:v>
                </c:pt>
                <c:pt idx="1094">
                  <c:v>4.97</c:v>
                </c:pt>
                <c:pt idx="1095">
                  <c:v>4.97</c:v>
                </c:pt>
                <c:pt idx="1096">
                  <c:v>4.97</c:v>
                </c:pt>
                <c:pt idx="1097">
                  <c:v>4.97</c:v>
                </c:pt>
                <c:pt idx="1098">
                  <c:v>4.97</c:v>
                </c:pt>
                <c:pt idx="1099">
                  <c:v>4.97</c:v>
                </c:pt>
                <c:pt idx="1100">
                  <c:v>4.97</c:v>
                </c:pt>
                <c:pt idx="1101">
                  <c:v>4.97</c:v>
                </c:pt>
                <c:pt idx="1102">
                  <c:v>4.97</c:v>
                </c:pt>
                <c:pt idx="1103">
                  <c:v>4.97</c:v>
                </c:pt>
                <c:pt idx="1104">
                  <c:v>4.97</c:v>
                </c:pt>
                <c:pt idx="1105">
                  <c:v>4.97</c:v>
                </c:pt>
                <c:pt idx="1106">
                  <c:v>4.97</c:v>
                </c:pt>
                <c:pt idx="1107">
                  <c:v>4.97</c:v>
                </c:pt>
                <c:pt idx="1108">
                  <c:v>4.97</c:v>
                </c:pt>
                <c:pt idx="1109">
                  <c:v>5.79</c:v>
                </c:pt>
                <c:pt idx="1110">
                  <c:v>5.79</c:v>
                </c:pt>
                <c:pt idx="1111">
                  <c:v>5.79</c:v>
                </c:pt>
                <c:pt idx="1112">
                  <c:v>5.79</c:v>
                </c:pt>
                <c:pt idx="1113">
                  <c:v>5.79</c:v>
                </c:pt>
                <c:pt idx="1114">
                  <c:v>5.79</c:v>
                </c:pt>
                <c:pt idx="1115">
                  <c:v>5.79</c:v>
                </c:pt>
                <c:pt idx="1116">
                  <c:v>5.79</c:v>
                </c:pt>
                <c:pt idx="1117">
                  <c:v>5.79</c:v>
                </c:pt>
                <c:pt idx="1118">
                  <c:v>5.79</c:v>
                </c:pt>
                <c:pt idx="1119">
                  <c:v>5.79</c:v>
                </c:pt>
                <c:pt idx="1120">
                  <c:v>5.79</c:v>
                </c:pt>
                <c:pt idx="1121">
                  <c:v>5.79</c:v>
                </c:pt>
                <c:pt idx="1122">
                  <c:v>5.79</c:v>
                </c:pt>
                <c:pt idx="1123">
                  <c:v>5.79</c:v>
                </c:pt>
                <c:pt idx="1124">
                  <c:v>5.79</c:v>
                </c:pt>
                <c:pt idx="1125">
                  <c:v>5.79</c:v>
                </c:pt>
                <c:pt idx="1126">
                  <c:v>5.79</c:v>
                </c:pt>
                <c:pt idx="1127">
                  <c:v>5.79</c:v>
                </c:pt>
                <c:pt idx="1128">
                  <c:v>5.79</c:v>
                </c:pt>
                <c:pt idx="1129">
                  <c:v>5.84</c:v>
                </c:pt>
                <c:pt idx="1130">
                  <c:v>5.84</c:v>
                </c:pt>
                <c:pt idx="1131">
                  <c:v>5.84</c:v>
                </c:pt>
                <c:pt idx="1132">
                  <c:v>5.84</c:v>
                </c:pt>
                <c:pt idx="1133">
                  <c:v>5.84</c:v>
                </c:pt>
                <c:pt idx="1134">
                  <c:v>5.84</c:v>
                </c:pt>
                <c:pt idx="1135">
                  <c:v>5.84</c:v>
                </c:pt>
                <c:pt idx="1136">
                  <c:v>5.84</c:v>
                </c:pt>
                <c:pt idx="1137">
                  <c:v>5.84</c:v>
                </c:pt>
                <c:pt idx="1138">
                  <c:v>5.84</c:v>
                </c:pt>
                <c:pt idx="1139">
                  <c:v>5.84</c:v>
                </c:pt>
                <c:pt idx="1140">
                  <c:v>5.84</c:v>
                </c:pt>
                <c:pt idx="1141">
                  <c:v>5.84</c:v>
                </c:pt>
                <c:pt idx="1142">
                  <c:v>5.84</c:v>
                </c:pt>
                <c:pt idx="1143">
                  <c:v>5.84</c:v>
                </c:pt>
                <c:pt idx="1144">
                  <c:v>5.84</c:v>
                </c:pt>
                <c:pt idx="1145">
                  <c:v>5.84</c:v>
                </c:pt>
                <c:pt idx="1146">
                  <c:v>5.84</c:v>
                </c:pt>
                <c:pt idx="1147">
                  <c:v>5.84</c:v>
                </c:pt>
                <c:pt idx="1148">
                  <c:v>5.84</c:v>
                </c:pt>
                <c:pt idx="1149">
                  <c:v>5.84</c:v>
                </c:pt>
                <c:pt idx="1150">
                  <c:v>5.84</c:v>
                </c:pt>
                <c:pt idx="1151">
                  <c:v>5.84</c:v>
                </c:pt>
                <c:pt idx="1152">
                  <c:v>6.07</c:v>
                </c:pt>
                <c:pt idx="1153">
                  <c:v>6.07</c:v>
                </c:pt>
                <c:pt idx="1154">
                  <c:v>6.07</c:v>
                </c:pt>
                <c:pt idx="1155">
                  <c:v>6.07</c:v>
                </c:pt>
                <c:pt idx="1156">
                  <c:v>6.07</c:v>
                </c:pt>
                <c:pt idx="1157">
                  <c:v>6.07</c:v>
                </c:pt>
                <c:pt idx="1158">
                  <c:v>6.07</c:v>
                </c:pt>
                <c:pt idx="1159">
                  <c:v>6.07</c:v>
                </c:pt>
                <c:pt idx="1160">
                  <c:v>6.07</c:v>
                </c:pt>
                <c:pt idx="1161">
                  <c:v>6.07</c:v>
                </c:pt>
                <c:pt idx="1162">
                  <c:v>6.07</c:v>
                </c:pt>
                <c:pt idx="1163">
                  <c:v>6.07</c:v>
                </c:pt>
                <c:pt idx="1164">
                  <c:v>6.07</c:v>
                </c:pt>
                <c:pt idx="1165">
                  <c:v>6.07</c:v>
                </c:pt>
                <c:pt idx="1166">
                  <c:v>6.07</c:v>
                </c:pt>
                <c:pt idx="1167">
                  <c:v>6.07</c:v>
                </c:pt>
                <c:pt idx="1168">
                  <c:v>6.07</c:v>
                </c:pt>
                <c:pt idx="1169">
                  <c:v>6.07</c:v>
                </c:pt>
                <c:pt idx="1170">
                  <c:v>6.07</c:v>
                </c:pt>
                <c:pt idx="1171">
                  <c:v>6.07</c:v>
                </c:pt>
                <c:pt idx="1172">
                  <c:v>6.07</c:v>
                </c:pt>
                <c:pt idx="1173">
                  <c:v>6.07</c:v>
                </c:pt>
                <c:pt idx="1174">
                  <c:v>5.85</c:v>
                </c:pt>
                <c:pt idx="1175">
                  <c:v>5.85</c:v>
                </c:pt>
                <c:pt idx="1176">
                  <c:v>5.85</c:v>
                </c:pt>
                <c:pt idx="1177">
                  <c:v>5.85</c:v>
                </c:pt>
                <c:pt idx="1178">
                  <c:v>5.85</c:v>
                </c:pt>
                <c:pt idx="1179">
                  <c:v>5.85</c:v>
                </c:pt>
                <c:pt idx="1180">
                  <c:v>5.85</c:v>
                </c:pt>
                <c:pt idx="1181">
                  <c:v>5.85</c:v>
                </c:pt>
                <c:pt idx="1182">
                  <c:v>5.85</c:v>
                </c:pt>
                <c:pt idx="1183">
                  <c:v>5.85</c:v>
                </c:pt>
                <c:pt idx="1184">
                  <c:v>5.85</c:v>
                </c:pt>
                <c:pt idx="1185">
                  <c:v>5.85</c:v>
                </c:pt>
                <c:pt idx="1186">
                  <c:v>5.85</c:v>
                </c:pt>
                <c:pt idx="1187">
                  <c:v>5.85</c:v>
                </c:pt>
                <c:pt idx="1188">
                  <c:v>5.85</c:v>
                </c:pt>
                <c:pt idx="1189">
                  <c:v>5.85</c:v>
                </c:pt>
                <c:pt idx="1190">
                  <c:v>5.85</c:v>
                </c:pt>
                <c:pt idx="1191">
                  <c:v>5.85</c:v>
                </c:pt>
                <c:pt idx="1192">
                  <c:v>5.85</c:v>
                </c:pt>
                <c:pt idx="1193">
                  <c:v>5.85</c:v>
                </c:pt>
                <c:pt idx="1194">
                  <c:v>5.85</c:v>
                </c:pt>
                <c:pt idx="1195">
                  <c:v>5.92</c:v>
                </c:pt>
                <c:pt idx="1196">
                  <c:v>5.92</c:v>
                </c:pt>
                <c:pt idx="1197">
                  <c:v>5.92</c:v>
                </c:pt>
                <c:pt idx="1198">
                  <c:v>5.92</c:v>
                </c:pt>
                <c:pt idx="1199">
                  <c:v>5.92</c:v>
                </c:pt>
                <c:pt idx="1200">
                  <c:v>5.92</c:v>
                </c:pt>
                <c:pt idx="1201">
                  <c:v>5.92</c:v>
                </c:pt>
                <c:pt idx="1202">
                  <c:v>5.92</c:v>
                </c:pt>
                <c:pt idx="1203">
                  <c:v>5.92</c:v>
                </c:pt>
                <c:pt idx="1204">
                  <c:v>5.92</c:v>
                </c:pt>
                <c:pt idx="1205">
                  <c:v>5.92</c:v>
                </c:pt>
                <c:pt idx="1206">
                  <c:v>6.06</c:v>
                </c:pt>
                <c:pt idx="1207">
                  <c:v>6.04</c:v>
                </c:pt>
                <c:pt idx="1208">
                  <c:v>6.06</c:v>
                </c:pt>
                <c:pt idx="1209">
                  <c:v>6.09</c:v>
                </c:pt>
                <c:pt idx="1210">
                  <c:v>6.09</c:v>
                </c:pt>
                <c:pt idx="1211">
                  <c:v>6.11</c:v>
                </c:pt>
                <c:pt idx="1212">
                  <c:v>6.17</c:v>
                </c:pt>
                <c:pt idx="1213">
                  <c:v>6.19</c:v>
                </c:pt>
                <c:pt idx="1214">
                  <c:v>6.18</c:v>
                </c:pt>
                <c:pt idx="1215">
                  <c:v>6.1</c:v>
                </c:pt>
                <c:pt idx="1216">
                  <c:v>6.07</c:v>
                </c:pt>
                <c:pt idx="1217">
                  <c:v>6.02</c:v>
                </c:pt>
                <c:pt idx="1218">
                  <c:v>6.13</c:v>
                </c:pt>
                <c:pt idx="1219">
                  <c:v>6.15</c:v>
                </c:pt>
                <c:pt idx="1220">
                  <c:v>6.15</c:v>
                </c:pt>
                <c:pt idx="1221">
                  <c:v>6.13</c:v>
                </c:pt>
                <c:pt idx="1222">
                  <c:v>6.08</c:v>
                </c:pt>
                <c:pt idx="1223">
                  <c:v>6.04</c:v>
                </c:pt>
                <c:pt idx="1224">
                  <c:v>6.05</c:v>
                </c:pt>
                <c:pt idx="1225">
                  <c:v>6.04</c:v>
                </c:pt>
                <c:pt idx="1226">
                  <c:v>6.02</c:v>
                </c:pt>
                <c:pt idx="1227">
                  <c:v>6.04</c:v>
                </c:pt>
                <c:pt idx="1228">
                  <c:v>6.01</c:v>
                </c:pt>
                <c:pt idx="1229">
                  <c:v>6</c:v>
                </c:pt>
                <c:pt idx="1230">
                  <c:v>6.05</c:v>
                </c:pt>
                <c:pt idx="1231">
                  <c:v>6.13</c:v>
                </c:pt>
                <c:pt idx="1232">
                  <c:v>6.09</c:v>
                </c:pt>
                <c:pt idx="1233">
                  <c:v>6.12</c:v>
                </c:pt>
                <c:pt idx="1234">
                  <c:v>6.18</c:v>
                </c:pt>
                <c:pt idx="1235">
                  <c:v>6.19</c:v>
                </c:pt>
                <c:pt idx="1236">
                  <c:v>6.23</c:v>
                </c:pt>
                <c:pt idx="1237">
                  <c:v>6.29</c:v>
                </c:pt>
                <c:pt idx="1238">
                  <c:v>6.26</c:v>
                </c:pt>
                <c:pt idx="1239">
                  <c:v>6.38</c:v>
                </c:pt>
                <c:pt idx="1240">
                  <c:v>6.38</c:v>
                </c:pt>
                <c:pt idx="1241">
                  <c:v>6.37</c:v>
                </c:pt>
                <c:pt idx="1242">
                  <c:v>6.35</c:v>
                </c:pt>
                <c:pt idx="1243">
                  <c:v>6.39</c:v>
                </c:pt>
                <c:pt idx="1244">
                  <c:v>6.39</c:v>
                </c:pt>
                <c:pt idx="1245">
                  <c:v>6.39</c:v>
                </c:pt>
                <c:pt idx="1246">
                  <c:v>6.47</c:v>
                </c:pt>
                <c:pt idx="1247">
                  <c:v>6.52</c:v>
                </c:pt>
                <c:pt idx="1248">
                  <c:v>6.62</c:v>
                </c:pt>
                <c:pt idx="1249">
                  <c:v>6.7</c:v>
                </c:pt>
                <c:pt idx="1250">
                  <c:v>6.73</c:v>
                </c:pt>
                <c:pt idx="1251">
                  <c:v>6.95</c:v>
                </c:pt>
                <c:pt idx="1252">
                  <c:v>6.98</c:v>
                </c:pt>
                <c:pt idx="1253">
                  <c:v>7.03</c:v>
                </c:pt>
                <c:pt idx="1254">
                  <c:v>7.05</c:v>
                </c:pt>
                <c:pt idx="1255">
                  <c:v>7.08</c:v>
                </c:pt>
                <c:pt idx="1256">
                  <c:v>7.04</c:v>
                </c:pt>
                <c:pt idx="1257">
                  <c:v>7</c:v>
                </c:pt>
                <c:pt idx="1258">
                  <c:v>7.05</c:v>
                </c:pt>
                <c:pt idx="1259">
                  <c:v>7.04</c:v>
                </c:pt>
                <c:pt idx="1260">
                  <c:v>7.14</c:v>
                </c:pt>
                <c:pt idx="1261">
                  <c:v>7.16</c:v>
                </c:pt>
                <c:pt idx="1262">
                  <c:v>7.2</c:v>
                </c:pt>
                <c:pt idx="1263">
                  <c:v>7.22</c:v>
                </c:pt>
                <c:pt idx="1264">
                  <c:v>7.16</c:v>
                </c:pt>
                <c:pt idx="1265">
                  <c:v>7.19</c:v>
                </c:pt>
                <c:pt idx="1266">
                  <c:v>7.22</c:v>
                </c:pt>
                <c:pt idx="1267">
                  <c:v>7.23</c:v>
                </c:pt>
                <c:pt idx="1268">
                  <c:v>7.28</c:v>
                </c:pt>
                <c:pt idx="1269">
                  <c:v>7.31</c:v>
                </c:pt>
                <c:pt idx="1270">
                  <c:v>7.38</c:v>
                </c:pt>
                <c:pt idx="1271">
                  <c:v>7.4</c:v>
                </c:pt>
                <c:pt idx="1272">
                  <c:v>7.46</c:v>
                </c:pt>
                <c:pt idx="1273">
                  <c:v>7.46</c:v>
                </c:pt>
                <c:pt idx="1274">
                  <c:v>7.47</c:v>
                </c:pt>
                <c:pt idx="1275">
                  <c:v>7.52</c:v>
                </c:pt>
                <c:pt idx="1276">
                  <c:v>7.58</c:v>
                </c:pt>
                <c:pt idx="1277">
                  <c:v>7.76</c:v>
                </c:pt>
                <c:pt idx="1278">
                  <c:v>7.76</c:v>
                </c:pt>
                <c:pt idx="1279">
                  <c:v>7.73</c:v>
                </c:pt>
                <c:pt idx="1280">
                  <c:v>7.81</c:v>
                </c:pt>
                <c:pt idx="1281">
                  <c:v>7.93</c:v>
                </c:pt>
                <c:pt idx="1282">
                  <c:v>8</c:v>
                </c:pt>
                <c:pt idx="1283">
                  <c:v>8.2899999999999991</c:v>
                </c:pt>
                <c:pt idx="1284">
                  <c:v>8.2799999999999994</c:v>
                </c:pt>
                <c:pt idx="1285">
                  <c:v>8.41</c:v>
                </c:pt>
                <c:pt idx="1286">
                  <c:v>8.61</c:v>
                </c:pt>
                <c:pt idx="1287">
                  <c:v>8.66</c:v>
                </c:pt>
                <c:pt idx="1288">
                  <c:v>8.66</c:v>
                </c:pt>
                <c:pt idx="1289">
                  <c:v>8.61</c:v>
                </c:pt>
                <c:pt idx="1290">
                  <c:v>8.57</c:v>
                </c:pt>
                <c:pt idx="1291">
                  <c:v>8.4700000000000006</c:v>
                </c:pt>
                <c:pt idx="1292">
                  <c:v>8.44</c:v>
                </c:pt>
                <c:pt idx="1293">
                  <c:v>8.4499999999999993</c:v>
                </c:pt>
                <c:pt idx="1294">
                  <c:v>9.0399999999999991</c:v>
                </c:pt>
                <c:pt idx="1295">
                  <c:v>8.4499999999999993</c:v>
                </c:pt>
                <c:pt idx="1296">
                  <c:v>8.3800000000000008</c:v>
                </c:pt>
                <c:pt idx="1297">
                  <c:v>8.42</c:v>
                </c:pt>
                <c:pt idx="1298">
                  <c:v>8.5</c:v>
                </c:pt>
                <c:pt idx="1299">
                  <c:v>8.5299999999999994</c:v>
                </c:pt>
                <c:pt idx="1300">
                  <c:v>8.5299999999999994</c:v>
                </c:pt>
                <c:pt idx="1301">
                  <c:v>8.5399999999999991</c:v>
                </c:pt>
                <c:pt idx="1302">
                  <c:v>8.4700000000000006</c:v>
                </c:pt>
                <c:pt idx="1303">
                  <c:v>8.44</c:v>
                </c:pt>
                <c:pt idx="1304">
                  <c:v>8.49</c:v>
                </c:pt>
                <c:pt idx="1305">
                  <c:v>8.49</c:v>
                </c:pt>
                <c:pt idx="1306">
                  <c:v>8.65</c:v>
                </c:pt>
                <c:pt idx="1307">
                  <c:v>8.5</c:v>
                </c:pt>
                <c:pt idx="1308">
                  <c:v>8.52</c:v>
                </c:pt>
                <c:pt idx="1309">
                  <c:v>8.5399999999999991</c:v>
                </c:pt>
                <c:pt idx="1310">
                  <c:v>8.5500000000000007</c:v>
                </c:pt>
                <c:pt idx="1311">
                  <c:v>8.3699999999999992</c:v>
                </c:pt>
                <c:pt idx="1312">
                  <c:v>8.26</c:v>
                </c:pt>
                <c:pt idx="1313">
                  <c:v>8.0299999999999994</c:v>
                </c:pt>
                <c:pt idx="1314">
                  <c:v>7.81</c:v>
                </c:pt>
                <c:pt idx="1315">
                  <c:v>7.81</c:v>
                </c:pt>
                <c:pt idx="1316">
                  <c:v>7.8</c:v>
                </c:pt>
                <c:pt idx="1317">
                  <c:v>7.87</c:v>
                </c:pt>
                <c:pt idx="1318">
                  <c:v>7.8</c:v>
                </c:pt>
                <c:pt idx="1319">
                  <c:v>7.69</c:v>
                </c:pt>
                <c:pt idx="1320">
                  <c:v>7.6</c:v>
                </c:pt>
                <c:pt idx="1321">
                  <c:v>7.47</c:v>
                </c:pt>
                <c:pt idx="1322">
                  <c:v>7.36</c:v>
                </c:pt>
                <c:pt idx="1323">
                  <c:v>7.28</c:v>
                </c:pt>
                <c:pt idx="1324">
                  <c:v>7.26</c:v>
                </c:pt>
                <c:pt idx="1325">
                  <c:v>7.19</c:v>
                </c:pt>
                <c:pt idx="1326">
                  <c:v>7.22</c:v>
                </c:pt>
                <c:pt idx="1327">
                  <c:v>6.87</c:v>
                </c:pt>
                <c:pt idx="1328">
                  <c:v>7.09</c:v>
                </c:pt>
                <c:pt idx="1329">
                  <c:v>6.99</c:v>
                </c:pt>
                <c:pt idx="1330">
                  <c:v>6.96</c:v>
                </c:pt>
                <c:pt idx="1331">
                  <c:v>6.92</c:v>
                </c:pt>
                <c:pt idx="1332">
                  <c:v>6.92</c:v>
                </c:pt>
                <c:pt idx="1333">
                  <c:v>6.77</c:v>
                </c:pt>
                <c:pt idx="1334">
                  <c:v>6.79</c:v>
                </c:pt>
                <c:pt idx="1335">
                  <c:v>6.72</c:v>
                </c:pt>
                <c:pt idx="1336">
                  <c:v>6.67</c:v>
                </c:pt>
                <c:pt idx="1337">
                  <c:v>6.6</c:v>
                </c:pt>
                <c:pt idx="1338">
                  <c:v>6.48</c:v>
                </c:pt>
                <c:pt idx="1339">
                  <c:v>6.59</c:v>
                </c:pt>
                <c:pt idx="1340">
                  <c:v>6.59</c:v>
                </c:pt>
                <c:pt idx="1341">
                  <c:v>6.64</c:v>
                </c:pt>
                <c:pt idx="1342">
                  <c:v>6.62</c:v>
                </c:pt>
                <c:pt idx="1343">
                  <c:v>6.67</c:v>
                </c:pt>
                <c:pt idx="1344">
                  <c:v>6.74</c:v>
                </c:pt>
                <c:pt idx="1345">
                  <c:v>6.82</c:v>
                </c:pt>
                <c:pt idx="1346">
                  <c:v>6.86</c:v>
                </c:pt>
                <c:pt idx="1347">
                  <c:v>6.84</c:v>
                </c:pt>
                <c:pt idx="1348">
                  <c:v>6.86</c:v>
                </c:pt>
                <c:pt idx="1349">
                  <c:v>6.79</c:v>
                </c:pt>
                <c:pt idx="1350">
                  <c:v>6.76</c:v>
                </c:pt>
                <c:pt idx="1351">
                  <c:v>6.75</c:v>
                </c:pt>
                <c:pt idx="1352">
                  <c:v>6.78</c:v>
                </c:pt>
                <c:pt idx="1353">
                  <c:v>6.8</c:v>
                </c:pt>
                <c:pt idx="1354">
                  <c:v>6.74</c:v>
                </c:pt>
                <c:pt idx="1355">
                  <c:v>6.76</c:v>
                </c:pt>
                <c:pt idx="1356">
                  <c:v>6.84</c:v>
                </c:pt>
                <c:pt idx="1357">
                  <c:v>7</c:v>
                </c:pt>
                <c:pt idx="1358">
                  <c:v>7.07</c:v>
                </c:pt>
                <c:pt idx="1359">
                  <c:v>7.13</c:v>
                </c:pt>
                <c:pt idx="1360">
                  <c:v>7.1</c:v>
                </c:pt>
                <c:pt idx="1361">
                  <c:v>7.2</c:v>
                </c:pt>
                <c:pt idx="1362">
                  <c:v>7.3</c:v>
                </c:pt>
                <c:pt idx="1363">
                  <c:v>7.47</c:v>
                </c:pt>
                <c:pt idx="1364">
                  <c:v>7.38</c:v>
                </c:pt>
                <c:pt idx="1365">
                  <c:v>7.4</c:v>
                </c:pt>
                <c:pt idx="1366">
                  <c:v>7.28</c:v>
                </c:pt>
                <c:pt idx="1367">
                  <c:v>7.35</c:v>
                </c:pt>
                <c:pt idx="1368">
                  <c:v>7.85</c:v>
                </c:pt>
                <c:pt idx="1369">
                  <c:v>7.17</c:v>
                </c:pt>
                <c:pt idx="1370">
                  <c:v>7.11</c:v>
                </c:pt>
                <c:pt idx="1371">
                  <c:v>7.21</c:v>
                </c:pt>
                <c:pt idx="1372">
                  <c:v>7.38</c:v>
                </c:pt>
                <c:pt idx="1373">
                  <c:v>7.36</c:v>
                </c:pt>
                <c:pt idx="1374">
                  <c:v>7.47</c:v>
                </c:pt>
                <c:pt idx="1375">
                  <c:v>7.49</c:v>
                </c:pt>
                <c:pt idx="1376">
                  <c:v>7.38</c:v>
                </c:pt>
                <c:pt idx="1377">
                  <c:v>7.31</c:v>
                </c:pt>
                <c:pt idx="1378">
                  <c:v>7.31</c:v>
                </c:pt>
                <c:pt idx="1379">
                  <c:v>7.31</c:v>
                </c:pt>
                <c:pt idx="1380">
                  <c:v>7.18</c:v>
                </c:pt>
                <c:pt idx="1381">
                  <c:v>7.22</c:v>
                </c:pt>
                <c:pt idx="1382">
                  <c:v>7.3</c:v>
                </c:pt>
                <c:pt idx="1383">
                  <c:v>7.22</c:v>
                </c:pt>
                <c:pt idx="1384">
                  <c:v>7.18</c:v>
                </c:pt>
                <c:pt idx="1385">
                  <c:v>7.27</c:v>
                </c:pt>
                <c:pt idx="1386">
                  <c:v>7.23</c:v>
                </c:pt>
                <c:pt idx="1387">
                  <c:v>7.14</c:v>
                </c:pt>
                <c:pt idx="1388">
                  <c:v>7.18</c:v>
                </c:pt>
                <c:pt idx="1389">
                  <c:v>7.15</c:v>
                </c:pt>
                <c:pt idx="1390">
                  <c:v>6.92</c:v>
                </c:pt>
                <c:pt idx="1391">
                  <c:v>6.93</c:v>
                </c:pt>
                <c:pt idx="1392">
                  <c:v>6.86</c:v>
                </c:pt>
                <c:pt idx="1393">
                  <c:v>6.88</c:v>
                </c:pt>
                <c:pt idx="1394">
                  <c:v>6.9</c:v>
                </c:pt>
                <c:pt idx="1395">
                  <c:v>6.86</c:v>
                </c:pt>
                <c:pt idx="1396">
                  <c:v>6.87</c:v>
                </c:pt>
                <c:pt idx="1397">
                  <c:v>6.92</c:v>
                </c:pt>
                <c:pt idx="1398">
                  <c:v>6.83</c:v>
                </c:pt>
                <c:pt idx="1399">
                  <c:v>6.64</c:v>
                </c:pt>
                <c:pt idx="1400">
                  <c:v>6.69</c:v>
                </c:pt>
                <c:pt idx="1401">
                  <c:v>6.66</c:v>
                </c:pt>
                <c:pt idx="1402">
                  <c:v>6.71</c:v>
                </c:pt>
                <c:pt idx="1403">
                  <c:v>6.7</c:v>
                </c:pt>
                <c:pt idx="1404">
                  <c:v>6.65</c:v>
                </c:pt>
                <c:pt idx="1405">
                  <c:v>6.66</c:v>
                </c:pt>
                <c:pt idx="1406">
                  <c:v>6.67</c:v>
                </c:pt>
                <c:pt idx="1407">
                  <c:v>6.67</c:v>
                </c:pt>
                <c:pt idx="1408">
                  <c:v>6.56</c:v>
                </c:pt>
                <c:pt idx="1409">
                  <c:v>6.57</c:v>
                </c:pt>
                <c:pt idx="1410">
                  <c:v>6.57</c:v>
                </c:pt>
                <c:pt idx="1411">
                  <c:v>6.56</c:v>
                </c:pt>
                <c:pt idx="1412">
                  <c:v>6.48</c:v>
                </c:pt>
                <c:pt idx="1413">
                  <c:v>6.53</c:v>
                </c:pt>
                <c:pt idx="1414">
                  <c:v>6.55</c:v>
                </c:pt>
                <c:pt idx="1415">
                  <c:v>6.58</c:v>
                </c:pt>
                <c:pt idx="1416">
                  <c:v>6.64</c:v>
                </c:pt>
                <c:pt idx="1417">
                  <c:v>6.55</c:v>
                </c:pt>
                <c:pt idx="1418">
                  <c:v>6.53</c:v>
                </c:pt>
                <c:pt idx="1419">
                  <c:v>6.46</c:v>
                </c:pt>
                <c:pt idx="1420">
                  <c:v>6.51</c:v>
                </c:pt>
                <c:pt idx="1421">
                  <c:v>6.58</c:v>
                </c:pt>
                <c:pt idx="1422">
                  <c:v>6.59</c:v>
                </c:pt>
                <c:pt idx="1423">
                  <c:v>6.71</c:v>
                </c:pt>
                <c:pt idx="1424">
                  <c:v>6.79</c:v>
                </c:pt>
                <c:pt idx="1425">
                  <c:v>6.87</c:v>
                </c:pt>
                <c:pt idx="1426">
                  <c:v>7.03</c:v>
                </c:pt>
                <c:pt idx="1427">
                  <c:v>7.16</c:v>
                </c:pt>
                <c:pt idx="1428">
                  <c:v>7.17</c:v>
                </c:pt>
                <c:pt idx="1429">
                  <c:v>7.23</c:v>
                </c:pt>
                <c:pt idx="1430">
                  <c:v>7.22</c:v>
                </c:pt>
                <c:pt idx="1431">
                  <c:v>7.16</c:v>
                </c:pt>
                <c:pt idx="1432">
                  <c:v>7.1</c:v>
                </c:pt>
                <c:pt idx="1433">
                  <c:v>6.99</c:v>
                </c:pt>
                <c:pt idx="1434">
                  <c:v>6.97</c:v>
                </c:pt>
                <c:pt idx="1435">
                  <c:v>7.04</c:v>
                </c:pt>
                <c:pt idx="1436">
                  <c:v>6.98</c:v>
                </c:pt>
                <c:pt idx="1437">
                  <c:v>6.98</c:v>
                </c:pt>
                <c:pt idx="1438">
                  <c:v>6.97</c:v>
                </c:pt>
                <c:pt idx="1439">
                  <c:v>7.02</c:v>
                </c:pt>
                <c:pt idx="1440">
                  <c:v>7</c:v>
                </c:pt>
                <c:pt idx="1441">
                  <c:v>7.05</c:v>
                </c:pt>
                <c:pt idx="1442">
                  <c:v>7.06</c:v>
                </c:pt>
                <c:pt idx="1443">
                  <c:v>7.12</c:v>
                </c:pt>
                <c:pt idx="1444">
                  <c:v>7.11</c:v>
                </c:pt>
                <c:pt idx="1445">
                  <c:v>7.16</c:v>
                </c:pt>
                <c:pt idx="1446">
                  <c:v>7.19</c:v>
                </c:pt>
                <c:pt idx="1447">
                  <c:v>7.31</c:v>
                </c:pt>
                <c:pt idx="1448">
                  <c:v>7.21</c:v>
                </c:pt>
                <c:pt idx="1449">
                  <c:v>7.21</c:v>
                </c:pt>
                <c:pt idx="1450">
                  <c:v>7.22</c:v>
                </c:pt>
                <c:pt idx="1451">
                  <c:v>7.24</c:v>
                </c:pt>
                <c:pt idx="1452">
                  <c:v>7.19</c:v>
                </c:pt>
                <c:pt idx="1453">
                  <c:v>7.21</c:v>
                </c:pt>
                <c:pt idx="1454">
                  <c:v>7.25</c:v>
                </c:pt>
                <c:pt idx="1455">
                  <c:v>7.23</c:v>
                </c:pt>
                <c:pt idx="1456">
                  <c:v>7.15</c:v>
                </c:pt>
                <c:pt idx="1457">
                  <c:v>7.11</c:v>
                </c:pt>
                <c:pt idx="1458">
                  <c:v>7</c:v>
                </c:pt>
                <c:pt idx="1459">
                  <c:v>6.94</c:v>
                </c:pt>
                <c:pt idx="1460">
                  <c:v>6.92</c:v>
                </c:pt>
                <c:pt idx="1461">
                  <c:v>6.91</c:v>
                </c:pt>
                <c:pt idx="1462">
                  <c:v>7.02</c:v>
                </c:pt>
                <c:pt idx="1463">
                  <c:v>6.98</c:v>
                </c:pt>
                <c:pt idx="1464">
                  <c:v>7</c:v>
                </c:pt>
                <c:pt idx="1465">
                  <c:v>7.07</c:v>
                </c:pt>
                <c:pt idx="1466">
                  <c:v>6.99</c:v>
                </c:pt>
                <c:pt idx="1467">
                  <c:v>6.95</c:v>
                </c:pt>
                <c:pt idx="1468">
                  <c:v>7</c:v>
                </c:pt>
                <c:pt idx="1469">
                  <c:v>7.06</c:v>
                </c:pt>
                <c:pt idx="1470">
                  <c:v>7.01</c:v>
                </c:pt>
                <c:pt idx="1471">
                  <c:v>7.03</c:v>
                </c:pt>
                <c:pt idx="1472">
                  <c:v>7.01</c:v>
                </c:pt>
                <c:pt idx="1473">
                  <c:v>7.02</c:v>
                </c:pt>
                <c:pt idx="1474">
                  <c:v>6.99</c:v>
                </c:pt>
                <c:pt idx="1475">
                  <c:v>6.99</c:v>
                </c:pt>
                <c:pt idx="1476">
                  <c:v>7.12</c:v>
                </c:pt>
                <c:pt idx="1477">
                  <c:v>7.17</c:v>
                </c:pt>
                <c:pt idx="1478">
                  <c:v>7.11</c:v>
                </c:pt>
                <c:pt idx="1479">
                  <c:v>7.11</c:v>
                </c:pt>
                <c:pt idx="1480">
                  <c:v>7.11</c:v>
                </c:pt>
                <c:pt idx="1481">
                  <c:v>6.95</c:v>
                </c:pt>
                <c:pt idx="1482">
                  <c:v>6.98</c:v>
                </c:pt>
                <c:pt idx="1483">
                  <c:v>7.09</c:v>
                </c:pt>
                <c:pt idx="1484">
                  <c:v>7.17</c:v>
                </c:pt>
                <c:pt idx="1485">
                  <c:v>7.15</c:v>
                </c:pt>
                <c:pt idx="1486">
                  <c:v>7.15</c:v>
                </c:pt>
                <c:pt idx="1487">
                  <c:v>7.15</c:v>
                </c:pt>
                <c:pt idx="1488">
                  <c:v>7.15</c:v>
                </c:pt>
                <c:pt idx="1489">
                  <c:v>7.15</c:v>
                </c:pt>
                <c:pt idx="1490">
                  <c:v>7.15</c:v>
                </c:pt>
                <c:pt idx="1491">
                  <c:v>7.15</c:v>
                </c:pt>
                <c:pt idx="1492">
                  <c:v>7.15</c:v>
                </c:pt>
                <c:pt idx="1493">
                  <c:v>7.15</c:v>
                </c:pt>
                <c:pt idx="1494">
                  <c:v>8.6199999999999992</c:v>
                </c:pt>
                <c:pt idx="1495">
                  <c:v>8.6</c:v>
                </c:pt>
                <c:pt idx="1496">
                  <c:v>8.6300000000000008</c:v>
                </c:pt>
                <c:pt idx="1497">
                  <c:v>8.7200000000000006</c:v>
                </c:pt>
                <c:pt idx="1498">
                  <c:v>8.81</c:v>
                </c:pt>
                <c:pt idx="1499">
                  <c:v>8.99</c:v>
                </c:pt>
                <c:pt idx="1500">
                  <c:v>9</c:v>
                </c:pt>
                <c:pt idx="1501">
                  <c:v>9.02</c:v>
                </c:pt>
                <c:pt idx="1502">
                  <c:v>8.99</c:v>
                </c:pt>
                <c:pt idx="1503">
                  <c:v>9</c:v>
                </c:pt>
                <c:pt idx="1504">
                  <c:v>8.94</c:v>
                </c:pt>
                <c:pt idx="1505">
                  <c:v>8.94</c:v>
                </c:pt>
                <c:pt idx="1506">
                  <c:v>8.8699999999999992</c:v>
                </c:pt>
                <c:pt idx="1507">
                  <c:v>8.8800000000000008</c:v>
                </c:pt>
                <c:pt idx="1508">
                  <c:v>8.81</c:v>
                </c:pt>
                <c:pt idx="1509">
                  <c:v>8.6300000000000008</c:v>
                </c:pt>
                <c:pt idx="1510">
                  <c:v>8.64</c:v>
                </c:pt>
                <c:pt idx="1511">
                  <c:v>8.74</c:v>
                </c:pt>
                <c:pt idx="1512">
                  <c:v>8.74</c:v>
                </c:pt>
                <c:pt idx="1513">
                  <c:v>8.75</c:v>
                </c:pt>
                <c:pt idx="1514">
                  <c:v>8.7200000000000006</c:v>
                </c:pt>
                <c:pt idx="1515">
                  <c:v>8.73</c:v>
                </c:pt>
                <c:pt idx="1516">
                  <c:v>8.7100000000000009</c:v>
                </c:pt>
                <c:pt idx="1517">
                  <c:v>8.77</c:v>
                </c:pt>
                <c:pt idx="1518">
                  <c:v>8.82</c:v>
                </c:pt>
                <c:pt idx="1519">
                  <c:v>8.73</c:v>
                </c:pt>
                <c:pt idx="1520">
                  <c:v>8.7799999999999994</c:v>
                </c:pt>
                <c:pt idx="1521">
                  <c:v>8.81</c:v>
                </c:pt>
                <c:pt idx="1522">
                  <c:v>8.82</c:v>
                </c:pt>
                <c:pt idx="1523">
                  <c:v>8.81</c:v>
                </c:pt>
                <c:pt idx="1524">
                  <c:v>8.73</c:v>
                </c:pt>
                <c:pt idx="1525">
                  <c:v>8.81</c:v>
                </c:pt>
                <c:pt idx="1526">
                  <c:v>8.86</c:v>
                </c:pt>
                <c:pt idx="1527">
                  <c:v>8.93</c:v>
                </c:pt>
                <c:pt idx="1528">
                  <c:v>8.81</c:v>
                </c:pt>
                <c:pt idx="1529">
                  <c:v>8.64</c:v>
                </c:pt>
                <c:pt idx="1530">
                  <c:v>8.64</c:v>
                </c:pt>
                <c:pt idx="1531">
                  <c:v>8.68</c:v>
                </c:pt>
                <c:pt idx="1532">
                  <c:v>8.44</c:v>
                </c:pt>
                <c:pt idx="1533">
                  <c:v>8.09</c:v>
                </c:pt>
                <c:pt idx="1534">
                  <c:v>7.87</c:v>
                </c:pt>
                <c:pt idx="1535">
                  <c:v>7.96</c:v>
                </c:pt>
                <c:pt idx="1536">
                  <c:v>7.88</c:v>
                </c:pt>
                <c:pt idx="1537">
                  <c:v>7.76</c:v>
                </c:pt>
                <c:pt idx="1538">
                  <c:v>7.76</c:v>
                </c:pt>
                <c:pt idx="1539">
                  <c:v>7.71</c:v>
                </c:pt>
                <c:pt idx="1540">
                  <c:v>7.71</c:v>
                </c:pt>
                <c:pt idx="1541">
                  <c:v>7.79</c:v>
                </c:pt>
                <c:pt idx="1542">
                  <c:v>7.77</c:v>
                </c:pt>
                <c:pt idx="1543">
                  <c:v>7.87</c:v>
                </c:pt>
                <c:pt idx="1544">
                  <c:v>7.82</c:v>
                </c:pt>
                <c:pt idx="1545">
                  <c:v>7.9</c:v>
                </c:pt>
                <c:pt idx="1546">
                  <c:v>7.87</c:v>
                </c:pt>
                <c:pt idx="1547">
                  <c:v>7.63</c:v>
                </c:pt>
                <c:pt idx="1548">
                  <c:v>7.46</c:v>
                </c:pt>
                <c:pt idx="1549">
                  <c:v>7.36</c:v>
                </c:pt>
                <c:pt idx="1550">
                  <c:v>7.42</c:v>
                </c:pt>
                <c:pt idx="1551">
                  <c:v>7.49</c:v>
                </c:pt>
                <c:pt idx="1552">
                  <c:v>7.6</c:v>
                </c:pt>
                <c:pt idx="1553">
                  <c:v>7.51</c:v>
                </c:pt>
                <c:pt idx="1554">
                  <c:v>7.43</c:v>
                </c:pt>
                <c:pt idx="1555">
                  <c:v>7.25</c:v>
                </c:pt>
                <c:pt idx="1556">
                  <c:v>7.38</c:v>
                </c:pt>
                <c:pt idx="1557">
                  <c:v>7.47</c:v>
                </c:pt>
                <c:pt idx="1558">
                  <c:v>7.39</c:v>
                </c:pt>
                <c:pt idx="1559">
                  <c:v>7.31</c:v>
                </c:pt>
                <c:pt idx="1560">
                  <c:v>7.29</c:v>
                </c:pt>
                <c:pt idx="1561">
                  <c:v>7.29</c:v>
                </c:pt>
                <c:pt idx="1562">
                  <c:v>7.24</c:v>
                </c:pt>
                <c:pt idx="1563">
                  <c:v>7.33</c:v>
                </c:pt>
                <c:pt idx="1564">
                  <c:v>7.22</c:v>
                </c:pt>
                <c:pt idx="1565">
                  <c:v>7.28</c:v>
                </c:pt>
                <c:pt idx="1566">
                  <c:v>7.28</c:v>
                </c:pt>
                <c:pt idx="1567">
                  <c:v>7.16</c:v>
                </c:pt>
                <c:pt idx="1568">
                  <c:v>7.18</c:v>
                </c:pt>
                <c:pt idx="1569">
                  <c:v>7.13</c:v>
                </c:pt>
                <c:pt idx="1570">
                  <c:v>7.2</c:v>
                </c:pt>
                <c:pt idx="1571">
                  <c:v>7.18</c:v>
                </c:pt>
                <c:pt idx="1572">
                  <c:v>7.16</c:v>
                </c:pt>
                <c:pt idx="1573">
                  <c:v>7.26</c:v>
                </c:pt>
                <c:pt idx="1574">
                  <c:v>7.34</c:v>
                </c:pt>
                <c:pt idx="1575">
                  <c:v>7.32</c:v>
                </c:pt>
                <c:pt idx="1576">
                  <c:v>7.35</c:v>
                </c:pt>
                <c:pt idx="1577">
                  <c:v>7.35</c:v>
                </c:pt>
                <c:pt idx="1578">
                  <c:v>7.26</c:v>
                </c:pt>
                <c:pt idx="1579">
                  <c:v>7.22</c:v>
                </c:pt>
                <c:pt idx="1580">
                  <c:v>7.22</c:v>
                </c:pt>
                <c:pt idx="1581">
                  <c:v>7.18</c:v>
                </c:pt>
                <c:pt idx="1582">
                  <c:v>7.13</c:v>
                </c:pt>
                <c:pt idx="1583">
                  <c:v>7.08</c:v>
                </c:pt>
                <c:pt idx="1584">
                  <c:v>7.05</c:v>
                </c:pt>
                <c:pt idx="1585">
                  <c:v>7.06</c:v>
                </c:pt>
                <c:pt idx="1586">
                  <c:v>7.05</c:v>
                </c:pt>
                <c:pt idx="1587">
                  <c:v>7.09</c:v>
                </c:pt>
                <c:pt idx="1588">
                  <c:v>7.01</c:v>
                </c:pt>
                <c:pt idx="1589">
                  <c:v>6.99</c:v>
                </c:pt>
                <c:pt idx="1590">
                  <c:v>7.05</c:v>
                </c:pt>
                <c:pt idx="1591">
                  <c:v>7.07</c:v>
                </c:pt>
                <c:pt idx="1592">
                  <c:v>7.06</c:v>
                </c:pt>
                <c:pt idx="1593">
                  <c:v>7.09</c:v>
                </c:pt>
                <c:pt idx="1594">
                  <c:v>7.12</c:v>
                </c:pt>
                <c:pt idx="1595">
                  <c:v>7.11</c:v>
                </c:pt>
                <c:pt idx="1596">
                  <c:v>7.04</c:v>
                </c:pt>
                <c:pt idx="1597">
                  <c:v>7.01</c:v>
                </c:pt>
                <c:pt idx="1598">
                  <c:v>7.04</c:v>
                </c:pt>
                <c:pt idx="1599">
                  <c:v>7.13</c:v>
                </c:pt>
                <c:pt idx="1600">
                  <c:v>7.13</c:v>
                </c:pt>
                <c:pt idx="1601">
                  <c:v>7.18</c:v>
                </c:pt>
                <c:pt idx="1602">
                  <c:v>7.23</c:v>
                </c:pt>
                <c:pt idx="1603">
                  <c:v>7.24</c:v>
                </c:pt>
                <c:pt idx="1604">
                  <c:v>7.31</c:v>
                </c:pt>
                <c:pt idx="1605">
                  <c:v>7.33</c:v>
                </c:pt>
                <c:pt idx="1606">
                  <c:v>7.26</c:v>
                </c:pt>
                <c:pt idx="1607">
                  <c:v>7.35</c:v>
                </c:pt>
                <c:pt idx="1608">
                  <c:v>7.31</c:v>
                </c:pt>
                <c:pt idx="1609">
                  <c:v>7.22</c:v>
                </c:pt>
                <c:pt idx="1610">
                  <c:v>7.19</c:v>
                </c:pt>
                <c:pt idx="1611">
                  <c:v>7.15</c:v>
                </c:pt>
                <c:pt idx="1612">
                  <c:v>7.09</c:v>
                </c:pt>
                <c:pt idx="1613">
                  <c:v>6.86</c:v>
                </c:pt>
                <c:pt idx="1614">
                  <c:v>6.77</c:v>
                </c:pt>
                <c:pt idx="1615">
                  <c:v>6.69</c:v>
                </c:pt>
                <c:pt idx="1616">
                  <c:v>6.68</c:v>
                </c:pt>
                <c:pt idx="1617">
                  <c:v>6.73</c:v>
                </c:pt>
                <c:pt idx="1618">
                  <c:v>6.55</c:v>
                </c:pt>
                <c:pt idx="1619">
                  <c:v>6.54</c:v>
                </c:pt>
                <c:pt idx="1620">
                  <c:v>6.58</c:v>
                </c:pt>
                <c:pt idx="1621">
                  <c:v>6.51</c:v>
                </c:pt>
                <c:pt idx="1622">
                  <c:v>6.43</c:v>
                </c:pt>
                <c:pt idx="1623">
                  <c:v>6.42</c:v>
                </c:pt>
                <c:pt idx="1624">
                  <c:v>6.42</c:v>
                </c:pt>
                <c:pt idx="1625">
                  <c:v>6.41</c:v>
                </c:pt>
                <c:pt idx="1626">
                  <c:v>6.47</c:v>
                </c:pt>
                <c:pt idx="1627">
                  <c:v>6.48</c:v>
                </c:pt>
                <c:pt idx="1628">
                  <c:v>6.27</c:v>
                </c:pt>
                <c:pt idx="1629">
                  <c:v>6.27</c:v>
                </c:pt>
                <c:pt idx="1630">
                  <c:v>6.27</c:v>
                </c:pt>
                <c:pt idx="1631">
                  <c:v>6.37</c:v>
                </c:pt>
                <c:pt idx="1632">
                  <c:v>6.44</c:v>
                </c:pt>
                <c:pt idx="1633">
                  <c:v>6.44</c:v>
                </c:pt>
                <c:pt idx="1634">
                  <c:v>6.51</c:v>
                </c:pt>
                <c:pt idx="1635">
                  <c:v>6.52</c:v>
                </c:pt>
                <c:pt idx="1636">
                  <c:v>6.56</c:v>
                </c:pt>
                <c:pt idx="1637">
                  <c:v>6.54</c:v>
                </c:pt>
                <c:pt idx="1638">
                  <c:v>6.54</c:v>
                </c:pt>
                <c:pt idx="1639">
                  <c:v>6.58</c:v>
                </c:pt>
                <c:pt idx="1640">
                  <c:v>6.56</c:v>
                </c:pt>
                <c:pt idx="1641">
                  <c:v>6.45</c:v>
                </c:pt>
                <c:pt idx="1642">
                  <c:v>6.4</c:v>
                </c:pt>
                <c:pt idx="1643">
                  <c:v>6.39</c:v>
                </c:pt>
                <c:pt idx="1644">
                  <c:v>6.37</c:v>
                </c:pt>
                <c:pt idx="1645">
                  <c:v>6.39</c:v>
                </c:pt>
                <c:pt idx="1646">
                  <c:v>6.39</c:v>
                </c:pt>
                <c:pt idx="1647">
                  <c:v>6.39</c:v>
                </c:pt>
                <c:pt idx="1648">
                  <c:v>6.37</c:v>
                </c:pt>
                <c:pt idx="1649">
                  <c:v>6.36</c:v>
                </c:pt>
                <c:pt idx="1650">
                  <c:v>6.29</c:v>
                </c:pt>
                <c:pt idx="1651">
                  <c:v>6.26</c:v>
                </c:pt>
                <c:pt idx="1652">
                  <c:v>6.3</c:v>
                </c:pt>
                <c:pt idx="1653">
                  <c:v>6.24</c:v>
                </c:pt>
                <c:pt idx="1654">
                  <c:v>6.3</c:v>
                </c:pt>
                <c:pt idx="1655">
                  <c:v>6.3</c:v>
                </c:pt>
                <c:pt idx="1656">
                  <c:v>6.35</c:v>
                </c:pt>
                <c:pt idx="1657">
                  <c:v>6.2</c:v>
                </c:pt>
                <c:pt idx="1658">
                  <c:v>6.05</c:v>
                </c:pt>
                <c:pt idx="1659">
                  <c:v>6.57</c:v>
                </c:pt>
                <c:pt idx="1660">
                  <c:v>6.52</c:v>
                </c:pt>
                <c:pt idx="1661">
                  <c:v>6.42</c:v>
                </c:pt>
                <c:pt idx="1662">
                  <c:v>6.54</c:v>
                </c:pt>
                <c:pt idx="1663">
                  <c:v>6.63</c:v>
                </c:pt>
                <c:pt idx="1664">
                  <c:v>6.59</c:v>
                </c:pt>
                <c:pt idx="1665">
                  <c:v>6.63</c:v>
                </c:pt>
                <c:pt idx="1666">
                  <c:v>6.57</c:v>
                </c:pt>
                <c:pt idx="1667">
                  <c:v>6.6</c:v>
                </c:pt>
                <c:pt idx="1668">
                  <c:v>6.55</c:v>
                </c:pt>
                <c:pt idx="1669">
                  <c:v>6.59</c:v>
                </c:pt>
                <c:pt idx="1670">
                  <c:v>6.59</c:v>
                </c:pt>
                <c:pt idx="1671">
                  <c:v>6.59</c:v>
                </c:pt>
                <c:pt idx="1672">
                  <c:v>6.65</c:v>
                </c:pt>
                <c:pt idx="1673">
                  <c:v>6.71</c:v>
                </c:pt>
                <c:pt idx="1674">
                  <c:v>6.66</c:v>
                </c:pt>
                <c:pt idx="1675">
                  <c:v>6.68</c:v>
                </c:pt>
                <c:pt idx="1676">
                  <c:v>6.72</c:v>
                </c:pt>
                <c:pt idx="1677">
                  <c:v>6.69</c:v>
                </c:pt>
                <c:pt idx="1678">
                  <c:v>6.74</c:v>
                </c:pt>
                <c:pt idx="1679">
                  <c:v>6.74</c:v>
                </c:pt>
                <c:pt idx="1680">
                  <c:v>6.84</c:v>
                </c:pt>
                <c:pt idx="1681">
                  <c:v>6.88</c:v>
                </c:pt>
                <c:pt idx="1682">
                  <c:v>6.95</c:v>
                </c:pt>
                <c:pt idx="1683">
                  <c:v>7.09</c:v>
                </c:pt>
                <c:pt idx="1684">
                  <c:v>7.21</c:v>
                </c:pt>
                <c:pt idx="1685">
                  <c:v>7.15</c:v>
                </c:pt>
                <c:pt idx="1686">
                  <c:v>7.17</c:v>
                </c:pt>
                <c:pt idx="1687">
                  <c:v>7.27</c:v>
                </c:pt>
                <c:pt idx="1688">
                  <c:v>7.18</c:v>
                </c:pt>
                <c:pt idx="1689">
                  <c:v>7.2</c:v>
                </c:pt>
                <c:pt idx="1690">
                  <c:v>7.26</c:v>
                </c:pt>
                <c:pt idx="1691">
                  <c:v>7.3</c:v>
                </c:pt>
                <c:pt idx="1692">
                  <c:v>7.46</c:v>
                </c:pt>
                <c:pt idx="1693">
                  <c:v>7.45</c:v>
                </c:pt>
                <c:pt idx="1694">
                  <c:v>7.68</c:v>
                </c:pt>
                <c:pt idx="1695">
                  <c:v>7.69</c:v>
                </c:pt>
                <c:pt idx="1696">
                  <c:v>7.78</c:v>
                </c:pt>
                <c:pt idx="1697">
                  <c:v>7.86</c:v>
                </c:pt>
                <c:pt idx="1698">
                  <c:v>7.86</c:v>
                </c:pt>
                <c:pt idx="1699">
                  <c:v>7.77</c:v>
                </c:pt>
                <c:pt idx="1700">
                  <c:v>7.84</c:v>
                </c:pt>
                <c:pt idx="1701">
                  <c:v>7.89</c:v>
                </c:pt>
                <c:pt idx="1702">
                  <c:v>8</c:v>
                </c:pt>
                <c:pt idx="1703">
                  <c:v>8.0500000000000007</c:v>
                </c:pt>
                <c:pt idx="1704">
                  <c:v>8.17</c:v>
                </c:pt>
                <c:pt idx="1705">
                  <c:v>8.26</c:v>
                </c:pt>
                <c:pt idx="1706">
                  <c:v>8.18</c:v>
                </c:pt>
                <c:pt idx="1707">
                  <c:v>8.23</c:v>
                </c:pt>
                <c:pt idx="1708">
                  <c:v>8.31</c:v>
                </c:pt>
                <c:pt idx="1709">
                  <c:v>8.4</c:v>
                </c:pt>
                <c:pt idx="1710">
                  <c:v>8.51</c:v>
                </c:pt>
                <c:pt idx="1711">
                  <c:v>8.59</c:v>
                </c:pt>
                <c:pt idx="1712">
                  <c:v>8.49</c:v>
                </c:pt>
                <c:pt idx="1713">
                  <c:v>8.58</c:v>
                </c:pt>
                <c:pt idx="1714">
                  <c:v>8.7200000000000006</c:v>
                </c:pt>
                <c:pt idx="1715">
                  <c:v>8.66</c:v>
                </c:pt>
                <c:pt idx="1716">
                  <c:v>8.84</c:v>
                </c:pt>
                <c:pt idx="1717">
                  <c:v>9.15</c:v>
                </c:pt>
                <c:pt idx="1718">
                  <c:v>9.19</c:v>
                </c:pt>
                <c:pt idx="1719">
                  <c:v>9.3000000000000007</c:v>
                </c:pt>
                <c:pt idx="1720">
                  <c:v>9.4</c:v>
                </c:pt>
                <c:pt idx="1721">
                  <c:v>9.32</c:v>
                </c:pt>
                <c:pt idx="1722">
                  <c:v>9.4499999999999993</c:v>
                </c:pt>
                <c:pt idx="1723">
                  <c:v>9.35</c:v>
                </c:pt>
                <c:pt idx="1724">
                  <c:v>9.4499999999999993</c:v>
                </c:pt>
                <c:pt idx="1725">
                  <c:v>9.49</c:v>
                </c:pt>
                <c:pt idx="1726">
                  <c:v>9.6</c:v>
                </c:pt>
                <c:pt idx="1727">
                  <c:v>9.65</c:v>
                </c:pt>
                <c:pt idx="1728">
                  <c:v>9.68</c:v>
                </c:pt>
                <c:pt idx="1729">
                  <c:v>9.56</c:v>
                </c:pt>
                <c:pt idx="1730">
                  <c:v>9.6</c:v>
                </c:pt>
                <c:pt idx="1731">
                  <c:v>9.7100000000000009</c:v>
                </c:pt>
                <c:pt idx="1732">
                  <c:v>9.57</c:v>
                </c:pt>
                <c:pt idx="1733">
                  <c:v>9.42</c:v>
                </c:pt>
                <c:pt idx="1734">
                  <c:v>9.4499999999999993</c:v>
                </c:pt>
                <c:pt idx="1735">
                  <c:v>9.4499999999999993</c:v>
                </c:pt>
                <c:pt idx="1736">
                  <c:v>9.3800000000000008</c:v>
                </c:pt>
                <c:pt idx="1737">
                  <c:v>9.41</c:v>
                </c:pt>
                <c:pt idx="1738">
                  <c:v>9.32</c:v>
                </c:pt>
                <c:pt idx="1739">
                  <c:v>9.18</c:v>
                </c:pt>
                <c:pt idx="1740">
                  <c:v>9.18</c:v>
                </c:pt>
                <c:pt idx="1741">
                  <c:v>9.36</c:v>
                </c:pt>
                <c:pt idx="1742">
                  <c:v>9.39</c:v>
                </c:pt>
                <c:pt idx="1743">
                  <c:v>9.4499999999999993</c:v>
                </c:pt>
                <c:pt idx="1744">
                  <c:v>9.33</c:v>
                </c:pt>
                <c:pt idx="1745">
                  <c:v>9.2899999999999991</c:v>
                </c:pt>
                <c:pt idx="1746">
                  <c:v>9.3000000000000007</c:v>
                </c:pt>
                <c:pt idx="1747">
                  <c:v>9.2100000000000009</c:v>
                </c:pt>
                <c:pt idx="1748">
                  <c:v>9.1999999999999993</c:v>
                </c:pt>
                <c:pt idx="1749">
                  <c:v>9.25</c:v>
                </c:pt>
                <c:pt idx="1750">
                  <c:v>9.24</c:v>
                </c:pt>
                <c:pt idx="1751">
                  <c:v>9.1999999999999993</c:v>
                </c:pt>
                <c:pt idx="1752">
                  <c:v>9.2200000000000006</c:v>
                </c:pt>
                <c:pt idx="1753">
                  <c:v>9.32</c:v>
                </c:pt>
                <c:pt idx="1754">
                  <c:v>9.3699999999999992</c:v>
                </c:pt>
                <c:pt idx="1755">
                  <c:v>9.51</c:v>
                </c:pt>
                <c:pt idx="1756">
                  <c:v>9.6199999999999992</c:v>
                </c:pt>
                <c:pt idx="1757">
                  <c:v>9.5299999999999994</c:v>
                </c:pt>
                <c:pt idx="1758">
                  <c:v>9.5299999999999994</c:v>
                </c:pt>
                <c:pt idx="1759">
                  <c:v>9.8000000000000007</c:v>
                </c:pt>
                <c:pt idx="1760">
                  <c:v>9.9600000000000009</c:v>
                </c:pt>
                <c:pt idx="1761">
                  <c:v>9.86</c:v>
                </c:pt>
                <c:pt idx="1762">
                  <c:v>9.91</c:v>
                </c:pt>
                <c:pt idx="1763">
                  <c:v>9.9700000000000006</c:v>
                </c:pt>
                <c:pt idx="1764">
                  <c:v>9.99</c:v>
                </c:pt>
                <c:pt idx="1765">
                  <c:v>10.09</c:v>
                </c:pt>
                <c:pt idx="1766">
                  <c:v>10.130000000000001</c:v>
                </c:pt>
                <c:pt idx="1767">
                  <c:v>10.24</c:v>
                </c:pt>
                <c:pt idx="1768">
                  <c:v>10.210000000000001</c:v>
                </c:pt>
                <c:pt idx="1769">
                  <c:v>10.36</c:v>
                </c:pt>
                <c:pt idx="1770">
                  <c:v>10.36</c:v>
                </c:pt>
                <c:pt idx="1771">
                  <c:v>10.29</c:v>
                </c:pt>
                <c:pt idx="1772">
                  <c:v>10.26</c:v>
                </c:pt>
                <c:pt idx="1773">
                  <c:v>10.18</c:v>
                </c:pt>
                <c:pt idx="1774">
                  <c:v>10.15</c:v>
                </c:pt>
                <c:pt idx="1775">
                  <c:v>10.07</c:v>
                </c:pt>
                <c:pt idx="1776">
                  <c:v>10.050000000000001</c:v>
                </c:pt>
                <c:pt idx="1777">
                  <c:v>10.08</c:v>
                </c:pt>
                <c:pt idx="1778">
                  <c:v>10.1</c:v>
                </c:pt>
                <c:pt idx="1779">
                  <c:v>10.16</c:v>
                </c:pt>
                <c:pt idx="1780">
                  <c:v>10.17</c:v>
                </c:pt>
                <c:pt idx="1781">
                  <c:v>10.33</c:v>
                </c:pt>
                <c:pt idx="1782">
                  <c:v>10.3</c:v>
                </c:pt>
                <c:pt idx="1783">
                  <c:v>10.14</c:v>
                </c:pt>
                <c:pt idx="1784">
                  <c:v>10.06</c:v>
                </c:pt>
                <c:pt idx="1785">
                  <c:v>9.93</c:v>
                </c:pt>
                <c:pt idx="1786">
                  <c:v>9.89</c:v>
                </c:pt>
                <c:pt idx="1787">
                  <c:v>9.89</c:v>
                </c:pt>
                <c:pt idx="1788">
                  <c:v>9.93</c:v>
                </c:pt>
                <c:pt idx="1789">
                  <c:v>9.98</c:v>
                </c:pt>
                <c:pt idx="1790">
                  <c:v>9.98</c:v>
                </c:pt>
                <c:pt idx="1791">
                  <c:v>9.9600000000000009</c:v>
                </c:pt>
                <c:pt idx="1792">
                  <c:v>9.9600000000000009</c:v>
                </c:pt>
                <c:pt idx="1793">
                  <c:v>9.6199999999999992</c:v>
                </c:pt>
                <c:pt idx="1794">
                  <c:v>9.42</c:v>
                </c:pt>
                <c:pt idx="1795">
                  <c:v>9.3800000000000008</c:v>
                </c:pt>
                <c:pt idx="1796">
                  <c:v>9.33</c:v>
                </c:pt>
                <c:pt idx="1797">
                  <c:v>9.14</c:v>
                </c:pt>
                <c:pt idx="1798">
                  <c:v>8.9700000000000006</c:v>
                </c:pt>
                <c:pt idx="1799">
                  <c:v>8.92</c:v>
                </c:pt>
                <c:pt idx="1800">
                  <c:v>8.93</c:v>
                </c:pt>
                <c:pt idx="1801">
                  <c:v>9.02</c:v>
                </c:pt>
                <c:pt idx="1802">
                  <c:v>8.48</c:v>
                </c:pt>
                <c:pt idx="1803">
                  <c:v>8.48</c:v>
                </c:pt>
                <c:pt idx="1804">
                  <c:v>8.4700000000000006</c:v>
                </c:pt>
                <c:pt idx="1805">
                  <c:v>8.4</c:v>
                </c:pt>
                <c:pt idx="1806">
                  <c:v>8.36</c:v>
                </c:pt>
                <c:pt idx="1807">
                  <c:v>8.36</c:v>
                </c:pt>
                <c:pt idx="1808">
                  <c:v>8.41</c:v>
                </c:pt>
                <c:pt idx="1809">
                  <c:v>8.4</c:v>
                </c:pt>
                <c:pt idx="1810">
                  <c:v>8.43</c:v>
                </c:pt>
                <c:pt idx="1811">
                  <c:v>8.4499999999999993</c:v>
                </c:pt>
                <c:pt idx="1812">
                  <c:v>8.52</c:v>
                </c:pt>
                <c:pt idx="1813">
                  <c:v>8.5399999999999991</c:v>
                </c:pt>
                <c:pt idx="1814">
                  <c:v>8.48</c:v>
                </c:pt>
                <c:pt idx="1815">
                  <c:v>8.35</c:v>
                </c:pt>
                <c:pt idx="1816">
                  <c:v>8.34</c:v>
                </c:pt>
                <c:pt idx="1817">
                  <c:v>8.3800000000000008</c:v>
                </c:pt>
                <c:pt idx="1818">
                  <c:v>8.43</c:v>
                </c:pt>
                <c:pt idx="1819">
                  <c:v>8.43</c:v>
                </c:pt>
                <c:pt idx="1820">
                  <c:v>8.42</c:v>
                </c:pt>
                <c:pt idx="1821">
                  <c:v>8.4600000000000009</c:v>
                </c:pt>
                <c:pt idx="1822">
                  <c:v>8.4600000000000009</c:v>
                </c:pt>
                <c:pt idx="1823">
                  <c:v>8.4499999999999993</c:v>
                </c:pt>
                <c:pt idx="1824">
                  <c:v>8.56</c:v>
                </c:pt>
                <c:pt idx="1825">
                  <c:v>8.52</c:v>
                </c:pt>
                <c:pt idx="1826">
                  <c:v>8.51</c:v>
                </c:pt>
                <c:pt idx="1827">
                  <c:v>8.51</c:v>
                </c:pt>
                <c:pt idx="1828">
                  <c:v>8.2899999999999991</c:v>
                </c:pt>
                <c:pt idx="1829">
                  <c:v>8.27</c:v>
                </c:pt>
                <c:pt idx="1830">
                  <c:v>8.18</c:v>
                </c:pt>
                <c:pt idx="1831">
                  <c:v>8.11</c:v>
                </c:pt>
                <c:pt idx="1832">
                  <c:v>8.09</c:v>
                </c:pt>
                <c:pt idx="1833">
                  <c:v>7.85</c:v>
                </c:pt>
                <c:pt idx="1834">
                  <c:v>7.82</c:v>
                </c:pt>
                <c:pt idx="1835">
                  <c:v>7.82</c:v>
                </c:pt>
                <c:pt idx="1836">
                  <c:v>7.68</c:v>
                </c:pt>
                <c:pt idx="1837">
                  <c:v>7.6</c:v>
                </c:pt>
                <c:pt idx="1838">
                  <c:v>7.6</c:v>
                </c:pt>
                <c:pt idx="1839">
                  <c:v>7.66</c:v>
                </c:pt>
                <c:pt idx="1840">
                  <c:v>7.66</c:v>
                </c:pt>
                <c:pt idx="1841">
                  <c:v>7.72</c:v>
                </c:pt>
                <c:pt idx="1842">
                  <c:v>7.77</c:v>
                </c:pt>
                <c:pt idx="1843">
                  <c:v>7.74</c:v>
                </c:pt>
                <c:pt idx="1844">
                  <c:v>7.81</c:v>
                </c:pt>
                <c:pt idx="1845">
                  <c:v>7.76</c:v>
                </c:pt>
                <c:pt idx="1846">
                  <c:v>7.77</c:v>
                </c:pt>
                <c:pt idx="1847">
                  <c:v>7.7</c:v>
                </c:pt>
                <c:pt idx="1848">
                  <c:v>7.74</c:v>
                </c:pt>
                <c:pt idx="1849">
                  <c:v>7.8</c:v>
                </c:pt>
                <c:pt idx="1850">
                  <c:v>7.78</c:v>
                </c:pt>
                <c:pt idx="1851">
                  <c:v>7.83</c:v>
                </c:pt>
                <c:pt idx="1852">
                  <c:v>7.77</c:v>
                </c:pt>
                <c:pt idx="1853">
                  <c:v>7.84</c:v>
                </c:pt>
                <c:pt idx="1854">
                  <c:v>7.88</c:v>
                </c:pt>
                <c:pt idx="1855">
                  <c:v>7.84</c:v>
                </c:pt>
                <c:pt idx="1856">
                  <c:v>7.86</c:v>
                </c:pt>
                <c:pt idx="1857">
                  <c:v>7.93</c:v>
                </c:pt>
                <c:pt idx="1858">
                  <c:v>8.0399999999999991</c:v>
                </c:pt>
                <c:pt idx="1859">
                  <c:v>8.1</c:v>
                </c:pt>
                <c:pt idx="1860">
                  <c:v>8.1</c:v>
                </c:pt>
                <c:pt idx="1861">
                  <c:v>8.11</c:v>
                </c:pt>
                <c:pt idx="1862">
                  <c:v>8.17</c:v>
                </c:pt>
                <c:pt idx="1863">
                  <c:v>8.15</c:v>
                </c:pt>
                <c:pt idx="1864">
                  <c:v>8.1</c:v>
                </c:pt>
                <c:pt idx="1865">
                  <c:v>8.11</c:v>
                </c:pt>
                <c:pt idx="1866">
                  <c:v>8.11</c:v>
                </c:pt>
                <c:pt idx="1867">
                  <c:v>8.1</c:v>
                </c:pt>
                <c:pt idx="1868">
                  <c:v>8.07</c:v>
                </c:pt>
                <c:pt idx="1869">
                  <c:v>7.93</c:v>
                </c:pt>
                <c:pt idx="1870">
                  <c:v>7.89</c:v>
                </c:pt>
                <c:pt idx="1871">
                  <c:v>7.89</c:v>
                </c:pt>
                <c:pt idx="1872">
                  <c:v>7.9</c:v>
                </c:pt>
                <c:pt idx="1873">
                  <c:v>7.86</c:v>
                </c:pt>
                <c:pt idx="1874">
                  <c:v>7.9</c:v>
                </c:pt>
                <c:pt idx="1875">
                  <c:v>7.94</c:v>
                </c:pt>
                <c:pt idx="1876">
                  <c:v>7.9</c:v>
                </c:pt>
                <c:pt idx="1877">
                  <c:v>7.86</c:v>
                </c:pt>
                <c:pt idx="1878">
                  <c:v>7.69</c:v>
                </c:pt>
                <c:pt idx="1879">
                  <c:v>7.59</c:v>
                </c:pt>
                <c:pt idx="1880">
                  <c:v>7.51</c:v>
                </c:pt>
                <c:pt idx="1881">
                  <c:v>7.41</c:v>
                </c:pt>
                <c:pt idx="1882">
                  <c:v>7.4</c:v>
                </c:pt>
                <c:pt idx="1883">
                  <c:v>7.38</c:v>
                </c:pt>
                <c:pt idx="1884">
                  <c:v>7.26</c:v>
                </c:pt>
                <c:pt idx="1885">
                  <c:v>7.33</c:v>
                </c:pt>
                <c:pt idx="1886">
                  <c:v>7.34</c:v>
                </c:pt>
                <c:pt idx="1887">
                  <c:v>7.35</c:v>
                </c:pt>
                <c:pt idx="1888">
                  <c:v>7.36</c:v>
                </c:pt>
                <c:pt idx="1889">
                  <c:v>7.37</c:v>
                </c:pt>
                <c:pt idx="1890">
                  <c:v>7.23</c:v>
                </c:pt>
                <c:pt idx="1891">
                  <c:v>7.18</c:v>
                </c:pt>
                <c:pt idx="1892">
                  <c:v>7.07</c:v>
                </c:pt>
                <c:pt idx="1893">
                  <c:v>7.04</c:v>
                </c:pt>
                <c:pt idx="1894">
                  <c:v>7.01</c:v>
                </c:pt>
                <c:pt idx="1895">
                  <c:v>6.89</c:v>
                </c:pt>
                <c:pt idx="1896">
                  <c:v>6.96</c:v>
                </c:pt>
                <c:pt idx="1897">
                  <c:v>7</c:v>
                </c:pt>
                <c:pt idx="1898">
                  <c:v>6.97</c:v>
                </c:pt>
                <c:pt idx="1899">
                  <c:v>6.92</c:v>
                </c:pt>
                <c:pt idx="1900">
                  <c:v>6.76</c:v>
                </c:pt>
                <c:pt idx="1901">
                  <c:v>6.72</c:v>
                </c:pt>
                <c:pt idx="1902">
                  <c:v>6.73</c:v>
                </c:pt>
                <c:pt idx="1903">
                  <c:v>6.69</c:v>
                </c:pt>
                <c:pt idx="1904">
                  <c:v>6.69</c:v>
                </c:pt>
                <c:pt idx="1905">
                  <c:v>6.64</c:v>
                </c:pt>
                <c:pt idx="1906">
                  <c:v>6.61</c:v>
                </c:pt>
                <c:pt idx="1907">
                  <c:v>6.57</c:v>
                </c:pt>
                <c:pt idx="1908">
                  <c:v>6.59</c:v>
                </c:pt>
                <c:pt idx="1909">
                  <c:v>6.54</c:v>
                </c:pt>
                <c:pt idx="1910">
                  <c:v>6.44</c:v>
                </c:pt>
                <c:pt idx="1911">
                  <c:v>6.4</c:v>
                </c:pt>
                <c:pt idx="1912">
                  <c:v>6.15</c:v>
                </c:pt>
                <c:pt idx="1913">
                  <c:v>6.17</c:v>
                </c:pt>
                <c:pt idx="1914">
                  <c:v>6.09</c:v>
                </c:pt>
                <c:pt idx="1915">
                  <c:v>6.11</c:v>
                </c:pt>
                <c:pt idx="1916">
                  <c:v>6.2</c:v>
                </c:pt>
                <c:pt idx="1917">
                  <c:v>6.28</c:v>
                </c:pt>
                <c:pt idx="1918">
                  <c:v>6.3</c:v>
                </c:pt>
                <c:pt idx="1919">
                  <c:v>6.29</c:v>
                </c:pt>
                <c:pt idx="1920">
                  <c:v>6.34</c:v>
                </c:pt>
                <c:pt idx="1921">
                  <c:v>6.35</c:v>
                </c:pt>
                <c:pt idx="1922">
                  <c:v>6.42</c:v>
                </c:pt>
                <c:pt idx="1923">
                  <c:v>6.33</c:v>
                </c:pt>
                <c:pt idx="1924">
                  <c:v>6.37</c:v>
                </c:pt>
                <c:pt idx="1925">
                  <c:v>6.4</c:v>
                </c:pt>
                <c:pt idx="1926">
                  <c:v>6.47</c:v>
                </c:pt>
                <c:pt idx="1927">
                  <c:v>6.41</c:v>
                </c:pt>
                <c:pt idx="1928">
                  <c:v>6.45</c:v>
                </c:pt>
                <c:pt idx="1929">
                  <c:v>6.48</c:v>
                </c:pt>
                <c:pt idx="1930">
                  <c:v>6.48</c:v>
                </c:pt>
                <c:pt idx="1931">
                  <c:v>6.48</c:v>
                </c:pt>
                <c:pt idx="1932">
                  <c:v>6.47</c:v>
                </c:pt>
                <c:pt idx="1933">
                  <c:v>6.58</c:v>
                </c:pt>
                <c:pt idx="1934">
                  <c:v>6.54</c:v>
                </c:pt>
                <c:pt idx="1935">
                  <c:v>6.48</c:v>
                </c:pt>
                <c:pt idx="1936">
                  <c:v>6.53</c:v>
                </c:pt>
                <c:pt idx="1937">
                  <c:v>6.55</c:v>
                </c:pt>
                <c:pt idx="1938">
                  <c:v>6.48</c:v>
                </c:pt>
                <c:pt idx="1939">
                  <c:v>6.4</c:v>
                </c:pt>
                <c:pt idx="1940">
                  <c:v>6.46</c:v>
                </c:pt>
                <c:pt idx="1941">
                  <c:v>6.54</c:v>
                </c:pt>
                <c:pt idx="1942">
                  <c:v>6.42</c:v>
                </c:pt>
                <c:pt idx="1943">
                  <c:v>6.39</c:v>
                </c:pt>
                <c:pt idx="1944">
                  <c:v>6.24</c:v>
                </c:pt>
                <c:pt idx="1945">
                  <c:v>6.14</c:v>
                </c:pt>
                <c:pt idx="1946">
                  <c:v>6.02</c:v>
                </c:pt>
                <c:pt idx="1947">
                  <c:v>5.93</c:v>
                </c:pt>
                <c:pt idx="1948">
                  <c:v>5.96</c:v>
                </c:pt>
                <c:pt idx="1949">
                  <c:v>5.91</c:v>
                </c:pt>
                <c:pt idx="1950">
                  <c:v>6</c:v>
                </c:pt>
                <c:pt idx="1951">
                  <c:v>6.05</c:v>
                </c:pt>
                <c:pt idx="1952">
                  <c:v>5.93</c:v>
                </c:pt>
                <c:pt idx="1953">
                  <c:v>5.77</c:v>
                </c:pt>
                <c:pt idx="1954">
                  <c:v>5.78</c:v>
                </c:pt>
                <c:pt idx="1955">
                  <c:v>5.84</c:v>
                </c:pt>
                <c:pt idx="1956">
                  <c:v>5.82</c:v>
                </c:pt>
                <c:pt idx="1957">
                  <c:v>5.85</c:v>
                </c:pt>
                <c:pt idx="1958">
                  <c:v>5.76</c:v>
                </c:pt>
                <c:pt idx="1959">
                  <c:v>5.76</c:v>
                </c:pt>
                <c:pt idx="1960">
                  <c:v>5.7</c:v>
                </c:pt>
                <c:pt idx="1961">
                  <c:v>5.67</c:v>
                </c:pt>
                <c:pt idx="1962">
                  <c:v>5.68</c:v>
                </c:pt>
                <c:pt idx="1963">
                  <c:v>5.71</c:v>
                </c:pt>
                <c:pt idx="1964">
                  <c:v>5.74</c:v>
                </c:pt>
                <c:pt idx="1965">
                  <c:v>5.63</c:v>
                </c:pt>
                <c:pt idx="1966">
                  <c:v>5.37</c:v>
                </c:pt>
                <c:pt idx="1967">
                  <c:v>5.35</c:v>
                </c:pt>
                <c:pt idx="1968">
                  <c:v>5.32</c:v>
                </c:pt>
                <c:pt idx="1969">
                  <c:v>5.26</c:v>
                </c:pt>
                <c:pt idx="1970">
                  <c:v>5.08</c:v>
                </c:pt>
                <c:pt idx="1971">
                  <c:v>5.12</c:v>
                </c:pt>
                <c:pt idx="1972">
                  <c:v>5.15</c:v>
                </c:pt>
                <c:pt idx="1973">
                  <c:v>5.14</c:v>
                </c:pt>
                <c:pt idx="1974">
                  <c:v>5.14</c:v>
                </c:pt>
                <c:pt idx="1975">
                  <c:v>5.05</c:v>
                </c:pt>
                <c:pt idx="1976">
                  <c:v>5.07</c:v>
                </c:pt>
                <c:pt idx="1977">
                  <c:v>5.2</c:v>
                </c:pt>
                <c:pt idx="1978">
                  <c:v>5.27</c:v>
                </c:pt>
                <c:pt idx="1979">
                  <c:v>5.37</c:v>
                </c:pt>
                <c:pt idx="1980">
                  <c:v>5.47</c:v>
                </c:pt>
                <c:pt idx="1981">
                  <c:v>5.38</c:v>
                </c:pt>
                <c:pt idx="1982">
                  <c:v>5.61</c:v>
                </c:pt>
                <c:pt idx="1983">
                  <c:v>5.7</c:v>
                </c:pt>
                <c:pt idx="1984">
                  <c:v>5.7</c:v>
                </c:pt>
                <c:pt idx="1985">
                  <c:v>5.67</c:v>
                </c:pt>
                <c:pt idx="1986">
                  <c:v>5.73</c:v>
                </c:pt>
                <c:pt idx="1987">
                  <c:v>5.54</c:v>
                </c:pt>
                <c:pt idx="1988">
                  <c:v>5.61</c:v>
                </c:pt>
                <c:pt idx="1989">
                  <c:v>5.69</c:v>
                </c:pt>
                <c:pt idx="1990">
                  <c:v>5.68</c:v>
                </c:pt>
                <c:pt idx="1991">
                  <c:v>5.64</c:v>
                </c:pt>
                <c:pt idx="1992">
                  <c:v>5.46</c:v>
                </c:pt>
                <c:pt idx="1993">
                  <c:v>5.25</c:v>
                </c:pt>
                <c:pt idx="1994">
                  <c:v>5.26</c:v>
                </c:pt>
                <c:pt idx="1995">
                  <c:v>5.19</c:v>
                </c:pt>
                <c:pt idx="1996">
                  <c:v>5.21</c:v>
                </c:pt>
                <c:pt idx="1997">
                  <c:v>5.0999999999999996</c:v>
                </c:pt>
                <c:pt idx="1998">
                  <c:v>5.16</c:v>
                </c:pt>
                <c:pt idx="1999">
                  <c:v>5.1100000000000003</c:v>
                </c:pt>
                <c:pt idx="2000">
                  <c:v>5.1100000000000003</c:v>
                </c:pt>
                <c:pt idx="2001">
                  <c:v>4.84</c:v>
                </c:pt>
                <c:pt idx="2002">
                  <c:v>4.8099999999999996</c:v>
                </c:pt>
                <c:pt idx="2003">
                  <c:v>4.9000000000000004</c:v>
                </c:pt>
                <c:pt idx="2004">
                  <c:v>5.0599999999999996</c:v>
                </c:pt>
                <c:pt idx="2005">
                  <c:v>5</c:v>
                </c:pt>
                <c:pt idx="2006">
                  <c:v>4.9800000000000004</c:v>
                </c:pt>
                <c:pt idx="2007">
                  <c:v>5.0599999999999996</c:v>
                </c:pt>
                <c:pt idx="2008">
                  <c:v>5</c:v>
                </c:pt>
                <c:pt idx="2009">
                  <c:v>5.0599999999999996</c:v>
                </c:pt>
                <c:pt idx="2010">
                  <c:v>5.08</c:v>
                </c:pt>
                <c:pt idx="2011">
                  <c:v>5.0199999999999996</c:v>
                </c:pt>
                <c:pt idx="2012">
                  <c:v>5.03</c:v>
                </c:pt>
                <c:pt idx="2013">
                  <c:v>4.95</c:v>
                </c:pt>
                <c:pt idx="2014">
                  <c:v>4.92</c:v>
                </c:pt>
                <c:pt idx="2015">
                  <c:v>4.8899999999999997</c:v>
                </c:pt>
                <c:pt idx="2016">
                  <c:v>4.93</c:v>
                </c:pt>
                <c:pt idx="2017">
                  <c:v>4.97</c:v>
                </c:pt>
                <c:pt idx="2018">
                  <c:v>5</c:v>
                </c:pt>
                <c:pt idx="2019">
                  <c:v>5.08</c:v>
                </c:pt>
                <c:pt idx="2020">
                  <c:v>5.0199999999999996</c:v>
                </c:pt>
                <c:pt idx="2021">
                  <c:v>5.17</c:v>
                </c:pt>
                <c:pt idx="2022">
                  <c:v>5.08</c:v>
                </c:pt>
                <c:pt idx="2023">
                  <c:v>4.9800000000000004</c:v>
                </c:pt>
                <c:pt idx="2024">
                  <c:v>4.8099999999999996</c:v>
                </c:pt>
                <c:pt idx="2025">
                  <c:v>4.8600000000000003</c:v>
                </c:pt>
                <c:pt idx="2026">
                  <c:v>4.74</c:v>
                </c:pt>
                <c:pt idx="2027">
                  <c:v>4.7300000000000004</c:v>
                </c:pt>
                <c:pt idx="2028">
                  <c:v>4.66</c:v>
                </c:pt>
                <c:pt idx="2029">
                  <c:v>4.68</c:v>
                </c:pt>
                <c:pt idx="2030">
                  <c:v>4.68</c:v>
                </c:pt>
                <c:pt idx="2031">
                  <c:v>4.57</c:v>
                </c:pt>
                <c:pt idx="2032">
                  <c:v>4.51</c:v>
                </c:pt>
                <c:pt idx="2033">
                  <c:v>4.32</c:v>
                </c:pt>
                <c:pt idx="2034">
                  <c:v>4.37</c:v>
                </c:pt>
                <c:pt idx="2035">
                  <c:v>4.37</c:v>
                </c:pt>
                <c:pt idx="2036">
                  <c:v>4.3600000000000003</c:v>
                </c:pt>
                <c:pt idx="2037">
                  <c:v>4.5</c:v>
                </c:pt>
                <c:pt idx="2038">
                  <c:v>4.5</c:v>
                </c:pt>
                <c:pt idx="2039">
                  <c:v>4.59</c:v>
                </c:pt>
                <c:pt idx="2040">
                  <c:v>4.5199999999999996</c:v>
                </c:pt>
                <c:pt idx="2041">
                  <c:v>4.58</c:v>
                </c:pt>
                <c:pt idx="2042">
                  <c:v>4.47</c:v>
                </c:pt>
                <c:pt idx="2043">
                  <c:v>4.3899999999999997</c:v>
                </c:pt>
                <c:pt idx="2044">
                  <c:v>4.46</c:v>
                </c:pt>
                <c:pt idx="2045">
                  <c:v>4.34</c:v>
                </c:pt>
                <c:pt idx="2046">
                  <c:v>4.37</c:v>
                </c:pt>
                <c:pt idx="2047">
                  <c:v>4.3099999999999996</c:v>
                </c:pt>
                <c:pt idx="2048">
                  <c:v>4.25</c:v>
                </c:pt>
                <c:pt idx="2049">
                  <c:v>4.22</c:v>
                </c:pt>
                <c:pt idx="2050">
                  <c:v>4.1900000000000004</c:v>
                </c:pt>
                <c:pt idx="2051">
                  <c:v>4.1900000000000004</c:v>
                </c:pt>
                <c:pt idx="2052">
                  <c:v>4.25</c:v>
                </c:pt>
                <c:pt idx="2053">
                  <c:v>4.37</c:v>
                </c:pt>
                <c:pt idx="2054">
                  <c:v>4.45</c:v>
                </c:pt>
                <c:pt idx="2055">
                  <c:v>4.45</c:v>
                </c:pt>
                <c:pt idx="2056">
                  <c:v>4.43</c:v>
                </c:pt>
                <c:pt idx="2057">
                  <c:v>4.3499999999999996</c:v>
                </c:pt>
                <c:pt idx="2058">
                  <c:v>4.41</c:v>
                </c:pt>
                <c:pt idx="2059">
                  <c:v>4.4000000000000004</c:v>
                </c:pt>
                <c:pt idx="2060">
                  <c:v>4.3099999999999996</c:v>
                </c:pt>
                <c:pt idx="2061">
                  <c:v>4.34</c:v>
                </c:pt>
                <c:pt idx="2062">
                  <c:v>4.26</c:v>
                </c:pt>
                <c:pt idx="2063">
                  <c:v>4.26</c:v>
                </c:pt>
                <c:pt idx="2064">
                  <c:v>4.17</c:v>
                </c:pt>
                <c:pt idx="2065">
                  <c:v>4.08</c:v>
                </c:pt>
                <c:pt idx="2066">
                  <c:v>4.0599999999999996</c:v>
                </c:pt>
                <c:pt idx="2067">
                  <c:v>3.96</c:v>
                </c:pt>
                <c:pt idx="2068">
                  <c:v>3.98</c:v>
                </c:pt>
                <c:pt idx="2069">
                  <c:v>4.1100000000000003</c:v>
                </c:pt>
                <c:pt idx="2070">
                  <c:v>4.0199999999999996</c:v>
                </c:pt>
                <c:pt idx="2071">
                  <c:v>3.93</c:v>
                </c:pt>
                <c:pt idx="2072">
                  <c:v>3.96</c:v>
                </c:pt>
                <c:pt idx="2073">
                  <c:v>4.09</c:v>
                </c:pt>
                <c:pt idx="2074">
                  <c:v>4.07</c:v>
                </c:pt>
                <c:pt idx="2075">
                  <c:v>4.04</c:v>
                </c:pt>
                <c:pt idx="2076">
                  <c:v>4.09</c:v>
                </c:pt>
                <c:pt idx="2077">
                  <c:v>4.0599999999999996</c:v>
                </c:pt>
                <c:pt idx="2078">
                  <c:v>4.07</c:v>
                </c:pt>
                <c:pt idx="2079">
                  <c:v>4.0599999999999996</c:v>
                </c:pt>
                <c:pt idx="2080">
                  <c:v>4.0199999999999996</c:v>
                </c:pt>
                <c:pt idx="2081">
                  <c:v>3.89</c:v>
                </c:pt>
                <c:pt idx="2082">
                  <c:v>3.96</c:v>
                </c:pt>
                <c:pt idx="2083">
                  <c:v>3.96</c:v>
                </c:pt>
                <c:pt idx="2084">
                  <c:v>4</c:v>
                </c:pt>
                <c:pt idx="2085">
                  <c:v>3.93</c:v>
                </c:pt>
                <c:pt idx="2086">
                  <c:v>3.89</c:v>
                </c:pt>
                <c:pt idx="2087">
                  <c:v>3.94</c:v>
                </c:pt>
              </c:numCache>
            </c:numRef>
          </c:val>
          <c:smooth val="0"/>
          <c:extLst>
            <c:ext xmlns:c16="http://schemas.microsoft.com/office/drawing/2014/chart" uri="{C3380CC4-5D6E-409C-BE32-E72D297353CC}">
              <c16:uniqueId val="{00000001-941C-4576-BE21-D23549FFECF3}"/>
            </c:ext>
          </c:extLst>
        </c:ser>
        <c:ser>
          <c:idx val="2"/>
          <c:order val="2"/>
          <c:tx>
            <c:v>穆迪Baa级成熟公司债收益率，%</c:v>
          </c:tx>
          <c:spPr>
            <a:ln w="25400" cap="rnd">
              <a:solidFill>
                <a:srgbClr val="B8BFE4"/>
              </a:solidFill>
              <a:round/>
            </a:ln>
            <a:effectLst/>
          </c:spPr>
          <c:marker>
            <c:symbol val="none"/>
          </c:marker>
          <c:cat>
            <c:numRef>
              <c:f>图5图6!$A$2:$A$2089</c:f>
              <c:numCache>
                <c:formatCode>yyyy\-mm\-dd</c:formatCode>
                <c:ptCount val="2088"/>
                <c:pt idx="0">
                  <c:v>35065</c:v>
                </c:pt>
                <c:pt idx="1">
                  <c:v>35066</c:v>
                </c:pt>
                <c:pt idx="2">
                  <c:v>35067</c:v>
                </c:pt>
                <c:pt idx="3">
                  <c:v>35068</c:v>
                </c:pt>
                <c:pt idx="4">
                  <c:v>35069</c:v>
                </c:pt>
                <c:pt idx="5">
                  <c:v>35072</c:v>
                </c:pt>
                <c:pt idx="6">
                  <c:v>35073</c:v>
                </c:pt>
                <c:pt idx="7">
                  <c:v>35074</c:v>
                </c:pt>
                <c:pt idx="8">
                  <c:v>35075</c:v>
                </c:pt>
                <c:pt idx="9">
                  <c:v>35076</c:v>
                </c:pt>
                <c:pt idx="10">
                  <c:v>35079</c:v>
                </c:pt>
                <c:pt idx="11">
                  <c:v>35080</c:v>
                </c:pt>
                <c:pt idx="12">
                  <c:v>35081</c:v>
                </c:pt>
                <c:pt idx="13">
                  <c:v>35082</c:v>
                </c:pt>
                <c:pt idx="14">
                  <c:v>35083</c:v>
                </c:pt>
                <c:pt idx="15">
                  <c:v>35086</c:v>
                </c:pt>
                <c:pt idx="16">
                  <c:v>35087</c:v>
                </c:pt>
                <c:pt idx="17">
                  <c:v>35088</c:v>
                </c:pt>
                <c:pt idx="18">
                  <c:v>35089</c:v>
                </c:pt>
                <c:pt idx="19">
                  <c:v>35090</c:v>
                </c:pt>
                <c:pt idx="20">
                  <c:v>35093</c:v>
                </c:pt>
                <c:pt idx="21">
                  <c:v>35094</c:v>
                </c:pt>
                <c:pt idx="22">
                  <c:v>35095</c:v>
                </c:pt>
                <c:pt idx="23">
                  <c:v>35096</c:v>
                </c:pt>
                <c:pt idx="24">
                  <c:v>35097</c:v>
                </c:pt>
                <c:pt idx="25">
                  <c:v>35100</c:v>
                </c:pt>
                <c:pt idx="26">
                  <c:v>35101</c:v>
                </c:pt>
                <c:pt idx="27">
                  <c:v>35102</c:v>
                </c:pt>
                <c:pt idx="28">
                  <c:v>35103</c:v>
                </c:pt>
                <c:pt idx="29">
                  <c:v>35104</c:v>
                </c:pt>
                <c:pt idx="30">
                  <c:v>35107</c:v>
                </c:pt>
                <c:pt idx="31">
                  <c:v>35108</c:v>
                </c:pt>
                <c:pt idx="32">
                  <c:v>35109</c:v>
                </c:pt>
                <c:pt idx="33">
                  <c:v>35110</c:v>
                </c:pt>
                <c:pt idx="34">
                  <c:v>35111</c:v>
                </c:pt>
                <c:pt idx="35">
                  <c:v>35114</c:v>
                </c:pt>
                <c:pt idx="36">
                  <c:v>35115</c:v>
                </c:pt>
                <c:pt idx="37">
                  <c:v>35116</c:v>
                </c:pt>
                <c:pt idx="38">
                  <c:v>35117</c:v>
                </c:pt>
                <c:pt idx="39">
                  <c:v>35118</c:v>
                </c:pt>
                <c:pt idx="40">
                  <c:v>35121</c:v>
                </c:pt>
                <c:pt idx="41">
                  <c:v>35122</c:v>
                </c:pt>
                <c:pt idx="42">
                  <c:v>35123</c:v>
                </c:pt>
                <c:pt idx="43">
                  <c:v>35124</c:v>
                </c:pt>
                <c:pt idx="44">
                  <c:v>35125</c:v>
                </c:pt>
                <c:pt idx="45">
                  <c:v>35128</c:v>
                </c:pt>
                <c:pt idx="46">
                  <c:v>35129</c:v>
                </c:pt>
                <c:pt idx="47">
                  <c:v>35130</c:v>
                </c:pt>
                <c:pt idx="48">
                  <c:v>35131</c:v>
                </c:pt>
                <c:pt idx="49">
                  <c:v>35132</c:v>
                </c:pt>
                <c:pt idx="50">
                  <c:v>35135</c:v>
                </c:pt>
                <c:pt idx="51">
                  <c:v>35136</c:v>
                </c:pt>
                <c:pt idx="52">
                  <c:v>35137</c:v>
                </c:pt>
                <c:pt idx="53">
                  <c:v>35138</c:v>
                </c:pt>
                <c:pt idx="54">
                  <c:v>35139</c:v>
                </c:pt>
                <c:pt idx="55">
                  <c:v>35142</c:v>
                </c:pt>
                <c:pt idx="56">
                  <c:v>35143</c:v>
                </c:pt>
                <c:pt idx="57">
                  <c:v>35144</c:v>
                </c:pt>
                <c:pt idx="58">
                  <c:v>35145</c:v>
                </c:pt>
                <c:pt idx="59">
                  <c:v>35146</c:v>
                </c:pt>
                <c:pt idx="60">
                  <c:v>35149</c:v>
                </c:pt>
                <c:pt idx="61">
                  <c:v>35150</c:v>
                </c:pt>
                <c:pt idx="62">
                  <c:v>35151</c:v>
                </c:pt>
                <c:pt idx="63">
                  <c:v>35152</c:v>
                </c:pt>
                <c:pt idx="64">
                  <c:v>35153</c:v>
                </c:pt>
                <c:pt idx="65">
                  <c:v>35156</c:v>
                </c:pt>
                <c:pt idx="66">
                  <c:v>35157</c:v>
                </c:pt>
                <c:pt idx="67">
                  <c:v>35158</c:v>
                </c:pt>
                <c:pt idx="68">
                  <c:v>35159</c:v>
                </c:pt>
                <c:pt idx="69">
                  <c:v>35160</c:v>
                </c:pt>
                <c:pt idx="70">
                  <c:v>35163</c:v>
                </c:pt>
                <c:pt idx="71">
                  <c:v>35164</c:v>
                </c:pt>
                <c:pt idx="72">
                  <c:v>35165</c:v>
                </c:pt>
                <c:pt idx="73">
                  <c:v>35166</c:v>
                </c:pt>
                <c:pt idx="74">
                  <c:v>35167</c:v>
                </c:pt>
                <c:pt idx="75">
                  <c:v>35170</c:v>
                </c:pt>
                <c:pt idx="76">
                  <c:v>35171</c:v>
                </c:pt>
                <c:pt idx="77">
                  <c:v>35172</c:v>
                </c:pt>
                <c:pt idx="78">
                  <c:v>35173</c:v>
                </c:pt>
                <c:pt idx="79">
                  <c:v>35174</c:v>
                </c:pt>
                <c:pt idx="80">
                  <c:v>35177</c:v>
                </c:pt>
                <c:pt idx="81">
                  <c:v>35178</c:v>
                </c:pt>
                <c:pt idx="82">
                  <c:v>35179</c:v>
                </c:pt>
                <c:pt idx="83">
                  <c:v>35180</c:v>
                </c:pt>
                <c:pt idx="84">
                  <c:v>35181</c:v>
                </c:pt>
                <c:pt idx="85">
                  <c:v>35184</c:v>
                </c:pt>
                <c:pt idx="86">
                  <c:v>35185</c:v>
                </c:pt>
                <c:pt idx="87">
                  <c:v>35186</c:v>
                </c:pt>
                <c:pt idx="88">
                  <c:v>35187</c:v>
                </c:pt>
                <c:pt idx="89">
                  <c:v>35188</c:v>
                </c:pt>
                <c:pt idx="90">
                  <c:v>35191</c:v>
                </c:pt>
                <c:pt idx="91">
                  <c:v>35192</c:v>
                </c:pt>
                <c:pt idx="92">
                  <c:v>35193</c:v>
                </c:pt>
                <c:pt idx="93">
                  <c:v>35194</c:v>
                </c:pt>
                <c:pt idx="94">
                  <c:v>35195</c:v>
                </c:pt>
                <c:pt idx="95">
                  <c:v>35198</c:v>
                </c:pt>
                <c:pt idx="96">
                  <c:v>35199</c:v>
                </c:pt>
                <c:pt idx="97">
                  <c:v>35200</c:v>
                </c:pt>
                <c:pt idx="98">
                  <c:v>35201</c:v>
                </c:pt>
                <c:pt idx="99">
                  <c:v>35202</c:v>
                </c:pt>
                <c:pt idx="100">
                  <c:v>35205</c:v>
                </c:pt>
                <c:pt idx="101">
                  <c:v>35206</c:v>
                </c:pt>
                <c:pt idx="102">
                  <c:v>35207</c:v>
                </c:pt>
                <c:pt idx="103">
                  <c:v>35208</c:v>
                </c:pt>
                <c:pt idx="104">
                  <c:v>35209</c:v>
                </c:pt>
                <c:pt idx="105">
                  <c:v>35212</c:v>
                </c:pt>
                <c:pt idx="106">
                  <c:v>35213</c:v>
                </c:pt>
                <c:pt idx="107">
                  <c:v>35214</c:v>
                </c:pt>
                <c:pt idx="108">
                  <c:v>35215</c:v>
                </c:pt>
                <c:pt idx="109">
                  <c:v>35216</c:v>
                </c:pt>
                <c:pt idx="110">
                  <c:v>35219</c:v>
                </c:pt>
                <c:pt idx="111">
                  <c:v>35220</c:v>
                </c:pt>
                <c:pt idx="112">
                  <c:v>35221</c:v>
                </c:pt>
                <c:pt idx="113">
                  <c:v>35222</c:v>
                </c:pt>
                <c:pt idx="114">
                  <c:v>35223</c:v>
                </c:pt>
                <c:pt idx="115">
                  <c:v>35226</c:v>
                </c:pt>
                <c:pt idx="116">
                  <c:v>35227</c:v>
                </c:pt>
                <c:pt idx="117">
                  <c:v>35228</c:v>
                </c:pt>
                <c:pt idx="118">
                  <c:v>35229</c:v>
                </c:pt>
                <c:pt idx="119">
                  <c:v>35230</c:v>
                </c:pt>
                <c:pt idx="120">
                  <c:v>35233</c:v>
                </c:pt>
                <c:pt idx="121">
                  <c:v>35234</c:v>
                </c:pt>
                <c:pt idx="122">
                  <c:v>35235</c:v>
                </c:pt>
                <c:pt idx="123">
                  <c:v>35236</c:v>
                </c:pt>
                <c:pt idx="124">
                  <c:v>35237</c:v>
                </c:pt>
                <c:pt idx="125">
                  <c:v>35240</c:v>
                </c:pt>
                <c:pt idx="126">
                  <c:v>35241</c:v>
                </c:pt>
                <c:pt idx="127">
                  <c:v>35242</c:v>
                </c:pt>
                <c:pt idx="128">
                  <c:v>35243</c:v>
                </c:pt>
                <c:pt idx="129">
                  <c:v>35244</c:v>
                </c:pt>
                <c:pt idx="130">
                  <c:v>35247</c:v>
                </c:pt>
                <c:pt idx="131">
                  <c:v>35248</c:v>
                </c:pt>
                <c:pt idx="132">
                  <c:v>35249</c:v>
                </c:pt>
                <c:pt idx="133">
                  <c:v>35250</c:v>
                </c:pt>
                <c:pt idx="134">
                  <c:v>35251</c:v>
                </c:pt>
                <c:pt idx="135">
                  <c:v>35254</c:v>
                </c:pt>
                <c:pt idx="136">
                  <c:v>35255</c:v>
                </c:pt>
                <c:pt idx="137">
                  <c:v>35256</c:v>
                </c:pt>
                <c:pt idx="138">
                  <c:v>35257</c:v>
                </c:pt>
                <c:pt idx="139">
                  <c:v>35258</c:v>
                </c:pt>
                <c:pt idx="140">
                  <c:v>35261</c:v>
                </c:pt>
                <c:pt idx="141">
                  <c:v>35262</c:v>
                </c:pt>
                <c:pt idx="142">
                  <c:v>35263</c:v>
                </c:pt>
                <c:pt idx="143">
                  <c:v>35264</c:v>
                </c:pt>
                <c:pt idx="144">
                  <c:v>35265</c:v>
                </c:pt>
                <c:pt idx="145">
                  <c:v>35268</c:v>
                </c:pt>
                <c:pt idx="146">
                  <c:v>35269</c:v>
                </c:pt>
                <c:pt idx="147">
                  <c:v>35270</c:v>
                </c:pt>
                <c:pt idx="148">
                  <c:v>35271</c:v>
                </c:pt>
                <c:pt idx="149">
                  <c:v>35272</c:v>
                </c:pt>
                <c:pt idx="150">
                  <c:v>35275</c:v>
                </c:pt>
                <c:pt idx="151">
                  <c:v>35276</c:v>
                </c:pt>
                <c:pt idx="152">
                  <c:v>35277</c:v>
                </c:pt>
                <c:pt idx="153">
                  <c:v>35278</c:v>
                </c:pt>
                <c:pt idx="154">
                  <c:v>35279</c:v>
                </c:pt>
                <c:pt idx="155">
                  <c:v>35282</c:v>
                </c:pt>
                <c:pt idx="156">
                  <c:v>35283</c:v>
                </c:pt>
                <c:pt idx="157">
                  <c:v>35284</c:v>
                </c:pt>
                <c:pt idx="158">
                  <c:v>35285</c:v>
                </c:pt>
                <c:pt idx="159">
                  <c:v>35286</c:v>
                </c:pt>
                <c:pt idx="160">
                  <c:v>35289</c:v>
                </c:pt>
                <c:pt idx="161">
                  <c:v>35290</c:v>
                </c:pt>
                <c:pt idx="162">
                  <c:v>35291</c:v>
                </c:pt>
                <c:pt idx="163">
                  <c:v>35292</c:v>
                </c:pt>
                <c:pt idx="164">
                  <c:v>35293</c:v>
                </c:pt>
                <c:pt idx="165">
                  <c:v>35296</c:v>
                </c:pt>
                <c:pt idx="166">
                  <c:v>35297</c:v>
                </c:pt>
                <c:pt idx="167">
                  <c:v>35298</c:v>
                </c:pt>
                <c:pt idx="168">
                  <c:v>35299</c:v>
                </c:pt>
                <c:pt idx="169">
                  <c:v>35300</c:v>
                </c:pt>
                <c:pt idx="170">
                  <c:v>35303</c:v>
                </c:pt>
                <c:pt idx="171">
                  <c:v>35304</c:v>
                </c:pt>
                <c:pt idx="172">
                  <c:v>35305</c:v>
                </c:pt>
                <c:pt idx="173">
                  <c:v>35306</c:v>
                </c:pt>
                <c:pt idx="174">
                  <c:v>35307</c:v>
                </c:pt>
                <c:pt idx="175">
                  <c:v>35310</c:v>
                </c:pt>
                <c:pt idx="176">
                  <c:v>35311</c:v>
                </c:pt>
                <c:pt idx="177">
                  <c:v>35312</c:v>
                </c:pt>
                <c:pt idx="178">
                  <c:v>35313</c:v>
                </c:pt>
                <c:pt idx="179">
                  <c:v>35314</c:v>
                </c:pt>
                <c:pt idx="180">
                  <c:v>35317</c:v>
                </c:pt>
                <c:pt idx="181">
                  <c:v>35318</c:v>
                </c:pt>
                <c:pt idx="182">
                  <c:v>35319</c:v>
                </c:pt>
                <c:pt idx="183">
                  <c:v>35320</c:v>
                </c:pt>
                <c:pt idx="184">
                  <c:v>35321</c:v>
                </c:pt>
                <c:pt idx="185">
                  <c:v>35324</c:v>
                </c:pt>
                <c:pt idx="186">
                  <c:v>35325</c:v>
                </c:pt>
                <c:pt idx="187">
                  <c:v>35326</c:v>
                </c:pt>
                <c:pt idx="188">
                  <c:v>35327</c:v>
                </c:pt>
                <c:pt idx="189">
                  <c:v>35328</c:v>
                </c:pt>
                <c:pt idx="190">
                  <c:v>35331</c:v>
                </c:pt>
                <c:pt idx="191">
                  <c:v>35332</c:v>
                </c:pt>
                <c:pt idx="192">
                  <c:v>35333</c:v>
                </c:pt>
                <c:pt idx="193">
                  <c:v>35334</c:v>
                </c:pt>
                <c:pt idx="194">
                  <c:v>35335</c:v>
                </c:pt>
                <c:pt idx="195">
                  <c:v>35338</c:v>
                </c:pt>
                <c:pt idx="196">
                  <c:v>35339</c:v>
                </c:pt>
                <c:pt idx="197">
                  <c:v>35340</c:v>
                </c:pt>
                <c:pt idx="198">
                  <c:v>35341</c:v>
                </c:pt>
                <c:pt idx="199">
                  <c:v>35342</c:v>
                </c:pt>
                <c:pt idx="200">
                  <c:v>35345</c:v>
                </c:pt>
                <c:pt idx="201">
                  <c:v>35346</c:v>
                </c:pt>
                <c:pt idx="202">
                  <c:v>35347</c:v>
                </c:pt>
                <c:pt idx="203">
                  <c:v>35348</c:v>
                </c:pt>
                <c:pt idx="204">
                  <c:v>35349</c:v>
                </c:pt>
                <c:pt idx="205">
                  <c:v>35352</c:v>
                </c:pt>
                <c:pt idx="206">
                  <c:v>35353</c:v>
                </c:pt>
                <c:pt idx="207">
                  <c:v>35354</c:v>
                </c:pt>
                <c:pt idx="208">
                  <c:v>35355</c:v>
                </c:pt>
                <c:pt idx="209">
                  <c:v>35356</c:v>
                </c:pt>
                <c:pt idx="210">
                  <c:v>35359</c:v>
                </c:pt>
                <c:pt idx="211">
                  <c:v>35360</c:v>
                </c:pt>
                <c:pt idx="212">
                  <c:v>35361</c:v>
                </c:pt>
                <c:pt idx="213">
                  <c:v>35362</c:v>
                </c:pt>
                <c:pt idx="214">
                  <c:v>35363</c:v>
                </c:pt>
                <c:pt idx="215">
                  <c:v>35366</c:v>
                </c:pt>
                <c:pt idx="216">
                  <c:v>35367</c:v>
                </c:pt>
                <c:pt idx="217">
                  <c:v>35368</c:v>
                </c:pt>
                <c:pt idx="218">
                  <c:v>35369</c:v>
                </c:pt>
                <c:pt idx="219">
                  <c:v>35370</c:v>
                </c:pt>
                <c:pt idx="220">
                  <c:v>35373</c:v>
                </c:pt>
                <c:pt idx="221">
                  <c:v>35374</c:v>
                </c:pt>
                <c:pt idx="222">
                  <c:v>35375</c:v>
                </c:pt>
                <c:pt idx="223">
                  <c:v>35376</c:v>
                </c:pt>
                <c:pt idx="224">
                  <c:v>35377</c:v>
                </c:pt>
                <c:pt idx="225">
                  <c:v>35380</c:v>
                </c:pt>
                <c:pt idx="226">
                  <c:v>35381</c:v>
                </c:pt>
                <c:pt idx="227">
                  <c:v>35382</c:v>
                </c:pt>
                <c:pt idx="228">
                  <c:v>35383</c:v>
                </c:pt>
                <c:pt idx="229">
                  <c:v>35384</c:v>
                </c:pt>
                <c:pt idx="230">
                  <c:v>35387</c:v>
                </c:pt>
                <c:pt idx="231">
                  <c:v>35388</c:v>
                </c:pt>
                <c:pt idx="232">
                  <c:v>35389</c:v>
                </c:pt>
                <c:pt idx="233">
                  <c:v>35390</c:v>
                </c:pt>
                <c:pt idx="234">
                  <c:v>35391</c:v>
                </c:pt>
                <c:pt idx="235">
                  <c:v>35394</c:v>
                </c:pt>
                <c:pt idx="236">
                  <c:v>35395</c:v>
                </c:pt>
                <c:pt idx="237">
                  <c:v>35396</c:v>
                </c:pt>
                <c:pt idx="238">
                  <c:v>35397</c:v>
                </c:pt>
                <c:pt idx="239">
                  <c:v>35398</c:v>
                </c:pt>
                <c:pt idx="240">
                  <c:v>35401</c:v>
                </c:pt>
                <c:pt idx="241">
                  <c:v>35402</c:v>
                </c:pt>
                <c:pt idx="242">
                  <c:v>35403</c:v>
                </c:pt>
                <c:pt idx="243">
                  <c:v>35404</c:v>
                </c:pt>
                <c:pt idx="244">
                  <c:v>35405</c:v>
                </c:pt>
                <c:pt idx="245">
                  <c:v>35408</c:v>
                </c:pt>
                <c:pt idx="246">
                  <c:v>35409</c:v>
                </c:pt>
                <c:pt idx="247">
                  <c:v>35410</c:v>
                </c:pt>
                <c:pt idx="248">
                  <c:v>35411</c:v>
                </c:pt>
                <c:pt idx="249">
                  <c:v>35412</c:v>
                </c:pt>
                <c:pt idx="250">
                  <c:v>35415</c:v>
                </c:pt>
                <c:pt idx="251">
                  <c:v>35416</c:v>
                </c:pt>
                <c:pt idx="252">
                  <c:v>35417</c:v>
                </c:pt>
                <c:pt idx="253">
                  <c:v>35418</c:v>
                </c:pt>
                <c:pt idx="254">
                  <c:v>35419</c:v>
                </c:pt>
                <c:pt idx="255">
                  <c:v>35422</c:v>
                </c:pt>
                <c:pt idx="256">
                  <c:v>35423</c:v>
                </c:pt>
                <c:pt idx="257">
                  <c:v>35424</c:v>
                </c:pt>
                <c:pt idx="258">
                  <c:v>35425</c:v>
                </c:pt>
                <c:pt idx="259">
                  <c:v>35426</c:v>
                </c:pt>
                <c:pt idx="260">
                  <c:v>35429</c:v>
                </c:pt>
                <c:pt idx="261">
                  <c:v>35430</c:v>
                </c:pt>
                <c:pt idx="262">
                  <c:v>35431</c:v>
                </c:pt>
                <c:pt idx="263">
                  <c:v>35432</c:v>
                </c:pt>
                <c:pt idx="264">
                  <c:v>35433</c:v>
                </c:pt>
                <c:pt idx="265">
                  <c:v>35436</c:v>
                </c:pt>
                <c:pt idx="266">
                  <c:v>35437</c:v>
                </c:pt>
                <c:pt idx="267">
                  <c:v>35438</c:v>
                </c:pt>
                <c:pt idx="268">
                  <c:v>35439</c:v>
                </c:pt>
                <c:pt idx="269">
                  <c:v>35440</c:v>
                </c:pt>
                <c:pt idx="270">
                  <c:v>35443</c:v>
                </c:pt>
                <c:pt idx="271">
                  <c:v>35444</c:v>
                </c:pt>
                <c:pt idx="272">
                  <c:v>35445</c:v>
                </c:pt>
                <c:pt idx="273">
                  <c:v>35446</c:v>
                </c:pt>
                <c:pt idx="274">
                  <c:v>35447</c:v>
                </c:pt>
                <c:pt idx="275">
                  <c:v>35450</c:v>
                </c:pt>
                <c:pt idx="276">
                  <c:v>35451</c:v>
                </c:pt>
                <c:pt idx="277">
                  <c:v>35452</c:v>
                </c:pt>
                <c:pt idx="278">
                  <c:v>35453</c:v>
                </c:pt>
                <c:pt idx="279">
                  <c:v>35454</c:v>
                </c:pt>
                <c:pt idx="280">
                  <c:v>35457</c:v>
                </c:pt>
                <c:pt idx="281">
                  <c:v>35458</c:v>
                </c:pt>
                <c:pt idx="282">
                  <c:v>35459</c:v>
                </c:pt>
                <c:pt idx="283">
                  <c:v>35460</c:v>
                </c:pt>
                <c:pt idx="284">
                  <c:v>35461</c:v>
                </c:pt>
                <c:pt idx="285">
                  <c:v>35464</c:v>
                </c:pt>
                <c:pt idx="286">
                  <c:v>35465</c:v>
                </c:pt>
                <c:pt idx="287">
                  <c:v>35466</c:v>
                </c:pt>
                <c:pt idx="288">
                  <c:v>35467</c:v>
                </c:pt>
                <c:pt idx="289">
                  <c:v>35468</c:v>
                </c:pt>
                <c:pt idx="290">
                  <c:v>35471</c:v>
                </c:pt>
                <c:pt idx="291">
                  <c:v>35472</c:v>
                </c:pt>
                <c:pt idx="292">
                  <c:v>35473</c:v>
                </c:pt>
                <c:pt idx="293">
                  <c:v>35474</c:v>
                </c:pt>
                <c:pt idx="294">
                  <c:v>35475</c:v>
                </c:pt>
                <c:pt idx="295">
                  <c:v>35478</c:v>
                </c:pt>
                <c:pt idx="296">
                  <c:v>35479</c:v>
                </c:pt>
                <c:pt idx="297">
                  <c:v>35480</c:v>
                </c:pt>
                <c:pt idx="298">
                  <c:v>35481</c:v>
                </c:pt>
                <c:pt idx="299">
                  <c:v>35482</c:v>
                </c:pt>
                <c:pt idx="300">
                  <c:v>35485</c:v>
                </c:pt>
                <c:pt idx="301">
                  <c:v>35486</c:v>
                </c:pt>
                <c:pt idx="302">
                  <c:v>35487</c:v>
                </c:pt>
                <c:pt idx="303">
                  <c:v>35488</c:v>
                </c:pt>
                <c:pt idx="304">
                  <c:v>35489</c:v>
                </c:pt>
                <c:pt idx="305">
                  <c:v>35492</c:v>
                </c:pt>
                <c:pt idx="306">
                  <c:v>35493</c:v>
                </c:pt>
                <c:pt idx="307">
                  <c:v>35494</c:v>
                </c:pt>
                <c:pt idx="308">
                  <c:v>35495</c:v>
                </c:pt>
                <c:pt idx="309">
                  <c:v>35496</c:v>
                </c:pt>
                <c:pt idx="310">
                  <c:v>35499</c:v>
                </c:pt>
                <c:pt idx="311">
                  <c:v>35500</c:v>
                </c:pt>
                <c:pt idx="312">
                  <c:v>35501</c:v>
                </c:pt>
                <c:pt idx="313">
                  <c:v>35502</c:v>
                </c:pt>
                <c:pt idx="314">
                  <c:v>35503</c:v>
                </c:pt>
                <c:pt idx="315">
                  <c:v>35506</c:v>
                </c:pt>
                <c:pt idx="316">
                  <c:v>35507</c:v>
                </c:pt>
                <c:pt idx="317">
                  <c:v>35508</c:v>
                </c:pt>
                <c:pt idx="318">
                  <c:v>35509</c:v>
                </c:pt>
                <c:pt idx="319">
                  <c:v>35510</c:v>
                </c:pt>
                <c:pt idx="320">
                  <c:v>35513</c:v>
                </c:pt>
                <c:pt idx="321">
                  <c:v>35514</c:v>
                </c:pt>
                <c:pt idx="322">
                  <c:v>35515</c:v>
                </c:pt>
                <c:pt idx="323">
                  <c:v>35516</c:v>
                </c:pt>
                <c:pt idx="324">
                  <c:v>35517</c:v>
                </c:pt>
                <c:pt idx="325">
                  <c:v>35520</c:v>
                </c:pt>
                <c:pt idx="326">
                  <c:v>35521</c:v>
                </c:pt>
                <c:pt idx="327">
                  <c:v>35522</c:v>
                </c:pt>
                <c:pt idx="328">
                  <c:v>35523</c:v>
                </c:pt>
                <c:pt idx="329">
                  <c:v>35524</c:v>
                </c:pt>
                <c:pt idx="330">
                  <c:v>35527</c:v>
                </c:pt>
                <c:pt idx="331">
                  <c:v>35528</c:v>
                </c:pt>
                <c:pt idx="332">
                  <c:v>35529</c:v>
                </c:pt>
                <c:pt idx="333">
                  <c:v>35530</c:v>
                </c:pt>
                <c:pt idx="334">
                  <c:v>35531</c:v>
                </c:pt>
                <c:pt idx="335">
                  <c:v>35534</c:v>
                </c:pt>
                <c:pt idx="336">
                  <c:v>35535</c:v>
                </c:pt>
                <c:pt idx="337">
                  <c:v>35536</c:v>
                </c:pt>
                <c:pt idx="338">
                  <c:v>35537</c:v>
                </c:pt>
                <c:pt idx="339">
                  <c:v>35538</c:v>
                </c:pt>
                <c:pt idx="340">
                  <c:v>35541</c:v>
                </c:pt>
                <c:pt idx="341">
                  <c:v>35542</c:v>
                </c:pt>
                <c:pt idx="342">
                  <c:v>35543</c:v>
                </c:pt>
                <c:pt idx="343">
                  <c:v>35544</c:v>
                </c:pt>
                <c:pt idx="344">
                  <c:v>35545</c:v>
                </c:pt>
                <c:pt idx="345">
                  <c:v>35548</c:v>
                </c:pt>
                <c:pt idx="346">
                  <c:v>35549</c:v>
                </c:pt>
                <c:pt idx="347">
                  <c:v>35550</c:v>
                </c:pt>
                <c:pt idx="348">
                  <c:v>35551</c:v>
                </c:pt>
                <c:pt idx="349">
                  <c:v>35552</c:v>
                </c:pt>
                <c:pt idx="350">
                  <c:v>35555</c:v>
                </c:pt>
                <c:pt idx="351">
                  <c:v>35556</c:v>
                </c:pt>
                <c:pt idx="352">
                  <c:v>35557</c:v>
                </c:pt>
                <c:pt idx="353">
                  <c:v>35558</c:v>
                </c:pt>
                <c:pt idx="354">
                  <c:v>35559</c:v>
                </c:pt>
                <c:pt idx="355">
                  <c:v>35562</c:v>
                </c:pt>
                <c:pt idx="356">
                  <c:v>35563</c:v>
                </c:pt>
                <c:pt idx="357">
                  <c:v>35564</c:v>
                </c:pt>
                <c:pt idx="358">
                  <c:v>35565</c:v>
                </c:pt>
                <c:pt idx="359">
                  <c:v>35566</c:v>
                </c:pt>
                <c:pt idx="360">
                  <c:v>35569</c:v>
                </c:pt>
                <c:pt idx="361">
                  <c:v>35570</c:v>
                </c:pt>
                <c:pt idx="362">
                  <c:v>35571</c:v>
                </c:pt>
                <c:pt idx="363">
                  <c:v>35572</c:v>
                </c:pt>
                <c:pt idx="364">
                  <c:v>35573</c:v>
                </c:pt>
                <c:pt idx="365">
                  <c:v>35576</c:v>
                </c:pt>
                <c:pt idx="366">
                  <c:v>35577</c:v>
                </c:pt>
                <c:pt idx="367">
                  <c:v>35578</c:v>
                </c:pt>
                <c:pt idx="368">
                  <c:v>35579</c:v>
                </c:pt>
                <c:pt idx="369">
                  <c:v>35580</c:v>
                </c:pt>
                <c:pt idx="370">
                  <c:v>35583</c:v>
                </c:pt>
                <c:pt idx="371">
                  <c:v>35584</c:v>
                </c:pt>
                <c:pt idx="372">
                  <c:v>35585</c:v>
                </c:pt>
                <c:pt idx="373">
                  <c:v>35586</c:v>
                </c:pt>
                <c:pt idx="374">
                  <c:v>35587</c:v>
                </c:pt>
                <c:pt idx="375">
                  <c:v>35590</c:v>
                </c:pt>
                <c:pt idx="376">
                  <c:v>35591</c:v>
                </c:pt>
                <c:pt idx="377">
                  <c:v>35592</c:v>
                </c:pt>
                <c:pt idx="378">
                  <c:v>35593</c:v>
                </c:pt>
                <c:pt idx="379">
                  <c:v>35594</c:v>
                </c:pt>
                <c:pt idx="380">
                  <c:v>35597</c:v>
                </c:pt>
                <c:pt idx="381">
                  <c:v>35598</c:v>
                </c:pt>
                <c:pt idx="382">
                  <c:v>35599</c:v>
                </c:pt>
                <c:pt idx="383">
                  <c:v>35600</c:v>
                </c:pt>
                <c:pt idx="384">
                  <c:v>35601</c:v>
                </c:pt>
                <c:pt idx="385">
                  <c:v>35604</c:v>
                </c:pt>
                <c:pt idx="386">
                  <c:v>35605</c:v>
                </c:pt>
                <c:pt idx="387">
                  <c:v>35606</c:v>
                </c:pt>
                <c:pt idx="388">
                  <c:v>35607</c:v>
                </c:pt>
                <c:pt idx="389">
                  <c:v>35608</c:v>
                </c:pt>
                <c:pt idx="390">
                  <c:v>35611</c:v>
                </c:pt>
                <c:pt idx="391">
                  <c:v>35612</c:v>
                </c:pt>
                <c:pt idx="392">
                  <c:v>35613</c:v>
                </c:pt>
                <c:pt idx="393">
                  <c:v>35614</c:v>
                </c:pt>
                <c:pt idx="394">
                  <c:v>35615</c:v>
                </c:pt>
                <c:pt idx="395">
                  <c:v>35618</c:v>
                </c:pt>
                <c:pt idx="396">
                  <c:v>35619</c:v>
                </c:pt>
                <c:pt idx="397">
                  <c:v>35620</c:v>
                </c:pt>
                <c:pt idx="398">
                  <c:v>35621</c:v>
                </c:pt>
                <c:pt idx="399">
                  <c:v>35622</c:v>
                </c:pt>
                <c:pt idx="400">
                  <c:v>35625</c:v>
                </c:pt>
                <c:pt idx="401">
                  <c:v>35626</c:v>
                </c:pt>
                <c:pt idx="402">
                  <c:v>35627</c:v>
                </c:pt>
                <c:pt idx="403">
                  <c:v>35628</c:v>
                </c:pt>
                <c:pt idx="404">
                  <c:v>35629</c:v>
                </c:pt>
                <c:pt idx="405">
                  <c:v>35632</c:v>
                </c:pt>
                <c:pt idx="406">
                  <c:v>35633</c:v>
                </c:pt>
                <c:pt idx="407">
                  <c:v>35634</c:v>
                </c:pt>
                <c:pt idx="408">
                  <c:v>35635</c:v>
                </c:pt>
                <c:pt idx="409">
                  <c:v>35636</c:v>
                </c:pt>
                <c:pt idx="410">
                  <c:v>35639</c:v>
                </c:pt>
                <c:pt idx="411">
                  <c:v>35640</c:v>
                </c:pt>
                <c:pt idx="412">
                  <c:v>35641</c:v>
                </c:pt>
                <c:pt idx="413">
                  <c:v>35642</c:v>
                </c:pt>
                <c:pt idx="414">
                  <c:v>35643</c:v>
                </c:pt>
                <c:pt idx="415">
                  <c:v>35646</c:v>
                </c:pt>
                <c:pt idx="416">
                  <c:v>35647</c:v>
                </c:pt>
                <c:pt idx="417">
                  <c:v>35648</c:v>
                </c:pt>
                <c:pt idx="418">
                  <c:v>35649</c:v>
                </c:pt>
                <c:pt idx="419">
                  <c:v>35650</c:v>
                </c:pt>
                <c:pt idx="420">
                  <c:v>35653</c:v>
                </c:pt>
                <c:pt idx="421">
                  <c:v>35654</c:v>
                </c:pt>
                <c:pt idx="422">
                  <c:v>35655</c:v>
                </c:pt>
                <c:pt idx="423">
                  <c:v>35656</c:v>
                </c:pt>
                <c:pt idx="424">
                  <c:v>35657</c:v>
                </c:pt>
                <c:pt idx="425">
                  <c:v>35660</c:v>
                </c:pt>
                <c:pt idx="426">
                  <c:v>35661</c:v>
                </c:pt>
                <c:pt idx="427">
                  <c:v>35662</c:v>
                </c:pt>
                <c:pt idx="428">
                  <c:v>35663</c:v>
                </c:pt>
                <c:pt idx="429">
                  <c:v>35664</c:v>
                </c:pt>
                <c:pt idx="430">
                  <c:v>35667</c:v>
                </c:pt>
                <c:pt idx="431">
                  <c:v>35668</c:v>
                </c:pt>
                <c:pt idx="432">
                  <c:v>35669</c:v>
                </c:pt>
                <c:pt idx="433">
                  <c:v>35670</c:v>
                </c:pt>
                <c:pt idx="434">
                  <c:v>35671</c:v>
                </c:pt>
                <c:pt idx="435">
                  <c:v>35674</c:v>
                </c:pt>
                <c:pt idx="436">
                  <c:v>35675</c:v>
                </c:pt>
                <c:pt idx="437">
                  <c:v>35676</c:v>
                </c:pt>
                <c:pt idx="438">
                  <c:v>35677</c:v>
                </c:pt>
                <c:pt idx="439">
                  <c:v>35678</c:v>
                </c:pt>
                <c:pt idx="440">
                  <c:v>35681</c:v>
                </c:pt>
                <c:pt idx="441">
                  <c:v>35682</c:v>
                </c:pt>
                <c:pt idx="442">
                  <c:v>35683</c:v>
                </c:pt>
                <c:pt idx="443">
                  <c:v>35684</c:v>
                </c:pt>
                <c:pt idx="444">
                  <c:v>35685</c:v>
                </c:pt>
                <c:pt idx="445">
                  <c:v>35688</c:v>
                </c:pt>
                <c:pt idx="446">
                  <c:v>35689</c:v>
                </c:pt>
                <c:pt idx="447">
                  <c:v>35690</c:v>
                </c:pt>
                <c:pt idx="448">
                  <c:v>35691</c:v>
                </c:pt>
                <c:pt idx="449">
                  <c:v>35692</c:v>
                </c:pt>
                <c:pt idx="450">
                  <c:v>35695</c:v>
                </c:pt>
                <c:pt idx="451">
                  <c:v>35696</c:v>
                </c:pt>
                <c:pt idx="452">
                  <c:v>35697</c:v>
                </c:pt>
                <c:pt idx="453">
                  <c:v>35698</c:v>
                </c:pt>
                <c:pt idx="454">
                  <c:v>35699</c:v>
                </c:pt>
                <c:pt idx="455">
                  <c:v>35702</c:v>
                </c:pt>
                <c:pt idx="456">
                  <c:v>35703</c:v>
                </c:pt>
                <c:pt idx="457">
                  <c:v>35704</c:v>
                </c:pt>
                <c:pt idx="458">
                  <c:v>35705</c:v>
                </c:pt>
                <c:pt idx="459">
                  <c:v>35706</c:v>
                </c:pt>
                <c:pt idx="460">
                  <c:v>35709</c:v>
                </c:pt>
                <c:pt idx="461">
                  <c:v>35710</c:v>
                </c:pt>
                <c:pt idx="462">
                  <c:v>35711</c:v>
                </c:pt>
                <c:pt idx="463">
                  <c:v>35712</c:v>
                </c:pt>
                <c:pt idx="464">
                  <c:v>35713</c:v>
                </c:pt>
                <c:pt idx="465">
                  <c:v>35716</c:v>
                </c:pt>
                <c:pt idx="466">
                  <c:v>35717</c:v>
                </c:pt>
                <c:pt idx="467">
                  <c:v>35718</c:v>
                </c:pt>
                <c:pt idx="468">
                  <c:v>35719</c:v>
                </c:pt>
                <c:pt idx="469">
                  <c:v>35720</c:v>
                </c:pt>
                <c:pt idx="470">
                  <c:v>35723</c:v>
                </c:pt>
                <c:pt idx="471">
                  <c:v>35724</c:v>
                </c:pt>
                <c:pt idx="472">
                  <c:v>35725</c:v>
                </c:pt>
                <c:pt idx="473">
                  <c:v>35726</c:v>
                </c:pt>
                <c:pt idx="474">
                  <c:v>35727</c:v>
                </c:pt>
                <c:pt idx="475">
                  <c:v>35730</c:v>
                </c:pt>
                <c:pt idx="476">
                  <c:v>35731</c:v>
                </c:pt>
                <c:pt idx="477">
                  <c:v>35732</c:v>
                </c:pt>
                <c:pt idx="478">
                  <c:v>35733</c:v>
                </c:pt>
                <c:pt idx="479">
                  <c:v>35734</c:v>
                </c:pt>
                <c:pt idx="480">
                  <c:v>35737</c:v>
                </c:pt>
                <c:pt idx="481">
                  <c:v>35738</c:v>
                </c:pt>
                <c:pt idx="482">
                  <c:v>35739</c:v>
                </c:pt>
                <c:pt idx="483">
                  <c:v>35740</c:v>
                </c:pt>
                <c:pt idx="484">
                  <c:v>35741</c:v>
                </c:pt>
                <c:pt idx="485">
                  <c:v>35744</c:v>
                </c:pt>
                <c:pt idx="486">
                  <c:v>35745</c:v>
                </c:pt>
                <c:pt idx="487">
                  <c:v>35746</c:v>
                </c:pt>
                <c:pt idx="488">
                  <c:v>35747</c:v>
                </c:pt>
                <c:pt idx="489">
                  <c:v>35748</c:v>
                </c:pt>
                <c:pt idx="490">
                  <c:v>35751</c:v>
                </c:pt>
                <c:pt idx="491">
                  <c:v>35752</c:v>
                </c:pt>
                <c:pt idx="492">
                  <c:v>35753</c:v>
                </c:pt>
                <c:pt idx="493">
                  <c:v>35754</c:v>
                </c:pt>
                <c:pt idx="494">
                  <c:v>35755</c:v>
                </c:pt>
                <c:pt idx="495">
                  <c:v>35758</c:v>
                </c:pt>
                <c:pt idx="496">
                  <c:v>35759</c:v>
                </c:pt>
                <c:pt idx="497">
                  <c:v>35760</c:v>
                </c:pt>
                <c:pt idx="498">
                  <c:v>35761</c:v>
                </c:pt>
                <c:pt idx="499">
                  <c:v>35762</c:v>
                </c:pt>
                <c:pt idx="500">
                  <c:v>35765</c:v>
                </c:pt>
                <c:pt idx="501">
                  <c:v>35766</c:v>
                </c:pt>
                <c:pt idx="502">
                  <c:v>35767</c:v>
                </c:pt>
                <c:pt idx="503">
                  <c:v>35768</c:v>
                </c:pt>
                <c:pt idx="504">
                  <c:v>35769</c:v>
                </c:pt>
                <c:pt idx="505">
                  <c:v>35772</c:v>
                </c:pt>
                <c:pt idx="506">
                  <c:v>35773</c:v>
                </c:pt>
                <c:pt idx="507">
                  <c:v>35774</c:v>
                </c:pt>
                <c:pt idx="508">
                  <c:v>35775</c:v>
                </c:pt>
                <c:pt idx="509">
                  <c:v>35776</c:v>
                </c:pt>
                <c:pt idx="510">
                  <c:v>35779</c:v>
                </c:pt>
                <c:pt idx="511">
                  <c:v>35780</c:v>
                </c:pt>
                <c:pt idx="512">
                  <c:v>35781</c:v>
                </c:pt>
                <c:pt idx="513">
                  <c:v>35782</c:v>
                </c:pt>
                <c:pt idx="514">
                  <c:v>35783</c:v>
                </c:pt>
                <c:pt idx="515">
                  <c:v>35786</c:v>
                </c:pt>
                <c:pt idx="516">
                  <c:v>35787</c:v>
                </c:pt>
                <c:pt idx="517">
                  <c:v>35788</c:v>
                </c:pt>
                <c:pt idx="518">
                  <c:v>35789</c:v>
                </c:pt>
                <c:pt idx="519">
                  <c:v>35790</c:v>
                </c:pt>
                <c:pt idx="520">
                  <c:v>35793</c:v>
                </c:pt>
                <c:pt idx="521">
                  <c:v>35794</c:v>
                </c:pt>
                <c:pt idx="522">
                  <c:v>35795</c:v>
                </c:pt>
                <c:pt idx="523">
                  <c:v>35796</c:v>
                </c:pt>
                <c:pt idx="524">
                  <c:v>35797</c:v>
                </c:pt>
                <c:pt idx="525">
                  <c:v>35800</c:v>
                </c:pt>
                <c:pt idx="526">
                  <c:v>35801</c:v>
                </c:pt>
                <c:pt idx="527">
                  <c:v>35802</c:v>
                </c:pt>
                <c:pt idx="528">
                  <c:v>35803</c:v>
                </c:pt>
                <c:pt idx="529">
                  <c:v>35804</c:v>
                </c:pt>
                <c:pt idx="530">
                  <c:v>35807</c:v>
                </c:pt>
                <c:pt idx="531">
                  <c:v>35808</c:v>
                </c:pt>
                <c:pt idx="532">
                  <c:v>35809</c:v>
                </c:pt>
                <c:pt idx="533">
                  <c:v>35810</c:v>
                </c:pt>
                <c:pt idx="534">
                  <c:v>35811</c:v>
                </c:pt>
                <c:pt idx="535">
                  <c:v>35814</c:v>
                </c:pt>
                <c:pt idx="536">
                  <c:v>35815</c:v>
                </c:pt>
                <c:pt idx="537">
                  <c:v>35816</c:v>
                </c:pt>
                <c:pt idx="538">
                  <c:v>35817</c:v>
                </c:pt>
                <c:pt idx="539">
                  <c:v>35818</c:v>
                </c:pt>
                <c:pt idx="540">
                  <c:v>35821</c:v>
                </c:pt>
                <c:pt idx="541">
                  <c:v>35822</c:v>
                </c:pt>
                <c:pt idx="542">
                  <c:v>35823</c:v>
                </c:pt>
                <c:pt idx="543">
                  <c:v>35824</c:v>
                </c:pt>
                <c:pt idx="544">
                  <c:v>35825</c:v>
                </c:pt>
                <c:pt idx="545">
                  <c:v>35828</c:v>
                </c:pt>
                <c:pt idx="546">
                  <c:v>35829</c:v>
                </c:pt>
                <c:pt idx="547">
                  <c:v>35830</c:v>
                </c:pt>
                <c:pt idx="548">
                  <c:v>35831</c:v>
                </c:pt>
                <c:pt idx="549">
                  <c:v>35832</c:v>
                </c:pt>
                <c:pt idx="550">
                  <c:v>35835</c:v>
                </c:pt>
                <c:pt idx="551">
                  <c:v>35836</c:v>
                </c:pt>
                <c:pt idx="552">
                  <c:v>35837</c:v>
                </c:pt>
                <c:pt idx="553">
                  <c:v>35838</c:v>
                </c:pt>
                <c:pt idx="554">
                  <c:v>35839</c:v>
                </c:pt>
                <c:pt idx="555">
                  <c:v>35842</c:v>
                </c:pt>
                <c:pt idx="556">
                  <c:v>35843</c:v>
                </c:pt>
                <c:pt idx="557">
                  <c:v>35844</c:v>
                </c:pt>
                <c:pt idx="558">
                  <c:v>35845</c:v>
                </c:pt>
                <c:pt idx="559">
                  <c:v>35846</c:v>
                </c:pt>
                <c:pt idx="560">
                  <c:v>35849</c:v>
                </c:pt>
                <c:pt idx="561">
                  <c:v>35850</c:v>
                </c:pt>
                <c:pt idx="562">
                  <c:v>35851</c:v>
                </c:pt>
                <c:pt idx="563">
                  <c:v>35852</c:v>
                </c:pt>
                <c:pt idx="564">
                  <c:v>35853</c:v>
                </c:pt>
                <c:pt idx="565">
                  <c:v>35856</c:v>
                </c:pt>
                <c:pt idx="566">
                  <c:v>35857</c:v>
                </c:pt>
                <c:pt idx="567">
                  <c:v>35858</c:v>
                </c:pt>
                <c:pt idx="568">
                  <c:v>35859</c:v>
                </c:pt>
                <c:pt idx="569">
                  <c:v>35860</c:v>
                </c:pt>
                <c:pt idx="570">
                  <c:v>35863</c:v>
                </c:pt>
                <c:pt idx="571">
                  <c:v>35864</c:v>
                </c:pt>
                <c:pt idx="572">
                  <c:v>35865</c:v>
                </c:pt>
                <c:pt idx="573">
                  <c:v>35866</c:v>
                </c:pt>
                <c:pt idx="574">
                  <c:v>35867</c:v>
                </c:pt>
                <c:pt idx="575">
                  <c:v>35870</c:v>
                </c:pt>
                <c:pt idx="576">
                  <c:v>35871</c:v>
                </c:pt>
                <c:pt idx="577">
                  <c:v>35872</c:v>
                </c:pt>
                <c:pt idx="578">
                  <c:v>35873</c:v>
                </c:pt>
                <c:pt idx="579">
                  <c:v>35874</c:v>
                </c:pt>
                <c:pt idx="580">
                  <c:v>35877</c:v>
                </c:pt>
                <c:pt idx="581">
                  <c:v>35878</c:v>
                </c:pt>
                <c:pt idx="582">
                  <c:v>35879</c:v>
                </c:pt>
                <c:pt idx="583">
                  <c:v>35880</c:v>
                </c:pt>
                <c:pt idx="584">
                  <c:v>35881</c:v>
                </c:pt>
                <c:pt idx="585">
                  <c:v>35884</c:v>
                </c:pt>
                <c:pt idx="586">
                  <c:v>35885</c:v>
                </c:pt>
                <c:pt idx="587">
                  <c:v>35886</c:v>
                </c:pt>
                <c:pt idx="588">
                  <c:v>35887</c:v>
                </c:pt>
                <c:pt idx="589">
                  <c:v>35888</c:v>
                </c:pt>
                <c:pt idx="590">
                  <c:v>35891</c:v>
                </c:pt>
                <c:pt idx="591">
                  <c:v>35892</c:v>
                </c:pt>
                <c:pt idx="592">
                  <c:v>35893</c:v>
                </c:pt>
                <c:pt idx="593">
                  <c:v>35894</c:v>
                </c:pt>
                <c:pt idx="594">
                  <c:v>35895</c:v>
                </c:pt>
                <c:pt idx="595">
                  <c:v>35898</c:v>
                </c:pt>
                <c:pt idx="596">
                  <c:v>35899</c:v>
                </c:pt>
                <c:pt idx="597">
                  <c:v>35900</c:v>
                </c:pt>
                <c:pt idx="598">
                  <c:v>35901</c:v>
                </c:pt>
                <c:pt idx="599">
                  <c:v>35902</c:v>
                </c:pt>
                <c:pt idx="600">
                  <c:v>35905</c:v>
                </c:pt>
                <c:pt idx="601">
                  <c:v>35906</c:v>
                </c:pt>
                <c:pt idx="602">
                  <c:v>35907</c:v>
                </c:pt>
                <c:pt idx="603">
                  <c:v>35908</c:v>
                </c:pt>
                <c:pt idx="604">
                  <c:v>35909</c:v>
                </c:pt>
                <c:pt idx="605">
                  <c:v>35912</c:v>
                </c:pt>
                <c:pt idx="606">
                  <c:v>35913</c:v>
                </c:pt>
                <c:pt idx="607">
                  <c:v>35914</c:v>
                </c:pt>
                <c:pt idx="608">
                  <c:v>35915</c:v>
                </c:pt>
                <c:pt idx="609">
                  <c:v>35916</c:v>
                </c:pt>
                <c:pt idx="610">
                  <c:v>35919</c:v>
                </c:pt>
                <c:pt idx="611">
                  <c:v>35920</c:v>
                </c:pt>
                <c:pt idx="612">
                  <c:v>35921</c:v>
                </c:pt>
                <c:pt idx="613">
                  <c:v>35922</c:v>
                </c:pt>
                <c:pt idx="614">
                  <c:v>35923</c:v>
                </c:pt>
                <c:pt idx="615">
                  <c:v>35926</c:v>
                </c:pt>
                <c:pt idx="616">
                  <c:v>35927</c:v>
                </c:pt>
                <c:pt idx="617">
                  <c:v>35928</c:v>
                </c:pt>
                <c:pt idx="618">
                  <c:v>35929</c:v>
                </c:pt>
                <c:pt idx="619">
                  <c:v>35930</c:v>
                </c:pt>
                <c:pt idx="620">
                  <c:v>35933</c:v>
                </c:pt>
                <c:pt idx="621">
                  <c:v>35934</c:v>
                </c:pt>
                <c:pt idx="622">
                  <c:v>35935</c:v>
                </c:pt>
                <c:pt idx="623">
                  <c:v>35936</c:v>
                </c:pt>
                <c:pt idx="624">
                  <c:v>35937</c:v>
                </c:pt>
                <c:pt idx="625">
                  <c:v>35940</c:v>
                </c:pt>
                <c:pt idx="626">
                  <c:v>35941</c:v>
                </c:pt>
                <c:pt idx="627">
                  <c:v>35942</c:v>
                </c:pt>
                <c:pt idx="628">
                  <c:v>35943</c:v>
                </c:pt>
                <c:pt idx="629">
                  <c:v>35944</c:v>
                </c:pt>
                <c:pt idx="630">
                  <c:v>35947</c:v>
                </c:pt>
                <c:pt idx="631">
                  <c:v>35948</c:v>
                </c:pt>
                <c:pt idx="632">
                  <c:v>35949</c:v>
                </c:pt>
                <c:pt idx="633">
                  <c:v>35950</c:v>
                </c:pt>
                <c:pt idx="634">
                  <c:v>35951</c:v>
                </c:pt>
                <c:pt idx="635">
                  <c:v>35954</c:v>
                </c:pt>
                <c:pt idx="636">
                  <c:v>35955</c:v>
                </c:pt>
                <c:pt idx="637">
                  <c:v>35956</c:v>
                </c:pt>
                <c:pt idx="638">
                  <c:v>35957</c:v>
                </c:pt>
                <c:pt idx="639">
                  <c:v>35958</c:v>
                </c:pt>
                <c:pt idx="640">
                  <c:v>35961</c:v>
                </c:pt>
                <c:pt idx="641">
                  <c:v>35962</c:v>
                </c:pt>
                <c:pt idx="642">
                  <c:v>35963</c:v>
                </c:pt>
                <c:pt idx="643">
                  <c:v>35964</c:v>
                </c:pt>
                <c:pt idx="644">
                  <c:v>35965</c:v>
                </c:pt>
                <c:pt idx="645">
                  <c:v>35968</c:v>
                </c:pt>
                <c:pt idx="646">
                  <c:v>35969</c:v>
                </c:pt>
                <c:pt idx="647">
                  <c:v>35970</c:v>
                </c:pt>
                <c:pt idx="648">
                  <c:v>35971</c:v>
                </c:pt>
                <c:pt idx="649">
                  <c:v>35972</c:v>
                </c:pt>
                <c:pt idx="650">
                  <c:v>35975</c:v>
                </c:pt>
                <c:pt idx="651">
                  <c:v>35976</c:v>
                </c:pt>
                <c:pt idx="652">
                  <c:v>35977</c:v>
                </c:pt>
                <c:pt idx="653">
                  <c:v>35978</c:v>
                </c:pt>
                <c:pt idx="654">
                  <c:v>35979</c:v>
                </c:pt>
                <c:pt idx="655">
                  <c:v>35982</c:v>
                </c:pt>
                <c:pt idx="656">
                  <c:v>35983</c:v>
                </c:pt>
                <c:pt idx="657">
                  <c:v>35984</c:v>
                </c:pt>
                <c:pt idx="658">
                  <c:v>35985</c:v>
                </c:pt>
                <c:pt idx="659">
                  <c:v>35986</c:v>
                </c:pt>
                <c:pt idx="660">
                  <c:v>35989</c:v>
                </c:pt>
                <c:pt idx="661">
                  <c:v>35990</c:v>
                </c:pt>
                <c:pt idx="662">
                  <c:v>35991</c:v>
                </c:pt>
                <c:pt idx="663">
                  <c:v>35992</c:v>
                </c:pt>
                <c:pt idx="664">
                  <c:v>35993</c:v>
                </c:pt>
                <c:pt idx="665">
                  <c:v>35996</c:v>
                </c:pt>
                <c:pt idx="666">
                  <c:v>35997</c:v>
                </c:pt>
                <c:pt idx="667">
                  <c:v>35998</c:v>
                </c:pt>
                <c:pt idx="668">
                  <c:v>35999</c:v>
                </c:pt>
                <c:pt idx="669">
                  <c:v>36000</c:v>
                </c:pt>
                <c:pt idx="670">
                  <c:v>36003</c:v>
                </c:pt>
                <c:pt idx="671">
                  <c:v>36004</c:v>
                </c:pt>
                <c:pt idx="672">
                  <c:v>36005</c:v>
                </c:pt>
                <c:pt idx="673">
                  <c:v>36006</c:v>
                </c:pt>
                <c:pt idx="674">
                  <c:v>36007</c:v>
                </c:pt>
                <c:pt idx="675">
                  <c:v>36010</c:v>
                </c:pt>
                <c:pt idx="676">
                  <c:v>36011</c:v>
                </c:pt>
                <c:pt idx="677">
                  <c:v>36012</c:v>
                </c:pt>
                <c:pt idx="678">
                  <c:v>36013</c:v>
                </c:pt>
                <c:pt idx="679">
                  <c:v>36014</c:v>
                </c:pt>
                <c:pt idx="680">
                  <c:v>36017</c:v>
                </c:pt>
                <c:pt idx="681">
                  <c:v>36018</c:v>
                </c:pt>
                <c:pt idx="682">
                  <c:v>36019</c:v>
                </c:pt>
                <c:pt idx="683">
                  <c:v>36020</c:v>
                </c:pt>
                <c:pt idx="684">
                  <c:v>36021</c:v>
                </c:pt>
                <c:pt idx="685">
                  <c:v>36024</c:v>
                </c:pt>
                <c:pt idx="686">
                  <c:v>36025</c:v>
                </c:pt>
                <c:pt idx="687">
                  <c:v>36026</c:v>
                </c:pt>
                <c:pt idx="688">
                  <c:v>36027</c:v>
                </c:pt>
                <c:pt idx="689">
                  <c:v>36028</c:v>
                </c:pt>
                <c:pt idx="690">
                  <c:v>36031</c:v>
                </c:pt>
                <c:pt idx="691">
                  <c:v>36032</c:v>
                </c:pt>
                <c:pt idx="692">
                  <c:v>36033</c:v>
                </c:pt>
                <c:pt idx="693">
                  <c:v>36034</c:v>
                </c:pt>
                <c:pt idx="694">
                  <c:v>36035</c:v>
                </c:pt>
                <c:pt idx="695">
                  <c:v>36038</c:v>
                </c:pt>
                <c:pt idx="696">
                  <c:v>36039</c:v>
                </c:pt>
                <c:pt idx="697">
                  <c:v>36040</c:v>
                </c:pt>
                <c:pt idx="698">
                  <c:v>36041</c:v>
                </c:pt>
                <c:pt idx="699">
                  <c:v>36042</c:v>
                </c:pt>
                <c:pt idx="700">
                  <c:v>36045</c:v>
                </c:pt>
                <c:pt idx="701">
                  <c:v>36046</c:v>
                </c:pt>
                <c:pt idx="702">
                  <c:v>36047</c:v>
                </c:pt>
                <c:pt idx="703">
                  <c:v>36048</c:v>
                </c:pt>
                <c:pt idx="704">
                  <c:v>36049</c:v>
                </c:pt>
                <c:pt idx="705">
                  <c:v>36052</c:v>
                </c:pt>
                <c:pt idx="706">
                  <c:v>36053</c:v>
                </c:pt>
                <c:pt idx="707">
                  <c:v>36054</c:v>
                </c:pt>
                <c:pt idx="708">
                  <c:v>36055</c:v>
                </c:pt>
                <c:pt idx="709">
                  <c:v>36056</c:v>
                </c:pt>
                <c:pt idx="710">
                  <c:v>36059</c:v>
                </c:pt>
                <c:pt idx="711">
                  <c:v>36060</c:v>
                </c:pt>
                <c:pt idx="712">
                  <c:v>36061</c:v>
                </c:pt>
                <c:pt idx="713">
                  <c:v>36062</c:v>
                </c:pt>
                <c:pt idx="714">
                  <c:v>36063</c:v>
                </c:pt>
                <c:pt idx="715">
                  <c:v>36066</c:v>
                </c:pt>
                <c:pt idx="716">
                  <c:v>36067</c:v>
                </c:pt>
                <c:pt idx="717">
                  <c:v>36068</c:v>
                </c:pt>
                <c:pt idx="718">
                  <c:v>36069</c:v>
                </c:pt>
                <c:pt idx="719">
                  <c:v>36070</c:v>
                </c:pt>
                <c:pt idx="720">
                  <c:v>36073</c:v>
                </c:pt>
                <c:pt idx="721">
                  <c:v>36074</c:v>
                </c:pt>
                <c:pt idx="722">
                  <c:v>36075</c:v>
                </c:pt>
                <c:pt idx="723">
                  <c:v>36076</c:v>
                </c:pt>
                <c:pt idx="724">
                  <c:v>36077</c:v>
                </c:pt>
                <c:pt idx="725">
                  <c:v>36080</c:v>
                </c:pt>
                <c:pt idx="726">
                  <c:v>36081</c:v>
                </c:pt>
                <c:pt idx="727">
                  <c:v>36082</c:v>
                </c:pt>
                <c:pt idx="728">
                  <c:v>36083</c:v>
                </c:pt>
                <c:pt idx="729">
                  <c:v>36084</c:v>
                </c:pt>
                <c:pt idx="730">
                  <c:v>36087</c:v>
                </c:pt>
                <c:pt idx="731">
                  <c:v>36088</c:v>
                </c:pt>
                <c:pt idx="732">
                  <c:v>36089</c:v>
                </c:pt>
                <c:pt idx="733">
                  <c:v>36090</c:v>
                </c:pt>
                <c:pt idx="734">
                  <c:v>36091</c:v>
                </c:pt>
                <c:pt idx="735">
                  <c:v>36094</c:v>
                </c:pt>
                <c:pt idx="736">
                  <c:v>36095</c:v>
                </c:pt>
                <c:pt idx="737">
                  <c:v>36096</c:v>
                </c:pt>
                <c:pt idx="738">
                  <c:v>36097</c:v>
                </c:pt>
                <c:pt idx="739">
                  <c:v>36098</c:v>
                </c:pt>
                <c:pt idx="740">
                  <c:v>36101</c:v>
                </c:pt>
                <c:pt idx="741">
                  <c:v>36102</c:v>
                </c:pt>
                <c:pt idx="742">
                  <c:v>36103</c:v>
                </c:pt>
                <c:pt idx="743">
                  <c:v>36104</c:v>
                </c:pt>
                <c:pt idx="744">
                  <c:v>36105</c:v>
                </c:pt>
                <c:pt idx="745">
                  <c:v>36108</c:v>
                </c:pt>
                <c:pt idx="746">
                  <c:v>36109</c:v>
                </c:pt>
                <c:pt idx="747">
                  <c:v>36110</c:v>
                </c:pt>
                <c:pt idx="748">
                  <c:v>36111</c:v>
                </c:pt>
                <c:pt idx="749">
                  <c:v>36112</c:v>
                </c:pt>
                <c:pt idx="750">
                  <c:v>36115</c:v>
                </c:pt>
                <c:pt idx="751">
                  <c:v>36116</c:v>
                </c:pt>
                <c:pt idx="752">
                  <c:v>36117</c:v>
                </c:pt>
                <c:pt idx="753">
                  <c:v>36118</c:v>
                </c:pt>
                <c:pt idx="754">
                  <c:v>36119</c:v>
                </c:pt>
                <c:pt idx="755">
                  <c:v>36122</c:v>
                </c:pt>
                <c:pt idx="756">
                  <c:v>36123</c:v>
                </c:pt>
                <c:pt idx="757">
                  <c:v>36124</c:v>
                </c:pt>
                <c:pt idx="758">
                  <c:v>36125</c:v>
                </c:pt>
                <c:pt idx="759">
                  <c:v>36126</c:v>
                </c:pt>
                <c:pt idx="760">
                  <c:v>36129</c:v>
                </c:pt>
                <c:pt idx="761">
                  <c:v>36130</c:v>
                </c:pt>
                <c:pt idx="762">
                  <c:v>36131</c:v>
                </c:pt>
                <c:pt idx="763">
                  <c:v>36132</c:v>
                </c:pt>
                <c:pt idx="764">
                  <c:v>36133</c:v>
                </c:pt>
                <c:pt idx="765">
                  <c:v>36136</c:v>
                </c:pt>
                <c:pt idx="766">
                  <c:v>36137</c:v>
                </c:pt>
                <c:pt idx="767">
                  <c:v>36138</c:v>
                </c:pt>
                <c:pt idx="768">
                  <c:v>36139</c:v>
                </c:pt>
                <c:pt idx="769">
                  <c:v>36140</c:v>
                </c:pt>
                <c:pt idx="770">
                  <c:v>36143</c:v>
                </c:pt>
                <c:pt idx="771">
                  <c:v>36144</c:v>
                </c:pt>
                <c:pt idx="772">
                  <c:v>36145</c:v>
                </c:pt>
                <c:pt idx="773">
                  <c:v>36146</c:v>
                </c:pt>
                <c:pt idx="774">
                  <c:v>36147</c:v>
                </c:pt>
                <c:pt idx="775">
                  <c:v>36150</c:v>
                </c:pt>
                <c:pt idx="776">
                  <c:v>36151</c:v>
                </c:pt>
                <c:pt idx="777">
                  <c:v>36152</c:v>
                </c:pt>
                <c:pt idx="778">
                  <c:v>36153</c:v>
                </c:pt>
                <c:pt idx="779">
                  <c:v>36154</c:v>
                </c:pt>
                <c:pt idx="780">
                  <c:v>36157</c:v>
                </c:pt>
                <c:pt idx="781">
                  <c:v>36158</c:v>
                </c:pt>
                <c:pt idx="782">
                  <c:v>36159</c:v>
                </c:pt>
                <c:pt idx="783">
                  <c:v>36160</c:v>
                </c:pt>
                <c:pt idx="784">
                  <c:v>36161</c:v>
                </c:pt>
                <c:pt idx="785">
                  <c:v>36164</c:v>
                </c:pt>
                <c:pt idx="786">
                  <c:v>36165</c:v>
                </c:pt>
                <c:pt idx="787">
                  <c:v>36166</c:v>
                </c:pt>
                <c:pt idx="788">
                  <c:v>36167</c:v>
                </c:pt>
                <c:pt idx="789">
                  <c:v>36168</c:v>
                </c:pt>
                <c:pt idx="790">
                  <c:v>36171</c:v>
                </c:pt>
                <c:pt idx="791">
                  <c:v>36172</c:v>
                </c:pt>
                <c:pt idx="792">
                  <c:v>36173</c:v>
                </c:pt>
                <c:pt idx="793">
                  <c:v>36174</c:v>
                </c:pt>
                <c:pt idx="794">
                  <c:v>36175</c:v>
                </c:pt>
                <c:pt idx="795">
                  <c:v>36178</c:v>
                </c:pt>
                <c:pt idx="796">
                  <c:v>36179</c:v>
                </c:pt>
                <c:pt idx="797">
                  <c:v>36180</c:v>
                </c:pt>
                <c:pt idx="798">
                  <c:v>36181</c:v>
                </c:pt>
                <c:pt idx="799">
                  <c:v>36182</c:v>
                </c:pt>
                <c:pt idx="800">
                  <c:v>36185</c:v>
                </c:pt>
                <c:pt idx="801">
                  <c:v>36186</c:v>
                </c:pt>
                <c:pt idx="802">
                  <c:v>36187</c:v>
                </c:pt>
                <c:pt idx="803">
                  <c:v>36188</c:v>
                </c:pt>
                <c:pt idx="804">
                  <c:v>36189</c:v>
                </c:pt>
                <c:pt idx="805">
                  <c:v>36192</c:v>
                </c:pt>
                <c:pt idx="806">
                  <c:v>36193</c:v>
                </c:pt>
                <c:pt idx="807">
                  <c:v>36194</c:v>
                </c:pt>
                <c:pt idx="808">
                  <c:v>36195</c:v>
                </c:pt>
                <c:pt idx="809">
                  <c:v>36196</c:v>
                </c:pt>
                <c:pt idx="810">
                  <c:v>36199</c:v>
                </c:pt>
                <c:pt idx="811">
                  <c:v>36200</c:v>
                </c:pt>
                <c:pt idx="812">
                  <c:v>36201</c:v>
                </c:pt>
                <c:pt idx="813">
                  <c:v>36202</c:v>
                </c:pt>
                <c:pt idx="814">
                  <c:v>36203</c:v>
                </c:pt>
                <c:pt idx="815">
                  <c:v>36206</c:v>
                </c:pt>
                <c:pt idx="816">
                  <c:v>36207</c:v>
                </c:pt>
                <c:pt idx="817">
                  <c:v>36208</c:v>
                </c:pt>
                <c:pt idx="818">
                  <c:v>36209</c:v>
                </c:pt>
                <c:pt idx="819">
                  <c:v>36210</c:v>
                </c:pt>
                <c:pt idx="820">
                  <c:v>36213</c:v>
                </c:pt>
                <c:pt idx="821">
                  <c:v>36214</c:v>
                </c:pt>
                <c:pt idx="822">
                  <c:v>36215</c:v>
                </c:pt>
                <c:pt idx="823">
                  <c:v>36216</c:v>
                </c:pt>
                <c:pt idx="824">
                  <c:v>36217</c:v>
                </c:pt>
                <c:pt idx="825">
                  <c:v>36220</c:v>
                </c:pt>
                <c:pt idx="826">
                  <c:v>36221</c:v>
                </c:pt>
                <c:pt idx="827">
                  <c:v>36222</c:v>
                </c:pt>
                <c:pt idx="828">
                  <c:v>36223</c:v>
                </c:pt>
                <c:pt idx="829">
                  <c:v>36224</c:v>
                </c:pt>
                <c:pt idx="830">
                  <c:v>36227</c:v>
                </c:pt>
                <c:pt idx="831">
                  <c:v>36228</c:v>
                </c:pt>
                <c:pt idx="832">
                  <c:v>36229</c:v>
                </c:pt>
                <c:pt idx="833">
                  <c:v>36230</c:v>
                </c:pt>
                <c:pt idx="834">
                  <c:v>36231</c:v>
                </c:pt>
                <c:pt idx="835">
                  <c:v>36234</c:v>
                </c:pt>
                <c:pt idx="836">
                  <c:v>36235</c:v>
                </c:pt>
                <c:pt idx="837">
                  <c:v>36236</c:v>
                </c:pt>
                <c:pt idx="838">
                  <c:v>36237</c:v>
                </c:pt>
                <c:pt idx="839">
                  <c:v>36238</c:v>
                </c:pt>
                <c:pt idx="840">
                  <c:v>36241</c:v>
                </c:pt>
                <c:pt idx="841">
                  <c:v>36242</c:v>
                </c:pt>
                <c:pt idx="842">
                  <c:v>36243</c:v>
                </c:pt>
                <c:pt idx="843">
                  <c:v>36244</c:v>
                </c:pt>
                <c:pt idx="844">
                  <c:v>36245</c:v>
                </c:pt>
                <c:pt idx="845">
                  <c:v>36248</c:v>
                </c:pt>
                <c:pt idx="846">
                  <c:v>36249</c:v>
                </c:pt>
                <c:pt idx="847">
                  <c:v>36250</c:v>
                </c:pt>
                <c:pt idx="848">
                  <c:v>36251</c:v>
                </c:pt>
                <c:pt idx="849">
                  <c:v>36252</c:v>
                </c:pt>
                <c:pt idx="850">
                  <c:v>36255</c:v>
                </c:pt>
                <c:pt idx="851">
                  <c:v>36256</c:v>
                </c:pt>
                <c:pt idx="852">
                  <c:v>36257</c:v>
                </c:pt>
                <c:pt idx="853">
                  <c:v>36258</c:v>
                </c:pt>
                <c:pt idx="854">
                  <c:v>36259</c:v>
                </c:pt>
                <c:pt idx="855">
                  <c:v>36262</c:v>
                </c:pt>
                <c:pt idx="856">
                  <c:v>36263</c:v>
                </c:pt>
                <c:pt idx="857">
                  <c:v>36264</c:v>
                </c:pt>
                <c:pt idx="858">
                  <c:v>36265</c:v>
                </c:pt>
                <c:pt idx="859">
                  <c:v>36266</c:v>
                </c:pt>
                <c:pt idx="860">
                  <c:v>36269</c:v>
                </c:pt>
                <c:pt idx="861">
                  <c:v>36270</c:v>
                </c:pt>
                <c:pt idx="862">
                  <c:v>36271</c:v>
                </c:pt>
                <c:pt idx="863">
                  <c:v>36272</c:v>
                </c:pt>
                <c:pt idx="864">
                  <c:v>36273</c:v>
                </c:pt>
                <c:pt idx="865">
                  <c:v>36276</c:v>
                </c:pt>
                <c:pt idx="866">
                  <c:v>36277</c:v>
                </c:pt>
                <c:pt idx="867">
                  <c:v>36278</c:v>
                </c:pt>
                <c:pt idx="868">
                  <c:v>36279</c:v>
                </c:pt>
                <c:pt idx="869">
                  <c:v>36280</c:v>
                </c:pt>
                <c:pt idx="870">
                  <c:v>36283</c:v>
                </c:pt>
                <c:pt idx="871">
                  <c:v>36284</c:v>
                </c:pt>
                <c:pt idx="872">
                  <c:v>36285</c:v>
                </c:pt>
                <c:pt idx="873">
                  <c:v>36286</c:v>
                </c:pt>
                <c:pt idx="874">
                  <c:v>36287</c:v>
                </c:pt>
                <c:pt idx="875">
                  <c:v>36290</c:v>
                </c:pt>
                <c:pt idx="876">
                  <c:v>36291</c:v>
                </c:pt>
                <c:pt idx="877">
                  <c:v>36292</c:v>
                </c:pt>
                <c:pt idx="878">
                  <c:v>36293</c:v>
                </c:pt>
                <c:pt idx="879">
                  <c:v>36294</c:v>
                </c:pt>
                <c:pt idx="880">
                  <c:v>36297</c:v>
                </c:pt>
                <c:pt idx="881">
                  <c:v>36298</c:v>
                </c:pt>
                <c:pt idx="882">
                  <c:v>36299</c:v>
                </c:pt>
                <c:pt idx="883">
                  <c:v>36300</c:v>
                </c:pt>
                <c:pt idx="884">
                  <c:v>36301</c:v>
                </c:pt>
                <c:pt idx="885">
                  <c:v>36304</c:v>
                </c:pt>
                <c:pt idx="886">
                  <c:v>36305</c:v>
                </c:pt>
                <c:pt idx="887">
                  <c:v>36306</c:v>
                </c:pt>
                <c:pt idx="888">
                  <c:v>36307</c:v>
                </c:pt>
                <c:pt idx="889">
                  <c:v>36308</c:v>
                </c:pt>
                <c:pt idx="890">
                  <c:v>36311</c:v>
                </c:pt>
                <c:pt idx="891">
                  <c:v>36312</c:v>
                </c:pt>
                <c:pt idx="892">
                  <c:v>36313</c:v>
                </c:pt>
                <c:pt idx="893">
                  <c:v>36314</c:v>
                </c:pt>
                <c:pt idx="894">
                  <c:v>36315</c:v>
                </c:pt>
                <c:pt idx="895">
                  <c:v>36318</c:v>
                </c:pt>
                <c:pt idx="896">
                  <c:v>36319</c:v>
                </c:pt>
                <c:pt idx="897">
                  <c:v>36320</c:v>
                </c:pt>
                <c:pt idx="898">
                  <c:v>36321</c:v>
                </c:pt>
                <c:pt idx="899">
                  <c:v>36322</c:v>
                </c:pt>
                <c:pt idx="900">
                  <c:v>36325</c:v>
                </c:pt>
                <c:pt idx="901">
                  <c:v>36326</c:v>
                </c:pt>
                <c:pt idx="902">
                  <c:v>36327</c:v>
                </c:pt>
                <c:pt idx="903">
                  <c:v>36328</c:v>
                </c:pt>
                <c:pt idx="904">
                  <c:v>36329</c:v>
                </c:pt>
                <c:pt idx="905">
                  <c:v>36332</c:v>
                </c:pt>
                <c:pt idx="906">
                  <c:v>36333</c:v>
                </c:pt>
                <c:pt idx="907">
                  <c:v>36334</c:v>
                </c:pt>
                <c:pt idx="908">
                  <c:v>36335</c:v>
                </c:pt>
                <c:pt idx="909">
                  <c:v>36336</c:v>
                </c:pt>
                <c:pt idx="910">
                  <c:v>36339</c:v>
                </c:pt>
                <c:pt idx="911">
                  <c:v>36340</c:v>
                </c:pt>
                <c:pt idx="912">
                  <c:v>36341</c:v>
                </c:pt>
                <c:pt idx="913">
                  <c:v>36342</c:v>
                </c:pt>
                <c:pt idx="914">
                  <c:v>36343</c:v>
                </c:pt>
                <c:pt idx="915">
                  <c:v>36346</c:v>
                </c:pt>
                <c:pt idx="916">
                  <c:v>36347</c:v>
                </c:pt>
                <c:pt idx="917">
                  <c:v>36348</c:v>
                </c:pt>
                <c:pt idx="918">
                  <c:v>36349</c:v>
                </c:pt>
                <c:pt idx="919">
                  <c:v>36350</c:v>
                </c:pt>
                <c:pt idx="920">
                  <c:v>36353</c:v>
                </c:pt>
                <c:pt idx="921">
                  <c:v>36354</c:v>
                </c:pt>
                <c:pt idx="922">
                  <c:v>36355</c:v>
                </c:pt>
                <c:pt idx="923">
                  <c:v>36356</c:v>
                </c:pt>
                <c:pt idx="924">
                  <c:v>36357</c:v>
                </c:pt>
                <c:pt idx="925">
                  <c:v>36360</c:v>
                </c:pt>
                <c:pt idx="926">
                  <c:v>36361</c:v>
                </c:pt>
                <c:pt idx="927">
                  <c:v>36362</c:v>
                </c:pt>
                <c:pt idx="928">
                  <c:v>36363</c:v>
                </c:pt>
                <c:pt idx="929">
                  <c:v>36364</c:v>
                </c:pt>
                <c:pt idx="930">
                  <c:v>36367</c:v>
                </c:pt>
                <c:pt idx="931">
                  <c:v>36368</c:v>
                </c:pt>
                <c:pt idx="932">
                  <c:v>36369</c:v>
                </c:pt>
                <c:pt idx="933">
                  <c:v>36370</c:v>
                </c:pt>
                <c:pt idx="934">
                  <c:v>36371</c:v>
                </c:pt>
                <c:pt idx="935">
                  <c:v>36374</c:v>
                </c:pt>
                <c:pt idx="936">
                  <c:v>36375</c:v>
                </c:pt>
                <c:pt idx="937">
                  <c:v>36376</c:v>
                </c:pt>
                <c:pt idx="938">
                  <c:v>36377</c:v>
                </c:pt>
                <c:pt idx="939">
                  <c:v>36378</c:v>
                </c:pt>
                <c:pt idx="940">
                  <c:v>36381</c:v>
                </c:pt>
                <c:pt idx="941">
                  <c:v>36382</c:v>
                </c:pt>
                <c:pt idx="942">
                  <c:v>36383</c:v>
                </c:pt>
                <c:pt idx="943">
                  <c:v>36384</c:v>
                </c:pt>
                <c:pt idx="944">
                  <c:v>36385</c:v>
                </c:pt>
                <c:pt idx="945">
                  <c:v>36388</c:v>
                </c:pt>
                <c:pt idx="946">
                  <c:v>36389</c:v>
                </c:pt>
                <c:pt idx="947">
                  <c:v>36390</c:v>
                </c:pt>
                <c:pt idx="948">
                  <c:v>36391</c:v>
                </c:pt>
                <c:pt idx="949">
                  <c:v>36392</c:v>
                </c:pt>
                <c:pt idx="950">
                  <c:v>36395</c:v>
                </c:pt>
                <c:pt idx="951">
                  <c:v>36396</c:v>
                </c:pt>
                <c:pt idx="952">
                  <c:v>36397</c:v>
                </c:pt>
                <c:pt idx="953">
                  <c:v>36398</c:v>
                </c:pt>
                <c:pt idx="954">
                  <c:v>36399</c:v>
                </c:pt>
                <c:pt idx="955">
                  <c:v>36402</c:v>
                </c:pt>
                <c:pt idx="956">
                  <c:v>36403</c:v>
                </c:pt>
                <c:pt idx="957">
                  <c:v>36404</c:v>
                </c:pt>
                <c:pt idx="958">
                  <c:v>36405</c:v>
                </c:pt>
                <c:pt idx="959">
                  <c:v>36406</c:v>
                </c:pt>
                <c:pt idx="960">
                  <c:v>36409</c:v>
                </c:pt>
                <c:pt idx="961">
                  <c:v>36410</c:v>
                </c:pt>
                <c:pt idx="962">
                  <c:v>36411</c:v>
                </c:pt>
                <c:pt idx="963">
                  <c:v>36412</c:v>
                </c:pt>
                <c:pt idx="964">
                  <c:v>36413</c:v>
                </c:pt>
                <c:pt idx="965">
                  <c:v>36416</c:v>
                </c:pt>
                <c:pt idx="966">
                  <c:v>36417</c:v>
                </c:pt>
                <c:pt idx="967">
                  <c:v>36418</c:v>
                </c:pt>
                <c:pt idx="968">
                  <c:v>36419</c:v>
                </c:pt>
                <c:pt idx="969">
                  <c:v>36420</c:v>
                </c:pt>
                <c:pt idx="970">
                  <c:v>36423</c:v>
                </c:pt>
                <c:pt idx="971">
                  <c:v>36424</c:v>
                </c:pt>
                <c:pt idx="972">
                  <c:v>36425</c:v>
                </c:pt>
                <c:pt idx="973">
                  <c:v>36426</c:v>
                </c:pt>
                <c:pt idx="974">
                  <c:v>36427</c:v>
                </c:pt>
                <c:pt idx="975">
                  <c:v>36430</c:v>
                </c:pt>
                <c:pt idx="976">
                  <c:v>36431</c:v>
                </c:pt>
                <c:pt idx="977">
                  <c:v>36432</c:v>
                </c:pt>
                <c:pt idx="978">
                  <c:v>36433</c:v>
                </c:pt>
                <c:pt idx="979">
                  <c:v>36434</c:v>
                </c:pt>
                <c:pt idx="980">
                  <c:v>36437</c:v>
                </c:pt>
                <c:pt idx="981">
                  <c:v>36438</c:v>
                </c:pt>
                <c:pt idx="982">
                  <c:v>36439</c:v>
                </c:pt>
                <c:pt idx="983">
                  <c:v>36440</c:v>
                </c:pt>
                <c:pt idx="984">
                  <c:v>36441</c:v>
                </c:pt>
                <c:pt idx="985">
                  <c:v>36444</c:v>
                </c:pt>
                <c:pt idx="986">
                  <c:v>36445</c:v>
                </c:pt>
                <c:pt idx="987">
                  <c:v>36446</c:v>
                </c:pt>
                <c:pt idx="988">
                  <c:v>36447</c:v>
                </c:pt>
                <c:pt idx="989">
                  <c:v>36448</c:v>
                </c:pt>
                <c:pt idx="990">
                  <c:v>36451</c:v>
                </c:pt>
                <c:pt idx="991">
                  <c:v>36452</c:v>
                </c:pt>
                <c:pt idx="992">
                  <c:v>36453</c:v>
                </c:pt>
                <c:pt idx="993">
                  <c:v>36454</c:v>
                </c:pt>
                <c:pt idx="994">
                  <c:v>36455</c:v>
                </c:pt>
                <c:pt idx="995">
                  <c:v>36458</c:v>
                </c:pt>
                <c:pt idx="996">
                  <c:v>36459</c:v>
                </c:pt>
                <c:pt idx="997">
                  <c:v>36460</c:v>
                </c:pt>
                <c:pt idx="998">
                  <c:v>36461</c:v>
                </c:pt>
                <c:pt idx="999">
                  <c:v>36462</c:v>
                </c:pt>
                <c:pt idx="1000">
                  <c:v>36465</c:v>
                </c:pt>
                <c:pt idx="1001">
                  <c:v>36466</c:v>
                </c:pt>
                <c:pt idx="1002">
                  <c:v>36467</c:v>
                </c:pt>
                <c:pt idx="1003">
                  <c:v>36468</c:v>
                </c:pt>
                <c:pt idx="1004">
                  <c:v>36469</c:v>
                </c:pt>
                <c:pt idx="1005">
                  <c:v>36472</c:v>
                </c:pt>
                <c:pt idx="1006">
                  <c:v>36473</c:v>
                </c:pt>
                <c:pt idx="1007">
                  <c:v>36474</c:v>
                </c:pt>
                <c:pt idx="1008">
                  <c:v>36475</c:v>
                </c:pt>
                <c:pt idx="1009">
                  <c:v>36476</c:v>
                </c:pt>
                <c:pt idx="1010">
                  <c:v>36479</c:v>
                </c:pt>
                <c:pt idx="1011">
                  <c:v>36480</c:v>
                </c:pt>
                <c:pt idx="1012">
                  <c:v>36481</c:v>
                </c:pt>
                <c:pt idx="1013">
                  <c:v>36482</c:v>
                </c:pt>
                <c:pt idx="1014">
                  <c:v>36483</c:v>
                </c:pt>
                <c:pt idx="1015">
                  <c:v>36486</c:v>
                </c:pt>
                <c:pt idx="1016">
                  <c:v>36487</c:v>
                </c:pt>
                <c:pt idx="1017">
                  <c:v>36488</c:v>
                </c:pt>
                <c:pt idx="1018">
                  <c:v>36489</c:v>
                </c:pt>
                <c:pt idx="1019">
                  <c:v>36490</c:v>
                </c:pt>
                <c:pt idx="1020">
                  <c:v>36493</c:v>
                </c:pt>
                <c:pt idx="1021">
                  <c:v>36494</c:v>
                </c:pt>
                <c:pt idx="1022">
                  <c:v>36495</c:v>
                </c:pt>
                <c:pt idx="1023">
                  <c:v>36496</c:v>
                </c:pt>
                <c:pt idx="1024">
                  <c:v>36497</c:v>
                </c:pt>
                <c:pt idx="1025">
                  <c:v>36500</c:v>
                </c:pt>
                <c:pt idx="1026">
                  <c:v>36501</c:v>
                </c:pt>
                <c:pt idx="1027">
                  <c:v>36502</c:v>
                </c:pt>
                <c:pt idx="1028">
                  <c:v>36503</c:v>
                </c:pt>
                <c:pt idx="1029">
                  <c:v>36504</c:v>
                </c:pt>
                <c:pt idx="1030">
                  <c:v>36507</c:v>
                </c:pt>
                <c:pt idx="1031">
                  <c:v>36508</c:v>
                </c:pt>
                <c:pt idx="1032">
                  <c:v>36509</c:v>
                </c:pt>
                <c:pt idx="1033">
                  <c:v>36510</c:v>
                </c:pt>
                <c:pt idx="1034">
                  <c:v>36511</c:v>
                </c:pt>
                <c:pt idx="1035">
                  <c:v>36514</c:v>
                </c:pt>
                <c:pt idx="1036">
                  <c:v>36515</c:v>
                </c:pt>
                <c:pt idx="1037">
                  <c:v>36516</c:v>
                </c:pt>
                <c:pt idx="1038">
                  <c:v>36517</c:v>
                </c:pt>
                <c:pt idx="1039">
                  <c:v>36518</c:v>
                </c:pt>
                <c:pt idx="1040">
                  <c:v>36521</c:v>
                </c:pt>
                <c:pt idx="1041">
                  <c:v>36522</c:v>
                </c:pt>
                <c:pt idx="1042">
                  <c:v>36523</c:v>
                </c:pt>
                <c:pt idx="1043">
                  <c:v>36524</c:v>
                </c:pt>
                <c:pt idx="1044">
                  <c:v>36525</c:v>
                </c:pt>
                <c:pt idx="1045">
                  <c:v>36528</c:v>
                </c:pt>
                <c:pt idx="1046">
                  <c:v>36529</c:v>
                </c:pt>
                <c:pt idx="1047">
                  <c:v>36530</c:v>
                </c:pt>
                <c:pt idx="1048">
                  <c:v>36531</c:v>
                </c:pt>
                <c:pt idx="1049">
                  <c:v>36532</c:v>
                </c:pt>
                <c:pt idx="1050">
                  <c:v>36535</c:v>
                </c:pt>
                <c:pt idx="1051">
                  <c:v>36536</c:v>
                </c:pt>
                <c:pt idx="1052">
                  <c:v>36537</c:v>
                </c:pt>
                <c:pt idx="1053">
                  <c:v>36538</c:v>
                </c:pt>
                <c:pt idx="1054">
                  <c:v>36539</c:v>
                </c:pt>
                <c:pt idx="1055">
                  <c:v>36542</c:v>
                </c:pt>
                <c:pt idx="1056">
                  <c:v>36543</c:v>
                </c:pt>
                <c:pt idx="1057">
                  <c:v>36544</c:v>
                </c:pt>
                <c:pt idx="1058">
                  <c:v>36545</c:v>
                </c:pt>
                <c:pt idx="1059">
                  <c:v>36546</c:v>
                </c:pt>
                <c:pt idx="1060">
                  <c:v>36549</c:v>
                </c:pt>
                <c:pt idx="1061">
                  <c:v>36550</c:v>
                </c:pt>
                <c:pt idx="1062">
                  <c:v>36551</c:v>
                </c:pt>
                <c:pt idx="1063">
                  <c:v>36552</c:v>
                </c:pt>
                <c:pt idx="1064">
                  <c:v>36553</c:v>
                </c:pt>
                <c:pt idx="1065">
                  <c:v>36556</c:v>
                </c:pt>
                <c:pt idx="1066">
                  <c:v>36557</c:v>
                </c:pt>
                <c:pt idx="1067">
                  <c:v>36558</c:v>
                </c:pt>
                <c:pt idx="1068">
                  <c:v>36559</c:v>
                </c:pt>
                <c:pt idx="1069">
                  <c:v>36560</c:v>
                </c:pt>
                <c:pt idx="1070">
                  <c:v>36563</c:v>
                </c:pt>
                <c:pt idx="1071">
                  <c:v>36564</c:v>
                </c:pt>
                <c:pt idx="1072">
                  <c:v>36565</c:v>
                </c:pt>
                <c:pt idx="1073">
                  <c:v>36566</c:v>
                </c:pt>
                <c:pt idx="1074">
                  <c:v>36567</c:v>
                </c:pt>
                <c:pt idx="1075">
                  <c:v>36570</c:v>
                </c:pt>
                <c:pt idx="1076">
                  <c:v>36571</c:v>
                </c:pt>
                <c:pt idx="1077">
                  <c:v>36572</c:v>
                </c:pt>
                <c:pt idx="1078">
                  <c:v>36573</c:v>
                </c:pt>
                <c:pt idx="1079">
                  <c:v>36574</c:v>
                </c:pt>
                <c:pt idx="1080">
                  <c:v>36577</c:v>
                </c:pt>
                <c:pt idx="1081">
                  <c:v>36578</c:v>
                </c:pt>
                <c:pt idx="1082">
                  <c:v>36579</c:v>
                </c:pt>
                <c:pt idx="1083">
                  <c:v>36580</c:v>
                </c:pt>
                <c:pt idx="1084">
                  <c:v>36581</c:v>
                </c:pt>
                <c:pt idx="1085">
                  <c:v>36584</c:v>
                </c:pt>
                <c:pt idx="1086">
                  <c:v>36585</c:v>
                </c:pt>
                <c:pt idx="1087">
                  <c:v>36586</c:v>
                </c:pt>
                <c:pt idx="1088">
                  <c:v>36587</c:v>
                </c:pt>
                <c:pt idx="1089">
                  <c:v>36588</c:v>
                </c:pt>
                <c:pt idx="1090">
                  <c:v>36591</c:v>
                </c:pt>
                <c:pt idx="1091">
                  <c:v>36592</c:v>
                </c:pt>
                <c:pt idx="1092">
                  <c:v>36593</c:v>
                </c:pt>
                <c:pt idx="1093">
                  <c:v>36594</c:v>
                </c:pt>
                <c:pt idx="1094">
                  <c:v>36595</c:v>
                </c:pt>
                <c:pt idx="1095">
                  <c:v>36598</c:v>
                </c:pt>
                <c:pt idx="1096">
                  <c:v>36599</c:v>
                </c:pt>
                <c:pt idx="1097">
                  <c:v>36600</c:v>
                </c:pt>
                <c:pt idx="1098">
                  <c:v>36601</c:v>
                </c:pt>
                <c:pt idx="1099">
                  <c:v>36602</c:v>
                </c:pt>
                <c:pt idx="1100">
                  <c:v>36605</c:v>
                </c:pt>
                <c:pt idx="1101">
                  <c:v>36606</c:v>
                </c:pt>
                <c:pt idx="1102">
                  <c:v>36607</c:v>
                </c:pt>
                <c:pt idx="1103">
                  <c:v>36608</c:v>
                </c:pt>
                <c:pt idx="1104">
                  <c:v>36609</c:v>
                </c:pt>
                <c:pt idx="1105">
                  <c:v>36612</c:v>
                </c:pt>
                <c:pt idx="1106">
                  <c:v>36613</c:v>
                </c:pt>
                <c:pt idx="1107">
                  <c:v>36614</c:v>
                </c:pt>
                <c:pt idx="1108">
                  <c:v>36615</c:v>
                </c:pt>
                <c:pt idx="1109">
                  <c:v>36616</c:v>
                </c:pt>
                <c:pt idx="1110">
                  <c:v>36619</c:v>
                </c:pt>
                <c:pt idx="1111">
                  <c:v>36620</c:v>
                </c:pt>
                <c:pt idx="1112">
                  <c:v>36621</c:v>
                </c:pt>
                <c:pt idx="1113">
                  <c:v>36622</c:v>
                </c:pt>
                <c:pt idx="1114">
                  <c:v>36623</c:v>
                </c:pt>
                <c:pt idx="1115">
                  <c:v>36626</c:v>
                </c:pt>
                <c:pt idx="1116">
                  <c:v>36627</c:v>
                </c:pt>
                <c:pt idx="1117">
                  <c:v>36628</c:v>
                </c:pt>
                <c:pt idx="1118">
                  <c:v>36629</c:v>
                </c:pt>
                <c:pt idx="1119">
                  <c:v>36630</c:v>
                </c:pt>
                <c:pt idx="1120">
                  <c:v>36633</c:v>
                </c:pt>
                <c:pt idx="1121">
                  <c:v>36634</c:v>
                </c:pt>
                <c:pt idx="1122">
                  <c:v>36635</c:v>
                </c:pt>
                <c:pt idx="1123">
                  <c:v>36636</c:v>
                </c:pt>
                <c:pt idx="1124">
                  <c:v>36637</c:v>
                </c:pt>
                <c:pt idx="1125">
                  <c:v>36640</c:v>
                </c:pt>
                <c:pt idx="1126">
                  <c:v>36641</c:v>
                </c:pt>
                <c:pt idx="1127">
                  <c:v>36642</c:v>
                </c:pt>
                <c:pt idx="1128">
                  <c:v>36643</c:v>
                </c:pt>
                <c:pt idx="1129">
                  <c:v>36644</c:v>
                </c:pt>
                <c:pt idx="1130">
                  <c:v>36647</c:v>
                </c:pt>
                <c:pt idx="1131">
                  <c:v>36648</c:v>
                </c:pt>
                <c:pt idx="1132">
                  <c:v>36649</c:v>
                </c:pt>
                <c:pt idx="1133">
                  <c:v>36650</c:v>
                </c:pt>
                <c:pt idx="1134">
                  <c:v>36651</c:v>
                </c:pt>
                <c:pt idx="1135">
                  <c:v>36654</c:v>
                </c:pt>
                <c:pt idx="1136">
                  <c:v>36655</c:v>
                </c:pt>
                <c:pt idx="1137">
                  <c:v>36656</c:v>
                </c:pt>
                <c:pt idx="1138">
                  <c:v>36657</c:v>
                </c:pt>
                <c:pt idx="1139">
                  <c:v>36658</c:v>
                </c:pt>
                <c:pt idx="1140">
                  <c:v>36661</c:v>
                </c:pt>
                <c:pt idx="1141">
                  <c:v>36662</c:v>
                </c:pt>
                <c:pt idx="1142">
                  <c:v>36663</c:v>
                </c:pt>
                <c:pt idx="1143">
                  <c:v>36664</c:v>
                </c:pt>
                <c:pt idx="1144">
                  <c:v>36665</c:v>
                </c:pt>
                <c:pt idx="1145">
                  <c:v>36668</c:v>
                </c:pt>
                <c:pt idx="1146">
                  <c:v>36669</c:v>
                </c:pt>
                <c:pt idx="1147">
                  <c:v>36670</c:v>
                </c:pt>
                <c:pt idx="1148">
                  <c:v>36671</c:v>
                </c:pt>
                <c:pt idx="1149">
                  <c:v>36672</c:v>
                </c:pt>
                <c:pt idx="1150">
                  <c:v>36675</c:v>
                </c:pt>
                <c:pt idx="1151">
                  <c:v>36676</c:v>
                </c:pt>
                <c:pt idx="1152">
                  <c:v>36677</c:v>
                </c:pt>
                <c:pt idx="1153">
                  <c:v>36678</c:v>
                </c:pt>
                <c:pt idx="1154">
                  <c:v>36679</c:v>
                </c:pt>
                <c:pt idx="1155">
                  <c:v>36682</c:v>
                </c:pt>
                <c:pt idx="1156">
                  <c:v>36683</c:v>
                </c:pt>
                <c:pt idx="1157">
                  <c:v>36684</c:v>
                </c:pt>
                <c:pt idx="1158">
                  <c:v>36685</c:v>
                </c:pt>
                <c:pt idx="1159">
                  <c:v>36686</c:v>
                </c:pt>
                <c:pt idx="1160">
                  <c:v>36689</c:v>
                </c:pt>
                <c:pt idx="1161">
                  <c:v>36690</c:v>
                </c:pt>
                <c:pt idx="1162">
                  <c:v>36691</c:v>
                </c:pt>
                <c:pt idx="1163">
                  <c:v>36692</c:v>
                </c:pt>
                <c:pt idx="1164">
                  <c:v>36693</c:v>
                </c:pt>
                <c:pt idx="1165">
                  <c:v>36696</c:v>
                </c:pt>
                <c:pt idx="1166">
                  <c:v>36697</c:v>
                </c:pt>
                <c:pt idx="1167">
                  <c:v>36698</c:v>
                </c:pt>
                <c:pt idx="1168">
                  <c:v>36699</c:v>
                </c:pt>
                <c:pt idx="1169">
                  <c:v>36700</c:v>
                </c:pt>
                <c:pt idx="1170">
                  <c:v>36703</c:v>
                </c:pt>
                <c:pt idx="1171">
                  <c:v>36704</c:v>
                </c:pt>
                <c:pt idx="1172">
                  <c:v>36705</c:v>
                </c:pt>
                <c:pt idx="1173">
                  <c:v>36706</c:v>
                </c:pt>
                <c:pt idx="1174">
                  <c:v>36707</c:v>
                </c:pt>
                <c:pt idx="1175">
                  <c:v>36710</c:v>
                </c:pt>
                <c:pt idx="1176">
                  <c:v>36711</c:v>
                </c:pt>
                <c:pt idx="1177">
                  <c:v>36712</c:v>
                </c:pt>
                <c:pt idx="1178">
                  <c:v>36713</c:v>
                </c:pt>
                <c:pt idx="1179">
                  <c:v>36714</c:v>
                </c:pt>
                <c:pt idx="1180">
                  <c:v>36717</c:v>
                </c:pt>
                <c:pt idx="1181">
                  <c:v>36718</c:v>
                </c:pt>
                <c:pt idx="1182">
                  <c:v>36719</c:v>
                </c:pt>
                <c:pt idx="1183">
                  <c:v>36720</c:v>
                </c:pt>
                <c:pt idx="1184">
                  <c:v>36721</c:v>
                </c:pt>
                <c:pt idx="1185">
                  <c:v>36724</c:v>
                </c:pt>
                <c:pt idx="1186">
                  <c:v>36725</c:v>
                </c:pt>
                <c:pt idx="1187">
                  <c:v>36726</c:v>
                </c:pt>
                <c:pt idx="1188">
                  <c:v>36727</c:v>
                </c:pt>
                <c:pt idx="1189">
                  <c:v>36728</c:v>
                </c:pt>
                <c:pt idx="1190">
                  <c:v>36731</c:v>
                </c:pt>
                <c:pt idx="1191">
                  <c:v>36732</c:v>
                </c:pt>
                <c:pt idx="1192">
                  <c:v>36733</c:v>
                </c:pt>
                <c:pt idx="1193">
                  <c:v>36734</c:v>
                </c:pt>
                <c:pt idx="1194">
                  <c:v>36735</c:v>
                </c:pt>
                <c:pt idx="1195">
                  <c:v>36738</c:v>
                </c:pt>
                <c:pt idx="1196">
                  <c:v>36739</c:v>
                </c:pt>
                <c:pt idx="1197">
                  <c:v>36740</c:v>
                </c:pt>
                <c:pt idx="1198">
                  <c:v>36741</c:v>
                </c:pt>
                <c:pt idx="1199">
                  <c:v>36742</c:v>
                </c:pt>
                <c:pt idx="1200">
                  <c:v>36745</c:v>
                </c:pt>
                <c:pt idx="1201">
                  <c:v>36746</c:v>
                </c:pt>
                <c:pt idx="1202">
                  <c:v>36747</c:v>
                </c:pt>
                <c:pt idx="1203">
                  <c:v>36748</c:v>
                </c:pt>
                <c:pt idx="1204">
                  <c:v>36749</c:v>
                </c:pt>
                <c:pt idx="1205">
                  <c:v>36752</c:v>
                </c:pt>
                <c:pt idx="1206">
                  <c:v>36753</c:v>
                </c:pt>
                <c:pt idx="1207">
                  <c:v>36754</c:v>
                </c:pt>
                <c:pt idx="1208">
                  <c:v>36755</c:v>
                </c:pt>
                <c:pt idx="1209">
                  <c:v>36756</c:v>
                </c:pt>
                <c:pt idx="1210">
                  <c:v>36759</c:v>
                </c:pt>
                <c:pt idx="1211">
                  <c:v>36760</c:v>
                </c:pt>
                <c:pt idx="1212">
                  <c:v>36761</c:v>
                </c:pt>
                <c:pt idx="1213">
                  <c:v>36762</c:v>
                </c:pt>
                <c:pt idx="1214">
                  <c:v>36763</c:v>
                </c:pt>
                <c:pt idx="1215">
                  <c:v>36766</c:v>
                </c:pt>
                <c:pt idx="1216">
                  <c:v>36767</c:v>
                </c:pt>
                <c:pt idx="1217">
                  <c:v>36768</c:v>
                </c:pt>
                <c:pt idx="1218">
                  <c:v>36769</c:v>
                </c:pt>
                <c:pt idx="1219">
                  <c:v>36770</c:v>
                </c:pt>
                <c:pt idx="1220">
                  <c:v>36773</c:v>
                </c:pt>
                <c:pt idx="1221">
                  <c:v>36774</c:v>
                </c:pt>
                <c:pt idx="1222">
                  <c:v>36775</c:v>
                </c:pt>
                <c:pt idx="1223">
                  <c:v>36776</c:v>
                </c:pt>
                <c:pt idx="1224">
                  <c:v>36777</c:v>
                </c:pt>
                <c:pt idx="1225">
                  <c:v>36780</c:v>
                </c:pt>
                <c:pt idx="1226">
                  <c:v>36781</c:v>
                </c:pt>
                <c:pt idx="1227">
                  <c:v>36782</c:v>
                </c:pt>
                <c:pt idx="1228">
                  <c:v>36783</c:v>
                </c:pt>
                <c:pt idx="1229">
                  <c:v>36784</c:v>
                </c:pt>
                <c:pt idx="1230">
                  <c:v>36787</c:v>
                </c:pt>
                <c:pt idx="1231">
                  <c:v>36788</c:v>
                </c:pt>
                <c:pt idx="1232">
                  <c:v>36789</c:v>
                </c:pt>
                <c:pt idx="1233">
                  <c:v>36790</c:v>
                </c:pt>
                <c:pt idx="1234">
                  <c:v>36791</c:v>
                </c:pt>
                <c:pt idx="1235">
                  <c:v>36794</c:v>
                </c:pt>
                <c:pt idx="1236">
                  <c:v>36795</c:v>
                </c:pt>
                <c:pt idx="1237">
                  <c:v>36796</c:v>
                </c:pt>
                <c:pt idx="1238">
                  <c:v>36797</c:v>
                </c:pt>
                <c:pt idx="1239">
                  <c:v>36798</c:v>
                </c:pt>
                <c:pt idx="1240">
                  <c:v>36801</c:v>
                </c:pt>
                <c:pt idx="1241">
                  <c:v>36802</c:v>
                </c:pt>
                <c:pt idx="1242">
                  <c:v>36803</c:v>
                </c:pt>
                <c:pt idx="1243">
                  <c:v>36804</c:v>
                </c:pt>
                <c:pt idx="1244">
                  <c:v>36805</c:v>
                </c:pt>
                <c:pt idx="1245">
                  <c:v>36808</c:v>
                </c:pt>
                <c:pt idx="1246">
                  <c:v>36809</c:v>
                </c:pt>
                <c:pt idx="1247">
                  <c:v>36810</c:v>
                </c:pt>
                <c:pt idx="1248">
                  <c:v>36811</c:v>
                </c:pt>
                <c:pt idx="1249">
                  <c:v>36812</c:v>
                </c:pt>
                <c:pt idx="1250">
                  <c:v>36815</c:v>
                </c:pt>
                <c:pt idx="1251">
                  <c:v>36816</c:v>
                </c:pt>
                <c:pt idx="1252">
                  <c:v>36817</c:v>
                </c:pt>
                <c:pt idx="1253">
                  <c:v>36818</c:v>
                </c:pt>
                <c:pt idx="1254">
                  <c:v>36819</c:v>
                </c:pt>
                <c:pt idx="1255">
                  <c:v>36822</c:v>
                </c:pt>
                <c:pt idx="1256">
                  <c:v>36823</c:v>
                </c:pt>
                <c:pt idx="1257">
                  <c:v>36824</c:v>
                </c:pt>
                <c:pt idx="1258">
                  <c:v>36825</c:v>
                </c:pt>
                <c:pt idx="1259">
                  <c:v>36826</c:v>
                </c:pt>
                <c:pt idx="1260">
                  <c:v>36829</c:v>
                </c:pt>
                <c:pt idx="1261">
                  <c:v>36830</c:v>
                </c:pt>
                <c:pt idx="1262">
                  <c:v>36831</c:v>
                </c:pt>
                <c:pt idx="1263">
                  <c:v>36832</c:v>
                </c:pt>
                <c:pt idx="1264">
                  <c:v>36833</c:v>
                </c:pt>
                <c:pt idx="1265">
                  <c:v>36836</c:v>
                </c:pt>
                <c:pt idx="1266">
                  <c:v>36837</c:v>
                </c:pt>
                <c:pt idx="1267">
                  <c:v>36838</c:v>
                </c:pt>
                <c:pt idx="1268">
                  <c:v>36839</c:v>
                </c:pt>
                <c:pt idx="1269">
                  <c:v>36840</c:v>
                </c:pt>
                <c:pt idx="1270">
                  <c:v>36843</c:v>
                </c:pt>
                <c:pt idx="1271">
                  <c:v>36844</c:v>
                </c:pt>
                <c:pt idx="1272">
                  <c:v>36845</c:v>
                </c:pt>
                <c:pt idx="1273">
                  <c:v>36846</c:v>
                </c:pt>
                <c:pt idx="1274">
                  <c:v>36847</c:v>
                </c:pt>
                <c:pt idx="1275">
                  <c:v>36850</c:v>
                </c:pt>
                <c:pt idx="1276">
                  <c:v>36851</c:v>
                </c:pt>
                <c:pt idx="1277">
                  <c:v>36852</c:v>
                </c:pt>
                <c:pt idx="1278">
                  <c:v>36853</c:v>
                </c:pt>
                <c:pt idx="1279">
                  <c:v>36854</c:v>
                </c:pt>
                <c:pt idx="1280">
                  <c:v>36857</c:v>
                </c:pt>
                <c:pt idx="1281">
                  <c:v>36858</c:v>
                </c:pt>
                <c:pt idx="1282">
                  <c:v>36859</c:v>
                </c:pt>
                <c:pt idx="1283">
                  <c:v>36860</c:v>
                </c:pt>
                <c:pt idx="1284">
                  <c:v>36861</c:v>
                </c:pt>
                <c:pt idx="1285">
                  <c:v>36864</c:v>
                </c:pt>
                <c:pt idx="1286">
                  <c:v>36865</c:v>
                </c:pt>
                <c:pt idx="1287">
                  <c:v>36866</c:v>
                </c:pt>
                <c:pt idx="1288">
                  <c:v>36867</c:v>
                </c:pt>
                <c:pt idx="1289">
                  <c:v>36868</c:v>
                </c:pt>
                <c:pt idx="1290">
                  <c:v>36871</c:v>
                </c:pt>
                <c:pt idx="1291">
                  <c:v>36872</c:v>
                </c:pt>
                <c:pt idx="1292">
                  <c:v>36873</c:v>
                </c:pt>
                <c:pt idx="1293">
                  <c:v>36874</c:v>
                </c:pt>
                <c:pt idx="1294">
                  <c:v>36875</c:v>
                </c:pt>
                <c:pt idx="1295">
                  <c:v>36878</c:v>
                </c:pt>
                <c:pt idx="1296">
                  <c:v>36879</c:v>
                </c:pt>
                <c:pt idx="1297">
                  <c:v>36880</c:v>
                </c:pt>
                <c:pt idx="1298">
                  <c:v>36881</c:v>
                </c:pt>
                <c:pt idx="1299">
                  <c:v>36882</c:v>
                </c:pt>
                <c:pt idx="1300">
                  <c:v>36885</c:v>
                </c:pt>
                <c:pt idx="1301">
                  <c:v>36886</c:v>
                </c:pt>
                <c:pt idx="1302">
                  <c:v>36887</c:v>
                </c:pt>
                <c:pt idx="1303">
                  <c:v>36888</c:v>
                </c:pt>
                <c:pt idx="1304">
                  <c:v>36889</c:v>
                </c:pt>
                <c:pt idx="1305">
                  <c:v>36892</c:v>
                </c:pt>
                <c:pt idx="1306">
                  <c:v>36893</c:v>
                </c:pt>
                <c:pt idx="1307">
                  <c:v>36894</c:v>
                </c:pt>
                <c:pt idx="1308">
                  <c:v>36895</c:v>
                </c:pt>
                <c:pt idx="1309">
                  <c:v>36896</c:v>
                </c:pt>
                <c:pt idx="1310">
                  <c:v>36899</c:v>
                </c:pt>
                <c:pt idx="1311">
                  <c:v>36900</c:v>
                </c:pt>
                <c:pt idx="1312">
                  <c:v>36901</c:v>
                </c:pt>
                <c:pt idx="1313">
                  <c:v>36902</c:v>
                </c:pt>
                <c:pt idx="1314">
                  <c:v>36903</c:v>
                </c:pt>
                <c:pt idx="1315">
                  <c:v>36906</c:v>
                </c:pt>
                <c:pt idx="1316">
                  <c:v>36907</c:v>
                </c:pt>
                <c:pt idx="1317">
                  <c:v>36908</c:v>
                </c:pt>
                <c:pt idx="1318">
                  <c:v>36909</c:v>
                </c:pt>
                <c:pt idx="1319">
                  <c:v>36910</c:v>
                </c:pt>
                <c:pt idx="1320">
                  <c:v>36913</c:v>
                </c:pt>
                <c:pt idx="1321">
                  <c:v>36914</c:v>
                </c:pt>
                <c:pt idx="1322">
                  <c:v>36915</c:v>
                </c:pt>
                <c:pt idx="1323">
                  <c:v>36916</c:v>
                </c:pt>
                <c:pt idx="1324">
                  <c:v>36917</c:v>
                </c:pt>
                <c:pt idx="1325">
                  <c:v>36920</c:v>
                </c:pt>
                <c:pt idx="1326">
                  <c:v>36921</c:v>
                </c:pt>
                <c:pt idx="1327">
                  <c:v>36922</c:v>
                </c:pt>
                <c:pt idx="1328">
                  <c:v>36923</c:v>
                </c:pt>
                <c:pt idx="1329">
                  <c:v>36924</c:v>
                </c:pt>
                <c:pt idx="1330">
                  <c:v>36927</c:v>
                </c:pt>
                <c:pt idx="1331">
                  <c:v>36928</c:v>
                </c:pt>
                <c:pt idx="1332">
                  <c:v>36929</c:v>
                </c:pt>
                <c:pt idx="1333">
                  <c:v>36930</c:v>
                </c:pt>
                <c:pt idx="1334">
                  <c:v>36931</c:v>
                </c:pt>
                <c:pt idx="1335">
                  <c:v>36934</c:v>
                </c:pt>
                <c:pt idx="1336">
                  <c:v>36935</c:v>
                </c:pt>
                <c:pt idx="1337">
                  <c:v>36936</c:v>
                </c:pt>
                <c:pt idx="1338">
                  <c:v>36937</c:v>
                </c:pt>
                <c:pt idx="1339">
                  <c:v>36938</c:v>
                </c:pt>
                <c:pt idx="1340">
                  <c:v>36941</c:v>
                </c:pt>
                <c:pt idx="1341">
                  <c:v>36942</c:v>
                </c:pt>
                <c:pt idx="1342">
                  <c:v>36943</c:v>
                </c:pt>
                <c:pt idx="1343">
                  <c:v>36944</c:v>
                </c:pt>
                <c:pt idx="1344">
                  <c:v>36945</c:v>
                </c:pt>
                <c:pt idx="1345">
                  <c:v>36948</c:v>
                </c:pt>
                <c:pt idx="1346">
                  <c:v>36949</c:v>
                </c:pt>
                <c:pt idx="1347">
                  <c:v>36950</c:v>
                </c:pt>
                <c:pt idx="1348">
                  <c:v>36951</c:v>
                </c:pt>
                <c:pt idx="1349">
                  <c:v>36952</c:v>
                </c:pt>
                <c:pt idx="1350">
                  <c:v>36955</c:v>
                </c:pt>
                <c:pt idx="1351">
                  <c:v>36956</c:v>
                </c:pt>
                <c:pt idx="1352">
                  <c:v>36957</c:v>
                </c:pt>
                <c:pt idx="1353">
                  <c:v>36958</c:v>
                </c:pt>
                <c:pt idx="1354">
                  <c:v>36959</c:v>
                </c:pt>
                <c:pt idx="1355">
                  <c:v>36962</c:v>
                </c:pt>
                <c:pt idx="1356">
                  <c:v>36963</c:v>
                </c:pt>
                <c:pt idx="1357">
                  <c:v>36964</c:v>
                </c:pt>
                <c:pt idx="1358">
                  <c:v>36965</c:v>
                </c:pt>
                <c:pt idx="1359">
                  <c:v>36966</c:v>
                </c:pt>
                <c:pt idx="1360">
                  <c:v>36969</c:v>
                </c:pt>
                <c:pt idx="1361">
                  <c:v>36970</c:v>
                </c:pt>
                <c:pt idx="1362">
                  <c:v>36971</c:v>
                </c:pt>
                <c:pt idx="1363">
                  <c:v>36972</c:v>
                </c:pt>
                <c:pt idx="1364">
                  <c:v>36973</c:v>
                </c:pt>
                <c:pt idx="1365">
                  <c:v>36976</c:v>
                </c:pt>
                <c:pt idx="1366">
                  <c:v>36977</c:v>
                </c:pt>
                <c:pt idx="1367">
                  <c:v>36978</c:v>
                </c:pt>
                <c:pt idx="1368">
                  <c:v>36979</c:v>
                </c:pt>
                <c:pt idx="1369">
                  <c:v>36980</c:v>
                </c:pt>
                <c:pt idx="1370">
                  <c:v>36983</c:v>
                </c:pt>
                <c:pt idx="1371">
                  <c:v>36984</c:v>
                </c:pt>
                <c:pt idx="1372">
                  <c:v>36985</c:v>
                </c:pt>
                <c:pt idx="1373">
                  <c:v>36986</c:v>
                </c:pt>
                <c:pt idx="1374">
                  <c:v>36987</c:v>
                </c:pt>
                <c:pt idx="1375">
                  <c:v>36990</c:v>
                </c:pt>
                <c:pt idx="1376">
                  <c:v>36991</c:v>
                </c:pt>
                <c:pt idx="1377">
                  <c:v>36992</c:v>
                </c:pt>
                <c:pt idx="1378">
                  <c:v>36993</c:v>
                </c:pt>
                <c:pt idx="1379">
                  <c:v>36994</c:v>
                </c:pt>
                <c:pt idx="1380">
                  <c:v>36997</c:v>
                </c:pt>
                <c:pt idx="1381">
                  <c:v>36998</c:v>
                </c:pt>
                <c:pt idx="1382">
                  <c:v>36999</c:v>
                </c:pt>
                <c:pt idx="1383">
                  <c:v>37000</c:v>
                </c:pt>
                <c:pt idx="1384">
                  <c:v>37001</c:v>
                </c:pt>
                <c:pt idx="1385">
                  <c:v>37004</c:v>
                </c:pt>
                <c:pt idx="1386">
                  <c:v>37005</c:v>
                </c:pt>
                <c:pt idx="1387">
                  <c:v>37006</c:v>
                </c:pt>
                <c:pt idx="1388">
                  <c:v>37007</c:v>
                </c:pt>
                <c:pt idx="1389">
                  <c:v>37008</c:v>
                </c:pt>
                <c:pt idx="1390">
                  <c:v>37011</c:v>
                </c:pt>
                <c:pt idx="1391">
                  <c:v>37012</c:v>
                </c:pt>
                <c:pt idx="1392">
                  <c:v>37013</c:v>
                </c:pt>
                <c:pt idx="1393">
                  <c:v>37014</c:v>
                </c:pt>
                <c:pt idx="1394">
                  <c:v>37015</c:v>
                </c:pt>
                <c:pt idx="1395">
                  <c:v>37018</c:v>
                </c:pt>
                <c:pt idx="1396">
                  <c:v>37019</c:v>
                </c:pt>
                <c:pt idx="1397">
                  <c:v>37020</c:v>
                </c:pt>
                <c:pt idx="1398">
                  <c:v>37021</c:v>
                </c:pt>
                <c:pt idx="1399">
                  <c:v>37022</c:v>
                </c:pt>
                <c:pt idx="1400">
                  <c:v>37025</c:v>
                </c:pt>
                <c:pt idx="1401">
                  <c:v>37026</c:v>
                </c:pt>
                <c:pt idx="1402">
                  <c:v>37027</c:v>
                </c:pt>
                <c:pt idx="1403">
                  <c:v>37028</c:v>
                </c:pt>
                <c:pt idx="1404">
                  <c:v>37029</c:v>
                </c:pt>
                <c:pt idx="1405">
                  <c:v>37032</c:v>
                </c:pt>
                <c:pt idx="1406">
                  <c:v>37033</c:v>
                </c:pt>
                <c:pt idx="1407">
                  <c:v>37034</c:v>
                </c:pt>
                <c:pt idx="1408">
                  <c:v>37035</c:v>
                </c:pt>
                <c:pt idx="1409">
                  <c:v>37036</c:v>
                </c:pt>
                <c:pt idx="1410">
                  <c:v>37039</c:v>
                </c:pt>
                <c:pt idx="1411">
                  <c:v>37040</c:v>
                </c:pt>
                <c:pt idx="1412">
                  <c:v>37041</c:v>
                </c:pt>
                <c:pt idx="1413">
                  <c:v>37042</c:v>
                </c:pt>
                <c:pt idx="1414">
                  <c:v>37043</c:v>
                </c:pt>
                <c:pt idx="1415">
                  <c:v>37046</c:v>
                </c:pt>
                <c:pt idx="1416">
                  <c:v>37047</c:v>
                </c:pt>
                <c:pt idx="1417">
                  <c:v>37048</c:v>
                </c:pt>
                <c:pt idx="1418">
                  <c:v>37049</c:v>
                </c:pt>
                <c:pt idx="1419">
                  <c:v>37050</c:v>
                </c:pt>
                <c:pt idx="1420">
                  <c:v>37053</c:v>
                </c:pt>
                <c:pt idx="1421">
                  <c:v>37054</c:v>
                </c:pt>
                <c:pt idx="1422">
                  <c:v>37055</c:v>
                </c:pt>
                <c:pt idx="1423">
                  <c:v>37056</c:v>
                </c:pt>
                <c:pt idx="1424">
                  <c:v>37057</c:v>
                </c:pt>
                <c:pt idx="1425">
                  <c:v>37060</c:v>
                </c:pt>
                <c:pt idx="1426">
                  <c:v>37061</c:v>
                </c:pt>
                <c:pt idx="1427">
                  <c:v>37062</c:v>
                </c:pt>
                <c:pt idx="1428">
                  <c:v>37063</c:v>
                </c:pt>
                <c:pt idx="1429">
                  <c:v>37064</c:v>
                </c:pt>
                <c:pt idx="1430">
                  <c:v>37067</c:v>
                </c:pt>
                <c:pt idx="1431">
                  <c:v>37068</c:v>
                </c:pt>
                <c:pt idx="1432">
                  <c:v>37069</c:v>
                </c:pt>
                <c:pt idx="1433">
                  <c:v>37070</c:v>
                </c:pt>
                <c:pt idx="1434">
                  <c:v>37071</c:v>
                </c:pt>
                <c:pt idx="1435">
                  <c:v>37074</c:v>
                </c:pt>
                <c:pt idx="1436">
                  <c:v>37075</c:v>
                </c:pt>
                <c:pt idx="1437">
                  <c:v>37076</c:v>
                </c:pt>
                <c:pt idx="1438">
                  <c:v>37077</c:v>
                </c:pt>
                <c:pt idx="1439">
                  <c:v>37078</c:v>
                </c:pt>
                <c:pt idx="1440">
                  <c:v>37081</c:v>
                </c:pt>
                <c:pt idx="1441">
                  <c:v>37082</c:v>
                </c:pt>
                <c:pt idx="1442">
                  <c:v>37083</c:v>
                </c:pt>
                <c:pt idx="1443">
                  <c:v>37084</c:v>
                </c:pt>
                <c:pt idx="1444">
                  <c:v>37085</c:v>
                </c:pt>
                <c:pt idx="1445">
                  <c:v>37088</c:v>
                </c:pt>
                <c:pt idx="1446">
                  <c:v>37089</c:v>
                </c:pt>
                <c:pt idx="1447">
                  <c:v>37090</c:v>
                </c:pt>
                <c:pt idx="1448">
                  <c:v>37091</c:v>
                </c:pt>
                <c:pt idx="1449">
                  <c:v>37092</c:v>
                </c:pt>
                <c:pt idx="1450">
                  <c:v>37095</c:v>
                </c:pt>
                <c:pt idx="1451">
                  <c:v>37096</c:v>
                </c:pt>
                <c:pt idx="1452">
                  <c:v>37097</c:v>
                </c:pt>
                <c:pt idx="1453">
                  <c:v>37098</c:v>
                </c:pt>
                <c:pt idx="1454">
                  <c:v>37099</c:v>
                </c:pt>
                <c:pt idx="1455">
                  <c:v>37102</c:v>
                </c:pt>
                <c:pt idx="1456">
                  <c:v>37103</c:v>
                </c:pt>
                <c:pt idx="1457">
                  <c:v>37104</c:v>
                </c:pt>
                <c:pt idx="1458">
                  <c:v>37105</c:v>
                </c:pt>
                <c:pt idx="1459">
                  <c:v>37106</c:v>
                </c:pt>
                <c:pt idx="1460">
                  <c:v>37109</c:v>
                </c:pt>
                <c:pt idx="1461">
                  <c:v>37110</c:v>
                </c:pt>
                <c:pt idx="1462">
                  <c:v>37111</c:v>
                </c:pt>
                <c:pt idx="1463">
                  <c:v>37112</c:v>
                </c:pt>
                <c:pt idx="1464">
                  <c:v>37113</c:v>
                </c:pt>
                <c:pt idx="1465">
                  <c:v>37116</c:v>
                </c:pt>
                <c:pt idx="1466">
                  <c:v>37117</c:v>
                </c:pt>
                <c:pt idx="1467">
                  <c:v>37118</c:v>
                </c:pt>
                <c:pt idx="1468">
                  <c:v>37119</c:v>
                </c:pt>
                <c:pt idx="1469">
                  <c:v>37120</c:v>
                </c:pt>
                <c:pt idx="1470">
                  <c:v>37123</c:v>
                </c:pt>
                <c:pt idx="1471">
                  <c:v>37124</c:v>
                </c:pt>
                <c:pt idx="1472">
                  <c:v>37125</c:v>
                </c:pt>
                <c:pt idx="1473">
                  <c:v>37126</c:v>
                </c:pt>
                <c:pt idx="1474">
                  <c:v>37127</c:v>
                </c:pt>
                <c:pt idx="1475">
                  <c:v>37130</c:v>
                </c:pt>
                <c:pt idx="1476">
                  <c:v>37131</c:v>
                </c:pt>
                <c:pt idx="1477">
                  <c:v>37132</c:v>
                </c:pt>
                <c:pt idx="1478">
                  <c:v>37133</c:v>
                </c:pt>
                <c:pt idx="1479">
                  <c:v>37134</c:v>
                </c:pt>
                <c:pt idx="1480">
                  <c:v>37137</c:v>
                </c:pt>
                <c:pt idx="1481">
                  <c:v>37138</c:v>
                </c:pt>
                <c:pt idx="1482">
                  <c:v>37139</c:v>
                </c:pt>
                <c:pt idx="1483">
                  <c:v>37140</c:v>
                </c:pt>
                <c:pt idx="1484">
                  <c:v>37141</c:v>
                </c:pt>
                <c:pt idx="1485">
                  <c:v>37144</c:v>
                </c:pt>
                <c:pt idx="1486">
                  <c:v>37145</c:v>
                </c:pt>
                <c:pt idx="1487">
                  <c:v>37146</c:v>
                </c:pt>
                <c:pt idx="1488">
                  <c:v>37147</c:v>
                </c:pt>
                <c:pt idx="1489">
                  <c:v>37148</c:v>
                </c:pt>
                <c:pt idx="1490">
                  <c:v>37151</c:v>
                </c:pt>
                <c:pt idx="1491">
                  <c:v>37152</c:v>
                </c:pt>
                <c:pt idx="1492">
                  <c:v>37153</c:v>
                </c:pt>
                <c:pt idx="1493">
                  <c:v>37154</c:v>
                </c:pt>
                <c:pt idx="1494">
                  <c:v>37155</c:v>
                </c:pt>
                <c:pt idx="1495">
                  <c:v>37158</c:v>
                </c:pt>
                <c:pt idx="1496">
                  <c:v>37159</c:v>
                </c:pt>
                <c:pt idx="1497">
                  <c:v>37160</c:v>
                </c:pt>
                <c:pt idx="1498">
                  <c:v>37161</c:v>
                </c:pt>
                <c:pt idx="1499">
                  <c:v>37162</c:v>
                </c:pt>
                <c:pt idx="1500">
                  <c:v>37165</c:v>
                </c:pt>
                <c:pt idx="1501">
                  <c:v>37166</c:v>
                </c:pt>
                <c:pt idx="1502">
                  <c:v>37167</c:v>
                </c:pt>
                <c:pt idx="1503">
                  <c:v>37168</c:v>
                </c:pt>
                <c:pt idx="1504">
                  <c:v>37169</c:v>
                </c:pt>
                <c:pt idx="1505">
                  <c:v>37172</c:v>
                </c:pt>
                <c:pt idx="1506">
                  <c:v>37173</c:v>
                </c:pt>
                <c:pt idx="1507">
                  <c:v>37174</c:v>
                </c:pt>
                <c:pt idx="1508">
                  <c:v>37175</c:v>
                </c:pt>
                <c:pt idx="1509">
                  <c:v>37176</c:v>
                </c:pt>
                <c:pt idx="1510">
                  <c:v>37179</c:v>
                </c:pt>
                <c:pt idx="1511">
                  <c:v>37180</c:v>
                </c:pt>
                <c:pt idx="1512">
                  <c:v>37181</c:v>
                </c:pt>
                <c:pt idx="1513">
                  <c:v>37182</c:v>
                </c:pt>
                <c:pt idx="1514">
                  <c:v>37183</c:v>
                </c:pt>
                <c:pt idx="1515">
                  <c:v>37186</c:v>
                </c:pt>
                <c:pt idx="1516">
                  <c:v>37187</c:v>
                </c:pt>
                <c:pt idx="1517">
                  <c:v>37188</c:v>
                </c:pt>
                <c:pt idx="1518">
                  <c:v>37189</c:v>
                </c:pt>
                <c:pt idx="1519">
                  <c:v>37190</c:v>
                </c:pt>
                <c:pt idx="1520">
                  <c:v>37193</c:v>
                </c:pt>
                <c:pt idx="1521">
                  <c:v>37194</c:v>
                </c:pt>
                <c:pt idx="1522">
                  <c:v>37195</c:v>
                </c:pt>
                <c:pt idx="1523">
                  <c:v>37196</c:v>
                </c:pt>
                <c:pt idx="1524">
                  <c:v>37197</c:v>
                </c:pt>
                <c:pt idx="1525">
                  <c:v>37200</c:v>
                </c:pt>
                <c:pt idx="1526">
                  <c:v>37201</c:v>
                </c:pt>
                <c:pt idx="1527">
                  <c:v>37202</c:v>
                </c:pt>
                <c:pt idx="1528">
                  <c:v>37203</c:v>
                </c:pt>
                <c:pt idx="1529">
                  <c:v>37204</c:v>
                </c:pt>
                <c:pt idx="1530">
                  <c:v>37207</c:v>
                </c:pt>
                <c:pt idx="1531">
                  <c:v>37208</c:v>
                </c:pt>
                <c:pt idx="1532">
                  <c:v>37209</c:v>
                </c:pt>
                <c:pt idx="1533">
                  <c:v>37210</c:v>
                </c:pt>
                <c:pt idx="1534">
                  <c:v>37211</c:v>
                </c:pt>
                <c:pt idx="1535">
                  <c:v>37214</c:v>
                </c:pt>
                <c:pt idx="1536">
                  <c:v>37215</c:v>
                </c:pt>
                <c:pt idx="1537">
                  <c:v>37216</c:v>
                </c:pt>
                <c:pt idx="1538">
                  <c:v>37217</c:v>
                </c:pt>
                <c:pt idx="1539">
                  <c:v>37218</c:v>
                </c:pt>
                <c:pt idx="1540">
                  <c:v>37221</c:v>
                </c:pt>
                <c:pt idx="1541">
                  <c:v>37222</c:v>
                </c:pt>
                <c:pt idx="1542">
                  <c:v>37223</c:v>
                </c:pt>
                <c:pt idx="1543">
                  <c:v>37224</c:v>
                </c:pt>
                <c:pt idx="1544">
                  <c:v>37225</c:v>
                </c:pt>
                <c:pt idx="1545">
                  <c:v>37228</c:v>
                </c:pt>
                <c:pt idx="1546">
                  <c:v>37229</c:v>
                </c:pt>
                <c:pt idx="1547">
                  <c:v>37230</c:v>
                </c:pt>
                <c:pt idx="1548">
                  <c:v>37231</c:v>
                </c:pt>
                <c:pt idx="1549">
                  <c:v>37232</c:v>
                </c:pt>
                <c:pt idx="1550">
                  <c:v>37235</c:v>
                </c:pt>
                <c:pt idx="1551">
                  <c:v>37236</c:v>
                </c:pt>
                <c:pt idx="1552">
                  <c:v>37237</c:v>
                </c:pt>
                <c:pt idx="1553">
                  <c:v>37238</c:v>
                </c:pt>
                <c:pt idx="1554">
                  <c:v>37239</c:v>
                </c:pt>
                <c:pt idx="1555">
                  <c:v>37242</c:v>
                </c:pt>
                <c:pt idx="1556">
                  <c:v>37243</c:v>
                </c:pt>
                <c:pt idx="1557">
                  <c:v>37244</c:v>
                </c:pt>
                <c:pt idx="1558">
                  <c:v>37245</c:v>
                </c:pt>
                <c:pt idx="1559">
                  <c:v>37246</c:v>
                </c:pt>
                <c:pt idx="1560">
                  <c:v>37249</c:v>
                </c:pt>
                <c:pt idx="1561">
                  <c:v>37250</c:v>
                </c:pt>
                <c:pt idx="1562">
                  <c:v>37251</c:v>
                </c:pt>
                <c:pt idx="1563">
                  <c:v>37252</c:v>
                </c:pt>
                <c:pt idx="1564">
                  <c:v>37253</c:v>
                </c:pt>
                <c:pt idx="1565">
                  <c:v>37256</c:v>
                </c:pt>
                <c:pt idx="1566">
                  <c:v>37257</c:v>
                </c:pt>
                <c:pt idx="1567">
                  <c:v>37258</c:v>
                </c:pt>
                <c:pt idx="1568">
                  <c:v>37259</c:v>
                </c:pt>
                <c:pt idx="1569">
                  <c:v>37260</c:v>
                </c:pt>
                <c:pt idx="1570">
                  <c:v>37263</c:v>
                </c:pt>
                <c:pt idx="1571">
                  <c:v>37264</c:v>
                </c:pt>
                <c:pt idx="1572">
                  <c:v>37265</c:v>
                </c:pt>
                <c:pt idx="1573">
                  <c:v>37266</c:v>
                </c:pt>
                <c:pt idx="1574">
                  <c:v>37267</c:v>
                </c:pt>
                <c:pt idx="1575">
                  <c:v>37270</c:v>
                </c:pt>
                <c:pt idx="1576">
                  <c:v>37271</c:v>
                </c:pt>
                <c:pt idx="1577">
                  <c:v>37272</c:v>
                </c:pt>
                <c:pt idx="1578">
                  <c:v>37273</c:v>
                </c:pt>
                <c:pt idx="1579">
                  <c:v>37274</c:v>
                </c:pt>
                <c:pt idx="1580">
                  <c:v>37277</c:v>
                </c:pt>
                <c:pt idx="1581">
                  <c:v>37278</c:v>
                </c:pt>
                <c:pt idx="1582">
                  <c:v>37279</c:v>
                </c:pt>
                <c:pt idx="1583">
                  <c:v>37280</c:v>
                </c:pt>
                <c:pt idx="1584">
                  <c:v>37281</c:v>
                </c:pt>
                <c:pt idx="1585">
                  <c:v>37284</c:v>
                </c:pt>
                <c:pt idx="1586">
                  <c:v>37285</c:v>
                </c:pt>
                <c:pt idx="1587">
                  <c:v>37286</c:v>
                </c:pt>
                <c:pt idx="1588">
                  <c:v>37287</c:v>
                </c:pt>
                <c:pt idx="1589">
                  <c:v>37288</c:v>
                </c:pt>
                <c:pt idx="1590">
                  <c:v>37291</c:v>
                </c:pt>
                <c:pt idx="1591">
                  <c:v>37292</c:v>
                </c:pt>
                <c:pt idx="1592">
                  <c:v>37293</c:v>
                </c:pt>
                <c:pt idx="1593">
                  <c:v>37294</c:v>
                </c:pt>
                <c:pt idx="1594">
                  <c:v>37295</c:v>
                </c:pt>
                <c:pt idx="1595">
                  <c:v>37298</c:v>
                </c:pt>
                <c:pt idx="1596">
                  <c:v>37299</c:v>
                </c:pt>
                <c:pt idx="1597">
                  <c:v>37300</c:v>
                </c:pt>
                <c:pt idx="1598">
                  <c:v>37301</c:v>
                </c:pt>
                <c:pt idx="1599">
                  <c:v>37302</c:v>
                </c:pt>
                <c:pt idx="1600">
                  <c:v>37305</c:v>
                </c:pt>
                <c:pt idx="1601">
                  <c:v>37306</c:v>
                </c:pt>
                <c:pt idx="1602">
                  <c:v>37307</c:v>
                </c:pt>
                <c:pt idx="1603">
                  <c:v>37308</c:v>
                </c:pt>
                <c:pt idx="1604">
                  <c:v>37309</c:v>
                </c:pt>
                <c:pt idx="1605">
                  <c:v>37312</c:v>
                </c:pt>
                <c:pt idx="1606">
                  <c:v>37313</c:v>
                </c:pt>
                <c:pt idx="1607">
                  <c:v>37314</c:v>
                </c:pt>
                <c:pt idx="1608">
                  <c:v>37315</c:v>
                </c:pt>
                <c:pt idx="1609">
                  <c:v>37316</c:v>
                </c:pt>
                <c:pt idx="1610">
                  <c:v>37319</c:v>
                </c:pt>
                <c:pt idx="1611">
                  <c:v>37320</c:v>
                </c:pt>
                <c:pt idx="1612">
                  <c:v>37321</c:v>
                </c:pt>
                <c:pt idx="1613">
                  <c:v>37322</c:v>
                </c:pt>
                <c:pt idx="1614">
                  <c:v>37323</c:v>
                </c:pt>
                <c:pt idx="1615">
                  <c:v>37326</c:v>
                </c:pt>
                <c:pt idx="1616">
                  <c:v>37327</c:v>
                </c:pt>
                <c:pt idx="1617">
                  <c:v>37328</c:v>
                </c:pt>
                <c:pt idx="1618">
                  <c:v>37329</c:v>
                </c:pt>
                <c:pt idx="1619">
                  <c:v>37330</c:v>
                </c:pt>
                <c:pt idx="1620">
                  <c:v>37333</c:v>
                </c:pt>
                <c:pt idx="1621">
                  <c:v>37334</c:v>
                </c:pt>
                <c:pt idx="1622">
                  <c:v>37335</c:v>
                </c:pt>
                <c:pt idx="1623">
                  <c:v>37336</c:v>
                </c:pt>
                <c:pt idx="1624">
                  <c:v>37337</c:v>
                </c:pt>
                <c:pt idx="1625">
                  <c:v>37340</c:v>
                </c:pt>
                <c:pt idx="1626">
                  <c:v>37341</c:v>
                </c:pt>
                <c:pt idx="1627">
                  <c:v>37342</c:v>
                </c:pt>
                <c:pt idx="1628">
                  <c:v>37343</c:v>
                </c:pt>
                <c:pt idx="1629">
                  <c:v>37344</c:v>
                </c:pt>
                <c:pt idx="1630">
                  <c:v>37347</c:v>
                </c:pt>
                <c:pt idx="1631">
                  <c:v>37348</c:v>
                </c:pt>
                <c:pt idx="1632">
                  <c:v>37349</c:v>
                </c:pt>
                <c:pt idx="1633">
                  <c:v>37350</c:v>
                </c:pt>
                <c:pt idx="1634">
                  <c:v>37351</c:v>
                </c:pt>
                <c:pt idx="1635">
                  <c:v>37354</c:v>
                </c:pt>
                <c:pt idx="1636">
                  <c:v>37355</c:v>
                </c:pt>
                <c:pt idx="1637">
                  <c:v>37356</c:v>
                </c:pt>
                <c:pt idx="1638">
                  <c:v>37357</c:v>
                </c:pt>
                <c:pt idx="1639">
                  <c:v>37358</c:v>
                </c:pt>
                <c:pt idx="1640">
                  <c:v>37361</c:v>
                </c:pt>
                <c:pt idx="1641">
                  <c:v>37362</c:v>
                </c:pt>
                <c:pt idx="1642">
                  <c:v>37363</c:v>
                </c:pt>
                <c:pt idx="1643">
                  <c:v>37364</c:v>
                </c:pt>
                <c:pt idx="1644">
                  <c:v>37365</c:v>
                </c:pt>
                <c:pt idx="1645">
                  <c:v>37368</c:v>
                </c:pt>
                <c:pt idx="1646">
                  <c:v>37369</c:v>
                </c:pt>
                <c:pt idx="1647">
                  <c:v>37370</c:v>
                </c:pt>
                <c:pt idx="1648">
                  <c:v>37371</c:v>
                </c:pt>
                <c:pt idx="1649">
                  <c:v>37372</c:v>
                </c:pt>
                <c:pt idx="1650">
                  <c:v>37375</c:v>
                </c:pt>
                <c:pt idx="1651">
                  <c:v>37376</c:v>
                </c:pt>
                <c:pt idx="1652">
                  <c:v>37377</c:v>
                </c:pt>
                <c:pt idx="1653">
                  <c:v>37378</c:v>
                </c:pt>
                <c:pt idx="1654">
                  <c:v>37379</c:v>
                </c:pt>
                <c:pt idx="1655">
                  <c:v>37382</c:v>
                </c:pt>
                <c:pt idx="1656">
                  <c:v>37383</c:v>
                </c:pt>
                <c:pt idx="1657">
                  <c:v>37384</c:v>
                </c:pt>
                <c:pt idx="1658">
                  <c:v>37385</c:v>
                </c:pt>
                <c:pt idx="1659">
                  <c:v>37386</c:v>
                </c:pt>
                <c:pt idx="1660">
                  <c:v>37389</c:v>
                </c:pt>
                <c:pt idx="1661">
                  <c:v>37390</c:v>
                </c:pt>
                <c:pt idx="1662">
                  <c:v>37391</c:v>
                </c:pt>
                <c:pt idx="1663">
                  <c:v>37392</c:v>
                </c:pt>
                <c:pt idx="1664">
                  <c:v>37393</c:v>
                </c:pt>
                <c:pt idx="1665">
                  <c:v>37396</c:v>
                </c:pt>
                <c:pt idx="1666">
                  <c:v>37397</c:v>
                </c:pt>
                <c:pt idx="1667">
                  <c:v>37398</c:v>
                </c:pt>
                <c:pt idx="1668">
                  <c:v>37399</c:v>
                </c:pt>
                <c:pt idx="1669">
                  <c:v>37400</c:v>
                </c:pt>
                <c:pt idx="1670">
                  <c:v>37403</c:v>
                </c:pt>
                <c:pt idx="1671">
                  <c:v>37404</c:v>
                </c:pt>
                <c:pt idx="1672">
                  <c:v>37405</c:v>
                </c:pt>
                <c:pt idx="1673">
                  <c:v>37406</c:v>
                </c:pt>
                <c:pt idx="1674">
                  <c:v>37407</c:v>
                </c:pt>
                <c:pt idx="1675">
                  <c:v>37410</c:v>
                </c:pt>
                <c:pt idx="1676">
                  <c:v>37411</c:v>
                </c:pt>
                <c:pt idx="1677">
                  <c:v>37412</c:v>
                </c:pt>
                <c:pt idx="1678">
                  <c:v>37413</c:v>
                </c:pt>
                <c:pt idx="1679">
                  <c:v>37414</c:v>
                </c:pt>
                <c:pt idx="1680">
                  <c:v>37417</c:v>
                </c:pt>
                <c:pt idx="1681">
                  <c:v>37418</c:v>
                </c:pt>
                <c:pt idx="1682">
                  <c:v>37419</c:v>
                </c:pt>
                <c:pt idx="1683">
                  <c:v>37420</c:v>
                </c:pt>
                <c:pt idx="1684">
                  <c:v>37421</c:v>
                </c:pt>
                <c:pt idx="1685">
                  <c:v>37424</c:v>
                </c:pt>
                <c:pt idx="1686">
                  <c:v>37425</c:v>
                </c:pt>
                <c:pt idx="1687">
                  <c:v>37426</c:v>
                </c:pt>
                <c:pt idx="1688">
                  <c:v>37427</c:v>
                </c:pt>
                <c:pt idx="1689">
                  <c:v>37428</c:v>
                </c:pt>
                <c:pt idx="1690">
                  <c:v>37431</c:v>
                </c:pt>
                <c:pt idx="1691">
                  <c:v>37432</c:v>
                </c:pt>
                <c:pt idx="1692">
                  <c:v>37433</c:v>
                </c:pt>
                <c:pt idx="1693">
                  <c:v>37434</c:v>
                </c:pt>
                <c:pt idx="1694">
                  <c:v>37435</c:v>
                </c:pt>
                <c:pt idx="1695">
                  <c:v>37438</c:v>
                </c:pt>
                <c:pt idx="1696">
                  <c:v>37439</c:v>
                </c:pt>
                <c:pt idx="1697">
                  <c:v>37440</c:v>
                </c:pt>
                <c:pt idx="1698">
                  <c:v>37441</c:v>
                </c:pt>
                <c:pt idx="1699">
                  <c:v>37442</c:v>
                </c:pt>
                <c:pt idx="1700">
                  <c:v>37445</c:v>
                </c:pt>
                <c:pt idx="1701">
                  <c:v>37446</c:v>
                </c:pt>
                <c:pt idx="1702">
                  <c:v>37447</c:v>
                </c:pt>
                <c:pt idx="1703">
                  <c:v>37448</c:v>
                </c:pt>
                <c:pt idx="1704">
                  <c:v>37449</c:v>
                </c:pt>
                <c:pt idx="1705">
                  <c:v>37452</c:v>
                </c:pt>
                <c:pt idx="1706">
                  <c:v>37453</c:v>
                </c:pt>
                <c:pt idx="1707">
                  <c:v>37454</c:v>
                </c:pt>
                <c:pt idx="1708">
                  <c:v>37455</c:v>
                </c:pt>
                <c:pt idx="1709">
                  <c:v>37456</c:v>
                </c:pt>
                <c:pt idx="1710">
                  <c:v>37459</c:v>
                </c:pt>
                <c:pt idx="1711">
                  <c:v>37460</c:v>
                </c:pt>
                <c:pt idx="1712">
                  <c:v>37461</c:v>
                </c:pt>
                <c:pt idx="1713">
                  <c:v>37462</c:v>
                </c:pt>
                <c:pt idx="1714">
                  <c:v>37463</c:v>
                </c:pt>
                <c:pt idx="1715">
                  <c:v>37466</c:v>
                </c:pt>
                <c:pt idx="1716">
                  <c:v>37467</c:v>
                </c:pt>
                <c:pt idx="1717">
                  <c:v>37468</c:v>
                </c:pt>
                <c:pt idx="1718">
                  <c:v>37469</c:v>
                </c:pt>
                <c:pt idx="1719">
                  <c:v>37470</c:v>
                </c:pt>
                <c:pt idx="1720">
                  <c:v>37473</c:v>
                </c:pt>
                <c:pt idx="1721">
                  <c:v>37474</c:v>
                </c:pt>
                <c:pt idx="1722">
                  <c:v>37475</c:v>
                </c:pt>
                <c:pt idx="1723">
                  <c:v>37476</c:v>
                </c:pt>
                <c:pt idx="1724">
                  <c:v>37477</c:v>
                </c:pt>
                <c:pt idx="1725">
                  <c:v>37480</c:v>
                </c:pt>
                <c:pt idx="1726">
                  <c:v>37481</c:v>
                </c:pt>
                <c:pt idx="1727">
                  <c:v>37482</c:v>
                </c:pt>
                <c:pt idx="1728">
                  <c:v>37483</c:v>
                </c:pt>
                <c:pt idx="1729">
                  <c:v>37484</c:v>
                </c:pt>
                <c:pt idx="1730">
                  <c:v>37487</c:v>
                </c:pt>
                <c:pt idx="1731">
                  <c:v>37488</c:v>
                </c:pt>
                <c:pt idx="1732">
                  <c:v>37489</c:v>
                </c:pt>
                <c:pt idx="1733">
                  <c:v>37490</c:v>
                </c:pt>
                <c:pt idx="1734">
                  <c:v>37491</c:v>
                </c:pt>
                <c:pt idx="1735">
                  <c:v>37494</c:v>
                </c:pt>
                <c:pt idx="1736">
                  <c:v>37495</c:v>
                </c:pt>
                <c:pt idx="1737">
                  <c:v>37496</c:v>
                </c:pt>
                <c:pt idx="1738">
                  <c:v>37497</c:v>
                </c:pt>
                <c:pt idx="1739">
                  <c:v>37498</c:v>
                </c:pt>
                <c:pt idx="1740">
                  <c:v>37501</c:v>
                </c:pt>
                <c:pt idx="1741">
                  <c:v>37502</c:v>
                </c:pt>
                <c:pt idx="1742">
                  <c:v>37503</c:v>
                </c:pt>
                <c:pt idx="1743">
                  <c:v>37504</c:v>
                </c:pt>
                <c:pt idx="1744">
                  <c:v>37505</c:v>
                </c:pt>
                <c:pt idx="1745">
                  <c:v>37508</c:v>
                </c:pt>
                <c:pt idx="1746">
                  <c:v>37509</c:v>
                </c:pt>
                <c:pt idx="1747">
                  <c:v>37510</c:v>
                </c:pt>
                <c:pt idx="1748">
                  <c:v>37511</c:v>
                </c:pt>
                <c:pt idx="1749">
                  <c:v>37512</c:v>
                </c:pt>
                <c:pt idx="1750">
                  <c:v>37515</c:v>
                </c:pt>
                <c:pt idx="1751">
                  <c:v>37516</c:v>
                </c:pt>
                <c:pt idx="1752">
                  <c:v>37517</c:v>
                </c:pt>
                <c:pt idx="1753">
                  <c:v>37518</c:v>
                </c:pt>
                <c:pt idx="1754">
                  <c:v>37519</c:v>
                </c:pt>
                <c:pt idx="1755">
                  <c:v>37522</c:v>
                </c:pt>
                <c:pt idx="1756">
                  <c:v>37523</c:v>
                </c:pt>
                <c:pt idx="1757">
                  <c:v>37524</c:v>
                </c:pt>
                <c:pt idx="1758">
                  <c:v>37525</c:v>
                </c:pt>
                <c:pt idx="1759">
                  <c:v>37526</c:v>
                </c:pt>
                <c:pt idx="1760">
                  <c:v>37529</c:v>
                </c:pt>
                <c:pt idx="1761">
                  <c:v>37530</c:v>
                </c:pt>
                <c:pt idx="1762">
                  <c:v>37531</c:v>
                </c:pt>
                <c:pt idx="1763">
                  <c:v>37532</c:v>
                </c:pt>
                <c:pt idx="1764">
                  <c:v>37533</c:v>
                </c:pt>
                <c:pt idx="1765">
                  <c:v>37536</c:v>
                </c:pt>
                <c:pt idx="1766">
                  <c:v>37537</c:v>
                </c:pt>
                <c:pt idx="1767">
                  <c:v>37538</c:v>
                </c:pt>
                <c:pt idx="1768">
                  <c:v>37539</c:v>
                </c:pt>
                <c:pt idx="1769">
                  <c:v>37540</c:v>
                </c:pt>
                <c:pt idx="1770">
                  <c:v>37543</c:v>
                </c:pt>
                <c:pt idx="1771">
                  <c:v>37544</c:v>
                </c:pt>
                <c:pt idx="1772">
                  <c:v>37545</c:v>
                </c:pt>
                <c:pt idx="1773">
                  <c:v>37546</c:v>
                </c:pt>
                <c:pt idx="1774">
                  <c:v>37547</c:v>
                </c:pt>
                <c:pt idx="1775">
                  <c:v>37550</c:v>
                </c:pt>
                <c:pt idx="1776">
                  <c:v>37551</c:v>
                </c:pt>
                <c:pt idx="1777">
                  <c:v>37552</c:v>
                </c:pt>
                <c:pt idx="1778">
                  <c:v>37553</c:v>
                </c:pt>
                <c:pt idx="1779">
                  <c:v>37554</c:v>
                </c:pt>
                <c:pt idx="1780">
                  <c:v>37557</c:v>
                </c:pt>
                <c:pt idx="1781">
                  <c:v>37558</c:v>
                </c:pt>
                <c:pt idx="1782">
                  <c:v>37559</c:v>
                </c:pt>
                <c:pt idx="1783">
                  <c:v>37560</c:v>
                </c:pt>
                <c:pt idx="1784">
                  <c:v>37561</c:v>
                </c:pt>
                <c:pt idx="1785">
                  <c:v>37564</c:v>
                </c:pt>
                <c:pt idx="1786">
                  <c:v>37565</c:v>
                </c:pt>
                <c:pt idx="1787">
                  <c:v>37566</c:v>
                </c:pt>
                <c:pt idx="1788">
                  <c:v>37567</c:v>
                </c:pt>
                <c:pt idx="1789">
                  <c:v>37568</c:v>
                </c:pt>
                <c:pt idx="1790">
                  <c:v>37571</c:v>
                </c:pt>
                <c:pt idx="1791">
                  <c:v>37572</c:v>
                </c:pt>
                <c:pt idx="1792">
                  <c:v>37573</c:v>
                </c:pt>
                <c:pt idx="1793">
                  <c:v>37574</c:v>
                </c:pt>
                <c:pt idx="1794">
                  <c:v>37575</c:v>
                </c:pt>
                <c:pt idx="1795">
                  <c:v>37578</c:v>
                </c:pt>
                <c:pt idx="1796">
                  <c:v>37579</c:v>
                </c:pt>
                <c:pt idx="1797">
                  <c:v>37580</c:v>
                </c:pt>
                <c:pt idx="1798">
                  <c:v>37581</c:v>
                </c:pt>
                <c:pt idx="1799">
                  <c:v>37582</c:v>
                </c:pt>
                <c:pt idx="1800">
                  <c:v>37585</c:v>
                </c:pt>
                <c:pt idx="1801">
                  <c:v>37586</c:v>
                </c:pt>
                <c:pt idx="1802">
                  <c:v>37587</c:v>
                </c:pt>
                <c:pt idx="1803">
                  <c:v>37588</c:v>
                </c:pt>
                <c:pt idx="1804">
                  <c:v>37589</c:v>
                </c:pt>
                <c:pt idx="1805">
                  <c:v>37592</c:v>
                </c:pt>
                <c:pt idx="1806">
                  <c:v>37593</c:v>
                </c:pt>
                <c:pt idx="1807">
                  <c:v>37594</c:v>
                </c:pt>
                <c:pt idx="1808">
                  <c:v>37595</c:v>
                </c:pt>
                <c:pt idx="1809">
                  <c:v>37596</c:v>
                </c:pt>
                <c:pt idx="1810">
                  <c:v>37599</c:v>
                </c:pt>
                <c:pt idx="1811">
                  <c:v>37600</c:v>
                </c:pt>
                <c:pt idx="1812">
                  <c:v>37601</c:v>
                </c:pt>
                <c:pt idx="1813">
                  <c:v>37602</c:v>
                </c:pt>
                <c:pt idx="1814">
                  <c:v>37603</c:v>
                </c:pt>
                <c:pt idx="1815">
                  <c:v>37606</c:v>
                </c:pt>
                <c:pt idx="1816">
                  <c:v>37607</c:v>
                </c:pt>
                <c:pt idx="1817">
                  <c:v>37608</c:v>
                </c:pt>
                <c:pt idx="1818">
                  <c:v>37609</c:v>
                </c:pt>
                <c:pt idx="1819">
                  <c:v>37610</c:v>
                </c:pt>
                <c:pt idx="1820">
                  <c:v>37613</c:v>
                </c:pt>
                <c:pt idx="1821">
                  <c:v>37614</c:v>
                </c:pt>
                <c:pt idx="1822">
                  <c:v>37615</c:v>
                </c:pt>
                <c:pt idx="1823">
                  <c:v>37616</c:v>
                </c:pt>
                <c:pt idx="1824">
                  <c:v>37617</c:v>
                </c:pt>
                <c:pt idx="1825">
                  <c:v>37620</c:v>
                </c:pt>
                <c:pt idx="1826">
                  <c:v>37621</c:v>
                </c:pt>
                <c:pt idx="1827">
                  <c:v>37622</c:v>
                </c:pt>
                <c:pt idx="1828">
                  <c:v>37623</c:v>
                </c:pt>
                <c:pt idx="1829">
                  <c:v>37624</c:v>
                </c:pt>
                <c:pt idx="1830">
                  <c:v>37627</c:v>
                </c:pt>
                <c:pt idx="1831">
                  <c:v>37628</c:v>
                </c:pt>
                <c:pt idx="1832">
                  <c:v>37629</c:v>
                </c:pt>
                <c:pt idx="1833">
                  <c:v>37630</c:v>
                </c:pt>
                <c:pt idx="1834">
                  <c:v>37631</c:v>
                </c:pt>
                <c:pt idx="1835">
                  <c:v>37634</c:v>
                </c:pt>
                <c:pt idx="1836">
                  <c:v>37635</c:v>
                </c:pt>
                <c:pt idx="1837">
                  <c:v>37636</c:v>
                </c:pt>
                <c:pt idx="1838">
                  <c:v>37637</c:v>
                </c:pt>
                <c:pt idx="1839">
                  <c:v>37638</c:v>
                </c:pt>
                <c:pt idx="1840">
                  <c:v>37641</c:v>
                </c:pt>
                <c:pt idx="1841">
                  <c:v>37642</c:v>
                </c:pt>
                <c:pt idx="1842">
                  <c:v>37643</c:v>
                </c:pt>
                <c:pt idx="1843">
                  <c:v>37644</c:v>
                </c:pt>
                <c:pt idx="1844">
                  <c:v>37645</c:v>
                </c:pt>
                <c:pt idx="1845">
                  <c:v>37648</c:v>
                </c:pt>
                <c:pt idx="1846">
                  <c:v>37649</c:v>
                </c:pt>
                <c:pt idx="1847">
                  <c:v>37650</c:v>
                </c:pt>
                <c:pt idx="1848">
                  <c:v>37651</c:v>
                </c:pt>
                <c:pt idx="1849">
                  <c:v>37652</c:v>
                </c:pt>
                <c:pt idx="1850">
                  <c:v>37655</c:v>
                </c:pt>
                <c:pt idx="1851">
                  <c:v>37656</c:v>
                </c:pt>
                <c:pt idx="1852">
                  <c:v>37657</c:v>
                </c:pt>
                <c:pt idx="1853">
                  <c:v>37658</c:v>
                </c:pt>
                <c:pt idx="1854">
                  <c:v>37659</c:v>
                </c:pt>
                <c:pt idx="1855">
                  <c:v>37662</c:v>
                </c:pt>
                <c:pt idx="1856">
                  <c:v>37663</c:v>
                </c:pt>
                <c:pt idx="1857">
                  <c:v>37664</c:v>
                </c:pt>
                <c:pt idx="1858">
                  <c:v>37665</c:v>
                </c:pt>
                <c:pt idx="1859">
                  <c:v>37666</c:v>
                </c:pt>
                <c:pt idx="1860">
                  <c:v>37669</c:v>
                </c:pt>
                <c:pt idx="1861">
                  <c:v>37670</c:v>
                </c:pt>
                <c:pt idx="1862">
                  <c:v>37671</c:v>
                </c:pt>
                <c:pt idx="1863">
                  <c:v>37672</c:v>
                </c:pt>
                <c:pt idx="1864">
                  <c:v>37673</c:v>
                </c:pt>
                <c:pt idx="1865">
                  <c:v>37676</c:v>
                </c:pt>
                <c:pt idx="1866">
                  <c:v>37677</c:v>
                </c:pt>
                <c:pt idx="1867">
                  <c:v>37678</c:v>
                </c:pt>
                <c:pt idx="1868">
                  <c:v>37679</c:v>
                </c:pt>
                <c:pt idx="1869">
                  <c:v>37680</c:v>
                </c:pt>
                <c:pt idx="1870">
                  <c:v>37683</c:v>
                </c:pt>
                <c:pt idx="1871">
                  <c:v>37684</c:v>
                </c:pt>
                <c:pt idx="1872">
                  <c:v>37685</c:v>
                </c:pt>
                <c:pt idx="1873">
                  <c:v>37686</c:v>
                </c:pt>
                <c:pt idx="1874">
                  <c:v>37687</c:v>
                </c:pt>
                <c:pt idx="1875">
                  <c:v>37690</c:v>
                </c:pt>
                <c:pt idx="1876">
                  <c:v>37691</c:v>
                </c:pt>
                <c:pt idx="1877">
                  <c:v>37692</c:v>
                </c:pt>
                <c:pt idx="1878">
                  <c:v>37693</c:v>
                </c:pt>
                <c:pt idx="1879">
                  <c:v>37694</c:v>
                </c:pt>
                <c:pt idx="1880">
                  <c:v>37697</c:v>
                </c:pt>
                <c:pt idx="1881">
                  <c:v>37698</c:v>
                </c:pt>
                <c:pt idx="1882">
                  <c:v>37699</c:v>
                </c:pt>
                <c:pt idx="1883">
                  <c:v>37700</c:v>
                </c:pt>
                <c:pt idx="1884">
                  <c:v>37701</c:v>
                </c:pt>
                <c:pt idx="1885">
                  <c:v>37704</c:v>
                </c:pt>
                <c:pt idx="1886">
                  <c:v>37705</c:v>
                </c:pt>
                <c:pt idx="1887">
                  <c:v>37706</c:v>
                </c:pt>
                <c:pt idx="1888">
                  <c:v>37707</c:v>
                </c:pt>
                <c:pt idx="1889">
                  <c:v>37708</c:v>
                </c:pt>
                <c:pt idx="1890">
                  <c:v>37711</c:v>
                </c:pt>
                <c:pt idx="1891">
                  <c:v>37712</c:v>
                </c:pt>
                <c:pt idx="1892">
                  <c:v>37713</c:v>
                </c:pt>
                <c:pt idx="1893">
                  <c:v>37714</c:v>
                </c:pt>
                <c:pt idx="1894">
                  <c:v>37715</c:v>
                </c:pt>
                <c:pt idx="1895">
                  <c:v>37718</c:v>
                </c:pt>
                <c:pt idx="1896">
                  <c:v>37719</c:v>
                </c:pt>
                <c:pt idx="1897">
                  <c:v>37720</c:v>
                </c:pt>
                <c:pt idx="1898">
                  <c:v>37721</c:v>
                </c:pt>
                <c:pt idx="1899">
                  <c:v>37722</c:v>
                </c:pt>
                <c:pt idx="1900">
                  <c:v>37725</c:v>
                </c:pt>
                <c:pt idx="1901">
                  <c:v>37726</c:v>
                </c:pt>
                <c:pt idx="1902">
                  <c:v>37727</c:v>
                </c:pt>
                <c:pt idx="1903">
                  <c:v>37728</c:v>
                </c:pt>
                <c:pt idx="1904">
                  <c:v>37729</c:v>
                </c:pt>
                <c:pt idx="1905">
                  <c:v>37732</c:v>
                </c:pt>
                <c:pt idx="1906">
                  <c:v>37733</c:v>
                </c:pt>
                <c:pt idx="1907">
                  <c:v>37734</c:v>
                </c:pt>
                <c:pt idx="1908">
                  <c:v>37735</c:v>
                </c:pt>
                <c:pt idx="1909">
                  <c:v>37736</c:v>
                </c:pt>
                <c:pt idx="1910">
                  <c:v>37739</c:v>
                </c:pt>
                <c:pt idx="1911">
                  <c:v>37740</c:v>
                </c:pt>
                <c:pt idx="1912">
                  <c:v>37741</c:v>
                </c:pt>
                <c:pt idx="1913">
                  <c:v>37742</c:v>
                </c:pt>
                <c:pt idx="1914">
                  <c:v>37743</c:v>
                </c:pt>
                <c:pt idx="1915">
                  <c:v>37746</c:v>
                </c:pt>
                <c:pt idx="1916">
                  <c:v>37747</c:v>
                </c:pt>
                <c:pt idx="1917">
                  <c:v>37748</c:v>
                </c:pt>
                <c:pt idx="1918">
                  <c:v>37749</c:v>
                </c:pt>
                <c:pt idx="1919">
                  <c:v>37750</c:v>
                </c:pt>
                <c:pt idx="1920">
                  <c:v>37753</c:v>
                </c:pt>
                <c:pt idx="1921">
                  <c:v>37754</c:v>
                </c:pt>
                <c:pt idx="1922">
                  <c:v>37755</c:v>
                </c:pt>
                <c:pt idx="1923">
                  <c:v>37756</c:v>
                </c:pt>
                <c:pt idx="1924">
                  <c:v>37757</c:v>
                </c:pt>
                <c:pt idx="1925">
                  <c:v>37760</c:v>
                </c:pt>
                <c:pt idx="1926">
                  <c:v>37761</c:v>
                </c:pt>
                <c:pt idx="1927">
                  <c:v>37762</c:v>
                </c:pt>
                <c:pt idx="1928">
                  <c:v>37763</c:v>
                </c:pt>
                <c:pt idx="1929">
                  <c:v>37764</c:v>
                </c:pt>
                <c:pt idx="1930">
                  <c:v>37767</c:v>
                </c:pt>
                <c:pt idx="1931">
                  <c:v>37768</c:v>
                </c:pt>
                <c:pt idx="1932">
                  <c:v>37769</c:v>
                </c:pt>
                <c:pt idx="1933">
                  <c:v>37770</c:v>
                </c:pt>
                <c:pt idx="1934">
                  <c:v>37771</c:v>
                </c:pt>
                <c:pt idx="1935">
                  <c:v>37774</c:v>
                </c:pt>
                <c:pt idx="1936">
                  <c:v>37775</c:v>
                </c:pt>
                <c:pt idx="1937">
                  <c:v>37776</c:v>
                </c:pt>
                <c:pt idx="1938">
                  <c:v>37777</c:v>
                </c:pt>
                <c:pt idx="1939">
                  <c:v>37778</c:v>
                </c:pt>
                <c:pt idx="1940">
                  <c:v>37781</c:v>
                </c:pt>
                <c:pt idx="1941">
                  <c:v>37782</c:v>
                </c:pt>
                <c:pt idx="1942">
                  <c:v>37783</c:v>
                </c:pt>
                <c:pt idx="1943">
                  <c:v>37784</c:v>
                </c:pt>
                <c:pt idx="1944">
                  <c:v>37785</c:v>
                </c:pt>
                <c:pt idx="1945">
                  <c:v>37788</c:v>
                </c:pt>
                <c:pt idx="1946">
                  <c:v>37789</c:v>
                </c:pt>
                <c:pt idx="1947">
                  <c:v>37790</c:v>
                </c:pt>
                <c:pt idx="1948">
                  <c:v>37791</c:v>
                </c:pt>
                <c:pt idx="1949">
                  <c:v>37792</c:v>
                </c:pt>
                <c:pt idx="1950">
                  <c:v>37795</c:v>
                </c:pt>
                <c:pt idx="1951">
                  <c:v>37796</c:v>
                </c:pt>
                <c:pt idx="1952">
                  <c:v>37797</c:v>
                </c:pt>
                <c:pt idx="1953">
                  <c:v>37798</c:v>
                </c:pt>
                <c:pt idx="1954">
                  <c:v>37799</c:v>
                </c:pt>
                <c:pt idx="1955">
                  <c:v>37802</c:v>
                </c:pt>
                <c:pt idx="1956">
                  <c:v>37803</c:v>
                </c:pt>
                <c:pt idx="1957">
                  <c:v>37804</c:v>
                </c:pt>
                <c:pt idx="1958">
                  <c:v>37805</c:v>
                </c:pt>
                <c:pt idx="1959">
                  <c:v>37806</c:v>
                </c:pt>
                <c:pt idx="1960">
                  <c:v>37809</c:v>
                </c:pt>
                <c:pt idx="1961">
                  <c:v>37810</c:v>
                </c:pt>
                <c:pt idx="1962">
                  <c:v>37811</c:v>
                </c:pt>
                <c:pt idx="1963">
                  <c:v>37812</c:v>
                </c:pt>
                <c:pt idx="1964">
                  <c:v>37813</c:v>
                </c:pt>
                <c:pt idx="1965">
                  <c:v>37816</c:v>
                </c:pt>
                <c:pt idx="1966">
                  <c:v>37817</c:v>
                </c:pt>
                <c:pt idx="1967">
                  <c:v>37818</c:v>
                </c:pt>
                <c:pt idx="1968">
                  <c:v>37819</c:v>
                </c:pt>
                <c:pt idx="1969">
                  <c:v>37820</c:v>
                </c:pt>
                <c:pt idx="1970">
                  <c:v>37823</c:v>
                </c:pt>
                <c:pt idx="1971">
                  <c:v>37824</c:v>
                </c:pt>
                <c:pt idx="1972">
                  <c:v>37825</c:v>
                </c:pt>
                <c:pt idx="1973">
                  <c:v>37826</c:v>
                </c:pt>
                <c:pt idx="1974">
                  <c:v>37827</c:v>
                </c:pt>
                <c:pt idx="1975">
                  <c:v>37830</c:v>
                </c:pt>
                <c:pt idx="1976">
                  <c:v>37831</c:v>
                </c:pt>
                <c:pt idx="1977">
                  <c:v>37832</c:v>
                </c:pt>
                <c:pt idx="1978">
                  <c:v>37833</c:v>
                </c:pt>
                <c:pt idx="1979">
                  <c:v>37834</c:v>
                </c:pt>
                <c:pt idx="1980">
                  <c:v>37837</c:v>
                </c:pt>
                <c:pt idx="1981">
                  <c:v>37838</c:v>
                </c:pt>
                <c:pt idx="1982">
                  <c:v>37839</c:v>
                </c:pt>
                <c:pt idx="1983">
                  <c:v>37840</c:v>
                </c:pt>
                <c:pt idx="1984">
                  <c:v>37841</c:v>
                </c:pt>
                <c:pt idx="1985">
                  <c:v>37844</c:v>
                </c:pt>
                <c:pt idx="1986">
                  <c:v>37845</c:v>
                </c:pt>
                <c:pt idx="1987">
                  <c:v>37846</c:v>
                </c:pt>
                <c:pt idx="1988">
                  <c:v>37847</c:v>
                </c:pt>
                <c:pt idx="1989">
                  <c:v>37848</c:v>
                </c:pt>
                <c:pt idx="1990">
                  <c:v>37851</c:v>
                </c:pt>
                <c:pt idx="1991">
                  <c:v>37852</c:v>
                </c:pt>
                <c:pt idx="1992">
                  <c:v>37853</c:v>
                </c:pt>
                <c:pt idx="1993">
                  <c:v>37854</c:v>
                </c:pt>
                <c:pt idx="1994">
                  <c:v>37855</c:v>
                </c:pt>
                <c:pt idx="1995">
                  <c:v>37858</c:v>
                </c:pt>
                <c:pt idx="1996">
                  <c:v>37859</c:v>
                </c:pt>
                <c:pt idx="1997">
                  <c:v>37860</c:v>
                </c:pt>
                <c:pt idx="1998">
                  <c:v>37861</c:v>
                </c:pt>
                <c:pt idx="1999">
                  <c:v>37862</c:v>
                </c:pt>
                <c:pt idx="2000">
                  <c:v>37865</c:v>
                </c:pt>
                <c:pt idx="2001">
                  <c:v>37866</c:v>
                </c:pt>
                <c:pt idx="2002">
                  <c:v>37867</c:v>
                </c:pt>
                <c:pt idx="2003">
                  <c:v>37868</c:v>
                </c:pt>
                <c:pt idx="2004">
                  <c:v>37869</c:v>
                </c:pt>
                <c:pt idx="2005">
                  <c:v>37872</c:v>
                </c:pt>
                <c:pt idx="2006">
                  <c:v>37873</c:v>
                </c:pt>
                <c:pt idx="2007">
                  <c:v>37874</c:v>
                </c:pt>
                <c:pt idx="2008">
                  <c:v>37875</c:v>
                </c:pt>
                <c:pt idx="2009">
                  <c:v>37876</c:v>
                </c:pt>
                <c:pt idx="2010">
                  <c:v>37879</c:v>
                </c:pt>
                <c:pt idx="2011">
                  <c:v>37880</c:v>
                </c:pt>
                <c:pt idx="2012">
                  <c:v>37881</c:v>
                </c:pt>
                <c:pt idx="2013">
                  <c:v>37882</c:v>
                </c:pt>
                <c:pt idx="2014">
                  <c:v>37883</c:v>
                </c:pt>
                <c:pt idx="2015">
                  <c:v>37886</c:v>
                </c:pt>
                <c:pt idx="2016">
                  <c:v>37887</c:v>
                </c:pt>
                <c:pt idx="2017">
                  <c:v>37888</c:v>
                </c:pt>
                <c:pt idx="2018">
                  <c:v>37889</c:v>
                </c:pt>
                <c:pt idx="2019">
                  <c:v>37890</c:v>
                </c:pt>
                <c:pt idx="2020">
                  <c:v>37893</c:v>
                </c:pt>
                <c:pt idx="2021">
                  <c:v>37894</c:v>
                </c:pt>
                <c:pt idx="2022">
                  <c:v>37895</c:v>
                </c:pt>
                <c:pt idx="2023">
                  <c:v>37896</c:v>
                </c:pt>
                <c:pt idx="2024">
                  <c:v>37897</c:v>
                </c:pt>
                <c:pt idx="2025">
                  <c:v>37900</c:v>
                </c:pt>
                <c:pt idx="2026">
                  <c:v>37901</c:v>
                </c:pt>
                <c:pt idx="2027">
                  <c:v>37902</c:v>
                </c:pt>
                <c:pt idx="2028">
                  <c:v>37903</c:v>
                </c:pt>
                <c:pt idx="2029">
                  <c:v>37904</c:v>
                </c:pt>
                <c:pt idx="2030">
                  <c:v>37907</c:v>
                </c:pt>
                <c:pt idx="2031">
                  <c:v>37908</c:v>
                </c:pt>
                <c:pt idx="2032">
                  <c:v>37909</c:v>
                </c:pt>
                <c:pt idx="2033">
                  <c:v>37910</c:v>
                </c:pt>
                <c:pt idx="2034">
                  <c:v>37911</c:v>
                </c:pt>
                <c:pt idx="2035">
                  <c:v>37914</c:v>
                </c:pt>
                <c:pt idx="2036">
                  <c:v>37915</c:v>
                </c:pt>
                <c:pt idx="2037">
                  <c:v>37916</c:v>
                </c:pt>
                <c:pt idx="2038">
                  <c:v>37917</c:v>
                </c:pt>
                <c:pt idx="2039">
                  <c:v>37918</c:v>
                </c:pt>
                <c:pt idx="2040">
                  <c:v>37921</c:v>
                </c:pt>
                <c:pt idx="2041">
                  <c:v>37922</c:v>
                </c:pt>
                <c:pt idx="2042">
                  <c:v>37923</c:v>
                </c:pt>
                <c:pt idx="2043">
                  <c:v>37924</c:v>
                </c:pt>
                <c:pt idx="2044">
                  <c:v>37925</c:v>
                </c:pt>
                <c:pt idx="2045">
                  <c:v>37928</c:v>
                </c:pt>
                <c:pt idx="2046">
                  <c:v>37929</c:v>
                </c:pt>
                <c:pt idx="2047">
                  <c:v>37930</c:v>
                </c:pt>
                <c:pt idx="2048">
                  <c:v>37931</c:v>
                </c:pt>
                <c:pt idx="2049">
                  <c:v>37932</c:v>
                </c:pt>
                <c:pt idx="2050">
                  <c:v>37935</c:v>
                </c:pt>
                <c:pt idx="2051">
                  <c:v>37936</c:v>
                </c:pt>
                <c:pt idx="2052">
                  <c:v>37937</c:v>
                </c:pt>
                <c:pt idx="2053">
                  <c:v>37938</c:v>
                </c:pt>
                <c:pt idx="2054">
                  <c:v>37939</c:v>
                </c:pt>
                <c:pt idx="2055">
                  <c:v>37942</c:v>
                </c:pt>
                <c:pt idx="2056">
                  <c:v>37943</c:v>
                </c:pt>
                <c:pt idx="2057">
                  <c:v>37944</c:v>
                </c:pt>
                <c:pt idx="2058">
                  <c:v>37945</c:v>
                </c:pt>
                <c:pt idx="2059">
                  <c:v>37946</c:v>
                </c:pt>
                <c:pt idx="2060">
                  <c:v>37949</c:v>
                </c:pt>
                <c:pt idx="2061">
                  <c:v>37950</c:v>
                </c:pt>
                <c:pt idx="2062">
                  <c:v>37951</c:v>
                </c:pt>
                <c:pt idx="2063">
                  <c:v>37952</c:v>
                </c:pt>
                <c:pt idx="2064">
                  <c:v>37953</c:v>
                </c:pt>
                <c:pt idx="2065">
                  <c:v>37956</c:v>
                </c:pt>
                <c:pt idx="2066">
                  <c:v>37957</c:v>
                </c:pt>
                <c:pt idx="2067">
                  <c:v>37958</c:v>
                </c:pt>
                <c:pt idx="2068">
                  <c:v>37959</c:v>
                </c:pt>
                <c:pt idx="2069">
                  <c:v>37960</c:v>
                </c:pt>
                <c:pt idx="2070">
                  <c:v>37963</c:v>
                </c:pt>
                <c:pt idx="2071">
                  <c:v>37964</c:v>
                </c:pt>
                <c:pt idx="2072">
                  <c:v>37965</c:v>
                </c:pt>
                <c:pt idx="2073">
                  <c:v>37966</c:v>
                </c:pt>
                <c:pt idx="2074">
                  <c:v>37967</c:v>
                </c:pt>
                <c:pt idx="2075">
                  <c:v>37970</c:v>
                </c:pt>
                <c:pt idx="2076">
                  <c:v>37971</c:v>
                </c:pt>
                <c:pt idx="2077">
                  <c:v>37972</c:v>
                </c:pt>
                <c:pt idx="2078">
                  <c:v>37973</c:v>
                </c:pt>
                <c:pt idx="2079">
                  <c:v>37974</c:v>
                </c:pt>
                <c:pt idx="2080">
                  <c:v>37977</c:v>
                </c:pt>
                <c:pt idx="2081">
                  <c:v>37978</c:v>
                </c:pt>
                <c:pt idx="2082">
                  <c:v>37979</c:v>
                </c:pt>
                <c:pt idx="2083">
                  <c:v>37980</c:v>
                </c:pt>
                <c:pt idx="2084">
                  <c:v>37981</c:v>
                </c:pt>
                <c:pt idx="2085">
                  <c:v>37984</c:v>
                </c:pt>
                <c:pt idx="2086">
                  <c:v>37985</c:v>
                </c:pt>
                <c:pt idx="2087">
                  <c:v>37986</c:v>
                </c:pt>
              </c:numCache>
            </c:numRef>
          </c:cat>
          <c:val>
            <c:numRef>
              <c:f>图5图6!$E$2:$E$2089</c:f>
              <c:numCache>
                <c:formatCode>0.00</c:formatCode>
                <c:ptCount val="2088"/>
                <c:pt idx="1">
                  <c:v>7.38</c:v>
                </c:pt>
                <c:pt idx="2">
                  <c:v>7.37</c:v>
                </c:pt>
                <c:pt idx="3">
                  <c:v>7.44</c:v>
                </c:pt>
                <c:pt idx="4">
                  <c:v>7.5</c:v>
                </c:pt>
                <c:pt idx="5">
                  <c:v>7.49</c:v>
                </c:pt>
                <c:pt idx="6">
                  <c:v>7.46</c:v>
                </c:pt>
                <c:pt idx="7">
                  <c:v>7.57</c:v>
                </c:pt>
                <c:pt idx="8">
                  <c:v>7.56</c:v>
                </c:pt>
                <c:pt idx="9">
                  <c:v>7.54</c:v>
                </c:pt>
                <c:pt idx="10">
                  <c:v>7.55</c:v>
                </c:pt>
                <c:pt idx="11">
                  <c:v>7.5</c:v>
                </c:pt>
                <c:pt idx="12">
                  <c:v>7.43</c:v>
                </c:pt>
                <c:pt idx="13">
                  <c:v>7.39</c:v>
                </c:pt>
                <c:pt idx="14">
                  <c:v>7.38</c:v>
                </c:pt>
                <c:pt idx="15">
                  <c:v>7.45</c:v>
                </c:pt>
                <c:pt idx="16">
                  <c:v>7.48</c:v>
                </c:pt>
                <c:pt idx="17">
                  <c:v>7.45</c:v>
                </c:pt>
                <c:pt idx="18">
                  <c:v>7.49</c:v>
                </c:pt>
                <c:pt idx="19">
                  <c:v>7.47</c:v>
                </c:pt>
                <c:pt idx="20">
                  <c:v>7.49</c:v>
                </c:pt>
                <c:pt idx="21">
                  <c:v>7.44</c:v>
                </c:pt>
                <c:pt idx="22">
                  <c:v>7.42</c:v>
                </c:pt>
                <c:pt idx="23">
                  <c:v>7.46</c:v>
                </c:pt>
                <c:pt idx="24">
                  <c:v>7.5</c:v>
                </c:pt>
                <c:pt idx="25">
                  <c:v>7.52</c:v>
                </c:pt>
                <c:pt idx="26">
                  <c:v>7.49</c:v>
                </c:pt>
                <c:pt idx="27">
                  <c:v>7.49</c:v>
                </c:pt>
                <c:pt idx="28">
                  <c:v>7.51</c:v>
                </c:pt>
                <c:pt idx="29">
                  <c:v>7.5</c:v>
                </c:pt>
                <c:pt idx="30">
                  <c:v>7.44</c:v>
                </c:pt>
                <c:pt idx="31">
                  <c:v>7.42</c:v>
                </c:pt>
                <c:pt idx="32">
                  <c:v>7.46</c:v>
                </c:pt>
                <c:pt idx="33">
                  <c:v>7.55</c:v>
                </c:pt>
                <c:pt idx="34">
                  <c:v>7.63</c:v>
                </c:pt>
                <c:pt idx="36">
                  <c:v>7.76</c:v>
                </c:pt>
                <c:pt idx="37">
                  <c:v>7.76</c:v>
                </c:pt>
                <c:pt idx="38">
                  <c:v>7.75</c:v>
                </c:pt>
                <c:pt idx="39">
                  <c:v>7.81</c:v>
                </c:pt>
                <c:pt idx="40">
                  <c:v>7.82</c:v>
                </c:pt>
                <c:pt idx="41">
                  <c:v>7.87</c:v>
                </c:pt>
                <c:pt idx="42">
                  <c:v>7.88</c:v>
                </c:pt>
                <c:pt idx="43">
                  <c:v>7.91</c:v>
                </c:pt>
                <c:pt idx="44">
                  <c:v>7.81</c:v>
                </c:pt>
                <c:pt idx="45">
                  <c:v>7.78</c:v>
                </c:pt>
                <c:pt idx="46">
                  <c:v>7.81</c:v>
                </c:pt>
                <c:pt idx="47">
                  <c:v>7.88</c:v>
                </c:pt>
                <c:pt idx="48">
                  <c:v>7.9</c:v>
                </c:pt>
                <c:pt idx="49">
                  <c:v>8.1199999999999992</c:v>
                </c:pt>
                <c:pt idx="50">
                  <c:v>8.06</c:v>
                </c:pt>
                <c:pt idx="51">
                  <c:v>8.1</c:v>
                </c:pt>
                <c:pt idx="52">
                  <c:v>8.08</c:v>
                </c:pt>
                <c:pt idx="53">
                  <c:v>8.08</c:v>
                </c:pt>
                <c:pt idx="54">
                  <c:v>8.16</c:v>
                </c:pt>
                <c:pt idx="55">
                  <c:v>8.15</c:v>
                </c:pt>
                <c:pt idx="56">
                  <c:v>8.1199999999999992</c:v>
                </c:pt>
                <c:pt idx="57">
                  <c:v>8.1</c:v>
                </c:pt>
                <c:pt idx="58">
                  <c:v>8.06</c:v>
                </c:pt>
                <c:pt idx="59">
                  <c:v>8.09</c:v>
                </c:pt>
                <c:pt idx="60">
                  <c:v>8.02</c:v>
                </c:pt>
                <c:pt idx="61">
                  <c:v>8.0299999999999994</c:v>
                </c:pt>
                <c:pt idx="62">
                  <c:v>8.1199999999999992</c:v>
                </c:pt>
                <c:pt idx="63">
                  <c:v>8.17</c:v>
                </c:pt>
                <c:pt idx="64">
                  <c:v>8.1199999999999992</c:v>
                </c:pt>
                <c:pt idx="65">
                  <c:v>8.1</c:v>
                </c:pt>
                <c:pt idx="66">
                  <c:v>8.06</c:v>
                </c:pt>
                <c:pt idx="67">
                  <c:v>8.08</c:v>
                </c:pt>
                <c:pt idx="68">
                  <c:v>8.1</c:v>
                </c:pt>
                <c:pt idx="69">
                  <c:v>8.25</c:v>
                </c:pt>
                <c:pt idx="70">
                  <c:v>8.34</c:v>
                </c:pt>
                <c:pt idx="71">
                  <c:v>8.26</c:v>
                </c:pt>
                <c:pt idx="72">
                  <c:v>8.33</c:v>
                </c:pt>
                <c:pt idx="73">
                  <c:v>8.34</c:v>
                </c:pt>
                <c:pt idx="74">
                  <c:v>8.2200000000000006</c:v>
                </c:pt>
                <c:pt idx="75">
                  <c:v>8.19</c:v>
                </c:pt>
                <c:pt idx="76">
                  <c:v>8.16</c:v>
                </c:pt>
                <c:pt idx="77">
                  <c:v>8.19</c:v>
                </c:pt>
                <c:pt idx="78">
                  <c:v>8.2200000000000006</c:v>
                </c:pt>
                <c:pt idx="79">
                  <c:v>8.18</c:v>
                </c:pt>
                <c:pt idx="80">
                  <c:v>8.1300000000000008</c:v>
                </c:pt>
                <c:pt idx="81">
                  <c:v>8.16</c:v>
                </c:pt>
                <c:pt idx="82">
                  <c:v>8.18</c:v>
                </c:pt>
                <c:pt idx="83">
                  <c:v>8.18</c:v>
                </c:pt>
                <c:pt idx="84">
                  <c:v>8.17</c:v>
                </c:pt>
                <c:pt idx="85">
                  <c:v>8.1999999999999993</c:v>
                </c:pt>
                <c:pt idx="86">
                  <c:v>8.27</c:v>
                </c:pt>
                <c:pt idx="87">
                  <c:v>8.2899999999999991</c:v>
                </c:pt>
                <c:pt idx="88">
                  <c:v>8.43</c:v>
                </c:pt>
                <c:pt idx="89">
                  <c:v>8.48</c:v>
                </c:pt>
                <c:pt idx="90">
                  <c:v>8.4600000000000009</c:v>
                </c:pt>
                <c:pt idx="91">
                  <c:v>8.4499999999999993</c:v>
                </c:pt>
                <c:pt idx="92">
                  <c:v>8.3800000000000008</c:v>
                </c:pt>
                <c:pt idx="93">
                  <c:v>8.39</c:v>
                </c:pt>
                <c:pt idx="94">
                  <c:v>8.32</c:v>
                </c:pt>
                <c:pt idx="95">
                  <c:v>8.2899999999999991</c:v>
                </c:pt>
                <c:pt idx="96">
                  <c:v>8.24</c:v>
                </c:pt>
                <c:pt idx="97">
                  <c:v>8.23</c:v>
                </c:pt>
                <c:pt idx="98">
                  <c:v>8.27</c:v>
                </c:pt>
                <c:pt idx="99">
                  <c:v>8.2200000000000006</c:v>
                </c:pt>
                <c:pt idx="100">
                  <c:v>8.19</c:v>
                </c:pt>
                <c:pt idx="101">
                  <c:v>8.2100000000000009</c:v>
                </c:pt>
                <c:pt idx="102">
                  <c:v>8.18</c:v>
                </c:pt>
                <c:pt idx="103">
                  <c:v>8.23</c:v>
                </c:pt>
                <c:pt idx="104">
                  <c:v>8.2100000000000009</c:v>
                </c:pt>
                <c:pt idx="106">
                  <c:v>8.2100000000000009</c:v>
                </c:pt>
                <c:pt idx="107">
                  <c:v>8.27</c:v>
                </c:pt>
                <c:pt idx="108">
                  <c:v>8.27</c:v>
                </c:pt>
                <c:pt idx="109">
                  <c:v>8.33</c:v>
                </c:pt>
                <c:pt idx="110">
                  <c:v>8.35</c:v>
                </c:pt>
                <c:pt idx="111">
                  <c:v>8.35</c:v>
                </c:pt>
                <c:pt idx="112">
                  <c:v>8.33</c:v>
                </c:pt>
                <c:pt idx="113">
                  <c:v>8.25</c:v>
                </c:pt>
                <c:pt idx="114">
                  <c:v>8.41</c:v>
                </c:pt>
                <c:pt idx="115">
                  <c:v>8.43</c:v>
                </c:pt>
                <c:pt idx="116">
                  <c:v>8.4499999999999993</c:v>
                </c:pt>
                <c:pt idx="117">
                  <c:v>8.51</c:v>
                </c:pt>
                <c:pt idx="118">
                  <c:v>8.51</c:v>
                </c:pt>
                <c:pt idx="119">
                  <c:v>8.44</c:v>
                </c:pt>
                <c:pt idx="120">
                  <c:v>8.4</c:v>
                </c:pt>
                <c:pt idx="121">
                  <c:v>8.43</c:v>
                </c:pt>
                <c:pt idx="122">
                  <c:v>8.44</c:v>
                </c:pt>
                <c:pt idx="123">
                  <c:v>8.4600000000000009</c:v>
                </c:pt>
                <c:pt idx="124">
                  <c:v>8.4600000000000009</c:v>
                </c:pt>
                <c:pt idx="125">
                  <c:v>8.42</c:v>
                </c:pt>
                <c:pt idx="126">
                  <c:v>8.4</c:v>
                </c:pt>
                <c:pt idx="127">
                  <c:v>8.3800000000000008</c:v>
                </c:pt>
                <c:pt idx="128">
                  <c:v>8.34</c:v>
                </c:pt>
                <c:pt idx="129">
                  <c:v>8.24</c:v>
                </c:pt>
                <c:pt idx="130">
                  <c:v>8.24</c:v>
                </c:pt>
                <c:pt idx="131">
                  <c:v>8.26</c:v>
                </c:pt>
                <c:pt idx="132">
                  <c:v>8.27</c:v>
                </c:pt>
                <c:pt idx="134">
                  <c:v>8.49</c:v>
                </c:pt>
                <c:pt idx="135">
                  <c:v>8.49</c:v>
                </c:pt>
                <c:pt idx="136">
                  <c:v>8.4600000000000009</c:v>
                </c:pt>
                <c:pt idx="137">
                  <c:v>8.44</c:v>
                </c:pt>
                <c:pt idx="138">
                  <c:v>8.3800000000000008</c:v>
                </c:pt>
                <c:pt idx="139">
                  <c:v>8.34</c:v>
                </c:pt>
                <c:pt idx="140">
                  <c:v>8.3800000000000008</c:v>
                </c:pt>
                <c:pt idx="141">
                  <c:v>8.34</c:v>
                </c:pt>
                <c:pt idx="142">
                  <c:v>8.34</c:v>
                </c:pt>
                <c:pt idx="143">
                  <c:v>8.26</c:v>
                </c:pt>
                <c:pt idx="144">
                  <c:v>8.2899999999999991</c:v>
                </c:pt>
                <c:pt idx="145">
                  <c:v>8.34</c:v>
                </c:pt>
                <c:pt idx="146">
                  <c:v>8.3000000000000007</c:v>
                </c:pt>
                <c:pt idx="147">
                  <c:v>8.3699999999999992</c:v>
                </c:pt>
                <c:pt idx="148">
                  <c:v>8.36</c:v>
                </c:pt>
                <c:pt idx="149">
                  <c:v>8.34</c:v>
                </c:pt>
                <c:pt idx="150">
                  <c:v>8.4</c:v>
                </c:pt>
                <c:pt idx="151">
                  <c:v>8.3800000000000008</c:v>
                </c:pt>
                <c:pt idx="152">
                  <c:v>8.3000000000000007</c:v>
                </c:pt>
                <c:pt idx="153">
                  <c:v>8.19</c:v>
                </c:pt>
                <c:pt idx="154">
                  <c:v>8.08</c:v>
                </c:pt>
                <c:pt idx="155">
                  <c:v>8.08</c:v>
                </c:pt>
                <c:pt idx="156">
                  <c:v>8.08</c:v>
                </c:pt>
                <c:pt idx="157">
                  <c:v>8.09</c:v>
                </c:pt>
                <c:pt idx="158">
                  <c:v>8.11</c:v>
                </c:pt>
                <c:pt idx="159">
                  <c:v>8.0399999999999991</c:v>
                </c:pt>
                <c:pt idx="160">
                  <c:v>8.0500000000000007</c:v>
                </c:pt>
                <c:pt idx="161">
                  <c:v>8.09</c:v>
                </c:pt>
                <c:pt idx="162">
                  <c:v>8.14</c:v>
                </c:pt>
                <c:pt idx="163">
                  <c:v>8.15</c:v>
                </c:pt>
                <c:pt idx="164">
                  <c:v>8.11</c:v>
                </c:pt>
                <c:pt idx="165">
                  <c:v>8.1300000000000008</c:v>
                </c:pt>
                <c:pt idx="166">
                  <c:v>8.14</c:v>
                </c:pt>
                <c:pt idx="167">
                  <c:v>8.18</c:v>
                </c:pt>
                <c:pt idx="168">
                  <c:v>8.19</c:v>
                </c:pt>
                <c:pt idx="169">
                  <c:v>8.26</c:v>
                </c:pt>
                <c:pt idx="170">
                  <c:v>8.32</c:v>
                </c:pt>
                <c:pt idx="171">
                  <c:v>8.31</c:v>
                </c:pt>
                <c:pt idx="172">
                  <c:v>8.32</c:v>
                </c:pt>
                <c:pt idx="173">
                  <c:v>8.36</c:v>
                </c:pt>
                <c:pt idx="174">
                  <c:v>8.44</c:v>
                </c:pt>
                <c:pt idx="176">
                  <c:v>8.4</c:v>
                </c:pt>
                <c:pt idx="177">
                  <c:v>8.44</c:v>
                </c:pt>
                <c:pt idx="178">
                  <c:v>8.4600000000000009</c:v>
                </c:pt>
                <c:pt idx="179">
                  <c:v>8.42</c:v>
                </c:pt>
                <c:pt idx="180">
                  <c:v>8.41</c:v>
                </c:pt>
                <c:pt idx="181">
                  <c:v>8.4499999999999993</c:v>
                </c:pt>
                <c:pt idx="182">
                  <c:v>8.4499999999999993</c:v>
                </c:pt>
                <c:pt idx="183">
                  <c:v>8.4</c:v>
                </c:pt>
                <c:pt idx="184">
                  <c:v>8.2799999999999994</c:v>
                </c:pt>
                <c:pt idx="185">
                  <c:v>8.27</c:v>
                </c:pt>
                <c:pt idx="186">
                  <c:v>8.32</c:v>
                </c:pt>
                <c:pt idx="187">
                  <c:v>8.34</c:v>
                </c:pt>
                <c:pt idx="188">
                  <c:v>8.36</c:v>
                </c:pt>
                <c:pt idx="189">
                  <c:v>8.34</c:v>
                </c:pt>
                <c:pt idx="190">
                  <c:v>8.34</c:v>
                </c:pt>
                <c:pt idx="191">
                  <c:v>8.32</c:v>
                </c:pt>
                <c:pt idx="192">
                  <c:v>8.27</c:v>
                </c:pt>
                <c:pt idx="193">
                  <c:v>8.1999999999999993</c:v>
                </c:pt>
                <c:pt idx="194">
                  <c:v>8.2100000000000009</c:v>
                </c:pt>
                <c:pt idx="195">
                  <c:v>8.2200000000000006</c:v>
                </c:pt>
                <c:pt idx="196">
                  <c:v>8.17</c:v>
                </c:pt>
                <c:pt idx="197">
                  <c:v>8.14</c:v>
                </c:pt>
                <c:pt idx="198">
                  <c:v>8.14</c:v>
                </c:pt>
                <c:pt idx="199">
                  <c:v>8.0299999999999994</c:v>
                </c:pt>
                <c:pt idx="200">
                  <c:v>8.07</c:v>
                </c:pt>
                <c:pt idx="201">
                  <c:v>8.07</c:v>
                </c:pt>
                <c:pt idx="202">
                  <c:v>8.1199999999999992</c:v>
                </c:pt>
                <c:pt idx="203">
                  <c:v>8.16</c:v>
                </c:pt>
                <c:pt idx="204">
                  <c:v>8.1</c:v>
                </c:pt>
                <c:pt idx="206">
                  <c:v>8.11</c:v>
                </c:pt>
                <c:pt idx="207">
                  <c:v>8.1199999999999992</c:v>
                </c:pt>
                <c:pt idx="208">
                  <c:v>8.07</c:v>
                </c:pt>
                <c:pt idx="209">
                  <c:v>8.02</c:v>
                </c:pt>
                <c:pt idx="210">
                  <c:v>8.0399999999999991</c:v>
                </c:pt>
                <c:pt idx="211">
                  <c:v>8.06</c:v>
                </c:pt>
                <c:pt idx="212">
                  <c:v>8.08</c:v>
                </c:pt>
                <c:pt idx="213">
                  <c:v>8.1</c:v>
                </c:pt>
                <c:pt idx="214">
                  <c:v>8.06</c:v>
                </c:pt>
                <c:pt idx="215">
                  <c:v>8.07</c:v>
                </c:pt>
                <c:pt idx="216">
                  <c:v>7.95</c:v>
                </c:pt>
                <c:pt idx="217">
                  <c:v>7.93</c:v>
                </c:pt>
                <c:pt idx="218">
                  <c:v>7.91</c:v>
                </c:pt>
                <c:pt idx="219">
                  <c:v>7.94</c:v>
                </c:pt>
                <c:pt idx="220">
                  <c:v>7.92</c:v>
                </c:pt>
                <c:pt idx="221">
                  <c:v>7.87</c:v>
                </c:pt>
                <c:pt idx="222">
                  <c:v>7.86</c:v>
                </c:pt>
                <c:pt idx="223">
                  <c:v>7.81</c:v>
                </c:pt>
                <c:pt idx="224">
                  <c:v>7.82</c:v>
                </c:pt>
                <c:pt idx="226">
                  <c:v>7.75</c:v>
                </c:pt>
                <c:pt idx="227">
                  <c:v>7.77</c:v>
                </c:pt>
                <c:pt idx="228">
                  <c:v>7.73</c:v>
                </c:pt>
                <c:pt idx="229">
                  <c:v>7.76</c:v>
                </c:pt>
                <c:pt idx="230">
                  <c:v>7.78</c:v>
                </c:pt>
                <c:pt idx="231">
                  <c:v>7.75</c:v>
                </c:pt>
                <c:pt idx="232">
                  <c:v>7.72</c:v>
                </c:pt>
                <c:pt idx="233">
                  <c:v>7.71</c:v>
                </c:pt>
                <c:pt idx="234">
                  <c:v>7.77</c:v>
                </c:pt>
                <c:pt idx="235">
                  <c:v>7.75</c:v>
                </c:pt>
                <c:pt idx="236">
                  <c:v>7.77</c:v>
                </c:pt>
                <c:pt idx="237">
                  <c:v>7.77</c:v>
                </c:pt>
                <c:pt idx="239">
                  <c:v>7.71</c:v>
                </c:pt>
                <c:pt idx="240">
                  <c:v>7.73</c:v>
                </c:pt>
                <c:pt idx="241">
                  <c:v>7.73</c:v>
                </c:pt>
                <c:pt idx="242">
                  <c:v>7.77</c:v>
                </c:pt>
                <c:pt idx="243">
                  <c:v>7.85</c:v>
                </c:pt>
                <c:pt idx="244">
                  <c:v>7.88</c:v>
                </c:pt>
                <c:pt idx="245">
                  <c:v>7.83</c:v>
                </c:pt>
                <c:pt idx="246">
                  <c:v>7.84</c:v>
                </c:pt>
                <c:pt idx="247">
                  <c:v>7.94</c:v>
                </c:pt>
                <c:pt idx="248">
                  <c:v>7.96</c:v>
                </c:pt>
                <c:pt idx="249">
                  <c:v>7.91</c:v>
                </c:pt>
                <c:pt idx="250">
                  <c:v>7.97</c:v>
                </c:pt>
                <c:pt idx="251">
                  <c:v>8</c:v>
                </c:pt>
                <c:pt idx="252">
                  <c:v>8.02</c:v>
                </c:pt>
                <c:pt idx="253">
                  <c:v>7.95</c:v>
                </c:pt>
                <c:pt idx="254">
                  <c:v>7.92</c:v>
                </c:pt>
                <c:pt idx="255">
                  <c:v>7.92</c:v>
                </c:pt>
                <c:pt idx="256">
                  <c:v>7.91</c:v>
                </c:pt>
                <c:pt idx="258">
                  <c:v>7.92</c:v>
                </c:pt>
                <c:pt idx="259">
                  <c:v>7.87</c:v>
                </c:pt>
                <c:pt idx="260">
                  <c:v>7.86</c:v>
                </c:pt>
                <c:pt idx="261">
                  <c:v>7.97</c:v>
                </c:pt>
                <c:pt idx="263">
                  <c:v>8.06</c:v>
                </c:pt>
                <c:pt idx="264">
                  <c:v>8.0500000000000007</c:v>
                </c:pt>
                <c:pt idx="265">
                  <c:v>8.07</c:v>
                </c:pt>
                <c:pt idx="266">
                  <c:v>8.1199999999999992</c:v>
                </c:pt>
                <c:pt idx="267">
                  <c:v>8.1300000000000008</c:v>
                </c:pt>
                <c:pt idx="268">
                  <c:v>8.06</c:v>
                </c:pt>
                <c:pt idx="269">
                  <c:v>8.15</c:v>
                </c:pt>
                <c:pt idx="270">
                  <c:v>8.11</c:v>
                </c:pt>
                <c:pt idx="271">
                  <c:v>8.0399999999999991</c:v>
                </c:pt>
                <c:pt idx="272">
                  <c:v>8.0399999999999991</c:v>
                </c:pt>
                <c:pt idx="273">
                  <c:v>8.09</c:v>
                </c:pt>
                <c:pt idx="274">
                  <c:v>8.08</c:v>
                </c:pt>
                <c:pt idx="275">
                  <c:v>8.08</c:v>
                </c:pt>
                <c:pt idx="276">
                  <c:v>8.08</c:v>
                </c:pt>
                <c:pt idx="277">
                  <c:v>8.08</c:v>
                </c:pt>
                <c:pt idx="278">
                  <c:v>8.09</c:v>
                </c:pt>
                <c:pt idx="279">
                  <c:v>8.15</c:v>
                </c:pt>
                <c:pt idx="280">
                  <c:v>8.18</c:v>
                </c:pt>
                <c:pt idx="281">
                  <c:v>8.15</c:v>
                </c:pt>
                <c:pt idx="282">
                  <c:v>8.14</c:v>
                </c:pt>
                <c:pt idx="283">
                  <c:v>8.1199999999999992</c:v>
                </c:pt>
                <c:pt idx="284">
                  <c:v>8.0299999999999994</c:v>
                </c:pt>
                <c:pt idx="285">
                  <c:v>7.98</c:v>
                </c:pt>
                <c:pt idx="286">
                  <c:v>7.96</c:v>
                </c:pt>
                <c:pt idx="287">
                  <c:v>7.98</c:v>
                </c:pt>
                <c:pt idx="288">
                  <c:v>8</c:v>
                </c:pt>
                <c:pt idx="289">
                  <c:v>7.97</c:v>
                </c:pt>
                <c:pt idx="290">
                  <c:v>7.97</c:v>
                </c:pt>
                <c:pt idx="291">
                  <c:v>7.91</c:v>
                </c:pt>
                <c:pt idx="292">
                  <c:v>7.92</c:v>
                </c:pt>
                <c:pt idx="293">
                  <c:v>7.86</c:v>
                </c:pt>
                <c:pt idx="294">
                  <c:v>7.81</c:v>
                </c:pt>
                <c:pt idx="296">
                  <c:v>7.82</c:v>
                </c:pt>
                <c:pt idx="297">
                  <c:v>7.85</c:v>
                </c:pt>
                <c:pt idx="298">
                  <c:v>7.89</c:v>
                </c:pt>
                <c:pt idx="299">
                  <c:v>7.91</c:v>
                </c:pt>
                <c:pt idx="300">
                  <c:v>7.93</c:v>
                </c:pt>
                <c:pt idx="301">
                  <c:v>7.94</c:v>
                </c:pt>
                <c:pt idx="302">
                  <c:v>8.06</c:v>
                </c:pt>
                <c:pt idx="303">
                  <c:v>8.08</c:v>
                </c:pt>
                <c:pt idx="304">
                  <c:v>8.0500000000000007</c:v>
                </c:pt>
                <c:pt idx="305">
                  <c:v>8.09</c:v>
                </c:pt>
                <c:pt idx="306">
                  <c:v>8.1</c:v>
                </c:pt>
                <c:pt idx="307">
                  <c:v>8.09</c:v>
                </c:pt>
                <c:pt idx="308">
                  <c:v>8.1300000000000008</c:v>
                </c:pt>
                <c:pt idx="309">
                  <c:v>8.1</c:v>
                </c:pt>
                <c:pt idx="310">
                  <c:v>8.09</c:v>
                </c:pt>
                <c:pt idx="311">
                  <c:v>8.11</c:v>
                </c:pt>
                <c:pt idx="312">
                  <c:v>8.1199999999999992</c:v>
                </c:pt>
                <c:pt idx="313">
                  <c:v>8.2200000000000006</c:v>
                </c:pt>
                <c:pt idx="314">
                  <c:v>8.19</c:v>
                </c:pt>
                <c:pt idx="315">
                  <c:v>8.1999999999999993</c:v>
                </c:pt>
                <c:pt idx="316">
                  <c:v>8.1999999999999993</c:v>
                </c:pt>
                <c:pt idx="317">
                  <c:v>8.25</c:v>
                </c:pt>
                <c:pt idx="318">
                  <c:v>8.24</c:v>
                </c:pt>
                <c:pt idx="319">
                  <c:v>8.23</c:v>
                </c:pt>
                <c:pt idx="320">
                  <c:v>8.1999999999999993</c:v>
                </c:pt>
                <c:pt idx="321">
                  <c:v>8.2200000000000006</c:v>
                </c:pt>
                <c:pt idx="322">
                  <c:v>8.23</c:v>
                </c:pt>
                <c:pt idx="323">
                  <c:v>8.32</c:v>
                </c:pt>
                <c:pt idx="325">
                  <c:v>8.32</c:v>
                </c:pt>
                <c:pt idx="326">
                  <c:v>8.31</c:v>
                </c:pt>
                <c:pt idx="327">
                  <c:v>8.31</c:v>
                </c:pt>
                <c:pt idx="328">
                  <c:v>8.31</c:v>
                </c:pt>
                <c:pt idx="329">
                  <c:v>8.3800000000000008</c:v>
                </c:pt>
                <c:pt idx="330">
                  <c:v>8.34</c:v>
                </c:pt>
                <c:pt idx="331">
                  <c:v>8.35</c:v>
                </c:pt>
                <c:pt idx="332">
                  <c:v>8.35</c:v>
                </c:pt>
                <c:pt idx="333">
                  <c:v>8.35</c:v>
                </c:pt>
                <c:pt idx="334">
                  <c:v>8.4</c:v>
                </c:pt>
                <c:pt idx="335">
                  <c:v>8.4</c:v>
                </c:pt>
                <c:pt idx="336">
                  <c:v>8.33</c:v>
                </c:pt>
                <c:pt idx="337">
                  <c:v>8.34</c:v>
                </c:pt>
                <c:pt idx="338">
                  <c:v>8.31</c:v>
                </c:pt>
                <c:pt idx="339">
                  <c:v>8.32</c:v>
                </c:pt>
                <c:pt idx="340">
                  <c:v>8.35</c:v>
                </c:pt>
                <c:pt idx="341">
                  <c:v>8.31</c:v>
                </c:pt>
                <c:pt idx="342">
                  <c:v>8.34</c:v>
                </c:pt>
                <c:pt idx="343">
                  <c:v>8.36</c:v>
                </c:pt>
                <c:pt idx="344">
                  <c:v>8.39</c:v>
                </c:pt>
                <c:pt idx="345">
                  <c:v>8.3800000000000008</c:v>
                </c:pt>
                <c:pt idx="346">
                  <c:v>8.26</c:v>
                </c:pt>
                <c:pt idx="347">
                  <c:v>8.2200000000000006</c:v>
                </c:pt>
                <c:pt idx="348">
                  <c:v>8.2100000000000009</c:v>
                </c:pt>
                <c:pt idx="349">
                  <c:v>8.2100000000000009</c:v>
                </c:pt>
                <c:pt idx="350">
                  <c:v>8.18</c:v>
                </c:pt>
                <c:pt idx="351">
                  <c:v>8.16</c:v>
                </c:pt>
                <c:pt idx="352">
                  <c:v>8.2200000000000006</c:v>
                </c:pt>
                <c:pt idx="353">
                  <c:v>8.18</c:v>
                </c:pt>
                <c:pt idx="354">
                  <c:v>8.17</c:v>
                </c:pt>
                <c:pt idx="355">
                  <c:v>8.16</c:v>
                </c:pt>
                <c:pt idx="356">
                  <c:v>8.19</c:v>
                </c:pt>
                <c:pt idx="357">
                  <c:v>8.17</c:v>
                </c:pt>
                <c:pt idx="358">
                  <c:v>8.15</c:v>
                </c:pt>
                <c:pt idx="359">
                  <c:v>8.17</c:v>
                </c:pt>
                <c:pt idx="360">
                  <c:v>8.18</c:v>
                </c:pt>
                <c:pt idx="361">
                  <c:v>8.18</c:v>
                </c:pt>
                <c:pt idx="362">
                  <c:v>8.23</c:v>
                </c:pt>
                <c:pt idx="363">
                  <c:v>8.25</c:v>
                </c:pt>
                <c:pt idx="364">
                  <c:v>8.25</c:v>
                </c:pt>
                <c:pt idx="366">
                  <c:v>8.2899999999999991</c:v>
                </c:pt>
                <c:pt idx="367">
                  <c:v>8.2799999999999994</c:v>
                </c:pt>
                <c:pt idx="368">
                  <c:v>8.25</c:v>
                </c:pt>
                <c:pt idx="369">
                  <c:v>8.18</c:v>
                </c:pt>
                <c:pt idx="370">
                  <c:v>8.16</c:v>
                </c:pt>
                <c:pt idx="371">
                  <c:v>8.14</c:v>
                </c:pt>
                <c:pt idx="372">
                  <c:v>8.1300000000000008</c:v>
                </c:pt>
                <c:pt idx="373">
                  <c:v>8.14</c:v>
                </c:pt>
                <c:pt idx="374">
                  <c:v>8.06</c:v>
                </c:pt>
                <c:pt idx="375">
                  <c:v>8.1</c:v>
                </c:pt>
                <c:pt idx="376">
                  <c:v>8.1199999999999992</c:v>
                </c:pt>
                <c:pt idx="377">
                  <c:v>8.1</c:v>
                </c:pt>
                <c:pt idx="378">
                  <c:v>8.01</c:v>
                </c:pt>
                <c:pt idx="379">
                  <c:v>7.97</c:v>
                </c:pt>
                <c:pt idx="380">
                  <c:v>7.95</c:v>
                </c:pt>
                <c:pt idx="381">
                  <c:v>7.97</c:v>
                </c:pt>
                <c:pt idx="382">
                  <c:v>7.94</c:v>
                </c:pt>
                <c:pt idx="383">
                  <c:v>7.94</c:v>
                </c:pt>
                <c:pt idx="384">
                  <c:v>7.89</c:v>
                </c:pt>
                <c:pt idx="385">
                  <c:v>7.94</c:v>
                </c:pt>
                <c:pt idx="386">
                  <c:v>7.93</c:v>
                </c:pt>
                <c:pt idx="387">
                  <c:v>7.96</c:v>
                </c:pt>
                <c:pt idx="388">
                  <c:v>8</c:v>
                </c:pt>
                <c:pt idx="389">
                  <c:v>7.97</c:v>
                </c:pt>
                <c:pt idx="390">
                  <c:v>8.01</c:v>
                </c:pt>
                <c:pt idx="391">
                  <c:v>7.96</c:v>
                </c:pt>
                <c:pt idx="392">
                  <c:v>7.94</c:v>
                </c:pt>
                <c:pt idx="393">
                  <c:v>7.86</c:v>
                </c:pt>
                <c:pt idx="395">
                  <c:v>7.82</c:v>
                </c:pt>
                <c:pt idx="396">
                  <c:v>7.81</c:v>
                </c:pt>
                <c:pt idx="397">
                  <c:v>7.78</c:v>
                </c:pt>
                <c:pt idx="398">
                  <c:v>7.79</c:v>
                </c:pt>
                <c:pt idx="399">
                  <c:v>7.77</c:v>
                </c:pt>
                <c:pt idx="400">
                  <c:v>7.78</c:v>
                </c:pt>
                <c:pt idx="401">
                  <c:v>7.78</c:v>
                </c:pt>
                <c:pt idx="402">
                  <c:v>7.73</c:v>
                </c:pt>
                <c:pt idx="403">
                  <c:v>7.73</c:v>
                </c:pt>
                <c:pt idx="404">
                  <c:v>7.76</c:v>
                </c:pt>
                <c:pt idx="405">
                  <c:v>7.79</c:v>
                </c:pt>
                <c:pt idx="406">
                  <c:v>7.69</c:v>
                </c:pt>
                <c:pt idx="407">
                  <c:v>7.66</c:v>
                </c:pt>
                <c:pt idx="408">
                  <c:v>7.67</c:v>
                </c:pt>
                <c:pt idx="409">
                  <c:v>7.69</c:v>
                </c:pt>
                <c:pt idx="410">
                  <c:v>7.66</c:v>
                </c:pt>
                <c:pt idx="411">
                  <c:v>7.63</c:v>
                </c:pt>
                <c:pt idx="412">
                  <c:v>7.58</c:v>
                </c:pt>
                <c:pt idx="413">
                  <c:v>7.56</c:v>
                </c:pt>
                <c:pt idx="414">
                  <c:v>7.69</c:v>
                </c:pt>
                <c:pt idx="415">
                  <c:v>7.73</c:v>
                </c:pt>
                <c:pt idx="416">
                  <c:v>7.73</c:v>
                </c:pt>
                <c:pt idx="417">
                  <c:v>7.71</c:v>
                </c:pt>
                <c:pt idx="418">
                  <c:v>7.74</c:v>
                </c:pt>
                <c:pt idx="419">
                  <c:v>7.89</c:v>
                </c:pt>
                <c:pt idx="420">
                  <c:v>7.86</c:v>
                </c:pt>
                <c:pt idx="421">
                  <c:v>7.87</c:v>
                </c:pt>
                <c:pt idx="422">
                  <c:v>7.88</c:v>
                </c:pt>
                <c:pt idx="423">
                  <c:v>7.85</c:v>
                </c:pt>
                <c:pt idx="424">
                  <c:v>7.85</c:v>
                </c:pt>
                <c:pt idx="425">
                  <c:v>7.84</c:v>
                </c:pt>
                <c:pt idx="426">
                  <c:v>7.83</c:v>
                </c:pt>
                <c:pt idx="427">
                  <c:v>7.83</c:v>
                </c:pt>
                <c:pt idx="428">
                  <c:v>7.85</c:v>
                </c:pt>
                <c:pt idx="429">
                  <c:v>7.88</c:v>
                </c:pt>
                <c:pt idx="430">
                  <c:v>7.91</c:v>
                </c:pt>
                <c:pt idx="431">
                  <c:v>7.83</c:v>
                </c:pt>
                <c:pt idx="432">
                  <c:v>7.82</c:v>
                </c:pt>
                <c:pt idx="433">
                  <c:v>7.78</c:v>
                </c:pt>
                <c:pt idx="434">
                  <c:v>7.78</c:v>
                </c:pt>
                <c:pt idx="436">
                  <c:v>7.77</c:v>
                </c:pt>
                <c:pt idx="437">
                  <c:v>7.78</c:v>
                </c:pt>
                <c:pt idx="438">
                  <c:v>7.78</c:v>
                </c:pt>
                <c:pt idx="439">
                  <c:v>7.81</c:v>
                </c:pt>
                <c:pt idx="440">
                  <c:v>7.8</c:v>
                </c:pt>
                <c:pt idx="441">
                  <c:v>7.8</c:v>
                </c:pt>
                <c:pt idx="442">
                  <c:v>7.82</c:v>
                </c:pt>
                <c:pt idx="443">
                  <c:v>7.85</c:v>
                </c:pt>
                <c:pt idx="444">
                  <c:v>7.77</c:v>
                </c:pt>
                <c:pt idx="445">
                  <c:v>7.77</c:v>
                </c:pt>
                <c:pt idx="446">
                  <c:v>7.67</c:v>
                </c:pt>
                <c:pt idx="447">
                  <c:v>7.64</c:v>
                </c:pt>
                <c:pt idx="448">
                  <c:v>7.64</c:v>
                </c:pt>
                <c:pt idx="449">
                  <c:v>7.64</c:v>
                </c:pt>
                <c:pt idx="450">
                  <c:v>7.62</c:v>
                </c:pt>
                <c:pt idx="451">
                  <c:v>7.64</c:v>
                </c:pt>
                <c:pt idx="452">
                  <c:v>7.59</c:v>
                </c:pt>
                <c:pt idx="453">
                  <c:v>7.65</c:v>
                </c:pt>
                <c:pt idx="454">
                  <c:v>7.63</c:v>
                </c:pt>
                <c:pt idx="455">
                  <c:v>7.64</c:v>
                </c:pt>
                <c:pt idx="456">
                  <c:v>7.66</c:v>
                </c:pt>
                <c:pt idx="457">
                  <c:v>7.59</c:v>
                </c:pt>
                <c:pt idx="458">
                  <c:v>7.58</c:v>
                </c:pt>
                <c:pt idx="459">
                  <c:v>7.58</c:v>
                </c:pt>
                <c:pt idx="460">
                  <c:v>7.56</c:v>
                </c:pt>
                <c:pt idx="461">
                  <c:v>7.53</c:v>
                </c:pt>
                <c:pt idx="462">
                  <c:v>7.63</c:v>
                </c:pt>
                <c:pt idx="463">
                  <c:v>7.63</c:v>
                </c:pt>
                <c:pt idx="464">
                  <c:v>7.66</c:v>
                </c:pt>
                <c:pt idx="466">
                  <c:v>7.62</c:v>
                </c:pt>
                <c:pt idx="467">
                  <c:v>7.64</c:v>
                </c:pt>
                <c:pt idx="468">
                  <c:v>7.64</c:v>
                </c:pt>
                <c:pt idx="469">
                  <c:v>7.64</c:v>
                </c:pt>
                <c:pt idx="470">
                  <c:v>7.67</c:v>
                </c:pt>
                <c:pt idx="471">
                  <c:v>7.59</c:v>
                </c:pt>
                <c:pt idx="472">
                  <c:v>7.59</c:v>
                </c:pt>
                <c:pt idx="473">
                  <c:v>7.49</c:v>
                </c:pt>
                <c:pt idx="474">
                  <c:v>7.49</c:v>
                </c:pt>
                <c:pt idx="475">
                  <c:v>7.52</c:v>
                </c:pt>
                <c:pt idx="476">
                  <c:v>7.54</c:v>
                </c:pt>
                <c:pt idx="477">
                  <c:v>7.5</c:v>
                </c:pt>
                <c:pt idx="478">
                  <c:v>7.45</c:v>
                </c:pt>
                <c:pt idx="479">
                  <c:v>7.44</c:v>
                </c:pt>
                <c:pt idx="480">
                  <c:v>7.47</c:v>
                </c:pt>
                <c:pt idx="481">
                  <c:v>7.46</c:v>
                </c:pt>
                <c:pt idx="482">
                  <c:v>7.5</c:v>
                </c:pt>
                <c:pt idx="483">
                  <c:v>7.46</c:v>
                </c:pt>
                <c:pt idx="484">
                  <c:v>7.46</c:v>
                </c:pt>
                <c:pt idx="485">
                  <c:v>7.46</c:v>
                </c:pt>
                <c:pt idx="487">
                  <c:v>7.45</c:v>
                </c:pt>
                <c:pt idx="488">
                  <c:v>7.42</c:v>
                </c:pt>
                <c:pt idx="489">
                  <c:v>7.42</c:v>
                </c:pt>
                <c:pt idx="490">
                  <c:v>7.41</c:v>
                </c:pt>
                <c:pt idx="491">
                  <c:v>7.39</c:v>
                </c:pt>
                <c:pt idx="492">
                  <c:v>7.36</c:v>
                </c:pt>
                <c:pt idx="493">
                  <c:v>7.38</c:v>
                </c:pt>
                <c:pt idx="494">
                  <c:v>7.37</c:v>
                </c:pt>
                <c:pt idx="495">
                  <c:v>7.4</c:v>
                </c:pt>
                <c:pt idx="496">
                  <c:v>7.38</c:v>
                </c:pt>
                <c:pt idx="497">
                  <c:v>7.37</c:v>
                </c:pt>
                <c:pt idx="499">
                  <c:v>7.38</c:v>
                </c:pt>
                <c:pt idx="500">
                  <c:v>7.35</c:v>
                </c:pt>
                <c:pt idx="501">
                  <c:v>7.35</c:v>
                </c:pt>
                <c:pt idx="502">
                  <c:v>7.35</c:v>
                </c:pt>
                <c:pt idx="503">
                  <c:v>7.36</c:v>
                </c:pt>
                <c:pt idx="504">
                  <c:v>7.4</c:v>
                </c:pt>
                <c:pt idx="505">
                  <c:v>7.43</c:v>
                </c:pt>
                <c:pt idx="506">
                  <c:v>7.45</c:v>
                </c:pt>
                <c:pt idx="507">
                  <c:v>7.42</c:v>
                </c:pt>
                <c:pt idx="508">
                  <c:v>7.35</c:v>
                </c:pt>
                <c:pt idx="509">
                  <c:v>7.3</c:v>
                </c:pt>
                <c:pt idx="510">
                  <c:v>7.32</c:v>
                </c:pt>
                <c:pt idx="511">
                  <c:v>7.3</c:v>
                </c:pt>
                <c:pt idx="512">
                  <c:v>7.33</c:v>
                </c:pt>
                <c:pt idx="513">
                  <c:v>7.29</c:v>
                </c:pt>
                <c:pt idx="514">
                  <c:v>7.26</c:v>
                </c:pt>
                <c:pt idx="515">
                  <c:v>7.25</c:v>
                </c:pt>
                <c:pt idx="516">
                  <c:v>7.26</c:v>
                </c:pt>
                <c:pt idx="517">
                  <c:v>7.26</c:v>
                </c:pt>
                <c:pt idx="519">
                  <c:v>7.26</c:v>
                </c:pt>
                <c:pt idx="520">
                  <c:v>7.28</c:v>
                </c:pt>
                <c:pt idx="521">
                  <c:v>7.32</c:v>
                </c:pt>
                <c:pt idx="522">
                  <c:v>7.28</c:v>
                </c:pt>
                <c:pt idx="524">
                  <c:v>7.21</c:v>
                </c:pt>
                <c:pt idx="525">
                  <c:v>7.12</c:v>
                </c:pt>
                <c:pt idx="526">
                  <c:v>7.12</c:v>
                </c:pt>
                <c:pt idx="527">
                  <c:v>7.17</c:v>
                </c:pt>
                <c:pt idx="528">
                  <c:v>7.13</c:v>
                </c:pt>
                <c:pt idx="529">
                  <c:v>7.11</c:v>
                </c:pt>
                <c:pt idx="530">
                  <c:v>7.1</c:v>
                </c:pt>
                <c:pt idx="531">
                  <c:v>7.12</c:v>
                </c:pt>
                <c:pt idx="532">
                  <c:v>7.13</c:v>
                </c:pt>
                <c:pt idx="533">
                  <c:v>7.14</c:v>
                </c:pt>
                <c:pt idx="534">
                  <c:v>7.21</c:v>
                </c:pt>
                <c:pt idx="536">
                  <c:v>7.21</c:v>
                </c:pt>
                <c:pt idx="537">
                  <c:v>7.2</c:v>
                </c:pt>
                <c:pt idx="538">
                  <c:v>7.23</c:v>
                </c:pt>
                <c:pt idx="539">
                  <c:v>7.33</c:v>
                </c:pt>
                <c:pt idx="540">
                  <c:v>7.28</c:v>
                </c:pt>
                <c:pt idx="541">
                  <c:v>7.32</c:v>
                </c:pt>
                <c:pt idx="542">
                  <c:v>7.34</c:v>
                </c:pt>
                <c:pt idx="543">
                  <c:v>7.25</c:v>
                </c:pt>
                <c:pt idx="544">
                  <c:v>7.21</c:v>
                </c:pt>
                <c:pt idx="545">
                  <c:v>7.25</c:v>
                </c:pt>
                <c:pt idx="546">
                  <c:v>7.25</c:v>
                </c:pt>
                <c:pt idx="547">
                  <c:v>7.25</c:v>
                </c:pt>
                <c:pt idx="548">
                  <c:v>7.3</c:v>
                </c:pt>
                <c:pt idx="549">
                  <c:v>7.3</c:v>
                </c:pt>
                <c:pt idx="550">
                  <c:v>7.34</c:v>
                </c:pt>
                <c:pt idx="551">
                  <c:v>7.31</c:v>
                </c:pt>
                <c:pt idx="552">
                  <c:v>7.25</c:v>
                </c:pt>
                <c:pt idx="553">
                  <c:v>7.25</c:v>
                </c:pt>
                <c:pt idx="554">
                  <c:v>7.21</c:v>
                </c:pt>
                <c:pt idx="556">
                  <c:v>7.17</c:v>
                </c:pt>
                <c:pt idx="557">
                  <c:v>7.19</c:v>
                </c:pt>
                <c:pt idx="558">
                  <c:v>7.2</c:v>
                </c:pt>
                <c:pt idx="559">
                  <c:v>7.22</c:v>
                </c:pt>
                <c:pt idx="560">
                  <c:v>7.24</c:v>
                </c:pt>
                <c:pt idx="561">
                  <c:v>7.3</c:v>
                </c:pt>
                <c:pt idx="562">
                  <c:v>7.27</c:v>
                </c:pt>
                <c:pt idx="563">
                  <c:v>7.28</c:v>
                </c:pt>
                <c:pt idx="564">
                  <c:v>7.29</c:v>
                </c:pt>
                <c:pt idx="565">
                  <c:v>7.37</c:v>
                </c:pt>
                <c:pt idx="566">
                  <c:v>7.41</c:v>
                </c:pt>
                <c:pt idx="567">
                  <c:v>7.4</c:v>
                </c:pt>
                <c:pt idx="568">
                  <c:v>7.43</c:v>
                </c:pt>
                <c:pt idx="569">
                  <c:v>7.37</c:v>
                </c:pt>
                <c:pt idx="570">
                  <c:v>7.33</c:v>
                </c:pt>
                <c:pt idx="571">
                  <c:v>7.32</c:v>
                </c:pt>
                <c:pt idx="572">
                  <c:v>7.32</c:v>
                </c:pt>
                <c:pt idx="573">
                  <c:v>7.25</c:v>
                </c:pt>
                <c:pt idx="574">
                  <c:v>7.27</c:v>
                </c:pt>
                <c:pt idx="575">
                  <c:v>7.24</c:v>
                </c:pt>
                <c:pt idx="576">
                  <c:v>7.27</c:v>
                </c:pt>
                <c:pt idx="577">
                  <c:v>7.27</c:v>
                </c:pt>
                <c:pt idx="578">
                  <c:v>7.29</c:v>
                </c:pt>
                <c:pt idx="579">
                  <c:v>7.27</c:v>
                </c:pt>
                <c:pt idx="580">
                  <c:v>7.27</c:v>
                </c:pt>
                <c:pt idx="581">
                  <c:v>7.27</c:v>
                </c:pt>
                <c:pt idx="582">
                  <c:v>7.31</c:v>
                </c:pt>
                <c:pt idx="583">
                  <c:v>7.32</c:v>
                </c:pt>
                <c:pt idx="584">
                  <c:v>7.34</c:v>
                </c:pt>
                <c:pt idx="585">
                  <c:v>7.36</c:v>
                </c:pt>
                <c:pt idx="586">
                  <c:v>7.34</c:v>
                </c:pt>
                <c:pt idx="587">
                  <c:v>7.32</c:v>
                </c:pt>
                <c:pt idx="588">
                  <c:v>7.27</c:v>
                </c:pt>
                <c:pt idx="589">
                  <c:v>7.21</c:v>
                </c:pt>
                <c:pt idx="590">
                  <c:v>7.24</c:v>
                </c:pt>
                <c:pt idx="591">
                  <c:v>7.26</c:v>
                </c:pt>
                <c:pt idx="592">
                  <c:v>7.32</c:v>
                </c:pt>
                <c:pt idx="593">
                  <c:v>7.3</c:v>
                </c:pt>
                <c:pt idx="595">
                  <c:v>7.35</c:v>
                </c:pt>
                <c:pt idx="596">
                  <c:v>7.33</c:v>
                </c:pt>
                <c:pt idx="597">
                  <c:v>7.31</c:v>
                </c:pt>
                <c:pt idx="598">
                  <c:v>7.29</c:v>
                </c:pt>
                <c:pt idx="599">
                  <c:v>7.29</c:v>
                </c:pt>
                <c:pt idx="600">
                  <c:v>7.33</c:v>
                </c:pt>
                <c:pt idx="601">
                  <c:v>7.35</c:v>
                </c:pt>
                <c:pt idx="602">
                  <c:v>7.37</c:v>
                </c:pt>
                <c:pt idx="603">
                  <c:v>7.37</c:v>
                </c:pt>
                <c:pt idx="604">
                  <c:v>7.35</c:v>
                </c:pt>
                <c:pt idx="605">
                  <c:v>7.45</c:v>
                </c:pt>
                <c:pt idx="606">
                  <c:v>7.44</c:v>
                </c:pt>
                <c:pt idx="607">
                  <c:v>7.45</c:v>
                </c:pt>
                <c:pt idx="608">
                  <c:v>7.34</c:v>
                </c:pt>
                <c:pt idx="609">
                  <c:v>7.33</c:v>
                </c:pt>
                <c:pt idx="610">
                  <c:v>7.33</c:v>
                </c:pt>
                <c:pt idx="611">
                  <c:v>7.36</c:v>
                </c:pt>
                <c:pt idx="612">
                  <c:v>7.33</c:v>
                </c:pt>
                <c:pt idx="613">
                  <c:v>7.34</c:v>
                </c:pt>
                <c:pt idx="614">
                  <c:v>7.34</c:v>
                </c:pt>
                <c:pt idx="615">
                  <c:v>7.41</c:v>
                </c:pt>
                <c:pt idx="616">
                  <c:v>7.34</c:v>
                </c:pt>
                <c:pt idx="617">
                  <c:v>7.33</c:v>
                </c:pt>
                <c:pt idx="618">
                  <c:v>7.35</c:v>
                </c:pt>
                <c:pt idx="619">
                  <c:v>7.31</c:v>
                </c:pt>
                <c:pt idx="620">
                  <c:v>7.27</c:v>
                </c:pt>
                <c:pt idx="621">
                  <c:v>7.29</c:v>
                </c:pt>
                <c:pt idx="622">
                  <c:v>7.25</c:v>
                </c:pt>
                <c:pt idx="623">
                  <c:v>7.28</c:v>
                </c:pt>
                <c:pt idx="624">
                  <c:v>7.26</c:v>
                </c:pt>
                <c:pt idx="626">
                  <c:v>7.22</c:v>
                </c:pt>
                <c:pt idx="627">
                  <c:v>7.21</c:v>
                </c:pt>
                <c:pt idx="628">
                  <c:v>7.21</c:v>
                </c:pt>
                <c:pt idx="629">
                  <c:v>7.19</c:v>
                </c:pt>
                <c:pt idx="630">
                  <c:v>7.17</c:v>
                </c:pt>
                <c:pt idx="631">
                  <c:v>7.19</c:v>
                </c:pt>
                <c:pt idx="632">
                  <c:v>7.19</c:v>
                </c:pt>
                <c:pt idx="633">
                  <c:v>7.2</c:v>
                </c:pt>
                <c:pt idx="634">
                  <c:v>7.18</c:v>
                </c:pt>
                <c:pt idx="635">
                  <c:v>7.18</c:v>
                </c:pt>
                <c:pt idx="636">
                  <c:v>7.18</c:v>
                </c:pt>
                <c:pt idx="637">
                  <c:v>7.12</c:v>
                </c:pt>
                <c:pt idx="638">
                  <c:v>7.08</c:v>
                </c:pt>
                <c:pt idx="639">
                  <c:v>7.08</c:v>
                </c:pt>
                <c:pt idx="640">
                  <c:v>7.04</c:v>
                </c:pt>
                <c:pt idx="641">
                  <c:v>7.08</c:v>
                </c:pt>
                <c:pt idx="642">
                  <c:v>7.15</c:v>
                </c:pt>
                <c:pt idx="643">
                  <c:v>7.12</c:v>
                </c:pt>
                <c:pt idx="644">
                  <c:v>7.12</c:v>
                </c:pt>
                <c:pt idx="645">
                  <c:v>7.1</c:v>
                </c:pt>
                <c:pt idx="646">
                  <c:v>7.12</c:v>
                </c:pt>
                <c:pt idx="647">
                  <c:v>7.14</c:v>
                </c:pt>
                <c:pt idx="648">
                  <c:v>7.14</c:v>
                </c:pt>
                <c:pt idx="649">
                  <c:v>7.13</c:v>
                </c:pt>
                <c:pt idx="650">
                  <c:v>7.13</c:v>
                </c:pt>
                <c:pt idx="651">
                  <c:v>7.11</c:v>
                </c:pt>
                <c:pt idx="652">
                  <c:v>7.11</c:v>
                </c:pt>
                <c:pt idx="653">
                  <c:v>7.09</c:v>
                </c:pt>
                <c:pt idx="655">
                  <c:v>7.07</c:v>
                </c:pt>
                <c:pt idx="656">
                  <c:v>7.09</c:v>
                </c:pt>
                <c:pt idx="657">
                  <c:v>7.11</c:v>
                </c:pt>
                <c:pt idx="658">
                  <c:v>7.09</c:v>
                </c:pt>
                <c:pt idx="659">
                  <c:v>7.1</c:v>
                </c:pt>
                <c:pt idx="660">
                  <c:v>7.15</c:v>
                </c:pt>
                <c:pt idx="661">
                  <c:v>7.18</c:v>
                </c:pt>
                <c:pt idx="662">
                  <c:v>7.17</c:v>
                </c:pt>
                <c:pt idx="663">
                  <c:v>7.18</c:v>
                </c:pt>
                <c:pt idx="664">
                  <c:v>7.19</c:v>
                </c:pt>
                <c:pt idx="665">
                  <c:v>7.18</c:v>
                </c:pt>
                <c:pt idx="666">
                  <c:v>7.14</c:v>
                </c:pt>
                <c:pt idx="667">
                  <c:v>7.15</c:v>
                </c:pt>
                <c:pt idx="668">
                  <c:v>7.14</c:v>
                </c:pt>
                <c:pt idx="669">
                  <c:v>7.15</c:v>
                </c:pt>
                <c:pt idx="670">
                  <c:v>7.17</c:v>
                </c:pt>
                <c:pt idx="671">
                  <c:v>7.17</c:v>
                </c:pt>
                <c:pt idx="672">
                  <c:v>7.23</c:v>
                </c:pt>
                <c:pt idx="673">
                  <c:v>7.21</c:v>
                </c:pt>
                <c:pt idx="674">
                  <c:v>7.21</c:v>
                </c:pt>
                <c:pt idx="675">
                  <c:v>7.16</c:v>
                </c:pt>
                <c:pt idx="676">
                  <c:v>7.15</c:v>
                </c:pt>
                <c:pt idx="677">
                  <c:v>7.15</c:v>
                </c:pt>
                <c:pt idx="678">
                  <c:v>7.16</c:v>
                </c:pt>
                <c:pt idx="679">
                  <c:v>7.13</c:v>
                </c:pt>
                <c:pt idx="680">
                  <c:v>7.13</c:v>
                </c:pt>
                <c:pt idx="681">
                  <c:v>7.11</c:v>
                </c:pt>
                <c:pt idx="682">
                  <c:v>7.15</c:v>
                </c:pt>
                <c:pt idx="683">
                  <c:v>7.17</c:v>
                </c:pt>
                <c:pt idx="684">
                  <c:v>7.14</c:v>
                </c:pt>
                <c:pt idx="685">
                  <c:v>7.14</c:v>
                </c:pt>
                <c:pt idx="686">
                  <c:v>7.14</c:v>
                </c:pt>
                <c:pt idx="687">
                  <c:v>7.16</c:v>
                </c:pt>
                <c:pt idx="688">
                  <c:v>7.12</c:v>
                </c:pt>
                <c:pt idx="689">
                  <c:v>7.12</c:v>
                </c:pt>
                <c:pt idx="690">
                  <c:v>7.12</c:v>
                </c:pt>
                <c:pt idx="691">
                  <c:v>7.15</c:v>
                </c:pt>
                <c:pt idx="692">
                  <c:v>7.17</c:v>
                </c:pt>
                <c:pt idx="693">
                  <c:v>7.17</c:v>
                </c:pt>
                <c:pt idx="694">
                  <c:v>7.16</c:v>
                </c:pt>
                <c:pt idx="695">
                  <c:v>7.11</c:v>
                </c:pt>
                <c:pt idx="696">
                  <c:v>7.14</c:v>
                </c:pt>
                <c:pt idx="697">
                  <c:v>7.14</c:v>
                </c:pt>
                <c:pt idx="698">
                  <c:v>7.11</c:v>
                </c:pt>
                <c:pt idx="699">
                  <c:v>7.09</c:v>
                </c:pt>
                <c:pt idx="701">
                  <c:v>7.13</c:v>
                </c:pt>
                <c:pt idx="702">
                  <c:v>7.08</c:v>
                </c:pt>
                <c:pt idx="703">
                  <c:v>7.01</c:v>
                </c:pt>
                <c:pt idx="704">
                  <c:v>7.08</c:v>
                </c:pt>
                <c:pt idx="705">
                  <c:v>7.11</c:v>
                </c:pt>
                <c:pt idx="706">
                  <c:v>7.12</c:v>
                </c:pt>
                <c:pt idx="707">
                  <c:v>7.12</c:v>
                </c:pt>
                <c:pt idx="708">
                  <c:v>7.09</c:v>
                </c:pt>
                <c:pt idx="709">
                  <c:v>7.07</c:v>
                </c:pt>
                <c:pt idx="710">
                  <c:v>7.07</c:v>
                </c:pt>
                <c:pt idx="711">
                  <c:v>7.08</c:v>
                </c:pt>
                <c:pt idx="712">
                  <c:v>7.07</c:v>
                </c:pt>
                <c:pt idx="713">
                  <c:v>7.06</c:v>
                </c:pt>
                <c:pt idx="714">
                  <c:v>7.08</c:v>
                </c:pt>
                <c:pt idx="715">
                  <c:v>7.1</c:v>
                </c:pt>
                <c:pt idx="716">
                  <c:v>7.09</c:v>
                </c:pt>
                <c:pt idx="717">
                  <c:v>7.01</c:v>
                </c:pt>
                <c:pt idx="718">
                  <c:v>6.95</c:v>
                </c:pt>
                <c:pt idx="719">
                  <c:v>6.91</c:v>
                </c:pt>
                <c:pt idx="720">
                  <c:v>6.85</c:v>
                </c:pt>
                <c:pt idx="721">
                  <c:v>6.9</c:v>
                </c:pt>
                <c:pt idx="722">
                  <c:v>6.96</c:v>
                </c:pt>
                <c:pt idx="723">
                  <c:v>7.21</c:v>
                </c:pt>
                <c:pt idx="724">
                  <c:v>7.33</c:v>
                </c:pt>
                <c:pt idx="726">
                  <c:v>7.31</c:v>
                </c:pt>
                <c:pt idx="727">
                  <c:v>7.23</c:v>
                </c:pt>
                <c:pt idx="728">
                  <c:v>7.26</c:v>
                </c:pt>
                <c:pt idx="729">
                  <c:v>7.21</c:v>
                </c:pt>
                <c:pt idx="730">
                  <c:v>7.21</c:v>
                </c:pt>
                <c:pt idx="731">
                  <c:v>7.27</c:v>
                </c:pt>
                <c:pt idx="732">
                  <c:v>7.26</c:v>
                </c:pt>
                <c:pt idx="733">
                  <c:v>7.31</c:v>
                </c:pt>
                <c:pt idx="734">
                  <c:v>7.34</c:v>
                </c:pt>
                <c:pt idx="735">
                  <c:v>7.3</c:v>
                </c:pt>
                <c:pt idx="736">
                  <c:v>7.24</c:v>
                </c:pt>
                <c:pt idx="737">
                  <c:v>7.26</c:v>
                </c:pt>
                <c:pt idx="738">
                  <c:v>7.23</c:v>
                </c:pt>
                <c:pt idx="739">
                  <c:v>7.29</c:v>
                </c:pt>
                <c:pt idx="740">
                  <c:v>7.38</c:v>
                </c:pt>
                <c:pt idx="741">
                  <c:v>7.38</c:v>
                </c:pt>
                <c:pt idx="742">
                  <c:v>7.43</c:v>
                </c:pt>
                <c:pt idx="743">
                  <c:v>7.43</c:v>
                </c:pt>
                <c:pt idx="744">
                  <c:v>7.47</c:v>
                </c:pt>
                <c:pt idx="745">
                  <c:v>7.34</c:v>
                </c:pt>
                <c:pt idx="746">
                  <c:v>7.35</c:v>
                </c:pt>
                <c:pt idx="748">
                  <c:v>7.33</c:v>
                </c:pt>
                <c:pt idx="749">
                  <c:v>7.34</c:v>
                </c:pt>
                <c:pt idx="750">
                  <c:v>7.37</c:v>
                </c:pt>
                <c:pt idx="751">
                  <c:v>7.36</c:v>
                </c:pt>
                <c:pt idx="752">
                  <c:v>7.35</c:v>
                </c:pt>
                <c:pt idx="753">
                  <c:v>7.31</c:v>
                </c:pt>
                <c:pt idx="754">
                  <c:v>7.28</c:v>
                </c:pt>
                <c:pt idx="755">
                  <c:v>7.3</c:v>
                </c:pt>
                <c:pt idx="756">
                  <c:v>7.29</c:v>
                </c:pt>
                <c:pt idx="757">
                  <c:v>7.27</c:v>
                </c:pt>
                <c:pt idx="759">
                  <c:v>7.25</c:v>
                </c:pt>
                <c:pt idx="760">
                  <c:v>7.19</c:v>
                </c:pt>
                <c:pt idx="761">
                  <c:v>7.18</c:v>
                </c:pt>
                <c:pt idx="762">
                  <c:v>7.16</c:v>
                </c:pt>
                <c:pt idx="763">
                  <c:v>7.18</c:v>
                </c:pt>
                <c:pt idx="764">
                  <c:v>7.22</c:v>
                </c:pt>
                <c:pt idx="765">
                  <c:v>7.22</c:v>
                </c:pt>
                <c:pt idx="766">
                  <c:v>7.19</c:v>
                </c:pt>
                <c:pt idx="767">
                  <c:v>7.16</c:v>
                </c:pt>
                <c:pt idx="768">
                  <c:v>7.16</c:v>
                </c:pt>
                <c:pt idx="769">
                  <c:v>7.21</c:v>
                </c:pt>
                <c:pt idx="770">
                  <c:v>7.19</c:v>
                </c:pt>
                <c:pt idx="771">
                  <c:v>7.22</c:v>
                </c:pt>
                <c:pt idx="772">
                  <c:v>7.2</c:v>
                </c:pt>
                <c:pt idx="773">
                  <c:v>7.2</c:v>
                </c:pt>
                <c:pt idx="774">
                  <c:v>7.23</c:v>
                </c:pt>
                <c:pt idx="775">
                  <c:v>7.23</c:v>
                </c:pt>
                <c:pt idx="776">
                  <c:v>7.27</c:v>
                </c:pt>
                <c:pt idx="777">
                  <c:v>7.32</c:v>
                </c:pt>
                <c:pt idx="778">
                  <c:v>7.36</c:v>
                </c:pt>
                <c:pt idx="780">
                  <c:v>7.31</c:v>
                </c:pt>
                <c:pt idx="781">
                  <c:v>7.28</c:v>
                </c:pt>
                <c:pt idx="782">
                  <c:v>7.26</c:v>
                </c:pt>
                <c:pt idx="783">
                  <c:v>7.23</c:v>
                </c:pt>
                <c:pt idx="785">
                  <c:v>7.3</c:v>
                </c:pt>
                <c:pt idx="786">
                  <c:v>7.35</c:v>
                </c:pt>
                <c:pt idx="787">
                  <c:v>7.32</c:v>
                </c:pt>
                <c:pt idx="788">
                  <c:v>7.34</c:v>
                </c:pt>
                <c:pt idx="789">
                  <c:v>7.37</c:v>
                </c:pt>
                <c:pt idx="790">
                  <c:v>7.38</c:v>
                </c:pt>
                <c:pt idx="791">
                  <c:v>7.35</c:v>
                </c:pt>
                <c:pt idx="792">
                  <c:v>7.29</c:v>
                </c:pt>
                <c:pt idx="793">
                  <c:v>7.23</c:v>
                </c:pt>
                <c:pt idx="794">
                  <c:v>7.27</c:v>
                </c:pt>
                <c:pt idx="796">
                  <c:v>7.27</c:v>
                </c:pt>
                <c:pt idx="797">
                  <c:v>7.29</c:v>
                </c:pt>
                <c:pt idx="798">
                  <c:v>7.27</c:v>
                </c:pt>
                <c:pt idx="799">
                  <c:v>7.23</c:v>
                </c:pt>
                <c:pt idx="800">
                  <c:v>7.25</c:v>
                </c:pt>
                <c:pt idx="801">
                  <c:v>7.26</c:v>
                </c:pt>
                <c:pt idx="802">
                  <c:v>7.26</c:v>
                </c:pt>
                <c:pt idx="803">
                  <c:v>7.23</c:v>
                </c:pt>
                <c:pt idx="804">
                  <c:v>7.21</c:v>
                </c:pt>
                <c:pt idx="805">
                  <c:v>7.28</c:v>
                </c:pt>
                <c:pt idx="806">
                  <c:v>7.32</c:v>
                </c:pt>
                <c:pt idx="807">
                  <c:v>7.32</c:v>
                </c:pt>
                <c:pt idx="808">
                  <c:v>7.37</c:v>
                </c:pt>
                <c:pt idx="809">
                  <c:v>7.39</c:v>
                </c:pt>
                <c:pt idx="810">
                  <c:v>7.39</c:v>
                </c:pt>
                <c:pt idx="811">
                  <c:v>7.36</c:v>
                </c:pt>
                <c:pt idx="812">
                  <c:v>7.36</c:v>
                </c:pt>
                <c:pt idx="813">
                  <c:v>7.37</c:v>
                </c:pt>
                <c:pt idx="814">
                  <c:v>7.37</c:v>
                </c:pt>
                <c:pt idx="816">
                  <c:v>7.37</c:v>
                </c:pt>
                <c:pt idx="817">
                  <c:v>7.35</c:v>
                </c:pt>
                <c:pt idx="818">
                  <c:v>7.39</c:v>
                </c:pt>
                <c:pt idx="819">
                  <c:v>7.41</c:v>
                </c:pt>
                <c:pt idx="820">
                  <c:v>7.37</c:v>
                </c:pt>
                <c:pt idx="821">
                  <c:v>7.41</c:v>
                </c:pt>
                <c:pt idx="822">
                  <c:v>7.47</c:v>
                </c:pt>
                <c:pt idx="823">
                  <c:v>7.56</c:v>
                </c:pt>
                <c:pt idx="824">
                  <c:v>7.53</c:v>
                </c:pt>
                <c:pt idx="825">
                  <c:v>7.61</c:v>
                </c:pt>
                <c:pt idx="826">
                  <c:v>7.58</c:v>
                </c:pt>
                <c:pt idx="827">
                  <c:v>7.63</c:v>
                </c:pt>
                <c:pt idx="828">
                  <c:v>7.64</c:v>
                </c:pt>
                <c:pt idx="829">
                  <c:v>7.58</c:v>
                </c:pt>
                <c:pt idx="830">
                  <c:v>7.56</c:v>
                </c:pt>
                <c:pt idx="831">
                  <c:v>7.5</c:v>
                </c:pt>
                <c:pt idx="832">
                  <c:v>7.51</c:v>
                </c:pt>
                <c:pt idx="833">
                  <c:v>7.52</c:v>
                </c:pt>
                <c:pt idx="834">
                  <c:v>7.49</c:v>
                </c:pt>
                <c:pt idx="835">
                  <c:v>7.47</c:v>
                </c:pt>
                <c:pt idx="836">
                  <c:v>7.45</c:v>
                </c:pt>
                <c:pt idx="837">
                  <c:v>7.48</c:v>
                </c:pt>
                <c:pt idx="838">
                  <c:v>7.47</c:v>
                </c:pt>
                <c:pt idx="839">
                  <c:v>7.5</c:v>
                </c:pt>
                <c:pt idx="840">
                  <c:v>7.53</c:v>
                </c:pt>
                <c:pt idx="841">
                  <c:v>7.53</c:v>
                </c:pt>
                <c:pt idx="842">
                  <c:v>7.5</c:v>
                </c:pt>
                <c:pt idx="843">
                  <c:v>7.53</c:v>
                </c:pt>
                <c:pt idx="844">
                  <c:v>7.54</c:v>
                </c:pt>
                <c:pt idx="845">
                  <c:v>7.57</c:v>
                </c:pt>
                <c:pt idx="846">
                  <c:v>7.53</c:v>
                </c:pt>
                <c:pt idx="847">
                  <c:v>7.56</c:v>
                </c:pt>
                <c:pt idx="848">
                  <c:v>7.59</c:v>
                </c:pt>
                <c:pt idx="849">
                  <c:v>7.53</c:v>
                </c:pt>
                <c:pt idx="850">
                  <c:v>7.52</c:v>
                </c:pt>
                <c:pt idx="851">
                  <c:v>7.47</c:v>
                </c:pt>
                <c:pt idx="852">
                  <c:v>7.47</c:v>
                </c:pt>
                <c:pt idx="853">
                  <c:v>7.4</c:v>
                </c:pt>
                <c:pt idx="854">
                  <c:v>7.4</c:v>
                </c:pt>
                <c:pt idx="855">
                  <c:v>7.4</c:v>
                </c:pt>
                <c:pt idx="856">
                  <c:v>7.43</c:v>
                </c:pt>
                <c:pt idx="857">
                  <c:v>7.44</c:v>
                </c:pt>
                <c:pt idx="858">
                  <c:v>7.45</c:v>
                </c:pt>
                <c:pt idx="859">
                  <c:v>7.5</c:v>
                </c:pt>
                <c:pt idx="860">
                  <c:v>7.47</c:v>
                </c:pt>
                <c:pt idx="861">
                  <c:v>7.45</c:v>
                </c:pt>
                <c:pt idx="862">
                  <c:v>7.46</c:v>
                </c:pt>
                <c:pt idx="863">
                  <c:v>7.52</c:v>
                </c:pt>
                <c:pt idx="864">
                  <c:v>7.52</c:v>
                </c:pt>
                <c:pt idx="865">
                  <c:v>7.5</c:v>
                </c:pt>
                <c:pt idx="866">
                  <c:v>7.48</c:v>
                </c:pt>
                <c:pt idx="867">
                  <c:v>7.5</c:v>
                </c:pt>
                <c:pt idx="868">
                  <c:v>7.46</c:v>
                </c:pt>
                <c:pt idx="869">
                  <c:v>7.58</c:v>
                </c:pt>
                <c:pt idx="870">
                  <c:v>7.58</c:v>
                </c:pt>
                <c:pt idx="871">
                  <c:v>7.63</c:v>
                </c:pt>
                <c:pt idx="872">
                  <c:v>7.61</c:v>
                </c:pt>
                <c:pt idx="873">
                  <c:v>7.69</c:v>
                </c:pt>
                <c:pt idx="874">
                  <c:v>7.71</c:v>
                </c:pt>
                <c:pt idx="875">
                  <c:v>7.67</c:v>
                </c:pt>
                <c:pt idx="876">
                  <c:v>7.71</c:v>
                </c:pt>
                <c:pt idx="877">
                  <c:v>7.7</c:v>
                </c:pt>
                <c:pt idx="878">
                  <c:v>7.61</c:v>
                </c:pt>
                <c:pt idx="879">
                  <c:v>7.74</c:v>
                </c:pt>
                <c:pt idx="880">
                  <c:v>7.75</c:v>
                </c:pt>
                <c:pt idx="881">
                  <c:v>7.79</c:v>
                </c:pt>
                <c:pt idx="882">
                  <c:v>7.74</c:v>
                </c:pt>
                <c:pt idx="883">
                  <c:v>7.81</c:v>
                </c:pt>
                <c:pt idx="884">
                  <c:v>7.75</c:v>
                </c:pt>
                <c:pt idx="885">
                  <c:v>7.77</c:v>
                </c:pt>
                <c:pt idx="886">
                  <c:v>7.76</c:v>
                </c:pt>
                <c:pt idx="887">
                  <c:v>7.79</c:v>
                </c:pt>
                <c:pt idx="888">
                  <c:v>7.81</c:v>
                </c:pt>
                <c:pt idx="889">
                  <c:v>7.82</c:v>
                </c:pt>
                <c:pt idx="891">
                  <c:v>7.9</c:v>
                </c:pt>
                <c:pt idx="892">
                  <c:v>7.9</c:v>
                </c:pt>
                <c:pt idx="893">
                  <c:v>7.92</c:v>
                </c:pt>
                <c:pt idx="894">
                  <c:v>7.94</c:v>
                </c:pt>
                <c:pt idx="895">
                  <c:v>7.94</c:v>
                </c:pt>
                <c:pt idx="896">
                  <c:v>7.96</c:v>
                </c:pt>
                <c:pt idx="897">
                  <c:v>7.97</c:v>
                </c:pt>
                <c:pt idx="898">
                  <c:v>8.01</c:v>
                </c:pt>
                <c:pt idx="899">
                  <c:v>8.09</c:v>
                </c:pt>
                <c:pt idx="900">
                  <c:v>8.06</c:v>
                </c:pt>
                <c:pt idx="901">
                  <c:v>8.07</c:v>
                </c:pt>
                <c:pt idx="902">
                  <c:v>8.0500000000000007</c:v>
                </c:pt>
                <c:pt idx="903">
                  <c:v>7.94</c:v>
                </c:pt>
                <c:pt idx="904">
                  <c:v>7.97</c:v>
                </c:pt>
                <c:pt idx="905">
                  <c:v>8.02</c:v>
                </c:pt>
                <c:pt idx="906">
                  <c:v>8.06</c:v>
                </c:pt>
                <c:pt idx="907">
                  <c:v>8.1</c:v>
                </c:pt>
                <c:pt idx="908">
                  <c:v>8.15</c:v>
                </c:pt>
                <c:pt idx="909">
                  <c:v>8.15</c:v>
                </c:pt>
                <c:pt idx="910">
                  <c:v>8.09</c:v>
                </c:pt>
                <c:pt idx="911">
                  <c:v>8.0500000000000007</c:v>
                </c:pt>
                <c:pt idx="912">
                  <c:v>7.99</c:v>
                </c:pt>
                <c:pt idx="913">
                  <c:v>7.98</c:v>
                </c:pt>
                <c:pt idx="914">
                  <c:v>7.96</c:v>
                </c:pt>
                <c:pt idx="916">
                  <c:v>8</c:v>
                </c:pt>
                <c:pt idx="917">
                  <c:v>8</c:v>
                </c:pt>
                <c:pt idx="918">
                  <c:v>7.96</c:v>
                </c:pt>
                <c:pt idx="919">
                  <c:v>7.95</c:v>
                </c:pt>
                <c:pt idx="920">
                  <c:v>7.86</c:v>
                </c:pt>
                <c:pt idx="921">
                  <c:v>7.85</c:v>
                </c:pt>
                <c:pt idx="922">
                  <c:v>7.87</c:v>
                </c:pt>
                <c:pt idx="923">
                  <c:v>7.87</c:v>
                </c:pt>
                <c:pt idx="924">
                  <c:v>7.85</c:v>
                </c:pt>
                <c:pt idx="925">
                  <c:v>7.85</c:v>
                </c:pt>
                <c:pt idx="926">
                  <c:v>7.84</c:v>
                </c:pt>
                <c:pt idx="927">
                  <c:v>7.9</c:v>
                </c:pt>
                <c:pt idx="928">
                  <c:v>7.96</c:v>
                </c:pt>
                <c:pt idx="929">
                  <c:v>8.02</c:v>
                </c:pt>
                <c:pt idx="930">
                  <c:v>8.02</c:v>
                </c:pt>
                <c:pt idx="931">
                  <c:v>7.99</c:v>
                </c:pt>
                <c:pt idx="932">
                  <c:v>7.99</c:v>
                </c:pt>
                <c:pt idx="933">
                  <c:v>8.08</c:v>
                </c:pt>
                <c:pt idx="934">
                  <c:v>8.11</c:v>
                </c:pt>
                <c:pt idx="935">
                  <c:v>8.11</c:v>
                </c:pt>
                <c:pt idx="936">
                  <c:v>8.14</c:v>
                </c:pt>
                <c:pt idx="937">
                  <c:v>8.1199999999999992</c:v>
                </c:pt>
                <c:pt idx="938">
                  <c:v>8.07</c:v>
                </c:pt>
                <c:pt idx="939">
                  <c:v>8.2100000000000009</c:v>
                </c:pt>
                <c:pt idx="940">
                  <c:v>8.27</c:v>
                </c:pt>
                <c:pt idx="941">
                  <c:v>8.2899999999999991</c:v>
                </c:pt>
                <c:pt idx="942">
                  <c:v>8.26</c:v>
                </c:pt>
                <c:pt idx="943">
                  <c:v>8.3000000000000007</c:v>
                </c:pt>
                <c:pt idx="944">
                  <c:v>8.24</c:v>
                </c:pt>
                <c:pt idx="945">
                  <c:v>8.19</c:v>
                </c:pt>
                <c:pt idx="946">
                  <c:v>8.1300000000000008</c:v>
                </c:pt>
                <c:pt idx="947">
                  <c:v>8.1199999999999992</c:v>
                </c:pt>
                <c:pt idx="948">
                  <c:v>8.1300000000000008</c:v>
                </c:pt>
                <c:pt idx="949">
                  <c:v>8.11</c:v>
                </c:pt>
                <c:pt idx="950">
                  <c:v>8.1</c:v>
                </c:pt>
                <c:pt idx="951">
                  <c:v>8.1</c:v>
                </c:pt>
                <c:pt idx="952">
                  <c:v>8</c:v>
                </c:pt>
                <c:pt idx="953">
                  <c:v>8.02</c:v>
                </c:pt>
                <c:pt idx="954">
                  <c:v>8.09</c:v>
                </c:pt>
                <c:pt idx="955">
                  <c:v>8.18</c:v>
                </c:pt>
                <c:pt idx="956">
                  <c:v>8.2100000000000009</c:v>
                </c:pt>
                <c:pt idx="957">
                  <c:v>8.2200000000000006</c:v>
                </c:pt>
                <c:pt idx="958">
                  <c:v>8.27</c:v>
                </c:pt>
                <c:pt idx="959">
                  <c:v>8.17</c:v>
                </c:pt>
                <c:pt idx="961">
                  <c:v>8.2100000000000009</c:v>
                </c:pt>
                <c:pt idx="962">
                  <c:v>8.1999999999999993</c:v>
                </c:pt>
                <c:pt idx="963">
                  <c:v>8.23</c:v>
                </c:pt>
                <c:pt idx="964">
                  <c:v>8.16</c:v>
                </c:pt>
                <c:pt idx="965">
                  <c:v>8.19</c:v>
                </c:pt>
                <c:pt idx="966">
                  <c:v>8.2100000000000009</c:v>
                </c:pt>
                <c:pt idx="967">
                  <c:v>8.19</c:v>
                </c:pt>
                <c:pt idx="968">
                  <c:v>8.16</c:v>
                </c:pt>
                <c:pt idx="969">
                  <c:v>8.15</c:v>
                </c:pt>
                <c:pt idx="970">
                  <c:v>8.19</c:v>
                </c:pt>
                <c:pt idx="971">
                  <c:v>8.2100000000000009</c:v>
                </c:pt>
                <c:pt idx="972">
                  <c:v>8.1999999999999993</c:v>
                </c:pt>
                <c:pt idx="973">
                  <c:v>8.1999999999999993</c:v>
                </c:pt>
                <c:pt idx="974">
                  <c:v>8.16</c:v>
                </c:pt>
                <c:pt idx="975">
                  <c:v>8.2100000000000009</c:v>
                </c:pt>
                <c:pt idx="976">
                  <c:v>8.24</c:v>
                </c:pt>
                <c:pt idx="977">
                  <c:v>8.2799999999999994</c:v>
                </c:pt>
                <c:pt idx="978">
                  <c:v>8.1999999999999993</c:v>
                </c:pt>
                <c:pt idx="979">
                  <c:v>8.26</c:v>
                </c:pt>
                <c:pt idx="980">
                  <c:v>8.23</c:v>
                </c:pt>
                <c:pt idx="981">
                  <c:v>8.2899999999999991</c:v>
                </c:pt>
                <c:pt idx="982">
                  <c:v>8.2799999999999994</c:v>
                </c:pt>
                <c:pt idx="983">
                  <c:v>8.2899999999999991</c:v>
                </c:pt>
                <c:pt idx="984">
                  <c:v>8.3000000000000007</c:v>
                </c:pt>
                <c:pt idx="986">
                  <c:v>8.35</c:v>
                </c:pt>
                <c:pt idx="987">
                  <c:v>8.41</c:v>
                </c:pt>
                <c:pt idx="988">
                  <c:v>8.4499999999999993</c:v>
                </c:pt>
                <c:pt idx="989">
                  <c:v>8.4</c:v>
                </c:pt>
                <c:pt idx="990">
                  <c:v>8.43</c:v>
                </c:pt>
                <c:pt idx="991">
                  <c:v>8.43</c:v>
                </c:pt>
                <c:pt idx="992">
                  <c:v>8.43</c:v>
                </c:pt>
                <c:pt idx="993">
                  <c:v>8.4700000000000006</c:v>
                </c:pt>
                <c:pt idx="994">
                  <c:v>8.4600000000000009</c:v>
                </c:pt>
                <c:pt idx="995">
                  <c:v>8.4700000000000006</c:v>
                </c:pt>
                <c:pt idx="996">
                  <c:v>8.48</c:v>
                </c:pt>
                <c:pt idx="997">
                  <c:v>8.4499999999999993</c:v>
                </c:pt>
                <c:pt idx="998">
                  <c:v>8.3800000000000008</c:v>
                </c:pt>
                <c:pt idx="999">
                  <c:v>8.3000000000000007</c:v>
                </c:pt>
                <c:pt idx="1000">
                  <c:v>8.33</c:v>
                </c:pt>
                <c:pt idx="1001">
                  <c:v>8.3000000000000007</c:v>
                </c:pt>
                <c:pt idx="1002">
                  <c:v>8.2799999999999994</c:v>
                </c:pt>
                <c:pt idx="1003">
                  <c:v>8.23</c:v>
                </c:pt>
                <c:pt idx="1004">
                  <c:v>8.19</c:v>
                </c:pt>
                <c:pt idx="1005">
                  <c:v>8.1999999999999993</c:v>
                </c:pt>
                <c:pt idx="1006">
                  <c:v>8.1300000000000008</c:v>
                </c:pt>
                <c:pt idx="1007">
                  <c:v>8.1300000000000008</c:v>
                </c:pt>
                <c:pt idx="1008">
                  <c:v>8.1199999999999992</c:v>
                </c:pt>
                <c:pt idx="1009">
                  <c:v>8.06</c:v>
                </c:pt>
                <c:pt idx="1010">
                  <c:v>8.0299999999999994</c:v>
                </c:pt>
                <c:pt idx="1011">
                  <c:v>8.01</c:v>
                </c:pt>
                <c:pt idx="1012">
                  <c:v>8.08</c:v>
                </c:pt>
                <c:pt idx="1013">
                  <c:v>8.1</c:v>
                </c:pt>
                <c:pt idx="1014">
                  <c:v>8.09</c:v>
                </c:pt>
                <c:pt idx="1015">
                  <c:v>8.1199999999999992</c:v>
                </c:pt>
                <c:pt idx="1016">
                  <c:v>8.1199999999999992</c:v>
                </c:pt>
                <c:pt idx="1017">
                  <c:v>8.11</c:v>
                </c:pt>
                <c:pt idx="1019">
                  <c:v>8.1300000000000008</c:v>
                </c:pt>
                <c:pt idx="1020">
                  <c:v>8.1999999999999993</c:v>
                </c:pt>
                <c:pt idx="1021">
                  <c:v>8.17</c:v>
                </c:pt>
                <c:pt idx="1022">
                  <c:v>8.18</c:v>
                </c:pt>
                <c:pt idx="1023">
                  <c:v>8.19</c:v>
                </c:pt>
                <c:pt idx="1024">
                  <c:v>8.1300000000000008</c:v>
                </c:pt>
                <c:pt idx="1025">
                  <c:v>8.1199999999999992</c:v>
                </c:pt>
                <c:pt idx="1026">
                  <c:v>8.08</c:v>
                </c:pt>
                <c:pt idx="1027">
                  <c:v>8.1</c:v>
                </c:pt>
                <c:pt idx="1028">
                  <c:v>8.09</c:v>
                </c:pt>
                <c:pt idx="1029">
                  <c:v>8.0299999999999994</c:v>
                </c:pt>
                <c:pt idx="1030">
                  <c:v>8.06</c:v>
                </c:pt>
                <c:pt idx="1031">
                  <c:v>8.16</c:v>
                </c:pt>
                <c:pt idx="1032">
                  <c:v>8.18</c:v>
                </c:pt>
                <c:pt idx="1033">
                  <c:v>8.24</c:v>
                </c:pt>
                <c:pt idx="1034">
                  <c:v>8.23</c:v>
                </c:pt>
                <c:pt idx="1035">
                  <c:v>8.27</c:v>
                </c:pt>
                <c:pt idx="1036">
                  <c:v>8.3000000000000007</c:v>
                </c:pt>
                <c:pt idx="1037">
                  <c:v>8.2799999999999994</c:v>
                </c:pt>
                <c:pt idx="1038">
                  <c:v>8.2899999999999991</c:v>
                </c:pt>
                <c:pt idx="1040">
                  <c:v>8.26</c:v>
                </c:pt>
                <c:pt idx="1041">
                  <c:v>8.2799999999999994</c:v>
                </c:pt>
                <c:pt idx="1042">
                  <c:v>8.24</c:v>
                </c:pt>
                <c:pt idx="1043">
                  <c:v>8.23</c:v>
                </c:pt>
                <c:pt idx="1044">
                  <c:v>8.18</c:v>
                </c:pt>
                <c:pt idx="1045">
                  <c:v>8.27</c:v>
                </c:pt>
                <c:pt idx="1046">
                  <c:v>8.2100000000000009</c:v>
                </c:pt>
                <c:pt idx="1047">
                  <c:v>8.2899999999999991</c:v>
                </c:pt>
                <c:pt idx="1048">
                  <c:v>8.24</c:v>
                </c:pt>
                <c:pt idx="1049">
                  <c:v>8.2200000000000006</c:v>
                </c:pt>
                <c:pt idx="1050">
                  <c:v>8.27</c:v>
                </c:pt>
                <c:pt idx="1051">
                  <c:v>8.36</c:v>
                </c:pt>
                <c:pt idx="1052">
                  <c:v>8.4</c:v>
                </c:pt>
                <c:pt idx="1053">
                  <c:v>8.3800000000000008</c:v>
                </c:pt>
                <c:pt idx="1054">
                  <c:v>8.42</c:v>
                </c:pt>
                <c:pt idx="1056">
                  <c:v>8.4700000000000006</c:v>
                </c:pt>
                <c:pt idx="1057">
                  <c:v>8.43</c:v>
                </c:pt>
                <c:pt idx="1058">
                  <c:v>8.4499999999999993</c:v>
                </c:pt>
                <c:pt idx="1059">
                  <c:v>8.42</c:v>
                </c:pt>
                <c:pt idx="1060">
                  <c:v>8.36</c:v>
                </c:pt>
                <c:pt idx="1061">
                  <c:v>8.33</c:v>
                </c:pt>
                <c:pt idx="1062">
                  <c:v>8.2799999999999994</c:v>
                </c:pt>
                <c:pt idx="1063">
                  <c:v>8.23</c:v>
                </c:pt>
                <c:pt idx="1064">
                  <c:v>8.26</c:v>
                </c:pt>
                <c:pt idx="1065">
                  <c:v>8.36</c:v>
                </c:pt>
                <c:pt idx="1066">
                  <c:v>8.27</c:v>
                </c:pt>
                <c:pt idx="1067">
                  <c:v>8.2200000000000006</c:v>
                </c:pt>
                <c:pt idx="1068">
                  <c:v>8.1300000000000008</c:v>
                </c:pt>
                <c:pt idx="1069">
                  <c:v>8.1300000000000008</c:v>
                </c:pt>
                <c:pt idx="1070">
                  <c:v>8.3000000000000007</c:v>
                </c:pt>
                <c:pt idx="1071">
                  <c:v>8.18</c:v>
                </c:pt>
                <c:pt idx="1072">
                  <c:v>8.26</c:v>
                </c:pt>
                <c:pt idx="1073">
                  <c:v>8.39</c:v>
                </c:pt>
                <c:pt idx="1074">
                  <c:v>8.36</c:v>
                </c:pt>
                <c:pt idx="1075">
                  <c:v>8.3000000000000007</c:v>
                </c:pt>
                <c:pt idx="1076">
                  <c:v>8.33</c:v>
                </c:pt>
                <c:pt idx="1077">
                  <c:v>8.35</c:v>
                </c:pt>
                <c:pt idx="1078">
                  <c:v>8.33</c:v>
                </c:pt>
                <c:pt idx="1079">
                  <c:v>8.31</c:v>
                </c:pt>
                <c:pt idx="1081">
                  <c:v>8.24</c:v>
                </c:pt>
                <c:pt idx="1082">
                  <c:v>8.2799999999999994</c:v>
                </c:pt>
                <c:pt idx="1083">
                  <c:v>8.3000000000000007</c:v>
                </c:pt>
                <c:pt idx="1084">
                  <c:v>8.35</c:v>
                </c:pt>
                <c:pt idx="1085">
                  <c:v>8.3800000000000008</c:v>
                </c:pt>
                <c:pt idx="1086">
                  <c:v>8.33</c:v>
                </c:pt>
                <c:pt idx="1087">
                  <c:v>8.35</c:v>
                </c:pt>
                <c:pt idx="1088">
                  <c:v>8.35</c:v>
                </c:pt>
                <c:pt idx="1089">
                  <c:v>8.32</c:v>
                </c:pt>
                <c:pt idx="1090">
                  <c:v>8.33</c:v>
                </c:pt>
                <c:pt idx="1091">
                  <c:v>8.34</c:v>
                </c:pt>
                <c:pt idx="1092">
                  <c:v>8.36</c:v>
                </c:pt>
                <c:pt idx="1093">
                  <c:v>8.4</c:v>
                </c:pt>
                <c:pt idx="1094">
                  <c:v>8.48</c:v>
                </c:pt>
                <c:pt idx="1095">
                  <c:v>8.5299999999999994</c:v>
                </c:pt>
                <c:pt idx="1096">
                  <c:v>8.4600000000000009</c:v>
                </c:pt>
                <c:pt idx="1097">
                  <c:v>8.4600000000000009</c:v>
                </c:pt>
                <c:pt idx="1098">
                  <c:v>8.42</c:v>
                </c:pt>
                <c:pt idx="1099">
                  <c:v>8.36</c:v>
                </c:pt>
                <c:pt idx="1100">
                  <c:v>8.32</c:v>
                </c:pt>
                <c:pt idx="1101">
                  <c:v>8.31</c:v>
                </c:pt>
                <c:pt idx="1102">
                  <c:v>8.33</c:v>
                </c:pt>
                <c:pt idx="1103">
                  <c:v>8.2799999999999994</c:v>
                </c:pt>
                <c:pt idx="1104">
                  <c:v>8.33</c:v>
                </c:pt>
                <c:pt idx="1105">
                  <c:v>8.32</c:v>
                </c:pt>
                <c:pt idx="1106">
                  <c:v>8.33</c:v>
                </c:pt>
                <c:pt idx="1107">
                  <c:v>8.3800000000000008</c:v>
                </c:pt>
                <c:pt idx="1108">
                  <c:v>8.36</c:v>
                </c:pt>
                <c:pt idx="1109">
                  <c:v>8.33</c:v>
                </c:pt>
                <c:pt idx="1110">
                  <c:v>8.3000000000000007</c:v>
                </c:pt>
                <c:pt idx="1111">
                  <c:v>8.2799999999999994</c:v>
                </c:pt>
                <c:pt idx="1112">
                  <c:v>8.35</c:v>
                </c:pt>
                <c:pt idx="1113">
                  <c:v>8.32</c:v>
                </c:pt>
                <c:pt idx="1114">
                  <c:v>8.26</c:v>
                </c:pt>
                <c:pt idx="1115">
                  <c:v>8.24</c:v>
                </c:pt>
                <c:pt idx="1116">
                  <c:v>8.34</c:v>
                </c:pt>
                <c:pt idx="1117">
                  <c:v>8.41</c:v>
                </c:pt>
                <c:pt idx="1118">
                  <c:v>8.39</c:v>
                </c:pt>
                <c:pt idx="1119">
                  <c:v>8.3800000000000008</c:v>
                </c:pt>
                <c:pt idx="1120">
                  <c:v>8.51</c:v>
                </c:pt>
                <c:pt idx="1121">
                  <c:v>8.48</c:v>
                </c:pt>
                <c:pt idx="1122">
                  <c:v>8.41</c:v>
                </c:pt>
                <c:pt idx="1123">
                  <c:v>8.4</c:v>
                </c:pt>
                <c:pt idx="1125">
                  <c:v>8.42</c:v>
                </c:pt>
                <c:pt idx="1126">
                  <c:v>8.5</c:v>
                </c:pt>
                <c:pt idx="1127">
                  <c:v>8.51</c:v>
                </c:pt>
                <c:pt idx="1128">
                  <c:v>8.57</c:v>
                </c:pt>
                <c:pt idx="1129">
                  <c:v>8.57</c:v>
                </c:pt>
                <c:pt idx="1130">
                  <c:v>8.59</c:v>
                </c:pt>
                <c:pt idx="1131">
                  <c:v>8.64</c:v>
                </c:pt>
                <c:pt idx="1132">
                  <c:v>8.74</c:v>
                </c:pt>
                <c:pt idx="1133">
                  <c:v>8.84</c:v>
                </c:pt>
                <c:pt idx="1134">
                  <c:v>8.8699999999999992</c:v>
                </c:pt>
                <c:pt idx="1135">
                  <c:v>8.92</c:v>
                </c:pt>
                <c:pt idx="1136">
                  <c:v>8.89</c:v>
                </c:pt>
                <c:pt idx="1137">
                  <c:v>8.8800000000000008</c:v>
                </c:pt>
                <c:pt idx="1138">
                  <c:v>8.92</c:v>
                </c:pt>
                <c:pt idx="1139">
                  <c:v>9.0299999999999994</c:v>
                </c:pt>
                <c:pt idx="1140">
                  <c:v>8.99</c:v>
                </c:pt>
                <c:pt idx="1141">
                  <c:v>8.94</c:v>
                </c:pt>
                <c:pt idx="1142">
                  <c:v>9.01</c:v>
                </c:pt>
                <c:pt idx="1143">
                  <c:v>9.08</c:v>
                </c:pt>
                <c:pt idx="1144">
                  <c:v>9.06</c:v>
                </c:pt>
                <c:pt idx="1145">
                  <c:v>9.01</c:v>
                </c:pt>
                <c:pt idx="1146">
                  <c:v>9</c:v>
                </c:pt>
                <c:pt idx="1147">
                  <c:v>8.99</c:v>
                </c:pt>
                <c:pt idx="1148">
                  <c:v>8.89</c:v>
                </c:pt>
                <c:pt idx="1149">
                  <c:v>8.84</c:v>
                </c:pt>
                <c:pt idx="1151">
                  <c:v>8.8699999999999992</c:v>
                </c:pt>
                <c:pt idx="1152">
                  <c:v>8.81</c:v>
                </c:pt>
                <c:pt idx="1153">
                  <c:v>8.7100000000000009</c:v>
                </c:pt>
                <c:pt idx="1154">
                  <c:v>8.65</c:v>
                </c:pt>
                <c:pt idx="1155">
                  <c:v>8.56</c:v>
                </c:pt>
                <c:pt idx="1156">
                  <c:v>8.5299999999999994</c:v>
                </c:pt>
                <c:pt idx="1157">
                  <c:v>8.49</c:v>
                </c:pt>
                <c:pt idx="1158">
                  <c:v>8.48</c:v>
                </c:pt>
                <c:pt idx="1159">
                  <c:v>8.4700000000000006</c:v>
                </c:pt>
                <c:pt idx="1160">
                  <c:v>8.44</c:v>
                </c:pt>
                <c:pt idx="1161">
                  <c:v>8.4700000000000006</c:v>
                </c:pt>
                <c:pt idx="1162">
                  <c:v>8.41</c:v>
                </c:pt>
                <c:pt idx="1163">
                  <c:v>8.41</c:v>
                </c:pt>
                <c:pt idx="1164">
                  <c:v>8.36</c:v>
                </c:pt>
                <c:pt idx="1165">
                  <c:v>8.3800000000000008</c:v>
                </c:pt>
                <c:pt idx="1166">
                  <c:v>8.39</c:v>
                </c:pt>
                <c:pt idx="1167">
                  <c:v>8.4600000000000009</c:v>
                </c:pt>
                <c:pt idx="1168">
                  <c:v>8.49</c:v>
                </c:pt>
                <c:pt idx="1169">
                  <c:v>8.5299999999999994</c:v>
                </c:pt>
                <c:pt idx="1170">
                  <c:v>8.52</c:v>
                </c:pt>
                <c:pt idx="1171">
                  <c:v>8.48</c:v>
                </c:pt>
                <c:pt idx="1172">
                  <c:v>8.51</c:v>
                </c:pt>
                <c:pt idx="1173">
                  <c:v>8.44</c:v>
                </c:pt>
                <c:pt idx="1174">
                  <c:v>8.43</c:v>
                </c:pt>
                <c:pt idx="1175">
                  <c:v>8.41</c:v>
                </c:pt>
                <c:pt idx="1177">
                  <c:v>8.39</c:v>
                </c:pt>
                <c:pt idx="1178">
                  <c:v>8.43</c:v>
                </c:pt>
                <c:pt idx="1179">
                  <c:v>8.3800000000000008</c:v>
                </c:pt>
                <c:pt idx="1180">
                  <c:v>8.3800000000000008</c:v>
                </c:pt>
                <c:pt idx="1181">
                  <c:v>8.39</c:v>
                </c:pt>
                <c:pt idx="1182">
                  <c:v>8.3800000000000008</c:v>
                </c:pt>
                <c:pt idx="1183">
                  <c:v>8.31</c:v>
                </c:pt>
                <c:pt idx="1184">
                  <c:v>8.34</c:v>
                </c:pt>
                <c:pt idx="1185">
                  <c:v>8.39</c:v>
                </c:pt>
                <c:pt idx="1186">
                  <c:v>8.3800000000000008</c:v>
                </c:pt>
                <c:pt idx="1187">
                  <c:v>8.4</c:v>
                </c:pt>
                <c:pt idx="1188">
                  <c:v>8.3000000000000007</c:v>
                </c:pt>
                <c:pt idx="1189">
                  <c:v>8.2799999999999994</c:v>
                </c:pt>
                <c:pt idx="1190">
                  <c:v>8.3000000000000007</c:v>
                </c:pt>
                <c:pt idx="1191">
                  <c:v>8.3000000000000007</c:v>
                </c:pt>
                <c:pt idx="1192">
                  <c:v>8.31</c:v>
                </c:pt>
                <c:pt idx="1193">
                  <c:v>8.26</c:v>
                </c:pt>
                <c:pt idx="1194">
                  <c:v>8.2899999999999991</c:v>
                </c:pt>
                <c:pt idx="1195">
                  <c:v>8.31</c:v>
                </c:pt>
                <c:pt idx="1196">
                  <c:v>8.27</c:v>
                </c:pt>
                <c:pt idx="1197">
                  <c:v>8.2799999999999994</c:v>
                </c:pt>
                <c:pt idx="1198">
                  <c:v>8.26</c:v>
                </c:pt>
                <c:pt idx="1199">
                  <c:v>8.24</c:v>
                </c:pt>
                <c:pt idx="1200">
                  <c:v>8.26</c:v>
                </c:pt>
                <c:pt idx="1201">
                  <c:v>8.24</c:v>
                </c:pt>
                <c:pt idx="1202">
                  <c:v>8.25</c:v>
                </c:pt>
                <c:pt idx="1203">
                  <c:v>8.23</c:v>
                </c:pt>
                <c:pt idx="1204">
                  <c:v>8.24</c:v>
                </c:pt>
                <c:pt idx="1205">
                  <c:v>8.23</c:v>
                </c:pt>
                <c:pt idx="1206">
                  <c:v>8.24</c:v>
                </c:pt>
                <c:pt idx="1207">
                  <c:v>8.25</c:v>
                </c:pt>
                <c:pt idx="1208">
                  <c:v>8.27</c:v>
                </c:pt>
                <c:pt idx="1209">
                  <c:v>8.24</c:v>
                </c:pt>
                <c:pt idx="1210">
                  <c:v>8.26</c:v>
                </c:pt>
                <c:pt idx="1211">
                  <c:v>8.2899999999999991</c:v>
                </c:pt>
                <c:pt idx="1212">
                  <c:v>8.26</c:v>
                </c:pt>
                <c:pt idx="1213">
                  <c:v>8.2200000000000006</c:v>
                </c:pt>
                <c:pt idx="1214">
                  <c:v>8.23</c:v>
                </c:pt>
                <c:pt idx="1215">
                  <c:v>8.27</c:v>
                </c:pt>
                <c:pt idx="1216">
                  <c:v>8.3000000000000007</c:v>
                </c:pt>
                <c:pt idx="1217">
                  <c:v>8.3000000000000007</c:v>
                </c:pt>
                <c:pt idx="1218">
                  <c:v>8.24</c:v>
                </c:pt>
                <c:pt idx="1219">
                  <c:v>8.2200000000000006</c:v>
                </c:pt>
                <c:pt idx="1221">
                  <c:v>8.2200000000000006</c:v>
                </c:pt>
                <c:pt idx="1222">
                  <c:v>8.26</c:v>
                </c:pt>
                <c:pt idx="1223">
                  <c:v>8.27</c:v>
                </c:pt>
                <c:pt idx="1224">
                  <c:v>8.25</c:v>
                </c:pt>
                <c:pt idx="1225">
                  <c:v>8.2899999999999991</c:v>
                </c:pt>
                <c:pt idx="1226">
                  <c:v>8.34</c:v>
                </c:pt>
                <c:pt idx="1227">
                  <c:v>8.32</c:v>
                </c:pt>
                <c:pt idx="1228">
                  <c:v>8.3699999999999992</c:v>
                </c:pt>
                <c:pt idx="1229">
                  <c:v>8.44</c:v>
                </c:pt>
                <c:pt idx="1230">
                  <c:v>8.49</c:v>
                </c:pt>
                <c:pt idx="1231">
                  <c:v>8.43</c:v>
                </c:pt>
                <c:pt idx="1232">
                  <c:v>8.4600000000000009</c:v>
                </c:pt>
                <c:pt idx="1233">
                  <c:v>8.43</c:v>
                </c:pt>
                <c:pt idx="1234">
                  <c:v>8.4</c:v>
                </c:pt>
                <c:pt idx="1235">
                  <c:v>8.3699999999999992</c:v>
                </c:pt>
                <c:pt idx="1236">
                  <c:v>8.33</c:v>
                </c:pt>
                <c:pt idx="1237">
                  <c:v>8.3699999999999992</c:v>
                </c:pt>
                <c:pt idx="1238">
                  <c:v>8.32</c:v>
                </c:pt>
                <c:pt idx="1239">
                  <c:v>8.34</c:v>
                </c:pt>
                <c:pt idx="1240">
                  <c:v>8.41</c:v>
                </c:pt>
                <c:pt idx="1241">
                  <c:v>8.41</c:v>
                </c:pt>
                <c:pt idx="1242">
                  <c:v>8.41</c:v>
                </c:pt>
                <c:pt idx="1243">
                  <c:v>8.39</c:v>
                </c:pt>
                <c:pt idx="1244">
                  <c:v>8.35</c:v>
                </c:pt>
                <c:pt idx="1246">
                  <c:v>8.34</c:v>
                </c:pt>
                <c:pt idx="1247">
                  <c:v>8.3800000000000008</c:v>
                </c:pt>
                <c:pt idx="1248">
                  <c:v>8.3699999999999992</c:v>
                </c:pt>
                <c:pt idx="1249">
                  <c:v>8.3699999999999992</c:v>
                </c:pt>
                <c:pt idx="1250">
                  <c:v>8.3699999999999992</c:v>
                </c:pt>
                <c:pt idx="1251">
                  <c:v>8.32</c:v>
                </c:pt>
                <c:pt idx="1252">
                  <c:v>8.34</c:v>
                </c:pt>
                <c:pt idx="1253">
                  <c:v>8.32</c:v>
                </c:pt>
                <c:pt idx="1254">
                  <c:v>8.2899999999999991</c:v>
                </c:pt>
                <c:pt idx="1255">
                  <c:v>8.27</c:v>
                </c:pt>
                <c:pt idx="1256">
                  <c:v>8.2899999999999991</c:v>
                </c:pt>
                <c:pt idx="1257">
                  <c:v>8.32</c:v>
                </c:pt>
                <c:pt idx="1258">
                  <c:v>8.2899999999999991</c:v>
                </c:pt>
                <c:pt idx="1259">
                  <c:v>8.3000000000000007</c:v>
                </c:pt>
                <c:pt idx="1260">
                  <c:v>8.3000000000000007</c:v>
                </c:pt>
                <c:pt idx="1261">
                  <c:v>8.33</c:v>
                </c:pt>
                <c:pt idx="1262">
                  <c:v>8.31</c:v>
                </c:pt>
                <c:pt idx="1263">
                  <c:v>8.2799999999999994</c:v>
                </c:pt>
                <c:pt idx="1264">
                  <c:v>8.35</c:v>
                </c:pt>
                <c:pt idx="1265">
                  <c:v>8.3699999999999992</c:v>
                </c:pt>
                <c:pt idx="1266">
                  <c:v>8.3699999999999992</c:v>
                </c:pt>
                <c:pt idx="1267">
                  <c:v>8.35</c:v>
                </c:pt>
                <c:pt idx="1268">
                  <c:v>8.32</c:v>
                </c:pt>
                <c:pt idx="1269">
                  <c:v>8.32</c:v>
                </c:pt>
                <c:pt idx="1270">
                  <c:v>8.2899999999999991</c:v>
                </c:pt>
                <c:pt idx="1271">
                  <c:v>8.2799999999999994</c:v>
                </c:pt>
                <c:pt idx="1272">
                  <c:v>8.24</c:v>
                </c:pt>
                <c:pt idx="1273">
                  <c:v>8.2200000000000006</c:v>
                </c:pt>
                <c:pt idx="1274">
                  <c:v>8.2899999999999991</c:v>
                </c:pt>
                <c:pt idx="1275">
                  <c:v>8.2899999999999991</c:v>
                </c:pt>
                <c:pt idx="1276">
                  <c:v>8.31</c:v>
                </c:pt>
                <c:pt idx="1277">
                  <c:v>8.23</c:v>
                </c:pt>
                <c:pt idx="1279">
                  <c:v>8.26</c:v>
                </c:pt>
                <c:pt idx="1280">
                  <c:v>8.2899999999999991</c:v>
                </c:pt>
                <c:pt idx="1281">
                  <c:v>8.19</c:v>
                </c:pt>
                <c:pt idx="1282">
                  <c:v>8.18</c:v>
                </c:pt>
                <c:pt idx="1283">
                  <c:v>8.1199999999999992</c:v>
                </c:pt>
                <c:pt idx="1284">
                  <c:v>8.18</c:v>
                </c:pt>
                <c:pt idx="1285">
                  <c:v>8.19</c:v>
                </c:pt>
                <c:pt idx="1286">
                  <c:v>8.1199999999999992</c:v>
                </c:pt>
                <c:pt idx="1287">
                  <c:v>8.0500000000000007</c:v>
                </c:pt>
                <c:pt idx="1288">
                  <c:v>8.0399999999999991</c:v>
                </c:pt>
                <c:pt idx="1289">
                  <c:v>8.09</c:v>
                </c:pt>
                <c:pt idx="1290">
                  <c:v>8.08</c:v>
                </c:pt>
                <c:pt idx="1291">
                  <c:v>8.08</c:v>
                </c:pt>
                <c:pt idx="1292">
                  <c:v>8.0299999999999994</c:v>
                </c:pt>
                <c:pt idx="1293">
                  <c:v>8</c:v>
                </c:pt>
                <c:pt idx="1294">
                  <c:v>7.97</c:v>
                </c:pt>
                <c:pt idx="1295">
                  <c:v>7.98</c:v>
                </c:pt>
                <c:pt idx="1296">
                  <c:v>8</c:v>
                </c:pt>
                <c:pt idx="1297">
                  <c:v>7.95</c:v>
                </c:pt>
                <c:pt idx="1298">
                  <c:v>7.92</c:v>
                </c:pt>
                <c:pt idx="1299">
                  <c:v>7.92</c:v>
                </c:pt>
                <c:pt idx="1301">
                  <c:v>7.93</c:v>
                </c:pt>
                <c:pt idx="1302">
                  <c:v>7.97</c:v>
                </c:pt>
                <c:pt idx="1303">
                  <c:v>7.96</c:v>
                </c:pt>
                <c:pt idx="1304">
                  <c:v>8</c:v>
                </c:pt>
                <c:pt idx="1306">
                  <c:v>7.91</c:v>
                </c:pt>
                <c:pt idx="1307">
                  <c:v>7.97</c:v>
                </c:pt>
                <c:pt idx="1308">
                  <c:v>7.94</c:v>
                </c:pt>
                <c:pt idx="1309">
                  <c:v>7.92</c:v>
                </c:pt>
                <c:pt idx="1310">
                  <c:v>7.88</c:v>
                </c:pt>
                <c:pt idx="1311">
                  <c:v>7.9</c:v>
                </c:pt>
                <c:pt idx="1312">
                  <c:v>7.93</c:v>
                </c:pt>
                <c:pt idx="1313">
                  <c:v>7.99</c:v>
                </c:pt>
                <c:pt idx="1314">
                  <c:v>8.0500000000000007</c:v>
                </c:pt>
                <c:pt idx="1316">
                  <c:v>7.97</c:v>
                </c:pt>
                <c:pt idx="1317">
                  <c:v>7.91</c:v>
                </c:pt>
                <c:pt idx="1318">
                  <c:v>7.84</c:v>
                </c:pt>
                <c:pt idx="1319">
                  <c:v>7.89</c:v>
                </c:pt>
                <c:pt idx="1320">
                  <c:v>7.96</c:v>
                </c:pt>
                <c:pt idx="1321">
                  <c:v>7.97</c:v>
                </c:pt>
                <c:pt idx="1322">
                  <c:v>7.94</c:v>
                </c:pt>
                <c:pt idx="1323">
                  <c:v>7.92</c:v>
                </c:pt>
                <c:pt idx="1324">
                  <c:v>7.94</c:v>
                </c:pt>
                <c:pt idx="1325">
                  <c:v>7.97</c:v>
                </c:pt>
                <c:pt idx="1326">
                  <c:v>7.89</c:v>
                </c:pt>
                <c:pt idx="1327">
                  <c:v>7.81</c:v>
                </c:pt>
                <c:pt idx="1328">
                  <c:v>7.73</c:v>
                </c:pt>
                <c:pt idx="1329">
                  <c:v>7.8</c:v>
                </c:pt>
                <c:pt idx="1330">
                  <c:v>7.77</c:v>
                </c:pt>
                <c:pt idx="1331">
                  <c:v>7.8</c:v>
                </c:pt>
                <c:pt idx="1332">
                  <c:v>7.87</c:v>
                </c:pt>
                <c:pt idx="1333">
                  <c:v>7.88</c:v>
                </c:pt>
                <c:pt idx="1334">
                  <c:v>7.82</c:v>
                </c:pt>
                <c:pt idx="1335">
                  <c:v>7.87</c:v>
                </c:pt>
                <c:pt idx="1336">
                  <c:v>7.89</c:v>
                </c:pt>
                <c:pt idx="1337">
                  <c:v>7.9</c:v>
                </c:pt>
                <c:pt idx="1338">
                  <c:v>7.96</c:v>
                </c:pt>
                <c:pt idx="1339">
                  <c:v>7.92</c:v>
                </c:pt>
                <c:pt idx="1341">
                  <c:v>7.92</c:v>
                </c:pt>
                <c:pt idx="1342">
                  <c:v>7.96</c:v>
                </c:pt>
                <c:pt idx="1343">
                  <c:v>7.99</c:v>
                </c:pt>
                <c:pt idx="1344">
                  <c:v>7.96</c:v>
                </c:pt>
                <c:pt idx="1345">
                  <c:v>7.94</c:v>
                </c:pt>
                <c:pt idx="1346">
                  <c:v>7.82</c:v>
                </c:pt>
                <c:pt idx="1347">
                  <c:v>7.8</c:v>
                </c:pt>
                <c:pt idx="1348">
                  <c:v>7.75</c:v>
                </c:pt>
                <c:pt idx="1349">
                  <c:v>7.82</c:v>
                </c:pt>
                <c:pt idx="1350">
                  <c:v>7.81</c:v>
                </c:pt>
                <c:pt idx="1351">
                  <c:v>7.84</c:v>
                </c:pt>
                <c:pt idx="1352">
                  <c:v>7.77</c:v>
                </c:pt>
                <c:pt idx="1353">
                  <c:v>7.76</c:v>
                </c:pt>
                <c:pt idx="1354">
                  <c:v>7.77</c:v>
                </c:pt>
                <c:pt idx="1355">
                  <c:v>7.78</c:v>
                </c:pt>
                <c:pt idx="1356">
                  <c:v>7.8</c:v>
                </c:pt>
                <c:pt idx="1357">
                  <c:v>7.82</c:v>
                </c:pt>
                <c:pt idx="1358">
                  <c:v>7.84</c:v>
                </c:pt>
                <c:pt idx="1359">
                  <c:v>7.81</c:v>
                </c:pt>
                <c:pt idx="1360">
                  <c:v>7.84</c:v>
                </c:pt>
                <c:pt idx="1361">
                  <c:v>7.84</c:v>
                </c:pt>
                <c:pt idx="1362">
                  <c:v>7.83</c:v>
                </c:pt>
                <c:pt idx="1363">
                  <c:v>7.8</c:v>
                </c:pt>
                <c:pt idx="1364">
                  <c:v>7.84</c:v>
                </c:pt>
                <c:pt idx="1365">
                  <c:v>7.9</c:v>
                </c:pt>
                <c:pt idx="1366">
                  <c:v>7.98</c:v>
                </c:pt>
                <c:pt idx="1367">
                  <c:v>8</c:v>
                </c:pt>
                <c:pt idx="1368">
                  <c:v>8</c:v>
                </c:pt>
                <c:pt idx="1369">
                  <c:v>7.97</c:v>
                </c:pt>
                <c:pt idx="1370">
                  <c:v>7.98</c:v>
                </c:pt>
                <c:pt idx="1371">
                  <c:v>7.97</c:v>
                </c:pt>
                <c:pt idx="1372">
                  <c:v>7.98</c:v>
                </c:pt>
                <c:pt idx="1373">
                  <c:v>8.01</c:v>
                </c:pt>
                <c:pt idx="1374">
                  <c:v>7.95</c:v>
                </c:pt>
                <c:pt idx="1375">
                  <c:v>7.97</c:v>
                </c:pt>
                <c:pt idx="1376">
                  <c:v>8.08</c:v>
                </c:pt>
                <c:pt idx="1377">
                  <c:v>8.08</c:v>
                </c:pt>
                <c:pt idx="1378">
                  <c:v>8.09</c:v>
                </c:pt>
                <c:pt idx="1380">
                  <c:v>8.18</c:v>
                </c:pt>
                <c:pt idx="1381">
                  <c:v>8.14</c:v>
                </c:pt>
                <c:pt idx="1382">
                  <c:v>8.09</c:v>
                </c:pt>
                <c:pt idx="1383">
                  <c:v>8.18</c:v>
                </c:pt>
                <c:pt idx="1384">
                  <c:v>8.16</c:v>
                </c:pt>
                <c:pt idx="1385">
                  <c:v>8.1</c:v>
                </c:pt>
                <c:pt idx="1386">
                  <c:v>8.07</c:v>
                </c:pt>
                <c:pt idx="1387">
                  <c:v>8.1300000000000008</c:v>
                </c:pt>
                <c:pt idx="1388">
                  <c:v>8.0299999999999994</c:v>
                </c:pt>
                <c:pt idx="1389">
                  <c:v>8.1</c:v>
                </c:pt>
                <c:pt idx="1390">
                  <c:v>8.08</c:v>
                </c:pt>
                <c:pt idx="1391">
                  <c:v>8.0500000000000007</c:v>
                </c:pt>
                <c:pt idx="1392">
                  <c:v>8.01</c:v>
                </c:pt>
                <c:pt idx="1393">
                  <c:v>7.92</c:v>
                </c:pt>
                <c:pt idx="1394">
                  <c:v>7.94</c:v>
                </c:pt>
                <c:pt idx="1395">
                  <c:v>7.96</c:v>
                </c:pt>
                <c:pt idx="1396">
                  <c:v>8</c:v>
                </c:pt>
                <c:pt idx="1397">
                  <c:v>7.96</c:v>
                </c:pt>
                <c:pt idx="1398">
                  <c:v>8.0500000000000007</c:v>
                </c:pt>
                <c:pt idx="1399">
                  <c:v>8.18</c:v>
                </c:pt>
                <c:pt idx="1400">
                  <c:v>8.14</c:v>
                </c:pt>
                <c:pt idx="1401">
                  <c:v>8.19</c:v>
                </c:pt>
                <c:pt idx="1402">
                  <c:v>8.14</c:v>
                </c:pt>
                <c:pt idx="1403">
                  <c:v>8.07</c:v>
                </c:pt>
                <c:pt idx="1404">
                  <c:v>8.0299999999999994</c:v>
                </c:pt>
                <c:pt idx="1405">
                  <c:v>8.02</c:v>
                </c:pt>
                <c:pt idx="1406">
                  <c:v>8.0500000000000007</c:v>
                </c:pt>
                <c:pt idx="1407">
                  <c:v>8.1</c:v>
                </c:pt>
                <c:pt idx="1408">
                  <c:v>8.17</c:v>
                </c:pt>
                <c:pt idx="1409">
                  <c:v>8.17</c:v>
                </c:pt>
                <c:pt idx="1411">
                  <c:v>8.18</c:v>
                </c:pt>
                <c:pt idx="1412">
                  <c:v>8.17</c:v>
                </c:pt>
                <c:pt idx="1413">
                  <c:v>8.08</c:v>
                </c:pt>
                <c:pt idx="1414">
                  <c:v>8.02</c:v>
                </c:pt>
                <c:pt idx="1415">
                  <c:v>8</c:v>
                </c:pt>
                <c:pt idx="1416">
                  <c:v>7.95</c:v>
                </c:pt>
                <c:pt idx="1417">
                  <c:v>7.96</c:v>
                </c:pt>
                <c:pt idx="1418">
                  <c:v>8.01</c:v>
                </c:pt>
                <c:pt idx="1419">
                  <c:v>8.0299999999999994</c:v>
                </c:pt>
                <c:pt idx="1420">
                  <c:v>7.98</c:v>
                </c:pt>
                <c:pt idx="1421">
                  <c:v>7.95</c:v>
                </c:pt>
                <c:pt idx="1422">
                  <c:v>7.95</c:v>
                </c:pt>
                <c:pt idx="1423">
                  <c:v>7.93</c:v>
                </c:pt>
                <c:pt idx="1424">
                  <c:v>7.98</c:v>
                </c:pt>
                <c:pt idx="1425">
                  <c:v>8</c:v>
                </c:pt>
                <c:pt idx="1426">
                  <c:v>7.99</c:v>
                </c:pt>
                <c:pt idx="1427">
                  <c:v>7.98</c:v>
                </c:pt>
                <c:pt idx="1428">
                  <c:v>7.96</c:v>
                </c:pt>
                <c:pt idx="1429">
                  <c:v>7.89</c:v>
                </c:pt>
                <c:pt idx="1430">
                  <c:v>7.91</c:v>
                </c:pt>
                <c:pt idx="1431">
                  <c:v>7.96</c:v>
                </c:pt>
                <c:pt idx="1432">
                  <c:v>7.94</c:v>
                </c:pt>
                <c:pt idx="1433">
                  <c:v>8.01</c:v>
                </c:pt>
                <c:pt idx="1434">
                  <c:v>8.07</c:v>
                </c:pt>
                <c:pt idx="1435">
                  <c:v>8.0399999999999991</c:v>
                </c:pt>
                <c:pt idx="1436">
                  <c:v>8.08</c:v>
                </c:pt>
                <c:pt idx="1438">
                  <c:v>8.11</c:v>
                </c:pt>
                <c:pt idx="1439">
                  <c:v>8.1</c:v>
                </c:pt>
                <c:pt idx="1440">
                  <c:v>8.06</c:v>
                </c:pt>
                <c:pt idx="1441">
                  <c:v>8.0299999999999994</c:v>
                </c:pt>
                <c:pt idx="1442">
                  <c:v>8.0500000000000007</c:v>
                </c:pt>
                <c:pt idx="1443">
                  <c:v>8.01</c:v>
                </c:pt>
                <c:pt idx="1444">
                  <c:v>7.98</c:v>
                </c:pt>
                <c:pt idx="1445">
                  <c:v>7.95</c:v>
                </c:pt>
                <c:pt idx="1446">
                  <c:v>7.95</c:v>
                </c:pt>
                <c:pt idx="1447">
                  <c:v>7.9</c:v>
                </c:pt>
                <c:pt idx="1448">
                  <c:v>7.91</c:v>
                </c:pt>
                <c:pt idx="1449">
                  <c:v>7.92</c:v>
                </c:pt>
                <c:pt idx="1450">
                  <c:v>7.9</c:v>
                </c:pt>
                <c:pt idx="1451">
                  <c:v>7.87</c:v>
                </c:pt>
                <c:pt idx="1452">
                  <c:v>7.94</c:v>
                </c:pt>
                <c:pt idx="1453">
                  <c:v>7.95</c:v>
                </c:pt>
                <c:pt idx="1454">
                  <c:v>7.9</c:v>
                </c:pt>
                <c:pt idx="1455">
                  <c:v>7.87</c:v>
                </c:pt>
                <c:pt idx="1456">
                  <c:v>7.85</c:v>
                </c:pt>
                <c:pt idx="1457">
                  <c:v>7.87</c:v>
                </c:pt>
                <c:pt idx="1458">
                  <c:v>7.91</c:v>
                </c:pt>
                <c:pt idx="1459">
                  <c:v>7.92</c:v>
                </c:pt>
                <c:pt idx="1460">
                  <c:v>7.94</c:v>
                </c:pt>
                <c:pt idx="1461">
                  <c:v>7.94</c:v>
                </c:pt>
                <c:pt idx="1462">
                  <c:v>7.87</c:v>
                </c:pt>
                <c:pt idx="1463">
                  <c:v>7.88</c:v>
                </c:pt>
                <c:pt idx="1464">
                  <c:v>7.86</c:v>
                </c:pt>
                <c:pt idx="1465">
                  <c:v>7.86</c:v>
                </c:pt>
                <c:pt idx="1466">
                  <c:v>7.86</c:v>
                </c:pt>
                <c:pt idx="1467">
                  <c:v>7.86</c:v>
                </c:pt>
                <c:pt idx="1468">
                  <c:v>7.84</c:v>
                </c:pt>
                <c:pt idx="1469">
                  <c:v>7.81</c:v>
                </c:pt>
                <c:pt idx="1470">
                  <c:v>7.84</c:v>
                </c:pt>
                <c:pt idx="1471">
                  <c:v>7.85</c:v>
                </c:pt>
                <c:pt idx="1472">
                  <c:v>7.85</c:v>
                </c:pt>
                <c:pt idx="1473">
                  <c:v>7.81</c:v>
                </c:pt>
                <c:pt idx="1474">
                  <c:v>7.84</c:v>
                </c:pt>
                <c:pt idx="1475">
                  <c:v>7.85</c:v>
                </c:pt>
                <c:pt idx="1476">
                  <c:v>7.8</c:v>
                </c:pt>
                <c:pt idx="1477">
                  <c:v>7.75</c:v>
                </c:pt>
                <c:pt idx="1478">
                  <c:v>7.76</c:v>
                </c:pt>
                <c:pt idx="1479">
                  <c:v>7.75</c:v>
                </c:pt>
                <c:pt idx="1481">
                  <c:v>7.87</c:v>
                </c:pt>
                <c:pt idx="1482">
                  <c:v>7.87</c:v>
                </c:pt>
                <c:pt idx="1483">
                  <c:v>7.8</c:v>
                </c:pt>
                <c:pt idx="1484">
                  <c:v>7.79</c:v>
                </c:pt>
                <c:pt idx="1485">
                  <c:v>7.83</c:v>
                </c:pt>
                <c:pt idx="1488">
                  <c:v>7.8</c:v>
                </c:pt>
                <c:pt idx="1489">
                  <c:v>7.93</c:v>
                </c:pt>
                <c:pt idx="1490">
                  <c:v>8.08</c:v>
                </c:pt>
                <c:pt idx="1491">
                  <c:v>8.1999999999999993</c:v>
                </c:pt>
                <c:pt idx="1492">
                  <c:v>8.2100000000000009</c:v>
                </c:pt>
                <c:pt idx="1493">
                  <c:v>8.27</c:v>
                </c:pt>
                <c:pt idx="1494">
                  <c:v>8.23</c:v>
                </c:pt>
                <c:pt idx="1495">
                  <c:v>8.2100000000000009</c:v>
                </c:pt>
                <c:pt idx="1496">
                  <c:v>8.1999999999999993</c:v>
                </c:pt>
                <c:pt idx="1497">
                  <c:v>8.11</c:v>
                </c:pt>
                <c:pt idx="1498">
                  <c:v>8.0500000000000007</c:v>
                </c:pt>
                <c:pt idx="1499">
                  <c:v>8.02</c:v>
                </c:pt>
                <c:pt idx="1500">
                  <c:v>7.99</c:v>
                </c:pt>
                <c:pt idx="1501">
                  <c:v>7.95</c:v>
                </c:pt>
                <c:pt idx="1502">
                  <c:v>7.93</c:v>
                </c:pt>
                <c:pt idx="1503">
                  <c:v>7.91</c:v>
                </c:pt>
                <c:pt idx="1504">
                  <c:v>7.92</c:v>
                </c:pt>
                <c:pt idx="1506">
                  <c:v>7.98</c:v>
                </c:pt>
                <c:pt idx="1507">
                  <c:v>7.95</c:v>
                </c:pt>
                <c:pt idx="1508">
                  <c:v>7.99</c:v>
                </c:pt>
                <c:pt idx="1509">
                  <c:v>8.01</c:v>
                </c:pt>
                <c:pt idx="1510">
                  <c:v>7.96</c:v>
                </c:pt>
                <c:pt idx="1511">
                  <c:v>7.92</c:v>
                </c:pt>
                <c:pt idx="1512">
                  <c:v>7.9</c:v>
                </c:pt>
                <c:pt idx="1513">
                  <c:v>7.89</c:v>
                </c:pt>
                <c:pt idx="1514">
                  <c:v>7.92</c:v>
                </c:pt>
                <c:pt idx="1515">
                  <c:v>7.91</c:v>
                </c:pt>
                <c:pt idx="1516">
                  <c:v>7.94</c:v>
                </c:pt>
                <c:pt idx="1517">
                  <c:v>7.89</c:v>
                </c:pt>
                <c:pt idx="1518">
                  <c:v>7.86</c:v>
                </c:pt>
                <c:pt idx="1519">
                  <c:v>7.84</c:v>
                </c:pt>
                <c:pt idx="1520">
                  <c:v>7.82</c:v>
                </c:pt>
                <c:pt idx="1521">
                  <c:v>7.79</c:v>
                </c:pt>
                <c:pt idx="1522">
                  <c:v>7.68</c:v>
                </c:pt>
                <c:pt idx="1523">
                  <c:v>7.61</c:v>
                </c:pt>
                <c:pt idx="1524">
                  <c:v>7.74</c:v>
                </c:pt>
                <c:pt idx="1525">
                  <c:v>7.65</c:v>
                </c:pt>
                <c:pt idx="1526">
                  <c:v>7.66</c:v>
                </c:pt>
                <c:pt idx="1527">
                  <c:v>7.57</c:v>
                </c:pt>
                <c:pt idx="1528">
                  <c:v>7.6</c:v>
                </c:pt>
                <c:pt idx="1529">
                  <c:v>7.61</c:v>
                </c:pt>
                <c:pt idx="1531">
                  <c:v>7.65</c:v>
                </c:pt>
                <c:pt idx="1532">
                  <c:v>7.73</c:v>
                </c:pt>
                <c:pt idx="1533">
                  <c:v>7.89</c:v>
                </c:pt>
                <c:pt idx="1534">
                  <c:v>7.98</c:v>
                </c:pt>
                <c:pt idx="1535">
                  <c:v>7.88</c:v>
                </c:pt>
                <c:pt idx="1536">
                  <c:v>7.96</c:v>
                </c:pt>
                <c:pt idx="1537">
                  <c:v>7.99</c:v>
                </c:pt>
                <c:pt idx="1539">
                  <c:v>8.01</c:v>
                </c:pt>
                <c:pt idx="1540">
                  <c:v>8.01</c:v>
                </c:pt>
                <c:pt idx="1541">
                  <c:v>7.99</c:v>
                </c:pt>
                <c:pt idx="1542">
                  <c:v>7.99</c:v>
                </c:pt>
                <c:pt idx="1543">
                  <c:v>7.86</c:v>
                </c:pt>
                <c:pt idx="1544">
                  <c:v>7.88</c:v>
                </c:pt>
                <c:pt idx="1545">
                  <c:v>7.89</c:v>
                </c:pt>
                <c:pt idx="1546">
                  <c:v>7.85</c:v>
                </c:pt>
                <c:pt idx="1547">
                  <c:v>7.99</c:v>
                </c:pt>
                <c:pt idx="1548">
                  <c:v>8.07</c:v>
                </c:pt>
                <c:pt idx="1549">
                  <c:v>8.16</c:v>
                </c:pt>
                <c:pt idx="1550">
                  <c:v>8.17</c:v>
                </c:pt>
                <c:pt idx="1551">
                  <c:v>8.14</c:v>
                </c:pt>
                <c:pt idx="1552">
                  <c:v>8.06</c:v>
                </c:pt>
                <c:pt idx="1553">
                  <c:v>8.11</c:v>
                </c:pt>
                <c:pt idx="1554">
                  <c:v>8.15</c:v>
                </c:pt>
                <c:pt idx="1555">
                  <c:v>8.23</c:v>
                </c:pt>
                <c:pt idx="1556">
                  <c:v>8.1</c:v>
                </c:pt>
                <c:pt idx="1557">
                  <c:v>8.02</c:v>
                </c:pt>
                <c:pt idx="1558">
                  <c:v>8</c:v>
                </c:pt>
                <c:pt idx="1559">
                  <c:v>7.99</c:v>
                </c:pt>
                <c:pt idx="1562">
                  <c:v>8.0399999999999991</c:v>
                </c:pt>
                <c:pt idx="1563">
                  <c:v>8.01</c:v>
                </c:pt>
                <c:pt idx="1564">
                  <c:v>8.02</c:v>
                </c:pt>
                <c:pt idx="1565">
                  <c:v>7.92</c:v>
                </c:pt>
                <c:pt idx="1567">
                  <c:v>8.02</c:v>
                </c:pt>
                <c:pt idx="1568">
                  <c:v>7.98</c:v>
                </c:pt>
                <c:pt idx="1569">
                  <c:v>7.96</c:v>
                </c:pt>
                <c:pt idx="1570">
                  <c:v>7.89</c:v>
                </c:pt>
                <c:pt idx="1571">
                  <c:v>7.9</c:v>
                </c:pt>
                <c:pt idx="1572">
                  <c:v>7.88</c:v>
                </c:pt>
                <c:pt idx="1573">
                  <c:v>7.82</c:v>
                </c:pt>
                <c:pt idx="1574">
                  <c:v>7.78</c:v>
                </c:pt>
                <c:pt idx="1575">
                  <c:v>7.79</c:v>
                </c:pt>
                <c:pt idx="1576">
                  <c:v>7.74</c:v>
                </c:pt>
                <c:pt idx="1577">
                  <c:v>7.75</c:v>
                </c:pt>
                <c:pt idx="1578">
                  <c:v>7.8</c:v>
                </c:pt>
                <c:pt idx="1579">
                  <c:v>7.8</c:v>
                </c:pt>
                <c:pt idx="1581">
                  <c:v>7.81</c:v>
                </c:pt>
                <c:pt idx="1582">
                  <c:v>7.92</c:v>
                </c:pt>
                <c:pt idx="1583">
                  <c:v>7.92</c:v>
                </c:pt>
                <c:pt idx="1584">
                  <c:v>7.91</c:v>
                </c:pt>
                <c:pt idx="1585">
                  <c:v>7.9</c:v>
                </c:pt>
                <c:pt idx="1586">
                  <c:v>7.86</c:v>
                </c:pt>
                <c:pt idx="1587">
                  <c:v>7.91</c:v>
                </c:pt>
                <c:pt idx="1588">
                  <c:v>7.92</c:v>
                </c:pt>
                <c:pt idx="1589">
                  <c:v>7.88</c:v>
                </c:pt>
                <c:pt idx="1590">
                  <c:v>7.87</c:v>
                </c:pt>
                <c:pt idx="1591">
                  <c:v>7.9</c:v>
                </c:pt>
                <c:pt idx="1592">
                  <c:v>7.93</c:v>
                </c:pt>
                <c:pt idx="1593">
                  <c:v>7.98</c:v>
                </c:pt>
                <c:pt idx="1594">
                  <c:v>7.93</c:v>
                </c:pt>
                <c:pt idx="1595">
                  <c:v>7.93</c:v>
                </c:pt>
                <c:pt idx="1596">
                  <c:v>7.96</c:v>
                </c:pt>
                <c:pt idx="1597">
                  <c:v>7.94</c:v>
                </c:pt>
                <c:pt idx="1598">
                  <c:v>7.9</c:v>
                </c:pt>
                <c:pt idx="1599">
                  <c:v>7.84</c:v>
                </c:pt>
                <c:pt idx="1601">
                  <c:v>7.87</c:v>
                </c:pt>
                <c:pt idx="1602">
                  <c:v>7.89</c:v>
                </c:pt>
                <c:pt idx="1603">
                  <c:v>7.85</c:v>
                </c:pt>
                <c:pt idx="1604">
                  <c:v>7.82</c:v>
                </c:pt>
                <c:pt idx="1605">
                  <c:v>7.84</c:v>
                </c:pt>
                <c:pt idx="1606">
                  <c:v>7.89</c:v>
                </c:pt>
                <c:pt idx="1607">
                  <c:v>7.84</c:v>
                </c:pt>
                <c:pt idx="1608">
                  <c:v>7.86</c:v>
                </c:pt>
                <c:pt idx="1609">
                  <c:v>7.95</c:v>
                </c:pt>
                <c:pt idx="1610">
                  <c:v>7.96</c:v>
                </c:pt>
                <c:pt idx="1611">
                  <c:v>7.92</c:v>
                </c:pt>
                <c:pt idx="1612">
                  <c:v>7.97</c:v>
                </c:pt>
                <c:pt idx="1613">
                  <c:v>8.0500000000000007</c:v>
                </c:pt>
                <c:pt idx="1614">
                  <c:v>8.1199999999999992</c:v>
                </c:pt>
                <c:pt idx="1615">
                  <c:v>8.11</c:v>
                </c:pt>
                <c:pt idx="1616">
                  <c:v>8.1</c:v>
                </c:pt>
                <c:pt idx="1617">
                  <c:v>8.1</c:v>
                </c:pt>
                <c:pt idx="1618">
                  <c:v>8.19</c:v>
                </c:pt>
                <c:pt idx="1619">
                  <c:v>8.16</c:v>
                </c:pt>
                <c:pt idx="1620">
                  <c:v>8.1199999999999992</c:v>
                </c:pt>
                <c:pt idx="1621">
                  <c:v>8.16</c:v>
                </c:pt>
                <c:pt idx="1622">
                  <c:v>8.2100000000000009</c:v>
                </c:pt>
                <c:pt idx="1623">
                  <c:v>8.17</c:v>
                </c:pt>
                <c:pt idx="1624">
                  <c:v>8.18</c:v>
                </c:pt>
                <c:pt idx="1625">
                  <c:v>8.15</c:v>
                </c:pt>
                <c:pt idx="1626">
                  <c:v>8.11</c:v>
                </c:pt>
                <c:pt idx="1627">
                  <c:v>8.16</c:v>
                </c:pt>
                <c:pt idx="1628">
                  <c:v>8.23</c:v>
                </c:pt>
                <c:pt idx="1630">
                  <c:v>8.2200000000000006</c:v>
                </c:pt>
                <c:pt idx="1631">
                  <c:v>8.17</c:v>
                </c:pt>
                <c:pt idx="1632">
                  <c:v>8.1300000000000008</c:v>
                </c:pt>
                <c:pt idx="1633">
                  <c:v>8.1199999999999992</c:v>
                </c:pt>
                <c:pt idx="1634">
                  <c:v>8.07</c:v>
                </c:pt>
                <c:pt idx="1635">
                  <c:v>8.1</c:v>
                </c:pt>
                <c:pt idx="1636">
                  <c:v>8.07</c:v>
                </c:pt>
                <c:pt idx="1637">
                  <c:v>8.08</c:v>
                </c:pt>
                <c:pt idx="1638">
                  <c:v>8.0500000000000007</c:v>
                </c:pt>
                <c:pt idx="1639">
                  <c:v>8.0399999999999991</c:v>
                </c:pt>
                <c:pt idx="1640">
                  <c:v>7.99</c:v>
                </c:pt>
                <c:pt idx="1641">
                  <c:v>8.01</c:v>
                </c:pt>
                <c:pt idx="1642">
                  <c:v>8.0299999999999994</c:v>
                </c:pt>
                <c:pt idx="1643">
                  <c:v>8.0500000000000007</c:v>
                </c:pt>
                <c:pt idx="1644">
                  <c:v>8.01</c:v>
                </c:pt>
                <c:pt idx="1645">
                  <c:v>7.96</c:v>
                </c:pt>
                <c:pt idx="1646">
                  <c:v>7.96</c:v>
                </c:pt>
                <c:pt idx="1647">
                  <c:v>7.92</c:v>
                </c:pt>
                <c:pt idx="1648">
                  <c:v>7.93</c:v>
                </c:pt>
                <c:pt idx="1649">
                  <c:v>7.91</c:v>
                </c:pt>
                <c:pt idx="1650">
                  <c:v>7.95</c:v>
                </c:pt>
                <c:pt idx="1651">
                  <c:v>7.95</c:v>
                </c:pt>
                <c:pt idx="1652">
                  <c:v>7.94</c:v>
                </c:pt>
                <c:pt idx="1653">
                  <c:v>7.97</c:v>
                </c:pt>
                <c:pt idx="1654">
                  <c:v>7.97</c:v>
                </c:pt>
                <c:pt idx="1655">
                  <c:v>7.96</c:v>
                </c:pt>
                <c:pt idx="1656">
                  <c:v>7.95</c:v>
                </c:pt>
                <c:pt idx="1657">
                  <c:v>8.1</c:v>
                </c:pt>
                <c:pt idx="1658">
                  <c:v>8.09</c:v>
                </c:pt>
                <c:pt idx="1659">
                  <c:v>8.08</c:v>
                </c:pt>
                <c:pt idx="1660">
                  <c:v>8.1300000000000008</c:v>
                </c:pt>
                <c:pt idx="1661">
                  <c:v>8.2100000000000009</c:v>
                </c:pt>
                <c:pt idx="1662">
                  <c:v>8.19</c:v>
                </c:pt>
                <c:pt idx="1663">
                  <c:v>8.16</c:v>
                </c:pt>
                <c:pt idx="1664">
                  <c:v>8.2100000000000009</c:v>
                </c:pt>
                <c:pt idx="1665">
                  <c:v>8.17</c:v>
                </c:pt>
                <c:pt idx="1666">
                  <c:v>8.1300000000000008</c:v>
                </c:pt>
                <c:pt idx="1667">
                  <c:v>8.11</c:v>
                </c:pt>
                <c:pt idx="1668">
                  <c:v>8.1300000000000008</c:v>
                </c:pt>
                <c:pt idx="1669">
                  <c:v>8.1199999999999992</c:v>
                </c:pt>
                <c:pt idx="1671">
                  <c:v>8.11</c:v>
                </c:pt>
                <c:pt idx="1672">
                  <c:v>8.08</c:v>
                </c:pt>
                <c:pt idx="1673">
                  <c:v>8.06</c:v>
                </c:pt>
                <c:pt idx="1674">
                  <c:v>8.06</c:v>
                </c:pt>
                <c:pt idx="1675">
                  <c:v>8.06</c:v>
                </c:pt>
                <c:pt idx="1676">
                  <c:v>8.0500000000000007</c:v>
                </c:pt>
                <c:pt idx="1677">
                  <c:v>8.07</c:v>
                </c:pt>
                <c:pt idx="1678">
                  <c:v>8.0299999999999994</c:v>
                </c:pt>
                <c:pt idx="1679">
                  <c:v>8.06</c:v>
                </c:pt>
                <c:pt idx="1680">
                  <c:v>8.02</c:v>
                </c:pt>
                <c:pt idx="1681">
                  <c:v>7.97</c:v>
                </c:pt>
                <c:pt idx="1682">
                  <c:v>7.98</c:v>
                </c:pt>
                <c:pt idx="1683">
                  <c:v>7.94</c:v>
                </c:pt>
                <c:pt idx="1684">
                  <c:v>7.85</c:v>
                </c:pt>
                <c:pt idx="1685">
                  <c:v>7.86</c:v>
                </c:pt>
                <c:pt idx="1686">
                  <c:v>7.9</c:v>
                </c:pt>
                <c:pt idx="1687">
                  <c:v>7.82</c:v>
                </c:pt>
                <c:pt idx="1688">
                  <c:v>7.9</c:v>
                </c:pt>
                <c:pt idx="1689">
                  <c:v>7.84</c:v>
                </c:pt>
                <c:pt idx="1690">
                  <c:v>7.9</c:v>
                </c:pt>
                <c:pt idx="1691">
                  <c:v>7.91</c:v>
                </c:pt>
                <c:pt idx="1692">
                  <c:v>7.87</c:v>
                </c:pt>
                <c:pt idx="1693">
                  <c:v>7.98</c:v>
                </c:pt>
                <c:pt idx="1694">
                  <c:v>7.99</c:v>
                </c:pt>
                <c:pt idx="1695">
                  <c:v>7.99</c:v>
                </c:pt>
                <c:pt idx="1696">
                  <c:v>7.95</c:v>
                </c:pt>
                <c:pt idx="1697">
                  <c:v>7.95</c:v>
                </c:pt>
                <c:pt idx="1699">
                  <c:v>8.0500000000000007</c:v>
                </c:pt>
                <c:pt idx="1700">
                  <c:v>8.0299999999999994</c:v>
                </c:pt>
                <c:pt idx="1701">
                  <c:v>7.97</c:v>
                </c:pt>
                <c:pt idx="1702">
                  <c:v>7.87</c:v>
                </c:pt>
                <c:pt idx="1703">
                  <c:v>7.87</c:v>
                </c:pt>
                <c:pt idx="1704">
                  <c:v>7.87</c:v>
                </c:pt>
                <c:pt idx="1705">
                  <c:v>7.92</c:v>
                </c:pt>
                <c:pt idx="1706">
                  <c:v>7.99</c:v>
                </c:pt>
                <c:pt idx="1707">
                  <c:v>7.98</c:v>
                </c:pt>
                <c:pt idx="1708">
                  <c:v>7.96</c:v>
                </c:pt>
                <c:pt idx="1709">
                  <c:v>7.86</c:v>
                </c:pt>
                <c:pt idx="1710">
                  <c:v>7.81</c:v>
                </c:pt>
                <c:pt idx="1711">
                  <c:v>7.8</c:v>
                </c:pt>
                <c:pt idx="1712">
                  <c:v>7.84</c:v>
                </c:pt>
                <c:pt idx="1713">
                  <c:v>7.78</c:v>
                </c:pt>
                <c:pt idx="1714">
                  <c:v>7.77</c:v>
                </c:pt>
                <c:pt idx="1715">
                  <c:v>7.87</c:v>
                </c:pt>
                <c:pt idx="1716">
                  <c:v>7.86</c:v>
                </c:pt>
                <c:pt idx="1717">
                  <c:v>7.76</c:v>
                </c:pt>
                <c:pt idx="1718">
                  <c:v>7.74</c:v>
                </c:pt>
                <c:pt idx="1719">
                  <c:v>7.67</c:v>
                </c:pt>
                <c:pt idx="1720">
                  <c:v>7.65</c:v>
                </c:pt>
                <c:pt idx="1721">
                  <c:v>7.72</c:v>
                </c:pt>
                <c:pt idx="1722">
                  <c:v>7.7</c:v>
                </c:pt>
                <c:pt idx="1723">
                  <c:v>7.73</c:v>
                </c:pt>
                <c:pt idx="1724">
                  <c:v>7.63</c:v>
                </c:pt>
                <c:pt idx="1725">
                  <c:v>7.55</c:v>
                </c:pt>
                <c:pt idx="1726">
                  <c:v>7.51</c:v>
                </c:pt>
                <c:pt idx="1727">
                  <c:v>7.43</c:v>
                </c:pt>
                <c:pt idx="1728">
                  <c:v>7.52</c:v>
                </c:pt>
                <c:pt idx="1729">
                  <c:v>7.64</c:v>
                </c:pt>
                <c:pt idx="1730">
                  <c:v>7.61</c:v>
                </c:pt>
                <c:pt idx="1731">
                  <c:v>7.53</c:v>
                </c:pt>
                <c:pt idx="1732">
                  <c:v>7.52</c:v>
                </c:pt>
                <c:pt idx="1733">
                  <c:v>7.58</c:v>
                </c:pt>
                <c:pt idx="1734">
                  <c:v>7.52</c:v>
                </c:pt>
                <c:pt idx="1735">
                  <c:v>7.51</c:v>
                </c:pt>
                <c:pt idx="1736">
                  <c:v>7.57</c:v>
                </c:pt>
                <c:pt idx="1737">
                  <c:v>7.52</c:v>
                </c:pt>
                <c:pt idx="1738">
                  <c:v>7.49</c:v>
                </c:pt>
                <c:pt idx="1739">
                  <c:v>7.46</c:v>
                </c:pt>
                <c:pt idx="1741">
                  <c:v>7.37</c:v>
                </c:pt>
                <c:pt idx="1742">
                  <c:v>7.36</c:v>
                </c:pt>
                <c:pt idx="1743">
                  <c:v>7.38</c:v>
                </c:pt>
                <c:pt idx="1744">
                  <c:v>7.47</c:v>
                </c:pt>
                <c:pt idx="1745">
                  <c:v>7.46</c:v>
                </c:pt>
                <c:pt idx="1746">
                  <c:v>7.43</c:v>
                </c:pt>
                <c:pt idx="1747">
                  <c:v>7.49</c:v>
                </c:pt>
                <c:pt idx="1748">
                  <c:v>7.43</c:v>
                </c:pt>
                <c:pt idx="1749">
                  <c:v>7.36</c:v>
                </c:pt>
                <c:pt idx="1750">
                  <c:v>7.37</c:v>
                </c:pt>
                <c:pt idx="1751">
                  <c:v>7.38</c:v>
                </c:pt>
                <c:pt idx="1752">
                  <c:v>7.37</c:v>
                </c:pt>
                <c:pt idx="1753">
                  <c:v>7.34</c:v>
                </c:pt>
                <c:pt idx="1754">
                  <c:v>7.38</c:v>
                </c:pt>
                <c:pt idx="1755">
                  <c:v>7.33</c:v>
                </c:pt>
                <c:pt idx="1756">
                  <c:v>7.34</c:v>
                </c:pt>
                <c:pt idx="1757">
                  <c:v>7.44</c:v>
                </c:pt>
                <c:pt idx="1758">
                  <c:v>7.43</c:v>
                </c:pt>
                <c:pt idx="1759">
                  <c:v>7.4</c:v>
                </c:pt>
                <c:pt idx="1760">
                  <c:v>7.39</c:v>
                </c:pt>
                <c:pt idx="1761">
                  <c:v>7.46</c:v>
                </c:pt>
                <c:pt idx="1762">
                  <c:v>7.44</c:v>
                </c:pt>
                <c:pt idx="1763">
                  <c:v>7.46</c:v>
                </c:pt>
                <c:pt idx="1764">
                  <c:v>7.47</c:v>
                </c:pt>
                <c:pt idx="1765">
                  <c:v>7.5</c:v>
                </c:pt>
                <c:pt idx="1766">
                  <c:v>7.54</c:v>
                </c:pt>
                <c:pt idx="1767">
                  <c:v>7.51</c:v>
                </c:pt>
                <c:pt idx="1768">
                  <c:v>7.58</c:v>
                </c:pt>
                <c:pt idx="1769">
                  <c:v>7.71</c:v>
                </c:pt>
                <c:pt idx="1771">
                  <c:v>7.81</c:v>
                </c:pt>
                <c:pt idx="1772">
                  <c:v>7.83</c:v>
                </c:pt>
                <c:pt idx="1773">
                  <c:v>7.89</c:v>
                </c:pt>
                <c:pt idx="1774">
                  <c:v>7.9</c:v>
                </c:pt>
                <c:pt idx="1775">
                  <c:v>7.94</c:v>
                </c:pt>
                <c:pt idx="1776">
                  <c:v>7.98</c:v>
                </c:pt>
                <c:pt idx="1777">
                  <c:v>7.99</c:v>
                </c:pt>
                <c:pt idx="1778">
                  <c:v>7.93</c:v>
                </c:pt>
                <c:pt idx="1779">
                  <c:v>7.9</c:v>
                </c:pt>
                <c:pt idx="1780">
                  <c:v>7.91</c:v>
                </c:pt>
                <c:pt idx="1781">
                  <c:v>7.82</c:v>
                </c:pt>
                <c:pt idx="1782">
                  <c:v>7.82</c:v>
                </c:pt>
                <c:pt idx="1783">
                  <c:v>7.75</c:v>
                </c:pt>
                <c:pt idx="1784">
                  <c:v>7.77</c:v>
                </c:pt>
                <c:pt idx="1785">
                  <c:v>7.79</c:v>
                </c:pt>
                <c:pt idx="1786">
                  <c:v>7.82</c:v>
                </c:pt>
                <c:pt idx="1787">
                  <c:v>7.81</c:v>
                </c:pt>
                <c:pt idx="1788">
                  <c:v>7.61</c:v>
                </c:pt>
                <c:pt idx="1789">
                  <c:v>7.51</c:v>
                </c:pt>
                <c:pt idx="1791">
                  <c:v>7.52</c:v>
                </c:pt>
                <c:pt idx="1792">
                  <c:v>7.51</c:v>
                </c:pt>
                <c:pt idx="1793">
                  <c:v>7.61</c:v>
                </c:pt>
                <c:pt idx="1794">
                  <c:v>7.59</c:v>
                </c:pt>
                <c:pt idx="1795">
                  <c:v>7.54</c:v>
                </c:pt>
                <c:pt idx="1796">
                  <c:v>7.49</c:v>
                </c:pt>
                <c:pt idx="1797">
                  <c:v>7.56</c:v>
                </c:pt>
                <c:pt idx="1798">
                  <c:v>7.6</c:v>
                </c:pt>
                <c:pt idx="1799">
                  <c:v>7.61</c:v>
                </c:pt>
                <c:pt idx="1800">
                  <c:v>7.61</c:v>
                </c:pt>
                <c:pt idx="1801">
                  <c:v>7.53</c:v>
                </c:pt>
                <c:pt idx="1802">
                  <c:v>7.65</c:v>
                </c:pt>
                <c:pt idx="1804">
                  <c:v>7.6</c:v>
                </c:pt>
                <c:pt idx="1805">
                  <c:v>7.59</c:v>
                </c:pt>
                <c:pt idx="1806">
                  <c:v>7.59</c:v>
                </c:pt>
                <c:pt idx="1807">
                  <c:v>7.56</c:v>
                </c:pt>
                <c:pt idx="1808">
                  <c:v>7.51</c:v>
                </c:pt>
                <c:pt idx="1809">
                  <c:v>7.51</c:v>
                </c:pt>
                <c:pt idx="1810">
                  <c:v>7.48</c:v>
                </c:pt>
                <c:pt idx="1811">
                  <c:v>7.46</c:v>
                </c:pt>
                <c:pt idx="1812">
                  <c:v>7.41</c:v>
                </c:pt>
                <c:pt idx="1813">
                  <c:v>7.43</c:v>
                </c:pt>
                <c:pt idx="1814">
                  <c:v>7.49</c:v>
                </c:pt>
                <c:pt idx="1815">
                  <c:v>7.52</c:v>
                </c:pt>
                <c:pt idx="1816">
                  <c:v>7.5</c:v>
                </c:pt>
                <c:pt idx="1817">
                  <c:v>7.46</c:v>
                </c:pt>
                <c:pt idx="1818">
                  <c:v>7.4</c:v>
                </c:pt>
                <c:pt idx="1819">
                  <c:v>7.39</c:v>
                </c:pt>
                <c:pt idx="1820">
                  <c:v>7.42</c:v>
                </c:pt>
                <c:pt idx="1821">
                  <c:v>7.39</c:v>
                </c:pt>
                <c:pt idx="1823">
                  <c:v>7.38</c:v>
                </c:pt>
                <c:pt idx="1824">
                  <c:v>7.32</c:v>
                </c:pt>
                <c:pt idx="1825">
                  <c:v>7.3</c:v>
                </c:pt>
                <c:pt idx="1826">
                  <c:v>7.31</c:v>
                </c:pt>
                <c:pt idx="1828">
                  <c:v>7.44</c:v>
                </c:pt>
                <c:pt idx="1829">
                  <c:v>7.44</c:v>
                </c:pt>
                <c:pt idx="1830">
                  <c:v>7.47</c:v>
                </c:pt>
                <c:pt idx="1831">
                  <c:v>7.43</c:v>
                </c:pt>
                <c:pt idx="1832">
                  <c:v>7.35</c:v>
                </c:pt>
                <c:pt idx="1833">
                  <c:v>7.48</c:v>
                </c:pt>
                <c:pt idx="1834">
                  <c:v>7.47</c:v>
                </c:pt>
                <c:pt idx="1835">
                  <c:v>7.44</c:v>
                </c:pt>
                <c:pt idx="1836">
                  <c:v>7.41</c:v>
                </c:pt>
                <c:pt idx="1837">
                  <c:v>7.39</c:v>
                </c:pt>
                <c:pt idx="1838">
                  <c:v>7.39</c:v>
                </c:pt>
                <c:pt idx="1839">
                  <c:v>7.34</c:v>
                </c:pt>
                <c:pt idx="1841">
                  <c:v>7.32</c:v>
                </c:pt>
                <c:pt idx="1842">
                  <c:v>7.28</c:v>
                </c:pt>
                <c:pt idx="1843">
                  <c:v>7.31</c:v>
                </c:pt>
                <c:pt idx="1844">
                  <c:v>7.27</c:v>
                </c:pt>
                <c:pt idx="1845">
                  <c:v>7.25</c:v>
                </c:pt>
                <c:pt idx="1846">
                  <c:v>7.23</c:v>
                </c:pt>
                <c:pt idx="1847">
                  <c:v>7.24</c:v>
                </c:pt>
                <c:pt idx="1848">
                  <c:v>7.19</c:v>
                </c:pt>
                <c:pt idx="1849">
                  <c:v>7.16</c:v>
                </c:pt>
                <c:pt idx="1850">
                  <c:v>7.15</c:v>
                </c:pt>
                <c:pt idx="1851">
                  <c:v>7.08</c:v>
                </c:pt>
                <c:pt idx="1852">
                  <c:v>7.13</c:v>
                </c:pt>
                <c:pt idx="1853">
                  <c:v>7.09</c:v>
                </c:pt>
                <c:pt idx="1854">
                  <c:v>7.07</c:v>
                </c:pt>
                <c:pt idx="1855">
                  <c:v>7.1</c:v>
                </c:pt>
                <c:pt idx="1856">
                  <c:v>7.11</c:v>
                </c:pt>
                <c:pt idx="1857">
                  <c:v>7.09</c:v>
                </c:pt>
                <c:pt idx="1858">
                  <c:v>7.06</c:v>
                </c:pt>
                <c:pt idx="1859">
                  <c:v>7.11</c:v>
                </c:pt>
                <c:pt idx="1861">
                  <c:v>7.1</c:v>
                </c:pt>
                <c:pt idx="1862">
                  <c:v>7.04</c:v>
                </c:pt>
                <c:pt idx="1863">
                  <c:v>7.03</c:v>
                </c:pt>
                <c:pt idx="1864">
                  <c:v>7.06</c:v>
                </c:pt>
                <c:pt idx="1865">
                  <c:v>7.03</c:v>
                </c:pt>
                <c:pt idx="1866">
                  <c:v>6.99</c:v>
                </c:pt>
                <c:pt idx="1867">
                  <c:v>6.96</c:v>
                </c:pt>
                <c:pt idx="1868">
                  <c:v>6.96</c:v>
                </c:pt>
                <c:pt idx="1869">
                  <c:v>6.92</c:v>
                </c:pt>
                <c:pt idx="1870">
                  <c:v>6.91</c:v>
                </c:pt>
                <c:pt idx="1871">
                  <c:v>6.9</c:v>
                </c:pt>
                <c:pt idx="1872">
                  <c:v>6.88</c:v>
                </c:pt>
                <c:pt idx="1873">
                  <c:v>6.91</c:v>
                </c:pt>
                <c:pt idx="1874">
                  <c:v>6.89</c:v>
                </c:pt>
                <c:pt idx="1875">
                  <c:v>6.88</c:v>
                </c:pt>
                <c:pt idx="1876">
                  <c:v>6.88</c:v>
                </c:pt>
                <c:pt idx="1877">
                  <c:v>6.86</c:v>
                </c:pt>
                <c:pt idx="1878">
                  <c:v>6.95</c:v>
                </c:pt>
                <c:pt idx="1879">
                  <c:v>6.94</c:v>
                </c:pt>
                <c:pt idx="1880">
                  <c:v>6.99</c:v>
                </c:pt>
                <c:pt idx="1881">
                  <c:v>7.02</c:v>
                </c:pt>
                <c:pt idx="1882">
                  <c:v>7.02</c:v>
                </c:pt>
                <c:pt idx="1883">
                  <c:v>7.06</c:v>
                </c:pt>
                <c:pt idx="1884">
                  <c:v>7.1</c:v>
                </c:pt>
                <c:pt idx="1885">
                  <c:v>7.01</c:v>
                </c:pt>
                <c:pt idx="1886">
                  <c:v>7.01</c:v>
                </c:pt>
                <c:pt idx="1887">
                  <c:v>6.97</c:v>
                </c:pt>
                <c:pt idx="1888">
                  <c:v>6.95</c:v>
                </c:pt>
                <c:pt idx="1889">
                  <c:v>6.93</c:v>
                </c:pt>
                <c:pt idx="1890">
                  <c:v>6.87</c:v>
                </c:pt>
                <c:pt idx="1891">
                  <c:v>6.86</c:v>
                </c:pt>
                <c:pt idx="1892">
                  <c:v>6.92</c:v>
                </c:pt>
                <c:pt idx="1893">
                  <c:v>6.94</c:v>
                </c:pt>
                <c:pt idx="1894">
                  <c:v>6.95</c:v>
                </c:pt>
                <c:pt idx="1895">
                  <c:v>6.98</c:v>
                </c:pt>
                <c:pt idx="1896">
                  <c:v>6.92</c:v>
                </c:pt>
                <c:pt idx="1897">
                  <c:v>6.9</c:v>
                </c:pt>
                <c:pt idx="1898">
                  <c:v>6.91</c:v>
                </c:pt>
                <c:pt idx="1899">
                  <c:v>6.93</c:v>
                </c:pt>
                <c:pt idx="1900">
                  <c:v>6.96</c:v>
                </c:pt>
                <c:pt idx="1901">
                  <c:v>6.9</c:v>
                </c:pt>
                <c:pt idx="1902">
                  <c:v>6.86</c:v>
                </c:pt>
                <c:pt idx="1903">
                  <c:v>6.84</c:v>
                </c:pt>
                <c:pt idx="1905">
                  <c:v>6.84</c:v>
                </c:pt>
                <c:pt idx="1906">
                  <c:v>6.84</c:v>
                </c:pt>
                <c:pt idx="1907">
                  <c:v>6.81</c:v>
                </c:pt>
                <c:pt idx="1908">
                  <c:v>6.73</c:v>
                </c:pt>
                <c:pt idx="1909">
                  <c:v>6.73</c:v>
                </c:pt>
                <c:pt idx="1910">
                  <c:v>6.71</c:v>
                </c:pt>
                <c:pt idx="1911">
                  <c:v>6.73</c:v>
                </c:pt>
                <c:pt idx="1912">
                  <c:v>6.65</c:v>
                </c:pt>
                <c:pt idx="1913">
                  <c:v>6.65</c:v>
                </c:pt>
                <c:pt idx="1914">
                  <c:v>6.67</c:v>
                </c:pt>
                <c:pt idx="1915">
                  <c:v>6.63</c:v>
                </c:pt>
                <c:pt idx="1916">
                  <c:v>6.58</c:v>
                </c:pt>
                <c:pt idx="1917">
                  <c:v>6.5</c:v>
                </c:pt>
                <c:pt idx="1918">
                  <c:v>6.37</c:v>
                </c:pt>
                <c:pt idx="1919">
                  <c:v>6.5</c:v>
                </c:pt>
                <c:pt idx="1920">
                  <c:v>6.47</c:v>
                </c:pt>
                <c:pt idx="1921">
                  <c:v>6.46</c:v>
                </c:pt>
                <c:pt idx="1922">
                  <c:v>6.36</c:v>
                </c:pt>
                <c:pt idx="1923">
                  <c:v>6.36</c:v>
                </c:pt>
                <c:pt idx="1924">
                  <c:v>6.3</c:v>
                </c:pt>
                <c:pt idx="1925">
                  <c:v>6.32</c:v>
                </c:pt>
                <c:pt idx="1926">
                  <c:v>6.24</c:v>
                </c:pt>
                <c:pt idx="1927">
                  <c:v>6.25</c:v>
                </c:pt>
                <c:pt idx="1928">
                  <c:v>6.19</c:v>
                </c:pt>
                <c:pt idx="1929">
                  <c:v>6.15</c:v>
                </c:pt>
                <c:pt idx="1931">
                  <c:v>6.24</c:v>
                </c:pt>
                <c:pt idx="1932">
                  <c:v>6.27</c:v>
                </c:pt>
                <c:pt idx="1933">
                  <c:v>6.21</c:v>
                </c:pt>
                <c:pt idx="1934">
                  <c:v>6.22</c:v>
                </c:pt>
                <c:pt idx="1935">
                  <c:v>6.28</c:v>
                </c:pt>
                <c:pt idx="1936">
                  <c:v>6.22</c:v>
                </c:pt>
                <c:pt idx="1937">
                  <c:v>6.17</c:v>
                </c:pt>
                <c:pt idx="1938">
                  <c:v>6.21</c:v>
                </c:pt>
                <c:pt idx="1939">
                  <c:v>6.2</c:v>
                </c:pt>
                <c:pt idx="1940">
                  <c:v>6.16</c:v>
                </c:pt>
                <c:pt idx="1941">
                  <c:v>6.09</c:v>
                </c:pt>
                <c:pt idx="1942">
                  <c:v>6.08</c:v>
                </c:pt>
                <c:pt idx="1943">
                  <c:v>6.06</c:v>
                </c:pt>
                <c:pt idx="1944">
                  <c:v>6.01</c:v>
                </c:pt>
                <c:pt idx="1945">
                  <c:v>6.05</c:v>
                </c:pt>
                <c:pt idx="1946">
                  <c:v>6.12</c:v>
                </c:pt>
                <c:pt idx="1947">
                  <c:v>6.2</c:v>
                </c:pt>
                <c:pt idx="1948">
                  <c:v>6.22</c:v>
                </c:pt>
                <c:pt idx="1949">
                  <c:v>6.26</c:v>
                </c:pt>
                <c:pt idx="1950">
                  <c:v>6.2</c:v>
                </c:pt>
                <c:pt idx="1951">
                  <c:v>6.16</c:v>
                </c:pt>
                <c:pt idx="1952">
                  <c:v>6.23</c:v>
                </c:pt>
                <c:pt idx="1953">
                  <c:v>6.35</c:v>
                </c:pt>
                <c:pt idx="1954">
                  <c:v>6.38</c:v>
                </c:pt>
                <c:pt idx="1955">
                  <c:v>6.35</c:v>
                </c:pt>
                <c:pt idx="1956">
                  <c:v>6.37</c:v>
                </c:pt>
                <c:pt idx="1957">
                  <c:v>6.31</c:v>
                </c:pt>
                <c:pt idx="1958">
                  <c:v>6.39</c:v>
                </c:pt>
                <c:pt idx="1960">
                  <c:v>6.44</c:v>
                </c:pt>
                <c:pt idx="1961">
                  <c:v>6.43</c:v>
                </c:pt>
                <c:pt idx="1962">
                  <c:v>6.41</c:v>
                </c:pt>
                <c:pt idx="1963">
                  <c:v>6.41</c:v>
                </c:pt>
                <c:pt idx="1964">
                  <c:v>6.39</c:v>
                </c:pt>
                <c:pt idx="1965">
                  <c:v>6.46</c:v>
                </c:pt>
                <c:pt idx="1966">
                  <c:v>6.6</c:v>
                </c:pt>
                <c:pt idx="1967">
                  <c:v>6.59</c:v>
                </c:pt>
                <c:pt idx="1968">
                  <c:v>6.59</c:v>
                </c:pt>
                <c:pt idx="1969">
                  <c:v>6.61</c:v>
                </c:pt>
                <c:pt idx="1970">
                  <c:v>6.76</c:v>
                </c:pt>
                <c:pt idx="1971">
                  <c:v>6.73</c:v>
                </c:pt>
                <c:pt idx="1972">
                  <c:v>6.71</c:v>
                </c:pt>
                <c:pt idx="1973">
                  <c:v>6.75</c:v>
                </c:pt>
                <c:pt idx="1974">
                  <c:v>6.79</c:v>
                </c:pt>
                <c:pt idx="1975">
                  <c:v>6.89</c:v>
                </c:pt>
                <c:pt idx="1976">
                  <c:v>6.97</c:v>
                </c:pt>
                <c:pt idx="1977">
                  <c:v>6.89</c:v>
                </c:pt>
                <c:pt idx="1978">
                  <c:v>7.07</c:v>
                </c:pt>
                <c:pt idx="1979">
                  <c:v>7.01</c:v>
                </c:pt>
                <c:pt idx="1980">
                  <c:v>6.97</c:v>
                </c:pt>
                <c:pt idx="1981">
                  <c:v>7.09</c:v>
                </c:pt>
                <c:pt idx="1982">
                  <c:v>6.96</c:v>
                </c:pt>
                <c:pt idx="1983">
                  <c:v>6.94</c:v>
                </c:pt>
                <c:pt idx="1984">
                  <c:v>6.96</c:v>
                </c:pt>
                <c:pt idx="1985">
                  <c:v>6.99</c:v>
                </c:pt>
                <c:pt idx="1986">
                  <c:v>7</c:v>
                </c:pt>
                <c:pt idx="1987">
                  <c:v>7.14</c:v>
                </c:pt>
                <c:pt idx="1988">
                  <c:v>7.14</c:v>
                </c:pt>
                <c:pt idx="1989">
                  <c:v>7.1</c:v>
                </c:pt>
                <c:pt idx="1990">
                  <c:v>7.09</c:v>
                </c:pt>
                <c:pt idx="1991">
                  <c:v>6.99</c:v>
                </c:pt>
                <c:pt idx="1992">
                  <c:v>7.01</c:v>
                </c:pt>
                <c:pt idx="1993">
                  <c:v>7.04</c:v>
                </c:pt>
                <c:pt idx="1994">
                  <c:v>6.97</c:v>
                </c:pt>
                <c:pt idx="1995">
                  <c:v>7.03</c:v>
                </c:pt>
                <c:pt idx="1996">
                  <c:v>6.99</c:v>
                </c:pt>
                <c:pt idx="1997">
                  <c:v>7.01</c:v>
                </c:pt>
                <c:pt idx="1998">
                  <c:v>6.91</c:v>
                </c:pt>
                <c:pt idx="1999">
                  <c:v>6.91</c:v>
                </c:pt>
                <c:pt idx="2001">
                  <c:v>7</c:v>
                </c:pt>
                <c:pt idx="2002">
                  <c:v>7</c:v>
                </c:pt>
                <c:pt idx="2003">
                  <c:v>6.98</c:v>
                </c:pt>
                <c:pt idx="2004">
                  <c:v>6.87</c:v>
                </c:pt>
                <c:pt idx="2005">
                  <c:v>6.89</c:v>
                </c:pt>
                <c:pt idx="2006">
                  <c:v>6.9</c:v>
                </c:pt>
                <c:pt idx="2007">
                  <c:v>6.83</c:v>
                </c:pt>
                <c:pt idx="2008">
                  <c:v>6.83</c:v>
                </c:pt>
                <c:pt idx="2009">
                  <c:v>6.83</c:v>
                </c:pt>
                <c:pt idx="2010">
                  <c:v>6.83</c:v>
                </c:pt>
                <c:pt idx="2011">
                  <c:v>6.86</c:v>
                </c:pt>
                <c:pt idx="2012">
                  <c:v>6.76</c:v>
                </c:pt>
                <c:pt idx="2013">
                  <c:v>6.73</c:v>
                </c:pt>
                <c:pt idx="2014">
                  <c:v>6.69</c:v>
                </c:pt>
                <c:pt idx="2015">
                  <c:v>6.78</c:v>
                </c:pt>
                <c:pt idx="2016">
                  <c:v>6.74</c:v>
                </c:pt>
                <c:pt idx="2017">
                  <c:v>6.66</c:v>
                </c:pt>
                <c:pt idx="2018">
                  <c:v>6.64</c:v>
                </c:pt>
                <c:pt idx="2019">
                  <c:v>6.59</c:v>
                </c:pt>
                <c:pt idx="2020">
                  <c:v>6.65</c:v>
                </c:pt>
                <c:pt idx="2021">
                  <c:v>6.53</c:v>
                </c:pt>
                <c:pt idx="2022">
                  <c:v>6.52</c:v>
                </c:pt>
                <c:pt idx="2023">
                  <c:v>6.57</c:v>
                </c:pt>
                <c:pt idx="2024">
                  <c:v>6.73</c:v>
                </c:pt>
                <c:pt idx="2025">
                  <c:v>6.68</c:v>
                </c:pt>
                <c:pt idx="2026">
                  <c:v>6.76</c:v>
                </c:pt>
                <c:pt idx="2027">
                  <c:v>6.78</c:v>
                </c:pt>
                <c:pt idx="2028">
                  <c:v>6.82</c:v>
                </c:pt>
                <c:pt idx="2029">
                  <c:v>6.77</c:v>
                </c:pt>
                <c:pt idx="2031">
                  <c:v>6.85</c:v>
                </c:pt>
                <c:pt idx="2032">
                  <c:v>6.87</c:v>
                </c:pt>
                <c:pt idx="2033">
                  <c:v>6.87</c:v>
                </c:pt>
                <c:pt idx="2034">
                  <c:v>6.79</c:v>
                </c:pt>
                <c:pt idx="2035">
                  <c:v>6.77</c:v>
                </c:pt>
                <c:pt idx="2036">
                  <c:v>6.77</c:v>
                </c:pt>
                <c:pt idx="2037">
                  <c:v>6.72</c:v>
                </c:pt>
                <c:pt idx="2038">
                  <c:v>6.75</c:v>
                </c:pt>
                <c:pt idx="2039">
                  <c:v>6.66</c:v>
                </c:pt>
                <c:pt idx="2040">
                  <c:v>6.69</c:v>
                </c:pt>
                <c:pt idx="2041">
                  <c:v>6.64</c:v>
                </c:pt>
                <c:pt idx="2042">
                  <c:v>6.7</c:v>
                </c:pt>
                <c:pt idx="2043">
                  <c:v>6.72</c:v>
                </c:pt>
                <c:pt idx="2044">
                  <c:v>6.69</c:v>
                </c:pt>
                <c:pt idx="2045">
                  <c:v>6.72</c:v>
                </c:pt>
                <c:pt idx="2046">
                  <c:v>6.69</c:v>
                </c:pt>
                <c:pt idx="2047">
                  <c:v>6.73</c:v>
                </c:pt>
                <c:pt idx="2048">
                  <c:v>6.79</c:v>
                </c:pt>
                <c:pt idx="2049">
                  <c:v>6.8</c:v>
                </c:pt>
                <c:pt idx="2050">
                  <c:v>6.82</c:v>
                </c:pt>
                <c:pt idx="2052">
                  <c:v>6.77</c:v>
                </c:pt>
                <c:pt idx="2053">
                  <c:v>6.65</c:v>
                </c:pt>
                <c:pt idx="2054">
                  <c:v>6.59</c:v>
                </c:pt>
                <c:pt idx="2055">
                  <c:v>6.57</c:v>
                </c:pt>
                <c:pt idx="2056">
                  <c:v>6.55</c:v>
                </c:pt>
                <c:pt idx="2057">
                  <c:v>6.61</c:v>
                </c:pt>
                <c:pt idx="2058">
                  <c:v>6.56</c:v>
                </c:pt>
                <c:pt idx="2059">
                  <c:v>6.54</c:v>
                </c:pt>
                <c:pt idx="2060">
                  <c:v>6.61</c:v>
                </c:pt>
                <c:pt idx="2061">
                  <c:v>6.57</c:v>
                </c:pt>
                <c:pt idx="2062">
                  <c:v>6.6</c:v>
                </c:pt>
                <c:pt idx="2064">
                  <c:v>6.67</c:v>
                </c:pt>
                <c:pt idx="2065">
                  <c:v>6.7</c:v>
                </c:pt>
                <c:pt idx="2066">
                  <c:v>6.68</c:v>
                </c:pt>
                <c:pt idx="2067">
                  <c:v>6.7</c:v>
                </c:pt>
                <c:pt idx="2068">
                  <c:v>6.67</c:v>
                </c:pt>
                <c:pt idx="2069">
                  <c:v>6.56</c:v>
                </c:pt>
                <c:pt idx="2070">
                  <c:v>6.62</c:v>
                </c:pt>
                <c:pt idx="2071">
                  <c:v>6.66</c:v>
                </c:pt>
                <c:pt idx="2072">
                  <c:v>6.65</c:v>
                </c:pt>
                <c:pt idx="2073">
                  <c:v>6.62</c:v>
                </c:pt>
                <c:pt idx="2074">
                  <c:v>6.6</c:v>
                </c:pt>
                <c:pt idx="2075">
                  <c:v>6.62</c:v>
                </c:pt>
                <c:pt idx="2076">
                  <c:v>6.59</c:v>
                </c:pt>
                <c:pt idx="2077">
                  <c:v>6.54</c:v>
                </c:pt>
                <c:pt idx="2078">
                  <c:v>6.48</c:v>
                </c:pt>
                <c:pt idx="2079">
                  <c:v>6.48</c:v>
                </c:pt>
                <c:pt idx="2080">
                  <c:v>6.52</c:v>
                </c:pt>
                <c:pt idx="2081">
                  <c:v>6.59</c:v>
                </c:pt>
                <c:pt idx="2082">
                  <c:v>6.54</c:v>
                </c:pt>
                <c:pt idx="2084">
                  <c:v>6.5</c:v>
                </c:pt>
                <c:pt idx="2085">
                  <c:v>6.57</c:v>
                </c:pt>
                <c:pt idx="2086">
                  <c:v>6.62</c:v>
                </c:pt>
                <c:pt idx="2087">
                  <c:v>6.61</c:v>
                </c:pt>
              </c:numCache>
            </c:numRef>
          </c:val>
          <c:smooth val="0"/>
          <c:extLst>
            <c:ext xmlns:c16="http://schemas.microsoft.com/office/drawing/2014/chart" uri="{C3380CC4-5D6E-409C-BE32-E72D297353CC}">
              <c16:uniqueId val="{00000002-941C-4576-BE21-D23549FFECF3}"/>
            </c:ext>
          </c:extLst>
        </c:ser>
        <c:dLbls>
          <c:showLegendKey val="0"/>
          <c:showVal val="0"/>
          <c:showCatName val="0"/>
          <c:showSerName val="0"/>
          <c:showPercent val="0"/>
          <c:showBubbleSize val="0"/>
        </c:dLbls>
        <c:smooth val="0"/>
        <c:axId val="2000000928"/>
        <c:axId val="2000000929"/>
      </c:lineChart>
      <c:dateAx>
        <c:axId val="2000000928"/>
        <c:scaling>
          <c:orientation val="minMax"/>
        </c:scaling>
        <c:delete val="0"/>
        <c:axPos val="b"/>
        <c:numFmt formatCode="m/d/yy" sourceLinked="0"/>
        <c:majorTickMark val="none"/>
        <c:minorTickMark val="none"/>
        <c:tickLblPos val="nextTo"/>
        <c:spPr>
          <a:noFill/>
          <a:ln w="6350" cap="flat" cmpd="sng" algn="ctr">
            <a:solidFill>
              <a:sysClr val="windowText" lastClr="000000"/>
            </a:solidFill>
            <a:round/>
          </a:ln>
          <a:effectLst/>
        </c:spPr>
        <c:txPr>
          <a:bodyPr rot="-60000000" spcFirstLastPara="1" vertOverflow="ellipsis" vert="horz" wrap="square" anchor="ctr" anchorCtr="1"/>
          <a:lstStyle/>
          <a:p>
            <a:pPr>
              <a:defRPr lang="zh-CN" sz="6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0929"/>
        <c:crosses val="autoZero"/>
        <c:auto val="1"/>
        <c:lblOffset val="100"/>
        <c:baseTimeUnit val="days"/>
      </c:dateAx>
      <c:valAx>
        <c:axId val="2000000929"/>
        <c:scaling>
          <c:orientation val="minMax"/>
        </c:scaling>
        <c:delete val="0"/>
        <c:axPos val="l"/>
        <c:numFmt formatCode="0.00" sourceLinked="1"/>
        <c:majorTickMark val="out"/>
        <c:minorTickMark val="none"/>
        <c:tickLblPos val="nextTo"/>
        <c:spPr>
          <a:noFill/>
          <a:ln>
            <a:noFill/>
          </a:ln>
          <a:effectLst/>
        </c:spPr>
        <c:txPr>
          <a:bodyPr rot="-60000000" spcFirstLastPara="1" vertOverflow="ellipsis" vert="horz" wrap="square" anchor="ctr" anchorCtr="1"/>
          <a:lstStyle/>
          <a:p>
            <a:pPr>
              <a:defRPr lang="zh-CN" sz="6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0928"/>
        <c:crosses val="autoZero"/>
        <c:crossBetween val="between"/>
      </c:valAx>
      <c:spPr>
        <a:noFill/>
        <a:ln>
          <a:noFill/>
        </a:ln>
        <a:effectLst/>
      </c:spPr>
    </c:plotArea>
    <c:legend>
      <c:legendPos val="t"/>
      <c:legendEntry>
        <c:idx val="0"/>
        <c:txPr>
          <a:bodyPr rot="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egendEntry>
        <c:idx val="1"/>
        <c:txPr>
          <a:bodyPr rot="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egendEntry>
        <c:idx val="2"/>
        <c:txPr>
          <a:bodyPr rot="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ayout>
        <c:manualLayout>
          <c:xMode val="edge"/>
          <c:yMode val="edge"/>
          <c:x val="7.788302385149462E-2"/>
          <c:y val="2.102172769358818E-2"/>
          <c:w val="0.88172288473185212"/>
          <c:h val="9.7281493348223266E-2"/>
        </c:manualLayout>
      </c:layout>
      <c:overlay val="0"/>
      <c:spPr>
        <a:noFill/>
        <a:ln>
          <a:noFill/>
        </a:ln>
        <a:effectLst/>
      </c:spPr>
      <c:txPr>
        <a:bodyPr rot="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
    <c:plotVisOnly val="1"/>
    <c:dispBlanksAs val="gap"/>
    <c:showDLblsOverMax val="0"/>
  </c:chart>
  <c:spPr>
    <a:noFill/>
    <a:ln w="9525" cap="flat" cmpd="sng" algn="ctr">
      <a:noFill/>
      <a:round/>
    </a:ln>
    <a:effectLst/>
  </c:spPr>
  <c:txPr>
    <a:bodyPr/>
    <a:lstStyle/>
    <a:p>
      <a:pPr>
        <a:defRPr lang="zh-CN" sz="60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defRPr>
      </a:pPr>
      <a:endParaRPr lang="zh-CN"/>
    </a:p>
  </c:txPr>
  <c:externalData r:id="rId1">
    <c:autoUpdate val="0"/>
  </c:externalData>
  <c:userShapes r:id="rId2"/>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6012646532004398E-2"/>
          <c:y val="0.174558204367605"/>
          <c:w val="0.84340643929044301"/>
          <c:h val="0.74717790047048405"/>
        </c:manualLayout>
      </c:layout>
      <c:lineChart>
        <c:grouping val="standard"/>
        <c:varyColors val="0"/>
        <c:ser>
          <c:idx val="0"/>
          <c:order val="0"/>
          <c:tx>
            <c:v>Baa中低等级投资级企业债收益率 - 10年期美债利率（%）</c:v>
          </c:tx>
          <c:spPr>
            <a:ln w="25400" cap="rnd" cmpd="sng">
              <a:solidFill>
                <a:srgbClr val="4472C4">
                  <a:lumMod val="75000"/>
                </a:srgbClr>
              </a:solidFill>
              <a:prstDash val="solid"/>
              <a:round/>
            </a:ln>
            <a:effectLst/>
          </c:spPr>
          <c:marker>
            <c:symbol val="none"/>
          </c:marker>
          <c:cat>
            <c:numRef>
              <c:f>'2026企业融资成本 PE'!$A$2:$A$636</c:f>
              <c:numCache>
                <c:formatCode>yyyy\-mm\-dd</c:formatCode>
                <c:ptCount val="635"/>
                <c:pt idx="0">
                  <c:v>45292</c:v>
                </c:pt>
                <c:pt idx="1">
                  <c:v>45293</c:v>
                </c:pt>
                <c:pt idx="2">
                  <c:v>45294</c:v>
                </c:pt>
                <c:pt idx="3">
                  <c:v>45295</c:v>
                </c:pt>
                <c:pt idx="4">
                  <c:v>45296</c:v>
                </c:pt>
                <c:pt idx="5">
                  <c:v>45299</c:v>
                </c:pt>
                <c:pt idx="6">
                  <c:v>45300</c:v>
                </c:pt>
                <c:pt idx="7">
                  <c:v>45301</c:v>
                </c:pt>
                <c:pt idx="8">
                  <c:v>45302</c:v>
                </c:pt>
                <c:pt idx="9">
                  <c:v>45303</c:v>
                </c:pt>
                <c:pt idx="10">
                  <c:v>45306</c:v>
                </c:pt>
                <c:pt idx="11">
                  <c:v>45307</c:v>
                </c:pt>
                <c:pt idx="12">
                  <c:v>45308</c:v>
                </c:pt>
                <c:pt idx="13">
                  <c:v>45309</c:v>
                </c:pt>
                <c:pt idx="14">
                  <c:v>45310</c:v>
                </c:pt>
                <c:pt idx="15">
                  <c:v>45313</c:v>
                </c:pt>
                <c:pt idx="16">
                  <c:v>45314</c:v>
                </c:pt>
                <c:pt idx="17">
                  <c:v>45315</c:v>
                </c:pt>
                <c:pt idx="18">
                  <c:v>45316</c:v>
                </c:pt>
                <c:pt idx="19">
                  <c:v>45317</c:v>
                </c:pt>
                <c:pt idx="20">
                  <c:v>45320</c:v>
                </c:pt>
                <c:pt idx="21">
                  <c:v>45321</c:v>
                </c:pt>
                <c:pt idx="22">
                  <c:v>45322</c:v>
                </c:pt>
                <c:pt idx="23">
                  <c:v>45323</c:v>
                </c:pt>
                <c:pt idx="24">
                  <c:v>45324</c:v>
                </c:pt>
                <c:pt idx="25">
                  <c:v>45327</c:v>
                </c:pt>
                <c:pt idx="26">
                  <c:v>45328</c:v>
                </c:pt>
                <c:pt idx="27">
                  <c:v>45329</c:v>
                </c:pt>
                <c:pt idx="28">
                  <c:v>45330</c:v>
                </c:pt>
                <c:pt idx="29">
                  <c:v>45331</c:v>
                </c:pt>
                <c:pt idx="30">
                  <c:v>45334</c:v>
                </c:pt>
                <c:pt idx="31">
                  <c:v>45335</c:v>
                </c:pt>
                <c:pt idx="32">
                  <c:v>45336</c:v>
                </c:pt>
                <c:pt idx="33">
                  <c:v>45337</c:v>
                </c:pt>
                <c:pt idx="34">
                  <c:v>45338</c:v>
                </c:pt>
                <c:pt idx="35">
                  <c:v>45341</c:v>
                </c:pt>
                <c:pt idx="36">
                  <c:v>45342</c:v>
                </c:pt>
                <c:pt idx="37">
                  <c:v>45343</c:v>
                </c:pt>
                <c:pt idx="38">
                  <c:v>45344</c:v>
                </c:pt>
                <c:pt idx="39">
                  <c:v>45345</c:v>
                </c:pt>
                <c:pt idx="40">
                  <c:v>45348</c:v>
                </c:pt>
                <c:pt idx="41">
                  <c:v>45349</c:v>
                </c:pt>
                <c:pt idx="42">
                  <c:v>45350</c:v>
                </c:pt>
                <c:pt idx="43">
                  <c:v>45351</c:v>
                </c:pt>
                <c:pt idx="44">
                  <c:v>45352</c:v>
                </c:pt>
                <c:pt idx="45">
                  <c:v>45355</c:v>
                </c:pt>
                <c:pt idx="46">
                  <c:v>45356</c:v>
                </c:pt>
                <c:pt idx="47">
                  <c:v>45357</c:v>
                </c:pt>
                <c:pt idx="48">
                  <c:v>45358</c:v>
                </c:pt>
                <c:pt idx="49">
                  <c:v>45359</c:v>
                </c:pt>
                <c:pt idx="50">
                  <c:v>45362</c:v>
                </c:pt>
                <c:pt idx="51">
                  <c:v>45363</c:v>
                </c:pt>
                <c:pt idx="52">
                  <c:v>45364</c:v>
                </c:pt>
                <c:pt idx="53">
                  <c:v>45365</c:v>
                </c:pt>
                <c:pt idx="54">
                  <c:v>45366</c:v>
                </c:pt>
                <c:pt idx="55">
                  <c:v>45369</c:v>
                </c:pt>
                <c:pt idx="56">
                  <c:v>45370</c:v>
                </c:pt>
                <c:pt idx="57">
                  <c:v>45371</c:v>
                </c:pt>
                <c:pt idx="58">
                  <c:v>45372</c:v>
                </c:pt>
                <c:pt idx="59">
                  <c:v>45373</c:v>
                </c:pt>
                <c:pt idx="60">
                  <c:v>45376</c:v>
                </c:pt>
                <c:pt idx="61">
                  <c:v>45377</c:v>
                </c:pt>
                <c:pt idx="62">
                  <c:v>45378</c:v>
                </c:pt>
                <c:pt idx="63">
                  <c:v>45379</c:v>
                </c:pt>
                <c:pt idx="64">
                  <c:v>45380</c:v>
                </c:pt>
                <c:pt idx="65">
                  <c:v>45383</c:v>
                </c:pt>
                <c:pt idx="66">
                  <c:v>45384</c:v>
                </c:pt>
                <c:pt idx="67">
                  <c:v>45385</c:v>
                </c:pt>
                <c:pt idx="68">
                  <c:v>45386</c:v>
                </c:pt>
                <c:pt idx="69">
                  <c:v>45387</c:v>
                </c:pt>
                <c:pt idx="70">
                  <c:v>45390</c:v>
                </c:pt>
                <c:pt idx="71">
                  <c:v>45391</c:v>
                </c:pt>
                <c:pt idx="72">
                  <c:v>45392</c:v>
                </c:pt>
                <c:pt idx="73">
                  <c:v>45393</c:v>
                </c:pt>
                <c:pt idx="74">
                  <c:v>45394</c:v>
                </c:pt>
                <c:pt idx="75">
                  <c:v>45397</c:v>
                </c:pt>
                <c:pt idx="76">
                  <c:v>45398</c:v>
                </c:pt>
                <c:pt idx="77">
                  <c:v>45399</c:v>
                </c:pt>
                <c:pt idx="78">
                  <c:v>45400</c:v>
                </c:pt>
                <c:pt idx="79">
                  <c:v>45401</c:v>
                </c:pt>
                <c:pt idx="80">
                  <c:v>45404</c:v>
                </c:pt>
                <c:pt idx="81">
                  <c:v>45405</c:v>
                </c:pt>
                <c:pt idx="82">
                  <c:v>45406</c:v>
                </c:pt>
                <c:pt idx="83">
                  <c:v>45407</c:v>
                </c:pt>
                <c:pt idx="84">
                  <c:v>45408</c:v>
                </c:pt>
                <c:pt idx="85">
                  <c:v>45411</c:v>
                </c:pt>
                <c:pt idx="86">
                  <c:v>45412</c:v>
                </c:pt>
                <c:pt idx="87">
                  <c:v>45413</c:v>
                </c:pt>
                <c:pt idx="88">
                  <c:v>45414</c:v>
                </c:pt>
                <c:pt idx="89">
                  <c:v>45415</c:v>
                </c:pt>
                <c:pt idx="90">
                  <c:v>45418</c:v>
                </c:pt>
                <c:pt idx="91">
                  <c:v>45419</c:v>
                </c:pt>
                <c:pt idx="92">
                  <c:v>45420</c:v>
                </c:pt>
                <c:pt idx="93">
                  <c:v>45421</c:v>
                </c:pt>
                <c:pt idx="94">
                  <c:v>45422</c:v>
                </c:pt>
                <c:pt idx="95">
                  <c:v>45425</c:v>
                </c:pt>
                <c:pt idx="96">
                  <c:v>45426</c:v>
                </c:pt>
                <c:pt idx="97">
                  <c:v>45427</c:v>
                </c:pt>
                <c:pt idx="98">
                  <c:v>45428</c:v>
                </c:pt>
                <c:pt idx="99">
                  <c:v>45429</c:v>
                </c:pt>
                <c:pt idx="100">
                  <c:v>45432</c:v>
                </c:pt>
                <c:pt idx="101">
                  <c:v>45433</c:v>
                </c:pt>
                <c:pt idx="102">
                  <c:v>45434</c:v>
                </c:pt>
                <c:pt idx="103">
                  <c:v>45435</c:v>
                </c:pt>
                <c:pt idx="104">
                  <c:v>45436</c:v>
                </c:pt>
                <c:pt idx="105">
                  <c:v>45439</c:v>
                </c:pt>
                <c:pt idx="106">
                  <c:v>45440</c:v>
                </c:pt>
                <c:pt idx="107">
                  <c:v>45441</c:v>
                </c:pt>
                <c:pt idx="108">
                  <c:v>45442</c:v>
                </c:pt>
                <c:pt idx="109">
                  <c:v>45443</c:v>
                </c:pt>
                <c:pt idx="110">
                  <c:v>45446</c:v>
                </c:pt>
                <c:pt idx="111">
                  <c:v>45447</c:v>
                </c:pt>
                <c:pt idx="112">
                  <c:v>45448</c:v>
                </c:pt>
                <c:pt idx="113">
                  <c:v>45449</c:v>
                </c:pt>
                <c:pt idx="114">
                  <c:v>45450</c:v>
                </c:pt>
                <c:pt idx="115">
                  <c:v>45453</c:v>
                </c:pt>
                <c:pt idx="116">
                  <c:v>45454</c:v>
                </c:pt>
                <c:pt idx="117">
                  <c:v>45455</c:v>
                </c:pt>
                <c:pt idx="118">
                  <c:v>45456</c:v>
                </c:pt>
                <c:pt idx="119">
                  <c:v>45457</c:v>
                </c:pt>
                <c:pt idx="120">
                  <c:v>45460</c:v>
                </c:pt>
                <c:pt idx="121">
                  <c:v>45461</c:v>
                </c:pt>
                <c:pt idx="122">
                  <c:v>45462</c:v>
                </c:pt>
                <c:pt idx="123">
                  <c:v>45463</c:v>
                </c:pt>
                <c:pt idx="124">
                  <c:v>45464</c:v>
                </c:pt>
                <c:pt idx="125">
                  <c:v>45467</c:v>
                </c:pt>
                <c:pt idx="126">
                  <c:v>45468</c:v>
                </c:pt>
                <c:pt idx="127">
                  <c:v>45469</c:v>
                </c:pt>
                <c:pt idx="128">
                  <c:v>45470</c:v>
                </c:pt>
                <c:pt idx="129">
                  <c:v>45471</c:v>
                </c:pt>
                <c:pt idx="130">
                  <c:v>45474</c:v>
                </c:pt>
                <c:pt idx="131">
                  <c:v>45475</c:v>
                </c:pt>
                <c:pt idx="132">
                  <c:v>45476</c:v>
                </c:pt>
                <c:pt idx="133">
                  <c:v>45477</c:v>
                </c:pt>
                <c:pt idx="134">
                  <c:v>45478</c:v>
                </c:pt>
                <c:pt idx="135">
                  <c:v>45481</c:v>
                </c:pt>
                <c:pt idx="136">
                  <c:v>45482</c:v>
                </c:pt>
                <c:pt idx="137">
                  <c:v>45483</c:v>
                </c:pt>
                <c:pt idx="138">
                  <c:v>45484</c:v>
                </c:pt>
                <c:pt idx="139">
                  <c:v>45485</c:v>
                </c:pt>
                <c:pt idx="140">
                  <c:v>45488</c:v>
                </c:pt>
                <c:pt idx="141">
                  <c:v>45489</c:v>
                </c:pt>
                <c:pt idx="142">
                  <c:v>45490</c:v>
                </c:pt>
                <c:pt idx="143">
                  <c:v>45491</c:v>
                </c:pt>
                <c:pt idx="144">
                  <c:v>45492</c:v>
                </c:pt>
                <c:pt idx="145">
                  <c:v>45495</c:v>
                </c:pt>
                <c:pt idx="146">
                  <c:v>45496</c:v>
                </c:pt>
                <c:pt idx="147">
                  <c:v>45497</c:v>
                </c:pt>
                <c:pt idx="148">
                  <c:v>45498</c:v>
                </c:pt>
                <c:pt idx="149">
                  <c:v>45499</c:v>
                </c:pt>
                <c:pt idx="150">
                  <c:v>45502</c:v>
                </c:pt>
                <c:pt idx="151">
                  <c:v>45503</c:v>
                </c:pt>
                <c:pt idx="152">
                  <c:v>45504</c:v>
                </c:pt>
                <c:pt idx="153">
                  <c:v>45505</c:v>
                </c:pt>
                <c:pt idx="154">
                  <c:v>45506</c:v>
                </c:pt>
                <c:pt idx="155">
                  <c:v>45509</c:v>
                </c:pt>
                <c:pt idx="156">
                  <c:v>45510</c:v>
                </c:pt>
                <c:pt idx="157">
                  <c:v>45511</c:v>
                </c:pt>
                <c:pt idx="158">
                  <c:v>45512</c:v>
                </c:pt>
                <c:pt idx="159">
                  <c:v>45513</c:v>
                </c:pt>
                <c:pt idx="160">
                  <c:v>45516</c:v>
                </c:pt>
                <c:pt idx="161">
                  <c:v>45517</c:v>
                </c:pt>
                <c:pt idx="162">
                  <c:v>45518</c:v>
                </c:pt>
                <c:pt idx="163">
                  <c:v>45519</c:v>
                </c:pt>
                <c:pt idx="164">
                  <c:v>45520</c:v>
                </c:pt>
                <c:pt idx="165">
                  <c:v>45523</c:v>
                </c:pt>
                <c:pt idx="166">
                  <c:v>45524</c:v>
                </c:pt>
                <c:pt idx="167">
                  <c:v>45525</c:v>
                </c:pt>
                <c:pt idx="168">
                  <c:v>45526</c:v>
                </c:pt>
                <c:pt idx="169">
                  <c:v>45527</c:v>
                </c:pt>
                <c:pt idx="170">
                  <c:v>45530</c:v>
                </c:pt>
                <c:pt idx="171">
                  <c:v>45531</c:v>
                </c:pt>
                <c:pt idx="172">
                  <c:v>45532</c:v>
                </c:pt>
                <c:pt idx="173">
                  <c:v>45533</c:v>
                </c:pt>
                <c:pt idx="174">
                  <c:v>45534</c:v>
                </c:pt>
                <c:pt idx="175">
                  <c:v>45537</c:v>
                </c:pt>
                <c:pt idx="176">
                  <c:v>45538</c:v>
                </c:pt>
                <c:pt idx="177">
                  <c:v>45539</c:v>
                </c:pt>
                <c:pt idx="178">
                  <c:v>45540</c:v>
                </c:pt>
                <c:pt idx="179">
                  <c:v>45541</c:v>
                </c:pt>
                <c:pt idx="180">
                  <c:v>45544</c:v>
                </c:pt>
                <c:pt idx="181">
                  <c:v>45545</c:v>
                </c:pt>
                <c:pt idx="182">
                  <c:v>45546</c:v>
                </c:pt>
                <c:pt idx="183">
                  <c:v>45547</c:v>
                </c:pt>
                <c:pt idx="184">
                  <c:v>45548</c:v>
                </c:pt>
                <c:pt idx="185">
                  <c:v>45551</c:v>
                </c:pt>
                <c:pt idx="186">
                  <c:v>45552</c:v>
                </c:pt>
                <c:pt idx="187">
                  <c:v>45553</c:v>
                </c:pt>
                <c:pt idx="188">
                  <c:v>45554</c:v>
                </c:pt>
                <c:pt idx="189">
                  <c:v>45555</c:v>
                </c:pt>
                <c:pt idx="190">
                  <c:v>45558</c:v>
                </c:pt>
                <c:pt idx="191">
                  <c:v>45559</c:v>
                </c:pt>
                <c:pt idx="192">
                  <c:v>45560</c:v>
                </c:pt>
                <c:pt idx="193">
                  <c:v>45561</c:v>
                </c:pt>
                <c:pt idx="194">
                  <c:v>45562</c:v>
                </c:pt>
                <c:pt idx="195">
                  <c:v>45565</c:v>
                </c:pt>
                <c:pt idx="196">
                  <c:v>45566</c:v>
                </c:pt>
                <c:pt idx="197">
                  <c:v>45567</c:v>
                </c:pt>
                <c:pt idx="198">
                  <c:v>45568</c:v>
                </c:pt>
                <c:pt idx="199">
                  <c:v>45569</c:v>
                </c:pt>
                <c:pt idx="200">
                  <c:v>45572</c:v>
                </c:pt>
                <c:pt idx="201">
                  <c:v>45573</c:v>
                </c:pt>
                <c:pt idx="202">
                  <c:v>45574</c:v>
                </c:pt>
                <c:pt idx="203">
                  <c:v>45575</c:v>
                </c:pt>
                <c:pt idx="204">
                  <c:v>45576</c:v>
                </c:pt>
                <c:pt idx="205">
                  <c:v>45579</c:v>
                </c:pt>
                <c:pt idx="206">
                  <c:v>45580</c:v>
                </c:pt>
                <c:pt idx="207">
                  <c:v>45581</c:v>
                </c:pt>
                <c:pt idx="208">
                  <c:v>45582</c:v>
                </c:pt>
                <c:pt idx="209">
                  <c:v>45583</c:v>
                </c:pt>
                <c:pt idx="210">
                  <c:v>45586</c:v>
                </c:pt>
                <c:pt idx="211">
                  <c:v>45587</c:v>
                </c:pt>
                <c:pt idx="212">
                  <c:v>45588</c:v>
                </c:pt>
                <c:pt idx="213">
                  <c:v>45589</c:v>
                </c:pt>
                <c:pt idx="214">
                  <c:v>45590</c:v>
                </c:pt>
                <c:pt idx="215">
                  <c:v>45593</c:v>
                </c:pt>
                <c:pt idx="216">
                  <c:v>45594</c:v>
                </c:pt>
                <c:pt idx="217">
                  <c:v>45595</c:v>
                </c:pt>
                <c:pt idx="218">
                  <c:v>45596</c:v>
                </c:pt>
                <c:pt idx="219">
                  <c:v>45597</c:v>
                </c:pt>
                <c:pt idx="220">
                  <c:v>45600</c:v>
                </c:pt>
                <c:pt idx="221">
                  <c:v>45601</c:v>
                </c:pt>
                <c:pt idx="222">
                  <c:v>45602</c:v>
                </c:pt>
                <c:pt idx="223">
                  <c:v>45603</c:v>
                </c:pt>
                <c:pt idx="224">
                  <c:v>45604</c:v>
                </c:pt>
                <c:pt idx="225">
                  <c:v>45607</c:v>
                </c:pt>
                <c:pt idx="226">
                  <c:v>45608</c:v>
                </c:pt>
                <c:pt idx="227">
                  <c:v>45609</c:v>
                </c:pt>
                <c:pt idx="228">
                  <c:v>45610</c:v>
                </c:pt>
                <c:pt idx="229">
                  <c:v>45611</c:v>
                </c:pt>
                <c:pt idx="230">
                  <c:v>45614</c:v>
                </c:pt>
                <c:pt idx="231">
                  <c:v>45615</c:v>
                </c:pt>
                <c:pt idx="232">
                  <c:v>45616</c:v>
                </c:pt>
                <c:pt idx="233">
                  <c:v>45617</c:v>
                </c:pt>
                <c:pt idx="234">
                  <c:v>45618</c:v>
                </c:pt>
                <c:pt idx="235">
                  <c:v>45621</c:v>
                </c:pt>
                <c:pt idx="236">
                  <c:v>45622</c:v>
                </c:pt>
                <c:pt idx="237">
                  <c:v>45623</c:v>
                </c:pt>
                <c:pt idx="238">
                  <c:v>45624</c:v>
                </c:pt>
                <c:pt idx="239">
                  <c:v>45625</c:v>
                </c:pt>
                <c:pt idx="240">
                  <c:v>45628</c:v>
                </c:pt>
                <c:pt idx="241">
                  <c:v>45629</c:v>
                </c:pt>
                <c:pt idx="242">
                  <c:v>45630</c:v>
                </c:pt>
                <c:pt idx="243">
                  <c:v>45631</c:v>
                </c:pt>
                <c:pt idx="244">
                  <c:v>45632</c:v>
                </c:pt>
                <c:pt idx="245">
                  <c:v>45635</c:v>
                </c:pt>
                <c:pt idx="246">
                  <c:v>45636</c:v>
                </c:pt>
                <c:pt idx="247">
                  <c:v>45637</c:v>
                </c:pt>
                <c:pt idx="248">
                  <c:v>45638</c:v>
                </c:pt>
                <c:pt idx="249">
                  <c:v>45639</c:v>
                </c:pt>
                <c:pt idx="250">
                  <c:v>45642</c:v>
                </c:pt>
                <c:pt idx="251">
                  <c:v>45643</c:v>
                </c:pt>
                <c:pt idx="252">
                  <c:v>45644</c:v>
                </c:pt>
                <c:pt idx="253">
                  <c:v>45645</c:v>
                </c:pt>
                <c:pt idx="254">
                  <c:v>45646</c:v>
                </c:pt>
                <c:pt idx="255">
                  <c:v>45649</c:v>
                </c:pt>
                <c:pt idx="256">
                  <c:v>45650</c:v>
                </c:pt>
                <c:pt idx="257">
                  <c:v>45651</c:v>
                </c:pt>
                <c:pt idx="258">
                  <c:v>45652</c:v>
                </c:pt>
                <c:pt idx="259">
                  <c:v>45653</c:v>
                </c:pt>
                <c:pt idx="260">
                  <c:v>45656</c:v>
                </c:pt>
                <c:pt idx="261">
                  <c:v>45657</c:v>
                </c:pt>
                <c:pt idx="262">
                  <c:v>45658</c:v>
                </c:pt>
                <c:pt idx="263">
                  <c:v>45659</c:v>
                </c:pt>
                <c:pt idx="264">
                  <c:v>45660</c:v>
                </c:pt>
                <c:pt idx="265">
                  <c:v>45663</c:v>
                </c:pt>
                <c:pt idx="266">
                  <c:v>45664</c:v>
                </c:pt>
                <c:pt idx="267">
                  <c:v>45665</c:v>
                </c:pt>
                <c:pt idx="268">
                  <c:v>45666</c:v>
                </c:pt>
                <c:pt idx="269">
                  <c:v>45667</c:v>
                </c:pt>
                <c:pt idx="270">
                  <c:v>45670</c:v>
                </c:pt>
                <c:pt idx="271">
                  <c:v>45671</c:v>
                </c:pt>
                <c:pt idx="272">
                  <c:v>45672</c:v>
                </c:pt>
                <c:pt idx="273">
                  <c:v>45673</c:v>
                </c:pt>
                <c:pt idx="274">
                  <c:v>45674</c:v>
                </c:pt>
                <c:pt idx="275">
                  <c:v>45677</c:v>
                </c:pt>
                <c:pt idx="276">
                  <c:v>45678</c:v>
                </c:pt>
                <c:pt idx="277">
                  <c:v>45679</c:v>
                </c:pt>
                <c:pt idx="278">
                  <c:v>45680</c:v>
                </c:pt>
                <c:pt idx="279">
                  <c:v>45681</c:v>
                </c:pt>
                <c:pt idx="280">
                  <c:v>45684</c:v>
                </c:pt>
                <c:pt idx="281">
                  <c:v>45685</c:v>
                </c:pt>
                <c:pt idx="282">
                  <c:v>45686</c:v>
                </c:pt>
                <c:pt idx="283">
                  <c:v>45687</c:v>
                </c:pt>
                <c:pt idx="284">
                  <c:v>45688</c:v>
                </c:pt>
                <c:pt idx="285">
                  <c:v>45691</c:v>
                </c:pt>
                <c:pt idx="286">
                  <c:v>45692</c:v>
                </c:pt>
                <c:pt idx="287">
                  <c:v>45693</c:v>
                </c:pt>
                <c:pt idx="288">
                  <c:v>45694</c:v>
                </c:pt>
                <c:pt idx="289">
                  <c:v>45695</c:v>
                </c:pt>
                <c:pt idx="290">
                  <c:v>45698</c:v>
                </c:pt>
                <c:pt idx="291">
                  <c:v>45699</c:v>
                </c:pt>
                <c:pt idx="292">
                  <c:v>45700</c:v>
                </c:pt>
                <c:pt idx="293">
                  <c:v>45701</c:v>
                </c:pt>
                <c:pt idx="294">
                  <c:v>45702</c:v>
                </c:pt>
                <c:pt idx="295">
                  <c:v>45705</c:v>
                </c:pt>
                <c:pt idx="296">
                  <c:v>45706</c:v>
                </c:pt>
                <c:pt idx="297">
                  <c:v>45707</c:v>
                </c:pt>
                <c:pt idx="298">
                  <c:v>45708</c:v>
                </c:pt>
                <c:pt idx="299">
                  <c:v>45709</c:v>
                </c:pt>
                <c:pt idx="300">
                  <c:v>45712</c:v>
                </c:pt>
                <c:pt idx="301">
                  <c:v>45713</c:v>
                </c:pt>
                <c:pt idx="302">
                  <c:v>45714</c:v>
                </c:pt>
                <c:pt idx="303">
                  <c:v>45715</c:v>
                </c:pt>
                <c:pt idx="304">
                  <c:v>45716</c:v>
                </c:pt>
                <c:pt idx="305">
                  <c:v>45719</c:v>
                </c:pt>
                <c:pt idx="306">
                  <c:v>45720</c:v>
                </c:pt>
                <c:pt idx="307">
                  <c:v>45721</c:v>
                </c:pt>
                <c:pt idx="308">
                  <c:v>45722</c:v>
                </c:pt>
                <c:pt idx="309">
                  <c:v>45723</c:v>
                </c:pt>
                <c:pt idx="310">
                  <c:v>45726</c:v>
                </c:pt>
                <c:pt idx="311">
                  <c:v>45727</c:v>
                </c:pt>
                <c:pt idx="312">
                  <c:v>45728</c:v>
                </c:pt>
                <c:pt idx="313">
                  <c:v>45729</c:v>
                </c:pt>
                <c:pt idx="314">
                  <c:v>45730</c:v>
                </c:pt>
                <c:pt idx="315">
                  <c:v>45733</c:v>
                </c:pt>
                <c:pt idx="316">
                  <c:v>45734</c:v>
                </c:pt>
                <c:pt idx="317">
                  <c:v>45735</c:v>
                </c:pt>
                <c:pt idx="318">
                  <c:v>45736</c:v>
                </c:pt>
                <c:pt idx="319">
                  <c:v>45737</c:v>
                </c:pt>
                <c:pt idx="320">
                  <c:v>45740</c:v>
                </c:pt>
                <c:pt idx="321">
                  <c:v>45741</c:v>
                </c:pt>
                <c:pt idx="322">
                  <c:v>45742</c:v>
                </c:pt>
                <c:pt idx="323">
                  <c:v>45743</c:v>
                </c:pt>
                <c:pt idx="324">
                  <c:v>45744</c:v>
                </c:pt>
                <c:pt idx="325">
                  <c:v>45747</c:v>
                </c:pt>
                <c:pt idx="326">
                  <c:v>45748</c:v>
                </c:pt>
                <c:pt idx="327">
                  <c:v>45749</c:v>
                </c:pt>
                <c:pt idx="328">
                  <c:v>45750</c:v>
                </c:pt>
                <c:pt idx="329">
                  <c:v>45751</c:v>
                </c:pt>
                <c:pt idx="330">
                  <c:v>45754</c:v>
                </c:pt>
                <c:pt idx="331">
                  <c:v>45755</c:v>
                </c:pt>
                <c:pt idx="332">
                  <c:v>45756</c:v>
                </c:pt>
                <c:pt idx="333">
                  <c:v>45757</c:v>
                </c:pt>
                <c:pt idx="334">
                  <c:v>45758</c:v>
                </c:pt>
                <c:pt idx="335">
                  <c:v>45761</c:v>
                </c:pt>
                <c:pt idx="336">
                  <c:v>45762</c:v>
                </c:pt>
                <c:pt idx="337">
                  <c:v>45763</c:v>
                </c:pt>
                <c:pt idx="338">
                  <c:v>45764</c:v>
                </c:pt>
                <c:pt idx="339">
                  <c:v>45765</c:v>
                </c:pt>
                <c:pt idx="340">
                  <c:v>45768</c:v>
                </c:pt>
                <c:pt idx="341">
                  <c:v>45769</c:v>
                </c:pt>
                <c:pt idx="342">
                  <c:v>45770</c:v>
                </c:pt>
                <c:pt idx="343">
                  <c:v>45771</c:v>
                </c:pt>
                <c:pt idx="344">
                  <c:v>45772</c:v>
                </c:pt>
                <c:pt idx="345">
                  <c:v>45775</c:v>
                </c:pt>
                <c:pt idx="346">
                  <c:v>45776</c:v>
                </c:pt>
                <c:pt idx="347">
                  <c:v>45777</c:v>
                </c:pt>
                <c:pt idx="348">
                  <c:v>45778</c:v>
                </c:pt>
                <c:pt idx="349">
                  <c:v>45779</c:v>
                </c:pt>
                <c:pt idx="350">
                  <c:v>45782</c:v>
                </c:pt>
                <c:pt idx="351">
                  <c:v>45783</c:v>
                </c:pt>
                <c:pt idx="352">
                  <c:v>45784</c:v>
                </c:pt>
                <c:pt idx="353">
                  <c:v>45785</c:v>
                </c:pt>
                <c:pt idx="354">
                  <c:v>45786</c:v>
                </c:pt>
                <c:pt idx="355">
                  <c:v>45789</c:v>
                </c:pt>
                <c:pt idx="356">
                  <c:v>45790</c:v>
                </c:pt>
                <c:pt idx="357">
                  <c:v>45791</c:v>
                </c:pt>
                <c:pt idx="358">
                  <c:v>45792</c:v>
                </c:pt>
                <c:pt idx="359">
                  <c:v>45793</c:v>
                </c:pt>
                <c:pt idx="360">
                  <c:v>45796</c:v>
                </c:pt>
                <c:pt idx="361">
                  <c:v>45797</c:v>
                </c:pt>
                <c:pt idx="362">
                  <c:v>45798</c:v>
                </c:pt>
                <c:pt idx="363">
                  <c:v>45799</c:v>
                </c:pt>
                <c:pt idx="364">
                  <c:v>45800</c:v>
                </c:pt>
                <c:pt idx="365">
                  <c:v>45803</c:v>
                </c:pt>
                <c:pt idx="366">
                  <c:v>45804</c:v>
                </c:pt>
                <c:pt idx="367">
                  <c:v>45805</c:v>
                </c:pt>
                <c:pt idx="368">
                  <c:v>45806</c:v>
                </c:pt>
                <c:pt idx="369">
                  <c:v>45807</c:v>
                </c:pt>
                <c:pt idx="370">
                  <c:v>45810</c:v>
                </c:pt>
                <c:pt idx="371">
                  <c:v>45811</c:v>
                </c:pt>
                <c:pt idx="372">
                  <c:v>45812</c:v>
                </c:pt>
                <c:pt idx="373">
                  <c:v>45813</c:v>
                </c:pt>
                <c:pt idx="374">
                  <c:v>45814</c:v>
                </c:pt>
                <c:pt idx="375">
                  <c:v>45817</c:v>
                </c:pt>
                <c:pt idx="376">
                  <c:v>45818</c:v>
                </c:pt>
                <c:pt idx="377">
                  <c:v>45819</c:v>
                </c:pt>
                <c:pt idx="378">
                  <c:v>45820</c:v>
                </c:pt>
                <c:pt idx="379">
                  <c:v>45821</c:v>
                </c:pt>
                <c:pt idx="380">
                  <c:v>45824</c:v>
                </c:pt>
                <c:pt idx="381">
                  <c:v>45825</c:v>
                </c:pt>
                <c:pt idx="382">
                  <c:v>45826</c:v>
                </c:pt>
                <c:pt idx="383">
                  <c:v>45827</c:v>
                </c:pt>
                <c:pt idx="384">
                  <c:v>45828</c:v>
                </c:pt>
                <c:pt idx="385">
                  <c:v>45831</c:v>
                </c:pt>
                <c:pt idx="386">
                  <c:v>45832</c:v>
                </c:pt>
                <c:pt idx="387">
                  <c:v>45833</c:v>
                </c:pt>
                <c:pt idx="388">
                  <c:v>45834</c:v>
                </c:pt>
                <c:pt idx="389">
                  <c:v>45835</c:v>
                </c:pt>
                <c:pt idx="390">
                  <c:v>45838</c:v>
                </c:pt>
                <c:pt idx="391">
                  <c:v>45839</c:v>
                </c:pt>
                <c:pt idx="392">
                  <c:v>45840</c:v>
                </c:pt>
                <c:pt idx="393">
                  <c:v>45841</c:v>
                </c:pt>
                <c:pt idx="394">
                  <c:v>45842</c:v>
                </c:pt>
                <c:pt idx="395">
                  <c:v>45845</c:v>
                </c:pt>
                <c:pt idx="396">
                  <c:v>45846</c:v>
                </c:pt>
                <c:pt idx="397">
                  <c:v>45847</c:v>
                </c:pt>
                <c:pt idx="398">
                  <c:v>45848</c:v>
                </c:pt>
                <c:pt idx="399">
                  <c:v>45849</c:v>
                </c:pt>
                <c:pt idx="400">
                  <c:v>45852</c:v>
                </c:pt>
                <c:pt idx="401">
                  <c:v>45853</c:v>
                </c:pt>
                <c:pt idx="402">
                  <c:v>45854</c:v>
                </c:pt>
                <c:pt idx="403">
                  <c:v>45855</c:v>
                </c:pt>
                <c:pt idx="404">
                  <c:v>45856</c:v>
                </c:pt>
                <c:pt idx="405">
                  <c:v>45859</c:v>
                </c:pt>
                <c:pt idx="406">
                  <c:v>45860</c:v>
                </c:pt>
                <c:pt idx="407">
                  <c:v>45861</c:v>
                </c:pt>
                <c:pt idx="408">
                  <c:v>45862</c:v>
                </c:pt>
                <c:pt idx="409">
                  <c:v>45863</c:v>
                </c:pt>
                <c:pt idx="410">
                  <c:v>45866</c:v>
                </c:pt>
                <c:pt idx="411">
                  <c:v>45867</c:v>
                </c:pt>
                <c:pt idx="412">
                  <c:v>45868</c:v>
                </c:pt>
                <c:pt idx="413">
                  <c:v>45869</c:v>
                </c:pt>
                <c:pt idx="414">
                  <c:v>45870</c:v>
                </c:pt>
                <c:pt idx="415">
                  <c:v>45873</c:v>
                </c:pt>
                <c:pt idx="416">
                  <c:v>45874</c:v>
                </c:pt>
                <c:pt idx="417">
                  <c:v>45875</c:v>
                </c:pt>
                <c:pt idx="418">
                  <c:v>45876</c:v>
                </c:pt>
                <c:pt idx="419">
                  <c:v>45877</c:v>
                </c:pt>
                <c:pt idx="420">
                  <c:v>45880</c:v>
                </c:pt>
                <c:pt idx="421">
                  <c:v>45881</c:v>
                </c:pt>
                <c:pt idx="422">
                  <c:v>45882</c:v>
                </c:pt>
                <c:pt idx="423">
                  <c:v>45883</c:v>
                </c:pt>
                <c:pt idx="424">
                  <c:v>45884</c:v>
                </c:pt>
                <c:pt idx="425">
                  <c:v>45887</c:v>
                </c:pt>
                <c:pt idx="426">
                  <c:v>45888</c:v>
                </c:pt>
                <c:pt idx="427">
                  <c:v>45889</c:v>
                </c:pt>
                <c:pt idx="428">
                  <c:v>45890</c:v>
                </c:pt>
                <c:pt idx="429">
                  <c:v>45891</c:v>
                </c:pt>
                <c:pt idx="430">
                  <c:v>45894</c:v>
                </c:pt>
                <c:pt idx="431">
                  <c:v>45895</c:v>
                </c:pt>
                <c:pt idx="432">
                  <c:v>45896</c:v>
                </c:pt>
                <c:pt idx="433">
                  <c:v>45897</c:v>
                </c:pt>
                <c:pt idx="434">
                  <c:v>45898</c:v>
                </c:pt>
                <c:pt idx="435">
                  <c:v>45901</c:v>
                </c:pt>
                <c:pt idx="436">
                  <c:v>45902</c:v>
                </c:pt>
                <c:pt idx="437">
                  <c:v>45903</c:v>
                </c:pt>
                <c:pt idx="438">
                  <c:v>45904</c:v>
                </c:pt>
                <c:pt idx="439">
                  <c:v>45905</c:v>
                </c:pt>
                <c:pt idx="440">
                  <c:v>45908</c:v>
                </c:pt>
                <c:pt idx="441">
                  <c:v>45909</c:v>
                </c:pt>
                <c:pt idx="442">
                  <c:v>45910</c:v>
                </c:pt>
                <c:pt idx="443">
                  <c:v>45911</c:v>
                </c:pt>
                <c:pt idx="444">
                  <c:v>45912</c:v>
                </c:pt>
                <c:pt idx="445">
                  <c:v>45915</c:v>
                </c:pt>
                <c:pt idx="446">
                  <c:v>45916</c:v>
                </c:pt>
                <c:pt idx="447">
                  <c:v>45917</c:v>
                </c:pt>
                <c:pt idx="448">
                  <c:v>45918</c:v>
                </c:pt>
                <c:pt idx="449">
                  <c:v>45919</c:v>
                </c:pt>
                <c:pt idx="450">
                  <c:v>45922</c:v>
                </c:pt>
                <c:pt idx="451">
                  <c:v>45923</c:v>
                </c:pt>
                <c:pt idx="452">
                  <c:v>45924</c:v>
                </c:pt>
                <c:pt idx="453">
                  <c:v>45925</c:v>
                </c:pt>
                <c:pt idx="454">
                  <c:v>45926</c:v>
                </c:pt>
                <c:pt idx="455">
                  <c:v>45929</c:v>
                </c:pt>
                <c:pt idx="456">
                  <c:v>45930</c:v>
                </c:pt>
                <c:pt idx="457">
                  <c:v>45931</c:v>
                </c:pt>
                <c:pt idx="458">
                  <c:v>45932</c:v>
                </c:pt>
                <c:pt idx="459">
                  <c:v>45933</c:v>
                </c:pt>
                <c:pt idx="460">
                  <c:v>45936</c:v>
                </c:pt>
                <c:pt idx="461">
                  <c:v>45937</c:v>
                </c:pt>
                <c:pt idx="462">
                  <c:v>45938</c:v>
                </c:pt>
                <c:pt idx="463">
                  <c:v>45939</c:v>
                </c:pt>
                <c:pt idx="464">
                  <c:v>45940</c:v>
                </c:pt>
                <c:pt idx="465">
                  <c:v>45943</c:v>
                </c:pt>
                <c:pt idx="466">
                  <c:v>45944</c:v>
                </c:pt>
                <c:pt idx="467">
                  <c:v>45945</c:v>
                </c:pt>
                <c:pt idx="468">
                  <c:v>45946</c:v>
                </c:pt>
                <c:pt idx="469">
                  <c:v>45947</c:v>
                </c:pt>
                <c:pt idx="470">
                  <c:v>45950</c:v>
                </c:pt>
                <c:pt idx="471">
                  <c:v>45951</c:v>
                </c:pt>
                <c:pt idx="472">
                  <c:v>45952</c:v>
                </c:pt>
                <c:pt idx="473">
                  <c:v>45953</c:v>
                </c:pt>
                <c:pt idx="474">
                  <c:v>45954</c:v>
                </c:pt>
                <c:pt idx="475">
                  <c:v>45957</c:v>
                </c:pt>
                <c:pt idx="476">
                  <c:v>45958</c:v>
                </c:pt>
                <c:pt idx="477">
                  <c:v>45959</c:v>
                </c:pt>
                <c:pt idx="478">
                  <c:v>45960</c:v>
                </c:pt>
                <c:pt idx="479">
                  <c:v>45961</c:v>
                </c:pt>
                <c:pt idx="480">
                  <c:v>45964</c:v>
                </c:pt>
                <c:pt idx="481">
                  <c:v>45965</c:v>
                </c:pt>
                <c:pt idx="482">
                  <c:v>45966</c:v>
                </c:pt>
                <c:pt idx="483">
                  <c:v>45967</c:v>
                </c:pt>
                <c:pt idx="484">
                  <c:v>45968</c:v>
                </c:pt>
                <c:pt idx="485">
                  <c:v>45971</c:v>
                </c:pt>
                <c:pt idx="486">
                  <c:v>45972</c:v>
                </c:pt>
                <c:pt idx="487">
                  <c:v>45973</c:v>
                </c:pt>
                <c:pt idx="488">
                  <c:v>45974</c:v>
                </c:pt>
                <c:pt idx="489">
                  <c:v>45975</c:v>
                </c:pt>
                <c:pt idx="490">
                  <c:v>45978</c:v>
                </c:pt>
                <c:pt idx="491">
                  <c:v>45979</c:v>
                </c:pt>
                <c:pt idx="492">
                  <c:v>45980</c:v>
                </c:pt>
                <c:pt idx="493">
                  <c:v>45981</c:v>
                </c:pt>
                <c:pt idx="494">
                  <c:v>45982</c:v>
                </c:pt>
                <c:pt idx="495">
                  <c:v>45985</c:v>
                </c:pt>
                <c:pt idx="496">
                  <c:v>45986</c:v>
                </c:pt>
                <c:pt idx="497">
                  <c:v>45987</c:v>
                </c:pt>
                <c:pt idx="498">
                  <c:v>45988</c:v>
                </c:pt>
                <c:pt idx="499">
                  <c:v>45989</c:v>
                </c:pt>
                <c:pt idx="500">
                  <c:v>45992</c:v>
                </c:pt>
                <c:pt idx="501">
                  <c:v>45993</c:v>
                </c:pt>
                <c:pt idx="502">
                  <c:v>45994</c:v>
                </c:pt>
                <c:pt idx="503">
                  <c:v>45995</c:v>
                </c:pt>
                <c:pt idx="504">
                  <c:v>45996</c:v>
                </c:pt>
                <c:pt idx="505">
                  <c:v>45999</c:v>
                </c:pt>
                <c:pt idx="506">
                  <c:v>46000</c:v>
                </c:pt>
                <c:pt idx="507">
                  <c:v>46001</c:v>
                </c:pt>
                <c:pt idx="508">
                  <c:v>46002</c:v>
                </c:pt>
                <c:pt idx="509">
                  <c:v>46003</c:v>
                </c:pt>
                <c:pt idx="510">
                  <c:v>46006</c:v>
                </c:pt>
                <c:pt idx="511">
                  <c:v>46007</c:v>
                </c:pt>
                <c:pt idx="512">
                  <c:v>46008</c:v>
                </c:pt>
                <c:pt idx="513">
                  <c:v>46009</c:v>
                </c:pt>
                <c:pt idx="514">
                  <c:v>46010</c:v>
                </c:pt>
                <c:pt idx="515">
                  <c:v>46013</c:v>
                </c:pt>
                <c:pt idx="516">
                  <c:v>46014</c:v>
                </c:pt>
                <c:pt idx="517">
                  <c:v>46015</c:v>
                </c:pt>
                <c:pt idx="518">
                  <c:v>46016</c:v>
                </c:pt>
                <c:pt idx="519">
                  <c:v>46017</c:v>
                </c:pt>
                <c:pt idx="520">
                  <c:v>46020</c:v>
                </c:pt>
                <c:pt idx="521">
                  <c:v>46021</c:v>
                </c:pt>
                <c:pt idx="522">
                  <c:v>46022</c:v>
                </c:pt>
                <c:pt idx="523">
                  <c:v>46023</c:v>
                </c:pt>
                <c:pt idx="524">
                  <c:v>46024</c:v>
                </c:pt>
                <c:pt idx="525">
                  <c:v>46027</c:v>
                </c:pt>
                <c:pt idx="526">
                  <c:v>46028</c:v>
                </c:pt>
                <c:pt idx="527">
                  <c:v>46029</c:v>
                </c:pt>
                <c:pt idx="528">
                  <c:v>46030</c:v>
                </c:pt>
                <c:pt idx="529">
                  <c:v>46031</c:v>
                </c:pt>
                <c:pt idx="530">
                  <c:v>46034</c:v>
                </c:pt>
                <c:pt idx="531">
                  <c:v>46035</c:v>
                </c:pt>
                <c:pt idx="532">
                  <c:v>46036</c:v>
                </c:pt>
                <c:pt idx="533">
                  <c:v>46037</c:v>
                </c:pt>
                <c:pt idx="534">
                  <c:v>46038</c:v>
                </c:pt>
                <c:pt idx="535">
                  <c:v>46041</c:v>
                </c:pt>
                <c:pt idx="536">
                  <c:v>46042</c:v>
                </c:pt>
                <c:pt idx="537">
                  <c:v>46043</c:v>
                </c:pt>
                <c:pt idx="538">
                  <c:v>46044</c:v>
                </c:pt>
                <c:pt idx="539">
                  <c:v>46045</c:v>
                </c:pt>
                <c:pt idx="540">
                  <c:v>46048</c:v>
                </c:pt>
                <c:pt idx="541">
                  <c:v>46049</c:v>
                </c:pt>
                <c:pt idx="542">
                  <c:v>46050</c:v>
                </c:pt>
                <c:pt idx="543">
                  <c:v>46051</c:v>
                </c:pt>
                <c:pt idx="544">
                  <c:v>46052</c:v>
                </c:pt>
                <c:pt idx="545">
                  <c:v>46055</c:v>
                </c:pt>
                <c:pt idx="546">
                  <c:v>46056</c:v>
                </c:pt>
                <c:pt idx="547">
                  <c:v>46057</c:v>
                </c:pt>
                <c:pt idx="548">
                  <c:v>46058</c:v>
                </c:pt>
                <c:pt idx="549">
                  <c:v>46059</c:v>
                </c:pt>
                <c:pt idx="550">
                  <c:v>46062</c:v>
                </c:pt>
                <c:pt idx="551">
                  <c:v>46063</c:v>
                </c:pt>
                <c:pt idx="552">
                  <c:v>46064</c:v>
                </c:pt>
                <c:pt idx="553">
                  <c:v>46065</c:v>
                </c:pt>
                <c:pt idx="554">
                  <c:v>46066</c:v>
                </c:pt>
                <c:pt idx="555">
                  <c:v>46069</c:v>
                </c:pt>
                <c:pt idx="556">
                  <c:v>46070</c:v>
                </c:pt>
                <c:pt idx="557">
                  <c:v>46071</c:v>
                </c:pt>
                <c:pt idx="558">
                  <c:v>46072</c:v>
                </c:pt>
                <c:pt idx="559">
                  <c:v>46073</c:v>
                </c:pt>
                <c:pt idx="560">
                  <c:v>46076</c:v>
                </c:pt>
                <c:pt idx="561">
                  <c:v>46077</c:v>
                </c:pt>
                <c:pt idx="562">
                  <c:v>46078</c:v>
                </c:pt>
                <c:pt idx="563">
                  <c:v>46079</c:v>
                </c:pt>
                <c:pt idx="564">
                  <c:v>46080</c:v>
                </c:pt>
                <c:pt idx="565">
                  <c:v>46083</c:v>
                </c:pt>
                <c:pt idx="566">
                  <c:v>46084</c:v>
                </c:pt>
                <c:pt idx="567">
                  <c:v>46085</c:v>
                </c:pt>
                <c:pt idx="568">
                  <c:v>46086</c:v>
                </c:pt>
                <c:pt idx="569">
                  <c:v>46087</c:v>
                </c:pt>
                <c:pt idx="570">
                  <c:v>46090</c:v>
                </c:pt>
                <c:pt idx="571">
                  <c:v>46091</c:v>
                </c:pt>
                <c:pt idx="572">
                  <c:v>46092</c:v>
                </c:pt>
                <c:pt idx="573">
                  <c:v>46093</c:v>
                </c:pt>
                <c:pt idx="574">
                  <c:v>46094</c:v>
                </c:pt>
                <c:pt idx="575">
                  <c:v>46097</c:v>
                </c:pt>
                <c:pt idx="576">
                  <c:v>46098</c:v>
                </c:pt>
                <c:pt idx="577">
                  <c:v>46099</c:v>
                </c:pt>
                <c:pt idx="578">
                  <c:v>46100</c:v>
                </c:pt>
                <c:pt idx="579">
                  <c:v>46101</c:v>
                </c:pt>
                <c:pt idx="580">
                  <c:v>46104</c:v>
                </c:pt>
                <c:pt idx="581">
                  <c:v>46105</c:v>
                </c:pt>
                <c:pt idx="582">
                  <c:v>46106</c:v>
                </c:pt>
                <c:pt idx="583">
                  <c:v>46107</c:v>
                </c:pt>
                <c:pt idx="584">
                  <c:v>46108</c:v>
                </c:pt>
                <c:pt idx="585">
                  <c:v>46111</c:v>
                </c:pt>
                <c:pt idx="586">
                  <c:v>46112</c:v>
                </c:pt>
                <c:pt idx="587">
                  <c:v>46113</c:v>
                </c:pt>
                <c:pt idx="588">
                  <c:v>46114</c:v>
                </c:pt>
                <c:pt idx="589">
                  <c:v>46115</c:v>
                </c:pt>
                <c:pt idx="590">
                  <c:v>46118</c:v>
                </c:pt>
                <c:pt idx="591">
                  <c:v>46119</c:v>
                </c:pt>
                <c:pt idx="592">
                  <c:v>46120</c:v>
                </c:pt>
                <c:pt idx="593">
                  <c:v>46121</c:v>
                </c:pt>
                <c:pt idx="594">
                  <c:v>46122</c:v>
                </c:pt>
                <c:pt idx="595">
                  <c:v>46125</c:v>
                </c:pt>
                <c:pt idx="596">
                  <c:v>46126</c:v>
                </c:pt>
                <c:pt idx="597">
                  <c:v>46127</c:v>
                </c:pt>
                <c:pt idx="598">
                  <c:v>46128</c:v>
                </c:pt>
                <c:pt idx="599">
                  <c:v>46129</c:v>
                </c:pt>
                <c:pt idx="600">
                  <c:v>46132</c:v>
                </c:pt>
                <c:pt idx="601">
                  <c:v>46133</c:v>
                </c:pt>
                <c:pt idx="602">
                  <c:v>46134</c:v>
                </c:pt>
                <c:pt idx="603">
                  <c:v>46135</c:v>
                </c:pt>
                <c:pt idx="604">
                  <c:v>46136</c:v>
                </c:pt>
                <c:pt idx="605">
                  <c:v>46139</c:v>
                </c:pt>
                <c:pt idx="606">
                  <c:v>46140</c:v>
                </c:pt>
                <c:pt idx="607">
                  <c:v>46141</c:v>
                </c:pt>
                <c:pt idx="608">
                  <c:v>46142</c:v>
                </c:pt>
                <c:pt idx="609">
                  <c:v>46143</c:v>
                </c:pt>
                <c:pt idx="610">
                  <c:v>46146</c:v>
                </c:pt>
                <c:pt idx="611">
                  <c:v>46147</c:v>
                </c:pt>
                <c:pt idx="612">
                  <c:v>46148</c:v>
                </c:pt>
                <c:pt idx="613">
                  <c:v>46149</c:v>
                </c:pt>
                <c:pt idx="614">
                  <c:v>46150</c:v>
                </c:pt>
                <c:pt idx="615">
                  <c:v>46153</c:v>
                </c:pt>
                <c:pt idx="616">
                  <c:v>46154</c:v>
                </c:pt>
                <c:pt idx="617">
                  <c:v>46155</c:v>
                </c:pt>
                <c:pt idx="618">
                  <c:v>46156</c:v>
                </c:pt>
                <c:pt idx="619">
                  <c:v>46157</c:v>
                </c:pt>
                <c:pt idx="620">
                  <c:v>46160</c:v>
                </c:pt>
                <c:pt idx="621">
                  <c:v>46161</c:v>
                </c:pt>
                <c:pt idx="622">
                  <c:v>46162</c:v>
                </c:pt>
                <c:pt idx="623">
                  <c:v>46163</c:v>
                </c:pt>
                <c:pt idx="624">
                  <c:v>46164</c:v>
                </c:pt>
                <c:pt idx="625">
                  <c:v>46167</c:v>
                </c:pt>
                <c:pt idx="626">
                  <c:v>46168</c:v>
                </c:pt>
                <c:pt idx="627">
                  <c:v>46169</c:v>
                </c:pt>
                <c:pt idx="628">
                  <c:v>46170</c:v>
                </c:pt>
                <c:pt idx="629">
                  <c:v>46171</c:v>
                </c:pt>
                <c:pt idx="630">
                  <c:v>46174</c:v>
                </c:pt>
                <c:pt idx="631">
                  <c:v>46175</c:v>
                </c:pt>
                <c:pt idx="632">
                  <c:v>46176</c:v>
                </c:pt>
                <c:pt idx="633">
                  <c:v>46177</c:v>
                </c:pt>
                <c:pt idx="634">
                  <c:v>46178</c:v>
                </c:pt>
              </c:numCache>
            </c:numRef>
          </c:cat>
          <c:val>
            <c:numRef>
              <c:f>'2026企业融资成本 PE'!$F$2:$F$636</c:f>
              <c:numCache>
                <c:formatCode>0.00</c:formatCode>
                <c:ptCount val="635"/>
                <c:pt idx="1">
                  <c:v>1.62</c:v>
                </c:pt>
                <c:pt idx="2">
                  <c:v>1.66</c:v>
                </c:pt>
                <c:pt idx="3">
                  <c:v>1.65</c:v>
                </c:pt>
                <c:pt idx="4">
                  <c:v>1.65</c:v>
                </c:pt>
                <c:pt idx="5">
                  <c:v>1.65</c:v>
                </c:pt>
                <c:pt idx="6">
                  <c:v>1.63</c:v>
                </c:pt>
                <c:pt idx="7">
                  <c:v>1.59</c:v>
                </c:pt>
                <c:pt idx="8">
                  <c:v>1.63</c:v>
                </c:pt>
                <c:pt idx="9">
                  <c:v>1.64</c:v>
                </c:pt>
                <c:pt idx="11">
                  <c:v>1.65</c:v>
                </c:pt>
                <c:pt idx="12">
                  <c:v>1.63</c:v>
                </c:pt>
                <c:pt idx="13">
                  <c:v>1.62</c:v>
                </c:pt>
                <c:pt idx="14">
                  <c:v>1.59</c:v>
                </c:pt>
                <c:pt idx="15">
                  <c:v>1.59</c:v>
                </c:pt>
                <c:pt idx="16">
                  <c:v>1.62</c:v>
                </c:pt>
                <c:pt idx="17">
                  <c:v>1.61</c:v>
                </c:pt>
                <c:pt idx="18">
                  <c:v>1.6</c:v>
                </c:pt>
                <c:pt idx="19">
                  <c:v>1.58</c:v>
                </c:pt>
                <c:pt idx="20">
                  <c:v>1.6</c:v>
                </c:pt>
                <c:pt idx="21">
                  <c:v>1.58</c:v>
                </c:pt>
                <c:pt idx="22">
                  <c:v>1.61</c:v>
                </c:pt>
                <c:pt idx="23">
                  <c:v>1.63</c:v>
                </c:pt>
                <c:pt idx="24">
                  <c:v>1.59</c:v>
                </c:pt>
                <c:pt idx="25">
                  <c:v>1.56</c:v>
                </c:pt>
                <c:pt idx="26">
                  <c:v>1.58</c:v>
                </c:pt>
                <c:pt idx="27">
                  <c:v>1.6</c:v>
                </c:pt>
                <c:pt idx="28">
                  <c:v>1.6</c:v>
                </c:pt>
                <c:pt idx="29">
                  <c:v>1.59</c:v>
                </c:pt>
                <c:pt idx="30">
                  <c:v>1.58</c:v>
                </c:pt>
                <c:pt idx="31">
                  <c:v>1.54</c:v>
                </c:pt>
                <c:pt idx="32">
                  <c:v>1.56</c:v>
                </c:pt>
                <c:pt idx="33">
                  <c:v>1.57</c:v>
                </c:pt>
                <c:pt idx="34">
                  <c:v>1.53</c:v>
                </c:pt>
                <c:pt idx="36">
                  <c:v>1.56</c:v>
                </c:pt>
                <c:pt idx="37">
                  <c:v>1.54</c:v>
                </c:pt>
                <c:pt idx="38">
                  <c:v>1.49</c:v>
                </c:pt>
                <c:pt idx="39">
                  <c:v>1.49</c:v>
                </c:pt>
                <c:pt idx="40">
                  <c:v>1.53</c:v>
                </c:pt>
                <c:pt idx="41">
                  <c:v>1.53</c:v>
                </c:pt>
                <c:pt idx="42">
                  <c:v>1.55</c:v>
                </c:pt>
                <c:pt idx="43">
                  <c:v>1.55</c:v>
                </c:pt>
                <c:pt idx="44">
                  <c:v>1.57</c:v>
                </c:pt>
                <c:pt idx="45">
                  <c:v>1.57</c:v>
                </c:pt>
                <c:pt idx="46">
                  <c:v>1.59</c:v>
                </c:pt>
                <c:pt idx="47">
                  <c:v>1.57</c:v>
                </c:pt>
                <c:pt idx="48">
                  <c:v>1.59</c:v>
                </c:pt>
                <c:pt idx="49">
                  <c:v>1.59</c:v>
                </c:pt>
                <c:pt idx="50">
                  <c:v>1.59</c:v>
                </c:pt>
                <c:pt idx="51">
                  <c:v>1.55</c:v>
                </c:pt>
                <c:pt idx="52">
                  <c:v>1.55</c:v>
                </c:pt>
                <c:pt idx="53">
                  <c:v>1.53</c:v>
                </c:pt>
                <c:pt idx="54">
                  <c:v>1.49</c:v>
                </c:pt>
                <c:pt idx="55">
                  <c:v>1.49</c:v>
                </c:pt>
                <c:pt idx="56">
                  <c:v>1.5</c:v>
                </c:pt>
                <c:pt idx="57">
                  <c:v>1.56</c:v>
                </c:pt>
                <c:pt idx="58">
                  <c:v>1.53</c:v>
                </c:pt>
                <c:pt idx="59">
                  <c:v>1.53</c:v>
                </c:pt>
                <c:pt idx="60">
                  <c:v>1.53</c:v>
                </c:pt>
                <c:pt idx="61">
                  <c:v>1.53</c:v>
                </c:pt>
                <c:pt idx="62">
                  <c:v>1.54</c:v>
                </c:pt>
                <c:pt idx="63">
                  <c:v>1.5</c:v>
                </c:pt>
                <c:pt idx="65">
                  <c:v>1.49</c:v>
                </c:pt>
                <c:pt idx="66">
                  <c:v>1.51</c:v>
                </c:pt>
                <c:pt idx="67">
                  <c:v>1.49</c:v>
                </c:pt>
                <c:pt idx="68">
                  <c:v>1.51</c:v>
                </c:pt>
                <c:pt idx="69">
                  <c:v>1.49</c:v>
                </c:pt>
                <c:pt idx="70">
                  <c:v>1.46</c:v>
                </c:pt>
                <c:pt idx="71">
                  <c:v>1.44</c:v>
                </c:pt>
                <c:pt idx="72">
                  <c:v>1.4</c:v>
                </c:pt>
                <c:pt idx="73">
                  <c:v>1.41</c:v>
                </c:pt>
                <c:pt idx="74">
                  <c:v>1.45</c:v>
                </c:pt>
                <c:pt idx="75">
                  <c:v>1.46</c:v>
                </c:pt>
                <c:pt idx="76">
                  <c:v>1.46</c:v>
                </c:pt>
                <c:pt idx="77">
                  <c:v>1.48</c:v>
                </c:pt>
                <c:pt idx="78">
                  <c:v>1.47</c:v>
                </c:pt>
                <c:pt idx="79">
                  <c:v>1.46</c:v>
                </c:pt>
                <c:pt idx="80">
                  <c:v>1.46</c:v>
                </c:pt>
                <c:pt idx="81">
                  <c:v>1.46</c:v>
                </c:pt>
                <c:pt idx="82">
                  <c:v>1.48</c:v>
                </c:pt>
                <c:pt idx="83">
                  <c:v>1.47</c:v>
                </c:pt>
                <c:pt idx="84">
                  <c:v>1.45</c:v>
                </c:pt>
                <c:pt idx="85">
                  <c:v>1.45</c:v>
                </c:pt>
                <c:pt idx="86">
                  <c:v>1.44</c:v>
                </c:pt>
                <c:pt idx="87">
                  <c:v>1.43</c:v>
                </c:pt>
                <c:pt idx="88">
                  <c:v>1.47</c:v>
                </c:pt>
                <c:pt idx="89">
                  <c:v>1.49</c:v>
                </c:pt>
                <c:pt idx="90">
                  <c:v>1.47</c:v>
                </c:pt>
                <c:pt idx="91">
                  <c:v>1.45</c:v>
                </c:pt>
                <c:pt idx="92">
                  <c:v>1.47</c:v>
                </c:pt>
                <c:pt idx="93">
                  <c:v>1.48</c:v>
                </c:pt>
                <c:pt idx="94">
                  <c:v>1.48</c:v>
                </c:pt>
                <c:pt idx="95">
                  <c:v>1.48</c:v>
                </c:pt>
                <c:pt idx="96">
                  <c:v>1.48</c:v>
                </c:pt>
                <c:pt idx="97">
                  <c:v>1.49</c:v>
                </c:pt>
                <c:pt idx="98">
                  <c:v>1.47</c:v>
                </c:pt>
                <c:pt idx="99">
                  <c:v>1.48</c:v>
                </c:pt>
                <c:pt idx="100">
                  <c:v>1.47</c:v>
                </c:pt>
                <c:pt idx="101">
                  <c:v>1.48</c:v>
                </c:pt>
                <c:pt idx="102">
                  <c:v>1.46</c:v>
                </c:pt>
                <c:pt idx="103">
                  <c:v>1.45</c:v>
                </c:pt>
                <c:pt idx="104">
                  <c:v>1.46</c:v>
                </c:pt>
                <c:pt idx="106">
                  <c:v>1.45</c:v>
                </c:pt>
                <c:pt idx="107">
                  <c:v>1.47</c:v>
                </c:pt>
                <c:pt idx="108">
                  <c:v>1.46</c:v>
                </c:pt>
                <c:pt idx="109">
                  <c:v>1.46</c:v>
                </c:pt>
                <c:pt idx="110">
                  <c:v>1.47</c:v>
                </c:pt>
                <c:pt idx="111">
                  <c:v>1.49</c:v>
                </c:pt>
                <c:pt idx="112">
                  <c:v>1.53</c:v>
                </c:pt>
                <c:pt idx="113">
                  <c:v>1.5</c:v>
                </c:pt>
                <c:pt idx="114">
                  <c:v>1.46</c:v>
                </c:pt>
                <c:pt idx="115">
                  <c:v>1.46</c:v>
                </c:pt>
                <c:pt idx="116">
                  <c:v>1.48</c:v>
                </c:pt>
                <c:pt idx="117">
                  <c:v>1.48</c:v>
                </c:pt>
                <c:pt idx="118">
                  <c:v>1.51</c:v>
                </c:pt>
                <c:pt idx="119">
                  <c:v>1.53</c:v>
                </c:pt>
                <c:pt idx="120">
                  <c:v>1.52</c:v>
                </c:pt>
                <c:pt idx="121">
                  <c:v>1.52</c:v>
                </c:pt>
                <c:pt idx="123">
                  <c:v>1.54</c:v>
                </c:pt>
                <c:pt idx="124">
                  <c:v>1.55</c:v>
                </c:pt>
                <c:pt idx="125">
                  <c:v>1.53</c:v>
                </c:pt>
                <c:pt idx="126">
                  <c:v>1.55</c:v>
                </c:pt>
                <c:pt idx="127">
                  <c:v>1.55</c:v>
                </c:pt>
                <c:pt idx="128">
                  <c:v>1.55</c:v>
                </c:pt>
                <c:pt idx="129">
                  <c:v>1.55</c:v>
                </c:pt>
                <c:pt idx="130">
                  <c:v>1.55</c:v>
                </c:pt>
                <c:pt idx="131">
                  <c:v>1.56</c:v>
                </c:pt>
                <c:pt idx="132">
                  <c:v>1.53</c:v>
                </c:pt>
                <c:pt idx="134">
                  <c:v>1.56</c:v>
                </c:pt>
                <c:pt idx="135">
                  <c:v>1.54</c:v>
                </c:pt>
                <c:pt idx="136">
                  <c:v>1.56</c:v>
                </c:pt>
                <c:pt idx="137">
                  <c:v>1.56</c:v>
                </c:pt>
                <c:pt idx="138">
                  <c:v>1.58</c:v>
                </c:pt>
                <c:pt idx="139">
                  <c:v>1.58</c:v>
                </c:pt>
                <c:pt idx="140">
                  <c:v>1.58</c:v>
                </c:pt>
                <c:pt idx="141">
                  <c:v>1.56</c:v>
                </c:pt>
                <c:pt idx="142">
                  <c:v>1.56</c:v>
                </c:pt>
                <c:pt idx="143">
                  <c:v>1.57</c:v>
                </c:pt>
                <c:pt idx="144">
                  <c:v>1.57</c:v>
                </c:pt>
                <c:pt idx="145">
                  <c:v>1.58</c:v>
                </c:pt>
                <c:pt idx="146">
                  <c:v>1.59</c:v>
                </c:pt>
                <c:pt idx="147">
                  <c:v>1.65</c:v>
                </c:pt>
                <c:pt idx="148">
                  <c:v>1.62</c:v>
                </c:pt>
                <c:pt idx="149">
                  <c:v>1.65</c:v>
                </c:pt>
                <c:pt idx="150">
                  <c:v>1.66</c:v>
                </c:pt>
                <c:pt idx="151">
                  <c:v>1.65</c:v>
                </c:pt>
                <c:pt idx="152">
                  <c:v>1.68</c:v>
                </c:pt>
                <c:pt idx="153">
                  <c:v>1.71</c:v>
                </c:pt>
                <c:pt idx="154">
                  <c:v>1.8</c:v>
                </c:pt>
                <c:pt idx="155">
                  <c:v>1.85</c:v>
                </c:pt>
                <c:pt idx="156">
                  <c:v>1.78</c:v>
                </c:pt>
                <c:pt idx="157">
                  <c:v>1.8</c:v>
                </c:pt>
                <c:pt idx="158">
                  <c:v>1.78</c:v>
                </c:pt>
                <c:pt idx="159">
                  <c:v>1.77</c:v>
                </c:pt>
                <c:pt idx="160">
                  <c:v>1.78</c:v>
                </c:pt>
                <c:pt idx="161">
                  <c:v>1.8</c:v>
                </c:pt>
                <c:pt idx="162">
                  <c:v>1.74</c:v>
                </c:pt>
                <c:pt idx="163">
                  <c:v>1.68</c:v>
                </c:pt>
                <c:pt idx="164">
                  <c:v>1.69</c:v>
                </c:pt>
                <c:pt idx="165">
                  <c:v>1.68</c:v>
                </c:pt>
                <c:pt idx="166">
                  <c:v>1.69</c:v>
                </c:pt>
                <c:pt idx="167">
                  <c:v>1.69</c:v>
                </c:pt>
                <c:pt idx="168">
                  <c:v>1.7</c:v>
                </c:pt>
                <c:pt idx="169">
                  <c:v>1.7</c:v>
                </c:pt>
                <c:pt idx="170">
                  <c:v>1.7</c:v>
                </c:pt>
                <c:pt idx="171">
                  <c:v>1.71</c:v>
                </c:pt>
                <c:pt idx="172">
                  <c:v>1.71</c:v>
                </c:pt>
                <c:pt idx="173">
                  <c:v>1.69</c:v>
                </c:pt>
                <c:pt idx="174">
                  <c:v>1.69</c:v>
                </c:pt>
                <c:pt idx="176">
                  <c:v>1.73</c:v>
                </c:pt>
                <c:pt idx="177">
                  <c:v>1.73</c:v>
                </c:pt>
                <c:pt idx="178">
                  <c:v>1.73</c:v>
                </c:pt>
                <c:pt idx="179">
                  <c:v>1.73</c:v>
                </c:pt>
                <c:pt idx="180">
                  <c:v>1.73</c:v>
                </c:pt>
                <c:pt idx="181">
                  <c:v>1.74</c:v>
                </c:pt>
                <c:pt idx="182">
                  <c:v>1.75</c:v>
                </c:pt>
                <c:pt idx="183">
                  <c:v>1.74</c:v>
                </c:pt>
                <c:pt idx="184">
                  <c:v>1.72</c:v>
                </c:pt>
                <c:pt idx="185">
                  <c:v>1.7</c:v>
                </c:pt>
                <c:pt idx="186">
                  <c:v>1.68</c:v>
                </c:pt>
                <c:pt idx="187">
                  <c:v>1.67</c:v>
                </c:pt>
                <c:pt idx="188">
                  <c:v>1.67</c:v>
                </c:pt>
                <c:pt idx="189">
                  <c:v>1.67</c:v>
                </c:pt>
                <c:pt idx="190">
                  <c:v>1.65</c:v>
                </c:pt>
                <c:pt idx="191">
                  <c:v>1.66</c:v>
                </c:pt>
                <c:pt idx="192">
                  <c:v>1.65</c:v>
                </c:pt>
                <c:pt idx="193">
                  <c:v>1.65</c:v>
                </c:pt>
                <c:pt idx="194">
                  <c:v>1.66</c:v>
                </c:pt>
                <c:pt idx="195">
                  <c:v>1.63</c:v>
                </c:pt>
                <c:pt idx="196">
                  <c:v>1.65</c:v>
                </c:pt>
                <c:pt idx="197">
                  <c:v>1.64</c:v>
                </c:pt>
                <c:pt idx="198">
                  <c:v>1.62</c:v>
                </c:pt>
                <c:pt idx="199">
                  <c:v>1.57</c:v>
                </c:pt>
                <c:pt idx="200">
                  <c:v>1.54</c:v>
                </c:pt>
                <c:pt idx="201">
                  <c:v>1.55</c:v>
                </c:pt>
                <c:pt idx="202">
                  <c:v>1.54</c:v>
                </c:pt>
                <c:pt idx="203">
                  <c:v>1.54</c:v>
                </c:pt>
                <c:pt idx="204">
                  <c:v>1.54</c:v>
                </c:pt>
                <c:pt idx="206">
                  <c:v>1.53</c:v>
                </c:pt>
                <c:pt idx="207">
                  <c:v>1.51</c:v>
                </c:pt>
                <c:pt idx="208">
                  <c:v>1.53</c:v>
                </c:pt>
                <c:pt idx="209">
                  <c:v>1.53</c:v>
                </c:pt>
                <c:pt idx="210">
                  <c:v>1.54</c:v>
                </c:pt>
                <c:pt idx="211">
                  <c:v>1.55</c:v>
                </c:pt>
                <c:pt idx="212">
                  <c:v>1.54</c:v>
                </c:pt>
                <c:pt idx="213">
                  <c:v>1.52</c:v>
                </c:pt>
                <c:pt idx="214">
                  <c:v>1.51</c:v>
                </c:pt>
                <c:pt idx="215">
                  <c:v>1.51</c:v>
                </c:pt>
                <c:pt idx="216">
                  <c:v>1.49</c:v>
                </c:pt>
                <c:pt idx="217">
                  <c:v>1.44</c:v>
                </c:pt>
                <c:pt idx="218">
                  <c:v>1.46</c:v>
                </c:pt>
                <c:pt idx="219">
                  <c:v>1.46</c:v>
                </c:pt>
                <c:pt idx="220">
                  <c:v>1.46</c:v>
                </c:pt>
                <c:pt idx="221">
                  <c:v>1.45</c:v>
                </c:pt>
                <c:pt idx="222">
                  <c:v>1.4</c:v>
                </c:pt>
                <c:pt idx="223">
                  <c:v>1.44</c:v>
                </c:pt>
                <c:pt idx="224">
                  <c:v>1.38</c:v>
                </c:pt>
                <c:pt idx="226">
                  <c:v>1.36</c:v>
                </c:pt>
                <c:pt idx="227">
                  <c:v>1.41</c:v>
                </c:pt>
                <c:pt idx="228">
                  <c:v>1.39</c:v>
                </c:pt>
                <c:pt idx="229">
                  <c:v>1.41</c:v>
                </c:pt>
                <c:pt idx="230">
                  <c:v>1.42</c:v>
                </c:pt>
                <c:pt idx="231">
                  <c:v>1.42</c:v>
                </c:pt>
                <c:pt idx="232">
                  <c:v>1.43</c:v>
                </c:pt>
                <c:pt idx="233">
                  <c:v>1.43</c:v>
                </c:pt>
                <c:pt idx="234">
                  <c:v>1.43</c:v>
                </c:pt>
                <c:pt idx="235">
                  <c:v>1.42</c:v>
                </c:pt>
                <c:pt idx="236">
                  <c:v>1.43</c:v>
                </c:pt>
                <c:pt idx="237">
                  <c:v>1.43</c:v>
                </c:pt>
                <c:pt idx="239">
                  <c:v>1.44</c:v>
                </c:pt>
                <c:pt idx="240">
                  <c:v>1.41</c:v>
                </c:pt>
                <c:pt idx="241">
                  <c:v>1.4</c:v>
                </c:pt>
                <c:pt idx="242">
                  <c:v>1.39</c:v>
                </c:pt>
                <c:pt idx="243">
                  <c:v>1.4</c:v>
                </c:pt>
                <c:pt idx="244">
                  <c:v>1.42</c:v>
                </c:pt>
                <c:pt idx="245">
                  <c:v>1.42</c:v>
                </c:pt>
                <c:pt idx="246">
                  <c:v>1.41</c:v>
                </c:pt>
                <c:pt idx="247">
                  <c:v>1.42</c:v>
                </c:pt>
                <c:pt idx="248">
                  <c:v>1.44</c:v>
                </c:pt>
                <c:pt idx="249">
                  <c:v>1.42</c:v>
                </c:pt>
                <c:pt idx="250">
                  <c:v>1.42</c:v>
                </c:pt>
                <c:pt idx="251">
                  <c:v>1.39</c:v>
                </c:pt>
                <c:pt idx="252">
                  <c:v>1.37</c:v>
                </c:pt>
                <c:pt idx="253">
                  <c:v>1.4</c:v>
                </c:pt>
                <c:pt idx="254">
                  <c:v>1.43</c:v>
                </c:pt>
                <c:pt idx="255">
                  <c:v>1.42</c:v>
                </c:pt>
                <c:pt idx="256">
                  <c:v>1.39</c:v>
                </c:pt>
                <c:pt idx="258">
                  <c:v>1.4</c:v>
                </c:pt>
                <c:pt idx="259">
                  <c:v>1.4</c:v>
                </c:pt>
                <c:pt idx="260">
                  <c:v>1.43</c:v>
                </c:pt>
                <c:pt idx="261">
                  <c:v>1.42</c:v>
                </c:pt>
                <c:pt idx="263">
                  <c:v>1.45</c:v>
                </c:pt>
                <c:pt idx="264">
                  <c:v>1.44</c:v>
                </c:pt>
                <c:pt idx="265">
                  <c:v>1.44</c:v>
                </c:pt>
                <c:pt idx="266">
                  <c:v>1.47</c:v>
                </c:pt>
                <c:pt idx="267">
                  <c:v>1.48</c:v>
                </c:pt>
                <c:pt idx="268">
                  <c:v>1.46</c:v>
                </c:pt>
                <c:pt idx="269">
                  <c:v>1.42</c:v>
                </c:pt>
                <c:pt idx="270">
                  <c:v>1.44</c:v>
                </c:pt>
                <c:pt idx="271">
                  <c:v>1.44</c:v>
                </c:pt>
                <c:pt idx="272">
                  <c:v>1.44</c:v>
                </c:pt>
                <c:pt idx="273">
                  <c:v>1.46</c:v>
                </c:pt>
                <c:pt idx="274">
                  <c:v>1.46</c:v>
                </c:pt>
                <c:pt idx="276">
                  <c:v>1.46</c:v>
                </c:pt>
                <c:pt idx="277">
                  <c:v>1.43</c:v>
                </c:pt>
                <c:pt idx="278">
                  <c:v>1.43</c:v>
                </c:pt>
                <c:pt idx="279">
                  <c:v>1.43</c:v>
                </c:pt>
                <c:pt idx="280">
                  <c:v>1.45</c:v>
                </c:pt>
                <c:pt idx="281">
                  <c:v>1.45</c:v>
                </c:pt>
                <c:pt idx="282">
                  <c:v>1.45</c:v>
                </c:pt>
                <c:pt idx="283">
                  <c:v>1.45</c:v>
                </c:pt>
                <c:pt idx="284">
                  <c:v>1.45</c:v>
                </c:pt>
                <c:pt idx="285">
                  <c:v>1.46</c:v>
                </c:pt>
                <c:pt idx="286">
                  <c:v>1.46</c:v>
                </c:pt>
                <c:pt idx="287">
                  <c:v>1.45</c:v>
                </c:pt>
                <c:pt idx="288">
                  <c:v>1.44</c:v>
                </c:pt>
                <c:pt idx="289">
                  <c:v>1.45</c:v>
                </c:pt>
                <c:pt idx="290">
                  <c:v>1.45</c:v>
                </c:pt>
                <c:pt idx="291">
                  <c:v>1.46</c:v>
                </c:pt>
                <c:pt idx="292">
                  <c:v>1.45</c:v>
                </c:pt>
                <c:pt idx="293">
                  <c:v>1.44</c:v>
                </c:pt>
                <c:pt idx="294">
                  <c:v>1.46</c:v>
                </c:pt>
                <c:pt idx="296">
                  <c:v>1.44</c:v>
                </c:pt>
                <c:pt idx="297">
                  <c:v>1.46</c:v>
                </c:pt>
                <c:pt idx="298">
                  <c:v>1.47</c:v>
                </c:pt>
                <c:pt idx="299">
                  <c:v>1.49</c:v>
                </c:pt>
                <c:pt idx="300">
                  <c:v>1.48</c:v>
                </c:pt>
                <c:pt idx="301">
                  <c:v>1.5</c:v>
                </c:pt>
                <c:pt idx="302">
                  <c:v>1.51</c:v>
                </c:pt>
                <c:pt idx="303">
                  <c:v>1.52</c:v>
                </c:pt>
                <c:pt idx="304">
                  <c:v>1.57</c:v>
                </c:pt>
                <c:pt idx="305">
                  <c:v>1.61</c:v>
                </c:pt>
                <c:pt idx="306">
                  <c:v>1.61</c:v>
                </c:pt>
                <c:pt idx="307">
                  <c:v>1.57</c:v>
                </c:pt>
                <c:pt idx="308">
                  <c:v>1.59</c:v>
                </c:pt>
                <c:pt idx="309">
                  <c:v>1.61</c:v>
                </c:pt>
                <c:pt idx="310">
                  <c:v>1.64</c:v>
                </c:pt>
                <c:pt idx="311">
                  <c:v>1.68</c:v>
                </c:pt>
                <c:pt idx="312">
                  <c:v>1.65</c:v>
                </c:pt>
                <c:pt idx="313">
                  <c:v>1.7</c:v>
                </c:pt>
                <c:pt idx="314">
                  <c:v>1.65</c:v>
                </c:pt>
                <c:pt idx="315">
                  <c:v>1.63</c:v>
                </c:pt>
                <c:pt idx="316">
                  <c:v>1.63</c:v>
                </c:pt>
                <c:pt idx="317">
                  <c:v>1.64</c:v>
                </c:pt>
                <c:pt idx="318">
                  <c:v>1.64</c:v>
                </c:pt>
                <c:pt idx="319">
                  <c:v>1.68</c:v>
                </c:pt>
                <c:pt idx="320">
                  <c:v>1.64</c:v>
                </c:pt>
                <c:pt idx="321">
                  <c:v>1.66</c:v>
                </c:pt>
                <c:pt idx="322">
                  <c:v>1.66</c:v>
                </c:pt>
                <c:pt idx="323">
                  <c:v>1.68</c:v>
                </c:pt>
                <c:pt idx="324">
                  <c:v>1.73</c:v>
                </c:pt>
                <c:pt idx="325">
                  <c:v>1.76</c:v>
                </c:pt>
                <c:pt idx="326">
                  <c:v>1.73</c:v>
                </c:pt>
                <c:pt idx="327">
                  <c:v>1.73</c:v>
                </c:pt>
                <c:pt idx="328">
                  <c:v>1.89</c:v>
                </c:pt>
                <c:pt idx="329">
                  <c:v>1.94</c:v>
                </c:pt>
                <c:pt idx="330">
                  <c:v>2.02</c:v>
                </c:pt>
                <c:pt idx="331">
                  <c:v>2</c:v>
                </c:pt>
                <c:pt idx="332">
                  <c:v>2.02</c:v>
                </c:pt>
                <c:pt idx="333">
                  <c:v>1.97</c:v>
                </c:pt>
                <c:pt idx="334">
                  <c:v>1.9</c:v>
                </c:pt>
                <c:pt idx="335">
                  <c:v>1.9</c:v>
                </c:pt>
                <c:pt idx="336">
                  <c:v>1.9</c:v>
                </c:pt>
                <c:pt idx="337">
                  <c:v>1.92</c:v>
                </c:pt>
                <c:pt idx="338">
                  <c:v>1.92</c:v>
                </c:pt>
                <c:pt idx="340">
                  <c:v>1.96</c:v>
                </c:pt>
                <c:pt idx="341">
                  <c:v>1.93</c:v>
                </c:pt>
                <c:pt idx="342">
                  <c:v>1.86</c:v>
                </c:pt>
                <c:pt idx="343">
                  <c:v>1.86</c:v>
                </c:pt>
                <c:pt idx="344">
                  <c:v>1.84</c:v>
                </c:pt>
                <c:pt idx="345">
                  <c:v>1.87</c:v>
                </c:pt>
                <c:pt idx="346">
                  <c:v>1.88</c:v>
                </c:pt>
                <c:pt idx="347">
                  <c:v>1.96</c:v>
                </c:pt>
                <c:pt idx="348">
                  <c:v>1.95</c:v>
                </c:pt>
                <c:pt idx="349">
                  <c:v>1.9</c:v>
                </c:pt>
                <c:pt idx="350">
                  <c:v>1.91</c:v>
                </c:pt>
                <c:pt idx="351">
                  <c:v>1.95</c:v>
                </c:pt>
                <c:pt idx="352">
                  <c:v>1.95</c:v>
                </c:pt>
                <c:pt idx="353">
                  <c:v>1.89</c:v>
                </c:pt>
                <c:pt idx="354">
                  <c:v>1.89</c:v>
                </c:pt>
                <c:pt idx="355">
                  <c:v>1.82</c:v>
                </c:pt>
                <c:pt idx="356">
                  <c:v>1.82</c:v>
                </c:pt>
                <c:pt idx="357">
                  <c:v>1.8</c:v>
                </c:pt>
                <c:pt idx="358">
                  <c:v>1.83</c:v>
                </c:pt>
                <c:pt idx="359">
                  <c:v>1.82</c:v>
                </c:pt>
                <c:pt idx="360">
                  <c:v>1.84</c:v>
                </c:pt>
                <c:pt idx="361">
                  <c:v>1.82</c:v>
                </c:pt>
                <c:pt idx="362">
                  <c:v>1.85</c:v>
                </c:pt>
                <c:pt idx="363">
                  <c:v>1.87</c:v>
                </c:pt>
                <c:pt idx="364">
                  <c:v>1.88</c:v>
                </c:pt>
                <c:pt idx="366">
                  <c:v>1.84</c:v>
                </c:pt>
                <c:pt idx="367">
                  <c:v>1.83</c:v>
                </c:pt>
                <c:pt idx="368">
                  <c:v>1.81</c:v>
                </c:pt>
                <c:pt idx="369">
                  <c:v>1.84</c:v>
                </c:pt>
                <c:pt idx="370">
                  <c:v>1.84</c:v>
                </c:pt>
                <c:pt idx="371">
                  <c:v>1.81</c:v>
                </c:pt>
                <c:pt idx="372">
                  <c:v>1.8</c:v>
                </c:pt>
                <c:pt idx="373">
                  <c:v>1.77</c:v>
                </c:pt>
                <c:pt idx="374">
                  <c:v>1.73</c:v>
                </c:pt>
                <c:pt idx="375">
                  <c:v>1.72</c:v>
                </c:pt>
                <c:pt idx="376">
                  <c:v>1.71</c:v>
                </c:pt>
                <c:pt idx="377">
                  <c:v>1.74</c:v>
                </c:pt>
                <c:pt idx="378">
                  <c:v>1.73</c:v>
                </c:pt>
                <c:pt idx="379">
                  <c:v>1.75</c:v>
                </c:pt>
                <c:pt idx="380">
                  <c:v>1.74</c:v>
                </c:pt>
                <c:pt idx="381">
                  <c:v>1.74</c:v>
                </c:pt>
                <c:pt idx="382">
                  <c:v>1.77</c:v>
                </c:pt>
                <c:pt idx="384">
                  <c:v>1.76</c:v>
                </c:pt>
                <c:pt idx="385">
                  <c:v>1.77</c:v>
                </c:pt>
                <c:pt idx="386">
                  <c:v>1.78</c:v>
                </c:pt>
                <c:pt idx="387">
                  <c:v>1.79</c:v>
                </c:pt>
                <c:pt idx="388">
                  <c:v>1.8</c:v>
                </c:pt>
                <c:pt idx="389">
                  <c:v>1.79</c:v>
                </c:pt>
                <c:pt idx="390">
                  <c:v>1.75</c:v>
                </c:pt>
                <c:pt idx="391">
                  <c:v>1.72</c:v>
                </c:pt>
                <c:pt idx="392">
                  <c:v>1.7</c:v>
                </c:pt>
                <c:pt idx="393">
                  <c:v>1.67</c:v>
                </c:pt>
                <c:pt idx="395">
                  <c:v>1.71</c:v>
                </c:pt>
                <c:pt idx="396">
                  <c:v>1.71</c:v>
                </c:pt>
                <c:pt idx="397">
                  <c:v>1.73</c:v>
                </c:pt>
                <c:pt idx="398">
                  <c:v>1.7</c:v>
                </c:pt>
                <c:pt idx="399">
                  <c:v>1.72</c:v>
                </c:pt>
                <c:pt idx="400">
                  <c:v>1.73</c:v>
                </c:pt>
                <c:pt idx="401">
                  <c:v>1.7</c:v>
                </c:pt>
                <c:pt idx="402">
                  <c:v>1.73</c:v>
                </c:pt>
                <c:pt idx="403">
                  <c:v>1.71</c:v>
                </c:pt>
                <c:pt idx="404">
                  <c:v>1.73</c:v>
                </c:pt>
                <c:pt idx="405">
                  <c:v>1.73</c:v>
                </c:pt>
                <c:pt idx="406">
                  <c:v>1.73</c:v>
                </c:pt>
                <c:pt idx="407">
                  <c:v>1.71</c:v>
                </c:pt>
                <c:pt idx="408">
                  <c:v>1.68</c:v>
                </c:pt>
                <c:pt idx="409">
                  <c:v>1.69</c:v>
                </c:pt>
                <c:pt idx="410">
                  <c:v>1.69</c:v>
                </c:pt>
                <c:pt idx="411">
                  <c:v>1.7</c:v>
                </c:pt>
                <c:pt idx="412">
                  <c:v>1.69</c:v>
                </c:pt>
                <c:pt idx="413">
                  <c:v>1.67</c:v>
                </c:pt>
                <c:pt idx="414">
                  <c:v>1.75</c:v>
                </c:pt>
                <c:pt idx="415">
                  <c:v>1.74</c:v>
                </c:pt>
                <c:pt idx="416">
                  <c:v>1.72</c:v>
                </c:pt>
                <c:pt idx="417">
                  <c:v>1.75</c:v>
                </c:pt>
                <c:pt idx="418">
                  <c:v>1.74</c:v>
                </c:pt>
                <c:pt idx="419">
                  <c:v>1.74</c:v>
                </c:pt>
                <c:pt idx="420">
                  <c:v>1.72</c:v>
                </c:pt>
                <c:pt idx="421">
                  <c:v>1.73</c:v>
                </c:pt>
                <c:pt idx="422">
                  <c:v>1.71</c:v>
                </c:pt>
                <c:pt idx="423">
                  <c:v>1.71</c:v>
                </c:pt>
                <c:pt idx="424">
                  <c:v>1.69</c:v>
                </c:pt>
                <c:pt idx="425">
                  <c:v>1.7</c:v>
                </c:pt>
                <c:pt idx="426">
                  <c:v>1.71</c:v>
                </c:pt>
                <c:pt idx="427">
                  <c:v>1.73</c:v>
                </c:pt>
                <c:pt idx="428">
                  <c:v>1.72</c:v>
                </c:pt>
                <c:pt idx="429">
                  <c:v>1.73</c:v>
                </c:pt>
                <c:pt idx="430">
                  <c:v>1.7</c:v>
                </c:pt>
                <c:pt idx="431">
                  <c:v>1.75</c:v>
                </c:pt>
                <c:pt idx="432">
                  <c:v>1.77</c:v>
                </c:pt>
                <c:pt idx="433">
                  <c:v>1.75</c:v>
                </c:pt>
                <c:pt idx="434">
                  <c:v>1.8</c:v>
                </c:pt>
                <c:pt idx="436">
                  <c:v>1.81</c:v>
                </c:pt>
                <c:pt idx="437">
                  <c:v>1.78</c:v>
                </c:pt>
                <c:pt idx="438">
                  <c:v>1.8</c:v>
                </c:pt>
                <c:pt idx="439">
                  <c:v>1.78</c:v>
                </c:pt>
                <c:pt idx="440">
                  <c:v>1.76</c:v>
                </c:pt>
                <c:pt idx="441">
                  <c:v>1.75</c:v>
                </c:pt>
                <c:pt idx="442">
                  <c:v>1.75</c:v>
                </c:pt>
                <c:pt idx="443">
                  <c:v>1.74</c:v>
                </c:pt>
                <c:pt idx="444">
                  <c:v>1.7</c:v>
                </c:pt>
                <c:pt idx="445">
                  <c:v>1.68</c:v>
                </c:pt>
                <c:pt idx="446">
                  <c:v>1.69</c:v>
                </c:pt>
                <c:pt idx="447">
                  <c:v>1.7</c:v>
                </c:pt>
                <c:pt idx="448">
                  <c:v>1.68</c:v>
                </c:pt>
                <c:pt idx="449">
                  <c:v>1.68</c:v>
                </c:pt>
                <c:pt idx="450">
                  <c:v>1.67</c:v>
                </c:pt>
                <c:pt idx="451">
                  <c:v>1.69</c:v>
                </c:pt>
                <c:pt idx="452">
                  <c:v>1.68</c:v>
                </c:pt>
                <c:pt idx="453">
                  <c:v>1.67</c:v>
                </c:pt>
                <c:pt idx="454">
                  <c:v>1.65</c:v>
                </c:pt>
                <c:pt idx="455">
                  <c:v>1.64</c:v>
                </c:pt>
                <c:pt idx="456">
                  <c:v>1.67</c:v>
                </c:pt>
                <c:pt idx="457">
                  <c:v>1.69</c:v>
                </c:pt>
                <c:pt idx="458">
                  <c:v>1.68</c:v>
                </c:pt>
                <c:pt idx="459">
                  <c:v>1.66</c:v>
                </c:pt>
                <c:pt idx="460">
                  <c:v>1.65</c:v>
                </c:pt>
                <c:pt idx="461">
                  <c:v>1.67</c:v>
                </c:pt>
                <c:pt idx="462">
                  <c:v>1.68</c:v>
                </c:pt>
                <c:pt idx="463">
                  <c:v>1.69</c:v>
                </c:pt>
                <c:pt idx="464">
                  <c:v>1.72</c:v>
                </c:pt>
                <c:pt idx="466">
                  <c:v>1.71</c:v>
                </c:pt>
                <c:pt idx="467">
                  <c:v>1.68</c:v>
                </c:pt>
                <c:pt idx="468">
                  <c:v>1.71</c:v>
                </c:pt>
                <c:pt idx="469">
                  <c:v>1.7</c:v>
                </c:pt>
                <c:pt idx="470">
                  <c:v>1.68</c:v>
                </c:pt>
                <c:pt idx="471">
                  <c:v>1.67</c:v>
                </c:pt>
                <c:pt idx="472">
                  <c:v>1.69</c:v>
                </c:pt>
                <c:pt idx="473">
                  <c:v>1.66</c:v>
                </c:pt>
                <c:pt idx="474">
                  <c:v>1.65</c:v>
                </c:pt>
                <c:pt idx="475">
                  <c:v>1.63</c:v>
                </c:pt>
                <c:pt idx="476">
                  <c:v>1.65</c:v>
                </c:pt>
                <c:pt idx="477">
                  <c:v>1.61</c:v>
                </c:pt>
                <c:pt idx="478">
                  <c:v>1.64</c:v>
                </c:pt>
                <c:pt idx="479">
                  <c:v>1.69</c:v>
                </c:pt>
                <c:pt idx="480">
                  <c:v>1.71</c:v>
                </c:pt>
                <c:pt idx="481">
                  <c:v>1.72</c:v>
                </c:pt>
                <c:pt idx="482">
                  <c:v>1.7</c:v>
                </c:pt>
                <c:pt idx="483">
                  <c:v>1.72</c:v>
                </c:pt>
                <c:pt idx="484">
                  <c:v>1.75</c:v>
                </c:pt>
                <c:pt idx="485">
                  <c:v>1.73</c:v>
                </c:pt>
                <c:pt idx="487">
                  <c:v>1.75</c:v>
                </c:pt>
                <c:pt idx="488">
                  <c:v>1.77</c:v>
                </c:pt>
                <c:pt idx="489">
                  <c:v>1.77</c:v>
                </c:pt>
                <c:pt idx="490">
                  <c:v>1.77</c:v>
                </c:pt>
                <c:pt idx="491">
                  <c:v>1.79</c:v>
                </c:pt>
                <c:pt idx="492">
                  <c:v>1.79</c:v>
                </c:pt>
                <c:pt idx="493">
                  <c:v>1.8</c:v>
                </c:pt>
                <c:pt idx="494">
                  <c:v>1.82</c:v>
                </c:pt>
                <c:pt idx="495">
                  <c:v>1.8</c:v>
                </c:pt>
                <c:pt idx="496">
                  <c:v>1.79</c:v>
                </c:pt>
                <c:pt idx="497">
                  <c:v>1.78</c:v>
                </c:pt>
                <c:pt idx="499">
                  <c:v>1.78</c:v>
                </c:pt>
                <c:pt idx="500">
                  <c:v>1.78</c:v>
                </c:pt>
                <c:pt idx="501">
                  <c:v>1.76</c:v>
                </c:pt>
                <c:pt idx="502">
                  <c:v>1.77</c:v>
                </c:pt>
                <c:pt idx="503">
                  <c:v>1.76</c:v>
                </c:pt>
                <c:pt idx="504">
                  <c:v>1.74</c:v>
                </c:pt>
                <c:pt idx="505">
                  <c:v>1.73</c:v>
                </c:pt>
                <c:pt idx="506">
                  <c:v>1.73</c:v>
                </c:pt>
                <c:pt idx="507">
                  <c:v>1.76</c:v>
                </c:pt>
                <c:pt idx="508">
                  <c:v>1.73</c:v>
                </c:pt>
                <c:pt idx="509">
                  <c:v>1.76</c:v>
                </c:pt>
                <c:pt idx="510">
                  <c:v>1.77</c:v>
                </c:pt>
                <c:pt idx="511">
                  <c:v>1.78</c:v>
                </c:pt>
                <c:pt idx="512">
                  <c:v>1.78</c:v>
                </c:pt>
                <c:pt idx="513">
                  <c:v>1.78</c:v>
                </c:pt>
                <c:pt idx="514">
                  <c:v>1.76</c:v>
                </c:pt>
                <c:pt idx="515">
                  <c:v>1.76</c:v>
                </c:pt>
                <c:pt idx="516">
                  <c:v>1.74</c:v>
                </c:pt>
                <c:pt idx="517">
                  <c:v>1.73</c:v>
                </c:pt>
                <c:pt idx="519">
                  <c:v>1.75</c:v>
                </c:pt>
                <c:pt idx="520">
                  <c:v>1.76</c:v>
                </c:pt>
                <c:pt idx="521">
                  <c:v>1.75</c:v>
                </c:pt>
                <c:pt idx="522">
                  <c:v>1.72</c:v>
                </c:pt>
                <c:pt idx="524">
                  <c:v>1.74</c:v>
                </c:pt>
                <c:pt idx="525">
                  <c:v>1.75</c:v>
                </c:pt>
                <c:pt idx="526">
                  <c:v>1.74</c:v>
                </c:pt>
                <c:pt idx="527">
                  <c:v>1.73</c:v>
                </c:pt>
                <c:pt idx="528">
                  <c:v>1.73</c:v>
                </c:pt>
                <c:pt idx="529">
                  <c:v>1.7</c:v>
                </c:pt>
                <c:pt idx="530">
                  <c:v>1.7</c:v>
                </c:pt>
                <c:pt idx="531">
                  <c:v>1.69</c:v>
                </c:pt>
                <c:pt idx="532">
                  <c:v>1.68</c:v>
                </c:pt>
                <c:pt idx="533">
                  <c:v>1.65</c:v>
                </c:pt>
                <c:pt idx="534">
                  <c:v>1.63</c:v>
                </c:pt>
                <c:pt idx="536">
                  <c:v>1.65</c:v>
                </c:pt>
                <c:pt idx="537">
                  <c:v>1.62</c:v>
                </c:pt>
                <c:pt idx="538">
                  <c:v>1.59</c:v>
                </c:pt>
                <c:pt idx="539">
                  <c:v>1.61</c:v>
                </c:pt>
                <c:pt idx="540">
                  <c:v>1.61</c:v>
                </c:pt>
                <c:pt idx="541">
                  <c:v>1.61</c:v>
                </c:pt>
                <c:pt idx="542">
                  <c:v>1.62</c:v>
                </c:pt>
                <c:pt idx="543">
                  <c:v>1.63</c:v>
                </c:pt>
                <c:pt idx="544">
                  <c:v>1.62</c:v>
                </c:pt>
                <c:pt idx="545">
                  <c:v>1.61</c:v>
                </c:pt>
                <c:pt idx="546">
                  <c:v>1.63</c:v>
                </c:pt>
                <c:pt idx="547">
                  <c:v>1.64</c:v>
                </c:pt>
                <c:pt idx="548">
                  <c:v>1.67</c:v>
                </c:pt>
                <c:pt idx="549">
                  <c:v>1.65</c:v>
                </c:pt>
                <c:pt idx="550">
                  <c:v>1.64</c:v>
                </c:pt>
                <c:pt idx="551">
                  <c:v>1.66</c:v>
                </c:pt>
                <c:pt idx="552">
                  <c:v>1.67</c:v>
                </c:pt>
                <c:pt idx="553">
                  <c:v>1.68</c:v>
                </c:pt>
                <c:pt idx="554">
                  <c:v>1.72</c:v>
                </c:pt>
                <c:pt idx="556">
                  <c:v>1.7</c:v>
                </c:pt>
                <c:pt idx="557">
                  <c:v>1.67</c:v>
                </c:pt>
                <c:pt idx="558">
                  <c:v>1.68</c:v>
                </c:pt>
                <c:pt idx="559">
                  <c:v>1.69</c:v>
                </c:pt>
                <c:pt idx="560">
                  <c:v>1.73</c:v>
                </c:pt>
                <c:pt idx="561">
                  <c:v>1.73</c:v>
                </c:pt>
                <c:pt idx="562">
                  <c:v>1.73</c:v>
                </c:pt>
                <c:pt idx="563">
                  <c:v>1.75</c:v>
                </c:pt>
                <c:pt idx="564">
                  <c:v>1.8</c:v>
                </c:pt>
                <c:pt idx="565">
                  <c:v>1.78</c:v>
                </c:pt>
                <c:pt idx="566">
                  <c:v>1.78</c:v>
                </c:pt>
                <c:pt idx="567">
                  <c:v>1.74</c:v>
                </c:pt>
                <c:pt idx="568">
                  <c:v>1.76</c:v>
                </c:pt>
                <c:pt idx="569">
                  <c:v>1.75</c:v>
                </c:pt>
                <c:pt idx="570">
                  <c:v>1.78</c:v>
                </c:pt>
                <c:pt idx="571">
                  <c:v>1.77</c:v>
                </c:pt>
                <c:pt idx="572">
                  <c:v>1.84</c:v>
                </c:pt>
                <c:pt idx="573">
                  <c:v>1.84</c:v>
                </c:pt>
                <c:pt idx="574">
                  <c:v>1.83</c:v>
                </c:pt>
                <c:pt idx="575">
                  <c:v>1.85</c:v>
                </c:pt>
                <c:pt idx="576">
                  <c:v>1.85</c:v>
                </c:pt>
                <c:pt idx="577">
                  <c:v>1.81</c:v>
                </c:pt>
                <c:pt idx="578">
                  <c:v>1.81</c:v>
                </c:pt>
                <c:pt idx="579">
                  <c:v>1.79</c:v>
                </c:pt>
                <c:pt idx="580">
                  <c:v>1.79</c:v>
                </c:pt>
                <c:pt idx="581">
                  <c:v>1.75</c:v>
                </c:pt>
                <c:pt idx="582">
                  <c:v>1.76</c:v>
                </c:pt>
                <c:pt idx="583">
                  <c:v>1.73</c:v>
                </c:pt>
                <c:pt idx="584">
                  <c:v>1.78</c:v>
                </c:pt>
                <c:pt idx="585">
                  <c:v>1.79</c:v>
                </c:pt>
                <c:pt idx="586">
                  <c:v>1.79</c:v>
                </c:pt>
                <c:pt idx="587">
                  <c:v>1.75</c:v>
                </c:pt>
                <c:pt idx="588">
                  <c:v>1.74</c:v>
                </c:pt>
                <c:pt idx="590">
                  <c:v>1.7</c:v>
                </c:pt>
                <c:pt idx="591">
                  <c:v>1.75</c:v>
                </c:pt>
                <c:pt idx="592">
                  <c:v>1.73</c:v>
                </c:pt>
                <c:pt idx="593">
                  <c:v>1.73</c:v>
                </c:pt>
                <c:pt idx="594">
                  <c:v>1.72</c:v>
                </c:pt>
                <c:pt idx="595">
                  <c:v>1.72</c:v>
                </c:pt>
                <c:pt idx="596">
                  <c:v>1.7</c:v>
                </c:pt>
                <c:pt idx="597">
                  <c:v>1.69</c:v>
                </c:pt>
                <c:pt idx="598">
                  <c:v>1.71</c:v>
                </c:pt>
                <c:pt idx="599">
                  <c:v>1.72</c:v>
                </c:pt>
                <c:pt idx="600">
                  <c:v>1.72</c:v>
                </c:pt>
                <c:pt idx="601">
                  <c:v>1.7</c:v>
                </c:pt>
                <c:pt idx="602">
                  <c:v>1.69</c:v>
                </c:pt>
                <c:pt idx="603">
                  <c:v>1.68</c:v>
                </c:pt>
                <c:pt idx="604">
                  <c:v>1.7</c:v>
                </c:pt>
                <c:pt idx="605">
                  <c:v>1.7</c:v>
                </c:pt>
                <c:pt idx="606">
                  <c:v>1.7</c:v>
                </c:pt>
                <c:pt idx="607">
                  <c:v>1.69</c:v>
                </c:pt>
                <c:pt idx="608">
                  <c:v>1.7</c:v>
                </c:pt>
                <c:pt idx="609">
                  <c:v>1.69</c:v>
                </c:pt>
                <c:pt idx="610">
                  <c:v>1.69</c:v>
                </c:pt>
                <c:pt idx="611">
                  <c:v>1.65</c:v>
                </c:pt>
                <c:pt idx="612">
                  <c:v>1.66</c:v>
                </c:pt>
                <c:pt idx="613">
                  <c:v>1.65</c:v>
                </c:pt>
                <c:pt idx="614">
                  <c:v>1.65</c:v>
                </c:pt>
                <c:pt idx="615">
                  <c:v>1.65</c:v>
                </c:pt>
                <c:pt idx="616">
                  <c:v>1.66</c:v>
                </c:pt>
                <c:pt idx="617">
                  <c:v>1.66</c:v>
                </c:pt>
                <c:pt idx="618">
                  <c:v>1.62</c:v>
                </c:pt>
                <c:pt idx="619">
                  <c:v>1.62</c:v>
                </c:pt>
                <c:pt idx="620">
                  <c:v>1.59</c:v>
                </c:pt>
                <c:pt idx="621">
                  <c:v>1.57</c:v>
                </c:pt>
                <c:pt idx="622">
                  <c:v>1.59</c:v>
                </c:pt>
                <c:pt idx="623">
                  <c:v>1.59</c:v>
                </c:pt>
                <c:pt idx="624">
                  <c:v>1.57</c:v>
                </c:pt>
                <c:pt idx="626">
                  <c:v>1.56</c:v>
                </c:pt>
                <c:pt idx="627">
                  <c:v>1.57</c:v>
                </c:pt>
                <c:pt idx="628">
                  <c:v>1.57</c:v>
                </c:pt>
                <c:pt idx="629">
                  <c:v>1.57</c:v>
                </c:pt>
                <c:pt idx="630">
                  <c:v>1.54</c:v>
                </c:pt>
                <c:pt idx="631">
                  <c:v>1.54</c:v>
                </c:pt>
                <c:pt idx="632">
                  <c:v>1.54</c:v>
                </c:pt>
                <c:pt idx="633">
                  <c:v>1.54</c:v>
                </c:pt>
              </c:numCache>
            </c:numRef>
          </c:val>
          <c:smooth val="0"/>
          <c:extLst>
            <c:ext xmlns:c16="http://schemas.microsoft.com/office/drawing/2014/chart" uri="{C3380CC4-5D6E-409C-BE32-E72D297353CC}">
              <c16:uniqueId val="{00000000-DDDD-45DE-B84E-D98886DDE9D2}"/>
            </c:ext>
          </c:extLst>
        </c:ser>
        <c:ser>
          <c:idx val="1"/>
          <c:order val="1"/>
          <c:tx>
            <c:v>彭博美国高收益债平均信用利差（%）</c:v>
          </c:tx>
          <c:spPr>
            <a:ln w="25400" cap="rnd">
              <a:solidFill>
                <a:srgbClr val="2E3160"/>
              </a:solidFill>
              <a:round/>
            </a:ln>
            <a:effectLst/>
          </c:spPr>
          <c:marker>
            <c:symbol val="none"/>
          </c:marker>
          <c:cat>
            <c:numRef>
              <c:f>'2026企业融资成本 PE'!$A$2:$A$636</c:f>
              <c:numCache>
                <c:formatCode>yyyy\-mm\-dd</c:formatCode>
                <c:ptCount val="635"/>
                <c:pt idx="0">
                  <c:v>45292</c:v>
                </c:pt>
                <c:pt idx="1">
                  <c:v>45293</c:v>
                </c:pt>
                <c:pt idx="2">
                  <c:v>45294</c:v>
                </c:pt>
                <c:pt idx="3">
                  <c:v>45295</c:v>
                </c:pt>
                <c:pt idx="4">
                  <c:v>45296</c:v>
                </c:pt>
                <c:pt idx="5">
                  <c:v>45299</c:v>
                </c:pt>
                <c:pt idx="6">
                  <c:v>45300</c:v>
                </c:pt>
                <c:pt idx="7">
                  <c:v>45301</c:v>
                </c:pt>
                <c:pt idx="8">
                  <c:v>45302</c:v>
                </c:pt>
                <c:pt idx="9">
                  <c:v>45303</c:v>
                </c:pt>
                <c:pt idx="10">
                  <c:v>45306</c:v>
                </c:pt>
                <c:pt idx="11">
                  <c:v>45307</c:v>
                </c:pt>
                <c:pt idx="12">
                  <c:v>45308</c:v>
                </c:pt>
                <c:pt idx="13">
                  <c:v>45309</c:v>
                </c:pt>
                <c:pt idx="14">
                  <c:v>45310</c:v>
                </c:pt>
                <c:pt idx="15">
                  <c:v>45313</c:v>
                </c:pt>
                <c:pt idx="16">
                  <c:v>45314</c:v>
                </c:pt>
                <c:pt idx="17">
                  <c:v>45315</c:v>
                </c:pt>
                <c:pt idx="18">
                  <c:v>45316</c:v>
                </c:pt>
                <c:pt idx="19">
                  <c:v>45317</c:v>
                </c:pt>
                <c:pt idx="20">
                  <c:v>45320</c:v>
                </c:pt>
                <c:pt idx="21">
                  <c:v>45321</c:v>
                </c:pt>
                <c:pt idx="22">
                  <c:v>45322</c:v>
                </c:pt>
                <c:pt idx="23">
                  <c:v>45323</c:v>
                </c:pt>
                <c:pt idx="24">
                  <c:v>45324</c:v>
                </c:pt>
                <c:pt idx="25">
                  <c:v>45327</c:v>
                </c:pt>
                <c:pt idx="26">
                  <c:v>45328</c:v>
                </c:pt>
                <c:pt idx="27">
                  <c:v>45329</c:v>
                </c:pt>
                <c:pt idx="28">
                  <c:v>45330</c:v>
                </c:pt>
                <c:pt idx="29">
                  <c:v>45331</c:v>
                </c:pt>
                <c:pt idx="30">
                  <c:v>45334</c:v>
                </c:pt>
                <c:pt idx="31">
                  <c:v>45335</c:v>
                </c:pt>
                <c:pt idx="32">
                  <c:v>45336</c:v>
                </c:pt>
                <c:pt idx="33">
                  <c:v>45337</c:v>
                </c:pt>
                <c:pt idx="34">
                  <c:v>45338</c:v>
                </c:pt>
                <c:pt idx="35">
                  <c:v>45341</c:v>
                </c:pt>
                <c:pt idx="36">
                  <c:v>45342</c:v>
                </c:pt>
                <c:pt idx="37">
                  <c:v>45343</c:v>
                </c:pt>
                <c:pt idx="38">
                  <c:v>45344</c:v>
                </c:pt>
                <c:pt idx="39">
                  <c:v>45345</c:v>
                </c:pt>
                <c:pt idx="40">
                  <c:v>45348</c:v>
                </c:pt>
                <c:pt idx="41">
                  <c:v>45349</c:v>
                </c:pt>
                <c:pt idx="42">
                  <c:v>45350</c:v>
                </c:pt>
                <c:pt idx="43">
                  <c:v>45351</c:v>
                </c:pt>
                <c:pt idx="44">
                  <c:v>45352</c:v>
                </c:pt>
                <c:pt idx="45">
                  <c:v>45355</c:v>
                </c:pt>
                <c:pt idx="46">
                  <c:v>45356</c:v>
                </c:pt>
                <c:pt idx="47">
                  <c:v>45357</c:v>
                </c:pt>
                <c:pt idx="48">
                  <c:v>45358</c:v>
                </c:pt>
                <c:pt idx="49">
                  <c:v>45359</c:v>
                </c:pt>
                <c:pt idx="50">
                  <c:v>45362</c:v>
                </c:pt>
                <c:pt idx="51">
                  <c:v>45363</c:v>
                </c:pt>
                <c:pt idx="52">
                  <c:v>45364</c:v>
                </c:pt>
                <c:pt idx="53">
                  <c:v>45365</c:v>
                </c:pt>
                <c:pt idx="54">
                  <c:v>45366</c:v>
                </c:pt>
                <c:pt idx="55">
                  <c:v>45369</c:v>
                </c:pt>
                <c:pt idx="56">
                  <c:v>45370</c:v>
                </c:pt>
                <c:pt idx="57">
                  <c:v>45371</c:v>
                </c:pt>
                <c:pt idx="58">
                  <c:v>45372</c:v>
                </c:pt>
                <c:pt idx="59">
                  <c:v>45373</c:v>
                </c:pt>
                <c:pt idx="60">
                  <c:v>45376</c:v>
                </c:pt>
                <c:pt idx="61">
                  <c:v>45377</c:v>
                </c:pt>
                <c:pt idx="62">
                  <c:v>45378</c:v>
                </c:pt>
                <c:pt idx="63">
                  <c:v>45379</c:v>
                </c:pt>
                <c:pt idx="64">
                  <c:v>45380</c:v>
                </c:pt>
                <c:pt idx="65">
                  <c:v>45383</c:v>
                </c:pt>
                <c:pt idx="66">
                  <c:v>45384</c:v>
                </c:pt>
                <c:pt idx="67">
                  <c:v>45385</c:v>
                </c:pt>
                <c:pt idx="68">
                  <c:v>45386</c:v>
                </c:pt>
                <c:pt idx="69">
                  <c:v>45387</c:v>
                </c:pt>
                <c:pt idx="70">
                  <c:v>45390</c:v>
                </c:pt>
                <c:pt idx="71">
                  <c:v>45391</c:v>
                </c:pt>
                <c:pt idx="72">
                  <c:v>45392</c:v>
                </c:pt>
                <c:pt idx="73">
                  <c:v>45393</c:v>
                </c:pt>
                <c:pt idx="74">
                  <c:v>45394</c:v>
                </c:pt>
                <c:pt idx="75">
                  <c:v>45397</c:v>
                </c:pt>
                <c:pt idx="76">
                  <c:v>45398</c:v>
                </c:pt>
                <c:pt idx="77">
                  <c:v>45399</c:v>
                </c:pt>
                <c:pt idx="78">
                  <c:v>45400</c:v>
                </c:pt>
                <c:pt idx="79">
                  <c:v>45401</c:v>
                </c:pt>
                <c:pt idx="80">
                  <c:v>45404</c:v>
                </c:pt>
                <c:pt idx="81">
                  <c:v>45405</c:v>
                </c:pt>
                <c:pt idx="82">
                  <c:v>45406</c:v>
                </c:pt>
                <c:pt idx="83">
                  <c:v>45407</c:v>
                </c:pt>
                <c:pt idx="84">
                  <c:v>45408</c:v>
                </c:pt>
                <c:pt idx="85">
                  <c:v>45411</c:v>
                </c:pt>
                <c:pt idx="86">
                  <c:v>45412</c:v>
                </c:pt>
                <c:pt idx="87">
                  <c:v>45413</c:v>
                </c:pt>
                <c:pt idx="88">
                  <c:v>45414</c:v>
                </c:pt>
                <c:pt idx="89">
                  <c:v>45415</c:v>
                </c:pt>
                <c:pt idx="90">
                  <c:v>45418</c:v>
                </c:pt>
                <c:pt idx="91">
                  <c:v>45419</c:v>
                </c:pt>
                <c:pt idx="92">
                  <c:v>45420</c:v>
                </c:pt>
                <c:pt idx="93">
                  <c:v>45421</c:v>
                </c:pt>
                <c:pt idx="94">
                  <c:v>45422</c:v>
                </c:pt>
                <c:pt idx="95">
                  <c:v>45425</c:v>
                </c:pt>
                <c:pt idx="96">
                  <c:v>45426</c:v>
                </c:pt>
                <c:pt idx="97">
                  <c:v>45427</c:v>
                </c:pt>
                <c:pt idx="98">
                  <c:v>45428</c:v>
                </c:pt>
                <c:pt idx="99">
                  <c:v>45429</c:v>
                </c:pt>
                <c:pt idx="100">
                  <c:v>45432</c:v>
                </c:pt>
                <c:pt idx="101">
                  <c:v>45433</c:v>
                </c:pt>
                <c:pt idx="102">
                  <c:v>45434</c:v>
                </c:pt>
                <c:pt idx="103">
                  <c:v>45435</c:v>
                </c:pt>
                <c:pt idx="104">
                  <c:v>45436</c:v>
                </c:pt>
                <c:pt idx="105">
                  <c:v>45439</c:v>
                </c:pt>
                <c:pt idx="106">
                  <c:v>45440</c:v>
                </c:pt>
                <c:pt idx="107">
                  <c:v>45441</c:v>
                </c:pt>
                <c:pt idx="108">
                  <c:v>45442</c:v>
                </c:pt>
                <c:pt idx="109">
                  <c:v>45443</c:v>
                </c:pt>
                <c:pt idx="110">
                  <c:v>45446</c:v>
                </c:pt>
                <c:pt idx="111">
                  <c:v>45447</c:v>
                </c:pt>
                <c:pt idx="112">
                  <c:v>45448</c:v>
                </c:pt>
                <c:pt idx="113">
                  <c:v>45449</c:v>
                </c:pt>
                <c:pt idx="114">
                  <c:v>45450</c:v>
                </c:pt>
                <c:pt idx="115">
                  <c:v>45453</c:v>
                </c:pt>
                <c:pt idx="116">
                  <c:v>45454</c:v>
                </c:pt>
                <c:pt idx="117">
                  <c:v>45455</c:v>
                </c:pt>
                <c:pt idx="118">
                  <c:v>45456</c:v>
                </c:pt>
                <c:pt idx="119">
                  <c:v>45457</c:v>
                </c:pt>
                <c:pt idx="120">
                  <c:v>45460</c:v>
                </c:pt>
                <c:pt idx="121">
                  <c:v>45461</c:v>
                </c:pt>
                <c:pt idx="122">
                  <c:v>45462</c:v>
                </c:pt>
                <c:pt idx="123">
                  <c:v>45463</c:v>
                </c:pt>
                <c:pt idx="124">
                  <c:v>45464</c:v>
                </c:pt>
                <c:pt idx="125">
                  <c:v>45467</c:v>
                </c:pt>
                <c:pt idx="126">
                  <c:v>45468</c:v>
                </c:pt>
                <c:pt idx="127">
                  <c:v>45469</c:v>
                </c:pt>
                <c:pt idx="128">
                  <c:v>45470</c:v>
                </c:pt>
                <c:pt idx="129">
                  <c:v>45471</c:v>
                </c:pt>
                <c:pt idx="130">
                  <c:v>45474</c:v>
                </c:pt>
                <c:pt idx="131">
                  <c:v>45475</c:v>
                </c:pt>
                <c:pt idx="132">
                  <c:v>45476</c:v>
                </c:pt>
                <c:pt idx="133">
                  <c:v>45477</c:v>
                </c:pt>
                <c:pt idx="134">
                  <c:v>45478</c:v>
                </c:pt>
                <c:pt idx="135">
                  <c:v>45481</c:v>
                </c:pt>
                <c:pt idx="136">
                  <c:v>45482</c:v>
                </c:pt>
                <c:pt idx="137">
                  <c:v>45483</c:v>
                </c:pt>
                <c:pt idx="138">
                  <c:v>45484</c:v>
                </c:pt>
                <c:pt idx="139">
                  <c:v>45485</c:v>
                </c:pt>
                <c:pt idx="140">
                  <c:v>45488</c:v>
                </c:pt>
                <c:pt idx="141">
                  <c:v>45489</c:v>
                </c:pt>
                <c:pt idx="142">
                  <c:v>45490</c:v>
                </c:pt>
                <c:pt idx="143">
                  <c:v>45491</c:v>
                </c:pt>
                <c:pt idx="144">
                  <c:v>45492</c:v>
                </c:pt>
                <c:pt idx="145">
                  <c:v>45495</c:v>
                </c:pt>
                <c:pt idx="146">
                  <c:v>45496</c:v>
                </c:pt>
                <c:pt idx="147">
                  <c:v>45497</c:v>
                </c:pt>
                <c:pt idx="148">
                  <c:v>45498</c:v>
                </c:pt>
                <c:pt idx="149">
                  <c:v>45499</c:v>
                </c:pt>
                <c:pt idx="150">
                  <c:v>45502</c:v>
                </c:pt>
                <c:pt idx="151">
                  <c:v>45503</c:v>
                </c:pt>
                <c:pt idx="152">
                  <c:v>45504</c:v>
                </c:pt>
                <c:pt idx="153">
                  <c:v>45505</c:v>
                </c:pt>
                <c:pt idx="154">
                  <c:v>45506</c:v>
                </c:pt>
                <c:pt idx="155">
                  <c:v>45509</c:v>
                </c:pt>
                <c:pt idx="156">
                  <c:v>45510</c:v>
                </c:pt>
                <c:pt idx="157">
                  <c:v>45511</c:v>
                </c:pt>
                <c:pt idx="158">
                  <c:v>45512</c:v>
                </c:pt>
                <c:pt idx="159">
                  <c:v>45513</c:v>
                </c:pt>
                <c:pt idx="160">
                  <c:v>45516</c:v>
                </c:pt>
                <c:pt idx="161">
                  <c:v>45517</c:v>
                </c:pt>
                <c:pt idx="162">
                  <c:v>45518</c:v>
                </c:pt>
                <c:pt idx="163">
                  <c:v>45519</c:v>
                </c:pt>
                <c:pt idx="164">
                  <c:v>45520</c:v>
                </c:pt>
                <c:pt idx="165">
                  <c:v>45523</c:v>
                </c:pt>
                <c:pt idx="166">
                  <c:v>45524</c:v>
                </c:pt>
                <c:pt idx="167">
                  <c:v>45525</c:v>
                </c:pt>
                <c:pt idx="168">
                  <c:v>45526</c:v>
                </c:pt>
                <c:pt idx="169">
                  <c:v>45527</c:v>
                </c:pt>
                <c:pt idx="170">
                  <c:v>45530</c:v>
                </c:pt>
                <c:pt idx="171">
                  <c:v>45531</c:v>
                </c:pt>
                <c:pt idx="172">
                  <c:v>45532</c:v>
                </c:pt>
                <c:pt idx="173">
                  <c:v>45533</c:v>
                </c:pt>
                <c:pt idx="174">
                  <c:v>45534</c:v>
                </c:pt>
                <c:pt idx="175">
                  <c:v>45537</c:v>
                </c:pt>
                <c:pt idx="176">
                  <c:v>45538</c:v>
                </c:pt>
                <c:pt idx="177">
                  <c:v>45539</c:v>
                </c:pt>
                <c:pt idx="178">
                  <c:v>45540</c:v>
                </c:pt>
                <c:pt idx="179">
                  <c:v>45541</c:v>
                </c:pt>
                <c:pt idx="180">
                  <c:v>45544</c:v>
                </c:pt>
                <c:pt idx="181">
                  <c:v>45545</c:v>
                </c:pt>
                <c:pt idx="182">
                  <c:v>45546</c:v>
                </c:pt>
                <c:pt idx="183">
                  <c:v>45547</c:v>
                </c:pt>
                <c:pt idx="184">
                  <c:v>45548</c:v>
                </c:pt>
                <c:pt idx="185">
                  <c:v>45551</c:v>
                </c:pt>
                <c:pt idx="186">
                  <c:v>45552</c:v>
                </c:pt>
                <c:pt idx="187">
                  <c:v>45553</c:v>
                </c:pt>
                <c:pt idx="188">
                  <c:v>45554</c:v>
                </c:pt>
                <c:pt idx="189">
                  <c:v>45555</c:v>
                </c:pt>
                <c:pt idx="190">
                  <c:v>45558</c:v>
                </c:pt>
                <c:pt idx="191">
                  <c:v>45559</c:v>
                </c:pt>
                <c:pt idx="192">
                  <c:v>45560</c:v>
                </c:pt>
                <c:pt idx="193">
                  <c:v>45561</c:v>
                </c:pt>
                <c:pt idx="194">
                  <c:v>45562</c:v>
                </c:pt>
                <c:pt idx="195">
                  <c:v>45565</c:v>
                </c:pt>
                <c:pt idx="196">
                  <c:v>45566</c:v>
                </c:pt>
                <c:pt idx="197">
                  <c:v>45567</c:v>
                </c:pt>
                <c:pt idx="198">
                  <c:v>45568</c:v>
                </c:pt>
                <c:pt idx="199">
                  <c:v>45569</c:v>
                </c:pt>
                <c:pt idx="200">
                  <c:v>45572</c:v>
                </c:pt>
                <c:pt idx="201">
                  <c:v>45573</c:v>
                </c:pt>
                <c:pt idx="202">
                  <c:v>45574</c:v>
                </c:pt>
                <c:pt idx="203">
                  <c:v>45575</c:v>
                </c:pt>
                <c:pt idx="204">
                  <c:v>45576</c:v>
                </c:pt>
                <c:pt idx="205">
                  <c:v>45579</c:v>
                </c:pt>
                <c:pt idx="206">
                  <c:v>45580</c:v>
                </c:pt>
                <c:pt idx="207">
                  <c:v>45581</c:v>
                </c:pt>
                <c:pt idx="208">
                  <c:v>45582</c:v>
                </c:pt>
                <c:pt idx="209">
                  <c:v>45583</c:v>
                </c:pt>
                <c:pt idx="210">
                  <c:v>45586</c:v>
                </c:pt>
                <c:pt idx="211">
                  <c:v>45587</c:v>
                </c:pt>
                <c:pt idx="212">
                  <c:v>45588</c:v>
                </c:pt>
                <c:pt idx="213">
                  <c:v>45589</c:v>
                </c:pt>
                <c:pt idx="214">
                  <c:v>45590</c:v>
                </c:pt>
                <c:pt idx="215">
                  <c:v>45593</c:v>
                </c:pt>
                <c:pt idx="216">
                  <c:v>45594</c:v>
                </c:pt>
                <c:pt idx="217">
                  <c:v>45595</c:v>
                </c:pt>
                <c:pt idx="218">
                  <c:v>45596</c:v>
                </c:pt>
                <c:pt idx="219">
                  <c:v>45597</c:v>
                </c:pt>
                <c:pt idx="220">
                  <c:v>45600</c:v>
                </c:pt>
                <c:pt idx="221">
                  <c:v>45601</c:v>
                </c:pt>
                <c:pt idx="222">
                  <c:v>45602</c:v>
                </c:pt>
                <c:pt idx="223">
                  <c:v>45603</c:v>
                </c:pt>
                <c:pt idx="224">
                  <c:v>45604</c:v>
                </c:pt>
                <c:pt idx="225">
                  <c:v>45607</c:v>
                </c:pt>
                <c:pt idx="226">
                  <c:v>45608</c:v>
                </c:pt>
                <c:pt idx="227">
                  <c:v>45609</c:v>
                </c:pt>
                <c:pt idx="228">
                  <c:v>45610</c:v>
                </c:pt>
                <c:pt idx="229">
                  <c:v>45611</c:v>
                </c:pt>
                <c:pt idx="230">
                  <c:v>45614</c:v>
                </c:pt>
                <c:pt idx="231">
                  <c:v>45615</c:v>
                </c:pt>
                <c:pt idx="232">
                  <c:v>45616</c:v>
                </c:pt>
                <c:pt idx="233">
                  <c:v>45617</c:v>
                </c:pt>
                <c:pt idx="234">
                  <c:v>45618</c:v>
                </c:pt>
                <c:pt idx="235">
                  <c:v>45621</c:v>
                </c:pt>
                <c:pt idx="236">
                  <c:v>45622</c:v>
                </c:pt>
                <c:pt idx="237">
                  <c:v>45623</c:v>
                </c:pt>
                <c:pt idx="238">
                  <c:v>45624</c:v>
                </c:pt>
                <c:pt idx="239">
                  <c:v>45625</c:v>
                </c:pt>
                <c:pt idx="240">
                  <c:v>45628</c:v>
                </c:pt>
                <c:pt idx="241">
                  <c:v>45629</c:v>
                </c:pt>
                <c:pt idx="242">
                  <c:v>45630</c:v>
                </c:pt>
                <c:pt idx="243">
                  <c:v>45631</c:v>
                </c:pt>
                <c:pt idx="244">
                  <c:v>45632</c:v>
                </c:pt>
                <c:pt idx="245">
                  <c:v>45635</c:v>
                </c:pt>
                <c:pt idx="246">
                  <c:v>45636</c:v>
                </c:pt>
                <c:pt idx="247">
                  <c:v>45637</c:v>
                </c:pt>
                <c:pt idx="248">
                  <c:v>45638</c:v>
                </c:pt>
                <c:pt idx="249">
                  <c:v>45639</c:v>
                </c:pt>
                <c:pt idx="250">
                  <c:v>45642</c:v>
                </c:pt>
                <c:pt idx="251">
                  <c:v>45643</c:v>
                </c:pt>
                <c:pt idx="252">
                  <c:v>45644</c:v>
                </c:pt>
                <c:pt idx="253">
                  <c:v>45645</c:v>
                </c:pt>
                <c:pt idx="254">
                  <c:v>45646</c:v>
                </c:pt>
                <c:pt idx="255">
                  <c:v>45649</c:v>
                </c:pt>
                <c:pt idx="256">
                  <c:v>45650</c:v>
                </c:pt>
                <c:pt idx="257">
                  <c:v>45651</c:v>
                </c:pt>
                <c:pt idx="258">
                  <c:v>45652</c:v>
                </c:pt>
                <c:pt idx="259">
                  <c:v>45653</c:v>
                </c:pt>
                <c:pt idx="260">
                  <c:v>45656</c:v>
                </c:pt>
                <c:pt idx="261">
                  <c:v>45657</c:v>
                </c:pt>
                <c:pt idx="262">
                  <c:v>45658</c:v>
                </c:pt>
                <c:pt idx="263">
                  <c:v>45659</c:v>
                </c:pt>
                <c:pt idx="264">
                  <c:v>45660</c:v>
                </c:pt>
                <c:pt idx="265">
                  <c:v>45663</c:v>
                </c:pt>
                <c:pt idx="266">
                  <c:v>45664</c:v>
                </c:pt>
                <c:pt idx="267">
                  <c:v>45665</c:v>
                </c:pt>
                <c:pt idx="268">
                  <c:v>45666</c:v>
                </c:pt>
                <c:pt idx="269">
                  <c:v>45667</c:v>
                </c:pt>
                <c:pt idx="270">
                  <c:v>45670</c:v>
                </c:pt>
                <c:pt idx="271">
                  <c:v>45671</c:v>
                </c:pt>
                <c:pt idx="272">
                  <c:v>45672</c:v>
                </c:pt>
                <c:pt idx="273">
                  <c:v>45673</c:v>
                </c:pt>
                <c:pt idx="274">
                  <c:v>45674</c:v>
                </c:pt>
                <c:pt idx="275">
                  <c:v>45677</c:v>
                </c:pt>
                <c:pt idx="276">
                  <c:v>45678</c:v>
                </c:pt>
                <c:pt idx="277">
                  <c:v>45679</c:v>
                </c:pt>
                <c:pt idx="278">
                  <c:v>45680</c:v>
                </c:pt>
                <c:pt idx="279">
                  <c:v>45681</c:v>
                </c:pt>
                <c:pt idx="280">
                  <c:v>45684</c:v>
                </c:pt>
                <c:pt idx="281">
                  <c:v>45685</c:v>
                </c:pt>
                <c:pt idx="282">
                  <c:v>45686</c:v>
                </c:pt>
                <c:pt idx="283">
                  <c:v>45687</c:v>
                </c:pt>
                <c:pt idx="284">
                  <c:v>45688</c:v>
                </c:pt>
                <c:pt idx="285">
                  <c:v>45691</c:v>
                </c:pt>
                <c:pt idx="286">
                  <c:v>45692</c:v>
                </c:pt>
                <c:pt idx="287">
                  <c:v>45693</c:v>
                </c:pt>
                <c:pt idx="288">
                  <c:v>45694</c:v>
                </c:pt>
                <c:pt idx="289">
                  <c:v>45695</c:v>
                </c:pt>
                <c:pt idx="290">
                  <c:v>45698</c:v>
                </c:pt>
                <c:pt idx="291">
                  <c:v>45699</c:v>
                </c:pt>
                <c:pt idx="292">
                  <c:v>45700</c:v>
                </c:pt>
                <c:pt idx="293">
                  <c:v>45701</c:v>
                </c:pt>
                <c:pt idx="294">
                  <c:v>45702</c:v>
                </c:pt>
                <c:pt idx="295">
                  <c:v>45705</c:v>
                </c:pt>
                <c:pt idx="296">
                  <c:v>45706</c:v>
                </c:pt>
                <c:pt idx="297">
                  <c:v>45707</c:v>
                </c:pt>
                <c:pt idx="298">
                  <c:v>45708</c:v>
                </c:pt>
                <c:pt idx="299">
                  <c:v>45709</c:v>
                </c:pt>
                <c:pt idx="300">
                  <c:v>45712</c:v>
                </c:pt>
                <c:pt idx="301">
                  <c:v>45713</c:v>
                </c:pt>
                <c:pt idx="302">
                  <c:v>45714</c:v>
                </c:pt>
                <c:pt idx="303">
                  <c:v>45715</c:v>
                </c:pt>
                <c:pt idx="304">
                  <c:v>45716</c:v>
                </c:pt>
                <c:pt idx="305">
                  <c:v>45719</c:v>
                </c:pt>
                <c:pt idx="306">
                  <c:v>45720</c:v>
                </c:pt>
                <c:pt idx="307">
                  <c:v>45721</c:v>
                </c:pt>
                <c:pt idx="308">
                  <c:v>45722</c:v>
                </c:pt>
                <c:pt idx="309">
                  <c:v>45723</c:v>
                </c:pt>
                <c:pt idx="310">
                  <c:v>45726</c:v>
                </c:pt>
                <c:pt idx="311">
                  <c:v>45727</c:v>
                </c:pt>
                <c:pt idx="312">
                  <c:v>45728</c:v>
                </c:pt>
                <c:pt idx="313">
                  <c:v>45729</c:v>
                </c:pt>
                <c:pt idx="314">
                  <c:v>45730</c:v>
                </c:pt>
                <c:pt idx="315">
                  <c:v>45733</c:v>
                </c:pt>
                <c:pt idx="316">
                  <c:v>45734</c:v>
                </c:pt>
                <c:pt idx="317">
                  <c:v>45735</c:v>
                </c:pt>
                <c:pt idx="318">
                  <c:v>45736</c:v>
                </c:pt>
                <c:pt idx="319">
                  <c:v>45737</c:v>
                </c:pt>
                <c:pt idx="320">
                  <c:v>45740</c:v>
                </c:pt>
                <c:pt idx="321">
                  <c:v>45741</c:v>
                </c:pt>
                <c:pt idx="322">
                  <c:v>45742</c:v>
                </c:pt>
                <c:pt idx="323">
                  <c:v>45743</c:v>
                </c:pt>
                <c:pt idx="324">
                  <c:v>45744</c:v>
                </c:pt>
                <c:pt idx="325">
                  <c:v>45747</c:v>
                </c:pt>
                <c:pt idx="326">
                  <c:v>45748</c:v>
                </c:pt>
                <c:pt idx="327">
                  <c:v>45749</c:v>
                </c:pt>
                <c:pt idx="328">
                  <c:v>45750</c:v>
                </c:pt>
                <c:pt idx="329">
                  <c:v>45751</c:v>
                </c:pt>
                <c:pt idx="330">
                  <c:v>45754</c:v>
                </c:pt>
                <c:pt idx="331">
                  <c:v>45755</c:v>
                </c:pt>
                <c:pt idx="332">
                  <c:v>45756</c:v>
                </c:pt>
                <c:pt idx="333">
                  <c:v>45757</c:v>
                </c:pt>
                <c:pt idx="334">
                  <c:v>45758</c:v>
                </c:pt>
                <c:pt idx="335">
                  <c:v>45761</c:v>
                </c:pt>
                <c:pt idx="336">
                  <c:v>45762</c:v>
                </c:pt>
                <c:pt idx="337">
                  <c:v>45763</c:v>
                </c:pt>
                <c:pt idx="338">
                  <c:v>45764</c:v>
                </c:pt>
                <c:pt idx="339">
                  <c:v>45765</c:v>
                </c:pt>
                <c:pt idx="340">
                  <c:v>45768</c:v>
                </c:pt>
                <c:pt idx="341">
                  <c:v>45769</c:v>
                </c:pt>
                <c:pt idx="342">
                  <c:v>45770</c:v>
                </c:pt>
                <c:pt idx="343">
                  <c:v>45771</c:v>
                </c:pt>
                <c:pt idx="344">
                  <c:v>45772</c:v>
                </c:pt>
                <c:pt idx="345">
                  <c:v>45775</c:v>
                </c:pt>
                <c:pt idx="346">
                  <c:v>45776</c:v>
                </c:pt>
                <c:pt idx="347">
                  <c:v>45777</c:v>
                </c:pt>
                <c:pt idx="348">
                  <c:v>45778</c:v>
                </c:pt>
                <c:pt idx="349">
                  <c:v>45779</c:v>
                </c:pt>
                <c:pt idx="350">
                  <c:v>45782</c:v>
                </c:pt>
                <c:pt idx="351">
                  <c:v>45783</c:v>
                </c:pt>
                <c:pt idx="352">
                  <c:v>45784</c:v>
                </c:pt>
                <c:pt idx="353">
                  <c:v>45785</c:v>
                </c:pt>
                <c:pt idx="354">
                  <c:v>45786</c:v>
                </c:pt>
                <c:pt idx="355">
                  <c:v>45789</c:v>
                </c:pt>
                <c:pt idx="356">
                  <c:v>45790</c:v>
                </c:pt>
                <c:pt idx="357">
                  <c:v>45791</c:v>
                </c:pt>
                <c:pt idx="358">
                  <c:v>45792</c:v>
                </c:pt>
                <c:pt idx="359">
                  <c:v>45793</c:v>
                </c:pt>
                <c:pt idx="360">
                  <c:v>45796</c:v>
                </c:pt>
                <c:pt idx="361">
                  <c:v>45797</c:v>
                </c:pt>
                <c:pt idx="362">
                  <c:v>45798</c:v>
                </c:pt>
                <c:pt idx="363">
                  <c:v>45799</c:v>
                </c:pt>
                <c:pt idx="364">
                  <c:v>45800</c:v>
                </c:pt>
                <c:pt idx="365">
                  <c:v>45803</c:v>
                </c:pt>
                <c:pt idx="366">
                  <c:v>45804</c:v>
                </c:pt>
                <c:pt idx="367">
                  <c:v>45805</c:v>
                </c:pt>
                <c:pt idx="368">
                  <c:v>45806</c:v>
                </c:pt>
                <c:pt idx="369">
                  <c:v>45807</c:v>
                </c:pt>
                <c:pt idx="370">
                  <c:v>45810</c:v>
                </c:pt>
                <c:pt idx="371">
                  <c:v>45811</c:v>
                </c:pt>
                <c:pt idx="372">
                  <c:v>45812</c:v>
                </c:pt>
                <c:pt idx="373">
                  <c:v>45813</c:v>
                </c:pt>
                <c:pt idx="374">
                  <c:v>45814</c:v>
                </c:pt>
                <c:pt idx="375">
                  <c:v>45817</c:v>
                </c:pt>
                <c:pt idx="376">
                  <c:v>45818</c:v>
                </c:pt>
                <c:pt idx="377">
                  <c:v>45819</c:v>
                </c:pt>
                <c:pt idx="378">
                  <c:v>45820</c:v>
                </c:pt>
                <c:pt idx="379">
                  <c:v>45821</c:v>
                </c:pt>
                <c:pt idx="380">
                  <c:v>45824</c:v>
                </c:pt>
                <c:pt idx="381">
                  <c:v>45825</c:v>
                </c:pt>
                <c:pt idx="382">
                  <c:v>45826</c:v>
                </c:pt>
                <c:pt idx="383">
                  <c:v>45827</c:v>
                </c:pt>
                <c:pt idx="384">
                  <c:v>45828</c:v>
                </c:pt>
                <c:pt idx="385">
                  <c:v>45831</c:v>
                </c:pt>
                <c:pt idx="386">
                  <c:v>45832</c:v>
                </c:pt>
                <c:pt idx="387">
                  <c:v>45833</c:v>
                </c:pt>
                <c:pt idx="388">
                  <c:v>45834</c:v>
                </c:pt>
                <c:pt idx="389">
                  <c:v>45835</c:v>
                </c:pt>
                <c:pt idx="390">
                  <c:v>45838</c:v>
                </c:pt>
                <c:pt idx="391">
                  <c:v>45839</c:v>
                </c:pt>
                <c:pt idx="392">
                  <c:v>45840</c:v>
                </c:pt>
                <c:pt idx="393">
                  <c:v>45841</c:v>
                </c:pt>
                <c:pt idx="394">
                  <c:v>45842</c:v>
                </c:pt>
                <c:pt idx="395">
                  <c:v>45845</c:v>
                </c:pt>
                <c:pt idx="396">
                  <c:v>45846</c:v>
                </c:pt>
                <c:pt idx="397">
                  <c:v>45847</c:v>
                </c:pt>
                <c:pt idx="398">
                  <c:v>45848</c:v>
                </c:pt>
                <c:pt idx="399">
                  <c:v>45849</c:v>
                </c:pt>
                <c:pt idx="400">
                  <c:v>45852</c:v>
                </c:pt>
                <c:pt idx="401">
                  <c:v>45853</c:v>
                </c:pt>
                <c:pt idx="402">
                  <c:v>45854</c:v>
                </c:pt>
                <c:pt idx="403">
                  <c:v>45855</c:v>
                </c:pt>
                <c:pt idx="404">
                  <c:v>45856</c:v>
                </c:pt>
                <c:pt idx="405">
                  <c:v>45859</c:v>
                </c:pt>
                <c:pt idx="406">
                  <c:v>45860</c:v>
                </c:pt>
                <c:pt idx="407">
                  <c:v>45861</c:v>
                </c:pt>
                <c:pt idx="408">
                  <c:v>45862</c:v>
                </c:pt>
                <c:pt idx="409">
                  <c:v>45863</c:v>
                </c:pt>
                <c:pt idx="410">
                  <c:v>45866</c:v>
                </c:pt>
                <c:pt idx="411">
                  <c:v>45867</c:v>
                </c:pt>
                <c:pt idx="412">
                  <c:v>45868</c:v>
                </c:pt>
                <c:pt idx="413">
                  <c:v>45869</c:v>
                </c:pt>
                <c:pt idx="414">
                  <c:v>45870</c:v>
                </c:pt>
                <c:pt idx="415">
                  <c:v>45873</c:v>
                </c:pt>
                <c:pt idx="416">
                  <c:v>45874</c:v>
                </c:pt>
                <c:pt idx="417">
                  <c:v>45875</c:v>
                </c:pt>
                <c:pt idx="418">
                  <c:v>45876</c:v>
                </c:pt>
                <c:pt idx="419">
                  <c:v>45877</c:v>
                </c:pt>
                <c:pt idx="420">
                  <c:v>45880</c:v>
                </c:pt>
                <c:pt idx="421">
                  <c:v>45881</c:v>
                </c:pt>
                <c:pt idx="422">
                  <c:v>45882</c:v>
                </c:pt>
                <c:pt idx="423">
                  <c:v>45883</c:v>
                </c:pt>
                <c:pt idx="424">
                  <c:v>45884</c:v>
                </c:pt>
                <c:pt idx="425">
                  <c:v>45887</c:v>
                </c:pt>
                <c:pt idx="426">
                  <c:v>45888</c:v>
                </c:pt>
                <c:pt idx="427">
                  <c:v>45889</c:v>
                </c:pt>
                <c:pt idx="428">
                  <c:v>45890</c:v>
                </c:pt>
                <c:pt idx="429">
                  <c:v>45891</c:v>
                </c:pt>
                <c:pt idx="430">
                  <c:v>45894</c:v>
                </c:pt>
                <c:pt idx="431">
                  <c:v>45895</c:v>
                </c:pt>
                <c:pt idx="432">
                  <c:v>45896</c:v>
                </c:pt>
                <c:pt idx="433">
                  <c:v>45897</c:v>
                </c:pt>
                <c:pt idx="434">
                  <c:v>45898</c:v>
                </c:pt>
                <c:pt idx="435">
                  <c:v>45901</c:v>
                </c:pt>
                <c:pt idx="436">
                  <c:v>45902</c:v>
                </c:pt>
                <c:pt idx="437">
                  <c:v>45903</c:v>
                </c:pt>
                <c:pt idx="438">
                  <c:v>45904</c:v>
                </c:pt>
                <c:pt idx="439">
                  <c:v>45905</c:v>
                </c:pt>
                <c:pt idx="440">
                  <c:v>45908</c:v>
                </c:pt>
                <c:pt idx="441">
                  <c:v>45909</c:v>
                </c:pt>
                <c:pt idx="442">
                  <c:v>45910</c:v>
                </c:pt>
                <c:pt idx="443">
                  <c:v>45911</c:v>
                </c:pt>
                <c:pt idx="444">
                  <c:v>45912</c:v>
                </c:pt>
                <c:pt idx="445">
                  <c:v>45915</c:v>
                </c:pt>
                <c:pt idx="446">
                  <c:v>45916</c:v>
                </c:pt>
                <c:pt idx="447">
                  <c:v>45917</c:v>
                </c:pt>
                <c:pt idx="448">
                  <c:v>45918</c:v>
                </c:pt>
                <c:pt idx="449">
                  <c:v>45919</c:v>
                </c:pt>
                <c:pt idx="450">
                  <c:v>45922</c:v>
                </c:pt>
                <c:pt idx="451">
                  <c:v>45923</c:v>
                </c:pt>
                <c:pt idx="452">
                  <c:v>45924</c:v>
                </c:pt>
                <c:pt idx="453">
                  <c:v>45925</c:v>
                </c:pt>
                <c:pt idx="454">
                  <c:v>45926</c:v>
                </c:pt>
                <c:pt idx="455">
                  <c:v>45929</c:v>
                </c:pt>
                <c:pt idx="456">
                  <c:v>45930</c:v>
                </c:pt>
                <c:pt idx="457">
                  <c:v>45931</c:v>
                </c:pt>
                <c:pt idx="458">
                  <c:v>45932</c:v>
                </c:pt>
                <c:pt idx="459">
                  <c:v>45933</c:v>
                </c:pt>
                <c:pt idx="460">
                  <c:v>45936</c:v>
                </c:pt>
                <c:pt idx="461">
                  <c:v>45937</c:v>
                </c:pt>
                <c:pt idx="462">
                  <c:v>45938</c:v>
                </c:pt>
                <c:pt idx="463">
                  <c:v>45939</c:v>
                </c:pt>
                <c:pt idx="464">
                  <c:v>45940</c:v>
                </c:pt>
                <c:pt idx="465">
                  <c:v>45943</c:v>
                </c:pt>
                <c:pt idx="466">
                  <c:v>45944</c:v>
                </c:pt>
                <c:pt idx="467">
                  <c:v>45945</c:v>
                </c:pt>
                <c:pt idx="468">
                  <c:v>45946</c:v>
                </c:pt>
                <c:pt idx="469">
                  <c:v>45947</c:v>
                </c:pt>
                <c:pt idx="470">
                  <c:v>45950</c:v>
                </c:pt>
                <c:pt idx="471">
                  <c:v>45951</c:v>
                </c:pt>
                <c:pt idx="472">
                  <c:v>45952</c:v>
                </c:pt>
                <c:pt idx="473">
                  <c:v>45953</c:v>
                </c:pt>
                <c:pt idx="474">
                  <c:v>45954</c:v>
                </c:pt>
                <c:pt idx="475">
                  <c:v>45957</c:v>
                </c:pt>
                <c:pt idx="476">
                  <c:v>45958</c:v>
                </c:pt>
                <c:pt idx="477">
                  <c:v>45959</c:v>
                </c:pt>
                <c:pt idx="478">
                  <c:v>45960</c:v>
                </c:pt>
                <c:pt idx="479">
                  <c:v>45961</c:v>
                </c:pt>
                <c:pt idx="480">
                  <c:v>45964</c:v>
                </c:pt>
                <c:pt idx="481">
                  <c:v>45965</c:v>
                </c:pt>
                <c:pt idx="482">
                  <c:v>45966</c:v>
                </c:pt>
                <c:pt idx="483">
                  <c:v>45967</c:v>
                </c:pt>
                <c:pt idx="484">
                  <c:v>45968</c:v>
                </c:pt>
                <c:pt idx="485">
                  <c:v>45971</c:v>
                </c:pt>
                <c:pt idx="486">
                  <c:v>45972</c:v>
                </c:pt>
                <c:pt idx="487">
                  <c:v>45973</c:v>
                </c:pt>
                <c:pt idx="488">
                  <c:v>45974</c:v>
                </c:pt>
                <c:pt idx="489">
                  <c:v>45975</c:v>
                </c:pt>
                <c:pt idx="490">
                  <c:v>45978</c:v>
                </c:pt>
                <c:pt idx="491">
                  <c:v>45979</c:v>
                </c:pt>
                <c:pt idx="492">
                  <c:v>45980</c:v>
                </c:pt>
                <c:pt idx="493">
                  <c:v>45981</c:v>
                </c:pt>
                <c:pt idx="494">
                  <c:v>45982</c:v>
                </c:pt>
                <c:pt idx="495">
                  <c:v>45985</c:v>
                </c:pt>
                <c:pt idx="496">
                  <c:v>45986</c:v>
                </c:pt>
                <c:pt idx="497">
                  <c:v>45987</c:v>
                </c:pt>
                <c:pt idx="498">
                  <c:v>45988</c:v>
                </c:pt>
                <c:pt idx="499">
                  <c:v>45989</c:v>
                </c:pt>
                <c:pt idx="500">
                  <c:v>45992</c:v>
                </c:pt>
                <c:pt idx="501">
                  <c:v>45993</c:v>
                </c:pt>
                <c:pt idx="502">
                  <c:v>45994</c:v>
                </c:pt>
                <c:pt idx="503">
                  <c:v>45995</c:v>
                </c:pt>
                <c:pt idx="504">
                  <c:v>45996</c:v>
                </c:pt>
                <c:pt idx="505">
                  <c:v>45999</c:v>
                </c:pt>
                <c:pt idx="506">
                  <c:v>46000</c:v>
                </c:pt>
                <c:pt idx="507">
                  <c:v>46001</c:v>
                </c:pt>
                <c:pt idx="508">
                  <c:v>46002</c:v>
                </c:pt>
                <c:pt idx="509">
                  <c:v>46003</c:v>
                </c:pt>
                <c:pt idx="510">
                  <c:v>46006</c:v>
                </c:pt>
                <c:pt idx="511">
                  <c:v>46007</c:v>
                </c:pt>
                <c:pt idx="512">
                  <c:v>46008</c:v>
                </c:pt>
                <c:pt idx="513">
                  <c:v>46009</c:v>
                </c:pt>
                <c:pt idx="514">
                  <c:v>46010</c:v>
                </c:pt>
                <c:pt idx="515">
                  <c:v>46013</c:v>
                </c:pt>
                <c:pt idx="516">
                  <c:v>46014</c:v>
                </c:pt>
                <c:pt idx="517">
                  <c:v>46015</c:v>
                </c:pt>
                <c:pt idx="518">
                  <c:v>46016</c:v>
                </c:pt>
                <c:pt idx="519">
                  <c:v>46017</c:v>
                </c:pt>
                <c:pt idx="520">
                  <c:v>46020</c:v>
                </c:pt>
                <c:pt idx="521">
                  <c:v>46021</c:v>
                </c:pt>
                <c:pt idx="522">
                  <c:v>46022</c:v>
                </c:pt>
                <c:pt idx="523">
                  <c:v>46023</c:v>
                </c:pt>
                <c:pt idx="524">
                  <c:v>46024</c:v>
                </c:pt>
                <c:pt idx="525">
                  <c:v>46027</c:v>
                </c:pt>
                <c:pt idx="526">
                  <c:v>46028</c:v>
                </c:pt>
                <c:pt idx="527">
                  <c:v>46029</c:v>
                </c:pt>
                <c:pt idx="528">
                  <c:v>46030</c:v>
                </c:pt>
                <c:pt idx="529">
                  <c:v>46031</c:v>
                </c:pt>
                <c:pt idx="530">
                  <c:v>46034</c:v>
                </c:pt>
                <c:pt idx="531">
                  <c:v>46035</c:v>
                </c:pt>
                <c:pt idx="532">
                  <c:v>46036</c:v>
                </c:pt>
                <c:pt idx="533">
                  <c:v>46037</c:v>
                </c:pt>
                <c:pt idx="534">
                  <c:v>46038</c:v>
                </c:pt>
                <c:pt idx="535">
                  <c:v>46041</c:v>
                </c:pt>
                <c:pt idx="536">
                  <c:v>46042</c:v>
                </c:pt>
                <c:pt idx="537">
                  <c:v>46043</c:v>
                </c:pt>
                <c:pt idx="538">
                  <c:v>46044</c:v>
                </c:pt>
                <c:pt idx="539">
                  <c:v>46045</c:v>
                </c:pt>
                <c:pt idx="540">
                  <c:v>46048</c:v>
                </c:pt>
                <c:pt idx="541">
                  <c:v>46049</c:v>
                </c:pt>
                <c:pt idx="542">
                  <c:v>46050</c:v>
                </c:pt>
                <c:pt idx="543">
                  <c:v>46051</c:v>
                </c:pt>
                <c:pt idx="544">
                  <c:v>46052</c:v>
                </c:pt>
                <c:pt idx="545">
                  <c:v>46055</c:v>
                </c:pt>
                <c:pt idx="546">
                  <c:v>46056</c:v>
                </c:pt>
                <c:pt idx="547">
                  <c:v>46057</c:v>
                </c:pt>
                <c:pt idx="548">
                  <c:v>46058</c:v>
                </c:pt>
                <c:pt idx="549">
                  <c:v>46059</c:v>
                </c:pt>
                <c:pt idx="550">
                  <c:v>46062</c:v>
                </c:pt>
                <c:pt idx="551">
                  <c:v>46063</c:v>
                </c:pt>
                <c:pt idx="552">
                  <c:v>46064</c:v>
                </c:pt>
                <c:pt idx="553">
                  <c:v>46065</c:v>
                </c:pt>
                <c:pt idx="554">
                  <c:v>46066</c:v>
                </c:pt>
                <c:pt idx="555">
                  <c:v>46069</c:v>
                </c:pt>
                <c:pt idx="556">
                  <c:v>46070</c:v>
                </c:pt>
                <c:pt idx="557">
                  <c:v>46071</c:v>
                </c:pt>
                <c:pt idx="558">
                  <c:v>46072</c:v>
                </c:pt>
                <c:pt idx="559">
                  <c:v>46073</c:v>
                </c:pt>
                <c:pt idx="560">
                  <c:v>46076</c:v>
                </c:pt>
                <c:pt idx="561">
                  <c:v>46077</c:v>
                </c:pt>
                <c:pt idx="562">
                  <c:v>46078</c:v>
                </c:pt>
                <c:pt idx="563">
                  <c:v>46079</c:v>
                </c:pt>
                <c:pt idx="564">
                  <c:v>46080</c:v>
                </c:pt>
                <c:pt idx="565">
                  <c:v>46083</c:v>
                </c:pt>
                <c:pt idx="566">
                  <c:v>46084</c:v>
                </c:pt>
                <c:pt idx="567">
                  <c:v>46085</c:v>
                </c:pt>
                <c:pt idx="568">
                  <c:v>46086</c:v>
                </c:pt>
                <c:pt idx="569">
                  <c:v>46087</c:v>
                </c:pt>
                <c:pt idx="570">
                  <c:v>46090</c:v>
                </c:pt>
                <c:pt idx="571">
                  <c:v>46091</c:v>
                </c:pt>
                <c:pt idx="572">
                  <c:v>46092</c:v>
                </c:pt>
                <c:pt idx="573">
                  <c:v>46093</c:v>
                </c:pt>
                <c:pt idx="574">
                  <c:v>46094</c:v>
                </c:pt>
                <c:pt idx="575">
                  <c:v>46097</c:v>
                </c:pt>
                <c:pt idx="576">
                  <c:v>46098</c:v>
                </c:pt>
                <c:pt idx="577">
                  <c:v>46099</c:v>
                </c:pt>
                <c:pt idx="578">
                  <c:v>46100</c:v>
                </c:pt>
                <c:pt idx="579">
                  <c:v>46101</c:v>
                </c:pt>
                <c:pt idx="580">
                  <c:v>46104</c:v>
                </c:pt>
                <c:pt idx="581">
                  <c:v>46105</c:v>
                </c:pt>
                <c:pt idx="582">
                  <c:v>46106</c:v>
                </c:pt>
                <c:pt idx="583">
                  <c:v>46107</c:v>
                </c:pt>
                <c:pt idx="584">
                  <c:v>46108</c:v>
                </c:pt>
                <c:pt idx="585">
                  <c:v>46111</c:v>
                </c:pt>
                <c:pt idx="586">
                  <c:v>46112</c:v>
                </c:pt>
                <c:pt idx="587">
                  <c:v>46113</c:v>
                </c:pt>
                <c:pt idx="588">
                  <c:v>46114</c:v>
                </c:pt>
                <c:pt idx="589">
                  <c:v>46115</c:v>
                </c:pt>
                <c:pt idx="590">
                  <c:v>46118</c:v>
                </c:pt>
                <c:pt idx="591">
                  <c:v>46119</c:v>
                </c:pt>
                <c:pt idx="592">
                  <c:v>46120</c:v>
                </c:pt>
                <c:pt idx="593">
                  <c:v>46121</c:v>
                </c:pt>
                <c:pt idx="594">
                  <c:v>46122</c:v>
                </c:pt>
                <c:pt idx="595">
                  <c:v>46125</c:v>
                </c:pt>
                <c:pt idx="596">
                  <c:v>46126</c:v>
                </c:pt>
                <c:pt idx="597">
                  <c:v>46127</c:v>
                </c:pt>
                <c:pt idx="598">
                  <c:v>46128</c:v>
                </c:pt>
                <c:pt idx="599">
                  <c:v>46129</c:v>
                </c:pt>
                <c:pt idx="600">
                  <c:v>46132</c:v>
                </c:pt>
                <c:pt idx="601">
                  <c:v>46133</c:v>
                </c:pt>
                <c:pt idx="602">
                  <c:v>46134</c:v>
                </c:pt>
                <c:pt idx="603">
                  <c:v>46135</c:v>
                </c:pt>
                <c:pt idx="604">
                  <c:v>46136</c:v>
                </c:pt>
                <c:pt idx="605">
                  <c:v>46139</c:v>
                </c:pt>
                <c:pt idx="606">
                  <c:v>46140</c:v>
                </c:pt>
                <c:pt idx="607">
                  <c:v>46141</c:v>
                </c:pt>
                <c:pt idx="608">
                  <c:v>46142</c:v>
                </c:pt>
                <c:pt idx="609">
                  <c:v>46143</c:v>
                </c:pt>
                <c:pt idx="610">
                  <c:v>46146</c:v>
                </c:pt>
                <c:pt idx="611">
                  <c:v>46147</c:v>
                </c:pt>
                <c:pt idx="612">
                  <c:v>46148</c:v>
                </c:pt>
                <c:pt idx="613">
                  <c:v>46149</c:v>
                </c:pt>
                <c:pt idx="614">
                  <c:v>46150</c:v>
                </c:pt>
                <c:pt idx="615">
                  <c:v>46153</c:v>
                </c:pt>
                <c:pt idx="616">
                  <c:v>46154</c:v>
                </c:pt>
                <c:pt idx="617">
                  <c:v>46155</c:v>
                </c:pt>
                <c:pt idx="618">
                  <c:v>46156</c:v>
                </c:pt>
                <c:pt idx="619">
                  <c:v>46157</c:v>
                </c:pt>
                <c:pt idx="620">
                  <c:v>46160</c:v>
                </c:pt>
                <c:pt idx="621">
                  <c:v>46161</c:v>
                </c:pt>
                <c:pt idx="622">
                  <c:v>46162</c:v>
                </c:pt>
                <c:pt idx="623">
                  <c:v>46163</c:v>
                </c:pt>
                <c:pt idx="624">
                  <c:v>46164</c:v>
                </c:pt>
                <c:pt idx="625">
                  <c:v>46167</c:v>
                </c:pt>
                <c:pt idx="626">
                  <c:v>46168</c:v>
                </c:pt>
                <c:pt idx="627">
                  <c:v>46169</c:v>
                </c:pt>
                <c:pt idx="628">
                  <c:v>46170</c:v>
                </c:pt>
                <c:pt idx="629">
                  <c:v>46171</c:v>
                </c:pt>
                <c:pt idx="630">
                  <c:v>46174</c:v>
                </c:pt>
                <c:pt idx="631">
                  <c:v>46175</c:v>
                </c:pt>
                <c:pt idx="632">
                  <c:v>46176</c:v>
                </c:pt>
                <c:pt idx="633">
                  <c:v>46177</c:v>
                </c:pt>
                <c:pt idx="634">
                  <c:v>46178</c:v>
                </c:pt>
              </c:numCache>
            </c:numRef>
          </c:cat>
          <c:val>
            <c:numRef>
              <c:f>'2026企业融资成本 PE'!$G$2:$G$636</c:f>
              <c:numCache>
                <c:formatCode>0.00</c:formatCode>
                <c:ptCount val="635"/>
                <c:pt idx="0">
                  <c:v>3.23</c:v>
                </c:pt>
                <c:pt idx="1">
                  <c:v>3.33</c:v>
                </c:pt>
                <c:pt idx="2">
                  <c:v>3.51</c:v>
                </c:pt>
                <c:pt idx="3">
                  <c:v>3.6</c:v>
                </c:pt>
                <c:pt idx="4">
                  <c:v>3.53</c:v>
                </c:pt>
                <c:pt idx="5">
                  <c:v>3.46</c:v>
                </c:pt>
                <c:pt idx="6">
                  <c:v>3.4</c:v>
                </c:pt>
                <c:pt idx="7">
                  <c:v>3.34</c:v>
                </c:pt>
                <c:pt idx="8">
                  <c:v>3.37</c:v>
                </c:pt>
                <c:pt idx="9">
                  <c:v>3.38</c:v>
                </c:pt>
                <c:pt idx="10">
                  <c:v>3.38</c:v>
                </c:pt>
                <c:pt idx="11">
                  <c:v>3.41</c:v>
                </c:pt>
                <c:pt idx="12">
                  <c:v>3.44</c:v>
                </c:pt>
                <c:pt idx="13">
                  <c:v>3.42</c:v>
                </c:pt>
                <c:pt idx="14">
                  <c:v>3.38</c:v>
                </c:pt>
                <c:pt idx="15">
                  <c:v>3.36</c:v>
                </c:pt>
                <c:pt idx="16">
                  <c:v>3.37</c:v>
                </c:pt>
                <c:pt idx="17">
                  <c:v>3.33</c:v>
                </c:pt>
                <c:pt idx="18">
                  <c:v>3.34</c:v>
                </c:pt>
                <c:pt idx="19">
                  <c:v>3.25</c:v>
                </c:pt>
                <c:pt idx="20">
                  <c:v>3.27</c:v>
                </c:pt>
                <c:pt idx="21">
                  <c:v>3.27</c:v>
                </c:pt>
                <c:pt idx="22">
                  <c:v>3.44</c:v>
                </c:pt>
                <c:pt idx="23">
                  <c:v>3.4</c:v>
                </c:pt>
                <c:pt idx="24">
                  <c:v>3.3</c:v>
                </c:pt>
                <c:pt idx="25">
                  <c:v>3.32</c:v>
                </c:pt>
                <c:pt idx="26">
                  <c:v>3.34</c:v>
                </c:pt>
                <c:pt idx="27">
                  <c:v>3.26</c:v>
                </c:pt>
                <c:pt idx="28">
                  <c:v>3.21</c:v>
                </c:pt>
                <c:pt idx="29">
                  <c:v>3.16</c:v>
                </c:pt>
                <c:pt idx="30">
                  <c:v>3.18</c:v>
                </c:pt>
                <c:pt idx="31">
                  <c:v>3.16</c:v>
                </c:pt>
                <c:pt idx="32">
                  <c:v>3.19</c:v>
                </c:pt>
                <c:pt idx="33">
                  <c:v>3.17</c:v>
                </c:pt>
                <c:pt idx="34">
                  <c:v>3.14</c:v>
                </c:pt>
                <c:pt idx="35">
                  <c:v>3.14</c:v>
                </c:pt>
                <c:pt idx="36">
                  <c:v>3.18</c:v>
                </c:pt>
                <c:pt idx="37">
                  <c:v>3.16</c:v>
                </c:pt>
                <c:pt idx="38">
                  <c:v>3.06</c:v>
                </c:pt>
                <c:pt idx="39">
                  <c:v>3.06</c:v>
                </c:pt>
                <c:pt idx="40">
                  <c:v>3.05</c:v>
                </c:pt>
                <c:pt idx="41">
                  <c:v>3.07</c:v>
                </c:pt>
                <c:pt idx="42">
                  <c:v>3.14</c:v>
                </c:pt>
                <c:pt idx="43">
                  <c:v>3.12</c:v>
                </c:pt>
                <c:pt idx="44">
                  <c:v>3.16</c:v>
                </c:pt>
                <c:pt idx="45">
                  <c:v>3.1</c:v>
                </c:pt>
                <c:pt idx="46">
                  <c:v>3.15</c:v>
                </c:pt>
                <c:pt idx="47">
                  <c:v>3.15</c:v>
                </c:pt>
                <c:pt idx="48">
                  <c:v>3.15</c:v>
                </c:pt>
                <c:pt idx="49">
                  <c:v>3.14</c:v>
                </c:pt>
                <c:pt idx="50">
                  <c:v>3.14</c:v>
                </c:pt>
                <c:pt idx="51">
                  <c:v>3.08</c:v>
                </c:pt>
                <c:pt idx="52">
                  <c:v>3.03</c:v>
                </c:pt>
                <c:pt idx="53">
                  <c:v>3.02</c:v>
                </c:pt>
                <c:pt idx="54">
                  <c:v>3.02</c:v>
                </c:pt>
                <c:pt idx="55">
                  <c:v>3.01</c:v>
                </c:pt>
                <c:pt idx="56">
                  <c:v>2.99</c:v>
                </c:pt>
                <c:pt idx="57">
                  <c:v>3</c:v>
                </c:pt>
                <c:pt idx="58">
                  <c:v>2.92</c:v>
                </c:pt>
                <c:pt idx="59">
                  <c:v>2.96</c:v>
                </c:pt>
                <c:pt idx="60">
                  <c:v>3</c:v>
                </c:pt>
                <c:pt idx="61">
                  <c:v>3.01</c:v>
                </c:pt>
                <c:pt idx="62">
                  <c:v>3.01</c:v>
                </c:pt>
                <c:pt idx="63">
                  <c:v>2.99</c:v>
                </c:pt>
                <c:pt idx="64">
                  <c:v>2.99</c:v>
                </c:pt>
                <c:pt idx="65">
                  <c:v>2.98</c:v>
                </c:pt>
                <c:pt idx="66">
                  <c:v>3.08</c:v>
                </c:pt>
                <c:pt idx="67">
                  <c:v>3.09</c:v>
                </c:pt>
                <c:pt idx="68">
                  <c:v>3.12</c:v>
                </c:pt>
                <c:pt idx="69">
                  <c:v>3.03</c:v>
                </c:pt>
                <c:pt idx="70">
                  <c:v>2.98</c:v>
                </c:pt>
                <c:pt idx="71">
                  <c:v>2.99</c:v>
                </c:pt>
                <c:pt idx="72">
                  <c:v>2.92</c:v>
                </c:pt>
                <c:pt idx="73">
                  <c:v>3.01</c:v>
                </c:pt>
                <c:pt idx="74">
                  <c:v>3.1</c:v>
                </c:pt>
                <c:pt idx="75">
                  <c:v>3.14</c:v>
                </c:pt>
                <c:pt idx="76">
                  <c:v>3.2</c:v>
                </c:pt>
                <c:pt idx="77">
                  <c:v>3.29</c:v>
                </c:pt>
                <c:pt idx="78">
                  <c:v>3.25</c:v>
                </c:pt>
                <c:pt idx="79">
                  <c:v>3.23</c:v>
                </c:pt>
                <c:pt idx="80">
                  <c:v>3.16</c:v>
                </c:pt>
                <c:pt idx="81">
                  <c:v>3.08</c:v>
                </c:pt>
                <c:pt idx="82">
                  <c:v>3.07</c:v>
                </c:pt>
                <c:pt idx="83">
                  <c:v>3.11</c:v>
                </c:pt>
                <c:pt idx="84">
                  <c:v>3.04</c:v>
                </c:pt>
                <c:pt idx="85">
                  <c:v>2.99</c:v>
                </c:pt>
                <c:pt idx="86">
                  <c:v>3.01</c:v>
                </c:pt>
                <c:pt idx="87">
                  <c:v>3.08</c:v>
                </c:pt>
                <c:pt idx="88">
                  <c:v>3.04</c:v>
                </c:pt>
                <c:pt idx="89">
                  <c:v>2.93</c:v>
                </c:pt>
                <c:pt idx="90">
                  <c:v>2.89</c:v>
                </c:pt>
                <c:pt idx="91">
                  <c:v>2.92</c:v>
                </c:pt>
                <c:pt idx="92">
                  <c:v>2.95</c:v>
                </c:pt>
                <c:pt idx="93">
                  <c:v>3</c:v>
                </c:pt>
                <c:pt idx="94">
                  <c:v>2.98</c:v>
                </c:pt>
                <c:pt idx="95">
                  <c:v>3.01</c:v>
                </c:pt>
                <c:pt idx="96">
                  <c:v>3.03</c:v>
                </c:pt>
                <c:pt idx="97">
                  <c:v>3.01</c:v>
                </c:pt>
                <c:pt idx="98">
                  <c:v>2.98</c:v>
                </c:pt>
                <c:pt idx="99">
                  <c:v>2.97</c:v>
                </c:pt>
                <c:pt idx="100">
                  <c:v>2.96</c:v>
                </c:pt>
                <c:pt idx="101">
                  <c:v>2.98</c:v>
                </c:pt>
                <c:pt idx="102">
                  <c:v>3</c:v>
                </c:pt>
                <c:pt idx="103">
                  <c:v>2.98</c:v>
                </c:pt>
                <c:pt idx="104">
                  <c:v>3</c:v>
                </c:pt>
                <c:pt idx="105">
                  <c:v>3</c:v>
                </c:pt>
                <c:pt idx="106">
                  <c:v>2.99</c:v>
                </c:pt>
                <c:pt idx="107">
                  <c:v>3.04</c:v>
                </c:pt>
                <c:pt idx="108">
                  <c:v>3.1</c:v>
                </c:pt>
                <c:pt idx="109">
                  <c:v>3.08</c:v>
                </c:pt>
                <c:pt idx="110">
                  <c:v>3.08</c:v>
                </c:pt>
                <c:pt idx="111">
                  <c:v>3.12</c:v>
                </c:pt>
                <c:pt idx="112">
                  <c:v>3.11</c:v>
                </c:pt>
                <c:pt idx="113">
                  <c:v>3.11</c:v>
                </c:pt>
                <c:pt idx="114">
                  <c:v>3.03</c:v>
                </c:pt>
                <c:pt idx="115">
                  <c:v>3.05</c:v>
                </c:pt>
                <c:pt idx="116">
                  <c:v>3.1</c:v>
                </c:pt>
                <c:pt idx="117">
                  <c:v>3.02</c:v>
                </c:pt>
                <c:pt idx="118">
                  <c:v>3.12</c:v>
                </c:pt>
                <c:pt idx="119">
                  <c:v>3.2</c:v>
                </c:pt>
                <c:pt idx="120">
                  <c:v>3.16</c:v>
                </c:pt>
                <c:pt idx="121">
                  <c:v>3.16</c:v>
                </c:pt>
                <c:pt idx="122">
                  <c:v>3.16</c:v>
                </c:pt>
                <c:pt idx="123">
                  <c:v>3.15</c:v>
                </c:pt>
                <c:pt idx="124">
                  <c:v>3.14</c:v>
                </c:pt>
                <c:pt idx="125">
                  <c:v>3.1</c:v>
                </c:pt>
                <c:pt idx="126">
                  <c:v>3.09</c:v>
                </c:pt>
                <c:pt idx="127">
                  <c:v>3.08</c:v>
                </c:pt>
                <c:pt idx="128">
                  <c:v>3.13</c:v>
                </c:pt>
                <c:pt idx="129">
                  <c:v>3.09</c:v>
                </c:pt>
                <c:pt idx="130">
                  <c:v>3.09</c:v>
                </c:pt>
                <c:pt idx="131">
                  <c:v>3.12</c:v>
                </c:pt>
                <c:pt idx="132">
                  <c:v>3.13</c:v>
                </c:pt>
                <c:pt idx="133">
                  <c:v>3.13</c:v>
                </c:pt>
                <c:pt idx="134">
                  <c:v>3.14</c:v>
                </c:pt>
                <c:pt idx="135">
                  <c:v>3.11</c:v>
                </c:pt>
                <c:pt idx="136">
                  <c:v>3.1</c:v>
                </c:pt>
                <c:pt idx="137">
                  <c:v>3.07</c:v>
                </c:pt>
                <c:pt idx="138">
                  <c:v>3.08</c:v>
                </c:pt>
                <c:pt idx="139">
                  <c:v>3.07</c:v>
                </c:pt>
                <c:pt idx="140">
                  <c:v>3.08</c:v>
                </c:pt>
                <c:pt idx="141">
                  <c:v>3.03</c:v>
                </c:pt>
                <c:pt idx="142">
                  <c:v>3.04</c:v>
                </c:pt>
                <c:pt idx="143">
                  <c:v>3.03</c:v>
                </c:pt>
                <c:pt idx="144">
                  <c:v>3.03</c:v>
                </c:pt>
                <c:pt idx="145">
                  <c:v>3</c:v>
                </c:pt>
                <c:pt idx="146">
                  <c:v>2.97</c:v>
                </c:pt>
                <c:pt idx="147">
                  <c:v>3.03</c:v>
                </c:pt>
                <c:pt idx="148">
                  <c:v>3.03</c:v>
                </c:pt>
                <c:pt idx="149">
                  <c:v>3.06</c:v>
                </c:pt>
                <c:pt idx="150">
                  <c:v>3.08</c:v>
                </c:pt>
                <c:pt idx="151">
                  <c:v>3.13</c:v>
                </c:pt>
                <c:pt idx="152">
                  <c:v>3.14</c:v>
                </c:pt>
                <c:pt idx="153">
                  <c:v>3.25</c:v>
                </c:pt>
                <c:pt idx="154">
                  <c:v>3.59</c:v>
                </c:pt>
                <c:pt idx="155">
                  <c:v>3.81</c:v>
                </c:pt>
                <c:pt idx="156">
                  <c:v>3.59</c:v>
                </c:pt>
                <c:pt idx="157">
                  <c:v>3.48</c:v>
                </c:pt>
                <c:pt idx="158">
                  <c:v>3.39</c:v>
                </c:pt>
                <c:pt idx="159">
                  <c:v>3.39</c:v>
                </c:pt>
                <c:pt idx="160">
                  <c:v>3.45</c:v>
                </c:pt>
                <c:pt idx="161">
                  <c:v>3.45</c:v>
                </c:pt>
                <c:pt idx="162">
                  <c:v>3.38</c:v>
                </c:pt>
                <c:pt idx="163">
                  <c:v>3.22</c:v>
                </c:pt>
                <c:pt idx="164">
                  <c:v>3.19</c:v>
                </c:pt>
                <c:pt idx="165">
                  <c:v>3.12</c:v>
                </c:pt>
                <c:pt idx="166">
                  <c:v>3.18</c:v>
                </c:pt>
                <c:pt idx="167">
                  <c:v>3.19</c:v>
                </c:pt>
                <c:pt idx="168">
                  <c:v>3.13</c:v>
                </c:pt>
                <c:pt idx="169">
                  <c:v>3.12</c:v>
                </c:pt>
                <c:pt idx="170">
                  <c:v>3.07</c:v>
                </c:pt>
                <c:pt idx="171">
                  <c:v>3.1</c:v>
                </c:pt>
                <c:pt idx="172">
                  <c:v>3.1</c:v>
                </c:pt>
                <c:pt idx="173">
                  <c:v>3.08</c:v>
                </c:pt>
                <c:pt idx="174">
                  <c:v>3.05</c:v>
                </c:pt>
                <c:pt idx="175">
                  <c:v>3.01</c:v>
                </c:pt>
                <c:pt idx="176">
                  <c:v>3.16</c:v>
                </c:pt>
                <c:pt idx="177">
                  <c:v>3.2</c:v>
                </c:pt>
                <c:pt idx="178">
                  <c:v>3.15</c:v>
                </c:pt>
                <c:pt idx="179">
                  <c:v>3.22</c:v>
                </c:pt>
                <c:pt idx="180">
                  <c:v>3.2</c:v>
                </c:pt>
                <c:pt idx="181">
                  <c:v>3.3</c:v>
                </c:pt>
                <c:pt idx="182">
                  <c:v>3.3</c:v>
                </c:pt>
                <c:pt idx="183">
                  <c:v>3.25</c:v>
                </c:pt>
                <c:pt idx="184">
                  <c:v>3.22</c:v>
                </c:pt>
                <c:pt idx="185">
                  <c:v>3.2</c:v>
                </c:pt>
                <c:pt idx="186">
                  <c:v>3.12</c:v>
                </c:pt>
                <c:pt idx="187">
                  <c:v>3.07</c:v>
                </c:pt>
                <c:pt idx="188">
                  <c:v>2.98</c:v>
                </c:pt>
                <c:pt idx="189">
                  <c:v>3.01</c:v>
                </c:pt>
                <c:pt idx="190">
                  <c:v>3.02</c:v>
                </c:pt>
                <c:pt idx="191">
                  <c:v>3.06</c:v>
                </c:pt>
                <c:pt idx="192">
                  <c:v>3.04</c:v>
                </c:pt>
                <c:pt idx="193">
                  <c:v>2.99</c:v>
                </c:pt>
                <c:pt idx="194">
                  <c:v>2.99</c:v>
                </c:pt>
                <c:pt idx="195">
                  <c:v>2.95</c:v>
                </c:pt>
                <c:pt idx="196">
                  <c:v>3</c:v>
                </c:pt>
                <c:pt idx="197">
                  <c:v>3</c:v>
                </c:pt>
                <c:pt idx="198">
                  <c:v>2.98</c:v>
                </c:pt>
                <c:pt idx="199">
                  <c:v>2.84</c:v>
                </c:pt>
                <c:pt idx="200">
                  <c:v>2.9</c:v>
                </c:pt>
                <c:pt idx="201">
                  <c:v>2.95</c:v>
                </c:pt>
                <c:pt idx="202">
                  <c:v>2.9</c:v>
                </c:pt>
                <c:pt idx="203">
                  <c:v>2.95</c:v>
                </c:pt>
                <c:pt idx="204">
                  <c:v>2.94</c:v>
                </c:pt>
                <c:pt idx="205">
                  <c:v>2.94</c:v>
                </c:pt>
                <c:pt idx="206">
                  <c:v>2.89</c:v>
                </c:pt>
                <c:pt idx="207">
                  <c:v>2.87</c:v>
                </c:pt>
                <c:pt idx="208">
                  <c:v>2.85</c:v>
                </c:pt>
                <c:pt idx="209">
                  <c:v>2.86</c:v>
                </c:pt>
                <c:pt idx="210">
                  <c:v>2.83</c:v>
                </c:pt>
                <c:pt idx="211">
                  <c:v>2.88</c:v>
                </c:pt>
                <c:pt idx="212">
                  <c:v>2.9</c:v>
                </c:pt>
                <c:pt idx="213">
                  <c:v>2.89</c:v>
                </c:pt>
                <c:pt idx="214">
                  <c:v>2.85</c:v>
                </c:pt>
                <c:pt idx="215">
                  <c:v>2.79</c:v>
                </c:pt>
                <c:pt idx="216">
                  <c:v>2.82</c:v>
                </c:pt>
                <c:pt idx="217">
                  <c:v>2.76</c:v>
                </c:pt>
                <c:pt idx="218">
                  <c:v>2.82</c:v>
                </c:pt>
                <c:pt idx="219">
                  <c:v>2.75</c:v>
                </c:pt>
                <c:pt idx="220">
                  <c:v>2.79</c:v>
                </c:pt>
                <c:pt idx="221">
                  <c:v>2.78</c:v>
                </c:pt>
                <c:pt idx="222">
                  <c:v>2.65</c:v>
                </c:pt>
                <c:pt idx="223">
                  <c:v>2.67</c:v>
                </c:pt>
                <c:pt idx="224">
                  <c:v>2.56</c:v>
                </c:pt>
                <c:pt idx="225">
                  <c:v>2.56</c:v>
                </c:pt>
                <c:pt idx="226">
                  <c:v>2.5299999999999998</c:v>
                </c:pt>
                <c:pt idx="227">
                  <c:v>2.5499999999999998</c:v>
                </c:pt>
                <c:pt idx="228">
                  <c:v>2.54</c:v>
                </c:pt>
                <c:pt idx="229">
                  <c:v>2.66</c:v>
                </c:pt>
                <c:pt idx="230">
                  <c:v>2.68</c:v>
                </c:pt>
                <c:pt idx="231">
                  <c:v>2.66</c:v>
                </c:pt>
                <c:pt idx="232">
                  <c:v>2.64</c:v>
                </c:pt>
                <c:pt idx="233">
                  <c:v>2.58</c:v>
                </c:pt>
                <c:pt idx="234">
                  <c:v>2.58</c:v>
                </c:pt>
                <c:pt idx="235">
                  <c:v>2.61</c:v>
                </c:pt>
                <c:pt idx="236">
                  <c:v>2.64</c:v>
                </c:pt>
                <c:pt idx="237">
                  <c:v>2.66</c:v>
                </c:pt>
                <c:pt idx="238">
                  <c:v>2.66</c:v>
                </c:pt>
                <c:pt idx="239">
                  <c:v>2.66</c:v>
                </c:pt>
                <c:pt idx="240">
                  <c:v>2.64</c:v>
                </c:pt>
                <c:pt idx="241">
                  <c:v>2.62</c:v>
                </c:pt>
                <c:pt idx="242">
                  <c:v>2.62</c:v>
                </c:pt>
                <c:pt idx="243">
                  <c:v>2.61</c:v>
                </c:pt>
                <c:pt idx="244">
                  <c:v>2.63</c:v>
                </c:pt>
                <c:pt idx="245">
                  <c:v>2.62</c:v>
                </c:pt>
                <c:pt idx="246">
                  <c:v>2.63</c:v>
                </c:pt>
                <c:pt idx="247">
                  <c:v>2.59</c:v>
                </c:pt>
                <c:pt idx="248">
                  <c:v>2.58</c:v>
                </c:pt>
                <c:pt idx="249">
                  <c:v>2.62</c:v>
                </c:pt>
                <c:pt idx="250">
                  <c:v>2.64</c:v>
                </c:pt>
                <c:pt idx="251">
                  <c:v>2.7</c:v>
                </c:pt>
                <c:pt idx="252">
                  <c:v>2.67</c:v>
                </c:pt>
                <c:pt idx="253">
                  <c:v>2.84</c:v>
                </c:pt>
                <c:pt idx="254">
                  <c:v>2.85</c:v>
                </c:pt>
                <c:pt idx="255">
                  <c:v>2.81</c:v>
                </c:pt>
                <c:pt idx="256">
                  <c:v>2.82</c:v>
                </c:pt>
                <c:pt idx="257">
                  <c:v>2.82</c:v>
                </c:pt>
                <c:pt idx="258">
                  <c:v>2.79</c:v>
                </c:pt>
                <c:pt idx="259">
                  <c:v>2.8</c:v>
                </c:pt>
                <c:pt idx="260">
                  <c:v>2.87</c:v>
                </c:pt>
                <c:pt idx="261">
                  <c:v>2.87</c:v>
                </c:pt>
                <c:pt idx="262">
                  <c:v>2.87</c:v>
                </c:pt>
                <c:pt idx="263">
                  <c:v>2.82</c:v>
                </c:pt>
                <c:pt idx="264">
                  <c:v>2.74</c:v>
                </c:pt>
                <c:pt idx="265">
                  <c:v>2.7</c:v>
                </c:pt>
                <c:pt idx="266">
                  <c:v>2.71</c:v>
                </c:pt>
                <c:pt idx="267">
                  <c:v>2.77</c:v>
                </c:pt>
                <c:pt idx="268">
                  <c:v>2.75</c:v>
                </c:pt>
                <c:pt idx="269">
                  <c:v>2.74</c:v>
                </c:pt>
                <c:pt idx="270">
                  <c:v>2.78</c:v>
                </c:pt>
                <c:pt idx="271">
                  <c:v>2.76</c:v>
                </c:pt>
                <c:pt idx="272">
                  <c:v>2.68</c:v>
                </c:pt>
                <c:pt idx="273">
                  <c:v>2.7</c:v>
                </c:pt>
                <c:pt idx="274">
                  <c:v>2.62</c:v>
                </c:pt>
                <c:pt idx="275">
                  <c:v>2.62</c:v>
                </c:pt>
                <c:pt idx="276">
                  <c:v>2.58</c:v>
                </c:pt>
                <c:pt idx="277">
                  <c:v>2.56</c:v>
                </c:pt>
                <c:pt idx="278">
                  <c:v>2.56</c:v>
                </c:pt>
                <c:pt idx="279">
                  <c:v>2.56</c:v>
                </c:pt>
                <c:pt idx="280">
                  <c:v>2.63</c:v>
                </c:pt>
                <c:pt idx="281">
                  <c:v>2.64</c:v>
                </c:pt>
                <c:pt idx="282">
                  <c:v>2.62</c:v>
                </c:pt>
                <c:pt idx="283">
                  <c:v>2.6</c:v>
                </c:pt>
                <c:pt idx="284">
                  <c:v>2.61</c:v>
                </c:pt>
                <c:pt idx="285">
                  <c:v>2.66</c:v>
                </c:pt>
                <c:pt idx="286">
                  <c:v>2.66</c:v>
                </c:pt>
                <c:pt idx="287">
                  <c:v>2.63</c:v>
                </c:pt>
                <c:pt idx="288">
                  <c:v>2.62</c:v>
                </c:pt>
                <c:pt idx="289">
                  <c:v>2.64</c:v>
                </c:pt>
                <c:pt idx="290">
                  <c:v>2.63</c:v>
                </c:pt>
                <c:pt idx="291">
                  <c:v>2.63</c:v>
                </c:pt>
                <c:pt idx="292">
                  <c:v>2.62</c:v>
                </c:pt>
                <c:pt idx="293">
                  <c:v>2.62</c:v>
                </c:pt>
                <c:pt idx="294">
                  <c:v>2.6</c:v>
                </c:pt>
                <c:pt idx="295">
                  <c:v>2.6</c:v>
                </c:pt>
                <c:pt idx="296">
                  <c:v>2.56</c:v>
                </c:pt>
                <c:pt idx="297">
                  <c:v>2.62</c:v>
                </c:pt>
                <c:pt idx="298">
                  <c:v>2.61</c:v>
                </c:pt>
                <c:pt idx="299">
                  <c:v>2.71</c:v>
                </c:pt>
                <c:pt idx="300">
                  <c:v>2.72</c:v>
                </c:pt>
                <c:pt idx="301">
                  <c:v>2.77</c:v>
                </c:pt>
                <c:pt idx="302">
                  <c:v>2.74</c:v>
                </c:pt>
                <c:pt idx="303">
                  <c:v>2.75</c:v>
                </c:pt>
                <c:pt idx="304">
                  <c:v>2.8</c:v>
                </c:pt>
                <c:pt idx="305">
                  <c:v>2.88</c:v>
                </c:pt>
                <c:pt idx="306">
                  <c:v>2.92</c:v>
                </c:pt>
                <c:pt idx="307">
                  <c:v>2.83</c:v>
                </c:pt>
                <c:pt idx="308">
                  <c:v>2.94</c:v>
                </c:pt>
                <c:pt idx="309">
                  <c:v>2.91</c:v>
                </c:pt>
                <c:pt idx="310">
                  <c:v>3.1</c:v>
                </c:pt>
                <c:pt idx="311">
                  <c:v>3.16</c:v>
                </c:pt>
                <c:pt idx="312">
                  <c:v>3.13</c:v>
                </c:pt>
                <c:pt idx="313">
                  <c:v>3.35</c:v>
                </c:pt>
                <c:pt idx="314">
                  <c:v>3.21</c:v>
                </c:pt>
                <c:pt idx="315">
                  <c:v>3.15</c:v>
                </c:pt>
                <c:pt idx="316">
                  <c:v>3.19</c:v>
                </c:pt>
                <c:pt idx="317">
                  <c:v>3.14</c:v>
                </c:pt>
                <c:pt idx="318">
                  <c:v>3.14</c:v>
                </c:pt>
                <c:pt idx="319">
                  <c:v>3.17</c:v>
                </c:pt>
                <c:pt idx="320">
                  <c:v>3.02</c:v>
                </c:pt>
                <c:pt idx="321">
                  <c:v>3.06</c:v>
                </c:pt>
                <c:pt idx="322">
                  <c:v>3.14</c:v>
                </c:pt>
                <c:pt idx="323">
                  <c:v>3.22</c:v>
                </c:pt>
                <c:pt idx="324">
                  <c:v>3.4</c:v>
                </c:pt>
                <c:pt idx="325">
                  <c:v>3.47</c:v>
                </c:pt>
                <c:pt idx="326">
                  <c:v>3.45</c:v>
                </c:pt>
                <c:pt idx="327">
                  <c:v>3.34</c:v>
                </c:pt>
                <c:pt idx="328">
                  <c:v>3.87</c:v>
                </c:pt>
                <c:pt idx="329">
                  <c:v>4.2699999999999996</c:v>
                </c:pt>
                <c:pt idx="330">
                  <c:v>4.49</c:v>
                </c:pt>
                <c:pt idx="331">
                  <c:v>4.53</c:v>
                </c:pt>
                <c:pt idx="332">
                  <c:v>4.26</c:v>
                </c:pt>
                <c:pt idx="333">
                  <c:v>4.34</c:v>
                </c:pt>
                <c:pt idx="334">
                  <c:v>4.1900000000000004</c:v>
                </c:pt>
                <c:pt idx="335">
                  <c:v>4.09</c:v>
                </c:pt>
                <c:pt idx="336">
                  <c:v>4.05</c:v>
                </c:pt>
                <c:pt idx="337">
                  <c:v>4.12</c:v>
                </c:pt>
                <c:pt idx="338">
                  <c:v>3.98</c:v>
                </c:pt>
                <c:pt idx="339">
                  <c:v>3.98</c:v>
                </c:pt>
                <c:pt idx="340">
                  <c:v>4.12</c:v>
                </c:pt>
                <c:pt idx="341">
                  <c:v>3.97</c:v>
                </c:pt>
                <c:pt idx="342">
                  <c:v>3.71</c:v>
                </c:pt>
                <c:pt idx="343">
                  <c:v>3.68</c:v>
                </c:pt>
                <c:pt idx="344">
                  <c:v>3.6</c:v>
                </c:pt>
                <c:pt idx="345">
                  <c:v>3.68</c:v>
                </c:pt>
                <c:pt idx="346">
                  <c:v>3.7</c:v>
                </c:pt>
                <c:pt idx="347">
                  <c:v>3.84</c:v>
                </c:pt>
                <c:pt idx="348">
                  <c:v>3.68</c:v>
                </c:pt>
                <c:pt idx="349">
                  <c:v>3.52</c:v>
                </c:pt>
                <c:pt idx="350">
                  <c:v>3.51</c:v>
                </c:pt>
                <c:pt idx="351">
                  <c:v>3.57</c:v>
                </c:pt>
                <c:pt idx="352">
                  <c:v>3.56</c:v>
                </c:pt>
                <c:pt idx="353">
                  <c:v>3.42</c:v>
                </c:pt>
                <c:pt idx="354">
                  <c:v>3.43</c:v>
                </c:pt>
                <c:pt idx="355">
                  <c:v>3.05</c:v>
                </c:pt>
                <c:pt idx="356">
                  <c:v>2.99</c:v>
                </c:pt>
                <c:pt idx="357">
                  <c:v>3.01</c:v>
                </c:pt>
                <c:pt idx="358">
                  <c:v>3.09</c:v>
                </c:pt>
                <c:pt idx="359">
                  <c:v>3.05</c:v>
                </c:pt>
                <c:pt idx="360">
                  <c:v>3.12</c:v>
                </c:pt>
                <c:pt idx="361">
                  <c:v>3.11</c:v>
                </c:pt>
                <c:pt idx="362">
                  <c:v>3.19</c:v>
                </c:pt>
                <c:pt idx="363">
                  <c:v>3.23</c:v>
                </c:pt>
                <c:pt idx="364">
                  <c:v>3.3</c:v>
                </c:pt>
                <c:pt idx="365">
                  <c:v>3.3</c:v>
                </c:pt>
                <c:pt idx="366">
                  <c:v>3.16</c:v>
                </c:pt>
                <c:pt idx="367">
                  <c:v>3.12</c:v>
                </c:pt>
                <c:pt idx="368">
                  <c:v>3.11</c:v>
                </c:pt>
                <c:pt idx="369">
                  <c:v>3.14</c:v>
                </c:pt>
                <c:pt idx="370">
                  <c:v>3.16</c:v>
                </c:pt>
                <c:pt idx="371">
                  <c:v>3.09</c:v>
                </c:pt>
                <c:pt idx="372">
                  <c:v>3.12</c:v>
                </c:pt>
                <c:pt idx="373">
                  <c:v>3.09</c:v>
                </c:pt>
                <c:pt idx="374">
                  <c:v>3</c:v>
                </c:pt>
                <c:pt idx="375">
                  <c:v>3.01</c:v>
                </c:pt>
                <c:pt idx="376">
                  <c:v>3</c:v>
                </c:pt>
                <c:pt idx="377">
                  <c:v>3.02</c:v>
                </c:pt>
                <c:pt idx="378">
                  <c:v>3.06</c:v>
                </c:pt>
                <c:pt idx="379">
                  <c:v>3.08</c:v>
                </c:pt>
                <c:pt idx="380">
                  <c:v>2.97</c:v>
                </c:pt>
                <c:pt idx="381">
                  <c:v>3.04</c:v>
                </c:pt>
                <c:pt idx="382">
                  <c:v>3.04</c:v>
                </c:pt>
                <c:pt idx="383">
                  <c:v>3.04</c:v>
                </c:pt>
                <c:pt idx="384">
                  <c:v>2.99</c:v>
                </c:pt>
                <c:pt idx="385">
                  <c:v>3.02</c:v>
                </c:pt>
                <c:pt idx="386">
                  <c:v>2.92</c:v>
                </c:pt>
                <c:pt idx="387">
                  <c:v>2.94</c:v>
                </c:pt>
                <c:pt idx="388">
                  <c:v>2.93</c:v>
                </c:pt>
                <c:pt idx="389">
                  <c:v>2.92</c:v>
                </c:pt>
                <c:pt idx="390">
                  <c:v>2.9</c:v>
                </c:pt>
                <c:pt idx="391">
                  <c:v>2.81</c:v>
                </c:pt>
                <c:pt idx="392">
                  <c:v>2.77</c:v>
                </c:pt>
                <c:pt idx="393">
                  <c:v>2.68</c:v>
                </c:pt>
                <c:pt idx="394">
                  <c:v>2.68</c:v>
                </c:pt>
                <c:pt idx="395">
                  <c:v>2.74</c:v>
                </c:pt>
                <c:pt idx="396">
                  <c:v>2.79</c:v>
                </c:pt>
                <c:pt idx="397">
                  <c:v>2.81</c:v>
                </c:pt>
                <c:pt idx="398">
                  <c:v>2.79</c:v>
                </c:pt>
                <c:pt idx="399">
                  <c:v>2.83</c:v>
                </c:pt>
                <c:pt idx="400">
                  <c:v>2.84</c:v>
                </c:pt>
                <c:pt idx="401">
                  <c:v>2.82</c:v>
                </c:pt>
                <c:pt idx="402">
                  <c:v>2.88</c:v>
                </c:pt>
                <c:pt idx="403">
                  <c:v>2.81</c:v>
                </c:pt>
                <c:pt idx="404">
                  <c:v>2.83</c:v>
                </c:pt>
                <c:pt idx="405">
                  <c:v>2.8</c:v>
                </c:pt>
                <c:pt idx="406">
                  <c:v>2.8</c:v>
                </c:pt>
                <c:pt idx="407">
                  <c:v>2.73</c:v>
                </c:pt>
                <c:pt idx="408">
                  <c:v>2.72</c:v>
                </c:pt>
                <c:pt idx="409">
                  <c:v>2.74</c:v>
                </c:pt>
                <c:pt idx="410">
                  <c:v>2.73</c:v>
                </c:pt>
                <c:pt idx="411">
                  <c:v>2.77</c:v>
                </c:pt>
                <c:pt idx="412">
                  <c:v>2.78</c:v>
                </c:pt>
                <c:pt idx="413">
                  <c:v>2.78</c:v>
                </c:pt>
                <c:pt idx="414">
                  <c:v>3.01</c:v>
                </c:pt>
                <c:pt idx="415">
                  <c:v>2.93</c:v>
                </c:pt>
                <c:pt idx="416">
                  <c:v>2.89</c:v>
                </c:pt>
                <c:pt idx="417">
                  <c:v>2.88</c:v>
                </c:pt>
                <c:pt idx="418">
                  <c:v>2.86</c:v>
                </c:pt>
                <c:pt idx="419">
                  <c:v>2.83</c:v>
                </c:pt>
                <c:pt idx="420">
                  <c:v>2.86</c:v>
                </c:pt>
                <c:pt idx="421">
                  <c:v>2.84</c:v>
                </c:pt>
                <c:pt idx="422">
                  <c:v>2.8</c:v>
                </c:pt>
                <c:pt idx="423">
                  <c:v>2.81</c:v>
                </c:pt>
                <c:pt idx="424">
                  <c:v>2.79</c:v>
                </c:pt>
                <c:pt idx="425">
                  <c:v>2.82</c:v>
                </c:pt>
                <c:pt idx="426">
                  <c:v>2.85</c:v>
                </c:pt>
                <c:pt idx="427">
                  <c:v>2.87</c:v>
                </c:pt>
                <c:pt idx="428">
                  <c:v>2.87</c:v>
                </c:pt>
                <c:pt idx="429">
                  <c:v>2.79</c:v>
                </c:pt>
                <c:pt idx="430">
                  <c:v>2.73</c:v>
                </c:pt>
                <c:pt idx="431">
                  <c:v>2.72</c:v>
                </c:pt>
                <c:pt idx="432">
                  <c:v>2.7</c:v>
                </c:pt>
                <c:pt idx="433">
                  <c:v>2.68</c:v>
                </c:pt>
                <c:pt idx="434">
                  <c:v>2.72</c:v>
                </c:pt>
                <c:pt idx="435">
                  <c:v>2.71</c:v>
                </c:pt>
                <c:pt idx="436">
                  <c:v>2.81</c:v>
                </c:pt>
                <c:pt idx="437">
                  <c:v>2.8</c:v>
                </c:pt>
                <c:pt idx="438">
                  <c:v>2.75</c:v>
                </c:pt>
                <c:pt idx="439">
                  <c:v>2.72</c:v>
                </c:pt>
                <c:pt idx="440">
                  <c:v>2.74</c:v>
                </c:pt>
                <c:pt idx="441">
                  <c:v>2.76</c:v>
                </c:pt>
                <c:pt idx="442">
                  <c:v>2.74</c:v>
                </c:pt>
                <c:pt idx="443">
                  <c:v>2.68</c:v>
                </c:pt>
                <c:pt idx="444">
                  <c:v>2.7</c:v>
                </c:pt>
                <c:pt idx="445">
                  <c:v>2.67</c:v>
                </c:pt>
                <c:pt idx="446">
                  <c:v>2.69</c:v>
                </c:pt>
                <c:pt idx="447">
                  <c:v>2.68</c:v>
                </c:pt>
                <c:pt idx="448">
                  <c:v>2.62</c:v>
                </c:pt>
                <c:pt idx="449">
                  <c:v>2.62</c:v>
                </c:pt>
                <c:pt idx="450">
                  <c:v>2.59</c:v>
                </c:pt>
                <c:pt idx="451">
                  <c:v>2.62</c:v>
                </c:pt>
                <c:pt idx="452">
                  <c:v>2.61</c:v>
                </c:pt>
                <c:pt idx="453">
                  <c:v>2.66</c:v>
                </c:pt>
                <c:pt idx="454">
                  <c:v>2.66</c:v>
                </c:pt>
                <c:pt idx="455">
                  <c:v>2.66</c:v>
                </c:pt>
                <c:pt idx="456">
                  <c:v>2.67</c:v>
                </c:pt>
                <c:pt idx="457">
                  <c:v>2.7</c:v>
                </c:pt>
                <c:pt idx="458">
                  <c:v>2.69</c:v>
                </c:pt>
                <c:pt idx="459">
                  <c:v>2.68</c:v>
                </c:pt>
                <c:pt idx="460">
                  <c:v>2.65</c:v>
                </c:pt>
                <c:pt idx="461">
                  <c:v>2.71</c:v>
                </c:pt>
                <c:pt idx="462">
                  <c:v>2.73</c:v>
                </c:pt>
                <c:pt idx="463">
                  <c:v>2.82</c:v>
                </c:pt>
                <c:pt idx="464">
                  <c:v>3.04</c:v>
                </c:pt>
                <c:pt idx="465">
                  <c:v>3.04</c:v>
                </c:pt>
                <c:pt idx="466">
                  <c:v>2.98</c:v>
                </c:pt>
                <c:pt idx="467">
                  <c:v>2.82</c:v>
                </c:pt>
                <c:pt idx="468">
                  <c:v>2.92</c:v>
                </c:pt>
                <c:pt idx="469">
                  <c:v>2.93</c:v>
                </c:pt>
                <c:pt idx="470">
                  <c:v>2.88</c:v>
                </c:pt>
                <c:pt idx="471">
                  <c:v>2.88</c:v>
                </c:pt>
                <c:pt idx="472">
                  <c:v>2.91</c:v>
                </c:pt>
                <c:pt idx="473">
                  <c:v>2.88</c:v>
                </c:pt>
                <c:pt idx="474">
                  <c:v>2.81</c:v>
                </c:pt>
                <c:pt idx="475">
                  <c:v>2.72</c:v>
                </c:pt>
                <c:pt idx="476">
                  <c:v>2.73</c:v>
                </c:pt>
                <c:pt idx="477">
                  <c:v>2.67</c:v>
                </c:pt>
                <c:pt idx="478">
                  <c:v>2.78</c:v>
                </c:pt>
                <c:pt idx="479">
                  <c:v>2.81</c:v>
                </c:pt>
                <c:pt idx="480">
                  <c:v>2.86</c:v>
                </c:pt>
                <c:pt idx="481">
                  <c:v>2.96</c:v>
                </c:pt>
                <c:pt idx="482">
                  <c:v>2.87</c:v>
                </c:pt>
                <c:pt idx="483">
                  <c:v>2.94</c:v>
                </c:pt>
                <c:pt idx="484">
                  <c:v>2.96</c:v>
                </c:pt>
                <c:pt idx="485">
                  <c:v>2.84</c:v>
                </c:pt>
                <c:pt idx="486">
                  <c:v>2.84</c:v>
                </c:pt>
                <c:pt idx="487">
                  <c:v>2.83</c:v>
                </c:pt>
                <c:pt idx="488">
                  <c:v>2.91</c:v>
                </c:pt>
                <c:pt idx="489">
                  <c:v>2.91</c:v>
                </c:pt>
                <c:pt idx="490">
                  <c:v>2.96</c:v>
                </c:pt>
                <c:pt idx="491">
                  <c:v>3.04</c:v>
                </c:pt>
                <c:pt idx="492">
                  <c:v>3</c:v>
                </c:pt>
                <c:pt idx="493">
                  <c:v>3.02</c:v>
                </c:pt>
                <c:pt idx="494">
                  <c:v>3.01</c:v>
                </c:pt>
                <c:pt idx="495">
                  <c:v>2.97</c:v>
                </c:pt>
                <c:pt idx="496">
                  <c:v>2.9</c:v>
                </c:pt>
                <c:pt idx="497">
                  <c:v>2.79</c:v>
                </c:pt>
                <c:pt idx="498">
                  <c:v>2.79</c:v>
                </c:pt>
                <c:pt idx="499">
                  <c:v>2.69</c:v>
                </c:pt>
                <c:pt idx="500">
                  <c:v>2.74</c:v>
                </c:pt>
                <c:pt idx="501">
                  <c:v>2.72</c:v>
                </c:pt>
                <c:pt idx="502">
                  <c:v>2.69</c:v>
                </c:pt>
                <c:pt idx="503">
                  <c:v>2.67</c:v>
                </c:pt>
                <c:pt idx="504">
                  <c:v>2.64</c:v>
                </c:pt>
                <c:pt idx="505">
                  <c:v>2.71</c:v>
                </c:pt>
                <c:pt idx="506">
                  <c:v>2.71</c:v>
                </c:pt>
                <c:pt idx="507">
                  <c:v>2.75</c:v>
                </c:pt>
                <c:pt idx="508">
                  <c:v>2.71</c:v>
                </c:pt>
                <c:pt idx="509">
                  <c:v>2.75</c:v>
                </c:pt>
                <c:pt idx="510">
                  <c:v>2.76</c:v>
                </c:pt>
                <c:pt idx="511">
                  <c:v>2.81</c:v>
                </c:pt>
                <c:pt idx="512">
                  <c:v>2.83</c:v>
                </c:pt>
                <c:pt idx="513">
                  <c:v>2.78</c:v>
                </c:pt>
                <c:pt idx="514">
                  <c:v>2.75</c:v>
                </c:pt>
                <c:pt idx="515">
                  <c:v>2.71</c:v>
                </c:pt>
                <c:pt idx="516">
                  <c:v>2.68</c:v>
                </c:pt>
                <c:pt idx="517">
                  <c:v>2.67</c:v>
                </c:pt>
                <c:pt idx="518">
                  <c:v>2.67</c:v>
                </c:pt>
                <c:pt idx="519">
                  <c:v>2.71</c:v>
                </c:pt>
                <c:pt idx="520">
                  <c:v>2.71</c:v>
                </c:pt>
                <c:pt idx="521">
                  <c:v>2.67</c:v>
                </c:pt>
                <c:pt idx="522">
                  <c:v>2.66</c:v>
                </c:pt>
                <c:pt idx="523">
                  <c:v>2.66</c:v>
                </c:pt>
                <c:pt idx="524">
                  <c:v>2.68</c:v>
                </c:pt>
                <c:pt idx="525">
                  <c:v>2.62</c:v>
                </c:pt>
                <c:pt idx="526">
                  <c:v>2.59</c:v>
                </c:pt>
                <c:pt idx="527">
                  <c:v>2.61</c:v>
                </c:pt>
                <c:pt idx="528">
                  <c:v>2.58</c:v>
                </c:pt>
                <c:pt idx="529">
                  <c:v>2.57</c:v>
                </c:pt>
                <c:pt idx="530">
                  <c:v>2.59</c:v>
                </c:pt>
                <c:pt idx="531">
                  <c:v>2.58</c:v>
                </c:pt>
                <c:pt idx="532">
                  <c:v>2.6</c:v>
                </c:pt>
                <c:pt idx="533">
                  <c:v>2.5299999999999998</c:v>
                </c:pt>
                <c:pt idx="534">
                  <c:v>2.5099999999999998</c:v>
                </c:pt>
                <c:pt idx="535">
                  <c:v>2.5099999999999998</c:v>
                </c:pt>
                <c:pt idx="536">
                  <c:v>2.61</c:v>
                </c:pt>
                <c:pt idx="537">
                  <c:v>2.54</c:v>
                </c:pt>
                <c:pt idx="538">
                  <c:v>2.5</c:v>
                </c:pt>
                <c:pt idx="539">
                  <c:v>2.56</c:v>
                </c:pt>
                <c:pt idx="540">
                  <c:v>2.57</c:v>
                </c:pt>
                <c:pt idx="541">
                  <c:v>2.58</c:v>
                </c:pt>
                <c:pt idx="542">
                  <c:v>2.59</c:v>
                </c:pt>
                <c:pt idx="543">
                  <c:v>2.64</c:v>
                </c:pt>
                <c:pt idx="544">
                  <c:v>2.65</c:v>
                </c:pt>
                <c:pt idx="545">
                  <c:v>2.59</c:v>
                </c:pt>
                <c:pt idx="546">
                  <c:v>2.6</c:v>
                </c:pt>
                <c:pt idx="547">
                  <c:v>2.64</c:v>
                </c:pt>
                <c:pt idx="548">
                  <c:v>2.75</c:v>
                </c:pt>
                <c:pt idx="549">
                  <c:v>2.66</c:v>
                </c:pt>
                <c:pt idx="550">
                  <c:v>2.64</c:v>
                </c:pt>
                <c:pt idx="551">
                  <c:v>2.65</c:v>
                </c:pt>
                <c:pt idx="552">
                  <c:v>2.63</c:v>
                </c:pt>
                <c:pt idx="553">
                  <c:v>2.75</c:v>
                </c:pt>
                <c:pt idx="554">
                  <c:v>2.8</c:v>
                </c:pt>
                <c:pt idx="555">
                  <c:v>2.8</c:v>
                </c:pt>
                <c:pt idx="556">
                  <c:v>2.78</c:v>
                </c:pt>
                <c:pt idx="557">
                  <c:v>2.7</c:v>
                </c:pt>
                <c:pt idx="558">
                  <c:v>2.72</c:v>
                </c:pt>
                <c:pt idx="559">
                  <c:v>2.7</c:v>
                </c:pt>
                <c:pt idx="560">
                  <c:v>2.8</c:v>
                </c:pt>
                <c:pt idx="561">
                  <c:v>2.81</c:v>
                </c:pt>
                <c:pt idx="562">
                  <c:v>2.77</c:v>
                </c:pt>
                <c:pt idx="563">
                  <c:v>2.82</c:v>
                </c:pt>
                <c:pt idx="564">
                  <c:v>2.91</c:v>
                </c:pt>
                <c:pt idx="565">
                  <c:v>2.89</c:v>
                </c:pt>
                <c:pt idx="566">
                  <c:v>2.95</c:v>
                </c:pt>
                <c:pt idx="567">
                  <c:v>2.81</c:v>
                </c:pt>
                <c:pt idx="568">
                  <c:v>2.83</c:v>
                </c:pt>
                <c:pt idx="569">
                  <c:v>2.96</c:v>
                </c:pt>
                <c:pt idx="570">
                  <c:v>3.01</c:v>
                </c:pt>
                <c:pt idx="571">
                  <c:v>2.92</c:v>
                </c:pt>
                <c:pt idx="572">
                  <c:v>2.94</c:v>
                </c:pt>
                <c:pt idx="573">
                  <c:v>2.98</c:v>
                </c:pt>
                <c:pt idx="574">
                  <c:v>3.11</c:v>
                </c:pt>
                <c:pt idx="575">
                  <c:v>3.13</c:v>
                </c:pt>
                <c:pt idx="576">
                  <c:v>3.1</c:v>
                </c:pt>
                <c:pt idx="577">
                  <c:v>3.06</c:v>
                </c:pt>
                <c:pt idx="578">
                  <c:v>3.11</c:v>
                </c:pt>
                <c:pt idx="579">
                  <c:v>3.12</c:v>
                </c:pt>
                <c:pt idx="580">
                  <c:v>3.06</c:v>
                </c:pt>
                <c:pt idx="581">
                  <c:v>3.05</c:v>
                </c:pt>
                <c:pt idx="582">
                  <c:v>3.04</c:v>
                </c:pt>
                <c:pt idx="583">
                  <c:v>3.08</c:v>
                </c:pt>
                <c:pt idx="584">
                  <c:v>3.31</c:v>
                </c:pt>
                <c:pt idx="585">
                  <c:v>3.35</c:v>
                </c:pt>
                <c:pt idx="586">
                  <c:v>3.17</c:v>
                </c:pt>
                <c:pt idx="587">
                  <c:v>3.01</c:v>
                </c:pt>
                <c:pt idx="588">
                  <c:v>3.04</c:v>
                </c:pt>
                <c:pt idx="589">
                  <c:v>2.99</c:v>
                </c:pt>
                <c:pt idx="590">
                  <c:v>2.91</c:v>
                </c:pt>
                <c:pt idx="591">
                  <c:v>2.96</c:v>
                </c:pt>
                <c:pt idx="592">
                  <c:v>2.79</c:v>
                </c:pt>
                <c:pt idx="593">
                  <c:v>2.7</c:v>
                </c:pt>
                <c:pt idx="594">
                  <c:v>2.78</c:v>
                </c:pt>
                <c:pt idx="595">
                  <c:v>2.79</c:v>
                </c:pt>
                <c:pt idx="596">
                  <c:v>2.68</c:v>
                </c:pt>
                <c:pt idx="597">
                  <c:v>2.69</c:v>
                </c:pt>
                <c:pt idx="598">
                  <c:v>2.72</c:v>
                </c:pt>
                <c:pt idx="599">
                  <c:v>2.66</c:v>
                </c:pt>
                <c:pt idx="600">
                  <c:v>2.7</c:v>
                </c:pt>
                <c:pt idx="601">
                  <c:v>2.69</c:v>
                </c:pt>
                <c:pt idx="602">
                  <c:v>2.69</c:v>
                </c:pt>
                <c:pt idx="603">
                  <c:v>2.72</c:v>
                </c:pt>
                <c:pt idx="604">
                  <c:v>2.72</c:v>
                </c:pt>
                <c:pt idx="605">
                  <c:v>2.68</c:v>
                </c:pt>
                <c:pt idx="606">
                  <c:v>2.71</c:v>
                </c:pt>
                <c:pt idx="607">
                  <c:v>2.7</c:v>
                </c:pt>
                <c:pt idx="608">
                  <c:v>2.68</c:v>
                </c:pt>
                <c:pt idx="609">
                  <c:v>2.64</c:v>
                </c:pt>
                <c:pt idx="610">
                  <c:v>2.67</c:v>
                </c:pt>
                <c:pt idx="611">
                  <c:v>2.66</c:v>
                </c:pt>
                <c:pt idx="612">
                  <c:v>2.62</c:v>
                </c:pt>
                <c:pt idx="613">
                  <c:v>2.64</c:v>
                </c:pt>
                <c:pt idx="614">
                  <c:v>2.66</c:v>
                </c:pt>
                <c:pt idx="615">
                  <c:v>2.64</c:v>
                </c:pt>
                <c:pt idx="616">
                  <c:v>2.68</c:v>
                </c:pt>
                <c:pt idx="617">
                  <c:v>2.67</c:v>
                </c:pt>
                <c:pt idx="618">
                  <c:v>2.64</c:v>
                </c:pt>
                <c:pt idx="619">
                  <c:v>2.67</c:v>
                </c:pt>
                <c:pt idx="620">
                  <c:v>2.72</c:v>
                </c:pt>
                <c:pt idx="621">
                  <c:v>2.73</c:v>
                </c:pt>
                <c:pt idx="622">
                  <c:v>2.68</c:v>
                </c:pt>
                <c:pt idx="623">
                  <c:v>2.67</c:v>
                </c:pt>
                <c:pt idx="624">
                  <c:v>2.6</c:v>
                </c:pt>
                <c:pt idx="625">
                  <c:v>2.6</c:v>
                </c:pt>
                <c:pt idx="626">
                  <c:v>2.61</c:v>
                </c:pt>
                <c:pt idx="627">
                  <c:v>2.61</c:v>
                </c:pt>
                <c:pt idx="628">
                  <c:v>2.61</c:v>
                </c:pt>
                <c:pt idx="629">
                  <c:v>2.57</c:v>
                </c:pt>
                <c:pt idx="630">
                  <c:v>2.59</c:v>
                </c:pt>
                <c:pt idx="631">
                  <c:v>2.57</c:v>
                </c:pt>
                <c:pt idx="632">
                  <c:v>2.63</c:v>
                </c:pt>
                <c:pt idx="633">
                  <c:v>2.62</c:v>
                </c:pt>
                <c:pt idx="634">
                  <c:v>2.65</c:v>
                </c:pt>
              </c:numCache>
            </c:numRef>
          </c:val>
          <c:smooth val="0"/>
          <c:extLst>
            <c:ext xmlns:c16="http://schemas.microsoft.com/office/drawing/2014/chart" uri="{C3380CC4-5D6E-409C-BE32-E72D297353CC}">
              <c16:uniqueId val="{00000001-DDDD-45DE-B84E-D98886DDE9D2}"/>
            </c:ext>
          </c:extLst>
        </c:ser>
        <c:dLbls>
          <c:showLegendKey val="0"/>
          <c:showVal val="0"/>
          <c:showCatName val="0"/>
          <c:showSerName val="0"/>
          <c:showPercent val="0"/>
          <c:showBubbleSize val="0"/>
        </c:dLbls>
        <c:marker val="1"/>
        <c:smooth val="0"/>
        <c:axId val="2000000960"/>
        <c:axId val="2000000961"/>
      </c:lineChart>
      <c:lineChart>
        <c:grouping val="standard"/>
        <c:varyColors val="0"/>
        <c:ser>
          <c:idx val="2"/>
          <c:order val="2"/>
          <c:tx>
            <c:v>Moody's Baa级成熟企业债收益率（%），右轴</c:v>
          </c:tx>
          <c:spPr>
            <a:ln w="25400" cap="rnd">
              <a:solidFill>
                <a:srgbClr val="FFC000"/>
              </a:solidFill>
              <a:round/>
            </a:ln>
            <a:effectLst/>
          </c:spPr>
          <c:marker>
            <c:symbol val="none"/>
          </c:marker>
          <c:cat>
            <c:numRef>
              <c:f>'2026企业融资成本 PE'!$A$2:$A$636</c:f>
              <c:numCache>
                <c:formatCode>yyyy\-mm\-dd</c:formatCode>
                <c:ptCount val="635"/>
                <c:pt idx="0">
                  <c:v>45292</c:v>
                </c:pt>
                <c:pt idx="1">
                  <c:v>45293</c:v>
                </c:pt>
                <c:pt idx="2">
                  <c:v>45294</c:v>
                </c:pt>
                <c:pt idx="3">
                  <c:v>45295</c:v>
                </c:pt>
                <c:pt idx="4">
                  <c:v>45296</c:v>
                </c:pt>
                <c:pt idx="5">
                  <c:v>45299</c:v>
                </c:pt>
                <c:pt idx="6">
                  <c:v>45300</c:v>
                </c:pt>
                <c:pt idx="7">
                  <c:v>45301</c:v>
                </c:pt>
                <c:pt idx="8">
                  <c:v>45302</c:v>
                </c:pt>
                <c:pt idx="9">
                  <c:v>45303</c:v>
                </c:pt>
                <c:pt idx="10">
                  <c:v>45306</c:v>
                </c:pt>
                <c:pt idx="11">
                  <c:v>45307</c:v>
                </c:pt>
                <c:pt idx="12">
                  <c:v>45308</c:v>
                </c:pt>
                <c:pt idx="13">
                  <c:v>45309</c:v>
                </c:pt>
                <c:pt idx="14">
                  <c:v>45310</c:v>
                </c:pt>
                <c:pt idx="15">
                  <c:v>45313</c:v>
                </c:pt>
                <c:pt idx="16">
                  <c:v>45314</c:v>
                </c:pt>
                <c:pt idx="17">
                  <c:v>45315</c:v>
                </c:pt>
                <c:pt idx="18">
                  <c:v>45316</c:v>
                </c:pt>
                <c:pt idx="19">
                  <c:v>45317</c:v>
                </c:pt>
                <c:pt idx="20">
                  <c:v>45320</c:v>
                </c:pt>
                <c:pt idx="21">
                  <c:v>45321</c:v>
                </c:pt>
                <c:pt idx="22">
                  <c:v>45322</c:v>
                </c:pt>
                <c:pt idx="23">
                  <c:v>45323</c:v>
                </c:pt>
                <c:pt idx="24">
                  <c:v>45324</c:v>
                </c:pt>
                <c:pt idx="25">
                  <c:v>45327</c:v>
                </c:pt>
                <c:pt idx="26">
                  <c:v>45328</c:v>
                </c:pt>
                <c:pt idx="27">
                  <c:v>45329</c:v>
                </c:pt>
                <c:pt idx="28">
                  <c:v>45330</c:v>
                </c:pt>
                <c:pt idx="29">
                  <c:v>45331</c:v>
                </c:pt>
                <c:pt idx="30">
                  <c:v>45334</c:v>
                </c:pt>
                <c:pt idx="31">
                  <c:v>45335</c:v>
                </c:pt>
                <c:pt idx="32">
                  <c:v>45336</c:v>
                </c:pt>
                <c:pt idx="33">
                  <c:v>45337</c:v>
                </c:pt>
                <c:pt idx="34">
                  <c:v>45338</c:v>
                </c:pt>
                <c:pt idx="35">
                  <c:v>45341</c:v>
                </c:pt>
                <c:pt idx="36">
                  <c:v>45342</c:v>
                </c:pt>
                <c:pt idx="37">
                  <c:v>45343</c:v>
                </c:pt>
                <c:pt idx="38">
                  <c:v>45344</c:v>
                </c:pt>
                <c:pt idx="39">
                  <c:v>45345</c:v>
                </c:pt>
                <c:pt idx="40">
                  <c:v>45348</c:v>
                </c:pt>
                <c:pt idx="41">
                  <c:v>45349</c:v>
                </c:pt>
                <c:pt idx="42">
                  <c:v>45350</c:v>
                </c:pt>
                <c:pt idx="43">
                  <c:v>45351</c:v>
                </c:pt>
                <c:pt idx="44">
                  <c:v>45352</c:v>
                </c:pt>
                <c:pt idx="45">
                  <c:v>45355</c:v>
                </c:pt>
                <c:pt idx="46">
                  <c:v>45356</c:v>
                </c:pt>
                <c:pt idx="47">
                  <c:v>45357</c:v>
                </c:pt>
                <c:pt idx="48">
                  <c:v>45358</c:v>
                </c:pt>
                <c:pt idx="49">
                  <c:v>45359</c:v>
                </c:pt>
                <c:pt idx="50">
                  <c:v>45362</c:v>
                </c:pt>
                <c:pt idx="51">
                  <c:v>45363</c:v>
                </c:pt>
                <c:pt idx="52">
                  <c:v>45364</c:v>
                </c:pt>
                <c:pt idx="53">
                  <c:v>45365</c:v>
                </c:pt>
                <c:pt idx="54">
                  <c:v>45366</c:v>
                </c:pt>
                <c:pt idx="55">
                  <c:v>45369</c:v>
                </c:pt>
                <c:pt idx="56">
                  <c:v>45370</c:v>
                </c:pt>
                <c:pt idx="57">
                  <c:v>45371</c:v>
                </c:pt>
                <c:pt idx="58">
                  <c:v>45372</c:v>
                </c:pt>
                <c:pt idx="59">
                  <c:v>45373</c:v>
                </c:pt>
                <c:pt idx="60">
                  <c:v>45376</c:v>
                </c:pt>
                <c:pt idx="61">
                  <c:v>45377</c:v>
                </c:pt>
                <c:pt idx="62">
                  <c:v>45378</c:v>
                </c:pt>
                <c:pt idx="63">
                  <c:v>45379</c:v>
                </c:pt>
                <c:pt idx="64">
                  <c:v>45380</c:v>
                </c:pt>
                <c:pt idx="65">
                  <c:v>45383</c:v>
                </c:pt>
                <c:pt idx="66">
                  <c:v>45384</c:v>
                </c:pt>
                <c:pt idx="67">
                  <c:v>45385</c:v>
                </c:pt>
                <c:pt idx="68">
                  <c:v>45386</c:v>
                </c:pt>
                <c:pt idx="69">
                  <c:v>45387</c:v>
                </c:pt>
                <c:pt idx="70">
                  <c:v>45390</c:v>
                </c:pt>
                <c:pt idx="71">
                  <c:v>45391</c:v>
                </c:pt>
                <c:pt idx="72">
                  <c:v>45392</c:v>
                </c:pt>
                <c:pt idx="73">
                  <c:v>45393</c:v>
                </c:pt>
                <c:pt idx="74">
                  <c:v>45394</c:v>
                </c:pt>
                <c:pt idx="75">
                  <c:v>45397</c:v>
                </c:pt>
                <c:pt idx="76">
                  <c:v>45398</c:v>
                </c:pt>
                <c:pt idx="77">
                  <c:v>45399</c:v>
                </c:pt>
                <c:pt idx="78">
                  <c:v>45400</c:v>
                </c:pt>
                <c:pt idx="79">
                  <c:v>45401</c:v>
                </c:pt>
                <c:pt idx="80">
                  <c:v>45404</c:v>
                </c:pt>
                <c:pt idx="81">
                  <c:v>45405</c:v>
                </c:pt>
                <c:pt idx="82">
                  <c:v>45406</c:v>
                </c:pt>
                <c:pt idx="83">
                  <c:v>45407</c:v>
                </c:pt>
                <c:pt idx="84">
                  <c:v>45408</c:v>
                </c:pt>
                <c:pt idx="85">
                  <c:v>45411</c:v>
                </c:pt>
                <c:pt idx="86">
                  <c:v>45412</c:v>
                </c:pt>
                <c:pt idx="87">
                  <c:v>45413</c:v>
                </c:pt>
                <c:pt idx="88">
                  <c:v>45414</c:v>
                </c:pt>
                <c:pt idx="89">
                  <c:v>45415</c:v>
                </c:pt>
                <c:pt idx="90">
                  <c:v>45418</c:v>
                </c:pt>
                <c:pt idx="91">
                  <c:v>45419</c:v>
                </c:pt>
                <c:pt idx="92">
                  <c:v>45420</c:v>
                </c:pt>
                <c:pt idx="93">
                  <c:v>45421</c:v>
                </c:pt>
                <c:pt idx="94">
                  <c:v>45422</c:v>
                </c:pt>
                <c:pt idx="95">
                  <c:v>45425</c:v>
                </c:pt>
                <c:pt idx="96">
                  <c:v>45426</c:v>
                </c:pt>
                <c:pt idx="97">
                  <c:v>45427</c:v>
                </c:pt>
                <c:pt idx="98">
                  <c:v>45428</c:v>
                </c:pt>
                <c:pt idx="99">
                  <c:v>45429</c:v>
                </c:pt>
                <c:pt idx="100">
                  <c:v>45432</c:v>
                </c:pt>
                <c:pt idx="101">
                  <c:v>45433</c:v>
                </c:pt>
                <c:pt idx="102">
                  <c:v>45434</c:v>
                </c:pt>
                <c:pt idx="103">
                  <c:v>45435</c:v>
                </c:pt>
                <c:pt idx="104">
                  <c:v>45436</c:v>
                </c:pt>
                <c:pt idx="105">
                  <c:v>45439</c:v>
                </c:pt>
                <c:pt idx="106">
                  <c:v>45440</c:v>
                </c:pt>
                <c:pt idx="107">
                  <c:v>45441</c:v>
                </c:pt>
                <c:pt idx="108">
                  <c:v>45442</c:v>
                </c:pt>
                <c:pt idx="109">
                  <c:v>45443</c:v>
                </c:pt>
                <c:pt idx="110">
                  <c:v>45446</c:v>
                </c:pt>
                <c:pt idx="111">
                  <c:v>45447</c:v>
                </c:pt>
                <c:pt idx="112">
                  <c:v>45448</c:v>
                </c:pt>
                <c:pt idx="113">
                  <c:v>45449</c:v>
                </c:pt>
                <c:pt idx="114">
                  <c:v>45450</c:v>
                </c:pt>
                <c:pt idx="115">
                  <c:v>45453</c:v>
                </c:pt>
                <c:pt idx="116">
                  <c:v>45454</c:v>
                </c:pt>
                <c:pt idx="117">
                  <c:v>45455</c:v>
                </c:pt>
                <c:pt idx="118">
                  <c:v>45456</c:v>
                </c:pt>
                <c:pt idx="119">
                  <c:v>45457</c:v>
                </c:pt>
                <c:pt idx="120">
                  <c:v>45460</c:v>
                </c:pt>
                <c:pt idx="121">
                  <c:v>45461</c:v>
                </c:pt>
                <c:pt idx="122">
                  <c:v>45462</c:v>
                </c:pt>
                <c:pt idx="123">
                  <c:v>45463</c:v>
                </c:pt>
                <c:pt idx="124">
                  <c:v>45464</c:v>
                </c:pt>
                <c:pt idx="125">
                  <c:v>45467</c:v>
                </c:pt>
                <c:pt idx="126">
                  <c:v>45468</c:v>
                </c:pt>
                <c:pt idx="127">
                  <c:v>45469</c:v>
                </c:pt>
                <c:pt idx="128">
                  <c:v>45470</c:v>
                </c:pt>
                <c:pt idx="129">
                  <c:v>45471</c:v>
                </c:pt>
                <c:pt idx="130">
                  <c:v>45474</c:v>
                </c:pt>
                <c:pt idx="131">
                  <c:v>45475</c:v>
                </c:pt>
                <c:pt idx="132">
                  <c:v>45476</c:v>
                </c:pt>
                <c:pt idx="133">
                  <c:v>45477</c:v>
                </c:pt>
                <c:pt idx="134">
                  <c:v>45478</c:v>
                </c:pt>
                <c:pt idx="135">
                  <c:v>45481</c:v>
                </c:pt>
                <c:pt idx="136">
                  <c:v>45482</c:v>
                </c:pt>
                <c:pt idx="137">
                  <c:v>45483</c:v>
                </c:pt>
                <c:pt idx="138">
                  <c:v>45484</c:v>
                </c:pt>
                <c:pt idx="139">
                  <c:v>45485</c:v>
                </c:pt>
                <c:pt idx="140">
                  <c:v>45488</c:v>
                </c:pt>
                <c:pt idx="141">
                  <c:v>45489</c:v>
                </c:pt>
                <c:pt idx="142">
                  <c:v>45490</c:v>
                </c:pt>
                <c:pt idx="143">
                  <c:v>45491</c:v>
                </c:pt>
                <c:pt idx="144">
                  <c:v>45492</c:v>
                </c:pt>
                <c:pt idx="145">
                  <c:v>45495</c:v>
                </c:pt>
                <c:pt idx="146">
                  <c:v>45496</c:v>
                </c:pt>
                <c:pt idx="147">
                  <c:v>45497</c:v>
                </c:pt>
                <c:pt idx="148">
                  <c:v>45498</c:v>
                </c:pt>
                <c:pt idx="149">
                  <c:v>45499</c:v>
                </c:pt>
                <c:pt idx="150">
                  <c:v>45502</c:v>
                </c:pt>
                <c:pt idx="151">
                  <c:v>45503</c:v>
                </c:pt>
                <c:pt idx="152">
                  <c:v>45504</c:v>
                </c:pt>
                <c:pt idx="153">
                  <c:v>45505</c:v>
                </c:pt>
                <c:pt idx="154">
                  <c:v>45506</c:v>
                </c:pt>
                <c:pt idx="155">
                  <c:v>45509</c:v>
                </c:pt>
                <c:pt idx="156">
                  <c:v>45510</c:v>
                </c:pt>
                <c:pt idx="157">
                  <c:v>45511</c:v>
                </c:pt>
                <c:pt idx="158">
                  <c:v>45512</c:v>
                </c:pt>
                <c:pt idx="159">
                  <c:v>45513</c:v>
                </c:pt>
                <c:pt idx="160">
                  <c:v>45516</c:v>
                </c:pt>
                <c:pt idx="161">
                  <c:v>45517</c:v>
                </c:pt>
                <c:pt idx="162">
                  <c:v>45518</c:v>
                </c:pt>
                <c:pt idx="163">
                  <c:v>45519</c:v>
                </c:pt>
                <c:pt idx="164">
                  <c:v>45520</c:v>
                </c:pt>
                <c:pt idx="165">
                  <c:v>45523</c:v>
                </c:pt>
                <c:pt idx="166">
                  <c:v>45524</c:v>
                </c:pt>
                <c:pt idx="167">
                  <c:v>45525</c:v>
                </c:pt>
                <c:pt idx="168">
                  <c:v>45526</c:v>
                </c:pt>
                <c:pt idx="169">
                  <c:v>45527</c:v>
                </c:pt>
                <c:pt idx="170">
                  <c:v>45530</c:v>
                </c:pt>
                <c:pt idx="171">
                  <c:v>45531</c:v>
                </c:pt>
                <c:pt idx="172">
                  <c:v>45532</c:v>
                </c:pt>
                <c:pt idx="173">
                  <c:v>45533</c:v>
                </c:pt>
                <c:pt idx="174">
                  <c:v>45534</c:v>
                </c:pt>
                <c:pt idx="175">
                  <c:v>45537</c:v>
                </c:pt>
                <c:pt idx="176">
                  <c:v>45538</c:v>
                </c:pt>
                <c:pt idx="177">
                  <c:v>45539</c:v>
                </c:pt>
                <c:pt idx="178">
                  <c:v>45540</c:v>
                </c:pt>
                <c:pt idx="179">
                  <c:v>45541</c:v>
                </c:pt>
                <c:pt idx="180">
                  <c:v>45544</c:v>
                </c:pt>
                <c:pt idx="181">
                  <c:v>45545</c:v>
                </c:pt>
                <c:pt idx="182">
                  <c:v>45546</c:v>
                </c:pt>
                <c:pt idx="183">
                  <c:v>45547</c:v>
                </c:pt>
                <c:pt idx="184">
                  <c:v>45548</c:v>
                </c:pt>
                <c:pt idx="185">
                  <c:v>45551</c:v>
                </c:pt>
                <c:pt idx="186">
                  <c:v>45552</c:v>
                </c:pt>
                <c:pt idx="187">
                  <c:v>45553</c:v>
                </c:pt>
                <c:pt idx="188">
                  <c:v>45554</c:v>
                </c:pt>
                <c:pt idx="189">
                  <c:v>45555</c:v>
                </c:pt>
                <c:pt idx="190">
                  <c:v>45558</c:v>
                </c:pt>
                <c:pt idx="191">
                  <c:v>45559</c:v>
                </c:pt>
                <c:pt idx="192">
                  <c:v>45560</c:v>
                </c:pt>
                <c:pt idx="193">
                  <c:v>45561</c:v>
                </c:pt>
                <c:pt idx="194">
                  <c:v>45562</c:v>
                </c:pt>
                <c:pt idx="195">
                  <c:v>45565</c:v>
                </c:pt>
                <c:pt idx="196">
                  <c:v>45566</c:v>
                </c:pt>
                <c:pt idx="197">
                  <c:v>45567</c:v>
                </c:pt>
                <c:pt idx="198">
                  <c:v>45568</c:v>
                </c:pt>
                <c:pt idx="199">
                  <c:v>45569</c:v>
                </c:pt>
                <c:pt idx="200">
                  <c:v>45572</c:v>
                </c:pt>
                <c:pt idx="201">
                  <c:v>45573</c:v>
                </c:pt>
                <c:pt idx="202">
                  <c:v>45574</c:v>
                </c:pt>
                <c:pt idx="203">
                  <c:v>45575</c:v>
                </c:pt>
                <c:pt idx="204">
                  <c:v>45576</c:v>
                </c:pt>
                <c:pt idx="205">
                  <c:v>45579</c:v>
                </c:pt>
                <c:pt idx="206">
                  <c:v>45580</c:v>
                </c:pt>
                <c:pt idx="207">
                  <c:v>45581</c:v>
                </c:pt>
                <c:pt idx="208">
                  <c:v>45582</c:v>
                </c:pt>
                <c:pt idx="209">
                  <c:v>45583</c:v>
                </c:pt>
                <c:pt idx="210">
                  <c:v>45586</c:v>
                </c:pt>
                <c:pt idx="211">
                  <c:v>45587</c:v>
                </c:pt>
                <c:pt idx="212">
                  <c:v>45588</c:v>
                </c:pt>
                <c:pt idx="213">
                  <c:v>45589</c:v>
                </c:pt>
                <c:pt idx="214">
                  <c:v>45590</c:v>
                </c:pt>
                <c:pt idx="215">
                  <c:v>45593</c:v>
                </c:pt>
                <c:pt idx="216">
                  <c:v>45594</c:v>
                </c:pt>
                <c:pt idx="217">
                  <c:v>45595</c:v>
                </c:pt>
                <c:pt idx="218">
                  <c:v>45596</c:v>
                </c:pt>
                <c:pt idx="219">
                  <c:v>45597</c:v>
                </c:pt>
                <c:pt idx="220">
                  <c:v>45600</c:v>
                </c:pt>
                <c:pt idx="221">
                  <c:v>45601</c:v>
                </c:pt>
                <c:pt idx="222">
                  <c:v>45602</c:v>
                </c:pt>
                <c:pt idx="223">
                  <c:v>45603</c:v>
                </c:pt>
                <c:pt idx="224">
                  <c:v>45604</c:v>
                </c:pt>
                <c:pt idx="225">
                  <c:v>45607</c:v>
                </c:pt>
                <c:pt idx="226">
                  <c:v>45608</c:v>
                </c:pt>
                <c:pt idx="227">
                  <c:v>45609</c:v>
                </c:pt>
                <c:pt idx="228">
                  <c:v>45610</c:v>
                </c:pt>
                <c:pt idx="229">
                  <c:v>45611</c:v>
                </c:pt>
                <c:pt idx="230">
                  <c:v>45614</c:v>
                </c:pt>
                <c:pt idx="231">
                  <c:v>45615</c:v>
                </c:pt>
                <c:pt idx="232">
                  <c:v>45616</c:v>
                </c:pt>
                <c:pt idx="233">
                  <c:v>45617</c:v>
                </c:pt>
                <c:pt idx="234">
                  <c:v>45618</c:v>
                </c:pt>
                <c:pt idx="235">
                  <c:v>45621</c:v>
                </c:pt>
                <c:pt idx="236">
                  <c:v>45622</c:v>
                </c:pt>
                <c:pt idx="237">
                  <c:v>45623</c:v>
                </c:pt>
                <c:pt idx="238">
                  <c:v>45624</c:v>
                </c:pt>
                <c:pt idx="239">
                  <c:v>45625</c:v>
                </c:pt>
                <c:pt idx="240">
                  <c:v>45628</c:v>
                </c:pt>
                <c:pt idx="241">
                  <c:v>45629</c:v>
                </c:pt>
                <c:pt idx="242">
                  <c:v>45630</c:v>
                </c:pt>
                <c:pt idx="243">
                  <c:v>45631</c:v>
                </c:pt>
                <c:pt idx="244">
                  <c:v>45632</c:v>
                </c:pt>
                <c:pt idx="245">
                  <c:v>45635</c:v>
                </c:pt>
                <c:pt idx="246">
                  <c:v>45636</c:v>
                </c:pt>
                <c:pt idx="247">
                  <c:v>45637</c:v>
                </c:pt>
                <c:pt idx="248">
                  <c:v>45638</c:v>
                </c:pt>
                <c:pt idx="249">
                  <c:v>45639</c:v>
                </c:pt>
                <c:pt idx="250">
                  <c:v>45642</c:v>
                </c:pt>
                <c:pt idx="251">
                  <c:v>45643</c:v>
                </c:pt>
                <c:pt idx="252">
                  <c:v>45644</c:v>
                </c:pt>
                <c:pt idx="253">
                  <c:v>45645</c:v>
                </c:pt>
                <c:pt idx="254">
                  <c:v>45646</c:v>
                </c:pt>
                <c:pt idx="255">
                  <c:v>45649</c:v>
                </c:pt>
                <c:pt idx="256">
                  <c:v>45650</c:v>
                </c:pt>
                <c:pt idx="257">
                  <c:v>45651</c:v>
                </c:pt>
                <c:pt idx="258">
                  <c:v>45652</c:v>
                </c:pt>
                <c:pt idx="259">
                  <c:v>45653</c:v>
                </c:pt>
                <c:pt idx="260">
                  <c:v>45656</c:v>
                </c:pt>
                <c:pt idx="261">
                  <c:v>45657</c:v>
                </c:pt>
                <c:pt idx="262">
                  <c:v>45658</c:v>
                </c:pt>
                <c:pt idx="263">
                  <c:v>45659</c:v>
                </c:pt>
                <c:pt idx="264">
                  <c:v>45660</c:v>
                </c:pt>
                <c:pt idx="265">
                  <c:v>45663</c:v>
                </c:pt>
                <c:pt idx="266">
                  <c:v>45664</c:v>
                </c:pt>
                <c:pt idx="267">
                  <c:v>45665</c:v>
                </c:pt>
                <c:pt idx="268">
                  <c:v>45666</c:v>
                </c:pt>
                <c:pt idx="269">
                  <c:v>45667</c:v>
                </c:pt>
                <c:pt idx="270">
                  <c:v>45670</c:v>
                </c:pt>
                <c:pt idx="271">
                  <c:v>45671</c:v>
                </c:pt>
                <c:pt idx="272">
                  <c:v>45672</c:v>
                </c:pt>
                <c:pt idx="273">
                  <c:v>45673</c:v>
                </c:pt>
                <c:pt idx="274">
                  <c:v>45674</c:v>
                </c:pt>
                <c:pt idx="275">
                  <c:v>45677</c:v>
                </c:pt>
                <c:pt idx="276">
                  <c:v>45678</c:v>
                </c:pt>
                <c:pt idx="277">
                  <c:v>45679</c:v>
                </c:pt>
                <c:pt idx="278">
                  <c:v>45680</c:v>
                </c:pt>
                <c:pt idx="279">
                  <c:v>45681</c:v>
                </c:pt>
                <c:pt idx="280">
                  <c:v>45684</c:v>
                </c:pt>
                <c:pt idx="281">
                  <c:v>45685</c:v>
                </c:pt>
                <c:pt idx="282">
                  <c:v>45686</c:v>
                </c:pt>
                <c:pt idx="283">
                  <c:v>45687</c:v>
                </c:pt>
                <c:pt idx="284">
                  <c:v>45688</c:v>
                </c:pt>
                <c:pt idx="285">
                  <c:v>45691</c:v>
                </c:pt>
                <c:pt idx="286">
                  <c:v>45692</c:v>
                </c:pt>
                <c:pt idx="287">
                  <c:v>45693</c:v>
                </c:pt>
                <c:pt idx="288">
                  <c:v>45694</c:v>
                </c:pt>
                <c:pt idx="289">
                  <c:v>45695</c:v>
                </c:pt>
                <c:pt idx="290">
                  <c:v>45698</c:v>
                </c:pt>
                <c:pt idx="291">
                  <c:v>45699</c:v>
                </c:pt>
                <c:pt idx="292">
                  <c:v>45700</c:v>
                </c:pt>
                <c:pt idx="293">
                  <c:v>45701</c:v>
                </c:pt>
                <c:pt idx="294">
                  <c:v>45702</c:v>
                </c:pt>
                <c:pt idx="295">
                  <c:v>45705</c:v>
                </c:pt>
                <c:pt idx="296">
                  <c:v>45706</c:v>
                </c:pt>
                <c:pt idx="297">
                  <c:v>45707</c:v>
                </c:pt>
                <c:pt idx="298">
                  <c:v>45708</c:v>
                </c:pt>
                <c:pt idx="299">
                  <c:v>45709</c:v>
                </c:pt>
                <c:pt idx="300">
                  <c:v>45712</c:v>
                </c:pt>
                <c:pt idx="301">
                  <c:v>45713</c:v>
                </c:pt>
                <c:pt idx="302">
                  <c:v>45714</c:v>
                </c:pt>
                <c:pt idx="303">
                  <c:v>45715</c:v>
                </c:pt>
                <c:pt idx="304">
                  <c:v>45716</c:v>
                </c:pt>
                <c:pt idx="305">
                  <c:v>45719</c:v>
                </c:pt>
                <c:pt idx="306">
                  <c:v>45720</c:v>
                </c:pt>
                <c:pt idx="307">
                  <c:v>45721</c:v>
                </c:pt>
                <c:pt idx="308">
                  <c:v>45722</c:v>
                </c:pt>
                <c:pt idx="309">
                  <c:v>45723</c:v>
                </c:pt>
                <c:pt idx="310">
                  <c:v>45726</c:v>
                </c:pt>
                <c:pt idx="311">
                  <c:v>45727</c:v>
                </c:pt>
                <c:pt idx="312">
                  <c:v>45728</c:v>
                </c:pt>
                <c:pt idx="313">
                  <c:v>45729</c:v>
                </c:pt>
                <c:pt idx="314">
                  <c:v>45730</c:v>
                </c:pt>
                <c:pt idx="315">
                  <c:v>45733</c:v>
                </c:pt>
                <c:pt idx="316">
                  <c:v>45734</c:v>
                </c:pt>
                <c:pt idx="317">
                  <c:v>45735</c:v>
                </c:pt>
                <c:pt idx="318">
                  <c:v>45736</c:v>
                </c:pt>
                <c:pt idx="319">
                  <c:v>45737</c:v>
                </c:pt>
                <c:pt idx="320">
                  <c:v>45740</c:v>
                </c:pt>
                <c:pt idx="321">
                  <c:v>45741</c:v>
                </c:pt>
                <c:pt idx="322">
                  <c:v>45742</c:v>
                </c:pt>
                <c:pt idx="323">
                  <c:v>45743</c:v>
                </c:pt>
                <c:pt idx="324">
                  <c:v>45744</c:v>
                </c:pt>
                <c:pt idx="325">
                  <c:v>45747</c:v>
                </c:pt>
                <c:pt idx="326">
                  <c:v>45748</c:v>
                </c:pt>
                <c:pt idx="327">
                  <c:v>45749</c:v>
                </c:pt>
                <c:pt idx="328">
                  <c:v>45750</c:v>
                </c:pt>
                <c:pt idx="329">
                  <c:v>45751</c:v>
                </c:pt>
                <c:pt idx="330">
                  <c:v>45754</c:v>
                </c:pt>
                <c:pt idx="331">
                  <c:v>45755</c:v>
                </c:pt>
                <c:pt idx="332">
                  <c:v>45756</c:v>
                </c:pt>
                <c:pt idx="333">
                  <c:v>45757</c:v>
                </c:pt>
                <c:pt idx="334">
                  <c:v>45758</c:v>
                </c:pt>
                <c:pt idx="335">
                  <c:v>45761</c:v>
                </c:pt>
                <c:pt idx="336">
                  <c:v>45762</c:v>
                </c:pt>
                <c:pt idx="337">
                  <c:v>45763</c:v>
                </c:pt>
                <c:pt idx="338">
                  <c:v>45764</c:v>
                </c:pt>
                <c:pt idx="339">
                  <c:v>45765</c:v>
                </c:pt>
                <c:pt idx="340">
                  <c:v>45768</c:v>
                </c:pt>
                <c:pt idx="341">
                  <c:v>45769</c:v>
                </c:pt>
                <c:pt idx="342">
                  <c:v>45770</c:v>
                </c:pt>
                <c:pt idx="343">
                  <c:v>45771</c:v>
                </c:pt>
                <c:pt idx="344">
                  <c:v>45772</c:v>
                </c:pt>
                <c:pt idx="345">
                  <c:v>45775</c:v>
                </c:pt>
                <c:pt idx="346">
                  <c:v>45776</c:v>
                </c:pt>
                <c:pt idx="347">
                  <c:v>45777</c:v>
                </c:pt>
                <c:pt idx="348">
                  <c:v>45778</c:v>
                </c:pt>
                <c:pt idx="349">
                  <c:v>45779</c:v>
                </c:pt>
                <c:pt idx="350">
                  <c:v>45782</c:v>
                </c:pt>
                <c:pt idx="351">
                  <c:v>45783</c:v>
                </c:pt>
                <c:pt idx="352">
                  <c:v>45784</c:v>
                </c:pt>
                <c:pt idx="353">
                  <c:v>45785</c:v>
                </c:pt>
                <c:pt idx="354">
                  <c:v>45786</c:v>
                </c:pt>
                <c:pt idx="355">
                  <c:v>45789</c:v>
                </c:pt>
                <c:pt idx="356">
                  <c:v>45790</c:v>
                </c:pt>
                <c:pt idx="357">
                  <c:v>45791</c:v>
                </c:pt>
                <c:pt idx="358">
                  <c:v>45792</c:v>
                </c:pt>
                <c:pt idx="359">
                  <c:v>45793</c:v>
                </c:pt>
                <c:pt idx="360">
                  <c:v>45796</c:v>
                </c:pt>
                <c:pt idx="361">
                  <c:v>45797</c:v>
                </c:pt>
                <c:pt idx="362">
                  <c:v>45798</c:v>
                </c:pt>
                <c:pt idx="363">
                  <c:v>45799</c:v>
                </c:pt>
                <c:pt idx="364">
                  <c:v>45800</c:v>
                </c:pt>
                <c:pt idx="365">
                  <c:v>45803</c:v>
                </c:pt>
                <c:pt idx="366">
                  <c:v>45804</c:v>
                </c:pt>
                <c:pt idx="367">
                  <c:v>45805</c:v>
                </c:pt>
                <c:pt idx="368">
                  <c:v>45806</c:v>
                </c:pt>
                <c:pt idx="369">
                  <c:v>45807</c:v>
                </c:pt>
                <c:pt idx="370">
                  <c:v>45810</c:v>
                </c:pt>
                <c:pt idx="371">
                  <c:v>45811</c:v>
                </c:pt>
                <c:pt idx="372">
                  <c:v>45812</c:v>
                </c:pt>
                <c:pt idx="373">
                  <c:v>45813</c:v>
                </c:pt>
                <c:pt idx="374">
                  <c:v>45814</c:v>
                </c:pt>
                <c:pt idx="375">
                  <c:v>45817</c:v>
                </c:pt>
                <c:pt idx="376">
                  <c:v>45818</c:v>
                </c:pt>
                <c:pt idx="377">
                  <c:v>45819</c:v>
                </c:pt>
                <c:pt idx="378">
                  <c:v>45820</c:v>
                </c:pt>
                <c:pt idx="379">
                  <c:v>45821</c:v>
                </c:pt>
                <c:pt idx="380">
                  <c:v>45824</c:v>
                </c:pt>
                <c:pt idx="381">
                  <c:v>45825</c:v>
                </c:pt>
                <c:pt idx="382">
                  <c:v>45826</c:v>
                </c:pt>
                <c:pt idx="383">
                  <c:v>45827</c:v>
                </c:pt>
                <c:pt idx="384">
                  <c:v>45828</c:v>
                </c:pt>
                <c:pt idx="385">
                  <c:v>45831</c:v>
                </c:pt>
                <c:pt idx="386">
                  <c:v>45832</c:v>
                </c:pt>
                <c:pt idx="387">
                  <c:v>45833</c:v>
                </c:pt>
                <c:pt idx="388">
                  <c:v>45834</c:v>
                </c:pt>
                <c:pt idx="389">
                  <c:v>45835</c:v>
                </c:pt>
                <c:pt idx="390">
                  <c:v>45838</c:v>
                </c:pt>
                <c:pt idx="391">
                  <c:v>45839</c:v>
                </c:pt>
                <c:pt idx="392">
                  <c:v>45840</c:v>
                </c:pt>
                <c:pt idx="393">
                  <c:v>45841</c:v>
                </c:pt>
                <c:pt idx="394">
                  <c:v>45842</c:v>
                </c:pt>
                <c:pt idx="395">
                  <c:v>45845</c:v>
                </c:pt>
                <c:pt idx="396">
                  <c:v>45846</c:v>
                </c:pt>
                <c:pt idx="397">
                  <c:v>45847</c:v>
                </c:pt>
                <c:pt idx="398">
                  <c:v>45848</c:v>
                </c:pt>
                <c:pt idx="399">
                  <c:v>45849</c:v>
                </c:pt>
                <c:pt idx="400">
                  <c:v>45852</c:v>
                </c:pt>
                <c:pt idx="401">
                  <c:v>45853</c:v>
                </c:pt>
                <c:pt idx="402">
                  <c:v>45854</c:v>
                </c:pt>
                <c:pt idx="403">
                  <c:v>45855</c:v>
                </c:pt>
                <c:pt idx="404">
                  <c:v>45856</c:v>
                </c:pt>
                <c:pt idx="405">
                  <c:v>45859</c:v>
                </c:pt>
                <c:pt idx="406">
                  <c:v>45860</c:v>
                </c:pt>
                <c:pt idx="407">
                  <c:v>45861</c:v>
                </c:pt>
                <c:pt idx="408">
                  <c:v>45862</c:v>
                </c:pt>
                <c:pt idx="409">
                  <c:v>45863</c:v>
                </c:pt>
                <c:pt idx="410">
                  <c:v>45866</c:v>
                </c:pt>
                <c:pt idx="411">
                  <c:v>45867</c:v>
                </c:pt>
                <c:pt idx="412">
                  <c:v>45868</c:v>
                </c:pt>
                <c:pt idx="413">
                  <c:v>45869</c:v>
                </c:pt>
                <c:pt idx="414">
                  <c:v>45870</c:v>
                </c:pt>
                <c:pt idx="415">
                  <c:v>45873</c:v>
                </c:pt>
                <c:pt idx="416">
                  <c:v>45874</c:v>
                </c:pt>
                <c:pt idx="417">
                  <c:v>45875</c:v>
                </c:pt>
                <c:pt idx="418">
                  <c:v>45876</c:v>
                </c:pt>
                <c:pt idx="419">
                  <c:v>45877</c:v>
                </c:pt>
                <c:pt idx="420">
                  <c:v>45880</c:v>
                </c:pt>
                <c:pt idx="421">
                  <c:v>45881</c:v>
                </c:pt>
                <c:pt idx="422">
                  <c:v>45882</c:v>
                </c:pt>
                <c:pt idx="423">
                  <c:v>45883</c:v>
                </c:pt>
                <c:pt idx="424">
                  <c:v>45884</c:v>
                </c:pt>
                <c:pt idx="425">
                  <c:v>45887</c:v>
                </c:pt>
                <c:pt idx="426">
                  <c:v>45888</c:v>
                </c:pt>
                <c:pt idx="427">
                  <c:v>45889</c:v>
                </c:pt>
                <c:pt idx="428">
                  <c:v>45890</c:v>
                </c:pt>
                <c:pt idx="429">
                  <c:v>45891</c:v>
                </c:pt>
                <c:pt idx="430">
                  <c:v>45894</c:v>
                </c:pt>
                <c:pt idx="431">
                  <c:v>45895</c:v>
                </c:pt>
                <c:pt idx="432">
                  <c:v>45896</c:v>
                </c:pt>
                <c:pt idx="433">
                  <c:v>45897</c:v>
                </c:pt>
                <c:pt idx="434">
                  <c:v>45898</c:v>
                </c:pt>
                <c:pt idx="435">
                  <c:v>45901</c:v>
                </c:pt>
                <c:pt idx="436">
                  <c:v>45902</c:v>
                </c:pt>
                <c:pt idx="437">
                  <c:v>45903</c:v>
                </c:pt>
                <c:pt idx="438">
                  <c:v>45904</c:v>
                </c:pt>
                <c:pt idx="439">
                  <c:v>45905</c:v>
                </c:pt>
                <c:pt idx="440">
                  <c:v>45908</c:v>
                </c:pt>
                <c:pt idx="441">
                  <c:v>45909</c:v>
                </c:pt>
                <c:pt idx="442">
                  <c:v>45910</c:v>
                </c:pt>
                <c:pt idx="443">
                  <c:v>45911</c:v>
                </c:pt>
                <c:pt idx="444">
                  <c:v>45912</c:v>
                </c:pt>
                <c:pt idx="445">
                  <c:v>45915</c:v>
                </c:pt>
                <c:pt idx="446">
                  <c:v>45916</c:v>
                </c:pt>
                <c:pt idx="447">
                  <c:v>45917</c:v>
                </c:pt>
                <c:pt idx="448">
                  <c:v>45918</c:v>
                </c:pt>
                <c:pt idx="449">
                  <c:v>45919</c:v>
                </c:pt>
                <c:pt idx="450">
                  <c:v>45922</c:v>
                </c:pt>
                <c:pt idx="451">
                  <c:v>45923</c:v>
                </c:pt>
                <c:pt idx="452">
                  <c:v>45924</c:v>
                </c:pt>
                <c:pt idx="453">
                  <c:v>45925</c:v>
                </c:pt>
                <c:pt idx="454">
                  <c:v>45926</c:v>
                </c:pt>
                <c:pt idx="455">
                  <c:v>45929</c:v>
                </c:pt>
                <c:pt idx="456">
                  <c:v>45930</c:v>
                </c:pt>
                <c:pt idx="457">
                  <c:v>45931</c:v>
                </c:pt>
                <c:pt idx="458">
                  <c:v>45932</c:v>
                </c:pt>
                <c:pt idx="459">
                  <c:v>45933</c:v>
                </c:pt>
                <c:pt idx="460">
                  <c:v>45936</c:v>
                </c:pt>
                <c:pt idx="461">
                  <c:v>45937</c:v>
                </c:pt>
                <c:pt idx="462">
                  <c:v>45938</c:v>
                </c:pt>
                <c:pt idx="463">
                  <c:v>45939</c:v>
                </c:pt>
                <c:pt idx="464">
                  <c:v>45940</c:v>
                </c:pt>
                <c:pt idx="465">
                  <c:v>45943</c:v>
                </c:pt>
                <c:pt idx="466">
                  <c:v>45944</c:v>
                </c:pt>
                <c:pt idx="467">
                  <c:v>45945</c:v>
                </c:pt>
                <c:pt idx="468">
                  <c:v>45946</c:v>
                </c:pt>
                <c:pt idx="469">
                  <c:v>45947</c:v>
                </c:pt>
                <c:pt idx="470">
                  <c:v>45950</c:v>
                </c:pt>
                <c:pt idx="471">
                  <c:v>45951</c:v>
                </c:pt>
                <c:pt idx="472">
                  <c:v>45952</c:v>
                </c:pt>
                <c:pt idx="473">
                  <c:v>45953</c:v>
                </c:pt>
                <c:pt idx="474">
                  <c:v>45954</c:v>
                </c:pt>
                <c:pt idx="475">
                  <c:v>45957</c:v>
                </c:pt>
                <c:pt idx="476">
                  <c:v>45958</c:v>
                </c:pt>
                <c:pt idx="477">
                  <c:v>45959</c:v>
                </c:pt>
                <c:pt idx="478">
                  <c:v>45960</c:v>
                </c:pt>
                <c:pt idx="479">
                  <c:v>45961</c:v>
                </c:pt>
                <c:pt idx="480">
                  <c:v>45964</c:v>
                </c:pt>
                <c:pt idx="481">
                  <c:v>45965</c:v>
                </c:pt>
                <c:pt idx="482">
                  <c:v>45966</c:v>
                </c:pt>
                <c:pt idx="483">
                  <c:v>45967</c:v>
                </c:pt>
                <c:pt idx="484">
                  <c:v>45968</c:v>
                </c:pt>
                <c:pt idx="485">
                  <c:v>45971</c:v>
                </c:pt>
                <c:pt idx="486">
                  <c:v>45972</c:v>
                </c:pt>
                <c:pt idx="487">
                  <c:v>45973</c:v>
                </c:pt>
                <c:pt idx="488">
                  <c:v>45974</c:v>
                </c:pt>
                <c:pt idx="489">
                  <c:v>45975</c:v>
                </c:pt>
                <c:pt idx="490">
                  <c:v>45978</c:v>
                </c:pt>
                <c:pt idx="491">
                  <c:v>45979</c:v>
                </c:pt>
                <c:pt idx="492">
                  <c:v>45980</c:v>
                </c:pt>
                <c:pt idx="493">
                  <c:v>45981</c:v>
                </c:pt>
                <c:pt idx="494">
                  <c:v>45982</c:v>
                </c:pt>
                <c:pt idx="495">
                  <c:v>45985</c:v>
                </c:pt>
                <c:pt idx="496">
                  <c:v>45986</c:v>
                </c:pt>
                <c:pt idx="497">
                  <c:v>45987</c:v>
                </c:pt>
                <c:pt idx="498">
                  <c:v>45988</c:v>
                </c:pt>
                <c:pt idx="499">
                  <c:v>45989</c:v>
                </c:pt>
                <c:pt idx="500">
                  <c:v>45992</c:v>
                </c:pt>
                <c:pt idx="501">
                  <c:v>45993</c:v>
                </c:pt>
                <c:pt idx="502">
                  <c:v>45994</c:v>
                </c:pt>
                <c:pt idx="503">
                  <c:v>45995</c:v>
                </c:pt>
                <c:pt idx="504">
                  <c:v>45996</c:v>
                </c:pt>
                <c:pt idx="505">
                  <c:v>45999</c:v>
                </c:pt>
                <c:pt idx="506">
                  <c:v>46000</c:v>
                </c:pt>
                <c:pt idx="507">
                  <c:v>46001</c:v>
                </c:pt>
                <c:pt idx="508">
                  <c:v>46002</c:v>
                </c:pt>
                <c:pt idx="509">
                  <c:v>46003</c:v>
                </c:pt>
                <c:pt idx="510">
                  <c:v>46006</c:v>
                </c:pt>
                <c:pt idx="511">
                  <c:v>46007</c:v>
                </c:pt>
                <c:pt idx="512">
                  <c:v>46008</c:v>
                </c:pt>
                <c:pt idx="513">
                  <c:v>46009</c:v>
                </c:pt>
                <c:pt idx="514">
                  <c:v>46010</c:v>
                </c:pt>
                <c:pt idx="515">
                  <c:v>46013</c:v>
                </c:pt>
                <c:pt idx="516">
                  <c:v>46014</c:v>
                </c:pt>
                <c:pt idx="517">
                  <c:v>46015</c:v>
                </c:pt>
                <c:pt idx="518">
                  <c:v>46016</c:v>
                </c:pt>
                <c:pt idx="519">
                  <c:v>46017</c:v>
                </c:pt>
                <c:pt idx="520">
                  <c:v>46020</c:v>
                </c:pt>
                <c:pt idx="521">
                  <c:v>46021</c:v>
                </c:pt>
                <c:pt idx="522">
                  <c:v>46022</c:v>
                </c:pt>
                <c:pt idx="523">
                  <c:v>46023</c:v>
                </c:pt>
                <c:pt idx="524">
                  <c:v>46024</c:v>
                </c:pt>
                <c:pt idx="525">
                  <c:v>46027</c:v>
                </c:pt>
                <c:pt idx="526">
                  <c:v>46028</c:v>
                </c:pt>
                <c:pt idx="527">
                  <c:v>46029</c:v>
                </c:pt>
                <c:pt idx="528">
                  <c:v>46030</c:v>
                </c:pt>
                <c:pt idx="529">
                  <c:v>46031</c:v>
                </c:pt>
                <c:pt idx="530">
                  <c:v>46034</c:v>
                </c:pt>
                <c:pt idx="531">
                  <c:v>46035</c:v>
                </c:pt>
                <c:pt idx="532">
                  <c:v>46036</c:v>
                </c:pt>
                <c:pt idx="533">
                  <c:v>46037</c:v>
                </c:pt>
                <c:pt idx="534">
                  <c:v>46038</c:v>
                </c:pt>
                <c:pt idx="535">
                  <c:v>46041</c:v>
                </c:pt>
                <c:pt idx="536">
                  <c:v>46042</c:v>
                </c:pt>
                <c:pt idx="537">
                  <c:v>46043</c:v>
                </c:pt>
                <c:pt idx="538">
                  <c:v>46044</c:v>
                </c:pt>
                <c:pt idx="539">
                  <c:v>46045</c:v>
                </c:pt>
                <c:pt idx="540">
                  <c:v>46048</c:v>
                </c:pt>
                <c:pt idx="541">
                  <c:v>46049</c:v>
                </c:pt>
                <c:pt idx="542">
                  <c:v>46050</c:v>
                </c:pt>
                <c:pt idx="543">
                  <c:v>46051</c:v>
                </c:pt>
                <c:pt idx="544">
                  <c:v>46052</c:v>
                </c:pt>
                <c:pt idx="545">
                  <c:v>46055</c:v>
                </c:pt>
                <c:pt idx="546">
                  <c:v>46056</c:v>
                </c:pt>
                <c:pt idx="547">
                  <c:v>46057</c:v>
                </c:pt>
                <c:pt idx="548">
                  <c:v>46058</c:v>
                </c:pt>
                <c:pt idx="549">
                  <c:v>46059</c:v>
                </c:pt>
                <c:pt idx="550">
                  <c:v>46062</c:v>
                </c:pt>
                <c:pt idx="551">
                  <c:v>46063</c:v>
                </c:pt>
                <c:pt idx="552">
                  <c:v>46064</c:v>
                </c:pt>
                <c:pt idx="553">
                  <c:v>46065</c:v>
                </c:pt>
                <c:pt idx="554">
                  <c:v>46066</c:v>
                </c:pt>
                <c:pt idx="555">
                  <c:v>46069</c:v>
                </c:pt>
                <c:pt idx="556">
                  <c:v>46070</c:v>
                </c:pt>
                <c:pt idx="557">
                  <c:v>46071</c:v>
                </c:pt>
                <c:pt idx="558">
                  <c:v>46072</c:v>
                </c:pt>
                <c:pt idx="559">
                  <c:v>46073</c:v>
                </c:pt>
                <c:pt idx="560">
                  <c:v>46076</c:v>
                </c:pt>
                <c:pt idx="561">
                  <c:v>46077</c:v>
                </c:pt>
                <c:pt idx="562">
                  <c:v>46078</c:v>
                </c:pt>
                <c:pt idx="563">
                  <c:v>46079</c:v>
                </c:pt>
                <c:pt idx="564">
                  <c:v>46080</c:v>
                </c:pt>
                <c:pt idx="565">
                  <c:v>46083</c:v>
                </c:pt>
                <c:pt idx="566">
                  <c:v>46084</c:v>
                </c:pt>
                <c:pt idx="567">
                  <c:v>46085</c:v>
                </c:pt>
                <c:pt idx="568">
                  <c:v>46086</c:v>
                </c:pt>
                <c:pt idx="569">
                  <c:v>46087</c:v>
                </c:pt>
                <c:pt idx="570">
                  <c:v>46090</c:v>
                </c:pt>
                <c:pt idx="571">
                  <c:v>46091</c:v>
                </c:pt>
                <c:pt idx="572">
                  <c:v>46092</c:v>
                </c:pt>
                <c:pt idx="573">
                  <c:v>46093</c:v>
                </c:pt>
                <c:pt idx="574">
                  <c:v>46094</c:v>
                </c:pt>
                <c:pt idx="575">
                  <c:v>46097</c:v>
                </c:pt>
                <c:pt idx="576">
                  <c:v>46098</c:v>
                </c:pt>
                <c:pt idx="577">
                  <c:v>46099</c:v>
                </c:pt>
                <c:pt idx="578">
                  <c:v>46100</c:v>
                </c:pt>
                <c:pt idx="579">
                  <c:v>46101</c:v>
                </c:pt>
                <c:pt idx="580">
                  <c:v>46104</c:v>
                </c:pt>
                <c:pt idx="581">
                  <c:v>46105</c:v>
                </c:pt>
                <c:pt idx="582">
                  <c:v>46106</c:v>
                </c:pt>
                <c:pt idx="583">
                  <c:v>46107</c:v>
                </c:pt>
                <c:pt idx="584">
                  <c:v>46108</c:v>
                </c:pt>
                <c:pt idx="585">
                  <c:v>46111</c:v>
                </c:pt>
                <c:pt idx="586">
                  <c:v>46112</c:v>
                </c:pt>
                <c:pt idx="587">
                  <c:v>46113</c:v>
                </c:pt>
                <c:pt idx="588">
                  <c:v>46114</c:v>
                </c:pt>
                <c:pt idx="589">
                  <c:v>46115</c:v>
                </c:pt>
                <c:pt idx="590">
                  <c:v>46118</c:v>
                </c:pt>
                <c:pt idx="591">
                  <c:v>46119</c:v>
                </c:pt>
                <c:pt idx="592">
                  <c:v>46120</c:v>
                </c:pt>
                <c:pt idx="593">
                  <c:v>46121</c:v>
                </c:pt>
                <c:pt idx="594">
                  <c:v>46122</c:v>
                </c:pt>
                <c:pt idx="595">
                  <c:v>46125</c:v>
                </c:pt>
                <c:pt idx="596">
                  <c:v>46126</c:v>
                </c:pt>
                <c:pt idx="597">
                  <c:v>46127</c:v>
                </c:pt>
                <c:pt idx="598">
                  <c:v>46128</c:v>
                </c:pt>
                <c:pt idx="599">
                  <c:v>46129</c:v>
                </c:pt>
                <c:pt idx="600">
                  <c:v>46132</c:v>
                </c:pt>
                <c:pt idx="601">
                  <c:v>46133</c:v>
                </c:pt>
                <c:pt idx="602">
                  <c:v>46134</c:v>
                </c:pt>
                <c:pt idx="603">
                  <c:v>46135</c:v>
                </c:pt>
                <c:pt idx="604">
                  <c:v>46136</c:v>
                </c:pt>
                <c:pt idx="605">
                  <c:v>46139</c:v>
                </c:pt>
                <c:pt idx="606">
                  <c:v>46140</c:v>
                </c:pt>
                <c:pt idx="607">
                  <c:v>46141</c:v>
                </c:pt>
                <c:pt idx="608">
                  <c:v>46142</c:v>
                </c:pt>
                <c:pt idx="609">
                  <c:v>46143</c:v>
                </c:pt>
                <c:pt idx="610">
                  <c:v>46146</c:v>
                </c:pt>
                <c:pt idx="611">
                  <c:v>46147</c:v>
                </c:pt>
                <c:pt idx="612">
                  <c:v>46148</c:v>
                </c:pt>
                <c:pt idx="613">
                  <c:v>46149</c:v>
                </c:pt>
                <c:pt idx="614">
                  <c:v>46150</c:v>
                </c:pt>
                <c:pt idx="615">
                  <c:v>46153</c:v>
                </c:pt>
                <c:pt idx="616">
                  <c:v>46154</c:v>
                </c:pt>
                <c:pt idx="617">
                  <c:v>46155</c:v>
                </c:pt>
                <c:pt idx="618">
                  <c:v>46156</c:v>
                </c:pt>
                <c:pt idx="619">
                  <c:v>46157</c:v>
                </c:pt>
                <c:pt idx="620">
                  <c:v>46160</c:v>
                </c:pt>
                <c:pt idx="621">
                  <c:v>46161</c:v>
                </c:pt>
                <c:pt idx="622">
                  <c:v>46162</c:v>
                </c:pt>
                <c:pt idx="623">
                  <c:v>46163</c:v>
                </c:pt>
                <c:pt idx="624">
                  <c:v>46164</c:v>
                </c:pt>
                <c:pt idx="625">
                  <c:v>46167</c:v>
                </c:pt>
                <c:pt idx="626">
                  <c:v>46168</c:v>
                </c:pt>
                <c:pt idx="627">
                  <c:v>46169</c:v>
                </c:pt>
                <c:pt idx="628">
                  <c:v>46170</c:v>
                </c:pt>
                <c:pt idx="629">
                  <c:v>46171</c:v>
                </c:pt>
                <c:pt idx="630">
                  <c:v>46174</c:v>
                </c:pt>
                <c:pt idx="631">
                  <c:v>46175</c:v>
                </c:pt>
                <c:pt idx="632">
                  <c:v>46176</c:v>
                </c:pt>
                <c:pt idx="633">
                  <c:v>46177</c:v>
                </c:pt>
                <c:pt idx="634">
                  <c:v>46178</c:v>
                </c:pt>
              </c:numCache>
            </c:numRef>
          </c:cat>
          <c:val>
            <c:numRef>
              <c:f>'2026企业融资成本 PE'!$I$2:$I$636</c:f>
              <c:numCache>
                <c:formatCode>0.00</c:formatCode>
                <c:ptCount val="635"/>
                <c:pt idx="1">
                  <c:v>5.57</c:v>
                </c:pt>
                <c:pt idx="2">
                  <c:v>5.57</c:v>
                </c:pt>
                <c:pt idx="3">
                  <c:v>5.64</c:v>
                </c:pt>
                <c:pt idx="4">
                  <c:v>5.7</c:v>
                </c:pt>
                <c:pt idx="5">
                  <c:v>5.66</c:v>
                </c:pt>
                <c:pt idx="6">
                  <c:v>5.65</c:v>
                </c:pt>
                <c:pt idx="7">
                  <c:v>5.63</c:v>
                </c:pt>
                <c:pt idx="8">
                  <c:v>5.61</c:v>
                </c:pt>
                <c:pt idx="9">
                  <c:v>5.6</c:v>
                </c:pt>
                <c:pt idx="11">
                  <c:v>5.72</c:v>
                </c:pt>
                <c:pt idx="12">
                  <c:v>5.73</c:v>
                </c:pt>
                <c:pt idx="13">
                  <c:v>5.76</c:v>
                </c:pt>
                <c:pt idx="14">
                  <c:v>5.74</c:v>
                </c:pt>
                <c:pt idx="15">
                  <c:v>5.7</c:v>
                </c:pt>
                <c:pt idx="16">
                  <c:v>5.76</c:v>
                </c:pt>
                <c:pt idx="17">
                  <c:v>5.79</c:v>
                </c:pt>
                <c:pt idx="18">
                  <c:v>5.74</c:v>
                </c:pt>
                <c:pt idx="19">
                  <c:v>5.73</c:v>
                </c:pt>
                <c:pt idx="20">
                  <c:v>5.68</c:v>
                </c:pt>
                <c:pt idx="21">
                  <c:v>5.64</c:v>
                </c:pt>
                <c:pt idx="22">
                  <c:v>5.6</c:v>
                </c:pt>
                <c:pt idx="23">
                  <c:v>5.5</c:v>
                </c:pt>
                <c:pt idx="24">
                  <c:v>5.62</c:v>
                </c:pt>
                <c:pt idx="25">
                  <c:v>5.73</c:v>
                </c:pt>
                <c:pt idx="26">
                  <c:v>5.67</c:v>
                </c:pt>
                <c:pt idx="27">
                  <c:v>5.69</c:v>
                </c:pt>
                <c:pt idx="28">
                  <c:v>5.75</c:v>
                </c:pt>
                <c:pt idx="29">
                  <c:v>5.76</c:v>
                </c:pt>
                <c:pt idx="30">
                  <c:v>5.75</c:v>
                </c:pt>
                <c:pt idx="31">
                  <c:v>5.85</c:v>
                </c:pt>
                <c:pt idx="32">
                  <c:v>5.83</c:v>
                </c:pt>
                <c:pt idx="33">
                  <c:v>5.81</c:v>
                </c:pt>
                <c:pt idx="34">
                  <c:v>5.83</c:v>
                </c:pt>
                <c:pt idx="36">
                  <c:v>5.83</c:v>
                </c:pt>
                <c:pt idx="37">
                  <c:v>5.86</c:v>
                </c:pt>
                <c:pt idx="38">
                  <c:v>5.82</c:v>
                </c:pt>
                <c:pt idx="39">
                  <c:v>5.75</c:v>
                </c:pt>
                <c:pt idx="40">
                  <c:v>5.81</c:v>
                </c:pt>
                <c:pt idx="41">
                  <c:v>5.84</c:v>
                </c:pt>
                <c:pt idx="42">
                  <c:v>5.82</c:v>
                </c:pt>
                <c:pt idx="43">
                  <c:v>5.8</c:v>
                </c:pt>
                <c:pt idx="44">
                  <c:v>5.76</c:v>
                </c:pt>
                <c:pt idx="45">
                  <c:v>5.79</c:v>
                </c:pt>
                <c:pt idx="46">
                  <c:v>5.72</c:v>
                </c:pt>
                <c:pt idx="47">
                  <c:v>5.68</c:v>
                </c:pt>
                <c:pt idx="48">
                  <c:v>5.68</c:v>
                </c:pt>
                <c:pt idx="49">
                  <c:v>5.68</c:v>
                </c:pt>
                <c:pt idx="50">
                  <c:v>5.69</c:v>
                </c:pt>
                <c:pt idx="51">
                  <c:v>5.71</c:v>
                </c:pt>
                <c:pt idx="52">
                  <c:v>5.74</c:v>
                </c:pt>
                <c:pt idx="53">
                  <c:v>5.82</c:v>
                </c:pt>
                <c:pt idx="54">
                  <c:v>5.8</c:v>
                </c:pt>
                <c:pt idx="55">
                  <c:v>5.83</c:v>
                </c:pt>
                <c:pt idx="56">
                  <c:v>5.8</c:v>
                </c:pt>
                <c:pt idx="57">
                  <c:v>5.83</c:v>
                </c:pt>
                <c:pt idx="58">
                  <c:v>5.8</c:v>
                </c:pt>
                <c:pt idx="59">
                  <c:v>5.75</c:v>
                </c:pt>
                <c:pt idx="60">
                  <c:v>5.78</c:v>
                </c:pt>
                <c:pt idx="61">
                  <c:v>5.77</c:v>
                </c:pt>
                <c:pt idx="62">
                  <c:v>5.74</c:v>
                </c:pt>
                <c:pt idx="63">
                  <c:v>5.7</c:v>
                </c:pt>
                <c:pt idx="65">
                  <c:v>5.82</c:v>
                </c:pt>
                <c:pt idx="66">
                  <c:v>5.87</c:v>
                </c:pt>
                <c:pt idx="67">
                  <c:v>5.85</c:v>
                </c:pt>
                <c:pt idx="68">
                  <c:v>5.82</c:v>
                </c:pt>
                <c:pt idx="69">
                  <c:v>5.88</c:v>
                </c:pt>
                <c:pt idx="70">
                  <c:v>5.88</c:v>
                </c:pt>
                <c:pt idx="71">
                  <c:v>5.8</c:v>
                </c:pt>
                <c:pt idx="72">
                  <c:v>5.95</c:v>
                </c:pt>
                <c:pt idx="73">
                  <c:v>5.97</c:v>
                </c:pt>
                <c:pt idx="74">
                  <c:v>5.95</c:v>
                </c:pt>
                <c:pt idx="75">
                  <c:v>6.09</c:v>
                </c:pt>
                <c:pt idx="76">
                  <c:v>6.13</c:v>
                </c:pt>
                <c:pt idx="77">
                  <c:v>6.07</c:v>
                </c:pt>
                <c:pt idx="78">
                  <c:v>6.11</c:v>
                </c:pt>
                <c:pt idx="79">
                  <c:v>6.08</c:v>
                </c:pt>
                <c:pt idx="80">
                  <c:v>6.08</c:v>
                </c:pt>
                <c:pt idx="81">
                  <c:v>6.07</c:v>
                </c:pt>
                <c:pt idx="82">
                  <c:v>6.13</c:v>
                </c:pt>
                <c:pt idx="83">
                  <c:v>6.17</c:v>
                </c:pt>
                <c:pt idx="84">
                  <c:v>6.12</c:v>
                </c:pt>
                <c:pt idx="85">
                  <c:v>6.08</c:v>
                </c:pt>
                <c:pt idx="86">
                  <c:v>6.13</c:v>
                </c:pt>
                <c:pt idx="87">
                  <c:v>6.06</c:v>
                </c:pt>
                <c:pt idx="88">
                  <c:v>6.05</c:v>
                </c:pt>
                <c:pt idx="89">
                  <c:v>5.99</c:v>
                </c:pt>
                <c:pt idx="90">
                  <c:v>5.96</c:v>
                </c:pt>
                <c:pt idx="91">
                  <c:v>5.92</c:v>
                </c:pt>
                <c:pt idx="92">
                  <c:v>5.95</c:v>
                </c:pt>
                <c:pt idx="93">
                  <c:v>5.93</c:v>
                </c:pt>
                <c:pt idx="94">
                  <c:v>5.98</c:v>
                </c:pt>
                <c:pt idx="95">
                  <c:v>5.96</c:v>
                </c:pt>
                <c:pt idx="96">
                  <c:v>5.93</c:v>
                </c:pt>
                <c:pt idx="97">
                  <c:v>5.85</c:v>
                </c:pt>
                <c:pt idx="98">
                  <c:v>5.85</c:v>
                </c:pt>
                <c:pt idx="99">
                  <c:v>5.9</c:v>
                </c:pt>
                <c:pt idx="100">
                  <c:v>5.91</c:v>
                </c:pt>
                <c:pt idx="101">
                  <c:v>5.89</c:v>
                </c:pt>
                <c:pt idx="102">
                  <c:v>5.89</c:v>
                </c:pt>
                <c:pt idx="103">
                  <c:v>5.92</c:v>
                </c:pt>
                <c:pt idx="104">
                  <c:v>5.92</c:v>
                </c:pt>
                <c:pt idx="106">
                  <c:v>5.99</c:v>
                </c:pt>
                <c:pt idx="107">
                  <c:v>6.08</c:v>
                </c:pt>
                <c:pt idx="108">
                  <c:v>6.01</c:v>
                </c:pt>
                <c:pt idx="109">
                  <c:v>5.97</c:v>
                </c:pt>
                <c:pt idx="110">
                  <c:v>5.88</c:v>
                </c:pt>
                <c:pt idx="111">
                  <c:v>5.82</c:v>
                </c:pt>
                <c:pt idx="112">
                  <c:v>5.82</c:v>
                </c:pt>
                <c:pt idx="113">
                  <c:v>5.78</c:v>
                </c:pt>
                <c:pt idx="114">
                  <c:v>5.89</c:v>
                </c:pt>
                <c:pt idx="115">
                  <c:v>5.93</c:v>
                </c:pt>
                <c:pt idx="116">
                  <c:v>5.87</c:v>
                </c:pt>
                <c:pt idx="117">
                  <c:v>5.79</c:v>
                </c:pt>
                <c:pt idx="118">
                  <c:v>5.75</c:v>
                </c:pt>
                <c:pt idx="119">
                  <c:v>5.73</c:v>
                </c:pt>
                <c:pt idx="120">
                  <c:v>5.8</c:v>
                </c:pt>
                <c:pt idx="121">
                  <c:v>5.74</c:v>
                </c:pt>
                <c:pt idx="123">
                  <c:v>5.79</c:v>
                </c:pt>
                <c:pt idx="124">
                  <c:v>5.8</c:v>
                </c:pt>
                <c:pt idx="125">
                  <c:v>5.78</c:v>
                </c:pt>
                <c:pt idx="126">
                  <c:v>5.78</c:v>
                </c:pt>
                <c:pt idx="127">
                  <c:v>5.87</c:v>
                </c:pt>
                <c:pt idx="128">
                  <c:v>5.84</c:v>
                </c:pt>
                <c:pt idx="129">
                  <c:v>5.91</c:v>
                </c:pt>
                <c:pt idx="130">
                  <c:v>6.03</c:v>
                </c:pt>
                <c:pt idx="131">
                  <c:v>5.99</c:v>
                </c:pt>
                <c:pt idx="132">
                  <c:v>5.89</c:v>
                </c:pt>
                <c:pt idx="134">
                  <c:v>5.84</c:v>
                </c:pt>
                <c:pt idx="135">
                  <c:v>5.82</c:v>
                </c:pt>
                <c:pt idx="136">
                  <c:v>5.86</c:v>
                </c:pt>
                <c:pt idx="137">
                  <c:v>5.84</c:v>
                </c:pt>
                <c:pt idx="138">
                  <c:v>5.78</c:v>
                </c:pt>
                <c:pt idx="139">
                  <c:v>5.76</c:v>
                </c:pt>
                <c:pt idx="140">
                  <c:v>5.81</c:v>
                </c:pt>
                <c:pt idx="141">
                  <c:v>5.73</c:v>
                </c:pt>
                <c:pt idx="142">
                  <c:v>5.72</c:v>
                </c:pt>
                <c:pt idx="143">
                  <c:v>5.77</c:v>
                </c:pt>
                <c:pt idx="144">
                  <c:v>5.82</c:v>
                </c:pt>
                <c:pt idx="145">
                  <c:v>5.84</c:v>
                </c:pt>
                <c:pt idx="146">
                  <c:v>5.84</c:v>
                </c:pt>
                <c:pt idx="147">
                  <c:v>5.93</c:v>
                </c:pt>
                <c:pt idx="148">
                  <c:v>5.89</c:v>
                </c:pt>
                <c:pt idx="149">
                  <c:v>5.85</c:v>
                </c:pt>
                <c:pt idx="150">
                  <c:v>5.83</c:v>
                </c:pt>
                <c:pt idx="151">
                  <c:v>5.8</c:v>
                </c:pt>
                <c:pt idx="152">
                  <c:v>5.77</c:v>
                </c:pt>
                <c:pt idx="153">
                  <c:v>5.7</c:v>
                </c:pt>
                <c:pt idx="154">
                  <c:v>5.6</c:v>
                </c:pt>
                <c:pt idx="155">
                  <c:v>5.63</c:v>
                </c:pt>
                <c:pt idx="156">
                  <c:v>5.68</c:v>
                </c:pt>
                <c:pt idx="157">
                  <c:v>5.76</c:v>
                </c:pt>
                <c:pt idx="158">
                  <c:v>5.77</c:v>
                </c:pt>
                <c:pt idx="159">
                  <c:v>5.71</c:v>
                </c:pt>
                <c:pt idx="160">
                  <c:v>5.68</c:v>
                </c:pt>
                <c:pt idx="161">
                  <c:v>5.65</c:v>
                </c:pt>
                <c:pt idx="162">
                  <c:v>5.57</c:v>
                </c:pt>
                <c:pt idx="163">
                  <c:v>5.6</c:v>
                </c:pt>
                <c:pt idx="164">
                  <c:v>5.58</c:v>
                </c:pt>
                <c:pt idx="165">
                  <c:v>5.54</c:v>
                </c:pt>
                <c:pt idx="166">
                  <c:v>5.51</c:v>
                </c:pt>
                <c:pt idx="167">
                  <c:v>5.48</c:v>
                </c:pt>
                <c:pt idx="168">
                  <c:v>5.56</c:v>
                </c:pt>
                <c:pt idx="169">
                  <c:v>5.51</c:v>
                </c:pt>
                <c:pt idx="170">
                  <c:v>5.52</c:v>
                </c:pt>
                <c:pt idx="171">
                  <c:v>5.54</c:v>
                </c:pt>
                <c:pt idx="172">
                  <c:v>5.55</c:v>
                </c:pt>
                <c:pt idx="173">
                  <c:v>5.56</c:v>
                </c:pt>
                <c:pt idx="174">
                  <c:v>5.6</c:v>
                </c:pt>
                <c:pt idx="176">
                  <c:v>5.57</c:v>
                </c:pt>
                <c:pt idx="177">
                  <c:v>5.5</c:v>
                </c:pt>
                <c:pt idx="178">
                  <c:v>5.46</c:v>
                </c:pt>
                <c:pt idx="179">
                  <c:v>5.45</c:v>
                </c:pt>
                <c:pt idx="180">
                  <c:v>5.43</c:v>
                </c:pt>
                <c:pt idx="181">
                  <c:v>5.39</c:v>
                </c:pt>
                <c:pt idx="182">
                  <c:v>5.4</c:v>
                </c:pt>
                <c:pt idx="183">
                  <c:v>5.42</c:v>
                </c:pt>
                <c:pt idx="184">
                  <c:v>5.38</c:v>
                </c:pt>
                <c:pt idx="185">
                  <c:v>5.33</c:v>
                </c:pt>
                <c:pt idx="186">
                  <c:v>5.33</c:v>
                </c:pt>
                <c:pt idx="187">
                  <c:v>5.37</c:v>
                </c:pt>
                <c:pt idx="188">
                  <c:v>5.4</c:v>
                </c:pt>
                <c:pt idx="189">
                  <c:v>5.4</c:v>
                </c:pt>
                <c:pt idx="190">
                  <c:v>5.4</c:v>
                </c:pt>
                <c:pt idx="191">
                  <c:v>5.4</c:v>
                </c:pt>
                <c:pt idx="192">
                  <c:v>5.44</c:v>
                </c:pt>
                <c:pt idx="193">
                  <c:v>5.44</c:v>
                </c:pt>
                <c:pt idx="194">
                  <c:v>5.41</c:v>
                </c:pt>
                <c:pt idx="195">
                  <c:v>5.44</c:v>
                </c:pt>
                <c:pt idx="196">
                  <c:v>5.39</c:v>
                </c:pt>
                <c:pt idx="197">
                  <c:v>5.43</c:v>
                </c:pt>
                <c:pt idx="198">
                  <c:v>5.47</c:v>
                </c:pt>
                <c:pt idx="199">
                  <c:v>5.55</c:v>
                </c:pt>
                <c:pt idx="200">
                  <c:v>5.57</c:v>
                </c:pt>
                <c:pt idx="201">
                  <c:v>5.59</c:v>
                </c:pt>
                <c:pt idx="202">
                  <c:v>5.6</c:v>
                </c:pt>
                <c:pt idx="203">
                  <c:v>5.63</c:v>
                </c:pt>
                <c:pt idx="204">
                  <c:v>5.62</c:v>
                </c:pt>
                <c:pt idx="206">
                  <c:v>5.56</c:v>
                </c:pt>
                <c:pt idx="207">
                  <c:v>5.53</c:v>
                </c:pt>
                <c:pt idx="208">
                  <c:v>5.62</c:v>
                </c:pt>
                <c:pt idx="209">
                  <c:v>5.61</c:v>
                </c:pt>
                <c:pt idx="210">
                  <c:v>5.73</c:v>
                </c:pt>
                <c:pt idx="211">
                  <c:v>5.75</c:v>
                </c:pt>
                <c:pt idx="212">
                  <c:v>5.78</c:v>
                </c:pt>
                <c:pt idx="213">
                  <c:v>5.73</c:v>
                </c:pt>
                <c:pt idx="214">
                  <c:v>5.76</c:v>
                </c:pt>
                <c:pt idx="215">
                  <c:v>5.79</c:v>
                </c:pt>
                <c:pt idx="216">
                  <c:v>5.77</c:v>
                </c:pt>
                <c:pt idx="217">
                  <c:v>5.73</c:v>
                </c:pt>
                <c:pt idx="218">
                  <c:v>5.74</c:v>
                </c:pt>
                <c:pt idx="219">
                  <c:v>5.83</c:v>
                </c:pt>
                <c:pt idx="220">
                  <c:v>5.77</c:v>
                </c:pt>
                <c:pt idx="221">
                  <c:v>5.71</c:v>
                </c:pt>
                <c:pt idx="222">
                  <c:v>5.82</c:v>
                </c:pt>
                <c:pt idx="223">
                  <c:v>5.75</c:v>
                </c:pt>
                <c:pt idx="224">
                  <c:v>5.68</c:v>
                </c:pt>
                <c:pt idx="226">
                  <c:v>5.79</c:v>
                </c:pt>
                <c:pt idx="227">
                  <c:v>5.85</c:v>
                </c:pt>
                <c:pt idx="228">
                  <c:v>5.82</c:v>
                </c:pt>
                <c:pt idx="229">
                  <c:v>5.84</c:v>
                </c:pt>
                <c:pt idx="230">
                  <c:v>5.84</c:v>
                </c:pt>
                <c:pt idx="231">
                  <c:v>5.81</c:v>
                </c:pt>
                <c:pt idx="232">
                  <c:v>5.84</c:v>
                </c:pt>
                <c:pt idx="233">
                  <c:v>5.86</c:v>
                </c:pt>
                <c:pt idx="234">
                  <c:v>5.84</c:v>
                </c:pt>
                <c:pt idx="235">
                  <c:v>5.69</c:v>
                </c:pt>
                <c:pt idx="236">
                  <c:v>5.73</c:v>
                </c:pt>
                <c:pt idx="237">
                  <c:v>5.68</c:v>
                </c:pt>
                <c:pt idx="239">
                  <c:v>5.62</c:v>
                </c:pt>
                <c:pt idx="240">
                  <c:v>5.6</c:v>
                </c:pt>
                <c:pt idx="241">
                  <c:v>5.63</c:v>
                </c:pt>
                <c:pt idx="242">
                  <c:v>5.58</c:v>
                </c:pt>
                <c:pt idx="243">
                  <c:v>5.57</c:v>
                </c:pt>
                <c:pt idx="244">
                  <c:v>5.57</c:v>
                </c:pt>
                <c:pt idx="245">
                  <c:v>5.62</c:v>
                </c:pt>
                <c:pt idx="246">
                  <c:v>5.63</c:v>
                </c:pt>
                <c:pt idx="247">
                  <c:v>5.68</c:v>
                </c:pt>
                <c:pt idx="248">
                  <c:v>5.76</c:v>
                </c:pt>
                <c:pt idx="249">
                  <c:v>5.82</c:v>
                </c:pt>
                <c:pt idx="250">
                  <c:v>5.81</c:v>
                </c:pt>
                <c:pt idx="251">
                  <c:v>5.79</c:v>
                </c:pt>
                <c:pt idx="252">
                  <c:v>5.87</c:v>
                </c:pt>
                <c:pt idx="253">
                  <c:v>5.97</c:v>
                </c:pt>
                <c:pt idx="254">
                  <c:v>5.95</c:v>
                </c:pt>
                <c:pt idx="255">
                  <c:v>6.01</c:v>
                </c:pt>
                <c:pt idx="256">
                  <c:v>5.98</c:v>
                </c:pt>
                <c:pt idx="258">
                  <c:v>5.98</c:v>
                </c:pt>
                <c:pt idx="259">
                  <c:v>6.02</c:v>
                </c:pt>
                <c:pt idx="260">
                  <c:v>5.98</c:v>
                </c:pt>
                <c:pt idx="261">
                  <c:v>6</c:v>
                </c:pt>
                <c:pt idx="263">
                  <c:v>6.02</c:v>
                </c:pt>
                <c:pt idx="264">
                  <c:v>6.04</c:v>
                </c:pt>
                <c:pt idx="265">
                  <c:v>6.06</c:v>
                </c:pt>
                <c:pt idx="266">
                  <c:v>6.14</c:v>
                </c:pt>
                <c:pt idx="267">
                  <c:v>6.15</c:v>
                </c:pt>
                <c:pt idx="268">
                  <c:v>6.14</c:v>
                </c:pt>
                <c:pt idx="269">
                  <c:v>6.19</c:v>
                </c:pt>
                <c:pt idx="270">
                  <c:v>6.23</c:v>
                </c:pt>
                <c:pt idx="271">
                  <c:v>6.22</c:v>
                </c:pt>
                <c:pt idx="272">
                  <c:v>6.1</c:v>
                </c:pt>
                <c:pt idx="273">
                  <c:v>6.07</c:v>
                </c:pt>
                <c:pt idx="274">
                  <c:v>6.07</c:v>
                </c:pt>
                <c:pt idx="276">
                  <c:v>6.03</c:v>
                </c:pt>
                <c:pt idx="277">
                  <c:v>6.03</c:v>
                </c:pt>
                <c:pt idx="278">
                  <c:v>6.08</c:v>
                </c:pt>
                <c:pt idx="279">
                  <c:v>6.06</c:v>
                </c:pt>
                <c:pt idx="280">
                  <c:v>5.98</c:v>
                </c:pt>
                <c:pt idx="281">
                  <c:v>6</c:v>
                </c:pt>
                <c:pt idx="282">
                  <c:v>6</c:v>
                </c:pt>
                <c:pt idx="283">
                  <c:v>5.97</c:v>
                </c:pt>
                <c:pt idx="284">
                  <c:v>6.03</c:v>
                </c:pt>
                <c:pt idx="285">
                  <c:v>6</c:v>
                </c:pt>
                <c:pt idx="286">
                  <c:v>5.98</c:v>
                </c:pt>
                <c:pt idx="287">
                  <c:v>5.88</c:v>
                </c:pt>
                <c:pt idx="288">
                  <c:v>5.89</c:v>
                </c:pt>
                <c:pt idx="289">
                  <c:v>5.94</c:v>
                </c:pt>
                <c:pt idx="290">
                  <c:v>5.96</c:v>
                </c:pt>
                <c:pt idx="291">
                  <c:v>6</c:v>
                </c:pt>
                <c:pt idx="292">
                  <c:v>6.07</c:v>
                </c:pt>
                <c:pt idx="293">
                  <c:v>5.96</c:v>
                </c:pt>
                <c:pt idx="294">
                  <c:v>5.93</c:v>
                </c:pt>
                <c:pt idx="296">
                  <c:v>5.99</c:v>
                </c:pt>
                <c:pt idx="297">
                  <c:v>5.99</c:v>
                </c:pt>
                <c:pt idx="298">
                  <c:v>5.97</c:v>
                </c:pt>
                <c:pt idx="299">
                  <c:v>5.91</c:v>
                </c:pt>
                <c:pt idx="300">
                  <c:v>5.88</c:v>
                </c:pt>
                <c:pt idx="301">
                  <c:v>5.8</c:v>
                </c:pt>
                <c:pt idx="302">
                  <c:v>5.76</c:v>
                </c:pt>
                <c:pt idx="303">
                  <c:v>5.81</c:v>
                </c:pt>
                <c:pt idx="304">
                  <c:v>5.81</c:v>
                </c:pt>
                <c:pt idx="305">
                  <c:v>5.77</c:v>
                </c:pt>
                <c:pt idx="306">
                  <c:v>5.83</c:v>
                </c:pt>
                <c:pt idx="307">
                  <c:v>5.85</c:v>
                </c:pt>
                <c:pt idx="308">
                  <c:v>5.88</c:v>
                </c:pt>
                <c:pt idx="309">
                  <c:v>5.93</c:v>
                </c:pt>
                <c:pt idx="310">
                  <c:v>5.86</c:v>
                </c:pt>
                <c:pt idx="311">
                  <c:v>5.96</c:v>
                </c:pt>
                <c:pt idx="312">
                  <c:v>5.97</c:v>
                </c:pt>
                <c:pt idx="313">
                  <c:v>5.97</c:v>
                </c:pt>
                <c:pt idx="314">
                  <c:v>5.96</c:v>
                </c:pt>
                <c:pt idx="315">
                  <c:v>5.94</c:v>
                </c:pt>
                <c:pt idx="316">
                  <c:v>5.92</c:v>
                </c:pt>
                <c:pt idx="317">
                  <c:v>5.89</c:v>
                </c:pt>
                <c:pt idx="318">
                  <c:v>5.88</c:v>
                </c:pt>
                <c:pt idx="319">
                  <c:v>5.93</c:v>
                </c:pt>
                <c:pt idx="320">
                  <c:v>5.98</c:v>
                </c:pt>
                <c:pt idx="321">
                  <c:v>5.97</c:v>
                </c:pt>
                <c:pt idx="322">
                  <c:v>6.01</c:v>
                </c:pt>
                <c:pt idx="323">
                  <c:v>6.06</c:v>
                </c:pt>
                <c:pt idx="324">
                  <c:v>6</c:v>
                </c:pt>
                <c:pt idx="325">
                  <c:v>5.99</c:v>
                </c:pt>
                <c:pt idx="326">
                  <c:v>5.9</c:v>
                </c:pt>
                <c:pt idx="327">
                  <c:v>5.93</c:v>
                </c:pt>
                <c:pt idx="328">
                  <c:v>5.95</c:v>
                </c:pt>
                <c:pt idx="329">
                  <c:v>5.95</c:v>
                </c:pt>
                <c:pt idx="330">
                  <c:v>6.17</c:v>
                </c:pt>
                <c:pt idx="331">
                  <c:v>6.26</c:v>
                </c:pt>
                <c:pt idx="332">
                  <c:v>6.36</c:v>
                </c:pt>
                <c:pt idx="333">
                  <c:v>6.37</c:v>
                </c:pt>
                <c:pt idx="334">
                  <c:v>6.38</c:v>
                </c:pt>
                <c:pt idx="335">
                  <c:v>6.28</c:v>
                </c:pt>
                <c:pt idx="336">
                  <c:v>6.25</c:v>
                </c:pt>
                <c:pt idx="337">
                  <c:v>6.21</c:v>
                </c:pt>
                <c:pt idx="338">
                  <c:v>6.26</c:v>
                </c:pt>
                <c:pt idx="340">
                  <c:v>6.38</c:v>
                </c:pt>
                <c:pt idx="341">
                  <c:v>6.34</c:v>
                </c:pt>
                <c:pt idx="342">
                  <c:v>6.26</c:v>
                </c:pt>
                <c:pt idx="343">
                  <c:v>6.18</c:v>
                </c:pt>
                <c:pt idx="344">
                  <c:v>6.13</c:v>
                </c:pt>
                <c:pt idx="345">
                  <c:v>6.1</c:v>
                </c:pt>
                <c:pt idx="346">
                  <c:v>6.07</c:v>
                </c:pt>
                <c:pt idx="347">
                  <c:v>6.13</c:v>
                </c:pt>
                <c:pt idx="348">
                  <c:v>6.2</c:v>
                </c:pt>
                <c:pt idx="349">
                  <c:v>6.23</c:v>
                </c:pt>
                <c:pt idx="350">
                  <c:v>6.27</c:v>
                </c:pt>
                <c:pt idx="351">
                  <c:v>6.25</c:v>
                </c:pt>
                <c:pt idx="352">
                  <c:v>6.21</c:v>
                </c:pt>
                <c:pt idx="353">
                  <c:v>6.26</c:v>
                </c:pt>
                <c:pt idx="354">
                  <c:v>6.26</c:v>
                </c:pt>
                <c:pt idx="355">
                  <c:v>6.27</c:v>
                </c:pt>
                <c:pt idx="356">
                  <c:v>6.31</c:v>
                </c:pt>
                <c:pt idx="357">
                  <c:v>6.33</c:v>
                </c:pt>
                <c:pt idx="358">
                  <c:v>6.28</c:v>
                </c:pt>
                <c:pt idx="359">
                  <c:v>6.25</c:v>
                </c:pt>
                <c:pt idx="360">
                  <c:v>6.3</c:v>
                </c:pt>
                <c:pt idx="361">
                  <c:v>6.3</c:v>
                </c:pt>
                <c:pt idx="362">
                  <c:v>6.43</c:v>
                </c:pt>
                <c:pt idx="363">
                  <c:v>6.41</c:v>
                </c:pt>
                <c:pt idx="364">
                  <c:v>6.39</c:v>
                </c:pt>
                <c:pt idx="366">
                  <c:v>6.27</c:v>
                </c:pt>
                <c:pt idx="367">
                  <c:v>6.3</c:v>
                </c:pt>
                <c:pt idx="368">
                  <c:v>6.24</c:v>
                </c:pt>
                <c:pt idx="369">
                  <c:v>6.25</c:v>
                </c:pt>
                <c:pt idx="370">
                  <c:v>6.3</c:v>
                </c:pt>
                <c:pt idx="371">
                  <c:v>6.27</c:v>
                </c:pt>
                <c:pt idx="372">
                  <c:v>6.17</c:v>
                </c:pt>
                <c:pt idx="373">
                  <c:v>6.17</c:v>
                </c:pt>
                <c:pt idx="374">
                  <c:v>6.24</c:v>
                </c:pt>
                <c:pt idx="375">
                  <c:v>6.21</c:v>
                </c:pt>
                <c:pt idx="376">
                  <c:v>6.18</c:v>
                </c:pt>
                <c:pt idx="377">
                  <c:v>6.15</c:v>
                </c:pt>
                <c:pt idx="378">
                  <c:v>6.09</c:v>
                </c:pt>
                <c:pt idx="379">
                  <c:v>6.16</c:v>
                </c:pt>
                <c:pt idx="380">
                  <c:v>6.2</c:v>
                </c:pt>
                <c:pt idx="381">
                  <c:v>6.13</c:v>
                </c:pt>
                <c:pt idx="382">
                  <c:v>6.15</c:v>
                </c:pt>
                <c:pt idx="384">
                  <c:v>6.14</c:v>
                </c:pt>
                <c:pt idx="385">
                  <c:v>6.11</c:v>
                </c:pt>
                <c:pt idx="386">
                  <c:v>6.08</c:v>
                </c:pt>
                <c:pt idx="387">
                  <c:v>6.08</c:v>
                </c:pt>
                <c:pt idx="388">
                  <c:v>6.06</c:v>
                </c:pt>
                <c:pt idx="389">
                  <c:v>6.08</c:v>
                </c:pt>
                <c:pt idx="390">
                  <c:v>5.99</c:v>
                </c:pt>
                <c:pt idx="391">
                  <c:v>5.98</c:v>
                </c:pt>
                <c:pt idx="392">
                  <c:v>6</c:v>
                </c:pt>
                <c:pt idx="393">
                  <c:v>6.02</c:v>
                </c:pt>
                <c:pt idx="395">
                  <c:v>6.11</c:v>
                </c:pt>
                <c:pt idx="396">
                  <c:v>6.13</c:v>
                </c:pt>
                <c:pt idx="397">
                  <c:v>6.07</c:v>
                </c:pt>
                <c:pt idx="398">
                  <c:v>6.05</c:v>
                </c:pt>
                <c:pt idx="399">
                  <c:v>6.15</c:v>
                </c:pt>
                <c:pt idx="400">
                  <c:v>6.16</c:v>
                </c:pt>
                <c:pt idx="401">
                  <c:v>6.2</c:v>
                </c:pt>
                <c:pt idx="402">
                  <c:v>6.19</c:v>
                </c:pt>
                <c:pt idx="403">
                  <c:v>6.18</c:v>
                </c:pt>
                <c:pt idx="404">
                  <c:v>6.17</c:v>
                </c:pt>
                <c:pt idx="405">
                  <c:v>6.11</c:v>
                </c:pt>
                <c:pt idx="406">
                  <c:v>6.08</c:v>
                </c:pt>
                <c:pt idx="407">
                  <c:v>6.11</c:v>
                </c:pt>
                <c:pt idx="408">
                  <c:v>6.11</c:v>
                </c:pt>
                <c:pt idx="409">
                  <c:v>6.09</c:v>
                </c:pt>
                <c:pt idx="410">
                  <c:v>6.11</c:v>
                </c:pt>
                <c:pt idx="411">
                  <c:v>6.04</c:v>
                </c:pt>
                <c:pt idx="412">
                  <c:v>6.07</c:v>
                </c:pt>
                <c:pt idx="413">
                  <c:v>6.04</c:v>
                </c:pt>
                <c:pt idx="414">
                  <c:v>5.98</c:v>
                </c:pt>
                <c:pt idx="415">
                  <c:v>5.96</c:v>
                </c:pt>
                <c:pt idx="416">
                  <c:v>5.94</c:v>
                </c:pt>
                <c:pt idx="417">
                  <c:v>5.97</c:v>
                </c:pt>
                <c:pt idx="418">
                  <c:v>5.97</c:v>
                </c:pt>
                <c:pt idx="419">
                  <c:v>6.01</c:v>
                </c:pt>
                <c:pt idx="420">
                  <c:v>5.99</c:v>
                </c:pt>
                <c:pt idx="421">
                  <c:v>6.02</c:v>
                </c:pt>
                <c:pt idx="422">
                  <c:v>5.95</c:v>
                </c:pt>
                <c:pt idx="423">
                  <c:v>6</c:v>
                </c:pt>
                <c:pt idx="424">
                  <c:v>6.02</c:v>
                </c:pt>
                <c:pt idx="425">
                  <c:v>6.04</c:v>
                </c:pt>
                <c:pt idx="426">
                  <c:v>6.01</c:v>
                </c:pt>
                <c:pt idx="427">
                  <c:v>6.02</c:v>
                </c:pt>
                <c:pt idx="428">
                  <c:v>6.05</c:v>
                </c:pt>
                <c:pt idx="429">
                  <c:v>5.99</c:v>
                </c:pt>
                <c:pt idx="430">
                  <c:v>5.98</c:v>
                </c:pt>
                <c:pt idx="431">
                  <c:v>6.01</c:v>
                </c:pt>
                <c:pt idx="432">
                  <c:v>6.01</c:v>
                </c:pt>
                <c:pt idx="433">
                  <c:v>5.97</c:v>
                </c:pt>
                <c:pt idx="434">
                  <c:v>6.03</c:v>
                </c:pt>
                <c:pt idx="436">
                  <c:v>6.09</c:v>
                </c:pt>
                <c:pt idx="437">
                  <c:v>6</c:v>
                </c:pt>
                <c:pt idx="438">
                  <c:v>5.97</c:v>
                </c:pt>
                <c:pt idx="439">
                  <c:v>5.88</c:v>
                </c:pt>
                <c:pt idx="440">
                  <c:v>5.81</c:v>
                </c:pt>
                <c:pt idx="441">
                  <c:v>5.83</c:v>
                </c:pt>
                <c:pt idx="442">
                  <c:v>5.79</c:v>
                </c:pt>
                <c:pt idx="443">
                  <c:v>5.75</c:v>
                </c:pt>
                <c:pt idx="444">
                  <c:v>5.76</c:v>
                </c:pt>
                <c:pt idx="445">
                  <c:v>5.73</c:v>
                </c:pt>
                <c:pt idx="446">
                  <c:v>5.73</c:v>
                </c:pt>
                <c:pt idx="447">
                  <c:v>5.76</c:v>
                </c:pt>
                <c:pt idx="448">
                  <c:v>5.79</c:v>
                </c:pt>
                <c:pt idx="449">
                  <c:v>5.82</c:v>
                </c:pt>
                <c:pt idx="450">
                  <c:v>5.82</c:v>
                </c:pt>
                <c:pt idx="451">
                  <c:v>5.81</c:v>
                </c:pt>
                <c:pt idx="452">
                  <c:v>5.84</c:v>
                </c:pt>
                <c:pt idx="453">
                  <c:v>5.85</c:v>
                </c:pt>
                <c:pt idx="454">
                  <c:v>5.85</c:v>
                </c:pt>
                <c:pt idx="455">
                  <c:v>5.79</c:v>
                </c:pt>
                <c:pt idx="456">
                  <c:v>5.83</c:v>
                </c:pt>
                <c:pt idx="457">
                  <c:v>5.81</c:v>
                </c:pt>
                <c:pt idx="458">
                  <c:v>5.78</c:v>
                </c:pt>
                <c:pt idx="459">
                  <c:v>5.79</c:v>
                </c:pt>
                <c:pt idx="460">
                  <c:v>5.83</c:v>
                </c:pt>
                <c:pt idx="461">
                  <c:v>5.81</c:v>
                </c:pt>
                <c:pt idx="462">
                  <c:v>5.81</c:v>
                </c:pt>
                <c:pt idx="463">
                  <c:v>5.83</c:v>
                </c:pt>
                <c:pt idx="464">
                  <c:v>5.77</c:v>
                </c:pt>
                <c:pt idx="466">
                  <c:v>5.74</c:v>
                </c:pt>
                <c:pt idx="467">
                  <c:v>5.73</c:v>
                </c:pt>
                <c:pt idx="468">
                  <c:v>5.7</c:v>
                </c:pt>
                <c:pt idx="469">
                  <c:v>5.72</c:v>
                </c:pt>
                <c:pt idx="470">
                  <c:v>5.68</c:v>
                </c:pt>
                <c:pt idx="471">
                  <c:v>5.65</c:v>
                </c:pt>
                <c:pt idx="472">
                  <c:v>5.66</c:v>
                </c:pt>
                <c:pt idx="473">
                  <c:v>5.67</c:v>
                </c:pt>
                <c:pt idx="474">
                  <c:v>5.67</c:v>
                </c:pt>
                <c:pt idx="475">
                  <c:v>5.64</c:v>
                </c:pt>
                <c:pt idx="476">
                  <c:v>5.64</c:v>
                </c:pt>
                <c:pt idx="477">
                  <c:v>5.69</c:v>
                </c:pt>
                <c:pt idx="478">
                  <c:v>5.75</c:v>
                </c:pt>
                <c:pt idx="479">
                  <c:v>5.8</c:v>
                </c:pt>
                <c:pt idx="480">
                  <c:v>5.84</c:v>
                </c:pt>
                <c:pt idx="481">
                  <c:v>5.82</c:v>
                </c:pt>
                <c:pt idx="482">
                  <c:v>5.87</c:v>
                </c:pt>
                <c:pt idx="483">
                  <c:v>5.83</c:v>
                </c:pt>
                <c:pt idx="484">
                  <c:v>5.86</c:v>
                </c:pt>
                <c:pt idx="485">
                  <c:v>5.86</c:v>
                </c:pt>
                <c:pt idx="487">
                  <c:v>5.83</c:v>
                </c:pt>
                <c:pt idx="488">
                  <c:v>5.88</c:v>
                </c:pt>
                <c:pt idx="489">
                  <c:v>5.91</c:v>
                </c:pt>
                <c:pt idx="490">
                  <c:v>5.9</c:v>
                </c:pt>
                <c:pt idx="491">
                  <c:v>5.91</c:v>
                </c:pt>
                <c:pt idx="492">
                  <c:v>5.92</c:v>
                </c:pt>
                <c:pt idx="493">
                  <c:v>5.9</c:v>
                </c:pt>
                <c:pt idx="494">
                  <c:v>5.88</c:v>
                </c:pt>
                <c:pt idx="495">
                  <c:v>5.84</c:v>
                </c:pt>
                <c:pt idx="496">
                  <c:v>5.8</c:v>
                </c:pt>
                <c:pt idx="497">
                  <c:v>5.78</c:v>
                </c:pt>
                <c:pt idx="499">
                  <c:v>5.8</c:v>
                </c:pt>
                <c:pt idx="500">
                  <c:v>5.87</c:v>
                </c:pt>
                <c:pt idx="501">
                  <c:v>5.85</c:v>
                </c:pt>
                <c:pt idx="502">
                  <c:v>5.83</c:v>
                </c:pt>
                <c:pt idx="503">
                  <c:v>5.87</c:v>
                </c:pt>
                <c:pt idx="504">
                  <c:v>5.88</c:v>
                </c:pt>
                <c:pt idx="505">
                  <c:v>5.9</c:v>
                </c:pt>
                <c:pt idx="506">
                  <c:v>5.91</c:v>
                </c:pt>
                <c:pt idx="507">
                  <c:v>5.89</c:v>
                </c:pt>
                <c:pt idx="508">
                  <c:v>5.87</c:v>
                </c:pt>
                <c:pt idx="509">
                  <c:v>5.95</c:v>
                </c:pt>
                <c:pt idx="510">
                  <c:v>5.95</c:v>
                </c:pt>
                <c:pt idx="511">
                  <c:v>5.93</c:v>
                </c:pt>
                <c:pt idx="512">
                  <c:v>5.94</c:v>
                </c:pt>
                <c:pt idx="513">
                  <c:v>5.9</c:v>
                </c:pt>
                <c:pt idx="514">
                  <c:v>5.92</c:v>
                </c:pt>
                <c:pt idx="515">
                  <c:v>5.93</c:v>
                </c:pt>
                <c:pt idx="516">
                  <c:v>5.92</c:v>
                </c:pt>
                <c:pt idx="517">
                  <c:v>5.88</c:v>
                </c:pt>
                <c:pt idx="519">
                  <c:v>5.89</c:v>
                </c:pt>
                <c:pt idx="520">
                  <c:v>5.88</c:v>
                </c:pt>
                <c:pt idx="521">
                  <c:v>5.89</c:v>
                </c:pt>
                <c:pt idx="522">
                  <c:v>5.9</c:v>
                </c:pt>
                <c:pt idx="524">
                  <c:v>5.93</c:v>
                </c:pt>
                <c:pt idx="525">
                  <c:v>5.92</c:v>
                </c:pt>
                <c:pt idx="526">
                  <c:v>5.92</c:v>
                </c:pt>
                <c:pt idx="527">
                  <c:v>5.88</c:v>
                </c:pt>
                <c:pt idx="528">
                  <c:v>5.92</c:v>
                </c:pt>
                <c:pt idx="529">
                  <c:v>5.88</c:v>
                </c:pt>
                <c:pt idx="530">
                  <c:v>5.89</c:v>
                </c:pt>
                <c:pt idx="531">
                  <c:v>5.87</c:v>
                </c:pt>
                <c:pt idx="532">
                  <c:v>5.83</c:v>
                </c:pt>
                <c:pt idx="533">
                  <c:v>5.82</c:v>
                </c:pt>
                <c:pt idx="534">
                  <c:v>5.87</c:v>
                </c:pt>
                <c:pt idx="536">
                  <c:v>5.95</c:v>
                </c:pt>
                <c:pt idx="537">
                  <c:v>5.88</c:v>
                </c:pt>
                <c:pt idx="538">
                  <c:v>5.85</c:v>
                </c:pt>
                <c:pt idx="539">
                  <c:v>5.85</c:v>
                </c:pt>
                <c:pt idx="540">
                  <c:v>5.83</c:v>
                </c:pt>
                <c:pt idx="541">
                  <c:v>5.85</c:v>
                </c:pt>
                <c:pt idx="542">
                  <c:v>5.88</c:v>
                </c:pt>
                <c:pt idx="543">
                  <c:v>5.87</c:v>
                </c:pt>
                <c:pt idx="544">
                  <c:v>5.88</c:v>
                </c:pt>
                <c:pt idx="545">
                  <c:v>5.9</c:v>
                </c:pt>
                <c:pt idx="546">
                  <c:v>5.91</c:v>
                </c:pt>
                <c:pt idx="547">
                  <c:v>5.93</c:v>
                </c:pt>
                <c:pt idx="548">
                  <c:v>5.88</c:v>
                </c:pt>
                <c:pt idx="549">
                  <c:v>5.87</c:v>
                </c:pt>
                <c:pt idx="550">
                  <c:v>5.86</c:v>
                </c:pt>
                <c:pt idx="551">
                  <c:v>5.82</c:v>
                </c:pt>
                <c:pt idx="552">
                  <c:v>5.85</c:v>
                </c:pt>
                <c:pt idx="553">
                  <c:v>5.77</c:v>
                </c:pt>
                <c:pt idx="554">
                  <c:v>5.76</c:v>
                </c:pt>
                <c:pt idx="556">
                  <c:v>5.75</c:v>
                </c:pt>
                <c:pt idx="557">
                  <c:v>5.76</c:v>
                </c:pt>
                <c:pt idx="558">
                  <c:v>5.76</c:v>
                </c:pt>
                <c:pt idx="559">
                  <c:v>5.77</c:v>
                </c:pt>
                <c:pt idx="560">
                  <c:v>5.76</c:v>
                </c:pt>
                <c:pt idx="561">
                  <c:v>5.77</c:v>
                </c:pt>
                <c:pt idx="562">
                  <c:v>5.78</c:v>
                </c:pt>
                <c:pt idx="563">
                  <c:v>5.77</c:v>
                </c:pt>
                <c:pt idx="564">
                  <c:v>5.77</c:v>
                </c:pt>
                <c:pt idx="565">
                  <c:v>5.83</c:v>
                </c:pt>
                <c:pt idx="566">
                  <c:v>5.84</c:v>
                </c:pt>
                <c:pt idx="567">
                  <c:v>5.83</c:v>
                </c:pt>
                <c:pt idx="568">
                  <c:v>5.89</c:v>
                </c:pt>
                <c:pt idx="569">
                  <c:v>5.9</c:v>
                </c:pt>
                <c:pt idx="570">
                  <c:v>5.9</c:v>
                </c:pt>
                <c:pt idx="571">
                  <c:v>5.92</c:v>
                </c:pt>
                <c:pt idx="572">
                  <c:v>6.05</c:v>
                </c:pt>
                <c:pt idx="573">
                  <c:v>6.11</c:v>
                </c:pt>
                <c:pt idx="574">
                  <c:v>6.11</c:v>
                </c:pt>
                <c:pt idx="575">
                  <c:v>6.08</c:v>
                </c:pt>
                <c:pt idx="576">
                  <c:v>6.05</c:v>
                </c:pt>
                <c:pt idx="577">
                  <c:v>6.07</c:v>
                </c:pt>
                <c:pt idx="578">
                  <c:v>6.06</c:v>
                </c:pt>
                <c:pt idx="579">
                  <c:v>6.18</c:v>
                </c:pt>
                <c:pt idx="580">
                  <c:v>6.13</c:v>
                </c:pt>
                <c:pt idx="581">
                  <c:v>6.14</c:v>
                </c:pt>
                <c:pt idx="582">
                  <c:v>6.09</c:v>
                </c:pt>
                <c:pt idx="583">
                  <c:v>6.15</c:v>
                </c:pt>
                <c:pt idx="584">
                  <c:v>6.22</c:v>
                </c:pt>
                <c:pt idx="585">
                  <c:v>6.14</c:v>
                </c:pt>
                <c:pt idx="586">
                  <c:v>6.09</c:v>
                </c:pt>
                <c:pt idx="587">
                  <c:v>6.08</c:v>
                </c:pt>
                <c:pt idx="588">
                  <c:v>6.05</c:v>
                </c:pt>
                <c:pt idx="590">
                  <c:v>6.04</c:v>
                </c:pt>
                <c:pt idx="591">
                  <c:v>6.08</c:v>
                </c:pt>
                <c:pt idx="592">
                  <c:v>6.02</c:v>
                </c:pt>
                <c:pt idx="593">
                  <c:v>6.02</c:v>
                </c:pt>
                <c:pt idx="594">
                  <c:v>6.03</c:v>
                </c:pt>
                <c:pt idx="595">
                  <c:v>6.02</c:v>
                </c:pt>
                <c:pt idx="596">
                  <c:v>5.96</c:v>
                </c:pt>
                <c:pt idx="597">
                  <c:v>5.98</c:v>
                </c:pt>
                <c:pt idx="598">
                  <c:v>6.03</c:v>
                </c:pt>
                <c:pt idx="599">
                  <c:v>5.98</c:v>
                </c:pt>
                <c:pt idx="600">
                  <c:v>5.98</c:v>
                </c:pt>
                <c:pt idx="601">
                  <c:v>6</c:v>
                </c:pt>
                <c:pt idx="602">
                  <c:v>5.99</c:v>
                </c:pt>
                <c:pt idx="603">
                  <c:v>6.02</c:v>
                </c:pt>
                <c:pt idx="604">
                  <c:v>6.01</c:v>
                </c:pt>
                <c:pt idx="605">
                  <c:v>6.05</c:v>
                </c:pt>
                <c:pt idx="606">
                  <c:v>6.06</c:v>
                </c:pt>
                <c:pt idx="607">
                  <c:v>6.11</c:v>
                </c:pt>
                <c:pt idx="608">
                  <c:v>6.1</c:v>
                </c:pt>
                <c:pt idx="609">
                  <c:v>6.08</c:v>
                </c:pt>
                <c:pt idx="610">
                  <c:v>6.14</c:v>
                </c:pt>
                <c:pt idx="611">
                  <c:v>6.08</c:v>
                </c:pt>
                <c:pt idx="612">
                  <c:v>6.02</c:v>
                </c:pt>
                <c:pt idx="613">
                  <c:v>6.06</c:v>
                </c:pt>
                <c:pt idx="614">
                  <c:v>6.03</c:v>
                </c:pt>
                <c:pt idx="615">
                  <c:v>6.07</c:v>
                </c:pt>
                <c:pt idx="616">
                  <c:v>6.12</c:v>
                </c:pt>
                <c:pt idx="617">
                  <c:v>6.12</c:v>
                </c:pt>
                <c:pt idx="618">
                  <c:v>6.09</c:v>
                </c:pt>
                <c:pt idx="619">
                  <c:v>6.21</c:v>
                </c:pt>
                <c:pt idx="620">
                  <c:v>6.2</c:v>
                </c:pt>
                <c:pt idx="621">
                  <c:v>6.24</c:v>
                </c:pt>
                <c:pt idx="622">
                  <c:v>6.16</c:v>
                </c:pt>
                <c:pt idx="623">
                  <c:v>6.16</c:v>
                </c:pt>
                <c:pt idx="624">
                  <c:v>6.13</c:v>
                </c:pt>
                <c:pt idx="626">
                  <c:v>6.06</c:v>
                </c:pt>
                <c:pt idx="627">
                  <c:v>6.05</c:v>
                </c:pt>
                <c:pt idx="628">
                  <c:v>6.02</c:v>
                </c:pt>
                <c:pt idx="629">
                  <c:v>6.02</c:v>
                </c:pt>
                <c:pt idx="630">
                  <c:v>6.01</c:v>
                </c:pt>
                <c:pt idx="631">
                  <c:v>6</c:v>
                </c:pt>
                <c:pt idx="632">
                  <c:v>6.03</c:v>
                </c:pt>
                <c:pt idx="633">
                  <c:v>6.01</c:v>
                </c:pt>
              </c:numCache>
            </c:numRef>
          </c:val>
          <c:smooth val="0"/>
          <c:extLst>
            <c:ext xmlns:c16="http://schemas.microsoft.com/office/drawing/2014/chart" uri="{C3380CC4-5D6E-409C-BE32-E72D297353CC}">
              <c16:uniqueId val="{00000002-DDDD-45DE-B84E-D98886DDE9D2}"/>
            </c:ext>
          </c:extLst>
        </c:ser>
        <c:dLbls>
          <c:showLegendKey val="0"/>
          <c:showVal val="0"/>
          <c:showCatName val="0"/>
          <c:showSerName val="0"/>
          <c:showPercent val="0"/>
          <c:showBubbleSize val="0"/>
        </c:dLbls>
        <c:marker val="1"/>
        <c:smooth val="0"/>
        <c:axId val="2000000962"/>
        <c:axId val="2000000963"/>
      </c:lineChart>
      <c:dateAx>
        <c:axId val="2000000960"/>
        <c:scaling>
          <c:orientation val="minMax"/>
        </c:scaling>
        <c:delete val="0"/>
        <c:axPos val="b"/>
        <c:numFmt formatCode="m/d/yyyy" sourceLinked="0"/>
        <c:majorTickMark val="none"/>
        <c:minorTickMark val="none"/>
        <c:tickLblPos val="nextTo"/>
        <c:spPr>
          <a:noFill/>
          <a:ln w="6350" cap="flat" cmpd="sng" algn="ctr">
            <a:solidFill>
              <a:sysClr val="windowText" lastClr="000000"/>
            </a:solidFill>
            <a:round/>
          </a:ln>
          <a:effectLst/>
        </c:spPr>
        <c:txPr>
          <a:bodyPr rot="-6000000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0961"/>
        <c:crosses val="autoZero"/>
        <c:auto val="1"/>
        <c:lblOffset val="100"/>
        <c:baseTimeUnit val="days"/>
      </c:dateAx>
      <c:valAx>
        <c:axId val="2000000961"/>
        <c:scaling>
          <c:orientation val="minMax"/>
          <c:min val="0.5"/>
        </c:scaling>
        <c:delete val="0"/>
        <c:axPos val="l"/>
        <c:numFmt formatCode="0.00" sourceLinked="1"/>
        <c:majorTickMark val="out"/>
        <c:minorTickMark val="none"/>
        <c:tickLblPos val="nextTo"/>
        <c:spPr>
          <a:noFill/>
          <a:ln>
            <a:noFill/>
          </a:ln>
          <a:effectLst/>
        </c:spPr>
        <c:txPr>
          <a:bodyPr rot="-6000000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0960"/>
        <c:crosses val="autoZero"/>
        <c:crossBetween val="between"/>
      </c:valAx>
      <c:valAx>
        <c:axId val="2000000963"/>
        <c:scaling>
          <c:orientation val="minMax"/>
        </c:scaling>
        <c:delete val="0"/>
        <c:axPos val="r"/>
        <c:numFmt formatCode="0.00" sourceLinked="1"/>
        <c:majorTickMark val="out"/>
        <c:minorTickMark val="none"/>
        <c:tickLblPos val="nextTo"/>
        <c:crossAx val="2000000962"/>
        <c:crosses val="max"/>
        <c:crossBetween val="between"/>
      </c:valAx>
      <c:dateAx>
        <c:axId val="2000000962"/>
        <c:scaling>
          <c:orientation val="minMax"/>
        </c:scaling>
        <c:delete val="1"/>
        <c:axPos val="b"/>
        <c:numFmt formatCode="yyyy\-mm\-dd" sourceLinked="1"/>
        <c:majorTickMark val="out"/>
        <c:minorTickMark val="none"/>
        <c:tickLblPos val="nextTo"/>
        <c:crossAx val="2000000963"/>
        <c:crosses val="autoZero"/>
        <c:auto val="1"/>
        <c:lblOffset val="100"/>
        <c:baseTimeUnit val="days"/>
      </c:dateAx>
      <c:spPr>
        <a:noFill/>
        <a:ln>
          <a:noFill/>
        </a:ln>
        <a:effectLst/>
      </c:spPr>
    </c:plotArea>
    <c:legend>
      <c:legendPos val="t"/>
      <c:legendEntry>
        <c:idx val="0"/>
        <c:txPr>
          <a:bodyPr rot="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egendEntry>
        <c:idx val="1"/>
        <c:txPr>
          <a:bodyPr rot="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egendEntry>
        <c:idx val="2"/>
        <c:txPr>
          <a:bodyPr rot="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overlay val="0"/>
      <c:spPr>
        <a:noFill/>
        <a:ln>
          <a:noFill/>
        </a:ln>
        <a:effectLst/>
      </c:spPr>
      <c:txPr>
        <a:bodyPr rot="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
    <c:plotVisOnly val="1"/>
    <c:dispBlanksAs val="gap"/>
    <c:showDLblsOverMax val="0"/>
  </c:chart>
  <c:spPr>
    <a:noFill/>
    <a:ln w="9525" cap="flat" cmpd="sng" algn="ctr">
      <a:noFill/>
      <a:round/>
    </a:ln>
    <a:effectLst/>
  </c:spPr>
  <c:txPr>
    <a:bodyPr/>
    <a:lstStyle/>
    <a:p>
      <a:pPr>
        <a:defRPr lang="zh-CN" sz="80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defRPr>
      </a:pPr>
      <a:endParaRPr lang="zh-CN"/>
    </a:p>
  </c:txPr>
  <c:externalData r:id="rId1">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6012646532004398E-2"/>
          <c:y val="0.174558204367605"/>
          <c:w val="0.84340643929044301"/>
          <c:h val="0.74717790047048405"/>
        </c:manualLayout>
      </c:layout>
      <c:lineChart>
        <c:grouping val="standard"/>
        <c:varyColors val="0"/>
        <c:ser>
          <c:idx val="0"/>
          <c:order val="0"/>
          <c:tx>
            <c:strRef>
              <c:f>ARR!$H$4</c:f>
              <c:strCache>
                <c:ptCount val="1"/>
                <c:pt idx="0">
                  <c:v>OpenAI ARR（亿美金）</c:v>
                </c:pt>
              </c:strCache>
            </c:strRef>
          </c:tx>
          <c:spPr>
            <a:ln w="25400" cap="rnd" cmpd="sng">
              <a:solidFill>
                <a:srgbClr val="7C80C8"/>
              </a:solidFill>
              <a:prstDash val="solid"/>
              <a:round/>
            </a:ln>
            <a:effectLst/>
          </c:spPr>
          <c:marker>
            <c:symbol val="diamond"/>
            <c:size val="6"/>
            <c:spPr>
              <a:solidFill>
                <a:schemeClr val="accent1"/>
              </a:solidFill>
              <a:ln w="9525">
                <a:solidFill>
                  <a:schemeClr val="accent1"/>
                </a:solidFill>
              </a:ln>
              <a:effectLst/>
            </c:spPr>
          </c:marker>
          <c:cat>
            <c:numRef>
              <c:f>ARR!$G$5:$G$17</c:f>
              <c:numCache>
                <c:formatCode>yyyy"年"m"月"</c:formatCode>
                <c:ptCount val="13"/>
                <c:pt idx="0">
                  <c:v>45231</c:v>
                </c:pt>
                <c:pt idx="1">
                  <c:v>45292</c:v>
                </c:pt>
                <c:pt idx="2">
                  <c:v>45383</c:v>
                </c:pt>
                <c:pt idx="3">
                  <c:v>45474</c:v>
                </c:pt>
                <c:pt idx="4">
                  <c:v>45566</c:v>
                </c:pt>
                <c:pt idx="5">
                  <c:v>45658</c:v>
                </c:pt>
                <c:pt idx="6">
                  <c:v>45748</c:v>
                </c:pt>
                <c:pt idx="7">
                  <c:v>45839</c:v>
                </c:pt>
                <c:pt idx="8">
                  <c:v>45931</c:v>
                </c:pt>
                <c:pt idx="9">
                  <c:v>45992</c:v>
                </c:pt>
                <c:pt idx="10">
                  <c:v>46054</c:v>
                </c:pt>
                <c:pt idx="11">
                  <c:v>46113</c:v>
                </c:pt>
                <c:pt idx="12">
                  <c:v>46143</c:v>
                </c:pt>
              </c:numCache>
            </c:numRef>
          </c:cat>
          <c:val>
            <c:numRef>
              <c:f>ARR!$H$5:$H$17</c:f>
              <c:numCache>
                <c:formatCode>General</c:formatCode>
                <c:ptCount val="13"/>
                <c:pt idx="0">
                  <c:v>15</c:v>
                </c:pt>
                <c:pt idx="1">
                  <c:v>20</c:v>
                </c:pt>
                <c:pt idx="2">
                  <c:v>29</c:v>
                </c:pt>
                <c:pt idx="3">
                  <c:v>37</c:v>
                </c:pt>
                <c:pt idx="4">
                  <c:v>46</c:v>
                </c:pt>
                <c:pt idx="5">
                  <c:v>60</c:v>
                </c:pt>
                <c:pt idx="6">
                  <c:v>85</c:v>
                </c:pt>
                <c:pt idx="7">
                  <c:v>120</c:v>
                </c:pt>
                <c:pt idx="8">
                  <c:v>130</c:v>
                </c:pt>
                <c:pt idx="9">
                  <c:v>214</c:v>
                </c:pt>
                <c:pt idx="10">
                  <c:v>250</c:v>
                </c:pt>
              </c:numCache>
            </c:numRef>
          </c:val>
          <c:smooth val="0"/>
          <c:extLst>
            <c:ext xmlns:c16="http://schemas.microsoft.com/office/drawing/2014/chart" uri="{C3380CC4-5D6E-409C-BE32-E72D297353CC}">
              <c16:uniqueId val="{00000000-CB67-4DE3-B215-741ECECBF453}"/>
            </c:ext>
          </c:extLst>
        </c:ser>
        <c:ser>
          <c:idx val="1"/>
          <c:order val="1"/>
          <c:tx>
            <c:strRef>
              <c:f>'https://d.docs.live.net/Users/zhouhuiyu/Documents/GF策略 文章文件～/双周海外周报🌟/优秀范例文章～/周报底稿/AI小材料/[底稿.xlsx]ARR'!$D$4</c:f>
              <c:strCache>
                <c:ptCount val="1"/>
                <c:pt idx="0">
                  <c:v>Anthropic ARR（亿美金）</c:v>
                </c:pt>
              </c:strCache>
            </c:strRef>
          </c:tx>
          <c:spPr>
            <a:ln w="25400" cap="rnd">
              <a:solidFill>
                <a:srgbClr val="2E3160"/>
              </a:solidFill>
              <a:round/>
            </a:ln>
            <a:effectLst/>
          </c:spPr>
          <c:marker>
            <c:symbol val="diamond"/>
            <c:size val="6"/>
            <c:spPr>
              <a:solidFill>
                <a:srgbClr val="4874CB">
                  <a:lumMod val="50000"/>
                </a:srgbClr>
              </a:solidFill>
              <a:ln w="9525">
                <a:noFill/>
              </a:ln>
              <a:effectLst/>
            </c:spPr>
          </c:marker>
          <c:cat>
            <c:numRef>
              <c:f>ARR!$G$5:$G$17</c:f>
              <c:numCache>
                <c:formatCode>yyyy"年"m"月"</c:formatCode>
                <c:ptCount val="13"/>
                <c:pt idx="0">
                  <c:v>45231</c:v>
                </c:pt>
                <c:pt idx="1">
                  <c:v>45292</c:v>
                </c:pt>
                <c:pt idx="2">
                  <c:v>45383</c:v>
                </c:pt>
                <c:pt idx="3">
                  <c:v>45474</c:v>
                </c:pt>
                <c:pt idx="4">
                  <c:v>45566</c:v>
                </c:pt>
                <c:pt idx="5">
                  <c:v>45658</c:v>
                </c:pt>
                <c:pt idx="6">
                  <c:v>45748</c:v>
                </c:pt>
                <c:pt idx="7">
                  <c:v>45839</c:v>
                </c:pt>
                <c:pt idx="8">
                  <c:v>45931</c:v>
                </c:pt>
                <c:pt idx="9">
                  <c:v>45992</c:v>
                </c:pt>
                <c:pt idx="10">
                  <c:v>46054</c:v>
                </c:pt>
                <c:pt idx="11">
                  <c:v>46113</c:v>
                </c:pt>
                <c:pt idx="12">
                  <c:v>46143</c:v>
                </c:pt>
              </c:numCache>
            </c:numRef>
          </c:cat>
          <c:val>
            <c:numRef>
              <c:f>ARR!$I$5:$I$17</c:f>
              <c:numCache>
                <c:formatCode>General</c:formatCode>
                <c:ptCount val="13"/>
                <c:pt idx="0">
                  <c:v>1</c:v>
                </c:pt>
                <c:pt idx="1">
                  <c:v>2</c:v>
                </c:pt>
                <c:pt idx="2">
                  <c:v>3.5</c:v>
                </c:pt>
                <c:pt idx="3">
                  <c:v>5.25</c:v>
                </c:pt>
                <c:pt idx="4">
                  <c:v>7</c:v>
                </c:pt>
                <c:pt idx="5">
                  <c:v>10</c:v>
                </c:pt>
                <c:pt idx="6">
                  <c:v>20</c:v>
                </c:pt>
                <c:pt idx="7">
                  <c:v>40</c:v>
                </c:pt>
                <c:pt idx="8">
                  <c:v>70</c:v>
                </c:pt>
                <c:pt idx="9">
                  <c:v>90</c:v>
                </c:pt>
                <c:pt idx="10">
                  <c:v>140</c:v>
                </c:pt>
                <c:pt idx="11">
                  <c:v>300</c:v>
                </c:pt>
                <c:pt idx="12">
                  <c:v>470</c:v>
                </c:pt>
              </c:numCache>
            </c:numRef>
          </c:val>
          <c:smooth val="0"/>
          <c:extLst>
            <c:ext xmlns:c16="http://schemas.microsoft.com/office/drawing/2014/chart" uri="{C3380CC4-5D6E-409C-BE32-E72D297353CC}">
              <c16:uniqueId val="{00000001-CB67-4DE3-B215-741ECECBF453}"/>
            </c:ext>
          </c:extLst>
        </c:ser>
        <c:dLbls>
          <c:showLegendKey val="0"/>
          <c:showVal val="0"/>
          <c:showCatName val="0"/>
          <c:showSerName val="0"/>
          <c:showPercent val="0"/>
          <c:showBubbleSize val="0"/>
        </c:dLbls>
        <c:marker val="1"/>
        <c:smooth val="0"/>
        <c:axId val="2000000992"/>
        <c:axId val="2000000993"/>
      </c:lineChart>
      <c:dateAx>
        <c:axId val="2000000992"/>
        <c:scaling>
          <c:orientation val="minMax"/>
        </c:scaling>
        <c:delete val="0"/>
        <c:axPos val="b"/>
        <c:numFmt formatCode="m/d/yyyy" sourceLinked="0"/>
        <c:majorTickMark val="none"/>
        <c:minorTickMark val="none"/>
        <c:tickLblPos val="nextTo"/>
        <c:spPr>
          <a:noFill/>
          <a:ln w="6350" cap="flat" cmpd="sng" algn="ctr">
            <a:solidFill>
              <a:sysClr val="windowText" lastClr="000000"/>
            </a:solidFill>
            <a:round/>
          </a:ln>
          <a:effectLst/>
        </c:spPr>
        <c:txPr>
          <a:bodyPr rot="-6000000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0993"/>
        <c:crosses val="autoZero"/>
        <c:auto val="1"/>
        <c:lblOffset val="100"/>
        <c:baseTimeUnit val="months"/>
      </c:dateAx>
      <c:valAx>
        <c:axId val="2000000993"/>
        <c:scaling>
          <c:orientation val="minMax"/>
        </c:scaling>
        <c:delete val="0"/>
        <c:axPos val="l"/>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0992"/>
        <c:crosses val="autoZero"/>
        <c:crossBetween val="between"/>
      </c:valAx>
      <c:spPr>
        <a:noFill/>
        <a:ln>
          <a:noFill/>
        </a:ln>
        <a:effectLst/>
      </c:spPr>
    </c:plotArea>
    <c:legend>
      <c:legendPos val="t"/>
      <c:legendEntry>
        <c:idx val="0"/>
        <c:txPr>
          <a:bodyPr rot="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egendEntry>
        <c:idx val="1"/>
        <c:txPr>
          <a:bodyPr rot="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overlay val="0"/>
      <c:spPr>
        <a:noFill/>
        <a:ln>
          <a:noFill/>
        </a:ln>
        <a:effectLst/>
      </c:spPr>
      <c:txPr>
        <a:bodyPr rot="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
    <c:plotVisOnly val="1"/>
    <c:dispBlanksAs val="gap"/>
    <c:showDLblsOverMax val="0"/>
  </c:chart>
  <c:spPr>
    <a:noFill/>
    <a:ln w="9525" cap="flat" cmpd="sng" algn="ctr">
      <a:noFill/>
      <a:round/>
    </a:ln>
    <a:effectLst/>
  </c:spPr>
  <c:txPr>
    <a:bodyPr/>
    <a:lstStyle/>
    <a:p>
      <a:pPr>
        <a:defRPr lang="zh-CN" sz="80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defRPr>
      </a:pPr>
      <a:endParaRPr lang="zh-CN"/>
    </a:p>
  </c:txPr>
  <c:externalData r:id="rId1">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2949470345045805"/>
          <c:w val="0.89018684330363895"/>
          <c:h val="0.81176509186351709"/>
        </c:manualLayout>
      </c:layout>
      <c:barChart>
        <c:barDir val="col"/>
        <c:grouping val="clustered"/>
        <c:varyColors val="0"/>
        <c:ser>
          <c:idx val="0"/>
          <c:order val="0"/>
          <c:tx>
            <c:strRef>
              <c:f>'NVIDIA AMD sales'!$H$1</c:f>
              <c:strCache>
                <c:ptCount val="1"/>
                <c:pt idx="0">
                  <c:v>NVIDIA营业收入同比增速</c:v>
                </c:pt>
              </c:strCache>
            </c:strRef>
          </c:tx>
          <c:spPr>
            <a:solidFill>
              <a:srgbClr val="D8D9D8"/>
            </a:solidFill>
            <a:ln>
              <a:noFill/>
            </a:ln>
            <a:effectLst/>
          </c:spPr>
          <c:invertIfNegative val="0"/>
          <c:dLbls>
            <c:spPr>
              <a:noFill/>
              <a:ln>
                <a:noFill/>
              </a:ln>
              <a:effectLst/>
            </c:spPr>
            <c:txPr>
              <a:bodyPr rot="0" spcFirstLastPara="0" vertOverflow="ellipsis" vert="horz" wrap="square" lIns="38100" tIns="19050" rIns="38100" bIns="19050" anchor="ctr" anchorCtr="1" forceAA="0"/>
              <a:lstStyle/>
              <a:p>
                <a:pPr>
                  <a:defRPr lang="zh-CN" sz="800" b="0" i="0" u="none" strike="noStrike" kern="1200" cap="none" spc="0" normalizeH="0" baseline="0">
                    <a:solidFill>
                      <a:schemeClr val="tx1"/>
                    </a:solidFill>
                    <a:uFill>
                      <a:solidFill>
                        <a:schemeClr val="tx1"/>
                      </a:solidFill>
                    </a:uFill>
                    <a:latin typeface="Arial" panose="020B0604020202090204" pitchFamily="7" charset="0"/>
                    <a:ea typeface="思源黑体 CN Light" panose="020B0400000000000000" charset="-122"/>
                    <a:cs typeface="+mn-cs"/>
                  </a:defRPr>
                </a:pPr>
                <a:endParaRPr lang="zh-CN"/>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'NVIDIA AMD sales'!$G$2:$G$7</c:f>
              <c:strCache>
                <c:ptCount val="6"/>
                <c:pt idx="0">
                  <c:v>FY2022</c:v>
                </c:pt>
                <c:pt idx="1">
                  <c:v>FY2023</c:v>
                </c:pt>
                <c:pt idx="2">
                  <c:v>FY2024</c:v>
                </c:pt>
                <c:pt idx="3">
                  <c:v>FY2025</c:v>
                </c:pt>
                <c:pt idx="4">
                  <c:v>FY2026</c:v>
                </c:pt>
                <c:pt idx="5">
                  <c:v>FY2027(E)</c:v>
                </c:pt>
              </c:strCache>
            </c:strRef>
          </c:cat>
          <c:val>
            <c:numRef>
              <c:f>'NVIDIA AMD sales'!$H$2:$H$7</c:f>
              <c:numCache>
                <c:formatCode>0.00%</c:formatCode>
                <c:ptCount val="6"/>
                <c:pt idx="0">
                  <c:v>0.61403298350824598</c:v>
                </c:pt>
                <c:pt idx="1">
                  <c:v>2.2293230289069902E-3</c:v>
                </c:pt>
                <c:pt idx="2">
                  <c:v>1.2585452658115199</c:v>
                </c:pt>
                <c:pt idx="3">
                  <c:v>1.1420340763599399</c:v>
                </c:pt>
                <c:pt idx="4">
                  <c:v>0.65473535790094795</c:v>
                </c:pt>
                <c:pt idx="5">
                  <c:v>0.81521311672795005</c:v>
                </c:pt>
              </c:numCache>
            </c:numRef>
          </c:val>
          <c:extLst>
            <c:ext xmlns:c16="http://schemas.microsoft.com/office/drawing/2014/chart" uri="{C3380CC4-5D6E-409C-BE32-E72D297353CC}">
              <c16:uniqueId val="{00000000-D542-408E-8A44-DA6C1A91405F}"/>
            </c:ext>
          </c:extLst>
        </c:ser>
        <c:ser>
          <c:idx val="1"/>
          <c:order val="1"/>
          <c:tx>
            <c:strRef>
              <c:f>'NVIDIA AMD sales'!$K$1</c:f>
              <c:strCache>
                <c:ptCount val="1"/>
                <c:pt idx="0">
                  <c:v>AMD营业收入同比增速</c:v>
                </c:pt>
              </c:strCache>
            </c:strRef>
          </c:tx>
          <c:spPr>
            <a:solidFill>
              <a:srgbClr val="B2B3B3"/>
            </a:solidFill>
            <a:ln>
              <a:noFill/>
            </a:ln>
            <a:effectLst/>
          </c:spPr>
          <c:invertIfNegative val="0"/>
          <c:dLbls>
            <c:dLbl>
              <c:idx val="1"/>
              <c:layout>
                <c:manualLayout>
                  <c:x val="-2.537456269556926E-17"/>
                  <c:y val="-4.1666666666666664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D542-408E-8A44-DA6C1A91405F}"/>
                </c:ext>
              </c:extLst>
            </c:dLbl>
            <c:spPr>
              <a:noFill/>
              <a:ln>
                <a:noFill/>
              </a:ln>
              <a:effectLst/>
            </c:spPr>
            <c:txPr>
              <a:bodyPr rot="0" spcFirstLastPara="0" vertOverflow="ellipsis" vert="horz" wrap="square" lIns="38100" tIns="19050" rIns="38100" bIns="19050" anchor="ctr" anchorCtr="1" forceAA="0"/>
              <a:lstStyle/>
              <a:p>
                <a:pPr>
                  <a:defRPr lang="zh-CN" sz="800" b="0" i="0" u="none" strike="noStrike" kern="1200" cap="none" spc="0" normalizeH="0" baseline="0">
                    <a:solidFill>
                      <a:schemeClr val="tx1"/>
                    </a:solidFill>
                    <a:uFill>
                      <a:solidFill>
                        <a:schemeClr val="tx1"/>
                      </a:solidFill>
                    </a:uFill>
                    <a:latin typeface="Arial" panose="020B0604020202090204" pitchFamily="7" charset="0"/>
                    <a:ea typeface="思源黑体 CN Light" panose="020B0400000000000000" charset="-122"/>
                    <a:cs typeface="+mn-cs"/>
                  </a:defRPr>
                </a:pPr>
                <a:endParaRPr lang="zh-CN"/>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'NVIDIA AMD sales'!$G$2:$G$7</c:f>
              <c:strCache>
                <c:ptCount val="6"/>
                <c:pt idx="0">
                  <c:v>FY2022</c:v>
                </c:pt>
                <c:pt idx="1">
                  <c:v>FY2023</c:v>
                </c:pt>
                <c:pt idx="2">
                  <c:v>FY2024</c:v>
                </c:pt>
                <c:pt idx="3">
                  <c:v>FY2025</c:v>
                </c:pt>
                <c:pt idx="4">
                  <c:v>FY2026</c:v>
                </c:pt>
                <c:pt idx="5">
                  <c:v>FY2027(E)</c:v>
                </c:pt>
              </c:strCache>
            </c:strRef>
          </c:cat>
          <c:val>
            <c:numRef>
              <c:f>'NVIDIA AMD sales'!$K$2:$K$7</c:f>
              <c:numCache>
                <c:formatCode>0.00%</c:formatCode>
                <c:ptCount val="6"/>
                <c:pt idx="0">
                  <c:v>0.43610806863818902</c:v>
                </c:pt>
                <c:pt idx="1">
                  <c:v>-3.9023770179229603E-2</c:v>
                </c:pt>
                <c:pt idx="2">
                  <c:v>0.136904761904762</c:v>
                </c:pt>
                <c:pt idx="3">
                  <c:v>0.34337793290672902</c:v>
                </c:pt>
                <c:pt idx="4">
                  <c:v>0.437282831490516</c:v>
                </c:pt>
                <c:pt idx="5">
                  <c:v>0.53757539262010001</c:v>
                </c:pt>
              </c:numCache>
            </c:numRef>
          </c:val>
          <c:extLst>
            <c:ext xmlns:c16="http://schemas.microsoft.com/office/drawing/2014/chart" uri="{C3380CC4-5D6E-409C-BE32-E72D297353CC}">
              <c16:uniqueId val="{00000001-D542-408E-8A44-DA6C1A91405F}"/>
            </c:ext>
          </c:extLst>
        </c:ser>
        <c:dLbls>
          <c:showLegendKey val="0"/>
          <c:showVal val="0"/>
          <c:showCatName val="0"/>
          <c:showSerName val="0"/>
          <c:showPercent val="0"/>
          <c:showBubbleSize val="0"/>
        </c:dLbls>
        <c:gapWidth val="219"/>
        <c:axId val="2000001024"/>
        <c:axId val="2000001025"/>
      </c:barChart>
      <c:catAx>
        <c:axId val="2000001024"/>
        <c:scaling>
          <c:orientation val="minMax"/>
        </c:scaling>
        <c:delete val="0"/>
        <c:axPos val="b"/>
        <c:numFmt formatCode="m/d/yyyy" sourceLinked="0"/>
        <c:majorTickMark val="out"/>
        <c:minorTickMark val="none"/>
        <c:tickLblPos val="nextTo"/>
        <c:spPr>
          <a:noFill/>
          <a:ln w="6350" cap="flat" cmpd="sng" algn="ctr">
            <a:solidFill>
              <a:schemeClr val="tx1"/>
            </a:solidFill>
            <a:round/>
          </a:ln>
          <a:effectLst/>
        </c:spPr>
        <c:txPr>
          <a:bodyPr rot="-60000000" spcFirstLastPara="0" vertOverflow="ellipsis" vert="horz" wrap="square" anchor="ctr" anchorCtr="1" forceAA="0"/>
          <a:lstStyle/>
          <a:p>
            <a:pPr>
              <a:defRPr lang="zh-CN" sz="800" b="0" i="0" u="none" strike="noStrike" kern="1200" cap="none" spc="0" normalizeH="0" baseline="0">
                <a:solidFill>
                  <a:schemeClr val="tx1"/>
                </a:solidFill>
                <a:uFill>
                  <a:solidFill>
                    <a:schemeClr val="tx1"/>
                  </a:solidFill>
                </a:uFill>
                <a:latin typeface="Arial" panose="020B0604020202090204" pitchFamily="7" charset="0"/>
                <a:ea typeface="思源黑体 CN Light" panose="020B0400000000000000" charset="-122"/>
                <a:cs typeface="+mn-cs"/>
              </a:defRPr>
            </a:pPr>
            <a:endParaRPr lang="zh-CN"/>
          </a:p>
        </c:txPr>
        <c:crossAx val="2000001025"/>
        <c:crosses val="autoZero"/>
        <c:auto val="1"/>
        <c:lblAlgn val="ctr"/>
        <c:lblOffset val="100"/>
        <c:noMultiLvlLbl val="0"/>
      </c:catAx>
      <c:valAx>
        <c:axId val="2000001025"/>
        <c:scaling>
          <c:orientation val="minMax"/>
        </c:scaling>
        <c:delete val="0"/>
        <c:axPos val="r"/>
        <c:numFmt formatCode="0.00%" sourceLinked="1"/>
        <c:majorTickMark val="out"/>
        <c:minorTickMark val="none"/>
        <c:tickLblPos val="nextTo"/>
        <c:spPr>
          <a:noFill/>
          <a:ln>
            <a:noFill/>
          </a:ln>
          <a:effectLst/>
        </c:spPr>
        <c:txPr>
          <a:bodyPr rot="-60000000" spcFirstLastPara="0" vertOverflow="ellipsis" vert="horz" wrap="square" anchor="ctr" anchorCtr="1" forceAA="0"/>
          <a:lstStyle/>
          <a:p>
            <a:pPr>
              <a:defRPr lang="zh-CN" sz="800" b="0" i="0" u="none" strike="noStrike" kern="1200" cap="none" spc="0" normalizeH="0" baseline="0">
                <a:solidFill>
                  <a:schemeClr val="tx1"/>
                </a:solidFill>
                <a:uFill>
                  <a:solidFill>
                    <a:schemeClr val="tx1"/>
                  </a:solidFill>
                </a:uFill>
                <a:latin typeface="Arial" panose="020B0604020202090204" pitchFamily="7" charset="0"/>
                <a:ea typeface="思源黑体 CN Light" panose="020B0400000000000000" charset="-122"/>
                <a:cs typeface="+mn-cs"/>
              </a:defRPr>
            </a:pPr>
            <a:endParaRPr lang="zh-CN"/>
          </a:p>
        </c:txPr>
        <c:crossAx val="2000001024"/>
        <c:crosses val="max"/>
        <c:crossBetween val="between"/>
      </c:valAx>
      <c:spPr>
        <a:noFill/>
        <a:ln>
          <a:noFill/>
        </a:ln>
        <a:effectLst/>
      </c:spPr>
    </c:plotArea>
    <c:legend>
      <c:legendPos val="t"/>
      <c:legendEntry>
        <c:idx val="0"/>
        <c:txPr>
          <a:bodyPr rot="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604020202090204" pitchFamily="7" charset="0"/>
                <a:ea typeface="思源黑体 CN Light" panose="020B0400000000000000" charset="-122"/>
                <a:cs typeface="+mn-cs"/>
              </a:defRPr>
            </a:pPr>
            <a:endParaRPr lang="zh-CN"/>
          </a:p>
        </c:txPr>
      </c:legendEntry>
      <c:legendEntry>
        <c:idx val="1"/>
        <c:txPr>
          <a:bodyPr rot="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604020202090204" pitchFamily="7" charset="0"/>
                <a:ea typeface="思源黑体 CN Light" panose="020B0400000000000000" charset="-122"/>
                <a:cs typeface="+mn-cs"/>
              </a:defRPr>
            </a:pPr>
            <a:endParaRPr lang="zh-CN"/>
          </a:p>
        </c:txPr>
      </c:legendEntry>
      <c:overlay val="0"/>
      <c:spPr>
        <a:noFill/>
        <a:ln>
          <a:noFill/>
        </a:ln>
        <a:effectLst/>
      </c:spPr>
      <c:txPr>
        <a:bodyPr rot="0" spcFirstLastPara="0" vertOverflow="ellipsis" vert="horz" wrap="square" anchor="ctr" anchorCtr="1" forceAA="0"/>
        <a:lstStyle/>
        <a:p>
          <a:pPr>
            <a:defRPr lang="zh-CN" sz="800" b="0" i="0" u="none" strike="noStrike" kern="1200" cap="none" spc="0" normalizeH="0" baseline="0">
              <a:solidFill>
                <a:schemeClr val="tx1"/>
              </a:solidFill>
              <a:uFill>
                <a:solidFill>
                  <a:schemeClr val="tx1"/>
                </a:solidFill>
              </a:uFill>
              <a:latin typeface="Arial" panose="020B0604020202090204" pitchFamily="7" charset="0"/>
              <a:ea typeface="思源黑体 CN Light" panose="020B0400000000000000" charset="-122"/>
              <a:cs typeface="+mn-cs"/>
            </a:defRPr>
          </a:pPr>
          <a:endParaRPr lang="zh-CN"/>
        </a:p>
      </c:txPr>
    </c:legend>
    <c:plotVisOnly val="1"/>
    <c:dispBlanksAs val="gap"/>
    <c:showDLblsOverMax val="0"/>
  </c:chart>
  <c:spPr>
    <a:noFill/>
    <a:ln w="9525" cap="flat" cmpd="sng" algn="ctr">
      <a:noFill/>
      <a:round/>
    </a:ln>
    <a:effectLst/>
  </c:spPr>
  <c:txPr>
    <a:bodyPr/>
    <a:lstStyle/>
    <a:p>
      <a:pPr>
        <a:defRPr lang="zh-CN" sz="800" u="none" strike="noStrike" kern="1200" cap="none" spc="0" normalizeH="0" baseline="0">
          <a:solidFill>
            <a:schemeClr val="tx1"/>
          </a:solidFill>
          <a:uFill>
            <a:solidFill>
              <a:schemeClr val="tx1"/>
            </a:solidFill>
          </a:uFill>
          <a:latin typeface="Arial" panose="020B0604020202090204" pitchFamily="7" charset="0"/>
          <a:ea typeface="思源黑体 CN Light" panose="020B0400000000000000" charset="-122"/>
        </a:defRPr>
      </a:pPr>
      <a:endParaRPr lang="zh-CN"/>
    </a:p>
  </c:txPr>
  <c:externalData r:id="rId1">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6012646532004398E-2"/>
          <c:y val="0.174558204367605"/>
          <c:w val="0.83907229475471035"/>
          <c:h val="0.66651897844104746"/>
        </c:manualLayout>
      </c:layout>
      <c:lineChart>
        <c:grouping val="standard"/>
        <c:varyColors val="0"/>
        <c:ser>
          <c:idx val="0"/>
          <c:order val="0"/>
          <c:tx>
            <c:strRef>
              <c:f>'2026企业融资成本 PE'!$M$1</c:f>
              <c:strCache>
                <c:ptCount val="1"/>
                <c:pt idx="0">
                  <c:v>VXN</c:v>
                </c:pt>
              </c:strCache>
            </c:strRef>
          </c:tx>
          <c:spPr>
            <a:ln w="22225" cap="rnd" cmpd="sng">
              <a:solidFill>
                <a:srgbClr val="7C80C8"/>
              </a:solidFill>
              <a:prstDash val="solid"/>
              <a:round/>
            </a:ln>
            <a:effectLst/>
          </c:spPr>
          <c:marker>
            <c:symbol val="none"/>
          </c:marker>
          <c:cat>
            <c:numRef>
              <c:f>'2026企业融资成本 PE'!$A$2:$A$636</c:f>
              <c:numCache>
                <c:formatCode>yyyy\-mm\-dd</c:formatCode>
                <c:ptCount val="635"/>
                <c:pt idx="0">
                  <c:v>45292</c:v>
                </c:pt>
                <c:pt idx="1">
                  <c:v>45293</c:v>
                </c:pt>
                <c:pt idx="2">
                  <c:v>45294</c:v>
                </c:pt>
                <c:pt idx="3">
                  <c:v>45295</c:v>
                </c:pt>
                <c:pt idx="4">
                  <c:v>45296</c:v>
                </c:pt>
                <c:pt idx="5">
                  <c:v>45299</c:v>
                </c:pt>
                <c:pt idx="6">
                  <c:v>45300</c:v>
                </c:pt>
                <c:pt idx="7">
                  <c:v>45301</c:v>
                </c:pt>
                <c:pt idx="8">
                  <c:v>45302</c:v>
                </c:pt>
                <c:pt idx="9">
                  <c:v>45303</c:v>
                </c:pt>
                <c:pt idx="10">
                  <c:v>45306</c:v>
                </c:pt>
                <c:pt idx="11">
                  <c:v>45307</c:v>
                </c:pt>
                <c:pt idx="12">
                  <c:v>45308</c:v>
                </c:pt>
                <c:pt idx="13">
                  <c:v>45309</c:v>
                </c:pt>
                <c:pt idx="14">
                  <c:v>45310</c:v>
                </c:pt>
                <c:pt idx="15">
                  <c:v>45313</c:v>
                </c:pt>
                <c:pt idx="16">
                  <c:v>45314</c:v>
                </c:pt>
                <c:pt idx="17">
                  <c:v>45315</c:v>
                </c:pt>
                <c:pt idx="18">
                  <c:v>45316</c:v>
                </c:pt>
                <c:pt idx="19">
                  <c:v>45317</c:v>
                </c:pt>
                <c:pt idx="20">
                  <c:v>45320</c:v>
                </c:pt>
                <c:pt idx="21">
                  <c:v>45321</c:v>
                </c:pt>
                <c:pt idx="22">
                  <c:v>45322</c:v>
                </c:pt>
                <c:pt idx="23">
                  <c:v>45323</c:v>
                </c:pt>
                <c:pt idx="24">
                  <c:v>45324</c:v>
                </c:pt>
                <c:pt idx="25">
                  <c:v>45327</c:v>
                </c:pt>
                <c:pt idx="26">
                  <c:v>45328</c:v>
                </c:pt>
                <c:pt idx="27">
                  <c:v>45329</c:v>
                </c:pt>
                <c:pt idx="28">
                  <c:v>45330</c:v>
                </c:pt>
                <c:pt idx="29">
                  <c:v>45331</c:v>
                </c:pt>
                <c:pt idx="30">
                  <c:v>45334</c:v>
                </c:pt>
                <c:pt idx="31">
                  <c:v>45335</c:v>
                </c:pt>
                <c:pt idx="32">
                  <c:v>45336</c:v>
                </c:pt>
                <c:pt idx="33">
                  <c:v>45337</c:v>
                </c:pt>
                <c:pt idx="34">
                  <c:v>45338</c:v>
                </c:pt>
                <c:pt idx="35">
                  <c:v>45341</c:v>
                </c:pt>
                <c:pt idx="36">
                  <c:v>45342</c:v>
                </c:pt>
                <c:pt idx="37">
                  <c:v>45343</c:v>
                </c:pt>
                <c:pt idx="38">
                  <c:v>45344</c:v>
                </c:pt>
                <c:pt idx="39">
                  <c:v>45345</c:v>
                </c:pt>
                <c:pt idx="40">
                  <c:v>45348</c:v>
                </c:pt>
                <c:pt idx="41">
                  <c:v>45349</c:v>
                </c:pt>
                <c:pt idx="42">
                  <c:v>45350</c:v>
                </c:pt>
                <c:pt idx="43">
                  <c:v>45351</c:v>
                </c:pt>
                <c:pt idx="44">
                  <c:v>45352</c:v>
                </c:pt>
                <c:pt idx="45">
                  <c:v>45355</c:v>
                </c:pt>
                <c:pt idx="46">
                  <c:v>45356</c:v>
                </c:pt>
                <c:pt idx="47">
                  <c:v>45357</c:v>
                </c:pt>
                <c:pt idx="48">
                  <c:v>45358</c:v>
                </c:pt>
                <c:pt idx="49">
                  <c:v>45359</c:v>
                </c:pt>
                <c:pt idx="50">
                  <c:v>45362</c:v>
                </c:pt>
                <c:pt idx="51">
                  <c:v>45363</c:v>
                </c:pt>
                <c:pt idx="52">
                  <c:v>45364</c:v>
                </c:pt>
                <c:pt idx="53">
                  <c:v>45365</c:v>
                </c:pt>
                <c:pt idx="54">
                  <c:v>45366</c:v>
                </c:pt>
                <c:pt idx="55">
                  <c:v>45369</c:v>
                </c:pt>
                <c:pt idx="56">
                  <c:v>45370</c:v>
                </c:pt>
                <c:pt idx="57">
                  <c:v>45371</c:v>
                </c:pt>
                <c:pt idx="58">
                  <c:v>45372</c:v>
                </c:pt>
                <c:pt idx="59">
                  <c:v>45373</c:v>
                </c:pt>
                <c:pt idx="60">
                  <c:v>45376</c:v>
                </c:pt>
                <c:pt idx="61">
                  <c:v>45377</c:v>
                </c:pt>
                <c:pt idx="62">
                  <c:v>45378</c:v>
                </c:pt>
                <c:pt idx="63">
                  <c:v>45379</c:v>
                </c:pt>
                <c:pt idx="64">
                  <c:v>45380</c:v>
                </c:pt>
                <c:pt idx="65">
                  <c:v>45383</c:v>
                </c:pt>
                <c:pt idx="66">
                  <c:v>45384</c:v>
                </c:pt>
                <c:pt idx="67">
                  <c:v>45385</c:v>
                </c:pt>
                <c:pt idx="68">
                  <c:v>45386</c:v>
                </c:pt>
                <c:pt idx="69">
                  <c:v>45387</c:v>
                </c:pt>
                <c:pt idx="70">
                  <c:v>45390</c:v>
                </c:pt>
                <c:pt idx="71">
                  <c:v>45391</c:v>
                </c:pt>
                <c:pt idx="72">
                  <c:v>45392</c:v>
                </c:pt>
                <c:pt idx="73">
                  <c:v>45393</c:v>
                </c:pt>
                <c:pt idx="74">
                  <c:v>45394</c:v>
                </c:pt>
                <c:pt idx="75">
                  <c:v>45397</c:v>
                </c:pt>
                <c:pt idx="76">
                  <c:v>45398</c:v>
                </c:pt>
                <c:pt idx="77">
                  <c:v>45399</c:v>
                </c:pt>
                <c:pt idx="78">
                  <c:v>45400</c:v>
                </c:pt>
                <c:pt idx="79">
                  <c:v>45401</c:v>
                </c:pt>
                <c:pt idx="80">
                  <c:v>45404</c:v>
                </c:pt>
                <c:pt idx="81">
                  <c:v>45405</c:v>
                </c:pt>
                <c:pt idx="82">
                  <c:v>45406</c:v>
                </c:pt>
                <c:pt idx="83">
                  <c:v>45407</c:v>
                </c:pt>
                <c:pt idx="84">
                  <c:v>45408</c:v>
                </c:pt>
                <c:pt idx="85">
                  <c:v>45411</c:v>
                </c:pt>
                <c:pt idx="86">
                  <c:v>45412</c:v>
                </c:pt>
                <c:pt idx="87">
                  <c:v>45413</c:v>
                </c:pt>
                <c:pt idx="88">
                  <c:v>45414</c:v>
                </c:pt>
                <c:pt idx="89">
                  <c:v>45415</c:v>
                </c:pt>
                <c:pt idx="90">
                  <c:v>45418</c:v>
                </c:pt>
                <c:pt idx="91">
                  <c:v>45419</c:v>
                </c:pt>
                <c:pt idx="92">
                  <c:v>45420</c:v>
                </c:pt>
                <c:pt idx="93">
                  <c:v>45421</c:v>
                </c:pt>
                <c:pt idx="94">
                  <c:v>45422</c:v>
                </c:pt>
                <c:pt idx="95">
                  <c:v>45425</c:v>
                </c:pt>
                <c:pt idx="96">
                  <c:v>45426</c:v>
                </c:pt>
                <c:pt idx="97">
                  <c:v>45427</c:v>
                </c:pt>
                <c:pt idx="98">
                  <c:v>45428</c:v>
                </c:pt>
                <c:pt idx="99">
                  <c:v>45429</c:v>
                </c:pt>
                <c:pt idx="100">
                  <c:v>45432</c:v>
                </c:pt>
                <c:pt idx="101">
                  <c:v>45433</c:v>
                </c:pt>
                <c:pt idx="102">
                  <c:v>45434</c:v>
                </c:pt>
                <c:pt idx="103">
                  <c:v>45435</c:v>
                </c:pt>
                <c:pt idx="104">
                  <c:v>45436</c:v>
                </c:pt>
                <c:pt idx="105">
                  <c:v>45439</c:v>
                </c:pt>
                <c:pt idx="106">
                  <c:v>45440</c:v>
                </c:pt>
                <c:pt idx="107">
                  <c:v>45441</c:v>
                </c:pt>
                <c:pt idx="108">
                  <c:v>45442</c:v>
                </c:pt>
                <c:pt idx="109">
                  <c:v>45443</c:v>
                </c:pt>
                <c:pt idx="110">
                  <c:v>45446</c:v>
                </c:pt>
                <c:pt idx="111">
                  <c:v>45447</c:v>
                </c:pt>
                <c:pt idx="112">
                  <c:v>45448</c:v>
                </c:pt>
                <c:pt idx="113">
                  <c:v>45449</c:v>
                </c:pt>
                <c:pt idx="114">
                  <c:v>45450</c:v>
                </c:pt>
                <c:pt idx="115">
                  <c:v>45453</c:v>
                </c:pt>
                <c:pt idx="116">
                  <c:v>45454</c:v>
                </c:pt>
                <c:pt idx="117">
                  <c:v>45455</c:v>
                </c:pt>
                <c:pt idx="118">
                  <c:v>45456</c:v>
                </c:pt>
                <c:pt idx="119">
                  <c:v>45457</c:v>
                </c:pt>
                <c:pt idx="120">
                  <c:v>45460</c:v>
                </c:pt>
                <c:pt idx="121">
                  <c:v>45461</c:v>
                </c:pt>
                <c:pt idx="122">
                  <c:v>45462</c:v>
                </c:pt>
                <c:pt idx="123">
                  <c:v>45463</c:v>
                </c:pt>
                <c:pt idx="124">
                  <c:v>45464</c:v>
                </c:pt>
                <c:pt idx="125">
                  <c:v>45467</c:v>
                </c:pt>
                <c:pt idx="126">
                  <c:v>45468</c:v>
                </c:pt>
                <c:pt idx="127">
                  <c:v>45469</c:v>
                </c:pt>
                <c:pt idx="128">
                  <c:v>45470</c:v>
                </c:pt>
                <c:pt idx="129">
                  <c:v>45471</c:v>
                </c:pt>
                <c:pt idx="130">
                  <c:v>45474</c:v>
                </c:pt>
                <c:pt idx="131">
                  <c:v>45475</c:v>
                </c:pt>
                <c:pt idx="132">
                  <c:v>45476</c:v>
                </c:pt>
                <c:pt idx="133">
                  <c:v>45477</c:v>
                </c:pt>
                <c:pt idx="134">
                  <c:v>45478</c:v>
                </c:pt>
                <c:pt idx="135">
                  <c:v>45481</c:v>
                </c:pt>
                <c:pt idx="136">
                  <c:v>45482</c:v>
                </c:pt>
                <c:pt idx="137">
                  <c:v>45483</c:v>
                </c:pt>
                <c:pt idx="138">
                  <c:v>45484</c:v>
                </c:pt>
                <c:pt idx="139">
                  <c:v>45485</c:v>
                </c:pt>
                <c:pt idx="140">
                  <c:v>45488</c:v>
                </c:pt>
                <c:pt idx="141">
                  <c:v>45489</c:v>
                </c:pt>
                <c:pt idx="142">
                  <c:v>45490</c:v>
                </c:pt>
                <c:pt idx="143">
                  <c:v>45491</c:v>
                </c:pt>
                <c:pt idx="144">
                  <c:v>45492</c:v>
                </c:pt>
                <c:pt idx="145">
                  <c:v>45495</c:v>
                </c:pt>
                <c:pt idx="146">
                  <c:v>45496</c:v>
                </c:pt>
                <c:pt idx="147">
                  <c:v>45497</c:v>
                </c:pt>
                <c:pt idx="148">
                  <c:v>45498</c:v>
                </c:pt>
                <c:pt idx="149">
                  <c:v>45499</c:v>
                </c:pt>
                <c:pt idx="150">
                  <c:v>45502</c:v>
                </c:pt>
                <c:pt idx="151">
                  <c:v>45503</c:v>
                </c:pt>
                <c:pt idx="152">
                  <c:v>45504</c:v>
                </c:pt>
                <c:pt idx="153">
                  <c:v>45505</c:v>
                </c:pt>
                <c:pt idx="154">
                  <c:v>45506</c:v>
                </c:pt>
                <c:pt idx="155">
                  <c:v>45509</c:v>
                </c:pt>
                <c:pt idx="156">
                  <c:v>45510</c:v>
                </c:pt>
                <c:pt idx="157">
                  <c:v>45511</c:v>
                </c:pt>
                <c:pt idx="158">
                  <c:v>45512</c:v>
                </c:pt>
                <c:pt idx="159">
                  <c:v>45513</c:v>
                </c:pt>
                <c:pt idx="160">
                  <c:v>45516</c:v>
                </c:pt>
                <c:pt idx="161">
                  <c:v>45517</c:v>
                </c:pt>
                <c:pt idx="162">
                  <c:v>45518</c:v>
                </c:pt>
                <c:pt idx="163">
                  <c:v>45519</c:v>
                </c:pt>
                <c:pt idx="164">
                  <c:v>45520</c:v>
                </c:pt>
                <c:pt idx="165">
                  <c:v>45523</c:v>
                </c:pt>
                <c:pt idx="166">
                  <c:v>45524</c:v>
                </c:pt>
                <c:pt idx="167">
                  <c:v>45525</c:v>
                </c:pt>
                <c:pt idx="168">
                  <c:v>45526</c:v>
                </c:pt>
                <c:pt idx="169">
                  <c:v>45527</c:v>
                </c:pt>
                <c:pt idx="170">
                  <c:v>45530</c:v>
                </c:pt>
                <c:pt idx="171">
                  <c:v>45531</c:v>
                </c:pt>
                <c:pt idx="172">
                  <c:v>45532</c:v>
                </c:pt>
                <c:pt idx="173">
                  <c:v>45533</c:v>
                </c:pt>
                <c:pt idx="174">
                  <c:v>45534</c:v>
                </c:pt>
                <c:pt idx="175">
                  <c:v>45537</c:v>
                </c:pt>
                <c:pt idx="176">
                  <c:v>45538</c:v>
                </c:pt>
                <c:pt idx="177">
                  <c:v>45539</c:v>
                </c:pt>
                <c:pt idx="178">
                  <c:v>45540</c:v>
                </c:pt>
                <c:pt idx="179">
                  <c:v>45541</c:v>
                </c:pt>
                <c:pt idx="180">
                  <c:v>45544</c:v>
                </c:pt>
                <c:pt idx="181">
                  <c:v>45545</c:v>
                </c:pt>
                <c:pt idx="182">
                  <c:v>45546</c:v>
                </c:pt>
                <c:pt idx="183">
                  <c:v>45547</c:v>
                </c:pt>
                <c:pt idx="184">
                  <c:v>45548</c:v>
                </c:pt>
                <c:pt idx="185">
                  <c:v>45551</c:v>
                </c:pt>
                <c:pt idx="186">
                  <c:v>45552</c:v>
                </c:pt>
                <c:pt idx="187">
                  <c:v>45553</c:v>
                </c:pt>
                <c:pt idx="188">
                  <c:v>45554</c:v>
                </c:pt>
                <c:pt idx="189">
                  <c:v>45555</c:v>
                </c:pt>
                <c:pt idx="190">
                  <c:v>45558</c:v>
                </c:pt>
                <c:pt idx="191">
                  <c:v>45559</c:v>
                </c:pt>
                <c:pt idx="192">
                  <c:v>45560</c:v>
                </c:pt>
                <c:pt idx="193">
                  <c:v>45561</c:v>
                </c:pt>
                <c:pt idx="194">
                  <c:v>45562</c:v>
                </c:pt>
                <c:pt idx="195">
                  <c:v>45565</c:v>
                </c:pt>
                <c:pt idx="196">
                  <c:v>45566</c:v>
                </c:pt>
                <c:pt idx="197">
                  <c:v>45567</c:v>
                </c:pt>
                <c:pt idx="198">
                  <c:v>45568</c:v>
                </c:pt>
                <c:pt idx="199">
                  <c:v>45569</c:v>
                </c:pt>
                <c:pt idx="200">
                  <c:v>45572</c:v>
                </c:pt>
                <c:pt idx="201">
                  <c:v>45573</c:v>
                </c:pt>
                <c:pt idx="202">
                  <c:v>45574</c:v>
                </c:pt>
                <c:pt idx="203">
                  <c:v>45575</c:v>
                </c:pt>
                <c:pt idx="204">
                  <c:v>45576</c:v>
                </c:pt>
                <c:pt idx="205">
                  <c:v>45579</c:v>
                </c:pt>
                <c:pt idx="206">
                  <c:v>45580</c:v>
                </c:pt>
                <c:pt idx="207">
                  <c:v>45581</c:v>
                </c:pt>
                <c:pt idx="208">
                  <c:v>45582</c:v>
                </c:pt>
                <c:pt idx="209">
                  <c:v>45583</c:v>
                </c:pt>
                <c:pt idx="210">
                  <c:v>45586</c:v>
                </c:pt>
                <c:pt idx="211">
                  <c:v>45587</c:v>
                </c:pt>
                <c:pt idx="212">
                  <c:v>45588</c:v>
                </c:pt>
                <c:pt idx="213">
                  <c:v>45589</c:v>
                </c:pt>
                <c:pt idx="214">
                  <c:v>45590</c:v>
                </c:pt>
                <c:pt idx="215">
                  <c:v>45593</c:v>
                </c:pt>
                <c:pt idx="216">
                  <c:v>45594</c:v>
                </c:pt>
                <c:pt idx="217">
                  <c:v>45595</c:v>
                </c:pt>
                <c:pt idx="218">
                  <c:v>45596</c:v>
                </c:pt>
                <c:pt idx="219">
                  <c:v>45597</c:v>
                </c:pt>
                <c:pt idx="220">
                  <c:v>45600</c:v>
                </c:pt>
                <c:pt idx="221">
                  <c:v>45601</c:v>
                </c:pt>
                <c:pt idx="222">
                  <c:v>45602</c:v>
                </c:pt>
                <c:pt idx="223">
                  <c:v>45603</c:v>
                </c:pt>
                <c:pt idx="224">
                  <c:v>45604</c:v>
                </c:pt>
                <c:pt idx="225">
                  <c:v>45607</c:v>
                </c:pt>
                <c:pt idx="226">
                  <c:v>45608</c:v>
                </c:pt>
                <c:pt idx="227">
                  <c:v>45609</c:v>
                </c:pt>
                <c:pt idx="228">
                  <c:v>45610</c:v>
                </c:pt>
                <c:pt idx="229">
                  <c:v>45611</c:v>
                </c:pt>
                <c:pt idx="230">
                  <c:v>45614</c:v>
                </c:pt>
                <c:pt idx="231">
                  <c:v>45615</c:v>
                </c:pt>
                <c:pt idx="232">
                  <c:v>45616</c:v>
                </c:pt>
                <c:pt idx="233">
                  <c:v>45617</c:v>
                </c:pt>
                <c:pt idx="234">
                  <c:v>45618</c:v>
                </c:pt>
                <c:pt idx="235">
                  <c:v>45621</c:v>
                </c:pt>
                <c:pt idx="236">
                  <c:v>45622</c:v>
                </c:pt>
                <c:pt idx="237">
                  <c:v>45623</c:v>
                </c:pt>
                <c:pt idx="238">
                  <c:v>45624</c:v>
                </c:pt>
                <c:pt idx="239">
                  <c:v>45625</c:v>
                </c:pt>
                <c:pt idx="240">
                  <c:v>45628</c:v>
                </c:pt>
                <c:pt idx="241">
                  <c:v>45629</c:v>
                </c:pt>
                <c:pt idx="242">
                  <c:v>45630</c:v>
                </c:pt>
                <c:pt idx="243">
                  <c:v>45631</c:v>
                </c:pt>
                <c:pt idx="244">
                  <c:v>45632</c:v>
                </c:pt>
                <c:pt idx="245">
                  <c:v>45635</c:v>
                </c:pt>
                <c:pt idx="246">
                  <c:v>45636</c:v>
                </c:pt>
                <c:pt idx="247">
                  <c:v>45637</c:v>
                </c:pt>
                <c:pt idx="248">
                  <c:v>45638</c:v>
                </c:pt>
                <c:pt idx="249">
                  <c:v>45639</c:v>
                </c:pt>
                <c:pt idx="250">
                  <c:v>45642</c:v>
                </c:pt>
                <c:pt idx="251">
                  <c:v>45643</c:v>
                </c:pt>
                <c:pt idx="252">
                  <c:v>45644</c:v>
                </c:pt>
                <c:pt idx="253">
                  <c:v>45645</c:v>
                </c:pt>
                <c:pt idx="254">
                  <c:v>45646</c:v>
                </c:pt>
                <c:pt idx="255">
                  <c:v>45649</c:v>
                </c:pt>
                <c:pt idx="256">
                  <c:v>45650</c:v>
                </c:pt>
                <c:pt idx="257">
                  <c:v>45651</c:v>
                </c:pt>
                <c:pt idx="258">
                  <c:v>45652</c:v>
                </c:pt>
                <c:pt idx="259">
                  <c:v>45653</c:v>
                </c:pt>
                <c:pt idx="260">
                  <c:v>45656</c:v>
                </c:pt>
                <c:pt idx="261">
                  <c:v>45657</c:v>
                </c:pt>
                <c:pt idx="262">
                  <c:v>45658</c:v>
                </c:pt>
                <c:pt idx="263">
                  <c:v>45659</c:v>
                </c:pt>
                <c:pt idx="264">
                  <c:v>45660</c:v>
                </c:pt>
                <c:pt idx="265">
                  <c:v>45663</c:v>
                </c:pt>
                <c:pt idx="266">
                  <c:v>45664</c:v>
                </c:pt>
                <c:pt idx="267">
                  <c:v>45665</c:v>
                </c:pt>
                <c:pt idx="268">
                  <c:v>45666</c:v>
                </c:pt>
                <c:pt idx="269">
                  <c:v>45667</c:v>
                </c:pt>
                <c:pt idx="270">
                  <c:v>45670</c:v>
                </c:pt>
                <c:pt idx="271">
                  <c:v>45671</c:v>
                </c:pt>
                <c:pt idx="272">
                  <c:v>45672</c:v>
                </c:pt>
                <c:pt idx="273">
                  <c:v>45673</c:v>
                </c:pt>
                <c:pt idx="274">
                  <c:v>45674</c:v>
                </c:pt>
                <c:pt idx="275">
                  <c:v>45677</c:v>
                </c:pt>
                <c:pt idx="276">
                  <c:v>45678</c:v>
                </c:pt>
                <c:pt idx="277">
                  <c:v>45679</c:v>
                </c:pt>
                <c:pt idx="278">
                  <c:v>45680</c:v>
                </c:pt>
                <c:pt idx="279">
                  <c:v>45681</c:v>
                </c:pt>
                <c:pt idx="280">
                  <c:v>45684</c:v>
                </c:pt>
                <c:pt idx="281">
                  <c:v>45685</c:v>
                </c:pt>
                <c:pt idx="282">
                  <c:v>45686</c:v>
                </c:pt>
                <c:pt idx="283">
                  <c:v>45687</c:v>
                </c:pt>
                <c:pt idx="284">
                  <c:v>45688</c:v>
                </c:pt>
                <c:pt idx="285">
                  <c:v>45691</c:v>
                </c:pt>
                <c:pt idx="286">
                  <c:v>45692</c:v>
                </c:pt>
                <c:pt idx="287">
                  <c:v>45693</c:v>
                </c:pt>
                <c:pt idx="288">
                  <c:v>45694</c:v>
                </c:pt>
                <c:pt idx="289">
                  <c:v>45695</c:v>
                </c:pt>
                <c:pt idx="290">
                  <c:v>45698</c:v>
                </c:pt>
                <c:pt idx="291">
                  <c:v>45699</c:v>
                </c:pt>
                <c:pt idx="292">
                  <c:v>45700</c:v>
                </c:pt>
                <c:pt idx="293">
                  <c:v>45701</c:v>
                </c:pt>
                <c:pt idx="294">
                  <c:v>45702</c:v>
                </c:pt>
                <c:pt idx="295">
                  <c:v>45705</c:v>
                </c:pt>
                <c:pt idx="296">
                  <c:v>45706</c:v>
                </c:pt>
                <c:pt idx="297">
                  <c:v>45707</c:v>
                </c:pt>
                <c:pt idx="298">
                  <c:v>45708</c:v>
                </c:pt>
                <c:pt idx="299">
                  <c:v>45709</c:v>
                </c:pt>
                <c:pt idx="300">
                  <c:v>45712</c:v>
                </c:pt>
                <c:pt idx="301">
                  <c:v>45713</c:v>
                </c:pt>
                <c:pt idx="302">
                  <c:v>45714</c:v>
                </c:pt>
                <c:pt idx="303">
                  <c:v>45715</c:v>
                </c:pt>
                <c:pt idx="304">
                  <c:v>45716</c:v>
                </c:pt>
                <c:pt idx="305">
                  <c:v>45719</c:v>
                </c:pt>
                <c:pt idx="306">
                  <c:v>45720</c:v>
                </c:pt>
                <c:pt idx="307">
                  <c:v>45721</c:v>
                </c:pt>
                <c:pt idx="308">
                  <c:v>45722</c:v>
                </c:pt>
                <c:pt idx="309">
                  <c:v>45723</c:v>
                </c:pt>
                <c:pt idx="310">
                  <c:v>45726</c:v>
                </c:pt>
                <c:pt idx="311">
                  <c:v>45727</c:v>
                </c:pt>
                <c:pt idx="312">
                  <c:v>45728</c:v>
                </c:pt>
                <c:pt idx="313">
                  <c:v>45729</c:v>
                </c:pt>
                <c:pt idx="314">
                  <c:v>45730</c:v>
                </c:pt>
                <c:pt idx="315">
                  <c:v>45733</c:v>
                </c:pt>
                <c:pt idx="316">
                  <c:v>45734</c:v>
                </c:pt>
                <c:pt idx="317">
                  <c:v>45735</c:v>
                </c:pt>
                <c:pt idx="318">
                  <c:v>45736</c:v>
                </c:pt>
                <c:pt idx="319">
                  <c:v>45737</c:v>
                </c:pt>
                <c:pt idx="320">
                  <c:v>45740</c:v>
                </c:pt>
                <c:pt idx="321">
                  <c:v>45741</c:v>
                </c:pt>
                <c:pt idx="322">
                  <c:v>45742</c:v>
                </c:pt>
                <c:pt idx="323">
                  <c:v>45743</c:v>
                </c:pt>
                <c:pt idx="324">
                  <c:v>45744</c:v>
                </c:pt>
                <c:pt idx="325">
                  <c:v>45747</c:v>
                </c:pt>
                <c:pt idx="326">
                  <c:v>45748</c:v>
                </c:pt>
                <c:pt idx="327">
                  <c:v>45749</c:v>
                </c:pt>
                <c:pt idx="328">
                  <c:v>45750</c:v>
                </c:pt>
                <c:pt idx="329">
                  <c:v>45751</c:v>
                </c:pt>
                <c:pt idx="330">
                  <c:v>45754</c:v>
                </c:pt>
                <c:pt idx="331">
                  <c:v>45755</c:v>
                </c:pt>
                <c:pt idx="332">
                  <c:v>45756</c:v>
                </c:pt>
                <c:pt idx="333">
                  <c:v>45757</c:v>
                </c:pt>
                <c:pt idx="334">
                  <c:v>45758</c:v>
                </c:pt>
                <c:pt idx="335">
                  <c:v>45761</c:v>
                </c:pt>
                <c:pt idx="336">
                  <c:v>45762</c:v>
                </c:pt>
                <c:pt idx="337">
                  <c:v>45763</c:v>
                </c:pt>
                <c:pt idx="338">
                  <c:v>45764</c:v>
                </c:pt>
                <c:pt idx="339">
                  <c:v>45765</c:v>
                </c:pt>
                <c:pt idx="340">
                  <c:v>45768</c:v>
                </c:pt>
                <c:pt idx="341">
                  <c:v>45769</c:v>
                </c:pt>
                <c:pt idx="342">
                  <c:v>45770</c:v>
                </c:pt>
                <c:pt idx="343">
                  <c:v>45771</c:v>
                </c:pt>
                <c:pt idx="344">
                  <c:v>45772</c:v>
                </c:pt>
                <c:pt idx="345">
                  <c:v>45775</c:v>
                </c:pt>
                <c:pt idx="346">
                  <c:v>45776</c:v>
                </c:pt>
                <c:pt idx="347">
                  <c:v>45777</c:v>
                </c:pt>
                <c:pt idx="348">
                  <c:v>45778</c:v>
                </c:pt>
                <c:pt idx="349">
                  <c:v>45779</c:v>
                </c:pt>
                <c:pt idx="350">
                  <c:v>45782</c:v>
                </c:pt>
                <c:pt idx="351">
                  <c:v>45783</c:v>
                </c:pt>
                <c:pt idx="352">
                  <c:v>45784</c:v>
                </c:pt>
                <c:pt idx="353">
                  <c:v>45785</c:v>
                </c:pt>
                <c:pt idx="354">
                  <c:v>45786</c:v>
                </c:pt>
                <c:pt idx="355">
                  <c:v>45789</c:v>
                </c:pt>
                <c:pt idx="356">
                  <c:v>45790</c:v>
                </c:pt>
                <c:pt idx="357">
                  <c:v>45791</c:v>
                </c:pt>
                <c:pt idx="358">
                  <c:v>45792</c:v>
                </c:pt>
                <c:pt idx="359">
                  <c:v>45793</c:v>
                </c:pt>
                <c:pt idx="360">
                  <c:v>45796</c:v>
                </c:pt>
                <c:pt idx="361">
                  <c:v>45797</c:v>
                </c:pt>
                <c:pt idx="362">
                  <c:v>45798</c:v>
                </c:pt>
                <c:pt idx="363">
                  <c:v>45799</c:v>
                </c:pt>
                <c:pt idx="364">
                  <c:v>45800</c:v>
                </c:pt>
                <c:pt idx="365">
                  <c:v>45803</c:v>
                </c:pt>
                <c:pt idx="366">
                  <c:v>45804</c:v>
                </c:pt>
                <c:pt idx="367">
                  <c:v>45805</c:v>
                </c:pt>
                <c:pt idx="368">
                  <c:v>45806</c:v>
                </c:pt>
                <c:pt idx="369">
                  <c:v>45807</c:v>
                </c:pt>
                <c:pt idx="370">
                  <c:v>45810</c:v>
                </c:pt>
                <c:pt idx="371">
                  <c:v>45811</c:v>
                </c:pt>
                <c:pt idx="372">
                  <c:v>45812</c:v>
                </c:pt>
                <c:pt idx="373">
                  <c:v>45813</c:v>
                </c:pt>
                <c:pt idx="374">
                  <c:v>45814</c:v>
                </c:pt>
                <c:pt idx="375">
                  <c:v>45817</c:v>
                </c:pt>
                <c:pt idx="376">
                  <c:v>45818</c:v>
                </c:pt>
                <c:pt idx="377">
                  <c:v>45819</c:v>
                </c:pt>
                <c:pt idx="378">
                  <c:v>45820</c:v>
                </c:pt>
                <c:pt idx="379">
                  <c:v>45821</c:v>
                </c:pt>
                <c:pt idx="380">
                  <c:v>45824</c:v>
                </c:pt>
                <c:pt idx="381">
                  <c:v>45825</c:v>
                </c:pt>
                <c:pt idx="382">
                  <c:v>45826</c:v>
                </c:pt>
                <c:pt idx="383">
                  <c:v>45827</c:v>
                </c:pt>
                <c:pt idx="384">
                  <c:v>45828</c:v>
                </c:pt>
                <c:pt idx="385">
                  <c:v>45831</c:v>
                </c:pt>
                <c:pt idx="386">
                  <c:v>45832</c:v>
                </c:pt>
                <c:pt idx="387">
                  <c:v>45833</c:v>
                </c:pt>
                <c:pt idx="388">
                  <c:v>45834</c:v>
                </c:pt>
                <c:pt idx="389">
                  <c:v>45835</c:v>
                </c:pt>
                <c:pt idx="390">
                  <c:v>45838</c:v>
                </c:pt>
                <c:pt idx="391">
                  <c:v>45839</c:v>
                </c:pt>
                <c:pt idx="392">
                  <c:v>45840</c:v>
                </c:pt>
                <c:pt idx="393">
                  <c:v>45841</c:v>
                </c:pt>
                <c:pt idx="394">
                  <c:v>45842</c:v>
                </c:pt>
                <c:pt idx="395">
                  <c:v>45845</c:v>
                </c:pt>
                <c:pt idx="396">
                  <c:v>45846</c:v>
                </c:pt>
                <c:pt idx="397">
                  <c:v>45847</c:v>
                </c:pt>
                <c:pt idx="398">
                  <c:v>45848</c:v>
                </c:pt>
                <c:pt idx="399">
                  <c:v>45849</c:v>
                </c:pt>
                <c:pt idx="400">
                  <c:v>45852</c:v>
                </c:pt>
                <c:pt idx="401">
                  <c:v>45853</c:v>
                </c:pt>
                <c:pt idx="402">
                  <c:v>45854</c:v>
                </c:pt>
                <c:pt idx="403">
                  <c:v>45855</c:v>
                </c:pt>
                <c:pt idx="404">
                  <c:v>45856</c:v>
                </c:pt>
                <c:pt idx="405">
                  <c:v>45859</c:v>
                </c:pt>
                <c:pt idx="406">
                  <c:v>45860</c:v>
                </c:pt>
                <c:pt idx="407">
                  <c:v>45861</c:v>
                </c:pt>
                <c:pt idx="408">
                  <c:v>45862</c:v>
                </c:pt>
                <c:pt idx="409">
                  <c:v>45863</c:v>
                </c:pt>
                <c:pt idx="410">
                  <c:v>45866</c:v>
                </c:pt>
                <c:pt idx="411">
                  <c:v>45867</c:v>
                </c:pt>
                <c:pt idx="412">
                  <c:v>45868</c:v>
                </c:pt>
                <c:pt idx="413">
                  <c:v>45869</c:v>
                </c:pt>
                <c:pt idx="414">
                  <c:v>45870</c:v>
                </c:pt>
                <c:pt idx="415">
                  <c:v>45873</c:v>
                </c:pt>
                <c:pt idx="416">
                  <c:v>45874</c:v>
                </c:pt>
                <c:pt idx="417">
                  <c:v>45875</c:v>
                </c:pt>
                <c:pt idx="418">
                  <c:v>45876</c:v>
                </c:pt>
                <c:pt idx="419">
                  <c:v>45877</c:v>
                </c:pt>
                <c:pt idx="420">
                  <c:v>45880</c:v>
                </c:pt>
                <c:pt idx="421">
                  <c:v>45881</c:v>
                </c:pt>
                <c:pt idx="422">
                  <c:v>45882</c:v>
                </c:pt>
                <c:pt idx="423">
                  <c:v>45883</c:v>
                </c:pt>
                <c:pt idx="424">
                  <c:v>45884</c:v>
                </c:pt>
                <c:pt idx="425">
                  <c:v>45887</c:v>
                </c:pt>
                <c:pt idx="426">
                  <c:v>45888</c:v>
                </c:pt>
                <c:pt idx="427">
                  <c:v>45889</c:v>
                </c:pt>
                <c:pt idx="428">
                  <c:v>45890</c:v>
                </c:pt>
                <c:pt idx="429">
                  <c:v>45891</c:v>
                </c:pt>
                <c:pt idx="430">
                  <c:v>45894</c:v>
                </c:pt>
                <c:pt idx="431">
                  <c:v>45895</c:v>
                </c:pt>
                <c:pt idx="432">
                  <c:v>45896</c:v>
                </c:pt>
                <c:pt idx="433">
                  <c:v>45897</c:v>
                </c:pt>
                <c:pt idx="434">
                  <c:v>45898</c:v>
                </c:pt>
                <c:pt idx="435">
                  <c:v>45901</c:v>
                </c:pt>
                <c:pt idx="436">
                  <c:v>45902</c:v>
                </c:pt>
                <c:pt idx="437">
                  <c:v>45903</c:v>
                </c:pt>
                <c:pt idx="438">
                  <c:v>45904</c:v>
                </c:pt>
                <c:pt idx="439">
                  <c:v>45905</c:v>
                </c:pt>
                <c:pt idx="440">
                  <c:v>45908</c:v>
                </c:pt>
                <c:pt idx="441">
                  <c:v>45909</c:v>
                </c:pt>
                <c:pt idx="442">
                  <c:v>45910</c:v>
                </c:pt>
                <c:pt idx="443">
                  <c:v>45911</c:v>
                </c:pt>
                <c:pt idx="444">
                  <c:v>45912</c:v>
                </c:pt>
                <c:pt idx="445">
                  <c:v>45915</c:v>
                </c:pt>
                <c:pt idx="446">
                  <c:v>45916</c:v>
                </c:pt>
                <c:pt idx="447">
                  <c:v>45917</c:v>
                </c:pt>
                <c:pt idx="448">
                  <c:v>45918</c:v>
                </c:pt>
                <c:pt idx="449">
                  <c:v>45919</c:v>
                </c:pt>
                <c:pt idx="450">
                  <c:v>45922</c:v>
                </c:pt>
                <c:pt idx="451">
                  <c:v>45923</c:v>
                </c:pt>
                <c:pt idx="452">
                  <c:v>45924</c:v>
                </c:pt>
                <c:pt idx="453">
                  <c:v>45925</c:v>
                </c:pt>
                <c:pt idx="454">
                  <c:v>45926</c:v>
                </c:pt>
                <c:pt idx="455">
                  <c:v>45929</c:v>
                </c:pt>
                <c:pt idx="456">
                  <c:v>45930</c:v>
                </c:pt>
                <c:pt idx="457">
                  <c:v>45931</c:v>
                </c:pt>
                <c:pt idx="458">
                  <c:v>45932</c:v>
                </c:pt>
                <c:pt idx="459">
                  <c:v>45933</c:v>
                </c:pt>
                <c:pt idx="460">
                  <c:v>45936</c:v>
                </c:pt>
                <c:pt idx="461">
                  <c:v>45937</c:v>
                </c:pt>
                <c:pt idx="462">
                  <c:v>45938</c:v>
                </c:pt>
                <c:pt idx="463">
                  <c:v>45939</c:v>
                </c:pt>
                <c:pt idx="464">
                  <c:v>45940</c:v>
                </c:pt>
                <c:pt idx="465">
                  <c:v>45943</c:v>
                </c:pt>
                <c:pt idx="466">
                  <c:v>45944</c:v>
                </c:pt>
                <c:pt idx="467">
                  <c:v>45945</c:v>
                </c:pt>
                <c:pt idx="468">
                  <c:v>45946</c:v>
                </c:pt>
                <c:pt idx="469">
                  <c:v>45947</c:v>
                </c:pt>
                <c:pt idx="470">
                  <c:v>45950</c:v>
                </c:pt>
                <c:pt idx="471">
                  <c:v>45951</c:v>
                </c:pt>
                <c:pt idx="472">
                  <c:v>45952</c:v>
                </c:pt>
                <c:pt idx="473">
                  <c:v>45953</c:v>
                </c:pt>
                <c:pt idx="474">
                  <c:v>45954</c:v>
                </c:pt>
                <c:pt idx="475">
                  <c:v>45957</c:v>
                </c:pt>
                <c:pt idx="476">
                  <c:v>45958</c:v>
                </c:pt>
                <c:pt idx="477">
                  <c:v>45959</c:v>
                </c:pt>
                <c:pt idx="478">
                  <c:v>45960</c:v>
                </c:pt>
                <c:pt idx="479">
                  <c:v>45961</c:v>
                </c:pt>
                <c:pt idx="480">
                  <c:v>45964</c:v>
                </c:pt>
                <c:pt idx="481">
                  <c:v>45965</c:v>
                </c:pt>
                <c:pt idx="482">
                  <c:v>45966</c:v>
                </c:pt>
                <c:pt idx="483">
                  <c:v>45967</c:v>
                </c:pt>
                <c:pt idx="484">
                  <c:v>45968</c:v>
                </c:pt>
                <c:pt idx="485">
                  <c:v>45971</c:v>
                </c:pt>
                <c:pt idx="486">
                  <c:v>45972</c:v>
                </c:pt>
                <c:pt idx="487">
                  <c:v>45973</c:v>
                </c:pt>
                <c:pt idx="488">
                  <c:v>45974</c:v>
                </c:pt>
                <c:pt idx="489">
                  <c:v>45975</c:v>
                </c:pt>
                <c:pt idx="490">
                  <c:v>45978</c:v>
                </c:pt>
                <c:pt idx="491">
                  <c:v>45979</c:v>
                </c:pt>
                <c:pt idx="492">
                  <c:v>45980</c:v>
                </c:pt>
                <c:pt idx="493">
                  <c:v>45981</c:v>
                </c:pt>
                <c:pt idx="494">
                  <c:v>45982</c:v>
                </c:pt>
                <c:pt idx="495">
                  <c:v>45985</c:v>
                </c:pt>
                <c:pt idx="496">
                  <c:v>45986</c:v>
                </c:pt>
                <c:pt idx="497">
                  <c:v>45987</c:v>
                </c:pt>
                <c:pt idx="498">
                  <c:v>45988</c:v>
                </c:pt>
                <c:pt idx="499">
                  <c:v>45989</c:v>
                </c:pt>
                <c:pt idx="500">
                  <c:v>45992</c:v>
                </c:pt>
                <c:pt idx="501">
                  <c:v>45993</c:v>
                </c:pt>
                <c:pt idx="502">
                  <c:v>45994</c:v>
                </c:pt>
                <c:pt idx="503">
                  <c:v>45995</c:v>
                </c:pt>
                <c:pt idx="504">
                  <c:v>45996</c:v>
                </c:pt>
                <c:pt idx="505">
                  <c:v>45999</c:v>
                </c:pt>
                <c:pt idx="506">
                  <c:v>46000</c:v>
                </c:pt>
                <c:pt idx="507">
                  <c:v>46001</c:v>
                </c:pt>
                <c:pt idx="508">
                  <c:v>46002</c:v>
                </c:pt>
                <c:pt idx="509">
                  <c:v>46003</c:v>
                </c:pt>
                <c:pt idx="510">
                  <c:v>46006</c:v>
                </c:pt>
                <c:pt idx="511">
                  <c:v>46007</c:v>
                </c:pt>
                <c:pt idx="512">
                  <c:v>46008</c:v>
                </c:pt>
                <c:pt idx="513">
                  <c:v>46009</c:v>
                </c:pt>
                <c:pt idx="514">
                  <c:v>46010</c:v>
                </c:pt>
                <c:pt idx="515">
                  <c:v>46013</c:v>
                </c:pt>
                <c:pt idx="516">
                  <c:v>46014</c:v>
                </c:pt>
                <c:pt idx="517">
                  <c:v>46015</c:v>
                </c:pt>
                <c:pt idx="518">
                  <c:v>46016</c:v>
                </c:pt>
                <c:pt idx="519">
                  <c:v>46017</c:v>
                </c:pt>
                <c:pt idx="520">
                  <c:v>46020</c:v>
                </c:pt>
                <c:pt idx="521">
                  <c:v>46021</c:v>
                </c:pt>
                <c:pt idx="522">
                  <c:v>46022</c:v>
                </c:pt>
                <c:pt idx="523">
                  <c:v>46023</c:v>
                </c:pt>
                <c:pt idx="524">
                  <c:v>46024</c:v>
                </c:pt>
                <c:pt idx="525">
                  <c:v>46027</c:v>
                </c:pt>
                <c:pt idx="526">
                  <c:v>46028</c:v>
                </c:pt>
                <c:pt idx="527">
                  <c:v>46029</c:v>
                </c:pt>
                <c:pt idx="528">
                  <c:v>46030</c:v>
                </c:pt>
                <c:pt idx="529">
                  <c:v>46031</c:v>
                </c:pt>
                <c:pt idx="530">
                  <c:v>46034</c:v>
                </c:pt>
                <c:pt idx="531">
                  <c:v>46035</c:v>
                </c:pt>
                <c:pt idx="532">
                  <c:v>46036</c:v>
                </c:pt>
                <c:pt idx="533">
                  <c:v>46037</c:v>
                </c:pt>
                <c:pt idx="534">
                  <c:v>46038</c:v>
                </c:pt>
                <c:pt idx="535">
                  <c:v>46041</c:v>
                </c:pt>
                <c:pt idx="536">
                  <c:v>46042</c:v>
                </c:pt>
                <c:pt idx="537">
                  <c:v>46043</c:v>
                </c:pt>
                <c:pt idx="538">
                  <c:v>46044</c:v>
                </c:pt>
                <c:pt idx="539">
                  <c:v>46045</c:v>
                </c:pt>
                <c:pt idx="540">
                  <c:v>46048</c:v>
                </c:pt>
                <c:pt idx="541">
                  <c:v>46049</c:v>
                </c:pt>
                <c:pt idx="542">
                  <c:v>46050</c:v>
                </c:pt>
                <c:pt idx="543">
                  <c:v>46051</c:v>
                </c:pt>
                <c:pt idx="544">
                  <c:v>46052</c:v>
                </c:pt>
                <c:pt idx="545">
                  <c:v>46055</c:v>
                </c:pt>
                <c:pt idx="546">
                  <c:v>46056</c:v>
                </c:pt>
                <c:pt idx="547">
                  <c:v>46057</c:v>
                </c:pt>
                <c:pt idx="548">
                  <c:v>46058</c:v>
                </c:pt>
                <c:pt idx="549">
                  <c:v>46059</c:v>
                </c:pt>
                <c:pt idx="550">
                  <c:v>46062</c:v>
                </c:pt>
                <c:pt idx="551">
                  <c:v>46063</c:v>
                </c:pt>
                <c:pt idx="552">
                  <c:v>46064</c:v>
                </c:pt>
                <c:pt idx="553">
                  <c:v>46065</c:v>
                </c:pt>
                <c:pt idx="554">
                  <c:v>46066</c:v>
                </c:pt>
                <c:pt idx="555">
                  <c:v>46069</c:v>
                </c:pt>
                <c:pt idx="556">
                  <c:v>46070</c:v>
                </c:pt>
                <c:pt idx="557">
                  <c:v>46071</c:v>
                </c:pt>
                <c:pt idx="558">
                  <c:v>46072</c:v>
                </c:pt>
                <c:pt idx="559">
                  <c:v>46073</c:v>
                </c:pt>
                <c:pt idx="560">
                  <c:v>46076</c:v>
                </c:pt>
                <c:pt idx="561">
                  <c:v>46077</c:v>
                </c:pt>
                <c:pt idx="562">
                  <c:v>46078</c:v>
                </c:pt>
                <c:pt idx="563">
                  <c:v>46079</c:v>
                </c:pt>
                <c:pt idx="564">
                  <c:v>46080</c:v>
                </c:pt>
                <c:pt idx="565">
                  <c:v>46083</c:v>
                </c:pt>
                <c:pt idx="566">
                  <c:v>46084</c:v>
                </c:pt>
                <c:pt idx="567">
                  <c:v>46085</c:v>
                </c:pt>
                <c:pt idx="568">
                  <c:v>46086</c:v>
                </c:pt>
                <c:pt idx="569">
                  <c:v>46087</c:v>
                </c:pt>
                <c:pt idx="570">
                  <c:v>46090</c:v>
                </c:pt>
                <c:pt idx="571">
                  <c:v>46091</c:v>
                </c:pt>
                <c:pt idx="572">
                  <c:v>46092</c:v>
                </c:pt>
                <c:pt idx="573">
                  <c:v>46093</c:v>
                </c:pt>
                <c:pt idx="574">
                  <c:v>46094</c:v>
                </c:pt>
                <c:pt idx="575">
                  <c:v>46097</c:v>
                </c:pt>
                <c:pt idx="576">
                  <c:v>46098</c:v>
                </c:pt>
                <c:pt idx="577">
                  <c:v>46099</c:v>
                </c:pt>
                <c:pt idx="578">
                  <c:v>46100</c:v>
                </c:pt>
                <c:pt idx="579">
                  <c:v>46101</c:v>
                </c:pt>
                <c:pt idx="580">
                  <c:v>46104</c:v>
                </c:pt>
                <c:pt idx="581">
                  <c:v>46105</c:v>
                </c:pt>
                <c:pt idx="582">
                  <c:v>46106</c:v>
                </c:pt>
                <c:pt idx="583">
                  <c:v>46107</c:v>
                </c:pt>
                <c:pt idx="584">
                  <c:v>46108</c:v>
                </c:pt>
                <c:pt idx="585">
                  <c:v>46111</c:v>
                </c:pt>
                <c:pt idx="586">
                  <c:v>46112</c:v>
                </c:pt>
                <c:pt idx="587">
                  <c:v>46113</c:v>
                </c:pt>
                <c:pt idx="588">
                  <c:v>46114</c:v>
                </c:pt>
                <c:pt idx="589">
                  <c:v>46115</c:v>
                </c:pt>
                <c:pt idx="590">
                  <c:v>46118</c:v>
                </c:pt>
                <c:pt idx="591">
                  <c:v>46119</c:v>
                </c:pt>
                <c:pt idx="592">
                  <c:v>46120</c:v>
                </c:pt>
                <c:pt idx="593">
                  <c:v>46121</c:v>
                </c:pt>
                <c:pt idx="594">
                  <c:v>46122</c:v>
                </c:pt>
                <c:pt idx="595">
                  <c:v>46125</c:v>
                </c:pt>
                <c:pt idx="596">
                  <c:v>46126</c:v>
                </c:pt>
                <c:pt idx="597">
                  <c:v>46127</c:v>
                </c:pt>
                <c:pt idx="598">
                  <c:v>46128</c:v>
                </c:pt>
                <c:pt idx="599">
                  <c:v>46129</c:v>
                </c:pt>
                <c:pt idx="600">
                  <c:v>46132</c:v>
                </c:pt>
                <c:pt idx="601">
                  <c:v>46133</c:v>
                </c:pt>
                <c:pt idx="602">
                  <c:v>46134</c:v>
                </c:pt>
                <c:pt idx="603">
                  <c:v>46135</c:v>
                </c:pt>
                <c:pt idx="604">
                  <c:v>46136</c:v>
                </c:pt>
                <c:pt idx="605">
                  <c:v>46139</c:v>
                </c:pt>
                <c:pt idx="606">
                  <c:v>46140</c:v>
                </c:pt>
                <c:pt idx="607">
                  <c:v>46141</c:v>
                </c:pt>
                <c:pt idx="608">
                  <c:v>46142</c:v>
                </c:pt>
                <c:pt idx="609">
                  <c:v>46143</c:v>
                </c:pt>
                <c:pt idx="610">
                  <c:v>46146</c:v>
                </c:pt>
                <c:pt idx="611">
                  <c:v>46147</c:v>
                </c:pt>
                <c:pt idx="612">
                  <c:v>46148</c:v>
                </c:pt>
                <c:pt idx="613">
                  <c:v>46149</c:v>
                </c:pt>
                <c:pt idx="614">
                  <c:v>46150</c:v>
                </c:pt>
                <c:pt idx="615">
                  <c:v>46153</c:v>
                </c:pt>
                <c:pt idx="616">
                  <c:v>46154</c:v>
                </c:pt>
                <c:pt idx="617">
                  <c:v>46155</c:v>
                </c:pt>
                <c:pt idx="618">
                  <c:v>46156</c:v>
                </c:pt>
                <c:pt idx="619">
                  <c:v>46157</c:v>
                </c:pt>
                <c:pt idx="620">
                  <c:v>46160</c:v>
                </c:pt>
                <c:pt idx="621">
                  <c:v>46161</c:v>
                </c:pt>
                <c:pt idx="622">
                  <c:v>46162</c:v>
                </c:pt>
                <c:pt idx="623">
                  <c:v>46163</c:v>
                </c:pt>
                <c:pt idx="624">
                  <c:v>46164</c:v>
                </c:pt>
                <c:pt idx="625">
                  <c:v>46167</c:v>
                </c:pt>
                <c:pt idx="626">
                  <c:v>46168</c:v>
                </c:pt>
                <c:pt idx="627">
                  <c:v>46169</c:v>
                </c:pt>
                <c:pt idx="628">
                  <c:v>46170</c:v>
                </c:pt>
                <c:pt idx="629">
                  <c:v>46171</c:v>
                </c:pt>
                <c:pt idx="630">
                  <c:v>46174</c:v>
                </c:pt>
                <c:pt idx="631">
                  <c:v>46175</c:v>
                </c:pt>
                <c:pt idx="632">
                  <c:v>46176</c:v>
                </c:pt>
                <c:pt idx="633">
                  <c:v>46177</c:v>
                </c:pt>
                <c:pt idx="634">
                  <c:v>46178</c:v>
                </c:pt>
              </c:numCache>
            </c:numRef>
          </c:cat>
          <c:val>
            <c:numRef>
              <c:f>'2026企业融资成本 PE'!$M$2:$M$636</c:f>
              <c:numCache>
                <c:formatCode>0.00</c:formatCode>
                <c:ptCount val="635"/>
                <c:pt idx="0">
                  <c:v>16.2</c:v>
                </c:pt>
                <c:pt idx="1">
                  <c:v>17.59</c:v>
                </c:pt>
                <c:pt idx="2">
                  <c:v>18.02</c:v>
                </c:pt>
                <c:pt idx="3">
                  <c:v>17.89</c:v>
                </c:pt>
                <c:pt idx="4">
                  <c:v>17.13</c:v>
                </c:pt>
                <c:pt idx="5">
                  <c:v>16.86</c:v>
                </c:pt>
                <c:pt idx="6">
                  <c:v>16.55</c:v>
                </c:pt>
                <c:pt idx="7">
                  <c:v>16.600000000000001</c:v>
                </c:pt>
                <c:pt idx="8">
                  <c:v>16.399999999999999</c:v>
                </c:pt>
                <c:pt idx="9">
                  <c:v>16.54</c:v>
                </c:pt>
                <c:pt idx="10">
                  <c:v>16.54</c:v>
                </c:pt>
                <c:pt idx="11">
                  <c:v>17.87</c:v>
                </c:pt>
                <c:pt idx="12">
                  <c:v>18.7</c:v>
                </c:pt>
                <c:pt idx="13">
                  <c:v>17.95</c:v>
                </c:pt>
                <c:pt idx="14">
                  <c:v>17.399999999999999</c:v>
                </c:pt>
                <c:pt idx="15">
                  <c:v>17.2</c:v>
                </c:pt>
                <c:pt idx="16">
                  <c:v>16.55</c:v>
                </c:pt>
                <c:pt idx="17">
                  <c:v>16.96</c:v>
                </c:pt>
                <c:pt idx="18">
                  <c:v>17.260000000000002</c:v>
                </c:pt>
                <c:pt idx="19">
                  <c:v>17.03</c:v>
                </c:pt>
                <c:pt idx="20">
                  <c:v>17.39</c:v>
                </c:pt>
                <c:pt idx="21">
                  <c:v>17.57</c:v>
                </c:pt>
                <c:pt idx="22">
                  <c:v>18.25</c:v>
                </c:pt>
                <c:pt idx="23">
                  <c:v>17.329999999999998</c:v>
                </c:pt>
                <c:pt idx="24">
                  <c:v>17.22</c:v>
                </c:pt>
                <c:pt idx="25">
                  <c:v>17.57</c:v>
                </c:pt>
                <c:pt idx="26">
                  <c:v>17.309999999999999</c:v>
                </c:pt>
                <c:pt idx="27">
                  <c:v>16.940000000000001</c:v>
                </c:pt>
                <c:pt idx="28">
                  <c:v>16.96</c:v>
                </c:pt>
                <c:pt idx="29">
                  <c:v>16.86</c:v>
                </c:pt>
                <c:pt idx="30">
                  <c:v>18.09</c:v>
                </c:pt>
                <c:pt idx="31">
                  <c:v>19.489999999999998</c:v>
                </c:pt>
                <c:pt idx="32">
                  <c:v>18.260000000000002</c:v>
                </c:pt>
                <c:pt idx="33">
                  <c:v>17.850000000000001</c:v>
                </c:pt>
                <c:pt idx="34">
                  <c:v>18.600000000000001</c:v>
                </c:pt>
                <c:pt idx="35">
                  <c:v>18.600000000000001</c:v>
                </c:pt>
                <c:pt idx="36">
                  <c:v>19.78</c:v>
                </c:pt>
                <c:pt idx="37">
                  <c:v>19.600000000000001</c:v>
                </c:pt>
                <c:pt idx="38">
                  <c:v>18.39</c:v>
                </c:pt>
                <c:pt idx="39">
                  <c:v>17.7</c:v>
                </c:pt>
                <c:pt idx="40">
                  <c:v>17.829999999999998</c:v>
                </c:pt>
                <c:pt idx="41">
                  <c:v>17.579999999999998</c:v>
                </c:pt>
                <c:pt idx="42">
                  <c:v>17.86</c:v>
                </c:pt>
                <c:pt idx="43">
                  <c:v>17.21</c:v>
                </c:pt>
                <c:pt idx="44">
                  <c:v>17.2</c:v>
                </c:pt>
                <c:pt idx="45">
                  <c:v>17.600000000000001</c:v>
                </c:pt>
                <c:pt idx="46">
                  <c:v>18.46</c:v>
                </c:pt>
                <c:pt idx="47">
                  <c:v>18.54</c:v>
                </c:pt>
                <c:pt idx="48">
                  <c:v>18.61</c:v>
                </c:pt>
                <c:pt idx="49">
                  <c:v>19.04</c:v>
                </c:pt>
                <c:pt idx="50">
                  <c:v>19.37</c:v>
                </c:pt>
                <c:pt idx="51">
                  <c:v>18.13</c:v>
                </c:pt>
                <c:pt idx="52">
                  <c:v>17.91</c:v>
                </c:pt>
                <c:pt idx="53">
                  <c:v>18.61</c:v>
                </c:pt>
                <c:pt idx="54">
                  <c:v>19.25</c:v>
                </c:pt>
                <c:pt idx="55">
                  <c:v>19.399999999999999</c:v>
                </c:pt>
                <c:pt idx="56">
                  <c:v>18.78</c:v>
                </c:pt>
                <c:pt idx="57">
                  <c:v>17.55</c:v>
                </c:pt>
                <c:pt idx="58">
                  <c:v>17.38</c:v>
                </c:pt>
                <c:pt idx="59">
                  <c:v>17.04</c:v>
                </c:pt>
                <c:pt idx="60">
                  <c:v>17.23</c:v>
                </c:pt>
                <c:pt idx="61">
                  <c:v>17.100000000000001</c:v>
                </c:pt>
                <c:pt idx="62">
                  <c:v>16.61</c:v>
                </c:pt>
                <c:pt idx="63">
                  <c:v>16.66</c:v>
                </c:pt>
                <c:pt idx="64">
                  <c:v>16.66</c:v>
                </c:pt>
                <c:pt idx="65">
                  <c:v>17.559999999999999</c:v>
                </c:pt>
                <c:pt idx="66">
                  <c:v>18.18</c:v>
                </c:pt>
                <c:pt idx="67">
                  <c:v>18.04</c:v>
                </c:pt>
                <c:pt idx="68">
                  <c:v>19.95</c:v>
                </c:pt>
                <c:pt idx="69">
                  <c:v>19.23</c:v>
                </c:pt>
                <c:pt idx="70">
                  <c:v>18.77</c:v>
                </c:pt>
                <c:pt idx="71">
                  <c:v>18.559999999999999</c:v>
                </c:pt>
                <c:pt idx="72">
                  <c:v>18.989999999999998</c:v>
                </c:pt>
                <c:pt idx="73">
                  <c:v>18.399999999999999</c:v>
                </c:pt>
                <c:pt idx="74">
                  <c:v>20.39</c:v>
                </c:pt>
                <c:pt idx="75">
                  <c:v>22.84</c:v>
                </c:pt>
                <c:pt idx="76">
                  <c:v>22.01</c:v>
                </c:pt>
                <c:pt idx="77">
                  <c:v>22.21</c:v>
                </c:pt>
                <c:pt idx="78">
                  <c:v>21.64</c:v>
                </c:pt>
                <c:pt idx="79">
                  <c:v>22.95</c:v>
                </c:pt>
                <c:pt idx="80">
                  <c:v>21.11</c:v>
                </c:pt>
                <c:pt idx="81">
                  <c:v>19.84</c:v>
                </c:pt>
                <c:pt idx="82">
                  <c:v>20.43</c:v>
                </c:pt>
                <c:pt idx="83">
                  <c:v>20.37</c:v>
                </c:pt>
                <c:pt idx="84">
                  <c:v>19.329999999999998</c:v>
                </c:pt>
                <c:pt idx="85">
                  <c:v>19.22</c:v>
                </c:pt>
                <c:pt idx="86">
                  <c:v>18.43</c:v>
                </c:pt>
                <c:pt idx="87">
                  <c:v>19.43</c:v>
                </c:pt>
                <c:pt idx="88">
                  <c:v>18.73</c:v>
                </c:pt>
                <c:pt idx="89">
                  <c:v>17.399999999999999</c:v>
                </c:pt>
                <c:pt idx="90">
                  <c:v>17.420000000000002</c:v>
                </c:pt>
                <c:pt idx="91">
                  <c:v>16.91</c:v>
                </c:pt>
                <c:pt idx="92">
                  <c:v>16.8</c:v>
                </c:pt>
                <c:pt idx="93">
                  <c:v>16.670000000000002</c:v>
                </c:pt>
                <c:pt idx="94">
                  <c:v>16.46</c:v>
                </c:pt>
                <c:pt idx="95">
                  <c:v>17.399999999999999</c:v>
                </c:pt>
                <c:pt idx="96">
                  <c:v>17.29</c:v>
                </c:pt>
                <c:pt idx="97">
                  <c:v>16.34</c:v>
                </c:pt>
                <c:pt idx="98">
                  <c:v>16.260000000000002</c:v>
                </c:pt>
                <c:pt idx="99">
                  <c:v>15.85</c:v>
                </c:pt>
                <c:pt idx="100">
                  <c:v>15.92</c:v>
                </c:pt>
                <c:pt idx="101">
                  <c:v>15.51</c:v>
                </c:pt>
                <c:pt idx="102">
                  <c:v>16.399999999999999</c:v>
                </c:pt>
                <c:pt idx="103">
                  <c:v>16.46</c:v>
                </c:pt>
                <c:pt idx="104">
                  <c:v>15.66</c:v>
                </c:pt>
                <c:pt idx="105">
                  <c:v>15.66</c:v>
                </c:pt>
                <c:pt idx="106">
                  <c:v>16.57</c:v>
                </c:pt>
                <c:pt idx="107">
                  <c:v>17.489999999999998</c:v>
                </c:pt>
                <c:pt idx="108">
                  <c:v>17.77</c:v>
                </c:pt>
                <c:pt idx="109">
                  <c:v>16.7</c:v>
                </c:pt>
                <c:pt idx="110">
                  <c:v>16.89</c:v>
                </c:pt>
                <c:pt idx="111">
                  <c:v>16.86</c:v>
                </c:pt>
                <c:pt idx="112">
                  <c:v>16.63</c:v>
                </c:pt>
                <c:pt idx="113">
                  <c:v>16.43</c:v>
                </c:pt>
                <c:pt idx="114">
                  <c:v>15.88</c:v>
                </c:pt>
                <c:pt idx="115">
                  <c:v>16</c:v>
                </c:pt>
                <c:pt idx="116">
                  <c:v>15.83</c:v>
                </c:pt>
                <c:pt idx="117">
                  <c:v>13.59</c:v>
                </c:pt>
                <c:pt idx="118">
                  <c:v>15.1</c:v>
                </c:pt>
                <c:pt idx="119">
                  <c:v>16.05</c:v>
                </c:pt>
                <c:pt idx="120">
                  <c:v>16.829999999999998</c:v>
                </c:pt>
                <c:pt idx="121">
                  <c:v>16.7</c:v>
                </c:pt>
                <c:pt idx="122">
                  <c:v>16.7</c:v>
                </c:pt>
                <c:pt idx="123">
                  <c:v>17.260000000000002</c:v>
                </c:pt>
                <c:pt idx="124">
                  <c:v>16.95</c:v>
                </c:pt>
                <c:pt idx="125">
                  <c:v>17.239999999999998</c:v>
                </c:pt>
                <c:pt idx="126">
                  <c:v>16.7</c:v>
                </c:pt>
                <c:pt idx="127">
                  <c:v>16.5</c:v>
                </c:pt>
                <c:pt idx="128">
                  <c:v>16.29</c:v>
                </c:pt>
                <c:pt idx="129">
                  <c:v>16.239999999999998</c:v>
                </c:pt>
                <c:pt idx="130">
                  <c:v>16.079999999999998</c:v>
                </c:pt>
                <c:pt idx="131">
                  <c:v>16.07</c:v>
                </c:pt>
                <c:pt idx="132">
                  <c:v>16.28</c:v>
                </c:pt>
                <c:pt idx="133">
                  <c:v>16.28</c:v>
                </c:pt>
                <c:pt idx="134">
                  <c:v>16.760000000000002</c:v>
                </c:pt>
                <c:pt idx="135">
                  <c:v>17.03</c:v>
                </c:pt>
                <c:pt idx="136">
                  <c:v>17.02</c:v>
                </c:pt>
                <c:pt idx="137">
                  <c:v>17.28</c:v>
                </c:pt>
                <c:pt idx="138">
                  <c:v>17.920000000000002</c:v>
                </c:pt>
                <c:pt idx="139">
                  <c:v>17.260000000000002</c:v>
                </c:pt>
                <c:pt idx="140">
                  <c:v>18.350000000000001</c:v>
                </c:pt>
                <c:pt idx="141">
                  <c:v>18.350000000000001</c:v>
                </c:pt>
                <c:pt idx="142">
                  <c:v>20.46</c:v>
                </c:pt>
                <c:pt idx="143">
                  <c:v>21.26</c:v>
                </c:pt>
                <c:pt idx="144">
                  <c:v>21.51</c:v>
                </c:pt>
                <c:pt idx="145">
                  <c:v>19.97</c:v>
                </c:pt>
                <c:pt idx="146">
                  <c:v>20.02</c:v>
                </c:pt>
                <c:pt idx="147">
                  <c:v>23.06</c:v>
                </c:pt>
                <c:pt idx="148">
                  <c:v>24.11</c:v>
                </c:pt>
                <c:pt idx="149">
                  <c:v>22.41</c:v>
                </c:pt>
                <c:pt idx="150">
                  <c:v>22.83</c:v>
                </c:pt>
                <c:pt idx="151">
                  <c:v>23.94</c:v>
                </c:pt>
                <c:pt idx="152">
                  <c:v>22.29</c:v>
                </c:pt>
                <c:pt idx="153">
                  <c:v>24.71</c:v>
                </c:pt>
                <c:pt idx="154">
                  <c:v>27.71</c:v>
                </c:pt>
                <c:pt idx="155">
                  <c:v>35.1</c:v>
                </c:pt>
                <c:pt idx="156">
                  <c:v>29.2</c:v>
                </c:pt>
                <c:pt idx="157">
                  <c:v>29.02</c:v>
                </c:pt>
                <c:pt idx="158">
                  <c:v>26.88</c:v>
                </c:pt>
                <c:pt idx="159">
                  <c:v>24.94</c:v>
                </c:pt>
                <c:pt idx="160">
                  <c:v>24.93</c:v>
                </c:pt>
                <c:pt idx="161">
                  <c:v>23.26</c:v>
                </c:pt>
                <c:pt idx="162">
                  <c:v>21.19</c:v>
                </c:pt>
                <c:pt idx="163">
                  <c:v>20.28</c:v>
                </c:pt>
                <c:pt idx="164">
                  <c:v>19.940000000000001</c:v>
                </c:pt>
                <c:pt idx="165">
                  <c:v>19.93</c:v>
                </c:pt>
                <c:pt idx="166">
                  <c:v>21.11</c:v>
                </c:pt>
                <c:pt idx="167">
                  <c:v>21.22</c:v>
                </c:pt>
                <c:pt idx="168">
                  <c:v>22.83</c:v>
                </c:pt>
                <c:pt idx="169">
                  <c:v>21.11</c:v>
                </c:pt>
                <c:pt idx="170">
                  <c:v>21.57</c:v>
                </c:pt>
                <c:pt idx="171">
                  <c:v>20.91</c:v>
                </c:pt>
                <c:pt idx="172">
                  <c:v>22.58</c:v>
                </c:pt>
                <c:pt idx="173">
                  <c:v>20.58</c:v>
                </c:pt>
                <c:pt idx="174">
                  <c:v>19.29</c:v>
                </c:pt>
                <c:pt idx="175">
                  <c:v>19.29</c:v>
                </c:pt>
                <c:pt idx="176">
                  <c:v>23.59</c:v>
                </c:pt>
                <c:pt idx="177">
                  <c:v>24.2</c:v>
                </c:pt>
                <c:pt idx="178">
                  <c:v>23.54</c:v>
                </c:pt>
                <c:pt idx="179">
                  <c:v>25.64</c:v>
                </c:pt>
                <c:pt idx="180">
                  <c:v>23.92</c:v>
                </c:pt>
                <c:pt idx="181">
                  <c:v>23.62</c:v>
                </c:pt>
                <c:pt idx="182">
                  <c:v>22.16</c:v>
                </c:pt>
                <c:pt idx="183">
                  <c:v>21.73</c:v>
                </c:pt>
                <c:pt idx="184">
                  <c:v>21.28</c:v>
                </c:pt>
                <c:pt idx="185">
                  <c:v>22.51</c:v>
                </c:pt>
                <c:pt idx="186">
                  <c:v>22.69</c:v>
                </c:pt>
                <c:pt idx="187">
                  <c:v>22.71</c:v>
                </c:pt>
                <c:pt idx="188">
                  <c:v>21.09</c:v>
                </c:pt>
                <c:pt idx="189">
                  <c:v>20.350000000000001</c:v>
                </c:pt>
                <c:pt idx="190">
                  <c:v>19.54</c:v>
                </c:pt>
                <c:pt idx="191">
                  <c:v>19.25</c:v>
                </c:pt>
                <c:pt idx="192">
                  <c:v>19.07</c:v>
                </c:pt>
                <c:pt idx="193">
                  <c:v>19.29</c:v>
                </c:pt>
                <c:pt idx="194">
                  <c:v>20.04</c:v>
                </c:pt>
                <c:pt idx="195">
                  <c:v>20.190000000000001</c:v>
                </c:pt>
                <c:pt idx="196">
                  <c:v>21.67</c:v>
                </c:pt>
                <c:pt idx="197">
                  <c:v>21.35</c:v>
                </c:pt>
                <c:pt idx="198">
                  <c:v>22.48</c:v>
                </c:pt>
                <c:pt idx="199">
                  <c:v>21.64</c:v>
                </c:pt>
                <c:pt idx="200">
                  <c:v>24.34</c:v>
                </c:pt>
                <c:pt idx="201">
                  <c:v>23.62</c:v>
                </c:pt>
                <c:pt idx="202">
                  <c:v>23.42</c:v>
                </c:pt>
                <c:pt idx="203">
                  <c:v>23.6</c:v>
                </c:pt>
                <c:pt idx="204">
                  <c:v>23.29</c:v>
                </c:pt>
                <c:pt idx="205">
                  <c:v>23.32</c:v>
                </c:pt>
                <c:pt idx="206">
                  <c:v>24.54</c:v>
                </c:pt>
                <c:pt idx="207">
                  <c:v>23.64</c:v>
                </c:pt>
                <c:pt idx="208">
                  <c:v>22.85</c:v>
                </c:pt>
                <c:pt idx="209">
                  <c:v>21.76</c:v>
                </c:pt>
                <c:pt idx="210">
                  <c:v>21.96</c:v>
                </c:pt>
                <c:pt idx="211">
                  <c:v>22.03</c:v>
                </c:pt>
                <c:pt idx="212">
                  <c:v>22.92</c:v>
                </c:pt>
                <c:pt idx="213">
                  <c:v>22.47</c:v>
                </c:pt>
                <c:pt idx="214">
                  <c:v>23.24</c:v>
                </c:pt>
                <c:pt idx="215">
                  <c:v>22.93</c:v>
                </c:pt>
                <c:pt idx="216">
                  <c:v>22.44</c:v>
                </c:pt>
                <c:pt idx="217">
                  <c:v>23.09</c:v>
                </c:pt>
                <c:pt idx="218">
                  <c:v>24.86</c:v>
                </c:pt>
                <c:pt idx="219">
                  <c:v>23.74</c:v>
                </c:pt>
                <c:pt idx="220">
                  <c:v>23.88</c:v>
                </c:pt>
                <c:pt idx="221">
                  <c:v>22.5</c:v>
                </c:pt>
                <c:pt idx="222">
                  <c:v>18.86</c:v>
                </c:pt>
                <c:pt idx="223">
                  <c:v>18.350000000000001</c:v>
                </c:pt>
                <c:pt idx="224">
                  <c:v>17.88</c:v>
                </c:pt>
                <c:pt idx="225">
                  <c:v>18.37</c:v>
                </c:pt>
                <c:pt idx="226">
                  <c:v>18.12</c:v>
                </c:pt>
                <c:pt idx="227">
                  <c:v>17.5</c:v>
                </c:pt>
                <c:pt idx="228">
                  <c:v>17.7</c:v>
                </c:pt>
                <c:pt idx="229">
                  <c:v>19.829999999999998</c:v>
                </c:pt>
                <c:pt idx="230">
                  <c:v>19.77</c:v>
                </c:pt>
                <c:pt idx="231">
                  <c:v>19.989999999999998</c:v>
                </c:pt>
                <c:pt idx="232">
                  <c:v>20.85</c:v>
                </c:pt>
                <c:pt idx="233">
                  <c:v>20.21</c:v>
                </c:pt>
                <c:pt idx="234">
                  <c:v>18.57</c:v>
                </c:pt>
                <c:pt idx="235">
                  <c:v>17.59</c:v>
                </c:pt>
                <c:pt idx="236">
                  <c:v>16.8</c:v>
                </c:pt>
                <c:pt idx="237">
                  <c:v>16.68</c:v>
                </c:pt>
                <c:pt idx="238">
                  <c:v>16.68</c:v>
                </c:pt>
                <c:pt idx="239">
                  <c:v>16.07</c:v>
                </c:pt>
                <c:pt idx="240">
                  <c:v>16.12</c:v>
                </c:pt>
                <c:pt idx="241">
                  <c:v>15.76</c:v>
                </c:pt>
                <c:pt idx="242">
                  <c:v>15.69</c:v>
                </c:pt>
                <c:pt idx="243">
                  <c:v>15.69</c:v>
                </c:pt>
                <c:pt idx="244">
                  <c:v>15.15</c:v>
                </c:pt>
                <c:pt idx="245">
                  <c:v>16.55</c:v>
                </c:pt>
                <c:pt idx="246">
                  <c:v>16.54</c:v>
                </c:pt>
                <c:pt idx="247">
                  <c:v>15.88</c:v>
                </c:pt>
                <c:pt idx="248">
                  <c:v>16.36</c:v>
                </c:pt>
                <c:pt idx="249">
                  <c:v>16.61</c:v>
                </c:pt>
                <c:pt idx="250">
                  <c:v>18.440000000000001</c:v>
                </c:pt>
                <c:pt idx="251">
                  <c:v>19.440000000000001</c:v>
                </c:pt>
                <c:pt idx="252">
                  <c:v>27.63</c:v>
                </c:pt>
                <c:pt idx="253">
                  <c:v>26.33</c:v>
                </c:pt>
                <c:pt idx="254">
                  <c:v>21.49</c:v>
                </c:pt>
                <c:pt idx="255">
                  <c:v>19.03</c:v>
                </c:pt>
                <c:pt idx="256">
                  <c:v>17.03</c:v>
                </c:pt>
                <c:pt idx="257">
                  <c:v>17.03</c:v>
                </c:pt>
                <c:pt idx="258">
                  <c:v>17.53</c:v>
                </c:pt>
                <c:pt idx="259">
                  <c:v>18.54</c:v>
                </c:pt>
                <c:pt idx="260">
                  <c:v>19.79</c:v>
                </c:pt>
                <c:pt idx="261">
                  <c:v>19.920000000000002</c:v>
                </c:pt>
                <c:pt idx="262">
                  <c:v>19.920000000000002</c:v>
                </c:pt>
                <c:pt idx="263">
                  <c:v>20.5</c:v>
                </c:pt>
                <c:pt idx="264">
                  <c:v>19.12</c:v>
                </c:pt>
                <c:pt idx="265">
                  <c:v>19</c:v>
                </c:pt>
                <c:pt idx="266">
                  <c:v>20.73</c:v>
                </c:pt>
                <c:pt idx="267">
                  <c:v>20.69</c:v>
                </c:pt>
                <c:pt idx="268">
                  <c:v>20.69</c:v>
                </c:pt>
                <c:pt idx="269">
                  <c:v>21.73</c:v>
                </c:pt>
                <c:pt idx="270">
                  <c:v>21.8</c:v>
                </c:pt>
                <c:pt idx="271">
                  <c:v>21.45</c:v>
                </c:pt>
                <c:pt idx="272">
                  <c:v>19.29</c:v>
                </c:pt>
                <c:pt idx="273">
                  <c:v>19.61</c:v>
                </c:pt>
                <c:pt idx="274">
                  <c:v>18.96</c:v>
                </c:pt>
                <c:pt idx="275">
                  <c:v>18.96</c:v>
                </c:pt>
                <c:pt idx="276">
                  <c:v>18.64</c:v>
                </c:pt>
                <c:pt idx="277">
                  <c:v>18.68</c:v>
                </c:pt>
                <c:pt idx="278">
                  <c:v>18.38</c:v>
                </c:pt>
                <c:pt idx="279">
                  <c:v>18.22</c:v>
                </c:pt>
                <c:pt idx="280">
                  <c:v>21.61</c:v>
                </c:pt>
                <c:pt idx="281">
                  <c:v>20.309999999999999</c:v>
                </c:pt>
                <c:pt idx="282">
                  <c:v>20.6</c:v>
                </c:pt>
                <c:pt idx="283">
                  <c:v>19.8</c:v>
                </c:pt>
                <c:pt idx="284">
                  <c:v>20.11</c:v>
                </c:pt>
                <c:pt idx="285">
                  <c:v>21.28</c:v>
                </c:pt>
                <c:pt idx="286">
                  <c:v>20.03</c:v>
                </c:pt>
                <c:pt idx="287">
                  <c:v>19.18</c:v>
                </c:pt>
                <c:pt idx="288">
                  <c:v>18.579999999999998</c:v>
                </c:pt>
                <c:pt idx="289">
                  <c:v>19.18</c:v>
                </c:pt>
                <c:pt idx="290">
                  <c:v>18.84</c:v>
                </c:pt>
                <c:pt idx="291">
                  <c:v>18.77</c:v>
                </c:pt>
                <c:pt idx="292">
                  <c:v>18.690000000000001</c:v>
                </c:pt>
                <c:pt idx="293">
                  <c:v>18.41</c:v>
                </c:pt>
                <c:pt idx="294">
                  <c:v>18.03</c:v>
                </c:pt>
                <c:pt idx="295">
                  <c:v>18.03</c:v>
                </c:pt>
                <c:pt idx="296">
                  <c:v>19.23</c:v>
                </c:pt>
                <c:pt idx="297">
                  <c:v>19</c:v>
                </c:pt>
                <c:pt idx="298">
                  <c:v>18.899999999999999</c:v>
                </c:pt>
                <c:pt idx="299">
                  <c:v>20.96</c:v>
                </c:pt>
                <c:pt idx="300">
                  <c:v>21.46</c:v>
                </c:pt>
                <c:pt idx="301">
                  <c:v>21.98</c:v>
                </c:pt>
                <c:pt idx="302">
                  <c:v>21.94</c:v>
                </c:pt>
                <c:pt idx="303">
                  <c:v>24.09</c:v>
                </c:pt>
                <c:pt idx="304">
                  <c:v>22.66</c:v>
                </c:pt>
                <c:pt idx="305">
                  <c:v>24.96</c:v>
                </c:pt>
                <c:pt idx="306">
                  <c:v>25.22</c:v>
                </c:pt>
                <c:pt idx="307">
                  <c:v>24.26</c:v>
                </c:pt>
                <c:pt idx="308">
                  <c:v>26.23</c:v>
                </c:pt>
                <c:pt idx="309">
                  <c:v>25.55</c:v>
                </c:pt>
                <c:pt idx="310">
                  <c:v>28.84</c:v>
                </c:pt>
                <c:pt idx="311">
                  <c:v>28.7</c:v>
                </c:pt>
                <c:pt idx="312">
                  <c:v>26.82</c:v>
                </c:pt>
                <c:pt idx="313">
                  <c:v>27.58</c:v>
                </c:pt>
                <c:pt idx="314">
                  <c:v>25.79</c:v>
                </c:pt>
                <c:pt idx="315">
                  <c:v>25.04</c:v>
                </c:pt>
                <c:pt idx="316">
                  <c:v>25.85</c:v>
                </c:pt>
                <c:pt idx="317">
                  <c:v>23.62</c:v>
                </c:pt>
                <c:pt idx="318">
                  <c:v>23.38</c:v>
                </c:pt>
                <c:pt idx="319">
                  <c:v>22.92</c:v>
                </c:pt>
                <c:pt idx="320">
                  <c:v>21.27</c:v>
                </c:pt>
                <c:pt idx="321">
                  <c:v>20.57</c:v>
                </c:pt>
                <c:pt idx="322">
                  <c:v>22.04</c:v>
                </c:pt>
                <c:pt idx="323">
                  <c:v>22.41</c:v>
                </c:pt>
                <c:pt idx="324">
                  <c:v>25.06</c:v>
                </c:pt>
                <c:pt idx="325">
                  <c:v>25.37</c:v>
                </c:pt>
                <c:pt idx="326">
                  <c:v>24.8</c:v>
                </c:pt>
                <c:pt idx="327">
                  <c:v>23.65</c:v>
                </c:pt>
                <c:pt idx="328">
                  <c:v>30.57</c:v>
                </c:pt>
                <c:pt idx="329">
                  <c:v>37.65</c:v>
                </c:pt>
                <c:pt idx="330">
                  <c:v>38.64</c:v>
                </c:pt>
                <c:pt idx="331">
                  <c:v>39.56</c:v>
                </c:pt>
                <c:pt idx="332">
                  <c:v>34.799999999999997</c:v>
                </c:pt>
                <c:pt idx="333">
                  <c:v>43.25</c:v>
                </c:pt>
                <c:pt idx="334">
                  <c:v>39.950000000000003</c:v>
                </c:pt>
                <c:pt idx="335">
                  <c:v>34.33</c:v>
                </c:pt>
                <c:pt idx="336">
                  <c:v>32.71</c:v>
                </c:pt>
                <c:pt idx="337">
                  <c:v>35.380000000000003</c:v>
                </c:pt>
                <c:pt idx="338">
                  <c:v>32.83</c:v>
                </c:pt>
                <c:pt idx="339">
                  <c:v>32.83</c:v>
                </c:pt>
                <c:pt idx="340">
                  <c:v>36.869999999999997</c:v>
                </c:pt>
                <c:pt idx="341">
                  <c:v>33.979999999999997</c:v>
                </c:pt>
                <c:pt idx="342">
                  <c:v>31.83</c:v>
                </c:pt>
                <c:pt idx="343">
                  <c:v>29.96</c:v>
                </c:pt>
                <c:pt idx="344">
                  <c:v>28.37</c:v>
                </c:pt>
                <c:pt idx="345">
                  <c:v>28.54</c:v>
                </c:pt>
                <c:pt idx="346">
                  <c:v>27.6</c:v>
                </c:pt>
                <c:pt idx="347">
                  <c:v>27.8</c:v>
                </c:pt>
                <c:pt idx="348">
                  <c:v>27.69</c:v>
                </c:pt>
                <c:pt idx="349">
                  <c:v>25.73</c:v>
                </c:pt>
                <c:pt idx="350">
                  <c:v>26.54</c:v>
                </c:pt>
                <c:pt idx="351">
                  <c:v>27.11</c:v>
                </c:pt>
                <c:pt idx="352">
                  <c:v>26.49</c:v>
                </c:pt>
                <c:pt idx="353">
                  <c:v>25.97</c:v>
                </c:pt>
                <c:pt idx="354">
                  <c:v>25.5</c:v>
                </c:pt>
                <c:pt idx="355">
                  <c:v>22.28</c:v>
                </c:pt>
                <c:pt idx="356">
                  <c:v>22.28</c:v>
                </c:pt>
                <c:pt idx="357">
                  <c:v>22.66</c:v>
                </c:pt>
                <c:pt idx="358">
                  <c:v>21.89</c:v>
                </c:pt>
                <c:pt idx="359">
                  <c:v>21.2</c:v>
                </c:pt>
                <c:pt idx="360">
                  <c:v>21.95</c:v>
                </c:pt>
                <c:pt idx="361">
                  <c:v>22.07</c:v>
                </c:pt>
                <c:pt idx="362">
                  <c:v>24.2</c:v>
                </c:pt>
                <c:pt idx="363">
                  <c:v>23.63</c:v>
                </c:pt>
                <c:pt idx="364">
                  <c:v>25.29</c:v>
                </c:pt>
                <c:pt idx="365">
                  <c:v>25.29</c:v>
                </c:pt>
                <c:pt idx="366">
                  <c:v>22.32</c:v>
                </c:pt>
                <c:pt idx="367">
                  <c:v>22.76</c:v>
                </c:pt>
                <c:pt idx="368">
                  <c:v>21.8</c:v>
                </c:pt>
                <c:pt idx="369">
                  <c:v>20.87</c:v>
                </c:pt>
                <c:pt idx="370">
                  <c:v>19.43</c:v>
                </c:pt>
                <c:pt idx="371">
                  <c:v>18.739999999999998</c:v>
                </c:pt>
                <c:pt idx="372">
                  <c:v>19.010000000000002</c:v>
                </c:pt>
                <c:pt idx="373">
                  <c:v>21.48</c:v>
                </c:pt>
                <c:pt idx="374">
                  <c:v>19.809999999999999</c:v>
                </c:pt>
                <c:pt idx="375">
                  <c:v>20.170000000000002</c:v>
                </c:pt>
                <c:pt idx="376">
                  <c:v>19.82</c:v>
                </c:pt>
                <c:pt idx="377">
                  <c:v>20.38</c:v>
                </c:pt>
                <c:pt idx="378">
                  <c:v>20.69</c:v>
                </c:pt>
                <c:pt idx="379">
                  <c:v>22.41</c:v>
                </c:pt>
                <c:pt idx="380">
                  <c:v>21.09</c:v>
                </c:pt>
                <c:pt idx="381">
                  <c:v>23.31</c:v>
                </c:pt>
                <c:pt idx="382">
                  <c:v>22.14</c:v>
                </c:pt>
                <c:pt idx="383">
                  <c:v>22.14</c:v>
                </c:pt>
                <c:pt idx="384">
                  <c:v>22.23</c:v>
                </c:pt>
                <c:pt idx="385">
                  <c:v>21.15</c:v>
                </c:pt>
                <c:pt idx="386">
                  <c:v>19.46</c:v>
                </c:pt>
                <c:pt idx="387">
                  <c:v>19</c:v>
                </c:pt>
                <c:pt idx="388">
                  <c:v>18.989999999999998</c:v>
                </c:pt>
                <c:pt idx="389">
                  <c:v>18.89</c:v>
                </c:pt>
                <c:pt idx="390">
                  <c:v>19.559999999999999</c:v>
                </c:pt>
                <c:pt idx="391">
                  <c:v>19.88</c:v>
                </c:pt>
                <c:pt idx="392">
                  <c:v>19.739999999999998</c:v>
                </c:pt>
                <c:pt idx="393">
                  <c:v>19.47</c:v>
                </c:pt>
                <c:pt idx="394">
                  <c:v>19.47</c:v>
                </c:pt>
                <c:pt idx="395">
                  <c:v>20.68</c:v>
                </c:pt>
                <c:pt idx="396">
                  <c:v>19.53</c:v>
                </c:pt>
                <c:pt idx="397">
                  <c:v>18.71</c:v>
                </c:pt>
                <c:pt idx="398">
                  <c:v>18.760000000000002</c:v>
                </c:pt>
                <c:pt idx="399">
                  <c:v>19.04</c:v>
                </c:pt>
                <c:pt idx="400">
                  <c:v>19.78</c:v>
                </c:pt>
                <c:pt idx="401">
                  <c:v>19.739999999999998</c:v>
                </c:pt>
                <c:pt idx="402">
                  <c:v>19.54</c:v>
                </c:pt>
                <c:pt idx="403">
                  <c:v>18.670000000000002</c:v>
                </c:pt>
                <c:pt idx="404">
                  <c:v>18.61</c:v>
                </c:pt>
                <c:pt idx="405">
                  <c:v>18.71</c:v>
                </c:pt>
                <c:pt idx="406">
                  <c:v>18.95</c:v>
                </c:pt>
                <c:pt idx="407">
                  <c:v>17.940000000000001</c:v>
                </c:pt>
                <c:pt idx="408">
                  <c:v>17.72</c:v>
                </c:pt>
                <c:pt idx="409">
                  <c:v>17.16</c:v>
                </c:pt>
                <c:pt idx="410">
                  <c:v>17.27</c:v>
                </c:pt>
                <c:pt idx="411">
                  <c:v>18.21</c:v>
                </c:pt>
                <c:pt idx="412">
                  <c:v>17.32</c:v>
                </c:pt>
                <c:pt idx="413">
                  <c:v>19.23</c:v>
                </c:pt>
                <c:pt idx="414">
                  <c:v>21.54</c:v>
                </c:pt>
                <c:pt idx="415">
                  <c:v>19.239999999999998</c:v>
                </c:pt>
                <c:pt idx="416">
                  <c:v>19.87</c:v>
                </c:pt>
                <c:pt idx="417">
                  <c:v>18.77</c:v>
                </c:pt>
                <c:pt idx="418">
                  <c:v>18.82</c:v>
                </c:pt>
                <c:pt idx="419">
                  <c:v>17.29</c:v>
                </c:pt>
                <c:pt idx="420">
                  <c:v>18.170000000000002</c:v>
                </c:pt>
                <c:pt idx="421">
                  <c:v>16.84</c:v>
                </c:pt>
                <c:pt idx="422">
                  <c:v>16.73</c:v>
                </c:pt>
                <c:pt idx="423">
                  <c:v>17.079999999999998</c:v>
                </c:pt>
                <c:pt idx="424">
                  <c:v>17.5</c:v>
                </c:pt>
                <c:pt idx="425">
                  <c:v>17.75</c:v>
                </c:pt>
                <c:pt idx="426">
                  <c:v>19.39</c:v>
                </c:pt>
                <c:pt idx="427">
                  <c:v>20</c:v>
                </c:pt>
                <c:pt idx="428">
                  <c:v>20.55</c:v>
                </c:pt>
                <c:pt idx="429">
                  <c:v>18.059999999999999</c:v>
                </c:pt>
                <c:pt idx="430">
                  <c:v>18.420000000000002</c:v>
                </c:pt>
                <c:pt idx="431">
                  <c:v>18.190000000000001</c:v>
                </c:pt>
                <c:pt idx="432">
                  <c:v>18.690000000000001</c:v>
                </c:pt>
                <c:pt idx="433">
                  <c:v>17.62</c:v>
                </c:pt>
                <c:pt idx="434">
                  <c:v>19.11</c:v>
                </c:pt>
                <c:pt idx="435">
                  <c:v>19.11</c:v>
                </c:pt>
                <c:pt idx="436">
                  <c:v>20.36</c:v>
                </c:pt>
                <c:pt idx="437">
                  <c:v>19.690000000000001</c:v>
                </c:pt>
                <c:pt idx="438">
                  <c:v>18.79</c:v>
                </c:pt>
                <c:pt idx="439">
                  <c:v>18.440000000000001</c:v>
                </c:pt>
                <c:pt idx="440">
                  <c:v>18.350000000000001</c:v>
                </c:pt>
                <c:pt idx="441">
                  <c:v>18.22</c:v>
                </c:pt>
                <c:pt idx="442">
                  <c:v>18.62</c:v>
                </c:pt>
                <c:pt idx="443">
                  <c:v>18.23</c:v>
                </c:pt>
                <c:pt idx="444">
                  <c:v>18.18</c:v>
                </c:pt>
                <c:pt idx="445">
                  <c:v>19.12</c:v>
                </c:pt>
                <c:pt idx="446">
                  <c:v>19.57</c:v>
                </c:pt>
                <c:pt idx="447">
                  <c:v>19.02</c:v>
                </c:pt>
                <c:pt idx="448">
                  <c:v>18.86</c:v>
                </c:pt>
                <c:pt idx="449">
                  <c:v>18.739999999999998</c:v>
                </c:pt>
                <c:pt idx="450">
                  <c:v>19.420000000000002</c:v>
                </c:pt>
                <c:pt idx="451">
                  <c:v>20.13</c:v>
                </c:pt>
                <c:pt idx="452">
                  <c:v>19.93</c:v>
                </c:pt>
                <c:pt idx="453">
                  <c:v>20.54</c:v>
                </c:pt>
                <c:pt idx="454">
                  <c:v>19.329999999999998</c:v>
                </c:pt>
                <c:pt idx="455">
                  <c:v>19.87</c:v>
                </c:pt>
                <c:pt idx="456">
                  <c:v>20</c:v>
                </c:pt>
                <c:pt idx="457">
                  <c:v>19.87</c:v>
                </c:pt>
                <c:pt idx="458">
                  <c:v>20.010000000000002</c:v>
                </c:pt>
                <c:pt idx="459">
                  <c:v>20.079999999999998</c:v>
                </c:pt>
                <c:pt idx="460">
                  <c:v>20.399999999999999</c:v>
                </c:pt>
                <c:pt idx="461">
                  <c:v>20.82</c:v>
                </c:pt>
                <c:pt idx="462">
                  <c:v>20.02</c:v>
                </c:pt>
                <c:pt idx="463">
                  <c:v>20.04</c:v>
                </c:pt>
                <c:pt idx="464">
                  <c:v>25.23</c:v>
                </c:pt>
                <c:pt idx="465">
                  <c:v>22.8</c:v>
                </c:pt>
                <c:pt idx="466">
                  <c:v>24.28</c:v>
                </c:pt>
                <c:pt idx="467">
                  <c:v>24.42</c:v>
                </c:pt>
                <c:pt idx="468">
                  <c:v>28.26</c:v>
                </c:pt>
                <c:pt idx="469">
                  <c:v>24.97</c:v>
                </c:pt>
                <c:pt idx="470">
                  <c:v>22.64</c:v>
                </c:pt>
                <c:pt idx="471">
                  <c:v>22.59</c:v>
                </c:pt>
                <c:pt idx="472">
                  <c:v>23.3</c:v>
                </c:pt>
                <c:pt idx="473">
                  <c:v>21.72</c:v>
                </c:pt>
                <c:pt idx="474">
                  <c:v>20.61</c:v>
                </c:pt>
                <c:pt idx="475">
                  <c:v>20.5</c:v>
                </c:pt>
                <c:pt idx="476">
                  <c:v>21.31</c:v>
                </c:pt>
                <c:pt idx="477">
                  <c:v>21.76</c:v>
                </c:pt>
                <c:pt idx="478">
                  <c:v>21.66</c:v>
                </c:pt>
                <c:pt idx="479">
                  <c:v>21.99</c:v>
                </c:pt>
                <c:pt idx="480">
                  <c:v>21.73</c:v>
                </c:pt>
                <c:pt idx="481">
                  <c:v>23.3</c:v>
                </c:pt>
                <c:pt idx="482">
                  <c:v>22.6</c:v>
                </c:pt>
                <c:pt idx="483">
                  <c:v>24.64</c:v>
                </c:pt>
                <c:pt idx="484">
                  <c:v>24.58</c:v>
                </c:pt>
                <c:pt idx="485">
                  <c:v>22.62</c:v>
                </c:pt>
                <c:pt idx="486">
                  <c:v>22.67</c:v>
                </c:pt>
                <c:pt idx="487">
                  <c:v>23.06</c:v>
                </c:pt>
                <c:pt idx="488">
                  <c:v>25.88</c:v>
                </c:pt>
                <c:pt idx="489">
                  <c:v>26.15</c:v>
                </c:pt>
                <c:pt idx="490">
                  <c:v>28.16</c:v>
                </c:pt>
                <c:pt idx="491">
                  <c:v>30.51</c:v>
                </c:pt>
                <c:pt idx="492">
                  <c:v>29.3</c:v>
                </c:pt>
                <c:pt idx="493">
                  <c:v>32.72</c:v>
                </c:pt>
                <c:pt idx="494">
                  <c:v>28.95</c:v>
                </c:pt>
                <c:pt idx="495">
                  <c:v>25.57</c:v>
                </c:pt>
                <c:pt idx="496">
                  <c:v>23.67</c:v>
                </c:pt>
                <c:pt idx="497">
                  <c:v>22.26</c:v>
                </c:pt>
                <c:pt idx="498">
                  <c:v>22.26</c:v>
                </c:pt>
                <c:pt idx="499">
                  <c:v>21.17</c:v>
                </c:pt>
                <c:pt idx="500">
                  <c:v>22.06</c:v>
                </c:pt>
                <c:pt idx="501">
                  <c:v>21.28</c:v>
                </c:pt>
                <c:pt idx="502">
                  <c:v>20.65</c:v>
                </c:pt>
                <c:pt idx="503">
                  <c:v>20.190000000000001</c:v>
                </c:pt>
                <c:pt idx="504">
                  <c:v>19.62</c:v>
                </c:pt>
                <c:pt idx="505">
                  <c:v>20.75</c:v>
                </c:pt>
                <c:pt idx="506">
                  <c:v>20.76</c:v>
                </c:pt>
                <c:pt idx="507">
                  <c:v>19.670000000000002</c:v>
                </c:pt>
                <c:pt idx="508">
                  <c:v>18.399999999999999</c:v>
                </c:pt>
                <c:pt idx="509">
                  <c:v>20.62</c:v>
                </c:pt>
                <c:pt idx="510">
                  <c:v>20.71</c:v>
                </c:pt>
                <c:pt idx="511">
                  <c:v>20.190000000000001</c:v>
                </c:pt>
                <c:pt idx="512">
                  <c:v>21.78</c:v>
                </c:pt>
                <c:pt idx="513">
                  <c:v>20.72</c:v>
                </c:pt>
                <c:pt idx="514">
                  <c:v>18.52</c:v>
                </c:pt>
                <c:pt idx="515">
                  <c:v>17.850000000000001</c:v>
                </c:pt>
                <c:pt idx="516">
                  <c:v>17.47</c:v>
                </c:pt>
                <c:pt idx="517">
                  <c:v>17.2</c:v>
                </c:pt>
                <c:pt idx="518">
                  <c:v>17.2</c:v>
                </c:pt>
                <c:pt idx="519">
                  <c:v>17.38</c:v>
                </c:pt>
                <c:pt idx="520">
                  <c:v>18.39</c:v>
                </c:pt>
                <c:pt idx="521">
                  <c:v>18.95</c:v>
                </c:pt>
                <c:pt idx="522">
                  <c:v>19.559999999999999</c:v>
                </c:pt>
                <c:pt idx="523">
                  <c:v>19.559999999999999</c:v>
                </c:pt>
                <c:pt idx="524">
                  <c:v>19.75</c:v>
                </c:pt>
                <c:pt idx="525">
                  <c:v>20.010000000000002</c:v>
                </c:pt>
                <c:pt idx="526">
                  <c:v>19.53</c:v>
                </c:pt>
                <c:pt idx="527">
                  <c:v>20.03</c:v>
                </c:pt>
                <c:pt idx="528">
                  <c:v>20.149999999999999</c:v>
                </c:pt>
                <c:pt idx="529">
                  <c:v>19.059999999999999</c:v>
                </c:pt>
                <c:pt idx="530">
                  <c:v>19.53</c:v>
                </c:pt>
                <c:pt idx="531">
                  <c:v>20.05</c:v>
                </c:pt>
                <c:pt idx="532">
                  <c:v>20.96</c:v>
                </c:pt>
                <c:pt idx="533">
                  <c:v>20.2</c:v>
                </c:pt>
                <c:pt idx="534">
                  <c:v>20.29</c:v>
                </c:pt>
                <c:pt idx="535">
                  <c:v>20.29</c:v>
                </c:pt>
                <c:pt idx="536">
                  <c:v>24.26</c:v>
                </c:pt>
                <c:pt idx="537">
                  <c:v>21.19</c:v>
                </c:pt>
                <c:pt idx="538">
                  <c:v>20.079999999999998</c:v>
                </c:pt>
                <c:pt idx="539">
                  <c:v>20.37</c:v>
                </c:pt>
                <c:pt idx="540">
                  <c:v>20.43</c:v>
                </c:pt>
                <c:pt idx="541">
                  <c:v>20.55</c:v>
                </c:pt>
                <c:pt idx="542">
                  <c:v>20.37</c:v>
                </c:pt>
                <c:pt idx="543">
                  <c:v>21.44</c:v>
                </c:pt>
                <c:pt idx="544">
                  <c:v>22.52</c:v>
                </c:pt>
                <c:pt idx="545">
                  <c:v>21.23</c:v>
                </c:pt>
                <c:pt idx="546">
                  <c:v>23.45</c:v>
                </c:pt>
                <c:pt idx="547">
                  <c:v>26.01</c:v>
                </c:pt>
                <c:pt idx="548">
                  <c:v>29.19</c:v>
                </c:pt>
                <c:pt idx="549">
                  <c:v>24.3</c:v>
                </c:pt>
                <c:pt idx="550">
                  <c:v>23.42</c:v>
                </c:pt>
                <c:pt idx="551">
                  <c:v>23.46</c:v>
                </c:pt>
                <c:pt idx="552">
                  <c:v>23.26</c:v>
                </c:pt>
                <c:pt idx="553">
                  <c:v>26.87</c:v>
                </c:pt>
                <c:pt idx="554">
                  <c:v>26.37</c:v>
                </c:pt>
                <c:pt idx="555">
                  <c:v>26.37</c:v>
                </c:pt>
                <c:pt idx="556">
                  <c:v>25.98</c:v>
                </c:pt>
                <c:pt idx="557">
                  <c:v>24.96</c:v>
                </c:pt>
                <c:pt idx="558">
                  <c:v>25.64</c:v>
                </c:pt>
                <c:pt idx="559">
                  <c:v>24.23</c:v>
                </c:pt>
                <c:pt idx="560">
                  <c:v>26.36</c:v>
                </c:pt>
                <c:pt idx="561">
                  <c:v>24.82</c:v>
                </c:pt>
                <c:pt idx="562">
                  <c:v>22.94</c:v>
                </c:pt>
                <c:pt idx="563">
                  <c:v>23.61</c:v>
                </c:pt>
                <c:pt idx="564">
                  <c:v>24.52</c:v>
                </c:pt>
                <c:pt idx="565">
                  <c:v>25.4</c:v>
                </c:pt>
                <c:pt idx="566">
                  <c:v>27.51</c:v>
                </c:pt>
                <c:pt idx="567">
                  <c:v>24.87</c:v>
                </c:pt>
                <c:pt idx="568">
                  <c:v>26</c:v>
                </c:pt>
                <c:pt idx="569">
                  <c:v>31.44</c:v>
                </c:pt>
                <c:pt idx="570">
                  <c:v>27.69</c:v>
                </c:pt>
                <c:pt idx="571">
                  <c:v>27.33</c:v>
                </c:pt>
                <c:pt idx="572">
                  <c:v>26.82</c:v>
                </c:pt>
                <c:pt idx="573">
                  <c:v>29.83</c:v>
                </c:pt>
                <c:pt idx="574">
                  <c:v>29.87</c:v>
                </c:pt>
                <c:pt idx="575">
                  <c:v>26.32</c:v>
                </c:pt>
                <c:pt idx="576">
                  <c:v>24.66</c:v>
                </c:pt>
                <c:pt idx="577">
                  <c:v>27.72</c:v>
                </c:pt>
                <c:pt idx="578">
                  <c:v>26.9</c:v>
                </c:pt>
                <c:pt idx="579">
                  <c:v>29.2</c:v>
                </c:pt>
                <c:pt idx="580">
                  <c:v>27.98</c:v>
                </c:pt>
                <c:pt idx="581">
                  <c:v>28.74</c:v>
                </c:pt>
                <c:pt idx="582">
                  <c:v>27.65</c:v>
                </c:pt>
                <c:pt idx="583">
                  <c:v>29.86</c:v>
                </c:pt>
                <c:pt idx="584">
                  <c:v>33.54</c:v>
                </c:pt>
                <c:pt idx="585">
                  <c:v>33.26</c:v>
                </c:pt>
                <c:pt idx="586">
                  <c:v>28.24</c:v>
                </c:pt>
                <c:pt idx="587">
                  <c:v>27.56</c:v>
                </c:pt>
                <c:pt idx="588">
                  <c:v>27.04</c:v>
                </c:pt>
                <c:pt idx="589">
                  <c:v>27.04</c:v>
                </c:pt>
                <c:pt idx="590">
                  <c:v>27.39</c:v>
                </c:pt>
                <c:pt idx="591">
                  <c:v>28.43</c:v>
                </c:pt>
                <c:pt idx="592">
                  <c:v>25.24</c:v>
                </c:pt>
                <c:pt idx="593">
                  <c:v>23.5</c:v>
                </c:pt>
                <c:pt idx="594">
                  <c:v>23.09</c:v>
                </c:pt>
                <c:pt idx="595">
                  <c:v>22.19</c:v>
                </c:pt>
                <c:pt idx="596">
                  <c:v>21.8</c:v>
                </c:pt>
                <c:pt idx="597">
                  <c:v>22.25</c:v>
                </c:pt>
                <c:pt idx="598">
                  <c:v>22.18</c:v>
                </c:pt>
                <c:pt idx="599">
                  <c:v>21.57</c:v>
                </c:pt>
                <c:pt idx="600">
                  <c:v>22.93</c:v>
                </c:pt>
                <c:pt idx="601">
                  <c:v>23.8</c:v>
                </c:pt>
                <c:pt idx="602">
                  <c:v>23.58</c:v>
                </c:pt>
                <c:pt idx="603">
                  <c:v>23.32</c:v>
                </c:pt>
                <c:pt idx="604">
                  <c:v>23.38</c:v>
                </c:pt>
                <c:pt idx="605">
                  <c:v>23.08</c:v>
                </c:pt>
                <c:pt idx="606">
                  <c:v>23.24</c:v>
                </c:pt>
                <c:pt idx="607">
                  <c:v>23.76</c:v>
                </c:pt>
                <c:pt idx="608">
                  <c:v>21.79</c:v>
                </c:pt>
                <c:pt idx="609">
                  <c:v>21.92</c:v>
                </c:pt>
                <c:pt idx="610">
                  <c:v>23.04</c:v>
                </c:pt>
                <c:pt idx="611">
                  <c:v>22.46</c:v>
                </c:pt>
                <c:pt idx="612">
                  <c:v>23.58</c:v>
                </c:pt>
                <c:pt idx="613">
                  <c:v>23.15</c:v>
                </c:pt>
                <c:pt idx="614">
                  <c:v>23.76</c:v>
                </c:pt>
                <c:pt idx="615">
                  <c:v>24.74</c:v>
                </c:pt>
                <c:pt idx="616">
                  <c:v>24.13</c:v>
                </c:pt>
                <c:pt idx="617">
                  <c:v>24.59</c:v>
                </c:pt>
                <c:pt idx="618">
                  <c:v>24.08</c:v>
                </c:pt>
                <c:pt idx="619">
                  <c:v>25.33</c:v>
                </c:pt>
                <c:pt idx="620">
                  <c:v>24.21</c:v>
                </c:pt>
                <c:pt idx="621">
                  <c:v>24.09</c:v>
                </c:pt>
                <c:pt idx="622">
                  <c:v>23.71</c:v>
                </c:pt>
                <c:pt idx="623">
                  <c:v>22.74</c:v>
                </c:pt>
                <c:pt idx="624">
                  <c:v>22.82</c:v>
                </c:pt>
                <c:pt idx="625">
                  <c:v>22.82</c:v>
                </c:pt>
                <c:pt idx="626">
                  <c:v>23.9</c:v>
                </c:pt>
                <c:pt idx="627">
                  <c:v>23.39</c:v>
                </c:pt>
                <c:pt idx="628">
                  <c:v>22.92</c:v>
                </c:pt>
                <c:pt idx="629">
                  <c:v>22.58</c:v>
                </c:pt>
                <c:pt idx="630">
                  <c:v>23.18</c:v>
                </c:pt>
                <c:pt idx="631">
                  <c:v>23.27</c:v>
                </c:pt>
                <c:pt idx="632">
                  <c:v>23.84</c:v>
                </c:pt>
                <c:pt idx="633">
                  <c:v>23.22</c:v>
                </c:pt>
                <c:pt idx="634">
                  <c:v>30.47</c:v>
                </c:pt>
              </c:numCache>
            </c:numRef>
          </c:val>
          <c:smooth val="0"/>
          <c:extLst>
            <c:ext xmlns:c16="http://schemas.microsoft.com/office/drawing/2014/chart" uri="{C3380CC4-5D6E-409C-BE32-E72D297353CC}">
              <c16:uniqueId val="{00000000-6DE4-47E4-838B-37DF8CE68D81}"/>
            </c:ext>
          </c:extLst>
        </c:ser>
        <c:ser>
          <c:idx val="1"/>
          <c:order val="1"/>
          <c:tx>
            <c:strRef>
              <c:f>'2026企业融资成本 PE'!$N$1</c:f>
              <c:strCache>
                <c:ptCount val="1"/>
                <c:pt idx="0">
                  <c:v>VIX</c:v>
                </c:pt>
              </c:strCache>
            </c:strRef>
          </c:tx>
          <c:spPr>
            <a:ln w="22225" cap="rnd">
              <a:solidFill>
                <a:sysClr val="windowText" lastClr="000000">
                  <a:lumMod val="65000"/>
                  <a:lumOff val="35000"/>
                </a:sysClr>
              </a:solidFill>
              <a:round/>
            </a:ln>
            <a:effectLst/>
          </c:spPr>
          <c:marker>
            <c:symbol val="none"/>
          </c:marker>
          <c:cat>
            <c:numRef>
              <c:f>'2026企业融资成本 PE'!$A$2:$A$636</c:f>
              <c:numCache>
                <c:formatCode>yyyy\-mm\-dd</c:formatCode>
                <c:ptCount val="635"/>
                <c:pt idx="0">
                  <c:v>45292</c:v>
                </c:pt>
                <c:pt idx="1">
                  <c:v>45293</c:v>
                </c:pt>
                <c:pt idx="2">
                  <c:v>45294</c:v>
                </c:pt>
                <c:pt idx="3">
                  <c:v>45295</c:v>
                </c:pt>
                <c:pt idx="4">
                  <c:v>45296</c:v>
                </c:pt>
                <c:pt idx="5">
                  <c:v>45299</c:v>
                </c:pt>
                <c:pt idx="6">
                  <c:v>45300</c:v>
                </c:pt>
                <c:pt idx="7">
                  <c:v>45301</c:v>
                </c:pt>
                <c:pt idx="8">
                  <c:v>45302</c:v>
                </c:pt>
                <c:pt idx="9">
                  <c:v>45303</c:v>
                </c:pt>
                <c:pt idx="10">
                  <c:v>45306</c:v>
                </c:pt>
                <c:pt idx="11">
                  <c:v>45307</c:v>
                </c:pt>
                <c:pt idx="12">
                  <c:v>45308</c:v>
                </c:pt>
                <c:pt idx="13">
                  <c:v>45309</c:v>
                </c:pt>
                <c:pt idx="14">
                  <c:v>45310</c:v>
                </c:pt>
                <c:pt idx="15">
                  <c:v>45313</c:v>
                </c:pt>
                <c:pt idx="16">
                  <c:v>45314</c:v>
                </c:pt>
                <c:pt idx="17">
                  <c:v>45315</c:v>
                </c:pt>
                <c:pt idx="18">
                  <c:v>45316</c:v>
                </c:pt>
                <c:pt idx="19">
                  <c:v>45317</c:v>
                </c:pt>
                <c:pt idx="20">
                  <c:v>45320</c:v>
                </c:pt>
                <c:pt idx="21">
                  <c:v>45321</c:v>
                </c:pt>
                <c:pt idx="22">
                  <c:v>45322</c:v>
                </c:pt>
                <c:pt idx="23">
                  <c:v>45323</c:v>
                </c:pt>
                <c:pt idx="24">
                  <c:v>45324</c:v>
                </c:pt>
                <c:pt idx="25">
                  <c:v>45327</c:v>
                </c:pt>
                <c:pt idx="26">
                  <c:v>45328</c:v>
                </c:pt>
                <c:pt idx="27">
                  <c:v>45329</c:v>
                </c:pt>
                <c:pt idx="28">
                  <c:v>45330</c:v>
                </c:pt>
                <c:pt idx="29">
                  <c:v>45331</c:v>
                </c:pt>
                <c:pt idx="30">
                  <c:v>45334</c:v>
                </c:pt>
                <c:pt idx="31">
                  <c:v>45335</c:v>
                </c:pt>
                <c:pt idx="32">
                  <c:v>45336</c:v>
                </c:pt>
                <c:pt idx="33">
                  <c:v>45337</c:v>
                </c:pt>
                <c:pt idx="34">
                  <c:v>45338</c:v>
                </c:pt>
                <c:pt idx="35">
                  <c:v>45341</c:v>
                </c:pt>
                <c:pt idx="36">
                  <c:v>45342</c:v>
                </c:pt>
                <c:pt idx="37">
                  <c:v>45343</c:v>
                </c:pt>
                <c:pt idx="38">
                  <c:v>45344</c:v>
                </c:pt>
                <c:pt idx="39">
                  <c:v>45345</c:v>
                </c:pt>
                <c:pt idx="40">
                  <c:v>45348</c:v>
                </c:pt>
                <c:pt idx="41">
                  <c:v>45349</c:v>
                </c:pt>
                <c:pt idx="42">
                  <c:v>45350</c:v>
                </c:pt>
                <c:pt idx="43">
                  <c:v>45351</c:v>
                </c:pt>
                <c:pt idx="44">
                  <c:v>45352</c:v>
                </c:pt>
                <c:pt idx="45">
                  <c:v>45355</c:v>
                </c:pt>
                <c:pt idx="46">
                  <c:v>45356</c:v>
                </c:pt>
                <c:pt idx="47">
                  <c:v>45357</c:v>
                </c:pt>
                <c:pt idx="48">
                  <c:v>45358</c:v>
                </c:pt>
                <c:pt idx="49">
                  <c:v>45359</c:v>
                </c:pt>
                <c:pt idx="50">
                  <c:v>45362</c:v>
                </c:pt>
                <c:pt idx="51">
                  <c:v>45363</c:v>
                </c:pt>
                <c:pt idx="52">
                  <c:v>45364</c:v>
                </c:pt>
                <c:pt idx="53">
                  <c:v>45365</c:v>
                </c:pt>
                <c:pt idx="54">
                  <c:v>45366</c:v>
                </c:pt>
                <c:pt idx="55">
                  <c:v>45369</c:v>
                </c:pt>
                <c:pt idx="56">
                  <c:v>45370</c:v>
                </c:pt>
                <c:pt idx="57">
                  <c:v>45371</c:v>
                </c:pt>
                <c:pt idx="58">
                  <c:v>45372</c:v>
                </c:pt>
                <c:pt idx="59">
                  <c:v>45373</c:v>
                </c:pt>
                <c:pt idx="60">
                  <c:v>45376</c:v>
                </c:pt>
                <c:pt idx="61">
                  <c:v>45377</c:v>
                </c:pt>
                <c:pt idx="62">
                  <c:v>45378</c:v>
                </c:pt>
                <c:pt idx="63">
                  <c:v>45379</c:v>
                </c:pt>
                <c:pt idx="64">
                  <c:v>45380</c:v>
                </c:pt>
                <c:pt idx="65">
                  <c:v>45383</c:v>
                </c:pt>
                <c:pt idx="66">
                  <c:v>45384</c:v>
                </c:pt>
                <c:pt idx="67">
                  <c:v>45385</c:v>
                </c:pt>
                <c:pt idx="68">
                  <c:v>45386</c:v>
                </c:pt>
                <c:pt idx="69">
                  <c:v>45387</c:v>
                </c:pt>
                <c:pt idx="70">
                  <c:v>45390</c:v>
                </c:pt>
                <c:pt idx="71">
                  <c:v>45391</c:v>
                </c:pt>
                <c:pt idx="72">
                  <c:v>45392</c:v>
                </c:pt>
                <c:pt idx="73">
                  <c:v>45393</c:v>
                </c:pt>
                <c:pt idx="74">
                  <c:v>45394</c:v>
                </c:pt>
                <c:pt idx="75">
                  <c:v>45397</c:v>
                </c:pt>
                <c:pt idx="76">
                  <c:v>45398</c:v>
                </c:pt>
                <c:pt idx="77">
                  <c:v>45399</c:v>
                </c:pt>
                <c:pt idx="78">
                  <c:v>45400</c:v>
                </c:pt>
                <c:pt idx="79">
                  <c:v>45401</c:v>
                </c:pt>
                <c:pt idx="80">
                  <c:v>45404</c:v>
                </c:pt>
                <c:pt idx="81">
                  <c:v>45405</c:v>
                </c:pt>
                <c:pt idx="82">
                  <c:v>45406</c:v>
                </c:pt>
                <c:pt idx="83">
                  <c:v>45407</c:v>
                </c:pt>
                <c:pt idx="84">
                  <c:v>45408</c:v>
                </c:pt>
                <c:pt idx="85">
                  <c:v>45411</c:v>
                </c:pt>
                <c:pt idx="86">
                  <c:v>45412</c:v>
                </c:pt>
                <c:pt idx="87">
                  <c:v>45413</c:v>
                </c:pt>
                <c:pt idx="88">
                  <c:v>45414</c:v>
                </c:pt>
                <c:pt idx="89">
                  <c:v>45415</c:v>
                </c:pt>
                <c:pt idx="90">
                  <c:v>45418</c:v>
                </c:pt>
                <c:pt idx="91">
                  <c:v>45419</c:v>
                </c:pt>
                <c:pt idx="92">
                  <c:v>45420</c:v>
                </c:pt>
                <c:pt idx="93">
                  <c:v>45421</c:v>
                </c:pt>
                <c:pt idx="94">
                  <c:v>45422</c:v>
                </c:pt>
                <c:pt idx="95">
                  <c:v>45425</c:v>
                </c:pt>
                <c:pt idx="96">
                  <c:v>45426</c:v>
                </c:pt>
                <c:pt idx="97">
                  <c:v>45427</c:v>
                </c:pt>
                <c:pt idx="98">
                  <c:v>45428</c:v>
                </c:pt>
                <c:pt idx="99">
                  <c:v>45429</c:v>
                </c:pt>
                <c:pt idx="100">
                  <c:v>45432</c:v>
                </c:pt>
                <c:pt idx="101">
                  <c:v>45433</c:v>
                </c:pt>
                <c:pt idx="102">
                  <c:v>45434</c:v>
                </c:pt>
                <c:pt idx="103">
                  <c:v>45435</c:v>
                </c:pt>
                <c:pt idx="104">
                  <c:v>45436</c:v>
                </c:pt>
                <c:pt idx="105">
                  <c:v>45439</c:v>
                </c:pt>
                <c:pt idx="106">
                  <c:v>45440</c:v>
                </c:pt>
                <c:pt idx="107">
                  <c:v>45441</c:v>
                </c:pt>
                <c:pt idx="108">
                  <c:v>45442</c:v>
                </c:pt>
                <c:pt idx="109">
                  <c:v>45443</c:v>
                </c:pt>
                <c:pt idx="110">
                  <c:v>45446</c:v>
                </c:pt>
                <c:pt idx="111">
                  <c:v>45447</c:v>
                </c:pt>
                <c:pt idx="112">
                  <c:v>45448</c:v>
                </c:pt>
                <c:pt idx="113">
                  <c:v>45449</c:v>
                </c:pt>
                <c:pt idx="114">
                  <c:v>45450</c:v>
                </c:pt>
                <c:pt idx="115">
                  <c:v>45453</c:v>
                </c:pt>
                <c:pt idx="116">
                  <c:v>45454</c:v>
                </c:pt>
                <c:pt idx="117">
                  <c:v>45455</c:v>
                </c:pt>
                <c:pt idx="118">
                  <c:v>45456</c:v>
                </c:pt>
                <c:pt idx="119">
                  <c:v>45457</c:v>
                </c:pt>
                <c:pt idx="120">
                  <c:v>45460</c:v>
                </c:pt>
                <c:pt idx="121">
                  <c:v>45461</c:v>
                </c:pt>
                <c:pt idx="122">
                  <c:v>45462</c:v>
                </c:pt>
                <c:pt idx="123">
                  <c:v>45463</c:v>
                </c:pt>
                <c:pt idx="124">
                  <c:v>45464</c:v>
                </c:pt>
                <c:pt idx="125">
                  <c:v>45467</c:v>
                </c:pt>
                <c:pt idx="126">
                  <c:v>45468</c:v>
                </c:pt>
                <c:pt idx="127">
                  <c:v>45469</c:v>
                </c:pt>
                <c:pt idx="128">
                  <c:v>45470</c:v>
                </c:pt>
                <c:pt idx="129">
                  <c:v>45471</c:v>
                </c:pt>
                <c:pt idx="130">
                  <c:v>45474</c:v>
                </c:pt>
                <c:pt idx="131">
                  <c:v>45475</c:v>
                </c:pt>
                <c:pt idx="132">
                  <c:v>45476</c:v>
                </c:pt>
                <c:pt idx="133">
                  <c:v>45477</c:v>
                </c:pt>
                <c:pt idx="134">
                  <c:v>45478</c:v>
                </c:pt>
                <c:pt idx="135">
                  <c:v>45481</c:v>
                </c:pt>
                <c:pt idx="136">
                  <c:v>45482</c:v>
                </c:pt>
                <c:pt idx="137">
                  <c:v>45483</c:v>
                </c:pt>
                <c:pt idx="138">
                  <c:v>45484</c:v>
                </c:pt>
                <c:pt idx="139">
                  <c:v>45485</c:v>
                </c:pt>
                <c:pt idx="140">
                  <c:v>45488</c:v>
                </c:pt>
                <c:pt idx="141">
                  <c:v>45489</c:v>
                </c:pt>
                <c:pt idx="142">
                  <c:v>45490</c:v>
                </c:pt>
                <c:pt idx="143">
                  <c:v>45491</c:v>
                </c:pt>
                <c:pt idx="144">
                  <c:v>45492</c:v>
                </c:pt>
                <c:pt idx="145">
                  <c:v>45495</c:v>
                </c:pt>
                <c:pt idx="146">
                  <c:v>45496</c:v>
                </c:pt>
                <c:pt idx="147">
                  <c:v>45497</c:v>
                </c:pt>
                <c:pt idx="148">
                  <c:v>45498</c:v>
                </c:pt>
                <c:pt idx="149">
                  <c:v>45499</c:v>
                </c:pt>
                <c:pt idx="150">
                  <c:v>45502</c:v>
                </c:pt>
                <c:pt idx="151">
                  <c:v>45503</c:v>
                </c:pt>
                <c:pt idx="152">
                  <c:v>45504</c:v>
                </c:pt>
                <c:pt idx="153">
                  <c:v>45505</c:v>
                </c:pt>
                <c:pt idx="154">
                  <c:v>45506</c:v>
                </c:pt>
                <c:pt idx="155">
                  <c:v>45509</c:v>
                </c:pt>
                <c:pt idx="156">
                  <c:v>45510</c:v>
                </c:pt>
                <c:pt idx="157">
                  <c:v>45511</c:v>
                </c:pt>
                <c:pt idx="158">
                  <c:v>45512</c:v>
                </c:pt>
                <c:pt idx="159">
                  <c:v>45513</c:v>
                </c:pt>
                <c:pt idx="160">
                  <c:v>45516</c:v>
                </c:pt>
                <c:pt idx="161">
                  <c:v>45517</c:v>
                </c:pt>
                <c:pt idx="162">
                  <c:v>45518</c:v>
                </c:pt>
                <c:pt idx="163">
                  <c:v>45519</c:v>
                </c:pt>
                <c:pt idx="164">
                  <c:v>45520</c:v>
                </c:pt>
                <c:pt idx="165">
                  <c:v>45523</c:v>
                </c:pt>
                <c:pt idx="166">
                  <c:v>45524</c:v>
                </c:pt>
                <c:pt idx="167">
                  <c:v>45525</c:v>
                </c:pt>
                <c:pt idx="168">
                  <c:v>45526</c:v>
                </c:pt>
                <c:pt idx="169">
                  <c:v>45527</c:v>
                </c:pt>
                <c:pt idx="170">
                  <c:v>45530</c:v>
                </c:pt>
                <c:pt idx="171">
                  <c:v>45531</c:v>
                </c:pt>
                <c:pt idx="172">
                  <c:v>45532</c:v>
                </c:pt>
                <c:pt idx="173">
                  <c:v>45533</c:v>
                </c:pt>
                <c:pt idx="174">
                  <c:v>45534</c:v>
                </c:pt>
                <c:pt idx="175">
                  <c:v>45537</c:v>
                </c:pt>
                <c:pt idx="176">
                  <c:v>45538</c:v>
                </c:pt>
                <c:pt idx="177">
                  <c:v>45539</c:v>
                </c:pt>
                <c:pt idx="178">
                  <c:v>45540</c:v>
                </c:pt>
                <c:pt idx="179">
                  <c:v>45541</c:v>
                </c:pt>
                <c:pt idx="180">
                  <c:v>45544</c:v>
                </c:pt>
                <c:pt idx="181">
                  <c:v>45545</c:v>
                </c:pt>
                <c:pt idx="182">
                  <c:v>45546</c:v>
                </c:pt>
                <c:pt idx="183">
                  <c:v>45547</c:v>
                </c:pt>
                <c:pt idx="184">
                  <c:v>45548</c:v>
                </c:pt>
                <c:pt idx="185">
                  <c:v>45551</c:v>
                </c:pt>
                <c:pt idx="186">
                  <c:v>45552</c:v>
                </c:pt>
                <c:pt idx="187">
                  <c:v>45553</c:v>
                </c:pt>
                <c:pt idx="188">
                  <c:v>45554</c:v>
                </c:pt>
                <c:pt idx="189">
                  <c:v>45555</c:v>
                </c:pt>
                <c:pt idx="190">
                  <c:v>45558</c:v>
                </c:pt>
                <c:pt idx="191">
                  <c:v>45559</c:v>
                </c:pt>
                <c:pt idx="192">
                  <c:v>45560</c:v>
                </c:pt>
                <c:pt idx="193">
                  <c:v>45561</c:v>
                </c:pt>
                <c:pt idx="194">
                  <c:v>45562</c:v>
                </c:pt>
                <c:pt idx="195">
                  <c:v>45565</c:v>
                </c:pt>
                <c:pt idx="196">
                  <c:v>45566</c:v>
                </c:pt>
                <c:pt idx="197">
                  <c:v>45567</c:v>
                </c:pt>
                <c:pt idx="198">
                  <c:v>45568</c:v>
                </c:pt>
                <c:pt idx="199">
                  <c:v>45569</c:v>
                </c:pt>
                <c:pt idx="200">
                  <c:v>45572</c:v>
                </c:pt>
                <c:pt idx="201">
                  <c:v>45573</c:v>
                </c:pt>
                <c:pt idx="202">
                  <c:v>45574</c:v>
                </c:pt>
                <c:pt idx="203">
                  <c:v>45575</c:v>
                </c:pt>
                <c:pt idx="204">
                  <c:v>45576</c:v>
                </c:pt>
                <c:pt idx="205">
                  <c:v>45579</c:v>
                </c:pt>
                <c:pt idx="206">
                  <c:v>45580</c:v>
                </c:pt>
                <c:pt idx="207">
                  <c:v>45581</c:v>
                </c:pt>
                <c:pt idx="208">
                  <c:v>45582</c:v>
                </c:pt>
                <c:pt idx="209">
                  <c:v>45583</c:v>
                </c:pt>
                <c:pt idx="210">
                  <c:v>45586</c:v>
                </c:pt>
                <c:pt idx="211">
                  <c:v>45587</c:v>
                </c:pt>
                <c:pt idx="212">
                  <c:v>45588</c:v>
                </c:pt>
                <c:pt idx="213">
                  <c:v>45589</c:v>
                </c:pt>
                <c:pt idx="214">
                  <c:v>45590</c:v>
                </c:pt>
                <c:pt idx="215">
                  <c:v>45593</c:v>
                </c:pt>
                <c:pt idx="216">
                  <c:v>45594</c:v>
                </c:pt>
                <c:pt idx="217">
                  <c:v>45595</c:v>
                </c:pt>
                <c:pt idx="218">
                  <c:v>45596</c:v>
                </c:pt>
                <c:pt idx="219">
                  <c:v>45597</c:v>
                </c:pt>
                <c:pt idx="220">
                  <c:v>45600</c:v>
                </c:pt>
                <c:pt idx="221">
                  <c:v>45601</c:v>
                </c:pt>
                <c:pt idx="222">
                  <c:v>45602</c:v>
                </c:pt>
                <c:pt idx="223">
                  <c:v>45603</c:v>
                </c:pt>
                <c:pt idx="224">
                  <c:v>45604</c:v>
                </c:pt>
                <c:pt idx="225">
                  <c:v>45607</c:v>
                </c:pt>
                <c:pt idx="226">
                  <c:v>45608</c:v>
                </c:pt>
                <c:pt idx="227">
                  <c:v>45609</c:v>
                </c:pt>
                <c:pt idx="228">
                  <c:v>45610</c:v>
                </c:pt>
                <c:pt idx="229">
                  <c:v>45611</c:v>
                </c:pt>
                <c:pt idx="230">
                  <c:v>45614</c:v>
                </c:pt>
                <c:pt idx="231">
                  <c:v>45615</c:v>
                </c:pt>
                <c:pt idx="232">
                  <c:v>45616</c:v>
                </c:pt>
                <c:pt idx="233">
                  <c:v>45617</c:v>
                </c:pt>
                <c:pt idx="234">
                  <c:v>45618</c:v>
                </c:pt>
                <c:pt idx="235">
                  <c:v>45621</c:v>
                </c:pt>
                <c:pt idx="236">
                  <c:v>45622</c:v>
                </c:pt>
                <c:pt idx="237">
                  <c:v>45623</c:v>
                </c:pt>
                <c:pt idx="238">
                  <c:v>45624</c:v>
                </c:pt>
                <c:pt idx="239">
                  <c:v>45625</c:v>
                </c:pt>
                <c:pt idx="240">
                  <c:v>45628</c:v>
                </c:pt>
                <c:pt idx="241">
                  <c:v>45629</c:v>
                </c:pt>
                <c:pt idx="242">
                  <c:v>45630</c:v>
                </c:pt>
                <c:pt idx="243">
                  <c:v>45631</c:v>
                </c:pt>
                <c:pt idx="244">
                  <c:v>45632</c:v>
                </c:pt>
                <c:pt idx="245">
                  <c:v>45635</c:v>
                </c:pt>
                <c:pt idx="246">
                  <c:v>45636</c:v>
                </c:pt>
                <c:pt idx="247">
                  <c:v>45637</c:v>
                </c:pt>
                <c:pt idx="248">
                  <c:v>45638</c:v>
                </c:pt>
                <c:pt idx="249">
                  <c:v>45639</c:v>
                </c:pt>
                <c:pt idx="250">
                  <c:v>45642</c:v>
                </c:pt>
                <c:pt idx="251">
                  <c:v>45643</c:v>
                </c:pt>
                <c:pt idx="252">
                  <c:v>45644</c:v>
                </c:pt>
                <c:pt idx="253">
                  <c:v>45645</c:v>
                </c:pt>
                <c:pt idx="254">
                  <c:v>45646</c:v>
                </c:pt>
                <c:pt idx="255">
                  <c:v>45649</c:v>
                </c:pt>
                <c:pt idx="256">
                  <c:v>45650</c:v>
                </c:pt>
                <c:pt idx="257">
                  <c:v>45651</c:v>
                </c:pt>
                <c:pt idx="258">
                  <c:v>45652</c:v>
                </c:pt>
                <c:pt idx="259">
                  <c:v>45653</c:v>
                </c:pt>
                <c:pt idx="260">
                  <c:v>45656</c:v>
                </c:pt>
                <c:pt idx="261">
                  <c:v>45657</c:v>
                </c:pt>
                <c:pt idx="262">
                  <c:v>45658</c:v>
                </c:pt>
                <c:pt idx="263">
                  <c:v>45659</c:v>
                </c:pt>
                <c:pt idx="264">
                  <c:v>45660</c:v>
                </c:pt>
                <c:pt idx="265">
                  <c:v>45663</c:v>
                </c:pt>
                <c:pt idx="266">
                  <c:v>45664</c:v>
                </c:pt>
                <c:pt idx="267">
                  <c:v>45665</c:v>
                </c:pt>
                <c:pt idx="268">
                  <c:v>45666</c:v>
                </c:pt>
                <c:pt idx="269">
                  <c:v>45667</c:v>
                </c:pt>
                <c:pt idx="270">
                  <c:v>45670</c:v>
                </c:pt>
                <c:pt idx="271">
                  <c:v>45671</c:v>
                </c:pt>
                <c:pt idx="272">
                  <c:v>45672</c:v>
                </c:pt>
                <c:pt idx="273">
                  <c:v>45673</c:v>
                </c:pt>
                <c:pt idx="274">
                  <c:v>45674</c:v>
                </c:pt>
                <c:pt idx="275">
                  <c:v>45677</c:v>
                </c:pt>
                <c:pt idx="276">
                  <c:v>45678</c:v>
                </c:pt>
                <c:pt idx="277">
                  <c:v>45679</c:v>
                </c:pt>
                <c:pt idx="278">
                  <c:v>45680</c:v>
                </c:pt>
                <c:pt idx="279">
                  <c:v>45681</c:v>
                </c:pt>
                <c:pt idx="280">
                  <c:v>45684</c:v>
                </c:pt>
                <c:pt idx="281">
                  <c:v>45685</c:v>
                </c:pt>
                <c:pt idx="282">
                  <c:v>45686</c:v>
                </c:pt>
                <c:pt idx="283">
                  <c:v>45687</c:v>
                </c:pt>
                <c:pt idx="284">
                  <c:v>45688</c:v>
                </c:pt>
                <c:pt idx="285">
                  <c:v>45691</c:v>
                </c:pt>
                <c:pt idx="286">
                  <c:v>45692</c:v>
                </c:pt>
                <c:pt idx="287">
                  <c:v>45693</c:v>
                </c:pt>
                <c:pt idx="288">
                  <c:v>45694</c:v>
                </c:pt>
                <c:pt idx="289">
                  <c:v>45695</c:v>
                </c:pt>
                <c:pt idx="290">
                  <c:v>45698</c:v>
                </c:pt>
                <c:pt idx="291">
                  <c:v>45699</c:v>
                </c:pt>
                <c:pt idx="292">
                  <c:v>45700</c:v>
                </c:pt>
                <c:pt idx="293">
                  <c:v>45701</c:v>
                </c:pt>
                <c:pt idx="294">
                  <c:v>45702</c:v>
                </c:pt>
                <c:pt idx="295">
                  <c:v>45705</c:v>
                </c:pt>
                <c:pt idx="296">
                  <c:v>45706</c:v>
                </c:pt>
                <c:pt idx="297">
                  <c:v>45707</c:v>
                </c:pt>
                <c:pt idx="298">
                  <c:v>45708</c:v>
                </c:pt>
                <c:pt idx="299">
                  <c:v>45709</c:v>
                </c:pt>
                <c:pt idx="300">
                  <c:v>45712</c:v>
                </c:pt>
                <c:pt idx="301">
                  <c:v>45713</c:v>
                </c:pt>
                <c:pt idx="302">
                  <c:v>45714</c:v>
                </c:pt>
                <c:pt idx="303">
                  <c:v>45715</c:v>
                </c:pt>
                <c:pt idx="304">
                  <c:v>45716</c:v>
                </c:pt>
                <c:pt idx="305">
                  <c:v>45719</c:v>
                </c:pt>
                <c:pt idx="306">
                  <c:v>45720</c:v>
                </c:pt>
                <c:pt idx="307">
                  <c:v>45721</c:v>
                </c:pt>
                <c:pt idx="308">
                  <c:v>45722</c:v>
                </c:pt>
                <c:pt idx="309">
                  <c:v>45723</c:v>
                </c:pt>
                <c:pt idx="310">
                  <c:v>45726</c:v>
                </c:pt>
                <c:pt idx="311">
                  <c:v>45727</c:v>
                </c:pt>
                <c:pt idx="312">
                  <c:v>45728</c:v>
                </c:pt>
                <c:pt idx="313">
                  <c:v>45729</c:v>
                </c:pt>
                <c:pt idx="314">
                  <c:v>45730</c:v>
                </c:pt>
                <c:pt idx="315">
                  <c:v>45733</c:v>
                </c:pt>
                <c:pt idx="316">
                  <c:v>45734</c:v>
                </c:pt>
                <c:pt idx="317">
                  <c:v>45735</c:v>
                </c:pt>
                <c:pt idx="318">
                  <c:v>45736</c:v>
                </c:pt>
                <c:pt idx="319">
                  <c:v>45737</c:v>
                </c:pt>
                <c:pt idx="320">
                  <c:v>45740</c:v>
                </c:pt>
                <c:pt idx="321">
                  <c:v>45741</c:v>
                </c:pt>
                <c:pt idx="322">
                  <c:v>45742</c:v>
                </c:pt>
                <c:pt idx="323">
                  <c:v>45743</c:v>
                </c:pt>
                <c:pt idx="324">
                  <c:v>45744</c:v>
                </c:pt>
                <c:pt idx="325">
                  <c:v>45747</c:v>
                </c:pt>
                <c:pt idx="326">
                  <c:v>45748</c:v>
                </c:pt>
                <c:pt idx="327">
                  <c:v>45749</c:v>
                </c:pt>
                <c:pt idx="328">
                  <c:v>45750</c:v>
                </c:pt>
                <c:pt idx="329">
                  <c:v>45751</c:v>
                </c:pt>
                <c:pt idx="330">
                  <c:v>45754</c:v>
                </c:pt>
                <c:pt idx="331">
                  <c:v>45755</c:v>
                </c:pt>
                <c:pt idx="332">
                  <c:v>45756</c:v>
                </c:pt>
                <c:pt idx="333">
                  <c:v>45757</c:v>
                </c:pt>
                <c:pt idx="334">
                  <c:v>45758</c:v>
                </c:pt>
                <c:pt idx="335">
                  <c:v>45761</c:v>
                </c:pt>
                <c:pt idx="336">
                  <c:v>45762</c:v>
                </c:pt>
                <c:pt idx="337">
                  <c:v>45763</c:v>
                </c:pt>
                <c:pt idx="338">
                  <c:v>45764</c:v>
                </c:pt>
                <c:pt idx="339">
                  <c:v>45765</c:v>
                </c:pt>
                <c:pt idx="340">
                  <c:v>45768</c:v>
                </c:pt>
                <c:pt idx="341">
                  <c:v>45769</c:v>
                </c:pt>
                <c:pt idx="342">
                  <c:v>45770</c:v>
                </c:pt>
                <c:pt idx="343">
                  <c:v>45771</c:v>
                </c:pt>
                <c:pt idx="344">
                  <c:v>45772</c:v>
                </c:pt>
                <c:pt idx="345">
                  <c:v>45775</c:v>
                </c:pt>
                <c:pt idx="346">
                  <c:v>45776</c:v>
                </c:pt>
                <c:pt idx="347">
                  <c:v>45777</c:v>
                </c:pt>
                <c:pt idx="348">
                  <c:v>45778</c:v>
                </c:pt>
                <c:pt idx="349">
                  <c:v>45779</c:v>
                </c:pt>
                <c:pt idx="350">
                  <c:v>45782</c:v>
                </c:pt>
                <c:pt idx="351">
                  <c:v>45783</c:v>
                </c:pt>
                <c:pt idx="352">
                  <c:v>45784</c:v>
                </c:pt>
                <c:pt idx="353">
                  <c:v>45785</c:v>
                </c:pt>
                <c:pt idx="354">
                  <c:v>45786</c:v>
                </c:pt>
                <c:pt idx="355">
                  <c:v>45789</c:v>
                </c:pt>
                <c:pt idx="356">
                  <c:v>45790</c:v>
                </c:pt>
                <c:pt idx="357">
                  <c:v>45791</c:v>
                </c:pt>
                <c:pt idx="358">
                  <c:v>45792</c:v>
                </c:pt>
                <c:pt idx="359">
                  <c:v>45793</c:v>
                </c:pt>
                <c:pt idx="360">
                  <c:v>45796</c:v>
                </c:pt>
                <c:pt idx="361">
                  <c:v>45797</c:v>
                </c:pt>
                <c:pt idx="362">
                  <c:v>45798</c:v>
                </c:pt>
                <c:pt idx="363">
                  <c:v>45799</c:v>
                </c:pt>
                <c:pt idx="364">
                  <c:v>45800</c:v>
                </c:pt>
                <c:pt idx="365">
                  <c:v>45803</c:v>
                </c:pt>
                <c:pt idx="366">
                  <c:v>45804</c:v>
                </c:pt>
                <c:pt idx="367">
                  <c:v>45805</c:v>
                </c:pt>
                <c:pt idx="368">
                  <c:v>45806</c:v>
                </c:pt>
                <c:pt idx="369">
                  <c:v>45807</c:v>
                </c:pt>
                <c:pt idx="370">
                  <c:v>45810</c:v>
                </c:pt>
                <c:pt idx="371">
                  <c:v>45811</c:v>
                </c:pt>
                <c:pt idx="372">
                  <c:v>45812</c:v>
                </c:pt>
                <c:pt idx="373">
                  <c:v>45813</c:v>
                </c:pt>
                <c:pt idx="374">
                  <c:v>45814</c:v>
                </c:pt>
                <c:pt idx="375">
                  <c:v>45817</c:v>
                </c:pt>
                <c:pt idx="376">
                  <c:v>45818</c:v>
                </c:pt>
                <c:pt idx="377">
                  <c:v>45819</c:v>
                </c:pt>
                <c:pt idx="378">
                  <c:v>45820</c:v>
                </c:pt>
                <c:pt idx="379">
                  <c:v>45821</c:v>
                </c:pt>
                <c:pt idx="380">
                  <c:v>45824</c:v>
                </c:pt>
                <c:pt idx="381">
                  <c:v>45825</c:v>
                </c:pt>
                <c:pt idx="382">
                  <c:v>45826</c:v>
                </c:pt>
                <c:pt idx="383">
                  <c:v>45827</c:v>
                </c:pt>
                <c:pt idx="384">
                  <c:v>45828</c:v>
                </c:pt>
                <c:pt idx="385">
                  <c:v>45831</c:v>
                </c:pt>
                <c:pt idx="386">
                  <c:v>45832</c:v>
                </c:pt>
                <c:pt idx="387">
                  <c:v>45833</c:v>
                </c:pt>
                <c:pt idx="388">
                  <c:v>45834</c:v>
                </c:pt>
                <c:pt idx="389">
                  <c:v>45835</c:v>
                </c:pt>
                <c:pt idx="390">
                  <c:v>45838</c:v>
                </c:pt>
                <c:pt idx="391">
                  <c:v>45839</c:v>
                </c:pt>
                <c:pt idx="392">
                  <c:v>45840</c:v>
                </c:pt>
                <c:pt idx="393">
                  <c:v>45841</c:v>
                </c:pt>
                <c:pt idx="394">
                  <c:v>45842</c:v>
                </c:pt>
                <c:pt idx="395">
                  <c:v>45845</c:v>
                </c:pt>
                <c:pt idx="396">
                  <c:v>45846</c:v>
                </c:pt>
                <c:pt idx="397">
                  <c:v>45847</c:v>
                </c:pt>
                <c:pt idx="398">
                  <c:v>45848</c:v>
                </c:pt>
                <c:pt idx="399">
                  <c:v>45849</c:v>
                </c:pt>
                <c:pt idx="400">
                  <c:v>45852</c:v>
                </c:pt>
                <c:pt idx="401">
                  <c:v>45853</c:v>
                </c:pt>
                <c:pt idx="402">
                  <c:v>45854</c:v>
                </c:pt>
                <c:pt idx="403">
                  <c:v>45855</c:v>
                </c:pt>
                <c:pt idx="404">
                  <c:v>45856</c:v>
                </c:pt>
                <c:pt idx="405">
                  <c:v>45859</c:v>
                </c:pt>
                <c:pt idx="406">
                  <c:v>45860</c:v>
                </c:pt>
                <c:pt idx="407">
                  <c:v>45861</c:v>
                </c:pt>
                <c:pt idx="408">
                  <c:v>45862</c:v>
                </c:pt>
                <c:pt idx="409">
                  <c:v>45863</c:v>
                </c:pt>
                <c:pt idx="410">
                  <c:v>45866</c:v>
                </c:pt>
                <c:pt idx="411">
                  <c:v>45867</c:v>
                </c:pt>
                <c:pt idx="412">
                  <c:v>45868</c:v>
                </c:pt>
                <c:pt idx="413">
                  <c:v>45869</c:v>
                </c:pt>
                <c:pt idx="414">
                  <c:v>45870</c:v>
                </c:pt>
                <c:pt idx="415">
                  <c:v>45873</c:v>
                </c:pt>
                <c:pt idx="416">
                  <c:v>45874</c:v>
                </c:pt>
                <c:pt idx="417">
                  <c:v>45875</c:v>
                </c:pt>
                <c:pt idx="418">
                  <c:v>45876</c:v>
                </c:pt>
                <c:pt idx="419">
                  <c:v>45877</c:v>
                </c:pt>
                <c:pt idx="420">
                  <c:v>45880</c:v>
                </c:pt>
                <c:pt idx="421">
                  <c:v>45881</c:v>
                </c:pt>
                <c:pt idx="422">
                  <c:v>45882</c:v>
                </c:pt>
                <c:pt idx="423">
                  <c:v>45883</c:v>
                </c:pt>
                <c:pt idx="424">
                  <c:v>45884</c:v>
                </c:pt>
                <c:pt idx="425">
                  <c:v>45887</c:v>
                </c:pt>
                <c:pt idx="426">
                  <c:v>45888</c:v>
                </c:pt>
                <c:pt idx="427">
                  <c:v>45889</c:v>
                </c:pt>
                <c:pt idx="428">
                  <c:v>45890</c:v>
                </c:pt>
                <c:pt idx="429">
                  <c:v>45891</c:v>
                </c:pt>
                <c:pt idx="430">
                  <c:v>45894</c:v>
                </c:pt>
                <c:pt idx="431">
                  <c:v>45895</c:v>
                </c:pt>
                <c:pt idx="432">
                  <c:v>45896</c:v>
                </c:pt>
                <c:pt idx="433">
                  <c:v>45897</c:v>
                </c:pt>
                <c:pt idx="434">
                  <c:v>45898</c:v>
                </c:pt>
                <c:pt idx="435">
                  <c:v>45901</c:v>
                </c:pt>
                <c:pt idx="436">
                  <c:v>45902</c:v>
                </c:pt>
                <c:pt idx="437">
                  <c:v>45903</c:v>
                </c:pt>
                <c:pt idx="438">
                  <c:v>45904</c:v>
                </c:pt>
                <c:pt idx="439">
                  <c:v>45905</c:v>
                </c:pt>
                <c:pt idx="440">
                  <c:v>45908</c:v>
                </c:pt>
                <c:pt idx="441">
                  <c:v>45909</c:v>
                </c:pt>
                <c:pt idx="442">
                  <c:v>45910</c:v>
                </c:pt>
                <c:pt idx="443">
                  <c:v>45911</c:v>
                </c:pt>
                <c:pt idx="444">
                  <c:v>45912</c:v>
                </c:pt>
                <c:pt idx="445">
                  <c:v>45915</c:v>
                </c:pt>
                <c:pt idx="446">
                  <c:v>45916</c:v>
                </c:pt>
                <c:pt idx="447">
                  <c:v>45917</c:v>
                </c:pt>
                <c:pt idx="448">
                  <c:v>45918</c:v>
                </c:pt>
                <c:pt idx="449">
                  <c:v>45919</c:v>
                </c:pt>
                <c:pt idx="450">
                  <c:v>45922</c:v>
                </c:pt>
                <c:pt idx="451">
                  <c:v>45923</c:v>
                </c:pt>
                <c:pt idx="452">
                  <c:v>45924</c:v>
                </c:pt>
                <c:pt idx="453">
                  <c:v>45925</c:v>
                </c:pt>
                <c:pt idx="454">
                  <c:v>45926</c:v>
                </c:pt>
                <c:pt idx="455">
                  <c:v>45929</c:v>
                </c:pt>
                <c:pt idx="456">
                  <c:v>45930</c:v>
                </c:pt>
                <c:pt idx="457">
                  <c:v>45931</c:v>
                </c:pt>
                <c:pt idx="458">
                  <c:v>45932</c:v>
                </c:pt>
                <c:pt idx="459">
                  <c:v>45933</c:v>
                </c:pt>
                <c:pt idx="460">
                  <c:v>45936</c:v>
                </c:pt>
                <c:pt idx="461">
                  <c:v>45937</c:v>
                </c:pt>
                <c:pt idx="462">
                  <c:v>45938</c:v>
                </c:pt>
                <c:pt idx="463">
                  <c:v>45939</c:v>
                </c:pt>
                <c:pt idx="464">
                  <c:v>45940</c:v>
                </c:pt>
                <c:pt idx="465">
                  <c:v>45943</c:v>
                </c:pt>
                <c:pt idx="466">
                  <c:v>45944</c:v>
                </c:pt>
                <c:pt idx="467">
                  <c:v>45945</c:v>
                </c:pt>
                <c:pt idx="468">
                  <c:v>45946</c:v>
                </c:pt>
                <c:pt idx="469">
                  <c:v>45947</c:v>
                </c:pt>
                <c:pt idx="470">
                  <c:v>45950</c:v>
                </c:pt>
                <c:pt idx="471">
                  <c:v>45951</c:v>
                </c:pt>
                <c:pt idx="472">
                  <c:v>45952</c:v>
                </c:pt>
                <c:pt idx="473">
                  <c:v>45953</c:v>
                </c:pt>
                <c:pt idx="474">
                  <c:v>45954</c:v>
                </c:pt>
                <c:pt idx="475">
                  <c:v>45957</c:v>
                </c:pt>
                <c:pt idx="476">
                  <c:v>45958</c:v>
                </c:pt>
                <c:pt idx="477">
                  <c:v>45959</c:v>
                </c:pt>
                <c:pt idx="478">
                  <c:v>45960</c:v>
                </c:pt>
                <c:pt idx="479">
                  <c:v>45961</c:v>
                </c:pt>
                <c:pt idx="480">
                  <c:v>45964</c:v>
                </c:pt>
                <c:pt idx="481">
                  <c:v>45965</c:v>
                </c:pt>
                <c:pt idx="482">
                  <c:v>45966</c:v>
                </c:pt>
                <c:pt idx="483">
                  <c:v>45967</c:v>
                </c:pt>
                <c:pt idx="484">
                  <c:v>45968</c:v>
                </c:pt>
                <c:pt idx="485">
                  <c:v>45971</c:v>
                </c:pt>
                <c:pt idx="486">
                  <c:v>45972</c:v>
                </c:pt>
                <c:pt idx="487">
                  <c:v>45973</c:v>
                </c:pt>
                <c:pt idx="488">
                  <c:v>45974</c:v>
                </c:pt>
                <c:pt idx="489">
                  <c:v>45975</c:v>
                </c:pt>
                <c:pt idx="490">
                  <c:v>45978</c:v>
                </c:pt>
                <c:pt idx="491">
                  <c:v>45979</c:v>
                </c:pt>
                <c:pt idx="492">
                  <c:v>45980</c:v>
                </c:pt>
                <c:pt idx="493">
                  <c:v>45981</c:v>
                </c:pt>
                <c:pt idx="494">
                  <c:v>45982</c:v>
                </c:pt>
                <c:pt idx="495">
                  <c:v>45985</c:v>
                </c:pt>
                <c:pt idx="496">
                  <c:v>45986</c:v>
                </c:pt>
                <c:pt idx="497">
                  <c:v>45987</c:v>
                </c:pt>
                <c:pt idx="498">
                  <c:v>45988</c:v>
                </c:pt>
                <c:pt idx="499">
                  <c:v>45989</c:v>
                </c:pt>
                <c:pt idx="500">
                  <c:v>45992</c:v>
                </c:pt>
                <c:pt idx="501">
                  <c:v>45993</c:v>
                </c:pt>
                <c:pt idx="502">
                  <c:v>45994</c:v>
                </c:pt>
                <c:pt idx="503">
                  <c:v>45995</c:v>
                </c:pt>
                <c:pt idx="504">
                  <c:v>45996</c:v>
                </c:pt>
                <c:pt idx="505">
                  <c:v>45999</c:v>
                </c:pt>
                <c:pt idx="506">
                  <c:v>46000</c:v>
                </c:pt>
                <c:pt idx="507">
                  <c:v>46001</c:v>
                </c:pt>
                <c:pt idx="508">
                  <c:v>46002</c:v>
                </c:pt>
                <c:pt idx="509">
                  <c:v>46003</c:v>
                </c:pt>
                <c:pt idx="510">
                  <c:v>46006</c:v>
                </c:pt>
                <c:pt idx="511">
                  <c:v>46007</c:v>
                </c:pt>
                <c:pt idx="512">
                  <c:v>46008</c:v>
                </c:pt>
                <c:pt idx="513">
                  <c:v>46009</c:v>
                </c:pt>
                <c:pt idx="514">
                  <c:v>46010</c:v>
                </c:pt>
                <c:pt idx="515">
                  <c:v>46013</c:v>
                </c:pt>
                <c:pt idx="516">
                  <c:v>46014</c:v>
                </c:pt>
                <c:pt idx="517">
                  <c:v>46015</c:v>
                </c:pt>
                <c:pt idx="518">
                  <c:v>46016</c:v>
                </c:pt>
                <c:pt idx="519">
                  <c:v>46017</c:v>
                </c:pt>
                <c:pt idx="520">
                  <c:v>46020</c:v>
                </c:pt>
                <c:pt idx="521">
                  <c:v>46021</c:v>
                </c:pt>
                <c:pt idx="522">
                  <c:v>46022</c:v>
                </c:pt>
                <c:pt idx="523">
                  <c:v>46023</c:v>
                </c:pt>
                <c:pt idx="524">
                  <c:v>46024</c:v>
                </c:pt>
                <c:pt idx="525">
                  <c:v>46027</c:v>
                </c:pt>
                <c:pt idx="526">
                  <c:v>46028</c:v>
                </c:pt>
                <c:pt idx="527">
                  <c:v>46029</c:v>
                </c:pt>
                <c:pt idx="528">
                  <c:v>46030</c:v>
                </c:pt>
                <c:pt idx="529">
                  <c:v>46031</c:v>
                </c:pt>
                <c:pt idx="530">
                  <c:v>46034</c:v>
                </c:pt>
                <c:pt idx="531">
                  <c:v>46035</c:v>
                </c:pt>
                <c:pt idx="532">
                  <c:v>46036</c:v>
                </c:pt>
                <c:pt idx="533">
                  <c:v>46037</c:v>
                </c:pt>
                <c:pt idx="534">
                  <c:v>46038</c:v>
                </c:pt>
                <c:pt idx="535">
                  <c:v>46041</c:v>
                </c:pt>
                <c:pt idx="536">
                  <c:v>46042</c:v>
                </c:pt>
                <c:pt idx="537">
                  <c:v>46043</c:v>
                </c:pt>
                <c:pt idx="538">
                  <c:v>46044</c:v>
                </c:pt>
                <c:pt idx="539">
                  <c:v>46045</c:v>
                </c:pt>
                <c:pt idx="540">
                  <c:v>46048</c:v>
                </c:pt>
                <c:pt idx="541">
                  <c:v>46049</c:v>
                </c:pt>
                <c:pt idx="542">
                  <c:v>46050</c:v>
                </c:pt>
                <c:pt idx="543">
                  <c:v>46051</c:v>
                </c:pt>
                <c:pt idx="544">
                  <c:v>46052</c:v>
                </c:pt>
                <c:pt idx="545">
                  <c:v>46055</c:v>
                </c:pt>
                <c:pt idx="546">
                  <c:v>46056</c:v>
                </c:pt>
                <c:pt idx="547">
                  <c:v>46057</c:v>
                </c:pt>
                <c:pt idx="548">
                  <c:v>46058</c:v>
                </c:pt>
                <c:pt idx="549">
                  <c:v>46059</c:v>
                </c:pt>
                <c:pt idx="550">
                  <c:v>46062</c:v>
                </c:pt>
                <c:pt idx="551">
                  <c:v>46063</c:v>
                </c:pt>
                <c:pt idx="552">
                  <c:v>46064</c:v>
                </c:pt>
                <c:pt idx="553">
                  <c:v>46065</c:v>
                </c:pt>
                <c:pt idx="554">
                  <c:v>46066</c:v>
                </c:pt>
                <c:pt idx="555">
                  <c:v>46069</c:v>
                </c:pt>
                <c:pt idx="556">
                  <c:v>46070</c:v>
                </c:pt>
                <c:pt idx="557">
                  <c:v>46071</c:v>
                </c:pt>
                <c:pt idx="558">
                  <c:v>46072</c:v>
                </c:pt>
                <c:pt idx="559">
                  <c:v>46073</c:v>
                </c:pt>
                <c:pt idx="560">
                  <c:v>46076</c:v>
                </c:pt>
                <c:pt idx="561">
                  <c:v>46077</c:v>
                </c:pt>
                <c:pt idx="562">
                  <c:v>46078</c:v>
                </c:pt>
                <c:pt idx="563">
                  <c:v>46079</c:v>
                </c:pt>
                <c:pt idx="564">
                  <c:v>46080</c:v>
                </c:pt>
                <c:pt idx="565">
                  <c:v>46083</c:v>
                </c:pt>
                <c:pt idx="566">
                  <c:v>46084</c:v>
                </c:pt>
                <c:pt idx="567">
                  <c:v>46085</c:v>
                </c:pt>
                <c:pt idx="568">
                  <c:v>46086</c:v>
                </c:pt>
                <c:pt idx="569">
                  <c:v>46087</c:v>
                </c:pt>
                <c:pt idx="570">
                  <c:v>46090</c:v>
                </c:pt>
                <c:pt idx="571">
                  <c:v>46091</c:v>
                </c:pt>
                <c:pt idx="572">
                  <c:v>46092</c:v>
                </c:pt>
                <c:pt idx="573">
                  <c:v>46093</c:v>
                </c:pt>
                <c:pt idx="574">
                  <c:v>46094</c:v>
                </c:pt>
                <c:pt idx="575">
                  <c:v>46097</c:v>
                </c:pt>
                <c:pt idx="576">
                  <c:v>46098</c:v>
                </c:pt>
                <c:pt idx="577">
                  <c:v>46099</c:v>
                </c:pt>
                <c:pt idx="578">
                  <c:v>46100</c:v>
                </c:pt>
                <c:pt idx="579">
                  <c:v>46101</c:v>
                </c:pt>
                <c:pt idx="580">
                  <c:v>46104</c:v>
                </c:pt>
                <c:pt idx="581">
                  <c:v>46105</c:v>
                </c:pt>
                <c:pt idx="582">
                  <c:v>46106</c:v>
                </c:pt>
                <c:pt idx="583">
                  <c:v>46107</c:v>
                </c:pt>
                <c:pt idx="584">
                  <c:v>46108</c:v>
                </c:pt>
                <c:pt idx="585">
                  <c:v>46111</c:v>
                </c:pt>
                <c:pt idx="586">
                  <c:v>46112</c:v>
                </c:pt>
                <c:pt idx="587">
                  <c:v>46113</c:v>
                </c:pt>
                <c:pt idx="588">
                  <c:v>46114</c:v>
                </c:pt>
                <c:pt idx="589">
                  <c:v>46115</c:v>
                </c:pt>
                <c:pt idx="590">
                  <c:v>46118</c:v>
                </c:pt>
                <c:pt idx="591">
                  <c:v>46119</c:v>
                </c:pt>
                <c:pt idx="592">
                  <c:v>46120</c:v>
                </c:pt>
                <c:pt idx="593">
                  <c:v>46121</c:v>
                </c:pt>
                <c:pt idx="594">
                  <c:v>46122</c:v>
                </c:pt>
                <c:pt idx="595">
                  <c:v>46125</c:v>
                </c:pt>
                <c:pt idx="596">
                  <c:v>46126</c:v>
                </c:pt>
                <c:pt idx="597">
                  <c:v>46127</c:v>
                </c:pt>
                <c:pt idx="598">
                  <c:v>46128</c:v>
                </c:pt>
                <c:pt idx="599">
                  <c:v>46129</c:v>
                </c:pt>
                <c:pt idx="600">
                  <c:v>46132</c:v>
                </c:pt>
                <c:pt idx="601">
                  <c:v>46133</c:v>
                </c:pt>
                <c:pt idx="602">
                  <c:v>46134</c:v>
                </c:pt>
                <c:pt idx="603">
                  <c:v>46135</c:v>
                </c:pt>
                <c:pt idx="604">
                  <c:v>46136</c:v>
                </c:pt>
                <c:pt idx="605">
                  <c:v>46139</c:v>
                </c:pt>
                <c:pt idx="606">
                  <c:v>46140</c:v>
                </c:pt>
                <c:pt idx="607">
                  <c:v>46141</c:v>
                </c:pt>
                <c:pt idx="608">
                  <c:v>46142</c:v>
                </c:pt>
                <c:pt idx="609">
                  <c:v>46143</c:v>
                </c:pt>
                <c:pt idx="610">
                  <c:v>46146</c:v>
                </c:pt>
                <c:pt idx="611">
                  <c:v>46147</c:v>
                </c:pt>
                <c:pt idx="612">
                  <c:v>46148</c:v>
                </c:pt>
                <c:pt idx="613">
                  <c:v>46149</c:v>
                </c:pt>
                <c:pt idx="614">
                  <c:v>46150</c:v>
                </c:pt>
                <c:pt idx="615">
                  <c:v>46153</c:v>
                </c:pt>
                <c:pt idx="616">
                  <c:v>46154</c:v>
                </c:pt>
                <c:pt idx="617">
                  <c:v>46155</c:v>
                </c:pt>
                <c:pt idx="618">
                  <c:v>46156</c:v>
                </c:pt>
                <c:pt idx="619">
                  <c:v>46157</c:v>
                </c:pt>
                <c:pt idx="620">
                  <c:v>46160</c:v>
                </c:pt>
                <c:pt idx="621">
                  <c:v>46161</c:v>
                </c:pt>
                <c:pt idx="622">
                  <c:v>46162</c:v>
                </c:pt>
                <c:pt idx="623">
                  <c:v>46163</c:v>
                </c:pt>
                <c:pt idx="624">
                  <c:v>46164</c:v>
                </c:pt>
                <c:pt idx="625">
                  <c:v>46167</c:v>
                </c:pt>
                <c:pt idx="626">
                  <c:v>46168</c:v>
                </c:pt>
                <c:pt idx="627">
                  <c:v>46169</c:v>
                </c:pt>
                <c:pt idx="628">
                  <c:v>46170</c:v>
                </c:pt>
                <c:pt idx="629">
                  <c:v>46171</c:v>
                </c:pt>
                <c:pt idx="630">
                  <c:v>46174</c:v>
                </c:pt>
                <c:pt idx="631">
                  <c:v>46175</c:v>
                </c:pt>
                <c:pt idx="632">
                  <c:v>46176</c:v>
                </c:pt>
                <c:pt idx="633">
                  <c:v>46177</c:v>
                </c:pt>
                <c:pt idx="634">
                  <c:v>46178</c:v>
                </c:pt>
              </c:numCache>
            </c:numRef>
          </c:cat>
          <c:val>
            <c:numRef>
              <c:f>'2026企业融资成本 PE'!$N$2:$N$636</c:f>
              <c:numCache>
                <c:formatCode>0.00</c:formatCode>
                <c:ptCount val="635"/>
                <c:pt idx="0">
                  <c:v>12.45</c:v>
                </c:pt>
                <c:pt idx="1">
                  <c:v>13.2</c:v>
                </c:pt>
                <c:pt idx="2">
                  <c:v>14.04</c:v>
                </c:pt>
                <c:pt idx="3">
                  <c:v>14.13</c:v>
                </c:pt>
                <c:pt idx="4">
                  <c:v>13.35</c:v>
                </c:pt>
                <c:pt idx="5">
                  <c:v>13.08</c:v>
                </c:pt>
                <c:pt idx="6">
                  <c:v>12.76</c:v>
                </c:pt>
                <c:pt idx="7">
                  <c:v>12.69</c:v>
                </c:pt>
                <c:pt idx="8">
                  <c:v>12.44</c:v>
                </c:pt>
                <c:pt idx="9">
                  <c:v>12.7</c:v>
                </c:pt>
                <c:pt idx="10">
                  <c:v>13.25</c:v>
                </c:pt>
                <c:pt idx="11">
                  <c:v>13.84</c:v>
                </c:pt>
                <c:pt idx="12">
                  <c:v>14.79</c:v>
                </c:pt>
                <c:pt idx="13">
                  <c:v>14.13</c:v>
                </c:pt>
                <c:pt idx="14">
                  <c:v>13.3</c:v>
                </c:pt>
                <c:pt idx="15">
                  <c:v>13.19</c:v>
                </c:pt>
                <c:pt idx="16">
                  <c:v>12.55</c:v>
                </c:pt>
                <c:pt idx="17">
                  <c:v>13.14</c:v>
                </c:pt>
                <c:pt idx="18">
                  <c:v>13.45</c:v>
                </c:pt>
                <c:pt idx="19">
                  <c:v>13.26</c:v>
                </c:pt>
                <c:pt idx="20">
                  <c:v>13.6</c:v>
                </c:pt>
                <c:pt idx="21">
                  <c:v>13.31</c:v>
                </c:pt>
                <c:pt idx="22">
                  <c:v>14.35</c:v>
                </c:pt>
                <c:pt idx="23">
                  <c:v>13.88</c:v>
                </c:pt>
                <c:pt idx="24">
                  <c:v>13.85</c:v>
                </c:pt>
                <c:pt idx="25">
                  <c:v>13.67</c:v>
                </c:pt>
                <c:pt idx="26">
                  <c:v>13.06</c:v>
                </c:pt>
                <c:pt idx="27">
                  <c:v>12.83</c:v>
                </c:pt>
                <c:pt idx="28">
                  <c:v>12.79</c:v>
                </c:pt>
                <c:pt idx="29">
                  <c:v>12.93</c:v>
                </c:pt>
                <c:pt idx="30">
                  <c:v>13.93</c:v>
                </c:pt>
                <c:pt idx="31">
                  <c:v>15.85</c:v>
                </c:pt>
                <c:pt idx="32">
                  <c:v>14.38</c:v>
                </c:pt>
                <c:pt idx="33">
                  <c:v>14.01</c:v>
                </c:pt>
                <c:pt idx="34">
                  <c:v>14.24</c:v>
                </c:pt>
                <c:pt idx="35">
                  <c:v>14.71</c:v>
                </c:pt>
                <c:pt idx="36">
                  <c:v>15.42</c:v>
                </c:pt>
                <c:pt idx="37">
                  <c:v>15.34</c:v>
                </c:pt>
                <c:pt idx="38">
                  <c:v>14.54</c:v>
                </c:pt>
                <c:pt idx="39">
                  <c:v>13.75</c:v>
                </c:pt>
                <c:pt idx="40">
                  <c:v>13.74</c:v>
                </c:pt>
                <c:pt idx="41">
                  <c:v>13.43</c:v>
                </c:pt>
                <c:pt idx="42">
                  <c:v>13.84</c:v>
                </c:pt>
                <c:pt idx="43">
                  <c:v>13.4</c:v>
                </c:pt>
                <c:pt idx="44">
                  <c:v>13.11</c:v>
                </c:pt>
                <c:pt idx="45">
                  <c:v>13.49</c:v>
                </c:pt>
                <c:pt idx="46">
                  <c:v>14.46</c:v>
                </c:pt>
                <c:pt idx="47">
                  <c:v>14.5</c:v>
                </c:pt>
                <c:pt idx="48">
                  <c:v>14.44</c:v>
                </c:pt>
                <c:pt idx="49">
                  <c:v>14.74</c:v>
                </c:pt>
                <c:pt idx="50">
                  <c:v>15.22</c:v>
                </c:pt>
                <c:pt idx="51">
                  <c:v>13.84</c:v>
                </c:pt>
                <c:pt idx="52">
                  <c:v>13.75</c:v>
                </c:pt>
                <c:pt idx="53">
                  <c:v>14.4</c:v>
                </c:pt>
                <c:pt idx="54">
                  <c:v>14.41</c:v>
                </c:pt>
                <c:pt idx="55">
                  <c:v>14.33</c:v>
                </c:pt>
                <c:pt idx="56">
                  <c:v>13.82</c:v>
                </c:pt>
                <c:pt idx="57">
                  <c:v>13.04</c:v>
                </c:pt>
                <c:pt idx="58">
                  <c:v>12.92</c:v>
                </c:pt>
                <c:pt idx="59">
                  <c:v>13.06</c:v>
                </c:pt>
                <c:pt idx="60">
                  <c:v>13.19</c:v>
                </c:pt>
                <c:pt idx="61">
                  <c:v>13.24</c:v>
                </c:pt>
                <c:pt idx="62">
                  <c:v>12.78</c:v>
                </c:pt>
                <c:pt idx="63">
                  <c:v>13.01</c:v>
                </c:pt>
                <c:pt idx="64">
                  <c:v>13.01</c:v>
                </c:pt>
                <c:pt idx="65">
                  <c:v>13.65</c:v>
                </c:pt>
                <c:pt idx="66">
                  <c:v>14.61</c:v>
                </c:pt>
                <c:pt idx="67">
                  <c:v>14.33</c:v>
                </c:pt>
                <c:pt idx="68">
                  <c:v>16.350000000000001</c:v>
                </c:pt>
                <c:pt idx="69">
                  <c:v>16.03</c:v>
                </c:pt>
                <c:pt idx="70">
                  <c:v>15.19</c:v>
                </c:pt>
                <c:pt idx="71">
                  <c:v>14.98</c:v>
                </c:pt>
                <c:pt idx="72">
                  <c:v>15.8</c:v>
                </c:pt>
                <c:pt idx="73">
                  <c:v>14.91</c:v>
                </c:pt>
                <c:pt idx="74">
                  <c:v>17.309999999999999</c:v>
                </c:pt>
                <c:pt idx="75">
                  <c:v>19.23</c:v>
                </c:pt>
                <c:pt idx="76">
                  <c:v>18.399999999999999</c:v>
                </c:pt>
                <c:pt idx="77">
                  <c:v>18.21</c:v>
                </c:pt>
                <c:pt idx="78">
                  <c:v>18</c:v>
                </c:pt>
                <c:pt idx="79">
                  <c:v>18.71</c:v>
                </c:pt>
                <c:pt idx="80">
                  <c:v>16.940000000000001</c:v>
                </c:pt>
                <c:pt idx="81">
                  <c:v>15.69</c:v>
                </c:pt>
                <c:pt idx="82">
                  <c:v>15.97</c:v>
                </c:pt>
                <c:pt idx="83">
                  <c:v>15.37</c:v>
                </c:pt>
                <c:pt idx="84">
                  <c:v>15.03</c:v>
                </c:pt>
                <c:pt idx="85">
                  <c:v>14.67</c:v>
                </c:pt>
                <c:pt idx="86">
                  <c:v>15.65</c:v>
                </c:pt>
                <c:pt idx="87">
                  <c:v>15.39</c:v>
                </c:pt>
                <c:pt idx="88">
                  <c:v>14.68</c:v>
                </c:pt>
                <c:pt idx="89">
                  <c:v>13.49</c:v>
                </c:pt>
                <c:pt idx="90">
                  <c:v>13.49</c:v>
                </c:pt>
                <c:pt idx="91">
                  <c:v>13.23</c:v>
                </c:pt>
                <c:pt idx="92">
                  <c:v>13</c:v>
                </c:pt>
                <c:pt idx="93">
                  <c:v>12.69</c:v>
                </c:pt>
                <c:pt idx="94">
                  <c:v>12.55</c:v>
                </c:pt>
                <c:pt idx="95">
                  <c:v>13.6</c:v>
                </c:pt>
                <c:pt idx="96">
                  <c:v>13.42</c:v>
                </c:pt>
                <c:pt idx="97">
                  <c:v>12.45</c:v>
                </c:pt>
                <c:pt idx="98">
                  <c:v>12.42</c:v>
                </c:pt>
                <c:pt idx="99">
                  <c:v>11.99</c:v>
                </c:pt>
                <c:pt idx="100">
                  <c:v>12.15</c:v>
                </c:pt>
                <c:pt idx="101">
                  <c:v>11.86</c:v>
                </c:pt>
                <c:pt idx="102">
                  <c:v>12.29</c:v>
                </c:pt>
                <c:pt idx="103">
                  <c:v>12.77</c:v>
                </c:pt>
                <c:pt idx="104">
                  <c:v>11.93</c:v>
                </c:pt>
                <c:pt idx="105">
                  <c:v>12.36</c:v>
                </c:pt>
                <c:pt idx="106">
                  <c:v>12.92</c:v>
                </c:pt>
                <c:pt idx="107">
                  <c:v>14.28</c:v>
                </c:pt>
                <c:pt idx="108">
                  <c:v>14.47</c:v>
                </c:pt>
                <c:pt idx="109">
                  <c:v>12.92</c:v>
                </c:pt>
                <c:pt idx="110">
                  <c:v>13.11</c:v>
                </c:pt>
                <c:pt idx="111">
                  <c:v>13.16</c:v>
                </c:pt>
                <c:pt idx="112">
                  <c:v>12.63</c:v>
                </c:pt>
                <c:pt idx="113">
                  <c:v>12.58</c:v>
                </c:pt>
                <c:pt idx="114">
                  <c:v>12.22</c:v>
                </c:pt>
                <c:pt idx="115">
                  <c:v>12.74</c:v>
                </c:pt>
                <c:pt idx="116">
                  <c:v>12.85</c:v>
                </c:pt>
                <c:pt idx="117">
                  <c:v>12.04</c:v>
                </c:pt>
                <c:pt idx="118">
                  <c:v>11.94</c:v>
                </c:pt>
                <c:pt idx="119">
                  <c:v>12.66</c:v>
                </c:pt>
                <c:pt idx="120">
                  <c:v>12.75</c:v>
                </c:pt>
                <c:pt idx="121">
                  <c:v>12.3</c:v>
                </c:pt>
                <c:pt idx="122">
                  <c:v>12.48</c:v>
                </c:pt>
                <c:pt idx="123">
                  <c:v>13.28</c:v>
                </c:pt>
                <c:pt idx="124">
                  <c:v>13.2</c:v>
                </c:pt>
                <c:pt idx="125">
                  <c:v>13.33</c:v>
                </c:pt>
                <c:pt idx="126">
                  <c:v>12.84</c:v>
                </c:pt>
                <c:pt idx="127">
                  <c:v>12.55</c:v>
                </c:pt>
                <c:pt idx="128">
                  <c:v>12.24</c:v>
                </c:pt>
                <c:pt idx="129">
                  <c:v>12.44</c:v>
                </c:pt>
                <c:pt idx="130">
                  <c:v>12.22</c:v>
                </c:pt>
                <c:pt idx="131">
                  <c:v>12.03</c:v>
                </c:pt>
                <c:pt idx="132">
                  <c:v>12.09</c:v>
                </c:pt>
                <c:pt idx="133">
                  <c:v>12.26</c:v>
                </c:pt>
                <c:pt idx="134">
                  <c:v>12.48</c:v>
                </c:pt>
                <c:pt idx="135">
                  <c:v>12.37</c:v>
                </c:pt>
                <c:pt idx="136">
                  <c:v>12.51</c:v>
                </c:pt>
                <c:pt idx="137">
                  <c:v>12.85</c:v>
                </c:pt>
                <c:pt idx="138">
                  <c:v>12.92</c:v>
                </c:pt>
                <c:pt idx="139">
                  <c:v>12.46</c:v>
                </c:pt>
                <c:pt idx="140">
                  <c:v>13.12</c:v>
                </c:pt>
                <c:pt idx="141">
                  <c:v>13.19</c:v>
                </c:pt>
                <c:pt idx="142">
                  <c:v>14.48</c:v>
                </c:pt>
                <c:pt idx="143">
                  <c:v>15.93</c:v>
                </c:pt>
                <c:pt idx="144">
                  <c:v>16.52</c:v>
                </c:pt>
                <c:pt idx="145">
                  <c:v>14.91</c:v>
                </c:pt>
                <c:pt idx="146">
                  <c:v>14.72</c:v>
                </c:pt>
                <c:pt idx="147">
                  <c:v>18.04</c:v>
                </c:pt>
                <c:pt idx="148">
                  <c:v>18.46</c:v>
                </c:pt>
                <c:pt idx="149">
                  <c:v>16.39</c:v>
                </c:pt>
                <c:pt idx="150">
                  <c:v>16.600000000000001</c:v>
                </c:pt>
                <c:pt idx="151">
                  <c:v>17.690000000000001</c:v>
                </c:pt>
                <c:pt idx="152">
                  <c:v>16.36</c:v>
                </c:pt>
                <c:pt idx="153">
                  <c:v>18.59</c:v>
                </c:pt>
                <c:pt idx="154">
                  <c:v>23.39</c:v>
                </c:pt>
                <c:pt idx="155">
                  <c:v>38.57</c:v>
                </c:pt>
                <c:pt idx="156">
                  <c:v>27.71</c:v>
                </c:pt>
                <c:pt idx="157">
                  <c:v>27.85</c:v>
                </c:pt>
                <c:pt idx="158">
                  <c:v>23.79</c:v>
                </c:pt>
                <c:pt idx="159">
                  <c:v>20.37</c:v>
                </c:pt>
                <c:pt idx="160">
                  <c:v>20.71</c:v>
                </c:pt>
                <c:pt idx="161">
                  <c:v>18.12</c:v>
                </c:pt>
                <c:pt idx="162">
                  <c:v>16.190000000000001</c:v>
                </c:pt>
                <c:pt idx="163">
                  <c:v>15.23</c:v>
                </c:pt>
                <c:pt idx="164">
                  <c:v>14.8</c:v>
                </c:pt>
                <c:pt idx="165">
                  <c:v>14.65</c:v>
                </c:pt>
                <c:pt idx="166">
                  <c:v>15.88</c:v>
                </c:pt>
                <c:pt idx="167">
                  <c:v>16.27</c:v>
                </c:pt>
                <c:pt idx="168">
                  <c:v>17.55</c:v>
                </c:pt>
                <c:pt idx="169">
                  <c:v>15.86</c:v>
                </c:pt>
                <c:pt idx="170">
                  <c:v>16.149999999999999</c:v>
                </c:pt>
                <c:pt idx="171">
                  <c:v>15.43</c:v>
                </c:pt>
                <c:pt idx="172">
                  <c:v>17.11</c:v>
                </c:pt>
                <c:pt idx="173">
                  <c:v>15.65</c:v>
                </c:pt>
                <c:pt idx="174">
                  <c:v>15</c:v>
                </c:pt>
                <c:pt idx="175">
                  <c:v>15.55</c:v>
                </c:pt>
                <c:pt idx="176">
                  <c:v>20.72</c:v>
                </c:pt>
                <c:pt idx="177">
                  <c:v>21.32</c:v>
                </c:pt>
                <c:pt idx="178">
                  <c:v>19.899999999999999</c:v>
                </c:pt>
                <c:pt idx="179">
                  <c:v>22.38</c:v>
                </c:pt>
                <c:pt idx="180">
                  <c:v>19.45</c:v>
                </c:pt>
                <c:pt idx="181">
                  <c:v>19.079999999999998</c:v>
                </c:pt>
                <c:pt idx="182">
                  <c:v>17.690000000000001</c:v>
                </c:pt>
                <c:pt idx="183">
                  <c:v>17.07</c:v>
                </c:pt>
                <c:pt idx="184">
                  <c:v>16.559999999999999</c:v>
                </c:pt>
                <c:pt idx="185">
                  <c:v>17.14</c:v>
                </c:pt>
                <c:pt idx="186">
                  <c:v>17.61</c:v>
                </c:pt>
                <c:pt idx="187">
                  <c:v>18.23</c:v>
                </c:pt>
                <c:pt idx="188">
                  <c:v>16.329999999999998</c:v>
                </c:pt>
                <c:pt idx="189">
                  <c:v>16.149999999999999</c:v>
                </c:pt>
                <c:pt idx="190">
                  <c:v>15.89</c:v>
                </c:pt>
                <c:pt idx="191">
                  <c:v>15.39</c:v>
                </c:pt>
                <c:pt idx="192">
                  <c:v>15.41</c:v>
                </c:pt>
                <c:pt idx="193">
                  <c:v>15.37</c:v>
                </c:pt>
                <c:pt idx="194">
                  <c:v>16.96</c:v>
                </c:pt>
                <c:pt idx="195">
                  <c:v>16.73</c:v>
                </c:pt>
                <c:pt idx="196">
                  <c:v>19.260000000000002</c:v>
                </c:pt>
                <c:pt idx="197">
                  <c:v>18.899999999999999</c:v>
                </c:pt>
                <c:pt idx="198">
                  <c:v>20.49</c:v>
                </c:pt>
                <c:pt idx="199">
                  <c:v>19.21</c:v>
                </c:pt>
                <c:pt idx="200">
                  <c:v>22.64</c:v>
                </c:pt>
                <c:pt idx="201">
                  <c:v>21.42</c:v>
                </c:pt>
                <c:pt idx="202">
                  <c:v>20.86</c:v>
                </c:pt>
                <c:pt idx="203">
                  <c:v>20.93</c:v>
                </c:pt>
                <c:pt idx="204">
                  <c:v>20.46</c:v>
                </c:pt>
                <c:pt idx="205">
                  <c:v>19.7</c:v>
                </c:pt>
                <c:pt idx="206">
                  <c:v>20.64</c:v>
                </c:pt>
                <c:pt idx="207">
                  <c:v>19.579999999999998</c:v>
                </c:pt>
                <c:pt idx="208">
                  <c:v>19.11</c:v>
                </c:pt>
                <c:pt idx="209">
                  <c:v>18.03</c:v>
                </c:pt>
                <c:pt idx="210">
                  <c:v>18.37</c:v>
                </c:pt>
                <c:pt idx="211">
                  <c:v>18.2</c:v>
                </c:pt>
                <c:pt idx="212">
                  <c:v>19.239999999999998</c:v>
                </c:pt>
                <c:pt idx="213">
                  <c:v>19.079999999999998</c:v>
                </c:pt>
                <c:pt idx="214">
                  <c:v>20.329999999999998</c:v>
                </c:pt>
                <c:pt idx="215">
                  <c:v>19.8</c:v>
                </c:pt>
                <c:pt idx="216">
                  <c:v>19.34</c:v>
                </c:pt>
                <c:pt idx="217">
                  <c:v>20.350000000000001</c:v>
                </c:pt>
                <c:pt idx="218">
                  <c:v>23.16</c:v>
                </c:pt>
                <c:pt idx="219">
                  <c:v>21.88</c:v>
                </c:pt>
                <c:pt idx="220">
                  <c:v>21.98</c:v>
                </c:pt>
                <c:pt idx="221">
                  <c:v>20.49</c:v>
                </c:pt>
                <c:pt idx="222">
                  <c:v>16.27</c:v>
                </c:pt>
                <c:pt idx="223">
                  <c:v>15.2</c:v>
                </c:pt>
                <c:pt idx="224">
                  <c:v>14.94</c:v>
                </c:pt>
                <c:pt idx="225">
                  <c:v>14.97</c:v>
                </c:pt>
                <c:pt idx="226">
                  <c:v>14.71</c:v>
                </c:pt>
                <c:pt idx="227">
                  <c:v>14.02</c:v>
                </c:pt>
                <c:pt idx="228">
                  <c:v>14.31</c:v>
                </c:pt>
                <c:pt idx="229">
                  <c:v>16.14</c:v>
                </c:pt>
                <c:pt idx="230">
                  <c:v>15.58</c:v>
                </c:pt>
                <c:pt idx="231">
                  <c:v>16.350000000000001</c:v>
                </c:pt>
                <c:pt idx="232">
                  <c:v>17.16</c:v>
                </c:pt>
                <c:pt idx="233">
                  <c:v>16.87</c:v>
                </c:pt>
                <c:pt idx="234">
                  <c:v>15.24</c:v>
                </c:pt>
                <c:pt idx="235">
                  <c:v>14.6</c:v>
                </c:pt>
                <c:pt idx="236">
                  <c:v>14.1</c:v>
                </c:pt>
                <c:pt idx="237">
                  <c:v>14.1</c:v>
                </c:pt>
                <c:pt idx="238">
                  <c:v>13.9</c:v>
                </c:pt>
                <c:pt idx="239">
                  <c:v>13.51</c:v>
                </c:pt>
                <c:pt idx="240">
                  <c:v>13.34</c:v>
                </c:pt>
                <c:pt idx="241">
                  <c:v>13.3</c:v>
                </c:pt>
                <c:pt idx="242">
                  <c:v>13.45</c:v>
                </c:pt>
                <c:pt idx="243">
                  <c:v>13.54</c:v>
                </c:pt>
                <c:pt idx="244">
                  <c:v>12.77</c:v>
                </c:pt>
                <c:pt idx="245">
                  <c:v>14.19</c:v>
                </c:pt>
                <c:pt idx="246">
                  <c:v>14.18</c:v>
                </c:pt>
                <c:pt idx="247">
                  <c:v>13.58</c:v>
                </c:pt>
                <c:pt idx="248">
                  <c:v>13.92</c:v>
                </c:pt>
                <c:pt idx="249">
                  <c:v>13.81</c:v>
                </c:pt>
                <c:pt idx="250">
                  <c:v>14.69</c:v>
                </c:pt>
                <c:pt idx="251">
                  <c:v>15.87</c:v>
                </c:pt>
                <c:pt idx="252">
                  <c:v>27.62</c:v>
                </c:pt>
                <c:pt idx="253">
                  <c:v>24.09</c:v>
                </c:pt>
                <c:pt idx="254">
                  <c:v>18.36</c:v>
                </c:pt>
                <c:pt idx="255">
                  <c:v>16.78</c:v>
                </c:pt>
                <c:pt idx="256">
                  <c:v>14.27</c:v>
                </c:pt>
                <c:pt idx="257">
                  <c:v>14.27</c:v>
                </c:pt>
                <c:pt idx="258">
                  <c:v>14.73</c:v>
                </c:pt>
                <c:pt idx="259">
                  <c:v>15.95</c:v>
                </c:pt>
                <c:pt idx="260">
                  <c:v>17.399999999999999</c:v>
                </c:pt>
                <c:pt idx="261">
                  <c:v>17.350000000000001</c:v>
                </c:pt>
                <c:pt idx="262">
                  <c:v>17.350000000000001</c:v>
                </c:pt>
                <c:pt idx="263">
                  <c:v>17.93</c:v>
                </c:pt>
                <c:pt idx="264">
                  <c:v>16.13</c:v>
                </c:pt>
                <c:pt idx="265">
                  <c:v>16.04</c:v>
                </c:pt>
                <c:pt idx="266">
                  <c:v>17.82</c:v>
                </c:pt>
                <c:pt idx="267">
                  <c:v>17.7</c:v>
                </c:pt>
                <c:pt idx="268">
                  <c:v>18.07</c:v>
                </c:pt>
                <c:pt idx="269">
                  <c:v>19.54</c:v>
                </c:pt>
                <c:pt idx="270">
                  <c:v>19.190000000000001</c:v>
                </c:pt>
                <c:pt idx="271">
                  <c:v>18.71</c:v>
                </c:pt>
                <c:pt idx="272">
                  <c:v>16.12</c:v>
                </c:pt>
                <c:pt idx="273">
                  <c:v>16.600000000000001</c:v>
                </c:pt>
                <c:pt idx="274">
                  <c:v>15.97</c:v>
                </c:pt>
                <c:pt idx="275">
                  <c:v>15.81</c:v>
                </c:pt>
                <c:pt idx="276">
                  <c:v>15.06</c:v>
                </c:pt>
                <c:pt idx="277">
                  <c:v>15.1</c:v>
                </c:pt>
                <c:pt idx="278">
                  <c:v>15.02</c:v>
                </c:pt>
                <c:pt idx="279">
                  <c:v>14.85</c:v>
                </c:pt>
                <c:pt idx="280">
                  <c:v>17.899999999999999</c:v>
                </c:pt>
                <c:pt idx="281">
                  <c:v>16.41</c:v>
                </c:pt>
                <c:pt idx="282">
                  <c:v>16.559999999999999</c:v>
                </c:pt>
                <c:pt idx="283">
                  <c:v>15.84</c:v>
                </c:pt>
                <c:pt idx="284">
                  <c:v>16.43</c:v>
                </c:pt>
                <c:pt idx="285">
                  <c:v>18.62</c:v>
                </c:pt>
                <c:pt idx="286">
                  <c:v>17.21</c:v>
                </c:pt>
                <c:pt idx="287">
                  <c:v>15.77</c:v>
                </c:pt>
                <c:pt idx="288">
                  <c:v>15.5</c:v>
                </c:pt>
                <c:pt idx="289">
                  <c:v>16.54</c:v>
                </c:pt>
                <c:pt idx="290">
                  <c:v>15.81</c:v>
                </c:pt>
                <c:pt idx="291">
                  <c:v>16.02</c:v>
                </c:pt>
                <c:pt idx="292">
                  <c:v>15.89</c:v>
                </c:pt>
                <c:pt idx="293">
                  <c:v>15.1</c:v>
                </c:pt>
                <c:pt idx="294">
                  <c:v>14.77</c:v>
                </c:pt>
                <c:pt idx="295">
                  <c:v>15.37</c:v>
                </c:pt>
                <c:pt idx="296">
                  <c:v>15.35</c:v>
                </c:pt>
                <c:pt idx="297">
                  <c:v>15.27</c:v>
                </c:pt>
                <c:pt idx="298">
                  <c:v>15.66</c:v>
                </c:pt>
                <c:pt idx="299">
                  <c:v>18.21</c:v>
                </c:pt>
                <c:pt idx="300">
                  <c:v>18.98</c:v>
                </c:pt>
                <c:pt idx="301">
                  <c:v>19.43</c:v>
                </c:pt>
                <c:pt idx="302">
                  <c:v>19.100000000000001</c:v>
                </c:pt>
                <c:pt idx="303">
                  <c:v>21.13</c:v>
                </c:pt>
                <c:pt idx="304">
                  <c:v>19.63</c:v>
                </c:pt>
                <c:pt idx="305">
                  <c:v>22.78</c:v>
                </c:pt>
                <c:pt idx="306">
                  <c:v>23.51</c:v>
                </c:pt>
                <c:pt idx="307">
                  <c:v>21.93</c:v>
                </c:pt>
                <c:pt idx="308">
                  <c:v>24.87</c:v>
                </c:pt>
                <c:pt idx="309">
                  <c:v>23.37</c:v>
                </c:pt>
                <c:pt idx="310">
                  <c:v>27.86</c:v>
                </c:pt>
                <c:pt idx="311">
                  <c:v>26.92</c:v>
                </c:pt>
                <c:pt idx="312">
                  <c:v>24.23</c:v>
                </c:pt>
                <c:pt idx="313">
                  <c:v>24.66</c:v>
                </c:pt>
                <c:pt idx="314">
                  <c:v>21.77</c:v>
                </c:pt>
                <c:pt idx="315">
                  <c:v>20.51</c:v>
                </c:pt>
                <c:pt idx="316">
                  <c:v>21.7</c:v>
                </c:pt>
                <c:pt idx="317">
                  <c:v>19.899999999999999</c:v>
                </c:pt>
                <c:pt idx="318">
                  <c:v>19.8</c:v>
                </c:pt>
                <c:pt idx="319">
                  <c:v>19.28</c:v>
                </c:pt>
                <c:pt idx="320">
                  <c:v>17.48</c:v>
                </c:pt>
                <c:pt idx="321">
                  <c:v>17.149999999999999</c:v>
                </c:pt>
                <c:pt idx="322">
                  <c:v>18.329999999999998</c:v>
                </c:pt>
                <c:pt idx="323">
                  <c:v>18.690000000000001</c:v>
                </c:pt>
                <c:pt idx="324">
                  <c:v>21.65</c:v>
                </c:pt>
                <c:pt idx="325">
                  <c:v>22.28</c:v>
                </c:pt>
                <c:pt idx="326">
                  <c:v>21.77</c:v>
                </c:pt>
                <c:pt idx="327">
                  <c:v>21.51</c:v>
                </c:pt>
                <c:pt idx="328">
                  <c:v>30.02</c:v>
                </c:pt>
                <c:pt idx="329">
                  <c:v>45.31</c:v>
                </c:pt>
                <c:pt idx="330">
                  <c:v>46.98</c:v>
                </c:pt>
                <c:pt idx="331">
                  <c:v>52.33</c:v>
                </c:pt>
                <c:pt idx="332">
                  <c:v>33.619999999999997</c:v>
                </c:pt>
                <c:pt idx="333">
                  <c:v>40.72</c:v>
                </c:pt>
                <c:pt idx="334">
                  <c:v>37.56</c:v>
                </c:pt>
                <c:pt idx="335">
                  <c:v>30.89</c:v>
                </c:pt>
                <c:pt idx="336">
                  <c:v>30.12</c:v>
                </c:pt>
                <c:pt idx="337">
                  <c:v>32.64</c:v>
                </c:pt>
                <c:pt idx="338">
                  <c:v>29.65</c:v>
                </c:pt>
                <c:pt idx="339">
                  <c:v>29.65</c:v>
                </c:pt>
                <c:pt idx="340">
                  <c:v>33.82</c:v>
                </c:pt>
                <c:pt idx="341">
                  <c:v>30.57</c:v>
                </c:pt>
                <c:pt idx="342">
                  <c:v>28.45</c:v>
                </c:pt>
                <c:pt idx="343">
                  <c:v>26.47</c:v>
                </c:pt>
                <c:pt idx="344">
                  <c:v>24.84</c:v>
                </c:pt>
                <c:pt idx="345">
                  <c:v>25.15</c:v>
                </c:pt>
                <c:pt idx="346">
                  <c:v>24.17</c:v>
                </c:pt>
                <c:pt idx="347">
                  <c:v>24.7</c:v>
                </c:pt>
                <c:pt idx="348">
                  <c:v>24.6</c:v>
                </c:pt>
                <c:pt idx="349">
                  <c:v>22.68</c:v>
                </c:pt>
                <c:pt idx="350">
                  <c:v>23.64</c:v>
                </c:pt>
                <c:pt idx="351">
                  <c:v>24.76</c:v>
                </c:pt>
                <c:pt idx="352">
                  <c:v>23.55</c:v>
                </c:pt>
                <c:pt idx="353">
                  <c:v>22.48</c:v>
                </c:pt>
                <c:pt idx="354">
                  <c:v>21.9</c:v>
                </c:pt>
                <c:pt idx="355">
                  <c:v>18.39</c:v>
                </c:pt>
                <c:pt idx="356">
                  <c:v>18.22</c:v>
                </c:pt>
                <c:pt idx="357">
                  <c:v>18.62</c:v>
                </c:pt>
                <c:pt idx="358">
                  <c:v>17.829999999999998</c:v>
                </c:pt>
                <c:pt idx="359">
                  <c:v>17.239999999999998</c:v>
                </c:pt>
                <c:pt idx="360">
                  <c:v>18.14</c:v>
                </c:pt>
                <c:pt idx="361">
                  <c:v>18.09</c:v>
                </c:pt>
                <c:pt idx="362">
                  <c:v>20.87</c:v>
                </c:pt>
                <c:pt idx="363">
                  <c:v>20.28</c:v>
                </c:pt>
                <c:pt idx="364">
                  <c:v>22.29</c:v>
                </c:pt>
                <c:pt idx="365">
                  <c:v>20.57</c:v>
                </c:pt>
                <c:pt idx="366">
                  <c:v>18.96</c:v>
                </c:pt>
                <c:pt idx="367">
                  <c:v>19.309999999999999</c:v>
                </c:pt>
                <c:pt idx="368">
                  <c:v>19.18</c:v>
                </c:pt>
                <c:pt idx="369">
                  <c:v>18.57</c:v>
                </c:pt>
                <c:pt idx="370">
                  <c:v>18.36</c:v>
                </c:pt>
                <c:pt idx="371">
                  <c:v>17.690000000000001</c:v>
                </c:pt>
                <c:pt idx="372">
                  <c:v>17.61</c:v>
                </c:pt>
                <c:pt idx="373">
                  <c:v>18.48</c:v>
                </c:pt>
                <c:pt idx="374">
                  <c:v>16.77</c:v>
                </c:pt>
                <c:pt idx="375">
                  <c:v>17.16</c:v>
                </c:pt>
                <c:pt idx="376">
                  <c:v>16.95</c:v>
                </c:pt>
                <c:pt idx="377">
                  <c:v>17.260000000000002</c:v>
                </c:pt>
                <c:pt idx="378">
                  <c:v>18.02</c:v>
                </c:pt>
                <c:pt idx="379">
                  <c:v>20.82</c:v>
                </c:pt>
                <c:pt idx="380">
                  <c:v>19.11</c:v>
                </c:pt>
                <c:pt idx="381">
                  <c:v>21.6</c:v>
                </c:pt>
                <c:pt idx="382">
                  <c:v>20.14</c:v>
                </c:pt>
                <c:pt idx="383">
                  <c:v>22.17</c:v>
                </c:pt>
                <c:pt idx="384">
                  <c:v>20.62</c:v>
                </c:pt>
                <c:pt idx="385">
                  <c:v>19.829999999999998</c:v>
                </c:pt>
                <c:pt idx="386">
                  <c:v>17.48</c:v>
                </c:pt>
                <c:pt idx="387">
                  <c:v>16.760000000000002</c:v>
                </c:pt>
                <c:pt idx="388">
                  <c:v>16.59</c:v>
                </c:pt>
                <c:pt idx="389">
                  <c:v>16.32</c:v>
                </c:pt>
                <c:pt idx="390">
                  <c:v>16.73</c:v>
                </c:pt>
                <c:pt idx="391">
                  <c:v>16.829999999999998</c:v>
                </c:pt>
                <c:pt idx="392">
                  <c:v>16.64</c:v>
                </c:pt>
                <c:pt idx="393">
                  <c:v>16.38</c:v>
                </c:pt>
                <c:pt idx="394">
                  <c:v>17.48</c:v>
                </c:pt>
                <c:pt idx="395">
                  <c:v>17.79</c:v>
                </c:pt>
                <c:pt idx="396">
                  <c:v>16.809999999999999</c:v>
                </c:pt>
                <c:pt idx="397">
                  <c:v>15.94</c:v>
                </c:pt>
                <c:pt idx="398">
                  <c:v>15.78</c:v>
                </c:pt>
                <c:pt idx="399">
                  <c:v>16.399999999999999</c:v>
                </c:pt>
                <c:pt idx="400">
                  <c:v>17.2</c:v>
                </c:pt>
                <c:pt idx="401">
                  <c:v>17.38</c:v>
                </c:pt>
                <c:pt idx="402">
                  <c:v>17.16</c:v>
                </c:pt>
                <c:pt idx="403">
                  <c:v>16.52</c:v>
                </c:pt>
                <c:pt idx="404">
                  <c:v>16.41</c:v>
                </c:pt>
                <c:pt idx="405">
                  <c:v>16.649999999999999</c:v>
                </c:pt>
                <c:pt idx="406">
                  <c:v>16.5</c:v>
                </c:pt>
                <c:pt idx="407">
                  <c:v>15.37</c:v>
                </c:pt>
                <c:pt idx="408">
                  <c:v>15.39</c:v>
                </c:pt>
                <c:pt idx="409">
                  <c:v>14.93</c:v>
                </c:pt>
                <c:pt idx="410">
                  <c:v>15.03</c:v>
                </c:pt>
                <c:pt idx="411">
                  <c:v>15.98</c:v>
                </c:pt>
                <c:pt idx="412">
                  <c:v>15.48</c:v>
                </c:pt>
                <c:pt idx="413">
                  <c:v>16.72</c:v>
                </c:pt>
                <c:pt idx="414">
                  <c:v>20.38</c:v>
                </c:pt>
                <c:pt idx="415">
                  <c:v>17.52</c:v>
                </c:pt>
                <c:pt idx="416">
                  <c:v>17.850000000000001</c:v>
                </c:pt>
                <c:pt idx="417">
                  <c:v>16.77</c:v>
                </c:pt>
                <c:pt idx="418">
                  <c:v>16.57</c:v>
                </c:pt>
                <c:pt idx="419">
                  <c:v>15.15</c:v>
                </c:pt>
                <c:pt idx="420">
                  <c:v>16.25</c:v>
                </c:pt>
                <c:pt idx="421">
                  <c:v>14.73</c:v>
                </c:pt>
                <c:pt idx="422">
                  <c:v>14.49</c:v>
                </c:pt>
                <c:pt idx="423">
                  <c:v>14.83</c:v>
                </c:pt>
                <c:pt idx="424">
                  <c:v>15.09</c:v>
                </c:pt>
                <c:pt idx="425">
                  <c:v>14.99</c:v>
                </c:pt>
                <c:pt idx="426">
                  <c:v>15.57</c:v>
                </c:pt>
                <c:pt idx="427">
                  <c:v>15.69</c:v>
                </c:pt>
                <c:pt idx="428">
                  <c:v>16.600000000000001</c:v>
                </c:pt>
                <c:pt idx="429">
                  <c:v>14.22</c:v>
                </c:pt>
                <c:pt idx="430">
                  <c:v>14.79</c:v>
                </c:pt>
                <c:pt idx="431">
                  <c:v>14.62</c:v>
                </c:pt>
                <c:pt idx="432">
                  <c:v>14.85</c:v>
                </c:pt>
                <c:pt idx="433">
                  <c:v>14.43</c:v>
                </c:pt>
                <c:pt idx="434">
                  <c:v>15.36</c:v>
                </c:pt>
                <c:pt idx="435">
                  <c:v>16.12</c:v>
                </c:pt>
                <c:pt idx="436">
                  <c:v>17.170000000000002</c:v>
                </c:pt>
                <c:pt idx="437">
                  <c:v>16.350000000000001</c:v>
                </c:pt>
                <c:pt idx="438">
                  <c:v>15.3</c:v>
                </c:pt>
                <c:pt idx="439">
                  <c:v>15.18</c:v>
                </c:pt>
                <c:pt idx="440">
                  <c:v>15.11</c:v>
                </c:pt>
                <c:pt idx="441">
                  <c:v>15.04</c:v>
                </c:pt>
                <c:pt idx="442">
                  <c:v>15.35</c:v>
                </c:pt>
                <c:pt idx="443">
                  <c:v>14.71</c:v>
                </c:pt>
                <c:pt idx="444">
                  <c:v>14.76</c:v>
                </c:pt>
                <c:pt idx="445">
                  <c:v>15.69</c:v>
                </c:pt>
                <c:pt idx="446">
                  <c:v>16.36</c:v>
                </c:pt>
                <c:pt idx="447">
                  <c:v>15.72</c:v>
                </c:pt>
                <c:pt idx="448">
                  <c:v>15.7</c:v>
                </c:pt>
                <c:pt idx="449">
                  <c:v>15.45</c:v>
                </c:pt>
                <c:pt idx="450">
                  <c:v>16.100000000000001</c:v>
                </c:pt>
                <c:pt idx="451">
                  <c:v>16.64</c:v>
                </c:pt>
                <c:pt idx="452">
                  <c:v>16.18</c:v>
                </c:pt>
                <c:pt idx="453">
                  <c:v>16.739999999999998</c:v>
                </c:pt>
                <c:pt idx="454">
                  <c:v>15.29</c:v>
                </c:pt>
                <c:pt idx="455">
                  <c:v>16.12</c:v>
                </c:pt>
                <c:pt idx="456">
                  <c:v>16.28</c:v>
                </c:pt>
                <c:pt idx="457">
                  <c:v>16.29</c:v>
                </c:pt>
                <c:pt idx="458">
                  <c:v>16.63</c:v>
                </c:pt>
                <c:pt idx="459">
                  <c:v>16.649999999999999</c:v>
                </c:pt>
                <c:pt idx="460">
                  <c:v>16.37</c:v>
                </c:pt>
                <c:pt idx="461">
                  <c:v>17.239999999999998</c:v>
                </c:pt>
                <c:pt idx="462">
                  <c:v>16.3</c:v>
                </c:pt>
                <c:pt idx="463">
                  <c:v>16.43</c:v>
                </c:pt>
                <c:pt idx="464">
                  <c:v>21.66</c:v>
                </c:pt>
                <c:pt idx="465">
                  <c:v>19.03</c:v>
                </c:pt>
                <c:pt idx="466">
                  <c:v>20.81</c:v>
                </c:pt>
                <c:pt idx="467">
                  <c:v>20.64</c:v>
                </c:pt>
                <c:pt idx="468">
                  <c:v>25.31</c:v>
                </c:pt>
                <c:pt idx="469">
                  <c:v>20.78</c:v>
                </c:pt>
                <c:pt idx="470">
                  <c:v>18.23</c:v>
                </c:pt>
                <c:pt idx="471">
                  <c:v>17.87</c:v>
                </c:pt>
                <c:pt idx="472">
                  <c:v>18.600000000000001</c:v>
                </c:pt>
                <c:pt idx="473">
                  <c:v>17.3</c:v>
                </c:pt>
                <c:pt idx="474">
                  <c:v>16.37</c:v>
                </c:pt>
                <c:pt idx="475">
                  <c:v>15.79</c:v>
                </c:pt>
                <c:pt idx="476">
                  <c:v>16.420000000000002</c:v>
                </c:pt>
                <c:pt idx="477">
                  <c:v>16.920000000000002</c:v>
                </c:pt>
                <c:pt idx="478">
                  <c:v>16.91</c:v>
                </c:pt>
                <c:pt idx="479">
                  <c:v>17.440000000000001</c:v>
                </c:pt>
                <c:pt idx="480">
                  <c:v>17.170000000000002</c:v>
                </c:pt>
                <c:pt idx="481">
                  <c:v>19</c:v>
                </c:pt>
                <c:pt idx="482">
                  <c:v>18.010000000000002</c:v>
                </c:pt>
                <c:pt idx="483">
                  <c:v>19.5</c:v>
                </c:pt>
                <c:pt idx="484">
                  <c:v>19.079999999999998</c:v>
                </c:pt>
                <c:pt idx="485">
                  <c:v>17.600000000000001</c:v>
                </c:pt>
                <c:pt idx="486">
                  <c:v>17.28</c:v>
                </c:pt>
                <c:pt idx="487">
                  <c:v>17.510000000000002</c:v>
                </c:pt>
                <c:pt idx="488">
                  <c:v>20</c:v>
                </c:pt>
                <c:pt idx="489">
                  <c:v>19.829999999999998</c:v>
                </c:pt>
                <c:pt idx="490">
                  <c:v>22.38</c:v>
                </c:pt>
                <c:pt idx="491">
                  <c:v>24.69</c:v>
                </c:pt>
                <c:pt idx="492">
                  <c:v>23.66</c:v>
                </c:pt>
                <c:pt idx="493">
                  <c:v>26.42</c:v>
                </c:pt>
                <c:pt idx="494">
                  <c:v>23.43</c:v>
                </c:pt>
                <c:pt idx="495">
                  <c:v>20.52</c:v>
                </c:pt>
                <c:pt idx="496">
                  <c:v>18.559999999999999</c:v>
                </c:pt>
                <c:pt idx="497">
                  <c:v>17.190000000000001</c:v>
                </c:pt>
                <c:pt idx="498">
                  <c:v>17.21</c:v>
                </c:pt>
                <c:pt idx="499">
                  <c:v>16.350000000000001</c:v>
                </c:pt>
                <c:pt idx="500">
                  <c:v>17.239999999999998</c:v>
                </c:pt>
                <c:pt idx="501">
                  <c:v>16.59</c:v>
                </c:pt>
                <c:pt idx="502">
                  <c:v>16.079999999999998</c:v>
                </c:pt>
                <c:pt idx="503">
                  <c:v>15.78</c:v>
                </c:pt>
                <c:pt idx="504">
                  <c:v>15.41</c:v>
                </c:pt>
                <c:pt idx="505">
                  <c:v>16.66</c:v>
                </c:pt>
                <c:pt idx="506">
                  <c:v>16.93</c:v>
                </c:pt>
                <c:pt idx="507">
                  <c:v>15.77</c:v>
                </c:pt>
                <c:pt idx="508">
                  <c:v>14.85</c:v>
                </c:pt>
                <c:pt idx="509">
                  <c:v>15.74</c:v>
                </c:pt>
                <c:pt idx="510">
                  <c:v>16.5</c:v>
                </c:pt>
                <c:pt idx="511">
                  <c:v>16.48</c:v>
                </c:pt>
                <c:pt idx="512">
                  <c:v>17.62</c:v>
                </c:pt>
                <c:pt idx="513">
                  <c:v>16.87</c:v>
                </c:pt>
                <c:pt idx="514">
                  <c:v>14.91</c:v>
                </c:pt>
                <c:pt idx="515">
                  <c:v>14.08</c:v>
                </c:pt>
                <c:pt idx="516">
                  <c:v>14</c:v>
                </c:pt>
                <c:pt idx="517">
                  <c:v>13.47</c:v>
                </c:pt>
                <c:pt idx="518">
                  <c:v>13.47</c:v>
                </c:pt>
                <c:pt idx="519">
                  <c:v>13.6</c:v>
                </c:pt>
                <c:pt idx="520">
                  <c:v>14.2</c:v>
                </c:pt>
                <c:pt idx="521">
                  <c:v>14.33</c:v>
                </c:pt>
                <c:pt idx="522">
                  <c:v>14.95</c:v>
                </c:pt>
                <c:pt idx="523">
                  <c:v>14.95</c:v>
                </c:pt>
                <c:pt idx="524">
                  <c:v>14.51</c:v>
                </c:pt>
                <c:pt idx="525">
                  <c:v>14.9</c:v>
                </c:pt>
                <c:pt idx="526">
                  <c:v>14.75</c:v>
                </c:pt>
                <c:pt idx="527">
                  <c:v>15.38</c:v>
                </c:pt>
                <c:pt idx="528">
                  <c:v>15.45</c:v>
                </c:pt>
                <c:pt idx="529">
                  <c:v>14.49</c:v>
                </c:pt>
                <c:pt idx="530">
                  <c:v>15.12</c:v>
                </c:pt>
                <c:pt idx="531">
                  <c:v>15.98</c:v>
                </c:pt>
                <c:pt idx="532">
                  <c:v>16.75</c:v>
                </c:pt>
                <c:pt idx="533">
                  <c:v>15.84</c:v>
                </c:pt>
                <c:pt idx="534">
                  <c:v>15.86</c:v>
                </c:pt>
                <c:pt idx="535">
                  <c:v>18.84</c:v>
                </c:pt>
                <c:pt idx="536">
                  <c:v>20.09</c:v>
                </c:pt>
                <c:pt idx="537">
                  <c:v>16.899999999999999</c:v>
                </c:pt>
                <c:pt idx="538">
                  <c:v>15.64</c:v>
                </c:pt>
                <c:pt idx="539">
                  <c:v>16.09</c:v>
                </c:pt>
                <c:pt idx="540">
                  <c:v>16.149999999999999</c:v>
                </c:pt>
                <c:pt idx="541">
                  <c:v>16.350000000000001</c:v>
                </c:pt>
                <c:pt idx="542">
                  <c:v>16.350000000000001</c:v>
                </c:pt>
                <c:pt idx="543">
                  <c:v>16.88</c:v>
                </c:pt>
                <c:pt idx="544">
                  <c:v>17.440000000000001</c:v>
                </c:pt>
                <c:pt idx="545">
                  <c:v>16.34</c:v>
                </c:pt>
                <c:pt idx="546">
                  <c:v>18</c:v>
                </c:pt>
                <c:pt idx="547">
                  <c:v>18.64</c:v>
                </c:pt>
                <c:pt idx="548">
                  <c:v>21.77</c:v>
                </c:pt>
                <c:pt idx="549">
                  <c:v>17.760000000000002</c:v>
                </c:pt>
                <c:pt idx="550">
                  <c:v>17.36</c:v>
                </c:pt>
                <c:pt idx="551">
                  <c:v>17.79</c:v>
                </c:pt>
                <c:pt idx="552">
                  <c:v>17.649999999999999</c:v>
                </c:pt>
                <c:pt idx="553">
                  <c:v>20.82</c:v>
                </c:pt>
                <c:pt idx="554">
                  <c:v>20.6</c:v>
                </c:pt>
                <c:pt idx="555">
                  <c:v>21.2</c:v>
                </c:pt>
                <c:pt idx="556">
                  <c:v>20.29</c:v>
                </c:pt>
                <c:pt idx="557">
                  <c:v>19.62</c:v>
                </c:pt>
                <c:pt idx="558">
                  <c:v>20.23</c:v>
                </c:pt>
                <c:pt idx="559">
                  <c:v>19.09</c:v>
                </c:pt>
                <c:pt idx="560">
                  <c:v>21.01</c:v>
                </c:pt>
                <c:pt idx="561">
                  <c:v>19.55</c:v>
                </c:pt>
                <c:pt idx="562">
                  <c:v>17.93</c:v>
                </c:pt>
                <c:pt idx="563">
                  <c:v>18.63</c:v>
                </c:pt>
                <c:pt idx="564">
                  <c:v>19.86</c:v>
                </c:pt>
                <c:pt idx="565">
                  <c:v>21.44</c:v>
                </c:pt>
                <c:pt idx="566">
                  <c:v>23.57</c:v>
                </c:pt>
                <c:pt idx="567">
                  <c:v>21.15</c:v>
                </c:pt>
                <c:pt idx="568">
                  <c:v>23.75</c:v>
                </c:pt>
                <c:pt idx="569">
                  <c:v>29.49</c:v>
                </c:pt>
                <c:pt idx="570">
                  <c:v>25.5</c:v>
                </c:pt>
                <c:pt idx="571">
                  <c:v>24.93</c:v>
                </c:pt>
                <c:pt idx="572">
                  <c:v>24.23</c:v>
                </c:pt>
                <c:pt idx="573">
                  <c:v>27.29</c:v>
                </c:pt>
                <c:pt idx="574">
                  <c:v>27.19</c:v>
                </c:pt>
                <c:pt idx="575">
                  <c:v>23.51</c:v>
                </c:pt>
                <c:pt idx="576">
                  <c:v>22.37</c:v>
                </c:pt>
                <c:pt idx="577">
                  <c:v>25.09</c:v>
                </c:pt>
                <c:pt idx="578">
                  <c:v>24.06</c:v>
                </c:pt>
                <c:pt idx="579">
                  <c:v>26.78</c:v>
                </c:pt>
                <c:pt idx="580">
                  <c:v>26.15</c:v>
                </c:pt>
                <c:pt idx="581">
                  <c:v>26.95</c:v>
                </c:pt>
                <c:pt idx="582">
                  <c:v>25.33</c:v>
                </c:pt>
                <c:pt idx="583">
                  <c:v>27.44</c:v>
                </c:pt>
                <c:pt idx="584">
                  <c:v>31.05</c:v>
                </c:pt>
                <c:pt idx="585">
                  <c:v>30.61</c:v>
                </c:pt>
                <c:pt idx="586">
                  <c:v>25.25</c:v>
                </c:pt>
                <c:pt idx="587">
                  <c:v>24.54</c:v>
                </c:pt>
                <c:pt idx="588">
                  <c:v>23.87</c:v>
                </c:pt>
                <c:pt idx="589">
                  <c:v>23.87</c:v>
                </c:pt>
                <c:pt idx="590">
                  <c:v>24.17</c:v>
                </c:pt>
                <c:pt idx="591">
                  <c:v>25.78</c:v>
                </c:pt>
                <c:pt idx="592">
                  <c:v>21.04</c:v>
                </c:pt>
                <c:pt idx="593">
                  <c:v>19.489999999999998</c:v>
                </c:pt>
                <c:pt idx="594">
                  <c:v>19.23</c:v>
                </c:pt>
                <c:pt idx="595">
                  <c:v>19.12</c:v>
                </c:pt>
                <c:pt idx="596">
                  <c:v>18.36</c:v>
                </c:pt>
                <c:pt idx="597">
                  <c:v>18.170000000000002</c:v>
                </c:pt>
                <c:pt idx="598">
                  <c:v>17.940000000000001</c:v>
                </c:pt>
                <c:pt idx="599">
                  <c:v>17.48</c:v>
                </c:pt>
                <c:pt idx="600">
                  <c:v>18.87</c:v>
                </c:pt>
                <c:pt idx="601">
                  <c:v>19.5</c:v>
                </c:pt>
                <c:pt idx="602">
                  <c:v>18.920000000000002</c:v>
                </c:pt>
                <c:pt idx="603">
                  <c:v>19.309999999999999</c:v>
                </c:pt>
                <c:pt idx="604">
                  <c:v>18.71</c:v>
                </c:pt>
                <c:pt idx="605">
                  <c:v>18.02</c:v>
                </c:pt>
                <c:pt idx="606">
                  <c:v>17.829999999999998</c:v>
                </c:pt>
                <c:pt idx="607">
                  <c:v>18.809999999999999</c:v>
                </c:pt>
                <c:pt idx="608">
                  <c:v>16.89</c:v>
                </c:pt>
                <c:pt idx="609">
                  <c:v>16.989999999999998</c:v>
                </c:pt>
                <c:pt idx="610">
                  <c:v>18.29</c:v>
                </c:pt>
                <c:pt idx="611">
                  <c:v>17.38</c:v>
                </c:pt>
                <c:pt idx="612">
                  <c:v>17.39</c:v>
                </c:pt>
                <c:pt idx="613">
                  <c:v>17.079999999999998</c:v>
                </c:pt>
                <c:pt idx="614">
                  <c:v>17.190000000000001</c:v>
                </c:pt>
                <c:pt idx="615">
                  <c:v>18.38</c:v>
                </c:pt>
                <c:pt idx="616">
                  <c:v>17.989999999999998</c:v>
                </c:pt>
                <c:pt idx="617">
                  <c:v>17.87</c:v>
                </c:pt>
                <c:pt idx="618">
                  <c:v>17.260000000000002</c:v>
                </c:pt>
                <c:pt idx="619">
                  <c:v>18.43</c:v>
                </c:pt>
                <c:pt idx="620">
                  <c:v>17.82</c:v>
                </c:pt>
                <c:pt idx="621">
                  <c:v>18.059999999999999</c:v>
                </c:pt>
                <c:pt idx="622">
                  <c:v>17.440000000000001</c:v>
                </c:pt>
                <c:pt idx="623">
                  <c:v>16.760000000000002</c:v>
                </c:pt>
                <c:pt idx="624">
                  <c:v>16.7</c:v>
                </c:pt>
                <c:pt idx="625">
                  <c:v>16.59</c:v>
                </c:pt>
                <c:pt idx="626">
                  <c:v>17.010000000000002</c:v>
                </c:pt>
                <c:pt idx="627">
                  <c:v>16.29</c:v>
                </c:pt>
                <c:pt idx="628">
                  <c:v>15.74</c:v>
                </c:pt>
                <c:pt idx="629">
                  <c:v>15.32</c:v>
                </c:pt>
                <c:pt idx="630">
                  <c:v>16.05</c:v>
                </c:pt>
                <c:pt idx="631">
                  <c:v>15.77</c:v>
                </c:pt>
                <c:pt idx="632">
                  <c:v>16.059999999999999</c:v>
                </c:pt>
                <c:pt idx="633">
                  <c:v>15.4</c:v>
                </c:pt>
                <c:pt idx="634">
                  <c:v>21.51</c:v>
                </c:pt>
              </c:numCache>
            </c:numRef>
          </c:val>
          <c:smooth val="0"/>
          <c:extLst>
            <c:ext xmlns:c16="http://schemas.microsoft.com/office/drawing/2014/chart" uri="{C3380CC4-5D6E-409C-BE32-E72D297353CC}">
              <c16:uniqueId val="{00000001-6DE4-47E4-838B-37DF8CE68D81}"/>
            </c:ext>
          </c:extLst>
        </c:ser>
        <c:dLbls>
          <c:showLegendKey val="0"/>
          <c:showVal val="0"/>
          <c:showCatName val="0"/>
          <c:showSerName val="0"/>
          <c:showPercent val="0"/>
          <c:showBubbleSize val="0"/>
        </c:dLbls>
        <c:marker val="1"/>
        <c:smooth val="0"/>
        <c:axId val="2000001056"/>
        <c:axId val="2000001057"/>
      </c:lineChart>
      <c:lineChart>
        <c:grouping val="standard"/>
        <c:varyColors val="0"/>
        <c:ser>
          <c:idx val="2"/>
          <c:order val="2"/>
          <c:tx>
            <c:v>S&amp;P 500 PE，右轴</c:v>
          </c:tx>
          <c:spPr>
            <a:ln w="22225" cap="rnd">
              <a:solidFill>
                <a:srgbClr val="4874CB">
                  <a:lumMod val="40000"/>
                  <a:lumOff val="60000"/>
                </a:srgbClr>
              </a:solidFill>
              <a:round/>
            </a:ln>
            <a:effectLst/>
          </c:spPr>
          <c:marker>
            <c:symbol val="none"/>
          </c:marker>
          <c:trendline>
            <c:spPr>
              <a:ln w="15875">
                <a:solidFill>
                  <a:srgbClr val="4874CB">
                    <a:lumMod val="40000"/>
                    <a:lumOff val="60000"/>
                  </a:srgbClr>
                </a:solidFill>
                <a:prstDash val="dash"/>
                <a:tailEnd type="arrow" w="lg" len="lg"/>
              </a:ln>
            </c:spPr>
            <c:trendlineType val="linear"/>
            <c:dispRSqr val="0"/>
            <c:dispEq val="0"/>
          </c:trendline>
          <c:cat>
            <c:numRef>
              <c:f>'2026企业融资成本 PE'!$A$2:$A$636</c:f>
              <c:numCache>
                <c:formatCode>yyyy\-mm\-dd</c:formatCode>
                <c:ptCount val="635"/>
                <c:pt idx="0">
                  <c:v>45292</c:v>
                </c:pt>
                <c:pt idx="1">
                  <c:v>45293</c:v>
                </c:pt>
                <c:pt idx="2">
                  <c:v>45294</c:v>
                </c:pt>
                <c:pt idx="3">
                  <c:v>45295</c:v>
                </c:pt>
                <c:pt idx="4">
                  <c:v>45296</c:v>
                </c:pt>
                <c:pt idx="5">
                  <c:v>45299</c:v>
                </c:pt>
                <c:pt idx="6">
                  <c:v>45300</c:v>
                </c:pt>
                <c:pt idx="7">
                  <c:v>45301</c:v>
                </c:pt>
                <c:pt idx="8">
                  <c:v>45302</c:v>
                </c:pt>
                <c:pt idx="9">
                  <c:v>45303</c:v>
                </c:pt>
                <c:pt idx="10">
                  <c:v>45306</c:v>
                </c:pt>
                <c:pt idx="11">
                  <c:v>45307</c:v>
                </c:pt>
                <c:pt idx="12">
                  <c:v>45308</c:v>
                </c:pt>
                <c:pt idx="13">
                  <c:v>45309</c:v>
                </c:pt>
                <c:pt idx="14">
                  <c:v>45310</c:v>
                </c:pt>
                <c:pt idx="15">
                  <c:v>45313</c:v>
                </c:pt>
                <c:pt idx="16">
                  <c:v>45314</c:v>
                </c:pt>
                <c:pt idx="17">
                  <c:v>45315</c:v>
                </c:pt>
                <c:pt idx="18">
                  <c:v>45316</c:v>
                </c:pt>
                <c:pt idx="19">
                  <c:v>45317</c:v>
                </c:pt>
                <c:pt idx="20">
                  <c:v>45320</c:v>
                </c:pt>
                <c:pt idx="21">
                  <c:v>45321</c:v>
                </c:pt>
                <c:pt idx="22">
                  <c:v>45322</c:v>
                </c:pt>
                <c:pt idx="23">
                  <c:v>45323</c:v>
                </c:pt>
                <c:pt idx="24">
                  <c:v>45324</c:v>
                </c:pt>
                <c:pt idx="25">
                  <c:v>45327</c:v>
                </c:pt>
                <c:pt idx="26">
                  <c:v>45328</c:v>
                </c:pt>
                <c:pt idx="27">
                  <c:v>45329</c:v>
                </c:pt>
                <c:pt idx="28">
                  <c:v>45330</c:v>
                </c:pt>
                <c:pt idx="29">
                  <c:v>45331</c:v>
                </c:pt>
                <c:pt idx="30">
                  <c:v>45334</c:v>
                </c:pt>
                <c:pt idx="31">
                  <c:v>45335</c:v>
                </c:pt>
                <c:pt idx="32">
                  <c:v>45336</c:v>
                </c:pt>
                <c:pt idx="33">
                  <c:v>45337</c:v>
                </c:pt>
                <c:pt idx="34">
                  <c:v>45338</c:v>
                </c:pt>
                <c:pt idx="35">
                  <c:v>45341</c:v>
                </c:pt>
                <c:pt idx="36">
                  <c:v>45342</c:v>
                </c:pt>
                <c:pt idx="37">
                  <c:v>45343</c:v>
                </c:pt>
                <c:pt idx="38">
                  <c:v>45344</c:v>
                </c:pt>
                <c:pt idx="39">
                  <c:v>45345</c:v>
                </c:pt>
                <c:pt idx="40">
                  <c:v>45348</c:v>
                </c:pt>
                <c:pt idx="41">
                  <c:v>45349</c:v>
                </c:pt>
                <c:pt idx="42">
                  <c:v>45350</c:v>
                </c:pt>
                <c:pt idx="43">
                  <c:v>45351</c:v>
                </c:pt>
                <c:pt idx="44">
                  <c:v>45352</c:v>
                </c:pt>
                <c:pt idx="45">
                  <c:v>45355</c:v>
                </c:pt>
                <c:pt idx="46">
                  <c:v>45356</c:v>
                </c:pt>
                <c:pt idx="47">
                  <c:v>45357</c:v>
                </c:pt>
                <c:pt idx="48">
                  <c:v>45358</c:v>
                </c:pt>
                <c:pt idx="49">
                  <c:v>45359</c:v>
                </c:pt>
                <c:pt idx="50">
                  <c:v>45362</c:v>
                </c:pt>
                <c:pt idx="51">
                  <c:v>45363</c:v>
                </c:pt>
                <c:pt idx="52">
                  <c:v>45364</c:v>
                </c:pt>
                <c:pt idx="53">
                  <c:v>45365</c:v>
                </c:pt>
                <c:pt idx="54">
                  <c:v>45366</c:v>
                </c:pt>
                <c:pt idx="55">
                  <c:v>45369</c:v>
                </c:pt>
                <c:pt idx="56">
                  <c:v>45370</c:v>
                </c:pt>
                <c:pt idx="57">
                  <c:v>45371</c:v>
                </c:pt>
                <c:pt idx="58">
                  <c:v>45372</c:v>
                </c:pt>
                <c:pt idx="59">
                  <c:v>45373</c:v>
                </c:pt>
                <c:pt idx="60">
                  <c:v>45376</c:v>
                </c:pt>
                <c:pt idx="61">
                  <c:v>45377</c:v>
                </c:pt>
                <c:pt idx="62">
                  <c:v>45378</c:v>
                </c:pt>
                <c:pt idx="63">
                  <c:v>45379</c:v>
                </c:pt>
                <c:pt idx="64">
                  <c:v>45380</c:v>
                </c:pt>
                <c:pt idx="65">
                  <c:v>45383</c:v>
                </c:pt>
                <c:pt idx="66">
                  <c:v>45384</c:v>
                </c:pt>
                <c:pt idx="67">
                  <c:v>45385</c:v>
                </c:pt>
                <c:pt idx="68">
                  <c:v>45386</c:v>
                </c:pt>
                <c:pt idx="69">
                  <c:v>45387</c:v>
                </c:pt>
                <c:pt idx="70">
                  <c:v>45390</c:v>
                </c:pt>
                <c:pt idx="71">
                  <c:v>45391</c:v>
                </c:pt>
                <c:pt idx="72">
                  <c:v>45392</c:v>
                </c:pt>
                <c:pt idx="73">
                  <c:v>45393</c:v>
                </c:pt>
                <c:pt idx="74">
                  <c:v>45394</c:v>
                </c:pt>
                <c:pt idx="75">
                  <c:v>45397</c:v>
                </c:pt>
                <c:pt idx="76">
                  <c:v>45398</c:v>
                </c:pt>
                <c:pt idx="77">
                  <c:v>45399</c:v>
                </c:pt>
                <c:pt idx="78">
                  <c:v>45400</c:v>
                </c:pt>
                <c:pt idx="79">
                  <c:v>45401</c:v>
                </c:pt>
                <c:pt idx="80">
                  <c:v>45404</c:v>
                </c:pt>
                <c:pt idx="81">
                  <c:v>45405</c:v>
                </c:pt>
                <c:pt idx="82">
                  <c:v>45406</c:v>
                </c:pt>
                <c:pt idx="83">
                  <c:v>45407</c:v>
                </c:pt>
                <c:pt idx="84">
                  <c:v>45408</c:v>
                </c:pt>
                <c:pt idx="85">
                  <c:v>45411</c:v>
                </c:pt>
                <c:pt idx="86">
                  <c:v>45412</c:v>
                </c:pt>
                <c:pt idx="87">
                  <c:v>45413</c:v>
                </c:pt>
                <c:pt idx="88">
                  <c:v>45414</c:v>
                </c:pt>
                <c:pt idx="89">
                  <c:v>45415</c:v>
                </c:pt>
                <c:pt idx="90">
                  <c:v>45418</c:v>
                </c:pt>
                <c:pt idx="91">
                  <c:v>45419</c:v>
                </c:pt>
                <c:pt idx="92">
                  <c:v>45420</c:v>
                </c:pt>
                <c:pt idx="93">
                  <c:v>45421</c:v>
                </c:pt>
                <c:pt idx="94">
                  <c:v>45422</c:v>
                </c:pt>
                <c:pt idx="95">
                  <c:v>45425</c:v>
                </c:pt>
                <c:pt idx="96">
                  <c:v>45426</c:v>
                </c:pt>
                <c:pt idx="97">
                  <c:v>45427</c:v>
                </c:pt>
                <c:pt idx="98">
                  <c:v>45428</c:v>
                </c:pt>
                <c:pt idx="99">
                  <c:v>45429</c:v>
                </c:pt>
                <c:pt idx="100">
                  <c:v>45432</c:v>
                </c:pt>
                <c:pt idx="101">
                  <c:v>45433</c:v>
                </c:pt>
                <c:pt idx="102">
                  <c:v>45434</c:v>
                </c:pt>
                <c:pt idx="103">
                  <c:v>45435</c:v>
                </c:pt>
                <c:pt idx="104">
                  <c:v>45436</c:v>
                </c:pt>
                <c:pt idx="105">
                  <c:v>45439</c:v>
                </c:pt>
                <c:pt idx="106">
                  <c:v>45440</c:v>
                </c:pt>
                <c:pt idx="107">
                  <c:v>45441</c:v>
                </c:pt>
                <c:pt idx="108">
                  <c:v>45442</c:v>
                </c:pt>
                <c:pt idx="109">
                  <c:v>45443</c:v>
                </c:pt>
                <c:pt idx="110">
                  <c:v>45446</c:v>
                </c:pt>
                <c:pt idx="111">
                  <c:v>45447</c:v>
                </c:pt>
                <c:pt idx="112">
                  <c:v>45448</c:v>
                </c:pt>
                <c:pt idx="113">
                  <c:v>45449</c:v>
                </c:pt>
                <c:pt idx="114">
                  <c:v>45450</c:v>
                </c:pt>
                <c:pt idx="115">
                  <c:v>45453</c:v>
                </c:pt>
                <c:pt idx="116">
                  <c:v>45454</c:v>
                </c:pt>
                <c:pt idx="117">
                  <c:v>45455</c:v>
                </c:pt>
                <c:pt idx="118">
                  <c:v>45456</c:v>
                </c:pt>
                <c:pt idx="119">
                  <c:v>45457</c:v>
                </c:pt>
                <c:pt idx="120">
                  <c:v>45460</c:v>
                </c:pt>
                <c:pt idx="121">
                  <c:v>45461</c:v>
                </c:pt>
                <c:pt idx="122">
                  <c:v>45462</c:v>
                </c:pt>
                <c:pt idx="123">
                  <c:v>45463</c:v>
                </c:pt>
                <c:pt idx="124">
                  <c:v>45464</c:v>
                </c:pt>
                <c:pt idx="125">
                  <c:v>45467</c:v>
                </c:pt>
                <c:pt idx="126">
                  <c:v>45468</c:v>
                </c:pt>
                <c:pt idx="127">
                  <c:v>45469</c:v>
                </c:pt>
                <c:pt idx="128">
                  <c:v>45470</c:v>
                </c:pt>
                <c:pt idx="129">
                  <c:v>45471</c:v>
                </c:pt>
                <c:pt idx="130">
                  <c:v>45474</c:v>
                </c:pt>
                <c:pt idx="131">
                  <c:v>45475</c:v>
                </c:pt>
                <c:pt idx="132">
                  <c:v>45476</c:v>
                </c:pt>
                <c:pt idx="133">
                  <c:v>45477</c:v>
                </c:pt>
                <c:pt idx="134">
                  <c:v>45478</c:v>
                </c:pt>
                <c:pt idx="135">
                  <c:v>45481</c:v>
                </c:pt>
                <c:pt idx="136">
                  <c:v>45482</c:v>
                </c:pt>
                <c:pt idx="137">
                  <c:v>45483</c:v>
                </c:pt>
                <c:pt idx="138">
                  <c:v>45484</c:v>
                </c:pt>
                <c:pt idx="139">
                  <c:v>45485</c:v>
                </c:pt>
                <c:pt idx="140">
                  <c:v>45488</c:v>
                </c:pt>
                <c:pt idx="141">
                  <c:v>45489</c:v>
                </c:pt>
                <c:pt idx="142">
                  <c:v>45490</c:v>
                </c:pt>
                <c:pt idx="143">
                  <c:v>45491</c:v>
                </c:pt>
                <c:pt idx="144">
                  <c:v>45492</c:v>
                </c:pt>
                <c:pt idx="145">
                  <c:v>45495</c:v>
                </c:pt>
                <c:pt idx="146">
                  <c:v>45496</c:v>
                </c:pt>
                <c:pt idx="147">
                  <c:v>45497</c:v>
                </c:pt>
                <c:pt idx="148">
                  <c:v>45498</c:v>
                </c:pt>
                <c:pt idx="149">
                  <c:v>45499</c:v>
                </c:pt>
                <c:pt idx="150">
                  <c:v>45502</c:v>
                </c:pt>
                <c:pt idx="151">
                  <c:v>45503</c:v>
                </c:pt>
                <c:pt idx="152">
                  <c:v>45504</c:v>
                </c:pt>
                <c:pt idx="153">
                  <c:v>45505</c:v>
                </c:pt>
                <c:pt idx="154">
                  <c:v>45506</c:v>
                </c:pt>
                <c:pt idx="155">
                  <c:v>45509</c:v>
                </c:pt>
                <c:pt idx="156">
                  <c:v>45510</c:v>
                </c:pt>
                <c:pt idx="157">
                  <c:v>45511</c:v>
                </c:pt>
                <c:pt idx="158">
                  <c:v>45512</c:v>
                </c:pt>
                <c:pt idx="159">
                  <c:v>45513</c:v>
                </c:pt>
                <c:pt idx="160">
                  <c:v>45516</c:v>
                </c:pt>
                <c:pt idx="161">
                  <c:v>45517</c:v>
                </c:pt>
                <c:pt idx="162">
                  <c:v>45518</c:v>
                </c:pt>
                <c:pt idx="163">
                  <c:v>45519</c:v>
                </c:pt>
                <c:pt idx="164">
                  <c:v>45520</c:v>
                </c:pt>
                <c:pt idx="165">
                  <c:v>45523</c:v>
                </c:pt>
                <c:pt idx="166">
                  <c:v>45524</c:v>
                </c:pt>
                <c:pt idx="167">
                  <c:v>45525</c:v>
                </c:pt>
                <c:pt idx="168">
                  <c:v>45526</c:v>
                </c:pt>
                <c:pt idx="169">
                  <c:v>45527</c:v>
                </c:pt>
                <c:pt idx="170">
                  <c:v>45530</c:v>
                </c:pt>
                <c:pt idx="171">
                  <c:v>45531</c:v>
                </c:pt>
                <c:pt idx="172">
                  <c:v>45532</c:v>
                </c:pt>
                <c:pt idx="173">
                  <c:v>45533</c:v>
                </c:pt>
                <c:pt idx="174">
                  <c:v>45534</c:v>
                </c:pt>
                <c:pt idx="175">
                  <c:v>45537</c:v>
                </c:pt>
                <c:pt idx="176">
                  <c:v>45538</c:v>
                </c:pt>
                <c:pt idx="177">
                  <c:v>45539</c:v>
                </c:pt>
                <c:pt idx="178">
                  <c:v>45540</c:v>
                </c:pt>
                <c:pt idx="179">
                  <c:v>45541</c:v>
                </c:pt>
                <c:pt idx="180">
                  <c:v>45544</c:v>
                </c:pt>
                <c:pt idx="181">
                  <c:v>45545</c:v>
                </c:pt>
                <c:pt idx="182">
                  <c:v>45546</c:v>
                </c:pt>
                <c:pt idx="183">
                  <c:v>45547</c:v>
                </c:pt>
                <c:pt idx="184">
                  <c:v>45548</c:v>
                </c:pt>
                <c:pt idx="185">
                  <c:v>45551</c:v>
                </c:pt>
                <c:pt idx="186">
                  <c:v>45552</c:v>
                </c:pt>
                <c:pt idx="187">
                  <c:v>45553</c:v>
                </c:pt>
                <c:pt idx="188">
                  <c:v>45554</c:v>
                </c:pt>
                <c:pt idx="189">
                  <c:v>45555</c:v>
                </c:pt>
                <c:pt idx="190">
                  <c:v>45558</c:v>
                </c:pt>
                <c:pt idx="191">
                  <c:v>45559</c:v>
                </c:pt>
                <c:pt idx="192">
                  <c:v>45560</c:v>
                </c:pt>
                <c:pt idx="193">
                  <c:v>45561</c:v>
                </c:pt>
                <c:pt idx="194">
                  <c:v>45562</c:v>
                </c:pt>
                <c:pt idx="195">
                  <c:v>45565</c:v>
                </c:pt>
                <c:pt idx="196">
                  <c:v>45566</c:v>
                </c:pt>
                <c:pt idx="197">
                  <c:v>45567</c:v>
                </c:pt>
                <c:pt idx="198">
                  <c:v>45568</c:v>
                </c:pt>
                <c:pt idx="199">
                  <c:v>45569</c:v>
                </c:pt>
                <c:pt idx="200">
                  <c:v>45572</c:v>
                </c:pt>
                <c:pt idx="201">
                  <c:v>45573</c:v>
                </c:pt>
                <c:pt idx="202">
                  <c:v>45574</c:v>
                </c:pt>
                <c:pt idx="203">
                  <c:v>45575</c:v>
                </c:pt>
                <c:pt idx="204">
                  <c:v>45576</c:v>
                </c:pt>
                <c:pt idx="205">
                  <c:v>45579</c:v>
                </c:pt>
                <c:pt idx="206">
                  <c:v>45580</c:v>
                </c:pt>
                <c:pt idx="207">
                  <c:v>45581</c:v>
                </c:pt>
                <c:pt idx="208">
                  <c:v>45582</c:v>
                </c:pt>
                <c:pt idx="209">
                  <c:v>45583</c:v>
                </c:pt>
                <c:pt idx="210">
                  <c:v>45586</c:v>
                </c:pt>
                <c:pt idx="211">
                  <c:v>45587</c:v>
                </c:pt>
                <c:pt idx="212">
                  <c:v>45588</c:v>
                </c:pt>
                <c:pt idx="213">
                  <c:v>45589</c:v>
                </c:pt>
                <c:pt idx="214">
                  <c:v>45590</c:v>
                </c:pt>
                <c:pt idx="215">
                  <c:v>45593</c:v>
                </c:pt>
                <c:pt idx="216">
                  <c:v>45594</c:v>
                </c:pt>
                <c:pt idx="217">
                  <c:v>45595</c:v>
                </c:pt>
                <c:pt idx="218">
                  <c:v>45596</c:v>
                </c:pt>
                <c:pt idx="219">
                  <c:v>45597</c:v>
                </c:pt>
                <c:pt idx="220">
                  <c:v>45600</c:v>
                </c:pt>
                <c:pt idx="221">
                  <c:v>45601</c:v>
                </c:pt>
                <c:pt idx="222">
                  <c:v>45602</c:v>
                </c:pt>
                <c:pt idx="223">
                  <c:v>45603</c:v>
                </c:pt>
                <c:pt idx="224">
                  <c:v>45604</c:v>
                </c:pt>
                <c:pt idx="225">
                  <c:v>45607</c:v>
                </c:pt>
                <c:pt idx="226">
                  <c:v>45608</c:v>
                </c:pt>
                <c:pt idx="227">
                  <c:v>45609</c:v>
                </c:pt>
                <c:pt idx="228">
                  <c:v>45610</c:v>
                </c:pt>
                <c:pt idx="229">
                  <c:v>45611</c:v>
                </c:pt>
                <c:pt idx="230">
                  <c:v>45614</c:v>
                </c:pt>
                <c:pt idx="231">
                  <c:v>45615</c:v>
                </c:pt>
                <c:pt idx="232">
                  <c:v>45616</c:v>
                </c:pt>
                <c:pt idx="233">
                  <c:v>45617</c:v>
                </c:pt>
                <c:pt idx="234">
                  <c:v>45618</c:v>
                </c:pt>
                <c:pt idx="235">
                  <c:v>45621</c:v>
                </c:pt>
                <c:pt idx="236">
                  <c:v>45622</c:v>
                </c:pt>
                <c:pt idx="237">
                  <c:v>45623</c:v>
                </c:pt>
                <c:pt idx="238">
                  <c:v>45624</c:v>
                </c:pt>
                <c:pt idx="239">
                  <c:v>45625</c:v>
                </c:pt>
                <c:pt idx="240">
                  <c:v>45628</c:v>
                </c:pt>
                <c:pt idx="241">
                  <c:v>45629</c:v>
                </c:pt>
                <c:pt idx="242">
                  <c:v>45630</c:v>
                </c:pt>
                <c:pt idx="243">
                  <c:v>45631</c:v>
                </c:pt>
                <c:pt idx="244">
                  <c:v>45632</c:v>
                </c:pt>
                <c:pt idx="245">
                  <c:v>45635</c:v>
                </c:pt>
                <c:pt idx="246">
                  <c:v>45636</c:v>
                </c:pt>
                <c:pt idx="247">
                  <c:v>45637</c:v>
                </c:pt>
                <c:pt idx="248">
                  <c:v>45638</c:v>
                </c:pt>
                <c:pt idx="249">
                  <c:v>45639</c:v>
                </c:pt>
                <c:pt idx="250">
                  <c:v>45642</c:v>
                </c:pt>
                <c:pt idx="251">
                  <c:v>45643</c:v>
                </c:pt>
                <c:pt idx="252">
                  <c:v>45644</c:v>
                </c:pt>
                <c:pt idx="253">
                  <c:v>45645</c:v>
                </c:pt>
                <c:pt idx="254">
                  <c:v>45646</c:v>
                </c:pt>
                <c:pt idx="255">
                  <c:v>45649</c:v>
                </c:pt>
                <c:pt idx="256">
                  <c:v>45650</c:v>
                </c:pt>
                <c:pt idx="257">
                  <c:v>45651</c:v>
                </c:pt>
                <c:pt idx="258">
                  <c:v>45652</c:v>
                </c:pt>
                <c:pt idx="259">
                  <c:v>45653</c:v>
                </c:pt>
                <c:pt idx="260">
                  <c:v>45656</c:v>
                </c:pt>
                <c:pt idx="261">
                  <c:v>45657</c:v>
                </c:pt>
                <c:pt idx="262">
                  <c:v>45658</c:v>
                </c:pt>
                <c:pt idx="263">
                  <c:v>45659</c:v>
                </c:pt>
                <c:pt idx="264">
                  <c:v>45660</c:v>
                </c:pt>
                <c:pt idx="265">
                  <c:v>45663</c:v>
                </c:pt>
                <c:pt idx="266">
                  <c:v>45664</c:v>
                </c:pt>
                <c:pt idx="267">
                  <c:v>45665</c:v>
                </c:pt>
                <c:pt idx="268">
                  <c:v>45666</c:v>
                </c:pt>
                <c:pt idx="269">
                  <c:v>45667</c:v>
                </c:pt>
                <c:pt idx="270">
                  <c:v>45670</c:v>
                </c:pt>
                <c:pt idx="271">
                  <c:v>45671</c:v>
                </c:pt>
                <c:pt idx="272">
                  <c:v>45672</c:v>
                </c:pt>
                <c:pt idx="273">
                  <c:v>45673</c:v>
                </c:pt>
                <c:pt idx="274">
                  <c:v>45674</c:v>
                </c:pt>
                <c:pt idx="275">
                  <c:v>45677</c:v>
                </c:pt>
                <c:pt idx="276">
                  <c:v>45678</c:v>
                </c:pt>
                <c:pt idx="277">
                  <c:v>45679</c:v>
                </c:pt>
                <c:pt idx="278">
                  <c:v>45680</c:v>
                </c:pt>
                <c:pt idx="279">
                  <c:v>45681</c:v>
                </c:pt>
                <c:pt idx="280">
                  <c:v>45684</c:v>
                </c:pt>
                <c:pt idx="281">
                  <c:v>45685</c:v>
                </c:pt>
                <c:pt idx="282">
                  <c:v>45686</c:v>
                </c:pt>
                <c:pt idx="283">
                  <c:v>45687</c:v>
                </c:pt>
                <c:pt idx="284">
                  <c:v>45688</c:v>
                </c:pt>
                <c:pt idx="285">
                  <c:v>45691</c:v>
                </c:pt>
                <c:pt idx="286">
                  <c:v>45692</c:v>
                </c:pt>
                <c:pt idx="287">
                  <c:v>45693</c:v>
                </c:pt>
                <c:pt idx="288">
                  <c:v>45694</c:v>
                </c:pt>
                <c:pt idx="289">
                  <c:v>45695</c:v>
                </c:pt>
                <c:pt idx="290">
                  <c:v>45698</c:v>
                </c:pt>
                <c:pt idx="291">
                  <c:v>45699</c:v>
                </c:pt>
                <c:pt idx="292">
                  <c:v>45700</c:v>
                </c:pt>
                <c:pt idx="293">
                  <c:v>45701</c:v>
                </c:pt>
                <c:pt idx="294">
                  <c:v>45702</c:v>
                </c:pt>
                <c:pt idx="295">
                  <c:v>45705</c:v>
                </c:pt>
                <c:pt idx="296">
                  <c:v>45706</c:v>
                </c:pt>
                <c:pt idx="297">
                  <c:v>45707</c:v>
                </c:pt>
                <c:pt idx="298">
                  <c:v>45708</c:v>
                </c:pt>
                <c:pt idx="299">
                  <c:v>45709</c:v>
                </c:pt>
                <c:pt idx="300">
                  <c:v>45712</c:v>
                </c:pt>
                <c:pt idx="301">
                  <c:v>45713</c:v>
                </c:pt>
                <c:pt idx="302">
                  <c:v>45714</c:v>
                </c:pt>
                <c:pt idx="303">
                  <c:v>45715</c:v>
                </c:pt>
                <c:pt idx="304">
                  <c:v>45716</c:v>
                </c:pt>
                <c:pt idx="305">
                  <c:v>45719</c:v>
                </c:pt>
                <c:pt idx="306">
                  <c:v>45720</c:v>
                </c:pt>
                <c:pt idx="307">
                  <c:v>45721</c:v>
                </c:pt>
                <c:pt idx="308">
                  <c:v>45722</c:v>
                </c:pt>
                <c:pt idx="309">
                  <c:v>45723</c:v>
                </c:pt>
                <c:pt idx="310">
                  <c:v>45726</c:v>
                </c:pt>
                <c:pt idx="311">
                  <c:v>45727</c:v>
                </c:pt>
                <c:pt idx="312">
                  <c:v>45728</c:v>
                </c:pt>
                <c:pt idx="313">
                  <c:v>45729</c:v>
                </c:pt>
                <c:pt idx="314">
                  <c:v>45730</c:v>
                </c:pt>
                <c:pt idx="315">
                  <c:v>45733</c:v>
                </c:pt>
                <c:pt idx="316">
                  <c:v>45734</c:v>
                </c:pt>
                <c:pt idx="317">
                  <c:v>45735</c:v>
                </c:pt>
                <c:pt idx="318">
                  <c:v>45736</c:v>
                </c:pt>
                <c:pt idx="319">
                  <c:v>45737</c:v>
                </c:pt>
                <c:pt idx="320">
                  <c:v>45740</c:v>
                </c:pt>
                <c:pt idx="321">
                  <c:v>45741</c:v>
                </c:pt>
                <c:pt idx="322">
                  <c:v>45742</c:v>
                </c:pt>
                <c:pt idx="323">
                  <c:v>45743</c:v>
                </c:pt>
                <c:pt idx="324">
                  <c:v>45744</c:v>
                </c:pt>
                <c:pt idx="325">
                  <c:v>45747</c:v>
                </c:pt>
                <c:pt idx="326">
                  <c:v>45748</c:v>
                </c:pt>
                <c:pt idx="327">
                  <c:v>45749</c:v>
                </c:pt>
                <c:pt idx="328">
                  <c:v>45750</c:v>
                </c:pt>
                <c:pt idx="329">
                  <c:v>45751</c:v>
                </c:pt>
                <c:pt idx="330">
                  <c:v>45754</c:v>
                </c:pt>
                <c:pt idx="331">
                  <c:v>45755</c:v>
                </c:pt>
                <c:pt idx="332">
                  <c:v>45756</c:v>
                </c:pt>
                <c:pt idx="333">
                  <c:v>45757</c:v>
                </c:pt>
                <c:pt idx="334">
                  <c:v>45758</c:v>
                </c:pt>
                <c:pt idx="335">
                  <c:v>45761</c:v>
                </c:pt>
                <c:pt idx="336">
                  <c:v>45762</c:v>
                </c:pt>
                <c:pt idx="337">
                  <c:v>45763</c:v>
                </c:pt>
                <c:pt idx="338">
                  <c:v>45764</c:v>
                </c:pt>
                <c:pt idx="339">
                  <c:v>45765</c:v>
                </c:pt>
                <c:pt idx="340">
                  <c:v>45768</c:v>
                </c:pt>
                <c:pt idx="341">
                  <c:v>45769</c:v>
                </c:pt>
                <c:pt idx="342">
                  <c:v>45770</c:v>
                </c:pt>
                <c:pt idx="343">
                  <c:v>45771</c:v>
                </c:pt>
                <c:pt idx="344">
                  <c:v>45772</c:v>
                </c:pt>
                <c:pt idx="345">
                  <c:v>45775</c:v>
                </c:pt>
                <c:pt idx="346">
                  <c:v>45776</c:v>
                </c:pt>
                <c:pt idx="347">
                  <c:v>45777</c:v>
                </c:pt>
                <c:pt idx="348">
                  <c:v>45778</c:v>
                </c:pt>
                <c:pt idx="349">
                  <c:v>45779</c:v>
                </c:pt>
                <c:pt idx="350">
                  <c:v>45782</c:v>
                </c:pt>
                <c:pt idx="351">
                  <c:v>45783</c:v>
                </c:pt>
                <c:pt idx="352">
                  <c:v>45784</c:v>
                </c:pt>
                <c:pt idx="353">
                  <c:v>45785</c:v>
                </c:pt>
                <c:pt idx="354">
                  <c:v>45786</c:v>
                </c:pt>
                <c:pt idx="355">
                  <c:v>45789</c:v>
                </c:pt>
                <c:pt idx="356">
                  <c:v>45790</c:v>
                </c:pt>
                <c:pt idx="357">
                  <c:v>45791</c:v>
                </c:pt>
                <c:pt idx="358">
                  <c:v>45792</c:v>
                </c:pt>
                <c:pt idx="359">
                  <c:v>45793</c:v>
                </c:pt>
                <c:pt idx="360">
                  <c:v>45796</c:v>
                </c:pt>
                <c:pt idx="361">
                  <c:v>45797</c:v>
                </c:pt>
                <c:pt idx="362">
                  <c:v>45798</c:v>
                </c:pt>
                <c:pt idx="363">
                  <c:v>45799</c:v>
                </c:pt>
                <c:pt idx="364">
                  <c:v>45800</c:v>
                </c:pt>
                <c:pt idx="365">
                  <c:v>45803</c:v>
                </c:pt>
                <c:pt idx="366">
                  <c:v>45804</c:v>
                </c:pt>
                <c:pt idx="367">
                  <c:v>45805</c:v>
                </c:pt>
                <c:pt idx="368">
                  <c:v>45806</c:v>
                </c:pt>
                <c:pt idx="369">
                  <c:v>45807</c:v>
                </c:pt>
                <c:pt idx="370">
                  <c:v>45810</c:v>
                </c:pt>
                <c:pt idx="371">
                  <c:v>45811</c:v>
                </c:pt>
                <c:pt idx="372">
                  <c:v>45812</c:v>
                </c:pt>
                <c:pt idx="373">
                  <c:v>45813</c:v>
                </c:pt>
                <c:pt idx="374">
                  <c:v>45814</c:v>
                </c:pt>
                <c:pt idx="375">
                  <c:v>45817</c:v>
                </c:pt>
                <c:pt idx="376">
                  <c:v>45818</c:v>
                </c:pt>
                <c:pt idx="377">
                  <c:v>45819</c:v>
                </c:pt>
                <c:pt idx="378">
                  <c:v>45820</c:v>
                </c:pt>
                <c:pt idx="379">
                  <c:v>45821</c:v>
                </c:pt>
                <c:pt idx="380">
                  <c:v>45824</c:v>
                </c:pt>
                <c:pt idx="381">
                  <c:v>45825</c:v>
                </c:pt>
                <c:pt idx="382">
                  <c:v>45826</c:v>
                </c:pt>
                <c:pt idx="383">
                  <c:v>45827</c:v>
                </c:pt>
                <c:pt idx="384">
                  <c:v>45828</c:v>
                </c:pt>
                <c:pt idx="385">
                  <c:v>45831</c:v>
                </c:pt>
                <c:pt idx="386">
                  <c:v>45832</c:v>
                </c:pt>
                <c:pt idx="387">
                  <c:v>45833</c:v>
                </c:pt>
                <c:pt idx="388">
                  <c:v>45834</c:v>
                </c:pt>
                <c:pt idx="389">
                  <c:v>45835</c:v>
                </c:pt>
                <c:pt idx="390">
                  <c:v>45838</c:v>
                </c:pt>
                <c:pt idx="391">
                  <c:v>45839</c:v>
                </c:pt>
                <c:pt idx="392">
                  <c:v>45840</c:v>
                </c:pt>
                <c:pt idx="393">
                  <c:v>45841</c:v>
                </c:pt>
                <c:pt idx="394">
                  <c:v>45842</c:v>
                </c:pt>
                <c:pt idx="395">
                  <c:v>45845</c:v>
                </c:pt>
                <c:pt idx="396">
                  <c:v>45846</c:v>
                </c:pt>
                <c:pt idx="397">
                  <c:v>45847</c:v>
                </c:pt>
                <c:pt idx="398">
                  <c:v>45848</c:v>
                </c:pt>
                <c:pt idx="399">
                  <c:v>45849</c:v>
                </c:pt>
                <c:pt idx="400">
                  <c:v>45852</c:v>
                </c:pt>
                <c:pt idx="401">
                  <c:v>45853</c:v>
                </c:pt>
                <c:pt idx="402">
                  <c:v>45854</c:v>
                </c:pt>
                <c:pt idx="403">
                  <c:v>45855</c:v>
                </c:pt>
                <c:pt idx="404">
                  <c:v>45856</c:v>
                </c:pt>
                <c:pt idx="405">
                  <c:v>45859</c:v>
                </c:pt>
                <c:pt idx="406">
                  <c:v>45860</c:v>
                </c:pt>
                <c:pt idx="407">
                  <c:v>45861</c:v>
                </c:pt>
                <c:pt idx="408">
                  <c:v>45862</c:v>
                </c:pt>
                <c:pt idx="409">
                  <c:v>45863</c:v>
                </c:pt>
                <c:pt idx="410">
                  <c:v>45866</c:v>
                </c:pt>
                <c:pt idx="411">
                  <c:v>45867</c:v>
                </c:pt>
                <c:pt idx="412">
                  <c:v>45868</c:v>
                </c:pt>
                <c:pt idx="413">
                  <c:v>45869</c:v>
                </c:pt>
                <c:pt idx="414">
                  <c:v>45870</c:v>
                </c:pt>
                <c:pt idx="415">
                  <c:v>45873</c:v>
                </c:pt>
                <c:pt idx="416">
                  <c:v>45874</c:v>
                </c:pt>
                <c:pt idx="417">
                  <c:v>45875</c:v>
                </c:pt>
                <c:pt idx="418">
                  <c:v>45876</c:v>
                </c:pt>
                <c:pt idx="419">
                  <c:v>45877</c:v>
                </c:pt>
                <c:pt idx="420">
                  <c:v>45880</c:v>
                </c:pt>
                <c:pt idx="421">
                  <c:v>45881</c:v>
                </c:pt>
                <c:pt idx="422">
                  <c:v>45882</c:v>
                </c:pt>
                <c:pt idx="423">
                  <c:v>45883</c:v>
                </c:pt>
                <c:pt idx="424">
                  <c:v>45884</c:v>
                </c:pt>
                <c:pt idx="425">
                  <c:v>45887</c:v>
                </c:pt>
                <c:pt idx="426">
                  <c:v>45888</c:v>
                </c:pt>
                <c:pt idx="427">
                  <c:v>45889</c:v>
                </c:pt>
                <c:pt idx="428">
                  <c:v>45890</c:v>
                </c:pt>
                <c:pt idx="429">
                  <c:v>45891</c:v>
                </c:pt>
                <c:pt idx="430">
                  <c:v>45894</c:v>
                </c:pt>
                <c:pt idx="431">
                  <c:v>45895</c:v>
                </c:pt>
                <c:pt idx="432">
                  <c:v>45896</c:v>
                </c:pt>
                <c:pt idx="433">
                  <c:v>45897</c:v>
                </c:pt>
                <c:pt idx="434">
                  <c:v>45898</c:v>
                </c:pt>
                <c:pt idx="435">
                  <c:v>45901</c:v>
                </c:pt>
                <c:pt idx="436">
                  <c:v>45902</c:v>
                </c:pt>
                <c:pt idx="437">
                  <c:v>45903</c:v>
                </c:pt>
                <c:pt idx="438">
                  <c:v>45904</c:v>
                </c:pt>
                <c:pt idx="439">
                  <c:v>45905</c:v>
                </c:pt>
                <c:pt idx="440">
                  <c:v>45908</c:v>
                </c:pt>
                <c:pt idx="441">
                  <c:v>45909</c:v>
                </c:pt>
                <c:pt idx="442">
                  <c:v>45910</c:v>
                </c:pt>
                <c:pt idx="443">
                  <c:v>45911</c:v>
                </c:pt>
                <c:pt idx="444">
                  <c:v>45912</c:v>
                </c:pt>
                <c:pt idx="445">
                  <c:v>45915</c:v>
                </c:pt>
                <c:pt idx="446">
                  <c:v>45916</c:v>
                </c:pt>
                <c:pt idx="447">
                  <c:v>45917</c:v>
                </c:pt>
                <c:pt idx="448">
                  <c:v>45918</c:v>
                </c:pt>
                <c:pt idx="449">
                  <c:v>45919</c:v>
                </c:pt>
                <c:pt idx="450">
                  <c:v>45922</c:v>
                </c:pt>
                <c:pt idx="451">
                  <c:v>45923</c:v>
                </c:pt>
                <c:pt idx="452">
                  <c:v>45924</c:v>
                </c:pt>
                <c:pt idx="453">
                  <c:v>45925</c:v>
                </c:pt>
                <c:pt idx="454">
                  <c:v>45926</c:v>
                </c:pt>
                <c:pt idx="455">
                  <c:v>45929</c:v>
                </c:pt>
                <c:pt idx="456">
                  <c:v>45930</c:v>
                </c:pt>
                <c:pt idx="457">
                  <c:v>45931</c:v>
                </c:pt>
                <c:pt idx="458">
                  <c:v>45932</c:v>
                </c:pt>
                <c:pt idx="459">
                  <c:v>45933</c:v>
                </c:pt>
                <c:pt idx="460">
                  <c:v>45936</c:v>
                </c:pt>
                <c:pt idx="461">
                  <c:v>45937</c:v>
                </c:pt>
                <c:pt idx="462">
                  <c:v>45938</c:v>
                </c:pt>
                <c:pt idx="463">
                  <c:v>45939</c:v>
                </c:pt>
                <c:pt idx="464">
                  <c:v>45940</c:v>
                </c:pt>
                <c:pt idx="465">
                  <c:v>45943</c:v>
                </c:pt>
                <c:pt idx="466">
                  <c:v>45944</c:v>
                </c:pt>
                <c:pt idx="467">
                  <c:v>45945</c:v>
                </c:pt>
                <c:pt idx="468">
                  <c:v>45946</c:v>
                </c:pt>
                <c:pt idx="469">
                  <c:v>45947</c:v>
                </c:pt>
                <c:pt idx="470">
                  <c:v>45950</c:v>
                </c:pt>
                <c:pt idx="471">
                  <c:v>45951</c:v>
                </c:pt>
                <c:pt idx="472">
                  <c:v>45952</c:v>
                </c:pt>
                <c:pt idx="473">
                  <c:v>45953</c:v>
                </c:pt>
                <c:pt idx="474">
                  <c:v>45954</c:v>
                </c:pt>
                <c:pt idx="475">
                  <c:v>45957</c:v>
                </c:pt>
                <c:pt idx="476">
                  <c:v>45958</c:v>
                </c:pt>
                <c:pt idx="477">
                  <c:v>45959</c:v>
                </c:pt>
                <c:pt idx="478">
                  <c:v>45960</c:v>
                </c:pt>
                <c:pt idx="479">
                  <c:v>45961</c:v>
                </c:pt>
                <c:pt idx="480">
                  <c:v>45964</c:v>
                </c:pt>
                <c:pt idx="481">
                  <c:v>45965</c:v>
                </c:pt>
                <c:pt idx="482">
                  <c:v>45966</c:v>
                </c:pt>
                <c:pt idx="483">
                  <c:v>45967</c:v>
                </c:pt>
                <c:pt idx="484">
                  <c:v>45968</c:v>
                </c:pt>
                <c:pt idx="485">
                  <c:v>45971</c:v>
                </c:pt>
                <c:pt idx="486">
                  <c:v>45972</c:v>
                </c:pt>
                <c:pt idx="487">
                  <c:v>45973</c:v>
                </c:pt>
                <c:pt idx="488">
                  <c:v>45974</c:v>
                </c:pt>
                <c:pt idx="489">
                  <c:v>45975</c:v>
                </c:pt>
                <c:pt idx="490">
                  <c:v>45978</c:v>
                </c:pt>
                <c:pt idx="491">
                  <c:v>45979</c:v>
                </c:pt>
                <c:pt idx="492">
                  <c:v>45980</c:v>
                </c:pt>
                <c:pt idx="493">
                  <c:v>45981</c:v>
                </c:pt>
                <c:pt idx="494">
                  <c:v>45982</c:v>
                </c:pt>
                <c:pt idx="495">
                  <c:v>45985</c:v>
                </c:pt>
                <c:pt idx="496">
                  <c:v>45986</c:v>
                </c:pt>
                <c:pt idx="497">
                  <c:v>45987</c:v>
                </c:pt>
                <c:pt idx="498">
                  <c:v>45988</c:v>
                </c:pt>
                <c:pt idx="499">
                  <c:v>45989</c:v>
                </c:pt>
                <c:pt idx="500">
                  <c:v>45992</c:v>
                </c:pt>
                <c:pt idx="501">
                  <c:v>45993</c:v>
                </c:pt>
                <c:pt idx="502">
                  <c:v>45994</c:v>
                </c:pt>
                <c:pt idx="503">
                  <c:v>45995</c:v>
                </c:pt>
                <c:pt idx="504">
                  <c:v>45996</c:v>
                </c:pt>
                <c:pt idx="505">
                  <c:v>45999</c:v>
                </c:pt>
                <c:pt idx="506">
                  <c:v>46000</c:v>
                </c:pt>
                <c:pt idx="507">
                  <c:v>46001</c:v>
                </c:pt>
                <c:pt idx="508">
                  <c:v>46002</c:v>
                </c:pt>
                <c:pt idx="509">
                  <c:v>46003</c:v>
                </c:pt>
                <c:pt idx="510">
                  <c:v>46006</c:v>
                </c:pt>
                <c:pt idx="511">
                  <c:v>46007</c:v>
                </c:pt>
                <c:pt idx="512">
                  <c:v>46008</c:v>
                </c:pt>
                <c:pt idx="513">
                  <c:v>46009</c:v>
                </c:pt>
                <c:pt idx="514">
                  <c:v>46010</c:v>
                </c:pt>
                <c:pt idx="515">
                  <c:v>46013</c:v>
                </c:pt>
                <c:pt idx="516">
                  <c:v>46014</c:v>
                </c:pt>
                <c:pt idx="517">
                  <c:v>46015</c:v>
                </c:pt>
                <c:pt idx="518">
                  <c:v>46016</c:v>
                </c:pt>
                <c:pt idx="519">
                  <c:v>46017</c:v>
                </c:pt>
                <c:pt idx="520">
                  <c:v>46020</c:v>
                </c:pt>
                <c:pt idx="521">
                  <c:v>46021</c:v>
                </c:pt>
                <c:pt idx="522">
                  <c:v>46022</c:v>
                </c:pt>
                <c:pt idx="523">
                  <c:v>46023</c:v>
                </c:pt>
                <c:pt idx="524">
                  <c:v>46024</c:v>
                </c:pt>
                <c:pt idx="525">
                  <c:v>46027</c:v>
                </c:pt>
                <c:pt idx="526">
                  <c:v>46028</c:v>
                </c:pt>
                <c:pt idx="527">
                  <c:v>46029</c:v>
                </c:pt>
                <c:pt idx="528">
                  <c:v>46030</c:v>
                </c:pt>
                <c:pt idx="529">
                  <c:v>46031</c:v>
                </c:pt>
                <c:pt idx="530">
                  <c:v>46034</c:v>
                </c:pt>
                <c:pt idx="531">
                  <c:v>46035</c:v>
                </c:pt>
                <c:pt idx="532">
                  <c:v>46036</c:v>
                </c:pt>
                <c:pt idx="533">
                  <c:v>46037</c:v>
                </c:pt>
                <c:pt idx="534">
                  <c:v>46038</c:v>
                </c:pt>
                <c:pt idx="535">
                  <c:v>46041</c:v>
                </c:pt>
                <c:pt idx="536">
                  <c:v>46042</c:v>
                </c:pt>
                <c:pt idx="537">
                  <c:v>46043</c:v>
                </c:pt>
                <c:pt idx="538">
                  <c:v>46044</c:v>
                </c:pt>
                <c:pt idx="539">
                  <c:v>46045</c:v>
                </c:pt>
                <c:pt idx="540">
                  <c:v>46048</c:v>
                </c:pt>
                <c:pt idx="541">
                  <c:v>46049</c:v>
                </c:pt>
                <c:pt idx="542">
                  <c:v>46050</c:v>
                </c:pt>
                <c:pt idx="543">
                  <c:v>46051</c:v>
                </c:pt>
                <c:pt idx="544">
                  <c:v>46052</c:v>
                </c:pt>
                <c:pt idx="545">
                  <c:v>46055</c:v>
                </c:pt>
                <c:pt idx="546">
                  <c:v>46056</c:v>
                </c:pt>
                <c:pt idx="547">
                  <c:v>46057</c:v>
                </c:pt>
                <c:pt idx="548">
                  <c:v>46058</c:v>
                </c:pt>
                <c:pt idx="549">
                  <c:v>46059</c:v>
                </c:pt>
                <c:pt idx="550">
                  <c:v>46062</c:v>
                </c:pt>
                <c:pt idx="551">
                  <c:v>46063</c:v>
                </c:pt>
                <c:pt idx="552">
                  <c:v>46064</c:v>
                </c:pt>
                <c:pt idx="553">
                  <c:v>46065</c:v>
                </c:pt>
                <c:pt idx="554">
                  <c:v>46066</c:v>
                </c:pt>
                <c:pt idx="555">
                  <c:v>46069</c:v>
                </c:pt>
                <c:pt idx="556">
                  <c:v>46070</c:v>
                </c:pt>
                <c:pt idx="557">
                  <c:v>46071</c:v>
                </c:pt>
                <c:pt idx="558">
                  <c:v>46072</c:v>
                </c:pt>
                <c:pt idx="559">
                  <c:v>46073</c:v>
                </c:pt>
                <c:pt idx="560">
                  <c:v>46076</c:v>
                </c:pt>
                <c:pt idx="561">
                  <c:v>46077</c:v>
                </c:pt>
                <c:pt idx="562">
                  <c:v>46078</c:v>
                </c:pt>
                <c:pt idx="563">
                  <c:v>46079</c:v>
                </c:pt>
                <c:pt idx="564">
                  <c:v>46080</c:v>
                </c:pt>
                <c:pt idx="565">
                  <c:v>46083</c:v>
                </c:pt>
                <c:pt idx="566">
                  <c:v>46084</c:v>
                </c:pt>
                <c:pt idx="567">
                  <c:v>46085</c:v>
                </c:pt>
                <c:pt idx="568">
                  <c:v>46086</c:v>
                </c:pt>
                <c:pt idx="569">
                  <c:v>46087</c:v>
                </c:pt>
                <c:pt idx="570">
                  <c:v>46090</c:v>
                </c:pt>
                <c:pt idx="571">
                  <c:v>46091</c:v>
                </c:pt>
                <c:pt idx="572">
                  <c:v>46092</c:v>
                </c:pt>
                <c:pt idx="573">
                  <c:v>46093</c:v>
                </c:pt>
                <c:pt idx="574">
                  <c:v>46094</c:v>
                </c:pt>
                <c:pt idx="575">
                  <c:v>46097</c:v>
                </c:pt>
                <c:pt idx="576">
                  <c:v>46098</c:v>
                </c:pt>
                <c:pt idx="577">
                  <c:v>46099</c:v>
                </c:pt>
                <c:pt idx="578">
                  <c:v>46100</c:v>
                </c:pt>
                <c:pt idx="579">
                  <c:v>46101</c:v>
                </c:pt>
                <c:pt idx="580">
                  <c:v>46104</c:v>
                </c:pt>
                <c:pt idx="581">
                  <c:v>46105</c:v>
                </c:pt>
                <c:pt idx="582">
                  <c:v>46106</c:v>
                </c:pt>
                <c:pt idx="583">
                  <c:v>46107</c:v>
                </c:pt>
                <c:pt idx="584">
                  <c:v>46108</c:v>
                </c:pt>
                <c:pt idx="585">
                  <c:v>46111</c:v>
                </c:pt>
                <c:pt idx="586">
                  <c:v>46112</c:v>
                </c:pt>
                <c:pt idx="587">
                  <c:v>46113</c:v>
                </c:pt>
                <c:pt idx="588">
                  <c:v>46114</c:v>
                </c:pt>
                <c:pt idx="589">
                  <c:v>46115</c:v>
                </c:pt>
                <c:pt idx="590">
                  <c:v>46118</c:v>
                </c:pt>
                <c:pt idx="591">
                  <c:v>46119</c:v>
                </c:pt>
                <c:pt idx="592">
                  <c:v>46120</c:v>
                </c:pt>
                <c:pt idx="593">
                  <c:v>46121</c:v>
                </c:pt>
                <c:pt idx="594">
                  <c:v>46122</c:v>
                </c:pt>
                <c:pt idx="595">
                  <c:v>46125</c:v>
                </c:pt>
                <c:pt idx="596">
                  <c:v>46126</c:v>
                </c:pt>
                <c:pt idx="597">
                  <c:v>46127</c:v>
                </c:pt>
                <c:pt idx="598">
                  <c:v>46128</c:v>
                </c:pt>
                <c:pt idx="599">
                  <c:v>46129</c:v>
                </c:pt>
                <c:pt idx="600">
                  <c:v>46132</c:v>
                </c:pt>
                <c:pt idx="601">
                  <c:v>46133</c:v>
                </c:pt>
                <c:pt idx="602">
                  <c:v>46134</c:v>
                </c:pt>
                <c:pt idx="603">
                  <c:v>46135</c:v>
                </c:pt>
                <c:pt idx="604">
                  <c:v>46136</c:v>
                </c:pt>
                <c:pt idx="605">
                  <c:v>46139</c:v>
                </c:pt>
                <c:pt idx="606">
                  <c:v>46140</c:v>
                </c:pt>
                <c:pt idx="607">
                  <c:v>46141</c:v>
                </c:pt>
                <c:pt idx="608">
                  <c:v>46142</c:v>
                </c:pt>
                <c:pt idx="609">
                  <c:v>46143</c:v>
                </c:pt>
                <c:pt idx="610">
                  <c:v>46146</c:v>
                </c:pt>
                <c:pt idx="611">
                  <c:v>46147</c:v>
                </c:pt>
                <c:pt idx="612">
                  <c:v>46148</c:v>
                </c:pt>
                <c:pt idx="613">
                  <c:v>46149</c:v>
                </c:pt>
                <c:pt idx="614">
                  <c:v>46150</c:v>
                </c:pt>
                <c:pt idx="615">
                  <c:v>46153</c:v>
                </c:pt>
                <c:pt idx="616">
                  <c:v>46154</c:v>
                </c:pt>
                <c:pt idx="617">
                  <c:v>46155</c:v>
                </c:pt>
                <c:pt idx="618">
                  <c:v>46156</c:v>
                </c:pt>
                <c:pt idx="619">
                  <c:v>46157</c:v>
                </c:pt>
                <c:pt idx="620">
                  <c:v>46160</c:v>
                </c:pt>
                <c:pt idx="621">
                  <c:v>46161</c:v>
                </c:pt>
                <c:pt idx="622">
                  <c:v>46162</c:v>
                </c:pt>
                <c:pt idx="623">
                  <c:v>46163</c:v>
                </c:pt>
                <c:pt idx="624">
                  <c:v>46164</c:v>
                </c:pt>
                <c:pt idx="625">
                  <c:v>46167</c:v>
                </c:pt>
                <c:pt idx="626">
                  <c:v>46168</c:v>
                </c:pt>
                <c:pt idx="627">
                  <c:v>46169</c:v>
                </c:pt>
                <c:pt idx="628">
                  <c:v>46170</c:v>
                </c:pt>
                <c:pt idx="629">
                  <c:v>46171</c:v>
                </c:pt>
                <c:pt idx="630">
                  <c:v>46174</c:v>
                </c:pt>
                <c:pt idx="631">
                  <c:v>46175</c:v>
                </c:pt>
                <c:pt idx="632">
                  <c:v>46176</c:v>
                </c:pt>
                <c:pt idx="633">
                  <c:v>46177</c:v>
                </c:pt>
                <c:pt idx="634">
                  <c:v>46178</c:v>
                </c:pt>
              </c:numCache>
            </c:numRef>
          </c:cat>
          <c:val>
            <c:numRef>
              <c:f>'2026企业融资成本 PE'!$L$2:$L$636</c:f>
              <c:numCache>
                <c:formatCode>General</c:formatCode>
                <c:ptCount val="635"/>
                <c:pt idx="0">
                  <c:v>22.748699999999999</c:v>
                </c:pt>
                <c:pt idx="1">
                  <c:v>22.619900000000001</c:v>
                </c:pt>
                <c:pt idx="2">
                  <c:v>22.438600000000001</c:v>
                </c:pt>
                <c:pt idx="3">
                  <c:v>22.361699999999999</c:v>
                </c:pt>
                <c:pt idx="4">
                  <c:v>22.4025</c:v>
                </c:pt>
                <c:pt idx="5">
                  <c:v>22.718699999999998</c:v>
                </c:pt>
                <c:pt idx="6">
                  <c:v>22.685099999999998</c:v>
                </c:pt>
                <c:pt idx="7">
                  <c:v>22.813700000000001</c:v>
                </c:pt>
                <c:pt idx="8">
                  <c:v>22.798400000000001</c:v>
                </c:pt>
                <c:pt idx="9">
                  <c:v>22.8155</c:v>
                </c:pt>
                <c:pt idx="10">
                  <c:v>22.8155</c:v>
                </c:pt>
                <c:pt idx="11">
                  <c:v>22.730399999999999</c:v>
                </c:pt>
                <c:pt idx="12">
                  <c:v>22.602699999999999</c:v>
                </c:pt>
                <c:pt idx="13">
                  <c:v>22.8017</c:v>
                </c:pt>
                <c:pt idx="14">
                  <c:v>23.0825</c:v>
                </c:pt>
                <c:pt idx="15">
                  <c:v>23.133099999999999</c:v>
                </c:pt>
                <c:pt idx="16">
                  <c:v>23.200700000000001</c:v>
                </c:pt>
                <c:pt idx="17">
                  <c:v>23.2195</c:v>
                </c:pt>
                <c:pt idx="18">
                  <c:v>23.341699999999999</c:v>
                </c:pt>
                <c:pt idx="19">
                  <c:v>23.326499999999999</c:v>
                </c:pt>
                <c:pt idx="20">
                  <c:v>23.502700000000001</c:v>
                </c:pt>
                <c:pt idx="21">
                  <c:v>23.488600000000002</c:v>
                </c:pt>
                <c:pt idx="22">
                  <c:v>23.110299999999999</c:v>
                </c:pt>
                <c:pt idx="23">
                  <c:v>23.399100000000001</c:v>
                </c:pt>
                <c:pt idx="24">
                  <c:v>23.649100000000001</c:v>
                </c:pt>
                <c:pt idx="25">
                  <c:v>23.573699999999999</c:v>
                </c:pt>
                <c:pt idx="26">
                  <c:v>23.6282</c:v>
                </c:pt>
                <c:pt idx="27">
                  <c:v>23.822900000000001</c:v>
                </c:pt>
                <c:pt idx="28">
                  <c:v>23.836500000000001</c:v>
                </c:pt>
                <c:pt idx="29">
                  <c:v>23.973400000000002</c:v>
                </c:pt>
                <c:pt idx="30">
                  <c:v>23.950600000000001</c:v>
                </c:pt>
                <c:pt idx="31">
                  <c:v>23.623100000000001</c:v>
                </c:pt>
                <c:pt idx="32">
                  <c:v>23.849399999999999</c:v>
                </c:pt>
                <c:pt idx="33">
                  <c:v>23.988299999999999</c:v>
                </c:pt>
                <c:pt idx="34">
                  <c:v>23.872800000000002</c:v>
                </c:pt>
                <c:pt idx="35">
                  <c:v>23.872800000000002</c:v>
                </c:pt>
                <c:pt idx="36">
                  <c:v>23.729500000000002</c:v>
                </c:pt>
                <c:pt idx="37">
                  <c:v>23.759499999999999</c:v>
                </c:pt>
                <c:pt idx="38">
                  <c:v>24.021799999999999</c:v>
                </c:pt>
                <c:pt idx="39">
                  <c:v>24.043299999999999</c:v>
                </c:pt>
                <c:pt idx="40">
                  <c:v>23.925000000000001</c:v>
                </c:pt>
                <c:pt idx="41">
                  <c:v>23.975200000000001</c:v>
                </c:pt>
                <c:pt idx="42">
                  <c:v>24.004200000000001</c:v>
                </c:pt>
                <c:pt idx="43">
                  <c:v>24.146599999999999</c:v>
                </c:pt>
                <c:pt idx="44">
                  <c:v>24.34</c:v>
                </c:pt>
                <c:pt idx="45">
                  <c:v>24.3109</c:v>
                </c:pt>
                <c:pt idx="46">
                  <c:v>24.058299999999999</c:v>
                </c:pt>
                <c:pt idx="47">
                  <c:v>24.1798</c:v>
                </c:pt>
                <c:pt idx="48">
                  <c:v>24.466100000000001</c:v>
                </c:pt>
                <c:pt idx="49">
                  <c:v>24.3063</c:v>
                </c:pt>
                <c:pt idx="50">
                  <c:v>24.279</c:v>
                </c:pt>
                <c:pt idx="51">
                  <c:v>24.551200000000001</c:v>
                </c:pt>
                <c:pt idx="52">
                  <c:v>24.503900000000002</c:v>
                </c:pt>
                <c:pt idx="53">
                  <c:v>24.4328</c:v>
                </c:pt>
                <c:pt idx="54">
                  <c:v>24.265799999999999</c:v>
                </c:pt>
                <c:pt idx="55">
                  <c:v>24.4191</c:v>
                </c:pt>
                <c:pt idx="56">
                  <c:v>24.556999999999999</c:v>
                </c:pt>
                <c:pt idx="57">
                  <c:v>24.775700000000001</c:v>
                </c:pt>
                <c:pt idx="58">
                  <c:v>24.855599999999999</c:v>
                </c:pt>
                <c:pt idx="59">
                  <c:v>24.820699999999999</c:v>
                </c:pt>
                <c:pt idx="60">
                  <c:v>24.744800000000001</c:v>
                </c:pt>
                <c:pt idx="61">
                  <c:v>24.6755</c:v>
                </c:pt>
                <c:pt idx="62">
                  <c:v>24.888500000000001</c:v>
                </c:pt>
                <c:pt idx="63">
                  <c:v>24.9163</c:v>
                </c:pt>
                <c:pt idx="64">
                  <c:v>24.9163</c:v>
                </c:pt>
                <c:pt idx="65">
                  <c:v>24.8645</c:v>
                </c:pt>
                <c:pt idx="66">
                  <c:v>24.6845</c:v>
                </c:pt>
                <c:pt idx="67">
                  <c:v>24.710799999999999</c:v>
                </c:pt>
                <c:pt idx="68">
                  <c:v>24.405999999999999</c:v>
                </c:pt>
                <c:pt idx="69">
                  <c:v>24.6769</c:v>
                </c:pt>
                <c:pt idx="70">
                  <c:v>24.6676</c:v>
                </c:pt>
                <c:pt idx="71">
                  <c:v>24.703299999999999</c:v>
                </c:pt>
                <c:pt idx="72">
                  <c:v>24.4697</c:v>
                </c:pt>
                <c:pt idx="73">
                  <c:v>24.651800000000001</c:v>
                </c:pt>
                <c:pt idx="74">
                  <c:v>24.293099999999999</c:v>
                </c:pt>
                <c:pt idx="75">
                  <c:v>24.001100000000001</c:v>
                </c:pt>
                <c:pt idx="76">
                  <c:v>23.952999999999999</c:v>
                </c:pt>
                <c:pt idx="77">
                  <c:v>23.814499999999999</c:v>
                </c:pt>
                <c:pt idx="78">
                  <c:v>23.761900000000001</c:v>
                </c:pt>
                <c:pt idx="79">
                  <c:v>23.553799999999999</c:v>
                </c:pt>
                <c:pt idx="80">
                  <c:v>23.759499999999999</c:v>
                </c:pt>
                <c:pt idx="81">
                  <c:v>24.043700000000001</c:v>
                </c:pt>
                <c:pt idx="82">
                  <c:v>24.0489</c:v>
                </c:pt>
                <c:pt idx="83">
                  <c:v>23.938800000000001</c:v>
                </c:pt>
                <c:pt idx="84">
                  <c:v>24.183199999999999</c:v>
                </c:pt>
                <c:pt idx="85">
                  <c:v>24.260100000000001</c:v>
                </c:pt>
                <c:pt idx="86">
                  <c:v>23.878399999999999</c:v>
                </c:pt>
                <c:pt idx="87">
                  <c:v>23.8019</c:v>
                </c:pt>
                <c:pt idx="88">
                  <c:v>24.019100000000002</c:v>
                </c:pt>
                <c:pt idx="89">
                  <c:v>24.320699999999999</c:v>
                </c:pt>
                <c:pt idx="90">
                  <c:v>24.571899999999999</c:v>
                </c:pt>
                <c:pt idx="91">
                  <c:v>24.604900000000001</c:v>
                </c:pt>
                <c:pt idx="92">
                  <c:v>24.604700000000001</c:v>
                </c:pt>
                <c:pt idx="93">
                  <c:v>24.73</c:v>
                </c:pt>
                <c:pt idx="94">
                  <c:v>24.770800000000001</c:v>
                </c:pt>
                <c:pt idx="95">
                  <c:v>24.764800000000001</c:v>
                </c:pt>
                <c:pt idx="96">
                  <c:v>24.884599999999999</c:v>
                </c:pt>
                <c:pt idx="97">
                  <c:v>25.176200000000001</c:v>
                </c:pt>
                <c:pt idx="98">
                  <c:v>25.123799999999999</c:v>
                </c:pt>
                <c:pt idx="99">
                  <c:v>25.152999999999999</c:v>
                </c:pt>
                <c:pt idx="100">
                  <c:v>25.176100000000002</c:v>
                </c:pt>
                <c:pt idx="101">
                  <c:v>25.239100000000001</c:v>
                </c:pt>
                <c:pt idx="102">
                  <c:v>24.5443</c:v>
                </c:pt>
                <c:pt idx="103">
                  <c:v>24.380800000000001</c:v>
                </c:pt>
                <c:pt idx="104">
                  <c:v>24.551600000000001</c:v>
                </c:pt>
                <c:pt idx="105">
                  <c:v>24.551600000000001</c:v>
                </c:pt>
                <c:pt idx="106">
                  <c:v>24.557700000000001</c:v>
                </c:pt>
                <c:pt idx="107">
                  <c:v>24.388999999999999</c:v>
                </c:pt>
                <c:pt idx="108">
                  <c:v>24.247499999999999</c:v>
                </c:pt>
                <c:pt idx="109">
                  <c:v>24.4422</c:v>
                </c:pt>
                <c:pt idx="110">
                  <c:v>24.4694</c:v>
                </c:pt>
                <c:pt idx="111">
                  <c:v>24.506799999999998</c:v>
                </c:pt>
                <c:pt idx="112">
                  <c:v>24.796299999999999</c:v>
                </c:pt>
                <c:pt idx="113">
                  <c:v>24.7928</c:v>
                </c:pt>
                <c:pt idx="114">
                  <c:v>24.7652</c:v>
                </c:pt>
                <c:pt idx="115">
                  <c:v>24.8309</c:v>
                </c:pt>
                <c:pt idx="116">
                  <c:v>24.898199999999999</c:v>
                </c:pt>
                <c:pt idx="117">
                  <c:v>25.145</c:v>
                </c:pt>
                <c:pt idx="118">
                  <c:v>25.204000000000001</c:v>
                </c:pt>
                <c:pt idx="119">
                  <c:v>25.194099999999999</c:v>
                </c:pt>
                <c:pt idx="120">
                  <c:v>25.3871</c:v>
                </c:pt>
                <c:pt idx="121">
                  <c:v>25.4511</c:v>
                </c:pt>
                <c:pt idx="122">
                  <c:v>25.4511</c:v>
                </c:pt>
                <c:pt idx="123">
                  <c:v>25.3855</c:v>
                </c:pt>
                <c:pt idx="124">
                  <c:v>25.357199999999999</c:v>
                </c:pt>
                <c:pt idx="125">
                  <c:v>25.279399999999999</c:v>
                </c:pt>
                <c:pt idx="126">
                  <c:v>25.378900000000002</c:v>
                </c:pt>
                <c:pt idx="127">
                  <c:v>25.418800000000001</c:v>
                </c:pt>
                <c:pt idx="128">
                  <c:v>25.441800000000001</c:v>
                </c:pt>
                <c:pt idx="129">
                  <c:v>25.337900000000001</c:v>
                </c:pt>
                <c:pt idx="130">
                  <c:v>25.375</c:v>
                </c:pt>
                <c:pt idx="131">
                  <c:v>25.5322</c:v>
                </c:pt>
                <c:pt idx="132">
                  <c:v>25.662099999999999</c:v>
                </c:pt>
                <c:pt idx="133">
                  <c:v>25.662099999999999</c:v>
                </c:pt>
                <c:pt idx="134">
                  <c:v>25.8019</c:v>
                </c:pt>
                <c:pt idx="135">
                  <c:v>25.828099999999999</c:v>
                </c:pt>
                <c:pt idx="136">
                  <c:v>25.847300000000001</c:v>
                </c:pt>
                <c:pt idx="137">
                  <c:v>26.1111</c:v>
                </c:pt>
                <c:pt idx="138">
                  <c:v>25.882300000000001</c:v>
                </c:pt>
                <c:pt idx="139">
                  <c:v>26.025099999999998</c:v>
                </c:pt>
                <c:pt idx="140">
                  <c:v>26.098600000000001</c:v>
                </c:pt>
                <c:pt idx="141">
                  <c:v>26.2654</c:v>
                </c:pt>
                <c:pt idx="142">
                  <c:v>25.8996</c:v>
                </c:pt>
                <c:pt idx="143">
                  <c:v>25.697099999999999</c:v>
                </c:pt>
                <c:pt idx="144">
                  <c:v>25.5137</c:v>
                </c:pt>
                <c:pt idx="145">
                  <c:v>25.789000000000001</c:v>
                </c:pt>
                <c:pt idx="146">
                  <c:v>25.748799999999999</c:v>
                </c:pt>
                <c:pt idx="147">
                  <c:v>25.152799999999999</c:v>
                </c:pt>
                <c:pt idx="148">
                  <c:v>25.023399999999999</c:v>
                </c:pt>
                <c:pt idx="149">
                  <c:v>25.300899999999999</c:v>
                </c:pt>
                <c:pt idx="150">
                  <c:v>25.3215</c:v>
                </c:pt>
                <c:pt idx="151">
                  <c:v>25.195900000000002</c:v>
                </c:pt>
                <c:pt idx="152">
                  <c:v>25.593800000000002</c:v>
                </c:pt>
                <c:pt idx="153">
                  <c:v>25.243400000000001</c:v>
                </c:pt>
                <c:pt idx="154">
                  <c:v>24.779299999999999</c:v>
                </c:pt>
                <c:pt idx="155">
                  <c:v>24.0367</c:v>
                </c:pt>
                <c:pt idx="156">
                  <c:v>24.285599999999999</c:v>
                </c:pt>
                <c:pt idx="157">
                  <c:v>24.097799999999999</c:v>
                </c:pt>
                <c:pt idx="158">
                  <c:v>24.652999999999999</c:v>
                </c:pt>
                <c:pt idx="159">
                  <c:v>24.7682</c:v>
                </c:pt>
                <c:pt idx="160">
                  <c:v>24.769300000000001</c:v>
                </c:pt>
                <c:pt idx="161">
                  <c:v>25.186599999999999</c:v>
                </c:pt>
                <c:pt idx="162">
                  <c:v>25.290400000000002</c:v>
                </c:pt>
                <c:pt idx="163">
                  <c:v>25.698399999999999</c:v>
                </c:pt>
                <c:pt idx="164">
                  <c:v>25.749600000000001</c:v>
                </c:pt>
                <c:pt idx="165">
                  <c:v>25.9999</c:v>
                </c:pt>
                <c:pt idx="166">
                  <c:v>25.9483</c:v>
                </c:pt>
                <c:pt idx="167">
                  <c:v>26.058299999999999</c:v>
                </c:pt>
                <c:pt idx="168">
                  <c:v>25.825600000000001</c:v>
                </c:pt>
                <c:pt idx="169">
                  <c:v>26.1221</c:v>
                </c:pt>
                <c:pt idx="170">
                  <c:v>26.0397</c:v>
                </c:pt>
                <c:pt idx="171">
                  <c:v>26.081299999999999</c:v>
                </c:pt>
                <c:pt idx="172">
                  <c:v>25.420500000000001</c:v>
                </c:pt>
                <c:pt idx="173">
                  <c:v>25.424600000000002</c:v>
                </c:pt>
                <c:pt idx="174">
                  <c:v>25.6844</c:v>
                </c:pt>
                <c:pt idx="175">
                  <c:v>25.6844</c:v>
                </c:pt>
                <c:pt idx="176">
                  <c:v>25.140999999999998</c:v>
                </c:pt>
                <c:pt idx="177">
                  <c:v>25.102900000000002</c:v>
                </c:pt>
                <c:pt idx="178">
                  <c:v>25.058</c:v>
                </c:pt>
                <c:pt idx="179">
                  <c:v>24.625499999999999</c:v>
                </c:pt>
                <c:pt idx="180">
                  <c:v>24.910599999999999</c:v>
                </c:pt>
                <c:pt idx="181">
                  <c:v>25.021999999999998</c:v>
                </c:pt>
                <c:pt idx="182">
                  <c:v>25.2895</c:v>
                </c:pt>
                <c:pt idx="183">
                  <c:v>25.479099999999999</c:v>
                </c:pt>
                <c:pt idx="184">
                  <c:v>25.616900000000001</c:v>
                </c:pt>
                <c:pt idx="185">
                  <c:v>25.649100000000001</c:v>
                </c:pt>
                <c:pt idx="186">
                  <c:v>25.655899999999999</c:v>
                </c:pt>
                <c:pt idx="187">
                  <c:v>25.581600000000002</c:v>
                </c:pt>
                <c:pt idx="188">
                  <c:v>26.015899999999998</c:v>
                </c:pt>
                <c:pt idx="189">
                  <c:v>25.965399999999999</c:v>
                </c:pt>
                <c:pt idx="190">
                  <c:v>26.0383</c:v>
                </c:pt>
                <c:pt idx="191">
                  <c:v>26.104199999999999</c:v>
                </c:pt>
                <c:pt idx="192">
                  <c:v>26.055599999999998</c:v>
                </c:pt>
                <c:pt idx="193">
                  <c:v>26.160799999999998</c:v>
                </c:pt>
                <c:pt idx="194">
                  <c:v>26.128</c:v>
                </c:pt>
                <c:pt idx="195">
                  <c:v>26.238700000000001</c:v>
                </c:pt>
                <c:pt idx="196">
                  <c:v>25.991199999999999</c:v>
                </c:pt>
                <c:pt idx="197">
                  <c:v>25.994800000000001</c:v>
                </c:pt>
                <c:pt idx="198">
                  <c:v>25.9511</c:v>
                </c:pt>
                <c:pt idx="199">
                  <c:v>26.183900000000001</c:v>
                </c:pt>
                <c:pt idx="200">
                  <c:v>25.9329</c:v>
                </c:pt>
                <c:pt idx="201">
                  <c:v>26.184200000000001</c:v>
                </c:pt>
                <c:pt idx="202">
                  <c:v>26.3705</c:v>
                </c:pt>
                <c:pt idx="203">
                  <c:v>26.315899999999999</c:v>
                </c:pt>
                <c:pt idx="204">
                  <c:v>26.475100000000001</c:v>
                </c:pt>
                <c:pt idx="205">
                  <c:v>26.679200000000002</c:v>
                </c:pt>
                <c:pt idx="206">
                  <c:v>26.476199999999999</c:v>
                </c:pt>
                <c:pt idx="207">
                  <c:v>26.600100000000001</c:v>
                </c:pt>
                <c:pt idx="208">
                  <c:v>26.595500000000001</c:v>
                </c:pt>
                <c:pt idx="209">
                  <c:v>26.7011</c:v>
                </c:pt>
                <c:pt idx="210">
                  <c:v>26.6525</c:v>
                </c:pt>
                <c:pt idx="211">
                  <c:v>26.639800000000001</c:v>
                </c:pt>
                <c:pt idx="212">
                  <c:v>26.3949</c:v>
                </c:pt>
                <c:pt idx="213">
                  <c:v>26.453499999999998</c:v>
                </c:pt>
                <c:pt idx="214">
                  <c:v>26.445599999999999</c:v>
                </c:pt>
                <c:pt idx="215">
                  <c:v>26.515699999999999</c:v>
                </c:pt>
                <c:pt idx="216">
                  <c:v>26.559899999999999</c:v>
                </c:pt>
                <c:pt idx="217">
                  <c:v>26.472300000000001</c:v>
                </c:pt>
                <c:pt idx="218">
                  <c:v>25.979500000000002</c:v>
                </c:pt>
                <c:pt idx="219">
                  <c:v>26.085799999999999</c:v>
                </c:pt>
                <c:pt idx="220">
                  <c:v>26.012</c:v>
                </c:pt>
                <c:pt idx="221">
                  <c:v>26.331099999999999</c:v>
                </c:pt>
                <c:pt idx="222">
                  <c:v>26.997199999999999</c:v>
                </c:pt>
                <c:pt idx="223">
                  <c:v>27.197800000000001</c:v>
                </c:pt>
                <c:pt idx="224">
                  <c:v>27.3</c:v>
                </c:pt>
                <c:pt idx="225">
                  <c:v>27.3264</c:v>
                </c:pt>
                <c:pt idx="226">
                  <c:v>27.247399999999999</c:v>
                </c:pt>
                <c:pt idx="227">
                  <c:v>27.253699999999998</c:v>
                </c:pt>
                <c:pt idx="228">
                  <c:v>27.088799999999999</c:v>
                </c:pt>
                <c:pt idx="229">
                  <c:v>26.731200000000001</c:v>
                </c:pt>
                <c:pt idx="230">
                  <c:v>26.835899999999999</c:v>
                </c:pt>
                <c:pt idx="231">
                  <c:v>26.9422</c:v>
                </c:pt>
                <c:pt idx="232">
                  <c:v>26.4495</c:v>
                </c:pt>
                <c:pt idx="233">
                  <c:v>26.594100000000001</c:v>
                </c:pt>
                <c:pt idx="234">
                  <c:v>26.686199999999999</c:v>
                </c:pt>
                <c:pt idx="235">
                  <c:v>26.767900000000001</c:v>
                </c:pt>
                <c:pt idx="236">
                  <c:v>26.931799999999999</c:v>
                </c:pt>
                <c:pt idx="237">
                  <c:v>26.834399999999999</c:v>
                </c:pt>
                <c:pt idx="238">
                  <c:v>26.834399999999999</c:v>
                </c:pt>
                <c:pt idx="239">
                  <c:v>26.9849</c:v>
                </c:pt>
                <c:pt idx="240">
                  <c:v>27.050999999999998</c:v>
                </c:pt>
                <c:pt idx="241">
                  <c:v>27.072399999999998</c:v>
                </c:pt>
                <c:pt idx="242">
                  <c:v>27.2437</c:v>
                </c:pt>
                <c:pt idx="243">
                  <c:v>27.191099999999999</c:v>
                </c:pt>
                <c:pt idx="244">
                  <c:v>27.261500000000002</c:v>
                </c:pt>
                <c:pt idx="245">
                  <c:v>27.094000000000001</c:v>
                </c:pt>
                <c:pt idx="246">
                  <c:v>27.013000000000002</c:v>
                </c:pt>
                <c:pt idx="247">
                  <c:v>27.234000000000002</c:v>
                </c:pt>
                <c:pt idx="248">
                  <c:v>27.245799999999999</c:v>
                </c:pt>
                <c:pt idx="249">
                  <c:v>27.244900000000001</c:v>
                </c:pt>
                <c:pt idx="250">
                  <c:v>27.3491</c:v>
                </c:pt>
                <c:pt idx="251">
                  <c:v>27.244499999999999</c:v>
                </c:pt>
                <c:pt idx="252">
                  <c:v>26.440799999999999</c:v>
                </c:pt>
                <c:pt idx="253">
                  <c:v>26.417899999999999</c:v>
                </c:pt>
                <c:pt idx="254">
                  <c:v>26.705400000000001</c:v>
                </c:pt>
                <c:pt idx="255">
                  <c:v>26.901299999999999</c:v>
                </c:pt>
                <c:pt idx="256">
                  <c:v>27.198399999999999</c:v>
                </c:pt>
                <c:pt idx="257">
                  <c:v>27.198399999999999</c:v>
                </c:pt>
                <c:pt idx="258">
                  <c:v>27.1874</c:v>
                </c:pt>
                <c:pt idx="259">
                  <c:v>26.886800000000001</c:v>
                </c:pt>
                <c:pt idx="260">
                  <c:v>26.599</c:v>
                </c:pt>
                <c:pt idx="261">
                  <c:v>26.485099999999999</c:v>
                </c:pt>
                <c:pt idx="262">
                  <c:v>26.483799999999999</c:v>
                </c:pt>
                <c:pt idx="263">
                  <c:v>26.424900000000001</c:v>
                </c:pt>
                <c:pt idx="264">
                  <c:v>26.7578</c:v>
                </c:pt>
                <c:pt idx="265">
                  <c:v>26.905999999999999</c:v>
                </c:pt>
                <c:pt idx="266">
                  <c:v>26.607199999999999</c:v>
                </c:pt>
                <c:pt idx="267">
                  <c:v>26.648700000000002</c:v>
                </c:pt>
                <c:pt idx="268">
                  <c:v>26.648700000000002</c:v>
                </c:pt>
                <c:pt idx="269">
                  <c:v>26.238</c:v>
                </c:pt>
                <c:pt idx="270">
                  <c:v>26.279399999999999</c:v>
                </c:pt>
                <c:pt idx="271">
                  <c:v>26.3095</c:v>
                </c:pt>
                <c:pt idx="272">
                  <c:v>26.7913</c:v>
                </c:pt>
                <c:pt idx="273">
                  <c:v>26.7347</c:v>
                </c:pt>
                <c:pt idx="274">
                  <c:v>27.001799999999999</c:v>
                </c:pt>
                <c:pt idx="275">
                  <c:v>27.001799999999999</c:v>
                </c:pt>
                <c:pt idx="276">
                  <c:v>27.238600000000002</c:v>
                </c:pt>
                <c:pt idx="277">
                  <c:v>27.404</c:v>
                </c:pt>
                <c:pt idx="278">
                  <c:v>27.549600000000002</c:v>
                </c:pt>
                <c:pt idx="279">
                  <c:v>27.4709</c:v>
                </c:pt>
                <c:pt idx="280">
                  <c:v>27.070399999999999</c:v>
                </c:pt>
                <c:pt idx="281">
                  <c:v>27.319900000000001</c:v>
                </c:pt>
                <c:pt idx="282">
                  <c:v>27.1921</c:v>
                </c:pt>
                <c:pt idx="283">
                  <c:v>27.3355</c:v>
                </c:pt>
                <c:pt idx="284">
                  <c:v>27.197600000000001</c:v>
                </c:pt>
                <c:pt idx="285">
                  <c:v>26.990600000000001</c:v>
                </c:pt>
                <c:pt idx="286">
                  <c:v>27.185600000000001</c:v>
                </c:pt>
                <c:pt idx="287">
                  <c:v>27.291899999999998</c:v>
                </c:pt>
                <c:pt idx="288">
                  <c:v>27.388999999999999</c:v>
                </c:pt>
                <c:pt idx="289">
                  <c:v>27.129799999999999</c:v>
                </c:pt>
                <c:pt idx="290">
                  <c:v>27.311900000000001</c:v>
                </c:pt>
                <c:pt idx="291">
                  <c:v>27.321200000000001</c:v>
                </c:pt>
                <c:pt idx="292">
                  <c:v>27.2502</c:v>
                </c:pt>
                <c:pt idx="293">
                  <c:v>27.534300000000002</c:v>
                </c:pt>
                <c:pt idx="294">
                  <c:v>27.532299999999999</c:v>
                </c:pt>
                <c:pt idx="295">
                  <c:v>27.532299999999999</c:v>
                </c:pt>
                <c:pt idx="296">
                  <c:v>27.599599999999999</c:v>
                </c:pt>
                <c:pt idx="297">
                  <c:v>27.665199999999999</c:v>
                </c:pt>
                <c:pt idx="298">
                  <c:v>27.545300000000001</c:v>
                </c:pt>
                <c:pt idx="299">
                  <c:v>27.075299999999999</c:v>
                </c:pt>
                <c:pt idx="300">
                  <c:v>26.9407</c:v>
                </c:pt>
                <c:pt idx="301">
                  <c:v>26.816099999999999</c:v>
                </c:pt>
                <c:pt idx="302">
                  <c:v>25.497399999999999</c:v>
                </c:pt>
                <c:pt idx="303">
                  <c:v>25.069700000000001</c:v>
                </c:pt>
                <c:pt idx="304">
                  <c:v>25.463899999999999</c:v>
                </c:pt>
                <c:pt idx="305">
                  <c:v>25.015499999999999</c:v>
                </c:pt>
                <c:pt idx="306">
                  <c:v>24.720300000000002</c:v>
                </c:pt>
                <c:pt idx="307">
                  <c:v>24.991</c:v>
                </c:pt>
                <c:pt idx="308">
                  <c:v>24.569400000000002</c:v>
                </c:pt>
                <c:pt idx="309">
                  <c:v>24.704999999999998</c:v>
                </c:pt>
                <c:pt idx="310">
                  <c:v>24.038599999999999</c:v>
                </c:pt>
                <c:pt idx="311">
                  <c:v>23.8567</c:v>
                </c:pt>
                <c:pt idx="312">
                  <c:v>23.973299999999998</c:v>
                </c:pt>
                <c:pt idx="313">
                  <c:v>23.638000000000002</c:v>
                </c:pt>
                <c:pt idx="314">
                  <c:v>24.140699999999999</c:v>
                </c:pt>
                <c:pt idx="315">
                  <c:v>24.2956</c:v>
                </c:pt>
                <c:pt idx="316">
                  <c:v>24.0367</c:v>
                </c:pt>
                <c:pt idx="317">
                  <c:v>24.296299999999999</c:v>
                </c:pt>
                <c:pt idx="318">
                  <c:v>24.243200000000002</c:v>
                </c:pt>
                <c:pt idx="319">
                  <c:v>24.263200000000001</c:v>
                </c:pt>
                <c:pt idx="320">
                  <c:v>24.691400000000002</c:v>
                </c:pt>
                <c:pt idx="321">
                  <c:v>24.7302</c:v>
                </c:pt>
                <c:pt idx="322">
                  <c:v>24.437100000000001</c:v>
                </c:pt>
                <c:pt idx="323">
                  <c:v>24.3551</c:v>
                </c:pt>
                <c:pt idx="324">
                  <c:v>23.874400000000001</c:v>
                </c:pt>
                <c:pt idx="325">
                  <c:v>24.006699999999999</c:v>
                </c:pt>
                <c:pt idx="326">
                  <c:v>24.0974</c:v>
                </c:pt>
                <c:pt idx="327">
                  <c:v>24.259599999999999</c:v>
                </c:pt>
                <c:pt idx="328">
                  <c:v>23.0855</c:v>
                </c:pt>
                <c:pt idx="329">
                  <c:v>21.706199999999999</c:v>
                </c:pt>
                <c:pt idx="330">
                  <c:v>21.6556</c:v>
                </c:pt>
                <c:pt idx="331">
                  <c:v>21.3155</c:v>
                </c:pt>
                <c:pt idx="332">
                  <c:v>23.343800000000002</c:v>
                </c:pt>
                <c:pt idx="333">
                  <c:v>22.535900000000002</c:v>
                </c:pt>
                <c:pt idx="334">
                  <c:v>22.9437</c:v>
                </c:pt>
                <c:pt idx="335">
                  <c:v>23.125900000000001</c:v>
                </c:pt>
                <c:pt idx="336">
                  <c:v>23.085999999999999</c:v>
                </c:pt>
                <c:pt idx="337">
                  <c:v>22.5687</c:v>
                </c:pt>
                <c:pt idx="338">
                  <c:v>22.598600000000001</c:v>
                </c:pt>
                <c:pt idx="339">
                  <c:v>22.598600000000001</c:v>
                </c:pt>
                <c:pt idx="340">
                  <c:v>22.065999999999999</c:v>
                </c:pt>
                <c:pt idx="341">
                  <c:v>22.620200000000001</c:v>
                </c:pt>
                <c:pt idx="342">
                  <c:v>22.9971</c:v>
                </c:pt>
                <c:pt idx="343">
                  <c:v>23.463000000000001</c:v>
                </c:pt>
                <c:pt idx="344">
                  <c:v>23.635999999999999</c:v>
                </c:pt>
                <c:pt idx="345">
                  <c:v>23.651199999999999</c:v>
                </c:pt>
                <c:pt idx="346">
                  <c:v>23.788399999999999</c:v>
                </c:pt>
                <c:pt idx="347">
                  <c:v>23.823599999999999</c:v>
                </c:pt>
                <c:pt idx="348">
                  <c:v>23.973700000000001</c:v>
                </c:pt>
                <c:pt idx="349">
                  <c:v>24.326699999999999</c:v>
                </c:pt>
                <c:pt idx="350">
                  <c:v>24.171500000000002</c:v>
                </c:pt>
                <c:pt idx="351">
                  <c:v>23.985499999999998</c:v>
                </c:pt>
                <c:pt idx="352">
                  <c:v>24.0898</c:v>
                </c:pt>
                <c:pt idx="353">
                  <c:v>24.229500000000002</c:v>
                </c:pt>
                <c:pt idx="354">
                  <c:v>24.212299999999999</c:v>
                </c:pt>
                <c:pt idx="355">
                  <c:v>25.000599999999999</c:v>
                </c:pt>
                <c:pt idx="356">
                  <c:v>25.181799999999999</c:v>
                </c:pt>
                <c:pt idx="357">
                  <c:v>25.207599999999999</c:v>
                </c:pt>
                <c:pt idx="358">
                  <c:v>25.311699999999998</c:v>
                </c:pt>
                <c:pt idx="359">
                  <c:v>25.489100000000001</c:v>
                </c:pt>
                <c:pt idx="360">
                  <c:v>25.511399999999998</c:v>
                </c:pt>
                <c:pt idx="361">
                  <c:v>25.412400000000002</c:v>
                </c:pt>
                <c:pt idx="362">
                  <c:v>25.002400000000002</c:v>
                </c:pt>
                <c:pt idx="363">
                  <c:v>24.991199999999999</c:v>
                </c:pt>
                <c:pt idx="364">
                  <c:v>24.823599999999999</c:v>
                </c:pt>
                <c:pt idx="365">
                  <c:v>24.823599999999999</c:v>
                </c:pt>
                <c:pt idx="366">
                  <c:v>25.331499999999998</c:v>
                </c:pt>
                <c:pt idx="367">
                  <c:v>24.962599999999998</c:v>
                </c:pt>
                <c:pt idx="368">
                  <c:v>25.067299999999999</c:v>
                </c:pt>
                <c:pt idx="369">
                  <c:v>25.065300000000001</c:v>
                </c:pt>
                <c:pt idx="370">
                  <c:v>25.168099999999999</c:v>
                </c:pt>
                <c:pt idx="371">
                  <c:v>25.316099999999999</c:v>
                </c:pt>
                <c:pt idx="372">
                  <c:v>25.317799999999998</c:v>
                </c:pt>
                <c:pt idx="373">
                  <c:v>25.2165</c:v>
                </c:pt>
                <c:pt idx="374">
                  <c:v>25.4757</c:v>
                </c:pt>
                <c:pt idx="375">
                  <c:v>25.499099999999999</c:v>
                </c:pt>
                <c:pt idx="376">
                  <c:v>25.640699999999999</c:v>
                </c:pt>
                <c:pt idx="377">
                  <c:v>25.5703</c:v>
                </c:pt>
                <c:pt idx="378">
                  <c:v>25.668099999999999</c:v>
                </c:pt>
                <c:pt idx="379">
                  <c:v>25.3781</c:v>
                </c:pt>
                <c:pt idx="380">
                  <c:v>25.616499999999998</c:v>
                </c:pt>
                <c:pt idx="381">
                  <c:v>25.4025</c:v>
                </c:pt>
                <c:pt idx="382">
                  <c:v>25.394600000000001</c:v>
                </c:pt>
                <c:pt idx="383">
                  <c:v>25.394600000000001</c:v>
                </c:pt>
                <c:pt idx="384">
                  <c:v>25.3169</c:v>
                </c:pt>
                <c:pt idx="385">
                  <c:v>25.560199999999998</c:v>
                </c:pt>
                <c:pt idx="386">
                  <c:v>25.8444</c:v>
                </c:pt>
                <c:pt idx="387">
                  <c:v>25.8443</c:v>
                </c:pt>
                <c:pt idx="388">
                  <c:v>26.051600000000001</c:v>
                </c:pt>
                <c:pt idx="389">
                  <c:v>26.1876</c:v>
                </c:pt>
                <c:pt idx="390">
                  <c:v>26.322800000000001</c:v>
                </c:pt>
                <c:pt idx="391">
                  <c:v>26.293399999999998</c:v>
                </c:pt>
                <c:pt idx="392">
                  <c:v>26.418099999999999</c:v>
                </c:pt>
                <c:pt idx="393">
                  <c:v>26.638400000000001</c:v>
                </c:pt>
                <c:pt idx="394">
                  <c:v>26.638400000000001</c:v>
                </c:pt>
                <c:pt idx="395">
                  <c:v>26.428999999999998</c:v>
                </c:pt>
                <c:pt idx="396">
                  <c:v>26.4101</c:v>
                </c:pt>
                <c:pt idx="397">
                  <c:v>26.5702</c:v>
                </c:pt>
                <c:pt idx="398">
                  <c:v>26.6431</c:v>
                </c:pt>
                <c:pt idx="399">
                  <c:v>26.555299999999999</c:v>
                </c:pt>
                <c:pt idx="400">
                  <c:v>26.592700000000001</c:v>
                </c:pt>
                <c:pt idx="401">
                  <c:v>26.487500000000001</c:v>
                </c:pt>
                <c:pt idx="402">
                  <c:v>26.571999999999999</c:v>
                </c:pt>
                <c:pt idx="403">
                  <c:v>26.7148</c:v>
                </c:pt>
                <c:pt idx="404">
                  <c:v>26.712399999999999</c:v>
                </c:pt>
                <c:pt idx="405">
                  <c:v>26.7498</c:v>
                </c:pt>
                <c:pt idx="406">
                  <c:v>26.7669</c:v>
                </c:pt>
                <c:pt idx="407">
                  <c:v>26.975999999999999</c:v>
                </c:pt>
                <c:pt idx="408">
                  <c:v>26.994800000000001</c:v>
                </c:pt>
                <c:pt idx="409">
                  <c:v>27.1021</c:v>
                </c:pt>
                <c:pt idx="410">
                  <c:v>27.1069</c:v>
                </c:pt>
                <c:pt idx="411">
                  <c:v>27.026599999999998</c:v>
                </c:pt>
                <c:pt idx="412">
                  <c:v>26.992899999999999</c:v>
                </c:pt>
                <c:pt idx="413">
                  <c:v>26.8931</c:v>
                </c:pt>
                <c:pt idx="414">
                  <c:v>26.463100000000001</c:v>
                </c:pt>
                <c:pt idx="415">
                  <c:v>26.853100000000001</c:v>
                </c:pt>
                <c:pt idx="416">
                  <c:v>26.7226</c:v>
                </c:pt>
                <c:pt idx="417">
                  <c:v>26.917200000000001</c:v>
                </c:pt>
                <c:pt idx="418">
                  <c:v>26.895800000000001</c:v>
                </c:pt>
                <c:pt idx="419">
                  <c:v>27.105499999999999</c:v>
                </c:pt>
                <c:pt idx="420">
                  <c:v>27.037700000000001</c:v>
                </c:pt>
                <c:pt idx="421">
                  <c:v>27.3444</c:v>
                </c:pt>
                <c:pt idx="422">
                  <c:v>27.432700000000001</c:v>
                </c:pt>
                <c:pt idx="423">
                  <c:v>27.441099999999999</c:v>
                </c:pt>
                <c:pt idx="424">
                  <c:v>27.361599999999999</c:v>
                </c:pt>
                <c:pt idx="425">
                  <c:v>27.358799999999999</c:v>
                </c:pt>
                <c:pt idx="426">
                  <c:v>27.198499999999999</c:v>
                </c:pt>
                <c:pt idx="427">
                  <c:v>27.132400000000001</c:v>
                </c:pt>
                <c:pt idx="428">
                  <c:v>27.023800000000001</c:v>
                </c:pt>
                <c:pt idx="429">
                  <c:v>27.434100000000001</c:v>
                </c:pt>
                <c:pt idx="430">
                  <c:v>27.3171</c:v>
                </c:pt>
                <c:pt idx="431">
                  <c:v>27.43</c:v>
                </c:pt>
                <c:pt idx="432">
                  <c:v>26.900300000000001</c:v>
                </c:pt>
                <c:pt idx="433">
                  <c:v>26.988299999999999</c:v>
                </c:pt>
                <c:pt idx="434">
                  <c:v>26.815799999999999</c:v>
                </c:pt>
                <c:pt idx="435">
                  <c:v>26.815799999999999</c:v>
                </c:pt>
                <c:pt idx="436">
                  <c:v>26.629899999999999</c:v>
                </c:pt>
                <c:pt idx="437">
                  <c:v>26.802299999999999</c:v>
                </c:pt>
                <c:pt idx="438">
                  <c:v>27.078299999999999</c:v>
                </c:pt>
                <c:pt idx="439">
                  <c:v>26.992599999999999</c:v>
                </c:pt>
                <c:pt idx="440">
                  <c:v>27.049499999999998</c:v>
                </c:pt>
                <c:pt idx="441">
                  <c:v>27.125900000000001</c:v>
                </c:pt>
                <c:pt idx="442">
                  <c:v>27.2041</c:v>
                </c:pt>
                <c:pt idx="443">
                  <c:v>27.434699999999999</c:v>
                </c:pt>
                <c:pt idx="444">
                  <c:v>27.421399999999998</c:v>
                </c:pt>
                <c:pt idx="445">
                  <c:v>27.5505</c:v>
                </c:pt>
                <c:pt idx="446">
                  <c:v>27.515000000000001</c:v>
                </c:pt>
                <c:pt idx="447">
                  <c:v>27.488299999999999</c:v>
                </c:pt>
                <c:pt idx="448">
                  <c:v>27.62</c:v>
                </c:pt>
                <c:pt idx="449">
                  <c:v>27.754999999999999</c:v>
                </c:pt>
                <c:pt idx="450">
                  <c:v>27.877500000000001</c:v>
                </c:pt>
                <c:pt idx="451">
                  <c:v>27.724399999999999</c:v>
                </c:pt>
                <c:pt idx="452">
                  <c:v>27.645499999999998</c:v>
                </c:pt>
                <c:pt idx="453">
                  <c:v>27.4953</c:v>
                </c:pt>
                <c:pt idx="454">
                  <c:v>27.657599999999999</c:v>
                </c:pt>
                <c:pt idx="455">
                  <c:v>27.730499999999999</c:v>
                </c:pt>
                <c:pt idx="456">
                  <c:v>27.843900000000001</c:v>
                </c:pt>
                <c:pt idx="457">
                  <c:v>27.932099999999998</c:v>
                </c:pt>
                <c:pt idx="458">
                  <c:v>27.949400000000001</c:v>
                </c:pt>
                <c:pt idx="459">
                  <c:v>27.9512</c:v>
                </c:pt>
                <c:pt idx="460">
                  <c:v>28.0532</c:v>
                </c:pt>
                <c:pt idx="461">
                  <c:v>27.946200000000001</c:v>
                </c:pt>
                <c:pt idx="462">
                  <c:v>28.110399999999998</c:v>
                </c:pt>
                <c:pt idx="463">
                  <c:v>28.032900000000001</c:v>
                </c:pt>
                <c:pt idx="464">
                  <c:v>27.2729</c:v>
                </c:pt>
                <c:pt idx="465">
                  <c:v>27.6983</c:v>
                </c:pt>
                <c:pt idx="466">
                  <c:v>27.655000000000001</c:v>
                </c:pt>
                <c:pt idx="467">
                  <c:v>27.766300000000001</c:v>
                </c:pt>
                <c:pt idx="468">
                  <c:v>27.5916</c:v>
                </c:pt>
                <c:pt idx="469">
                  <c:v>27.736999999999998</c:v>
                </c:pt>
                <c:pt idx="470">
                  <c:v>28.033000000000001</c:v>
                </c:pt>
                <c:pt idx="471">
                  <c:v>28.033899999999999</c:v>
                </c:pt>
                <c:pt idx="472">
                  <c:v>27.8843</c:v>
                </c:pt>
                <c:pt idx="473">
                  <c:v>28.046800000000001</c:v>
                </c:pt>
                <c:pt idx="474">
                  <c:v>28.2684</c:v>
                </c:pt>
                <c:pt idx="475">
                  <c:v>28.6158</c:v>
                </c:pt>
                <c:pt idx="476">
                  <c:v>28.6813</c:v>
                </c:pt>
                <c:pt idx="477">
                  <c:v>28.680099999999999</c:v>
                </c:pt>
                <c:pt idx="478">
                  <c:v>28.396000000000001</c:v>
                </c:pt>
                <c:pt idx="479">
                  <c:v>28.472200000000001</c:v>
                </c:pt>
                <c:pt idx="480">
                  <c:v>28.5212</c:v>
                </c:pt>
                <c:pt idx="481">
                  <c:v>28.186499999999999</c:v>
                </c:pt>
                <c:pt idx="482">
                  <c:v>28.289400000000001</c:v>
                </c:pt>
                <c:pt idx="483">
                  <c:v>27.973600000000001</c:v>
                </c:pt>
                <c:pt idx="484">
                  <c:v>28.008900000000001</c:v>
                </c:pt>
                <c:pt idx="485">
                  <c:v>28.440300000000001</c:v>
                </c:pt>
                <c:pt idx="486">
                  <c:v>28.499300000000002</c:v>
                </c:pt>
                <c:pt idx="487">
                  <c:v>28.517299999999999</c:v>
                </c:pt>
                <c:pt idx="488">
                  <c:v>28.045100000000001</c:v>
                </c:pt>
                <c:pt idx="489">
                  <c:v>28.030999999999999</c:v>
                </c:pt>
                <c:pt idx="490">
                  <c:v>27.7742</c:v>
                </c:pt>
                <c:pt idx="491">
                  <c:v>27.544899999999998</c:v>
                </c:pt>
                <c:pt idx="492">
                  <c:v>26.3916</c:v>
                </c:pt>
                <c:pt idx="493">
                  <c:v>25.9847</c:v>
                </c:pt>
                <c:pt idx="494">
                  <c:v>26.240100000000002</c:v>
                </c:pt>
                <c:pt idx="495">
                  <c:v>26.651</c:v>
                </c:pt>
                <c:pt idx="496">
                  <c:v>26.903300000000002</c:v>
                </c:pt>
                <c:pt idx="497">
                  <c:v>27.089500000000001</c:v>
                </c:pt>
                <c:pt idx="498">
                  <c:v>27.089500000000001</c:v>
                </c:pt>
                <c:pt idx="499">
                  <c:v>27.234500000000001</c:v>
                </c:pt>
                <c:pt idx="500">
                  <c:v>27.089500000000001</c:v>
                </c:pt>
                <c:pt idx="501">
                  <c:v>27.158999999999999</c:v>
                </c:pt>
                <c:pt idx="502">
                  <c:v>27.248999999999999</c:v>
                </c:pt>
                <c:pt idx="503">
                  <c:v>27.292300000000001</c:v>
                </c:pt>
                <c:pt idx="504">
                  <c:v>27.345099999999999</c:v>
                </c:pt>
                <c:pt idx="505">
                  <c:v>27.25</c:v>
                </c:pt>
                <c:pt idx="506">
                  <c:v>27.2255</c:v>
                </c:pt>
                <c:pt idx="507">
                  <c:v>27.4222</c:v>
                </c:pt>
                <c:pt idx="508">
                  <c:v>27.5745</c:v>
                </c:pt>
                <c:pt idx="509">
                  <c:v>27.2804</c:v>
                </c:pt>
                <c:pt idx="510">
                  <c:v>27.236899999999999</c:v>
                </c:pt>
                <c:pt idx="511">
                  <c:v>27.172000000000001</c:v>
                </c:pt>
                <c:pt idx="512">
                  <c:v>26.856999999999999</c:v>
                </c:pt>
                <c:pt idx="513">
                  <c:v>27.07</c:v>
                </c:pt>
                <c:pt idx="514">
                  <c:v>27.308700000000002</c:v>
                </c:pt>
                <c:pt idx="515">
                  <c:v>27.484500000000001</c:v>
                </c:pt>
                <c:pt idx="516">
                  <c:v>27.6096</c:v>
                </c:pt>
                <c:pt idx="517">
                  <c:v>27.698499999999999</c:v>
                </c:pt>
                <c:pt idx="518">
                  <c:v>27.698499999999999</c:v>
                </c:pt>
                <c:pt idx="519">
                  <c:v>27.690100000000001</c:v>
                </c:pt>
                <c:pt idx="520">
                  <c:v>27.593399999999999</c:v>
                </c:pt>
                <c:pt idx="521">
                  <c:v>27.555399999999999</c:v>
                </c:pt>
                <c:pt idx="522">
                  <c:v>27.352699999999999</c:v>
                </c:pt>
                <c:pt idx="523">
                  <c:v>27.352699999999999</c:v>
                </c:pt>
                <c:pt idx="524">
                  <c:v>27.404499999999999</c:v>
                </c:pt>
                <c:pt idx="525">
                  <c:v>27.578700000000001</c:v>
                </c:pt>
                <c:pt idx="526">
                  <c:v>27.7514</c:v>
                </c:pt>
                <c:pt idx="527">
                  <c:v>27.655899999999999</c:v>
                </c:pt>
                <c:pt idx="528">
                  <c:v>27.658100000000001</c:v>
                </c:pt>
                <c:pt idx="529">
                  <c:v>27.837199999999999</c:v>
                </c:pt>
                <c:pt idx="530">
                  <c:v>27.8811</c:v>
                </c:pt>
                <c:pt idx="531">
                  <c:v>27.827000000000002</c:v>
                </c:pt>
                <c:pt idx="532">
                  <c:v>27.678599999999999</c:v>
                </c:pt>
                <c:pt idx="533">
                  <c:v>27.75</c:v>
                </c:pt>
                <c:pt idx="534">
                  <c:v>27.732199999999999</c:v>
                </c:pt>
                <c:pt idx="535">
                  <c:v>27.732199999999999</c:v>
                </c:pt>
                <c:pt idx="536">
                  <c:v>27.1602</c:v>
                </c:pt>
                <c:pt idx="537">
                  <c:v>27.474900000000002</c:v>
                </c:pt>
                <c:pt idx="538">
                  <c:v>27.625699999999998</c:v>
                </c:pt>
                <c:pt idx="539">
                  <c:v>27.634699999999999</c:v>
                </c:pt>
                <c:pt idx="540">
                  <c:v>27.773</c:v>
                </c:pt>
                <c:pt idx="541">
                  <c:v>27.886399999999998</c:v>
                </c:pt>
                <c:pt idx="542">
                  <c:v>27.8841</c:v>
                </c:pt>
                <c:pt idx="543">
                  <c:v>27.848099999999999</c:v>
                </c:pt>
                <c:pt idx="544">
                  <c:v>27.728300000000001</c:v>
                </c:pt>
                <c:pt idx="545">
                  <c:v>27.877800000000001</c:v>
                </c:pt>
                <c:pt idx="546">
                  <c:v>27.6435</c:v>
                </c:pt>
                <c:pt idx="547">
                  <c:v>27.503299999999999</c:v>
                </c:pt>
                <c:pt idx="548">
                  <c:v>27.1663</c:v>
                </c:pt>
                <c:pt idx="549">
                  <c:v>27.7014</c:v>
                </c:pt>
                <c:pt idx="550">
                  <c:v>27.831299999999999</c:v>
                </c:pt>
                <c:pt idx="551">
                  <c:v>27.7394</c:v>
                </c:pt>
                <c:pt idx="552">
                  <c:v>27.738</c:v>
                </c:pt>
                <c:pt idx="553">
                  <c:v>27.306000000000001</c:v>
                </c:pt>
                <c:pt idx="554">
                  <c:v>27.319600000000001</c:v>
                </c:pt>
                <c:pt idx="555">
                  <c:v>27.319600000000001</c:v>
                </c:pt>
                <c:pt idx="556">
                  <c:v>27.347799999999999</c:v>
                </c:pt>
                <c:pt idx="557">
                  <c:v>27.5</c:v>
                </c:pt>
                <c:pt idx="558">
                  <c:v>27.4224</c:v>
                </c:pt>
                <c:pt idx="559">
                  <c:v>27.6127</c:v>
                </c:pt>
                <c:pt idx="560">
                  <c:v>27.325900000000001</c:v>
                </c:pt>
                <c:pt idx="561">
                  <c:v>27.535</c:v>
                </c:pt>
                <c:pt idx="562">
                  <c:v>27.070499999999999</c:v>
                </c:pt>
                <c:pt idx="563">
                  <c:v>26.992999999999999</c:v>
                </c:pt>
                <c:pt idx="564">
                  <c:v>26.8797</c:v>
                </c:pt>
                <c:pt idx="565">
                  <c:v>26.8796</c:v>
                </c:pt>
                <c:pt idx="566">
                  <c:v>26.634699999999999</c:v>
                </c:pt>
                <c:pt idx="567">
                  <c:v>26.8735</c:v>
                </c:pt>
                <c:pt idx="568">
                  <c:v>26.721</c:v>
                </c:pt>
                <c:pt idx="569">
                  <c:v>26.366199999999999</c:v>
                </c:pt>
                <c:pt idx="570">
                  <c:v>26.589400000000001</c:v>
                </c:pt>
                <c:pt idx="571">
                  <c:v>26.532599999999999</c:v>
                </c:pt>
                <c:pt idx="572">
                  <c:v>26.5105</c:v>
                </c:pt>
                <c:pt idx="573">
                  <c:v>26.106000000000002</c:v>
                </c:pt>
                <c:pt idx="574">
                  <c:v>25.947800000000001</c:v>
                </c:pt>
                <c:pt idx="575">
                  <c:v>26.208200000000001</c:v>
                </c:pt>
                <c:pt idx="576">
                  <c:v>26.273299999999999</c:v>
                </c:pt>
                <c:pt idx="577">
                  <c:v>25.915600000000001</c:v>
                </c:pt>
                <c:pt idx="578">
                  <c:v>25.8444</c:v>
                </c:pt>
                <c:pt idx="579">
                  <c:v>25.452999999999999</c:v>
                </c:pt>
                <c:pt idx="580">
                  <c:v>25.744599999999998</c:v>
                </c:pt>
                <c:pt idx="581">
                  <c:v>25.648199999999999</c:v>
                </c:pt>
                <c:pt idx="582">
                  <c:v>25.787199999999999</c:v>
                </c:pt>
                <c:pt idx="583">
                  <c:v>25.338200000000001</c:v>
                </c:pt>
                <c:pt idx="584">
                  <c:v>24.9145</c:v>
                </c:pt>
                <c:pt idx="585">
                  <c:v>24.816199999999998</c:v>
                </c:pt>
                <c:pt idx="586">
                  <c:v>25.539100000000001</c:v>
                </c:pt>
                <c:pt idx="587">
                  <c:v>25.7212</c:v>
                </c:pt>
                <c:pt idx="588">
                  <c:v>25.75</c:v>
                </c:pt>
                <c:pt idx="589">
                  <c:v>25.75</c:v>
                </c:pt>
                <c:pt idx="590">
                  <c:v>25.875699999999998</c:v>
                </c:pt>
                <c:pt idx="591">
                  <c:v>25.895399999999999</c:v>
                </c:pt>
                <c:pt idx="592">
                  <c:v>26.544899999999998</c:v>
                </c:pt>
                <c:pt idx="593">
                  <c:v>26.708600000000001</c:v>
                </c:pt>
                <c:pt idx="594">
                  <c:v>26.6782</c:v>
                </c:pt>
                <c:pt idx="595">
                  <c:v>26.9496</c:v>
                </c:pt>
                <c:pt idx="596">
                  <c:v>27.267199999999999</c:v>
                </c:pt>
                <c:pt idx="597">
                  <c:v>27.4847</c:v>
                </c:pt>
                <c:pt idx="598">
                  <c:v>27.5564</c:v>
                </c:pt>
                <c:pt idx="599">
                  <c:v>27.888200000000001</c:v>
                </c:pt>
                <c:pt idx="600">
                  <c:v>27.821999999999999</c:v>
                </c:pt>
                <c:pt idx="601">
                  <c:v>27.645299999999999</c:v>
                </c:pt>
                <c:pt idx="602">
                  <c:v>27.9345</c:v>
                </c:pt>
                <c:pt idx="603">
                  <c:v>27.819099999999999</c:v>
                </c:pt>
                <c:pt idx="604">
                  <c:v>28.040900000000001</c:v>
                </c:pt>
                <c:pt idx="605">
                  <c:v>28.075399999999998</c:v>
                </c:pt>
                <c:pt idx="606">
                  <c:v>27.937999999999999</c:v>
                </c:pt>
                <c:pt idx="607">
                  <c:v>27.9269</c:v>
                </c:pt>
                <c:pt idx="608">
                  <c:v>28.212800000000001</c:v>
                </c:pt>
                <c:pt idx="609">
                  <c:v>28.295400000000001</c:v>
                </c:pt>
                <c:pt idx="610">
                  <c:v>28.180499999999999</c:v>
                </c:pt>
                <c:pt idx="611">
                  <c:v>28.409300000000002</c:v>
                </c:pt>
                <c:pt idx="612">
                  <c:v>28.823799999999999</c:v>
                </c:pt>
                <c:pt idx="613">
                  <c:v>28.714099999999998</c:v>
                </c:pt>
                <c:pt idx="614">
                  <c:v>28.956099999999999</c:v>
                </c:pt>
                <c:pt idx="615">
                  <c:v>29.0105</c:v>
                </c:pt>
                <c:pt idx="616">
                  <c:v>28.963999999999999</c:v>
                </c:pt>
                <c:pt idx="617">
                  <c:v>29.133400000000002</c:v>
                </c:pt>
                <c:pt idx="618">
                  <c:v>29.3565</c:v>
                </c:pt>
                <c:pt idx="619">
                  <c:v>28.993500000000001</c:v>
                </c:pt>
                <c:pt idx="620">
                  <c:v>28.972200000000001</c:v>
                </c:pt>
                <c:pt idx="621">
                  <c:v>28.778700000000001</c:v>
                </c:pt>
                <c:pt idx="622">
                  <c:v>27.2879</c:v>
                </c:pt>
                <c:pt idx="623">
                  <c:v>27.3446</c:v>
                </c:pt>
                <c:pt idx="624">
                  <c:v>27.4465</c:v>
                </c:pt>
                <c:pt idx="625">
                  <c:v>27.4465</c:v>
                </c:pt>
                <c:pt idx="626">
                  <c:v>27.613800000000001</c:v>
                </c:pt>
                <c:pt idx="627">
                  <c:v>27.6371</c:v>
                </c:pt>
                <c:pt idx="628">
                  <c:v>27.793700000000001</c:v>
                </c:pt>
                <c:pt idx="629">
                  <c:v>27.853999999999999</c:v>
                </c:pt>
                <c:pt idx="630">
                  <c:v>27.927199999999999</c:v>
                </c:pt>
                <c:pt idx="631">
                  <c:v>27.9696</c:v>
                </c:pt>
                <c:pt idx="632">
                  <c:v>27.813400000000001</c:v>
                </c:pt>
                <c:pt idx="633">
                  <c:v>27.926100000000002</c:v>
                </c:pt>
                <c:pt idx="634">
                  <c:v>27.1876</c:v>
                </c:pt>
              </c:numCache>
            </c:numRef>
          </c:val>
          <c:smooth val="0"/>
          <c:extLst>
            <c:ext xmlns:c16="http://schemas.microsoft.com/office/drawing/2014/chart" uri="{C3380CC4-5D6E-409C-BE32-E72D297353CC}">
              <c16:uniqueId val="{00000003-6DE4-47E4-838B-37DF8CE68D81}"/>
            </c:ext>
          </c:extLst>
        </c:ser>
        <c:dLbls>
          <c:showLegendKey val="0"/>
          <c:showVal val="0"/>
          <c:showCatName val="0"/>
          <c:showSerName val="0"/>
          <c:showPercent val="0"/>
          <c:showBubbleSize val="0"/>
        </c:dLbls>
        <c:marker val="1"/>
        <c:smooth val="0"/>
        <c:axId val="2000001058"/>
        <c:axId val="2000001059"/>
      </c:lineChart>
      <c:dateAx>
        <c:axId val="2000001056"/>
        <c:scaling>
          <c:orientation val="minMax"/>
        </c:scaling>
        <c:delete val="0"/>
        <c:axPos val="b"/>
        <c:numFmt formatCode="m/d/yy" sourceLinked="0"/>
        <c:majorTickMark val="none"/>
        <c:minorTickMark val="none"/>
        <c:tickLblPos val="nextTo"/>
        <c:spPr>
          <a:noFill/>
          <a:ln w="6350" cap="flat" cmpd="sng" algn="ctr">
            <a:solidFill>
              <a:sysClr val="windowText" lastClr="000000"/>
            </a:solidFill>
            <a:round/>
          </a:ln>
          <a:effectLst/>
        </c:spPr>
        <c:txPr>
          <a:bodyPr rot="-6000000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1057"/>
        <c:crosses val="autoZero"/>
        <c:auto val="1"/>
        <c:lblOffset val="100"/>
        <c:baseTimeUnit val="days"/>
      </c:dateAx>
      <c:valAx>
        <c:axId val="2000001057"/>
        <c:scaling>
          <c:orientation val="minMax"/>
          <c:min val="10"/>
        </c:scaling>
        <c:delete val="0"/>
        <c:axPos val="l"/>
        <c:numFmt formatCode="0.00" sourceLinked="1"/>
        <c:majorTickMark val="out"/>
        <c:minorTickMark val="none"/>
        <c:tickLblPos val="nextTo"/>
        <c:spPr>
          <a:noFill/>
          <a:ln>
            <a:noFill/>
          </a:ln>
          <a:effectLst/>
        </c:spPr>
        <c:txPr>
          <a:bodyPr rot="-60000000" spcFirstLastPara="1" vertOverflow="ellipsis" vert="horz" wrap="square" anchor="ctr" anchorCtr="1"/>
          <a:lstStyle/>
          <a:p>
            <a:pPr>
              <a:defRPr lang="zh-CN" sz="6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1056"/>
        <c:crosses val="autoZero"/>
        <c:crossBetween val="between"/>
      </c:valAx>
      <c:valAx>
        <c:axId val="2000001059"/>
        <c:scaling>
          <c:orientation val="minMax"/>
          <c:min val="5"/>
        </c:scaling>
        <c:delete val="0"/>
        <c:axPos val="r"/>
        <c:numFmt formatCode="General" sourceLinked="1"/>
        <c:majorTickMark val="out"/>
        <c:minorTickMark val="none"/>
        <c:tickLblPos val="nextTo"/>
        <c:crossAx val="2000001058"/>
        <c:crosses val="max"/>
        <c:crossBetween val="between"/>
      </c:valAx>
      <c:dateAx>
        <c:axId val="2000001058"/>
        <c:scaling>
          <c:orientation val="minMax"/>
        </c:scaling>
        <c:delete val="1"/>
        <c:axPos val="b"/>
        <c:numFmt formatCode="yyyy\-mm\-dd" sourceLinked="1"/>
        <c:majorTickMark val="out"/>
        <c:minorTickMark val="none"/>
        <c:tickLblPos val="nextTo"/>
        <c:crossAx val="2000001059"/>
        <c:crosses val="autoZero"/>
        <c:auto val="1"/>
        <c:lblOffset val="100"/>
        <c:baseTimeUnit val="days"/>
      </c:dateAx>
      <c:spPr>
        <a:noFill/>
        <a:ln>
          <a:noFill/>
        </a:ln>
        <a:effectLst/>
      </c:spPr>
    </c:plotArea>
    <c:legend>
      <c:legendPos val="t"/>
      <c:legendEntry>
        <c:idx val="0"/>
        <c:txPr>
          <a:bodyPr rot="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egendEntry>
        <c:idx val="1"/>
        <c:txPr>
          <a:bodyPr rot="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egendEntry>
        <c:idx val="2"/>
        <c:txPr>
          <a:bodyPr rot="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overlay val="0"/>
      <c:spPr>
        <a:noFill/>
        <a:ln>
          <a:noFill/>
        </a:ln>
        <a:effectLst/>
      </c:spPr>
      <c:txPr>
        <a:bodyPr rot="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
    <c:plotVisOnly val="1"/>
    <c:dispBlanksAs val="gap"/>
    <c:showDLblsOverMax val="0"/>
  </c:chart>
  <c:spPr>
    <a:noFill/>
    <a:ln w="9525" cap="flat" cmpd="sng" algn="ctr">
      <a:noFill/>
      <a:round/>
    </a:ln>
    <a:effectLst/>
  </c:spPr>
  <c:txPr>
    <a:bodyPr/>
    <a:lstStyle/>
    <a:p>
      <a:pPr>
        <a:defRPr lang="zh-CN" sz="60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defRPr>
      </a:pPr>
      <a:endParaRPr lang="zh-CN"/>
    </a:p>
  </c:txPr>
  <c:externalData r:id="rId1">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2123797025371827E-2"/>
          <c:y val="0.10048410615339749"/>
          <c:w val="0.89340638670166239"/>
          <c:h val="0.75180737824438604"/>
        </c:manualLayout>
      </c:layout>
      <c:lineChart>
        <c:grouping val="standard"/>
        <c:varyColors val="0"/>
        <c:ser>
          <c:idx val="0"/>
          <c:order val="0"/>
          <c:tx>
            <c:v>S&amp;P 500 CAPE</c:v>
          </c:tx>
          <c:spPr>
            <a:ln w="22225" cap="rnd" cmpd="sng">
              <a:solidFill>
                <a:srgbClr val="7C80C8"/>
              </a:solidFill>
              <a:prstDash val="solid"/>
              <a:round/>
            </a:ln>
            <a:effectLst/>
          </c:spPr>
          <c:marker>
            <c:symbol val="none"/>
          </c:marker>
          <c:cat>
            <c:numRef>
              <c:f>估值对比!$A$830:$A$1266</c:f>
              <c:numCache>
                <c:formatCode>mmm\-yy</c:formatCode>
                <c:ptCount val="437"/>
                <c:pt idx="0">
                  <c:v>32874</c:v>
                </c:pt>
                <c:pt idx="1">
                  <c:v>32905</c:v>
                </c:pt>
                <c:pt idx="2">
                  <c:v>32933</c:v>
                </c:pt>
                <c:pt idx="3">
                  <c:v>32964</c:v>
                </c:pt>
                <c:pt idx="4">
                  <c:v>32994</c:v>
                </c:pt>
                <c:pt idx="5">
                  <c:v>33025</c:v>
                </c:pt>
                <c:pt idx="6">
                  <c:v>33055</c:v>
                </c:pt>
                <c:pt idx="7">
                  <c:v>33086</c:v>
                </c:pt>
                <c:pt idx="8">
                  <c:v>33117</c:v>
                </c:pt>
                <c:pt idx="9">
                  <c:v>33147</c:v>
                </c:pt>
                <c:pt idx="10">
                  <c:v>33178</c:v>
                </c:pt>
                <c:pt idx="11">
                  <c:v>33208</c:v>
                </c:pt>
                <c:pt idx="12">
                  <c:v>33239</c:v>
                </c:pt>
                <c:pt idx="13">
                  <c:v>33270</c:v>
                </c:pt>
                <c:pt idx="14">
                  <c:v>33298</c:v>
                </c:pt>
                <c:pt idx="15">
                  <c:v>33329</c:v>
                </c:pt>
                <c:pt idx="16">
                  <c:v>33359</c:v>
                </c:pt>
                <c:pt idx="17">
                  <c:v>33390</c:v>
                </c:pt>
                <c:pt idx="18">
                  <c:v>33420</c:v>
                </c:pt>
                <c:pt idx="19">
                  <c:v>33451</c:v>
                </c:pt>
                <c:pt idx="20">
                  <c:v>33482</c:v>
                </c:pt>
                <c:pt idx="21">
                  <c:v>33512</c:v>
                </c:pt>
                <c:pt idx="22">
                  <c:v>33543</c:v>
                </c:pt>
                <c:pt idx="23">
                  <c:v>33573</c:v>
                </c:pt>
                <c:pt idx="24">
                  <c:v>33604</c:v>
                </c:pt>
                <c:pt idx="25">
                  <c:v>33635</c:v>
                </c:pt>
                <c:pt idx="26">
                  <c:v>33664</c:v>
                </c:pt>
                <c:pt idx="27">
                  <c:v>33695</c:v>
                </c:pt>
                <c:pt idx="28">
                  <c:v>33725</c:v>
                </c:pt>
                <c:pt idx="29">
                  <c:v>33756</c:v>
                </c:pt>
                <c:pt idx="30">
                  <c:v>33786</c:v>
                </c:pt>
                <c:pt idx="31">
                  <c:v>33817</c:v>
                </c:pt>
                <c:pt idx="32">
                  <c:v>33848</c:v>
                </c:pt>
                <c:pt idx="33">
                  <c:v>33878</c:v>
                </c:pt>
                <c:pt idx="34">
                  <c:v>33909</c:v>
                </c:pt>
                <c:pt idx="35">
                  <c:v>33939</c:v>
                </c:pt>
                <c:pt idx="36">
                  <c:v>33970</c:v>
                </c:pt>
                <c:pt idx="37">
                  <c:v>34001</c:v>
                </c:pt>
                <c:pt idx="38">
                  <c:v>34029</c:v>
                </c:pt>
                <c:pt idx="39">
                  <c:v>34060</c:v>
                </c:pt>
                <c:pt idx="40">
                  <c:v>34090</c:v>
                </c:pt>
                <c:pt idx="41">
                  <c:v>34121</c:v>
                </c:pt>
                <c:pt idx="42">
                  <c:v>34151</c:v>
                </c:pt>
                <c:pt idx="43">
                  <c:v>34182</c:v>
                </c:pt>
                <c:pt idx="44">
                  <c:v>34213</c:v>
                </c:pt>
                <c:pt idx="45">
                  <c:v>34243</c:v>
                </c:pt>
                <c:pt idx="46">
                  <c:v>34274</c:v>
                </c:pt>
                <c:pt idx="47">
                  <c:v>34304</c:v>
                </c:pt>
                <c:pt idx="48">
                  <c:v>34335</c:v>
                </c:pt>
                <c:pt idx="49">
                  <c:v>34366</c:v>
                </c:pt>
                <c:pt idx="50">
                  <c:v>34394</c:v>
                </c:pt>
                <c:pt idx="51">
                  <c:v>34425</c:v>
                </c:pt>
                <c:pt idx="52">
                  <c:v>34455</c:v>
                </c:pt>
                <c:pt idx="53">
                  <c:v>34486</c:v>
                </c:pt>
                <c:pt idx="54">
                  <c:v>34516</c:v>
                </c:pt>
                <c:pt idx="55">
                  <c:v>34547</c:v>
                </c:pt>
                <c:pt idx="56">
                  <c:v>34578</c:v>
                </c:pt>
                <c:pt idx="57">
                  <c:v>34608</c:v>
                </c:pt>
                <c:pt idx="58">
                  <c:v>34639</c:v>
                </c:pt>
                <c:pt idx="59">
                  <c:v>34669</c:v>
                </c:pt>
                <c:pt idx="60">
                  <c:v>34700</c:v>
                </c:pt>
                <c:pt idx="61">
                  <c:v>34731</c:v>
                </c:pt>
                <c:pt idx="62">
                  <c:v>34759</c:v>
                </c:pt>
                <c:pt idx="63">
                  <c:v>34790</c:v>
                </c:pt>
                <c:pt idx="64">
                  <c:v>34820</c:v>
                </c:pt>
                <c:pt idx="65">
                  <c:v>34851</c:v>
                </c:pt>
                <c:pt idx="66">
                  <c:v>34881</c:v>
                </c:pt>
                <c:pt idx="67">
                  <c:v>34912</c:v>
                </c:pt>
                <c:pt idx="68">
                  <c:v>34943</c:v>
                </c:pt>
                <c:pt idx="69">
                  <c:v>34973</c:v>
                </c:pt>
                <c:pt idx="70">
                  <c:v>35004</c:v>
                </c:pt>
                <c:pt idx="71">
                  <c:v>35034</c:v>
                </c:pt>
                <c:pt idx="72">
                  <c:v>35065</c:v>
                </c:pt>
                <c:pt idx="73">
                  <c:v>35096</c:v>
                </c:pt>
                <c:pt idx="74">
                  <c:v>35125</c:v>
                </c:pt>
                <c:pt idx="75">
                  <c:v>35156</c:v>
                </c:pt>
                <c:pt idx="76">
                  <c:v>35186</c:v>
                </c:pt>
                <c:pt idx="77">
                  <c:v>35217</c:v>
                </c:pt>
                <c:pt idx="78">
                  <c:v>35247</c:v>
                </c:pt>
                <c:pt idx="79">
                  <c:v>35278</c:v>
                </c:pt>
                <c:pt idx="80">
                  <c:v>35309</c:v>
                </c:pt>
                <c:pt idx="81">
                  <c:v>35339</c:v>
                </c:pt>
                <c:pt idx="82">
                  <c:v>35370</c:v>
                </c:pt>
                <c:pt idx="83">
                  <c:v>35400</c:v>
                </c:pt>
                <c:pt idx="84">
                  <c:v>35431</c:v>
                </c:pt>
                <c:pt idx="85">
                  <c:v>35462</c:v>
                </c:pt>
                <c:pt idx="86">
                  <c:v>35490</c:v>
                </c:pt>
                <c:pt idx="87">
                  <c:v>35521</c:v>
                </c:pt>
                <c:pt idx="88">
                  <c:v>35551</c:v>
                </c:pt>
                <c:pt idx="89">
                  <c:v>35582</c:v>
                </c:pt>
                <c:pt idx="90">
                  <c:v>35612</c:v>
                </c:pt>
                <c:pt idx="91">
                  <c:v>35643</c:v>
                </c:pt>
                <c:pt idx="92">
                  <c:v>35674</c:v>
                </c:pt>
                <c:pt idx="93">
                  <c:v>35704</c:v>
                </c:pt>
                <c:pt idx="94">
                  <c:v>35735</c:v>
                </c:pt>
                <c:pt idx="95">
                  <c:v>35765</c:v>
                </c:pt>
                <c:pt idx="96">
                  <c:v>35796</c:v>
                </c:pt>
                <c:pt idx="97">
                  <c:v>35827</c:v>
                </c:pt>
                <c:pt idx="98">
                  <c:v>35855</c:v>
                </c:pt>
                <c:pt idx="99">
                  <c:v>35886</c:v>
                </c:pt>
                <c:pt idx="100">
                  <c:v>35916</c:v>
                </c:pt>
                <c:pt idx="101">
                  <c:v>35947</c:v>
                </c:pt>
                <c:pt idx="102">
                  <c:v>35977</c:v>
                </c:pt>
                <c:pt idx="103">
                  <c:v>36008</c:v>
                </c:pt>
                <c:pt idx="104">
                  <c:v>36039</c:v>
                </c:pt>
                <c:pt idx="105">
                  <c:v>36069</c:v>
                </c:pt>
                <c:pt idx="106">
                  <c:v>36100</c:v>
                </c:pt>
                <c:pt idx="107">
                  <c:v>36130</c:v>
                </c:pt>
                <c:pt idx="108">
                  <c:v>36161</c:v>
                </c:pt>
                <c:pt idx="109">
                  <c:v>36192</c:v>
                </c:pt>
                <c:pt idx="110">
                  <c:v>36220</c:v>
                </c:pt>
                <c:pt idx="111">
                  <c:v>36251</c:v>
                </c:pt>
                <c:pt idx="112">
                  <c:v>36281</c:v>
                </c:pt>
                <c:pt idx="113">
                  <c:v>36312</c:v>
                </c:pt>
                <c:pt idx="114">
                  <c:v>36342</c:v>
                </c:pt>
                <c:pt idx="115">
                  <c:v>36373</c:v>
                </c:pt>
                <c:pt idx="116">
                  <c:v>36404</c:v>
                </c:pt>
                <c:pt idx="117">
                  <c:v>36434</c:v>
                </c:pt>
                <c:pt idx="118">
                  <c:v>36465</c:v>
                </c:pt>
                <c:pt idx="119">
                  <c:v>36495</c:v>
                </c:pt>
                <c:pt idx="120">
                  <c:v>36526</c:v>
                </c:pt>
                <c:pt idx="121">
                  <c:v>36557</c:v>
                </c:pt>
                <c:pt idx="122">
                  <c:v>36586</c:v>
                </c:pt>
                <c:pt idx="123">
                  <c:v>36617</c:v>
                </c:pt>
                <c:pt idx="124">
                  <c:v>36647</c:v>
                </c:pt>
                <c:pt idx="125">
                  <c:v>36678</c:v>
                </c:pt>
                <c:pt idx="126">
                  <c:v>36708</c:v>
                </c:pt>
                <c:pt idx="127">
                  <c:v>36739</c:v>
                </c:pt>
                <c:pt idx="128">
                  <c:v>36770</c:v>
                </c:pt>
                <c:pt idx="129">
                  <c:v>36800</c:v>
                </c:pt>
                <c:pt idx="130">
                  <c:v>36831</c:v>
                </c:pt>
                <c:pt idx="131">
                  <c:v>36861</c:v>
                </c:pt>
                <c:pt idx="132">
                  <c:v>36892</c:v>
                </c:pt>
                <c:pt idx="133">
                  <c:v>36923</c:v>
                </c:pt>
                <c:pt idx="134">
                  <c:v>36951</c:v>
                </c:pt>
                <c:pt idx="135">
                  <c:v>36982</c:v>
                </c:pt>
                <c:pt idx="136">
                  <c:v>37012</c:v>
                </c:pt>
                <c:pt idx="137">
                  <c:v>37043</c:v>
                </c:pt>
                <c:pt idx="138">
                  <c:v>37073</c:v>
                </c:pt>
                <c:pt idx="139">
                  <c:v>37104</c:v>
                </c:pt>
                <c:pt idx="140">
                  <c:v>37135</c:v>
                </c:pt>
                <c:pt idx="141">
                  <c:v>37165</c:v>
                </c:pt>
                <c:pt idx="142">
                  <c:v>37196</c:v>
                </c:pt>
                <c:pt idx="143">
                  <c:v>37226</c:v>
                </c:pt>
                <c:pt idx="144">
                  <c:v>37257</c:v>
                </c:pt>
                <c:pt idx="145">
                  <c:v>37288</c:v>
                </c:pt>
                <c:pt idx="146">
                  <c:v>37316</c:v>
                </c:pt>
                <c:pt idx="147">
                  <c:v>37347</c:v>
                </c:pt>
                <c:pt idx="148">
                  <c:v>37377</c:v>
                </c:pt>
                <c:pt idx="149">
                  <c:v>37408</c:v>
                </c:pt>
                <c:pt idx="150">
                  <c:v>37438</c:v>
                </c:pt>
                <c:pt idx="151">
                  <c:v>37469</c:v>
                </c:pt>
                <c:pt idx="152">
                  <c:v>37500</c:v>
                </c:pt>
                <c:pt idx="153">
                  <c:v>37530</c:v>
                </c:pt>
                <c:pt idx="154">
                  <c:v>37561</c:v>
                </c:pt>
                <c:pt idx="155">
                  <c:v>37591</c:v>
                </c:pt>
                <c:pt idx="156">
                  <c:v>37622</c:v>
                </c:pt>
                <c:pt idx="157">
                  <c:v>37653</c:v>
                </c:pt>
                <c:pt idx="158">
                  <c:v>37681</c:v>
                </c:pt>
                <c:pt idx="159">
                  <c:v>37712</c:v>
                </c:pt>
                <c:pt idx="160">
                  <c:v>37742</c:v>
                </c:pt>
                <c:pt idx="161">
                  <c:v>37773</c:v>
                </c:pt>
                <c:pt idx="162">
                  <c:v>37803</c:v>
                </c:pt>
                <c:pt idx="163">
                  <c:v>37834</c:v>
                </c:pt>
                <c:pt idx="164">
                  <c:v>37865</c:v>
                </c:pt>
                <c:pt idx="165">
                  <c:v>37895</c:v>
                </c:pt>
                <c:pt idx="166">
                  <c:v>37926</c:v>
                </c:pt>
                <c:pt idx="167">
                  <c:v>37956</c:v>
                </c:pt>
                <c:pt idx="168">
                  <c:v>37987</c:v>
                </c:pt>
                <c:pt idx="169">
                  <c:v>38018</c:v>
                </c:pt>
                <c:pt idx="170">
                  <c:v>38047</c:v>
                </c:pt>
                <c:pt idx="171">
                  <c:v>38078</c:v>
                </c:pt>
                <c:pt idx="172">
                  <c:v>38108</c:v>
                </c:pt>
                <c:pt idx="173">
                  <c:v>38139</c:v>
                </c:pt>
                <c:pt idx="174">
                  <c:v>38169</c:v>
                </c:pt>
                <c:pt idx="175">
                  <c:v>38200</c:v>
                </c:pt>
                <c:pt idx="176">
                  <c:v>38231</c:v>
                </c:pt>
                <c:pt idx="177">
                  <c:v>38261</c:v>
                </c:pt>
                <c:pt idx="178">
                  <c:v>38292</c:v>
                </c:pt>
                <c:pt idx="179">
                  <c:v>38322</c:v>
                </c:pt>
                <c:pt idx="180">
                  <c:v>38353</c:v>
                </c:pt>
                <c:pt idx="181">
                  <c:v>38384</c:v>
                </c:pt>
                <c:pt idx="182">
                  <c:v>38412</c:v>
                </c:pt>
                <c:pt idx="183">
                  <c:v>38443</c:v>
                </c:pt>
                <c:pt idx="184">
                  <c:v>38473</c:v>
                </c:pt>
                <c:pt idx="185">
                  <c:v>38504</c:v>
                </c:pt>
                <c:pt idx="186">
                  <c:v>38534</c:v>
                </c:pt>
                <c:pt idx="187">
                  <c:v>38565</c:v>
                </c:pt>
                <c:pt idx="188">
                  <c:v>38596</c:v>
                </c:pt>
                <c:pt idx="189">
                  <c:v>38626</c:v>
                </c:pt>
                <c:pt idx="190">
                  <c:v>38657</c:v>
                </c:pt>
                <c:pt idx="191">
                  <c:v>38687</c:v>
                </c:pt>
                <c:pt idx="192">
                  <c:v>38718</c:v>
                </c:pt>
                <c:pt idx="193">
                  <c:v>38749</c:v>
                </c:pt>
                <c:pt idx="194">
                  <c:v>38777</c:v>
                </c:pt>
                <c:pt idx="195">
                  <c:v>38808</c:v>
                </c:pt>
                <c:pt idx="196">
                  <c:v>38838</c:v>
                </c:pt>
                <c:pt idx="197">
                  <c:v>38869</c:v>
                </c:pt>
                <c:pt idx="198">
                  <c:v>38899</c:v>
                </c:pt>
                <c:pt idx="199">
                  <c:v>38930</c:v>
                </c:pt>
                <c:pt idx="200">
                  <c:v>38961</c:v>
                </c:pt>
                <c:pt idx="201">
                  <c:v>38991</c:v>
                </c:pt>
                <c:pt idx="202">
                  <c:v>39022</c:v>
                </c:pt>
                <c:pt idx="203">
                  <c:v>39052</c:v>
                </c:pt>
                <c:pt idx="204">
                  <c:v>39083</c:v>
                </c:pt>
                <c:pt idx="205">
                  <c:v>39114</c:v>
                </c:pt>
                <c:pt idx="206">
                  <c:v>39142</c:v>
                </c:pt>
                <c:pt idx="207">
                  <c:v>39173</c:v>
                </c:pt>
                <c:pt idx="208">
                  <c:v>39203</c:v>
                </c:pt>
                <c:pt idx="209">
                  <c:v>39234</c:v>
                </c:pt>
                <c:pt idx="210">
                  <c:v>39264</c:v>
                </c:pt>
                <c:pt idx="211">
                  <c:v>39295</c:v>
                </c:pt>
                <c:pt idx="212">
                  <c:v>39326</c:v>
                </c:pt>
                <c:pt idx="213">
                  <c:v>39356</c:v>
                </c:pt>
                <c:pt idx="214">
                  <c:v>39387</c:v>
                </c:pt>
                <c:pt idx="215">
                  <c:v>39417</c:v>
                </c:pt>
                <c:pt idx="216">
                  <c:v>39448</c:v>
                </c:pt>
                <c:pt idx="217">
                  <c:v>39479</c:v>
                </c:pt>
                <c:pt idx="218">
                  <c:v>39508</c:v>
                </c:pt>
                <c:pt idx="219">
                  <c:v>39539</c:v>
                </c:pt>
                <c:pt idx="220">
                  <c:v>39569</c:v>
                </c:pt>
                <c:pt idx="221">
                  <c:v>39600</c:v>
                </c:pt>
                <c:pt idx="222">
                  <c:v>39630</c:v>
                </c:pt>
                <c:pt idx="223">
                  <c:v>39661</c:v>
                </c:pt>
                <c:pt idx="224">
                  <c:v>39692</c:v>
                </c:pt>
                <c:pt idx="225">
                  <c:v>39722</c:v>
                </c:pt>
                <c:pt idx="226">
                  <c:v>39753</c:v>
                </c:pt>
                <c:pt idx="227">
                  <c:v>39783</c:v>
                </c:pt>
                <c:pt idx="228">
                  <c:v>39814</c:v>
                </c:pt>
                <c:pt idx="229">
                  <c:v>39845</c:v>
                </c:pt>
                <c:pt idx="230">
                  <c:v>39873</c:v>
                </c:pt>
                <c:pt idx="231">
                  <c:v>39904</c:v>
                </c:pt>
                <c:pt idx="232">
                  <c:v>39934</c:v>
                </c:pt>
                <c:pt idx="233">
                  <c:v>39965</c:v>
                </c:pt>
                <c:pt idx="234">
                  <c:v>39995</c:v>
                </c:pt>
                <c:pt idx="235">
                  <c:v>40026</c:v>
                </c:pt>
                <c:pt idx="236">
                  <c:v>40057</c:v>
                </c:pt>
                <c:pt idx="237">
                  <c:v>40087</c:v>
                </c:pt>
                <c:pt idx="238">
                  <c:v>40118</c:v>
                </c:pt>
                <c:pt idx="239">
                  <c:v>40148</c:v>
                </c:pt>
                <c:pt idx="240">
                  <c:v>40179</c:v>
                </c:pt>
                <c:pt idx="241">
                  <c:v>40210</c:v>
                </c:pt>
                <c:pt idx="242">
                  <c:v>40238</c:v>
                </c:pt>
                <c:pt idx="243">
                  <c:v>40269</c:v>
                </c:pt>
                <c:pt idx="244">
                  <c:v>40299</c:v>
                </c:pt>
                <c:pt idx="245">
                  <c:v>40330</c:v>
                </c:pt>
                <c:pt idx="246">
                  <c:v>40360</c:v>
                </c:pt>
                <c:pt idx="247">
                  <c:v>40391</c:v>
                </c:pt>
                <c:pt idx="248">
                  <c:v>40422</c:v>
                </c:pt>
                <c:pt idx="249">
                  <c:v>40452</c:v>
                </c:pt>
                <c:pt idx="250">
                  <c:v>40483</c:v>
                </c:pt>
                <c:pt idx="251">
                  <c:v>40513</c:v>
                </c:pt>
                <c:pt idx="252">
                  <c:v>40544</c:v>
                </c:pt>
                <c:pt idx="253">
                  <c:v>40575</c:v>
                </c:pt>
                <c:pt idx="254">
                  <c:v>40603</c:v>
                </c:pt>
                <c:pt idx="255">
                  <c:v>40634</c:v>
                </c:pt>
                <c:pt idx="256">
                  <c:v>40664</c:v>
                </c:pt>
                <c:pt idx="257">
                  <c:v>40695</c:v>
                </c:pt>
                <c:pt idx="258">
                  <c:v>40725</c:v>
                </c:pt>
                <c:pt idx="259">
                  <c:v>40756</c:v>
                </c:pt>
                <c:pt idx="260">
                  <c:v>40787</c:v>
                </c:pt>
                <c:pt idx="261">
                  <c:v>40817</c:v>
                </c:pt>
                <c:pt idx="262">
                  <c:v>40848</c:v>
                </c:pt>
                <c:pt idx="263">
                  <c:v>40878</c:v>
                </c:pt>
                <c:pt idx="264">
                  <c:v>40909</c:v>
                </c:pt>
                <c:pt idx="265">
                  <c:v>40940</c:v>
                </c:pt>
                <c:pt idx="266">
                  <c:v>40969</c:v>
                </c:pt>
                <c:pt idx="267">
                  <c:v>41000</c:v>
                </c:pt>
                <c:pt idx="268">
                  <c:v>41030</c:v>
                </c:pt>
                <c:pt idx="269">
                  <c:v>41061</c:v>
                </c:pt>
                <c:pt idx="270">
                  <c:v>41091</c:v>
                </c:pt>
                <c:pt idx="271">
                  <c:v>41122</c:v>
                </c:pt>
                <c:pt idx="272">
                  <c:v>41153</c:v>
                </c:pt>
                <c:pt idx="273">
                  <c:v>41183</c:v>
                </c:pt>
                <c:pt idx="274">
                  <c:v>41214</c:v>
                </c:pt>
                <c:pt idx="275">
                  <c:v>41244</c:v>
                </c:pt>
                <c:pt idx="276">
                  <c:v>41275</c:v>
                </c:pt>
                <c:pt idx="277">
                  <c:v>41306</c:v>
                </c:pt>
                <c:pt idx="278">
                  <c:v>41334</c:v>
                </c:pt>
                <c:pt idx="279">
                  <c:v>41365</c:v>
                </c:pt>
                <c:pt idx="280">
                  <c:v>41395</c:v>
                </c:pt>
                <c:pt idx="281">
                  <c:v>41426</c:v>
                </c:pt>
                <c:pt idx="282">
                  <c:v>41456</c:v>
                </c:pt>
                <c:pt idx="283">
                  <c:v>41487</c:v>
                </c:pt>
                <c:pt idx="284">
                  <c:v>41518</c:v>
                </c:pt>
                <c:pt idx="285">
                  <c:v>41548</c:v>
                </c:pt>
                <c:pt idx="286">
                  <c:v>41579</c:v>
                </c:pt>
                <c:pt idx="287">
                  <c:v>41609</c:v>
                </c:pt>
                <c:pt idx="288">
                  <c:v>41640</c:v>
                </c:pt>
                <c:pt idx="289">
                  <c:v>41671</c:v>
                </c:pt>
                <c:pt idx="290">
                  <c:v>41699</c:v>
                </c:pt>
                <c:pt idx="291">
                  <c:v>41730</c:v>
                </c:pt>
                <c:pt idx="292">
                  <c:v>41760</c:v>
                </c:pt>
                <c:pt idx="293">
                  <c:v>41791</c:v>
                </c:pt>
                <c:pt idx="294">
                  <c:v>41821</c:v>
                </c:pt>
                <c:pt idx="295">
                  <c:v>41852</c:v>
                </c:pt>
                <c:pt idx="296">
                  <c:v>41883</c:v>
                </c:pt>
                <c:pt idx="297">
                  <c:v>41913</c:v>
                </c:pt>
                <c:pt idx="298">
                  <c:v>41944</c:v>
                </c:pt>
                <c:pt idx="299">
                  <c:v>41974</c:v>
                </c:pt>
                <c:pt idx="300">
                  <c:v>42005</c:v>
                </c:pt>
                <c:pt idx="301">
                  <c:v>42036</c:v>
                </c:pt>
                <c:pt idx="302">
                  <c:v>42064</c:v>
                </c:pt>
                <c:pt idx="303">
                  <c:v>42095</c:v>
                </c:pt>
                <c:pt idx="304">
                  <c:v>42125</c:v>
                </c:pt>
                <c:pt idx="305">
                  <c:v>42156</c:v>
                </c:pt>
                <c:pt idx="306">
                  <c:v>42186</c:v>
                </c:pt>
                <c:pt idx="307">
                  <c:v>42217</c:v>
                </c:pt>
                <c:pt idx="308">
                  <c:v>42248</c:v>
                </c:pt>
                <c:pt idx="309">
                  <c:v>42278</c:v>
                </c:pt>
                <c:pt idx="310">
                  <c:v>42309</c:v>
                </c:pt>
                <c:pt idx="311">
                  <c:v>42339</c:v>
                </c:pt>
                <c:pt idx="312">
                  <c:v>42370</c:v>
                </c:pt>
                <c:pt idx="313">
                  <c:v>42401</c:v>
                </c:pt>
                <c:pt idx="314">
                  <c:v>42430</c:v>
                </c:pt>
                <c:pt idx="315">
                  <c:v>42461</c:v>
                </c:pt>
                <c:pt idx="316">
                  <c:v>42491</c:v>
                </c:pt>
                <c:pt idx="317">
                  <c:v>42522</c:v>
                </c:pt>
                <c:pt idx="318">
                  <c:v>42552</c:v>
                </c:pt>
                <c:pt idx="319">
                  <c:v>42583</c:v>
                </c:pt>
                <c:pt idx="320">
                  <c:v>42614</c:v>
                </c:pt>
                <c:pt idx="321">
                  <c:v>42644</c:v>
                </c:pt>
                <c:pt idx="322">
                  <c:v>42675</c:v>
                </c:pt>
                <c:pt idx="323">
                  <c:v>42705</c:v>
                </c:pt>
                <c:pt idx="324">
                  <c:v>42736</c:v>
                </c:pt>
                <c:pt idx="325">
                  <c:v>42767</c:v>
                </c:pt>
                <c:pt idx="326">
                  <c:v>42795</c:v>
                </c:pt>
                <c:pt idx="327">
                  <c:v>42826</c:v>
                </c:pt>
                <c:pt idx="328">
                  <c:v>42856</c:v>
                </c:pt>
                <c:pt idx="329">
                  <c:v>42887</c:v>
                </c:pt>
                <c:pt idx="330">
                  <c:v>42917</c:v>
                </c:pt>
                <c:pt idx="331">
                  <c:v>42948</c:v>
                </c:pt>
                <c:pt idx="332">
                  <c:v>42979</c:v>
                </c:pt>
                <c:pt idx="333">
                  <c:v>43009</c:v>
                </c:pt>
                <c:pt idx="334">
                  <c:v>43040</c:v>
                </c:pt>
                <c:pt idx="335">
                  <c:v>43070</c:v>
                </c:pt>
                <c:pt idx="336">
                  <c:v>43101</c:v>
                </c:pt>
                <c:pt idx="337">
                  <c:v>43132</c:v>
                </c:pt>
                <c:pt idx="338">
                  <c:v>43160</c:v>
                </c:pt>
                <c:pt idx="339">
                  <c:v>43191</c:v>
                </c:pt>
                <c:pt idx="340">
                  <c:v>43221</c:v>
                </c:pt>
                <c:pt idx="341">
                  <c:v>43252</c:v>
                </c:pt>
                <c:pt idx="342">
                  <c:v>43282</c:v>
                </c:pt>
                <c:pt idx="343">
                  <c:v>43313</c:v>
                </c:pt>
                <c:pt idx="344">
                  <c:v>43344</c:v>
                </c:pt>
                <c:pt idx="345">
                  <c:v>43374</c:v>
                </c:pt>
                <c:pt idx="346">
                  <c:v>43405</c:v>
                </c:pt>
                <c:pt idx="347">
                  <c:v>43435</c:v>
                </c:pt>
                <c:pt idx="348">
                  <c:v>43466</c:v>
                </c:pt>
                <c:pt idx="349">
                  <c:v>43497</c:v>
                </c:pt>
                <c:pt idx="350">
                  <c:v>43525</c:v>
                </c:pt>
                <c:pt idx="351">
                  <c:v>43556</c:v>
                </c:pt>
                <c:pt idx="352">
                  <c:v>43586</c:v>
                </c:pt>
                <c:pt idx="353">
                  <c:v>43617</c:v>
                </c:pt>
                <c:pt idx="354">
                  <c:v>43647</c:v>
                </c:pt>
                <c:pt idx="355">
                  <c:v>43678</c:v>
                </c:pt>
                <c:pt idx="356">
                  <c:v>43709</c:v>
                </c:pt>
                <c:pt idx="357">
                  <c:v>43739</c:v>
                </c:pt>
                <c:pt idx="358">
                  <c:v>43770</c:v>
                </c:pt>
                <c:pt idx="359">
                  <c:v>43800</c:v>
                </c:pt>
                <c:pt idx="360">
                  <c:v>43831</c:v>
                </c:pt>
                <c:pt idx="361">
                  <c:v>43862</c:v>
                </c:pt>
                <c:pt idx="362">
                  <c:v>43891</c:v>
                </c:pt>
                <c:pt idx="363">
                  <c:v>43922</c:v>
                </c:pt>
                <c:pt idx="364">
                  <c:v>43952</c:v>
                </c:pt>
                <c:pt idx="365">
                  <c:v>43983</c:v>
                </c:pt>
                <c:pt idx="366">
                  <c:v>44013</c:v>
                </c:pt>
                <c:pt idx="367">
                  <c:v>44044</c:v>
                </c:pt>
                <c:pt idx="368">
                  <c:v>44075</c:v>
                </c:pt>
                <c:pt idx="369">
                  <c:v>44105</c:v>
                </c:pt>
                <c:pt idx="370">
                  <c:v>44136</c:v>
                </c:pt>
                <c:pt idx="371">
                  <c:v>44166</c:v>
                </c:pt>
                <c:pt idx="372">
                  <c:v>44197</c:v>
                </c:pt>
                <c:pt idx="373">
                  <c:v>44228</c:v>
                </c:pt>
                <c:pt idx="374">
                  <c:v>44256</c:v>
                </c:pt>
                <c:pt idx="375">
                  <c:v>44287</c:v>
                </c:pt>
                <c:pt idx="376">
                  <c:v>44317</c:v>
                </c:pt>
                <c:pt idx="377">
                  <c:v>44348</c:v>
                </c:pt>
                <c:pt idx="378">
                  <c:v>44378</c:v>
                </c:pt>
                <c:pt idx="379">
                  <c:v>44409</c:v>
                </c:pt>
                <c:pt idx="380">
                  <c:v>44440</c:v>
                </c:pt>
                <c:pt idx="381">
                  <c:v>44470</c:v>
                </c:pt>
                <c:pt idx="382">
                  <c:v>44501</c:v>
                </c:pt>
                <c:pt idx="383">
                  <c:v>44531</c:v>
                </c:pt>
                <c:pt idx="384">
                  <c:v>44562</c:v>
                </c:pt>
                <c:pt idx="385">
                  <c:v>44593</c:v>
                </c:pt>
                <c:pt idx="386">
                  <c:v>44621</c:v>
                </c:pt>
                <c:pt idx="387">
                  <c:v>44652</c:v>
                </c:pt>
                <c:pt idx="388">
                  <c:v>44682</c:v>
                </c:pt>
                <c:pt idx="389">
                  <c:v>44713</c:v>
                </c:pt>
                <c:pt idx="390">
                  <c:v>44743</c:v>
                </c:pt>
                <c:pt idx="391">
                  <c:v>44774</c:v>
                </c:pt>
                <c:pt idx="392">
                  <c:v>44805</c:v>
                </c:pt>
                <c:pt idx="393">
                  <c:v>44835</c:v>
                </c:pt>
                <c:pt idx="394">
                  <c:v>44866</c:v>
                </c:pt>
                <c:pt idx="395">
                  <c:v>44896</c:v>
                </c:pt>
                <c:pt idx="396">
                  <c:v>44927</c:v>
                </c:pt>
                <c:pt idx="397">
                  <c:v>44958</c:v>
                </c:pt>
                <c:pt idx="398">
                  <c:v>44986</c:v>
                </c:pt>
                <c:pt idx="399">
                  <c:v>45017</c:v>
                </c:pt>
                <c:pt idx="400">
                  <c:v>45047</c:v>
                </c:pt>
                <c:pt idx="401">
                  <c:v>45078</c:v>
                </c:pt>
                <c:pt idx="402">
                  <c:v>45108</c:v>
                </c:pt>
                <c:pt idx="403">
                  <c:v>45139</c:v>
                </c:pt>
                <c:pt idx="404">
                  <c:v>45170</c:v>
                </c:pt>
                <c:pt idx="405">
                  <c:v>45200</c:v>
                </c:pt>
                <c:pt idx="406">
                  <c:v>45231</c:v>
                </c:pt>
                <c:pt idx="407">
                  <c:v>45261</c:v>
                </c:pt>
                <c:pt idx="408">
                  <c:v>45292</c:v>
                </c:pt>
                <c:pt idx="409">
                  <c:v>45323</c:v>
                </c:pt>
                <c:pt idx="410">
                  <c:v>45352</c:v>
                </c:pt>
                <c:pt idx="411">
                  <c:v>45383</c:v>
                </c:pt>
                <c:pt idx="412">
                  <c:v>45413</c:v>
                </c:pt>
                <c:pt idx="413">
                  <c:v>45444</c:v>
                </c:pt>
                <c:pt idx="414">
                  <c:v>45474</c:v>
                </c:pt>
                <c:pt idx="415">
                  <c:v>45505</c:v>
                </c:pt>
                <c:pt idx="416">
                  <c:v>45536</c:v>
                </c:pt>
                <c:pt idx="417">
                  <c:v>45566</c:v>
                </c:pt>
                <c:pt idx="418">
                  <c:v>45597</c:v>
                </c:pt>
                <c:pt idx="419">
                  <c:v>45627</c:v>
                </c:pt>
                <c:pt idx="420">
                  <c:v>45658</c:v>
                </c:pt>
                <c:pt idx="421">
                  <c:v>45689</c:v>
                </c:pt>
                <c:pt idx="422">
                  <c:v>45717</c:v>
                </c:pt>
                <c:pt idx="423">
                  <c:v>45748</c:v>
                </c:pt>
                <c:pt idx="424">
                  <c:v>45778</c:v>
                </c:pt>
                <c:pt idx="425">
                  <c:v>45809</c:v>
                </c:pt>
                <c:pt idx="426">
                  <c:v>45839</c:v>
                </c:pt>
                <c:pt idx="427">
                  <c:v>45870</c:v>
                </c:pt>
                <c:pt idx="428">
                  <c:v>45901</c:v>
                </c:pt>
                <c:pt idx="429">
                  <c:v>45931</c:v>
                </c:pt>
                <c:pt idx="430">
                  <c:v>45962</c:v>
                </c:pt>
                <c:pt idx="431">
                  <c:v>45992</c:v>
                </c:pt>
                <c:pt idx="432">
                  <c:v>46023</c:v>
                </c:pt>
                <c:pt idx="433">
                  <c:v>46054</c:v>
                </c:pt>
                <c:pt idx="434">
                  <c:v>46082</c:v>
                </c:pt>
                <c:pt idx="435">
                  <c:v>46113</c:v>
                </c:pt>
                <c:pt idx="436">
                  <c:v>46143</c:v>
                </c:pt>
              </c:numCache>
            </c:numRef>
          </c:cat>
          <c:val>
            <c:numRef>
              <c:f>估值对比!$B$830:$B$1266</c:f>
              <c:numCache>
                <c:formatCode>General</c:formatCode>
                <c:ptCount val="437"/>
                <c:pt idx="0">
                  <c:v>17.05</c:v>
                </c:pt>
                <c:pt idx="1">
                  <c:v>16.510000000000002</c:v>
                </c:pt>
                <c:pt idx="2">
                  <c:v>16.829999999999998</c:v>
                </c:pt>
                <c:pt idx="3">
                  <c:v>16.809999999999999</c:v>
                </c:pt>
                <c:pt idx="4">
                  <c:v>17.39</c:v>
                </c:pt>
                <c:pt idx="5">
                  <c:v>17.82</c:v>
                </c:pt>
                <c:pt idx="6">
                  <c:v>17.75</c:v>
                </c:pt>
                <c:pt idx="7">
                  <c:v>16.170000000000002</c:v>
                </c:pt>
                <c:pt idx="8">
                  <c:v>15.3</c:v>
                </c:pt>
                <c:pt idx="9">
                  <c:v>14.82</c:v>
                </c:pt>
                <c:pt idx="10">
                  <c:v>15.19</c:v>
                </c:pt>
                <c:pt idx="11">
                  <c:v>15.85</c:v>
                </c:pt>
                <c:pt idx="12">
                  <c:v>15.61</c:v>
                </c:pt>
                <c:pt idx="13">
                  <c:v>17.350000000000001</c:v>
                </c:pt>
                <c:pt idx="14">
                  <c:v>17.82</c:v>
                </c:pt>
                <c:pt idx="15">
                  <c:v>18.16</c:v>
                </c:pt>
                <c:pt idx="16">
                  <c:v>18.04</c:v>
                </c:pt>
                <c:pt idx="17">
                  <c:v>18.02</c:v>
                </c:pt>
                <c:pt idx="18">
                  <c:v>18.100000000000001</c:v>
                </c:pt>
                <c:pt idx="19">
                  <c:v>18.510000000000002</c:v>
                </c:pt>
                <c:pt idx="20">
                  <c:v>18.36</c:v>
                </c:pt>
                <c:pt idx="21">
                  <c:v>18.350000000000001</c:v>
                </c:pt>
                <c:pt idx="22">
                  <c:v>18.29</c:v>
                </c:pt>
                <c:pt idx="23">
                  <c:v>18.440000000000001</c:v>
                </c:pt>
                <c:pt idx="24">
                  <c:v>19.77</c:v>
                </c:pt>
                <c:pt idx="25">
                  <c:v>19.579999999999998</c:v>
                </c:pt>
                <c:pt idx="26">
                  <c:v>19.28</c:v>
                </c:pt>
                <c:pt idx="27">
                  <c:v>19.3</c:v>
                </c:pt>
                <c:pt idx="28">
                  <c:v>19.66</c:v>
                </c:pt>
                <c:pt idx="29">
                  <c:v>19.32</c:v>
                </c:pt>
                <c:pt idx="30">
                  <c:v>19.62</c:v>
                </c:pt>
                <c:pt idx="31">
                  <c:v>19.72</c:v>
                </c:pt>
                <c:pt idx="32">
                  <c:v>19.71</c:v>
                </c:pt>
                <c:pt idx="33">
                  <c:v>19.37</c:v>
                </c:pt>
                <c:pt idx="34">
                  <c:v>19.829999999999998</c:v>
                </c:pt>
                <c:pt idx="35">
                  <c:v>20.45</c:v>
                </c:pt>
                <c:pt idx="36">
                  <c:v>20.32</c:v>
                </c:pt>
                <c:pt idx="37">
                  <c:v>20.55</c:v>
                </c:pt>
                <c:pt idx="38">
                  <c:v>20.86</c:v>
                </c:pt>
                <c:pt idx="39">
                  <c:v>20.46</c:v>
                </c:pt>
                <c:pt idx="40">
                  <c:v>20.52</c:v>
                </c:pt>
                <c:pt idx="41">
                  <c:v>20.61</c:v>
                </c:pt>
                <c:pt idx="42">
                  <c:v>20.56</c:v>
                </c:pt>
                <c:pt idx="43">
                  <c:v>20.81</c:v>
                </c:pt>
                <c:pt idx="44">
                  <c:v>20.99</c:v>
                </c:pt>
                <c:pt idx="45">
                  <c:v>21.11</c:v>
                </c:pt>
                <c:pt idx="46">
                  <c:v>21.04</c:v>
                </c:pt>
                <c:pt idx="47">
                  <c:v>21.16</c:v>
                </c:pt>
                <c:pt idx="48">
                  <c:v>21.41</c:v>
                </c:pt>
                <c:pt idx="49">
                  <c:v>21.26</c:v>
                </c:pt>
                <c:pt idx="50">
                  <c:v>20.83</c:v>
                </c:pt>
                <c:pt idx="51">
                  <c:v>20.059999999999999</c:v>
                </c:pt>
                <c:pt idx="52">
                  <c:v>20.2</c:v>
                </c:pt>
                <c:pt idx="53">
                  <c:v>20.29</c:v>
                </c:pt>
                <c:pt idx="54">
                  <c:v>20.07</c:v>
                </c:pt>
                <c:pt idx="55">
                  <c:v>20.54</c:v>
                </c:pt>
                <c:pt idx="56">
                  <c:v>20.58</c:v>
                </c:pt>
                <c:pt idx="57">
                  <c:v>20.399999999999999</c:v>
                </c:pt>
                <c:pt idx="58">
                  <c:v>20.21</c:v>
                </c:pt>
                <c:pt idx="59">
                  <c:v>19.91</c:v>
                </c:pt>
                <c:pt idx="60">
                  <c:v>20.22</c:v>
                </c:pt>
                <c:pt idx="61">
                  <c:v>20.8</c:v>
                </c:pt>
                <c:pt idx="62">
                  <c:v>21.15</c:v>
                </c:pt>
                <c:pt idx="63">
                  <c:v>21.64</c:v>
                </c:pt>
                <c:pt idx="64">
                  <c:v>22.2</c:v>
                </c:pt>
                <c:pt idx="65">
                  <c:v>22.72</c:v>
                </c:pt>
                <c:pt idx="66">
                  <c:v>23.38</c:v>
                </c:pt>
                <c:pt idx="67">
                  <c:v>23.28</c:v>
                </c:pt>
                <c:pt idx="68">
                  <c:v>23.95</c:v>
                </c:pt>
                <c:pt idx="69">
                  <c:v>23.93</c:v>
                </c:pt>
                <c:pt idx="70">
                  <c:v>24.35</c:v>
                </c:pt>
                <c:pt idx="71">
                  <c:v>25.03</c:v>
                </c:pt>
                <c:pt idx="72">
                  <c:v>24.76</c:v>
                </c:pt>
                <c:pt idx="73">
                  <c:v>25.98</c:v>
                </c:pt>
                <c:pt idx="74">
                  <c:v>25.63</c:v>
                </c:pt>
                <c:pt idx="75">
                  <c:v>25.42</c:v>
                </c:pt>
                <c:pt idx="76">
                  <c:v>25.81</c:v>
                </c:pt>
                <c:pt idx="77">
                  <c:v>25.97</c:v>
                </c:pt>
                <c:pt idx="78">
                  <c:v>24.86</c:v>
                </c:pt>
                <c:pt idx="79">
                  <c:v>25.41</c:v>
                </c:pt>
                <c:pt idx="80">
                  <c:v>25.68</c:v>
                </c:pt>
                <c:pt idx="81">
                  <c:v>26.48</c:v>
                </c:pt>
                <c:pt idx="82">
                  <c:v>27.59</c:v>
                </c:pt>
                <c:pt idx="83">
                  <c:v>27.72</c:v>
                </c:pt>
                <c:pt idx="84">
                  <c:v>28.33</c:v>
                </c:pt>
                <c:pt idx="85">
                  <c:v>29.27</c:v>
                </c:pt>
                <c:pt idx="86">
                  <c:v>28.8</c:v>
                </c:pt>
                <c:pt idx="87">
                  <c:v>27.59</c:v>
                </c:pt>
                <c:pt idx="88">
                  <c:v>29.93</c:v>
                </c:pt>
                <c:pt idx="89">
                  <c:v>31.26</c:v>
                </c:pt>
                <c:pt idx="90">
                  <c:v>32.770000000000003</c:v>
                </c:pt>
                <c:pt idx="91">
                  <c:v>32.590000000000003</c:v>
                </c:pt>
                <c:pt idx="92">
                  <c:v>32.67</c:v>
                </c:pt>
                <c:pt idx="93">
                  <c:v>32.9</c:v>
                </c:pt>
                <c:pt idx="94">
                  <c:v>32.340000000000003</c:v>
                </c:pt>
                <c:pt idx="95">
                  <c:v>33.03</c:v>
                </c:pt>
                <c:pt idx="96">
                  <c:v>32.86</c:v>
                </c:pt>
                <c:pt idx="97">
                  <c:v>34.71</c:v>
                </c:pt>
                <c:pt idx="98">
                  <c:v>36.299999999999997</c:v>
                </c:pt>
                <c:pt idx="99">
                  <c:v>37.28</c:v>
                </c:pt>
                <c:pt idx="100">
                  <c:v>36.96</c:v>
                </c:pt>
                <c:pt idx="101">
                  <c:v>36.799999999999997</c:v>
                </c:pt>
                <c:pt idx="102">
                  <c:v>38.26</c:v>
                </c:pt>
                <c:pt idx="103">
                  <c:v>35.42</c:v>
                </c:pt>
                <c:pt idx="104">
                  <c:v>33.53</c:v>
                </c:pt>
                <c:pt idx="105">
                  <c:v>33.770000000000003</c:v>
                </c:pt>
                <c:pt idx="106">
                  <c:v>37.369999999999997</c:v>
                </c:pt>
                <c:pt idx="107">
                  <c:v>38.82</c:v>
                </c:pt>
                <c:pt idx="108">
                  <c:v>40.58</c:v>
                </c:pt>
                <c:pt idx="109">
                  <c:v>40.4</c:v>
                </c:pt>
                <c:pt idx="110">
                  <c:v>41.36</c:v>
                </c:pt>
                <c:pt idx="111">
                  <c:v>42.7</c:v>
                </c:pt>
                <c:pt idx="112">
                  <c:v>42.56</c:v>
                </c:pt>
                <c:pt idx="113">
                  <c:v>42.18</c:v>
                </c:pt>
                <c:pt idx="114">
                  <c:v>43.83</c:v>
                </c:pt>
                <c:pt idx="115">
                  <c:v>41.93</c:v>
                </c:pt>
                <c:pt idx="116">
                  <c:v>41.32</c:v>
                </c:pt>
                <c:pt idx="117">
                  <c:v>40.549999999999997</c:v>
                </c:pt>
                <c:pt idx="118">
                  <c:v>43.21</c:v>
                </c:pt>
                <c:pt idx="119">
                  <c:v>44.2</c:v>
                </c:pt>
                <c:pt idx="120">
                  <c:v>43.77</c:v>
                </c:pt>
                <c:pt idx="121">
                  <c:v>42.19</c:v>
                </c:pt>
                <c:pt idx="122">
                  <c:v>43.22</c:v>
                </c:pt>
                <c:pt idx="123">
                  <c:v>43.53</c:v>
                </c:pt>
                <c:pt idx="124">
                  <c:v>41.97</c:v>
                </c:pt>
                <c:pt idx="125">
                  <c:v>42.78</c:v>
                </c:pt>
                <c:pt idx="126">
                  <c:v>42.76</c:v>
                </c:pt>
                <c:pt idx="127">
                  <c:v>42.87</c:v>
                </c:pt>
                <c:pt idx="128">
                  <c:v>41.9</c:v>
                </c:pt>
                <c:pt idx="129">
                  <c:v>39.369999999999997</c:v>
                </c:pt>
                <c:pt idx="130">
                  <c:v>38.78</c:v>
                </c:pt>
                <c:pt idx="131">
                  <c:v>37.270000000000003</c:v>
                </c:pt>
                <c:pt idx="132">
                  <c:v>36.979999999999997</c:v>
                </c:pt>
                <c:pt idx="133">
                  <c:v>35.83</c:v>
                </c:pt>
                <c:pt idx="134">
                  <c:v>32.33</c:v>
                </c:pt>
                <c:pt idx="135">
                  <c:v>32.17</c:v>
                </c:pt>
                <c:pt idx="136">
                  <c:v>34.07</c:v>
                </c:pt>
                <c:pt idx="137">
                  <c:v>33.07</c:v>
                </c:pt>
                <c:pt idx="138">
                  <c:v>32.159999999999997</c:v>
                </c:pt>
                <c:pt idx="139">
                  <c:v>31.4</c:v>
                </c:pt>
                <c:pt idx="140">
                  <c:v>27.67</c:v>
                </c:pt>
                <c:pt idx="141">
                  <c:v>28.58</c:v>
                </c:pt>
                <c:pt idx="142">
                  <c:v>30.01</c:v>
                </c:pt>
                <c:pt idx="143">
                  <c:v>30.5</c:v>
                </c:pt>
                <c:pt idx="144">
                  <c:v>30.28</c:v>
                </c:pt>
                <c:pt idx="145">
                  <c:v>29.09</c:v>
                </c:pt>
                <c:pt idx="146">
                  <c:v>30.29</c:v>
                </c:pt>
                <c:pt idx="147">
                  <c:v>29.01</c:v>
                </c:pt>
                <c:pt idx="148">
                  <c:v>28.13</c:v>
                </c:pt>
                <c:pt idx="149">
                  <c:v>26.39</c:v>
                </c:pt>
                <c:pt idx="150">
                  <c:v>23.46</c:v>
                </c:pt>
                <c:pt idx="151">
                  <c:v>23.59</c:v>
                </c:pt>
                <c:pt idx="152">
                  <c:v>22.37</c:v>
                </c:pt>
                <c:pt idx="153">
                  <c:v>21.96</c:v>
                </c:pt>
                <c:pt idx="154">
                  <c:v>23.35</c:v>
                </c:pt>
                <c:pt idx="155">
                  <c:v>23.1</c:v>
                </c:pt>
                <c:pt idx="156">
                  <c:v>22.9</c:v>
                </c:pt>
                <c:pt idx="157">
                  <c:v>21.21</c:v>
                </c:pt>
                <c:pt idx="158">
                  <c:v>21.31</c:v>
                </c:pt>
                <c:pt idx="159">
                  <c:v>22.43</c:v>
                </c:pt>
                <c:pt idx="160">
                  <c:v>23.59</c:v>
                </c:pt>
                <c:pt idx="161">
                  <c:v>24.83</c:v>
                </c:pt>
                <c:pt idx="162">
                  <c:v>24.87</c:v>
                </c:pt>
                <c:pt idx="163">
                  <c:v>24.64</c:v>
                </c:pt>
                <c:pt idx="164">
                  <c:v>25.24</c:v>
                </c:pt>
                <c:pt idx="165">
                  <c:v>25.68</c:v>
                </c:pt>
                <c:pt idx="166">
                  <c:v>25.95</c:v>
                </c:pt>
                <c:pt idx="167">
                  <c:v>26.64</c:v>
                </c:pt>
                <c:pt idx="168">
                  <c:v>27.66</c:v>
                </c:pt>
                <c:pt idx="169">
                  <c:v>27.65</c:v>
                </c:pt>
                <c:pt idx="170">
                  <c:v>26.89</c:v>
                </c:pt>
                <c:pt idx="171">
                  <c:v>26.9</c:v>
                </c:pt>
                <c:pt idx="172">
                  <c:v>25.9</c:v>
                </c:pt>
                <c:pt idx="173">
                  <c:v>26.4</c:v>
                </c:pt>
                <c:pt idx="174">
                  <c:v>25.7</c:v>
                </c:pt>
                <c:pt idx="175">
                  <c:v>25.17</c:v>
                </c:pt>
                <c:pt idx="176">
                  <c:v>25.67</c:v>
                </c:pt>
                <c:pt idx="177">
                  <c:v>25.41</c:v>
                </c:pt>
                <c:pt idx="178">
                  <c:v>26.47</c:v>
                </c:pt>
                <c:pt idx="179">
                  <c:v>27.14</c:v>
                </c:pt>
                <c:pt idx="180">
                  <c:v>26.59</c:v>
                </c:pt>
                <c:pt idx="181">
                  <c:v>26.74</c:v>
                </c:pt>
                <c:pt idx="182">
                  <c:v>26.34</c:v>
                </c:pt>
                <c:pt idx="183">
                  <c:v>25.41</c:v>
                </c:pt>
                <c:pt idx="184">
                  <c:v>25.65</c:v>
                </c:pt>
                <c:pt idx="185">
                  <c:v>26.07</c:v>
                </c:pt>
                <c:pt idx="186">
                  <c:v>26.29</c:v>
                </c:pt>
                <c:pt idx="187">
                  <c:v>26.1</c:v>
                </c:pt>
                <c:pt idx="188">
                  <c:v>25.73</c:v>
                </c:pt>
                <c:pt idx="189">
                  <c:v>24.88</c:v>
                </c:pt>
                <c:pt idx="190">
                  <c:v>25.93</c:v>
                </c:pt>
                <c:pt idx="191">
                  <c:v>26.44</c:v>
                </c:pt>
                <c:pt idx="192">
                  <c:v>26.47</c:v>
                </c:pt>
                <c:pt idx="193">
                  <c:v>26.25</c:v>
                </c:pt>
                <c:pt idx="194">
                  <c:v>26.33</c:v>
                </c:pt>
                <c:pt idx="195">
                  <c:v>26.15</c:v>
                </c:pt>
                <c:pt idx="196">
                  <c:v>25.65</c:v>
                </c:pt>
                <c:pt idx="197">
                  <c:v>24.75</c:v>
                </c:pt>
                <c:pt idx="198">
                  <c:v>24.7</c:v>
                </c:pt>
                <c:pt idx="199">
                  <c:v>25.05</c:v>
                </c:pt>
                <c:pt idx="200">
                  <c:v>25.64</c:v>
                </c:pt>
                <c:pt idx="201">
                  <c:v>26.54</c:v>
                </c:pt>
                <c:pt idx="202">
                  <c:v>26.93</c:v>
                </c:pt>
                <c:pt idx="203">
                  <c:v>27.28</c:v>
                </c:pt>
                <c:pt idx="204">
                  <c:v>27.21</c:v>
                </c:pt>
                <c:pt idx="205">
                  <c:v>27.32</c:v>
                </c:pt>
                <c:pt idx="206">
                  <c:v>26.23</c:v>
                </c:pt>
                <c:pt idx="207">
                  <c:v>26.98</c:v>
                </c:pt>
                <c:pt idx="208">
                  <c:v>27.55</c:v>
                </c:pt>
                <c:pt idx="209">
                  <c:v>27.42</c:v>
                </c:pt>
                <c:pt idx="210">
                  <c:v>27.41</c:v>
                </c:pt>
                <c:pt idx="211">
                  <c:v>26.15</c:v>
                </c:pt>
                <c:pt idx="212">
                  <c:v>26.73</c:v>
                </c:pt>
                <c:pt idx="213">
                  <c:v>27.32</c:v>
                </c:pt>
                <c:pt idx="214">
                  <c:v>25.73</c:v>
                </c:pt>
                <c:pt idx="215">
                  <c:v>25.96</c:v>
                </c:pt>
                <c:pt idx="216">
                  <c:v>24.02</c:v>
                </c:pt>
                <c:pt idx="217">
                  <c:v>23.5</c:v>
                </c:pt>
                <c:pt idx="218">
                  <c:v>22.61</c:v>
                </c:pt>
                <c:pt idx="219">
                  <c:v>23.36</c:v>
                </c:pt>
                <c:pt idx="220">
                  <c:v>23.7</c:v>
                </c:pt>
                <c:pt idx="221">
                  <c:v>22.42</c:v>
                </c:pt>
                <c:pt idx="222">
                  <c:v>20.91</c:v>
                </c:pt>
                <c:pt idx="223">
                  <c:v>21.4</c:v>
                </c:pt>
                <c:pt idx="224">
                  <c:v>20.36</c:v>
                </c:pt>
                <c:pt idx="225">
                  <c:v>16.39</c:v>
                </c:pt>
                <c:pt idx="226">
                  <c:v>15.26</c:v>
                </c:pt>
                <c:pt idx="227">
                  <c:v>15.38</c:v>
                </c:pt>
                <c:pt idx="228">
                  <c:v>15.17</c:v>
                </c:pt>
                <c:pt idx="229">
                  <c:v>14.12</c:v>
                </c:pt>
                <c:pt idx="230">
                  <c:v>13.32</c:v>
                </c:pt>
                <c:pt idx="231">
                  <c:v>14.98</c:v>
                </c:pt>
                <c:pt idx="232">
                  <c:v>16</c:v>
                </c:pt>
                <c:pt idx="233">
                  <c:v>16.38</c:v>
                </c:pt>
                <c:pt idx="234">
                  <c:v>16.690000000000001</c:v>
                </c:pt>
                <c:pt idx="235">
                  <c:v>18.09</c:v>
                </c:pt>
                <c:pt idx="236">
                  <c:v>18.829999999999998</c:v>
                </c:pt>
                <c:pt idx="237">
                  <c:v>19.36</c:v>
                </c:pt>
                <c:pt idx="238">
                  <c:v>19.809999999999999</c:v>
                </c:pt>
                <c:pt idx="239">
                  <c:v>20.32</c:v>
                </c:pt>
                <c:pt idx="240">
                  <c:v>20.53</c:v>
                </c:pt>
                <c:pt idx="241">
                  <c:v>19.920000000000002</c:v>
                </c:pt>
                <c:pt idx="242">
                  <c:v>21</c:v>
                </c:pt>
                <c:pt idx="243">
                  <c:v>21.8</c:v>
                </c:pt>
                <c:pt idx="244">
                  <c:v>20.48</c:v>
                </c:pt>
                <c:pt idx="245">
                  <c:v>19.739999999999998</c:v>
                </c:pt>
                <c:pt idx="246">
                  <c:v>19.670000000000002</c:v>
                </c:pt>
                <c:pt idx="247">
                  <c:v>19.77</c:v>
                </c:pt>
                <c:pt idx="248">
                  <c:v>20.38</c:v>
                </c:pt>
                <c:pt idx="249">
                  <c:v>21.24</c:v>
                </c:pt>
                <c:pt idx="250">
                  <c:v>21.7</c:v>
                </c:pt>
                <c:pt idx="251">
                  <c:v>22.4</c:v>
                </c:pt>
                <c:pt idx="252">
                  <c:v>22.98</c:v>
                </c:pt>
                <c:pt idx="253">
                  <c:v>23.49</c:v>
                </c:pt>
                <c:pt idx="254">
                  <c:v>22.9</c:v>
                </c:pt>
                <c:pt idx="255">
                  <c:v>23.14</c:v>
                </c:pt>
                <c:pt idx="256">
                  <c:v>23.06</c:v>
                </c:pt>
                <c:pt idx="257">
                  <c:v>22.1</c:v>
                </c:pt>
                <c:pt idx="258">
                  <c:v>22.61</c:v>
                </c:pt>
                <c:pt idx="259">
                  <c:v>20.05</c:v>
                </c:pt>
                <c:pt idx="260">
                  <c:v>19.7</c:v>
                </c:pt>
                <c:pt idx="261">
                  <c:v>20.16</c:v>
                </c:pt>
                <c:pt idx="262">
                  <c:v>20.350000000000001</c:v>
                </c:pt>
                <c:pt idx="263">
                  <c:v>20.52</c:v>
                </c:pt>
                <c:pt idx="264">
                  <c:v>21.21</c:v>
                </c:pt>
                <c:pt idx="265">
                  <c:v>21.8</c:v>
                </c:pt>
                <c:pt idx="266">
                  <c:v>22.05</c:v>
                </c:pt>
                <c:pt idx="267">
                  <c:v>21.78</c:v>
                </c:pt>
                <c:pt idx="268">
                  <c:v>20.94</c:v>
                </c:pt>
                <c:pt idx="269">
                  <c:v>20.55</c:v>
                </c:pt>
                <c:pt idx="270">
                  <c:v>21</c:v>
                </c:pt>
                <c:pt idx="271">
                  <c:v>21.41</c:v>
                </c:pt>
                <c:pt idx="272">
                  <c:v>21.78</c:v>
                </c:pt>
                <c:pt idx="273">
                  <c:v>21.58</c:v>
                </c:pt>
                <c:pt idx="274">
                  <c:v>20.9</c:v>
                </c:pt>
                <c:pt idx="275">
                  <c:v>21.24</c:v>
                </c:pt>
                <c:pt idx="276">
                  <c:v>21.9</c:v>
                </c:pt>
                <c:pt idx="277">
                  <c:v>22.05</c:v>
                </c:pt>
                <c:pt idx="278">
                  <c:v>22.42</c:v>
                </c:pt>
                <c:pt idx="279">
                  <c:v>22.6</c:v>
                </c:pt>
                <c:pt idx="280">
                  <c:v>23.41</c:v>
                </c:pt>
                <c:pt idx="281">
                  <c:v>22.93</c:v>
                </c:pt>
                <c:pt idx="282">
                  <c:v>23.49</c:v>
                </c:pt>
                <c:pt idx="283">
                  <c:v>23.36</c:v>
                </c:pt>
                <c:pt idx="284">
                  <c:v>23.44</c:v>
                </c:pt>
                <c:pt idx="285">
                  <c:v>23.83</c:v>
                </c:pt>
                <c:pt idx="286">
                  <c:v>24.64</c:v>
                </c:pt>
                <c:pt idx="287">
                  <c:v>24.86</c:v>
                </c:pt>
                <c:pt idx="288">
                  <c:v>24.86</c:v>
                </c:pt>
                <c:pt idx="289">
                  <c:v>24.59</c:v>
                </c:pt>
                <c:pt idx="290">
                  <c:v>24.96</c:v>
                </c:pt>
                <c:pt idx="291">
                  <c:v>24.79</c:v>
                </c:pt>
                <c:pt idx="292">
                  <c:v>24.94</c:v>
                </c:pt>
                <c:pt idx="293">
                  <c:v>25.56</c:v>
                </c:pt>
                <c:pt idx="294">
                  <c:v>25.82</c:v>
                </c:pt>
                <c:pt idx="295">
                  <c:v>25.62</c:v>
                </c:pt>
                <c:pt idx="296">
                  <c:v>25.92</c:v>
                </c:pt>
                <c:pt idx="297">
                  <c:v>25.16</c:v>
                </c:pt>
                <c:pt idx="298">
                  <c:v>26.61</c:v>
                </c:pt>
                <c:pt idx="299">
                  <c:v>26.79</c:v>
                </c:pt>
                <c:pt idx="300">
                  <c:v>26.49</c:v>
                </c:pt>
                <c:pt idx="301">
                  <c:v>27</c:v>
                </c:pt>
                <c:pt idx="302">
                  <c:v>26.73</c:v>
                </c:pt>
                <c:pt idx="303">
                  <c:v>26.79</c:v>
                </c:pt>
                <c:pt idx="304">
                  <c:v>26.81</c:v>
                </c:pt>
                <c:pt idx="305">
                  <c:v>26.5</c:v>
                </c:pt>
                <c:pt idx="306">
                  <c:v>26.38</c:v>
                </c:pt>
                <c:pt idx="307">
                  <c:v>25.69</c:v>
                </c:pt>
                <c:pt idx="308">
                  <c:v>24.5</c:v>
                </c:pt>
                <c:pt idx="309">
                  <c:v>25.49</c:v>
                </c:pt>
                <c:pt idx="310">
                  <c:v>26.23</c:v>
                </c:pt>
                <c:pt idx="311">
                  <c:v>25.97</c:v>
                </c:pt>
                <c:pt idx="312">
                  <c:v>24.21</c:v>
                </c:pt>
                <c:pt idx="313">
                  <c:v>24</c:v>
                </c:pt>
                <c:pt idx="314">
                  <c:v>25.37</c:v>
                </c:pt>
                <c:pt idx="315">
                  <c:v>25.92</c:v>
                </c:pt>
                <c:pt idx="316">
                  <c:v>25.69</c:v>
                </c:pt>
                <c:pt idx="317">
                  <c:v>25.84</c:v>
                </c:pt>
                <c:pt idx="318">
                  <c:v>26.69</c:v>
                </c:pt>
                <c:pt idx="319">
                  <c:v>26.95</c:v>
                </c:pt>
                <c:pt idx="320">
                  <c:v>26.73</c:v>
                </c:pt>
                <c:pt idx="321">
                  <c:v>26.53</c:v>
                </c:pt>
                <c:pt idx="322">
                  <c:v>26.85</c:v>
                </c:pt>
                <c:pt idx="323">
                  <c:v>27.87</c:v>
                </c:pt>
                <c:pt idx="324">
                  <c:v>28.06</c:v>
                </c:pt>
                <c:pt idx="325">
                  <c:v>28.66</c:v>
                </c:pt>
                <c:pt idx="326">
                  <c:v>29.09</c:v>
                </c:pt>
                <c:pt idx="327">
                  <c:v>28.9</c:v>
                </c:pt>
                <c:pt idx="328">
                  <c:v>29.31</c:v>
                </c:pt>
                <c:pt idx="329">
                  <c:v>29.75</c:v>
                </c:pt>
                <c:pt idx="330">
                  <c:v>30</c:v>
                </c:pt>
                <c:pt idx="331">
                  <c:v>29.91</c:v>
                </c:pt>
                <c:pt idx="332">
                  <c:v>30.17</c:v>
                </c:pt>
                <c:pt idx="333">
                  <c:v>30.92</c:v>
                </c:pt>
                <c:pt idx="334">
                  <c:v>31.3</c:v>
                </c:pt>
                <c:pt idx="335">
                  <c:v>32.090000000000003</c:v>
                </c:pt>
                <c:pt idx="336">
                  <c:v>33.31</c:v>
                </c:pt>
                <c:pt idx="337">
                  <c:v>32.04</c:v>
                </c:pt>
                <c:pt idx="338">
                  <c:v>31.81</c:v>
                </c:pt>
                <c:pt idx="339">
                  <c:v>30.97</c:v>
                </c:pt>
                <c:pt idx="340">
                  <c:v>31.24</c:v>
                </c:pt>
                <c:pt idx="341">
                  <c:v>31.63</c:v>
                </c:pt>
                <c:pt idx="342">
                  <c:v>31.89</c:v>
                </c:pt>
                <c:pt idx="343">
                  <c:v>32.39</c:v>
                </c:pt>
                <c:pt idx="344">
                  <c:v>32.619999999999997</c:v>
                </c:pt>
                <c:pt idx="345">
                  <c:v>31.04</c:v>
                </c:pt>
                <c:pt idx="346">
                  <c:v>30.2</c:v>
                </c:pt>
                <c:pt idx="347">
                  <c:v>28.29</c:v>
                </c:pt>
                <c:pt idx="348">
                  <c:v>28.38</c:v>
                </c:pt>
                <c:pt idx="349">
                  <c:v>29.54</c:v>
                </c:pt>
                <c:pt idx="350">
                  <c:v>29.58</c:v>
                </c:pt>
                <c:pt idx="351">
                  <c:v>30.13</c:v>
                </c:pt>
                <c:pt idx="352">
                  <c:v>29.24</c:v>
                </c:pt>
                <c:pt idx="353">
                  <c:v>29.28</c:v>
                </c:pt>
                <c:pt idx="354">
                  <c:v>29.99</c:v>
                </c:pt>
                <c:pt idx="355">
                  <c:v>28.71</c:v>
                </c:pt>
                <c:pt idx="356">
                  <c:v>29.23</c:v>
                </c:pt>
                <c:pt idx="357">
                  <c:v>28.84</c:v>
                </c:pt>
                <c:pt idx="358">
                  <c:v>29.84</c:v>
                </c:pt>
                <c:pt idx="359">
                  <c:v>30.33</c:v>
                </c:pt>
                <c:pt idx="360">
                  <c:v>30.99</c:v>
                </c:pt>
                <c:pt idx="361">
                  <c:v>30.73</c:v>
                </c:pt>
                <c:pt idx="362">
                  <c:v>24.82</c:v>
                </c:pt>
                <c:pt idx="363">
                  <c:v>25.93</c:v>
                </c:pt>
                <c:pt idx="364">
                  <c:v>27.33</c:v>
                </c:pt>
                <c:pt idx="365">
                  <c:v>28.84</c:v>
                </c:pt>
                <c:pt idx="366">
                  <c:v>29.6</c:v>
                </c:pt>
                <c:pt idx="367">
                  <c:v>31.16</c:v>
                </c:pt>
                <c:pt idx="368">
                  <c:v>30.84</c:v>
                </c:pt>
                <c:pt idx="369">
                  <c:v>31.28</c:v>
                </c:pt>
                <c:pt idx="370">
                  <c:v>32.47</c:v>
                </c:pt>
                <c:pt idx="371">
                  <c:v>33.770000000000003</c:v>
                </c:pt>
                <c:pt idx="372">
                  <c:v>34.51</c:v>
                </c:pt>
                <c:pt idx="373">
                  <c:v>35.1</c:v>
                </c:pt>
                <c:pt idx="374">
                  <c:v>35.04</c:v>
                </c:pt>
                <c:pt idx="375">
                  <c:v>36.72</c:v>
                </c:pt>
                <c:pt idx="376">
                  <c:v>36.549999999999997</c:v>
                </c:pt>
                <c:pt idx="377">
                  <c:v>36.700000000000003</c:v>
                </c:pt>
                <c:pt idx="378">
                  <c:v>37.44</c:v>
                </c:pt>
                <c:pt idx="379">
                  <c:v>37.97</c:v>
                </c:pt>
                <c:pt idx="380">
                  <c:v>37.619999999999997</c:v>
                </c:pt>
                <c:pt idx="381">
                  <c:v>37.25</c:v>
                </c:pt>
                <c:pt idx="382">
                  <c:v>38.58</c:v>
                </c:pt>
                <c:pt idx="383">
                  <c:v>38.299999999999997</c:v>
                </c:pt>
                <c:pt idx="384">
                  <c:v>36.94</c:v>
                </c:pt>
                <c:pt idx="385">
                  <c:v>35.29</c:v>
                </c:pt>
                <c:pt idx="386">
                  <c:v>34.270000000000003</c:v>
                </c:pt>
                <c:pt idx="387">
                  <c:v>33.89</c:v>
                </c:pt>
                <c:pt idx="388">
                  <c:v>30.67</c:v>
                </c:pt>
                <c:pt idx="389">
                  <c:v>29.05</c:v>
                </c:pt>
                <c:pt idx="390">
                  <c:v>29</c:v>
                </c:pt>
                <c:pt idx="391">
                  <c:v>30.7</c:v>
                </c:pt>
                <c:pt idx="392">
                  <c:v>28.23</c:v>
                </c:pt>
                <c:pt idx="393">
                  <c:v>27.08</c:v>
                </c:pt>
                <c:pt idx="394">
                  <c:v>28.38</c:v>
                </c:pt>
                <c:pt idx="395">
                  <c:v>28.32</c:v>
                </c:pt>
                <c:pt idx="396">
                  <c:v>28.33</c:v>
                </c:pt>
                <c:pt idx="397">
                  <c:v>28.92</c:v>
                </c:pt>
                <c:pt idx="398">
                  <c:v>27.94</c:v>
                </c:pt>
                <c:pt idx="399">
                  <c:v>28.76</c:v>
                </c:pt>
                <c:pt idx="400">
                  <c:v>28.76</c:v>
                </c:pt>
                <c:pt idx="401">
                  <c:v>29.94</c:v>
                </c:pt>
                <c:pt idx="402">
                  <c:v>30.89</c:v>
                </c:pt>
                <c:pt idx="403">
                  <c:v>30.3</c:v>
                </c:pt>
                <c:pt idx="404">
                  <c:v>29.8</c:v>
                </c:pt>
                <c:pt idx="405">
                  <c:v>28.77</c:v>
                </c:pt>
                <c:pt idx="406">
                  <c:v>30.01</c:v>
                </c:pt>
                <c:pt idx="407">
                  <c:v>31.45</c:v>
                </c:pt>
                <c:pt idx="408">
                  <c:v>32.049999999999997</c:v>
                </c:pt>
                <c:pt idx="409">
                  <c:v>33.04</c:v>
                </c:pt>
                <c:pt idx="410">
                  <c:v>33.75</c:v>
                </c:pt>
                <c:pt idx="411">
                  <c:v>33.14</c:v>
                </c:pt>
                <c:pt idx="412">
                  <c:v>33.770000000000003</c:v>
                </c:pt>
                <c:pt idx="413">
                  <c:v>34.81</c:v>
                </c:pt>
                <c:pt idx="414">
                  <c:v>35.44</c:v>
                </c:pt>
                <c:pt idx="415">
                  <c:v>34.92</c:v>
                </c:pt>
                <c:pt idx="416">
                  <c:v>35.659999999999997</c:v>
                </c:pt>
                <c:pt idx="417">
                  <c:v>36.590000000000003</c:v>
                </c:pt>
                <c:pt idx="418">
                  <c:v>37.35</c:v>
                </c:pt>
                <c:pt idx="419">
                  <c:v>37.71</c:v>
                </c:pt>
                <c:pt idx="420">
                  <c:v>37.130000000000003</c:v>
                </c:pt>
                <c:pt idx="421">
                  <c:v>37.19</c:v>
                </c:pt>
                <c:pt idx="422">
                  <c:v>34.78</c:v>
                </c:pt>
                <c:pt idx="423">
                  <c:v>32.619999999999997</c:v>
                </c:pt>
                <c:pt idx="424">
                  <c:v>35.08</c:v>
                </c:pt>
                <c:pt idx="425">
                  <c:v>36.11</c:v>
                </c:pt>
                <c:pt idx="426">
                  <c:v>37.47</c:v>
                </c:pt>
                <c:pt idx="427">
                  <c:v>37.85</c:v>
                </c:pt>
                <c:pt idx="428">
                  <c:v>38.58</c:v>
                </c:pt>
                <c:pt idx="429">
                  <c:v>39.21</c:v>
                </c:pt>
                <c:pt idx="430">
                  <c:v>39.14</c:v>
                </c:pt>
                <c:pt idx="431">
                  <c:v>39.56</c:v>
                </c:pt>
                <c:pt idx="432">
                  <c:v>39.590000000000003</c:v>
                </c:pt>
                <c:pt idx="433">
                  <c:v>38.94</c:v>
                </c:pt>
                <c:pt idx="434">
                  <c:v>36.94</c:v>
                </c:pt>
                <c:pt idx="435">
                  <c:v>38.14</c:v>
                </c:pt>
                <c:pt idx="436">
                  <c:v>39.58</c:v>
                </c:pt>
              </c:numCache>
            </c:numRef>
          </c:val>
          <c:smooth val="0"/>
          <c:extLst>
            <c:ext xmlns:c16="http://schemas.microsoft.com/office/drawing/2014/chart" uri="{C3380CC4-5D6E-409C-BE32-E72D297353CC}">
              <c16:uniqueId val="{00000000-EECD-4A13-8857-560AD1CB7F17}"/>
            </c:ext>
          </c:extLst>
        </c:ser>
        <c:dLbls>
          <c:showLegendKey val="0"/>
          <c:showVal val="0"/>
          <c:showCatName val="0"/>
          <c:showSerName val="0"/>
          <c:showPercent val="0"/>
          <c:showBubbleSize val="0"/>
        </c:dLbls>
        <c:smooth val="0"/>
        <c:axId val="2000001088"/>
        <c:axId val="2000001089"/>
      </c:lineChart>
      <c:dateAx>
        <c:axId val="2000001088"/>
        <c:scaling>
          <c:orientation val="minMax"/>
        </c:scaling>
        <c:delete val="0"/>
        <c:axPos val="b"/>
        <c:numFmt formatCode="m/d/yy" sourceLinked="0"/>
        <c:majorTickMark val="none"/>
        <c:minorTickMark val="none"/>
        <c:tickLblPos val="nextTo"/>
        <c:spPr>
          <a:noFill/>
          <a:ln w="6350" cap="flat" cmpd="sng" algn="ctr">
            <a:solidFill>
              <a:sysClr val="windowText" lastClr="000000"/>
            </a:solidFill>
            <a:round/>
          </a:ln>
          <a:effectLst/>
        </c:spPr>
        <c:txPr>
          <a:bodyPr rot="-60000000" spcFirstLastPara="1" vertOverflow="ellipsis" vert="horz" wrap="square" anchor="ctr" anchorCtr="1"/>
          <a:lstStyle/>
          <a:p>
            <a:pPr>
              <a:defRPr lang="zh-CN" sz="6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1089"/>
        <c:crosses val="autoZero"/>
        <c:auto val="0"/>
        <c:lblOffset val="100"/>
        <c:baseTimeUnit val="months"/>
      </c:dateAx>
      <c:valAx>
        <c:axId val="2000001089"/>
        <c:scaling>
          <c:orientation val="minMax"/>
          <c:min val="10"/>
        </c:scaling>
        <c:delete val="0"/>
        <c:axPos val="l"/>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lang="zh-CN" sz="6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1088"/>
        <c:crosses val="autoZero"/>
        <c:crossBetween val="between"/>
      </c:valAx>
      <c:spPr>
        <a:noFill/>
        <a:ln>
          <a:noFill/>
        </a:ln>
        <a:effectLst/>
      </c:spPr>
    </c:plotArea>
    <c:legend>
      <c:legendPos val="t"/>
      <c:legendEntry>
        <c:idx val="0"/>
        <c:txPr>
          <a:bodyPr rot="0" spcFirstLastPara="1" vertOverflow="ellipsis" vert="horz" wrap="square" anchor="ctr" anchorCtr="1"/>
          <a:lstStyle/>
          <a:p>
            <a:pPr>
              <a:defRPr lang="zh-CN" sz="6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ayout>
        <c:manualLayout>
          <c:xMode val="edge"/>
          <c:yMode val="edge"/>
          <c:x val="0.34998472543143555"/>
          <c:y val="4.241944145600391E-2"/>
          <c:w val="0.29448512685914263"/>
          <c:h val="5.8486074657334498E-2"/>
        </c:manualLayout>
      </c:layout>
      <c:overlay val="0"/>
      <c:spPr>
        <a:noFill/>
        <a:ln>
          <a:noFill/>
        </a:ln>
        <a:effectLst/>
      </c:spPr>
      <c:txPr>
        <a:bodyPr rot="0" spcFirstLastPara="1" vertOverflow="ellipsis" vert="horz" wrap="square" anchor="ctr" anchorCtr="1"/>
        <a:lstStyle/>
        <a:p>
          <a:pPr>
            <a:defRPr lang="zh-CN" sz="6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
    <c:plotVisOnly val="1"/>
    <c:dispBlanksAs val="gap"/>
    <c:showDLblsOverMax val="0"/>
  </c:chart>
  <c:spPr>
    <a:noFill/>
    <a:ln w="9525" cap="flat" cmpd="sng" algn="ctr">
      <a:noFill/>
      <a:round/>
    </a:ln>
    <a:effectLst/>
  </c:spPr>
  <c:txPr>
    <a:bodyPr/>
    <a:lstStyle/>
    <a:p>
      <a:pPr>
        <a:defRPr lang="zh-CN" sz="60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defRPr>
      </a:pPr>
      <a:endParaRPr lang="zh-CN"/>
    </a:p>
  </c:txPr>
  <c:externalData r:id="rId1">
    <c:autoUpdate val="0"/>
  </c:externalData>
  <c:userShapes r:id="rId5"/>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3620195867924124E-2"/>
          <c:y val="0.17455812906589852"/>
          <c:w val="0.89850843644544431"/>
          <c:h val="0.67890341930037224"/>
        </c:manualLayout>
      </c:layout>
      <c:lineChart>
        <c:grouping val="standard"/>
        <c:varyColors val="0"/>
        <c:ser>
          <c:idx val="2"/>
          <c:order val="0"/>
          <c:tx>
            <c:v>设备投资占GDP, %</c:v>
          </c:tx>
          <c:spPr>
            <a:ln w="22225" cap="rnd">
              <a:solidFill>
                <a:srgbClr val="0F9ED5">
                  <a:lumMod val="75000"/>
                </a:srgbClr>
              </a:solidFill>
              <a:round/>
            </a:ln>
            <a:effectLst/>
          </c:spPr>
          <c:marker>
            <c:symbol val="none"/>
          </c:marker>
          <c:cat>
            <c:numRef>
              <c:f>产业投资对比!$A$195:$A$339</c:f>
              <c:numCache>
                <c:formatCode>m/d/yyyy</c:formatCode>
                <c:ptCount val="145"/>
                <c:pt idx="0">
                  <c:v>32933</c:v>
                </c:pt>
                <c:pt idx="1">
                  <c:v>33025</c:v>
                </c:pt>
                <c:pt idx="2">
                  <c:v>33117</c:v>
                </c:pt>
                <c:pt idx="3">
                  <c:v>33208</c:v>
                </c:pt>
                <c:pt idx="4">
                  <c:v>33298</c:v>
                </c:pt>
                <c:pt idx="5">
                  <c:v>33390</c:v>
                </c:pt>
                <c:pt idx="6">
                  <c:v>33482</c:v>
                </c:pt>
                <c:pt idx="7">
                  <c:v>33573</c:v>
                </c:pt>
                <c:pt idx="8">
                  <c:v>33664</c:v>
                </c:pt>
                <c:pt idx="9">
                  <c:v>33756</c:v>
                </c:pt>
                <c:pt idx="10">
                  <c:v>33848</c:v>
                </c:pt>
                <c:pt idx="11">
                  <c:v>33939</c:v>
                </c:pt>
                <c:pt idx="12">
                  <c:v>34029</c:v>
                </c:pt>
                <c:pt idx="13">
                  <c:v>34121</c:v>
                </c:pt>
                <c:pt idx="14">
                  <c:v>34213</c:v>
                </c:pt>
                <c:pt idx="15">
                  <c:v>34304</c:v>
                </c:pt>
                <c:pt idx="16">
                  <c:v>34394</c:v>
                </c:pt>
                <c:pt idx="17">
                  <c:v>34486</c:v>
                </c:pt>
                <c:pt idx="18">
                  <c:v>34578</c:v>
                </c:pt>
                <c:pt idx="19">
                  <c:v>34669</c:v>
                </c:pt>
                <c:pt idx="20">
                  <c:v>34759</c:v>
                </c:pt>
                <c:pt idx="21">
                  <c:v>34851</c:v>
                </c:pt>
                <c:pt idx="22">
                  <c:v>34943</c:v>
                </c:pt>
                <c:pt idx="23">
                  <c:v>35034</c:v>
                </c:pt>
                <c:pt idx="24">
                  <c:v>35125</c:v>
                </c:pt>
                <c:pt idx="25">
                  <c:v>35217</c:v>
                </c:pt>
                <c:pt idx="26">
                  <c:v>35309</c:v>
                </c:pt>
                <c:pt idx="27">
                  <c:v>35400</c:v>
                </c:pt>
                <c:pt idx="28">
                  <c:v>35490</c:v>
                </c:pt>
                <c:pt idx="29">
                  <c:v>35582</c:v>
                </c:pt>
                <c:pt idx="30">
                  <c:v>35674</c:v>
                </c:pt>
                <c:pt idx="31">
                  <c:v>35765</c:v>
                </c:pt>
                <c:pt idx="32">
                  <c:v>35855</c:v>
                </c:pt>
                <c:pt idx="33">
                  <c:v>35947</c:v>
                </c:pt>
                <c:pt idx="34">
                  <c:v>36039</c:v>
                </c:pt>
                <c:pt idx="35">
                  <c:v>36130</c:v>
                </c:pt>
                <c:pt idx="36">
                  <c:v>36220</c:v>
                </c:pt>
                <c:pt idx="37">
                  <c:v>36312</c:v>
                </c:pt>
                <c:pt idx="38">
                  <c:v>36404</c:v>
                </c:pt>
                <c:pt idx="39">
                  <c:v>36495</c:v>
                </c:pt>
                <c:pt idx="40">
                  <c:v>36586</c:v>
                </c:pt>
                <c:pt idx="41">
                  <c:v>36678</c:v>
                </c:pt>
                <c:pt idx="42">
                  <c:v>36770</c:v>
                </c:pt>
                <c:pt idx="43">
                  <c:v>36861</c:v>
                </c:pt>
                <c:pt idx="44">
                  <c:v>36951</c:v>
                </c:pt>
                <c:pt idx="45">
                  <c:v>37043</c:v>
                </c:pt>
                <c:pt idx="46">
                  <c:v>37135</c:v>
                </c:pt>
                <c:pt idx="47">
                  <c:v>37226</c:v>
                </c:pt>
                <c:pt idx="48">
                  <c:v>37316</c:v>
                </c:pt>
                <c:pt idx="49">
                  <c:v>37408</c:v>
                </c:pt>
                <c:pt idx="50">
                  <c:v>37500</c:v>
                </c:pt>
                <c:pt idx="51">
                  <c:v>37591</c:v>
                </c:pt>
                <c:pt idx="52">
                  <c:v>37681</c:v>
                </c:pt>
                <c:pt idx="53">
                  <c:v>37773</c:v>
                </c:pt>
                <c:pt idx="54">
                  <c:v>37865</c:v>
                </c:pt>
                <c:pt idx="55">
                  <c:v>37956</c:v>
                </c:pt>
                <c:pt idx="56">
                  <c:v>38047</c:v>
                </c:pt>
                <c:pt idx="57">
                  <c:v>38139</c:v>
                </c:pt>
                <c:pt idx="58">
                  <c:v>38231</c:v>
                </c:pt>
                <c:pt idx="59">
                  <c:v>38322</c:v>
                </c:pt>
                <c:pt idx="60">
                  <c:v>38412</c:v>
                </c:pt>
                <c:pt idx="61">
                  <c:v>38504</c:v>
                </c:pt>
                <c:pt idx="62">
                  <c:v>38596</c:v>
                </c:pt>
                <c:pt idx="63">
                  <c:v>38687</c:v>
                </c:pt>
                <c:pt idx="64">
                  <c:v>38777</c:v>
                </c:pt>
                <c:pt idx="65">
                  <c:v>38869</c:v>
                </c:pt>
                <c:pt idx="66">
                  <c:v>38961</c:v>
                </c:pt>
                <c:pt idx="67">
                  <c:v>39052</c:v>
                </c:pt>
                <c:pt idx="68">
                  <c:v>39142</c:v>
                </c:pt>
                <c:pt idx="69">
                  <c:v>39234</c:v>
                </c:pt>
                <c:pt idx="70">
                  <c:v>39326</c:v>
                </c:pt>
                <c:pt idx="71">
                  <c:v>39417</c:v>
                </c:pt>
                <c:pt idx="72">
                  <c:v>39508</c:v>
                </c:pt>
                <c:pt idx="73">
                  <c:v>39600</c:v>
                </c:pt>
                <c:pt idx="74">
                  <c:v>39692</c:v>
                </c:pt>
                <c:pt idx="75">
                  <c:v>39783</c:v>
                </c:pt>
                <c:pt idx="76">
                  <c:v>39873</c:v>
                </c:pt>
                <c:pt idx="77">
                  <c:v>39965</c:v>
                </c:pt>
                <c:pt idx="78">
                  <c:v>40057</c:v>
                </c:pt>
                <c:pt idx="79">
                  <c:v>40148</c:v>
                </c:pt>
                <c:pt idx="80">
                  <c:v>40238</c:v>
                </c:pt>
                <c:pt idx="81">
                  <c:v>40330</c:v>
                </c:pt>
                <c:pt idx="82">
                  <c:v>40422</c:v>
                </c:pt>
                <c:pt idx="83">
                  <c:v>40513</c:v>
                </c:pt>
                <c:pt idx="84">
                  <c:v>40603</c:v>
                </c:pt>
                <c:pt idx="85">
                  <c:v>40695</c:v>
                </c:pt>
                <c:pt idx="86">
                  <c:v>40787</c:v>
                </c:pt>
                <c:pt idx="87">
                  <c:v>40878</c:v>
                </c:pt>
                <c:pt idx="88">
                  <c:v>40969</c:v>
                </c:pt>
                <c:pt idx="89">
                  <c:v>41061</c:v>
                </c:pt>
                <c:pt idx="90">
                  <c:v>41153</c:v>
                </c:pt>
                <c:pt idx="91">
                  <c:v>41244</c:v>
                </c:pt>
                <c:pt idx="92">
                  <c:v>41334</c:v>
                </c:pt>
                <c:pt idx="93">
                  <c:v>41426</c:v>
                </c:pt>
                <c:pt idx="94">
                  <c:v>41518</c:v>
                </c:pt>
                <c:pt idx="95">
                  <c:v>41609</c:v>
                </c:pt>
                <c:pt idx="96">
                  <c:v>41699</c:v>
                </c:pt>
                <c:pt idx="97">
                  <c:v>41791</c:v>
                </c:pt>
                <c:pt idx="98">
                  <c:v>41883</c:v>
                </c:pt>
                <c:pt idx="99">
                  <c:v>41974</c:v>
                </c:pt>
                <c:pt idx="100">
                  <c:v>42064</c:v>
                </c:pt>
                <c:pt idx="101">
                  <c:v>42156</c:v>
                </c:pt>
                <c:pt idx="102">
                  <c:v>42248</c:v>
                </c:pt>
                <c:pt idx="103">
                  <c:v>42339</c:v>
                </c:pt>
                <c:pt idx="104">
                  <c:v>42430</c:v>
                </c:pt>
                <c:pt idx="105">
                  <c:v>42522</c:v>
                </c:pt>
                <c:pt idx="106">
                  <c:v>42614</c:v>
                </c:pt>
                <c:pt idx="107">
                  <c:v>42705</c:v>
                </c:pt>
                <c:pt idx="108">
                  <c:v>42795</c:v>
                </c:pt>
                <c:pt idx="109">
                  <c:v>42887</c:v>
                </c:pt>
                <c:pt idx="110">
                  <c:v>42979</c:v>
                </c:pt>
                <c:pt idx="111">
                  <c:v>43070</c:v>
                </c:pt>
                <c:pt idx="112">
                  <c:v>43160</c:v>
                </c:pt>
                <c:pt idx="113">
                  <c:v>43252</c:v>
                </c:pt>
                <c:pt idx="114">
                  <c:v>43344</c:v>
                </c:pt>
                <c:pt idx="115">
                  <c:v>43435</c:v>
                </c:pt>
                <c:pt idx="116">
                  <c:v>43525</c:v>
                </c:pt>
                <c:pt idx="117">
                  <c:v>43617</c:v>
                </c:pt>
                <c:pt idx="118">
                  <c:v>43709</c:v>
                </c:pt>
                <c:pt idx="119">
                  <c:v>43800</c:v>
                </c:pt>
                <c:pt idx="120">
                  <c:v>43891</c:v>
                </c:pt>
                <c:pt idx="121">
                  <c:v>43983</c:v>
                </c:pt>
                <c:pt idx="122">
                  <c:v>44075</c:v>
                </c:pt>
                <c:pt idx="123">
                  <c:v>44166</c:v>
                </c:pt>
                <c:pt idx="124">
                  <c:v>44256</c:v>
                </c:pt>
                <c:pt idx="125">
                  <c:v>44348</c:v>
                </c:pt>
                <c:pt idx="126">
                  <c:v>44440</c:v>
                </c:pt>
                <c:pt idx="127">
                  <c:v>44531</c:v>
                </c:pt>
                <c:pt idx="128">
                  <c:v>44621</c:v>
                </c:pt>
                <c:pt idx="129">
                  <c:v>44713</c:v>
                </c:pt>
                <c:pt idx="130">
                  <c:v>44805</c:v>
                </c:pt>
                <c:pt idx="131">
                  <c:v>44896</c:v>
                </c:pt>
                <c:pt idx="132">
                  <c:v>44986</c:v>
                </c:pt>
                <c:pt idx="133">
                  <c:v>45078</c:v>
                </c:pt>
                <c:pt idx="134">
                  <c:v>45170</c:v>
                </c:pt>
                <c:pt idx="135">
                  <c:v>45261</c:v>
                </c:pt>
                <c:pt idx="136">
                  <c:v>45352</c:v>
                </c:pt>
                <c:pt idx="137">
                  <c:v>45444</c:v>
                </c:pt>
                <c:pt idx="138">
                  <c:v>45536</c:v>
                </c:pt>
                <c:pt idx="139">
                  <c:v>45627</c:v>
                </c:pt>
                <c:pt idx="140">
                  <c:v>45717</c:v>
                </c:pt>
                <c:pt idx="141">
                  <c:v>45809</c:v>
                </c:pt>
                <c:pt idx="142">
                  <c:v>45901</c:v>
                </c:pt>
                <c:pt idx="143">
                  <c:v>45992</c:v>
                </c:pt>
                <c:pt idx="144">
                  <c:v>46082</c:v>
                </c:pt>
              </c:numCache>
            </c:numRef>
          </c:cat>
          <c:val>
            <c:numRef>
              <c:f>产业投资对比!$D$195:$D$339</c:f>
              <c:numCache>
                <c:formatCode>General</c:formatCode>
                <c:ptCount val="145"/>
                <c:pt idx="0">
                  <c:v>6.4089999999999998</c:v>
                </c:pt>
                <c:pt idx="1">
                  <c:v>6.1360000000000001</c:v>
                </c:pt>
                <c:pt idx="2">
                  <c:v>6.2110000000000003</c:v>
                </c:pt>
                <c:pt idx="3">
                  <c:v>6.1920000000000002</c:v>
                </c:pt>
                <c:pt idx="4">
                  <c:v>5.9870000000000001</c:v>
                </c:pt>
                <c:pt idx="5">
                  <c:v>5.8460000000000001</c:v>
                </c:pt>
                <c:pt idx="6">
                  <c:v>5.843</c:v>
                </c:pt>
                <c:pt idx="7">
                  <c:v>5.7690000000000001</c:v>
                </c:pt>
                <c:pt idx="8">
                  <c:v>5.6589999999999998</c:v>
                </c:pt>
                <c:pt idx="9">
                  <c:v>5.8650000000000002</c:v>
                </c:pt>
                <c:pt idx="10">
                  <c:v>5.9029999999999996</c:v>
                </c:pt>
                <c:pt idx="11">
                  <c:v>5.9809999999999999</c:v>
                </c:pt>
                <c:pt idx="12">
                  <c:v>6.0419999999999998</c:v>
                </c:pt>
                <c:pt idx="13">
                  <c:v>6.19</c:v>
                </c:pt>
                <c:pt idx="14">
                  <c:v>6.1749999999999998</c:v>
                </c:pt>
                <c:pt idx="15">
                  <c:v>6.3789999999999996</c:v>
                </c:pt>
                <c:pt idx="16">
                  <c:v>6.49</c:v>
                </c:pt>
                <c:pt idx="17">
                  <c:v>6.4219999999999997</c:v>
                </c:pt>
                <c:pt idx="18">
                  <c:v>6.5</c:v>
                </c:pt>
                <c:pt idx="19">
                  <c:v>6.7320000000000002</c:v>
                </c:pt>
                <c:pt idx="20">
                  <c:v>6.9829999999999997</c:v>
                </c:pt>
                <c:pt idx="21">
                  <c:v>6.93</c:v>
                </c:pt>
                <c:pt idx="22">
                  <c:v>6.8310000000000004</c:v>
                </c:pt>
                <c:pt idx="23">
                  <c:v>6.9089999999999998</c:v>
                </c:pt>
                <c:pt idx="24">
                  <c:v>6.9390000000000001</c:v>
                </c:pt>
                <c:pt idx="25">
                  <c:v>6.9329999999999998</c:v>
                </c:pt>
                <c:pt idx="26">
                  <c:v>7.0960000000000001</c:v>
                </c:pt>
                <c:pt idx="27">
                  <c:v>7.0389999999999997</c:v>
                </c:pt>
                <c:pt idx="28">
                  <c:v>7.0250000000000004</c:v>
                </c:pt>
                <c:pt idx="29">
                  <c:v>7.07</c:v>
                </c:pt>
                <c:pt idx="30">
                  <c:v>7.2779999999999996</c:v>
                </c:pt>
                <c:pt idx="31">
                  <c:v>7.1079999999999997</c:v>
                </c:pt>
                <c:pt idx="32">
                  <c:v>7.2839999999999998</c:v>
                </c:pt>
                <c:pt idx="33">
                  <c:v>7.3120000000000003</c:v>
                </c:pt>
                <c:pt idx="34">
                  <c:v>7.218</c:v>
                </c:pt>
                <c:pt idx="35">
                  <c:v>7.3170000000000002</c:v>
                </c:pt>
                <c:pt idx="36">
                  <c:v>7.3849999999999998</c:v>
                </c:pt>
                <c:pt idx="37">
                  <c:v>7.4749999999999996</c:v>
                </c:pt>
                <c:pt idx="38">
                  <c:v>7.5170000000000003</c:v>
                </c:pt>
                <c:pt idx="39">
                  <c:v>7.2629999999999999</c:v>
                </c:pt>
                <c:pt idx="40">
                  <c:v>7.492</c:v>
                </c:pt>
                <c:pt idx="41">
                  <c:v>7.5529999999999999</c:v>
                </c:pt>
                <c:pt idx="42">
                  <c:v>7.5010000000000003</c:v>
                </c:pt>
                <c:pt idx="43">
                  <c:v>7.35</c:v>
                </c:pt>
                <c:pt idx="44">
                  <c:v>7.1790000000000003</c:v>
                </c:pt>
                <c:pt idx="45">
                  <c:v>6.7549999999999999</c:v>
                </c:pt>
                <c:pt idx="46">
                  <c:v>6.5330000000000004</c:v>
                </c:pt>
                <c:pt idx="47">
                  <c:v>6.4349999999999996</c:v>
                </c:pt>
                <c:pt idx="48">
                  <c:v>6.1879999999999997</c:v>
                </c:pt>
                <c:pt idx="49">
                  <c:v>6.0789999999999997</c:v>
                </c:pt>
                <c:pt idx="50">
                  <c:v>6.0209999999999999</c:v>
                </c:pt>
                <c:pt idx="51">
                  <c:v>5.8579999999999997</c:v>
                </c:pt>
                <c:pt idx="52">
                  <c:v>5.766</c:v>
                </c:pt>
                <c:pt idx="53">
                  <c:v>5.88</c:v>
                </c:pt>
                <c:pt idx="54">
                  <c:v>5.8849999999999998</c:v>
                </c:pt>
                <c:pt idx="55">
                  <c:v>5.8810000000000002</c:v>
                </c:pt>
                <c:pt idx="56">
                  <c:v>5.718</c:v>
                </c:pt>
                <c:pt idx="57">
                  <c:v>5.89</c:v>
                </c:pt>
                <c:pt idx="58">
                  <c:v>5.9669999999999996</c:v>
                </c:pt>
                <c:pt idx="59">
                  <c:v>6.0519999999999996</c:v>
                </c:pt>
                <c:pt idx="60">
                  <c:v>6.02</c:v>
                </c:pt>
                <c:pt idx="61">
                  <c:v>6.0890000000000004</c:v>
                </c:pt>
                <c:pt idx="62">
                  <c:v>6.15</c:v>
                </c:pt>
                <c:pt idx="63">
                  <c:v>6.1230000000000002</c:v>
                </c:pt>
                <c:pt idx="64">
                  <c:v>6.2519999999999998</c:v>
                </c:pt>
                <c:pt idx="65">
                  <c:v>6.2359999999999998</c:v>
                </c:pt>
                <c:pt idx="66">
                  <c:v>6.2539999999999996</c:v>
                </c:pt>
                <c:pt idx="67">
                  <c:v>6.2249999999999996</c:v>
                </c:pt>
                <c:pt idx="68">
                  <c:v>6.2350000000000003</c:v>
                </c:pt>
                <c:pt idx="69">
                  <c:v>6.234</c:v>
                </c:pt>
                <c:pt idx="70">
                  <c:v>6.1520000000000001</c:v>
                </c:pt>
                <c:pt idx="71">
                  <c:v>6.0730000000000004</c:v>
                </c:pt>
                <c:pt idx="72">
                  <c:v>6.02</c:v>
                </c:pt>
                <c:pt idx="73">
                  <c:v>5.8650000000000002</c:v>
                </c:pt>
                <c:pt idx="74">
                  <c:v>5.7190000000000003</c:v>
                </c:pt>
                <c:pt idx="75">
                  <c:v>5.2859999999999996</c:v>
                </c:pt>
                <c:pt idx="76">
                  <c:v>4.7359999999999998</c:v>
                </c:pt>
                <c:pt idx="77">
                  <c:v>4.5350000000000001</c:v>
                </c:pt>
                <c:pt idx="78">
                  <c:v>4.5819999999999999</c:v>
                </c:pt>
                <c:pt idx="79">
                  <c:v>4.6639999999999997</c:v>
                </c:pt>
                <c:pt idx="80">
                  <c:v>4.875</c:v>
                </c:pt>
                <c:pt idx="81">
                  <c:v>5.0979999999999999</c:v>
                </c:pt>
                <c:pt idx="82">
                  <c:v>5.3129999999999997</c:v>
                </c:pt>
                <c:pt idx="83">
                  <c:v>5.3570000000000002</c:v>
                </c:pt>
                <c:pt idx="84">
                  <c:v>5.4710000000000001</c:v>
                </c:pt>
                <c:pt idx="85">
                  <c:v>5.4909999999999997</c:v>
                </c:pt>
                <c:pt idx="86">
                  <c:v>5.78</c:v>
                </c:pt>
                <c:pt idx="87">
                  <c:v>5.8479999999999999</c:v>
                </c:pt>
                <c:pt idx="88">
                  <c:v>5.9610000000000003</c:v>
                </c:pt>
                <c:pt idx="89">
                  <c:v>6.0739999999999998</c:v>
                </c:pt>
                <c:pt idx="90">
                  <c:v>6.0309999999999997</c:v>
                </c:pt>
                <c:pt idx="91">
                  <c:v>6.133</c:v>
                </c:pt>
                <c:pt idx="92">
                  <c:v>6.1639999999999997</c:v>
                </c:pt>
                <c:pt idx="93">
                  <c:v>6.1280000000000001</c:v>
                </c:pt>
                <c:pt idx="94">
                  <c:v>6.0529999999999999</c:v>
                </c:pt>
                <c:pt idx="95">
                  <c:v>6.1859999999999999</c:v>
                </c:pt>
                <c:pt idx="96">
                  <c:v>6.2350000000000003</c:v>
                </c:pt>
                <c:pt idx="97">
                  <c:v>6.2869999999999999</c:v>
                </c:pt>
                <c:pt idx="98">
                  <c:v>6.37</c:v>
                </c:pt>
                <c:pt idx="99">
                  <c:v>6.3</c:v>
                </c:pt>
                <c:pt idx="100">
                  <c:v>6.3070000000000004</c:v>
                </c:pt>
                <c:pt idx="101">
                  <c:v>6.2450000000000001</c:v>
                </c:pt>
                <c:pt idx="102">
                  <c:v>6.28</c:v>
                </c:pt>
                <c:pt idx="103">
                  <c:v>6.1840000000000002</c:v>
                </c:pt>
                <c:pt idx="104">
                  <c:v>6.1130000000000004</c:v>
                </c:pt>
                <c:pt idx="105">
                  <c:v>5.9690000000000003</c:v>
                </c:pt>
                <c:pt idx="106">
                  <c:v>5.891</c:v>
                </c:pt>
                <c:pt idx="107">
                  <c:v>5.85</c:v>
                </c:pt>
                <c:pt idx="108">
                  <c:v>5.8419999999999996</c:v>
                </c:pt>
                <c:pt idx="109">
                  <c:v>5.9020000000000001</c:v>
                </c:pt>
                <c:pt idx="110">
                  <c:v>5.9189999999999996</c:v>
                </c:pt>
                <c:pt idx="111">
                  <c:v>5.992</c:v>
                </c:pt>
                <c:pt idx="112">
                  <c:v>6.0039999999999996</c:v>
                </c:pt>
                <c:pt idx="113">
                  <c:v>5.9379999999999997</c:v>
                </c:pt>
                <c:pt idx="114">
                  <c:v>5.9</c:v>
                </c:pt>
                <c:pt idx="115">
                  <c:v>5.9320000000000004</c:v>
                </c:pt>
                <c:pt idx="116">
                  <c:v>5.92</c:v>
                </c:pt>
                <c:pt idx="117">
                  <c:v>5.9029999999999996</c:v>
                </c:pt>
                <c:pt idx="118">
                  <c:v>5.718</c:v>
                </c:pt>
                <c:pt idx="119">
                  <c:v>5.5119999999999996</c:v>
                </c:pt>
                <c:pt idx="120">
                  <c:v>5.2830000000000004</c:v>
                </c:pt>
                <c:pt idx="121">
                  <c:v>5.1020000000000003</c:v>
                </c:pt>
                <c:pt idx="122">
                  <c:v>5.165</c:v>
                </c:pt>
                <c:pt idx="123">
                  <c:v>5.2590000000000003</c:v>
                </c:pt>
                <c:pt idx="124">
                  <c:v>5.2210000000000001</c:v>
                </c:pt>
                <c:pt idx="125">
                  <c:v>5.1619999999999999</c:v>
                </c:pt>
                <c:pt idx="126">
                  <c:v>4.9580000000000002</c:v>
                </c:pt>
                <c:pt idx="127">
                  <c:v>4.8479999999999999</c:v>
                </c:pt>
                <c:pt idx="128">
                  <c:v>5.0010000000000003</c:v>
                </c:pt>
                <c:pt idx="129">
                  <c:v>4.9969999999999999</c:v>
                </c:pt>
                <c:pt idx="130">
                  <c:v>5.0140000000000002</c:v>
                </c:pt>
                <c:pt idx="131">
                  <c:v>5.0339999999999998</c:v>
                </c:pt>
                <c:pt idx="132">
                  <c:v>5.032</c:v>
                </c:pt>
                <c:pt idx="133">
                  <c:v>5.1269999999999998</c:v>
                </c:pt>
                <c:pt idx="134">
                  <c:v>5.0270000000000001</c:v>
                </c:pt>
                <c:pt idx="135">
                  <c:v>5.0179999999999998</c:v>
                </c:pt>
                <c:pt idx="136">
                  <c:v>5.0179999999999998</c:v>
                </c:pt>
                <c:pt idx="137">
                  <c:v>5.0730000000000004</c:v>
                </c:pt>
                <c:pt idx="138">
                  <c:v>5.1360000000000001</c:v>
                </c:pt>
                <c:pt idx="139">
                  <c:v>5.0369999999999999</c:v>
                </c:pt>
                <c:pt idx="140">
                  <c:v>5.2560000000000002</c:v>
                </c:pt>
                <c:pt idx="141">
                  <c:v>5.33</c:v>
                </c:pt>
                <c:pt idx="142">
                  <c:v>5.3680000000000003</c:v>
                </c:pt>
                <c:pt idx="143">
                  <c:v>5.4139999999999997</c:v>
                </c:pt>
                <c:pt idx="144">
                  <c:v>5.6340000000000003</c:v>
                </c:pt>
              </c:numCache>
            </c:numRef>
          </c:val>
          <c:smooth val="0"/>
          <c:extLst>
            <c:ext xmlns:c16="http://schemas.microsoft.com/office/drawing/2014/chart" uri="{C3380CC4-5D6E-409C-BE32-E72D297353CC}">
              <c16:uniqueId val="{00000000-1E5D-4F3A-A2F7-7A1D0090321A}"/>
            </c:ext>
          </c:extLst>
        </c:ser>
        <c:dLbls>
          <c:showLegendKey val="0"/>
          <c:showVal val="0"/>
          <c:showCatName val="0"/>
          <c:showSerName val="0"/>
          <c:showPercent val="0"/>
          <c:showBubbleSize val="0"/>
        </c:dLbls>
        <c:smooth val="0"/>
        <c:axId val="2000001120"/>
        <c:axId val="2000001121"/>
      </c:lineChart>
      <c:dateAx>
        <c:axId val="2000001120"/>
        <c:scaling>
          <c:orientation val="minMax"/>
        </c:scaling>
        <c:delete val="0"/>
        <c:axPos val="b"/>
        <c:numFmt formatCode="m/d/yy" sourceLinked="0"/>
        <c:majorTickMark val="none"/>
        <c:minorTickMark val="none"/>
        <c:tickLblPos val="nextTo"/>
        <c:spPr>
          <a:noFill/>
          <a:ln w="6350" cap="flat" cmpd="sng" algn="ctr">
            <a:solidFill>
              <a:sysClr val="windowText" lastClr="000000"/>
            </a:solidFill>
            <a:round/>
          </a:ln>
          <a:effectLst/>
        </c:spPr>
        <c:txPr>
          <a:bodyPr rot="-60000000" spcFirstLastPara="1" vertOverflow="ellipsis" vert="horz" wrap="square" anchor="ctr" anchorCtr="1"/>
          <a:lstStyle/>
          <a:p>
            <a:pPr>
              <a:defRPr lang="zh-CN" sz="6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1121"/>
        <c:crosses val="autoZero"/>
        <c:auto val="1"/>
        <c:lblOffset val="100"/>
        <c:baseTimeUnit val="months"/>
      </c:dateAx>
      <c:valAx>
        <c:axId val="2000001121"/>
        <c:scaling>
          <c:orientation val="minMax"/>
          <c:min val="4"/>
        </c:scaling>
        <c:delete val="0"/>
        <c:axPos val="l"/>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lang="zh-CN" sz="6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1120"/>
        <c:crosses val="autoZero"/>
        <c:crossBetween val="between"/>
      </c:valAx>
      <c:spPr>
        <a:noFill/>
        <a:ln>
          <a:noFill/>
        </a:ln>
        <a:effectLst/>
      </c:spPr>
    </c:plotArea>
    <c:legend>
      <c:legendPos val="t"/>
      <c:legendEntry>
        <c:idx val="0"/>
        <c:txPr>
          <a:bodyPr rot="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ayout>
        <c:manualLayout>
          <c:xMode val="edge"/>
          <c:yMode val="edge"/>
          <c:x val="0.31178489381477648"/>
          <c:y val="6.545454545454546E-2"/>
          <c:w val="0.37197569401820318"/>
          <c:h val="4.9951896921975665E-2"/>
        </c:manualLayout>
      </c:layout>
      <c:overlay val="0"/>
      <c:spPr>
        <a:noFill/>
        <a:ln>
          <a:noFill/>
        </a:ln>
        <a:effectLst/>
      </c:spPr>
      <c:txPr>
        <a:bodyPr rot="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
    <c:plotVisOnly val="1"/>
    <c:dispBlanksAs val="gap"/>
    <c:showDLblsOverMax val="0"/>
  </c:chart>
  <c:spPr>
    <a:noFill/>
    <a:ln w="9525" cap="flat" cmpd="sng" algn="ctr">
      <a:noFill/>
      <a:round/>
    </a:ln>
    <a:effectLst/>
  </c:spPr>
  <c:txPr>
    <a:bodyPr/>
    <a:lstStyle/>
    <a:p>
      <a:pPr>
        <a:defRPr lang="zh-CN" sz="60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defRPr>
      </a:pPr>
      <a:endParaRPr lang="zh-CN"/>
    </a:p>
  </c:txPr>
  <c:externalData r:id="rId1">
    <c:autoUpdate val="0"/>
  </c:externalData>
  <c:userShapes r:id="rId5"/>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6.3045885127303247E-2"/>
          <c:y val="0.10315027642821245"/>
          <c:w val="0.8592107952154836"/>
          <c:h val="0.82822013737644495"/>
        </c:manualLayout>
      </c:layout>
      <c:lineChart>
        <c:grouping val="standard"/>
        <c:varyColors val="0"/>
        <c:ser>
          <c:idx val="0"/>
          <c:order val="0"/>
          <c:tx>
            <c:strRef>
              <c:f>Sheet4!$C$3:$C$4</c:f>
              <c:strCache>
                <c:ptCount val="2"/>
                <c:pt idx="0">
                  <c:v>美元指数（点，左轴）</c:v>
                </c:pt>
              </c:strCache>
            </c:strRef>
          </c:tx>
          <c:spPr>
            <a:ln w="28575">
              <a:solidFill>
                <a:srgbClr val="7C80C8"/>
              </a:solidFill>
              <a:prstDash val="solid"/>
            </a:ln>
          </c:spPr>
          <c:marker>
            <c:symbol val="none"/>
          </c:marker>
          <c:cat>
            <c:numRef>
              <c:f>Sheet4!$B$7:$B$488</c:f>
              <c:numCache>
                <c:formatCode>yyyy\-mm\-dd</c:formatCode>
                <c:ptCount val="482"/>
                <c:pt idx="0">
                  <c:v>46199</c:v>
                </c:pt>
                <c:pt idx="1">
                  <c:v>46198</c:v>
                </c:pt>
                <c:pt idx="2">
                  <c:v>46197</c:v>
                </c:pt>
                <c:pt idx="3">
                  <c:v>46196</c:v>
                </c:pt>
                <c:pt idx="4">
                  <c:v>46195</c:v>
                </c:pt>
                <c:pt idx="5">
                  <c:v>46192</c:v>
                </c:pt>
                <c:pt idx="6">
                  <c:v>46191</c:v>
                </c:pt>
                <c:pt idx="7">
                  <c:v>46190</c:v>
                </c:pt>
                <c:pt idx="8">
                  <c:v>46189</c:v>
                </c:pt>
                <c:pt idx="9">
                  <c:v>46188</c:v>
                </c:pt>
                <c:pt idx="10">
                  <c:v>46185</c:v>
                </c:pt>
                <c:pt idx="11">
                  <c:v>46184</c:v>
                </c:pt>
                <c:pt idx="12">
                  <c:v>46183</c:v>
                </c:pt>
                <c:pt idx="13">
                  <c:v>46182</c:v>
                </c:pt>
                <c:pt idx="14">
                  <c:v>46181</c:v>
                </c:pt>
                <c:pt idx="15">
                  <c:v>46178</c:v>
                </c:pt>
                <c:pt idx="16">
                  <c:v>46177</c:v>
                </c:pt>
                <c:pt idx="17">
                  <c:v>46176</c:v>
                </c:pt>
                <c:pt idx="18">
                  <c:v>46175</c:v>
                </c:pt>
                <c:pt idx="19">
                  <c:v>46174</c:v>
                </c:pt>
                <c:pt idx="20">
                  <c:v>46171</c:v>
                </c:pt>
                <c:pt idx="21">
                  <c:v>46170</c:v>
                </c:pt>
                <c:pt idx="22">
                  <c:v>46169</c:v>
                </c:pt>
                <c:pt idx="23">
                  <c:v>46168</c:v>
                </c:pt>
                <c:pt idx="24">
                  <c:v>46167</c:v>
                </c:pt>
                <c:pt idx="25">
                  <c:v>46164</c:v>
                </c:pt>
                <c:pt idx="26">
                  <c:v>46163</c:v>
                </c:pt>
                <c:pt idx="27">
                  <c:v>46162</c:v>
                </c:pt>
                <c:pt idx="28">
                  <c:v>46161</c:v>
                </c:pt>
                <c:pt idx="29">
                  <c:v>46160</c:v>
                </c:pt>
                <c:pt idx="30">
                  <c:v>46157</c:v>
                </c:pt>
                <c:pt idx="31">
                  <c:v>46156</c:v>
                </c:pt>
                <c:pt idx="32">
                  <c:v>46155</c:v>
                </c:pt>
                <c:pt idx="33">
                  <c:v>46154</c:v>
                </c:pt>
                <c:pt idx="34">
                  <c:v>46153</c:v>
                </c:pt>
                <c:pt idx="35">
                  <c:v>46150</c:v>
                </c:pt>
                <c:pt idx="36">
                  <c:v>46149</c:v>
                </c:pt>
                <c:pt idx="37">
                  <c:v>46148</c:v>
                </c:pt>
                <c:pt idx="38">
                  <c:v>46147</c:v>
                </c:pt>
                <c:pt idx="39">
                  <c:v>46146</c:v>
                </c:pt>
                <c:pt idx="40">
                  <c:v>46143</c:v>
                </c:pt>
                <c:pt idx="41">
                  <c:v>46142</c:v>
                </c:pt>
                <c:pt idx="42">
                  <c:v>46141</c:v>
                </c:pt>
                <c:pt idx="43">
                  <c:v>46140</c:v>
                </c:pt>
                <c:pt idx="44">
                  <c:v>46139</c:v>
                </c:pt>
                <c:pt idx="45">
                  <c:v>46136</c:v>
                </c:pt>
                <c:pt idx="46">
                  <c:v>46135</c:v>
                </c:pt>
                <c:pt idx="47">
                  <c:v>46134</c:v>
                </c:pt>
                <c:pt idx="48">
                  <c:v>46133</c:v>
                </c:pt>
                <c:pt idx="49">
                  <c:v>46132</c:v>
                </c:pt>
                <c:pt idx="50">
                  <c:v>46129</c:v>
                </c:pt>
                <c:pt idx="51">
                  <c:v>46128</c:v>
                </c:pt>
                <c:pt idx="52">
                  <c:v>46127</c:v>
                </c:pt>
                <c:pt idx="53">
                  <c:v>46126</c:v>
                </c:pt>
                <c:pt idx="54">
                  <c:v>46125</c:v>
                </c:pt>
                <c:pt idx="55">
                  <c:v>46122</c:v>
                </c:pt>
                <c:pt idx="56">
                  <c:v>46121</c:v>
                </c:pt>
                <c:pt idx="57">
                  <c:v>46120</c:v>
                </c:pt>
                <c:pt idx="58">
                  <c:v>46119</c:v>
                </c:pt>
                <c:pt idx="59">
                  <c:v>46118</c:v>
                </c:pt>
                <c:pt idx="60">
                  <c:v>46115</c:v>
                </c:pt>
                <c:pt idx="61">
                  <c:v>46114</c:v>
                </c:pt>
                <c:pt idx="62">
                  <c:v>46113</c:v>
                </c:pt>
                <c:pt idx="63">
                  <c:v>46112</c:v>
                </c:pt>
                <c:pt idx="64">
                  <c:v>46111</c:v>
                </c:pt>
                <c:pt idx="65">
                  <c:v>46108</c:v>
                </c:pt>
                <c:pt idx="66">
                  <c:v>46107</c:v>
                </c:pt>
                <c:pt idx="67">
                  <c:v>46106</c:v>
                </c:pt>
                <c:pt idx="68">
                  <c:v>46105</c:v>
                </c:pt>
                <c:pt idx="69">
                  <c:v>46104</c:v>
                </c:pt>
                <c:pt idx="70">
                  <c:v>46101</c:v>
                </c:pt>
                <c:pt idx="71">
                  <c:v>46100</c:v>
                </c:pt>
                <c:pt idx="72">
                  <c:v>46099</c:v>
                </c:pt>
                <c:pt idx="73">
                  <c:v>46098</c:v>
                </c:pt>
                <c:pt idx="74">
                  <c:v>46097</c:v>
                </c:pt>
                <c:pt idx="75">
                  <c:v>46094</c:v>
                </c:pt>
                <c:pt idx="76">
                  <c:v>46093</c:v>
                </c:pt>
                <c:pt idx="77">
                  <c:v>46092</c:v>
                </c:pt>
                <c:pt idx="78">
                  <c:v>46091</c:v>
                </c:pt>
                <c:pt idx="79">
                  <c:v>46090</c:v>
                </c:pt>
                <c:pt idx="80">
                  <c:v>46087</c:v>
                </c:pt>
                <c:pt idx="81">
                  <c:v>46086</c:v>
                </c:pt>
                <c:pt idx="82">
                  <c:v>46085</c:v>
                </c:pt>
                <c:pt idx="83">
                  <c:v>46084</c:v>
                </c:pt>
                <c:pt idx="84">
                  <c:v>46083</c:v>
                </c:pt>
                <c:pt idx="85">
                  <c:v>46080</c:v>
                </c:pt>
                <c:pt idx="86">
                  <c:v>46079</c:v>
                </c:pt>
                <c:pt idx="87">
                  <c:v>46078</c:v>
                </c:pt>
                <c:pt idx="88">
                  <c:v>46077</c:v>
                </c:pt>
                <c:pt idx="89">
                  <c:v>46076</c:v>
                </c:pt>
                <c:pt idx="90">
                  <c:v>46073</c:v>
                </c:pt>
                <c:pt idx="91">
                  <c:v>46072</c:v>
                </c:pt>
                <c:pt idx="92">
                  <c:v>46071</c:v>
                </c:pt>
                <c:pt idx="93">
                  <c:v>46070</c:v>
                </c:pt>
                <c:pt idx="94">
                  <c:v>46069</c:v>
                </c:pt>
                <c:pt idx="95">
                  <c:v>46066</c:v>
                </c:pt>
                <c:pt idx="96">
                  <c:v>46065</c:v>
                </c:pt>
                <c:pt idx="97">
                  <c:v>46064</c:v>
                </c:pt>
                <c:pt idx="98">
                  <c:v>46063</c:v>
                </c:pt>
                <c:pt idx="99">
                  <c:v>46062</c:v>
                </c:pt>
                <c:pt idx="100">
                  <c:v>46059</c:v>
                </c:pt>
                <c:pt idx="101">
                  <c:v>46058</c:v>
                </c:pt>
                <c:pt idx="102">
                  <c:v>46057</c:v>
                </c:pt>
                <c:pt idx="103">
                  <c:v>46056</c:v>
                </c:pt>
                <c:pt idx="104">
                  <c:v>46055</c:v>
                </c:pt>
                <c:pt idx="105">
                  <c:v>46052</c:v>
                </c:pt>
                <c:pt idx="106">
                  <c:v>46051</c:v>
                </c:pt>
                <c:pt idx="107">
                  <c:v>46050</c:v>
                </c:pt>
                <c:pt idx="108">
                  <c:v>46049</c:v>
                </c:pt>
                <c:pt idx="109">
                  <c:v>46048</c:v>
                </c:pt>
                <c:pt idx="110">
                  <c:v>46045</c:v>
                </c:pt>
                <c:pt idx="111">
                  <c:v>46044</c:v>
                </c:pt>
                <c:pt idx="112">
                  <c:v>46043</c:v>
                </c:pt>
                <c:pt idx="113">
                  <c:v>46042</c:v>
                </c:pt>
                <c:pt idx="114">
                  <c:v>46041</c:v>
                </c:pt>
                <c:pt idx="115">
                  <c:v>46038</c:v>
                </c:pt>
                <c:pt idx="116">
                  <c:v>46037</c:v>
                </c:pt>
                <c:pt idx="117">
                  <c:v>46036</c:v>
                </c:pt>
                <c:pt idx="118">
                  <c:v>46035</c:v>
                </c:pt>
                <c:pt idx="119">
                  <c:v>46034</c:v>
                </c:pt>
                <c:pt idx="120">
                  <c:v>46031</c:v>
                </c:pt>
                <c:pt idx="121">
                  <c:v>46030</c:v>
                </c:pt>
                <c:pt idx="122">
                  <c:v>46029</c:v>
                </c:pt>
                <c:pt idx="123">
                  <c:v>46028</c:v>
                </c:pt>
                <c:pt idx="124">
                  <c:v>46027</c:v>
                </c:pt>
                <c:pt idx="125">
                  <c:v>46024</c:v>
                </c:pt>
                <c:pt idx="126">
                  <c:v>46023</c:v>
                </c:pt>
                <c:pt idx="127">
                  <c:v>46022</c:v>
                </c:pt>
                <c:pt idx="128">
                  <c:v>46021</c:v>
                </c:pt>
                <c:pt idx="129">
                  <c:v>46020</c:v>
                </c:pt>
                <c:pt idx="130">
                  <c:v>46017</c:v>
                </c:pt>
                <c:pt idx="131">
                  <c:v>46016</c:v>
                </c:pt>
                <c:pt idx="132">
                  <c:v>46015</c:v>
                </c:pt>
                <c:pt idx="133">
                  <c:v>46014</c:v>
                </c:pt>
                <c:pt idx="134">
                  <c:v>46013</c:v>
                </c:pt>
                <c:pt idx="135">
                  <c:v>46010</c:v>
                </c:pt>
                <c:pt idx="136">
                  <c:v>46009</c:v>
                </c:pt>
                <c:pt idx="137">
                  <c:v>46008</c:v>
                </c:pt>
                <c:pt idx="138">
                  <c:v>46007</c:v>
                </c:pt>
                <c:pt idx="139">
                  <c:v>46006</c:v>
                </c:pt>
                <c:pt idx="140">
                  <c:v>46003</c:v>
                </c:pt>
                <c:pt idx="141">
                  <c:v>46002</c:v>
                </c:pt>
                <c:pt idx="142">
                  <c:v>46001</c:v>
                </c:pt>
                <c:pt idx="143">
                  <c:v>46000</c:v>
                </c:pt>
                <c:pt idx="144">
                  <c:v>45999</c:v>
                </c:pt>
                <c:pt idx="145">
                  <c:v>45996</c:v>
                </c:pt>
                <c:pt idx="146">
                  <c:v>45995</c:v>
                </c:pt>
                <c:pt idx="147">
                  <c:v>45994</c:v>
                </c:pt>
                <c:pt idx="148">
                  <c:v>45993</c:v>
                </c:pt>
                <c:pt idx="149">
                  <c:v>45992</c:v>
                </c:pt>
                <c:pt idx="150">
                  <c:v>45989</c:v>
                </c:pt>
                <c:pt idx="151">
                  <c:v>45988</c:v>
                </c:pt>
                <c:pt idx="152">
                  <c:v>45987</c:v>
                </c:pt>
                <c:pt idx="153">
                  <c:v>45986</c:v>
                </c:pt>
                <c:pt idx="154">
                  <c:v>45985</c:v>
                </c:pt>
                <c:pt idx="155">
                  <c:v>45982</c:v>
                </c:pt>
                <c:pt idx="156">
                  <c:v>45981</c:v>
                </c:pt>
                <c:pt idx="157">
                  <c:v>45980</c:v>
                </c:pt>
                <c:pt idx="158">
                  <c:v>45979</c:v>
                </c:pt>
                <c:pt idx="159">
                  <c:v>45978</c:v>
                </c:pt>
                <c:pt idx="160">
                  <c:v>45975</c:v>
                </c:pt>
                <c:pt idx="161">
                  <c:v>45974</c:v>
                </c:pt>
                <c:pt idx="162">
                  <c:v>45973</c:v>
                </c:pt>
                <c:pt idx="163">
                  <c:v>45972</c:v>
                </c:pt>
                <c:pt idx="164">
                  <c:v>45971</c:v>
                </c:pt>
                <c:pt idx="165">
                  <c:v>45968</c:v>
                </c:pt>
                <c:pt idx="166">
                  <c:v>45967</c:v>
                </c:pt>
                <c:pt idx="167">
                  <c:v>45966</c:v>
                </c:pt>
                <c:pt idx="168">
                  <c:v>45965</c:v>
                </c:pt>
                <c:pt idx="169">
                  <c:v>45964</c:v>
                </c:pt>
                <c:pt idx="170">
                  <c:v>45961</c:v>
                </c:pt>
                <c:pt idx="171">
                  <c:v>45960</c:v>
                </c:pt>
                <c:pt idx="172">
                  <c:v>45959</c:v>
                </c:pt>
                <c:pt idx="173">
                  <c:v>45958</c:v>
                </c:pt>
                <c:pt idx="174">
                  <c:v>45957</c:v>
                </c:pt>
                <c:pt idx="175">
                  <c:v>45954</c:v>
                </c:pt>
                <c:pt idx="176">
                  <c:v>45953</c:v>
                </c:pt>
                <c:pt idx="177">
                  <c:v>45952</c:v>
                </c:pt>
                <c:pt idx="178">
                  <c:v>45951</c:v>
                </c:pt>
                <c:pt idx="179">
                  <c:v>45950</c:v>
                </c:pt>
                <c:pt idx="180">
                  <c:v>45947</c:v>
                </c:pt>
                <c:pt idx="181">
                  <c:v>45946</c:v>
                </c:pt>
                <c:pt idx="182">
                  <c:v>45945</c:v>
                </c:pt>
                <c:pt idx="183">
                  <c:v>45944</c:v>
                </c:pt>
                <c:pt idx="184">
                  <c:v>45943</c:v>
                </c:pt>
                <c:pt idx="185">
                  <c:v>45940</c:v>
                </c:pt>
                <c:pt idx="186">
                  <c:v>45939</c:v>
                </c:pt>
                <c:pt idx="187">
                  <c:v>45938</c:v>
                </c:pt>
                <c:pt idx="188">
                  <c:v>45937</c:v>
                </c:pt>
                <c:pt idx="189">
                  <c:v>45936</c:v>
                </c:pt>
                <c:pt idx="190">
                  <c:v>45933</c:v>
                </c:pt>
                <c:pt idx="191">
                  <c:v>45932</c:v>
                </c:pt>
                <c:pt idx="192">
                  <c:v>45931</c:v>
                </c:pt>
                <c:pt idx="193">
                  <c:v>45930</c:v>
                </c:pt>
                <c:pt idx="194">
                  <c:v>45929</c:v>
                </c:pt>
                <c:pt idx="195">
                  <c:v>45926</c:v>
                </c:pt>
                <c:pt idx="196">
                  <c:v>45925</c:v>
                </c:pt>
                <c:pt idx="197">
                  <c:v>45924</c:v>
                </c:pt>
                <c:pt idx="198">
                  <c:v>45923</c:v>
                </c:pt>
                <c:pt idx="199">
                  <c:v>45922</c:v>
                </c:pt>
                <c:pt idx="200">
                  <c:v>45919</c:v>
                </c:pt>
                <c:pt idx="201">
                  <c:v>45918</c:v>
                </c:pt>
                <c:pt idx="202">
                  <c:v>45917</c:v>
                </c:pt>
                <c:pt idx="203">
                  <c:v>45916</c:v>
                </c:pt>
                <c:pt idx="204">
                  <c:v>45915</c:v>
                </c:pt>
                <c:pt idx="205">
                  <c:v>45912</c:v>
                </c:pt>
                <c:pt idx="206">
                  <c:v>45911</c:v>
                </c:pt>
                <c:pt idx="207">
                  <c:v>45910</c:v>
                </c:pt>
                <c:pt idx="208">
                  <c:v>45909</c:v>
                </c:pt>
                <c:pt idx="209">
                  <c:v>45908</c:v>
                </c:pt>
                <c:pt idx="210">
                  <c:v>45905</c:v>
                </c:pt>
                <c:pt idx="211">
                  <c:v>45904</c:v>
                </c:pt>
                <c:pt idx="212">
                  <c:v>45903</c:v>
                </c:pt>
                <c:pt idx="213">
                  <c:v>45902</c:v>
                </c:pt>
                <c:pt idx="214">
                  <c:v>45901</c:v>
                </c:pt>
                <c:pt idx="215">
                  <c:v>45898</c:v>
                </c:pt>
                <c:pt idx="216">
                  <c:v>45897</c:v>
                </c:pt>
                <c:pt idx="217">
                  <c:v>45896</c:v>
                </c:pt>
                <c:pt idx="218">
                  <c:v>45895</c:v>
                </c:pt>
                <c:pt idx="219">
                  <c:v>45894</c:v>
                </c:pt>
                <c:pt idx="220">
                  <c:v>45891</c:v>
                </c:pt>
                <c:pt idx="221">
                  <c:v>45890</c:v>
                </c:pt>
                <c:pt idx="222">
                  <c:v>45889</c:v>
                </c:pt>
                <c:pt idx="223">
                  <c:v>45888</c:v>
                </c:pt>
                <c:pt idx="224">
                  <c:v>45887</c:v>
                </c:pt>
                <c:pt idx="225">
                  <c:v>45884</c:v>
                </c:pt>
                <c:pt idx="226">
                  <c:v>45883</c:v>
                </c:pt>
                <c:pt idx="227">
                  <c:v>45882</c:v>
                </c:pt>
                <c:pt idx="228">
                  <c:v>45881</c:v>
                </c:pt>
                <c:pt idx="229">
                  <c:v>45880</c:v>
                </c:pt>
                <c:pt idx="230">
                  <c:v>45877</c:v>
                </c:pt>
                <c:pt idx="231">
                  <c:v>45876</c:v>
                </c:pt>
                <c:pt idx="232">
                  <c:v>45875</c:v>
                </c:pt>
                <c:pt idx="233">
                  <c:v>45874</c:v>
                </c:pt>
                <c:pt idx="234">
                  <c:v>45873</c:v>
                </c:pt>
                <c:pt idx="235">
                  <c:v>45870</c:v>
                </c:pt>
                <c:pt idx="236">
                  <c:v>45869</c:v>
                </c:pt>
                <c:pt idx="237">
                  <c:v>45868</c:v>
                </c:pt>
                <c:pt idx="238">
                  <c:v>45867</c:v>
                </c:pt>
                <c:pt idx="239">
                  <c:v>45866</c:v>
                </c:pt>
                <c:pt idx="240">
                  <c:v>45863</c:v>
                </c:pt>
                <c:pt idx="241">
                  <c:v>45862</c:v>
                </c:pt>
                <c:pt idx="242">
                  <c:v>45861</c:v>
                </c:pt>
                <c:pt idx="243">
                  <c:v>45860</c:v>
                </c:pt>
                <c:pt idx="244">
                  <c:v>45859</c:v>
                </c:pt>
                <c:pt idx="245">
                  <c:v>45856</c:v>
                </c:pt>
                <c:pt idx="246">
                  <c:v>45855</c:v>
                </c:pt>
                <c:pt idx="247">
                  <c:v>45854</c:v>
                </c:pt>
                <c:pt idx="248">
                  <c:v>45853</c:v>
                </c:pt>
                <c:pt idx="249">
                  <c:v>45852</c:v>
                </c:pt>
                <c:pt idx="250">
                  <c:v>45849</c:v>
                </c:pt>
                <c:pt idx="251">
                  <c:v>45848</c:v>
                </c:pt>
                <c:pt idx="252">
                  <c:v>45847</c:v>
                </c:pt>
                <c:pt idx="253">
                  <c:v>45846</c:v>
                </c:pt>
                <c:pt idx="254">
                  <c:v>45845</c:v>
                </c:pt>
                <c:pt idx="255">
                  <c:v>45842</c:v>
                </c:pt>
                <c:pt idx="256">
                  <c:v>45841</c:v>
                </c:pt>
                <c:pt idx="257">
                  <c:v>45840</c:v>
                </c:pt>
                <c:pt idx="258">
                  <c:v>45839</c:v>
                </c:pt>
                <c:pt idx="259">
                  <c:v>45838</c:v>
                </c:pt>
                <c:pt idx="260">
                  <c:v>45835</c:v>
                </c:pt>
                <c:pt idx="261">
                  <c:v>45834</c:v>
                </c:pt>
                <c:pt idx="262">
                  <c:v>45833</c:v>
                </c:pt>
                <c:pt idx="263">
                  <c:v>45832</c:v>
                </c:pt>
                <c:pt idx="264">
                  <c:v>45831</c:v>
                </c:pt>
                <c:pt idx="265">
                  <c:v>45828</c:v>
                </c:pt>
                <c:pt idx="266">
                  <c:v>45827</c:v>
                </c:pt>
                <c:pt idx="267">
                  <c:v>45826</c:v>
                </c:pt>
                <c:pt idx="268">
                  <c:v>45825</c:v>
                </c:pt>
                <c:pt idx="269">
                  <c:v>45824</c:v>
                </c:pt>
                <c:pt idx="270">
                  <c:v>45821</c:v>
                </c:pt>
                <c:pt idx="271">
                  <c:v>45820</c:v>
                </c:pt>
                <c:pt idx="272">
                  <c:v>45819</c:v>
                </c:pt>
                <c:pt idx="273">
                  <c:v>45818</c:v>
                </c:pt>
                <c:pt idx="274">
                  <c:v>45817</c:v>
                </c:pt>
                <c:pt idx="275">
                  <c:v>45814</c:v>
                </c:pt>
                <c:pt idx="276">
                  <c:v>45813</c:v>
                </c:pt>
                <c:pt idx="277">
                  <c:v>45812</c:v>
                </c:pt>
                <c:pt idx="278">
                  <c:v>45811</c:v>
                </c:pt>
                <c:pt idx="279">
                  <c:v>45810</c:v>
                </c:pt>
                <c:pt idx="280">
                  <c:v>45807</c:v>
                </c:pt>
                <c:pt idx="281">
                  <c:v>45806</c:v>
                </c:pt>
                <c:pt idx="282">
                  <c:v>45805</c:v>
                </c:pt>
                <c:pt idx="283">
                  <c:v>45804</c:v>
                </c:pt>
                <c:pt idx="284">
                  <c:v>45803</c:v>
                </c:pt>
                <c:pt idx="285">
                  <c:v>45800</c:v>
                </c:pt>
                <c:pt idx="286">
                  <c:v>45799</c:v>
                </c:pt>
                <c:pt idx="287">
                  <c:v>45798</c:v>
                </c:pt>
                <c:pt idx="288">
                  <c:v>45797</c:v>
                </c:pt>
                <c:pt idx="289">
                  <c:v>45796</c:v>
                </c:pt>
                <c:pt idx="290">
                  <c:v>45793</c:v>
                </c:pt>
                <c:pt idx="291">
                  <c:v>45792</c:v>
                </c:pt>
                <c:pt idx="292">
                  <c:v>45791</c:v>
                </c:pt>
                <c:pt idx="293">
                  <c:v>45790</c:v>
                </c:pt>
                <c:pt idx="294">
                  <c:v>45789</c:v>
                </c:pt>
                <c:pt idx="295">
                  <c:v>45786</c:v>
                </c:pt>
                <c:pt idx="296">
                  <c:v>45785</c:v>
                </c:pt>
                <c:pt idx="297">
                  <c:v>45784</c:v>
                </c:pt>
                <c:pt idx="298">
                  <c:v>45783</c:v>
                </c:pt>
                <c:pt idx="299">
                  <c:v>45782</c:v>
                </c:pt>
                <c:pt idx="300">
                  <c:v>45779</c:v>
                </c:pt>
                <c:pt idx="301">
                  <c:v>45778</c:v>
                </c:pt>
                <c:pt idx="302">
                  <c:v>45777</c:v>
                </c:pt>
                <c:pt idx="303">
                  <c:v>45776</c:v>
                </c:pt>
                <c:pt idx="304">
                  <c:v>45775</c:v>
                </c:pt>
                <c:pt idx="305">
                  <c:v>45772</c:v>
                </c:pt>
                <c:pt idx="306">
                  <c:v>45771</c:v>
                </c:pt>
                <c:pt idx="307">
                  <c:v>45770</c:v>
                </c:pt>
                <c:pt idx="308">
                  <c:v>45769</c:v>
                </c:pt>
                <c:pt idx="309">
                  <c:v>45768</c:v>
                </c:pt>
                <c:pt idx="310">
                  <c:v>45765</c:v>
                </c:pt>
                <c:pt idx="311">
                  <c:v>45764</c:v>
                </c:pt>
                <c:pt idx="312">
                  <c:v>45763</c:v>
                </c:pt>
                <c:pt idx="313">
                  <c:v>45762</c:v>
                </c:pt>
                <c:pt idx="314">
                  <c:v>45761</c:v>
                </c:pt>
                <c:pt idx="315">
                  <c:v>45758</c:v>
                </c:pt>
                <c:pt idx="316">
                  <c:v>45757</c:v>
                </c:pt>
                <c:pt idx="317">
                  <c:v>45756</c:v>
                </c:pt>
                <c:pt idx="318">
                  <c:v>45755</c:v>
                </c:pt>
                <c:pt idx="319">
                  <c:v>45754</c:v>
                </c:pt>
                <c:pt idx="320">
                  <c:v>45751</c:v>
                </c:pt>
                <c:pt idx="321">
                  <c:v>45750</c:v>
                </c:pt>
                <c:pt idx="322">
                  <c:v>45749</c:v>
                </c:pt>
                <c:pt idx="323">
                  <c:v>45748</c:v>
                </c:pt>
                <c:pt idx="324">
                  <c:v>45747</c:v>
                </c:pt>
                <c:pt idx="325">
                  <c:v>45744</c:v>
                </c:pt>
                <c:pt idx="326">
                  <c:v>45743</c:v>
                </c:pt>
                <c:pt idx="327">
                  <c:v>45742</c:v>
                </c:pt>
                <c:pt idx="328">
                  <c:v>45741</c:v>
                </c:pt>
                <c:pt idx="329">
                  <c:v>45740</c:v>
                </c:pt>
                <c:pt idx="330">
                  <c:v>45737</c:v>
                </c:pt>
                <c:pt idx="331">
                  <c:v>45736</c:v>
                </c:pt>
                <c:pt idx="332">
                  <c:v>45735</c:v>
                </c:pt>
                <c:pt idx="333">
                  <c:v>45734</c:v>
                </c:pt>
                <c:pt idx="334">
                  <c:v>45733</c:v>
                </c:pt>
                <c:pt idx="335">
                  <c:v>45730</c:v>
                </c:pt>
                <c:pt idx="336">
                  <c:v>45729</c:v>
                </c:pt>
                <c:pt idx="337">
                  <c:v>45728</c:v>
                </c:pt>
                <c:pt idx="338">
                  <c:v>45727</c:v>
                </c:pt>
                <c:pt idx="339">
                  <c:v>45726</c:v>
                </c:pt>
                <c:pt idx="340">
                  <c:v>45723</c:v>
                </c:pt>
                <c:pt idx="341">
                  <c:v>45722</c:v>
                </c:pt>
                <c:pt idx="342">
                  <c:v>45721</c:v>
                </c:pt>
                <c:pt idx="343">
                  <c:v>45720</c:v>
                </c:pt>
                <c:pt idx="344">
                  <c:v>45719</c:v>
                </c:pt>
                <c:pt idx="345">
                  <c:v>45716</c:v>
                </c:pt>
                <c:pt idx="346">
                  <c:v>45715</c:v>
                </c:pt>
                <c:pt idx="347">
                  <c:v>45714</c:v>
                </c:pt>
                <c:pt idx="348">
                  <c:v>45713</c:v>
                </c:pt>
                <c:pt idx="349">
                  <c:v>45712</c:v>
                </c:pt>
                <c:pt idx="350">
                  <c:v>45709</c:v>
                </c:pt>
                <c:pt idx="351">
                  <c:v>45708</c:v>
                </c:pt>
                <c:pt idx="352">
                  <c:v>45707</c:v>
                </c:pt>
                <c:pt idx="353">
                  <c:v>45706</c:v>
                </c:pt>
                <c:pt idx="354">
                  <c:v>45705</c:v>
                </c:pt>
                <c:pt idx="355">
                  <c:v>45702</c:v>
                </c:pt>
                <c:pt idx="356">
                  <c:v>45701</c:v>
                </c:pt>
                <c:pt idx="357">
                  <c:v>45700</c:v>
                </c:pt>
                <c:pt idx="358">
                  <c:v>45699</c:v>
                </c:pt>
                <c:pt idx="359">
                  <c:v>45698</c:v>
                </c:pt>
                <c:pt idx="360">
                  <c:v>45695</c:v>
                </c:pt>
                <c:pt idx="361">
                  <c:v>45694</c:v>
                </c:pt>
                <c:pt idx="362">
                  <c:v>45693</c:v>
                </c:pt>
                <c:pt idx="363">
                  <c:v>45692</c:v>
                </c:pt>
                <c:pt idx="364">
                  <c:v>45691</c:v>
                </c:pt>
                <c:pt idx="365">
                  <c:v>45688</c:v>
                </c:pt>
                <c:pt idx="366">
                  <c:v>45687</c:v>
                </c:pt>
                <c:pt idx="367">
                  <c:v>45686</c:v>
                </c:pt>
                <c:pt idx="368">
                  <c:v>45685</c:v>
                </c:pt>
                <c:pt idx="369">
                  <c:v>45684</c:v>
                </c:pt>
                <c:pt idx="370">
                  <c:v>45681</c:v>
                </c:pt>
                <c:pt idx="371">
                  <c:v>45680</c:v>
                </c:pt>
                <c:pt idx="372">
                  <c:v>45679</c:v>
                </c:pt>
                <c:pt idx="373">
                  <c:v>45678</c:v>
                </c:pt>
                <c:pt idx="374">
                  <c:v>45677</c:v>
                </c:pt>
                <c:pt idx="375">
                  <c:v>45674</c:v>
                </c:pt>
                <c:pt idx="376">
                  <c:v>45673</c:v>
                </c:pt>
                <c:pt idx="377">
                  <c:v>45672</c:v>
                </c:pt>
                <c:pt idx="378">
                  <c:v>45671</c:v>
                </c:pt>
                <c:pt idx="379">
                  <c:v>45670</c:v>
                </c:pt>
                <c:pt idx="380">
                  <c:v>45667</c:v>
                </c:pt>
                <c:pt idx="381">
                  <c:v>45666</c:v>
                </c:pt>
                <c:pt idx="382">
                  <c:v>45665</c:v>
                </c:pt>
                <c:pt idx="383">
                  <c:v>45664</c:v>
                </c:pt>
                <c:pt idx="384">
                  <c:v>45663</c:v>
                </c:pt>
                <c:pt idx="385">
                  <c:v>45660</c:v>
                </c:pt>
                <c:pt idx="386">
                  <c:v>45659</c:v>
                </c:pt>
                <c:pt idx="387">
                  <c:v>45658</c:v>
                </c:pt>
                <c:pt idx="388">
                  <c:v>45657</c:v>
                </c:pt>
                <c:pt idx="389">
                  <c:v>45656</c:v>
                </c:pt>
                <c:pt idx="390">
                  <c:v>45653</c:v>
                </c:pt>
                <c:pt idx="391">
                  <c:v>45652</c:v>
                </c:pt>
                <c:pt idx="392">
                  <c:v>45651</c:v>
                </c:pt>
                <c:pt idx="393">
                  <c:v>45650</c:v>
                </c:pt>
                <c:pt idx="394">
                  <c:v>45649</c:v>
                </c:pt>
                <c:pt idx="395">
                  <c:v>45646</c:v>
                </c:pt>
                <c:pt idx="396">
                  <c:v>45645</c:v>
                </c:pt>
                <c:pt idx="397">
                  <c:v>45644</c:v>
                </c:pt>
                <c:pt idx="398">
                  <c:v>45643</c:v>
                </c:pt>
                <c:pt idx="399">
                  <c:v>45642</c:v>
                </c:pt>
                <c:pt idx="400">
                  <c:v>45639</c:v>
                </c:pt>
                <c:pt idx="401">
                  <c:v>45638</c:v>
                </c:pt>
                <c:pt idx="402">
                  <c:v>45637</c:v>
                </c:pt>
                <c:pt idx="403">
                  <c:v>45636</c:v>
                </c:pt>
                <c:pt idx="404">
                  <c:v>45635</c:v>
                </c:pt>
                <c:pt idx="405">
                  <c:v>45632</c:v>
                </c:pt>
                <c:pt idx="406">
                  <c:v>45631</c:v>
                </c:pt>
                <c:pt idx="407">
                  <c:v>45630</c:v>
                </c:pt>
                <c:pt idx="408">
                  <c:v>45629</c:v>
                </c:pt>
                <c:pt idx="409">
                  <c:v>45628</c:v>
                </c:pt>
                <c:pt idx="410">
                  <c:v>45625</c:v>
                </c:pt>
                <c:pt idx="411">
                  <c:v>45624</c:v>
                </c:pt>
                <c:pt idx="412">
                  <c:v>45623</c:v>
                </c:pt>
                <c:pt idx="413">
                  <c:v>45622</c:v>
                </c:pt>
                <c:pt idx="414">
                  <c:v>45621</c:v>
                </c:pt>
                <c:pt idx="415">
                  <c:v>45618</c:v>
                </c:pt>
                <c:pt idx="416">
                  <c:v>45617</c:v>
                </c:pt>
                <c:pt idx="417">
                  <c:v>45616</c:v>
                </c:pt>
                <c:pt idx="418">
                  <c:v>45615</c:v>
                </c:pt>
                <c:pt idx="419">
                  <c:v>45614</c:v>
                </c:pt>
                <c:pt idx="420">
                  <c:v>45611</c:v>
                </c:pt>
                <c:pt idx="421">
                  <c:v>45610</c:v>
                </c:pt>
                <c:pt idx="422">
                  <c:v>45609</c:v>
                </c:pt>
                <c:pt idx="423">
                  <c:v>45608</c:v>
                </c:pt>
                <c:pt idx="424">
                  <c:v>45607</c:v>
                </c:pt>
                <c:pt idx="425">
                  <c:v>45604</c:v>
                </c:pt>
                <c:pt idx="426">
                  <c:v>45603</c:v>
                </c:pt>
                <c:pt idx="427">
                  <c:v>45602</c:v>
                </c:pt>
                <c:pt idx="428">
                  <c:v>45601</c:v>
                </c:pt>
                <c:pt idx="429">
                  <c:v>45600</c:v>
                </c:pt>
                <c:pt idx="430">
                  <c:v>45597</c:v>
                </c:pt>
                <c:pt idx="431">
                  <c:v>45596</c:v>
                </c:pt>
                <c:pt idx="432">
                  <c:v>45595</c:v>
                </c:pt>
                <c:pt idx="433">
                  <c:v>45594</c:v>
                </c:pt>
                <c:pt idx="434">
                  <c:v>45593</c:v>
                </c:pt>
                <c:pt idx="435">
                  <c:v>45590</c:v>
                </c:pt>
                <c:pt idx="436">
                  <c:v>45589</c:v>
                </c:pt>
                <c:pt idx="437">
                  <c:v>45588</c:v>
                </c:pt>
                <c:pt idx="438">
                  <c:v>45587</c:v>
                </c:pt>
                <c:pt idx="439">
                  <c:v>45586</c:v>
                </c:pt>
                <c:pt idx="440">
                  <c:v>45583</c:v>
                </c:pt>
                <c:pt idx="441">
                  <c:v>45582</c:v>
                </c:pt>
                <c:pt idx="442">
                  <c:v>45581</c:v>
                </c:pt>
                <c:pt idx="443">
                  <c:v>45580</c:v>
                </c:pt>
                <c:pt idx="444">
                  <c:v>45579</c:v>
                </c:pt>
                <c:pt idx="445">
                  <c:v>45576</c:v>
                </c:pt>
                <c:pt idx="446">
                  <c:v>45575</c:v>
                </c:pt>
                <c:pt idx="447">
                  <c:v>45574</c:v>
                </c:pt>
                <c:pt idx="448">
                  <c:v>45573</c:v>
                </c:pt>
                <c:pt idx="449">
                  <c:v>45572</c:v>
                </c:pt>
                <c:pt idx="450">
                  <c:v>45569</c:v>
                </c:pt>
                <c:pt idx="451">
                  <c:v>45568</c:v>
                </c:pt>
                <c:pt idx="452">
                  <c:v>45567</c:v>
                </c:pt>
                <c:pt idx="453">
                  <c:v>45566</c:v>
                </c:pt>
                <c:pt idx="454">
                  <c:v>45565</c:v>
                </c:pt>
                <c:pt idx="455">
                  <c:v>45562</c:v>
                </c:pt>
                <c:pt idx="456">
                  <c:v>45561</c:v>
                </c:pt>
                <c:pt idx="457">
                  <c:v>45560</c:v>
                </c:pt>
                <c:pt idx="458">
                  <c:v>45559</c:v>
                </c:pt>
                <c:pt idx="459">
                  <c:v>45558</c:v>
                </c:pt>
                <c:pt idx="460">
                  <c:v>45555</c:v>
                </c:pt>
                <c:pt idx="461">
                  <c:v>45554</c:v>
                </c:pt>
                <c:pt idx="462">
                  <c:v>45553</c:v>
                </c:pt>
                <c:pt idx="463">
                  <c:v>45552</c:v>
                </c:pt>
                <c:pt idx="464">
                  <c:v>45551</c:v>
                </c:pt>
                <c:pt idx="465">
                  <c:v>45548</c:v>
                </c:pt>
                <c:pt idx="466">
                  <c:v>45547</c:v>
                </c:pt>
                <c:pt idx="467">
                  <c:v>45546</c:v>
                </c:pt>
                <c:pt idx="468">
                  <c:v>45545</c:v>
                </c:pt>
                <c:pt idx="469">
                  <c:v>45544</c:v>
                </c:pt>
                <c:pt idx="470">
                  <c:v>45541</c:v>
                </c:pt>
                <c:pt idx="471">
                  <c:v>45540</c:v>
                </c:pt>
                <c:pt idx="472">
                  <c:v>45539</c:v>
                </c:pt>
                <c:pt idx="473">
                  <c:v>45538</c:v>
                </c:pt>
                <c:pt idx="474">
                  <c:v>45537</c:v>
                </c:pt>
                <c:pt idx="475">
                  <c:v>45534</c:v>
                </c:pt>
                <c:pt idx="476">
                  <c:v>45533</c:v>
                </c:pt>
                <c:pt idx="477">
                  <c:v>45532</c:v>
                </c:pt>
                <c:pt idx="478">
                  <c:v>45531</c:v>
                </c:pt>
                <c:pt idx="479">
                  <c:v>45530</c:v>
                </c:pt>
                <c:pt idx="480">
                  <c:v>45527</c:v>
                </c:pt>
                <c:pt idx="481">
                  <c:v>45526</c:v>
                </c:pt>
              </c:numCache>
            </c:numRef>
          </c:cat>
          <c:val>
            <c:numRef>
              <c:f>Sheet4!$C$7:$C$488</c:f>
              <c:numCache>
                <c:formatCode>#,##0.0000_ </c:formatCode>
                <c:ptCount val="482"/>
                <c:pt idx="0">
                  <c:v>101.3565</c:v>
                </c:pt>
                <c:pt idx="1">
                  <c:v>101.4559</c:v>
                </c:pt>
                <c:pt idx="2">
                  <c:v>101.5745</c:v>
                </c:pt>
                <c:pt idx="3">
                  <c:v>101.374</c:v>
                </c:pt>
                <c:pt idx="4">
                  <c:v>101.0039</c:v>
                </c:pt>
                <c:pt idx="5">
                  <c:v>100.75279999999999</c:v>
                </c:pt>
                <c:pt idx="6">
                  <c:v>100.8325</c:v>
                </c:pt>
                <c:pt idx="7">
                  <c:v>100.38300000000001</c:v>
                </c:pt>
                <c:pt idx="8">
                  <c:v>99.517099999999999</c:v>
                </c:pt>
                <c:pt idx="9">
                  <c:v>99.663799999999995</c:v>
                </c:pt>
                <c:pt idx="10">
                  <c:v>99.803700000000006</c:v>
                </c:pt>
                <c:pt idx="11">
                  <c:v>99.693200000000004</c:v>
                </c:pt>
                <c:pt idx="12">
                  <c:v>100.04350000000001</c:v>
                </c:pt>
                <c:pt idx="13">
                  <c:v>99.997</c:v>
                </c:pt>
                <c:pt idx="14">
                  <c:v>100.01490000000001</c:v>
                </c:pt>
                <c:pt idx="15">
                  <c:v>100.07860000000001</c:v>
                </c:pt>
                <c:pt idx="16">
                  <c:v>99.4268</c:v>
                </c:pt>
                <c:pt idx="17">
                  <c:v>99.473299999999995</c:v>
                </c:pt>
                <c:pt idx="18">
                  <c:v>99.215800000000002</c:v>
                </c:pt>
                <c:pt idx="19">
                  <c:v>99.18910000000001</c:v>
                </c:pt>
                <c:pt idx="20">
                  <c:v>98.925899999999999</c:v>
                </c:pt>
                <c:pt idx="21">
                  <c:v>99.006500000000017</c:v>
                </c:pt>
                <c:pt idx="22">
                  <c:v>99.228499999999997</c:v>
                </c:pt>
                <c:pt idx="23">
                  <c:v>99.1464</c:v>
                </c:pt>
                <c:pt idx="24">
                  <c:v>98.9756</c:v>
                </c:pt>
                <c:pt idx="25">
                  <c:v>99.335099999999997</c:v>
                </c:pt>
                <c:pt idx="26">
                  <c:v>99.204599999999985</c:v>
                </c:pt>
                <c:pt idx="27">
                  <c:v>99.129599999999996</c:v>
                </c:pt>
                <c:pt idx="28">
                  <c:v>99.311199999999999</c:v>
                </c:pt>
                <c:pt idx="29">
                  <c:v>98.9803</c:v>
                </c:pt>
                <c:pt idx="30">
                  <c:v>99.266800000000003</c:v>
                </c:pt>
                <c:pt idx="31">
                  <c:v>98.882000000000005</c:v>
                </c:pt>
                <c:pt idx="32">
                  <c:v>98.477999999999994</c:v>
                </c:pt>
                <c:pt idx="33">
                  <c:v>98.283900000000003</c:v>
                </c:pt>
                <c:pt idx="34">
                  <c:v>97.941300000000012</c:v>
                </c:pt>
                <c:pt idx="35">
                  <c:v>97.848500000000001</c:v>
                </c:pt>
                <c:pt idx="36">
                  <c:v>98.28070000000001</c:v>
                </c:pt>
                <c:pt idx="37">
                  <c:v>98.026599999999988</c:v>
                </c:pt>
                <c:pt idx="38">
                  <c:v>98.495400000000004</c:v>
                </c:pt>
                <c:pt idx="39">
                  <c:v>98.463300000000004</c:v>
                </c:pt>
                <c:pt idx="40">
                  <c:v>98.209199999999996</c:v>
                </c:pt>
                <c:pt idx="41">
                  <c:v>98.099699999999999</c:v>
                </c:pt>
                <c:pt idx="42">
                  <c:v>98.95320000000001</c:v>
                </c:pt>
                <c:pt idx="43">
                  <c:v>98.629300000000001</c:v>
                </c:pt>
                <c:pt idx="44">
                  <c:v>98.49</c:v>
                </c:pt>
                <c:pt idx="45">
                  <c:v>98.526700000000005</c:v>
                </c:pt>
                <c:pt idx="46">
                  <c:v>98.8279</c:v>
                </c:pt>
                <c:pt idx="47">
                  <c:v>98.605899999999991</c:v>
                </c:pt>
                <c:pt idx="48">
                  <c:v>98.3767</c:v>
                </c:pt>
                <c:pt idx="49">
                  <c:v>98.054100000000005</c:v>
                </c:pt>
                <c:pt idx="50">
                  <c:v>98.22890000000001</c:v>
                </c:pt>
                <c:pt idx="51">
                  <c:v>98.203500000000005</c:v>
                </c:pt>
                <c:pt idx="52">
                  <c:v>98.0792</c:v>
                </c:pt>
                <c:pt idx="53">
                  <c:v>98.099499999999992</c:v>
                </c:pt>
                <c:pt idx="54">
                  <c:v>98.409400000000005</c:v>
                </c:pt>
                <c:pt idx="55">
                  <c:v>98.699700000000007</c:v>
                </c:pt>
                <c:pt idx="56">
                  <c:v>98.815700000000007</c:v>
                </c:pt>
                <c:pt idx="57">
                  <c:v>99.027999999999992</c:v>
                </c:pt>
                <c:pt idx="58">
                  <c:v>99.653400000000005</c:v>
                </c:pt>
                <c:pt idx="59">
                  <c:v>99.989100000000008</c:v>
                </c:pt>
                <c:pt idx="60">
                  <c:v>100.19430000000001</c:v>
                </c:pt>
                <c:pt idx="61">
                  <c:v>100.00999999999999</c:v>
                </c:pt>
                <c:pt idx="62">
                  <c:v>99.553900000000013</c:v>
                </c:pt>
                <c:pt idx="63">
                  <c:v>99.881699999999995</c:v>
                </c:pt>
                <c:pt idx="64">
                  <c:v>100.50539999999999</c:v>
                </c:pt>
                <c:pt idx="65">
                  <c:v>100.17450000000001</c:v>
                </c:pt>
                <c:pt idx="66">
                  <c:v>99.917199999999994</c:v>
                </c:pt>
                <c:pt idx="67">
                  <c:v>99.632899999999992</c:v>
                </c:pt>
                <c:pt idx="68">
                  <c:v>99.228300000000004</c:v>
                </c:pt>
                <c:pt idx="69">
                  <c:v>99.159699999999987</c:v>
                </c:pt>
                <c:pt idx="70">
                  <c:v>99.51</c:v>
                </c:pt>
                <c:pt idx="71">
                  <c:v>99.184699999999992</c:v>
                </c:pt>
                <c:pt idx="72">
                  <c:v>100.29809999999999</c:v>
                </c:pt>
                <c:pt idx="73">
                  <c:v>99.556699999999992</c:v>
                </c:pt>
                <c:pt idx="74">
                  <c:v>99.8018</c:v>
                </c:pt>
                <c:pt idx="75">
                  <c:v>100.504</c:v>
                </c:pt>
                <c:pt idx="76">
                  <c:v>99.739800000000002</c:v>
                </c:pt>
                <c:pt idx="77">
                  <c:v>99.262199999999993</c:v>
                </c:pt>
                <c:pt idx="78">
                  <c:v>98.9435</c:v>
                </c:pt>
                <c:pt idx="79">
                  <c:v>98.714799999999997</c:v>
                </c:pt>
                <c:pt idx="80">
                  <c:v>98.955800000000011</c:v>
                </c:pt>
                <c:pt idx="81">
                  <c:v>99.043400000000005</c:v>
                </c:pt>
                <c:pt idx="82">
                  <c:v>98.796800000000005</c:v>
                </c:pt>
                <c:pt idx="83">
                  <c:v>99.062300000000008</c:v>
                </c:pt>
                <c:pt idx="84">
                  <c:v>98.54910000000001</c:v>
                </c:pt>
                <c:pt idx="85">
                  <c:v>97.644300000000001</c:v>
                </c:pt>
                <c:pt idx="86">
                  <c:v>97.784600000000012</c:v>
                </c:pt>
                <c:pt idx="87">
                  <c:v>97.659400000000005</c:v>
                </c:pt>
                <c:pt idx="88">
                  <c:v>97.893100000000004</c:v>
                </c:pt>
                <c:pt idx="89">
                  <c:v>97.742500000000007</c:v>
                </c:pt>
                <c:pt idx="90">
                  <c:v>97.743800000000007</c:v>
                </c:pt>
                <c:pt idx="91">
                  <c:v>97.845500000000001</c:v>
                </c:pt>
                <c:pt idx="92">
                  <c:v>97.740000000000009</c:v>
                </c:pt>
                <c:pt idx="93">
                  <c:v>97.122200000000007</c:v>
                </c:pt>
                <c:pt idx="94">
                  <c:v>97.088999999999999</c:v>
                </c:pt>
                <c:pt idx="95">
                  <c:v>96.859199999999987</c:v>
                </c:pt>
                <c:pt idx="96">
                  <c:v>96.906499999999994</c:v>
                </c:pt>
                <c:pt idx="97">
                  <c:v>96.919399999999996</c:v>
                </c:pt>
                <c:pt idx="98">
                  <c:v>96.864999999999995</c:v>
                </c:pt>
                <c:pt idx="99">
                  <c:v>96.852599999999995</c:v>
                </c:pt>
                <c:pt idx="100">
                  <c:v>97.610199999999992</c:v>
                </c:pt>
                <c:pt idx="101">
                  <c:v>97.958500000000001</c:v>
                </c:pt>
                <c:pt idx="102">
                  <c:v>97.651799999999994</c:v>
                </c:pt>
                <c:pt idx="103">
                  <c:v>97.387200000000007</c:v>
                </c:pt>
                <c:pt idx="104">
                  <c:v>97.612899999999996</c:v>
                </c:pt>
                <c:pt idx="105">
                  <c:v>97.115199999999987</c:v>
                </c:pt>
                <c:pt idx="106">
                  <c:v>96.164299999999997</c:v>
                </c:pt>
                <c:pt idx="107">
                  <c:v>96.352000000000004</c:v>
                </c:pt>
                <c:pt idx="108">
                  <c:v>95.772500000000008</c:v>
                </c:pt>
                <c:pt idx="109">
                  <c:v>97.050599999999989</c:v>
                </c:pt>
                <c:pt idx="110">
                  <c:v>97.505299999999991</c:v>
                </c:pt>
                <c:pt idx="111">
                  <c:v>98.277799999999999</c:v>
                </c:pt>
                <c:pt idx="112">
                  <c:v>98.769299999999987</c:v>
                </c:pt>
                <c:pt idx="113">
                  <c:v>98.541299999999993</c:v>
                </c:pt>
                <c:pt idx="114">
                  <c:v>99.042300000000012</c:v>
                </c:pt>
                <c:pt idx="115">
                  <c:v>99.369100000000003</c:v>
                </c:pt>
                <c:pt idx="116">
                  <c:v>99.342399999999984</c:v>
                </c:pt>
                <c:pt idx="117">
                  <c:v>99.075299999999999</c:v>
                </c:pt>
                <c:pt idx="118">
                  <c:v>99.184200000000004</c:v>
                </c:pt>
                <c:pt idx="119">
                  <c:v>98.894299999999987</c:v>
                </c:pt>
                <c:pt idx="120">
                  <c:v>99.136799999999994</c:v>
                </c:pt>
                <c:pt idx="121">
                  <c:v>98.864000000000004</c:v>
                </c:pt>
                <c:pt idx="122">
                  <c:v>98.742599999999996</c:v>
                </c:pt>
                <c:pt idx="123">
                  <c:v>98.599699999999999</c:v>
                </c:pt>
                <c:pt idx="124">
                  <c:v>98.329099999999997</c:v>
                </c:pt>
                <c:pt idx="125">
                  <c:v>98.459400000000002</c:v>
                </c:pt>
                <c:pt idx="126">
                  <c:v>98.249000000000009</c:v>
                </c:pt>
                <c:pt idx="127">
                  <c:v>98.269599999999997</c:v>
                </c:pt>
                <c:pt idx="128">
                  <c:v>98.218099999999993</c:v>
                </c:pt>
                <c:pt idx="129">
                  <c:v>97.997500000000002</c:v>
                </c:pt>
                <c:pt idx="130">
                  <c:v>98.034100000000009</c:v>
                </c:pt>
                <c:pt idx="131">
                  <c:v>97.907899999999998</c:v>
                </c:pt>
                <c:pt idx="132">
                  <c:v>97.953499999999991</c:v>
                </c:pt>
                <c:pt idx="133">
                  <c:v>97.909300000000002</c:v>
                </c:pt>
                <c:pt idx="134">
                  <c:v>98.260299999999987</c:v>
                </c:pt>
                <c:pt idx="135">
                  <c:v>98.712500000000006</c:v>
                </c:pt>
                <c:pt idx="136">
                  <c:v>98.440100000000015</c:v>
                </c:pt>
                <c:pt idx="137">
                  <c:v>98.398299999999992</c:v>
                </c:pt>
                <c:pt idx="138">
                  <c:v>98.21990000000001</c:v>
                </c:pt>
                <c:pt idx="139">
                  <c:v>98.279699999999991</c:v>
                </c:pt>
                <c:pt idx="140">
                  <c:v>98.401199999999989</c:v>
                </c:pt>
                <c:pt idx="141">
                  <c:v>98.344800000000006</c:v>
                </c:pt>
                <c:pt idx="142">
                  <c:v>98.640299999999996</c:v>
                </c:pt>
                <c:pt idx="143">
                  <c:v>99.240700000000004</c:v>
                </c:pt>
                <c:pt idx="144">
                  <c:v>99.10260000000001</c:v>
                </c:pt>
                <c:pt idx="145">
                  <c:v>98.98299999999999</c:v>
                </c:pt>
                <c:pt idx="146">
                  <c:v>99.060199999999995</c:v>
                </c:pt>
                <c:pt idx="147">
                  <c:v>98.865900000000011</c:v>
                </c:pt>
                <c:pt idx="148">
                  <c:v>99.320800000000006</c:v>
                </c:pt>
                <c:pt idx="149">
                  <c:v>99.408100000000005</c:v>
                </c:pt>
                <c:pt idx="150">
                  <c:v>99.43910000000001</c:v>
                </c:pt>
                <c:pt idx="151">
                  <c:v>99.552700000000002</c:v>
                </c:pt>
                <c:pt idx="152">
                  <c:v>99.588499999999996</c:v>
                </c:pt>
                <c:pt idx="153">
                  <c:v>99.812299999999993</c:v>
                </c:pt>
                <c:pt idx="154">
                  <c:v>100.20259999999999</c:v>
                </c:pt>
                <c:pt idx="155">
                  <c:v>100.15270000000001</c:v>
                </c:pt>
                <c:pt idx="156">
                  <c:v>100.2193</c:v>
                </c:pt>
                <c:pt idx="157">
                  <c:v>100.1249</c:v>
                </c:pt>
                <c:pt idx="158">
                  <c:v>99.593199999999996</c:v>
                </c:pt>
                <c:pt idx="159">
                  <c:v>99.531700000000001</c:v>
                </c:pt>
                <c:pt idx="160">
                  <c:v>99.284499999999994</c:v>
                </c:pt>
                <c:pt idx="161">
                  <c:v>99.175999999999988</c:v>
                </c:pt>
                <c:pt idx="162">
                  <c:v>99.477100000000007</c:v>
                </c:pt>
                <c:pt idx="163">
                  <c:v>99.479199999999992</c:v>
                </c:pt>
                <c:pt idx="164">
                  <c:v>99.616699999999994</c:v>
                </c:pt>
                <c:pt idx="165">
                  <c:v>99.547700000000006</c:v>
                </c:pt>
                <c:pt idx="166">
                  <c:v>99.696799999999996</c:v>
                </c:pt>
                <c:pt idx="167">
                  <c:v>100.1593</c:v>
                </c:pt>
                <c:pt idx="168">
                  <c:v>100.2092</c:v>
                </c:pt>
                <c:pt idx="169">
                  <c:v>99.876199999999997</c:v>
                </c:pt>
                <c:pt idx="170">
                  <c:v>99.730800000000002</c:v>
                </c:pt>
                <c:pt idx="171">
                  <c:v>99.545599999999993</c:v>
                </c:pt>
                <c:pt idx="172">
                  <c:v>99.149499999999989</c:v>
                </c:pt>
                <c:pt idx="173">
                  <c:v>98.721499999999992</c:v>
                </c:pt>
                <c:pt idx="174">
                  <c:v>98.820699999999988</c:v>
                </c:pt>
                <c:pt idx="175">
                  <c:v>98.941699999999997</c:v>
                </c:pt>
                <c:pt idx="176">
                  <c:v>98.933400000000006</c:v>
                </c:pt>
                <c:pt idx="177">
                  <c:v>98.907099999999986</c:v>
                </c:pt>
                <c:pt idx="178">
                  <c:v>98.971199999999996</c:v>
                </c:pt>
                <c:pt idx="179">
                  <c:v>98.621899999999997</c:v>
                </c:pt>
                <c:pt idx="180">
                  <c:v>98.555600000000013</c:v>
                </c:pt>
                <c:pt idx="181">
                  <c:v>98.352599999999995</c:v>
                </c:pt>
                <c:pt idx="182">
                  <c:v>98.665899999999993</c:v>
                </c:pt>
                <c:pt idx="183">
                  <c:v>99.045300000000012</c:v>
                </c:pt>
                <c:pt idx="184">
                  <c:v>99.259500000000003</c:v>
                </c:pt>
                <c:pt idx="185">
                  <c:v>98.822299999999998</c:v>
                </c:pt>
                <c:pt idx="186">
                  <c:v>99.40440000000001</c:v>
                </c:pt>
                <c:pt idx="187">
                  <c:v>98.84899999999999</c:v>
                </c:pt>
                <c:pt idx="188">
                  <c:v>98.585899999999995</c:v>
                </c:pt>
                <c:pt idx="189">
                  <c:v>98.104100000000017</c:v>
                </c:pt>
                <c:pt idx="190">
                  <c:v>97.722899999999996</c:v>
                </c:pt>
                <c:pt idx="191">
                  <c:v>97.891599999999997</c:v>
                </c:pt>
                <c:pt idx="192">
                  <c:v>97.741199999999992</c:v>
                </c:pt>
                <c:pt idx="193">
                  <c:v>97.822400000000016</c:v>
                </c:pt>
                <c:pt idx="194">
                  <c:v>97.932500000000005</c:v>
                </c:pt>
                <c:pt idx="195">
                  <c:v>98.192599999999999</c:v>
                </c:pt>
                <c:pt idx="196">
                  <c:v>98.462099999999992</c:v>
                </c:pt>
                <c:pt idx="197">
                  <c:v>97.865700000000004</c:v>
                </c:pt>
                <c:pt idx="198">
                  <c:v>97.235100000000003</c:v>
                </c:pt>
                <c:pt idx="199">
                  <c:v>97.311000000000007</c:v>
                </c:pt>
                <c:pt idx="200">
                  <c:v>97.651899999999998</c:v>
                </c:pt>
                <c:pt idx="201">
                  <c:v>97.369600000000005</c:v>
                </c:pt>
                <c:pt idx="202">
                  <c:v>97.035099999999986</c:v>
                </c:pt>
                <c:pt idx="203">
                  <c:v>96.6434</c:v>
                </c:pt>
                <c:pt idx="204">
                  <c:v>97.35860000000001</c:v>
                </c:pt>
                <c:pt idx="205">
                  <c:v>97.617800000000003</c:v>
                </c:pt>
                <c:pt idx="206">
                  <c:v>97.529899999999998</c:v>
                </c:pt>
                <c:pt idx="207">
                  <c:v>97.843299999999999</c:v>
                </c:pt>
                <c:pt idx="208">
                  <c:v>97.766899999999993</c:v>
                </c:pt>
                <c:pt idx="209">
                  <c:v>97.447799999999987</c:v>
                </c:pt>
                <c:pt idx="210">
                  <c:v>97.735699999999994</c:v>
                </c:pt>
                <c:pt idx="211">
                  <c:v>98.274799999999999</c:v>
                </c:pt>
                <c:pt idx="212">
                  <c:v>98.148499999999999</c:v>
                </c:pt>
                <c:pt idx="213">
                  <c:v>98.314699999999988</c:v>
                </c:pt>
                <c:pt idx="214">
                  <c:v>97.679299999999998</c:v>
                </c:pt>
                <c:pt idx="215">
                  <c:v>97.847699999999989</c:v>
                </c:pt>
                <c:pt idx="216">
                  <c:v>97.867900000000006</c:v>
                </c:pt>
                <c:pt idx="217">
                  <c:v>98.192599999999999</c:v>
                </c:pt>
                <c:pt idx="218">
                  <c:v>98.237499999999997</c:v>
                </c:pt>
                <c:pt idx="219">
                  <c:v>98.426199999999994</c:v>
                </c:pt>
                <c:pt idx="220">
                  <c:v>97.724400000000003</c:v>
                </c:pt>
                <c:pt idx="221">
                  <c:v>98.652600000000007</c:v>
                </c:pt>
                <c:pt idx="222">
                  <c:v>98.240600000000001</c:v>
                </c:pt>
                <c:pt idx="223">
                  <c:v>98.278999999999996</c:v>
                </c:pt>
                <c:pt idx="224">
                  <c:v>98.153499999999994</c:v>
                </c:pt>
                <c:pt idx="225">
                  <c:v>97.846699999999998</c:v>
                </c:pt>
                <c:pt idx="226">
                  <c:v>98.204100000000011</c:v>
                </c:pt>
                <c:pt idx="227">
                  <c:v>97.788399999999996</c:v>
                </c:pt>
                <c:pt idx="228">
                  <c:v>98.070700000000002</c:v>
                </c:pt>
                <c:pt idx="229">
                  <c:v>98.501300000000001</c:v>
                </c:pt>
                <c:pt idx="230">
                  <c:v>98.266999999999996</c:v>
                </c:pt>
                <c:pt idx="231">
                  <c:v>98.087199999999996</c:v>
                </c:pt>
                <c:pt idx="232">
                  <c:v>98.223000000000013</c:v>
                </c:pt>
                <c:pt idx="233">
                  <c:v>98.755899999999997</c:v>
                </c:pt>
                <c:pt idx="234">
                  <c:v>98.742699999999999</c:v>
                </c:pt>
                <c:pt idx="235">
                  <c:v>98.690000000000012</c:v>
                </c:pt>
                <c:pt idx="236">
                  <c:v>100.04889999999999</c:v>
                </c:pt>
                <c:pt idx="237">
                  <c:v>99.968400000000003</c:v>
                </c:pt>
                <c:pt idx="238">
                  <c:v>98.923400000000015</c:v>
                </c:pt>
                <c:pt idx="239">
                  <c:v>98.669399999999996</c:v>
                </c:pt>
                <c:pt idx="240">
                  <c:v>97.670100000000005</c:v>
                </c:pt>
                <c:pt idx="241">
                  <c:v>97.488399999999999</c:v>
                </c:pt>
                <c:pt idx="242">
                  <c:v>97.204799999999992</c:v>
                </c:pt>
                <c:pt idx="243">
                  <c:v>97.35499999999999</c:v>
                </c:pt>
                <c:pt idx="244">
                  <c:v>97.834199999999996</c:v>
                </c:pt>
                <c:pt idx="245">
                  <c:v>98.460000000000008</c:v>
                </c:pt>
                <c:pt idx="246">
                  <c:v>98.641900000000007</c:v>
                </c:pt>
                <c:pt idx="247">
                  <c:v>98.285899999999998</c:v>
                </c:pt>
                <c:pt idx="248">
                  <c:v>98.630600000000001</c:v>
                </c:pt>
                <c:pt idx="249">
                  <c:v>98.108200000000011</c:v>
                </c:pt>
                <c:pt idx="250">
                  <c:v>97.873099999999994</c:v>
                </c:pt>
                <c:pt idx="251">
                  <c:v>97.590400000000002</c:v>
                </c:pt>
                <c:pt idx="252">
                  <c:v>97.493100000000013</c:v>
                </c:pt>
                <c:pt idx="253">
                  <c:v>97.492099999999994</c:v>
                </c:pt>
                <c:pt idx="254">
                  <c:v>97.553700000000006</c:v>
                </c:pt>
                <c:pt idx="255">
                  <c:v>96.988</c:v>
                </c:pt>
                <c:pt idx="256">
                  <c:v>97.118500000000012</c:v>
                </c:pt>
                <c:pt idx="257">
                  <c:v>96.77879999999999</c:v>
                </c:pt>
                <c:pt idx="258">
                  <c:v>96.645100000000014</c:v>
                </c:pt>
                <c:pt idx="259">
                  <c:v>96.772299999999987</c:v>
                </c:pt>
                <c:pt idx="260">
                  <c:v>97.261200000000002</c:v>
                </c:pt>
                <c:pt idx="261">
                  <c:v>97.298500000000004</c:v>
                </c:pt>
                <c:pt idx="262">
                  <c:v>97.697700000000012</c:v>
                </c:pt>
                <c:pt idx="263">
                  <c:v>97.968099999999993</c:v>
                </c:pt>
                <c:pt idx="264">
                  <c:v>98.380099999999999</c:v>
                </c:pt>
                <c:pt idx="265">
                  <c:v>98.763900000000007</c:v>
                </c:pt>
                <c:pt idx="266">
                  <c:v>98.777299999999997</c:v>
                </c:pt>
                <c:pt idx="267">
                  <c:v>98.891099999999994</c:v>
                </c:pt>
                <c:pt idx="268">
                  <c:v>98.830399999999983</c:v>
                </c:pt>
                <c:pt idx="269">
                  <c:v>98.154799999999994</c:v>
                </c:pt>
                <c:pt idx="270">
                  <c:v>98.144999999999996</c:v>
                </c:pt>
                <c:pt idx="271">
                  <c:v>97.865499999999997</c:v>
                </c:pt>
                <c:pt idx="272">
                  <c:v>98.645400000000009</c:v>
                </c:pt>
                <c:pt idx="273">
                  <c:v>99.052199999999999</c:v>
                </c:pt>
                <c:pt idx="274">
                  <c:v>99.018699999999995</c:v>
                </c:pt>
                <c:pt idx="275">
                  <c:v>99.203100000000006</c:v>
                </c:pt>
                <c:pt idx="276">
                  <c:v>98.744400000000013</c:v>
                </c:pt>
                <c:pt idx="277">
                  <c:v>98.812799999999996</c:v>
                </c:pt>
                <c:pt idx="278">
                  <c:v>99.278099999999995</c:v>
                </c:pt>
                <c:pt idx="279">
                  <c:v>98.689299999999989</c:v>
                </c:pt>
                <c:pt idx="280">
                  <c:v>99.439300000000003</c:v>
                </c:pt>
                <c:pt idx="281">
                  <c:v>99.363299999999995</c:v>
                </c:pt>
                <c:pt idx="282">
                  <c:v>99.897800000000004</c:v>
                </c:pt>
                <c:pt idx="283">
                  <c:v>99.614700000000013</c:v>
                </c:pt>
                <c:pt idx="284">
                  <c:v>98.978700000000003</c:v>
                </c:pt>
                <c:pt idx="285">
                  <c:v>99.123099999999994</c:v>
                </c:pt>
                <c:pt idx="286">
                  <c:v>99.938800000000001</c:v>
                </c:pt>
                <c:pt idx="287">
                  <c:v>99.601399999999984</c:v>
                </c:pt>
                <c:pt idx="288">
                  <c:v>100.0219</c:v>
                </c:pt>
                <c:pt idx="289">
                  <c:v>100.37259999999999</c:v>
                </c:pt>
                <c:pt idx="290">
                  <c:v>100.9828</c:v>
                </c:pt>
                <c:pt idx="291">
                  <c:v>100.81959999999999</c:v>
                </c:pt>
                <c:pt idx="292">
                  <c:v>101.0655</c:v>
                </c:pt>
                <c:pt idx="293">
                  <c:v>100.98269999999999</c:v>
                </c:pt>
                <c:pt idx="294">
                  <c:v>101.81400000000001</c:v>
                </c:pt>
                <c:pt idx="295">
                  <c:v>100.4218</c:v>
                </c:pt>
                <c:pt idx="296">
                  <c:v>100.63250000000001</c:v>
                </c:pt>
                <c:pt idx="297">
                  <c:v>99.900599999999997</c:v>
                </c:pt>
                <c:pt idx="298">
                  <c:v>99.265399999999985</c:v>
                </c:pt>
                <c:pt idx="299">
                  <c:v>99.7911</c:v>
                </c:pt>
                <c:pt idx="300">
                  <c:v>100.0424</c:v>
                </c:pt>
                <c:pt idx="301">
                  <c:v>100.1866</c:v>
                </c:pt>
                <c:pt idx="302">
                  <c:v>99.640300000000011</c:v>
                </c:pt>
                <c:pt idx="303">
                  <c:v>99.21</c:v>
                </c:pt>
                <c:pt idx="304">
                  <c:v>98.935699999999997</c:v>
                </c:pt>
                <c:pt idx="305">
                  <c:v>99.583600000000004</c:v>
                </c:pt>
                <c:pt idx="306">
                  <c:v>99.288000000000011</c:v>
                </c:pt>
                <c:pt idx="307">
                  <c:v>99.909600000000012</c:v>
                </c:pt>
                <c:pt idx="308">
                  <c:v>98.975700000000003</c:v>
                </c:pt>
                <c:pt idx="309">
                  <c:v>98.351799999999997</c:v>
                </c:pt>
                <c:pt idx="310">
                  <c:v>99.2286</c:v>
                </c:pt>
                <c:pt idx="311">
                  <c:v>99.424000000000007</c:v>
                </c:pt>
                <c:pt idx="312">
                  <c:v>99.2667</c:v>
                </c:pt>
                <c:pt idx="313">
                  <c:v>100.167</c:v>
                </c:pt>
                <c:pt idx="314">
                  <c:v>99.692000000000007</c:v>
                </c:pt>
                <c:pt idx="315">
                  <c:v>99.769000000000005</c:v>
                </c:pt>
                <c:pt idx="316">
                  <c:v>100.9374</c:v>
                </c:pt>
                <c:pt idx="317">
                  <c:v>102.97099999999999</c:v>
                </c:pt>
                <c:pt idx="318">
                  <c:v>102.956</c:v>
                </c:pt>
                <c:pt idx="319">
                  <c:v>103.501</c:v>
                </c:pt>
                <c:pt idx="320">
                  <c:v>102.91889999999999</c:v>
                </c:pt>
                <c:pt idx="321">
                  <c:v>101.9451</c:v>
                </c:pt>
                <c:pt idx="322">
                  <c:v>103.66079999999999</c:v>
                </c:pt>
                <c:pt idx="323">
                  <c:v>104.22630000000001</c:v>
                </c:pt>
                <c:pt idx="324">
                  <c:v>104.1921</c:v>
                </c:pt>
                <c:pt idx="325">
                  <c:v>104.03359999999999</c:v>
                </c:pt>
                <c:pt idx="326">
                  <c:v>104.2597</c:v>
                </c:pt>
                <c:pt idx="327">
                  <c:v>104.55860000000001</c:v>
                </c:pt>
                <c:pt idx="328">
                  <c:v>104.2099</c:v>
                </c:pt>
                <c:pt idx="329">
                  <c:v>104.3068</c:v>
                </c:pt>
                <c:pt idx="330">
                  <c:v>104.154</c:v>
                </c:pt>
                <c:pt idx="331">
                  <c:v>103.81700000000001</c:v>
                </c:pt>
                <c:pt idx="332">
                  <c:v>103.46289999999999</c:v>
                </c:pt>
                <c:pt idx="333">
                  <c:v>103.25370000000001</c:v>
                </c:pt>
                <c:pt idx="334">
                  <c:v>103.3986</c:v>
                </c:pt>
                <c:pt idx="335">
                  <c:v>103.73630000000001</c:v>
                </c:pt>
                <c:pt idx="336">
                  <c:v>103.83630000000001</c:v>
                </c:pt>
                <c:pt idx="337">
                  <c:v>103.5872</c:v>
                </c:pt>
                <c:pt idx="338">
                  <c:v>103.38550000000001</c:v>
                </c:pt>
                <c:pt idx="339">
                  <c:v>103.92500000000001</c:v>
                </c:pt>
                <c:pt idx="340">
                  <c:v>103.89449999999999</c:v>
                </c:pt>
                <c:pt idx="341">
                  <c:v>104.2055</c:v>
                </c:pt>
                <c:pt idx="342">
                  <c:v>104.32180000000001</c:v>
                </c:pt>
                <c:pt idx="343">
                  <c:v>105.5372</c:v>
                </c:pt>
                <c:pt idx="344">
                  <c:v>106.53449999999999</c:v>
                </c:pt>
                <c:pt idx="345">
                  <c:v>107.56440000000001</c:v>
                </c:pt>
                <c:pt idx="346">
                  <c:v>107.28659999999999</c:v>
                </c:pt>
                <c:pt idx="347">
                  <c:v>106.4987</c:v>
                </c:pt>
                <c:pt idx="348">
                  <c:v>106.2821</c:v>
                </c:pt>
                <c:pt idx="349">
                  <c:v>106.67009999999999</c:v>
                </c:pt>
                <c:pt idx="350">
                  <c:v>106.65009999999999</c:v>
                </c:pt>
                <c:pt idx="351">
                  <c:v>106.35380000000001</c:v>
                </c:pt>
                <c:pt idx="352">
                  <c:v>107.1981</c:v>
                </c:pt>
                <c:pt idx="353">
                  <c:v>107.0553</c:v>
                </c:pt>
                <c:pt idx="354">
                  <c:v>106.7296</c:v>
                </c:pt>
                <c:pt idx="355">
                  <c:v>106.80369999999999</c:v>
                </c:pt>
                <c:pt idx="356">
                  <c:v>107.05589999999999</c:v>
                </c:pt>
                <c:pt idx="357">
                  <c:v>108.00999999999999</c:v>
                </c:pt>
                <c:pt idx="358">
                  <c:v>107.92479999999999</c:v>
                </c:pt>
                <c:pt idx="359">
                  <c:v>108.33200000000001</c:v>
                </c:pt>
                <c:pt idx="360">
                  <c:v>108.1001</c:v>
                </c:pt>
                <c:pt idx="361">
                  <c:v>107.7047</c:v>
                </c:pt>
                <c:pt idx="362">
                  <c:v>107.61880000000001</c:v>
                </c:pt>
                <c:pt idx="363">
                  <c:v>107.9984</c:v>
                </c:pt>
                <c:pt idx="364">
                  <c:v>108.42740000000001</c:v>
                </c:pt>
                <c:pt idx="365">
                  <c:v>108.51599999999999</c:v>
                </c:pt>
                <c:pt idx="366">
                  <c:v>108.15049999999999</c:v>
                </c:pt>
                <c:pt idx="367">
                  <c:v>107.9555</c:v>
                </c:pt>
                <c:pt idx="368">
                  <c:v>107.901</c:v>
                </c:pt>
                <c:pt idx="369">
                  <c:v>107.33269999999999</c:v>
                </c:pt>
                <c:pt idx="370">
                  <c:v>107.4804</c:v>
                </c:pt>
                <c:pt idx="371">
                  <c:v>108.1472</c:v>
                </c:pt>
                <c:pt idx="372">
                  <c:v>108.2525</c:v>
                </c:pt>
                <c:pt idx="373">
                  <c:v>107.96959999999999</c:v>
                </c:pt>
                <c:pt idx="374">
                  <c:v>108.0744</c:v>
                </c:pt>
                <c:pt idx="375">
                  <c:v>109.3792</c:v>
                </c:pt>
                <c:pt idx="376">
                  <c:v>108.9414</c:v>
                </c:pt>
                <c:pt idx="377">
                  <c:v>109.1073</c:v>
                </c:pt>
                <c:pt idx="378">
                  <c:v>109.1825</c:v>
                </c:pt>
                <c:pt idx="379">
                  <c:v>109.62079999999999</c:v>
                </c:pt>
                <c:pt idx="380">
                  <c:v>109.6567</c:v>
                </c:pt>
                <c:pt idx="381">
                  <c:v>109.17660000000001</c:v>
                </c:pt>
                <c:pt idx="382">
                  <c:v>108.99589999999999</c:v>
                </c:pt>
                <c:pt idx="383">
                  <c:v>108.7038</c:v>
                </c:pt>
                <c:pt idx="384">
                  <c:v>108.2413</c:v>
                </c:pt>
                <c:pt idx="385">
                  <c:v>108.9212</c:v>
                </c:pt>
                <c:pt idx="386">
                  <c:v>109.2411</c:v>
                </c:pt>
                <c:pt idx="387">
                  <c:v>108.4892</c:v>
                </c:pt>
                <c:pt idx="388">
                  <c:v>108.48159999999999</c:v>
                </c:pt>
                <c:pt idx="389">
                  <c:v>108.0351</c:v>
                </c:pt>
                <c:pt idx="390">
                  <c:v>108.0151</c:v>
                </c:pt>
                <c:pt idx="391">
                  <c:v>108.09490000000001</c:v>
                </c:pt>
                <c:pt idx="392">
                  <c:v>108.0975</c:v>
                </c:pt>
                <c:pt idx="393">
                  <c:v>108.1118</c:v>
                </c:pt>
                <c:pt idx="394">
                  <c:v>108.08250000000001</c:v>
                </c:pt>
                <c:pt idx="395">
                  <c:v>107.8408</c:v>
                </c:pt>
                <c:pt idx="396">
                  <c:v>108.4157</c:v>
                </c:pt>
                <c:pt idx="397">
                  <c:v>108.2621</c:v>
                </c:pt>
                <c:pt idx="398">
                  <c:v>106.9473</c:v>
                </c:pt>
                <c:pt idx="399">
                  <c:v>106.8616</c:v>
                </c:pt>
                <c:pt idx="400">
                  <c:v>106.94280000000001</c:v>
                </c:pt>
                <c:pt idx="401">
                  <c:v>107.01700000000001</c:v>
                </c:pt>
                <c:pt idx="402">
                  <c:v>106.6559</c:v>
                </c:pt>
                <c:pt idx="403">
                  <c:v>106.41099999999999</c:v>
                </c:pt>
                <c:pt idx="404">
                  <c:v>106.1571</c:v>
                </c:pt>
                <c:pt idx="405">
                  <c:v>105.97020000000001</c:v>
                </c:pt>
                <c:pt idx="406">
                  <c:v>105.7222</c:v>
                </c:pt>
                <c:pt idx="407">
                  <c:v>106.36650000000002</c:v>
                </c:pt>
                <c:pt idx="408">
                  <c:v>106.33969999999999</c:v>
                </c:pt>
                <c:pt idx="409">
                  <c:v>106.40260000000001</c:v>
                </c:pt>
                <c:pt idx="410">
                  <c:v>105.7761</c:v>
                </c:pt>
                <c:pt idx="411">
                  <c:v>106.16930000000001</c:v>
                </c:pt>
                <c:pt idx="412">
                  <c:v>106.05599999999998</c:v>
                </c:pt>
                <c:pt idx="413">
                  <c:v>106.8843</c:v>
                </c:pt>
                <c:pt idx="414">
                  <c:v>106.8942</c:v>
                </c:pt>
                <c:pt idx="415">
                  <c:v>107.4911</c:v>
                </c:pt>
                <c:pt idx="416">
                  <c:v>107.06309999999999</c:v>
                </c:pt>
                <c:pt idx="417">
                  <c:v>106.64749999999999</c:v>
                </c:pt>
                <c:pt idx="418">
                  <c:v>106.17649999999999</c:v>
                </c:pt>
                <c:pt idx="419">
                  <c:v>106.2149</c:v>
                </c:pt>
                <c:pt idx="420">
                  <c:v>106.6842</c:v>
                </c:pt>
                <c:pt idx="421">
                  <c:v>106.86819999999999</c:v>
                </c:pt>
                <c:pt idx="422">
                  <c:v>106.48389999999999</c:v>
                </c:pt>
                <c:pt idx="423">
                  <c:v>105.93429999999999</c:v>
                </c:pt>
                <c:pt idx="424">
                  <c:v>105.5069</c:v>
                </c:pt>
                <c:pt idx="425">
                  <c:v>104.95210000000002</c:v>
                </c:pt>
                <c:pt idx="426">
                  <c:v>104.3389</c:v>
                </c:pt>
                <c:pt idx="427">
                  <c:v>105.15480000000001</c:v>
                </c:pt>
                <c:pt idx="428">
                  <c:v>103.40970000000002</c:v>
                </c:pt>
                <c:pt idx="429">
                  <c:v>103.89710000000001</c:v>
                </c:pt>
                <c:pt idx="430">
                  <c:v>104.3228</c:v>
                </c:pt>
                <c:pt idx="431">
                  <c:v>103.8939</c:v>
                </c:pt>
                <c:pt idx="432">
                  <c:v>104.1215</c:v>
                </c:pt>
                <c:pt idx="433">
                  <c:v>104.26480000000001</c:v>
                </c:pt>
                <c:pt idx="434">
                  <c:v>104.3122</c:v>
                </c:pt>
                <c:pt idx="435">
                  <c:v>104.31530000000001</c:v>
                </c:pt>
                <c:pt idx="436">
                  <c:v>104.02549999999999</c:v>
                </c:pt>
                <c:pt idx="437">
                  <c:v>104.42399999999999</c:v>
                </c:pt>
                <c:pt idx="438">
                  <c:v>104.0766</c:v>
                </c:pt>
                <c:pt idx="439">
                  <c:v>103.98660000000001</c:v>
                </c:pt>
                <c:pt idx="440">
                  <c:v>103.4615</c:v>
                </c:pt>
                <c:pt idx="441">
                  <c:v>103.77520000000001</c:v>
                </c:pt>
                <c:pt idx="442">
                  <c:v>103.52180000000001</c:v>
                </c:pt>
                <c:pt idx="443">
                  <c:v>103.21120000000001</c:v>
                </c:pt>
                <c:pt idx="444">
                  <c:v>103.1953</c:v>
                </c:pt>
                <c:pt idx="445">
                  <c:v>102.9254</c:v>
                </c:pt>
                <c:pt idx="446">
                  <c:v>102.85290000000001</c:v>
                </c:pt>
                <c:pt idx="447">
                  <c:v>102.90079999999999</c:v>
                </c:pt>
                <c:pt idx="448">
                  <c:v>102.46189999999999</c:v>
                </c:pt>
                <c:pt idx="449">
                  <c:v>102.48530000000001</c:v>
                </c:pt>
                <c:pt idx="450">
                  <c:v>102.49299999999999</c:v>
                </c:pt>
                <c:pt idx="451">
                  <c:v>101.96629999999999</c:v>
                </c:pt>
                <c:pt idx="452">
                  <c:v>101.6375</c:v>
                </c:pt>
                <c:pt idx="453">
                  <c:v>101.2063</c:v>
                </c:pt>
                <c:pt idx="454">
                  <c:v>100.7604</c:v>
                </c:pt>
                <c:pt idx="455">
                  <c:v>100.4199</c:v>
                </c:pt>
                <c:pt idx="456">
                  <c:v>100.55759999999999</c:v>
                </c:pt>
                <c:pt idx="457">
                  <c:v>100.9252</c:v>
                </c:pt>
                <c:pt idx="458">
                  <c:v>100.3527</c:v>
                </c:pt>
                <c:pt idx="459">
                  <c:v>100.9383</c:v>
                </c:pt>
                <c:pt idx="460">
                  <c:v>100.73349999999999</c:v>
                </c:pt>
                <c:pt idx="461">
                  <c:v>100.6377</c:v>
                </c:pt>
                <c:pt idx="462">
                  <c:v>100.94199999999999</c:v>
                </c:pt>
                <c:pt idx="463">
                  <c:v>101.01859999999999</c:v>
                </c:pt>
                <c:pt idx="464">
                  <c:v>100.66249999999999</c:v>
                </c:pt>
                <c:pt idx="465">
                  <c:v>101.11099999999999</c:v>
                </c:pt>
                <c:pt idx="466">
                  <c:v>101.242</c:v>
                </c:pt>
                <c:pt idx="467">
                  <c:v>101.7414</c:v>
                </c:pt>
                <c:pt idx="468">
                  <c:v>101.6712</c:v>
                </c:pt>
                <c:pt idx="469">
                  <c:v>101.6448</c:v>
                </c:pt>
                <c:pt idx="470">
                  <c:v>101.18300000000001</c:v>
                </c:pt>
                <c:pt idx="471">
                  <c:v>101.05999999999999</c:v>
                </c:pt>
                <c:pt idx="472">
                  <c:v>101.2864</c:v>
                </c:pt>
                <c:pt idx="473">
                  <c:v>101.7512</c:v>
                </c:pt>
                <c:pt idx="474">
                  <c:v>101.6452</c:v>
                </c:pt>
                <c:pt idx="475">
                  <c:v>101.732</c:v>
                </c:pt>
                <c:pt idx="476">
                  <c:v>101.3796</c:v>
                </c:pt>
                <c:pt idx="477">
                  <c:v>101.06309999999999</c:v>
                </c:pt>
                <c:pt idx="478">
                  <c:v>100.55489999999999</c:v>
                </c:pt>
                <c:pt idx="479">
                  <c:v>100.8783</c:v>
                </c:pt>
                <c:pt idx="480">
                  <c:v>100.6824</c:v>
                </c:pt>
                <c:pt idx="481">
                  <c:v>101.5149</c:v>
                </c:pt>
              </c:numCache>
            </c:numRef>
          </c:val>
          <c:smooth val="0"/>
          <c:extLst>
            <c:ext xmlns:c16="http://schemas.microsoft.com/office/drawing/2014/chart" uri="{C3380CC4-5D6E-409C-BE32-E72D297353CC}">
              <c16:uniqueId val="{00000000-B833-F04A-B291-EEF23765A99E}"/>
            </c:ext>
          </c:extLst>
        </c:ser>
        <c:dLbls>
          <c:showLegendKey val="0"/>
          <c:showVal val="0"/>
          <c:showCatName val="0"/>
          <c:showSerName val="0"/>
          <c:showPercent val="0"/>
          <c:showBubbleSize val="0"/>
        </c:dLbls>
        <c:marker val="1"/>
        <c:smooth val="0"/>
        <c:axId val="2000001152"/>
        <c:axId val="2000001153"/>
      </c:lineChart>
      <c:lineChart>
        <c:grouping val="standard"/>
        <c:varyColors val="0"/>
        <c:ser>
          <c:idx val="1"/>
          <c:order val="1"/>
          <c:tx>
            <c:strRef>
              <c:f>Sheet4!$D$3:$D$4</c:f>
              <c:strCache>
                <c:ptCount val="2"/>
                <c:pt idx="0">
                  <c:v>恒生科技指数（点，右轴）</c:v>
                </c:pt>
              </c:strCache>
            </c:strRef>
          </c:tx>
          <c:spPr>
            <a:ln w="25400">
              <a:solidFill>
                <a:srgbClr val="2C3160"/>
              </a:solidFill>
              <a:prstDash val="solid"/>
            </a:ln>
          </c:spPr>
          <c:marker>
            <c:symbol val="none"/>
          </c:marker>
          <c:cat>
            <c:numRef>
              <c:f>Sheet4!$B$7:$B$488</c:f>
              <c:numCache>
                <c:formatCode>yyyy\-mm\-dd</c:formatCode>
                <c:ptCount val="482"/>
                <c:pt idx="0">
                  <c:v>46199</c:v>
                </c:pt>
                <c:pt idx="1">
                  <c:v>46198</c:v>
                </c:pt>
                <c:pt idx="2">
                  <c:v>46197</c:v>
                </c:pt>
                <c:pt idx="3">
                  <c:v>46196</c:v>
                </c:pt>
                <c:pt idx="4">
                  <c:v>46195</c:v>
                </c:pt>
                <c:pt idx="5">
                  <c:v>46192</c:v>
                </c:pt>
                <c:pt idx="6">
                  <c:v>46191</c:v>
                </c:pt>
                <c:pt idx="7">
                  <c:v>46190</c:v>
                </c:pt>
                <c:pt idx="8">
                  <c:v>46189</c:v>
                </c:pt>
                <c:pt idx="9">
                  <c:v>46188</c:v>
                </c:pt>
                <c:pt idx="10">
                  <c:v>46185</c:v>
                </c:pt>
                <c:pt idx="11">
                  <c:v>46184</c:v>
                </c:pt>
                <c:pt idx="12">
                  <c:v>46183</c:v>
                </c:pt>
                <c:pt idx="13">
                  <c:v>46182</c:v>
                </c:pt>
                <c:pt idx="14">
                  <c:v>46181</c:v>
                </c:pt>
                <c:pt idx="15">
                  <c:v>46178</c:v>
                </c:pt>
                <c:pt idx="16">
                  <c:v>46177</c:v>
                </c:pt>
                <c:pt idx="17">
                  <c:v>46176</c:v>
                </c:pt>
                <c:pt idx="18">
                  <c:v>46175</c:v>
                </c:pt>
                <c:pt idx="19">
                  <c:v>46174</c:v>
                </c:pt>
                <c:pt idx="20">
                  <c:v>46171</c:v>
                </c:pt>
                <c:pt idx="21">
                  <c:v>46170</c:v>
                </c:pt>
                <c:pt idx="22">
                  <c:v>46169</c:v>
                </c:pt>
                <c:pt idx="23">
                  <c:v>46168</c:v>
                </c:pt>
                <c:pt idx="24">
                  <c:v>46167</c:v>
                </c:pt>
                <c:pt idx="25">
                  <c:v>46164</c:v>
                </c:pt>
                <c:pt idx="26">
                  <c:v>46163</c:v>
                </c:pt>
                <c:pt idx="27">
                  <c:v>46162</c:v>
                </c:pt>
                <c:pt idx="28">
                  <c:v>46161</c:v>
                </c:pt>
                <c:pt idx="29">
                  <c:v>46160</c:v>
                </c:pt>
                <c:pt idx="30">
                  <c:v>46157</c:v>
                </c:pt>
                <c:pt idx="31">
                  <c:v>46156</c:v>
                </c:pt>
                <c:pt idx="32">
                  <c:v>46155</c:v>
                </c:pt>
                <c:pt idx="33">
                  <c:v>46154</c:v>
                </c:pt>
                <c:pt idx="34">
                  <c:v>46153</c:v>
                </c:pt>
                <c:pt idx="35">
                  <c:v>46150</c:v>
                </c:pt>
                <c:pt idx="36">
                  <c:v>46149</c:v>
                </c:pt>
                <c:pt idx="37">
                  <c:v>46148</c:v>
                </c:pt>
                <c:pt idx="38">
                  <c:v>46147</c:v>
                </c:pt>
                <c:pt idx="39">
                  <c:v>46146</c:v>
                </c:pt>
                <c:pt idx="40">
                  <c:v>46143</c:v>
                </c:pt>
                <c:pt idx="41">
                  <c:v>46142</c:v>
                </c:pt>
                <c:pt idx="42">
                  <c:v>46141</c:v>
                </c:pt>
                <c:pt idx="43">
                  <c:v>46140</c:v>
                </c:pt>
                <c:pt idx="44">
                  <c:v>46139</c:v>
                </c:pt>
                <c:pt idx="45">
                  <c:v>46136</c:v>
                </c:pt>
                <c:pt idx="46">
                  <c:v>46135</c:v>
                </c:pt>
                <c:pt idx="47">
                  <c:v>46134</c:v>
                </c:pt>
                <c:pt idx="48">
                  <c:v>46133</c:v>
                </c:pt>
                <c:pt idx="49">
                  <c:v>46132</c:v>
                </c:pt>
                <c:pt idx="50">
                  <c:v>46129</c:v>
                </c:pt>
                <c:pt idx="51">
                  <c:v>46128</c:v>
                </c:pt>
                <c:pt idx="52">
                  <c:v>46127</c:v>
                </c:pt>
                <c:pt idx="53">
                  <c:v>46126</c:v>
                </c:pt>
                <c:pt idx="54">
                  <c:v>46125</c:v>
                </c:pt>
                <c:pt idx="55">
                  <c:v>46122</c:v>
                </c:pt>
                <c:pt idx="56">
                  <c:v>46121</c:v>
                </c:pt>
                <c:pt idx="57">
                  <c:v>46120</c:v>
                </c:pt>
                <c:pt idx="58">
                  <c:v>46119</c:v>
                </c:pt>
                <c:pt idx="59">
                  <c:v>46118</c:v>
                </c:pt>
                <c:pt idx="60">
                  <c:v>46115</c:v>
                </c:pt>
                <c:pt idx="61">
                  <c:v>46114</c:v>
                </c:pt>
                <c:pt idx="62">
                  <c:v>46113</c:v>
                </c:pt>
                <c:pt idx="63">
                  <c:v>46112</c:v>
                </c:pt>
                <c:pt idx="64">
                  <c:v>46111</c:v>
                </c:pt>
                <c:pt idx="65">
                  <c:v>46108</c:v>
                </c:pt>
                <c:pt idx="66">
                  <c:v>46107</c:v>
                </c:pt>
                <c:pt idx="67">
                  <c:v>46106</c:v>
                </c:pt>
                <c:pt idx="68">
                  <c:v>46105</c:v>
                </c:pt>
                <c:pt idx="69">
                  <c:v>46104</c:v>
                </c:pt>
                <c:pt idx="70">
                  <c:v>46101</c:v>
                </c:pt>
                <c:pt idx="71">
                  <c:v>46100</c:v>
                </c:pt>
                <c:pt idx="72">
                  <c:v>46099</c:v>
                </c:pt>
                <c:pt idx="73">
                  <c:v>46098</c:v>
                </c:pt>
                <c:pt idx="74">
                  <c:v>46097</c:v>
                </c:pt>
                <c:pt idx="75">
                  <c:v>46094</c:v>
                </c:pt>
                <c:pt idx="76">
                  <c:v>46093</c:v>
                </c:pt>
                <c:pt idx="77">
                  <c:v>46092</c:v>
                </c:pt>
                <c:pt idx="78">
                  <c:v>46091</c:v>
                </c:pt>
                <c:pt idx="79">
                  <c:v>46090</c:v>
                </c:pt>
                <c:pt idx="80">
                  <c:v>46087</c:v>
                </c:pt>
                <c:pt idx="81">
                  <c:v>46086</c:v>
                </c:pt>
                <c:pt idx="82">
                  <c:v>46085</c:v>
                </c:pt>
                <c:pt idx="83">
                  <c:v>46084</c:v>
                </c:pt>
                <c:pt idx="84">
                  <c:v>46083</c:v>
                </c:pt>
                <c:pt idx="85">
                  <c:v>46080</c:v>
                </c:pt>
                <c:pt idx="86">
                  <c:v>46079</c:v>
                </c:pt>
                <c:pt idx="87">
                  <c:v>46078</c:v>
                </c:pt>
                <c:pt idx="88">
                  <c:v>46077</c:v>
                </c:pt>
                <c:pt idx="89">
                  <c:v>46076</c:v>
                </c:pt>
                <c:pt idx="90">
                  <c:v>46073</c:v>
                </c:pt>
                <c:pt idx="91">
                  <c:v>46072</c:v>
                </c:pt>
                <c:pt idx="92">
                  <c:v>46071</c:v>
                </c:pt>
                <c:pt idx="93">
                  <c:v>46070</c:v>
                </c:pt>
                <c:pt idx="94">
                  <c:v>46069</c:v>
                </c:pt>
                <c:pt idx="95">
                  <c:v>46066</c:v>
                </c:pt>
                <c:pt idx="96">
                  <c:v>46065</c:v>
                </c:pt>
                <c:pt idx="97">
                  <c:v>46064</c:v>
                </c:pt>
                <c:pt idx="98">
                  <c:v>46063</c:v>
                </c:pt>
                <c:pt idx="99">
                  <c:v>46062</c:v>
                </c:pt>
                <c:pt idx="100">
                  <c:v>46059</c:v>
                </c:pt>
                <c:pt idx="101">
                  <c:v>46058</c:v>
                </c:pt>
                <c:pt idx="102">
                  <c:v>46057</c:v>
                </c:pt>
                <c:pt idx="103">
                  <c:v>46056</c:v>
                </c:pt>
                <c:pt idx="104">
                  <c:v>46055</c:v>
                </c:pt>
                <c:pt idx="105">
                  <c:v>46052</c:v>
                </c:pt>
                <c:pt idx="106">
                  <c:v>46051</c:v>
                </c:pt>
                <c:pt idx="107">
                  <c:v>46050</c:v>
                </c:pt>
                <c:pt idx="108">
                  <c:v>46049</c:v>
                </c:pt>
                <c:pt idx="109">
                  <c:v>46048</c:v>
                </c:pt>
                <c:pt idx="110">
                  <c:v>46045</c:v>
                </c:pt>
                <c:pt idx="111">
                  <c:v>46044</c:v>
                </c:pt>
                <c:pt idx="112">
                  <c:v>46043</c:v>
                </c:pt>
                <c:pt idx="113">
                  <c:v>46042</c:v>
                </c:pt>
                <c:pt idx="114">
                  <c:v>46041</c:v>
                </c:pt>
                <c:pt idx="115">
                  <c:v>46038</c:v>
                </c:pt>
                <c:pt idx="116">
                  <c:v>46037</c:v>
                </c:pt>
                <c:pt idx="117">
                  <c:v>46036</c:v>
                </c:pt>
                <c:pt idx="118">
                  <c:v>46035</c:v>
                </c:pt>
                <c:pt idx="119">
                  <c:v>46034</c:v>
                </c:pt>
                <c:pt idx="120">
                  <c:v>46031</c:v>
                </c:pt>
                <c:pt idx="121">
                  <c:v>46030</c:v>
                </c:pt>
                <c:pt idx="122">
                  <c:v>46029</c:v>
                </c:pt>
                <c:pt idx="123">
                  <c:v>46028</c:v>
                </c:pt>
                <c:pt idx="124">
                  <c:v>46027</c:v>
                </c:pt>
                <c:pt idx="125">
                  <c:v>46024</c:v>
                </c:pt>
                <c:pt idx="126">
                  <c:v>46023</c:v>
                </c:pt>
                <c:pt idx="127">
                  <c:v>46022</c:v>
                </c:pt>
                <c:pt idx="128">
                  <c:v>46021</c:v>
                </c:pt>
                <c:pt idx="129">
                  <c:v>46020</c:v>
                </c:pt>
                <c:pt idx="130">
                  <c:v>46017</c:v>
                </c:pt>
                <c:pt idx="131">
                  <c:v>46016</c:v>
                </c:pt>
                <c:pt idx="132">
                  <c:v>46015</c:v>
                </c:pt>
                <c:pt idx="133">
                  <c:v>46014</c:v>
                </c:pt>
                <c:pt idx="134">
                  <c:v>46013</c:v>
                </c:pt>
                <c:pt idx="135">
                  <c:v>46010</c:v>
                </c:pt>
                <c:pt idx="136">
                  <c:v>46009</c:v>
                </c:pt>
                <c:pt idx="137">
                  <c:v>46008</c:v>
                </c:pt>
                <c:pt idx="138">
                  <c:v>46007</c:v>
                </c:pt>
                <c:pt idx="139">
                  <c:v>46006</c:v>
                </c:pt>
                <c:pt idx="140">
                  <c:v>46003</c:v>
                </c:pt>
                <c:pt idx="141">
                  <c:v>46002</c:v>
                </c:pt>
                <c:pt idx="142">
                  <c:v>46001</c:v>
                </c:pt>
                <c:pt idx="143">
                  <c:v>46000</c:v>
                </c:pt>
                <c:pt idx="144">
                  <c:v>45999</c:v>
                </c:pt>
                <c:pt idx="145">
                  <c:v>45996</c:v>
                </c:pt>
                <c:pt idx="146">
                  <c:v>45995</c:v>
                </c:pt>
                <c:pt idx="147">
                  <c:v>45994</c:v>
                </c:pt>
                <c:pt idx="148">
                  <c:v>45993</c:v>
                </c:pt>
                <c:pt idx="149">
                  <c:v>45992</c:v>
                </c:pt>
                <c:pt idx="150">
                  <c:v>45989</c:v>
                </c:pt>
                <c:pt idx="151">
                  <c:v>45988</c:v>
                </c:pt>
                <c:pt idx="152">
                  <c:v>45987</c:v>
                </c:pt>
                <c:pt idx="153">
                  <c:v>45986</c:v>
                </c:pt>
                <c:pt idx="154">
                  <c:v>45985</c:v>
                </c:pt>
                <c:pt idx="155">
                  <c:v>45982</c:v>
                </c:pt>
                <c:pt idx="156">
                  <c:v>45981</c:v>
                </c:pt>
                <c:pt idx="157">
                  <c:v>45980</c:v>
                </c:pt>
                <c:pt idx="158">
                  <c:v>45979</c:v>
                </c:pt>
                <c:pt idx="159">
                  <c:v>45978</c:v>
                </c:pt>
                <c:pt idx="160">
                  <c:v>45975</c:v>
                </c:pt>
                <c:pt idx="161">
                  <c:v>45974</c:v>
                </c:pt>
                <c:pt idx="162">
                  <c:v>45973</c:v>
                </c:pt>
                <c:pt idx="163">
                  <c:v>45972</c:v>
                </c:pt>
                <c:pt idx="164">
                  <c:v>45971</c:v>
                </c:pt>
                <c:pt idx="165">
                  <c:v>45968</c:v>
                </c:pt>
                <c:pt idx="166">
                  <c:v>45967</c:v>
                </c:pt>
                <c:pt idx="167">
                  <c:v>45966</c:v>
                </c:pt>
                <c:pt idx="168">
                  <c:v>45965</c:v>
                </c:pt>
                <c:pt idx="169">
                  <c:v>45964</c:v>
                </c:pt>
                <c:pt idx="170">
                  <c:v>45961</c:v>
                </c:pt>
                <c:pt idx="171">
                  <c:v>45960</c:v>
                </c:pt>
                <c:pt idx="172">
                  <c:v>45959</c:v>
                </c:pt>
                <c:pt idx="173">
                  <c:v>45958</c:v>
                </c:pt>
                <c:pt idx="174">
                  <c:v>45957</c:v>
                </c:pt>
                <c:pt idx="175">
                  <c:v>45954</c:v>
                </c:pt>
                <c:pt idx="176">
                  <c:v>45953</c:v>
                </c:pt>
                <c:pt idx="177">
                  <c:v>45952</c:v>
                </c:pt>
                <c:pt idx="178">
                  <c:v>45951</c:v>
                </c:pt>
                <c:pt idx="179">
                  <c:v>45950</c:v>
                </c:pt>
                <c:pt idx="180">
                  <c:v>45947</c:v>
                </c:pt>
                <c:pt idx="181">
                  <c:v>45946</c:v>
                </c:pt>
                <c:pt idx="182">
                  <c:v>45945</c:v>
                </c:pt>
                <c:pt idx="183">
                  <c:v>45944</c:v>
                </c:pt>
                <c:pt idx="184">
                  <c:v>45943</c:v>
                </c:pt>
                <c:pt idx="185">
                  <c:v>45940</c:v>
                </c:pt>
                <c:pt idx="186">
                  <c:v>45939</c:v>
                </c:pt>
                <c:pt idx="187">
                  <c:v>45938</c:v>
                </c:pt>
                <c:pt idx="188">
                  <c:v>45937</c:v>
                </c:pt>
                <c:pt idx="189">
                  <c:v>45936</c:v>
                </c:pt>
                <c:pt idx="190">
                  <c:v>45933</c:v>
                </c:pt>
                <c:pt idx="191">
                  <c:v>45932</c:v>
                </c:pt>
                <c:pt idx="192">
                  <c:v>45931</c:v>
                </c:pt>
                <c:pt idx="193">
                  <c:v>45930</c:v>
                </c:pt>
                <c:pt idx="194">
                  <c:v>45929</c:v>
                </c:pt>
                <c:pt idx="195">
                  <c:v>45926</c:v>
                </c:pt>
                <c:pt idx="196">
                  <c:v>45925</c:v>
                </c:pt>
                <c:pt idx="197">
                  <c:v>45924</c:v>
                </c:pt>
                <c:pt idx="198">
                  <c:v>45923</c:v>
                </c:pt>
                <c:pt idx="199">
                  <c:v>45922</c:v>
                </c:pt>
                <c:pt idx="200">
                  <c:v>45919</c:v>
                </c:pt>
                <c:pt idx="201">
                  <c:v>45918</c:v>
                </c:pt>
                <c:pt idx="202">
                  <c:v>45917</c:v>
                </c:pt>
                <c:pt idx="203">
                  <c:v>45916</c:v>
                </c:pt>
                <c:pt idx="204">
                  <c:v>45915</c:v>
                </c:pt>
                <c:pt idx="205">
                  <c:v>45912</c:v>
                </c:pt>
                <c:pt idx="206">
                  <c:v>45911</c:v>
                </c:pt>
                <c:pt idx="207">
                  <c:v>45910</c:v>
                </c:pt>
                <c:pt idx="208">
                  <c:v>45909</c:v>
                </c:pt>
                <c:pt idx="209">
                  <c:v>45908</c:v>
                </c:pt>
                <c:pt idx="210">
                  <c:v>45905</c:v>
                </c:pt>
                <c:pt idx="211">
                  <c:v>45904</c:v>
                </c:pt>
                <c:pt idx="212">
                  <c:v>45903</c:v>
                </c:pt>
                <c:pt idx="213">
                  <c:v>45902</c:v>
                </c:pt>
                <c:pt idx="214">
                  <c:v>45901</c:v>
                </c:pt>
                <c:pt idx="215">
                  <c:v>45898</c:v>
                </c:pt>
                <c:pt idx="216">
                  <c:v>45897</c:v>
                </c:pt>
                <c:pt idx="217">
                  <c:v>45896</c:v>
                </c:pt>
                <c:pt idx="218">
                  <c:v>45895</c:v>
                </c:pt>
                <c:pt idx="219">
                  <c:v>45894</c:v>
                </c:pt>
                <c:pt idx="220">
                  <c:v>45891</c:v>
                </c:pt>
                <c:pt idx="221">
                  <c:v>45890</c:v>
                </c:pt>
                <c:pt idx="222">
                  <c:v>45889</c:v>
                </c:pt>
                <c:pt idx="223">
                  <c:v>45888</c:v>
                </c:pt>
                <c:pt idx="224">
                  <c:v>45887</c:v>
                </c:pt>
                <c:pt idx="225">
                  <c:v>45884</c:v>
                </c:pt>
                <c:pt idx="226">
                  <c:v>45883</c:v>
                </c:pt>
                <c:pt idx="227">
                  <c:v>45882</c:v>
                </c:pt>
                <c:pt idx="228">
                  <c:v>45881</c:v>
                </c:pt>
                <c:pt idx="229">
                  <c:v>45880</c:v>
                </c:pt>
                <c:pt idx="230">
                  <c:v>45877</c:v>
                </c:pt>
                <c:pt idx="231">
                  <c:v>45876</c:v>
                </c:pt>
                <c:pt idx="232">
                  <c:v>45875</c:v>
                </c:pt>
                <c:pt idx="233">
                  <c:v>45874</c:v>
                </c:pt>
                <c:pt idx="234">
                  <c:v>45873</c:v>
                </c:pt>
                <c:pt idx="235">
                  <c:v>45870</c:v>
                </c:pt>
                <c:pt idx="236">
                  <c:v>45869</c:v>
                </c:pt>
                <c:pt idx="237">
                  <c:v>45868</c:v>
                </c:pt>
                <c:pt idx="238">
                  <c:v>45867</c:v>
                </c:pt>
                <c:pt idx="239">
                  <c:v>45866</c:v>
                </c:pt>
                <c:pt idx="240">
                  <c:v>45863</c:v>
                </c:pt>
                <c:pt idx="241">
                  <c:v>45862</c:v>
                </c:pt>
                <c:pt idx="242">
                  <c:v>45861</c:v>
                </c:pt>
                <c:pt idx="243">
                  <c:v>45860</c:v>
                </c:pt>
                <c:pt idx="244">
                  <c:v>45859</c:v>
                </c:pt>
                <c:pt idx="245">
                  <c:v>45856</c:v>
                </c:pt>
                <c:pt idx="246">
                  <c:v>45855</c:v>
                </c:pt>
                <c:pt idx="247">
                  <c:v>45854</c:v>
                </c:pt>
                <c:pt idx="248">
                  <c:v>45853</c:v>
                </c:pt>
                <c:pt idx="249">
                  <c:v>45852</c:v>
                </c:pt>
                <c:pt idx="250">
                  <c:v>45849</c:v>
                </c:pt>
                <c:pt idx="251">
                  <c:v>45848</c:v>
                </c:pt>
                <c:pt idx="252">
                  <c:v>45847</c:v>
                </c:pt>
                <c:pt idx="253">
                  <c:v>45846</c:v>
                </c:pt>
                <c:pt idx="254">
                  <c:v>45845</c:v>
                </c:pt>
                <c:pt idx="255">
                  <c:v>45842</c:v>
                </c:pt>
                <c:pt idx="256">
                  <c:v>45841</c:v>
                </c:pt>
                <c:pt idx="257">
                  <c:v>45840</c:v>
                </c:pt>
                <c:pt idx="258">
                  <c:v>45839</c:v>
                </c:pt>
                <c:pt idx="259">
                  <c:v>45838</c:v>
                </c:pt>
                <c:pt idx="260">
                  <c:v>45835</c:v>
                </c:pt>
                <c:pt idx="261">
                  <c:v>45834</c:v>
                </c:pt>
                <c:pt idx="262">
                  <c:v>45833</c:v>
                </c:pt>
                <c:pt idx="263">
                  <c:v>45832</c:v>
                </c:pt>
                <c:pt idx="264">
                  <c:v>45831</c:v>
                </c:pt>
                <c:pt idx="265">
                  <c:v>45828</c:v>
                </c:pt>
                <c:pt idx="266">
                  <c:v>45827</c:v>
                </c:pt>
                <c:pt idx="267">
                  <c:v>45826</c:v>
                </c:pt>
                <c:pt idx="268">
                  <c:v>45825</c:v>
                </c:pt>
                <c:pt idx="269">
                  <c:v>45824</c:v>
                </c:pt>
                <c:pt idx="270">
                  <c:v>45821</c:v>
                </c:pt>
                <c:pt idx="271">
                  <c:v>45820</c:v>
                </c:pt>
                <c:pt idx="272">
                  <c:v>45819</c:v>
                </c:pt>
                <c:pt idx="273">
                  <c:v>45818</c:v>
                </c:pt>
                <c:pt idx="274">
                  <c:v>45817</c:v>
                </c:pt>
                <c:pt idx="275">
                  <c:v>45814</c:v>
                </c:pt>
                <c:pt idx="276">
                  <c:v>45813</c:v>
                </c:pt>
                <c:pt idx="277">
                  <c:v>45812</c:v>
                </c:pt>
                <c:pt idx="278">
                  <c:v>45811</c:v>
                </c:pt>
                <c:pt idx="279">
                  <c:v>45810</c:v>
                </c:pt>
                <c:pt idx="280">
                  <c:v>45807</c:v>
                </c:pt>
                <c:pt idx="281">
                  <c:v>45806</c:v>
                </c:pt>
                <c:pt idx="282">
                  <c:v>45805</c:v>
                </c:pt>
                <c:pt idx="283">
                  <c:v>45804</c:v>
                </c:pt>
                <c:pt idx="284">
                  <c:v>45803</c:v>
                </c:pt>
                <c:pt idx="285">
                  <c:v>45800</c:v>
                </c:pt>
                <c:pt idx="286">
                  <c:v>45799</c:v>
                </c:pt>
                <c:pt idx="287">
                  <c:v>45798</c:v>
                </c:pt>
                <c:pt idx="288">
                  <c:v>45797</c:v>
                </c:pt>
                <c:pt idx="289">
                  <c:v>45796</c:v>
                </c:pt>
                <c:pt idx="290">
                  <c:v>45793</c:v>
                </c:pt>
                <c:pt idx="291">
                  <c:v>45792</c:v>
                </c:pt>
                <c:pt idx="292">
                  <c:v>45791</c:v>
                </c:pt>
                <c:pt idx="293">
                  <c:v>45790</c:v>
                </c:pt>
                <c:pt idx="294">
                  <c:v>45789</c:v>
                </c:pt>
                <c:pt idx="295">
                  <c:v>45786</c:v>
                </c:pt>
                <c:pt idx="296">
                  <c:v>45785</c:v>
                </c:pt>
                <c:pt idx="297">
                  <c:v>45784</c:v>
                </c:pt>
                <c:pt idx="298">
                  <c:v>45783</c:v>
                </c:pt>
                <c:pt idx="299">
                  <c:v>45782</c:v>
                </c:pt>
                <c:pt idx="300">
                  <c:v>45779</c:v>
                </c:pt>
                <c:pt idx="301">
                  <c:v>45778</c:v>
                </c:pt>
                <c:pt idx="302">
                  <c:v>45777</c:v>
                </c:pt>
                <c:pt idx="303">
                  <c:v>45776</c:v>
                </c:pt>
                <c:pt idx="304">
                  <c:v>45775</c:v>
                </c:pt>
                <c:pt idx="305">
                  <c:v>45772</c:v>
                </c:pt>
                <c:pt idx="306">
                  <c:v>45771</c:v>
                </c:pt>
                <c:pt idx="307">
                  <c:v>45770</c:v>
                </c:pt>
                <c:pt idx="308">
                  <c:v>45769</c:v>
                </c:pt>
                <c:pt idx="309">
                  <c:v>45768</c:v>
                </c:pt>
                <c:pt idx="310">
                  <c:v>45765</c:v>
                </c:pt>
                <c:pt idx="311">
                  <c:v>45764</c:v>
                </c:pt>
                <c:pt idx="312">
                  <c:v>45763</c:v>
                </c:pt>
                <c:pt idx="313">
                  <c:v>45762</c:v>
                </c:pt>
                <c:pt idx="314">
                  <c:v>45761</c:v>
                </c:pt>
                <c:pt idx="315">
                  <c:v>45758</c:v>
                </c:pt>
                <c:pt idx="316">
                  <c:v>45757</c:v>
                </c:pt>
                <c:pt idx="317">
                  <c:v>45756</c:v>
                </c:pt>
                <c:pt idx="318">
                  <c:v>45755</c:v>
                </c:pt>
                <c:pt idx="319">
                  <c:v>45754</c:v>
                </c:pt>
                <c:pt idx="320">
                  <c:v>45751</c:v>
                </c:pt>
                <c:pt idx="321">
                  <c:v>45750</c:v>
                </c:pt>
                <c:pt idx="322">
                  <c:v>45749</c:v>
                </c:pt>
                <c:pt idx="323">
                  <c:v>45748</c:v>
                </c:pt>
                <c:pt idx="324">
                  <c:v>45747</c:v>
                </c:pt>
                <c:pt idx="325">
                  <c:v>45744</c:v>
                </c:pt>
                <c:pt idx="326">
                  <c:v>45743</c:v>
                </c:pt>
                <c:pt idx="327">
                  <c:v>45742</c:v>
                </c:pt>
                <c:pt idx="328">
                  <c:v>45741</c:v>
                </c:pt>
                <c:pt idx="329">
                  <c:v>45740</c:v>
                </c:pt>
                <c:pt idx="330">
                  <c:v>45737</c:v>
                </c:pt>
                <c:pt idx="331">
                  <c:v>45736</c:v>
                </c:pt>
                <c:pt idx="332">
                  <c:v>45735</c:v>
                </c:pt>
                <c:pt idx="333">
                  <c:v>45734</c:v>
                </c:pt>
                <c:pt idx="334">
                  <c:v>45733</c:v>
                </c:pt>
                <c:pt idx="335">
                  <c:v>45730</c:v>
                </c:pt>
                <c:pt idx="336">
                  <c:v>45729</c:v>
                </c:pt>
                <c:pt idx="337">
                  <c:v>45728</c:v>
                </c:pt>
                <c:pt idx="338">
                  <c:v>45727</c:v>
                </c:pt>
                <c:pt idx="339">
                  <c:v>45726</c:v>
                </c:pt>
                <c:pt idx="340">
                  <c:v>45723</c:v>
                </c:pt>
                <c:pt idx="341">
                  <c:v>45722</c:v>
                </c:pt>
                <c:pt idx="342">
                  <c:v>45721</c:v>
                </c:pt>
                <c:pt idx="343">
                  <c:v>45720</c:v>
                </c:pt>
                <c:pt idx="344">
                  <c:v>45719</c:v>
                </c:pt>
                <c:pt idx="345">
                  <c:v>45716</c:v>
                </c:pt>
                <c:pt idx="346">
                  <c:v>45715</c:v>
                </c:pt>
                <c:pt idx="347">
                  <c:v>45714</c:v>
                </c:pt>
                <c:pt idx="348">
                  <c:v>45713</c:v>
                </c:pt>
                <c:pt idx="349">
                  <c:v>45712</c:v>
                </c:pt>
                <c:pt idx="350">
                  <c:v>45709</c:v>
                </c:pt>
                <c:pt idx="351">
                  <c:v>45708</c:v>
                </c:pt>
                <c:pt idx="352">
                  <c:v>45707</c:v>
                </c:pt>
                <c:pt idx="353">
                  <c:v>45706</c:v>
                </c:pt>
                <c:pt idx="354">
                  <c:v>45705</c:v>
                </c:pt>
                <c:pt idx="355">
                  <c:v>45702</c:v>
                </c:pt>
                <c:pt idx="356">
                  <c:v>45701</c:v>
                </c:pt>
                <c:pt idx="357">
                  <c:v>45700</c:v>
                </c:pt>
                <c:pt idx="358">
                  <c:v>45699</c:v>
                </c:pt>
                <c:pt idx="359">
                  <c:v>45698</c:v>
                </c:pt>
                <c:pt idx="360">
                  <c:v>45695</c:v>
                </c:pt>
                <c:pt idx="361">
                  <c:v>45694</c:v>
                </c:pt>
                <c:pt idx="362">
                  <c:v>45693</c:v>
                </c:pt>
                <c:pt idx="363">
                  <c:v>45692</c:v>
                </c:pt>
                <c:pt idx="364">
                  <c:v>45691</c:v>
                </c:pt>
                <c:pt idx="365">
                  <c:v>45688</c:v>
                </c:pt>
                <c:pt idx="366">
                  <c:v>45687</c:v>
                </c:pt>
                <c:pt idx="367">
                  <c:v>45686</c:v>
                </c:pt>
                <c:pt idx="368">
                  <c:v>45685</c:v>
                </c:pt>
                <c:pt idx="369">
                  <c:v>45684</c:v>
                </c:pt>
                <c:pt idx="370">
                  <c:v>45681</c:v>
                </c:pt>
                <c:pt idx="371">
                  <c:v>45680</c:v>
                </c:pt>
                <c:pt idx="372">
                  <c:v>45679</c:v>
                </c:pt>
                <c:pt idx="373">
                  <c:v>45678</c:v>
                </c:pt>
                <c:pt idx="374">
                  <c:v>45677</c:v>
                </c:pt>
                <c:pt idx="375">
                  <c:v>45674</c:v>
                </c:pt>
                <c:pt idx="376">
                  <c:v>45673</c:v>
                </c:pt>
                <c:pt idx="377">
                  <c:v>45672</c:v>
                </c:pt>
                <c:pt idx="378">
                  <c:v>45671</c:v>
                </c:pt>
                <c:pt idx="379">
                  <c:v>45670</c:v>
                </c:pt>
                <c:pt idx="380">
                  <c:v>45667</c:v>
                </c:pt>
                <c:pt idx="381">
                  <c:v>45666</c:v>
                </c:pt>
                <c:pt idx="382">
                  <c:v>45665</c:v>
                </c:pt>
                <c:pt idx="383">
                  <c:v>45664</c:v>
                </c:pt>
                <c:pt idx="384">
                  <c:v>45663</c:v>
                </c:pt>
                <c:pt idx="385">
                  <c:v>45660</c:v>
                </c:pt>
                <c:pt idx="386">
                  <c:v>45659</c:v>
                </c:pt>
                <c:pt idx="387">
                  <c:v>45658</c:v>
                </c:pt>
                <c:pt idx="388">
                  <c:v>45657</c:v>
                </c:pt>
                <c:pt idx="389">
                  <c:v>45656</c:v>
                </c:pt>
                <c:pt idx="390">
                  <c:v>45653</c:v>
                </c:pt>
                <c:pt idx="391">
                  <c:v>45652</c:v>
                </c:pt>
                <c:pt idx="392">
                  <c:v>45651</c:v>
                </c:pt>
                <c:pt idx="393">
                  <c:v>45650</c:v>
                </c:pt>
                <c:pt idx="394">
                  <c:v>45649</c:v>
                </c:pt>
                <c:pt idx="395">
                  <c:v>45646</c:v>
                </c:pt>
                <c:pt idx="396">
                  <c:v>45645</c:v>
                </c:pt>
                <c:pt idx="397">
                  <c:v>45644</c:v>
                </c:pt>
                <c:pt idx="398">
                  <c:v>45643</c:v>
                </c:pt>
                <c:pt idx="399">
                  <c:v>45642</c:v>
                </c:pt>
                <c:pt idx="400">
                  <c:v>45639</c:v>
                </c:pt>
                <c:pt idx="401">
                  <c:v>45638</c:v>
                </c:pt>
                <c:pt idx="402">
                  <c:v>45637</c:v>
                </c:pt>
                <c:pt idx="403">
                  <c:v>45636</c:v>
                </c:pt>
                <c:pt idx="404">
                  <c:v>45635</c:v>
                </c:pt>
                <c:pt idx="405">
                  <c:v>45632</c:v>
                </c:pt>
                <c:pt idx="406">
                  <c:v>45631</c:v>
                </c:pt>
                <c:pt idx="407">
                  <c:v>45630</c:v>
                </c:pt>
                <c:pt idx="408">
                  <c:v>45629</c:v>
                </c:pt>
                <c:pt idx="409">
                  <c:v>45628</c:v>
                </c:pt>
                <c:pt idx="410">
                  <c:v>45625</c:v>
                </c:pt>
                <c:pt idx="411">
                  <c:v>45624</c:v>
                </c:pt>
                <c:pt idx="412">
                  <c:v>45623</c:v>
                </c:pt>
                <c:pt idx="413">
                  <c:v>45622</c:v>
                </c:pt>
                <c:pt idx="414">
                  <c:v>45621</c:v>
                </c:pt>
                <c:pt idx="415">
                  <c:v>45618</c:v>
                </c:pt>
                <c:pt idx="416">
                  <c:v>45617</c:v>
                </c:pt>
                <c:pt idx="417">
                  <c:v>45616</c:v>
                </c:pt>
                <c:pt idx="418">
                  <c:v>45615</c:v>
                </c:pt>
                <c:pt idx="419">
                  <c:v>45614</c:v>
                </c:pt>
                <c:pt idx="420">
                  <c:v>45611</c:v>
                </c:pt>
                <c:pt idx="421">
                  <c:v>45610</c:v>
                </c:pt>
                <c:pt idx="422">
                  <c:v>45609</c:v>
                </c:pt>
                <c:pt idx="423">
                  <c:v>45608</c:v>
                </c:pt>
                <c:pt idx="424">
                  <c:v>45607</c:v>
                </c:pt>
                <c:pt idx="425">
                  <c:v>45604</c:v>
                </c:pt>
                <c:pt idx="426">
                  <c:v>45603</c:v>
                </c:pt>
                <c:pt idx="427">
                  <c:v>45602</c:v>
                </c:pt>
                <c:pt idx="428">
                  <c:v>45601</c:v>
                </c:pt>
                <c:pt idx="429">
                  <c:v>45600</c:v>
                </c:pt>
                <c:pt idx="430">
                  <c:v>45597</c:v>
                </c:pt>
                <c:pt idx="431">
                  <c:v>45596</c:v>
                </c:pt>
                <c:pt idx="432">
                  <c:v>45595</c:v>
                </c:pt>
                <c:pt idx="433">
                  <c:v>45594</c:v>
                </c:pt>
                <c:pt idx="434">
                  <c:v>45593</c:v>
                </c:pt>
                <c:pt idx="435">
                  <c:v>45590</c:v>
                </c:pt>
                <c:pt idx="436">
                  <c:v>45589</c:v>
                </c:pt>
                <c:pt idx="437">
                  <c:v>45588</c:v>
                </c:pt>
                <c:pt idx="438">
                  <c:v>45587</c:v>
                </c:pt>
                <c:pt idx="439">
                  <c:v>45586</c:v>
                </c:pt>
                <c:pt idx="440">
                  <c:v>45583</c:v>
                </c:pt>
                <c:pt idx="441">
                  <c:v>45582</c:v>
                </c:pt>
                <c:pt idx="442">
                  <c:v>45581</c:v>
                </c:pt>
                <c:pt idx="443">
                  <c:v>45580</c:v>
                </c:pt>
                <c:pt idx="444">
                  <c:v>45579</c:v>
                </c:pt>
                <c:pt idx="445">
                  <c:v>45576</c:v>
                </c:pt>
                <c:pt idx="446">
                  <c:v>45575</c:v>
                </c:pt>
                <c:pt idx="447">
                  <c:v>45574</c:v>
                </c:pt>
                <c:pt idx="448">
                  <c:v>45573</c:v>
                </c:pt>
                <c:pt idx="449">
                  <c:v>45572</c:v>
                </c:pt>
                <c:pt idx="450">
                  <c:v>45569</c:v>
                </c:pt>
                <c:pt idx="451">
                  <c:v>45568</c:v>
                </c:pt>
                <c:pt idx="452">
                  <c:v>45567</c:v>
                </c:pt>
                <c:pt idx="453">
                  <c:v>45566</c:v>
                </c:pt>
                <c:pt idx="454">
                  <c:v>45565</c:v>
                </c:pt>
                <c:pt idx="455">
                  <c:v>45562</c:v>
                </c:pt>
                <c:pt idx="456">
                  <c:v>45561</c:v>
                </c:pt>
                <c:pt idx="457">
                  <c:v>45560</c:v>
                </c:pt>
                <c:pt idx="458">
                  <c:v>45559</c:v>
                </c:pt>
                <c:pt idx="459">
                  <c:v>45558</c:v>
                </c:pt>
                <c:pt idx="460">
                  <c:v>45555</c:v>
                </c:pt>
                <c:pt idx="461">
                  <c:v>45554</c:v>
                </c:pt>
                <c:pt idx="462">
                  <c:v>45553</c:v>
                </c:pt>
                <c:pt idx="463">
                  <c:v>45552</c:v>
                </c:pt>
                <c:pt idx="464">
                  <c:v>45551</c:v>
                </c:pt>
                <c:pt idx="465">
                  <c:v>45548</c:v>
                </c:pt>
                <c:pt idx="466">
                  <c:v>45547</c:v>
                </c:pt>
                <c:pt idx="467">
                  <c:v>45546</c:v>
                </c:pt>
                <c:pt idx="468">
                  <c:v>45545</c:v>
                </c:pt>
                <c:pt idx="469">
                  <c:v>45544</c:v>
                </c:pt>
                <c:pt idx="470">
                  <c:v>45541</c:v>
                </c:pt>
                <c:pt idx="471">
                  <c:v>45540</c:v>
                </c:pt>
                <c:pt idx="472">
                  <c:v>45539</c:v>
                </c:pt>
                <c:pt idx="473">
                  <c:v>45538</c:v>
                </c:pt>
                <c:pt idx="474">
                  <c:v>45537</c:v>
                </c:pt>
                <c:pt idx="475">
                  <c:v>45534</c:v>
                </c:pt>
                <c:pt idx="476">
                  <c:v>45533</c:v>
                </c:pt>
                <c:pt idx="477">
                  <c:v>45532</c:v>
                </c:pt>
                <c:pt idx="478">
                  <c:v>45531</c:v>
                </c:pt>
                <c:pt idx="479">
                  <c:v>45530</c:v>
                </c:pt>
                <c:pt idx="480">
                  <c:v>45527</c:v>
                </c:pt>
                <c:pt idx="481">
                  <c:v>45526</c:v>
                </c:pt>
              </c:numCache>
            </c:numRef>
          </c:cat>
          <c:val>
            <c:numRef>
              <c:f>Sheet4!$D$7:$D$488</c:f>
              <c:numCache>
                <c:formatCode>#,##0.00_ </c:formatCode>
                <c:ptCount val="482"/>
                <c:pt idx="0">
                  <c:v>4255.59</c:v>
                </c:pt>
                <c:pt idx="1">
                  <c:v>4405.92</c:v>
                </c:pt>
                <c:pt idx="2">
                  <c:v>4479.0200000000004</c:v>
                </c:pt>
                <c:pt idx="3">
                  <c:v>4399.22</c:v>
                </c:pt>
                <c:pt idx="4">
                  <c:v>4549.41</c:v>
                </c:pt>
                <c:pt idx="6">
                  <c:v>4604.3500000000004</c:v>
                </c:pt>
                <c:pt idx="7">
                  <c:v>4669.07</c:v>
                </c:pt>
                <c:pt idx="8">
                  <c:v>4658.6499999999996</c:v>
                </c:pt>
                <c:pt idx="9">
                  <c:v>4765.58</c:v>
                </c:pt>
                <c:pt idx="10">
                  <c:v>4705.2</c:v>
                </c:pt>
                <c:pt idx="11">
                  <c:v>4655.74</c:v>
                </c:pt>
                <c:pt idx="12">
                  <c:v>4724.79</c:v>
                </c:pt>
                <c:pt idx="13">
                  <c:v>4769.6099999999997</c:v>
                </c:pt>
                <c:pt idx="14">
                  <c:v>4755.91</c:v>
                </c:pt>
                <c:pt idx="15">
                  <c:v>4888.3900000000003</c:v>
                </c:pt>
                <c:pt idx="16">
                  <c:v>4975.3599999999997</c:v>
                </c:pt>
                <c:pt idx="17">
                  <c:v>5056.97</c:v>
                </c:pt>
                <c:pt idx="18">
                  <c:v>5199.28</c:v>
                </c:pt>
                <c:pt idx="19">
                  <c:v>4964.92</c:v>
                </c:pt>
                <c:pt idx="20">
                  <c:v>4884.2299999999996</c:v>
                </c:pt>
                <c:pt idx="21">
                  <c:v>4888.58</c:v>
                </c:pt>
                <c:pt idx="22">
                  <c:v>4907.57</c:v>
                </c:pt>
                <c:pt idx="23">
                  <c:v>4946.88</c:v>
                </c:pt>
                <c:pt idx="25">
                  <c:v>4869.57</c:v>
                </c:pt>
                <c:pt idx="26">
                  <c:v>4768.8999999999996</c:v>
                </c:pt>
                <c:pt idx="27">
                  <c:v>4873.82</c:v>
                </c:pt>
                <c:pt idx="28">
                  <c:v>4857.46</c:v>
                </c:pt>
                <c:pt idx="29">
                  <c:v>4844.9399999999996</c:v>
                </c:pt>
                <c:pt idx="30">
                  <c:v>4941.1400000000003</c:v>
                </c:pt>
                <c:pt idx="31">
                  <c:v>5076.2</c:v>
                </c:pt>
                <c:pt idx="32">
                  <c:v>5093.8500000000004</c:v>
                </c:pt>
                <c:pt idx="33">
                  <c:v>5070.6099999999997</c:v>
                </c:pt>
                <c:pt idx="34">
                  <c:v>5106.3999999999996</c:v>
                </c:pt>
                <c:pt idx="35">
                  <c:v>5102.79</c:v>
                </c:pt>
                <c:pt idx="36">
                  <c:v>5121.1000000000004</c:v>
                </c:pt>
                <c:pt idx="37">
                  <c:v>4969.2</c:v>
                </c:pt>
                <c:pt idx="38">
                  <c:v>4929.68</c:v>
                </c:pt>
                <c:pt idx="39">
                  <c:v>4976.7</c:v>
                </c:pt>
                <c:pt idx="41">
                  <c:v>4871.32</c:v>
                </c:pt>
                <c:pt idx="42">
                  <c:v>4910.0200000000004</c:v>
                </c:pt>
                <c:pt idx="43">
                  <c:v>4827.1899999999996</c:v>
                </c:pt>
                <c:pt idx="44">
                  <c:v>4939.84</c:v>
                </c:pt>
                <c:pt idx="45">
                  <c:v>4902.2</c:v>
                </c:pt>
                <c:pt idx="46">
                  <c:v>4865.5200000000004</c:v>
                </c:pt>
                <c:pt idx="47">
                  <c:v>4963.9399999999996</c:v>
                </c:pt>
                <c:pt idx="48">
                  <c:v>5061.5</c:v>
                </c:pt>
                <c:pt idx="49">
                  <c:v>5065.63</c:v>
                </c:pt>
                <c:pt idx="50">
                  <c:v>5042.68</c:v>
                </c:pt>
                <c:pt idx="51">
                  <c:v>5092.08</c:v>
                </c:pt>
                <c:pt idx="52">
                  <c:v>4911.79</c:v>
                </c:pt>
                <c:pt idx="53">
                  <c:v>4851.96</c:v>
                </c:pt>
                <c:pt idx="54">
                  <c:v>4822.01</c:v>
                </c:pt>
                <c:pt idx="55">
                  <c:v>4860.26</c:v>
                </c:pt>
                <c:pt idx="56">
                  <c:v>4821.67</c:v>
                </c:pt>
                <c:pt idx="57">
                  <c:v>4923.25</c:v>
                </c:pt>
                <c:pt idx="61">
                  <c:v>4679.1000000000004</c:v>
                </c:pt>
                <c:pt idx="62">
                  <c:v>4756.45</c:v>
                </c:pt>
                <c:pt idx="63">
                  <c:v>4649.82</c:v>
                </c:pt>
                <c:pt idx="64">
                  <c:v>4690.08</c:v>
                </c:pt>
                <c:pt idx="65">
                  <c:v>4778.01</c:v>
                </c:pt>
                <c:pt idx="66">
                  <c:v>4761.54</c:v>
                </c:pt>
                <c:pt idx="67">
                  <c:v>4922.9399999999996</c:v>
                </c:pt>
                <c:pt idx="68">
                  <c:v>4830.8900000000003</c:v>
                </c:pt>
                <c:pt idx="69">
                  <c:v>4712.4799999999996</c:v>
                </c:pt>
                <c:pt idx="70">
                  <c:v>4872.38</c:v>
                </c:pt>
                <c:pt idx="71">
                  <c:v>4996.28</c:v>
                </c:pt>
                <c:pt idx="72">
                  <c:v>5108.3</c:v>
                </c:pt>
                <c:pt idx="73">
                  <c:v>5107.6400000000003</c:v>
                </c:pt>
                <c:pt idx="74">
                  <c:v>5111.78</c:v>
                </c:pt>
                <c:pt idx="75">
                  <c:v>4978.08</c:v>
                </c:pt>
                <c:pt idx="76">
                  <c:v>5027.6400000000003</c:v>
                </c:pt>
                <c:pt idx="77">
                  <c:v>5054.8500000000004</c:v>
                </c:pt>
                <c:pt idx="78">
                  <c:v>5060.53</c:v>
                </c:pt>
                <c:pt idx="79">
                  <c:v>4941.7299999999996</c:v>
                </c:pt>
                <c:pt idx="80">
                  <c:v>4947.5</c:v>
                </c:pt>
                <c:pt idx="81">
                  <c:v>4796.33</c:v>
                </c:pt>
                <c:pt idx="82">
                  <c:v>4829.5</c:v>
                </c:pt>
                <c:pt idx="83">
                  <c:v>4876.53</c:v>
                </c:pt>
                <c:pt idx="84">
                  <c:v>4989.37</c:v>
                </c:pt>
                <c:pt idx="85">
                  <c:v>5137.84</c:v>
                </c:pt>
                <c:pt idx="86">
                  <c:v>5109.33</c:v>
                </c:pt>
                <c:pt idx="87">
                  <c:v>5260.5</c:v>
                </c:pt>
                <c:pt idx="88">
                  <c:v>5270.7</c:v>
                </c:pt>
                <c:pt idx="89">
                  <c:v>5385.35</c:v>
                </c:pt>
                <c:pt idx="90">
                  <c:v>5211.5</c:v>
                </c:pt>
                <c:pt idx="94">
                  <c:v>5367.52</c:v>
                </c:pt>
                <c:pt idx="95">
                  <c:v>5360.42</c:v>
                </c:pt>
                <c:pt idx="96">
                  <c:v>5408.98</c:v>
                </c:pt>
                <c:pt idx="97">
                  <c:v>5499.99</c:v>
                </c:pt>
                <c:pt idx="98">
                  <c:v>5451.03</c:v>
                </c:pt>
                <c:pt idx="99">
                  <c:v>5417.6</c:v>
                </c:pt>
                <c:pt idx="100">
                  <c:v>5346.2</c:v>
                </c:pt>
                <c:pt idx="101">
                  <c:v>5406.13</c:v>
                </c:pt>
                <c:pt idx="102">
                  <c:v>5366.44</c:v>
                </c:pt>
                <c:pt idx="103">
                  <c:v>5467.26</c:v>
                </c:pt>
                <c:pt idx="104">
                  <c:v>5526.31</c:v>
                </c:pt>
                <c:pt idx="105">
                  <c:v>5718.18</c:v>
                </c:pt>
                <c:pt idx="106">
                  <c:v>5841.1</c:v>
                </c:pt>
                <c:pt idx="107">
                  <c:v>5900.16</c:v>
                </c:pt>
                <c:pt idx="108">
                  <c:v>5754.72</c:v>
                </c:pt>
                <c:pt idx="109">
                  <c:v>5725.99</c:v>
                </c:pt>
                <c:pt idx="110">
                  <c:v>5798.01</c:v>
                </c:pt>
                <c:pt idx="111">
                  <c:v>5762.44</c:v>
                </c:pt>
                <c:pt idx="112">
                  <c:v>5746.3</c:v>
                </c:pt>
                <c:pt idx="113">
                  <c:v>5683.44</c:v>
                </c:pt>
                <c:pt idx="114">
                  <c:v>5749.98</c:v>
                </c:pt>
                <c:pt idx="115">
                  <c:v>5822.18</c:v>
                </c:pt>
                <c:pt idx="116">
                  <c:v>5828.35</c:v>
                </c:pt>
                <c:pt idx="117">
                  <c:v>5908.26</c:v>
                </c:pt>
                <c:pt idx="118">
                  <c:v>5869.79</c:v>
                </c:pt>
                <c:pt idx="119">
                  <c:v>5863.2</c:v>
                </c:pt>
                <c:pt idx="120">
                  <c:v>5687.14</c:v>
                </c:pt>
                <c:pt idx="121">
                  <c:v>5678.34</c:v>
                </c:pt>
                <c:pt idx="122">
                  <c:v>5738.52</c:v>
                </c:pt>
                <c:pt idx="123">
                  <c:v>5825.26</c:v>
                </c:pt>
                <c:pt idx="124">
                  <c:v>5741.63</c:v>
                </c:pt>
                <c:pt idx="125">
                  <c:v>5736.44</c:v>
                </c:pt>
                <c:pt idx="127">
                  <c:v>5515.98</c:v>
                </c:pt>
                <c:pt idx="128">
                  <c:v>5578.38</c:v>
                </c:pt>
                <c:pt idx="129">
                  <c:v>5483.01</c:v>
                </c:pt>
                <c:pt idx="132">
                  <c:v>5499.3</c:v>
                </c:pt>
                <c:pt idx="133">
                  <c:v>5488.89</c:v>
                </c:pt>
                <c:pt idx="134">
                  <c:v>5526.83</c:v>
                </c:pt>
                <c:pt idx="135">
                  <c:v>5479.04</c:v>
                </c:pt>
                <c:pt idx="136">
                  <c:v>5418.29</c:v>
                </c:pt>
                <c:pt idx="137">
                  <c:v>5457.95</c:v>
                </c:pt>
                <c:pt idx="138">
                  <c:v>5402.51</c:v>
                </c:pt>
                <c:pt idx="139">
                  <c:v>5498.42</c:v>
                </c:pt>
                <c:pt idx="140">
                  <c:v>5638.05</c:v>
                </c:pt>
                <c:pt idx="141">
                  <c:v>5534.59</c:v>
                </c:pt>
                <c:pt idx="142">
                  <c:v>5581.1</c:v>
                </c:pt>
                <c:pt idx="143">
                  <c:v>5554.68</c:v>
                </c:pt>
                <c:pt idx="144">
                  <c:v>5662.55</c:v>
                </c:pt>
                <c:pt idx="145">
                  <c:v>5662.46</c:v>
                </c:pt>
                <c:pt idx="146">
                  <c:v>5615.43</c:v>
                </c:pt>
                <c:pt idx="147">
                  <c:v>5534.92</c:v>
                </c:pt>
                <c:pt idx="148">
                  <c:v>5624.04</c:v>
                </c:pt>
                <c:pt idx="149">
                  <c:v>5644.76</c:v>
                </c:pt>
                <c:pt idx="150">
                  <c:v>5599.11</c:v>
                </c:pt>
                <c:pt idx="151">
                  <c:v>5598.05</c:v>
                </c:pt>
                <c:pt idx="152">
                  <c:v>5618.36</c:v>
                </c:pt>
                <c:pt idx="153">
                  <c:v>5612.03</c:v>
                </c:pt>
                <c:pt idx="154">
                  <c:v>5545.56</c:v>
                </c:pt>
                <c:pt idx="155">
                  <c:v>5395.49</c:v>
                </c:pt>
                <c:pt idx="156">
                  <c:v>5574.59</c:v>
                </c:pt>
                <c:pt idx="157">
                  <c:v>5606.9</c:v>
                </c:pt>
                <c:pt idx="158">
                  <c:v>5645.73</c:v>
                </c:pt>
                <c:pt idx="159">
                  <c:v>5756.88</c:v>
                </c:pt>
                <c:pt idx="160">
                  <c:v>5812.8</c:v>
                </c:pt>
                <c:pt idx="161">
                  <c:v>5981.3</c:v>
                </c:pt>
                <c:pt idx="162">
                  <c:v>5933.99</c:v>
                </c:pt>
                <c:pt idx="163">
                  <c:v>5924.39</c:v>
                </c:pt>
                <c:pt idx="164">
                  <c:v>5915.56</c:v>
                </c:pt>
                <c:pt idx="165">
                  <c:v>5837.36</c:v>
                </c:pt>
                <c:pt idx="166">
                  <c:v>5944.22</c:v>
                </c:pt>
                <c:pt idx="167">
                  <c:v>5785.85</c:v>
                </c:pt>
                <c:pt idx="168">
                  <c:v>5818.29</c:v>
                </c:pt>
                <c:pt idx="169">
                  <c:v>5922.48</c:v>
                </c:pt>
                <c:pt idx="170">
                  <c:v>5908.08</c:v>
                </c:pt>
                <c:pt idx="171">
                  <c:v>6051.76</c:v>
                </c:pt>
                <c:pt idx="173">
                  <c:v>6093.44</c:v>
                </c:pt>
                <c:pt idx="174">
                  <c:v>6171.08</c:v>
                </c:pt>
                <c:pt idx="175">
                  <c:v>6059.89</c:v>
                </c:pt>
                <c:pt idx="176">
                  <c:v>5951.45</c:v>
                </c:pt>
                <c:pt idx="177">
                  <c:v>5923.09</c:v>
                </c:pt>
                <c:pt idx="178">
                  <c:v>6007.94</c:v>
                </c:pt>
                <c:pt idx="179">
                  <c:v>5933.17</c:v>
                </c:pt>
                <c:pt idx="180">
                  <c:v>5760.38</c:v>
                </c:pt>
                <c:pt idx="181">
                  <c:v>6003.56</c:v>
                </c:pt>
                <c:pt idx="182">
                  <c:v>6075.27</c:v>
                </c:pt>
                <c:pt idx="183">
                  <c:v>5923.26</c:v>
                </c:pt>
                <c:pt idx="184">
                  <c:v>6145.51</c:v>
                </c:pt>
                <c:pt idx="185">
                  <c:v>6259.75</c:v>
                </c:pt>
                <c:pt idx="186">
                  <c:v>6471.34</c:v>
                </c:pt>
                <c:pt idx="187">
                  <c:v>6514.19</c:v>
                </c:pt>
                <c:pt idx="189">
                  <c:v>6550.3</c:v>
                </c:pt>
                <c:pt idx="190">
                  <c:v>6622.85</c:v>
                </c:pt>
                <c:pt idx="191">
                  <c:v>6682.86</c:v>
                </c:pt>
                <c:pt idx="193">
                  <c:v>6465.66</c:v>
                </c:pt>
                <c:pt idx="194">
                  <c:v>6324.25</c:v>
                </c:pt>
                <c:pt idx="195">
                  <c:v>6195.11</c:v>
                </c:pt>
                <c:pt idx="196">
                  <c:v>6379.19</c:v>
                </c:pt>
                <c:pt idx="197">
                  <c:v>6323.15</c:v>
                </c:pt>
                <c:pt idx="198">
                  <c:v>6167.06</c:v>
                </c:pt>
                <c:pt idx="199">
                  <c:v>6257.91</c:v>
                </c:pt>
                <c:pt idx="200">
                  <c:v>6294.42</c:v>
                </c:pt>
                <c:pt idx="201">
                  <c:v>6271.22</c:v>
                </c:pt>
                <c:pt idx="202">
                  <c:v>6334.24</c:v>
                </c:pt>
                <c:pt idx="203">
                  <c:v>6077.66</c:v>
                </c:pt>
                <c:pt idx="204">
                  <c:v>6043.61</c:v>
                </c:pt>
                <c:pt idx="205">
                  <c:v>5989.27</c:v>
                </c:pt>
                <c:pt idx="206">
                  <c:v>5888.77</c:v>
                </c:pt>
                <c:pt idx="207">
                  <c:v>5902.69</c:v>
                </c:pt>
                <c:pt idx="208">
                  <c:v>5828.74</c:v>
                </c:pt>
                <c:pt idx="209">
                  <c:v>5753.75</c:v>
                </c:pt>
                <c:pt idx="210">
                  <c:v>5687.45</c:v>
                </c:pt>
                <c:pt idx="211">
                  <c:v>5578.86</c:v>
                </c:pt>
                <c:pt idx="212">
                  <c:v>5683.74</c:v>
                </c:pt>
                <c:pt idx="213">
                  <c:v>5728.46</c:v>
                </c:pt>
                <c:pt idx="214">
                  <c:v>5798.96</c:v>
                </c:pt>
                <c:pt idx="215">
                  <c:v>5674.31</c:v>
                </c:pt>
                <c:pt idx="216">
                  <c:v>5644.02</c:v>
                </c:pt>
                <c:pt idx="217">
                  <c:v>5697.53</c:v>
                </c:pt>
                <c:pt idx="218">
                  <c:v>5782.24</c:v>
                </c:pt>
                <c:pt idx="219">
                  <c:v>5825.09</c:v>
                </c:pt>
                <c:pt idx="220">
                  <c:v>5647.68</c:v>
                </c:pt>
                <c:pt idx="221">
                  <c:v>5498.5</c:v>
                </c:pt>
                <c:pt idx="222">
                  <c:v>5541.27</c:v>
                </c:pt>
                <c:pt idx="223">
                  <c:v>5542.03</c:v>
                </c:pt>
                <c:pt idx="224">
                  <c:v>5579.18</c:v>
                </c:pt>
                <c:pt idx="225">
                  <c:v>5543.17</c:v>
                </c:pt>
                <c:pt idx="226">
                  <c:v>5576.03</c:v>
                </c:pt>
                <c:pt idx="227">
                  <c:v>5630.78</c:v>
                </c:pt>
                <c:pt idx="228">
                  <c:v>5439.16</c:v>
                </c:pt>
                <c:pt idx="229">
                  <c:v>5460.02</c:v>
                </c:pt>
                <c:pt idx="230">
                  <c:v>5460.3</c:v>
                </c:pt>
                <c:pt idx="231">
                  <c:v>5546.73</c:v>
                </c:pt>
                <c:pt idx="232">
                  <c:v>5532.17</c:v>
                </c:pt>
                <c:pt idx="233">
                  <c:v>5521.07</c:v>
                </c:pt>
                <c:pt idx="234">
                  <c:v>5481.25</c:v>
                </c:pt>
                <c:pt idx="235">
                  <c:v>5397.4</c:v>
                </c:pt>
                <c:pt idx="236">
                  <c:v>5453.14</c:v>
                </c:pt>
                <c:pt idx="237">
                  <c:v>5490.76</c:v>
                </c:pt>
                <c:pt idx="238">
                  <c:v>5644.38</c:v>
                </c:pt>
                <c:pt idx="239">
                  <c:v>5664.02</c:v>
                </c:pt>
                <c:pt idx="240">
                  <c:v>5677.9</c:v>
                </c:pt>
                <c:pt idx="241">
                  <c:v>5743</c:v>
                </c:pt>
                <c:pt idx="242">
                  <c:v>5745.74</c:v>
                </c:pt>
                <c:pt idx="243">
                  <c:v>5606.83</c:v>
                </c:pt>
                <c:pt idx="244">
                  <c:v>5585.5</c:v>
                </c:pt>
                <c:pt idx="245">
                  <c:v>5538.83</c:v>
                </c:pt>
                <c:pt idx="246">
                  <c:v>5448.85</c:v>
                </c:pt>
                <c:pt idx="247">
                  <c:v>5418.4</c:v>
                </c:pt>
                <c:pt idx="248">
                  <c:v>5431.29</c:v>
                </c:pt>
                <c:pt idx="249">
                  <c:v>5283.5</c:v>
                </c:pt>
                <c:pt idx="250">
                  <c:v>5248.48</c:v>
                </c:pt>
                <c:pt idx="251">
                  <c:v>5216.6000000000004</c:v>
                </c:pt>
                <c:pt idx="252">
                  <c:v>5231.99</c:v>
                </c:pt>
                <c:pt idx="253">
                  <c:v>5325.95</c:v>
                </c:pt>
                <c:pt idx="254">
                  <c:v>5229.5600000000004</c:v>
                </c:pt>
                <c:pt idx="255">
                  <c:v>5216.26</c:v>
                </c:pt>
                <c:pt idx="256">
                  <c:v>5233.71</c:v>
                </c:pt>
                <c:pt idx="257">
                  <c:v>5269.11</c:v>
                </c:pt>
                <c:pt idx="259">
                  <c:v>5302.82</c:v>
                </c:pt>
                <c:pt idx="260">
                  <c:v>5341.43</c:v>
                </c:pt>
                <c:pt idx="261">
                  <c:v>5345.16</c:v>
                </c:pt>
                <c:pt idx="262">
                  <c:v>5359.02</c:v>
                </c:pt>
                <c:pt idx="263">
                  <c:v>5297.96</c:v>
                </c:pt>
                <c:pt idx="264">
                  <c:v>5187.01</c:v>
                </c:pt>
                <c:pt idx="265">
                  <c:v>5133.1400000000003</c:v>
                </c:pt>
                <c:pt idx="266">
                  <c:v>5088.32</c:v>
                </c:pt>
                <c:pt idx="267">
                  <c:v>5214.41</c:v>
                </c:pt>
                <c:pt idx="268">
                  <c:v>5291.85</c:v>
                </c:pt>
                <c:pt idx="269">
                  <c:v>5299.91</c:v>
                </c:pt>
                <c:pt idx="270">
                  <c:v>5239.71</c:v>
                </c:pt>
                <c:pt idx="271">
                  <c:v>5331.33</c:v>
                </c:pt>
                <c:pt idx="272">
                  <c:v>5451.2</c:v>
                </c:pt>
                <c:pt idx="273">
                  <c:v>5392.19</c:v>
                </c:pt>
                <c:pt idx="274">
                  <c:v>5433.23</c:v>
                </c:pt>
                <c:pt idx="275">
                  <c:v>5286.52</c:v>
                </c:pt>
                <c:pt idx="276">
                  <c:v>5319.96</c:v>
                </c:pt>
                <c:pt idx="277">
                  <c:v>5219.0200000000004</c:v>
                </c:pt>
                <c:pt idx="278">
                  <c:v>5189.49</c:v>
                </c:pt>
                <c:pt idx="279">
                  <c:v>5134.1099999999997</c:v>
                </c:pt>
                <c:pt idx="280">
                  <c:v>5170.43</c:v>
                </c:pt>
                <c:pt idx="281">
                  <c:v>5301.92</c:v>
                </c:pt>
                <c:pt idx="282">
                  <c:v>5174.6400000000003</c:v>
                </c:pt>
                <c:pt idx="283">
                  <c:v>5182.6000000000004</c:v>
                </c:pt>
                <c:pt idx="284">
                  <c:v>5157.6499999999996</c:v>
                </c:pt>
                <c:pt idx="285">
                  <c:v>5246.87</c:v>
                </c:pt>
                <c:pt idx="286">
                  <c:v>5251.75</c:v>
                </c:pt>
                <c:pt idx="287">
                  <c:v>5342.41</c:v>
                </c:pt>
                <c:pt idx="288">
                  <c:v>5315.56</c:v>
                </c:pt>
                <c:pt idx="289">
                  <c:v>5255.06</c:v>
                </c:pt>
                <c:pt idx="290">
                  <c:v>5281.34</c:v>
                </c:pt>
                <c:pt idx="291">
                  <c:v>5297.84</c:v>
                </c:pt>
                <c:pt idx="292">
                  <c:v>5381.78</c:v>
                </c:pt>
                <c:pt idx="293">
                  <c:v>5269.66</c:v>
                </c:pt>
                <c:pt idx="294">
                  <c:v>5447.35</c:v>
                </c:pt>
                <c:pt idx="295">
                  <c:v>5180.25</c:v>
                </c:pt>
                <c:pt idx="296">
                  <c:v>5228.91</c:v>
                </c:pt>
                <c:pt idx="297">
                  <c:v>5200.04</c:v>
                </c:pt>
                <c:pt idx="298">
                  <c:v>5239.5</c:v>
                </c:pt>
                <c:pt idx="300">
                  <c:v>5244.06</c:v>
                </c:pt>
                <c:pt idx="302">
                  <c:v>5087.42</c:v>
                </c:pt>
                <c:pt idx="303">
                  <c:v>5019.7299999999996</c:v>
                </c:pt>
                <c:pt idx="304">
                  <c:v>4988.9399999999996</c:v>
                </c:pt>
                <c:pt idx="305">
                  <c:v>4982.96</c:v>
                </c:pt>
                <c:pt idx="306">
                  <c:v>4975.8900000000003</c:v>
                </c:pt>
                <c:pt idx="307">
                  <c:v>5049.3999999999996</c:v>
                </c:pt>
                <c:pt idx="308">
                  <c:v>4899.21</c:v>
                </c:pt>
                <c:pt idx="311">
                  <c:v>4887.37</c:v>
                </c:pt>
                <c:pt idx="312">
                  <c:v>4796.28</c:v>
                </c:pt>
                <c:pt idx="313">
                  <c:v>4981.6000000000004</c:v>
                </c:pt>
                <c:pt idx="314">
                  <c:v>5015.12</c:v>
                </c:pt>
                <c:pt idx="315">
                  <c:v>4900.43</c:v>
                </c:pt>
                <c:pt idx="316">
                  <c:v>4813.74</c:v>
                </c:pt>
                <c:pt idx="317">
                  <c:v>4689.1899999999996</c:v>
                </c:pt>
                <c:pt idx="318">
                  <c:v>4568.38</c:v>
                </c:pt>
                <c:pt idx="319">
                  <c:v>4401.51</c:v>
                </c:pt>
                <c:pt idx="321">
                  <c:v>5313.26</c:v>
                </c:pt>
                <c:pt idx="322">
                  <c:v>5426.44</c:v>
                </c:pt>
                <c:pt idx="323">
                  <c:v>5407.38</c:v>
                </c:pt>
                <c:pt idx="324">
                  <c:v>5394.72</c:v>
                </c:pt>
                <c:pt idx="325">
                  <c:v>5506.47</c:v>
                </c:pt>
                <c:pt idx="326">
                  <c:v>5589.12</c:v>
                </c:pt>
                <c:pt idx="327">
                  <c:v>5573.04</c:v>
                </c:pt>
                <c:pt idx="328">
                  <c:v>5517.52</c:v>
                </c:pt>
                <c:pt idx="329">
                  <c:v>5736.83</c:v>
                </c:pt>
                <c:pt idx="330">
                  <c:v>5639.56</c:v>
                </c:pt>
                <c:pt idx="331">
                  <c:v>5836.28</c:v>
                </c:pt>
                <c:pt idx="332">
                  <c:v>6041.19</c:v>
                </c:pt>
                <c:pt idx="333">
                  <c:v>6105.5</c:v>
                </c:pt>
                <c:pt idx="334">
                  <c:v>5872.81</c:v>
                </c:pt>
                <c:pt idx="335">
                  <c:v>5880.78</c:v>
                </c:pt>
                <c:pt idx="336">
                  <c:v>5747.77</c:v>
                </c:pt>
                <c:pt idx="337">
                  <c:v>5845.36</c:v>
                </c:pt>
                <c:pt idx="338">
                  <c:v>5967.23</c:v>
                </c:pt>
                <c:pt idx="339">
                  <c:v>5885.49</c:v>
                </c:pt>
                <c:pt idx="340">
                  <c:v>6037.44</c:v>
                </c:pt>
                <c:pt idx="341">
                  <c:v>6068.77</c:v>
                </c:pt>
                <c:pt idx="342">
                  <c:v>5757.94</c:v>
                </c:pt>
                <c:pt idx="343">
                  <c:v>5535.64</c:v>
                </c:pt>
                <c:pt idx="344">
                  <c:v>5535.86</c:v>
                </c:pt>
                <c:pt idx="345">
                  <c:v>5568.14</c:v>
                </c:pt>
                <c:pt idx="346">
                  <c:v>5881.01</c:v>
                </c:pt>
                <c:pt idx="347">
                  <c:v>5953.79</c:v>
                </c:pt>
                <c:pt idx="348">
                  <c:v>5698.82</c:v>
                </c:pt>
                <c:pt idx="349">
                  <c:v>5789.52</c:v>
                </c:pt>
                <c:pt idx="350">
                  <c:v>5859.3</c:v>
                </c:pt>
                <c:pt idx="351">
                  <c:v>5500.02</c:v>
                </c:pt>
                <c:pt idx="352">
                  <c:v>5672.24</c:v>
                </c:pt>
                <c:pt idx="353">
                  <c:v>5639.05</c:v>
                </c:pt>
                <c:pt idx="354">
                  <c:v>5499.26</c:v>
                </c:pt>
                <c:pt idx="355">
                  <c:v>5526.22</c:v>
                </c:pt>
                <c:pt idx="356">
                  <c:v>5235.28</c:v>
                </c:pt>
                <c:pt idx="357">
                  <c:v>5281.18</c:v>
                </c:pt>
                <c:pt idx="358">
                  <c:v>5142.3100000000004</c:v>
                </c:pt>
                <c:pt idx="359">
                  <c:v>5286.66</c:v>
                </c:pt>
                <c:pt idx="360">
                  <c:v>5150.3500000000004</c:v>
                </c:pt>
                <c:pt idx="361">
                  <c:v>5059.38</c:v>
                </c:pt>
                <c:pt idx="362">
                  <c:v>4930.2</c:v>
                </c:pt>
                <c:pt idx="363">
                  <c:v>4977.38</c:v>
                </c:pt>
                <c:pt idx="364">
                  <c:v>4737.46</c:v>
                </c:pt>
                <c:pt idx="368">
                  <c:v>4723.63</c:v>
                </c:pt>
                <c:pt idx="369">
                  <c:v>4687.34</c:v>
                </c:pt>
                <c:pt idx="370">
                  <c:v>4657.6099999999997</c:v>
                </c:pt>
                <c:pt idx="371">
                  <c:v>4515.4799999999996</c:v>
                </c:pt>
                <c:pt idx="372">
                  <c:v>4581.09</c:v>
                </c:pt>
                <c:pt idx="373">
                  <c:v>4693.72</c:v>
                </c:pt>
                <c:pt idx="374">
                  <c:v>4595.2</c:v>
                </c:pt>
                <c:pt idx="375">
                  <c:v>4479.1899999999996</c:v>
                </c:pt>
                <c:pt idx="376">
                  <c:v>4417.37</c:v>
                </c:pt>
                <c:pt idx="377">
                  <c:v>4363.79</c:v>
                </c:pt>
                <c:pt idx="378">
                  <c:v>4352.04</c:v>
                </c:pt>
                <c:pt idx="379">
                  <c:v>4221.92</c:v>
                </c:pt>
                <c:pt idx="380">
                  <c:v>4260.82</c:v>
                </c:pt>
                <c:pt idx="381">
                  <c:v>4311.54</c:v>
                </c:pt>
                <c:pt idx="382">
                  <c:v>4307.3999999999996</c:v>
                </c:pt>
                <c:pt idx="383">
                  <c:v>4354.8</c:v>
                </c:pt>
                <c:pt idx="384">
                  <c:v>4395.08</c:v>
                </c:pt>
                <c:pt idx="385">
                  <c:v>4403.12</c:v>
                </c:pt>
                <c:pt idx="386">
                  <c:v>4357.53</c:v>
                </c:pt>
                <c:pt idx="388">
                  <c:v>4468.1099999999997</c:v>
                </c:pt>
                <c:pt idx="389">
                  <c:v>4500.6000000000004</c:v>
                </c:pt>
                <c:pt idx="390">
                  <c:v>4538.59</c:v>
                </c:pt>
                <c:pt idx="393">
                  <c:v>4507.6499999999996</c:v>
                </c:pt>
                <c:pt idx="394">
                  <c:v>4457.8500000000004</c:v>
                </c:pt>
                <c:pt idx="395">
                  <c:v>4444.1899999999996</c:v>
                </c:pt>
                <c:pt idx="396">
                  <c:v>4439.47</c:v>
                </c:pt>
                <c:pt idx="397">
                  <c:v>4468.8500000000004</c:v>
                </c:pt>
                <c:pt idx="398">
                  <c:v>4389.08</c:v>
                </c:pt>
                <c:pt idx="399">
                  <c:v>4414.7</c:v>
                </c:pt>
                <c:pt idx="400">
                  <c:v>4479.6000000000004</c:v>
                </c:pt>
                <c:pt idx="401">
                  <c:v>4600.82</c:v>
                </c:pt>
                <c:pt idx="402">
                  <c:v>4531.58</c:v>
                </c:pt>
                <c:pt idx="403">
                  <c:v>4591.9399999999996</c:v>
                </c:pt>
                <c:pt idx="404">
                  <c:v>4656.8</c:v>
                </c:pt>
                <c:pt idx="405">
                  <c:v>4464.6499999999996</c:v>
                </c:pt>
                <c:pt idx="406">
                  <c:v>4370.22</c:v>
                </c:pt>
                <c:pt idx="407">
                  <c:v>4404.04</c:v>
                </c:pt>
                <c:pt idx="408">
                  <c:v>4417.99</c:v>
                </c:pt>
                <c:pt idx="409">
                  <c:v>4405.95</c:v>
                </c:pt>
                <c:pt idx="410">
                  <c:v>4353.55</c:v>
                </c:pt>
                <c:pt idx="411">
                  <c:v>4307.75</c:v>
                </c:pt>
                <c:pt idx="412">
                  <c:v>4374.4399999999996</c:v>
                </c:pt>
                <c:pt idx="413">
                  <c:v>4221.99</c:v>
                </c:pt>
                <c:pt idx="414">
                  <c:v>4235.3100000000004</c:v>
                </c:pt>
                <c:pt idx="415">
                  <c:v>4246.2</c:v>
                </c:pt>
                <c:pt idx="416">
                  <c:v>4358.1499999999996</c:v>
                </c:pt>
                <c:pt idx="417">
                  <c:v>4413.08</c:v>
                </c:pt>
                <c:pt idx="418">
                  <c:v>4395.04</c:v>
                </c:pt>
                <c:pt idx="419">
                  <c:v>4341.53</c:v>
                </c:pt>
                <c:pt idx="420">
                  <c:v>4327.84</c:v>
                </c:pt>
                <c:pt idx="421">
                  <c:v>4318.32</c:v>
                </c:pt>
                <c:pt idx="422">
                  <c:v>4455.67</c:v>
                </c:pt>
                <c:pt idx="423">
                  <c:v>4456.8599999999997</c:v>
                </c:pt>
                <c:pt idx="424">
                  <c:v>4651.71</c:v>
                </c:pt>
                <c:pt idx="425">
                  <c:v>4668.26</c:v>
                </c:pt>
                <c:pt idx="426">
                  <c:v>4677.6400000000003</c:v>
                </c:pt>
                <c:pt idx="427">
                  <c:v>4574.5</c:v>
                </c:pt>
                <c:pt idx="428">
                  <c:v>4693.8500000000004</c:v>
                </c:pt>
                <c:pt idx="429">
                  <c:v>4532.18</c:v>
                </c:pt>
                <c:pt idx="430">
                  <c:v>4483.91</c:v>
                </c:pt>
                <c:pt idx="431">
                  <c:v>4499.1499999999996</c:v>
                </c:pt>
                <c:pt idx="432">
                  <c:v>4513.68</c:v>
                </c:pt>
                <c:pt idx="433">
                  <c:v>4623.84</c:v>
                </c:pt>
                <c:pt idx="434">
                  <c:v>4574.07</c:v>
                </c:pt>
                <c:pt idx="435">
                  <c:v>4538.03</c:v>
                </c:pt>
                <c:pt idx="436">
                  <c:v>4483.99</c:v>
                </c:pt>
                <c:pt idx="437">
                  <c:v>4605.62</c:v>
                </c:pt>
                <c:pt idx="438">
                  <c:v>4521.63</c:v>
                </c:pt>
                <c:pt idx="439">
                  <c:v>4491.8999999999996</c:v>
                </c:pt>
                <c:pt idx="440">
                  <c:v>4600.8500000000004</c:v>
                </c:pt>
                <c:pt idx="441">
                  <c:v>4349.7700000000004</c:v>
                </c:pt>
                <c:pt idx="442">
                  <c:v>4402.37</c:v>
                </c:pt>
                <c:pt idx="443">
                  <c:v>4450.95</c:v>
                </c:pt>
                <c:pt idx="444">
                  <c:v>4668.18</c:v>
                </c:pt>
                <c:pt idx="446">
                  <c:v>4736.1000000000004</c:v>
                </c:pt>
                <c:pt idx="447">
                  <c:v>4640.75</c:v>
                </c:pt>
                <c:pt idx="448">
                  <c:v>4695.8100000000004</c:v>
                </c:pt>
                <c:pt idx="449">
                  <c:v>5386.48</c:v>
                </c:pt>
                <c:pt idx="450">
                  <c:v>5227.13</c:v>
                </c:pt>
                <c:pt idx="451">
                  <c:v>4978.6400000000003</c:v>
                </c:pt>
                <c:pt idx="452">
                  <c:v>5157.08</c:v>
                </c:pt>
                <c:pt idx="454">
                  <c:v>4751.8100000000004</c:v>
                </c:pt>
                <c:pt idx="455">
                  <c:v>4453.24</c:v>
                </c:pt>
                <c:pt idx="456">
                  <c:v>4209.71</c:v>
                </c:pt>
                <c:pt idx="457">
                  <c:v>3924.45</c:v>
                </c:pt>
                <c:pt idx="458">
                  <c:v>3915.58</c:v>
                </c:pt>
                <c:pt idx="459">
                  <c:v>3698.27</c:v>
                </c:pt>
                <c:pt idx="460">
                  <c:v>3703.84</c:v>
                </c:pt>
                <c:pt idx="461">
                  <c:v>3651.56</c:v>
                </c:pt>
                <c:pt idx="463">
                  <c:v>3536.57</c:v>
                </c:pt>
                <c:pt idx="464">
                  <c:v>3497.45</c:v>
                </c:pt>
                <c:pt idx="465">
                  <c:v>3479.8</c:v>
                </c:pt>
                <c:pt idx="466">
                  <c:v>3475.25</c:v>
                </c:pt>
                <c:pt idx="467">
                  <c:v>3450.92</c:v>
                </c:pt>
                <c:pt idx="468">
                  <c:v>3450.73</c:v>
                </c:pt>
                <c:pt idx="469">
                  <c:v>3436.75</c:v>
                </c:pt>
                <c:pt idx="471">
                  <c:v>3487.8</c:v>
                </c:pt>
                <c:pt idx="472">
                  <c:v>3482.84</c:v>
                </c:pt>
                <c:pt idx="473">
                  <c:v>3496.49</c:v>
                </c:pt>
                <c:pt idx="474">
                  <c:v>3486.4</c:v>
                </c:pt>
                <c:pt idx="475">
                  <c:v>3560.61</c:v>
                </c:pt>
                <c:pt idx="476">
                  <c:v>3461.22</c:v>
                </c:pt>
                <c:pt idx="477">
                  <c:v>3445.46</c:v>
                </c:pt>
                <c:pt idx="478">
                  <c:v>3501.29</c:v>
                </c:pt>
                <c:pt idx="479">
                  <c:v>3502.96</c:v>
                </c:pt>
                <c:pt idx="480">
                  <c:v>3468.94</c:v>
                </c:pt>
                <c:pt idx="481">
                  <c:v>3508.61</c:v>
                </c:pt>
              </c:numCache>
            </c:numRef>
          </c:val>
          <c:smooth val="0"/>
          <c:extLst>
            <c:ext xmlns:c16="http://schemas.microsoft.com/office/drawing/2014/chart" uri="{C3380CC4-5D6E-409C-BE32-E72D297353CC}">
              <c16:uniqueId val="{00000001-B833-F04A-B291-EEF23765A99E}"/>
            </c:ext>
          </c:extLst>
        </c:ser>
        <c:dLbls>
          <c:showLegendKey val="0"/>
          <c:showVal val="0"/>
          <c:showCatName val="0"/>
          <c:showSerName val="0"/>
          <c:showPercent val="0"/>
          <c:showBubbleSize val="0"/>
        </c:dLbls>
        <c:marker val="1"/>
        <c:smooth val="0"/>
        <c:axId val="2000001154"/>
        <c:axId val="2000001155"/>
      </c:lineChart>
      <c:dateAx>
        <c:axId val="2000001152"/>
        <c:scaling>
          <c:orientation val="minMax"/>
          <c:min val="45715"/>
        </c:scaling>
        <c:delete val="0"/>
        <c:axPos val="b"/>
        <c:numFmt formatCode="yyyy\-mm\-dd" sourceLinked="0"/>
        <c:majorTickMark val="in"/>
        <c:minorTickMark val="none"/>
        <c:tickLblPos val="nextTo"/>
        <c:spPr>
          <a:ln w="3175">
            <a:solidFill>
              <a:srgbClr val="000000"/>
            </a:solidFill>
            <a:prstDash val="solid"/>
          </a:ln>
        </c:spPr>
        <c:txPr>
          <a:bodyPr rot="0" vert="horz"/>
          <a:lstStyle/>
          <a:p>
            <a:pPr>
              <a:defRPr/>
            </a:pPr>
            <a:endParaRPr lang="zh-CN"/>
          </a:p>
        </c:txPr>
        <c:crossAx val="2000001153"/>
        <c:crosses val="autoZero"/>
        <c:auto val="0"/>
        <c:lblOffset val="100"/>
        <c:baseTimeUnit val="days"/>
      </c:dateAx>
      <c:valAx>
        <c:axId val="2000001153"/>
        <c:scaling>
          <c:orientation val="minMax"/>
          <c:max val="104"/>
          <c:min val="96"/>
        </c:scaling>
        <c:delete val="0"/>
        <c:axPos val="l"/>
        <c:numFmt formatCode="General" sourceLinked="0"/>
        <c:majorTickMark val="in"/>
        <c:minorTickMark val="none"/>
        <c:tickLblPos val="nextTo"/>
        <c:spPr>
          <a:ln w="3175">
            <a:solidFill>
              <a:srgbClr val="000000"/>
            </a:solidFill>
            <a:prstDash val="solid"/>
          </a:ln>
        </c:spPr>
        <c:txPr>
          <a:bodyPr rot="0" vert="horz"/>
          <a:lstStyle/>
          <a:p>
            <a:pPr>
              <a:defRPr/>
            </a:pPr>
            <a:endParaRPr lang="zh-CN"/>
          </a:p>
        </c:txPr>
        <c:crossAx val="2000001152"/>
        <c:crosses val="autoZero"/>
        <c:crossBetween val="between"/>
      </c:valAx>
      <c:dateAx>
        <c:axId val="2000001154"/>
        <c:scaling>
          <c:orientation val="minMax"/>
        </c:scaling>
        <c:delete val="1"/>
        <c:axPos val="b"/>
        <c:numFmt formatCode="yyyy\-mm\-dd" sourceLinked="1"/>
        <c:majorTickMark val="out"/>
        <c:minorTickMark val="none"/>
        <c:tickLblPos val="none"/>
        <c:crossAx val="2000001155"/>
        <c:crosses val="autoZero"/>
        <c:auto val="1"/>
        <c:lblOffset val="100"/>
        <c:baseTimeUnit val="days"/>
      </c:dateAx>
      <c:valAx>
        <c:axId val="2000001155"/>
        <c:scaling>
          <c:orientation val="minMax"/>
          <c:min val="4000"/>
        </c:scaling>
        <c:delete val="0"/>
        <c:axPos val="r"/>
        <c:numFmt formatCode="#,##0_ " sourceLinked="0"/>
        <c:majorTickMark val="in"/>
        <c:minorTickMark val="none"/>
        <c:tickLblPos val="nextTo"/>
        <c:spPr>
          <a:ln w="3175">
            <a:solidFill>
              <a:srgbClr val="000000"/>
            </a:solidFill>
            <a:prstDash val="solid"/>
          </a:ln>
        </c:spPr>
        <c:txPr>
          <a:bodyPr rot="0" vert="horz"/>
          <a:lstStyle/>
          <a:p>
            <a:pPr>
              <a:defRPr/>
            </a:pPr>
            <a:endParaRPr lang="zh-CN"/>
          </a:p>
        </c:txPr>
        <c:crossAx val="2000001154"/>
        <c:crosses val="max"/>
        <c:crossBetween val="between"/>
      </c:valAx>
      <c:spPr>
        <a:noFill/>
        <a:ln w="25400">
          <a:noFill/>
        </a:ln>
      </c:spPr>
    </c:plotArea>
    <c:legend>
      <c:legendPos val="b"/>
      <c:layout>
        <c:manualLayout>
          <c:xMode val="edge"/>
          <c:yMode val="edge"/>
          <c:x val="0.22580698669011551"/>
          <c:y val="1.7678338080080468E-2"/>
          <c:w val="0.59914744793956598"/>
          <c:h val="6.3172725749706823E-2"/>
        </c:manualLayout>
      </c:layout>
      <c:overlay val="0"/>
      <c:spPr>
        <a:solidFill>
          <a:srgbClr val="FFFFFF"/>
        </a:solidFill>
        <a:ln w="25400">
          <a:noFill/>
        </a:ln>
      </c:spPr>
    </c:legend>
    <c:plotVisOnly val="1"/>
    <c:dispBlanksAs val="span"/>
    <c:showDLblsOverMax val="0"/>
  </c:chart>
  <c:spPr>
    <a:solidFill>
      <a:srgbClr val="FFFFFF"/>
    </a:solidFill>
    <a:ln w="9525">
      <a:noFill/>
    </a:ln>
  </c:spPr>
  <c:txPr>
    <a:bodyPr/>
    <a:lstStyle/>
    <a:p>
      <a:pPr>
        <a:defRPr sz="800" b="0" i="0" u="none" strike="noStrike" baseline="0">
          <a:solidFill>
            <a:srgbClr val="000000"/>
          </a:solidFill>
          <a:latin typeface="Arial" panose="020B0604020202020204" pitchFamily="34" charset="0"/>
          <a:ea typeface="思源黑体 CN Regular" panose="020B0500000000000000" pitchFamily="34" charset="-122"/>
          <a:cs typeface="Arial" panose="020B0604020202020204" pitchFamily="34" charset="0"/>
        </a:defRPr>
      </a:pPr>
      <a:endParaRPr lang="zh-CN"/>
    </a:p>
  </c:txPr>
  <c:externalData r:id="rId1">
    <c:autoUpdate val="0"/>
  </c:externalData>
  <c:userShapes r:id="rId2"/>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4.4284352990907987E-2"/>
          <c:y val="0.14124231648463298"/>
          <c:w val="0.89301660821809037"/>
          <c:h val="0.78223520447040895"/>
        </c:manualLayout>
      </c:layout>
      <c:lineChart>
        <c:grouping val="standard"/>
        <c:varyColors val="0"/>
        <c:ser>
          <c:idx val="0"/>
          <c:order val="0"/>
          <c:tx>
            <c:strRef>
              <c:f>卖空!$H$2</c:f>
              <c:strCache>
                <c:ptCount val="1"/>
                <c:pt idx="0">
                  <c:v>做空成交量占市场成交总量百分比（%，左轴）</c:v>
                </c:pt>
              </c:strCache>
            </c:strRef>
          </c:tx>
          <c:spPr>
            <a:ln w="28575">
              <a:solidFill>
                <a:srgbClr val="7C80C8"/>
              </a:solidFill>
              <a:prstDash val="solid"/>
            </a:ln>
          </c:spPr>
          <c:marker>
            <c:symbol val="none"/>
          </c:marker>
          <c:cat>
            <c:numRef>
              <c:f>卖空!$G$5:$G$325</c:f>
              <c:numCache>
                <c:formatCode>m/d/yyyy</c:formatCode>
                <c:ptCount val="321"/>
                <c:pt idx="0">
                  <c:v>46191</c:v>
                </c:pt>
                <c:pt idx="1">
                  <c:v>46185</c:v>
                </c:pt>
                <c:pt idx="2">
                  <c:v>46178</c:v>
                </c:pt>
                <c:pt idx="3">
                  <c:v>46171</c:v>
                </c:pt>
                <c:pt idx="4">
                  <c:v>46164</c:v>
                </c:pt>
                <c:pt idx="5">
                  <c:v>46157</c:v>
                </c:pt>
                <c:pt idx="6">
                  <c:v>46150</c:v>
                </c:pt>
                <c:pt idx="7">
                  <c:v>46142</c:v>
                </c:pt>
                <c:pt idx="8">
                  <c:v>46136</c:v>
                </c:pt>
                <c:pt idx="9">
                  <c:v>46129</c:v>
                </c:pt>
                <c:pt idx="10">
                  <c:v>46122</c:v>
                </c:pt>
                <c:pt idx="11">
                  <c:v>46114</c:v>
                </c:pt>
                <c:pt idx="12">
                  <c:v>46108</c:v>
                </c:pt>
                <c:pt idx="13" formatCode="yyyy\-mm\-dd">
                  <c:v>46101</c:v>
                </c:pt>
                <c:pt idx="14" formatCode="yyyy\-mm\-dd">
                  <c:v>46094</c:v>
                </c:pt>
                <c:pt idx="15" formatCode="yyyy\-mm\-dd">
                  <c:v>46087</c:v>
                </c:pt>
                <c:pt idx="16" formatCode="yyyy\-mm\-dd">
                  <c:v>46080</c:v>
                </c:pt>
                <c:pt idx="17" formatCode="yyyy\-mm\-dd">
                  <c:v>46073</c:v>
                </c:pt>
                <c:pt idx="18" formatCode="yyyy\-mm\-dd">
                  <c:v>46066</c:v>
                </c:pt>
                <c:pt idx="19" formatCode="yyyy\-mm\-dd">
                  <c:v>46059</c:v>
                </c:pt>
                <c:pt idx="20" formatCode="yyyy\-mm\-dd">
                  <c:v>46052</c:v>
                </c:pt>
                <c:pt idx="21" formatCode="yyyy\-mm\-dd">
                  <c:v>46045</c:v>
                </c:pt>
                <c:pt idx="22" formatCode="yyyy\-mm\-dd">
                  <c:v>46038</c:v>
                </c:pt>
                <c:pt idx="23" formatCode="yyyy\-mm\-dd">
                  <c:v>46031</c:v>
                </c:pt>
                <c:pt idx="24" formatCode="yyyy\-mm\-dd">
                  <c:v>46024</c:v>
                </c:pt>
                <c:pt idx="25" formatCode="yyyy\-mm\-dd">
                  <c:v>46015</c:v>
                </c:pt>
                <c:pt idx="26" formatCode="yyyy\-mm\-dd">
                  <c:v>46010</c:v>
                </c:pt>
                <c:pt idx="27" formatCode="yyyy\-mm\-dd">
                  <c:v>46003</c:v>
                </c:pt>
                <c:pt idx="28" formatCode="yyyy\-mm\-dd">
                  <c:v>45996</c:v>
                </c:pt>
                <c:pt idx="29" formatCode="yyyy\-mm\-dd">
                  <c:v>45989</c:v>
                </c:pt>
                <c:pt idx="30" formatCode="yyyy\-mm\-dd">
                  <c:v>45982</c:v>
                </c:pt>
                <c:pt idx="31" formatCode="yyyy\-mm\-dd">
                  <c:v>45975</c:v>
                </c:pt>
                <c:pt idx="32" formatCode="yyyy\-mm\-dd">
                  <c:v>45968</c:v>
                </c:pt>
                <c:pt idx="33" formatCode="yyyy\-mm\-dd">
                  <c:v>45961</c:v>
                </c:pt>
                <c:pt idx="34" formatCode="yyyy\-mm\-dd">
                  <c:v>45954</c:v>
                </c:pt>
                <c:pt idx="35" formatCode="yyyy\-mm\-dd">
                  <c:v>45947</c:v>
                </c:pt>
                <c:pt idx="36" formatCode="yyyy\-mm\-dd">
                  <c:v>45940</c:v>
                </c:pt>
                <c:pt idx="38" formatCode="yyyy\-mm\-dd">
                  <c:v>45933</c:v>
                </c:pt>
                <c:pt idx="39" formatCode="yyyy\-mm\-dd">
                  <c:v>45926</c:v>
                </c:pt>
                <c:pt idx="40" formatCode="yyyy\-mm\-dd">
                  <c:v>45919</c:v>
                </c:pt>
                <c:pt idx="41" formatCode="yyyy\-mm\-dd">
                  <c:v>45912</c:v>
                </c:pt>
                <c:pt idx="42" formatCode="yyyy\-mm\-dd">
                  <c:v>45905</c:v>
                </c:pt>
                <c:pt idx="43" formatCode="yyyy\-mm\-dd">
                  <c:v>45898</c:v>
                </c:pt>
                <c:pt idx="44" formatCode="yyyy\-mm\-dd">
                  <c:v>45891</c:v>
                </c:pt>
                <c:pt idx="45" formatCode="yyyy\-mm\-dd">
                  <c:v>45884</c:v>
                </c:pt>
                <c:pt idx="46" formatCode="yyyy\-mm\-dd">
                  <c:v>45877</c:v>
                </c:pt>
                <c:pt idx="47" formatCode="yyyy\-mm\-dd">
                  <c:v>45870</c:v>
                </c:pt>
                <c:pt idx="48" formatCode="yyyy\-mm\-dd">
                  <c:v>45863</c:v>
                </c:pt>
                <c:pt idx="49" formatCode="yyyy\-mm\-dd">
                  <c:v>45856</c:v>
                </c:pt>
                <c:pt idx="50" formatCode="yyyy\-mm\-dd">
                  <c:v>45849</c:v>
                </c:pt>
                <c:pt idx="51" formatCode="yyyy\-mm\-dd">
                  <c:v>45842</c:v>
                </c:pt>
                <c:pt idx="52" formatCode="yyyy\-mm\-dd">
                  <c:v>45835</c:v>
                </c:pt>
                <c:pt idx="53" formatCode="yyyy\-mm\-dd">
                  <c:v>45828</c:v>
                </c:pt>
                <c:pt idx="54" formatCode="yyyy\-mm\-dd">
                  <c:v>45821</c:v>
                </c:pt>
                <c:pt idx="55" formatCode="yyyy\-mm\-dd">
                  <c:v>45814</c:v>
                </c:pt>
                <c:pt idx="56" formatCode="yyyy\-mm\-dd">
                  <c:v>45807</c:v>
                </c:pt>
                <c:pt idx="57" formatCode="yyyy\-mm\-dd">
                  <c:v>45800</c:v>
                </c:pt>
                <c:pt idx="58" formatCode="yyyy\-mm\-dd">
                  <c:v>45793</c:v>
                </c:pt>
                <c:pt idx="59" formatCode="yyyy\-mm\-dd">
                  <c:v>45786</c:v>
                </c:pt>
                <c:pt idx="60" formatCode="yyyy\-mm\-dd">
                  <c:v>45779</c:v>
                </c:pt>
                <c:pt idx="61" formatCode="yyyy\-mm\-dd">
                  <c:v>45772</c:v>
                </c:pt>
                <c:pt idx="62" formatCode="yyyy\-mm\-dd">
                  <c:v>45764</c:v>
                </c:pt>
                <c:pt idx="63" formatCode="yyyy\-mm\-dd">
                  <c:v>45758</c:v>
                </c:pt>
                <c:pt idx="64" formatCode="yyyy\-mm\-dd">
                  <c:v>45750</c:v>
                </c:pt>
                <c:pt idx="65" formatCode="yyyy\-mm\-dd">
                  <c:v>45744</c:v>
                </c:pt>
                <c:pt idx="66" formatCode="yyyy\-mm\-dd">
                  <c:v>45737</c:v>
                </c:pt>
                <c:pt idx="67" formatCode="yyyy\-mm\-dd">
                  <c:v>45730</c:v>
                </c:pt>
                <c:pt idx="68" formatCode="yyyy\-mm\-dd">
                  <c:v>45723</c:v>
                </c:pt>
                <c:pt idx="69" formatCode="yyyy\-mm\-dd">
                  <c:v>45716</c:v>
                </c:pt>
                <c:pt idx="70" formatCode="yyyy\-mm\-dd">
                  <c:v>45709</c:v>
                </c:pt>
                <c:pt idx="71" formatCode="yyyy\-mm\-dd">
                  <c:v>45702</c:v>
                </c:pt>
                <c:pt idx="72" formatCode="yyyy\-mm\-dd">
                  <c:v>45695</c:v>
                </c:pt>
                <c:pt idx="73" formatCode="yyyy\-mm\-dd">
                  <c:v>45685</c:v>
                </c:pt>
                <c:pt idx="74" formatCode="yyyy\-mm\-dd">
                  <c:v>45681</c:v>
                </c:pt>
                <c:pt idx="75" formatCode="yyyy\-mm\-dd">
                  <c:v>45674</c:v>
                </c:pt>
                <c:pt idx="76" formatCode="yyyy\-mm\-dd">
                  <c:v>45667</c:v>
                </c:pt>
                <c:pt idx="77" formatCode="yyyy\-mm\-dd">
                  <c:v>45660</c:v>
                </c:pt>
                <c:pt idx="78" formatCode="yyyy\-mm\-dd">
                  <c:v>45653</c:v>
                </c:pt>
                <c:pt idx="79" formatCode="yyyy\-mm\-dd">
                  <c:v>45646</c:v>
                </c:pt>
                <c:pt idx="80" formatCode="yyyy\-mm\-dd">
                  <c:v>45639</c:v>
                </c:pt>
                <c:pt idx="81" formatCode="yyyy\-mm\-dd">
                  <c:v>45632</c:v>
                </c:pt>
                <c:pt idx="82" formatCode="yyyy\-mm\-dd">
                  <c:v>45625</c:v>
                </c:pt>
                <c:pt idx="83" formatCode="yyyy\-mm\-dd">
                  <c:v>45618</c:v>
                </c:pt>
                <c:pt idx="84" formatCode="yyyy\-mm\-dd">
                  <c:v>45611</c:v>
                </c:pt>
                <c:pt idx="85" formatCode="yyyy\-mm\-dd">
                  <c:v>45604</c:v>
                </c:pt>
                <c:pt idx="86" formatCode="yyyy\-mm\-dd">
                  <c:v>45597</c:v>
                </c:pt>
                <c:pt idx="87" formatCode="yyyy\-mm\-dd">
                  <c:v>45590</c:v>
                </c:pt>
                <c:pt idx="88" formatCode="yyyy\-mm\-dd">
                  <c:v>45583</c:v>
                </c:pt>
                <c:pt idx="89" formatCode="yyyy\-mm\-dd">
                  <c:v>45575</c:v>
                </c:pt>
                <c:pt idx="90" formatCode="yyyy\-mm\-dd">
                  <c:v>45569</c:v>
                </c:pt>
                <c:pt idx="91" formatCode="yyyy\-mm\-dd">
                  <c:v>45562</c:v>
                </c:pt>
                <c:pt idx="92" formatCode="yyyy\-mm\-dd">
                  <c:v>45555</c:v>
                </c:pt>
                <c:pt idx="93" formatCode="yyyy\-mm\-dd">
                  <c:v>45548</c:v>
                </c:pt>
                <c:pt idx="94" formatCode="yyyy\-mm\-dd">
                  <c:v>45540</c:v>
                </c:pt>
                <c:pt idx="95" formatCode="yyyy\-mm\-dd">
                  <c:v>45534</c:v>
                </c:pt>
                <c:pt idx="96" formatCode="yyyy\-mm\-dd">
                  <c:v>45527</c:v>
                </c:pt>
                <c:pt idx="97" formatCode="yyyy\-mm\-dd">
                  <c:v>45520</c:v>
                </c:pt>
                <c:pt idx="98" formatCode="yyyy\-mm\-dd">
                  <c:v>45513</c:v>
                </c:pt>
                <c:pt idx="99" formatCode="yyyy\-mm\-dd">
                  <c:v>45506</c:v>
                </c:pt>
                <c:pt idx="100" formatCode="yyyy\-mm\-dd">
                  <c:v>45499</c:v>
                </c:pt>
                <c:pt idx="101" formatCode="yyyy\-mm\-dd">
                  <c:v>45492</c:v>
                </c:pt>
                <c:pt idx="102" formatCode="yyyy\-mm\-dd">
                  <c:v>45485</c:v>
                </c:pt>
                <c:pt idx="103" formatCode="yyyy\-mm\-dd">
                  <c:v>45478</c:v>
                </c:pt>
                <c:pt idx="104" formatCode="yyyy\-mm\-dd">
                  <c:v>45471</c:v>
                </c:pt>
                <c:pt idx="105" formatCode="yyyy\-mm\-dd">
                  <c:v>45464</c:v>
                </c:pt>
                <c:pt idx="106" formatCode="yyyy\-mm\-dd">
                  <c:v>45457</c:v>
                </c:pt>
                <c:pt idx="107" formatCode="yyyy\-mm\-dd">
                  <c:v>45450</c:v>
                </c:pt>
                <c:pt idx="108" formatCode="yyyy\-mm\-dd">
                  <c:v>45443</c:v>
                </c:pt>
                <c:pt idx="109" formatCode="yyyy\-mm\-dd">
                  <c:v>45436</c:v>
                </c:pt>
                <c:pt idx="110" formatCode="yyyy\-mm\-dd">
                  <c:v>45429</c:v>
                </c:pt>
                <c:pt idx="111" formatCode="yyyy\-mm\-dd">
                  <c:v>45422</c:v>
                </c:pt>
                <c:pt idx="112" formatCode="yyyy\-mm\-dd">
                  <c:v>45415</c:v>
                </c:pt>
                <c:pt idx="113" formatCode="yyyy\-mm\-dd">
                  <c:v>45408</c:v>
                </c:pt>
                <c:pt idx="114" formatCode="yyyy\-mm\-dd">
                  <c:v>45401</c:v>
                </c:pt>
                <c:pt idx="115" formatCode="yyyy\-mm\-dd">
                  <c:v>45394</c:v>
                </c:pt>
                <c:pt idx="116" formatCode="yyyy\-mm\-dd">
                  <c:v>45387</c:v>
                </c:pt>
                <c:pt idx="117" formatCode="yyyy\-mm\-dd">
                  <c:v>45379</c:v>
                </c:pt>
                <c:pt idx="118" formatCode="yyyy\-mm\-dd">
                  <c:v>45373</c:v>
                </c:pt>
                <c:pt idx="119" formatCode="yyyy\-mm\-dd">
                  <c:v>45366</c:v>
                </c:pt>
                <c:pt idx="120" formatCode="yyyy\-mm\-dd">
                  <c:v>45359</c:v>
                </c:pt>
                <c:pt idx="121" formatCode="yyyy\-mm\-dd">
                  <c:v>45352</c:v>
                </c:pt>
                <c:pt idx="122" formatCode="yyyy\-mm\-dd">
                  <c:v>45345</c:v>
                </c:pt>
                <c:pt idx="123" formatCode="yyyy\-mm\-dd">
                  <c:v>45338</c:v>
                </c:pt>
                <c:pt idx="124" formatCode="yyyy\-mm\-dd">
                  <c:v>45331</c:v>
                </c:pt>
                <c:pt idx="125" formatCode="yyyy\-mm\-dd">
                  <c:v>45324</c:v>
                </c:pt>
                <c:pt idx="126" formatCode="yyyy\-mm\-dd">
                  <c:v>45317</c:v>
                </c:pt>
                <c:pt idx="127" formatCode="yyyy\-mm\-dd">
                  <c:v>45310</c:v>
                </c:pt>
                <c:pt idx="128" formatCode="yyyy\-mm\-dd">
                  <c:v>45303</c:v>
                </c:pt>
                <c:pt idx="129" formatCode="yyyy\-mm\-dd">
                  <c:v>45296</c:v>
                </c:pt>
                <c:pt idx="130" formatCode="yyyy\-mm\-dd">
                  <c:v>45289</c:v>
                </c:pt>
                <c:pt idx="131" formatCode="yyyy\-mm\-dd">
                  <c:v>45282</c:v>
                </c:pt>
                <c:pt idx="132" formatCode="yyyy\-mm\-dd">
                  <c:v>45275</c:v>
                </c:pt>
                <c:pt idx="133" formatCode="yyyy\-mm\-dd">
                  <c:v>45268</c:v>
                </c:pt>
                <c:pt idx="134" formatCode="yyyy\-mm\-dd">
                  <c:v>45261</c:v>
                </c:pt>
                <c:pt idx="135" formatCode="yyyy\-mm\-dd">
                  <c:v>45254</c:v>
                </c:pt>
                <c:pt idx="136" formatCode="yyyy\-mm\-dd">
                  <c:v>45247</c:v>
                </c:pt>
                <c:pt idx="137" formatCode="yyyy\-mm\-dd">
                  <c:v>45240</c:v>
                </c:pt>
                <c:pt idx="138" formatCode="yyyy\-mm\-dd">
                  <c:v>45233</c:v>
                </c:pt>
                <c:pt idx="139" formatCode="yyyy\-mm\-dd">
                  <c:v>45226</c:v>
                </c:pt>
                <c:pt idx="140" formatCode="yyyy\-mm\-dd">
                  <c:v>45219</c:v>
                </c:pt>
                <c:pt idx="141" formatCode="yyyy\-mm\-dd">
                  <c:v>45212</c:v>
                </c:pt>
                <c:pt idx="142" formatCode="yyyy\-mm\-dd">
                  <c:v>45205</c:v>
                </c:pt>
                <c:pt idx="143" formatCode="yyyy\-mm\-dd">
                  <c:v>45198</c:v>
                </c:pt>
                <c:pt idx="144" formatCode="yyyy\-mm\-dd">
                  <c:v>45191</c:v>
                </c:pt>
                <c:pt idx="145" formatCode="yyyy\-mm\-dd">
                  <c:v>45184</c:v>
                </c:pt>
                <c:pt idx="146" formatCode="yyyy\-mm\-dd">
                  <c:v>45176</c:v>
                </c:pt>
                <c:pt idx="147" formatCode="yyyy\-mm\-dd">
                  <c:v>45169</c:v>
                </c:pt>
                <c:pt idx="148" formatCode="yyyy\-mm\-dd">
                  <c:v>45163</c:v>
                </c:pt>
                <c:pt idx="149" formatCode="yyyy\-mm\-dd">
                  <c:v>45156</c:v>
                </c:pt>
                <c:pt idx="150" formatCode="yyyy\-mm\-dd">
                  <c:v>45149</c:v>
                </c:pt>
                <c:pt idx="151" formatCode="yyyy\-mm\-dd">
                  <c:v>45142</c:v>
                </c:pt>
                <c:pt idx="152" formatCode="yyyy\-mm\-dd">
                  <c:v>45135</c:v>
                </c:pt>
                <c:pt idx="153" formatCode="yyyy\-mm\-dd">
                  <c:v>45128</c:v>
                </c:pt>
                <c:pt idx="154" formatCode="yyyy\-mm\-dd">
                  <c:v>45121</c:v>
                </c:pt>
                <c:pt idx="155" formatCode="yyyy\-mm\-dd">
                  <c:v>45114</c:v>
                </c:pt>
                <c:pt idx="156" formatCode="yyyy\-mm\-dd">
                  <c:v>45107</c:v>
                </c:pt>
                <c:pt idx="157" formatCode="yyyy\-mm\-dd">
                  <c:v>45100</c:v>
                </c:pt>
                <c:pt idx="158" formatCode="yyyy\-mm\-dd">
                  <c:v>45093</c:v>
                </c:pt>
                <c:pt idx="159" formatCode="yyyy\-mm\-dd">
                  <c:v>45086</c:v>
                </c:pt>
                <c:pt idx="160" formatCode="yyyy\-mm\-dd">
                  <c:v>45079</c:v>
                </c:pt>
                <c:pt idx="161" formatCode="yyyy\-mm\-dd">
                  <c:v>45071</c:v>
                </c:pt>
                <c:pt idx="162" formatCode="yyyy\-mm\-dd">
                  <c:v>45065</c:v>
                </c:pt>
                <c:pt idx="163" formatCode="yyyy\-mm\-dd">
                  <c:v>45058</c:v>
                </c:pt>
                <c:pt idx="164" formatCode="yyyy\-mm\-dd">
                  <c:v>45051</c:v>
                </c:pt>
                <c:pt idx="165" formatCode="yyyy\-mm\-dd">
                  <c:v>45044</c:v>
                </c:pt>
                <c:pt idx="166" formatCode="yyyy\-mm\-dd">
                  <c:v>45037</c:v>
                </c:pt>
                <c:pt idx="167" formatCode="yyyy\-mm\-dd">
                  <c:v>45030</c:v>
                </c:pt>
                <c:pt idx="168" formatCode="yyyy\-mm\-dd">
                  <c:v>45022</c:v>
                </c:pt>
                <c:pt idx="169" formatCode="yyyy\-mm\-dd">
                  <c:v>45016</c:v>
                </c:pt>
                <c:pt idx="170" formatCode="yyyy\-mm\-dd">
                  <c:v>45009</c:v>
                </c:pt>
                <c:pt idx="171" formatCode="yyyy\-mm\-dd">
                  <c:v>45002</c:v>
                </c:pt>
                <c:pt idx="172" formatCode="yyyy\-mm\-dd">
                  <c:v>44995</c:v>
                </c:pt>
                <c:pt idx="173" formatCode="yyyy\-mm\-dd">
                  <c:v>44988</c:v>
                </c:pt>
                <c:pt idx="174" formatCode="yyyy\-mm\-dd">
                  <c:v>44981</c:v>
                </c:pt>
                <c:pt idx="175" formatCode="yyyy\-mm\-dd">
                  <c:v>44974</c:v>
                </c:pt>
                <c:pt idx="176" formatCode="yyyy\-mm\-dd">
                  <c:v>44967</c:v>
                </c:pt>
                <c:pt idx="177" formatCode="yyyy\-mm\-dd">
                  <c:v>44960</c:v>
                </c:pt>
                <c:pt idx="178" formatCode="yyyy\-mm\-dd">
                  <c:v>44953</c:v>
                </c:pt>
                <c:pt idx="179" formatCode="yyyy\-mm\-dd">
                  <c:v>44946</c:v>
                </c:pt>
                <c:pt idx="180" formatCode="yyyy\-mm\-dd">
                  <c:v>44939</c:v>
                </c:pt>
                <c:pt idx="181" formatCode="yyyy\-mm\-dd">
                  <c:v>44932</c:v>
                </c:pt>
                <c:pt idx="182" formatCode="yyyy\-mm\-dd">
                  <c:v>44925</c:v>
                </c:pt>
                <c:pt idx="183" formatCode="yyyy\-mm\-dd">
                  <c:v>44918</c:v>
                </c:pt>
                <c:pt idx="184" formatCode="yyyy\-mm\-dd">
                  <c:v>44911</c:v>
                </c:pt>
                <c:pt idx="185" formatCode="yyyy\-mm\-dd">
                  <c:v>44904</c:v>
                </c:pt>
                <c:pt idx="186" formatCode="yyyy\-mm\-dd">
                  <c:v>44897</c:v>
                </c:pt>
                <c:pt idx="187" formatCode="yyyy\-mm\-dd">
                  <c:v>44890</c:v>
                </c:pt>
                <c:pt idx="188" formatCode="yyyy\-mm\-dd">
                  <c:v>44883</c:v>
                </c:pt>
                <c:pt idx="189" formatCode="yyyy\-mm\-dd">
                  <c:v>44876</c:v>
                </c:pt>
                <c:pt idx="190" formatCode="yyyy\-mm\-dd">
                  <c:v>44869</c:v>
                </c:pt>
                <c:pt idx="191" formatCode="yyyy\-mm\-dd">
                  <c:v>44862</c:v>
                </c:pt>
                <c:pt idx="192" formatCode="yyyy\-mm\-dd">
                  <c:v>44855</c:v>
                </c:pt>
                <c:pt idx="193" formatCode="yyyy\-mm\-dd">
                  <c:v>44848</c:v>
                </c:pt>
                <c:pt idx="194" formatCode="yyyy\-mm\-dd">
                  <c:v>44841</c:v>
                </c:pt>
                <c:pt idx="195" formatCode="yyyy\-mm\-dd">
                  <c:v>44834</c:v>
                </c:pt>
                <c:pt idx="196" formatCode="yyyy\-mm\-dd">
                  <c:v>44827</c:v>
                </c:pt>
                <c:pt idx="197" formatCode="yyyy\-mm\-dd">
                  <c:v>44820</c:v>
                </c:pt>
                <c:pt idx="198" formatCode="yyyy\-mm\-dd">
                  <c:v>44813</c:v>
                </c:pt>
                <c:pt idx="199" formatCode="yyyy\-mm\-dd">
                  <c:v>44806</c:v>
                </c:pt>
                <c:pt idx="200" formatCode="yyyy\-mm\-dd">
                  <c:v>44799</c:v>
                </c:pt>
                <c:pt idx="201" formatCode="yyyy\-mm\-dd">
                  <c:v>44792</c:v>
                </c:pt>
                <c:pt idx="202" formatCode="yyyy\-mm\-dd">
                  <c:v>44785</c:v>
                </c:pt>
                <c:pt idx="203" formatCode="yyyy\-mm\-dd">
                  <c:v>44778</c:v>
                </c:pt>
                <c:pt idx="204" formatCode="yyyy\-mm\-dd">
                  <c:v>44771</c:v>
                </c:pt>
                <c:pt idx="205" formatCode="yyyy\-mm\-dd">
                  <c:v>44764</c:v>
                </c:pt>
                <c:pt idx="206" formatCode="yyyy\-mm\-dd">
                  <c:v>44757</c:v>
                </c:pt>
                <c:pt idx="207" formatCode="yyyy\-mm\-dd">
                  <c:v>44750</c:v>
                </c:pt>
                <c:pt idx="208" formatCode="yyyy\-mm\-dd">
                  <c:v>44742</c:v>
                </c:pt>
                <c:pt idx="209" formatCode="yyyy\-mm\-dd">
                  <c:v>44736</c:v>
                </c:pt>
                <c:pt idx="210" formatCode="yyyy\-mm\-dd">
                  <c:v>44729</c:v>
                </c:pt>
                <c:pt idx="211" formatCode="yyyy\-mm\-dd">
                  <c:v>44722</c:v>
                </c:pt>
                <c:pt idx="212" formatCode="yyyy\-mm\-dd">
                  <c:v>44714</c:v>
                </c:pt>
                <c:pt idx="213" formatCode="yyyy\-mm\-dd">
                  <c:v>44708</c:v>
                </c:pt>
                <c:pt idx="214" formatCode="yyyy\-mm\-dd">
                  <c:v>44701</c:v>
                </c:pt>
                <c:pt idx="215" formatCode="yyyy\-mm\-dd">
                  <c:v>44694</c:v>
                </c:pt>
                <c:pt idx="216" formatCode="yyyy\-mm\-dd">
                  <c:v>44687</c:v>
                </c:pt>
                <c:pt idx="217" formatCode="yyyy\-mm\-dd">
                  <c:v>44680</c:v>
                </c:pt>
                <c:pt idx="218" formatCode="yyyy\-mm\-dd">
                  <c:v>44673</c:v>
                </c:pt>
                <c:pt idx="219" formatCode="yyyy\-mm\-dd">
                  <c:v>44665</c:v>
                </c:pt>
                <c:pt idx="220" formatCode="yyyy\-mm\-dd">
                  <c:v>44659</c:v>
                </c:pt>
                <c:pt idx="221" formatCode="yyyy\-mm\-dd">
                  <c:v>44652</c:v>
                </c:pt>
                <c:pt idx="222" formatCode="yyyy\-mm\-dd">
                  <c:v>44645</c:v>
                </c:pt>
                <c:pt idx="223" formatCode="yyyy\-mm\-dd">
                  <c:v>44638</c:v>
                </c:pt>
                <c:pt idx="224" formatCode="yyyy\-mm\-dd">
                  <c:v>44631</c:v>
                </c:pt>
                <c:pt idx="225" formatCode="yyyy\-mm\-dd">
                  <c:v>44624</c:v>
                </c:pt>
                <c:pt idx="226" formatCode="yyyy\-mm\-dd">
                  <c:v>44617</c:v>
                </c:pt>
                <c:pt idx="227" formatCode="yyyy\-mm\-dd">
                  <c:v>44610</c:v>
                </c:pt>
                <c:pt idx="228" formatCode="yyyy\-mm\-dd">
                  <c:v>44603</c:v>
                </c:pt>
                <c:pt idx="229" formatCode="yyyy\-mm\-dd">
                  <c:v>44596</c:v>
                </c:pt>
                <c:pt idx="230" formatCode="yyyy\-mm\-dd">
                  <c:v>44589</c:v>
                </c:pt>
                <c:pt idx="231" formatCode="yyyy\-mm\-dd">
                  <c:v>44582</c:v>
                </c:pt>
                <c:pt idx="232" formatCode="yyyy\-mm\-dd">
                  <c:v>44575</c:v>
                </c:pt>
                <c:pt idx="233" formatCode="yyyy\-mm\-dd">
                  <c:v>44568</c:v>
                </c:pt>
                <c:pt idx="234" formatCode="yyyy\-mm\-dd">
                  <c:v>44561</c:v>
                </c:pt>
                <c:pt idx="235" formatCode="yyyy\-mm\-dd">
                  <c:v>44554</c:v>
                </c:pt>
                <c:pt idx="236" formatCode="yyyy\-mm\-dd">
                  <c:v>44547</c:v>
                </c:pt>
                <c:pt idx="237" formatCode="yyyy\-mm\-dd">
                  <c:v>44540</c:v>
                </c:pt>
                <c:pt idx="238" formatCode="yyyy\-mm\-dd">
                  <c:v>44533</c:v>
                </c:pt>
                <c:pt idx="239" formatCode="yyyy\-mm\-dd">
                  <c:v>44526</c:v>
                </c:pt>
                <c:pt idx="240" formatCode="yyyy\-mm\-dd">
                  <c:v>44519</c:v>
                </c:pt>
                <c:pt idx="241" formatCode="yyyy\-mm\-dd">
                  <c:v>44512</c:v>
                </c:pt>
                <c:pt idx="242" formatCode="yyyy\-mm\-dd">
                  <c:v>44505</c:v>
                </c:pt>
                <c:pt idx="243" formatCode="yyyy\-mm\-dd">
                  <c:v>44498</c:v>
                </c:pt>
                <c:pt idx="244" formatCode="yyyy\-mm\-dd">
                  <c:v>44491</c:v>
                </c:pt>
                <c:pt idx="245" formatCode="yyyy\-mm\-dd">
                  <c:v>44484</c:v>
                </c:pt>
                <c:pt idx="246" formatCode="yyyy\-mm\-dd">
                  <c:v>44477</c:v>
                </c:pt>
                <c:pt idx="247" formatCode="yyyy\-mm\-dd">
                  <c:v>44469</c:v>
                </c:pt>
                <c:pt idx="248" formatCode="yyyy\-mm\-dd">
                  <c:v>44463</c:v>
                </c:pt>
                <c:pt idx="249" formatCode="yyyy\-mm\-dd">
                  <c:v>44456</c:v>
                </c:pt>
                <c:pt idx="250" formatCode="yyyy\-mm\-dd">
                  <c:v>44449</c:v>
                </c:pt>
                <c:pt idx="251" formatCode="yyyy\-mm\-dd">
                  <c:v>44442</c:v>
                </c:pt>
                <c:pt idx="252" formatCode="yyyy\-mm\-dd">
                  <c:v>44435</c:v>
                </c:pt>
                <c:pt idx="253" formatCode="yyyy\-mm\-dd">
                  <c:v>44428</c:v>
                </c:pt>
                <c:pt idx="254" formatCode="yyyy\-mm\-dd">
                  <c:v>44421</c:v>
                </c:pt>
                <c:pt idx="255" formatCode="yyyy\-mm\-dd">
                  <c:v>44414</c:v>
                </c:pt>
                <c:pt idx="256" formatCode="yyyy\-mm\-dd">
                  <c:v>44407</c:v>
                </c:pt>
                <c:pt idx="257" formatCode="yyyy\-mm\-dd">
                  <c:v>44400</c:v>
                </c:pt>
                <c:pt idx="258" formatCode="yyyy\-mm\-dd">
                  <c:v>44393</c:v>
                </c:pt>
                <c:pt idx="259" formatCode="yyyy\-mm\-dd">
                  <c:v>44386</c:v>
                </c:pt>
                <c:pt idx="260" formatCode="yyyy\-mm\-dd">
                  <c:v>44379</c:v>
                </c:pt>
                <c:pt idx="261" formatCode="yyyy\-mm\-dd">
                  <c:v>44372</c:v>
                </c:pt>
                <c:pt idx="262" formatCode="yyyy\-mm\-dd">
                  <c:v>44365</c:v>
                </c:pt>
                <c:pt idx="263" formatCode="yyyy\-mm\-dd">
                  <c:v>44358</c:v>
                </c:pt>
                <c:pt idx="264" formatCode="yyyy\-mm\-dd">
                  <c:v>44351</c:v>
                </c:pt>
                <c:pt idx="265" formatCode="yyyy\-mm\-dd">
                  <c:v>44344</c:v>
                </c:pt>
                <c:pt idx="266" formatCode="yyyy\-mm\-dd">
                  <c:v>44337</c:v>
                </c:pt>
                <c:pt idx="267" formatCode="yyyy\-mm\-dd">
                  <c:v>44330</c:v>
                </c:pt>
                <c:pt idx="268" formatCode="yyyy\-mm\-dd">
                  <c:v>44323</c:v>
                </c:pt>
                <c:pt idx="269" formatCode="yyyy\-mm\-dd">
                  <c:v>44316</c:v>
                </c:pt>
                <c:pt idx="270" formatCode="yyyy\-mm\-dd">
                  <c:v>44309</c:v>
                </c:pt>
                <c:pt idx="271" formatCode="yyyy\-mm\-dd">
                  <c:v>44302</c:v>
                </c:pt>
                <c:pt idx="272" formatCode="yyyy\-mm\-dd">
                  <c:v>44295</c:v>
                </c:pt>
                <c:pt idx="273" formatCode="yyyy\-mm\-dd">
                  <c:v>44287</c:v>
                </c:pt>
                <c:pt idx="274" formatCode="yyyy\-mm\-dd">
                  <c:v>44281</c:v>
                </c:pt>
                <c:pt idx="275" formatCode="yyyy\-mm\-dd">
                  <c:v>44274</c:v>
                </c:pt>
                <c:pt idx="276" formatCode="yyyy\-mm\-dd">
                  <c:v>44267</c:v>
                </c:pt>
                <c:pt idx="277" formatCode="yyyy\-mm\-dd">
                  <c:v>44260</c:v>
                </c:pt>
                <c:pt idx="278" formatCode="yyyy\-mm\-dd">
                  <c:v>44253</c:v>
                </c:pt>
                <c:pt idx="279" formatCode="yyyy\-mm\-dd">
                  <c:v>44246</c:v>
                </c:pt>
                <c:pt idx="280" formatCode="yyyy\-mm\-dd">
                  <c:v>44238</c:v>
                </c:pt>
                <c:pt idx="281" formatCode="yyyy\-mm\-dd">
                  <c:v>44232</c:v>
                </c:pt>
                <c:pt idx="282" formatCode="yyyy\-mm\-dd">
                  <c:v>44225</c:v>
                </c:pt>
                <c:pt idx="283" formatCode="yyyy\-mm\-dd">
                  <c:v>44218</c:v>
                </c:pt>
                <c:pt idx="284" formatCode="yyyy\-mm\-dd">
                  <c:v>44211</c:v>
                </c:pt>
                <c:pt idx="285" formatCode="yyyy\-mm\-dd">
                  <c:v>44204</c:v>
                </c:pt>
                <c:pt idx="286" formatCode="yyyy\-mm\-dd">
                  <c:v>44196</c:v>
                </c:pt>
                <c:pt idx="287" formatCode="yyyy\-mm\-dd">
                  <c:v>44189</c:v>
                </c:pt>
                <c:pt idx="288" formatCode="yyyy\-mm\-dd">
                  <c:v>44183</c:v>
                </c:pt>
                <c:pt idx="289" formatCode="yyyy\-mm\-dd">
                  <c:v>44176</c:v>
                </c:pt>
                <c:pt idx="290" formatCode="yyyy\-mm\-dd">
                  <c:v>44169</c:v>
                </c:pt>
                <c:pt idx="291" formatCode="yyyy\-mm\-dd">
                  <c:v>44162</c:v>
                </c:pt>
                <c:pt idx="292" formatCode="yyyy\-mm\-dd">
                  <c:v>44155</c:v>
                </c:pt>
                <c:pt idx="293" formatCode="yyyy\-mm\-dd">
                  <c:v>44148</c:v>
                </c:pt>
                <c:pt idx="294" formatCode="yyyy\-mm\-dd">
                  <c:v>44141</c:v>
                </c:pt>
                <c:pt idx="295" formatCode="yyyy\-mm\-dd">
                  <c:v>44134</c:v>
                </c:pt>
                <c:pt idx="296" formatCode="yyyy\-mm\-dd">
                  <c:v>44127</c:v>
                </c:pt>
                <c:pt idx="297" formatCode="yyyy\-mm\-dd">
                  <c:v>44120</c:v>
                </c:pt>
                <c:pt idx="298" formatCode="yyyy\-mm\-dd">
                  <c:v>44113</c:v>
                </c:pt>
                <c:pt idx="299" formatCode="yyyy\-mm\-dd">
                  <c:v>44104</c:v>
                </c:pt>
                <c:pt idx="300" formatCode="yyyy\-mm\-dd">
                  <c:v>44099</c:v>
                </c:pt>
                <c:pt idx="301" formatCode="yyyy\-mm\-dd">
                  <c:v>44092</c:v>
                </c:pt>
                <c:pt idx="302" formatCode="yyyy\-mm\-dd">
                  <c:v>44085</c:v>
                </c:pt>
                <c:pt idx="303" formatCode="yyyy\-mm\-dd">
                  <c:v>44078</c:v>
                </c:pt>
                <c:pt idx="304" formatCode="yyyy\-mm\-dd">
                  <c:v>44071</c:v>
                </c:pt>
                <c:pt idx="305" formatCode="yyyy\-mm\-dd">
                  <c:v>44064</c:v>
                </c:pt>
                <c:pt idx="306" formatCode="yyyy\-mm\-dd">
                  <c:v>44057</c:v>
                </c:pt>
                <c:pt idx="307" formatCode="yyyy\-mm\-dd">
                  <c:v>44050</c:v>
                </c:pt>
                <c:pt idx="308" formatCode="yyyy\-mm\-dd">
                  <c:v>44043</c:v>
                </c:pt>
                <c:pt idx="309" formatCode="yyyy\-mm\-dd">
                  <c:v>44036</c:v>
                </c:pt>
                <c:pt idx="310" formatCode="yyyy\-mm\-dd">
                  <c:v>44029</c:v>
                </c:pt>
                <c:pt idx="311" formatCode="yyyy\-mm\-dd">
                  <c:v>44022</c:v>
                </c:pt>
                <c:pt idx="312" formatCode="yyyy\-mm\-dd">
                  <c:v>44015</c:v>
                </c:pt>
                <c:pt idx="313" formatCode="yyyy\-mm\-dd">
                  <c:v>44008</c:v>
                </c:pt>
                <c:pt idx="314" formatCode="yyyy\-mm\-dd">
                  <c:v>44001</c:v>
                </c:pt>
                <c:pt idx="315" formatCode="yyyy\-mm\-dd">
                  <c:v>43994</c:v>
                </c:pt>
                <c:pt idx="316" formatCode="yyyy\-mm\-dd">
                  <c:v>43987</c:v>
                </c:pt>
                <c:pt idx="317" formatCode="yyyy\-mm\-dd">
                  <c:v>43980</c:v>
                </c:pt>
                <c:pt idx="318" formatCode="yyyy\-mm\-dd">
                  <c:v>43973</c:v>
                </c:pt>
                <c:pt idx="319" formatCode="yyyy\-mm\-dd">
                  <c:v>43966</c:v>
                </c:pt>
                <c:pt idx="320" formatCode="yyyy\-mm\-dd">
                  <c:v>43959</c:v>
                </c:pt>
              </c:numCache>
            </c:numRef>
          </c:cat>
          <c:val>
            <c:numRef>
              <c:f>卖空!$H$5:$H$325</c:f>
              <c:numCache>
                <c:formatCode>#,##0.00</c:formatCode>
                <c:ptCount val="321"/>
                <c:pt idx="0">
                  <c:v>13.29</c:v>
                </c:pt>
                <c:pt idx="1">
                  <c:v>13.406666666666666</c:v>
                </c:pt>
                <c:pt idx="2">
                  <c:v>12.966666666666667</c:v>
                </c:pt>
                <c:pt idx="3">
                  <c:v>12.483333333333334</c:v>
                </c:pt>
                <c:pt idx="4">
                  <c:v>11.700000000000001</c:v>
                </c:pt>
                <c:pt idx="5">
                  <c:v>12.106666666666667</c:v>
                </c:pt>
                <c:pt idx="6">
                  <c:v>12.996666666666664</c:v>
                </c:pt>
                <c:pt idx="7">
                  <c:v>13.21</c:v>
                </c:pt>
                <c:pt idx="8">
                  <c:v>12.813333333333333</c:v>
                </c:pt>
                <c:pt idx="9">
                  <c:v>12.19</c:v>
                </c:pt>
                <c:pt idx="10">
                  <c:v>12.576666666666668</c:v>
                </c:pt>
                <c:pt idx="11">
                  <c:v>13.123333333333335</c:v>
                </c:pt>
                <c:pt idx="12">
                  <c:v>13.198066666666668</c:v>
                </c:pt>
                <c:pt idx="13">
                  <c:v>12.717133333333335</c:v>
                </c:pt>
                <c:pt idx="14">
                  <c:v>11.305400000000001</c:v>
                </c:pt>
                <c:pt idx="15">
                  <c:v>10.921733333333334</c:v>
                </c:pt>
                <c:pt idx="16">
                  <c:v>11.453133333333334</c:v>
                </c:pt>
                <c:pt idx="17">
                  <c:v>11.793266666666668</c:v>
                </c:pt>
                <c:pt idx="18">
                  <c:v>11.773066666666667</c:v>
                </c:pt>
                <c:pt idx="19">
                  <c:v>10.0128</c:v>
                </c:pt>
                <c:pt idx="20">
                  <c:v>9.262533333333332</c:v>
                </c:pt>
                <c:pt idx="21">
                  <c:v>8.0825333333333322</c:v>
                </c:pt>
                <c:pt idx="22">
                  <c:v>9.1293333333333333</c:v>
                </c:pt>
                <c:pt idx="23">
                  <c:v>10.259433333333334</c:v>
                </c:pt>
                <c:pt idx="24">
                  <c:v>11.3162</c:v>
                </c:pt>
                <c:pt idx="25">
                  <c:v>12.039866666666667</c:v>
                </c:pt>
                <c:pt idx="26">
                  <c:v>12.204500000000001</c:v>
                </c:pt>
                <c:pt idx="27">
                  <c:v>11.981833333333332</c:v>
                </c:pt>
                <c:pt idx="28">
                  <c:v>11.450066666666666</c:v>
                </c:pt>
                <c:pt idx="29">
                  <c:v>11.432833333333333</c:v>
                </c:pt>
                <c:pt idx="30">
                  <c:v>11.400133333333335</c:v>
                </c:pt>
                <c:pt idx="31">
                  <c:v>11.1408</c:v>
                </c:pt>
                <c:pt idx="32">
                  <c:v>10.579066666666668</c:v>
                </c:pt>
                <c:pt idx="33">
                  <c:v>10.5235</c:v>
                </c:pt>
                <c:pt idx="34">
                  <c:v>10.589233333333333</c:v>
                </c:pt>
                <c:pt idx="35">
                  <c:v>10.374866666666666</c:v>
                </c:pt>
                <c:pt idx="36">
                  <c:v>10.228866666666667</c:v>
                </c:pt>
                <c:pt idx="38">
                  <c:v>9.4663666666666657</c:v>
                </c:pt>
                <c:pt idx="39">
                  <c:v>8.674100000000001</c:v>
                </c:pt>
                <c:pt idx="40">
                  <c:v>8.1271333333333331</c:v>
                </c:pt>
                <c:pt idx="41">
                  <c:v>8.048566666666666</c:v>
                </c:pt>
                <c:pt idx="42">
                  <c:v>8.3734000000000002</c:v>
                </c:pt>
                <c:pt idx="43">
                  <c:v>8.5825666666666667</c:v>
                </c:pt>
                <c:pt idx="44">
                  <c:v>8.2364666666666668</c:v>
                </c:pt>
                <c:pt idx="45">
                  <c:v>8.6456999999999997</c:v>
                </c:pt>
                <c:pt idx="46">
                  <c:v>8.6796333333333333</c:v>
                </c:pt>
                <c:pt idx="47">
                  <c:v>8.3828666666666667</c:v>
                </c:pt>
                <c:pt idx="48">
                  <c:v>7.1756000000000002</c:v>
                </c:pt>
                <c:pt idx="49">
                  <c:v>6.4491000000000005</c:v>
                </c:pt>
                <c:pt idx="50">
                  <c:v>6.5735666666666672</c:v>
                </c:pt>
                <c:pt idx="51">
                  <c:v>6.8281999999999998</c:v>
                </c:pt>
                <c:pt idx="52">
                  <c:v>7.5401999999999996</c:v>
                </c:pt>
                <c:pt idx="53">
                  <c:v>7.8109333333333337</c:v>
                </c:pt>
                <c:pt idx="54">
                  <c:v>9.0758333333333336</c:v>
                </c:pt>
                <c:pt idx="55">
                  <c:v>9.6894666666666662</c:v>
                </c:pt>
                <c:pt idx="56">
                  <c:v>10.495233333333333</c:v>
                </c:pt>
                <c:pt idx="57">
                  <c:v>9.8981333333333321</c:v>
                </c:pt>
                <c:pt idx="58">
                  <c:v>9.2100999999999988</c:v>
                </c:pt>
                <c:pt idx="59">
                  <c:v>9.095066666666666</c:v>
                </c:pt>
                <c:pt idx="60">
                  <c:v>9.5039999999999996</c:v>
                </c:pt>
                <c:pt idx="61">
                  <c:v>10.4278</c:v>
                </c:pt>
                <c:pt idx="62">
                  <c:v>11.711333333333334</c:v>
                </c:pt>
                <c:pt idx="63">
                  <c:v>12.2997</c:v>
                </c:pt>
                <c:pt idx="64">
                  <c:v>12.285499999999999</c:v>
                </c:pt>
                <c:pt idx="65">
                  <c:v>10.908700000000001</c:v>
                </c:pt>
                <c:pt idx="66">
                  <c:v>10.634300000000001</c:v>
                </c:pt>
                <c:pt idx="67">
                  <c:v>10.023466666666666</c:v>
                </c:pt>
                <c:pt idx="68">
                  <c:v>9.7468666666666675</c:v>
                </c:pt>
                <c:pt idx="69">
                  <c:v>8.9619999999999997</c:v>
                </c:pt>
                <c:pt idx="70">
                  <c:v>8.7710999999999988</c:v>
                </c:pt>
                <c:pt idx="71">
                  <c:v>9.0163333333333338</c:v>
                </c:pt>
                <c:pt idx="72">
                  <c:v>9.0861000000000001</c:v>
                </c:pt>
                <c:pt idx="73">
                  <c:v>9.6391333333333336</c:v>
                </c:pt>
                <c:pt idx="74">
                  <c:v>10.207533333333332</c:v>
                </c:pt>
                <c:pt idx="75">
                  <c:v>11.166333333333334</c:v>
                </c:pt>
                <c:pt idx="76">
                  <c:v>11.656000000000001</c:v>
                </c:pt>
                <c:pt idx="77">
                  <c:v>10.773499999999999</c:v>
                </c:pt>
                <c:pt idx="78">
                  <c:v>10.249866666666668</c:v>
                </c:pt>
                <c:pt idx="79">
                  <c:v>9.2748000000000008</c:v>
                </c:pt>
                <c:pt idx="80">
                  <c:v>9.3297333333333334</c:v>
                </c:pt>
                <c:pt idx="81">
                  <c:v>9.4367333333333345</c:v>
                </c:pt>
                <c:pt idx="82">
                  <c:v>10.2706</c:v>
                </c:pt>
                <c:pt idx="83">
                  <c:v>10.955300000000001</c:v>
                </c:pt>
                <c:pt idx="84">
                  <c:v>10.358966666666666</c:v>
                </c:pt>
                <c:pt idx="85">
                  <c:v>9.407566666666666</c:v>
                </c:pt>
                <c:pt idx="86">
                  <c:v>8.5808000000000018</c:v>
                </c:pt>
                <c:pt idx="87">
                  <c:v>8.4926666666666666</c:v>
                </c:pt>
                <c:pt idx="88">
                  <c:v>7.9267666666666665</c:v>
                </c:pt>
                <c:pt idx="89">
                  <c:v>6.9458000000000011</c:v>
                </c:pt>
                <c:pt idx="90">
                  <c:v>6.8719666666666663</c:v>
                </c:pt>
                <c:pt idx="91">
                  <c:v>8.4229333333333329</c:v>
                </c:pt>
                <c:pt idx="92">
                  <c:v>10.447066666666666</c:v>
                </c:pt>
                <c:pt idx="93">
                  <c:v>11.301466666666668</c:v>
                </c:pt>
                <c:pt idx="94">
                  <c:v>10.814233333333334</c:v>
                </c:pt>
                <c:pt idx="95">
                  <c:v>11.1775</c:v>
                </c:pt>
                <c:pt idx="96">
                  <c:v>11.695500000000001</c:v>
                </c:pt>
                <c:pt idx="97">
                  <c:v>12.193366666666668</c:v>
                </c:pt>
                <c:pt idx="98">
                  <c:v>11.431700000000001</c:v>
                </c:pt>
                <c:pt idx="99">
                  <c:v>11.547266666666667</c:v>
                </c:pt>
                <c:pt idx="100">
                  <c:v>11.706266666666666</c:v>
                </c:pt>
                <c:pt idx="101">
                  <c:v>11.419466666666665</c:v>
                </c:pt>
                <c:pt idx="102">
                  <c:v>10.3613</c:v>
                </c:pt>
                <c:pt idx="103">
                  <c:v>9.2302333333333326</c:v>
                </c:pt>
                <c:pt idx="104">
                  <c:v>9.5292666666666666</c:v>
                </c:pt>
                <c:pt idx="105">
                  <c:v>9.5719666666666665</c:v>
                </c:pt>
                <c:pt idx="106">
                  <c:v>9.4351666666666656</c:v>
                </c:pt>
                <c:pt idx="107">
                  <c:v>8.6638999999999999</c:v>
                </c:pt>
                <c:pt idx="108">
                  <c:v>7.5049333333333337</c:v>
                </c:pt>
                <c:pt idx="109">
                  <c:v>6.3165000000000004</c:v>
                </c:pt>
                <c:pt idx="110">
                  <c:v>5.6708333333333334</c:v>
                </c:pt>
                <c:pt idx="111">
                  <c:v>6.3301333333333334</c:v>
                </c:pt>
                <c:pt idx="112">
                  <c:v>8.1345666666666663</c:v>
                </c:pt>
                <c:pt idx="113">
                  <c:v>10.229466666666667</c:v>
                </c:pt>
                <c:pt idx="114">
                  <c:v>10.727133333333333</c:v>
                </c:pt>
                <c:pt idx="115">
                  <c:v>11.259900000000002</c:v>
                </c:pt>
                <c:pt idx="116">
                  <c:v>10.8072</c:v>
                </c:pt>
                <c:pt idx="117">
                  <c:v>10.547666666666666</c:v>
                </c:pt>
                <c:pt idx="118">
                  <c:v>9.1651333333333334</c:v>
                </c:pt>
                <c:pt idx="119">
                  <c:v>8.9175333333333331</c:v>
                </c:pt>
                <c:pt idx="120">
                  <c:v>8.8943999999999992</c:v>
                </c:pt>
                <c:pt idx="121">
                  <c:v>9.398299999999999</c:v>
                </c:pt>
                <c:pt idx="122">
                  <c:v>9.5508000000000006</c:v>
                </c:pt>
                <c:pt idx="123">
                  <c:v>9.7262666666666657</c:v>
                </c:pt>
                <c:pt idx="124">
                  <c:v>9.8030333333333335</c:v>
                </c:pt>
                <c:pt idx="125">
                  <c:v>9.2963666666666658</c:v>
                </c:pt>
                <c:pt idx="126">
                  <c:v>9.9954333333333327</c:v>
                </c:pt>
                <c:pt idx="127">
                  <c:v>9.7600999999999996</c:v>
                </c:pt>
                <c:pt idx="128">
                  <c:v>8.8027333333333342</c:v>
                </c:pt>
                <c:pt idx="129">
                  <c:v>6.5122666666666662</c:v>
                </c:pt>
                <c:pt idx="130">
                  <c:v>5.4528999999999996</c:v>
                </c:pt>
                <c:pt idx="131">
                  <c:v>5.7910000000000004</c:v>
                </c:pt>
                <c:pt idx="132">
                  <c:v>6.0579000000000001</c:v>
                </c:pt>
                <c:pt idx="133">
                  <c:v>5.9421999999999997</c:v>
                </c:pt>
                <c:pt idx="134">
                  <c:v>4.8384333333333327</c:v>
                </c:pt>
                <c:pt idx="135">
                  <c:v>5.2608999999999995</c:v>
                </c:pt>
                <c:pt idx="136">
                  <c:v>6.0240666666666662</c:v>
                </c:pt>
                <c:pt idx="137">
                  <c:v>7.3991333333333342</c:v>
                </c:pt>
                <c:pt idx="138">
                  <c:v>8.2257666666666669</c:v>
                </c:pt>
                <c:pt idx="139">
                  <c:v>9.0986333333333338</c:v>
                </c:pt>
                <c:pt idx="140">
                  <c:v>9.7070333333333334</c:v>
                </c:pt>
                <c:pt idx="141">
                  <c:v>11.126433333333333</c:v>
                </c:pt>
                <c:pt idx="142">
                  <c:v>10.893433333333334</c:v>
                </c:pt>
                <c:pt idx="143">
                  <c:v>10.583666666666668</c:v>
                </c:pt>
                <c:pt idx="144">
                  <c:v>8.5963333333333338</c:v>
                </c:pt>
                <c:pt idx="145">
                  <c:v>8.2277666666666658</c:v>
                </c:pt>
                <c:pt idx="146">
                  <c:v>8.0760000000000005</c:v>
                </c:pt>
                <c:pt idx="147">
                  <c:v>9.1075999999999997</c:v>
                </c:pt>
                <c:pt idx="148">
                  <c:v>9.5723000000000003</c:v>
                </c:pt>
                <c:pt idx="149">
                  <c:v>9.3603333333333349</c:v>
                </c:pt>
                <c:pt idx="150">
                  <c:v>8.1582999999999988</c:v>
                </c:pt>
                <c:pt idx="151">
                  <c:v>7.5103333333333326</c:v>
                </c:pt>
                <c:pt idx="152">
                  <c:v>7.5007333333333337</c:v>
                </c:pt>
                <c:pt idx="153">
                  <c:v>8.2219999999999995</c:v>
                </c:pt>
                <c:pt idx="154">
                  <c:v>8.6133333333333315</c:v>
                </c:pt>
                <c:pt idx="155">
                  <c:v>8.5846999999999998</c:v>
                </c:pt>
                <c:pt idx="156">
                  <c:v>8.2309333333333345</c:v>
                </c:pt>
                <c:pt idx="157">
                  <c:v>7.7749333333333333</c:v>
                </c:pt>
                <c:pt idx="158">
                  <c:v>7.8840666666666666</c:v>
                </c:pt>
                <c:pt idx="159">
                  <c:v>8.7799999999999994</c:v>
                </c:pt>
                <c:pt idx="160">
                  <c:v>9.6786333333333321</c:v>
                </c:pt>
                <c:pt idx="161">
                  <c:v>9.9482333333333326</c:v>
                </c:pt>
                <c:pt idx="162">
                  <c:v>9.3920333333333321</c:v>
                </c:pt>
                <c:pt idx="163">
                  <c:v>9.4382999999999999</c:v>
                </c:pt>
                <c:pt idx="164">
                  <c:v>9.9534333333333347</c:v>
                </c:pt>
                <c:pt idx="165">
                  <c:v>10.303166666666668</c:v>
                </c:pt>
                <c:pt idx="166">
                  <c:v>9.8467666666666673</c:v>
                </c:pt>
                <c:pt idx="167">
                  <c:v>9.4153000000000002</c:v>
                </c:pt>
                <c:pt idx="168">
                  <c:v>8.9752333333333336</c:v>
                </c:pt>
                <c:pt idx="169">
                  <c:v>8.7513000000000005</c:v>
                </c:pt>
                <c:pt idx="170">
                  <c:v>8.9806666666666661</c:v>
                </c:pt>
                <c:pt idx="171">
                  <c:v>9.2684666666666669</c:v>
                </c:pt>
                <c:pt idx="172">
                  <c:v>9.4929333333333332</c:v>
                </c:pt>
                <c:pt idx="173">
                  <c:v>8.5675333333333317</c:v>
                </c:pt>
                <c:pt idx="174">
                  <c:v>7.9269333333333334</c:v>
                </c:pt>
                <c:pt idx="175">
                  <c:v>7.3665666666666665</c:v>
                </c:pt>
                <c:pt idx="176">
                  <c:v>6.7666333333333339</c:v>
                </c:pt>
                <c:pt idx="177">
                  <c:v>7.0557333333333334</c:v>
                </c:pt>
                <c:pt idx="178">
                  <c:v>7.1559999999999997</c:v>
                </c:pt>
                <c:pt idx="179">
                  <c:v>7.0978333333333339</c:v>
                </c:pt>
                <c:pt idx="180">
                  <c:v>5.8848000000000011</c:v>
                </c:pt>
                <c:pt idx="181">
                  <c:v>5.7337666666666669</c:v>
                </c:pt>
                <c:pt idx="182">
                  <c:v>6.263066666666667</c:v>
                </c:pt>
                <c:pt idx="183">
                  <c:v>6.6893333333333338</c:v>
                </c:pt>
                <c:pt idx="184">
                  <c:v>6.5686666666666662</c:v>
                </c:pt>
                <c:pt idx="185">
                  <c:v>6.5252000000000008</c:v>
                </c:pt>
                <c:pt idx="186">
                  <c:v>6.7800666666666674</c:v>
                </c:pt>
                <c:pt idx="187">
                  <c:v>6.5211666666666668</c:v>
                </c:pt>
                <c:pt idx="188">
                  <c:v>6.7207333333333326</c:v>
                </c:pt>
                <c:pt idx="189">
                  <c:v>7.8399333333333336</c:v>
                </c:pt>
                <c:pt idx="190">
                  <c:v>9.7046666666666663</c:v>
                </c:pt>
                <c:pt idx="191">
                  <c:v>11.264699999999999</c:v>
                </c:pt>
                <c:pt idx="192">
                  <c:v>11.683566666666666</c:v>
                </c:pt>
                <c:pt idx="193">
                  <c:v>11.8972</c:v>
                </c:pt>
                <c:pt idx="194">
                  <c:v>12.231666666666667</c:v>
                </c:pt>
                <c:pt idx="195">
                  <c:v>11.521466666666667</c:v>
                </c:pt>
                <c:pt idx="196">
                  <c:v>10.520299999999999</c:v>
                </c:pt>
                <c:pt idx="197">
                  <c:v>9.1100666666666665</c:v>
                </c:pt>
                <c:pt idx="198">
                  <c:v>9.3340666666666667</c:v>
                </c:pt>
                <c:pt idx="199">
                  <c:v>9.1005000000000003</c:v>
                </c:pt>
                <c:pt idx="200">
                  <c:v>8.8060999999999989</c:v>
                </c:pt>
                <c:pt idx="201">
                  <c:v>7.8134333333333332</c:v>
                </c:pt>
                <c:pt idx="202">
                  <c:v>7.4844000000000008</c:v>
                </c:pt>
                <c:pt idx="203">
                  <c:v>7.4003333333333332</c:v>
                </c:pt>
                <c:pt idx="204">
                  <c:v>6.9042000000000003</c:v>
                </c:pt>
                <c:pt idx="205">
                  <c:v>7.3081333333333331</c:v>
                </c:pt>
                <c:pt idx="206">
                  <c:v>6.6733666666666664</c:v>
                </c:pt>
                <c:pt idx="207">
                  <c:v>6.5718000000000005</c:v>
                </c:pt>
                <c:pt idx="208">
                  <c:v>4.9049666666666667</c:v>
                </c:pt>
                <c:pt idx="209">
                  <c:v>5.6047000000000002</c:v>
                </c:pt>
                <c:pt idx="210">
                  <c:v>6.3383666666666656</c:v>
                </c:pt>
                <c:pt idx="211">
                  <c:v>8.1008666666666667</c:v>
                </c:pt>
                <c:pt idx="212">
                  <c:v>8.1772666666666662</c:v>
                </c:pt>
                <c:pt idx="213">
                  <c:v>8.5427666666666671</c:v>
                </c:pt>
                <c:pt idx="214">
                  <c:v>8.2838666666666665</c:v>
                </c:pt>
                <c:pt idx="215">
                  <c:v>8.5849333333333337</c:v>
                </c:pt>
                <c:pt idx="216">
                  <c:v>9.247066666666667</c:v>
                </c:pt>
                <c:pt idx="217">
                  <c:v>9.7307333333333332</c:v>
                </c:pt>
                <c:pt idx="218">
                  <c:v>10.379366666666668</c:v>
                </c:pt>
                <c:pt idx="219">
                  <c:v>10.378833333333334</c:v>
                </c:pt>
                <c:pt idx="220">
                  <c:v>10.721533333333333</c:v>
                </c:pt>
                <c:pt idx="221">
                  <c:v>10.622033333333334</c:v>
                </c:pt>
                <c:pt idx="222">
                  <c:v>11.402499999999998</c:v>
                </c:pt>
                <c:pt idx="223">
                  <c:v>11.856466666666668</c:v>
                </c:pt>
                <c:pt idx="224">
                  <c:v>11.978133333333334</c:v>
                </c:pt>
                <c:pt idx="225">
                  <c:v>11.220066666666668</c:v>
                </c:pt>
                <c:pt idx="226">
                  <c:v>10.1875</c:v>
                </c:pt>
                <c:pt idx="227">
                  <c:v>9.7957666666666654</c:v>
                </c:pt>
                <c:pt idx="228">
                  <c:v>10.225966666666666</c:v>
                </c:pt>
                <c:pt idx="229">
                  <c:v>10.737200000000001</c:v>
                </c:pt>
                <c:pt idx="230">
                  <c:v>10.6668</c:v>
                </c:pt>
                <c:pt idx="231">
                  <c:v>10.158300000000001</c:v>
                </c:pt>
                <c:pt idx="232">
                  <c:v>9.3021000000000011</c:v>
                </c:pt>
                <c:pt idx="233">
                  <c:v>8.4462666666666664</c:v>
                </c:pt>
                <c:pt idx="234">
                  <c:v>7.7350666666666656</c:v>
                </c:pt>
                <c:pt idx="235">
                  <c:v>7.8273999999999999</c:v>
                </c:pt>
                <c:pt idx="236">
                  <c:v>8.2368666666666659</c:v>
                </c:pt>
                <c:pt idx="237">
                  <c:v>8.6080666666666659</c:v>
                </c:pt>
                <c:pt idx="238">
                  <c:v>8.4762666666666657</c:v>
                </c:pt>
                <c:pt idx="239">
                  <c:v>8.4176000000000002</c:v>
                </c:pt>
                <c:pt idx="240">
                  <c:v>8.4114333333333331</c:v>
                </c:pt>
                <c:pt idx="241">
                  <c:v>8.9003333333333341</c:v>
                </c:pt>
                <c:pt idx="242">
                  <c:v>8.9841666666666669</c:v>
                </c:pt>
                <c:pt idx="243">
                  <c:v>9.1834333333333333</c:v>
                </c:pt>
                <c:pt idx="244">
                  <c:v>9.808466666666666</c:v>
                </c:pt>
                <c:pt idx="245">
                  <c:v>10.570433333333334</c:v>
                </c:pt>
                <c:pt idx="246">
                  <c:v>10.385366666666668</c:v>
                </c:pt>
                <c:pt idx="247">
                  <c:v>10.219233333333333</c:v>
                </c:pt>
                <c:pt idx="248">
                  <c:v>10.248366666666668</c:v>
                </c:pt>
                <c:pt idx="249">
                  <c:v>9.8358666666666661</c:v>
                </c:pt>
                <c:pt idx="250">
                  <c:v>9.4426000000000005</c:v>
                </c:pt>
                <c:pt idx="251">
                  <c:v>9.1644999999999985</c:v>
                </c:pt>
                <c:pt idx="252">
                  <c:v>9.9294666666666664</c:v>
                </c:pt>
                <c:pt idx="253">
                  <c:v>9.9248333333333338</c:v>
                </c:pt>
                <c:pt idx="254">
                  <c:v>9.3020333333333323</c:v>
                </c:pt>
                <c:pt idx="255">
                  <c:v>9.1188666666666673</c:v>
                </c:pt>
                <c:pt idx="256">
                  <c:v>8.6109333333333336</c:v>
                </c:pt>
                <c:pt idx="257">
                  <c:v>8.6541999999999994</c:v>
                </c:pt>
                <c:pt idx="258">
                  <c:v>8.4800333333333331</c:v>
                </c:pt>
                <c:pt idx="259">
                  <c:v>8.5180000000000007</c:v>
                </c:pt>
                <c:pt idx="260">
                  <c:v>8.4065000000000012</c:v>
                </c:pt>
                <c:pt idx="261">
                  <c:v>8.4345999999999997</c:v>
                </c:pt>
                <c:pt idx="262">
                  <c:v>8.1930999999999994</c:v>
                </c:pt>
                <c:pt idx="263">
                  <c:v>8.1262999999999987</c:v>
                </c:pt>
                <c:pt idx="264">
                  <c:v>7.6728333333333341</c:v>
                </c:pt>
                <c:pt idx="265">
                  <c:v>8.1004333333333332</c:v>
                </c:pt>
                <c:pt idx="266">
                  <c:v>8.4895999999999994</c:v>
                </c:pt>
                <c:pt idx="267">
                  <c:v>8.4624333333333333</c:v>
                </c:pt>
                <c:pt idx="268">
                  <c:v>8.1859666666666673</c:v>
                </c:pt>
                <c:pt idx="269">
                  <c:v>8.0290999999999997</c:v>
                </c:pt>
                <c:pt idx="270">
                  <c:v>8.3690666666666669</c:v>
                </c:pt>
                <c:pt idx="271">
                  <c:v>8.6105666666666671</c:v>
                </c:pt>
                <c:pt idx="272">
                  <c:v>8.734633333333333</c:v>
                </c:pt>
                <c:pt idx="273">
                  <c:v>8.3103333333333342</c:v>
                </c:pt>
                <c:pt idx="274">
                  <c:v>8.0595333333333325</c:v>
                </c:pt>
                <c:pt idx="275">
                  <c:v>7.6347333333333331</c:v>
                </c:pt>
                <c:pt idx="276">
                  <c:v>7.4796000000000005</c:v>
                </c:pt>
                <c:pt idx="277">
                  <c:v>6.8814666666666673</c:v>
                </c:pt>
                <c:pt idx="278">
                  <c:v>6.1655333333333333</c:v>
                </c:pt>
                <c:pt idx="279">
                  <c:v>5.5888999999999998</c:v>
                </c:pt>
                <c:pt idx="280">
                  <c:v>5.8227333333333346</c:v>
                </c:pt>
                <c:pt idx="281">
                  <c:v>6.3510333333333335</c:v>
                </c:pt>
                <c:pt idx="282">
                  <c:v>6.7670333333333339</c:v>
                </c:pt>
                <c:pt idx="283">
                  <c:v>6.9988999999999999</c:v>
                </c:pt>
                <c:pt idx="284">
                  <c:v>6.9446666666666674</c:v>
                </c:pt>
                <c:pt idx="285">
                  <c:v>6.632133333333333</c:v>
                </c:pt>
                <c:pt idx="286">
                  <c:v>6.1337333333333328</c:v>
                </c:pt>
                <c:pt idx="287">
                  <c:v>6.2137333333333329</c:v>
                </c:pt>
                <c:pt idx="288">
                  <c:v>6.4597000000000007</c:v>
                </c:pt>
                <c:pt idx="289">
                  <c:v>7.3103333333333333</c:v>
                </c:pt>
                <c:pt idx="290">
                  <c:v>7.6485666666666674</c:v>
                </c:pt>
                <c:pt idx="291">
                  <c:v>8.3109999999999999</c:v>
                </c:pt>
                <c:pt idx="292">
                  <c:v>8.5511999999999997</c:v>
                </c:pt>
                <c:pt idx="293">
                  <c:v>8.9975000000000005</c:v>
                </c:pt>
                <c:pt idx="294">
                  <c:v>9.5684666666666658</c:v>
                </c:pt>
                <c:pt idx="295">
                  <c:v>10.058266666666666</c:v>
                </c:pt>
                <c:pt idx="296">
                  <c:v>10.475</c:v>
                </c:pt>
                <c:pt idx="297">
                  <c:v>9.7334999999999994</c:v>
                </c:pt>
                <c:pt idx="298">
                  <c:v>9.0894666666666666</c:v>
                </c:pt>
                <c:pt idx="299">
                  <c:v>8.7370666666666654</c:v>
                </c:pt>
                <c:pt idx="300">
                  <c:v>8.3739666666666661</c:v>
                </c:pt>
                <c:pt idx="301">
                  <c:v>8.1317666666666657</c:v>
                </c:pt>
                <c:pt idx="302">
                  <c:v>7.8708666666666671</c:v>
                </c:pt>
                <c:pt idx="303">
                  <c:v>8.4302666666666681</c:v>
                </c:pt>
                <c:pt idx="304">
                  <c:v>8.4354666666666684</c:v>
                </c:pt>
                <c:pt idx="305">
                  <c:v>7.5833666666666666</c:v>
                </c:pt>
                <c:pt idx="306">
                  <c:v>6.8735666666666662</c:v>
                </c:pt>
                <c:pt idx="307">
                  <c:v>6.7566333333333333</c:v>
                </c:pt>
                <c:pt idx="308">
                  <c:v>7.1462666666666665</c:v>
                </c:pt>
                <c:pt idx="309">
                  <c:v>7.2727666666666666</c:v>
                </c:pt>
                <c:pt idx="310">
                  <c:v>6.9174999999999995</c:v>
                </c:pt>
                <c:pt idx="311">
                  <c:v>6.9550333333333336</c:v>
                </c:pt>
                <c:pt idx="312">
                  <c:v>7.2437666666666658</c:v>
                </c:pt>
                <c:pt idx="313">
                  <c:v>8.2072999999999983</c:v>
                </c:pt>
                <c:pt idx="314">
                  <c:v>8.1311999999999998</c:v>
                </c:pt>
                <c:pt idx="315">
                  <c:v>7.9312000000000005</c:v>
                </c:pt>
                <c:pt idx="316">
                  <c:v>8.0884666666666671</c:v>
                </c:pt>
                <c:pt idx="317">
                  <c:v>8.4752999999999989</c:v>
                </c:pt>
                <c:pt idx="318">
                  <c:v>8.9197666666666677</c:v>
                </c:pt>
                <c:pt idx="319">
                  <c:v>8.7584333333333344</c:v>
                </c:pt>
                <c:pt idx="320">
                  <c:v>8.9346999999999994</c:v>
                </c:pt>
              </c:numCache>
            </c:numRef>
          </c:val>
          <c:smooth val="0"/>
          <c:extLst>
            <c:ext xmlns:c16="http://schemas.microsoft.com/office/drawing/2014/chart" uri="{C3380CC4-5D6E-409C-BE32-E72D297353CC}">
              <c16:uniqueId val="{00000000-B05D-B643-A3BB-10DBFB8F23D6}"/>
            </c:ext>
          </c:extLst>
        </c:ser>
        <c:dLbls>
          <c:showLegendKey val="0"/>
          <c:showVal val="0"/>
          <c:showCatName val="0"/>
          <c:showSerName val="0"/>
          <c:showPercent val="0"/>
          <c:showBubbleSize val="0"/>
        </c:dLbls>
        <c:marker val="1"/>
        <c:smooth val="0"/>
        <c:axId val="2000001184"/>
        <c:axId val="2000001185"/>
      </c:lineChart>
      <c:lineChart>
        <c:grouping val="standard"/>
        <c:varyColors val="0"/>
        <c:ser>
          <c:idx val="1"/>
          <c:order val="1"/>
          <c:tx>
            <c:strRef>
              <c:f>卖空!$I$2</c:f>
              <c:strCache>
                <c:ptCount val="1"/>
                <c:pt idx="0">
                  <c:v>收盘价：恒生指数（点，右轴）</c:v>
                </c:pt>
              </c:strCache>
            </c:strRef>
          </c:tx>
          <c:spPr>
            <a:ln w="25400">
              <a:solidFill>
                <a:srgbClr val="2C3160"/>
              </a:solidFill>
              <a:prstDash val="solid"/>
            </a:ln>
          </c:spPr>
          <c:marker>
            <c:symbol val="none"/>
          </c:marker>
          <c:cat>
            <c:numRef>
              <c:f>卖空!$G$5:$G$325</c:f>
              <c:numCache>
                <c:formatCode>m/d/yyyy</c:formatCode>
                <c:ptCount val="321"/>
                <c:pt idx="0">
                  <c:v>46191</c:v>
                </c:pt>
                <c:pt idx="1">
                  <c:v>46185</c:v>
                </c:pt>
                <c:pt idx="2">
                  <c:v>46178</c:v>
                </c:pt>
                <c:pt idx="3">
                  <c:v>46171</c:v>
                </c:pt>
                <c:pt idx="4">
                  <c:v>46164</c:v>
                </c:pt>
                <c:pt idx="5">
                  <c:v>46157</c:v>
                </c:pt>
                <c:pt idx="6">
                  <c:v>46150</c:v>
                </c:pt>
                <c:pt idx="7">
                  <c:v>46142</c:v>
                </c:pt>
                <c:pt idx="8">
                  <c:v>46136</c:v>
                </c:pt>
                <c:pt idx="9">
                  <c:v>46129</c:v>
                </c:pt>
                <c:pt idx="10">
                  <c:v>46122</c:v>
                </c:pt>
                <c:pt idx="11">
                  <c:v>46114</c:v>
                </c:pt>
                <c:pt idx="12">
                  <c:v>46108</c:v>
                </c:pt>
                <c:pt idx="13" formatCode="yyyy\-mm\-dd">
                  <c:v>46101</c:v>
                </c:pt>
                <c:pt idx="14" formatCode="yyyy\-mm\-dd">
                  <c:v>46094</c:v>
                </c:pt>
                <c:pt idx="15" formatCode="yyyy\-mm\-dd">
                  <c:v>46087</c:v>
                </c:pt>
                <c:pt idx="16" formatCode="yyyy\-mm\-dd">
                  <c:v>46080</c:v>
                </c:pt>
                <c:pt idx="17" formatCode="yyyy\-mm\-dd">
                  <c:v>46073</c:v>
                </c:pt>
                <c:pt idx="18" formatCode="yyyy\-mm\-dd">
                  <c:v>46066</c:v>
                </c:pt>
                <c:pt idx="19" formatCode="yyyy\-mm\-dd">
                  <c:v>46059</c:v>
                </c:pt>
                <c:pt idx="20" formatCode="yyyy\-mm\-dd">
                  <c:v>46052</c:v>
                </c:pt>
                <c:pt idx="21" formatCode="yyyy\-mm\-dd">
                  <c:v>46045</c:v>
                </c:pt>
                <c:pt idx="22" formatCode="yyyy\-mm\-dd">
                  <c:v>46038</c:v>
                </c:pt>
                <c:pt idx="23" formatCode="yyyy\-mm\-dd">
                  <c:v>46031</c:v>
                </c:pt>
                <c:pt idx="24" formatCode="yyyy\-mm\-dd">
                  <c:v>46024</c:v>
                </c:pt>
                <c:pt idx="25" formatCode="yyyy\-mm\-dd">
                  <c:v>46015</c:v>
                </c:pt>
                <c:pt idx="26" formatCode="yyyy\-mm\-dd">
                  <c:v>46010</c:v>
                </c:pt>
                <c:pt idx="27" formatCode="yyyy\-mm\-dd">
                  <c:v>46003</c:v>
                </c:pt>
                <c:pt idx="28" formatCode="yyyy\-mm\-dd">
                  <c:v>45996</c:v>
                </c:pt>
                <c:pt idx="29" formatCode="yyyy\-mm\-dd">
                  <c:v>45989</c:v>
                </c:pt>
                <c:pt idx="30" formatCode="yyyy\-mm\-dd">
                  <c:v>45982</c:v>
                </c:pt>
                <c:pt idx="31" formatCode="yyyy\-mm\-dd">
                  <c:v>45975</c:v>
                </c:pt>
                <c:pt idx="32" formatCode="yyyy\-mm\-dd">
                  <c:v>45968</c:v>
                </c:pt>
                <c:pt idx="33" formatCode="yyyy\-mm\-dd">
                  <c:v>45961</c:v>
                </c:pt>
                <c:pt idx="34" formatCode="yyyy\-mm\-dd">
                  <c:v>45954</c:v>
                </c:pt>
                <c:pt idx="35" formatCode="yyyy\-mm\-dd">
                  <c:v>45947</c:v>
                </c:pt>
                <c:pt idx="36" formatCode="yyyy\-mm\-dd">
                  <c:v>45940</c:v>
                </c:pt>
                <c:pt idx="38" formatCode="yyyy\-mm\-dd">
                  <c:v>45933</c:v>
                </c:pt>
                <c:pt idx="39" formatCode="yyyy\-mm\-dd">
                  <c:v>45926</c:v>
                </c:pt>
                <c:pt idx="40" formatCode="yyyy\-mm\-dd">
                  <c:v>45919</c:v>
                </c:pt>
                <c:pt idx="41" formatCode="yyyy\-mm\-dd">
                  <c:v>45912</c:v>
                </c:pt>
                <c:pt idx="42" formatCode="yyyy\-mm\-dd">
                  <c:v>45905</c:v>
                </c:pt>
                <c:pt idx="43" formatCode="yyyy\-mm\-dd">
                  <c:v>45898</c:v>
                </c:pt>
                <c:pt idx="44" formatCode="yyyy\-mm\-dd">
                  <c:v>45891</c:v>
                </c:pt>
                <c:pt idx="45" formatCode="yyyy\-mm\-dd">
                  <c:v>45884</c:v>
                </c:pt>
                <c:pt idx="46" formatCode="yyyy\-mm\-dd">
                  <c:v>45877</c:v>
                </c:pt>
                <c:pt idx="47" formatCode="yyyy\-mm\-dd">
                  <c:v>45870</c:v>
                </c:pt>
                <c:pt idx="48" formatCode="yyyy\-mm\-dd">
                  <c:v>45863</c:v>
                </c:pt>
                <c:pt idx="49" formatCode="yyyy\-mm\-dd">
                  <c:v>45856</c:v>
                </c:pt>
                <c:pt idx="50" formatCode="yyyy\-mm\-dd">
                  <c:v>45849</c:v>
                </c:pt>
                <c:pt idx="51" formatCode="yyyy\-mm\-dd">
                  <c:v>45842</c:v>
                </c:pt>
                <c:pt idx="52" formatCode="yyyy\-mm\-dd">
                  <c:v>45835</c:v>
                </c:pt>
                <c:pt idx="53" formatCode="yyyy\-mm\-dd">
                  <c:v>45828</c:v>
                </c:pt>
                <c:pt idx="54" formatCode="yyyy\-mm\-dd">
                  <c:v>45821</c:v>
                </c:pt>
                <c:pt idx="55" formatCode="yyyy\-mm\-dd">
                  <c:v>45814</c:v>
                </c:pt>
                <c:pt idx="56" formatCode="yyyy\-mm\-dd">
                  <c:v>45807</c:v>
                </c:pt>
                <c:pt idx="57" formatCode="yyyy\-mm\-dd">
                  <c:v>45800</c:v>
                </c:pt>
                <c:pt idx="58" formatCode="yyyy\-mm\-dd">
                  <c:v>45793</c:v>
                </c:pt>
                <c:pt idx="59" formatCode="yyyy\-mm\-dd">
                  <c:v>45786</c:v>
                </c:pt>
                <c:pt idx="60" formatCode="yyyy\-mm\-dd">
                  <c:v>45779</c:v>
                </c:pt>
                <c:pt idx="61" formatCode="yyyy\-mm\-dd">
                  <c:v>45772</c:v>
                </c:pt>
                <c:pt idx="62" formatCode="yyyy\-mm\-dd">
                  <c:v>45764</c:v>
                </c:pt>
                <c:pt idx="63" formatCode="yyyy\-mm\-dd">
                  <c:v>45758</c:v>
                </c:pt>
                <c:pt idx="64" formatCode="yyyy\-mm\-dd">
                  <c:v>45750</c:v>
                </c:pt>
                <c:pt idx="65" formatCode="yyyy\-mm\-dd">
                  <c:v>45744</c:v>
                </c:pt>
                <c:pt idx="66" formatCode="yyyy\-mm\-dd">
                  <c:v>45737</c:v>
                </c:pt>
                <c:pt idx="67" formatCode="yyyy\-mm\-dd">
                  <c:v>45730</c:v>
                </c:pt>
                <c:pt idx="68" formatCode="yyyy\-mm\-dd">
                  <c:v>45723</c:v>
                </c:pt>
                <c:pt idx="69" formatCode="yyyy\-mm\-dd">
                  <c:v>45716</c:v>
                </c:pt>
                <c:pt idx="70" formatCode="yyyy\-mm\-dd">
                  <c:v>45709</c:v>
                </c:pt>
                <c:pt idx="71" formatCode="yyyy\-mm\-dd">
                  <c:v>45702</c:v>
                </c:pt>
                <c:pt idx="72" formatCode="yyyy\-mm\-dd">
                  <c:v>45695</c:v>
                </c:pt>
                <c:pt idx="73" formatCode="yyyy\-mm\-dd">
                  <c:v>45685</c:v>
                </c:pt>
                <c:pt idx="74" formatCode="yyyy\-mm\-dd">
                  <c:v>45681</c:v>
                </c:pt>
                <c:pt idx="75" formatCode="yyyy\-mm\-dd">
                  <c:v>45674</c:v>
                </c:pt>
                <c:pt idx="76" formatCode="yyyy\-mm\-dd">
                  <c:v>45667</c:v>
                </c:pt>
                <c:pt idx="77" formatCode="yyyy\-mm\-dd">
                  <c:v>45660</c:v>
                </c:pt>
                <c:pt idx="78" formatCode="yyyy\-mm\-dd">
                  <c:v>45653</c:v>
                </c:pt>
                <c:pt idx="79" formatCode="yyyy\-mm\-dd">
                  <c:v>45646</c:v>
                </c:pt>
                <c:pt idx="80" formatCode="yyyy\-mm\-dd">
                  <c:v>45639</c:v>
                </c:pt>
                <c:pt idx="81" formatCode="yyyy\-mm\-dd">
                  <c:v>45632</c:v>
                </c:pt>
                <c:pt idx="82" formatCode="yyyy\-mm\-dd">
                  <c:v>45625</c:v>
                </c:pt>
                <c:pt idx="83" formatCode="yyyy\-mm\-dd">
                  <c:v>45618</c:v>
                </c:pt>
                <c:pt idx="84" formatCode="yyyy\-mm\-dd">
                  <c:v>45611</c:v>
                </c:pt>
                <c:pt idx="85" formatCode="yyyy\-mm\-dd">
                  <c:v>45604</c:v>
                </c:pt>
                <c:pt idx="86" formatCode="yyyy\-mm\-dd">
                  <c:v>45597</c:v>
                </c:pt>
                <c:pt idx="87" formatCode="yyyy\-mm\-dd">
                  <c:v>45590</c:v>
                </c:pt>
                <c:pt idx="88" formatCode="yyyy\-mm\-dd">
                  <c:v>45583</c:v>
                </c:pt>
                <c:pt idx="89" formatCode="yyyy\-mm\-dd">
                  <c:v>45575</c:v>
                </c:pt>
                <c:pt idx="90" formatCode="yyyy\-mm\-dd">
                  <c:v>45569</c:v>
                </c:pt>
                <c:pt idx="91" formatCode="yyyy\-mm\-dd">
                  <c:v>45562</c:v>
                </c:pt>
                <c:pt idx="92" formatCode="yyyy\-mm\-dd">
                  <c:v>45555</c:v>
                </c:pt>
                <c:pt idx="93" formatCode="yyyy\-mm\-dd">
                  <c:v>45548</c:v>
                </c:pt>
                <c:pt idx="94" formatCode="yyyy\-mm\-dd">
                  <c:v>45540</c:v>
                </c:pt>
                <c:pt idx="95" formatCode="yyyy\-mm\-dd">
                  <c:v>45534</c:v>
                </c:pt>
                <c:pt idx="96" formatCode="yyyy\-mm\-dd">
                  <c:v>45527</c:v>
                </c:pt>
                <c:pt idx="97" formatCode="yyyy\-mm\-dd">
                  <c:v>45520</c:v>
                </c:pt>
                <c:pt idx="98" formatCode="yyyy\-mm\-dd">
                  <c:v>45513</c:v>
                </c:pt>
                <c:pt idx="99" formatCode="yyyy\-mm\-dd">
                  <c:v>45506</c:v>
                </c:pt>
                <c:pt idx="100" formatCode="yyyy\-mm\-dd">
                  <c:v>45499</c:v>
                </c:pt>
                <c:pt idx="101" formatCode="yyyy\-mm\-dd">
                  <c:v>45492</c:v>
                </c:pt>
                <c:pt idx="102" formatCode="yyyy\-mm\-dd">
                  <c:v>45485</c:v>
                </c:pt>
                <c:pt idx="103" formatCode="yyyy\-mm\-dd">
                  <c:v>45478</c:v>
                </c:pt>
                <c:pt idx="104" formatCode="yyyy\-mm\-dd">
                  <c:v>45471</c:v>
                </c:pt>
                <c:pt idx="105" formatCode="yyyy\-mm\-dd">
                  <c:v>45464</c:v>
                </c:pt>
                <c:pt idx="106" formatCode="yyyy\-mm\-dd">
                  <c:v>45457</c:v>
                </c:pt>
                <c:pt idx="107" formatCode="yyyy\-mm\-dd">
                  <c:v>45450</c:v>
                </c:pt>
                <c:pt idx="108" formatCode="yyyy\-mm\-dd">
                  <c:v>45443</c:v>
                </c:pt>
                <c:pt idx="109" formatCode="yyyy\-mm\-dd">
                  <c:v>45436</c:v>
                </c:pt>
                <c:pt idx="110" formatCode="yyyy\-mm\-dd">
                  <c:v>45429</c:v>
                </c:pt>
                <c:pt idx="111" formatCode="yyyy\-mm\-dd">
                  <c:v>45422</c:v>
                </c:pt>
                <c:pt idx="112" formatCode="yyyy\-mm\-dd">
                  <c:v>45415</c:v>
                </c:pt>
                <c:pt idx="113" formatCode="yyyy\-mm\-dd">
                  <c:v>45408</c:v>
                </c:pt>
                <c:pt idx="114" formatCode="yyyy\-mm\-dd">
                  <c:v>45401</c:v>
                </c:pt>
                <c:pt idx="115" formatCode="yyyy\-mm\-dd">
                  <c:v>45394</c:v>
                </c:pt>
                <c:pt idx="116" formatCode="yyyy\-mm\-dd">
                  <c:v>45387</c:v>
                </c:pt>
                <c:pt idx="117" formatCode="yyyy\-mm\-dd">
                  <c:v>45379</c:v>
                </c:pt>
                <c:pt idx="118" formatCode="yyyy\-mm\-dd">
                  <c:v>45373</c:v>
                </c:pt>
                <c:pt idx="119" formatCode="yyyy\-mm\-dd">
                  <c:v>45366</c:v>
                </c:pt>
                <c:pt idx="120" formatCode="yyyy\-mm\-dd">
                  <c:v>45359</c:v>
                </c:pt>
                <c:pt idx="121" formatCode="yyyy\-mm\-dd">
                  <c:v>45352</c:v>
                </c:pt>
                <c:pt idx="122" formatCode="yyyy\-mm\-dd">
                  <c:v>45345</c:v>
                </c:pt>
                <c:pt idx="123" formatCode="yyyy\-mm\-dd">
                  <c:v>45338</c:v>
                </c:pt>
                <c:pt idx="124" formatCode="yyyy\-mm\-dd">
                  <c:v>45331</c:v>
                </c:pt>
                <c:pt idx="125" formatCode="yyyy\-mm\-dd">
                  <c:v>45324</c:v>
                </c:pt>
                <c:pt idx="126" formatCode="yyyy\-mm\-dd">
                  <c:v>45317</c:v>
                </c:pt>
                <c:pt idx="127" formatCode="yyyy\-mm\-dd">
                  <c:v>45310</c:v>
                </c:pt>
                <c:pt idx="128" formatCode="yyyy\-mm\-dd">
                  <c:v>45303</c:v>
                </c:pt>
                <c:pt idx="129" formatCode="yyyy\-mm\-dd">
                  <c:v>45296</c:v>
                </c:pt>
                <c:pt idx="130" formatCode="yyyy\-mm\-dd">
                  <c:v>45289</c:v>
                </c:pt>
                <c:pt idx="131" formatCode="yyyy\-mm\-dd">
                  <c:v>45282</c:v>
                </c:pt>
                <c:pt idx="132" formatCode="yyyy\-mm\-dd">
                  <c:v>45275</c:v>
                </c:pt>
                <c:pt idx="133" formatCode="yyyy\-mm\-dd">
                  <c:v>45268</c:v>
                </c:pt>
                <c:pt idx="134" formatCode="yyyy\-mm\-dd">
                  <c:v>45261</c:v>
                </c:pt>
                <c:pt idx="135" formatCode="yyyy\-mm\-dd">
                  <c:v>45254</c:v>
                </c:pt>
                <c:pt idx="136" formatCode="yyyy\-mm\-dd">
                  <c:v>45247</c:v>
                </c:pt>
                <c:pt idx="137" formatCode="yyyy\-mm\-dd">
                  <c:v>45240</c:v>
                </c:pt>
                <c:pt idx="138" formatCode="yyyy\-mm\-dd">
                  <c:v>45233</c:v>
                </c:pt>
                <c:pt idx="139" formatCode="yyyy\-mm\-dd">
                  <c:v>45226</c:v>
                </c:pt>
                <c:pt idx="140" formatCode="yyyy\-mm\-dd">
                  <c:v>45219</c:v>
                </c:pt>
                <c:pt idx="141" formatCode="yyyy\-mm\-dd">
                  <c:v>45212</c:v>
                </c:pt>
                <c:pt idx="142" formatCode="yyyy\-mm\-dd">
                  <c:v>45205</c:v>
                </c:pt>
                <c:pt idx="143" formatCode="yyyy\-mm\-dd">
                  <c:v>45198</c:v>
                </c:pt>
                <c:pt idx="144" formatCode="yyyy\-mm\-dd">
                  <c:v>45191</c:v>
                </c:pt>
                <c:pt idx="145" formatCode="yyyy\-mm\-dd">
                  <c:v>45184</c:v>
                </c:pt>
                <c:pt idx="146" formatCode="yyyy\-mm\-dd">
                  <c:v>45176</c:v>
                </c:pt>
                <c:pt idx="147" formatCode="yyyy\-mm\-dd">
                  <c:v>45169</c:v>
                </c:pt>
                <c:pt idx="148" formatCode="yyyy\-mm\-dd">
                  <c:v>45163</c:v>
                </c:pt>
                <c:pt idx="149" formatCode="yyyy\-mm\-dd">
                  <c:v>45156</c:v>
                </c:pt>
                <c:pt idx="150" formatCode="yyyy\-mm\-dd">
                  <c:v>45149</c:v>
                </c:pt>
                <c:pt idx="151" formatCode="yyyy\-mm\-dd">
                  <c:v>45142</c:v>
                </c:pt>
                <c:pt idx="152" formatCode="yyyy\-mm\-dd">
                  <c:v>45135</c:v>
                </c:pt>
                <c:pt idx="153" formatCode="yyyy\-mm\-dd">
                  <c:v>45128</c:v>
                </c:pt>
                <c:pt idx="154" formatCode="yyyy\-mm\-dd">
                  <c:v>45121</c:v>
                </c:pt>
                <c:pt idx="155" formatCode="yyyy\-mm\-dd">
                  <c:v>45114</c:v>
                </c:pt>
                <c:pt idx="156" formatCode="yyyy\-mm\-dd">
                  <c:v>45107</c:v>
                </c:pt>
                <c:pt idx="157" formatCode="yyyy\-mm\-dd">
                  <c:v>45100</c:v>
                </c:pt>
                <c:pt idx="158" formatCode="yyyy\-mm\-dd">
                  <c:v>45093</c:v>
                </c:pt>
                <c:pt idx="159" formatCode="yyyy\-mm\-dd">
                  <c:v>45086</c:v>
                </c:pt>
                <c:pt idx="160" formatCode="yyyy\-mm\-dd">
                  <c:v>45079</c:v>
                </c:pt>
                <c:pt idx="161" formatCode="yyyy\-mm\-dd">
                  <c:v>45071</c:v>
                </c:pt>
                <c:pt idx="162" formatCode="yyyy\-mm\-dd">
                  <c:v>45065</c:v>
                </c:pt>
                <c:pt idx="163" formatCode="yyyy\-mm\-dd">
                  <c:v>45058</c:v>
                </c:pt>
                <c:pt idx="164" formatCode="yyyy\-mm\-dd">
                  <c:v>45051</c:v>
                </c:pt>
                <c:pt idx="165" formatCode="yyyy\-mm\-dd">
                  <c:v>45044</c:v>
                </c:pt>
                <c:pt idx="166" formatCode="yyyy\-mm\-dd">
                  <c:v>45037</c:v>
                </c:pt>
                <c:pt idx="167" formatCode="yyyy\-mm\-dd">
                  <c:v>45030</c:v>
                </c:pt>
                <c:pt idx="168" formatCode="yyyy\-mm\-dd">
                  <c:v>45022</c:v>
                </c:pt>
                <c:pt idx="169" formatCode="yyyy\-mm\-dd">
                  <c:v>45016</c:v>
                </c:pt>
                <c:pt idx="170" formatCode="yyyy\-mm\-dd">
                  <c:v>45009</c:v>
                </c:pt>
                <c:pt idx="171" formatCode="yyyy\-mm\-dd">
                  <c:v>45002</c:v>
                </c:pt>
                <c:pt idx="172" formatCode="yyyy\-mm\-dd">
                  <c:v>44995</c:v>
                </c:pt>
                <c:pt idx="173" formatCode="yyyy\-mm\-dd">
                  <c:v>44988</c:v>
                </c:pt>
                <c:pt idx="174" formatCode="yyyy\-mm\-dd">
                  <c:v>44981</c:v>
                </c:pt>
                <c:pt idx="175" formatCode="yyyy\-mm\-dd">
                  <c:v>44974</c:v>
                </c:pt>
                <c:pt idx="176" formatCode="yyyy\-mm\-dd">
                  <c:v>44967</c:v>
                </c:pt>
                <c:pt idx="177" formatCode="yyyy\-mm\-dd">
                  <c:v>44960</c:v>
                </c:pt>
                <c:pt idx="178" formatCode="yyyy\-mm\-dd">
                  <c:v>44953</c:v>
                </c:pt>
                <c:pt idx="179" formatCode="yyyy\-mm\-dd">
                  <c:v>44946</c:v>
                </c:pt>
                <c:pt idx="180" formatCode="yyyy\-mm\-dd">
                  <c:v>44939</c:v>
                </c:pt>
                <c:pt idx="181" formatCode="yyyy\-mm\-dd">
                  <c:v>44932</c:v>
                </c:pt>
                <c:pt idx="182" formatCode="yyyy\-mm\-dd">
                  <c:v>44925</c:v>
                </c:pt>
                <c:pt idx="183" formatCode="yyyy\-mm\-dd">
                  <c:v>44918</c:v>
                </c:pt>
                <c:pt idx="184" formatCode="yyyy\-mm\-dd">
                  <c:v>44911</c:v>
                </c:pt>
                <c:pt idx="185" formatCode="yyyy\-mm\-dd">
                  <c:v>44904</c:v>
                </c:pt>
                <c:pt idx="186" formatCode="yyyy\-mm\-dd">
                  <c:v>44897</c:v>
                </c:pt>
                <c:pt idx="187" formatCode="yyyy\-mm\-dd">
                  <c:v>44890</c:v>
                </c:pt>
                <c:pt idx="188" formatCode="yyyy\-mm\-dd">
                  <c:v>44883</c:v>
                </c:pt>
                <c:pt idx="189" formatCode="yyyy\-mm\-dd">
                  <c:v>44876</c:v>
                </c:pt>
                <c:pt idx="190" formatCode="yyyy\-mm\-dd">
                  <c:v>44869</c:v>
                </c:pt>
                <c:pt idx="191" formatCode="yyyy\-mm\-dd">
                  <c:v>44862</c:v>
                </c:pt>
                <c:pt idx="192" formatCode="yyyy\-mm\-dd">
                  <c:v>44855</c:v>
                </c:pt>
                <c:pt idx="193" formatCode="yyyy\-mm\-dd">
                  <c:v>44848</c:v>
                </c:pt>
                <c:pt idx="194" formatCode="yyyy\-mm\-dd">
                  <c:v>44841</c:v>
                </c:pt>
                <c:pt idx="195" formatCode="yyyy\-mm\-dd">
                  <c:v>44834</c:v>
                </c:pt>
                <c:pt idx="196" formatCode="yyyy\-mm\-dd">
                  <c:v>44827</c:v>
                </c:pt>
                <c:pt idx="197" formatCode="yyyy\-mm\-dd">
                  <c:v>44820</c:v>
                </c:pt>
                <c:pt idx="198" formatCode="yyyy\-mm\-dd">
                  <c:v>44813</c:v>
                </c:pt>
                <c:pt idx="199" formatCode="yyyy\-mm\-dd">
                  <c:v>44806</c:v>
                </c:pt>
                <c:pt idx="200" formatCode="yyyy\-mm\-dd">
                  <c:v>44799</c:v>
                </c:pt>
                <c:pt idx="201" formatCode="yyyy\-mm\-dd">
                  <c:v>44792</c:v>
                </c:pt>
                <c:pt idx="202" formatCode="yyyy\-mm\-dd">
                  <c:v>44785</c:v>
                </c:pt>
                <c:pt idx="203" formatCode="yyyy\-mm\-dd">
                  <c:v>44778</c:v>
                </c:pt>
                <c:pt idx="204" formatCode="yyyy\-mm\-dd">
                  <c:v>44771</c:v>
                </c:pt>
                <c:pt idx="205" formatCode="yyyy\-mm\-dd">
                  <c:v>44764</c:v>
                </c:pt>
                <c:pt idx="206" formatCode="yyyy\-mm\-dd">
                  <c:v>44757</c:v>
                </c:pt>
                <c:pt idx="207" formatCode="yyyy\-mm\-dd">
                  <c:v>44750</c:v>
                </c:pt>
                <c:pt idx="208" formatCode="yyyy\-mm\-dd">
                  <c:v>44742</c:v>
                </c:pt>
                <c:pt idx="209" formatCode="yyyy\-mm\-dd">
                  <c:v>44736</c:v>
                </c:pt>
                <c:pt idx="210" formatCode="yyyy\-mm\-dd">
                  <c:v>44729</c:v>
                </c:pt>
                <c:pt idx="211" formatCode="yyyy\-mm\-dd">
                  <c:v>44722</c:v>
                </c:pt>
                <c:pt idx="212" formatCode="yyyy\-mm\-dd">
                  <c:v>44714</c:v>
                </c:pt>
                <c:pt idx="213" formatCode="yyyy\-mm\-dd">
                  <c:v>44708</c:v>
                </c:pt>
                <c:pt idx="214" formatCode="yyyy\-mm\-dd">
                  <c:v>44701</c:v>
                </c:pt>
                <c:pt idx="215" formatCode="yyyy\-mm\-dd">
                  <c:v>44694</c:v>
                </c:pt>
                <c:pt idx="216" formatCode="yyyy\-mm\-dd">
                  <c:v>44687</c:v>
                </c:pt>
                <c:pt idx="217" formatCode="yyyy\-mm\-dd">
                  <c:v>44680</c:v>
                </c:pt>
                <c:pt idx="218" formatCode="yyyy\-mm\-dd">
                  <c:v>44673</c:v>
                </c:pt>
                <c:pt idx="219" formatCode="yyyy\-mm\-dd">
                  <c:v>44665</c:v>
                </c:pt>
                <c:pt idx="220" formatCode="yyyy\-mm\-dd">
                  <c:v>44659</c:v>
                </c:pt>
                <c:pt idx="221" formatCode="yyyy\-mm\-dd">
                  <c:v>44652</c:v>
                </c:pt>
                <c:pt idx="222" formatCode="yyyy\-mm\-dd">
                  <c:v>44645</c:v>
                </c:pt>
                <c:pt idx="223" formatCode="yyyy\-mm\-dd">
                  <c:v>44638</c:v>
                </c:pt>
                <c:pt idx="224" formatCode="yyyy\-mm\-dd">
                  <c:v>44631</c:v>
                </c:pt>
                <c:pt idx="225" formatCode="yyyy\-mm\-dd">
                  <c:v>44624</c:v>
                </c:pt>
                <c:pt idx="226" formatCode="yyyy\-mm\-dd">
                  <c:v>44617</c:v>
                </c:pt>
                <c:pt idx="227" formatCode="yyyy\-mm\-dd">
                  <c:v>44610</c:v>
                </c:pt>
                <c:pt idx="228" formatCode="yyyy\-mm\-dd">
                  <c:v>44603</c:v>
                </c:pt>
                <c:pt idx="229" formatCode="yyyy\-mm\-dd">
                  <c:v>44596</c:v>
                </c:pt>
                <c:pt idx="230" formatCode="yyyy\-mm\-dd">
                  <c:v>44589</c:v>
                </c:pt>
                <c:pt idx="231" formatCode="yyyy\-mm\-dd">
                  <c:v>44582</c:v>
                </c:pt>
                <c:pt idx="232" formatCode="yyyy\-mm\-dd">
                  <c:v>44575</c:v>
                </c:pt>
                <c:pt idx="233" formatCode="yyyy\-mm\-dd">
                  <c:v>44568</c:v>
                </c:pt>
                <c:pt idx="234" formatCode="yyyy\-mm\-dd">
                  <c:v>44561</c:v>
                </c:pt>
                <c:pt idx="235" formatCode="yyyy\-mm\-dd">
                  <c:v>44554</c:v>
                </c:pt>
                <c:pt idx="236" formatCode="yyyy\-mm\-dd">
                  <c:v>44547</c:v>
                </c:pt>
                <c:pt idx="237" formatCode="yyyy\-mm\-dd">
                  <c:v>44540</c:v>
                </c:pt>
                <c:pt idx="238" formatCode="yyyy\-mm\-dd">
                  <c:v>44533</c:v>
                </c:pt>
                <c:pt idx="239" formatCode="yyyy\-mm\-dd">
                  <c:v>44526</c:v>
                </c:pt>
                <c:pt idx="240" formatCode="yyyy\-mm\-dd">
                  <c:v>44519</c:v>
                </c:pt>
                <c:pt idx="241" formatCode="yyyy\-mm\-dd">
                  <c:v>44512</c:v>
                </c:pt>
                <c:pt idx="242" formatCode="yyyy\-mm\-dd">
                  <c:v>44505</c:v>
                </c:pt>
                <c:pt idx="243" formatCode="yyyy\-mm\-dd">
                  <c:v>44498</c:v>
                </c:pt>
                <c:pt idx="244" formatCode="yyyy\-mm\-dd">
                  <c:v>44491</c:v>
                </c:pt>
                <c:pt idx="245" formatCode="yyyy\-mm\-dd">
                  <c:v>44484</c:v>
                </c:pt>
                <c:pt idx="246" formatCode="yyyy\-mm\-dd">
                  <c:v>44477</c:v>
                </c:pt>
                <c:pt idx="247" formatCode="yyyy\-mm\-dd">
                  <c:v>44469</c:v>
                </c:pt>
                <c:pt idx="248" formatCode="yyyy\-mm\-dd">
                  <c:v>44463</c:v>
                </c:pt>
                <c:pt idx="249" formatCode="yyyy\-mm\-dd">
                  <c:v>44456</c:v>
                </c:pt>
                <c:pt idx="250" formatCode="yyyy\-mm\-dd">
                  <c:v>44449</c:v>
                </c:pt>
                <c:pt idx="251" formatCode="yyyy\-mm\-dd">
                  <c:v>44442</c:v>
                </c:pt>
                <c:pt idx="252" formatCode="yyyy\-mm\-dd">
                  <c:v>44435</c:v>
                </c:pt>
                <c:pt idx="253" formatCode="yyyy\-mm\-dd">
                  <c:v>44428</c:v>
                </c:pt>
                <c:pt idx="254" formatCode="yyyy\-mm\-dd">
                  <c:v>44421</c:v>
                </c:pt>
                <c:pt idx="255" formatCode="yyyy\-mm\-dd">
                  <c:v>44414</c:v>
                </c:pt>
                <c:pt idx="256" formatCode="yyyy\-mm\-dd">
                  <c:v>44407</c:v>
                </c:pt>
                <c:pt idx="257" formatCode="yyyy\-mm\-dd">
                  <c:v>44400</c:v>
                </c:pt>
                <c:pt idx="258" formatCode="yyyy\-mm\-dd">
                  <c:v>44393</c:v>
                </c:pt>
                <c:pt idx="259" formatCode="yyyy\-mm\-dd">
                  <c:v>44386</c:v>
                </c:pt>
                <c:pt idx="260" formatCode="yyyy\-mm\-dd">
                  <c:v>44379</c:v>
                </c:pt>
                <c:pt idx="261" formatCode="yyyy\-mm\-dd">
                  <c:v>44372</c:v>
                </c:pt>
                <c:pt idx="262" formatCode="yyyy\-mm\-dd">
                  <c:v>44365</c:v>
                </c:pt>
                <c:pt idx="263" formatCode="yyyy\-mm\-dd">
                  <c:v>44358</c:v>
                </c:pt>
                <c:pt idx="264" formatCode="yyyy\-mm\-dd">
                  <c:v>44351</c:v>
                </c:pt>
                <c:pt idx="265" formatCode="yyyy\-mm\-dd">
                  <c:v>44344</c:v>
                </c:pt>
                <c:pt idx="266" formatCode="yyyy\-mm\-dd">
                  <c:v>44337</c:v>
                </c:pt>
                <c:pt idx="267" formatCode="yyyy\-mm\-dd">
                  <c:v>44330</c:v>
                </c:pt>
                <c:pt idx="268" formatCode="yyyy\-mm\-dd">
                  <c:v>44323</c:v>
                </c:pt>
                <c:pt idx="269" formatCode="yyyy\-mm\-dd">
                  <c:v>44316</c:v>
                </c:pt>
                <c:pt idx="270" formatCode="yyyy\-mm\-dd">
                  <c:v>44309</c:v>
                </c:pt>
                <c:pt idx="271" formatCode="yyyy\-mm\-dd">
                  <c:v>44302</c:v>
                </c:pt>
                <c:pt idx="272" formatCode="yyyy\-mm\-dd">
                  <c:v>44295</c:v>
                </c:pt>
                <c:pt idx="273" formatCode="yyyy\-mm\-dd">
                  <c:v>44287</c:v>
                </c:pt>
                <c:pt idx="274" formatCode="yyyy\-mm\-dd">
                  <c:v>44281</c:v>
                </c:pt>
                <c:pt idx="275" formatCode="yyyy\-mm\-dd">
                  <c:v>44274</c:v>
                </c:pt>
                <c:pt idx="276" formatCode="yyyy\-mm\-dd">
                  <c:v>44267</c:v>
                </c:pt>
                <c:pt idx="277" formatCode="yyyy\-mm\-dd">
                  <c:v>44260</c:v>
                </c:pt>
                <c:pt idx="278" formatCode="yyyy\-mm\-dd">
                  <c:v>44253</c:v>
                </c:pt>
                <c:pt idx="279" formatCode="yyyy\-mm\-dd">
                  <c:v>44246</c:v>
                </c:pt>
                <c:pt idx="280" formatCode="yyyy\-mm\-dd">
                  <c:v>44238</c:v>
                </c:pt>
                <c:pt idx="281" formatCode="yyyy\-mm\-dd">
                  <c:v>44232</c:v>
                </c:pt>
                <c:pt idx="282" formatCode="yyyy\-mm\-dd">
                  <c:v>44225</c:v>
                </c:pt>
                <c:pt idx="283" formatCode="yyyy\-mm\-dd">
                  <c:v>44218</c:v>
                </c:pt>
                <c:pt idx="284" formatCode="yyyy\-mm\-dd">
                  <c:v>44211</c:v>
                </c:pt>
                <c:pt idx="285" formatCode="yyyy\-mm\-dd">
                  <c:v>44204</c:v>
                </c:pt>
                <c:pt idx="286" formatCode="yyyy\-mm\-dd">
                  <c:v>44196</c:v>
                </c:pt>
                <c:pt idx="287" formatCode="yyyy\-mm\-dd">
                  <c:v>44189</c:v>
                </c:pt>
                <c:pt idx="288" formatCode="yyyy\-mm\-dd">
                  <c:v>44183</c:v>
                </c:pt>
                <c:pt idx="289" formatCode="yyyy\-mm\-dd">
                  <c:v>44176</c:v>
                </c:pt>
                <c:pt idx="290" formatCode="yyyy\-mm\-dd">
                  <c:v>44169</c:v>
                </c:pt>
                <c:pt idx="291" formatCode="yyyy\-mm\-dd">
                  <c:v>44162</c:v>
                </c:pt>
                <c:pt idx="292" formatCode="yyyy\-mm\-dd">
                  <c:v>44155</c:v>
                </c:pt>
                <c:pt idx="293" formatCode="yyyy\-mm\-dd">
                  <c:v>44148</c:v>
                </c:pt>
                <c:pt idx="294" formatCode="yyyy\-mm\-dd">
                  <c:v>44141</c:v>
                </c:pt>
                <c:pt idx="295" formatCode="yyyy\-mm\-dd">
                  <c:v>44134</c:v>
                </c:pt>
                <c:pt idx="296" formatCode="yyyy\-mm\-dd">
                  <c:v>44127</c:v>
                </c:pt>
                <c:pt idx="297" formatCode="yyyy\-mm\-dd">
                  <c:v>44120</c:v>
                </c:pt>
                <c:pt idx="298" formatCode="yyyy\-mm\-dd">
                  <c:v>44113</c:v>
                </c:pt>
                <c:pt idx="299" formatCode="yyyy\-mm\-dd">
                  <c:v>44104</c:v>
                </c:pt>
                <c:pt idx="300" formatCode="yyyy\-mm\-dd">
                  <c:v>44099</c:v>
                </c:pt>
                <c:pt idx="301" formatCode="yyyy\-mm\-dd">
                  <c:v>44092</c:v>
                </c:pt>
                <c:pt idx="302" formatCode="yyyy\-mm\-dd">
                  <c:v>44085</c:v>
                </c:pt>
                <c:pt idx="303" formatCode="yyyy\-mm\-dd">
                  <c:v>44078</c:v>
                </c:pt>
                <c:pt idx="304" formatCode="yyyy\-mm\-dd">
                  <c:v>44071</c:v>
                </c:pt>
                <c:pt idx="305" formatCode="yyyy\-mm\-dd">
                  <c:v>44064</c:v>
                </c:pt>
                <c:pt idx="306" formatCode="yyyy\-mm\-dd">
                  <c:v>44057</c:v>
                </c:pt>
                <c:pt idx="307" formatCode="yyyy\-mm\-dd">
                  <c:v>44050</c:v>
                </c:pt>
                <c:pt idx="308" formatCode="yyyy\-mm\-dd">
                  <c:v>44043</c:v>
                </c:pt>
                <c:pt idx="309" formatCode="yyyy\-mm\-dd">
                  <c:v>44036</c:v>
                </c:pt>
                <c:pt idx="310" formatCode="yyyy\-mm\-dd">
                  <c:v>44029</c:v>
                </c:pt>
                <c:pt idx="311" formatCode="yyyy\-mm\-dd">
                  <c:v>44022</c:v>
                </c:pt>
                <c:pt idx="312" formatCode="yyyy\-mm\-dd">
                  <c:v>44015</c:v>
                </c:pt>
                <c:pt idx="313" formatCode="yyyy\-mm\-dd">
                  <c:v>44008</c:v>
                </c:pt>
                <c:pt idx="314" formatCode="yyyy\-mm\-dd">
                  <c:v>44001</c:v>
                </c:pt>
                <c:pt idx="315" formatCode="yyyy\-mm\-dd">
                  <c:v>43994</c:v>
                </c:pt>
                <c:pt idx="316" formatCode="yyyy\-mm\-dd">
                  <c:v>43987</c:v>
                </c:pt>
                <c:pt idx="317" formatCode="yyyy\-mm\-dd">
                  <c:v>43980</c:v>
                </c:pt>
                <c:pt idx="318" formatCode="yyyy\-mm\-dd">
                  <c:v>43973</c:v>
                </c:pt>
                <c:pt idx="319" formatCode="yyyy\-mm\-dd">
                  <c:v>43966</c:v>
                </c:pt>
                <c:pt idx="320" formatCode="yyyy\-mm\-dd">
                  <c:v>43959</c:v>
                </c:pt>
              </c:numCache>
            </c:numRef>
          </c:cat>
          <c:val>
            <c:numRef>
              <c:f>卖空!$I$5:$I$325</c:f>
              <c:numCache>
                <c:formatCode>_ * #,##0_ ;_ * \-#,##0_ ;_ * "-"??_ ;_ @_ </c:formatCode>
                <c:ptCount val="321"/>
                <c:pt idx="0">
                  <c:v>23924.81</c:v>
                </c:pt>
                <c:pt idx="1">
                  <c:v>24718.1</c:v>
                </c:pt>
                <c:pt idx="2">
                  <c:v>24961.95</c:v>
                </c:pt>
                <c:pt idx="3">
                  <c:v>25182.39</c:v>
                </c:pt>
                <c:pt idx="4">
                  <c:v>25606.03</c:v>
                </c:pt>
                <c:pt idx="5">
                  <c:v>25962.73</c:v>
                </c:pt>
                <c:pt idx="6">
                  <c:v>26393.71</c:v>
                </c:pt>
                <c:pt idx="7">
                  <c:v>25776.53</c:v>
                </c:pt>
                <c:pt idx="8">
                  <c:v>25978.07</c:v>
                </c:pt>
                <c:pt idx="9">
                  <c:v>26160.33</c:v>
                </c:pt>
                <c:pt idx="10">
                  <c:v>25893.54</c:v>
                </c:pt>
                <c:pt idx="11">
                  <c:v>25116.53</c:v>
                </c:pt>
                <c:pt idx="12">
                  <c:v>24951.88</c:v>
                </c:pt>
                <c:pt idx="13">
                  <c:v>25277.32</c:v>
                </c:pt>
                <c:pt idx="14">
                  <c:v>25465.599999999999</c:v>
                </c:pt>
                <c:pt idx="15">
                  <c:v>25757.29</c:v>
                </c:pt>
                <c:pt idx="16">
                  <c:v>26630.54</c:v>
                </c:pt>
                <c:pt idx="17">
                  <c:v>26413.35</c:v>
                </c:pt>
                <c:pt idx="18">
                  <c:v>26567.119999999999</c:v>
                </c:pt>
                <c:pt idx="19">
                  <c:v>26559.95</c:v>
                </c:pt>
                <c:pt idx="20">
                  <c:v>27387.11</c:v>
                </c:pt>
                <c:pt idx="21">
                  <c:v>26749.51</c:v>
                </c:pt>
                <c:pt idx="22">
                  <c:v>26844.959999999999</c:v>
                </c:pt>
                <c:pt idx="23">
                  <c:v>26231.79</c:v>
                </c:pt>
                <c:pt idx="24">
                  <c:v>26338.47</c:v>
                </c:pt>
                <c:pt idx="25">
                  <c:v>25818.93</c:v>
                </c:pt>
                <c:pt idx="26">
                  <c:v>25690.53</c:v>
                </c:pt>
                <c:pt idx="27">
                  <c:v>25976.79</c:v>
                </c:pt>
                <c:pt idx="28">
                  <c:v>26085.08</c:v>
                </c:pt>
                <c:pt idx="29">
                  <c:v>25858.89</c:v>
                </c:pt>
                <c:pt idx="30">
                  <c:v>25220.02</c:v>
                </c:pt>
                <c:pt idx="31">
                  <c:v>26572.46</c:v>
                </c:pt>
                <c:pt idx="32">
                  <c:v>26241.83</c:v>
                </c:pt>
                <c:pt idx="33">
                  <c:v>25906.65</c:v>
                </c:pt>
                <c:pt idx="34">
                  <c:v>26160.15</c:v>
                </c:pt>
                <c:pt idx="35">
                  <c:v>25247.1</c:v>
                </c:pt>
                <c:pt idx="36">
                  <c:v>26290.32</c:v>
                </c:pt>
                <c:pt idx="38">
                  <c:v>27140.92</c:v>
                </c:pt>
                <c:pt idx="39">
                  <c:v>26128.2</c:v>
                </c:pt>
                <c:pt idx="40">
                  <c:v>26545.1</c:v>
                </c:pt>
                <c:pt idx="41">
                  <c:v>26388.16</c:v>
                </c:pt>
                <c:pt idx="42">
                  <c:v>25417.98</c:v>
                </c:pt>
                <c:pt idx="43">
                  <c:v>25077.62</c:v>
                </c:pt>
                <c:pt idx="44">
                  <c:v>25339.14</c:v>
                </c:pt>
                <c:pt idx="45">
                  <c:v>25270.07</c:v>
                </c:pt>
                <c:pt idx="46">
                  <c:v>24858.82</c:v>
                </c:pt>
                <c:pt idx="47">
                  <c:v>24507.81</c:v>
                </c:pt>
                <c:pt idx="48">
                  <c:v>25388.35</c:v>
                </c:pt>
                <c:pt idx="49">
                  <c:v>24825.66</c:v>
                </c:pt>
                <c:pt idx="50">
                  <c:v>24139.57</c:v>
                </c:pt>
                <c:pt idx="51">
                  <c:v>23916.06</c:v>
                </c:pt>
                <c:pt idx="52">
                  <c:v>24284.15</c:v>
                </c:pt>
                <c:pt idx="53">
                  <c:v>23530.48</c:v>
                </c:pt>
                <c:pt idx="54">
                  <c:v>23892.560000000001</c:v>
                </c:pt>
                <c:pt idx="55">
                  <c:v>23792.54</c:v>
                </c:pt>
                <c:pt idx="56">
                  <c:v>23289.77</c:v>
                </c:pt>
                <c:pt idx="57">
                  <c:v>23601.26</c:v>
                </c:pt>
                <c:pt idx="58">
                  <c:v>23345.05</c:v>
                </c:pt>
                <c:pt idx="59">
                  <c:v>22867.74</c:v>
                </c:pt>
                <c:pt idx="60">
                  <c:v>22504.68</c:v>
                </c:pt>
                <c:pt idx="61">
                  <c:v>21980.74</c:v>
                </c:pt>
                <c:pt idx="62">
                  <c:v>21395.14</c:v>
                </c:pt>
                <c:pt idx="63">
                  <c:v>20914.689999999999</c:v>
                </c:pt>
                <c:pt idx="64">
                  <c:v>22849.81</c:v>
                </c:pt>
                <c:pt idx="65">
                  <c:v>23426.6</c:v>
                </c:pt>
                <c:pt idx="66">
                  <c:v>23689.72</c:v>
                </c:pt>
                <c:pt idx="67">
                  <c:v>23959.98</c:v>
                </c:pt>
                <c:pt idx="68">
                  <c:v>24231.3</c:v>
                </c:pt>
                <c:pt idx="69">
                  <c:v>22941.32</c:v>
                </c:pt>
                <c:pt idx="70">
                  <c:v>23477.919999999998</c:v>
                </c:pt>
                <c:pt idx="71">
                  <c:v>22620.33</c:v>
                </c:pt>
                <c:pt idx="72">
                  <c:v>21133.54</c:v>
                </c:pt>
                <c:pt idx="73">
                  <c:v>20225.11</c:v>
                </c:pt>
                <c:pt idx="74">
                  <c:v>20066.189999999999</c:v>
                </c:pt>
                <c:pt idx="75">
                  <c:v>19584.060000000001</c:v>
                </c:pt>
                <c:pt idx="76">
                  <c:v>19064.29</c:v>
                </c:pt>
                <c:pt idx="77">
                  <c:v>19760.27</c:v>
                </c:pt>
                <c:pt idx="78">
                  <c:v>20090.46</c:v>
                </c:pt>
                <c:pt idx="79">
                  <c:v>19720.7</c:v>
                </c:pt>
                <c:pt idx="80">
                  <c:v>19971.240000000002</c:v>
                </c:pt>
                <c:pt idx="81">
                  <c:v>19865.849999999999</c:v>
                </c:pt>
                <c:pt idx="82">
                  <c:v>19423.61</c:v>
                </c:pt>
                <c:pt idx="83">
                  <c:v>19229.97</c:v>
                </c:pt>
                <c:pt idx="84">
                  <c:v>19426.34</c:v>
                </c:pt>
                <c:pt idx="85">
                  <c:v>20728.189999999999</c:v>
                </c:pt>
                <c:pt idx="86">
                  <c:v>20506.43</c:v>
                </c:pt>
                <c:pt idx="87">
                  <c:v>20590.150000000001</c:v>
                </c:pt>
                <c:pt idx="88">
                  <c:v>20804.11</c:v>
                </c:pt>
                <c:pt idx="89">
                  <c:v>21251.98</c:v>
                </c:pt>
                <c:pt idx="90">
                  <c:v>22736.87</c:v>
                </c:pt>
                <c:pt idx="91">
                  <c:v>20632.3</c:v>
                </c:pt>
                <c:pt idx="92">
                  <c:v>18258.57</c:v>
                </c:pt>
                <c:pt idx="93">
                  <c:v>17369.09</c:v>
                </c:pt>
                <c:pt idx="94">
                  <c:v>17444.3</c:v>
                </c:pt>
                <c:pt idx="95">
                  <c:v>17989.07</c:v>
                </c:pt>
                <c:pt idx="96">
                  <c:v>17612.099999999999</c:v>
                </c:pt>
                <c:pt idx="97">
                  <c:v>17430.16</c:v>
                </c:pt>
                <c:pt idx="98">
                  <c:v>17090.23</c:v>
                </c:pt>
                <c:pt idx="99">
                  <c:v>16945.509999999998</c:v>
                </c:pt>
                <c:pt idx="100">
                  <c:v>17021.310000000001</c:v>
                </c:pt>
                <c:pt idx="101">
                  <c:v>17417.68</c:v>
                </c:pt>
                <c:pt idx="102">
                  <c:v>18293.38</c:v>
                </c:pt>
                <c:pt idx="103">
                  <c:v>17799.61</c:v>
                </c:pt>
                <c:pt idx="104">
                  <c:v>17718.61</c:v>
                </c:pt>
                <c:pt idx="105">
                  <c:v>18028.52</c:v>
                </c:pt>
                <c:pt idx="106">
                  <c:v>17941.78</c:v>
                </c:pt>
                <c:pt idx="107">
                  <c:v>18366.95</c:v>
                </c:pt>
                <c:pt idx="108">
                  <c:v>18079.61</c:v>
                </c:pt>
                <c:pt idx="109">
                  <c:v>18608.939999999999</c:v>
                </c:pt>
                <c:pt idx="110">
                  <c:v>19553.61</c:v>
                </c:pt>
                <c:pt idx="111">
                  <c:v>18963.68</c:v>
                </c:pt>
                <c:pt idx="112">
                  <c:v>18475.919999999998</c:v>
                </c:pt>
                <c:pt idx="113">
                  <c:v>17651.150000000001</c:v>
                </c:pt>
                <c:pt idx="114">
                  <c:v>16224.14</c:v>
                </c:pt>
                <c:pt idx="115">
                  <c:v>16721.689999999999</c:v>
                </c:pt>
                <c:pt idx="116">
                  <c:v>16723.919999999998</c:v>
                </c:pt>
                <c:pt idx="117">
                  <c:v>16541.419999999998</c:v>
                </c:pt>
                <c:pt idx="118">
                  <c:v>16499.47</c:v>
                </c:pt>
                <c:pt idx="119">
                  <c:v>16720.89</c:v>
                </c:pt>
                <c:pt idx="120">
                  <c:v>16353.39</c:v>
                </c:pt>
                <c:pt idx="121">
                  <c:v>16589.439999999999</c:v>
                </c:pt>
                <c:pt idx="122">
                  <c:v>16725.86</c:v>
                </c:pt>
                <c:pt idx="123">
                  <c:v>16339.96</c:v>
                </c:pt>
                <c:pt idx="124">
                  <c:v>15746.58</c:v>
                </c:pt>
                <c:pt idx="125">
                  <c:v>15533.56</c:v>
                </c:pt>
                <c:pt idx="126">
                  <c:v>15952.23</c:v>
                </c:pt>
                <c:pt idx="127">
                  <c:v>15308.69</c:v>
                </c:pt>
                <c:pt idx="128">
                  <c:v>16244.58</c:v>
                </c:pt>
                <c:pt idx="129">
                  <c:v>16535.330000000002</c:v>
                </c:pt>
                <c:pt idx="130">
                  <c:v>17047.39</c:v>
                </c:pt>
                <c:pt idx="131">
                  <c:v>16340.41</c:v>
                </c:pt>
                <c:pt idx="132">
                  <c:v>16792.189999999999</c:v>
                </c:pt>
                <c:pt idx="133">
                  <c:v>16334.37</c:v>
                </c:pt>
                <c:pt idx="134">
                  <c:v>16830.3</c:v>
                </c:pt>
                <c:pt idx="135">
                  <c:v>17559.419999999998</c:v>
                </c:pt>
                <c:pt idx="136">
                  <c:v>17454.189999999999</c:v>
                </c:pt>
                <c:pt idx="137">
                  <c:v>17203.259999999998</c:v>
                </c:pt>
                <c:pt idx="138">
                  <c:v>17664.12</c:v>
                </c:pt>
                <c:pt idx="139">
                  <c:v>17398.73</c:v>
                </c:pt>
                <c:pt idx="140">
                  <c:v>17172.13</c:v>
                </c:pt>
                <c:pt idx="141">
                  <c:v>17813.45</c:v>
                </c:pt>
                <c:pt idx="142">
                  <c:v>17485.98</c:v>
                </c:pt>
                <c:pt idx="143">
                  <c:v>17809.66</c:v>
                </c:pt>
                <c:pt idx="144">
                  <c:v>18057.45</c:v>
                </c:pt>
                <c:pt idx="145">
                  <c:v>18182.89</c:v>
                </c:pt>
                <c:pt idx="146">
                  <c:v>18202.07</c:v>
                </c:pt>
                <c:pt idx="147">
                  <c:v>18382.060000000001</c:v>
                </c:pt>
                <c:pt idx="148">
                  <c:v>17956.38</c:v>
                </c:pt>
                <c:pt idx="149">
                  <c:v>17950.849999999999</c:v>
                </c:pt>
                <c:pt idx="150">
                  <c:v>19075.189999999999</c:v>
                </c:pt>
                <c:pt idx="151">
                  <c:v>19539.46</c:v>
                </c:pt>
                <c:pt idx="152">
                  <c:v>19916.560000000001</c:v>
                </c:pt>
                <c:pt idx="153">
                  <c:v>19075.259999999998</c:v>
                </c:pt>
                <c:pt idx="154">
                  <c:v>19413.78</c:v>
                </c:pt>
                <c:pt idx="155">
                  <c:v>18365.7</c:v>
                </c:pt>
                <c:pt idx="156">
                  <c:v>18916.43</c:v>
                </c:pt>
                <c:pt idx="157">
                  <c:v>18889.97</c:v>
                </c:pt>
                <c:pt idx="158">
                  <c:v>20040.37</c:v>
                </c:pt>
                <c:pt idx="159">
                  <c:v>19389.95</c:v>
                </c:pt>
                <c:pt idx="160">
                  <c:v>18949.939999999999</c:v>
                </c:pt>
                <c:pt idx="161">
                  <c:v>18746.919999999998</c:v>
                </c:pt>
                <c:pt idx="162">
                  <c:v>19450.57</c:v>
                </c:pt>
                <c:pt idx="163">
                  <c:v>19627.240000000002</c:v>
                </c:pt>
                <c:pt idx="164">
                  <c:v>20049.310000000001</c:v>
                </c:pt>
                <c:pt idx="165">
                  <c:v>19894.57</c:v>
                </c:pt>
                <c:pt idx="166">
                  <c:v>20075.73</c:v>
                </c:pt>
                <c:pt idx="167">
                  <c:v>20438.810000000001</c:v>
                </c:pt>
                <c:pt idx="168">
                  <c:v>20331.2</c:v>
                </c:pt>
                <c:pt idx="169">
                  <c:v>20400.11</c:v>
                </c:pt>
                <c:pt idx="170">
                  <c:v>19915.68</c:v>
                </c:pt>
                <c:pt idx="171">
                  <c:v>19518.59</c:v>
                </c:pt>
                <c:pt idx="172">
                  <c:v>19319.919999999998</c:v>
                </c:pt>
                <c:pt idx="173">
                  <c:v>20567.54</c:v>
                </c:pt>
                <c:pt idx="174">
                  <c:v>20010.04</c:v>
                </c:pt>
                <c:pt idx="175">
                  <c:v>20719.810000000001</c:v>
                </c:pt>
                <c:pt idx="176">
                  <c:v>21190.42</c:v>
                </c:pt>
                <c:pt idx="177">
                  <c:v>21660.47</c:v>
                </c:pt>
                <c:pt idx="178">
                  <c:v>22688.9</c:v>
                </c:pt>
                <c:pt idx="179">
                  <c:v>22044.65</c:v>
                </c:pt>
                <c:pt idx="180">
                  <c:v>21738.66</c:v>
                </c:pt>
                <c:pt idx="181">
                  <c:v>20991.64</c:v>
                </c:pt>
                <c:pt idx="182">
                  <c:v>19781.41</c:v>
                </c:pt>
                <c:pt idx="183">
                  <c:v>19593.060000000001</c:v>
                </c:pt>
                <c:pt idx="184">
                  <c:v>19450.669999999998</c:v>
                </c:pt>
                <c:pt idx="185">
                  <c:v>19900.87</c:v>
                </c:pt>
                <c:pt idx="186">
                  <c:v>18675.349999999999</c:v>
                </c:pt>
                <c:pt idx="187">
                  <c:v>17573.580000000002</c:v>
                </c:pt>
                <c:pt idx="188">
                  <c:v>17992.54</c:v>
                </c:pt>
                <c:pt idx="189">
                  <c:v>17325.66</c:v>
                </c:pt>
                <c:pt idx="190">
                  <c:v>16161.14</c:v>
                </c:pt>
                <c:pt idx="191">
                  <c:v>14863.06</c:v>
                </c:pt>
                <c:pt idx="192">
                  <c:v>16211.12</c:v>
                </c:pt>
                <c:pt idx="193">
                  <c:v>16587.689999999999</c:v>
                </c:pt>
                <c:pt idx="194">
                  <c:v>17740.05</c:v>
                </c:pt>
                <c:pt idx="195">
                  <c:v>17222.830000000002</c:v>
                </c:pt>
                <c:pt idx="196">
                  <c:v>17933.27</c:v>
                </c:pt>
                <c:pt idx="197">
                  <c:v>18761.689999999999</c:v>
                </c:pt>
                <c:pt idx="198">
                  <c:v>19362.25</c:v>
                </c:pt>
                <c:pt idx="199">
                  <c:v>19452.09</c:v>
                </c:pt>
                <c:pt idx="200">
                  <c:v>20170.04</c:v>
                </c:pt>
                <c:pt idx="201">
                  <c:v>19773.03</c:v>
                </c:pt>
                <c:pt idx="202">
                  <c:v>20175.62</c:v>
                </c:pt>
                <c:pt idx="203">
                  <c:v>20201.939999999999</c:v>
                </c:pt>
                <c:pt idx="204">
                  <c:v>20156.509999999998</c:v>
                </c:pt>
                <c:pt idx="205">
                  <c:v>20609.14</c:v>
                </c:pt>
                <c:pt idx="206">
                  <c:v>20297.72</c:v>
                </c:pt>
                <c:pt idx="207">
                  <c:v>21725.78</c:v>
                </c:pt>
                <c:pt idx="208">
                  <c:v>21859.79</c:v>
                </c:pt>
                <c:pt idx="209">
                  <c:v>21719.06</c:v>
                </c:pt>
                <c:pt idx="210">
                  <c:v>21075</c:v>
                </c:pt>
                <c:pt idx="211">
                  <c:v>21806.18</c:v>
                </c:pt>
                <c:pt idx="212">
                  <c:v>21082.13</c:v>
                </c:pt>
                <c:pt idx="213">
                  <c:v>20697.36</c:v>
                </c:pt>
                <c:pt idx="214">
                  <c:v>20717.240000000002</c:v>
                </c:pt>
                <c:pt idx="215">
                  <c:v>19898.77</c:v>
                </c:pt>
                <c:pt idx="216">
                  <c:v>20001.96</c:v>
                </c:pt>
                <c:pt idx="217">
                  <c:v>21089.39</c:v>
                </c:pt>
                <c:pt idx="218">
                  <c:v>20638.52</c:v>
                </c:pt>
                <c:pt idx="219">
                  <c:v>21518.080000000002</c:v>
                </c:pt>
                <c:pt idx="220">
                  <c:v>21872.01</c:v>
                </c:pt>
                <c:pt idx="221">
                  <c:v>22039.55</c:v>
                </c:pt>
                <c:pt idx="222">
                  <c:v>21404.880000000001</c:v>
                </c:pt>
                <c:pt idx="223">
                  <c:v>21412.400000000001</c:v>
                </c:pt>
                <c:pt idx="224">
                  <c:v>20553.79</c:v>
                </c:pt>
                <c:pt idx="225">
                  <c:v>21905.29</c:v>
                </c:pt>
                <c:pt idx="226">
                  <c:v>22767.18</c:v>
                </c:pt>
                <c:pt idx="227">
                  <c:v>24327.71</c:v>
                </c:pt>
                <c:pt idx="228">
                  <c:v>24906.66</c:v>
                </c:pt>
                <c:pt idx="229">
                  <c:v>24573.29</c:v>
                </c:pt>
                <c:pt idx="230">
                  <c:v>23550.080000000002</c:v>
                </c:pt>
                <c:pt idx="231">
                  <c:v>24965.55</c:v>
                </c:pt>
                <c:pt idx="232">
                  <c:v>24383.32</c:v>
                </c:pt>
                <c:pt idx="233">
                  <c:v>23493.38</c:v>
                </c:pt>
                <c:pt idx="234">
                  <c:v>23397.67</c:v>
                </c:pt>
                <c:pt idx="235">
                  <c:v>23223.759999999998</c:v>
                </c:pt>
                <c:pt idx="236">
                  <c:v>23192.63</c:v>
                </c:pt>
                <c:pt idx="237">
                  <c:v>23995.72</c:v>
                </c:pt>
                <c:pt idx="238">
                  <c:v>23766.69</c:v>
                </c:pt>
                <c:pt idx="239">
                  <c:v>24080.52</c:v>
                </c:pt>
                <c:pt idx="240">
                  <c:v>25049.97</c:v>
                </c:pt>
                <c:pt idx="241">
                  <c:v>25327.97</c:v>
                </c:pt>
                <c:pt idx="242">
                  <c:v>24870.51</c:v>
                </c:pt>
                <c:pt idx="243">
                  <c:v>25377.24</c:v>
                </c:pt>
                <c:pt idx="244">
                  <c:v>26126.93</c:v>
                </c:pt>
                <c:pt idx="245">
                  <c:v>25330.959999999999</c:v>
                </c:pt>
                <c:pt idx="246">
                  <c:v>24837.85</c:v>
                </c:pt>
                <c:pt idx="247">
                  <c:v>24575.64</c:v>
                </c:pt>
                <c:pt idx="248">
                  <c:v>24192.16</c:v>
                </c:pt>
                <c:pt idx="249">
                  <c:v>24920.76</c:v>
                </c:pt>
                <c:pt idx="250">
                  <c:v>26205.91</c:v>
                </c:pt>
                <c:pt idx="251">
                  <c:v>25901.99</c:v>
                </c:pt>
                <c:pt idx="252">
                  <c:v>25407.89</c:v>
                </c:pt>
                <c:pt idx="253">
                  <c:v>24849.72</c:v>
                </c:pt>
                <c:pt idx="254">
                  <c:v>26391.62</c:v>
                </c:pt>
                <c:pt idx="255">
                  <c:v>26179.4</c:v>
                </c:pt>
                <c:pt idx="256">
                  <c:v>25961.03</c:v>
                </c:pt>
                <c:pt idx="257">
                  <c:v>27321.98</c:v>
                </c:pt>
                <c:pt idx="258">
                  <c:v>28004.68</c:v>
                </c:pt>
                <c:pt idx="259">
                  <c:v>27344.54</c:v>
                </c:pt>
                <c:pt idx="260">
                  <c:v>28310.42</c:v>
                </c:pt>
                <c:pt idx="261">
                  <c:v>29288.22</c:v>
                </c:pt>
                <c:pt idx="262">
                  <c:v>28801.27</c:v>
                </c:pt>
                <c:pt idx="263">
                  <c:v>28842.13</c:v>
                </c:pt>
                <c:pt idx="264">
                  <c:v>28918.1</c:v>
                </c:pt>
                <c:pt idx="265">
                  <c:v>29124.41</c:v>
                </c:pt>
                <c:pt idx="266">
                  <c:v>28458.44</c:v>
                </c:pt>
                <c:pt idx="267">
                  <c:v>28027.57</c:v>
                </c:pt>
                <c:pt idx="268">
                  <c:v>28610.65</c:v>
                </c:pt>
                <c:pt idx="269">
                  <c:v>28724.880000000001</c:v>
                </c:pt>
                <c:pt idx="270">
                  <c:v>29078.75</c:v>
                </c:pt>
                <c:pt idx="271">
                  <c:v>28969.71</c:v>
                </c:pt>
                <c:pt idx="272">
                  <c:v>28698.799999999999</c:v>
                </c:pt>
                <c:pt idx="273">
                  <c:v>28938.74</c:v>
                </c:pt>
                <c:pt idx="274">
                  <c:v>28336.43</c:v>
                </c:pt>
                <c:pt idx="275">
                  <c:v>28990.94</c:v>
                </c:pt>
                <c:pt idx="276">
                  <c:v>28739.72</c:v>
                </c:pt>
                <c:pt idx="277">
                  <c:v>29098.29</c:v>
                </c:pt>
                <c:pt idx="278">
                  <c:v>28980.21</c:v>
                </c:pt>
                <c:pt idx="279">
                  <c:v>30644.73</c:v>
                </c:pt>
                <c:pt idx="280">
                  <c:v>30173.57</c:v>
                </c:pt>
                <c:pt idx="281">
                  <c:v>29288.68</c:v>
                </c:pt>
                <c:pt idx="282">
                  <c:v>28283.71</c:v>
                </c:pt>
                <c:pt idx="283">
                  <c:v>29447.85</c:v>
                </c:pt>
                <c:pt idx="284">
                  <c:v>28573.86</c:v>
                </c:pt>
                <c:pt idx="285">
                  <c:v>27878.22</c:v>
                </c:pt>
                <c:pt idx="286">
                  <c:v>27231.13</c:v>
                </c:pt>
                <c:pt idx="287">
                  <c:v>26386.560000000001</c:v>
                </c:pt>
                <c:pt idx="288">
                  <c:v>26498.6</c:v>
                </c:pt>
                <c:pt idx="289">
                  <c:v>26505.87</c:v>
                </c:pt>
                <c:pt idx="290">
                  <c:v>26835.919999999998</c:v>
                </c:pt>
                <c:pt idx="291">
                  <c:v>26894.68</c:v>
                </c:pt>
                <c:pt idx="292">
                  <c:v>26451.54</c:v>
                </c:pt>
                <c:pt idx="293">
                  <c:v>26156.86</c:v>
                </c:pt>
                <c:pt idx="294">
                  <c:v>25712.97</c:v>
                </c:pt>
                <c:pt idx="295">
                  <c:v>24107.42</c:v>
                </c:pt>
                <c:pt idx="296">
                  <c:v>24918.78</c:v>
                </c:pt>
                <c:pt idx="297">
                  <c:v>24386.79</c:v>
                </c:pt>
                <c:pt idx="298">
                  <c:v>24119.13</c:v>
                </c:pt>
                <c:pt idx="299">
                  <c:v>23459.05</c:v>
                </c:pt>
                <c:pt idx="300">
                  <c:v>23235.42</c:v>
                </c:pt>
                <c:pt idx="301">
                  <c:v>24455.41</c:v>
                </c:pt>
                <c:pt idx="302">
                  <c:v>24503.31</c:v>
                </c:pt>
                <c:pt idx="303">
                  <c:v>24695.45</c:v>
                </c:pt>
                <c:pt idx="304">
                  <c:v>25422.06</c:v>
                </c:pt>
                <c:pt idx="305">
                  <c:v>25113.84</c:v>
                </c:pt>
                <c:pt idx="306">
                  <c:v>25183.01</c:v>
                </c:pt>
                <c:pt idx="307">
                  <c:v>24531.62</c:v>
                </c:pt>
                <c:pt idx="308">
                  <c:v>24595.35</c:v>
                </c:pt>
                <c:pt idx="309">
                  <c:v>24705.33</c:v>
                </c:pt>
                <c:pt idx="310">
                  <c:v>25089.17</c:v>
                </c:pt>
                <c:pt idx="311">
                  <c:v>25727.41</c:v>
                </c:pt>
                <c:pt idx="312">
                  <c:v>25373.119999999999</c:v>
                </c:pt>
                <c:pt idx="313">
                  <c:v>24549.99</c:v>
                </c:pt>
                <c:pt idx="314">
                  <c:v>24643.89</c:v>
                </c:pt>
                <c:pt idx="315">
                  <c:v>24301.38</c:v>
                </c:pt>
                <c:pt idx="316">
                  <c:v>24770.41</c:v>
                </c:pt>
                <c:pt idx="317">
                  <c:v>22961.47</c:v>
                </c:pt>
                <c:pt idx="318">
                  <c:v>22930.14</c:v>
                </c:pt>
                <c:pt idx="319">
                  <c:v>23797.47</c:v>
                </c:pt>
                <c:pt idx="320">
                  <c:v>24230.17</c:v>
                </c:pt>
              </c:numCache>
            </c:numRef>
          </c:val>
          <c:smooth val="0"/>
          <c:extLst>
            <c:ext xmlns:c16="http://schemas.microsoft.com/office/drawing/2014/chart" uri="{C3380CC4-5D6E-409C-BE32-E72D297353CC}">
              <c16:uniqueId val="{00000001-B05D-B643-A3BB-10DBFB8F23D6}"/>
            </c:ext>
          </c:extLst>
        </c:ser>
        <c:dLbls>
          <c:showLegendKey val="0"/>
          <c:showVal val="0"/>
          <c:showCatName val="0"/>
          <c:showSerName val="0"/>
          <c:showPercent val="0"/>
          <c:showBubbleSize val="0"/>
        </c:dLbls>
        <c:marker val="1"/>
        <c:smooth val="0"/>
        <c:axId val="2000001186"/>
        <c:axId val="2000001187"/>
      </c:lineChart>
      <c:dateAx>
        <c:axId val="2000001184"/>
        <c:scaling>
          <c:orientation val="minMax"/>
          <c:max val="46205"/>
        </c:scaling>
        <c:delete val="0"/>
        <c:axPos val="b"/>
        <c:numFmt formatCode="yyyy\-mm" sourceLinked="0"/>
        <c:majorTickMark val="in"/>
        <c:minorTickMark val="none"/>
        <c:tickLblPos val="nextTo"/>
        <c:spPr>
          <a:ln w="3175">
            <a:solidFill>
              <a:srgbClr val="000000"/>
            </a:solidFill>
            <a:prstDash val="solid"/>
          </a:ln>
        </c:spPr>
        <c:txPr>
          <a:bodyPr rot="0" vert="horz"/>
          <a:lstStyle/>
          <a:p>
            <a:pPr>
              <a:defRPr/>
            </a:pPr>
            <a:endParaRPr lang="zh-CN"/>
          </a:p>
        </c:txPr>
        <c:crossAx val="2000001185"/>
        <c:crosses val="autoZero"/>
        <c:auto val="0"/>
        <c:lblOffset val="100"/>
        <c:baseTimeUnit val="days"/>
        <c:majorUnit val="10"/>
        <c:majorTimeUnit val="months"/>
      </c:dateAx>
      <c:valAx>
        <c:axId val="2000001185"/>
        <c:scaling>
          <c:orientation val="minMax"/>
          <c:min val="4"/>
        </c:scaling>
        <c:delete val="0"/>
        <c:axPos val="l"/>
        <c:numFmt formatCode="General" sourceLinked="0"/>
        <c:majorTickMark val="in"/>
        <c:minorTickMark val="none"/>
        <c:tickLblPos val="nextTo"/>
        <c:spPr>
          <a:ln w="3175">
            <a:solidFill>
              <a:srgbClr val="000000"/>
            </a:solidFill>
            <a:prstDash val="solid"/>
          </a:ln>
        </c:spPr>
        <c:txPr>
          <a:bodyPr rot="0" vert="horz"/>
          <a:lstStyle/>
          <a:p>
            <a:pPr>
              <a:defRPr/>
            </a:pPr>
            <a:endParaRPr lang="zh-CN"/>
          </a:p>
        </c:txPr>
        <c:crossAx val="2000001184"/>
        <c:crosses val="autoZero"/>
        <c:crossBetween val="between"/>
      </c:valAx>
      <c:dateAx>
        <c:axId val="2000001186"/>
        <c:scaling>
          <c:orientation val="minMax"/>
        </c:scaling>
        <c:delete val="1"/>
        <c:axPos val="b"/>
        <c:numFmt formatCode="m/d/yyyy" sourceLinked="1"/>
        <c:majorTickMark val="out"/>
        <c:minorTickMark val="none"/>
        <c:tickLblPos val="none"/>
        <c:crossAx val="2000001187"/>
        <c:crosses val="autoZero"/>
        <c:auto val="1"/>
        <c:lblOffset val="100"/>
        <c:baseTimeUnit val="days"/>
      </c:dateAx>
      <c:valAx>
        <c:axId val="2000001187"/>
        <c:scaling>
          <c:orientation val="minMax"/>
          <c:min val="15000"/>
        </c:scaling>
        <c:delete val="0"/>
        <c:axPos val="r"/>
        <c:numFmt formatCode="_ * #,##0_ ;_ * \-#,##0_ ;_ * &quot;-&quot;??_ ;_ @_ " sourceLinked="1"/>
        <c:majorTickMark val="in"/>
        <c:minorTickMark val="none"/>
        <c:tickLblPos val="nextTo"/>
        <c:spPr>
          <a:ln w="3175">
            <a:solidFill>
              <a:srgbClr val="000000"/>
            </a:solidFill>
            <a:prstDash val="solid"/>
          </a:ln>
        </c:spPr>
        <c:txPr>
          <a:bodyPr rot="0" vert="horz"/>
          <a:lstStyle/>
          <a:p>
            <a:pPr>
              <a:defRPr/>
            </a:pPr>
            <a:endParaRPr lang="zh-CN"/>
          </a:p>
        </c:txPr>
        <c:crossAx val="2000001186"/>
        <c:crosses val="max"/>
        <c:crossBetween val="between"/>
      </c:valAx>
      <c:spPr>
        <a:noFill/>
        <a:ln w="25400">
          <a:noFill/>
        </a:ln>
      </c:spPr>
    </c:plotArea>
    <c:legend>
      <c:legendPos val="b"/>
      <c:layout>
        <c:manualLayout>
          <c:xMode val="edge"/>
          <c:yMode val="edge"/>
          <c:x val="4.2040250725238308E-2"/>
          <c:y val="4.9809499619003306E-4"/>
          <c:w val="0.95009156133443862"/>
          <c:h val="4.7889001778003558E-2"/>
        </c:manualLayout>
      </c:layout>
      <c:overlay val="0"/>
      <c:spPr>
        <a:solidFill>
          <a:srgbClr val="FFFFFF"/>
        </a:solidFill>
        <a:ln w="25400">
          <a:noFill/>
        </a:ln>
      </c:spPr>
    </c:legend>
    <c:plotVisOnly val="1"/>
    <c:dispBlanksAs val="gap"/>
    <c:showDLblsOverMax val="0"/>
  </c:chart>
  <c:spPr>
    <a:solidFill>
      <a:srgbClr val="FFFFFF"/>
    </a:solidFill>
    <a:ln w="9525">
      <a:noFill/>
    </a:ln>
  </c:spPr>
  <c:txPr>
    <a:bodyPr/>
    <a:lstStyle/>
    <a:p>
      <a:pPr>
        <a:defRPr sz="800" b="0" i="0" u="none" strike="noStrike" baseline="0">
          <a:solidFill>
            <a:srgbClr val="000000"/>
          </a:solidFill>
          <a:latin typeface="Arial" panose="020B0604020202020204" pitchFamily="34" charset="0"/>
          <a:ea typeface="思源黑体 CN Regular" panose="020B0500000000000000" pitchFamily="34" charset="-122"/>
          <a:cs typeface="Arial" panose="020B0604020202020204" pitchFamily="34" charset="0"/>
        </a:defRPr>
      </a:pPr>
      <a:endParaRPr lang="zh-CN"/>
    </a:p>
  </c:txPr>
  <c:externalData r:id="rId1">
    <c:autoUpdate val="0"/>
  </c:externalData>
  <c:userShapes r:id="rId2"/>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lineChart>
        <c:grouping val="standard"/>
        <c:varyColors val="0"/>
        <c:ser>
          <c:idx val="1"/>
          <c:order val="1"/>
          <c:tx>
            <c:strRef>
              <c:f>恒生科技!$D$1</c:f>
              <c:strCache>
                <c:ptCount val="1"/>
                <c:pt idx="0">
                  <c:v>成交额占比MA10（左轴）</c:v>
                </c:pt>
              </c:strCache>
            </c:strRef>
          </c:tx>
          <c:spPr>
            <a:ln w="25400" cap="rnd">
              <a:solidFill>
                <a:srgbClr val="2C3160">
                  <a:alpha val="99000"/>
                </a:srgbClr>
              </a:solidFill>
              <a:prstDash val="solid"/>
              <a:round/>
            </a:ln>
            <a:effectLst/>
          </c:spPr>
          <c:marker>
            <c:symbol val="none"/>
          </c:marker>
          <c:cat>
            <c:numRef>
              <c:f>恒生科技!$A$2:$A$2030</c:f>
              <c:numCache>
                <c:formatCode>yyyy\-mm\-dd</c:formatCode>
                <c:ptCount val="2029"/>
                <c:pt idx="0">
                  <c:v>43102</c:v>
                </c:pt>
                <c:pt idx="1">
                  <c:v>43103</c:v>
                </c:pt>
                <c:pt idx="2">
                  <c:v>43104</c:v>
                </c:pt>
                <c:pt idx="3">
                  <c:v>43105</c:v>
                </c:pt>
                <c:pt idx="4">
                  <c:v>43108</c:v>
                </c:pt>
                <c:pt idx="5">
                  <c:v>43109</c:v>
                </c:pt>
                <c:pt idx="6">
                  <c:v>43110</c:v>
                </c:pt>
                <c:pt idx="7">
                  <c:v>43111</c:v>
                </c:pt>
                <c:pt idx="8">
                  <c:v>43112</c:v>
                </c:pt>
                <c:pt idx="9">
                  <c:v>43115</c:v>
                </c:pt>
                <c:pt idx="10">
                  <c:v>43116</c:v>
                </c:pt>
                <c:pt idx="11">
                  <c:v>43117</c:v>
                </c:pt>
                <c:pt idx="12">
                  <c:v>43118</c:v>
                </c:pt>
                <c:pt idx="13">
                  <c:v>43119</c:v>
                </c:pt>
                <c:pt idx="14">
                  <c:v>43122</c:v>
                </c:pt>
                <c:pt idx="15">
                  <c:v>43123</c:v>
                </c:pt>
                <c:pt idx="16">
                  <c:v>43124</c:v>
                </c:pt>
                <c:pt idx="17">
                  <c:v>43125</c:v>
                </c:pt>
                <c:pt idx="18">
                  <c:v>43126</c:v>
                </c:pt>
                <c:pt idx="19">
                  <c:v>43129</c:v>
                </c:pt>
                <c:pt idx="20">
                  <c:v>43130</c:v>
                </c:pt>
                <c:pt idx="21">
                  <c:v>43131</c:v>
                </c:pt>
                <c:pt idx="22">
                  <c:v>43132</c:v>
                </c:pt>
                <c:pt idx="23">
                  <c:v>43133</c:v>
                </c:pt>
                <c:pt idx="24">
                  <c:v>43136</c:v>
                </c:pt>
                <c:pt idx="25">
                  <c:v>43137</c:v>
                </c:pt>
                <c:pt idx="26">
                  <c:v>43138</c:v>
                </c:pt>
                <c:pt idx="27">
                  <c:v>43139</c:v>
                </c:pt>
                <c:pt idx="28">
                  <c:v>43140</c:v>
                </c:pt>
                <c:pt idx="29">
                  <c:v>43143</c:v>
                </c:pt>
                <c:pt idx="30">
                  <c:v>43144</c:v>
                </c:pt>
                <c:pt idx="31">
                  <c:v>43145</c:v>
                </c:pt>
                <c:pt idx="32">
                  <c:v>43146</c:v>
                </c:pt>
                <c:pt idx="33">
                  <c:v>43151</c:v>
                </c:pt>
                <c:pt idx="34">
                  <c:v>43152</c:v>
                </c:pt>
                <c:pt idx="35">
                  <c:v>43153</c:v>
                </c:pt>
                <c:pt idx="36">
                  <c:v>43154</c:v>
                </c:pt>
                <c:pt idx="37">
                  <c:v>43157</c:v>
                </c:pt>
                <c:pt idx="38">
                  <c:v>43158</c:v>
                </c:pt>
                <c:pt idx="39">
                  <c:v>43159</c:v>
                </c:pt>
                <c:pt idx="40">
                  <c:v>43160</c:v>
                </c:pt>
                <c:pt idx="41">
                  <c:v>43161</c:v>
                </c:pt>
                <c:pt idx="42">
                  <c:v>43164</c:v>
                </c:pt>
                <c:pt idx="43">
                  <c:v>43165</c:v>
                </c:pt>
                <c:pt idx="44">
                  <c:v>43166</c:v>
                </c:pt>
                <c:pt idx="45">
                  <c:v>43167</c:v>
                </c:pt>
                <c:pt idx="46">
                  <c:v>43168</c:v>
                </c:pt>
                <c:pt idx="47">
                  <c:v>43171</c:v>
                </c:pt>
                <c:pt idx="48">
                  <c:v>43172</c:v>
                </c:pt>
                <c:pt idx="49">
                  <c:v>43173</c:v>
                </c:pt>
                <c:pt idx="50">
                  <c:v>43174</c:v>
                </c:pt>
                <c:pt idx="51">
                  <c:v>43175</c:v>
                </c:pt>
                <c:pt idx="52">
                  <c:v>43178</c:v>
                </c:pt>
                <c:pt idx="53">
                  <c:v>43179</c:v>
                </c:pt>
                <c:pt idx="54">
                  <c:v>43180</c:v>
                </c:pt>
                <c:pt idx="55">
                  <c:v>43181</c:v>
                </c:pt>
                <c:pt idx="56">
                  <c:v>43182</c:v>
                </c:pt>
                <c:pt idx="57">
                  <c:v>43185</c:v>
                </c:pt>
                <c:pt idx="58">
                  <c:v>43186</c:v>
                </c:pt>
                <c:pt idx="59">
                  <c:v>43187</c:v>
                </c:pt>
                <c:pt idx="60">
                  <c:v>43188</c:v>
                </c:pt>
                <c:pt idx="61">
                  <c:v>43193</c:v>
                </c:pt>
                <c:pt idx="62">
                  <c:v>43194</c:v>
                </c:pt>
                <c:pt idx="63">
                  <c:v>43196</c:v>
                </c:pt>
                <c:pt idx="64">
                  <c:v>43199</c:v>
                </c:pt>
                <c:pt idx="65">
                  <c:v>43200</c:v>
                </c:pt>
                <c:pt idx="66">
                  <c:v>43201</c:v>
                </c:pt>
                <c:pt idx="67">
                  <c:v>43202</c:v>
                </c:pt>
                <c:pt idx="68">
                  <c:v>43203</c:v>
                </c:pt>
                <c:pt idx="69">
                  <c:v>43206</c:v>
                </c:pt>
                <c:pt idx="70">
                  <c:v>43207</c:v>
                </c:pt>
                <c:pt idx="71">
                  <c:v>43208</c:v>
                </c:pt>
                <c:pt idx="72">
                  <c:v>43209</c:v>
                </c:pt>
                <c:pt idx="73">
                  <c:v>43210</c:v>
                </c:pt>
                <c:pt idx="74">
                  <c:v>43213</c:v>
                </c:pt>
                <c:pt idx="75">
                  <c:v>43214</c:v>
                </c:pt>
                <c:pt idx="76">
                  <c:v>43215</c:v>
                </c:pt>
                <c:pt idx="77">
                  <c:v>43216</c:v>
                </c:pt>
                <c:pt idx="78">
                  <c:v>43217</c:v>
                </c:pt>
                <c:pt idx="79">
                  <c:v>43220</c:v>
                </c:pt>
                <c:pt idx="80">
                  <c:v>43222</c:v>
                </c:pt>
                <c:pt idx="81">
                  <c:v>43223</c:v>
                </c:pt>
                <c:pt idx="82">
                  <c:v>43224</c:v>
                </c:pt>
                <c:pt idx="83">
                  <c:v>43227</c:v>
                </c:pt>
                <c:pt idx="84">
                  <c:v>43228</c:v>
                </c:pt>
                <c:pt idx="85">
                  <c:v>43229</c:v>
                </c:pt>
                <c:pt idx="86">
                  <c:v>43230</c:v>
                </c:pt>
                <c:pt idx="87">
                  <c:v>43231</c:v>
                </c:pt>
                <c:pt idx="88">
                  <c:v>43234</c:v>
                </c:pt>
                <c:pt idx="89">
                  <c:v>43235</c:v>
                </c:pt>
                <c:pt idx="90">
                  <c:v>43236</c:v>
                </c:pt>
                <c:pt idx="91">
                  <c:v>43237</c:v>
                </c:pt>
                <c:pt idx="92">
                  <c:v>43238</c:v>
                </c:pt>
                <c:pt idx="93">
                  <c:v>43241</c:v>
                </c:pt>
                <c:pt idx="94">
                  <c:v>43243</c:v>
                </c:pt>
                <c:pt idx="95">
                  <c:v>43244</c:v>
                </c:pt>
                <c:pt idx="96">
                  <c:v>43245</c:v>
                </c:pt>
                <c:pt idx="97">
                  <c:v>43248</c:v>
                </c:pt>
                <c:pt idx="98">
                  <c:v>43249</c:v>
                </c:pt>
                <c:pt idx="99">
                  <c:v>43250</c:v>
                </c:pt>
                <c:pt idx="100">
                  <c:v>43251</c:v>
                </c:pt>
                <c:pt idx="101">
                  <c:v>43252</c:v>
                </c:pt>
                <c:pt idx="102">
                  <c:v>43255</c:v>
                </c:pt>
                <c:pt idx="103">
                  <c:v>43256</c:v>
                </c:pt>
                <c:pt idx="104">
                  <c:v>43257</c:v>
                </c:pt>
                <c:pt idx="105">
                  <c:v>43258</c:v>
                </c:pt>
                <c:pt idx="106">
                  <c:v>43259</c:v>
                </c:pt>
                <c:pt idx="107">
                  <c:v>43262</c:v>
                </c:pt>
                <c:pt idx="108">
                  <c:v>43263</c:v>
                </c:pt>
                <c:pt idx="109">
                  <c:v>43264</c:v>
                </c:pt>
                <c:pt idx="110">
                  <c:v>43265</c:v>
                </c:pt>
                <c:pt idx="111">
                  <c:v>43266</c:v>
                </c:pt>
                <c:pt idx="112">
                  <c:v>43270</c:v>
                </c:pt>
                <c:pt idx="113">
                  <c:v>43271</c:v>
                </c:pt>
                <c:pt idx="114">
                  <c:v>43272</c:v>
                </c:pt>
                <c:pt idx="115">
                  <c:v>43273</c:v>
                </c:pt>
                <c:pt idx="116">
                  <c:v>43276</c:v>
                </c:pt>
                <c:pt idx="117">
                  <c:v>43277</c:v>
                </c:pt>
                <c:pt idx="118">
                  <c:v>43278</c:v>
                </c:pt>
                <c:pt idx="119">
                  <c:v>43279</c:v>
                </c:pt>
                <c:pt idx="120">
                  <c:v>43280</c:v>
                </c:pt>
                <c:pt idx="121">
                  <c:v>43284</c:v>
                </c:pt>
                <c:pt idx="122">
                  <c:v>43285</c:v>
                </c:pt>
                <c:pt idx="123">
                  <c:v>43286</c:v>
                </c:pt>
                <c:pt idx="124">
                  <c:v>43287</c:v>
                </c:pt>
                <c:pt idx="125">
                  <c:v>43290</c:v>
                </c:pt>
                <c:pt idx="126">
                  <c:v>43291</c:v>
                </c:pt>
                <c:pt idx="127">
                  <c:v>43292</c:v>
                </c:pt>
                <c:pt idx="128">
                  <c:v>43293</c:v>
                </c:pt>
                <c:pt idx="129">
                  <c:v>43294</c:v>
                </c:pt>
                <c:pt idx="130">
                  <c:v>43297</c:v>
                </c:pt>
                <c:pt idx="131">
                  <c:v>43298</c:v>
                </c:pt>
                <c:pt idx="132">
                  <c:v>43299</c:v>
                </c:pt>
                <c:pt idx="133">
                  <c:v>43300</c:v>
                </c:pt>
                <c:pt idx="134">
                  <c:v>43301</c:v>
                </c:pt>
                <c:pt idx="135">
                  <c:v>43304</c:v>
                </c:pt>
                <c:pt idx="136">
                  <c:v>43305</c:v>
                </c:pt>
                <c:pt idx="137">
                  <c:v>43306</c:v>
                </c:pt>
                <c:pt idx="138">
                  <c:v>43307</c:v>
                </c:pt>
                <c:pt idx="139">
                  <c:v>43308</c:v>
                </c:pt>
                <c:pt idx="140">
                  <c:v>43311</c:v>
                </c:pt>
                <c:pt idx="141">
                  <c:v>43312</c:v>
                </c:pt>
                <c:pt idx="142">
                  <c:v>43313</c:v>
                </c:pt>
                <c:pt idx="143">
                  <c:v>43314</c:v>
                </c:pt>
                <c:pt idx="144">
                  <c:v>43315</c:v>
                </c:pt>
                <c:pt idx="145">
                  <c:v>43318</c:v>
                </c:pt>
                <c:pt idx="146">
                  <c:v>43319</c:v>
                </c:pt>
                <c:pt idx="147">
                  <c:v>43320</c:v>
                </c:pt>
                <c:pt idx="148">
                  <c:v>43321</c:v>
                </c:pt>
                <c:pt idx="149">
                  <c:v>43322</c:v>
                </c:pt>
                <c:pt idx="150">
                  <c:v>43325</c:v>
                </c:pt>
                <c:pt idx="151">
                  <c:v>43326</c:v>
                </c:pt>
                <c:pt idx="152">
                  <c:v>43327</c:v>
                </c:pt>
                <c:pt idx="153">
                  <c:v>43328</c:v>
                </c:pt>
                <c:pt idx="154">
                  <c:v>43329</c:v>
                </c:pt>
                <c:pt idx="155">
                  <c:v>43332</c:v>
                </c:pt>
                <c:pt idx="156">
                  <c:v>43333</c:v>
                </c:pt>
                <c:pt idx="157">
                  <c:v>43334</c:v>
                </c:pt>
                <c:pt idx="158">
                  <c:v>43335</c:v>
                </c:pt>
                <c:pt idx="159">
                  <c:v>43336</c:v>
                </c:pt>
                <c:pt idx="160">
                  <c:v>43339</c:v>
                </c:pt>
                <c:pt idx="161">
                  <c:v>43340</c:v>
                </c:pt>
                <c:pt idx="162">
                  <c:v>43341</c:v>
                </c:pt>
                <c:pt idx="163">
                  <c:v>43342</c:v>
                </c:pt>
                <c:pt idx="164">
                  <c:v>43343</c:v>
                </c:pt>
                <c:pt idx="165">
                  <c:v>43346</c:v>
                </c:pt>
                <c:pt idx="166">
                  <c:v>43347</c:v>
                </c:pt>
                <c:pt idx="167">
                  <c:v>43348</c:v>
                </c:pt>
                <c:pt idx="168">
                  <c:v>43349</c:v>
                </c:pt>
                <c:pt idx="169">
                  <c:v>43350</c:v>
                </c:pt>
                <c:pt idx="170">
                  <c:v>43353</c:v>
                </c:pt>
                <c:pt idx="171">
                  <c:v>43354</c:v>
                </c:pt>
                <c:pt idx="172">
                  <c:v>43355</c:v>
                </c:pt>
                <c:pt idx="173">
                  <c:v>43356</c:v>
                </c:pt>
                <c:pt idx="174">
                  <c:v>43357</c:v>
                </c:pt>
                <c:pt idx="175">
                  <c:v>43360</c:v>
                </c:pt>
                <c:pt idx="176">
                  <c:v>43361</c:v>
                </c:pt>
                <c:pt idx="177">
                  <c:v>43362</c:v>
                </c:pt>
                <c:pt idx="178">
                  <c:v>43363</c:v>
                </c:pt>
                <c:pt idx="179">
                  <c:v>43364</c:v>
                </c:pt>
                <c:pt idx="180">
                  <c:v>43367</c:v>
                </c:pt>
                <c:pt idx="181">
                  <c:v>43369</c:v>
                </c:pt>
                <c:pt idx="182">
                  <c:v>43370</c:v>
                </c:pt>
                <c:pt idx="183">
                  <c:v>43371</c:v>
                </c:pt>
                <c:pt idx="184">
                  <c:v>43375</c:v>
                </c:pt>
                <c:pt idx="185">
                  <c:v>43376</c:v>
                </c:pt>
                <c:pt idx="186">
                  <c:v>43377</c:v>
                </c:pt>
                <c:pt idx="187">
                  <c:v>43378</c:v>
                </c:pt>
                <c:pt idx="188">
                  <c:v>43381</c:v>
                </c:pt>
                <c:pt idx="189">
                  <c:v>43382</c:v>
                </c:pt>
                <c:pt idx="190">
                  <c:v>43383</c:v>
                </c:pt>
                <c:pt idx="191">
                  <c:v>43384</c:v>
                </c:pt>
                <c:pt idx="192">
                  <c:v>43385</c:v>
                </c:pt>
                <c:pt idx="193">
                  <c:v>43388</c:v>
                </c:pt>
                <c:pt idx="194">
                  <c:v>43389</c:v>
                </c:pt>
                <c:pt idx="195">
                  <c:v>43391</c:v>
                </c:pt>
                <c:pt idx="196">
                  <c:v>43392</c:v>
                </c:pt>
                <c:pt idx="197">
                  <c:v>43395</c:v>
                </c:pt>
                <c:pt idx="198">
                  <c:v>43396</c:v>
                </c:pt>
                <c:pt idx="199">
                  <c:v>43397</c:v>
                </c:pt>
                <c:pt idx="200">
                  <c:v>43398</c:v>
                </c:pt>
                <c:pt idx="201">
                  <c:v>43399</c:v>
                </c:pt>
                <c:pt idx="202">
                  <c:v>43402</c:v>
                </c:pt>
                <c:pt idx="203">
                  <c:v>43403</c:v>
                </c:pt>
                <c:pt idx="204">
                  <c:v>43404</c:v>
                </c:pt>
                <c:pt idx="205">
                  <c:v>43405</c:v>
                </c:pt>
                <c:pt idx="206">
                  <c:v>43406</c:v>
                </c:pt>
                <c:pt idx="207">
                  <c:v>43409</c:v>
                </c:pt>
                <c:pt idx="208">
                  <c:v>43410</c:v>
                </c:pt>
                <c:pt idx="209">
                  <c:v>43411</c:v>
                </c:pt>
                <c:pt idx="210">
                  <c:v>43412</c:v>
                </c:pt>
                <c:pt idx="211">
                  <c:v>43413</c:v>
                </c:pt>
                <c:pt idx="212">
                  <c:v>43416</c:v>
                </c:pt>
                <c:pt idx="213">
                  <c:v>43417</c:v>
                </c:pt>
                <c:pt idx="214">
                  <c:v>43418</c:v>
                </c:pt>
                <c:pt idx="215">
                  <c:v>43419</c:v>
                </c:pt>
                <c:pt idx="216">
                  <c:v>43420</c:v>
                </c:pt>
                <c:pt idx="217">
                  <c:v>43423</c:v>
                </c:pt>
                <c:pt idx="218">
                  <c:v>43424</c:v>
                </c:pt>
                <c:pt idx="219">
                  <c:v>43425</c:v>
                </c:pt>
                <c:pt idx="220">
                  <c:v>43426</c:v>
                </c:pt>
                <c:pt idx="221">
                  <c:v>43427</c:v>
                </c:pt>
                <c:pt idx="222">
                  <c:v>43430</c:v>
                </c:pt>
                <c:pt idx="223">
                  <c:v>43431</c:v>
                </c:pt>
                <c:pt idx="224">
                  <c:v>43432</c:v>
                </c:pt>
                <c:pt idx="225">
                  <c:v>43433</c:v>
                </c:pt>
                <c:pt idx="226">
                  <c:v>43434</c:v>
                </c:pt>
                <c:pt idx="227">
                  <c:v>43437</c:v>
                </c:pt>
                <c:pt idx="228">
                  <c:v>43438</c:v>
                </c:pt>
                <c:pt idx="229">
                  <c:v>43439</c:v>
                </c:pt>
                <c:pt idx="230">
                  <c:v>43440</c:v>
                </c:pt>
                <c:pt idx="231">
                  <c:v>43441</c:v>
                </c:pt>
                <c:pt idx="232">
                  <c:v>43444</c:v>
                </c:pt>
                <c:pt idx="233">
                  <c:v>43445</c:v>
                </c:pt>
                <c:pt idx="234">
                  <c:v>43446</c:v>
                </c:pt>
                <c:pt idx="235">
                  <c:v>43447</c:v>
                </c:pt>
                <c:pt idx="236">
                  <c:v>43448</c:v>
                </c:pt>
                <c:pt idx="237">
                  <c:v>43451</c:v>
                </c:pt>
                <c:pt idx="238">
                  <c:v>43452</c:v>
                </c:pt>
                <c:pt idx="239">
                  <c:v>43453</c:v>
                </c:pt>
                <c:pt idx="240">
                  <c:v>43454</c:v>
                </c:pt>
                <c:pt idx="241">
                  <c:v>43455</c:v>
                </c:pt>
                <c:pt idx="242">
                  <c:v>43458</c:v>
                </c:pt>
                <c:pt idx="243">
                  <c:v>43461</c:v>
                </c:pt>
                <c:pt idx="244">
                  <c:v>43462</c:v>
                </c:pt>
                <c:pt idx="245">
                  <c:v>43465</c:v>
                </c:pt>
                <c:pt idx="246">
                  <c:v>43467</c:v>
                </c:pt>
                <c:pt idx="247">
                  <c:v>43468</c:v>
                </c:pt>
                <c:pt idx="248">
                  <c:v>43469</c:v>
                </c:pt>
                <c:pt idx="249">
                  <c:v>43472</c:v>
                </c:pt>
                <c:pt idx="250">
                  <c:v>43473</c:v>
                </c:pt>
                <c:pt idx="251">
                  <c:v>43474</c:v>
                </c:pt>
                <c:pt idx="252">
                  <c:v>43475</c:v>
                </c:pt>
                <c:pt idx="253">
                  <c:v>43476</c:v>
                </c:pt>
                <c:pt idx="254">
                  <c:v>43479</c:v>
                </c:pt>
                <c:pt idx="255">
                  <c:v>43480</c:v>
                </c:pt>
                <c:pt idx="256">
                  <c:v>43481</c:v>
                </c:pt>
                <c:pt idx="257">
                  <c:v>43482</c:v>
                </c:pt>
                <c:pt idx="258">
                  <c:v>43483</c:v>
                </c:pt>
                <c:pt idx="259">
                  <c:v>43486</c:v>
                </c:pt>
                <c:pt idx="260">
                  <c:v>43487</c:v>
                </c:pt>
                <c:pt idx="261">
                  <c:v>43488</c:v>
                </c:pt>
                <c:pt idx="262">
                  <c:v>43489</c:v>
                </c:pt>
                <c:pt idx="263">
                  <c:v>43490</c:v>
                </c:pt>
                <c:pt idx="264">
                  <c:v>43493</c:v>
                </c:pt>
                <c:pt idx="265">
                  <c:v>43494</c:v>
                </c:pt>
                <c:pt idx="266">
                  <c:v>43495</c:v>
                </c:pt>
                <c:pt idx="267">
                  <c:v>43496</c:v>
                </c:pt>
                <c:pt idx="268">
                  <c:v>43497</c:v>
                </c:pt>
                <c:pt idx="269">
                  <c:v>43500</c:v>
                </c:pt>
                <c:pt idx="270">
                  <c:v>43504</c:v>
                </c:pt>
                <c:pt idx="271">
                  <c:v>43507</c:v>
                </c:pt>
                <c:pt idx="272">
                  <c:v>43508</c:v>
                </c:pt>
                <c:pt idx="273">
                  <c:v>43509</c:v>
                </c:pt>
                <c:pt idx="274">
                  <c:v>43510</c:v>
                </c:pt>
                <c:pt idx="275">
                  <c:v>43511</c:v>
                </c:pt>
                <c:pt idx="276">
                  <c:v>43514</c:v>
                </c:pt>
                <c:pt idx="277">
                  <c:v>43515</c:v>
                </c:pt>
                <c:pt idx="278">
                  <c:v>43516</c:v>
                </c:pt>
                <c:pt idx="279">
                  <c:v>43517</c:v>
                </c:pt>
                <c:pt idx="280">
                  <c:v>43518</c:v>
                </c:pt>
                <c:pt idx="281">
                  <c:v>43521</c:v>
                </c:pt>
                <c:pt idx="282">
                  <c:v>43522</c:v>
                </c:pt>
                <c:pt idx="283">
                  <c:v>43523</c:v>
                </c:pt>
                <c:pt idx="284">
                  <c:v>43524</c:v>
                </c:pt>
                <c:pt idx="285">
                  <c:v>43525</c:v>
                </c:pt>
                <c:pt idx="286">
                  <c:v>43528</c:v>
                </c:pt>
                <c:pt idx="287">
                  <c:v>43529</c:v>
                </c:pt>
                <c:pt idx="288">
                  <c:v>43530</c:v>
                </c:pt>
                <c:pt idx="289">
                  <c:v>43531</c:v>
                </c:pt>
                <c:pt idx="290">
                  <c:v>43532</c:v>
                </c:pt>
                <c:pt idx="291">
                  <c:v>43535</c:v>
                </c:pt>
                <c:pt idx="292">
                  <c:v>43536</c:v>
                </c:pt>
                <c:pt idx="293">
                  <c:v>43537</c:v>
                </c:pt>
                <c:pt idx="294">
                  <c:v>43538</c:v>
                </c:pt>
                <c:pt idx="295">
                  <c:v>43539</c:v>
                </c:pt>
                <c:pt idx="296">
                  <c:v>43542</c:v>
                </c:pt>
                <c:pt idx="297">
                  <c:v>43543</c:v>
                </c:pt>
                <c:pt idx="298">
                  <c:v>43544</c:v>
                </c:pt>
                <c:pt idx="299">
                  <c:v>43545</c:v>
                </c:pt>
                <c:pt idx="300">
                  <c:v>43546</c:v>
                </c:pt>
                <c:pt idx="301">
                  <c:v>43549</c:v>
                </c:pt>
                <c:pt idx="302">
                  <c:v>43550</c:v>
                </c:pt>
                <c:pt idx="303">
                  <c:v>43551</c:v>
                </c:pt>
                <c:pt idx="304">
                  <c:v>43552</c:v>
                </c:pt>
                <c:pt idx="305">
                  <c:v>43553</c:v>
                </c:pt>
                <c:pt idx="306">
                  <c:v>43556</c:v>
                </c:pt>
                <c:pt idx="307">
                  <c:v>43557</c:v>
                </c:pt>
                <c:pt idx="308">
                  <c:v>43558</c:v>
                </c:pt>
                <c:pt idx="309">
                  <c:v>43559</c:v>
                </c:pt>
                <c:pt idx="310">
                  <c:v>43563</c:v>
                </c:pt>
                <c:pt idx="311">
                  <c:v>43564</c:v>
                </c:pt>
                <c:pt idx="312">
                  <c:v>43565</c:v>
                </c:pt>
                <c:pt idx="313">
                  <c:v>43566</c:v>
                </c:pt>
                <c:pt idx="314">
                  <c:v>43567</c:v>
                </c:pt>
                <c:pt idx="315">
                  <c:v>43570</c:v>
                </c:pt>
                <c:pt idx="316">
                  <c:v>43571</c:v>
                </c:pt>
                <c:pt idx="317">
                  <c:v>43572</c:v>
                </c:pt>
                <c:pt idx="318">
                  <c:v>43573</c:v>
                </c:pt>
                <c:pt idx="319">
                  <c:v>43578</c:v>
                </c:pt>
                <c:pt idx="320">
                  <c:v>43579</c:v>
                </c:pt>
                <c:pt idx="321">
                  <c:v>43580</c:v>
                </c:pt>
                <c:pt idx="322">
                  <c:v>43581</c:v>
                </c:pt>
                <c:pt idx="323">
                  <c:v>43584</c:v>
                </c:pt>
                <c:pt idx="324">
                  <c:v>43585</c:v>
                </c:pt>
                <c:pt idx="325">
                  <c:v>43587</c:v>
                </c:pt>
                <c:pt idx="326">
                  <c:v>43588</c:v>
                </c:pt>
                <c:pt idx="327">
                  <c:v>43591</c:v>
                </c:pt>
                <c:pt idx="328">
                  <c:v>43592</c:v>
                </c:pt>
                <c:pt idx="329">
                  <c:v>43593</c:v>
                </c:pt>
                <c:pt idx="330">
                  <c:v>43594</c:v>
                </c:pt>
                <c:pt idx="331">
                  <c:v>43595</c:v>
                </c:pt>
                <c:pt idx="332">
                  <c:v>43599</c:v>
                </c:pt>
                <c:pt idx="333">
                  <c:v>43600</c:v>
                </c:pt>
                <c:pt idx="334">
                  <c:v>43601</c:v>
                </c:pt>
                <c:pt idx="335">
                  <c:v>43602</c:v>
                </c:pt>
                <c:pt idx="336">
                  <c:v>43605</c:v>
                </c:pt>
                <c:pt idx="337">
                  <c:v>43606</c:v>
                </c:pt>
                <c:pt idx="338">
                  <c:v>43607</c:v>
                </c:pt>
                <c:pt idx="339">
                  <c:v>43608</c:v>
                </c:pt>
                <c:pt idx="340">
                  <c:v>43609</c:v>
                </c:pt>
                <c:pt idx="341">
                  <c:v>43612</c:v>
                </c:pt>
                <c:pt idx="342">
                  <c:v>43613</c:v>
                </c:pt>
                <c:pt idx="343">
                  <c:v>43614</c:v>
                </c:pt>
                <c:pt idx="344">
                  <c:v>43615</c:v>
                </c:pt>
                <c:pt idx="345">
                  <c:v>43616</c:v>
                </c:pt>
                <c:pt idx="346">
                  <c:v>43619</c:v>
                </c:pt>
                <c:pt idx="347">
                  <c:v>43620</c:v>
                </c:pt>
                <c:pt idx="348">
                  <c:v>43621</c:v>
                </c:pt>
                <c:pt idx="349">
                  <c:v>43622</c:v>
                </c:pt>
                <c:pt idx="350">
                  <c:v>43626</c:v>
                </c:pt>
                <c:pt idx="351">
                  <c:v>43627</c:v>
                </c:pt>
                <c:pt idx="352">
                  <c:v>43628</c:v>
                </c:pt>
                <c:pt idx="353">
                  <c:v>43629</c:v>
                </c:pt>
                <c:pt idx="354">
                  <c:v>43630</c:v>
                </c:pt>
                <c:pt idx="355">
                  <c:v>43633</c:v>
                </c:pt>
                <c:pt idx="356">
                  <c:v>43634</c:v>
                </c:pt>
                <c:pt idx="357">
                  <c:v>43635</c:v>
                </c:pt>
                <c:pt idx="358">
                  <c:v>43636</c:v>
                </c:pt>
                <c:pt idx="359">
                  <c:v>43637</c:v>
                </c:pt>
                <c:pt idx="360">
                  <c:v>43640</c:v>
                </c:pt>
                <c:pt idx="361">
                  <c:v>43641</c:v>
                </c:pt>
                <c:pt idx="362">
                  <c:v>43642</c:v>
                </c:pt>
                <c:pt idx="363">
                  <c:v>43643</c:v>
                </c:pt>
                <c:pt idx="364">
                  <c:v>43644</c:v>
                </c:pt>
                <c:pt idx="365">
                  <c:v>43648</c:v>
                </c:pt>
                <c:pt idx="366">
                  <c:v>43649</c:v>
                </c:pt>
                <c:pt idx="367">
                  <c:v>43650</c:v>
                </c:pt>
                <c:pt idx="368">
                  <c:v>43651</c:v>
                </c:pt>
                <c:pt idx="369">
                  <c:v>43654</c:v>
                </c:pt>
                <c:pt idx="370">
                  <c:v>43655</c:v>
                </c:pt>
                <c:pt idx="371">
                  <c:v>43656</c:v>
                </c:pt>
                <c:pt idx="372">
                  <c:v>43657</c:v>
                </c:pt>
                <c:pt idx="373">
                  <c:v>43658</c:v>
                </c:pt>
                <c:pt idx="374">
                  <c:v>43661</c:v>
                </c:pt>
                <c:pt idx="375">
                  <c:v>43662</c:v>
                </c:pt>
                <c:pt idx="376">
                  <c:v>43663</c:v>
                </c:pt>
                <c:pt idx="377">
                  <c:v>43664</c:v>
                </c:pt>
                <c:pt idx="378">
                  <c:v>43665</c:v>
                </c:pt>
                <c:pt idx="379">
                  <c:v>43668</c:v>
                </c:pt>
                <c:pt idx="380">
                  <c:v>43669</c:v>
                </c:pt>
                <c:pt idx="381">
                  <c:v>43670</c:v>
                </c:pt>
                <c:pt idx="382">
                  <c:v>43671</c:v>
                </c:pt>
                <c:pt idx="383">
                  <c:v>43672</c:v>
                </c:pt>
                <c:pt idx="384">
                  <c:v>43675</c:v>
                </c:pt>
                <c:pt idx="385">
                  <c:v>43676</c:v>
                </c:pt>
                <c:pt idx="386">
                  <c:v>43677</c:v>
                </c:pt>
                <c:pt idx="387">
                  <c:v>43678</c:v>
                </c:pt>
                <c:pt idx="388">
                  <c:v>43679</c:v>
                </c:pt>
                <c:pt idx="389">
                  <c:v>43682</c:v>
                </c:pt>
                <c:pt idx="390">
                  <c:v>43683</c:v>
                </c:pt>
                <c:pt idx="391">
                  <c:v>43684</c:v>
                </c:pt>
                <c:pt idx="392">
                  <c:v>43685</c:v>
                </c:pt>
                <c:pt idx="393">
                  <c:v>43686</c:v>
                </c:pt>
                <c:pt idx="394">
                  <c:v>43689</c:v>
                </c:pt>
                <c:pt idx="395">
                  <c:v>43690</c:v>
                </c:pt>
                <c:pt idx="396">
                  <c:v>43691</c:v>
                </c:pt>
                <c:pt idx="397">
                  <c:v>43692</c:v>
                </c:pt>
                <c:pt idx="398">
                  <c:v>43693</c:v>
                </c:pt>
                <c:pt idx="399">
                  <c:v>43696</c:v>
                </c:pt>
                <c:pt idx="400">
                  <c:v>43697</c:v>
                </c:pt>
                <c:pt idx="401">
                  <c:v>43698</c:v>
                </c:pt>
                <c:pt idx="402">
                  <c:v>43699</c:v>
                </c:pt>
                <c:pt idx="403">
                  <c:v>43700</c:v>
                </c:pt>
                <c:pt idx="404">
                  <c:v>43703</c:v>
                </c:pt>
                <c:pt idx="405">
                  <c:v>43704</c:v>
                </c:pt>
                <c:pt idx="406">
                  <c:v>43705</c:v>
                </c:pt>
                <c:pt idx="407">
                  <c:v>43706</c:v>
                </c:pt>
                <c:pt idx="408">
                  <c:v>43707</c:v>
                </c:pt>
                <c:pt idx="409">
                  <c:v>43710</c:v>
                </c:pt>
                <c:pt idx="410">
                  <c:v>43711</c:v>
                </c:pt>
                <c:pt idx="411">
                  <c:v>43712</c:v>
                </c:pt>
                <c:pt idx="412">
                  <c:v>43713</c:v>
                </c:pt>
                <c:pt idx="413">
                  <c:v>43714</c:v>
                </c:pt>
                <c:pt idx="414">
                  <c:v>43717</c:v>
                </c:pt>
                <c:pt idx="415">
                  <c:v>43718</c:v>
                </c:pt>
                <c:pt idx="416">
                  <c:v>43719</c:v>
                </c:pt>
                <c:pt idx="417">
                  <c:v>43720</c:v>
                </c:pt>
                <c:pt idx="418">
                  <c:v>43721</c:v>
                </c:pt>
                <c:pt idx="419">
                  <c:v>43724</c:v>
                </c:pt>
                <c:pt idx="420">
                  <c:v>43725</c:v>
                </c:pt>
                <c:pt idx="421">
                  <c:v>43726</c:v>
                </c:pt>
                <c:pt idx="422">
                  <c:v>43727</c:v>
                </c:pt>
                <c:pt idx="423">
                  <c:v>43728</c:v>
                </c:pt>
                <c:pt idx="424">
                  <c:v>43731</c:v>
                </c:pt>
                <c:pt idx="425">
                  <c:v>43732</c:v>
                </c:pt>
                <c:pt idx="426">
                  <c:v>43733</c:v>
                </c:pt>
                <c:pt idx="427">
                  <c:v>43734</c:v>
                </c:pt>
                <c:pt idx="428">
                  <c:v>43735</c:v>
                </c:pt>
                <c:pt idx="429">
                  <c:v>43738</c:v>
                </c:pt>
                <c:pt idx="430">
                  <c:v>43740</c:v>
                </c:pt>
                <c:pt idx="431">
                  <c:v>43741</c:v>
                </c:pt>
                <c:pt idx="432">
                  <c:v>43742</c:v>
                </c:pt>
                <c:pt idx="433">
                  <c:v>43746</c:v>
                </c:pt>
                <c:pt idx="434">
                  <c:v>43747</c:v>
                </c:pt>
                <c:pt idx="435">
                  <c:v>43748</c:v>
                </c:pt>
                <c:pt idx="436">
                  <c:v>43749</c:v>
                </c:pt>
                <c:pt idx="437">
                  <c:v>43752</c:v>
                </c:pt>
                <c:pt idx="438">
                  <c:v>43753</c:v>
                </c:pt>
                <c:pt idx="439">
                  <c:v>43754</c:v>
                </c:pt>
                <c:pt idx="440">
                  <c:v>43755</c:v>
                </c:pt>
                <c:pt idx="441">
                  <c:v>43756</c:v>
                </c:pt>
                <c:pt idx="442">
                  <c:v>43759</c:v>
                </c:pt>
                <c:pt idx="443">
                  <c:v>43760</c:v>
                </c:pt>
                <c:pt idx="444">
                  <c:v>43761</c:v>
                </c:pt>
                <c:pt idx="445">
                  <c:v>43762</c:v>
                </c:pt>
                <c:pt idx="446">
                  <c:v>43763</c:v>
                </c:pt>
                <c:pt idx="447">
                  <c:v>43766</c:v>
                </c:pt>
                <c:pt idx="448">
                  <c:v>43767</c:v>
                </c:pt>
                <c:pt idx="449">
                  <c:v>43768</c:v>
                </c:pt>
                <c:pt idx="450">
                  <c:v>43769</c:v>
                </c:pt>
                <c:pt idx="451">
                  <c:v>43770</c:v>
                </c:pt>
                <c:pt idx="452">
                  <c:v>43773</c:v>
                </c:pt>
                <c:pt idx="453">
                  <c:v>43774</c:v>
                </c:pt>
                <c:pt idx="454">
                  <c:v>43775</c:v>
                </c:pt>
                <c:pt idx="455">
                  <c:v>43776</c:v>
                </c:pt>
                <c:pt idx="456">
                  <c:v>43777</c:v>
                </c:pt>
                <c:pt idx="457">
                  <c:v>43780</c:v>
                </c:pt>
                <c:pt idx="458">
                  <c:v>43781</c:v>
                </c:pt>
                <c:pt idx="459">
                  <c:v>43782</c:v>
                </c:pt>
                <c:pt idx="460">
                  <c:v>43783</c:v>
                </c:pt>
                <c:pt idx="461">
                  <c:v>43784</c:v>
                </c:pt>
                <c:pt idx="462">
                  <c:v>43787</c:v>
                </c:pt>
                <c:pt idx="463">
                  <c:v>43788</c:v>
                </c:pt>
                <c:pt idx="464">
                  <c:v>43789</c:v>
                </c:pt>
                <c:pt idx="465">
                  <c:v>43790</c:v>
                </c:pt>
                <c:pt idx="466">
                  <c:v>43791</c:v>
                </c:pt>
                <c:pt idx="467">
                  <c:v>43794</c:v>
                </c:pt>
                <c:pt idx="468">
                  <c:v>43795</c:v>
                </c:pt>
                <c:pt idx="469">
                  <c:v>43796</c:v>
                </c:pt>
                <c:pt idx="470">
                  <c:v>43797</c:v>
                </c:pt>
                <c:pt idx="471">
                  <c:v>43798</c:v>
                </c:pt>
                <c:pt idx="472">
                  <c:v>43801</c:v>
                </c:pt>
                <c:pt idx="473">
                  <c:v>43802</c:v>
                </c:pt>
                <c:pt idx="474">
                  <c:v>43803</c:v>
                </c:pt>
                <c:pt idx="475">
                  <c:v>43804</c:v>
                </c:pt>
                <c:pt idx="476">
                  <c:v>43805</c:v>
                </c:pt>
                <c:pt idx="477">
                  <c:v>43808</c:v>
                </c:pt>
                <c:pt idx="478">
                  <c:v>43809</c:v>
                </c:pt>
                <c:pt idx="479">
                  <c:v>43810</c:v>
                </c:pt>
                <c:pt idx="480">
                  <c:v>43811</c:v>
                </c:pt>
                <c:pt idx="481">
                  <c:v>43812</c:v>
                </c:pt>
                <c:pt idx="482">
                  <c:v>43815</c:v>
                </c:pt>
                <c:pt idx="483">
                  <c:v>43816</c:v>
                </c:pt>
                <c:pt idx="484">
                  <c:v>43817</c:v>
                </c:pt>
                <c:pt idx="485">
                  <c:v>43818</c:v>
                </c:pt>
                <c:pt idx="486">
                  <c:v>43819</c:v>
                </c:pt>
                <c:pt idx="487">
                  <c:v>43822</c:v>
                </c:pt>
                <c:pt idx="488">
                  <c:v>43823</c:v>
                </c:pt>
                <c:pt idx="489">
                  <c:v>43826</c:v>
                </c:pt>
                <c:pt idx="490">
                  <c:v>43829</c:v>
                </c:pt>
                <c:pt idx="491">
                  <c:v>43830</c:v>
                </c:pt>
                <c:pt idx="492">
                  <c:v>43832</c:v>
                </c:pt>
                <c:pt idx="493">
                  <c:v>43833</c:v>
                </c:pt>
                <c:pt idx="494">
                  <c:v>43836</c:v>
                </c:pt>
                <c:pt idx="495">
                  <c:v>43837</c:v>
                </c:pt>
                <c:pt idx="496">
                  <c:v>43838</c:v>
                </c:pt>
                <c:pt idx="497">
                  <c:v>43839</c:v>
                </c:pt>
                <c:pt idx="498">
                  <c:v>43840</c:v>
                </c:pt>
                <c:pt idx="499">
                  <c:v>43843</c:v>
                </c:pt>
                <c:pt idx="500">
                  <c:v>43844</c:v>
                </c:pt>
                <c:pt idx="501">
                  <c:v>43845</c:v>
                </c:pt>
                <c:pt idx="502">
                  <c:v>43846</c:v>
                </c:pt>
                <c:pt idx="503">
                  <c:v>43847</c:v>
                </c:pt>
                <c:pt idx="504">
                  <c:v>43850</c:v>
                </c:pt>
                <c:pt idx="505">
                  <c:v>43851</c:v>
                </c:pt>
                <c:pt idx="506">
                  <c:v>43852</c:v>
                </c:pt>
                <c:pt idx="507">
                  <c:v>43853</c:v>
                </c:pt>
                <c:pt idx="508">
                  <c:v>43854</c:v>
                </c:pt>
                <c:pt idx="509">
                  <c:v>43859</c:v>
                </c:pt>
                <c:pt idx="510">
                  <c:v>43860</c:v>
                </c:pt>
                <c:pt idx="511">
                  <c:v>43861</c:v>
                </c:pt>
                <c:pt idx="512">
                  <c:v>43864</c:v>
                </c:pt>
                <c:pt idx="513">
                  <c:v>43865</c:v>
                </c:pt>
                <c:pt idx="514">
                  <c:v>43866</c:v>
                </c:pt>
                <c:pt idx="515">
                  <c:v>43867</c:v>
                </c:pt>
                <c:pt idx="516">
                  <c:v>43868</c:v>
                </c:pt>
                <c:pt idx="517">
                  <c:v>43871</c:v>
                </c:pt>
                <c:pt idx="518">
                  <c:v>43872</c:v>
                </c:pt>
                <c:pt idx="519">
                  <c:v>43873</c:v>
                </c:pt>
                <c:pt idx="520">
                  <c:v>43874</c:v>
                </c:pt>
                <c:pt idx="521">
                  <c:v>43875</c:v>
                </c:pt>
                <c:pt idx="522">
                  <c:v>43878</c:v>
                </c:pt>
                <c:pt idx="523">
                  <c:v>43879</c:v>
                </c:pt>
                <c:pt idx="524">
                  <c:v>43880</c:v>
                </c:pt>
                <c:pt idx="525">
                  <c:v>43881</c:v>
                </c:pt>
                <c:pt idx="526">
                  <c:v>43882</c:v>
                </c:pt>
                <c:pt idx="527">
                  <c:v>43885</c:v>
                </c:pt>
                <c:pt idx="528">
                  <c:v>43886</c:v>
                </c:pt>
                <c:pt idx="529">
                  <c:v>43887</c:v>
                </c:pt>
                <c:pt idx="530">
                  <c:v>43888</c:v>
                </c:pt>
                <c:pt idx="531">
                  <c:v>43889</c:v>
                </c:pt>
                <c:pt idx="532">
                  <c:v>43892</c:v>
                </c:pt>
                <c:pt idx="533">
                  <c:v>43893</c:v>
                </c:pt>
                <c:pt idx="534">
                  <c:v>43894</c:v>
                </c:pt>
                <c:pt idx="535">
                  <c:v>43895</c:v>
                </c:pt>
                <c:pt idx="536">
                  <c:v>43896</c:v>
                </c:pt>
                <c:pt idx="537">
                  <c:v>43899</c:v>
                </c:pt>
                <c:pt idx="538">
                  <c:v>43900</c:v>
                </c:pt>
                <c:pt idx="539">
                  <c:v>43901</c:v>
                </c:pt>
                <c:pt idx="540">
                  <c:v>43902</c:v>
                </c:pt>
                <c:pt idx="541">
                  <c:v>43903</c:v>
                </c:pt>
                <c:pt idx="542">
                  <c:v>43906</c:v>
                </c:pt>
                <c:pt idx="543">
                  <c:v>43907</c:v>
                </c:pt>
                <c:pt idx="544">
                  <c:v>43908</c:v>
                </c:pt>
                <c:pt idx="545">
                  <c:v>43909</c:v>
                </c:pt>
                <c:pt idx="546">
                  <c:v>43910</c:v>
                </c:pt>
                <c:pt idx="547">
                  <c:v>43913</c:v>
                </c:pt>
                <c:pt idx="548">
                  <c:v>43914</c:v>
                </c:pt>
                <c:pt idx="549">
                  <c:v>43915</c:v>
                </c:pt>
                <c:pt idx="550">
                  <c:v>43916</c:v>
                </c:pt>
                <c:pt idx="551">
                  <c:v>43917</c:v>
                </c:pt>
                <c:pt idx="552">
                  <c:v>43920</c:v>
                </c:pt>
                <c:pt idx="553">
                  <c:v>43921</c:v>
                </c:pt>
                <c:pt idx="554">
                  <c:v>43922</c:v>
                </c:pt>
                <c:pt idx="555">
                  <c:v>43923</c:v>
                </c:pt>
                <c:pt idx="556">
                  <c:v>43924</c:v>
                </c:pt>
                <c:pt idx="557">
                  <c:v>43927</c:v>
                </c:pt>
                <c:pt idx="558">
                  <c:v>43928</c:v>
                </c:pt>
                <c:pt idx="559">
                  <c:v>43929</c:v>
                </c:pt>
                <c:pt idx="560">
                  <c:v>43930</c:v>
                </c:pt>
                <c:pt idx="561">
                  <c:v>43935</c:v>
                </c:pt>
                <c:pt idx="562">
                  <c:v>43936</c:v>
                </c:pt>
                <c:pt idx="563">
                  <c:v>43937</c:v>
                </c:pt>
                <c:pt idx="564">
                  <c:v>43938</c:v>
                </c:pt>
                <c:pt idx="565">
                  <c:v>43941</c:v>
                </c:pt>
                <c:pt idx="566">
                  <c:v>43942</c:v>
                </c:pt>
                <c:pt idx="567">
                  <c:v>43943</c:v>
                </c:pt>
                <c:pt idx="568">
                  <c:v>43944</c:v>
                </c:pt>
                <c:pt idx="569">
                  <c:v>43945</c:v>
                </c:pt>
                <c:pt idx="570">
                  <c:v>43948</c:v>
                </c:pt>
                <c:pt idx="571">
                  <c:v>43949</c:v>
                </c:pt>
                <c:pt idx="572">
                  <c:v>43950</c:v>
                </c:pt>
                <c:pt idx="573">
                  <c:v>43955</c:v>
                </c:pt>
                <c:pt idx="574">
                  <c:v>43956</c:v>
                </c:pt>
                <c:pt idx="575">
                  <c:v>43957</c:v>
                </c:pt>
                <c:pt idx="576">
                  <c:v>43958</c:v>
                </c:pt>
                <c:pt idx="577">
                  <c:v>43959</c:v>
                </c:pt>
                <c:pt idx="578">
                  <c:v>43962</c:v>
                </c:pt>
                <c:pt idx="579">
                  <c:v>43963</c:v>
                </c:pt>
                <c:pt idx="580">
                  <c:v>43964</c:v>
                </c:pt>
                <c:pt idx="581">
                  <c:v>43965</c:v>
                </c:pt>
                <c:pt idx="582">
                  <c:v>43966</c:v>
                </c:pt>
                <c:pt idx="583">
                  <c:v>43969</c:v>
                </c:pt>
                <c:pt idx="584">
                  <c:v>43970</c:v>
                </c:pt>
                <c:pt idx="585">
                  <c:v>43971</c:v>
                </c:pt>
                <c:pt idx="586">
                  <c:v>43972</c:v>
                </c:pt>
                <c:pt idx="587">
                  <c:v>43973</c:v>
                </c:pt>
                <c:pt idx="588">
                  <c:v>43976</c:v>
                </c:pt>
                <c:pt idx="589">
                  <c:v>43977</c:v>
                </c:pt>
                <c:pt idx="590">
                  <c:v>43978</c:v>
                </c:pt>
                <c:pt idx="591">
                  <c:v>43979</c:v>
                </c:pt>
                <c:pt idx="592">
                  <c:v>43980</c:v>
                </c:pt>
                <c:pt idx="593">
                  <c:v>43983</c:v>
                </c:pt>
                <c:pt idx="594">
                  <c:v>43984</c:v>
                </c:pt>
                <c:pt idx="595">
                  <c:v>43985</c:v>
                </c:pt>
                <c:pt idx="596">
                  <c:v>43986</c:v>
                </c:pt>
                <c:pt idx="597">
                  <c:v>43987</c:v>
                </c:pt>
                <c:pt idx="598">
                  <c:v>43990</c:v>
                </c:pt>
                <c:pt idx="599">
                  <c:v>43991</c:v>
                </c:pt>
                <c:pt idx="600">
                  <c:v>43992</c:v>
                </c:pt>
                <c:pt idx="601">
                  <c:v>43993</c:v>
                </c:pt>
                <c:pt idx="602">
                  <c:v>43994</c:v>
                </c:pt>
                <c:pt idx="603">
                  <c:v>43997</c:v>
                </c:pt>
                <c:pt idx="604">
                  <c:v>43998</c:v>
                </c:pt>
                <c:pt idx="605">
                  <c:v>43999</c:v>
                </c:pt>
                <c:pt idx="606">
                  <c:v>44000</c:v>
                </c:pt>
                <c:pt idx="607">
                  <c:v>44001</c:v>
                </c:pt>
                <c:pt idx="608">
                  <c:v>44004</c:v>
                </c:pt>
                <c:pt idx="609">
                  <c:v>44005</c:v>
                </c:pt>
                <c:pt idx="610">
                  <c:v>44006</c:v>
                </c:pt>
                <c:pt idx="611">
                  <c:v>44008</c:v>
                </c:pt>
                <c:pt idx="612">
                  <c:v>44011</c:v>
                </c:pt>
                <c:pt idx="613">
                  <c:v>44012</c:v>
                </c:pt>
                <c:pt idx="614">
                  <c:v>44014</c:v>
                </c:pt>
                <c:pt idx="615">
                  <c:v>44015</c:v>
                </c:pt>
                <c:pt idx="616">
                  <c:v>44018</c:v>
                </c:pt>
                <c:pt idx="617">
                  <c:v>44019</c:v>
                </c:pt>
                <c:pt idx="618">
                  <c:v>44020</c:v>
                </c:pt>
                <c:pt idx="619">
                  <c:v>44021</c:v>
                </c:pt>
                <c:pt idx="620">
                  <c:v>44022</c:v>
                </c:pt>
                <c:pt idx="621">
                  <c:v>44025</c:v>
                </c:pt>
                <c:pt idx="622">
                  <c:v>44026</c:v>
                </c:pt>
                <c:pt idx="623">
                  <c:v>44027</c:v>
                </c:pt>
                <c:pt idx="624">
                  <c:v>44028</c:v>
                </c:pt>
                <c:pt idx="625">
                  <c:v>44029</c:v>
                </c:pt>
                <c:pt idx="626">
                  <c:v>44032</c:v>
                </c:pt>
                <c:pt idx="627">
                  <c:v>44033</c:v>
                </c:pt>
                <c:pt idx="628">
                  <c:v>44034</c:v>
                </c:pt>
                <c:pt idx="629">
                  <c:v>44035</c:v>
                </c:pt>
                <c:pt idx="630">
                  <c:v>44036</c:v>
                </c:pt>
                <c:pt idx="631">
                  <c:v>44039</c:v>
                </c:pt>
                <c:pt idx="632">
                  <c:v>44040</c:v>
                </c:pt>
                <c:pt idx="633">
                  <c:v>44041</c:v>
                </c:pt>
                <c:pt idx="634">
                  <c:v>44042</c:v>
                </c:pt>
                <c:pt idx="635">
                  <c:v>44043</c:v>
                </c:pt>
                <c:pt idx="636">
                  <c:v>44046</c:v>
                </c:pt>
                <c:pt idx="637">
                  <c:v>44047</c:v>
                </c:pt>
                <c:pt idx="638">
                  <c:v>44048</c:v>
                </c:pt>
                <c:pt idx="639">
                  <c:v>44049</c:v>
                </c:pt>
                <c:pt idx="640">
                  <c:v>44050</c:v>
                </c:pt>
                <c:pt idx="641">
                  <c:v>44053</c:v>
                </c:pt>
                <c:pt idx="642">
                  <c:v>44054</c:v>
                </c:pt>
                <c:pt idx="643">
                  <c:v>44055</c:v>
                </c:pt>
                <c:pt idx="644">
                  <c:v>44056</c:v>
                </c:pt>
                <c:pt idx="645">
                  <c:v>44057</c:v>
                </c:pt>
                <c:pt idx="646">
                  <c:v>44060</c:v>
                </c:pt>
                <c:pt idx="647">
                  <c:v>44061</c:v>
                </c:pt>
                <c:pt idx="648">
                  <c:v>44062</c:v>
                </c:pt>
                <c:pt idx="649">
                  <c:v>44063</c:v>
                </c:pt>
                <c:pt idx="650">
                  <c:v>44064</c:v>
                </c:pt>
                <c:pt idx="651">
                  <c:v>44067</c:v>
                </c:pt>
                <c:pt idx="652">
                  <c:v>44068</c:v>
                </c:pt>
                <c:pt idx="653">
                  <c:v>44069</c:v>
                </c:pt>
                <c:pt idx="654">
                  <c:v>44070</c:v>
                </c:pt>
                <c:pt idx="655">
                  <c:v>44071</c:v>
                </c:pt>
                <c:pt idx="656">
                  <c:v>44074</c:v>
                </c:pt>
                <c:pt idx="657">
                  <c:v>44075</c:v>
                </c:pt>
                <c:pt idx="658">
                  <c:v>44076</c:v>
                </c:pt>
                <c:pt idx="659">
                  <c:v>44077</c:v>
                </c:pt>
                <c:pt idx="660">
                  <c:v>44078</c:v>
                </c:pt>
                <c:pt idx="661">
                  <c:v>44081</c:v>
                </c:pt>
                <c:pt idx="662">
                  <c:v>44082</c:v>
                </c:pt>
                <c:pt idx="663">
                  <c:v>44083</c:v>
                </c:pt>
                <c:pt idx="664">
                  <c:v>44084</c:v>
                </c:pt>
                <c:pt idx="665">
                  <c:v>44085</c:v>
                </c:pt>
                <c:pt idx="666">
                  <c:v>44088</c:v>
                </c:pt>
                <c:pt idx="667">
                  <c:v>44089</c:v>
                </c:pt>
                <c:pt idx="668">
                  <c:v>44090</c:v>
                </c:pt>
                <c:pt idx="669">
                  <c:v>44091</c:v>
                </c:pt>
                <c:pt idx="670">
                  <c:v>44092</c:v>
                </c:pt>
                <c:pt idx="671">
                  <c:v>44095</c:v>
                </c:pt>
                <c:pt idx="672">
                  <c:v>44096</c:v>
                </c:pt>
                <c:pt idx="673">
                  <c:v>44097</c:v>
                </c:pt>
                <c:pt idx="674">
                  <c:v>44098</c:v>
                </c:pt>
                <c:pt idx="675">
                  <c:v>44099</c:v>
                </c:pt>
                <c:pt idx="676">
                  <c:v>44102</c:v>
                </c:pt>
                <c:pt idx="677">
                  <c:v>44103</c:v>
                </c:pt>
                <c:pt idx="678">
                  <c:v>44104</c:v>
                </c:pt>
                <c:pt idx="679">
                  <c:v>44109</c:v>
                </c:pt>
                <c:pt idx="680">
                  <c:v>44110</c:v>
                </c:pt>
                <c:pt idx="681">
                  <c:v>44111</c:v>
                </c:pt>
                <c:pt idx="682">
                  <c:v>44112</c:v>
                </c:pt>
                <c:pt idx="683">
                  <c:v>44113</c:v>
                </c:pt>
                <c:pt idx="684">
                  <c:v>44116</c:v>
                </c:pt>
                <c:pt idx="685">
                  <c:v>44118</c:v>
                </c:pt>
                <c:pt idx="686">
                  <c:v>44119</c:v>
                </c:pt>
                <c:pt idx="687">
                  <c:v>44120</c:v>
                </c:pt>
                <c:pt idx="688">
                  <c:v>44123</c:v>
                </c:pt>
                <c:pt idx="689">
                  <c:v>44124</c:v>
                </c:pt>
                <c:pt idx="690">
                  <c:v>44125</c:v>
                </c:pt>
                <c:pt idx="691">
                  <c:v>44126</c:v>
                </c:pt>
                <c:pt idx="692">
                  <c:v>44127</c:v>
                </c:pt>
                <c:pt idx="693">
                  <c:v>44131</c:v>
                </c:pt>
                <c:pt idx="694">
                  <c:v>44132</c:v>
                </c:pt>
                <c:pt idx="695">
                  <c:v>44133</c:v>
                </c:pt>
                <c:pt idx="696">
                  <c:v>44134</c:v>
                </c:pt>
                <c:pt idx="697">
                  <c:v>44137</c:v>
                </c:pt>
                <c:pt idx="698">
                  <c:v>44138</c:v>
                </c:pt>
                <c:pt idx="699">
                  <c:v>44139</c:v>
                </c:pt>
                <c:pt idx="700">
                  <c:v>44140</c:v>
                </c:pt>
                <c:pt idx="701">
                  <c:v>44141</c:v>
                </c:pt>
                <c:pt idx="702">
                  <c:v>44144</c:v>
                </c:pt>
                <c:pt idx="703">
                  <c:v>44145</c:v>
                </c:pt>
                <c:pt idx="704">
                  <c:v>44146</c:v>
                </c:pt>
                <c:pt idx="705">
                  <c:v>44147</c:v>
                </c:pt>
                <c:pt idx="706">
                  <c:v>44148</c:v>
                </c:pt>
                <c:pt idx="707">
                  <c:v>44151</c:v>
                </c:pt>
                <c:pt idx="708">
                  <c:v>44152</c:v>
                </c:pt>
                <c:pt idx="709">
                  <c:v>44153</c:v>
                </c:pt>
                <c:pt idx="710">
                  <c:v>44154</c:v>
                </c:pt>
                <c:pt idx="711">
                  <c:v>44155</c:v>
                </c:pt>
                <c:pt idx="712">
                  <c:v>44158</c:v>
                </c:pt>
                <c:pt idx="713">
                  <c:v>44159</c:v>
                </c:pt>
                <c:pt idx="714">
                  <c:v>44160</c:v>
                </c:pt>
                <c:pt idx="715">
                  <c:v>44161</c:v>
                </c:pt>
                <c:pt idx="716">
                  <c:v>44162</c:v>
                </c:pt>
                <c:pt idx="717">
                  <c:v>44165</c:v>
                </c:pt>
                <c:pt idx="718">
                  <c:v>44166</c:v>
                </c:pt>
                <c:pt idx="719">
                  <c:v>44167</c:v>
                </c:pt>
                <c:pt idx="720">
                  <c:v>44168</c:v>
                </c:pt>
                <c:pt idx="721">
                  <c:v>44169</c:v>
                </c:pt>
                <c:pt idx="722">
                  <c:v>44172</c:v>
                </c:pt>
                <c:pt idx="723">
                  <c:v>44173</c:v>
                </c:pt>
                <c:pt idx="724">
                  <c:v>44174</c:v>
                </c:pt>
                <c:pt idx="725">
                  <c:v>44175</c:v>
                </c:pt>
                <c:pt idx="726">
                  <c:v>44176</c:v>
                </c:pt>
                <c:pt idx="727">
                  <c:v>44179</c:v>
                </c:pt>
                <c:pt idx="728">
                  <c:v>44180</c:v>
                </c:pt>
                <c:pt idx="729">
                  <c:v>44181</c:v>
                </c:pt>
                <c:pt idx="730">
                  <c:v>44182</c:v>
                </c:pt>
                <c:pt idx="731">
                  <c:v>44183</c:v>
                </c:pt>
                <c:pt idx="732">
                  <c:v>44186</c:v>
                </c:pt>
                <c:pt idx="733">
                  <c:v>44187</c:v>
                </c:pt>
                <c:pt idx="734">
                  <c:v>44188</c:v>
                </c:pt>
                <c:pt idx="735">
                  <c:v>44189</c:v>
                </c:pt>
                <c:pt idx="736">
                  <c:v>44193</c:v>
                </c:pt>
                <c:pt idx="737">
                  <c:v>44194</c:v>
                </c:pt>
                <c:pt idx="738">
                  <c:v>44195</c:v>
                </c:pt>
                <c:pt idx="739">
                  <c:v>44196</c:v>
                </c:pt>
                <c:pt idx="740">
                  <c:v>44200</c:v>
                </c:pt>
                <c:pt idx="741">
                  <c:v>44201</c:v>
                </c:pt>
                <c:pt idx="742">
                  <c:v>44202</c:v>
                </c:pt>
                <c:pt idx="743">
                  <c:v>44203</c:v>
                </c:pt>
                <c:pt idx="744">
                  <c:v>44204</c:v>
                </c:pt>
                <c:pt idx="745">
                  <c:v>44207</c:v>
                </c:pt>
                <c:pt idx="746">
                  <c:v>44208</c:v>
                </c:pt>
                <c:pt idx="747">
                  <c:v>44209</c:v>
                </c:pt>
                <c:pt idx="748">
                  <c:v>44210</c:v>
                </c:pt>
                <c:pt idx="749">
                  <c:v>44211</c:v>
                </c:pt>
                <c:pt idx="750">
                  <c:v>44214</c:v>
                </c:pt>
                <c:pt idx="751">
                  <c:v>44215</c:v>
                </c:pt>
                <c:pt idx="752">
                  <c:v>44216</c:v>
                </c:pt>
                <c:pt idx="753">
                  <c:v>44217</c:v>
                </c:pt>
                <c:pt idx="754">
                  <c:v>44218</c:v>
                </c:pt>
                <c:pt idx="755">
                  <c:v>44221</c:v>
                </c:pt>
                <c:pt idx="756">
                  <c:v>44222</c:v>
                </c:pt>
                <c:pt idx="757">
                  <c:v>44223</c:v>
                </c:pt>
                <c:pt idx="758">
                  <c:v>44224</c:v>
                </c:pt>
                <c:pt idx="759">
                  <c:v>44225</c:v>
                </c:pt>
                <c:pt idx="760">
                  <c:v>44228</c:v>
                </c:pt>
                <c:pt idx="761">
                  <c:v>44229</c:v>
                </c:pt>
                <c:pt idx="762">
                  <c:v>44230</c:v>
                </c:pt>
                <c:pt idx="763">
                  <c:v>44231</c:v>
                </c:pt>
                <c:pt idx="764">
                  <c:v>44232</c:v>
                </c:pt>
                <c:pt idx="765">
                  <c:v>44235</c:v>
                </c:pt>
                <c:pt idx="766">
                  <c:v>44236</c:v>
                </c:pt>
                <c:pt idx="767">
                  <c:v>44237</c:v>
                </c:pt>
                <c:pt idx="768">
                  <c:v>44238</c:v>
                </c:pt>
                <c:pt idx="769">
                  <c:v>44243</c:v>
                </c:pt>
                <c:pt idx="770">
                  <c:v>44244</c:v>
                </c:pt>
                <c:pt idx="771">
                  <c:v>44245</c:v>
                </c:pt>
                <c:pt idx="772">
                  <c:v>44246</c:v>
                </c:pt>
                <c:pt idx="773">
                  <c:v>44249</c:v>
                </c:pt>
                <c:pt idx="774">
                  <c:v>44250</c:v>
                </c:pt>
                <c:pt idx="775">
                  <c:v>44251</c:v>
                </c:pt>
                <c:pt idx="776">
                  <c:v>44252</c:v>
                </c:pt>
                <c:pt idx="777">
                  <c:v>44253</c:v>
                </c:pt>
                <c:pt idx="778">
                  <c:v>44256</c:v>
                </c:pt>
                <c:pt idx="779">
                  <c:v>44257</c:v>
                </c:pt>
                <c:pt idx="780">
                  <c:v>44258</c:v>
                </c:pt>
                <c:pt idx="781">
                  <c:v>44259</c:v>
                </c:pt>
                <c:pt idx="782">
                  <c:v>44260</c:v>
                </c:pt>
                <c:pt idx="783">
                  <c:v>44263</c:v>
                </c:pt>
                <c:pt idx="784">
                  <c:v>44264</c:v>
                </c:pt>
                <c:pt idx="785">
                  <c:v>44265</c:v>
                </c:pt>
                <c:pt idx="786">
                  <c:v>44266</c:v>
                </c:pt>
                <c:pt idx="787">
                  <c:v>44267</c:v>
                </c:pt>
                <c:pt idx="788">
                  <c:v>44270</c:v>
                </c:pt>
                <c:pt idx="789">
                  <c:v>44271</c:v>
                </c:pt>
                <c:pt idx="790">
                  <c:v>44272</c:v>
                </c:pt>
                <c:pt idx="791">
                  <c:v>44273</c:v>
                </c:pt>
                <c:pt idx="792">
                  <c:v>44274</c:v>
                </c:pt>
                <c:pt idx="793">
                  <c:v>44277</c:v>
                </c:pt>
                <c:pt idx="794">
                  <c:v>44278</c:v>
                </c:pt>
                <c:pt idx="795">
                  <c:v>44279</c:v>
                </c:pt>
                <c:pt idx="796">
                  <c:v>44280</c:v>
                </c:pt>
                <c:pt idx="797">
                  <c:v>44281</c:v>
                </c:pt>
                <c:pt idx="798">
                  <c:v>44284</c:v>
                </c:pt>
                <c:pt idx="799">
                  <c:v>44285</c:v>
                </c:pt>
                <c:pt idx="800">
                  <c:v>44286</c:v>
                </c:pt>
                <c:pt idx="801">
                  <c:v>44287</c:v>
                </c:pt>
                <c:pt idx="802">
                  <c:v>44293</c:v>
                </c:pt>
                <c:pt idx="803">
                  <c:v>44294</c:v>
                </c:pt>
                <c:pt idx="804">
                  <c:v>44295</c:v>
                </c:pt>
                <c:pt idx="805">
                  <c:v>44298</c:v>
                </c:pt>
                <c:pt idx="806">
                  <c:v>44299</c:v>
                </c:pt>
                <c:pt idx="807">
                  <c:v>44300</c:v>
                </c:pt>
                <c:pt idx="808">
                  <c:v>44301</c:v>
                </c:pt>
                <c:pt idx="809">
                  <c:v>44302</c:v>
                </c:pt>
                <c:pt idx="810">
                  <c:v>44305</c:v>
                </c:pt>
                <c:pt idx="811">
                  <c:v>44306</c:v>
                </c:pt>
                <c:pt idx="812">
                  <c:v>44307</c:v>
                </c:pt>
                <c:pt idx="813">
                  <c:v>44308</c:v>
                </c:pt>
                <c:pt idx="814">
                  <c:v>44309</c:v>
                </c:pt>
                <c:pt idx="815">
                  <c:v>44312</c:v>
                </c:pt>
                <c:pt idx="816">
                  <c:v>44313</c:v>
                </c:pt>
                <c:pt idx="817">
                  <c:v>44314</c:v>
                </c:pt>
                <c:pt idx="818">
                  <c:v>44315</c:v>
                </c:pt>
                <c:pt idx="819">
                  <c:v>44316</c:v>
                </c:pt>
                <c:pt idx="820">
                  <c:v>44319</c:v>
                </c:pt>
                <c:pt idx="821">
                  <c:v>44320</c:v>
                </c:pt>
                <c:pt idx="822">
                  <c:v>44321</c:v>
                </c:pt>
                <c:pt idx="823">
                  <c:v>44322</c:v>
                </c:pt>
                <c:pt idx="824">
                  <c:v>44323</c:v>
                </c:pt>
                <c:pt idx="825">
                  <c:v>44326</c:v>
                </c:pt>
                <c:pt idx="826">
                  <c:v>44327</c:v>
                </c:pt>
                <c:pt idx="827">
                  <c:v>44328</c:v>
                </c:pt>
                <c:pt idx="828">
                  <c:v>44329</c:v>
                </c:pt>
                <c:pt idx="829">
                  <c:v>44330</c:v>
                </c:pt>
                <c:pt idx="830">
                  <c:v>44333</c:v>
                </c:pt>
                <c:pt idx="831">
                  <c:v>44334</c:v>
                </c:pt>
                <c:pt idx="832">
                  <c:v>44336</c:v>
                </c:pt>
                <c:pt idx="833">
                  <c:v>44337</c:v>
                </c:pt>
                <c:pt idx="834">
                  <c:v>44340</c:v>
                </c:pt>
                <c:pt idx="835">
                  <c:v>44341</c:v>
                </c:pt>
                <c:pt idx="836">
                  <c:v>44342</c:v>
                </c:pt>
                <c:pt idx="837">
                  <c:v>44343</c:v>
                </c:pt>
                <c:pt idx="838">
                  <c:v>44344</c:v>
                </c:pt>
                <c:pt idx="839">
                  <c:v>44347</c:v>
                </c:pt>
                <c:pt idx="840">
                  <c:v>44348</c:v>
                </c:pt>
                <c:pt idx="841">
                  <c:v>44349</c:v>
                </c:pt>
                <c:pt idx="842">
                  <c:v>44350</c:v>
                </c:pt>
                <c:pt idx="843">
                  <c:v>44351</c:v>
                </c:pt>
                <c:pt idx="844">
                  <c:v>44354</c:v>
                </c:pt>
                <c:pt idx="845">
                  <c:v>44355</c:v>
                </c:pt>
                <c:pt idx="846">
                  <c:v>44356</c:v>
                </c:pt>
                <c:pt idx="847">
                  <c:v>44357</c:v>
                </c:pt>
                <c:pt idx="848">
                  <c:v>44358</c:v>
                </c:pt>
                <c:pt idx="849">
                  <c:v>44362</c:v>
                </c:pt>
                <c:pt idx="850">
                  <c:v>44363</c:v>
                </c:pt>
                <c:pt idx="851">
                  <c:v>44364</c:v>
                </c:pt>
                <c:pt idx="852">
                  <c:v>44365</c:v>
                </c:pt>
                <c:pt idx="853">
                  <c:v>44368</c:v>
                </c:pt>
                <c:pt idx="854">
                  <c:v>44369</c:v>
                </c:pt>
                <c:pt idx="855">
                  <c:v>44370</c:v>
                </c:pt>
                <c:pt idx="856">
                  <c:v>44371</c:v>
                </c:pt>
                <c:pt idx="857">
                  <c:v>44372</c:v>
                </c:pt>
                <c:pt idx="858">
                  <c:v>44375</c:v>
                </c:pt>
                <c:pt idx="859">
                  <c:v>44376</c:v>
                </c:pt>
                <c:pt idx="860">
                  <c:v>44377</c:v>
                </c:pt>
                <c:pt idx="861">
                  <c:v>44379</c:v>
                </c:pt>
                <c:pt idx="862">
                  <c:v>44382</c:v>
                </c:pt>
                <c:pt idx="863">
                  <c:v>44383</c:v>
                </c:pt>
                <c:pt idx="864">
                  <c:v>44384</c:v>
                </c:pt>
                <c:pt idx="865">
                  <c:v>44385</c:v>
                </c:pt>
                <c:pt idx="866">
                  <c:v>44386</c:v>
                </c:pt>
                <c:pt idx="867">
                  <c:v>44389</c:v>
                </c:pt>
                <c:pt idx="868">
                  <c:v>44390</c:v>
                </c:pt>
                <c:pt idx="869">
                  <c:v>44391</c:v>
                </c:pt>
                <c:pt idx="870">
                  <c:v>44392</c:v>
                </c:pt>
                <c:pt idx="871">
                  <c:v>44393</c:v>
                </c:pt>
                <c:pt idx="872">
                  <c:v>44396</c:v>
                </c:pt>
                <c:pt idx="873">
                  <c:v>44397</c:v>
                </c:pt>
                <c:pt idx="874">
                  <c:v>44398</c:v>
                </c:pt>
                <c:pt idx="875">
                  <c:v>44399</c:v>
                </c:pt>
                <c:pt idx="876">
                  <c:v>44400</c:v>
                </c:pt>
                <c:pt idx="877">
                  <c:v>44403</c:v>
                </c:pt>
                <c:pt idx="878">
                  <c:v>44404</c:v>
                </c:pt>
                <c:pt idx="879">
                  <c:v>44405</c:v>
                </c:pt>
                <c:pt idx="880">
                  <c:v>44406</c:v>
                </c:pt>
                <c:pt idx="881">
                  <c:v>44407</c:v>
                </c:pt>
                <c:pt idx="882">
                  <c:v>44410</c:v>
                </c:pt>
                <c:pt idx="883">
                  <c:v>44411</c:v>
                </c:pt>
                <c:pt idx="884">
                  <c:v>44412</c:v>
                </c:pt>
                <c:pt idx="885">
                  <c:v>44413</c:v>
                </c:pt>
                <c:pt idx="886">
                  <c:v>44414</c:v>
                </c:pt>
                <c:pt idx="887">
                  <c:v>44417</c:v>
                </c:pt>
                <c:pt idx="888">
                  <c:v>44418</c:v>
                </c:pt>
                <c:pt idx="889">
                  <c:v>44419</c:v>
                </c:pt>
                <c:pt idx="890">
                  <c:v>44420</c:v>
                </c:pt>
                <c:pt idx="891">
                  <c:v>44421</c:v>
                </c:pt>
                <c:pt idx="892">
                  <c:v>44424</c:v>
                </c:pt>
                <c:pt idx="893">
                  <c:v>44425</c:v>
                </c:pt>
                <c:pt idx="894">
                  <c:v>44426</c:v>
                </c:pt>
                <c:pt idx="895">
                  <c:v>44427</c:v>
                </c:pt>
                <c:pt idx="896">
                  <c:v>44428</c:v>
                </c:pt>
                <c:pt idx="897">
                  <c:v>44431</c:v>
                </c:pt>
                <c:pt idx="898">
                  <c:v>44432</c:v>
                </c:pt>
                <c:pt idx="899">
                  <c:v>44433</c:v>
                </c:pt>
                <c:pt idx="900">
                  <c:v>44434</c:v>
                </c:pt>
                <c:pt idx="901">
                  <c:v>44435</c:v>
                </c:pt>
                <c:pt idx="902">
                  <c:v>44438</c:v>
                </c:pt>
                <c:pt idx="903">
                  <c:v>44439</c:v>
                </c:pt>
                <c:pt idx="904">
                  <c:v>44440</c:v>
                </c:pt>
                <c:pt idx="905">
                  <c:v>44441</c:v>
                </c:pt>
                <c:pt idx="906">
                  <c:v>44442</c:v>
                </c:pt>
                <c:pt idx="907">
                  <c:v>44445</c:v>
                </c:pt>
                <c:pt idx="908">
                  <c:v>44446</c:v>
                </c:pt>
                <c:pt idx="909">
                  <c:v>44447</c:v>
                </c:pt>
                <c:pt idx="910">
                  <c:v>44448</c:v>
                </c:pt>
                <c:pt idx="911">
                  <c:v>44449</c:v>
                </c:pt>
                <c:pt idx="912">
                  <c:v>44452</c:v>
                </c:pt>
                <c:pt idx="913">
                  <c:v>44453</c:v>
                </c:pt>
                <c:pt idx="914">
                  <c:v>44454</c:v>
                </c:pt>
                <c:pt idx="915">
                  <c:v>44455</c:v>
                </c:pt>
                <c:pt idx="916">
                  <c:v>44456</c:v>
                </c:pt>
                <c:pt idx="917">
                  <c:v>44459</c:v>
                </c:pt>
                <c:pt idx="918">
                  <c:v>44460</c:v>
                </c:pt>
                <c:pt idx="919">
                  <c:v>44462</c:v>
                </c:pt>
                <c:pt idx="920">
                  <c:v>44463</c:v>
                </c:pt>
                <c:pt idx="921">
                  <c:v>44466</c:v>
                </c:pt>
                <c:pt idx="922">
                  <c:v>44467</c:v>
                </c:pt>
                <c:pt idx="923">
                  <c:v>44468</c:v>
                </c:pt>
                <c:pt idx="924">
                  <c:v>44469</c:v>
                </c:pt>
                <c:pt idx="925">
                  <c:v>44473</c:v>
                </c:pt>
                <c:pt idx="926">
                  <c:v>44474</c:v>
                </c:pt>
                <c:pt idx="927">
                  <c:v>44475</c:v>
                </c:pt>
                <c:pt idx="928">
                  <c:v>44476</c:v>
                </c:pt>
                <c:pt idx="929">
                  <c:v>44477</c:v>
                </c:pt>
                <c:pt idx="930">
                  <c:v>44480</c:v>
                </c:pt>
                <c:pt idx="931">
                  <c:v>44481</c:v>
                </c:pt>
                <c:pt idx="932">
                  <c:v>44484</c:v>
                </c:pt>
                <c:pt idx="933">
                  <c:v>44487</c:v>
                </c:pt>
                <c:pt idx="934">
                  <c:v>44488</c:v>
                </c:pt>
                <c:pt idx="935">
                  <c:v>44489</c:v>
                </c:pt>
                <c:pt idx="936">
                  <c:v>44490</c:v>
                </c:pt>
                <c:pt idx="937">
                  <c:v>44491</c:v>
                </c:pt>
                <c:pt idx="938">
                  <c:v>44494</c:v>
                </c:pt>
                <c:pt idx="939">
                  <c:v>44495</c:v>
                </c:pt>
                <c:pt idx="940">
                  <c:v>44496</c:v>
                </c:pt>
                <c:pt idx="941">
                  <c:v>44497</c:v>
                </c:pt>
                <c:pt idx="942">
                  <c:v>44498</c:v>
                </c:pt>
                <c:pt idx="943">
                  <c:v>44501</c:v>
                </c:pt>
                <c:pt idx="944">
                  <c:v>44502</c:v>
                </c:pt>
                <c:pt idx="945">
                  <c:v>44503</c:v>
                </c:pt>
                <c:pt idx="946">
                  <c:v>44504</c:v>
                </c:pt>
                <c:pt idx="947">
                  <c:v>44505</c:v>
                </c:pt>
                <c:pt idx="948">
                  <c:v>44508</c:v>
                </c:pt>
                <c:pt idx="949">
                  <c:v>44509</c:v>
                </c:pt>
                <c:pt idx="950">
                  <c:v>44510</c:v>
                </c:pt>
                <c:pt idx="951">
                  <c:v>44511</c:v>
                </c:pt>
                <c:pt idx="952">
                  <c:v>44512</c:v>
                </c:pt>
                <c:pt idx="953">
                  <c:v>44515</c:v>
                </c:pt>
                <c:pt idx="954">
                  <c:v>44516</c:v>
                </c:pt>
                <c:pt idx="955">
                  <c:v>44517</c:v>
                </c:pt>
                <c:pt idx="956">
                  <c:v>44518</c:v>
                </c:pt>
                <c:pt idx="957">
                  <c:v>44519</c:v>
                </c:pt>
                <c:pt idx="958">
                  <c:v>44522</c:v>
                </c:pt>
                <c:pt idx="959">
                  <c:v>44523</c:v>
                </c:pt>
                <c:pt idx="960">
                  <c:v>44524</c:v>
                </c:pt>
                <c:pt idx="961">
                  <c:v>44525</c:v>
                </c:pt>
                <c:pt idx="962">
                  <c:v>44526</c:v>
                </c:pt>
                <c:pt idx="963">
                  <c:v>44529</c:v>
                </c:pt>
                <c:pt idx="964">
                  <c:v>44530</c:v>
                </c:pt>
                <c:pt idx="965">
                  <c:v>44531</c:v>
                </c:pt>
                <c:pt idx="966">
                  <c:v>44532</c:v>
                </c:pt>
                <c:pt idx="967">
                  <c:v>44533</c:v>
                </c:pt>
                <c:pt idx="968">
                  <c:v>44536</c:v>
                </c:pt>
                <c:pt idx="969">
                  <c:v>44537</c:v>
                </c:pt>
                <c:pt idx="970">
                  <c:v>44538</c:v>
                </c:pt>
                <c:pt idx="971">
                  <c:v>44539</c:v>
                </c:pt>
                <c:pt idx="972">
                  <c:v>44540</c:v>
                </c:pt>
                <c:pt idx="973">
                  <c:v>44543</c:v>
                </c:pt>
                <c:pt idx="974">
                  <c:v>44544</c:v>
                </c:pt>
                <c:pt idx="975">
                  <c:v>44545</c:v>
                </c:pt>
                <c:pt idx="976">
                  <c:v>44546</c:v>
                </c:pt>
                <c:pt idx="977">
                  <c:v>44547</c:v>
                </c:pt>
                <c:pt idx="978">
                  <c:v>44550</c:v>
                </c:pt>
                <c:pt idx="979">
                  <c:v>44551</c:v>
                </c:pt>
                <c:pt idx="980">
                  <c:v>44552</c:v>
                </c:pt>
                <c:pt idx="981">
                  <c:v>44553</c:v>
                </c:pt>
                <c:pt idx="982">
                  <c:v>44554</c:v>
                </c:pt>
                <c:pt idx="983">
                  <c:v>44558</c:v>
                </c:pt>
                <c:pt idx="984">
                  <c:v>44559</c:v>
                </c:pt>
                <c:pt idx="985">
                  <c:v>44560</c:v>
                </c:pt>
                <c:pt idx="986">
                  <c:v>44561</c:v>
                </c:pt>
                <c:pt idx="987">
                  <c:v>44564</c:v>
                </c:pt>
                <c:pt idx="988">
                  <c:v>44565</c:v>
                </c:pt>
                <c:pt idx="989">
                  <c:v>44566</c:v>
                </c:pt>
                <c:pt idx="990">
                  <c:v>44567</c:v>
                </c:pt>
                <c:pt idx="991">
                  <c:v>44568</c:v>
                </c:pt>
                <c:pt idx="992">
                  <c:v>44571</c:v>
                </c:pt>
                <c:pt idx="993">
                  <c:v>44572</c:v>
                </c:pt>
                <c:pt idx="994">
                  <c:v>44573</c:v>
                </c:pt>
                <c:pt idx="995">
                  <c:v>44574</c:v>
                </c:pt>
                <c:pt idx="996">
                  <c:v>44575</c:v>
                </c:pt>
                <c:pt idx="997">
                  <c:v>44578</c:v>
                </c:pt>
                <c:pt idx="998">
                  <c:v>44579</c:v>
                </c:pt>
                <c:pt idx="999">
                  <c:v>44580</c:v>
                </c:pt>
                <c:pt idx="1000">
                  <c:v>44581</c:v>
                </c:pt>
                <c:pt idx="1001">
                  <c:v>44582</c:v>
                </c:pt>
                <c:pt idx="1002">
                  <c:v>44585</c:v>
                </c:pt>
                <c:pt idx="1003">
                  <c:v>44586</c:v>
                </c:pt>
                <c:pt idx="1004">
                  <c:v>44587</c:v>
                </c:pt>
                <c:pt idx="1005">
                  <c:v>44588</c:v>
                </c:pt>
                <c:pt idx="1006">
                  <c:v>44589</c:v>
                </c:pt>
                <c:pt idx="1007">
                  <c:v>44592</c:v>
                </c:pt>
                <c:pt idx="1008">
                  <c:v>44596</c:v>
                </c:pt>
                <c:pt idx="1009">
                  <c:v>44599</c:v>
                </c:pt>
                <c:pt idx="1010">
                  <c:v>44600</c:v>
                </c:pt>
                <c:pt idx="1011">
                  <c:v>44601</c:v>
                </c:pt>
                <c:pt idx="1012">
                  <c:v>44602</c:v>
                </c:pt>
                <c:pt idx="1013">
                  <c:v>44603</c:v>
                </c:pt>
                <c:pt idx="1014">
                  <c:v>44606</c:v>
                </c:pt>
                <c:pt idx="1015">
                  <c:v>44607</c:v>
                </c:pt>
                <c:pt idx="1016">
                  <c:v>44608</c:v>
                </c:pt>
                <c:pt idx="1017">
                  <c:v>44609</c:v>
                </c:pt>
                <c:pt idx="1018">
                  <c:v>44610</c:v>
                </c:pt>
                <c:pt idx="1019">
                  <c:v>44613</c:v>
                </c:pt>
                <c:pt idx="1020">
                  <c:v>44614</c:v>
                </c:pt>
                <c:pt idx="1021">
                  <c:v>44615</c:v>
                </c:pt>
                <c:pt idx="1022">
                  <c:v>44616</c:v>
                </c:pt>
                <c:pt idx="1023">
                  <c:v>44617</c:v>
                </c:pt>
                <c:pt idx="1024">
                  <c:v>44620</c:v>
                </c:pt>
                <c:pt idx="1025">
                  <c:v>44621</c:v>
                </c:pt>
                <c:pt idx="1026">
                  <c:v>44622</c:v>
                </c:pt>
                <c:pt idx="1027">
                  <c:v>44623</c:v>
                </c:pt>
                <c:pt idx="1028">
                  <c:v>44624</c:v>
                </c:pt>
                <c:pt idx="1029">
                  <c:v>44627</c:v>
                </c:pt>
                <c:pt idx="1030">
                  <c:v>44628</c:v>
                </c:pt>
                <c:pt idx="1031">
                  <c:v>44629</c:v>
                </c:pt>
                <c:pt idx="1032">
                  <c:v>44630</c:v>
                </c:pt>
                <c:pt idx="1033">
                  <c:v>44631</c:v>
                </c:pt>
                <c:pt idx="1034">
                  <c:v>44634</c:v>
                </c:pt>
                <c:pt idx="1035">
                  <c:v>44635</c:v>
                </c:pt>
                <c:pt idx="1036">
                  <c:v>44636</c:v>
                </c:pt>
                <c:pt idx="1037">
                  <c:v>44637</c:v>
                </c:pt>
                <c:pt idx="1038">
                  <c:v>44638</c:v>
                </c:pt>
                <c:pt idx="1039">
                  <c:v>44641</c:v>
                </c:pt>
                <c:pt idx="1040">
                  <c:v>44642</c:v>
                </c:pt>
                <c:pt idx="1041">
                  <c:v>44643</c:v>
                </c:pt>
                <c:pt idx="1042">
                  <c:v>44644</c:v>
                </c:pt>
                <c:pt idx="1043">
                  <c:v>44645</c:v>
                </c:pt>
                <c:pt idx="1044">
                  <c:v>44648</c:v>
                </c:pt>
                <c:pt idx="1045">
                  <c:v>44649</c:v>
                </c:pt>
                <c:pt idx="1046">
                  <c:v>44650</c:v>
                </c:pt>
                <c:pt idx="1047">
                  <c:v>44651</c:v>
                </c:pt>
                <c:pt idx="1048">
                  <c:v>44652</c:v>
                </c:pt>
                <c:pt idx="1049">
                  <c:v>44655</c:v>
                </c:pt>
                <c:pt idx="1050">
                  <c:v>44657</c:v>
                </c:pt>
                <c:pt idx="1051">
                  <c:v>44658</c:v>
                </c:pt>
                <c:pt idx="1052">
                  <c:v>44659</c:v>
                </c:pt>
                <c:pt idx="1053">
                  <c:v>44662</c:v>
                </c:pt>
                <c:pt idx="1054">
                  <c:v>44663</c:v>
                </c:pt>
                <c:pt idx="1055">
                  <c:v>44664</c:v>
                </c:pt>
                <c:pt idx="1056">
                  <c:v>44665</c:v>
                </c:pt>
                <c:pt idx="1057">
                  <c:v>44670</c:v>
                </c:pt>
                <c:pt idx="1058">
                  <c:v>44671</c:v>
                </c:pt>
                <c:pt idx="1059">
                  <c:v>44672</c:v>
                </c:pt>
                <c:pt idx="1060">
                  <c:v>44673</c:v>
                </c:pt>
                <c:pt idx="1061">
                  <c:v>44676</c:v>
                </c:pt>
                <c:pt idx="1062">
                  <c:v>44677</c:v>
                </c:pt>
                <c:pt idx="1063">
                  <c:v>44678</c:v>
                </c:pt>
                <c:pt idx="1064">
                  <c:v>44679</c:v>
                </c:pt>
                <c:pt idx="1065">
                  <c:v>44680</c:v>
                </c:pt>
                <c:pt idx="1066">
                  <c:v>44684</c:v>
                </c:pt>
                <c:pt idx="1067">
                  <c:v>44685</c:v>
                </c:pt>
                <c:pt idx="1068">
                  <c:v>44686</c:v>
                </c:pt>
                <c:pt idx="1069">
                  <c:v>44687</c:v>
                </c:pt>
                <c:pt idx="1070">
                  <c:v>44691</c:v>
                </c:pt>
                <c:pt idx="1071">
                  <c:v>44692</c:v>
                </c:pt>
                <c:pt idx="1072">
                  <c:v>44693</c:v>
                </c:pt>
                <c:pt idx="1073">
                  <c:v>44694</c:v>
                </c:pt>
                <c:pt idx="1074">
                  <c:v>44697</c:v>
                </c:pt>
                <c:pt idx="1075">
                  <c:v>44698</c:v>
                </c:pt>
                <c:pt idx="1076">
                  <c:v>44699</c:v>
                </c:pt>
                <c:pt idx="1077">
                  <c:v>44700</c:v>
                </c:pt>
                <c:pt idx="1078">
                  <c:v>44701</c:v>
                </c:pt>
                <c:pt idx="1079">
                  <c:v>44704</c:v>
                </c:pt>
                <c:pt idx="1080">
                  <c:v>44705</c:v>
                </c:pt>
                <c:pt idx="1081">
                  <c:v>44706</c:v>
                </c:pt>
                <c:pt idx="1082">
                  <c:v>44707</c:v>
                </c:pt>
                <c:pt idx="1083">
                  <c:v>44708</c:v>
                </c:pt>
                <c:pt idx="1084">
                  <c:v>44711</c:v>
                </c:pt>
                <c:pt idx="1085">
                  <c:v>44712</c:v>
                </c:pt>
                <c:pt idx="1086">
                  <c:v>44713</c:v>
                </c:pt>
                <c:pt idx="1087">
                  <c:v>44714</c:v>
                </c:pt>
                <c:pt idx="1088">
                  <c:v>44718</c:v>
                </c:pt>
                <c:pt idx="1089">
                  <c:v>44719</c:v>
                </c:pt>
                <c:pt idx="1090">
                  <c:v>44720</c:v>
                </c:pt>
                <c:pt idx="1091">
                  <c:v>44721</c:v>
                </c:pt>
                <c:pt idx="1092">
                  <c:v>44722</c:v>
                </c:pt>
                <c:pt idx="1093">
                  <c:v>44725</c:v>
                </c:pt>
                <c:pt idx="1094">
                  <c:v>44726</c:v>
                </c:pt>
                <c:pt idx="1095">
                  <c:v>44727</c:v>
                </c:pt>
                <c:pt idx="1096">
                  <c:v>44728</c:v>
                </c:pt>
                <c:pt idx="1097">
                  <c:v>44729</c:v>
                </c:pt>
                <c:pt idx="1098">
                  <c:v>44732</c:v>
                </c:pt>
                <c:pt idx="1099">
                  <c:v>44733</c:v>
                </c:pt>
                <c:pt idx="1100">
                  <c:v>44734</c:v>
                </c:pt>
                <c:pt idx="1101">
                  <c:v>44735</c:v>
                </c:pt>
                <c:pt idx="1102">
                  <c:v>44736</c:v>
                </c:pt>
                <c:pt idx="1103">
                  <c:v>44739</c:v>
                </c:pt>
                <c:pt idx="1104">
                  <c:v>44740</c:v>
                </c:pt>
                <c:pt idx="1105">
                  <c:v>44741</c:v>
                </c:pt>
                <c:pt idx="1106">
                  <c:v>44742</c:v>
                </c:pt>
                <c:pt idx="1107">
                  <c:v>44746</c:v>
                </c:pt>
                <c:pt idx="1108">
                  <c:v>44747</c:v>
                </c:pt>
                <c:pt idx="1109">
                  <c:v>44748</c:v>
                </c:pt>
                <c:pt idx="1110">
                  <c:v>44749</c:v>
                </c:pt>
                <c:pt idx="1111">
                  <c:v>44750</c:v>
                </c:pt>
                <c:pt idx="1112">
                  <c:v>44753</c:v>
                </c:pt>
                <c:pt idx="1113">
                  <c:v>44754</c:v>
                </c:pt>
                <c:pt idx="1114">
                  <c:v>44755</c:v>
                </c:pt>
                <c:pt idx="1115">
                  <c:v>44756</c:v>
                </c:pt>
                <c:pt idx="1116">
                  <c:v>44757</c:v>
                </c:pt>
                <c:pt idx="1117">
                  <c:v>44760</c:v>
                </c:pt>
                <c:pt idx="1118">
                  <c:v>44761</c:v>
                </c:pt>
                <c:pt idx="1119">
                  <c:v>44762</c:v>
                </c:pt>
                <c:pt idx="1120">
                  <c:v>44763</c:v>
                </c:pt>
                <c:pt idx="1121">
                  <c:v>44764</c:v>
                </c:pt>
                <c:pt idx="1122">
                  <c:v>44767</c:v>
                </c:pt>
                <c:pt idx="1123">
                  <c:v>44768</c:v>
                </c:pt>
                <c:pt idx="1124">
                  <c:v>44769</c:v>
                </c:pt>
                <c:pt idx="1125">
                  <c:v>44770</c:v>
                </c:pt>
                <c:pt idx="1126">
                  <c:v>44771</c:v>
                </c:pt>
                <c:pt idx="1127">
                  <c:v>44774</c:v>
                </c:pt>
                <c:pt idx="1128">
                  <c:v>44775</c:v>
                </c:pt>
                <c:pt idx="1129">
                  <c:v>44776</c:v>
                </c:pt>
                <c:pt idx="1130">
                  <c:v>44777</c:v>
                </c:pt>
                <c:pt idx="1131">
                  <c:v>44778</c:v>
                </c:pt>
                <c:pt idx="1132">
                  <c:v>44781</c:v>
                </c:pt>
                <c:pt idx="1133">
                  <c:v>44782</c:v>
                </c:pt>
                <c:pt idx="1134">
                  <c:v>44783</c:v>
                </c:pt>
                <c:pt idx="1135">
                  <c:v>44784</c:v>
                </c:pt>
                <c:pt idx="1136">
                  <c:v>44785</c:v>
                </c:pt>
                <c:pt idx="1137">
                  <c:v>44788</c:v>
                </c:pt>
                <c:pt idx="1138">
                  <c:v>44789</c:v>
                </c:pt>
                <c:pt idx="1139">
                  <c:v>44790</c:v>
                </c:pt>
                <c:pt idx="1140">
                  <c:v>44791</c:v>
                </c:pt>
                <c:pt idx="1141">
                  <c:v>44792</c:v>
                </c:pt>
                <c:pt idx="1142">
                  <c:v>44795</c:v>
                </c:pt>
                <c:pt idx="1143">
                  <c:v>44796</c:v>
                </c:pt>
                <c:pt idx="1144">
                  <c:v>44797</c:v>
                </c:pt>
                <c:pt idx="1145">
                  <c:v>44798</c:v>
                </c:pt>
                <c:pt idx="1146">
                  <c:v>44799</c:v>
                </c:pt>
                <c:pt idx="1147">
                  <c:v>44802</c:v>
                </c:pt>
                <c:pt idx="1148">
                  <c:v>44803</c:v>
                </c:pt>
                <c:pt idx="1149">
                  <c:v>44804</c:v>
                </c:pt>
                <c:pt idx="1150">
                  <c:v>44805</c:v>
                </c:pt>
                <c:pt idx="1151">
                  <c:v>44806</c:v>
                </c:pt>
                <c:pt idx="1152">
                  <c:v>44809</c:v>
                </c:pt>
                <c:pt idx="1153">
                  <c:v>44810</c:v>
                </c:pt>
                <c:pt idx="1154">
                  <c:v>44811</c:v>
                </c:pt>
                <c:pt idx="1155">
                  <c:v>44812</c:v>
                </c:pt>
                <c:pt idx="1156">
                  <c:v>44813</c:v>
                </c:pt>
                <c:pt idx="1157">
                  <c:v>44817</c:v>
                </c:pt>
                <c:pt idx="1158">
                  <c:v>44818</c:v>
                </c:pt>
                <c:pt idx="1159">
                  <c:v>44819</c:v>
                </c:pt>
                <c:pt idx="1160">
                  <c:v>44820</c:v>
                </c:pt>
                <c:pt idx="1161">
                  <c:v>44823</c:v>
                </c:pt>
                <c:pt idx="1162">
                  <c:v>44824</c:v>
                </c:pt>
                <c:pt idx="1163">
                  <c:v>44825</c:v>
                </c:pt>
                <c:pt idx="1164">
                  <c:v>44826</c:v>
                </c:pt>
                <c:pt idx="1165">
                  <c:v>44827</c:v>
                </c:pt>
                <c:pt idx="1166">
                  <c:v>44830</c:v>
                </c:pt>
                <c:pt idx="1167">
                  <c:v>44831</c:v>
                </c:pt>
                <c:pt idx="1168">
                  <c:v>44832</c:v>
                </c:pt>
                <c:pt idx="1169">
                  <c:v>44833</c:v>
                </c:pt>
                <c:pt idx="1170">
                  <c:v>44834</c:v>
                </c:pt>
                <c:pt idx="1171">
                  <c:v>44837</c:v>
                </c:pt>
                <c:pt idx="1172">
                  <c:v>44839</c:v>
                </c:pt>
                <c:pt idx="1173">
                  <c:v>44840</c:v>
                </c:pt>
                <c:pt idx="1174">
                  <c:v>44841</c:v>
                </c:pt>
                <c:pt idx="1175">
                  <c:v>44844</c:v>
                </c:pt>
                <c:pt idx="1176">
                  <c:v>44845</c:v>
                </c:pt>
                <c:pt idx="1177">
                  <c:v>44846</c:v>
                </c:pt>
                <c:pt idx="1178">
                  <c:v>44847</c:v>
                </c:pt>
                <c:pt idx="1179">
                  <c:v>44848</c:v>
                </c:pt>
                <c:pt idx="1180">
                  <c:v>44851</c:v>
                </c:pt>
                <c:pt idx="1181">
                  <c:v>44852</c:v>
                </c:pt>
                <c:pt idx="1182">
                  <c:v>44853</c:v>
                </c:pt>
                <c:pt idx="1183">
                  <c:v>44854</c:v>
                </c:pt>
                <c:pt idx="1184">
                  <c:v>44855</c:v>
                </c:pt>
                <c:pt idx="1185">
                  <c:v>44858</c:v>
                </c:pt>
                <c:pt idx="1186">
                  <c:v>44859</c:v>
                </c:pt>
                <c:pt idx="1187">
                  <c:v>44860</c:v>
                </c:pt>
                <c:pt idx="1188">
                  <c:v>44861</c:v>
                </c:pt>
                <c:pt idx="1189">
                  <c:v>44862</c:v>
                </c:pt>
                <c:pt idx="1190">
                  <c:v>44865</c:v>
                </c:pt>
                <c:pt idx="1191">
                  <c:v>44866</c:v>
                </c:pt>
                <c:pt idx="1192">
                  <c:v>44867</c:v>
                </c:pt>
                <c:pt idx="1193">
                  <c:v>44868</c:v>
                </c:pt>
                <c:pt idx="1194">
                  <c:v>44869</c:v>
                </c:pt>
                <c:pt idx="1195">
                  <c:v>44872</c:v>
                </c:pt>
                <c:pt idx="1196">
                  <c:v>44873</c:v>
                </c:pt>
                <c:pt idx="1197">
                  <c:v>44874</c:v>
                </c:pt>
                <c:pt idx="1198">
                  <c:v>44875</c:v>
                </c:pt>
                <c:pt idx="1199">
                  <c:v>44876</c:v>
                </c:pt>
                <c:pt idx="1200">
                  <c:v>44879</c:v>
                </c:pt>
                <c:pt idx="1201">
                  <c:v>44880</c:v>
                </c:pt>
                <c:pt idx="1202">
                  <c:v>44881</c:v>
                </c:pt>
                <c:pt idx="1203">
                  <c:v>44882</c:v>
                </c:pt>
                <c:pt idx="1204">
                  <c:v>44883</c:v>
                </c:pt>
                <c:pt idx="1205">
                  <c:v>44886</c:v>
                </c:pt>
                <c:pt idx="1206">
                  <c:v>44887</c:v>
                </c:pt>
                <c:pt idx="1207">
                  <c:v>44888</c:v>
                </c:pt>
                <c:pt idx="1208">
                  <c:v>44889</c:v>
                </c:pt>
                <c:pt idx="1209">
                  <c:v>44890</c:v>
                </c:pt>
                <c:pt idx="1210">
                  <c:v>44893</c:v>
                </c:pt>
                <c:pt idx="1211">
                  <c:v>44894</c:v>
                </c:pt>
                <c:pt idx="1212">
                  <c:v>44895</c:v>
                </c:pt>
                <c:pt idx="1213">
                  <c:v>44896</c:v>
                </c:pt>
                <c:pt idx="1214">
                  <c:v>44897</c:v>
                </c:pt>
                <c:pt idx="1215">
                  <c:v>44900</c:v>
                </c:pt>
                <c:pt idx="1216">
                  <c:v>44901</c:v>
                </c:pt>
                <c:pt idx="1217">
                  <c:v>44902</c:v>
                </c:pt>
                <c:pt idx="1218">
                  <c:v>44903</c:v>
                </c:pt>
                <c:pt idx="1219">
                  <c:v>44904</c:v>
                </c:pt>
                <c:pt idx="1220">
                  <c:v>44907</c:v>
                </c:pt>
                <c:pt idx="1221">
                  <c:v>44908</c:v>
                </c:pt>
                <c:pt idx="1222">
                  <c:v>44909</c:v>
                </c:pt>
                <c:pt idx="1223">
                  <c:v>44910</c:v>
                </c:pt>
                <c:pt idx="1224">
                  <c:v>44911</c:v>
                </c:pt>
                <c:pt idx="1225">
                  <c:v>44914</c:v>
                </c:pt>
                <c:pt idx="1226">
                  <c:v>44915</c:v>
                </c:pt>
                <c:pt idx="1227">
                  <c:v>44916</c:v>
                </c:pt>
                <c:pt idx="1228">
                  <c:v>44917</c:v>
                </c:pt>
                <c:pt idx="1229">
                  <c:v>44918</c:v>
                </c:pt>
                <c:pt idx="1230">
                  <c:v>44923</c:v>
                </c:pt>
                <c:pt idx="1231">
                  <c:v>44924</c:v>
                </c:pt>
                <c:pt idx="1232">
                  <c:v>44925</c:v>
                </c:pt>
                <c:pt idx="1233">
                  <c:v>44929</c:v>
                </c:pt>
                <c:pt idx="1234">
                  <c:v>44930</c:v>
                </c:pt>
                <c:pt idx="1235">
                  <c:v>44931</c:v>
                </c:pt>
                <c:pt idx="1236">
                  <c:v>44932</c:v>
                </c:pt>
                <c:pt idx="1237">
                  <c:v>44935</c:v>
                </c:pt>
                <c:pt idx="1238">
                  <c:v>44936</c:v>
                </c:pt>
                <c:pt idx="1239">
                  <c:v>44937</c:v>
                </c:pt>
                <c:pt idx="1240">
                  <c:v>44938</c:v>
                </c:pt>
                <c:pt idx="1241">
                  <c:v>44939</c:v>
                </c:pt>
                <c:pt idx="1242">
                  <c:v>44942</c:v>
                </c:pt>
                <c:pt idx="1243">
                  <c:v>44943</c:v>
                </c:pt>
                <c:pt idx="1244">
                  <c:v>44944</c:v>
                </c:pt>
                <c:pt idx="1245">
                  <c:v>44945</c:v>
                </c:pt>
                <c:pt idx="1246">
                  <c:v>44946</c:v>
                </c:pt>
                <c:pt idx="1247">
                  <c:v>44952</c:v>
                </c:pt>
                <c:pt idx="1248">
                  <c:v>44953</c:v>
                </c:pt>
                <c:pt idx="1249">
                  <c:v>44956</c:v>
                </c:pt>
                <c:pt idx="1250">
                  <c:v>44957</c:v>
                </c:pt>
                <c:pt idx="1251">
                  <c:v>44958</c:v>
                </c:pt>
                <c:pt idx="1252">
                  <c:v>44959</c:v>
                </c:pt>
                <c:pt idx="1253">
                  <c:v>44960</c:v>
                </c:pt>
                <c:pt idx="1254">
                  <c:v>44963</c:v>
                </c:pt>
                <c:pt idx="1255">
                  <c:v>44964</c:v>
                </c:pt>
                <c:pt idx="1256">
                  <c:v>44965</c:v>
                </c:pt>
                <c:pt idx="1257">
                  <c:v>44966</c:v>
                </c:pt>
                <c:pt idx="1258">
                  <c:v>44967</c:v>
                </c:pt>
                <c:pt idx="1259">
                  <c:v>44970</c:v>
                </c:pt>
                <c:pt idx="1260">
                  <c:v>44971</c:v>
                </c:pt>
                <c:pt idx="1261">
                  <c:v>44972</c:v>
                </c:pt>
                <c:pt idx="1262">
                  <c:v>44973</c:v>
                </c:pt>
                <c:pt idx="1263">
                  <c:v>44974</c:v>
                </c:pt>
                <c:pt idx="1264">
                  <c:v>44977</c:v>
                </c:pt>
                <c:pt idx="1265">
                  <c:v>44978</c:v>
                </c:pt>
                <c:pt idx="1266">
                  <c:v>44979</c:v>
                </c:pt>
                <c:pt idx="1267">
                  <c:v>44980</c:v>
                </c:pt>
                <c:pt idx="1268">
                  <c:v>44981</c:v>
                </c:pt>
                <c:pt idx="1269">
                  <c:v>44984</c:v>
                </c:pt>
                <c:pt idx="1270">
                  <c:v>44985</c:v>
                </c:pt>
                <c:pt idx="1271">
                  <c:v>44986</c:v>
                </c:pt>
                <c:pt idx="1272">
                  <c:v>44987</c:v>
                </c:pt>
                <c:pt idx="1273">
                  <c:v>44988</c:v>
                </c:pt>
                <c:pt idx="1274">
                  <c:v>44991</c:v>
                </c:pt>
                <c:pt idx="1275">
                  <c:v>44992</c:v>
                </c:pt>
                <c:pt idx="1276">
                  <c:v>44993</c:v>
                </c:pt>
                <c:pt idx="1277">
                  <c:v>44994</c:v>
                </c:pt>
                <c:pt idx="1278">
                  <c:v>44995</c:v>
                </c:pt>
                <c:pt idx="1279">
                  <c:v>44998</c:v>
                </c:pt>
                <c:pt idx="1280">
                  <c:v>44999</c:v>
                </c:pt>
                <c:pt idx="1281">
                  <c:v>45000</c:v>
                </c:pt>
                <c:pt idx="1282">
                  <c:v>45001</c:v>
                </c:pt>
                <c:pt idx="1283">
                  <c:v>45002</c:v>
                </c:pt>
                <c:pt idx="1284">
                  <c:v>45005</c:v>
                </c:pt>
                <c:pt idx="1285">
                  <c:v>45006</c:v>
                </c:pt>
                <c:pt idx="1286">
                  <c:v>45007</c:v>
                </c:pt>
                <c:pt idx="1287">
                  <c:v>45008</c:v>
                </c:pt>
                <c:pt idx="1288">
                  <c:v>45009</c:v>
                </c:pt>
                <c:pt idx="1289">
                  <c:v>45012</c:v>
                </c:pt>
                <c:pt idx="1290">
                  <c:v>45013</c:v>
                </c:pt>
                <c:pt idx="1291">
                  <c:v>45014</c:v>
                </c:pt>
                <c:pt idx="1292">
                  <c:v>45015</c:v>
                </c:pt>
                <c:pt idx="1293">
                  <c:v>45016</c:v>
                </c:pt>
                <c:pt idx="1294">
                  <c:v>45019</c:v>
                </c:pt>
                <c:pt idx="1295">
                  <c:v>45020</c:v>
                </c:pt>
                <c:pt idx="1296">
                  <c:v>45022</c:v>
                </c:pt>
                <c:pt idx="1297">
                  <c:v>45027</c:v>
                </c:pt>
                <c:pt idx="1298">
                  <c:v>45028</c:v>
                </c:pt>
                <c:pt idx="1299">
                  <c:v>45029</c:v>
                </c:pt>
                <c:pt idx="1300">
                  <c:v>45030</c:v>
                </c:pt>
                <c:pt idx="1301">
                  <c:v>45033</c:v>
                </c:pt>
                <c:pt idx="1302">
                  <c:v>45034</c:v>
                </c:pt>
                <c:pt idx="1303">
                  <c:v>45035</c:v>
                </c:pt>
                <c:pt idx="1304">
                  <c:v>45036</c:v>
                </c:pt>
                <c:pt idx="1305">
                  <c:v>45037</c:v>
                </c:pt>
                <c:pt idx="1306">
                  <c:v>45040</c:v>
                </c:pt>
                <c:pt idx="1307">
                  <c:v>45041</c:v>
                </c:pt>
                <c:pt idx="1308">
                  <c:v>45042</c:v>
                </c:pt>
                <c:pt idx="1309">
                  <c:v>45043</c:v>
                </c:pt>
                <c:pt idx="1310">
                  <c:v>45044</c:v>
                </c:pt>
                <c:pt idx="1311">
                  <c:v>45048</c:v>
                </c:pt>
                <c:pt idx="1312">
                  <c:v>45049</c:v>
                </c:pt>
                <c:pt idx="1313">
                  <c:v>45050</c:v>
                </c:pt>
                <c:pt idx="1314">
                  <c:v>45051</c:v>
                </c:pt>
                <c:pt idx="1315">
                  <c:v>45054</c:v>
                </c:pt>
                <c:pt idx="1316">
                  <c:v>45055</c:v>
                </c:pt>
                <c:pt idx="1317">
                  <c:v>45056</c:v>
                </c:pt>
                <c:pt idx="1318">
                  <c:v>45057</c:v>
                </c:pt>
                <c:pt idx="1319">
                  <c:v>45058</c:v>
                </c:pt>
                <c:pt idx="1320">
                  <c:v>45061</c:v>
                </c:pt>
                <c:pt idx="1321">
                  <c:v>45062</c:v>
                </c:pt>
                <c:pt idx="1322">
                  <c:v>45063</c:v>
                </c:pt>
                <c:pt idx="1323">
                  <c:v>45064</c:v>
                </c:pt>
                <c:pt idx="1324">
                  <c:v>45065</c:v>
                </c:pt>
                <c:pt idx="1325">
                  <c:v>45068</c:v>
                </c:pt>
                <c:pt idx="1326">
                  <c:v>45069</c:v>
                </c:pt>
                <c:pt idx="1327">
                  <c:v>45070</c:v>
                </c:pt>
                <c:pt idx="1328">
                  <c:v>45071</c:v>
                </c:pt>
                <c:pt idx="1329">
                  <c:v>45075</c:v>
                </c:pt>
                <c:pt idx="1330">
                  <c:v>45076</c:v>
                </c:pt>
                <c:pt idx="1331">
                  <c:v>45077</c:v>
                </c:pt>
                <c:pt idx="1332">
                  <c:v>45078</c:v>
                </c:pt>
                <c:pt idx="1333">
                  <c:v>45079</c:v>
                </c:pt>
                <c:pt idx="1334">
                  <c:v>45082</c:v>
                </c:pt>
                <c:pt idx="1335">
                  <c:v>45083</c:v>
                </c:pt>
                <c:pt idx="1336">
                  <c:v>45084</c:v>
                </c:pt>
                <c:pt idx="1337">
                  <c:v>45085</c:v>
                </c:pt>
                <c:pt idx="1338">
                  <c:v>45086</c:v>
                </c:pt>
                <c:pt idx="1339">
                  <c:v>45089</c:v>
                </c:pt>
                <c:pt idx="1340">
                  <c:v>45090</c:v>
                </c:pt>
                <c:pt idx="1341">
                  <c:v>45091</c:v>
                </c:pt>
                <c:pt idx="1342">
                  <c:v>45092</c:v>
                </c:pt>
                <c:pt idx="1343">
                  <c:v>45093</c:v>
                </c:pt>
                <c:pt idx="1344">
                  <c:v>45096</c:v>
                </c:pt>
                <c:pt idx="1345">
                  <c:v>45097</c:v>
                </c:pt>
                <c:pt idx="1346">
                  <c:v>45098</c:v>
                </c:pt>
                <c:pt idx="1347">
                  <c:v>45100</c:v>
                </c:pt>
                <c:pt idx="1348">
                  <c:v>45103</c:v>
                </c:pt>
                <c:pt idx="1349">
                  <c:v>45104</c:v>
                </c:pt>
                <c:pt idx="1350">
                  <c:v>45105</c:v>
                </c:pt>
                <c:pt idx="1351">
                  <c:v>45106</c:v>
                </c:pt>
                <c:pt idx="1352">
                  <c:v>45107</c:v>
                </c:pt>
                <c:pt idx="1353">
                  <c:v>45110</c:v>
                </c:pt>
                <c:pt idx="1354">
                  <c:v>45111</c:v>
                </c:pt>
                <c:pt idx="1355">
                  <c:v>45112</c:v>
                </c:pt>
                <c:pt idx="1356">
                  <c:v>45113</c:v>
                </c:pt>
                <c:pt idx="1357">
                  <c:v>45114</c:v>
                </c:pt>
                <c:pt idx="1358">
                  <c:v>45117</c:v>
                </c:pt>
                <c:pt idx="1359">
                  <c:v>45118</c:v>
                </c:pt>
                <c:pt idx="1360">
                  <c:v>45119</c:v>
                </c:pt>
                <c:pt idx="1361">
                  <c:v>45120</c:v>
                </c:pt>
                <c:pt idx="1362">
                  <c:v>45121</c:v>
                </c:pt>
                <c:pt idx="1363">
                  <c:v>45125</c:v>
                </c:pt>
                <c:pt idx="1364">
                  <c:v>45126</c:v>
                </c:pt>
                <c:pt idx="1365">
                  <c:v>45127</c:v>
                </c:pt>
                <c:pt idx="1366">
                  <c:v>45128</c:v>
                </c:pt>
                <c:pt idx="1367">
                  <c:v>45131</c:v>
                </c:pt>
                <c:pt idx="1368">
                  <c:v>45132</c:v>
                </c:pt>
                <c:pt idx="1369">
                  <c:v>45133</c:v>
                </c:pt>
                <c:pt idx="1370">
                  <c:v>45134</c:v>
                </c:pt>
                <c:pt idx="1371">
                  <c:v>45135</c:v>
                </c:pt>
                <c:pt idx="1372">
                  <c:v>45138</c:v>
                </c:pt>
                <c:pt idx="1373">
                  <c:v>45139</c:v>
                </c:pt>
                <c:pt idx="1374">
                  <c:v>45140</c:v>
                </c:pt>
                <c:pt idx="1375">
                  <c:v>45141</c:v>
                </c:pt>
                <c:pt idx="1376">
                  <c:v>45142</c:v>
                </c:pt>
                <c:pt idx="1377">
                  <c:v>45145</c:v>
                </c:pt>
                <c:pt idx="1378">
                  <c:v>45146</c:v>
                </c:pt>
                <c:pt idx="1379">
                  <c:v>45147</c:v>
                </c:pt>
                <c:pt idx="1380">
                  <c:v>45148</c:v>
                </c:pt>
                <c:pt idx="1381">
                  <c:v>45149</c:v>
                </c:pt>
                <c:pt idx="1382">
                  <c:v>45152</c:v>
                </c:pt>
                <c:pt idx="1383">
                  <c:v>45153</c:v>
                </c:pt>
                <c:pt idx="1384">
                  <c:v>45154</c:v>
                </c:pt>
                <c:pt idx="1385">
                  <c:v>45155</c:v>
                </c:pt>
                <c:pt idx="1386">
                  <c:v>45156</c:v>
                </c:pt>
                <c:pt idx="1387">
                  <c:v>45159</c:v>
                </c:pt>
                <c:pt idx="1388">
                  <c:v>45160</c:v>
                </c:pt>
                <c:pt idx="1389">
                  <c:v>45161</c:v>
                </c:pt>
                <c:pt idx="1390">
                  <c:v>45162</c:v>
                </c:pt>
                <c:pt idx="1391">
                  <c:v>45163</c:v>
                </c:pt>
                <c:pt idx="1392">
                  <c:v>45166</c:v>
                </c:pt>
                <c:pt idx="1393">
                  <c:v>45167</c:v>
                </c:pt>
                <c:pt idx="1394">
                  <c:v>45168</c:v>
                </c:pt>
                <c:pt idx="1395">
                  <c:v>45169</c:v>
                </c:pt>
                <c:pt idx="1396">
                  <c:v>45173</c:v>
                </c:pt>
                <c:pt idx="1397">
                  <c:v>45174</c:v>
                </c:pt>
                <c:pt idx="1398">
                  <c:v>45175</c:v>
                </c:pt>
                <c:pt idx="1399">
                  <c:v>45176</c:v>
                </c:pt>
                <c:pt idx="1400">
                  <c:v>45180</c:v>
                </c:pt>
                <c:pt idx="1401">
                  <c:v>45181</c:v>
                </c:pt>
                <c:pt idx="1402">
                  <c:v>45182</c:v>
                </c:pt>
                <c:pt idx="1403">
                  <c:v>45183</c:v>
                </c:pt>
                <c:pt idx="1404">
                  <c:v>45184</c:v>
                </c:pt>
                <c:pt idx="1405">
                  <c:v>45187</c:v>
                </c:pt>
                <c:pt idx="1406">
                  <c:v>45188</c:v>
                </c:pt>
                <c:pt idx="1407">
                  <c:v>45189</c:v>
                </c:pt>
                <c:pt idx="1408">
                  <c:v>45190</c:v>
                </c:pt>
                <c:pt idx="1409">
                  <c:v>45191</c:v>
                </c:pt>
                <c:pt idx="1410">
                  <c:v>45194</c:v>
                </c:pt>
                <c:pt idx="1411">
                  <c:v>45195</c:v>
                </c:pt>
                <c:pt idx="1412">
                  <c:v>45196</c:v>
                </c:pt>
                <c:pt idx="1413">
                  <c:v>45197</c:v>
                </c:pt>
                <c:pt idx="1414">
                  <c:v>45198</c:v>
                </c:pt>
                <c:pt idx="1415">
                  <c:v>45202</c:v>
                </c:pt>
                <c:pt idx="1416">
                  <c:v>45203</c:v>
                </c:pt>
                <c:pt idx="1417">
                  <c:v>45204</c:v>
                </c:pt>
                <c:pt idx="1418">
                  <c:v>45205</c:v>
                </c:pt>
                <c:pt idx="1419">
                  <c:v>45208</c:v>
                </c:pt>
                <c:pt idx="1420">
                  <c:v>45209</c:v>
                </c:pt>
                <c:pt idx="1421">
                  <c:v>45210</c:v>
                </c:pt>
                <c:pt idx="1422">
                  <c:v>45211</c:v>
                </c:pt>
                <c:pt idx="1423">
                  <c:v>45212</c:v>
                </c:pt>
                <c:pt idx="1424">
                  <c:v>45215</c:v>
                </c:pt>
                <c:pt idx="1425">
                  <c:v>45216</c:v>
                </c:pt>
                <c:pt idx="1426">
                  <c:v>45217</c:v>
                </c:pt>
                <c:pt idx="1427">
                  <c:v>45218</c:v>
                </c:pt>
                <c:pt idx="1428">
                  <c:v>45219</c:v>
                </c:pt>
                <c:pt idx="1429">
                  <c:v>45223</c:v>
                </c:pt>
                <c:pt idx="1430">
                  <c:v>45224</c:v>
                </c:pt>
                <c:pt idx="1431">
                  <c:v>45225</c:v>
                </c:pt>
                <c:pt idx="1432">
                  <c:v>45226</c:v>
                </c:pt>
                <c:pt idx="1433">
                  <c:v>45229</c:v>
                </c:pt>
                <c:pt idx="1434">
                  <c:v>45230</c:v>
                </c:pt>
                <c:pt idx="1435">
                  <c:v>45231</c:v>
                </c:pt>
                <c:pt idx="1436">
                  <c:v>45232</c:v>
                </c:pt>
                <c:pt idx="1437">
                  <c:v>45233</c:v>
                </c:pt>
                <c:pt idx="1438">
                  <c:v>45236</c:v>
                </c:pt>
                <c:pt idx="1439">
                  <c:v>45237</c:v>
                </c:pt>
                <c:pt idx="1440">
                  <c:v>45238</c:v>
                </c:pt>
                <c:pt idx="1441">
                  <c:v>45239</c:v>
                </c:pt>
                <c:pt idx="1442">
                  <c:v>45240</c:v>
                </c:pt>
                <c:pt idx="1443">
                  <c:v>45243</c:v>
                </c:pt>
                <c:pt idx="1444">
                  <c:v>45244</c:v>
                </c:pt>
                <c:pt idx="1445">
                  <c:v>45245</c:v>
                </c:pt>
                <c:pt idx="1446">
                  <c:v>45246</c:v>
                </c:pt>
                <c:pt idx="1447">
                  <c:v>45247</c:v>
                </c:pt>
                <c:pt idx="1448">
                  <c:v>45250</c:v>
                </c:pt>
                <c:pt idx="1449">
                  <c:v>45251</c:v>
                </c:pt>
                <c:pt idx="1450">
                  <c:v>45252</c:v>
                </c:pt>
                <c:pt idx="1451">
                  <c:v>45253</c:v>
                </c:pt>
                <c:pt idx="1452">
                  <c:v>45254</c:v>
                </c:pt>
                <c:pt idx="1453">
                  <c:v>45257</c:v>
                </c:pt>
                <c:pt idx="1454">
                  <c:v>45258</c:v>
                </c:pt>
                <c:pt idx="1455">
                  <c:v>45259</c:v>
                </c:pt>
                <c:pt idx="1456">
                  <c:v>45260</c:v>
                </c:pt>
                <c:pt idx="1457">
                  <c:v>45261</c:v>
                </c:pt>
                <c:pt idx="1458">
                  <c:v>45264</c:v>
                </c:pt>
                <c:pt idx="1459">
                  <c:v>45265</c:v>
                </c:pt>
                <c:pt idx="1460">
                  <c:v>45266</c:v>
                </c:pt>
                <c:pt idx="1461">
                  <c:v>45267</c:v>
                </c:pt>
                <c:pt idx="1462">
                  <c:v>45268</c:v>
                </c:pt>
                <c:pt idx="1463">
                  <c:v>45271</c:v>
                </c:pt>
                <c:pt idx="1464">
                  <c:v>45272</c:v>
                </c:pt>
                <c:pt idx="1465">
                  <c:v>45273</c:v>
                </c:pt>
                <c:pt idx="1466">
                  <c:v>45274</c:v>
                </c:pt>
                <c:pt idx="1467">
                  <c:v>45275</c:v>
                </c:pt>
                <c:pt idx="1468">
                  <c:v>45278</c:v>
                </c:pt>
                <c:pt idx="1469">
                  <c:v>45279</c:v>
                </c:pt>
                <c:pt idx="1470">
                  <c:v>45280</c:v>
                </c:pt>
                <c:pt idx="1471">
                  <c:v>45281</c:v>
                </c:pt>
                <c:pt idx="1472">
                  <c:v>45282</c:v>
                </c:pt>
                <c:pt idx="1473">
                  <c:v>45287</c:v>
                </c:pt>
                <c:pt idx="1474">
                  <c:v>45288</c:v>
                </c:pt>
                <c:pt idx="1475">
                  <c:v>45289</c:v>
                </c:pt>
                <c:pt idx="1476">
                  <c:v>45293</c:v>
                </c:pt>
                <c:pt idx="1477">
                  <c:v>45294</c:v>
                </c:pt>
                <c:pt idx="1478">
                  <c:v>45295</c:v>
                </c:pt>
                <c:pt idx="1479">
                  <c:v>45296</c:v>
                </c:pt>
                <c:pt idx="1480">
                  <c:v>45299</c:v>
                </c:pt>
                <c:pt idx="1481">
                  <c:v>45300</c:v>
                </c:pt>
                <c:pt idx="1482">
                  <c:v>45301</c:v>
                </c:pt>
                <c:pt idx="1483">
                  <c:v>45302</c:v>
                </c:pt>
                <c:pt idx="1484">
                  <c:v>45303</c:v>
                </c:pt>
                <c:pt idx="1485">
                  <c:v>45306</c:v>
                </c:pt>
                <c:pt idx="1486">
                  <c:v>45307</c:v>
                </c:pt>
                <c:pt idx="1487">
                  <c:v>45308</c:v>
                </c:pt>
                <c:pt idx="1488">
                  <c:v>45309</c:v>
                </c:pt>
                <c:pt idx="1489">
                  <c:v>45310</c:v>
                </c:pt>
                <c:pt idx="1490">
                  <c:v>45313</c:v>
                </c:pt>
                <c:pt idx="1491">
                  <c:v>45314</c:v>
                </c:pt>
                <c:pt idx="1492">
                  <c:v>45315</c:v>
                </c:pt>
                <c:pt idx="1493">
                  <c:v>45316</c:v>
                </c:pt>
                <c:pt idx="1494">
                  <c:v>45317</c:v>
                </c:pt>
                <c:pt idx="1495">
                  <c:v>45320</c:v>
                </c:pt>
                <c:pt idx="1496">
                  <c:v>45321</c:v>
                </c:pt>
                <c:pt idx="1497">
                  <c:v>45322</c:v>
                </c:pt>
                <c:pt idx="1498">
                  <c:v>45323</c:v>
                </c:pt>
                <c:pt idx="1499">
                  <c:v>45324</c:v>
                </c:pt>
                <c:pt idx="1500">
                  <c:v>45327</c:v>
                </c:pt>
                <c:pt idx="1501">
                  <c:v>45328</c:v>
                </c:pt>
                <c:pt idx="1502">
                  <c:v>45329</c:v>
                </c:pt>
                <c:pt idx="1503">
                  <c:v>45330</c:v>
                </c:pt>
                <c:pt idx="1504">
                  <c:v>45331</c:v>
                </c:pt>
                <c:pt idx="1505">
                  <c:v>45336</c:v>
                </c:pt>
                <c:pt idx="1506">
                  <c:v>45337</c:v>
                </c:pt>
                <c:pt idx="1507">
                  <c:v>45338</c:v>
                </c:pt>
                <c:pt idx="1508">
                  <c:v>45341</c:v>
                </c:pt>
                <c:pt idx="1509">
                  <c:v>45342</c:v>
                </c:pt>
                <c:pt idx="1510">
                  <c:v>45343</c:v>
                </c:pt>
                <c:pt idx="1511">
                  <c:v>45344</c:v>
                </c:pt>
                <c:pt idx="1512">
                  <c:v>45345</c:v>
                </c:pt>
                <c:pt idx="1513">
                  <c:v>45348</c:v>
                </c:pt>
                <c:pt idx="1514">
                  <c:v>45349</c:v>
                </c:pt>
                <c:pt idx="1515">
                  <c:v>45350</c:v>
                </c:pt>
                <c:pt idx="1516">
                  <c:v>45351</c:v>
                </c:pt>
                <c:pt idx="1517">
                  <c:v>45352</c:v>
                </c:pt>
                <c:pt idx="1518">
                  <c:v>45355</c:v>
                </c:pt>
                <c:pt idx="1519">
                  <c:v>45356</c:v>
                </c:pt>
                <c:pt idx="1520">
                  <c:v>45357</c:v>
                </c:pt>
                <c:pt idx="1521">
                  <c:v>45358</c:v>
                </c:pt>
                <c:pt idx="1522">
                  <c:v>45359</c:v>
                </c:pt>
                <c:pt idx="1523">
                  <c:v>45362</c:v>
                </c:pt>
                <c:pt idx="1524">
                  <c:v>45363</c:v>
                </c:pt>
                <c:pt idx="1525">
                  <c:v>45364</c:v>
                </c:pt>
                <c:pt idx="1526">
                  <c:v>45365</c:v>
                </c:pt>
                <c:pt idx="1527">
                  <c:v>45366</c:v>
                </c:pt>
                <c:pt idx="1528">
                  <c:v>45369</c:v>
                </c:pt>
                <c:pt idx="1529">
                  <c:v>45370</c:v>
                </c:pt>
                <c:pt idx="1530">
                  <c:v>45371</c:v>
                </c:pt>
                <c:pt idx="1531">
                  <c:v>45372</c:v>
                </c:pt>
                <c:pt idx="1532">
                  <c:v>45373</c:v>
                </c:pt>
                <c:pt idx="1533">
                  <c:v>45376</c:v>
                </c:pt>
                <c:pt idx="1534">
                  <c:v>45377</c:v>
                </c:pt>
                <c:pt idx="1535">
                  <c:v>45378</c:v>
                </c:pt>
                <c:pt idx="1536">
                  <c:v>45379</c:v>
                </c:pt>
                <c:pt idx="1537">
                  <c:v>45384</c:v>
                </c:pt>
                <c:pt idx="1538">
                  <c:v>45385</c:v>
                </c:pt>
                <c:pt idx="1539">
                  <c:v>45387</c:v>
                </c:pt>
                <c:pt idx="1540">
                  <c:v>45390</c:v>
                </c:pt>
                <c:pt idx="1541">
                  <c:v>45391</c:v>
                </c:pt>
                <c:pt idx="1542">
                  <c:v>45392</c:v>
                </c:pt>
                <c:pt idx="1543">
                  <c:v>45393</c:v>
                </c:pt>
                <c:pt idx="1544">
                  <c:v>45394</c:v>
                </c:pt>
                <c:pt idx="1545">
                  <c:v>45397</c:v>
                </c:pt>
                <c:pt idx="1546">
                  <c:v>45398</c:v>
                </c:pt>
                <c:pt idx="1547">
                  <c:v>45399</c:v>
                </c:pt>
                <c:pt idx="1548">
                  <c:v>45400</c:v>
                </c:pt>
                <c:pt idx="1549">
                  <c:v>45401</c:v>
                </c:pt>
                <c:pt idx="1550">
                  <c:v>45404</c:v>
                </c:pt>
                <c:pt idx="1551">
                  <c:v>45405</c:v>
                </c:pt>
                <c:pt idx="1552">
                  <c:v>45406</c:v>
                </c:pt>
                <c:pt idx="1553">
                  <c:v>45407</c:v>
                </c:pt>
                <c:pt idx="1554">
                  <c:v>45408</c:v>
                </c:pt>
                <c:pt idx="1555">
                  <c:v>45411</c:v>
                </c:pt>
                <c:pt idx="1556">
                  <c:v>45412</c:v>
                </c:pt>
                <c:pt idx="1557">
                  <c:v>45414</c:v>
                </c:pt>
                <c:pt idx="1558">
                  <c:v>45415</c:v>
                </c:pt>
                <c:pt idx="1559">
                  <c:v>45418</c:v>
                </c:pt>
                <c:pt idx="1560">
                  <c:v>45419</c:v>
                </c:pt>
                <c:pt idx="1561">
                  <c:v>45420</c:v>
                </c:pt>
                <c:pt idx="1562">
                  <c:v>45421</c:v>
                </c:pt>
                <c:pt idx="1563">
                  <c:v>45422</c:v>
                </c:pt>
                <c:pt idx="1564">
                  <c:v>45425</c:v>
                </c:pt>
                <c:pt idx="1565">
                  <c:v>45426</c:v>
                </c:pt>
                <c:pt idx="1566">
                  <c:v>45428</c:v>
                </c:pt>
                <c:pt idx="1567">
                  <c:v>45429</c:v>
                </c:pt>
                <c:pt idx="1568">
                  <c:v>45432</c:v>
                </c:pt>
                <c:pt idx="1569">
                  <c:v>45433</c:v>
                </c:pt>
                <c:pt idx="1570">
                  <c:v>45434</c:v>
                </c:pt>
                <c:pt idx="1571">
                  <c:v>45435</c:v>
                </c:pt>
                <c:pt idx="1572">
                  <c:v>45436</c:v>
                </c:pt>
                <c:pt idx="1573">
                  <c:v>45439</c:v>
                </c:pt>
                <c:pt idx="1574">
                  <c:v>45440</c:v>
                </c:pt>
                <c:pt idx="1575">
                  <c:v>45441</c:v>
                </c:pt>
                <c:pt idx="1576">
                  <c:v>45442</c:v>
                </c:pt>
                <c:pt idx="1577">
                  <c:v>45443</c:v>
                </c:pt>
                <c:pt idx="1578">
                  <c:v>45446</c:v>
                </c:pt>
                <c:pt idx="1579">
                  <c:v>45447</c:v>
                </c:pt>
                <c:pt idx="1580">
                  <c:v>45448</c:v>
                </c:pt>
                <c:pt idx="1581">
                  <c:v>45449</c:v>
                </c:pt>
                <c:pt idx="1582">
                  <c:v>45450</c:v>
                </c:pt>
                <c:pt idx="1583">
                  <c:v>45454</c:v>
                </c:pt>
                <c:pt idx="1584">
                  <c:v>45455</c:v>
                </c:pt>
                <c:pt idx="1585">
                  <c:v>45456</c:v>
                </c:pt>
                <c:pt idx="1586">
                  <c:v>45457</c:v>
                </c:pt>
                <c:pt idx="1587">
                  <c:v>45460</c:v>
                </c:pt>
                <c:pt idx="1588">
                  <c:v>45461</c:v>
                </c:pt>
                <c:pt idx="1589">
                  <c:v>45462</c:v>
                </c:pt>
                <c:pt idx="1590">
                  <c:v>45463</c:v>
                </c:pt>
                <c:pt idx="1591">
                  <c:v>45464</c:v>
                </c:pt>
                <c:pt idx="1592">
                  <c:v>45467</c:v>
                </c:pt>
                <c:pt idx="1593">
                  <c:v>45468</c:v>
                </c:pt>
                <c:pt idx="1594">
                  <c:v>45469</c:v>
                </c:pt>
                <c:pt idx="1595">
                  <c:v>45470</c:v>
                </c:pt>
                <c:pt idx="1596">
                  <c:v>45471</c:v>
                </c:pt>
                <c:pt idx="1597">
                  <c:v>45475</c:v>
                </c:pt>
                <c:pt idx="1598">
                  <c:v>45476</c:v>
                </c:pt>
                <c:pt idx="1599">
                  <c:v>45477</c:v>
                </c:pt>
                <c:pt idx="1600">
                  <c:v>45478</c:v>
                </c:pt>
                <c:pt idx="1601">
                  <c:v>45481</c:v>
                </c:pt>
                <c:pt idx="1602">
                  <c:v>45482</c:v>
                </c:pt>
                <c:pt idx="1603">
                  <c:v>45483</c:v>
                </c:pt>
                <c:pt idx="1604">
                  <c:v>45484</c:v>
                </c:pt>
                <c:pt idx="1605">
                  <c:v>45485</c:v>
                </c:pt>
                <c:pt idx="1606">
                  <c:v>45488</c:v>
                </c:pt>
                <c:pt idx="1607">
                  <c:v>45489</c:v>
                </c:pt>
                <c:pt idx="1608">
                  <c:v>45490</c:v>
                </c:pt>
                <c:pt idx="1609">
                  <c:v>45491</c:v>
                </c:pt>
                <c:pt idx="1610">
                  <c:v>45492</c:v>
                </c:pt>
                <c:pt idx="1611">
                  <c:v>45495</c:v>
                </c:pt>
                <c:pt idx="1612">
                  <c:v>45496</c:v>
                </c:pt>
                <c:pt idx="1613">
                  <c:v>45497</c:v>
                </c:pt>
                <c:pt idx="1614">
                  <c:v>45498</c:v>
                </c:pt>
                <c:pt idx="1615">
                  <c:v>45499</c:v>
                </c:pt>
                <c:pt idx="1616">
                  <c:v>45502</c:v>
                </c:pt>
                <c:pt idx="1617">
                  <c:v>45503</c:v>
                </c:pt>
                <c:pt idx="1618">
                  <c:v>45504</c:v>
                </c:pt>
                <c:pt idx="1619">
                  <c:v>45505</c:v>
                </c:pt>
                <c:pt idx="1620">
                  <c:v>45506</c:v>
                </c:pt>
                <c:pt idx="1621">
                  <c:v>45509</c:v>
                </c:pt>
                <c:pt idx="1622">
                  <c:v>45510</c:v>
                </c:pt>
                <c:pt idx="1623">
                  <c:v>45511</c:v>
                </c:pt>
                <c:pt idx="1624">
                  <c:v>45512</c:v>
                </c:pt>
                <c:pt idx="1625">
                  <c:v>45513</c:v>
                </c:pt>
                <c:pt idx="1626">
                  <c:v>45516</c:v>
                </c:pt>
                <c:pt idx="1627">
                  <c:v>45517</c:v>
                </c:pt>
                <c:pt idx="1628">
                  <c:v>45518</c:v>
                </c:pt>
                <c:pt idx="1629">
                  <c:v>45519</c:v>
                </c:pt>
                <c:pt idx="1630">
                  <c:v>45520</c:v>
                </c:pt>
                <c:pt idx="1631">
                  <c:v>45523</c:v>
                </c:pt>
                <c:pt idx="1632">
                  <c:v>45524</c:v>
                </c:pt>
                <c:pt idx="1633">
                  <c:v>45525</c:v>
                </c:pt>
                <c:pt idx="1634">
                  <c:v>45526</c:v>
                </c:pt>
                <c:pt idx="1635">
                  <c:v>45527</c:v>
                </c:pt>
                <c:pt idx="1636">
                  <c:v>45530</c:v>
                </c:pt>
                <c:pt idx="1637">
                  <c:v>45531</c:v>
                </c:pt>
                <c:pt idx="1638">
                  <c:v>45532</c:v>
                </c:pt>
                <c:pt idx="1639">
                  <c:v>45533</c:v>
                </c:pt>
                <c:pt idx="1640">
                  <c:v>45534</c:v>
                </c:pt>
                <c:pt idx="1641">
                  <c:v>45537</c:v>
                </c:pt>
                <c:pt idx="1642">
                  <c:v>45538</c:v>
                </c:pt>
                <c:pt idx="1643">
                  <c:v>45539</c:v>
                </c:pt>
                <c:pt idx="1644">
                  <c:v>45540</c:v>
                </c:pt>
                <c:pt idx="1645">
                  <c:v>45544</c:v>
                </c:pt>
                <c:pt idx="1646">
                  <c:v>45545</c:v>
                </c:pt>
                <c:pt idx="1647">
                  <c:v>45546</c:v>
                </c:pt>
                <c:pt idx="1648">
                  <c:v>45547</c:v>
                </c:pt>
                <c:pt idx="1649">
                  <c:v>45548</c:v>
                </c:pt>
                <c:pt idx="1650">
                  <c:v>45551</c:v>
                </c:pt>
                <c:pt idx="1651">
                  <c:v>45552</c:v>
                </c:pt>
                <c:pt idx="1652">
                  <c:v>45554</c:v>
                </c:pt>
                <c:pt idx="1653">
                  <c:v>45555</c:v>
                </c:pt>
                <c:pt idx="1654">
                  <c:v>45558</c:v>
                </c:pt>
                <c:pt idx="1655">
                  <c:v>45559</c:v>
                </c:pt>
                <c:pt idx="1656">
                  <c:v>45560</c:v>
                </c:pt>
                <c:pt idx="1657">
                  <c:v>45561</c:v>
                </c:pt>
                <c:pt idx="1658">
                  <c:v>45562</c:v>
                </c:pt>
                <c:pt idx="1659">
                  <c:v>45565</c:v>
                </c:pt>
                <c:pt idx="1660">
                  <c:v>45567</c:v>
                </c:pt>
                <c:pt idx="1661">
                  <c:v>45568</c:v>
                </c:pt>
                <c:pt idx="1662">
                  <c:v>45569</c:v>
                </c:pt>
                <c:pt idx="1663">
                  <c:v>45572</c:v>
                </c:pt>
                <c:pt idx="1664">
                  <c:v>45573</c:v>
                </c:pt>
                <c:pt idx="1665">
                  <c:v>45574</c:v>
                </c:pt>
                <c:pt idx="1666">
                  <c:v>45575</c:v>
                </c:pt>
                <c:pt idx="1667">
                  <c:v>45579</c:v>
                </c:pt>
                <c:pt idx="1668">
                  <c:v>45580</c:v>
                </c:pt>
                <c:pt idx="1669">
                  <c:v>45581</c:v>
                </c:pt>
                <c:pt idx="1670">
                  <c:v>45582</c:v>
                </c:pt>
                <c:pt idx="1671">
                  <c:v>45583</c:v>
                </c:pt>
                <c:pt idx="1672">
                  <c:v>45586</c:v>
                </c:pt>
                <c:pt idx="1673">
                  <c:v>45587</c:v>
                </c:pt>
                <c:pt idx="1674">
                  <c:v>45588</c:v>
                </c:pt>
                <c:pt idx="1675">
                  <c:v>45589</c:v>
                </c:pt>
                <c:pt idx="1676">
                  <c:v>45590</c:v>
                </c:pt>
                <c:pt idx="1677">
                  <c:v>45593</c:v>
                </c:pt>
                <c:pt idx="1678">
                  <c:v>45594</c:v>
                </c:pt>
                <c:pt idx="1679">
                  <c:v>45595</c:v>
                </c:pt>
                <c:pt idx="1680">
                  <c:v>45596</c:v>
                </c:pt>
                <c:pt idx="1681">
                  <c:v>45597</c:v>
                </c:pt>
                <c:pt idx="1682">
                  <c:v>45600</c:v>
                </c:pt>
                <c:pt idx="1683">
                  <c:v>45601</c:v>
                </c:pt>
                <c:pt idx="1684">
                  <c:v>45602</c:v>
                </c:pt>
                <c:pt idx="1685">
                  <c:v>45603</c:v>
                </c:pt>
                <c:pt idx="1686">
                  <c:v>45604</c:v>
                </c:pt>
                <c:pt idx="1687">
                  <c:v>45607</c:v>
                </c:pt>
                <c:pt idx="1688">
                  <c:v>45608</c:v>
                </c:pt>
                <c:pt idx="1689">
                  <c:v>45609</c:v>
                </c:pt>
                <c:pt idx="1690">
                  <c:v>45610</c:v>
                </c:pt>
                <c:pt idx="1691">
                  <c:v>45611</c:v>
                </c:pt>
                <c:pt idx="1692">
                  <c:v>45614</c:v>
                </c:pt>
                <c:pt idx="1693">
                  <c:v>45615</c:v>
                </c:pt>
                <c:pt idx="1694">
                  <c:v>45616</c:v>
                </c:pt>
                <c:pt idx="1695">
                  <c:v>45617</c:v>
                </c:pt>
                <c:pt idx="1696">
                  <c:v>45618</c:v>
                </c:pt>
                <c:pt idx="1697">
                  <c:v>45621</c:v>
                </c:pt>
                <c:pt idx="1698">
                  <c:v>45622</c:v>
                </c:pt>
                <c:pt idx="1699">
                  <c:v>45623</c:v>
                </c:pt>
                <c:pt idx="1700">
                  <c:v>45624</c:v>
                </c:pt>
                <c:pt idx="1701">
                  <c:v>45625</c:v>
                </c:pt>
                <c:pt idx="1702">
                  <c:v>45628</c:v>
                </c:pt>
                <c:pt idx="1703">
                  <c:v>45629</c:v>
                </c:pt>
                <c:pt idx="1704">
                  <c:v>45630</c:v>
                </c:pt>
                <c:pt idx="1705">
                  <c:v>45631</c:v>
                </c:pt>
                <c:pt idx="1706">
                  <c:v>45632</c:v>
                </c:pt>
                <c:pt idx="1707">
                  <c:v>45635</c:v>
                </c:pt>
                <c:pt idx="1708">
                  <c:v>45636</c:v>
                </c:pt>
                <c:pt idx="1709">
                  <c:v>45637</c:v>
                </c:pt>
                <c:pt idx="1710">
                  <c:v>45638</c:v>
                </c:pt>
                <c:pt idx="1711">
                  <c:v>45639</c:v>
                </c:pt>
                <c:pt idx="1712">
                  <c:v>45642</c:v>
                </c:pt>
                <c:pt idx="1713">
                  <c:v>45643</c:v>
                </c:pt>
                <c:pt idx="1714">
                  <c:v>45644</c:v>
                </c:pt>
                <c:pt idx="1715">
                  <c:v>45645</c:v>
                </c:pt>
                <c:pt idx="1716">
                  <c:v>45646</c:v>
                </c:pt>
                <c:pt idx="1717">
                  <c:v>45649</c:v>
                </c:pt>
                <c:pt idx="1718">
                  <c:v>45650</c:v>
                </c:pt>
                <c:pt idx="1719">
                  <c:v>45653</c:v>
                </c:pt>
                <c:pt idx="1720">
                  <c:v>45656</c:v>
                </c:pt>
                <c:pt idx="1721">
                  <c:v>45657</c:v>
                </c:pt>
                <c:pt idx="1722">
                  <c:v>45659</c:v>
                </c:pt>
                <c:pt idx="1723">
                  <c:v>45660</c:v>
                </c:pt>
                <c:pt idx="1724">
                  <c:v>45663</c:v>
                </c:pt>
                <c:pt idx="1725">
                  <c:v>45664</c:v>
                </c:pt>
                <c:pt idx="1726">
                  <c:v>45665</c:v>
                </c:pt>
                <c:pt idx="1727">
                  <c:v>45666</c:v>
                </c:pt>
                <c:pt idx="1728">
                  <c:v>45667</c:v>
                </c:pt>
                <c:pt idx="1729">
                  <c:v>45670</c:v>
                </c:pt>
                <c:pt idx="1730">
                  <c:v>45671</c:v>
                </c:pt>
                <c:pt idx="1731">
                  <c:v>45672</c:v>
                </c:pt>
                <c:pt idx="1732">
                  <c:v>45673</c:v>
                </c:pt>
                <c:pt idx="1733">
                  <c:v>45674</c:v>
                </c:pt>
                <c:pt idx="1734">
                  <c:v>45677</c:v>
                </c:pt>
                <c:pt idx="1735">
                  <c:v>45678</c:v>
                </c:pt>
                <c:pt idx="1736">
                  <c:v>45679</c:v>
                </c:pt>
                <c:pt idx="1737">
                  <c:v>45680</c:v>
                </c:pt>
                <c:pt idx="1738">
                  <c:v>45681</c:v>
                </c:pt>
                <c:pt idx="1739">
                  <c:v>45684</c:v>
                </c:pt>
                <c:pt idx="1740">
                  <c:v>45685</c:v>
                </c:pt>
                <c:pt idx="1741">
                  <c:v>45691</c:v>
                </c:pt>
                <c:pt idx="1742">
                  <c:v>45692</c:v>
                </c:pt>
                <c:pt idx="1743">
                  <c:v>45693</c:v>
                </c:pt>
                <c:pt idx="1744">
                  <c:v>45694</c:v>
                </c:pt>
                <c:pt idx="1745">
                  <c:v>45695</c:v>
                </c:pt>
                <c:pt idx="1746">
                  <c:v>45698</c:v>
                </c:pt>
                <c:pt idx="1747">
                  <c:v>45699</c:v>
                </c:pt>
                <c:pt idx="1748">
                  <c:v>45700</c:v>
                </c:pt>
                <c:pt idx="1749">
                  <c:v>45701</c:v>
                </c:pt>
                <c:pt idx="1750">
                  <c:v>45702</c:v>
                </c:pt>
                <c:pt idx="1751">
                  <c:v>45705</c:v>
                </c:pt>
                <c:pt idx="1752">
                  <c:v>45706</c:v>
                </c:pt>
                <c:pt idx="1753">
                  <c:v>45707</c:v>
                </c:pt>
                <c:pt idx="1754">
                  <c:v>45708</c:v>
                </c:pt>
                <c:pt idx="1755">
                  <c:v>45709</c:v>
                </c:pt>
                <c:pt idx="1756">
                  <c:v>45712</c:v>
                </c:pt>
                <c:pt idx="1757">
                  <c:v>45713</c:v>
                </c:pt>
                <c:pt idx="1758">
                  <c:v>45714</c:v>
                </c:pt>
                <c:pt idx="1759">
                  <c:v>45715</c:v>
                </c:pt>
                <c:pt idx="1760">
                  <c:v>45716</c:v>
                </c:pt>
                <c:pt idx="1761">
                  <c:v>45719</c:v>
                </c:pt>
                <c:pt idx="1762">
                  <c:v>45720</c:v>
                </c:pt>
                <c:pt idx="1763">
                  <c:v>45721</c:v>
                </c:pt>
                <c:pt idx="1764">
                  <c:v>45722</c:v>
                </c:pt>
                <c:pt idx="1765">
                  <c:v>45723</c:v>
                </c:pt>
                <c:pt idx="1766">
                  <c:v>45726</c:v>
                </c:pt>
                <c:pt idx="1767">
                  <c:v>45727</c:v>
                </c:pt>
                <c:pt idx="1768">
                  <c:v>45728</c:v>
                </c:pt>
                <c:pt idx="1769">
                  <c:v>45729</c:v>
                </c:pt>
                <c:pt idx="1770">
                  <c:v>45730</c:v>
                </c:pt>
                <c:pt idx="1771">
                  <c:v>45733</c:v>
                </c:pt>
                <c:pt idx="1772">
                  <c:v>45734</c:v>
                </c:pt>
                <c:pt idx="1773">
                  <c:v>45735</c:v>
                </c:pt>
                <c:pt idx="1774">
                  <c:v>45736</c:v>
                </c:pt>
                <c:pt idx="1775">
                  <c:v>45737</c:v>
                </c:pt>
                <c:pt idx="1776">
                  <c:v>45740</c:v>
                </c:pt>
                <c:pt idx="1777">
                  <c:v>45741</c:v>
                </c:pt>
                <c:pt idx="1778">
                  <c:v>45742</c:v>
                </c:pt>
                <c:pt idx="1779">
                  <c:v>45743</c:v>
                </c:pt>
                <c:pt idx="1780">
                  <c:v>45744</c:v>
                </c:pt>
                <c:pt idx="1781">
                  <c:v>45747</c:v>
                </c:pt>
                <c:pt idx="1782">
                  <c:v>45748</c:v>
                </c:pt>
                <c:pt idx="1783">
                  <c:v>45749</c:v>
                </c:pt>
                <c:pt idx="1784">
                  <c:v>45750</c:v>
                </c:pt>
                <c:pt idx="1785">
                  <c:v>45754</c:v>
                </c:pt>
                <c:pt idx="1786">
                  <c:v>45755</c:v>
                </c:pt>
                <c:pt idx="1787">
                  <c:v>45756</c:v>
                </c:pt>
                <c:pt idx="1788">
                  <c:v>45757</c:v>
                </c:pt>
                <c:pt idx="1789">
                  <c:v>45758</c:v>
                </c:pt>
                <c:pt idx="1790">
                  <c:v>45761</c:v>
                </c:pt>
                <c:pt idx="1791">
                  <c:v>45762</c:v>
                </c:pt>
                <c:pt idx="1792">
                  <c:v>45763</c:v>
                </c:pt>
                <c:pt idx="1793">
                  <c:v>45764</c:v>
                </c:pt>
                <c:pt idx="1794">
                  <c:v>45769</c:v>
                </c:pt>
                <c:pt idx="1795">
                  <c:v>45770</c:v>
                </c:pt>
                <c:pt idx="1796">
                  <c:v>45771</c:v>
                </c:pt>
                <c:pt idx="1797">
                  <c:v>45772</c:v>
                </c:pt>
                <c:pt idx="1798">
                  <c:v>45775</c:v>
                </c:pt>
                <c:pt idx="1799">
                  <c:v>45776</c:v>
                </c:pt>
                <c:pt idx="1800">
                  <c:v>45777</c:v>
                </c:pt>
                <c:pt idx="1801">
                  <c:v>45779</c:v>
                </c:pt>
                <c:pt idx="1802">
                  <c:v>45783</c:v>
                </c:pt>
                <c:pt idx="1803">
                  <c:v>45784</c:v>
                </c:pt>
                <c:pt idx="1804">
                  <c:v>45785</c:v>
                </c:pt>
                <c:pt idx="1805">
                  <c:v>45786</c:v>
                </c:pt>
                <c:pt idx="1806">
                  <c:v>45789</c:v>
                </c:pt>
                <c:pt idx="1807">
                  <c:v>45790</c:v>
                </c:pt>
                <c:pt idx="1808">
                  <c:v>45791</c:v>
                </c:pt>
                <c:pt idx="1809">
                  <c:v>45792</c:v>
                </c:pt>
                <c:pt idx="1810">
                  <c:v>45793</c:v>
                </c:pt>
                <c:pt idx="1811">
                  <c:v>45796</c:v>
                </c:pt>
                <c:pt idx="1812">
                  <c:v>45797</c:v>
                </c:pt>
                <c:pt idx="1813">
                  <c:v>45798</c:v>
                </c:pt>
                <c:pt idx="1814">
                  <c:v>45799</c:v>
                </c:pt>
                <c:pt idx="1815">
                  <c:v>45800</c:v>
                </c:pt>
                <c:pt idx="1816">
                  <c:v>45803</c:v>
                </c:pt>
                <c:pt idx="1817">
                  <c:v>45804</c:v>
                </c:pt>
                <c:pt idx="1818">
                  <c:v>45805</c:v>
                </c:pt>
                <c:pt idx="1819">
                  <c:v>45806</c:v>
                </c:pt>
                <c:pt idx="1820">
                  <c:v>45807</c:v>
                </c:pt>
                <c:pt idx="1821">
                  <c:v>45810</c:v>
                </c:pt>
                <c:pt idx="1822">
                  <c:v>45811</c:v>
                </c:pt>
                <c:pt idx="1823">
                  <c:v>45812</c:v>
                </c:pt>
                <c:pt idx="1824">
                  <c:v>45813</c:v>
                </c:pt>
                <c:pt idx="1825">
                  <c:v>45814</c:v>
                </c:pt>
                <c:pt idx="1826">
                  <c:v>45817</c:v>
                </c:pt>
                <c:pt idx="1827">
                  <c:v>45818</c:v>
                </c:pt>
                <c:pt idx="1828">
                  <c:v>45819</c:v>
                </c:pt>
                <c:pt idx="1829">
                  <c:v>45820</c:v>
                </c:pt>
                <c:pt idx="1830">
                  <c:v>45821</c:v>
                </c:pt>
                <c:pt idx="1831">
                  <c:v>45824</c:v>
                </c:pt>
                <c:pt idx="1832">
                  <c:v>45825</c:v>
                </c:pt>
                <c:pt idx="1833">
                  <c:v>45826</c:v>
                </c:pt>
                <c:pt idx="1834">
                  <c:v>45827</c:v>
                </c:pt>
                <c:pt idx="1835">
                  <c:v>45828</c:v>
                </c:pt>
                <c:pt idx="1836">
                  <c:v>45831</c:v>
                </c:pt>
                <c:pt idx="1837">
                  <c:v>45832</c:v>
                </c:pt>
                <c:pt idx="1838">
                  <c:v>45833</c:v>
                </c:pt>
                <c:pt idx="1839">
                  <c:v>45834</c:v>
                </c:pt>
                <c:pt idx="1840">
                  <c:v>45835</c:v>
                </c:pt>
                <c:pt idx="1841">
                  <c:v>45838</c:v>
                </c:pt>
                <c:pt idx="1842">
                  <c:v>45840</c:v>
                </c:pt>
                <c:pt idx="1843">
                  <c:v>45841</c:v>
                </c:pt>
                <c:pt idx="1844">
                  <c:v>45842</c:v>
                </c:pt>
                <c:pt idx="1845">
                  <c:v>45845</c:v>
                </c:pt>
                <c:pt idx="1846">
                  <c:v>45846</c:v>
                </c:pt>
                <c:pt idx="1847">
                  <c:v>45847</c:v>
                </c:pt>
                <c:pt idx="1848">
                  <c:v>45848</c:v>
                </c:pt>
                <c:pt idx="1849">
                  <c:v>45849</c:v>
                </c:pt>
                <c:pt idx="1850">
                  <c:v>45852</c:v>
                </c:pt>
                <c:pt idx="1851">
                  <c:v>45853</c:v>
                </c:pt>
                <c:pt idx="1852">
                  <c:v>45854</c:v>
                </c:pt>
                <c:pt idx="1853">
                  <c:v>45855</c:v>
                </c:pt>
                <c:pt idx="1854">
                  <c:v>45856</c:v>
                </c:pt>
                <c:pt idx="1855">
                  <c:v>45859</c:v>
                </c:pt>
                <c:pt idx="1856">
                  <c:v>45860</c:v>
                </c:pt>
                <c:pt idx="1857">
                  <c:v>45861</c:v>
                </c:pt>
                <c:pt idx="1858">
                  <c:v>45862</c:v>
                </c:pt>
                <c:pt idx="1859">
                  <c:v>45863</c:v>
                </c:pt>
                <c:pt idx="1860">
                  <c:v>45866</c:v>
                </c:pt>
                <c:pt idx="1861">
                  <c:v>45867</c:v>
                </c:pt>
                <c:pt idx="1862">
                  <c:v>45868</c:v>
                </c:pt>
                <c:pt idx="1863">
                  <c:v>45869</c:v>
                </c:pt>
                <c:pt idx="1864">
                  <c:v>45870</c:v>
                </c:pt>
                <c:pt idx="1865">
                  <c:v>45873</c:v>
                </c:pt>
                <c:pt idx="1866">
                  <c:v>45874</c:v>
                </c:pt>
                <c:pt idx="1867">
                  <c:v>45875</c:v>
                </c:pt>
                <c:pt idx="1868">
                  <c:v>45876</c:v>
                </c:pt>
                <c:pt idx="1869">
                  <c:v>45877</c:v>
                </c:pt>
                <c:pt idx="1870">
                  <c:v>45880</c:v>
                </c:pt>
                <c:pt idx="1871">
                  <c:v>45881</c:v>
                </c:pt>
                <c:pt idx="1872">
                  <c:v>45882</c:v>
                </c:pt>
                <c:pt idx="1873">
                  <c:v>45883</c:v>
                </c:pt>
                <c:pt idx="1874">
                  <c:v>45884</c:v>
                </c:pt>
                <c:pt idx="1875">
                  <c:v>45887</c:v>
                </c:pt>
                <c:pt idx="1876">
                  <c:v>45888</c:v>
                </c:pt>
                <c:pt idx="1877">
                  <c:v>45889</c:v>
                </c:pt>
                <c:pt idx="1878">
                  <c:v>45890</c:v>
                </c:pt>
                <c:pt idx="1879">
                  <c:v>45891</c:v>
                </c:pt>
                <c:pt idx="1880">
                  <c:v>45894</c:v>
                </c:pt>
                <c:pt idx="1881">
                  <c:v>45895</c:v>
                </c:pt>
                <c:pt idx="1882">
                  <c:v>45896</c:v>
                </c:pt>
                <c:pt idx="1883">
                  <c:v>45897</c:v>
                </c:pt>
                <c:pt idx="1884">
                  <c:v>45898</c:v>
                </c:pt>
                <c:pt idx="1885">
                  <c:v>45901</c:v>
                </c:pt>
                <c:pt idx="1886">
                  <c:v>45902</c:v>
                </c:pt>
                <c:pt idx="1887">
                  <c:v>45903</c:v>
                </c:pt>
                <c:pt idx="1888">
                  <c:v>45904</c:v>
                </c:pt>
                <c:pt idx="1889">
                  <c:v>45905</c:v>
                </c:pt>
                <c:pt idx="1890">
                  <c:v>45908</c:v>
                </c:pt>
                <c:pt idx="1891">
                  <c:v>45909</c:v>
                </c:pt>
                <c:pt idx="1892">
                  <c:v>45910</c:v>
                </c:pt>
                <c:pt idx="1893">
                  <c:v>45911</c:v>
                </c:pt>
                <c:pt idx="1894">
                  <c:v>45912</c:v>
                </c:pt>
                <c:pt idx="1895">
                  <c:v>45915</c:v>
                </c:pt>
                <c:pt idx="1896">
                  <c:v>45916</c:v>
                </c:pt>
                <c:pt idx="1897">
                  <c:v>45917</c:v>
                </c:pt>
                <c:pt idx="1898">
                  <c:v>45918</c:v>
                </c:pt>
                <c:pt idx="1899">
                  <c:v>45919</c:v>
                </c:pt>
                <c:pt idx="1900">
                  <c:v>45922</c:v>
                </c:pt>
                <c:pt idx="1901">
                  <c:v>45923</c:v>
                </c:pt>
                <c:pt idx="1902">
                  <c:v>45924</c:v>
                </c:pt>
                <c:pt idx="1903">
                  <c:v>45925</c:v>
                </c:pt>
                <c:pt idx="1904">
                  <c:v>45926</c:v>
                </c:pt>
                <c:pt idx="1905">
                  <c:v>45929</c:v>
                </c:pt>
                <c:pt idx="1906">
                  <c:v>45930</c:v>
                </c:pt>
                <c:pt idx="1907">
                  <c:v>45932</c:v>
                </c:pt>
                <c:pt idx="1908">
                  <c:v>45933</c:v>
                </c:pt>
                <c:pt idx="1909">
                  <c:v>45936</c:v>
                </c:pt>
                <c:pt idx="1910">
                  <c:v>45938</c:v>
                </c:pt>
                <c:pt idx="1911">
                  <c:v>45939</c:v>
                </c:pt>
                <c:pt idx="1912">
                  <c:v>45940</c:v>
                </c:pt>
                <c:pt idx="1913">
                  <c:v>45943</c:v>
                </c:pt>
                <c:pt idx="1914">
                  <c:v>45944</c:v>
                </c:pt>
                <c:pt idx="1915">
                  <c:v>45945</c:v>
                </c:pt>
                <c:pt idx="1916">
                  <c:v>45946</c:v>
                </c:pt>
                <c:pt idx="1917">
                  <c:v>45947</c:v>
                </c:pt>
                <c:pt idx="1918">
                  <c:v>45950</c:v>
                </c:pt>
                <c:pt idx="1919">
                  <c:v>45951</c:v>
                </c:pt>
                <c:pt idx="1920">
                  <c:v>45952</c:v>
                </c:pt>
                <c:pt idx="1921">
                  <c:v>45953</c:v>
                </c:pt>
                <c:pt idx="1922">
                  <c:v>45954</c:v>
                </c:pt>
                <c:pt idx="1923">
                  <c:v>45957</c:v>
                </c:pt>
                <c:pt idx="1924">
                  <c:v>45958</c:v>
                </c:pt>
                <c:pt idx="1925">
                  <c:v>45960</c:v>
                </c:pt>
                <c:pt idx="1926">
                  <c:v>45961</c:v>
                </c:pt>
                <c:pt idx="1927">
                  <c:v>45964</c:v>
                </c:pt>
                <c:pt idx="1928">
                  <c:v>45965</c:v>
                </c:pt>
                <c:pt idx="1929">
                  <c:v>45966</c:v>
                </c:pt>
                <c:pt idx="1930">
                  <c:v>45967</c:v>
                </c:pt>
                <c:pt idx="1931">
                  <c:v>45968</c:v>
                </c:pt>
                <c:pt idx="1932">
                  <c:v>45971</c:v>
                </c:pt>
                <c:pt idx="1933">
                  <c:v>45972</c:v>
                </c:pt>
                <c:pt idx="1934">
                  <c:v>45973</c:v>
                </c:pt>
                <c:pt idx="1935">
                  <c:v>45974</c:v>
                </c:pt>
                <c:pt idx="1936">
                  <c:v>45975</c:v>
                </c:pt>
                <c:pt idx="1937">
                  <c:v>45978</c:v>
                </c:pt>
                <c:pt idx="1938">
                  <c:v>45979</c:v>
                </c:pt>
                <c:pt idx="1939">
                  <c:v>45980</c:v>
                </c:pt>
                <c:pt idx="1940">
                  <c:v>45981</c:v>
                </c:pt>
                <c:pt idx="1941">
                  <c:v>45982</c:v>
                </c:pt>
                <c:pt idx="1942">
                  <c:v>45985</c:v>
                </c:pt>
                <c:pt idx="1943">
                  <c:v>45986</c:v>
                </c:pt>
                <c:pt idx="1944">
                  <c:v>45987</c:v>
                </c:pt>
                <c:pt idx="1945">
                  <c:v>45988</c:v>
                </c:pt>
                <c:pt idx="1946">
                  <c:v>45989</c:v>
                </c:pt>
                <c:pt idx="1947">
                  <c:v>45992</c:v>
                </c:pt>
                <c:pt idx="1948">
                  <c:v>45993</c:v>
                </c:pt>
                <c:pt idx="1949">
                  <c:v>45994</c:v>
                </c:pt>
                <c:pt idx="1950">
                  <c:v>45995</c:v>
                </c:pt>
                <c:pt idx="1951">
                  <c:v>45996</c:v>
                </c:pt>
                <c:pt idx="1952">
                  <c:v>45999</c:v>
                </c:pt>
                <c:pt idx="1953">
                  <c:v>46000</c:v>
                </c:pt>
                <c:pt idx="1954">
                  <c:v>46001</c:v>
                </c:pt>
                <c:pt idx="1955">
                  <c:v>46002</c:v>
                </c:pt>
                <c:pt idx="1956">
                  <c:v>46003</c:v>
                </c:pt>
                <c:pt idx="1957">
                  <c:v>46006</c:v>
                </c:pt>
                <c:pt idx="1958">
                  <c:v>46007</c:v>
                </c:pt>
                <c:pt idx="1959">
                  <c:v>46008</c:v>
                </c:pt>
                <c:pt idx="1960">
                  <c:v>46009</c:v>
                </c:pt>
                <c:pt idx="1961">
                  <c:v>46010</c:v>
                </c:pt>
                <c:pt idx="1962">
                  <c:v>46013</c:v>
                </c:pt>
                <c:pt idx="1963">
                  <c:v>46014</c:v>
                </c:pt>
                <c:pt idx="1964">
                  <c:v>46015</c:v>
                </c:pt>
                <c:pt idx="1965">
                  <c:v>46020</c:v>
                </c:pt>
                <c:pt idx="1966">
                  <c:v>46021</c:v>
                </c:pt>
                <c:pt idx="1967">
                  <c:v>46022</c:v>
                </c:pt>
                <c:pt idx="1968">
                  <c:v>46024</c:v>
                </c:pt>
                <c:pt idx="1969">
                  <c:v>46027</c:v>
                </c:pt>
                <c:pt idx="1970">
                  <c:v>46028</c:v>
                </c:pt>
                <c:pt idx="1971">
                  <c:v>46029</c:v>
                </c:pt>
                <c:pt idx="1972">
                  <c:v>46030</c:v>
                </c:pt>
                <c:pt idx="1973">
                  <c:v>46031</c:v>
                </c:pt>
                <c:pt idx="1974">
                  <c:v>46034</c:v>
                </c:pt>
                <c:pt idx="1975">
                  <c:v>46035</c:v>
                </c:pt>
                <c:pt idx="1976">
                  <c:v>46036</c:v>
                </c:pt>
                <c:pt idx="1977">
                  <c:v>46037</c:v>
                </c:pt>
                <c:pt idx="1978">
                  <c:v>46038</c:v>
                </c:pt>
                <c:pt idx="1979">
                  <c:v>46041</c:v>
                </c:pt>
                <c:pt idx="1980">
                  <c:v>46042</c:v>
                </c:pt>
                <c:pt idx="1981">
                  <c:v>46043</c:v>
                </c:pt>
                <c:pt idx="1982">
                  <c:v>46044</c:v>
                </c:pt>
                <c:pt idx="1983">
                  <c:v>46045</c:v>
                </c:pt>
                <c:pt idx="1984">
                  <c:v>46048</c:v>
                </c:pt>
                <c:pt idx="1985">
                  <c:v>46049</c:v>
                </c:pt>
                <c:pt idx="1986">
                  <c:v>46050</c:v>
                </c:pt>
                <c:pt idx="1987">
                  <c:v>46051</c:v>
                </c:pt>
                <c:pt idx="1988">
                  <c:v>46052</c:v>
                </c:pt>
                <c:pt idx="1989">
                  <c:v>46055</c:v>
                </c:pt>
                <c:pt idx="1990">
                  <c:v>46056</c:v>
                </c:pt>
                <c:pt idx="1991">
                  <c:v>46057</c:v>
                </c:pt>
                <c:pt idx="1992">
                  <c:v>46058</c:v>
                </c:pt>
                <c:pt idx="1993">
                  <c:v>46059</c:v>
                </c:pt>
                <c:pt idx="1994">
                  <c:v>46062</c:v>
                </c:pt>
                <c:pt idx="1995">
                  <c:v>46063</c:v>
                </c:pt>
                <c:pt idx="1996">
                  <c:v>46064</c:v>
                </c:pt>
                <c:pt idx="1997">
                  <c:v>46065</c:v>
                </c:pt>
                <c:pt idx="1998">
                  <c:v>46066</c:v>
                </c:pt>
                <c:pt idx="1999">
                  <c:v>46069</c:v>
                </c:pt>
                <c:pt idx="2000">
                  <c:v>46073</c:v>
                </c:pt>
                <c:pt idx="2001">
                  <c:v>46076</c:v>
                </c:pt>
                <c:pt idx="2002">
                  <c:v>46077</c:v>
                </c:pt>
                <c:pt idx="2003">
                  <c:v>46078</c:v>
                </c:pt>
                <c:pt idx="2004">
                  <c:v>46079</c:v>
                </c:pt>
                <c:pt idx="2005">
                  <c:v>46080</c:v>
                </c:pt>
                <c:pt idx="2006">
                  <c:v>46083</c:v>
                </c:pt>
                <c:pt idx="2007">
                  <c:v>46084</c:v>
                </c:pt>
                <c:pt idx="2008">
                  <c:v>46085</c:v>
                </c:pt>
                <c:pt idx="2009">
                  <c:v>46086</c:v>
                </c:pt>
                <c:pt idx="2010">
                  <c:v>46087</c:v>
                </c:pt>
                <c:pt idx="2011">
                  <c:v>46090</c:v>
                </c:pt>
                <c:pt idx="2012">
                  <c:v>46091</c:v>
                </c:pt>
                <c:pt idx="2013">
                  <c:v>46092</c:v>
                </c:pt>
                <c:pt idx="2014">
                  <c:v>46093</c:v>
                </c:pt>
                <c:pt idx="2015">
                  <c:v>46094</c:v>
                </c:pt>
                <c:pt idx="2016">
                  <c:v>46097</c:v>
                </c:pt>
                <c:pt idx="2017">
                  <c:v>46098</c:v>
                </c:pt>
                <c:pt idx="2018">
                  <c:v>46099</c:v>
                </c:pt>
                <c:pt idx="2019">
                  <c:v>46100</c:v>
                </c:pt>
                <c:pt idx="2020">
                  <c:v>46101</c:v>
                </c:pt>
                <c:pt idx="2021">
                  <c:v>46104</c:v>
                </c:pt>
                <c:pt idx="2022">
                  <c:v>46105</c:v>
                </c:pt>
                <c:pt idx="2023">
                  <c:v>46106</c:v>
                </c:pt>
                <c:pt idx="2024">
                  <c:v>46107</c:v>
                </c:pt>
                <c:pt idx="2025">
                  <c:v>46108</c:v>
                </c:pt>
                <c:pt idx="2026">
                  <c:v>46111</c:v>
                </c:pt>
                <c:pt idx="2027">
                  <c:v>46112</c:v>
                </c:pt>
                <c:pt idx="2028">
                  <c:v>46113</c:v>
                </c:pt>
              </c:numCache>
            </c:numRef>
          </c:cat>
          <c:val>
            <c:numRef>
              <c:f>恒生科技!$D$2:$D$2030</c:f>
              <c:numCache>
                <c:formatCode>0.00%</c:formatCode>
                <c:ptCount val="2029"/>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0.28817343791861638</c:v>
                </c:pt>
                <c:pt idx="641">
                  <c:v>0.29805428652314669</c:v>
                </c:pt>
                <c:pt idx="642">
                  <c:v>0.29439883408604711</c:v>
                </c:pt>
                <c:pt idx="643">
                  <c:v>0.2931553145832182</c:v>
                </c:pt>
                <c:pt idx="644">
                  <c:v>0.2937535517691825</c:v>
                </c:pt>
                <c:pt idx="645">
                  <c:v>0.29241240768962456</c:v>
                </c:pt>
                <c:pt idx="646">
                  <c:v>0.28760105516655332</c:v>
                </c:pt>
                <c:pt idx="647">
                  <c:v>0.29265924757047823</c:v>
                </c:pt>
                <c:pt idx="648">
                  <c:v>0.29732781202414216</c:v>
                </c:pt>
                <c:pt idx="649">
                  <c:v>0.29593471633835533</c:v>
                </c:pt>
                <c:pt idx="650">
                  <c:v>0.28998472265894548</c:v>
                </c:pt>
                <c:pt idx="651">
                  <c:v>0.2933203595968471</c:v>
                </c:pt>
                <c:pt idx="652">
                  <c:v>0.30388460731690142</c:v>
                </c:pt>
                <c:pt idx="653">
                  <c:v>0.31330403043537453</c:v>
                </c:pt>
                <c:pt idx="654">
                  <c:v>0.32261122043847978</c:v>
                </c:pt>
                <c:pt idx="655">
                  <c:v>0.33449948680270991</c:v>
                </c:pt>
                <c:pt idx="656">
                  <c:v>0.33893548522839495</c:v>
                </c:pt>
                <c:pt idx="657">
                  <c:v>0.33592710996952962</c:v>
                </c:pt>
                <c:pt idx="658">
                  <c:v>0.32992957539061063</c:v>
                </c:pt>
                <c:pt idx="659">
                  <c:v>0.33638990083428177</c:v>
                </c:pt>
                <c:pt idx="660">
                  <c:v>0.34536837645344892</c:v>
                </c:pt>
                <c:pt idx="661">
                  <c:v>0.34296866340631282</c:v>
                </c:pt>
                <c:pt idx="662">
                  <c:v>0.34083391479797143</c:v>
                </c:pt>
                <c:pt idx="663">
                  <c:v>0.33812801768708672</c:v>
                </c:pt>
                <c:pt idx="664">
                  <c:v>0.3319273256924169</c:v>
                </c:pt>
                <c:pt idx="665">
                  <c:v>0.32657877844245969</c:v>
                </c:pt>
                <c:pt idx="666">
                  <c:v>0.33050554024741446</c:v>
                </c:pt>
                <c:pt idx="667">
                  <c:v>0.33169200571906826</c:v>
                </c:pt>
                <c:pt idx="668">
                  <c:v>0.33274930416890702</c:v>
                </c:pt>
                <c:pt idx="669">
                  <c:v>0.32553495074231731</c:v>
                </c:pt>
                <c:pt idx="670">
                  <c:v>0.30808465637213472</c:v>
                </c:pt>
                <c:pt idx="671">
                  <c:v>0.29552256816163808</c:v>
                </c:pt>
                <c:pt idx="672">
                  <c:v>0.28547670290191568</c:v>
                </c:pt>
                <c:pt idx="673">
                  <c:v>0.27817224108513428</c:v>
                </c:pt>
                <c:pt idx="674">
                  <c:v>0.27311955765131601</c:v>
                </c:pt>
                <c:pt idx="675">
                  <c:v>0.26498020191445687</c:v>
                </c:pt>
                <c:pt idx="676">
                  <c:v>0.25639960319124866</c:v>
                </c:pt>
                <c:pt idx="677">
                  <c:v>0.24681731232796836</c:v>
                </c:pt>
                <c:pt idx="678">
                  <c:v>0.24534416287201469</c:v>
                </c:pt>
                <c:pt idx="679">
                  <c:v>0.24895409759062087</c:v>
                </c:pt>
                <c:pt idx="680">
                  <c:v>0.25124218955073663</c:v>
                </c:pt>
                <c:pt idx="681">
                  <c:v>0.25530331919715249</c:v>
                </c:pt>
                <c:pt idx="682">
                  <c:v>0.25959204430141036</c:v>
                </c:pt>
                <c:pt idx="683">
                  <c:v>0.26462570956186626</c:v>
                </c:pt>
                <c:pt idx="684">
                  <c:v>0.26814308902619322</c:v>
                </c:pt>
                <c:pt idx="685">
                  <c:v>0.27580319105860412</c:v>
                </c:pt>
                <c:pt idx="686">
                  <c:v>0.27924859158726772</c:v>
                </c:pt>
                <c:pt idx="687">
                  <c:v>0.27889872031027502</c:v>
                </c:pt>
                <c:pt idx="688">
                  <c:v>0.27184231962080885</c:v>
                </c:pt>
                <c:pt idx="689">
                  <c:v>0.26764255091765249</c:v>
                </c:pt>
                <c:pt idx="690">
                  <c:v>0.26290223514890809</c:v>
                </c:pt>
                <c:pt idx="691">
                  <c:v>0.25516557535126361</c:v>
                </c:pt>
                <c:pt idx="692">
                  <c:v>0.24728012615324749</c:v>
                </c:pt>
                <c:pt idx="693">
                  <c:v>0.24516963865256533</c:v>
                </c:pt>
                <c:pt idx="694">
                  <c:v>0.24970851963939897</c:v>
                </c:pt>
                <c:pt idx="695">
                  <c:v>0.25183651899744591</c:v>
                </c:pt>
                <c:pt idx="696">
                  <c:v>0.25683692449446915</c:v>
                </c:pt>
                <c:pt idx="697">
                  <c:v>0.25977477174629959</c:v>
                </c:pt>
                <c:pt idx="698">
                  <c:v>0.26527531611100352</c:v>
                </c:pt>
                <c:pt idx="699">
                  <c:v>0.28456638625726888</c:v>
                </c:pt>
                <c:pt idx="700">
                  <c:v>0.29730284894623343</c:v>
                </c:pt>
                <c:pt idx="701">
                  <c:v>0.30823687786236276</c:v>
                </c:pt>
                <c:pt idx="702">
                  <c:v>0.32173969528281876</c:v>
                </c:pt>
                <c:pt idx="703">
                  <c:v>0.33056393145624036</c:v>
                </c:pt>
                <c:pt idx="704">
                  <c:v>0.33949336930851731</c:v>
                </c:pt>
                <c:pt idx="705">
                  <c:v>0.34245742335845225</c:v>
                </c:pt>
                <c:pt idx="706">
                  <c:v>0.34459054988630411</c:v>
                </c:pt>
                <c:pt idx="707">
                  <c:v>0.34998353063090476</c:v>
                </c:pt>
                <c:pt idx="708">
                  <c:v>0.35398028635771334</c:v>
                </c:pt>
                <c:pt idx="709">
                  <c:v>0.33454675309140902</c:v>
                </c:pt>
                <c:pt idx="710">
                  <c:v>0.32442422239406432</c:v>
                </c:pt>
                <c:pt idx="711">
                  <c:v>0.31816919223779999</c:v>
                </c:pt>
                <c:pt idx="712">
                  <c:v>0.31808573699872322</c:v>
                </c:pt>
                <c:pt idx="713">
                  <c:v>0.31151588597727642</c:v>
                </c:pt>
                <c:pt idx="714">
                  <c:v>0.29605453664806758</c:v>
                </c:pt>
                <c:pt idx="715">
                  <c:v>0.28661594877138918</c:v>
                </c:pt>
                <c:pt idx="716">
                  <c:v>0.27564271532801354</c:v>
                </c:pt>
                <c:pt idx="717">
                  <c:v>0.26810168670273665</c:v>
                </c:pt>
                <c:pt idx="718">
                  <c:v>0.26370606343010444</c:v>
                </c:pt>
                <c:pt idx="719">
                  <c:v>0.27848636643759339</c:v>
                </c:pt>
                <c:pt idx="720">
                  <c:v>0.2804181983390604</c:v>
                </c:pt>
                <c:pt idx="721">
                  <c:v>0.28385285662978976</c:v>
                </c:pt>
                <c:pt idx="722">
                  <c:v>0.2778660233780631</c:v>
                </c:pt>
                <c:pt idx="723">
                  <c:v>0.27253189245236731</c:v>
                </c:pt>
                <c:pt idx="724">
                  <c:v>0.27494283055225771</c:v>
                </c:pt>
                <c:pt idx="725">
                  <c:v>0.27794743973304181</c:v>
                </c:pt>
                <c:pt idx="726">
                  <c:v>0.27953083284910246</c:v>
                </c:pt>
                <c:pt idx="727">
                  <c:v>0.28959046407402045</c:v>
                </c:pt>
                <c:pt idx="728">
                  <c:v>0.29655742193814655</c:v>
                </c:pt>
                <c:pt idx="729">
                  <c:v>0.28529840644894694</c:v>
                </c:pt>
                <c:pt idx="730">
                  <c:v>0.28409859418381422</c:v>
                </c:pt>
                <c:pt idx="731">
                  <c:v>0.28057681347410435</c:v>
                </c:pt>
                <c:pt idx="732">
                  <c:v>0.27883737724046354</c:v>
                </c:pt>
                <c:pt idx="733">
                  <c:v>0.28104675903606957</c:v>
                </c:pt>
                <c:pt idx="734">
                  <c:v>0.28661838568007941</c:v>
                </c:pt>
                <c:pt idx="735">
                  <c:v>0.30507053696256192</c:v>
                </c:pt>
                <c:pt idx="736">
                  <c:v>0.32890613905485033</c:v>
                </c:pt>
                <c:pt idx="737">
                  <c:v>0.33555984249238879</c:v>
                </c:pt>
                <c:pt idx="738">
                  <c:v>0.33774701991198697</c:v>
                </c:pt>
                <c:pt idx="739">
                  <c:v>0.33937454176689852</c:v>
                </c:pt>
                <c:pt idx="740">
                  <c:v>0.34165030838862093</c:v>
                </c:pt>
                <c:pt idx="741">
                  <c:v>0.33929430889679363</c:v>
                </c:pt>
                <c:pt idx="742">
                  <c:v>0.34606575765606357</c:v>
                </c:pt>
                <c:pt idx="743">
                  <c:v>0.34970076659021837</c:v>
                </c:pt>
                <c:pt idx="744">
                  <c:v>0.33687439709106071</c:v>
                </c:pt>
                <c:pt idx="745">
                  <c:v>0.31677461033240284</c:v>
                </c:pt>
                <c:pt idx="746">
                  <c:v>0.29243610662219083</c:v>
                </c:pt>
                <c:pt idx="747">
                  <c:v>0.27664608925045397</c:v>
                </c:pt>
                <c:pt idx="748">
                  <c:v>0.27082238271162984</c:v>
                </c:pt>
                <c:pt idx="749">
                  <c:v>0.27631723946942954</c:v>
                </c:pt>
                <c:pt idx="750">
                  <c:v>0.28111772730800599</c:v>
                </c:pt>
                <c:pt idx="751">
                  <c:v>0.28762598616605961</c:v>
                </c:pt>
                <c:pt idx="752">
                  <c:v>0.29211235509135636</c:v>
                </c:pt>
                <c:pt idx="753">
                  <c:v>0.29184053570017604</c:v>
                </c:pt>
                <c:pt idx="754">
                  <c:v>0.29913894837261568</c:v>
                </c:pt>
                <c:pt idx="755">
                  <c:v>0.30765833967162176</c:v>
                </c:pt>
                <c:pt idx="756">
                  <c:v>0.31540930390017485</c:v>
                </c:pt>
                <c:pt idx="757">
                  <c:v>0.32237460733323986</c:v>
                </c:pt>
                <c:pt idx="758">
                  <c:v>0.32140801380409689</c:v>
                </c:pt>
                <c:pt idx="759">
                  <c:v>0.3140084830979083</c:v>
                </c:pt>
                <c:pt idx="760">
                  <c:v>0.31060305093026386</c:v>
                </c:pt>
                <c:pt idx="761">
                  <c:v>0.3091957422572163</c:v>
                </c:pt>
                <c:pt idx="762">
                  <c:v>0.30207823683420976</c:v>
                </c:pt>
                <c:pt idx="763">
                  <c:v>0.30524413923859373</c:v>
                </c:pt>
                <c:pt idx="764">
                  <c:v>0.30060324352552847</c:v>
                </c:pt>
                <c:pt idx="765">
                  <c:v>0.28627791412398107</c:v>
                </c:pt>
                <c:pt idx="766">
                  <c:v>0.27577028770810641</c:v>
                </c:pt>
                <c:pt idx="767">
                  <c:v>0.27157342308719573</c:v>
                </c:pt>
                <c:pt idx="768">
                  <c:v>0.27284151970205128</c:v>
                </c:pt>
                <c:pt idx="769">
                  <c:v>0.27554860572501</c:v>
                </c:pt>
                <c:pt idx="770">
                  <c:v>0.27400304761242572</c:v>
                </c:pt>
                <c:pt idx="771">
                  <c:v>0.27077669029778595</c:v>
                </c:pt>
                <c:pt idx="772">
                  <c:v>0.26888069328744224</c:v>
                </c:pt>
                <c:pt idx="773">
                  <c:v>0.26132426499339151</c:v>
                </c:pt>
                <c:pt idx="774">
                  <c:v>0.26214537595934007</c:v>
                </c:pt>
                <c:pt idx="775">
                  <c:v>0.26810839103875195</c:v>
                </c:pt>
                <c:pt idx="776">
                  <c:v>0.26939172584009469</c:v>
                </c:pt>
                <c:pt idx="777">
                  <c:v>0.27173970220475629</c:v>
                </c:pt>
                <c:pt idx="778">
                  <c:v>0.27053510560997335</c:v>
                </c:pt>
                <c:pt idx="779">
                  <c:v>0.26619594728070772</c:v>
                </c:pt>
                <c:pt idx="780">
                  <c:v>0.26073102792315922</c:v>
                </c:pt>
                <c:pt idx="781">
                  <c:v>0.26259931357137473</c:v>
                </c:pt>
                <c:pt idx="782">
                  <c:v>0.26233906329711731</c:v>
                </c:pt>
                <c:pt idx="783">
                  <c:v>0.26618274016695648</c:v>
                </c:pt>
                <c:pt idx="784">
                  <c:v>0.27197680121828355</c:v>
                </c:pt>
                <c:pt idx="785">
                  <c:v>0.27459103227291398</c:v>
                </c:pt>
                <c:pt idx="786">
                  <c:v>0.28395085252355534</c:v>
                </c:pt>
                <c:pt idx="787">
                  <c:v>0.28805407312986803</c:v>
                </c:pt>
                <c:pt idx="788">
                  <c:v>0.29397513863088587</c:v>
                </c:pt>
                <c:pt idx="789">
                  <c:v>0.29579310634840383</c:v>
                </c:pt>
                <c:pt idx="790">
                  <c:v>0.29973110859662772</c:v>
                </c:pt>
                <c:pt idx="791">
                  <c:v>0.30552648574771679</c:v>
                </c:pt>
                <c:pt idx="792">
                  <c:v>0.30650188095303632</c:v>
                </c:pt>
                <c:pt idx="793">
                  <c:v>0.30200877171696344</c:v>
                </c:pt>
                <c:pt idx="794">
                  <c:v>0.29626079901235386</c:v>
                </c:pt>
                <c:pt idx="795">
                  <c:v>0.29200605643006916</c:v>
                </c:pt>
                <c:pt idx="796">
                  <c:v>0.29187414544121143</c:v>
                </c:pt>
                <c:pt idx="797">
                  <c:v>0.28692399006960539</c:v>
                </c:pt>
                <c:pt idx="798">
                  <c:v>0.27991380661846998</c:v>
                </c:pt>
                <c:pt idx="799">
                  <c:v>0.27883453793778273</c:v>
                </c:pt>
                <c:pt idx="800">
                  <c:v>0.27834111308977438</c:v>
                </c:pt>
                <c:pt idx="801">
                  <c:v>0.27730899020656341</c:v>
                </c:pt>
                <c:pt idx="802">
                  <c:v>0.27979590107822505</c:v>
                </c:pt>
                <c:pt idx="803">
                  <c:v>0.31656241797459972</c:v>
                </c:pt>
                <c:pt idx="804">
                  <c:v>0.31778556830059801</c:v>
                </c:pt>
                <c:pt idx="805">
                  <c:v>0.33050594705631603</c:v>
                </c:pt>
                <c:pt idx="806">
                  <c:v>0.33144024865487831</c:v>
                </c:pt>
                <c:pt idx="807">
                  <c:v>0.33158094072045624</c:v>
                </c:pt>
                <c:pt idx="808">
                  <c:v>0.32898957061096518</c:v>
                </c:pt>
                <c:pt idx="809">
                  <c:v>0.33010008030039084</c:v>
                </c:pt>
                <c:pt idx="810">
                  <c:v>0.33143188514132416</c:v>
                </c:pt>
                <c:pt idx="811">
                  <c:v>0.34746637340448372</c:v>
                </c:pt>
                <c:pt idx="812">
                  <c:v>0.34454644289954367</c:v>
                </c:pt>
                <c:pt idx="813">
                  <c:v>0.30404688336705821</c:v>
                </c:pt>
                <c:pt idx="814">
                  <c:v>0.3059943146294698</c:v>
                </c:pt>
                <c:pt idx="815">
                  <c:v>0.29506514998855005</c:v>
                </c:pt>
                <c:pt idx="816">
                  <c:v>0.28792907920248512</c:v>
                </c:pt>
                <c:pt idx="817">
                  <c:v>0.28606332432759934</c:v>
                </c:pt>
                <c:pt idx="818">
                  <c:v>0.28176694718180179</c:v>
                </c:pt>
                <c:pt idx="819">
                  <c:v>0.27501251686694012</c:v>
                </c:pt>
                <c:pt idx="820">
                  <c:v>0.26540155213442457</c:v>
                </c:pt>
                <c:pt idx="821">
                  <c:v>0.23378934349220235</c:v>
                </c:pt>
                <c:pt idx="822">
                  <c:v>0.22871959714154402</c:v>
                </c:pt>
                <c:pt idx="823">
                  <c:v>0.23027093319987771</c:v>
                </c:pt>
                <c:pt idx="824">
                  <c:v>0.22626812417969666</c:v>
                </c:pt>
                <c:pt idx="825">
                  <c:v>0.23053423927960229</c:v>
                </c:pt>
                <c:pt idx="826">
                  <c:v>0.23735095888095814</c:v>
                </c:pt>
                <c:pt idx="827">
                  <c:v>0.24212260978908673</c:v>
                </c:pt>
                <c:pt idx="828">
                  <c:v>0.24121524321886625</c:v>
                </c:pt>
                <c:pt idx="829">
                  <c:v>0.25043801614455358</c:v>
                </c:pt>
                <c:pt idx="830">
                  <c:v>0.25973887341740687</c:v>
                </c:pt>
                <c:pt idx="831">
                  <c:v>0.2645030442559943</c:v>
                </c:pt>
                <c:pt idx="832">
                  <c:v>0.27020689806345255</c:v>
                </c:pt>
                <c:pt idx="833">
                  <c:v>0.28453082451392797</c:v>
                </c:pt>
                <c:pt idx="834">
                  <c:v>0.2861580882958219</c:v>
                </c:pt>
                <c:pt idx="835">
                  <c:v>0.28299554281324413</c:v>
                </c:pt>
                <c:pt idx="836">
                  <c:v>0.27630627186394813</c:v>
                </c:pt>
                <c:pt idx="837">
                  <c:v>0.2712051440764115</c:v>
                </c:pt>
                <c:pt idx="838">
                  <c:v>0.27327679186630632</c:v>
                </c:pt>
                <c:pt idx="839">
                  <c:v>0.27129980924419334</c:v>
                </c:pt>
                <c:pt idx="840">
                  <c:v>0.27703712468482966</c:v>
                </c:pt>
                <c:pt idx="841">
                  <c:v>0.28239984765418941</c:v>
                </c:pt>
                <c:pt idx="842">
                  <c:v>0.28287818695422917</c:v>
                </c:pt>
                <c:pt idx="843">
                  <c:v>0.2763351217352899</c:v>
                </c:pt>
                <c:pt idx="844">
                  <c:v>0.28086905452100219</c:v>
                </c:pt>
                <c:pt idx="845">
                  <c:v>0.27427201570692356</c:v>
                </c:pt>
                <c:pt idx="846">
                  <c:v>0.26937597338450542</c:v>
                </c:pt>
                <c:pt idx="847">
                  <c:v>0.26472078782771113</c:v>
                </c:pt>
                <c:pt idx="848">
                  <c:v>0.26678011070945223</c:v>
                </c:pt>
                <c:pt idx="849">
                  <c:v>0.25924344964500701</c:v>
                </c:pt>
                <c:pt idx="850">
                  <c:v>0.24718560670637629</c:v>
                </c:pt>
                <c:pt idx="851">
                  <c:v>0.24507809263415017</c:v>
                </c:pt>
                <c:pt idx="852">
                  <c:v>0.24261949959025805</c:v>
                </c:pt>
                <c:pt idx="853">
                  <c:v>0.236443945712145</c:v>
                </c:pt>
                <c:pt idx="854">
                  <c:v>0.23406411942810612</c:v>
                </c:pt>
                <c:pt idx="855">
                  <c:v>0.2372381392241992</c:v>
                </c:pt>
                <c:pt idx="856">
                  <c:v>0.23779225315577199</c:v>
                </c:pt>
                <c:pt idx="857">
                  <c:v>0.24595340753185385</c:v>
                </c:pt>
                <c:pt idx="858">
                  <c:v>0.24619941497384365</c:v>
                </c:pt>
                <c:pt idx="859">
                  <c:v>0.24822561248268507</c:v>
                </c:pt>
                <c:pt idx="860">
                  <c:v>0.24947089440611067</c:v>
                </c:pt>
                <c:pt idx="861">
                  <c:v>0.25172169801893485</c:v>
                </c:pt>
                <c:pt idx="862">
                  <c:v>0.25997448066620976</c:v>
                </c:pt>
                <c:pt idx="863">
                  <c:v>0.25965802575909241</c:v>
                </c:pt>
                <c:pt idx="864">
                  <c:v>0.25796323530544674</c:v>
                </c:pt>
                <c:pt idx="865">
                  <c:v>0.26430898137314085</c:v>
                </c:pt>
                <c:pt idx="866">
                  <c:v>0.27700161078808389</c:v>
                </c:pt>
                <c:pt idx="867">
                  <c:v>0.2751838857916426</c:v>
                </c:pt>
                <c:pt idx="868">
                  <c:v>0.2812849632037836</c:v>
                </c:pt>
                <c:pt idx="869">
                  <c:v>0.28421361156756408</c:v>
                </c:pt>
                <c:pt idx="870">
                  <c:v>0.28750589294620593</c:v>
                </c:pt>
                <c:pt idx="871">
                  <c:v>0.28796764720970525</c:v>
                </c:pt>
                <c:pt idx="872">
                  <c:v>0.28155919007623004</c:v>
                </c:pt>
                <c:pt idx="873">
                  <c:v>0.27979957771080655</c:v>
                </c:pt>
                <c:pt idx="874">
                  <c:v>0.27573659622693958</c:v>
                </c:pt>
                <c:pt idx="875">
                  <c:v>0.26594925457986501</c:v>
                </c:pt>
                <c:pt idx="876">
                  <c:v>0.2539727047887782</c:v>
                </c:pt>
                <c:pt idx="877">
                  <c:v>0.26468515770948081</c:v>
                </c:pt>
                <c:pt idx="878">
                  <c:v>0.27513869464565904</c:v>
                </c:pt>
                <c:pt idx="879">
                  <c:v>0.29077729102376704</c:v>
                </c:pt>
                <c:pt idx="880">
                  <c:v>0.3044124007529177</c:v>
                </c:pt>
                <c:pt idx="881">
                  <c:v>0.30632012827451449</c:v>
                </c:pt>
                <c:pt idx="882">
                  <c:v>0.30326720176075028</c:v>
                </c:pt>
                <c:pt idx="883">
                  <c:v>0.32179488066413015</c:v>
                </c:pt>
                <c:pt idx="884">
                  <c:v>0.33026864377984944</c:v>
                </c:pt>
                <c:pt idx="885">
                  <c:v>0.34241193153546634</c:v>
                </c:pt>
                <c:pt idx="886">
                  <c:v>0.35485041733318307</c:v>
                </c:pt>
                <c:pt idx="887">
                  <c:v>0.34913167914928916</c:v>
                </c:pt>
                <c:pt idx="888">
                  <c:v>0.34145127397574743</c:v>
                </c:pt>
                <c:pt idx="889">
                  <c:v>0.32276671691735176</c:v>
                </c:pt>
                <c:pt idx="890">
                  <c:v>0.30681159641273281</c:v>
                </c:pt>
                <c:pt idx="891">
                  <c:v>0.30655090388680367</c:v>
                </c:pt>
                <c:pt idx="892">
                  <c:v>0.31131260125528754</c:v>
                </c:pt>
                <c:pt idx="893">
                  <c:v>0.3007879876432315</c:v>
                </c:pt>
                <c:pt idx="894">
                  <c:v>0.29521559647958301</c:v>
                </c:pt>
                <c:pt idx="895">
                  <c:v>0.29275704024077909</c:v>
                </c:pt>
                <c:pt idx="896">
                  <c:v>0.28906223909898332</c:v>
                </c:pt>
                <c:pt idx="897">
                  <c:v>0.28808894975540872</c:v>
                </c:pt>
                <c:pt idx="898">
                  <c:v>0.29061259378539001</c:v>
                </c:pt>
                <c:pt idx="899">
                  <c:v>0.30537312934004968</c:v>
                </c:pt>
                <c:pt idx="900">
                  <c:v>0.31253849275169709</c:v>
                </c:pt>
                <c:pt idx="901">
                  <c:v>0.31389259595545321</c:v>
                </c:pt>
                <c:pt idx="902">
                  <c:v>0.30862716148131741</c:v>
                </c:pt>
                <c:pt idx="903">
                  <c:v>0.31243586955057939</c:v>
                </c:pt>
                <c:pt idx="904">
                  <c:v>0.31993757813524293</c:v>
                </c:pt>
                <c:pt idx="905">
                  <c:v>0.32236436233684146</c:v>
                </c:pt>
                <c:pt idx="906">
                  <c:v>0.32036792154441368</c:v>
                </c:pt>
                <c:pt idx="907">
                  <c:v>0.31432522262842738</c:v>
                </c:pt>
                <c:pt idx="908">
                  <c:v>0.30751658959469536</c:v>
                </c:pt>
                <c:pt idx="909">
                  <c:v>0.29947550000489054</c:v>
                </c:pt>
                <c:pt idx="910">
                  <c:v>0.30404372954349962</c:v>
                </c:pt>
                <c:pt idx="911">
                  <c:v>0.30034478455153779</c:v>
                </c:pt>
                <c:pt idx="912">
                  <c:v>0.30110615065792745</c:v>
                </c:pt>
                <c:pt idx="913">
                  <c:v>0.28815707992273409</c:v>
                </c:pt>
                <c:pt idx="914">
                  <c:v>0.2810087291976674</c:v>
                </c:pt>
                <c:pt idx="915">
                  <c:v>0.26856409768678491</c:v>
                </c:pt>
                <c:pt idx="916">
                  <c:v>0.26530890178419708</c:v>
                </c:pt>
                <c:pt idx="917">
                  <c:v>0.25587964231663274</c:v>
                </c:pt>
                <c:pt idx="918">
                  <c:v>0.2465354844883664</c:v>
                </c:pt>
                <c:pt idx="919">
                  <c:v>0.23692532642495387</c:v>
                </c:pt>
                <c:pt idx="920">
                  <c:v>0.22264225945368291</c:v>
                </c:pt>
                <c:pt idx="921">
                  <c:v>0.21845207474131029</c:v>
                </c:pt>
                <c:pt idx="922">
                  <c:v>0.2164817662714919</c:v>
                </c:pt>
                <c:pt idx="923">
                  <c:v>0.21544474619676013</c:v>
                </c:pt>
                <c:pt idx="924">
                  <c:v>0.21368201180467966</c:v>
                </c:pt>
                <c:pt idx="925">
                  <c:v>0.2145439488454664</c:v>
                </c:pt>
                <c:pt idx="926">
                  <c:v>0.21110668074712979</c:v>
                </c:pt>
                <c:pt idx="927">
                  <c:v>0.21304829196297179</c:v>
                </c:pt>
                <c:pt idx="928">
                  <c:v>0.21873268625020206</c:v>
                </c:pt>
                <c:pt idx="929">
                  <c:v>0.22622456403525931</c:v>
                </c:pt>
                <c:pt idx="930">
                  <c:v>0.24155298646918327</c:v>
                </c:pt>
                <c:pt idx="931">
                  <c:v>0.24554964618262326</c:v>
                </c:pt>
                <c:pt idx="932">
                  <c:v>0.2481197017748677</c:v>
                </c:pt>
                <c:pt idx="933">
                  <c:v>0.25096743424482848</c:v>
                </c:pt>
                <c:pt idx="934">
                  <c:v>0.25326096309327623</c:v>
                </c:pt>
                <c:pt idx="935">
                  <c:v>0.26930585192939999</c:v>
                </c:pt>
                <c:pt idx="936">
                  <c:v>0.27236659579714945</c:v>
                </c:pt>
                <c:pt idx="937">
                  <c:v>0.27669346307224663</c:v>
                </c:pt>
                <c:pt idx="938">
                  <c:v>0.27425256322305436</c:v>
                </c:pt>
                <c:pt idx="939">
                  <c:v>0.27007292619261508</c:v>
                </c:pt>
                <c:pt idx="940">
                  <c:v>0.26004673723591998</c:v>
                </c:pt>
                <c:pt idx="941">
                  <c:v>0.25091743820119256</c:v>
                </c:pt>
                <c:pt idx="942">
                  <c:v>0.24655236037364214</c:v>
                </c:pt>
                <c:pt idx="943">
                  <c:v>0.24365509528010154</c:v>
                </c:pt>
                <c:pt idx="944">
                  <c:v>0.24448225421030348</c:v>
                </c:pt>
                <c:pt idx="945">
                  <c:v>0.23140865774287117</c:v>
                </c:pt>
                <c:pt idx="946">
                  <c:v>0.22745930018701851</c:v>
                </c:pt>
                <c:pt idx="947">
                  <c:v>0.22706872814578105</c:v>
                </c:pt>
                <c:pt idx="948">
                  <c:v>0.22688748997685773</c:v>
                </c:pt>
                <c:pt idx="949">
                  <c:v>0.22611038612803408</c:v>
                </c:pt>
                <c:pt idx="950">
                  <c:v>0.22364763556932998</c:v>
                </c:pt>
                <c:pt idx="951">
                  <c:v>0.23555932537576765</c:v>
                </c:pt>
                <c:pt idx="952">
                  <c:v>0.24253636609543236</c:v>
                </c:pt>
                <c:pt idx="953">
                  <c:v>0.24573511217900101</c:v>
                </c:pt>
                <c:pt idx="954">
                  <c:v>0.24731458726332695</c:v>
                </c:pt>
                <c:pt idx="955">
                  <c:v>0.24718141921886158</c:v>
                </c:pt>
                <c:pt idx="956">
                  <c:v>0.25331304836885665</c:v>
                </c:pt>
                <c:pt idx="957">
                  <c:v>0.26082633330582627</c:v>
                </c:pt>
                <c:pt idx="958">
                  <c:v>0.26496689684321939</c:v>
                </c:pt>
                <c:pt idx="959">
                  <c:v>0.26891224810291087</c:v>
                </c:pt>
                <c:pt idx="960">
                  <c:v>0.28110375332986198</c:v>
                </c:pt>
                <c:pt idx="961">
                  <c:v>0.27692157295881425</c:v>
                </c:pt>
                <c:pt idx="962">
                  <c:v>0.27899281744718485</c:v>
                </c:pt>
                <c:pt idx="963">
                  <c:v>0.28436449922430518</c:v>
                </c:pt>
                <c:pt idx="964">
                  <c:v>0.28063163580650102</c:v>
                </c:pt>
                <c:pt idx="965">
                  <c:v>0.28142363687017302</c:v>
                </c:pt>
                <c:pt idx="966">
                  <c:v>0.27684241417546163</c:v>
                </c:pt>
                <c:pt idx="967">
                  <c:v>0.2782782371561246</c:v>
                </c:pt>
                <c:pt idx="968">
                  <c:v>0.28291187313129385</c:v>
                </c:pt>
                <c:pt idx="969">
                  <c:v>0.28599227026255086</c:v>
                </c:pt>
                <c:pt idx="970">
                  <c:v>0.27624913145007468</c:v>
                </c:pt>
                <c:pt idx="971">
                  <c:v>0.27269381118793168</c:v>
                </c:pt>
                <c:pt idx="972">
                  <c:v>0.26729165020788337</c:v>
                </c:pt>
                <c:pt idx="973">
                  <c:v>0.26459300386707418</c:v>
                </c:pt>
                <c:pt idx="974">
                  <c:v>0.26201356712175622</c:v>
                </c:pt>
                <c:pt idx="975">
                  <c:v>0.25630121936896977</c:v>
                </c:pt>
                <c:pt idx="976">
                  <c:v>0.25500500064289605</c:v>
                </c:pt>
                <c:pt idx="977">
                  <c:v>0.24784591864847566</c:v>
                </c:pt>
                <c:pt idx="978">
                  <c:v>0.23853268470678213</c:v>
                </c:pt>
                <c:pt idx="979">
                  <c:v>0.23585788884503631</c:v>
                </c:pt>
                <c:pt idx="980">
                  <c:v>0.23659873445466259</c:v>
                </c:pt>
                <c:pt idx="981">
                  <c:v>0.24832334636042191</c:v>
                </c:pt>
                <c:pt idx="982">
                  <c:v>0.24844393035847742</c:v>
                </c:pt>
                <c:pt idx="983">
                  <c:v>0.24734257435418355</c:v>
                </c:pt>
                <c:pt idx="984">
                  <c:v>0.25097959124046654</c:v>
                </c:pt>
                <c:pt idx="985">
                  <c:v>0.25211616875256093</c:v>
                </c:pt>
                <c:pt idx="986">
                  <c:v>0.26013870274951501</c:v>
                </c:pt>
                <c:pt idx="987">
                  <c:v>0.25270525831831647</c:v>
                </c:pt>
                <c:pt idx="988">
                  <c:v>0.24652497283516914</c:v>
                </c:pt>
                <c:pt idx="989">
                  <c:v>0.24724634829501463</c:v>
                </c:pt>
                <c:pt idx="990">
                  <c:v>0.24690449429913705</c:v>
                </c:pt>
                <c:pt idx="991">
                  <c:v>0.23639723101910048</c:v>
                </c:pt>
                <c:pt idx="992">
                  <c:v>0.23339364192947887</c:v>
                </c:pt>
                <c:pt idx="993">
                  <c:v>0.22823329041576965</c:v>
                </c:pt>
                <c:pt idx="994">
                  <c:v>0.23182943795665228</c:v>
                </c:pt>
                <c:pt idx="995">
                  <c:v>0.23228438854658559</c:v>
                </c:pt>
                <c:pt idx="996">
                  <c:v>0.22479567373521575</c:v>
                </c:pt>
                <c:pt idx="997">
                  <c:v>0.2265849086994085</c:v>
                </c:pt>
                <c:pt idx="998">
                  <c:v>0.2355142223588928</c:v>
                </c:pt>
                <c:pt idx="999">
                  <c:v>0.2303776418911847</c:v>
                </c:pt>
                <c:pt idx="1000">
                  <c:v>0.23158275914794507</c:v>
                </c:pt>
                <c:pt idx="1001">
                  <c:v>0.23621606770678016</c:v>
                </c:pt>
                <c:pt idx="1002">
                  <c:v>0.238949850617551</c:v>
                </c:pt>
                <c:pt idx="1003">
                  <c:v>0.24380986212112821</c:v>
                </c:pt>
                <c:pt idx="1004">
                  <c:v>0.23775077449398241</c:v>
                </c:pt>
                <c:pt idx="1005">
                  <c:v>0.24461585425042759</c:v>
                </c:pt>
                <c:pt idx="1006">
                  <c:v>0.24463649317121675</c:v>
                </c:pt>
                <c:pt idx="1007">
                  <c:v>0.25611925069865227</c:v>
                </c:pt>
                <c:pt idx="1008">
                  <c:v>0.25245603457539911</c:v>
                </c:pt>
                <c:pt idx="1009">
                  <c:v>0.25172067346012994</c:v>
                </c:pt>
                <c:pt idx="1010">
                  <c:v>0.24417266777728561</c:v>
                </c:pt>
                <c:pt idx="1011">
                  <c:v>0.24030347946607625</c:v>
                </c:pt>
                <c:pt idx="1012">
                  <c:v>0.23743821444940644</c:v>
                </c:pt>
                <c:pt idx="1013">
                  <c:v>0.23042822707651589</c:v>
                </c:pt>
                <c:pt idx="1014">
                  <c:v>0.22523774900177984</c:v>
                </c:pt>
                <c:pt idx="1015">
                  <c:v>0.21258059558753289</c:v>
                </c:pt>
                <c:pt idx="1016">
                  <c:v>0.20913663341169189</c:v>
                </c:pt>
                <c:pt idx="1017">
                  <c:v>0.19746087494842574</c:v>
                </c:pt>
                <c:pt idx="1018">
                  <c:v>0.20819571777837093</c:v>
                </c:pt>
                <c:pt idx="1019">
                  <c:v>0.22257927772711272</c:v>
                </c:pt>
                <c:pt idx="1020">
                  <c:v>0.23115610289951599</c:v>
                </c:pt>
                <c:pt idx="1021">
                  <c:v>0.23472067916506126</c:v>
                </c:pt>
                <c:pt idx="1022">
                  <c:v>0.23740703097873869</c:v>
                </c:pt>
                <c:pt idx="1023">
                  <c:v>0.24220866726685886</c:v>
                </c:pt>
                <c:pt idx="1024">
                  <c:v>0.24812595798312137</c:v>
                </c:pt>
                <c:pt idx="1025">
                  <c:v>0.25499140887498212</c:v>
                </c:pt>
                <c:pt idx="1026">
                  <c:v>0.26002950668577468</c:v>
                </c:pt>
                <c:pt idx="1027">
                  <c:v>0.26553591699499957</c:v>
                </c:pt>
                <c:pt idx="1028">
                  <c:v>0.26452248242759857</c:v>
                </c:pt>
                <c:pt idx="1029">
                  <c:v>0.25708659076939117</c:v>
                </c:pt>
                <c:pt idx="1030">
                  <c:v>0.25293482098524522</c:v>
                </c:pt>
                <c:pt idx="1031">
                  <c:v>0.24772754091552307</c:v>
                </c:pt>
                <c:pt idx="1032">
                  <c:v>0.24534137343069928</c:v>
                </c:pt>
                <c:pt idx="1033">
                  <c:v>0.25279056686995621</c:v>
                </c:pt>
                <c:pt idx="1034">
                  <c:v>0.25935568890728239</c:v>
                </c:pt>
                <c:pt idx="1035">
                  <c:v>0.26788306756484903</c:v>
                </c:pt>
                <c:pt idx="1036">
                  <c:v>0.27722153960157853</c:v>
                </c:pt>
                <c:pt idx="1037">
                  <c:v>0.28521308898216585</c:v>
                </c:pt>
                <c:pt idx="1038">
                  <c:v>0.27672327673707364</c:v>
                </c:pt>
                <c:pt idx="1039">
                  <c:v>0.27646470443427562</c:v>
                </c:pt>
                <c:pt idx="1040">
                  <c:v>0.28010869088983292</c:v>
                </c:pt>
                <c:pt idx="1041">
                  <c:v>0.29104858247429882</c:v>
                </c:pt>
                <c:pt idx="1042">
                  <c:v>0.29870373316403642</c:v>
                </c:pt>
                <c:pt idx="1043">
                  <c:v>0.29877426225412729</c:v>
                </c:pt>
                <c:pt idx="1044">
                  <c:v>0.29891208912871048</c:v>
                </c:pt>
                <c:pt idx="1045">
                  <c:v>0.29751514654433642</c:v>
                </c:pt>
                <c:pt idx="1046">
                  <c:v>0.29196137142232931</c:v>
                </c:pt>
                <c:pt idx="1047">
                  <c:v>0.28110805405260819</c:v>
                </c:pt>
                <c:pt idx="1048">
                  <c:v>0.28214129730253673</c:v>
                </c:pt>
                <c:pt idx="1049">
                  <c:v>0.28219710684665994</c:v>
                </c:pt>
                <c:pt idx="1050">
                  <c:v>0.27720611023923225</c:v>
                </c:pt>
                <c:pt idx="1051">
                  <c:v>0.26791661265576089</c:v>
                </c:pt>
                <c:pt idx="1052">
                  <c:v>0.26247473603469351</c:v>
                </c:pt>
                <c:pt idx="1053">
                  <c:v>0.25618995004438694</c:v>
                </c:pt>
                <c:pt idx="1054">
                  <c:v>0.25343980503401653</c:v>
                </c:pt>
                <c:pt idx="1055">
                  <c:v>0.24716366754624736</c:v>
                </c:pt>
                <c:pt idx="1056">
                  <c:v>0.24233759238358035</c:v>
                </c:pt>
                <c:pt idx="1057">
                  <c:v>0.24203431793429733</c:v>
                </c:pt>
                <c:pt idx="1058">
                  <c:v>0.23376496319309154</c:v>
                </c:pt>
                <c:pt idx="1059">
                  <c:v>0.22912575949644226</c:v>
                </c:pt>
                <c:pt idx="1060">
                  <c:v>0.23008298794242926</c:v>
                </c:pt>
                <c:pt idx="1061">
                  <c:v>0.22701850243130903</c:v>
                </c:pt>
                <c:pt idx="1062">
                  <c:v>0.22721495609380443</c:v>
                </c:pt>
                <c:pt idx="1063">
                  <c:v>0.22752503424731266</c:v>
                </c:pt>
                <c:pt idx="1064">
                  <c:v>0.22236174786501461</c:v>
                </c:pt>
                <c:pt idx="1065">
                  <c:v>0.23788367902185073</c:v>
                </c:pt>
                <c:pt idx="1066">
                  <c:v>0.25178406226084765</c:v>
                </c:pt>
                <c:pt idx="1067">
                  <c:v>0.25777712416229115</c:v>
                </c:pt>
                <c:pt idx="1068">
                  <c:v>0.26931580303336594</c:v>
                </c:pt>
                <c:pt idx="1069">
                  <c:v>0.27121893150059828</c:v>
                </c:pt>
                <c:pt idx="1070">
                  <c:v>0.27550021278863851</c:v>
                </c:pt>
                <c:pt idx="1071">
                  <c:v>0.28631173280716865</c:v>
                </c:pt>
                <c:pt idx="1072">
                  <c:v>0.29256286813117705</c:v>
                </c:pt>
                <c:pt idx="1073">
                  <c:v>0.29785649042249063</c:v>
                </c:pt>
                <c:pt idx="1074">
                  <c:v>0.30177738800338938</c:v>
                </c:pt>
                <c:pt idx="1075">
                  <c:v>0.29532359875019271</c:v>
                </c:pt>
                <c:pt idx="1076">
                  <c:v>0.28740649971850907</c:v>
                </c:pt>
                <c:pt idx="1077">
                  <c:v>0.29706085056761322</c:v>
                </c:pt>
                <c:pt idx="1078">
                  <c:v>0.29591929873918016</c:v>
                </c:pt>
                <c:pt idx="1079">
                  <c:v>0.29742481350247574</c:v>
                </c:pt>
                <c:pt idx="1080">
                  <c:v>0.29478354844005888</c:v>
                </c:pt>
                <c:pt idx="1081">
                  <c:v>0.28980458434349299</c:v>
                </c:pt>
                <c:pt idx="1082">
                  <c:v>0.28469555167315258</c:v>
                </c:pt>
                <c:pt idx="1083">
                  <c:v>0.28522663137945614</c:v>
                </c:pt>
                <c:pt idx="1084">
                  <c:v>0.28748599638161004</c:v>
                </c:pt>
                <c:pt idx="1085">
                  <c:v>0.28802480579861039</c:v>
                </c:pt>
                <c:pt idx="1086">
                  <c:v>0.28646610833438368</c:v>
                </c:pt>
                <c:pt idx="1087">
                  <c:v>0.27570963976788854</c:v>
                </c:pt>
                <c:pt idx="1088">
                  <c:v>0.28043685530274925</c:v>
                </c:pt>
                <c:pt idx="1089">
                  <c:v>0.284562895720603</c:v>
                </c:pt>
                <c:pt idx="1090">
                  <c:v>0.29617972589859365</c:v>
                </c:pt>
                <c:pt idx="1091">
                  <c:v>0.30632053532221459</c:v>
                </c:pt>
                <c:pt idx="1092">
                  <c:v>0.32044699441981866</c:v>
                </c:pt>
                <c:pt idx="1093">
                  <c:v>0.32212381397896123</c:v>
                </c:pt>
                <c:pt idx="1094">
                  <c:v>0.32332502385467271</c:v>
                </c:pt>
                <c:pt idx="1095">
                  <c:v>0.31633668535404286</c:v>
                </c:pt>
                <c:pt idx="1096">
                  <c:v>0.3149713483871398</c:v>
                </c:pt>
                <c:pt idx="1097">
                  <c:v>0.32084755219855432</c:v>
                </c:pt>
                <c:pt idx="1098">
                  <c:v>0.31440380632481402</c:v>
                </c:pt>
                <c:pt idx="1099">
                  <c:v>0.30845730577439207</c:v>
                </c:pt>
                <c:pt idx="1100">
                  <c:v>0.29917338951623385</c:v>
                </c:pt>
                <c:pt idx="1101">
                  <c:v>0.29019708490595947</c:v>
                </c:pt>
                <c:pt idx="1102">
                  <c:v>0.27867267965687892</c:v>
                </c:pt>
                <c:pt idx="1103">
                  <c:v>0.28387918197547574</c:v>
                </c:pt>
                <c:pt idx="1104">
                  <c:v>0.28920510067261085</c:v>
                </c:pt>
                <c:pt idx="1105">
                  <c:v>0.29257705979465404</c:v>
                </c:pt>
                <c:pt idx="1106">
                  <c:v>0.29731769796242691</c:v>
                </c:pt>
                <c:pt idx="1107">
                  <c:v>0.29600872302758924</c:v>
                </c:pt>
                <c:pt idx="1108">
                  <c:v>0.29651610672260076</c:v>
                </c:pt>
                <c:pt idx="1109">
                  <c:v>0.29491950085518698</c:v>
                </c:pt>
                <c:pt idx="1110">
                  <c:v>0.29262103449563276</c:v>
                </c:pt>
                <c:pt idx="1111">
                  <c:v>0.29183530718538192</c:v>
                </c:pt>
                <c:pt idx="1112">
                  <c:v>0.2906826448438351</c:v>
                </c:pt>
                <c:pt idx="1113">
                  <c:v>0.27884988884694384</c:v>
                </c:pt>
                <c:pt idx="1114">
                  <c:v>0.26547561694724536</c:v>
                </c:pt>
                <c:pt idx="1115">
                  <c:v>0.25700821738443652</c:v>
                </c:pt>
                <c:pt idx="1116">
                  <c:v>0.24877834516707559</c:v>
                </c:pt>
                <c:pt idx="1117">
                  <c:v>0.24475469394733729</c:v>
                </c:pt>
                <c:pt idx="1118">
                  <c:v>0.24212682159964341</c:v>
                </c:pt>
                <c:pt idx="1119">
                  <c:v>0.24587381937068739</c:v>
                </c:pt>
                <c:pt idx="1120">
                  <c:v>0.24742881067845496</c:v>
                </c:pt>
                <c:pt idx="1121">
                  <c:v>0.24364897521042525</c:v>
                </c:pt>
                <c:pt idx="1122">
                  <c:v>0.24215046129928464</c:v>
                </c:pt>
                <c:pt idx="1123">
                  <c:v>0.24002089941380519</c:v>
                </c:pt>
                <c:pt idx="1124">
                  <c:v>0.24302847153046431</c:v>
                </c:pt>
                <c:pt idx="1125">
                  <c:v>0.24678750263484583</c:v>
                </c:pt>
                <c:pt idx="1126">
                  <c:v>0.25688769823460433</c:v>
                </c:pt>
                <c:pt idx="1127">
                  <c:v>0.26029546942160214</c:v>
                </c:pt>
                <c:pt idx="1128">
                  <c:v>0.26756318473037077</c:v>
                </c:pt>
                <c:pt idx="1129">
                  <c:v>0.26710271869375923</c:v>
                </c:pt>
                <c:pt idx="1130">
                  <c:v>0.26696737101803347</c:v>
                </c:pt>
                <c:pt idx="1131">
                  <c:v>0.26905092684413018</c:v>
                </c:pt>
                <c:pt idx="1132">
                  <c:v>0.26885215044200905</c:v>
                </c:pt>
                <c:pt idx="1133">
                  <c:v>0.26958837398099467</c:v>
                </c:pt>
                <c:pt idx="1134">
                  <c:v>0.26991976209968183</c:v>
                </c:pt>
                <c:pt idx="1135">
                  <c:v>0.27324570152907141</c:v>
                </c:pt>
                <c:pt idx="1136">
                  <c:v>0.26374034931429008</c:v>
                </c:pt>
                <c:pt idx="1137">
                  <c:v>0.25508497055267726</c:v>
                </c:pt>
                <c:pt idx="1138">
                  <c:v>0.25724800004132475</c:v>
                </c:pt>
                <c:pt idx="1139">
                  <c:v>0.25573812597661483</c:v>
                </c:pt>
                <c:pt idx="1140">
                  <c:v>0.25726081219286601</c:v>
                </c:pt>
                <c:pt idx="1141">
                  <c:v>0.25970429975524006</c:v>
                </c:pt>
                <c:pt idx="1142">
                  <c:v>0.25946800217294025</c:v>
                </c:pt>
                <c:pt idx="1143">
                  <c:v>0.25804151020121513</c:v>
                </c:pt>
                <c:pt idx="1144">
                  <c:v>0.25920783678165882</c:v>
                </c:pt>
                <c:pt idx="1145">
                  <c:v>0.26349194918693825</c:v>
                </c:pt>
                <c:pt idx="1146">
                  <c:v>0.26952037596103923</c:v>
                </c:pt>
                <c:pt idx="1147">
                  <c:v>0.27637548704188042</c:v>
                </c:pt>
                <c:pt idx="1148">
                  <c:v>0.26906830364228662</c:v>
                </c:pt>
                <c:pt idx="1149">
                  <c:v>0.27424771968160011</c:v>
                </c:pt>
                <c:pt idx="1150">
                  <c:v>0.27233429998783026</c:v>
                </c:pt>
                <c:pt idx="1151">
                  <c:v>0.27517625050738509</c:v>
                </c:pt>
                <c:pt idx="1152">
                  <c:v>0.27421548563433606</c:v>
                </c:pt>
                <c:pt idx="1153">
                  <c:v>0.27214556254442041</c:v>
                </c:pt>
                <c:pt idx="1154">
                  <c:v>0.26787701130039299</c:v>
                </c:pt>
                <c:pt idx="1155">
                  <c:v>0.26009140341051828</c:v>
                </c:pt>
                <c:pt idx="1156">
                  <c:v>0.25333181677139138</c:v>
                </c:pt>
                <c:pt idx="1157">
                  <c:v>0.2479262641459842</c:v>
                </c:pt>
                <c:pt idx="1158">
                  <c:v>0.24531288884162122</c:v>
                </c:pt>
                <c:pt idx="1159">
                  <c:v>0.23267839183565586</c:v>
                </c:pt>
                <c:pt idx="1160">
                  <c:v>0.22837091189717693</c:v>
                </c:pt>
                <c:pt idx="1161">
                  <c:v>0.22239203011864311</c:v>
                </c:pt>
                <c:pt idx="1162">
                  <c:v>0.22266690811631804</c:v>
                </c:pt>
                <c:pt idx="1163">
                  <c:v>0.22545948594488285</c:v>
                </c:pt>
                <c:pt idx="1164">
                  <c:v>0.22793640807164631</c:v>
                </c:pt>
                <c:pt idx="1165">
                  <c:v>0.22761549174373363</c:v>
                </c:pt>
                <c:pt idx="1166">
                  <c:v>0.22800947101348648</c:v>
                </c:pt>
                <c:pt idx="1167">
                  <c:v>0.22869810874656027</c:v>
                </c:pt>
                <c:pt idx="1168">
                  <c:v>0.22793299840679498</c:v>
                </c:pt>
                <c:pt idx="1169">
                  <c:v>0.23426711645015358</c:v>
                </c:pt>
                <c:pt idx="1170">
                  <c:v>0.23712125849155</c:v>
                </c:pt>
                <c:pt idx="1171">
                  <c:v>0.23377671037842682</c:v>
                </c:pt>
                <c:pt idx="1172">
                  <c:v>0.23316029748691841</c:v>
                </c:pt>
                <c:pt idx="1173">
                  <c:v>0.23114084420270409</c:v>
                </c:pt>
                <c:pt idx="1174">
                  <c:v>0.22863381491490498</c:v>
                </c:pt>
                <c:pt idx="1175">
                  <c:v>0.22678248477599641</c:v>
                </c:pt>
                <c:pt idx="1176">
                  <c:v>0.22947917020738934</c:v>
                </c:pt>
                <c:pt idx="1177">
                  <c:v>0.23383980602128748</c:v>
                </c:pt>
                <c:pt idx="1178">
                  <c:v>0.23420097386327607</c:v>
                </c:pt>
                <c:pt idx="1179">
                  <c:v>0.23397051485693976</c:v>
                </c:pt>
                <c:pt idx="1180">
                  <c:v>0.23376790484394738</c:v>
                </c:pt>
                <c:pt idx="1181">
                  <c:v>0.23508986054211131</c:v>
                </c:pt>
                <c:pt idx="1182">
                  <c:v>0.23517444342571353</c:v>
                </c:pt>
                <c:pt idx="1183">
                  <c:v>0.24451379298069192</c:v>
                </c:pt>
                <c:pt idx="1184">
                  <c:v>0.2472431928205511</c:v>
                </c:pt>
                <c:pt idx="1185">
                  <c:v>0.26072674763268439</c:v>
                </c:pt>
                <c:pt idx="1186">
                  <c:v>0.268080482849058</c:v>
                </c:pt>
                <c:pt idx="1187">
                  <c:v>0.26895540443411292</c:v>
                </c:pt>
                <c:pt idx="1188">
                  <c:v>0.27501196817825091</c:v>
                </c:pt>
                <c:pt idx="1189">
                  <c:v>0.27476335207302727</c:v>
                </c:pt>
                <c:pt idx="1190">
                  <c:v>0.27327790779911787</c:v>
                </c:pt>
                <c:pt idx="1191">
                  <c:v>0.28298372762764445</c:v>
                </c:pt>
                <c:pt idx="1192">
                  <c:v>0.28626539864364942</c:v>
                </c:pt>
                <c:pt idx="1193">
                  <c:v>0.28075068873037828</c:v>
                </c:pt>
                <c:pt idx="1194">
                  <c:v>0.28686564007832388</c:v>
                </c:pt>
                <c:pt idx="1195">
                  <c:v>0.27957437817846287</c:v>
                </c:pt>
                <c:pt idx="1196">
                  <c:v>0.27259579207006779</c:v>
                </c:pt>
                <c:pt idx="1197">
                  <c:v>0.26914110374921285</c:v>
                </c:pt>
                <c:pt idx="1198">
                  <c:v>0.26547922683477287</c:v>
                </c:pt>
                <c:pt idx="1199">
                  <c:v>0.26954478902110213</c:v>
                </c:pt>
                <c:pt idx="1200">
                  <c:v>0.27088069472306237</c:v>
                </c:pt>
                <c:pt idx="1201">
                  <c:v>0.27090434312960215</c:v>
                </c:pt>
                <c:pt idx="1202">
                  <c:v>0.27567984906346837</c:v>
                </c:pt>
                <c:pt idx="1203">
                  <c:v>0.2883888225054117</c:v>
                </c:pt>
                <c:pt idx="1204">
                  <c:v>0.2915064164651574</c:v>
                </c:pt>
                <c:pt idx="1205">
                  <c:v>0.28968063149479667</c:v>
                </c:pt>
                <c:pt idx="1206">
                  <c:v>0.29071609616775862</c:v>
                </c:pt>
                <c:pt idx="1207">
                  <c:v>0.29372837682359365</c:v>
                </c:pt>
                <c:pt idx="1208">
                  <c:v>0.29162800923085996</c:v>
                </c:pt>
                <c:pt idx="1209">
                  <c:v>0.28626752651904724</c:v>
                </c:pt>
                <c:pt idx="1210">
                  <c:v>0.28726244988561295</c:v>
                </c:pt>
                <c:pt idx="1211">
                  <c:v>0.28027118237365717</c:v>
                </c:pt>
                <c:pt idx="1212">
                  <c:v>0.27294675179393157</c:v>
                </c:pt>
                <c:pt idx="1213">
                  <c:v>0.26474814742402381</c:v>
                </c:pt>
                <c:pt idx="1214">
                  <c:v>0.26124746170956775</c:v>
                </c:pt>
                <c:pt idx="1215">
                  <c:v>0.26834863616501792</c:v>
                </c:pt>
                <c:pt idx="1216">
                  <c:v>0.26831685270596212</c:v>
                </c:pt>
                <c:pt idx="1217">
                  <c:v>0.26748400901488723</c:v>
                </c:pt>
                <c:pt idx="1218">
                  <c:v>0.27445364900973035</c:v>
                </c:pt>
                <c:pt idx="1219">
                  <c:v>0.28165685012796138</c:v>
                </c:pt>
                <c:pt idx="1220">
                  <c:v>0.2799934359379232</c:v>
                </c:pt>
                <c:pt idx="1221">
                  <c:v>0.28221572868548378</c:v>
                </c:pt>
                <c:pt idx="1222">
                  <c:v>0.28435788275461732</c:v>
                </c:pt>
                <c:pt idx="1223">
                  <c:v>0.2802054941344036</c:v>
                </c:pt>
                <c:pt idx="1224">
                  <c:v>0.27517035530617073</c:v>
                </c:pt>
                <c:pt idx="1225">
                  <c:v>0.27090133475872097</c:v>
                </c:pt>
                <c:pt idx="1226">
                  <c:v>0.27265106919964055</c:v>
                </c:pt>
                <c:pt idx="1227">
                  <c:v>0.27009070788496253</c:v>
                </c:pt>
                <c:pt idx="1228">
                  <c:v>0.27257713197702693</c:v>
                </c:pt>
                <c:pt idx="1229">
                  <c:v>0.26798064072657768</c:v>
                </c:pt>
                <c:pt idx="1230">
                  <c:v>0.27056142275147799</c:v>
                </c:pt>
                <c:pt idx="1231">
                  <c:v>0.27419485096978213</c:v>
                </c:pt>
                <c:pt idx="1232">
                  <c:v>0.2769097507212902</c:v>
                </c:pt>
                <c:pt idx="1233">
                  <c:v>0.27866513391981196</c:v>
                </c:pt>
                <c:pt idx="1234">
                  <c:v>0.28824970075126971</c:v>
                </c:pt>
                <c:pt idx="1235">
                  <c:v>0.28926732407527422</c:v>
                </c:pt>
                <c:pt idx="1236">
                  <c:v>0.28839400561054623</c:v>
                </c:pt>
                <c:pt idx="1237">
                  <c:v>0.29417218945489265</c:v>
                </c:pt>
                <c:pt idx="1238">
                  <c:v>0.28951334546939111</c:v>
                </c:pt>
                <c:pt idx="1239">
                  <c:v>0.29383638693278452</c:v>
                </c:pt>
                <c:pt idx="1240">
                  <c:v>0.29713792285552248</c:v>
                </c:pt>
                <c:pt idx="1241">
                  <c:v>0.29089811270681043</c:v>
                </c:pt>
                <c:pt idx="1242">
                  <c:v>0.2873893254919741</c:v>
                </c:pt>
                <c:pt idx="1243">
                  <c:v>0.28425299524767084</c:v>
                </c:pt>
                <c:pt idx="1244">
                  <c:v>0.27701764583793476</c:v>
                </c:pt>
                <c:pt idx="1245">
                  <c:v>0.27457834719352969</c:v>
                </c:pt>
                <c:pt idx="1246">
                  <c:v>0.27592131125248825</c:v>
                </c:pt>
                <c:pt idx="1247">
                  <c:v>0.29763032593427519</c:v>
                </c:pt>
                <c:pt idx="1248">
                  <c:v>0.30111236453358481</c:v>
                </c:pt>
                <c:pt idx="1249">
                  <c:v>0.30614539347302905</c:v>
                </c:pt>
                <c:pt idx="1250">
                  <c:v>0.30730909979053933</c:v>
                </c:pt>
                <c:pt idx="1251">
                  <c:v>0.31092702292162266</c:v>
                </c:pt>
                <c:pt idx="1252">
                  <c:v>0.31195185677536685</c:v>
                </c:pt>
                <c:pt idx="1253">
                  <c:v>0.31474723284482131</c:v>
                </c:pt>
                <c:pt idx="1254">
                  <c:v>0.31566272842174353</c:v>
                </c:pt>
                <c:pt idx="1255">
                  <c:v>0.31868363813903977</c:v>
                </c:pt>
                <c:pt idx="1256">
                  <c:v>0.3269673590939548</c:v>
                </c:pt>
                <c:pt idx="1257">
                  <c:v>0.30925002595668766</c:v>
                </c:pt>
                <c:pt idx="1258">
                  <c:v>0.31104210892159079</c:v>
                </c:pt>
                <c:pt idx="1259">
                  <c:v>0.30605701160613813</c:v>
                </c:pt>
                <c:pt idx="1260">
                  <c:v>0.30079385626208754</c:v>
                </c:pt>
                <c:pt idx="1261">
                  <c:v>0.29761052189761161</c:v>
                </c:pt>
                <c:pt idx="1262">
                  <c:v>0.29808237437784546</c:v>
                </c:pt>
                <c:pt idx="1263">
                  <c:v>0.30066402623206123</c:v>
                </c:pt>
                <c:pt idx="1264">
                  <c:v>0.29092118473484796</c:v>
                </c:pt>
                <c:pt idx="1265">
                  <c:v>0.29165959004740799</c:v>
                </c:pt>
                <c:pt idx="1266">
                  <c:v>0.28484916722888975</c:v>
                </c:pt>
                <c:pt idx="1267">
                  <c:v>0.27849248649499098</c:v>
                </c:pt>
                <c:pt idx="1268">
                  <c:v>0.27700134721067232</c:v>
                </c:pt>
                <c:pt idx="1269">
                  <c:v>0.27570376813326269</c:v>
                </c:pt>
                <c:pt idx="1270">
                  <c:v>0.27556126526753955</c:v>
                </c:pt>
                <c:pt idx="1271">
                  <c:v>0.27802003896179306</c:v>
                </c:pt>
                <c:pt idx="1272">
                  <c:v>0.27610708142890911</c:v>
                </c:pt>
                <c:pt idx="1273">
                  <c:v>0.27352558795615156</c:v>
                </c:pt>
                <c:pt idx="1274">
                  <c:v>0.27748914836039418</c:v>
                </c:pt>
                <c:pt idx="1275">
                  <c:v>0.2681276163590266</c:v>
                </c:pt>
                <c:pt idx="1276">
                  <c:v>0.26283565712873858</c:v>
                </c:pt>
                <c:pt idx="1277">
                  <c:v>0.2571073537526366</c:v>
                </c:pt>
                <c:pt idx="1278">
                  <c:v>0.2623501075712219</c:v>
                </c:pt>
                <c:pt idx="1279">
                  <c:v>0.25891775779170512</c:v>
                </c:pt>
                <c:pt idx="1280">
                  <c:v>0.2572110283680199</c:v>
                </c:pt>
                <c:pt idx="1281">
                  <c:v>0.25323348997957484</c:v>
                </c:pt>
                <c:pt idx="1282">
                  <c:v>0.25207823009650021</c:v>
                </c:pt>
                <c:pt idx="1283">
                  <c:v>0.25448338119307862</c:v>
                </c:pt>
                <c:pt idx="1284">
                  <c:v>0.25385719912073912</c:v>
                </c:pt>
                <c:pt idx="1285">
                  <c:v>0.25695836176444986</c:v>
                </c:pt>
                <c:pt idx="1286">
                  <c:v>0.25724972451472777</c:v>
                </c:pt>
                <c:pt idx="1287">
                  <c:v>0.27251428676382805</c:v>
                </c:pt>
                <c:pt idx="1288">
                  <c:v>0.27282823780363785</c:v>
                </c:pt>
                <c:pt idx="1289">
                  <c:v>0.28482096124899947</c:v>
                </c:pt>
                <c:pt idx="1290">
                  <c:v>0.29487637057564481</c:v>
                </c:pt>
                <c:pt idx="1291">
                  <c:v>0.31129047567000895</c:v>
                </c:pt>
                <c:pt idx="1292">
                  <c:v>0.31889263622595765</c:v>
                </c:pt>
                <c:pt idx="1293">
                  <c:v>0.32117166076820663</c:v>
                </c:pt>
                <c:pt idx="1294">
                  <c:v>0.32810346744175856</c:v>
                </c:pt>
                <c:pt idx="1295">
                  <c:v>0.33469094558336304</c:v>
                </c:pt>
                <c:pt idx="1296">
                  <c:v>0.34245103245182312</c:v>
                </c:pt>
                <c:pt idx="1297">
                  <c:v>0.33523773311458199</c:v>
                </c:pt>
                <c:pt idx="1298">
                  <c:v>0.33516379293077092</c:v>
                </c:pt>
                <c:pt idx="1299">
                  <c:v>0.32783662833065397</c:v>
                </c:pt>
                <c:pt idx="1300">
                  <c:v>0.31610083723613208</c:v>
                </c:pt>
                <c:pt idx="1301">
                  <c:v>0.29720053473307206</c:v>
                </c:pt>
                <c:pt idx="1302">
                  <c:v>0.28518083426521373</c:v>
                </c:pt>
                <c:pt idx="1303">
                  <c:v>0.27983344623253409</c:v>
                </c:pt>
                <c:pt idx="1304">
                  <c:v>0.27617369647930229</c:v>
                </c:pt>
                <c:pt idx="1305">
                  <c:v>0.27183361753410351</c:v>
                </c:pt>
                <c:pt idx="1306">
                  <c:v>0.26362666167539844</c:v>
                </c:pt>
                <c:pt idx="1307">
                  <c:v>0.26010825409495875</c:v>
                </c:pt>
                <c:pt idx="1308">
                  <c:v>0.25332418006266133</c:v>
                </c:pt>
                <c:pt idx="1309">
                  <c:v>0.24619162011841528</c:v>
                </c:pt>
                <c:pt idx="1310">
                  <c:v>0.24432008785345949</c:v>
                </c:pt>
                <c:pt idx="1311">
                  <c:v>0.24023934599244529</c:v>
                </c:pt>
                <c:pt idx="1312">
                  <c:v>0.24172264848782371</c:v>
                </c:pt>
                <c:pt idx="1313">
                  <c:v>0.23375285614294614</c:v>
                </c:pt>
                <c:pt idx="1314">
                  <c:v>0.22758936285784789</c:v>
                </c:pt>
                <c:pt idx="1315">
                  <c:v>0.21594486116022579</c:v>
                </c:pt>
                <c:pt idx="1316">
                  <c:v>0.21228754445160702</c:v>
                </c:pt>
                <c:pt idx="1317">
                  <c:v>0.20667783760550629</c:v>
                </c:pt>
                <c:pt idx="1318">
                  <c:v>0.20082381645160324</c:v>
                </c:pt>
                <c:pt idx="1319">
                  <c:v>0.20506270048832601</c:v>
                </c:pt>
                <c:pt idx="1320">
                  <c:v>0.20993312683851312</c:v>
                </c:pt>
                <c:pt idx="1321">
                  <c:v>0.21569781027024826</c:v>
                </c:pt>
                <c:pt idx="1322">
                  <c:v>0.21701870991200231</c:v>
                </c:pt>
                <c:pt idx="1323">
                  <c:v>0.22922796167155829</c:v>
                </c:pt>
                <c:pt idx="1324">
                  <c:v>0.23953441034409889</c:v>
                </c:pt>
                <c:pt idx="1325">
                  <c:v>0.24755899523395927</c:v>
                </c:pt>
                <c:pt idx="1326">
                  <c:v>0.24879606427315443</c:v>
                </c:pt>
                <c:pt idx="1327">
                  <c:v>0.24695584466952067</c:v>
                </c:pt>
                <c:pt idx="1328">
                  <c:v>0.24976140848773781</c:v>
                </c:pt>
                <c:pt idx="1329">
                  <c:v>0.25432570753614919</c:v>
                </c:pt>
                <c:pt idx="1330">
                  <c:v>0.25505306271719974</c:v>
                </c:pt>
                <c:pt idx="1331">
                  <c:v>0.2633447037572671</c:v>
                </c:pt>
                <c:pt idx="1332">
                  <c:v>0.26506431655110779</c:v>
                </c:pt>
                <c:pt idx="1333">
                  <c:v>0.26615037759995114</c:v>
                </c:pt>
                <c:pt idx="1334">
                  <c:v>0.2607272712488416</c:v>
                </c:pt>
                <c:pt idx="1335">
                  <c:v>0.25687116484292138</c:v>
                </c:pt>
                <c:pt idx="1336">
                  <c:v>0.26001883705765871</c:v>
                </c:pt>
                <c:pt idx="1337">
                  <c:v>0.26189394065932742</c:v>
                </c:pt>
                <c:pt idx="1338">
                  <c:v>0.26249235301995677</c:v>
                </c:pt>
                <c:pt idx="1339">
                  <c:v>0.25393191814175625</c:v>
                </c:pt>
                <c:pt idx="1340">
                  <c:v>0.25663417486865342</c:v>
                </c:pt>
                <c:pt idx="1341">
                  <c:v>0.25362160087258323</c:v>
                </c:pt>
                <c:pt idx="1342">
                  <c:v>0.25856970258650303</c:v>
                </c:pt>
                <c:pt idx="1343">
                  <c:v>0.26145922392140986</c:v>
                </c:pt>
                <c:pt idx="1344">
                  <c:v>0.2622803627970251</c:v>
                </c:pt>
                <c:pt idx="1345">
                  <c:v>0.26573966644953184</c:v>
                </c:pt>
                <c:pt idx="1346">
                  <c:v>0.26527617423014571</c:v>
                </c:pt>
                <c:pt idx="1347">
                  <c:v>0.2666628518064354</c:v>
                </c:pt>
                <c:pt idx="1348">
                  <c:v>0.26489045061150918</c:v>
                </c:pt>
                <c:pt idx="1349">
                  <c:v>0.26429672581922786</c:v>
                </c:pt>
                <c:pt idx="1350">
                  <c:v>0.26154131692801341</c:v>
                </c:pt>
                <c:pt idx="1351">
                  <c:v>0.25747116183954766</c:v>
                </c:pt>
                <c:pt idx="1352">
                  <c:v>0.25570766046249671</c:v>
                </c:pt>
                <c:pt idx="1353">
                  <c:v>0.24537016810734097</c:v>
                </c:pt>
                <c:pt idx="1354">
                  <c:v>0.24425541212321505</c:v>
                </c:pt>
                <c:pt idx="1355">
                  <c:v>0.23585750256184781</c:v>
                </c:pt>
                <c:pt idx="1356">
                  <c:v>0.23317771571674753</c:v>
                </c:pt>
                <c:pt idx="1357">
                  <c:v>0.23510583095071627</c:v>
                </c:pt>
                <c:pt idx="1358">
                  <c:v>0.23691228553245133</c:v>
                </c:pt>
                <c:pt idx="1359">
                  <c:v>0.23737780860555374</c:v>
                </c:pt>
                <c:pt idx="1360">
                  <c:v>0.23847140063575178</c:v>
                </c:pt>
                <c:pt idx="1361">
                  <c:v>0.24744518644138469</c:v>
                </c:pt>
                <c:pt idx="1362">
                  <c:v>0.24949848342449119</c:v>
                </c:pt>
                <c:pt idx="1363">
                  <c:v>0.2541461017292348</c:v>
                </c:pt>
                <c:pt idx="1364">
                  <c:v>0.25106726392813183</c:v>
                </c:pt>
                <c:pt idx="1365">
                  <c:v>0.25413249885161787</c:v>
                </c:pt>
                <c:pt idx="1366">
                  <c:v>0.25692902577398791</c:v>
                </c:pt>
                <c:pt idx="1367">
                  <c:v>0.25258578188651615</c:v>
                </c:pt>
                <c:pt idx="1368">
                  <c:v>0.25298250391759952</c:v>
                </c:pt>
                <c:pt idx="1369">
                  <c:v>0.25247298278495711</c:v>
                </c:pt>
                <c:pt idx="1370">
                  <c:v>0.25078398396115065</c:v>
                </c:pt>
                <c:pt idx="1371">
                  <c:v>0.24295167240786544</c:v>
                </c:pt>
                <c:pt idx="1372">
                  <c:v>0.24177218312044219</c:v>
                </c:pt>
                <c:pt idx="1373">
                  <c:v>0.23916074282342054</c:v>
                </c:pt>
                <c:pt idx="1374">
                  <c:v>0.24481633065089223</c:v>
                </c:pt>
                <c:pt idx="1375">
                  <c:v>0.24949454025436762</c:v>
                </c:pt>
                <c:pt idx="1376">
                  <c:v>0.24551753046470931</c:v>
                </c:pt>
                <c:pt idx="1377">
                  <c:v>0.24541680402341379</c:v>
                </c:pt>
                <c:pt idx="1378">
                  <c:v>0.23927527051302136</c:v>
                </c:pt>
                <c:pt idx="1379">
                  <c:v>0.23903936964284522</c:v>
                </c:pt>
                <c:pt idx="1380">
                  <c:v>0.23587235982563332</c:v>
                </c:pt>
                <c:pt idx="1381">
                  <c:v>0.2341993438984476</c:v>
                </c:pt>
                <c:pt idx="1382">
                  <c:v>0.22799621357946104</c:v>
                </c:pt>
                <c:pt idx="1383">
                  <c:v>0.22260306803608626</c:v>
                </c:pt>
                <c:pt idx="1384">
                  <c:v>0.21594883609430443</c:v>
                </c:pt>
                <c:pt idx="1385">
                  <c:v>0.21997669466402242</c:v>
                </c:pt>
                <c:pt idx="1386">
                  <c:v>0.22242001990188393</c:v>
                </c:pt>
                <c:pt idx="1387">
                  <c:v>0.22778739754230032</c:v>
                </c:pt>
                <c:pt idx="1388">
                  <c:v>0.23130786653850671</c:v>
                </c:pt>
                <c:pt idx="1389">
                  <c:v>0.2348153502866018</c:v>
                </c:pt>
                <c:pt idx="1390">
                  <c:v>0.2421730930211059</c:v>
                </c:pt>
                <c:pt idx="1391">
                  <c:v>0.24550479295528033</c:v>
                </c:pt>
                <c:pt idx="1392">
                  <c:v>0.24779179107691571</c:v>
                </c:pt>
                <c:pt idx="1393">
                  <c:v>0.25115717592855513</c:v>
                </c:pt>
                <c:pt idx="1394">
                  <c:v>0.25839499092407636</c:v>
                </c:pt>
                <c:pt idx="1395">
                  <c:v>0.26475563892395459</c:v>
                </c:pt>
                <c:pt idx="1396">
                  <c:v>0.27123882815732714</c:v>
                </c:pt>
                <c:pt idx="1397">
                  <c:v>0.27412479837138559</c:v>
                </c:pt>
                <c:pt idx="1398">
                  <c:v>0.27360194526091475</c:v>
                </c:pt>
                <c:pt idx="1399">
                  <c:v>0.27284025147542917</c:v>
                </c:pt>
                <c:pt idx="1400">
                  <c:v>0.26685390876022813</c:v>
                </c:pt>
                <c:pt idx="1401">
                  <c:v>0.26031667724406038</c:v>
                </c:pt>
                <c:pt idx="1402">
                  <c:v>0.25539214058301357</c:v>
                </c:pt>
                <c:pt idx="1403">
                  <c:v>0.2503316989792343</c:v>
                </c:pt>
                <c:pt idx="1404">
                  <c:v>0.24600612743296607</c:v>
                </c:pt>
                <c:pt idx="1405">
                  <c:v>0.23278635440067535</c:v>
                </c:pt>
                <c:pt idx="1406">
                  <c:v>0.22437914466951434</c:v>
                </c:pt>
                <c:pt idx="1407">
                  <c:v>0.22052543016973147</c:v>
                </c:pt>
                <c:pt idx="1408">
                  <c:v>0.2221759335824493</c:v>
                </c:pt>
                <c:pt idx="1409">
                  <c:v>0.22017118228482052</c:v>
                </c:pt>
                <c:pt idx="1410">
                  <c:v>0.22067732529013401</c:v>
                </c:pt>
                <c:pt idx="1411">
                  <c:v>0.2243324148898167</c:v>
                </c:pt>
                <c:pt idx="1412">
                  <c:v>0.22861100753520125</c:v>
                </c:pt>
                <c:pt idx="1413">
                  <c:v>0.23579469634363787</c:v>
                </c:pt>
                <c:pt idx="1414">
                  <c:v>0.23730677231570024</c:v>
                </c:pt>
                <c:pt idx="1415">
                  <c:v>0.23540168491491015</c:v>
                </c:pt>
                <c:pt idx="1416">
                  <c:v>0.23627056523570095</c:v>
                </c:pt>
                <c:pt idx="1417">
                  <c:v>0.23590943360991329</c:v>
                </c:pt>
                <c:pt idx="1418">
                  <c:v>0.23127552994801173</c:v>
                </c:pt>
                <c:pt idx="1419">
                  <c:v>0.23553983012928378</c:v>
                </c:pt>
                <c:pt idx="1420">
                  <c:v>0.236688806935938</c:v>
                </c:pt>
                <c:pt idx="1421">
                  <c:v>0.23966300288955153</c:v>
                </c:pt>
                <c:pt idx="1422">
                  <c:v>0.23556858130478867</c:v>
                </c:pt>
                <c:pt idx="1423">
                  <c:v>0.23664601027866478</c:v>
                </c:pt>
                <c:pt idx="1424">
                  <c:v>0.23617036871362163</c:v>
                </c:pt>
                <c:pt idx="1425">
                  <c:v>0.2409632998406554</c:v>
                </c:pt>
                <c:pt idx="1426">
                  <c:v>0.24153964016271295</c:v>
                </c:pt>
                <c:pt idx="1427">
                  <c:v>0.2479028781077261</c:v>
                </c:pt>
                <c:pt idx="1428">
                  <c:v>0.25381001771563061</c:v>
                </c:pt>
                <c:pt idx="1429">
                  <c:v>0.25409141243559485</c:v>
                </c:pt>
                <c:pt idx="1430">
                  <c:v>0.25586824023855348</c:v>
                </c:pt>
                <c:pt idx="1431">
                  <c:v>0.24918619831863964</c:v>
                </c:pt>
                <c:pt idx="1432">
                  <c:v>0.2551622350575406</c:v>
                </c:pt>
                <c:pt idx="1433">
                  <c:v>0.25451746683679882</c:v>
                </c:pt>
                <c:pt idx="1434">
                  <c:v>0.25269004093021169</c:v>
                </c:pt>
                <c:pt idx="1435">
                  <c:v>0.25192360555378485</c:v>
                </c:pt>
                <c:pt idx="1436">
                  <c:v>0.25470996187940503</c:v>
                </c:pt>
                <c:pt idx="1437">
                  <c:v>0.25201052099326654</c:v>
                </c:pt>
                <c:pt idx="1438">
                  <c:v>0.25349781170062691</c:v>
                </c:pt>
                <c:pt idx="1439">
                  <c:v>0.24781120730757361</c:v>
                </c:pt>
                <c:pt idx="1440">
                  <c:v>0.24370742092012385</c:v>
                </c:pt>
                <c:pt idx="1441">
                  <c:v>0.24497617797035218</c:v>
                </c:pt>
                <c:pt idx="1442">
                  <c:v>0.24900058049251111</c:v>
                </c:pt>
                <c:pt idx="1443">
                  <c:v>0.24957076393360972</c:v>
                </c:pt>
                <c:pt idx="1444">
                  <c:v>0.25185448891482431</c:v>
                </c:pt>
                <c:pt idx="1445">
                  <c:v>0.2546199009037397</c:v>
                </c:pt>
                <c:pt idx="1446">
                  <c:v>0.2594724216633722</c:v>
                </c:pt>
                <c:pt idx="1447">
                  <c:v>0.27053050119852318</c:v>
                </c:pt>
                <c:pt idx="1448">
                  <c:v>0.27529976742667872</c:v>
                </c:pt>
                <c:pt idx="1449">
                  <c:v>0.28703898058055199</c:v>
                </c:pt>
                <c:pt idx="1450">
                  <c:v>0.29292845475545409</c:v>
                </c:pt>
                <c:pt idx="1451">
                  <c:v>0.2930509349690098</c:v>
                </c:pt>
                <c:pt idx="1452">
                  <c:v>0.28345643514231006</c:v>
                </c:pt>
                <c:pt idx="1453">
                  <c:v>0.28160562261372329</c:v>
                </c:pt>
                <c:pt idx="1454">
                  <c:v>0.28879703295386483</c:v>
                </c:pt>
                <c:pt idx="1455">
                  <c:v>0.2986118875067309</c:v>
                </c:pt>
                <c:pt idx="1456">
                  <c:v>0.29506235235610423</c:v>
                </c:pt>
                <c:pt idx="1457">
                  <c:v>0.29060019758520322</c:v>
                </c:pt>
                <c:pt idx="1458">
                  <c:v>0.28553721995575437</c:v>
                </c:pt>
                <c:pt idx="1459">
                  <c:v>0.27743342566435669</c:v>
                </c:pt>
                <c:pt idx="1460">
                  <c:v>0.27346009098313362</c:v>
                </c:pt>
                <c:pt idx="1461">
                  <c:v>0.27345563895016828</c:v>
                </c:pt>
                <c:pt idx="1462">
                  <c:v>0.28140948653602915</c:v>
                </c:pt>
                <c:pt idx="1463">
                  <c:v>0.28231318655612603</c:v>
                </c:pt>
                <c:pt idx="1464">
                  <c:v>0.27192313680096286</c:v>
                </c:pt>
                <c:pt idx="1465">
                  <c:v>0.26257770497460098</c:v>
                </c:pt>
                <c:pt idx="1466">
                  <c:v>0.25822097233378616</c:v>
                </c:pt>
                <c:pt idx="1467">
                  <c:v>0.25082147825001422</c:v>
                </c:pt>
                <c:pt idx="1468">
                  <c:v>0.24465462012488884</c:v>
                </c:pt>
                <c:pt idx="1469">
                  <c:v>0.24892914796525281</c:v>
                </c:pt>
                <c:pt idx="1470">
                  <c:v>0.24642596805303726</c:v>
                </c:pt>
                <c:pt idx="1471">
                  <c:v>0.24818993906262227</c:v>
                </c:pt>
                <c:pt idx="1472">
                  <c:v>0.26856543928704257</c:v>
                </c:pt>
                <c:pt idx="1473">
                  <c:v>0.28189789661707904</c:v>
                </c:pt>
                <c:pt idx="1474">
                  <c:v>0.29074007850787542</c:v>
                </c:pt>
                <c:pt idx="1475">
                  <c:v>0.29251153439436478</c:v>
                </c:pt>
                <c:pt idx="1476">
                  <c:v>0.29634435526774211</c:v>
                </c:pt>
                <c:pt idx="1477">
                  <c:v>0.29498055021538272</c:v>
                </c:pt>
                <c:pt idx="1478">
                  <c:v>0.29840359961128549</c:v>
                </c:pt>
                <c:pt idx="1479">
                  <c:v>0.29418010451137305</c:v>
                </c:pt>
                <c:pt idx="1480">
                  <c:v>0.29589946654437066</c:v>
                </c:pt>
                <c:pt idx="1481">
                  <c:v>0.29782566374486502</c:v>
                </c:pt>
                <c:pt idx="1482">
                  <c:v>0.27688768480090015</c:v>
                </c:pt>
                <c:pt idx="1483">
                  <c:v>0.26160968391924377</c:v>
                </c:pt>
                <c:pt idx="1484">
                  <c:v>0.25470503826559254</c:v>
                </c:pt>
                <c:pt idx="1485">
                  <c:v>0.25424785662569216</c:v>
                </c:pt>
                <c:pt idx="1486">
                  <c:v>0.2540792880123357</c:v>
                </c:pt>
                <c:pt idx="1487">
                  <c:v>0.2563054279309197</c:v>
                </c:pt>
                <c:pt idx="1488">
                  <c:v>0.25535610885263854</c:v>
                </c:pt>
                <c:pt idx="1489">
                  <c:v>0.2555515604514601</c:v>
                </c:pt>
                <c:pt idx="1490">
                  <c:v>0.25880896357273453</c:v>
                </c:pt>
                <c:pt idx="1491">
                  <c:v>0.26000370350198698</c:v>
                </c:pt>
                <c:pt idx="1492">
                  <c:v>0.26023357008366282</c:v>
                </c:pt>
                <c:pt idx="1493">
                  <c:v>0.2601653489219517</c:v>
                </c:pt>
                <c:pt idx="1494">
                  <c:v>0.25727125026296005</c:v>
                </c:pt>
                <c:pt idx="1495">
                  <c:v>0.25137520609150138</c:v>
                </c:pt>
                <c:pt idx="1496">
                  <c:v>0.2467171918119889</c:v>
                </c:pt>
                <c:pt idx="1497">
                  <c:v>0.24208582876190277</c:v>
                </c:pt>
                <c:pt idx="1498">
                  <c:v>0.23919355195059752</c:v>
                </c:pt>
                <c:pt idx="1499">
                  <c:v>0.23607519167565089</c:v>
                </c:pt>
                <c:pt idx="1500">
                  <c:v>0.23006792626957195</c:v>
                </c:pt>
                <c:pt idx="1501">
                  <c:v>0.23018390146332268</c:v>
                </c:pt>
                <c:pt idx="1502">
                  <c:v>0.23121653371147124</c:v>
                </c:pt>
                <c:pt idx="1503">
                  <c:v>0.23797974341276582</c:v>
                </c:pt>
                <c:pt idx="1504">
                  <c:v>0.24361240183196467</c:v>
                </c:pt>
                <c:pt idx="1505">
                  <c:v>0.24623543115690599</c:v>
                </c:pt>
                <c:pt idx="1506">
                  <c:v>0.24894501396257271</c:v>
                </c:pt>
                <c:pt idx="1507">
                  <c:v>0.25211951348475459</c:v>
                </c:pt>
                <c:pt idx="1508">
                  <c:v>0.25368440663437269</c:v>
                </c:pt>
                <c:pt idx="1509">
                  <c:v>0.25339052327389189</c:v>
                </c:pt>
                <c:pt idx="1510">
                  <c:v>0.2548487663998803</c:v>
                </c:pt>
                <c:pt idx="1511">
                  <c:v>0.24883165831346932</c:v>
                </c:pt>
                <c:pt idx="1512">
                  <c:v>0.24199821223448312</c:v>
                </c:pt>
                <c:pt idx="1513">
                  <c:v>0.23093788701638043</c:v>
                </c:pt>
                <c:pt idx="1514">
                  <c:v>0.23332663174422028</c:v>
                </c:pt>
                <c:pt idx="1515">
                  <c:v>0.23665654058060454</c:v>
                </c:pt>
                <c:pt idx="1516">
                  <c:v>0.23828771714674596</c:v>
                </c:pt>
                <c:pt idx="1517">
                  <c:v>0.24527589114703163</c:v>
                </c:pt>
                <c:pt idx="1518">
                  <c:v>0.25150383809707072</c:v>
                </c:pt>
                <c:pt idx="1519">
                  <c:v>0.25716356174912985</c:v>
                </c:pt>
                <c:pt idx="1520">
                  <c:v>0.26061101239459267</c:v>
                </c:pt>
                <c:pt idx="1521">
                  <c:v>0.26563725771396662</c:v>
                </c:pt>
                <c:pt idx="1522">
                  <c:v>0.26345773806388073</c:v>
                </c:pt>
                <c:pt idx="1523">
                  <c:v>0.26878240731740888</c:v>
                </c:pt>
                <c:pt idx="1524">
                  <c:v>0.26911617300390139</c:v>
                </c:pt>
                <c:pt idx="1525">
                  <c:v>0.26555066864286087</c:v>
                </c:pt>
                <c:pt idx="1526">
                  <c:v>0.2581332146840003</c:v>
                </c:pt>
                <c:pt idx="1527">
                  <c:v>0.25006069614141191</c:v>
                </c:pt>
                <c:pt idx="1528">
                  <c:v>0.24451445192524363</c:v>
                </c:pt>
                <c:pt idx="1529">
                  <c:v>0.23940067221363709</c:v>
                </c:pt>
                <c:pt idx="1530">
                  <c:v>0.23524740482360978</c:v>
                </c:pt>
                <c:pt idx="1531">
                  <c:v>0.23754519139750049</c:v>
                </c:pt>
                <c:pt idx="1532">
                  <c:v>0.2407485954005793</c:v>
                </c:pt>
                <c:pt idx="1533">
                  <c:v>0.24244782988975092</c:v>
                </c:pt>
                <c:pt idx="1534">
                  <c:v>0.24025045782930415</c:v>
                </c:pt>
                <c:pt idx="1535">
                  <c:v>0.24400918763689033</c:v>
                </c:pt>
                <c:pt idx="1536">
                  <c:v>0.25468008545378307</c:v>
                </c:pt>
                <c:pt idx="1537">
                  <c:v>0.25677051995759231</c:v>
                </c:pt>
                <c:pt idx="1538">
                  <c:v>0.2575894452032722</c:v>
                </c:pt>
                <c:pt idx="1539">
                  <c:v>0.25858349822392962</c:v>
                </c:pt>
                <c:pt idx="1540">
                  <c:v>0.25799171981150415</c:v>
                </c:pt>
                <c:pt idx="1541">
                  <c:v>0.25443245586384666</c:v>
                </c:pt>
                <c:pt idx="1542">
                  <c:v>0.25984949145156599</c:v>
                </c:pt>
                <c:pt idx="1543">
                  <c:v>0.2559035654982984</c:v>
                </c:pt>
                <c:pt idx="1544">
                  <c:v>0.25446305734326657</c:v>
                </c:pt>
                <c:pt idx="1545">
                  <c:v>0.2492665087915055</c:v>
                </c:pt>
                <c:pt idx="1546">
                  <c:v>0.24140789295792348</c:v>
                </c:pt>
                <c:pt idx="1547">
                  <c:v>0.23301270902904628</c:v>
                </c:pt>
                <c:pt idx="1548">
                  <c:v>0.23011405991083653</c:v>
                </c:pt>
                <c:pt idx="1549">
                  <c:v>0.23119832868799786</c:v>
                </c:pt>
                <c:pt idx="1550">
                  <c:v>0.23849933920146288</c:v>
                </c:pt>
                <c:pt idx="1551">
                  <c:v>0.24673057648646074</c:v>
                </c:pt>
                <c:pt idx="1552">
                  <c:v>0.25269997807829719</c:v>
                </c:pt>
                <c:pt idx="1553">
                  <c:v>0.25644417073407311</c:v>
                </c:pt>
                <c:pt idx="1554">
                  <c:v>0.26079922119806426</c:v>
                </c:pt>
                <c:pt idx="1555">
                  <c:v>0.26460858010068955</c:v>
                </c:pt>
                <c:pt idx="1556">
                  <c:v>0.26344646203291849</c:v>
                </c:pt>
                <c:pt idx="1557">
                  <c:v>0.27464852837956133</c:v>
                </c:pt>
                <c:pt idx="1558">
                  <c:v>0.28465206574309609</c:v>
                </c:pt>
                <c:pt idx="1559">
                  <c:v>0.28757090205700464</c:v>
                </c:pt>
                <c:pt idx="1560">
                  <c:v>0.28631774140087696</c:v>
                </c:pt>
                <c:pt idx="1561">
                  <c:v>0.28336690950876658</c:v>
                </c:pt>
                <c:pt idx="1562">
                  <c:v>0.27387827348583099</c:v>
                </c:pt>
                <c:pt idx="1563">
                  <c:v>0.26558934191134742</c:v>
                </c:pt>
                <c:pt idx="1564">
                  <c:v>0.25932108331101567</c:v>
                </c:pt>
                <c:pt idx="1565">
                  <c:v>0.26093795541070303</c:v>
                </c:pt>
                <c:pt idx="1566">
                  <c:v>0.26783183350629119</c:v>
                </c:pt>
                <c:pt idx="1567">
                  <c:v>0.26288837812783206</c:v>
                </c:pt>
                <c:pt idx="1568">
                  <c:v>0.2552764269058535</c:v>
                </c:pt>
                <c:pt idx="1569">
                  <c:v>0.25462307461234868</c:v>
                </c:pt>
                <c:pt idx="1570">
                  <c:v>0.25354955470662593</c:v>
                </c:pt>
                <c:pt idx="1571">
                  <c:v>0.25417295750273083</c:v>
                </c:pt>
                <c:pt idx="1572">
                  <c:v>0.25510679144235399</c:v>
                </c:pt>
                <c:pt idx="1573">
                  <c:v>0.26505463117756639</c:v>
                </c:pt>
                <c:pt idx="1574">
                  <c:v>0.26615033722335368</c:v>
                </c:pt>
                <c:pt idx="1575">
                  <c:v>0.26768155405615823</c:v>
                </c:pt>
                <c:pt idx="1576">
                  <c:v>0.26482308435616064</c:v>
                </c:pt>
                <c:pt idx="1577">
                  <c:v>0.26914965709873678</c:v>
                </c:pt>
                <c:pt idx="1578">
                  <c:v>0.27063354904225234</c:v>
                </c:pt>
                <c:pt idx="1579">
                  <c:v>0.26429493051260888</c:v>
                </c:pt>
                <c:pt idx="1580">
                  <c:v>0.26241960142378545</c:v>
                </c:pt>
                <c:pt idx="1581">
                  <c:v>0.2605587498873545</c:v>
                </c:pt>
                <c:pt idx="1582">
                  <c:v>0.26858310767083088</c:v>
                </c:pt>
                <c:pt idx="1583">
                  <c:v>0.26843575873001646</c:v>
                </c:pt>
                <c:pt idx="1584">
                  <c:v>0.26658305890438921</c:v>
                </c:pt>
                <c:pt idx="1585">
                  <c:v>0.26245104216995302</c:v>
                </c:pt>
                <c:pt idx="1586">
                  <c:v>0.26471617681998705</c:v>
                </c:pt>
                <c:pt idx="1587">
                  <c:v>0.25976526290552204</c:v>
                </c:pt>
                <c:pt idx="1588">
                  <c:v>0.25846175553886214</c:v>
                </c:pt>
                <c:pt idx="1589">
                  <c:v>0.26669168746582811</c:v>
                </c:pt>
                <c:pt idx="1590">
                  <c:v>0.26502306084142696</c:v>
                </c:pt>
                <c:pt idx="1591">
                  <c:v>0.26323403023052733</c:v>
                </c:pt>
                <c:pt idx="1592">
                  <c:v>0.2520741082045968</c:v>
                </c:pt>
                <c:pt idx="1593">
                  <c:v>0.24721357988615225</c:v>
                </c:pt>
                <c:pt idx="1594">
                  <c:v>0.24594877993895917</c:v>
                </c:pt>
                <c:pt idx="1595">
                  <c:v>0.24663280803766705</c:v>
                </c:pt>
                <c:pt idx="1596">
                  <c:v>0.24214496368255412</c:v>
                </c:pt>
                <c:pt idx="1597">
                  <c:v>0.2412050974928456</c:v>
                </c:pt>
                <c:pt idx="1598">
                  <c:v>0.24157704808529065</c:v>
                </c:pt>
                <c:pt idx="1599">
                  <c:v>0.23881471961825307</c:v>
                </c:pt>
                <c:pt idx="1600">
                  <c:v>0.23811934649667638</c:v>
                </c:pt>
                <c:pt idx="1601">
                  <c:v>0.23236980059326875</c:v>
                </c:pt>
                <c:pt idx="1602">
                  <c:v>0.23413309600272583</c:v>
                </c:pt>
                <c:pt idx="1603">
                  <c:v>0.2356290052353005</c:v>
                </c:pt>
                <c:pt idx="1604">
                  <c:v>0.23943209881975264</c:v>
                </c:pt>
                <c:pt idx="1605">
                  <c:v>0.24277989449994514</c:v>
                </c:pt>
                <c:pt idx="1606">
                  <c:v>0.24454487532054942</c:v>
                </c:pt>
                <c:pt idx="1607">
                  <c:v>0.24599140273568826</c:v>
                </c:pt>
                <c:pt idx="1608">
                  <c:v>0.2462057715425135</c:v>
                </c:pt>
                <c:pt idx="1609">
                  <c:v>0.24485074194223305</c:v>
                </c:pt>
                <c:pt idx="1610">
                  <c:v>0.24820784441846566</c:v>
                </c:pt>
                <c:pt idx="1611">
                  <c:v>0.25275834760503757</c:v>
                </c:pt>
                <c:pt idx="1612">
                  <c:v>0.25067917873648604</c:v>
                </c:pt>
                <c:pt idx="1613">
                  <c:v>0.25009868945798058</c:v>
                </c:pt>
                <c:pt idx="1614">
                  <c:v>0.25093715350764345</c:v>
                </c:pt>
                <c:pt idx="1615">
                  <c:v>0.24036072881504808</c:v>
                </c:pt>
                <c:pt idx="1616">
                  <c:v>0.24091705039176695</c:v>
                </c:pt>
                <c:pt idx="1617">
                  <c:v>0.23514166609057452</c:v>
                </c:pt>
                <c:pt idx="1618">
                  <c:v>0.23130132388106522</c:v>
                </c:pt>
                <c:pt idx="1619">
                  <c:v>0.22524767993351452</c:v>
                </c:pt>
                <c:pt idx="1620">
                  <c:v>0.22281219958902843</c:v>
                </c:pt>
                <c:pt idx="1621">
                  <c:v>0.21874101350839964</c:v>
                </c:pt>
                <c:pt idx="1622">
                  <c:v>0.2187752415319956</c:v>
                </c:pt>
                <c:pt idx="1623">
                  <c:v>0.21535528279999508</c:v>
                </c:pt>
                <c:pt idx="1624">
                  <c:v>0.21120182207334146</c:v>
                </c:pt>
                <c:pt idx="1625">
                  <c:v>0.21827791221924925</c:v>
                </c:pt>
                <c:pt idx="1626">
                  <c:v>0.21551048640249171</c:v>
                </c:pt>
                <c:pt idx="1627">
                  <c:v>0.22057445600104889</c:v>
                </c:pt>
                <c:pt idx="1628">
                  <c:v>0.22629573576874815</c:v>
                </c:pt>
                <c:pt idx="1629">
                  <c:v>0.23594223595052491</c:v>
                </c:pt>
                <c:pt idx="1630">
                  <c:v>0.23992304432307407</c:v>
                </c:pt>
                <c:pt idx="1631">
                  <c:v>0.24442853904960149</c:v>
                </c:pt>
                <c:pt idx="1632">
                  <c:v>0.2475807812256256</c:v>
                </c:pt>
                <c:pt idx="1633">
                  <c:v>0.25871030121059968</c:v>
                </c:pt>
                <c:pt idx="1634">
                  <c:v>0.26835049976992453</c:v>
                </c:pt>
                <c:pt idx="1635">
                  <c:v>0.272314738287946</c:v>
                </c:pt>
                <c:pt idx="1636">
                  <c:v>0.27889392126674628</c:v>
                </c:pt>
                <c:pt idx="1637">
                  <c:v>0.28486168537334566</c:v>
                </c:pt>
                <c:pt idx="1638">
                  <c:v>0.28377620356117195</c:v>
                </c:pt>
                <c:pt idx="1639">
                  <c:v>0.28356478370704952</c:v>
                </c:pt>
                <c:pt idx="1640">
                  <c:v>0.2853601270960715</c:v>
                </c:pt>
                <c:pt idx="1641">
                  <c:v>0.27841597734540585</c:v>
                </c:pt>
                <c:pt idx="1642">
                  <c:v>0.27281705280681301</c:v>
                </c:pt>
                <c:pt idx="1643">
                  <c:v>0.26267932369950081</c:v>
                </c:pt>
                <c:pt idx="1644">
                  <c:v>0.25276523237121884</c:v>
                </c:pt>
                <c:pt idx="1645">
                  <c:v>0.24825890115981397</c:v>
                </c:pt>
                <c:pt idx="1646">
                  <c:v>0.25260818841196653</c:v>
                </c:pt>
                <c:pt idx="1647">
                  <c:v>0.24284170282312284</c:v>
                </c:pt>
                <c:pt idx="1648">
                  <c:v>0.24409451959946632</c:v>
                </c:pt>
                <c:pt idx="1649">
                  <c:v>0.23803085342504565</c:v>
                </c:pt>
                <c:pt idx="1650">
                  <c:v>0.23583848537676427</c:v>
                </c:pt>
                <c:pt idx="1651">
                  <c:v>0.24001036521273211</c:v>
                </c:pt>
                <c:pt idx="1652">
                  <c:v>0.24827523573971005</c:v>
                </c:pt>
                <c:pt idx="1653">
                  <c:v>0.25710515830821279</c:v>
                </c:pt>
                <c:pt idx="1654">
                  <c:v>0.26117734695659439</c:v>
                </c:pt>
                <c:pt idx="1655">
                  <c:v>0.26223057817083684</c:v>
                </c:pt>
                <c:pt idx="1656">
                  <c:v>0.2577950845074618</c:v>
                </c:pt>
                <c:pt idx="1657">
                  <c:v>0.26680300256746292</c:v>
                </c:pt>
                <c:pt idx="1658">
                  <c:v>0.26620743591658191</c:v>
                </c:pt>
                <c:pt idx="1659">
                  <c:v>0.27232836024482604</c:v>
                </c:pt>
                <c:pt idx="1660">
                  <c:v>0.27259022258197974</c:v>
                </c:pt>
                <c:pt idx="1661">
                  <c:v>0.27683981998776436</c:v>
                </c:pt>
                <c:pt idx="1662">
                  <c:v>0.27752968734729594</c:v>
                </c:pt>
                <c:pt idx="1663">
                  <c:v>0.27560779006052338</c:v>
                </c:pt>
                <c:pt idx="1664">
                  <c:v>0.27856662282791933</c:v>
                </c:pt>
                <c:pt idx="1665">
                  <c:v>0.28248197122658475</c:v>
                </c:pt>
                <c:pt idx="1666">
                  <c:v>0.27802643248840475</c:v>
                </c:pt>
                <c:pt idx="1667">
                  <c:v>0.27410397397919251</c:v>
                </c:pt>
                <c:pt idx="1668">
                  <c:v>0.27512643232100703</c:v>
                </c:pt>
                <c:pt idx="1669">
                  <c:v>0.27023933782806786</c:v>
                </c:pt>
                <c:pt idx="1670">
                  <c:v>0.26527138565951119</c:v>
                </c:pt>
                <c:pt idx="1671">
                  <c:v>0.2688438750943854</c:v>
                </c:pt>
                <c:pt idx="1672">
                  <c:v>0.27173599585135066</c:v>
                </c:pt>
                <c:pt idx="1673">
                  <c:v>0.26893019010559677</c:v>
                </c:pt>
                <c:pt idx="1674">
                  <c:v>0.26549490481111176</c:v>
                </c:pt>
                <c:pt idx="1675">
                  <c:v>0.25926725657787247</c:v>
                </c:pt>
                <c:pt idx="1676">
                  <c:v>0.25726968447493298</c:v>
                </c:pt>
                <c:pt idx="1677">
                  <c:v>0.25721989072303086</c:v>
                </c:pt>
                <c:pt idx="1678">
                  <c:v>0.25516113722455874</c:v>
                </c:pt>
                <c:pt idx="1679">
                  <c:v>0.256069701835755</c:v>
                </c:pt>
                <c:pt idx="1680">
                  <c:v>0.25755996426329175</c:v>
                </c:pt>
                <c:pt idx="1681">
                  <c:v>0.25327613941825644</c:v>
                </c:pt>
                <c:pt idx="1682">
                  <c:v>0.24432612013107988</c:v>
                </c:pt>
                <c:pt idx="1683">
                  <c:v>0.24491307980485297</c:v>
                </c:pt>
                <c:pt idx="1684">
                  <c:v>0.24412061585672706</c:v>
                </c:pt>
                <c:pt idx="1685">
                  <c:v>0.24265112192580171</c:v>
                </c:pt>
                <c:pt idx="1686">
                  <c:v>0.24602276034307596</c:v>
                </c:pt>
                <c:pt idx="1687">
                  <c:v>0.24994611153702467</c:v>
                </c:pt>
                <c:pt idx="1688">
                  <c:v>0.25036884566095391</c:v>
                </c:pt>
                <c:pt idx="1689">
                  <c:v>0.2508339044274116</c:v>
                </c:pt>
                <c:pt idx="1690">
                  <c:v>0.25687341176745504</c:v>
                </c:pt>
                <c:pt idx="1691">
                  <c:v>0.25881528831453565</c:v>
                </c:pt>
                <c:pt idx="1692">
                  <c:v>0.26359928078484773</c:v>
                </c:pt>
                <c:pt idx="1693">
                  <c:v>0.26662458636134051</c:v>
                </c:pt>
                <c:pt idx="1694">
                  <c:v>0.27141546661749133</c:v>
                </c:pt>
                <c:pt idx="1695">
                  <c:v>0.2759199859501037</c:v>
                </c:pt>
                <c:pt idx="1696">
                  <c:v>0.2824503571034796</c:v>
                </c:pt>
                <c:pt idx="1697">
                  <c:v>0.28718958760473901</c:v>
                </c:pt>
                <c:pt idx="1698">
                  <c:v>0.29007862322948963</c:v>
                </c:pt>
                <c:pt idx="1699">
                  <c:v>0.29214319954582652</c:v>
                </c:pt>
                <c:pt idx="1700">
                  <c:v>0.28789712117009947</c:v>
                </c:pt>
                <c:pt idx="1701">
                  <c:v>0.28345607432821956</c:v>
                </c:pt>
                <c:pt idx="1702">
                  <c:v>0.28229173864827917</c:v>
                </c:pt>
                <c:pt idx="1703">
                  <c:v>0.28239975146919399</c:v>
                </c:pt>
                <c:pt idx="1704">
                  <c:v>0.27928004623520153</c:v>
                </c:pt>
                <c:pt idx="1705">
                  <c:v>0.28332226021110979</c:v>
                </c:pt>
                <c:pt idx="1706">
                  <c:v>0.28521634800463846</c:v>
                </c:pt>
                <c:pt idx="1707">
                  <c:v>0.28071775359362916</c:v>
                </c:pt>
                <c:pt idx="1708">
                  <c:v>0.28101529799340641</c:v>
                </c:pt>
                <c:pt idx="1709">
                  <c:v>0.27880458065149594</c:v>
                </c:pt>
                <c:pt idx="1710">
                  <c:v>0.28132381990741939</c:v>
                </c:pt>
                <c:pt idx="1711">
                  <c:v>0.28328979848760905</c:v>
                </c:pt>
                <c:pt idx="1712">
                  <c:v>0.27976214631498997</c:v>
                </c:pt>
                <c:pt idx="1713">
                  <c:v>0.27510620440714495</c:v>
                </c:pt>
                <c:pt idx="1714">
                  <c:v>0.272760863961866</c:v>
                </c:pt>
                <c:pt idx="1715">
                  <c:v>0.26935102352393497</c:v>
                </c:pt>
                <c:pt idx="1716">
                  <c:v>0.27564367516665905</c:v>
                </c:pt>
                <c:pt idx="1717">
                  <c:v>0.27621416588188741</c:v>
                </c:pt>
                <c:pt idx="1718">
                  <c:v>0.2730124830624282</c:v>
                </c:pt>
                <c:pt idx="1719">
                  <c:v>0.28166963026572289</c:v>
                </c:pt>
                <c:pt idx="1720">
                  <c:v>0.28326485146975916</c:v>
                </c:pt>
                <c:pt idx="1721">
                  <c:v>0.2845191026985544</c:v>
                </c:pt>
                <c:pt idx="1722">
                  <c:v>0.28670736857413537</c:v>
                </c:pt>
                <c:pt idx="1723">
                  <c:v>0.29005512666443856</c:v>
                </c:pt>
                <c:pt idx="1724">
                  <c:v>0.29313219158469273</c:v>
                </c:pt>
                <c:pt idx="1725">
                  <c:v>0.31209178208995614</c:v>
                </c:pt>
                <c:pt idx="1726">
                  <c:v>0.31248210023699119</c:v>
                </c:pt>
                <c:pt idx="1727">
                  <c:v>0.32033257799546988</c:v>
                </c:pt>
                <c:pt idx="1728">
                  <c:v>0.32387182203580889</c:v>
                </c:pt>
                <c:pt idx="1729">
                  <c:v>0.32205167952652725</c:v>
                </c:pt>
                <c:pt idx="1730">
                  <c:v>0.32686856392780206</c:v>
                </c:pt>
                <c:pt idx="1731">
                  <c:v>0.33015219742765439</c:v>
                </c:pt>
                <c:pt idx="1732">
                  <c:v>0.33860701024129647</c:v>
                </c:pt>
                <c:pt idx="1733">
                  <c:v>0.34129099370877025</c:v>
                </c:pt>
                <c:pt idx="1734">
                  <c:v>0.3497398661174046</c:v>
                </c:pt>
                <c:pt idx="1735">
                  <c:v>0.3351370873741697</c:v>
                </c:pt>
                <c:pt idx="1736">
                  <c:v>0.32629401970953931</c:v>
                </c:pt>
                <c:pt idx="1737">
                  <c:v>0.31606444037830628</c:v>
                </c:pt>
                <c:pt idx="1738">
                  <c:v>0.31785617224811685</c:v>
                </c:pt>
                <c:pt idx="1739">
                  <c:v>0.32286561959103233</c:v>
                </c:pt>
                <c:pt idx="1740">
                  <c:v>0.33102351110592132</c:v>
                </c:pt>
                <c:pt idx="1741">
                  <c:v>0.34355279832092128</c:v>
                </c:pt>
                <c:pt idx="1742">
                  <c:v>0.34787451969457239</c:v>
                </c:pt>
                <c:pt idx="1743">
                  <c:v>0.35421298582264815</c:v>
                </c:pt>
                <c:pt idx="1744">
                  <c:v>0.35295497654879482</c:v>
                </c:pt>
                <c:pt idx="1745">
                  <c:v>0.35677950815699522</c:v>
                </c:pt>
                <c:pt idx="1746">
                  <c:v>0.35905482025992708</c:v>
                </c:pt>
                <c:pt idx="1747">
                  <c:v>0.36751968784144717</c:v>
                </c:pt>
                <c:pt idx="1748">
                  <c:v>0.37327262844261738</c:v>
                </c:pt>
                <c:pt idx="1749">
                  <c:v>0.37919366933059617</c:v>
                </c:pt>
                <c:pt idx="1750">
                  <c:v>0.37941862742266547</c:v>
                </c:pt>
                <c:pt idx="1751">
                  <c:v>0.38352429881895711</c:v>
                </c:pt>
                <c:pt idx="1752">
                  <c:v>0.38502747325377606</c:v>
                </c:pt>
                <c:pt idx="1753">
                  <c:v>0.3860873522725991</c:v>
                </c:pt>
                <c:pt idx="1754">
                  <c:v>0.38977135312279321</c:v>
                </c:pt>
                <c:pt idx="1755">
                  <c:v>0.39798097313743436</c:v>
                </c:pt>
                <c:pt idx="1756">
                  <c:v>0.40129164498235187</c:v>
                </c:pt>
                <c:pt idx="1757">
                  <c:v>0.40665943825521156</c:v>
                </c:pt>
                <c:pt idx="1758">
                  <c:v>0.40766312931986182</c:v>
                </c:pt>
                <c:pt idx="1759">
                  <c:v>0.40391407640719762</c:v>
                </c:pt>
                <c:pt idx="1760">
                  <c:v>0.39894626314801074</c:v>
                </c:pt>
                <c:pt idx="1761">
                  <c:v>0.38758734777517878</c:v>
                </c:pt>
                <c:pt idx="1762">
                  <c:v>0.38025585961478109</c:v>
                </c:pt>
                <c:pt idx="1763">
                  <c:v>0.37840520296854857</c:v>
                </c:pt>
                <c:pt idx="1764">
                  <c:v>0.38371163610795483</c:v>
                </c:pt>
                <c:pt idx="1765">
                  <c:v>0.37997563092081454</c:v>
                </c:pt>
                <c:pt idx="1766">
                  <c:v>0.37787548791323333</c:v>
                </c:pt>
                <c:pt idx="1767">
                  <c:v>0.36799819764913905</c:v>
                </c:pt>
                <c:pt idx="1768">
                  <c:v>0.36238632512024277</c:v>
                </c:pt>
                <c:pt idx="1769">
                  <c:v>0.35641051875569446</c:v>
                </c:pt>
                <c:pt idx="1770">
                  <c:v>0.34824365006096036</c:v>
                </c:pt>
                <c:pt idx="1771">
                  <c:v>0.34085475865999754</c:v>
                </c:pt>
                <c:pt idx="1772">
                  <c:v>0.34405586354858042</c:v>
                </c:pt>
                <c:pt idx="1773">
                  <c:v>0.34074617732756651</c:v>
                </c:pt>
                <c:pt idx="1774">
                  <c:v>0.33086986020574394</c:v>
                </c:pt>
                <c:pt idx="1775">
                  <c:v>0.3220822441459647</c:v>
                </c:pt>
                <c:pt idx="1776">
                  <c:v>0.31800180265702582</c:v>
                </c:pt>
                <c:pt idx="1777">
                  <c:v>0.33301106690888826</c:v>
                </c:pt>
                <c:pt idx="1778">
                  <c:v>0.32703349940682569</c:v>
                </c:pt>
                <c:pt idx="1779">
                  <c:v>0.32378539350366919</c:v>
                </c:pt>
                <c:pt idx="1780">
                  <c:v>0.323751018410883</c:v>
                </c:pt>
                <c:pt idx="1781">
                  <c:v>0.32392772306171991</c:v>
                </c:pt>
                <c:pt idx="1782">
                  <c:v>0.31901514641127393</c:v>
                </c:pt>
                <c:pt idx="1783">
                  <c:v>0.31781284949283328</c:v>
                </c:pt>
                <c:pt idx="1784">
                  <c:v>0.31606387391413843</c:v>
                </c:pt>
                <c:pt idx="1785">
                  <c:v>0.3200847406978698</c:v>
                </c:pt>
                <c:pt idx="1786">
                  <c:v>0.32275094981871305</c:v>
                </c:pt>
                <c:pt idx="1787">
                  <c:v>0.31035245876974288</c:v>
                </c:pt>
                <c:pt idx="1788">
                  <c:v>0.31643714588686689</c:v>
                </c:pt>
                <c:pt idx="1789">
                  <c:v>0.32477966452184015</c:v>
                </c:pt>
                <c:pt idx="1790">
                  <c:v>0.32991615304373012</c:v>
                </c:pt>
                <c:pt idx="1791">
                  <c:v>0.3304445576851156</c:v>
                </c:pt>
                <c:pt idx="1792">
                  <c:v>0.33386646139254494</c:v>
                </c:pt>
                <c:pt idx="1793">
                  <c:v>0.33308032284975375</c:v>
                </c:pt>
                <c:pt idx="1794">
                  <c:v>0.33219683896352825</c:v>
                </c:pt>
                <c:pt idx="1795">
                  <c:v>0.327814362973055</c:v>
                </c:pt>
                <c:pt idx="1796">
                  <c:v>0.32645227436507385</c:v>
                </c:pt>
                <c:pt idx="1797">
                  <c:v>0.32251253588867795</c:v>
                </c:pt>
                <c:pt idx="1798">
                  <c:v>0.31422583296717421</c:v>
                </c:pt>
                <c:pt idx="1799">
                  <c:v>0.30265764423705183</c:v>
                </c:pt>
                <c:pt idx="1800">
                  <c:v>0.29406865032396418</c:v>
                </c:pt>
                <c:pt idx="1801">
                  <c:v>0.29579459453326984</c:v>
                </c:pt>
                <c:pt idx="1802">
                  <c:v>0.29117341337837543</c:v>
                </c:pt>
                <c:pt idx="1803">
                  <c:v>0.28938524986220482</c:v>
                </c:pt>
                <c:pt idx="1804">
                  <c:v>0.28715440826484945</c:v>
                </c:pt>
                <c:pt idx="1805">
                  <c:v>0.28513146363269615</c:v>
                </c:pt>
                <c:pt idx="1806">
                  <c:v>0.28497337214767449</c:v>
                </c:pt>
                <c:pt idx="1807">
                  <c:v>0.28540256365569538</c:v>
                </c:pt>
                <c:pt idx="1808">
                  <c:v>0.28892533945382881</c:v>
                </c:pt>
                <c:pt idx="1809">
                  <c:v>0.293219384389444</c:v>
                </c:pt>
                <c:pt idx="1810">
                  <c:v>0.30066377579901671</c:v>
                </c:pt>
                <c:pt idx="1811">
                  <c:v>0.30521316403162879</c:v>
                </c:pt>
                <c:pt idx="1812">
                  <c:v>0.30123714018751963</c:v>
                </c:pt>
                <c:pt idx="1813">
                  <c:v>0.29517526284144696</c:v>
                </c:pt>
                <c:pt idx="1814">
                  <c:v>0.29529661486773401</c:v>
                </c:pt>
                <c:pt idx="1815">
                  <c:v>0.29033332304668219</c:v>
                </c:pt>
                <c:pt idx="1816">
                  <c:v>0.28442859115968061</c:v>
                </c:pt>
                <c:pt idx="1817">
                  <c:v>0.279011691789539</c:v>
                </c:pt>
                <c:pt idx="1818">
                  <c:v>0.28171801014471026</c:v>
                </c:pt>
                <c:pt idx="1819">
                  <c:v>0.28315085387788724</c:v>
                </c:pt>
                <c:pt idx="1820">
                  <c:v>0.2829010039589534</c:v>
                </c:pt>
                <c:pt idx="1821">
                  <c:v>0.27308814812660165</c:v>
                </c:pt>
                <c:pt idx="1822">
                  <c:v>0.27036207038120885</c:v>
                </c:pt>
                <c:pt idx="1823">
                  <c:v>0.27394746024021421</c:v>
                </c:pt>
                <c:pt idx="1824">
                  <c:v>0.27281976211983572</c:v>
                </c:pt>
                <c:pt idx="1825">
                  <c:v>0.28032127911403232</c:v>
                </c:pt>
                <c:pt idx="1826">
                  <c:v>0.28616864086801141</c:v>
                </c:pt>
                <c:pt idx="1827">
                  <c:v>0.2840547455001613</c:v>
                </c:pt>
                <c:pt idx="1828">
                  <c:v>0.27849377700509004</c:v>
                </c:pt>
                <c:pt idx="1829">
                  <c:v>0.27382773888568512</c:v>
                </c:pt>
                <c:pt idx="1830">
                  <c:v>0.26762235106876525</c:v>
                </c:pt>
                <c:pt idx="1831">
                  <c:v>0.26645842090034394</c:v>
                </c:pt>
                <c:pt idx="1832">
                  <c:v>0.26334340576800563</c:v>
                </c:pt>
                <c:pt idx="1833">
                  <c:v>0.26034262797637064</c:v>
                </c:pt>
                <c:pt idx="1834">
                  <c:v>0.25773285494975606</c:v>
                </c:pt>
                <c:pt idx="1835">
                  <c:v>0.25350313556220128</c:v>
                </c:pt>
                <c:pt idx="1836">
                  <c:v>0.24826358250238229</c:v>
                </c:pt>
                <c:pt idx="1837">
                  <c:v>0.25141016421654727</c:v>
                </c:pt>
                <c:pt idx="1838">
                  <c:v>0.24941684090784272</c:v>
                </c:pt>
                <c:pt idx="1839">
                  <c:v>0.24403808109708386</c:v>
                </c:pt>
                <c:pt idx="1840">
                  <c:v>0.2470777953876421</c:v>
                </c:pt>
                <c:pt idx="1841">
                  <c:v>0.25232591015318007</c:v>
                </c:pt>
                <c:pt idx="1842">
                  <c:v>0.2574873872728401</c:v>
                </c:pt>
                <c:pt idx="1843">
                  <c:v>0.26476972722368231</c:v>
                </c:pt>
                <c:pt idx="1844">
                  <c:v>0.26493354772373312</c:v>
                </c:pt>
                <c:pt idx="1845">
                  <c:v>0.26343027430342308</c:v>
                </c:pt>
                <c:pt idx="1846">
                  <c:v>0.26042352003962932</c:v>
                </c:pt>
                <c:pt idx="1847">
                  <c:v>0.2564859459086678</c:v>
                </c:pt>
                <c:pt idx="1848">
                  <c:v>0.2543358286668993</c:v>
                </c:pt>
                <c:pt idx="1849">
                  <c:v>0.25270127205248211</c:v>
                </c:pt>
                <c:pt idx="1850">
                  <c:v>0.24259508176572084</c:v>
                </c:pt>
                <c:pt idx="1851">
                  <c:v>0.2422765571866298</c:v>
                </c:pt>
                <c:pt idx="1852">
                  <c:v>0.24599341267691038</c:v>
                </c:pt>
                <c:pt idx="1853">
                  <c:v>0.23912053896745453</c:v>
                </c:pt>
                <c:pt idx="1854">
                  <c:v>0.23722897941978224</c:v>
                </c:pt>
                <c:pt idx="1855">
                  <c:v>0.23457118989864703</c:v>
                </c:pt>
                <c:pt idx="1856">
                  <c:v>0.23123905327271679</c:v>
                </c:pt>
                <c:pt idx="1857">
                  <c:v>0.23606824314143277</c:v>
                </c:pt>
                <c:pt idx="1858">
                  <c:v>0.24132367065804794</c:v>
                </c:pt>
                <c:pt idx="1859">
                  <c:v>0.2450324094314266</c:v>
                </c:pt>
                <c:pt idx="1860">
                  <c:v>0.24636519786468541</c:v>
                </c:pt>
                <c:pt idx="1861">
                  <c:v>0.24003441896541275</c:v>
                </c:pt>
                <c:pt idx="1862">
                  <c:v>0.23690300362375974</c:v>
                </c:pt>
                <c:pt idx="1863">
                  <c:v>0.23958543960663209</c:v>
                </c:pt>
                <c:pt idx="1864">
                  <c:v>0.24179899936742869</c:v>
                </c:pt>
                <c:pt idx="1865">
                  <c:v>0.24097307271461982</c:v>
                </c:pt>
                <c:pt idx="1866">
                  <c:v>0.24623184972659135</c:v>
                </c:pt>
                <c:pt idx="1867">
                  <c:v>0.24725118602381882</c:v>
                </c:pt>
                <c:pt idx="1868">
                  <c:v>0.248582757742285</c:v>
                </c:pt>
                <c:pt idx="1869">
                  <c:v>0.2513597679497715</c:v>
                </c:pt>
                <c:pt idx="1870">
                  <c:v>0.25623244949924667</c:v>
                </c:pt>
                <c:pt idx="1871">
                  <c:v>0.26123440499662565</c:v>
                </c:pt>
                <c:pt idx="1872">
                  <c:v>0.26847691199194362</c:v>
                </c:pt>
                <c:pt idx="1873">
                  <c:v>0.27221352405857024</c:v>
                </c:pt>
                <c:pt idx="1874">
                  <c:v>0.27259369113855864</c:v>
                </c:pt>
                <c:pt idx="1875">
                  <c:v>0.27328062072016668</c:v>
                </c:pt>
                <c:pt idx="1876">
                  <c:v>0.26729056979611349</c:v>
                </c:pt>
                <c:pt idx="1877">
                  <c:v>0.26068864818301213</c:v>
                </c:pt>
                <c:pt idx="1878">
                  <c:v>0.25818665270633406</c:v>
                </c:pt>
                <c:pt idx="1879">
                  <c:v>0.2647418981106644</c:v>
                </c:pt>
                <c:pt idx="1880">
                  <c:v>0.26967885736655628</c:v>
                </c:pt>
                <c:pt idx="1881">
                  <c:v>0.26578672336140563</c:v>
                </c:pt>
                <c:pt idx="1882">
                  <c:v>0.25998123289679326</c:v>
                </c:pt>
                <c:pt idx="1883">
                  <c:v>0.26488364158878624</c:v>
                </c:pt>
                <c:pt idx="1884">
                  <c:v>0.26890857446442806</c:v>
                </c:pt>
                <c:pt idx="1885">
                  <c:v>0.28477052090440225</c:v>
                </c:pt>
                <c:pt idx="1886">
                  <c:v>0.29590932022201366</c:v>
                </c:pt>
                <c:pt idx="1887">
                  <c:v>0.30073988025911125</c:v>
                </c:pt>
                <c:pt idx="1888">
                  <c:v>0.30727447208848985</c:v>
                </c:pt>
                <c:pt idx="1889">
                  <c:v>0.30732780616867433</c:v>
                </c:pt>
                <c:pt idx="1890">
                  <c:v>0.30959186778137193</c:v>
                </c:pt>
                <c:pt idx="1891">
                  <c:v>0.31977533190714608</c:v>
                </c:pt>
                <c:pt idx="1892">
                  <c:v>0.32646743911461845</c:v>
                </c:pt>
                <c:pt idx="1893">
                  <c:v>0.32068051872535136</c:v>
                </c:pt>
                <c:pt idx="1894">
                  <c:v>0.32328750698969094</c:v>
                </c:pt>
                <c:pt idx="1895">
                  <c:v>0.31434771876935574</c:v>
                </c:pt>
                <c:pt idx="1896">
                  <c:v>0.30907767053697144</c:v>
                </c:pt>
                <c:pt idx="1897">
                  <c:v>0.3197179353874654</c:v>
                </c:pt>
                <c:pt idx="1898">
                  <c:v>0.32486984805199981</c:v>
                </c:pt>
                <c:pt idx="1899">
                  <c:v>0.32021809999867362</c:v>
                </c:pt>
                <c:pt idx="1900">
                  <c:v>0.31580611333417719</c:v>
                </c:pt>
                <c:pt idx="1901">
                  <c:v>0.30926082602917193</c:v>
                </c:pt>
                <c:pt idx="1902">
                  <c:v>0.31443305046739306</c:v>
                </c:pt>
                <c:pt idx="1903">
                  <c:v>0.32159459026879456</c:v>
                </c:pt>
                <c:pt idx="1904">
                  <c:v>0.32747176843030906</c:v>
                </c:pt>
                <c:pt idx="1905">
                  <c:v>0.33036042139551702</c:v>
                </c:pt>
                <c:pt idx="1906">
                  <c:v>0.3385219442717099</c:v>
                </c:pt>
                <c:pt idx="1907">
                  <c:v>0.33885752646452161</c:v>
                </c:pt>
                <c:pt idx="1908">
                  <c:v>0.3354221525356697</c:v>
                </c:pt>
                <c:pt idx="1909">
                  <c:v>0.33899964038392566</c:v>
                </c:pt>
                <c:pt idx="1910">
                  <c:v>0.34075226733339614</c:v>
                </c:pt>
                <c:pt idx="1911">
                  <c:v>0.34489205105993526</c:v>
                </c:pt>
                <c:pt idx="1912">
                  <c:v>0.33931960799841099</c:v>
                </c:pt>
                <c:pt idx="1913">
                  <c:v>0.33998562800491605</c:v>
                </c:pt>
                <c:pt idx="1914">
                  <c:v>0.33480589637764685</c:v>
                </c:pt>
                <c:pt idx="1915">
                  <c:v>0.32800622732646517</c:v>
                </c:pt>
                <c:pt idx="1916">
                  <c:v>0.31913088717222082</c:v>
                </c:pt>
                <c:pt idx="1917">
                  <c:v>0.31218923428781375</c:v>
                </c:pt>
                <c:pt idx="1918">
                  <c:v>0.30546323899491129</c:v>
                </c:pt>
                <c:pt idx="1919">
                  <c:v>0.3019028285046913</c:v>
                </c:pt>
                <c:pt idx="1920">
                  <c:v>0.29392417360119644</c:v>
                </c:pt>
                <c:pt idx="1921">
                  <c:v>0.28839556878257233</c:v>
                </c:pt>
                <c:pt idx="1922">
                  <c:v>0.28735697098198948</c:v>
                </c:pt>
                <c:pt idx="1923">
                  <c:v>0.28246096659373487</c:v>
                </c:pt>
                <c:pt idx="1924">
                  <c:v>0.28007961242573287</c:v>
                </c:pt>
                <c:pt idx="1925">
                  <c:v>0.28360758346998938</c:v>
                </c:pt>
                <c:pt idx="1926">
                  <c:v>0.28719857589636755</c:v>
                </c:pt>
                <c:pt idx="1927">
                  <c:v>0.28313827326551733</c:v>
                </c:pt>
                <c:pt idx="1928">
                  <c:v>0.2844617315685819</c:v>
                </c:pt>
                <c:pt idx="1929">
                  <c:v>0.28304053070267587</c:v>
                </c:pt>
                <c:pt idx="1930">
                  <c:v>0.28882804243649901</c:v>
                </c:pt>
                <c:pt idx="1931">
                  <c:v>0.29039581078320553</c:v>
                </c:pt>
                <c:pt idx="1932">
                  <c:v>0.28448786793415304</c:v>
                </c:pt>
                <c:pt idx="1933">
                  <c:v>0.28175074461127514</c:v>
                </c:pt>
                <c:pt idx="1934">
                  <c:v>0.27933798939965049</c:v>
                </c:pt>
                <c:pt idx="1935">
                  <c:v>0.27805352393390309</c:v>
                </c:pt>
                <c:pt idx="1936">
                  <c:v>0.2802135701687446</c:v>
                </c:pt>
                <c:pt idx="1937">
                  <c:v>0.28316651538880311</c:v>
                </c:pt>
                <c:pt idx="1938">
                  <c:v>0.28707376926180789</c:v>
                </c:pt>
                <c:pt idx="1939">
                  <c:v>0.29211144201794781</c:v>
                </c:pt>
                <c:pt idx="1940">
                  <c:v>0.2911390843230246</c:v>
                </c:pt>
                <c:pt idx="1941">
                  <c:v>0.29588101522211446</c:v>
                </c:pt>
                <c:pt idx="1942">
                  <c:v>0.3046596212322733</c:v>
                </c:pt>
                <c:pt idx="1943">
                  <c:v>0.30935985764643092</c:v>
                </c:pt>
                <c:pt idx="1944">
                  <c:v>0.31639053470307493</c:v>
                </c:pt>
                <c:pt idx="1945">
                  <c:v>0.3190747617910315</c:v>
                </c:pt>
                <c:pt idx="1946">
                  <c:v>0.31760326336928169</c:v>
                </c:pt>
                <c:pt idx="1947">
                  <c:v>0.31657230688521237</c:v>
                </c:pt>
                <c:pt idx="1948">
                  <c:v>0.31605027779921457</c:v>
                </c:pt>
                <c:pt idx="1949">
                  <c:v>0.31054173513782857</c:v>
                </c:pt>
                <c:pt idx="1950">
                  <c:v>0.31373025589217074</c:v>
                </c:pt>
                <c:pt idx="1951">
                  <c:v>0.31239076816242273</c:v>
                </c:pt>
                <c:pt idx="1952">
                  <c:v>0.305781516208807</c:v>
                </c:pt>
                <c:pt idx="1953">
                  <c:v>0.29764702000070403</c:v>
                </c:pt>
                <c:pt idx="1954">
                  <c:v>0.28899226317172916</c:v>
                </c:pt>
                <c:pt idx="1955">
                  <c:v>0.28367979365057588</c:v>
                </c:pt>
                <c:pt idx="1956">
                  <c:v>0.28572364963031899</c:v>
                </c:pt>
                <c:pt idx="1957">
                  <c:v>0.28502746400729778</c:v>
                </c:pt>
                <c:pt idx="1958">
                  <c:v>0.28422618953937473</c:v>
                </c:pt>
                <c:pt idx="1959">
                  <c:v>0.28305996751767126</c:v>
                </c:pt>
                <c:pt idx="1960">
                  <c:v>0.27635935384715793</c:v>
                </c:pt>
                <c:pt idx="1961">
                  <c:v>0.27144025049819503</c:v>
                </c:pt>
                <c:pt idx="1962">
                  <c:v>0.27283668223494711</c:v>
                </c:pt>
                <c:pt idx="1963">
                  <c:v>0.27370611735731509</c:v>
                </c:pt>
                <c:pt idx="1964">
                  <c:v>0.27469751115783658</c:v>
                </c:pt>
                <c:pt idx="1965">
                  <c:v>0.27597741347885041</c:v>
                </c:pt>
                <c:pt idx="1966">
                  <c:v>0.26982777411832093</c:v>
                </c:pt>
                <c:pt idx="1967">
                  <c:v>0.26745946585032293</c:v>
                </c:pt>
                <c:pt idx="1968">
                  <c:v>0.26847421199216798</c:v>
                </c:pt>
                <c:pt idx="1969">
                  <c:v>0.27214743348501214</c:v>
                </c:pt>
                <c:pt idx="1970">
                  <c:v>0.27712039316158277</c:v>
                </c:pt>
                <c:pt idx="1971">
                  <c:v>0.28066148707492039</c:v>
                </c:pt>
                <c:pt idx="1972">
                  <c:v>0.27917294025729988</c:v>
                </c:pt>
                <c:pt idx="1973">
                  <c:v>0.28036147736673345</c:v>
                </c:pt>
                <c:pt idx="1974">
                  <c:v>0.28728434927396213</c:v>
                </c:pt>
                <c:pt idx="1975">
                  <c:v>0.29066292958302359</c:v>
                </c:pt>
                <c:pt idx="1976">
                  <c:v>0.30123382412576477</c:v>
                </c:pt>
                <c:pt idx="1977">
                  <c:v>0.30908393830221181</c:v>
                </c:pt>
                <c:pt idx="1978">
                  <c:v>0.3071131385966186</c:v>
                </c:pt>
                <c:pt idx="1979">
                  <c:v>0.30298978939913412</c:v>
                </c:pt>
                <c:pt idx="1980">
                  <c:v>0.30198062993590441</c:v>
                </c:pt>
                <c:pt idx="1981">
                  <c:v>0.29829851396327889</c:v>
                </c:pt>
                <c:pt idx="1982">
                  <c:v>0.29743257173317234</c:v>
                </c:pt>
                <c:pt idx="1983">
                  <c:v>0.29465695611955706</c:v>
                </c:pt>
                <c:pt idx="1984">
                  <c:v>0.28263307449891456</c:v>
                </c:pt>
                <c:pt idx="1985">
                  <c:v>0.2757365704502393</c:v>
                </c:pt>
                <c:pt idx="1986">
                  <c:v>0.26248236539499958</c:v>
                </c:pt>
                <c:pt idx="1987">
                  <c:v>0.25059777753029078</c:v>
                </c:pt>
                <c:pt idx="1988">
                  <c:v>0.24226874618615096</c:v>
                </c:pt>
                <c:pt idx="1989">
                  <c:v>0.24227522121963885</c:v>
                </c:pt>
                <c:pt idx="1990">
                  <c:v>0.24518967034326128</c:v>
                </c:pt>
                <c:pt idx="1991">
                  <c:v>0.25029994069314809</c:v>
                </c:pt>
                <c:pt idx="1992">
                  <c:v>0.25588457161202321</c:v>
                </c:pt>
                <c:pt idx="1993">
                  <c:v>0.25759719592713881</c:v>
                </c:pt>
                <c:pt idx="1994">
                  <c:v>0.25930124983265934</c:v>
                </c:pt>
                <c:pt idx="1995">
                  <c:v>0.26173035318114851</c:v>
                </c:pt>
                <c:pt idx="1996">
                  <c:v>0.2656547719811807</c:v>
                </c:pt>
                <c:pt idx="1997">
                  <c:v>0.2740135692874982</c:v>
                </c:pt>
                <c:pt idx="1998">
                  <c:v>0.2789644300160804</c:v>
                </c:pt>
                <c:pt idx="1999">
                  <c:v>0.27890429551897566</c:v>
                </c:pt>
                <c:pt idx="2000">
                  <c:v>0.27553110151256371</c:v>
                </c:pt>
                <c:pt idx="2001">
                  <c:v>0.27105258347484279</c:v>
                </c:pt>
                <c:pt idx="2002">
                  <c:v>0.26565437181365487</c:v>
                </c:pt>
                <c:pt idx="2003">
                  <c:v>0.26036291863003236</c:v>
                </c:pt>
                <c:pt idx="2004">
                  <c:v>0.26277579072603541</c:v>
                </c:pt>
                <c:pt idx="2005">
                  <c:v>0.26190210449903123</c:v>
                </c:pt>
                <c:pt idx="2006">
                  <c:v>0.25901732201005079</c:v>
                </c:pt>
                <c:pt idx="2007">
                  <c:v>0.24858325990065794</c:v>
                </c:pt>
                <c:pt idx="2008">
                  <c:v>0.24474057321686712</c:v>
                </c:pt>
                <c:pt idx="2009">
                  <c:v>0.23962616035285261</c:v>
                </c:pt>
                <c:pt idx="2010">
                  <c:v>0.2409954130983894</c:v>
                </c:pt>
                <c:pt idx="2011">
                  <c:v>0.23283557068488853</c:v>
                </c:pt>
                <c:pt idx="2012">
                  <c:v>0.22879847874993797</c:v>
                </c:pt>
                <c:pt idx="2013">
                  <c:v>0.23262938267636155</c:v>
                </c:pt>
                <c:pt idx="2014">
                  <c:v>0.22587527242463473</c:v>
                </c:pt>
                <c:pt idx="2015">
                  <c:v>0.21893975555688394</c:v>
                </c:pt>
                <c:pt idx="2016">
                  <c:v>0.21760779637895239</c:v>
                </c:pt>
                <c:pt idx="2017">
                  <c:v>0.22034361113925355</c:v>
                </c:pt>
                <c:pt idx="2018">
                  <c:v>0.22191356994652994</c:v>
                </c:pt>
                <c:pt idx="2019">
                  <c:v>0.23087805254393437</c:v>
                </c:pt>
                <c:pt idx="2020">
                  <c:v>0.2274488950467291</c:v>
                </c:pt>
                <c:pt idx="2021">
                  <c:v>0.23101509647590671</c:v>
                </c:pt>
                <c:pt idx="2022">
                  <c:v>0.2274134756414512</c:v>
                </c:pt>
                <c:pt idx="2023">
                  <c:v>0.22889616948684149</c:v>
                </c:pt>
                <c:pt idx="2024">
                  <c:v>0.2358063610409547</c:v>
                </c:pt>
                <c:pt idx="2025">
                  <c:v>0.23816685102431409</c:v>
                </c:pt>
                <c:pt idx="2026">
                  <c:v>0.23718396747743492</c:v>
                </c:pt>
                <c:pt idx="2027">
                  <c:v>0.23545396210993191</c:v>
                </c:pt>
                <c:pt idx="2028">
                  <c:v>0.23083912679267526</c:v>
                </c:pt>
              </c:numCache>
            </c:numRef>
          </c:val>
          <c:smooth val="1"/>
          <c:extLst>
            <c:ext xmlns:c16="http://schemas.microsoft.com/office/drawing/2014/chart" uri="{C3380CC4-5D6E-409C-BE32-E72D297353CC}">
              <c16:uniqueId val="{00000000-2357-3C40-A3AE-D6B4EF0B4D4D}"/>
            </c:ext>
          </c:extLst>
        </c:ser>
        <c:dLbls>
          <c:showLegendKey val="0"/>
          <c:showVal val="0"/>
          <c:showCatName val="0"/>
          <c:showSerName val="0"/>
          <c:showPercent val="0"/>
          <c:showBubbleSize val="0"/>
        </c:dLbls>
        <c:marker val="1"/>
        <c:smooth val="0"/>
        <c:axId val="2000001216"/>
        <c:axId val="2000001217"/>
      </c:lineChart>
      <c:lineChart>
        <c:grouping val="standard"/>
        <c:varyColors val="0"/>
        <c:ser>
          <c:idx val="0"/>
          <c:order val="0"/>
          <c:tx>
            <c:strRef>
              <c:f>恒生科技!$B$1</c:f>
              <c:strCache>
                <c:ptCount val="1"/>
                <c:pt idx="0">
                  <c:v>恒生科技/恒生指数(右轴)</c:v>
                </c:pt>
              </c:strCache>
            </c:strRef>
          </c:tx>
          <c:spPr>
            <a:ln w="25400" cap="rnd">
              <a:solidFill>
                <a:srgbClr val="7C80C8"/>
              </a:solidFill>
              <a:prstDash val="solid"/>
              <a:round/>
            </a:ln>
            <a:effectLst/>
          </c:spPr>
          <c:marker>
            <c:symbol val="none"/>
          </c:marker>
          <c:cat>
            <c:numRef>
              <c:f>恒生科技!$A$2:$A$2030</c:f>
              <c:numCache>
                <c:formatCode>yyyy\-mm\-dd</c:formatCode>
                <c:ptCount val="2029"/>
                <c:pt idx="0">
                  <c:v>43102</c:v>
                </c:pt>
                <c:pt idx="1">
                  <c:v>43103</c:v>
                </c:pt>
                <c:pt idx="2">
                  <c:v>43104</c:v>
                </c:pt>
                <c:pt idx="3">
                  <c:v>43105</c:v>
                </c:pt>
                <c:pt idx="4">
                  <c:v>43108</c:v>
                </c:pt>
                <c:pt idx="5">
                  <c:v>43109</c:v>
                </c:pt>
                <c:pt idx="6">
                  <c:v>43110</c:v>
                </c:pt>
                <c:pt idx="7">
                  <c:v>43111</c:v>
                </c:pt>
                <c:pt idx="8">
                  <c:v>43112</c:v>
                </c:pt>
                <c:pt idx="9">
                  <c:v>43115</c:v>
                </c:pt>
                <c:pt idx="10">
                  <c:v>43116</c:v>
                </c:pt>
                <c:pt idx="11">
                  <c:v>43117</c:v>
                </c:pt>
                <c:pt idx="12">
                  <c:v>43118</c:v>
                </c:pt>
                <c:pt idx="13">
                  <c:v>43119</c:v>
                </c:pt>
                <c:pt idx="14">
                  <c:v>43122</c:v>
                </c:pt>
                <c:pt idx="15">
                  <c:v>43123</c:v>
                </c:pt>
                <c:pt idx="16">
                  <c:v>43124</c:v>
                </c:pt>
                <c:pt idx="17">
                  <c:v>43125</c:v>
                </c:pt>
                <c:pt idx="18">
                  <c:v>43126</c:v>
                </c:pt>
                <c:pt idx="19">
                  <c:v>43129</c:v>
                </c:pt>
                <c:pt idx="20">
                  <c:v>43130</c:v>
                </c:pt>
                <c:pt idx="21">
                  <c:v>43131</c:v>
                </c:pt>
                <c:pt idx="22">
                  <c:v>43132</c:v>
                </c:pt>
                <c:pt idx="23">
                  <c:v>43133</c:v>
                </c:pt>
                <c:pt idx="24">
                  <c:v>43136</c:v>
                </c:pt>
                <c:pt idx="25">
                  <c:v>43137</c:v>
                </c:pt>
                <c:pt idx="26">
                  <c:v>43138</c:v>
                </c:pt>
                <c:pt idx="27">
                  <c:v>43139</c:v>
                </c:pt>
                <c:pt idx="28">
                  <c:v>43140</c:v>
                </c:pt>
                <c:pt idx="29">
                  <c:v>43143</c:v>
                </c:pt>
                <c:pt idx="30">
                  <c:v>43144</c:v>
                </c:pt>
                <c:pt idx="31">
                  <c:v>43145</c:v>
                </c:pt>
                <c:pt idx="32">
                  <c:v>43146</c:v>
                </c:pt>
                <c:pt idx="33">
                  <c:v>43151</c:v>
                </c:pt>
                <c:pt idx="34">
                  <c:v>43152</c:v>
                </c:pt>
                <c:pt idx="35">
                  <c:v>43153</c:v>
                </c:pt>
                <c:pt idx="36">
                  <c:v>43154</c:v>
                </c:pt>
                <c:pt idx="37">
                  <c:v>43157</c:v>
                </c:pt>
                <c:pt idx="38">
                  <c:v>43158</c:v>
                </c:pt>
                <c:pt idx="39">
                  <c:v>43159</c:v>
                </c:pt>
                <c:pt idx="40">
                  <c:v>43160</c:v>
                </c:pt>
                <c:pt idx="41">
                  <c:v>43161</c:v>
                </c:pt>
                <c:pt idx="42">
                  <c:v>43164</c:v>
                </c:pt>
                <c:pt idx="43">
                  <c:v>43165</c:v>
                </c:pt>
                <c:pt idx="44">
                  <c:v>43166</c:v>
                </c:pt>
                <c:pt idx="45">
                  <c:v>43167</c:v>
                </c:pt>
                <c:pt idx="46">
                  <c:v>43168</c:v>
                </c:pt>
                <c:pt idx="47">
                  <c:v>43171</c:v>
                </c:pt>
                <c:pt idx="48">
                  <c:v>43172</c:v>
                </c:pt>
                <c:pt idx="49">
                  <c:v>43173</c:v>
                </c:pt>
                <c:pt idx="50">
                  <c:v>43174</c:v>
                </c:pt>
                <c:pt idx="51">
                  <c:v>43175</c:v>
                </c:pt>
                <c:pt idx="52">
                  <c:v>43178</c:v>
                </c:pt>
                <c:pt idx="53">
                  <c:v>43179</c:v>
                </c:pt>
                <c:pt idx="54">
                  <c:v>43180</c:v>
                </c:pt>
                <c:pt idx="55">
                  <c:v>43181</c:v>
                </c:pt>
                <c:pt idx="56">
                  <c:v>43182</c:v>
                </c:pt>
                <c:pt idx="57">
                  <c:v>43185</c:v>
                </c:pt>
                <c:pt idx="58">
                  <c:v>43186</c:v>
                </c:pt>
                <c:pt idx="59">
                  <c:v>43187</c:v>
                </c:pt>
                <c:pt idx="60">
                  <c:v>43188</c:v>
                </c:pt>
                <c:pt idx="61">
                  <c:v>43193</c:v>
                </c:pt>
                <c:pt idx="62">
                  <c:v>43194</c:v>
                </c:pt>
                <c:pt idx="63">
                  <c:v>43196</c:v>
                </c:pt>
                <c:pt idx="64">
                  <c:v>43199</c:v>
                </c:pt>
                <c:pt idx="65">
                  <c:v>43200</c:v>
                </c:pt>
                <c:pt idx="66">
                  <c:v>43201</c:v>
                </c:pt>
                <c:pt idx="67">
                  <c:v>43202</c:v>
                </c:pt>
                <c:pt idx="68">
                  <c:v>43203</c:v>
                </c:pt>
                <c:pt idx="69">
                  <c:v>43206</c:v>
                </c:pt>
                <c:pt idx="70">
                  <c:v>43207</c:v>
                </c:pt>
                <c:pt idx="71">
                  <c:v>43208</c:v>
                </c:pt>
                <c:pt idx="72">
                  <c:v>43209</c:v>
                </c:pt>
                <c:pt idx="73">
                  <c:v>43210</c:v>
                </c:pt>
                <c:pt idx="74">
                  <c:v>43213</c:v>
                </c:pt>
                <c:pt idx="75">
                  <c:v>43214</c:v>
                </c:pt>
                <c:pt idx="76">
                  <c:v>43215</c:v>
                </c:pt>
                <c:pt idx="77">
                  <c:v>43216</c:v>
                </c:pt>
                <c:pt idx="78">
                  <c:v>43217</c:v>
                </c:pt>
                <c:pt idx="79">
                  <c:v>43220</c:v>
                </c:pt>
                <c:pt idx="80">
                  <c:v>43222</c:v>
                </c:pt>
                <c:pt idx="81">
                  <c:v>43223</c:v>
                </c:pt>
                <c:pt idx="82">
                  <c:v>43224</c:v>
                </c:pt>
                <c:pt idx="83">
                  <c:v>43227</c:v>
                </c:pt>
                <c:pt idx="84">
                  <c:v>43228</c:v>
                </c:pt>
                <c:pt idx="85">
                  <c:v>43229</c:v>
                </c:pt>
                <c:pt idx="86">
                  <c:v>43230</c:v>
                </c:pt>
                <c:pt idx="87">
                  <c:v>43231</c:v>
                </c:pt>
                <c:pt idx="88">
                  <c:v>43234</c:v>
                </c:pt>
                <c:pt idx="89">
                  <c:v>43235</c:v>
                </c:pt>
                <c:pt idx="90">
                  <c:v>43236</c:v>
                </c:pt>
                <c:pt idx="91">
                  <c:v>43237</c:v>
                </c:pt>
                <c:pt idx="92">
                  <c:v>43238</c:v>
                </c:pt>
                <c:pt idx="93">
                  <c:v>43241</c:v>
                </c:pt>
                <c:pt idx="94">
                  <c:v>43243</c:v>
                </c:pt>
                <c:pt idx="95">
                  <c:v>43244</c:v>
                </c:pt>
                <c:pt idx="96">
                  <c:v>43245</c:v>
                </c:pt>
                <c:pt idx="97">
                  <c:v>43248</c:v>
                </c:pt>
                <c:pt idx="98">
                  <c:v>43249</c:v>
                </c:pt>
                <c:pt idx="99">
                  <c:v>43250</c:v>
                </c:pt>
                <c:pt idx="100">
                  <c:v>43251</c:v>
                </c:pt>
                <c:pt idx="101">
                  <c:v>43252</c:v>
                </c:pt>
                <c:pt idx="102">
                  <c:v>43255</c:v>
                </c:pt>
                <c:pt idx="103">
                  <c:v>43256</c:v>
                </c:pt>
                <c:pt idx="104">
                  <c:v>43257</c:v>
                </c:pt>
                <c:pt idx="105">
                  <c:v>43258</c:v>
                </c:pt>
                <c:pt idx="106">
                  <c:v>43259</c:v>
                </c:pt>
                <c:pt idx="107">
                  <c:v>43262</c:v>
                </c:pt>
                <c:pt idx="108">
                  <c:v>43263</c:v>
                </c:pt>
                <c:pt idx="109">
                  <c:v>43264</c:v>
                </c:pt>
                <c:pt idx="110">
                  <c:v>43265</c:v>
                </c:pt>
                <c:pt idx="111">
                  <c:v>43266</c:v>
                </c:pt>
                <c:pt idx="112">
                  <c:v>43270</c:v>
                </c:pt>
                <c:pt idx="113">
                  <c:v>43271</c:v>
                </c:pt>
                <c:pt idx="114">
                  <c:v>43272</c:v>
                </c:pt>
                <c:pt idx="115">
                  <c:v>43273</c:v>
                </c:pt>
                <c:pt idx="116">
                  <c:v>43276</c:v>
                </c:pt>
                <c:pt idx="117">
                  <c:v>43277</c:v>
                </c:pt>
                <c:pt idx="118">
                  <c:v>43278</c:v>
                </c:pt>
                <c:pt idx="119">
                  <c:v>43279</c:v>
                </c:pt>
                <c:pt idx="120">
                  <c:v>43280</c:v>
                </c:pt>
                <c:pt idx="121">
                  <c:v>43284</c:v>
                </c:pt>
                <c:pt idx="122">
                  <c:v>43285</c:v>
                </c:pt>
                <c:pt idx="123">
                  <c:v>43286</c:v>
                </c:pt>
                <c:pt idx="124">
                  <c:v>43287</c:v>
                </c:pt>
                <c:pt idx="125">
                  <c:v>43290</c:v>
                </c:pt>
                <c:pt idx="126">
                  <c:v>43291</c:v>
                </c:pt>
                <c:pt idx="127">
                  <c:v>43292</c:v>
                </c:pt>
                <c:pt idx="128">
                  <c:v>43293</c:v>
                </c:pt>
                <c:pt idx="129">
                  <c:v>43294</c:v>
                </c:pt>
                <c:pt idx="130">
                  <c:v>43297</c:v>
                </c:pt>
                <c:pt idx="131">
                  <c:v>43298</c:v>
                </c:pt>
                <c:pt idx="132">
                  <c:v>43299</c:v>
                </c:pt>
                <c:pt idx="133">
                  <c:v>43300</c:v>
                </c:pt>
                <c:pt idx="134">
                  <c:v>43301</c:v>
                </c:pt>
                <c:pt idx="135">
                  <c:v>43304</c:v>
                </c:pt>
                <c:pt idx="136">
                  <c:v>43305</c:v>
                </c:pt>
                <c:pt idx="137">
                  <c:v>43306</c:v>
                </c:pt>
                <c:pt idx="138">
                  <c:v>43307</c:v>
                </c:pt>
                <c:pt idx="139">
                  <c:v>43308</c:v>
                </c:pt>
                <c:pt idx="140">
                  <c:v>43311</c:v>
                </c:pt>
                <c:pt idx="141">
                  <c:v>43312</c:v>
                </c:pt>
                <c:pt idx="142">
                  <c:v>43313</c:v>
                </c:pt>
                <c:pt idx="143">
                  <c:v>43314</c:v>
                </c:pt>
                <c:pt idx="144">
                  <c:v>43315</c:v>
                </c:pt>
                <c:pt idx="145">
                  <c:v>43318</c:v>
                </c:pt>
                <c:pt idx="146">
                  <c:v>43319</c:v>
                </c:pt>
                <c:pt idx="147">
                  <c:v>43320</c:v>
                </c:pt>
                <c:pt idx="148">
                  <c:v>43321</c:v>
                </c:pt>
                <c:pt idx="149">
                  <c:v>43322</c:v>
                </c:pt>
                <c:pt idx="150">
                  <c:v>43325</c:v>
                </c:pt>
                <c:pt idx="151">
                  <c:v>43326</c:v>
                </c:pt>
                <c:pt idx="152">
                  <c:v>43327</c:v>
                </c:pt>
                <c:pt idx="153">
                  <c:v>43328</c:v>
                </c:pt>
                <c:pt idx="154">
                  <c:v>43329</c:v>
                </c:pt>
                <c:pt idx="155">
                  <c:v>43332</c:v>
                </c:pt>
                <c:pt idx="156">
                  <c:v>43333</c:v>
                </c:pt>
                <c:pt idx="157">
                  <c:v>43334</c:v>
                </c:pt>
                <c:pt idx="158">
                  <c:v>43335</c:v>
                </c:pt>
                <c:pt idx="159">
                  <c:v>43336</c:v>
                </c:pt>
                <c:pt idx="160">
                  <c:v>43339</c:v>
                </c:pt>
                <c:pt idx="161">
                  <c:v>43340</c:v>
                </c:pt>
                <c:pt idx="162">
                  <c:v>43341</c:v>
                </c:pt>
                <c:pt idx="163">
                  <c:v>43342</c:v>
                </c:pt>
                <c:pt idx="164">
                  <c:v>43343</c:v>
                </c:pt>
                <c:pt idx="165">
                  <c:v>43346</c:v>
                </c:pt>
                <c:pt idx="166">
                  <c:v>43347</c:v>
                </c:pt>
                <c:pt idx="167">
                  <c:v>43348</c:v>
                </c:pt>
                <c:pt idx="168">
                  <c:v>43349</c:v>
                </c:pt>
                <c:pt idx="169">
                  <c:v>43350</c:v>
                </c:pt>
                <c:pt idx="170">
                  <c:v>43353</c:v>
                </c:pt>
                <c:pt idx="171">
                  <c:v>43354</c:v>
                </c:pt>
                <c:pt idx="172">
                  <c:v>43355</c:v>
                </c:pt>
                <c:pt idx="173">
                  <c:v>43356</c:v>
                </c:pt>
                <c:pt idx="174">
                  <c:v>43357</c:v>
                </c:pt>
                <c:pt idx="175">
                  <c:v>43360</c:v>
                </c:pt>
                <c:pt idx="176">
                  <c:v>43361</c:v>
                </c:pt>
                <c:pt idx="177">
                  <c:v>43362</c:v>
                </c:pt>
                <c:pt idx="178">
                  <c:v>43363</c:v>
                </c:pt>
                <c:pt idx="179">
                  <c:v>43364</c:v>
                </c:pt>
                <c:pt idx="180">
                  <c:v>43367</c:v>
                </c:pt>
                <c:pt idx="181">
                  <c:v>43369</c:v>
                </c:pt>
                <c:pt idx="182">
                  <c:v>43370</c:v>
                </c:pt>
                <c:pt idx="183">
                  <c:v>43371</c:v>
                </c:pt>
                <c:pt idx="184">
                  <c:v>43375</c:v>
                </c:pt>
                <c:pt idx="185">
                  <c:v>43376</c:v>
                </c:pt>
                <c:pt idx="186">
                  <c:v>43377</c:v>
                </c:pt>
                <c:pt idx="187">
                  <c:v>43378</c:v>
                </c:pt>
                <c:pt idx="188">
                  <c:v>43381</c:v>
                </c:pt>
                <c:pt idx="189">
                  <c:v>43382</c:v>
                </c:pt>
                <c:pt idx="190">
                  <c:v>43383</c:v>
                </c:pt>
                <c:pt idx="191">
                  <c:v>43384</c:v>
                </c:pt>
                <c:pt idx="192">
                  <c:v>43385</c:v>
                </c:pt>
                <c:pt idx="193">
                  <c:v>43388</c:v>
                </c:pt>
                <c:pt idx="194">
                  <c:v>43389</c:v>
                </c:pt>
                <c:pt idx="195">
                  <c:v>43391</c:v>
                </c:pt>
                <c:pt idx="196">
                  <c:v>43392</c:v>
                </c:pt>
                <c:pt idx="197">
                  <c:v>43395</c:v>
                </c:pt>
                <c:pt idx="198">
                  <c:v>43396</c:v>
                </c:pt>
                <c:pt idx="199">
                  <c:v>43397</c:v>
                </c:pt>
                <c:pt idx="200">
                  <c:v>43398</c:v>
                </c:pt>
                <c:pt idx="201">
                  <c:v>43399</c:v>
                </c:pt>
                <c:pt idx="202">
                  <c:v>43402</c:v>
                </c:pt>
                <c:pt idx="203">
                  <c:v>43403</c:v>
                </c:pt>
                <c:pt idx="204">
                  <c:v>43404</c:v>
                </c:pt>
                <c:pt idx="205">
                  <c:v>43405</c:v>
                </c:pt>
                <c:pt idx="206">
                  <c:v>43406</c:v>
                </c:pt>
                <c:pt idx="207">
                  <c:v>43409</c:v>
                </c:pt>
                <c:pt idx="208">
                  <c:v>43410</c:v>
                </c:pt>
                <c:pt idx="209">
                  <c:v>43411</c:v>
                </c:pt>
                <c:pt idx="210">
                  <c:v>43412</c:v>
                </c:pt>
                <c:pt idx="211">
                  <c:v>43413</c:v>
                </c:pt>
                <c:pt idx="212">
                  <c:v>43416</c:v>
                </c:pt>
                <c:pt idx="213">
                  <c:v>43417</c:v>
                </c:pt>
                <c:pt idx="214">
                  <c:v>43418</c:v>
                </c:pt>
                <c:pt idx="215">
                  <c:v>43419</c:v>
                </c:pt>
                <c:pt idx="216">
                  <c:v>43420</c:v>
                </c:pt>
                <c:pt idx="217">
                  <c:v>43423</c:v>
                </c:pt>
                <c:pt idx="218">
                  <c:v>43424</c:v>
                </c:pt>
                <c:pt idx="219">
                  <c:v>43425</c:v>
                </c:pt>
                <c:pt idx="220">
                  <c:v>43426</c:v>
                </c:pt>
                <c:pt idx="221">
                  <c:v>43427</c:v>
                </c:pt>
                <c:pt idx="222">
                  <c:v>43430</c:v>
                </c:pt>
                <c:pt idx="223">
                  <c:v>43431</c:v>
                </c:pt>
                <c:pt idx="224">
                  <c:v>43432</c:v>
                </c:pt>
                <c:pt idx="225">
                  <c:v>43433</c:v>
                </c:pt>
                <c:pt idx="226">
                  <c:v>43434</c:v>
                </c:pt>
                <c:pt idx="227">
                  <c:v>43437</c:v>
                </c:pt>
                <c:pt idx="228">
                  <c:v>43438</c:v>
                </c:pt>
                <c:pt idx="229">
                  <c:v>43439</c:v>
                </c:pt>
                <c:pt idx="230">
                  <c:v>43440</c:v>
                </c:pt>
                <c:pt idx="231">
                  <c:v>43441</c:v>
                </c:pt>
                <c:pt idx="232">
                  <c:v>43444</c:v>
                </c:pt>
                <c:pt idx="233">
                  <c:v>43445</c:v>
                </c:pt>
                <c:pt idx="234">
                  <c:v>43446</c:v>
                </c:pt>
                <c:pt idx="235">
                  <c:v>43447</c:v>
                </c:pt>
                <c:pt idx="236">
                  <c:v>43448</c:v>
                </c:pt>
                <c:pt idx="237">
                  <c:v>43451</c:v>
                </c:pt>
                <c:pt idx="238">
                  <c:v>43452</c:v>
                </c:pt>
                <c:pt idx="239">
                  <c:v>43453</c:v>
                </c:pt>
                <c:pt idx="240">
                  <c:v>43454</c:v>
                </c:pt>
                <c:pt idx="241">
                  <c:v>43455</c:v>
                </c:pt>
                <c:pt idx="242">
                  <c:v>43458</c:v>
                </c:pt>
                <c:pt idx="243">
                  <c:v>43461</c:v>
                </c:pt>
                <c:pt idx="244">
                  <c:v>43462</c:v>
                </c:pt>
                <c:pt idx="245">
                  <c:v>43465</c:v>
                </c:pt>
                <c:pt idx="246">
                  <c:v>43467</c:v>
                </c:pt>
                <c:pt idx="247">
                  <c:v>43468</c:v>
                </c:pt>
                <c:pt idx="248">
                  <c:v>43469</c:v>
                </c:pt>
                <c:pt idx="249">
                  <c:v>43472</c:v>
                </c:pt>
                <c:pt idx="250">
                  <c:v>43473</c:v>
                </c:pt>
                <c:pt idx="251">
                  <c:v>43474</c:v>
                </c:pt>
                <c:pt idx="252">
                  <c:v>43475</c:v>
                </c:pt>
                <c:pt idx="253">
                  <c:v>43476</c:v>
                </c:pt>
                <c:pt idx="254">
                  <c:v>43479</c:v>
                </c:pt>
                <c:pt idx="255">
                  <c:v>43480</c:v>
                </c:pt>
                <c:pt idx="256">
                  <c:v>43481</c:v>
                </c:pt>
                <c:pt idx="257">
                  <c:v>43482</c:v>
                </c:pt>
                <c:pt idx="258">
                  <c:v>43483</c:v>
                </c:pt>
                <c:pt idx="259">
                  <c:v>43486</c:v>
                </c:pt>
                <c:pt idx="260">
                  <c:v>43487</c:v>
                </c:pt>
                <c:pt idx="261">
                  <c:v>43488</c:v>
                </c:pt>
                <c:pt idx="262">
                  <c:v>43489</c:v>
                </c:pt>
                <c:pt idx="263">
                  <c:v>43490</c:v>
                </c:pt>
                <c:pt idx="264">
                  <c:v>43493</c:v>
                </c:pt>
                <c:pt idx="265">
                  <c:v>43494</c:v>
                </c:pt>
                <c:pt idx="266">
                  <c:v>43495</c:v>
                </c:pt>
                <c:pt idx="267">
                  <c:v>43496</c:v>
                </c:pt>
                <c:pt idx="268">
                  <c:v>43497</c:v>
                </c:pt>
                <c:pt idx="269">
                  <c:v>43500</c:v>
                </c:pt>
                <c:pt idx="270">
                  <c:v>43504</c:v>
                </c:pt>
                <c:pt idx="271">
                  <c:v>43507</c:v>
                </c:pt>
                <c:pt idx="272">
                  <c:v>43508</c:v>
                </c:pt>
                <c:pt idx="273">
                  <c:v>43509</c:v>
                </c:pt>
                <c:pt idx="274">
                  <c:v>43510</c:v>
                </c:pt>
                <c:pt idx="275">
                  <c:v>43511</c:v>
                </c:pt>
                <c:pt idx="276">
                  <c:v>43514</c:v>
                </c:pt>
                <c:pt idx="277">
                  <c:v>43515</c:v>
                </c:pt>
                <c:pt idx="278">
                  <c:v>43516</c:v>
                </c:pt>
                <c:pt idx="279">
                  <c:v>43517</c:v>
                </c:pt>
                <c:pt idx="280">
                  <c:v>43518</c:v>
                </c:pt>
                <c:pt idx="281">
                  <c:v>43521</c:v>
                </c:pt>
                <c:pt idx="282">
                  <c:v>43522</c:v>
                </c:pt>
                <c:pt idx="283">
                  <c:v>43523</c:v>
                </c:pt>
                <c:pt idx="284">
                  <c:v>43524</c:v>
                </c:pt>
                <c:pt idx="285">
                  <c:v>43525</c:v>
                </c:pt>
                <c:pt idx="286">
                  <c:v>43528</c:v>
                </c:pt>
                <c:pt idx="287">
                  <c:v>43529</c:v>
                </c:pt>
                <c:pt idx="288">
                  <c:v>43530</c:v>
                </c:pt>
                <c:pt idx="289">
                  <c:v>43531</c:v>
                </c:pt>
                <c:pt idx="290">
                  <c:v>43532</c:v>
                </c:pt>
                <c:pt idx="291">
                  <c:v>43535</c:v>
                </c:pt>
                <c:pt idx="292">
                  <c:v>43536</c:v>
                </c:pt>
                <c:pt idx="293">
                  <c:v>43537</c:v>
                </c:pt>
                <c:pt idx="294">
                  <c:v>43538</c:v>
                </c:pt>
                <c:pt idx="295">
                  <c:v>43539</c:v>
                </c:pt>
                <c:pt idx="296">
                  <c:v>43542</c:v>
                </c:pt>
                <c:pt idx="297">
                  <c:v>43543</c:v>
                </c:pt>
                <c:pt idx="298">
                  <c:v>43544</c:v>
                </c:pt>
                <c:pt idx="299">
                  <c:v>43545</c:v>
                </c:pt>
                <c:pt idx="300">
                  <c:v>43546</c:v>
                </c:pt>
                <c:pt idx="301">
                  <c:v>43549</c:v>
                </c:pt>
                <c:pt idx="302">
                  <c:v>43550</c:v>
                </c:pt>
                <c:pt idx="303">
                  <c:v>43551</c:v>
                </c:pt>
                <c:pt idx="304">
                  <c:v>43552</c:v>
                </c:pt>
                <c:pt idx="305">
                  <c:v>43553</c:v>
                </c:pt>
                <c:pt idx="306">
                  <c:v>43556</c:v>
                </c:pt>
                <c:pt idx="307">
                  <c:v>43557</c:v>
                </c:pt>
                <c:pt idx="308">
                  <c:v>43558</c:v>
                </c:pt>
                <c:pt idx="309">
                  <c:v>43559</c:v>
                </c:pt>
                <c:pt idx="310">
                  <c:v>43563</c:v>
                </c:pt>
                <c:pt idx="311">
                  <c:v>43564</c:v>
                </c:pt>
                <c:pt idx="312">
                  <c:v>43565</c:v>
                </c:pt>
                <c:pt idx="313">
                  <c:v>43566</c:v>
                </c:pt>
                <c:pt idx="314">
                  <c:v>43567</c:v>
                </c:pt>
                <c:pt idx="315">
                  <c:v>43570</c:v>
                </c:pt>
                <c:pt idx="316">
                  <c:v>43571</c:v>
                </c:pt>
                <c:pt idx="317">
                  <c:v>43572</c:v>
                </c:pt>
                <c:pt idx="318">
                  <c:v>43573</c:v>
                </c:pt>
                <c:pt idx="319">
                  <c:v>43578</c:v>
                </c:pt>
                <c:pt idx="320">
                  <c:v>43579</c:v>
                </c:pt>
                <c:pt idx="321">
                  <c:v>43580</c:v>
                </c:pt>
                <c:pt idx="322">
                  <c:v>43581</c:v>
                </c:pt>
                <c:pt idx="323">
                  <c:v>43584</c:v>
                </c:pt>
                <c:pt idx="324">
                  <c:v>43585</c:v>
                </c:pt>
                <c:pt idx="325">
                  <c:v>43587</c:v>
                </c:pt>
                <c:pt idx="326">
                  <c:v>43588</c:v>
                </c:pt>
                <c:pt idx="327">
                  <c:v>43591</c:v>
                </c:pt>
                <c:pt idx="328">
                  <c:v>43592</c:v>
                </c:pt>
                <c:pt idx="329">
                  <c:v>43593</c:v>
                </c:pt>
                <c:pt idx="330">
                  <c:v>43594</c:v>
                </c:pt>
                <c:pt idx="331">
                  <c:v>43595</c:v>
                </c:pt>
                <c:pt idx="332">
                  <c:v>43599</c:v>
                </c:pt>
                <c:pt idx="333">
                  <c:v>43600</c:v>
                </c:pt>
                <c:pt idx="334">
                  <c:v>43601</c:v>
                </c:pt>
                <c:pt idx="335">
                  <c:v>43602</c:v>
                </c:pt>
                <c:pt idx="336">
                  <c:v>43605</c:v>
                </c:pt>
                <c:pt idx="337">
                  <c:v>43606</c:v>
                </c:pt>
                <c:pt idx="338">
                  <c:v>43607</c:v>
                </c:pt>
                <c:pt idx="339">
                  <c:v>43608</c:v>
                </c:pt>
                <c:pt idx="340">
                  <c:v>43609</c:v>
                </c:pt>
                <c:pt idx="341">
                  <c:v>43612</c:v>
                </c:pt>
                <c:pt idx="342">
                  <c:v>43613</c:v>
                </c:pt>
                <c:pt idx="343">
                  <c:v>43614</c:v>
                </c:pt>
                <c:pt idx="344">
                  <c:v>43615</c:v>
                </c:pt>
                <c:pt idx="345">
                  <c:v>43616</c:v>
                </c:pt>
                <c:pt idx="346">
                  <c:v>43619</c:v>
                </c:pt>
                <c:pt idx="347">
                  <c:v>43620</c:v>
                </c:pt>
                <c:pt idx="348">
                  <c:v>43621</c:v>
                </c:pt>
                <c:pt idx="349">
                  <c:v>43622</c:v>
                </c:pt>
                <c:pt idx="350">
                  <c:v>43626</c:v>
                </c:pt>
                <c:pt idx="351">
                  <c:v>43627</c:v>
                </c:pt>
                <c:pt idx="352">
                  <c:v>43628</c:v>
                </c:pt>
                <c:pt idx="353">
                  <c:v>43629</c:v>
                </c:pt>
                <c:pt idx="354">
                  <c:v>43630</c:v>
                </c:pt>
                <c:pt idx="355">
                  <c:v>43633</c:v>
                </c:pt>
                <c:pt idx="356">
                  <c:v>43634</c:v>
                </c:pt>
                <c:pt idx="357">
                  <c:v>43635</c:v>
                </c:pt>
                <c:pt idx="358">
                  <c:v>43636</c:v>
                </c:pt>
                <c:pt idx="359">
                  <c:v>43637</c:v>
                </c:pt>
                <c:pt idx="360">
                  <c:v>43640</c:v>
                </c:pt>
                <c:pt idx="361">
                  <c:v>43641</c:v>
                </c:pt>
                <c:pt idx="362">
                  <c:v>43642</c:v>
                </c:pt>
                <c:pt idx="363">
                  <c:v>43643</c:v>
                </c:pt>
                <c:pt idx="364">
                  <c:v>43644</c:v>
                </c:pt>
                <c:pt idx="365">
                  <c:v>43648</c:v>
                </c:pt>
                <c:pt idx="366">
                  <c:v>43649</c:v>
                </c:pt>
                <c:pt idx="367">
                  <c:v>43650</c:v>
                </c:pt>
                <c:pt idx="368">
                  <c:v>43651</c:v>
                </c:pt>
                <c:pt idx="369">
                  <c:v>43654</c:v>
                </c:pt>
                <c:pt idx="370">
                  <c:v>43655</c:v>
                </c:pt>
                <c:pt idx="371">
                  <c:v>43656</c:v>
                </c:pt>
                <c:pt idx="372">
                  <c:v>43657</c:v>
                </c:pt>
                <c:pt idx="373">
                  <c:v>43658</c:v>
                </c:pt>
                <c:pt idx="374">
                  <c:v>43661</c:v>
                </c:pt>
                <c:pt idx="375">
                  <c:v>43662</c:v>
                </c:pt>
                <c:pt idx="376">
                  <c:v>43663</c:v>
                </c:pt>
                <c:pt idx="377">
                  <c:v>43664</c:v>
                </c:pt>
                <c:pt idx="378">
                  <c:v>43665</c:v>
                </c:pt>
                <c:pt idx="379">
                  <c:v>43668</c:v>
                </c:pt>
                <c:pt idx="380">
                  <c:v>43669</c:v>
                </c:pt>
                <c:pt idx="381">
                  <c:v>43670</c:v>
                </c:pt>
                <c:pt idx="382">
                  <c:v>43671</c:v>
                </c:pt>
                <c:pt idx="383">
                  <c:v>43672</c:v>
                </c:pt>
                <c:pt idx="384">
                  <c:v>43675</c:v>
                </c:pt>
                <c:pt idx="385">
                  <c:v>43676</c:v>
                </c:pt>
                <c:pt idx="386">
                  <c:v>43677</c:v>
                </c:pt>
                <c:pt idx="387">
                  <c:v>43678</c:v>
                </c:pt>
                <c:pt idx="388">
                  <c:v>43679</c:v>
                </c:pt>
                <c:pt idx="389">
                  <c:v>43682</c:v>
                </c:pt>
                <c:pt idx="390">
                  <c:v>43683</c:v>
                </c:pt>
                <c:pt idx="391">
                  <c:v>43684</c:v>
                </c:pt>
                <c:pt idx="392">
                  <c:v>43685</c:v>
                </c:pt>
                <c:pt idx="393">
                  <c:v>43686</c:v>
                </c:pt>
                <c:pt idx="394">
                  <c:v>43689</c:v>
                </c:pt>
                <c:pt idx="395">
                  <c:v>43690</c:v>
                </c:pt>
                <c:pt idx="396">
                  <c:v>43691</c:v>
                </c:pt>
                <c:pt idx="397">
                  <c:v>43692</c:v>
                </c:pt>
                <c:pt idx="398">
                  <c:v>43693</c:v>
                </c:pt>
                <c:pt idx="399">
                  <c:v>43696</c:v>
                </c:pt>
                <c:pt idx="400">
                  <c:v>43697</c:v>
                </c:pt>
                <c:pt idx="401">
                  <c:v>43698</c:v>
                </c:pt>
                <c:pt idx="402">
                  <c:v>43699</c:v>
                </c:pt>
                <c:pt idx="403">
                  <c:v>43700</c:v>
                </c:pt>
                <c:pt idx="404">
                  <c:v>43703</c:v>
                </c:pt>
                <c:pt idx="405">
                  <c:v>43704</c:v>
                </c:pt>
                <c:pt idx="406">
                  <c:v>43705</c:v>
                </c:pt>
                <c:pt idx="407">
                  <c:v>43706</c:v>
                </c:pt>
                <c:pt idx="408">
                  <c:v>43707</c:v>
                </c:pt>
                <c:pt idx="409">
                  <c:v>43710</c:v>
                </c:pt>
                <c:pt idx="410">
                  <c:v>43711</c:v>
                </c:pt>
                <c:pt idx="411">
                  <c:v>43712</c:v>
                </c:pt>
                <c:pt idx="412">
                  <c:v>43713</c:v>
                </c:pt>
                <c:pt idx="413">
                  <c:v>43714</c:v>
                </c:pt>
                <c:pt idx="414">
                  <c:v>43717</c:v>
                </c:pt>
                <c:pt idx="415">
                  <c:v>43718</c:v>
                </c:pt>
                <c:pt idx="416">
                  <c:v>43719</c:v>
                </c:pt>
                <c:pt idx="417">
                  <c:v>43720</c:v>
                </c:pt>
                <c:pt idx="418">
                  <c:v>43721</c:v>
                </c:pt>
                <c:pt idx="419">
                  <c:v>43724</c:v>
                </c:pt>
                <c:pt idx="420">
                  <c:v>43725</c:v>
                </c:pt>
                <c:pt idx="421">
                  <c:v>43726</c:v>
                </c:pt>
                <c:pt idx="422">
                  <c:v>43727</c:v>
                </c:pt>
                <c:pt idx="423">
                  <c:v>43728</c:v>
                </c:pt>
                <c:pt idx="424">
                  <c:v>43731</c:v>
                </c:pt>
                <c:pt idx="425">
                  <c:v>43732</c:v>
                </c:pt>
                <c:pt idx="426">
                  <c:v>43733</c:v>
                </c:pt>
                <c:pt idx="427">
                  <c:v>43734</c:v>
                </c:pt>
                <c:pt idx="428">
                  <c:v>43735</c:v>
                </c:pt>
                <c:pt idx="429">
                  <c:v>43738</c:v>
                </c:pt>
                <c:pt idx="430">
                  <c:v>43740</c:v>
                </c:pt>
                <c:pt idx="431">
                  <c:v>43741</c:v>
                </c:pt>
                <c:pt idx="432">
                  <c:v>43742</c:v>
                </c:pt>
                <c:pt idx="433">
                  <c:v>43746</c:v>
                </c:pt>
                <c:pt idx="434">
                  <c:v>43747</c:v>
                </c:pt>
                <c:pt idx="435">
                  <c:v>43748</c:v>
                </c:pt>
                <c:pt idx="436">
                  <c:v>43749</c:v>
                </c:pt>
                <c:pt idx="437">
                  <c:v>43752</c:v>
                </c:pt>
                <c:pt idx="438">
                  <c:v>43753</c:v>
                </c:pt>
                <c:pt idx="439">
                  <c:v>43754</c:v>
                </c:pt>
                <c:pt idx="440">
                  <c:v>43755</c:v>
                </c:pt>
                <c:pt idx="441">
                  <c:v>43756</c:v>
                </c:pt>
                <c:pt idx="442">
                  <c:v>43759</c:v>
                </c:pt>
                <c:pt idx="443">
                  <c:v>43760</c:v>
                </c:pt>
                <c:pt idx="444">
                  <c:v>43761</c:v>
                </c:pt>
                <c:pt idx="445">
                  <c:v>43762</c:v>
                </c:pt>
                <c:pt idx="446">
                  <c:v>43763</c:v>
                </c:pt>
                <c:pt idx="447">
                  <c:v>43766</c:v>
                </c:pt>
                <c:pt idx="448">
                  <c:v>43767</c:v>
                </c:pt>
                <c:pt idx="449">
                  <c:v>43768</c:v>
                </c:pt>
                <c:pt idx="450">
                  <c:v>43769</c:v>
                </c:pt>
                <c:pt idx="451">
                  <c:v>43770</c:v>
                </c:pt>
                <c:pt idx="452">
                  <c:v>43773</c:v>
                </c:pt>
                <c:pt idx="453">
                  <c:v>43774</c:v>
                </c:pt>
                <c:pt idx="454">
                  <c:v>43775</c:v>
                </c:pt>
                <c:pt idx="455">
                  <c:v>43776</c:v>
                </c:pt>
                <c:pt idx="456">
                  <c:v>43777</c:v>
                </c:pt>
                <c:pt idx="457">
                  <c:v>43780</c:v>
                </c:pt>
                <c:pt idx="458">
                  <c:v>43781</c:v>
                </c:pt>
                <c:pt idx="459">
                  <c:v>43782</c:v>
                </c:pt>
                <c:pt idx="460">
                  <c:v>43783</c:v>
                </c:pt>
                <c:pt idx="461">
                  <c:v>43784</c:v>
                </c:pt>
                <c:pt idx="462">
                  <c:v>43787</c:v>
                </c:pt>
                <c:pt idx="463">
                  <c:v>43788</c:v>
                </c:pt>
                <c:pt idx="464">
                  <c:v>43789</c:v>
                </c:pt>
                <c:pt idx="465">
                  <c:v>43790</c:v>
                </c:pt>
                <c:pt idx="466">
                  <c:v>43791</c:v>
                </c:pt>
                <c:pt idx="467">
                  <c:v>43794</c:v>
                </c:pt>
                <c:pt idx="468">
                  <c:v>43795</c:v>
                </c:pt>
                <c:pt idx="469">
                  <c:v>43796</c:v>
                </c:pt>
                <c:pt idx="470">
                  <c:v>43797</c:v>
                </c:pt>
                <c:pt idx="471">
                  <c:v>43798</c:v>
                </c:pt>
                <c:pt idx="472">
                  <c:v>43801</c:v>
                </c:pt>
                <c:pt idx="473">
                  <c:v>43802</c:v>
                </c:pt>
                <c:pt idx="474">
                  <c:v>43803</c:v>
                </c:pt>
                <c:pt idx="475">
                  <c:v>43804</c:v>
                </c:pt>
                <c:pt idx="476">
                  <c:v>43805</c:v>
                </c:pt>
                <c:pt idx="477">
                  <c:v>43808</c:v>
                </c:pt>
                <c:pt idx="478">
                  <c:v>43809</c:v>
                </c:pt>
                <c:pt idx="479">
                  <c:v>43810</c:v>
                </c:pt>
                <c:pt idx="480">
                  <c:v>43811</c:v>
                </c:pt>
                <c:pt idx="481">
                  <c:v>43812</c:v>
                </c:pt>
                <c:pt idx="482">
                  <c:v>43815</c:v>
                </c:pt>
                <c:pt idx="483">
                  <c:v>43816</c:v>
                </c:pt>
                <c:pt idx="484">
                  <c:v>43817</c:v>
                </c:pt>
                <c:pt idx="485">
                  <c:v>43818</c:v>
                </c:pt>
                <c:pt idx="486">
                  <c:v>43819</c:v>
                </c:pt>
                <c:pt idx="487">
                  <c:v>43822</c:v>
                </c:pt>
                <c:pt idx="488">
                  <c:v>43823</c:v>
                </c:pt>
                <c:pt idx="489">
                  <c:v>43826</c:v>
                </c:pt>
                <c:pt idx="490">
                  <c:v>43829</c:v>
                </c:pt>
                <c:pt idx="491">
                  <c:v>43830</c:v>
                </c:pt>
                <c:pt idx="492">
                  <c:v>43832</c:v>
                </c:pt>
                <c:pt idx="493">
                  <c:v>43833</c:v>
                </c:pt>
                <c:pt idx="494">
                  <c:v>43836</c:v>
                </c:pt>
                <c:pt idx="495">
                  <c:v>43837</c:v>
                </c:pt>
                <c:pt idx="496">
                  <c:v>43838</c:v>
                </c:pt>
                <c:pt idx="497">
                  <c:v>43839</c:v>
                </c:pt>
                <c:pt idx="498">
                  <c:v>43840</c:v>
                </c:pt>
                <c:pt idx="499">
                  <c:v>43843</c:v>
                </c:pt>
                <c:pt idx="500">
                  <c:v>43844</c:v>
                </c:pt>
                <c:pt idx="501">
                  <c:v>43845</c:v>
                </c:pt>
                <c:pt idx="502">
                  <c:v>43846</c:v>
                </c:pt>
                <c:pt idx="503">
                  <c:v>43847</c:v>
                </c:pt>
                <c:pt idx="504">
                  <c:v>43850</c:v>
                </c:pt>
                <c:pt idx="505">
                  <c:v>43851</c:v>
                </c:pt>
                <c:pt idx="506">
                  <c:v>43852</c:v>
                </c:pt>
                <c:pt idx="507">
                  <c:v>43853</c:v>
                </c:pt>
                <c:pt idx="508">
                  <c:v>43854</c:v>
                </c:pt>
                <c:pt idx="509">
                  <c:v>43859</c:v>
                </c:pt>
                <c:pt idx="510">
                  <c:v>43860</c:v>
                </c:pt>
                <c:pt idx="511">
                  <c:v>43861</c:v>
                </c:pt>
                <c:pt idx="512">
                  <c:v>43864</c:v>
                </c:pt>
                <c:pt idx="513">
                  <c:v>43865</c:v>
                </c:pt>
                <c:pt idx="514">
                  <c:v>43866</c:v>
                </c:pt>
                <c:pt idx="515">
                  <c:v>43867</c:v>
                </c:pt>
                <c:pt idx="516">
                  <c:v>43868</c:v>
                </c:pt>
                <c:pt idx="517">
                  <c:v>43871</c:v>
                </c:pt>
                <c:pt idx="518">
                  <c:v>43872</c:v>
                </c:pt>
                <c:pt idx="519">
                  <c:v>43873</c:v>
                </c:pt>
                <c:pt idx="520">
                  <c:v>43874</c:v>
                </c:pt>
                <c:pt idx="521">
                  <c:v>43875</c:v>
                </c:pt>
                <c:pt idx="522">
                  <c:v>43878</c:v>
                </c:pt>
                <c:pt idx="523">
                  <c:v>43879</c:v>
                </c:pt>
                <c:pt idx="524">
                  <c:v>43880</c:v>
                </c:pt>
                <c:pt idx="525">
                  <c:v>43881</c:v>
                </c:pt>
                <c:pt idx="526">
                  <c:v>43882</c:v>
                </c:pt>
                <c:pt idx="527">
                  <c:v>43885</c:v>
                </c:pt>
                <c:pt idx="528">
                  <c:v>43886</c:v>
                </c:pt>
                <c:pt idx="529">
                  <c:v>43887</c:v>
                </c:pt>
                <c:pt idx="530">
                  <c:v>43888</c:v>
                </c:pt>
                <c:pt idx="531">
                  <c:v>43889</c:v>
                </c:pt>
                <c:pt idx="532">
                  <c:v>43892</c:v>
                </c:pt>
                <c:pt idx="533">
                  <c:v>43893</c:v>
                </c:pt>
                <c:pt idx="534">
                  <c:v>43894</c:v>
                </c:pt>
                <c:pt idx="535">
                  <c:v>43895</c:v>
                </c:pt>
                <c:pt idx="536">
                  <c:v>43896</c:v>
                </c:pt>
                <c:pt idx="537">
                  <c:v>43899</c:v>
                </c:pt>
                <c:pt idx="538">
                  <c:v>43900</c:v>
                </c:pt>
                <c:pt idx="539">
                  <c:v>43901</c:v>
                </c:pt>
                <c:pt idx="540">
                  <c:v>43902</c:v>
                </c:pt>
                <c:pt idx="541">
                  <c:v>43903</c:v>
                </c:pt>
                <c:pt idx="542">
                  <c:v>43906</c:v>
                </c:pt>
                <c:pt idx="543">
                  <c:v>43907</c:v>
                </c:pt>
                <c:pt idx="544">
                  <c:v>43908</c:v>
                </c:pt>
                <c:pt idx="545">
                  <c:v>43909</c:v>
                </c:pt>
                <c:pt idx="546">
                  <c:v>43910</c:v>
                </c:pt>
                <c:pt idx="547">
                  <c:v>43913</c:v>
                </c:pt>
                <c:pt idx="548">
                  <c:v>43914</c:v>
                </c:pt>
                <c:pt idx="549">
                  <c:v>43915</c:v>
                </c:pt>
                <c:pt idx="550">
                  <c:v>43916</c:v>
                </c:pt>
                <c:pt idx="551">
                  <c:v>43917</c:v>
                </c:pt>
                <c:pt idx="552">
                  <c:v>43920</c:v>
                </c:pt>
                <c:pt idx="553">
                  <c:v>43921</c:v>
                </c:pt>
                <c:pt idx="554">
                  <c:v>43922</c:v>
                </c:pt>
                <c:pt idx="555">
                  <c:v>43923</c:v>
                </c:pt>
                <c:pt idx="556">
                  <c:v>43924</c:v>
                </c:pt>
                <c:pt idx="557">
                  <c:v>43927</c:v>
                </c:pt>
                <c:pt idx="558">
                  <c:v>43928</c:v>
                </c:pt>
                <c:pt idx="559">
                  <c:v>43929</c:v>
                </c:pt>
                <c:pt idx="560">
                  <c:v>43930</c:v>
                </c:pt>
                <c:pt idx="561">
                  <c:v>43935</c:v>
                </c:pt>
                <c:pt idx="562">
                  <c:v>43936</c:v>
                </c:pt>
                <c:pt idx="563">
                  <c:v>43937</c:v>
                </c:pt>
                <c:pt idx="564">
                  <c:v>43938</c:v>
                </c:pt>
                <c:pt idx="565">
                  <c:v>43941</c:v>
                </c:pt>
                <c:pt idx="566">
                  <c:v>43942</c:v>
                </c:pt>
                <c:pt idx="567">
                  <c:v>43943</c:v>
                </c:pt>
                <c:pt idx="568">
                  <c:v>43944</c:v>
                </c:pt>
                <c:pt idx="569">
                  <c:v>43945</c:v>
                </c:pt>
                <c:pt idx="570">
                  <c:v>43948</c:v>
                </c:pt>
                <c:pt idx="571">
                  <c:v>43949</c:v>
                </c:pt>
                <c:pt idx="572">
                  <c:v>43950</c:v>
                </c:pt>
                <c:pt idx="573">
                  <c:v>43955</c:v>
                </c:pt>
                <c:pt idx="574">
                  <c:v>43956</c:v>
                </c:pt>
                <c:pt idx="575">
                  <c:v>43957</c:v>
                </c:pt>
                <c:pt idx="576">
                  <c:v>43958</c:v>
                </c:pt>
                <c:pt idx="577">
                  <c:v>43959</c:v>
                </c:pt>
                <c:pt idx="578">
                  <c:v>43962</c:v>
                </c:pt>
                <c:pt idx="579">
                  <c:v>43963</c:v>
                </c:pt>
                <c:pt idx="580">
                  <c:v>43964</c:v>
                </c:pt>
                <c:pt idx="581">
                  <c:v>43965</c:v>
                </c:pt>
                <c:pt idx="582">
                  <c:v>43966</c:v>
                </c:pt>
                <c:pt idx="583">
                  <c:v>43969</c:v>
                </c:pt>
                <c:pt idx="584">
                  <c:v>43970</c:v>
                </c:pt>
                <c:pt idx="585">
                  <c:v>43971</c:v>
                </c:pt>
                <c:pt idx="586">
                  <c:v>43972</c:v>
                </c:pt>
                <c:pt idx="587">
                  <c:v>43973</c:v>
                </c:pt>
                <c:pt idx="588">
                  <c:v>43976</c:v>
                </c:pt>
                <c:pt idx="589">
                  <c:v>43977</c:v>
                </c:pt>
                <c:pt idx="590">
                  <c:v>43978</c:v>
                </c:pt>
                <c:pt idx="591">
                  <c:v>43979</c:v>
                </c:pt>
                <c:pt idx="592">
                  <c:v>43980</c:v>
                </c:pt>
                <c:pt idx="593">
                  <c:v>43983</c:v>
                </c:pt>
                <c:pt idx="594">
                  <c:v>43984</c:v>
                </c:pt>
                <c:pt idx="595">
                  <c:v>43985</c:v>
                </c:pt>
                <c:pt idx="596">
                  <c:v>43986</c:v>
                </c:pt>
                <c:pt idx="597">
                  <c:v>43987</c:v>
                </c:pt>
                <c:pt idx="598">
                  <c:v>43990</c:v>
                </c:pt>
                <c:pt idx="599">
                  <c:v>43991</c:v>
                </c:pt>
                <c:pt idx="600">
                  <c:v>43992</c:v>
                </c:pt>
                <c:pt idx="601">
                  <c:v>43993</c:v>
                </c:pt>
                <c:pt idx="602">
                  <c:v>43994</c:v>
                </c:pt>
                <c:pt idx="603">
                  <c:v>43997</c:v>
                </c:pt>
                <c:pt idx="604">
                  <c:v>43998</c:v>
                </c:pt>
                <c:pt idx="605">
                  <c:v>43999</c:v>
                </c:pt>
                <c:pt idx="606">
                  <c:v>44000</c:v>
                </c:pt>
                <c:pt idx="607">
                  <c:v>44001</c:v>
                </c:pt>
                <c:pt idx="608">
                  <c:v>44004</c:v>
                </c:pt>
                <c:pt idx="609">
                  <c:v>44005</c:v>
                </c:pt>
                <c:pt idx="610">
                  <c:v>44006</c:v>
                </c:pt>
                <c:pt idx="611">
                  <c:v>44008</c:v>
                </c:pt>
                <c:pt idx="612">
                  <c:v>44011</c:v>
                </c:pt>
                <c:pt idx="613">
                  <c:v>44012</c:v>
                </c:pt>
                <c:pt idx="614">
                  <c:v>44014</c:v>
                </c:pt>
                <c:pt idx="615">
                  <c:v>44015</c:v>
                </c:pt>
                <c:pt idx="616">
                  <c:v>44018</c:v>
                </c:pt>
                <c:pt idx="617">
                  <c:v>44019</c:v>
                </c:pt>
                <c:pt idx="618">
                  <c:v>44020</c:v>
                </c:pt>
                <c:pt idx="619">
                  <c:v>44021</c:v>
                </c:pt>
                <c:pt idx="620">
                  <c:v>44022</c:v>
                </c:pt>
                <c:pt idx="621">
                  <c:v>44025</c:v>
                </c:pt>
                <c:pt idx="622">
                  <c:v>44026</c:v>
                </c:pt>
                <c:pt idx="623">
                  <c:v>44027</c:v>
                </c:pt>
                <c:pt idx="624">
                  <c:v>44028</c:v>
                </c:pt>
                <c:pt idx="625">
                  <c:v>44029</c:v>
                </c:pt>
                <c:pt idx="626">
                  <c:v>44032</c:v>
                </c:pt>
                <c:pt idx="627">
                  <c:v>44033</c:v>
                </c:pt>
                <c:pt idx="628">
                  <c:v>44034</c:v>
                </c:pt>
                <c:pt idx="629">
                  <c:v>44035</c:v>
                </c:pt>
                <c:pt idx="630">
                  <c:v>44036</c:v>
                </c:pt>
                <c:pt idx="631">
                  <c:v>44039</c:v>
                </c:pt>
                <c:pt idx="632">
                  <c:v>44040</c:v>
                </c:pt>
                <c:pt idx="633">
                  <c:v>44041</c:v>
                </c:pt>
                <c:pt idx="634">
                  <c:v>44042</c:v>
                </c:pt>
                <c:pt idx="635">
                  <c:v>44043</c:v>
                </c:pt>
                <c:pt idx="636">
                  <c:v>44046</c:v>
                </c:pt>
                <c:pt idx="637">
                  <c:v>44047</c:v>
                </c:pt>
                <c:pt idx="638">
                  <c:v>44048</c:v>
                </c:pt>
                <c:pt idx="639">
                  <c:v>44049</c:v>
                </c:pt>
                <c:pt idx="640">
                  <c:v>44050</c:v>
                </c:pt>
                <c:pt idx="641">
                  <c:v>44053</c:v>
                </c:pt>
                <c:pt idx="642">
                  <c:v>44054</c:v>
                </c:pt>
                <c:pt idx="643">
                  <c:v>44055</c:v>
                </c:pt>
                <c:pt idx="644">
                  <c:v>44056</c:v>
                </c:pt>
                <c:pt idx="645">
                  <c:v>44057</c:v>
                </c:pt>
                <c:pt idx="646">
                  <c:v>44060</c:v>
                </c:pt>
                <c:pt idx="647">
                  <c:v>44061</c:v>
                </c:pt>
                <c:pt idx="648">
                  <c:v>44062</c:v>
                </c:pt>
                <c:pt idx="649">
                  <c:v>44063</c:v>
                </c:pt>
                <c:pt idx="650">
                  <c:v>44064</c:v>
                </c:pt>
                <c:pt idx="651">
                  <c:v>44067</c:v>
                </c:pt>
                <c:pt idx="652">
                  <c:v>44068</c:v>
                </c:pt>
                <c:pt idx="653">
                  <c:v>44069</c:v>
                </c:pt>
                <c:pt idx="654">
                  <c:v>44070</c:v>
                </c:pt>
                <c:pt idx="655">
                  <c:v>44071</c:v>
                </c:pt>
                <c:pt idx="656">
                  <c:v>44074</c:v>
                </c:pt>
                <c:pt idx="657">
                  <c:v>44075</c:v>
                </c:pt>
                <c:pt idx="658">
                  <c:v>44076</c:v>
                </c:pt>
                <c:pt idx="659">
                  <c:v>44077</c:v>
                </c:pt>
                <c:pt idx="660">
                  <c:v>44078</c:v>
                </c:pt>
                <c:pt idx="661">
                  <c:v>44081</c:v>
                </c:pt>
                <c:pt idx="662">
                  <c:v>44082</c:v>
                </c:pt>
                <c:pt idx="663">
                  <c:v>44083</c:v>
                </c:pt>
                <c:pt idx="664">
                  <c:v>44084</c:v>
                </c:pt>
                <c:pt idx="665">
                  <c:v>44085</c:v>
                </c:pt>
                <c:pt idx="666">
                  <c:v>44088</c:v>
                </c:pt>
                <c:pt idx="667">
                  <c:v>44089</c:v>
                </c:pt>
                <c:pt idx="668">
                  <c:v>44090</c:v>
                </c:pt>
                <c:pt idx="669">
                  <c:v>44091</c:v>
                </c:pt>
                <c:pt idx="670">
                  <c:v>44092</c:v>
                </c:pt>
                <c:pt idx="671">
                  <c:v>44095</c:v>
                </c:pt>
                <c:pt idx="672">
                  <c:v>44096</c:v>
                </c:pt>
                <c:pt idx="673">
                  <c:v>44097</c:v>
                </c:pt>
                <c:pt idx="674">
                  <c:v>44098</c:v>
                </c:pt>
                <c:pt idx="675">
                  <c:v>44099</c:v>
                </c:pt>
                <c:pt idx="676">
                  <c:v>44102</c:v>
                </c:pt>
                <c:pt idx="677">
                  <c:v>44103</c:v>
                </c:pt>
                <c:pt idx="678">
                  <c:v>44104</c:v>
                </c:pt>
                <c:pt idx="679">
                  <c:v>44109</c:v>
                </c:pt>
                <c:pt idx="680">
                  <c:v>44110</c:v>
                </c:pt>
                <c:pt idx="681">
                  <c:v>44111</c:v>
                </c:pt>
                <c:pt idx="682">
                  <c:v>44112</c:v>
                </c:pt>
                <c:pt idx="683">
                  <c:v>44113</c:v>
                </c:pt>
                <c:pt idx="684">
                  <c:v>44116</c:v>
                </c:pt>
                <c:pt idx="685">
                  <c:v>44118</c:v>
                </c:pt>
                <c:pt idx="686">
                  <c:v>44119</c:v>
                </c:pt>
                <c:pt idx="687">
                  <c:v>44120</c:v>
                </c:pt>
                <c:pt idx="688">
                  <c:v>44123</c:v>
                </c:pt>
                <c:pt idx="689">
                  <c:v>44124</c:v>
                </c:pt>
                <c:pt idx="690">
                  <c:v>44125</c:v>
                </c:pt>
                <c:pt idx="691">
                  <c:v>44126</c:v>
                </c:pt>
                <c:pt idx="692">
                  <c:v>44127</c:v>
                </c:pt>
                <c:pt idx="693">
                  <c:v>44131</c:v>
                </c:pt>
                <c:pt idx="694">
                  <c:v>44132</c:v>
                </c:pt>
                <c:pt idx="695">
                  <c:v>44133</c:v>
                </c:pt>
                <c:pt idx="696">
                  <c:v>44134</c:v>
                </c:pt>
                <c:pt idx="697">
                  <c:v>44137</c:v>
                </c:pt>
                <c:pt idx="698">
                  <c:v>44138</c:v>
                </c:pt>
                <c:pt idx="699">
                  <c:v>44139</c:v>
                </c:pt>
                <c:pt idx="700">
                  <c:v>44140</c:v>
                </c:pt>
                <c:pt idx="701">
                  <c:v>44141</c:v>
                </c:pt>
                <c:pt idx="702">
                  <c:v>44144</c:v>
                </c:pt>
                <c:pt idx="703">
                  <c:v>44145</c:v>
                </c:pt>
                <c:pt idx="704">
                  <c:v>44146</c:v>
                </c:pt>
                <c:pt idx="705">
                  <c:v>44147</c:v>
                </c:pt>
                <c:pt idx="706">
                  <c:v>44148</c:v>
                </c:pt>
                <c:pt idx="707">
                  <c:v>44151</c:v>
                </c:pt>
                <c:pt idx="708">
                  <c:v>44152</c:v>
                </c:pt>
                <c:pt idx="709">
                  <c:v>44153</c:v>
                </c:pt>
                <c:pt idx="710">
                  <c:v>44154</c:v>
                </c:pt>
                <c:pt idx="711">
                  <c:v>44155</c:v>
                </c:pt>
                <c:pt idx="712">
                  <c:v>44158</c:v>
                </c:pt>
                <c:pt idx="713">
                  <c:v>44159</c:v>
                </c:pt>
                <c:pt idx="714">
                  <c:v>44160</c:v>
                </c:pt>
                <c:pt idx="715">
                  <c:v>44161</c:v>
                </c:pt>
                <c:pt idx="716">
                  <c:v>44162</c:v>
                </c:pt>
                <c:pt idx="717">
                  <c:v>44165</c:v>
                </c:pt>
                <c:pt idx="718">
                  <c:v>44166</c:v>
                </c:pt>
                <c:pt idx="719">
                  <c:v>44167</c:v>
                </c:pt>
                <c:pt idx="720">
                  <c:v>44168</c:v>
                </c:pt>
                <c:pt idx="721">
                  <c:v>44169</c:v>
                </c:pt>
                <c:pt idx="722">
                  <c:v>44172</c:v>
                </c:pt>
                <c:pt idx="723">
                  <c:v>44173</c:v>
                </c:pt>
                <c:pt idx="724">
                  <c:v>44174</c:v>
                </c:pt>
                <c:pt idx="725">
                  <c:v>44175</c:v>
                </c:pt>
                <c:pt idx="726">
                  <c:v>44176</c:v>
                </c:pt>
                <c:pt idx="727">
                  <c:v>44179</c:v>
                </c:pt>
                <c:pt idx="728">
                  <c:v>44180</c:v>
                </c:pt>
                <c:pt idx="729">
                  <c:v>44181</c:v>
                </c:pt>
                <c:pt idx="730">
                  <c:v>44182</c:v>
                </c:pt>
                <c:pt idx="731">
                  <c:v>44183</c:v>
                </c:pt>
                <c:pt idx="732">
                  <c:v>44186</c:v>
                </c:pt>
                <c:pt idx="733">
                  <c:v>44187</c:v>
                </c:pt>
                <c:pt idx="734">
                  <c:v>44188</c:v>
                </c:pt>
                <c:pt idx="735">
                  <c:v>44189</c:v>
                </c:pt>
                <c:pt idx="736">
                  <c:v>44193</c:v>
                </c:pt>
                <c:pt idx="737">
                  <c:v>44194</c:v>
                </c:pt>
                <c:pt idx="738">
                  <c:v>44195</c:v>
                </c:pt>
                <c:pt idx="739">
                  <c:v>44196</c:v>
                </c:pt>
                <c:pt idx="740">
                  <c:v>44200</c:v>
                </c:pt>
                <c:pt idx="741">
                  <c:v>44201</c:v>
                </c:pt>
                <c:pt idx="742">
                  <c:v>44202</c:v>
                </c:pt>
                <c:pt idx="743">
                  <c:v>44203</c:v>
                </c:pt>
                <c:pt idx="744">
                  <c:v>44204</c:v>
                </c:pt>
                <c:pt idx="745">
                  <c:v>44207</c:v>
                </c:pt>
                <c:pt idx="746">
                  <c:v>44208</c:v>
                </c:pt>
                <c:pt idx="747">
                  <c:v>44209</c:v>
                </c:pt>
                <c:pt idx="748">
                  <c:v>44210</c:v>
                </c:pt>
                <c:pt idx="749">
                  <c:v>44211</c:v>
                </c:pt>
                <c:pt idx="750">
                  <c:v>44214</c:v>
                </c:pt>
                <c:pt idx="751">
                  <c:v>44215</c:v>
                </c:pt>
                <c:pt idx="752">
                  <c:v>44216</c:v>
                </c:pt>
                <c:pt idx="753">
                  <c:v>44217</c:v>
                </c:pt>
                <c:pt idx="754">
                  <c:v>44218</c:v>
                </c:pt>
                <c:pt idx="755">
                  <c:v>44221</c:v>
                </c:pt>
                <c:pt idx="756">
                  <c:v>44222</c:v>
                </c:pt>
                <c:pt idx="757">
                  <c:v>44223</c:v>
                </c:pt>
                <c:pt idx="758">
                  <c:v>44224</c:v>
                </c:pt>
                <c:pt idx="759">
                  <c:v>44225</c:v>
                </c:pt>
                <c:pt idx="760">
                  <c:v>44228</c:v>
                </c:pt>
                <c:pt idx="761">
                  <c:v>44229</c:v>
                </c:pt>
                <c:pt idx="762">
                  <c:v>44230</c:v>
                </c:pt>
                <c:pt idx="763">
                  <c:v>44231</c:v>
                </c:pt>
                <c:pt idx="764">
                  <c:v>44232</c:v>
                </c:pt>
                <c:pt idx="765">
                  <c:v>44235</c:v>
                </c:pt>
                <c:pt idx="766">
                  <c:v>44236</c:v>
                </c:pt>
                <c:pt idx="767">
                  <c:v>44237</c:v>
                </c:pt>
                <c:pt idx="768">
                  <c:v>44238</c:v>
                </c:pt>
                <c:pt idx="769">
                  <c:v>44243</c:v>
                </c:pt>
                <c:pt idx="770">
                  <c:v>44244</c:v>
                </c:pt>
                <c:pt idx="771">
                  <c:v>44245</c:v>
                </c:pt>
                <c:pt idx="772">
                  <c:v>44246</c:v>
                </c:pt>
                <c:pt idx="773">
                  <c:v>44249</c:v>
                </c:pt>
                <c:pt idx="774">
                  <c:v>44250</c:v>
                </c:pt>
                <c:pt idx="775">
                  <c:v>44251</c:v>
                </c:pt>
                <c:pt idx="776">
                  <c:v>44252</c:v>
                </c:pt>
                <c:pt idx="777">
                  <c:v>44253</c:v>
                </c:pt>
                <c:pt idx="778">
                  <c:v>44256</c:v>
                </c:pt>
                <c:pt idx="779">
                  <c:v>44257</c:v>
                </c:pt>
                <c:pt idx="780">
                  <c:v>44258</c:v>
                </c:pt>
                <c:pt idx="781">
                  <c:v>44259</c:v>
                </c:pt>
                <c:pt idx="782">
                  <c:v>44260</c:v>
                </c:pt>
                <c:pt idx="783">
                  <c:v>44263</c:v>
                </c:pt>
                <c:pt idx="784">
                  <c:v>44264</c:v>
                </c:pt>
                <c:pt idx="785">
                  <c:v>44265</c:v>
                </c:pt>
                <c:pt idx="786">
                  <c:v>44266</c:v>
                </c:pt>
                <c:pt idx="787">
                  <c:v>44267</c:v>
                </c:pt>
                <c:pt idx="788">
                  <c:v>44270</c:v>
                </c:pt>
                <c:pt idx="789">
                  <c:v>44271</c:v>
                </c:pt>
                <c:pt idx="790">
                  <c:v>44272</c:v>
                </c:pt>
                <c:pt idx="791">
                  <c:v>44273</c:v>
                </c:pt>
                <c:pt idx="792">
                  <c:v>44274</c:v>
                </c:pt>
                <c:pt idx="793">
                  <c:v>44277</c:v>
                </c:pt>
                <c:pt idx="794">
                  <c:v>44278</c:v>
                </c:pt>
                <c:pt idx="795">
                  <c:v>44279</c:v>
                </c:pt>
                <c:pt idx="796">
                  <c:v>44280</c:v>
                </c:pt>
                <c:pt idx="797">
                  <c:v>44281</c:v>
                </c:pt>
                <c:pt idx="798">
                  <c:v>44284</c:v>
                </c:pt>
                <c:pt idx="799">
                  <c:v>44285</c:v>
                </c:pt>
                <c:pt idx="800">
                  <c:v>44286</c:v>
                </c:pt>
                <c:pt idx="801">
                  <c:v>44287</c:v>
                </c:pt>
                <c:pt idx="802">
                  <c:v>44293</c:v>
                </c:pt>
                <c:pt idx="803">
                  <c:v>44294</c:v>
                </c:pt>
                <c:pt idx="804">
                  <c:v>44295</c:v>
                </c:pt>
                <c:pt idx="805">
                  <c:v>44298</c:v>
                </c:pt>
                <c:pt idx="806">
                  <c:v>44299</c:v>
                </c:pt>
                <c:pt idx="807">
                  <c:v>44300</c:v>
                </c:pt>
                <c:pt idx="808">
                  <c:v>44301</c:v>
                </c:pt>
                <c:pt idx="809">
                  <c:v>44302</c:v>
                </c:pt>
                <c:pt idx="810">
                  <c:v>44305</c:v>
                </c:pt>
                <c:pt idx="811">
                  <c:v>44306</c:v>
                </c:pt>
                <c:pt idx="812">
                  <c:v>44307</c:v>
                </c:pt>
                <c:pt idx="813">
                  <c:v>44308</c:v>
                </c:pt>
                <c:pt idx="814">
                  <c:v>44309</c:v>
                </c:pt>
                <c:pt idx="815">
                  <c:v>44312</c:v>
                </c:pt>
                <c:pt idx="816">
                  <c:v>44313</c:v>
                </c:pt>
                <c:pt idx="817">
                  <c:v>44314</c:v>
                </c:pt>
                <c:pt idx="818">
                  <c:v>44315</c:v>
                </c:pt>
                <c:pt idx="819">
                  <c:v>44316</c:v>
                </c:pt>
                <c:pt idx="820">
                  <c:v>44319</c:v>
                </c:pt>
                <c:pt idx="821">
                  <c:v>44320</c:v>
                </c:pt>
                <c:pt idx="822">
                  <c:v>44321</c:v>
                </c:pt>
                <c:pt idx="823">
                  <c:v>44322</c:v>
                </c:pt>
                <c:pt idx="824">
                  <c:v>44323</c:v>
                </c:pt>
                <c:pt idx="825">
                  <c:v>44326</c:v>
                </c:pt>
                <c:pt idx="826">
                  <c:v>44327</c:v>
                </c:pt>
                <c:pt idx="827">
                  <c:v>44328</c:v>
                </c:pt>
                <c:pt idx="828">
                  <c:v>44329</c:v>
                </c:pt>
                <c:pt idx="829">
                  <c:v>44330</c:v>
                </c:pt>
                <c:pt idx="830">
                  <c:v>44333</c:v>
                </c:pt>
                <c:pt idx="831">
                  <c:v>44334</c:v>
                </c:pt>
                <c:pt idx="832">
                  <c:v>44336</c:v>
                </c:pt>
                <c:pt idx="833">
                  <c:v>44337</c:v>
                </c:pt>
                <c:pt idx="834">
                  <c:v>44340</c:v>
                </c:pt>
                <c:pt idx="835">
                  <c:v>44341</c:v>
                </c:pt>
                <c:pt idx="836">
                  <c:v>44342</c:v>
                </c:pt>
                <c:pt idx="837">
                  <c:v>44343</c:v>
                </c:pt>
                <c:pt idx="838">
                  <c:v>44344</c:v>
                </c:pt>
                <c:pt idx="839">
                  <c:v>44347</c:v>
                </c:pt>
                <c:pt idx="840">
                  <c:v>44348</c:v>
                </c:pt>
                <c:pt idx="841">
                  <c:v>44349</c:v>
                </c:pt>
                <c:pt idx="842">
                  <c:v>44350</c:v>
                </c:pt>
                <c:pt idx="843">
                  <c:v>44351</c:v>
                </c:pt>
                <c:pt idx="844">
                  <c:v>44354</c:v>
                </c:pt>
                <c:pt idx="845">
                  <c:v>44355</c:v>
                </c:pt>
                <c:pt idx="846">
                  <c:v>44356</c:v>
                </c:pt>
                <c:pt idx="847">
                  <c:v>44357</c:v>
                </c:pt>
                <c:pt idx="848">
                  <c:v>44358</c:v>
                </c:pt>
                <c:pt idx="849">
                  <c:v>44362</c:v>
                </c:pt>
                <c:pt idx="850">
                  <c:v>44363</c:v>
                </c:pt>
                <c:pt idx="851">
                  <c:v>44364</c:v>
                </c:pt>
                <c:pt idx="852">
                  <c:v>44365</c:v>
                </c:pt>
                <c:pt idx="853">
                  <c:v>44368</c:v>
                </c:pt>
                <c:pt idx="854">
                  <c:v>44369</c:v>
                </c:pt>
                <c:pt idx="855">
                  <c:v>44370</c:v>
                </c:pt>
                <c:pt idx="856">
                  <c:v>44371</c:v>
                </c:pt>
                <c:pt idx="857">
                  <c:v>44372</c:v>
                </c:pt>
                <c:pt idx="858">
                  <c:v>44375</c:v>
                </c:pt>
                <c:pt idx="859">
                  <c:v>44376</c:v>
                </c:pt>
                <c:pt idx="860">
                  <c:v>44377</c:v>
                </c:pt>
                <c:pt idx="861">
                  <c:v>44379</c:v>
                </c:pt>
                <c:pt idx="862">
                  <c:v>44382</c:v>
                </c:pt>
                <c:pt idx="863">
                  <c:v>44383</c:v>
                </c:pt>
                <c:pt idx="864">
                  <c:v>44384</c:v>
                </c:pt>
                <c:pt idx="865">
                  <c:v>44385</c:v>
                </c:pt>
                <c:pt idx="866">
                  <c:v>44386</c:v>
                </c:pt>
                <c:pt idx="867">
                  <c:v>44389</c:v>
                </c:pt>
                <c:pt idx="868">
                  <c:v>44390</c:v>
                </c:pt>
                <c:pt idx="869">
                  <c:v>44391</c:v>
                </c:pt>
                <c:pt idx="870">
                  <c:v>44392</c:v>
                </c:pt>
                <c:pt idx="871">
                  <c:v>44393</c:v>
                </c:pt>
                <c:pt idx="872">
                  <c:v>44396</c:v>
                </c:pt>
                <c:pt idx="873">
                  <c:v>44397</c:v>
                </c:pt>
                <c:pt idx="874">
                  <c:v>44398</c:v>
                </c:pt>
                <c:pt idx="875">
                  <c:v>44399</c:v>
                </c:pt>
                <c:pt idx="876">
                  <c:v>44400</c:v>
                </c:pt>
                <c:pt idx="877">
                  <c:v>44403</c:v>
                </c:pt>
                <c:pt idx="878">
                  <c:v>44404</c:v>
                </c:pt>
                <c:pt idx="879">
                  <c:v>44405</c:v>
                </c:pt>
                <c:pt idx="880">
                  <c:v>44406</c:v>
                </c:pt>
                <c:pt idx="881">
                  <c:v>44407</c:v>
                </c:pt>
                <c:pt idx="882">
                  <c:v>44410</c:v>
                </c:pt>
                <c:pt idx="883">
                  <c:v>44411</c:v>
                </c:pt>
                <c:pt idx="884">
                  <c:v>44412</c:v>
                </c:pt>
                <c:pt idx="885">
                  <c:v>44413</c:v>
                </c:pt>
                <c:pt idx="886">
                  <c:v>44414</c:v>
                </c:pt>
                <c:pt idx="887">
                  <c:v>44417</c:v>
                </c:pt>
                <c:pt idx="888">
                  <c:v>44418</c:v>
                </c:pt>
                <c:pt idx="889">
                  <c:v>44419</c:v>
                </c:pt>
                <c:pt idx="890">
                  <c:v>44420</c:v>
                </c:pt>
                <c:pt idx="891">
                  <c:v>44421</c:v>
                </c:pt>
                <c:pt idx="892">
                  <c:v>44424</c:v>
                </c:pt>
                <c:pt idx="893">
                  <c:v>44425</c:v>
                </c:pt>
                <c:pt idx="894">
                  <c:v>44426</c:v>
                </c:pt>
                <c:pt idx="895">
                  <c:v>44427</c:v>
                </c:pt>
                <c:pt idx="896">
                  <c:v>44428</c:v>
                </c:pt>
                <c:pt idx="897">
                  <c:v>44431</c:v>
                </c:pt>
                <c:pt idx="898">
                  <c:v>44432</c:v>
                </c:pt>
                <c:pt idx="899">
                  <c:v>44433</c:v>
                </c:pt>
                <c:pt idx="900">
                  <c:v>44434</c:v>
                </c:pt>
                <c:pt idx="901">
                  <c:v>44435</c:v>
                </c:pt>
                <c:pt idx="902">
                  <c:v>44438</c:v>
                </c:pt>
                <c:pt idx="903">
                  <c:v>44439</c:v>
                </c:pt>
                <c:pt idx="904">
                  <c:v>44440</c:v>
                </c:pt>
                <c:pt idx="905">
                  <c:v>44441</c:v>
                </c:pt>
                <c:pt idx="906">
                  <c:v>44442</c:v>
                </c:pt>
                <c:pt idx="907">
                  <c:v>44445</c:v>
                </c:pt>
                <c:pt idx="908">
                  <c:v>44446</c:v>
                </c:pt>
                <c:pt idx="909">
                  <c:v>44447</c:v>
                </c:pt>
                <c:pt idx="910">
                  <c:v>44448</c:v>
                </c:pt>
                <c:pt idx="911">
                  <c:v>44449</c:v>
                </c:pt>
                <c:pt idx="912">
                  <c:v>44452</c:v>
                </c:pt>
                <c:pt idx="913">
                  <c:v>44453</c:v>
                </c:pt>
                <c:pt idx="914">
                  <c:v>44454</c:v>
                </c:pt>
                <c:pt idx="915">
                  <c:v>44455</c:v>
                </c:pt>
                <c:pt idx="916">
                  <c:v>44456</c:v>
                </c:pt>
                <c:pt idx="917">
                  <c:v>44459</c:v>
                </c:pt>
                <c:pt idx="918">
                  <c:v>44460</c:v>
                </c:pt>
                <c:pt idx="919">
                  <c:v>44462</c:v>
                </c:pt>
                <c:pt idx="920">
                  <c:v>44463</c:v>
                </c:pt>
                <c:pt idx="921">
                  <c:v>44466</c:v>
                </c:pt>
                <c:pt idx="922">
                  <c:v>44467</c:v>
                </c:pt>
                <c:pt idx="923">
                  <c:v>44468</c:v>
                </c:pt>
                <c:pt idx="924">
                  <c:v>44469</c:v>
                </c:pt>
                <c:pt idx="925">
                  <c:v>44473</c:v>
                </c:pt>
                <c:pt idx="926">
                  <c:v>44474</c:v>
                </c:pt>
                <c:pt idx="927">
                  <c:v>44475</c:v>
                </c:pt>
                <c:pt idx="928">
                  <c:v>44476</c:v>
                </c:pt>
                <c:pt idx="929">
                  <c:v>44477</c:v>
                </c:pt>
                <c:pt idx="930">
                  <c:v>44480</c:v>
                </c:pt>
                <c:pt idx="931">
                  <c:v>44481</c:v>
                </c:pt>
                <c:pt idx="932">
                  <c:v>44484</c:v>
                </c:pt>
                <c:pt idx="933">
                  <c:v>44487</c:v>
                </c:pt>
                <c:pt idx="934">
                  <c:v>44488</c:v>
                </c:pt>
                <c:pt idx="935">
                  <c:v>44489</c:v>
                </c:pt>
                <c:pt idx="936">
                  <c:v>44490</c:v>
                </c:pt>
                <c:pt idx="937">
                  <c:v>44491</c:v>
                </c:pt>
                <c:pt idx="938">
                  <c:v>44494</c:v>
                </c:pt>
                <c:pt idx="939">
                  <c:v>44495</c:v>
                </c:pt>
                <c:pt idx="940">
                  <c:v>44496</c:v>
                </c:pt>
                <c:pt idx="941">
                  <c:v>44497</c:v>
                </c:pt>
                <c:pt idx="942">
                  <c:v>44498</c:v>
                </c:pt>
                <c:pt idx="943">
                  <c:v>44501</c:v>
                </c:pt>
                <c:pt idx="944">
                  <c:v>44502</c:v>
                </c:pt>
                <c:pt idx="945">
                  <c:v>44503</c:v>
                </c:pt>
                <c:pt idx="946">
                  <c:v>44504</c:v>
                </c:pt>
                <c:pt idx="947">
                  <c:v>44505</c:v>
                </c:pt>
                <c:pt idx="948">
                  <c:v>44508</c:v>
                </c:pt>
                <c:pt idx="949">
                  <c:v>44509</c:v>
                </c:pt>
                <c:pt idx="950">
                  <c:v>44510</c:v>
                </c:pt>
                <c:pt idx="951">
                  <c:v>44511</c:v>
                </c:pt>
                <c:pt idx="952">
                  <c:v>44512</c:v>
                </c:pt>
                <c:pt idx="953">
                  <c:v>44515</c:v>
                </c:pt>
                <c:pt idx="954">
                  <c:v>44516</c:v>
                </c:pt>
                <c:pt idx="955">
                  <c:v>44517</c:v>
                </c:pt>
                <c:pt idx="956">
                  <c:v>44518</c:v>
                </c:pt>
                <c:pt idx="957">
                  <c:v>44519</c:v>
                </c:pt>
                <c:pt idx="958">
                  <c:v>44522</c:v>
                </c:pt>
                <c:pt idx="959">
                  <c:v>44523</c:v>
                </c:pt>
                <c:pt idx="960">
                  <c:v>44524</c:v>
                </c:pt>
                <c:pt idx="961">
                  <c:v>44525</c:v>
                </c:pt>
                <c:pt idx="962">
                  <c:v>44526</c:v>
                </c:pt>
                <c:pt idx="963">
                  <c:v>44529</c:v>
                </c:pt>
                <c:pt idx="964">
                  <c:v>44530</c:v>
                </c:pt>
                <c:pt idx="965">
                  <c:v>44531</c:v>
                </c:pt>
                <c:pt idx="966">
                  <c:v>44532</c:v>
                </c:pt>
                <c:pt idx="967">
                  <c:v>44533</c:v>
                </c:pt>
                <c:pt idx="968">
                  <c:v>44536</c:v>
                </c:pt>
                <c:pt idx="969">
                  <c:v>44537</c:v>
                </c:pt>
                <c:pt idx="970">
                  <c:v>44538</c:v>
                </c:pt>
                <c:pt idx="971">
                  <c:v>44539</c:v>
                </c:pt>
                <c:pt idx="972">
                  <c:v>44540</c:v>
                </c:pt>
                <c:pt idx="973">
                  <c:v>44543</c:v>
                </c:pt>
                <c:pt idx="974">
                  <c:v>44544</c:v>
                </c:pt>
                <c:pt idx="975">
                  <c:v>44545</c:v>
                </c:pt>
                <c:pt idx="976">
                  <c:v>44546</c:v>
                </c:pt>
                <c:pt idx="977">
                  <c:v>44547</c:v>
                </c:pt>
                <c:pt idx="978">
                  <c:v>44550</c:v>
                </c:pt>
                <c:pt idx="979">
                  <c:v>44551</c:v>
                </c:pt>
                <c:pt idx="980">
                  <c:v>44552</c:v>
                </c:pt>
                <c:pt idx="981">
                  <c:v>44553</c:v>
                </c:pt>
                <c:pt idx="982">
                  <c:v>44554</c:v>
                </c:pt>
                <c:pt idx="983">
                  <c:v>44558</c:v>
                </c:pt>
                <c:pt idx="984">
                  <c:v>44559</c:v>
                </c:pt>
                <c:pt idx="985">
                  <c:v>44560</c:v>
                </c:pt>
                <c:pt idx="986">
                  <c:v>44561</c:v>
                </c:pt>
                <c:pt idx="987">
                  <c:v>44564</c:v>
                </c:pt>
                <c:pt idx="988">
                  <c:v>44565</c:v>
                </c:pt>
                <c:pt idx="989">
                  <c:v>44566</c:v>
                </c:pt>
                <c:pt idx="990">
                  <c:v>44567</c:v>
                </c:pt>
                <c:pt idx="991">
                  <c:v>44568</c:v>
                </c:pt>
                <c:pt idx="992">
                  <c:v>44571</c:v>
                </c:pt>
                <c:pt idx="993">
                  <c:v>44572</c:v>
                </c:pt>
                <c:pt idx="994">
                  <c:v>44573</c:v>
                </c:pt>
                <c:pt idx="995">
                  <c:v>44574</c:v>
                </c:pt>
                <c:pt idx="996">
                  <c:v>44575</c:v>
                </c:pt>
                <c:pt idx="997">
                  <c:v>44578</c:v>
                </c:pt>
                <c:pt idx="998">
                  <c:v>44579</c:v>
                </c:pt>
                <c:pt idx="999">
                  <c:v>44580</c:v>
                </c:pt>
                <c:pt idx="1000">
                  <c:v>44581</c:v>
                </c:pt>
                <c:pt idx="1001">
                  <c:v>44582</c:v>
                </c:pt>
                <c:pt idx="1002">
                  <c:v>44585</c:v>
                </c:pt>
                <c:pt idx="1003">
                  <c:v>44586</c:v>
                </c:pt>
                <c:pt idx="1004">
                  <c:v>44587</c:v>
                </c:pt>
                <c:pt idx="1005">
                  <c:v>44588</c:v>
                </c:pt>
                <c:pt idx="1006">
                  <c:v>44589</c:v>
                </c:pt>
                <c:pt idx="1007">
                  <c:v>44592</c:v>
                </c:pt>
                <c:pt idx="1008">
                  <c:v>44596</c:v>
                </c:pt>
                <c:pt idx="1009">
                  <c:v>44599</c:v>
                </c:pt>
                <c:pt idx="1010">
                  <c:v>44600</c:v>
                </c:pt>
                <c:pt idx="1011">
                  <c:v>44601</c:v>
                </c:pt>
                <c:pt idx="1012">
                  <c:v>44602</c:v>
                </c:pt>
                <c:pt idx="1013">
                  <c:v>44603</c:v>
                </c:pt>
                <c:pt idx="1014">
                  <c:v>44606</c:v>
                </c:pt>
                <c:pt idx="1015">
                  <c:v>44607</c:v>
                </c:pt>
                <c:pt idx="1016">
                  <c:v>44608</c:v>
                </c:pt>
                <c:pt idx="1017">
                  <c:v>44609</c:v>
                </c:pt>
                <c:pt idx="1018">
                  <c:v>44610</c:v>
                </c:pt>
                <c:pt idx="1019">
                  <c:v>44613</c:v>
                </c:pt>
                <c:pt idx="1020">
                  <c:v>44614</c:v>
                </c:pt>
                <c:pt idx="1021">
                  <c:v>44615</c:v>
                </c:pt>
                <c:pt idx="1022">
                  <c:v>44616</c:v>
                </c:pt>
                <c:pt idx="1023">
                  <c:v>44617</c:v>
                </c:pt>
                <c:pt idx="1024">
                  <c:v>44620</c:v>
                </c:pt>
                <c:pt idx="1025">
                  <c:v>44621</c:v>
                </c:pt>
                <c:pt idx="1026">
                  <c:v>44622</c:v>
                </c:pt>
                <c:pt idx="1027">
                  <c:v>44623</c:v>
                </c:pt>
                <c:pt idx="1028">
                  <c:v>44624</c:v>
                </c:pt>
                <c:pt idx="1029">
                  <c:v>44627</c:v>
                </c:pt>
                <c:pt idx="1030">
                  <c:v>44628</c:v>
                </c:pt>
                <c:pt idx="1031">
                  <c:v>44629</c:v>
                </c:pt>
                <c:pt idx="1032">
                  <c:v>44630</c:v>
                </c:pt>
                <c:pt idx="1033">
                  <c:v>44631</c:v>
                </c:pt>
                <c:pt idx="1034">
                  <c:v>44634</c:v>
                </c:pt>
                <c:pt idx="1035">
                  <c:v>44635</c:v>
                </c:pt>
                <c:pt idx="1036">
                  <c:v>44636</c:v>
                </c:pt>
                <c:pt idx="1037">
                  <c:v>44637</c:v>
                </c:pt>
                <c:pt idx="1038">
                  <c:v>44638</c:v>
                </c:pt>
                <c:pt idx="1039">
                  <c:v>44641</c:v>
                </c:pt>
                <c:pt idx="1040">
                  <c:v>44642</c:v>
                </c:pt>
                <c:pt idx="1041">
                  <c:v>44643</c:v>
                </c:pt>
                <c:pt idx="1042">
                  <c:v>44644</c:v>
                </c:pt>
                <c:pt idx="1043">
                  <c:v>44645</c:v>
                </c:pt>
                <c:pt idx="1044">
                  <c:v>44648</c:v>
                </c:pt>
                <c:pt idx="1045">
                  <c:v>44649</c:v>
                </c:pt>
                <c:pt idx="1046">
                  <c:v>44650</c:v>
                </c:pt>
                <c:pt idx="1047">
                  <c:v>44651</c:v>
                </c:pt>
                <c:pt idx="1048">
                  <c:v>44652</c:v>
                </c:pt>
                <c:pt idx="1049">
                  <c:v>44655</c:v>
                </c:pt>
                <c:pt idx="1050">
                  <c:v>44657</c:v>
                </c:pt>
                <c:pt idx="1051">
                  <c:v>44658</c:v>
                </c:pt>
                <c:pt idx="1052">
                  <c:v>44659</c:v>
                </c:pt>
                <c:pt idx="1053">
                  <c:v>44662</c:v>
                </c:pt>
                <c:pt idx="1054">
                  <c:v>44663</c:v>
                </c:pt>
                <c:pt idx="1055">
                  <c:v>44664</c:v>
                </c:pt>
                <c:pt idx="1056">
                  <c:v>44665</c:v>
                </c:pt>
                <c:pt idx="1057">
                  <c:v>44670</c:v>
                </c:pt>
                <c:pt idx="1058">
                  <c:v>44671</c:v>
                </c:pt>
                <c:pt idx="1059">
                  <c:v>44672</c:v>
                </c:pt>
                <c:pt idx="1060">
                  <c:v>44673</c:v>
                </c:pt>
                <c:pt idx="1061">
                  <c:v>44676</c:v>
                </c:pt>
                <c:pt idx="1062">
                  <c:v>44677</c:v>
                </c:pt>
                <c:pt idx="1063">
                  <c:v>44678</c:v>
                </c:pt>
                <c:pt idx="1064">
                  <c:v>44679</c:v>
                </c:pt>
                <c:pt idx="1065">
                  <c:v>44680</c:v>
                </c:pt>
                <c:pt idx="1066">
                  <c:v>44684</c:v>
                </c:pt>
                <c:pt idx="1067">
                  <c:v>44685</c:v>
                </c:pt>
                <c:pt idx="1068">
                  <c:v>44686</c:v>
                </c:pt>
                <c:pt idx="1069">
                  <c:v>44687</c:v>
                </c:pt>
                <c:pt idx="1070">
                  <c:v>44691</c:v>
                </c:pt>
                <c:pt idx="1071">
                  <c:v>44692</c:v>
                </c:pt>
                <c:pt idx="1072">
                  <c:v>44693</c:v>
                </c:pt>
                <c:pt idx="1073">
                  <c:v>44694</c:v>
                </c:pt>
                <c:pt idx="1074">
                  <c:v>44697</c:v>
                </c:pt>
                <c:pt idx="1075">
                  <c:v>44698</c:v>
                </c:pt>
                <c:pt idx="1076">
                  <c:v>44699</c:v>
                </c:pt>
                <c:pt idx="1077">
                  <c:v>44700</c:v>
                </c:pt>
                <c:pt idx="1078">
                  <c:v>44701</c:v>
                </c:pt>
                <c:pt idx="1079">
                  <c:v>44704</c:v>
                </c:pt>
                <c:pt idx="1080">
                  <c:v>44705</c:v>
                </c:pt>
                <c:pt idx="1081">
                  <c:v>44706</c:v>
                </c:pt>
                <c:pt idx="1082">
                  <c:v>44707</c:v>
                </c:pt>
                <c:pt idx="1083">
                  <c:v>44708</c:v>
                </c:pt>
                <c:pt idx="1084">
                  <c:v>44711</c:v>
                </c:pt>
                <c:pt idx="1085">
                  <c:v>44712</c:v>
                </c:pt>
                <c:pt idx="1086">
                  <c:v>44713</c:v>
                </c:pt>
                <c:pt idx="1087">
                  <c:v>44714</c:v>
                </c:pt>
                <c:pt idx="1088">
                  <c:v>44718</c:v>
                </c:pt>
                <c:pt idx="1089">
                  <c:v>44719</c:v>
                </c:pt>
                <c:pt idx="1090">
                  <c:v>44720</c:v>
                </c:pt>
                <c:pt idx="1091">
                  <c:v>44721</c:v>
                </c:pt>
                <c:pt idx="1092">
                  <c:v>44722</c:v>
                </c:pt>
                <c:pt idx="1093">
                  <c:v>44725</c:v>
                </c:pt>
                <c:pt idx="1094">
                  <c:v>44726</c:v>
                </c:pt>
                <c:pt idx="1095">
                  <c:v>44727</c:v>
                </c:pt>
                <c:pt idx="1096">
                  <c:v>44728</c:v>
                </c:pt>
                <c:pt idx="1097">
                  <c:v>44729</c:v>
                </c:pt>
                <c:pt idx="1098">
                  <c:v>44732</c:v>
                </c:pt>
                <c:pt idx="1099">
                  <c:v>44733</c:v>
                </c:pt>
                <c:pt idx="1100">
                  <c:v>44734</c:v>
                </c:pt>
                <c:pt idx="1101">
                  <c:v>44735</c:v>
                </c:pt>
                <c:pt idx="1102">
                  <c:v>44736</c:v>
                </c:pt>
                <c:pt idx="1103">
                  <c:v>44739</c:v>
                </c:pt>
                <c:pt idx="1104">
                  <c:v>44740</c:v>
                </c:pt>
                <c:pt idx="1105">
                  <c:v>44741</c:v>
                </c:pt>
                <c:pt idx="1106">
                  <c:v>44742</c:v>
                </c:pt>
                <c:pt idx="1107">
                  <c:v>44746</c:v>
                </c:pt>
                <c:pt idx="1108">
                  <c:v>44747</c:v>
                </c:pt>
                <c:pt idx="1109">
                  <c:v>44748</c:v>
                </c:pt>
                <c:pt idx="1110">
                  <c:v>44749</c:v>
                </c:pt>
                <c:pt idx="1111">
                  <c:v>44750</c:v>
                </c:pt>
                <c:pt idx="1112">
                  <c:v>44753</c:v>
                </c:pt>
                <c:pt idx="1113">
                  <c:v>44754</c:v>
                </c:pt>
                <c:pt idx="1114">
                  <c:v>44755</c:v>
                </c:pt>
                <c:pt idx="1115">
                  <c:v>44756</c:v>
                </c:pt>
                <c:pt idx="1116">
                  <c:v>44757</c:v>
                </c:pt>
                <c:pt idx="1117">
                  <c:v>44760</c:v>
                </c:pt>
                <c:pt idx="1118">
                  <c:v>44761</c:v>
                </c:pt>
                <c:pt idx="1119">
                  <c:v>44762</c:v>
                </c:pt>
                <c:pt idx="1120">
                  <c:v>44763</c:v>
                </c:pt>
                <c:pt idx="1121">
                  <c:v>44764</c:v>
                </c:pt>
                <c:pt idx="1122">
                  <c:v>44767</c:v>
                </c:pt>
                <c:pt idx="1123">
                  <c:v>44768</c:v>
                </c:pt>
                <c:pt idx="1124">
                  <c:v>44769</c:v>
                </c:pt>
                <c:pt idx="1125">
                  <c:v>44770</c:v>
                </c:pt>
                <c:pt idx="1126">
                  <c:v>44771</c:v>
                </c:pt>
                <c:pt idx="1127">
                  <c:v>44774</c:v>
                </c:pt>
                <c:pt idx="1128">
                  <c:v>44775</c:v>
                </c:pt>
                <c:pt idx="1129">
                  <c:v>44776</c:v>
                </c:pt>
                <c:pt idx="1130">
                  <c:v>44777</c:v>
                </c:pt>
                <c:pt idx="1131">
                  <c:v>44778</c:v>
                </c:pt>
                <c:pt idx="1132">
                  <c:v>44781</c:v>
                </c:pt>
                <c:pt idx="1133">
                  <c:v>44782</c:v>
                </c:pt>
                <c:pt idx="1134">
                  <c:v>44783</c:v>
                </c:pt>
                <c:pt idx="1135">
                  <c:v>44784</c:v>
                </c:pt>
                <c:pt idx="1136">
                  <c:v>44785</c:v>
                </c:pt>
                <c:pt idx="1137">
                  <c:v>44788</c:v>
                </c:pt>
                <c:pt idx="1138">
                  <c:v>44789</c:v>
                </c:pt>
                <c:pt idx="1139">
                  <c:v>44790</c:v>
                </c:pt>
                <c:pt idx="1140">
                  <c:v>44791</c:v>
                </c:pt>
                <c:pt idx="1141">
                  <c:v>44792</c:v>
                </c:pt>
                <c:pt idx="1142">
                  <c:v>44795</c:v>
                </c:pt>
                <c:pt idx="1143">
                  <c:v>44796</c:v>
                </c:pt>
                <c:pt idx="1144">
                  <c:v>44797</c:v>
                </c:pt>
                <c:pt idx="1145">
                  <c:v>44798</c:v>
                </c:pt>
                <c:pt idx="1146">
                  <c:v>44799</c:v>
                </c:pt>
                <c:pt idx="1147">
                  <c:v>44802</c:v>
                </c:pt>
                <c:pt idx="1148">
                  <c:v>44803</c:v>
                </c:pt>
                <c:pt idx="1149">
                  <c:v>44804</c:v>
                </c:pt>
                <c:pt idx="1150">
                  <c:v>44805</c:v>
                </c:pt>
                <c:pt idx="1151">
                  <c:v>44806</c:v>
                </c:pt>
                <c:pt idx="1152">
                  <c:v>44809</c:v>
                </c:pt>
                <c:pt idx="1153">
                  <c:v>44810</c:v>
                </c:pt>
                <c:pt idx="1154">
                  <c:v>44811</c:v>
                </c:pt>
                <c:pt idx="1155">
                  <c:v>44812</c:v>
                </c:pt>
                <c:pt idx="1156">
                  <c:v>44813</c:v>
                </c:pt>
                <c:pt idx="1157">
                  <c:v>44817</c:v>
                </c:pt>
                <c:pt idx="1158">
                  <c:v>44818</c:v>
                </c:pt>
                <c:pt idx="1159">
                  <c:v>44819</c:v>
                </c:pt>
                <c:pt idx="1160">
                  <c:v>44820</c:v>
                </c:pt>
                <c:pt idx="1161">
                  <c:v>44823</c:v>
                </c:pt>
                <c:pt idx="1162">
                  <c:v>44824</c:v>
                </c:pt>
                <c:pt idx="1163">
                  <c:v>44825</c:v>
                </c:pt>
                <c:pt idx="1164">
                  <c:v>44826</c:v>
                </c:pt>
                <c:pt idx="1165">
                  <c:v>44827</c:v>
                </c:pt>
                <c:pt idx="1166">
                  <c:v>44830</c:v>
                </c:pt>
                <c:pt idx="1167">
                  <c:v>44831</c:v>
                </c:pt>
                <c:pt idx="1168">
                  <c:v>44832</c:v>
                </c:pt>
                <c:pt idx="1169">
                  <c:v>44833</c:v>
                </c:pt>
                <c:pt idx="1170">
                  <c:v>44834</c:v>
                </c:pt>
                <c:pt idx="1171">
                  <c:v>44837</c:v>
                </c:pt>
                <c:pt idx="1172">
                  <c:v>44839</c:v>
                </c:pt>
                <c:pt idx="1173">
                  <c:v>44840</c:v>
                </c:pt>
                <c:pt idx="1174">
                  <c:v>44841</c:v>
                </c:pt>
                <c:pt idx="1175">
                  <c:v>44844</c:v>
                </c:pt>
                <c:pt idx="1176">
                  <c:v>44845</c:v>
                </c:pt>
                <c:pt idx="1177">
                  <c:v>44846</c:v>
                </c:pt>
                <c:pt idx="1178">
                  <c:v>44847</c:v>
                </c:pt>
                <c:pt idx="1179">
                  <c:v>44848</c:v>
                </c:pt>
                <c:pt idx="1180">
                  <c:v>44851</c:v>
                </c:pt>
                <c:pt idx="1181">
                  <c:v>44852</c:v>
                </c:pt>
                <c:pt idx="1182">
                  <c:v>44853</c:v>
                </c:pt>
                <c:pt idx="1183">
                  <c:v>44854</c:v>
                </c:pt>
                <c:pt idx="1184">
                  <c:v>44855</c:v>
                </c:pt>
                <c:pt idx="1185">
                  <c:v>44858</c:v>
                </c:pt>
                <c:pt idx="1186">
                  <c:v>44859</c:v>
                </c:pt>
                <c:pt idx="1187">
                  <c:v>44860</c:v>
                </c:pt>
                <c:pt idx="1188">
                  <c:v>44861</c:v>
                </c:pt>
                <c:pt idx="1189">
                  <c:v>44862</c:v>
                </c:pt>
                <c:pt idx="1190">
                  <c:v>44865</c:v>
                </c:pt>
                <c:pt idx="1191">
                  <c:v>44866</c:v>
                </c:pt>
                <c:pt idx="1192">
                  <c:v>44867</c:v>
                </c:pt>
                <c:pt idx="1193">
                  <c:v>44868</c:v>
                </c:pt>
                <c:pt idx="1194">
                  <c:v>44869</c:v>
                </c:pt>
                <c:pt idx="1195">
                  <c:v>44872</c:v>
                </c:pt>
                <c:pt idx="1196">
                  <c:v>44873</c:v>
                </c:pt>
                <c:pt idx="1197">
                  <c:v>44874</c:v>
                </c:pt>
                <c:pt idx="1198">
                  <c:v>44875</c:v>
                </c:pt>
                <c:pt idx="1199">
                  <c:v>44876</c:v>
                </c:pt>
                <c:pt idx="1200">
                  <c:v>44879</c:v>
                </c:pt>
                <c:pt idx="1201">
                  <c:v>44880</c:v>
                </c:pt>
                <c:pt idx="1202">
                  <c:v>44881</c:v>
                </c:pt>
                <c:pt idx="1203">
                  <c:v>44882</c:v>
                </c:pt>
                <c:pt idx="1204">
                  <c:v>44883</c:v>
                </c:pt>
                <c:pt idx="1205">
                  <c:v>44886</c:v>
                </c:pt>
                <c:pt idx="1206">
                  <c:v>44887</c:v>
                </c:pt>
                <c:pt idx="1207">
                  <c:v>44888</c:v>
                </c:pt>
                <c:pt idx="1208">
                  <c:v>44889</c:v>
                </c:pt>
                <c:pt idx="1209">
                  <c:v>44890</c:v>
                </c:pt>
                <c:pt idx="1210">
                  <c:v>44893</c:v>
                </c:pt>
                <c:pt idx="1211">
                  <c:v>44894</c:v>
                </c:pt>
                <c:pt idx="1212">
                  <c:v>44895</c:v>
                </c:pt>
                <c:pt idx="1213">
                  <c:v>44896</c:v>
                </c:pt>
                <c:pt idx="1214">
                  <c:v>44897</c:v>
                </c:pt>
                <c:pt idx="1215">
                  <c:v>44900</c:v>
                </c:pt>
                <c:pt idx="1216">
                  <c:v>44901</c:v>
                </c:pt>
                <c:pt idx="1217">
                  <c:v>44902</c:v>
                </c:pt>
                <c:pt idx="1218">
                  <c:v>44903</c:v>
                </c:pt>
                <c:pt idx="1219">
                  <c:v>44904</c:v>
                </c:pt>
                <c:pt idx="1220">
                  <c:v>44907</c:v>
                </c:pt>
                <c:pt idx="1221">
                  <c:v>44908</c:v>
                </c:pt>
                <c:pt idx="1222">
                  <c:v>44909</c:v>
                </c:pt>
                <c:pt idx="1223">
                  <c:v>44910</c:v>
                </c:pt>
                <c:pt idx="1224">
                  <c:v>44911</c:v>
                </c:pt>
                <c:pt idx="1225">
                  <c:v>44914</c:v>
                </c:pt>
                <c:pt idx="1226">
                  <c:v>44915</c:v>
                </c:pt>
                <c:pt idx="1227">
                  <c:v>44916</c:v>
                </c:pt>
                <c:pt idx="1228">
                  <c:v>44917</c:v>
                </c:pt>
                <c:pt idx="1229">
                  <c:v>44918</c:v>
                </c:pt>
                <c:pt idx="1230">
                  <c:v>44923</c:v>
                </c:pt>
                <c:pt idx="1231">
                  <c:v>44924</c:v>
                </c:pt>
                <c:pt idx="1232">
                  <c:v>44925</c:v>
                </c:pt>
                <c:pt idx="1233">
                  <c:v>44929</c:v>
                </c:pt>
                <c:pt idx="1234">
                  <c:v>44930</c:v>
                </c:pt>
                <c:pt idx="1235">
                  <c:v>44931</c:v>
                </c:pt>
                <c:pt idx="1236">
                  <c:v>44932</c:v>
                </c:pt>
                <c:pt idx="1237">
                  <c:v>44935</c:v>
                </c:pt>
                <c:pt idx="1238">
                  <c:v>44936</c:v>
                </c:pt>
                <c:pt idx="1239">
                  <c:v>44937</c:v>
                </c:pt>
                <c:pt idx="1240">
                  <c:v>44938</c:v>
                </c:pt>
                <c:pt idx="1241">
                  <c:v>44939</c:v>
                </c:pt>
                <c:pt idx="1242">
                  <c:v>44942</c:v>
                </c:pt>
                <c:pt idx="1243">
                  <c:v>44943</c:v>
                </c:pt>
                <c:pt idx="1244">
                  <c:v>44944</c:v>
                </c:pt>
                <c:pt idx="1245">
                  <c:v>44945</c:v>
                </c:pt>
                <c:pt idx="1246">
                  <c:v>44946</c:v>
                </c:pt>
                <c:pt idx="1247">
                  <c:v>44952</c:v>
                </c:pt>
                <c:pt idx="1248">
                  <c:v>44953</c:v>
                </c:pt>
                <c:pt idx="1249">
                  <c:v>44956</c:v>
                </c:pt>
                <c:pt idx="1250">
                  <c:v>44957</c:v>
                </c:pt>
                <c:pt idx="1251">
                  <c:v>44958</c:v>
                </c:pt>
                <c:pt idx="1252">
                  <c:v>44959</c:v>
                </c:pt>
                <c:pt idx="1253">
                  <c:v>44960</c:v>
                </c:pt>
                <c:pt idx="1254">
                  <c:v>44963</c:v>
                </c:pt>
                <c:pt idx="1255">
                  <c:v>44964</c:v>
                </c:pt>
                <c:pt idx="1256">
                  <c:v>44965</c:v>
                </c:pt>
                <c:pt idx="1257">
                  <c:v>44966</c:v>
                </c:pt>
                <c:pt idx="1258">
                  <c:v>44967</c:v>
                </c:pt>
                <c:pt idx="1259">
                  <c:v>44970</c:v>
                </c:pt>
                <c:pt idx="1260">
                  <c:v>44971</c:v>
                </c:pt>
                <c:pt idx="1261">
                  <c:v>44972</c:v>
                </c:pt>
                <c:pt idx="1262">
                  <c:v>44973</c:v>
                </c:pt>
                <c:pt idx="1263">
                  <c:v>44974</c:v>
                </c:pt>
                <c:pt idx="1264">
                  <c:v>44977</c:v>
                </c:pt>
                <c:pt idx="1265">
                  <c:v>44978</c:v>
                </c:pt>
                <c:pt idx="1266">
                  <c:v>44979</c:v>
                </c:pt>
                <c:pt idx="1267">
                  <c:v>44980</c:v>
                </c:pt>
                <c:pt idx="1268">
                  <c:v>44981</c:v>
                </c:pt>
                <c:pt idx="1269">
                  <c:v>44984</c:v>
                </c:pt>
                <c:pt idx="1270">
                  <c:v>44985</c:v>
                </c:pt>
                <c:pt idx="1271">
                  <c:v>44986</c:v>
                </c:pt>
                <c:pt idx="1272">
                  <c:v>44987</c:v>
                </c:pt>
                <c:pt idx="1273">
                  <c:v>44988</c:v>
                </c:pt>
                <c:pt idx="1274">
                  <c:v>44991</c:v>
                </c:pt>
                <c:pt idx="1275">
                  <c:v>44992</c:v>
                </c:pt>
                <c:pt idx="1276">
                  <c:v>44993</c:v>
                </c:pt>
                <c:pt idx="1277">
                  <c:v>44994</c:v>
                </c:pt>
                <c:pt idx="1278">
                  <c:v>44995</c:v>
                </c:pt>
                <c:pt idx="1279">
                  <c:v>44998</c:v>
                </c:pt>
                <c:pt idx="1280">
                  <c:v>44999</c:v>
                </c:pt>
                <c:pt idx="1281">
                  <c:v>45000</c:v>
                </c:pt>
                <c:pt idx="1282">
                  <c:v>45001</c:v>
                </c:pt>
                <c:pt idx="1283">
                  <c:v>45002</c:v>
                </c:pt>
                <c:pt idx="1284">
                  <c:v>45005</c:v>
                </c:pt>
                <c:pt idx="1285">
                  <c:v>45006</c:v>
                </c:pt>
                <c:pt idx="1286">
                  <c:v>45007</c:v>
                </c:pt>
                <c:pt idx="1287">
                  <c:v>45008</c:v>
                </c:pt>
                <c:pt idx="1288">
                  <c:v>45009</c:v>
                </c:pt>
                <c:pt idx="1289">
                  <c:v>45012</c:v>
                </c:pt>
                <c:pt idx="1290">
                  <c:v>45013</c:v>
                </c:pt>
                <c:pt idx="1291">
                  <c:v>45014</c:v>
                </c:pt>
                <c:pt idx="1292">
                  <c:v>45015</c:v>
                </c:pt>
                <c:pt idx="1293">
                  <c:v>45016</c:v>
                </c:pt>
                <c:pt idx="1294">
                  <c:v>45019</c:v>
                </c:pt>
                <c:pt idx="1295">
                  <c:v>45020</c:v>
                </c:pt>
                <c:pt idx="1296">
                  <c:v>45022</c:v>
                </c:pt>
                <c:pt idx="1297">
                  <c:v>45027</c:v>
                </c:pt>
                <c:pt idx="1298">
                  <c:v>45028</c:v>
                </c:pt>
                <c:pt idx="1299">
                  <c:v>45029</c:v>
                </c:pt>
                <c:pt idx="1300">
                  <c:v>45030</c:v>
                </c:pt>
                <c:pt idx="1301">
                  <c:v>45033</c:v>
                </c:pt>
                <c:pt idx="1302">
                  <c:v>45034</c:v>
                </c:pt>
                <c:pt idx="1303">
                  <c:v>45035</c:v>
                </c:pt>
                <c:pt idx="1304">
                  <c:v>45036</c:v>
                </c:pt>
                <c:pt idx="1305">
                  <c:v>45037</c:v>
                </c:pt>
                <c:pt idx="1306">
                  <c:v>45040</c:v>
                </c:pt>
                <c:pt idx="1307">
                  <c:v>45041</c:v>
                </c:pt>
                <c:pt idx="1308">
                  <c:v>45042</c:v>
                </c:pt>
                <c:pt idx="1309">
                  <c:v>45043</c:v>
                </c:pt>
                <c:pt idx="1310">
                  <c:v>45044</c:v>
                </c:pt>
                <c:pt idx="1311">
                  <c:v>45048</c:v>
                </c:pt>
                <c:pt idx="1312">
                  <c:v>45049</c:v>
                </c:pt>
                <c:pt idx="1313">
                  <c:v>45050</c:v>
                </c:pt>
                <c:pt idx="1314">
                  <c:v>45051</c:v>
                </c:pt>
                <c:pt idx="1315">
                  <c:v>45054</c:v>
                </c:pt>
                <c:pt idx="1316">
                  <c:v>45055</c:v>
                </c:pt>
                <c:pt idx="1317">
                  <c:v>45056</c:v>
                </c:pt>
                <c:pt idx="1318">
                  <c:v>45057</c:v>
                </c:pt>
                <c:pt idx="1319">
                  <c:v>45058</c:v>
                </c:pt>
                <c:pt idx="1320">
                  <c:v>45061</c:v>
                </c:pt>
                <c:pt idx="1321">
                  <c:v>45062</c:v>
                </c:pt>
                <c:pt idx="1322">
                  <c:v>45063</c:v>
                </c:pt>
                <c:pt idx="1323">
                  <c:v>45064</c:v>
                </c:pt>
                <c:pt idx="1324">
                  <c:v>45065</c:v>
                </c:pt>
                <c:pt idx="1325">
                  <c:v>45068</c:v>
                </c:pt>
                <c:pt idx="1326">
                  <c:v>45069</c:v>
                </c:pt>
                <c:pt idx="1327">
                  <c:v>45070</c:v>
                </c:pt>
                <c:pt idx="1328">
                  <c:v>45071</c:v>
                </c:pt>
                <c:pt idx="1329">
                  <c:v>45075</c:v>
                </c:pt>
                <c:pt idx="1330">
                  <c:v>45076</c:v>
                </c:pt>
                <c:pt idx="1331">
                  <c:v>45077</c:v>
                </c:pt>
                <c:pt idx="1332">
                  <c:v>45078</c:v>
                </c:pt>
                <c:pt idx="1333">
                  <c:v>45079</c:v>
                </c:pt>
                <c:pt idx="1334">
                  <c:v>45082</c:v>
                </c:pt>
                <c:pt idx="1335">
                  <c:v>45083</c:v>
                </c:pt>
                <c:pt idx="1336">
                  <c:v>45084</c:v>
                </c:pt>
                <c:pt idx="1337">
                  <c:v>45085</c:v>
                </c:pt>
                <c:pt idx="1338">
                  <c:v>45086</c:v>
                </c:pt>
                <c:pt idx="1339">
                  <c:v>45089</c:v>
                </c:pt>
                <c:pt idx="1340">
                  <c:v>45090</c:v>
                </c:pt>
                <c:pt idx="1341">
                  <c:v>45091</c:v>
                </c:pt>
                <c:pt idx="1342">
                  <c:v>45092</c:v>
                </c:pt>
                <c:pt idx="1343">
                  <c:v>45093</c:v>
                </c:pt>
                <c:pt idx="1344">
                  <c:v>45096</c:v>
                </c:pt>
                <c:pt idx="1345">
                  <c:v>45097</c:v>
                </c:pt>
                <c:pt idx="1346">
                  <c:v>45098</c:v>
                </c:pt>
                <c:pt idx="1347">
                  <c:v>45100</c:v>
                </c:pt>
                <c:pt idx="1348">
                  <c:v>45103</c:v>
                </c:pt>
                <c:pt idx="1349">
                  <c:v>45104</c:v>
                </c:pt>
                <c:pt idx="1350">
                  <c:v>45105</c:v>
                </c:pt>
                <c:pt idx="1351">
                  <c:v>45106</c:v>
                </c:pt>
                <c:pt idx="1352">
                  <c:v>45107</c:v>
                </c:pt>
                <c:pt idx="1353">
                  <c:v>45110</c:v>
                </c:pt>
                <c:pt idx="1354">
                  <c:v>45111</c:v>
                </c:pt>
                <c:pt idx="1355">
                  <c:v>45112</c:v>
                </c:pt>
                <c:pt idx="1356">
                  <c:v>45113</c:v>
                </c:pt>
                <c:pt idx="1357">
                  <c:v>45114</c:v>
                </c:pt>
                <c:pt idx="1358">
                  <c:v>45117</c:v>
                </c:pt>
                <c:pt idx="1359">
                  <c:v>45118</c:v>
                </c:pt>
                <c:pt idx="1360">
                  <c:v>45119</c:v>
                </c:pt>
                <c:pt idx="1361">
                  <c:v>45120</c:v>
                </c:pt>
                <c:pt idx="1362">
                  <c:v>45121</c:v>
                </c:pt>
                <c:pt idx="1363">
                  <c:v>45125</c:v>
                </c:pt>
                <c:pt idx="1364">
                  <c:v>45126</c:v>
                </c:pt>
                <c:pt idx="1365">
                  <c:v>45127</c:v>
                </c:pt>
                <c:pt idx="1366">
                  <c:v>45128</c:v>
                </c:pt>
                <c:pt idx="1367">
                  <c:v>45131</c:v>
                </c:pt>
                <c:pt idx="1368">
                  <c:v>45132</c:v>
                </c:pt>
                <c:pt idx="1369">
                  <c:v>45133</c:v>
                </c:pt>
                <c:pt idx="1370">
                  <c:v>45134</c:v>
                </c:pt>
                <c:pt idx="1371">
                  <c:v>45135</c:v>
                </c:pt>
                <c:pt idx="1372">
                  <c:v>45138</c:v>
                </c:pt>
                <c:pt idx="1373">
                  <c:v>45139</c:v>
                </c:pt>
                <c:pt idx="1374">
                  <c:v>45140</c:v>
                </c:pt>
                <c:pt idx="1375">
                  <c:v>45141</c:v>
                </c:pt>
                <c:pt idx="1376">
                  <c:v>45142</c:v>
                </c:pt>
                <c:pt idx="1377">
                  <c:v>45145</c:v>
                </c:pt>
                <c:pt idx="1378">
                  <c:v>45146</c:v>
                </c:pt>
                <c:pt idx="1379">
                  <c:v>45147</c:v>
                </c:pt>
                <c:pt idx="1380">
                  <c:v>45148</c:v>
                </c:pt>
                <c:pt idx="1381">
                  <c:v>45149</c:v>
                </c:pt>
                <c:pt idx="1382">
                  <c:v>45152</c:v>
                </c:pt>
                <c:pt idx="1383">
                  <c:v>45153</c:v>
                </c:pt>
                <c:pt idx="1384">
                  <c:v>45154</c:v>
                </c:pt>
                <c:pt idx="1385">
                  <c:v>45155</c:v>
                </c:pt>
                <c:pt idx="1386">
                  <c:v>45156</c:v>
                </c:pt>
                <c:pt idx="1387">
                  <c:v>45159</c:v>
                </c:pt>
                <c:pt idx="1388">
                  <c:v>45160</c:v>
                </c:pt>
                <c:pt idx="1389">
                  <c:v>45161</c:v>
                </c:pt>
                <c:pt idx="1390">
                  <c:v>45162</c:v>
                </c:pt>
                <c:pt idx="1391">
                  <c:v>45163</c:v>
                </c:pt>
                <c:pt idx="1392">
                  <c:v>45166</c:v>
                </c:pt>
                <c:pt idx="1393">
                  <c:v>45167</c:v>
                </c:pt>
                <c:pt idx="1394">
                  <c:v>45168</c:v>
                </c:pt>
                <c:pt idx="1395">
                  <c:v>45169</c:v>
                </c:pt>
                <c:pt idx="1396">
                  <c:v>45173</c:v>
                </c:pt>
                <c:pt idx="1397">
                  <c:v>45174</c:v>
                </c:pt>
                <c:pt idx="1398">
                  <c:v>45175</c:v>
                </c:pt>
                <c:pt idx="1399">
                  <c:v>45176</c:v>
                </c:pt>
                <c:pt idx="1400">
                  <c:v>45180</c:v>
                </c:pt>
                <c:pt idx="1401">
                  <c:v>45181</c:v>
                </c:pt>
                <c:pt idx="1402">
                  <c:v>45182</c:v>
                </c:pt>
                <c:pt idx="1403">
                  <c:v>45183</c:v>
                </c:pt>
                <c:pt idx="1404">
                  <c:v>45184</c:v>
                </c:pt>
                <c:pt idx="1405">
                  <c:v>45187</c:v>
                </c:pt>
                <c:pt idx="1406">
                  <c:v>45188</c:v>
                </c:pt>
                <c:pt idx="1407">
                  <c:v>45189</c:v>
                </c:pt>
                <c:pt idx="1408">
                  <c:v>45190</c:v>
                </c:pt>
                <c:pt idx="1409">
                  <c:v>45191</c:v>
                </c:pt>
                <c:pt idx="1410">
                  <c:v>45194</c:v>
                </c:pt>
                <c:pt idx="1411">
                  <c:v>45195</c:v>
                </c:pt>
                <c:pt idx="1412">
                  <c:v>45196</c:v>
                </c:pt>
                <c:pt idx="1413">
                  <c:v>45197</c:v>
                </c:pt>
                <c:pt idx="1414">
                  <c:v>45198</c:v>
                </c:pt>
                <c:pt idx="1415">
                  <c:v>45202</c:v>
                </c:pt>
                <c:pt idx="1416">
                  <c:v>45203</c:v>
                </c:pt>
                <c:pt idx="1417">
                  <c:v>45204</c:v>
                </c:pt>
                <c:pt idx="1418">
                  <c:v>45205</c:v>
                </c:pt>
                <c:pt idx="1419">
                  <c:v>45208</c:v>
                </c:pt>
                <c:pt idx="1420">
                  <c:v>45209</c:v>
                </c:pt>
                <c:pt idx="1421">
                  <c:v>45210</c:v>
                </c:pt>
                <c:pt idx="1422">
                  <c:v>45211</c:v>
                </c:pt>
                <c:pt idx="1423">
                  <c:v>45212</c:v>
                </c:pt>
                <c:pt idx="1424">
                  <c:v>45215</c:v>
                </c:pt>
                <c:pt idx="1425">
                  <c:v>45216</c:v>
                </c:pt>
                <c:pt idx="1426">
                  <c:v>45217</c:v>
                </c:pt>
                <c:pt idx="1427">
                  <c:v>45218</c:v>
                </c:pt>
                <c:pt idx="1428">
                  <c:v>45219</c:v>
                </c:pt>
                <c:pt idx="1429">
                  <c:v>45223</c:v>
                </c:pt>
                <c:pt idx="1430">
                  <c:v>45224</c:v>
                </c:pt>
                <c:pt idx="1431">
                  <c:v>45225</c:v>
                </c:pt>
                <c:pt idx="1432">
                  <c:v>45226</c:v>
                </c:pt>
                <c:pt idx="1433">
                  <c:v>45229</c:v>
                </c:pt>
                <c:pt idx="1434">
                  <c:v>45230</c:v>
                </c:pt>
                <c:pt idx="1435">
                  <c:v>45231</c:v>
                </c:pt>
                <c:pt idx="1436">
                  <c:v>45232</c:v>
                </c:pt>
                <c:pt idx="1437">
                  <c:v>45233</c:v>
                </c:pt>
                <c:pt idx="1438">
                  <c:v>45236</c:v>
                </c:pt>
                <c:pt idx="1439">
                  <c:v>45237</c:v>
                </c:pt>
                <c:pt idx="1440">
                  <c:v>45238</c:v>
                </c:pt>
                <c:pt idx="1441">
                  <c:v>45239</c:v>
                </c:pt>
                <c:pt idx="1442">
                  <c:v>45240</c:v>
                </c:pt>
                <c:pt idx="1443">
                  <c:v>45243</c:v>
                </c:pt>
                <c:pt idx="1444">
                  <c:v>45244</c:v>
                </c:pt>
                <c:pt idx="1445">
                  <c:v>45245</c:v>
                </c:pt>
                <c:pt idx="1446">
                  <c:v>45246</c:v>
                </c:pt>
                <c:pt idx="1447">
                  <c:v>45247</c:v>
                </c:pt>
                <c:pt idx="1448">
                  <c:v>45250</c:v>
                </c:pt>
                <c:pt idx="1449">
                  <c:v>45251</c:v>
                </c:pt>
                <c:pt idx="1450">
                  <c:v>45252</c:v>
                </c:pt>
                <c:pt idx="1451">
                  <c:v>45253</c:v>
                </c:pt>
                <c:pt idx="1452">
                  <c:v>45254</c:v>
                </c:pt>
                <c:pt idx="1453">
                  <c:v>45257</c:v>
                </c:pt>
                <c:pt idx="1454">
                  <c:v>45258</c:v>
                </c:pt>
                <c:pt idx="1455">
                  <c:v>45259</c:v>
                </c:pt>
                <c:pt idx="1456">
                  <c:v>45260</c:v>
                </c:pt>
                <c:pt idx="1457">
                  <c:v>45261</c:v>
                </c:pt>
                <c:pt idx="1458">
                  <c:v>45264</c:v>
                </c:pt>
                <c:pt idx="1459">
                  <c:v>45265</c:v>
                </c:pt>
                <c:pt idx="1460">
                  <c:v>45266</c:v>
                </c:pt>
                <c:pt idx="1461">
                  <c:v>45267</c:v>
                </c:pt>
                <c:pt idx="1462">
                  <c:v>45268</c:v>
                </c:pt>
                <c:pt idx="1463">
                  <c:v>45271</c:v>
                </c:pt>
                <c:pt idx="1464">
                  <c:v>45272</c:v>
                </c:pt>
                <c:pt idx="1465">
                  <c:v>45273</c:v>
                </c:pt>
                <c:pt idx="1466">
                  <c:v>45274</c:v>
                </c:pt>
                <c:pt idx="1467">
                  <c:v>45275</c:v>
                </c:pt>
                <c:pt idx="1468">
                  <c:v>45278</c:v>
                </c:pt>
                <c:pt idx="1469">
                  <c:v>45279</c:v>
                </c:pt>
                <c:pt idx="1470">
                  <c:v>45280</c:v>
                </c:pt>
                <c:pt idx="1471">
                  <c:v>45281</c:v>
                </c:pt>
                <c:pt idx="1472">
                  <c:v>45282</c:v>
                </c:pt>
                <c:pt idx="1473">
                  <c:v>45287</c:v>
                </c:pt>
                <c:pt idx="1474">
                  <c:v>45288</c:v>
                </c:pt>
                <c:pt idx="1475">
                  <c:v>45289</c:v>
                </c:pt>
                <c:pt idx="1476">
                  <c:v>45293</c:v>
                </c:pt>
                <c:pt idx="1477">
                  <c:v>45294</c:v>
                </c:pt>
                <c:pt idx="1478">
                  <c:v>45295</c:v>
                </c:pt>
                <c:pt idx="1479">
                  <c:v>45296</c:v>
                </c:pt>
                <c:pt idx="1480">
                  <c:v>45299</c:v>
                </c:pt>
                <c:pt idx="1481">
                  <c:v>45300</c:v>
                </c:pt>
                <c:pt idx="1482">
                  <c:v>45301</c:v>
                </c:pt>
                <c:pt idx="1483">
                  <c:v>45302</c:v>
                </c:pt>
                <c:pt idx="1484">
                  <c:v>45303</c:v>
                </c:pt>
                <c:pt idx="1485">
                  <c:v>45306</c:v>
                </c:pt>
                <c:pt idx="1486">
                  <c:v>45307</c:v>
                </c:pt>
                <c:pt idx="1487">
                  <c:v>45308</c:v>
                </c:pt>
                <c:pt idx="1488">
                  <c:v>45309</c:v>
                </c:pt>
                <c:pt idx="1489">
                  <c:v>45310</c:v>
                </c:pt>
                <c:pt idx="1490">
                  <c:v>45313</c:v>
                </c:pt>
                <c:pt idx="1491">
                  <c:v>45314</c:v>
                </c:pt>
                <c:pt idx="1492">
                  <c:v>45315</c:v>
                </c:pt>
                <c:pt idx="1493">
                  <c:v>45316</c:v>
                </c:pt>
                <c:pt idx="1494">
                  <c:v>45317</c:v>
                </c:pt>
                <c:pt idx="1495">
                  <c:v>45320</c:v>
                </c:pt>
                <c:pt idx="1496">
                  <c:v>45321</c:v>
                </c:pt>
                <c:pt idx="1497">
                  <c:v>45322</c:v>
                </c:pt>
                <c:pt idx="1498">
                  <c:v>45323</c:v>
                </c:pt>
                <c:pt idx="1499">
                  <c:v>45324</c:v>
                </c:pt>
                <c:pt idx="1500">
                  <c:v>45327</c:v>
                </c:pt>
                <c:pt idx="1501">
                  <c:v>45328</c:v>
                </c:pt>
                <c:pt idx="1502">
                  <c:v>45329</c:v>
                </c:pt>
                <c:pt idx="1503">
                  <c:v>45330</c:v>
                </c:pt>
                <c:pt idx="1504">
                  <c:v>45331</c:v>
                </c:pt>
                <c:pt idx="1505">
                  <c:v>45336</c:v>
                </c:pt>
                <c:pt idx="1506">
                  <c:v>45337</c:v>
                </c:pt>
                <c:pt idx="1507">
                  <c:v>45338</c:v>
                </c:pt>
                <c:pt idx="1508">
                  <c:v>45341</c:v>
                </c:pt>
                <c:pt idx="1509">
                  <c:v>45342</c:v>
                </c:pt>
                <c:pt idx="1510">
                  <c:v>45343</c:v>
                </c:pt>
                <c:pt idx="1511">
                  <c:v>45344</c:v>
                </c:pt>
                <c:pt idx="1512">
                  <c:v>45345</c:v>
                </c:pt>
                <c:pt idx="1513">
                  <c:v>45348</c:v>
                </c:pt>
                <c:pt idx="1514">
                  <c:v>45349</c:v>
                </c:pt>
                <c:pt idx="1515">
                  <c:v>45350</c:v>
                </c:pt>
                <c:pt idx="1516">
                  <c:v>45351</c:v>
                </c:pt>
                <c:pt idx="1517">
                  <c:v>45352</c:v>
                </c:pt>
                <c:pt idx="1518">
                  <c:v>45355</c:v>
                </c:pt>
                <c:pt idx="1519">
                  <c:v>45356</c:v>
                </c:pt>
                <c:pt idx="1520">
                  <c:v>45357</c:v>
                </c:pt>
                <c:pt idx="1521">
                  <c:v>45358</c:v>
                </c:pt>
                <c:pt idx="1522">
                  <c:v>45359</c:v>
                </c:pt>
                <c:pt idx="1523">
                  <c:v>45362</c:v>
                </c:pt>
                <c:pt idx="1524">
                  <c:v>45363</c:v>
                </c:pt>
                <c:pt idx="1525">
                  <c:v>45364</c:v>
                </c:pt>
                <c:pt idx="1526">
                  <c:v>45365</c:v>
                </c:pt>
                <c:pt idx="1527">
                  <c:v>45366</c:v>
                </c:pt>
                <c:pt idx="1528">
                  <c:v>45369</c:v>
                </c:pt>
                <c:pt idx="1529">
                  <c:v>45370</c:v>
                </c:pt>
                <c:pt idx="1530">
                  <c:v>45371</c:v>
                </c:pt>
                <c:pt idx="1531">
                  <c:v>45372</c:v>
                </c:pt>
                <c:pt idx="1532">
                  <c:v>45373</c:v>
                </c:pt>
                <c:pt idx="1533">
                  <c:v>45376</c:v>
                </c:pt>
                <c:pt idx="1534">
                  <c:v>45377</c:v>
                </c:pt>
                <c:pt idx="1535">
                  <c:v>45378</c:v>
                </c:pt>
                <c:pt idx="1536">
                  <c:v>45379</c:v>
                </c:pt>
                <c:pt idx="1537">
                  <c:v>45384</c:v>
                </c:pt>
                <c:pt idx="1538">
                  <c:v>45385</c:v>
                </c:pt>
                <c:pt idx="1539">
                  <c:v>45387</c:v>
                </c:pt>
                <c:pt idx="1540">
                  <c:v>45390</c:v>
                </c:pt>
                <c:pt idx="1541">
                  <c:v>45391</c:v>
                </c:pt>
                <c:pt idx="1542">
                  <c:v>45392</c:v>
                </c:pt>
                <c:pt idx="1543">
                  <c:v>45393</c:v>
                </c:pt>
                <c:pt idx="1544">
                  <c:v>45394</c:v>
                </c:pt>
                <c:pt idx="1545">
                  <c:v>45397</c:v>
                </c:pt>
                <c:pt idx="1546">
                  <c:v>45398</c:v>
                </c:pt>
                <c:pt idx="1547">
                  <c:v>45399</c:v>
                </c:pt>
                <c:pt idx="1548">
                  <c:v>45400</c:v>
                </c:pt>
                <c:pt idx="1549">
                  <c:v>45401</c:v>
                </c:pt>
                <c:pt idx="1550">
                  <c:v>45404</c:v>
                </c:pt>
                <c:pt idx="1551">
                  <c:v>45405</c:v>
                </c:pt>
                <c:pt idx="1552">
                  <c:v>45406</c:v>
                </c:pt>
                <c:pt idx="1553">
                  <c:v>45407</c:v>
                </c:pt>
                <c:pt idx="1554">
                  <c:v>45408</c:v>
                </c:pt>
                <c:pt idx="1555">
                  <c:v>45411</c:v>
                </c:pt>
                <c:pt idx="1556">
                  <c:v>45412</c:v>
                </c:pt>
                <c:pt idx="1557">
                  <c:v>45414</c:v>
                </c:pt>
                <c:pt idx="1558">
                  <c:v>45415</c:v>
                </c:pt>
                <c:pt idx="1559">
                  <c:v>45418</c:v>
                </c:pt>
                <c:pt idx="1560">
                  <c:v>45419</c:v>
                </c:pt>
                <c:pt idx="1561">
                  <c:v>45420</c:v>
                </c:pt>
                <c:pt idx="1562">
                  <c:v>45421</c:v>
                </c:pt>
                <c:pt idx="1563">
                  <c:v>45422</c:v>
                </c:pt>
                <c:pt idx="1564">
                  <c:v>45425</c:v>
                </c:pt>
                <c:pt idx="1565">
                  <c:v>45426</c:v>
                </c:pt>
                <c:pt idx="1566">
                  <c:v>45428</c:v>
                </c:pt>
                <c:pt idx="1567">
                  <c:v>45429</c:v>
                </c:pt>
                <c:pt idx="1568">
                  <c:v>45432</c:v>
                </c:pt>
                <c:pt idx="1569">
                  <c:v>45433</c:v>
                </c:pt>
                <c:pt idx="1570">
                  <c:v>45434</c:v>
                </c:pt>
                <c:pt idx="1571">
                  <c:v>45435</c:v>
                </c:pt>
                <c:pt idx="1572">
                  <c:v>45436</c:v>
                </c:pt>
                <c:pt idx="1573">
                  <c:v>45439</c:v>
                </c:pt>
                <c:pt idx="1574">
                  <c:v>45440</c:v>
                </c:pt>
                <c:pt idx="1575">
                  <c:v>45441</c:v>
                </c:pt>
                <c:pt idx="1576">
                  <c:v>45442</c:v>
                </c:pt>
                <c:pt idx="1577">
                  <c:v>45443</c:v>
                </c:pt>
                <c:pt idx="1578">
                  <c:v>45446</c:v>
                </c:pt>
                <c:pt idx="1579">
                  <c:v>45447</c:v>
                </c:pt>
                <c:pt idx="1580">
                  <c:v>45448</c:v>
                </c:pt>
                <c:pt idx="1581">
                  <c:v>45449</c:v>
                </c:pt>
                <c:pt idx="1582">
                  <c:v>45450</c:v>
                </c:pt>
                <c:pt idx="1583">
                  <c:v>45454</c:v>
                </c:pt>
                <c:pt idx="1584">
                  <c:v>45455</c:v>
                </c:pt>
                <c:pt idx="1585">
                  <c:v>45456</c:v>
                </c:pt>
                <c:pt idx="1586">
                  <c:v>45457</c:v>
                </c:pt>
                <c:pt idx="1587">
                  <c:v>45460</c:v>
                </c:pt>
                <c:pt idx="1588">
                  <c:v>45461</c:v>
                </c:pt>
                <c:pt idx="1589">
                  <c:v>45462</c:v>
                </c:pt>
                <c:pt idx="1590">
                  <c:v>45463</c:v>
                </c:pt>
                <c:pt idx="1591">
                  <c:v>45464</c:v>
                </c:pt>
                <c:pt idx="1592">
                  <c:v>45467</c:v>
                </c:pt>
                <c:pt idx="1593">
                  <c:v>45468</c:v>
                </c:pt>
                <c:pt idx="1594">
                  <c:v>45469</c:v>
                </c:pt>
                <c:pt idx="1595">
                  <c:v>45470</c:v>
                </c:pt>
                <c:pt idx="1596">
                  <c:v>45471</c:v>
                </c:pt>
                <c:pt idx="1597">
                  <c:v>45475</c:v>
                </c:pt>
                <c:pt idx="1598">
                  <c:v>45476</c:v>
                </c:pt>
                <c:pt idx="1599">
                  <c:v>45477</c:v>
                </c:pt>
                <c:pt idx="1600">
                  <c:v>45478</c:v>
                </c:pt>
                <c:pt idx="1601">
                  <c:v>45481</c:v>
                </c:pt>
                <c:pt idx="1602">
                  <c:v>45482</c:v>
                </c:pt>
                <c:pt idx="1603">
                  <c:v>45483</c:v>
                </c:pt>
                <c:pt idx="1604">
                  <c:v>45484</c:v>
                </c:pt>
                <c:pt idx="1605">
                  <c:v>45485</c:v>
                </c:pt>
                <c:pt idx="1606">
                  <c:v>45488</c:v>
                </c:pt>
                <c:pt idx="1607">
                  <c:v>45489</c:v>
                </c:pt>
                <c:pt idx="1608">
                  <c:v>45490</c:v>
                </c:pt>
                <c:pt idx="1609">
                  <c:v>45491</c:v>
                </c:pt>
                <c:pt idx="1610">
                  <c:v>45492</c:v>
                </c:pt>
                <c:pt idx="1611">
                  <c:v>45495</c:v>
                </c:pt>
                <c:pt idx="1612">
                  <c:v>45496</c:v>
                </c:pt>
                <c:pt idx="1613">
                  <c:v>45497</c:v>
                </c:pt>
                <c:pt idx="1614">
                  <c:v>45498</c:v>
                </c:pt>
                <c:pt idx="1615">
                  <c:v>45499</c:v>
                </c:pt>
                <c:pt idx="1616">
                  <c:v>45502</c:v>
                </c:pt>
                <c:pt idx="1617">
                  <c:v>45503</c:v>
                </c:pt>
                <c:pt idx="1618">
                  <c:v>45504</c:v>
                </c:pt>
                <c:pt idx="1619">
                  <c:v>45505</c:v>
                </c:pt>
                <c:pt idx="1620">
                  <c:v>45506</c:v>
                </c:pt>
                <c:pt idx="1621">
                  <c:v>45509</c:v>
                </c:pt>
                <c:pt idx="1622">
                  <c:v>45510</c:v>
                </c:pt>
                <c:pt idx="1623">
                  <c:v>45511</c:v>
                </c:pt>
                <c:pt idx="1624">
                  <c:v>45512</c:v>
                </c:pt>
                <c:pt idx="1625">
                  <c:v>45513</c:v>
                </c:pt>
                <c:pt idx="1626">
                  <c:v>45516</c:v>
                </c:pt>
                <c:pt idx="1627">
                  <c:v>45517</c:v>
                </c:pt>
                <c:pt idx="1628">
                  <c:v>45518</c:v>
                </c:pt>
                <c:pt idx="1629">
                  <c:v>45519</c:v>
                </c:pt>
                <c:pt idx="1630">
                  <c:v>45520</c:v>
                </c:pt>
                <c:pt idx="1631">
                  <c:v>45523</c:v>
                </c:pt>
                <c:pt idx="1632">
                  <c:v>45524</c:v>
                </c:pt>
                <c:pt idx="1633">
                  <c:v>45525</c:v>
                </c:pt>
                <c:pt idx="1634">
                  <c:v>45526</c:v>
                </c:pt>
                <c:pt idx="1635">
                  <c:v>45527</c:v>
                </c:pt>
                <c:pt idx="1636">
                  <c:v>45530</c:v>
                </c:pt>
                <c:pt idx="1637">
                  <c:v>45531</c:v>
                </c:pt>
                <c:pt idx="1638">
                  <c:v>45532</c:v>
                </c:pt>
                <c:pt idx="1639">
                  <c:v>45533</c:v>
                </c:pt>
                <c:pt idx="1640">
                  <c:v>45534</c:v>
                </c:pt>
                <c:pt idx="1641">
                  <c:v>45537</c:v>
                </c:pt>
                <c:pt idx="1642">
                  <c:v>45538</c:v>
                </c:pt>
                <c:pt idx="1643">
                  <c:v>45539</c:v>
                </c:pt>
                <c:pt idx="1644">
                  <c:v>45540</c:v>
                </c:pt>
                <c:pt idx="1645">
                  <c:v>45544</c:v>
                </c:pt>
                <c:pt idx="1646">
                  <c:v>45545</c:v>
                </c:pt>
                <c:pt idx="1647">
                  <c:v>45546</c:v>
                </c:pt>
                <c:pt idx="1648">
                  <c:v>45547</c:v>
                </c:pt>
                <c:pt idx="1649">
                  <c:v>45548</c:v>
                </c:pt>
                <c:pt idx="1650">
                  <c:v>45551</c:v>
                </c:pt>
                <c:pt idx="1651">
                  <c:v>45552</c:v>
                </c:pt>
                <c:pt idx="1652">
                  <c:v>45554</c:v>
                </c:pt>
                <c:pt idx="1653">
                  <c:v>45555</c:v>
                </c:pt>
                <c:pt idx="1654">
                  <c:v>45558</c:v>
                </c:pt>
                <c:pt idx="1655">
                  <c:v>45559</c:v>
                </c:pt>
                <c:pt idx="1656">
                  <c:v>45560</c:v>
                </c:pt>
                <c:pt idx="1657">
                  <c:v>45561</c:v>
                </c:pt>
                <c:pt idx="1658">
                  <c:v>45562</c:v>
                </c:pt>
                <c:pt idx="1659">
                  <c:v>45565</c:v>
                </c:pt>
                <c:pt idx="1660">
                  <c:v>45567</c:v>
                </c:pt>
                <c:pt idx="1661">
                  <c:v>45568</c:v>
                </c:pt>
                <c:pt idx="1662">
                  <c:v>45569</c:v>
                </c:pt>
                <c:pt idx="1663">
                  <c:v>45572</c:v>
                </c:pt>
                <c:pt idx="1664">
                  <c:v>45573</c:v>
                </c:pt>
                <c:pt idx="1665">
                  <c:v>45574</c:v>
                </c:pt>
                <c:pt idx="1666">
                  <c:v>45575</c:v>
                </c:pt>
                <c:pt idx="1667">
                  <c:v>45579</c:v>
                </c:pt>
                <c:pt idx="1668">
                  <c:v>45580</c:v>
                </c:pt>
                <c:pt idx="1669">
                  <c:v>45581</c:v>
                </c:pt>
                <c:pt idx="1670">
                  <c:v>45582</c:v>
                </c:pt>
                <c:pt idx="1671">
                  <c:v>45583</c:v>
                </c:pt>
                <c:pt idx="1672">
                  <c:v>45586</c:v>
                </c:pt>
                <c:pt idx="1673">
                  <c:v>45587</c:v>
                </c:pt>
                <c:pt idx="1674">
                  <c:v>45588</c:v>
                </c:pt>
                <c:pt idx="1675">
                  <c:v>45589</c:v>
                </c:pt>
                <c:pt idx="1676">
                  <c:v>45590</c:v>
                </c:pt>
                <c:pt idx="1677">
                  <c:v>45593</c:v>
                </c:pt>
                <c:pt idx="1678">
                  <c:v>45594</c:v>
                </c:pt>
                <c:pt idx="1679">
                  <c:v>45595</c:v>
                </c:pt>
                <c:pt idx="1680">
                  <c:v>45596</c:v>
                </c:pt>
                <c:pt idx="1681">
                  <c:v>45597</c:v>
                </c:pt>
                <c:pt idx="1682">
                  <c:v>45600</c:v>
                </c:pt>
                <c:pt idx="1683">
                  <c:v>45601</c:v>
                </c:pt>
                <c:pt idx="1684">
                  <c:v>45602</c:v>
                </c:pt>
                <c:pt idx="1685">
                  <c:v>45603</c:v>
                </c:pt>
                <c:pt idx="1686">
                  <c:v>45604</c:v>
                </c:pt>
                <c:pt idx="1687">
                  <c:v>45607</c:v>
                </c:pt>
                <c:pt idx="1688">
                  <c:v>45608</c:v>
                </c:pt>
                <c:pt idx="1689">
                  <c:v>45609</c:v>
                </c:pt>
                <c:pt idx="1690">
                  <c:v>45610</c:v>
                </c:pt>
                <c:pt idx="1691">
                  <c:v>45611</c:v>
                </c:pt>
                <c:pt idx="1692">
                  <c:v>45614</c:v>
                </c:pt>
                <c:pt idx="1693">
                  <c:v>45615</c:v>
                </c:pt>
                <c:pt idx="1694">
                  <c:v>45616</c:v>
                </c:pt>
                <c:pt idx="1695">
                  <c:v>45617</c:v>
                </c:pt>
                <c:pt idx="1696">
                  <c:v>45618</c:v>
                </c:pt>
                <c:pt idx="1697">
                  <c:v>45621</c:v>
                </c:pt>
                <c:pt idx="1698">
                  <c:v>45622</c:v>
                </c:pt>
                <c:pt idx="1699">
                  <c:v>45623</c:v>
                </c:pt>
                <c:pt idx="1700">
                  <c:v>45624</c:v>
                </c:pt>
                <c:pt idx="1701">
                  <c:v>45625</c:v>
                </c:pt>
                <c:pt idx="1702">
                  <c:v>45628</c:v>
                </c:pt>
                <c:pt idx="1703">
                  <c:v>45629</c:v>
                </c:pt>
                <c:pt idx="1704">
                  <c:v>45630</c:v>
                </c:pt>
                <c:pt idx="1705">
                  <c:v>45631</c:v>
                </c:pt>
                <c:pt idx="1706">
                  <c:v>45632</c:v>
                </c:pt>
                <c:pt idx="1707">
                  <c:v>45635</c:v>
                </c:pt>
                <c:pt idx="1708">
                  <c:v>45636</c:v>
                </c:pt>
                <c:pt idx="1709">
                  <c:v>45637</c:v>
                </c:pt>
                <c:pt idx="1710">
                  <c:v>45638</c:v>
                </c:pt>
                <c:pt idx="1711">
                  <c:v>45639</c:v>
                </c:pt>
                <c:pt idx="1712">
                  <c:v>45642</c:v>
                </c:pt>
                <c:pt idx="1713">
                  <c:v>45643</c:v>
                </c:pt>
                <c:pt idx="1714">
                  <c:v>45644</c:v>
                </c:pt>
                <c:pt idx="1715">
                  <c:v>45645</c:v>
                </c:pt>
                <c:pt idx="1716">
                  <c:v>45646</c:v>
                </c:pt>
                <c:pt idx="1717">
                  <c:v>45649</c:v>
                </c:pt>
                <c:pt idx="1718">
                  <c:v>45650</c:v>
                </c:pt>
                <c:pt idx="1719">
                  <c:v>45653</c:v>
                </c:pt>
                <c:pt idx="1720">
                  <c:v>45656</c:v>
                </c:pt>
                <c:pt idx="1721">
                  <c:v>45657</c:v>
                </c:pt>
                <c:pt idx="1722">
                  <c:v>45659</c:v>
                </c:pt>
                <c:pt idx="1723">
                  <c:v>45660</c:v>
                </c:pt>
                <c:pt idx="1724">
                  <c:v>45663</c:v>
                </c:pt>
                <c:pt idx="1725">
                  <c:v>45664</c:v>
                </c:pt>
                <c:pt idx="1726">
                  <c:v>45665</c:v>
                </c:pt>
                <c:pt idx="1727">
                  <c:v>45666</c:v>
                </c:pt>
                <c:pt idx="1728">
                  <c:v>45667</c:v>
                </c:pt>
                <c:pt idx="1729">
                  <c:v>45670</c:v>
                </c:pt>
                <c:pt idx="1730">
                  <c:v>45671</c:v>
                </c:pt>
                <c:pt idx="1731">
                  <c:v>45672</c:v>
                </c:pt>
                <c:pt idx="1732">
                  <c:v>45673</c:v>
                </c:pt>
                <c:pt idx="1733">
                  <c:v>45674</c:v>
                </c:pt>
                <c:pt idx="1734">
                  <c:v>45677</c:v>
                </c:pt>
                <c:pt idx="1735">
                  <c:v>45678</c:v>
                </c:pt>
                <c:pt idx="1736">
                  <c:v>45679</c:v>
                </c:pt>
                <c:pt idx="1737">
                  <c:v>45680</c:v>
                </c:pt>
                <c:pt idx="1738">
                  <c:v>45681</c:v>
                </c:pt>
                <c:pt idx="1739">
                  <c:v>45684</c:v>
                </c:pt>
                <c:pt idx="1740">
                  <c:v>45685</c:v>
                </c:pt>
                <c:pt idx="1741">
                  <c:v>45691</c:v>
                </c:pt>
                <c:pt idx="1742">
                  <c:v>45692</c:v>
                </c:pt>
                <c:pt idx="1743">
                  <c:v>45693</c:v>
                </c:pt>
                <c:pt idx="1744">
                  <c:v>45694</c:v>
                </c:pt>
                <c:pt idx="1745">
                  <c:v>45695</c:v>
                </c:pt>
                <c:pt idx="1746">
                  <c:v>45698</c:v>
                </c:pt>
                <c:pt idx="1747">
                  <c:v>45699</c:v>
                </c:pt>
                <c:pt idx="1748">
                  <c:v>45700</c:v>
                </c:pt>
                <c:pt idx="1749">
                  <c:v>45701</c:v>
                </c:pt>
                <c:pt idx="1750">
                  <c:v>45702</c:v>
                </c:pt>
                <c:pt idx="1751">
                  <c:v>45705</c:v>
                </c:pt>
                <c:pt idx="1752">
                  <c:v>45706</c:v>
                </c:pt>
                <c:pt idx="1753">
                  <c:v>45707</c:v>
                </c:pt>
                <c:pt idx="1754">
                  <c:v>45708</c:v>
                </c:pt>
                <c:pt idx="1755">
                  <c:v>45709</c:v>
                </c:pt>
                <c:pt idx="1756">
                  <c:v>45712</c:v>
                </c:pt>
                <c:pt idx="1757">
                  <c:v>45713</c:v>
                </c:pt>
                <c:pt idx="1758">
                  <c:v>45714</c:v>
                </c:pt>
                <c:pt idx="1759">
                  <c:v>45715</c:v>
                </c:pt>
                <c:pt idx="1760">
                  <c:v>45716</c:v>
                </c:pt>
                <c:pt idx="1761">
                  <c:v>45719</c:v>
                </c:pt>
                <c:pt idx="1762">
                  <c:v>45720</c:v>
                </c:pt>
                <c:pt idx="1763">
                  <c:v>45721</c:v>
                </c:pt>
                <c:pt idx="1764">
                  <c:v>45722</c:v>
                </c:pt>
                <c:pt idx="1765">
                  <c:v>45723</c:v>
                </c:pt>
                <c:pt idx="1766">
                  <c:v>45726</c:v>
                </c:pt>
                <c:pt idx="1767">
                  <c:v>45727</c:v>
                </c:pt>
                <c:pt idx="1768">
                  <c:v>45728</c:v>
                </c:pt>
                <c:pt idx="1769">
                  <c:v>45729</c:v>
                </c:pt>
                <c:pt idx="1770">
                  <c:v>45730</c:v>
                </c:pt>
                <c:pt idx="1771">
                  <c:v>45733</c:v>
                </c:pt>
                <c:pt idx="1772">
                  <c:v>45734</c:v>
                </c:pt>
                <c:pt idx="1773">
                  <c:v>45735</c:v>
                </c:pt>
                <c:pt idx="1774">
                  <c:v>45736</c:v>
                </c:pt>
                <c:pt idx="1775">
                  <c:v>45737</c:v>
                </c:pt>
                <c:pt idx="1776">
                  <c:v>45740</c:v>
                </c:pt>
                <c:pt idx="1777">
                  <c:v>45741</c:v>
                </c:pt>
                <c:pt idx="1778">
                  <c:v>45742</c:v>
                </c:pt>
                <c:pt idx="1779">
                  <c:v>45743</c:v>
                </c:pt>
                <c:pt idx="1780">
                  <c:v>45744</c:v>
                </c:pt>
                <c:pt idx="1781">
                  <c:v>45747</c:v>
                </c:pt>
                <c:pt idx="1782">
                  <c:v>45748</c:v>
                </c:pt>
                <c:pt idx="1783">
                  <c:v>45749</c:v>
                </c:pt>
                <c:pt idx="1784">
                  <c:v>45750</c:v>
                </c:pt>
                <c:pt idx="1785">
                  <c:v>45754</c:v>
                </c:pt>
                <c:pt idx="1786">
                  <c:v>45755</c:v>
                </c:pt>
                <c:pt idx="1787">
                  <c:v>45756</c:v>
                </c:pt>
                <c:pt idx="1788">
                  <c:v>45757</c:v>
                </c:pt>
                <c:pt idx="1789">
                  <c:v>45758</c:v>
                </c:pt>
                <c:pt idx="1790">
                  <c:v>45761</c:v>
                </c:pt>
                <c:pt idx="1791">
                  <c:v>45762</c:v>
                </c:pt>
                <c:pt idx="1792">
                  <c:v>45763</c:v>
                </c:pt>
                <c:pt idx="1793">
                  <c:v>45764</c:v>
                </c:pt>
                <c:pt idx="1794">
                  <c:v>45769</c:v>
                </c:pt>
                <c:pt idx="1795">
                  <c:v>45770</c:v>
                </c:pt>
                <c:pt idx="1796">
                  <c:v>45771</c:v>
                </c:pt>
                <c:pt idx="1797">
                  <c:v>45772</c:v>
                </c:pt>
                <c:pt idx="1798">
                  <c:v>45775</c:v>
                </c:pt>
                <c:pt idx="1799">
                  <c:v>45776</c:v>
                </c:pt>
                <c:pt idx="1800">
                  <c:v>45777</c:v>
                </c:pt>
                <c:pt idx="1801">
                  <c:v>45779</c:v>
                </c:pt>
                <c:pt idx="1802">
                  <c:v>45783</c:v>
                </c:pt>
                <c:pt idx="1803">
                  <c:v>45784</c:v>
                </c:pt>
                <c:pt idx="1804">
                  <c:v>45785</c:v>
                </c:pt>
                <c:pt idx="1805">
                  <c:v>45786</c:v>
                </c:pt>
                <c:pt idx="1806">
                  <c:v>45789</c:v>
                </c:pt>
                <c:pt idx="1807">
                  <c:v>45790</c:v>
                </c:pt>
                <c:pt idx="1808">
                  <c:v>45791</c:v>
                </c:pt>
                <c:pt idx="1809">
                  <c:v>45792</c:v>
                </c:pt>
                <c:pt idx="1810">
                  <c:v>45793</c:v>
                </c:pt>
                <c:pt idx="1811">
                  <c:v>45796</c:v>
                </c:pt>
                <c:pt idx="1812">
                  <c:v>45797</c:v>
                </c:pt>
                <c:pt idx="1813">
                  <c:v>45798</c:v>
                </c:pt>
                <c:pt idx="1814">
                  <c:v>45799</c:v>
                </c:pt>
                <c:pt idx="1815">
                  <c:v>45800</c:v>
                </c:pt>
                <c:pt idx="1816">
                  <c:v>45803</c:v>
                </c:pt>
                <c:pt idx="1817">
                  <c:v>45804</c:v>
                </c:pt>
                <c:pt idx="1818">
                  <c:v>45805</c:v>
                </c:pt>
                <c:pt idx="1819">
                  <c:v>45806</c:v>
                </c:pt>
                <c:pt idx="1820">
                  <c:v>45807</c:v>
                </c:pt>
                <c:pt idx="1821">
                  <c:v>45810</c:v>
                </c:pt>
                <c:pt idx="1822">
                  <c:v>45811</c:v>
                </c:pt>
                <c:pt idx="1823">
                  <c:v>45812</c:v>
                </c:pt>
                <c:pt idx="1824">
                  <c:v>45813</c:v>
                </c:pt>
                <c:pt idx="1825">
                  <c:v>45814</c:v>
                </c:pt>
                <c:pt idx="1826">
                  <c:v>45817</c:v>
                </c:pt>
                <c:pt idx="1827">
                  <c:v>45818</c:v>
                </c:pt>
                <c:pt idx="1828">
                  <c:v>45819</c:v>
                </c:pt>
                <c:pt idx="1829">
                  <c:v>45820</c:v>
                </c:pt>
                <c:pt idx="1830">
                  <c:v>45821</c:v>
                </c:pt>
                <c:pt idx="1831">
                  <c:v>45824</c:v>
                </c:pt>
                <c:pt idx="1832">
                  <c:v>45825</c:v>
                </c:pt>
                <c:pt idx="1833">
                  <c:v>45826</c:v>
                </c:pt>
                <c:pt idx="1834">
                  <c:v>45827</c:v>
                </c:pt>
                <c:pt idx="1835">
                  <c:v>45828</c:v>
                </c:pt>
                <c:pt idx="1836">
                  <c:v>45831</c:v>
                </c:pt>
                <c:pt idx="1837">
                  <c:v>45832</c:v>
                </c:pt>
                <c:pt idx="1838">
                  <c:v>45833</c:v>
                </c:pt>
                <c:pt idx="1839">
                  <c:v>45834</c:v>
                </c:pt>
                <c:pt idx="1840">
                  <c:v>45835</c:v>
                </c:pt>
                <c:pt idx="1841">
                  <c:v>45838</c:v>
                </c:pt>
                <c:pt idx="1842">
                  <c:v>45840</c:v>
                </c:pt>
                <c:pt idx="1843">
                  <c:v>45841</c:v>
                </c:pt>
                <c:pt idx="1844">
                  <c:v>45842</c:v>
                </c:pt>
                <c:pt idx="1845">
                  <c:v>45845</c:v>
                </c:pt>
                <c:pt idx="1846">
                  <c:v>45846</c:v>
                </c:pt>
                <c:pt idx="1847">
                  <c:v>45847</c:v>
                </c:pt>
                <c:pt idx="1848">
                  <c:v>45848</c:v>
                </c:pt>
                <c:pt idx="1849">
                  <c:v>45849</c:v>
                </c:pt>
                <c:pt idx="1850">
                  <c:v>45852</c:v>
                </c:pt>
                <c:pt idx="1851">
                  <c:v>45853</c:v>
                </c:pt>
                <c:pt idx="1852">
                  <c:v>45854</c:v>
                </c:pt>
                <c:pt idx="1853">
                  <c:v>45855</c:v>
                </c:pt>
                <c:pt idx="1854">
                  <c:v>45856</c:v>
                </c:pt>
                <c:pt idx="1855">
                  <c:v>45859</c:v>
                </c:pt>
                <c:pt idx="1856">
                  <c:v>45860</c:v>
                </c:pt>
                <c:pt idx="1857">
                  <c:v>45861</c:v>
                </c:pt>
                <c:pt idx="1858">
                  <c:v>45862</c:v>
                </c:pt>
                <c:pt idx="1859">
                  <c:v>45863</c:v>
                </c:pt>
                <c:pt idx="1860">
                  <c:v>45866</c:v>
                </c:pt>
                <c:pt idx="1861">
                  <c:v>45867</c:v>
                </c:pt>
                <c:pt idx="1862">
                  <c:v>45868</c:v>
                </c:pt>
                <c:pt idx="1863">
                  <c:v>45869</c:v>
                </c:pt>
                <c:pt idx="1864">
                  <c:v>45870</c:v>
                </c:pt>
                <c:pt idx="1865">
                  <c:v>45873</c:v>
                </c:pt>
                <c:pt idx="1866">
                  <c:v>45874</c:v>
                </c:pt>
                <c:pt idx="1867">
                  <c:v>45875</c:v>
                </c:pt>
                <c:pt idx="1868">
                  <c:v>45876</c:v>
                </c:pt>
                <c:pt idx="1869">
                  <c:v>45877</c:v>
                </c:pt>
                <c:pt idx="1870">
                  <c:v>45880</c:v>
                </c:pt>
                <c:pt idx="1871">
                  <c:v>45881</c:v>
                </c:pt>
                <c:pt idx="1872">
                  <c:v>45882</c:v>
                </c:pt>
                <c:pt idx="1873">
                  <c:v>45883</c:v>
                </c:pt>
                <c:pt idx="1874">
                  <c:v>45884</c:v>
                </c:pt>
                <c:pt idx="1875">
                  <c:v>45887</c:v>
                </c:pt>
                <c:pt idx="1876">
                  <c:v>45888</c:v>
                </c:pt>
                <c:pt idx="1877">
                  <c:v>45889</c:v>
                </c:pt>
                <c:pt idx="1878">
                  <c:v>45890</c:v>
                </c:pt>
                <c:pt idx="1879">
                  <c:v>45891</c:v>
                </c:pt>
                <c:pt idx="1880">
                  <c:v>45894</c:v>
                </c:pt>
                <c:pt idx="1881">
                  <c:v>45895</c:v>
                </c:pt>
                <c:pt idx="1882">
                  <c:v>45896</c:v>
                </c:pt>
                <c:pt idx="1883">
                  <c:v>45897</c:v>
                </c:pt>
                <c:pt idx="1884">
                  <c:v>45898</c:v>
                </c:pt>
                <c:pt idx="1885">
                  <c:v>45901</c:v>
                </c:pt>
                <c:pt idx="1886">
                  <c:v>45902</c:v>
                </c:pt>
                <c:pt idx="1887">
                  <c:v>45903</c:v>
                </c:pt>
                <c:pt idx="1888">
                  <c:v>45904</c:v>
                </c:pt>
                <c:pt idx="1889">
                  <c:v>45905</c:v>
                </c:pt>
                <c:pt idx="1890">
                  <c:v>45908</c:v>
                </c:pt>
                <c:pt idx="1891">
                  <c:v>45909</c:v>
                </c:pt>
                <c:pt idx="1892">
                  <c:v>45910</c:v>
                </c:pt>
                <c:pt idx="1893">
                  <c:v>45911</c:v>
                </c:pt>
                <c:pt idx="1894">
                  <c:v>45912</c:v>
                </c:pt>
                <c:pt idx="1895">
                  <c:v>45915</c:v>
                </c:pt>
                <c:pt idx="1896">
                  <c:v>45916</c:v>
                </c:pt>
                <c:pt idx="1897">
                  <c:v>45917</c:v>
                </c:pt>
                <c:pt idx="1898">
                  <c:v>45918</c:v>
                </c:pt>
                <c:pt idx="1899">
                  <c:v>45919</c:v>
                </c:pt>
                <c:pt idx="1900">
                  <c:v>45922</c:v>
                </c:pt>
                <c:pt idx="1901">
                  <c:v>45923</c:v>
                </c:pt>
                <c:pt idx="1902">
                  <c:v>45924</c:v>
                </c:pt>
                <c:pt idx="1903">
                  <c:v>45925</c:v>
                </c:pt>
                <c:pt idx="1904">
                  <c:v>45926</c:v>
                </c:pt>
                <c:pt idx="1905">
                  <c:v>45929</c:v>
                </c:pt>
                <c:pt idx="1906">
                  <c:v>45930</c:v>
                </c:pt>
                <c:pt idx="1907">
                  <c:v>45932</c:v>
                </c:pt>
                <c:pt idx="1908">
                  <c:v>45933</c:v>
                </c:pt>
                <c:pt idx="1909">
                  <c:v>45936</c:v>
                </c:pt>
                <c:pt idx="1910">
                  <c:v>45938</c:v>
                </c:pt>
                <c:pt idx="1911">
                  <c:v>45939</c:v>
                </c:pt>
                <c:pt idx="1912">
                  <c:v>45940</c:v>
                </c:pt>
                <c:pt idx="1913">
                  <c:v>45943</c:v>
                </c:pt>
                <c:pt idx="1914">
                  <c:v>45944</c:v>
                </c:pt>
                <c:pt idx="1915">
                  <c:v>45945</c:v>
                </c:pt>
                <c:pt idx="1916">
                  <c:v>45946</c:v>
                </c:pt>
                <c:pt idx="1917">
                  <c:v>45947</c:v>
                </c:pt>
                <c:pt idx="1918">
                  <c:v>45950</c:v>
                </c:pt>
                <c:pt idx="1919">
                  <c:v>45951</c:v>
                </c:pt>
                <c:pt idx="1920">
                  <c:v>45952</c:v>
                </c:pt>
                <c:pt idx="1921">
                  <c:v>45953</c:v>
                </c:pt>
                <c:pt idx="1922">
                  <c:v>45954</c:v>
                </c:pt>
                <c:pt idx="1923">
                  <c:v>45957</c:v>
                </c:pt>
                <c:pt idx="1924">
                  <c:v>45958</c:v>
                </c:pt>
                <c:pt idx="1925">
                  <c:v>45960</c:v>
                </c:pt>
                <c:pt idx="1926">
                  <c:v>45961</c:v>
                </c:pt>
                <c:pt idx="1927">
                  <c:v>45964</c:v>
                </c:pt>
                <c:pt idx="1928">
                  <c:v>45965</c:v>
                </c:pt>
                <c:pt idx="1929">
                  <c:v>45966</c:v>
                </c:pt>
                <c:pt idx="1930">
                  <c:v>45967</c:v>
                </c:pt>
                <c:pt idx="1931">
                  <c:v>45968</c:v>
                </c:pt>
                <c:pt idx="1932">
                  <c:v>45971</c:v>
                </c:pt>
                <c:pt idx="1933">
                  <c:v>45972</c:v>
                </c:pt>
                <c:pt idx="1934">
                  <c:v>45973</c:v>
                </c:pt>
                <c:pt idx="1935">
                  <c:v>45974</c:v>
                </c:pt>
                <c:pt idx="1936">
                  <c:v>45975</c:v>
                </c:pt>
                <c:pt idx="1937">
                  <c:v>45978</c:v>
                </c:pt>
                <c:pt idx="1938">
                  <c:v>45979</c:v>
                </c:pt>
                <c:pt idx="1939">
                  <c:v>45980</c:v>
                </c:pt>
                <c:pt idx="1940">
                  <c:v>45981</c:v>
                </c:pt>
                <c:pt idx="1941">
                  <c:v>45982</c:v>
                </c:pt>
                <c:pt idx="1942">
                  <c:v>45985</c:v>
                </c:pt>
                <c:pt idx="1943">
                  <c:v>45986</c:v>
                </c:pt>
                <c:pt idx="1944">
                  <c:v>45987</c:v>
                </c:pt>
                <c:pt idx="1945">
                  <c:v>45988</c:v>
                </c:pt>
                <c:pt idx="1946">
                  <c:v>45989</c:v>
                </c:pt>
                <c:pt idx="1947">
                  <c:v>45992</c:v>
                </c:pt>
                <c:pt idx="1948">
                  <c:v>45993</c:v>
                </c:pt>
                <c:pt idx="1949">
                  <c:v>45994</c:v>
                </c:pt>
                <c:pt idx="1950">
                  <c:v>45995</c:v>
                </c:pt>
                <c:pt idx="1951">
                  <c:v>45996</c:v>
                </c:pt>
                <c:pt idx="1952">
                  <c:v>45999</c:v>
                </c:pt>
                <c:pt idx="1953">
                  <c:v>46000</c:v>
                </c:pt>
                <c:pt idx="1954">
                  <c:v>46001</c:v>
                </c:pt>
                <c:pt idx="1955">
                  <c:v>46002</c:v>
                </c:pt>
                <c:pt idx="1956">
                  <c:v>46003</c:v>
                </c:pt>
                <c:pt idx="1957">
                  <c:v>46006</c:v>
                </c:pt>
                <c:pt idx="1958">
                  <c:v>46007</c:v>
                </c:pt>
                <c:pt idx="1959">
                  <c:v>46008</c:v>
                </c:pt>
                <c:pt idx="1960">
                  <c:v>46009</c:v>
                </c:pt>
                <c:pt idx="1961">
                  <c:v>46010</c:v>
                </c:pt>
                <c:pt idx="1962">
                  <c:v>46013</c:v>
                </c:pt>
                <c:pt idx="1963">
                  <c:v>46014</c:v>
                </c:pt>
                <c:pt idx="1964">
                  <c:v>46015</c:v>
                </c:pt>
                <c:pt idx="1965">
                  <c:v>46020</c:v>
                </c:pt>
                <c:pt idx="1966">
                  <c:v>46021</c:v>
                </c:pt>
                <c:pt idx="1967">
                  <c:v>46022</c:v>
                </c:pt>
                <c:pt idx="1968">
                  <c:v>46024</c:v>
                </c:pt>
                <c:pt idx="1969">
                  <c:v>46027</c:v>
                </c:pt>
                <c:pt idx="1970">
                  <c:v>46028</c:v>
                </c:pt>
                <c:pt idx="1971">
                  <c:v>46029</c:v>
                </c:pt>
                <c:pt idx="1972">
                  <c:v>46030</c:v>
                </c:pt>
                <c:pt idx="1973">
                  <c:v>46031</c:v>
                </c:pt>
                <c:pt idx="1974">
                  <c:v>46034</c:v>
                </c:pt>
                <c:pt idx="1975">
                  <c:v>46035</c:v>
                </c:pt>
                <c:pt idx="1976">
                  <c:v>46036</c:v>
                </c:pt>
                <c:pt idx="1977">
                  <c:v>46037</c:v>
                </c:pt>
                <c:pt idx="1978">
                  <c:v>46038</c:v>
                </c:pt>
                <c:pt idx="1979">
                  <c:v>46041</c:v>
                </c:pt>
                <c:pt idx="1980">
                  <c:v>46042</c:v>
                </c:pt>
                <c:pt idx="1981">
                  <c:v>46043</c:v>
                </c:pt>
                <c:pt idx="1982">
                  <c:v>46044</c:v>
                </c:pt>
                <c:pt idx="1983">
                  <c:v>46045</c:v>
                </c:pt>
                <c:pt idx="1984">
                  <c:v>46048</c:v>
                </c:pt>
                <c:pt idx="1985">
                  <c:v>46049</c:v>
                </c:pt>
                <c:pt idx="1986">
                  <c:v>46050</c:v>
                </c:pt>
                <c:pt idx="1987">
                  <c:v>46051</c:v>
                </c:pt>
                <c:pt idx="1988">
                  <c:v>46052</c:v>
                </c:pt>
                <c:pt idx="1989">
                  <c:v>46055</c:v>
                </c:pt>
                <c:pt idx="1990">
                  <c:v>46056</c:v>
                </c:pt>
                <c:pt idx="1991">
                  <c:v>46057</c:v>
                </c:pt>
                <c:pt idx="1992">
                  <c:v>46058</c:v>
                </c:pt>
                <c:pt idx="1993">
                  <c:v>46059</c:v>
                </c:pt>
                <c:pt idx="1994">
                  <c:v>46062</c:v>
                </c:pt>
                <c:pt idx="1995">
                  <c:v>46063</c:v>
                </c:pt>
                <c:pt idx="1996">
                  <c:v>46064</c:v>
                </c:pt>
                <c:pt idx="1997">
                  <c:v>46065</c:v>
                </c:pt>
                <c:pt idx="1998">
                  <c:v>46066</c:v>
                </c:pt>
                <c:pt idx="1999">
                  <c:v>46069</c:v>
                </c:pt>
                <c:pt idx="2000">
                  <c:v>46073</c:v>
                </c:pt>
                <c:pt idx="2001">
                  <c:v>46076</c:v>
                </c:pt>
                <c:pt idx="2002">
                  <c:v>46077</c:v>
                </c:pt>
                <c:pt idx="2003">
                  <c:v>46078</c:v>
                </c:pt>
                <c:pt idx="2004">
                  <c:v>46079</c:v>
                </c:pt>
                <c:pt idx="2005">
                  <c:v>46080</c:v>
                </c:pt>
                <c:pt idx="2006">
                  <c:v>46083</c:v>
                </c:pt>
                <c:pt idx="2007">
                  <c:v>46084</c:v>
                </c:pt>
                <c:pt idx="2008">
                  <c:v>46085</c:v>
                </c:pt>
                <c:pt idx="2009">
                  <c:v>46086</c:v>
                </c:pt>
                <c:pt idx="2010">
                  <c:v>46087</c:v>
                </c:pt>
                <c:pt idx="2011">
                  <c:v>46090</c:v>
                </c:pt>
                <c:pt idx="2012">
                  <c:v>46091</c:v>
                </c:pt>
                <c:pt idx="2013">
                  <c:v>46092</c:v>
                </c:pt>
                <c:pt idx="2014">
                  <c:v>46093</c:v>
                </c:pt>
                <c:pt idx="2015">
                  <c:v>46094</c:v>
                </c:pt>
                <c:pt idx="2016">
                  <c:v>46097</c:v>
                </c:pt>
                <c:pt idx="2017">
                  <c:v>46098</c:v>
                </c:pt>
                <c:pt idx="2018">
                  <c:v>46099</c:v>
                </c:pt>
                <c:pt idx="2019">
                  <c:v>46100</c:v>
                </c:pt>
                <c:pt idx="2020">
                  <c:v>46101</c:v>
                </c:pt>
                <c:pt idx="2021">
                  <c:v>46104</c:v>
                </c:pt>
                <c:pt idx="2022">
                  <c:v>46105</c:v>
                </c:pt>
                <c:pt idx="2023">
                  <c:v>46106</c:v>
                </c:pt>
                <c:pt idx="2024">
                  <c:v>46107</c:v>
                </c:pt>
                <c:pt idx="2025">
                  <c:v>46108</c:v>
                </c:pt>
                <c:pt idx="2026">
                  <c:v>46111</c:v>
                </c:pt>
                <c:pt idx="2027">
                  <c:v>46112</c:v>
                </c:pt>
                <c:pt idx="2028">
                  <c:v>46113</c:v>
                </c:pt>
              </c:numCache>
            </c:numRef>
          </c:cat>
          <c:val>
            <c:numRef>
              <c:f>恒生科技!$B$2:$B$2030</c:f>
              <c:numCache>
                <c:formatCode>0.00%</c:formatCode>
                <c:ptCount val="2029"/>
                <c:pt idx="0">
                  <c:v>0.1847452967051621</c:v>
                </c:pt>
                <c:pt idx="1">
                  <c:v>0.18658451389763733</c:v>
                </c:pt>
                <c:pt idx="2">
                  <c:v>0.18714797530491456</c:v>
                </c:pt>
                <c:pt idx="3">
                  <c:v>0.18691440172593288</c:v>
                </c:pt>
                <c:pt idx="4">
                  <c:v>0.18616334941016902</c:v>
                </c:pt>
                <c:pt idx="5">
                  <c:v>0.18632496877762086</c:v>
                </c:pt>
                <c:pt idx="6">
                  <c:v>0.18382575372372537</c:v>
                </c:pt>
                <c:pt idx="7">
                  <c:v>0.18607125424842041</c:v>
                </c:pt>
                <c:pt idx="8">
                  <c:v>0.18504075124138322</c:v>
                </c:pt>
                <c:pt idx="9">
                  <c:v>0.18007828616666779</c:v>
                </c:pt>
                <c:pt idx="10">
                  <c:v>0.1787846637256208</c:v>
                </c:pt>
                <c:pt idx="11">
                  <c:v>0.17697518807406717</c:v>
                </c:pt>
                <c:pt idx="12">
                  <c:v>0.17464854239812416</c:v>
                </c:pt>
                <c:pt idx="13">
                  <c:v>0.17562360311878292</c:v>
                </c:pt>
                <c:pt idx="14">
                  <c:v>0.17685510725792683</c:v>
                </c:pt>
                <c:pt idx="15">
                  <c:v>0.17480223621119503</c:v>
                </c:pt>
                <c:pt idx="16">
                  <c:v>0.17444079239799881</c:v>
                </c:pt>
                <c:pt idx="17">
                  <c:v>0.17391228454314803</c:v>
                </c:pt>
                <c:pt idx="18">
                  <c:v>0.17183686371407234</c:v>
                </c:pt>
                <c:pt idx="19">
                  <c:v>0.16826245969820022</c:v>
                </c:pt>
                <c:pt idx="20">
                  <c:v>0.16857978691268119</c:v>
                </c:pt>
                <c:pt idx="21">
                  <c:v>0.16868016104711644</c:v>
                </c:pt>
                <c:pt idx="22">
                  <c:v>0.16829283909210471</c:v>
                </c:pt>
                <c:pt idx="23">
                  <c:v>0.17039867148358159</c:v>
                </c:pt>
                <c:pt idx="24">
                  <c:v>0.16967538134334328</c:v>
                </c:pt>
                <c:pt idx="25">
                  <c:v>0.16704330255966418</c:v>
                </c:pt>
                <c:pt idx="26">
                  <c:v>0.1687513191219924</c:v>
                </c:pt>
                <c:pt idx="27">
                  <c:v>0.17001425556306846</c:v>
                </c:pt>
                <c:pt idx="28">
                  <c:v>0.17035342296954462</c:v>
                </c:pt>
                <c:pt idx="29">
                  <c:v>0.17100825774118683</c:v>
                </c:pt>
                <c:pt idx="30">
                  <c:v>0.17298831449422966</c:v>
                </c:pt>
                <c:pt idx="31">
                  <c:v>0.17201660789891071</c:v>
                </c:pt>
                <c:pt idx="32">
                  <c:v>0.17221327167903511</c:v>
                </c:pt>
                <c:pt idx="33">
                  <c:v>0.17630968564435084</c:v>
                </c:pt>
                <c:pt idx="34">
                  <c:v>0.17494779983004521</c:v>
                </c:pt>
                <c:pt idx="35">
                  <c:v>0.176330699019043</c:v>
                </c:pt>
                <c:pt idx="36">
                  <c:v>0.1758816036117116</c:v>
                </c:pt>
                <c:pt idx="37">
                  <c:v>0.17861365267027743</c:v>
                </c:pt>
                <c:pt idx="38">
                  <c:v>0.17883849195968105</c:v>
                </c:pt>
                <c:pt idx="39">
                  <c:v>0.18030930415319055</c:v>
                </c:pt>
                <c:pt idx="40">
                  <c:v>0.18190035191702167</c:v>
                </c:pt>
                <c:pt idx="41">
                  <c:v>0.18178263080195334</c:v>
                </c:pt>
                <c:pt idx="42">
                  <c:v>0.18282402123508393</c:v>
                </c:pt>
                <c:pt idx="43">
                  <c:v>0.18342039013815795</c:v>
                </c:pt>
                <c:pt idx="44">
                  <c:v>0.18439198434807258</c:v>
                </c:pt>
                <c:pt idx="45">
                  <c:v>0.18370178361951189</c:v>
                </c:pt>
                <c:pt idx="46">
                  <c:v>0.18546783622900995</c:v>
                </c:pt>
                <c:pt idx="47">
                  <c:v>0.18498445765426896</c:v>
                </c:pt>
                <c:pt idx="48">
                  <c:v>0.18490037640677878</c:v>
                </c:pt>
                <c:pt idx="49">
                  <c:v>0.18499660092361989</c:v>
                </c:pt>
                <c:pt idx="50">
                  <c:v>0.18462260352365645</c:v>
                </c:pt>
                <c:pt idx="51">
                  <c:v>0.18408023371236784</c:v>
                </c:pt>
                <c:pt idx="52">
                  <c:v>0.18410687902681241</c:v>
                </c:pt>
                <c:pt idx="53">
                  <c:v>0.18669486746880262</c:v>
                </c:pt>
                <c:pt idx="54">
                  <c:v>0.18434914810094186</c:v>
                </c:pt>
                <c:pt idx="55">
                  <c:v>0.18243863660867593</c:v>
                </c:pt>
                <c:pt idx="56">
                  <c:v>0.17998837980038462</c:v>
                </c:pt>
                <c:pt idx="57">
                  <c:v>0.18116703225694522</c:v>
                </c:pt>
                <c:pt idx="58">
                  <c:v>0.18206881724201654</c:v>
                </c:pt>
                <c:pt idx="59">
                  <c:v>0.17804795265422335</c:v>
                </c:pt>
                <c:pt idx="60">
                  <c:v>0.17639959353186646</c:v>
                </c:pt>
                <c:pt idx="61">
                  <c:v>0.17679431148339469</c:v>
                </c:pt>
                <c:pt idx="62">
                  <c:v>0.17495966115027461</c:v>
                </c:pt>
                <c:pt idx="63">
                  <c:v>0.17305010497591888</c:v>
                </c:pt>
                <c:pt idx="64">
                  <c:v>0.17483669968289337</c:v>
                </c:pt>
                <c:pt idx="65">
                  <c:v>0.17642962256181022</c:v>
                </c:pt>
                <c:pt idx="66">
                  <c:v>0.17405594136264468</c:v>
                </c:pt>
                <c:pt idx="67">
                  <c:v>0.17339727705109878</c:v>
                </c:pt>
                <c:pt idx="68">
                  <c:v>0.17269424747422618</c:v>
                </c:pt>
                <c:pt idx="69">
                  <c:v>0.17440828299894542</c:v>
                </c:pt>
                <c:pt idx="70">
                  <c:v>0.17194867402350084</c:v>
                </c:pt>
                <c:pt idx="71">
                  <c:v>0.17114440674608086</c:v>
                </c:pt>
                <c:pt idx="72">
                  <c:v>0.17149129034232932</c:v>
                </c:pt>
                <c:pt idx="73">
                  <c:v>0.16896818464393012</c:v>
                </c:pt>
                <c:pt idx="74">
                  <c:v>0.16678069966682532</c:v>
                </c:pt>
                <c:pt idx="75">
                  <c:v>0.16633307481596957</c:v>
                </c:pt>
                <c:pt idx="76">
                  <c:v>0.16516009054294442</c:v>
                </c:pt>
                <c:pt idx="77">
                  <c:v>0.16184656727877664</c:v>
                </c:pt>
                <c:pt idx="78">
                  <c:v>0.16213313642003299</c:v>
                </c:pt>
                <c:pt idx="79">
                  <c:v>0.16246257114525398</c:v>
                </c:pt>
                <c:pt idx="80">
                  <c:v>0.16350701799382109</c:v>
                </c:pt>
                <c:pt idx="81">
                  <c:v>0.16509282867592751</c:v>
                </c:pt>
                <c:pt idx="82">
                  <c:v>0.16594055435817756</c:v>
                </c:pt>
                <c:pt idx="83">
                  <c:v>0.16527662292718676</c:v>
                </c:pt>
                <c:pt idx="84">
                  <c:v>0.16691417668301053</c:v>
                </c:pt>
                <c:pt idx="85">
                  <c:v>0.16641461559974507</c:v>
                </c:pt>
                <c:pt idx="86">
                  <c:v>0.16798250653538127</c:v>
                </c:pt>
                <c:pt idx="87">
                  <c:v>0.16556359058494199</c:v>
                </c:pt>
                <c:pt idx="88">
                  <c:v>0.1660073149048796</c:v>
                </c:pt>
                <c:pt idx="89">
                  <c:v>0.1664167632093318</c:v>
                </c:pt>
                <c:pt idx="90">
                  <c:v>0.16736665145193538</c:v>
                </c:pt>
                <c:pt idx="91">
                  <c:v>0.16924195636049855</c:v>
                </c:pt>
                <c:pt idx="92">
                  <c:v>0.16796041988011431</c:v>
                </c:pt>
                <c:pt idx="93">
                  <c:v>0.16841009977796884</c:v>
                </c:pt>
                <c:pt idx="94">
                  <c:v>0.170911808786642</c:v>
                </c:pt>
                <c:pt idx="95">
                  <c:v>0.17198697936731014</c:v>
                </c:pt>
                <c:pt idx="96">
                  <c:v>0.17317095178376907</c:v>
                </c:pt>
                <c:pt idx="97">
                  <c:v>0.17458640580457557</c:v>
                </c:pt>
                <c:pt idx="98">
                  <c:v>0.17517052883785833</c:v>
                </c:pt>
                <c:pt idx="99">
                  <c:v>0.176141896722837</c:v>
                </c:pt>
                <c:pt idx="100">
                  <c:v>0.17582025537143861</c:v>
                </c:pt>
                <c:pt idx="101">
                  <c:v>0.17515055139047078</c:v>
                </c:pt>
                <c:pt idx="102">
                  <c:v>0.1744707235761814</c:v>
                </c:pt>
                <c:pt idx="103">
                  <c:v>0.17587337526070604</c:v>
                </c:pt>
                <c:pt idx="104">
                  <c:v>0.17934553458033023</c:v>
                </c:pt>
                <c:pt idx="105">
                  <c:v>0.1773831635125345</c:v>
                </c:pt>
                <c:pt idx="106">
                  <c:v>0.17782584975035703</c:v>
                </c:pt>
                <c:pt idx="107">
                  <c:v>0.17939556459790687</c:v>
                </c:pt>
                <c:pt idx="108">
                  <c:v>0.17998872136696517</c:v>
                </c:pt>
                <c:pt idx="109">
                  <c:v>0.1778585295759337</c:v>
                </c:pt>
                <c:pt idx="110">
                  <c:v>0.17628120999324248</c:v>
                </c:pt>
                <c:pt idx="111">
                  <c:v>0.17596699911479871</c:v>
                </c:pt>
                <c:pt idx="112">
                  <c:v>0.17220151248042379</c:v>
                </c:pt>
                <c:pt idx="113">
                  <c:v>0.17322536879334946</c:v>
                </c:pt>
                <c:pt idx="114">
                  <c:v>0.17299635957748569</c:v>
                </c:pt>
                <c:pt idx="115">
                  <c:v>0.17446717134706038</c:v>
                </c:pt>
                <c:pt idx="116">
                  <c:v>0.17344091564665923</c:v>
                </c:pt>
                <c:pt idx="117">
                  <c:v>0.17269592194284208</c:v>
                </c:pt>
                <c:pt idx="118">
                  <c:v>0.16909387909406953</c:v>
                </c:pt>
                <c:pt idx="119">
                  <c:v>0.16867726509019096</c:v>
                </c:pt>
                <c:pt idx="120">
                  <c:v>0.17275810729090649</c:v>
                </c:pt>
                <c:pt idx="121">
                  <c:v>0.17281105264319471</c:v>
                </c:pt>
                <c:pt idx="122">
                  <c:v>0.16892768734993363</c:v>
                </c:pt>
                <c:pt idx="123">
                  <c:v>0.16746522348058646</c:v>
                </c:pt>
                <c:pt idx="124">
                  <c:v>0.16786988948149467</c:v>
                </c:pt>
                <c:pt idx="125">
                  <c:v>0.17037802603830804</c:v>
                </c:pt>
                <c:pt idx="126">
                  <c:v>0.16803353990708539</c:v>
                </c:pt>
                <c:pt idx="127">
                  <c:v>0.16852084774875678</c:v>
                </c:pt>
                <c:pt idx="128">
                  <c:v>0.17365154035187877</c:v>
                </c:pt>
                <c:pt idx="129">
                  <c:v>0.17558887785779992</c:v>
                </c:pt>
                <c:pt idx="130">
                  <c:v>0.17597126244671449</c:v>
                </c:pt>
                <c:pt idx="131">
                  <c:v>0.17503037434248064</c:v>
                </c:pt>
                <c:pt idx="132">
                  <c:v>0.1745099657080913</c:v>
                </c:pt>
                <c:pt idx="133">
                  <c:v>0.17304859615163545</c:v>
                </c:pt>
                <c:pt idx="134">
                  <c:v>0.17114682006541837</c:v>
                </c:pt>
                <c:pt idx="135">
                  <c:v>0.16984249783763661</c:v>
                </c:pt>
                <c:pt idx="136">
                  <c:v>0.17001336586356355</c:v>
                </c:pt>
                <c:pt idx="137">
                  <c:v>0.17008184392601888</c:v>
                </c:pt>
                <c:pt idx="138">
                  <c:v>0.16866149151840409</c:v>
                </c:pt>
                <c:pt idx="139">
                  <c:v>0.16984524522050198</c:v>
                </c:pt>
                <c:pt idx="140">
                  <c:v>0.16760930674799437</c:v>
                </c:pt>
                <c:pt idx="141">
                  <c:v>0.16396278768401229</c:v>
                </c:pt>
                <c:pt idx="142">
                  <c:v>0.16539758665440632</c:v>
                </c:pt>
                <c:pt idx="143">
                  <c:v>0.16514388105024941</c:v>
                </c:pt>
                <c:pt idx="144">
                  <c:v>0.16249992773605737</c:v>
                </c:pt>
                <c:pt idx="145">
                  <c:v>0.16063014655875218</c:v>
                </c:pt>
                <c:pt idx="146">
                  <c:v>0.16217315518349754</c:v>
                </c:pt>
                <c:pt idx="147">
                  <c:v>0.1620994148623689</c:v>
                </c:pt>
                <c:pt idx="148">
                  <c:v>0.16521796884012122</c:v>
                </c:pt>
                <c:pt idx="149">
                  <c:v>0.16676678434018574</c:v>
                </c:pt>
                <c:pt idx="150">
                  <c:v>0.16542760976025331</c:v>
                </c:pt>
                <c:pt idx="151">
                  <c:v>0.15615648509905081</c:v>
                </c:pt>
                <c:pt idx="152">
                  <c:v>0.1521619230855096</c:v>
                </c:pt>
                <c:pt idx="153">
                  <c:v>0.15187530950115977</c:v>
                </c:pt>
                <c:pt idx="154">
                  <c:v>0.15141909815785673</c:v>
                </c:pt>
                <c:pt idx="155">
                  <c:v>0.15214968320191086</c:v>
                </c:pt>
                <c:pt idx="156">
                  <c:v>0.15741120081980947</c:v>
                </c:pt>
                <c:pt idx="157">
                  <c:v>0.1565846378382946</c:v>
                </c:pt>
                <c:pt idx="158">
                  <c:v>0.15814203867082446</c:v>
                </c:pt>
                <c:pt idx="159">
                  <c:v>0.15677617739603431</c:v>
                </c:pt>
                <c:pt idx="160">
                  <c:v>0.15764201608205078</c:v>
                </c:pt>
                <c:pt idx="161">
                  <c:v>0.15692119180491276</c:v>
                </c:pt>
                <c:pt idx="162">
                  <c:v>0.15712031485998951</c:v>
                </c:pt>
                <c:pt idx="163">
                  <c:v>0.15681551481409814</c:v>
                </c:pt>
                <c:pt idx="164">
                  <c:v>0.15733876447502648</c:v>
                </c:pt>
                <c:pt idx="165">
                  <c:v>0.15550072277748628</c:v>
                </c:pt>
                <c:pt idx="166">
                  <c:v>0.15740630185741139</c:v>
                </c:pt>
                <c:pt idx="167">
                  <c:v>0.1578246099578437</c:v>
                </c:pt>
                <c:pt idx="168">
                  <c:v>0.15643811524970325</c:v>
                </c:pt>
                <c:pt idx="169">
                  <c:v>0.15644446191016581</c:v>
                </c:pt>
                <c:pt idx="170">
                  <c:v>0.15336360377583944</c:v>
                </c:pt>
                <c:pt idx="171">
                  <c:v>0.15288834726398473</c:v>
                </c:pt>
                <c:pt idx="172">
                  <c:v>0.15248145381445616</c:v>
                </c:pt>
                <c:pt idx="173">
                  <c:v>0.15437011766648193</c:v>
                </c:pt>
                <c:pt idx="174">
                  <c:v>0.15520216840544432</c:v>
                </c:pt>
                <c:pt idx="175">
                  <c:v>0.15322960622436912</c:v>
                </c:pt>
                <c:pt idx="176">
                  <c:v>0.15463328688637773</c:v>
                </c:pt>
                <c:pt idx="177">
                  <c:v>0.15518380639951956</c:v>
                </c:pt>
                <c:pt idx="178">
                  <c:v>0.15486720671730902</c:v>
                </c:pt>
                <c:pt idx="179">
                  <c:v>0.15623258273180035</c:v>
                </c:pt>
                <c:pt idx="180">
                  <c:v>0.15590527644431387</c:v>
                </c:pt>
                <c:pt idx="181">
                  <c:v>0.15601647489455142</c:v>
                </c:pt>
                <c:pt idx="182">
                  <c:v>0.15607488471323264</c:v>
                </c:pt>
                <c:pt idx="183">
                  <c:v>0.15623070246274362</c:v>
                </c:pt>
                <c:pt idx="184">
                  <c:v>0.15810034365071932</c:v>
                </c:pt>
                <c:pt idx="185">
                  <c:v>0.1584666050969944</c:v>
                </c:pt>
                <c:pt idx="186">
                  <c:v>0.15777120305951012</c:v>
                </c:pt>
                <c:pt idx="187">
                  <c:v>0.15265516282391955</c:v>
                </c:pt>
                <c:pt idx="188">
                  <c:v>0.14955632214702605</c:v>
                </c:pt>
                <c:pt idx="189">
                  <c:v>0.14911907006137262</c:v>
                </c:pt>
                <c:pt idx="190">
                  <c:v>0.14748290292050531</c:v>
                </c:pt>
                <c:pt idx="191">
                  <c:v>0.14211618051979769</c:v>
                </c:pt>
                <c:pt idx="192">
                  <c:v>0.14517068587899379</c:v>
                </c:pt>
                <c:pt idx="193">
                  <c:v>0.14499120850962818</c:v>
                </c:pt>
                <c:pt idx="194">
                  <c:v>0.1456198310754819</c:v>
                </c:pt>
                <c:pt idx="195">
                  <c:v>0.14587018823746639</c:v>
                </c:pt>
                <c:pt idx="196">
                  <c:v>0.14637617657874763</c:v>
                </c:pt>
                <c:pt idx="197">
                  <c:v>0.14724536050150744</c:v>
                </c:pt>
                <c:pt idx="198">
                  <c:v>0.14558115404266064</c:v>
                </c:pt>
                <c:pt idx="199">
                  <c:v>0.14311570239423868</c:v>
                </c:pt>
                <c:pt idx="200">
                  <c:v>0.14042351785155591</c:v>
                </c:pt>
                <c:pt idx="201">
                  <c:v>0.13830411734458362</c:v>
                </c:pt>
                <c:pt idx="202">
                  <c:v>0.13655910598241822</c:v>
                </c:pt>
                <c:pt idx="203">
                  <c:v>0.13637615296477237</c:v>
                </c:pt>
                <c:pt idx="204">
                  <c:v>0.1396394430835611</c:v>
                </c:pt>
                <c:pt idx="205">
                  <c:v>0.1429552250550834</c:v>
                </c:pt>
                <c:pt idx="206">
                  <c:v>0.14787730283712178</c:v>
                </c:pt>
                <c:pt idx="207">
                  <c:v>0.14748139439562682</c:v>
                </c:pt>
                <c:pt idx="208">
                  <c:v>0.14626797789974028</c:v>
                </c:pt>
                <c:pt idx="209">
                  <c:v>0.14672271240786472</c:v>
                </c:pt>
                <c:pt idx="210">
                  <c:v>0.14421001901804656</c:v>
                </c:pt>
                <c:pt idx="211">
                  <c:v>0.14508638414618905</c:v>
                </c:pt>
                <c:pt idx="212">
                  <c:v>0.14438356848428482</c:v>
                </c:pt>
                <c:pt idx="213">
                  <c:v>0.14488965361357617</c:v>
                </c:pt>
                <c:pt idx="214">
                  <c:v>0.1446853428433218</c:v>
                </c:pt>
                <c:pt idx="215">
                  <c:v>0.1461115703967385</c:v>
                </c:pt>
                <c:pt idx="216">
                  <c:v>0.14719023752717836</c:v>
                </c:pt>
                <c:pt idx="217">
                  <c:v>0.14778287577733959</c:v>
                </c:pt>
                <c:pt idx="218">
                  <c:v>0.14526937339059781</c:v>
                </c:pt>
                <c:pt idx="219">
                  <c:v>0.14658161436376146</c:v>
                </c:pt>
                <c:pt idx="220">
                  <c:v>0.14561091123895584</c:v>
                </c:pt>
                <c:pt idx="221">
                  <c:v>0.14368157891488942</c:v>
                </c:pt>
                <c:pt idx="222">
                  <c:v>0.14230339647363643</c:v>
                </c:pt>
                <c:pt idx="223">
                  <c:v>0.14356242376184683</c:v>
                </c:pt>
                <c:pt idx="224">
                  <c:v>0.14423428636532626</c:v>
                </c:pt>
                <c:pt idx="225">
                  <c:v>0.14385299929719184</c:v>
                </c:pt>
                <c:pt idx="226">
                  <c:v>0.14368604223452516</c:v>
                </c:pt>
                <c:pt idx="227">
                  <c:v>0.14440306908532252</c:v>
                </c:pt>
                <c:pt idx="228">
                  <c:v>0.14505195073887289</c:v>
                </c:pt>
                <c:pt idx="229">
                  <c:v>0.14392229884920327</c:v>
                </c:pt>
                <c:pt idx="230">
                  <c:v>0.14194204243859432</c:v>
                </c:pt>
                <c:pt idx="231">
                  <c:v>0.14194997191502684</c:v>
                </c:pt>
                <c:pt idx="232">
                  <c:v>0.14146459472872022</c:v>
                </c:pt>
                <c:pt idx="233">
                  <c:v>0.14369887554822797</c:v>
                </c:pt>
                <c:pt idx="234">
                  <c:v>0.14289462097376876</c:v>
                </c:pt>
                <c:pt idx="235">
                  <c:v>0.14168829773396899</c:v>
                </c:pt>
                <c:pt idx="236">
                  <c:v>0.14020346590258054</c:v>
                </c:pt>
                <c:pt idx="237">
                  <c:v>0.13964630454331842</c:v>
                </c:pt>
                <c:pt idx="238">
                  <c:v>0.13799974820109048</c:v>
                </c:pt>
                <c:pt idx="239">
                  <c:v>0.1371233915282159</c:v>
                </c:pt>
                <c:pt idx="240">
                  <c:v>0.13558397301230549</c:v>
                </c:pt>
                <c:pt idx="241">
                  <c:v>0.13450834879406309</c:v>
                </c:pt>
                <c:pt idx="242">
                  <c:v>0.13343102788232056</c:v>
                </c:pt>
                <c:pt idx="243">
                  <c:v>0.13292028535006248</c:v>
                </c:pt>
                <c:pt idx="244">
                  <c:v>0.13396107307815969</c:v>
                </c:pt>
                <c:pt idx="245">
                  <c:v>0.13388764862240141</c:v>
                </c:pt>
                <c:pt idx="246">
                  <c:v>0.13310956671912649</c:v>
                </c:pt>
                <c:pt idx="247">
                  <c:v>0.12980383301229315</c:v>
                </c:pt>
                <c:pt idx="248">
                  <c:v>0.1282746488628945</c:v>
                </c:pt>
                <c:pt idx="249">
                  <c:v>0.12899979485750337</c:v>
                </c:pt>
                <c:pt idx="250">
                  <c:v>0.12918615908129133</c:v>
                </c:pt>
                <c:pt idx="251">
                  <c:v>0.12815845322707911</c:v>
                </c:pt>
                <c:pt idx="252">
                  <c:v>0.12940704931823058</c:v>
                </c:pt>
                <c:pt idx="253">
                  <c:v>0.13023567841777581</c:v>
                </c:pt>
                <c:pt idx="254">
                  <c:v>0.12949757646207952</c:v>
                </c:pt>
                <c:pt idx="255">
                  <c:v>0.12982304701141881</c:v>
                </c:pt>
                <c:pt idx="256">
                  <c:v>0.12896130785329027</c:v>
                </c:pt>
                <c:pt idx="257">
                  <c:v>0.12919822855974611</c:v>
                </c:pt>
                <c:pt idx="258">
                  <c:v>0.13232605448120599</c:v>
                </c:pt>
                <c:pt idx="259">
                  <c:v>0.13333019567930332</c:v>
                </c:pt>
                <c:pt idx="260">
                  <c:v>0.13128868432112778</c:v>
                </c:pt>
                <c:pt idx="261">
                  <c:v>0.13018231500062943</c:v>
                </c:pt>
                <c:pt idx="262">
                  <c:v>0.13192627995006079</c:v>
                </c:pt>
                <c:pt idx="263">
                  <c:v>0.13336917043990049</c:v>
                </c:pt>
                <c:pt idx="264">
                  <c:v>0.13248342094269999</c:v>
                </c:pt>
                <c:pt idx="265">
                  <c:v>0.13339796191151429</c:v>
                </c:pt>
                <c:pt idx="266">
                  <c:v>0.13238106779872552</c:v>
                </c:pt>
                <c:pt idx="267">
                  <c:v>0.13362777163221431</c:v>
                </c:pt>
                <c:pt idx="268">
                  <c:v>0.13488257024339489</c:v>
                </c:pt>
                <c:pt idx="269">
                  <c:v>0.13473818167137724</c:v>
                </c:pt>
                <c:pt idx="270">
                  <c:v>0.13661226236584995</c:v>
                </c:pt>
                <c:pt idx="271">
                  <c:v>0.14002744472680345</c:v>
                </c:pt>
                <c:pt idx="272">
                  <c:v>0.14064440692008506</c:v>
                </c:pt>
                <c:pt idx="273">
                  <c:v>0.14307069474997711</c:v>
                </c:pt>
                <c:pt idx="274">
                  <c:v>0.14317152649914444</c:v>
                </c:pt>
                <c:pt idx="275">
                  <c:v>0.14073160521331976</c:v>
                </c:pt>
                <c:pt idx="276">
                  <c:v>0.14124558463132444</c:v>
                </c:pt>
                <c:pt idx="277">
                  <c:v>0.13865743143453002</c:v>
                </c:pt>
                <c:pt idx="278">
                  <c:v>0.1397388305063644</c:v>
                </c:pt>
                <c:pt idx="279">
                  <c:v>0.14337308661707754</c:v>
                </c:pt>
                <c:pt idx="280">
                  <c:v>0.1487130547641439</c:v>
                </c:pt>
                <c:pt idx="281">
                  <c:v>0.1481762335415566</c:v>
                </c:pt>
                <c:pt idx="282">
                  <c:v>0.14602082714967227</c:v>
                </c:pt>
                <c:pt idx="283">
                  <c:v>0.14420233511745137</c:v>
                </c:pt>
                <c:pt idx="284">
                  <c:v>0.14379541496962614</c:v>
                </c:pt>
                <c:pt idx="285">
                  <c:v>0.14610423303763653</c:v>
                </c:pt>
                <c:pt idx="286">
                  <c:v>0.14839816447677609</c:v>
                </c:pt>
                <c:pt idx="287">
                  <c:v>0.15075064913540687</c:v>
                </c:pt>
                <c:pt idx="288">
                  <c:v>0.15182108714218809</c:v>
                </c:pt>
                <c:pt idx="289">
                  <c:v>0.14874676201247766</c:v>
                </c:pt>
                <c:pt idx="290">
                  <c:v>0.14771212841526379</c:v>
                </c:pt>
                <c:pt idx="291">
                  <c:v>0.14897889016359511</c:v>
                </c:pt>
                <c:pt idx="292">
                  <c:v>0.146687150144515</c:v>
                </c:pt>
                <c:pt idx="293">
                  <c:v>0.14530338506185031</c:v>
                </c:pt>
                <c:pt idx="294">
                  <c:v>0.14129544538408723</c:v>
                </c:pt>
                <c:pt idx="295">
                  <c:v>0.14301643512087647</c:v>
                </c:pt>
                <c:pt idx="296">
                  <c:v>0.14241417851195945</c:v>
                </c:pt>
                <c:pt idx="297">
                  <c:v>0.14213195557769764</c:v>
                </c:pt>
                <c:pt idx="298">
                  <c:v>0.14100079226574017</c:v>
                </c:pt>
                <c:pt idx="299">
                  <c:v>0.14052118290177754</c:v>
                </c:pt>
                <c:pt idx="300">
                  <c:v>0.14127053696309871</c:v>
                </c:pt>
                <c:pt idx="301">
                  <c:v>0.14167234914552462</c:v>
                </c:pt>
                <c:pt idx="302">
                  <c:v>0.14135760570534231</c:v>
                </c:pt>
                <c:pt idx="303">
                  <c:v>0.14227563461053144</c:v>
                </c:pt>
                <c:pt idx="304">
                  <c:v>0.14258384213355871</c:v>
                </c:pt>
                <c:pt idx="305">
                  <c:v>0.14277713676743531</c:v>
                </c:pt>
                <c:pt idx="306">
                  <c:v>0.14123662726701355</c:v>
                </c:pt>
                <c:pt idx="307">
                  <c:v>0.14199044242518147</c:v>
                </c:pt>
                <c:pt idx="308">
                  <c:v>0.142557340179995</c:v>
                </c:pt>
                <c:pt idx="309">
                  <c:v>0.14244903849237314</c:v>
                </c:pt>
                <c:pt idx="310">
                  <c:v>0.14235590805644815</c:v>
                </c:pt>
                <c:pt idx="311">
                  <c:v>0.14558240755447485</c:v>
                </c:pt>
                <c:pt idx="312">
                  <c:v>0.1475844932661699</c:v>
                </c:pt>
                <c:pt idx="313">
                  <c:v>0.14554457270492588</c:v>
                </c:pt>
                <c:pt idx="314">
                  <c:v>0.14586208648949373</c:v>
                </c:pt>
                <c:pt idx="315">
                  <c:v>0.14557917420310545</c:v>
                </c:pt>
                <c:pt idx="316">
                  <c:v>0.14474805234805194</c:v>
                </c:pt>
                <c:pt idx="317">
                  <c:v>0.14673716036153744</c:v>
                </c:pt>
                <c:pt idx="318">
                  <c:v>0.14748261704500781</c:v>
                </c:pt>
                <c:pt idx="319">
                  <c:v>0.1470088014513784</c:v>
                </c:pt>
                <c:pt idx="320">
                  <c:v>0.1483666114984887</c:v>
                </c:pt>
                <c:pt idx="321">
                  <c:v>0.14506832533553526</c:v>
                </c:pt>
                <c:pt idx="322">
                  <c:v>0.14627794417228707</c:v>
                </c:pt>
                <c:pt idx="323">
                  <c:v>0.14416175662308092</c:v>
                </c:pt>
                <c:pt idx="324">
                  <c:v>0.1442911925643563</c:v>
                </c:pt>
                <c:pt idx="325">
                  <c:v>0.14326490156016961</c:v>
                </c:pt>
                <c:pt idx="326">
                  <c:v>0.14423857813177846</c:v>
                </c:pt>
                <c:pt idx="327">
                  <c:v>0.14072288018207574</c:v>
                </c:pt>
                <c:pt idx="328">
                  <c:v>0.14084450441405549</c:v>
                </c:pt>
                <c:pt idx="329">
                  <c:v>0.14005764881116567</c:v>
                </c:pt>
                <c:pt idx="330">
                  <c:v>0.13888842774222238</c:v>
                </c:pt>
                <c:pt idx="331">
                  <c:v>0.14118900576667656</c:v>
                </c:pt>
                <c:pt idx="332">
                  <c:v>0.13856437055375112</c:v>
                </c:pt>
                <c:pt idx="333">
                  <c:v>0.14170261041271429</c:v>
                </c:pt>
                <c:pt idx="334">
                  <c:v>0.13860513873175204</c:v>
                </c:pt>
                <c:pt idx="335">
                  <c:v>0.13536097237360295</c:v>
                </c:pt>
                <c:pt idx="336">
                  <c:v>0.13300892016261923</c:v>
                </c:pt>
                <c:pt idx="337">
                  <c:v>0.13428888782828655</c:v>
                </c:pt>
                <c:pt idx="338">
                  <c:v>0.13663459893438015</c:v>
                </c:pt>
                <c:pt idx="339">
                  <c:v>0.13336350396979807</c:v>
                </c:pt>
                <c:pt idx="340">
                  <c:v>0.13313772463408366</c:v>
                </c:pt>
                <c:pt idx="341">
                  <c:v>0.13399838537618425</c:v>
                </c:pt>
                <c:pt idx="342">
                  <c:v>0.13572946546670214</c:v>
                </c:pt>
                <c:pt idx="343">
                  <c:v>0.13566820912691463</c:v>
                </c:pt>
                <c:pt idx="344">
                  <c:v>0.13536921424693746</c:v>
                </c:pt>
                <c:pt idx="345">
                  <c:v>0.13637848875268624</c:v>
                </c:pt>
                <c:pt idx="346">
                  <c:v>0.13562686799143001</c:v>
                </c:pt>
                <c:pt idx="347">
                  <c:v>0.13315461902014533</c:v>
                </c:pt>
                <c:pt idx="348">
                  <c:v>0.13452652196803622</c:v>
                </c:pt>
                <c:pt idx="349">
                  <c:v>0.13289533800501979</c:v>
                </c:pt>
                <c:pt idx="350">
                  <c:v>0.13493776342850844</c:v>
                </c:pt>
                <c:pt idx="351">
                  <c:v>0.13657827066062023</c:v>
                </c:pt>
                <c:pt idx="352">
                  <c:v>0.13497868426121429</c:v>
                </c:pt>
                <c:pt idx="353">
                  <c:v>0.13511152893729225</c:v>
                </c:pt>
                <c:pt idx="354">
                  <c:v>0.13333222707133732</c:v>
                </c:pt>
                <c:pt idx="355">
                  <c:v>0.13256799460538668</c:v>
                </c:pt>
                <c:pt idx="356">
                  <c:v>0.13270011713251176</c:v>
                </c:pt>
                <c:pt idx="357">
                  <c:v>0.13482593874081897</c:v>
                </c:pt>
                <c:pt idx="358">
                  <c:v>0.13450795662271989</c:v>
                </c:pt>
                <c:pt idx="359">
                  <c:v>0.13322710668894219</c:v>
                </c:pt>
                <c:pt idx="360">
                  <c:v>0.13273980289692422</c:v>
                </c:pt>
                <c:pt idx="361">
                  <c:v>0.13184994809476203</c:v>
                </c:pt>
                <c:pt idx="362">
                  <c:v>0.1322121977267364</c:v>
                </c:pt>
                <c:pt idx="363">
                  <c:v>0.13389796872412341</c:v>
                </c:pt>
                <c:pt idx="364">
                  <c:v>0.13399856074880304</c:v>
                </c:pt>
                <c:pt idx="365">
                  <c:v>0.13737118864534575</c:v>
                </c:pt>
                <c:pt idx="366">
                  <c:v>0.13486886565097242</c:v>
                </c:pt>
                <c:pt idx="367">
                  <c:v>0.13417665164015408</c:v>
                </c:pt>
                <c:pt idx="368">
                  <c:v>0.13326403665981693</c:v>
                </c:pt>
                <c:pt idx="369">
                  <c:v>0.13180858607446291</c:v>
                </c:pt>
                <c:pt idx="370">
                  <c:v>0.13137548779568278</c:v>
                </c:pt>
                <c:pt idx="371">
                  <c:v>0.13254887750937877</c:v>
                </c:pt>
                <c:pt idx="372">
                  <c:v>0.13134834938343684</c:v>
                </c:pt>
                <c:pt idx="373">
                  <c:v>0.13075757543827854</c:v>
                </c:pt>
                <c:pt idx="374">
                  <c:v>0.13215289295559987</c:v>
                </c:pt>
                <c:pt idx="375">
                  <c:v>0.13214046867149179</c:v>
                </c:pt>
                <c:pt idx="376">
                  <c:v>0.1320955319049969</c:v>
                </c:pt>
                <c:pt idx="377">
                  <c:v>0.13113079138743136</c:v>
                </c:pt>
                <c:pt idx="378">
                  <c:v>0.13187683814582796</c:v>
                </c:pt>
                <c:pt idx="379">
                  <c:v>0.13247984051466166</c:v>
                </c:pt>
                <c:pt idx="380">
                  <c:v>0.13437980389566959</c:v>
                </c:pt>
                <c:pt idx="381">
                  <c:v>0.13592148938228946</c:v>
                </c:pt>
                <c:pt idx="382">
                  <c:v>0.13760644603994504</c:v>
                </c:pt>
                <c:pt idx="383">
                  <c:v>0.13682814195777551</c:v>
                </c:pt>
                <c:pt idx="384">
                  <c:v>0.13787886820123951</c:v>
                </c:pt>
                <c:pt idx="385">
                  <c:v>0.13782779386424598</c:v>
                </c:pt>
                <c:pt idx="386">
                  <c:v>0.13834525834525835</c:v>
                </c:pt>
                <c:pt idx="387">
                  <c:v>0.13885226930569511</c:v>
                </c:pt>
                <c:pt idx="388">
                  <c:v>0.13537229675562382</c:v>
                </c:pt>
                <c:pt idx="389">
                  <c:v>0.13516755559566401</c:v>
                </c:pt>
                <c:pt idx="390">
                  <c:v>0.13496487559400436</c:v>
                </c:pt>
                <c:pt idx="391">
                  <c:v>0.13523698668655612</c:v>
                </c:pt>
                <c:pt idx="392">
                  <c:v>0.13671610752669236</c:v>
                </c:pt>
                <c:pt idx="393">
                  <c:v>0.13701719013234745</c:v>
                </c:pt>
                <c:pt idx="394">
                  <c:v>0.13908146922793352</c:v>
                </c:pt>
                <c:pt idx="395">
                  <c:v>0.13815784789548005</c:v>
                </c:pt>
                <c:pt idx="396">
                  <c:v>0.14129714792500914</c:v>
                </c:pt>
                <c:pt idx="397">
                  <c:v>0.13945541676831877</c:v>
                </c:pt>
                <c:pt idx="398">
                  <c:v>0.13940737275114612</c:v>
                </c:pt>
                <c:pt idx="399">
                  <c:v>0.14089124230179401</c:v>
                </c:pt>
                <c:pt idx="400">
                  <c:v>0.14308614743930398</c:v>
                </c:pt>
                <c:pt idx="401">
                  <c:v>0.14246000386752361</c:v>
                </c:pt>
                <c:pt idx="402">
                  <c:v>0.14298322527939952</c:v>
                </c:pt>
                <c:pt idx="403">
                  <c:v>0.14282718465293037</c:v>
                </c:pt>
                <c:pt idx="404">
                  <c:v>0.1439767323862271</c:v>
                </c:pt>
                <c:pt idx="405">
                  <c:v>0.14367674340040376</c:v>
                </c:pt>
                <c:pt idx="406">
                  <c:v>0.14288157005061003</c:v>
                </c:pt>
                <c:pt idx="407">
                  <c:v>0.14189818507207191</c:v>
                </c:pt>
                <c:pt idx="408">
                  <c:v>0.14301257972386883</c:v>
                </c:pt>
                <c:pt idx="409">
                  <c:v>0.14410211284780824</c:v>
                </c:pt>
                <c:pt idx="410">
                  <c:v>0.14555083957325041</c:v>
                </c:pt>
                <c:pt idx="411">
                  <c:v>0.1419140881408486</c:v>
                </c:pt>
                <c:pt idx="412">
                  <c:v>0.1465450624596227</c:v>
                </c:pt>
                <c:pt idx="413">
                  <c:v>0.14761775236074209</c:v>
                </c:pt>
                <c:pt idx="414">
                  <c:v>0.14895845045612299</c:v>
                </c:pt>
                <c:pt idx="415">
                  <c:v>0.14725217811036559</c:v>
                </c:pt>
                <c:pt idx="416">
                  <c:v>0.1444744405734219</c:v>
                </c:pt>
                <c:pt idx="417">
                  <c:v>0.14740307660729271</c:v>
                </c:pt>
                <c:pt idx="418">
                  <c:v>0.14734236376751245</c:v>
                </c:pt>
                <c:pt idx="419">
                  <c:v>0.14862476981184941</c:v>
                </c:pt>
                <c:pt idx="420">
                  <c:v>0.14738501782738789</c:v>
                </c:pt>
                <c:pt idx="421">
                  <c:v>0.15082873217283918</c:v>
                </c:pt>
                <c:pt idx="422">
                  <c:v>0.15359506138324339</c:v>
                </c:pt>
                <c:pt idx="423">
                  <c:v>0.15436302541225549</c:v>
                </c:pt>
                <c:pt idx="424">
                  <c:v>0.15310879248276282</c:v>
                </c:pt>
                <c:pt idx="425">
                  <c:v>0.15311555876869221</c:v>
                </c:pt>
                <c:pt idx="426">
                  <c:v>0.15149496923340794</c:v>
                </c:pt>
                <c:pt idx="427">
                  <c:v>0.15158937912819825</c:v>
                </c:pt>
                <c:pt idx="428">
                  <c:v>0.15197221632522062</c:v>
                </c:pt>
                <c:pt idx="429">
                  <c:v>0.14984246292101069</c:v>
                </c:pt>
                <c:pt idx="430">
                  <c:v>0.15179845092807234</c:v>
                </c:pt>
                <c:pt idx="431">
                  <c:v>0.15261710795467384</c:v>
                </c:pt>
                <c:pt idx="432">
                  <c:v>0.15427115029880684</c:v>
                </c:pt>
                <c:pt idx="433">
                  <c:v>0.15337499131052701</c:v>
                </c:pt>
                <c:pt idx="434">
                  <c:v>0.15293342122610415</c:v>
                </c:pt>
                <c:pt idx="435">
                  <c:v>0.15766185764470339</c:v>
                </c:pt>
                <c:pt idx="436">
                  <c:v>0.15557250829011526</c:v>
                </c:pt>
                <c:pt idx="437">
                  <c:v>0.15525802310170669</c:v>
                </c:pt>
                <c:pt idx="438">
                  <c:v>0.15544600366813527</c:v>
                </c:pt>
                <c:pt idx="439">
                  <c:v>0.15495899382994779</c:v>
                </c:pt>
                <c:pt idx="440">
                  <c:v>0.15487872874787373</c:v>
                </c:pt>
                <c:pt idx="441">
                  <c:v>0.15683143223059645</c:v>
                </c:pt>
                <c:pt idx="442">
                  <c:v>0.15729103992863791</c:v>
                </c:pt>
                <c:pt idx="443">
                  <c:v>0.15571226975084182</c:v>
                </c:pt>
                <c:pt idx="444">
                  <c:v>0.15527541402347975</c:v>
                </c:pt>
                <c:pt idx="445">
                  <c:v>0.15456144966312724</c:v>
                </c:pt>
                <c:pt idx="446">
                  <c:v>0.15656387820480369</c:v>
                </c:pt>
                <c:pt idx="447">
                  <c:v>0.15814617834939682</c:v>
                </c:pt>
                <c:pt idx="448">
                  <c:v>0.157743975008549</c:v>
                </c:pt>
                <c:pt idx="449">
                  <c:v>0.15877028811247759</c:v>
                </c:pt>
                <c:pt idx="450">
                  <c:v>0.15872094406155784</c:v>
                </c:pt>
                <c:pt idx="451">
                  <c:v>0.15781771433716249</c:v>
                </c:pt>
                <c:pt idx="452">
                  <c:v>0.15841371023657491</c:v>
                </c:pt>
                <c:pt idx="453">
                  <c:v>0.1585755362419356</c:v>
                </c:pt>
                <c:pt idx="454">
                  <c:v>0.15913457649057522</c:v>
                </c:pt>
                <c:pt idx="455">
                  <c:v>0.15839959665647174</c:v>
                </c:pt>
                <c:pt idx="456">
                  <c:v>0.15689298886049546</c:v>
                </c:pt>
                <c:pt idx="457">
                  <c:v>0.15604784125704926</c:v>
                </c:pt>
                <c:pt idx="458">
                  <c:v>0.15793851015027371</c:v>
                </c:pt>
                <c:pt idx="459">
                  <c:v>0.15964384343201315</c:v>
                </c:pt>
                <c:pt idx="460">
                  <c:v>0.16273858262272503</c:v>
                </c:pt>
                <c:pt idx="461">
                  <c:v>0.16273883584169052</c:v>
                </c:pt>
                <c:pt idx="462">
                  <c:v>0.16193753703465638</c:v>
                </c:pt>
                <c:pt idx="463">
                  <c:v>0.16241538654599946</c:v>
                </c:pt>
                <c:pt idx="464">
                  <c:v>0.16272679298807233</c:v>
                </c:pt>
                <c:pt idx="465">
                  <c:v>0.16055915922088285</c:v>
                </c:pt>
                <c:pt idx="466">
                  <c:v>0.16145091498126721</c:v>
                </c:pt>
                <c:pt idx="467">
                  <c:v>0.15943332058930745</c:v>
                </c:pt>
                <c:pt idx="468">
                  <c:v>0.15954346301096237</c:v>
                </c:pt>
                <c:pt idx="469">
                  <c:v>0.16075758700007423</c:v>
                </c:pt>
                <c:pt idx="470">
                  <c:v>0.1626821567703699</c:v>
                </c:pt>
                <c:pt idx="471">
                  <c:v>0.16301678136252684</c:v>
                </c:pt>
                <c:pt idx="472">
                  <c:v>0.16163491237570299</c:v>
                </c:pt>
                <c:pt idx="473">
                  <c:v>0.16287829701454645</c:v>
                </c:pt>
                <c:pt idx="474">
                  <c:v>0.16332355685703936</c:v>
                </c:pt>
                <c:pt idx="475">
                  <c:v>0.16678160463576361</c:v>
                </c:pt>
                <c:pt idx="476">
                  <c:v>0.16921116279982504</c:v>
                </c:pt>
                <c:pt idx="477">
                  <c:v>0.16876790214506809</c:v>
                </c:pt>
                <c:pt idx="478">
                  <c:v>0.16892779788036444</c:v>
                </c:pt>
                <c:pt idx="479">
                  <c:v>0.17021305342041768</c:v>
                </c:pt>
                <c:pt idx="480">
                  <c:v>0.16971979844514401</c:v>
                </c:pt>
                <c:pt idx="481">
                  <c:v>0.16779327760714483</c:v>
                </c:pt>
                <c:pt idx="482">
                  <c:v>0.17079302852360886</c:v>
                </c:pt>
                <c:pt idx="483">
                  <c:v>0.17019175964697236</c:v>
                </c:pt>
                <c:pt idx="484">
                  <c:v>0.16919360455254068</c:v>
                </c:pt>
                <c:pt idx="485">
                  <c:v>0.16820279067023639</c:v>
                </c:pt>
                <c:pt idx="486">
                  <c:v>0.16591410175682197</c:v>
                </c:pt>
                <c:pt idx="487">
                  <c:v>0.16599985451371208</c:v>
                </c:pt>
                <c:pt idx="488">
                  <c:v>0.16775426254682979</c:v>
                </c:pt>
                <c:pt idx="489">
                  <c:v>0.16697714329848767</c:v>
                </c:pt>
                <c:pt idx="490">
                  <c:v>0.16584538014413447</c:v>
                </c:pt>
                <c:pt idx="491">
                  <c:v>0.16725263615321173</c:v>
                </c:pt>
                <c:pt idx="492">
                  <c:v>0.17001336905889672</c:v>
                </c:pt>
                <c:pt idx="493">
                  <c:v>0.16976152399697733</c:v>
                </c:pt>
                <c:pt idx="494">
                  <c:v>0.16991205685216462</c:v>
                </c:pt>
                <c:pt idx="495">
                  <c:v>0.17102816673645913</c:v>
                </c:pt>
                <c:pt idx="496">
                  <c:v>0.17124906365441087</c:v>
                </c:pt>
                <c:pt idx="497">
                  <c:v>0.1732575890199923</c:v>
                </c:pt>
                <c:pt idx="498">
                  <c:v>0.17519955863147821</c:v>
                </c:pt>
                <c:pt idx="499">
                  <c:v>0.17911209624333535</c:v>
                </c:pt>
                <c:pt idx="500">
                  <c:v>0.1768255234352335</c:v>
                </c:pt>
                <c:pt idx="501">
                  <c:v>0.18010647958770526</c:v>
                </c:pt>
                <c:pt idx="502">
                  <c:v>0.18086427190489643</c:v>
                </c:pt>
                <c:pt idx="503">
                  <c:v>0.18271693484606846</c:v>
                </c:pt>
                <c:pt idx="504">
                  <c:v>0.18412093939729637</c:v>
                </c:pt>
                <c:pt idx="505">
                  <c:v>0.1835583143025292</c:v>
                </c:pt>
                <c:pt idx="506">
                  <c:v>0.1886038762162574</c:v>
                </c:pt>
                <c:pt idx="507">
                  <c:v>0.1849746606127316</c:v>
                </c:pt>
                <c:pt idx="508">
                  <c:v>0.18642529921673412</c:v>
                </c:pt>
                <c:pt idx="509">
                  <c:v>0.18884466229244315</c:v>
                </c:pt>
                <c:pt idx="510">
                  <c:v>0.18199577831104463</c:v>
                </c:pt>
                <c:pt idx="511">
                  <c:v>0.18276850318649257</c:v>
                </c:pt>
                <c:pt idx="512">
                  <c:v>0.18414363102297759</c:v>
                </c:pt>
                <c:pt idx="513">
                  <c:v>0.18875520224561571</c:v>
                </c:pt>
                <c:pt idx="514">
                  <c:v>0.19025271458938264</c:v>
                </c:pt>
                <c:pt idx="515">
                  <c:v>0.19026431509764052</c:v>
                </c:pt>
                <c:pt idx="516">
                  <c:v>0.19269478807499707</c:v>
                </c:pt>
                <c:pt idx="517">
                  <c:v>0.19441995144144891</c:v>
                </c:pt>
                <c:pt idx="518">
                  <c:v>0.19155463263326261</c:v>
                </c:pt>
                <c:pt idx="519">
                  <c:v>0.19195857051157181</c:v>
                </c:pt>
                <c:pt idx="520">
                  <c:v>0.19540858276235126</c:v>
                </c:pt>
                <c:pt idx="521">
                  <c:v>0.19108018521980474</c:v>
                </c:pt>
                <c:pt idx="522">
                  <c:v>0.19377923861571697</c:v>
                </c:pt>
                <c:pt idx="523">
                  <c:v>0.1923404116206929</c:v>
                </c:pt>
                <c:pt idx="524">
                  <c:v>0.19270417319181757</c:v>
                </c:pt>
                <c:pt idx="525">
                  <c:v>0.19604254530018297</c:v>
                </c:pt>
                <c:pt idx="526">
                  <c:v>0.19467783473538391</c:v>
                </c:pt>
                <c:pt idx="527">
                  <c:v>0.19518598942316584</c:v>
                </c:pt>
                <c:pt idx="528">
                  <c:v>0.19864032695217346</c:v>
                </c:pt>
                <c:pt idx="529">
                  <c:v>0.19487355828425382</c:v>
                </c:pt>
                <c:pt idx="530">
                  <c:v>0.19809198532261932</c:v>
                </c:pt>
                <c:pt idx="531">
                  <c:v>0.19407323326162756</c:v>
                </c:pt>
                <c:pt idx="532">
                  <c:v>0.19584978974337131</c:v>
                </c:pt>
                <c:pt idx="533">
                  <c:v>0.19718111061821994</c:v>
                </c:pt>
                <c:pt idx="534">
                  <c:v>0.19603448545442828</c:v>
                </c:pt>
                <c:pt idx="535">
                  <c:v>0.19574586995528595</c:v>
                </c:pt>
                <c:pt idx="536">
                  <c:v>0.19841226435335743</c:v>
                </c:pt>
                <c:pt idx="537">
                  <c:v>0.19405554051323337</c:v>
                </c:pt>
                <c:pt idx="538">
                  <c:v>0.19487281879577878</c:v>
                </c:pt>
                <c:pt idx="539">
                  <c:v>0.1922707270760764</c:v>
                </c:pt>
                <c:pt idx="540">
                  <c:v>0.18918741029582786</c:v>
                </c:pt>
                <c:pt idx="541">
                  <c:v>0.19118034395335395</c:v>
                </c:pt>
                <c:pt idx="542">
                  <c:v>0.18187817410747772</c:v>
                </c:pt>
                <c:pt idx="543">
                  <c:v>0.18154483395397039</c:v>
                </c:pt>
                <c:pt idx="544">
                  <c:v>0.17893873178591968</c:v>
                </c:pt>
                <c:pt idx="545">
                  <c:v>0.18370243303163231</c:v>
                </c:pt>
                <c:pt idx="546">
                  <c:v>0.1858148210025227</c:v>
                </c:pt>
                <c:pt idx="547">
                  <c:v>0.18510305754989484</c:v>
                </c:pt>
                <c:pt idx="548">
                  <c:v>0.18576397545126547</c:v>
                </c:pt>
                <c:pt idx="549">
                  <c:v>0.18765054390260802</c:v>
                </c:pt>
                <c:pt idx="550">
                  <c:v>0.18969790607707837</c:v>
                </c:pt>
                <c:pt idx="551">
                  <c:v>0.18803301612823556</c:v>
                </c:pt>
                <c:pt idx="552">
                  <c:v>0.18582004573009575</c:v>
                </c:pt>
                <c:pt idx="553">
                  <c:v>0.18815318758081434</c:v>
                </c:pt>
                <c:pt idx="554">
                  <c:v>0.19045005607345469</c:v>
                </c:pt>
                <c:pt idx="555">
                  <c:v>0.19362493051993854</c:v>
                </c:pt>
                <c:pt idx="556">
                  <c:v>0.19165729547673857</c:v>
                </c:pt>
                <c:pt idx="557">
                  <c:v>0.19368633448313033</c:v>
                </c:pt>
                <c:pt idx="558">
                  <c:v>0.19426230420697563</c:v>
                </c:pt>
                <c:pt idx="559">
                  <c:v>0.19522018225000282</c:v>
                </c:pt>
                <c:pt idx="560">
                  <c:v>0.19332041992845364</c:v>
                </c:pt>
                <c:pt idx="561">
                  <c:v>0.19420840256349395</c:v>
                </c:pt>
                <c:pt idx="562">
                  <c:v>0.1983115582551333</c:v>
                </c:pt>
                <c:pt idx="563">
                  <c:v>0.20377273607717925</c:v>
                </c:pt>
                <c:pt idx="564">
                  <c:v>0.20227071369975388</c:v>
                </c:pt>
                <c:pt idx="565">
                  <c:v>0.20520657196336051</c:v>
                </c:pt>
                <c:pt idx="566">
                  <c:v>0.2049942106159022</c:v>
                </c:pt>
                <c:pt idx="567">
                  <c:v>0.20891661951270143</c:v>
                </c:pt>
                <c:pt idx="568">
                  <c:v>0.20804368461529479</c:v>
                </c:pt>
                <c:pt idx="569">
                  <c:v>0.20391476262550182</c:v>
                </c:pt>
                <c:pt idx="570">
                  <c:v>0.20335591145685322</c:v>
                </c:pt>
                <c:pt idx="571">
                  <c:v>0.20450147217036485</c:v>
                </c:pt>
                <c:pt idx="572">
                  <c:v>0.20275698467633976</c:v>
                </c:pt>
                <c:pt idx="573">
                  <c:v>0.20452616690240455</c:v>
                </c:pt>
                <c:pt idx="574">
                  <c:v>0.20513845352022275</c:v>
                </c:pt>
                <c:pt idx="575">
                  <c:v>0.20919416608527486</c:v>
                </c:pt>
                <c:pt idx="576">
                  <c:v>0.21060038873040449</c:v>
                </c:pt>
                <c:pt idx="577">
                  <c:v>0.21331918017909079</c:v>
                </c:pt>
                <c:pt idx="578">
                  <c:v>0.21265820829637841</c:v>
                </c:pt>
                <c:pt idx="579">
                  <c:v>0.21918213883875395</c:v>
                </c:pt>
                <c:pt idx="580">
                  <c:v>0.22039718283065143</c:v>
                </c:pt>
                <c:pt idx="581">
                  <c:v>0.22586817984585647</c:v>
                </c:pt>
                <c:pt idx="582">
                  <c:v>0.22976980326059868</c:v>
                </c:pt>
                <c:pt idx="583">
                  <c:v>0.22348909139298184</c:v>
                </c:pt>
                <c:pt idx="584">
                  <c:v>0.22553020670301496</c:v>
                </c:pt>
                <c:pt idx="585">
                  <c:v>0.22822505783823327</c:v>
                </c:pt>
                <c:pt idx="586">
                  <c:v>0.2240026062570763</c:v>
                </c:pt>
                <c:pt idx="587">
                  <c:v>0.22407887609931731</c:v>
                </c:pt>
                <c:pt idx="588">
                  <c:v>0.22908962262506838</c:v>
                </c:pt>
                <c:pt idx="589">
                  <c:v>0.2301867976699255</c:v>
                </c:pt>
                <c:pt idx="590">
                  <c:v>0.22576064229727361</c:v>
                </c:pt>
                <c:pt idx="591">
                  <c:v>0.22263620942766882</c:v>
                </c:pt>
                <c:pt idx="592">
                  <c:v>0.22907810344895166</c:v>
                </c:pt>
                <c:pt idx="593">
                  <c:v>0.23158476217443408</c:v>
                </c:pt>
                <c:pt idx="594">
                  <c:v>0.23019227419305102</c:v>
                </c:pt>
                <c:pt idx="595">
                  <c:v>0.23213920138520625</c:v>
                </c:pt>
                <c:pt idx="596">
                  <c:v>0.23202948334379861</c:v>
                </c:pt>
                <c:pt idx="597">
                  <c:v>0.23008420127079043</c:v>
                </c:pt>
                <c:pt idx="598">
                  <c:v>0.22802205452930305</c:v>
                </c:pt>
                <c:pt idx="599">
                  <c:v>0.22601429847365348</c:v>
                </c:pt>
                <c:pt idx="600">
                  <c:v>0.22826633261116988</c:v>
                </c:pt>
                <c:pt idx="601">
                  <c:v>0.23139850041768534</c:v>
                </c:pt>
                <c:pt idx="602">
                  <c:v>0.23470230908697365</c:v>
                </c:pt>
                <c:pt idx="603">
                  <c:v>0.23465036516458168</c:v>
                </c:pt>
                <c:pt idx="604">
                  <c:v>0.24156088808413048</c:v>
                </c:pt>
                <c:pt idx="605">
                  <c:v>0.24208572953927082</c:v>
                </c:pt>
                <c:pt idx="606">
                  <c:v>0.24785877259457822</c:v>
                </c:pt>
                <c:pt idx="607">
                  <c:v>0.24885316400941573</c:v>
                </c:pt>
                <c:pt idx="608">
                  <c:v>0.25035473376812528</c:v>
                </c:pt>
                <c:pt idx="609">
                  <c:v>0.25495737401103452</c:v>
                </c:pt>
                <c:pt idx="610">
                  <c:v>0.26044303874087121</c:v>
                </c:pt>
                <c:pt idx="611">
                  <c:v>0.26382780603983952</c:v>
                </c:pt>
                <c:pt idx="612">
                  <c:v>0.26067927286134723</c:v>
                </c:pt>
                <c:pt idx="613">
                  <c:v>0.26106072782010536</c:v>
                </c:pt>
                <c:pt idx="614">
                  <c:v>0.26533193706941399</c:v>
                </c:pt>
                <c:pt idx="615">
                  <c:v>0.27239771853047634</c:v>
                </c:pt>
                <c:pt idx="616">
                  <c:v>0.27497801752219886</c:v>
                </c:pt>
                <c:pt idx="617">
                  <c:v>0.27249240250295853</c:v>
                </c:pt>
                <c:pt idx="618">
                  <c:v>0.28499707989305439</c:v>
                </c:pt>
                <c:pt idx="619">
                  <c:v>0.29670822307074818</c:v>
                </c:pt>
                <c:pt idx="620">
                  <c:v>0.29866628626822522</c:v>
                </c:pt>
                <c:pt idx="621">
                  <c:v>0.30019532735374505</c:v>
                </c:pt>
                <c:pt idx="622">
                  <c:v>0.29284999660489941</c:v>
                </c:pt>
                <c:pt idx="623">
                  <c:v>0.28928425945329916</c:v>
                </c:pt>
                <c:pt idx="624">
                  <c:v>0.26932415564007245</c:v>
                </c:pt>
                <c:pt idx="625">
                  <c:v>0.27341956708811016</c:v>
                </c:pt>
                <c:pt idx="626">
                  <c:v>0.27459943914096857</c:v>
                </c:pt>
                <c:pt idx="627">
                  <c:v>0.28776048675945931</c:v>
                </c:pt>
                <c:pt idx="628">
                  <c:v>0.28082715498560534</c:v>
                </c:pt>
                <c:pt idx="629">
                  <c:v>0.28600047500296877</c:v>
                </c:pt>
                <c:pt idx="630">
                  <c:v>0.27778216279644918</c:v>
                </c:pt>
                <c:pt idx="631">
                  <c:v>0.27536107003706012</c:v>
                </c:pt>
                <c:pt idx="632">
                  <c:v>0.28307786455768352</c:v>
                </c:pt>
                <c:pt idx="633">
                  <c:v>0.2847369745136667</c:v>
                </c:pt>
                <c:pt idx="634">
                  <c:v>0.28733470143772366</c:v>
                </c:pt>
                <c:pt idx="635">
                  <c:v>0.29090986710902672</c:v>
                </c:pt>
                <c:pt idx="636">
                  <c:v>0.29816057073864599</c:v>
                </c:pt>
                <c:pt idx="637">
                  <c:v>0.29809998384551339</c:v>
                </c:pt>
                <c:pt idx="638">
                  <c:v>0.30065483413232286</c:v>
                </c:pt>
                <c:pt idx="639">
                  <c:v>0.30391751816443902</c:v>
                </c:pt>
                <c:pt idx="640">
                  <c:v>0.30110771322888585</c:v>
                </c:pt>
                <c:pt idx="641">
                  <c:v>0.29437762717398841</c:v>
                </c:pt>
                <c:pt idx="642">
                  <c:v>0.2864461718201351</c:v>
                </c:pt>
                <c:pt idx="643">
                  <c:v>0.27771804966087016</c:v>
                </c:pt>
                <c:pt idx="644">
                  <c:v>0.27870088269554477</c:v>
                </c:pt>
                <c:pt idx="645">
                  <c:v>0.27948446194477944</c:v>
                </c:pt>
                <c:pt idx="646">
                  <c:v>0.27912317426601763</c:v>
                </c:pt>
                <c:pt idx="647">
                  <c:v>0.28367178636500889</c:v>
                </c:pt>
                <c:pt idx="648">
                  <c:v>0.28398409621385517</c:v>
                </c:pt>
                <c:pt idx="649">
                  <c:v>0.28911650375392428</c:v>
                </c:pt>
                <c:pt idx="650">
                  <c:v>0.28545495232907431</c:v>
                </c:pt>
                <c:pt idx="651">
                  <c:v>0.28686719177444209</c:v>
                </c:pt>
                <c:pt idx="652">
                  <c:v>0.28343434216608032</c:v>
                </c:pt>
                <c:pt idx="653">
                  <c:v>0.28540326120684345</c:v>
                </c:pt>
                <c:pt idx="654">
                  <c:v>0.29827994375255867</c:v>
                </c:pt>
                <c:pt idx="655">
                  <c:v>0.2982016406223571</c:v>
                </c:pt>
                <c:pt idx="656">
                  <c:v>0.29963240331968993</c:v>
                </c:pt>
                <c:pt idx="657">
                  <c:v>0.30473518801978178</c:v>
                </c:pt>
                <c:pt idx="658">
                  <c:v>0.3148631234999556</c:v>
                </c:pt>
                <c:pt idx="659">
                  <c:v>0.30814872278827238</c:v>
                </c:pt>
                <c:pt idx="660">
                  <c:v>0.30726388869204652</c:v>
                </c:pt>
                <c:pt idx="661">
                  <c:v>0.29447186112856422</c:v>
                </c:pt>
                <c:pt idx="662">
                  <c:v>0.2892780070450619</c:v>
                </c:pt>
                <c:pt idx="663">
                  <c:v>0.28671625608475731</c:v>
                </c:pt>
                <c:pt idx="664">
                  <c:v>0.28789390602931536</c:v>
                </c:pt>
                <c:pt idx="665">
                  <c:v>0.29295103396235039</c:v>
                </c:pt>
                <c:pt idx="666">
                  <c:v>0.29696537539346146</c:v>
                </c:pt>
                <c:pt idx="667">
                  <c:v>0.29712494683165164</c:v>
                </c:pt>
                <c:pt idx="668">
                  <c:v>0.30050154434892051</c:v>
                </c:pt>
                <c:pt idx="669">
                  <c:v>0.29997144717624902</c:v>
                </c:pt>
                <c:pt idx="670">
                  <c:v>0.30143923164649455</c:v>
                </c:pt>
                <c:pt idx="671">
                  <c:v>0.30044019608620881</c:v>
                </c:pt>
                <c:pt idx="672">
                  <c:v>0.30498653910616291</c:v>
                </c:pt>
                <c:pt idx="673">
                  <c:v>0.30740726233241561</c:v>
                </c:pt>
                <c:pt idx="674">
                  <c:v>0.3026150236775918</c:v>
                </c:pt>
                <c:pt idx="675">
                  <c:v>0.2977682348758921</c:v>
                </c:pt>
                <c:pt idx="676">
                  <c:v>0.29726423312269312</c:v>
                </c:pt>
                <c:pt idx="677">
                  <c:v>0.29976975819669843</c:v>
                </c:pt>
                <c:pt idx="678">
                  <c:v>0.3021281765459386</c:v>
                </c:pt>
                <c:pt idx="679">
                  <c:v>0.29838966870275646</c:v>
                </c:pt>
                <c:pt idx="680">
                  <c:v>0.30592790437290063</c:v>
                </c:pt>
                <c:pt idx="681">
                  <c:v>0.30914628059560628</c:v>
                </c:pt>
                <c:pt idx="682">
                  <c:v>0.3104617591197581</c:v>
                </c:pt>
                <c:pt idx="683">
                  <c:v>0.31109206675365159</c:v>
                </c:pt>
                <c:pt idx="684">
                  <c:v>0.31435905050288687</c:v>
                </c:pt>
                <c:pt idx="685">
                  <c:v>0.31701509987598864</c:v>
                </c:pt>
                <c:pt idx="686">
                  <c:v>0.31214800232133233</c:v>
                </c:pt>
                <c:pt idx="687">
                  <c:v>0.31183316869501887</c:v>
                </c:pt>
                <c:pt idx="688">
                  <c:v>0.30847648097607966</c:v>
                </c:pt>
                <c:pt idx="689">
                  <c:v>0.31113647223350538</c:v>
                </c:pt>
                <c:pt idx="690">
                  <c:v>0.30774544505587287</c:v>
                </c:pt>
                <c:pt idx="691">
                  <c:v>0.30744371953185107</c:v>
                </c:pt>
                <c:pt idx="692">
                  <c:v>0.3003549933022403</c:v>
                </c:pt>
                <c:pt idx="693">
                  <c:v>0.30449841228473257</c:v>
                </c:pt>
                <c:pt idx="694">
                  <c:v>0.30986733471475747</c:v>
                </c:pt>
                <c:pt idx="695">
                  <c:v>0.31217899180854614</c:v>
                </c:pt>
                <c:pt idx="696">
                  <c:v>0.31253406627503072</c:v>
                </c:pt>
                <c:pt idx="697">
                  <c:v>0.3101290637248309</c:v>
                </c:pt>
                <c:pt idx="698">
                  <c:v>0.30933494468464573</c:v>
                </c:pt>
                <c:pt idx="699">
                  <c:v>0.31176871945588991</c:v>
                </c:pt>
                <c:pt idx="700">
                  <c:v>0.31840152055267917</c:v>
                </c:pt>
                <c:pt idx="701">
                  <c:v>0.317059445097163</c:v>
                </c:pt>
                <c:pt idx="702">
                  <c:v>0.32265279631859728</c:v>
                </c:pt>
                <c:pt idx="703">
                  <c:v>0.30271072198218502</c:v>
                </c:pt>
                <c:pt idx="704">
                  <c:v>0.28464733644514162</c:v>
                </c:pt>
                <c:pt idx="705">
                  <c:v>0.29448844412821396</c:v>
                </c:pt>
                <c:pt idx="706">
                  <c:v>0.30354255059666946</c:v>
                </c:pt>
                <c:pt idx="707">
                  <c:v>0.30611519285928451</c:v>
                </c:pt>
                <c:pt idx="708">
                  <c:v>0.30032568505350543</c:v>
                </c:pt>
                <c:pt idx="709">
                  <c:v>0.30033615515803963</c:v>
                </c:pt>
                <c:pt idx="710">
                  <c:v>0.29985882292236171</c:v>
                </c:pt>
                <c:pt idx="711">
                  <c:v>0.3023461015880361</c:v>
                </c:pt>
                <c:pt idx="712">
                  <c:v>0.30539903798959456</c:v>
                </c:pt>
                <c:pt idx="713">
                  <c:v>0.30491345784972279</c:v>
                </c:pt>
                <c:pt idx="714">
                  <c:v>0.29701628249233686</c:v>
                </c:pt>
                <c:pt idx="715">
                  <c:v>0.30042152243987108</c:v>
                </c:pt>
                <c:pt idx="716">
                  <c:v>0.30080484318831829</c:v>
                </c:pt>
                <c:pt idx="717">
                  <c:v>0.30443835940943353</c:v>
                </c:pt>
                <c:pt idx="718">
                  <c:v>0.30056670360377719</c:v>
                </c:pt>
                <c:pt idx="719">
                  <c:v>0.29579671483135073</c:v>
                </c:pt>
                <c:pt idx="720">
                  <c:v>0.2970682978842808</c:v>
                </c:pt>
                <c:pt idx="721">
                  <c:v>0.29634907243724085</c:v>
                </c:pt>
                <c:pt idx="722">
                  <c:v>0.29972591990372299</c:v>
                </c:pt>
                <c:pt idx="723">
                  <c:v>0.30736533893743134</c:v>
                </c:pt>
                <c:pt idx="724">
                  <c:v>0.30569440859922936</c:v>
                </c:pt>
                <c:pt idx="725">
                  <c:v>0.30388681207046114</c:v>
                </c:pt>
                <c:pt idx="726">
                  <c:v>0.30486077234967202</c:v>
                </c:pt>
                <c:pt idx="727">
                  <c:v>0.30803174896701419</c:v>
                </c:pt>
                <c:pt idx="728">
                  <c:v>0.30886138933098384</c:v>
                </c:pt>
                <c:pt idx="729">
                  <c:v>0.30787266503881855</c:v>
                </c:pt>
                <c:pt idx="730">
                  <c:v>0.31233755572864619</c:v>
                </c:pt>
                <c:pt idx="731">
                  <c:v>0.31148173865789136</c:v>
                </c:pt>
                <c:pt idx="732">
                  <c:v>0.31018547380361183</c:v>
                </c:pt>
                <c:pt idx="733">
                  <c:v>0.31343396154177472</c:v>
                </c:pt>
                <c:pt idx="734">
                  <c:v>0.31985871063010807</c:v>
                </c:pt>
                <c:pt idx="735">
                  <c:v>0.30859687659171942</c:v>
                </c:pt>
                <c:pt idx="736">
                  <c:v>0.29625269289364886</c:v>
                </c:pt>
                <c:pt idx="737">
                  <c:v>0.30102689313543973</c:v>
                </c:pt>
                <c:pt idx="738">
                  <c:v>0.30557101658334906</c:v>
                </c:pt>
                <c:pt idx="739">
                  <c:v>0.30942160681543512</c:v>
                </c:pt>
                <c:pt idx="740">
                  <c:v>0.30902153802250298</c:v>
                </c:pt>
                <c:pt idx="741">
                  <c:v>0.30609739072819897</c:v>
                </c:pt>
                <c:pt idx="742">
                  <c:v>0.31090230858397461</c:v>
                </c:pt>
                <c:pt idx="743">
                  <c:v>0.30494741641293255</c:v>
                </c:pt>
                <c:pt idx="744">
                  <c:v>0.30957213193668748</c:v>
                </c:pt>
                <c:pt idx="745">
                  <c:v>0.31049884227657654</c:v>
                </c:pt>
                <c:pt idx="746">
                  <c:v>0.30861538189501975</c:v>
                </c:pt>
                <c:pt idx="747">
                  <c:v>0.30704890280355296</c:v>
                </c:pt>
                <c:pt idx="748">
                  <c:v>0.3121470225140594</c:v>
                </c:pt>
                <c:pt idx="749">
                  <c:v>0.30711776427825993</c:v>
                </c:pt>
                <c:pt idx="750">
                  <c:v>0.31584771662595101</c:v>
                </c:pt>
                <c:pt idx="751">
                  <c:v>0.31626413352819016</c:v>
                </c:pt>
                <c:pt idx="752">
                  <c:v>0.32992006333256235</c:v>
                </c:pt>
                <c:pt idx="753">
                  <c:v>0.32778397046755253</c:v>
                </c:pt>
                <c:pt idx="754">
                  <c:v>0.33162896442354878</c:v>
                </c:pt>
                <c:pt idx="755">
                  <c:v>0.33842655975776398</c:v>
                </c:pt>
                <c:pt idx="756">
                  <c:v>0.33912972768095012</c:v>
                </c:pt>
                <c:pt idx="757">
                  <c:v>0.33476303292461856</c:v>
                </c:pt>
                <c:pt idx="758">
                  <c:v>0.32828816876042222</c:v>
                </c:pt>
                <c:pt idx="759">
                  <c:v>0.33086571740411708</c:v>
                </c:pt>
                <c:pt idx="760">
                  <c:v>0.3380035759699801</c:v>
                </c:pt>
                <c:pt idx="761">
                  <c:v>0.34109003135182075</c:v>
                </c:pt>
                <c:pt idx="762">
                  <c:v>0.34549974648093013</c:v>
                </c:pt>
                <c:pt idx="763">
                  <c:v>0.33995809504181912</c:v>
                </c:pt>
                <c:pt idx="764">
                  <c:v>0.33443501038626527</c:v>
                </c:pt>
                <c:pt idx="765">
                  <c:v>0.33277579710683719</c:v>
                </c:pt>
                <c:pt idx="766">
                  <c:v>0.33795785683292173</c:v>
                </c:pt>
                <c:pt idx="767">
                  <c:v>0.34005210608175046</c:v>
                </c:pt>
                <c:pt idx="768">
                  <c:v>0.34504369221142878</c:v>
                </c:pt>
                <c:pt idx="769">
                  <c:v>0.3478322523487104</c:v>
                </c:pt>
                <c:pt idx="770">
                  <c:v>0.35210684016118415</c:v>
                </c:pt>
                <c:pt idx="771">
                  <c:v>0.34618194250287709</c:v>
                </c:pt>
                <c:pt idx="772">
                  <c:v>0.34462597647295307</c:v>
                </c:pt>
                <c:pt idx="773">
                  <c:v>0.32907209572085327</c:v>
                </c:pt>
                <c:pt idx="774">
                  <c:v>0.32200358832931147</c:v>
                </c:pt>
                <c:pt idx="775">
                  <c:v>0.31499005324676027</c:v>
                </c:pt>
                <c:pt idx="776">
                  <c:v>0.31577895582820742</c:v>
                </c:pt>
                <c:pt idx="777">
                  <c:v>0.30898464848943469</c:v>
                </c:pt>
                <c:pt idx="778">
                  <c:v>0.31572083522762195</c:v>
                </c:pt>
                <c:pt idx="779">
                  <c:v>0.318189254416264</c:v>
                </c:pt>
                <c:pt idx="780">
                  <c:v>0.31346647737883204</c:v>
                </c:pt>
                <c:pt idx="781">
                  <c:v>0.3016617077319364</c:v>
                </c:pt>
                <c:pt idx="782">
                  <c:v>0.29672602754319927</c:v>
                </c:pt>
                <c:pt idx="783">
                  <c:v>0.283160300523846</c:v>
                </c:pt>
                <c:pt idx="784">
                  <c:v>0.28022992204907132</c:v>
                </c:pt>
                <c:pt idx="785">
                  <c:v>0.28423676607332626</c:v>
                </c:pt>
                <c:pt idx="786">
                  <c:v>0.29402690636675571</c:v>
                </c:pt>
                <c:pt idx="787">
                  <c:v>0.29424190632337405</c:v>
                </c:pt>
                <c:pt idx="788">
                  <c:v>0.28662304187868665</c:v>
                </c:pt>
                <c:pt idx="789">
                  <c:v>0.29388559682151766</c:v>
                </c:pt>
                <c:pt idx="790">
                  <c:v>0.29530910528715876</c:v>
                </c:pt>
                <c:pt idx="791">
                  <c:v>0.29505585988032257</c:v>
                </c:pt>
                <c:pt idx="792">
                  <c:v>0.29496525466231865</c:v>
                </c:pt>
                <c:pt idx="793">
                  <c:v>0.29457330258186332</c:v>
                </c:pt>
                <c:pt idx="794">
                  <c:v>0.29109412865323059</c:v>
                </c:pt>
                <c:pt idx="795">
                  <c:v>0.28802026209482434</c:v>
                </c:pt>
                <c:pt idx="796">
                  <c:v>0.28476383720059167</c:v>
                </c:pt>
                <c:pt idx="797">
                  <c:v>0.28689676151865284</c:v>
                </c:pt>
                <c:pt idx="798">
                  <c:v>0.28163545449091865</c:v>
                </c:pt>
                <c:pt idx="799">
                  <c:v>0.28625037179599333</c:v>
                </c:pt>
                <c:pt idx="800">
                  <c:v>0.28838181219133602</c:v>
                </c:pt>
                <c:pt idx="801">
                  <c:v>0.29613037748015286</c:v>
                </c:pt>
                <c:pt idx="802">
                  <c:v>0.29474835046800679</c:v>
                </c:pt>
                <c:pt idx="803">
                  <c:v>0.29157782644622687</c:v>
                </c:pt>
                <c:pt idx="804">
                  <c:v>0.28941732755376531</c:v>
                </c:pt>
                <c:pt idx="805">
                  <c:v>0.28711979778781216</c:v>
                </c:pt>
                <c:pt idx="806">
                  <c:v>0.28209072805270685</c:v>
                </c:pt>
                <c:pt idx="807">
                  <c:v>0.28461708539166519</c:v>
                </c:pt>
                <c:pt idx="808">
                  <c:v>0.28280764098670724</c:v>
                </c:pt>
                <c:pt idx="809">
                  <c:v>0.28416335544953675</c:v>
                </c:pt>
                <c:pt idx="810">
                  <c:v>0.28675692250606827</c:v>
                </c:pt>
                <c:pt idx="811">
                  <c:v>0.28527481549286737</c:v>
                </c:pt>
                <c:pt idx="812">
                  <c:v>0.28596963446197882</c:v>
                </c:pt>
                <c:pt idx="813">
                  <c:v>0.2879374752654637</c:v>
                </c:pt>
                <c:pt idx="814">
                  <c:v>0.29120061900872629</c:v>
                </c:pt>
                <c:pt idx="815">
                  <c:v>0.2930711781887988</c:v>
                </c:pt>
                <c:pt idx="816">
                  <c:v>0.29426388505932999</c:v>
                </c:pt>
                <c:pt idx="817">
                  <c:v>0.29351106622536149</c:v>
                </c:pt>
                <c:pt idx="818">
                  <c:v>0.29007455143216149</c:v>
                </c:pt>
                <c:pt idx="819">
                  <c:v>0.28940695313609666</c:v>
                </c:pt>
                <c:pt idx="820">
                  <c:v>0.29014822865453066</c:v>
                </c:pt>
                <c:pt idx="821">
                  <c:v>0.29008927364575027</c:v>
                </c:pt>
                <c:pt idx="822">
                  <c:v>0.28530880801520725</c:v>
                </c:pt>
                <c:pt idx="823">
                  <c:v>0.28413378840162501</c:v>
                </c:pt>
                <c:pt idx="824">
                  <c:v>0.27803702467437824</c:v>
                </c:pt>
                <c:pt idx="825">
                  <c:v>0.27577681368431434</c:v>
                </c:pt>
                <c:pt idx="826">
                  <c:v>0.27306817601747135</c:v>
                </c:pt>
                <c:pt idx="827">
                  <c:v>0.2784587461177484</c:v>
                </c:pt>
                <c:pt idx="828">
                  <c:v>0.27416972026435615</c:v>
                </c:pt>
                <c:pt idx="829">
                  <c:v>0.26992386425223452</c:v>
                </c:pt>
                <c:pt idx="830">
                  <c:v>0.27310546288246934</c:v>
                </c:pt>
                <c:pt idx="831">
                  <c:v>0.27340497821031889</c:v>
                </c:pt>
                <c:pt idx="832">
                  <c:v>0.27822985284157031</c:v>
                </c:pt>
                <c:pt idx="833">
                  <c:v>0.28200105135769921</c:v>
                </c:pt>
                <c:pt idx="834">
                  <c:v>0.27722574691348029</c:v>
                </c:pt>
                <c:pt idx="835">
                  <c:v>0.27686378060009281</c:v>
                </c:pt>
                <c:pt idx="836">
                  <c:v>0.27677628856329684</c:v>
                </c:pt>
                <c:pt idx="837">
                  <c:v>0.27904455710811588</c:v>
                </c:pt>
                <c:pt idx="838">
                  <c:v>0.27322888257650541</c:v>
                </c:pt>
                <c:pt idx="839">
                  <c:v>0.27800513175858782</c:v>
                </c:pt>
                <c:pt idx="840">
                  <c:v>0.2818562508483779</c:v>
                </c:pt>
                <c:pt idx="841">
                  <c:v>0.28108426554784999</c:v>
                </c:pt>
                <c:pt idx="842">
                  <c:v>0.2818591294699343</c:v>
                </c:pt>
                <c:pt idx="843">
                  <c:v>0.27995061916239311</c:v>
                </c:pt>
                <c:pt idx="844">
                  <c:v>0.27938485331021201</c:v>
                </c:pt>
                <c:pt idx="845">
                  <c:v>0.27729768343283051</c:v>
                </c:pt>
                <c:pt idx="846">
                  <c:v>0.27736118789407926</c:v>
                </c:pt>
                <c:pt idx="847">
                  <c:v>0.27729577492233515</c:v>
                </c:pt>
                <c:pt idx="848">
                  <c:v>0.27706414193403883</c:v>
                </c:pt>
                <c:pt idx="849">
                  <c:v>0.27798284339314905</c:v>
                </c:pt>
                <c:pt idx="850">
                  <c:v>0.27537061079923086</c:v>
                </c:pt>
                <c:pt idx="851">
                  <c:v>0.27667752504587939</c:v>
                </c:pt>
                <c:pt idx="852">
                  <c:v>0.27920470173711087</c:v>
                </c:pt>
                <c:pt idx="853">
                  <c:v>0.27926392642774406</c:v>
                </c:pt>
                <c:pt idx="854">
                  <c:v>0.27595535956504047</c:v>
                </c:pt>
                <c:pt idx="855">
                  <c:v>0.27831524856621437</c:v>
                </c:pt>
                <c:pt idx="856">
                  <c:v>0.27836133071767433</c:v>
                </c:pt>
                <c:pt idx="857">
                  <c:v>0.28119257503528716</c:v>
                </c:pt>
                <c:pt idx="858">
                  <c:v>0.28278478763713638</c:v>
                </c:pt>
                <c:pt idx="859">
                  <c:v>0.28285237341390146</c:v>
                </c:pt>
                <c:pt idx="860">
                  <c:v>0.28289802084435417</c:v>
                </c:pt>
                <c:pt idx="861">
                  <c:v>0.2787807457466191</c:v>
                </c:pt>
                <c:pt idx="862">
                  <c:v>0.27403094853163251</c:v>
                </c:pt>
                <c:pt idx="863">
                  <c:v>0.27239618620974132</c:v>
                </c:pt>
                <c:pt idx="864">
                  <c:v>0.2719456864690411</c:v>
                </c:pt>
                <c:pt idx="865">
                  <c:v>0.26965510053537106</c:v>
                </c:pt>
                <c:pt idx="866">
                  <c:v>0.27169921307873524</c:v>
                </c:pt>
                <c:pt idx="867">
                  <c:v>0.27309047640507583</c:v>
                </c:pt>
                <c:pt idx="868">
                  <c:v>0.27391473357505397</c:v>
                </c:pt>
                <c:pt idx="869">
                  <c:v>0.27593597975489664</c:v>
                </c:pt>
                <c:pt idx="870">
                  <c:v>0.27365252585433703</c:v>
                </c:pt>
                <c:pt idx="871">
                  <c:v>0.27189562601679435</c:v>
                </c:pt>
                <c:pt idx="872">
                  <c:v>0.27035465543922144</c:v>
                </c:pt>
                <c:pt idx="873">
                  <c:v>0.26917651806267601</c:v>
                </c:pt>
                <c:pt idx="874">
                  <c:v>0.26915750399087879</c:v>
                </c:pt>
                <c:pt idx="875">
                  <c:v>0.27016928390872258</c:v>
                </c:pt>
                <c:pt idx="876">
                  <c:v>0.26601805579244259</c:v>
                </c:pt>
                <c:pt idx="877">
                  <c:v>0.25927294718451821</c:v>
                </c:pt>
                <c:pt idx="878">
                  <c:v>0.24912472599728216</c:v>
                </c:pt>
                <c:pt idx="879">
                  <c:v>0.25293791130365695</c:v>
                </c:pt>
                <c:pt idx="880">
                  <c:v>0.26443797757351994</c:v>
                </c:pt>
                <c:pt idx="881">
                  <c:v>0.261198034130387</c:v>
                </c:pt>
                <c:pt idx="882">
                  <c:v>0.25904489285632609</c:v>
                </c:pt>
                <c:pt idx="883">
                  <c:v>0.25564825412047115</c:v>
                </c:pt>
                <c:pt idx="884">
                  <c:v>0.259564718058165</c:v>
                </c:pt>
                <c:pt idx="885">
                  <c:v>0.25626443205395677</c:v>
                </c:pt>
                <c:pt idx="886">
                  <c:v>0.25581564130575951</c:v>
                </c:pt>
                <c:pt idx="887">
                  <c:v>0.25357868464506111</c:v>
                </c:pt>
                <c:pt idx="888">
                  <c:v>0.25671831740812656</c:v>
                </c:pt>
                <c:pt idx="889">
                  <c:v>0.25583792445356668</c:v>
                </c:pt>
                <c:pt idx="890">
                  <c:v>0.25338395086775606</c:v>
                </c:pt>
                <c:pt idx="891">
                  <c:v>0.24968304332966298</c:v>
                </c:pt>
                <c:pt idx="892">
                  <c:v>0.24521703526082964</c:v>
                </c:pt>
                <c:pt idx="893">
                  <c:v>0.24154903291285168</c:v>
                </c:pt>
                <c:pt idx="894">
                  <c:v>0.24071935643122264</c:v>
                </c:pt>
                <c:pt idx="895">
                  <c:v>0.23874037034593873</c:v>
                </c:pt>
                <c:pt idx="896">
                  <c:v>0.23722842752352943</c:v>
                </c:pt>
                <c:pt idx="897">
                  <c:v>0.23979961441027114</c:v>
                </c:pt>
                <c:pt idx="898">
                  <c:v>0.25055192957689548</c:v>
                </c:pt>
                <c:pt idx="899">
                  <c:v>0.25138096711482666</c:v>
                </c:pt>
                <c:pt idx="900">
                  <c:v>0.24933535150924488</c:v>
                </c:pt>
                <c:pt idx="901">
                  <c:v>0.24883136694940036</c:v>
                </c:pt>
                <c:pt idx="902">
                  <c:v>0.25024608900551848</c:v>
                </c:pt>
                <c:pt idx="903">
                  <c:v>0.25533376688966608</c:v>
                </c:pt>
                <c:pt idx="904">
                  <c:v>0.25716864227346475</c:v>
                </c:pt>
                <c:pt idx="905">
                  <c:v>0.26068830601872028</c:v>
                </c:pt>
                <c:pt idx="906">
                  <c:v>0.25978081220786509</c:v>
                </c:pt>
                <c:pt idx="907">
                  <c:v>0.25908063980418616</c:v>
                </c:pt>
                <c:pt idx="908">
                  <c:v>0.26136589152993345</c:v>
                </c:pt>
                <c:pt idx="909">
                  <c:v>0.26105764499962575</c:v>
                </c:pt>
                <c:pt idx="910">
                  <c:v>0.25510927049307824</c:v>
                </c:pt>
                <c:pt idx="911">
                  <c:v>0.25751290453184034</c:v>
                </c:pt>
                <c:pt idx="912">
                  <c:v>0.25548456427005545</c:v>
                </c:pt>
                <c:pt idx="913">
                  <c:v>0.25497182011141772</c:v>
                </c:pt>
                <c:pt idx="914">
                  <c:v>0.25158938865610925</c:v>
                </c:pt>
                <c:pt idx="915">
                  <c:v>0.25267422981735338</c:v>
                </c:pt>
                <c:pt idx="916">
                  <c:v>0.25890823554337827</c:v>
                </c:pt>
                <c:pt idx="917">
                  <c:v>0.26023210786774964</c:v>
                </c:pt>
                <c:pt idx="918">
                  <c:v>0.25772969018485198</c:v>
                </c:pt>
                <c:pt idx="919">
                  <c:v>0.2570476578251869</c:v>
                </c:pt>
                <c:pt idx="920">
                  <c:v>0.25462629215415244</c:v>
                </c:pt>
                <c:pt idx="921">
                  <c:v>0.25213538228692239</c:v>
                </c:pt>
                <c:pt idx="922">
                  <c:v>0.25434493083579485</c:v>
                </c:pt>
                <c:pt idx="923">
                  <c:v>0.25054959758347356</c:v>
                </c:pt>
                <c:pt idx="924">
                  <c:v>0.24827512121759598</c:v>
                </c:pt>
                <c:pt idx="925">
                  <c:v>0.2485317042465231</c:v>
                </c:pt>
                <c:pt idx="926">
                  <c:v>0.24706202044046358</c:v>
                </c:pt>
                <c:pt idx="927">
                  <c:v>0.24476466933622734</c:v>
                </c:pt>
                <c:pt idx="928">
                  <c:v>0.24986266144112174</c:v>
                </c:pt>
                <c:pt idx="929">
                  <c:v>0.24989159689747706</c:v>
                </c:pt>
                <c:pt idx="930">
                  <c:v>0.25285951599777134</c:v>
                </c:pt>
                <c:pt idx="931">
                  <c:v>0.2483616483706218</c:v>
                </c:pt>
                <c:pt idx="932">
                  <c:v>0.24945402779839373</c:v>
                </c:pt>
                <c:pt idx="933">
                  <c:v>0.24889146882594282</c:v>
                </c:pt>
                <c:pt idx="934">
                  <c:v>0.25278384129186526</c:v>
                </c:pt>
                <c:pt idx="935">
                  <c:v>0.25601947044729839</c:v>
                </c:pt>
                <c:pt idx="936">
                  <c:v>0.25506571915166432</c:v>
                </c:pt>
                <c:pt idx="937">
                  <c:v>0.25852023180679856</c:v>
                </c:pt>
                <c:pt idx="938">
                  <c:v>0.25810241301575115</c:v>
                </c:pt>
                <c:pt idx="939">
                  <c:v>0.25555422844912506</c:v>
                </c:pt>
                <c:pt idx="940">
                  <c:v>0.25134360877670925</c:v>
                </c:pt>
                <c:pt idx="941">
                  <c:v>0.25220058280471741</c:v>
                </c:pt>
                <c:pt idx="942">
                  <c:v>0.2512428459517268</c:v>
                </c:pt>
                <c:pt idx="943">
                  <c:v>0.24963465520037911</c:v>
                </c:pt>
                <c:pt idx="944">
                  <c:v>0.25156944294486744</c:v>
                </c:pt>
                <c:pt idx="945">
                  <c:v>0.25068941747669804</c:v>
                </c:pt>
                <c:pt idx="946">
                  <c:v>0.25273625292812463</c:v>
                </c:pt>
                <c:pt idx="947">
                  <c:v>0.25236796511209464</c:v>
                </c:pt>
                <c:pt idx="948">
                  <c:v>0.25012265902970343</c:v>
                </c:pt>
                <c:pt idx="949">
                  <c:v>0.25074829334308085</c:v>
                </c:pt>
                <c:pt idx="950">
                  <c:v>0.2540368232855153</c:v>
                </c:pt>
                <c:pt idx="951">
                  <c:v>0.25604137200624683</c:v>
                </c:pt>
                <c:pt idx="952">
                  <c:v>0.25922053761118635</c:v>
                </c:pt>
                <c:pt idx="953">
                  <c:v>0.25998083566126617</c:v>
                </c:pt>
                <c:pt idx="954">
                  <c:v>0.26103941155287169</c:v>
                </c:pt>
                <c:pt idx="955">
                  <c:v>0.26012706393118457</c:v>
                </c:pt>
                <c:pt idx="956">
                  <c:v>0.25571175352650027</c:v>
                </c:pt>
                <c:pt idx="957">
                  <c:v>0.25780350235948385</c:v>
                </c:pt>
                <c:pt idx="958">
                  <c:v>0.25693569964579061</c:v>
                </c:pt>
                <c:pt idx="959">
                  <c:v>0.25651418692027039</c:v>
                </c:pt>
                <c:pt idx="960">
                  <c:v>0.25489295335318302</c:v>
                </c:pt>
                <c:pt idx="961">
                  <c:v>0.25701288916482351</c:v>
                </c:pt>
                <c:pt idx="962">
                  <c:v>0.2554757953731896</c:v>
                </c:pt>
                <c:pt idx="963">
                  <c:v>0.25571392875469978</c:v>
                </c:pt>
                <c:pt idx="964">
                  <c:v>0.25680780532356196</c:v>
                </c:pt>
                <c:pt idx="965">
                  <c:v>0.2560894580141444</c:v>
                </c:pt>
                <c:pt idx="966">
                  <c:v>0.25295631203252944</c:v>
                </c:pt>
                <c:pt idx="967">
                  <c:v>0.24932037233624038</c:v>
                </c:pt>
                <c:pt idx="968">
                  <c:v>0.24529516415425162</c:v>
                </c:pt>
                <c:pt idx="969">
                  <c:v>0.24885693009323848</c:v>
                </c:pt>
                <c:pt idx="970">
                  <c:v>0.24879202996057401</c:v>
                </c:pt>
                <c:pt idx="971">
                  <c:v>0.25162627201311405</c:v>
                </c:pt>
                <c:pt idx="972">
                  <c:v>0.25151276977727693</c:v>
                </c:pt>
                <c:pt idx="973">
                  <c:v>0.25140202833863085</c:v>
                </c:pt>
                <c:pt idx="974">
                  <c:v>0.24897751095259549</c:v>
                </c:pt>
                <c:pt idx="975">
                  <c:v>0.24744884452938334</c:v>
                </c:pt>
                <c:pt idx="976">
                  <c:v>0.2480092010819791</c:v>
                </c:pt>
                <c:pt idx="977">
                  <c:v>0.24492565095032345</c:v>
                </c:pt>
                <c:pt idx="978">
                  <c:v>0.24174648689857839</c:v>
                </c:pt>
                <c:pt idx="979">
                  <c:v>0.24433456835107062</c:v>
                </c:pt>
                <c:pt idx="980">
                  <c:v>0.24609162798730688</c:v>
                </c:pt>
                <c:pt idx="981">
                  <c:v>0.24309724562423149</c:v>
                </c:pt>
                <c:pt idx="982">
                  <c:v>0.24196727833908035</c:v>
                </c:pt>
                <c:pt idx="983">
                  <c:v>0.239230499609975</c:v>
                </c:pt>
                <c:pt idx="984">
                  <c:v>0.2370155943679737</c:v>
                </c:pt>
                <c:pt idx="985">
                  <c:v>0.23692011209756314</c:v>
                </c:pt>
                <c:pt idx="986">
                  <c:v>0.24237285165574182</c:v>
                </c:pt>
                <c:pt idx="987">
                  <c:v>0.24234288230808065</c:v>
                </c:pt>
                <c:pt idx="988">
                  <c:v>0.23967103251890093</c:v>
                </c:pt>
                <c:pt idx="989">
                  <c:v>0.23239236486265266</c:v>
                </c:pt>
                <c:pt idx="990">
                  <c:v>0.23389601462497495</c:v>
                </c:pt>
                <c:pt idx="991">
                  <c:v>0.23427493191699106</c:v>
                </c:pt>
                <c:pt idx="992">
                  <c:v>0.23689767014478741</c:v>
                </c:pt>
                <c:pt idx="993">
                  <c:v>0.23672672801703185</c:v>
                </c:pt>
                <c:pt idx="994">
                  <c:v>0.24177439957184135</c:v>
                </c:pt>
                <c:pt idx="995">
                  <c:v>0.2372834455666181</c:v>
                </c:pt>
                <c:pt idx="996">
                  <c:v>0.23659821550141655</c:v>
                </c:pt>
                <c:pt idx="997">
                  <c:v>0.23637347876767847</c:v>
                </c:pt>
                <c:pt idx="998">
                  <c:v>0.2363286190974247</c:v>
                </c:pt>
                <c:pt idx="999">
                  <c:v>0.23387537638040687</c:v>
                </c:pt>
                <c:pt idx="1000">
                  <c:v>0.23631882367793014</c:v>
                </c:pt>
                <c:pt idx="1001">
                  <c:v>0.23514683233495756</c:v>
                </c:pt>
                <c:pt idx="1002">
                  <c:v>0.23132396134724936</c:v>
                </c:pt>
                <c:pt idx="1003">
                  <c:v>0.22903684723520962</c:v>
                </c:pt>
                <c:pt idx="1004">
                  <c:v>0.23042622653860245</c:v>
                </c:pt>
                <c:pt idx="1005">
                  <c:v>0.22613643046162893</c:v>
                </c:pt>
                <c:pt idx="1006">
                  <c:v>0.22469987363100249</c:v>
                </c:pt>
                <c:pt idx="1007">
                  <c:v>0.22755360205291431</c:v>
                </c:pt>
                <c:pt idx="1008">
                  <c:v>0.22714215312642302</c:v>
                </c:pt>
                <c:pt idx="1009">
                  <c:v>0.22496384189295573</c:v>
                </c:pt>
                <c:pt idx="1010">
                  <c:v>0.22347036456580058</c:v>
                </c:pt>
                <c:pt idx="1011">
                  <c:v>0.2269634421922844</c:v>
                </c:pt>
                <c:pt idx="1012">
                  <c:v>0.22736761440117798</c:v>
                </c:pt>
                <c:pt idx="1013">
                  <c:v>0.22472101839427688</c:v>
                </c:pt>
                <c:pt idx="1014">
                  <c:v>0.22406142225889039</c:v>
                </c:pt>
                <c:pt idx="1015">
                  <c:v>0.22542065084532539</c:v>
                </c:pt>
                <c:pt idx="1016">
                  <c:v>0.22720994866276412</c:v>
                </c:pt>
                <c:pt idx="1017">
                  <c:v>0.22838432333297165</c:v>
                </c:pt>
                <c:pt idx="1018">
                  <c:v>0.22525342500383308</c:v>
                </c:pt>
                <c:pt idx="1019">
                  <c:v>0.22041475262587157</c:v>
                </c:pt>
                <c:pt idx="1020">
                  <c:v>0.2222236394557823</c:v>
                </c:pt>
                <c:pt idx="1021">
                  <c:v>0.22397199018777461</c:v>
                </c:pt>
                <c:pt idx="1022">
                  <c:v>0.2213731291667467</c:v>
                </c:pt>
                <c:pt idx="1023">
                  <c:v>0.22456096890348298</c:v>
                </c:pt>
                <c:pt idx="1024">
                  <c:v>0.22533419157822254</c:v>
                </c:pt>
                <c:pt idx="1025">
                  <c:v>0.22650714731010982</c:v>
                </c:pt>
                <c:pt idx="1026">
                  <c:v>0.22447896340480991</c:v>
                </c:pt>
                <c:pt idx="1027">
                  <c:v>0.22065852032327812</c:v>
                </c:pt>
                <c:pt idx="1028">
                  <c:v>0.21629158983971453</c:v>
                </c:pt>
                <c:pt idx="1029">
                  <c:v>0.21502087366906911</c:v>
                </c:pt>
                <c:pt idx="1030">
                  <c:v>0.21103474114014967</c:v>
                </c:pt>
                <c:pt idx="1031">
                  <c:v>0.21301007237352088</c:v>
                </c:pt>
                <c:pt idx="1032">
                  <c:v>0.21237887896081714</c:v>
                </c:pt>
                <c:pt idx="1033">
                  <c:v>0.20662709894379577</c:v>
                </c:pt>
                <c:pt idx="1034">
                  <c:v>0.19346025888224555</c:v>
                </c:pt>
                <c:pt idx="1035">
                  <c:v>0.18856393781618108</c:v>
                </c:pt>
                <c:pt idx="1036">
                  <c:v>0.21124530180460488</c:v>
                </c:pt>
                <c:pt idx="1037">
                  <c:v>0.2126757399460403</c:v>
                </c:pt>
                <c:pt idx="1038">
                  <c:v>0.20945480189049337</c:v>
                </c:pt>
                <c:pt idx="1039">
                  <c:v>0.20810797056170816</c:v>
                </c:pt>
                <c:pt idx="1040">
                  <c:v>0.21260178498333432</c:v>
                </c:pt>
                <c:pt idx="1041">
                  <c:v>0.21436773722944033</c:v>
                </c:pt>
                <c:pt idx="1042">
                  <c:v>0.21001688238604391</c:v>
                </c:pt>
                <c:pt idx="1043">
                  <c:v>0.20459493349180186</c:v>
                </c:pt>
                <c:pt idx="1044">
                  <c:v>0.20724077552332329</c:v>
                </c:pt>
                <c:pt idx="1045">
                  <c:v>0.21010432956046776</c:v>
                </c:pt>
                <c:pt idx="1046">
                  <c:v>0.20792388279432872</c:v>
                </c:pt>
                <c:pt idx="1047">
                  <c:v>0.2072110324887427</c:v>
                </c:pt>
                <c:pt idx="1048">
                  <c:v>0.20527869216930472</c:v>
                </c:pt>
                <c:pt idx="1049">
                  <c:v>0.21197779250219198</c:v>
                </c:pt>
                <c:pt idx="1050">
                  <c:v>0.20777273361315765</c:v>
                </c:pt>
                <c:pt idx="1051">
                  <c:v>0.20515081402248064</c:v>
                </c:pt>
                <c:pt idx="1052">
                  <c:v>0.20221003922364703</c:v>
                </c:pt>
                <c:pt idx="1053">
                  <c:v>0.19761272709269484</c:v>
                </c:pt>
                <c:pt idx="1054">
                  <c:v>0.19933224291985649</c:v>
                </c:pt>
                <c:pt idx="1055">
                  <c:v>0.19972097423222299</c:v>
                </c:pt>
                <c:pt idx="1056">
                  <c:v>0.20076605347689014</c:v>
                </c:pt>
                <c:pt idx="1057">
                  <c:v>0.19766346962301265</c:v>
                </c:pt>
                <c:pt idx="1058">
                  <c:v>0.1973790945381331</c:v>
                </c:pt>
                <c:pt idx="1059">
                  <c:v>0.19292319683283515</c:v>
                </c:pt>
                <c:pt idx="1060">
                  <c:v>0.19386467634307111</c:v>
                </c:pt>
                <c:pt idx="1061">
                  <c:v>0.19156096780265475</c:v>
                </c:pt>
                <c:pt idx="1062">
                  <c:v>0.19640466302243675</c:v>
                </c:pt>
                <c:pt idx="1063">
                  <c:v>0.19959230656621058</c:v>
                </c:pt>
                <c:pt idx="1064">
                  <c:v>0.20057486201782684</c:v>
                </c:pt>
                <c:pt idx="1065">
                  <c:v>0.21203790152299332</c:v>
                </c:pt>
                <c:pt idx="1066">
                  <c:v>0.20898270249726447</c:v>
                </c:pt>
                <c:pt idx="1067">
                  <c:v>0.20436071361487948</c:v>
                </c:pt>
                <c:pt idx="1068">
                  <c:v>0.20481883674627524</c:v>
                </c:pt>
                <c:pt idx="1069">
                  <c:v>0.20179322426402216</c:v>
                </c:pt>
                <c:pt idx="1070">
                  <c:v>0.19896565546262573</c:v>
                </c:pt>
                <c:pt idx="1071">
                  <c:v>0.20274235456304981</c:v>
                </c:pt>
                <c:pt idx="1072">
                  <c:v>0.19942632585393238</c:v>
                </c:pt>
                <c:pt idx="1073">
                  <c:v>0.20297586232716894</c:v>
                </c:pt>
                <c:pt idx="1074">
                  <c:v>0.20247205417887834</c:v>
                </c:pt>
                <c:pt idx="1075">
                  <c:v>0.20739938609451658</c:v>
                </c:pt>
                <c:pt idx="1076">
                  <c:v>0.20637048131492114</c:v>
                </c:pt>
                <c:pt idx="1077">
                  <c:v>0.20330923209354751</c:v>
                </c:pt>
                <c:pt idx="1078">
                  <c:v>0.20680457435449895</c:v>
                </c:pt>
                <c:pt idx="1079">
                  <c:v>0.20408586980204257</c:v>
                </c:pt>
                <c:pt idx="1080">
                  <c:v>0.20049323541549616</c:v>
                </c:pt>
                <c:pt idx="1081">
                  <c:v>0.20046779404568973</c:v>
                </c:pt>
                <c:pt idx="1082">
                  <c:v>0.2005244529284855</c:v>
                </c:pt>
                <c:pt idx="1083">
                  <c:v>0.20229391574577626</c:v>
                </c:pt>
                <c:pt idx="1084">
                  <c:v>0.20602321632385642</c:v>
                </c:pt>
                <c:pt idx="1085">
                  <c:v>0.20936531062049388</c:v>
                </c:pt>
                <c:pt idx="1086">
                  <c:v>0.20818936329475454</c:v>
                </c:pt>
                <c:pt idx="1087">
                  <c:v>0.20860036438443363</c:v>
                </c:pt>
                <c:pt idx="1088">
                  <c:v>0.21252291734976145</c:v>
                </c:pt>
                <c:pt idx="1089">
                  <c:v>0.21361464298867669</c:v>
                </c:pt>
                <c:pt idx="1090">
                  <c:v>0.21887121222789066</c:v>
                </c:pt>
                <c:pt idx="1091">
                  <c:v>0.21718227357841333</c:v>
                </c:pt>
                <c:pt idx="1092">
                  <c:v>0.22133266807849886</c:v>
                </c:pt>
                <c:pt idx="1093">
                  <c:v>0.21828088465784867</c:v>
                </c:pt>
                <c:pt idx="1094">
                  <c:v>0.21813851250166719</c:v>
                </c:pt>
                <c:pt idx="1095">
                  <c:v>0.22074683889449187</c:v>
                </c:pt>
                <c:pt idx="1096">
                  <c:v>0.21813989924890012</c:v>
                </c:pt>
                <c:pt idx="1097">
                  <c:v>0.2208</c:v>
                </c:pt>
                <c:pt idx="1098">
                  <c:v>0.22006188837506868</c:v>
                </c:pt>
                <c:pt idx="1099">
                  <c:v>0.22078991298071995</c:v>
                </c:pt>
                <c:pt idx="1100">
                  <c:v>0.21669156154174959</c:v>
                </c:pt>
                <c:pt idx="1101">
                  <c:v>0.21885580761751389</c:v>
                </c:pt>
                <c:pt idx="1102">
                  <c:v>0.22305661478903782</c:v>
                </c:pt>
                <c:pt idx="1103">
                  <c:v>0.22820510744271583</c:v>
                </c:pt>
                <c:pt idx="1104">
                  <c:v>0.22765943306048406</c:v>
                </c:pt>
                <c:pt idx="1105">
                  <c:v>0.22445127470292389</c:v>
                </c:pt>
                <c:pt idx="1106">
                  <c:v>0.22279719979011692</c:v>
                </c:pt>
                <c:pt idx="1107">
                  <c:v>0.22373347197823218</c:v>
                </c:pt>
                <c:pt idx="1108">
                  <c:v>0.22245844634186407</c:v>
                </c:pt>
                <c:pt idx="1109">
                  <c:v>0.22244061841896801</c:v>
                </c:pt>
                <c:pt idx="1110">
                  <c:v>0.22085255766375061</c:v>
                </c:pt>
                <c:pt idx="1111">
                  <c:v>0.22132554044089559</c:v>
                </c:pt>
                <c:pt idx="1112">
                  <c:v>0.21884473731549597</c:v>
                </c:pt>
                <c:pt idx="1113">
                  <c:v>0.21703844710943862</c:v>
                </c:pt>
                <c:pt idx="1114">
                  <c:v>0.21863212480076163</c:v>
                </c:pt>
                <c:pt idx="1115">
                  <c:v>0.22108252964525923</c:v>
                </c:pt>
                <c:pt idx="1116">
                  <c:v>0.21874919941747148</c:v>
                </c:pt>
                <c:pt idx="1117">
                  <c:v>0.21943588705460662</c:v>
                </c:pt>
                <c:pt idx="1118">
                  <c:v>0.21812724032552055</c:v>
                </c:pt>
                <c:pt idx="1119">
                  <c:v>0.21909103877316752</c:v>
                </c:pt>
                <c:pt idx="1120">
                  <c:v>0.22271895047444351</c:v>
                </c:pt>
                <c:pt idx="1121">
                  <c:v>0.22308742625844652</c:v>
                </c:pt>
                <c:pt idx="1122">
                  <c:v>0.22051029667936592</c:v>
                </c:pt>
                <c:pt idx="1123">
                  <c:v>0.21985871917374442</c:v>
                </c:pt>
                <c:pt idx="1124">
                  <c:v>0.21947804648660571</c:v>
                </c:pt>
                <c:pt idx="1125">
                  <c:v>0.22075404360635958</c:v>
                </c:pt>
                <c:pt idx="1126">
                  <c:v>0.21487797242677428</c:v>
                </c:pt>
                <c:pt idx="1127">
                  <c:v>0.21442350033522034</c:v>
                </c:pt>
                <c:pt idx="1128">
                  <c:v>0.21301210155206837</c:v>
                </c:pt>
                <c:pt idx="1129">
                  <c:v>0.21480804711265036</c:v>
                </c:pt>
                <c:pt idx="1130">
                  <c:v>0.21716621955741139</c:v>
                </c:pt>
                <c:pt idx="1131">
                  <c:v>0.218585937786173</c:v>
                </c:pt>
                <c:pt idx="1132">
                  <c:v>0.21628203855476741</c:v>
                </c:pt>
                <c:pt idx="1133">
                  <c:v>0.21472506728842639</c:v>
                </c:pt>
                <c:pt idx="1134">
                  <c:v>0.21282974110236993</c:v>
                </c:pt>
                <c:pt idx="1135">
                  <c:v>0.21545450426068957</c:v>
                </c:pt>
                <c:pt idx="1136">
                  <c:v>0.21561022660022344</c:v>
                </c:pt>
                <c:pt idx="1137">
                  <c:v>0.21497630341212903</c:v>
                </c:pt>
                <c:pt idx="1138">
                  <c:v>0.21285523526362393</c:v>
                </c:pt>
                <c:pt idx="1139">
                  <c:v>0.21277001573601637</c:v>
                </c:pt>
                <c:pt idx="1140">
                  <c:v>0.21213616131625779</c:v>
                </c:pt>
                <c:pt idx="1141">
                  <c:v>0.21202162743899142</c:v>
                </c:pt>
                <c:pt idx="1142">
                  <c:v>0.21122471508848256</c:v>
                </c:pt>
                <c:pt idx="1143">
                  <c:v>0.21232563803468651</c:v>
                </c:pt>
                <c:pt idx="1144">
                  <c:v>0.20896280711660439</c:v>
                </c:pt>
                <c:pt idx="1145">
                  <c:v>0.21376496240556317</c:v>
                </c:pt>
                <c:pt idx="1146">
                  <c:v>0.21329506535435724</c:v>
                </c:pt>
                <c:pt idx="1147">
                  <c:v>0.21221212172667533</c:v>
                </c:pt>
                <c:pt idx="1148">
                  <c:v>0.21191155660200023</c:v>
                </c:pt>
                <c:pt idx="1149">
                  <c:v>0.21417242020427588</c:v>
                </c:pt>
                <c:pt idx="1150">
                  <c:v>0.21452076841158299</c:v>
                </c:pt>
                <c:pt idx="1151">
                  <c:v>0.21301207222462984</c:v>
                </c:pt>
                <c:pt idx="1152">
                  <c:v>0.2113790395148161</c:v>
                </c:pt>
                <c:pt idx="1153">
                  <c:v>0.21178394946968479</c:v>
                </c:pt>
                <c:pt idx="1154">
                  <c:v>0.21077225206492234</c:v>
                </c:pt>
                <c:pt idx="1155">
                  <c:v>0.21077327466689863</c:v>
                </c:pt>
                <c:pt idx="1156">
                  <c:v>0.21058089839765523</c:v>
                </c:pt>
                <c:pt idx="1157">
                  <c:v>0.21055101552968253</c:v>
                </c:pt>
                <c:pt idx="1158">
                  <c:v>0.20976012224692395</c:v>
                </c:pt>
                <c:pt idx="1159">
                  <c:v>0.20936241110849332</c:v>
                </c:pt>
                <c:pt idx="1160">
                  <c:v>0.20565631347709085</c:v>
                </c:pt>
                <c:pt idx="1161">
                  <c:v>0.20353205353665874</c:v>
                </c:pt>
                <c:pt idx="1162">
                  <c:v>0.20520173660990493</c:v>
                </c:pt>
                <c:pt idx="1163">
                  <c:v>0.20262385454403509</c:v>
                </c:pt>
                <c:pt idx="1164">
                  <c:v>0.20243608782259154</c:v>
                </c:pt>
                <c:pt idx="1165">
                  <c:v>0.20016594854145395</c:v>
                </c:pt>
                <c:pt idx="1166">
                  <c:v>0.20427675168046849</c:v>
                </c:pt>
                <c:pt idx="1167">
                  <c:v>0.20533854115634048</c:v>
                </c:pt>
                <c:pt idx="1168">
                  <c:v>0.20440870262850358</c:v>
                </c:pt>
                <c:pt idx="1169">
                  <c:v>0.20287465767828838</c:v>
                </c:pt>
                <c:pt idx="1170">
                  <c:v>0.20032247894219471</c:v>
                </c:pt>
                <c:pt idx="1171">
                  <c:v>0.20065739590889906</c:v>
                </c:pt>
                <c:pt idx="1172">
                  <c:v>0.20375476076088139</c:v>
                </c:pt>
                <c:pt idx="1173">
                  <c:v>0.20323614893280367</c:v>
                </c:pt>
                <c:pt idx="1174">
                  <c:v>0.19954115123689053</c:v>
                </c:pt>
                <c:pt idx="1175">
                  <c:v>0.19741808225288762</c:v>
                </c:pt>
                <c:pt idx="1176">
                  <c:v>0.19475819195882216</c:v>
                </c:pt>
                <c:pt idx="1177">
                  <c:v>0.19576876396246221</c:v>
                </c:pt>
                <c:pt idx="1178">
                  <c:v>0.19267367172470012</c:v>
                </c:pt>
                <c:pt idx="1179">
                  <c:v>0.19331383694776069</c:v>
                </c:pt>
                <c:pt idx="1180">
                  <c:v>0.19262861992788735</c:v>
                </c:pt>
                <c:pt idx="1181">
                  <c:v>0.19724107840691282</c:v>
                </c:pt>
                <c:pt idx="1182">
                  <c:v>0.19359976936978843</c:v>
                </c:pt>
                <c:pt idx="1183">
                  <c:v>0.19169458397982336</c:v>
                </c:pt>
                <c:pt idx="1184">
                  <c:v>0.19131127275598475</c:v>
                </c:pt>
                <c:pt idx="1185">
                  <c:v>0.18457593166055034</c:v>
                </c:pt>
                <c:pt idx="1186">
                  <c:v>0.19021943755567702</c:v>
                </c:pt>
                <c:pt idx="1187">
                  <c:v>0.19300650816997622</c:v>
                </c:pt>
                <c:pt idx="1188">
                  <c:v>0.19375107759039767</c:v>
                </c:pt>
                <c:pt idx="1189">
                  <c:v>0.1899285880565644</c:v>
                </c:pt>
                <c:pt idx="1190">
                  <c:v>0.19422387931656659</c:v>
                </c:pt>
                <c:pt idx="1191">
                  <c:v>0.19897161291908844</c:v>
                </c:pt>
                <c:pt idx="1192">
                  <c:v>0.1994412140641694</c:v>
                </c:pt>
                <c:pt idx="1193">
                  <c:v>0.19788076396281754</c:v>
                </c:pt>
                <c:pt idx="1194">
                  <c:v>0.20198018209111487</c:v>
                </c:pt>
                <c:pt idx="1195">
                  <c:v>0.20466729453220703</c:v>
                </c:pt>
                <c:pt idx="1196">
                  <c:v>0.20195067918641374</c:v>
                </c:pt>
                <c:pt idx="1197">
                  <c:v>0.20053647885016493</c:v>
                </c:pt>
                <c:pt idx="1198">
                  <c:v>0.19729818469452226</c:v>
                </c:pt>
                <c:pt idx="1199">
                  <c:v>0.20153344807643692</c:v>
                </c:pt>
                <c:pt idx="1200">
                  <c:v>0.20172806476383551</c:v>
                </c:pt>
                <c:pt idx="1201">
                  <c:v>0.20791773700439187</c:v>
                </c:pt>
                <c:pt idx="1202">
                  <c:v>0.20843284138015652</c:v>
                </c:pt>
                <c:pt idx="1203">
                  <c:v>0.20623296681861455</c:v>
                </c:pt>
                <c:pt idx="1204">
                  <c:v>0.20801398801947915</c:v>
                </c:pt>
                <c:pt idx="1205">
                  <c:v>0.2057084568283368</c:v>
                </c:pt>
                <c:pt idx="1206">
                  <c:v>0.20174972925912554</c:v>
                </c:pt>
                <c:pt idx="1207">
                  <c:v>0.20286798361771782</c:v>
                </c:pt>
                <c:pt idx="1208">
                  <c:v>0.20287471193427287</c:v>
                </c:pt>
                <c:pt idx="1209">
                  <c:v>0.19918024671125631</c:v>
                </c:pt>
                <c:pt idx="1210">
                  <c:v>0.19845484491216875</c:v>
                </c:pt>
                <c:pt idx="1211">
                  <c:v>0.20301373053522501</c:v>
                </c:pt>
                <c:pt idx="1212">
                  <c:v>0.20423417896106033</c:v>
                </c:pt>
                <c:pt idx="1213">
                  <c:v>0.20490925704135898</c:v>
                </c:pt>
                <c:pt idx="1214">
                  <c:v>0.20769677676723597</c:v>
                </c:pt>
                <c:pt idx="1215">
                  <c:v>0.21713992363060491</c:v>
                </c:pt>
                <c:pt idx="1216">
                  <c:v>0.21404102014383899</c:v>
                </c:pt>
                <c:pt idx="1217">
                  <c:v>0.21282744134676812</c:v>
                </c:pt>
                <c:pt idx="1218">
                  <c:v>0.21954547581185416</c:v>
                </c:pt>
                <c:pt idx="1219">
                  <c:v>0.21956477279636519</c:v>
                </c:pt>
                <c:pt idx="1220">
                  <c:v>0.21541048612206459</c:v>
                </c:pt>
                <c:pt idx="1221">
                  <c:v>0.21551117053306251</c:v>
                </c:pt>
                <c:pt idx="1222">
                  <c:v>0.21539994256218403</c:v>
                </c:pt>
                <c:pt idx="1223">
                  <c:v>0.21356330016795233</c:v>
                </c:pt>
                <c:pt idx="1224">
                  <c:v>0.21332015812308783</c:v>
                </c:pt>
                <c:pt idx="1225">
                  <c:v>0.21315044171879949</c:v>
                </c:pt>
                <c:pt idx="1226">
                  <c:v>0.20929048746255527</c:v>
                </c:pt>
                <c:pt idx="1227">
                  <c:v>0.21005934608144153</c:v>
                </c:pt>
                <c:pt idx="1228">
                  <c:v>0.21395817517157689</c:v>
                </c:pt>
                <c:pt idx="1229">
                  <c:v>0.21049953401867802</c:v>
                </c:pt>
                <c:pt idx="1230">
                  <c:v>0.2116919971998466</c:v>
                </c:pt>
                <c:pt idx="1231">
                  <c:v>0.20806447854581855</c:v>
                </c:pt>
                <c:pt idx="1232">
                  <c:v>0.20872071303309522</c:v>
                </c:pt>
                <c:pt idx="1233">
                  <c:v>0.21014192399315174</c:v>
                </c:pt>
                <c:pt idx="1234">
                  <c:v>0.21291523971161602</c:v>
                </c:pt>
                <c:pt idx="1235">
                  <c:v>0.21348013055186238</c:v>
                </c:pt>
                <c:pt idx="1236">
                  <c:v>0.2110897481092473</c:v>
                </c:pt>
                <c:pt idx="1237">
                  <c:v>0.2137014840796434</c:v>
                </c:pt>
                <c:pt idx="1238">
                  <c:v>0.21370220322472067</c:v>
                </c:pt>
                <c:pt idx="1239">
                  <c:v>0.21212490174262516</c:v>
                </c:pt>
                <c:pt idx="1240">
                  <c:v>0.20856415095216627</c:v>
                </c:pt>
                <c:pt idx="1241">
                  <c:v>0.20952441410832129</c:v>
                </c:pt>
                <c:pt idx="1242">
                  <c:v>0.2072367694990325</c:v>
                </c:pt>
                <c:pt idx="1243">
                  <c:v>0.20857424630311749</c:v>
                </c:pt>
                <c:pt idx="1244">
                  <c:v>0.20872174554848233</c:v>
                </c:pt>
                <c:pt idx="1245">
                  <c:v>0.20552926472612326</c:v>
                </c:pt>
                <c:pt idx="1246">
                  <c:v>0.20725164609100166</c:v>
                </c:pt>
                <c:pt idx="1247">
                  <c:v>0.21108948640435188</c:v>
                </c:pt>
                <c:pt idx="1248">
                  <c:v>0.21214029767860051</c:v>
                </c:pt>
                <c:pt idx="1249">
                  <c:v>0.20753402964150447</c:v>
                </c:pt>
                <c:pt idx="1250">
                  <c:v>0.20797140231834238</c:v>
                </c:pt>
                <c:pt idx="1251">
                  <c:v>0.2127429189142169</c:v>
                </c:pt>
                <c:pt idx="1252">
                  <c:v>0.21388437023529991</c:v>
                </c:pt>
                <c:pt idx="1253">
                  <c:v>0.21394688111569138</c:v>
                </c:pt>
                <c:pt idx="1254">
                  <c:v>0.21038480531670667</c:v>
                </c:pt>
                <c:pt idx="1255">
                  <c:v>0.21204627512477289</c:v>
                </c:pt>
                <c:pt idx="1256">
                  <c:v>0.20821649802288342</c:v>
                </c:pt>
                <c:pt idx="1257">
                  <c:v>0.21141481181408375</c:v>
                </c:pt>
                <c:pt idx="1258">
                  <c:v>0.20585811890467487</c:v>
                </c:pt>
                <c:pt idx="1259">
                  <c:v>0.20671012954760867</c:v>
                </c:pt>
                <c:pt idx="1260">
                  <c:v>0.20510794856055958</c:v>
                </c:pt>
                <c:pt idx="1261">
                  <c:v>0.20606933347171391</c:v>
                </c:pt>
                <c:pt idx="1262">
                  <c:v>0.20807931514074696</c:v>
                </c:pt>
                <c:pt idx="1263">
                  <c:v>0.20548595764150346</c:v>
                </c:pt>
                <c:pt idx="1264">
                  <c:v>0.20642592315971303</c:v>
                </c:pt>
                <c:pt idx="1265">
                  <c:v>0.2025398585157254</c:v>
                </c:pt>
                <c:pt idx="1266">
                  <c:v>0.200774193295678</c:v>
                </c:pt>
                <c:pt idx="1267">
                  <c:v>0.20387443584823611</c:v>
                </c:pt>
                <c:pt idx="1268">
                  <c:v>0.20043238294376223</c:v>
                </c:pt>
                <c:pt idx="1269">
                  <c:v>0.20005655975302242</c:v>
                </c:pt>
                <c:pt idx="1270">
                  <c:v>0.19837622069004557</c:v>
                </c:pt>
                <c:pt idx="1271">
                  <c:v>0.20299121568635059</c:v>
                </c:pt>
                <c:pt idx="1272">
                  <c:v>0.20197841744226233</c:v>
                </c:pt>
                <c:pt idx="1273">
                  <c:v>0.20475516274673589</c:v>
                </c:pt>
                <c:pt idx="1274">
                  <c:v>0.20274772984183517</c:v>
                </c:pt>
                <c:pt idx="1275">
                  <c:v>0.20076476248728969</c:v>
                </c:pt>
                <c:pt idx="1276">
                  <c:v>0.19895417991397046</c:v>
                </c:pt>
                <c:pt idx="1277">
                  <c:v>0.19727949877896628</c:v>
                </c:pt>
                <c:pt idx="1278">
                  <c:v>0.19576789137843223</c:v>
                </c:pt>
                <c:pt idx="1279">
                  <c:v>0.19757747397056352</c:v>
                </c:pt>
                <c:pt idx="1280">
                  <c:v>0.19693619479674729</c:v>
                </c:pt>
                <c:pt idx="1281">
                  <c:v>0.1978651853876203</c:v>
                </c:pt>
                <c:pt idx="1282">
                  <c:v>0.19849134889717771</c:v>
                </c:pt>
                <c:pt idx="1283">
                  <c:v>0.20389792500380408</c:v>
                </c:pt>
                <c:pt idx="1284">
                  <c:v>0.20369080944869955</c:v>
                </c:pt>
                <c:pt idx="1285">
                  <c:v>0.20588916420371822</c:v>
                </c:pt>
                <c:pt idx="1286">
                  <c:v>0.20463692543117068</c:v>
                </c:pt>
                <c:pt idx="1287">
                  <c:v>0.20942969549577947</c:v>
                </c:pt>
                <c:pt idx="1288">
                  <c:v>0.21213686903987211</c:v>
                </c:pt>
                <c:pt idx="1289">
                  <c:v>0.20981986120998442</c:v>
                </c:pt>
                <c:pt idx="1290">
                  <c:v>0.20946137535917994</c:v>
                </c:pt>
                <c:pt idx="1291">
                  <c:v>0.21029446722529269</c:v>
                </c:pt>
                <c:pt idx="1292">
                  <c:v>0.21026602321222029</c:v>
                </c:pt>
                <c:pt idx="1293">
                  <c:v>0.21096503891400586</c:v>
                </c:pt>
                <c:pt idx="1294">
                  <c:v>0.21081297729747106</c:v>
                </c:pt>
                <c:pt idx="1295">
                  <c:v>0.2088042224281724</c:v>
                </c:pt>
                <c:pt idx="1296">
                  <c:v>0.20842990084205557</c:v>
                </c:pt>
                <c:pt idx="1297">
                  <c:v>0.20737565193280624</c:v>
                </c:pt>
                <c:pt idx="1298">
                  <c:v>0.20515995678946089</c:v>
                </c:pt>
                <c:pt idx="1299">
                  <c:v>0.20447069671969992</c:v>
                </c:pt>
                <c:pt idx="1300">
                  <c:v>0.2037315284011153</c:v>
                </c:pt>
                <c:pt idx="1301">
                  <c:v>0.20469242076848496</c:v>
                </c:pt>
                <c:pt idx="1302">
                  <c:v>0.20351410207302389</c:v>
                </c:pt>
                <c:pt idx="1303">
                  <c:v>0.20139769910878766</c:v>
                </c:pt>
                <c:pt idx="1304">
                  <c:v>0.20092935372263626</c:v>
                </c:pt>
                <c:pt idx="1305">
                  <c:v>0.19774822634095995</c:v>
                </c:pt>
                <c:pt idx="1306">
                  <c:v>0.19845600738278774</c:v>
                </c:pt>
                <c:pt idx="1307">
                  <c:v>0.19492880984081867</c:v>
                </c:pt>
                <c:pt idx="1308">
                  <c:v>0.19597899912285452</c:v>
                </c:pt>
                <c:pt idx="1309">
                  <c:v>0.19465350287395139</c:v>
                </c:pt>
                <c:pt idx="1310">
                  <c:v>0.19610979277260077</c:v>
                </c:pt>
                <c:pt idx="1311">
                  <c:v>0.19557676129149421</c:v>
                </c:pt>
                <c:pt idx="1312">
                  <c:v>0.194681397582435</c:v>
                </c:pt>
                <c:pt idx="1313">
                  <c:v>0.19329551304769776</c:v>
                </c:pt>
                <c:pt idx="1314">
                  <c:v>0.19429745961332334</c:v>
                </c:pt>
                <c:pt idx="1315">
                  <c:v>0.19285284595825106</c:v>
                </c:pt>
                <c:pt idx="1316">
                  <c:v>0.19120094143322938</c:v>
                </c:pt>
                <c:pt idx="1317">
                  <c:v>0.19287629919745775</c:v>
                </c:pt>
                <c:pt idx="1318">
                  <c:v>0.19564885971740986</c:v>
                </c:pt>
                <c:pt idx="1319">
                  <c:v>0.19738434950609457</c:v>
                </c:pt>
                <c:pt idx="1320">
                  <c:v>0.19655873253040762</c:v>
                </c:pt>
                <c:pt idx="1321">
                  <c:v>0.19812796416102513</c:v>
                </c:pt>
                <c:pt idx="1322">
                  <c:v>0.19785159634918614</c:v>
                </c:pt>
                <c:pt idx="1323">
                  <c:v>0.19856239465713671</c:v>
                </c:pt>
                <c:pt idx="1324">
                  <c:v>0.19648421614379424</c:v>
                </c:pt>
                <c:pt idx="1325">
                  <c:v>0.19837108836848144</c:v>
                </c:pt>
                <c:pt idx="1326">
                  <c:v>0.19826053393374074</c:v>
                </c:pt>
                <c:pt idx="1327">
                  <c:v>0.19752792566200023</c:v>
                </c:pt>
                <c:pt idx="1328">
                  <c:v>0.19689420982220013</c:v>
                </c:pt>
                <c:pt idx="1329">
                  <c:v>0.19660602519202355</c:v>
                </c:pt>
                <c:pt idx="1330">
                  <c:v>0.19908441592662424</c:v>
                </c:pt>
                <c:pt idx="1331">
                  <c:v>0.19889636382481996</c:v>
                </c:pt>
                <c:pt idx="1332">
                  <c:v>0.19931316562468607</c:v>
                </c:pt>
                <c:pt idx="1333">
                  <c:v>0.20180960995127165</c:v>
                </c:pt>
                <c:pt idx="1334">
                  <c:v>0.20099798518983697</c:v>
                </c:pt>
                <c:pt idx="1335">
                  <c:v>0.200758353194466</c:v>
                </c:pt>
                <c:pt idx="1336">
                  <c:v>0.20366819031788905</c:v>
                </c:pt>
                <c:pt idx="1337">
                  <c:v>0.20178577535418604</c:v>
                </c:pt>
                <c:pt idx="1338">
                  <c:v>0.20289995590499199</c:v>
                </c:pt>
                <c:pt idx="1339">
                  <c:v>0.203288341610704</c:v>
                </c:pt>
                <c:pt idx="1340">
                  <c:v>0.20685995178629424</c:v>
                </c:pt>
                <c:pt idx="1341">
                  <c:v>0.20881091814789665</c:v>
                </c:pt>
                <c:pt idx="1342">
                  <c:v>0.21172711373085373</c:v>
                </c:pt>
                <c:pt idx="1343">
                  <c:v>0.21124809571879161</c:v>
                </c:pt>
                <c:pt idx="1344">
                  <c:v>0.20982639888032326</c:v>
                </c:pt>
                <c:pt idx="1345">
                  <c:v>0.2078417592012681</c:v>
                </c:pt>
                <c:pt idx="1346">
                  <c:v>0.20613528216522231</c:v>
                </c:pt>
                <c:pt idx="1347">
                  <c:v>0.20536454001779778</c:v>
                </c:pt>
                <c:pt idx="1348">
                  <c:v>0.20605423076247742</c:v>
                </c:pt>
                <c:pt idx="1349">
                  <c:v>0.20744427784854186</c:v>
                </c:pt>
                <c:pt idx="1350">
                  <c:v>0.20873980612401907</c:v>
                </c:pt>
                <c:pt idx="1351">
                  <c:v>0.20774084785543317</c:v>
                </c:pt>
                <c:pt idx="1352">
                  <c:v>0.20676787321920678</c:v>
                </c:pt>
                <c:pt idx="1353">
                  <c:v>0.20999824412286167</c:v>
                </c:pt>
                <c:pt idx="1354">
                  <c:v>0.20985203711639253</c:v>
                </c:pt>
                <c:pt idx="1355">
                  <c:v>0.21017530786933594</c:v>
                </c:pt>
                <c:pt idx="1356">
                  <c:v>0.21306908468924438</c:v>
                </c:pt>
                <c:pt idx="1357">
                  <c:v>0.21241825794824046</c:v>
                </c:pt>
                <c:pt idx="1358">
                  <c:v>0.21348321294911393</c:v>
                </c:pt>
                <c:pt idx="1359">
                  <c:v>0.2145276779048898</c:v>
                </c:pt>
                <c:pt idx="1360">
                  <c:v>0.2163925995244142</c:v>
                </c:pt>
                <c:pt idx="1361">
                  <c:v>0.21896404352935464</c:v>
                </c:pt>
                <c:pt idx="1362">
                  <c:v>0.21782002268491762</c:v>
                </c:pt>
                <c:pt idx="1363">
                  <c:v>0.21715138843020404</c:v>
                </c:pt>
                <c:pt idx="1364">
                  <c:v>0.21712234550827841</c:v>
                </c:pt>
                <c:pt idx="1365">
                  <c:v>0.21469440543701876</c:v>
                </c:pt>
                <c:pt idx="1366">
                  <c:v>0.21516666090003492</c:v>
                </c:pt>
                <c:pt idx="1367">
                  <c:v>0.21507648052967218</c:v>
                </c:pt>
                <c:pt idx="1368">
                  <c:v>0.21907442473140409</c:v>
                </c:pt>
                <c:pt idx="1369">
                  <c:v>0.21785693261189953</c:v>
                </c:pt>
                <c:pt idx="1370">
                  <c:v>0.22104820432290462</c:v>
                </c:pt>
                <c:pt idx="1371">
                  <c:v>0.22426412995015199</c:v>
                </c:pt>
                <c:pt idx="1372">
                  <c:v>0.22660309757387592</c:v>
                </c:pt>
                <c:pt idx="1373">
                  <c:v>0.22677891092552543</c:v>
                </c:pt>
                <c:pt idx="1374">
                  <c:v>0.22486471032484895</c:v>
                </c:pt>
                <c:pt idx="1375">
                  <c:v>0.22689199814426439</c:v>
                </c:pt>
                <c:pt idx="1376">
                  <c:v>0.23016552146272212</c:v>
                </c:pt>
                <c:pt idx="1377">
                  <c:v>0.23029217030267299</c:v>
                </c:pt>
                <c:pt idx="1378">
                  <c:v>0.22801090690918607</c:v>
                </c:pt>
                <c:pt idx="1379">
                  <c:v>0.22725258144147131</c:v>
                </c:pt>
                <c:pt idx="1380">
                  <c:v>0.22745120857677528</c:v>
                </c:pt>
                <c:pt idx="1381">
                  <c:v>0.22401821423534968</c:v>
                </c:pt>
                <c:pt idx="1382">
                  <c:v>0.22416804493556097</c:v>
                </c:pt>
                <c:pt idx="1383">
                  <c:v>0.22491282813567112</c:v>
                </c:pt>
                <c:pt idx="1384">
                  <c:v>0.22511116081901655</c:v>
                </c:pt>
                <c:pt idx="1385">
                  <c:v>0.22689823497282369</c:v>
                </c:pt>
                <c:pt idx="1386">
                  <c:v>0.22324235342616089</c:v>
                </c:pt>
                <c:pt idx="1387">
                  <c:v>0.22261223642123573</c:v>
                </c:pt>
                <c:pt idx="1388">
                  <c:v>0.22488436575551363</c:v>
                </c:pt>
                <c:pt idx="1389">
                  <c:v>0.22463734007549066</c:v>
                </c:pt>
                <c:pt idx="1390">
                  <c:v>0.228309970750328</c:v>
                </c:pt>
                <c:pt idx="1391">
                  <c:v>0.22604500461674343</c:v>
                </c:pt>
                <c:pt idx="1392">
                  <c:v>0.2276542490819459</c:v>
                </c:pt>
                <c:pt idx="1393">
                  <c:v>0.22908586493313421</c:v>
                </c:pt>
                <c:pt idx="1394">
                  <c:v>0.22698922136509175</c:v>
                </c:pt>
                <c:pt idx="1395">
                  <c:v>0.22736787933452504</c:v>
                </c:pt>
                <c:pt idx="1396">
                  <c:v>0.2284538021328624</c:v>
                </c:pt>
                <c:pt idx="1397">
                  <c:v>0.22720216981065627</c:v>
                </c:pt>
                <c:pt idx="1398">
                  <c:v>0.22638723727613799</c:v>
                </c:pt>
                <c:pt idx="1399">
                  <c:v>0.22479036724943921</c:v>
                </c:pt>
                <c:pt idx="1400">
                  <c:v>0.22563209911336199</c:v>
                </c:pt>
                <c:pt idx="1401">
                  <c:v>0.22545128146238549</c:v>
                </c:pt>
                <c:pt idx="1402">
                  <c:v>0.22439561513491421</c:v>
                </c:pt>
                <c:pt idx="1403">
                  <c:v>0.22490957406726098</c:v>
                </c:pt>
                <c:pt idx="1404">
                  <c:v>0.2242718291756701</c:v>
                </c:pt>
                <c:pt idx="1405">
                  <c:v>0.22237745077535268</c:v>
                </c:pt>
                <c:pt idx="1406">
                  <c:v>0.22141203311409519</c:v>
                </c:pt>
                <c:pt idx="1407">
                  <c:v>0.21927304647314041</c:v>
                </c:pt>
                <c:pt idx="1408">
                  <c:v>0.21802212466320522</c:v>
                </c:pt>
                <c:pt idx="1409">
                  <c:v>0.22103508524182539</c:v>
                </c:pt>
                <c:pt idx="1410">
                  <c:v>0.2190104623479</c:v>
                </c:pt>
                <c:pt idx="1411">
                  <c:v>0.21854307289788111</c:v>
                </c:pt>
                <c:pt idx="1412">
                  <c:v>0.21768670788507979</c:v>
                </c:pt>
                <c:pt idx="1413">
                  <c:v>0.21747041247266596</c:v>
                </c:pt>
                <c:pt idx="1414">
                  <c:v>0.22013839680263408</c:v>
                </c:pt>
                <c:pt idx="1415">
                  <c:v>0.22026839426191577</c:v>
                </c:pt>
                <c:pt idx="1416">
                  <c:v>0.21821673148854606</c:v>
                </c:pt>
                <c:pt idx="1417">
                  <c:v>0.2183018693646461</c:v>
                </c:pt>
                <c:pt idx="1418">
                  <c:v>0.21824055614841148</c:v>
                </c:pt>
                <c:pt idx="1419">
                  <c:v>0.21838172331510383</c:v>
                </c:pt>
                <c:pt idx="1420">
                  <c:v>0.2193449885732757</c:v>
                </c:pt>
                <c:pt idx="1421">
                  <c:v>0.22089520541437763</c:v>
                </c:pt>
                <c:pt idx="1422">
                  <c:v>0.2203642791699405</c:v>
                </c:pt>
                <c:pt idx="1423">
                  <c:v>0.21780396273602251</c:v>
                </c:pt>
                <c:pt idx="1424">
                  <c:v>0.21607722291381806</c:v>
                </c:pt>
                <c:pt idx="1425">
                  <c:v>0.21583168948548781</c:v>
                </c:pt>
                <c:pt idx="1426">
                  <c:v>0.2127120116035397</c:v>
                </c:pt>
                <c:pt idx="1427">
                  <c:v>0.21393232727543943</c:v>
                </c:pt>
                <c:pt idx="1428">
                  <c:v>0.21326125530146814</c:v>
                </c:pt>
                <c:pt idx="1429">
                  <c:v>0.21321564332346765</c:v>
                </c:pt>
                <c:pt idx="1430">
                  <c:v>0.21661507269686917</c:v>
                </c:pt>
                <c:pt idx="1431">
                  <c:v>0.21781372527737508</c:v>
                </c:pt>
                <c:pt idx="1432">
                  <c:v>0.21875734608215658</c:v>
                </c:pt>
                <c:pt idx="1433">
                  <c:v>0.22143113206896789</c:v>
                </c:pt>
                <c:pt idx="1434">
                  <c:v>0.21967359494357333</c:v>
                </c:pt>
                <c:pt idx="1435">
                  <c:v>0.21941400251903603</c:v>
                </c:pt>
                <c:pt idx="1436">
                  <c:v>0.22131685566193612</c:v>
                </c:pt>
                <c:pt idx="1437">
                  <c:v>0.22290213155254834</c:v>
                </c:pt>
                <c:pt idx="1438">
                  <c:v>0.22812230924176485</c:v>
                </c:pt>
                <c:pt idx="1439">
                  <c:v>0.22953046265568622</c:v>
                </c:pt>
                <c:pt idx="1440">
                  <c:v>0.2288669581739094</c:v>
                </c:pt>
                <c:pt idx="1441">
                  <c:v>0.22980831223741938</c:v>
                </c:pt>
                <c:pt idx="1442">
                  <c:v>0.22626176666515535</c:v>
                </c:pt>
                <c:pt idx="1443">
                  <c:v>0.22846447965449745</c:v>
                </c:pt>
                <c:pt idx="1444">
                  <c:v>0.22715306095467802</c:v>
                </c:pt>
                <c:pt idx="1445">
                  <c:v>0.22821339675867028</c:v>
                </c:pt>
                <c:pt idx="1446">
                  <c:v>0.22709363970476906</c:v>
                </c:pt>
                <c:pt idx="1447">
                  <c:v>0.22803407090217309</c:v>
                </c:pt>
                <c:pt idx="1448">
                  <c:v>0.22936010489327582</c:v>
                </c:pt>
                <c:pt idx="1449">
                  <c:v>0.22764717724086483</c:v>
                </c:pt>
                <c:pt idx="1450">
                  <c:v>0.2272292580605145</c:v>
                </c:pt>
                <c:pt idx="1451">
                  <c:v>0.22986749923510008</c:v>
                </c:pt>
                <c:pt idx="1452">
                  <c:v>0.22921201269745814</c:v>
                </c:pt>
                <c:pt idx="1453">
                  <c:v>0.2300511381986709</c:v>
                </c:pt>
                <c:pt idx="1454">
                  <c:v>0.23051675277484221</c:v>
                </c:pt>
                <c:pt idx="1455">
                  <c:v>0.2301029102995038</c:v>
                </c:pt>
                <c:pt idx="1456">
                  <c:v>0.22881343998197487</c:v>
                </c:pt>
                <c:pt idx="1457">
                  <c:v>0.2276204226900293</c:v>
                </c:pt>
                <c:pt idx="1458">
                  <c:v>0.22586259202633657</c:v>
                </c:pt>
                <c:pt idx="1459">
                  <c:v>0.22554517248433045</c:v>
                </c:pt>
                <c:pt idx="1460">
                  <c:v>0.22763292324849393</c:v>
                </c:pt>
                <c:pt idx="1461">
                  <c:v>0.22759299126569432</c:v>
                </c:pt>
                <c:pt idx="1462">
                  <c:v>0.22687927358079923</c:v>
                </c:pt>
                <c:pt idx="1463">
                  <c:v>0.22630696312499654</c:v>
                </c:pt>
                <c:pt idx="1464">
                  <c:v>0.22780848270176188</c:v>
                </c:pt>
                <c:pt idx="1465">
                  <c:v>0.22714072248324732</c:v>
                </c:pt>
                <c:pt idx="1466">
                  <c:v>0.22549244948387992</c:v>
                </c:pt>
                <c:pt idx="1467">
                  <c:v>0.22514573739339541</c:v>
                </c:pt>
                <c:pt idx="1468">
                  <c:v>0.22434352041555741</c:v>
                </c:pt>
                <c:pt idx="1469">
                  <c:v>0.22464465313541351</c:v>
                </c:pt>
                <c:pt idx="1470">
                  <c:v>0.22430134929916737</c:v>
                </c:pt>
                <c:pt idx="1471">
                  <c:v>0.22322309012684455</c:v>
                </c:pt>
                <c:pt idx="1472">
                  <c:v>0.21713347461905791</c:v>
                </c:pt>
                <c:pt idx="1473">
                  <c:v>0.21893503937481504</c:v>
                </c:pt>
                <c:pt idx="1474">
                  <c:v>0.22084040102021121</c:v>
                </c:pt>
                <c:pt idx="1475">
                  <c:v>0.22081327405544193</c:v>
                </c:pt>
                <c:pt idx="1476">
                  <c:v>0.22126806662874401</c:v>
                </c:pt>
                <c:pt idx="1477">
                  <c:v>0.21904963292385565</c:v>
                </c:pt>
                <c:pt idx="1478">
                  <c:v>0.21956892895461849</c:v>
                </c:pt>
                <c:pt idx="1479">
                  <c:v>0.21725178753614227</c:v>
                </c:pt>
                <c:pt idx="1480">
                  <c:v>0.21478386016166956</c:v>
                </c:pt>
                <c:pt idx="1481">
                  <c:v>0.21337218854578313</c:v>
                </c:pt>
                <c:pt idx="1482">
                  <c:v>0.21296765664758269</c:v>
                </c:pt>
                <c:pt idx="1483">
                  <c:v>0.21488230920792734</c:v>
                </c:pt>
                <c:pt idx="1484">
                  <c:v>0.21364910634808656</c:v>
                </c:pt>
                <c:pt idx="1485">
                  <c:v>0.20991186045177918</c:v>
                </c:pt>
                <c:pt idx="1486">
                  <c:v>0.20962730178899175</c:v>
                </c:pt>
                <c:pt idx="1487">
                  <c:v>0.20684824800843105</c:v>
                </c:pt>
                <c:pt idx="1488">
                  <c:v>0.20634896915823303</c:v>
                </c:pt>
                <c:pt idx="1489">
                  <c:v>0.20445381022151471</c:v>
                </c:pt>
                <c:pt idx="1490">
                  <c:v>0.20288974532757442</c:v>
                </c:pt>
                <c:pt idx="1491">
                  <c:v>0.20501589815800203</c:v>
                </c:pt>
                <c:pt idx="1492">
                  <c:v>0.20636395140337624</c:v>
                </c:pt>
                <c:pt idx="1493">
                  <c:v>0.20421281572370029</c:v>
                </c:pt>
                <c:pt idx="1494">
                  <c:v>0.199752009593643</c:v>
                </c:pt>
                <c:pt idx="1495">
                  <c:v>0.19926243559217877</c:v>
                </c:pt>
                <c:pt idx="1496">
                  <c:v>0.19733689093797857</c:v>
                </c:pt>
                <c:pt idx="1497">
                  <c:v>0.19410955197490229</c:v>
                </c:pt>
                <c:pt idx="1498">
                  <c:v>0.19696188089457869</c:v>
                </c:pt>
                <c:pt idx="1499">
                  <c:v>0.19595636801866412</c:v>
                </c:pt>
                <c:pt idx="1500">
                  <c:v>0.19592766220008886</c:v>
                </c:pt>
                <c:pt idx="1501">
                  <c:v>0.20101853705210487</c:v>
                </c:pt>
                <c:pt idx="1502">
                  <c:v>0.19840205348998158</c:v>
                </c:pt>
                <c:pt idx="1503">
                  <c:v>0.19955510965753395</c:v>
                </c:pt>
                <c:pt idx="1504">
                  <c:v>0.19859677466472084</c:v>
                </c:pt>
                <c:pt idx="1505">
                  <c:v>0.2013850666713688</c:v>
                </c:pt>
                <c:pt idx="1506">
                  <c:v>0.20214329213032853</c:v>
                </c:pt>
                <c:pt idx="1507">
                  <c:v>0.204573940205484</c:v>
                </c:pt>
                <c:pt idx="1508">
                  <c:v>0.20135977533500746</c:v>
                </c:pt>
                <c:pt idx="1509">
                  <c:v>0.2009169405034987</c:v>
                </c:pt>
                <c:pt idx="1510">
                  <c:v>0.20306609061327871</c:v>
                </c:pt>
                <c:pt idx="1511">
                  <c:v>0.20366900695516618</c:v>
                </c:pt>
                <c:pt idx="1512">
                  <c:v>0.20326847169592477</c:v>
                </c:pt>
                <c:pt idx="1513">
                  <c:v>0.20398815971875722</c:v>
                </c:pt>
                <c:pt idx="1514">
                  <c:v>0.20863627700883819</c:v>
                </c:pt>
                <c:pt idx="1515">
                  <c:v>0.20721056307579741</c:v>
                </c:pt>
                <c:pt idx="1516">
                  <c:v>0.20781349173663838</c:v>
                </c:pt>
                <c:pt idx="1517">
                  <c:v>0.21026207032907684</c:v>
                </c:pt>
                <c:pt idx="1518">
                  <c:v>0.20937432400757533</c:v>
                </c:pt>
                <c:pt idx="1519">
                  <c:v>0.20565266565363083</c:v>
                </c:pt>
                <c:pt idx="1520">
                  <c:v>0.2076013697455118</c:v>
                </c:pt>
                <c:pt idx="1521">
                  <c:v>0.20698616986798343</c:v>
                </c:pt>
                <c:pt idx="1522">
                  <c:v>0.20702618845389245</c:v>
                </c:pt>
                <c:pt idx="1523">
                  <c:v>0.20993370336945075</c:v>
                </c:pt>
                <c:pt idx="1524">
                  <c:v>0.21317518354930237</c:v>
                </c:pt>
                <c:pt idx="1525">
                  <c:v>0.21404264461474606</c:v>
                </c:pt>
                <c:pt idx="1526">
                  <c:v>0.21246918049294702</c:v>
                </c:pt>
                <c:pt idx="1527">
                  <c:v>0.21229970414254268</c:v>
                </c:pt>
                <c:pt idx="1528">
                  <c:v>0.21474542812622482</c:v>
                </c:pt>
                <c:pt idx="1529">
                  <c:v>0.21346527537466392</c:v>
                </c:pt>
                <c:pt idx="1530">
                  <c:v>0.21467720320351666</c:v>
                </c:pt>
                <c:pt idx="1531">
                  <c:v>0.21246983057682162</c:v>
                </c:pt>
                <c:pt idx="1532">
                  <c:v>0.20945400064365702</c:v>
                </c:pt>
                <c:pt idx="1533">
                  <c:v>0.20864848327388483</c:v>
                </c:pt>
                <c:pt idx="1534">
                  <c:v>0.20889536367093664</c:v>
                </c:pt>
                <c:pt idx="1535">
                  <c:v>0.20700683957142263</c:v>
                </c:pt>
                <c:pt idx="1536">
                  <c:v>0.21023285788039967</c:v>
                </c:pt>
                <c:pt idx="1537">
                  <c:v>0.20926177921415207</c:v>
                </c:pt>
                <c:pt idx="1538">
                  <c:v>0.2069267149374294</c:v>
                </c:pt>
                <c:pt idx="1539">
                  <c:v>0.20634456514979743</c:v>
                </c:pt>
                <c:pt idx="1540">
                  <c:v>0.20585913338134271</c:v>
                </c:pt>
                <c:pt idx="1541">
                  <c:v>0.20669274610813954</c:v>
                </c:pt>
                <c:pt idx="1542">
                  <c:v>0.20724515831280046</c:v>
                </c:pt>
                <c:pt idx="1543">
                  <c:v>0.20698355018973352</c:v>
                </c:pt>
                <c:pt idx="1544">
                  <c:v>0.20778222775329527</c:v>
                </c:pt>
                <c:pt idx="1545">
                  <c:v>0.20737316917723966</c:v>
                </c:pt>
                <c:pt idx="1546">
                  <c:v>0.20541917426150705</c:v>
                </c:pt>
                <c:pt idx="1547">
                  <c:v>0.20552872782404943</c:v>
                </c:pt>
                <c:pt idx="1548">
                  <c:v>0.20486065128064609</c:v>
                </c:pt>
                <c:pt idx="1549">
                  <c:v>0.2020483057961778</c:v>
                </c:pt>
                <c:pt idx="1550">
                  <c:v>0.20205987394385433</c:v>
                </c:pt>
                <c:pt idx="1551">
                  <c:v>0.20495064154405537</c:v>
                </c:pt>
                <c:pt idx="1552">
                  <c:v>0.2077515206726015</c:v>
                </c:pt>
                <c:pt idx="1553">
                  <c:v>0.20563463071623544</c:v>
                </c:pt>
                <c:pt idx="1554">
                  <c:v>0.21065313024930385</c:v>
                </c:pt>
                <c:pt idx="1555">
                  <c:v>0.20923755177661915</c:v>
                </c:pt>
                <c:pt idx="1556">
                  <c:v>0.20833551483052162</c:v>
                </c:pt>
                <c:pt idx="1557">
                  <c:v>0.21230583842703379</c:v>
                </c:pt>
                <c:pt idx="1558">
                  <c:v>0.21494410021260107</c:v>
                </c:pt>
                <c:pt idx="1559">
                  <c:v>0.21572372068488507</c:v>
                </c:pt>
                <c:pt idx="1560">
                  <c:v>0.21226589434596527</c:v>
                </c:pt>
                <c:pt idx="1561">
                  <c:v>0.21142511737012296</c:v>
                </c:pt>
                <c:pt idx="1562">
                  <c:v>0.21293831364114746</c:v>
                </c:pt>
                <c:pt idx="1563">
                  <c:v>0.20894256810914338</c:v>
                </c:pt>
                <c:pt idx="1564">
                  <c:v>0.21023684989741073</c:v>
                </c:pt>
                <c:pt idx="1565">
                  <c:v>0.21188588900638627</c:v>
                </c:pt>
                <c:pt idx="1566">
                  <c:v>0.21015888809812697</c:v>
                </c:pt>
                <c:pt idx="1567">
                  <c:v>0.21032382255757376</c:v>
                </c:pt>
                <c:pt idx="1568">
                  <c:v>0.21059959605260076</c:v>
                </c:pt>
                <c:pt idx="1569">
                  <c:v>0.20710206018328234</c:v>
                </c:pt>
                <c:pt idx="1570">
                  <c:v>0.20799506136823023</c:v>
                </c:pt>
                <c:pt idx="1571">
                  <c:v>0.20648947384320393</c:v>
                </c:pt>
                <c:pt idx="1572">
                  <c:v>0.20417444518602348</c:v>
                </c:pt>
                <c:pt idx="1573">
                  <c:v>0.20525883887004812</c:v>
                </c:pt>
                <c:pt idx="1574">
                  <c:v>0.2047998104261374</c:v>
                </c:pt>
                <c:pt idx="1575">
                  <c:v>0.20377972410038206</c:v>
                </c:pt>
                <c:pt idx="1576">
                  <c:v>0.20585413536556671</c:v>
                </c:pt>
                <c:pt idx="1577">
                  <c:v>0.20413935920077922</c:v>
                </c:pt>
                <c:pt idx="1578">
                  <c:v>0.20562037576400419</c:v>
                </c:pt>
                <c:pt idx="1579">
                  <c:v>0.20582017782370632</c:v>
                </c:pt>
                <c:pt idx="1580">
                  <c:v>0.20666150699920111</c:v>
                </c:pt>
                <c:pt idx="1581">
                  <c:v>0.20786391582958089</c:v>
                </c:pt>
                <c:pt idx="1582">
                  <c:v>0.20539447213609224</c:v>
                </c:pt>
                <c:pt idx="1583">
                  <c:v>0.20661035169896691</c:v>
                </c:pt>
                <c:pt idx="1584">
                  <c:v>0.20578174406729016</c:v>
                </c:pt>
                <c:pt idx="1585">
                  <c:v>0.20643826987025074</c:v>
                </c:pt>
                <c:pt idx="1586">
                  <c:v>0.20664727802927024</c:v>
                </c:pt>
                <c:pt idx="1587">
                  <c:v>0.20680894195623134</c:v>
                </c:pt>
                <c:pt idx="1588">
                  <c:v>0.20636876903025586</c:v>
                </c:pt>
                <c:pt idx="1589">
                  <c:v>0.20793482937691499</c:v>
                </c:pt>
                <c:pt idx="1590">
                  <c:v>0.20549845871247407</c:v>
                </c:pt>
                <c:pt idx="1591">
                  <c:v>0.20530803415920995</c:v>
                </c:pt>
                <c:pt idx="1592">
                  <c:v>0.20399207664201391</c:v>
                </c:pt>
                <c:pt idx="1593">
                  <c:v>0.20226195021274945</c:v>
                </c:pt>
                <c:pt idx="1594">
                  <c:v>0.20396319941536534</c:v>
                </c:pt>
                <c:pt idx="1595">
                  <c:v>0.20257195705465028</c:v>
                </c:pt>
                <c:pt idx="1596">
                  <c:v>0.20060546510138208</c:v>
                </c:pt>
                <c:pt idx="1597">
                  <c:v>0.1991728356014979</c:v>
                </c:pt>
                <c:pt idx="1598">
                  <c:v>0.20173628937117913</c:v>
                </c:pt>
                <c:pt idx="1599">
                  <c:v>0.20244138653271418</c:v>
                </c:pt>
                <c:pt idx="1600">
                  <c:v>0.20207184314712515</c:v>
                </c:pt>
                <c:pt idx="1601">
                  <c:v>0.20352760718691901</c:v>
                </c:pt>
                <c:pt idx="1602">
                  <c:v>0.20549293708979452</c:v>
                </c:pt>
                <c:pt idx="1603">
                  <c:v>0.2060758931458756</c:v>
                </c:pt>
                <c:pt idx="1604">
                  <c:v>0.20729147565124689</c:v>
                </c:pt>
                <c:pt idx="1605">
                  <c:v>0.20674582827230395</c:v>
                </c:pt>
                <c:pt idx="1606">
                  <c:v>0.203851700216586</c:v>
                </c:pt>
                <c:pt idx="1607">
                  <c:v>0.20435718000584388</c:v>
                </c:pt>
                <c:pt idx="1608">
                  <c:v>0.20524245169371474</c:v>
                </c:pt>
                <c:pt idx="1609">
                  <c:v>0.20323133508564603</c:v>
                </c:pt>
                <c:pt idx="1610">
                  <c:v>0.20304311481207599</c:v>
                </c:pt>
                <c:pt idx="1611">
                  <c:v>0.20473659380762399</c:v>
                </c:pt>
                <c:pt idx="1612">
                  <c:v>0.2029318761534481</c:v>
                </c:pt>
                <c:pt idx="1613">
                  <c:v>0.20167465289511613</c:v>
                </c:pt>
                <c:pt idx="1614">
                  <c:v>0.2011917692298193</c:v>
                </c:pt>
                <c:pt idx="1615">
                  <c:v>0.20231874044947185</c:v>
                </c:pt>
                <c:pt idx="1616">
                  <c:v>0.20109824959943939</c:v>
                </c:pt>
                <c:pt idx="1617">
                  <c:v>0.20079151157066644</c:v>
                </c:pt>
                <c:pt idx="1618">
                  <c:v>0.2027645491968682</c:v>
                </c:pt>
                <c:pt idx="1619">
                  <c:v>0.20090078220348387</c:v>
                </c:pt>
                <c:pt idx="1620">
                  <c:v>0.19979333758618065</c:v>
                </c:pt>
                <c:pt idx="1621">
                  <c:v>0.19998490869762059</c:v>
                </c:pt>
                <c:pt idx="1622">
                  <c:v>0.20078402916021418</c:v>
                </c:pt>
                <c:pt idx="1623">
                  <c:v>0.20040573864222122</c:v>
                </c:pt>
                <c:pt idx="1624">
                  <c:v>0.19930818626519445</c:v>
                </c:pt>
                <c:pt idx="1625">
                  <c:v>0.20109735211287386</c:v>
                </c:pt>
                <c:pt idx="1626">
                  <c:v>0.20043888228195411</c:v>
                </c:pt>
                <c:pt idx="1627">
                  <c:v>0.19970175951405783</c:v>
                </c:pt>
                <c:pt idx="1628">
                  <c:v>0.19842392142746951</c:v>
                </c:pt>
                <c:pt idx="1629">
                  <c:v>0.19781122838436066</c:v>
                </c:pt>
                <c:pt idx="1630">
                  <c:v>0.1984542884287924</c:v>
                </c:pt>
                <c:pt idx="1631">
                  <c:v>0.20018076708764074</c:v>
                </c:pt>
                <c:pt idx="1632">
                  <c:v>0.19976380668696617</c:v>
                </c:pt>
                <c:pt idx="1633">
                  <c:v>0.19748076736198761</c:v>
                </c:pt>
                <c:pt idx="1634">
                  <c:v>0.1988895187347656</c:v>
                </c:pt>
                <c:pt idx="1635">
                  <c:v>0.19696345126361992</c:v>
                </c:pt>
                <c:pt idx="1636">
                  <c:v>0.19680954764750069</c:v>
                </c:pt>
                <c:pt idx="1637">
                  <c:v>0.19587997988214609</c:v>
                </c:pt>
                <c:pt idx="1638">
                  <c:v>0.19474182490271275</c:v>
                </c:pt>
                <c:pt idx="1639">
                  <c:v>0.19460011964251175</c:v>
                </c:pt>
                <c:pt idx="1640">
                  <c:v>0.19793185528768303</c:v>
                </c:pt>
                <c:pt idx="1641">
                  <c:v>0.19706115260199966</c:v>
                </c:pt>
                <c:pt idx="1642">
                  <c:v>0.19808469426660297</c:v>
                </c:pt>
                <c:pt idx="1643">
                  <c:v>0.19950576662882205</c:v>
                </c:pt>
                <c:pt idx="1644">
                  <c:v>0.19993923516564152</c:v>
                </c:pt>
                <c:pt idx="1645">
                  <c:v>0.19984636819530896</c:v>
                </c:pt>
                <c:pt idx="1646">
                  <c:v>0.20022699196766408</c:v>
                </c:pt>
                <c:pt idx="1647">
                  <c:v>0.20170544710851959</c:v>
                </c:pt>
                <c:pt idx="1648">
                  <c:v>0.20157606643469203</c:v>
                </c:pt>
                <c:pt idx="1649">
                  <c:v>0.20034440491701064</c:v>
                </c:pt>
                <c:pt idx="1650">
                  <c:v>0.200747670203167</c:v>
                </c:pt>
                <c:pt idx="1651">
                  <c:v>0.20025855010356727</c:v>
                </c:pt>
                <c:pt idx="1652">
                  <c:v>0.20271623635164512</c:v>
                </c:pt>
                <c:pt idx="1653">
                  <c:v>0.20285487855839751</c:v>
                </c:pt>
                <c:pt idx="1654">
                  <c:v>0.2026770266634004</c:v>
                </c:pt>
                <c:pt idx="1655">
                  <c:v>0.20607708404383868</c:v>
                </c:pt>
                <c:pt idx="1656">
                  <c:v>0.20515601884040546</c:v>
                </c:pt>
                <c:pt idx="1657">
                  <c:v>0.2112822453472043</c:v>
                </c:pt>
                <c:pt idx="1658">
                  <c:v>0.21583827299913241</c:v>
                </c:pt>
                <c:pt idx="1659">
                  <c:v>0.22484536531261951</c:v>
                </c:pt>
                <c:pt idx="1660">
                  <c:v>0.22977820531613952</c:v>
                </c:pt>
                <c:pt idx="1661">
                  <c:v>0.22514019710122909</c:v>
                </c:pt>
                <c:pt idx="1662">
                  <c:v>0.22989663924717871</c:v>
                </c:pt>
                <c:pt idx="1663">
                  <c:v>0.23318317317307782</c:v>
                </c:pt>
                <c:pt idx="1664">
                  <c:v>0.22439227420927912</c:v>
                </c:pt>
                <c:pt idx="1665">
                  <c:v>0.22487260893414041</c:v>
                </c:pt>
                <c:pt idx="1666">
                  <c:v>0.22285452931915051</c:v>
                </c:pt>
                <c:pt idx="1667">
                  <c:v>0.22131554406773477</c:v>
                </c:pt>
                <c:pt idx="1668">
                  <c:v>0.21905585913334405</c:v>
                </c:pt>
                <c:pt idx="1669">
                  <c:v>0.21700609015199501</c:v>
                </c:pt>
                <c:pt idx="1670">
                  <c:v>0.21663172154130417</c:v>
                </c:pt>
                <c:pt idx="1671">
                  <c:v>0.22115101294888367</c:v>
                </c:pt>
                <c:pt idx="1672">
                  <c:v>0.21934754859496269</c:v>
                </c:pt>
                <c:pt idx="1673">
                  <c:v>0.22057861500223183</c:v>
                </c:pt>
                <c:pt idx="1674">
                  <c:v>0.22184907141807741</c:v>
                </c:pt>
                <c:pt idx="1675">
                  <c:v>0.21884202830506375</c:v>
                </c:pt>
                <c:pt idx="1676">
                  <c:v>0.22039810297642318</c:v>
                </c:pt>
                <c:pt idx="1677">
                  <c:v>0.22204913162350673</c:v>
                </c:pt>
                <c:pt idx="1678">
                  <c:v>0.22336161196919591</c:v>
                </c:pt>
                <c:pt idx="1679">
                  <c:v>0.22146900195479632</c:v>
                </c:pt>
                <c:pt idx="1680">
                  <c:v>0.22144395941789591</c:v>
                </c:pt>
                <c:pt idx="1681">
                  <c:v>0.21865873289499926</c:v>
                </c:pt>
                <c:pt idx="1682">
                  <c:v>0.22035617322846898</c:v>
                </c:pt>
                <c:pt idx="1683">
                  <c:v>0.22344250503523355</c:v>
                </c:pt>
                <c:pt idx="1684">
                  <c:v>0.22272934866333177</c:v>
                </c:pt>
                <c:pt idx="1685">
                  <c:v>0.22324078166058492</c:v>
                </c:pt>
                <c:pt idx="1686">
                  <c:v>0.22521310350783164</c:v>
                </c:pt>
                <c:pt idx="1687">
                  <c:v>0.22772438149051277</c:v>
                </c:pt>
                <c:pt idx="1688">
                  <c:v>0.22456224857509086</c:v>
                </c:pt>
                <c:pt idx="1689">
                  <c:v>0.22476763630952232</c:v>
                </c:pt>
                <c:pt idx="1690">
                  <c:v>0.22218369082636635</c:v>
                </c:pt>
                <c:pt idx="1691">
                  <c:v>0.22278205776281071</c:v>
                </c:pt>
                <c:pt idx="1692">
                  <c:v>0.22177128726577275</c:v>
                </c:pt>
                <c:pt idx="1693">
                  <c:v>0.22351066713385651</c:v>
                </c:pt>
                <c:pt idx="1694">
                  <c:v>0.22395725757053664</c:v>
                </c:pt>
                <c:pt idx="1695">
                  <c:v>0.22234200001938664</c:v>
                </c:pt>
                <c:pt idx="1696">
                  <c:v>0.22081157692913717</c:v>
                </c:pt>
                <c:pt idx="1697">
                  <c:v>0.22115358004990865</c:v>
                </c:pt>
                <c:pt idx="1698">
                  <c:v>0.22036358511837653</c:v>
                </c:pt>
                <c:pt idx="1699">
                  <c:v>0.22315007858438929</c:v>
                </c:pt>
                <c:pt idx="1700">
                  <c:v>0.22242778422633186</c:v>
                </c:pt>
                <c:pt idx="1701">
                  <c:v>0.22413701675435205</c:v>
                </c:pt>
                <c:pt idx="1702">
                  <c:v>0.22536494343562166</c:v>
                </c:pt>
                <c:pt idx="1703">
                  <c:v>0.22373738499122875</c:v>
                </c:pt>
                <c:pt idx="1704">
                  <c:v>0.22307453073223904</c:v>
                </c:pt>
                <c:pt idx="1705">
                  <c:v>0.22342135452985723</c:v>
                </c:pt>
                <c:pt idx="1706">
                  <c:v>0.22473994316880475</c:v>
                </c:pt>
                <c:pt idx="1707">
                  <c:v>0.22811695255580827</c:v>
                </c:pt>
                <c:pt idx="1708">
                  <c:v>0.22607831707307466</c:v>
                </c:pt>
                <c:pt idx="1709">
                  <c:v>0.22483595922609967</c:v>
                </c:pt>
                <c:pt idx="1710">
                  <c:v>0.22556301033727916</c:v>
                </c:pt>
                <c:pt idx="1711">
                  <c:v>0.22430254706267613</c:v>
                </c:pt>
                <c:pt idx="1712">
                  <c:v>0.22301544442698815</c:v>
                </c:pt>
                <c:pt idx="1713">
                  <c:v>0.22279051068806446</c:v>
                </c:pt>
                <c:pt idx="1714">
                  <c:v>0.22496608279573413</c:v>
                </c:pt>
                <c:pt idx="1715">
                  <c:v>0.22475472737388821</c:v>
                </c:pt>
                <c:pt idx="1716">
                  <c:v>0.22535660498866669</c:v>
                </c:pt>
                <c:pt idx="1717">
                  <c:v>0.22420262805705138</c:v>
                </c:pt>
                <c:pt idx="1718">
                  <c:v>0.22428027459052483</c:v>
                </c:pt>
                <c:pt idx="1719">
                  <c:v>0.22590771938522067</c:v>
                </c:pt>
                <c:pt idx="1720">
                  <c:v>0.22456492603817499</c:v>
                </c:pt>
                <c:pt idx="1721">
                  <c:v>0.22273784331466426</c:v>
                </c:pt>
                <c:pt idx="1722">
                  <c:v>0.22205875458383187</c:v>
                </c:pt>
                <c:pt idx="1723">
                  <c:v>0.22282691481442307</c:v>
                </c:pt>
                <c:pt idx="1724">
                  <c:v>0.22323320105504338</c:v>
                </c:pt>
                <c:pt idx="1725">
                  <c:v>0.22392503334605127</c:v>
                </c:pt>
                <c:pt idx="1726">
                  <c:v>0.223414717134582</c:v>
                </c:pt>
                <c:pt idx="1727">
                  <c:v>0.22408215004607376</c:v>
                </c:pt>
                <c:pt idx="1728">
                  <c:v>0.22349743945355424</c:v>
                </c:pt>
                <c:pt idx="1729">
                  <c:v>0.22368807267509938</c:v>
                </c:pt>
                <c:pt idx="1730">
                  <c:v>0.22643547428742683</c:v>
                </c:pt>
                <c:pt idx="1731">
                  <c:v>0.22626641923419338</c:v>
                </c:pt>
                <c:pt idx="1732">
                  <c:v>0.22626619317119545</c:v>
                </c:pt>
                <c:pt idx="1733">
                  <c:v>0.22871610891714994</c:v>
                </c:pt>
                <c:pt idx="1734">
                  <c:v>0.23061546807883843</c:v>
                </c:pt>
                <c:pt idx="1735">
                  <c:v>0.2334423359551987</c:v>
                </c:pt>
                <c:pt idx="1736">
                  <c:v>0.23161652620461232</c:v>
                </c:pt>
                <c:pt idx="1737">
                  <c:v>0.22920566725006797</c:v>
                </c:pt>
                <c:pt idx="1738">
                  <c:v>0.23211232426285208</c:v>
                </c:pt>
                <c:pt idx="1739">
                  <c:v>0.23207215450022453</c:v>
                </c:pt>
                <c:pt idx="1740">
                  <c:v>0.23355274705551662</c:v>
                </c:pt>
                <c:pt idx="1741">
                  <c:v>0.23432750036355077</c:v>
                </c:pt>
                <c:pt idx="1742">
                  <c:v>0.23941267804267061</c:v>
                </c:pt>
                <c:pt idx="1743">
                  <c:v>0.23936391014458838</c:v>
                </c:pt>
                <c:pt idx="1744">
                  <c:v>0.24217269890989787</c:v>
                </c:pt>
                <c:pt idx="1745">
                  <c:v>0.24370503001390209</c:v>
                </c:pt>
                <c:pt idx="1746">
                  <c:v>0.2456400386953245</c:v>
                </c:pt>
                <c:pt idx="1747">
                  <c:v>0.24148127764164687</c:v>
                </c:pt>
                <c:pt idx="1748">
                  <c:v>0.24161402365824383</c:v>
                </c:pt>
                <c:pt idx="1749">
                  <c:v>0.239992261981437</c:v>
                </c:pt>
                <c:pt idx="1750">
                  <c:v>0.24430324402871223</c:v>
                </c:pt>
                <c:pt idx="1751">
                  <c:v>0.24315546844014232</c:v>
                </c:pt>
                <c:pt idx="1752">
                  <c:v>0.24542353790626287</c:v>
                </c:pt>
                <c:pt idx="1753">
                  <c:v>0.24721847400480468</c:v>
                </c:pt>
                <c:pt idx="1754">
                  <c:v>0.24361185597010762</c:v>
                </c:pt>
                <c:pt idx="1755">
                  <c:v>0.24956640111219394</c:v>
                </c:pt>
                <c:pt idx="1756">
                  <c:v>0.24803430440316671</c:v>
                </c:pt>
                <c:pt idx="1757">
                  <c:v>0.24740883267445282</c:v>
                </c:pt>
                <c:pt idx="1758">
                  <c:v>0.25028617454314017</c:v>
                </c:pt>
                <c:pt idx="1759">
                  <c:v>0.24795252946144095</c:v>
                </c:pt>
                <c:pt idx="1760">
                  <c:v>0.24271227636421969</c:v>
                </c:pt>
                <c:pt idx="1761">
                  <c:v>0.24062396903105107</c:v>
                </c:pt>
                <c:pt idx="1762">
                  <c:v>0.24129088557683215</c:v>
                </c:pt>
                <c:pt idx="1763">
                  <c:v>0.24404038109349707</c:v>
                </c:pt>
                <c:pt idx="1764">
                  <c:v>0.24902922521441578</c:v>
                </c:pt>
                <c:pt idx="1765">
                  <c:v>0.24915873271347388</c:v>
                </c:pt>
                <c:pt idx="1766">
                  <c:v>0.24746115898045237</c:v>
                </c:pt>
                <c:pt idx="1767">
                  <c:v>0.25091223918453093</c:v>
                </c:pt>
                <c:pt idx="1768">
                  <c:v>0.24768149231938053</c:v>
                </c:pt>
                <c:pt idx="1769">
                  <c:v>0.24497531182539056</c:v>
                </c:pt>
                <c:pt idx="1770">
                  <c:v>0.24544177415840915</c:v>
                </c:pt>
                <c:pt idx="1771">
                  <c:v>0.24322515475923742</c:v>
                </c:pt>
                <c:pt idx="1772">
                  <c:v>0.24678089470048589</c:v>
                </c:pt>
                <c:pt idx="1773">
                  <c:v>0.24388017668948622</c:v>
                </c:pt>
                <c:pt idx="1774">
                  <c:v>0.24096994419889387</c:v>
                </c:pt>
                <c:pt idx="1775">
                  <c:v>0.23805937765410481</c:v>
                </c:pt>
                <c:pt idx="1776">
                  <c:v>0.23997890030603758</c:v>
                </c:pt>
                <c:pt idx="1777">
                  <c:v>0.23635456268674301</c:v>
                </c:pt>
                <c:pt idx="1778">
                  <c:v>0.23731908435434171</c:v>
                </c:pt>
                <c:pt idx="1779">
                  <c:v>0.23704005292890223</c:v>
                </c:pt>
                <c:pt idx="1780">
                  <c:v>0.23505203486634854</c:v>
                </c:pt>
                <c:pt idx="1781">
                  <c:v>0.23333987901164294</c:v>
                </c:pt>
                <c:pt idx="1782">
                  <c:v>0.23300802694378037</c:v>
                </c:pt>
                <c:pt idx="1783">
                  <c:v>0.23387277163309345</c:v>
                </c:pt>
                <c:pt idx="1784">
                  <c:v>0.2325297234419017</c:v>
                </c:pt>
                <c:pt idx="1785">
                  <c:v>0.22198120867648766</c:v>
                </c:pt>
                <c:pt idx="1786">
                  <c:v>0.2269700233708008</c:v>
                </c:pt>
                <c:pt idx="1787">
                  <c:v>0.23139935917459553</c:v>
                </c:pt>
                <c:pt idx="1788">
                  <c:v>0.23275269343354393</c:v>
                </c:pt>
                <c:pt idx="1789">
                  <c:v>0.23430564832660683</c:v>
                </c:pt>
                <c:pt idx="1790">
                  <c:v>0.2341610092728342</c:v>
                </c:pt>
                <c:pt idx="1791">
                  <c:v>0.23206639998472023</c:v>
                </c:pt>
                <c:pt idx="1792">
                  <c:v>0.22777625281498107</c:v>
                </c:pt>
                <c:pt idx="1793">
                  <c:v>0.22843365362414081</c:v>
                </c:pt>
                <c:pt idx="1794">
                  <c:v>0.22721163585365584</c:v>
                </c:pt>
                <c:pt idx="1795">
                  <c:v>0.22876305576773395</c:v>
                </c:pt>
                <c:pt idx="1796">
                  <c:v>0.22710837544546361</c:v>
                </c:pt>
                <c:pt idx="1797">
                  <c:v>0.22669664442598383</c:v>
                </c:pt>
                <c:pt idx="1798">
                  <c:v>0.22705939752302479</c:v>
                </c:pt>
                <c:pt idx="1799">
                  <c:v>0.22808546485818179</c:v>
                </c:pt>
                <c:pt idx="1800">
                  <c:v>0.22999799723410344</c:v>
                </c:pt>
                <c:pt idx="1801">
                  <c:v>0.23302086499341471</c:v>
                </c:pt>
                <c:pt idx="1802">
                  <c:v>0.23119476885156279</c:v>
                </c:pt>
                <c:pt idx="1803">
                  <c:v>0.22915862414220417</c:v>
                </c:pt>
                <c:pt idx="1804">
                  <c:v>0.22958062725896475</c:v>
                </c:pt>
                <c:pt idx="1805">
                  <c:v>0.22653091210587489</c:v>
                </c:pt>
                <c:pt idx="1806">
                  <c:v>0.23131528281327898</c:v>
                </c:pt>
                <c:pt idx="1807">
                  <c:v>0.22804216845311223</c:v>
                </c:pt>
                <c:pt idx="1808">
                  <c:v>0.22764940896295149</c:v>
                </c:pt>
                <c:pt idx="1809">
                  <c:v>0.22589024250889861</c:v>
                </c:pt>
                <c:pt idx="1810">
                  <c:v>0.22622954330789613</c:v>
                </c:pt>
                <c:pt idx="1811">
                  <c:v>0.22522277728443149</c:v>
                </c:pt>
                <c:pt idx="1812">
                  <c:v>0.22446063337257641</c:v>
                </c:pt>
                <c:pt idx="1813">
                  <c:v>0.2242093052730888</c:v>
                </c:pt>
                <c:pt idx="1814">
                  <c:v>0.22305814016210285</c:v>
                </c:pt>
                <c:pt idx="1815">
                  <c:v>0.22231313073963002</c:v>
                </c:pt>
                <c:pt idx="1816">
                  <c:v>0.22152636785064034</c:v>
                </c:pt>
                <c:pt idx="1817">
                  <c:v>0.22164922660560543</c:v>
                </c:pt>
                <c:pt idx="1818">
                  <c:v>0.22248564061619266</c:v>
                </c:pt>
                <c:pt idx="1819">
                  <c:v>0.22491131946288567</c:v>
                </c:pt>
                <c:pt idx="1820">
                  <c:v>0.22200433924422613</c:v>
                </c:pt>
                <c:pt idx="1821">
                  <c:v>0.22169948402213144</c:v>
                </c:pt>
                <c:pt idx="1822">
                  <c:v>0.22071205559258078</c:v>
                </c:pt>
                <c:pt idx="1823">
                  <c:v>0.22063978104365306</c:v>
                </c:pt>
                <c:pt idx="1824">
                  <c:v>0.22252757250291441</c:v>
                </c:pt>
                <c:pt idx="1825">
                  <c:v>0.22219233423585713</c:v>
                </c:pt>
                <c:pt idx="1826">
                  <c:v>0.22468605041141071</c:v>
                </c:pt>
                <c:pt idx="1827">
                  <c:v>0.22316016267935057</c:v>
                </c:pt>
                <c:pt idx="1828">
                  <c:v>0.22371294877403564</c:v>
                </c:pt>
                <c:pt idx="1829">
                  <c:v>0.22181176249345755</c:v>
                </c:pt>
                <c:pt idx="1830">
                  <c:v>0.21930299641394643</c:v>
                </c:pt>
                <c:pt idx="1831">
                  <c:v>0.2202698226465328</c:v>
                </c:pt>
                <c:pt idx="1832">
                  <c:v>0.22067488730332818</c:v>
                </c:pt>
                <c:pt idx="1833">
                  <c:v>0.21991810444993376</c:v>
                </c:pt>
                <c:pt idx="1834">
                  <c:v>0.21896793750166751</c:v>
                </c:pt>
                <c:pt idx="1835">
                  <c:v>0.21814854605600908</c:v>
                </c:pt>
                <c:pt idx="1836">
                  <c:v>0.21896160812997353</c:v>
                </c:pt>
                <c:pt idx="1837">
                  <c:v>0.21913159865939091</c:v>
                </c:pt>
                <c:pt idx="1838">
                  <c:v>0.21896188998666788</c:v>
                </c:pt>
                <c:pt idx="1839">
                  <c:v>0.2197357494635237</c:v>
                </c:pt>
                <c:pt idx="1840">
                  <c:v>0.21995540300978211</c:v>
                </c:pt>
                <c:pt idx="1841">
                  <c:v>0.22028740111032274</c:v>
                </c:pt>
                <c:pt idx="1842">
                  <c:v>0.21753935877391117</c:v>
                </c:pt>
                <c:pt idx="1843">
                  <c:v>0.21743760059227402</c:v>
                </c:pt>
                <c:pt idx="1844">
                  <c:v>0.21810699588477367</c:v>
                </c:pt>
                <c:pt idx="1845">
                  <c:v>0.2189215177770438</c:v>
                </c:pt>
                <c:pt idx="1846">
                  <c:v>0.22055385792736232</c:v>
                </c:pt>
                <c:pt idx="1847">
                  <c:v>0.21898208294548205</c:v>
                </c:pt>
                <c:pt idx="1848">
                  <c:v>0.2171017010309064</c:v>
                </c:pt>
                <c:pt idx="1849">
                  <c:v>0.21742226559959435</c:v>
                </c:pt>
                <c:pt idx="1850">
                  <c:v>0.21829649816636726</c:v>
                </c:pt>
                <c:pt idx="1851">
                  <c:v>0.22087285462616693</c:v>
                </c:pt>
                <c:pt idx="1852">
                  <c:v>0.22099898196246312</c:v>
                </c:pt>
                <c:pt idx="1853">
                  <c:v>0.22241157274087259</c:v>
                </c:pt>
                <c:pt idx="1854">
                  <c:v>0.22310907343450284</c:v>
                </c:pt>
                <c:pt idx="1855">
                  <c:v>0.22347238192632354</c:v>
                </c:pt>
                <c:pt idx="1856">
                  <c:v>0.22311274598557981</c:v>
                </c:pt>
                <c:pt idx="1857">
                  <c:v>0.22498724453335744</c:v>
                </c:pt>
                <c:pt idx="1858">
                  <c:v>0.22374877177781119</c:v>
                </c:pt>
                <c:pt idx="1859">
                  <c:v>0.22364194601067025</c:v>
                </c:pt>
                <c:pt idx="1860">
                  <c:v>0.2215785617239252</c:v>
                </c:pt>
                <c:pt idx="1861">
                  <c:v>0.22113620469784853</c:v>
                </c:pt>
                <c:pt idx="1862">
                  <c:v>0.21808695500205943</c:v>
                </c:pt>
                <c:pt idx="1863">
                  <c:v>0.22012139667941291</c:v>
                </c:pt>
                <c:pt idx="1864">
                  <c:v>0.22023183630034668</c:v>
                </c:pt>
                <c:pt idx="1865">
                  <c:v>0.22161283605805093</c:v>
                </c:pt>
                <c:pt idx="1866">
                  <c:v>0.22170719200017025</c:v>
                </c:pt>
                <c:pt idx="1867">
                  <c:v>0.22208069406514408</c:v>
                </c:pt>
                <c:pt idx="1868">
                  <c:v>0.22114711045494251</c:v>
                </c:pt>
                <c:pt idx="1869">
                  <c:v>0.21965242115273373</c:v>
                </c:pt>
                <c:pt idx="1870">
                  <c:v>0.21921795685597634</c:v>
                </c:pt>
                <c:pt idx="1871">
                  <c:v>0.21783058493340723</c:v>
                </c:pt>
                <c:pt idx="1872">
                  <c:v>0.21983495531878094</c:v>
                </c:pt>
                <c:pt idx="1873">
                  <c:v>0.21850229551571124</c:v>
                </c:pt>
                <c:pt idx="1874">
                  <c:v>0.21935712880890318</c:v>
                </c:pt>
                <c:pt idx="1875">
                  <c:v>0.22159960439848514</c:v>
                </c:pt>
                <c:pt idx="1876">
                  <c:v>0.22059674639472351</c:v>
                </c:pt>
                <c:pt idx="1877">
                  <c:v>0.22018927169022898</c:v>
                </c:pt>
                <c:pt idx="1878">
                  <c:v>0.21902351799131714</c:v>
                </c:pt>
                <c:pt idx="1879">
                  <c:v>0.22288364956348164</c:v>
                </c:pt>
                <c:pt idx="1880">
                  <c:v>0.22551723951031963</c:v>
                </c:pt>
                <c:pt idx="1881">
                  <c:v>0.22653312919296123</c:v>
                </c:pt>
                <c:pt idx="1882">
                  <c:v>0.22607667083568767</c:v>
                </c:pt>
                <c:pt idx="1883">
                  <c:v>0.22577145641274271</c:v>
                </c:pt>
                <c:pt idx="1884">
                  <c:v>0.22626987728500553</c:v>
                </c:pt>
                <c:pt idx="1885">
                  <c:v>0.226367838759719</c:v>
                </c:pt>
                <c:pt idx="1886">
                  <c:v>0.22467588752203729</c:v>
                </c:pt>
                <c:pt idx="1887">
                  <c:v>0.22426877498428585</c:v>
                </c:pt>
                <c:pt idx="1888">
                  <c:v>0.22263334891021055</c:v>
                </c:pt>
                <c:pt idx="1889">
                  <c:v>0.22375696259104774</c:v>
                </c:pt>
                <c:pt idx="1890">
                  <c:v>0.22445853948929367</c:v>
                </c:pt>
                <c:pt idx="1891">
                  <c:v>0.22471704783652482</c:v>
                </c:pt>
                <c:pt idx="1892">
                  <c:v>0.22529127573543165</c:v>
                </c:pt>
                <c:pt idx="1893">
                  <c:v>0.22574169143060427</c:v>
                </c:pt>
                <c:pt idx="1894">
                  <c:v>0.22696807962358878</c:v>
                </c:pt>
                <c:pt idx="1895">
                  <c:v>0.22852159222220203</c:v>
                </c:pt>
                <c:pt idx="1896">
                  <c:v>0.229879066558592</c:v>
                </c:pt>
                <c:pt idx="1897">
                  <c:v>0.23540018559267203</c:v>
                </c:pt>
                <c:pt idx="1898">
                  <c:v>0.23624996939142623</c:v>
                </c:pt>
                <c:pt idx="1899">
                  <c:v>0.23712172868062281</c:v>
                </c:pt>
                <c:pt idx="1900">
                  <c:v>0.23754466837786317</c:v>
                </c:pt>
                <c:pt idx="1901">
                  <c:v>0.23575181428121439</c:v>
                </c:pt>
                <c:pt idx="1902">
                  <c:v>0.23844162504501545</c:v>
                </c:pt>
                <c:pt idx="1903">
                  <c:v>0.24086339725456377</c:v>
                </c:pt>
                <c:pt idx="1904">
                  <c:v>0.23710435468191454</c:v>
                </c:pt>
                <c:pt idx="1905">
                  <c:v>0.23754943116597452</c:v>
                </c:pt>
                <c:pt idx="1906">
                  <c:v>0.24075684886109244</c:v>
                </c:pt>
                <c:pt idx="1907">
                  <c:v>0.24490895338166871</c:v>
                </c:pt>
                <c:pt idx="1908">
                  <c:v>0.2440171519609505</c:v>
                </c:pt>
                <c:pt idx="1909">
                  <c:v>0.24298374828481734</c:v>
                </c:pt>
                <c:pt idx="1910">
                  <c:v>0.24279989235713278</c:v>
                </c:pt>
                <c:pt idx="1911">
                  <c:v>0.24189583139426873</c:v>
                </c:pt>
                <c:pt idx="1912">
                  <c:v>0.23810094361727055</c:v>
                </c:pt>
                <c:pt idx="1913">
                  <c:v>0.23737479470425826</c:v>
                </c:pt>
                <c:pt idx="1914">
                  <c:v>0.23282019232469978</c:v>
                </c:pt>
                <c:pt idx="1915">
                  <c:v>0.2344704483879185</c:v>
                </c:pt>
                <c:pt idx="1916">
                  <c:v>0.23190056129147643</c:v>
                </c:pt>
                <c:pt idx="1917">
                  <c:v>0.22816006590855981</c:v>
                </c:pt>
                <c:pt idx="1918">
                  <c:v>0.22944464231367001</c:v>
                </c:pt>
                <c:pt idx="1919">
                  <c:v>0.23083002433959399</c:v>
                </c:pt>
                <c:pt idx="1920">
                  <c:v>0.22973946319434235</c:v>
                </c:pt>
                <c:pt idx="1921">
                  <c:v>0.22918417219976295</c:v>
                </c:pt>
                <c:pt idx="1922">
                  <c:v>0.23164584300930996</c:v>
                </c:pt>
                <c:pt idx="1923">
                  <c:v>0.23345502143097635</c:v>
                </c:pt>
                <c:pt idx="1924">
                  <c:v>0.231283975565301</c:v>
                </c:pt>
                <c:pt idx="1925">
                  <c:v>0.23025649201052101</c:v>
                </c:pt>
                <c:pt idx="1926">
                  <c:v>0.22805264285424784</c:v>
                </c:pt>
                <c:pt idx="1927">
                  <c:v>0.22640868922975291</c:v>
                </c:pt>
                <c:pt idx="1928">
                  <c:v>0.22419082628196235</c:v>
                </c:pt>
                <c:pt idx="1929">
                  <c:v>0.22308689162808687</c:v>
                </c:pt>
                <c:pt idx="1930">
                  <c:v>0.22442960216568061</c:v>
                </c:pt>
                <c:pt idx="1931">
                  <c:v>0.222444852359763</c:v>
                </c:pt>
                <c:pt idx="1932">
                  <c:v>0.22198006233615744</c:v>
                </c:pt>
                <c:pt idx="1933">
                  <c:v>0.22191710420989191</c:v>
                </c:pt>
                <c:pt idx="1934">
                  <c:v>0.22040818297401488</c:v>
                </c:pt>
                <c:pt idx="1935">
                  <c:v>0.22093204934948177</c:v>
                </c:pt>
                <c:pt idx="1936">
                  <c:v>0.21875279895049238</c:v>
                </c:pt>
                <c:pt idx="1937">
                  <c:v>0.21819356071115076</c:v>
                </c:pt>
                <c:pt idx="1938">
                  <c:v>0.21772940486378148</c:v>
                </c:pt>
                <c:pt idx="1939">
                  <c:v>0.21706383695338674</c:v>
                </c:pt>
                <c:pt idx="1940">
                  <c:v>0.21577189897494037</c:v>
                </c:pt>
                <c:pt idx="1941">
                  <c:v>0.21393678514132819</c:v>
                </c:pt>
                <c:pt idx="1942">
                  <c:v>0.21564209748604982</c:v>
                </c:pt>
                <c:pt idx="1943">
                  <c:v>0.21672629954951911</c:v>
                </c:pt>
                <c:pt idx="1944">
                  <c:v>0.21669016757122006</c:v>
                </c:pt>
                <c:pt idx="1945">
                  <c:v>0.21575830968479451</c:v>
                </c:pt>
                <c:pt idx="1946">
                  <c:v>0.21652553531880139</c:v>
                </c:pt>
                <c:pt idx="1947">
                  <c:v>0.21682877979937973</c:v>
                </c:pt>
                <c:pt idx="1948">
                  <c:v>0.21552133450596953</c:v>
                </c:pt>
                <c:pt idx="1949">
                  <c:v>0.21485881805368093</c:v>
                </c:pt>
                <c:pt idx="1950">
                  <c:v>0.21651186193654356</c:v>
                </c:pt>
                <c:pt idx="1951">
                  <c:v>0.21707658170877758</c:v>
                </c:pt>
                <c:pt idx="1952">
                  <c:v>0.21977375825526987</c:v>
                </c:pt>
                <c:pt idx="1953">
                  <c:v>0.21839387313867967</c:v>
                </c:pt>
                <c:pt idx="1954">
                  <c:v>0.21851721051588874</c:v>
                </c:pt>
                <c:pt idx="1955">
                  <c:v>0.21678337017161037</c:v>
                </c:pt>
                <c:pt idx="1956">
                  <c:v>0.21704182849382084</c:v>
                </c:pt>
                <c:pt idx="1957">
                  <c:v>0.2145400033087673</c:v>
                </c:pt>
                <c:pt idx="1958">
                  <c:v>0.21408449476350891</c:v>
                </c:pt>
                <c:pt idx="1959">
                  <c:v>0.21429962487406151</c:v>
                </c:pt>
                <c:pt idx="1960">
                  <c:v>0.21249754393753581</c:v>
                </c:pt>
                <c:pt idx="1961">
                  <c:v>0.21327080445596103</c:v>
                </c:pt>
                <c:pt idx="1962">
                  <c:v>0.21420352169637974</c:v>
                </c:pt>
                <c:pt idx="1963">
                  <c:v>0.21296113080785625</c:v>
                </c:pt>
                <c:pt idx="1964">
                  <c:v>0.21299488398628449</c:v>
                </c:pt>
                <c:pt idx="1965">
                  <c:v>0.21388573459258997</c:v>
                </c:pt>
                <c:pt idx="1966">
                  <c:v>0.21575967139309835</c:v>
                </c:pt>
                <c:pt idx="1967">
                  <c:v>0.2152112284797745</c:v>
                </c:pt>
                <c:pt idx="1968">
                  <c:v>0.21779700946941866</c:v>
                </c:pt>
                <c:pt idx="1969">
                  <c:v>0.21792149765971691</c:v>
                </c:pt>
                <c:pt idx="1970">
                  <c:v>0.21808917483606605</c:v>
                </c:pt>
                <c:pt idx="1971">
                  <c:v>0.21688388995028149</c:v>
                </c:pt>
                <c:pt idx="1972">
                  <c:v>0.21715066286643891</c:v>
                </c:pt>
                <c:pt idx="1973">
                  <c:v>0.21680335196340014</c:v>
                </c:pt>
                <c:pt idx="1974">
                  <c:v>0.22035080545750829</c:v>
                </c:pt>
                <c:pt idx="1975">
                  <c:v>0.21862661075286599</c:v>
                </c:pt>
                <c:pt idx="1976">
                  <c:v>0.21882598433100084</c:v>
                </c:pt>
                <c:pt idx="1977">
                  <c:v>0.21647720477409801</c:v>
                </c:pt>
                <c:pt idx="1978">
                  <c:v>0.21688167909358033</c:v>
                </c:pt>
                <c:pt idx="1979">
                  <c:v>0.21645842666174769</c:v>
                </c:pt>
                <c:pt idx="1980">
                  <c:v>0.21457056552314657</c:v>
                </c:pt>
                <c:pt idx="1981">
                  <c:v>0.21614771604803601</c:v>
                </c:pt>
                <c:pt idx="1982">
                  <c:v>0.21638935995397665</c:v>
                </c:pt>
                <c:pt idx="1983">
                  <c:v>0.21675200779378764</c:v>
                </c:pt>
                <c:pt idx="1984">
                  <c:v>0.21393158063060236</c:v>
                </c:pt>
                <c:pt idx="1985">
                  <c:v>0.21214032539596231</c:v>
                </c:pt>
                <c:pt idx="1986">
                  <c:v>0.21203072852860774</c:v>
                </c:pt>
                <c:pt idx="1987">
                  <c:v>0.20884872724594353</c:v>
                </c:pt>
                <c:pt idx="1988">
                  <c:v>0.20879092390544313</c:v>
                </c:pt>
                <c:pt idx="1989">
                  <c:v>0.20639373877008035</c:v>
                </c:pt>
                <c:pt idx="1990">
                  <c:v>0.20373791167205832</c:v>
                </c:pt>
                <c:pt idx="1991">
                  <c:v>0.19988736305895707</c:v>
                </c:pt>
                <c:pt idx="1992">
                  <c:v>0.20108170877403361</c:v>
                </c:pt>
                <c:pt idx="1993">
                  <c:v>0.20128802953318811</c:v>
                </c:pt>
                <c:pt idx="1994">
                  <c:v>0.20045021378494821</c:v>
                </c:pt>
                <c:pt idx="1995">
                  <c:v>0.2005297399308027</c:v>
                </c:pt>
                <c:pt idx="1996">
                  <c:v>0.20171324539597849</c:v>
                </c:pt>
                <c:pt idx="1997">
                  <c:v>0.20009144534697809</c:v>
                </c:pt>
                <c:pt idx="1998">
                  <c:v>0.2017689535034283</c:v>
                </c:pt>
                <c:pt idx="1999">
                  <c:v>0.20098599787163457</c:v>
                </c:pt>
                <c:pt idx="2000">
                  <c:v>0.197305529211554</c:v>
                </c:pt>
                <c:pt idx="2001">
                  <c:v>0.19885414285772313</c:v>
                </c:pt>
                <c:pt idx="2002">
                  <c:v>0.19821875028205752</c:v>
                </c:pt>
                <c:pt idx="2003">
                  <c:v>0.19653870697294898</c:v>
                </c:pt>
                <c:pt idx="2004">
                  <c:v>0.19367446747699671</c:v>
                </c:pt>
                <c:pt idx="2005">
                  <c:v>0.19293037242203875</c:v>
                </c:pt>
                <c:pt idx="2006">
                  <c:v>0.19145812427930323</c:v>
                </c:pt>
                <c:pt idx="2007">
                  <c:v>0.18924692875837079</c:v>
                </c:pt>
                <c:pt idx="2008">
                  <c:v>0.19127126578448347</c:v>
                </c:pt>
                <c:pt idx="2009">
                  <c:v>0.18941849049062964</c:v>
                </c:pt>
                <c:pt idx="2010">
                  <c:v>0.19208154273993885</c:v>
                </c:pt>
                <c:pt idx="2011">
                  <c:v>0.19449151975365683</c:v>
                </c:pt>
                <c:pt idx="2012">
                  <c:v>0.19493642117265472</c:v>
                </c:pt>
                <c:pt idx="2013">
                  <c:v>0.19517729806369111</c:v>
                </c:pt>
                <c:pt idx="2014">
                  <c:v>0.19550052183867644</c:v>
                </c:pt>
                <c:pt idx="2015">
                  <c:v>0.1954825332998241</c:v>
                </c:pt>
                <c:pt idx="2016">
                  <c:v>0.19787009532391783</c:v>
                </c:pt>
                <c:pt idx="2017">
                  <c:v>0.19744600970909065</c:v>
                </c:pt>
                <c:pt idx="2018">
                  <c:v>0.19628117432879086</c:v>
                </c:pt>
                <c:pt idx="2019">
                  <c:v>0.19592809261593264</c:v>
                </c:pt>
                <c:pt idx="2020">
                  <c:v>0.19275698531331645</c:v>
                </c:pt>
                <c:pt idx="2021">
                  <c:v>0.19327328199316965</c:v>
                </c:pt>
                <c:pt idx="2022">
                  <c:v>0.19274441014518603</c:v>
                </c:pt>
                <c:pt idx="2023">
                  <c:v>0.19430650913030692</c:v>
                </c:pt>
                <c:pt idx="2024">
                  <c:v>0.19156170053382565</c:v>
                </c:pt>
                <c:pt idx="2025">
                  <c:v>0.1914889779848252</c:v>
                </c:pt>
                <c:pt idx="2026">
                  <c:v>0.18949213338240919</c:v>
                </c:pt>
                <c:pt idx="2027">
                  <c:v>0.18758244870329116</c:v>
                </c:pt>
                <c:pt idx="2028">
                  <c:v>0.18804634927688471</c:v>
                </c:pt>
              </c:numCache>
            </c:numRef>
          </c:val>
          <c:smooth val="1"/>
          <c:extLst>
            <c:ext xmlns:c16="http://schemas.microsoft.com/office/drawing/2014/chart" uri="{C3380CC4-5D6E-409C-BE32-E72D297353CC}">
              <c16:uniqueId val="{00000001-2357-3C40-A3AE-D6B4EF0B4D4D}"/>
            </c:ext>
          </c:extLst>
        </c:ser>
        <c:dLbls>
          <c:showLegendKey val="0"/>
          <c:showVal val="0"/>
          <c:showCatName val="0"/>
          <c:showSerName val="0"/>
          <c:showPercent val="0"/>
          <c:showBubbleSize val="0"/>
        </c:dLbls>
        <c:marker val="1"/>
        <c:smooth val="0"/>
        <c:axId val="2000001218"/>
        <c:axId val="2000001219"/>
      </c:lineChart>
      <c:scatterChart>
        <c:scatterStyle val="lineMarker"/>
        <c:varyColors val="0"/>
        <c:ser>
          <c:idx val="2"/>
          <c:order val="2"/>
          <c:tx>
            <c:strRef>
              <c:f>恒生科技!$E$1</c:f>
              <c:strCache>
                <c:ptCount val="1"/>
                <c:pt idx="0">
                  <c:v>成交额占比MA5（尾点）</c:v>
                </c:pt>
              </c:strCache>
            </c:strRef>
          </c:tx>
          <c:spPr>
            <a:ln w="25400" cap="rnd">
              <a:solidFill>
                <a:srgbClr val="D9D9D9"/>
              </a:solidFill>
              <a:prstDash val="solid"/>
              <a:round/>
            </a:ln>
            <a:effectLst/>
          </c:spPr>
          <c:marker>
            <c:symbol val="circle"/>
            <c:size val="20"/>
            <c:spPr>
              <a:solidFill>
                <a:srgbClr val="D9D9D9">
                  <a:alpha val="50196"/>
                </a:srgbClr>
              </a:solidFill>
              <a:ln w="9525">
                <a:solidFill>
                  <a:srgbClr val="D9D9D9"/>
                </a:solidFill>
              </a:ln>
              <a:effectLst/>
            </c:spPr>
          </c:marker>
          <c:xVal>
            <c:numRef>
              <c:f>恒生科技!$A$2:$A$1948</c:f>
              <c:numCache>
                <c:formatCode>yyyy\-mm\-dd</c:formatCode>
                <c:ptCount val="1947"/>
                <c:pt idx="0">
                  <c:v>43102</c:v>
                </c:pt>
                <c:pt idx="1">
                  <c:v>43103</c:v>
                </c:pt>
                <c:pt idx="2">
                  <c:v>43104</c:v>
                </c:pt>
                <c:pt idx="3">
                  <c:v>43105</c:v>
                </c:pt>
                <c:pt idx="4">
                  <c:v>43108</c:v>
                </c:pt>
                <c:pt idx="5">
                  <c:v>43109</c:v>
                </c:pt>
                <c:pt idx="6">
                  <c:v>43110</c:v>
                </c:pt>
                <c:pt idx="7">
                  <c:v>43111</c:v>
                </c:pt>
                <c:pt idx="8">
                  <c:v>43112</c:v>
                </c:pt>
                <c:pt idx="9">
                  <c:v>43115</c:v>
                </c:pt>
                <c:pt idx="10">
                  <c:v>43116</c:v>
                </c:pt>
                <c:pt idx="11">
                  <c:v>43117</c:v>
                </c:pt>
                <c:pt idx="12">
                  <c:v>43118</c:v>
                </c:pt>
                <c:pt idx="13">
                  <c:v>43119</c:v>
                </c:pt>
                <c:pt idx="14">
                  <c:v>43122</c:v>
                </c:pt>
                <c:pt idx="15">
                  <c:v>43123</c:v>
                </c:pt>
                <c:pt idx="16">
                  <c:v>43124</c:v>
                </c:pt>
                <c:pt idx="17">
                  <c:v>43125</c:v>
                </c:pt>
                <c:pt idx="18">
                  <c:v>43126</c:v>
                </c:pt>
                <c:pt idx="19">
                  <c:v>43129</c:v>
                </c:pt>
                <c:pt idx="20">
                  <c:v>43130</c:v>
                </c:pt>
                <c:pt idx="21">
                  <c:v>43131</c:v>
                </c:pt>
                <c:pt idx="22">
                  <c:v>43132</c:v>
                </c:pt>
                <c:pt idx="23">
                  <c:v>43133</c:v>
                </c:pt>
                <c:pt idx="24">
                  <c:v>43136</c:v>
                </c:pt>
                <c:pt idx="25">
                  <c:v>43137</c:v>
                </c:pt>
                <c:pt idx="26">
                  <c:v>43138</c:v>
                </c:pt>
                <c:pt idx="27">
                  <c:v>43139</c:v>
                </c:pt>
                <c:pt idx="28">
                  <c:v>43140</c:v>
                </c:pt>
                <c:pt idx="29">
                  <c:v>43143</c:v>
                </c:pt>
                <c:pt idx="30">
                  <c:v>43144</c:v>
                </c:pt>
                <c:pt idx="31">
                  <c:v>43145</c:v>
                </c:pt>
                <c:pt idx="32">
                  <c:v>43146</c:v>
                </c:pt>
                <c:pt idx="33">
                  <c:v>43151</c:v>
                </c:pt>
                <c:pt idx="34">
                  <c:v>43152</c:v>
                </c:pt>
                <c:pt idx="35">
                  <c:v>43153</c:v>
                </c:pt>
                <c:pt idx="36">
                  <c:v>43154</c:v>
                </c:pt>
                <c:pt idx="37">
                  <c:v>43157</c:v>
                </c:pt>
                <c:pt idx="38">
                  <c:v>43158</c:v>
                </c:pt>
                <c:pt idx="39">
                  <c:v>43159</c:v>
                </c:pt>
                <c:pt idx="40">
                  <c:v>43160</c:v>
                </c:pt>
                <c:pt idx="41">
                  <c:v>43161</c:v>
                </c:pt>
                <c:pt idx="42">
                  <c:v>43164</c:v>
                </c:pt>
                <c:pt idx="43">
                  <c:v>43165</c:v>
                </c:pt>
                <c:pt idx="44">
                  <c:v>43166</c:v>
                </c:pt>
                <c:pt idx="45">
                  <c:v>43167</c:v>
                </c:pt>
                <c:pt idx="46">
                  <c:v>43168</c:v>
                </c:pt>
                <c:pt idx="47">
                  <c:v>43171</c:v>
                </c:pt>
                <c:pt idx="48">
                  <c:v>43172</c:v>
                </c:pt>
                <c:pt idx="49">
                  <c:v>43173</c:v>
                </c:pt>
                <c:pt idx="50">
                  <c:v>43174</c:v>
                </c:pt>
                <c:pt idx="51">
                  <c:v>43175</c:v>
                </c:pt>
                <c:pt idx="52">
                  <c:v>43178</c:v>
                </c:pt>
                <c:pt idx="53">
                  <c:v>43179</c:v>
                </c:pt>
                <c:pt idx="54">
                  <c:v>43180</c:v>
                </c:pt>
                <c:pt idx="55">
                  <c:v>43181</c:v>
                </c:pt>
                <c:pt idx="56">
                  <c:v>43182</c:v>
                </c:pt>
                <c:pt idx="57">
                  <c:v>43185</c:v>
                </c:pt>
                <c:pt idx="58">
                  <c:v>43186</c:v>
                </c:pt>
                <c:pt idx="59">
                  <c:v>43187</c:v>
                </c:pt>
                <c:pt idx="60">
                  <c:v>43188</c:v>
                </c:pt>
                <c:pt idx="61">
                  <c:v>43193</c:v>
                </c:pt>
                <c:pt idx="62">
                  <c:v>43194</c:v>
                </c:pt>
                <c:pt idx="63">
                  <c:v>43196</c:v>
                </c:pt>
                <c:pt idx="64">
                  <c:v>43199</c:v>
                </c:pt>
                <c:pt idx="65">
                  <c:v>43200</c:v>
                </c:pt>
                <c:pt idx="66">
                  <c:v>43201</c:v>
                </c:pt>
                <c:pt idx="67">
                  <c:v>43202</c:v>
                </c:pt>
                <c:pt idx="68">
                  <c:v>43203</c:v>
                </c:pt>
                <c:pt idx="69">
                  <c:v>43206</c:v>
                </c:pt>
                <c:pt idx="70">
                  <c:v>43207</c:v>
                </c:pt>
                <c:pt idx="71">
                  <c:v>43208</c:v>
                </c:pt>
                <c:pt idx="72">
                  <c:v>43209</c:v>
                </c:pt>
                <c:pt idx="73">
                  <c:v>43210</c:v>
                </c:pt>
                <c:pt idx="74">
                  <c:v>43213</c:v>
                </c:pt>
                <c:pt idx="75">
                  <c:v>43214</c:v>
                </c:pt>
                <c:pt idx="76">
                  <c:v>43215</c:v>
                </c:pt>
                <c:pt idx="77">
                  <c:v>43216</c:v>
                </c:pt>
                <c:pt idx="78">
                  <c:v>43217</c:v>
                </c:pt>
                <c:pt idx="79">
                  <c:v>43220</c:v>
                </c:pt>
                <c:pt idx="80">
                  <c:v>43222</c:v>
                </c:pt>
                <c:pt idx="81">
                  <c:v>43223</c:v>
                </c:pt>
                <c:pt idx="82">
                  <c:v>43224</c:v>
                </c:pt>
                <c:pt idx="83">
                  <c:v>43227</c:v>
                </c:pt>
                <c:pt idx="84">
                  <c:v>43228</c:v>
                </c:pt>
                <c:pt idx="85">
                  <c:v>43229</c:v>
                </c:pt>
                <c:pt idx="86">
                  <c:v>43230</c:v>
                </c:pt>
                <c:pt idx="87">
                  <c:v>43231</c:v>
                </c:pt>
                <c:pt idx="88">
                  <c:v>43234</c:v>
                </c:pt>
                <c:pt idx="89">
                  <c:v>43235</c:v>
                </c:pt>
                <c:pt idx="90">
                  <c:v>43236</c:v>
                </c:pt>
                <c:pt idx="91">
                  <c:v>43237</c:v>
                </c:pt>
                <c:pt idx="92">
                  <c:v>43238</c:v>
                </c:pt>
                <c:pt idx="93">
                  <c:v>43241</c:v>
                </c:pt>
                <c:pt idx="94">
                  <c:v>43243</c:v>
                </c:pt>
                <c:pt idx="95">
                  <c:v>43244</c:v>
                </c:pt>
                <c:pt idx="96">
                  <c:v>43245</c:v>
                </c:pt>
                <c:pt idx="97">
                  <c:v>43248</c:v>
                </c:pt>
                <c:pt idx="98">
                  <c:v>43249</c:v>
                </c:pt>
                <c:pt idx="99">
                  <c:v>43250</c:v>
                </c:pt>
                <c:pt idx="100">
                  <c:v>43251</c:v>
                </c:pt>
                <c:pt idx="101">
                  <c:v>43252</c:v>
                </c:pt>
                <c:pt idx="102">
                  <c:v>43255</c:v>
                </c:pt>
                <c:pt idx="103">
                  <c:v>43256</c:v>
                </c:pt>
                <c:pt idx="104">
                  <c:v>43257</c:v>
                </c:pt>
                <c:pt idx="105">
                  <c:v>43258</c:v>
                </c:pt>
                <c:pt idx="106">
                  <c:v>43259</c:v>
                </c:pt>
                <c:pt idx="107">
                  <c:v>43262</c:v>
                </c:pt>
                <c:pt idx="108">
                  <c:v>43263</c:v>
                </c:pt>
                <c:pt idx="109">
                  <c:v>43264</c:v>
                </c:pt>
                <c:pt idx="110">
                  <c:v>43265</c:v>
                </c:pt>
                <c:pt idx="111">
                  <c:v>43266</c:v>
                </c:pt>
                <c:pt idx="112">
                  <c:v>43270</c:v>
                </c:pt>
                <c:pt idx="113">
                  <c:v>43271</c:v>
                </c:pt>
                <c:pt idx="114">
                  <c:v>43272</c:v>
                </c:pt>
                <c:pt idx="115">
                  <c:v>43273</c:v>
                </c:pt>
                <c:pt idx="116">
                  <c:v>43276</c:v>
                </c:pt>
                <c:pt idx="117">
                  <c:v>43277</c:v>
                </c:pt>
                <c:pt idx="118">
                  <c:v>43278</c:v>
                </c:pt>
                <c:pt idx="119">
                  <c:v>43279</c:v>
                </c:pt>
                <c:pt idx="120">
                  <c:v>43280</c:v>
                </c:pt>
                <c:pt idx="121">
                  <c:v>43284</c:v>
                </c:pt>
                <c:pt idx="122">
                  <c:v>43285</c:v>
                </c:pt>
                <c:pt idx="123">
                  <c:v>43286</c:v>
                </c:pt>
                <c:pt idx="124">
                  <c:v>43287</c:v>
                </c:pt>
                <c:pt idx="125">
                  <c:v>43290</c:v>
                </c:pt>
                <c:pt idx="126">
                  <c:v>43291</c:v>
                </c:pt>
                <c:pt idx="127">
                  <c:v>43292</c:v>
                </c:pt>
                <c:pt idx="128">
                  <c:v>43293</c:v>
                </c:pt>
                <c:pt idx="129">
                  <c:v>43294</c:v>
                </c:pt>
                <c:pt idx="130">
                  <c:v>43297</c:v>
                </c:pt>
                <c:pt idx="131">
                  <c:v>43298</c:v>
                </c:pt>
                <c:pt idx="132">
                  <c:v>43299</c:v>
                </c:pt>
                <c:pt idx="133">
                  <c:v>43300</c:v>
                </c:pt>
                <c:pt idx="134">
                  <c:v>43301</c:v>
                </c:pt>
                <c:pt idx="135">
                  <c:v>43304</c:v>
                </c:pt>
                <c:pt idx="136">
                  <c:v>43305</c:v>
                </c:pt>
                <c:pt idx="137">
                  <c:v>43306</c:v>
                </c:pt>
                <c:pt idx="138">
                  <c:v>43307</c:v>
                </c:pt>
                <c:pt idx="139">
                  <c:v>43308</c:v>
                </c:pt>
                <c:pt idx="140">
                  <c:v>43311</c:v>
                </c:pt>
                <c:pt idx="141">
                  <c:v>43312</c:v>
                </c:pt>
                <c:pt idx="142">
                  <c:v>43313</c:v>
                </c:pt>
                <c:pt idx="143">
                  <c:v>43314</c:v>
                </c:pt>
                <c:pt idx="144">
                  <c:v>43315</c:v>
                </c:pt>
                <c:pt idx="145">
                  <c:v>43318</c:v>
                </c:pt>
                <c:pt idx="146">
                  <c:v>43319</c:v>
                </c:pt>
                <c:pt idx="147">
                  <c:v>43320</c:v>
                </c:pt>
                <c:pt idx="148">
                  <c:v>43321</c:v>
                </c:pt>
                <c:pt idx="149">
                  <c:v>43322</c:v>
                </c:pt>
                <c:pt idx="150">
                  <c:v>43325</c:v>
                </c:pt>
                <c:pt idx="151">
                  <c:v>43326</c:v>
                </c:pt>
                <c:pt idx="152">
                  <c:v>43327</c:v>
                </c:pt>
                <c:pt idx="153">
                  <c:v>43328</c:v>
                </c:pt>
                <c:pt idx="154">
                  <c:v>43329</c:v>
                </c:pt>
                <c:pt idx="155">
                  <c:v>43332</c:v>
                </c:pt>
                <c:pt idx="156">
                  <c:v>43333</c:v>
                </c:pt>
                <c:pt idx="157">
                  <c:v>43334</c:v>
                </c:pt>
                <c:pt idx="158">
                  <c:v>43335</c:v>
                </c:pt>
                <c:pt idx="159">
                  <c:v>43336</c:v>
                </c:pt>
                <c:pt idx="160">
                  <c:v>43339</c:v>
                </c:pt>
                <c:pt idx="161">
                  <c:v>43340</c:v>
                </c:pt>
                <c:pt idx="162">
                  <c:v>43341</c:v>
                </c:pt>
                <c:pt idx="163">
                  <c:v>43342</c:v>
                </c:pt>
                <c:pt idx="164">
                  <c:v>43343</c:v>
                </c:pt>
                <c:pt idx="165">
                  <c:v>43346</c:v>
                </c:pt>
                <c:pt idx="166">
                  <c:v>43347</c:v>
                </c:pt>
                <c:pt idx="167">
                  <c:v>43348</c:v>
                </c:pt>
                <c:pt idx="168">
                  <c:v>43349</c:v>
                </c:pt>
                <c:pt idx="169">
                  <c:v>43350</c:v>
                </c:pt>
                <c:pt idx="170">
                  <c:v>43353</c:v>
                </c:pt>
                <c:pt idx="171">
                  <c:v>43354</c:v>
                </c:pt>
                <c:pt idx="172">
                  <c:v>43355</c:v>
                </c:pt>
                <c:pt idx="173">
                  <c:v>43356</c:v>
                </c:pt>
                <c:pt idx="174">
                  <c:v>43357</c:v>
                </c:pt>
                <c:pt idx="175">
                  <c:v>43360</c:v>
                </c:pt>
                <c:pt idx="176">
                  <c:v>43361</c:v>
                </c:pt>
                <c:pt idx="177">
                  <c:v>43362</c:v>
                </c:pt>
                <c:pt idx="178">
                  <c:v>43363</c:v>
                </c:pt>
                <c:pt idx="179">
                  <c:v>43364</c:v>
                </c:pt>
                <c:pt idx="180">
                  <c:v>43367</c:v>
                </c:pt>
                <c:pt idx="181">
                  <c:v>43369</c:v>
                </c:pt>
                <c:pt idx="182">
                  <c:v>43370</c:v>
                </c:pt>
                <c:pt idx="183">
                  <c:v>43371</c:v>
                </c:pt>
                <c:pt idx="184">
                  <c:v>43375</c:v>
                </c:pt>
                <c:pt idx="185">
                  <c:v>43376</c:v>
                </c:pt>
                <c:pt idx="186">
                  <c:v>43377</c:v>
                </c:pt>
                <c:pt idx="187">
                  <c:v>43378</c:v>
                </c:pt>
                <c:pt idx="188">
                  <c:v>43381</c:v>
                </c:pt>
                <c:pt idx="189">
                  <c:v>43382</c:v>
                </c:pt>
                <c:pt idx="190">
                  <c:v>43383</c:v>
                </c:pt>
                <c:pt idx="191">
                  <c:v>43384</c:v>
                </c:pt>
                <c:pt idx="192">
                  <c:v>43385</c:v>
                </c:pt>
                <c:pt idx="193">
                  <c:v>43388</c:v>
                </c:pt>
                <c:pt idx="194">
                  <c:v>43389</c:v>
                </c:pt>
                <c:pt idx="195">
                  <c:v>43391</c:v>
                </c:pt>
                <c:pt idx="196">
                  <c:v>43392</c:v>
                </c:pt>
                <c:pt idx="197">
                  <c:v>43395</c:v>
                </c:pt>
                <c:pt idx="198">
                  <c:v>43396</c:v>
                </c:pt>
                <c:pt idx="199">
                  <c:v>43397</c:v>
                </c:pt>
                <c:pt idx="200">
                  <c:v>43398</c:v>
                </c:pt>
                <c:pt idx="201">
                  <c:v>43399</c:v>
                </c:pt>
                <c:pt idx="202">
                  <c:v>43402</c:v>
                </c:pt>
                <c:pt idx="203">
                  <c:v>43403</c:v>
                </c:pt>
                <c:pt idx="204">
                  <c:v>43404</c:v>
                </c:pt>
                <c:pt idx="205">
                  <c:v>43405</c:v>
                </c:pt>
                <c:pt idx="206">
                  <c:v>43406</c:v>
                </c:pt>
                <c:pt idx="207">
                  <c:v>43409</c:v>
                </c:pt>
                <c:pt idx="208">
                  <c:v>43410</c:v>
                </c:pt>
                <c:pt idx="209">
                  <c:v>43411</c:v>
                </c:pt>
                <c:pt idx="210">
                  <c:v>43412</c:v>
                </c:pt>
                <c:pt idx="211">
                  <c:v>43413</c:v>
                </c:pt>
                <c:pt idx="212">
                  <c:v>43416</c:v>
                </c:pt>
                <c:pt idx="213">
                  <c:v>43417</c:v>
                </c:pt>
                <c:pt idx="214">
                  <c:v>43418</c:v>
                </c:pt>
                <c:pt idx="215">
                  <c:v>43419</c:v>
                </c:pt>
                <c:pt idx="216">
                  <c:v>43420</c:v>
                </c:pt>
                <c:pt idx="217">
                  <c:v>43423</c:v>
                </c:pt>
                <c:pt idx="218">
                  <c:v>43424</c:v>
                </c:pt>
                <c:pt idx="219">
                  <c:v>43425</c:v>
                </c:pt>
                <c:pt idx="220">
                  <c:v>43426</c:v>
                </c:pt>
                <c:pt idx="221">
                  <c:v>43427</c:v>
                </c:pt>
                <c:pt idx="222">
                  <c:v>43430</c:v>
                </c:pt>
                <c:pt idx="223">
                  <c:v>43431</c:v>
                </c:pt>
                <c:pt idx="224">
                  <c:v>43432</c:v>
                </c:pt>
                <c:pt idx="225">
                  <c:v>43433</c:v>
                </c:pt>
                <c:pt idx="226">
                  <c:v>43434</c:v>
                </c:pt>
                <c:pt idx="227">
                  <c:v>43437</c:v>
                </c:pt>
                <c:pt idx="228">
                  <c:v>43438</c:v>
                </c:pt>
                <c:pt idx="229">
                  <c:v>43439</c:v>
                </c:pt>
                <c:pt idx="230">
                  <c:v>43440</c:v>
                </c:pt>
                <c:pt idx="231">
                  <c:v>43441</c:v>
                </c:pt>
                <c:pt idx="232">
                  <c:v>43444</c:v>
                </c:pt>
                <c:pt idx="233">
                  <c:v>43445</c:v>
                </c:pt>
                <c:pt idx="234">
                  <c:v>43446</c:v>
                </c:pt>
                <c:pt idx="235">
                  <c:v>43447</c:v>
                </c:pt>
                <c:pt idx="236">
                  <c:v>43448</c:v>
                </c:pt>
                <c:pt idx="237">
                  <c:v>43451</c:v>
                </c:pt>
                <c:pt idx="238">
                  <c:v>43452</c:v>
                </c:pt>
                <c:pt idx="239">
                  <c:v>43453</c:v>
                </c:pt>
                <c:pt idx="240">
                  <c:v>43454</c:v>
                </c:pt>
                <c:pt idx="241">
                  <c:v>43455</c:v>
                </c:pt>
                <c:pt idx="242">
                  <c:v>43458</c:v>
                </c:pt>
                <c:pt idx="243">
                  <c:v>43461</c:v>
                </c:pt>
                <c:pt idx="244">
                  <c:v>43462</c:v>
                </c:pt>
                <c:pt idx="245">
                  <c:v>43465</c:v>
                </c:pt>
                <c:pt idx="246">
                  <c:v>43467</c:v>
                </c:pt>
                <c:pt idx="247">
                  <c:v>43468</c:v>
                </c:pt>
                <c:pt idx="248">
                  <c:v>43469</c:v>
                </c:pt>
                <c:pt idx="249">
                  <c:v>43472</c:v>
                </c:pt>
                <c:pt idx="250">
                  <c:v>43473</c:v>
                </c:pt>
                <c:pt idx="251">
                  <c:v>43474</c:v>
                </c:pt>
                <c:pt idx="252">
                  <c:v>43475</c:v>
                </c:pt>
                <c:pt idx="253">
                  <c:v>43476</c:v>
                </c:pt>
                <c:pt idx="254">
                  <c:v>43479</c:v>
                </c:pt>
                <c:pt idx="255">
                  <c:v>43480</c:v>
                </c:pt>
                <c:pt idx="256">
                  <c:v>43481</c:v>
                </c:pt>
                <c:pt idx="257">
                  <c:v>43482</c:v>
                </c:pt>
                <c:pt idx="258">
                  <c:v>43483</c:v>
                </c:pt>
                <c:pt idx="259">
                  <c:v>43486</c:v>
                </c:pt>
                <c:pt idx="260">
                  <c:v>43487</c:v>
                </c:pt>
                <c:pt idx="261">
                  <c:v>43488</c:v>
                </c:pt>
                <c:pt idx="262">
                  <c:v>43489</c:v>
                </c:pt>
                <c:pt idx="263">
                  <c:v>43490</c:v>
                </c:pt>
                <c:pt idx="264">
                  <c:v>43493</c:v>
                </c:pt>
                <c:pt idx="265">
                  <c:v>43494</c:v>
                </c:pt>
                <c:pt idx="266">
                  <c:v>43495</c:v>
                </c:pt>
                <c:pt idx="267">
                  <c:v>43496</c:v>
                </c:pt>
                <c:pt idx="268">
                  <c:v>43497</c:v>
                </c:pt>
                <c:pt idx="269">
                  <c:v>43500</c:v>
                </c:pt>
                <c:pt idx="270">
                  <c:v>43504</c:v>
                </c:pt>
                <c:pt idx="271">
                  <c:v>43507</c:v>
                </c:pt>
                <c:pt idx="272">
                  <c:v>43508</c:v>
                </c:pt>
                <c:pt idx="273">
                  <c:v>43509</c:v>
                </c:pt>
                <c:pt idx="274">
                  <c:v>43510</c:v>
                </c:pt>
                <c:pt idx="275">
                  <c:v>43511</c:v>
                </c:pt>
                <c:pt idx="276">
                  <c:v>43514</c:v>
                </c:pt>
                <c:pt idx="277">
                  <c:v>43515</c:v>
                </c:pt>
                <c:pt idx="278">
                  <c:v>43516</c:v>
                </c:pt>
                <c:pt idx="279">
                  <c:v>43517</c:v>
                </c:pt>
                <c:pt idx="280">
                  <c:v>43518</c:v>
                </c:pt>
                <c:pt idx="281">
                  <c:v>43521</c:v>
                </c:pt>
                <c:pt idx="282">
                  <c:v>43522</c:v>
                </c:pt>
                <c:pt idx="283">
                  <c:v>43523</c:v>
                </c:pt>
                <c:pt idx="284">
                  <c:v>43524</c:v>
                </c:pt>
                <c:pt idx="285">
                  <c:v>43525</c:v>
                </c:pt>
                <c:pt idx="286">
                  <c:v>43528</c:v>
                </c:pt>
                <c:pt idx="287">
                  <c:v>43529</c:v>
                </c:pt>
                <c:pt idx="288">
                  <c:v>43530</c:v>
                </c:pt>
                <c:pt idx="289">
                  <c:v>43531</c:v>
                </c:pt>
                <c:pt idx="290">
                  <c:v>43532</c:v>
                </c:pt>
                <c:pt idx="291">
                  <c:v>43535</c:v>
                </c:pt>
                <c:pt idx="292">
                  <c:v>43536</c:v>
                </c:pt>
                <c:pt idx="293">
                  <c:v>43537</c:v>
                </c:pt>
                <c:pt idx="294">
                  <c:v>43538</c:v>
                </c:pt>
                <c:pt idx="295">
                  <c:v>43539</c:v>
                </c:pt>
                <c:pt idx="296">
                  <c:v>43542</c:v>
                </c:pt>
                <c:pt idx="297">
                  <c:v>43543</c:v>
                </c:pt>
                <c:pt idx="298">
                  <c:v>43544</c:v>
                </c:pt>
                <c:pt idx="299">
                  <c:v>43545</c:v>
                </c:pt>
                <c:pt idx="300">
                  <c:v>43546</c:v>
                </c:pt>
                <c:pt idx="301">
                  <c:v>43549</c:v>
                </c:pt>
                <c:pt idx="302">
                  <c:v>43550</c:v>
                </c:pt>
                <c:pt idx="303">
                  <c:v>43551</c:v>
                </c:pt>
                <c:pt idx="304">
                  <c:v>43552</c:v>
                </c:pt>
                <c:pt idx="305">
                  <c:v>43553</c:v>
                </c:pt>
                <c:pt idx="306">
                  <c:v>43556</c:v>
                </c:pt>
                <c:pt idx="307">
                  <c:v>43557</c:v>
                </c:pt>
                <c:pt idx="308">
                  <c:v>43558</c:v>
                </c:pt>
                <c:pt idx="309">
                  <c:v>43559</c:v>
                </c:pt>
                <c:pt idx="310">
                  <c:v>43563</c:v>
                </c:pt>
                <c:pt idx="311">
                  <c:v>43564</c:v>
                </c:pt>
                <c:pt idx="312">
                  <c:v>43565</c:v>
                </c:pt>
                <c:pt idx="313">
                  <c:v>43566</c:v>
                </c:pt>
                <c:pt idx="314">
                  <c:v>43567</c:v>
                </c:pt>
                <c:pt idx="315">
                  <c:v>43570</c:v>
                </c:pt>
                <c:pt idx="316">
                  <c:v>43571</c:v>
                </c:pt>
                <c:pt idx="317">
                  <c:v>43572</c:v>
                </c:pt>
                <c:pt idx="318">
                  <c:v>43573</c:v>
                </c:pt>
                <c:pt idx="319">
                  <c:v>43578</c:v>
                </c:pt>
                <c:pt idx="320">
                  <c:v>43579</c:v>
                </c:pt>
                <c:pt idx="321">
                  <c:v>43580</c:v>
                </c:pt>
                <c:pt idx="322">
                  <c:v>43581</c:v>
                </c:pt>
                <c:pt idx="323">
                  <c:v>43584</c:v>
                </c:pt>
                <c:pt idx="324">
                  <c:v>43585</c:v>
                </c:pt>
                <c:pt idx="325">
                  <c:v>43587</c:v>
                </c:pt>
                <c:pt idx="326">
                  <c:v>43588</c:v>
                </c:pt>
                <c:pt idx="327">
                  <c:v>43591</c:v>
                </c:pt>
                <c:pt idx="328">
                  <c:v>43592</c:v>
                </c:pt>
                <c:pt idx="329">
                  <c:v>43593</c:v>
                </c:pt>
                <c:pt idx="330">
                  <c:v>43594</c:v>
                </c:pt>
                <c:pt idx="331">
                  <c:v>43595</c:v>
                </c:pt>
                <c:pt idx="332">
                  <c:v>43599</c:v>
                </c:pt>
                <c:pt idx="333">
                  <c:v>43600</c:v>
                </c:pt>
                <c:pt idx="334">
                  <c:v>43601</c:v>
                </c:pt>
                <c:pt idx="335">
                  <c:v>43602</c:v>
                </c:pt>
                <c:pt idx="336">
                  <c:v>43605</c:v>
                </c:pt>
                <c:pt idx="337">
                  <c:v>43606</c:v>
                </c:pt>
                <c:pt idx="338">
                  <c:v>43607</c:v>
                </c:pt>
                <c:pt idx="339">
                  <c:v>43608</c:v>
                </c:pt>
                <c:pt idx="340">
                  <c:v>43609</c:v>
                </c:pt>
                <c:pt idx="341">
                  <c:v>43612</c:v>
                </c:pt>
                <c:pt idx="342">
                  <c:v>43613</c:v>
                </c:pt>
                <c:pt idx="343">
                  <c:v>43614</c:v>
                </c:pt>
                <c:pt idx="344">
                  <c:v>43615</c:v>
                </c:pt>
                <c:pt idx="345">
                  <c:v>43616</c:v>
                </c:pt>
                <c:pt idx="346">
                  <c:v>43619</c:v>
                </c:pt>
                <c:pt idx="347">
                  <c:v>43620</c:v>
                </c:pt>
                <c:pt idx="348">
                  <c:v>43621</c:v>
                </c:pt>
                <c:pt idx="349">
                  <c:v>43622</c:v>
                </c:pt>
                <c:pt idx="350">
                  <c:v>43626</c:v>
                </c:pt>
                <c:pt idx="351">
                  <c:v>43627</c:v>
                </c:pt>
                <c:pt idx="352">
                  <c:v>43628</c:v>
                </c:pt>
                <c:pt idx="353">
                  <c:v>43629</c:v>
                </c:pt>
                <c:pt idx="354">
                  <c:v>43630</c:v>
                </c:pt>
                <c:pt idx="355">
                  <c:v>43633</c:v>
                </c:pt>
                <c:pt idx="356">
                  <c:v>43634</c:v>
                </c:pt>
                <c:pt idx="357">
                  <c:v>43635</c:v>
                </c:pt>
                <c:pt idx="358">
                  <c:v>43636</c:v>
                </c:pt>
                <c:pt idx="359">
                  <c:v>43637</c:v>
                </c:pt>
                <c:pt idx="360">
                  <c:v>43640</c:v>
                </c:pt>
                <c:pt idx="361">
                  <c:v>43641</c:v>
                </c:pt>
                <c:pt idx="362">
                  <c:v>43642</c:v>
                </c:pt>
                <c:pt idx="363">
                  <c:v>43643</c:v>
                </c:pt>
                <c:pt idx="364">
                  <c:v>43644</c:v>
                </c:pt>
                <c:pt idx="365">
                  <c:v>43648</c:v>
                </c:pt>
                <c:pt idx="366">
                  <c:v>43649</c:v>
                </c:pt>
                <c:pt idx="367">
                  <c:v>43650</c:v>
                </c:pt>
                <c:pt idx="368">
                  <c:v>43651</c:v>
                </c:pt>
                <c:pt idx="369">
                  <c:v>43654</c:v>
                </c:pt>
                <c:pt idx="370">
                  <c:v>43655</c:v>
                </c:pt>
                <c:pt idx="371">
                  <c:v>43656</c:v>
                </c:pt>
                <c:pt idx="372">
                  <c:v>43657</c:v>
                </c:pt>
                <c:pt idx="373">
                  <c:v>43658</c:v>
                </c:pt>
                <c:pt idx="374">
                  <c:v>43661</c:v>
                </c:pt>
                <c:pt idx="375">
                  <c:v>43662</c:v>
                </c:pt>
                <c:pt idx="376">
                  <c:v>43663</c:v>
                </c:pt>
                <c:pt idx="377">
                  <c:v>43664</c:v>
                </c:pt>
                <c:pt idx="378">
                  <c:v>43665</c:v>
                </c:pt>
                <c:pt idx="379">
                  <c:v>43668</c:v>
                </c:pt>
                <c:pt idx="380">
                  <c:v>43669</c:v>
                </c:pt>
                <c:pt idx="381">
                  <c:v>43670</c:v>
                </c:pt>
                <c:pt idx="382">
                  <c:v>43671</c:v>
                </c:pt>
                <c:pt idx="383">
                  <c:v>43672</c:v>
                </c:pt>
                <c:pt idx="384">
                  <c:v>43675</c:v>
                </c:pt>
                <c:pt idx="385">
                  <c:v>43676</c:v>
                </c:pt>
                <c:pt idx="386">
                  <c:v>43677</c:v>
                </c:pt>
                <c:pt idx="387">
                  <c:v>43678</c:v>
                </c:pt>
                <c:pt idx="388">
                  <c:v>43679</c:v>
                </c:pt>
                <c:pt idx="389">
                  <c:v>43682</c:v>
                </c:pt>
                <c:pt idx="390">
                  <c:v>43683</c:v>
                </c:pt>
                <c:pt idx="391">
                  <c:v>43684</c:v>
                </c:pt>
                <c:pt idx="392">
                  <c:v>43685</c:v>
                </c:pt>
                <c:pt idx="393">
                  <c:v>43686</c:v>
                </c:pt>
                <c:pt idx="394">
                  <c:v>43689</c:v>
                </c:pt>
                <c:pt idx="395">
                  <c:v>43690</c:v>
                </c:pt>
                <c:pt idx="396">
                  <c:v>43691</c:v>
                </c:pt>
                <c:pt idx="397">
                  <c:v>43692</c:v>
                </c:pt>
                <c:pt idx="398">
                  <c:v>43693</c:v>
                </c:pt>
                <c:pt idx="399">
                  <c:v>43696</c:v>
                </c:pt>
                <c:pt idx="400">
                  <c:v>43697</c:v>
                </c:pt>
                <c:pt idx="401">
                  <c:v>43698</c:v>
                </c:pt>
                <c:pt idx="402">
                  <c:v>43699</c:v>
                </c:pt>
                <c:pt idx="403">
                  <c:v>43700</c:v>
                </c:pt>
                <c:pt idx="404">
                  <c:v>43703</c:v>
                </c:pt>
                <c:pt idx="405">
                  <c:v>43704</c:v>
                </c:pt>
                <c:pt idx="406">
                  <c:v>43705</c:v>
                </c:pt>
                <c:pt idx="407">
                  <c:v>43706</c:v>
                </c:pt>
                <c:pt idx="408">
                  <c:v>43707</c:v>
                </c:pt>
                <c:pt idx="409">
                  <c:v>43710</c:v>
                </c:pt>
                <c:pt idx="410">
                  <c:v>43711</c:v>
                </c:pt>
                <c:pt idx="411">
                  <c:v>43712</c:v>
                </c:pt>
                <c:pt idx="412">
                  <c:v>43713</c:v>
                </c:pt>
                <c:pt idx="413">
                  <c:v>43714</c:v>
                </c:pt>
                <c:pt idx="414">
                  <c:v>43717</c:v>
                </c:pt>
                <c:pt idx="415">
                  <c:v>43718</c:v>
                </c:pt>
                <c:pt idx="416">
                  <c:v>43719</c:v>
                </c:pt>
                <c:pt idx="417">
                  <c:v>43720</c:v>
                </c:pt>
                <c:pt idx="418">
                  <c:v>43721</c:v>
                </c:pt>
                <c:pt idx="419">
                  <c:v>43724</c:v>
                </c:pt>
                <c:pt idx="420">
                  <c:v>43725</c:v>
                </c:pt>
                <c:pt idx="421">
                  <c:v>43726</c:v>
                </c:pt>
                <c:pt idx="422">
                  <c:v>43727</c:v>
                </c:pt>
                <c:pt idx="423">
                  <c:v>43728</c:v>
                </c:pt>
                <c:pt idx="424">
                  <c:v>43731</c:v>
                </c:pt>
                <c:pt idx="425">
                  <c:v>43732</c:v>
                </c:pt>
                <c:pt idx="426">
                  <c:v>43733</c:v>
                </c:pt>
                <c:pt idx="427">
                  <c:v>43734</c:v>
                </c:pt>
                <c:pt idx="428">
                  <c:v>43735</c:v>
                </c:pt>
                <c:pt idx="429">
                  <c:v>43738</c:v>
                </c:pt>
                <c:pt idx="430">
                  <c:v>43740</c:v>
                </c:pt>
                <c:pt idx="431">
                  <c:v>43741</c:v>
                </c:pt>
                <c:pt idx="432">
                  <c:v>43742</c:v>
                </c:pt>
                <c:pt idx="433">
                  <c:v>43746</c:v>
                </c:pt>
                <c:pt idx="434">
                  <c:v>43747</c:v>
                </c:pt>
                <c:pt idx="435">
                  <c:v>43748</c:v>
                </c:pt>
                <c:pt idx="436">
                  <c:v>43749</c:v>
                </c:pt>
                <c:pt idx="437">
                  <c:v>43752</c:v>
                </c:pt>
                <c:pt idx="438">
                  <c:v>43753</c:v>
                </c:pt>
                <c:pt idx="439">
                  <c:v>43754</c:v>
                </c:pt>
                <c:pt idx="440">
                  <c:v>43755</c:v>
                </c:pt>
                <c:pt idx="441">
                  <c:v>43756</c:v>
                </c:pt>
                <c:pt idx="442">
                  <c:v>43759</c:v>
                </c:pt>
                <c:pt idx="443">
                  <c:v>43760</c:v>
                </c:pt>
                <c:pt idx="444">
                  <c:v>43761</c:v>
                </c:pt>
                <c:pt idx="445">
                  <c:v>43762</c:v>
                </c:pt>
                <c:pt idx="446">
                  <c:v>43763</c:v>
                </c:pt>
                <c:pt idx="447">
                  <c:v>43766</c:v>
                </c:pt>
                <c:pt idx="448">
                  <c:v>43767</c:v>
                </c:pt>
                <c:pt idx="449">
                  <c:v>43768</c:v>
                </c:pt>
                <c:pt idx="450">
                  <c:v>43769</c:v>
                </c:pt>
                <c:pt idx="451">
                  <c:v>43770</c:v>
                </c:pt>
                <c:pt idx="452">
                  <c:v>43773</c:v>
                </c:pt>
                <c:pt idx="453">
                  <c:v>43774</c:v>
                </c:pt>
                <c:pt idx="454">
                  <c:v>43775</c:v>
                </c:pt>
                <c:pt idx="455">
                  <c:v>43776</c:v>
                </c:pt>
                <c:pt idx="456">
                  <c:v>43777</c:v>
                </c:pt>
                <c:pt idx="457">
                  <c:v>43780</c:v>
                </c:pt>
                <c:pt idx="458">
                  <c:v>43781</c:v>
                </c:pt>
                <c:pt idx="459">
                  <c:v>43782</c:v>
                </c:pt>
                <c:pt idx="460">
                  <c:v>43783</c:v>
                </c:pt>
                <c:pt idx="461">
                  <c:v>43784</c:v>
                </c:pt>
                <c:pt idx="462">
                  <c:v>43787</c:v>
                </c:pt>
                <c:pt idx="463">
                  <c:v>43788</c:v>
                </c:pt>
                <c:pt idx="464">
                  <c:v>43789</c:v>
                </c:pt>
                <c:pt idx="465">
                  <c:v>43790</c:v>
                </c:pt>
                <c:pt idx="466">
                  <c:v>43791</c:v>
                </c:pt>
                <c:pt idx="467">
                  <c:v>43794</c:v>
                </c:pt>
                <c:pt idx="468">
                  <c:v>43795</c:v>
                </c:pt>
                <c:pt idx="469">
                  <c:v>43796</c:v>
                </c:pt>
                <c:pt idx="470">
                  <c:v>43797</c:v>
                </c:pt>
                <c:pt idx="471">
                  <c:v>43798</c:v>
                </c:pt>
                <c:pt idx="472">
                  <c:v>43801</c:v>
                </c:pt>
                <c:pt idx="473">
                  <c:v>43802</c:v>
                </c:pt>
                <c:pt idx="474">
                  <c:v>43803</c:v>
                </c:pt>
                <c:pt idx="475">
                  <c:v>43804</c:v>
                </c:pt>
                <c:pt idx="476">
                  <c:v>43805</c:v>
                </c:pt>
                <c:pt idx="477">
                  <c:v>43808</c:v>
                </c:pt>
                <c:pt idx="478">
                  <c:v>43809</c:v>
                </c:pt>
                <c:pt idx="479">
                  <c:v>43810</c:v>
                </c:pt>
                <c:pt idx="480">
                  <c:v>43811</c:v>
                </c:pt>
                <c:pt idx="481">
                  <c:v>43812</c:v>
                </c:pt>
                <c:pt idx="482">
                  <c:v>43815</c:v>
                </c:pt>
                <c:pt idx="483">
                  <c:v>43816</c:v>
                </c:pt>
                <c:pt idx="484">
                  <c:v>43817</c:v>
                </c:pt>
                <c:pt idx="485">
                  <c:v>43818</c:v>
                </c:pt>
                <c:pt idx="486">
                  <c:v>43819</c:v>
                </c:pt>
                <c:pt idx="487">
                  <c:v>43822</c:v>
                </c:pt>
                <c:pt idx="488">
                  <c:v>43823</c:v>
                </c:pt>
                <c:pt idx="489">
                  <c:v>43826</c:v>
                </c:pt>
                <c:pt idx="490">
                  <c:v>43829</c:v>
                </c:pt>
                <c:pt idx="491">
                  <c:v>43830</c:v>
                </c:pt>
                <c:pt idx="492">
                  <c:v>43832</c:v>
                </c:pt>
                <c:pt idx="493">
                  <c:v>43833</c:v>
                </c:pt>
                <c:pt idx="494">
                  <c:v>43836</c:v>
                </c:pt>
                <c:pt idx="495">
                  <c:v>43837</c:v>
                </c:pt>
                <c:pt idx="496">
                  <c:v>43838</c:v>
                </c:pt>
                <c:pt idx="497">
                  <c:v>43839</c:v>
                </c:pt>
                <c:pt idx="498">
                  <c:v>43840</c:v>
                </c:pt>
                <c:pt idx="499">
                  <c:v>43843</c:v>
                </c:pt>
                <c:pt idx="500">
                  <c:v>43844</c:v>
                </c:pt>
                <c:pt idx="501">
                  <c:v>43845</c:v>
                </c:pt>
                <c:pt idx="502">
                  <c:v>43846</c:v>
                </c:pt>
                <c:pt idx="503">
                  <c:v>43847</c:v>
                </c:pt>
                <c:pt idx="504">
                  <c:v>43850</c:v>
                </c:pt>
                <c:pt idx="505">
                  <c:v>43851</c:v>
                </c:pt>
                <c:pt idx="506">
                  <c:v>43852</c:v>
                </c:pt>
                <c:pt idx="507">
                  <c:v>43853</c:v>
                </c:pt>
                <c:pt idx="508">
                  <c:v>43854</c:v>
                </c:pt>
                <c:pt idx="509">
                  <c:v>43859</c:v>
                </c:pt>
                <c:pt idx="510">
                  <c:v>43860</c:v>
                </c:pt>
                <c:pt idx="511">
                  <c:v>43861</c:v>
                </c:pt>
                <c:pt idx="512">
                  <c:v>43864</c:v>
                </c:pt>
                <c:pt idx="513">
                  <c:v>43865</c:v>
                </c:pt>
                <c:pt idx="514">
                  <c:v>43866</c:v>
                </c:pt>
                <c:pt idx="515">
                  <c:v>43867</c:v>
                </c:pt>
                <c:pt idx="516">
                  <c:v>43868</c:v>
                </c:pt>
                <c:pt idx="517">
                  <c:v>43871</c:v>
                </c:pt>
                <c:pt idx="518">
                  <c:v>43872</c:v>
                </c:pt>
                <c:pt idx="519">
                  <c:v>43873</c:v>
                </c:pt>
                <c:pt idx="520">
                  <c:v>43874</c:v>
                </c:pt>
                <c:pt idx="521">
                  <c:v>43875</c:v>
                </c:pt>
                <c:pt idx="522">
                  <c:v>43878</c:v>
                </c:pt>
                <c:pt idx="523">
                  <c:v>43879</c:v>
                </c:pt>
                <c:pt idx="524">
                  <c:v>43880</c:v>
                </c:pt>
                <c:pt idx="525">
                  <c:v>43881</c:v>
                </c:pt>
                <c:pt idx="526">
                  <c:v>43882</c:v>
                </c:pt>
                <c:pt idx="527">
                  <c:v>43885</c:v>
                </c:pt>
                <c:pt idx="528">
                  <c:v>43886</c:v>
                </c:pt>
                <c:pt idx="529">
                  <c:v>43887</c:v>
                </c:pt>
                <c:pt idx="530">
                  <c:v>43888</c:v>
                </c:pt>
                <c:pt idx="531">
                  <c:v>43889</c:v>
                </c:pt>
                <c:pt idx="532">
                  <c:v>43892</c:v>
                </c:pt>
                <c:pt idx="533">
                  <c:v>43893</c:v>
                </c:pt>
                <c:pt idx="534">
                  <c:v>43894</c:v>
                </c:pt>
                <c:pt idx="535">
                  <c:v>43895</c:v>
                </c:pt>
                <c:pt idx="536">
                  <c:v>43896</c:v>
                </c:pt>
                <c:pt idx="537">
                  <c:v>43899</c:v>
                </c:pt>
                <c:pt idx="538">
                  <c:v>43900</c:v>
                </c:pt>
                <c:pt idx="539">
                  <c:v>43901</c:v>
                </c:pt>
                <c:pt idx="540">
                  <c:v>43902</c:v>
                </c:pt>
                <c:pt idx="541">
                  <c:v>43903</c:v>
                </c:pt>
                <c:pt idx="542">
                  <c:v>43906</c:v>
                </c:pt>
                <c:pt idx="543">
                  <c:v>43907</c:v>
                </c:pt>
                <c:pt idx="544">
                  <c:v>43908</c:v>
                </c:pt>
                <c:pt idx="545">
                  <c:v>43909</c:v>
                </c:pt>
                <c:pt idx="546">
                  <c:v>43910</c:v>
                </c:pt>
                <c:pt idx="547">
                  <c:v>43913</c:v>
                </c:pt>
                <c:pt idx="548">
                  <c:v>43914</c:v>
                </c:pt>
                <c:pt idx="549">
                  <c:v>43915</c:v>
                </c:pt>
                <c:pt idx="550">
                  <c:v>43916</c:v>
                </c:pt>
                <c:pt idx="551">
                  <c:v>43917</c:v>
                </c:pt>
                <c:pt idx="552">
                  <c:v>43920</c:v>
                </c:pt>
                <c:pt idx="553">
                  <c:v>43921</c:v>
                </c:pt>
                <c:pt idx="554">
                  <c:v>43922</c:v>
                </c:pt>
                <c:pt idx="555">
                  <c:v>43923</c:v>
                </c:pt>
                <c:pt idx="556">
                  <c:v>43924</c:v>
                </c:pt>
                <c:pt idx="557">
                  <c:v>43927</c:v>
                </c:pt>
                <c:pt idx="558">
                  <c:v>43928</c:v>
                </c:pt>
                <c:pt idx="559">
                  <c:v>43929</c:v>
                </c:pt>
                <c:pt idx="560">
                  <c:v>43930</c:v>
                </c:pt>
                <c:pt idx="561">
                  <c:v>43935</c:v>
                </c:pt>
                <c:pt idx="562">
                  <c:v>43936</c:v>
                </c:pt>
                <c:pt idx="563">
                  <c:v>43937</c:v>
                </c:pt>
                <c:pt idx="564">
                  <c:v>43938</c:v>
                </c:pt>
                <c:pt idx="565">
                  <c:v>43941</c:v>
                </c:pt>
                <c:pt idx="566">
                  <c:v>43942</c:v>
                </c:pt>
                <c:pt idx="567">
                  <c:v>43943</c:v>
                </c:pt>
                <c:pt idx="568">
                  <c:v>43944</c:v>
                </c:pt>
                <c:pt idx="569">
                  <c:v>43945</c:v>
                </c:pt>
                <c:pt idx="570">
                  <c:v>43948</c:v>
                </c:pt>
                <c:pt idx="571">
                  <c:v>43949</c:v>
                </c:pt>
                <c:pt idx="572">
                  <c:v>43950</c:v>
                </c:pt>
                <c:pt idx="573">
                  <c:v>43955</c:v>
                </c:pt>
                <c:pt idx="574">
                  <c:v>43956</c:v>
                </c:pt>
                <c:pt idx="575">
                  <c:v>43957</c:v>
                </c:pt>
                <c:pt idx="576">
                  <c:v>43958</c:v>
                </c:pt>
                <c:pt idx="577">
                  <c:v>43959</c:v>
                </c:pt>
                <c:pt idx="578">
                  <c:v>43962</c:v>
                </c:pt>
                <c:pt idx="579">
                  <c:v>43963</c:v>
                </c:pt>
                <c:pt idx="580">
                  <c:v>43964</c:v>
                </c:pt>
                <c:pt idx="581">
                  <c:v>43965</c:v>
                </c:pt>
                <c:pt idx="582">
                  <c:v>43966</c:v>
                </c:pt>
                <c:pt idx="583">
                  <c:v>43969</c:v>
                </c:pt>
                <c:pt idx="584">
                  <c:v>43970</c:v>
                </c:pt>
                <c:pt idx="585">
                  <c:v>43971</c:v>
                </c:pt>
                <c:pt idx="586">
                  <c:v>43972</c:v>
                </c:pt>
                <c:pt idx="587">
                  <c:v>43973</c:v>
                </c:pt>
                <c:pt idx="588">
                  <c:v>43976</c:v>
                </c:pt>
                <c:pt idx="589">
                  <c:v>43977</c:v>
                </c:pt>
                <c:pt idx="590">
                  <c:v>43978</c:v>
                </c:pt>
                <c:pt idx="591">
                  <c:v>43979</c:v>
                </c:pt>
                <c:pt idx="592">
                  <c:v>43980</c:v>
                </c:pt>
                <c:pt idx="593">
                  <c:v>43983</c:v>
                </c:pt>
                <c:pt idx="594">
                  <c:v>43984</c:v>
                </c:pt>
                <c:pt idx="595">
                  <c:v>43985</c:v>
                </c:pt>
                <c:pt idx="596">
                  <c:v>43986</c:v>
                </c:pt>
                <c:pt idx="597">
                  <c:v>43987</c:v>
                </c:pt>
                <c:pt idx="598">
                  <c:v>43990</c:v>
                </c:pt>
                <c:pt idx="599">
                  <c:v>43991</c:v>
                </c:pt>
                <c:pt idx="600">
                  <c:v>43992</c:v>
                </c:pt>
                <c:pt idx="601">
                  <c:v>43993</c:v>
                </c:pt>
                <c:pt idx="602">
                  <c:v>43994</c:v>
                </c:pt>
                <c:pt idx="603">
                  <c:v>43997</c:v>
                </c:pt>
                <c:pt idx="604">
                  <c:v>43998</c:v>
                </c:pt>
                <c:pt idx="605">
                  <c:v>43999</c:v>
                </c:pt>
                <c:pt idx="606">
                  <c:v>44000</c:v>
                </c:pt>
                <c:pt idx="607">
                  <c:v>44001</c:v>
                </c:pt>
                <c:pt idx="608">
                  <c:v>44004</c:v>
                </c:pt>
                <c:pt idx="609">
                  <c:v>44005</c:v>
                </c:pt>
                <c:pt idx="610">
                  <c:v>44006</c:v>
                </c:pt>
                <c:pt idx="611">
                  <c:v>44008</c:v>
                </c:pt>
                <c:pt idx="612">
                  <c:v>44011</c:v>
                </c:pt>
                <c:pt idx="613">
                  <c:v>44012</c:v>
                </c:pt>
                <c:pt idx="614">
                  <c:v>44014</c:v>
                </c:pt>
                <c:pt idx="615">
                  <c:v>44015</c:v>
                </c:pt>
                <c:pt idx="616">
                  <c:v>44018</c:v>
                </c:pt>
                <c:pt idx="617">
                  <c:v>44019</c:v>
                </c:pt>
                <c:pt idx="618">
                  <c:v>44020</c:v>
                </c:pt>
                <c:pt idx="619">
                  <c:v>44021</c:v>
                </c:pt>
                <c:pt idx="620">
                  <c:v>44022</c:v>
                </c:pt>
                <c:pt idx="621">
                  <c:v>44025</c:v>
                </c:pt>
                <c:pt idx="622">
                  <c:v>44026</c:v>
                </c:pt>
                <c:pt idx="623">
                  <c:v>44027</c:v>
                </c:pt>
                <c:pt idx="624">
                  <c:v>44028</c:v>
                </c:pt>
                <c:pt idx="625">
                  <c:v>44029</c:v>
                </c:pt>
                <c:pt idx="626">
                  <c:v>44032</c:v>
                </c:pt>
                <c:pt idx="627">
                  <c:v>44033</c:v>
                </c:pt>
                <c:pt idx="628">
                  <c:v>44034</c:v>
                </c:pt>
                <c:pt idx="629">
                  <c:v>44035</c:v>
                </c:pt>
                <c:pt idx="630">
                  <c:v>44036</c:v>
                </c:pt>
                <c:pt idx="631">
                  <c:v>44039</c:v>
                </c:pt>
                <c:pt idx="632">
                  <c:v>44040</c:v>
                </c:pt>
                <c:pt idx="633">
                  <c:v>44041</c:v>
                </c:pt>
                <c:pt idx="634">
                  <c:v>44042</c:v>
                </c:pt>
                <c:pt idx="635">
                  <c:v>44043</c:v>
                </c:pt>
                <c:pt idx="636">
                  <c:v>44046</c:v>
                </c:pt>
                <c:pt idx="637">
                  <c:v>44047</c:v>
                </c:pt>
                <c:pt idx="638">
                  <c:v>44048</c:v>
                </c:pt>
                <c:pt idx="639">
                  <c:v>44049</c:v>
                </c:pt>
                <c:pt idx="640">
                  <c:v>44050</c:v>
                </c:pt>
                <c:pt idx="641">
                  <c:v>44053</c:v>
                </c:pt>
                <c:pt idx="642">
                  <c:v>44054</c:v>
                </c:pt>
                <c:pt idx="643">
                  <c:v>44055</c:v>
                </c:pt>
                <c:pt idx="644">
                  <c:v>44056</c:v>
                </c:pt>
                <c:pt idx="645">
                  <c:v>44057</c:v>
                </c:pt>
                <c:pt idx="646">
                  <c:v>44060</c:v>
                </c:pt>
                <c:pt idx="647">
                  <c:v>44061</c:v>
                </c:pt>
                <c:pt idx="648">
                  <c:v>44062</c:v>
                </c:pt>
                <c:pt idx="649">
                  <c:v>44063</c:v>
                </c:pt>
                <c:pt idx="650">
                  <c:v>44064</c:v>
                </c:pt>
                <c:pt idx="651">
                  <c:v>44067</c:v>
                </c:pt>
                <c:pt idx="652">
                  <c:v>44068</c:v>
                </c:pt>
                <c:pt idx="653">
                  <c:v>44069</c:v>
                </c:pt>
                <c:pt idx="654">
                  <c:v>44070</c:v>
                </c:pt>
                <c:pt idx="655">
                  <c:v>44071</c:v>
                </c:pt>
                <c:pt idx="656">
                  <c:v>44074</c:v>
                </c:pt>
                <c:pt idx="657">
                  <c:v>44075</c:v>
                </c:pt>
                <c:pt idx="658">
                  <c:v>44076</c:v>
                </c:pt>
                <c:pt idx="659">
                  <c:v>44077</c:v>
                </c:pt>
                <c:pt idx="660">
                  <c:v>44078</c:v>
                </c:pt>
                <c:pt idx="661">
                  <c:v>44081</c:v>
                </c:pt>
                <c:pt idx="662">
                  <c:v>44082</c:v>
                </c:pt>
                <c:pt idx="663">
                  <c:v>44083</c:v>
                </c:pt>
                <c:pt idx="664">
                  <c:v>44084</c:v>
                </c:pt>
                <c:pt idx="665">
                  <c:v>44085</c:v>
                </c:pt>
                <c:pt idx="666">
                  <c:v>44088</c:v>
                </c:pt>
                <c:pt idx="667">
                  <c:v>44089</c:v>
                </c:pt>
                <c:pt idx="668">
                  <c:v>44090</c:v>
                </c:pt>
                <c:pt idx="669">
                  <c:v>44091</c:v>
                </c:pt>
                <c:pt idx="670">
                  <c:v>44092</c:v>
                </c:pt>
                <c:pt idx="671">
                  <c:v>44095</c:v>
                </c:pt>
                <c:pt idx="672">
                  <c:v>44096</c:v>
                </c:pt>
                <c:pt idx="673">
                  <c:v>44097</c:v>
                </c:pt>
                <c:pt idx="674">
                  <c:v>44098</c:v>
                </c:pt>
                <c:pt idx="675">
                  <c:v>44099</c:v>
                </c:pt>
                <c:pt idx="676">
                  <c:v>44102</c:v>
                </c:pt>
                <c:pt idx="677">
                  <c:v>44103</c:v>
                </c:pt>
                <c:pt idx="678">
                  <c:v>44104</c:v>
                </c:pt>
                <c:pt idx="679">
                  <c:v>44109</c:v>
                </c:pt>
                <c:pt idx="680">
                  <c:v>44110</c:v>
                </c:pt>
                <c:pt idx="681">
                  <c:v>44111</c:v>
                </c:pt>
                <c:pt idx="682">
                  <c:v>44112</c:v>
                </c:pt>
                <c:pt idx="683">
                  <c:v>44113</c:v>
                </c:pt>
                <c:pt idx="684">
                  <c:v>44116</c:v>
                </c:pt>
                <c:pt idx="685">
                  <c:v>44118</c:v>
                </c:pt>
                <c:pt idx="686">
                  <c:v>44119</c:v>
                </c:pt>
                <c:pt idx="687">
                  <c:v>44120</c:v>
                </c:pt>
                <c:pt idx="688">
                  <c:v>44123</c:v>
                </c:pt>
                <c:pt idx="689">
                  <c:v>44124</c:v>
                </c:pt>
                <c:pt idx="690">
                  <c:v>44125</c:v>
                </c:pt>
                <c:pt idx="691">
                  <c:v>44126</c:v>
                </c:pt>
                <c:pt idx="692">
                  <c:v>44127</c:v>
                </c:pt>
                <c:pt idx="693">
                  <c:v>44131</c:v>
                </c:pt>
                <c:pt idx="694">
                  <c:v>44132</c:v>
                </c:pt>
                <c:pt idx="695">
                  <c:v>44133</c:v>
                </c:pt>
                <c:pt idx="696">
                  <c:v>44134</c:v>
                </c:pt>
                <c:pt idx="697">
                  <c:v>44137</c:v>
                </c:pt>
                <c:pt idx="698">
                  <c:v>44138</c:v>
                </c:pt>
                <c:pt idx="699">
                  <c:v>44139</c:v>
                </c:pt>
                <c:pt idx="700">
                  <c:v>44140</c:v>
                </c:pt>
                <c:pt idx="701">
                  <c:v>44141</c:v>
                </c:pt>
                <c:pt idx="702">
                  <c:v>44144</c:v>
                </c:pt>
                <c:pt idx="703">
                  <c:v>44145</c:v>
                </c:pt>
                <c:pt idx="704">
                  <c:v>44146</c:v>
                </c:pt>
                <c:pt idx="705">
                  <c:v>44147</c:v>
                </c:pt>
                <c:pt idx="706">
                  <c:v>44148</c:v>
                </c:pt>
                <c:pt idx="707">
                  <c:v>44151</c:v>
                </c:pt>
                <c:pt idx="708">
                  <c:v>44152</c:v>
                </c:pt>
                <c:pt idx="709">
                  <c:v>44153</c:v>
                </c:pt>
                <c:pt idx="710">
                  <c:v>44154</c:v>
                </c:pt>
                <c:pt idx="711">
                  <c:v>44155</c:v>
                </c:pt>
                <c:pt idx="712">
                  <c:v>44158</c:v>
                </c:pt>
                <c:pt idx="713">
                  <c:v>44159</c:v>
                </c:pt>
                <c:pt idx="714">
                  <c:v>44160</c:v>
                </c:pt>
                <c:pt idx="715">
                  <c:v>44161</c:v>
                </c:pt>
                <c:pt idx="716">
                  <c:v>44162</c:v>
                </c:pt>
                <c:pt idx="717">
                  <c:v>44165</c:v>
                </c:pt>
                <c:pt idx="718">
                  <c:v>44166</c:v>
                </c:pt>
                <c:pt idx="719">
                  <c:v>44167</c:v>
                </c:pt>
                <c:pt idx="720">
                  <c:v>44168</c:v>
                </c:pt>
                <c:pt idx="721">
                  <c:v>44169</c:v>
                </c:pt>
                <c:pt idx="722">
                  <c:v>44172</c:v>
                </c:pt>
                <c:pt idx="723">
                  <c:v>44173</c:v>
                </c:pt>
                <c:pt idx="724">
                  <c:v>44174</c:v>
                </c:pt>
                <c:pt idx="725">
                  <c:v>44175</c:v>
                </c:pt>
                <c:pt idx="726">
                  <c:v>44176</c:v>
                </c:pt>
                <c:pt idx="727">
                  <c:v>44179</c:v>
                </c:pt>
                <c:pt idx="728">
                  <c:v>44180</c:v>
                </c:pt>
                <c:pt idx="729">
                  <c:v>44181</c:v>
                </c:pt>
                <c:pt idx="730">
                  <c:v>44182</c:v>
                </c:pt>
                <c:pt idx="731">
                  <c:v>44183</c:v>
                </c:pt>
                <c:pt idx="732">
                  <c:v>44186</c:v>
                </c:pt>
                <c:pt idx="733">
                  <c:v>44187</c:v>
                </c:pt>
                <c:pt idx="734">
                  <c:v>44188</c:v>
                </c:pt>
                <c:pt idx="735">
                  <c:v>44189</c:v>
                </c:pt>
                <c:pt idx="736">
                  <c:v>44193</c:v>
                </c:pt>
                <c:pt idx="737">
                  <c:v>44194</c:v>
                </c:pt>
                <c:pt idx="738">
                  <c:v>44195</c:v>
                </c:pt>
                <c:pt idx="739">
                  <c:v>44196</c:v>
                </c:pt>
                <c:pt idx="740">
                  <c:v>44200</c:v>
                </c:pt>
                <c:pt idx="741">
                  <c:v>44201</c:v>
                </c:pt>
                <c:pt idx="742">
                  <c:v>44202</c:v>
                </c:pt>
                <c:pt idx="743">
                  <c:v>44203</c:v>
                </c:pt>
                <c:pt idx="744">
                  <c:v>44204</c:v>
                </c:pt>
                <c:pt idx="745">
                  <c:v>44207</c:v>
                </c:pt>
                <c:pt idx="746">
                  <c:v>44208</c:v>
                </c:pt>
                <c:pt idx="747">
                  <c:v>44209</c:v>
                </c:pt>
                <c:pt idx="748">
                  <c:v>44210</c:v>
                </c:pt>
                <c:pt idx="749">
                  <c:v>44211</c:v>
                </c:pt>
                <c:pt idx="750">
                  <c:v>44214</c:v>
                </c:pt>
                <c:pt idx="751">
                  <c:v>44215</c:v>
                </c:pt>
                <c:pt idx="752">
                  <c:v>44216</c:v>
                </c:pt>
                <c:pt idx="753">
                  <c:v>44217</c:v>
                </c:pt>
                <c:pt idx="754">
                  <c:v>44218</c:v>
                </c:pt>
                <c:pt idx="755">
                  <c:v>44221</c:v>
                </c:pt>
                <c:pt idx="756">
                  <c:v>44222</c:v>
                </c:pt>
                <c:pt idx="757">
                  <c:v>44223</c:v>
                </c:pt>
                <c:pt idx="758">
                  <c:v>44224</c:v>
                </c:pt>
                <c:pt idx="759">
                  <c:v>44225</c:v>
                </c:pt>
                <c:pt idx="760">
                  <c:v>44228</c:v>
                </c:pt>
                <c:pt idx="761">
                  <c:v>44229</c:v>
                </c:pt>
                <c:pt idx="762">
                  <c:v>44230</c:v>
                </c:pt>
                <c:pt idx="763">
                  <c:v>44231</c:v>
                </c:pt>
                <c:pt idx="764">
                  <c:v>44232</c:v>
                </c:pt>
                <c:pt idx="765">
                  <c:v>44235</c:v>
                </c:pt>
                <c:pt idx="766">
                  <c:v>44236</c:v>
                </c:pt>
                <c:pt idx="767">
                  <c:v>44237</c:v>
                </c:pt>
                <c:pt idx="768">
                  <c:v>44238</c:v>
                </c:pt>
                <c:pt idx="769">
                  <c:v>44243</c:v>
                </c:pt>
                <c:pt idx="770">
                  <c:v>44244</c:v>
                </c:pt>
                <c:pt idx="771">
                  <c:v>44245</c:v>
                </c:pt>
                <c:pt idx="772">
                  <c:v>44246</c:v>
                </c:pt>
                <c:pt idx="773">
                  <c:v>44249</c:v>
                </c:pt>
                <c:pt idx="774">
                  <c:v>44250</c:v>
                </c:pt>
                <c:pt idx="775">
                  <c:v>44251</c:v>
                </c:pt>
                <c:pt idx="776">
                  <c:v>44252</c:v>
                </c:pt>
                <c:pt idx="777">
                  <c:v>44253</c:v>
                </c:pt>
                <c:pt idx="778">
                  <c:v>44256</c:v>
                </c:pt>
                <c:pt idx="779">
                  <c:v>44257</c:v>
                </c:pt>
                <c:pt idx="780">
                  <c:v>44258</c:v>
                </c:pt>
                <c:pt idx="781">
                  <c:v>44259</c:v>
                </c:pt>
                <c:pt idx="782">
                  <c:v>44260</c:v>
                </c:pt>
                <c:pt idx="783">
                  <c:v>44263</c:v>
                </c:pt>
                <c:pt idx="784">
                  <c:v>44264</c:v>
                </c:pt>
                <c:pt idx="785">
                  <c:v>44265</c:v>
                </c:pt>
                <c:pt idx="786">
                  <c:v>44266</c:v>
                </c:pt>
                <c:pt idx="787">
                  <c:v>44267</c:v>
                </c:pt>
                <c:pt idx="788">
                  <c:v>44270</c:v>
                </c:pt>
                <c:pt idx="789">
                  <c:v>44271</c:v>
                </c:pt>
                <c:pt idx="790">
                  <c:v>44272</c:v>
                </c:pt>
                <c:pt idx="791">
                  <c:v>44273</c:v>
                </c:pt>
                <c:pt idx="792">
                  <c:v>44274</c:v>
                </c:pt>
                <c:pt idx="793">
                  <c:v>44277</c:v>
                </c:pt>
                <c:pt idx="794">
                  <c:v>44278</c:v>
                </c:pt>
                <c:pt idx="795">
                  <c:v>44279</c:v>
                </c:pt>
                <c:pt idx="796">
                  <c:v>44280</c:v>
                </c:pt>
                <c:pt idx="797">
                  <c:v>44281</c:v>
                </c:pt>
                <c:pt idx="798">
                  <c:v>44284</c:v>
                </c:pt>
                <c:pt idx="799">
                  <c:v>44285</c:v>
                </c:pt>
                <c:pt idx="800">
                  <c:v>44286</c:v>
                </c:pt>
                <c:pt idx="801">
                  <c:v>44287</c:v>
                </c:pt>
                <c:pt idx="802">
                  <c:v>44293</c:v>
                </c:pt>
                <c:pt idx="803">
                  <c:v>44294</c:v>
                </c:pt>
                <c:pt idx="804">
                  <c:v>44295</c:v>
                </c:pt>
                <c:pt idx="805">
                  <c:v>44298</c:v>
                </c:pt>
                <c:pt idx="806">
                  <c:v>44299</c:v>
                </c:pt>
                <c:pt idx="807">
                  <c:v>44300</c:v>
                </c:pt>
                <c:pt idx="808">
                  <c:v>44301</c:v>
                </c:pt>
                <c:pt idx="809">
                  <c:v>44302</c:v>
                </c:pt>
                <c:pt idx="810">
                  <c:v>44305</c:v>
                </c:pt>
                <c:pt idx="811">
                  <c:v>44306</c:v>
                </c:pt>
                <c:pt idx="812">
                  <c:v>44307</c:v>
                </c:pt>
                <c:pt idx="813">
                  <c:v>44308</c:v>
                </c:pt>
                <c:pt idx="814">
                  <c:v>44309</c:v>
                </c:pt>
                <c:pt idx="815">
                  <c:v>44312</c:v>
                </c:pt>
                <c:pt idx="816">
                  <c:v>44313</c:v>
                </c:pt>
                <c:pt idx="817">
                  <c:v>44314</c:v>
                </c:pt>
                <c:pt idx="818">
                  <c:v>44315</c:v>
                </c:pt>
                <c:pt idx="819">
                  <c:v>44316</c:v>
                </c:pt>
                <c:pt idx="820">
                  <c:v>44319</c:v>
                </c:pt>
                <c:pt idx="821">
                  <c:v>44320</c:v>
                </c:pt>
                <c:pt idx="822">
                  <c:v>44321</c:v>
                </c:pt>
                <c:pt idx="823">
                  <c:v>44322</c:v>
                </c:pt>
                <c:pt idx="824">
                  <c:v>44323</c:v>
                </c:pt>
                <c:pt idx="825">
                  <c:v>44326</c:v>
                </c:pt>
                <c:pt idx="826">
                  <c:v>44327</c:v>
                </c:pt>
                <c:pt idx="827">
                  <c:v>44328</c:v>
                </c:pt>
                <c:pt idx="828">
                  <c:v>44329</c:v>
                </c:pt>
                <c:pt idx="829">
                  <c:v>44330</c:v>
                </c:pt>
                <c:pt idx="830">
                  <c:v>44333</c:v>
                </c:pt>
                <c:pt idx="831">
                  <c:v>44334</c:v>
                </c:pt>
                <c:pt idx="832">
                  <c:v>44336</c:v>
                </c:pt>
                <c:pt idx="833">
                  <c:v>44337</c:v>
                </c:pt>
                <c:pt idx="834">
                  <c:v>44340</c:v>
                </c:pt>
                <c:pt idx="835">
                  <c:v>44341</c:v>
                </c:pt>
                <c:pt idx="836">
                  <c:v>44342</c:v>
                </c:pt>
                <c:pt idx="837">
                  <c:v>44343</c:v>
                </c:pt>
                <c:pt idx="838">
                  <c:v>44344</c:v>
                </c:pt>
                <c:pt idx="839">
                  <c:v>44347</c:v>
                </c:pt>
                <c:pt idx="840">
                  <c:v>44348</c:v>
                </c:pt>
                <c:pt idx="841">
                  <c:v>44349</c:v>
                </c:pt>
                <c:pt idx="842">
                  <c:v>44350</c:v>
                </c:pt>
                <c:pt idx="843">
                  <c:v>44351</c:v>
                </c:pt>
                <c:pt idx="844">
                  <c:v>44354</c:v>
                </c:pt>
                <c:pt idx="845">
                  <c:v>44355</c:v>
                </c:pt>
                <c:pt idx="846">
                  <c:v>44356</c:v>
                </c:pt>
                <c:pt idx="847">
                  <c:v>44357</c:v>
                </c:pt>
                <c:pt idx="848">
                  <c:v>44358</c:v>
                </c:pt>
                <c:pt idx="849">
                  <c:v>44362</c:v>
                </c:pt>
                <c:pt idx="850">
                  <c:v>44363</c:v>
                </c:pt>
                <c:pt idx="851">
                  <c:v>44364</c:v>
                </c:pt>
                <c:pt idx="852">
                  <c:v>44365</c:v>
                </c:pt>
                <c:pt idx="853">
                  <c:v>44368</c:v>
                </c:pt>
                <c:pt idx="854">
                  <c:v>44369</c:v>
                </c:pt>
                <c:pt idx="855">
                  <c:v>44370</c:v>
                </c:pt>
                <c:pt idx="856">
                  <c:v>44371</c:v>
                </c:pt>
                <c:pt idx="857">
                  <c:v>44372</c:v>
                </c:pt>
                <c:pt idx="858">
                  <c:v>44375</c:v>
                </c:pt>
                <c:pt idx="859">
                  <c:v>44376</c:v>
                </c:pt>
                <c:pt idx="860">
                  <c:v>44377</c:v>
                </c:pt>
                <c:pt idx="861">
                  <c:v>44379</c:v>
                </c:pt>
                <c:pt idx="862">
                  <c:v>44382</c:v>
                </c:pt>
                <c:pt idx="863">
                  <c:v>44383</c:v>
                </c:pt>
                <c:pt idx="864">
                  <c:v>44384</c:v>
                </c:pt>
                <c:pt idx="865">
                  <c:v>44385</c:v>
                </c:pt>
                <c:pt idx="866">
                  <c:v>44386</c:v>
                </c:pt>
                <c:pt idx="867">
                  <c:v>44389</c:v>
                </c:pt>
                <c:pt idx="868">
                  <c:v>44390</c:v>
                </c:pt>
                <c:pt idx="869">
                  <c:v>44391</c:v>
                </c:pt>
                <c:pt idx="870">
                  <c:v>44392</c:v>
                </c:pt>
                <c:pt idx="871">
                  <c:v>44393</c:v>
                </c:pt>
                <c:pt idx="872">
                  <c:v>44396</c:v>
                </c:pt>
                <c:pt idx="873">
                  <c:v>44397</c:v>
                </c:pt>
                <c:pt idx="874">
                  <c:v>44398</c:v>
                </c:pt>
                <c:pt idx="875">
                  <c:v>44399</c:v>
                </c:pt>
                <c:pt idx="876">
                  <c:v>44400</c:v>
                </c:pt>
                <c:pt idx="877">
                  <c:v>44403</c:v>
                </c:pt>
                <c:pt idx="878">
                  <c:v>44404</c:v>
                </c:pt>
                <c:pt idx="879">
                  <c:v>44405</c:v>
                </c:pt>
                <c:pt idx="880">
                  <c:v>44406</c:v>
                </c:pt>
                <c:pt idx="881">
                  <c:v>44407</c:v>
                </c:pt>
                <c:pt idx="882">
                  <c:v>44410</c:v>
                </c:pt>
                <c:pt idx="883">
                  <c:v>44411</c:v>
                </c:pt>
                <c:pt idx="884">
                  <c:v>44412</c:v>
                </c:pt>
                <c:pt idx="885">
                  <c:v>44413</c:v>
                </c:pt>
                <c:pt idx="886">
                  <c:v>44414</c:v>
                </c:pt>
                <c:pt idx="887">
                  <c:v>44417</c:v>
                </c:pt>
                <c:pt idx="888">
                  <c:v>44418</c:v>
                </c:pt>
                <c:pt idx="889">
                  <c:v>44419</c:v>
                </c:pt>
                <c:pt idx="890">
                  <c:v>44420</c:v>
                </c:pt>
                <c:pt idx="891">
                  <c:v>44421</c:v>
                </c:pt>
                <c:pt idx="892">
                  <c:v>44424</c:v>
                </c:pt>
                <c:pt idx="893">
                  <c:v>44425</c:v>
                </c:pt>
                <c:pt idx="894">
                  <c:v>44426</c:v>
                </c:pt>
                <c:pt idx="895">
                  <c:v>44427</c:v>
                </c:pt>
                <c:pt idx="896">
                  <c:v>44428</c:v>
                </c:pt>
                <c:pt idx="897">
                  <c:v>44431</c:v>
                </c:pt>
                <c:pt idx="898">
                  <c:v>44432</c:v>
                </c:pt>
                <c:pt idx="899">
                  <c:v>44433</c:v>
                </c:pt>
                <c:pt idx="900">
                  <c:v>44434</c:v>
                </c:pt>
                <c:pt idx="901">
                  <c:v>44435</c:v>
                </c:pt>
                <c:pt idx="902">
                  <c:v>44438</c:v>
                </c:pt>
                <c:pt idx="903">
                  <c:v>44439</c:v>
                </c:pt>
                <c:pt idx="904">
                  <c:v>44440</c:v>
                </c:pt>
                <c:pt idx="905">
                  <c:v>44441</c:v>
                </c:pt>
                <c:pt idx="906">
                  <c:v>44442</c:v>
                </c:pt>
                <c:pt idx="907">
                  <c:v>44445</c:v>
                </c:pt>
                <c:pt idx="908">
                  <c:v>44446</c:v>
                </c:pt>
                <c:pt idx="909">
                  <c:v>44447</c:v>
                </c:pt>
                <c:pt idx="910">
                  <c:v>44448</c:v>
                </c:pt>
                <c:pt idx="911">
                  <c:v>44449</c:v>
                </c:pt>
                <c:pt idx="912">
                  <c:v>44452</c:v>
                </c:pt>
                <c:pt idx="913">
                  <c:v>44453</c:v>
                </c:pt>
                <c:pt idx="914">
                  <c:v>44454</c:v>
                </c:pt>
                <c:pt idx="915">
                  <c:v>44455</c:v>
                </c:pt>
                <c:pt idx="916">
                  <c:v>44456</c:v>
                </c:pt>
                <c:pt idx="917">
                  <c:v>44459</c:v>
                </c:pt>
                <c:pt idx="918">
                  <c:v>44460</c:v>
                </c:pt>
                <c:pt idx="919">
                  <c:v>44462</c:v>
                </c:pt>
                <c:pt idx="920">
                  <c:v>44463</c:v>
                </c:pt>
                <c:pt idx="921">
                  <c:v>44466</c:v>
                </c:pt>
                <c:pt idx="922">
                  <c:v>44467</c:v>
                </c:pt>
                <c:pt idx="923">
                  <c:v>44468</c:v>
                </c:pt>
                <c:pt idx="924">
                  <c:v>44469</c:v>
                </c:pt>
                <c:pt idx="925">
                  <c:v>44473</c:v>
                </c:pt>
                <c:pt idx="926">
                  <c:v>44474</c:v>
                </c:pt>
                <c:pt idx="927">
                  <c:v>44475</c:v>
                </c:pt>
                <c:pt idx="928">
                  <c:v>44476</c:v>
                </c:pt>
                <c:pt idx="929">
                  <c:v>44477</c:v>
                </c:pt>
                <c:pt idx="930">
                  <c:v>44480</c:v>
                </c:pt>
                <c:pt idx="931">
                  <c:v>44481</c:v>
                </c:pt>
                <c:pt idx="932">
                  <c:v>44484</c:v>
                </c:pt>
                <c:pt idx="933">
                  <c:v>44487</c:v>
                </c:pt>
                <c:pt idx="934">
                  <c:v>44488</c:v>
                </c:pt>
                <c:pt idx="935">
                  <c:v>44489</c:v>
                </c:pt>
                <c:pt idx="936">
                  <c:v>44490</c:v>
                </c:pt>
                <c:pt idx="937">
                  <c:v>44491</c:v>
                </c:pt>
                <c:pt idx="938">
                  <c:v>44494</c:v>
                </c:pt>
                <c:pt idx="939">
                  <c:v>44495</c:v>
                </c:pt>
                <c:pt idx="940">
                  <c:v>44496</c:v>
                </c:pt>
                <c:pt idx="941">
                  <c:v>44497</c:v>
                </c:pt>
                <c:pt idx="942">
                  <c:v>44498</c:v>
                </c:pt>
                <c:pt idx="943">
                  <c:v>44501</c:v>
                </c:pt>
                <c:pt idx="944">
                  <c:v>44502</c:v>
                </c:pt>
                <c:pt idx="945">
                  <c:v>44503</c:v>
                </c:pt>
                <c:pt idx="946">
                  <c:v>44504</c:v>
                </c:pt>
                <c:pt idx="947">
                  <c:v>44505</c:v>
                </c:pt>
                <c:pt idx="948">
                  <c:v>44508</c:v>
                </c:pt>
                <c:pt idx="949">
                  <c:v>44509</c:v>
                </c:pt>
                <c:pt idx="950">
                  <c:v>44510</c:v>
                </c:pt>
                <c:pt idx="951">
                  <c:v>44511</c:v>
                </c:pt>
                <c:pt idx="952">
                  <c:v>44512</c:v>
                </c:pt>
                <c:pt idx="953">
                  <c:v>44515</c:v>
                </c:pt>
                <c:pt idx="954">
                  <c:v>44516</c:v>
                </c:pt>
                <c:pt idx="955">
                  <c:v>44517</c:v>
                </c:pt>
                <c:pt idx="956">
                  <c:v>44518</c:v>
                </c:pt>
                <c:pt idx="957">
                  <c:v>44519</c:v>
                </c:pt>
                <c:pt idx="958">
                  <c:v>44522</c:v>
                </c:pt>
                <c:pt idx="959">
                  <c:v>44523</c:v>
                </c:pt>
                <c:pt idx="960">
                  <c:v>44524</c:v>
                </c:pt>
                <c:pt idx="961">
                  <c:v>44525</c:v>
                </c:pt>
                <c:pt idx="962">
                  <c:v>44526</c:v>
                </c:pt>
                <c:pt idx="963">
                  <c:v>44529</c:v>
                </c:pt>
                <c:pt idx="964">
                  <c:v>44530</c:v>
                </c:pt>
                <c:pt idx="965">
                  <c:v>44531</c:v>
                </c:pt>
                <c:pt idx="966">
                  <c:v>44532</c:v>
                </c:pt>
                <c:pt idx="967">
                  <c:v>44533</c:v>
                </c:pt>
                <c:pt idx="968">
                  <c:v>44536</c:v>
                </c:pt>
                <c:pt idx="969">
                  <c:v>44537</c:v>
                </c:pt>
                <c:pt idx="970">
                  <c:v>44538</c:v>
                </c:pt>
                <c:pt idx="971">
                  <c:v>44539</c:v>
                </c:pt>
                <c:pt idx="972">
                  <c:v>44540</c:v>
                </c:pt>
                <c:pt idx="973">
                  <c:v>44543</c:v>
                </c:pt>
                <c:pt idx="974">
                  <c:v>44544</c:v>
                </c:pt>
                <c:pt idx="975">
                  <c:v>44545</c:v>
                </c:pt>
                <c:pt idx="976">
                  <c:v>44546</c:v>
                </c:pt>
                <c:pt idx="977">
                  <c:v>44547</c:v>
                </c:pt>
                <c:pt idx="978">
                  <c:v>44550</c:v>
                </c:pt>
                <c:pt idx="979">
                  <c:v>44551</c:v>
                </c:pt>
                <c:pt idx="980">
                  <c:v>44552</c:v>
                </c:pt>
                <c:pt idx="981">
                  <c:v>44553</c:v>
                </c:pt>
                <c:pt idx="982">
                  <c:v>44554</c:v>
                </c:pt>
                <c:pt idx="983">
                  <c:v>44558</c:v>
                </c:pt>
                <c:pt idx="984">
                  <c:v>44559</c:v>
                </c:pt>
                <c:pt idx="985">
                  <c:v>44560</c:v>
                </c:pt>
                <c:pt idx="986">
                  <c:v>44561</c:v>
                </c:pt>
                <c:pt idx="987">
                  <c:v>44564</c:v>
                </c:pt>
                <c:pt idx="988">
                  <c:v>44565</c:v>
                </c:pt>
                <c:pt idx="989">
                  <c:v>44566</c:v>
                </c:pt>
                <c:pt idx="990">
                  <c:v>44567</c:v>
                </c:pt>
                <c:pt idx="991">
                  <c:v>44568</c:v>
                </c:pt>
                <c:pt idx="992">
                  <c:v>44571</c:v>
                </c:pt>
                <c:pt idx="993">
                  <c:v>44572</c:v>
                </c:pt>
                <c:pt idx="994">
                  <c:v>44573</c:v>
                </c:pt>
                <c:pt idx="995">
                  <c:v>44574</c:v>
                </c:pt>
                <c:pt idx="996">
                  <c:v>44575</c:v>
                </c:pt>
                <c:pt idx="997">
                  <c:v>44578</c:v>
                </c:pt>
                <c:pt idx="998">
                  <c:v>44579</c:v>
                </c:pt>
                <c:pt idx="999">
                  <c:v>44580</c:v>
                </c:pt>
                <c:pt idx="1000">
                  <c:v>44581</c:v>
                </c:pt>
                <c:pt idx="1001">
                  <c:v>44582</c:v>
                </c:pt>
                <c:pt idx="1002">
                  <c:v>44585</c:v>
                </c:pt>
                <c:pt idx="1003">
                  <c:v>44586</c:v>
                </c:pt>
                <c:pt idx="1004">
                  <c:v>44587</c:v>
                </c:pt>
                <c:pt idx="1005">
                  <c:v>44588</c:v>
                </c:pt>
                <c:pt idx="1006">
                  <c:v>44589</c:v>
                </c:pt>
                <c:pt idx="1007">
                  <c:v>44592</c:v>
                </c:pt>
                <c:pt idx="1008">
                  <c:v>44596</c:v>
                </c:pt>
                <c:pt idx="1009">
                  <c:v>44599</c:v>
                </c:pt>
                <c:pt idx="1010">
                  <c:v>44600</c:v>
                </c:pt>
                <c:pt idx="1011">
                  <c:v>44601</c:v>
                </c:pt>
                <c:pt idx="1012">
                  <c:v>44602</c:v>
                </c:pt>
                <c:pt idx="1013">
                  <c:v>44603</c:v>
                </c:pt>
                <c:pt idx="1014">
                  <c:v>44606</c:v>
                </c:pt>
                <c:pt idx="1015">
                  <c:v>44607</c:v>
                </c:pt>
                <c:pt idx="1016">
                  <c:v>44608</c:v>
                </c:pt>
                <c:pt idx="1017">
                  <c:v>44609</c:v>
                </c:pt>
                <c:pt idx="1018">
                  <c:v>44610</c:v>
                </c:pt>
                <c:pt idx="1019">
                  <c:v>44613</c:v>
                </c:pt>
                <c:pt idx="1020">
                  <c:v>44614</c:v>
                </c:pt>
                <c:pt idx="1021">
                  <c:v>44615</c:v>
                </c:pt>
                <c:pt idx="1022">
                  <c:v>44616</c:v>
                </c:pt>
                <c:pt idx="1023">
                  <c:v>44617</c:v>
                </c:pt>
                <c:pt idx="1024">
                  <c:v>44620</c:v>
                </c:pt>
                <c:pt idx="1025">
                  <c:v>44621</c:v>
                </c:pt>
                <c:pt idx="1026">
                  <c:v>44622</c:v>
                </c:pt>
                <c:pt idx="1027">
                  <c:v>44623</c:v>
                </c:pt>
                <c:pt idx="1028">
                  <c:v>44624</c:v>
                </c:pt>
                <c:pt idx="1029">
                  <c:v>44627</c:v>
                </c:pt>
                <c:pt idx="1030">
                  <c:v>44628</c:v>
                </c:pt>
                <c:pt idx="1031">
                  <c:v>44629</c:v>
                </c:pt>
                <c:pt idx="1032">
                  <c:v>44630</c:v>
                </c:pt>
                <c:pt idx="1033">
                  <c:v>44631</c:v>
                </c:pt>
                <c:pt idx="1034">
                  <c:v>44634</c:v>
                </c:pt>
                <c:pt idx="1035">
                  <c:v>44635</c:v>
                </c:pt>
                <c:pt idx="1036">
                  <c:v>44636</c:v>
                </c:pt>
                <c:pt idx="1037">
                  <c:v>44637</c:v>
                </c:pt>
                <c:pt idx="1038">
                  <c:v>44638</c:v>
                </c:pt>
                <c:pt idx="1039">
                  <c:v>44641</c:v>
                </c:pt>
                <c:pt idx="1040">
                  <c:v>44642</c:v>
                </c:pt>
                <c:pt idx="1041">
                  <c:v>44643</c:v>
                </c:pt>
                <c:pt idx="1042">
                  <c:v>44644</c:v>
                </c:pt>
                <c:pt idx="1043">
                  <c:v>44645</c:v>
                </c:pt>
                <c:pt idx="1044">
                  <c:v>44648</c:v>
                </c:pt>
                <c:pt idx="1045">
                  <c:v>44649</c:v>
                </c:pt>
                <c:pt idx="1046">
                  <c:v>44650</c:v>
                </c:pt>
                <c:pt idx="1047">
                  <c:v>44651</c:v>
                </c:pt>
                <c:pt idx="1048">
                  <c:v>44652</c:v>
                </c:pt>
                <c:pt idx="1049">
                  <c:v>44655</c:v>
                </c:pt>
                <c:pt idx="1050">
                  <c:v>44657</c:v>
                </c:pt>
                <c:pt idx="1051">
                  <c:v>44658</c:v>
                </c:pt>
                <c:pt idx="1052">
                  <c:v>44659</c:v>
                </c:pt>
                <c:pt idx="1053">
                  <c:v>44662</c:v>
                </c:pt>
                <c:pt idx="1054">
                  <c:v>44663</c:v>
                </c:pt>
                <c:pt idx="1055">
                  <c:v>44664</c:v>
                </c:pt>
                <c:pt idx="1056">
                  <c:v>44665</c:v>
                </c:pt>
                <c:pt idx="1057">
                  <c:v>44670</c:v>
                </c:pt>
                <c:pt idx="1058">
                  <c:v>44671</c:v>
                </c:pt>
                <c:pt idx="1059">
                  <c:v>44672</c:v>
                </c:pt>
                <c:pt idx="1060">
                  <c:v>44673</c:v>
                </c:pt>
                <c:pt idx="1061">
                  <c:v>44676</c:v>
                </c:pt>
                <c:pt idx="1062">
                  <c:v>44677</c:v>
                </c:pt>
                <c:pt idx="1063">
                  <c:v>44678</c:v>
                </c:pt>
                <c:pt idx="1064">
                  <c:v>44679</c:v>
                </c:pt>
                <c:pt idx="1065">
                  <c:v>44680</c:v>
                </c:pt>
                <c:pt idx="1066">
                  <c:v>44684</c:v>
                </c:pt>
                <c:pt idx="1067">
                  <c:v>44685</c:v>
                </c:pt>
                <c:pt idx="1068">
                  <c:v>44686</c:v>
                </c:pt>
                <c:pt idx="1069">
                  <c:v>44687</c:v>
                </c:pt>
                <c:pt idx="1070">
                  <c:v>44691</c:v>
                </c:pt>
                <c:pt idx="1071">
                  <c:v>44692</c:v>
                </c:pt>
                <c:pt idx="1072">
                  <c:v>44693</c:v>
                </c:pt>
                <c:pt idx="1073">
                  <c:v>44694</c:v>
                </c:pt>
                <c:pt idx="1074">
                  <c:v>44697</c:v>
                </c:pt>
                <c:pt idx="1075">
                  <c:v>44698</c:v>
                </c:pt>
                <c:pt idx="1076">
                  <c:v>44699</c:v>
                </c:pt>
                <c:pt idx="1077">
                  <c:v>44700</c:v>
                </c:pt>
                <c:pt idx="1078">
                  <c:v>44701</c:v>
                </c:pt>
                <c:pt idx="1079">
                  <c:v>44704</c:v>
                </c:pt>
                <c:pt idx="1080">
                  <c:v>44705</c:v>
                </c:pt>
                <c:pt idx="1081">
                  <c:v>44706</c:v>
                </c:pt>
                <c:pt idx="1082">
                  <c:v>44707</c:v>
                </c:pt>
                <c:pt idx="1083">
                  <c:v>44708</c:v>
                </c:pt>
                <c:pt idx="1084">
                  <c:v>44711</c:v>
                </c:pt>
                <c:pt idx="1085">
                  <c:v>44712</c:v>
                </c:pt>
                <c:pt idx="1086">
                  <c:v>44713</c:v>
                </c:pt>
                <c:pt idx="1087">
                  <c:v>44714</c:v>
                </c:pt>
                <c:pt idx="1088">
                  <c:v>44718</c:v>
                </c:pt>
                <c:pt idx="1089">
                  <c:v>44719</c:v>
                </c:pt>
                <c:pt idx="1090">
                  <c:v>44720</c:v>
                </c:pt>
                <c:pt idx="1091">
                  <c:v>44721</c:v>
                </c:pt>
                <c:pt idx="1092">
                  <c:v>44722</c:v>
                </c:pt>
                <c:pt idx="1093">
                  <c:v>44725</c:v>
                </c:pt>
                <c:pt idx="1094">
                  <c:v>44726</c:v>
                </c:pt>
                <c:pt idx="1095">
                  <c:v>44727</c:v>
                </c:pt>
                <c:pt idx="1096">
                  <c:v>44728</c:v>
                </c:pt>
                <c:pt idx="1097">
                  <c:v>44729</c:v>
                </c:pt>
                <c:pt idx="1098">
                  <c:v>44732</c:v>
                </c:pt>
                <c:pt idx="1099">
                  <c:v>44733</c:v>
                </c:pt>
                <c:pt idx="1100">
                  <c:v>44734</c:v>
                </c:pt>
                <c:pt idx="1101">
                  <c:v>44735</c:v>
                </c:pt>
                <c:pt idx="1102">
                  <c:v>44736</c:v>
                </c:pt>
                <c:pt idx="1103">
                  <c:v>44739</c:v>
                </c:pt>
                <c:pt idx="1104">
                  <c:v>44740</c:v>
                </c:pt>
                <c:pt idx="1105">
                  <c:v>44741</c:v>
                </c:pt>
                <c:pt idx="1106">
                  <c:v>44742</c:v>
                </c:pt>
                <c:pt idx="1107">
                  <c:v>44746</c:v>
                </c:pt>
                <c:pt idx="1108">
                  <c:v>44747</c:v>
                </c:pt>
                <c:pt idx="1109">
                  <c:v>44748</c:v>
                </c:pt>
                <c:pt idx="1110">
                  <c:v>44749</c:v>
                </c:pt>
                <c:pt idx="1111">
                  <c:v>44750</c:v>
                </c:pt>
                <c:pt idx="1112">
                  <c:v>44753</c:v>
                </c:pt>
                <c:pt idx="1113">
                  <c:v>44754</c:v>
                </c:pt>
                <c:pt idx="1114">
                  <c:v>44755</c:v>
                </c:pt>
                <c:pt idx="1115">
                  <c:v>44756</c:v>
                </c:pt>
                <c:pt idx="1116">
                  <c:v>44757</c:v>
                </c:pt>
                <c:pt idx="1117">
                  <c:v>44760</c:v>
                </c:pt>
                <c:pt idx="1118">
                  <c:v>44761</c:v>
                </c:pt>
                <c:pt idx="1119">
                  <c:v>44762</c:v>
                </c:pt>
                <c:pt idx="1120">
                  <c:v>44763</c:v>
                </c:pt>
                <c:pt idx="1121">
                  <c:v>44764</c:v>
                </c:pt>
                <c:pt idx="1122">
                  <c:v>44767</c:v>
                </c:pt>
                <c:pt idx="1123">
                  <c:v>44768</c:v>
                </c:pt>
                <c:pt idx="1124">
                  <c:v>44769</c:v>
                </c:pt>
                <c:pt idx="1125">
                  <c:v>44770</c:v>
                </c:pt>
                <c:pt idx="1126">
                  <c:v>44771</c:v>
                </c:pt>
                <c:pt idx="1127">
                  <c:v>44774</c:v>
                </c:pt>
                <c:pt idx="1128">
                  <c:v>44775</c:v>
                </c:pt>
                <c:pt idx="1129">
                  <c:v>44776</c:v>
                </c:pt>
                <c:pt idx="1130">
                  <c:v>44777</c:v>
                </c:pt>
                <c:pt idx="1131">
                  <c:v>44778</c:v>
                </c:pt>
                <c:pt idx="1132">
                  <c:v>44781</c:v>
                </c:pt>
                <c:pt idx="1133">
                  <c:v>44782</c:v>
                </c:pt>
                <c:pt idx="1134">
                  <c:v>44783</c:v>
                </c:pt>
                <c:pt idx="1135">
                  <c:v>44784</c:v>
                </c:pt>
                <c:pt idx="1136">
                  <c:v>44785</c:v>
                </c:pt>
                <c:pt idx="1137">
                  <c:v>44788</c:v>
                </c:pt>
                <c:pt idx="1138">
                  <c:v>44789</c:v>
                </c:pt>
                <c:pt idx="1139">
                  <c:v>44790</c:v>
                </c:pt>
                <c:pt idx="1140">
                  <c:v>44791</c:v>
                </c:pt>
                <c:pt idx="1141">
                  <c:v>44792</c:v>
                </c:pt>
                <c:pt idx="1142">
                  <c:v>44795</c:v>
                </c:pt>
                <c:pt idx="1143">
                  <c:v>44796</c:v>
                </c:pt>
                <c:pt idx="1144">
                  <c:v>44797</c:v>
                </c:pt>
                <c:pt idx="1145">
                  <c:v>44798</c:v>
                </c:pt>
                <c:pt idx="1146">
                  <c:v>44799</c:v>
                </c:pt>
                <c:pt idx="1147">
                  <c:v>44802</c:v>
                </c:pt>
                <c:pt idx="1148">
                  <c:v>44803</c:v>
                </c:pt>
                <c:pt idx="1149">
                  <c:v>44804</c:v>
                </c:pt>
                <c:pt idx="1150">
                  <c:v>44805</c:v>
                </c:pt>
                <c:pt idx="1151">
                  <c:v>44806</c:v>
                </c:pt>
                <c:pt idx="1152">
                  <c:v>44809</c:v>
                </c:pt>
                <c:pt idx="1153">
                  <c:v>44810</c:v>
                </c:pt>
                <c:pt idx="1154">
                  <c:v>44811</c:v>
                </c:pt>
                <c:pt idx="1155">
                  <c:v>44812</c:v>
                </c:pt>
                <c:pt idx="1156">
                  <c:v>44813</c:v>
                </c:pt>
                <c:pt idx="1157">
                  <c:v>44817</c:v>
                </c:pt>
                <c:pt idx="1158">
                  <c:v>44818</c:v>
                </c:pt>
                <c:pt idx="1159">
                  <c:v>44819</c:v>
                </c:pt>
                <c:pt idx="1160">
                  <c:v>44820</c:v>
                </c:pt>
                <c:pt idx="1161">
                  <c:v>44823</c:v>
                </c:pt>
                <c:pt idx="1162">
                  <c:v>44824</c:v>
                </c:pt>
                <c:pt idx="1163">
                  <c:v>44825</c:v>
                </c:pt>
                <c:pt idx="1164">
                  <c:v>44826</c:v>
                </c:pt>
                <c:pt idx="1165">
                  <c:v>44827</c:v>
                </c:pt>
                <c:pt idx="1166">
                  <c:v>44830</c:v>
                </c:pt>
                <c:pt idx="1167">
                  <c:v>44831</c:v>
                </c:pt>
                <c:pt idx="1168">
                  <c:v>44832</c:v>
                </c:pt>
                <c:pt idx="1169">
                  <c:v>44833</c:v>
                </c:pt>
                <c:pt idx="1170">
                  <c:v>44834</c:v>
                </c:pt>
                <c:pt idx="1171">
                  <c:v>44837</c:v>
                </c:pt>
                <c:pt idx="1172">
                  <c:v>44839</c:v>
                </c:pt>
                <c:pt idx="1173">
                  <c:v>44840</c:v>
                </c:pt>
                <c:pt idx="1174">
                  <c:v>44841</c:v>
                </c:pt>
                <c:pt idx="1175">
                  <c:v>44844</c:v>
                </c:pt>
                <c:pt idx="1176">
                  <c:v>44845</c:v>
                </c:pt>
                <c:pt idx="1177">
                  <c:v>44846</c:v>
                </c:pt>
                <c:pt idx="1178">
                  <c:v>44847</c:v>
                </c:pt>
                <c:pt idx="1179">
                  <c:v>44848</c:v>
                </c:pt>
                <c:pt idx="1180">
                  <c:v>44851</c:v>
                </c:pt>
                <c:pt idx="1181">
                  <c:v>44852</c:v>
                </c:pt>
                <c:pt idx="1182">
                  <c:v>44853</c:v>
                </c:pt>
                <c:pt idx="1183">
                  <c:v>44854</c:v>
                </c:pt>
                <c:pt idx="1184">
                  <c:v>44855</c:v>
                </c:pt>
                <c:pt idx="1185">
                  <c:v>44858</c:v>
                </c:pt>
                <c:pt idx="1186">
                  <c:v>44859</c:v>
                </c:pt>
                <c:pt idx="1187">
                  <c:v>44860</c:v>
                </c:pt>
                <c:pt idx="1188">
                  <c:v>44861</c:v>
                </c:pt>
                <c:pt idx="1189">
                  <c:v>44862</c:v>
                </c:pt>
                <c:pt idx="1190">
                  <c:v>44865</c:v>
                </c:pt>
                <c:pt idx="1191">
                  <c:v>44866</c:v>
                </c:pt>
                <c:pt idx="1192">
                  <c:v>44867</c:v>
                </c:pt>
                <c:pt idx="1193">
                  <c:v>44868</c:v>
                </c:pt>
                <c:pt idx="1194">
                  <c:v>44869</c:v>
                </c:pt>
                <c:pt idx="1195">
                  <c:v>44872</c:v>
                </c:pt>
                <c:pt idx="1196">
                  <c:v>44873</c:v>
                </c:pt>
                <c:pt idx="1197">
                  <c:v>44874</c:v>
                </c:pt>
                <c:pt idx="1198">
                  <c:v>44875</c:v>
                </c:pt>
                <c:pt idx="1199">
                  <c:v>44876</c:v>
                </c:pt>
                <c:pt idx="1200">
                  <c:v>44879</c:v>
                </c:pt>
                <c:pt idx="1201">
                  <c:v>44880</c:v>
                </c:pt>
                <c:pt idx="1202">
                  <c:v>44881</c:v>
                </c:pt>
                <c:pt idx="1203">
                  <c:v>44882</c:v>
                </c:pt>
                <c:pt idx="1204">
                  <c:v>44883</c:v>
                </c:pt>
                <c:pt idx="1205">
                  <c:v>44886</c:v>
                </c:pt>
                <c:pt idx="1206">
                  <c:v>44887</c:v>
                </c:pt>
                <c:pt idx="1207">
                  <c:v>44888</c:v>
                </c:pt>
                <c:pt idx="1208">
                  <c:v>44889</c:v>
                </c:pt>
                <c:pt idx="1209">
                  <c:v>44890</c:v>
                </c:pt>
                <c:pt idx="1210">
                  <c:v>44893</c:v>
                </c:pt>
                <c:pt idx="1211">
                  <c:v>44894</c:v>
                </c:pt>
                <c:pt idx="1212">
                  <c:v>44895</c:v>
                </c:pt>
                <c:pt idx="1213">
                  <c:v>44896</c:v>
                </c:pt>
                <c:pt idx="1214">
                  <c:v>44897</c:v>
                </c:pt>
                <c:pt idx="1215">
                  <c:v>44900</c:v>
                </c:pt>
                <c:pt idx="1216">
                  <c:v>44901</c:v>
                </c:pt>
                <c:pt idx="1217">
                  <c:v>44902</c:v>
                </c:pt>
                <c:pt idx="1218">
                  <c:v>44903</c:v>
                </c:pt>
                <c:pt idx="1219">
                  <c:v>44904</c:v>
                </c:pt>
                <c:pt idx="1220">
                  <c:v>44907</c:v>
                </c:pt>
                <c:pt idx="1221">
                  <c:v>44908</c:v>
                </c:pt>
                <c:pt idx="1222">
                  <c:v>44909</c:v>
                </c:pt>
                <c:pt idx="1223">
                  <c:v>44910</c:v>
                </c:pt>
                <c:pt idx="1224">
                  <c:v>44911</c:v>
                </c:pt>
                <c:pt idx="1225">
                  <c:v>44914</c:v>
                </c:pt>
                <c:pt idx="1226">
                  <c:v>44915</c:v>
                </c:pt>
                <c:pt idx="1227">
                  <c:v>44916</c:v>
                </c:pt>
                <c:pt idx="1228">
                  <c:v>44917</c:v>
                </c:pt>
                <c:pt idx="1229">
                  <c:v>44918</c:v>
                </c:pt>
                <c:pt idx="1230">
                  <c:v>44923</c:v>
                </c:pt>
                <c:pt idx="1231">
                  <c:v>44924</c:v>
                </c:pt>
                <c:pt idx="1232">
                  <c:v>44925</c:v>
                </c:pt>
                <c:pt idx="1233">
                  <c:v>44929</c:v>
                </c:pt>
                <c:pt idx="1234">
                  <c:v>44930</c:v>
                </c:pt>
                <c:pt idx="1235">
                  <c:v>44931</c:v>
                </c:pt>
                <c:pt idx="1236">
                  <c:v>44932</c:v>
                </c:pt>
                <c:pt idx="1237">
                  <c:v>44935</c:v>
                </c:pt>
                <c:pt idx="1238">
                  <c:v>44936</c:v>
                </c:pt>
                <c:pt idx="1239">
                  <c:v>44937</c:v>
                </c:pt>
                <c:pt idx="1240">
                  <c:v>44938</c:v>
                </c:pt>
                <c:pt idx="1241">
                  <c:v>44939</c:v>
                </c:pt>
                <c:pt idx="1242">
                  <c:v>44942</c:v>
                </c:pt>
                <c:pt idx="1243">
                  <c:v>44943</c:v>
                </c:pt>
                <c:pt idx="1244">
                  <c:v>44944</c:v>
                </c:pt>
                <c:pt idx="1245">
                  <c:v>44945</c:v>
                </c:pt>
                <c:pt idx="1246">
                  <c:v>44946</c:v>
                </c:pt>
                <c:pt idx="1247">
                  <c:v>44952</c:v>
                </c:pt>
                <c:pt idx="1248">
                  <c:v>44953</c:v>
                </c:pt>
                <c:pt idx="1249">
                  <c:v>44956</c:v>
                </c:pt>
                <c:pt idx="1250">
                  <c:v>44957</c:v>
                </c:pt>
                <c:pt idx="1251">
                  <c:v>44958</c:v>
                </c:pt>
                <c:pt idx="1252">
                  <c:v>44959</c:v>
                </c:pt>
                <c:pt idx="1253">
                  <c:v>44960</c:v>
                </c:pt>
                <c:pt idx="1254">
                  <c:v>44963</c:v>
                </c:pt>
                <c:pt idx="1255">
                  <c:v>44964</c:v>
                </c:pt>
                <c:pt idx="1256">
                  <c:v>44965</c:v>
                </c:pt>
                <c:pt idx="1257">
                  <c:v>44966</c:v>
                </c:pt>
                <c:pt idx="1258">
                  <c:v>44967</c:v>
                </c:pt>
                <c:pt idx="1259">
                  <c:v>44970</c:v>
                </c:pt>
                <c:pt idx="1260">
                  <c:v>44971</c:v>
                </c:pt>
                <c:pt idx="1261">
                  <c:v>44972</c:v>
                </c:pt>
                <c:pt idx="1262">
                  <c:v>44973</c:v>
                </c:pt>
                <c:pt idx="1263">
                  <c:v>44974</c:v>
                </c:pt>
                <c:pt idx="1264">
                  <c:v>44977</c:v>
                </c:pt>
                <c:pt idx="1265">
                  <c:v>44978</c:v>
                </c:pt>
                <c:pt idx="1266">
                  <c:v>44979</c:v>
                </c:pt>
                <c:pt idx="1267">
                  <c:v>44980</c:v>
                </c:pt>
                <c:pt idx="1268">
                  <c:v>44981</c:v>
                </c:pt>
                <c:pt idx="1269">
                  <c:v>44984</c:v>
                </c:pt>
                <c:pt idx="1270">
                  <c:v>44985</c:v>
                </c:pt>
                <c:pt idx="1271">
                  <c:v>44986</c:v>
                </c:pt>
                <c:pt idx="1272">
                  <c:v>44987</c:v>
                </c:pt>
                <c:pt idx="1273">
                  <c:v>44988</c:v>
                </c:pt>
                <c:pt idx="1274">
                  <c:v>44991</c:v>
                </c:pt>
                <c:pt idx="1275">
                  <c:v>44992</c:v>
                </c:pt>
                <c:pt idx="1276">
                  <c:v>44993</c:v>
                </c:pt>
                <c:pt idx="1277">
                  <c:v>44994</c:v>
                </c:pt>
                <c:pt idx="1278">
                  <c:v>44995</c:v>
                </c:pt>
                <c:pt idx="1279">
                  <c:v>44998</c:v>
                </c:pt>
                <c:pt idx="1280">
                  <c:v>44999</c:v>
                </c:pt>
                <c:pt idx="1281">
                  <c:v>45000</c:v>
                </c:pt>
                <c:pt idx="1282">
                  <c:v>45001</c:v>
                </c:pt>
                <c:pt idx="1283">
                  <c:v>45002</c:v>
                </c:pt>
                <c:pt idx="1284">
                  <c:v>45005</c:v>
                </c:pt>
                <c:pt idx="1285">
                  <c:v>45006</c:v>
                </c:pt>
                <c:pt idx="1286">
                  <c:v>45007</c:v>
                </c:pt>
                <c:pt idx="1287">
                  <c:v>45008</c:v>
                </c:pt>
                <c:pt idx="1288">
                  <c:v>45009</c:v>
                </c:pt>
                <c:pt idx="1289">
                  <c:v>45012</c:v>
                </c:pt>
                <c:pt idx="1290">
                  <c:v>45013</c:v>
                </c:pt>
                <c:pt idx="1291">
                  <c:v>45014</c:v>
                </c:pt>
                <c:pt idx="1292">
                  <c:v>45015</c:v>
                </c:pt>
                <c:pt idx="1293">
                  <c:v>45016</c:v>
                </c:pt>
                <c:pt idx="1294">
                  <c:v>45019</c:v>
                </c:pt>
                <c:pt idx="1295">
                  <c:v>45020</c:v>
                </c:pt>
                <c:pt idx="1296">
                  <c:v>45022</c:v>
                </c:pt>
                <c:pt idx="1297">
                  <c:v>45027</c:v>
                </c:pt>
                <c:pt idx="1298">
                  <c:v>45028</c:v>
                </c:pt>
                <c:pt idx="1299">
                  <c:v>45029</c:v>
                </c:pt>
                <c:pt idx="1300">
                  <c:v>45030</c:v>
                </c:pt>
                <c:pt idx="1301">
                  <c:v>45033</c:v>
                </c:pt>
                <c:pt idx="1302">
                  <c:v>45034</c:v>
                </c:pt>
                <c:pt idx="1303">
                  <c:v>45035</c:v>
                </c:pt>
                <c:pt idx="1304">
                  <c:v>45036</c:v>
                </c:pt>
                <c:pt idx="1305">
                  <c:v>45037</c:v>
                </c:pt>
                <c:pt idx="1306">
                  <c:v>45040</c:v>
                </c:pt>
                <c:pt idx="1307">
                  <c:v>45041</c:v>
                </c:pt>
                <c:pt idx="1308">
                  <c:v>45042</c:v>
                </c:pt>
                <c:pt idx="1309">
                  <c:v>45043</c:v>
                </c:pt>
                <c:pt idx="1310">
                  <c:v>45044</c:v>
                </c:pt>
                <c:pt idx="1311">
                  <c:v>45048</c:v>
                </c:pt>
                <c:pt idx="1312">
                  <c:v>45049</c:v>
                </c:pt>
                <c:pt idx="1313">
                  <c:v>45050</c:v>
                </c:pt>
                <c:pt idx="1314">
                  <c:v>45051</c:v>
                </c:pt>
                <c:pt idx="1315">
                  <c:v>45054</c:v>
                </c:pt>
                <c:pt idx="1316">
                  <c:v>45055</c:v>
                </c:pt>
                <c:pt idx="1317">
                  <c:v>45056</c:v>
                </c:pt>
                <c:pt idx="1318">
                  <c:v>45057</c:v>
                </c:pt>
                <c:pt idx="1319">
                  <c:v>45058</c:v>
                </c:pt>
                <c:pt idx="1320">
                  <c:v>45061</c:v>
                </c:pt>
                <c:pt idx="1321">
                  <c:v>45062</c:v>
                </c:pt>
                <c:pt idx="1322">
                  <c:v>45063</c:v>
                </c:pt>
                <c:pt idx="1323">
                  <c:v>45064</c:v>
                </c:pt>
                <c:pt idx="1324">
                  <c:v>45065</c:v>
                </c:pt>
                <c:pt idx="1325">
                  <c:v>45068</c:v>
                </c:pt>
                <c:pt idx="1326">
                  <c:v>45069</c:v>
                </c:pt>
                <c:pt idx="1327">
                  <c:v>45070</c:v>
                </c:pt>
                <c:pt idx="1328">
                  <c:v>45071</c:v>
                </c:pt>
                <c:pt idx="1329">
                  <c:v>45075</c:v>
                </c:pt>
                <c:pt idx="1330">
                  <c:v>45076</c:v>
                </c:pt>
                <c:pt idx="1331">
                  <c:v>45077</c:v>
                </c:pt>
                <c:pt idx="1332">
                  <c:v>45078</c:v>
                </c:pt>
                <c:pt idx="1333">
                  <c:v>45079</c:v>
                </c:pt>
                <c:pt idx="1334">
                  <c:v>45082</c:v>
                </c:pt>
                <c:pt idx="1335">
                  <c:v>45083</c:v>
                </c:pt>
                <c:pt idx="1336">
                  <c:v>45084</c:v>
                </c:pt>
                <c:pt idx="1337">
                  <c:v>45085</c:v>
                </c:pt>
                <c:pt idx="1338">
                  <c:v>45086</c:v>
                </c:pt>
                <c:pt idx="1339">
                  <c:v>45089</c:v>
                </c:pt>
                <c:pt idx="1340">
                  <c:v>45090</c:v>
                </c:pt>
                <c:pt idx="1341">
                  <c:v>45091</c:v>
                </c:pt>
                <c:pt idx="1342">
                  <c:v>45092</c:v>
                </c:pt>
                <c:pt idx="1343">
                  <c:v>45093</c:v>
                </c:pt>
                <c:pt idx="1344">
                  <c:v>45096</c:v>
                </c:pt>
                <c:pt idx="1345">
                  <c:v>45097</c:v>
                </c:pt>
                <c:pt idx="1346">
                  <c:v>45098</c:v>
                </c:pt>
                <c:pt idx="1347">
                  <c:v>45100</c:v>
                </c:pt>
                <c:pt idx="1348">
                  <c:v>45103</c:v>
                </c:pt>
                <c:pt idx="1349">
                  <c:v>45104</c:v>
                </c:pt>
                <c:pt idx="1350">
                  <c:v>45105</c:v>
                </c:pt>
                <c:pt idx="1351">
                  <c:v>45106</c:v>
                </c:pt>
                <c:pt idx="1352">
                  <c:v>45107</c:v>
                </c:pt>
                <c:pt idx="1353">
                  <c:v>45110</c:v>
                </c:pt>
                <c:pt idx="1354">
                  <c:v>45111</c:v>
                </c:pt>
                <c:pt idx="1355">
                  <c:v>45112</c:v>
                </c:pt>
                <c:pt idx="1356">
                  <c:v>45113</c:v>
                </c:pt>
                <c:pt idx="1357">
                  <c:v>45114</c:v>
                </c:pt>
                <c:pt idx="1358">
                  <c:v>45117</c:v>
                </c:pt>
                <c:pt idx="1359">
                  <c:v>45118</c:v>
                </c:pt>
                <c:pt idx="1360">
                  <c:v>45119</c:v>
                </c:pt>
                <c:pt idx="1361">
                  <c:v>45120</c:v>
                </c:pt>
                <c:pt idx="1362">
                  <c:v>45121</c:v>
                </c:pt>
                <c:pt idx="1363">
                  <c:v>45125</c:v>
                </c:pt>
                <c:pt idx="1364">
                  <c:v>45126</c:v>
                </c:pt>
                <c:pt idx="1365">
                  <c:v>45127</c:v>
                </c:pt>
                <c:pt idx="1366">
                  <c:v>45128</c:v>
                </c:pt>
                <c:pt idx="1367">
                  <c:v>45131</c:v>
                </c:pt>
                <c:pt idx="1368">
                  <c:v>45132</c:v>
                </c:pt>
                <c:pt idx="1369">
                  <c:v>45133</c:v>
                </c:pt>
                <c:pt idx="1370">
                  <c:v>45134</c:v>
                </c:pt>
                <c:pt idx="1371">
                  <c:v>45135</c:v>
                </c:pt>
                <c:pt idx="1372">
                  <c:v>45138</c:v>
                </c:pt>
                <c:pt idx="1373">
                  <c:v>45139</c:v>
                </c:pt>
                <c:pt idx="1374">
                  <c:v>45140</c:v>
                </c:pt>
                <c:pt idx="1375">
                  <c:v>45141</c:v>
                </c:pt>
                <c:pt idx="1376">
                  <c:v>45142</c:v>
                </c:pt>
                <c:pt idx="1377">
                  <c:v>45145</c:v>
                </c:pt>
                <c:pt idx="1378">
                  <c:v>45146</c:v>
                </c:pt>
                <c:pt idx="1379">
                  <c:v>45147</c:v>
                </c:pt>
                <c:pt idx="1380">
                  <c:v>45148</c:v>
                </c:pt>
                <c:pt idx="1381">
                  <c:v>45149</c:v>
                </c:pt>
                <c:pt idx="1382">
                  <c:v>45152</c:v>
                </c:pt>
                <c:pt idx="1383">
                  <c:v>45153</c:v>
                </c:pt>
                <c:pt idx="1384">
                  <c:v>45154</c:v>
                </c:pt>
                <c:pt idx="1385">
                  <c:v>45155</c:v>
                </c:pt>
                <c:pt idx="1386">
                  <c:v>45156</c:v>
                </c:pt>
                <c:pt idx="1387">
                  <c:v>45159</c:v>
                </c:pt>
                <c:pt idx="1388">
                  <c:v>45160</c:v>
                </c:pt>
                <c:pt idx="1389">
                  <c:v>45161</c:v>
                </c:pt>
                <c:pt idx="1390">
                  <c:v>45162</c:v>
                </c:pt>
                <c:pt idx="1391">
                  <c:v>45163</c:v>
                </c:pt>
                <c:pt idx="1392">
                  <c:v>45166</c:v>
                </c:pt>
                <c:pt idx="1393">
                  <c:v>45167</c:v>
                </c:pt>
                <c:pt idx="1394">
                  <c:v>45168</c:v>
                </c:pt>
                <c:pt idx="1395">
                  <c:v>45169</c:v>
                </c:pt>
                <c:pt idx="1396">
                  <c:v>45173</c:v>
                </c:pt>
                <c:pt idx="1397">
                  <c:v>45174</c:v>
                </c:pt>
                <c:pt idx="1398">
                  <c:v>45175</c:v>
                </c:pt>
                <c:pt idx="1399">
                  <c:v>45176</c:v>
                </c:pt>
                <c:pt idx="1400">
                  <c:v>45180</c:v>
                </c:pt>
                <c:pt idx="1401">
                  <c:v>45181</c:v>
                </c:pt>
                <c:pt idx="1402">
                  <c:v>45182</c:v>
                </c:pt>
                <c:pt idx="1403">
                  <c:v>45183</c:v>
                </c:pt>
                <c:pt idx="1404">
                  <c:v>45184</c:v>
                </c:pt>
                <c:pt idx="1405">
                  <c:v>45187</c:v>
                </c:pt>
                <c:pt idx="1406">
                  <c:v>45188</c:v>
                </c:pt>
                <c:pt idx="1407">
                  <c:v>45189</c:v>
                </c:pt>
                <c:pt idx="1408">
                  <c:v>45190</c:v>
                </c:pt>
                <c:pt idx="1409">
                  <c:v>45191</c:v>
                </c:pt>
                <c:pt idx="1410">
                  <c:v>45194</c:v>
                </c:pt>
                <c:pt idx="1411">
                  <c:v>45195</c:v>
                </c:pt>
                <c:pt idx="1412">
                  <c:v>45196</c:v>
                </c:pt>
                <c:pt idx="1413">
                  <c:v>45197</c:v>
                </c:pt>
                <c:pt idx="1414">
                  <c:v>45198</c:v>
                </c:pt>
                <c:pt idx="1415">
                  <c:v>45202</c:v>
                </c:pt>
                <c:pt idx="1416">
                  <c:v>45203</c:v>
                </c:pt>
                <c:pt idx="1417">
                  <c:v>45204</c:v>
                </c:pt>
                <c:pt idx="1418">
                  <c:v>45205</c:v>
                </c:pt>
                <c:pt idx="1419">
                  <c:v>45208</c:v>
                </c:pt>
                <c:pt idx="1420">
                  <c:v>45209</c:v>
                </c:pt>
                <c:pt idx="1421">
                  <c:v>45210</c:v>
                </c:pt>
                <c:pt idx="1422">
                  <c:v>45211</c:v>
                </c:pt>
                <c:pt idx="1423">
                  <c:v>45212</c:v>
                </c:pt>
                <c:pt idx="1424">
                  <c:v>45215</c:v>
                </c:pt>
                <c:pt idx="1425">
                  <c:v>45216</c:v>
                </c:pt>
                <c:pt idx="1426">
                  <c:v>45217</c:v>
                </c:pt>
                <c:pt idx="1427">
                  <c:v>45218</c:v>
                </c:pt>
                <c:pt idx="1428">
                  <c:v>45219</c:v>
                </c:pt>
                <c:pt idx="1429">
                  <c:v>45223</c:v>
                </c:pt>
                <c:pt idx="1430">
                  <c:v>45224</c:v>
                </c:pt>
                <c:pt idx="1431">
                  <c:v>45225</c:v>
                </c:pt>
                <c:pt idx="1432">
                  <c:v>45226</c:v>
                </c:pt>
                <c:pt idx="1433">
                  <c:v>45229</c:v>
                </c:pt>
                <c:pt idx="1434">
                  <c:v>45230</c:v>
                </c:pt>
                <c:pt idx="1435">
                  <c:v>45231</c:v>
                </c:pt>
                <c:pt idx="1436">
                  <c:v>45232</c:v>
                </c:pt>
                <c:pt idx="1437">
                  <c:v>45233</c:v>
                </c:pt>
                <c:pt idx="1438">
                  <c:v>45236</c:v>
                </c:pt>
                <c:pt idx="1439">
                  <c:v>45237</c:v>
                </c:pt>
                <c:pt idx="1440">
                  <c:v>45238</c:v>
                </c:pt>
                <c:pt idx="1441">
                  <c:v>45239</c:v>
                </c:pt>
                <c:pt idx="1442">
                  <c:v>45240</c:v>
                </c:pt>
                <c:pt idx="1443">
                  <c:v>45243</c:v>
                </c:pt>
                <c:pt idx="1444">
                  <c:v>45244</c:v>
                </c:pt>
                <c:pt idx="1445">
                  <c:v>45245</c:v>
                </c:pt>
                <c:pt idx="1446">
                  <c:v>45246</c:v>
                </c:pt>
                <c:pt idx="1447">
                  <c:v>45247</c:v>
                </c:pt>
                <c:pt idx="1448">
                  <c:v>45250</c:v>
                </c:pt>
                <c:pt idx="1449">
                  <c:v>45251</c:v>
                </c:pt>
                <c:pt idx="1450">
                  <c:v>45252</c:v>
                </c:pt>
                <c:pt idx="1451">
                  <c:v>45253</c:v>
                </c:pt>
                <c:pt idx="1452">
                  <c:v>45254</c:v>
                </c:pt>
                <c:pt idx="1453">
                  <c:v>45257</c:v>
                </c:pt>
                <c:pt idx="1454">
                  <c:v>45258</c:v>
                </c:pt>
                <c:pt idx="1455">
                  <c:v>45259</c:v>
                </c:pt>
                <c:pt idx="1456">
                  <c:v>45260</c:v>
                </c:pt>
                <c:pt idx="1457">
                  <c:v>45261</c:v>
                </c:pt>
                <c:pt idx="1458">
                  <c:v>45264</c:v>
                </c:pt>
                <c:pt idx="1459">
                  <c:v>45265</c:v>
                </c:pt>
                <c:pt idx="1460">
                  <c:v>45266</c:v>
                </c:pt>
                <c:pt idx="1461">
                  <c:v>45267</c:v>
                </c:pt>
                <c:pt idx="1462">
                  <c:v>45268</c:v>
                </c:pt>
                <c:pt idx="1463">
                  <c:v>45271</c:v>
                </c:pt>
                <c:pt idx="1464">
                  <c:v>45272</c:v>
                </c:pt>
                <c:pt idx="1465">
                  <c:v>45273</c:v>
                </c:pt>
                <c:pt idx="1466">
                  <c:v>45274</c:v>
                </c:pt>
                <c:pt idx="1467">
                  <c:v>45275</c:v>
                </c:pt>
                <c:pt idx="1468">
                  <c:v>45278</c:v>
                </c:pt>
                <c:pt idx="1469">
                  <c:v>45279</c:v>
                </c:pt>
                <c:pt idx="1470">
                  <c:v>45280</c:v>
                </c:pt>
                <c:pt idx="1471">
                  <c:v>45281</c:v>
                </c:pt>
                <c:pt idx="1472">
                  <c:v>45282</c:v>
                </c:pt>
                <c:pt idx="1473">
                  <c:v>45287</c:v>
                </c:pt>
                <c:pt idx="1474">
                  <c:v>45288</c:v>
                </c:pt>
                <c:pt idx="1475">
                  <c:v>45289</c:v>
                </c:pt>
                <c:pt idx="1476">
                  <c:v>45293</c:v>
                </c:pt>
                <c:pt idx="1477">
                  <c:v>45294</c:v>
                </c:pt>
                <c:pt idx="1478">
                  <c:v>45295</c:v>
                </c:pt>
                <c:pt idx="1479">
                  <c:v>45296</c:v>
                </c:pt>
                <c:pt idx="1480">
                  <c:v>45299</c:v>
                </c:pt>
                <c:pt idx="1481">
                  <c:v>45300</c:v>
                </c:pt>
                <c:pt idx="1482">
                  <c:v>45301</c:v>
                </c:pt>
                <c:pt idx="1483">
                  <c:v>45302</c:v>
                </c:pt>
                <c:pt idx="1484">
                  <c:v>45303</c:v>
                </c:pt>
                <c:pt idx="1485">
                  <c:v>45306</c:v>
                </c:pt>
                <c:pt idx="1486">
                  <c:v>45307</c:v>
                </c:pt>
                <c:pt idx="1487">
                  <c:v>45308</c:v>
                </c:pt>
                <c:pt idx="1488">
                  <c:v>45309</c:v>
                </c:pt>
                <c:pt idx="1489">
                  <c:v>45310</c:v>
                </c:pt>
                <c:pt idx="1490">
                  <c:v>45313</c:v>
                </c:pt>
                <c:pt idx="1491">
                  <c:v>45314</c:v>
                </c:pt>
                <c:pt idx="1492">
                  <c:v>45315</c:v>
                </c:pt>
                <c:pt idx="1493">
                  <c:v>45316</c:v>
                </c:pt>
                <c:pt idx="1494">
                  <c:v>45317</c:v>
                </c:pt>
                <c:pt idx="1495">
                  <c:v>45320</c:v>
                </c:pt>
                <c:pt idx="1496">
                  <c:v>45321</c:v>
                </c:pt>
                <c:pt idx="1497">
                  <c:v>45322</c:v>
                </c:pt>
                <c:pt idx="1498">
                  <c:v>45323</c:v>
                </c:pt>
                <c:pt idx="1499">
                  <c:v>45324</c:v>
                </c:pt>
                <c:pt idx="1500">
                  <c:v>45327</c:v>
                </c:pt>
                <c:pt idx="1501">
                  <c:v>45328</c:v>
                </c:pt>
                <c:pt idx="1502">
                  <c:v>45329</c:v>
                </c:pt>
                <c:pt idx="1503">
                  <c:v>45330</c:v>
                </c:pt>
                <c:pt idx="1504">
                  <c:v>45331</c:v>
                </c:pt>
                <c:pt idx="1505">
                  <c:v>45336</c:v>
                </c:pt>
                <c:pt idx="1506">
                  <c:v>45337</c:v>
                </c:pt>
                <c:pt idx="1507">
                  <c:v>45338</c:v>
                </c:pt>
                <c:pt idx="1508">
                  <c:v>45341</c:v>
                </c:pt>
                <c:pt idx="1509">
                  <c:v>45342</c:v>
                </c:pt>
                <c:pt idx="1510">
                  <c:v>45343</c:v>
                </c:pt>
                <c:pt idx="1511">
                  <c:v>45344</c:v>
                </c:pt>
                <c:pt idx="1512">
                  <c:v>45345</c:v>
                </c:pt>
                <c:pt idx="1513">
                  <c:v>45348</c:v>
                </c:pt>
                <c:pt idx="1514">
                  <c:v>45349</c:v>
                </c:pt>
                <c:pt idx="1515">
                  <c:v>45350</c:v>
                </c:pt>
                <c:pt idx="1516">
                  <c:v>45351</c:v>
                </c:pt>
                <c:pt idx="1517">
                  <c:v>45352</c:v>
                </c:pt>
                <c:pt idx="1518">
                  <c:v>45355</c:v>
                </c:pt>
                <c:pt idx="1519">
                  <c:v>45356</c:v>
                </c:pt>
                <c:pt idx="1520">
                  <c:v>45357</c:v>
                </c:pt>
                <c:pt idx="1521">
                  <c:v>45358</c:v>
                </c:pt>
                <c:pt idx="1522">
                  <c:v>45359</c:v>
                </c:pt>
                <c:pt idx="1523">
                  <c:v>45362</c:v>
                </c:pt>
                <c:pt idx="1524">
                  <c:v>45363</c:v>
                </c:pt>
                <c:pt idx="1525">
                  <c:v>45364</c:v>
                </c:pt>
                <c:pt idx="1526">
                  <c:v>45365</c:v>
                </c:pt>
                <c:pt idx="1527">
                  <c:v>45366</c:v>
                </c:pt>
                <c:pt idx="1528">
                  <c:v>45369</c:v>
                </c:pt>
                <c:pt idx="1529">
                  <c:v>45370</c:v>
                </c:pt>
                <c:pt idx="1530">
                  <c:v>45371</c:v>
                </c:pt>
                <c:pt idx="1531">
                  <c:v>45372</c:v>
                </c:pt>
                <c:pt idx="1532">
                  <c:v>45373</c:v>
                </c:pt>
                <c:pt idx="1533">
                  <c:v>45376</c:v>
                </c:pt>
                <c:pt idx="1534">
                  <c:v>45377</c:v>
                </c:pt>
                <c:pt idx="1535">
                  <c:v>45378</c:v>
                </c:pt>
                <c:pt idx="1536">
                  <c:v>45379</c:v>
                </c:pt>
                <c:pt idx="1537">
                  <c:v>45384</c:v>
                </c:pt>
                <c:pt idx="1538">
                  <c:v>45385</c:v>
                </c:pt>
                <c:pt idx="1539">
                  <c:v>45387</c:v>
                </c:pt>
                <c:pt idx="1540">
                  <c:v>45390</c:v>
                </c:pt>
                <c:pt idx="1541">
                  <c:v>45391</c:v>
                </c:pt>
                <c:pt idx="1542">
                  <c:v>45392</c:v>
                </c:pt>
                <c:pt idx="1543">
                  <c:v>45393</c:v>
                </c:pt>
                <c:pt idx="1544">
                  <c:v>45394</c:v>
                </c:pt>
                <c:pt idx="1545">
                  <c:v>45397</c:v>
                </c:pt>
                <c:pt idx="1546">
                  <c:v>45398</c:v>
                </c:pt>
                <c:pt idx="1547">
                  <c:v>45399</c:v>
                </c:pt>
                <c:pt idx="1548">
                  <c:v>45400</c:v>
                </c:pt>
                <c:pt idx="1549">
                  <c:v>45401</c:v>
                </c:pt>
                <c:pt idx="1550">
                  <c:v>45404</c:v>
                </c:pt>
                <c:pt idx="1551">
                  <c:v>45405</c:v>
                </c:pt>
                <c:pt idx="1552">
                  <c:v>45406</c:v>
                </c:pt>
                <c:pt idx="1553">
                  <c:v>45407</c:v>
                </c:pt>
                <c:pt idx="1554">
                  <c:v>45408</c:v>
                </c:pt>
                <c:pt idx="1555">
                  <c:v>45411</c:v>
                </c:pt>
                <c:pt idx="1556">
                  <c:v>45412</c:v>
                </c:pt>
                <c:pt idx="1557">
                  <c:v>45414</c:v>
                </c:pt>
                <c:pt idx="1558">
                  <c:v>45415</c:v>
                </c:pt>
                <c:pt idx="1559">
                  <c:v>45418</c:v>
                </c:pt>
                <c:pt idx="1560">
                  <c:v>45419</c:v>
                </c:pt>
                <c:pt idx="1561">
                  <c:v>45420</c:v>
                </c:pt>
                <c:pt idx="1562">
                  <c:v>45421</c:v>
                </c:pt>
                <c:pt idx="1563">
                  <c:v>45422</c:v>
                </c:pt>
                <c:pt idx="1564">
                  <c:v>45425</c:v>
                </c:pt>
                <c:pt idx="1565">
                  <c:v>45426</c:v>
                </c:pt>
                <c:pt idx="1566">
                  <c:v>45428</c:v>
                </c:pt>
                <c:pt idx="1567">
                  <c:v>45429</c:v>
                </c:pt>
                <c:pt idx="1568">
                  <c:v>45432</c:v>
                </c:pt>
                <c:pt idx="1569">
                  <c:v>45433</c:v>
                </c:pt>
                <c:pt idx="1570">
                  <c:v>45434</c:v>
                </c:pt>
                <c:pt idx="1571">
                  <c:v>45435</c:v>
                </c:pt>
                <c:pt idx="1572">
                  <c:v>45436</c:v>
                </c:pt>
                <c:pt idx="1573">
                  <c:v>45439</c:v>
                </c:pt>
                <c:pt idx="1574">
                  <c:v>45440</c:v>
                </c:pt>
                <c:pt idx="1575">
                  <c:v>45441</c:v>
                </c:pt>
                <c:pt idx="1576">
                  <c:v>45442</c:v>
                </c:pt>
                <c:pt idx="1577">
                  <c:v>45443</c:v>
                </c:pt>
                <c:pt idx="1578">
                  <c:v>45446</c:v>
                </c:pt>
                <c:pt idx="1579">
                  <c:v>45447</c:v>
                </c:pt>
                <c:pt idx="1580">
                  <c:v>45448</c:v>
                </c:pt>
                <c:pt idx="1581">
                  <c:v>45449</c:v>
                </c:pt>
                <c:pt idx="1582">
                  <c:v>45450</c:v>
                </c:pt>
                <c:pt idx="1583">
                  <c:v>45454</c:v>
                </c:pt>
                <c:pt idx="1584">
                  <c:v>45455</c:v>
                </c:pt>
                <c:pt idx="1585">
                  <c:v>45456</c:v>
                </c:pt>
                <c:pt idx="1586">
                  <c:v>45457</c:v>
                </c:pt>
                <c:pt idx="1587">
                  <c:v>45460</c:v>
                </c:pt>
                <c:pt idx="1588">
                  <c:v>45461</c:v>
                </c:pt>
                <c:pt idx="1589">
                  <c:v>45462</c:v>
                </c:pt>
                <c:pt idx="1590">
                  <c:v>45463</c:v>
                </c:pt>
                <c:pt idx="1591">
                  <c:v>45464</c:v>
                </c:pt>
                <c:pt idx="1592">
                  <c:v>45467</c:v>
                </c:pt>
                <c:pt idx="1593">
                  <c:v>45468</c:v>
                </c:pt>
                <c:pt idx="1594">
                  <c:v>45469</c:v>
                </c:pt>
                <c:pt idx="1595">
                  <c:v>45470</c:v>
                </c:pt>
                <c:pt idx="1596">
                  <c:v>45471</c:v>
                </c:pt>
                <c:pt idx="1597">
                  <c:v>45475</c:v>
                </c:pt>
                <c:pt idx="1598">
                  <c:v>45476</c:v>
                </c:pt>
                <c:pt idx="1599">
                  <c:v>45477</c:v>
                </c:pt>
                <c:pt idx="1600">
                  <c:v>45478</c:v>
                </c:pt>
                <c:pt idx="1601">
                  <c:v>45481</c:v>
                </c:pt>
                <c:pt idx="1602">
                  <c:v>45482</c:v>
                </c:pt>
                <c:pt idx="1603">
                  <c:v>45483</c:v>
                </c:pt>
                <c:pt idx="1604">
                  <c:v>45484</c:v>
                </c:pt>
                <c:pt idx="1605">
                  <c:v>45485</c:v>
                </c:pt>
                <c:pt idx="1606">
                  <c:v>45488</c:v>
                </c:pt>
                <c:pt idx="1607">
                  <c:v>45489</c:v>
                </c:pt>
                <c:pt idx="1608">
                  <c:v>45490</c:v>
                </c:pt>
                <c:pt idx="1609">
                  <c:v>45491</c:v>
                </c:pt>
                <c:pt idx="1610">
                  <c:v>45492</c:v>
                </c:pt>
                <c:pt idx="1611">
                  <c:v>45495</c:v>
                </c:pt>
                <c:pt idx="1612">
                  <c:v>45496</c:v>
                </c:pt>
                <c:pt idx="1613">
                  <c:v>45497</c:v>
                </c:pt>
                <c:pt idx="1614">
                  <c:v>45498</c:v>
                </c:pt>
                <c:pt idx="1615">
                  <c:v>45499</c:v>
                </c:pt>
                <c:pt idx="1616">
                  <c:v>45502</c:v>
                </c:pt>
                <c:pt idx="1617">
                  <c:v>45503</c:v>
                </c:pt>
                <c:pt idx="1618">
                  <c:v>45504</c:v>
                </c:pt>
                <c:pt idx="1619">
                  <c:v>45505</c:v>
                </c:pt>
                <c:pt idx="1620">
                  <c:v>45506</c:v>
                </c:pt>
                <c:pt idx="1621">
                  <c:v>45509</c:v>
                </c:pt>
                <c:pt idx="1622">
                  <c:v>45510</c:v>
                </c:pt>
                <c:pt idx="1623">
                  <c:v>45511</c:v>
                </c:pt>
                <c:pt idx="1624">
                  <c:v>45512</c:v>
                </c:pt>
                <c:pt idx="1625">
                  <c:v>45513</c:v>
                </c:pt>
                <c:pt idx="1626">
                  <c:v>45516</c:v>
                </c:pt>
                <c:pt idx="1627">
                  <c:v>45517</c:v>
                </c:pt>
                <c:pt idx="1628">
                  <c:v>45518</c:v>
                </c:pt>
                <c:pt idx="1629">
                  <c:v>45519</c:v>
                </c:pt>
                <c:pt idx="1630">
                  <c:v>45520</c:v>
                </c:pt>
                <c:pt idx="1631">
                  <c:v>45523</c:v>
                </c:pt>
                <c:pt idx="1632">
                  <c:v>45524</c:v>
                </c:pt>
                <c:pt idx="1633">
                  <c:v>45525</c:v>
                </c:pt>
                <c:pt idx="1634">
                  <c:v>45526</c:v>
                </c:pt>
                <c:pt idx="1635">
                  <c:v>45527</c:v>
                </c:pt>
                <c:pt idx="1636">
                  <c:v>45530</c:v>
                </c:pt>
                <c:pt idx="1637">
                  <c:v>45531</c:v>
                </c:pt>
                <c:pt idx="1638">
                  <c:v>45532</c:v>
                </c:pt>
                <c:pt idx="1639">
                  <c:v>45533</c:v>
                </c:pt>
                <c:pt idx="1640">
                  <c:v>45534</c:v>
                </c:pt>
                <c:pt idx="1641">
                  <c:v>45537</c:v>
                </c:pt>
                <c:pt idx="1642">
                  <c:v>45538</c:v>
                </c:pt>
                <c:pt idx="1643">
                  <c:v>45539</c:v>
                </c:pt>
                <c:pt idx="1644">
                  <c:v>45540</c:v>
                </c:pt>
                <c:pt idx="1645">
                  <c:v>45544</c:v>
                </c:pt>
                <c:pt idx="1646">
                  <c:v>45545</c:v>
                </c:pt>
                <c:pt idx="1647">
                  <c:v>45546</c:v>
                </c:pt>
                <c:pt idx="1648">
                  <c:v>45547</c:v>
                </c:pt>
                <c:pt idx="1649">
                  <c:v>45548</c:v>
                </c:pt>
                <c:pt idx="1650">
                  <c:v>45551</c:v>
                </c:pt>
                <c:pt idx="1651">
                  <c:v>45552</c:v>
                </c:pt>
                <c:pt idx="1652">
                  <c:v>45554</c:v>
                </c:pt>
                <c:pt idx="1653">
                  <c:v>45555</c:v>
                </c:pt>
                <c:pt idx="1654">
                  <c:v>45558</c:v>
                </c:pt>
                <c:pt idx="1655">
                  <c:v>45559</c:v>
                </c:pt>
                <c:pt idx="1656">
                  <c:v>45560</c:v>
                </c:pt>
                <c:pt idx="1657">
                  <c:v>45561</c:v>
                </c:pt>
                <c:pt idx="1658">
                  <c:v>45562</c:v>
                </c:pt>
                <c:pt idx="1659">
                  <c:v>45565</c:v>
                </c:pt>
                <c:pt idx="1660">
                  <c:v>45567</c:v>
                </c:pt>
                <c:pt idx="1661">
                  <c:v>45568</c:v>
                </c:pt>
                <c:pt idx="1662">
                  <c:v>45569</c:v>
                </c:pt>
                <c:pt idx="1663">
                  <c:v>45572</c:v>
                </c:pt>
                <c:pt idx="1664">
                  <c:v>45573</c:v>
                </c:pt>
                <c:pt idx="1665">
                  <c:v>45574</c:v>
                </c:pt>
                <c:pt idx="1666">
                  <c:v>45575</c:v>
                </c:pt>
                <c:pt idx="1667">
                  <c:v>45579</c:v>
                </c:pt>
                <c:pt idx="1668">
                  <c:v>45580</c:v>
                </c:pt>
                <c:pt idx="1669">
                  <c:v>45581</c:v>
                </c:pt>
                <c:pt idx="1670">
                  <c:v>45582</c:v>
                </c:pt>
                <c:pt idx="1671">
                  <c:v>45583</c:v>
                </c:pt>
                <c:pt idx="1672">
                  <c:v>45586</c:v>
                </c:pt>
                <c:pt idx="1673">
                  <c:v>45587</c:v>
                </c:pt>
                <c:pt idx="1674">
                  <c:v>45588</c:v>
                </c:pt>
                <c:pt idx="1675">
                  <c:v>45589</c:v>
                </c:pt>
                <c:pt idx="1676">
                  <c:v>45590</c:v>
                </c:pt>
                <c:pt idx="1677">
                  <c:v>45593</c:v>
                </c:pt>
                <c:pt idx="1678">
                  <c:v>45594</c:v>
                </c:pt>
                <c:pt idx="1679">
                  <c:v>45595</c:v>
                </c:pt>
                <c:pt idx="1680">
                  <c:v>45596</c:v>
                </c:pt>
                <c:pt idx="1681">
                  <c:v>45597</c:v>
                </c:pt>
                <c:pt idx="1682">
                  <c:v>45600</c:v>
                </c:pt>
                <c:pt idx="1683">
                  <c:v>45601</c:v>
                </c:pt>
                <c:pt idx="1684">
                  <c:v>45602</c:v>
                </c:pt>
                <c:pt idx="1685">
                  <c:v>45603</c:v>
                </c:pt>
                <c:pt idx="1686">
                  <c:v>45604</c:v>
                </c:pt>
                <c:pt idx="1687">
                  <c:v>45607</c:v>
                </c:pt>
                <c:pt idx="1688">
                  <c:v>45608</c:v>
                </c:pt>
                <c:pt idx="1689">
                  <c:v>45609</c:v>
                </c:pt>
                <c:pt idx="1690">
                  <c:v>45610</c:v>
                </c:pt>
                <c:pt idx="1691">
                  <c:v>45611</c:v>
                </c:pt>
                <c:pt idx="1692">
                  <c:v>45614</c:v>
                </c:pt>
                <c:pt idx="1693">
                  <c:v>45615</c:v>
                </c:pt>
                <c:pt idx="1694">
                  <c:v>45616</c:v>
                </c:pt>
                <c:pt idx="1695">
                  <c:v>45617</c:v>
                </c:pt>
                <c:pt idx="1696">
                  <c:v>45618</c:v>
                </c:pt>
                <c:pt idx="1697">
                  <c:v>45621</c:v>
                </c:pt>
                <c:pt idx="1698">
                  <c:v>45622</c:v>
                </c:pt>
                <c:pt idx="1699">
                  <c:v>45623</c:v>
                </c:pt>
                <c:pt idx="1700">
                  <c:v>45624</c:v>
                </c:pt>
                <c:pt idx="1701">
                  <c:v>45625</c:v>
                </c:pt>
                <c:pt idx="1702">
                  <c:v>45628</c:v>
                </c:pt>
                <c:pt idx="1703">
                  <c:v>45629</c:v>
                </c:pt>
                <c:pt idx="1704">
                  <c:v>45630</c:v>
                </c:pt>
                <c:pt idx="1705">
                  <c:v>45631</c:v>
                </c:pt>
                <c:pt idx="1706">
                  <c:v>45632</c:v>
                </c:pt>
                <c:pt idx="1707">
                  <c:v>45635</c:v>
                </c:pt>
                <c:pt idx="1708">
                  <c:v>45636</c:v>
                </c:pt>
                <c:pt idx="1709">
                  <c:v>45637</c:v>
                </c:pt>
                <c:pt idx="1710">
                  <c:v>45638</c:v>
                </c:pt>
                <c:pt idx="1711">
                  <c:v>45639</c:v>
                </c:pt>
                <c:pt idx="1712">
                  <c:v>45642</c:v>
                </c:pt>
                <c:pt idx="1713">
                  <c:v>45643</c:v>
                </c:pt>
                <c:pt idx="1714">
                  <c:v>45644</c:v>
                </c:pt>
                <c:pt idx="1715">
                  <c:v>45645</c:v>
                </c:pt>
                <c:pt idx="1716">
                  <c:v>45646</c:v>
                </c:pt>
                <c:pt idx="1717">
                  <c:v>45649</c:v>
                </c:pt>
                <c:pt idx="1718">
                  <c:v>45650</c:v>
                </c:pt>
                <c:pt idx="1719">
                  <c:v>45653</c:v>
                </c:pt>
                <c:pt idx="1720">
                  <c:v>45656</c:v>
                </c:pt>
                <c:pt idx="1721">
                  <c:v>45657</c:v>
                </c:pt>
                <c:pt idx="1722">
                  <c:v>45659</c:v>
                </c:pt>
                <c:pt idx="1723">
                  <c:v>45660</c:v>
                </c:pt>
                <c:pt idx="1724">
                  <c:v>45663</c:v>
                </c:pt>
                <c:pt idx="1725">
                  <c:v>45664</c:v>
                </c:pt>
                <c:pt idx="1726">
                  <c:v>45665</c:v>
                </c:pt>
                <c:pt idx="1727">
                  <c:v>45666</c:v>
                </c:pt>
                <c:pt idx="1728">
                  <c:v>45667</c:v>
                </c:pt>
                <c:pt idx="1729">
                  <c:v>45670</c:v>
                </c:pt>
                <c:pt idx="1730">
                  <c:v>45671</c:v>
                </c:pt>
                <c:pt idx="1731">
                  <c:v>45672</c:v>
                </c:pt>
                <c:pt idx="1732">
                  <c:v>45673</c:v>
                </c:pt>
                <c:pt idx="1733">
                  <c:v>45674</c:v>
                </c:pt>
                <c:pt idx="1734">
                  <c:v>45677</c:v>
                </c:pt>
                <c:pt idx="1735">
                  <c:v>45678</c:v>
                </c:pt>
                <c:pt idx="1736">
                  <c:v>45679</c:v>
                </c:pt>
                <c:pt idx="1737">
                  <c:v>45680</c:v>
                </c:pt>
                <c:pt idx="1738">
                  <c:v>45681</c:v>
                </c:pt>
                <c:pt idx="1739">
                  <c:v>45684</c:v>
                </c:pt>
                <c:pt idx="1740">
                  <c:v>45685</c:v>
                </c:pt>
                <c:pt idx="1741">
                  <c:v>45691</c:v>
                </c:pt>
                <c:pt idx="1742">
                  <c:v>45692</c:v>
                </c:pt>
                <c:pt idx="1743">
                  <c:v>45693</c:v>
                </c:pt>
                <c:pt idx="1744">
                  <c:v>45694</c:v>
                </c:pt>
                <c:pt idx="1745">
                  <c:v>45695</c:v>
                </c:pt>
                <c:pt idx="1746">
                  <c:v>45698</c:v>
                </c:pt>
                <c:pt idx="1747">
                  <c:v>45699</c:v>
                </c:pt>
                <c:pt idx="1748">
                  <c:v>45700</c:v>
                </c:pt>
                <c:pt idx="1749">
                  <c:v>45701</c:v>
                </c:pt>
                <c:pt idx="1750">
                  <c:v>45702</c:v>
                </c:pt>
                <c:pt idx="1751">
                  <c:v>45705</c:v>
                </c:pt>
                <c:pt idx="1752">
                  <c:v>45706</c:v>
                </c:pt>
                <c:pt idx="1753">
                  <c:v>45707</c:v>
                </c:pt>
                <c:pt idx="1754">
                  <c:v>45708</c:v>
                </c:pt>
                <c:pt idx="1755">
                  <c:v>45709</c:v>
                </c:pt>
                <c:pt idx="1756">
                  <c:v>45712</c:v>
                </c:pt>
                <c:pt idx="1757">
                  <c:v>45713</c:v>
                </c:pt>
                <c:pt idx="1758">
                  <c:v>45714</c:v>
                </c:pt>
                <c:pt idx="1759">
                  <c:v>45715</c:v>
                </c:pt>
                <c:pt idx="1760">
                  <c:v>45716</c:v>
                </c:pt>
                <c:pt idx="1761">
                  <c:v>45719</c:v>
                </c:pt>
                <c:pt idx="1762">
                  <c:v>45720</c:v>
                </c:pt>
                <c:pt idx="1763">
                  <c:v>45721</c:v>
                </c:pt>
                <c:pt idx="1764">
                  <c:v>45722</c:v>
                </c:pt>
                <c:pt idx="1765">
                  <c:v>45723</c:v>
                </c:pt>
                <c:pt idx="1766">
                  <c:v>45726</c:v>
                </c:pt>
                <c:pt idx="1767">
                  <c:v>45727</c:v>
                </c:pt>
                <c:pt idx="1768">
                  <c:v>45728</c:v>
                </c:pt>
                <c:pt idx="1769">
                  <c:v>45729</c:v>
                </c:pt>
                <c:pt idx="1770">
                  <c:v>45730</c:v>
                </c:pt>
                <c:pt idx="1771">
                  <c:v>45733</c:v>
                </c:pt>
                <c:pt idx="1772">
                  <c:v>45734</c:v>
                </c:pt>
                <c:pt idx="1773">
                  <c:v>45735</c:v>
                </c:pt>
                <c:pt idx="1774">
                  <c:v>45736</c:v>
                </c:pt>
                <c:pt idx="1775">
                  <c:v>45737</c:v>
                </c:pt>
                <c:pt idx="1776">
                  <c:v>45740</c:v>
                </c:pt>
                <c:pt idx="1777">
                  <c:v>45741</c:v>
                </c:pt>
                <c:pt idx="1778">
                  <c:v>45742</c:v>
                </c:pt>
                <c:pt idx="1779">
                  <c:v>45743</c:v>
                </c:pt>
                <c:pt idx="1780">
                  <c:v>45744</c:v>
                </c:pt>
                <c:pt idx="1781">
                  <c:v>45747</c:v>
                </c:pt>
                <c:pt idx="1782">
                  <c:v>45748</c:v>
                </c:pt>
                <c:pt idx="1783">
                  <c:v>45749</c:v>
                </c:pt>
                <c:pt idx="1784">
                  <c:v>45750</c:v>
                </c:pt>
                <c:pt idx="1785">
                  <c:v>45754</c:v>
                </c:pt>
                <c:pt idx="1786">
                  <c:v>45755</c:v>
                </c:pt>
                <c:pt idx="1787">
                  <c:v>45756</c:v>
                </c:pt>
                <c:pt idx="1788">
                  <c:v>45757</c:v>
                </c:pt>
                <c:pt idx="1789">
                  <c:v>45758</c:v>
                </c:pt>
                <c:pt idx="1790">
                  <c:v>45761</c:v>
                </c:pt>
                <c:pt idx="1791">
                  <c:v>45762</c:v>
                </c:pt>
                <c:pt idx="1792">
                  <c:v>45763</c:v>
                </c:pt>
                <c:pt idx="1793">
                  <c:v>45764</c:v>
                </c:pt>
                <c:pt idx="1794">
                  <c:v>45769</c:v>
                </c:pt>
                <c:pt idx="1795">
                  <c:v>45770</c:v>
                </c:pt>
                <c:pt idx="1796">
                  <c:v>45771</c:v>
                </c:pt>
                <c:pt idx="1797">
                  <c:v>45772</c:v>
                </c:pt>
                <c:pt idx="1798">
                  <c:v>45775</c:v>
                </c:pt>
                <c:pt idx="1799">
                  <c:v>45776</c:v>
                </c:pt>
                <c:pt idx="1800">
                  <c:v>45777</c:v>
                </c:pt>
                <c:pt idx="1801">
                  <c:v>45779</c:v>
                </c:pt>
                <c:pt idx="1802">
                  <c:v>45783</c:v>
                </c:pt>
                <c:pt idx="1803">
                  <c:v>45784</c:v>
                </c:pt>
                <c:pt idx="1804">
                  <c:v>45785</c:v>
                </c:pt>
                <c:pt idx="1805">
                  <c:v>45786</c:v>
                </c:pt>
                <c:pt idx="1806">
                  <c:v>45789</c:v>
                </c:pt>
                <c:pt idx="1807">
                  <c:v>45790</c:v>
                </c:pt>
                <c:pt idx="1808">
                  <c:v>45791</c:v>
                </c:pt>
                <c:pt idx="1809">
                  <c:v>45792</c:v>
                </c:pt>
                <c:pt idx="1810">
                  <c:v>45793</c:v>
                </c:pt>
                <c:pt idx="1811">
                  <c:v>45796</c:v>
                </c:pt>
                <c:pt idx="1812">
                  <c:v>45797</c:v>
                </c:pt>
                <c:pt idx="1813">
                  <c:v>45798</c:v>
                </c:pt>
                <c:pt idx="1814">
                  <c:v>45799</c:v>
                </c:pt>
                <c:pt idx="1815">
                  <c:v>45800</c:v>
                </c:pt>
                <c:pt idx="1816">
                  <c:v>45803</c:v>
                </c:pt>
                <c:pt idx="1817">
                  <c:v>45804</c:v>
                </c:pt>
                <c:pt idx="1818">
                  <c:v>45805</c:v>
                </c:pt>
                <c:pt idx="1819">
                  <c:v>45806</c:v>
                </c:pt>
                <c:pt idx="1820">
                  <c:v>45807</c:v>
                </c:pt>
                <c:pt idx="1821">
                  <c:v>45810</c:v>
                </c:pt>
                <c:pt idx="1822">
                  <c:v>45811</c:v>
                </c:pt>
                <c:pt idx="1823">
                  <c:v>45812</c:v>
                </c:pt>
                <c:pt idx="1824">
                  <c:v>45813</c:v>
                </c:pt>
                <c:pt idx="1825">
                  <c:v>45814</c:v>
                </c:pt>
                <c:pt idx="1826">
                  <c:v>45817</c:v>
                </c:pt>
                <c:pt idx="1827">
                  <c:v>45818</c:v>
                </c:pt>
                <c:pt idx="1828">
                  <c:v>45819</c:v>
                </c:pt>
                <c:pt idx="1829">
                  <c:v>45820</c:v>
                </c:pt>
                <c:pt idx="1830">
                  <c:v>45821</c:v>
                </c:pt>
                <c:pt idx="1831">
                  <c:v>45824</c:v>
                </c:pt>
                <c:pt idx="1832">
                  <c:v>45825</c:v>
                </c:pt>
                <c:pt idx="1833">
                  <c:v>45826</c:v>
                </c:pt>
                <c:pt idx="1834">
                  <c:v>45827</c:v>
                </c:pt>
                <c:pt idx="1835">
                  <c:v>45828</c:v>
                </c:pt>
                <c:pt idx="1836">
                  <c:v>45831</c:v>
                </c:pt>
                <c:pt idx="1837">
                  <c:v>45832</c:v>
                </c:pt>
                <c:pt idx="1838">
                  <c:v>45833</c:v>
                </c:pt>
                <c:pt idx="1839">
                  <c:v>45834</c:v>
                </c:pt>
                <c:pt idx="1840">
                  <c:v>45835</c:v>
                </c:pt>
                <c:pt idx="1841">
                  <c:v>45838</c:v>
                </c:pt>
                <c:pt idx="1842">
                  <c:v>45840</c:v>
                </c:pt>
                <c:pt idx="1843">
                  <c:v>45841</c:v>
                </c:pt>
                <c:pt idx="1844">
                  <c:v>45842</c:v>
                </c:pt>
                <c:pt idx="1845">
                  <c:v>45845</c:v>
                </c:pt>
                <c:pt idx="1846">
                  <c:v>45846</c:v>
                </c:pt>
                <c:pt idx="1847">
                  <c:v>45847</c:v>
                </c:pt>
                <c:pt idx="1848">
                  <c:v>45848</c:v>
                </c:pt>
                <c:pt idx="1849">
                  <c:v>45849</c:v>
                </c:pt>
                <c:pt idx="1850">
                  <c:v>45852</c:v>
                </c:pt>
                <c:pt idx="1851">
                  <c:v>45853</c:v>
                </c:pt>
                <c:pt idx="1852">
                  <c:v>45854</c:v>
                </c:pt>
                <c:pt idx="1853">
                  <c:v>45855</c:v>
                </c:pt>
                <c:pt idx="1854">
                  <c:v>45856</c:v>
                </c:pt>
                <c:pt idx="1855">
                  <c:v>45859</c:v>
                </c:pt>
                <c:pt idx="1856">
                  <c:v>45860</c:v>
                </c:pt>
                <c:pt idx="1857">
                  <c:v>45861</c:v>
                </c:pt>
                <c:pt idx="1858">
                  <c:v>45862</c:v>
                </c:pt>
                <c:pt idx="1859">
                  <c:v>45863</c:v>
                </c:pt>
                <c:pt idx="1860">
                  <c:v>45866</c:v>
                </c:pt>
                <c:pt idx="1861">
                  <c:v>45867</c:v>
                </c:pt>
                <c:pt idx="1862">
                  <c:v>45868</c:v>
                </c:pt>
                <c:pt idx="1863">
                  <c:v>45869</c:v>
                </c:pt>
                <c:pt idx="1864">
                  <c:v>45870</c:v>
                </c:pt>
                <c:pt idx="1865">
                  <c:v>45873</c:v>
                </c:pt>
                <c:pt idx="1866">
                  <c:v>45874</c:v>
                </c:pt>
                <c:pt idx="1867">
                  <c:v>45875</c:v>
                </c:pt>
                <c:pt idx="1868">
                  <c:v>45876</c:v>
                </c:pt>
                <c:pt idx="1869">
                  <c:v>45877</c:v>
                </c:pt>
                <c:pt idx="1870">
                  <c:v>45880</c:v>
                </c:pt>
                <c:pt idx="1871">
                  <c:v>45881</c:v>
                </c:pt>
                <c:pt idx="1872">
                  <c:v>45882</c:v>
                </c:pt>
                <c:pt idx="1873">
                  <c:v>45883</c:v>
                </c:pt>
                <c:pt idx="1874">
                  <c:v>45884</c:v>
                </c:pt>
                <c:pt idx="1875">
                  <c:v>45887</c:v>
                </c:pt>
                <c:pt idx="1876">
                  <c:v>45888</c:v>
                </c:pt>
                <c:pt idx="1877">
                  <c:v>45889</c:v>
                </c:pt>
                <c:pt idx="1878">
                  <c:v>45890</c:v>
                </c:pt>
                <c:pt idx="1879">
                  <c:v>45891</c:v>
                </c:pt>
                <c:pt idx="1880">
                  <c:v>45894</c:v>
                </c:pt>
                <c:pt idx="1881">
                  <c:v>45895</c:v>
                </c:pt>
                <c:pt idx="1882">
                  <c:v>45896</c:v>
                </c:pt>
                <c:pt idx="1883">
                  <c:v>45897</c:v>
                </c:pt>
                <c:pt idx="1884">
                  <c:v>45898</c:v>
                </c:pt>
                <c:pt idx="1885">
                  <c:v>45901</c:v>
                </c:pt>
                <c:pt idx="1886">
                  <c:v>45902</c:v>
                </c:pt>
                <c:pt idx="1887">
                  <c:v>45903</c:v>
                </c:pt>
                <c:pt idx="1888">
                  <c:v>45904</c:v>
                </c:pt>
                <c:pt idx="1889">
                  <c:v>45905</c:v>
                </c:pt>
                <c:pt idx="1890">
                  <c:v>45908</c:v>
                </c:pt>
                <c:pt idx="1891">
                  <c:v>45909</c:v>
                </c:pt>
                <c:pt idx="1892">
                  <c:v>45910</c:v>
                </c:pt>
                <c:pt idx="1893">
                  <c:v>45911</c:v>
                </c:pt>
                <c:pt idx="1894">
                  <c:v>45912</c:v>
                </c:pt>
                <c:pt idx="1895">
                  <c:v>45915</c:v>
                </c:pt>
                <c:pt idx="1896">
                  <c:v>45916</c:v>
                </c:pt>
                <c:pt idx="1897">
                  <c:v>45917</c:v>
                </c:pt>
                <c:pt idx="1898">
                  <c:v>45918</c:v>
                </c:pt>
                <c:pt idx="1899">
                  <c:v>45919</c:v>
                </c:pt>
                <c:pt idx="1900">
                  <c:v>45922</c:v>
                </c:pt>
                <c:pt idx="1901">
                  <c:v>45923</c:v>
                </c:pt>
                <c:pt idx="1902">
                  <c:v>45924</c:v>
                </c:pt>
                <c:pt idx="1903">
                  <c:v>45925</c:v>
                </c:pt>
                <c:pt idx="1904">
                  <c:v>45926</c:v>
                </c:pt>
                <c:pt idx="1905">
                  <c:v>45929</c:v>
                </c:pt>
                <c:pt idx="1906">
                  <c:v>45930</c:v>
                </c:pt>
                <c:pt idx="1907">
                  <c:v>45932</c:v>
                </c:pt>
                <c:pt idx="1908">
                  <c:v>45933</c:v>
                </c:pt>
                <c:pt idx="1909">
                  <c:v>45936</c:v>
                </c:pt>
                <c:pt idx="1910">
                  <c:v>45938</c:v>
                </c:pt>
                <c:pt idx="1911">
                  <c:v>45939</c:v>
                </c:pt>
                <c:pt idx="1912">
                  <c:v>45940</c:v>
                </c:pt>
                <c:pt idx="1913">
                  <c:v>45943</c:v>
                </c:pt>
                <c:pt idx="1914">
                  <c:v>45944</c:v>
                </c:pt>
                <c:pt idx="1915">
                  <c:v>45945</c:v>
                </c:pt>
                <c:pt idx="1916">
                  <c:v>45946</c:v>
                </c:pt>
                <c:pt idx="1917">
                  <c:v>45947</c:v>
                </c:pt>
                <c:pt idx="1918">
                  <c:v>45950</c:v>
                </c:pt>
                <c:pt idx="1919">
                  <c:v>45951</c:v>
                </c:pt>
                <c:pt idx="1920">
                  <c:v>45952</c:v>
                </c:pt>
                <c:pt idx="1921">
                  <c:v>45953</c:v>
                </c:pt>
                <c:pt idx="1922">
                  <c:v>45954</c:v>
                </c:pt>
                <c:pt idx="1923">
                  <c:v>45957</c:v>
                </c:pt>
                <c:pt idx="1924">
                  <c:v>45958</c:v>
                </c:pt>
                <c:pt idx="1925">
                  <c:v>45960</c:v>
                </c:pt>
                <c:pt idx="1926">
                  <c:v>45961</c:v>
                </c:pt>
                <c:pt idx="1927">
                  <c:v>45964</c:v>
                </c:pt>
                <c:pt idx="1928">
                  <c:v>45965</c:v>
                </c:pt>
                <c:pt idx="1929">
                  <c:v>45966</c:v>
                </c:pt>
                <c:pt idx="1930">
                  <c:v>45967</c:v>
                </c:pt>
                <c:pt idx="1931">
                  <c:v>45968</c:v>
                </c:pt>
                <c:pt idx="1932">
                  <c:v>45971</c:v>
                </c:pt>
                <c:pt idx="1933">
                  <c:v>45972</c:v>
                </c:pt>
                <c:pt idx="1934">
                  <c:v>45973</c:v>
                </c:pt>
                <c:pt idx="1935">
                  <c:v>45974</c:v>
                </c:pt>
                <c:pt idx="1936">
                  <c:v>45975</c:v>
                </c:pt>
                <c:pt idx="1937">
                  <c:v>45978</c:v>
                </c:pt>
                <c:pt idx="1938">
                  <c:v>45979</c:v>
                </c:pt>
                <c:pt idx="1939">
                  <c:v>45980</c:v>
                </c:pt>
                <c:pt idx="1940">
                  <c:v>45981</c:v>
                </c:pt>
                <c:pt idx="1941">
                  <c:v>45982</c:v>
                </c:pt>
                <c:pt idx="1942">
                  <c:v>45985</c:v>
                </c:pt>
                <c:pt idx="1943">
                  <c:v>45986</c:v>
                </c:pt>
                <c:pt idx="1944">
                  <c:v>45987</c:v>
                </c:pt>
                <c:pt idx="1945">
                  <c:v>45988</c:v>
                </c:pt>
                <c:pt idx="1946">
                  <c:v>45989</c:v>
                </c:pt>
              </c:numCache>
            </c:numRef>
          </c:xVal>
          <c:yVal>
            <c:numRef>
              <c:f>恒生科技!$E$2:$E$1920</c:f>
              <c:numCache>
                <c:formatCode>0.00%</c:formatCode>
                <c:ptCount val="1919"/>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c:v>
                </c:pt>
                <c:pt idx="935">
                  <c:v>0</c:v>
                </c:pt>
                <c:pt idx="936">
                  <c:v>0</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7">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0</c:v>
                </c:pt>
                <c:pt idx="1099">
                  <c:v>0</c:v>
                </c:pt>
                <c:pt idx="1100">
                  <c:v>0</c:v>
                </c:pt>
                <c:pt idx="1101">
                  <c:v>0</c:v>
                </c:pt>
                <c:pt idx="1102">
                  <c:v>0</c:v>
                </c:pt>
                <c:pt idx="1103">
                  <c:v>0</c:v>
                </c:pt>
                <c:pt idx="1104">
                  <c:v>0</c:v>
                </c:pt>
                <c:pt idx="1105">
                  <c:v>0</c:v>
                </c:pt>
                <c:pt idx="1106">
                  <c:v>0</c:v>
                </c:pt>
                <c:pt idx="1107">
                  <c:v>0</c:v>
                </c:pt>
                <c:pt idx="1108">
                  <c:v>0</c:v>
                </c:pt>
                <c:pt idx="1109">
                  <c:v>0</c:v>
                </c:pt>
                <c:pt idx="1110">
                  <c:v>0</c:v>
                </c:pt>
                <c:pt idx="1111">
                  <c:v>0</c:v>
                </c:pt>
                <c:pt idx="1112">
                  <c:v>0</c:v>
                </c:pt>
                <c:pt idx="1113">
                  <c:v>0</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2">
                  <c:v>0</c:v>
                </c:pt>
                <c:pt idx="1163">
                  <c:v>0</c:v>
                </c:pt>
                <c:pt idx="1164">
                  <c:v>0</c:v>
                </c:pt>
                <c:pt idx="1165">
                  <c:v>0</c:v>
                </c:pt>
                <c:pt idx="1166">
                  <c:v>0</c:v>
                </c:pt>
                <c:pt idx="1167">
                  <c:v>0</c:v>
                </c:pt>
                <c:pt idx="1168">
                  <c:v>0</c:v>
                </c:pt>
                <c:pt idx="1169">
                  <c:v>0</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0</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0">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c:v>
                </c:pt>
                <c:pt idx="1268">
                  <c:v>0</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0</c:v>
                </c:pt>
                <c:pt idx="1304">
                  <c:v>0</c:v>
                </c:pt>
                <c:pt idx="1305">
                  <c:v>0</c:v>
                </c:pt>
                <c:pt idx="1306">
                  <c:v>0</c:v>
                </c:pt>
                <c:pt idx="1307">
                  <c:v>0</c:v>
                </c:pt>
                <c:pt idx="1308">
                  <c:v>0</c:v>
                </c:pt>
                <c:pt idx="1309">
                  <c:v>0</c:v>
                </c:pt>
                <c:pt idx="1310">
                  <c:v>0</c:v>
                </c:pt>
                <c:pt idx="1311">
                  <c:v>0</c:v>
                </c:pt>
                <c:pt idx="1312">
                  <c:v>0</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0</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c:v>
                </c:pt>
                <c:pt idx="1363">
                  <c:v>0</c:v>
                </c:pt>
                <c:pt idx="1364">
                  <c:v>0</c:v>
                </c:pt>
                <c:pt idx="1365">
                  <c:v>0</c:v>
                </c:pt>
                <c:pt idx="1366">
                  <c:v>0</c:v>
                </c:pt>
                <c:pt idx="1367">
                  <c:v>0</c:v>
                </c:pt>
                <c:pt idx="1368">
                  <c:v>0</c:v>
                </c:pt>
                <c:pt idx="1369">
                  <c:v>0</c:v>
                </c:pt>
                <c:pt idx="1370">
                  <c:v>0</c:v>
                </c:pt>
                <c:pt idx="1371">
                  <c:v>0</c:v>
                </c:pt>
                <c:pt idx="1372">
                  <c:v>0</c:v>
                </c:pt>
                <c:pt idx="1373">
                  <c:v>0</c:v>
                </c:pt>
                <c:pt idx="1374">
                  <c:v>0</c:v>
                </c:pt>
                <c:pt idx="1375">
                  <c:v>0</c:v>
                </c:pt>
                <c:pt idx="1376">
                  <c:v>0</c:v>
                </c:pt>
                <c:pt idx="1377">
                  <c:v>0</c:v>
                </c:pt>
                <c:pt idx="1378">
                  <c:v>0</c:v>
                </c:pt>
                <c:pt idx="1379">
                  <c:v>0</c:v>
                </c:pt>
                <c:pt idx="1380">
                  <c:v>0</c:v>
                </c:pt>
                <c:pt idx="1381">
                  <c:v>0</c:v>
                </c:pt>
                <c:pt idx="1382">
                  <c:v>0</c:v>
                </c:pt>
                <c:pt idx="1383">
                  <c:v>0</c:v>
                </c:pt>
                <c:pt idx="1384">
                  <c:v>0</c:v>
                </c:pt>
                <c:pt idx="1385">
                  <c:v>0</c:v>
                </c:pt>
                <c:pt idx="1386">
                  <c:v>0</c:v>
                </c:pt>
                <c:pt idx="1387">
                  <c:v>0</c:v>
                </c:pt>
                <c:pt idx="1388">
                  <c:v>0</c:v>
                </c:pt>
                <c:pt idx="1389">
                  <c:v>0</c:v>
                </c:pt>
                <c:pt idx="1390">
                  <c:v>0</c:v>
                </c:pt>
                <c:pt idx="1391">
                  <c:v>0</c:v>
                </c:pt>
                <c:pt idx="1392">
                  <c:v>0</c:v>
                </c:pt>
                <c:pt idx="1393">
                  <c:v>0</c:v>
                </c:pt>
                <c:pt idx="1394">
                  <c:v>0</c:v>
                </c:pt>
                <c:pt idx="1395">
                  <c:v>0</c:v>
                </c:pt>
                <c:pt idx="1396">
                  <c:v>0</c:v>
                </c:pt>
                <c:pt idx="1397">
                  <c:v>0</c:v>
                </c:pt>
                <c:pt idx="1398">
                  <c:v>0</c:v>
                </c:pt>
                <c:pt idx="1399">
                  <c:v>0</c:v>
                </c:pt>
                <c:pt idx="1400">
                  <c:v>0</c:v>
                </c:pt>
                <c:pt idx="1401">
                  <c:v>0</c:v>
                </c:pt>
                <c:pt idx="1402">
                  <c:v>0</c:v>
                </c:pt>
                <c:pt idx="1403">
                  <c:v>0</c:v>
                </c:pt>
                <c:pt idx="1404">
                  <c:v>0</c:v>
                </c:pt>
                <c:pt idx="1405">
                  <c:v>0</c:v>
                </c:pt>
                <c:pt idx="1406">
                  <c:v>0</c:v>
                </c:pt>
                <c:pt idx="1407">
                  <c:v>0</c:v>
                </c:pt>
                <c:pt idx="1408">
                  <c:v>0</c:v>
                </c:pt>
                <c:pt idx="1409">
                  <c:v>0</c:v>
                </c:pt>
                <c:pt idx="1410">
                  <c:v>0</c:v>
                </c:pt>
                <c:pt idx="1411">
                  <c:v>0</c:v>
                </c:pt>
                <c:pt idx="1412">
                  <c:v>0</c:v>
                </c:pt>
                <c:pt idx="1413">
                  <c:v>0</c:v>
                </c:pt>
                <c:pt idx="1414">
                  <c:v>0</c:v>
                </c:pt>
                <c:pt idx="1415">
                  <c:v>0</c:v>
                </c:pt>
                <c:pt idx="1416">
                  <c:v>0</c:v>
                </c:pt>
                <c:pt idx="1417">
                  <c:v>0</c:v>
                </c:pt>
                <c:pt idx="1418">
                  <c:v>0</c:v>
                </c:pt>
                <c:pt idx="1419">
                  <c:v>0</c:v>
                </c:pt>
                <c:pt idx="1420">
                  <c:v>0</c:v>
                </c:pt>
                <c:pt idx="1421">
                  <c:v>0</c:v>
                </c:pt>
                <c:pt idx="1422">
                  <c:v>0</c:v>
                </c:pt>
                <c:pt idx="1423">
                  <c:v>0</c:v>
                </c:pt>
                <c:pt idx="1424">
                  <c:v>0</c:v>
                </c:pt>
                <c:pt idx="1425">
                  <c:v>0</c:v>
                </c:pt>
                <c:pt idx="1426">
                  <c:v>0</c:v>
                </c:pt>
                <c:pt idx="1427">
                  <c:v>0</c:v>
                </c:pt>
                <c:pt idx="1428">
                  <c:v>0</c:v>
                </c:pt>
                <c:pt idx="1429">
                  <c:v>0</c:v>
                </c:pt>
                <c:pt idx="1430">
                  <c:v>0</c:v>
                </c:pt>
                <c:pt idx="1431">
                  <c:v>0</c:v>
                </c:pt>
                <c:pt idx="1432">
                  <c:v>0</c:v>
                </c:pt>
                <c:pt idx="1433">
                  <c:v>0</c:v>
                </c:pt>
                <c:pt idx="1434">
                  <c:v>0</c:v>
                </c:pt>
                <c:pt idx="1435">
                  <c:v>0</c:v>
                </c:pt>
                <c:pt idx="1436">
                  <c:v>0</c:v>
                </c:pt>
                <c:pt idx="1437">
                  <c:v>0</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0</c:v>
                </c:pt>
                <c:pt idx="1451">
                  <c:v>0</c:v>
                </c:pt>
                <c:pt idx="1452">
                  <c:v>0</c:v>
                </c:pt>
                <c:pt idx="1453">
                  <c:v>0</c:v>
                </c:pt>
                <c:pt idx="1454">
                  <c:v>0</c:v>
                </c:pt>
                <c:pt idx="1455">
                  <c:v>0</c:v>
                </c:pt>
                <c:pt idx="1456">
                  <c:v>0</c:v>
                </c:pt>
                <c:pt idx="1457">
                  <c:v>0</c:v>
                </c:pt>
                <c:pt idx="1458">
                  <c:v>0</c:v>
                </c:pt>
                <c:pt idx="1459">
                  <c:v>0</c:v>
                </c:pt>
                <c:pt idx="1460">
                  <c:v>0</c:v>
                </c:pt>
                <c:pt idx="1461">
                  <c:v>0</c:v>
                </c:pt>
                <c:pt idx="1462">
                  <c:v>0</c:v>
                </c:pt>
                <c:pt idx="1463">
                  <c:v>0</c:v>
                </c:pt>
                <c:pt idx="1464">
                  <c:v>0</c:v>
                </c:pt>
                <c:pt idx="1465">
                  <c:v>0</c:v>
                </c:pt>
                <c:pt idx="1466">
                  <c:v>0</c:v>
                </c:pt>
                <c:pt idx="1467">
                  <c:v>0</c:v>
                </c:pt>
                <c:pt idx="1468">
                  <c:v>0</c:v>
                </c:pt>
                <c:pt idx="1469">
                  <c:v>0</c:v>
                </c:pt>
                <c:pt idx="1470">
                  <c:v>0</c:v>
                </c:pt>
                <c:pt idx="1471">
                  <c:v>0</c:v>
                </c:pt>
                <c:pt idx="1472">
                  <c:v>0</c:v>
                </c:pt>
                <c:pt idx="1473">
                  <c:v>0</c:v>
                </c:pt>
                <c:pt idx="1474">
                  <c:v>0</c:v>
                </c:pt>
                <c:pt idx="1475">
                  <c:v>0</c:v>
                </c:pt>
                <c:pt idx="1476">
                  <c:v>0</c:v>
                </c:pt>
                <c:pt idx="1477">
                  <c:v>0</c:v>
                </c:pt>
                <c:pt idx="1478">
                  <c:v>0</c:v>
                </c:pt>
                <c:pt idx="1479">
                  <c:v>0</c:v>
                </c:pt>
                <c:pt idx="1480">
                  <c:v>0</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0</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c:v>
                </c:pt>
                <c:pt idx="1631">
                  <c:v>0</c:v>
                </c:pt>
                <c:pt idx="1632">
                  <c:v>0</c:v>
                </c:pt>
                <c:pt idx="1633">
                  <c:v>0</c:v>
                </c:pt>
                <c:pt idx="1634">
                  <c:v>0</c:v>
                </c:pt>
                <c:pt idx="1635">
                  <c:v>0</c:v>
                </c:pt>
                <c:pt idx="1636">
                  <c:v>0</c:v>
                </c:pt>
                <c:pt idx="1637">
                  <c:v>0</c:v>
                </c:pt>
                <c:pt idx="1638">
                  <c:v>0</c:v>
                </c:pt>
                <c:pt idx="1639">
                  <c:v>0</c:v>
                </c:pt>
                <c:pt idx="1640">
                  <c:v>0</c:v>
                </c:pt>
                <c:pt idx="1641">
                  <c:v>0</c:v>
                </c:pt>
                <c:pt idx="1642">
                  <c:v>0</c:v>
                </c:pt>
                <c:pt idx="1643">
                  <c:v>0</c:v>
                </c:pt>
                <c:pt idx="1644">
                  <c:v>0</c:v>
                </c:pt>
                <c:pt idx="1645">
                  <c:v>0</c:v>
                </c:pt>
                <c:pt idx="1646">
                  <c:v>0</c:v>
                </c:pt>
                <c:pt idx="1647">
                  <c:v>0</c:v>
                </c:pt>
                <c:pt idx="1648">
                  <c:v>0</c:v>
                </c:pt>
                <c:pt idx="1649">
                  <c:v>0</c:v>
                </c:pt>
                <c:pt idx="1650">
                  <c:v>0</c:v>
                </c:pt>
                <c:pt idx="1651">
                  <c:v>0</c:v>
                </c:pt>
                <c:pt idx="1652">
                  <c:v>0</c:v>
                </c:pt>
                <c:pt idx="1653">
                  <c:v>0</c:v>
                </c:pt>
                <c:pt idx="1654">
                  <c:v>0</c:v>
                </c:pt>
                <c:pt idx="1655">
                  <c:v>0</c:v>
                </c:pt>
                <c:pt idx="1656">
                  <c:v>0</c:v>
                </c:pt>
                <c:pt idx="1657">
                  <c:v>0</c:v>
                </c:pt>
                <c:pt idx="1658">
                  <c:v>0</c:v>
                </c:pt>
                <c:pt idx="1659">
                  <c:v>0</c:v>
                </c:pt>
                <c:pt idx="1660">
                  <c:v>0</c:v>
                </c:pt>
                <c:pt idx="1661">
                  <c:v>0</c:v>
                </c:pt>
                <c:pt idx="1662">
                  <c:v>0</c:v>
                </c:pt>
                <c:pt idx="1663">
                  <c:v>0</c:v>
                </c:pt>
                <c:pt idx="1664">
                  <c:v>0</c:v>
                </c:pt>
                <c:pt idx="1665">
                  <c:v>0</c:v>
                </c:pt>
                <c:pt idx="1666">
                  <c:v>0</c:v>
                </c:pt>
                <c:pt idx="1667">
                  <c:v>0</c:v>
                </c:pt>
                <c:pt idx="1668">
                  <c:v>0</c:v>
                </c:pt>
                <c:pt idx="1669">
                  <c:v>0</c:v>
                </c:pt>
                <c:pt idx="1670">
                  <c:v>0</c:v>
                </c:pt>
                <c:pt idx="1671">
                  <c:v>0</c:v>
                </c:pt>
                <c:pt idx="1672">
                  <c:v>0</c:v>
                </c:pt>
                <c:pt idx="1673">
                  <c:v>0</c:v>
                </c:pt>
                <c:pt idx="1674">
                  <c:v>0</c:v>
                </c:pt>
                <c:pt idx="1675">
                  <c:v>0</c:v>
                </c:pt>
                <c:pt idx="1676">
                  <c:v>0</c:v>
                </c:pt>
                <c:pt idx="1677">
                  <c:v>0</c:v>
                </c:pt>
                <c:pt idx="1678">
                  <c:v>0</c:v>
                </c:pt>
                <c:pt idx="1679">
                  <c:v>0</c:v>
                </c:pt>
                <c:pt idx="1680">
                  <c:v>0</c:v>
                </c:pt>
                <c:pt idx="1681">
                  <c:v>0</c:v>
                </c:pt>
                <c:pt idx="1682">
                  <c:v>0</c:v>
                </c:pt>
                <c:pt idx="1683">
                  <c:v>0</c:v>
                </c:pt>
                <c:pt idx="1684">
                  <c:v>0</c:v>
                </c:pt>
                <c:pt idx="1685">
                  <c:v>0</c:v>
                </c:pt>
                <c:pt idx="1686">
                  <c:v>0</c:v>
                </c:pt>
                <c:pt idx="1687">
                  <c:v>0</c:v>
                </c:pt>
                <c:pt idx="1688">
                  <c:v>0</c:v>
                </c:pt>
                <c:pt idx="1689">
                  <c:v>0</c:v>
                </c:pt>
                <c:pt idx="1690">
                  <c:v>0</c:v>
                </c:pt>
                <c:pt idx="1691">
                  <c:v>0</c:v>
                </c:pt>
                <c:pt idx="1692">
                  <c:v>0</c:v>
                </c:pt>
                <c:pt idx="1693">
                  <c:v>0</c:v>
                </c:pt>
                <c:pt idx="1694">
                  <c:v>0</c:v>
                </c:pt>
                <c:pt idx="1695">
                  <c:v>0</c:v>
                </c:pt>
                <c:pt idx="1696">
                  <c:v>0</c:v>
                </c:pt>
                <c:pt idx="1697">
                  <c:v>0</c:v>
                </c:pt>
                <c:pt idx="1698">
                  <c:v>0</c:v>
                </c:pt>
                <c:pt idx="1699">
                  <c:v>0</c:v>
                </c:pt>
                <c:pt idx="1700">
                  <c:v>0</c:v>
                </c:pt>
                <c:pt idx="1701">
                  <c:v>0</c:v>
                </c:pt>
                <c:pt idx="1702">
                  <c:v>0</c:v>
                </c:pt>
                <c:pt idx="1703">
                  <c:v>0</c:v>
                </c:pt>
                <c:pt idx="1704">
                  <c:v>0</c:v>
                </c:pt>
                <c:pt idx="1705">
                  <c:v>0</c:v>
                </c:pt>
                <c:pt idx="1706">
                  <c:v>0</c:v>
                </c:pt>
                <c:pt idx="1707">
                  <c:v>0</c:v>
                </c:pt>
                <c:pt idx="1708">
                  <c:v>0</c:v>
                </c:pt>
                <c:pt idx="1709">
                  <c:v>0</c:v>
                </c:pt>
                <c:pt idx="1710">
                  <c:v>0</c:v>
                </c:pt>
                <c:pt idx="1711">
                  <c:v>0</c:v>
                </c:pt>
                <c:pt idx="1712">
                  <c:v>0</c:v>
                </c:pt>
                <c:pt idx="1713">
                  <c:v>0</c:v>
                </c:pt>
                <c:pt idx="1714">
                  <c:v>0</c:v>
                </c:pt>
                <c:pt idx="1715">
                  <c:v>0</c:v>
                </c:pt>
                <c:pt idx="1716">
                  <c:v>0</c:v>
                </c:pt>
                <c:pt idx="1717">
                  <c:v>0</c:v>
                </c:pt>
                <c:pt idx="1718">
                  <c:v>0</c:v>
                </c:pt>
                <c:pt idx="1719">
                  <c:v>0</c:v>
                </c:pt>
                <c:pt idx="1720">
                  <c:v>0</c:v>
                </c:pt>
                <c:pt idx="1721">
                  <c:v>0</c:v>
                </c:pt>
                <c:pt idx="1722">
                  <c:v>0</c:v>
                </c:pt>
                <c:pt idx="1723">
                  <c:v>0</c:v>
                </c:pt>
                <c:pt idx="1724">
                  <c:v>0</c:v>
                </c:pt>
                <c:pt idx="1725">
                  <c:v>0</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c:v>
                </c:pt>
                <c:pt idx="1754">
                  <c:v>0</c:v>
                </c:pt>
                <c:pt idx="1755">
                  <c:v>0</c:v>
                </c:pt>
                <c:pt idx="1756">
                  <c:v>0</c:v>
                </c:pt>
                <c:pt idx="1757">
                  <c:v>0</c:v>
                </c:pt>
                <c:pt idx="1758">
                  <c:v>0</c:v>
                </c:pt>
                <c:pt idx="1759">
                  <c:v>0</c:v>
                </c:pt>
                <c:pt idx="1760">
                  <c:v>0</c:v>
                </c:pt>
                <c:pt idx="1761">
                  <c:v>0</c:v>
                </c:pt>
                <c:pt idx="1762">
                  <c:v>0</c:v>
                </c:pt>
                <c:pt idx="1763">
                  <c:v>0</c:v>
                </c:pt>
                <c:pt idx="1764">
                  <c:v>0</c:v>
                </c:pt>
                <c:pt idx="1765">
                  <c:v>0</c:v>
                </c:pt>
                <c:pt idx="1766">
                  <c:v>0</c:v>
                </c:pt>
                <c:pt idx="1767">
                  <c:v>0</c:v>
                </c:pt>
                <c:pt idx="1768">
                  <c:v>0</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numCache>
            </c:numRef>
          </c:yVal>
          <c:smooth val="0"/>
          <c:extLst>
            <c:ext xmlns:c16="http://schemas.microsoft.com/office/drawing/2014/chart" uri="{C3380CC4-5D6E-409C-BE32-E72D297353CC}">
              <c16:uniqueId val="{00000002-2357-3C40-A3AE-D6B4EF0B4D4D}"/>
            </c:ext>
          </c:extLst>
        </c:ser>
        <c:dLbls>
          <c:showLegendKey val="0"/>
          <c:showVal val="0"/>
          <c:showCatName val="0"/>
          <c:showSerName val="0"/>
          <c:showPercent val="0"/>
          <c:showBubbleSize val="0"/>
        </c:dLbls>
        <c:axId val="2000001216"/>
        <c:axId val="2000001217"/>
      </c:scatterChart>
      <c:dateAx>
        <c:axId val="2000001216"/>
        <c:scaling>
          <c:orientation val="minMax"/>
          <c:min val="44653"/>
        </c:scaling>
        <c:delete val="0"/>
        <c:axPos val="b"/>
        <c:numFmt formatCode="yyyy\-mm" sourceLinked="0"/>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800" b="0" i="0" u="none" strike="noStrike" kern="1200" baseline="0">
                <a:solidFill>
                  <a:schemeClr val="tx1"/>
                </a:solidFill>
                <a:latin typeface="Arial" panose="020B0604020202020204" pitchFamily="34" charset="0"/>
                <a:ea typeface="思源黑体 CN Regular" panose="020B0500000000000000" pitchFamily="34" charset="-122"/>
                <a:cs typeface="Arial" panose="020B0604020202020204" pitchFamily="34" charset="0"/>
              </a:defRPr>
            </a:pPr>
            <a:endParaRPr lang="zh-CN"/>
          </a:p>
        </c:txPr>
        <c:crossAx val="2000001217"/>
        <c:crosses val="autoZero"/>
        <c:auto val="1"/>
        <c:lblOffset val="100"/>
        <c:baseTimeUnit val="days"/>
        <c:majorUnit val="9"/>
        <c:majorTimeUnit val="months"/>
      </c:dateAx>
      <c:valAx>
        <c:axId val="2000001217"/>
        <c:scaling>
          <c:orientation val="minMax"/>
          <c:min val="0.15000000000000002"/>
        </c:scaling>
        <c:delete val="0"/>
        <c:axPos val="l"/>
        <c:numFmt formatCode="0%" sourceLinked="0"/>
        <c:majorTickMark val="in"/>
        <c:minorTickMark val="none"/>
        <c:tickLblPos val="nextTo"/>
        <c:spPr>
          <a:noFill/>
          <a:ln>
            <a:solidFill>
              <a:sysClr val="windowText" lastClr="000000"/>
            </a:solidFill>
          </a:ln>
          <a:effectLst/>
        </c:spPr>
        <c:txPr>
          <a:bodyPr rot="-60000000" spcFirstLastPara="1" vertOverflow="ellipsis" vert="horz" wrap="square" anchor="ctr" anchorCtr="1"/>
          <a:lstStyle/>
          <a:p>
            <a:pPr>
              <a:defRPr sz="800" b="0" i="0" u="none" strike="noStrike" kern="1200" baseline="0">
                <a:solidFill>
                  <a:schemeClr val="tx1"/>
                </a:solidFill>
                <a:latin typeface="Arial" panose="020B0604020202020204" pitchFamily="34" charset="0"/>
                <a:ea typeface="思源黑体 CN Regular" panose="020B0500000000000000" pitchFamily="34" charset="-122"/>
                <a:cs typeface="Arial" panose="020B0604020202020204" pitchFamily="34" charset="0"/>
              </a:defRPr>
            </a:pPr>
            <a:endParaRPr lang="zh-CN"/>
          </a:p>
        </c:txPr>
        <c:crossAx val="2000001216"/>
        <c:crosses val="autoZero"/>
        <c:crossBetween val="between"/>
      </c:valAx>
      <c:valAx>
        <c:axId val="2000001219"/>
        <c:scaling>
          <c:orientation val="minMax"/>
          <c:max val="0.28000000000000003"/>
          <c:min val="0.18000000000000002"/>
        </c:scaling>
        <c:delete val="0"/>
        <c:axPos val="r"/>
        <c:numFmt formatCode="0%" sourceLinked="0"/>
        <c:majorTickMark val="out"/>
        <c:minorTickMark val="none"/>
        <c:tickLblPos val="nextTo"/>
        <c:spPr>
          <a:noFill/>
          <a:ln>
            <a:solidFill>
              <a:sysClr val="windowText" lastClr="000000"/>
            </a:solidFill>
          </a:ln>
          <a:effectLst/>
        </c:spPr>
        <c:txPr>
          <a:bodyPr rot="-60000000" spcFirstLastPara="1" vertOverflow="ellipsis" vert="horz" wrap="square" anchor="ctr" anchorCtr="1"/>
          <a:lstStyle/>
          <a:p>
            <a:pPr>
              <a:defRPr sz="800" b="0" i="0" u="none" strike="noStrike" kern="1200" baseline="0">
                <a:solidFill>
                  <a:schemeClr val="tx1"/>
                </a:solidFill>
                <a:latin typeface="Arial" panose="020B0604020202020204" pitchFamily="34" charset="0"/>
                <a:ea typeface="思源黑体 CN Regular" panose="020B0500000000000000" pitchFamily="34" charset="-122"/>
                <a:cs typeface="Arial" panose="020B0604020202020204" pitchFamily="34" charset="0"/>
              </a:defRPr>
            </a:pPr>
            <a:endParaRPr lang="zh-CN"/>
          </a:p>
        </c:txPr>
        <c:crossAx val="2000001218"/>
        <c:crosses val="max"/>
        <c:crossBetween val="between"/>
      </c:valAx>
      <c:dateAx>
        <c:axId val="2000001218"/>
        <c:scaling>
          <c:orientation val="minMax"/>
        </c:scaling>
        <c:delete val="1"/>
        <c:axPos val="b"/>
        <c:numFmt formatCode="yyyy\-mm\-dd" sourceLinked="1"/>
        <c:majorTickMark val="out"/>
        <c:minorTickMark val="none"/>
        <c:tickLblPos val="nextTo"/>
        <c:crossAx val="2000001219"/>
        <c:crosses val="autoZero"/>
        <c:auto val="1"/>
        <c:lblOffset val="100"/>
        <c:baseTimeUnit val="days"/>
      </c:dateAx>
      <c:spPr>
        <a:noFill/>
        <a:ln>
          <a:noFill/>
        </a:ln>
        <a:effectLst/>
      </c:spPr>
    </c:plotArea>
    <c:legend>
      <c:legendPos val="t"/>
      <c:legendEntry>
        <c:idx val="2"/>
        <c:delete val="1"/>
      </c:legendEntry>
      <c:overlay val="0"/>
      <c:spPr>
        <a:noFill/>
        <a:ln>
          <a:noFill/>
        </a:ln>
        <a:effectLst/>
      </c:spPr>
      <c:txPr>
        <a:bodyPr rot="0" spcFirstLastPara="1" vertOverflow="ellipsis" vert="horz" wrap="square" anchor="ctr" anchorCtr="1"/>
        <a:lstStyle/>
        <a:p>
          <a:pPr>
            <a:defRPr sz="800" b="0" i="0" u="none" strike="noStrike" kern="1200" baseline="0">
              <a:solidFill>
                <a:schemeClr val="tx1"/>
              </a:solidFill>
              <a:latin typeface="Arial" panose="020B0604020202020204" pitchFamily="34" charset="0"/>
              <a:ea typeface="思源黑体 CN Regular" panose="020B0500000000000000" pitchFamily="34" charset="-122"/>
              <a:cs typeface="Arial" panose="020B0604020202020204" pitchFamily="34" charset="0"/>
            </a:defRPr>
          </a:pPr>
          <a:endParaRPr lang="zh-CN"/>
        </a:p>
      </c:txPr>
    </c:legend>
    <c:plotVisOnly val="1"/>
    <c:dispBlanksAs val="gap"/>
    <c:showDLblsOverMax val="0"/>
    <c:extLst/>
  </c:chart>
  <c:spPr>
    <a:solidFill>
      <a:schemeClr val="bg1"/>
    </a:solidFill>
    <a:ln w="9525" cap="flat" cmpd="sng" algn="ctr">
      <a:noFill/>
      <a:round/>
    </a:ln>
    <a:effectLst/>
  </c:spPr>
  <c:txPr>
    <a:bodyPr/>
    <a:lstStyle/>
    <a:p>
      <a:pPr>
        <a:defRPr sz="800">
          <a:solidFill>
            <a:schemeClr val="tx1"/>
          </a:solidFill>
          <a:latin typeface="Arial" panose="020B0604020202020204" pitchFamily="34" charset="0"/>
          <a:ea typeface="思源黑体 CN Regular" panose="020B0500000000000000" pitchFamily="34" charset="-122"/>
          <a:cs typeface="Arial" panose="020B0604020202020204" pitchFamily="34" charset="0"/>
        </a:defRPr>
      </a:pPr>
      <a:endParaRPr lang="zh-CN"/>
    </a:p>
  </c:txPr>
  <c:externalData r:id="rId1">
    <c:autoUpdate val="0"/>
  </c:externalData>
  <c:userShapes r:id="rId5"/>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6.5932468639130826E-2"/>
          <c:y val="0.10875536480686696"/>
          <c:w val="0.86568892628879401"/>
          <c:h val="0.82519916061837018"/>
        </c:manualLayout>
      </c:layout>
      <c:lineChart>
        <c:grouping val="standard"/>
        <c:varyColors val="0"/>
        <c:ser>
          <c:idx val="0"/>
          <c:order val="0"/>
          <c:tx>
            <c:strRef>
              <c:f>'图1 恒生指数eps (3)'!$J$3</c:f>
              <c:strCache>
                <c:ptCount val="1"/>
                <c:pt idx="0">
                  <c:v>收盘价：恒生指数（点，左轴）</c:v>
                </c:pt>
              </c:strCache>
            </c:strRef>
          </c:tx>
          <c:spPr>
            <a:ln w="25400">
              <a:solidFill>
                <a:srgbClr val="7C80C8"/>
              </a:solidFill>
              <a:prstDash val="solid"/>
            </a:ln>
          </c:spPr>
          <c:marker>
            <c:symbol val="none"/>
          </c:marker>
          <c:cat>
            <c:numRef>
              <c:f>'图1 恒生指数eps (3)'!$I$10:$I$6455</c:f>
              <c:numCache>
                <c:formatCode>yyyy\-mm\-dd</c:formatCode>
                <c:ptCount val="6446"/>
                <c:pt idx="0">
                  <c:v>46199</c:v>
                </c:pt>
                <c:pt idx="1">
                  <c:v>46198</c:v>
                </c:pt>
                <c:pt idx="2">
                  <c:v>46197</c:v>
                </c:pt>
                <c:pt idx="3">
                  <c:v>46196</c:v>
                </c:pt>
                <c:pt idx="4">
                  <c:v>46195</c:v>
                </c:pt>
                <c:pt idx="5">
                  <c:v>46191</c:v>
                </c:pt>
                <c:pt idx="6">
                  <c:v>46190</c:v>
                </c:pt>
                <c:pt idx="7">
                  <c:v>46189</c:v>
                </c:pt>
                <c:pt idx="8">
                  <c:v>46188</c:v>
                </c:pt>
                <c:pt idx="9">
                  <c:v>46185</c:v>
                </c:pt>
                <c:pt idx="10">
                  <c:v>46184</c:v>
                </c:pt>
                <c:pt idx="11">
                  <c:v>46183</c:v>
                </c:pt>
                <c:pt idx="12">
                  <c:v>46182</c:v>
                </c:pt>
                <c:pt idx="13">
                  <c:v>46181</c:v>
                </c:pt>
                <c:pt idx="14">
                  <c:v>46178</c:v>
                </c:pt>
                <c:pt idx="15">
                  <c:v>46177</c:v>
                </c:pt>
                <c:pt idx="16">
                  <c:v>46176</c:v>
                </c:pt>
                <c:pt idx="17">
                  <c:v>46175</c:v>
                </c:pt>
                <c:pt idx="18">
                  <c:v>46174</c:v>
                </c:pt>
                <c:pt idx="19">
                  <c:v>46171</c:v>
                </c:pt>
                <c:pt idx="20">
                  <c:v>46170</c:v>
                </c:pt>
                <c:pt idx="21">
                  <c:v>46169</c:v>
                </c:pt>
                <c:pt idx="22">
                  <c:v>46168</c:v>
                </c:pt>
                <c:pt idx="23">
                  <c:v>46164</c:v>
                </c:pt>
                <c:pt idx="24">
                  <c:v>46163</c:v>
                </c:pt>
                <c:pt idx="25">
                  <c:v>46162</c:v>
                </c:pt>
                <c:pt idx="26">
                  <c:v>46161</c:v>
                </c:pt>
                <c:pt idx="27">
                  <c:v>46160</c:v>
                </c:pt>
                <c:pt idx="28">
                  <c:v>46157</c:v>
                </c:pt>
                <c:pt idx="29">
                  <c:v>46156</c:v>
                </c:pt>
                <c:pt idx="30">
                  <c:v>46155</c:v>
                </c:pt>
                <c:pt idx="31">
                  <c:v>46154</c:v>
                </c:pt>
                <c:pt idx="32">
                  <c:v>46153</c:v>
                </c:pt>
                <c:pt idx="33">
                  <c:v>46150</c:v>
                </c:pt>
                <c:pt idx="34">
                  <c:v>46149</c:v>
                </c:pt>
                <c:pt idx="35">
                  <c:v>46148</c:v>
                </c:pt>
                <c:pt idx="36">
                  <c:v>46147</c:v>
                </c:pt>
                <c:pt idx="37">
                  <c:v>46146</c:v>
                </c:pt>
                <c:pt idx="38">
                  <c:v>46142</c:v>
                </c:pt>
                <c:pt idx="39">
                  <c:v>46141</c:v>
                </c:pt>
                <c:pt idx="40">
                  <c:v>46140</c:v>
                </c:pt>
                <c:pt idx="41">
                  <c:v>46139</c:v>
                </c:pt>
                <c:pt idx="42">
                  <c:v>46136</c:v>
                </c:pt>
                <c:pt idx="43">
                  <c:v>46135</c:v>
                </c:pt>
                <c:pt idx="44">
                  <c:v>46134</c:v>
                </c:pt>
                <c:pt idx="45">
                  <c:v>46133</c:v>
                </c:pt>
                <c:pt idx="46">
                  <c:v>46132</c:v>
                </c:pt>
                <c:pt idx="47">
                  <c:v>46129</c:v>
                </c:pt>
                <c:pt idx="48">
                  <c:v>46128</c:v>
                </c:pt>
                <c:pt idx="49">
                  <c:v>46127</c:v>
                </c:pt>
                <c:pt idx="50">
                  <c:v>46126</c:v>
                </c:pt>
                <c:pt idx="51">
                  <c:v>46125</c:v>
                </c:pt>
                <c:pt idx="52">
                  <c:v>46122</c:v>
                </c:pt>
                <c:pt idx="53">
                  <c:v>46121</c:v>
                </c:pt>
                <c:pt idx="54">
                  <c:v>46120</c:v>
                </c:pt>
                <c:pt idx="55">
                  <c:v>46114</c:v>
                </c:pt>
                <c:pt idx="56">
                  <c:v>46113</c:v>
                </c:pt>
                <c:pt idx="57">
                  <c:v>46112</c:v>
                </c:pt>
                <c:pt idx="58">
                  <c:v>46111</c:v>
                </c:pt>
                <c:pt idx="59">
                  <c:v>46108</c:v>
                </c:pt>
                <c:pt idx="60">
                  <c:v>46107</c:v>
                </c:pt>
                <c:pt idx="61">
                  <c:v>46106</c:v>
                </c:pt>
                <c:pt idx="62">
                  <c:v>46105</c:v>
                </c:pt>
                <c:pt idx="63">
                  <c:v>46104</c:v>
                </c:pt>
                <c:pt idx="64">
                  <c:v>46101</c:v>
                </c:pt>
                <c:pt idx="65">
                  <c:v>46100</c:v>
                </c:pt>
                <c:pt idx="66">
                  <c:v>46099</c:v>
                </c:pt>
                <c:pt idx="67">
                  <c:v>46098</c:v>
                </c:pt>
                <c:pt idx="68">
                  <c:v>46097</c:v>
                </c:pt>
                <c:pt idx="69">
                  <c:v>46094</c:v>
                </c:pt>
                <c:pt idx="70">
                  <c:v>46093</c:v>
                </c:pt>
                <c:pt idx="71">
                  <c:v>46092</c:v>
                </c:pt>
                <c:pt idx="72">
                  <c:v>46091</c:v>
                </c:pt>
                <c:pt idx="73">
                  <c:v>46090</c:v>
                </c:pt>
                <c:pt idx="74">
                  <c:v>46087</c:v>
                </c:pt>
                <c:pt idx="75">
                  <c:v>46086</c:v>
                </c:pt>
                <c:pt idx="76">
                  <c:v>46085</c:v>
                </c:pt>
                <c:pt idx="77">
                  <c:v>46084</c:v>
                </c:pt>
                <c:pt idx="78">
                  <c:v>46083</c:v>
                </c:pt>
                <c:pt idx="79">
                  <c:v>46080</c:v>
                </c:pt>
                <c:pt idx="80">
                  <c:v>46079</c:v>
                </c:pt>
                <c:pt idx="81">
                  <c:v>46078</c:v>
                </c:pt>
                <c:pt idx="82">
                  <c:v>46077</c:v>
                </c:pt>
                <c:pt idx="83">
                  <c:v>46076</c:v>
                </c:pt>
                <c:pt idx="84">
                  <c:v>46073</c:v>
                </c:pt>
                <c:pt idx="85">
                  <c:v>46069</c:v>
                </c:pt>
                <c:pt idx="86">
                  <c:v>46066</c:v>
                </c:pt>
                <c:pt idx="87">
                  <c:v>46065</c:v>
                </c:pt>
                <c:pt idx="88">
                  <c:v>46064</c:v>
                </c:pt>
                <c:pt idx="89">
                  <c:v>46063</c:v>
                </c:pt>
                <c:pt idx="90">
                  <c:v>46062</c:v>
                </c:pt>
                <c:pt idx="91">
                  <c:v>46059</c:v>
                </c:pt>
                <c:pt idx="92">
                  <c:v>46058</c:v>
                </c:pt>
                <c:pt idx="93">
                  <c:v>46057</c:v>
                </c:pt>
                <c:pt idx="94">
                  <c:v>46056</c:v>
                </c:pt>
                <c:pt idx="95">
                  <c:v>46055</c:v>
                </c:pt>
                <c:pt idx="96">
                  <c:v>46052</c:v>
                </c:pt>
                <c:pt idx="97">
                  <c:v>46051</c:v>
                </c:pt>
                <c:pt idx="98">
                  <c:v>46050</c:v>
                </c:pt>
                <c:pt idx="99">
                  <c:v>46049</c:v>
                </c:pt>
                <c:pt idx="100">
                  <c:v>46048</c:v>
                </c:pt>
                <c:pt idx="101">
                  <c:v>46045</c:v>
                </c:pt>
                <c:pt idx="102">
                  <c:v>46044</c:v>
                </c:pt>
                <c:pt idx="103">
                  <c:v>46043</c:v>
                </c:pt>
                <c:pt idx="104">
                  <c:v>46042</c:v>
                </c:pt>
                <c:pt idx="105">
                  <c:v>46041</c:v>
                </c:pt>
                <c:pt idx="106">
                  <c:v>46038</c:v>
                </c:pt>
                <c:pt idx="107">
                  <c:v>46037</c:v>
                </c:pt>
                <c:pt idx="108">
                  <c:v>46036</c:v>
                </c:pt>
                <c:pt idx="109">
                  <c:v>46035</c:v>
                </c:pt>
                <c:pt idx="110">
                  <c:v>46034</c:v>
                </c:pt>
                <c:pt idx="111">
                  <c:v>46031</c:v>
                </c:pt>
                <c:pt idx="112">
                  <c:v>46030</c:v>
                </c:pt>
                <c:pt idx="113">
                  <c:v>46029</c:v>
                </c:pt>
                <c:pt idx="114">
                  <c:v>46028</c:v>
                </c:pt>
                <c:pt idx="115">
                  <c:v>46027</c:v>
                </c:pt>
                <c:pt idx="116">
                  <c:v>46024</c:v>
                </c:pt>
                <c:pt idx="117">
                  <c:v>46022</c:v>
                </c:pt>
                <c:pt idx="118">
                  <c:v>46021</c:v>
                </c:pt>
                <c:pt idx="119">
                  <c:v>46020</c:v>
                </c:pt>
                <c:pt idx="120">
                  <c:v>46015</c:v>
                </c:pt>
                <c:pt idx="121">
                  <c:v>46014</c:v>
                </c:pt>
                <c:pt idx="122">
                  <c:v>46013</c:v>
                </c:pt>
                <c:pt idx="123">
                  <c:v>46010</c:v>
                </c:pt>
                <c:pt idx="124">
                  <c:v>46009</c:v>
                </c:pt>
                <c:pt idx="125">
                  <c:v>46008</c:v>
                </c:pt>
                <c:pt idx="126">
                  <c:v>46007</c:v>
                </c:pt>
                <c:pt idx="127">
                  <c:v>46006</c:v>
                </c:pt>
                <c:pt idx="128">
                  <c:v>46003</c:v>
                </c:pt>
                <c:pt idx="129">
                  <c:v>46002</c:v>
                </c:pt>
                <c:pt idx="130">
                  <c:v>46001</c:v>
                </c:pt>
                <c:pt idx="131">
                  <c:v>46000</c:v>
                </c:pt>
                <c:pt idx="132">
                  <c:v>45999</c:v>
                </c:pt>
                <c:pt idx="133">
                  <c:v>45996</c:v>
                </c:pt>
                <c:pt idx="134">
                  <c:v>45995</c:v>
                </c:pt>
                <c:pt idx="135">
                  <c:v>45994</c:v>
                </c:pt>
                <c:pt idx="136">
                  <c:v>45993</c:v>
                </c:pt>
                <c:pt idx="137">
                  <c:v>45992</c:v>
                </c:pt>
                <c:pt idx="138">
                  <c:v>45989</c:v>
                </c:pt>
                <c:pt idx="139">
                  <c:v>45988</c:v>
                </c:pt>
                <c:pt idx="140">
                  <c:v>45987</c:v>
                </c:pt>
                <c:pt idx="141">
                  <c:v>45986</c:v>
                </c:pt>
                <c:pt idx="142">
                  <c:v>45985</c:v>
                </c:pt>
                <c:pt idx="143">
                  <c:v>45982</c:v>
                </c:pt>
                <c:pt idx="144">
                  <c:v>45981</c:v>
                </c:pt>
                <c:pt idx="145">
                  <c:v>45980</c:v>
                </c:pt>
                <c:pt idx="146">
                  <c:v>45979</c:v>
                </c:pt>
                <c:pt idx="147">
                  <c:v>45978</c:v>
                </c:pt>
                <c:pt idx="148">
                  <c:v>45975</c:v>
                </c:pt>
                <c:pt idx="149">
                  <c:v>45974</c:v>
                </c:pt>
                <c:pt idx="150">
                  <c:v>45973</c:v>
                </c:pt>
                <c:pt idx="151">
                  <c:v>45972</c:v>
                </c:pt>
                <c:pt idx="152">
                  <c:v>45971</c:v>
                </c:pt>
                <c:pt idx="153">
                  <c:v>45968</c:v>
                </c:pt>
                <c:pt idx="154">
                  <c:v>45967</c:v>
                </c:pt>
                <c:pt idx="155">
                  <c:v>45966</c:v>
                </c:pt>
                <c:pt idx="156">
                  <c:v>45965</c:v>
                </c:pt>
                <c:pt idx="157">
                  <c:v>45964</c:v>
                </c:pt>
                <c:pt idx="158">
                  <c:v>45961</c:v>
                </c:pt>
                <c:pt idx="159">
                  <c:v>45960</c:v>
                </c:pt>
                <c:pt idx="160">
                  <c:v>45958</c:v>
                </c:pt>
                <c:pt idx="161">
                  <c:v>45957</c:v>
                </c:pt>
                <c:pt idx="162">
                  <c:v>45954</c:v>
                </c:pt>
                <c:pt idx="163">
                  <c:v>45953</c:v>
                </c:pt>
                <c:pt idx="164">
                  <c:v>45952</c:v>
                </c:pt>
                <c:pt idx="165">
                  <c:v>45951</c:v>
                </c:pt>
                <c:pt idx="166">
                  <c:v>45950</c:v>
                </c:pt>
                <c:pt idx="167">
                  <c:v>45947</c:v>
                </c:pt>
                <c:pt idx="168">
                  <c:v>45946</c:v>
                </c:pt>
                <c:pt idx="169">
                  <c:v>45945</c:v>
                </c:pt>
                <c:pt idx="170">
                  <c:v>45944</c:v>
                </c:pt>
                <c:pt idx="171">
                  <c:v>45943</c:v>
                </c:pt>
                <c:pt idx="172">
                  <c:v>45940</c:v>
                </c:pt>
                <c:pt idx="173">
                  <c:v>45939</c:v>
                </c:pt>
                <c:pt idx="174">
                  <c:v>45938</c:v>
                </c:pt>
                <c:pt idx="175">
                  <c:v>45936</c:v>
                </c:pt>
                <c:pt idx="176">
                  <c:v>45933</c:v>
                </c:pt>
                <c:pt idx="177">
                  <c:v>45932</c:v>
                </c:pt>
                <c:pt idx="178">
                  <c:v>45930</c:v>
                </c:pt>
                <c:pt idx="179">
                  <c:v>45929</c:v>
                </c:pt>
                <c:pt idx="180">
                  <c:v>45926</c:v>
                </c:pt>
                <c:pt idx="181">
                  <c:v>45925</c:v>
                </c:pt>
                <c:pt idx="182">
                  <c:v>45924</c:v>
                </c:pt>
                <c:pt idx="183">
                  <c:v>45923</c:v>
                </c:pt>
                <c:pt idx="184">
                  <c:v>45922</c:v>
                </c:pt>
                <c:pt idx="185">
                  <c:v>45919</c:v>
                </c:pt>
                <c:pt idx="186">
                  <c:v>45918</c:v>
                </c:pt>
                <c:pt idx="187">
                  <c:v>45917</c:v>
                </c:pt>
                <c:pt idx="188">
                  <c:v>45916</c:v>
                </c:pt>
                <c:pt idx="189">
                  <c:v>45915</c:v>
                </c:pt>
                <c:pt idx="190">
                  <c:v>45912</c:v>
                </c:pt>
                <c:pt idx="191">
                  <c:v>45911</c:v>
                </c:pt>
                <c:pt idx="192">
                  <c:v>45910</c:v>
                </c:pt>
                <c:pt idx="193">
                  <c:v>45909</c:v>
                </c:pt>
                <c:pt idx="194">
                  <c:v>45908</c:v>
                </c:pt>
                <c:pt idx="195">
                  <c:v>45905</c:v>
                </c:pt>
                <c:pt idx="196">
                  <c:v>45904</c:v>
                </c:pt>
                <c:pt idx="197">
                  <c:v>45903</c:v>
                </c:pt>
                <c:pt idx="198">
                  <c:v>45902</c:v>
                </c:pt>
                <c:pt idx="199">
                  <c:v>45901</c:v>
                </c:pt>
                <c:pt idx="200">
                  <c:v>45898</c:v>
                </c:pt>
                <c:pt idx="201">
                  <c:v>45897</c:v>
                </c:pt>
                <c:pt idx="202">
                  <c:v>45896</c:v>
                </c:pt>
                <c:pt idx="203">
                  <c:v>45895</c:v>
                </c:pt>
                <c:pt idx="204">
                  <c:v>45894</c:v>
                </c:pt>
                <c:pt idx="205">
                  <c:v>45891</c:v>
                </c:pt>
                <c:pt idx="206">
                  <c:v>45890</c:v>
                </c:pt>
                <c:pt idx="207">
                  <c:v>45889</c:v>
                </c:pt>
                <c:pt idx="208">
                  <c:v>45888</c:v>
                </c:pt>
                <c:pt idx="209">
                  <c:v>45887</c:v>
                </c:pt>
                <c:pt idx="210">
                  <c:v>45884</c:v>
                </c:pt>
                <c:pt idx="211">
                  <c:v>45883</c:v>
                </c:pt>
                <c:pt idx="212">
                  <c:v>45882</c:v>
                </c:pt>
                <c:pt idx="213">
                  <c:v>45881</c:v>
                </c:pt>
                <c:pt idx="214">
                  <c:v>45880</c:v>
                </c:pt>
                <c:pt idx="215">
                  <c:v>45877</c:v>
                </c:pt>
                <c:pt idx="216">
                  <c:v>45876</c:v>
                </c:pt>
                <c:pt idx="217">
                  <c:v>45875</c:v>
                </c:pt>
                <c:pt idx="218">
                  <c:v>45874</c:v>
                </c:pt>
                <c:pt idx="219">
                  <c:v>45873</c:v>
                </c:pt>
                <c:pt idx="220">
                  <c:v>45870</c:v>
                </c:pt>
                <c:pt idx="221">
                  <c:v>45869</c:v>
                </c:pt>
                <c:pt idx="222">
                  <c:v>45868</c:v>
                </c:pt>
                <c:pt idx="223">
                  <c:v>45867</c:v>
                </c:pt>
                <c:pt idx="224">
                  <c:v>45866</c:v>
                </c:pt>
                <c:pt idx="225">
                  <c:v>45863</c:v>
                </c:pt>
                <c:pt idx="226">
                  <c:v>45862</c:v>
                </c:pt>
                <c:pt idx="227">
                  <c:v>45861</c:v>
                </c:pt>
                <c:pt idx="228">
                  <c:v>45860</c:v>
                </c:pt>
                <c:pt idx="229">
                  <c:v>45859</c:v>
                </c:pt>
                <c:pt idx="230">
                  <c:v>45856</c:v>
                </c:pt>
                <c:pt idx="231">
                  <c:v>45855</c:v>
                </c:pt>
                <c:pt idx="232">
                  <c:v>45854</c:v>
                </c:pt>
                <c:pt idx="233">
                  <c:v>45853</c:v>
                </c:pt>
                <c:pt idx="234">
                  <c:v>45852</c:v>
                </c:pt>
                <c:pt idx="235">
                  <c:v>45849</c:v>
                </c:pt>
                <c:pt idx="236">
                  <c:v>45848</c:v>
                </c:pt>
                <c:pt idx="237">
                  <c:v>45847</c:v>
                </c:pt>
                <c:pt idx="238">
                  <c:v>45846</c:v>
                </c:pt>
                <c:pt idx="239">
                  <c:v>45845</c:v>
                </c:pt>
                <c:pt idx="240">
                  <c:v>45842</c:v>
                </c:pt>
                <c:pt idx="241">
                  <c:v>45841</c:v>
                </c:pt>
                <c:pt idx="242">
                  <c:v>45840</c:v>
                </c:pt>
                <c:pt idx="243">
                  <c:v>45838</c:v>
                </c:pt>
                <c:pt idx="244">
                  <c:v>45835</c:v>
                </c:pt>
                <c:pt idx="245">
                  <c:v>45834</c:v>
                </c:pt>
                <c:pt idx="246">
                  <c:v>45833</c:v>
                </c:pt>
                <c:pt idx="247">
                  <c:v>45832</c:v>
                </c:pt>
                <c:pt idx="248">
                  <c:v>45831</c:v>
                </c:pt>
                <c:pt idx="249">
                  <c:v>45828</c:v>
                </c:pt>
                <c:pt idx="250">
                  <c:v>45827</c:v>
                </c:pt>
                <c:pt idx="251">
                  <c:v>45826</c:v>
                </c:pt>
                <c:pt idx="252">
                  <c:v>45825</c:v>
                </c:pt>
                <c:pt idx="253">
                  <c:v>45824</c:v>
                </c:pt>
                <c:pt idx="254">
                  <c:v>45821</c:v>
                </c:pt>
                <c:pt idx="255">
                  <c:v>45820</c:v>
                </c:pt>
                <c:pt idx="256">
                  <c:v>45819</c:v>
                </c:pt>
                <c:pt idx="257">
                  <c:v>45818</c:v>
                </c:pt>
                <c:pt idx="258">
                  <c:v>45817</c:v>
                </c:pt>
                <c:pt idx="259">
                  <c:v>45814</c:v>
                </c:pt>
                <c:pt idx="260">
                  <c:v>45813</c:v>
                </c:pt>
                <c:pt idx="261">
                  <c:v>45812</c:v>
                </c:pt>
                <c:pt idx="262">
                  <c:v>45811</c:v>
                </c:pt>
                <c:pt idx="263">
                  <c:v>45810</c:v>
                </c:pt>
                <c:pt idx="264">
                  <c:v>45807</c:v>
                </c:pt>
                <c:pt idx="265">
                  <c:v>45806</c:v>
                </c:pt>
                <c:pt idx="266">
                  <c:v>45805</c:v>
                </c:pt>
                <c:pt idx="267">
                  <c:v>45804</c:v>
                </c:pt>
                <c:pt idx="268">
                  <c:v>45803</c:v>
                </c:pt>
                <c:pt idx="269">
                  <c:v>45800</c:v>
                </c:pt>
                <c:pt idx="270">
                  <c:v>45799</c:v>
                </c:pt>
                <c:pt idx="271">
                  <c:v>45798</c:v>
                </c:pt>
                <c:pt idx="272">
                  <c:v>45797</c:v>
                </c:pt>
                <c:pt idx="273">
                  <c:v>45796</c:v>
                </c:pt>
                <c:pt idx="274">
                  <c:v>45793</c:v>
                </c:pt>
                <c:pt idx="275">
                  <c:v>45792</c:v>
                </c:pt>
                <c:pt idx="276">
                  <c:v>45791</c:v>
                </c:pt>
                <c:pt idx="277">
                  <c:v>45790</c:v>
                </c:pt>
                <c:pt idx="278">
                  <c:v>45789</c:v>
                </c:pt>
                <c:pt idx="279">
                  <c:v>45786</c:v>
                </c:pt>
                <c:pt idx="280">
                  <c:v>45785</c:v>
                </c:pt>
                <c:pt idx="281">
                  <c:v>45784</c:v>
                </c:pt>
                <c:pt idx="282">
                  <c:v>45783</c:v>
                </c:pt>
                <c:pt idx="283">
                  <c:v>45779</c:v>
                </c:pt>
                <c:pt idx="284">
                  <c:v>45777</c:v>
                </c:pt>
                <c:pt idx="285">
                  <c:v>45776</c:v>
                </c:pt>
                <c:pt idx="286">
                  <c:v>45775</c:v>
                </c:pt>
                <c:pt idx="287">
                  <c:v>45772</c:v>
                </c:pt>
                <c:pt idx="288">
                  <c:v>45771</c:v>
                </c:pt>
                <c:pt idx="289">
                  <c:v>45770</c:v>
                </c:pt>
                <c:pt idx="290">
                  <c:v>45769</c:v>
                </c:pt>
                <c:pt idx="291">
                  <c:v>45764</c:v>
                </c:pt>
                <c:pt idx="292">
                  <c:v>45763</c:v>
                </c:pt>
                <c:pt idx="293">
                  <c:v>45762</c:v>
                </c:pt>
                <c:pt idx="294">
                  <c:v>45761</c:v>
                </c:pt>
                <c:pt idx="295">
                  <c:v>45758</c:v>
                </c:pt>
                <c:pt idx="296">
                  <c:v>45757</c:v>
                </c:pt>
                <c:pt idx="297">
                  <c:v>45756</c:v>
                </c:pt>
                <c:pt idx="298">
                  <c:v>45755</c:v>
                </c:pt>
                <c:pt idx="299">
                  <c:v>45754</c:v>
                </c:pt>
                <c:pt idx="300">
                  <c:v>45750</c:v>
                </c:pt>
                <c:pt idx="301">
                  <c:v>45749</c:v>
                </c:pt>
                <c:pt idx="302">
                  <c:v>45748</c:v>
                </c:pt>
                <c:pt idx="303">
                  <c:v>45747</c:v>
                </c:pt>
                <c:pt idx="304">
                  <c:v>45744</c:v>
                </c:pt>
                <c:pt idx="305">
                  <c:v>45743</c:v>
                </c:pt>
                <c:pt idx="306">
                  <c:v>45742</c:v>
                </c:pt>
                <c:pt idx="307">
                  <c:v>45741</c:v>
                </c:pt>
                <c:pt idx="308">
                  <c:v>45740</c:v>
                </c:pt>
                <c:pt idx="309">
                  <c:v>45737</c:v>
                </c:pt>
                <c:pt idx="310">
                  <c:v>45736</c:v>
                </c:pt>
                <c:pt idx="311">
                  <c:v>45735</c:v>
                </c:pt>
                <c:pt idx="312">
                  <c:v>45734</c:v>
                </c:pt>
                <c:pt idx="313">
                  <c:v>45733</c:v>
                </c:pt>
                <c:pt idx="314">
                  <c:v>45730</c:v>
                </c:pt>
                <c:pt idx="315">
                  <c:v>45729</c:v>
                </c:pt>
                <c:pt idx="316">
                  <c:v>45728</c:v>
                </c:pt>
                <c:pt idx="317">
                  <c:v>45727</c:v>
                </c:pt>
                <c:pt idx="318">
                  <c:v>45726</c:v>
                </c:pt>
                <c:pt idx="319">
                  <c:v>45723</c:v>
                </c:pt>
                <c:pt idx="320">
                  <c:v>45722</c:v>
                </c:pt>
                <c:pt idx="321">
                  <c:v>45721</c:v>
                </c:pt>
                <c:pt idx="322">
                  <c:v>45720</c:v>
                </c:pt>
                <c:pt idx="323">
                  <c:v>45719</c:v>
                </c:pt>
                <c:pt idx="324">
                  <c:v>45716</c:v>
                </c:pt>
                <c:pt idx="325">
                  <c:v>45715</c:v>
                </c:pt>
                <c:pt idx="326">
                  <c:v>45714</c:v>
                </c:pt>
                <c:pt idx="327">
                  <c:v>45713</c:v>
                </c:pt>
                <c:pt idx="328">
                  <c:v>45712</c:v>
                </c:pt>
                <c:pt idx="329">
                  <c:v>45709</c:v>
                </c:pt>
                <c:pt idx="330">
                  <c:v>45708</c:v>
                </c:pt>
                <c:pt idx="331">
                  <c:v>45707</c:v>
                </c:pt>
                <c:pt idx="332">
                  <c:v>45706</c:v>
                </c:pt>
                <c:pt idx="333">
                  <c:v>45705</c:v>
                </c:pt>
                <c:pt idx="334">
                  <c:v>45702</c:v>
                </c:pt>
                <c:pt idx="335">
                  <c:v>45701</c:v>
                </c:pt>
                <c:pt idx="336">
                  <c:v>45700</c:v>
                </c:pt>
                <c:pt idx="337">
                  <c:v>45699</c:v>
                </c:pt>
                <c:pt idx="338">
                  <c:v>45698</c:v>
                </c:pt>
                <c:pt idx="339">
                  <c:v>45695</c:v>
                </c:pt>
                <c:pt idx="340">
                  <c:v>45694</c:v>
                </c:pt>
                <c:pt idx="341">
                  <c:v>45693</c:v>
                </c:pt>
                <c:pt idx="342">
                  <c:v>45692</c:v>
                </c:pt>
                <c:pt idx="343">
                  <c:v>45691</c:v>
                </c:pt>
                <c:pt idx="344">
                  <c:v>45685</c:v>
                </c:pt>
                <c:pt idx="345">
                  <c:v>45684</c:v>
                </c:pt>
                <c:pt idx="346">
                  <c:v>45681</c:v>
                </c:pt>
                <c:pt idx="347">
                  <c:v>45680</c:v>
                </c:pt>
                <c:pt idx="348">
                  <c:v>45679</c:v>
                </c:pt>
                <c:pt idx="349">
                  <c:v>45678</c:v>
                </c:pt>
                <c:pt idx="350">
                  <c:v>45677</c:v>
                </c:pt>
                <c:pt idx="351">
                  <c:v>45674</c:v>
                </c:pt>
                <c:pt idx="352">
                  <c:v>45673</c:v>
                </c:pt>
                <c:pt idx="353">
                  <c:v>45672</c:v>
                </c:pt>
                <c:pt idx="354">
                  <c:v>45671</c:v>
                </c:pt>
                <c:pt idx="355">
                  <c:v>45670</c:v>
                </c:pt>
                <c:pt idx="356">
                  <c:v>45667</c:v>
                </c:pt>
                <c:pt idx="357">
                  <c:v>45666</c:v>
                </c:pt>
                <c:pt idx="358">
                  <c:v>45665</c:v>
                </c:pt>
                <c:pt idx="359">
                  <c:v>45664</c:v>
                </c:pt>
                <c:pt idx="360">
                  <c:v>45663</c:v>
                </c:pt>
                <c:pt idx="361">
                  <c:v>45660</c:v>
                </c:pt>
                <c:pt idx="362">
                  <c:v>45659</c:v>
                </c:pt>
                <c:pt idx="363">
                  <c:v>45657</c:v>
                </c:pt>
                <c:pt idx="364">
                  <c:v>45656</c:v>
                </c:pt>
                <c:pt idx="365">
                  <c:v>45653</c:v>
                </c:pt>
                <c:pt idx="366">
                  <c:v>45650</c:v>
                </c:pt>
                <c:pt idx="367">
                  <c:v>45649</c:v>
                </c:pt>
                <c:pt idx="368">
                  <c:v>45646</c:v>
                </c:pt>
                <c:pt idx="369">
                  <c:v>45645</c:v>
                </c:pt>
                <c:pt idx="370">
                  <c:v>45644</c:v>
                </c:pt>
                <c:pt idx="371">
                  <c:v>45643</c:v>
                </c:pt>
                <c:pt idx="372">
                  <c:v>45642</c:v>
                </c:pt>
                <c:pt idx="373">
                  <c:v>45639</c:v>
                </c:pt>
                <c:pt idx="374">
                  <c:v>45638</c:v>
                </c:pt>
                <c:pt idx="375">
                  <c:v>45637</c:v>
                </c:pt>
                <c:pt idx="376">
                  <c:v>45636</c:v>
                </c:pt>
                <c:pt idx="377">
                  <c:v>45635</c:v>
                </c:pt>
                <c:pt idx="378">
                  <c:v>45632</c:v>
                </c:pt>
                <c:pt idx="379">
                  <c:v>45631</c:v>
                </c:pt>
                <c:pt idx="380">
                  <c:v>45630</c:v>
                </c:pt>
                <c:pt idx="381">
                  <c:v>45629</c:v>
                </c:pt>
                <c:pt idx="382">
                  <c:v>45628</c:v>
                </c:pt>
                <c:pt idx="383">
                  <c:v>45625</c:v>
                </c:pt>
                <c:pt idx="384">
                  <c:v>45624</c:v>
                </c:pt>
                <c:pt idx="385">
                  <c:v>45623</c:v>
                </c:pt>
                <c:pt idx="386">
                  <c:v>45622</c:v>
                </c:pt>
                <c:pt idx="387">
                  <c:v>45621</c:v>
                </c:pt>
                <c:pt idx="388">
                  <c:v>45618</c:v>
                </c:pt>
                <c:pt idx="389">
                  <c:v>45617</c:v>
                </c:pt>
                <c:pt idx="390">
                  <c:v>45616</c:v>
                </c:pt>
                <c:pt idx="391">
                  <c:v>45615</c:v>
                </c:pt>
                <c:pt idx="392">
                  <c:v>45614</c:v>
                </c:pt>
                <c:pt idx="393">
                  <c:v>45611</c:v>
                </c:pt>
                <c:pt idx="394">
                  <c:v>45610</c:v>
                </c:pt>
                <c:pt idx="395">
                  <c:v>45609</c:v>
                </c:pt>
                <c:pt idx="396">
                  <c:v>45608</c:v>
                </c:pt>
                <c:pt idx="397">
                  <c:v>45607</c:v>
                </c:pt>
                <c:pt idx="398">
                  <c:v>45604</c:v>
                </c:pt>
                <c:pt idx="399">
                  <c:v>45603</c:v>
                </c:pt>
                <c:pt idx="400">
                  <c:v>45602</c:v>
                </c:pt>
                <c:pt idx="401">
                  <c:v>45601</c:v>
                </c:pt>
                <c:pt idx="402">
                  <c:v>45600</c:v>
                </c:pt>
                <c:pt idx="403">
                  <c:v>45597</c:v>
                </c:pt>
                <c:pt idx="404">
                  <c:v>45596</c:v>
                </c:pt>
                <c:pt idx="405">
                  <c:v>45595</c:v>
                </c:pt>
                <c:pt idx="406">
                  <c:v>45594</c:v>
                </c:pt>
                <c:pt idx="407">
                  <c:v>45593</c:v>
                </c:pt>
                <c:pt idx="408">
                  <c:v>45590</c:v>
                </c:pt>
                <c:pt idx="409">
                  <c:v>45589</c:v>
                </c:pt>
                <c:pt idx="410">
                  <c:v>45588</c:v>
                </c:pt>
                <c:pt idx="411">
                  <c:v>45587</c:v>
                </c:pt>
                <c:pt idx="412">
                  <c:v>45586</c:v>
                </c:pt>
                <c:pt idx="413">
                  <c:v>45583</c:v>
                </c:pt>
                <c:pt idx="414">
                  <c:v>45582</c:v>
                </c:pt>
                <c:pt idx="415">
                  <c:v>45581</c:v>
                </c:pt>
                <c:pt idx="416">
                  <c:v>45580</c:v>
                </c:pt>
                <c:pt idx="417">
                  <c:v>45579</c:v>
                </c:pt>
                <c:pt idx="418">
                  <c:v>45575</c:v>
                </c:pt>
                <c:pt idx="419">
                  <c:v>45574</c:v>
                </c:pt>
                <c:pt idx="420">
                  <c:v>45573</c:v>
                </c:pt>
                <c:pt idx="421">
                  <c:v>45572</c:v>
                </c:pt>
                <c:pt idx="422">
                  <c:v>45569</c:v>
                </c:pt>
                <c:pt idx="423">
                  <c:v>45568</c:v>
                </c:pt>
                <c:pt idx="424">
                  <c:v>45567</c:v>
                </c:pt>
                <c:pt idx="425">
                  <c:v>45565</c:v>
                </c:pt>
                <c:pt idx="426">
                  <c:v>45562</c:v>
                </c:pt>
                <c:pt idx="427">
                  <c:v>45561</c:v>
                </c:pt>
                <c:pt idx="428">
                  <c:v>45560</c:v>
                </c:pt>
                <c:pt idx="429">
                  <c:v>45559</c:v>
                </c:pt>
                <c:pt idx="430">
                  <c:v>45558</c:v>
                </c:pt>
                <c:pt idx="431">
                  <c:v>45555</c:v>
                </c:pt>
                <c:pt idx="432">
                  <c:v>45554</c:v>
                </c:pt>
                <c:pt idx="433">
                  <c:v>45552</c:v>
                </c:pt>
                <c:pt idx="434">
                  <c:v>45551</c:v>
                </c:pt>
                <c:pt idx="435">
                  <c:v>45548</c:v>
                </c:pt>
                <c:pt idx="436">
                  <c:v>45547</c:v>
                </c:pt>
                <c:pt idx="437">
                  <c:v>45546</c:v>
                </c:pt>
                <c:pt idx="438">
                  <c:v>45545</c:v>
                </c:pt>
                <c:pt idx="439">
                  <c:v>45544</c:v>
                </c:pt>
                <c:pt idx="440">
                  <c:v>45540</c:v>
                </c:pt>
                <c:pt idx="441">
                  <c:v>45539</c:v>
                </c:pt>
                <c:pt idx="442">
                  <c:v>45538</c:v>
                </c:pt>
                <c:pt idx="443">
                  <c:v>45537</c:v>
                </c:pt>
                <c:pt idx="444">
                  <c:v>45534</c:v>
                </c:pt>
                <c:pt idx="445">
                  <c:v>45533</c:v>
                </c:pt>
                <c:pt idx="446">
                  <c:v>45532</c:v>
                </c:pt>
                <c:pt idx="447">
                  <c:v>45531</c:v>
                </c:pt>
                <c:pt idx="448">
                  <c:v>45530</c:v>
                </c:pt>
                <c:pt idx="449">
                  <c:v>45527</c:v>
                </c:pt>
                <c:pt idx="450">
                  <c:v>45526</c:v>
                </c:pt>
                <c:pt idx="451">
                  <c:v>45525</c:v>
                </c:pt>
                <c:pt idx="452">
                  <c:v>45524</c:v>
                </c:pt>
                <c:pt idx="453">
                  <c:v>45523</c:v>
                </c:pt>
                <c:pt idx="454">
                  <c:v>45520</c:v>
                </c:pt>
                <c:pt idx="455">
                  <c:v>45519</c:v>
                </c:pt>
                <c:pt idx="456">
                  <c:v>45518</c:v>
                </c:pt>
                <c:pt idx="457">
                  <c:v>45517</c:v>
                </c:pt>
                <c:pt idx="458">
                  <c:v>45516</c:v>
                </c:pt>
                <c:pt idx="459">
                  <c:v>45513</c:v>
                </c:pt>
                <c:pt idx="460">
                  <c:v>45512</c:v>
                </c:pt>
                <c:pt idx="461">
                  <c:v>45511</c:v>
                </c:pt>
                <c:pt idx="462">
                  <c:v>45510</c:v>
                </c:pt>
                <c:pt idx="463">
                  <c:v>45509</c:v>
                </c:pt>
                <c:pt idx="464">
                  <c:v>45506</c:v>
                </c:pt>
                <c:pt idx="465">
                  <c:v>45505</c:v>
                </c:pt>
                <c:pt idx="466">
                  <c:v>45504</c:v>
                </c:pt>
                <c:pt idx="467">
                  <c:v>45503</c:v>
                </c:pt>
                <c:pt idx="468">
                  <c:v>45502</c:v>
                </c:pt>
                <c:pt idx="469">
                  <c:v>45499</c:v>
                </c:pt>
                <c:pt idx="470">
                  <c:v>45498</c:v>
                </c:pt>
                <c:pt idx="471">
                  <c:v>45497</c:v>
                </c:pt>
                <c:pt idx="472">
                  <c:v>45496</c:v>
                </c:pt>
                <c:pt idx="473">
                  <c:v>45495</c:v>
                </c:pt>
                <c:pt idx="474">
                  <c:v>45492</c:v>
                </c:pt>
                <c:pt idx="475">
                  <c:v>45491</c:v>
                </c:pt>
                <c:pt idx="476">
                  <c:v>45490</c:v>
                </c:pt>
                <c:pt idx="477">
                  <c:v>45489</c:v>
                </c:pt>
                <c:pt idx="478">
                  <c:v>45488</c:v>
                </c:pt>
                <c:pt idx="479">
                  <c:v>45485</c:v>
                </c:pt>
                <c:pt idx="480">
                  <c:v>45484</c:v>
                </c:pt>
                <c:pt idx="481">
                  <c:v>45483</c:v>
                </c:pt>
                <c:pt idx="482">
                  <c:v>45482</c:v>
                </c:pt>
                <c:pt idx="483">
                  <c:v>45481</c:v>
                </c:pt>
                <c:pt idx="484">
                  <c:v>45478</c:v>
                </c:pt>
                <c:pt idx="485">
                  <c:v>45477</c:v>
                </c:pt>
                <c:pt idx="486">
                  <c:v>45476</c:v>
                </c:pt>
                <c:pt idx="487">
                  <c:v>45475</c:v>
                </c:pt>
                <c:pt idx="488">
                  <c:v>45471</c:v>
                </c:pt>
                <c:pt idx="489">
                  <c:v>45470</c:v>
                </c:pt>
                <c:pt idx="490">
                  <c:v>45469</c:v>
                </c:pt>
                <c:pt idx="491">
                  <c:v>45468</c:v>
                </c:pt>
                <c:pt idx="492">
                  <c:v>45467</c:v>
                </c:pt>
                <c:pt idx="493">
                  <c:v>45464</c:v>
                </c:pt>
                <c:pt idx="494">
                  <c:v>45463</c:v>
                </c:pt>
                <c:pt idx="495">
                  <c:v>45462</c:v>
                </c:pt>
                <c:pt idx="496">
                  <c:v>45461</c:v>
                </c:pt>
                <c:pt idx="497">
                  <c:v>45460</c:v>
                </c:pt>
                <c:pt idx="498">
                  <c:v>45457</c:v>
                </c:pt>
                <c:pt idx="499">
                  <c:v>45456</c:v>
                </c:pt>
                <c:pt idx="500">
                  <c:v>45455</c:v>
                </c:pt>
                <c:pt idx="501">
                  <c:v>45454</c:v>
                </c:pt>
                <c:pt idx="502">
                  <c:v>45450</c:v>
                </c:pt>
                <c:pt idx="503">
                  <c:v>45449</c:v>
                </c:pt>
                <c:pt idx="504">
                  <c:v>45448</c:v>
                </c:pt>
                <c:pt idx="505">
                  <c:v>45447</c:v>
                </c:pt>
                <c:pt idx="506">
                  <c:v>45446</c:v>
                </c:pt>
                <c:pt idx="507">
                  <c:v>45443</c:v>
                </c:pt>
                <c:pt idx="508">
                  <c:v>45442</c:v>
                </c:pt>
                <c:pt idx="509">
                  <c:v>45441</c:v>
                </c:pt>
                <c:pt idx="510">
                  <c:v>45440</c:v>
                </c:pt>
                <c:pt idx="511">
                  <c:v>45439</c:v>
                </c:pt>
                <c:pt idx="512">
                  <c:v>45436</c:v>
                </c:pt>
                <c:pt idx="513">
                  <c:v>45435</c:v>
                </c:pt>
                <c:pt idx="514">
                  <c:v>45434</c:v>
                </c:pt>
                <c:pt idx="515">
                  <c:v>45433</c:v>
                </c:pt>
                <c:pt idx="516">
                  <c:v>45432</c:v>
                </c:pt>
                <c:pt idx="517">
                  <c:v>45429</c:v>
                </c:pt>
                <c:pt idx="518">
                  <c:v>45428</c:v>
                </c:pt>
                <c:pt idx="519">
                  <c:v>45426</c:v>
                </c:pt>
                <c:pt idx="520">
                  <c:v>45425</c:v>
                </c:pt>
                <c:pt idx="521">
                  <c:v>45422</c:v>
                </c:pt>
                <c:pt idx="522">
                  <c:v>45421</c:v>
                </c:pt>
                <c:pt idx="523">
                  <c:v>45420</c:v>
                </c:pt>
                <c:pt idx="524">
                  <c:v>45419</c:v>
                </c:pt>
                <c:pt idx="525">
                  <c:v>45418</c:v>
                </c:pt>
                <c:pt idx="526">
                  <c:v>45415</c:v>
                </c:pt>
                <c:pt idx="527">
                  <c:v>45414</c:v>
                </c:pt>
                <c:pt idx="528">
                  <c:v>45412</c:v>
                </c:pt>
                <c:pt idx="529">
                  <c:v>45411</c:v>
                </c:pt>
                <c:pt idx="530">
                  <c:v>45408</c:v>
                </c:pt>
                <c:pt idx="531">
                  <c:v>45407</c:v>
                </c:pt>
                <c:pt idx="532">
                  <c:v>45406</c:v>
                </c:pt>
                <c:pt idx="533">
                  <c:v>45405</c:v>
                </c:pt>
                <c:pt idx="534">
                  <c:v>45404</c:v>
                </c:pt>
                <c:pt idx="535">
                  <c:v>45401</c:v>
                </c:pt>
                <c:pt idx="536">
                  <c:v>45400</c:v>
                </c:pt>
                <c:pt idx="537">
                  <c:v>45399</c:v>
                </c:pt>
                <c:pt idx="538">
                  <c:v>45398</c:v>
                </c:pt>
                <c:pt idx="539">
                  <c:v>45397</c:v>
                </c:pt>
                <c:pt idx="540">
                  <c:v>45394</c:v>
                </c:pt>
                <c:pt idx="541">
                  <c:v>45393</c:v>
                </c:pt>
                <c:pt idx="542">
                  <c:v>45392</c:v>
                </c:pt>
                <c:pt idx="543">
                  <c:v>45391</c:v>
                </c:pt>
                <c:pt idx="544">
                  <c:v>45390</c:v>
                </c:pt>
                <c:pt idx="545">
                  <c:v>45387</c:v>
                </c:pt>
                <c:pt idx="546">
                  <c:v>45385</c:v>
                </c:pt>
                <c:pt idx="547">
                  <c:v>45384</c:v>
                </c:pt>
                <c:pt idx="548">
                  <c:v>45379</c:v>
                </c:pt>
                <c:pt idx="549">
                  <c:v>45378</c:v>
                </c:pt>
                <c:pt idx="550">
                  <c:v>45377</c:v>
                </c:pt>
                <c:pt idx="551">
                  <c:v>45376</c:v>
                </c:pt>
                <c:pt idx="552">
                  <c:v>45373</c:v>
                </c:pt>
                <c:pt idx="553">
                  <c:v>45372</c:v>
                </c:pt>
                <c:pt idx="554">
                  <c:v>45371</c:v>
                </c:pt>
                <c:pt idx="555">
                  <c:v>45370</c:v>
                </c:pt>
                <c:pt idx="556">
                  <c:v>45369</c:v>
                </c:pt>
                <c:pt idx="557">
                  <c:v>45366</c:v>
                </c:pt>
                <c:pt idx="558">
                  <c:v>45365</c:v>
                </c:pt>
                <c:pt idx="559">
                  <c:v>45364</c:v>
                </c:pt>
                <c:pt idx="560">
                  <c:v>45363</c:v>
                </c:pt>
                <c:pt idx="561">
                  <c:v>45362</c:v>
                </c:pt>
                <c:pt idx="562">
                  <c:v>45359</c:v>
                </c:pt>
                <c:pt idx="563">
                  <c:v>45358</c:v>
                </c:pt>
                <c:pt idx="564">
                  <c:v>45357</c:v>
                </c:pt>
                <c:pt idx="565">
                  <c:v>45356</c:v>
                </c:pt>
                <c:pt idx="566">
                  <c:v>45355</c:v>
                </c:pt>
                <c:pt idx="567">
                  <c:v>45352</c:v>
                </c:pt>
                <c:pt idx="568">
                  <c:v>45351</c:v>
                </c:pt>
                <c:pt idx="569">
                  <c:v>45350</c:v>
                </c:pt>
                <c:pt idx="570">
                  <c:v>45349</c:v>
                </c:pt>
                <c:pt idx="571">
                  <c:v>45348</c:v>
                </c:pt>
                <c:pt idx="572">
                  <c:v>45345</c:v>
                </c:pt>
                <c:pt idx="573">
                  <c:v>45344</c:v>
                </c:pt>
                <c:pt idx="574">
                  <c:v>45343</c:v>
                </c:pt>
                <c:pt idx="575">
                  <c:v>45342</c:v>
                </c:pt>
                <c:pt idx="576">
                  <c:v>45341</c:v>
                </c:pt>
                <c:pt idx="577">
                  <c:v>45338</c:v>
                </c:pt>
                <c:pt idx="578">
                  <c:v>45337</c:v>
                </c:pt>
                <c:pt idx="579">
                  <c:v>45336</c:v>
                </c:pt>
                <c:pt idx="580">
                  <c:v>45331</c:v>
                </c:pt>
                <c:pt idx="581">
                  <c:v>45330</c:v>
                </c:pt>
                <c:pt idx="582">
                  <c:v>45329</c:v>
                </c:pt>
                <c:pt idx="583">
                  <c:v>45328</c:v>
                </c:pt>
                <c:pt idx="584">
                  <c:v>45327</c:v>
                </c:pt>
                <c:pt idx="585">
                  <c:v>45324</c:v>
                </c:pt>
                <c:pt idx="586">
                  <c:v>45323</c:v>
                </c:pt>
                <c:pt idx="587">
                  <c:v>45322</c:v>
                </c:pt>
                <c:pt idx="588">
                  <c:v>45321</c:v>
                </c:pt>
                <c:pt idx="589">
                  <c:v>45320</c:v>
                </c:pt>
                <c:pt idx="590">
                  <c:v>45317</c:v>
                </c:pt>
                <c:pt idx="591">
                  <c:v>45316</c:v>
                </c:pt>
                <c:pt idx="592">
                  <c:v>45315</c:v>
                </c:pt>
                <c:pt idx="593">
                  <c:v>45314</c:v>
                </c:pt>
                <c:pt idx="594">
                  <c:v>45313</c:v>
                </c:pt>
                <c:pt idx="595">
                  <c:v>45310</c:v>
                </c:pt>
                <c:pt idx="596">
                  <c:v>45309</c:v>
                </c:pt>
                <c:pt idx="597">
                  <c:v>45308</c:v>
                </c:pt>
                <c:pt idx="598">
                  <c:v>45307</c:v>
                </c:pt>
                <c:pt idx="599">
                  <c:v>45306</c:v>
                </c:pt>
                <c:pt idx="600">
                  <c:v>45303</c:v>
                </c:pt>
                <c:pt idx="601">
                  <c:v>45302</c:v>
                </c:pt>
                <c:pt idx="602">
                  <c:v>45301</c:v>
                </c:pt>
                <c:pt idx="603">
                  <c:v>45300</c:v>
                </c:pt>
                <c:pt idx="604">
                  <c:v>45299</c:v>
                </c:pt>
                <c:pt idx="605">
                  <c:v>45296</c:v>
                </c:pt>
                <c:pt idx="606">
                  <c:v>45295</c:v>
                </c:pt>
                <c:pt idx="607">
                  <c:v>45294</c:v>
                </c:pt>
                <c:pt idx="608">
                  <c:v>45293</c:v>
                </c:pt>
                <c:pt idx="609">
                  <c:v>45289</c:v>
                </c:pt>
                <c:pt idx="610">
                  <c:v>45288</c:v>
                </c:pt>
                <c:pt idx="611">
                  <c:v>45287</c:v>
                </c:pt>
                <c:pt idx="612">
                  <c:v>45282</c:v>
                </c:pt>
                <c:pt idx="613">
                  <c:v>45281</c:v>
                </c:pt>
                <c:pt idx="614">
                  <c:v>45280</c:v>
                </c:pt>
                <c:pt idx="615">
                  <c:v>45279</c:v>
                </c:pt>
                <c:pt idx="616">
                  <c:v>45278</c:v>
                </c:pt>
                <c:pt idx="617">
                  <c:v>45275</c:v>
                </c:pt>
                <c:pt idx="618">
                  <c:v>45274</c:v>
                </c:pt>
                <c:pt idx="619">
                  <c:v>45273</c:v>
                </c:pt>
                <c:pt idx="620">
                  <c:v>45272</c:v>
                </c:pt>
                <c:pt idx="621">
                  <c:v>45271</c:v>
                </c:pt>
                <c:pt idx="622">
                  <c:v>45268</c:v>
                </c:pt>
                <c:pt idx="623">
                  <c:v>45267</c:v>
                </c:pt>
                <c:pt idx="624">
                  <c:v>45266</c:v>
                </c:pt>
                <c:pt idx="625">
                  <c:v>45265</c:v>
                </c:pt>
                <c:pt idx="626">
                  <c:v>45264</c:v>
                </c:pt>
                <c:pt idx="627">
                  <c:v>45261</c:v>
                </c:pt>
                <c:pt idx="628">
                  <c:v>45260</c:v>
                </c:pt>
                <c:pt idx="629">
                  <c:v>45259</c:v>
                </c:pt>
                <c:pt idx="630">
                  <c:v>45258</c:v>
                </c:pt>
                <c:pt idx="631">
                  <c:v>45257</c:v>
                </c:pt>
                <c:pt idx="632">
                  <c:v>45254</c:v>
                </c:pt>
                <c:pt idx="633">
                  <c:v>45253</c:v>
                </c:pt>
                <c:pt idx="634">
                  <c:v>45252</c:v>
                </c:pt>
                <c:pt idx="635">
                  <c:v>45251</c:v>
                </c:pt>
                <c:pt idx="636">
                  <c:v>45250</c:v>
                </c:pt>
                <c:pt idx="637">
                  <c:v>45247</c:v>
                </c:pt>
                <c:pt idx="638">
                  <c:v>45246</c:v>
                </c:pt>
                <c:pt idx="639">
                  <c:v>45245</c:v>
                </c:pt>
                <c:pt idx="640">
                  <c:v>45244</c:v>
                </c:pt>
                <c:pt idx="641">
                  <c:v>45243</c:v>
                </c:pt>
                <c:pt idx="642">
                  <c:v>45240</c:v>
                </c:pt>
                <c:pt idx="643">
                  <c:v>45239</c:v>
                </c:pt>
                <c:pt idx="644">
                  <c:v>45238</c:v>
                </c:pt>
                <c:pt idx="645">
                  <c:v>45237</c:v>
                </c:pt>
                <c:pt idx="646">
                  <c:v>45236</c:v>
                </c:pt>
                <c:pt idx="647">
                  <c:v>45233</c:v>
                </c:pt>
                <c:pt idx="648">
                  <c:v>45232</c:v>
                </c:pt>
                <c:pt idx="649">
                  <c:v>45231</c:v>
                </c:pt>
                <c:pt idx="650">
                  <c:v>45230</c:v>
                </c:pt>
                <c:pt idx="651">
                  <c:v>45229</c:v>
                </c:pt>
                <c:pt idx="652">
                  <c:v>45226</c:v>
                </c:pt>
                <c:pt idx="653">
                  <c:v>45225</c:v>
                </c:pt>
                <c:pt idx="654">
                  <c:v>45224</c:v>
                </c:pt>
                <c:pt idx="655">
                  <c:v>45223</c:v>
                </c:pt>
                <c:pt idx="656">
                  <c:v>45219</c:v>
                </c:pt>
                <c:pt idx="657">
                  <c:v>45218</c:v>
                </c:pt>
                <c:pt idx="658">
                  <c:v>45217</c:v>
                </c:pt>
                <c:pt idx="659">
                  <c:v>45216</c:v>
                </c:pt>
                <c:pt idx="660">
                  <c:v>45215</c:v>
                </c:pt>
                <c:pt idx="661">
                  <c:v>45212</c:v>
                </c:pt>
                <c:pt idx="662">
                  <c:v>45211</c:v>
                </c:pt>
                <c:pt idx="663">
                  <c:v>45210</c:v>
                </c:pt>
                <c:pt idx="664">
                  <c:v>45209</c:v>
                </c:pt>
                <c:pt idx="665">
                  <c:v>45208</c:v>
                </c:pt>
                <c:pt idx="666">
                  <c:v>45205</c:v>
                </c:pt>
                <c:pt idx="667">
                  <c:v>45204</c:v>
                </c:pt>
                <c:pt idx="668">
                  <c:v>45203</c:v>
                </c:pt>
                <c:pt idx="669">
                  <c:v>45202</c:v>
                </c:pt>
                <c:pt idx="670">
                  <c:v>45198</c:v>
                </c:pt>
                <c:pt idx="671">
                  <c:v>45197</c:v>
                </c:pt>
                <c:pt idx="672">
                  <c:v>45196</c:v>
                </c:pt>
                <c:pt idx="673">
                  <c:v>45195</c:v>
                </c:pt>
                <c:pt idx="674">
                  <c:v>45194</c:v>
                </c:pt>
                <c:pt idx="675">
                  <c:v>45191</c:v>
                </c:pt>
                <c:pt idx="676">
                  <c:v>45190</c:v>
                </c:pt>
                <c:pt idx="677">
                  <c:v>45189</c:v>
                </c:pt>
                <c:pt idx="678">
                  <c:v>45188</c:v>
                </c:pt>
                <c:pt idx="679">
                  <c:v>45187</c:v>
                </c:pt>
                <c:pt idx="680">
                  <c:v>45184</c:v>
                </c:pt>
                <c:pt idx="681">
                  <c:v>45183</c:v>
                </c:pt>
                <c:pt idx="682">
                  <c:v>45182</c:v>
                </c:pt>
                <c:pt idx="683">
                  <c:v>45181</c:v>
                </c:pt>
                <c:pt idx="684">
                  <c:v>45180</c:v>
                </c:pt>
                <c:pt idx="685">
                  <c:v>45176</c:v>
                </c:pt>
                <c:pt idx="686">
                  <c:v>45175</c:v>
                </c:pt>
                <c:pt idx="687">
                  <c:v>45174</c:v>
                </c:pt>
                <c:pt idx="688">
                  <c:v>45173</c:v>
                </c:pt>
                <c:pt idx="689">
                  <c:v>45169</c:v>
                </c:pt>
                <c:pt idx="690">
                  <c:v>45168</c:v>
                </c:pt>
                <c:pt idx="691">
                  <c:v>45167</c:v>
                </c:pt>
                <c:pt idx="692">
                  <c:v>45166</c:v>
                </c:pt>
                <c:pt idx="693">
                  <c:v>45163</c:v>
                </c:pt>
                <c:pt idx="694">
                  <c:v>45162</c:v>
                </c:pt>
                <c:pt idx="695">
                  <c:v>45161</c:v>
                </c:pt>
                <c:pt idx="696">
                  <c:v>45160</c:v>
                </c:pt>
                <c:pt idx="697">
                  <c:v>45159</c:v>
                </c:pt>
                <c:pt idx="698">
                  <c:v>45156</c:v>
                </c:pt>
                <c:pt idx="699">
                  <c:v>45155</c:v>
                </c:pt>
                <c:pt idx="700">
                  <c:v>45154</c:v>
                </c:pt>
                <c:pt idx="701">
                  <c:v>45153</c:v>
                </c:pt>
                <c:pt idx="702">
                  <c:v>45152</c:v>
                </c:pt>
                <c:pt idx="703">
                  <c:v>45149</c:v>
                </c:pt>
                <c:pt idx="704">
                  <c:v>45148</c:v>
                </c:pt>
                <c:pt idx="705">
                  <c:v>45147</c:v>
                </c:pt>
                <c:pt idx="706">
                  <c:v>45146</c:v>
                </c:pt>
                <c:pt idx="707">
                  <c:v>45145</c:v>
                </c:pt>
                <c:pt idx="708">
                  <c:v>45142</c:v>
                </c:pt>
                <c:pt idx="709">
                  <c:v>45141</c:v>
                </c:pt>
                <c:pt idx="710">
                  <c:v>45140</c:v>
                </c:pt>
                <c:pt idx="711">
                  <c:v>45139</c:v>
                </c:pt>
                <c:pt idx="712">
                  <c:v>45138</c:v>
                </c:pt>
                <c:pt idx="713">
                  <c:v>45135</c:v>
                </c:pt>
                <c:pt idx="714">
                  <c:v>45134</c:v>
                </c:pt>
                <c:pt idx="715">
                  <c:v>45133</c:v>
                </c:pt>
                <c:pt idx="716">
                  <c:v>45132</c:v>
                </c:pt>
                <c:pt idx="717">
                  <c:v>45131</c:v>
                </c:pt>
                <c:pt idx="718">
                  <c:v>45128</c:v>
                </c:pt>
                <c:pt idx="719">
                  <c:v>45127</c:v>
                </c:pt>
                <c:pt idx="720">
                  <c:v>45126</c:v>
                </c:pt>
                <c:pt idx="721">
                  <c:v>45125</c:v>
                </c:pt>
                <c:pt idx="722">
                  <c:v>45121</c:v>
                </c:pt>
                <c:pt idx="723">
                  <c:v>45120</c:v>
                </c:pt>
                <c:pt idx="724">
                  <c:v>45119</c:v>
                </c:pt>
                <c:pt idx="725">
                  <c:v>45118</c:v>
                </c:pt>
                <c:pt idx="726">
                  <c:v>45117</c:v>
                </c:pt>
                <c:pt idx="727">
                  <c:v>45114</c:v>
                </c:pt>
                <c:pt idx="728">
                  <c:v>45113</c:v>
                </c:pt>
                <c:pt idx="729">
                  <c:v>45112</c:v>
                </c:pt>
                <c:pt idx="730">
                  <c:v>45111</c:v>
                </c:pt>
                <c:pt idx="731">
                  <c:v>45110</c:v>
                </c:pt>
                <c:pt idx="732">
                  <c:v>45107</c:v>
                </c:pt>
                <c:pt idx="733">
                  <c:v>45106</c:v>
                </c:pt>
                <c:pt idx="734">
                  <c:v>45105</c:v>
                </c:pt>
                <c:pt idx="735">
                  <c:v>45104</c:v>
                </c:pt>
                <c:pt idx="736">
                  <c:v>45103</c:v>
                </c:pt>
                <c:pt idx="737">
                  <c:v>45100</c:v>
                </c:pt>
                <c:pt idx="738">
                  <c:v>45098</c:v>
                </c:pt>
                <c:pt idx="739">
                  <c:v>45097</c:v>
                </c:pt>
                <c:pt idx="740">
                  <c:v>45096</c:v>
                </c:pt>
                <c:pt idx="741">
                  <c:v>45093</c:v>
                </c:pt>
                <c:pt idx="742">
                  <c:v>45092</c:v>
                </c:pt>
                <c:pt idx="743">
                  <c:v>45091</c:v>
                </c:pt>
                <c:pt idx="744">
                  <c:v>45090</c:v>
                </c:pt>
                <c:pt idx="745">
                  <c:v>45089</c:v>
                </c:pt>
                <c:pt idx="746">
                  <c:v>45086</c:v>
                </c:pt>
                <c:pt idx="747">
                  <c:v>45085</c:v>
                </c:pt>
                <c:pt idx="748">
                  <c:v>45084</c:v>
                </c:pt>
                <c:pt idx="749">
                  <c:v>45083</c:v>
                </c:pt>
                <c:pt idx="750">
                  <c:v>45082</c:v>
                </c:pt>
                <c:pt idx="751">
                  <c:v>45079</c:v>
                </c:pt>
                <c:pt idx="752">
                  <c:v>45078</c:v>
                </c:pt>
                <c:pt idx="753">
                  <c:v>45077</c:v>
                </c:pt>
                <c:pt idx="754">
                  <c:v>45076</c:v>
                </c:pt>
                <c:pt idx="755">
                  <c:v>45075</c:v>
                </c:pt>
                <c:pt idx="756">
                  <c:v>45071</c:v>
                </c:pt>
                <c:pt idx="757">
                  <c:v>45070</c:v>
                </c:pt>
                <c:pt idx="758">
                  <c:v>45069</c:v>
                </c:pt>
                <c:pt idx="759">
                  <c:v>45068</c:v>
                </c:pt>
                <c:pt idx="760">
                  <c:v>45065</c:v>
                </c:pt>
                <c:pt idx="761">
                  <c:v>45064</c:v>
                </c:pt>
                <c:pt idx="762">
                  <c:v>45063</c:v>
                </c:pt>
                <c:pt idx="763">
                  <c:v>45062</c:v>
                </c:pt>
                <c:pt idx="764">
                  <c:v>45061</c:v>
                </c:pt>
                <c:pt idx="765">
                  <c:v>45058</c:v>
                </c:pt>
                <c:pt idx="766">
                  <c:v>45057</c:v>
                </c:pt>
                <c:pt idx="767">
                  <c:v>45056</c:v>
                </c:pt>
                <c:pt idx="768">
                  <c:v>45055</c:v>
                </c:pt>
                <c:pt idx="769">
                  <c:v>45054</c:v>
                </c:pt>
                <c:pt idx="770">
                  <c:v>45051</c:v>
                </c:pt>
                <c:pt idx="771">
                  <c:v>45050</c:v>
                </c:pt>
                <c:pt idx="772">
                  <c:v>45049</c:v>
                </c:pt>
                <c:pt idx="773">
                  <c:v>45048</c:v>
                </c:pt>
                <c:pt idx="774">
                  <c:v>45044</c:v>
                </c:pt>
                <c:pt idx="775">
                  <c:v>45043</c:v>
                </c:pt>
                <c:pt idx="776">
                  <c:v>45042</c:v>
                </c:pt>
                <c:pt idx="777">
                  <c:v>45041</c:v>
                </c:pt>
                <c:pt idx="778">
                  <c:v>45040</c:v>
                </c:pt>
                <c:pt idx="779">
                  <c:v>45037</c:v>
                </c:pt>
                <c:pt idx="780">
                  <c:v>45036</c:v>
                </c:pt>
                <c:pt idx="781">
                  <c:v>45035</c:v>
                </c:pt>
                <c:pt idx="782">
                  <c:v>45034</c:v>
                </c:pt>
                <c:pt idx="783">
                  <c:v>45033</c:v>
                </c:pt>
                <c:pt idx="784">
                  <c:v>45030</c:v>
                </c:pt>
                <c:pt idx="785">
                  <c:v>45029</c:v>
                </c:pt>
                <c:pt idx="786">
                  <c:v>45028</c:v>
                </c:pt>
                <c:pt idx="787">
                  <c:v>45027</c:v>
                </c:pt>
                <c:pt idx="788">
                  <c:v>45022</c:v>
                </c:pt>
                <c:pt idx="789">
                  <c:v>45020</c:v>
                </c:pt>
                <c:pt idx="790">
                  <c:v>45019</c:v>
                </c:pt>
                <c:pt idx="791">
                  <c:v>45016</c:v>
                </c:pt>
                <c:pt idx="792">
                  <c:v>45015</c:v>
                </c:pt>
                <c:pt idx="793">
                  <c:v>45014</c:v>
                </c:pt>
                <c:pt idx="794">
                  <c:v>45013</c:v>
                </c:pt>
                <c:pt idx="795">
                  <c:v>45012</c:v>
                </c:pt>
                <c:pt idx="796">
                  <c:v>45009</c:v>
                </c:pt>
                <c:pt idx="797">
                  <c:v>45008</c:v>
                </c:pt>
                <c:pt idx="798">
                  <c:v>45007</c:v>
                </c:pt>
                <c:pt idx="799">
                  <c:v>45006</c:v>
                </c:pt>
                <c:pt idx="800">
                  <c:v>45005</c:v>
                </c:pt>
                <c:pt idx="801">
                  <c:v>45002</c:v>
                </c:pt>
                <c:pt idx="802">
                  <c:v>45001</c:v>
                </c:pt>
                <c:pt idx="803">
                  <c:v>45000</c:v>
                </c:pt>
                <c:pt idx="804">
                  <c:v>44999</c:v>
                </c:pt>
                <c:pt idx="805">
                  <c:v>44998</c:v>
                </c:pt>
                <c:pt idx="806">
                  <c:v>44995</c:v>
                </c:pt>
                <c:pt idx="807">
                  <c:v>44994</c:v>
                </c:pt>
                <c:pt idx="808">
                  <c:v>44993</c:v>
                </c:pt>
                <c:pt idx="809">
                  <c:v>44992</c:v>
                </c:pt>
                <c:pt idx="810">
                  <c:v>44991</c:v>
                </c:pt>
                <c:pt idx="811">
                  <c:v>44988</c:v>
                </c:pt>
                <c:pt idx="812">
                  <c:v>44987</c:v>
                </c:pt>
                <c:pt idx="813">
                  <c:v>44986</c:v>
                </c:pt>
                <c:pt idx="814">
                  <c:v>44985</c:v>
                </c:pt>
                <c:pt idx="815">
                  <c:v>44984</c:v>
                </c:pt>
                <c:pt idx="816">
                  <c:v>44981</c:v>
                </c:pt>
                <c:pt idx="817">
                  <c:v>44980</c:v>
                </c:pt>
                <c:pt idx="818">
                  <c:v>44979</c:v>
                </c:pt>
                <c:pt idx="819">
                  <c:v>44978</c:v>
                </c:pt>
                <c:pt idx="820">
                  <c:v>44977</c:v>
                </c:pt>
                <c:pt idx="821">
                  <c:v>44974</c:v>
                </c:pt>
                <c:pt idx="822">
                  <c:v>44973</c:v>
                </c:pt>
                <c:pt idx="823">
                  <c:v>44972</c:v>
                </c:pt>
                <c:pt idx="824">
                  <c:v>44971</c:v>
                </c:pt>
                <c:pt idx="825">
                  <c:v>44970</c:v>
                </c:pt>
                <c:pt idx="826">
                  <c:v>44967</c:v>
                </c:pt>
                <c:pt idx="827">
                  <c:v>44966</c:v>
                </c:pt>
                <c:pt idx="828">
                  <c:v>44965</c:v>
                </c:pt>
                <c:pt idx="829">
                  <c:v>44964</c:v>
                </c:pt>
                <c:pt idx="830">
                  <c:v>44963</c:v>
                </c:pt>
                <c:pt idx="831">
                  <c:v>44960</c:v>
                </c:pt>
                <c:pt idx="832">
                  <c:v>44959</c:v>
                </c:pt>
                <c:pt idx="833">
                  <c:v>44958</c:v>
                </c:pt>
                <c:pt idx="834">
                  <c:v>44957</c:v>
                </c:pt>
                <c:pt idx="835">
                  <c:v>44956</c:v>
                </c:pt>
                <c:pt idx="836">
                  <c:v>44953</c:v>
                </c:pt>
                <c:pt idx="837">
                  <c:v>44952</c:v>
                </c:pt>
                <c:pt idx="838">
                  <c:v>44946</c:v>
                </c:pt>
                <c:pt idx="839">
                  <c:v>44945</c:v>
                </c:pt>
                <c:pt idx="840">
                  <c:v>44944</c:v>
                </c:pt>
                <c:pt idx="841">
                  <c:v>44943</c:v>
                </c:pt>
                <c:pt idx="842">
                  <c:v>44942</c:v>
                </c:pt>
                <c:pt idx="843">
                  <c:v>44939</c:v>
                </c:pt>
                <c:pt idx="844">
                  <c:v>44938</c:v>
                </c:pt>
                <c:pt idx="845">
                  <c:v>44937</c:v>
                </c:pt>
                <c:pt idx="846">
                  <c:v>44936</c:v>
                </c:pt>
                <c:pt idx="847">
                  <c:v>44935</c:v>
                </c:pt>
                <c:pt idx="848">
                  <c:v>44932</c:v>
                </c:pt>
                <c:pt idx="849">
                  <c:v>44931</c:v>
                </c:pt>
                <c:pt idx="850">
                  <c:v>44930</c:v>
                </c:pt>
                <c:pt idx="851">
                  <c:v>44929</c:v>
                </c:pt>
                <c:pt idx="852">
                  <c:v>44925</c:v>
                </c:pt>
                <c:pt idx="853">
                  <c:v>44924</c:v>
                </c:pt>
                <c:pt idx="854">
                  <c:v>44923</c:v>
                </c:pt>
                <c:pt idx="855">
                  <c:v>44918</c:v>
                </c:pt>
                <c:pt idx="856">
                  <c:v>44917</c:v>
                </c:pt>
                <c:pt idx="857">
                  <c:v>44916</c:v>
                </c:pt>
                <c:pt idx="858">
                  <c:v>44915</c:v>
                </c:pt>
                <c:pt idx="859">
                  <c:v>44914</c:v>
                </c:pt>
                <c:pt idx="860">
                  <c:v>44911</c:v>
                </c:pt>
                <c:pt idx="861">
                  <c:v>44910</c:v>
                </c:pt>
                <c:pt idx="862">
                  <c:v>44909</c:v>
                </c:pt>
                <c:pt idx="863">
                  <c:v>44908</c:v>
                </c:pt>
                <c:pt idx="864">
                  <c:v>44907</c:v>
                </c:pt>
                <c:pt idx="865">
                  <c:v>44904</c:v>
                </c:pt>
                <c:pt idx="866">
                  <c:v>44903</c:v>
                </c:pt>
                <c:pt idx="867">
                  <c:v>44902</c:v>
                </c:pt>
                <c:pt idx="868">
                  <c:v>44901</c:v>
                </c:pt>
                <c:pt idx="869">
                  <c:v>44900</c:v>
                </c:pt>
                <c:pt idx="870">
                  <c:v>44897</c:v>
                </c:pt>
                <c:pt idx="871">
                  <c:v>44896</c:v>
                </c:pt>
                <c:pt idx="872">
                  <c:v>44895</c:v>
                </c:pt>
                <c:pt idx="873">
                  <c:v>44894</c:v>
                </c:pt>
                <c:pt idx="874">
                  <c:v>44893</c:v>
                </c:pt>
                <c:pt idx="875">
                  <c:v>44890</c:v>
                </c:pt>
                <c:pt idx="876">
                  <c:v>44889</c:v>
                </c:pt>
                <c:pt idx="877">
                  <c:v>44888</c:v>
                </c:pt>
                <c:pt idx="878">
                  <c:v>44887</c:v>
                </c:pt>
                <c:pt idx="879">
                  <c:v>44886</c:v>
                </c:pt>
                <c:pt idx="880">
                  <c:v>44883</c:v>
                </c:pt>
                <c:pt idx="881">
                  <c:v>44882</c:v>
                </c:pt>
                <c:pt idx="882">
                  <c:v>44881</c:v>
                </c:pt>
                <c:pt idx="883">
                  <c:v>44880</c:v>
                </c:pt>
                <c:pt idx="884">
                  <c:v>44879</c:v>
                </c:pt>
                <c:pt idx="885">
                  <c:v>44876</c:v>
                </c:pt>
                <c:pt idx="886">
                  <c:v>44875</c:v>
                </c:pt>
                <c:pt idx="887">
                  <c:v>44874</c:v>
                </c:pt>
                <c:pt idx="888">
                  <c:v>44873</c:v>
                </c:pt>
                <c:pt idx="889">
                  <c:v>44872</c:v>
                </c:pt>
                <c:pt idx="890">
                  <c:v>44869</c:v>
                </c:pt>
                <c:pt idx="891">
                  <c:v>44868</c:v>
                </c:pt>
                <c:pt idx="892">
                  <c:v>44867</c:v>
                </c:pt>
                <c:pt idx="893">
                  <c:v>44866</c:v>
                </c:pt>
                <c:pt idx="894">
                  <c:v>44865</c:v>
                </c:pt>
                <c:pt idx="895">
                  <c:v>44862</c:v>
                </c:pt>
                <c:pt idx="896">
                  <c:v>44861</c:v>
                </c:pt>
                <c:pt idx="897">
                  <c:v>44860</c:v>
                </c:pt>
                <c:pt idx="898">
                  <c:v>44859</c:v>
                </c:pt>
                <c:pt idx="899">
                  <c:v>44858</c:v>
                </c:pt>
                <c:pt idx="900">
                  <c:v>44855</c:v>
                </c:pt>
                <c:pt idx="901">
                  <c:v>44854</c:v>
                </c:pt>
                <c:pt idx="902">
                  <c:v>44853</c:v>
                </c:pt>
                <c:pt idx="903">
                  <c:v>44852</c:v>
                </c:pt>
                <c:pt idx="904">
                  <c:v>44851</c:v>
                </c:pt>
                <c:pt idx="905">
                  <c:v>44848</c:v>
                </c:pt>
                <c:pt idx="906">
                  <c:v>44847</c:v>
                </c:pt>
                <c:pt idx="907">
                  <c:v>44846</c:v>
                </c:pt>
                <c:pt idx="908">
                  <c:v>44845</c:v>
                </c:pt>
                <c:pt idx="909">
                  <c:v>44844</c:v>
                </c:pt>
                <c:pt idx="910">
                  <c:v>44841</c:v>
                </c:pt>
                <c:pt idx="911">
                  <c:v>44840</c:v>
                </c:pt>
                <c:pt idx="912">
                  <c:v>44839</c:v>
                </c:pt>
                <c:pt idx="913">
                  <c:v>44837</c:v>
                </c:pt>
                <c:pt idx="914">
                  <c:v>44834</c:v>
                </c:pt>
                <c:pt idx="915">
                  <c:v>44833</c:v>
                </c:pt>
                <c:pt idx="916">
                  <c:v>44832</c:v>
                </c:pt>
                <c:pt idx="917">
                  <c:v>44831</c:v>
                </c:pt>
                <c:pt idx="918">
                  <c:v>44830</c:v>
                </c:pt>
                <c:pt idx="919">
                  <c:v>44827</c:v>
                </c:pt>
                <c:pt idx="920">
                  <c:v>44826</c:v>
                </c:pt>
                <c:pt idx="921">
                  <c:v>44825</c:v>
                </c:pt>
                <c:pt idx="922">
                  <c:v>44824</c:v>
                </c:pt>
                <c:pt idx="923">
                  <c:v>44823</c:v>
                </c:pt>
                <c:pt idx="924">
                  <c:v>44820</c:v>
                </c:pt>
                <c:pt idx="925">
                  <c:v>44819</c:v>
                </c:pt>
                <c:pt idx="926">
                  <c:v>44818</c:v>
                </c:pt>
                <c:pt idx="927">
                  <c:v>44817</c:v>
                </c:pt>
                <c:pt idx="928">
                  <c:v>44813</c:v>
                </c:pt>
                <c:pt idx="929">
                  <c:v>44812</c:v>
                </c:pt>
                <c:pt idx="930">
                  <c:v>44811</c:v>
                </c:pt>
                <c:pt idx="931">
                  <c:v>44810</c:v>
                </c:pt>
                <c:pt idx="932">
                  <c:v>44809</c:v>
                </c:pt>
                <c:pt idx="933">
                  <c:v>44806</c:v>
                </c:pt>
                <c:pt idx="934">
                  <c:v>44805</c:v>
                </c:pt>
                <c:pt idx="935">
                  <c:v>44804</c:v>
                </c:pt>
                <c:pt idx="936">
                  <c:v>44803</c:v>
                </c:pt>
                <c:pt idx="937">
                  <c:v>44802</c:v>
                </c:pt>
                <c:pt idx="938">
                  <c:v>44799</c:v>
                </c:pt>
                <c:pt idx="939">
                  <c:v>44798</c:v>
                </c:pt>
                <c:pt idx="940">
                  <c:v>44797</c:v>
                </c:pt>
                <c:pt idx="941">
                  <c:v>44796</c:v>
                </c:pt>
                <c:pt idx="942">
                  <c:v>44795</c:v>
                </c:pt>
                <c:pt idx="943">
                  <c:v>44792</c:v>
                </c:pt>
                <c:pt idx="944">
                  <c:v>44791</c:v>
                </c:pt>
                <c:pt idx="945">
                  <c:v>44790</c:v>
                </c:pt>
                <c:pt idx="946">
                  <c:v>44789</c:v>
                </c:pt>
                <c:pt idx="947">
                  <c:v>44788</c:v>
                </c:pt>
                <c:pt idx="948">
                  <c:v>44785</c:v>
                </c:pt>
                <c:pt idx="949">
                  <c:v>44784</c:v>
                </c:pt>
                <c:pt idx="950">
                  <c:v>44783</c:v>
                </c:pt>
                <c:pt idx="951">
                  <c:v>44782</c:v>
                </c:pt>
                <c:pt idx="952">
                  <c:v>44781</c:v>
                </c:pt>
                <c:pt idx="953">
                  <c:v>44778</c:v>
                </c:pt>
                <c:pt idx="954">
                  <c:v>44777</c:v>
                </c:pt>
                <c:pt idx="955">
                  <c:v>44776</c:v>
                </c:pt>
                <c:pt idx="956">
                  <c:v>44775</c:v>
                </c:pt>
                <c:pt idx="957">
                  <c:v>44774</c:v>
                </c:pt>
                <c:pt idx="958">
                  <c:v>44771</c:v>
                </c:pt>
                <c:pt idx="959">
                  <c:v>44770</c:v>
                </c:pt>
                <c:pt idx="960">
                  <c:v>44769</c:v>
                </c:pt>
                <c:pt idx="961">
                  <c:v>44768</c:v>
                </c:pt>
                <c:pt idx="962">
                  <c:v>44767</c:v>
                </c:pt>
                <c:pt idx="963">
                  <c:v>44764</c:v>
                </c:pt>
                <c:pt idx="964">
                  <c:v>44763</c:v>
                </c:pt>
                <c:pt idx="965">
                  <c:v>44762</c:v>
                </c:pt>
                <c:pt idx="966">
                  <c:v>44761</c:v>
                </c:pt>
                <c:pt idx="967">
                  <c:v>44760</c:v>
                </c:pt>
                <c:pt idx="968">
                  <c:v>44757</c:v>
                </c:pt>
                <c:pt idx="969">
                  <c:v>44756</c:v>
                </c:pt>
                <c:pt idx="970">
                  <c:v>44755</c:v>
                </c:pt>
                <c:pt idx="971">
                  <c:v>44754</c:v>
                </c:pt>
                <c:pt idx="972">
                  <c:v>44753</c:v>
                </c:pt>
                <c:pt idx="973">
                  <c:v>44750</c:v>
                </c:pt>
                <c:pt idx="974">
                  <c:v>44749</c:v>
                </c:pt>
                <c:pt idx="975">
                  <c:v>44748</c:v>
                </c:pt>
                <c:pt idx="976">
                  <c:v>44747</c:v>
                </c:pt>
                <c:pt idx="977">
                  <c:v>44746</c:v>
                </c:pt>
                <c:pt idx="978">
                  <c:v>44742</c:v>
                </c:pt>
                <c:pt idx="979">
                  <c:v>44741</c:v>
                </c:pt>
                <c:pt idx="980">
                  <c:v>44740</c:v>
                </c:pt>
                <c:pt idx="981">
                  <c:v>44739</c:v>
                </c:pt>
                <c:pt idx="982">
                  <c:v>44736</c:v>
                </c:pt>
                <c:pt idx="983">
                  <c:v>44735</c:v>
                </c:pt>
                <c:pt idx="984">
                  <c:v>44734</c:v>
                </c:pt>
                <c:pt idx="985">
                  <c:v>44733</c:v>
                </c:pt>
                <c:pt idx="986">
                  <c:v>44732</c:v>
                </c:pt>
                <c:pt idx="987">
                  <c:v>44729</c:v>
                </c:pt>
                <c:pt idx="988">
                  <c:v>44728</c:v>
                </c:pt>
                <c:pt idx="989">
                  <c:v>44727</c:v>
                </c:pt>
                <c:pt idx="990">
                  <c:v>44726</c:v>
                </c:pt>
                <c:pt idx="991">
                  <c:v>44725</c:v>
                </c:pt>
                <c:pt idx="992">
                  <c:v>44722</c:v>
                </c:pt>
                <c:pt idx="993">
                  <c:v>44721</c:v>
                </c:pt>
                <c:pt idx="994">
                  <c:v>44720</c:v>
                </c:pt>
                <c:pt idx="995">
                  <c:v>44719</c:v>
                </c:pt>
                <c:pt idx="996">
                  <c:v>44718</c:v>
                </c:pt>
                <c:pt idx="997">
                  <c:v>44714</c:v>
                </c:pt>
                <c:pt idx="998">
                  <c:v>44713</c:v>
                </c:pt>
                <c:pt idx="999">
                  <c:v>44712</c:v>
                </c:pt>
                <c:pt idx="1000">
                  <c:v>44711</c:v>
                </c:pt>
                <c:pt idx="1001">
                  <c:v>44708</c:v>
                </c:pt>
                <c:pt idx="1002">
                  <c:v>44707</c:v>
                </c:pt>
                <c:pt idx="1003">
                  <c:v>44706</c:v>
                </c:pt>
                <c:pt idx="1004">
                  <c:v>44705</c:v>
                </c:pt>
                <c:pt idx="1005">
                  <c:v>44704</c:v>
                </c:pt>
                <c:pt idx="1006">
                  <c:v>44701</c:v>
                </c:pt>
                <c:pt idx="1007">
                  <c:v>44700</c:v>
                </c:pt>
                <c:pt idx="1008">
                  <c:v>44699</c:v>
                </c:pt>
                <c:pt idx="1009">
                  <c:v>44698</c:v>
                </c:pt>
                <c:pt idx="1010">
                  <c:v>44697</c:v>
                </c:pt>
                <c:pt idx="1011">
                  <c:v>44694</c:v>
                </c:pt>
                <c:pt idx="1012">
                  <c:v>44693</c:v>
                </c:pt>
                <c:pt idx="1013">
                  <c:v>44692</c:v>
                </c:pt>
                <c:pt idx="1014">
                  <c:v>44691</c:v>
                </c:pt>
                <c:pt idx="1015">
                  <c:v>44687</c:v>
                </c:pt>
                <c:pt idx="1016">
                  <c:v>44686</c:v>
                </c:pt>
                <c:pt idx="1017">
                  <c:v>44685</c:v>
                </c:pt>
                <c:pt idx="1018">
                  <c:v>44684</c:v>
                </c:pt>
                <c:pt idx="1019">
                  <c:v>44680</c:v>
                </c:pt>
                <c:pt idx="1020">
                  <c:v>44679</c:v>
                </c:pt>
                <c:pt idx="1021">
                  <c:v>44678</c:v>
                </c:pt>
                <c:pt idx="1022">
                  <c:v>44677</c:v>
                </c:pt>
                <c:pt idx="1023">
                  <c:v>44676</c:v>
                </c:pt>
                <c:pt idx="1024">
                  <c:v>44673</c:v>
                </c:pt>
                <c:pt idx="1025">
                  <c:v>44672</c:v>
                </c:pt>
                <c:pt idx="1026">
                  <c:v>44671</c:v>
                </c:pt>
                <c:pt idx="1027">
                  <c:v>44670</c:v>
                </c:pt>
                <c:pt idx="1028">
                  <c:v>44665</c:v>
                </c:pt>
                <c:pt idx="1029">
                  <c:v>44664</c:v>
                </c:pt>
                <c:pt idx="1030">
                  <c:v>44663</c:v>
                </c:pt>
                <c:pt idx="1031">
                  <c:v>44662</c:v>
                </c:pt>
                <c:pt idx="1032">
                  <c:v>44659</c:v>
                </c:pt>
                <c:pt idx="1033">
                  <c:v>44658</c:v>
                </c:pt>
                <c:pt idx="1034">
                  <c:v>44657</c:v>
                </c:pt>
                <c:pt idx="1035">
                  <c:v>44655</c:v>
                </c:pt>
                <c:pt idx="1036">
                  <c:v>44652</c:v>
                </c:pt>
                <c:pt idx="1037">
                  <c:v>44651</c:v>
                </c:pt>
                <c:pt idx="1038">
                  <c:v>44650</c:v>
                </c:pt>
                <c:pt idx="1039">
                  <c:v>44649</c:v>
                </c:pt>
                <c:pt idx="1040">
                  <c:v>44648</c:v>
                </c:pt>
                <c:pt idx="1041">
                  <c:v>44645</c:v>
                </c:pt>
                <c:pt idx="1042">
                  <c:v>44644</c:v>
                </c:pt>
                <c:pt idx="1043">
                  <c:v>44643</c:v>
                </c:pt>
                <c:pt idx="1044">
                  <c:v>44642</c:v>
                </c:pt>
                <c:pt idx="1045">
                  <c:v>44641</c:v>
                </c:pt>
                <c:pt idx="1046">
                  <c:v>44638</c:v>
                </c:pt>
                <c:pt idx="1047">
                  <c:v>44637</c:v>
                </c:pt>
                <c:pt idx="1048">
                  <c:v>44636</c:v>
                </c:pt>
                <c:pt idx="1049">
                  <c:v>44635</c:v>
                </c:pt>
                <c:pt idx="1050">
                  <c:v>44634</c:v>
                </c:pt>
                <c:pt idx="1051">
                  <c:v>44631</c:v>
                </c:pt>
                <c:pt idx="1052">
                  <c:v>44630</c:v>
                </c:pt>
                <c:pt idx="1053">
                  <c:v>44629</c:v>
                </c:pt>
                <c:pt idx="1054">
                  <c:v>44628</c:v>
                </c:pt>
                <c:pt idx="1055">
                  <c:v>44627</c:v>
                </c:pt>
                <c:pt idx="1056">
                  <c:v>44624</c:v>
                </c:pt>
                <c:pt idx="1057">
                  <c:v>44623</c:v>
                </c:pt>
                <c:pt idx="1058">
                  <c:v>44622</c:v>
                </c:pt>
                <c:pt idx="1059">
                  <c:v>44621</c:v>
                </c:pt>
                <c:pt idx="1060">
                  <c:v>44620</c:v>
                </c:pt>
                <c:pt idx="1061">
                  <c:v>44617</c:v>
                </c:pt>
                <c:pt idx="1062">
                  <c:v>44616</c:v>
                </c:pt>
                <c:pt idx="1063">
                  <c:v>44615</c:v>
                </c:pt>
                <c:pt idx="1064">
                  <c:v>44614</c:v>
                </c:pt>
                <c:pt idx="1065">
                  <c:v>44613</c:v>
                </c:pt>
                <c:pt idx="1066">
                  <c:v>44610</c:v>
                </c:pt>
                <c:pt idx="1067">
                  <c:v>44609</c:v>
                </c:pt>
                <c:pt idx="1068">
                  <c:v>44608</c:v>
                </c:pt>
                <c:pt idx="1069">
                  <c:v>44607</c:v>
                </c:pt>
                <c:pt idx="1070">
                  <c:v>44606</c:v>
                </c:pt>
                <c:pt idx="1071">
                  <c:v>44603</c:v>
                </c:pt>
                <c:pt idx="1072">
                  <c:v>44602</c:v>
                </c:pt>
                <c:pt idx="1073">
                  <c:v>44601</c:v>
                </c:pt>
                <c:pt idx="1074">
                  <c:v>44600</c:v>
                </c:pt>
                <c:pt idx="1075">
                  <c:v>44599</c:v>
                </c:pt>
                <c:pt idx="1076">
                  <c:v>44596</c:v>
                </c:pt>
                <c:pt idx="1077">
                  <c:v>44592</c:v>
                </c:pt>
                <c:pt idx="1078">
                  <c:v>44589</c:v>
                </c:pt>
                <c:pt idx="1079">
                  <c:v>44588</c:v>
                </c:pt>
                <c:pt idx="1080">
                  <c:v>44587</c:v>
                </c:pt>
                <c:pt idx="1081">
                  <c:v>44586</c:v>
                </c:pt>
                <c:pt idx="1082">
                  <c:v>44585</c:v>
                </c:pt>
                <c:pt idx="1083">
                  <c:v>44582</c:v>
                </c:pt>
                <c:pt idx="1084">
                  <c:v>44581</c:v>
                </c:pt>
                <c:pt idx="1085">
                  <c:v>44580</c:v>
                </c:pt>
                <c:pt idx="1086">
                  <c:v>44579</c:v>
                </c:pt>
                <c:pt idx="1087">
                  <c:v>44578</c:v>
                </c:pt>
                <c:pt idx="1088">
                  <c:v>44575</c:v>
                </c:pt>
                <c:pt idx="1089">
                  <c:v>44574</c:v>
                </c:pt>
                <c:pt idx="1090">
                  <c:v>44573</c:v>
                </c:pt>
                <c:pt idx="1091">
                  <c:v>44572</c:v>
                </c:pt>
                <c:pt idx="1092">
                  <c:v>44571</c:v>
                </c:pt>
                <c:pt idx="1093">
                  <c:v>44568</c:v>
                </c:pt>
                <c:pt idx="1094">
                  <c:v>44567</c:v>
                </c:pt>
                <c:pt idx="1095">
                  <c:v>44566</c:v>
                </c:pt>
                <c:pt idx="1096">
                  <c:v>44565</c:v>
                </c:pt>
                <c:pt idx="1097">
                  <c:v>44564</c:v>
                </c:pt>
                <c:pt idx="1098">
                  <c:v>44561</c:v>
                </c:pt>
                <c:pt idx="1099">
                  <c:v>44560</c:v>
                </c:pt>
                <c:pt idx="1100">
                  <c:v>44559</c:v>
                </c:pt>
                <c:pt idx="1101">
                  <c:v>44558</c:v>
                </c:pt>
                <c:pt idx="1102">
                  <c:v>44554</c:v>
                </c:pt>
                <c:pt idx="1103">
                  <c:v>44553</c:v>
                </c:pt>
                <c:pt idx="1104">
                  <c:v>44552</c:v>
                </c:pt>
                <c:pt idx="1105">
                  <c:v>44551</c:v>
                </c:pt>
                <c:pt idx="1106">
                  <c:v>44550</c:v>
                </c:pt>
                <c:pt idx="1107">
                  <c:v>44547</c:v>
                </c:pt>
                <c:pt idx="1108">
                  <c:v>44546</c:v>
                </c:pt>
                <c:pt idx="1109">
                  <c:v>44545</c:v>
                </c:pt>
                <c:pt idx="1110">
                  <c:v>44544</c:v>
                </c:pt>
                <c:pt idx="1111">
                  <c:v>44543</c:v>
                </c:pt>
                <c:pt idx="1112">
                  <c:v>44540</c:v>
                </c:pt>
                <c:pt idx="1113">
                  <c:v>44539</c:v>
                </c:pt>
                <c:pt idx="1114">
                  <c:v>44538</c:v>
                </c:pt>
                <c:pt idx="1115">
                  <c:v>44537</c:v>
                </c:pt>
                <c:pt idx="1116">
                  <c:v>44536</c:v>
                </c:pt>
                <c:pt idx="1117">
                  <c:v>44533</c:v>
                </c:pt>
                <c:pt idx="1118">
                  <c:v>44532</c:v>
                </c:pt>
                <c:pt idx="1119">
                  <c:v>44531</c:v>
                </c:pt>
                <c:pt idx="1120">
                  <c:v>44530</c:v>
                </c:pt>
                <c:pt idx="1121">
                  <c:v>44529</c:v>
                </c:pt>
                <c:pt idx="1122">
                  <c:v>44526</c:v>
                </c:pt>
                <c:pt idx="1123">
                  <c:v>44525</c:v>
                </c:pt>
                <c:pt idx="1124">
                  <c:v>44524</c:v>
                </c:pt>
                <c:pt idx="1125">
                  <c:v>44523</c:v>
                </c:pt>
                <c:pt idx="1126">
                  <c:v>44522</c:v>
                </c:pt>
                <c:pt idx="1127">
                  <c:v>44519</c:v>
                </c:pt>
                <c:pt idx="1128">
                  <c:v>44518</c:v>
                </c:pt>
                <c:pt idx="1129">
                  <c:v>44517</c:v>
                </c:pt>
                <c:pt idx="1130">
                  <c:v>44516</c:v>
                </c:pt>
                <c:pt idx="1131">
                  <c:v>44515</c:v>
                </c:pt>
                <c:pt idx="1132">
                  <c:v>44512</c:v>
                </c:pt>
                <c:pt idx="1133">
                  <c:v>44511</c:v>
                </c:pt>
                <c:pt idx="1134">
                  <c:v>44510</c:v>
                </c:pt>
                <c:pt idx="1135">
                  <c:v>44509</c:v>
                </c:pt>
                <c:pt idx="1136">
                  <c:v>44508</c:v>
                </c:pt>
                <c:pt idx="1137">
                  <c:v>44505</c:v>
                </c:pt>
                <c:pt idx="1138">
                  <c:v>44504</c:v>
                </c:pt>
                <c:pt idx="1139">
                  <c:v>44503</c:v>
                </c:pt>
                <c:pt idx="1140">
                  <c:v>44502</c:v>
                </c:pt>
                <c:pt idx="1141">
                  <c:v>44501</c:v>
                </c:pt>
                <c:pt idx="1142">
                  <c:v>44498</c:v>
                </c:pt>
                <c:pt idx="1143">
                  <c:v>44497</c:v>
                </c:pt>
                <c:pt idx="1144">
                  <c:v>44496</c:v>
                </c:pt>
                <c:pt idx="1145">
                  <c:v>44495</c:v>
                </c:pt>
                <c:pt idx="1146">
                  <c:v>44494</c:v>
                </c:pt>
                <c:pt idx="1147">
                  <c:v>44491</c:v>
                </c:pt>
                <c:pt idx="1148">
                  <c:v>44490</c:v>
                </c:pt>
                <c:pt idx="1149">
                  <c:v>44489</c:v>
                </c:pt>
                <c:pt idx="1150">
                  <c:v>44488</c:v>
                </c:pt>
                <c:pt idx="1151">
                  <c:v>44487</c:v>
                </c:pt>
                <c:pt idx="1152">
                  <c:v>44484</c:v>
                </c:pt>
                <c:pt idx="1153">
                  <c:v>44481</c:v>
                </c:pt>
                <c:pt idx="1154">
                  <c:v>44480</c:v>
                </c:pt>
                <c:pt idx="1155">
                  <c:v>44477</c:v>
                </c:pt>
                <c:pt idx="1156">
                  <c:v>44476</c:v>
                </c:pt>
                <c:pt idx="1157">
                  <c:v>44475</c:v>
                </c:pt>
                <c:pt idx="1158">
                  <c:v>44474</c:v>
                </c:pt>
                <c:pt idx="1159">
                  <c:v>44473</c:v>
                </c:pt>
                <c:pt idx="1160">
                  <c:v>44469</c:v>
                </c:pt>
                <c:pt idx="1161">
                  <c:v>44468</c:v>
                </c:pt>
                <c:pt idx="1162">
                  <c:v>44467</c:v>
                </c:pt>
                <c:pt idx="1163">
                  <c:v>44466</c:v>
                </c:pt>
                <c:pt idx="1164">
                  <c:v>44463</c:v>
                </c:pt>
                <c:pt idx="1165">
                  <c:v>44462</c:v>
                </c:pt>
                <c:pt idx="1166">
                  <c:v>44460</c:v>
                </c:pt>
                <c:pt idx="1167">
                  <c:v>44459</c:v>
                </c:pt>
                <c:pt idx="1168">
                  <c:v>44456</c:v>
                </c:pt>
                <c:pt idx="1169">
                  <c:v>44455</c:v>
                </c:pt>
                <c:pt idx="1170">
                  <c:v>44454</c:v>
                </c:pt>
                <c:pt idx="1171">
                  <c:v>44453</c:v>
                </c:pt>
                <c:pt idx="1172">
                  <c:v>44452</c:v>
                </c:pt>
                <c:pt idx="1173">
                  <c:v>44449</c:v>
                </c:pt>
                <c:pt idx="1174">
                  <c:v>44448</c:v>
                </c:pt>
                <c:pt idx="1175">
                  <c:v>44447</c:v>
                </c:pt>
                <c:pt idx="1176">
                  <c:v>44446</c:v>
                </c:pt>
                <c:pt idx="1177">
                  <c:v>44445</c:v>
                </c:pt>
                <c:pt idx="1178">
                  <c:v>44442</c:v>
                </c:pt>
                <c:pt idx="1179">
                  <c:v>44441</c:v>
                </c:pt>
                <c:pt idx="1180">
                  <c:v>44440</c:v>
                </c:pt>
                <c:pt idx="1181">
                  <c:v>44439</c:v>
                </c:pt>
                <c:pt idx="1182">
                  <c:v>44438</c:v>
                </c:pt>
                <c:pt idx="1183">
                  <c:v>44435</c:v>
                </c:pt>
                <c:pt idx="1184">
                  <c:v>44434</c:v>
                </c:pt>
                <c:pt idx="1185">
                  <c:v>44433</c:v>
                </c:pt>
                <c:pt idx="1186">
                  <c:v>44432</c:v>
                </c:pt>
                <c:pt idx="1187">
                  <c:v>44431</c:v>
                </c:pt>
                <c:pt idx="1188">
                  <c:v>44428</c:v>
                </c:pt>
                <c:pt idx="1189">
                  <c:v>44427</c:v>
                </c:pt>
                <c:pt idx="1190">
                  <c:v>44426</c:v>
                </c:pt>
                <c:pt idx="1191">
                  <c:v>44425</c:v>
                </c:pt>
                <c:pt idx="1192">
                  <c:v>44424</c:v>
                </c:pt>
                <c:pt idx="1193">
                  <c:v>44421</c:v>
                </c:pt>
                <c:pt idx="1194">
                  <c:v>44420</c:v>
                </c:pt>
                <c:pt idx="1195">
                  <c:v>44419</c:v>
                </c:pt>
                <c:pt idx="1196">
                  <c:v>44418</c:v>
                </c:pt>
                <c:pt idx="1197">
                  <c:v>44417</c:v>
                </c:pt>
                <c:pt idx="1198">
                  <c:v>44414</c:v>
                </c:pt>
                <c:pt idx="1199">
                  <c:v>44413</c:v>
                </c:pt>
                <c:pt idx="1200">
                  <c:v>44412</c:v>
                </c:pt>
                <c:pt idx="1201">
                  <c:v>44411</c:v>
                </c:pt>
                <c:pt idx="1202">
                  <c:v>44410</c:v>
                </c:pt>
                <c:pt idx="1203">
                  <c:v>44407</c:v>
                </c:pt>
                <c:pt idx="1204">
                  <c:v>44406</c:v>
                </c:pt>
                <c:pt idx="1205">
                  <c:v>44405</c:v>
                </c:pt>
                <c:pt idx="1206">
                  <c:v>44404</c:v>
                </c:pt>
                <c:pt idx="1207">
                  <c:v>44403</c:v>
                </c:pt>
                <c:pt idx="1208">
                  <c:v>44400</c:v>
                </c:pt>
                <c:pt idx="1209">
                  <c:v>44399</c:v>
                </c:pt>
                <c:pt idx="1210">
                  <c:v>44398</c:v>
                </c:pt>
                <c:pt idx="1211">
                  <c:v>44397</c:v>
                </c:pt>
                <c:pt idx="1212">
                  <c:v>44396</c:v>
                </c:pt>
                <c:pt idx="1213">
                  <c:v>44393</c:v>
                </c:pt>
                <c:pt idx="1214">
                  <c:v>44392</c:v>
                </c:pt>
                <c:pt idx="1215">
                  <c:v>44391</c:v>
                </c:pt>
                <c:pt idx="1216">
                  <c:v>44390</c:v>
                </c:pt>
                <c:pt idx="1217">
                  <c:v>44389</c:v>
                </c:pt>
                <c:pt idx="1218">
                  <c:v>44386</c:v>
                </c:pt>
                <c:pt idx="1219">
                  <c:v>44385</c:v>
                </c:pt>
                <c:pt idx="1220">
                  <c:v>44384</c:v>
                </c:pt>
                <c:pt idx="1221">
                  <c:v>44383</c:v>
                </c:pt>
                <c:pt idx="1222">
                  <c:v>44382</c:v>
                </c:pt>
                <c:pt idx="1223">
                  <c:v>44379</c:v>
                </c:pt>
                <c:pt idx="1224">
                  <c:v>44377</c:v>
                </c:pt>
                <c:pt idx="1225">
                  <c:v>44376</c:v>
                </c:pt>
                <c:pt idx="1226">
                  <c:v>44375</c:v>
                </c:pt>
                <c:pt idx="1227">
                  <c:v>44372</c:v>
                </c:pt>
                <c:pt idx="1228">
                  <c:v>44371</c:v>
                </c:pt>
                <c:pt idx="1229">
                  <c:v>44370</c:v>
                </c:pt>
                <c:pt idx="1230">
                  <c:v>44369</c:v>
                </c:pt>
                <c:pt idx="1231">
                  <c:v>44368</c:v>
                </c:pt>
                <c:pt idx="1232">
                  <c:v>44365</c:v>
                </c:pt>
                <c:pt idx="1233">
                  <c:v>44364</c:v>
                </c:pt>
                <c:pt idx="1234">
                  <c:v>44363</c:v>
                </c:pt>
                <c:pt idx="1235">
                  <c:v>44362</c:v>
                </c:pt>
                <c:pt idx="1236">
                  <c:v>44358</c:v>
                </c:pt>
                <c:pt idx="1237">
                  <c:v>44357</c:v>
                </c:pt>
                <c:pt idx="1238">
                  <c:v>44356</c:v>
                </c:pt>
                <c:pt idx="1239">
                  <c:v>44355</c:v>
                </c:pt>
                <c:pt idx="1240">
                  <c:v>44354</c:v>
                </c:pt>
                <c:pt idx="1241">
                  <c:v>44351</c:v>
                </c:pt>
                <c:pt idx="1242">
                  <c:v>44350</c:v>
                </c:pt>
                <c:pt idx="1243">
                  <c:v>44349</c:v>
                </c:pt>
                <c:pt idx="1244">
                  <c:v>44348</c:v>
                </c:pt>
                <c:pt idx="1245">
                  <c:v>44347</c:v>
                </c:pt>
                <c:pt idx="1246">
                  <c:v>44344</c:v>
                </c:pt>
                <c:pt idx="1247">
                  <c:v>44343</c:v>
                </c:pt>
                <c:pt idx="1248">
                  <c:v>44342</c:v>
                </c:pt>
                <c:pt idx="1249">
                  <c:v>44341</c:v>
                </c:pt>
                <c:pt idx="1250">
                  <c:v>44340</c:v>
                </c:pt>
                <c:pt idx="1251">
                  <c:v>44337</c:v>
                </c:pt>
                <c:pt idx="1252">
                  <c:v>44336</c:v>
                </c:pt>
                <c:pt idx="1253">
                  <c:v>44334</c:v>
                </c:pt>
                <c:pt idx="1254">
                  <c:v>44333</c:v>
                </c:pt>
                <c:pt idx="1255">
                  <c:v>44330</c:v>
                </c:pt>
                <c:pt idx="1256">
                  <c:v>44329</c:v>
                </c:pt>
                <c:pt idx="1257">
                  <c:v>44328</c:v>
                </c:pt>
                <c:pt idx="1258">
                  <c:v>44327</c:v>
                </c:pt>
                <c:pt idx="1259">
                  <c:v>44326</c:v>
                </c:pt>
                <c:pt idx="1260">
                  <c:v>44323</c:v>
                </c:pt>
                <c:pt idx="1261">
                  <c:v>44322</c:v>
                </c:pt>
                <c:pt idx="1262">
                  <c:v>44321</c:v>
                </c:pt>
                <c:pt idx="1263">
                  <c:v>44320</c:v>
                </c:pt>
                <c:pt idx="1264">
                  <c:v>44319</c:v>
                </c:pt>
                <c:pt idx="1265">
                  <c:v>44316</c:v>
                </c:pt>
                <c:pt idx="1266">
                  <c:v>44315</c:v>
                </c:pt>
                <c:pt idx="1267">
                  <c:v>44314</c:v>
                </c:pt>
                <c:pt idx="1268">
                  <c:v>44313</c:v>
                </c:pt>
                <c:pt idx="1269">
                  <c:v>44312</c:v>
                </c:pt>
                <c:pt idx="1270">
                  <c:v>44309</c:v>
                </c:pt>
                <c:pt idx="1271">
                  <c:v>44308</c:v>
                </c:pt>
                <c:pt idx="1272">
                  <c:v>44307</c:v>
                </c:pt>
                <c:pt idx="1273">
                  <c:v>44306</c:v>
                </c:pt>
                <c:pt idx="1274">
                  <c:v>44305</c:v>
                </c:pt>
                <c:pt idx="1275">
                  <c:v>44302</c:v>
                </c:pt>
                <c:pt idx="1276">
                  <c:v>44301</c:v>
                </c:pt>
                <c:pt idx="1277">
                  <c:v>44300</c:v>
                </c:pt>
                <c:pt idx="1278">
                  <c:v>44299</c:v>
                </c:pt>
                <c:pt idx="1279">
                  <c:v>44298</c:v>
                </c:pt>
                <c:pt idx="1280">
                  <c:v>44295</c:v>
                </c:pt>
                <c:pt idx="1281">
                  <c:v>44294</c:v>
                </c:pt>
                <c:pt idx="1282">
                  <c:v>44293</c:v>
                </c:pt>
                <c:pt idx="1283">
                  <c:v>44287</c:v>
                </c:pt>
                <c:pt idx="1284">
                  <c:v>44286</c:v>
                </c:pt>
                <c:pt idx="1285">
                  <c:v>44285</c:v>
                </c:pt>
                <c:pt idx="1286">
                  <c:v>44284</c:v>
                </c:pt>
                <c:pt idx="1287">
                  <c:v>44281</c:v>
                </c:pt>
                <c:pt idx="1288">
                  <c:v>44280</c:v>
                </c:pt>
                <c:pt idx="1289">
                  <c:v>44279</c:v>
                </c:pt>
                <c:pt idx="1290">
                  <c:v>44278</c:v>
                </c:pt>
                <c:pt idx="1291">
                  <c:v>44277</c:v>
                </c:pt>
                <c:pt idx="1292">
                  <c:v>44274</c:v>
                </c:pt>
                <c:pt idx="1293">
                  <c:v>44273</c:v>
                </c:pt>
                <c:pt idx="1294">
                  <c:v>44272</c:v>
                </c:pt>
                <c:pt idx="1295">
                  <c:v>44271</c:v>
                </c:pt>
                <c:pt idx="1296">
                  <c:v>44270</c:v>
                </c:pt>
                <c:pt idx="1297">
                  <c:v>44267</c:v>
                </c:pt>
                <c:pt idx="1298">
                  <c:v>44266</c:v>
                </c:pt>
                <c:pt idx="1299">
                  <c:v>44265</c:v>
                </c:pt>
                <c:pt idx="1300">
                  <c:v>44264</c:v>
                </c:pt>
                <c:pt idx="1301">
                  <c:v>44263</c:v>
                </c:pt>
                <c:pt idx="1302">
                  <c:v>44260</c:v>
                </c:pt>
                <c:pt idx="1303">
                  <c:v>44259</c:v>
                </c:pt>
                <c:pt idx="1304">
                  <c:v>44258</c:v>
                </c:pt>
                <c:pt idx="1305">
                  <c:v>44257</c:v>
                </c:pt>
                <c:pt idx="1306">
                  <c:v>44256</c:v>
                </c:pt>
                <c:pt idx="1307">
                  <c:v>44253</c:v>
                </c:pt>
                <c:pt idx="1308">
                  <c:v>44252</c:v>
                </c:pt>
                <c:pt idx="1309">
                  <c:v>44251</c:v>
                </c:pt>
                <c:pt idx="1310">
                  <c:v>44250</c:v>
                </c:pt>
                <c:pt idx="1311">
                  <c:v>44249</c:v>
                </c:pt>
                <c:pt idx="1312">
                  <c:v>44246</c:v>
                </c:pt>
                <c:pt idx="1313">
                  <c:v>44245</c:v>
                </c:pt>
                <c:pt idx="1314">
                  <c:v>44244</c:v>
                </c:pt>
                <c:pt idx="1315">
                  <c:v>44243</c:v>
                </c:pt>
                <c:pt idx="1316">
                  <c:v>44238</c:v>
                </c:pt>
                <c:pt idx="1317">
                  <c:v>44237</c:v>
                </c:pt>
                <c:pt idx="1318">
                  <c:v>44236</c:v>
                </c:pt>
                <c:pt idx="1319">
                  <c:v>44235</c:v>
                </c:pt>
                <c:pt idx="1320">
                  <c:v>44232</c:v>
                </c:pt>
                <c:pt idx="1321">
                  <c:v>44231</c:v>
                </c:pt>
                <c:pt idx="1322">
                  <c:v>44230</c:v>
                </c:pt>
                <c:pt idx="1323">
                  <c:v>44229</c:v>
                </c:pt>
                <c:pt idx="1324">
                  <c:v>44228</c:v>
                </c:pt>
                <c:pt idx="1325">
                  <c:v>44225</c:v>
                </c:pt>
                <c:pt idx="1326">
                  <c:v>44224</c:v>
                </c:pt>
                <c:pt idx="1327">
                  <c:v>44223</c:v>
                </c:pt>
                <c:pt idx="1328">
                  <c:v>44222</c:v>
                </c:pt>
                <c:pt idx="1329">
                  <c:v>44221</c:v>
                </c:pt>
                <c:pt idx="1330">
                  <c:v>44218</c:v>
                </c:pt>
                <c:pt idx="1331">
                  <c:v>44217</c:v>
                </c:pt>
                <c:pt idx="1332">
                  <c:v>44216</c:v>
                </c:pt>
                <c:pt idx="1333">
                  <c:v>44215</c:v>
                </c:pt>
                <c:pt idx="1334">
                  <c:v>44214</c:v>
                </c:pt>
                <c:pt idx="1335">
                  <c:v>44211</c:v>
                </c:pt>
                <c:pt idx="1336">
                  <c:v>44210</c:v>
                </c:pt>
                <c:pt idx="1337">
                  <c:v>44209</c:v>
                </c:pt>
                <c:pt idx="1338">
                  <c:v>44208</c:v>
                </c:pt>
                <c:pt idx="1339">
                  <c:v>44207</c:v>
                </c:pt>
                <c:pt idx="1340">
                  <c:v>44204</c:v>
                </c:pt>
                <c:pt idx="1341">
                  <c:v>44203</c:v>
                </c:pt>
                <c:pt idx="1342">
                  <c:v>44202</c:v>
                </c:pt>
                <c:pt idx="1343">
                  <c:v>44201</c:v>
                </c:pt>
                <c:pt idx="1344">
                  <c:v>44200</c:v>
                </c:pt>
                <c:pt idx="1345">
                  <c:v>44196</c:v>
                </c:pt>
                <c:pt idx="1346">
                  <c:v>44195</c:v>
                </c:pt>
                <c:pt idx="1347">
                  <c:v>44194</c:v>
                </c:pt>
                <c:pt idx="1348">
                  <c:v>44193</c:v>
                </c:pt>
                <c:pt idx="1349">
                  <c:v>44189</c:v>
                </c:pt>
                <c:pt idx="1350">
                  <c:v>44188</c:v>
                </c:pt>
                <c:pt idx="1351">
                  <c:v>44187</c:v>
                </c:pt>
                <c:pt idx="1352">
                  <c:v>44186</c:v>
                </c:pt>
                <c:pt idx="1353">
                  <c:v>44183</c:v>
                </c:pt>
                <c:pt idx="1354">
                  <c:v>44182</c:v>
                </c:pt>
                <c:pt idx="1355">
                  <c:v>44181</c:v>
                </c:pt>
                <c:pt idx="1356">
                  <c:v>44180</c:v>
                </c:pt>
                <c:pt idx="1357">
                  <c:v>44179</c:v>
                </c:pt>
                <c:pt idx="1358">
                  <c:v>44176</c:v>
                </c:pt>
                <c:pt idx="1359">
                  <c:v>44175</c:v>
                </c:pt>
                <c:pt idx="1360">
                  <c:v>44174</c:v>
                </c:pt>
                <c:pt idx="1361">
                  <c:v>44173</c:v>
                </c:pt>
                <c:pt idx="1362">
                  <c:v>44172</c:v>
                </c:pt>
                <c:pt idx="1363">
                  <c:v>44169</c:v>
                </c:pt>
                <c:pt idx="1364">
                  <c:v>44168</c:v>
                </c:pt>
                <c:pt idx="1365">
                  <c:v>44167</c:v>
                </c:pt>
                <c:pt idx="1366">
                  <c:v>44166</c:v>
                </c:pt>
                <c:pt idx="1367">
                  <c:v>44165</c:v>
                </c:pt>
                <c:pt idx="1368">
                  <c:v>44162</c:v>
                </c:pt>
                <c:pt idx="1369">
                  <c:v>44161</c:v>
                </c:pt>
                <c:pt idx="1370">
                  <c:v>44160</c:v>
                </c:pt>
                <c:pt idx="1371">
                  <c:v>44159</c:v>
                </c:pt>
                <c:pt idx="1372">
                  <c:v>44158</c:v>
                </c:pt>
                <c:pt idx="1373">
                  <c:v>44155</c:v>
                </c:pt>
                <c:pt idx="1374">
                  <c:v>44154</c:v>
                </c:pt>
                <c:pt idx="1375">
                  <c:v>44153</c:v>
                </c:pt>
                <c:pt idx="1376">
                  <c:v>44152</c:v>
                </c:pt>
                <c:pt idx="1377">
                  <c:v>44151</c:v>
                </c:pt>
                <c:pt idx="1378">
                  <c:v>44148</c:v>
                </c:pt>
                <c:pt idx="1379">
                  <c:v>44147</c:v>
                </c:pt>
                <c:pt idx="1380">
                  <c:v>44146</c:v>
                </c:pt>
                <c:pt idx="1381">
                  <c:v>44145</c:v>
                </c:pt>
                <c:pt idx="1382">
                  <c:v>44144</c:v>
                </c:pt>
                <c:pt idx="1383">
                  <c:v>44141</c:v>
                </c:pt>
                <c:pt idx="1384">
                  <c:v>44140</c:v>
                </c:pt>
                <c:pt idx="1385">
                  <c:v>44139</c:v>
                </c:pt>
                <c:pt idx="1386">
                  <c:v>44138</c:v>
                </c:pt>
                <c:pt idx="1387">
                  <c:v>44137</c:v>
                </c:pt>
                <c:pt idx="1388">
                  <c:v>44134</c:v>
                </c:pt>
                <c:pt idx="1389">
                  <c:v>44133</c:v>
                </c:pt>
                <c:pt idx="1390">
                  <c:v>44132</c:v>
                </c:pt>
                <c:pt idx="1391">
                  <c:v>44131</c:v>
                </c:pt>
                <c:pt idx="1392">
                  <c:v>44127</c:v>
                </c:pt>
                <c:pt idx="1393">
                  <c:v>44126</c:v>
                </c:pt>
                <c:pt idx="1394">
                  <c:v>44125</c:v>
                </c:pt>
                <c:pt idx="1395">
                  <c:v>44124</c:v>
                </c:pt>
                <c:pt idx="1396">
                  <c:v>44123</c:v>
                </c:pt>
                <c:pt idx="1397">
                  <c:v>44120</c:v>
                </c:pt>
                <c:pt idx="1398">
                  <c:v>44119</c:v>
                </c:pt>
                <c:pt idx="1399">
                  <c:v>44118</c:v>
                </c:pt>
                <c:pt idx="1400">
                  <c:v>44116</c:v>
                </c:pt>
                <c:pt idx="1401">
                  <c:v>44113</c:v>
                </c:pt>
                <c:pt idx="1402">
                  <c:v>44112</c:v>
                </c:pt>
                <c:pt idx="1403">
                  <c:v>44111</c:v>
                </c:pt>
                <c:pt idx="1404">
                  <c:v>44110</c:v>
                </c:pt>
                <c:pt idx="1405">
                  <c:v>44109</c:v>
                </c:pt>
                <c:pt idx="1406">
                  <c:v>44104</c:v>
                </c:pt>
                <c:pt idx="1407">
                  <c:v>44103</c:v>
                </c:pt>
                <c:pt idx="1408">
                  <c:v>44102</c:v>
                </c:pt>
                <c:pt idx="1409">
                  <c:v>44099</c:v>
                </c:pt>
                <c:pt idx="1410">
                  <c:v>44098</c:v>
                </c:pt>
                <c:pt idx="1411">
                  <c:v>44097</c:v>
                </c:pt>
                <c:pt idx="1412">
                  <c:v>44096</c:v>
                </c:pt>
                <c:pt idx="1413">
                  <c:v>44095</c:v>
                </c:pt>
                <c:pt idx="1414">
                  <c:v>44092</c:v>
                </c:pt>
                <c:pt idx="1415">
                  <c:v>44091</c:v>
                </c:pt>
                <c:pt idx="1416">
                  <c:v>44090</c:v>
                </c:pt>
                <c:pt idx="1417">
                  <c:v>44089</c:v>
                </c:pt>
                <c:pt idx="1418">
                  <c:v>44088</c:v>
                </c:pt>
                <c:pt idx="1419">
                  <c:v>44085</c:v>
                </c:pt>
                <c:pt idx="1420">
                  <c:v>44084</c:v>
                </c:pt>
                <c:pt idx="1421">
                  <c:v>44083</c:v>
                </c:pt>
                <c:pt idx="1422">
                  <c:v>44082</c:v>
                </c:pt>
                <c:pt idx="1423">
                  <c:v>44081</c:v>
                </c:pt>
                <c:pt idx="1424">
                  <c:v>44078</c:v>
                </c:pt>
                <c:pt idx="1425">
                  <c:v>44077</c:v>
                </c:pt>
                <c:pt idx="1426">
                  <c:v>44076</c:v>
                </c:pt>
                <c:pt idx="1427">
                  <c:v>44075</c:v>
                </c:pt>
                <c:pt idx="1428">
                  <c:v>44074</c:v>
                </c:pt>
                <c:pt idx="1429">
                  <c:v>44071</c:v>
                </c:pt>
                <c:pt idx="1430">
                  <c:v>44070</c:v>
                </c:pt>
                <c:pt idx="1431">
                  <c:v>44069</c:v>
                </c:pt>
                <c:pt idx="1432">
                  <c:v>44068</c:v>
                </c:pt>
                <c:pt idx="1433">
                  <c:v>44067</c:v>
                </c:pt>
                <c:pt idx="1434">
                  <c:v>44064</c:v>
                </c:pt>
                <c:pt idx="1435">
                  <c:v>44063</c:v>
                </c:pt>
                <c:pt idx="1436">
                  <c:v>44062</c:v>
                </c:pt>
                <c:pt idx="1437">
                  <c:v>44061</c:v>
                </c:pt>
                <c:pt idx="1438">
                  <c:v>44060</c:v>
                </c:pt>
                <c:pt idx="1439">
                  <c:v>44057</c:v>
                </c:pt>
                <c:pt idx="1440">
                  <c:v>44056</c:v>
                </c:pt>
                <c:pt idx="1441">
                  <c:v>44055</c:v>
                </c:pt>
                <c:pt idx="1442">
                  <c:v>44054</c:v>
                </c:pt>
                <c:pt idx="1443">
                  <c:v>44053</c:v>
                </c:pt>
                <c:pt idx="1444">
                  <c:v>44050</c:v>
                </c:pt>
                <c:pt idx="1445">
                  <c:v>44049</c:v>
                </c:pt>
                <c:pt idx="1446">
                  <c:v>44048</c:v>
                </c:pt>
                <c:pt idx="1447">
                  <c:v>44047</c:v>
                </c:pt>
                <c:pt idx="1448">
                  <c:v>44046</c:v>
                </c:pt>
                <c:pt idx="1449">
                  <c:v>44043</c:v>
                </c:pt>
                <c:pt idx="1450">
                  <c:v>44042</c:v>
                </c:pt>
                <c:pt idx="1451">
                  <c:v>44041</c:v>
                </c:pt>
                <c:pt idx="1452">
                  <c:v>44040</c:v>
                </c:pt>
                <c:pt idx="1453">
                  <c:v>44039</c:v>
                </c:pt>
                <c:pt idx="1454">
                  <c:v>44036</c:v>
                </c:pt>
                <c:pt idx="1455">
                  <c:v>44035</c:v>
                </c:pt>
                <c:pt idx="1456">
                  <c:v>44034</c:v>
                </c:pt>
                <c:pt idx="1457">
                  <c:v>44033</c:v>
                </c:pt>
                <c:pt idx="1458">
                  <c:v>44032</c:v>
                </c:pt>
                <c:pt idx="1459">
                  <c:v>44029</c:v>
                </c:pt>
                <c:pt idx="1460">
                  <c:v>44028</c:v>
                </c:pt>
                <c:pt idx="1461">
                  <c:v>44027</c:v>
                </c:pt>
                <c:pt idx="1462">
                  <c:v>44026</c:v>
                </c:pt>
                <c:pt idx="1463">
                  <c:v>44025</c:v>
                </c:pt>
                <c:pt idx="1464">
                  <c:v>44022</c:v>
                </c:pt>
                <c:pt idx="1465">
                  <c:v>44021</c:v>
                </c:pt>
                <c:pt idx="1466">
                  <c:v>44020</c:v>
                </c:pt>
                <c:pt idx="1467">
                  <c:v>44019</c:v>
                </c:pt>
                <c:pt idx="1468">
                  <c:v>44018</c:v>
                </c:pt>
                <c:pt idx="1469">
                  <c:v>44015</c:v>
                </c:pt>
                <c:pt idx="1470">
                  <c:v>44014</c:v>
                </c:pt>
                <c:pt idx="1471">
                  <c:v>44012</c:v>
                </c:pt>
                <c:pt idx="1472">
                  <c:v>44011</c:v>
                </c:pt>
                <c:pt idx="1473">
                  <c:v>44008</c:v>
                </c:pt>
                <c:pt idx="1474">
                  <c:v>44006</c:v>
                </c:pt>
                <c:pt idx="1475">
                  <c:v>44005</c:v>
                </c:pt>
                <c:pt idx="1476">
                  <c:v>44004</c:v>
                </c:pt>
                <c:pt idx="1477">
                  <c:v>44001</c:v>
                </c:pt>
                <c:pt idx="1478">
                  <c:v>44000</c:v>
                </c:pt>
                <c:pt idx="1479">
                  <c:v>43999</c:v>
                </c:pt>
                <c:pt idx="1480">
                  <c:v>43998</c:v>
                </c:pt>
                <c:pt idx="1481">
                  <c:v>43997</c:v>
                </c:pt>
                <c:pt idx="1482">
                  <c:v>43994</c:v>
                </c:pt>
                <c:pt idx="1483">
                  <c:v>43993</c:v>
                </c:pt>
                <c:pt idx="1484">
                  <c:v>43992</c:v>
                </c:pt>
                <c:pt idx="1485">
                  <c:v>43991</c:v>
                </c:pt>
                <c:pt idx="1486">
                  <c:v>43990</c:v>
                </c:pt>
                <c:pt idx="1487">
                  <c:v>43987</c:v>
                </c:pt>
                <c:pt idx="1488">
                  <c:v>43986</c:v>
                </c:pt>
                <c:pt idx="1489">
                  <c:v>43985</c:v>
                </c:pt>
                <c:pt idx="1490">
                  <c:v>43984</c:v>
                </c:pt>
                <c:pt idx="1491">
                  <c:v>43983</c:v>
                </c:pt>
                <c:pt idx="1492">
                  <c:v>43980</c:v>
                </c:pt>
                <c:pt idx="1493">
                  <c:v>43979</c:v>
                </c:pt>
                <c:pt idx="1494">
                  <c:v>43978</c:v>
                </c:pt>
                <c:pt idx="1495">
                  <c:v>43977</c:v>
                </c:pt>
                <c:pt idx="1496">
                  <c:v>43976</c:v>
                </c:pt>
                <c:pt idx="1497">
                  <c:v>43973</c:v>
                </c:pt>
                <c:pt idx="1498">
                  <c:v>43972</c:v>
                </c:pt>
                <c:pt idx="1499">
                  <c:v>43971</c:v>
                </c:pt>
                <c:pt idx="1500">
                  <c:v>43970</c:v>
                </c:pt>
                <c:pt idx="1501">
                  <c:v>43969</c:v>
                </c:pt>
                <c:pt idx="1502">
                  <c:v>43966</c:v>
                </c:pt>
                <c:pt idx="1503">
                  <c:v>43965</c:v>
                </c:pt>
                <c:pt idx="1504">
                  <c:v>43964</c:v>
                </c:pt>
                <c:pt idx="1505">
                  <c:v>43963</c:v>
                </c:pt>
                <c:pt idx="1506">
                  <c:v>43962</c:v>
                </c:pt>
                <c:pt idx="1507">
                  <c:v>43959</c:v>
                </c:pt>
                <c:pt idx="1508">
                  <c:v>43958</c:v>
                </c:pt>
                <c:pt idx="1509">
                  <c:v>43957</c:v>
                </c:pt>
                <c:pt idx="1510">
                  <c:v>43956</c:v>
                </c:pt>
                <c:pt idx="1511">
                  <c:v>43955</c:v>
                </c:pt>
                <c:pt idx="1512">
                  <c:v>43950</c:v>
                </c:pt>
                <c:pt idx="1513">
                  <c:v>43949</c:v>
                </c:pt>
                <c:pt idx="1514">
                  <c:v>43948</c:v>
                </c:pt>
                <c:pt idx="1515">
                  <c:v>43945</c:v>
                </c:pt>
                <c:pt idx="1516">
                  <c:v>43944</c:v>
                </c:pt>
                <c:pt idx="1517">
                  <c:v>43943</c:v>
                </c:pt>
                <c:pt idx="1518">
                  <c:v>43942</c:v>
                </c:pt>
                <c:pt idx="1519">
                  <c:v>43941</c:v>
                </c:pt>
                <c:pt idx="1520">
                  <c:v>43938</c:v>
                </c:pt>
                <c:pt idx="1521">
                  <c:v>43937</c:v>
                </c:pt>
                <c:pt idx="1522">
                  <c:v>43936</c:v>
                </c:pt>
                <c:pt idx="1523">
                  <c:v>43935</c:v>
                </c:pt>
                <c:pt idx="1524">
                  <c:v>43930</c:v>
                </c:pt>
                <c:pt idx="1525">
                  <c:v>43929</c:v>
                </c:pt>
                <c:pt idx="1526">
                  <c:v>43928</c:v>
                </c:pt>
                <c:pt idx="1527">
                  <c:v>43927</c:v>
                </c:pt>
                <c:pt idx="1528">
                  <c:v>43924</c:v>
                </c:pt>
                <c:pt idx="1529">
                  <c:v>43923</c:v>
                </c:pt>
                <c:pt idx="1530">
                  <c:v>43922</c:v>
                </c:pt>
                <c:pt idx="1531">
                  <c:v>43921</c:v>
                </c:pt>
                <c:pt idx="1532">
                  <c:v>43920</c:v>
                </c:pt>
                <c:pt idx="1533">
                  <c:v>43917</c:v>
                </c:pt>
                <c:pt idx="1534">
                  <c:v>43916</c:v>
                </c:pt>
                <c:pt idx="1535">
                  <c:v>43915</c:v>
                </c:pt>
                <c:pt idx="1536">
                  <c:v>43914</c:v>
                </c:pt>
                <c:pt idx="1537">
                  <c:v>43913</c:v>
                </c:pt>
                <c:pt idx="1538">
                  <c:v>43910</c:v>
                </c:pt>
                <c:pt idx="1539">
                  <c:v>43909</c:v>
                </c:pt>
                <c:pt idx="1540">
                  <c:v>43908</c:v>
                </c:pt>
                <c:pt idx="1541">
                  <c:v>43907</c:v>
                </c:pt>
                <c:pt idx="1542">
                  <c:v>43906</c:v>
                </c:pt>
                <c:pt idx="1543">
                  <c:v>43903</c:v>
                </c:pt>
                <c:pt idx="1544">
                  <c:v>43902</c:v>
                </c:pt>
                <c:pt idx="1545">
                  <c:v>43901</c:v>
                </c:pt>
                <c:pt idx="1546">
                  <c:v>43900</c:v>
                </c:pt>
                <c:pt idx="1547">
                  <c:v>43899</c:v>
                </c:pt>
                <c:pt idx="1548">
                  <c:v>43896</c:v>
                </c:pt>
                <c:pt idx="1549">
                  <c:v>43895</c:v>
                </c:pt>
                <c:pt idx="1550">
                  <c:v>43894</c:v>
                </c:pt>
                <c:pt idx="1551">
                  <c:v>43893</c:v>
                </c:pt>
                <c:pt idx="1552">
                  <c:v>43892</c:v>
                </c:pt>
                <c:pt idx="1553">
                  <c:v>43889</c:v>
                </c:pt>
                <c:pt idx="1554">
                  <c:v>43888</c:v>
                </c:pt>
                <c:pt idx="1555">
                  <c:v>43887</c:v>
                </c:pt>
                <c:pt idx="1556">
                  <c:v>43886</c:v>
                </c:pt>
                <c:pt idx="1557">
                  <c:v>43885</c:v>
                </c:pt>
                <c:pt idx="1558">
                  <c:v>43882</c:v>
                </c:pt>
                <c:pt idx="1559">
                  <c:v>43881</c:v>
                </c:pt>
                <c:pt idx="1560">
                  <c:v>43880</c:v>
                </c:pt>
                <c:pt idx="1561">
                  <c:v>43879</c:v>
                </c:pt>
                <c:pt idx="1562">
                  <c:v>43878</c:v>
                </c:pt>
                <c:pt idx="1563">
                  <c:v>43875</c:v>
                </c:pt>
                <c:pt idx="1564">
                  <c:v>43874</c:v>
                </c:pt>
                <c:pt idx="1565">
                  <c:v>43873</c:v>
                </c:pt>
                <c:pt idx="1566">
                  <c:v>43872</c:v>
                </c:pt>
                <c:pt idx="1567">
                  <c:v>43871</c:v>
                </c:pt>
                <c:pt idx="1568">
                  <c:v>43868</c:v>
                </c:pt>
                <c:pt idx="1569">
                  <c:v>43867</c:v>
                </c:pt>
                <c:pt idx="1570">
                  <c:v>43866</c:v>
                </c:pt>
                <c:pt idx="1571">
                  <c:v>43865</c:v>
                </c:pt>
                <c:pt idx="1572">
                  <c:v>43864</c:v>
                </c:pt>
                <c:pt idx="1573">
                  <c:v>43861</c:v>
                </c:pt>
                <c:pt idx="1574">
                  <c:v>43860</c:v>
                </c:pt>
                <c:pt idx="1575">
                  <c:v>43859</c:v>
                </c:pt>
                <c:pt idx="1576">
                  <c:v>43854</c:v>
                </c:pt>
                <c:pt idx="1577">
                  <c:v>43853</c:v>
                </c:pt>
                <c:pt idx="1578">
                  <c:v>43852</c:v>
                </c:pt>
                <c:pt idx="1579">
                  <c:v>43851</c:v>
                </c:pt>
                <c:pt idx="1580">
                  <c:v>43850</c:v>
                </c:pt>
                <c:pt idx="1581">
                  <c:v>43847</c:v>
                </c:pt>
                <c:pt idx="1582">
                  <c:v>43846</c:v>
                </c:pt>
                <c:pt idx="1583">
                  <c:v>43845</c:v>
                </c:pt>
                <c:pt idx="1584">
                  <c:v>43844</c:v>
                </c:pt>
                <c:pt idx="1585">
                  <c:v>43843</c:v>
                </c:pt>
                <c:pt idx="1586">
                  <c:v>43840</c:v>
                </c:pt>
                <c:pt idx="1587">
                  <c:v>43839</c:v>
                </c:pt>
                <c:pt idx="1588">
                  <c:v>43838</c:v>
                </c:pt>
                <c:pt idx="1589">
                  <c:v>43837</c:v>
                </c:pt>
                <c:pt idx="1590">
                  <c:v>43836</c:v>
                </c:pt>
                <c:pt idx="1591">
                  <c:v>43833</c:v>
                </c:pt>
                <c:pt idx="1592">
                  <c:v>43832</c:v>
                </c:pt>
                <c:pt idx="1593">
                  <c:v>43830</c:v>
                </c:pt>
                <c:pt idx="1594">
                  <c:v>43829</c:v>
                </c:pt>
                <c:pt idx="1595">
                  <c:v>43826</c:v>
                </c:pt>
                <c:pt idx="1596">
                  <c:v>43823</c:v>
                </c:pt>
                <c:pt idx="1597">
                  <c:v>43822</c:v>
                </c:pt>
                <c:pt idx="1598">
                  <c:v>43819</c:v>
                </c:pt>
                <c:pt idx="1599">
                  <c:v>43818</c:v>
                </c:pt>
                <c:pt idx="1600">
                  <c:v>43817</c:v>
                </c:pt>
                <c:pt idx="1601">
                  <c:v>43816</c:v>
                </c:pt>
                <c:pt idx="1602">
                  <c:v>43815</c:v>
                </c:pt>
                <c:pt idx="1603">
                  <c:v>43812</c:v>
                </c:pt>
                <c:pt idx="1604">
                  <c:v>43811</c:v>
                </c:pt>
                <c:pt idx="1605">
                  <c:v>43810</c:v>
                </c:pt>
                <c:pt idx="1606">
                  <c:v>43809</c:v>
                </c:pt>
                <c:pt idx="1607">
                  <c:v>43808</c:v>
                </c:pt>
                <c:pt idx="1608">
                  <c:v>43805</c:v>
                </c:pt>
                <c:pt idx="1609">
                  <c:v>43804</c:v>
                </c:pt>
                <c:pt idx="1610">
                  <c:v>43803</c:v>
                </c:pt>
                <c:pt idx="1611">
                  <c:v>43802</c:v>
                </c:pt>
                <c:pt idx="1612">
                  <c:v>43801</c:v>
                </c:pt>
                <c:pt idx="1613">
                  <c:v>43798</c:v>
                </c:pt>
                <c:pt idx="1614">
                  <c:v>43797</c:v>
                </c:pt>
                <c:pt idx="1615">
                  <c:v>43796</c:v>
                </c:pt>
                <c:pt idx="1616">
                  <c:v>43795</c:v>
                </c:pt>
                <c:pt idx="1617">
                  <c:v>43794</c:v>
                </c:pt>
                <c:pt idx="1618">
                  <c:v>43791</c:v>
                </c:pt>
                <c:pt idx="1619">
                  <c:v>43790</c:v>
                </c:pt>
                <c:pt idx="1620">
                  <c:v>43789</c:v>
                </c:pt>
                <c:pt idx="1621">
                  <c:v>43788</c:v>
                </c:pt>
                <c:pt idx="1622">
                  <c:v>43787</c:v>
                </c:pt>
                <c:pt idx="1623">
                  <c:v>43784</c:v>
                </c:pt>
                <c:pt idx="1624">
                  <c:v>43783</c:v>
                </c:pt>
                <c:pt idx="1625">
                  <c:v>43782</c:v>
                </c:pt>
                <c:pt idx="1626">
                  <c:v>43781</c:v>
                </c:pt>
                <c:pt idx="1627">
                  <c:v>43780</c:v>
                </c:pt>
                <c:pt idx="1628">
                  <c:v>43777</c:v>
                </c:pt>
                <c:pt idx="1629">
                  <c:v>43776</c:v>
                </c:pt>
                <c:pt idx="1630">
                  <c:v>43775</c:v>
                </c:pt>
                <c:pt idx="1631">
                  <c:v>43774</c:v>
                </c:pt>
                <c:pt idx="1632">
                  <c:v>43773</c:v>
                </c:pt>
                <c:pt idx="1633">
                  <c:v>43770</c:v>
                </c:pt>
                <c:pt idx="1634">
                  <c:v>43769</c:v>
                </c:pt>
                <c:pt idx="1635">
                  <c:v>43768</c:v>
                </c:pt>
                <c:pt idx="1636">
                  <c:v>43767</c:v>
                </c:pt>
                <c:pt idx="1637">
                  <c:v>43766</c:v>
                </c:pt>
                <c:pt idx="1638">
                  <c:v>43763</c:v>
                </c:pt>
                <c:pt idx="1639">
                  <c:v>43762</c:v>
                </c:pt>
                <c:pt idx="1640">
                  <c:v>43761</c:v>
                </c:pt>
                <c:pt idx="1641">
                  <c:v>43760</c:v>
                </c:pt>
                <c:pt idx="1642">
                  <c:v>43759</c:v>
                </c:pt>
                <c:pt idx="1643">
                  <c:v>43756</c:v>
                </c:pt>
                <c:pt idx="1644">
                  <c:v>43755</c:v>
                </c:pt>
                <c:pt idx="1645">
                  <c:v>43754</c:v>
                </c:pt>
                <c:pt idx="1646">
                  <c:v>43753</c:v>
                </c:pt>
                <c:pt idx="1647">
                  <c:v>43752</c:v>
                </c:pt>
                <c:pt idx="1648">
                  <c:v>43749</c:v>
                </c:pt>
                <c:pt idx="1649">
                  <c:v>43748</c:v>
                </c:pt>
                <c:pt idx="1650">
                  <c:v>43747</c:v>
                </c:pt>
                <c:pt idx="1651">
                  <c:v>43746</c:v>
                </c:pt>
                <c:pt idx="1652">
                  <c:v>43742</c:v>
                </c:pt>
                <c:pt idx="1653">
                  <c:v>43741</c:v>
                </c:pt>
                <c:pt idx="1654">
                  <c:v>43740</c:v>
                </c:pt>
                <c:pt idx="1655">
                  <c:v>43738</c:v>
                </c:pt>
                <c:pt idx="1656">
                  <c:v>43735</c:v>
                </c:pt>
                <c:pt idx="1657">
                  <c:v>43734</c:v>
                </c:pt>
                <c:pt idx="1658">
                  <c:v>43733</c:v>
                </c:pt>
                <c:pt idx="1659">
                  <c:v>43732</c:v>
                </c:pt>
                <c:pt idx="1660">
                  <c:v>43731</c:v>
                </c:pt>
                <c:pt idx="1661">
                  <c:v>43728</c:v>
                </c:pt>
                <c:pt idx="1662">
                  <c:v>43727</c:v>
                </c:pt>
                <c:pt idx="1663">
                  <c:v>43726</c:v>
                </c:pt>
                <c:pt idx="1664">
                  <c:v>43725</c:v>
                </c:pt>
                <c:pt idx="1665">
                  <c:v>43724</c:v>
                </c:pt>
                <c:pt idx="1666">
                  <c:v>43721</c:v>
                </c:pt>
                <c:pt idx="1667">
                  <c:v>43720</c:v>
                </c:pt>
                <c:pt idx="1668">
                  <c:v>43719</c:v>
                </c:pt>
                <c:pt idx="1669">
                  <c:v>43718</c:v>
                </c:pt>
                <c:pt idx="1670">
                  <c:v>43717</c:v>
                </c:pt>
                <c:pt idx="1671">
                  <c:v>43714</c:v>
                </c:pt>
                <c:pt idx="1672">
                  <c:v>43713</c:v>
                </c:pt>
                <c:pt idx="1673">
                  <c:v>43712</c:v>
                </c:pt>
                <c:pt idx="1674">
                  <c:v>43711</c:v>
                </c:pt>
                <c:pt idx="1675">
                  <c:v>43710</c:v>
                </c:pt>
                <c:pt idx="1676">
                  <c:v>43707</c:v>
                </c:pt>
                <c:pt idx="1677">
                  <c:v>43706</c:v>
                </c:pt>
                <c:pt idx="1678">
                  <c:v>43705</c:v>
                </c:pt>
                <c:pt idx="1679">
                  <c:v>43704</c:v>
                </c:pt>
                <c:pt idx="1680">
                  <c:v>43703</c:v>
                </c:pt>
                <c:pt idx="1681">
                  <c:v>43700</c:v>
                </c:pt>
                <c:pt idx="1682">
                  <c:v>43699</c:v>
                </c:pt>
                <c:pt idx="1683">
                  <c:v>43698</c:v>
                </c:pt>
                <c:pt idx="1684">
                  <c:v>43697</c:v>
                </c:pt>
                <c:pt idx="1685">
                  <c:v>43696</c:v>
                </c:pt>
                <c:pt idx="1686">
                  <c:v>43693</c:v>
                </c:pt>
                <c:pt idx="1687">
                  <c:v>43692</c:v>
                </c:pt>
                <c:pt idx="1688">
                  <c:v>43691</c:v>
                </c:pt>
                <c:pt idx="1689">
                  <c:v>43690</c:v>
                </c:pt>
                <c:pt idx="1690">
                  <c:v>43689</c:v>
                </c:pt>
                <c:pt idx="1691">
                  <c:v>43686</c:v>
                </c:pt>
                <c:pt idx="1692">
                  <c:v>43685</c:v>
                </c:pt>
                <c:pt idx="1693">
                  <c:v>43684</c:v>
                </c:pt>
                <c:pt idx="1694">
                  <c:v>43683</c:v>
                </c:pt>
                <c:pt idx="1695">
                  <c:v>43682</c:v>
                </c:pt>
                <c:pt idx="1696">
                  <c:v>43679</c:v>
                </c:pt>
                <c:pt idx="1697">
                  <c:v>43678</c:v>
                </c:pt>
                <c:pt idx="1698">
                  <c:v>43677</c:v>
                </c:pt>
                <c:pt idx="1699">
                  <c:v>43676</c:v>
                </c:pt>
                <c:pt idx="1700">
                  <c:v>43675</c:v>
                </c:pt>
                <c:pt idx="1701">
                  <c:v>43672</c:v>
                </c:pt>
                <c:pt idx="1702">
                  <c:v>43671</c:v>
                </c:pt>
                <c:pt idx="1703">
                  <c:v>43670</c:v>
                </c:pt>
                <c:pt idx="1704">
                  <c:v>43669</c:v>
                </c:pt>
                <c:pt idx="1705">
                  <c:v>43668</c:v>
                </c:pt>
                <c:pt idx="1706">
                  <c:v>43665</c:v>
                </c:pt>
                <c:pt idx="1707">
                  <c:v>43664</c:v>
                </c:pt>
                <c:pt idx="1708">
                  <c:v>43663</c:v>
                </c:pt>
                <c:pt idx="1709">
                  <c:v>43662</c:v>
                </c:pt>
                <c:pt idx="1710">
                  <c:v>43661</c:v>
                </c:pt>
                <c:pt idx="1711">
                  <c:v>43658</c:v>
                </c:pt>
                <c:pt idx="1712">
                  <c:v>43657</c:v>
                </c:pt>
                <c:pt idx="1713">
                  <c:v>43656</c:v>
                </c:pt>
                <c:pt idx="1714">
                  <c:v>43655</c:v>
                </c:pt>
                <c:pt idx="1715">
                  <c:v>43654</c:v>
                </c:pt>
                <c:pt idx="1716">
                  <c:v>43651</c:v>
                </c:pt>
                <c:pt idx="1717">
                  <c:v>43650</c:v>
                </c:pt>
                <c:pt idx="1718">
                  <c:v>43649</c:v>
                </c:pt>
                <c:pt idx="1719">
                  <c:v>43648</c:v>
                </c:pt>
                <c:pt idx="1720">
                  <c:v>43644</c:v>
                </c:pt>
                <c:pt idx="1721">
                  <c:v>43643</c:v>
                </c:pt>
                <c:pt idx="1722">
                  <c:v>43642</c:v>
                </c:pt>
                <c:pt idx="1723">
                  <c:v>43641</c:v>
                </c:pt>
                <c:pt idx="1724">
                  <c:v>43640</c:v>
                </c:pt>
                <c:pt idx="1725">
                  <c:v>43637</c:v>
                </c:pt>
                <c:pt idx="1726">
                  <c:v>43636</c:v>
                </c:pt>
                <c:pt idx="1727">
                  <c:v>43635</c:v>
                </c:pt>
                <c:pt idx="1728">
                  <c:v>43634</c:v>
                </c:pt>
                <c:pt idx="1729">
                  <c:v>43633</c:v>
                </c:pt>
                <c:pt idx="1730">
                  <c:v>43630</c:v>
                </c:pt>
                <c:pt idx="1731">
                  <c:v>43629</c:v>
                </c:pt>
                <c:pt idx="1732">
                  <c:v>43628</c:v>
                </c:pt>
                <c:pt idx="1733">
                  <c:v>43627</c:v>
                </c:pt>
                <c:pt idx="1734">
                  <c:v>43626</c:v>
                </c:pt>
                <c:pt idx="1735">
                  <c:v>43622</c:v>
                </c:pt>
                <c:pt idx="1736">
                  <c:v>43621</c:v>
                </c:pt>
                <c:pt idx="1737">
                  <c:v>43620</c:v>
                </c:pt>
                <c:pt idx="1738">
                  <c:v>43619</c:v>
                </c:pt>
                <c:pt idx="1739">
                  <c:v>43616</c:v>
                </c:pt>
                <c:pt idx="1740">
                  <c:v>43615</c:v>
                </c:pt>
                <c:pt idx="1741">
                  <c:v>43614</c:v>
                </c:pt>
                <c:pt idx="1742">
                  <c:v>43613</c:v>
                </c:pt>
                <c:pt idx="1743">
                  <c:v>43612</c:v>
                </c:pt>
                <c:pt idx="1744">
                  <c:v>43609</c:v>
                </c:pt>
                <c:pt idx="1745">
                  <c:v>43608</c:v>
                </c:pt>
                <c:pt idx="1746">
                  <c:v>43607</c:v>
                </c:pt>
                <c:pt idx="1747">
                  <c:v>43606</c:v>
                </c:pt>
                <c:pt idx="1748">
                  <c:v>43605</c:v>
                </c:pt>
                <c:pt idx="1749">
                  <c:v>43602</c:v>
                </c:pt>
                <c:pt idx="1750">
                  <c:v>43601</c:v>
                </c:pt>
                <c:pt idx="1751">
                  <c:v>43600</c:v>
                </c:pt>
                <c:pt idx="1752">
                  <c:v>43599</c:v>
                </c:pt>
                <c:pt idx="1753">
                  <c:v>43595</c:v>
                </c:pt>
                <c:pt idx="1754">
                  <c:v>43594</c:v>
                </c:pt>
                <c:pt idx="1755">
                  <c:v>43593</c:v>
                </c:pt>
                <c:pt idx="1756">
                  <c:v>43592</c:v>
                </c:pt>
                <c:pt idx="1757">
                  <c:v>43591</c:v>
                </c:pt>
                <c:pt idx="1758">
                  <c:v>43588</c:v>
                </c:pt>
                <c:pt idx="1759">
                  <c:v>43587</c:v>
                </c:pt>
                <c:pt idx="1760">
                  <c:v>43585</c:v>
                </c:pt>
                <c:pt idx="1761">
                  <c:v>43584</c:v>
                </c:pt>
                <c:pt idx="1762">
                  <c:v>43581</c:v>
                </c:pt>
                <c:pt idx="1763">
                  <c:v>43580</c:v>
                </c:pt>
                <c:pt idx="1764">
                  <c:v>43579</c:v>
                </c:pt>
                <c:pt idx="1765">
                  <c:v>43578</c:v>
                </c:pt>
                <c:pt idx="1766">
                  <c:v>43573</c:v>
                </c:pt>
                <c:pt idx="1767">
                  <c:v>43572</c:v>
                </c:pt>
                <c:pt idx="1768">
                  <c:v>43571</c:v>
                </c:pt>
                <c:pt idx="1769">
                  <c:v>43570</c:v>
                </c:pt>
                <c:pt idx="1770">
                  <c:v>43567</c:v>
                </c:pt>
                <c:pt idx="1771">
                  <c:v>43566</c:v>
                </c:pt>
                <c:pt idx="1772">
                  <c:v>43565</c:v>
                </c:pt>
                <c:pt idx="1773">
                  <c:v>43564</c:v>
                </c:pt>
                <c:pt idx="1774">
                  <c:v>43563</c:v>
                </c:pt>
                <c:pt idx="1775">
                  <c:v>43559</c:v>
                </c:pt>
                <c:pt idx="1776">
                  <c:v>43558</c:v>
                </c:pt>
                <c:pt idx="1777">
                  <c:v>43557</c:v>
                </c:pt>
                <c:pt idx="1778">
                  <c:v>43556</c:v>
                </c:pt>
                <c:pt idx="1779">
                  <c:v>43553</c:v>
                </c:pt>
                <c:pt idx="1780">
                  <c:v>43552</c:v>
                </c:pt>
                <c:pt idx="1781">
                  <c:v>43551</c:v>
                </c:pt>
                <c:pt idx="1782">
                  <c:v>43550</c:v>
                </c:pt>
                <c:pt idx="1783">
                  <c:v>43549</c:v>
                </c:pt>
                <c:pt idx="1784">
                  <c:v>43546</c:v>
                </c:pt>
                <c:pt idx="1785">
                  <c:v>43545</c:v>
                </c:pt>
                <c:pt idx="1786">
                  <c:v>43544</c:v>
                </c:pt>
                <c:pt idx="1787">
                  <c:v>43543</c:v>
                </c:pt>
                <c:pt idx="1788">
                  <c:v>43542</c:v>
                </c:pt>
                <c:pt idx="1789">
                  <c:v>43539</c:v>
                </c:pt>
                <c:pt idx="1790">
                  <c:v>43538</c:v>
                </c:pt>
                <c:pt idx="1791">
                  <c:v>43537</c:v>
                </c:pt>
                <c:pt idx="1792">
                  <c:v>43536</c:v>
                </c:pt>
                <c:pt idx="1793">
                  <c:v>43535</c:v>
                </c:pt>
                <c:pt idx="1794">
                  <c:v>43532</c:v>
                </c:pt>
                <c:pt idx="1795">
                  <c:v>43531</c:v>
                </c:pt>
                <c:pt idx="1796">
                  <c:v>43530</c:v>
                </c:pt>
                <c:pt idx="1797">
                  <c:v>43529</c:v>
                </c:pt>
                <c:pt idx="1798">
                  <c:v>43528</c:v>
                </c:pt>
                <c:pt idx="1799">
                  <c:v>43525</c:v>
                </c:pt>
                <c:pt idx="1800">
                  <c:v>43524</c:v>
                </c:pt>
                <c:pt idx="1801">
                  <c:v>43523</c:v>
                </c:pt>
                <c:pt idx="1802">
                  <c:v>43522</c:v>
                </c:pt>
                <c:pt idx="1803">
                  <c:v>43521</c:v>
                </c:pt>
                <c:pt idx="1804">
                  <c:v>43518</c:v>
                </c:pt>
                <c:pt idx="1805">
                  <c:v>43517</c:v>
                </c:pt>
                <c:pt idx="1806">
                  <c:v>43516</c:v>
                </c:pt>
                <c:pt idx="1807">
                  <c:v>43515</c:v>
                </c:pt>
                <c:pt idx="1808">
                  <c:v>43514</c:v>
                </c:pt>
                <c:pt idx="1809">
                  <c:v>43511</c:v>
                </c:pt>
                <c:pt idx="1810">
                  <c:v>43510</c:v>
                </c:pt>
                <c:pt idx="1811">
                  <c:v>43509</c:v>
                </c:pt>
                <c:pt idx="1812">
                  <c:v>43508</c:v>
                </c:pt>
                <c:pt idx="1813">
                  <c:v>43507</c:v>
                </c:pt>
                <c:pt idx="1814">
                  <c:v>43504</c:v>
                </c:pt>
                <c:pt idx="1815">
                  <c:v>43500</c:v>
                </c:pt>
                <c:pt idx="1816">
                  <c:v>43497</c:v>
                </c:pt>
                <c:pt idx="1817">
                  <c:v>43496</c:v>
                </c:pt>
                <c:pt idx="1818">
                  <c:v>43495</c:v>
                </c:pt>
                <c:pt idx="1819">
                  <c:v>43494</c:v>
                </c:pt>
                <c:pt idx="1820">
                  <c:v>43493</c:v>
                </c:pt>
                <c:pt idx="1821">
                  <c:v>43490</c:v>
                </c:pt>
                <c:pt idx="1822">
                  <c:v>43489</c:v>
                </c:pt>
                <c:pt idx="1823">
                  <c:v>43488</c:v>
                </c:pt>
                <c:pt idx="1824">
                  <c:v>43487</c:v>
                </c:pt>
                <c:pt idx="1825">
                  <c:v>43486</c:v>
                </c:pt>
                <c:pt idx="1826">
                  <c:v>43483</c:v>
                </c:pt>
                <c:pt idx="1827">
                  <c:v>43482</c:v>
                </c:pt>
                <c:pt idx="1828">
                  <c:v>43481</c:v>
                </c:pt>
                <c:pt idx="1829">
                  <c:v>43480</c:v>
                </c:pt>
                <c:pt idx="1830">
                  <c:v>43479</c:v>
                </c:pt>
                <c:pt idx="1831">
                  <c:v>43476</c:v>
                </c:pt>
                <c:pt idx="1832">
                  <c:v>43475</c:v>
                </c:pt>
                <c:pt idx="1833">
                  <c:v>43474</c:v>
                </c:pt>
                <c:pt idx="1834">
                  <c:v>43473</c:v>
                </c:pt>
                <c:pt idx="1835">
                  <c:v>43472</c:v>
                </c:pt>
                <c:pt idx="1836">
                  <c:v>43469</c:v>
                </c:pt>
                <c:pt idx="1837">
                  <c:v>43468</c:v>
                </c:pt>
                <c:pt idx="1838">
                  <c:v>43467</c:v>
                </c:pt>
                <c:pt idx="1839">
                  <c:v>43465</c:v>
                </c:pt>
                <c:pt idx="1840">
                  <c:v>43462</c:v>
                </c:pt>
                <c:pt idx="1841">
                  <c:v>43461</c:v>
                </c:pt>
                <c:pt idx="1842">
                  <c:v>43458</c:v>
                </c:pt>
                <c:pt idx="1843">
                  <c:v>43455</c:v>
                </c:pt>
                <c:pt idx="1844">
                  <c:v>43454</c:v>
                </c:pt>
                <c:pt idx="1845">
                  <c:v>43453</c:v>
                </c:pt>
                <c:pt idx="1846">
                  <c:v>43452</c:v>
                </c:pt>
                <c:pt idx="1847">
                  <c:v>43451</c:v>
                </c:pt>
                <c:pt idx="1848">
                  <c:v>43448</c:v>
                </c:pt>
                <c:pt idx="1849">
                  <c:v>43447</c:v>
                </c:pt>
                <c:pt idx="1850">
                  <c:v>43446</c:v>
                </c:pt>
                <c:pt idx="1851">
                  <c:v>43445</c:v>
                </c:pt>
                <c:pt idx="1852">
                  <c:v>43444</c:v>
                </c:pt>
                <c:pt idx="1853">
                  <c:v>43441</c:v>
                </c:pt>
                <c:pt idx="1854">
                  <c:v>43440</c:v>
                </c:pt>
                <c:pt idx="1855">
                  <c:v>43439</c:v>
                </c:pt>
                <c:pt idx="1856">
                  <c:v>43438</c:v>
                </c:pt>
                <c:pt idx="1857">
                  <c:v>43437</c:v>
                </c:pt>
                <c:pt idx="1858">
                  <c:v>43434</c:v>
                </c:pt>
                <c:pt idx="1859">
                  <c:v>43433</c:v>
                </c:pt>
                <c:pt idx="1860">
                  <c:v>43432</c:v>
                </c:pt>
                <c:pt idx="1861">
                  <c:v>43431</c:v>
                </c:pt>
                <c:pt idx="1862">
                  <c:v>43430</c:v>
                </c:pt>
                <c:pt idx="1863">
                  <c:v>43427</c:v>
                </c:pt>
                <c:pt idx="1864">
                  <c:v>43426</c:v>
                </c:pt>
                <c:pt idx="1865">
                  <c:v>43425</c:v>
                </c:pt>
                <c:pt idx="1866">
                  <c:v>43424</c:v>
                </c:pt>
                <c:pt idx="1867">
                  <c:v>43423</c:v>
                </c:pt>
                <c:pt idx="1868">
                  <c:v>43420</c:v>
                </c:pt>
                <c:pt idx="1869">
                  <c:v>43419</c:v>
                </c:pt>
                <c:pt idx="1870">
                  <c:v>43418</c:v>
                </c:pt>
                <c:pt idx="1871">
                  <c:v>43417</c:v>
                </c:pt>
                <c:pt idx="1872">
                  <c:v>43416</c:v>
                </c:pt>
                <c:pt idx="1873">
                  <c:v>43413</c:v>
                </c:pt>
                <c:pt idx="1874">
                  <c:v>43412</c:v>
                </c:pt>
                <c:pt idx="1875">
                  <c:v>43411</c:v>
                </c:pt>
                <c:pt idx="1876">
                  <c:v>43410</c:v>
                </c:pt>
                <c:pt idx="1877">
                  <c:v>43409</c:v>
                </c:pt>
                <c:pt idx="1878">
                  <c:v>43406</c:v>
                </c:pt>
                <c:pt idx="1879">
                  <c:v>43405</c:v>
                </c:pt>
                <c:pt idx="1880">
                  <c:v>43404</c:v>
                </c:pt>
                <c:pt idx="1881">
                  <c:v>43403</c:v>
                </c:pt>
                <c:pt idx="1882">
                  <c:v>43402</c:v>
                </c:pt>
                <c:pt idx="1883">
                  <c:v>43399</c:v>
                </c:pt>
                <c:pt idx="1884">
                  <c:v>43398</c:v>
                </c:pt>
                <c:pt idx="1885">
                  <c:v>43397</c:v>
                </c:pt>
                <c:pt idx="1886">
                  <c:v>43396</c:v>
                </c:pt>
                <c:pt idx="1887">
                  <c:v>43395</c:v>
                </c:pt>
                <c:pt idx="1888">
                  <c:v>43392</c:v>
                </c:pt>
                <c:pt idx="1889">
                  <c:v>43391</c:v>
                </c:pt>
                <c:pt idx="1890">
                  <c:v>43389</c:v>
                </c:pt>
                <c:pt idx="1891">
                  <c:v>43388</c:v>
                </c:pt>
                <c:pt idx="1892">
                  <c:v>43385</c:v>
                </c:pt>
                <c:pt idx="1893">
                  <c:v>43384</c:v>
                </c:pt>
                <c:pt idx="1894">
                  <c:v>43383</c:v>
                </c:pt>
                <c:pt idx="1895">
                  <c:v>43382</c:v>
                </c:pt>
                <c:pt idx="1896">
                  <c:v>43381</c:v>
                </c:pt>
                <c:pt idx="1897">
                  <c:v>43378</c:v>
                </c:pt>
                <c:pt idx="1898">
                  <c:v>43377</c:v>
                </c:pt>
                <c:pt idx="1899">
                  <c:v>43376</c:v>
                </c:pt>
                <c:pt idx="1900">
                  <c:v>43375</c:v>
                </c:pt>
                <c:pt idx="1901">
                  <c:v>43371</c:v>
                </c:pt>
                <c:pt idx="1902">
                  <c:v>43370</c:v>
                </c:pt>
                <c:pt idx="1903">
                  <c:v>43369</c:v>
                </c:pt>
                <c:pt idx="1904">
                  <c:v>43367</c:v>
                </c:pt>
                <c:pt idx="1905">
                  <c:v>43364</c:v>
                </c:pt>
                <c:pt idx="1906">
                  <c:v>43363</c:v>
                </c:pt>
                <c:pt idx="1907">
                  <c:v>43362</c:v>
                </c:pt>
                <c:pt idx="1908">
                  <c:v>43361</c:v>
                </c:pt>
                <c:pt idx="1909">
                  <c:v>43360</c:v>
                </c:pt>
                <c:pt idx="1910">
                  <c:v>43357</c:v>
                </c:pt>
                <c:pt idx="1911">
                  <c:v>43356</c:v>
                </c:pt>
                <c:pt idx="1912">
                  <c:v>43355</c:v>
                </c:pt>
                <c:pt idx="1913">
                  <c:v>43354</c:v>
                </c:pt>
                <c:pt idx="1914">
                  <c:v>43353</c:v>
                </c:pt>
                <c:pt idx="1915">
                  <c:v>43350</c:v>
                </c:pt>
                <c:pt idx="1916">
                  <c:v>43349</c:v>
                </c:pt>
                <c:pt idx="1917">
                  <c:v>43348</c:v>
                </c:pt>
                <c:pt idx="1918">
                  <c:v>43347</c:v>
                </c:pt>
                <c:pt idx="1919">
                  <c:v>43346</c:v>
                </c:pt>
                <c:pt idx="1920">
                  <c:v>43343</c:v>
                </c:pt>
                <c:pt idx="1921">
                  <c:v>43342</c:v>
                </c:pt>
                <c:pt idx="1922">
                  <c:v>43341</c:v>
                </c:pt>
                <c:pt idx="1923">
                  <c:v>43340</c:v>
                </c:pt>
                <c:pt idx="1924">
                  <c:v>43339</c:v>
                </c:pt>
                <c:pt idx="1925">
                  <c:v>43336</c:v>
                </c:pt>
                <c:pt idx="1926">
                  <c:v>43335</c:v>
                </c:pt>
                <c:pt idx="1927">
                  <c:v>43334</c:v>
                </c:pt>
                <c:pt idx="1928">
                  <c:v>43333</c:v>
                </c:pt>
                <c:pt idx="1929">
                  <c:v>43332</c:v>
                </c:pt>
                <c:pt idx="1930">
                  <c:v>43329</c:v>
                </c:pt>
                <c:pt idx="1931">
                  <c:v>43328</c:v>
                </c:pt>
                <c:pt idx="1932">
                  <c:v>43327</c:v>
                </c:pt>
                <c:pt idx="1933">
                  <c:v>43326</c:v>
                </c:pt>
                <c:pt idx="1934">
                  <c:v>43325</c:v>
                </c:pt>
                <c:pt idx="1935">
                  <c:v>43322</c:v>
                </c:pt>
                <c:pt idx="1936">
                  <c:v>43321</c:v>
                </c:pt>
                <c:pt idx="1937">
                  <c:v>43320</c:v>
                </c:pt>
                <c:pt idx="1938">
                  <c:v>43319</c:v>
                </c:pt>
                <c:pt idx="1939">
                  <c:v>43318</c:v>
                </c:pt>
                <c:pt idx="1940">
                  <c:v>43315</c:v>
                </c:pt>
                <c:pt idx="1941">
                  <c:v>43314</c:v>
                </c:pt>
                <c:pt idx="1942">
                  <c:v>43313</c:v>
                </c:pt>
                <c:pt idx="1943">
                  <c:v>43312</c:v>
                </c:pt>
                <c:pt idx="1944">
                  <c:v>43311</c:v>
                </c:pt>
                <c:pt idx="1945">
                  <c:v>43308</c:v>
                </c:pt>
                <c:pt idx="1946">
                  <c:v>43307</c:v>
                </c:pt>
                <c:pt idx="1947">
                  <c:v>43306</c:v>
                </c:pt>
                <c:pt idx="1948">
                  <c:v>43305</c:v>
                </c:pt>
                <c:pt idx="1949">
                  <c:v>43304</c:v>
                </c:pt>
                <c:pt idx="1950">
                  <c:v>43301</c:v>
                </c:pt>
                <c:pt idx="1951">
                  <c:v>43300</c:v>
                </c:pt>
                <c:pt idx="1952">
                  <c:v>43299</c:v>
                </c:pt>
                <c:pt idx="1953">
                  <c:v>43298</c:v>
                </c:pt>
                <c:pt idx="1954">
                  <c:v>43297</c:v>
                </c:pt>
                <c:pt idx="1955">
                  <c:v>43294</c:v>
                </c:pt>
                <c:pt idx="1956">
                  <c:v>43293</c:v>
                </c:pt>
                <c:pt idx="1957">
                  <c:v>43292</c:v>
                </c:pt>
                <c:pt idx="1958">
                  <c:v>43291</c:v>
                </c:pt>
                <c:pt idx="1959">
                  <c:v>43290</c:v>
                </c:pt>
                <c:pt idx="1960">
                  <c:v>43287</c:v>
                </c:pt>
                <c:pt idx="1961">
                  <c:v>43286</c:v>
                </c:pt>
                <c:pt idx="1962">
                  <c:v>43285</c:v>
                </c:pt>
                <c:pt idx="1963">
                  <c:v>43284</c:v>
                </c:pt>
                <c:pt idx="1964">
                  <c:v>43280</c:v>
                </c:pt>
                <c:pt idx="1965">
                  <c:v>43279</c:v>
                </c:pt>
                <c:pt idx="1966">
                  <c:v>43278</c:v>
                </c:pt>
                <c:pt idx="1967">
                  <c:v>43277</c:v>
                </c:pt>
                <c:pt idx="1968">
                  <c:v>43276</c:v>
                </c:pt>
                <c:pt idx="1969">
                  <c:v>43273</c:v>
                </c:pt>
                <c:pt idx="1970">
                  <c:v>43272</c:v>
                </c:pt>
                <c:pt idx="1971">
                  <c:v>43271</c:v>
                </c:pt>
                <c:pt idx="1972">
                  <c:v>43270</c:v>
                </c:pt>
                <c:pt idx="1973">
                  <c:v>43266</c:v>
                </c:pt>
                <c:pt idx="1974">
                  <c:v>43265</c:v>
                </c:pt>
                <c:pt idx="1975">
                  <c:v>43264</c:v>
                </c:pt>
                <c:pt idx="1976">
                  <c:v>43263</c:v>
                </c:pt>
                <c:pt idx="1977">
                  <c:v>43262</c:v>
                </c:pt>
                <c:pt idx="1978">
                  <c:v>43259</c:v>
                </c:pt>
                <c:pt idx="1979">
                  <c:v>43258</c:v>
                </c:pt>
                <c:pt idx="1980">
                  <c:v>43257</c:v>
                </c:pt>
                <c:pt idx="1981">
                  <c:v>43256</c:v>
                </c:pt>
                <c:pt idx="1982">
                  <c:v>43255</c:v>
                </c:pt>
                <c:pt idx="1983">
                  <c:v>43252</c:v>
                </c:pt>
                <c:pt idx="1984">
                  <c:v>43251</c:v>
                </c:pt>
                <c:pt idx="1985">
                  <c:v>43250</c:v>
                </c:pt>
                <c:pt idx="1986">
                  <c:v>43249</c:v>
                </c:pt>
                <c:pt idx="1987">
                  <c:v>43248</c:v>
                </c:pt>
                <c:pt idx="1988">
                  <c:v>43245</c:v>
                </c:pt>
                <c:pt idx="1989">
                  <c:v>43244</c:v>
                </c:pt>
                <c:pt idx="1990">
                  <c:v>43243</c:v>
                </c:pt>
                <c:pt idx="1991">
                  <c:v>43241</c:v>
                </c:pt>
                <c:pt idx="1992">
                  <c:v>43238</c:v>
                </c:pt>
                <c:pt idx="1993">
                  <c:v>43237</c:v>
                </c:pt>
                <c:pt idx="1994">
                  <c:v>43236</c:v>
                </c:pt>
                <c:pt idx="1995">
                  <c:v>43235</c:v>
                </c:pt>
                <c:pt idx="1996">
                  <c:v>43234</c:v>
                </c:pt>
                <c:pt idx="1997">
                  <c:v>43231</c:v>
                </c:pt>
                <c:pt idx="1998">
                  <c:v>43230</c:v>
                </c:pt>
                <c:pt idx="1999">
                  <c:v>43229</c:v>
                </c:pt>
                <c:pt idx="2000">
                  <c:v>43228</c:v>
                </c:pt>
                <c:pt idx="2001">
                  <c:v>43227</c:v>
                </c:pt>
                <c:pt idx="2002">
                  <c:v>43224</c:v>
                </c:pt>
                <c:pt idx="2003">
                  <c:v>43223</c:v>
                </c:pt>
                <c:pt idx="2004">
                  <c:v>43222</c:v>
                </c:pt>
                <c:pt idx="2005">
                  <c:v>43220</c:v>
                </c:pt>
                <c:pt idx="2006">
                  <c:v>43217</c:v>
                </c:pt>
                <c:pt idx="2007">
                  <c:v>43216</c:v>
                </c:pt>
                <c:pt idx="2008">
                  <c:v>43215</c:v>
                </c:pt>
                <c:pt idx="2009">
                  <c:v>43214</c:v>
                </c:pt>
                <c:pt idx="2010">
                  <c:v>43213</c:v>
                </c:pt>
                <c:pt idx="2011">
                  <c:v>43210</c:v>
                </c:pt>
                <c:pt idx="2012">
                  <c:v>43209</c:v>
                </c:pt>
                <c:pt idx="2013">
                  <c:v>43208</c:v>
                </c:pt>
                <c:pt idx="2014">
                  <c:v>43207</c:v>
                </c:pt>
                <c:pt idx="2015">
                  <c:v>43206</c:v>
                </c:pt>
                <c:pt idx="2016">
                  <c:v>43203</c:v>
                </c:pt>
                <c:pt idx="2017">
                  <c:v>43202</c:v>
                </c:pt>
                <c:pt idx="2018">
                  <c:v>43201</c:v>
                </c:pt>
                <c:pt idx="2019">
                  <c:v>43200</c:v>
                </c:pt>
                <c:pt idx="2020">
                  <c:v>43199</c:v>
                </c:pt>
                <c:pt idx="2021">
                  <c:v>43196</c:v>
                </c:pt>
                <c:pt idx="2022">
                  <c:v>43194</c:v>
                </c:pt>
                <c:pt idx="2023">
                  <c:v>43193</c:v>
                </c:pt>
                <c:pt idx="2024">
                  <c:v>43188</c:v>
                </c:pt>
                <c:pt idx="2025">
                  <c:v>43187</c:v>
                </c:pt>
                <c:pt idx="2026">
                  <c:v>43186</c:v>
                </c:pt>
                <c:pt idx="2027">
                  <c:v>43185</c:v>
                </c:pt>
                <c:pt idx="2028">
                  <c:v>43182</c:v>
                </c:pt>
                <c:pt idx="2029">
                  <c:v>43181</c:v>
                </c:pt>
                <c:pt idx="2030">
                  <c:v>43180</c:v>
                </c:pt>
                <c:pt idx="2031">
                  <c:v>43179</c:v>
                </c:pt>
                <c:pt idx="2032">
                  <c:v>43178</c:v>
                </c:pt>
                <c:pt idx="2033">
                  <c:v>43175</c:v>
                </c:pt>
                <c:pt idx="2034">
                  <c:v>43174</c:v>
                </c:pt>
                <c:pt idx="2035">
                  <c:v>43173</c:v>
                </c:pt>
                <c:pt idx="2036">
                  <c:v>43172</c:v>
                </c:pt>
                <c:pt idx="2037">
                  <c:v>43171</c:v>
                </c:pt>
                <c:pt idx="2038">
                  <c:v>43168</c:v>
                </c:pt>
                <c:pt idx="2039">
                  <c:v>43167</c:v>
                </c:pt>
                <c:pt idx="2040">
                  <c:v>43166</c:v>
                </c:pt>
                <c:pt idx="2041">
                  <c:v>43165</c:v>
                </c:pt>
                <c:pt idx="2042">
                  <c:v>43164</c:v>
                </c:pt>
                <c:pt idx="2043">
                  <c:v>43161</c:v>
                </c:pt>
                <c:pt idx="2044">
                  <c:v>43160</c:v>
                </c:pt>
                <c:pt idx="2045">
                  <c:v>43159</c:v>
                </c:pt>
                <c:pt idx="2046">
                  <c:v>43158</c:v>
                </c:pt>
                <c:pt idx="2047">
                  <c:v>43157</c:v>
                </c:pt>
                <c:pt idx="2048">
                  <c:v>43154</c:v>
                </c:pt>
                <c:pt idx="2049">
                  <c:v>43153</c:v>
                </c:pt>
                <c:pt idx="2050">
                  <c:v>43152</c:v>
                </c:pt>
                <c:pt idx="2051">
                  <c:v>43151</c:v>
                </c:pt>
                <c:pt idx="2052">
                  <c:v>43146</c:v>
                </c:pt>
                <c:pt idx="2053">
                  <c:v>43145</c:v>
                </c:pt>
                <c:pt idx="2054">
                  <c:v>43144</c:v>
                </c:pt>
                <c:pt idx="2055">
                  <c:v>43143</c:v>
                </c:pt>
                <c:pt idx="2056">
                  <c:v>43140</c:v>
                </c:pt>
                <c:pt idx="2057">
                  <c:v>43139</c:v>
                </c:pt>
                <c:pt idx="2058">
                  <c:v>43138</c:v>
                </c:pt>
                <c:pt idx="2059">
                  <c:v>43137</c:v>
                </c:pt>
                <c:pt idx="2060">
                  <c:v>43136</c:v>
                </c:pt>
                <c:pt idx="2061">
                  <c:v>43133</c:v>
                </c:pt>
                <c:pt idx="2062">
                  <c:v>43132</c:v>
                </c:pt>
                <c:pt idx="2063">
                  <c:v>43131</c:v>
                </c:pt>
                <c:pt idx="2064">
                  <c:v>43130</c:v>
                </c:pt>
                <c:pt idx="2065">
                  <c:v>43129</c:v>
                </c:pt>
                <c:pt idx="2066">
                  <c:v>43126</c:v>
                </c:pt>
                <c:pt idx="2067">
                  <c:v>43125</c:v>
                </c:pt>
                <c:pt idx="2068">
                  <c:v>43124</c:v>
                </c:pt>
                <c:pt idx="2069">
                  <c:v>43123</c:v>
                </c:pt>
                <c:pt idx="2070">
                  <c:v>43122</c:v>
                </c:pt>
                <c:pt idx="2071">
                  <c:v>43119</c:v>
                </c:pt>
                <c:pt idx="2072">
                  <c:v>43118</c:v>
                </c:pt>
                <c:pt idx="2073">
                  <c:v>43117</c:v>
                </c:pt>
                <c:pt idx="2074">
                  <c:v>43116</c:v>
                </c:pt>
                <c:pt idx="2075">
                  <c:v>43115</c:v>
                </c:pt>
                <c:pt idx="2076">
                  <c:v>43112</c:v>
                </c:pt>
                <c:pt idx="2077">
                  <c:v>43111</c:v>
                </c:pt>
                <c:pt idx="2078">
                  <c:v>43110</c:v>
                </c:pt>
                <c:pt idx="2079">
                  <c:v>43109</c:v>
                </c:pt>
                <c:pt idx="2080">
                  <c:v>43108</c:v>
                </c:pt>
                <c:pt idx="2081">
                  <c:v>43105</c:v>
                </c:pt>
                <c:pt idx="2082">
                  <c:v>43104</c:v>
                </c:pt>
                <c:pt idx="2083">
                  <c:v>43103</c:v>
                </c:pt>
                <c:pt idx="2084">
                  <c:v>43102</c:v>
                </c:pt>
                <c:pt idx="2085">
                  <c:v>43098</c:v>
                </c:pt>
                <c:pt idx="2086">
                  <c:v>43097</c:v>
                </c:pt>
                <c:pt idx="2087">
                  <c:v>43096</c:v>
                </c:pt>
                <c:pt idx="2088">
                  <c:v>43091</c:v>
                </c:pt>
                <c:pt idx="2089">
                  <c:v>43090</c:v>
                </c:pt>
                <c:pt idx="2090">
                  <c:v>43089</c:v>
                </c:pt>
                <c:pt idx="2091">
                  <c:v>43088</c:v>
                </c:pt>
                <c:pt idx="2092">
                  <c:v>43087</c:v>
                </c:pt>
                <c:pt idx="2093">
                  <c:v>43084</c:v>
                </c:pt>
                <c:pt idx="2094">
                  <c:v>43083</c:v>
                </c:pt>
                <c:pt idx="2095">
                  <c:v>43082</c:v>
                </c:pt>
                <c:pt idx="2096">
                  <c:v>43081</c:v>
                </c:pt>
                <c:pt idx="2097">
                  <c:v>43080</c:v>
                </c:pt>
                <c:pt idx="2098">
                  <c:v>43077</c:v>
                </c:pt>
                <c:pt idx="2099">
                  <c:v>43076</c:v>
                </c:pt>
                <c:pt idx="2100">
                  <c:v>43075</c:v>
                </c:pt>
                <c:pt idx="2101">
                  <c:v>43074</c:v>
                </c:pt>
                <c:pt idx="2102">
                  <c:v>43073</c:v>
                </c:pt>
                <c:pt idx="2103">
                  <c:v>43070</c:v>
                </c:pt>
                <c:pt idx="2104">
                  <c:v>43069</c:v>
                </c:pt>
                <c:pt idx="2105">
                  <c:v>43068</c:v>
                </c:pt>
                <c:pt idx="2106">
                  <c:v>43067</c:v>
                </c:pt>
                <c:pt idx="2107">
                  <c:v>43066</c:v>
                </c:pt>
                <c:pt idx="2108">
                  <c:v>43063</c:v>
                </c:pt>
                <c:pt idx="2109">
                  <c:v>43062</c:v>
                </c:pt>
                <c:pt idx="2110">
                  <c:v>43061</c:v>
                </c:pt>
                <c:pt idx="2111">
                  <c:v>43060</c:v>
                </c:pt>
                <c:pt idx="2112">
                  <c:v>43059</c:v>
                </c:pt>
                <c:pt idx="2113">
                  <c:v>43056</c:v>
                </c:pt>
                <c:pt idx="2114">
                  <c:v>43055</c:v>
                </c:pt>
                <c:pt idx="2115">
                  <c:v>43054</c:v>
                </c:pt>
                <c:pt idx="2116">
                  <c:v>43053</c:v>
                </c:pt>
                <c:pt idx="2117">
                  <c:v>43052</c:v>
                </c:pt>
                <c:pt idx="2118">
                  <c:v>43049</c:v>
                </c:pt>
                <c:pt idx="2119">
                  <c:v>43048</c:v>
                </c:pt>
                <c:pt idx="2120">
                  <c:v>43047</c:v>
                </c:pt>
                <c:pt idx="2121">
                  <c:v>43046</c:v>
                </c:pt>
                <c:pt idx="2122">
                  <c:v>43045</c:v>
                </c:pt>
                <c:pt idx="2123">
                  <c:v>43042</c:v>
                </c:pt>
                <c:pt idx="2124">
                  <c:v>43041</c:v>
                </c:pt>
                <c:pt idx="2125">
                  <c:v>43040</c:v>
                </c:pt>
                <c:pt idx="2126">
                  <c:v>43039</c:v>
                </c:pt>
                <c:pt idx="2127">
                  <c:v>43038</c:v>
                </c:pt>
                <c:pt idx="2128">
                  <c:v>43035</c:v>
                </c:pt>
                <c:pt idx="2129">
                  <c:v>43034</c:v>
                </c:pt>
                <c:pt idx="2130">
                  <c:v>43033</c:v>
                </c:pt>
                <c:pt idx="2131">
                  <c:v>43032</c:v>
                </c:pt>
                <c:pt idx="2132">
                  <c:v>43031</c:v>
                </c:pt>
                <c:pt idx="2133">
                  <c:v>43028</c:v>
                </c:pt>
                <c:pt idx="2134">
                  <c:v>43027</c:v>
                </c:pt>
                <c:pt idx="2135">
                  <c:v>43026</c:v>
                </c:pt>
                <c:pt idx="2136">
                  <c:v>43025</c:v>
                </c:pt>
                <c:pt idx="2137">
                  <c:v>43024</c:v>
                </c:pt>
                <c:pt idx="2138">
                  <c:v>43021</c:v>
                </c:pt>
                <c:pt idx="2139">
                  <c:v>43020</c:v>
                </c:pt>
                <c:pt idx="2140">
                  <c:v>43019</c:v>
                </c:pt>
                <c:pt idx="2141">
                  <c:v>43018</c:v>
                </c:pt>
                <c:pt idx="2142">
                  <c:v>43017</c:v>
                </c:pt>
                <c:pt idx="2143">
                  <c:v>43014</c:v>
                </c:pt>
                <c:pt idx="2144">
                  <c:v>43012</c:v>
                </c:pt>
                <c:pt idx="2145">
                  <c:v>43011</c:v>
                </c:pt>
                <c:pt idx="2146">
                  <c:v>43007</c:v>
                </c:pt>
                <c:pt idx="2147">
                  <c:v>43006</c:v>
                </c:pt>
                <c:pt idx="2148">
                  <c:v>43005</c:v>
                </c:pt>
                <c:pt idx="2149">
                  <c:v>43004</c:v>
                </c:pt>
                <c:pt idx="2150">
                  <c:v>43003</c:v>
                </c:pt>
                <c:pt idx="2151">
                  <c:v>43000</c:v>
                </c:pt>
                <c:pt idx="2152">
                  <c:v>42999</c:v>
                </c:pt>
                <c:pt idx="2153">
                  <c:v>42998</c:v>
                </c:pt>
                <c:pt idx="2154">
                  <c:v>42997</c:v>
                </c:pt>
                <c:pt idx="2155">
                  <c:v>42996</c:v>
                </c:pt>
                <c:pt idx="2156">
                  <c:v>42993</c:v>
                </c:pt>
                <c:pt idx="2157">
                  <c:v>42992</c:v>
                </c:pt>
                <c:pt idx="2158">
                  <c:v>42991</c:v>
                </c:pt>
                <c:pt idx="2159">
                  <c:v>42990</c:v>
                </c:pt>
                <c:pt idx="2160">
                  <c:v>42989</c:v>
                </c:pt>
                <c:pt idx="2161">
                  <c:v>42986</c:v>
                </c:pt>
                <c:pt idx="2162">
                  <c:v>42985</c:v>
                </c:pt>
                <c:pt idx="2163">
                  <c:v>42984</c:v>
                </c:pt>
                <c:pt idx="2164">
                  <c:v>42983</c:v>
                </c:pt>
                <c:pt idx="2165">
                  <c:v>42982</c:v>
                </c:pt>
                <c:pt idx="2166">
                  <c:v>42979</c:v>
                </c:pt>
                <c:pt idx="2167">
                  <c:v>42978</c:v>
                </c:pt>
                <c:pt idx="2168">
                  <c:v>42977</c:v>
                </c:pt>
                <c:pt idx="2169">
                  <c:v>42976</c:v>
                </c:pt>
                <c:pt idx="2170">
                  <c:v>42975</c:v>
                </c:pt>
                <c:pt idx="2171">
                  <c:v>42972</c:v>
                </c:pt>
                <c:pt idx="2172">
                  <c:v>42971</c:v>
                </c:pt>
                <c:pt idx="2173">
                  <c:v>42969</c:v>
                </c:pt>
                <c:pt idx="2174">
                  <c:v>42968</c:v>
                </c:pt>
                <c:pt idx="2175">
                  <c:v>42965</c:v>
                </c:pt>
                <c:pt idx="2176">
                  <c:v>42964</c:v>
                </c:pt>
                <c:pt idx="2177">
                  <c:v>42963</c:v>
                </c:pt>
                <c:pt idx="2178">
                  <c:v>42962</c:v>
                </c:pt>
                <c:pt idx="2179">
                  <c:v>42961</c:v>
                </c:pt>
                <c:pt idx="2180">
                  <c:v>42958</c:v>
                </c:pt>
                <c:pt idx="2181">
                  <c:v>42957</c:v>
                </c:pt>
                <c:pt idx="2182">
                  <c:v>42956</c:v>
                </c:pt>
                <c:pt idx="2183">
                  <c:v>42955</c:v>
                </c:pt>
                <c:pt idx="2184">
                  <c:v>42954</c:v>
                </c:pt>
                <c:pt idx="2185">
                  <c:v>42951</c:v>
                </c:pt>
                <c:pt idx="2186">
                  <c:v>42950</c:v>
                </c:pt>
                <c:pt idx="2187">
                  <c:v>42949</c:v>
                </c:pt>
                <c:pt idx="2188">
                  <c:v>42948</c:v>
                </c:pt>
                <c:pt idx="2189">
                  <c:v>42947</c:v>
                </c:pt>
                <c:pt idx="2190">
                  <c:v>42944</c:v>
                </c:pt>
                <c:pt idx="2191">
                  <c:v>42943</c:v>
                </c:pt>
                <c:pt idx="2192">
                  <c:v>42942</c:v>
                </c:pt>
                <c:pt idx="2193">
                  <c:v>42941</c:v>
                </c:pt>
                <c:pt idx="2194">
                  <c:v>42940</c:v>
                </c:pt>
                <c:pt idx="2195">
                  <c:v>42937</c:v>
                </c:pt>
                <c:pt idx="2196">
                  <c:v>42936</c:v>
                </c:pt>
                <c:pt idx="2197">
                  <c:v>42935</c:v>
                </c:pt>
                <c:pt idx="2198">
                  <c:v>42934</c:v>
                </c:pt>
                <c:pt idx="2199">
                  <c:v>42933</c:v>
                </c:pt>
                <c:pt idx="2200">
                  <c:v>42930</c:v>
                </c:pt>
                <c:pt idx="2201">
                  <c:v>42929</c:v>
                </c:pt>
                <c:pt idx="2202">
                  <c:v>42928</c:v>
                </c:pt>
                <c:pt idx="2203">
                  <c:v>42927</c:v>
                </c:pt>
                <c:pt idx="2204">
                  <c:v>42926</c:v>
                </c:pt>
                <c:pt idx="2205">
                  <c:v>42923</c:v>
                </c:pt>
                <c:pt idx="2206">
                  <c:v>42922</c:v>
                </c:pt>
                <c:pt idx="2207">
                  <c:v>42921</c:v>
                </c:pt>
                <c:pt idx="2208">
                  <c:v>42920</c:v>
                </c:pt>
                <c:pt idx="2209">
                  <c:v>42919</c:v>
                </c:pt>
                <c:pt idx="2210">
                  <c:v>42916</c:v>
                </c:pt>
                <c:pt idx="2211">
                  <c:v>42915</c:v>
                </c:pt>
                <c:pt idx="2212">
                  <c:v>42914</c:v>
                </c:pt>
                <c:pt idx="2213">
                  <c:v>42913</c:v>
                </c:pt>
                <c:pt idx="2214">
                  <c:v>42912</c:v>
                </c:pt>
                <c:pt idx="2215">
                  <c:v>42909</c:v>
                </c:pt>
                <c:pt idx="2216">
                  <c:v>42908</c:v>
                </c:pt>
                <c:pt idx="2217">
                  <c:v>42907</c:v>
                </c:pt>
                <c:pt idx="2218">
                  <c:v>42906</c:v>
                </c:pt>
                <c:pt idx="2219">
                  <c:v>42905</c:v>
                </c:pt>
                <c:pt idx="2220">
                  <c:v>42902</c:v>
                </c:pt>
                <c:pt idx="2221">
                  <c:v>42901</c:v>
                </c:pt>
                <c:pt idx="2222">
                  <c:v>42900</c:v>
                </c:pt>
                <c:pt idx="2223">
                  <c:v>42899</c:v>
                </c:pt>
                <c:pt idx="2224">
                  <c:v>42898</c:v>
                </c:pt>
                <c:pt idx="2225">
                  <c:v>42895</c:v>
                </c:pt>
                <c:pt idx="2226">
                  <c:v>42894</c:v>
                </c:pt>
                <c:pt idx="2227">
                  <c:v>42893</c:v>
                </c:pt>
                <c:pt idx="2228">
                  <c:v>42892</c:v>
                </c:pt>
                <c:pt idx="2229">
                  <c:v>42891</c:v>
                </c:pt>
                <c:pt idx="2230">
                  <c:v>42888</c:v>
                </c:pt>
                <c:pt idx="2231">
                  <c:v>42887</c:v>
                </c:pt>
                <c:pt idx="2232">
                  <c:v>42886</c:v>
                </c:pt>
                <c:pt idx="2233">
                  <c:v>42884</c:v>
                </c:pt>
                <c:pt idx="2234">
                  <c:v>42881</c:v>
                </c:pt>
                <c:pt idx="2235">
                  <c:v>42880</c:v>
                </c:pt>
                <c:pt idx="2236">
                  <c:v>42879</c:v>
                </c:pt>
                <c:pt idx="2237">
                  <c:v>42878</c:v>
                </c:pt>
                <c:pt idx="2238">
                  <c:v>42877</c:v>
                </c:pt>
                <c:pt idx="2239">
                  <c:v>42874</c:v>
                </c:pt>
                <c:pt idx="2240">
                  <c:v>42873</c:v>
                </c:pt>
                <c:pt idx="2241">
                  <c:v>42872</c:v>
                </c:pt>
                <c:pt idx="2242">
                  <c:v>42871</c:v>
                </c:pt>
                <c:pt idx="2243">
                  <c:v>42870</c:v>
                </c:pt>
                <c:pt idx="2244">
                  <c:v>42867</c:v>
                </c:pt>
                <c:pt idx="2245">
                  <c:v>42866</c:v>
                </c:pt>
                <c:pt idx="2246">
                  <c:v>42865</c:v>
                </c:pt>
                <c:pt idx="2247">
                  <c:v>42864</c:v>
                </c:pt>
                <c:pt idx="2248">
                  <c:v>42863</c:v>
                </c:pt>
                <c:pt idx="2249">
                  <c:v>42860</c:v>
                </c:pt>
                <c:pt idx="2250">
                  <c:v>42859</c:v>
                </c:pt>
                <c:pt idx="2251">
                  <c:v>42857</c:v>
                </c:pt>
                <c:pt idx="2252">
                  <c:v>42853</c:v>
                </c:pt>
                <c:pt idx="2253">
                  <c:v>42852</c:v>
                </c:pt>
                <c:pt idx="2254">
                  <c:v>42851</c:v>
                </c:pt>
                <c:pt idx="2255">
                  <c:v>42850</c:v>
                </c:pt>
                <c:pt idx="2256">
                  <c:v>42849</c:v>
                </c:pt>
                <c:pt idx="2257">
                  <c:v>42846</c:v>
                </c:pt>
                <c:pt idx="2258">
                  <c:v>42845</c:v>
                </c:pt>
                <c:pt idx="2259">
                  <c:v>42844</c:v>
                </c:pt>
                <c:pt idx="2260">
                  <c:v>42843</c:v>
                </c:pt>
                <c:pt idx="2261">
                  <c:v>42838</c:v>
                </c:pt>
                <c:pt idx="2262">
                  <c:v>42837</c:v>
                </c:pt>
                <c:pt idx="2263">
                  <c:v>42836</c:v>
                </c:pt>
                <c:pt idx="2264">
                  <c:v>42835</c:v>
                </c:pt>
                <c:pt idx="2265">
                  <c:v>42832</c:v>
                </c:pt>
                <c:pt idx="2266">
                  <c:v>42831</c:v>
                </c:pt>
                <c:pt idx="2267">
                  <c:v>42830</c:v>
                </c:pt>
                <c:pt idx="2268">
                  <c:v>42828</c:v>
                </c:pt>
                <c:pt idx="2269">
                  <c:v>42825</c:v>
                </c:pt>
                <c:pt idx="2270">
                  <c:v>42824</c:v>
                </c:pt>
                <c:pt idx="2271">
                  <c:v>42823</c:v>
                </c:pt>
                <c:pt idx="2272">
                  <c:v>42822</c:v>
                </c:pt>
                <c:pt idx="2273">
                  <c:v>42821</c:v>
                </c:pt>
                <c:pt idx="2274">
                  <c:v>42818</c:v>
                </c:pt>
                <c:pt idx="2275">
                  <c:v>42817</c:v>
                </c:pt>
                <c:pt idx="2276">
                  <c:v>42816</c:v>
                </c:pt>
                <c:pt idx="2277">
                  <c:v>42815</c:v>
                </c:pt>
                <c:pt idx="2278">
                  <c:v>42814</c:v>
                </c:pt>
                <c:pt idx="2279">
                  <c:v>42811</c:v>
                </c:pt>
                <c:pt idx="2280">
                  <c:v>42810</c:v>
                </c:pt>
                <c:pt idx="2281">
                  <c:v>42809</c:v>
                </c:pt>
                <c:pt idx="2282">
                  <c:v>42808</c:v>
                </c:pt>
                <c:pt idx="2283">
                  <c:v>42807</c:v>
                </c:pt>
                <c:pt idx="2284">
                  <c:v>42804</c:v>
                </c:pt>
                <c:pt idx="2285">
                  <c:v>42803</c:v>
                </c:pt>
                <c:pt idx="2286">
                  <c:v>42802</c:v>
                </c:pt>
                <c:pt idx="2287">
                  <c:v>42801</c:v>
                </c:pt>
                <c:pt idx="2288">
                  <c:v>42800</c:v>
                </c:pt>
                <c:pt idx="2289">
                  <c:v>42797</c:v>
                </c:pt>
                <c:pt idx="2290">
                  <c:v>42796</c:v>
                </c:pt>
                <c:pt idx="2291">
                  <c:v>42795</c:v>
                </c:pt>
                <c:pt idx="2292">
                  <c:v>42794</c:v>
                </c:pt>
                <c:pt idx="2293">
                  <c:v>42793</c:v>
                </c:pt>
                <c:pt idx="2294">
                  <c:v>42790</c:v>
                </c:pt>
                <c:pt idx="2295">
                  <c:v>42789</c:v>
                </c:pt>
                <c:pt idx="2296">
                  <c:v>42788</c:v>
                </c:pt>
                <c:pt idx="2297">
                  <c:v>42787</c:v>
                </c:pt>
                <c:pt idx="2298">
                  <c:v>42786</c:v>
                </c:pt>
                <c:pt idx="2299">
                  <c:v>42783</c:v>
                </c:pt>
                <c:pt idx="2300">
                  <c:v>42782</c:v>
                </c:pt>
                <c:pt idx="2301">
                  <c:v>42781</c:v>
                </c:pt>
                <c:pt idx="2302">
                  <c:v>42780</c:v>
                </c:pt>
                <c:pt idx="2303">
                  <c:v>42779</c:v>
                </c:pt>
                <c:pt idx="2304">
                  <c:v>42776</c:v>
                </c:pt>
                <c:pt idx="2305">
                  <c:v>42775</c:v>
                </c:pt>
                <c:pt idx="2306">
                  <c:v>42774</c:v>
                </c:pt>
                <c:pt idx="2307">
                  <c:v>42773</c:v>
                </c:pt>
                <c:pt idx="2308">
                  <c:v>42772</c:v>
                </c:pt>
                <c:pt idx="2309">
                  <c:v>42769</c:v>
                </c:pt>
                <c:pt idx="2310">
                  <c:v>42768</c:v>
                </c:pt>
                <c:pt idx="2311">
                  <c:v>42767</c:v>
                </c:pt>
                <c:pt idx="2312">
                  <c:v>42762</c:v>
                </c:pt>
                <c:pt idx="2313">
                  <c:v>42761</c:v>
                </c:pt>
                <c:pt idx="2314">
                  <c:v>42760</c:v>
                </c:pt>
                <c:pt idx="2315">
                  <c:v>42759</c:v>
                </c:pt>
                <c:pt idx="2316">
                  <c:v>42758</c:v>
                </c:pt>
                <c:pt idx="2317">
                  <c:v>42755</c:v>
                </c:pt>
                <c:pt idx="2318">
                  <c:v>42754</c:v>
                </c:pt>
                <c:pt idx="2319">
                  <c:v>42753</c:v>
                </c:pt>
                <c:pt idx="2320">
                  <c:v>42752</c:v>
                </c:pt>
                <c:pt idx="2321">
                  <c:v>42751</c:v>
                </c:pt>
                <c:pt idx="2322">
                  <c:v>42748</c:v>
                </c:pt>
                <c:pt idx="2323">
                  <c:v>42747</c:v>
                </c:pt>
                <c:pt idx="2324">
                  <c:v>42746</c:v>
                </c:pt>
                <c:pt idx="2325">
                  <c:v>42745</c:v>
                </c:pt>
                <c:pt idx="2326">
                  <c:v>42744</c:v>
                </c:pt>
                <c:pt idx="2327">
                  <c:v>42741</c:v>
                </c:pt>
                <c:pt idx="2328">
                  <c:v>42740</c:v>
                </c:pt>
                <c:pt idx="2329">
                  <c:v>42739</c:v>
                </c:pt>
                <c:pt idx="2330">
                  <c:v>42738</c:v>
                </c:pt>
                <c:pt idx="2331">
                  <c:v>42734</c:v>
                </c:pt>
                <c:pt idx="2332">
                  <c:v>42733</c:v>
                </c:pt>
                <c:pt idx="2333">
                  <c:v>42732</c:v>
                </c:pt>
                <c:pt idx="2334">
                  <c:v>42727</c:v>
                </c:pt>
                <c:pt idx="2335">
                  <c:v>42726</c:v>
                </c:pt>
                <c:pt idx="2336">
                  <c:v>42725</c:v>
                </c:pt>
                <c:pt idx="2337">
                  <c:v>42724</c:v>
                </c:pt>
                <c:pt idx="2338">
                  <c:v>42723</c:v>
                </c:pt>
                <c:pt idx="2339">
                  <c:v>42720</c:v>
                </c:pt>
                <c:pt idx="2340">
                  <c:v>42719</c:v>
                </c:pt>
                <c:pt idx="2341">
                  <c:v>42718</c:v>
                </c:pt>
                <c:pt idx="2342">
                  <c:v>42717</c:v>
                </c:pt>
                <c:pt idx="2343">
                  <c:v>42716</c:v>
                </c:pt>
                <c:pt idx="2344">
                  <c:v>42713</c:v>
                </c:pt>
                <c:pt idx="2345">
                  <c:v>42712</c:v>
                </c:pt>
                <c:pt idx="2346">
                  <c:v>42711</c:v>
                </c:pt>
                <c:pt idx="2347">
                  <c:v>42710</c:v>
                </c:pt>
                <c:pt idx="2348">
                  <c:v>42709</c:v>
                </c:pt>
                <c:pt idx="2349">
                  <c:v>42706</c:v>
                </c:pt>
                <c:pt idx="2350">
                  <c:v>42705</c:v>
                </c:pt>
                <c:pt idx="2351">
                  <c:v>42704</c:v>
                </c:pt>
                <c:pt idx="2352">
                  <c:v>42703</c:v>
                </c:pt>
                <c:pt idx="2353">
                  <c:v>42702</c:v>
                </c:pt>
                <c:pt idx="2354">
                  <c:v>42699</c:v>
                </c:pt>
                <c:pt idx="2355">
                  <c:v>42698</c:v>
                </c:pt>
                <c:pt idx="2356">
                  <c:v>42697</c:v>
                </c:pt>
                <c:pt idx="2357">
                  <c:v>42696</c:v>
                </c:pt>
                <c:pt idx="2358">
                  <c:v>42695</c:v>
                </c:pt>
                <c:pt idx="2359">
                  <c:v>42692</c:v>
                </c:pt>
                <c:pt idx="2360">
                  <c:v>42691</c:v>
                </c:pt>
                <c:pt idx="2361">
                  <c:v>42690</c:v>
                </c:pt>
                <c:pt idx="2362">
                  <c:v>42689</c:v>
                </c:pt>
                <c:pt idx="2363">
                  <c:v>42688</c:v>
                </c:pt>
                <c:pt idx="2364">
                  <c:v>42685</c:v>
                </c:pt>
                <c:pt idx="2365">
                  <c:v>42684</c:v>
                </c:pt>
                <c:pt idx="2366">
                  <c:v>42683</c:v>
                </c:pt>
                <c:pt idx="2367">
                  <c:v>42682</c:v>
                </c:pt>
                <c:pt idx="2368">
                  <c:v>42681</c:v>
                </c:pt>
                <c:pt idx="2369">
                  <c:v>42678</c:v>
                </c:pt>
                <c:pt idx="2370">
                  <c:v>42677</c:v>
                </c:pt>
                <c:pt idx="2371">
                  <c:v>42676</c:v>
                </c:pt>
                <c:pt idx="2372">
                  <c:v>42675</c:v>
                </c:pt>
                <c:pt idx="2373">
                  <c:v>42674</c:v>
                </c:pt>
                <c:pt idx="2374">
                  <c:v>42671</c:v>
                </c:pt>
                <c:pt idx="2375">
                  <c:v>42670</c:v>
                </c:pt>
                <c:pt idx="2376">
                  <c:v>42669</c:v>
                </c:pt>
                <c:pt idx="2377">
                  <c:v>42668</c:v>
                </c:pt>
                <c:pt idx="2378">
                  <c:v>42667</c:v>
                </c:pt>
                <c:pt idx="2379">
                  <c:v>42663</c:v>
                </c:pt>
                <c:pt idx="2380">
                  <c:v>42662</c:v>
                </c:pt>
                <c:pt idx="2381">
                  <c:v>42661</c:v>
                </c:pt>
                <c:pt idx="2382">
                  <c:v>42660</c:v>
                </c:pt>
                <c:pt idx="2383">
                  <c:v>42657</c:v>
                </c:pt>
                <c:pt idx="2384">
                  <c:v>42656</c:v>
                </c:pt>
                <c:pt idx="2385">
                  <c:v>42655</c:v>
                </c:pt>
                <c:pt idx="2386">
                  <c:v>42654</c:v>
                </c:pt>
                <c:pt idx="2387">
                  <c:v>42650</c:v>
                </c:pt>
                <c:pt idx="2388">
                  <c:v>42649</c:v>
                </c:pt>
                <c:pt idx="2389">
                  <c:v>42648</c:v>
                </c:pt>
                <c:pt idx="2390">
                  <c:v>42647</c:v>
                </c:pt>
                <c:pt idx="2391">
                  <c:v>42646</c:v>
                </c:pt>
                <c:pt idx="2392">
                  <c:v>42643</c:v>
                </c:pt>
                <c:pt idx="2393">
                  <c:v>42642</c:v>
                </c:pt>
                <c:pt idx="2394">
                  <c:v>42641</c:v>
                </c:pt>
                <c:pt idx="2395">
                  <c:v>42640</c:v>
                </c:pt>
                <c:pt idx="2396">
                  <c:v>42639</c:v>
                </c:pt>
                <c:pt idx="2397">
                  <c:v>42636</c:v>
                </c:pt>
                <c:pt idx="2398">
                  <c:v>42635</c:v>
                </c:pt>
                <c:pt idx="2399">
                  <c:v>42634</c:v>
                </c:pt>
                <c:pt idx="2400">
                  <c:v>42633</c:v>
                </c:pt>
                <c:pt idx="2401">
                  <c:v>42632</c:v>
                </c:pt>
                <c:pt idx="2402">
                  <c:v>42628</c:v>
                </c:pt>
                <c:pt idx="2403">
                  <c:v>42627</c:v>
                </c:pt>
                <c:pt idx="2404">
                  <c:v>42626</c:v>
                </c:pt>
                <c:pt idx="2405">
                  <c:v>42625</c:v>
                </c:pt>
                <c:pt idx="2406">
                  <c:v>42622</c:v>
                </c:pt>
                <c:pt idx="2407">
                  <c:v>42621</c:v>
                </c:pt>
                <c:pt idx="2408">
                  <c:v>42620</c:v>
                </c:pt>
                <c:pt idx="2409">
                  <c:v>42619</c:v>
                </c:pt>
                <c:pt idx="2410">
                  <c:v>42618</c:v>
                </c:pt>
                <c:pt idx="2411">
                  <c:v>42615</c:v>
                </c:pt>
                <c:pt idx="2412">
                  <c:v>42614</c:v>
                </c:pt>
                <c:pt idx="2413">
                  <c:v>42613</c:v>
                </c:pt>
                <c:pt idx="2414">
                  <c:v>42612</c:v>
                </c:pt>
                <c:pt idx="2415">
                  <c:v>42611</c:v>
                </c:pt>
                <c:pt idx="2416">
                  <c:v>42608</c:v>
                </c:pt>
                <c:pt idx="2417">
                  <c:v>42607</c:v>
                </c:pt>
                <c:pt idx="2418">
                  <c:v>42606</c:v>
                </c:pt>
                <c:pt idx="2419">
                  <c:v>42605</c:v>
                </c:pt>
                <c:pt idx="2420">
                  <c:v>42604</c:v>
                </c:pt>
                <c:pt idx="2421">
                  <c:v>42601</c:v>
                </c:pt>
                <c:pt idx="2422">
                  <c:v>42600</c:v>
                </c:pt>
                <c:pt idx="2423">
                  <c:v>42599</c:v>
                </c:pt>
                <c:pt idx="2424">
                  <c:v>42598</c:v>
                </c:pt>
                <c:pt idx="2425">
                  <c:v>42597</c:v>
                </c:pt>
                <c:pt idx="2426">
                  <c:v>42594</c:v>
                </c:pt>
                <c:pt idx="2427">
                  <c:v>42593</c:v>
                </c:pt>
                <c:pt idx="2428">
                  <c:v>42592</c:v>
                </c:pt>
                <c:pt idx="2429">
                  <c:v>42591</c:v>
                </c:pt>
                <c:pt idx="2430">
                  <c:v>42590</c:v>
                </c:pt>
                <c:pt idx="2431">
                  <c:v>42587</c:v>
                </c:pt>
                <c:pt idx="2432">
                  <c:v>42586</c:v>
                </c:pt>
                <c:pt idx="2433">
                  <c:v>42585</c:v>
                </c:pt>
                <c:pt idx="2434">
                  <c:v>42583</c:v>
                </c:pt>
                <c:pt idx="2435">
                  <c:v>42580</c:v>
                </c:pt>
                <c:pt idx="2436">
                  <c:v>42579</c:v>
                </c:pt>
                <c:pt idx="2437">
                  <c:v>42578</c:v>
                </c:pt>
                <c:pt idx="2438">
                  <c:v>42577</c:v>
                </c:pt>
                <c:pt idx="2439">
                  <c:v>42576</c:v>
                </c:pt>
                <c:pt idx="2440">
                  <c:v>42573</c:v>
                </c:pt>
                <c:pt idx="2441">
                  <c:v>42572</c:v>
                </c:pt>
                <c:pt idx="2442">
                  <c:v>42571</c:v>
                </c:pt>
                <c:pt idx="2443">
                  <c:v>42570</c:v>
                </c:pt>
                <c:pt idx="2444">
                  <c:v>42569</c:v>
                </c:pt>
                <c:pt idx="2445">
                  <c:v>42566</c:v>
                </c:pt>
                <c:pt idx="2446">
                  <c:v>42565</c:v>
                </c:pt>
                <c:pt idx="2447">
                  <c:v>42564</c:v>
                </c:pt>
                <c:pt idx="2448">
                  <c:v>42563</c:v>
                </c:pt>
                <c:pt idx="2449">
                  <c:v>42562</c:v>
                </c:pt>
                <c:pt idx="2450">
                  <c:v>42559</c:v>
                </c:pt>
                <c:pt idx="2451">
                  <c:v>42558</c:v>
                </c:pt>
                <c:pt idx="2452">
                  <c:v>42557</c:v>
                </c:pt>
                <c:pt idx="2453">
                  <c:v>42556</c:v>
                </c:pt>
                <c:pt idx="2454">
                  <c:v>42555</c:v>
                </c:pt>
                <c:pt idx="2455">
                  <c:v>42551</c:v>
                </c:pt>
                <c:pt idx="2456">
                  <c:v>42550</c:v>
                </c:pt>
                <c:pt idx="2457">
                  <c:v>42549</c:v>
                </c:pt>
                <c:pt idx="2458">
                  <c:v>42548</c:v>
                </c:pt>
                <c:pt idx="2459">
                  <c:v>42545</c:v>
                </c:pt>
                <c:pt idx="2460">
                  <c:v>42544</c:v>
                </c:pt>
                <c:pt idx="2461">
                  <c:v>42543</c:v>
                </c:pt>
                <c:pt idx="2462">
                  <c:v>42542</c:v>
                </c:pt>
                <c:pt idx="2463">
                  <c:v>42541</c:v>
                </c:pt>
                <c:pt idx="2464">
                  <c:v>42538</c:v>
                </c:pt>
                <c:pt idx="2465">
                  <c:v>42537</c:v>
                </c:pt>
                <c:pt idx="2466">
                  <c:v>42536</c:v>
                </c:pt>
                <c:pt idx="2467">
                  <c:v>42535</c:v>
                </c:pt>
                <c:pt idx="2468">
                  <c:v>42534</c:v>
                </c:pt>
                <c:pt idx="2469">
                  <c:v>42531</c:v>
                </c:pt>
                <c:pt idx="2470">
                  <c:v>42529</c:v>
                </c:pt>
                <c:pt idx="2471">
                  <c:v>42528</c:v>
                </c:pt>
                <c:pt idx="2472">
                  <c:v>42527</c:v>
                </c:pt>
                <c:pt idx="2473">
                  <c:v>42524</c:v>
                </c:pt>
                <c:pt idx="2474">
                  <c:v>42523</c:v>
                </c:pt>
                <c:pt idx="2475">
                  <c:v>42522</c:v>
                </c:pt>
                <c:pt idx="2476">
                  <c:v>42521</c:v>
                </c:pt>
                <c:pt idx="2477">
                  <c:v>42520</c:v>
                </c:pt>
                <c:pt idx="2478">
                  <c:v>42517</c:v>
                </c:pt>
                <c:pt idx="2479">
                  <c:v>42516</c:v>
                </c:pt>
                <c:pt idx="2480">
                  <c:v>42515</c:v>
                </c:pt>
                <c:pt idx="2481">
                  <c:v>42514</c:v>
                </c:pt>
                <c:pt idx="2482">
                  <c:v>42513</c:v>
                </c:pt>
                <c:pt idx="2483">
                  <c:v>42510</c:v>
                </c:pt>
                <c:pt idx="2484">
                  <c:v>42509</c:v>
                </c:pt>
                <c:pt idx="2485">
                  <c:v>42508</c:v>
                </c:pt>
                <c:pt idx="2486">
                  <c:v>42507</c:v>
                </c:pt>
                <c:pt idx="2487">
                  <c:v>42506</c:v>
                </c:pt>
                <c:pt idx="2488">
                  <c:v>42503</c:v>
                </c:pt>
                <c:pt idx="2489">
                  <c:v>42502</c:v>
                </c:pt>
                <c:pt idx="2490">
                  <c:v>42501</c:v>
                </c:pt>
                <c:pt idx="2491">
                  <c:v>42500</c:v>
                </c:pt>
                <c:pt idx="2492">
                  <c:v>42499</c:v>
                </c:pt>
                <c:pt idx="2493">
                  <c:v>42496</c:v>
                </c:pt>
                <c:pt idx="2494">
                  <c:v>42495</c:v>
                </c:pt>
                <c:pt idx="2495">
                  <c:v>42494</c:v>
                </c:pt>
                <c:pt idx="2496">
                  <c:v>42493</c:v>
                </c:pt>
                <c:pt idx="2497">
                  <c:v>42489</c:v>
                </c:pt>
                <c:pt idx="2498">
                  <c:v>42488</c:v>
                </c:pt>
                <c:pt idx="2499">
                  <c:v>42487</c:v>
                </c:pt>
                <c:pt idx="2500">
                  <c:v>42486</c:v>
                </c:pt>
                <c:pt idx="2501">
                  <c:v>42485</c:v>
                </c:pt>
                <c:pt idx="2502">
                  <c:v>42482</c:v>
                </c:pt>
                <c:pt idx="2503">
                  <c:v>42481</c:v>
                </c:pt>
                <c:pt idx="2504">
                  <c:v>42480</c:v>
                </c:pt>
                <c:pt idx="2505">
                  <c:v>42479</c:v>
                </c:pt>
                <c:pt idx="2506">
                  <c:v>42478</c:v>
                </c:pt>
                <c:pt idx="2507">
                  <c:v>42475</c:v>
                </c:pt>
                <c:pt idx="2508">
                  <c:v>42474</c:v>
                </c:pt>
                <c:pt idx="2509">
                  <c:v>42473</c:v>
                </c:pt>
                <c:pt idx="2510">
                  <c:v>42472</c:v>
                </c:pt>
                <c:pt idx="2511">
                  <c:v>42471</c:v>
                </c:pt>
                <c:pt idx="2512">
                  <c:v>42468</c:v>
                </c:pt>
                <c:pt idx="2513">
                  <c:v>42467</c:v>
                </c:pt>
                <c:pt idx="2514">
                  <c:v>42466</c:v>
                </c:pt>
                <c:pt idx="2515">
                  <c:v>42465</c:v>
                </c:pt>
                <c:pt idx="2516">
                  <c:v>42461</c:v>
                </c:pt>
                <c:pt idx="2517">
                  <c:v>42460</c:v>
                </c:pt>
                <c:pt idx="2518">
                  <c:v>42459</c:v>
                </c:pt>
                <c:pt idx="2519">
                  <c:v>42458</c:v>
                </c:pt>
                <c:pt idx="2520">
                  <c:v>42453</c:v>
                </c:pt>
                <c:pt idx="2521">
                  <c:v>42452</c:v>
                </c:pt>
                <c:pt idx="2522">
                  <c:v>42451</c:v>
                </c:pt>
                <c:pt idx="2523">
                  <c:v>42450</c:v>
                </c:pt>
                <c:pt idx="2524">
                  <c:v>42447</c:v>
                </c:pt>
                <c:pt idx="2525">
                  <c:v>42446</c:v>
                </c:pt>
                <c:pt idx="2526">
                  <c:v>42445</c:v>
                </c:pt>
                <c:pt idx="2527">
                  <c:v>42444</c:v>
                </c:pt>
                <c:pt idx="2528">
                  <c:v>42443</c:v>
                </c:pt>
                <c:pt idx="2529">
                  <c:v>42440</c:v>
                </c:pt>
                <c:pt idx="2530">
                  <c:v>42439</c:v>
                </c:pt>
                <c:pt idx="2531">
                  <c:v>42438</c:v>
                </c:pt>
                <c:pt idx="2532">
                  <c:v>42437</c:v>
                </c:pt>
                <c:pt idx="2533">
                  <c:v>42436</c:v>
                </c:pt>
                <c:pt idx="2534">
                  <c:v>42433</c:v>
                </c:pt>
                <c:pt idx="2535">
                  <c:v>42432</c:v>
                </c:pt>
                <c:pt idx="2536">
                  <c:v>42431</c:v>
                </c:pt>
                <c:pt idx="2537">
                  <c:v>42430</c:v>
                </c:pt>
                <c:pt idx="2538">
                  <c:v>42429</c:v>
                </c:pt>
                <c:pt idx="2539">
                  <c:v>42426</c:v>
                </c:pt>
                <c:pt idx="2540">
                  <c:v>42425</c:v>
                </c:pt>
                <c:pt idx="2541">
                  <c:v>42424</c:v>
                </c:pt>
                <c:pt idx="2542">
                  <c:v>42423</c:v>
                </c:pt>
                <c:pt idx="2543">
                  <c:v>42422</c:v>
                </c:pt>
                <c:pt idx="2544">
                  <c:v>42419</c:v>
                </c:pt>
                <c:pt idx="2545">
                  <c:v>42418</c:v>
                </c:pt>
                <c:pt idx="2546">
                  <c:v>42417</c:v>
                </c:pt>
                <c:pt idx="2547">
                  <c:v>42416</c:v>
                </c:pt>
                <c:pt idx="2548">
                  <c:v>42415</c:v>
                </c:pt>
                <c:pt idx="2549">
                  <c:v>42412</c:v>
                </c:pt>
                <c:pt idx="2550">
                  <c:v>42411</c:v>
                </c:pt>
                <c:pt idx="2551">
                  <c:v>42405</c:v>
                </c:pt>
                <c:pt idx="2552">
                  <c:v>42404</c:v>
                </c:pt>
                <c:pt idx="2553">
                  <c:v>42403</c:v>
                </c:pt>
                <c:pt idx="2554">
                  <c:v>42402</c:v>
                </c:pt>
                <c:pt idx="2555">
                  <c:v>42401</c:v>
                </c:pt>
                <c:pt idx="2556">
                  <c:v>42398</c:v>
                </c:pt>
                <c:pt idx="2557">
                  <c:v>42397</c:v>
                </c:pt>
                <c:pt idx="2558">
                  <c:v>42396</c:v>
                </c:pt>
                <c:pt idx="2559">
                  <c:v>42395</c:v>
                </c:pt>
                <c:pt idx="2560">
                  <c:v>42394</c:v>
                </c:pt>
                <c:pt idx="2561">
                  <c:v>42391</c:v>
                </c:pt>
                <c:pt idx="2562">
                  <c:v>42390</c:v>
                </c:pt>
                <c:pt idx="2563">
                  <c:v>42389</c:v>
                </c:pt>
                <c:pt idx="2564">
                  <c:v>42388</c:v>
                </c:pt>
                <c:pt idx="2565">
                  <c:v>42387</c:v>
                </c:pt>
                <c:pt idx="2566">
                  <c:v>42384</c:v>
                </c:pt>
                <c:pt idx="2567">
                  <c:v>42383</c:v>
                </c:pt>
                <c:pt idx="2568">
                  <c:v>42382</c:v>
                </c:pt>
                <c:pt idx="2569">
                  <c:v>42381</c:v>
                </c:pt>
                <c:pt idx="2570">
                  <c:v>42380</c:v>
                </c:pt>
                <c:pt idx="2571">
                  <c:v>42377</c:v>
                </c:pt>
                <c:pt idx="2572">
                  <c:v>42376</c:v>
                </c:pt>
                <c:pt idx="2573">
                  <c:v>42375</c:v>
                </c:pt>
                <c:pt idx="2574">
                  <c:v>42374</c:v>
                </c:pt>
                <c:pt idx="2575">
                  <c:v>42373</c:v>
                </c:pt>
                <c:pt idx="2576">
                  <c:v>42369</c:v>
                </c:pt>
                <c:pt idx="2577">
                  <c:v>42368</c:v>
                </c:pt>
                <c:pt idx="2578">
                  <c:v>42367</c:v>
                </c:pt>
                <c:pt idx="2579">
                  <c:v>42366</c:v>
                </c:pt>
                <c:pt idx="2580">
                  <c:v>42362</c:v>
                </c:pt>
                <c:pt idx="2581">
                  <c:v>42361</c:v>
                </c:pt>
                <c:pt idx="2582">
                  <c:v>42360</c:v>
                </c:pt>
                <c:pt idx="2583">
                  <c:v>42359</c:v>
                </c:pt>
                <c:pt idx="2584">
                  <c:v>42356</c:v>
                </c:pt>
                <c:pt idx="2585">
                  <c:v>42355</c:v>
                </c:pt>
                <c:pt idx="2586">
                  <c:v>42354</c:v>
                </c:pt>
                <c:pt idx="2587">
                  <c:v>42353</c:v>
                </c:pt>
                <c:pt idx="2588">
                  <c:v>42352</c:v>
                </c:pt>
                <c:pt idx="2589">
                  <c:v>42349</c:v>
                </c:pt>
                <c:pt idx="2590">
                  <c:v>42348</c:v>
                </c:pt>
                <c:pt idx="2591">
                  <c:v>42347</c:v>
                </c:pt>
                <c:pt idx="2592">
                  <c:v>42346</c:v>
                </c:pt>
                <c:pt idx="2593">
                  <c:v>42345</c:v>
                </c:pt>
                <c:pt idx="2594">
                  <c:v>42342</c:v>
                </c:pt>
                <c:pt idx="2595">
                  <c:v>42341</c:v>
                </c:pt>
                <c:pt idx="2596">
                  <c:v>42340</c:v>
                </c:pt>
                <c:pt idx="2597">
                  <c:v>42339</c:v>
                </c:pt>
                <c:pt idx="2598">
                  <c:v>42338</c:v>
                </c:pt>
                <c:pt idx="2599">
                  <c:v>42335</c:v>
                </c:pt>
                <c:pt idx="2600">
                  <c:v>42334</c:v>
                </c:pt>
                <c:pt idx="2601">
                  <c:v>42333</c:v>
                </c:pt>
                <c:pt idx="2602">
                  <c:v>42332</c:v>
                </c:pt>
                <c:pt idx="2603">
                  <c:v>42331</c:v>
                </c:pt>
                <c:pt idx="2604">
                  <c:v>42328</c:v>
                </c:pt>
                <c:pt idx="2605">
                  <c:v>42327</c:v>
                </c:pt>
                <c:pt idx="2606">
                  <c:v>42326</c:v>
                </c:pt>
                <c:pt idx="2607">
                  <c:v>42325</c:v>
                </c:pt>
                <c:pt idx="2608">
                  <c:v>42324</c:v>
                </c:pt>
                <c:pt idx="2609">
                  <c:v>42321</c:v>
                </c:pt>
                <c:pt idx="2610">
                  <c:v>42320</c:v>
                </c:pt>
                <c:pt idx="2611">
                  <c:v>42319</c:v>
                </c:pt>
                <c:pt idx="2612">
                  <c:v>42318</c:v>
                </c:pt>
                <c:pt idx="2613">
                  <c:v>42317</c:v>
                </c:pt>
                <c:pt idx="2614">
                  <c:v>42314</c:v>
                </c:pt>
                <c:pt idx="2615">
                  <c:v>42313</c:v>
                </c:pt>
                <c:pt idx="2616">
                  <c:v>42312</c:v>
                </c:pt>
                <c:pt idx="2617">
                  <c:v>42311</c:v>
                </c:pt>
                <c:pt idx="2618">
                  <c:v>42310</c:v>
                </c:pt>
                <c:pt idx="2619">
                  <c:v>42307</c:v>
                </c:pt>
                <c:pt idx="2620">
                  <c:v>42306</c:v>
                </c:pt>
                <c:pt idx="2621">
                  <c:v>42305</c:v>
                </c:pt>
                <c:pt idx="2622">
                  <c:v>42304</c:v>
                </c:pt>
                <c:pt idx="2623">
                  <c:v>42303</c:v>
                </c:pt>
                <c:pt idx="2624">
                  <c:v>42300</c:v>
                </c:pt>
                <c:pt idx="2625">
                  <c:v>42299</c:v>
                </c:pt>
                <c:pt idx="2626">
                  <c:v>42297</c:v>
                </c:pt>
                <c:pt idx="2627">
                  <c:v>42296</c:v>
                </c:pt>
                <c:pt idx="2628">
                  <c:v>42293</c:v>
                </c:pt>
                <c:pt idx="2629">
                  <c:v>42292</c:v>
                </c:pt>
                <c:pt idx="2630">
                  <c:v>42291</c:v>
                </c:pt>
                <c:pt idx="2631">
                  <c:v>42290</c:v>
                </c:pt>
                <c:pt idx="2632">
                  <c:v>42289</c:v>
                </c:pt>
                <c:pt idx="2633">
                  <c:v>42286</c:v>
                </c:pt>
                <c:pt idx="2634">
                  <c:v>42285</c:v>
                </c:pt>
                <c:pt idx="2635">
                  <c:v>42284</c:v>
                </c:pt>
                <c:pt idx="2636">
                  <c:v>42283</c:v>
                </c:pt>
                <c:pt idx="2637">
                  <c:v>42282</c:v>
                </c:pt>
                <c:pt idx="2638">
                  <c:v>42279</c:v>
                </c:pt>
                <c:pt idx="2639">
                  <c:v>42277</c:v>
                </c:pt>
                <c:pt idx="2640">
                  <c:v>42276</c:v>
                </c:pt>
                <c:pt idx="2641">
                  <c:v>42272</c:v>
                </c:pt>
                <c:pt idx="2642">
                  <c:v>42271</c:v>
                </c:pt>
                <c:pt idx="2643">
                  <c:v>42270</c:v>
                </c:pt>
                <c:pt idx="2644">
                  <c:v>42269</c:v>
                </c:pt>
                <c:pt idx="2645">
                  <c:v>42268</c:v>
                </c:pt>
                <c:pt idx="2646">
                  <c:v>42265</c:v>
                </c:pt>
                <c:pt idx="2647">
                  <c:v>42264</c:v>
                </c:pt>
                <c:pt idx="2648">
                  <c:v>42263</c:v>
                </c:pt>
                <c:pt idx="2649">
                  <c:v>42262</c:v>
                </c:pt>
                <c:pt idx="2650">
                  <c:v>42261</c:v>
                </c:pt>
                <c:pt idx="2651">
                  <c:v>42258</c:v>
                </c:pt>
                <c:pt idx="2652">
                  <c:v>42257</c:v>
                </c:pt>
                <c:pt idx="2653">
                  <c:v>42256</c:v>
                </c:pt>
                <c:pt idx="2654">
                  <c:v>42255</c:v>
                </c:pt>
                <c:pt idx="2655">
                  <c:v>42254</c:v>
                </c:pt>
                <c:pt idx="2656">
                  <c:v>42251</c:v>
                </c:pt>
                <c:pt idx="2657">
                  <c:v>42249</c:v>
                </c:pt>
                <c:pt idx="2658">
                  <c:v>42248</c:v>
                </c:pt>
                <c:pt idx="2659">
                  <c:v>42247</c:v>
                </c:pt>
                <c:pt idx="2660">
                  <c:v>42244</c:v>
                </c:pt>
                <c:pt idx="2661">
                  <c:v>42243</c:v>
                </c:pt>
                <c:pt idx="2662">
                  <c:v>42242</c:v>
                </c:pt>
                <c:pt idx="2663">
                  <c:v>42241</c:v>
                </c:pt>
                <c:pt idx="2664">
                  <c:v>42240</c:v>
                </c:pt>
                <c:pt idx="2665">
                  <c:v>42237</c:v>
                </c:pt>
                <c:pt idx="2666">
                  <c:v>42236</c:v>
                </c:pt>
                <c:pt idx="2667">
                  <c:v>42235</c:v>
                </c:pt>
                <c:pt idx="2668">
                  <c:v>42234</c:v>
                </c:pt>
                <c:pt idx="2669">
                  <c:v>42233</c:v>
                </c:pt>
                <c:pt idx="2670">
                  <c:v>42230</c:v>
                </c:pt>
                <c:pt idx="2671">
                  <c:v>42229</c:v>
                </c:pt>
                <c:pt idx="2672">
                  <c:v>42228</c:v>
                </c:pt>
                <c:pt idx="2673">
                  <c:v>42227</c:v>
                </c:pt>
                <c:pt idx="2674">
                  <c:v>42226</c:v>
                </c:pt>
                <c:pt idx="2675">
                  <c:v>42223</c:v>
                </c:pt>
                <c:pt idx="2676">
                  <c:v>42222</c:v>
                </c:pt>
                <c:pt idx="2677">
                  <c:v>42221</c:v>
                </c:pt>
                <c:pt idx="2678">
                  <c:v>42220</c:v>
                </c:pt>
                <c:pt idx="2679">
                  <c:v>42219</c:v>
                </c:pt>
                <c:pt idx="2680">
                  <c:v>42216</c:v>
                </c:pt>
                <c:pt idx="2681">
                  <c:v>42215</c:v>
                </c:pt>
                <c:pt idx="2682">
                  <c:v>42214</c:v>
                </c:pt>
                <c:pt idx="2683">
                  <c:v>42213</c:v>
                </c:pt>
                <c:pt idx="2684">
                  <c:v>42212</c:v>
                </c:pt>
                <c:pt idx="2685">
                  <c:v>42209</c:v>
                </c:pt>
                <c:pt idx="2686">
                  <c:v>42208</c:v>
                </c:pt>
                <c:pt idx="2687">
                  <c:v>42207</c:v>
                </c:pt>
                <c:pt idx="2688">
                  <c:v>42206</c:v>
                </c:pt>
                <c:pt idx="2689">
                  <c:v>42205</c:v>
                </c:pt>
                <c:pt idx="2690">
                  <c:v>42202</c:v>
                </c:pt>
                <c:pt idx="2691">
                  <c:v>42201</c:v>
                </c:pt>
                <c:pt idx="2692">
                  <c:v>42200</c:v>
                </c:pt>
                <c:pt idx="2693">
                  <c:v>42199</c:v>
                </c:pt>
                <c:pt idx="2694">
                  <c:v>42198</c:v>
                </c:pt>
                <c:pt idx="2695">
                  <c:v>42195</c:v>
                </c:pt>
                <c:pt idx="2696">
                  <c:v>42194</c:v>
                </c:pt>
                <c:pt idx="2697">
                  <c:v>42193</c:v>
                </c:pt>
                <c:pt idx="2698">
                  <c:v>42192</c:v>
                </c:pt>
                <c:pt idx="2699">
                  <c:v>42191</c:v>
                </c:pt>
                <c:pt idx="2700">
                  <c:v>42188</c:v>
                </c:pt>
                <c:pt idx="2701">
                  <c:v>42187</c:v>
                </c:pt>
                <c:pt idx="2702">
                  <c:v>42185</c:v>
                </c:pt>
                <c:pt idx="2703">
                  <c:v>42184</c:v>
                </c:pt>
                <c:pt idx="2704">
                  <c:v>42181</c:v>
                </c:pt>
                <c:pt idx="2705">
                  <c:v>42180</c:v>
                </c:pt>
                <c:pt idx="2706">
                  <c:v>42179</c:v>
                </c:pt>
                <c:pt idx="2707">
                  <c:v>42178</c:v>
                </c:pt>
                <c:pt idx="2708">
                  <c:v>42177</c:v>
                </c:pt>
                <c:pt idx="2709">
                  <c:v>42174</c:v>
                </c:pt>
                <c:pt idx="2710">
                  <c:v>42173</c:v>
                </c:pt>
                <c:pt idx="2711">
                  <c:v>42172</c:v>
                </c:pt>
                <c:pt idx="2712">
                  <c:v>42171</c:v>
                </c:pt>
                <c:pt idx="2713">
                  <c:v>42170</c:v>
                </c:pt>
                <c:pt idx="2714">
                  <c:v>42167</c:v>
                </c:pt>
                <c:pt idx="2715">
                  <c:v>42166</c:v>
                </c:pt>
                <c:pt idx="2716">
                  <c:v>42165</c:v>
                </c:pt>
                <c:pt idx="2717">
                  <c:v>42164</c:v>
                </c:pt>
                <c:pt idx="2718">
                  <c:v>42163</c:v>
                </c:pt>
                <c:pt idx="2719">
                  <c:v>42160</c:v>
                </c:pt>
                <c:pt idx="2720">
                  <c:v>42159</c:v>
                </c:pt>
                <c:pt idx="2721">
                  <c:v>42158</c:v>
                </c:pt>
                <c:pt idx="2722">
                  <c:v>42157</c:v>
                </c:pt>
                <c:pt idx="2723">
                  <c:v>42156</c:v>
                </c:pt>
                <c:pt idx="2724">
                  <c:v>42153</c:v>
                </c:pt>
                <c:pt idx="2725">
                  <c:v>42152</c:v>
                </c:pt>
                <c:pt idx="2726">
                  <c:v>42151</c:v>
                </c:pt>
                <c:pt idx="2727">
                  <c:v>42150</c:v>
                </c:pt>
                <c:pt idx="2728">
                  <c:v>42146</c:v>
                </c:pt>
                <c:pt idx="2729">
                  <c:v>42145</c:v>
                </c:pt>
                <c:pt idx="2730">
                  <c:v>42144</c:v>
                </c:pt>
                <c:pt idx="2731">
                  <c:v>42143</c:v>
                </c:pt>
                <c:pt idx="2732">
                  <c:v>42142</c:v>
                </c:pt>
                <c:pt idx="2733">
                  <c:v>42139</c:v>
                </c:pt>
                <c:pt idx="2734">
                  <c:v>42138</c:v>
                </c:pt>
                <c:pt idx="2735">
                  <c:v>42137</c:v>
                </c:pt>
                <c:pt idx="2736">
                  <c:v>42136</c:v>
                </c:pt>
                <c:pt idx="2737">
                  <c:v>42135</c:v>
                </c:pt>
                <c:pt idx="2738">
                  <c:v>42132</c:v>
                </c:pt>
                <c:pt idx="2739">
                  <c:v>42131</c:v>
                </c:pt>
                <c:pt idx="2740">
                  <c:v>42130</c:v>
                </c:pt>
                <c:pt idx="2741">
                  <c:v>42129</c:v>
                </c:pt>
                <c:pt idx="2742">
                  <c:v>42128</c:v>
                </c:pt>
                <c:pt idx="2743">
                  <c:v>42124</c:v>
                </c:pt>
                <c:pt idx="2744">
                  <c:v>42123</c:v>
                </c:pt>
                <c:pt idx="2745">
                  <c:v>42122</c:v>
                </c:pt>
                <c:pt idx="2746">
                  <c:v>42121</c:v>
                </c:pt>
                <c:pt idx="2747">
                  <c:v>42118</c:v>
                </c:pt>
                <c:pt idx="2748">
                  <c:v>42117</c:v>
                </c:pt>
                <c:pt idx="2749">
                  <c:v>42116</c:v>
                </c:pt>
                <c:pt idx="2750">
                  <c:v>42115</c:v>
                </c:pt>
                <c:pt idx="2751">
                  <c:v>42114</c:v>
                </c:pt>
                <c:pt idx="2752">
                  <c:v>42111</c:v>
                </c:pt>
                <c:pt idx="2753">
                  <c:v>42110</c:v>
                </c:pt>
                <c:pt idx="2754">
                  <c:v>42109</c:v>
                </c:pt>
                <c:pt idx="2755">
                  <c:v>42108</c:v>
                </c:pt>
                <c:pt idx="2756">
                  <c:v>42107</c:v>
                </c:pt>
                <c:pt idx="2757">
                  <c:v>42104</c:v>
                </c:pt>
                <c:pt idx="2758">
                  <c:v>42103</c:v>
                </c:pt>
                <c:pt idx="2759">
                  <c:v>42102</c:v>
                </c:pt>
                <c:pt idx="2760">
                  <c:v>42096</c:v>
                </c:pt>
                <c:pt idx="2761">
                  <c:v>42095</c:v>
                </c:pt>
                <c:pt idx="2762">
                  <c:v>42094</c:v>
                </c:pt>
                <c:pt idx="2763">
                  <c:v>42093</c:v>
                </c:pt>
                <c:pt idx="2764">
                  <c:v>42090</c:v>
                </c:pt>
                <c:pt idx="2765">
                  <c:v>42089</c:v>
                </c:pt>
                <c:pt idx="2766">
                  <c:v>42088</c:v>
                </c:pt>
                <c:pt idx="2767">
                  <c:v>42087</c:v>
                </c:pt>
                <c:pt idx="2768">
                  <c:v>42086</c:v>
                </c:pt>
                <c:pt idx="2769">
                  <c:v>42083</c:v>
                </c:pt>
                <c:pt idx="2770">
                  <c:v>42082</c:v>
                </c:pt>
                <c:pt idx="2771">
                  <c:v>42081</c:v>
                </c:pt>
                <c:pt idx="2772">
                  <c:v>42080</c:v>
                </c:pt>
                <c:pt idx="2773">
                  <c:v>42079</c:v>
                </c:pt>
                <c:pt idx="2774">
                  <c:v>42076</c:v>
                </c:pt>
                <c:pt idx="2775">
                  <c:v>42075</c:v>
                </c:pt>
                <c:pt idx="2776">
                  <c:v>42074</c:v>
                </c:pt>
                <c:pt idx="2777">
                  <c:v>42073</c:v>
                </c:pt>
                <c:pt idx="2778">
                  <c:v>42072</c:v>
                </c:pt>
                <c:pt idx="2779">
                  <c:v>42069</c:v>
                </c:pt>
                <c:pt idx="2780">
                  <c:v>42068</c:v>
                </c:pt>
                <c:pt idx="2781">
                  <c:v>42067</c:v>
                </c:pt>
                <c:pt idx="2782">
                  <c:v>42066</c:v>
                </c:pt>
                <c:pt idx="2783">
                  <c:v>42065</c:v>
                </c:pt>
                <c:pt idx="2784">
                  <c:v>42062</c:v>
                </c:pt>
                <c:pt idx="2785">
                  <c:v>42061</c:v>
                </c:pt>
                <c:pt idx="2786">
                  <c:v>42060</c:v>
                </c:pt>
                <c:pt idx="2787">
                  <c:v>42059</c:v>
                </c:pt>
                <c:pt idx="2788">
                  <c:v>42058</c:v>
                </c:pt>
                <c:pt idx="2789">
                  <c:v>42053</c:v>
                </c:pt>
                <c:pt idx="2790">
                  <c:v>42052</c:v>
                </c:pt>
                <c:pt idx="2791">
                  <c:v>42051</c:v>
                </c:pt>
                <c:pt idx="2792">
                  <c:v>42048</c:v>
                </c:pt>
                <c:pt idx="2793">
                  <c:v>42047</c:v>
                </c:pt>
                <c:pt idx="2794">
                  <c:v>42046</c:v>
                </c:pt>
                <c:pt idx="2795">
                  <c:v>42045</c:v>
                </c:pt>
                <c:pt idx="2796">
                  <c:v>42044</c:v>
                </c:pt>
                <c:pt idx="2797">
                  <c:v>42041</c:v>
                </c:pt>
                <c:pt idx="2798">
                  <c:v>42040</c:v>
                </c:pt>
                <c:pt idx="2799">
                  <c:v>42039</c:v>
                </c:pt>
                <c:pt idx="2800">
                  <c:v>42038</c:v>
                </c:pt>
                <c:pt idx="2801">
                  <c:v>42037</c:v>
                </c:pt>
                <c:pt idx="2802">
                  <c:v>42034</c:v>
                </c:pt>
                <c:pt idx="2803">
                  <c:v>42033</c:v>
                </c:pt>
                <c:pt idx="2804">
                  <c:v>42032</c:v>
                </c:pt>
                <c:pt idx="2805">
                  <c:v>42031</c:v>
                </c:pt>
                <c:pt idx="2806">
                  <c:v>42030</c:v>
                </c:pt>
                <c:pt idx="2807">
                  <c:v>42027</c:v>
                </c:pt>
                <c:pt idx="2808">
                  <c:v>42026</c:v>
                </c:pt>
                <c:pt idx="2809">
                  <c:v>42025</c:v>
                </c:pt>
                <c:pt idx="2810">
                  <c:v>42024</c:v>
                </c:pt>
                <c:pt idx="2811">
                  <c:v>42023</c:v>
                </c:pt>
                <c:pt idx="2812">
                  <c:v>42020</c:v>
                </c:pt>
                <c:pt idx="2813">
                  <c:v>42019</c:v>
                </c:pt>
                <c:pt idx="2814">
                  <c:v>42018</c:v>
                </c:pt>
                <c:pt idx="2815">
                  <c:v>42017</c:v>
                </c:pt>
                <c:pt idx="2816">
                  <c:v>42016</c:v>
                </c:pt>
                <c:pt idx="2817">
                  <c:v>42013</c:v>
                </c:pt>
                <c:pt idx="2818">
                  <c:v>42012</c:v>
                </c:pt>
                <c:pt idx="2819">
                  <c:v>42011</c:v>
                </c:pt>
                <c:pt idx="2820">
                  <c:v>42010</c:v>
                </c:pt>
                <c:pt idx="2821">
                  <c:v>42009</c:v>
                </c:pt>
                <c:pt idx="2822">
                  <c:v>42006</c:v>
                </c:pt>
                <c:pt idx="2823">
                  <c:v>42004</c:v>
                </c:pt>
                <c:pt idx="2824">
                  <c:v>42003</c:v>
                </c:pt>
                <c:pt idx="2825">
                  <c:v>42002</c:v>
                </c:pt>
                <c:pt idx="2826">
                  <c:v>41997</c:v>
                </c:pt>
                <c:pt idx="2827">
                  <c:v>41996</c:v>
                </c:pt>
                <c:pt idx="2828">
                  <c:v>41995</c:v>
                </c:pt>
                <c:pt idx="2829">
                  <c:v>41992</c:v>
                </c:pt>
                <c:pt idx="2830">
                  <c:v>41991</c:v>
                </c:pt>
                <c:pt idx="2831">
                  <c:v>41990</c:v>
                </c:pt>
                <c:pt idx="2832">
                  <c:v>41989</c:v>
                </c:pt>
                <c:pt idx="2833">
                  <c:v>41988</c:v>
                </c:pt>
                <c:pt idx="2834">
                  <c:v>41985</c:v>
                </c:pt>
                <c:pt idx="2835">
                  <c:v>41984</c:v>
                </c:pt>
                <c:pt idx="2836">
                  <c:v>41983</c:v>
                </c:pt>
                <c:pt idx="2837">
                  <c:v>41982</c:v>
                </c:pt>
                <c:pt idx="2838">
                  <c:v>41981</c:v>
                </c:pt>
                <c:pt idx="2839">
                  <c:v>41978</c:v>
                </c:pt>
                <c:pt idx="2840">
                  <c:v>41977</c:v>
                </c:pt>
                <c:pt idx="2841">
                  <c:v>41976</c:v>
                </c:pt>
                <c:pt idx="2842">
                  <c:v>41975</c:v>
                </c:pt>
                <c:pt idx="2843">
                  <c:v>41974</c:v>
                </c:pt>
                <c:pt idx="2844">
                  <c:v>41971</c:v>
                </c:pt>
                <c:pt idx="2845">
                  <c:v>41970</c:v>
                </c:pt>
                <c:pt idx="2846">
                  <c:v>41969</c:v>
                </c:pt>
                <c:pt idx="2847">
                  <c:v>41968</c:v>
                </c:pt>
                <c:pt idx="2848">
                  <c:v>41967</c:v>
                </c:pt>
                <c:pt idx="2849">
                  <c:v>41964</c:v>
                </c:pt>
                <c:pt idx="2850">
                  <c:v>41963</c:v>
                </c:pt>
                <c:pt idx="2851">
                  <c:v>41962</c:v>
                </c:pt>
                <c:pt idx="2852">
                  <c:v>41961</c:v>
                </c:pt>
                <c:pt idx="2853">
                  <c:v>41960</c:v>
                </c:pt>
                <c:pt idx="2854">
                  <c:v>41957</c:v>
                </c:pt>
                <c:pt idx="2855">
                  <c:v>41956</c:v>
                </c:pt>
                <c:pt idx="2856">
                  <c:v>41955</c:v>
                </c:pt>
                <c:pt idx="2857">
                  <c:v>41954</c:v>
                </c:pt>
                <c:pt idx="2858">
                  <c:v>41953</c:v>
                </c:pt>
                <c:pt idx="2859">
                  <c:v>41950</c:v>
                </c:pt>
                <c:pt idx="2860">
                  <c:v>41949</c:v>
                </c:pt>
                <c:pt idx="2861">
                  <c:v>41948</c:v>
                </c:pt>
                <c:pt idx="2862">
                  <c:v>41947</c:v>
                </c:pt>
                <c:pt idx="2863">
                  <c:v>41946</c:v>
                </c:pt>
                <c:pt idx="2864">
                  <c:v>41943</c:v>
                </c:pt>
                <c:pt idx="2865">
                  <c:v>41942</c:v>
                </c:pt>
                <c:pt idx="2866">
                  <c:v>41941</c:v>
                </c:pt>
                <c:pt idx="2867">
                  <c:v>41940</c:v>
                </c:pt>
                <c:pt idx="2868">
                  <c:v>41939</c:v>
                </c:pt>
                <c:pt idx="2869">
                  <c:v>41936</c:v>
                </c:pt>
                <c:pt idx="2870">
                  <c:v>41935</c:v>
                </c:pt>
                <c:pt idx="2871">
                  <c:v>41934</c:v>
                </c:pt>
                <c:pt idx="2872">
                  <c:v>41933</c:v>
                </c:pt>
                <c:pt idx="2873">
                  <c:v>41932</c:v>
                </c:pt>
                <c:pt idx="2874">
                  <c:v>41929</c:v>
                </c:pt>
                <c:pt idx="2875">
                  <c:v>41928</c:v>
                </c:pt>
                <c:pt idx="2876">
                  <c:v>41927</c:v>
                </c:pt>
                <c:pt idx="2877">
                  <c:v>41926</c:v>
                </c:pt>
                <c:pt idx="2878">
                  <c:v>41925</c:v>
                </c:pt>
                <c:pt idx="2879">
                  <c:v>41922</c:v>
                </c:pt>
                <c:pt idx="2880">
                  <c:v>41921</c:v>
                </c:pt>
                <c:pt idx="2881">
                  <c:v>41920</c:v>
                </c:pt>
                <c:pt idx="2882">
                  <c:v>41919</c:v>
                </c:pt>
                <c:pt idx="2883">
                  <c:v>41918</c:v>
                </c:pt>
                <c:pt idx="2884">
                  <c:v>41915</c:v>
                </c:pt>
                <c:pt idx="2885">
                  <c:v>41912</c:v>
                </c:pt>
                <c:pt idx="2886">
                  <c:v>41911</c:v>
                </c:pt>
                <c:pt idx="2887">
                  <c:v>41908</c:v>
                </c:pt>
                <c:pt idx="2888">
                  <c:v>41907</c:v>
                </c:pt>
                <c:pt idx="2889">
                  <c:v>41906</c:v>
                </c:pt>
                <c:pt idx="2890">
                  <c:v>41905</c:v>
                </c:pt>
                <c:pt idx="2891">
                  <c:v>41904</c:v>
                </c:pt>
                <c:pt idx="2892">
                  <c:v>41901</c:v>
                </c:pt>
                <c:pt idx="2893">
                  <c:v>41900</c:v>
                </c:pt>
                <c:pt idx="2894">
                  <c:v>41899</c:v>
                </c:pt>
                <c:pt idx="2895">
                  <c:v>41898</c:v>
                </c:pt>
                <c:pt idx="2896">
                  <c:v>41897</c:v>
                </c:pt>
                <c:pt idx="2897">
                  <c:v>41894</c:v>
                </c:pt>
                <c:pt idx="2898">
                  <c:v>41893</c:v>
                </c:pt>
                <c:pt idx="2899">
                  <c:v>41892</c:v>
                </c:pt>
                <c:pt idx="2900">
                  <c:v>41890</c:v>
                </c:pt>
                <c:pt idx="2901">
                  <c:v>41887</c:v>
                </c:pt>
                <c:pt idx="2902">
                  <c:v>41886</c:v>
                </c:pt>
                <c:pt idx="2903">
                  <c:v>41885</c:v>
                </c:pt>
                <c:pt idx="2904">
                  <c:v>41884</c:v>
                </c:pt>
                <c:pt idx="2905">
                  <c:v>41883</c:v>
                </c:pt>
                <c:pt idx="2906">
                  <c:v>41880</c:v>
                </c:pt>
                <c:pt idx="2907">
                  <c:v>41879</c:v>
                </c:pt>
                <c:pt idx="2908">
                  <c:v>41878</c:v>
                </c:pt>
                <c:pt idx="2909">
                  <c:v>41877</c:v>
                </c:pt>
                <c:pt idx="2910">
                  <c:v>41876</c:v>
                </c:pt>
                <c:pt idx="2911">
                  <c:v>41873</c:v>
                </c:pt>
                <c:pt idx="2912">
                  <c:v>41872</c:v>
                </c:pt>
                <c:pt idx="2913">
                  <c:v>41871</c:v>
                </c:pt>
                <c:pt idx="2914">
                  <c:v>41870</c:v>
                </c:pt>
                <c:pt idx="2915">
                  <c:v>41869</c:v>
                </c:pt>
                <c:pt idx="2916">
                  <c:v>41866</c:v>
                </c:pt>
                <c:pt idx="2917">
                  <c:v>41865</c:v>
                </c:pt>
                <c:pt idx="2918">
                  <c:v>41864</c:v>
                </c:pt>
                <c:pt idx="2919">
                  <c:v>41863</c:v>
                </c:pt>
                <c:pt idx="2920">
                  <c:v>41862</c:v>
                </c:pt>
                <c:pt idx="2921">
                  <c:v>41859</c:v>
                </c:pt>
                <c:pt idx="2922">
                  <c:v>41858</c:v>
                </c:pt>
                <c:pt idx="2923">
                  <c:v>41857</c:v>
                </c:pt>
                <c:pt idx="2924">
                  <c:v>41856</c:v>
                </c:pt>
                <c:pt idx="2925">
                  <c:v>41855</c:v>
                </c:pt>
                <c:pt idx="2926">
                  <c:v>41852</c:v>
                </c:pt>
                <c:pt idx="2927">
                  <c:v>41851</c:v>
                </c:pt>
                <c:pt idx="2928">
                  <c:v>41850</c:v>
                </c:pt>
                <c:pt idx="2929">
                  <c:v>41849</c:v>
                </c:pt>
                <c:pt idx="2930">
                  <c:v>41848</c:v>
                </c:pt>
                <c:pt idx="2931">
                  <c:v>41845</c:v>
                </c:pt>
                <c:pt idx="2932">
                  <c:v>41844</c:v>
                </c:pt>
                <c:pt idx="2933">
                  <c:v>41843</c:v>
                </c:pt>
                <c:pt idx="2934">
                  <c:v>41842</c:v>
                </c:pt>
                <c:pt idx="2935">
                  <c:v>41841</c:v>
                </c:pt>
                <c:pt idx="2936">
                  <c:v>41838</c:v>
                </c:pt>
                <c:pt idx="2937">
                  <c:v>41837</c:v>
                </c:pt>
                <c:pt idx="2938">
                  <c:v>41836</c:v>
                </c:pt>
                <c:pt idx="2939">
                  <c:v>41835</c:v>
                </c:pt>
                <c:pt idx="2940">
                  <c:v>41834</c:v>
                </c:pt>
                <c:pt idx="2941">
                  <c:v>41831</c:v>
                </c:pt>
                <c:pt idx="2942">
                  <c:v>41830</c:v>
                </c:pt>
                <c:pt idx="2943">
                  <c:v>41829</c:v>
                </c:pt>
                <c:pt idx="2944">
                  <c:v>41828</c:v>
                </c:pt>
                <c:pt idx="2945">
                  <c:v>41827</c:v>
                </c:pt>
                <c:pt idx="2946">
                  <c:v>41824</c:v>
                </c:pt>
                <c:pt idx="2947">
                  <c:v>41823</c:v>
                </c:pt>
                <c:pt idx="2948">
                  <c:v>41822</c:v>
                </c:pt>
                <c:pt idx="2949">
                  <c:v>41820</c:v>
                </c:pt>
                <c:pt idx="2950">
                  <c:v>41817</c:v>
                </c:pt>
                <c:pt idx="2951">
                  <c:v>41816</c:v>
                </c:pt>
                <c:pt idx="2952">
                  <c:v>41815</c:v>
                </c:pt>
                <c:pt idx="2953">
                  <c:v>41814</c:v>
                </c:pt>
                <c:pt idx="2954">
                  <c:v>41813</c:v>
                </c:pt>
                <c:pt idx="2955">
                  <c:v>41810</c:v>
                </c:pt>
                <c:pt idx="2956">
                  <c:v>41809</c:v>
                </c:pt>
                <c:pt idx="2957">
                  <c:v>41808</c:v>
                </c:pt>
                <c:pt idx="2958">
                  <c:v>41807</c:v>
                </c:pt>
                <c:pt idx="2959">
                  <c:v>41806</c:v>
                </c:pt>
                <c:pt idx="2960">
                  <c:v>41803</c:v>
                </c:pt>
                <c:pt idx="2961">
                  <c:v>41802</c:v>
                </c:pt>
                <c:pt idx="2962">
                  <c:v>41801</c:v>
                </c:pt>
                <c:pt idx="2963">
                  <c:v>41800</c:v>
                </c:pt>
                <c:pt idx="2964">
                  <c:v>41799</c:v>
                </c:pt>
                <c:pt idx="2965">
                  <c:v>41796</c:v>
                </c:pt>
                <c:pt idx="2966">
                  <c:v>41795</c:v>
                </c:pt>
                <c:pt idx="2967">
                  <c:v>41794</c:v>
                </c:pt>
                <c:pt idx="2968">
                  <c:v>41793</c:v>
                </c:pt>
                <c:pt idx="2969">
                  <c:v>41789</c:v>
                </c:pt>
                <c:pt idx="2970">
                  <c:v>41788</c:v>
                </c:pt>
                <c:pt idx="2971">
                  <c:v>41787</c:v>
                </c:pt>
                <c:pt idx="2972">
                  <c:v>41786</c:v>
                </c:pt>
                <c:pt idx="2973">
                  <c:v>41785</c:v>
                </c:pt>
                <c:pt idx="2974">
                  <c:v>41782</c:v>
                </c:pt>
                <c:pt idx="2975">
                  <c:v>41781</c:v>
                </c:pt>
                <c:pt idx="2976">
                  <c:v>41780</c:v>
                </c:pt>
                <c:pt idx="2977">
                  <c:v>41779</c:v>
                </c:pt>
                <c:pt idx="2978">
                  <c:v>41778</c:v>
                </c:pt>
                <c:pt idx="2979">
                  <c:v>41775</c:v>
                </c:pt>
                <c:pt idx="2980">
                  <c:v>41774</c:v>
                </c:pt>
                <c:pt idx="2981">
                  <c:v>41773</c:v>
                </c:pt>
                <c:pt idx="2982">
                  <c:v>41772</c:v>
                </c:pt>
                <c:pt idx="2983">
                  <c:v>41771</c:v>
                </c:pt>
                <c:pt idx="2984">
                  <c:v>41768</c:v>
                </c:pt>
                <c:pt idx="2985">
                  <c:v>41767</c:v>
                </c:pt>
                <c:pt idx="2986">
                  <c:v>41766</c:v>
                </c:pt>
                <c:pt idx="2987">
                  <c:v>41764</c:v>
                </c:pt>
                <c:pt idx="2988">
                  <c:v>41761</c:v>
                </c:pt>
                <c:pt idx="2989">
                  <c:v>41759</c:v>
                </c:pt>
                <c:pt idx="2990">
                  <c:v>41758</c:v>
                </c:pt>
                <c:pt idx="2991">
                  <c:v>41757</c:v>
                </c:pt>
                <c:pt idx="2992">
                  <c:v>41754</c:v>
                </c:pt>
                <c:pt idx="2993">
                  <c:v>41753</c:v>
                </c:pt>
                <c:pt idx="2994">
                  <c:v>41752</c:v>
                </c:pt>
                <c:pt idx="2995">
                  <c:v>41751</c:v>
                </c:pt>
                <c:pt idx="2996">
                  <c:v>41746</c:v>
                </c:pt>
                <c:pt idx="2997">
                  <c:v>41745</c:v>
                </c:pt>
                <c:pt idx="2998">
                  <c:v>41744</c:v>
                </c:pt>
                <c:pt idx="2999">
                  <c:v>41743</c:v>
                </c:pt>
                <c:pt idx="3000">
                  <c:v>41740</c:v>
                </c:pt>
                <c:pt idx="3001">
                  <c:v>41739</c:v>
                </c:pt>
                <c:pt idx="3002">
                  <c:v>41738</c:v>
                </c:pt>
                <c:pt idx="3003">
                  <c:v>41737</c:v>
                </c:pt>
                <c:pt idx="3004">
                  <c:v>41736</c:v>
                </c:pt>
                <c:pt idx="3005">
                  <c:v>41733</c:v>
                </c:pt>
                <c:pt idx="3006">
                  <c:v>41732</c:v>
                </c:pt>
                <c:pt idx="3007">
                  <c:v>41731</c:v>
                </c:pt>
                <c:pt idx="3008">
                  <c:v>41730</c:v>
                </c:pt>
                <c:pt idx="3009">
                  <c:v>41729</c:v>
                </c:pt>
                <c:pt idx="3010">
                  <c:v>41726</c:v>
                </c:pt>
                <c:pt idx="3011">
                  <c:v>41725</c:v>
                </c:pt>
                <c:pt idx="3012">
                  <c:v>41724</c:v>
                </c:pt>
                <c:pt idx="3013">
                  <c:v>41723</c:v>
                </c:pt>
                <c:pt idx="3014">
                  <c:v>41722</c:v>
                </c:pt>
                <c:pt idx="3015">
                  <c:v>41719</c:v>
                </c:pt>
                <c:pt idx="3016">
                  <c:v>41718</c:v>
                </c:pt>
                <c:pt idx="3017">
                  <c:v>41717</c:v>
                </c:pt>
                <c:pt idx="3018">
                  <c:v>41716</c:v>
                </c:pt>
                <c:pt idx="3019">
                  <c:v>41715</c:v>
                </c:pt>
                <c:pt idx="3020">
                  <c:v>41712</c:v>
                </c:pt>
                <c:pt idx="3021">
                  <c:v>41711</c:v>
                </c:pt>
                <c:pt idx="3022">
                  <c:v>41710</c:v>
                </c:pt>
                <c:pt idx="3023">
                  <c:v>41709</c:v>
                </c:pt>
                <c:pt idx="3024">
                  <c:v>41708</c:v>
                </c:pt>
                <c:pt idx="3025">
                  <c:v>41705</c:v>
                </c:pt>
                <c:pt idx="3026">
                  <c:v>41704</c:v>
                </c:pt>
                <c:pt idx="3027">
                  <c:v>41703</c:v>
                </c:pt>
                <c:pt idx="3028">
                  <c:v>41702</c:v>
                </c:pt>
                <c:pt idx="3029">
                  <c:v>41701</c:v>
                </c:pt>
                <c:pt idx="3030">
                  <c:v>41698</c:v>
                </c:pt>
                <c:pt idx="3031">
                  <c:v>41697</c:v>
                </c:pt>
                <c:pt idx="3032">
                  <c:v>41696</c:v>
                </c:pt>
                <c:pt idx="3033">
                  <c:v>41695</c:v>
                </c:pt>
                <c:pt idx="3034">
                  <c:v>41694</c:v>
                </c:pt>
                <c:pt idx="3035">
                  <c:v>41691</c:v>
                </c:pt>
                <c:pt idx="3036">
                  <c:v>41690</c:v>
                </c:pt>
                <c:pt idx="3037">
                  <c:v>41689</c:v>
                </c:pt>
                <c:pt idx="3038">
                  <c:v>41688</c:v>
                </c:pt>
                <c:pt idx="3039">
                  <c:v>41687</c:v>
                </c:pt>
                <c:pt idx="3040">
                  <c:v>41684</c:v>
                </c:pt>
                <c:pt idx="3041">
                  <c:v>41683</c:v>
                </c:pt>
                <c:pt idx="3042">
                  <c:v>41682</c:v>
                </c:pt>
                <c:pt idx="3043">
                  <c:v>41681</c:v>
                </c:pt>
                <c:pt idx="3044">
                  <c:v>41680</c:v>
                </c:pt>
                <c:pt idx="3045">
                  <c:v>41677</c:v>
                </c:pt>
                <c:pt idx="3046">
                  <c:v>41676</c:v>
                </c:pt>
                <c:pt idx="3047">
                  <c:v>41675</c:v>
                </c:pt>
                <c:pt idx="3048">
                  <c:v>41674</c:v>
                </c:pt>
                <c:pt idx="3049">
                  <c:v>41669</c:v>
                </c:pt>
                <c:pt idx="3050">
                  <c:v>41668</c:v>
                </c:pt>
                <c:pt idx="3051">
                  <c:v>41667</c:v>
                </c:pt>
                <c:pt idx="3052">
                  <c:v>41666</c:v>
                </c:pt>
                <c:pt idx="3053">
                  <c:v>41663</c:v>
                </c:pt>
                <c:pt idx="3054">
                  <c:v>41662</c:v>
                </c:pt>
                <c:pt idx="3055">
                  <c:v>41661</c:v>
                </c:pt>
                <c:pt idx="3056">
                  <c:v>41660</c:v>
                </c:pt>
                <c:pt idx="3057">
                  <c:v>41659</c:v>
                </c:pt>
                <c:pt idx="3058">
                  <c:v>41656</c:v>
                </c:pt>
                <c:pt idx="3059">
                  <c:v>41655</c:v>
                </c:pt>
                <c:pt idx="3060">
                  <c:v>41654</c:v>
                </c:pt>
                <c:pt idx="3061">
                  <c:v>41653</c:v>
                </c:pt>
                <c:pt idx="3062">
                  <c:v>41652</c:v>
                </c:pt>
                <c:pt idx="3063">
                  <c:v>41649</c:v>
                </c:pt>
                <c:pt idx="3064">
                  <c:v>41648</c:v>
                </c:pt>
                <c:pt idx="3065">
                  <c:v>41647</c:v>
                </c:pt>
                <c:pt idx="3066">
                  <c:v>41646</c:v>
                </c:pt>
                <c:pt idx="3067">
                  <c:v>41645</c:v>
                </c:pt>
                <c:pt idx="3068">
                  <c:v>41642</c:v>
                </c:pt>
                <c:pt idx="3069">
                  <c:v>41641</c:v>
                </c:pt>
                <c:pt idx="3070">
                  <c:v>41639</c:v>
                </c:pt>
                <c:pt idx="3071">
                  <c:v>41638</c:v>
                </c:pt>
                <c:pt idx="3072">
                  <c:v>41635</c:v>
                </c:pt>
                <c:pt idx="3073">
                  <c:v>41632</c:v>
                </c:pt>
                <c:pt idx="3074">
                  <c:v>41631</c:v>
                </c:pt>
                <c:pt idx="3075">
                  <c:v>41628</c:v>
                </c:pt>
                <c:pt idx="3076">
                  <c:v>41627</c:v>
                </c:pt>
                <c:pt idx="3077">
                  <c:v>41626</c:v>
                </c:pt>
                <c:pt idx="3078">
                  <c:v>41625</c:v>
                </c:pt>
                <c:pt idx="3079">
                  <c:v>41624</c:v>
                </c:pt>
                <c:pt idx="3080">
                  <c:v>41621</c:v>
                </c:pt>
                <c:pt idx="3081">
                  <c:v>41620</c:v>
                </c:pt>
                <c:pt idx="3082">
                  <c:v>41619</c:v>
                </c:pt>
                <c:pt idx="3083">
                  <c:v>41618</c:v>
                </c:pt>
                <c:pt idx="3084">
                  <c:v>41617</c:v>
                </c:pt>
                <c:pt idx="3085">
                  <c:v>41614</c:v>
                </c:pt>
                <c:pt idx="3086">
                  <c:v>41613</c:v>
                </c:pt>
                <c:pt idx="3087">
                  <c:v>41612</c:v>
                </c:pt>
                <c:pt idx="3088">
                  <c:v>41611</c:v>
                </c:pt>
                <c:pt idx="3089">
                  <c:v>41610</c:v>
                </c:pt>
                <c:pt idx="3090">
                  <c:v>41607</c:v>
                </c:pt>
                <c:pt idx="3091">
                  <c:v>41606</c:v>
                </c:pt>
                <c:pt idx="3092">
                  <c:v>41605</c:v>
                </c:pt>
                <c:pt idx="3093">
                  <c:v>41604</c:v>
                </c:pt>
                <c:pt idx="3094">
                  <c:v>41603</c:v>
                </c:pt>
                <c:pt idx="3095">
                  <c:v>41600</c:v>
                </c:pt>
                <c:pt idx="3096">
                  <c:v>41599</c:v>
                </c:pt>
                <c:pt idx="3097">
                  <c:v>41598</c:v>
                </c:pt>
                <c:pt idx="3098">
                  <c:v>41597</c:v>
                </c:pt>
                <c:pt idx="3099">
                  <c:v>41596</c:v>
                </c:pt>
                <c:pt idx="3100">
                  <c:v>41593</c:v>
                </c:pt>
                <c:pt idx="3101">
                  <c:v>41592</c:v>
                </c:pt>
                <c:pt idx="3102">
                  <c:v>41591</c:v>
                </c:pt>
                <c:pt idx="3103">
                  <c:v>41590</c:v>
                </c:pt>
                <c:pt idx="3104">
                  <c:v>41589</c:v>
                </c:pt>
                <c:pt idx="3105">
                  <c:v>41586</c:v>
                </c:pt>
                <c:pt idx="3106">
                  <c:v>41585</c:v>
                </c:pt>
                <c:pt idx="3107">
                  <c:v>41584</c:v>
                </c:pt>
                <c:pt idx="3108">
                  <c:v>41583</c:v>
                </c:pt>
                <c:pt idx="3109">
                  <c:v>41582</c:v>
                </c:pt>
                <c:pt idx="3110">
                  <c:v>41579</c:v>
                </c:pt>
                <c:pt idx="3111">
                  <c:v>41578</c:v>
                </c:pt>
                <c:pt idx="3112">
                  <c:v>41577</c:v>
                </c:pt>
                <c:pt idx="3113">
                  <c:v>41576</c:v>
                </c:pt>
                <c:pt idx="3114">
                  <c:v>41575</c:v>
                </c:pt>
                <c:pt idx="3115">
                  <c:v>41572</c:v>
                </c:pt>
                <c:pt idx="3116">
                  <c:v>41571</c:v>
                </c:pt>
                <c:pt idx="3117">
                  <c:v>41570</c:v>
                </c:pt>
                <c:pt idx="3118">
                  <c:v>41569</c:v>
                </c:pt>
                <c:pt idx="3119">
                  <c:v>41568</c:v>
                </c:pt>
                <c:pt idx="3120">
                  <c:v>41565</c:v>
                </c:pt>
                <c:pt idx="3121">
                  <c:v>41564</c:v>
                </c:pt>
                <c:pt idx="3122">
                  <c:v>41563</c:v>
                </c:pt>
                <c:pt idx="3123">
                  <c:v>41562</c:v>
                </c:pt>
                <c:pt idx="3124">
                  <c:v>41558</c:v>
                </c:pt>
                <c:pt idx="3125">
                  <c:v>41557</c:v>
                </c:pt>
                <c:pt idx="3126">
                  <c:v>41556</c:v>
                </c:pt>
                <c:pt idx="3127">
                  <c:v>41555</c:v>
                </c:pt>
                <c:pt idx="3128">
                  <c:v>41554</c:v>
                </c:pt>
                <c:pt idx="3129">
                  <c:v>41551</c:v>
                </c:pt>
                <c:pt idx="3130">
                  <c:v>41550</c:v>
                </c:pt>
                <c:pt idx="3131">
                  <c:v>41549</c:v>
                </c:pt>
                <c:pt idx="3132">
                  <c:v>41547</c:v>
                </c:pt>
                <c:pt idx="3133">
                  <c:v>41544</c:v>
                </c:pt>
                <c:pt idx="3134">
                  <c:v>41543</c:v>
                </c:pt>
                <c:pt idx="3135">
                  <c:v>41542</c:v>
                </c:pt>
                <c:pt idx="3136">
                  <c:v>41541</c:v>
                </c:pt>
                <c:pt idx="3137">
                  <c:v>41540</c:v>
                </c:pt>
                <c:pt idx="3138">
                  <c:v>41536</c:v>
                </c:pt>
                <c:pt idx="3139">
                  <c:v>41535</c:v>
                </c:pt>
                <c:pt idx="3140">
                  <c:v>41534</c:v>
                </c:pt>
                <c:pt idx="3141">
                  <c:v>41533</c:v>
                </c:pt>
                <c:pt idx="3142">
                  <c:v>41530</c:v>
                </c:pt>
                <c:pt idx="3143">
                  <c:v>41529</c:v>
                </c:pt>
                <c:pt idx="3144">
                  <c:v>41528</c:v>
                </c:pt>
                <c:pt idx="3145">
                  <c:v>41527</c:v>
                </c:pt>
                <c:pt idx="3146">
                  <c:v>41526</c:v>
                </c:pt>
                <c:pt idx="3147">
                  <c:v>41523</c:v>
                </c:pt>
                <c:pt idx="3148">
                  <c:v>41522</c:v>
                </c:pt>
                <c:pt idx="3149">
                  <c:v>41521</c:v>
                </c:pt>
                <c:pt idx="3150">
                  <c:v>41520</c:v>
                </c:pt>
                <c:pt idx="3151">
                  <c:v>41519</c:v>
                </c:pt>
                <c:pt idx="3152">
                  <c:v>41516</c:v>
                </c:pt>
                <c:pt idx="3153">
                  <c:v>41515</c:v>
                </c:pt>
                <c:pt idx="3154">
                  <c:v>41514</c:v>
                </c:pt>
                <c:pt idx="3155">
                  <c:v>41513</c:v>
                </c:pt>
                <c:pt idx="3156">
                  <c:v>41512</c:v>
                </c:pt>
                <c:pt idx="3157">
                  <c:v>41509</c:v>
                </c:pt>
                <c:pt idx="3158">
                  <c:v>41508</c:v>
                </c:pt>
                <c:pt idx="3159">
                  <c:v>41507</c:v>
                </c:pt>
                <c:pt idx="3160">
                  <c:v>41506</c:v>
                </c:pt>
                <c:pt idx="3161">
                  <c:v>41505</c:v>
                </c:pt>
                <c:pt idx="3162">
                  <c:v>41502</c:v>
                </c:pt>
                <c:pt idx="3163">
                  <c:v>41501</c:v>
                </c:pt>
                <c:pt idx="3164">
                  <c:v>41499</c:v>
                </c:pt>
                <c:pt idx="3165">
                  <c:v>41498</c:v>
                </c:pt>
                <c:pt idx="3166">
                  <c:v>41495</c:v>
                </c:pt>
                <c:pt idx="3167">
                  <c:v>41494</c:v>
                </c:pt>
                <c:pt idx="3168">
                  <c:v>41493</c:v>
                </c:pt>
                <c:pt idx="3169">
                  <c:v>41492</c:v>
                </c:pt>
                <c:pt idx="3170">
                  <c:v>41491</c:v>
                </c:pt>
                <c:pt idx="3171">
                  <c:v>41488</c:v>
                </c:pt>
                <c:pt idx="3172">
                  <c:v>41487</c:v>
                </c:pt>
                <c:pt idx="3173">
                  <c:v>41486</c:v>
                </c:pt>
                <c:pt idx="3174">
                  <c:v>41485</c:v>
                </c:pt>
                <c:pt idx="3175">
                  <c:v>41484</c:v>
                </c:pt>
                <c:pt idx="3176">
                  <c:v>41481</c:v>
                </c:pt>
                <c:pt idx="3177">
                  <c:v>41480</c:v>
                </c:pt>
                <c:pt idx="3178">
                  <c:v>41479</c:v>
                </c:pt>
                <c:pt idx="3179">
                  <c:v>41478</c:v>
                </c:pt>
                <c:pt idx="3180">
                  <c:v>41477</c:v>
                </c:pt>
                <c:pt idx="3181">
                  <c:v>41474</c:v>
                </c:pt>
                <c:pt idx="3182">
                  <c:v>41473</c:v>
                </c:pt>
                <c:pt idx="3183">
                  <c:v>41472</c:v>
                </c:pt>
                <c:pt idx="3184">
                  <c:v>41471</c:v>
                </c:pt>
                <c:pt idx="3185">
                  <c:v>41470</c:v>
                </c:pt>
                <c:pt idx="3186">
                  <c:v>41467</c:v>
                </c:pt>
                <c:pt idx="3187">
                  <c:v>41466</c:v>
                </c:pt>
                <c:pt idx="3188">
                  <c:v>41465</c:v>
                </c:pt>
                <c:pt idx="3189">
                  <c:v>41464</c:v>
                </c:pt>
                <c:pt idx="3190">
                  <c:v>41463</c:v>
                </c:pt>
                <c:pt idx="3191">
                  <c:v>41460</c:v>
                </c:pt>
                <c:pt idx="3192">
                  <c:v>41459</c:v>
                </c:pt>
                <c:pt idx="3193">
                  <c:v>41458</c:v>
                </c:pt>
                <c:pt idx="3194">
                  <c:v>41457</c:v>
                </c:pt>
                <c:pt idx="3195">
                  <c:v>41453</c:v>
                </c:pt>
                <c:pt idx="3196">
                  <c:v>41452</c:v>
                </c:pt>
                <c:pt idx="3197">
                  <c:v>41451</c:v>
                </c:pt>
                <c:pt idx="3198">
                  <c:v>41450</c:v>
                </c:pt>
                <c:pt idx="3199">
                  <c:v>41449</c:v>
                </c:pt>
                <c:pt idx="3200">
                  <c:v>41446</c:v>
                </c:pt>
                <c:pt idx="3201">
                  <c:v>41445</c:v>
                </c:pt>
                <c:pt idx="3202">
                  <c:v>41444</c:v>
                </c:pt>
                <c:pt idx="3203">
                  <c:v>41443</c:v>
                </c:pt>
                <c:pt idx="3204">
                  <c:v>41442</c:v>
                </c:pt>
                <c:pt idx="3205">
                  <c:v>41439</c:v>
                </c:pt>
                <c:pt idx="3206">
                  <c:v>41438</c:v>
                </c:pt>
                <c:pt idx="3207">
                  <c:v>41436</c:v>
                </c:pt>
                <c:pt idx="3208">
                  <c:v>41435</c:v>
                </c:pt>
                <c:pt idx="3209">
                  <c:v>41432</c:v>
                </c:pt>
                <c:pt idx="3210">
                  <c:v>41431</c:v>
                </c:pt>
                <c:pt idx="3211">
                  <c:v>41430</c:v>
                </c:pt>
                <c:pt idx="3212">
                  <c:v>41429</c:v>
                </c:pt>
                <c:pt idx="3213">
                  <c:v>41428</c:v>
                </c:pt>
                <c:pt idx="3214">
                  <c:v>41425</c:v>
                </c:pt>
                <c:pt idx="3215">
                  <c:v>41424</c:v>
                </c:pt>
                <c:pt idx="3216">
                  <c:v>41423</c:v>
                </c:pt>
                <c:pt idx="3217">
                  <c:v>41422</c:v>
                </c:pt>
                <c:pt idx="3218">
                  <c:v>41421</c:v>
                </c:pt>
                <c:pt idx="3219">
                  <c:v>41418</c:v>
                </c:pt>
                <c:pt idx="3220">
                  <c:v>41417</c:v>
                </c:pt>
                <c:pt idx="3221">
                  <c:v>41416</c:v>
                </c:pt>
                <c:pt idx="3222">
                  <c:v>41415</c:v>
                </c:pt>
                <c:pt idx="3223">
                  <c:v>41414</c:v>
                </c:pt>
                <c:pt idx="3224">
                  <c:v>41410</c:v>
                </c:pt>
                <c:pt idx="3225">
                  <c:v>41409</c:v>
                </c:pt>
                <c:pt idx="3226">
                  <c:v>41408</c:v>
                </c:pt>
                <c:pt idx="3227">
                  <c:v>41407</c:v>
                </c:pt>
                <c:pt idx="3228">
                  <c:v>41404</c:v>
                </c:pt>
                <c:pt idx="3229">
                  <c:v>41403</c:v>
                </c:pt>
                <c:pt idx="3230">
                  <c:v>41402</c:v>
                </c:pt>
                <c:pt idx="3231">
                  <c:v>41401</c:v>
                </c:pt>
                <c:pt idx="3232">
                  <c:v>41400</c:v>
                </c:pt>
                <c:pt idx="3233">
                  <c:v>41397</c:v>
                </c:pt>
                <c:pt idx="3234">
                  <c:v>41396</c:v>
                </c:pt>
                <c:pt idx="3235">
                  <c:v>41394</c:v>
                </c:pt>
                <c:pt idx="3236">
                  <c:v>41393</c:v>
                </c:pt>
                <c:pt idx="3237">
                  <c:v>41390</c:v>
                </c:pt>
                <c:pt idx="3238">
                  <c:v>41389</c:v>
                </c:pt>
                <c:pt idx="3239">
                  <c:v>41388</c:v>
                </c:pt>
                <c:pt idx="3240">
                  <c:v>41387</c:v>
                </c:pt>
                <c:pt idx="3241">
                  <c:v>41386</c:v>
                </c:pt>
                <c:pt idx="3242">
                  <c:v>41383</c:v>
                </c:pt>
                <c:pt idx="3243">
                  <c:v>41382</c:v>
                </c:pt>
                <c:pt idx="3244">
                  <c:v>41381</c:v>
                </c:pt>
                <c:pt idx="3245">
                  <c:v>41380</c:v>
                </c:pt>
                <c:pt idx="3246">
                  <c:v>41379</c:v>
                </c:pt>
                <c:pt idx="3247">
                  <c:v>41376</c:v>
                </c:pt>
                <c:pt idx="3248">
                  <c:v>41375</c:v>
                </c:pt>
                <c:pt idx="3249">
                  <c:v>41374</c:v>
                </c:pt>
                <c:pt idx="3250">
                  <c:v>41373</c:v>
                </c:pt>
                <c:pt idx="3251">
                  <c:v>41372</c:v>
                </c:pt>
                <c:pt idx="3252">
                  <c:v>41369</c:v>
                </c:pt>
                <c:pt idx="3253">
                  <c:v>41367</c:v>
                </c:pt>
                <c:pt idx="3254">
                  <c:v>41366</c:v>
                </c:pt>
                <c:pt idx="3255">
                  <c:v>41361</c:v>
                </c:pt>
                <c:pt idx="3256">
                  <c:v>41360</c:v>
                </c:pt>
                <c:pt idx="3257">
                  <c:v>41359</c:v>
                </c:pt>
                <c:pt idx="3258">
                  <c:v>41358</c:v>
                </c:pt>
                <c:pt idx="3259">
                  <c:v>41355</c:v>
                </c:pt>
                <c:pt idx="3260">
                  <c:v>41354</c:v>
                </c:pt>
                <c:pt idx="3261">
                  <c:v>41353</c:v>
                </c:pt>
                <c:pt idx="3262">
                  <c:v>41352</c:v>
                </c:pt>
                <c:pt idx="3263">
                  <c:v>41351</c:v>
                </c:pt>
                <c:pt idx="3264">
                  <c:v>41348</c:v>
                </c:pt>
                <c:pt idx="3265">
                  <c:v>41347</c:v>
                </c:pt>
                <c:pt idx="3266">
                  <c:v>41346</c:v>
                </c:pt>
                <c:pt idx="3267">
                  <c:v>41345</c:v>
                </c:pt>
                <c:pt idx="3268">
                  <c:v>41344</c:v>
                </c:pt>
                <c:pt idx="3269">
                  <c:v>41341</c:v>
                </c:pt>
                <c:pt idx="3270">
                  <c:v>41340</c:v>
                </c:pt>
                <c:pt idx="3271">
                  <c:v>41339</c:v>
                </c:pt>
                <c:pt idx="3272">
                  <c:v>41338</c:v>
                </c:pt>
                <c:pt idx="3273">
                  <c:v>41337</c:v>
                </c:pt>
                <c:pt idx="3274">
                  <c:v>41334</c:v>
                </c:pt>
                <c:pt idx="3275">
                  <c:v>41333</c:v>
                </c:pt>
                <c:pt idx="3276">
                  <c:v>41332</c:v>
                </c:pt>
                <c:pt idx="3277">
                  <c:v>41331</c:v>
                </c:pt>
                <c:pt idx="3278">
                  <c:v>41330</c:v>
                </c:pt>
                <c:pt idx="3279">
                  <c:v>41327</c:v>
                </c:pt>
                <c:pt idx="3280">
                  <c:v>41326</c:v>
                </c:pt>
                <c:pt idx="3281">
                  <c:v>41325</c:v>
                </c:pt>
                <c:pt idx="3282">
                  <c:v>41324</c:v>
                </c:pt>
                <c:pt idx="3283">
                  <c:v>41323</c:v>
                </c:pt>
                <c:pt idx="3284">
                  <c:v>41320</c:v>
                </c:pt>
                <c:pt idx="3285">
                  <c:v>41319</c:v>
                </c:pt>
                <c:pt idx="3286">
                  <c:v>41313</c:v>
                </c:pt>
                <c:pt idx="3287">
                  <c:v>41312</c:v>
                </c:pt>
                <c:pt idx="3288">
                  <c:v>41311</c:v>
                </c:pt>
                <c:pt idx="3289">
                  <c:v>41310</c:v>
                </c:pt>
                <c:pt idx="3290">
                  <c:v>41309</c:v>
                </c:pt>
                <c:pt idx="3291">
                  <c:v>41306</c:v>
                </c:pt>
                <c:pt idx="3292">
                  <c:v>41305</c:v>
                </c:pt>
                <c:pt idx="3293">
                  <c:v>41304</c:v>
                </c:pt>
                <c:pt idx="3294">
                  <c:v>41303</c:v>
                </c:pt>
                <c:pt idx="3295">
                  <c:v>41302</c:v>
                </c:pt>
                <c:pt idx="3296">
                  <c:v>41299</c:v>
                </c:pt>
                <c:pt idx="3297">
                  <c:v>41298</c:v>
                </c:pt>
                <c:pt idx="3298">
                  <c:v>41297</c:v>
                </c:pt>
                <c:pt idx="3299">
                  <c:v>41296</c:v>
                </c:pt>
                <c:pt idx="3300">
                  <c:v>41295</c:v>
                </c:pt>
                <c:pt idx="3301">
                  <c:v>41292</c:v>
                </c:pt>
                <c:pt idx="3302">
                  <c:v>41291</c:v>
                </c:pt>
                <c:pt idx="3303">
                  <c:v>41290</c:v>
                </c:pt>
                <c:pt idx="3304">
                  <c:v>41289</c:v>
                </c:pt>
                <c:pt idx="3305">
                  <c:v>41288</c:v>
                </c:pt>
                <c:pt idx="3306">
                  <c:v>41285</c:v>
                </c:pt>
                <c:pt idx="3307">
                  <c:v>41284</c:v>
                </c:pt>
                <c:pt idx="3308">
                  <c:v>41283</c:v>
                </c:pt>
                <c:pt idx="3309">
                  <c:v>41282</c:v>
                </c:pt>
                <c:pt idx="3310">
                  <c:v>41281</c:v>
                </c:pt>
                <c:pt idx="3311">
                  <c:v>41278</c:v>
                </c:pt>
                <c:pt idx="3312">
                  <c:v>41277</c:v>
                </c:pt>
                <c:pt idx="3313">
                  <c:v>41276</c:v>
                </c:pt>
                <c:pt idx="3314">
                  <c:v>41274</c:v>
                </c:pt>
                <c:pt idx="3315">
                  <c:v>41271</c:v>
                </c:pt>
                <c:pt idx="3316">
                  <c:v>41270</c:v>
                </c:pt>
                <c:pt idx="3317">
                  <c:v>41267</c:v>
                </c:pt>
                <c:pt idx="3318">
                  <c:v>41264</c:v>
                </c:pt>
                <c:pt idx="3319">
                  <c:v>41263</c:v>
                </c:pt>
                <c:pt idx="3320">
                  <c:v>41262</c:v>
                </c:pt>
                <c:pt idx="3321">
                  <c:v>41261</c:v>
                </c:pt>
                <c:pt idx="3322">
                  <c:v>41260</c:v>
                </c:pt>
                <c:pt idx="3323">
                  <c:v>41257</c:v>
                </c:pt>
                <c:pt idx="3324">
                  <c:v>41256</c:v>
                </c:pt>
                <c:pt idx="3325">
                  <c:v>41255</c:v>
                </c:pt>
                <c:pt idx="3326">
                  <c:v>41254</c:v>
                </c:pt>
                <c:pt idx="3327">
                  <c:v>41253</c:v>
                </c:pt>
                <c:pt idx="3328">
                  <c:v>41250</c:v>
                </c:pt>
                <c:pt idx="3329">
                  <c:v>41249</c:v>
                </c:pt>
                <c:pt idx="3330">
                  <c:v>41248</c:v>
                </c:pt>
                <c:pt idx="3331">
                  <c:v>41247</c:v>
                </c:pt>
                <c:pt idx="3332">
                  <c:v>41246</c:v>
                </c:pt>
                <c:pt idx="3333">
                  <c:v>41243</c:v>
                </c:pt>
                <c:pt idx="3334">
                  <c:v>41242</c:v>
                </c:pt>
                <c:pt idx="3335">
                  <c:v>41241</c:v>
                </c:pt>
                <c:pt idx="3336">
                  <c:v>41240</c:v>
                </c:pt>
                <c:pt idx="3337">
                  <c:v>41239</c:v>
                </c:pt>
                <c:pt idx="3338">
                  <c:v>41236</c:v>
                </c:pt>
                <c:pt idx="3339">
                  <c:v>41235</c:v>
                </c:pt>
                <c:pt idx="3340">
                  <c:v>41234</c:v>
                </c:pt>
                <c:pt idx="3341">
                  <c:v>41233</c:v>
                </c:pt>
                <c:pt idx="3342">
                  <c:v>41232</c:v>
                </c:pt>
                <c:pt idx="3343">
                  <c:v>41229</c:v>
                </c:pt>
                <c:pt idx="3344">
                  <c:v>41228</c:v>
                </c:pt>
                <c:pt idx="3345">
                  <c:v>41227</c:v>
                </c:pt>
                <c:pt idx="3346">
                  <c:v>41226</c:v>
                </c:pt>
                <c:pt idx="3347">
                  <c:v>41225</c:v>
                </c:pt>
                <c:pt idx="3348">
                  <c:v>41222</c:v>
                </c:pt>
                <c:pt idx="3349">
                  <c:v>41221</c:v>
                </c:pt>
                <c:pt idx="3350">
                  <c:v>41220</c:v>
                </c:pt>
                <c:pt idx="3351">
                  <c:v>41219</c:v>
                </c:pt>
                <c:pt idx="3352">
                  <c:v>41218</c:v>
                </c:pt>
                <c:pt idx="3353">
                  <c:v>41215</c:v>
                </c:pt>
                <c:pt idx="3354">
                  <c:v>41214</c:v>
                </c:pt>
                <c:pt idx="3355">
                  <c:v>41213</c:v>
                </c:pt>
                <c:pt idx="3356">
                  <c:v>41212</c:v>
                </c:pt>
                <c:pt idx="3357">
                  <c:v>41211</c:v>
                </c:pt>
                <c:pt idx="3358">
                  <c:v>41208</c:v>
                </c:pt>
                <c:pt idx="3359">
                  <c:v>41207</c:v>
                </c:pt>
                <c:pt idx="3360">
                  <c:v>41206</c:v>
                </c:pt>
                <c:pt idx="3361">
                  <c:v>41204</c:v>
                </c:pt>
                <c:pt idx="3362">
                  <c:v>41201</c:v>
                </c:pt>
                <c:pt idx="3363">
                  <c:v>41200</c:v>
                </c:pt>
                <c:pt idx="3364">
                  <c:v>41199</c:v>
                </c:pt>
                <c:pt idx="3365">
                  <c:v>41198</c:v>
                </c:pt>
                <c:pt idx="3366">
                  <c:v>41197</c:v>
                </c:pt>
                <c:pt idx="3367">
                  <c:v>41194</c:v>
                </c:pt>
                <c:pt idx="3368">
                  <c:v>41193</c:v>
                </c:pt>
                <c:pt idx="3369">
                  <c:v>41192</c:v>
                </c:pt>
                <c:pt idx="3370">
                  <c:v>41191</c:v>
                </c:pt>
                <c:pt idx="3371">
                  <c:v>41190</c:v>
                </c:pt>
                <c:pt idx="3372">
                  <c:v>41187</c:v>
                </c:pt>
                <c:pt idx="3373">
                  <c:v>41186</c:v>
                </c:pt>
                <c:pt idx="3374">
                  <c:v>41185</c:v>
                </c:pt>
                <c:pt idx="3375">
                  <c:v>41180</c:v>
                </c:pt>
                <c:pt idx="3376">
                  <c:v>41179</c:v>
                </c:pt>
                <c:pt idx="3377">
                  <c:v>41178</c:v>
                </c:pt>
                <c:pt idx="3378">
                  <c:v>41177</c:v>
                </c:pt>
                <c:pt idx="3379">
                  <c:v>41176</c:v>
                </c:pt>
                <c:pt idx="3380">
                  <c:v>41173</c:v>
                </c:pt>
                <c:pt idx="3381">
                  <c:v>41172</c:v>
                </c:pt>
                <c:pt idx="3382">
                  <c:v>41171</c:v>
                </c:pt>
                <c:pt idx="3383">
                  <c:v>41170</c:v>
                </c:pt>
                <c:pt idx="3384">
                  <c:v>41169</c:v>
                </c:pt>
                <c:pt idx="3385">
                  <c:v>41166</c:v>
                </c:pt>
                <c:pt idx="3386">
                  <c:v>41165</c:v>
                </c:pt>
                <c:pt idx="3387">
                  <c:v>41164</c:v>
                </c:pt>
                <c:pt idx="3388">
                  <c:v>41163</c:v>
                </c:pt>
                <c:pt idx="3389">
                  <c:v>41162</c:v>
                </c:pt>
                <c:pt idx="3390">
                  <c:v>41159</c:v>
                </c:pt>
                <c:pt idx="3391">
                  <c:v>41158</c:v>
                </c:pt>
                <c:pt idx="3392">
                  <c:v>41157</c:v>
                </c:pt>
                <c:pt idx="3393">
                  <c:v>41156</c:v>
                </c:pt>
                <c:pt idx="3394">
                  <c:v>41155</c:v>
                </c:pt>
                <c:pt idx="3395">
                  <c:v>41152</c:v>
                </c:pt>
                <c:pt idx="3396">
                  <c:v>41151</c:v>
                </c:pt>
                <c:pt idx="3397">
                  <c:v>41150</c:v>
                </c:pt>
                <c:pt idx="3398">
                  <c:v>41149</c:v>
                </c:pt>
                <c:pt idx="3399">
                  <c:v>41148</c:v>
                </c:pt>
                <c:pt idx="3400">
                  <c:v>41145</c:v>
                </c:pt>
                <c:pt idx="3401">
                  <c:v>41144</c:v>
                </c:pt>
                <c:pt idx="3402">
                  <c:v>41143</c:v>
                </c:pt>
                <c:pt idx="3403">
                  <c:v>41142</c:v>
                </c:pt>
                <c:pt idx="3404">
                  <c:v>41141</c:v>
                </c:pt>
                <c:pt idx="3405">
                  <c:v>41138</c:v>
                </c:pt>
                <c:pt idx="3406">
                  <c:v>41137</c:v>
                </c:pt>
                <c:pt idx="3407">
                  <c:v>41136</c:v>
                </c:pt>
                <c:pt idx="3408">
                  <c:v>41135</c:v>
                </c:pt>
                <c:pt idx="3409">
                  <c:v>41134</c:v>
                </c:pt>
                <c:pt idx="3410">
                  <c:v>41131</c:v>
                </c:pt>
                <c:pt idx="3411">
                  <c:v>41130</c:v>
                </c:pt>
                <c:pt idx="3412">
                  <c:v>41129</c:v>
                </c:pt>
                <c:pt idx="3413">
                  <c:v>41128</c:v>
                </c:pt>
                <c:pt idx="3414">
                  <c:v>41127</c:v>
                </c:pt>
                <c:pt idx="3415">
                  <c:v>41124</c:v>
                </c:pt>
                <c:pt idx="3416">
                  <c:v>41123</c:v>
                </c:pt>
                <c:pt idx="3417">
                  <c:v>41122</c:v>
                </c:pt>
                <c:pt idx="3418">
                  <c:v>41121</c:v>
                </c:pt>
                <c:pt idx="3419">
                  <c:v>41120</c:v>
                </c:pt>
                <c:pt idx="3420">
                  <c:v>41117</c:v>
                </c:pt>
                <c:pt idx="3421">
                  <c:v>41116</c:v>
                </c:pt>
                <c:pt idx="3422">
                  <c:v>41115</c:v>
                </c:pt>
                <c:pt idx="3423">
                  <c:v>41114</c:v>
                </c:pt>
                <c:pt idx="3424">
                  <c:v>41113</c:v>
                </c:pt>
                <c:pt idx="3425">
                  <c:v>41110</c:v>
                </c:pt>
                <c:pt idx="3426">
                  <c:v>41109</c:v>
                </c:pt>
                <c:pt idx="3427">
                  <c:v>41108</c:v>
                </c:pt>
                <c:pt idx="3428">
                  <c:v>41107</c:v>
                </c:pt>
                <c:pt idx="3429">
                  <c:v>41106</c:v>
                </c:pt>
                <c:pt idx="3430">
                  <c:v>41103</c:v>
                </c:pt>
                <c:pt idx="3431">
                  <c:v>41102</c:v>
                </c:pt>
                <c:pt idx="3432">
                  <c:v>41101</c:v>
                </c:pt>
                <c:pt idx="3433">
                  <c:v>41100</c:v>
                </c:pt>
                <c:pt idx="3434">
                  <c:v>41099</c:v>
                </c:pt>
                <c:pt idx="3435">
                  <c:v>41096</c:v>
                </c:pt>
                <c:pt idx="3436">
                  <c:v>41095</c:v>
                </c:pt>
                <c:pt idx="3437">
                  <c:v>41094</c:v>
                </c:pt>
                <c:pt idx="3438">
                  <c:v>41093</c:v>
                </c:pt>
                <c:pt idx="3439">
                  <c:v>41089</c:v>
                </c:pt>
                <c:pt idx="3440">
                  <c:v>41088</c:v>
                </c:pt>
                <c:pt idx="3441">
                  <c:v>41087</c:v>
                </c:pt>
                <c:pt idx="3442">
                  <c:v>41086</c:v>
                </c:pt>
                <c:pt idx="3443">
                  <c:v>41085</c:v>
                </c:pt>
                <c:pt idx="3444">
                  <c:v>41082</c:v>
                </c:pt>
                <c:pt idx="3445">
                  <c:v>41081</c:v>
                </c:pt>
                <c:pt idx="3446">
                  <c:v>41080</c:v>
                </c:pt>
                <c:pt idx="3447">
                  <c:v>41079</c:v>
                </c:pt>
                <c:pt idx="3448">
                  <c:v>41078</c:v>
                </c:pt>
                <c:pt idx="3449">
                  <c:v>41075</c:v>
                </c:pt>
                <c:pt idx="3450">
                  <c:v>41074</c:v>
                </c:pt>
                <c:pt idx="3451">
                  <c:v>41073</c:v>
                </c:pt>
                <c:pt idx="3452">
                  <c:v>41072</c:v>
                </c:pt>
                <c:pt idx="3453">
                  <c:v>41071</c:v>
                </c:pt>
                <c:pt idx="3454">
                  <c:v>41068</c:v>
                </c:pt>
                <c:pt idx="3455">
                  <c:v>41067</c:v>
                </c:pt>
                <c:pt idx="3456">
                  <c:v>41066</c:v>
                </c:pt>
                <c:pt idx="3457">
                  <c:v>41065</c:v>
                </c:pt>
                <c:pt idx="3458">
                  <c:v>41064</c:v>
                </c:pt>
                <c:pt idx="3459">
                  <c:v>41061</c:v>
                </c:pt>
                <c:pt idx="3460">
                  <c:v>41060</c:v>
                </c:pt>
                <c:pt idx="3461">
                  <c:v>41059</c:v>
                </c:pt>
                <c:pt idx="3462">
                  <c:v>41058</c:v>
                </c:pt>
                <c:pt idx="3463">
                  <c:v>41057</c:v>
                </c:pt>
                <c:pt idx="3464">
                  <c:v>41054</c:v>
                </c:pt>
                <c:pt idx="3465">
                  <c:v>41053</c:v>
                </c:pt>
                <c:pt idx="3466">
                  <c:v>41052</c:v>
                </c:pt>
                <c:pt idx="3467">
                  <c:v>41051</c:v>
                </c:pt>
                <c:pt idx="3468">
                  <c:v>41050</c:v>
                </c:pt>
                <c:pt idx="3469">
                  <c:v>41047</c:v>
                </c:pt>
                <c:pt idx="3470">
                  <c:v>41046</c:v>
                </c:pt>
                <c:pt idx="3471">
                  <c:v>41045</c:v>
                </c:pt>
                <c:pt idx="3472">
                  <c:v>41044</c:v>
                </c:pt>
                <c:pt idx="3473">
                  <c:v>41043</c:v>
                </c:pt>
                <c:pt idx="3474">
                  <c:v>41040</c:v>
                </c:pt>
                <c:pt idx="3475">
                  <c:v>41039</c:v>
                </c:pt>
                <c:pt idx="3476">
                  <c:v>41038</c:v>
                </c:pt>
                <c:pt idx="3477">
                  <c:v>41037</c:v>
                </c:pt>
                <c:pt idx="3478">
                  <c:v>41036</c:v>
                </c:pt>
                <c:pt idx="3479">
                  <c:v>41033</c:v>
                </c:pt>
                <c:pt idx="3480">
                  <c:v>41032</c:v>
                </c:pt>
                <c:pt idx="3481">
                  <c:v>41031</c:v>
                </c:pt>
                <c:pt idx="3482">
                  <c:v>41029</c:v>
                </c:pt>
                <c:pt idx="3483">
                  <c:v>41026</c:v>
                </c:pt>
                <c:pt idx="3484">
                  <c:v>41025</c:v>
                </c:pt>
                <c:pt idx="3485">
                  <c:v>41024</c:v>
                </c:pt>
                <c:pt idx="3486">
                  <c:v>41023</c:v>
                </c:pt>
                <c:pt idx="3487">
                  <c:v>41022</c:v>
                </c:pt>
                <c:pt idx="3488">
                  <c:v>41019</c:v>
                </c:pt>
                <c:pt idx="3489">
                  <c:v>41018</c:v>
                </c:pt>
                <c:pt idx="3490">
                  <c:v>41017</c:v>
                </c:pt>
                <c:pt idx="3491">
                  <c:v>41016</c:v>
                </c:pt>
                <c:pt idx="3492">
                  <c:v>41015</c:v>
                </c:pt>
                <c:pt idx="3493">
                  <c:v>41012</c:v>
                </c:pt>
                <c:pt idx="3494">
                  <c:v>41011</c:v>
                </c:pt>
                <c:pt idx="3495">
                  <c:v>41010</c:v>
                </c:pt>
                <c:pt idx="3496">
                  <c:v>41009</c:v>
                </c:pt>
                <c:pt idx="3497">
                  <c:v>41004</c:v>
                </c:pt>
                <c:pt idx="3498">
                  <c:v>41002</c:v>
                </c:pt>
                <c:pt idx="3499">
                  <c:v>41001</c:v>
                </c:pt>
                <c:pt idx="3500">
                  <c:v>40998</c:v>
                </c:pt>
                <c:pt idx="3501">
                  <c:v>40997</c:v>
                </c:pt>
                <c:pt idx="3502">
                  <c:v>40996</c:v>
                </c:pt>
                <c:pt idx="3503">
                  <c:v>40995</c:v>
                </c:pt>
                <c:pt idx="3504">
                  <c:v>40994</c:v>
                </c:pt>
                <c:pt idx="3505">
                  <c:v>40991</c:v>
                </c:pt>
                <c:pt idx="3506">
                  <c:v>40990</c:v>
                </c:pt>
                <c:pt idx="3507">
                  <c:v>40989</c:v>
                </c:pt>
                <c:pt idx="3508">
                  <c:v>40988</c:v>
                </c:pt>
                <c:pt idx="3509">
                  <c:v>40987</c:v>
                </c:pt>
                <c:pt idx="3510">
                  <c:v>40984</c:v>
                </c:pt>
                <c:pt idx="3511">
                  <c:v>40983</c:v>
                </c:pt>
                <c:pt idx="3512">
                  <c:v>40982</c:v>
                </c:pt>
                <c:pt idx="3513">
                  <c:v>40981</c:v>
                </c:pt>
                <c:pt idx="3514">
                  <c:v>40980</c:v>
                </c:pt>
                <c:pt idx="3515">
                  <c:v>40977</c:v>
                </c:pt>
                <c:pt idx="3516">
                  <c:v>40976</c:v>
                </c:pt>
                <c:pt idx="3517">
                  <c:v>40975</c:v>
                </c:pt>
                <c:pt idx="3518">
                  <c:v>40974</c:v>
                </c:pt>
                <c:pt idx="3519">
                  <c:v>40973</c:v>
                </c:pt>
                <c:pt idx="3520">
                  <c:v>40970</c:v>
                </c:pt>
                <c:pt idx="3521">
                  <c:v>40969</c:v>
                </c:pt>
                <c:pt idx="3522">
                  <c:v>40968</c:v>
                </c:pt>
                <c:pt idx="3523">
                  <c:v>40967</c:v>
                </c:pt>
                <c:pt idx="3524">
                  <c:v>40966</c:v>
                </c:pt>
                <c:pt idx="3525">
                  <c:v>40963</c:v>
                </c:pt>
                <c:pt idx="3526">
                  <c:v>40962</c:v>
                </c:pt>
                <c:pt idx="3527">
                  <c:v>40961</c:v>
                </c:pt>
                <c:pt idx="3528">
                  <c:v>40960</c:v>
                </c:pt>
                <c:pt idx="3529">
                  <c:v>40959</c:v>
                </c:pt>
                <c:pt idx="3530">
                  <c:v>40956</c:v>
                </c:pt>
                <c:pt idx="3531">
                  <c:v>40955</c:v>
                </c:pt>
                <c:pt idx="3532">
                  <c:v>40954</c:v>
                </c:pt>
                <c:pt idx="3533">
                  <c:v>40953</c:v>
                </c:pt>
                <c:pt idx="3534">
                  <c:v>40952</c:v>
                </c:pt>
                <c:pt idx="3535">
                  <c:v>40949</c:v>
                </c:pt>
                <c:pt idx="3536">
                  <c:v>40948</c:v>
                </c:pt>
                <c:pt idx="3537">
                  <c:v>40947</c:v>
                </c:pt>
                <c:pt idx="3538">
                  <c:v>40946</c:v>
                </c:pt>
                <c:pt idx="3539">
                  <c:v>40945</c:v>
                </c:pt>
                <c:pt idx="3540">
                  <c:v>40942</c:v>
                </c:pt>
                <c:pt idx="3541">
                  <c:v>40941</c:v>
                </c:pt>
                <c:pt idx="3542">
                  <c:v>40940</c:v>
                </c:pt>
                <c:pt idx="3543">
                  <c:v>40939</c:v>
                </c:pt>
                <c:pt idx="3544">
                  <c:v>40938</c:v>
                </c:pt>
                <c:pt idx="3545">
                  <c:v>40935</c:v>
                </c:pt>
                <c:pt idx="3546">
                  <c:v>40934</c:v>
                </c:pt>
                <c:pt idx="3547">
                  <c:v>40928</c:v>
                </c:pt>
                <c:pt idx="3548">
                  <c:v>40927</c:v>
                </c:pt>
                <c:pt idx="3549">
                  <c:v>40926</c:v>
                </c:pt>
                <c:pt idx="3550">
                  <c:v>40925</c:v>
                </c:pt>
                <c:pt idx="3551">
                  <c:v>40924</c:v>
                </c:pt>
                <c:pt idx="3552">
                  <c:v>40921</c:v>
                </c:pt>
                <c:pt idx="3553">
                  <c:v>40920</c:v>
                </c:pt>
                <c:pt idx="3554">
                  <c:v>40919</c:v>
                </c:pt>
                <c:pt idx="3555">
                  <c:v>40918</c:v>
                </c:pt>
                <c:pt idx="3556">
                  <c:v>40917</c:v>
                </c:pt>
                <c:pt idx="3557">
                  <c:v>40914</c:v>
                </c:pt>
                <c:pt idx="3558">
                  <c:v>40913</c:v>
                </c:pt>
                <c:pt idx="3559">
                  <c:v>40912</c:v>
                </c:pt>
                <c:pt idx="3560">
                  <c:v>40911</c:v>
                </c:pt>
                <c:pt idx="3561">
                  <c:v>40907</c:v>
                </c:pt>
                <c:pt idx="3562">
                  <c:v>40906</c:v>
                </c:pt>
                <c:pt idx="3563">
                  <c:v>40905</c:v>
                </c:pt>
                <c:pt idx="3564">
                  <c:v>40900</c:v>
                </c:pt>
                <c:pt idx="3565">
                  <c:v>40899</c:v>
                </c:pt>
                <c:pt idx="3566">
                  <c:v>40898</c:v>
                </c:pt>
                <c:pt idx="3567">
                  <c:v>40897</c:v>
                </c:pt>
                <c:pt idx="3568">
                  <c:v>40896</c:v>
                </c:pt>
                <c:pt idx="3569">
                  <c:v>40893</c:v>
                </c:pt>
                <c:pt idx="3570">
                  <c:v>40892</c:v>
                </c:pt>
                <c:pt idx="3571">
                  <c:v>40891</c:v>
                </c:pt>
                <c:pt idx="3572">
                  <c:v>40890</c:v>
                </c:pt>
                <c:pt idx="3573">
                  <c:v>40889</c:v>
                </c:pt>
                <c:pt idx="3574">
                  <c:v>40886</c:v>
                </c:pt>
                <c:pt idx="3575">
                  <c:v>40885</c:v>
                </c:pt>
                <c:pt idx="3576">
                  <c:v>40884</c:v>
                </c:pt>
                <c:pt idx="3577">
                  <c:v>40883</c:v>
                </c:pt>
                <c:pt idx="3578">
                  <c:v>40882</c:v>
                </c:pt>
                <c:pt idx="3579">
                  <c:v>40879</c:v>
                </c:pt>
                <c:pt idx="3580">
                  <c:v>40878</c:v>
                </c:pt>
                <c:pt idx="3581">
                  <c:v>40877</c:v>
                </c:pt>
                <c:pt idx="3582">
                  <c:v>40876</c:v>
                </c:pt>
                <c:pt idx="3583">
                  <c:v>40875</c:v>
                </c:pt>
                <c:pt idx="3584">
                  <c:v>40872</c:v>
                </c:pt>
                <c:pt idx="3585">
                  <c:v>40871</c:v>
                </c:pt>
                <c:pt idx="3586">
                  <c:v>40870</c:v>
                </c:pt>
                <c:pt idx="3587">
                  <c:v>40869</c:v>
                </c:pt>
                <c:pt idx="3588">
                  <c:v>40868</c:v>
                </c:pt>
                <c:pt idx="3589">
                  <c:v>40865</c:v>
                </c:pt>
                <c:pt idx="3590">
                  <c:v>40864</c:v>
                </c:pt>
                <c:pt idx="3591">
                  <c:v>40863</c:v>
                </c:pt>
                <c:pt idx="3592">
                  <c:v>40862</c:v>
                </c:pt>
                <c:pt idx="3593">
                  <c:v>40861</c:v>
                </c:pt>
                <c:pt idx="3594">
                  <c:v>40858</c:v>
                </c:pt>
                <c:pt idx="3595">
                  <c:v>40857</c:v>
                </c:pt>
                <c:pt idx="3596">
                  <c:v>40856</c:v>
                </c:pt>
                <c:pt idx="3597">
                  <c:v>40855</c:v>
                </c:pt>
                <c:pt idx="3598">
                  <c:v>40854</c:v>
                </c:pt>
                <c:pt idx="3599">
                  <c:v>40851</c:v>
                </c:pt>
                <c:pt idx="3600">
                  <c:v>40850</c:v>
                </c:pt>
                <c:pt idx="3601">
                  <c:v>40849</c:v>
                </c:pt>
                <c:pt idx="3602">
                  <c:v>40848</c:v>
                </c:pt>
                <c:pt idx="3603">
                  <c:v>40847</c:v>
                </c:pt>
                <c:pt idx="3604">
                  <c:v>40844</c:v>
                </c:pt>
                <c:pt idx="3605">
                  <c:v>40843</c:v>
                </c:pt>
                <c:pt idx="3606">
                  <c:v>40842</c:v>
                </c:pt>
                <c:pt idx="3607">
                  <c:v>40841</c:v>
                </c:pt>
                <c:pt idx="3608">
                  <c:v>40840</c:v>
                </c:pt>
                <c:pt idx="3609">
                  <c:v>40837</c:v>
                </c:pt>
                <c:pt idx="3610">
                  <c:v>40836</c:v>
                </c:pt>
                <c:pt idx="3611">
                  <c:v>40835</c:v>
                </c:pt>
                <c:pt idx="3612">
                  <c:v>40834</c:v>
                </c:pt>
                <c:pt idx="3613">
                  <c:v>40833</c:v>
                </c:pt>
                <c:pt idx="3614">
                  <c:v>40830</c:v>
                </c:pt>
                <c:pt idx="3615">
                  <c:v>40829</c:v>
                </c:pt>
                <c:pt idx="3616">
                  <c:v>40828</c:v>
                </c:pt>
                <c:pt idx="3617">
                  <c:v>40827</c:v>
                </c:pt>
                <c:pt idx="3618">
                  <c:v>40826</c:v>
                </c:pt>
                <c:pt idx="3619">
                  <c:v>40823</c:v>
                </c:pt>
                <c:pt idx="3620">
                  <c:v>40822</c:v>
                </c:pt>
                <c:pt idx="3621">
                  <c:v>40820</c:v>
                </c:pt>
                <c:pt idx="3622">
                  <c:v>40819</c:v>
                </c:pt>
                <c:pt idx="3623">
                  <c:v>40816</c:v>
                </c:pt>
                <c:pt idx="3624">
                  <c:v>40814</c:v>
                </c:pt>
                <c:pt idx="3625">
                  <c:v>40813</c:v>
                </c:pt>
                <c:pt idx="3626">
                  <c:v>40812</c:v>
                </c:pt>
                <c:pt idx="3627">
                  <c:v>40809</c:v>
                </c:pt>
                <c:pt idx="3628">
                  <c:v>40808</c:v>
                </c:pt>
                <c:pt idx="3629">
                  <c:v>40807</c:v>
                </c:pt>
                <c:pt idx="3630">
                  <c:v>40806</c:v>
                </c:pt>
                <c:pt idx="3631">
                  <c:v>40805</c:v>
                </c:pt>
                <c:pt idx="3632">
                  <c:v>40802</c:v>
                </c:pt>
                <c:pt idx="3633">
                  <c:v>40801</c:v>
                </c:pt>
                <c:pt idx="3634">
                  <c:v>40800</c:v>
                </c:pt>
                <c:pt idx="3635">
                  <c:v>40798</c:v>
                </c:pt>
                <c:pt idx="3636">
                  <c:v>40795</c:v>
                </c:pt>
                <c:pt idx="3637">
                  <c:v>40794</c:v>
                </c:pt>
                <c:pt idx="3638">
                  <c:v>40793</c:v>
                </c:pt>
                <c:pt idx="3639">
                  <c:v>40792</c:v>
                </c:pt>
                <c:pt idx="3640">
                  <c:v>40791</c:v>
                </c:pt>
                <c:pt idx="3641">
                  <c:v>40788</c:v>
                </c:pt>
                <c:pt idx="3642">
                  <c:v>40787</c:v>
                </c:pt>
                <c:pt idx="3643">
                  <c:v>40786</c:v>
                </c:pt>
                <c:pt idx="3644">
                  <c:v>40785</c:v>
                </c:pt>
                <c:pt idx="3645">
                  <c:v>40784</c:v>
                </c:pt>
                <c:pt idx="3646">
                  <c:v>40781</c:v>
                </c:pt>
                <c:pt idx="3647">
                  <c:v>40780</c:v>
                </c:pt>
                <c:pt idx="3648">
                  <c:v>40779</c:v>
                </c:pt>
                <c:pt idx="3649">
                  <c:v>40778</c:v>
                </c:pt>
                <c:pt idx="3650">
                  <c:v>40777</c:v>
                </c:pt>
                <c:pt idx="3651">
                  <c:v>40774</c:v>
                </c:pt>
                <c:pt idx="3652">
                  <c:v>40773</c:v>
                </c:pt>
                <c:pt idx="3653">
                  <c:v>40772</c:v>
                </c:pt>
                <c:pt idx="3654">
                  <c:v>40771</c:v>
                </c:pt>
                <c:pt idx="3655">
                  <c:v>40770</c:v>
                </c:pt>
                <c:pt idx="3656">
                  <c:v>40767</c:v>
                </c:pt>
                <c:pt idx="3657">
                  <c:v>40766</c:v>
                </c:pt>
                <c:pt idx="3658">
                  <c:v>40765</c:v>
                </c:pt>
                <c:pt idx="3659">
                  <c:v>40764</c:v>
                </c:pt>
                <c:pt idx="3660">
                  <c:v>40763</c:v>
                </c:pt>
                <c:pt idx="3661">
                  <c:v>40760</c:v>
                </c:pt>
                <c:pt idx="3662">
                  <c:v>40759</c:v>
                </c:pt>
                <c:pt idx="3663">
                  <c:v>40758</c:v>
                </c:pt>
                <c:pt idx="3664">
                  <c:v>40757</c:v>
                </c:pt>
                <c:pt idx="3665">
                  <c:v>40756</c:v>
                </c:pt>
                <c:pt idx="3666">
                  <c:v>40753</c:v>
                </c:pt>
                <c:pt idx="3667">
                  <c:v>40752</c:v>
                </c:pt>
                <c:pt idx="3668">
                  <c:v>40751</c:v>
                </c:pt>
                <c:pt idx="3669">
                  <c:v>40750</c:v>
                </c:pt>
                <c:pt idx="3670">
                  <c:v>40749</c:v>
                </c:pt>
                <c:pt idx="3671">
                  <c:v>40746</c:v>
                </c:pt>
                <c:pt idx="3672">
                  <c:v>40745</c:v>
                </c:pt>
                <c:pt idx="3673">
                  <c:v>40744</c:v>
                </c:pt>
                <c:pt idx="3674">
                  <c:v>40743</c:v>
                </c:pt>
                <c:pt idx="3675">
                  <c:v>40742</c:v>
                </c:pt>
                <c:pt idx="3676">
                  <c:v>40739</c:v>
                </c:pt>
                <c:pt idx="3677">
                  <c:v>40738</c:v>
                </c:pt>
                <c:pt idx="3678">
                  <c:v>40737</c:v>
                </c:pt>
                <c:pt idx="3679">
                  <c:v>40736</c:v>
                </c:pt>
                <c:pt idx="3680">
                  <c:v>40735</c:v>
                </c:pt>
                <c:pt idx="3681">
                  <c:v>40732</c:v>
                </c:pt>
                <c:pt idx="3682">
                  <c:v>40731</c:v>
                </c:pt>
                <c:pt idx="3683">
                  <c:v>40730</c:v>
                </c:pt>
                <c:pt idx="3684">
                  <c:v>40729</c:v>
                </c:pt>
                <c:pt idx="3685">
                  <c:v>40728</c:v>
                </c:pt>
                <c:pt idx="3686">
                  <c:v>40724</c:v>
                </c:pt>
                <c:pt idx="3687">
                  <c:v>40723</c:v>
                </c:pt>
                <c:pt idx="3688">
                  <c:v>40722</c:v>
                </c:pt>
                <c:pt idx="3689">
                  <c:v>40721</c:v>
                </c:pt>
                <c:pt idx="3690">
                  <c:v>40718</c:v>
                </c:pt>
                <c:pt idx="3691">
                  <c:v>40717</c:v>
                </c:pt>
                <c:pt idx="3692">
                  <c:v>40716</c:v>
                </c:pt>
                <c:pt idx="3693">
                  <c:v>40715</c:v>
                </c:pt>
                <c:pt idx="3694">
                  <c:v>40714</c:v>
                </c:pt>
                <c:pt idx="3695">
                  <c:v>40711</c:v>
                </c:pt>
                <c:pt idx="3696">
                  <c:v>40710</c:v>
                </c:pt>
                <c:pt idx="3697">
                  <c:v>40709</c:v>
                </c:pt>
                <c:pt idx="3698">
                  <c:v>40708</c:v>
                </c:pt>
                <c:pt idx="3699">
                  <c:v>40707</c:v>
                </c:pt>
                <c:pt idx="3700">
                  <c:v>40704</c:v>
                </c:pt>
                <c:pt idx="3701">
                  <c:v>40703</c:v>
                </c:pt>
                <c:pt idx="3702">
                  <c:v>40702</c:v>
                </c:pt>
                <c:pt idx="3703">
                  <c:v>40701</c:v>
                </c:pt>
                <c:pt idx="3704">
                  <c:v>40697</c:v>
                </c:pt>
                <c:pt idx="3705">
                  <c:v>40696</c:v>
                </c:pt>
                <c:pt idx="3706">
                  <c:v>40695</c:v>
                </c:pt>
                <c:pt idx="3707">
                  <c:v>40694</c:v>
                </c:pt>
                <c:pt idx="3708">
                  <c:v>40693</c:v>
                </c:pt>
                <c:pt idx="3709">
                  <c:v>40690</c:v>
                </c:pt>
                <c:pt idx="3710">
                  <c:v>40689</c:v>
                </c:pt>
                <c:pt idx="3711">
                  <c:v>40688</c:v>
                </c:pt>
                <c:pt idx="3712">
                  <c:v>40687</c:v>
                </c:pt>
                <c:pt idx="3713">
                  <c:v>40686</c:v>
                </c:pt>
                <c:pt idx="3714">
                  <c:v>40683</c:v>
                </c:pt>
                <c:pt idx="3715">
                  <c:v>40682</c:v>
                </c:pt>
                <c:pt idx="3716">
                  <c:v>40681</c:v>
                </c:pt>
                <c:pt idx="3717">
                  <c:v>40680</c:v>
                </c:pt>
                <c:pt idx="3718">
                  <c:v>40679</c:v>
                </c:pt>
                <c:pt idx="3719">
                  <c:v>40676</c:v>
                </c:pt>
                <c:pt idx="3720">
                  <c:v>40675</c:v>
                </c:pt>
                <c:pt idx="3721">
                  <c:v>40674</c:v>
                </c:pt>
                <c:pt idx="3722">
                  <c:v>40672</c:v>
                </c:pt>
                <c:pt idx="3723">
                  <c:v>40669</c:v>
                </c:pt>
                <c:pt idx="3724">
                  <c:v>40668</c:v>
                </c:pt>
                <c:pt idx="3725">
                  <c:v>40667</c:v>
                </c:pt>
                <c:pt idx="3726">
                  <c:v>40666</c:v>
                </c:pt>
                <c:pt idx="3727">
                  <c:v>40662</c:v>
                </c:pt>
                <c:pt idx="3728">
                  <c:v>40661</c:v>
                </c:pt>
                <c:pt idx="3729">
                  <c:v>40660</c:v>
                </c:pt>
                <c:pt idx="3730">
                  <c:v>40659</c:v>
                </c:pt>
                <c:pt idx="3731">
                  <c:v>40654</c:v>
                </c:pt>
                <c:pt idx="3732">
                  <c:v>40653</c:v>
                </c:pt>
                <c:pt idx="3733">
                  <c:v>40652</c:v>
                </c:pt>
                <c:pt idx="3734">
                  <c:v>40651</c:v>
                </c:pt>
                <c:pt idx="3735">
                  <c:v>40648</c:v>
                </c:pt>
                <c:pt idx="3736">
                  <c:v>40647</c:v>
                </c:pt>
                <c:pt idx="3737">
                  <c:v>40646</c:v>
                </c:pt>
                <c:pt idx="3738">
                  <c:v>40645</c:v>
                </c:pt>
                <c:pt idx="3739">
                  <c:v>40644</c:v>
                </c:pt>
                <c:pt idx="3740">
                  <c:v>40641</c:v>
                </c:pt>
                <c:pt idx="3741">
                  <c:v>40640</c:v>
                </c:pt>
                <c:pt idx="3742">
                  <c:v>40639</c:v>
                </c:pt>
                <c:pt idx="3743">
                  <c:v>40637</c:v>
                </c:pt>
                <c:pt idx="3744">
                  <c:v>40634</c:v>
                </c:pt>
                <c:pt idx="3745">
                  <c:v>40633</c:v>
                </c:pt>
                <c:pt idx="3746">
                  <c:v>40632</c:v>
                </c:pt>
                <c:pt idx="3747">
                  <c:v>40631</c:v>
                </c:pt>
                <c:pt idx="3748">
                  <c:v>40630</c:v>
                </c:pt>
                <c:pt idx="3749">
                  <c:v>40627</c:v>
                </c:pt>
                <c:pt idx="3750">
                  <c:v>40626</c:v>
                </c:pt>
                <c:pt idx="3751">
                  <c:v>40625</c:v>
                </c:pt>
                <c:pt idx="3752">
                  <c:v>40624</c:v>
                </c:pt>
                <c:pt idx="3753">
                  <c:v>40623</c:v>
                </c:pt>
                <c:pt idx="3754">
                  <c:v>40620</c:v>
                </c:pt>
                <c:pt idx="3755">
                  <c:v>40619</c:v>
                </c:pt>
                <c:pt idx="3756">
                  <c:v>40618</c:v>
                </c:pt>
                <c:pt idx="3757">
                  <c:v>40617</c:v>
                </c:pt>
                <c:pt idx="3758">
                  <c:v>40616</c:v>
                </c:pt>
                <c:pt idx="3759">
                  <c:v>40613</c:v>
                </c:pt>
                <c:pt idx="3760">
                  <c:v>40612</c:v>
                </c:pt>
                <c:pt idx="3761">
                  <c:v>40611</c:v>
                </c:pt>
                <c:pt idx="3762">
                  <c:v>40610</c:v>
                </c:pt>
                <c:pt idx="3763">
                  <c:v>40609</c:v>
                </c:pt>
                <c:pt idx="3764">
                  <c:v>40606</c:v>
                </c:pt>
                <c:pt idx="3765">
                  <c:v>40605</c:v>
                </c:pt>
                <c:pt idx="3766">
                  <c:v>40604</c:v>
                </c:pt>
                <c:pt idx="3767">
                  <c:v>40603</c:v>
                </c:pt>
                <c:pt idx="3768">
                  <c:v>40602</c:v>
                </c:pt>
                <c:pt idx="3769">
                  <c:v>40599</c:v>
                </c:pt>
                <c:pt idx="3770">
                  <c:v>40598</c:v>
                </c:pt>
                <c:pt idx="3771">
                  <c:v>40597</c:v>
                </c:pt>
                <c:pt idx="3772">
                  <c:v>40596</c:v>
                </c:pt>
                <c:pt idx="3773">
                  <c:v>40595</c:v>
                </c:pt>
                <c:pt idx="3774">
                  <c:v>40592</c:v>
                </c:pt>
                <c:pt idx="3775">
                  <c:v>40591</c:v>
                </c:pt>
                <c:pt idx="3776">
                  <c:v>40590</c:v>
                </c:pt>
                <c:pt idx="3777">
                  <c:v>40589</c:v>
                </c:pt>
                <c:pt idx="3778">
                  <c:v>40588</c:v>
                </c:pt>
                <c:pt idx="3779">
                  <c:v>40585</c:v>
                </c:pt>
                <c:pt idx="3780">
                  <c:v>40584</c:v>
                </c:pt>
                <c:pt idx="3781">
                  <c:v>40583</c:v>
                </c:pt>
                <c:pt idx="3782">
                  <c:v>40582</c:v>
                </c:pt>
                <c:pt idx="3783">
                  <c:v>40581</c:v>
                </c:pt>
                <c:pt idx="3784">
                  <c:v>40576</c:v>
                </c:pt>
                <c:pt idx="3785">
                  <c:v>40575</c:v>
                </c:pt>
                <c:pt idx="3786">
                  <c:v>40574</c:v>
                </c:pt>
                <c:pt idx="3787">
                  <c:v>40571</c:v>
                </c:pt>
                <c:pt idx="3788">
                  <c:v>40570</c:v>
                </c:pt>
                <c:pt idx="3789">
                  <c:v>40569</c:v>
                </c:pt>
                <c:pt idx="3790">
                  <c:v>40568</c:v>
                </c:pt>
                <c:pt idx="3791">
                  <c:v>40567</c:v>
                </c:pt>
                <c:pt idx="3792">
                  <c:v>40564</c:v>
                </c:pt>
                <c:pt idx="3793">
                  <c:v>40563</c:v>
                </c:pt>
                <c:pt idx="3794">
                  <c:v>40562</c:v>
                </c:pt>
                <c:pt idx="3795">
                  <c:v>40561</c:v>
                </c:pt>
                <c:pt idx="3796">
                  <c:v>40560</c:v>
                </c:pt>
                <c:pt idx="3797">
                  <c:v>40557</c:v>
                </c:pt>
                <c:pt idx="3798">
                  <c:v>40556</c:v>
                </c:pt>
                <c:pt idx="3799">
                  <c:v>40555</c:v>
                </c:pt>
                <c:pt idx="3800">
                  <c:v>40554</c:v>
                </c:pt>
                <c:pt idx="3801">
                  <c:v>40553</c:v>
                </c:pt>
                <c:pt idx="3802">
                  <c:v>40550</c:v>
                </c:pt>
                <c:pt idx="3803">
                  <c:v>40549</c:v>
                </c:pt>
                <c:pt idx="3804">
                  <c:v>40548</c:v>
                </c:pt>
                <c:pt idx="3805">
                  <c:v>40547</c:v>
                </c:pt>
                <c:pt idx="3806">
                  <c:v>40546</c:v>
                </c:pt>
                <c:pt idx="3807">
                  <c:v>40543</c:v>
                </c:pt>
                <c:pt idx="3808">
                  <c:v>40542</c:v>
                </c:pt>
                <c:pt idx="3809">
                  <c:v>40541</c:v>
                </c:pt>
                <c:pt idx="3810">
                  <c:v>40540</c:v>
                </c:pt>
                <c:pt idx="3811">
                  <c:v>40536</c:v>
                </c:pt>
                <c:pt idx="3812">
                  <c:v>40535</c:v>
                </c:pt>
                <c:pt idx="3813">
                  <c:v>40534</c:v>
                </c:pt>
                <c:pt idx="3814">
                  <c:v>40533</c:v>
                </c:pt>
                <c:pt idx="3815">
                  <c:v>40532</c:v>
                </c:pt>
                <c:pt idx="3816">
                  <c:v>40529</c:v>
                </c:pt>
                <c:pt idx="3817">
                  <c:v>40528</c:v>
                </c:pt>
                <c:pt idx="3818">
                  <c:v>40527</c:v>
                </c:pt>
                <c:pt idx="3819">
                  <c:v>40526</c:v>
                </c:pt>
                <c:pt idx="3820">
                  <c:v>40525</c:v>
                </c:pt>
                <c:pt idx="3821">
                  <c:v>40522</c:v>
                </c:pt>
                <c:pt idx="3822">
                  <c:v>40521</c:v>
                </c:pt>
                <c:pt idx="3823">
                  <c:v>40520</c:v>
                </c:pt>
                <c:pt idx="3824">
                  <c:v>40519</c:v>
                </c:pt>
                <c:pt idx="3825">
                  <c:v>40518</c:v>
                </c:pt>
                <c:pt idx="3826">
                  <c:v>40515</c:v>
                </c:pt>
                <c:pt idx="3827">
                  <c:v>40514</c:v>
                </c:pt>
                <c:pt idx="3828">
                  <c:v>40513</c:v>
                </c:pt>
                <c:pt idx="3829">
                  <c:v>40512</c:v>
                </c:pt>
                <c:pt idx="3830">
                  <c:v>40511</c:v>
                </c:pt>
                <c:pt idx="3831">
                  <c:v>40508</c:v>
                </c:pt>
                <c:pt idx="3832">
                  <c:v>40507</c:v>
                </c:pt>
                <c:pt idx="3833">
                  <c:v>40506</c:v>
                </c:pt>
                <c:pt idx="3834">
                  <c:v>40505</c:v>
                </c:pt>
                <c:pt idx="3835">
                  <c:v>40504</c:v>
                </c:pt>
                <c:pt idx="3836">
                  <c:v>40501</c:v>
                </c:pt>
                <c:pt idx="3837">
                  <c:v>40500</c:v>
                </c:pt>
                <c:pt idx="3838">
                  <c:v>40499</c:v>
                </c:pt>
                <c:pt idx="3839">
                  <c:v>40498</c:v>
                </c:pt>
                <c:pt idx="3840">
                  <c:v>40497</c:v>
                </c:pt>
                <c:pt idx="3841">
                  <c:v>40494</c:v>
                </c:pt>
                <c:pt idx="3842">
                  <c:v>40493</c:v>
                </c:pt>
                <c:pt idx="3843">
                  <c:v>40492</c:v>
                </c:pt>
                <c:pt idx="3844">
                  <c:v>40491</c:v>
                </c:pt>
                <c:pt idx="3845">
                  <c:v>40490</c:v>
                </c:pt>
                <c:pt idx="3846">
                  <c:v>40487</c:v>
                </c:pt>
                <c:pt idx="3847">
                  <c:v>40486</c:v>
                </c:pt>
                <c:pt idx="3848">
                  <c:v>40485</c:v>
                </c:pt>
                <c:pt idx="3849">
                  <c:v>40484</c:v>
                </c:pt>
                <c:pt idx="3850">
                  <c:v>40483</c:v>
                </c:pt>
                <c:pt idx="3851">
                  <c:v>40480</c:v>
                </c:pt>
                <c:pt idx="3852">
                  <c:v>40479</c:v>
                </c:pt>
                <c:pt idx="3853">
                  <c:v>40478</c:v>
                </c:pt>
                <c:pt idx="3854">
                  <c:v>40477</c:v>
                </c:pt>
                <c:pt idx="3855">
                  <c:v>40476</c:v>
                </c:pt>
                <c:pt idx="3856">
                  <c:v>40473</c:v>
                </c:pt>
                <c:pt idx="3857">
                  <c:v>40472</c:v>
                </c:pt>
                <c:pt idx="3858">
                  <c:v>40471</c:v>
                </c:pt>
                <c:pt idx="3859">
                  <c:v>40470</c:v>
                </c:pt>
                <c:pt idx="3860">
                  <c:v>40469</c:v>
                </c:pt>
                <c:pt idx="3861">
                  <c:v>40466</c:v>
                </c:pt>
                <c:pt idx="3862">
                  <c:v>40465</c:v>
                </c:pt>
                <c:pt idx="3863">
                  <c:v>40464</c:v>
                </c:pt>
                <c:pt idx="3864">
                  <c:v>40463</c:v>
                </c:pt>
                <c:pt idx="3865">
                  <c:v>40462</c:v>
                </c:pt>
                <c:pt idx="3866">
                  <c:v>40459</c:v>
                </c:pt>
                <c:pt idx="3867">
                  <c:v>40458</c:v>
                </c:pt>
                <c:pt idx="3868">
                  <c:v>40457</c:v>
                </c:pt>
                <c:pt idx="3869">
                  <c:v>40456</c:v>
                </c:pt>
                <c:pt idx="3870">
                  <c:v>40455</c:v>
                </c:pt>
                <c:pt idx="3871">
                  <c:v>40451</c:v>
                </c:pt>
                <c:pt idx="3872">
                  <c:v>40450</c:v>
                </c:pt>
                <c:pt idx="3873">
                  <c:v>40449</c:v>
                </c:pt>
                <c:pt idx="3874">
                  <c:v>40448</c:v>
                </c:pt>
                <c:pt idx="3875">
                  <c:v>40445</c:v>
                </c:pt>
                <c:pt idx="3876">
                  <c:v>40443</c:v>
                </c:pt>
                <c:pt idx="3877">
                  <c:v>40442</c:v>
                </c:pt>
                <c:pt idx="3878">
                  <c:v>40441</c:v>
                </c:pt>
                <c:pt idx="3879">
                  <c:v>40438</c:v>
                </c:pt>
                <c:pt idx="3880">
                  <c:v>40437</c:v>
                </c:pt>
                <c:pt idx="3881">
                  <c:v>40436</c:v>
                </c:pt>
                <c:pt idx="3882">
                  <c:v>40435</c:v>
                </c:pt>
                <c:pt idx="3883">
                  <c:v>40434</c:v>
                </c:pt>
                <c:pt idx="3884">
                  <c:v>40431</c:v>
                </c:pt>
                <c:pt idx="3885">
                  <c:v>40430</c:v>
                </c:pt>
                <c:pt idx="3886">
                  <c:v>40429</c:v>
                </c:pt>
                <c:pt idx="3887">
                  <c:v>40428</c:v>
                </c:pt>
                <c:pt idx="3888">
                  <c:v>40427</c:v>
                </c:pt>
                <c:pt idx="3889">
                  <c:v>40424</c:v>
                </c:pt>
                <c:pt idx="3890">
                  <c:v>40423</c:v>
                </c:pt>
                <c:pt idx="3891">
                  <c:v>40422</c:v>
                </c:pt>
                <c:pt idx="3892">
                  <c:v>40421</c:v>
                </c:pt>
                <c:pt idx="3893">
                  <c:v>40420</c:v>
                </c:pt>
                <c:pt idx="3894">
                  <c:v>40417</c:v>
                </c:pt>
                <c:pt idx="3895">
                  <c:v>40416</c:v>
                </c:pt>
                <c:pt idx="3896">
                  <c:v>40415</c:v>
                </c:pt>
                <c:pt idx="3897">
                  <c:v>40414</c:v>
                </c:pt>
                <c:pt idx="3898">
                  <c:v>40413</c:v>
                </c:pt>
                <c:pt idx="3899">
                  <c:v>40410</c:v>
                </c:pt>
                <c:pt idx="3900">
                  <c:v>40409</c:v>
                </c:pt>
                <c:pt idx="3901">
                  <c:v>40408</c:v>
                </c:pt>
                <c:pt idx="3902">
                  <c:v>40407</c:v>
                </c:pt>
                <c:pt idx="3903">
                  <c:v>40406</c:v>
                </c:pt>
                <c:pt idx="3904">
                  <c:v>40403</c:v>
                </c:pt>
                <c:pt idx="3905">
                  <c:v>40402</c:v>
                </c:pt>
                <c:pt idx="3906">
                  <c:v>40401</c:v>
                </c:pt>
                <c:pt idx="3907">
                  <c:v>40400</c:v>
                </c:pt>
                <c:pt idx="3908">
                  <c:v>40399</c:v>
                </c:pt>
                <c:pt idx="3909">
                  <c:v>40396</c:v>
                </c:pt>
                <c:pt idx="3910">
                  <c:v>40395</c:v>
                </c:pt>
                <c:pt idx="3911">
                  <c:v>40394</c:v>
                </c:pt>
                <c:pt idx="3912">
                  <c:v>40393</c:v>
                </c:pt>
                <c:pt idx="3913">
                  <c:v>40392</c:v>
                </c:pt>
                <c:pt idx="3914">
                  <c:v>40389</c:v>
                </c:pt>
                <c:pt idx="3915">
                  <c:v>40388</c:v>
                </c:pt>
                <c:pt idx="3916">
                  <c:v>40387</c:v>
                </c:pt>
                <c:pt idx="3917">
                  <c:v>40386</c:v>
                </c:pt>
                <c:pt idx="3918">
                  <c:v>40385</c:v>
                </c:pt>
                <c:pt idx="3919">
                  <c:v>40382</c:v>
                </c:pt>
                <c:pt idx="3920">
                  <c:v>40381</c:v>
                </c:pt>
                <c:pt idx="3921">
                  <c:v>40380</c:v>
                </c:pt>
                <c:pt idx="3922">
                  <c:v>40379</c:v>
                </c:pt>
                <c:pt idx="3923">
                  <c:v>40378</c:v>
                </c:pt>
                <c:pt idx="3924">
                  <c:v>40375</c:v>
                </c:pt>
                <c:pt idx="3925">
                  <c:v>40374</c:v>
                </c:pt>
                <c:pt idx="3926">
                  <c:v>40373</c:v>
                </c:pt>
                <c:pt idx="3927">
                  <c:v>40372</c:v>
                </c:pt>
                <c:pt idx="3928">
                  <c:v>40371</c:v>
                </c:pt>
                <c:pt idx="3929">
                  <c:v>40368</c:v>
                </c:pt>
                <c:pt idx="3930">
                  <c:v>40367</c:v>
                </c:pt>
                <c:pt idx="3931">
                  <c:v>40366</c:v>
                </c:pt>
                <c:pt idx="3932">
                  <c:v>40365</c:v>
                </c:pt>
                <c:pt idx="3933">
                  <c:v>40364</c:v>
                </c:pt>
                <c:pt idx="3934">
                  <c:v>40361</c:v>
                </c:pt>
                <c:pt idx="3935">
                  <c:v>40359</c:v>
                </c:pt>
                <c:pt idx="3936">
                  <c:v>40358</c:v>
                </c:pt>
                <c:pt idx="3937">
                  <c:v>40357</c:v>
                </c:pt>
                <c:pt idx="3938">
                  <c:v>40354</c:v>
                </c:pt>
                <c:pt idx="3939">
                  <c:v>40353</c:v>
                </c:pt>
                <c:pt idx="3940">
                  <c:v>40352</c:v>
                </c:pt>
                <c:pt idx="3941">
                  <c:v>40351</c:v>
                </c:pt>
                <c:pt idx="3942">
                  <c:v>40350</c:v>
                </c:pt>
                <c:pt idx="3943">
                  <c:v>40347</c:v>
                </c:pt>
                <c:pt idx="3944">
                  <c:v>40346</c:v>
                </c:pt>
                <c:pt idx="3945">
                  <c:v>40344</c:v>
                </c:pt>
                <c:pt idx="3946">
                  <c:v>40343</c:v>
                </c:pt>
                <c:pt idx="3947">
                  <c:v>40340</c:v>
                </c:pt>
                <c:pt idx="3948">
                  <c:v>40339</c:v>
                </c:pt>
                <c:pt idx="3949">
                  <c:v>40338</c:v>
                </c:pt>
                <c:pt idx="3950">
                  <c:v>40337</c:v>
                </c:pt>
                <c:pt idx="3951">
                  <c:v>40336</c:v>
                </c:pt>
                <c:pt idx="3952">
                  <c:v>40333</c:v>
                </c:pt>
                <c:pt idx="3953">
                  <c:v>40332</c:v>
                </c:pt>
                <c:pt idx="3954">
                  <c:v>40331</c:v>
                </c:pt>
                <c:pt idx="3955">
                  <c:v>40330</c:v>
                </c:pt>
                <c:pt idx="3956">
                  <c:v>40329</c:v>
                </c:pt>
                <c:pt idx="3957">
                  <c:v>40326</c:v>
                </c:pt>
                <c:pt idx="3958">
                  <c:v>40325</c:v>
                </c:pt>
                <c:pt idx="3959">
                  <c:v>40324</c:v>
                </c:pt>
                <c:pt idx="3960">
                  <c:v>40323</c:v>
                </c:pt>
                <c:pt idx="3961">
                  <c:v>40322</c:v>
                </c:pt>
                <c:pt idx="3962">
                  <c:v>40318</c:v>
                </c:pt>
                <c:pt idx="3963">
                  <c:v>40317</c:v>
                </c:pt>
                <c:pt idx="3964">
                  <c:v>40316</c:v>
                </c:pt>
                <c:pt idx="3965">
                  <c:v>40315</c:v>
                </c:pt>
                <c:pt idx="3966">
                  <c:v>40312</c:v>
                </c:pt>
                <c:pt idx="3967">
                  <c:v>40311</c:v>
                </c:pt>
                <c:pt idx="3968">
                  <c:v>40310</c:v>
                </c:pt>
                <c:pt idx="3969">
                  <c:v>40309</c:v>
                </c:pt>
                <c:pt idx="3970">
                  <c:v>40308</c:v>
                </c:pt>
                <c:pt idx="3971">
                  <c:v>40305</c:v>
                </c:pt>
                <c:pt idx="3972">
                  <c:v>40304</c:v>
                </c:pt>
                <c:pt idx="3973">
                  <c:v>40303</c:v>
                </c:pt>
                <c:pt idx="3974">
                  <c:v>40302</c:v>
                </c:pt>
                <c:pt idx="3975">
                  <c:v>40301</c:v>
                </c:pt>
                <c:pt idx="3976">
                  <c:v>40298</c:v>
                </c:pt>
                <c:pt idx="3977">
                  <c:v>40297</c:v>
                </c:pt>
                <c:pt idx="3978">
                  <c:v>40296</c:v>
                </c:pt>
                <c:pt idx="3979">
                  <c:v>40295</c:v>
                </c:pt>
                <c:pt idx="3980">
                  <c:v>40294</c:v>
                </c:pt>
                <c:pt idx="3981">
                  <c:v>40291</c:v>
                </c:pt>
                <c:pt idx="3982">
                  <c:v>40290</c:v>
                </c:pt>
                <c:pt idx="3983">
                  <c:v>40289</c:v>
                </c:pt>
                <c:pt idx="3984">
                  <c:v>40288</c:v>
                </c:pt>
                <c:pt idx="3985">
                  <c:v>40287</c:v>
                </c:pt>
                <c:pt idx="3986">
                  <c:v>40284</c:v>
                </c:pt>
                <c:pt idx="3987">
                  <c:v>40283</c:v>
                </c:pt>
                <c:pt idx="3988">
                  <c:v>40282</c:v>
                </c:pt>
                <c:pt idx="3989">
                  <c:v>40281</c:v>
                </c:pt>
                <c:pt idx="3990">
                  <c:v>40280</c:v>
                </c:pt>
                <c:pt idx="3991">
                  <c:v>40277</c:v>
                </c:pt>
                <c:pt idx="3992">
                  <c:v>40276</c:v>
                </c:pt>
                <c:pt idx="3993">
                  <c:v>40275</c:v>
                </c:pt>
                <c:pt idx="3994">
                  <c:v>40269</c:v>
                </c:pt>
                <c:pt idx="3995">
                  <c:v>40268</c:v>
                </c:pt>
                <c:pt idx="3996">
                  <c:v>40267</c:v>
                </c:pt>
                <c:pt idx="3997">
                  <c:v>40266</c:v>
                </c:pt>
                <c:pt idx="3998">
                  <c:v>40263</c:v>
                </c:pt>
                <c:pt idx="3999">
                  <c:v>40262</c:v>
                </c:pt>
                <c:pt idx="4000">
                  <c:v>40261</c:v>
                </c:pt>
                <c:pt idx="4001">
                  <c:v>40260</c:v>
                </c:pt>
                <c:pt idx="4002">
                  <c:v>40259</c:v>
                </c:pt>
                <c:pt idx="4003">
                  <c:v>40256</c:v>
                </c:pt>
                <c:pt idx="4004">
                  <c:v>40255</c:v>
                </c:pt>
                <c:pt idx="4005">
                  <c:v>40254</c:v>
                </c:pt>
                <c:pt idx="4006">
                  <c:v>40253</c:v>
                </c:pt>
                <c:pt idx="4007">
                  <c:v>40252</c:v>
                </c:pt>
                <c:pt idx="4008">
                  <c:v>40249</c:v>
                </c:pt>
                <c:pt idx="4009">
                  <c:v>40248</c:v>
                </c:pt>
                <c:pt idx="4010">
                  <c:v>40247</c:v>
                </c:pt>
                <c:pt idx="4011">
                  <c:v>40246</c:v>
                </c:pt>
                <c:pt idx="4012">
                  <c:v>40245</c:v>
                </c:pt>
                <c:pt idx="4013">
                  <c:v>40242</c:v>
                </c:pt>
                <c:pt idx="4014">
                  <c:v>40241</c:v>
                </c:pt>
                <c:pt idx="4015">
                  <c:v>40240</c:v>
                </c:pt>
                <c:pt idx="4016">
                  <c:v>40239</c:v>
                </c:pt>
                <c:pt idx="4017">
                  <c:v>40238</c:v>
                </c:pt>
                <c:pt idx="4018">
                  <c:v>40235</c:v>
                </c:pt>
                <c:pt idx="4019">
                  <c:v>40234</c:v>
                </c:pt>
                <c:pt idx="4020">
                  <c:v>40233</c:v>
                </c:pt>
                <c:pt idx="4021">
                  <c:v>40232</c:v>
                </c:pt>
                <c:pt idx="4022">
                  <c:v>40231</c:v>
                </c:pt>
                <c:pt idx="4023">
                  <c:v>40228</c:v>
                </c:pt>
                <c:pt idx="4024">
                  <c:v>40227</c:v>
                </c:pt>
                <c:pt idx="4025">
                  <c:v>40226</c:v>
                </c:pt>
                <c:pt idx="4026">
                  <c:v>40221</c:v>
                </c:pt>
                <c:pt idx="4027">
                  <c:v>40220</c:v>
                </c:pt>
                <c:pt idx="4028">
                  <c:v>40219</c:v>
                </c:pt>
                <c:pt idx="4029">
                  <c:v>40218</c:v>
                </c:pt>
                <c:pt idx="4030">
                  <c:v>40217</c:v>
                </c:pt>
                <c:pt idx="4031">
                  <c:v>40214</c:v>
                </c:pt>
                <c:pt idx="4032">
                  <c:v>40213</c:v>
                </c:pt>
                <c:pt idx="4033">
                  <c:v>40212</c:v>
                </c:pt>
                <c:pt idx="4034">
                  <c:v>40211</c:v>
                </c:pt>
                <c:pt idx="4035">
                  <c:v>40210</c:v>
                </c:pt>
                <c:pt idx="4036">
                  <c:v>40207</c:v>
                </c:pt>
                <c:pt idx="4037">
                  <c:v>40206</c:v>
                </c:pt>
                <c:pt idx="4038">
                  <c:v>40205</c:v>
                </c:pt>
                <c:pt idx="4039">
                  <c:v>40204</c:v>
                </c:pt>
                <c:pt idx="4040">
                  <c:v>40203</c:v>
                </c:pt>
                <c:pt idx="4041">
                  <c:v>40200</c:v>
                </c:pt>
                <c:pt idx="4042">
                  <c:v>40199</c:v>
                </c:pt>
                <c:pt idx="4043">
                  <c:v>40198</c:v>
                </c:pt>
                <c:pt idx="4044">
                  <c:v>40197</c:v>
                </c:pt>
                <c:pt idx="4045">
                  <c:v>40196</c:v>
                </c:pt>
                <c:pt idx="4046">
                  <c:v>40193</c:v>
                </c:pt>
                <c:pt idx="4047">
                  <c:v>40192</c:v>
                </c:pt>
                <c:pt idx="4048">
                  <c:v>40191</c:v>
                </c:pt>
                <c:pt idx="4049">
                  <c:v>40190</c:v>
                </c:pt>
                <c:pt idx="4050">
                  <c:v>40189</c:v>
                </c:pt>
                <c:pt idx="4051">
                  <c:v>40186</c:v>
                </c:pt>
                <c:pt idx="4052">
                  <c:v>40185</c:v>
                </c:pt>
                <c:pt idx="4053">
                  <c:v>40184</c:v>
                </c:pt>
                <c:pt idx="4054">
                  <c:v>40183</c:v>
                </c:pt>
                <c:pt idx="4055">
                  <c:v>40182</c:v>
                </c:pt>
                <c:pt idx="4056">
                  <c:v>40178</c:v>
                </c:pt>
                <c:pt idx="4057">
                  <c:v>40177</c:v>
                </c:pt>
                <c:pt idx="4058">
                  <c:v>40176</c:v>
                </c:pt>
                <c:pt idx="4059">
                  <c:v>40175</c:v>
                </c:pt>
                <c:pt idx="4060">
                  <c:v>40171</c:v>
                </c:pt>
                <c:pt idx="4061">
                  <c:v>40170</c:v>
                </c:pt>
                <c:pt idx="4062">
                  <c:v>40169</c:v>
                </c:pt>
                <c:pt idx="4063">
                  <c:v>40168</c:v>
                </c:pt>
                <c:pt idx="4064">
                  <c:v>40165</c:v>
                </c:pt>
                <c:pt idx="4065">
                  <c:v>40164</c:v>
                </c:pt>
                <c:pt idx="4066">
                  <c:v>40163</c:v>
                </c:pt>
                <c:pt idx="4067">
                  <c:v>40162</c:v>
                </c:pt>
                <c:pt idx="4068">
                  <c:v>40161</c:v>
                </c:pt>
                <c:pt idx="4069">
                  <c:v>40158</c:v>
                </c:pt>
                <c:pt idx="4070">
                  <c:v>40157</c:v>
                </c:pt>
                <c:pt idx="4071">
                  <c:v>40156</c:v>
                </c:pt>
                <c:pt idx="4072">
                  <c:v>40155</c:v>
                </c:pt>
                <c:pt idx="4073">
                  <c:v>40154</c:v>
                </c:pt>
                <c:pt idx="4074">
                  <c:v>40151</c:v>
                </c:pt>
                <c:pt idx="4075">
                  <c:v>40150</c:v>
                </c:pt>
                <c:pt idx="4076">
                  <c:v>40149</c:v>
                </c:pt>
                <c:pt idx="4077">
                  <c:v>40148</c:v>
                </c:pt>
                <c:pt idx="4078">
                  <c:v>40147</c:v>
                </c:pt>
                <c:pt idx="4079">
                  <c:v>40144</c:v>
                </c:pt>
                <c:pt idx="4080">
                  <c:v>40143</c:v>
                </c:pt>
                <c:pt idx="4081">
                  <c:v>40142</c:v>
                </c:pt>
                <c:pt idx="4082">
                  <c:v>40141</c:v>
                </c:pt>
                <c:pt idx="4083">
                  <c:v>40140</c:v>
                </c:pt>
                <c:pt idx="4084">
                  <c:v>40137</c:v>
                </c:pt>
                <c:pt idx="4085">
                  <c:v>40136</c:v>
                </c:pt>
                <c:pt idx="4086">
                  <c:v>40135</c:v>
                </c:pt>
                <c:pt idx="4087">
                  <c:v>40134</c:v>
                </c:pt>
                <c:pt idx="4088">
                  <c:v>40133</c:v>
                </c:pt>
                <c:pt idx="4089">
                  <c:v>40130</c:v>
                </c:pt>
                <c:pt idx="4090">
                  <c:v>40129</c:v>
                </c:pt>
                <c:pt idx="4091">
                  <c:v>40128</c:v>
                </c:pt>
                <c:pt idx="4092">
                  <c:v>40127</c:v>
                </c:pt>
                <c:pt idx="4093">
                  <c:v>40126</c:v>
                </c:pt>
                <c:pt idx="4094">
                  <c:v>40123</c:v>
                </c:pt>
                <c:pt idx="4095">
                  <c:v>40122</c:v>
                </c:pt>
                <c:pt idx="4096">
                  <c:v>40121</c:v>
                </c:pt>
                <c:pt idx="4097">
                  <c:v>40120</c:v>
                </c:pt>
                <c:pt idx="4098">
                  <c:v>40119</c:v>
                </c:pt>
                <c:pt idx="4099">
                  <c:v>40116</c:v>
                </c:pt>
                <c:pt idx="4100">
                  <c:v>40115</c:v>
                </c:pt>
                <c:pt idx="4101">
                  <c:v>40114</c:v>
                </c:pt>
                <c:pt idx="4102">
                  <c:v>40113</c:v>
                </c:pt>
                <c:pt idx="4103">
                  <c:v>40109</c:v>
                </c:pt>
                <c:pt idx="4104">
                  <c:v>40108</c:v>
                </c:pt>
                <c:pt idx="4105">
                  <c:v>40107</c:v>
                </c:pt>
                <c:pt idx="4106">
                  <c:v>40106</c:v>
                </c:pt>
                <c:pt idx="4107">
                  <c:v>40105</c:v>
                </c:pt>
                <c:pt idx="4108">
                  <c:v>40102</c:v>
                </c:pt>
                <c:pt idx="4109">
                  <c:v>40101</c:v>
                </c:pt>
                <c:pt idx="4110">
                  <c:v>40100</c:v>
                </c:pt>
                <c:pt idx="4111">
                  <c:v>40099</c:v>
                </c:pt>
                <c:pt idx="4112">
                  <c:v>40098</c:v>
                </c:pt>
                <c:pt idx="4113">
                  <c:v>40095</c:v>
                </c:pt>
                <c:pt idx="4114">
                  <c:v>40094</c:v>
                </c:pt>
                <c:pt idx="4115">
                  <c:v>40093</c:v>
                </c:pt>
                <c:pt idx="4116">
                  <c:v>40092</c:v>
                </c:pt>
                <c:pt idx="4117">
                  <c:v>40091</c:v>
                </c:pt>
                <c:pt idx="4118">
                  <c:v>40088</c:v>
                </c:pt>
                <c:pt idx="4119">
                  <c:v>40086</c:v>
                </c:pt>
                <c:pt idx="4120">
                  <c:v>40085</c:v>
                </c:pt>
                <c:pt idx="4121">
                  <c:v>40084</c:v>
                </c:pt>
                <c:pt idx="4122">
                  <c:v>40081</c:v>
                </c:pt>
                <c:pt idx="4123">
                  <c:v>40080</c:v>
                </c:pt>
                <c:pt idx="4124">
                  <c:v>40079</c:v>
                </c:pt>
                <c:pt idx="4125">
                  <c:v>40078</c:v>
                </c:pt>
                <c:pt idx="4126">
                  <c:v>40077</c:v>
                </c:pt>
                <c:pt idx="4127">
                  <c:v>40074</c:v>
                </c:pt>
                <c:pt idx="4128">
                  <c:v>40073</c:v>
                </c:pt>
                <c:pt idx="4129">
                  <c:v>40072</c:v>
                </c:pt>
                <c:pt idx="4130">
                  <c:v>40071</c:v>
                </c:pt>
                <c:pt idx="4131">
                  <c:v>40070</c:v>
                </c:pt>
                <c:pt idx="4132">
                  <c:v>40067</c:v>
                </c:pt>
                <c:pt idx="4133">
                  <c:v>40066</c:v>
                </c:pt>
                <c:pt idx="4134">
                  <c:v>40065</c:v>
                </c:pt>
                <c:pt idx="4135">
                  <c:v>40064</c:v>
                </c:pt>
                <c:pt idx="4136">
                  <c:v>40063</c:v>
                </c:pt>
                <c:pt idx="4137">
                  <c:v>40060</c:v>
                </c:pt>
                <c:pt idx="4138">
                  <c:v>40059</c:v>
                </c:pt>
                <c:pt idx="4139">
                  <c:v>40058</c:v>
                </c:pt>
                <c:pt idx="4140">
                  <c:v>40057</c:v>
                </c:pt>
                <c:pt idx="4141">
                  <c:v>40056</c:v>
                </c:pt>
                <c:pt idx="4142">
                  <c:v>40053</c:v>
                </c:pt>
                <c:pt idx="4143">
                  <c:v>40052</c:v>
                </c:pt>
                <c:pt idx="4144">
                  <c:v>40051</c:v>
                </c:pt>
                <c:pt idx="4145">
                  <c:v>40050</c:v>
                </c:pt>
                <c:pt idx="4146">
                  <c:v>40049</c:v>
                </c:pt>
                <c:pt idx="4147">
                  <c:v>40046</c:v>
                </c:pt>
                <c:pt idx="4148">
                  <c:v>40045</c:v>
                </c:pt>
                <c:pt idx="4149">
                  <c:v>40044</c:v>
                </c:pt>
                <c:pt idx="4150">
                  <c:v>40043</c:v>
                </c:pt>
                <c:pt idx="4151">
                  <c:v>40042</c:v>
                </c:pt>
                <c:pt idx="4152">
                  <c:v>40039</c:v>
                </c:pt>
                <c:pt idx="4153">
                  <c:v>40038</c:v>
                </c:pt>
                <c:pt idx="4154">
                  <c:v>40037</c:v>
                </c:pt>
                <c:pt idx="4155">
                  <c:v>40036</c:v>
                </c:pt>
                <c:pt idx="4156">
                  <c:v>40035</c:v>
                </c:pt>
                <c:pt idx="4157">
                  <c:v>40032</c:v>
                </c:pt>
                <c:pt idx="4158">
                  <c:v>40031</c:v>
                </c:pt>
                <c:pt idx="4159">
                  <c:v>40030</c:v>
                </c:pt>
                <c:pt idx="4160">
                  <c:v>40029</c:v>
                </c:pt>
                <c:pt idx="4161">
                  <c:v>40028</c:v>
                </c:pt>
                <c:pt idx="4162">
                  <c:v>40025</c:v>
                </c:pt>
                <c:pt idx="4163">
                  <c:v>40024</c:v>
                </c:pt>
                <c:pt idx="4164">
                  <c:v>40023</c:v>
                </c:pt>
                <c:pt idx="4165">
                  <c:v>40022</c:v>
                </c:pt>
                <c:pt idx="4166">
                  <c:v>40021</c:v>
                </c:pt>
                <c:pt idx="4167">
                  <c:v>40018</c:v>
                </c:pt>
                <c:pt idx="4168">
                  <c:v>40017</c:v>
                </c:pt>
                <c:pt idx="4169">
                  <c:v>40016</c:v>
                </c:pt>
                <c:pt idx="4170">
                  <c:v>40015</c:v>
                </c:pt>
                <c:pt idx="4171">
                  <c:v>40014</c:v>
                </c:pt>
                <c:pt idx="4172">
                  <c:v>40011</c:v>
                </c:pt>
                <c:pt idx="4173">
                  <c:v>40010</c:v>
                </c:pt>
                <c:pt idx="4174">
                  <c:v>40009</c:v>
                </c:pt>
                <c:pt idx="4175">
                  <c:v>40008</c:v>
                </c:pt>
                <c:pt idx="4176">
                  <c:v>40007</c:v>
                </c:pt>
                <c:pt idx="4177">
                  <c:v>40004</c:v>
                </c:pt>
                <c:pt idx="4178">
                  <c:v>40003</c:v>
                </c:pt>
                <c:pt idx="4179">
                  <c:v>40002</c:v>
                </c:pt>
                <c:pt idx="4180">
                  <c:v>40001</c:v>
                </c:pt>
                <c:pt idx="4181">
                  <c:v>40000</c:v>
                </c:pt>
                <c:pt idx="4182">
                  <c:v>39997</c:v>
                </c:pt>
                <c:pt idx="4183">
                  <c:v>39996</c:v>
                </c:pt>
                <c:pt idx="4184">
                  <c:v>39994</c:v>
                </c:pt>
                <c:pt idx="4185">
                  <c:v>39993</c:v>
                </c:pt>
                <c:pt idx="4186">
                  <c:v>39990</c:v>
                </c:pt>
                <c:pt idx="4187">
                  <c:v>39989</c:v>
                </c:pt>
                <c:pt idx="4188">
                  <c:v>39988</c:v>
                </c:pt>
                <c:pt idx="4189">
                  <c:v>39987</c:v>
                </c:pt>
                <c:pt idx="4190">
                  <c:v>39986</c:v>
                </c:pt>
                <c:pt idx="4191">
                  <c:v>39983</c:v>
                </c:pt>
                <c:pt idx="4192">
                  <c:v>39982</c:v>
                </c:pt>
                <c:pt idx="4193">
                  <c:v>39981</c:v>
                </c:pt>
                <c:pt idx="4194">
                  <c:v>39980</c:v>
                </c:pt>
                <c:pt idx="4195">
                  <c:v>39979</c:v>
                </c:pt>
                <c:pt idx="4196">
                  <c:v>39976</c:v>
                </c:pt>
                <c:pt idx="4197">
                  <c:v>39975</c:v>
                </c:pt>
                <c:pt idx="4198">
                  <c:v>39974</c:v>
                </c:pt>
                <c:pt idx="4199">
                  <c:v>39973</c:v>
                </c:pt>
                <c:pt idx="4200">
                  <c:v>39972</c:v>
                </c:pt>
                <c:pt idx="4201">
                  <c:v>39969</c:v>
                </c:pt>
                <c:pt idx="4202">
                  <c:v>39968</c:v>
                </c:pt>
                <c:pt idx="4203">
                  <c:v>39967</c:v>
                </c:pt>
                <c:pt idx="4204">
                  <c:v>39966</c:v>
                </c:pt>
                <c:pt idx="4205">
                  <c:v>39965</c:v>
                </c:pt>
                <c:pt idx="4206">
                  <c:v>39962</c:v>
                </c:pt>
                <c:pt idx="4207">
                  <c:v>39960</c:v>
                </c:pt>
                <c:pt idx="4208">
                  <c:v>39959</c:v>
                </c:pt>
                <c:pt idx="4209">
                  <c:v>39958</c:v>
                </c:pt>
                <c:pt idx="4210">
                  <c:v>39955</c:v>
                </c:pt>
                <c:pt idx="4211">
                  <c:v>39954</c:v>
                </c:pt>
                <c:pt idx="4212">
                  <c:v>39953</c:v>
                </c:pt>
                <c:pt idx="4213">
                  <c:v>39952</c:v>
                </c:pt>
                <c:pt idx="4214">
                  <c:v>39951</c:v>
                </c:pt>
                <c:pt idx="4215">
                  <c:v>39948</c:v>
                </c:pt>
                <c:pt idx="4216">
                  <c:v>39947</c:v>
                </c:pt>
                <c:pt idx="4217">
                  <c:v>39946</c:v>
                </c:pt>
                <c:pt idx="4218">
                  <c:v>39945</c:v>
                </c:pt>
                <c:pt idx="4219">
                  <c:v>39944</c:v>
                </c:pt>
                <c:pt idx="4220">
                  <c:v>39941</c:v>
                </c:pt>
                <c:pt idx="4221">
                  <c:v>39940</c:v>
                </c:pt>
                <c:pt idx="4222">
                  <c:v>39939</c:v>
                </c:pt>
                <c:pt idx="4223">
                  <c:v>39938</c:v>
                </c:pt>
                <c:pt idx="4224">
                  <c:v>39937</c:v>
                </c:pt>
                <c:pt idx="4225">
                  <c:v>39933</c:v>
                </c:pt>
                <c:pt idx="4226">
                  <c:v>39932</c:v>
                </c:pt>
                <c:pt idx="4227">
                  <c:v>39931</c:v>
                </c:pt>
                <c:pt idx="4228">
                  <c:v>39930</c:v>
                </c:pt>
                <c:pt idx="4229">
                  <c:v>39927</c:v>
                </c:pt>
                <c:pt idx="4230">
                  <c:v>39926</c:v>
                </c:pt>
                <c:pt idx="4231">
                  <c:v>39925</c:v>
                </c:pt>
                <c:pt idx="4232">
                  <c:v>39924</c:v>
                </c:pt>
                <c:pt idx="4233">
                  <c:v>39923</c:v>
                </c:pt>
                <c:pt idx="4234">
                  <c:v>39920</c:v>
                </c:pt>
                <c:pt idx="4235">
                  <c:v>39919</c:v>
                </c:pt>
                <c:pt idx="4236">
                  <c:v>39918</c:v>
                </c:pt>
                <c:pt idx="4237">
                  <c:v>39917</c:v>
                </c:pt>
                <c:pt idx="4238">
                  <c:v>39912</c:v>
                </c:pt>
                <c:pt idx="4239">
                  <c:v>39911</c:v>
                </c:pt>
                <c:pt idx="4240">
                  <c:v>39910</c:v>
                </c:pt>
                <c:pt idx="4241">
                  <c:v>39909</c:v>
                </c:pt>
                <c:pt idx="4242">
                  <c:v>39906</c:v>
                </c:pt>
                <c:pt idx="4243">
                  <c:v>39905</c:v>
                </c:pt>
                <c:pt idx="4244">
                  <c:v>39904</c:v>
                </c:pt>
                <c:pt idx="4245">
                  <c:v>39903</c:v>
                </c:pt>
                <c:pt idx="4246">
                  <c:v>39902</c:v>
                </c:pt>
                <c:pt idx="4247">
                  <c:v>39899</c:v>
                </c:pt>
                <c:pt idx="4248">
                  <c:v>39898</c:v>
                </c:pt>
                <c:pt idx="4249">
                  <c:v>39897</c:v>
                </c:pt>
                <c:pt idx="4250">
                  <c:v>39896</c:v>
                </c:pt>
                <c:pt idx="4251">
                  <c:v>39895</c:v>
                </c:pt>
                <c:pt idx="4252">
                  <c:v>39892</c:v>
                </c:pt>
                <c:pt idx="4253">
                  <c:v>39891</c:v>
                </c:pt>
                <c:pt idx="4254">
                  <c:v>39890</c:v>
                </c:pt>
                <c:pt idx="4255">
                  <c:v>39889</c:v>
                </c:pt>
                <c:pt idx="4256">
                  <c:v>39888</c:v>
                </c:pt>
                <c:pt idx="4257">
                  <c:v>39885</c:v>
                </c:pt>
                <c:pt idx="4258">
                  <c:v>39884</c:v>
                </c:pt>
                <c:pt idx="4259">
                  <c:v>39883</c:v>
                </c:pt>
                <c:pt idx="4260">
                  <c:v>39882</c:v>
                </c:pt>
                <c:pt idx="4261">
                  <c:v>39881</c:v>
                </c:pt>
                <c:pt idx="4262">
                  <c:v>39878</c:v>
                </c:pt>
                <c:pt idx="4263">
                  <c:v>39877</c:v>
                </c:pt>
                <c:pt idx="4264">
                  <c:v>39876</c:v>
                </c:pt>
                <c:pt idx="4265">
                  <c:v>39875</c:v>
                </c:pt>
                <c:pt idx="4266">
                  <c:v>39874</c:v>
                </c:pt>
                <c:pt idx="4267">
                  <c:v>39871</c:v>
                </c:pt>
                <c:pt idx="4268">
                  <c:v>39870</c:v>
                </c:pt>
                <c:pt idx="4269">
                  <c:v>39869</c:v>
                </c:pt>
                <c:pt idx="4270">
                  <c:v>39868</c:v>
                </c:pt>
                <c:pt idx="4271">
                  <c:v>39867</c:v>
                </c:pt>
                <c:pt idx="4272">
                  <c:v>39864</c:v>
                </c:pt>
                <c:pt idx="4273">
                  <c:v>39863</c:v>
                </c:pt>
                <c:pt idx="4274">
                  <c:v>39862</c:v>
                </c:pt>
                <c:pt idx="4275">
                  <c:v>39861</c:v>
                </c:pt>
                <c:pt idx="4276">
                  <c:v>39860</c:v>
                </c:pt>
                <c:pt idx="4277">
                  <c:v>39857</c:v>
                </c:pt>
                <c:pt idx="4278">
                  <c:v>39856</c:v>
                </c:pt>
                <c:pt idx="4279">
                  <c:v>39855</c:v>
                </c:pt>
                <c:pt idx="4280">
                  <c:v>39854</c:v>
                </c:pt>
                <c:pt idx="4281">
                  <c:v>39853</c:v>
                </c:pt>
                <c:pt idx="4282">
                  <c:v>39850</c:v>
                </c:pt>
                <c:pt idx="4283">
                  <c:v>39849</c:v>
                </c:pt>
                <c:pt idx="4284">
                  <c:v>39848</c:v>
                </c:pt>
                <c:pt idx="4285">
                  <c:v>39847</c:v>
                </c:pt>
                <c:pt idx="4286">
                  <c:v>39846</c:v>
                </c:pt>
                <c:pt idx="4287">
                  <c:v>39843</c:v>
                </c:pt>
                <c:pt idx="4288">
                  <c:v>39842</c:v>
                </c:pt>
                <c:pt idx="4289">
                  <c:v>39836</c:v>
                </c:pt>
                <c:pt idx="4290">
                  <c:v>39835</c:v>
                </c:pt>
                <c:pt idx="4291">
                  <c:v>39834</c:v>
                </c:pt>
                <c:pt idx="4292">
                  <c:v>39833</c:v>
                </c:pt>
                <c:pt idx="4293">
                  <c:v>39832</c:v>
                </c:pt>
                <c:pt idx="4294">
                  <c:v>39829</c:v>
                </c:pt>
                <c:pt idx="4295">
                  <c:v>39828</c:v>
                </c:pt>
                <c:pt idx="4296">
                  <c:v>39827</c:v>
                </c:pt>
                <c:pt idx="4297">
                  <c:v>39826</c:v>
                </c:pt>
                <c:pt idx="4298">
                  <c:v>39825</c:v>
                </c:pt>
                <c:pt idx="4299">
                  <c:v>39822</c:v>
                </c:pt>
                <c:pt idx="4300">
                  <c:v>39821</c:v>
                </c:pt>
                <c:pt idx="4301">
                  <c:v>39820</c:v>
                </c:pt>
                <c:pt idx="4302">
                  <c:v>39819</c:v>
                </c:pt>
                <c:pt idx="4303">
                  <c:v>39818</c:v>
                </c:pt>
                <c:pt idx="4304">
                  <c:v>39815</c:v>
                </c:pt>
                <c:pt idx="4305">
                  <c:v>39813</c:v>
                </c:pt>
                <c:pt idx="4306">
                  <c:v>39812</c:v>
                </c:pt>
                <c:pt idx="4307">
                  <c:v>39811</c:v>
                </c:pt>
                <c:pt idx="4308">
                  <c:v>39806</c:v>
                </c:pt>
                <c:pt idx="4309">
                  <c:v>39805</c:v>
                </c:pt>
                <c:pt idx="4310">
                  <c:v>39804</c:v>
                </c:pt>
                <c:pt idx="4311">
                  <c:v>39801</c:v>
                </c:pt>
                <c:pt idx="4312">
                  <c:v>39800</c:v>
                </c:pt>
                <c:pt idx="4313">
                  <c:v>39799</c:v>
                </c:pt>
                <c:pt idx="4314">
                  <c:v>39798</c:v>
                </c:pt>
                <c:pt idx="4315">
                  <c:v>39797</c:v>
                </c:pt>
                <c:pt idx="4316">
                  <c:v>39794</c:v>
                </c:pt>
                <c:pt idx="4317">
                  <c:v>39793</c:v>
                </c:pt>
                <c:pt idx="4318">
                  <c:v>39792</c:v>
                </c:pt>
                <c:pt idx="4319">
                  <c:v>39791</c:v>
                </c:pt>
                <c:pt idx="4320">
                  <c:v>39790</c:v>
                </c:pt>
                <c:pt idx="4321">
                  <c:v>39787</c:v>
                </c:pt>
                <c:pt idx="4322">
                  <c:v>39786</c:v>
                </c:pt>
                <c:pt idx="4323">
                  <c:v>39785</c:v>
                </c:pt>
                <c:pt idx="4324">
                  <c:v>39784</c:v>
                </c:pt>
                <c:pt idx="4325">
                  <c:v>39783</c:v>
                </c:pt>
                <c:pt idx="4326">
                  <c:v>39780</c:v>
                </c:pt>
                <c:pt idx="4327">
                  <c:v>39779</c:v>
                </c:pt>
                <c:pt idx="4328">
                  <c:v>39778</c:v>
                </c:pt>
                <c:pt idx="4329">
                  <c:v>39777</c:v>
                </c:pt>
                <c:pt idx="4330">
                  <c:v>39776</c:v>
                </c:pt>
                <c:pt idx="4331">
                  <c:v>39773</c:v>
                </c:pt>
                <c:pt idx="4332">
                  <c:v>39772</c:v>
                </c:pt>
                <c:pt idx="4333">
                  <c:v>39771</c:v>
                </c:pt>
                <c:pt idx="4334">
                  <c:v>39770</c:v>
                </c:pt>
                <c:pt idx="4335">
                  <c:v>39769</c:v>
                </c:pt>
                <c:pt idx="4336">
                  <c:v>39766</c:v>
                </c:pt>
                <c:pt idx="4337">
                  <c:v>39765</c:v>
                </c:pt>
                <c:pt idx="4338">
                  <c:v>39764</c:v>
                </c:pt>
                <c:pt idx="4339">
                  <c:v>39763</c:v>
                </c:pt>
                <c:pt idx="4340">
                  <c:v>39762</c:v>
                </c:pt>
                <c:pt idx="4341">
                  <c:v>39759</c:v>
                </c:pt>
                <c:pt idx="4342">
                  <c:v>39758</c:v>
                </c:pt>
                <c:pt idx="4343">
                  <c:v>39757</c:v>
                </c:pt>
                <c:pt idx="4344">
                  <c:v>39756</c:v>
                </c:pt>
                <c:pt idx="4345">
                  <c:v>39755</c:v>
                </c:pt>
                <c:pt idx="4346">
                  <c:v>39752</c:v>
                </c:pt>
                <c:pt idx="4347">
                  <c:v>39751</c:v>
                </c:pt>
                <c:pt idx="4348">
                  <c:v>39750</c:v>
                </c:pt>
                <c:pt idx="4349">
                  <c:v>39749</c:v>
                </c:pt>
                <c:pt idx="4350">
                  <c:v>39748</c:v>
                </c:pt>
                <c:pt idx="4351">
                  <c:v>39745</c:v>
                </c:pt>
                <c:pt idx="4352">
                  <c:v>39744</c:v>
                </c:pt>
                <c:pt idx="4353">
                  <c:v>39743</c:v>
                </c:pt>
                <c:pt idx="4354">
                  <c:v>39742</c:v>
                </c:pt>
                <c:pt idx="4355">
                  <c:v>39741</c:v>
                </c:pt>
                <c:pt idx="4356">
                  <c:v>39738</c:v>
                </c:pt>
                <c:pt idx="4357">
                  <c:v>39737</c:v>
                </c:pt>
                <c:pt idx="4358">
                  <c:v>39736</c:v>
                </c:pt>
                <c:pt idx="4359">
                  <c:v>39735</c:v>
                </c:pt>
                <c:pt idx="4360">
                  <c:v>39734</c:v>
                </c:pt>
                <c:pt idx="4361">
                  <c:v>39731</c:v>
                </c:pt>
                <c:pt idx="4362">
                  <c:v>39730</c:v>
                </c:pt>
                <c:pt idx="4363">
                  <c:v>39729</c:v>
                </c:pt>
                <c:pt idx="4364">
                  <c:v>39727</c:v>
                </c:pt>
                <c:pt idx="4365">
                  <c:v>39724</c:v>
                </c:pt>
                <c:pt idx="4366">
                  <c:v>39723</c:v>
                </c:pt>
                <c:pt idx="4367">
                  <c:v>39721</c:v>
                </c:pt>
                <c:pt idx="4368">
                  <c:v>39720</c:v>
                </c:pt>
                <c:pt idx="4369">
                  <c:v>39717</c:v>
                </c:pt>
                <c:pt idx="4370">
                  <c:v>39716</c:v>
                </c:pt>
                <c:pt idx="4371">
                  <c:v>39715</c:v>
                </c:pt>
                <c:pt idx="4372">
                  <c:v>39714</c:v>
                </c:pt>
                <c:pt idx="4373">
                  <c:v>39713</c:v>
                </c:pt>
                <c:pt idx="4374">
                  <c:v>39710</c:v>
                </c:pt>
                <c:pt idx="4375">
                  <c:v>39709</c:v>
                </c:pt>
                <c:pt idx="4376">
                  <c:v>39708</c:v>
                </c:pt>
                <c:pt idx="4377">
                  <c:v>39707</c:v>
                </c:pt>
                <c:pt idx="4378">
                  <c:v>39703</c:v>
                </c:pt>
                <c:pt idx="4379">
                  <c:v>39702</c:v>
                </c:pt>
                <c:pt idx="4380">
                  <c:v>39701</c:v>
                </c:pt>
                <c:pt idx="4381">
                  <c:v>39700</c:v>
                </c:pt>
                <c:pt idx="4382">
                  <c:v>39699</c:v>
                </c:pt>
                <c:pt idx="4383">
                  <c:v>39696</c:v>
                </c:pt>
                <c:pt idx="4384">
                  <c:v>39695</c:v>
                </c:pt>
                <c:pt idx="4385">
                  <c:v>39694</c:v>
                </c:pt>
                <c:pt idx="4386">
                  <c:v>39693</c:v>
                </c:pt>
                <c:pt idx="4387">
                  <c:v>39692</c:v>
                </c:pt>
                <c:pt idx="4388">
                  <c:v>39689</c:v>
                </c:pt>
                <c:pt idx="4389">
                  <c:v>39688</c:v>
                </c:pt>
                <c:pt idx="4390">
                  <c:v>39687</c:v>
                </c:pt>
                <c:pt idx="4391">
                  <c:v>39686</c:v>
                </c:pt>
                <c:pt idx="4392">
                  <c:v>39685</c:v>
                </c:pt>
                <c:pt idx="4393">
                  <c:v>39681</c:v>
                </c:pt>
                <c:pt idx="4394">
                  <c:v>39680</c:v>
                </c:pt>
                <c:pt idx="4395">
                  <c:v>39679</c:v>
                </c:pt>
                <c:pt idx="4396">
                  <c:v>39678</c:v>
                </c:pt>
                <c:pt idx="4397">
                  <c:v>39675</c:v>
                </c:pt>
                <c:pt idx="4398">
                  <c:v>39674</c:v>
                </c:pt>
                <c:pt idx="4399">
                  <c:v>39673</c:v>
                </c:pt>
                <c:pt idx="4400">
                  <c:v>39672</c:v>
                </c:pt>
                <c:pt idx="4401">
                  <c:v>39671</c:v>
                </c:pt>
                <c:pt idx="4402">
                  <c:v>39668</c:v>
                </c:pt>
                <c:pt idx="4403">
                  <c:v>39667</c:v>
                </c:pt>
                <c:pt idx="4404">
                  <c:v>39665</c:v>
                </c:pt>
                <c:pt idx="4405">
                  <c:v>39664</c:v>
                </c:pt>
                <c:pt idx="4406">
                  <c:v>39661</c:v>
                </c:pt>
                <c:pt idx="4407">
                  <c:v>39660</c:v>
                </c:pt>
                <c:pt idx="4408">
                  <c:v>39659</c:v>
                </c:pt>
                <c:pt idx="4409">
                  <c:v>39658</c:v>
                </c:pt>
                <c:pt idx="4410">
                  <c:v>39657</c:v>
                </c:pt>
                <c:pt idx="4411">
                  <c:v>39654</c:v>
                </c:pt>
                <c:pt idx="4412">
                  <c:v>39653</c:v>
                </c:pt>
                <c:pt idx="4413">
                  <c:v>39652</c:v>
                </c:pt>
                <c:pt idx="4414">
                  <c:v>39651</c:v>
                </c:pt>
                <c:pt idx="4415">
                  <c:v>39650</c:v>
                </c:pt>
                <c:pt idx="4416">
                  <c:v>39647</c:v>
                </c:pt>
                <c:pt idx="4417">
                  <c:v>39646</c:v>
                </c:pt>
                <c:pt idx="4418">
                  <c:v>39645</c:v>
                </c:pt>
                <c:pt idx="4419">
                  <c:v>39644</c:v>
                </c:pt>
                <c:pt idx="4420">
                  <c:v>39643</c:v>
                </c:pt>
                <c:pt idx="4421">
                  <c:v>39640</c:v>
                </c:pt>
                <c:pt idx="4422">
                  <c:v>39639</c:v>
                </c:pt>
                <c:pt idx="4423">
                  <c:v>39638</c:v>
                </c:pt>
                <c:pt idx="4424">
                  <c:v>39637</c:v>
                </c:pt>
                <c:pt idx="4425">
                  <c:v>39636</c:v>
                </c:pt>
                <c:pt idx="4426">
                  <c:v>39633</c:v>
                </c:pt>
                <c:pt idx="4427">
                  <c:v>39632</c:v>
                </c:pt>
                <c:pt idx="4428">
                  <c:v>39631</c:v>
                </c:pt>
                <c:pt idx="4429">
                  <c:v>39629</c:v>
                </c:pt>
                <c:pt idx="4430">
                  <c:v>39626</c:v>
                </c:pt>
                <c:pt idx="4431">
                  <c:v>39625</c:v>
                </c:pt>
                <c:pt idx="4432">
                  <c:v>39624</c:v>
                </c:pt>
                <c:pt idx="4433">
                  <c:v>39623</c:v>
                </c:pt>
                <c:pt idx="4434">
                  <c:v>39622</c:v>
                </c:pt>
                <c:pt idx="4435">
                  <c:v>39619</c:v>
                </c:pt>
                <c:pt idx="4436">
                  <c:v>39618</c:v>
                </c:pt>
                <c:pt idx="4437">
                  <c:v>39617</c:v>
                </c:pt>
                <c:pt idx="4438">
                  <c:v>39616</c:v>
                </c:pt>
                <c:pt idx="4439">
                  <c:v>39615</c:v>
                </c:pt>
                <c:pt idx="4440">
                  <c:v>39612</c:v>
                </c:pt>
                <c:pt idx="4441">
                  <c:v>39611</c:v>
                </c:pt>
                <c:pt idx="4442">
                  <c:v>39610</c:v>
                </c:pt>
                <c:pt idx="4443">
                  <c:v>39609</c:v>
                </c:pt>
                <c:pt idx="4444">
                  <c:v>39605</c:v>
                </c:pt>
                <c:pt idx="4445">
                  <c:v>39604</c:v>
                </c:pt>
                <c:pt idx="4446">
                  <c:v>39603</c:v>
                </c:pt>
                <c:pt idx="4447">
                  <c:v>39602</c:v>
                </c:pt>
                <c:pt idx="4448">
                  <c:v>39601</c:v>
                </c:pt>
                <c:pt idx="4449">
                  <c:v>39598</c:v>
                </c:pt>
                <c:pt idx="4450">
                  <c:v>39597</c:v>
                </c:pt>
                <c:pt idx="4451">
                  <c:v>39596</c:v>
                </c:pt>
                <c:pt idx="4452">
                  <c:v>39595</c:v>
                </c:pt>
                <c:pt idx="4453">
                  <c:v>39594</c:v>
                </c:pt>
                <c:pt idx="4454">
                  <c:v>39591</c:v>
                </c:pt>
                <c:pt idx="4455">
                  <c:v>39590</c:v>
                </c:pt>
                <c:pt idx="4456">
                  <c:v>39589</c:v>
                </c:pt>
                <c:pt idx="4457">
                  <c:v>39588</c:v>
                </c:pt>
                <c:pt idx="4458">
                  <c:v>39587</c:v>
                </c:pt>
                <c:pt idx="4459">
                  <c:v>39584</c:v>
                </c:pt>
                <c:pt idx="4460">
                  <c:v>39583</c:v>
                </c:pt>
                <c:pt idx="4461">
                  <c:v>39582</c:v>
                </c:pt>
                <c:pt idx="4462">
                  <c:v>39581</c:v>
                </c:pt>
                <c:pt idx="4463">
                  <c:v>39577</c:v>
                </c:pt>
                <c:pt idx="4464">
                  <c:v>39576</c:v>
                </c:pt>
                <c:pt idx="4465">
                  <c:v>39575</c:v>
                </c:pt>
                <c:pt idx="4466">
                  <c:v>39574</c:v>
                </c:pt>
                <c:pt idx="4467">
                  <c:v>39573</c:v>
                </c:pt>
                <c:pt idx="4468">
                  <c:v>39570</c:v>
                </c:pt>
                <c:pt idx="4469">
                  <c:v>39568</c:v>
                </c:pt>
                <c:pt idx="4470">
                  <c:v>39567</c:v>
                </c:pt>
                <c:pt idx="4471">
                  <c:v>39566</c:v>
                </c:pt>
                <c:pt idx="4472">
                  <c:v>39563</c:v>
                </c:pt>
                <c:pt idx="4473">
                  <c:v>39562</c:v>
                </c:pt>
                <c:pt idx="4474">
                  <c:v>39561</c:v>
                </c:pt>
                <c:pt idx="4475">
                  <c:v>39560</c:v>
                </c:pt>
                <c:pt idx="4476">
                  <c:v>39559</c:v>
                </c:pt>
                <c:pt idx="4477">
                  <c:v>39556</c:v>
                </c:pt>
                <c:pt idx="4478">
                  <c:v>39555</c:v>
                </c:pt>
                <c:pt idx="4479">
                  <c:v>39554</c:v>
                </c:pt>
                <c:pt idx="4480">
                  <c:v>39553</c:v>
                </c:pt>
                <c:pt idx="4481">
                  <c:v>39552</c:v>
                </c:pt>
                <c:pt idx="4482">
                  <c:v>39549</c:v>
                </c:pt>
                <c:pt idx="4483">
                  <c:v>39548</c:v>
                </c:pt>
                <c:pt idx="4484">
                  <c:v>39547</c:v>
                </c:pt>
                <c:pt idx="4485">
                  <c:v>39546</c:v>
                </c:pt>
                <c:pt idx="4486">
                  <c:v>39545</c:v>
                </c:pt>
                <c:pt idx="4487">
                  <c:v>39541</c:v>
                </c:pt>
                <c:pt idx="4488">
                  <c:v>39540</c:v>
                </c:pt>
                <c:pt idx="4489">
                  <c:v>39539</c:v>
                </c:pt>
                <c:pt idx="4490">
                  <c:v>39538</c:v>
                </c:pt>
                <c:pt idx="4491">
                  <c:v>39535</c:v>
                </c:pt>
                <c:pt idx="4492">
                  <c:v>39534</c:v>
                </c:pt>
                <c:pt idx="4493">
                  <c:v>39533</c:v>
                </c:pt>
                <c:pt idx="4494">
                  <c:v>39532</c:v>
                </c:pt>
                <c:pt idx="4495">
                  <c:v>39527</c:v>
                </c:pt>
                <c:pt idx="4496">
                  <c:v>39526</c:v>
                </c:pt>
                <c:pt idx="4497">
                  <c:v>39525</c:v>
                </c:pt>
                <c:pt idx="4498">
                  <c:v>39524</c:v>
                </c:pt>
                <c:pt idx="4499">
                  <c:v>39521</c:v>
                </c:pt>
                <c:pt idx="4500">
                  <c:v>39520</c:v>
                </c:pt>
                <c:pt idx="4501">
                  <c:v>39519</c:v>
                </c:pt>
                <c:pt idx="4502">
                  <c:v>39518</c:v>
                </c:pt>
                <c:pt idx="4503">
                  <c:v>39517</c:v>
                </c:pt>
                <c:pt idx="4504">
                  <c:v>39514</c:v>
                </c:pt>
                <c:pt idx="4505">
                  <c:v>39513</c:v>
                </c:pt>
                <c:pt idx="4506">
                  <c:v>39512</c:v>
                </c:pt>
                <c:pt idx="4507">
                  <c:v>39511</c:v>
                </c:pt>
                <c:pt idx="4508">
                  <c:v>39510</c:v>
                </c:pt>
                <c:pt idx="4509">
                  <c:v>39507</c:v>
                </c:pt>
                <c:pt idx="4510">
                  <c:v>39506</c:v>
                </c:pt>
                <c:pt idx="4511">
                  <c:v>39505</c:v>
                </c:pt>
                <c:pt idx="4512">
                  <c:v>39504</c:v>
                </c:pt>
                <c:pt idx="4513">
                  <c:v>39503</c:v>
                </c:pt>
                <c:pt idx="4514">
                  <c:v>39500</c:v>
                </c:pt>
                <c:pt idx="4515">
                  <c:v>39499</c:v>
                </c:pt>
                <c:pt idx="4516">
                  <c:v>39498</c:v>
                </c:pt>
                <c:pt idx="4517">
                  <c:v>39497</c:v>
                </c:pt>
                <c:pt idx="4518">
                  <c:v>39496</c:v>
                </c:pt>
                <c:pt idx="4519">
                  <c:v>39493</c:v>
                </c:pt>
                <c:pt idx="4520">
                  <c:v>39492</c:v>
                </c:pt>
                <c:pt idx="4521">
                  <c:v>39491</c:v>
                </c:pt>
                <c:pt idx="4522">
                  <c:v>39490</c:v>
                </c:pt>
                <c:pt idx="4523">
                  <c:v>39489</c:v>
                </c:pt>
                <c:pt idx="4524">
                  <c:v>39484</c:v>
                </c:pt>
                <c:pt idx="4525">
                  <c:v>39483</c:v>
                </c:pt>
                <c:pt idx="4526">
                  <c:v>39482</c:v>
                </c:pt>
                <c:pt idx="4527">
                  <c:v>39479</c:v>
                </c:pt>
                <c:pt idx="4528">
                  <c:v>39478</c:v>
                </c:pt>
                <c:pt idx="4529">
                  <c:v>39477</c:v>
                </c:pt>
                <c:pt idx="4530">
                  <c:v>39476</c:v>
                </c:pt>
                <c:pt idx="4531">
                  <c:v>39475</c:v>
                </c:pt>
                <c:pt idx="4532">
                  <c:v>39472</c:v>
                </c:pt>
                <c:pt idx="4533">
                  <c:v>39471</c:v>
                </c:pt>
                <c:pt idx="4534">
                  <c:v>39470</c:v>
                </c:pt>
                <c:pt idx="4535">
                  <c:v>39469</c:v>
                </c:pt>
                <c:pt idx="4536">
                  <c:v>39468</c:v>
                </c:pt>
                <c:pt idx="4537">
                  <c:v>39465</c:v>
                </c:pt>
                <c:pt idx="4538">
                  <c:v>39464</c:v>
                </c:pt>
                <c:pt idx="4539">
                  <c:v>39463</c:v>
                </c:pt>
                <c:pt idx="4540">
                  <c:v>39462</c:v>
                </c:pt>
                <c:pt idx="4541">
                  <c:v>39461</c:v>
                </c:pt>
                <c:pt idx="4542">
                  <c:v>39458</c:v>
                </c:pt>
                <c:pt idx="4543">
                  <c:v>39457</c:v>
                </c:pt>
                <c:pt idx="4544">
                  <c:v>39456</c:v>
                </c:pt>
                <c:pt idx="4545">
                  <c:v>39455</c:v>
                </c:pt>
                <c:pt idx="4546">
                  <c:v>39454</c:v>
                </c:pt>
                <c:pt idx="4547">
                  <c:v>39451</c:v>
                </c:pt>
                <c:pt idx="4548">
                  <c:v>39450</c:v>
                </c:pt>
                <c:pt idx="4549">
                  <c:v>39449</c:v>
                </c:pt>
                <c:pt idx="4550">
                  <c:v>39447</c:v>
                </c:pt>
                <c:pt idx="4551">
                  <c:v>39444</c:v>
                </c:pt>
                <c:pt idx="4552">
                  <c:v>39443</c:v>
                </c:pt>
                <c:pt idx="4553">
                  <c:v>39440</c:v>
                </c:pt>
                <c:pt idx="4554">
                  <c:v>39437</c:v>
                </c:pt>
                <c:pt idx="4555">
                  <c:v>39436</c:v>
                </c:pt>
                <c:pt idx="4556">
                  <c:v>39435</c:v>
                </c:pt>
                <c:pt idx="4557">
                  <c:v>39434</c:v>
                </c:pt>
                <c:pt idx="4558">
                  <c:v>39433</c:v>
                </c:pt>
                <c:pt idx="4559">
                  <c:v>39430</c:v>
                </c:pt>
                <c:pt idx="4560">
                  <c:v>39429</c:v>
                </c:pt>
                <c:pt idx="4561">
                  <c:v>39428</c:v>
                </c:pt>
                <c:pt idx="4562">
                  <c:v>39427</c:v>
                </c:pt>
                <c:pt idx="4563">
                  <c:v>39426</c:v>
                </c:pt>
                <c:pt idx="4564">
                  <c:v>39423</c:v>
                </c:pt>
                <c:pt idx="4565">
                  <c:v>39422</c:v>
                </c:pt>
                <c:pt idx="4566">
                  <c:v>39421</c:v>
                </c:pt>
                <c:pt idx="4567">
                  <c:v>39420</c:v>
                </c:pt>
                <c:pt idx="4568">
                  <c:v>39419</c:v>
                </c:pt>
                <c:pt idx="4569">
                  <c:v>39416</c:v>
                </c:pt>
                <c:pt idx="4570">
                  <c:v>39415</c:v>
                </c:pt>
                <c:pt idx="4571">
                  <c:v>39414</c:v>
                </c:pt>
                <c:pt idx="4572">
                  <c:v>39413</c:v>
                </c:pt>
                <c:pt idx="4573">
                  <c:v>39412</c:v>
                </c:pt>
                <c:pt idx="4574">
                  <c:v>39409</c:v>
                </c:pt>
                <c:pt idx="4575">
                  <c:v>39408</c:v>
                </c:pt>
                <c:pt idx="4576">
                  <c:v>39407</c:v>
                </c:pt>
                <c:pt idx="4577">
                  <c:v>39406</c:v>
                </c:pt>
                <c:pt idx="4578">
                  <c:v>39405</c:v>
                </c:pt>
                <c:pt idx="4579">
                  <c:v>39402</c:v>
                </c:pt>
                <c:pt idx="4580">
                  <c:v>39401</c:v>
                </c:pt>
                <c:pt idx="4581">
                  <c:v>39400</c:v>
                </c:pt>
                <c:pt idx="4582">
                  <c:v>39399</c:v>
                </c:pt>
                <c:pt idx="4583">
                  <c:v>39398</c:v>
                </c:pt>
                <c:pt idx="4584">
                  <c:v>39395</c:v>
                </c:pt>
                <c:pt idx="4585">
                  <c:v>39394</c:v>
                </c:pt>
                <c:pt idx="4586">
                  <c:v>39393</c:v>
                </c:pt>
                <c:pt idx="4587">
                  <c:v>39392</c:v>
                </c:pt>
                <c:pt idx="4588">
                  <c:v>39391</c:v>
                </c:pt>
                <c:pt idx="4589">
                  <c:v>39388</c:v>
                </c:pt>
                <c:pt idx="4590">
                  <c:v>39387</c:v>
                </c:pt>
                <c:pt idx="4591">
                  <c:v>39386</c:v>
                </c:pt>
                <c:pt idx="4592">
                  <c:v>39385</c:v>
                </c:pt>
                <c:pt idx="4593">
                  <c:v>39384</c:v>
                </c:pt>
                <c:pt idx="4594">
                  <c:v>39381</c:v>
                </c:pt>
                <c:pt idx="4595">
                  <c:v>39380</c:v>
                </c:pt>
                <c:pt idx="4596">
                  <c:v>39379</c:v>
                </c:pt>
                <c:pt idx="4597">
                  <c:v>39378</c:v>
                </c:pt>
                <c:pt idx="4598">
                  <c:v>39377</c:v>
                </c:pt>
                <c:pt idx="4599">
                  <c:v>39373</c:v>
                </c:pt>
                <c:pt idx="4600">
                  <c:v>39372</c:v>
                </c:pt>
                <c:pt idx="4601">
                  <c:v>39371</c:v>
                </c:pt>
                <c:pt idx="4602">
                  <c:v>39370</c:v>
                </c:pt>
                <c:pt idx="4603">
                  <c:v>39367</c:v>
                </c:pt>
                <c:pt idx="4604">
                  <c:v>39366</c:v>
                </c:pt>
                <c:pt idx="4605">
                  <c:v>39365</c:v>
                </c:pt>
                <c:pt idx="4606">
                  <c:v>39364</c:v>
                </c:pt>
                <c:pt idx="4607">
                  <c:v>39363</c:v>
                </c:pt>
                <c:pt idx="4608">
                  <c:v>39360</c:v>
                </c:pt>
                <c:pt idx="4609">
                  <c:v>39359</c:v>
                </c:pt>
                <c:pt idx="4610">
                  <c:v>39358</c:v>
                </c:pt>
                <c:pt idx="4611">
                  <c:v>39357</c:v>
                </c:pt>
                <c:pt idx="4612">
                  <c:v>39353</c:v>
                </c:pt>
                <c:pt idx="4613">
                  <c:v>39352</c:v>
                </c:pt>
                <c:pt idx="4614">
                  <c:v>39350</c:v>
                </c:pt>
                <c:pt idx="4615">
                  <c:v>39349</c:v>
                </c:pt>
                <c:pt idx="4616">
                  <c:v>39346</c:v>
                </c:pt>
                <c:pt idx="4617">
                  <c:v>39345</c:v>
                </c:pt>
                <c:pt idx="4618">
                  <c:v>39344</c:v>
                </c:pt>
                <c:pt idx="4619">
                  <c:v>39343</c:v>
                </c:pt>
                <c:pt idx="4620">
                  <c:v>39342</c:v>
                </c:pt>
                <c:pt idx="4621">
                  <c:v>39339</c:v>
                </c:pt>
                <c:pt idx="4622">
                  <c:v>39338</c:v>
                </c:pt>
                <c:pt idx="4623">
                  <c:v>39337</c:v>
                </c:pt>
                <c:pt idx="4624">
                  <c:v>39336</c:v>
                </c:pt>
                <c:pt idx="4625">
                  <c:v>39335</c:v>
                </c:pt>
                <c:pt idx="4626">
                  <c:v>39332</c:v>
                </c:pt>
                <c:pt idx="4627">
                  <c:v>39331</c:v>
                </c:pt>
                <c:pt idx="4628">
                  <c:v>39330</c:v>
                </c:pt>
                <c:pt idx="4629">
                  <c:v>39329</c:v>
                </c:pt>
                <c:pt idx="4630">
                  <c:v>39328</c:v>
                </c:pt>
                <c:pt idx="4631">
                  <c:v>39325</c:v>
                </c:pt>
                <c:pt idx="4632">
                  <c:v>39324</c:v>
                </c:pt>
                <c:pt idx="4633">
                  <c:v>39323</c:v>
                </c:pt>
                <c:pt idx="4634">
                  <c:v>39322</c:v>
                </c:pt>
                <c:pt idx="4635">
                  <c:v>39321</c:v>
                </c:pt>
                <c:pt idx="4636">
                  <c:v>39318</c:v>
                </c:pt>
                <c:pt idx="4637">
                  <c:v>39317</c:v>
                </c:pt>
                <c:pt idx="4638">
                  <c:v>39316</c:v>
                </c:pt>
                <c:pt idx="4639">
                  <c:v>39315</c:v>
                </c:pt>
                <c:pt idx="4640">
                  <c:v>39314</c:v>
                </c:pt>
                <c:pt idx="4641">
                  <c:v>39311</c:v>
                </c:pt>
                <c:pt idx="4642">
                  <c:v>39310</c:v>
                </c:pt>
                <c:pt idx="4643">
                  <c:v>39309</c:v>
                </c:pt>
                <c:pt idx="4644">
                  <c:v>39308</c:v>
                </c:pt>
                <c:pt idx="4645">
                  <c:v>39307</c:v>
                </c:pt>
                <c:pt idx="4646">
                  <c:v>39304</c:v>
                </c:pt>
                <c:pt idx="4647">
                  <c:v>39303</c:v>
                </c:pt>
                <c:pt idx="4648">
                  <c:v>39302</c:v>
                </c:pt>
                <c:pt idx="4649">
                  <c:v>39301</c:v>
                </c:pt>
                <c:pt idx="4650">
                  <c:v>39300</c:v>
                </c:pt>
                <c:pt idx="4651">
                  <c:v>39297</c:v>
                </c:pt>
                <c:pt idx="4652">
                  <c:v>39296</c:v>
                </c:pt>
                <c:pt idx="4653">
                  <c:v>39295</c:v>
                </c:pt>
                <c:pt idx="4654">
                  <c:v>39294</c:v>
                </c:pt>
                <c:pt idx="4655">
                  <c:v>39293</c:v>
                </c:pt>
                <c:pt idx="4656">
                  <c:v>39290</c:v>
                </c:pt>
                <c:pt idx="4657">
                  <c:v>39289</c:v>
                </c:pt>
                <c:pt idx="4658">
                  <c:v>39288</c:v>
                </c:pt>
                <c:pt idx="4659">
                  <c:v>39287</c:v>
                </c:pt>
                <c:pt idx="4660">
                  <c:v>39286</c:v>
                </c:pt>
                <c:pt idx="4661">
                  <c:v>39283</c:v>
                </c:pt>
                <c:pt idx="4662">
                  <c:v>39282</c:v>
                </c:pt>
                <c:pt idx="4663">
                  <c:v>39281</c:v>
                </c:pt>
                <c:pt idx="4664">
                  <c:v>39280</c:v>
                </c:pt>
                <c:pt idx="4665">
                  <c:v>39279</c:v>
                </c:pt>
                <c:pt idx="4666">
                  <c:v>39276</c:v>
                </c:pt>
                <c:pt idx="4667">
                  <c:v>39275</c:v>
                </c:pt>
                <c:pt idx="4668">
                  <c:v>39274</c:v>
                </c:pt>
                <c:pt idx="4669">
                  <c:v>39273</c:v>
                </c:pt>
                <c:pt idx="4670">
                  <c:v>39272</c:v>
                </c:pt>
                <c:pt idx="4671">
                  <c:v>39269</c:v>
                </c:pt>
                <c:pt idx="4672">
                  <c:v>39268</c:v>
                </c:pt>
                <c:pt idx="4673">
                  <c:v>39267</c:v>
                </c:pt>
                <c:pt idx="4674">
                  <c:v>39266</c:v>
                </c:pt>
                <c:pt idx="4675">
                  <c:v>39262</c:v>
                </c:pt>
                <c:pt idx="4676">
                  <c:v>39261</c:v>
                </c:pt>
                <c:pt idx="4677">
                  <c:v>39260</c:v>
                </c:pt>
                <c:pt idx="4678">
                  <c:v>39259</c:v>
                </c:pt>
                <c:pt idx="4679">
                  <c:v>39258</c:v>
                </c:pt>
                <c:pt idx="4680">
                  <c:v>39255</c:v>
                </c:pt>
                <c:pt idx="4681">
                  <c:v>39254</c:v>
                </c:pt>
                <c:pt idx="4682">
                  <c:v>39253</c:v>
                </c:pt>
                <c:pt idx="4683">
                  <c:v>39251</c:v>
                </c:pt>
                <c:pt idx="4684">
                  <c:v>39248</c:v>
                </c:pt>
                <c:pt idx="4685">
                  <c:v>39247</c:v>
                </c:pt>
                <c:pt idx="4686">
                  <c:v>39246</c:v>
                </c:pt>
                <c:pt idx="4687">
                  <c:v>39245</c:v>
                </c:pt>
                <c:pt idx="4688">
                  <c:v>39244</c:v>
                </c:pt>
                <c:pt idx="4689">
                  <c:v>39241</c:v>
                </c:pt>
                <c:pt idx="4690">
                  <c:v>39240</c:v>
                </c:pt>
                <c:pt idx="4691">
                  <c:v>39239</c:v>
                </c:pt>
                <c:pt idx="4692">
                  <c:v>39238</c:v>
                </c:pt>
                <c:pt idx="4693">
                  <c:v>39237</c:v>
                </c:pt>
                <c:pt idx="4694">
                  <c:v>39234</c:v>
                </c:pt>
                <c:pt idx="4695">
                  <c:v>39233</c:v>
                </c:pt>
                <c:pt idx="4696">
                  <c:v>39232</c:v>
                </c:pt>
                <c:pt idx="4697">
                  <c:v>39231</c:v>
                </c:pt>
                <c:pt idx="4698">
                  <c:v>39230</c:v>
                </c:pt>
                <c:pt idx="4699">
                  <c:v>39227</c:v>
                </c:pt>
                <c:pt idx="4700">
                  <c:v>39225</c:v>
                </c:pt>
                <c:pt idx="4701">
                  <c:v>39224</c:v>
                </c:pt>
                <c:pt idx="4702">
                  <c:v>39223</c:v>
                </c:pt>
                <c:pt idx="4703">
                  <c:v>39220</c:v>
                </c:pt>
                <c:pt idx="4704">
                  <c:v>39219</c:v>
                </c:pt>
                <c:pt idx="4705">
                  <c:v>39218</c:v>
                </c:pt>
                <c:pt idx="4706">
                  <c:v>39217</c:v>
                </c:pt>
                <c:pt idx="4707">
                  <c:v>39216</c:v>
                </c:pt>
                <c:pt idx="4708">
                  <c:v>39213</c:v>
                </c:pt>
                <c:pt idx="4709">
                  <c:v>39212</c:v>
                </c:pt>
                <c:pt idx="4710">
                  <c:v>39211</c:v>
                </c:pt>
                <c:pt idx="4711">
                  <c:v>39210</c:v>
                </c:pt>
                <c:pt idx="4712">
                  <c:v>39209</c:v>
                </c:pt>
                <c:pt idx="4713">
                  <c:v>39206</c:v>
                </c:pt>
                <c:pt idx="4714">
                  <c:v>39205</c:v>
                </c:pt>
                <c:pt idx="4715">
                  <c:v>39204</c:v>
                </c:pt>
                <c:pt idx="4716">
                  <c:v>39202</c:v>
                </c:pt>
                <c:pt idx="4717">
                  <c:v>39199</c:v>
                </c:pt>
                <c:pt idx="4718">
                  <c:v>39198</c:v>
                </c:pt>
                <c:pt idx="4719">
                  <c:v>39197</c:v>
                </c:pt>
                <c:pt idx="4720">
                  <c:v>39196</c:v>
                </c:pt>
                <c:pt idx="4721">
                  <c:v>39195</c:v>
                </c:pt>
                <c:pt idx="4722">
                  <c:v>39192</c:v>
                </c:pt>
                <c:pt idx="4723">
                  <c:v>39191</c:v>
                </c:pt>
                <c:pt idx="4724">
                  <c:v>39190</c:v>
                </c:pt>
                <c:pt idx="4725">
                  <c:v>39189</c:v>
                </c:pt>
                <c:pt idx="4726">
                  <c:v>39188</c:v>
                </c:pt>
                <c:pt idx="4727">
                  <c:v>39185</c:v>
                </c:pt>
                <c:pt idx="4728">
                  <c:v>39184</c:v>
                </c:pt>
                <c:pt idx="4729">
                  <c:v>39183</c:v>
                </c:pt>
                <c:pt idx="4730">
                  <c:v>39182</c:v>
                </c:pt>
                <c:pt idx="4731">
                  <c:v>39176</c:v>
                </c:pt>
                <c:pt idx="4732">
                  <c:v>39175</c:v>
                </c:pt>
                <c:pt idx="4733">
                  <c:v>39174</c:v>
                </c:pt>
                <c:pt idx="4734">
                  <c:v>39171</c:v>
                </c:pt>
                <c:pt idx="4735">
                  <c:v>39170</c:v>
                </c:pt>
                <c:pt idx="4736">
                  <c:v>39169</c:v>
                </c:pt>
                <c:pt idx="4737">
                  <c:v>39168</c:v>
                </c:pt>
                <c:pt idx="4738">
                  <c:v>39167</c:v>
                </c:pt>
                <c:pt idx="4739">
                  <c:v>39164</c:v>
                </c:pt>
                <c:pt idx="4740">
                  <c:v>39163</c:v>
                </c:pt>
                <c:pt idx="4741">
                  <c:v>39162</c:v>
                </c:pt>
                <c:pt idx="4742">
                  <c:v>39161</c:v>
                </c:pt>
                <c:pt idx="4743">
                  <c:v>39160</c:v>
                </c:pt>
                <c:pt idx="4744">
                  <c:v>39157</c:v>
                </c:pt>
                <c:pt idx="4745">
                  <c:v>39156</c:v>
                </c:pt>
                <c:pt idx="4746">
                  <c:v>39155</c:v>
                </c:pt>
                <c:pt idx="4747">
                  <c:v>39154</c:v>
                </c:pt>
                <c:pt idx="4748">
                  <c:v>39153</c:v>
                </c:pt>
                <c:pt idx="4749">
                  <c:v>39150</c:v>
                </c:pt>
                <c:pt idx="4750">
                  <c:v>39149</c:v>
                </c:pt>
                <c:pt idx="4751">
                  <c:v>39148</c:v>
                </c:pt>
                <c:pt idx="4752">
                  <c:v>39147</c:v>
                </c:pt>
                <c:pt idx="4753">
                  <c:v>39146</c:v>
                </c:pt>
                <c:pt idx="4754">
                  <c:v>39143</c:v>
                </c:pt>
                <c:pt idx="4755">
                  <c:v>39142</c:v>
                </c:pt>
                <c:pt idx="4756">
                  <c:v>39141</c:v>
                </c:pt>
                <c:pt idx="4757">
                  <c:v>39140</c:v>
                </c:pt>
                <c:pt idx="4758">
                  <c:v>39139</c:v>
                </c:pt>
                <c:pt idx="4759">
                  <c:v>39136</c:v>
                </c:pt>
                <c:pt idx="4760">
                  <c:v>39135</c:v>
                </c:pt>
                <c:pt idx="4761">
                  <c:v>39134</c:v>
                </c:pt>
                <c:pt idx="4762">
                  <c:v>39129</c:v>
                </c:pt>
                <c:pt idx="4763">
                  <c:v>39128</c:v>
                </c:pt>
                <c:pt idx="4764">
                  <c:v>39127</c:v>
                </c:pt>
                <c:pt idx="4765">
                  <c:v>39126</c:v>
                </c:pt>
                <c:pt idx="4766">
                  <c:v>39125</c:v>
                </c:pt>
                <c:pt idx="4767">
                  <c:v>39122</c:v>
                </c:pt>
                <c:pt idx="4768">
                  <c:v>39121</c:v>
                </c:pt>
                <c:pt idx="4769">
                  <c:v>39120</c:v>
                </c:pt>
                <c:pt idx="4770">
                  <c:v>39119</c:v>
                </c:pt>
                <c:pt idx="4771">
                  <c:v>39118</c:v>
                </c:pt>
                <c:pt idx="4772">
                  <c:v>39115</c:v>
                </c:pt>
                <c:pt idx="4773">
                  <c:v>39114</c:v>
                </c:pt>
                <c:pt idx="4774">
                  <c:v>39113</c:v>
                </c:pt>
                <c:pt idx="4775">
                  <c:v>39112</c:v>
                </c:pt>
                <c:pt idx="4776">
                  <c:v>39111</c:v>
                </c:pt>
                <c:pt idx="4777">
                  <c:v>39108</c:v>
                </c:pt>
                <c:pt idx="4778">
                  <c:v>39107</c:v>
                </c:pt>
                <c:pt idx="4779">
                  <c:v>39106</c:v>
                </c:pt>
                <c:pt idx="4780">
                  <c:v>39105</c:v>
                </c:pt>
                <c:pt idx="4781">
                  <c:v>39104</c:v>
                </c:pt>
                <c:pt idx="4782">
                  <c:v>39101</c:v>
                </c:pt>
                <c:pt idx="4783">
                  <c:v>39100</c:v>
                </c:pt>
                <c:pt idx="4784">
                  <c:v>39099</c:v>
                </c:pt>
                <c:pt idx="4785">
                  <c:v>39098</c:v>
                </c:pt>
                <c:pt idx="4786">
                  <c:v>39097</c:v>
                </c:pt>
                <c:pt idx="4787">
                  <c:v>39094</c:v>
                </c:pt>
                <c:pt idx="4788">
                  <c:v>39093</c:v>
                </c:pt>
                <c:pt idx="4789">
                  <c:v>39092</c:v>
                </c:pt>
                <c:pt idx="4790">
                  <c:v>39091</c:v>
                </c:pt>
                <c:pt idx="4791">
                  <c:v>39090</c:v>
                </c:pt>
                <c:pt idx="4792">
                  <c:v>39087</c:v>
                </c:pt>
                <c:pt idx="4793">
                  <c:v>39086</c:v>
                </c:pt>
                <c:pt idx="4794">
                  <c:v>39085</c:v>
                </c:pt>
                <c:pt idx="4795">
                  <c:v>39084</c:v>
                </c:pt>
                <c:pt idx="4796">
                  <c:v>39080</c:v>
                </c:pt>
                <c:pt idx="4797">
                  <c:v>39079</c:v>
                </c:pt>
                <c:pt idx="4798">
                  <c:v>39078</c:v>
                </c:pt>
                <c:pt idx="4799">
                  <c:v>39073</c:v>
                </c:pt>
                <c:pt idx="4800">
                  <c:v>39072</c:v>
                </c:pt>
                <c:pt idx="4801">
                  <c:v>39071</c:v>
                </c:pt>
                <c:pt idx="4802">
                  <c:v>39070</c:v>
                </c:pt>
                <c:pt idx="4803">
                  <c:v>39069</c:v>
                </c:pt>
                <c:pt idx="4804">
                  <c:v>39066</c:v>
                </c:pt>
                <c:pt idx="4805">
                  <c:v>39065</c:v>
                </c:pt>
                <c:pt idx="4806">
                  <c:v>39064</c:v>
                </c:pt>
                <c:pt idx="4807">
                  <c:v>39063</c:v>
                </c:pt>
                <c:pt idx="4808">
                  <c:v>39062</c:v>
                </c:pt>
                <c:pt idx="4809">
                  <c:v>39059</c:v>
                </c:pt>
                <c:pt idx="4810">
                  <c:v>39058</c:v>
                </c:pt>
                <c:pt idx="4811">
                  <c:v>39057</c:v>
                </c:pt>
                <c:pt idx="4812">
                  <c:v>39056</c:v>
                </c:pt>
                <c:pt idx="4813">
                  <c:v>39055</c:v>
                </c:pt>
                <c:pt idx="4814">
                  <c:v>39052</c:v>
                </c:pt>
                <c:pt idx="4815">
                  <c:v>39051</c:v>
                </c:pt>
                <c:pt idx="4816">
                  <c:v>39050</c:v>
                </c:pt>
                <c:pt idx="4817">
                  <c:v>39049</c:v>
                </c:pt>
                <c:pt idx="4818">
                  <c:v>39048</c:v>
                </c:pt>
                <c:pt idx="4819">
                  <c:v>39045</c:v>
                </c:pt>
                <c:pt idx="4820">
                  <c:v>39044</c:v>
                </c:pt>
                <c:pt idx="4821">
                  <c:v>39043</c:v>
                </c:pt>
                <c:pt idx="4822">
                  <c:v>39042</c:v>
                </c:pt>
                <c:pt idx="4823">
                  <c:v>39041</c:v>
                </c:pt>
                <c:pt idx="4824">
                  <c:v>39038</c:v>
                </c:pt>
                <c:pt idx="4825">
                  <c:v>39037</c:v>
                </c:pt>
                <c:pt idx="4826">
                  <c:v>39036</c:v>
                </c:pt>
                <c:pt idx="4827">
                  <c:v>39035</c:v>
                </c:pt>
                <c:pt idx="4828">
                  <c:v>39034</c:v>
                </c:pt>
                <c:pt idx="4829">
                  <c:v>39031</c:v>
                </c:pt>
                <c:pt idx="4830">
                  <c:v>39030</c:v>
                </c:pt>
                <c:pt idx="4831">
                  <c:v>39029</c:v>
                </c:pt>
                <c:pt idx="4832">
                  <c:v>39028</c:v>
                </c:pt>
                <c:pt idx="4833">
                  <c:v>39027</c:v>
                </c:pt>
                <c:pt idx="4834">
                  <c:v>39024</c:v>
                </c:pt>
                <c:pt idx="4835">
                  <c:v>39023</c:v>
                </c:pt>
                <c:pt idx="4836">
                  <c:v>39022</c:v>
                </c:pt>
                <c:pt idx="4837">
                  <c:v>39021</c:v>
                </c:pt>
                <c:pt idx="4838">
                  <c:v>39017</c:v>
                </c:pt>
                <c:pt idx="4839">
                  <c:v>39016</c:v>
                </c:pt>
                <c:pt idx="4840">
                  <c:v>39015</c:v>
                </c:pt>
                <c:pt idx="4841">
                  <c:v>39014</c:v>
                </c:pt>
                <c:pt idx="4842">
                  <c:v>39013</c:v>
                </c:pt>
                <c:pt idx="4843">
                  <c:v>39010</c:v>
                </c:pt>
                <c:pt idx="4844">
                  <c:v>39009</c:v>
                </c:pt>
                <c:pt idx="4845">
                  <c:v>39008</c:v>
                </c:pt>
                <c:pt idx="4846">
                  <c:v>39007</c:v>
                </c:pt>
                <c:pt idx="4847">
                  <c:v>39006</c:v>
                </c:pt>
                <c:pt idx="4848">
                  <c:v>39003</c:v>
                </c:pt>
                <c:pt idx="4849">
                  <c:v>39002</c:v>
                </c:pt>
                <c:pt idx="4850">
                  <c:v>39001</c:v>
                </c:pt>
                <c:pt idx="4851">
                  <c:v>39000</c:v>
                </c:pt>
                <c:pt idx="4852">
                  <c:v>38999</c:v>
                </c:pt>
                <c:pt idx="4853">
                  <c:v>38996</c:v>
                </c:pt>
                <c:pt idx="4854">
                  <c:v>38995</c:v>
                </c:pt>
                <c:pt idx="4855">
                  <c:v>38994</c:v>
                </c:pt>
                <c:pt idx="4856">
                  <c:v>38993</c:v>
                </c:pt>
                <c:pt idx="4857">
                  <c:v>38989</c:v>
                </c:pt>
                <c:pt idx="4858">
                  <c:v>38988</c:v>
                </c:pt>
                <c:pt idx="4859">
                  <c:v>38987</c:v>
                </c:pt>
                <c:pt idx="4860">
                  <c:v>38986</c:v>
                </c:pt>
                <c:pt idx="4861">
                  <c:v>38985</c:v>
                </c:pt>
                <c:pt idx="4862">
                  <c:v>38982</c:v>
                </c:pt>
                <c:pt idx="4863">
                  <c:v>38981</c:v>
                </c:pt>
                <c:pt idx="4864">
                  <c:v>38980</c:v>
                </c:pt>
                <c:pt idx="4865">
                  <c:v>38979</c:v>
                </c:pt>
                <c:pt idx="4866">
                  <c:v>38978</c:v>
                </c:pt>
                <c:pt idx="4867">
                  <c:v>38975</c:v>
                </c:pt>
                <c:pt idx="4868">
                  <c:v>38974</c:v>
                </c:pt>
                <c:pt idx="4869">
                  <c:v>38973</c:v>
                </c:pt>
                <c:pt idx="4870">
                  <c:v>38972</c:v>
                </c:pt>
                <c:pt idx="4871">
                  <c:v>38971</c:v>
                </c:pt>
                <c:pt idx="4872">
                  <c:v>38968</c:v>
                </c:pt>
                <c:pt idx="4873">
                  <c:v>38967</c:v>
                </c:pt>
                <c:pt idx="4874">
                  <c:v>38966</c:v>
                </c:pt>
                <c:pt idx="4875">
                  <c:v>38965</c:v>
                </c:pt>
                <c:pt idx="4876">
                  <c:v>38964</c:v>
                </c:pt>
                <c:pt idx="4877">
                  <c:v>38961</c:v>
                </c:pt>
                <c:pt idx="4878">
                  <c:v>38960</c:v>
                </c:pt>
                <c:pt idx="4879">
                  <c:v>38959</c:v>
                </c:pt>
                <c:pt idx="4880">
                  <c:v>38958</c:v>
                </c:pt>
                <c:pt idx="4881">
                  <c:v>38957</c:v>
                </c:pt>
                <c:pt idx="4882">
                  <c:v>38954</c:v>
                </c:pt>
                <c:pt idx="4883">
                  <c:v>38953</c:v>
                </c:pt>
                <c:pt idx="4884">
                  <c:v>38952</c:v>
                </c:pt>
                <c:pt idx="4885">
                  <c:v>38951</c:v>
                </c:pt>
                <c:pt idx="4886">
                  <c:v>38950</c:v>
                </c:pt>
                <c:pt idx="4887">
                  <c:v>38947</c:v>
                </c:pt>
                <c:pt idx="4888">
                  <c:v>38946</c:v>
                </c:pt>
                <c:pt idx="4889">
                  <c:v>38945</c:v>
                </c:pt>
                <c:pt idx="4890">
                  <c:v>38944</c:v>
                </c:pt>
                <c:pt idx="4891">
                  <c:v>38943</c:v>
                </c:pt>
                <c:pt idx="4892">
                  <c:v>38940</c:v>
                </c:pt>
                <c:pt idx="4893">
                  <c:v>38939</c:v>
                </c:pt>
                <c:pt idx="4894">
                  <c:v>38938</c:v>
                </c:pt>
                <c:pt idx="4895">
                  <c:v>38937</c:v>
                </c:pt>
                <c:pt idx="4896">
                  <c:v>38936</c:v>
                </c:pt>
                <c:pt idx="4897">
                  <c:v>38933</c:v>
                </c:pt>
                <c:pt idx="4898">
                  <c:v>38932</c:v>
                </c:pt>
                <c:pt idx="4899">
                  <c:v>38931</c:v>
                </c:pt>
                <c:pt idx="4900">
                  <c:v>38930</c:v>
                </c:pt>
                <c:pt idx="4901">
                  <c:v>38929</c:v>
                </c:pt>
                <c:pt idx="4902">
                  <c:v>38926</c:v>
                </c:pt>
                <c:pt idx="4903">
                  <c:v>38925</c:v>
                </c:pt>
                <c:pt idx="4904">
                  <c:v>38924</c:v>
                </c:pt>
                <c:pt idx="4905">
                  <c:v>38923</c:v>
                </c:pt>
                <c:pt idx="4906">
                  <c:v>38922</c:v>
                </c:pt>
                <c:pt idx="4907">
                  <c:v>38919</c:v>
                </c:pt>
                <c:pt idx="4908">
                  <c:v>38918</c:v>
                </c:pt>
                <c:pt idx="4909">
                  <c:v>38917</c:v>
                </c:pt>
                <c:pt idx="4910">
                  <c:v>38916</c:v>
                </c:pt>
                <c:pt idx="4911">
                  <c:v>38915</c:v>
                </c:pt>
                <c:pt idx="4912">
                  <c:v>38912</c:v>
                </c:pt>
                <c:pt idx="4913">
                  <c:v>38911</c:v>
                </c:pt>
                <c:pt idx="4914">
                  <c:v>38910</c:v>
                </c:pt>
                <c:pt idx="4915">
                  <c:v>38909</c:v>
                </c:pt>
                <c:pt idx="4916">
                  <c:v>38908</c:v>
                </c:pt>
                <c:pt idx="4917">
                  <c:v>38905</c:v>
                </c:pt>
                <c:pt idx="4918">
                  <c:v>38904</c:v>
                </c:pt>
                <c:pt idx="4919">
                  <c:v>38903</c:v>
                </c:pt>
                <c:pt idx="4920">
                  <c:v>38902</c:v>
                </c:pt>
                <c:pt idx="4921">
                  <c:v>38901</c:v>
                </c:pt>
                <c:pt idx="4922">
                  <c:v>38898</c:v>
                </c:pt>
                <c:pt idx="4923">
                  <c:v>38897</c:v>
                </c:pt>
                <c:pt idx="4924">
                  <c:v>38896</c:v>
                </c:pt>
                <c:pt idx="4925">
                  <c:v>38895</c:v>
                </c:pt>
                <c:pt idx="4926">
                  <c:v>38894</c:v>
                </c:pt>
                <c:pt idx="4927">
                  <c:v>38891</c:v>
                </c:pt>
                <c:pt idx="4928">
                  <c:v>38890</c:v>
                </c:pt>
                <c:pt idx="4929">
                  <c:v>38889</c:v>
                </c:pt>
                <c:pt idx="4930">
                  <c:v>38888</c:v>
                </c:pt>
                <c:pt idx="4931">
                  <c:v>38887</c:v>
                </c:pt>
                <c:pt idx="4932">
                  <c:v>38884</c:v>
                </c:pt>
                <c:pt idx="4933">
                  <c:v>38883</c:v>
                </c:pt>
                <c:pt idx="4934">
                  <c:v>38882</c:v>
                </c:pt>
                <c:pt idx="4935">
                  <c:v>38881</c:v>
                </c:pt>
                <c:pt idx="4936">
                  <c:v>38880</c:v>
                </c:pt>
                <c:pt idx="4937">
                  <c:v>38877</c:v>
                </c:pt>
                <c:pt idx="4938">
                  <c:v>38876</c:v>
                </c:pt>
                <c:pt idx="4939">
                  <c:v>38875</c:v>
                </c:pt>
                <c:pt idx="4940">
                  <c:v>38874</c:v>
                </c:pt>
                <c:pt idx="4941">
                  <c:v>38873</c:v>
                </c:pt>
                <c:pt idx="4942">
                  <c:v>38870</c:v>
                </c:pt>
                <c:pt idx="4943">
                  <c:v>38869</c:v>
                </c:pt>
                <c:pt idx="4944">
                  <c:v>38867</c:v>
                </c:pt>
                <c:pt idx="4945">
                  <c:v>38866</c:v>
                </c:pt>
                <c:pt idx="4946">
                  <c:v>38863</c:v>
                </c:pt>
                <c:pt idx="4947">
                  <c:v>38862</c:v>
                </c:pt>
                <c:pt idx="4948">
                  <c:v>38861</c:v>
                </c:pt>
                <c:pt idx="4949">
                  <c:v>38860</c:v>
                </c:pt>
                <c:pt idx="4950">
                  <c:v>38859</c:v>
                </c:pt>
                <c:pt idx="4951">
                  <c:v>38856</c:v>
                </c:pt>
                <c:pt idx="4952">
                  <c:v>38855</c:v>
                </c:pt>
                <c:pt idx="4953">
                  <c:v>38854</c:v>
                </c:pt>
                <c:pt idx="4954">
                  <c:v>38853</c:v>
                </c:pt>
                <c:pt idx="4955">
                  <c:v>38852</c:v>
                </c:pt>
                <c:pt idx="4956">
                  <c:v>38849</c:v>
                </c:pt>
                <c:pt idx="4957">
                  <c:v>38848</c:v>
                </c:pt>
                <c:pt idx="4958">
                  <c:v>38847</c:v>
                </c:pt>
                <c:pt idx="4959">
                  <c:v>38846</c:v>
                </c:pt>
                <c:pt idx="4960">
                  <c:v>38845</c:v>
                </c:pt>
                <c:pt idx="4961">
                  <c:v>38841</c:v>
                </c:pt>
                <c:pt idx="4962">
                  <c:v>38840</c:v>
                </c:pt>
                <c:pt idx="4963">
                  <c:v>38839</c:v>
                </c:pt>
                <c:pt idx="4964">
                  <c:v>38835</c:v>
                </c:pt>
                <c:pt idx="4965">
                  <c:v>38834</c:v>
                </c:pt>
                <c:pt idx="4966">
                  <c:v>38833</c:v>
                </c:pt>
                <c:pt idx="4967">
                  <c:v>38832</c:v>
                </c:pt>
                <c:pt idx="4968">
                  <c:v>38831</c:v>
                </c:pt>
                <c:pt idx="4969">
                  <c:v>38828</c:v>
                </c:pt>
                <c:pt idx="4970">
                  <c:v>38827</c:v>
                </c:pt>
                <c:pt idx="4971">
                  <c:v>38826</c:v>
                </c:pt>
                <c:pt idx="4972">
                  <c:v>38825</c:v>
                </c:pt>
                <c:pt idx="4973">
                  <c:v>38820</c:v>
                </c:pt>
                <c:pt idx="4974">
                  <c:v>38819</c:v>
                </c:pt>
                <c:pt idx="4975">
                  <c:v>38818</c:v>
                </c:pt>
                <c:pt idx="4976">
                  <c:v>38817</c:v>
                </c:pt>
                <c:pt idx="4977">
                  <c:v>38814</c:v>
                </c:pt>
                <c:pt idx="4978">
                  <c:v>38813</c:v>
                </c:pt>
                <c:pt idx="4979">
                  <c:v>38811</c:v>
                </c:pt>
                <c:pt idx="4980">
                  <c:v>38810</c:v>
                </c:pt>
                <c:pt idx="4981">
                  <c:v>38807</c:v>
                </c:pt>
                <c:pt idx="4982">
                  <c:v>38806</c:v>
                </c:pt>
                <c:pt idx="4983">
                  <c:v>38805</c:v>
                </c:pt>
                <c:pt idx="4984">
                  <c:v>38804</c:v>
                </c:pt>
                <c:pt idx="4985">
                  <c:v>38803</c:v>
                </c:pt>
                <c:pt idx="4986">
                  <c:v>38800</c:v>
                </c:pt>
                <c:pt idx="4987">
                  <c:v>38799</c:v>
                </c:pt>
                <c:pt idx="4988">
                  <c:v>38798</c:v>
                </c:pt>
                <c:pt idx="4989">
                  <c:v>38797</c:v>
                </c:pt>
                <c:pt idx="4990">
                  <c:v>38796</c:v>
                </c:pt>
                <c:pt idx="4991">
                  <c:v>38793</c:v>
                </c:pt>
                <c:pt idx="4992">
                  <c:v>38792</c:v>
                </c:pt>
                <c:pt idx="4993">
                  <c:v>38791</c:v>
                </c:pt>
                <c:pt idx="4994">
                  <c:v>38790</c:v>
                </c:pt>
                <c:pt idx="4995">
                  <c:v>38789</c:v>
                </c:pt>
                <c:pt idx="4996">
                  <c:v>38786</c:v>
                </c:pt>
                <c:pt idx="4997">
                  <c:v>38785</c:v>
                </c:pt>
                <c:pt idx="4998">
                  <c:v>38784</c:v>
                </c:pt>
                <c:pt idx="4999">
                  <c:v>38783</c:v>
                </c:pt>
                <c:pt idx="5000">
                  <c:v>38782</c:v>
                </c:pt>
                <c:pt idx="5001">
                  <c:v>38779</c:v>
                </c:pt>
                <c:pt idx="5002">
                  <c:v>38778</c:v>
                </c:pt>
                <c:pt idx="5003">
                  <c:v>38777</c:v>
                </c:pt>
                <c:pt idx="5004">
                  <c:v>38776</c:v>
                </c:pt>
                <c:pt idx="5005">
                  <c:v>38775</c:v>
                </c:pt>
                <c:pt idx="5006">
                  <c:v>38772</c:v>
                </c:pt>
                <c:pt idx="5007">
                  <c:v>38771</c:v>
                </c:pt>
                <c:pt idx="5008">
                  <c:v>38770</c:v>
                </c:pt>
                <c:pt idx="5009">
                  <c:v>38769</c:v>
                </c:pt>
                <c:pt idx="5010">
                  <c:v>38768</c:v>
                </c:pt>
                <c:pt idx="5011">
                  <c:v>38765</c:v>
                </c:pt>
                <c:pt idx="5012">
                  <c:v>38764</c:v>
                </c:pt>
                <c:pt idx="5013">
                  <c:v>38763</c:v>
                </c:pt>
                <c:pt idx="5014">
                  <c:v>38762</c:v>
                </c:pt>
                <c:pt idx="5015">
                  <c:v>38761</c:v>
                </c:pt>
                <c:pt idx="5016">
                  <c:v>38758</c:v>
                </c:pt>
                <c:pt idx="5017">
                  <c:v>38757</c:v>
                </c:pt>
                <c:pt idx="5018">
                  <c:v>38756</c:v>
                </c:pt>
                <c:pt idx="5019">
                  <c:v>38755</c:v>
                </c:pt>
                <c:pt idx="5020">
                  <c:v>38754</c:v>
                </c:pt>
                <c:pt idx="5021">
                  <c:v>38751</c:v>
                </c:pt>
                <c:pt idx="5022">
                  <c:v>38750</c:v>
                </c:pt>
                <c:pt idx="5023">
                  <c:v>38749</c:v>
                </c:pt>
                <c:pt idx="5024">
                  <c:v>38744</c:v>
                </c:pt>
                <c:pt idx="5025">
                  <c:v>38743</c:v>
                </c:pt>
                <c:pt idx="5026">
                  <c:v>38742</c:v>
                </c:pt>
                <c:pt idx="5027">
                  <c:v>38741</c:v>
                </c:pt>
                <c:pt idx="5028">
                  <c:v>38740</c:v>
                </c:pt>
                <c:pt idx="5029">
                  <c:v>38737</c:v>
                </c:pt>
                <c:pt idx="5030">
                  <c:v>38736</c:v>
                </c:pt>
                <c:pt idx="5031">
                  <c:v>38735</c:v>
                </c:pt>
                <c:pt idx="5032">
                  <c:v>38734</c:v>
                </c:pt>
                <c:pt idx="5033">
                  <c:v>38733</c:v>
                </c:pt>
                <c:pt idx="5034">
                  <c:v>38730</c:v>
                </c:pt>
                <c:pt idx="5035">
                  <c:v>38729</c:v>
                </c:pt>
                <c:pt idx="5036">
                  <c:v>38728</c:v>
                </c:pt>
                <c:pt idx="5037">
                  <c:v>38727</c:v>
                </c:pt>
                <c:pt idx="5038">
                  <c:v>38726</c:v>
                </c:pt>
                <c:pt idx="5039">
                  <c:v>38723</c:v>
                </c:pt>
                <c:pt idx="5040">
                  <c:v>38722</c:v>
                </c:pt>
                <c:pt idx="5041">
                  <c:v>38721</c:v>
                </c:pt>
                <c:pt idx="5042">
                  <c:v>38720</c:v>
                </c:pt>
                <c:pt idx="5043">
                  <c:v>38716</c:v>
                </c:pt>
                <c:pt idx="5044">
                  <c:v>38715</c:v>
                </c:pt>
                <c:pt idx="5045">
                  <c:v>38714</c:v>
                </c:pt>
                <c:pt idx="5046">
                  <c:v>38709</c:v>
                </c:pt>
                <c:pt idx="5047">
                  <c:v>38708</c:v>
                </c:pt>
                <c:pt idx="5048">
                  <c:v>38707</c:v>
                </c:pt>
                <c:pt idx="5049">
                  <c:v>38706</c:v>
                </c:pt>
                <c:pt idx="5050">
                  <c:v>38705</c:v>
                </c:pt>
                <c:pt idx="5051">
                  <c:v>38702</c:v>
                </c:pt>
                <c:pt idx="5052">
                  <c:v>38701</c:v>
                </c:pt>
                <c:pt idx="5053">
                  <c:v>38700</c:v>
                </c:pt>
                <c:pt idx="5054">
                  <c:v>38699</c:v>
                </c:pt>
                <c:pt idx="5055">
                  <c:v>38698</c:v>
                </c:pt>
                <c:pt idx="5056">
                  <c:v>38695</c:v>
                </c:pt>
                <c:pt idx="5057">
                  <c:v>38694</c:v>
                </c:pt>
                <c:pt idx="5058">
                  <c:v>38693</c:v>
                </c:pt>
                <c:pt idx="5059">
                  <c:v>38692</c:v>
                </c:pt>
                <c:pt idx="5060">
                  <c:v>38691</c:v>
                </c:pt>
                <c:pt idx="5061">
                  <c:v>38688</c:v>
                </c:pt>
                <c:pt idx="5062">
                  <c:v>38687</c:v>
                </c:pt>
                <c:pt idx="5063">
                  <c:v>38686</c:v>
                </c:pt>
                <c:pt idx="5064">
                  <c:v>38685</c:v>
                </c:pt>
                <c:pt idx="5065">
                  <c:v>38684</c:v>
                </c:pt>
                <c:pt idx="5066">
                  <c:v>38681</c:v>
                </c:pt>
                <c:pt idx="5067">
                  <c:v>38680</c:v>
                </c:pt>
                <c:pt idx="5068">
                  <c:v>38679</c:v>
                </c:pt>
                <c:pt idx="5069">
                  <c:v>38678</c:v>
                </c:pt>
                <c:pt idx="5070">
                  <c:v>38677</c:v>
                </c:pt>
                <c:pt idx="5071">
                  <c:v>38674</c:v>
                </c:pt>
                <c:pt idx="5072">
                  <c:v>38673</c:v>
                </c:pt>
                <c:pt idx="5073">
                  <c:v>38672</c:v>
                </c:pt>
                <c:pt idx="5074">
                  <c:v>38671</c:v>
                </c:pt>
                <c:pt idx="5075">
                  <c:v>38670</c:v>
                </c:pt>
                <c:pt idx="5076">
                  <c:v>38667</c:v>
                </c:pt>
                <c:pt idx="5077">
                  <c:v>38666</c:v>
                </c:pt>
                <c:pt idx="5078">
                  <c:v>38665</c:v>
                </c:pt>
                <c:pt idx="5079">
                  <c:v>38664</c:v>
                </c:pt>
                <c:pt idx="5080">
                  <c:v>38663</c:v>
                </c:pt>
                <c:pt idx="5081">
                  <c:v>38660</c:v>
                </c:pt>
                <c:pt idx="5082">
                  <c:v>38659</c:v>
                </c:pt>
                <c:pt idx="5083">
                  <c:v>38658</c:v>
                </c:pt>
                <c:pt idx="5084">
                  <c:v>38657</c:v>
                </c:pt>
                <c:pt idx="5085">
                  <c:v>38656</c:v>
                </c:pt>
                <c:pt idx="5086">
                  <c:v>38653</c:v>
                </c:pt>
                <c:pt idx="5087">
                  <c:v>38652</c:v>
                </c:pt>
                <c:pt idx="5088">
                  <c:v>38651</c:v>
                </c:pt>
                <c:pt idx="5089">
                  <c:v>38650</c:v>
                </c:pt>
                <c:pt idx="5090">
                  <c:v>38649</c:v>
                </c:pt>
                <c:pt idx="5091">
                  <c:v>38646</c:v>
                </c:pt>
                <c:pt idx="5092">
                  <c:v>38645</c:v>
                </c:pt>
                <c:pt idx="5093">
                  <c:v>38644</c:v>
                </c:pt>
                <c:pt idx="5094">
                  <c:v>38643</c:v>
                </c:pt>
                <c:pt idx="5095">
                  <c:v>38642</c:v>
                </c:pt>
                <c:pt idx="5096">
                  <c:v>38639</c:v>
                </c:pt>
                <c:pt idx="5097">
                  <c:v>38638</c:v>
                </c:pt>
                <c:pt idx="5098">
                  <c:v>38637</c:v>
                </c:pt>
                <c:pt idx="5099">
                  <c:v>38635</c:v>
                </c:pt>
                <c:pt idx="5100">
                  <c:v>38632</c:v>
                </c:pt>
                <c:pt idx="5101">
                  <c:v>38631</c:v>
                </c:pt>
                <c:pt idx="5102">
                  <c:v>38630</c:v>
                </c:pt>
                <c:pt idx="5103">
                  <c:v>38629</c:v>
                </c:pt>
                <c:pt idx="5104">
                  <c:v>38628</c:v>
                </c:pt>
                <c:pt idx="5105">
                  <c:v>38625</c:v>
                </c:pt>
                <c:pt idx="5106">
                  <c:v>38624</c:v>
                </c:pt>
                <c:pt idx="5107">
                  <c:v>38623</c:v>
                </c:pt>
                <c:pt idx="5108">
                  <c:v>38622</c:v>
                </c:pt>
                <c:pt idx="5109">
                  <c:v>38621</c:v>
                </c:pt>
                <c:pt idx="5110">
                  <c:v>38618</c:v>
                </c:pt>
                <c:pt idx="5111">
                  <c:v>38617</c:v>
                </c:pt>
                <c:pt idx="5112">
                  <c:v>38616</c:v>
                </c:pt>
                <c:pt idx="5113">
                  <c:v>38615</c:v>
                </c:pt>
                <c:pt idx="5114">
                  <c:v>38611</c:v>
                </c:pt>
                <c:pt idx="5115">
                  <c:v>38610</c:v>
                </c:pt>
                <c:pt idx="5116">
                  <c:v>38609</c:v>
                </c:pt>
                <c:pt idx="5117">
                  <c:v>38608</c:v>
                </c:pt>
                <c:pt idx="5118">
                  <c:v>38607</c:v>
                </c:pt>
                <c:pt idx="5119">
                  <c:v>38604</c:v>
                </c:pt>
                <c:pt idx="5120">
                  <c:v>38603</c:v>
                </c:pt>
                <c:pt idx="5121">
                  <c:v>38602</c:v>
                </c:pt>
                <c:pt idx="5122">
                  <c:v>38601</c:v>
                </c:pt>
                <c:pt idx="5123">
                  <c:v>38600</c:v>
                </c:pt>
                <c:pt idx="5124">
                  <c:v>38597</c:v>
                </c:pt>
                <c:pt idx="5125">
                  <c:v>38596</c:v>
                </c:pt>
                <c:pt idx="5126">
                  <c:v>38595</c:v>
                </c:pt>
                <c:pt idx="5127">
                  <c:v>38594</c:v>
                </c:pt>
                <c:pt idx="5128">
                  <c:v>38593</c:v>
                </c:pt>
                <c:pt idx="5129">
                  <c:v>38590</c:v>
                </c:pt>
                <c:pt idx="5130">
                  <c:v>38589</c:v>
                </c:pt>
                <c:pt idx="5131">
                  <c:v>38588</c:v>
                </c:pt>
                <c:pt idx="5132">
                  <c:v>38587</c:v>
                </c:pt>
                <c:pt idx="5133">
                  <c:v>38586</c:v>
                </c:pt>
                <c:pt idx="5134">
                  <c:v>38583</c:v>
                </c:pt>
                <c:pt idx="5135">
                  <c:v>38582</c:v>
                </c:pt>
                <c:pt idx="5136">
                  <c:v>38581</c:v>
                </c:pt>
                <c:pt idx="5137">
                  <c:v>38580</c:v>
                </c:pt>
                <c:pt idx="5138">
                  <c:v>38579</c:v>
                </c:pt>
                <c:pt idx="5139">
                  <c:v>38576</c:v>
                </c:pt>
                <c:pt idx="5140">
                  <c:v>38575</c:v>
                </c:pt>
                <c:pt idx="5141">
                  <c:v>38574</c:v>
                </c:pt>
                <c:pt idx="5142">
                  <c:v>38573</c:v>
                </c:pt>
                <c:pt idx="5143">
                  <c:v>38572</c:v>
                </c:pt>
                <c:pt idx="5144">
                  <c:v>38569</c:v>
                </c:pt>
                <c:pt idx="5145">
                  <c:v>38568</c:v>
                </c:pt>
                <c:pt idx="5146">
                  <c:v>38567</c:v>
                </c:pt>
                <c:pt idx="5147">
                  <c:v>38566</c:v>
                </c:pt>
                <c:pt idx="5148">
                  <c:v>38565</c:v>
                </c:pt>
                <c:pt idx="5149">
                  <c:v>38562</c:v>
                </c:pt>
                <c:pt idx="5150">
                  <c:v>38561</c:v>
                </c:pt>
                <c:pt idx="5151">
                  <c:v>38560</c:v>
                </c:pt>
                <c:pt idx="5152">
                  <c:v>38559</c:v>
                </c:pt>
                <c:pt idx="5153">
                  <c:v>38558</c:v>
                </c:pt>
                <c:pt idx="5154">
                  <c:v>38555</c:v>
                </c:pt>
                <c:pt idx="5155">
                  <c:v>38554</c:v>
                </c:pt>
                <c:pt idx="5156">
                  <c:v>38553</c:v>
                </c:pt>
                <c:pt idx="5157">
                  <c:v>38552</c:v>
                </c:pt>
                <c:pt idx="5158">
                  <c:v>38551</c:v>
                </c:pt>
                <c:pt idx="5159">
                  <c:v>38548</c:v>
                </c:pt>
                <c:pt idx="5160">
                  <c:v>38547</c:v>
                </c:pt>
                <c:pt idx="5161">
                  <c:v>38546</c:v>
                </c:pt>
                <c:pt idx="5162">
                  <c:v>38545</c:v>
                </c:pt>
                <c:pt idx="5163">
                  <c:v>38544</c:v>
                </c:pt>
                <c:pt idx="5164">
                  <c:v>38541</c:v>
                </c:pt>
                <c:pt idx="5165">
                  <c:v>38540</c:v>
                </c:pt>
                <c:pt idx="5166">
                  <c:v>38539</c:v>
                </c:pt>
                <c:pt idx="5167">
                  <c:v>38538</c:v>
                </c:pt>
                <c:pt idx="5168">
                  <c:v>38537</c:v>
                </c:pt>
                <c:pt idx="5169">
                  <c:v>38533</c:v>
                </c:pt>
                <c:pt idx="5170">
                  <c:v>38532</c:v>
                </c:pt>
                <c:pt idx="5171">
                  <c:v>38531</c:v>
                </c:pt>
                <c:pt idx="5172">
                  <c:v>38530</c:v>
                </c:pt>
                <c:pt idx="5173">
                  <c:v>38527</c:v>
                </c:pt>
                <c:pt idx="5174">
                  <c:v>38526</c:v>
                </c:pt>
                <c:pt idx="5175">
                  <c:v>38525</c:v>
                </c:pt>
                <c:pt idx="5176">
                  <c:v>38524</c:v>
                </c:pt>
                <c:pt idx="5177">
                  <c:v>38523</c:v>
                </c:pt>
                <c:pt idx="5178">
                  <c:v>38520</c:v>
                </c:pt>
                <c:pt idx="5179">
                  <c:v>38519</c:v>
                </c:pt>
                <c:pt idx="5180">
                  <c:v>38518</c:v>
                </c:pt>
                <c:pt idx="5181">
                  <c:v>38517</c:v>
                </c:pt>
                <c:pt idx="5182">
                  <c:v>38516</c:v>
                </c:pt>
                <c:pt idx="5183">
                  <c:v>38513</c:v>
                </c:pt>
                <c:pt idx="5184">
                  <c:v>38512</c:v>
                </c:pt>
                <c:pt idx="5185">
                  <c:v>38511</c:v>
                </c:pt>
                <c:pt idx="5186">
                  <c:v>38510</c:v>
                </c:pt>
                <c:pt idx="5187">
                  <c:v>38509</c:v>
                </c:pt>
                <c:pt idx="5188">
                  <c:v>38506</c:v>
                </c:pt>
                <c:pt idx="5189">
                  <c:v>38505</c:v>
                </c:pt>
                <c:pt idx="5190">
                  <c:v>38504</c:v>
                </c:pt>
                <c:pt idx="5191">
                  <c:v>38503</c:v>
                </c:pt>
                <c:pt idx="5192">
                  <c:v>38502</c:v>
                </c:pt>
                <c:pt idx="5193">
                  <c:v>38499</c:v>
                </c:pt>
                <c:pt idx="5194">
                  <c:v>38498</c:v>
                </c:pt>
                <c:pt idx="5195">
                  <c:v>38497</c:v>
                </c:pt>
                <c:pt idx="5196">
                  <c:v>38496</c:v>
                </c:pt>
                <c:pt idx="5197">
                  <c:v>38495</c:v>
                </c:pt>
                <c:pt idx="5198">
                  <c:v>38492</c:v>
                </c:pt>
                <c:pt idx="5199">
                  <c:v>38491</c:v>
                </c:pt>
                <c:pt idx="5200">
                  <c:v>38490</c:v>
                </c:pt>
                <c:pt idx="5201">
                  <c:v>38489</c:v>
                </c:pt>
                <c:pt idx="5202">
                  <c:v>38485</c:v>
                </c:pt>
                <c:pt idx="5203">
                  <c:v>38484</c:v>
                </c:pt>
                <c:pt idx="5204">
                  <c:v>38483</c:v>
                </c:pt>
                <c:pt idx="5205">
                  <c:v>38482</c:v>
                </c:pt>
                <c:pt idx="5206">
                  <c:v>38481</c:v>
                </c:pt>
                <c:pt idx="5207">
                  <c:v>38478</c:v>
                </c:pt>
                <c:pt idx="5208">
                  <c:v>38477</c:v>
                </c:pt>
                <c:pt idx="5209">
                  <c:v>38476</c:v>
                </c:pt>
                <c:pt idx="5210">
                  <c:v>38475</c:v>
                </c:pt>
                <c:pt idx="5211">
                  <c:v>38471</c:v>
                </c:pt>
                <c:pt idx="5212">
                  <c:v>38470</c:v>
                </c:pt>
                <c:pt idx="5213">
                  <c:v>38469</c:v>
                </c:pt>
                <c:pt idx="5214">
                  <c:v>38468</c:v>
                </c:pt>
                <c:pt idx="5215">
                  <c:v>38467</c:v>
                </c:pt>
                <c:pt idx="5216">
                  <c:v>38464</c:v>
                </c:pt>
                <c:pt idx="5217">
                  <c:v>38463</c:v>
                </c:pt>
                <c:pt idx="5218">
                  <c:v>38462</c:v>
                </c:pt>
                <c:pt idx="5219">
                  <c:v>38461</c:v>
                </c:pt>
                <c:pt idx="5220">
                  <c:v>38460</c:v>
                </c:pt>
                <c:pt idx="5221">
                  <c:v>38457</c:v>
                </c:pt>
                <c:pt idx="5222">
                  <c:v>38456</c:v>
                </c:pt>
                <c:pt idx="5223">
                  <c:v>38455</c:v>
                </c:pt>
                <c:pt idx="5224">
                  <c:v>38454</c:v>
                </c:pt>
                <c:pt idx="5225">
                  <c:v>38453</c:v>
                </c:pt>
                <c:pt idx="5226">
                  <c:v>38450</c:v>
                </c:pt>
                <c:pt idx="5227">
                  <c:v>38449</c:v>
                </c:pt>
                <c:pt idx="5228">
                  <c:v>38448</c:v>
                </c:pt>
                <c:pt idx="5229">
                  <c:v>38446</c:v>
                </c:pt>
                <c:pt idx="5230">
                  <c:v>38443</c:v>
                </c:pt>
                <c:pt idx="5231">
                  <c:v>38442</c:v>
                </c:pt>
                <c:pt idx="5232">
                  <c:v>38441</c:v>
                </c:pt>
                <c:pt idx="5233">
                  <c:v>38440</c:v>
                </c:pt>
                <c:pt idx="5234">
                  <c:v>38435</c:v>
                </c:pt>
                <c:pt idx="5235">
                  <c:v>38434</c:v>
                </c:pt>
                <c:pt idx="5236">
                  <c:v>38433</c:v>
                </c:pt>
                <c:pt idx="5237">
                  <c:v>38432</c:v>
                </c:pt>
                <c:pt idx="5238">
                  <c:v>38429</c:v>
                </c:pt>
                <c:pt idx="5239">
                  <c:v>38428</c:v>
                </c:pt>
                <c:pt idx="5240">
                  <c:v>38427</c:v>
                </c:pt>
                <c:pt idx="5241">
                  <c:v>38426</c:v>
                </c:pt>
                <c:pt idx="5242">
                  <c:v>38425</c:v>
                </c:pt>
                <c:pt idx="5243">
                  <c:v>38422</c:v>
                </c:pt>
                <c:pt idx="5244">
                  <c:v>38421</c:v>
                </c:pt>
                <c:pt idx="5245">
                  <c:v>38420</c:v>
                </c:pt>
                <c:pt idx="5246">
                  <c:v>38419</c:v>
                </c:pt>
                <c:pt idx="5247">
                  <c:v>38418</c:v>
                </c:pt>
                <c:pt idx="5248">
                  <c:v>38415</c:v>
                </c:pt>
                <c:pt idx="5249">
                  <c:v>38414</c:v>
                </c:pt>
                <c:pt idx="5250">
                  <c:v>38413</c:v>
                </c:pt>
                <c:pt idx="5251">
                  <c:v>38412</c:v>
                </c:pt>
                <c:pt idx="5252">
                  <c:v>38411</c:v>
                </c:pt>
                <c:pt idx="5253">
                  <c:v>38408</c:v>
                </c:pt>
                <c:pt idx="5254">
                  <c:v>38407</c:v>
                </c:pt>
                <c:pt idx="5255">
                  <c:v>38406</c:v>
                </c:pt>
                <c:pt idx="5256">
                  <c:v>38405</c:v>
                </c:pt>
                <c:pt idx="5257">
                  <c:v>38404</c:v>
                </c:pt>
                <c:pt idx="5258">
                  <c:v>38401</c:v>
                </c:pt>
                <c:pt idx="5259">
                  <c:v>38400</c:v>
                </c:pt>
                <c:pt idx="5260">
                  <c:v>38399</c:v>
                </c:pt>
                <c:pt idx="5261">
                  <c:v>38398</c:v>
                </c:pt>
                <c:pt idx="5262">
                  <c:v>38397</c:v>
                </c:pt>
                <c:pt idx="5263">
                  <c:v>38391</c:v>
                </c:pt>
                <c:pt idx="5264">
                  <c:v>38390</c:v>
                </c:pt>
                <c:pt idx="5265">
                  <c:v>38387</c:v>
                </c:pt>
                <c:pt idx="5266">
                  <c:v>38386</c:v>
                </c:pt>
                <c:pt idx="5267">
                  <c:v>38385</c:v>
                </c:pt>
                <c:pt idx="5268">
                  <c:v>38384</c:v>
                </c:pt>
                <c:pt idx="5269">
                  <c:v>38383</c:v>
                </c:pt>
                <c:pt idx="5270">
                  <c:v>38380</c:v>
                </c:pt>
                <c:pt idx="5271">
                  <c:v>38379</c:v>
                </c:pt>
                <c:pt idx="5272">
                  <c:v>38378</c:v>
                </c:pt>
                <c:pt idx="5273">
                  <c:v>38377</c:v>
                </c:pt>
                <c:pt idx="5274">
                  <c:v>38376</c:v>
                </c:pt>
                <c:pt idx="5275">
                  <c:v>38373</c:v>
                </c:pt>
                <c:pt idx="5276">
                  <c:v>38372</c:v>
                </c:pt>
                <c:pt idx="5277">
                  <c:v>38371</c:v>
                </c:pt>
                <c:pt idx="5278">
                  <c:v>38370</c:v>
                </c:pt>
                <c:pt idx="5279">
                  <c:v>38369</c:v>
                </c:pt>
                <c:pt idx="5280">
                  <c:v>38366</c:v>
                </c:pt>
                <c:pt idx="5281">
                  <c:v>38365</c:v>
                </c:pt>
                <c:pt idx="5282">
                  <c:v>38364</c:v>
                </c:pt>
                <c:pt idx="5283">
                  <c:v>38363</c:v>
                </c:pt>
                <c:pt idx="5284">
                  <c:v>38362</c:v>
                </c:pt>
                <c:pt idx="5285">
                  <c:v>38359</c:v>
                </c:pt>
                <c:pt idx="5286">
                  <c:v>38358</c:v>
                </c:pt>
                <c:pt idx="5287">
                  <c:v>38357</c:v>
                </c:pt>
                <c:pt idx="5288">
                  <c:v>38356</c:v>
                </c:pt>
                <c:pt idx="5289">
                  <c:v>38355</c:v>
                </c:pt>
                <c:pt idx="5290">
                  <c:v>38352</c:v>
                </c:pt>
                <c:pt idx="5291">
                  <c:v>38351</c:v>
                </c:pt>
                <c:pt idx="5292">
                  <c:v>38350</c:v>
                </c:pt>
                <c:pt idx="5293">
                  <c:v>38349</c:v>
                </c:pt>
                <c:pt idx="5294">
                  <c:v>38345</c:v>
                </c:pt>
                <c:pt idx="5295">
                  <c:v>38344</c:v>
                </c:pt>
                <c:pt idx="5296">
                  <c:v>38343</c:v>
                </c:pt>
                <c:pt idx="5297">
                  <c:v>38342</c:v>
                </c:pt>
                <c:pt idx="5298">
                  <c:v>38341</c:v>
                </c:pt>
                <c:pt idx="5299">
                  <c:v>38338</c:v>
                </c:pt>
                <c:pt idx="5300">
                  <c:v>38337</c:v>
                </c:pt>
                <c:pt idx="5301">
                  <c:v>38336</c:v>
                </c:pt>
                <c:pt idx="5302">
                  <c:v>38335</c:v>
                </c:pt>
                <c:pt idx="5303">
                  <c:v>38334</c:v>
                </c:pt>
                <c:pt idx="5304">
                  <c:v>38331</c:v>
                </c:pt>
                <c:pt idx="5305">
                  <c:v>38330</c:v>
                </c:pt>
                <c:pt idx="5306">
                  <c:v>38329</c:v>
                </c:pt>
                <c:pt idx="5307">
                  <c:v>38328</c:v>
                </c:pt>
                <c:pt idx="5308">
                  <c:v>38327</c:v>
                </c:pt>
                <c:pt idx="5309">
                  <c:v>38324</c:v>
                </c:pt>
                <c:pt idx="5310">
                  <c:v>38323</c:v>
                </c:pt>
                <c:pt idx="5311">
                  <c:v>38322</c:v>
                </c:pt>
                <c:pt idx="5312">
                  <c:v>38321</c:v>
                </c:pt>
                <c:pt idx="5313">
                  <c:v>38320</c:v>
                </c:pt>
                <c:pt idx="5314">
                  <c:v>38317</c:v>
                </c:pt>
                <c:pt idx="5315">
                  <c:v>38316</c:v>
                </c:pt>
                <c:pt idx="5316">
                  <c:v>38315</c:v>
                </c:pt>
                <c:pt idx="5317">
                  <c:v>38314</c:v>
                </c:pt>
                <c:pt idx="5318">
                  <c:v>38313</c:v>
                </c:pt>
                <c:pt idx="5319">
                  <c:v>38310</c:v>
                </c:pt>
                <c:pt idx="5320">
                  <c:v>38309</c:v>
                </c:pt>
                <c:pt idx="5321">
                  <c:v>38308</c:v>
                </c:pt>
                <c:pt idx="5322">
                  <c:v>38307</c:v>
                </c:pt>
                <c:pt idx="5323">
                  <c:v>38306</c:v>
                </c:pt>
                <c:pt idx="5324">
                  <c:v>38303</c:v>
                </c:pt>
                <c:pt idx="5325">
                  <c:v>38302</c:v>
                </c:pt>
                <c:pt idx="5326">
                  <c:v>38301</c:v>
                </c:pt>
                <c:pt idx="5327">
                  <c:v>38300</c:v>
                </c:pt>
                <c:pt idx="5328">
                  <c:v>38299</c:v>
                </c:pt>
                <c:pt idx="5329">
                  <c:v>38296</c:v>
                </c:pt>
                <c:pt idx="5330">
                  <c:v>38295</c:v>
                </c:pt>
                <c:pt idx="5331">
                  <c:v>38294</c:v>
                </c:pt>
                <c:pt idx="5332">
                  <c:v>38293</c:v>
                </c:pt>
                <c:pt idx="5333">
                  <c:v>38292</c:v>
                </c:pt>
                <c:pt idx="5334">
                  <c:v>38289</c:v>
                </c:pt>
                <c:pt idx="5335">
                  <c:v>38288</c:v>
                </c:pt>
                <c:pt idx="5336">
                  <c:v>38287</c:v>
                </c:pt>
                <c:pt idx="5337">
                  <c:v>38286</c:v>
                </c:pt>
                <c:pt idx="5338">
                  <c:v>38285</c:v>
                </c:pt>
                <c:pt idx="5339">
                  <c:v>38281</c:v>
                </c:pt>
                <c:pt idx="5340">
                  <c:v>38280</c:v>
                </c:pt>
                <c:pt idx="5341">
                  <c:v>38279</c:v>
                </c:pt>
                <c:pt idx="5342">
                  <c:v>38278</c:v>
                </c:pt>
                <c:pt idx="5343">
                  <c:v>38275</c:v>
                </c:pt>
                <c:pt idx="5344">
                  <c:v>38274</c:v>
                </c:pt>
                <c:pt idx="5345">
                  <c:v>38273</c:v>
                </c:pt>
                <c:pt idx="5346">
                  <c:v>38272</c:v>
                </c:pt>
                <c:pt idx="5347">
                  <c:v>38271</c:v>
                </c:pt>
                <c:pt idx="5348">
                  <c:v>38268</c:v>
                </c:pt>
                <c:pt idx="5349">
                  <c:v>38267</c:v>
                </c:pt>
                <c:pt idx="5350">
                  <c:v>38266</c:v>
                </c:pt>
                <c:pt idx="5351">
                  <c:v>38265</c:v>
                </c:pt>
                <c:pt idx="5352">
                  <c:v>38264</c:v>
                </c:pt>
                <c:pt idx="5353">
                  <c:v>38260</c:v>
                </c:pt>
                <c:pt idx="5354">
                  <c:v>38258</c:v>
                </c:pt>
                <c:pt idx="5355">
                  <c:v>38257</c:v>
                </c:pt>
                <c:pt idx="5356">
                  <c:v>38254</c:v>
                </c:pt>
                <c:pt idx="5357">
                  <c:v>38253</c:v>
                </c:pt>
                <c:pt idx="5358">
                  <c:v>38252</c:v>
                </c:pt>
                <c:pt idx="5359">
                  <c:v>38251</c:v>
                </c:pt>
                <c:pt idx="5360">
                  <c:v>38250</c:v>
                </c:pt>
                <c:pt idx="5361">
                  <c:v>38247</c:v>
                </c:pt>
                <c:pt idx="5362">
                  <c:v>38246</c:v>
                </c:pt>
                <c:pt idx="5363">
                  <c:v>38245</c:v>
                </c:pt>
                <c:pt idx="5364">
                  <c:v>38244</c:v>
                </c:pt>
                <c:pt idx="5365">
                  <c:v>38243</c:v>
                </c:pt>
                <c:pt idx="5366">
                  <c:v>38240</c:v>
                </c:pt>
                <c:pt idx="5367">
                  <c:v>38239</c:v>
                </c:pt>
                <c:pt idx="5368">
                  <c:v>38238</c:v>
                </c:pt>
                <c:pt idx="5369">
                  <c:v>38237</c:v>
                </c:pt>
                <c:pt idx="5370">
                  <c:v>38236</c:v>
                </c:pt>
                <c:pt idx="5371">
                  <c:v>38233</c:v>
                </c:pt>
                <c:pt idx="5372">
                  <c:v>38232</c:v>
                </c:pt>
                <c:pt idx="5373">
                  <c:v>38231</c:v>
                </c:pt>
                <c:pt idx="5374">
                  <c:v>38230</c:v>
                </c:pt>
                <c:pt idx="5375">
                  <c:v>38229</c:v>
                </c:pt>
                <c:pt idx="5376">
                  <c:v>38226</c:v>
                </c:pt>
                <c:pt idx="5377">
                  <c:v>38225</c:v>
                </c:pt>
                <c:pt idx="5378">
                  <c:v>38224</c:v>
                </c:pt>
                <c:pt idx="5379">
                  <c:v>38223</c:v>
                </c:pt>
                <c:pt idx="5380">
                  <c:v>38222</c:v>
                </c:pt>
                <c:pt idx="5381">
                  <c:v>38219</c:v>
                </c:pt>
                <c:pt idx="5382">
                  <c:v>38218</c:v>
                </c:pt>
                <c:pt idx="5383">
                  <c:v>38217</c:v>
                </c:pt>
                <c:pt idx="5384">
                  <c:v>38216</c:v>
                </c:pt>
                <c:pt idx="5385">
                  <c:v>38215</c:v>
                </c:pt>
                <c:pt idx="5386">
                  <c:v>38212</c:v>
                </c:pt>
                <c:pt idx="5387">
                  <c:v>38211</c:v>
                </c:pt>
                <c:pt idx="5388">
                  <c:v>38210</c:v>
                </c:pt>
                <c:pt idx="5389">
                  <c:v>38209</c:v>
                </c:pt>
                <c:pt idx="5390">
                  <c:v>38208</c:v>
                </c:pt>
                <c:pt idx="5391">
                  <c:v>38205</c:v>
                </c:pt>
                <c:pt idx="5392">
                  <c:v>38204</c:v>
                </c:pt>
                <c:pt idx="5393">
                  <c:v>38203</c:v>
                </c:pt>
                <c:pt idx="5394">
                  <c:v>38202</c:v>
                </c:pt>
                <c:pt idx="5395">
                  <c:v>38201</c:v>
                </c:pt>
                <c:pt idx="5396">
                  <c:v>38198</c:v>
                </c:pt>
                <c:pt idx="5397">
                  <c:v>38197</c:v>
                </c:pt>
                <c:pt idx="5398">
                  <c:v>38196</c:v>
                </c:pt>
                <c:pt idx="5399">
                  <c:v>38195</c:v>
                </c:pt>
                <c:pt idx="5400">
                  <c:v>38194</c:v>
                </c:pt>
                <c:pt idx="5401">
                  <c:v>38191</c:v>
                </c:pt>
                <c:pt idx="5402">
                  <c:v>38190</c:v>
                </c:pt>
                <c:pt idx="5403">
                  <c:v>38189</c:v>
                </c:pt>
                <c:pt idx="5404">
                  <c:v>38188</c:v>
                </c:pt>
                <c:pt idx="5405">
                  <c:v>38187</c:v>
                </c:pt>
                <c:pt idx="5406">
                  <c:v>38184</c:v>
                </c:pt>
                <c:pt idx="5407">
                  <c:v>38183</c:v>
                </c:pt>
                <c:pt idx="5408">
                  <c:v>38182</c:v>
                </c:pt>
                <c:pt idx="5409">
                  <c:v>38181</c:v>
                </c:pt>
                <c:pt idx="5410">
                  <c:v>38180</c:v>
                </c:pt>
                <c:pt idx="5411">
                  <c:v>38177</c:v>
                </c:pt>
                <c:pt idx="5412">
                  <c:v>38176</c:v>
                </c:pt>
                <c:pt idx="5413">
                  <c:v>38175</c:v>
                </c:pt>
                <c:pt idx="5414">
                  <c:v>38174</c:v>
                </c:pt>
                <c:pt idx="5415">
                  <c:v>38173</c:v>
                </c:pt>
                <c:pt idx="5416">
                  <c:v>38170</c:v>
                </c:pt>
                <c:pt idx="5417">
                  <c:v>38168</c:v>
                </c:pt>
                <c:pt idx="5418">
                  <c:v>38167</c:v>
                </c:pt>
                <c:pt idx="5419">
                  <c:v>38166</c:v>
                </c:pt>
                <c:pt idx="5420">
                  <c:v>38163</c:v>
                </c:pt>
                <c:pt idx="5421">
                  <c:v>38162</c:v>
                </c:pt>
                <c:pt idx="5422">
                  <c:v>38161</c:v>
                </c:pt>
                <c:pt idx="5423">
                  <c:v>38159</c:v>
                </c:pt>
                <c:pt idx="5424">
                  <c:v>38156</c:v>
                </c:pt>
                <c:pt idx="5425">
                  <c:v>38155</c:v>
                </c:pt>
                <c:pt idx="5426">
                  <c:v>38154</c:v>
                </c:pt>
                <c:pt idx="5427">
                  <c:v>38153</c:v>
                </c:pt>
                <c:pt idx="5428">
                  <c:v>38152</c:v>
                </c:pt>
                <c:pt idx="5429">
                  <c:v>38149</c:v>
                </c:pt>
                <c:pt idx="5430">
                  <c:v>38148</c:v>
                </c:pt>
                <c:pt idx="5431">
                  <c:v>38147</c:v>
                </c:pt>
                <c:pt idx="5432">
                  <c:v>38146</c:v>
                </c:pt>
                <c:pt idx="5433">
                  <c:v>38145</c:v>
                </c:pt>
                <c:pt idx="5434">
                  <c:v>38142</c:v>
                </c:pt>
                <c:pt idx="5435">
                  <c:v>38141</c:v>
                </c:pt>
                <c:pt idx="5436">
                  <c:v>38140</c:v>
                </c:pt>
                <c:pt idx="5437">
                  <c:v>38139</c:v>
                </c:pt>
                <c:pt idx="5438">
                  <c:v>38138</c:v>
                </c:pt>
                <c:pt idx="5439">
                  <c:v>38135</c:v>
                </c:pt>
                <c:pt idx="5440">
                  <c:v>38134</c:v>
                </c:pt>
                <c:pt idx="5441">
                  <c:v>38132</c:v>
                </c:pt>
                <c:pt idx="5442">
                  <c:v>38131</c:v>
                </c:pt>
                <c:pt idx="5443">
                  <c:v>38128</c:v>
                </c:pt>
                <c:pt idx="5444">
                  <c:v>38127</c:v>
                </c:pt>
                <c:pt idx="5445">
                  <c:v>38126</c:v>
                </c:pt>
                <c:pt idx="5446">
                  <c:v>38125</c:v>
                </c:pt>
                <c:pt idx="5447">
                  <c:v>38124</c:v>
                </c:pt>
                <c:pt idx="5448">
                  <c:v>38121</c:v>
                </c:pt>
                <c:pt idx="5449">
                  <c:v>38120</c:v>
                </c:pt>
                <c:pt idx="5450">
                  <c:v>38119</c:v>
                </c:pt>
                <c:pt idx="5451">
                  <c:v>38118</c:v>
                </c:pt>
                <c:pt idx="5452">
                  <c:v>38117</c:v>
                </c:pt>
                <c:pt idx="5453">
                  <c:v>38114</c:v>
                </c:pt>
                <c:pt idx="5454">
                  <c:v>38113</c:v>
                </c:pt>
                <c:pt idx="5455">
                  <c:v>38112</c:v>
                </c:pt>
                <c:pt idx="5456">
                  <c:v>38111</c:v>
                </c:pt>
                <c:pt idx="5457">
                  <c:v>38110</c:v>
                </c:pt>
                <c:pt idx="5458">
                  <c:v>38107</c:v>
                </c:pt>
                <c:pt idx="5459">
                  <c:v>38106</c:v>
                </c:pt>
                <c:pt idx="5460">
                  <c:v>38105</c:v>
                </c:pt>
                <c:pt idx="5461">
                  <c:v>38104</c:v>
                </c:pt>
                <c:pt idx="5462">
                  <c:v>38103</c:v>
                </c:pt>
                <c:pt idx="5463">
                  <c:v>38100</c:v>
                </c:pt>
                <c:pt idx="5464">
                  <c:v>38099</c:v>
                </c:pt>
                <c:pt idx="5465">
                  <c:v>38098</c:v>
                </c:pt>
                <c:pt idx="5466">
                  <c:v>38097</c:v>
                </c:pt>
                <c:pt idx="5467">
                  <c:v>38096</c:v>
                </c:pt>
                <c:pt idx="5468">
                  <c:v>38093</c:v>
                </c:pt>
                <c:pt idx="5469">
                  <c:v>38092</c:v>
                </c:pt>
                <c:pt idx="5470">
                  <c:v>38091</c:v>
                </c:pt>
                <c:pt idx="5471">
                  <c:v>38090</c:v>
                </c:pt>
                <c:pt idx="5472">
                  <c:v>38085</c:v>
                </c:pt>
                <c:pt idx="5473">
                  <c:v>38084</c:v>
                </c:pt>
                <c:pt idx="5474">
                  <c:v>38083</c:v>
                </c:pt>
                <c:pt idx="5475">
                  <c:v>38079</c:v>
                </c:pt>
                <c:pt idx="5476">
                  <c:v>38078</c:v>
                </c:pt>
                <c:pt idx="5477">
                  <c:v>38077</c:v>
                </c:pt>
                <c:pt idx="5478">
                  <c:v>38076</c:v>
                </c:pt>
                <c:pt idx="5479">
                  <c:v>38075</c:v>
                </c:pt>
                <c:pt idx="5480">
                  <c:v>38072</c:v>
                </c:pt>
                <c:pt idx="5481">
                  <c:v>38071</c:v>
                </c:pt>
                <c:pt idx="5482">
                  <c:v>38070</c:v>
                </c:pt>
                <c:pt idx="5483">
                  <c:v>38069</c:v>
                </c:pt>
                <c:pt idx="5484">
                  <c:v>38068</c:v>
                </c:pt>
                <c:pt idx="5485">
                  <c:v>38065</c:v>
                </c:pt>
                <c:pt idx="5486">
                  <c:v>38064</c:v>
                </c:pt>
                <c:pt idx="5487">
                  <c:v>38063</c:v>
                </c:pt>
                <c:pt idx="5488">
                  <c:v>38062</c:v>
                </c:pt>
                <c:pt idx="5489">
                  <c:v>38061</c:v>
                </c:pt>
                <c:pt idx="5490">
                  <c:v>38058</c:v>
                </c:pt>
                <c:pt idx="5491">
                  <c:v>38057</c:v>
                </c:pt>
                <c:pt idx="5492">
                  <c:v>38056</c:v>
                </c:pt>
                <c:pt idx="5493">
                  <c:v>38055</c:v>
                </c:pt>
                <c:pt idx="5494">
                  <c:v>38054</c:v>
                </c:pt>
                <c:pt idx="5495">
                  <c:v>38051</c:v>
                </c:pt>
                <c:pt idx="5496">
                  <c:v>38050</c:v>
                </c:pt>
                <c:pt idx="5497">
                  <c:v>38049</c:v>
                </c:pt>
                <c:pt idx="5498">
                  <c:v>38048</c:v>
                </c:pt>
                <c:pt idx="5499">
                  <c:v>38047</c:v>
                </c:pt>
                <c:pt idx="5500">
                  <c:v>38044</c:v>
                </c:pt>
                <c:pt idx="5501">
                  <c:v>38043</c:v>
                </c:pt>
                <c:pt idx="5502">
                  <c:v>38042</c:v>
                </c:pt>
                <c:pt idx="5503">
                  <c:v>38041</c:v>
                </c:pt>
                <c:pt idx="5504">
                  <c:v>38040</c:v>
                </c:pt>
                <c:pt idx="5505">
                  <c:v>38037</c:v>
                </c:pt>
                <c:pt idx="5506">
                  <c:v>38036</c:v>
                </c:pt>
                <c:pt idx="5507">
                  <c:v>38035</c:v>
                </c:pt>
                <c:pt idx="5508">
                  <c:v>38034</c:v>
                </c:pt>
                <c:pt idx="5509">
                  <c:v>38033</c:v>
                </c:pt>
                <c:pt idx="5510">
                  <c:v>38030</c:v>
                </c:pt>
                <c:pt idx="5511">
                  <c:v>38029</c:v>
                </c:pt>
                <c:pt idx="5512">
                  <c:v>38028</c:v>
                </c:pt>
                <c:pt idx="5513">
                  <c:v>38027</c:v>
                </c:pt>
                <c:pt idx="5514">
                  <c:v>38026</c:v>
                </c:pt>
                <c:pt idx="5515">
                  <c:v>38023</c:v>
                </c:pt>
                <c:pt idx="5516">
                  <c:v>38022</c:v>
                </c:pt>
                <c:pt idx="5517">
                  <c:v>38021</c:v>
                </c:pt>
                <c:pt idx="5518">
                  <c:v>38020</c:v>
                </c:pt>
                <c:pt idx="5519">
                  <c:v>38019</c:v>
                </c:pt>
                <c:pt idx="5520">
                  <c:v>38016</c:v>
                </c:pt>
                <c:pt idx="5521">
                  <c:v>38015</c:v>
                </c:pt>
                <c:pt idx="5522">
                  <c:v>38014</c:v>
                </c:pt>
                <c:pt idx="5523">
                  <c:v>38013</c:v>
                </c:pt>
                <c:pt idx="5524">
                  <c:v>38012</c:v>
                </c:pt>
                <c:pt idx="5525">
                  <c:v>38007</c:v>
                </c:pt>
                <c:pt idx="5526">
                  <c:v>38006</c:v>
                </c:pt>
                <c:pt idx="5527">
                  <c:v>38005</c:v>
                </c:pt>
                <c:pt idx="5528">
                  <c:v>38002</c:v>
                </c:pt>
                <c:pt idx="5529">
                  <c:v>38001</c:v>
                </c:pt>
                <c:pt idx="5530">
                  <c:v>38000</c:v>
                </c:pt>
                <c:pt idx="5531">
                  <c:v>37999</c:v>
                </c:pt>
                <c:pt idx="5532">
                  <c:v>37998</c:v>
                </c:pt>
                <c:pt idx="5533">
                  <c:v>37995</c:v>
                </c:pt>
                <c:pt idx="5534">
                  <c:v>37994</c:v>
                </c:pt>
                <c:pt idx="5535">
                  <c:v>37993</c:v>
                </c:pt>
                <c:pt idx="5536">
                  <c:v>37992</c:v>
                </c:pt>
                <c:pt idx="5537">
                  <c:v>37991</c:v>
                </c:pt>
                <c:pt idx="5538">
                  <c:v>37988</c:v>
                </c:pt>
                <c:pt idx="5539">
                  <c:v>37986</c:v>
                </c:pt>
                <c:pt idx="5540">
                  <c:v>37985</c:v>
                </c:pt>
                <c:pt idx="5541">
                  <c:v>37984</c:v>
                </c:pt>
                <c:pt idx="5542">
                  <c:v>37979</c:v>
                </c:pt>
                <c:pt idx="5543">
                  <c:v>37978</c:v>
                </c:pt>
                <c:pt idx="5544">
                  <c:v>37977</c:v>
                </c:pt>
                <c:pt idx="5545">
                  <c:v>37974</c:v>
                </c:pt>
                <c:pt idx="5546">
                  <c:v>37973</c:v>
                </c:pt>
                <c:pt idx="5547">
                  <c:v>37972</c:v>
                </c:pt>
                <c:pt idx="5548">
                  <c:v>37971</c:v>
                </c:pt>
                <c:pt idx="5549">
                  <c:v>37970</c:v>
                </c:pt>
                <c:pt idx="5550">
                  <c:v>37967</c:v>
                </c:pt>
                <c:pt idx="5551">
                  <c:v>37966</c:v>
                </c:pt>
                <c:pt idx="5552">
                  <c:v>37965</c:v>
                </c:pt>
                <c:pt idx="5553">
                  <c:v>37964</c:v>
                </c:pt>
                <c:pt idx="5554">
                  <c:v>37963</c:v>
                </c:pt>
                <c:pt idx="5555">
                  <c:v>37960</c:v>
                </c:pt>
                <c:pt idx="5556">
                  <c:v>37959</c:v>
                </c:pt>
                <c:pt idx="5557">
                  <c:v>37958</c:v>
                </c:pt>
                <c:pt idx="5558">
                  <c:v>37957</c:v>
                </c:pt>
                <c:pt idx="5559">
                  <c:v>37956</c:v>
                </c:pt>
                <c:pt idx="5560">
                  <c:v>37953</c:v>
                </c:pt>
                <c:pt idx="5561">
                  <c:v>37952</c:v>
                </c:pt>
                <c:pt idx="5562">
                  <c:v>37951</c:v>
                </c:pt>
                <c:pt idx="5563">
                  <c:v>37950</c:v>
                </c:pt>
                <c:pt idx="5564">
                  <c:v>37949</c:v>
                </c:pt>
                <c:pt idx="5565">
                  <c:v>37946</c:v>
                </c:pt>
                <c:pt idx="5566">
                  <c:v>37945</c:v>
                </c:pt>
                <c:pt idx="5567">
                  <c:v>37944</c:v>
                </c:pt>
                <c:pt idx="5568">
                  <c:v>37943</c:v>
                </c:pt>
                <c:pt idx="5569">
                  <c:v>37942</c:v>
                </c:pt>
                <c:pt idx="5570">
                  <c:v>37939</c:v>
                </c:pt>
                <c:pt idx="5571">
                  <c:v>37938</c:v>
                </c:pt>
                <c:pt idx="5572">
                  <c:v>37937</c:v>
                </c:pt>
                <c:pt idx="5573">
                  <c:v>37936</c:v>
                </c:pt>
                <c:pt idx="5574">
                  <c:v>37935</c:v>
                </c:pt>
                <c:pt idx="5575">
                  <c:v>37932</c:v>
                </c:pt>
                <c:pt idx="5576">
                  <c:v>37931</c:v>
                </c:pt>
                <c:pt idx="5577">
                  <c:v>37930</c:v>
                </c:pt>
                <c:pt idx="5578">
                  <c:v>37929</c:v>
                </c:pt>
                <c:pt idx="5579">
                  <c:v>37928</c:v>
                </c:pt>
                <c:pt idx="5580">
                  <c:v>37925</c:v>
                </c:pt>
                <c:pt idx="5581">
                  <c:v>37924</c:v>
                </c:pt>
                <c:pt idx="5582">
                  <c:v>37923</c:v>
                </c:pt>
                <c:pt idx="5583">
                  <c:v>37922</c:v>
                </c:pt>
                <c:pt idx="5584">
                  <c:v>37921</c:v>
                </c:pt>
                <c:pt idx="5585">
                  <c:v>37918</c:v>
                </c:pt>
                <c:pt idx="5586">
                  <c:v>37917</c:v>
                </c:pt>
                <c:pt idx="5587">
                  <c:v>37916</c:v>
                </c:pt>
                <c:pt idx="5588">
                  <c:v>37915</c:v>
                </c:pt>
                <c:pt idx="5589">
                  <c:v>37914</c:v>
                </c:pt>
                <c:pt idx="5590">
                  <c:v>37911</c:v>
                </c:pt>
                <c:pt idx="5591">
                  <c:v>37910</c:v>
                </c:pt>
                <c:pt idx="5592">
                  <c:v>37909</c:v>
                </c:pt>
                <c:pt idx="5593">
                  <c:v>37908</c:v>
                </c:pt>
                <c:pt idx="5594">
                  <c:v>37907</c:v>
                </c:pt>
                <c:pt idx="5595">
                  <c:v>37904</c:v>
                </c:pt>
                <c:pt idx="5596">
                  <c:v>37903</c:v>
                </c:pt>
                <c:pt idx="5597">
                  <c:v>37902</c:v>
                </c:pt>
                <c:pt idx="5598">
                  <c:v>37901</c:v>
                </c:pt>
                <c:pt idx="5599">
                  <c:v>37900</c:v>
                </c:pt>
                <c:pt idx="5600">
                  <c:v>37897</c:v>
                </c:pt>
                <c:pt idx="5601">
                  <c:v>37896</c:v>
                </c:pt>
                <c:pt idx="5602">
                  <c:v>37894</c:v>
                </c:pt>
                <c:pt idx="5603">
                  <c:v>37893</c:v>
                </c:pt>
                <c:pt idx="5604">
                  <c:v>37890</c:v>
                </c:pt>
                <c:pt idx="5605">
                  <c:v>37889</c:v>
                </c:pt>
                <c:pt idx="5606">
                  <c:v>37888</c:v>
                </c:pt>
                <c:pt idx="5607">
                  <c:v>37887</c:v>
                </c:pt>
                <c:pt idx="5608">
                  <c:v>37886</c:v>
                </c:pt>
                <c:pt idx="5609">
                  <c:v>37883</c:v>
                </c:pt>
                <c:pt idx="5610">
                  <c:v>37882</c:v>
                </c:pt>
                <c:pt idx="5611">
                  <c:v>37881</c:v>
                </c:pt>
                <c:pt idx="5612">
                  <c:v>37880</c:v>
                </c:pt>
                <c:pt idx="5613">
                  <c:v>37879</c:v>
                </c:pt>
                <c:pt idx="5614">
                  <c:v>37875</c:v>
                </c:pt>
                <c:pt idx="5615">
                  <c:v>37874</c:v>
                </c:pt>
                <c:pt idx="5616">
                  <c:v>37873</c:v>
                </c:pt>
                <c:pt idx="5617">
                  <c:v>37872</c:v>
                </c:pt>
                <c:pt idx="5618">
                  <c:v>37869</c:v>
                </c:pt>
                <c:pt idx="5619">
                  <c:v>37868</c:v>
                </c:pt>
                <c:pt idx="5620">
                  <c:v>37867</c:v>
                </c:pt>
                <c:pt idx="5621">
                  <c:v>37866</c:v>
                </c:pt>
                <c:pt idx="5622">
                  <c:v>37865</c:v>
                </c:pt>
                <c:pt idx="5623">
                  <c:v>37862</c:v>
                </c:pt>
                <c:pt idx="5624">
                  <c:v>37861</c:v>
                </c:pt>
                <c:pt idx="5625">
                  <c:v>37860</c:v>
                </c:pt>
                <c:pt idx="5626">
                  <c:v>37859</c:v>
                </c:pt>
                <c:pt idx="5627">
                  <c:v>37858</c:v>
                </c:pt>
                <c:pt idx="5628">
                  <c:v>37855</c:v>
                </c:pt>
                <c:pt idx="5629">
                  <c:v>37854</c:v>
                </c:pt>
                <c:pt idx="5630">
                  <c:v>37853</c:v>
                </c:pt>
                <c:pt idx="5631">
                  <c:v>37852</c:v>
                </c:pt>
                <c:pt idx="5632">
                  <c:v>37851</c:v>
                </c:pt>
                <c:pt idx="5633">
                  <c:v>37848</c:v>
                </c:pt>
                <c:pt idx="5634">
                  <c:v>37847</c:v>
                </c:pt>
                <c:pt idx="5635">
                  <c:v>37846</c:v>
                </c:pt>
                <c:pt idx="5636">
                  <c:v>37845</c:v>
                </c:pt>
                <c:pt idx="5637">
                  <c:v>37844</c:v>
                </c:pt>
                <c:pt idx="5638">
                  <c:v>37841</c:v>
                </c:pt>
                <c:pt idx="5639">
                  <c:v>37840</c:v>
                </c:pt>
                <c:pt idx="5640">
                  <c:v>37839</c:v>
                </c:pt>
                <c:pt idx="5641">
                  <c:v>37838</c:v>
                </c:pt>
                <c:pt idx="5642">
                  <c:v>37837</c:v>
                </c:pt>
                <c:pt idx="5643">
                  <c:v>37834</c:v>
                </c:pt>
                <c:pt idx="5644">
                  <c:v>37833</c:v>
                </c:pt>
                <c:pt idx="5645">
                  <c:v>37832</c:v>
                </c:pt>
                <c:pt idx="5646">
                  <c:v>37831</c:v>
                </c:pt>
                <c:pt idx="5647">
                  <c:v>37830</c:v>
                </c:pt>
                <c:pt idx="5648">
                  <c:v>37827</c:v>
                </c:pt>
                <c:pt idx="5649">
                  <c:v>37826</c:v>
                </c:pt>
                <c:pt idx="5650">
                  <c:v>37825</c:v>
                </c:pt>
                <c:pt idx="5651">
                  <c:v>37824</c:v>
                </c:pt>
                <c:pt idx="5652">
                  <c:v>37823</c:v>
                </c:pt>
                <c:pt idx="5653">
                  <c:v>37820</c:v>
                </c:pt>
                <c:pt idx="5654">
                  <c:v>37819</c:v>
                </c:pt>
                <c:pt idx="5655">
                  <c:v>37818</c:v>
                </c:pt>
                <c:pt idx="5656">
                  <c:v>37817</c:v>
                </c:pt>
                <c:pt idx="5657">
                  <c:v>37816</c:v>
                </c:pt>
                <c:pt idx="5658">
                  <c:v>37813</c:v>
                </c:pt>
                <c:pt idx="5659">
                  <c:v>37812</c:v>
                </c:pt>
                <c:pt idx="5660">
                  <c:v>37811</c:v>
                </c:pt>
                <c:pt idx="5661">
                  <c:v>37810</c:v>
                </c:pt>
                <c:pt idx="5662">
                  <c:v>37809</c:v>
                </c:pt>
                <c:pt idx="5663">
                  <c:v>37806</c:v>
                </c:pt>
                <c:pt idx="5664">
                  <c:v>37805</c:v>
                </c:pt>
                <c:pt idx="5665">
                  <c:v>37804</c:v>
                </c:pt>
                <c:pt idx="5666">
                  <c:v>37802</c:v>
                </c:pt>
                <c:pt idx="5667">
                  <c:v>37799</c:v>
                </c:pt>
                <c:pt idx="5668">
                  <c:v>37798</c:v>
                </c:pt>
                <c:pt idx="5669">
                  <c:v>37797</c:v>
                </c:pt>
                <c:pt idx="5670">
                  <c:v>37796</c:v>
                </c:pt>
                <c:pt idx="5671">
                  <c:v>37795</c:v>
                </c:pt>
                <c:pt idx="5672">
                  <c:v>37792</c:v>
                </c:pt>
                <c:pt idx="5673">
                  <c:v>37791</c:v>
                </c:pt>
                <c:pt idx="5674">
                  <c:v>37790</c:v>
                </c:pt>
                <c:pt idx="5675">
                  <c:v>37789</c:v>
                </c:pt>
                <c:pt idx="5676">
                  <c:v>37788</c:v>
                </c:pt>
                <c:pt idx="5677">
                  <c:v>37785</c:v>
                </c:pt>
                <c:pt idx="5678">
                  <c:v>37784</c:v>
                </c:pt>
                <c:pt idx="5679">
                  <c:v>37783</c:v>
                </c:pt>
                <c:pt idx="5680">
                  <c:v>37782</c:v>
                </c:pt>
                <c:pt idx="5681">
                  <c:v>37781</c:v>
                </c:pt>
                <c:pt idx="5682">
                  <c:v>37778</c:v>
                </c:pt>
                <c:pt idx="5683">
                  <c:v>37777</c:v>
                </c:pt>
                <c:pt idx="5684">
                  <c:v>37775</c:v>
                </c:pt>
                <c:pt idx="5685">
                  <c:v>37774</c:v>
                </c:pt>
                <c:pt idx="5686">
                  <c:v>37771</c:v>
                </c:pt>
                <c:pt idx="5687">
                  <c:v>37770</c:v>
                </c:pt>
                <c:pt idx="5688">
                  <c:v>37769</c:v>
                </c:pt>
                <c:pt idx="5689">
                  <c:v>37768</c:v>
                </c:pt>
                <c:pt idx="5690">
                  <c:v>37767</c:v>
                </c:pt>
                <c:pt idx="5691">
                  <c:v>37764</c:v>
                </c:pt>
                <c:pt idx="5692">
                  <c:v>37763</c:v>
                </c:pt>
                <c:pt idx="5693">
                  <c:v>37762</c:v>
                </c:pt>
                <c:pt idx="5694">
                  <c:v>37761</c:v>
                </c:pt>
                <c:pt idx="5695">
                  <c:v>37760</c:v>
                </c:pt>
                <c:pt idx="5696">
                  <c:v>37757</c:v>
                </c:pt>
                <c:pt idx="5697">
                  <c:v>37756</c:v>
                </c:pt>
                <c:pt idx="5698">
                  <c:v>37755</c:v>
                </c:pt>
                <c:pt idx="5699">
                  <c:v>37754</c:v>
                </c:pt>
                <c:pt idx="5700">
                  <c:v>37753</c:v>
                </c:pt>
                <c:pt idx="5701">
                  <c:v>37750</c:v>
                </c:pt>
                <c:pt idx="5702">
                  <c:v>37748</c:v>
                </c:pt>
                <c:pt idx="5703">
                  <c:v>37747</c:v>
                </c:pt>
                <c:pt idx="5704">
                  <c:v>37746</c:v>
                </c:pt>
                <c:pt idx="5705">
                  <c:v>37743</c:v>
                </c:pt>
                <c:pt idx="5706">
                  <c:v>37741</c:v>
                </c:pt>
                <c:pt idx="5707">
                  <c:v>37740</c:v>
                </c:pt>
                <c:pt idx="5708">
                  <c:v>37739</c:v>
                </c:pt>
                <c:pt idx="5709">
                  <c:v>37736</c:v>
                </c:pt>
                <c:pt idx="5710">
                  <c:v>37735</c:v>
                </c:pt>
                <c:pt idx="5711">
                  <c:v>37734</c:v>
                </c:pt>
                <c:pt idx="5712">
                  <c:v>37733</c:v>
                </c:pt>
                <c:pt idx="5713">
                  <c:v>37728</c:v>
                </c:pt>
                <c:pt idx="5714">
                  <c:v>37727</c:v>
                </c:pt>
                <c:pt idx="5715">
                  <c:v>37726</c:v>
                </c:pt>
                <c:pt idx="5716">
                  <c:v>37725</c:v>
                </c:pt>
                <c:pt idx="5717">
                  <c:v>37722</c:v>
                </c:pt>
                <c:pt idx="5718">
                  <c:v>37721</c:v>
                </c:pt>
                <c:pt idx="5719">
                  <c:v>37720</c:v>
                </c:pt>
                <c:pt idx="5720">
                  <c:v>37719</c:v>
                </c:pt>
                <c:pt idx="5721">
                  <c:v>37718</c:v>
                </c:pt>
                <c:pt idx="5722">
                  <c:v>37715</c:v>
                </c:pt>
                <c:pt idx="5723">
                  <c:v>37714</c:v>
                </c:pt>
                <c:pt idx="5724">
                  <c:v>37713</c:v>
                </c:pt>
                <c:pt idx="5725">
                  <c:v>37712</c:v>
                </c:pt>
                <c:pt idx="5726">
                  <c:v>37711</c:v>
                </c:pt>
                <c:pt idx="5727">
                  <c:v>37708</c:v>
                </c:pt>
                <c:pt idx="5728">
                  <c:v>37707</c:v>
                </c:pt>
                <c:pt idx="5729">
                  <c:v>37706</c:v>
                </c:pt>
                <c:pt idx="5730">
                  <c:v>37705</c:v>
                </c:pt>
                <c:pt idx="5731">
                  <c:v>37704</c:v>
                </c:pt>
                <c:pt idx="5732">
                  <c:v>37701</c:v>
                </c:pt>
                <c:pt idx="5733">
                  <c:v>37700</c:v>
                </c:pt>
                <c:pt idx="5734">
                  <c:v>37699</c:v>
                </c:pt>
                <c:pt idx="5735">
                  <c:v>37698</c:v>
                </c:pt>
                <c:pt idx="5736">
                  <c:v>37697</c:v>
                </c:pt>
                <c:pt idx="5737">
                  <c:v>37694</c:v>
                </c:pt>
                <c:pt idx="5738">
                  <c:v>37693</c:v>
                </c:pt>
                <c:pt idx="5739">
                  <c:v>37692</c:v>
                </c:pt>
                <c:pt idx="5740">
                  <c:v>37691</c:v>
                </c:pt>
                <c:pt idx="5741">
                  <c:v>37690</c:v>
                </c:pt>
                <c:pt idx="5742">
                  <c:v>37687</c:v>
                </c:pt>
                <c:pt idx="5743">
                  <c:v>37686</c:v>
                </c:pt>
                <c:pt idx="5744">
                  <c:v>37685</c:v>
                </c:pt>
                <c:pt idx="5745">
                  <c:v>37684</c:v>
                </c:pt>
                <c:pt idx="5746">
                  <c:v>37683</c:v>
                </c:pt>
                <c:pt idx="5747">
                  <c:v>37680</c:v>
                </c:pt>
                <c:pt idx="5748">
                  <c:v>37679</c:v>
                </c:pt>
                <c:pt idx="5749">
                  <c:v>37678</c:v>
                </c:pt>
                <c:pt idx="5750">
                  <c:v>37677</c:v>
                </c:pt>
                <c:pt idx="5751">
                  <c:v>37676</c:v>
                </c:pt>
                <c:pt idx="5752">
                  <c:v>37673</c:v>
                </c:pt>
                <c:pt idx="5753">
                  <c:v>37672</c:v>
                </c:pt>
                <c:pt idx="5754">
                  <c:v>37671</c:v>
                </c:pt>
                <c:pt idx="5755">
                  <c:v>37670</c:v>
                </c:pt>
                <c:pt idx="5756">
                  <c:v>37669</c:v>
                </c:pt>
                <c:pt idx="5757">
                  <c:v>37666</c:v>
                </c:pt>
                <c:pt idx="5758">
                  <c:v>37665</c:v>
                </c:pt>
                <c:pt idx="5759">
                  <c:v>37664</c:v>
                </c:pt>
                <c:pt idx="5760">
                  <c:v>37663</c:v>
                </c:pt>
                <c:pt idx="5761">
                  <c:v>37662</c:v>
                </c:pt>
                <c:pt idx="5762">
                  <c:v>37659</c:v>
                </c:pt>
                <c:pt idx="5763">
                  <c:v>37658</c:v>
                </c:pt>
                <c:pt idx="5764">
                  <c:v>37657</c:v>
                </c:pt>
                <c:pt idx="5765">
                  <c:v>37656</c:v>
                </c:pt>
                <c:pt idx="5766">
                  <c:v>37651</c:v>
                </c:pt>
                <c:pt idx="5767">
                  <c:v>37650</c:v>
                </c:pt>
                <c:pt idx="5768">
                  <c:v>37649</c:v>
                </c:pt>
                <c:pt idx="5769">
                  <c:v>37648</c:v>
                </c:pt>
                <c:pt idx="5770">
                  <c:v>37645</c:v>
                </c:pt>
                <c:pt idx="5771">
                  <c:v>37644</c:v>
                </c:pt>
                <c:pt idx="5772">
                  <c:v>37643</c:v>
                </c:pt>
                <c:pt idx="5773">
                  <c:v>37642</c:v>
                </c:pt>
                <c:pt idx="5774">
                  <c:v>37641</c:v>
                </c:pt>
                <c:pt idx="5775">
                  <c:v>37638</c:v>
                </c:pt>
                <c:pt idx="5776">
                  <c:v>37637</c:v>
                </c:pt>
                <c:pt idx="5777">
                  <c:v>37636</c:v>
                </c:pt>
                <c:pt idx="5778">
                  <c:v>37635</c:v>
                </c:pt>
                <c:pt idx="5779">
                  <c:v>37634</c:v>
                </c:pt>
                <c:pt idx="5780">
                  <c:v>37631</c:v>
                </c:pt>
                <c:pt idx="5781">
                  <c:v>37630</c:v>
                </c:pt>
                <c:pt idx="5782">
                  <c:v>37629</c:v>
                </c:pt>
                <c:pt idx="5783">
                  <c:v>37628</c:v>
                </c:pt>
                <c:pt idx="5784">
                  <c:v>37627</c:v>
                </c:pt>
                <c:pt idx="5785">
                  <c:v>37624</c:v>
                </c:pt>
                <c:pt idx="5786">
                  <c:v>37623</c:v>
                </c:pt>
                <c:pt idx="5787">
                  <c:v>37621</c:v>
                </c:pt>
                <c:pt idx="5788">
                  <c:v>37620</c:v>
                </c:pt>
                <c:pt idx="5789">
                  <c:v>37617</c:v>
                </c:pt>
                <c:pt idx="5790">
                  <c:v>37614</c:v>
                </c:pt>
                <c:pt idx="5791">
                  <c:v>37613</c:v>
                </c:pt>
                <c:pt idx="5792">
                  <c:v>37610</c:v>
                </c:pt>
                <c:pt idx="5793">
                  <c:v>37609</c:v>
                </c:pt>
                <c:pt idx="5794">
                  <c:v>37608</c:v>
                </c:pt>
                <c:pt idx="5795">
                  <c:v>37607</c:v>
                </c:pt>
                <c:pt idx="5796">
                  <c:v>37606</c:v>
                </c:pt>
                <c:pt idx="5797">
                  <c:v>37603</c:v>
                </c:pt>
                <c:pt idx="5798">
                  <c:v>37602</c:v>
                </c:pt>
                <c:pt idx="5799">
                  <c:v>37601</c:v>
                </c:pt>
                <c:pt idx="5800">
                  <c:v>37600</c:v>
                </c:pt>
                <c:pt idx="5801">
                  <c:v>37599</c:v>
                </c:pt>
                <c:pt idx="5802">
                  <c:v>37596</c:v>
                </c:pt>
                <c:pt idx="5803">
                  <c:v>37595</c:v>
                </c:pt>
                <c:pt idx="5804">
                  <c:v>37594</c:v>
                </c:pt>
                <c:pt idx="5805">
                  <c:v>37593</c:v>
                </c:pt>
                <c:pt idx="5806">
                  <c:v>37592</c:v>
                </c:pt>
                <c:pt idx="5807">
                  <c:v>37589</c:v>
                </c:pt>
                <c:pt idx="5808">
                  <c:v>37588</c:v>
                </c:pt>
                <c:pt idx="5809">
                  <c:v>37587</c:v>
                </c:pt>
                <c:pt idx="5810">
                  <c:v>37586</c:v>
                </c:pt>
                <c:pt idx="5811">
                  <c:v>37585</c:v>
                </c:pt>
                <c:pt idx="5812">
                  <c:v>37582</c:v>
                </c:pt>
                <c:pt idx="5813">
                  <c:v>37581</c:v>
                </c:pt>
                <c:pt idx="5814">
                  <c:v>37580</c:v>
                </c:pt>
                <c:pt idx="5815">
                  <c:v>37579</c:v>
                </c:pt>
                <c:pt idx="5816">
                  <c:v>37578</c:v>
                </c:pt>
                <c:pt idx="5817">
                  <c:v>37575</c:v>
                </c:pt>
                <c:pt idx="5818">
                  <c:v>37574</c:v>
                </c:pt>
                <c:pt idx="5819">
                  <c:v>37573</c:v>
                </c:pt>
                <c:pt idx="5820">
                  <c:v>37572</c:v>
                </c:pt>
                <c:pt idx="5821">
                  <c:v>37571</c:v>
                </c:pt>
                <c:pt idx="5822">
                  <c:v>37568</c:v>
                </c:pt>
                <c:pt idx="5823">
                  <c:v>37567</c:v>
                </c:pt>
                <c:pt idx="5824">
                  <c:v>37566</c:v>
                </c:pt>
                <c:pt idx="5825">
                  <c:v>37565</c:v>
                </c:pt>
                <c:pt idx="5826">
                  <c:v>37564</c:v>
                </c:pt>
                <c:pt idx="5827">
                  <c:v>37561</c:v>
                </c:pt>
                <c:pt idx="5828">
                  <c:v>37560</c:v>
                </c:pt>
                <c:pt idx="5829">
                  <c:v>37559</c:v>
                </c:pt>
                <c:pt idx="5830">
                  <c:v>37558</c:v>
                </c:pt>
                <c:pt idx="5831">
                  <c:v>37557</c:v>
                </c:pt>
                <c:pt idx="5832">
                  <c:v>37554</c:v>
                </c:pt>
                <c:pt idx="5833">
                  <c:v>37553</c:v>
                </c:pt>
                <c:pt idx="5834">
                  <c:v>37552</c:v>
                </c:pt>
                <c:pt idx="5835">
                  <c:v>37551</c:v>
                </c:pt>
                <c:pt idx="5836">
                  <c:v>37550</c:v>
                </c:pt>
                <c:pt idx="5837">
                  <c:v>37547</c:v>
                </c:pt>
                <c:pt idx="5838">
                  <c:v>37546</c:v>
                </c:pt>
                <c:pt idx="5839">
                  <c:v>37545</c:v>
                </c:pt>
                <c:pt idx="5840">
                  <c:v>37544</c:v>
                </c:pt>
                <c:pt idx="5841">
                  <c:v>37540</c:v>
                </c:pt>
                <c:pt idx="5842">
                  <c:v>37539</c:v>
                </c:pt>
                <c:pt idx="5843">
                  <c:v>37538</c:v>
                </c:pt>
                <c:pt idx="5844">
                  <c:v>37537</c:v>
                </c:pt>
                <c:pt idx="5845">
                  <c:v>37536</c:v>
                </c:pt>
                <c:pt idx="5846">
                  <c:v>37533</c:v>
                </c:pt>
                <c:pt idx="5847">
                  <c:v>37532</c:v>
                </c:pt>
                <c:pt idx="5848">
                  <c:v>37531</c:v>
                </c:pt>
                <c:pt idx="5849">
                  <c:v>37529</c:v>
                </c:pt>
                <c:pt idx="5850">
                  <c:v>37526</c:v>
                </c:pt>
                <c:pt idx="5851">
                  <c:v>37525</c:v>
                </c:pt>
                <c:pt idx="5852">
                  <c:v>37524</c:v>
                </c:pt>
                <c:pt idx="5853">
                  <c:v>37523</c:v>
                </c:pt>
                <c:pt idx="5854">
                  <c:v>37522</c:v>
                </c:pt>
                <c:pt idx="5855">
                  <c:v>37519</c:v>
                </c:pt>
                <c:pt idx="5856">
                  <c:v>37518</c:v>
                </c:pt>
                <c:pt idx="5857">
                  <c:v>37517</c:v>
                </c:pt>
                <c:pt idx="5858">
                  <c:v>37516</c:v>
                </c:pt>
                <c:pt idx="5859">
                  <c:v>37515</c:v>
                </c:pt>
                <c:pt idx="5860">
                  <c:v>37512</c:v>
                </c:pt>
                <c:pt idx="5861">
                  <c:v>37511</c:v>
                </c:pt>
                <c:pt idx="5862">
                  <c:v>37510</c:v>
                </c:pt>
                <c:pt idx="5863">
                  <c:v>37509</c:v>
                </c:pt>
                <c:pt idx="5864">
                  <c:v>37508</c:v>
                </c:pt>
                <c:pt idx="5865">
                  <c:v>37505</c:v>
                </c:pt>
                <c:pt idx="5866">
                  <c:v>37504</c:v>
                </c:pt>
                <c:pt idx="5867">
                  <c:v>37503</c:v>
                </c:pt>
                <c:pt idx="5868">
                  <c:v>37502</c:v>
                </c:pt>
                <c:pt idx="5869">
                  <c:v>37501</c:v>
                </c:pt>
                <c:pt idx="5870">
                  <c:v>37498</c:v>
                </c:pt>
                <c:pt idx="5871">
                  <c:v>37497</c:v>
                </c:pt>
                <c:pt idx="5872">
                  <c:v>37496</c:v>
                </c:pt>
                <c:pt idx="5873">
                  <c:v>37495</c:v>
                </c:pt>
                <c:pt idx="5874">
                  <c:v>37494</c:v>
                </c:pt>
                <c:pt idx="5875">
                  <c:v>37491</c:v>
                </c:pt>
                <c:pt idx="5876">
                  <c:v>37490</c:v>
                </c:pt>
                <c:pt idx="5877">
                  <c:v>37489</c:v>
                </c:pt>
                <c:pt idx="5878">
                  <c:v>37488</c:v>
                </c:pt>
                <c:pt idx="5879">
                  <c:v>37487</c:v>
                </c:pt>
                <c:pt idx="5880">
                  <c:v>37484</c:v>
                </c:pt>
                <c:pt idx="5881">
                  <c:v>37483</c:v>
                </c:pt>
                <c:pt idx="5882">
                  <c:v>37482</c:v>
                </c:pt>
                <c:pt idx="5883">
                  <c:v>37481</c:v>
                </c:pt>
                <c:pt idx="5884">
                  <c:v>37480</c:v>
                </c:pt>
                <c:pt idx="5885">
                  <c:v>37477</c:v>
                </c:pt>
                <c:pt idx="5886">
                  <c:v>37476</c:v>
                </c:pt>
                <c:pt idx="5887">
                  <c:v>37475</c:v>
                </c:pt>
                <c:pt idx="5888">
                  <c:v>37474</c:v>
                </c:pt>
                <c:pt idx="5889">
                  <c:v>37473</c:v>
                </c:pt>
                <c:pt idx="5890">
                  <c:v>37470</c:v>
                </c:pt>
                <c:pt idx="5891">
                  <c:v>37469</c:v>
                </c:pt>
                <c:pt idx="5892">
                  <c:v>37468</c:v>
                </c:pt>
                <c:pt idx="5893">
                  <c:v>37467</c:v>
                </c:pt>
                <c:pt idx="5894">
                  <c:v>37466</c:v>
                </c:pt>
                <c:pt idx="5895">
                  <c:v>37463</c:v>
                </c:pt>
                <c:pt idx="5896">
                  <c:v>37462</c:v>
                </c:pt>
                <c:pt idx="5897">
                  <c:v>37461</c:v>
                </c:pt>
                <c:pt idx="5898">
                  <c:v>37460</c:v>
                </c:pt>
                <c:pt idx="5899">
                  <c:v>37459</c:v>
                </c:pt>
                <c:pt idx="5900">
                  <c:v>37456</c:v>
                </c:pt>
                <c:pt idx="5901">
                  <c:v>37455</c:v>
                </c:pt>
                <c:pt idx="5902">
                  <c:v>37454</c:v>
                </c:pt>
                <c:pt idx="5903">
                  <c:v>37453</c:v>
                </c:pt>
                <c:pt idx="5904">
                  <c:v>37452</c:v>
                </c:pt>
                <c:pt idx="5905">
                  <c:v>37449</c:v>
                </c:pt>
                <c:pt idx="5906">
                  <c:v>37448</c:v>
                </c:pt>
                <c:pt idx="5907">
                  <c:v>37447</c:v>
                </c:pt>
                <c:pt idx="5908">
                  <c:v>37446</c:v>
                </c:pt>
                <c:pt idx="5909">
                  <c:v>37445</c:v>
                </c:pt>
                <c:pt idx="5910">
                  <c:v>37442</c:v>
                </c:pt>
                <c:pt idx="5911">
                  <c:v>37441</c:v>
                </c:pt>
                <c:pt idx="5912">
                  <c:v>37440</c:v>
                </c:pt>
                <c:pt idx="5913">
                  <c:v>37439</c:v>
                </c:pt>
                <c:pt idx="5914">
                  <c:v>37435</c:v>
                </c:pt>
                <c:pt idx="5915">
                  <c:v>37434</c:v>
                </c:pt>
                <c:pt idx="5916">
                  <c:v>37433</c:v>
                </c:pt>
                <c:pt idx="5917">
                  <c:v>37432</c:v>
                </c:pt>
                <c:pt idx="5918">
                  <c:v>37431</c:v>
                </c:pt>
                <c:pt idx="5919">
                  <c:v>37428</c:v>
                </c:pt>
                <c:pt idx="5920">
                  <c:v>37427</c:v>
                </c:pt>
                <c:pt idx="5921">
                  <c:v>37426</c:v>
                </c:pt>
                <c:pt idx="5922">
                  <c:v>37425</c:v>
                </c:pt>
                <c:pt idx="5923">
                  <c:v>37424</c:v>
                </c:pt>
                <c:pt idx="5924">
                  <c:v>37421</c:v>
                </c:pt>
                <c:pt idx="5925">
                  <c:v>37420</c:v>
                </c:pt>
                <c:pt idx="5926">
                  <c:v>37419</c:v>
                </c:pt>
                <c:pt idx="5927">
                  <c:v>37418</c:v>
                </c:pt>
                <c:pt idx="5928">
                  <c:v>37417</c:v>
                </c:pt>
                <c:pt idx="5929">
                  <c:v>37414</c:v>
                </c:pt>
                <c:pt idx="5930">
                  <c:v>37413</c:v>
                </c:pt>
                <c:pt idx="5931">
                  <c:v>37412</c:v>
                </c:pt>
                <c:pt idx="5932">
                  <c:v>37411</c:v>
                </c:pt>
                <c:pt idx="5933">
                  <c:v>37410</c:v>
                </c:pt>
                <c:pt idx="5934">
                  <c:v>37407</c:v>
                </c:pt>
                <c:pt idx="5935">
                  <c:v>37406</c:v>
                </c:pt>
                <c:pt idx="5936">
                  <c:v>37405</c:v>
                </c:pt>
                <c:pt idx="5937">
                  <c:v>37404</c:v>
                </c:pt>
                <c:pt idx="5938">
                  <c:v>37403</c:v>
                </c:pt>
                <c:pt idx="5939">
                  <c:v>37400</c:v>
                </c:pt>
                <c:pt idx="5940">
                  <c:v>37399</c:v>
                </c:pt>
                <c:pt idx="5941">
                  <c:v>37398</c:v>
                </c:pt>
                <c:pt idx="5942">
                  <c:v>37397</c:v>
                </c:pt>
                <c:pt idx="5943">
                  <c:v>37393</c:v>
                </c:pt>
                <c:pt idx="5944">
                  <c:v>37392</c:v>
                </c:pt>
                <c:pt idx="5945">
                  <c:v>37391</c:v>
                </c:pt>
                <c:pt idx="5946">
                  <c:v>37390</c:v>
                </c:pt>
                <c:pt idx="5947">
                  <c:v>37389</c:v>
                </c:pt>
                <c:pt idx="5948">
                  <c:v>37386</c:v>
                </c:pt>
                <c:pt idx="5949">
                  <c:v>37385</c:v>
                </c:pt>
                <c:pt idx="5950">
                  <c:v>37384</c:v>
                </c:pt>
                <c:pt idx="5951">
                  <c:v>37383</c:v>
                </c:pt>
                <c:pt idx="5952">
                  <c:v>37382</c:v>
                </c:pt>
                <c:pt idx="5953">
                  <c:v>37379</c:v>
                </c:pt>
                <c:pt idx="5954">
                  <c:v>37378</c:v>
                </c:pt>
                <c:pt idx="5955">
                  <c:v>37376</c:v>
                </c:pt>
                <c:pt idx="5956">
                  <c:v>37375</c:v>
                </c:pt>
                <c:pt idx="5957">
                  <c:v>37372</c:v>
                </c:pt>
                <c:pt idx="5958">
                  <c:v>37371</c:v>
                </c:pt>
                <c:pt idx="5959">
                  <c:v>37370</c:v>
                </c:pt>
                <c:pt idx="5960">
                  <c:v>37369</c:v>
                </c:pt>
                <c:pt idx="5961">
                  <c:v>37368</c:v>
                </c:pt>
                <c:pt idx="5962">
                  <c:v>37365</c:v>
                </c:pt>
                <c:pt idx="5963">
                  <c:v>37364</c:v>
                </c:pt>
                <c:pt idx="5964">
                  <c:v>37363</c:v>
                </c:pt>
                <c:pt idx="5965">
                  <c:v>37362</c:v>
                </c:pt>
                <c:pt idx="5966">
                  <c:v>37361</c:v>
                </c:pt>
                <c:pt idx="5967">
                  <c:v>37358</c:v>
                </c:pt>
                <c:pt idx="5968">
                  <c:v>37357</c:v>
                </c:pt>
                <c:pt idx="5969">
                  <c:v>37356</c:v>
                </c:pt>
                <c:pt idx="5970">
                  <c:v>37355</c:v>
                </c:pt>
                <c:pt idx="5971">
                  <c:v>37354</c:v>
                </c:pt>
                <c:pt idx="5972">
                  <c:v>37350</c:v>
                </c:pt>
                <c:pt idx="5973">
                  <c:v>37349</c:v>
                </c:pt>
                <c:pt idx="5974">
                  <c:v>37348</c:v>
                </c:pt>
                <c:pt idx="5975">
                  <c:v>37343</c:v>
                </c:pt>
                <c:pt idx="5976">
                  <c:v>37342</c:v>
                </c:pt>
                <c:pt idx="5977">
                  <c:v>37341</c:v>
                </c:pt>
                <c:pt idx="5978">
                  <c:v>37340</c:v>
                </c:pt>
                <c:pt idx="5979">
                  <c:v>37337</c:v>
                </c:pt>
                <c:pt idx="5980">
                  <c:v>37336</c:v>
                </c:pt>
                <c:pt idx="5981">
                  <c:v>37335</c:v>
                </c:pt>
                <c:pt idx="5982">
                  <c:v>37334</c:v>
                </c:pt>
                <c:pt idx="5983">
                  <c:v>37333</c:v>
                </c:pt>
                <c:pt idx="5984">
                  <c:v>37330</c:v>
                </c:pt>
                <c:pt idx="5985">
                  <c:v>37329</c:v>
                </c:pt>
                <c:pt idx="5986">
                  <c:v>37328</c:v>
                </c:pt>
                <c:pt idx="5987">
                  <c:v>37327</c:v>
                </c:pt>
                <c:pt idx="5988">
                  <c:v>37326</c:v>
                </c:pt>
                <c:pt idx="5989">
                  <c:v>37323</c:v>
                </c:pt>
                <c:pt idx="5990">
                  <c:v>37322</c:v>
                </c:pt>
                <c:pt idx="5991">
                  <c:v>37321</c:v>
                </c:pt>
                <c:pt idx="5992">
                  <c:v>37320</c:v>
                </c:pt>
                <c:pt idx="5993">
                  <c:v>37319</c:v>
                </c:pt>
                <c:pt idx="5994">
                  <c:v>37316</c:v>
                </c:pt>
                <c:pt idx="5995">
                  <c:v>37315</c:v>
                </c:pt>
                <c:pt idx="5996">
                  <c:v>37314</c:v>
                </c:pt>
                <c:pt idx="5997">
                  <c:v>37313</c:v>
                </c:pt>
                <c:pt idx="5998">
                  <c:v>37312</c:v>
                </c:pt>
                <c:pt idx="5999">
                  <c:v>37309</c:v>
                </c:pt>
                <c:pt idx="6000">
                  <c:v>37308</c:v>
                </c:pt>
                <c:pt idx="6001">
                  <c:v>37307</c:v>
                </c:pt>
                <c:pt idx="6002">
                  <c:v>37306</c:v>
                </c:pt>
                <c:pt idx="6003">
                  <c:v>37305</c:v>
                </c:pt>
                <c:pt idx="6004">
                  <c:v>37302</c:v>
                </c:pt>
                <c:pt idx="6005">
                  <c:v>37298</c:v>
                </c:pt>
                <c:pt idx="6006">
                  <c:v>37295</c:v>
                </c:pt>
                <c:pt idx="6007">
                  <c:v>37294</c:v>
                </c:pt>
                <c:pt idx="6008">
                  <c:v>37293</c:v>
                </c:pt>
                <c:pt idx="6009">
                  <c:v>37292</c:v>
                </c:pt>
                <c:pt idx="6010">
                  <c:v>37291</c:v>
                </c:pt>
                <c:pt idx="6011">
                  <c:v>37288</c:v>
                </c:pt>
                <c:pt idx="6012">
                  <c:v>37287</c:v>
                </c:pt>
                <c:pt idx="6013">
                  <c:v>37286</c:v>
                </c:pt>
                <c:pt idx="6014">
                  <c:v>37285</c:v>
                </c:pt>
                <c:pt idx="6015">
                  <c:v>37284</c:v>
                </c:pt>
                <c:pt idx="6016">
                  <c:v>37281</c:v>
                </c:pt>
                <c:pt idx="6017">
                  <c:v>37280</c:v>
                </c:pt>
                <c:pt idx="6018">
                  <c:v>37279</c:v>
                </c:pt>
                <c:pt idx="6019">
                  <c:v>37278</c:v>
                </c:pt>
                <c:pt idx="6020">
                  <c:v>37277</c:v>
                </c:pt>
                <c:pt idx="6021">
                  <c:v>37274</c:v>
                </c:pt>
                <c:pt idx="6022">
                  <c:v>37273</c:v>
                </c:pt>
                <c:pt idx="6023">
                  <c:v>37272</c:v>
                </c:pt>
                <c:pt idx="6024">
                  <c:v>37271</c:v>
                </c:pt>
                <c:pt idx="6025">
                  <c:v>37270</c:v>
                </c:pt>
                <c:pt idx="6026">
                  <c:v>37267</c:v>
                </c:pt>
                <c:pt idx="6027">
                  <c:v>37266</c:v>
                </c:pt>
                <c:pt idx="6028">
                  <c:v>37265</c:v>
                </c:pt>
                <c:pt idx="6029">
                  <c:v>37264</c:v>
                </c:pt>
                <c:pt idx="6030">
                  <c:v>37263</c:v>
                </c:pt>
                <c:pt idx="6031">
                  <c:v>37260</c:v>
                </c:pt>
                <c:pt idx="6032">
                  <c:v>37259</c:v>
                </c:pt>
                <c:pt idx="6033">
                  <c:v>37258</c:v>
                </c:pt>
                <c:pt idx="6034">
                  <c:v>37256</c:v>
                </c:pt>
                <c:pt idx="6035">
                  <c:v>37253</c:v>
                </c:pt>
                <c:pt idx="6036">
                  <c:v>37252</c:v>
                </c:pt>
                <c:pt idx="6037">
                  <c:v>37249</c:v>
                </c:pt>
                <c:pt idx="6038">
                  <c:v>37246</c:v>
                </c:pt>
                <c:pt idx="6039">
                  <c:v>37245</c:v>
                </c:pt>
                <c:pt idx="6040">
                  <c:v>37244</c:v>
                </c:pt>
                <c:pt idx="6041">
                  <c:v>37243</c:v>
                </c:pt>
                <c:pt idx="6042">
                  <c:v>37242</c:v>
                </c:pt>
                <c:pt idx="6043">
                  <c:v>37239</c:v>
                </c:pt>
                <c:pt idx="6044">
                  <c:v>37238</c:v>
                </c:pt>
                <c:pt idx="6045">
                  <c:v>37237</c:v>
                </c:pt>
                <c:pt idx="6046">
                  <c:v>37236</c:v>
                </c:pt>
                <c:pt idx="6047">
                  <c:v>37235</c:v>
                </c:pt>
                <c:pt idx="6048">
                  <c:v>37232</c:v>
                </c:pt>
                <c:pt idx="6049">
                  <c:v>37231</c:v>
                </c:pt>
                <c:pt idx="6050">
                  <c:v>37230</c:v>
                </c:pt>
                <c:pt idx="6051">
                  <c:v>37229</c:v>
                </c:pt>
                <c:pt idx="6052">
                  <c:v>37228</c:v>
                </c:pt>
                <c:pt idx="6053">
                  <c:v>37225</c:v>
                </c:pt>
                <c:pt idx="6054">
                  <c:v>37224</c:v>
                </c:pt>
                <c:pt idx="6055">
                  <c:v>37223</c:v>
                </c:pt>
                <c:pt idx="6056">
                  <c:v>37222</c:v>
                </c:pt>
                <c:pt idx="6057">
                  <c:v>37221</c:v>
                </c:pt>
                <c:pt idx="6058">
                  <c:v>37218</c:v>
                </c:pt>
                <c:pt idx="6059">
                  <c:v>37217</c:v>
                </c:pt>
                <c:pt idx="6060">
                  <c:v>37216</c:v>
                </c:pt>
                <c:pt idx="6061">
                  <c:v>37215</c:v>
                </c:pt>
                <c:pt idx="6062">
                  <c:v>37214</c:v>
                </c:pt>
                <c:pt idx="6063">
                  <c:v>37211</c:v>
                </c:pt>
                <c:pt idx="6064">
                  <c:v>37210</c:v>
                </c:pt>
                <c:pt idx="6065">
                  <c:v>37209</c:v>
                </c:pt>
                <c:pt idx="6066">
                  <c:v>37208</c:v>
                </c:pt>
                <c:pt idx="6067">
                  <c:v>37207</c:v>
                </c:pt>
                <c:pt idx="6068">
                  <c:v>37204</c:v>
                </c:pt>
                <c:pt idx="6069">
                  <c:v>37203</c:v>
                </c:pt>
                <c:pt idx="6070">
                  <c:v>37202</c:v>
                </c:pt>
                <c:pt idx="6071">
                  <c:v>37201</c:v>
                </c:pt>
                <c:pt idx="6072">
                  <c:v>37200</c:v>
                </c:pt>
                <c:pt idx="6073">
                  <c:v>37197</c:v>
                </c:pt>
                <c:pt idx="6074">
                  <c:v>37196</c:v>
                </c:pt>
                <c:pt idx="6075">
                  <c:v>37195</c:v>
                </c:pt>
                <c:pt idx="6076">
                  <c:v>37194</c:v>
                </c:pt>
                <c:pt idx="6077">
                  <c:v>37193</c:v>
                </c:pt>
                <c:pt idx="6078">
                  <c:v>37190</c:v>
                </c:pt>
                <c:pt idx="6079">
                  <c:v>37188</c:v>
                </c:pt>
                <c:pt idx="6080">
                  <c:v>37187</c:v>
                </c:pt>
                <c:pt idx="6081">
                  <c:v>37186</c:v>
                </c:pt>
                <c:pt idx="6082">
                  <c:v>37183</c:v>
                </c:pt>
                <c:pt idx="6083">
                  <c:v>37182</c:v>
                </c:pt>
                <c:pt idx="6084">
                  <c:v>37181</c:v>
                </c:pt>
                <c:pt idx="6085">
                  <c:v>37180</c:v>
                </c:pt>
                <c:pt idx="6086">
                  <c:v>37179</c:v>
                </c:pt>
                <c:pt idx="6087">
                  <c:v>37176</c:v>
                </c:pt>
                <c:pt idx="6088">
                  <c:v>37175</c:v>
                </c:pt>
                <c:pt idx="6089">
                  <c:v>37174</c:v>
                </c:pt>
                <c:pt idx="6090">
                  <c:v>37173</c:v>
                </c:pt>
                <c:pt idx="6091">
                  <c:v>37172</c:v>
                </c:pt>
                <c:pt idx="6092">
                  <c:v>37169</c:v>
                </c:pt>
                <c:pt idx="6093">
                  <c:v>37168</c:v>
                </c:pt>
                <c:pt idx="6094">
                  <c:v>37167</c:v>
                </c:pt>
                <c:pt idx="6095">
                  <c:v>37162</c:v>
                </c:pt>
                <c:pt idx="6096">
                  <c:v>37161</c:v>
                </c:pt>
                <c:pt idx="6097">
                  <c:v>37160</c:v>
                </c:pt>
                <c:pt idx="6098">
                  <c:v>37159</c:v>
                </c:pt>
                <c:pt idx="6099">
                  <c:v>37158</c:v>
                </c:pt>
                <c:pt idx="6100">
                  <c:v>37155</c:v>
                </c:pt>
                <c:pt idx="6101">
                  <c:v>37154</c:v>
                </c:pt>
                <c:pt idx="6102">
                  <c:v>37153</c:v>
                </c:pt>
                <c:pt idx="6103">
                  <c:v>37152</c:v>
                </c:pt>
                <c:pt idx="6104">
                  <c:v>37151</c:v>
                </c:pt>
                <c:pt idx="6105">
                  <c:v>37148</c:v>
                </c:pt>
                <c:pt idx="6106">
                  <c:v>37147</c:v>
                </c:pt>
                <c:pt idx="6107">
                  <c:v>37146</c:v>
                </c:pt>
                <c:pt idx="6108">
                  <c:v>37145</c:v>
                </c:pt>
                <c:pt idx="6109">
                  <c:v>37144</c:v>
                </c:pt>
                <c:pt idx="6110">
                  <c:v>37141</c:v>
                </c:pt>
                <c:pt idx="6111">
                  <c:v>37140</c:v>
                </c:pt>
                <c:pt idx="6112">
                  <c:v>37139</c:v>
                </c:pt>
                <c:pt idx="6113">
                  <c:v>37138</c:v>
                </c:pt>
                <c:pt idx="6114">
                  <c:v>37137</c:v>
                </c:pt>
                <c:pt idx="6115">
                  <c:v>37134</c:v>
                </c:pt>
                <c:pt idx="6116">
                  <c:v>37133</c:v>
                </c:pt>
                <c:pt idx="6117">
                  <c:v>37132</c:v>
                </c:pt>
                <c:pt idx="6118">
                  <c:v>37131</c:v>
                </c:pt>
                <c:pt idx="6119">
                  <c:v>37130</c:v>
                </c:pt>
                <c:pt idx="6120">
                  <c:v>37127</c:v>
                </c:pt>
                <c:pt idx="6121">
                  <c:v>37126</c:v>
                </c:pt>
                <c:pt idx="6122">
                  <c:v>37125</c:v>
                </c:pt>
                <c:pt idx="6123">
                  <c:v>37124</c:v>
                </c:pt>
                <c:pt idx="6124">
                  <c:v>37123</c:v>
                </c:pt>
                <c:pt idx="6125">
                  <c:v>37120</c:v>
                </c:pt>
                <c:pt idx="6126">
                  <c:v>37119</c:v>
                </c:pt>
                <c:pt idx="6127">
                  <c:v>37118</c:v>
                </c:pt>
                <c:pt idx="6128">
                  <c:v>37117</c:v>
                </c:pt>
                <c:pt idx="6129">
                  <c:v>37116</c:v>
                </c:pt>
                <c:pt idx="6130">
                  <c:v>37113</c:v>
                </c:pt>
                <c:pt idx="6131">
                  <c:v>37112</c:v>
                </c:pt>
                <c:pt idx="6132">
                  <c:v>37111</c:v>
                </c:pt>
                <c:pt idx="6133">
                  <c:v>37110</c:v>
                </c:pt>
                <c:pt idx="6134">
                  <c:v>37109</c:v>
                </c:pt>
                <c:pt idx="6135">
                  <c:v>37106</c:v>
                </c:pt>
                <c:pt idx="6136">
                  <c:v>37105</c:v>
                </c:pt>
                <c:pt idx="6137">
                  <c:v>37104</c:v>
                </c:pt>
                <c:pt idx="6138">
                  <c:v>37103</c:v>
                </c:pt>
                <c:pt idx="6139">
                  <c:v>37102</c:v>
                </c:pt>
                <c:pt idx="6140">
                  <c:v>37099</c:v>
                </c:pt>
                <c:pt idx="6141">
                  <c:v>37098</c:v>
                </c:pt>
                <c:pt idx="6142">
                  <c:v>37096</c:v>
                </c:pt>
                <c:pt idx="6143">
                  <c:v>37095</c:v>
                </c:pt>
                <c:pt idx="6144">
                  <c:v>37092</c:v>
                </c:pt>
                <c:pt idx="6145">
                  <c:v>37091</c:v>
                </c:pt>
                <c:pt idx="6146">
                  <c:v>37090</c:v>
                </c:pt>
                <c:pt idx="6147">
                  <c:v>37089</c:v>
                </c:pt>
                <c:pt idx="6148">
                  <c:v>37088</c:v>
                </c:pt>
                <c:pt idx="6149">
                  <c:v>37085</c:v>
                </c:pt>
                <c:pt idx="6150">
                  <c:v>37084</c:v>
                </c:pt>
                <c:pt idx="6151">
                  <c:v>37083</c:v>
                </c:pt>
                <c:pt idx="6152">
                  <c:v>37082</c:v>
                </c:pt>
                <c:pt idx="6153">
                  <c:v>37081</c:v>
                </c:pt>
                <c:pt idx="6154">
                  <c:v>37077</c:v>
                </c:pt>
                <c:pt idx="6155">
                  <c:v>37076</c:v>
                </c:pt>
                <c:pt idx="6156">
                  <c:v>37075</c:v>
                </c:pt>
                <c:pt idx="6157">
                  <c:v>37071</c:v>
                </c:pt>
                <c:pt idx="6158">
                  <c:v>37070</c:v>
                </c:pt>
                <c:pt idx="6159">
                  <c:v>37069</c:v>
                </c:pt>
                <c:pt idx="6160">
                  <c:v>37068</c:v>
                </c:pt>
                <c:pt idx="6161">
                  <c:v>37064</c:v>
                </c:pt>
                <c:pt idx="6162">
                  <c:v>37063</c:v>
                </c:pt>
                <c:pt idx="6163">
                  <c:v>37062</c:v>
                </c:pt>
                <c:pt idx="6164">
                  <c:v>37061</c:v>
                </c:pt>
                <c:pt idx="6165">
                  <c:v>37060</c:v>
                </c:pt>
                <c:pt idx="6166">
                  <c:v>37057</c:v>
                </c:pt>
                <c:pt idx="6167">
                  <c:v>37056</c:v>
                </c:pt>
                <c:pt idx="6168">
                  <c:v>37055</c:v>
                </c:pt>
                <c:pt idx="6169">
                  <c:v>37054</c:v>
                </c:pt>
                <c:pt idx="6170">
                  <c:v>37053</c:v>
                </c:pt>
                <c:pt idx="6171">
                  <c:v>37050</c:v>
                </c:pt>
                <c:pt idx="6172">
                  <c:v>37049</c:v>
                </c:pt>
                <c:pt idx="6173">
                  <c:v>37048</c:v>
                </c:pt>
                <c:pt idx="6174">
                  <c:v>37047</c:v>
                </c:pt>
                <c:pt idx="6175">
                  <c:v>37046</c:v>
                </c:pt>
                <c:pt idx="6176">
                  <c:v>37043</c:v>
                </c:pt>
                <c:pt idx="6177">
                  <c:v>37042</c:v>
                </c:pt>
                <c:pt idx="6178">
                  <c:v>37041</c:v>
                </c:pt>
                <c:pt idx="6179">
                  <c:v>37040</c:v>
                </c:pt>
                <c:pt idx="6180">
                  <c:v>37039</c:v>
                </c:pt>
                <c:pt idx="6181">
                  <c:v>37036</c:v>
                </c:pt>
                <c:pt idx="6182">
                  <c:v>37035</c:v>
                </c:pt>
                <c:pt idx="6183">
                  <c:v>37034</c:v>
                </c:pt>
                <c:pt idx="6184">
                  <c:v>37033</c:v>
                </c:pt>
                <c:pt idx="6185">
                  <c:v>37032</c:v>
                </c:pt>
                <c:pt idx="6186">
                  <c:v>37029</c:v>
                </c:pt>
                <c:pt idx="6187">
                  <c:v>37028</c:v>
                </c:pt>
                <c:pt idx="6188">
                  <c:v>37027</c:v>
                </c:pt>
                <c:pt idx="6189">
                  <c:v>37026</c:v>
                </c:pt>
                <c:pt idx="6190">
                  <c:v>37025</c:v>
                </c:pt>
                <c:pt idx="6191">
                  <c:v>37022</c:v>
                </c:pt>
                <c:pt idx="6192">
                  <c:v>37021</c:v>
                </c:pt>
                <c:pt idx="6193">
                  <c:v>37020</c:v>
                </c:pt>
                <c:pt idx="6194">
                  <c:v>37019</c:v>
                </c:pt>
                <c:pt idx="6195">
                  <c:v>37018</c:v>
                </c:pt>
                <c:pt idx="6196">
                  <c:v>37015</c:v>
                </c:pt>
                <c:pt idx="6197">
                  <c:v>37014</c:v>
                </c:pt>
                <c:pt idx="6198">
                  <c:v>37013</c:v>
                </c:pt>
                <c:pt idx="6199">
                  <c:v>37008</c:v>
                </c:pt>
                <c:pt idx="6200">
                  <c:v>37007</c:v>
                </c:pt>
                <c:pt idx="6201">
                  <c:v>37006</c:v>
                </c:pt>
                <c:pt idx="6202">
                  <c:v>37005</c:v>
                </c:pt>
                <c:pt idx="6203">
                  <c:v>37004</c:v>
                </c:pt>
                <c:pt idx="6204">
                  <c:v>37001</c:v>
                </c:pt>
                <c:pt idx="6205">
                  <c:v>37000</c:v>
                </c:pt>
                <c:pt idx="6206">
                  <c:v>36999</c:v>
                </c:pt>
                <c:pt idx="6207">
                  <c:v>36998</c:v>
                </c:pt>
                <c:pt idx="6208">
                  <c:v>36993</c:v>
                </c:pt>
                <c:pt idx="6209">
                  <c:v>36992</c:v>
                </c:pt>
                <c:pt idx="6210">
                  <c:v>36991</c:v>
                </c:pt>
                <c:pt idx="6211">
                  <c:v>36990</c:v>
                </c:pt>
                <c:pt idx="6212">
                  <c:v>36987</c:v>
                </c:pt>
                <c:pt idx="6213">
                  <c:v>36985</c:v>
                </c:pt>
                <c:pt idx="6214">
                  <c:v>36984</c:v>
                </c:pt>
                <c:pt idx="6215">
                  <c:v>36983</c:v>
                </c:pt>
                <c:pt idx="6216">
                  <c:v>36980</c:v>
                </c:pt>
                <c:pt idx="6217">
                  <c:v>36979</c:v>
                </c:pt>
                <c:pt idx="6218">
                  <c:v>36978</c:v>
                </c:pt>
                <c:pt idx="6219">
                  <c:v>36977</c:v>
                </c:pt>
                <c:pt idx="6220">
                  <c:v>36976</c:v>
                </c:pt>
                <c:pt idx="6221">
                  <c:v>36973</c:v>
                </c:pt>
                <c:pt idx="6222">
                  <c:v>36972</c:v>
                </c:pt>
                <c:pt idx="6223">
                  <c:v>36971</c:v>
                </c:pt>
                <c:pt idx="6224">
                  <c:v>36970</c:v>
                </c:pt>
                <c:pt idx="6225">
                  <c:v>36969</c:v>
                </c:pt>
                <c:pt idx="6226">
                  <c:v>36966</c:v>
                </c:pt>
                <c:pt idx="6227">
                  <c:v>36965</c:v>
                </c:pt>
                <c:pt idx="6228">
                  <c:v>36964</c:v>
                </c:pt>
                <c:pt idx="6229">
                  <c:v>36963</c:v>
                </c:pt>
                <c:pt idx="6230">
                  <c:v>36962</c:v>
                </c:pt>
                <c:pt idx="6231">
                  <c:v>36959</c:v>
                </c:pt>
                <c:pt idx="6232">
                  <c:v>36958</c:v>
                </c:pt>
                <c:pt idx="6233">
                  <c:v>36957</c:v>
                </c:pt>
                <c:pt idx="6234">
                  <c:v>36956</c:v>
                </c:pt>
                <c:pt idx="6235">
                  <c:v>36955</c:v>
                </c:pt>
                <c:pt idx="6236">
                  <c:v>36952</c:v>
                </c:pt>
                <c:pt idx="6237">
                  <c:v>36951</c:v>
                </c:pt>
                <c:pt idx="6238">
                  <c:v>36950</c:v>
                </c:pt>
                <c:pt idx="6239">
                  <c:v>36949</c:v>
                </c:pt>
                <c:pt idx="6240">
                  <c:v>36948</c:v>
                </c:pt>
                <c:pt idx="6241">
                  <c:v>36945</c:v>
                </c:pt>
                <c:pt idx="6242">
                  <c:v>36944</c:v>
                </c:pt>
                <c:pt idx="6243">
                  <c:v>36943</c:v>
                </c:pt>
                <c:pt idx="6244">
                  <c:v>36942</c:v>
                </c:pt>
                <c:pt idx="6245">
                  <c:v>36941</c:v>
                </c:pt>
                <c:pt idx="6246">
                  <c:v>36938</c:v>
                </c:pt>
                <c:pt idx="6247">
                  <c:v>36937</c:v>
                </c:pt>
                <c:pt idx="6248">
                  <c:v>36936</c:v>
                </c:pt>
                <c:pt idx="6249">
                  <c:v>36935</c:v>
                </c:pt>
                <c:pt idx="6250">
                  <c:v>36934</c:v>
                </c:pt>
                <c:pt idx="6251">
                  <c:v>36931</c:v>
                </c:pt>
                <c:pt idx="6252">
                  <c:v>36930</c:v>
                </c:pt>
                <c:pt idx="6253">
                  <c:v>36929</c:v>
                </c:pt>
                <c:pt idx="6254">
                  <c:v>36928</c:v>
                </c:pt>
                <c:pt idx="6255">
                  <c:v>36927</c:v>
                </c:pt>
                <c:pt idx="6256">
                  <c:v>36924</c:v>
                </c:pt>
                <c:pt idx="6257">
                  <c:v>36923</c:v>
                </c:pt>
                <c:pt idx="6258">
                  <c:v>36922</c:v>
                </c:pt>
                <c:pt idx="6259">
                  <c:v>36921</c:v>
                </c:pt>
                <c:pt idx="6260">
                  <c:v>36920</c:v>
                </c:pt>
                <c:pt idx="6261">
                  <c:v>36914</c:v>
                </c:pt>
                <c:pt idx="6262">
                  <c:v>36913</c:v>
                </c:pt>
                <c:pt idx="6263">
                  <c:v>36910</c:v>
                </c:pt>
                <c:pt idx="6264">
                  <c:v>36909</c:v>
                </c:pt>
                <c:pt idx="6265">
                  <c:v>36908</c:v>
                </c:pt>
                <c:pt idx="6266">
                  <c:v>36907</c:v>
                </c:pt>
                <c:pt idx="6267">
                  <c:v>36906</c:v>
                </c:pt>
                <c:pt idx="6268">
                  <c:v>36903</c:v>
                </c:pt>
                <c:pt idx="6269">
                  <c:v>36902</c:v>
                </c:pt>
                <c:pt idx="6270">
                  <c:v>36901</c:v>
                </c:pt>
                <c:pt idx="6271">
                  <c:v>36900</c:v>
                </c:pt>
                <c:pt idx="6272">
                  <c:v>36899</c:v>
                </c:pt>
                <c:pt idx="6273">
                  <c:v>36896</c:v>
                </c:pt>
                <c:pt idx="6274">
                  <c:v>36895</c:v>
                </c:pt>
                <c:pt idx="6275">
                  <c:v>36894</c:v>
                </c:pt>
                <c:pt idx="6276">
                  <c:v>36893</c:v>
                </c:pt>
                <c:pt idx="6277">
                  <c:v>36889</c:v>
                </c:pt>
                <c:pt idx="6278">
                  <c:v>36888</c:v>
                </c:pt>
                <c:pt idx="6279">
                  <c:v>36887</c:v>
                </c:pt>
                <c:pt idx="6280">
                  <c:v>36882</c:v>
                </c:pt>
                <c:pt idx="6281">
                  <c:v>36881</c:v>
                </c:pt>
                <c:pt idx="6282">
                  <c:v>36880</c:v>
                </c:pt>
                <c:pt idx="6283">
                  <c:v>36879</c:v>
                </c:pt>
                <c:pt idx="6284">
                  <c:v>36878</c:v>
                </c:pt>
                <c:pt idx="6285">
                  <c:v>36875</c:v>
                </c:pt>
                <c:pt idx="6286">
                  <c:v>36874</c:v>
                </c:pt>
                <c:pt idx="6287">
                  <c:v>36873</c:v>
                </c:pt>
                <c:pt idx="6288">
                  <c:v>36872</c:v>
                </c:pt>
                <c:pt idx="6289">
                  <c:v>36871</c:v>
                </c:pt>
                <c:pt idx="6290">
                  <c:v>36868</c:v>
                </c:pt>
                <c:pt idx="6291">
                  <c:v>36867</c:v>
                </c:pt>
                <c:pt idx="6292">
                  <c:v>36866</c:v>
                </c:pt>
                <c:pt idx="6293">
                  <c:v>36865</c:v>
                </c:pt>
                <c:pt idx="6294">
                  <c:v>36864</c:v>
                </c:pt>
                <c:pt idx="6295">
                  <c:v>36861</c:v>
                </c:pt>
                <c:pt idx="6296">
                  <c:v>36860</c:v>
                </c:pt>
                <c:pt idx="6297">
                  <c:v>36859</c:v>
                </c:pt>
                <c:pt idx="6298">
                  <c:v>36858</c:v>
                </c:pt>
                <c:pt idx="6299">
                  <c:v>36857</c:v>
                </c:pt>
                <c:pt idx="6300">
                  <c:v>36854</c:v>
                </c:pt>
                <c:pt idx="6301">
                  <c:v>36853</c:v>
                </c:pt>
                <c:pt idx="6302">
                  <c:v>36852</c:v>
                </c:pt>
                <c:pt idx="6303">
                  <c:v>36851</c:v>
                </c:pt>
                <c:pt idx="6304">
                  <c:v>36850</c:v>
                </c:pt>
                <c:pt idx="6305">
                  <c:v>36847</c:v>
                </c:pt>
                <c:pt idx="6306">
                  <c:v>36846</c:v>
                </c:pt>
                <c:pt idx="6307">
                  <c:v>36845</c:v>
                </c:pt>
                <c:pt idx="6308">
                  <c:v>36844</c:v>
                </c:pt>
                <c:pt idx="6309">
                  <c:v>36843</c:v>
                </c:pt>
                <c:pt idx="6310">
                  <c:v>36840</c:v>
                </c:pt>
                <c:pt idx="6311">
                  <c:v>36839</c:v>
                </c:pt>
                <c:pt idx="6312">
                  <c:v>36838</c:v>
                </c:pt>
                <c:pt idx="6313">
                  <c:v>36837</c:v>
                </c:pt>
                <c:pt idx="6314">
                  <c:v>36836</c:v>
                </c:pt>
                <c:pt idx="6315">
                  <c:v>36833</c:v>
                </c:pt>
                <c:pt idx="6316">
                  <c:v>36832</c:v>
                </c:pt>
                <c:pt idx="6317">
                  <c:v>36831</c:v>
                </c:pt>
                <c:pt idx="6318">
                  <c:v>36830</c:v>
                </c:pt>
                <c:pt idx="6319">
                  <c:v>36829</c:v>
                </c:pt>
                <c:pt idx="6320">
                  <c:v>36826</c:v>
                </c:pt>
                <c:pt idx="6321">
                  <c:v>36825</c:v>
                </c:pt>
                <c:pt idx="6322">
                  <c:v>36824</c:v>
                </c:pt>
                <c:pt idx="6323">
                  <c:v>36823</c:v>
                </c:pt>
                <c:pt idx="6324">
                  <c:v>36822</c:v>
                </c:pt>
                <c:pt idx="6325">
                  <c:v>36819</c:v>
                </c:pt>
                <c:pt idx="6326">
                  <c:v>36818</c:v>
                </c:pt>
                <c:pt idx="6327">
                  <c:v>36817</c:v>
                </c:pt>
                <c:pt idx="6328">
                  <c:v>36816</c:v>
                </c:pt>
                <c:pt idx="6329">
                  <c:v>36815</c:v>
                </c:pt>
                <c:pt idx="6330">
                  <c:v>36812</c:v>
                </c:pt>
                <c:pt idx="6331">
                  <c:v>36811</c:v>
                </c:pt>
                <c:pt idx="6332">
                  <c:v>36810</c:v>
                </c:pt>
                <c:pt idx="6333">
                  <c:v>36809</c:v>
                </c:pt>
                <c:pt idx="6334">
                  <c:v>36808</c:v>
                </c:pt>
                <c:pt idx="6335">
                  <c:v>36804</c:v>
                </c:pt>
                <c:pt idx="6336">
                  <c:v>36803</c:v>
                </c:pt>
                <c:pt idx="6337">
                  <c:v>36802</c:v>
                </c:pt>
                <c:pt idx="6338">
                  <c:v>36798</c:v>
                </c:pt>
                <c:pt idx="6339">
                  <c:v>36797</c:v>
                </c:pt>
                <c:pt idx="6340">
                  <c:v>36796</c:v>
                </c:pt>
                <c:pt idx="6341">
                  <c:v>36795</c:v>
                </c:pt>
                <c:pt idx="6342">
                  <c:v>36794</c:v>
                </c:pt>
                <c:pt idx="6343">
                  <c:v>36791</c:v>
                </c:pt>
                <c:pt idx="6344">
                  <c:v>36790</c:v>
                </c:pt>
                <c:pt idx="6345">
                  <c:v>36789</c:v>
                </c:pt>
                <c:pt idx="6346">
                  <c:v>36788</c:v>
                </c:pt>
                <c:pt idx="6347">
                  <c:v>36787</c:v>
                </c:pt>
                <c:pt idx="6348">
                  <c:v>36784</c:v>
                </c:pt>
                <c:pt idx="6349">
                  <c:v>36783</c:v>
                </c:pt>
                <c:pt idx="6350">
                  <c:v>36781</c:v>
                </c:pt>
                <c:pt idx="6351">
                  <c:v>36780</c:v>
                </c:pt>
                <c:pt idx="6352">
                  <c:v>36777</c:v>
                </c:pt>
                <c:pt idx="6353">
                  <c:v>36776</c:v>
                </c:pt>
                <c:pt idx="6354">
                  <c:v>36775</c:v>
                </c:pt>
                <c:pt idx="6355">
                  <c:v>36774</c:v>
                </c:pt>
                <c:pt idx="6356">
                  <c:v>36773</c:v>
                </c:pt>
                <c:pt idx="6357">
                  <c:v>36770</c:v>
                </c:pt>
                <c:pt idx="6358">
                  <c:v>36769</c:v>
                </c:pt>
                <c:pt idx="6359">
                  <c:v>36768</c:v>
                </c:pt>
                <c:pt idx="6360">
                  <c:v>36767</c:v>
                </c:pt>
                <c:pt idx="6361">
                  <c:v>36766</c:v>
                </c:pt>
                <c:pt idx="6362">
                  <c:v>36763</c:v>
                </c:pt>
                <c:pt idx="6363">
                  <c:v>36762</c:v>
                </c:pt>
                <c:pt idx="6364">
                  <c:v>36761</c:v>
                </c:pt>
                <c:pt idx="6365">
                  <c:v>36760</c:v>
                </c:pt>
                <c:pt idx="6366">
                  <c:v>36759</c:v>
                </c:pt>
                <c:pt idx="6367">
                  <c:v>36756</c:v>
                </c:pt>
                <c:pt idx="6368">
                  <c:v>36755</c:v>
                </c:pt>
                <c:pt idx="6369">
                  <c:v>36754</c:v>
                </c:pt>
                <c:pt idx="6370">
                  <c:v>36753</c:v>
                </c:pt>
                <c:pt idx="6371">
                  <c:v>36752</c:v>
                </c:pt>
                <c:pt idx="6372">
                  <c:v>36749</c:v>
                </c:pt>
                <c:pt idx="6373">
                  <c:v>36748</c:v>
                </c:pt>
                <c:pt idx="6374">
                  <c:v>36747</c:v>
                </c:pt>
                <c:pt idx="6375">
                  <c:v>36746</c:v>
                </c:pt>
                <c:pt idx="6376">
                  <c:v>36745</c:v>
                </c:pt>
                <c:pt idx="6377">
                  <c:v>36742</c:v>
                </c:pt>
                <c:pt idx="6378">
                  <c:v>36741</c:v>
                </c:pt>
                <c:pt idx="6379">
                  <c:v>36740</c:v>
                </c:pt>
                <c:pt idx="6380">
                  <c:v>36739</c:v>
                </c:pt>
                <c:pt idx="6381">
                  <c:v>36738</c:v>
                </c:pt>
                <c:pt idx="6382">
                  <c:v>36735</c:v>
                </c:pt>
                <c:pt idx="6383">
                  <c:v>36734</c:v>
                </c:pt>
                <c:pt idx="6384">
                  <c:v>36733</c:v>
                </c:pt>
                <c:pt idx="6385">
                  <c:v>36732</c:v>
                </c:pt>
                <c:pt idx="6386">
                  <c:v>36731</c:v>
                </c:pt>
                <c:pt idx="6387">
                  <c:v>36728</c:v>
                </c:pt>
                <c:pt idx="6388">
                  <c:v>36727</c:v>
                </c:pt>
                <c:pt idx="6389">
                  <c:v>36726</c:v>
                </c:pt>
                <c:pt idx="6390">
                  <c:v>36725</c:v>
                </c:pt>
                <c:pt idx="6391">
                  <c:v>36724</c:v>
                </c:pt>
                <c:pt idx="6392">
                  <c:v>36721</c:v>
                </c:pt>
                <c:pt idx="6393">
                  <c:v>36720</c:v>
                </c:pt>
                <c:pt idx="6394">
                  <c:v>36719</c:v>
                </c:pt>
                <c:pt idx="6395">
                  <c:v>36718</c:v>
                </c:pt>
                <c:pt idx="6396">
                  <c:v>36717</c:v>
                </c:pt>
                <c:pt idx="6397">
                  <c:v>36714</c:v>
                </c:pt>
                <c:pt idx="6398">
                  <c:v>36713</c:v>
                </c:pt>
                <c:pt idx="6399">
                  <c:v>36712</c:v>
                </c:pt>
                <c:pt idx="6400">
                  <c:v>36711</c:v>
                </c:pt>
                <c:pt idx="6401">
                  <c:v>36710</c:v>
                </c:pt>
                <c:pt idx="6402">
                  <c:v>36707</c:v>
                </c:pt>
                <c:pt idx="6403">
                  <c:v>36706</c:v>
                </c:pt>
                <c:pt idx="6404">
                  <c:v>36705</c:v>
                </c:pt>
                <c:pt idx="6405">
                  <c:v>36704</c:v>
                </c:pt>
                <c:pt idx="6406">
                  <c:v>36703</c:v>
                </c:pt>
                <c:pt idx="6407">
                  <c:v>36700</c:v>
                </c:pt>
                <c:pt idx="6408">
                  <c:v>36699</c:v>
                </c:pt>
                <c:pt idx="6409">
                  <c:v>36698</c:v>
                </c:pt>
                <c:pt idx="6410">
                  <c:v>36697</c:v>
                </c:pt>
                <c:pt idx="6411">
                  <c:v>36696</c:v>
                </c:pt>
                <c:pt idx="6412">
                  <c:v>36693</c:v>
                </c:pt>
                <c:pt idx="6413">
                  <c:v>36692</c:v>
                </c:pt>
                <c:pt idx="6414">
                  <c:v>36691</c:v>
                </c:pt>
                <c:pt idx="6415">
                  <c:v>36690</c:v>
                </c:pt>
                <c:pt idx="6416">
                  <c:v>36689</c:v>
                </c:pt>
                <c:pt idx="6417">
                  <c:v>36686</c:v>
                </c:pt>
                <c:pt idx="6418">
                  <c:v>36685</c:v>
                </c:pt>
                <c:pt idx="6419">
                  <c:v>36684</c:v>
                </c:pt>
                <c:pt idx="6420">
                  <c:v>36682</c:v>
                </c:pt>
                <c:pt idx="6421">
                  <c:v>36679</c:v>
                </c:pt>
                <c:pt idx="6422">
                  <c:v>36678</c:v>
                </c:pt>
                <c:pt idx="6423">
                  <c:v>36677</c:v>
                </c:pt>
                <c:pt idx="6424">
                  <c:v>36676</c:v>
                </c:pt>
                <c:pt idx="6425">
                  <c:v>36675</c:v>
                </c:pt>
                <c:pt idx="6426">
                  <c:v>36672</c:v>
                </c:pt>
                <c:pt idx="6427">
                  <c:v>36671</c:v>
                </c:pt>
                <c:pt idx="6428">
                  <c:v>36670</c:v>
                </c:pt>
                <c:pt idx="6429">
                  <c:v>36669</c:v>
                </c:pt>
                <c:pt idx="6430">
                  <c:v>36668</c:v>
                </c:pt>
                <c:pt idx="6431">
                  <c:v>36665</c:v>
                </c:pt>
                <c:pt idx="6432">
                  <c:v>36664</c:v>
                </c:pt>
                <c:pt idx="6433">
                  <c:v>36663</c:v>
                </c:pt>
                <c:pt idx="6434">
                  <c:v>36662</c:v>
                </c:pt>
                <c:pt idx="6435">
                  <c:v>36661</c:v>
                </c:pt>
                <c:pt idx="6436">
                  <c:v>36658</c:v>
                </c:pt>
                <c:pt idx="6437">
                  <c:v>36656</c:v>
                </c:pt>
                <c:pt idx="6438">
                  <c:v>36655</c:v>
                </c:pt>
                <c:pt idx="6439">
                  <c:v>36654</c:v>
                </c:pt>
                <c:pt idx="6440">
                  <c:v>36651</c:v>
                </c:pt>
                <c:pt idx="6441">
                  <c:v>36650</c:v>
                </c:pt>
                <c:pt idx="6442">
                  <c:v>36649</c:v>
                </c:pt>
                <c:pt idx="6443">
                  <c:v>36648</c:v>
                </c:pt>
                <c:pt idx="6444">
                  <c:v>36644</c:v>
                </c:pt>
                <c:pt idx="6445">
                  <c:v>36643</c:v>
                </c:pt>
              </c:numCache>
            </c:numRef>
          </c:cat>
          <c:val>
            <c:numRef>
              <c:f>'图1 恒生指数eps (3)'!$J$10:$J$6455</c:f>
              <c:numCache>
                <c:formatCode>0.0000</c:formatCode>
                <c:ptCount val="6446"/>
                <c:pt idx="0">
                  <c:v>22671.86</c:v>
                </c:pt>
                <c:pt idx="1">
                  <c:v>23076.91</c:v>
                </c:pt>
                <c:pt idx="2">
                  <c:v>23412.18</c:v>
                </c:pt>
                <c:pt idx="3">
                  <c:v>23336.28</c:v>
                </c:pt>
                <c:pt idx="4">
                  <c:v>23768.52</c:v>
                </c:pt>
                <c:pt idx="5">
                  <c:v>23924.81</c:v>
                </c:pt>
                <c:pt idx="6">
                  <c:v>24312.16</c:v>
                </c:pt>
                <c:pt idx="7">
                  <c:v>24493.95</c:v>
                </c:pt>
                <c:pt idx="8">
                  <c:v>24842.67</c:v>
                </c:pt>
                <c:pt idx="9">
                  <c:v>24718.1</c:v>
                </c:pt>
                <c:pt idx="10">
                  <c:v>24249.29</c:v>
                </c:pt>
                <c:pt idx="11">
                  <c:v>24407.96</c:v>
                </c:pt>
                <c:pt idx="12">
                  <c:v>24565.9</c:v>
                </c:pt>
                <c:pt idx="13">
                  <c:v>24657.06</c:v>
                </c:pt>
                <c:pt idx="14">
                  <c:v>24961.95</c:v>
                </c:pt>
                <c:pt idx="15">
                  <c:v>25253.4</c:v>
                </c:pt>
                <c:pt idx="16">
                  <c:v>25633.21</c:v>
                </c:pt>
                <c:pt idx="17">
                  <c:v>26038.32</c:v>
                </c:pt>
                <c:pt idx="18">
                  <c:v>25398.18</c:v>
                </c:pt>
                <c:pt idx="19">
                  <c:v>25182.39</c:v>
                </c:pt>
                <c:pt idx="20">
                  <c:v>25006.16</c:v>
                </c:pt>
                <c:pt idx="21">
                  <c:v>25328.23</c:v>
                </c:pt>
                <c:pt idx="22">
                  <c:v>25599.45</c:v>
                </c:pt>
                <c:pt idx="23">
                  <c:v>25606.03</c:v>
                </c:pt>
                <c:pt idx="24">
                  <c:v>25386.52</c:v>
                </c:pt>
                <c:pt idx="25">
                  <c:v>25651.119999999999</c:v>
                </c:pt>
                <c:pt idx="26">
                  <c:v>25797.85</c:v>
                </c:pt>
                <c:pt idx="27">
                  <c:v>25675.18</c:v>
                </c:pt>
                <c:pt idx="28">
                  <c:v>25962.73</c:v>
                </c:pt>
                <c:pt idx="29">
                  <c:v>26389.040000000001</c:v>
                </c:pt>
                <c:pt idx="30">
                  <c:v>26388.44</c:v>
                </c:pt>
                <c:pt idx="31">
                  <c:v>26347.91</c:v>
                </c:pt>
                <c:pt idx="32">
                  <c:v>26406.84</c:v>
                </c:pt>
                <c:pt idx="33">
                  <c:v>26393.71</c:v>
                </c:pt>
                <c:pt idx="34">
                  <c:v>26626.28</c:v>
                </c:pt>
                <c:pt idx="35">
                  <c:v>26213.78</c:v>
                </c:pt>
                <c:pt idx="36">
                  <c:v>25898.61</c:v>
                </c:pt>
                <c:pt idx="37">
                  <c:v>26095.88</c:v>
                </c:pt>
                <c:pt idx="38">
                  <c:v>25776.53</c:v>
                </c:pt>
                <c:pt idx="39">
                  <c:v>26111.84</c:v>
                </c:pt>
                <c:pt idx="40">
                  <c:v>25679.78</c:v>
                </c:pt>
                <c:pt idx="41">
                  <c:v>25925.65</c:v>
                </c:pt>
                <c:pt idx="42">
                  <c:v>25978.07</c:v>
                </c:pt>
                <c:pt idx="43">
                  <c:v>25915.200000000001</c:v>
                </c:pt>
                <c:pt idx="44">
                  <c:v>26163.24</c:v>
                </c:pt>
                <c:pt idx="45">
                  <c:v>26487.48</c:v>
                </c:pt>
                <c:pt idx="46">
                  <c:v>26361.07</c:v>
                </c:pt>
                <c:pt idx="47">
                  <c:v>26160.33</c:v>
                </c:pt>
                <c:pt idx="48">
                  <c:v>26394.26</c:v>
                </c:pt>
                <c:pt idx="49">
                  <c:v>25947.32</c:v>
                </c:pt>
                <c:pt idx="50">
                  <c:v>25872.32</c:v>
                </c:pt>
                <c:pt idx="51">
                  <c:v>25660.85</c:v>
                </c:pt>
                <c:pt idx="52">
                  <c:v>25893.54</c:v>
                </c:pt>
                <c:pt idx="53">
                  <c:v>25752.400000000001</c:v>
                </c:pt>
                <c:pt idx="54">
                  <c:v>25893.02</c:v>
                </c:pt>
                <c:pt idx="55">
                  <c:v>25116.53</c:v>
                </c:pt>
                <c:pt idx="56">
                  <c:v>25294.03</c:v>
                </c:pt>
                <c:pt idx="57">
                  <c:v>24788.14</c:v>
                </c:pt>
                <c:pt idx="58">
                  <c:v>24750.79</c:v>
                </c:pt>
                <c:pt idx="59">
                  <c:v>24951.88</c:v>
                </c:pt>
                <c:pt idx="60">
                  <c:v>24856.43</c:v>
                </c:pt>
                <c:pt idx="61">
                  <c:v>25335.95</c:v>
                </c:pt>
                <c:pt idx="62">
                  <c:v>25063.71</c:v>
                </c:pt>
                <c:pt idx="63">
                  <c:v>24382.47</c:v>
                </c:pt>
                <c:pt idx="64">
                  <c:v>25277.32</c:v>
                </c:pt>
                <c:pt idx="65">
                  <c:v>25500.58</c:v>
                </c:pt>
                <c:pt idx="66">
                  <c:v>26025.42</c:v>
                </c:pt>
                <c:pt idx="67">
                  <c:v>25868.54</c:v>
                </c:pt>
                <c:pt idx="68">
                  <c:v>25834.02</c:v>
                </c:pt>
                <c:pt idx="69">
                  <c:v>25465.599999999999</c:v>
                </c:pt>
                <c:pt idx="70">
                  <c:v>25716.76</c:v>
                </c:pt>
                <c:pt idx="71">
                  <c:v>25898.76</c:v>
                </c:pt>
                <c:pt idx="72">
                  <c:v>25959.9</c:v>
                </c:pt>
                <c:pt idx="73">
                  <c:v>25408.46</c:v>
                </c:pt>
                <c:pt idx="74">
                  <c:v>25757.29</c:v>
                </c:pt>
                <c:pt idx="75">
                  <c:v>25321.34</c:v>
                </c:pt>
                <c:pt idx="76">
                  <c:v>25249.48</c:v>
                </c:pt>
                <c:pt idx="77">
                  <c:v>25768.080000000002</c:v>
                </c:pt>
                <c:pt idx="78">
                  <c:v>26059.85</c:v>
                </c:pt>
                <c:pt idx="79">
                  <c:v>26630.54</c:v>
                </c:pt>
                <c:pt idx="80">
                  <c:v>26381.02</c:v>
                </c:pt>
                <c:pt idx="81">
                  <c:v>26765.72</c:v>
                </c:pt>
                <c:pt idx="82">
                  <c:v>26590.32</c:v>
                </c:pt>
                <c:pt idx="83">
                  <c:v>27081.91</c:v>
                </c:pt>
                <c:pt idx="84">
                  <c:v>26413.35</c:v>
                </c:pt>
                <c:pt idx="85">
                  <c:v>26705.94</c:v>
                </c:pt>
                <c:pt idx="86">
                  <c:v>26567.119999999999</c:v>
                </c:pt>
                <c:pt idx="87">
                  <c:v>27032.54</c:v>
                </c:pt>
                <c:pt idx="88">
                  <c:v>27266.38</c:v>
                </c:pt>
                <c:pt idx="89">
                  <c:v>27183.15</c:v>
                </c:pt>
                <c:pt idx="90">
                  <c:v>27027.16</c:v>
                </c:pt>
                <c:pt idx="91">
                  <c:v>26559.95</c:v>
                </c:pt>
                <c:pt idx="92">
                  <c:v>26885.24</c:v>
                </c:pt>
                <c:pt idx="93">
                  <c:v>26847.32</c:v>
                </c:pt>
                <c:pt idx="94">
                  <c:v>26834.77</c:v>
                </c:pt>
                <c:pt idx="95">
                  <c:v>26775.57</c:v>
                </c:pt>
                <c:pt idx="96">
                  <c:v>27387.11</c:v>
                </c:pt>
                <c:pt idx="97">
                  <c:v>27968.09</c:v>
                </c:pt>
                <c:pt idx="98">
                  <c:v>27826.91</c:v>
                </c:pt>
                <c:pt idx="99">
                  <c:v>27126.95</c:v>
                </c:pt>
                <c:pt idx="100">
                  <c:v>26765.52</c:v>
                </c:pt>
                <c:pt idx="101">
                  <c:v>26749.51</c:v>
                </c:pt>
                <c:pt idx="102">
                  <c:v>26629.96</c:v>
                </c:pt>
                <c:pt idx="103">
                  <c:v>26585.06</c:v>
                </c:pt>
                <c:pt idx="104">
                  <c:v>26487.51</c:v>
                </c:pt>
                <c:pt idx="105">
                  <c:v>26563.9</c:v>
                </c:pt>
                <c:pt idx="106">
                  <c:v>26844.959999999999</c:v>
                </c:pt>
                <c:pt idx="107">
                  <c:v>26923.62</c:v>
                </c:pt>
                <c:pt idx="108">
                  <c:v>26999.81</c:v>
                </c:pt>
                <c:pt idx="109">
                  <c:v>26848.47</c:v>
                </c:pt>
                <c:pt idx="110">
                  <c:v>26608.48</c:v>
                </c:pt>
                <c:pt idx="111">
                  <c:v>26231.79</c:v>
                </c:pt>
                <c:pt idx="112">
                  <c:v>26149.31</c:v>
                </c:pt>
                <c:pt idx="113">
                  <c:v>26458.95</c:v>
                </c:pt>
                <c:pt idx="114">
                  <c:v>26710.45</c:v>
                </c:pt>
                <c:pt idx="115">
                  <c:v>26347.24</c:v>
                </c:pt>
                <c:pt idx="116">
                  <c:v>26338.47</c:v>
                </c:pt>
                <c:pt idx="117">
                  <c:v>25630.54</c:v>
                </c:pt>
                <c:pt idx="118">
                  <c:v>25854.6</c:v>
                </c:pt>
                <c:pt idx="119">
                  <c:v>25635.23</c:v>
                </c:pt>
                <c:pt idx="120">
                  <c:v>25818.93</c:v>
                </c:pt>
                <c:pt idx="121">
                  <c:v>25774.14</c:v>
                </c:pt>
                <c:pt idx="122">
                  <c:v>25801.77</c:v>
                </c:pt>
                <c:pt idx="123">
                  <c:v>25690.53</c:v>
                </c:pt>
                <c:pt idx="124">
                  <c:v>25498.13</c:v>
                </c:pt>
                <c:pt idx="125">
                  <c:v>25468.78</c:v>
                </c:pt>
                <c:pt idx="126">
                  <c:v>25235.41</c:v>
                </c:pt>
                <c:pt idx="127">
                  <c:v>25628.880000000001</c:v>
                </c:pt>
                <c:pt idx="128">
                  <c:v>25976.79</c:v>
                </c:pt>
                <c:pt idx="129">
                  <c:v>25530.51</c:v>
                </c:pt>
                <c:pt idx="130">
                  <c:v>25540.78</c:v>
                </c:pt>
                <c:pt idx="131">
                  <c:v>25434.23</c:v>
                </c:pt>
                <c:pt idx="132">
                  <c:v>25765.360000000001</c:v>
                </c:pt>
                <c:pt idx="133">
                  <c:v>26085.08</c:v>
                </c:pt>
                <c:pt idx="134">
                  <c:v>25935.9</c:v>
                </c:pt>
                <c:pt idx="135">
                  <c:v>25760.73</c:v>
                </c:pt>
                <c:pt idx="136">
                  <c:v>26095.05</c:v>
                </c:pt>
                <c:pt idx="137">
                  <c:v>26033.26</c:v>
                </c:pt>
                <c:pt idx="138">
                  <c:v>25858.89</c:v>
                </c:pt>
                <c:pt idx="139">
                  <c:v>25945.93</c:v>
                </c:pt>
                <c:pt idx="140">
                  <c:v>25928.080000000002</c:v>
                </c:pt>
                <c:pt idx="141">
                  <c:v>25894.55</c:v>
                </c:pt>
                <c:pt idx="142">
                  <c:v>25716.5</c:v>
                </c:pt>
                <c:pt idx="143">
                  <c:v>25220.02</c:v>
                </c:pt>
                <c:pt idx="144">
                  <c:v>25835.57</c:v>
                </c:pt>
                <c:pt idx="145">
                  <c:v>25830.65</c:v>
                </c:pt>
                <c:pt idx="146">
                  <c:v>25930.03</c:v>
                </c:pt>
                <c:pt idx="147">
                  <c:v>26384.28</c:v>
                </c:pt>
                <c:pt idx="148">
                  <c:v>26572.46</c:v>
                </c:pt>
                <c:pt idx="149">
                  <c:v>27073.03</c:v>
                </c:pt>
                <c:pt idx="150">
                  <c:v>26922.73</c:v>
                </c:pt>
                <c:pt idx="151">
                  <c:v>26696.41</c:v>
                </c:pt>
                <c:pt idx="152">
                  <c:v>26649.06</c:v>
                </c:pt>
                <c:pt idx="153">
                  <c:v>26241.83</c:v>
                </c:pt>
                <c:pt idx="154">
                  <c:v>26485.9</c:v>
                </c:pt>
                <c:pt idx="155">
                  <c:v>25935.41</c:v>
                </c:pt>
                <c:pt idx="156">
                  <c:v>25952.400000000001</c:v>
                </c:pt>
                <c:pt idx="157">
                  <c:v>26158.36</c:v>
                </c:pt>
                <c:pt idx="158">
                  <c:v>25906.65</c:v>
                </c:pt>
                <c:pt idx="159">
                  <c:v>26282.69</c:v>
                </c:pt>
                <c:pt idx="160">
                  <c:v>26346.14</c:v>
                </c:pt>
                <c:pt idx="161">
                  <c:v>26433.7</c:v>
                </c:pt>
                <c:pt idx="162">
                  <c:v>26160.15</c:v>
                </c:pt>
                <c:pt idx="163">
                  <c:v>25967.98</c:v>
                </c:pt>
                <c:pt idx="164">
                  <c:v>25781.77</c:v>
                </c:pt>
                <c:pt idx="165">
                  <c:v>26027.55</c:v>
                </c:pt>
                <c:pt idx="166">
                  <c:v>25858.83</c:v>
                </c:pt>
                <c:pt idx="167">
                  <c:v>25247.1</c:v>
                </c:pt>
                <c:pt idx="168">
                  <c:v>25888.51</c:v>
                </c:pt>
                <c:pt idx="169">
                  <c:v>25910.6</c:v>
                </c:pt>
                <c:pt idx="170">
                  <c:v>25441.35</c:v>
                </c:pt>
                <c:pt idx="171">
                  <c:v>25889.48</c:v>
                </c:pt>
                <c:pt idx="172">
                  <c:v>26290.32</c:v>
                </c:pt>
                <c:pt idx="173">
                  <c:v>26752.59</c:v>
                </c:pt>
                <c:pt idx="174">
                  <c:v>26829.46</c:v>
                </c:pt>
                <c:pt idx="175">
                  <c:v>26957.77</c:v>
                </c:pt>
                <c:pt idx="176">
                  <c:v>27140.92</c:v>
                </c:pt>
                <c:pt idx="177">
                  <c:v>27287.119999999999</c:v>
                </c:pt>
                <c:pt idx="178">
                  <c:v>26855.56</c:v>
                </c:pt>
                <c:pt idx="179">
                  <c:v>26622.880000000001</c:v>
                </c:pt>
                <c:pt idx="180">
                  <c:v>26128.2</c:v>
                </c:pt>
                <c:pt idx="181">
                  <c:v>26484.68</c:v>
                </c:pt>
                <c:pt idx="182">
                  <c:v>26518.65</c:v>
                </c:pt>
                <c:pt idx="183">
                  <c:v>26159.119999999999</c:v>
                </c:pt>
                <c:pt idx="184">
                  <c:v>26344.14</c:v>
                </c:pt>
                <c:pt idx="185">
                  <c:v>26545.1</c:v>
                </c:pt>
                <c:pt idx="186">
                  <c:v>26544.85</c:v>
                </c:pt>
                <c:pt idx="187">
                  <c:v>26908.39</c:v>
                </c:pt>
                <c:pt idx="188">
                  <c:v>26438.51</c:v>
                </c:pt>
                <c:pt idx="189">
                  <c:v>26446.560000000001</c:v>
                </c:pt>
                <c:pt idx="190">
                  <c:v>26388.16</c:v>
                </c:pt>
                <c:pt idx="191">
                  <c:v>26086.32</c:v>
                </c:pt>
                <c:pt idx="192">
                  <c:v>26200.26</c:v>
                </c:pt>
                <c:pt idx="193">
                  <c:v>25938.13</c:v>
                </c:pt>
                <c:pt idx="194">
                  <c:v>25633.91</c:v>
                </c:pt>
                <c:pt idx="195">
                  <c:v>25417.98</c:v>
                </c:pt>
                <c:pt idx="196">
                  <c:v>25058.51</c:v>
                </c:pt>
                <c:pt idx="197">
                  <c:v>25343.43</c:v>
                </c:pt>
                <c:pt idx="198">
                  <c:v>25496.55</c:v>
                </c:pt>
                <c:pt idx="199">
                  <c:v>25617.42</c:v>
                </c:pt>
                <c:pt idx="200">
                  <c:v>25077.62</c:v>
                </c:pt>
                <c:pt idx="201">
                  <c:v>24998.82</c:v>
                </c:pt>
                <c:pt idx="202">
                  <c:v>25201.759999999998</c:v>
                </c:pt>
                <c:pt idx="203">
                  <c:v>25524.92</c:v>
                </c:pt>
                <c:pt idx="204">
                  <c:v>25829.91</c:v>
                </c:pt>
                <c:pt idx="205">
                  <c:v>25339.14</c:v>
                </c:pt>
                <c:pt idx="206">
                  <c:v>25104.61</c:v>
                </c:pt>
                <c:pt idx="207">
                  <c:v>25165.94</c:v>
                </c:pt>
                <c:pt idx="208">
                  <c:v>25122.9</c:v>
                </c:pt>
                <c:pt idx="209">
                  <c:v>25176.85</c:v>
                </c:pt>
                <c:pt idx="210">
                  <c:v>25270.07</c:v>
                </c:pt>
                <c:pt idx="211">
                  <c:v>25519.32</c:v>
                </c:pt>
                <c:pt idx="212">
                  <c:v>25613.67</c:v>
                </c:pt>
                <c:pt idx="213">
                  <c:v>24969.68</c:v>
                </c:pt>
                <c:pt idx="214">
                  <c:v>24906.81</c:v>
                </c:pt>
                <c:pt idx="215">
                  <c:v>24858.82</c:v>
                </c:pt>
                <c:pt idx="216">
                  <c:v>25081.63</c:v>
                </c:pt>
                <c:pt idx="217">
                  <c:v>24910.63</c:v>
                </c:pt>
                <c:pt idx="218">
                  <c:v>24902.53</c:v>
                </c:pt>
                <c:pt idx="219">
                  <c:v>24733.45</c:v>
                </c:pt>
                <c:pt idx="220">
                  <c:v>24507.81</c:v>
                </c:pt>
                <c:pt idx="221">
                  <c:v>24773.33</c:v>
                </c:pt>
                <c:pt idx="222">
                  <c:v>25176.93</c:v>
                </c:pt>
                <c:pt idx="223">
                  <c:v>25524.45</c:v>
                </c:pt>
                <c:pt idx="224">
                  <c:v>25562.13</c:v>
                </c:pt>
                <c:pt idx="225">
                  <c:v>25388.35</c:v>
                </c:pt>
                <c:pt idx="226">
                  <c:v>25667.18</c:v>
                </c:pt>
                <c:pt idx="227">
                  <c:v>25538.07</c:v>
                </c:pt>
                <c:pt idx="228">
                  <c:v>25130.03</c:v>
                </c:pt>
                <c:pt idx="229">
                  <c:v>24994.14</c:v>
                </c:pt>
                <c:pt idx="230">
                  <c:v>24825.66</c:v>
                </c:pt>
                <c:pt idx="231">
                  <c:v>24498.95</c:v>
                </c:pt>
                <c:pt idx="232">
                  <c:v>24517.759999999998</c:v>
                </c:pt>
                <c:pt idx="233">
                  <c:v>24590.12</c:v>
                </c:pt>
                <c:pt idx="234">
                  <c:v>24203.32</c:v>
                </c:pt>
                <c:pt idx="235">
                  <c:v>24139.57</c:v>
                </c:pt>
                <c:pt idx="236">
                  <c:v>24028.37</c:v>
                </c:pt>
                <c:pt idx="237">
                  <c:v>23892.32</c:v>
                </c:pt>
                <c:pt idx="238">
                  <c:v>24148.07</c:v>
                </c:pt>
                <c:pt idx="239">
                  <c:v>23887.83</c:v>
                </c:pt>
                <c:pt idx="240">
                  <c:v>23916.06</c:v>
                </c:pt>
                <c:pt idx="241">
                  <c:v>24069.94</c:v>
                </c:pt>
                <c:pt idx="242">
                  <c:v>24221.41</c:v>
                </c:pt>
                <c:pt idx="243">
                  <c:v>24072.28</c:v>
                </c:pt>
                <c:pt idx="244">
                  <c:v>24284.15</c:v>
                </c:pt>
                <c:pt idx="245">
                  <c:v>24325.4</c:v>
                </c:pt>
                <c:pt idx="246">
                  <c:v>24474.67</c:v>
                </c:pt>
                <c:pt idx="247">
                  <c:v>24177.07</c:v>
                </c:pt>
                <c:pt idx="248">
                  <c:v>23689.13</c:v>
                </c:pt>
                <c:pt idx="249">
                  <c:v>23530.48</c:v>
                </c:pt>
                <c:pt idx="250">
                  <c:v>23237.74</c:v>
                </c:pt>
                <c:pt idx="251">
                  <c:v>23710.69</c:v>
                </c:pt>
                <c:pt idx="252">
                  <c:v>23980.3</c:v>
                </c:pt>
                <c:pt idx="253">
                  <c:v>24060.99</c:v>
                </c:pt>
                <c:pt idx="254">
                  <c:v>23892.560000000001</c:v>
                </c:pt>
                <c:pt idx="255">
                  <c:v>24035.38</c:v>
                </c:pt>
                <c:pt idx="256">
                  <c:v>24366.94</c:v>
                </c:pt>
                <c:pt idx="257">
                  <c:v>24162.87</c:v>
                </c:pt>
                <c:pt idx="258">
                  <c:v>24181.43</c:v>
                </c:pt>
                <c:pt idx="259">
                  <c:v>23792.54</c:v>
                </c:pt>
                <c:pt idx="260">
                  <c:v>23906.97</c:v>
                </c:pt>
                <c:pt idx="261">
                  <c:v>23654.03</c:v>
                </c:pt>
                <c:pt idx="262">
                  <c:v>23512.49</c:v>
                </c:pt>
                <c:pt idx="263">
                  <c:v>23157.97</c:v>
                </c:pt>
                <c:pt idx="264">
                  <c:v>23289.77</c:v>
                </c:pt>
                <c:pt idx="265">
                  <c:v>23573.38</c:v>
                </c:pt>
                <c:pt idx="266">
                  <c:v>23258.31</c:v>
                </c:pt>
                <c:pt idx="267">
                  <c:v>23381.99</c:v>
                </c:pt>
                <c:pt idx="268">
                  <c:v>23282.33</c:v>
                </c:pt>
                <c:pt idx="269">
                  <c:v>23601.26</c:v>
                </c:pt>
                <c:pt idx="270">
                  <c:v>23544.31</c:v>
                </c:pt>
                <c:pt idx="271">
                  <c:v>23827.78</c:v>
                </c:pt>
                <c:pt idx="272">
                  <c:v>23681.48</c:v>
                </c:pt>
                <c:pt idx="273">
                  <c:v>23332.720000000001</c:v>
                </c:pt>
                <c:pt idx="274">
                  <c:v>23345.05</c:v>
                </c:pt>
                <c:pt idx="275">
                  <c:v>23453.16</c:v>
                </c:pt>
                <c:pt idx="276">
                  <c:v>23640.65</c:v>
                </c:pt>
                <c:pt idx="277">
                  <c:v>23108.27</c:v>
                </c:pt>
                <c:pt idx="278">
                  <c:v>23549.46</c:v>
                </c:pt>
                <c:pt idx="279">
                  <c:v>22867.74</c:v>
                </c:pt>
                <c:pt idx="280">
                  <c:v>22775.919999999998</c:v>
                </c:pt>
                <c:pt idx="281">
                  <c:v>22691.88</c:v>
                </c:pt>
                <c:pt idx="282">
                  <c:v>22662.71</c:v>
                </c:pt>
                <c:pt idx="283">
                  <c:v>22504.68</c:v>
                </c:pt>
                <c:pt idx="284">
                  <c:v>22119.41</c:v>
                </c:pt>
                <c:pt idx="285">
                  <c:v>22008.11</c:v>
                </c:pt>
                <c:pt idx="286">
                  <c:v>21971.96</c:v>
                </c:pt>
                <c:pt idx="287">
                  <c:v>21980.74</c:v>
                </c:pt>
                <c:pt idx="288">
                  <c:v>21909.759999999998</c:v>
                </c:pt>
                <c:pt idx="289">
                  <c:v>22072.62</c:v>
                </c:pt>
                <c:pt idx="290">
                  <c:v>21562.32</c:v>
                </c:pt>
                <c:pt idx="291">
                  <c:v>21395.14</c:v>
                </c:pt>
                <c:pt idx="292">
                  <c:v>21056.98</c:v>
                </c:pt>
                <c:pt idx="293">
                  <c:v>21466.27</c:v>
                </c:pt>
                <c:pt idx="294">
                  <c:v>21417.4</c:v>
                </c:pt>
                <c:pt idx="295">
                  <c:v>20914.689999999999</c:v>
                </c:pt>
                <c:pt idx="296">
                  <c:v>20681.78</c:v>
                </c:pt>
                <c:pt idx="297">
                  <c:v>20264.490000000002</c:v>
                </c:pt>
                <c:pt idx="298">
                  <c:v>20127.68</c:v>
                </c:pt>
                <c:pt idx="299">
                  <c:v>19828.3</c:v>
                </c:pt>
                <c:pt idx="300">
                  <c:v>22849.81</c:v>
                </c:pt>
                <c:pt idx="301">
                  <c:v>23202.53</c:v>
                </c:pt>
                <c:pt idx="302">
                  <c:v>23206.84</c:v>
                </c:pt>
                <c:pt idx="303">
                  <c:v>23119.58</c:v>
                </c:pt>
                <c:pt idx="304">
                  <c:v>23426.6</c:v>
                </c:pt>
                <c:pt idx="305">
                  <c:v>23578.799999999999</c:v>
                </c:pt>
                <c:pt idx="306">
                  <c:v>23483.32</c:v>
                </c:pt>
                <c:pt idx="307">
                  <c:v>23344.25</c:v>
                </c:pt>
                <c:pt idx="308">
                  <c:v>23905.56</c:v>
                </c:pt>
                <c:pt idx="309">
                  <c:v>23689.72</c:v>
                </c:pt>
                <c:pt idx="310">
                  <c:v>24219.95</c:v>
                </c:pt>
                <c:pt idx="311">
                  <c:v>24771.14</c:v>
                </c:pt>
                <c:pt idx="312">
                  <c:v>24740.57</c:v>
                </c:pt>
                <c:pt idx="313">
                  <c:v>24145.57</c:v>
                </c:pt>
                <c:pt idx="314">
                  <c:v>23959.98</c:v>
                </c:pt>
                <c:pt idx="315">
                  <c:v>23462.65</c:v>
                </c:pt>
                <c:pt idx="316">
                  <c:v>23600.31</c:v>
                </c:pt>
                <c:pt idx="317">
                  <c:v>23782.14</c:v>
                </c:pt>
                <c:pt idx="318">
                  <c:v>23783.49</c:v>
                </c:pt>
                <c:pt idx="319">
                  <c:v>24231.3</c:v>
                </c:pt>
                <c:pt idx="320">
                  <c:v>24369.71</c:v>
                </c:pt>
                <c:pt idx="321">
                  <c:v>23594.21</c:v>
                </c:pt>
                <c:pt idx="322">
                  <c:v>22941.77</c:v>
                </c:pt>
                <c:pt idx="323">
                  <c:v>23006.27</c:v>
                </c:pt>
                <c:pt idx="324">
                  <c:v>22941.32</c:v>
                </c:pt>
                <c:pt idx="325">
                  <c:v>23718.29</c:v>
                </c:pt>
                <c:pt idx="326">
                  <c:v>23787.93</c:v>
                </c:pt>
                <c:pt idx="327">
                  <c:v>23034.02</c:v>
                </c:pt>
                <c:pt idx="328">
                  <c:v>23341.61</c:v>
                </c:pt>
                <c:pt idx="329">
                  <c:v>23477.919999999998</c:v>
                </c:pt>
                <c:pt idx="330">
                  <c:v>22576.98</c:v>
                </c:pt>
                <c:pt idx="331">
                  <c:v>22944.240000000002</c:v>
                </c:pt>
                <c:pt idx="332">
                  <c:v>22976.81</c:v>
                </c:pt>
                <c:pt idx="333">
                  <c:v>22616.23</c:v>
                </c:pt>
                <c:pt idx="334">
                  <c:v>22620.33</c:v>
                </c:pt>
                <c:pt idx="335">
                  <c:v>21814.37</c:v>
                </c:pt>
                <c:pt idx="336">
                  <c:v>21857.919999999998</c:v>
                </c:pt>
                <c:pt idx="337">
                  <c:v>21294.86</c:v>
                </c:pt>
                <c:pt idx="338">
                  <c:v>21521.98</c:v>
                </c:pt>
                <c:pt idx="339">
                  <c:v>21133.54</c:v>
                </c:pt>
                <c:pt idx="340">
                  <c:v>20891.62</c:v>
                </c:pt>
                <c:pt idx="341">
                  <c:v>20597.09</c:v>
                </c:pt>
                <c:pt idx="342">
                  <c:v>20789.96</c:v>
                </c:pt>
                <c:pt idx="343">
                  <c:v>20217.259999999998</c:v>
                </c:pt>
                <c:pt idx="344">
                  <c:v>20225.11</c:v>
                </c:pt>
                <c:pt idx="345">
                  <c:v>20197.77</c:v>
                </c:pt>
                <c:pt idx="346">
                  <c:v>20066.189999999999</c:v>
                </c:pt>
                <c:pt idx="347">
                  <c:v>19700.560000000001</c:v>
                </c:pt>
                <c:pt idx="348">
                  <c:v>19778.77</c:v>
                </c:pt>
                <c:pt idx="349">
                  <c:v>20106.55</c:v>
                </c:pt>
                <c:pt idx="350">
                  <c:v>19925.810000000001</c:v>
                </c:pt>
                <c:pt idx="351">
                  <c:v>19584.060000000001</c:v>
                </c:pt>
                <c:pt idx="352">
                  <c:v>19522.89</c:v>
                </c:pt>
                <c:pt idx="353">
                  <c:v>19286.07</c:v>
                </c:pt>
                <c:pt idx="354">
                  <c:v>19219.78</c:v>
                </c:pt>
                <c:pt idx="355">
                  <c:v>18874.14</c:v>
                </c:pt>
                <c:pt idx="356">
                  <c:v>19064.29</c:v>
                </c:pt>
                <c:pt idx="357">
                  <c:v>19240.89</c:v>
                </c:pt>
                <c:pt idx="358">
                  <c:v>19279.84</c:v>
                </c:pt>
                <c:pt idx="359">
                  <c:v>19447.580000000002</c:v>
                </c:pt>
                <c:pt idx="360">
                  <c:v>19688.29</c:v>
                </c:pt>
                <c:pt idx="361">
                  <c:v>19760.27</c:v>
                </c:pt>
                <c:pt idx="362">
                  <c:v>19623.32</c:v>
                </c:pt>
                <c:pt idx="363">
                  <c:v>20059.95</c:v>
                </c:pt>
                <c:pt idx="364">
                  <c:v>20041.419999999998</c:v>
                </c:pt>
                <c:pt idx="365">
                  <c:v>20090.46</c:v>
                </c:pt>
                <c:pt idx="366">
                  <c:v>20098.29</c:v>
                </c:pt>
                <c:pt idx="367">
                  <c:v>19883.13</c:v>
                </c:pt>
                <c:pt idx="368">
                  <c:v>19720.7</c:v>
                </c:pt>
                <c:pt idx="369">
                  <c:v>19752.509999999998</c:v>
                </c:pt>
                <c:pt idx="370">
                  <c:v>19864.55</c:v>
                </c:pt>
                <c:pt idx="371">
                  <c:v>19700.48</c:v>
                </c:pt>
                <c:pt idx="372">
                  <c:v>19795.490000000002</c:v>
                </c:pt>
                <c:pt idx="373">
                  <c:v>19971.240000000002</c:v>
                </c:pt>
                <c:pt idx="374">
                  <c:v>20397.05</c:v>
                </c:pt>
                <c:pt idx="375">
                  <c:v>20155.05</c:v>
                </c:pt>
                <c:pt idx="376">
                  <c:v>20311.28</c:v>
                </c:pt>
                <c:pt idx="377">
                  <c:v>20414.09</c:v>
                </c:pt>
                <c:pt idx="378">
                  <c:v>19865.849999999999</c:v>
                </c:pt>
                <c:pt idx="379">
                  <c:v>19560.439999999999</c:v>
                </c:pt>
                <c:pt idx="380">
                  <c:v>19742.46</c:v>
                </c:pt>
                <c:pt idx="381">
                  <c:v>19746.32</c:v>
                </c:pt>
                <c:pt idx="382">
                  <c:v>19550.29</c:v>
                </c:pt>
                <c:pt idx="383">
                  <c:v>19423.61</c:v>
                </c:pt>
                <c:pt idx="384">
                  <c:v>19366.96</c:v>
                </c:pt>
                <c:pt idx="385">
                  <c:v>19603.13</c:v>
                </c:pt>
                <c:pt idx="386">
                  <c:v>19159.2</c:v>
                </c:pt>
                <c:pt idx="387">
                  <c:v>19150.990000000002</c:v>
                </c:pt>
                <c:pt idx="388">
                  <c:v>19229.97</c:v>
                </c:pt>
                <c:pt idx="389">
                  <c:v>19601.11</c:v>
                </c:pt>
                <c:pt idx="390">
                  <c:v>19705.009999999998</c:v>
                </c:pt>
                <c:pt idx="391">
                  <c:v>19663.669999999998</c:v>
                </c:pt>
                <c:pt idx="392">
                  <c:v>19576.61</c:v>
                </c:pt>
                <c:pt idx="393">
                  <c:v>19426.34</c:v>
                </c:pt>
                <c:pt idx="394">
                  <c:v>19435.810000000001</c:v>
                </c:pt>
                <c:pt idx="395">
                  <c:v>19823.45</c:v>
                </c:pt>
                <c:pt idx="396">
                  <c:v>19846.88</c:v>
                </c:pt>
                <c:pt idx="397">
                  <c:v>20426.93</c:v>
                </c:pt>
                <c:pt idx="398">
                  <c:v>20728.189999999999</c:v>
                </c:pt>
                <c:pt idx="399">
                  <c:v>20953.34</c:v>
                </c:pt>
                <c:pt idx="400">
                  <c:v>20538.38</c:v>
                </c:pt>
                <c:pt idx="401">
                  <c:v>21006.97</c:v>
                </c:pt>
                <c:pt idx="402">
                  <c:v>20567.52</c:v>
                </c:pt>
                <c:pt idx="403">
                  <c:v>20506.43</c:v>
                </c:pt>
                <c:pt idx="404">
                  <c:v>20317.330000000002</c:v>
                </c:pt>
                <c:pt idx="405">
                  <c:v>20380.64</c:v>
                </c:pt>
                <c:pt idx="406">
                  <c:v>20701.14</c:v>
                </c:pt>
                <c:pt idx="407">
                  <c:v>20599.36</c:v>
                </c:pt>
                <c:pt idx="408">
                  <c:v>20590.150000000001</c:v>
                </c:pt>
                <c:pt idx="409">
                  <c:v>20489.62</c:v>
                </c:pt>
                <c:pt idx="410">
                  <c:v>20760.150000000001</c:v>
                </c:pt>
                <c:pt idx="411">
                  <c:v>20498.95</c:v>
                </c:pt>
                <c:pt idx="412">
                  <c:v>20478.46</c:v>
                </c:pt>
                <c:pt idx="413">
                  <c:v>20804.11</c:v>
                </c:pt>
                <c:pt idx="414">
                  <c:v>20079.099999999999</c:v>
                </c:pt>
                <c:pt idx="415">
                  <c:v>20286.849999999999</c:v>
                </c:pt>
                <c:pt idx="416">
                  <c:v>20318.79</c:v>
                </c:pt>
                <c:pt idx="417">
                  <c:v>21092.87</c:v>
                </c:pt>
                <c:pt idx="418">
                  <c:v>21251.98</c:v>
                </c:pt>
                <c:pt idx="419">
                  <c:v>20637.240000000002</c:v>
                </c:pt>
                <c:pt idx="420">
                  <c:v>20926.79</c:v>
                </c:pt>
                <c:pt idx="421">
                  <c:v>23099.78</c:v>
                </c:pt>
                <c:pt idx="422">
                  <c:v>22736.87</c:v>
                </c:pt>
                <c:pt idx="423">
                  <c:v>22113.51</c:v>
                </c:pt>
                <c:pt idx="424">
                  <c:v>22443.73</c:v>
                </c:pt>
                <c:pt idx="425">
                  <c:v>21133.68</c:v>
                </c:pt>
                <c:pt idx="426">
                  <c:v>20632.3</c:v>
                </c:pt>
                <c:pt idx="427">
                  <c:v>19924.580000000002</c:v>
                </c:pt>
                <c:pt idx="428">
                  <c:v>19129.099999999999</c:v>
                </c:pt>
                <c:pt idx="429">
                  <c:v>19000.560000000001</c:v>
                </c:pt>
                <c:pt idx="430">
                  <c:v>18247.11</c:v>
                </c:pt>
                <c:pt idx="431">
                  <c:v>18258.57</c:v>
                </c:pt>
                <c:pt idx="432">
                  <c:v>18013.16</c:v>
                </c:pt>
                <c:pt idx="433">
                  <c:v>17660.02</c:v>
                </c:pt>
                <c:pt idx="434">
                  <c:v>17422.12</c:v>
                </c:pt>
                <c:pt idx="435">
                  <c:v>17369.09</c:v>
                </c:pt>
                <c:pt idx="436">
                  <c:v>17240.39</c:v>
                </c:pt>
                <c:pt idx="437">
                  <c:v>17108.71</c:v>
                </c:pt>
                <c:pt idx="438">
                  <c:v>17234.09</c:v>
                </c:pt>
                <c:pt idx="439">
                  <c:v>17196.96</c:v>
                </c:pt>
                <c:pt idx="440">
                  <c:v>17444.3</c:v>
                </c:pt>
                <c:pt idx="441">
                  <c:v>17457.34</c:v>
                </c:pt>
                <c:pt idx="442">
                  <c:v>17651.490000000002</c:v>
                </c:pt>
                <c:pt idx="443">
                  <c:v>17691.97</c:v>
                </c:pt>
                <c:pt idx="444">
                  <c:v>17989.07</c:v>
                </c:pt>
                <c:pt idx="445">
                  <c:v>17786.32</c:v>
                </c:pt>
                <c:pt idx="446">
                  <c:v>17692.45</c:v>
                </c:pt>
                <c:pt idx="447">
                  <c:v>17874.669999999998</c:v>
                </c:pt>
                <c:pt idx="448">
                  <c:v>17798.73</c:v>
                </c:pt>
                <c:pt idx="449">
                  <c:v>17612.099999999999</c:v>
                </c:pt>
                <c:pt idx="450">
                  <c:v>17641</c:v>
                </c:pt>
                <c:pt idx="451">
                  <c:v>17391.009999999998</c:v>
                </c:pt>
                <c:pt idx="452">
                  <c:v>17511.080000000002</c:v>
                </c:pt>
                <c:pt idx="453">
                  <c:v>17569.57</c:v>
                </c:pt>
                <c:pt idx="454">
                  <c:v>17430.16</c:v>
                </c:pt>
                <c:pt idx="455">
                  <c:v>17109.14</c:v>
                </c:pt>
                <c:pt idx="456">
                  <c:v>17113.36</c:v>
                </c:pt>
                <c:pt idx="457">
                  <c:v>17174.060000000001</c:v>
                </c:pt>
                <c:pt idx="458">
                  <c:v>17111.650000000001</c:v>
                </c:pt>
                <c:pt idx="459">
                  <c:v>17090.23</c:v>
                </c:pt>
                <c:pt idx="460">
                  <c:v>16891.830000000002</c:v>
                </c:pt>
                <c:pt idx="461">
                  <c:v>16877.86</c:v>
                </c:pt>
                <c:pt idx="462">
                  <c:v>16647.34</c:v>
                </c:pt>
                <c:pt idx="463">
                  <c:v>16698.36</c:v>
                </c:pt>
                <c:pt idx="464">
                  <c:v>16945.509999999998</c:v>
                </c:pt>
                <c:pt idx="465">
                  <c:v>17304.96</c:v>
                </c:pt>
                <c:pt idx="466">
                  <c:v>17344.599999999999</c:v>
                </c:pt>
                <c:pt idx="467">
                  <c:v>17002.91</c:v>
                </c:pt>
                <c:pt idx="468">
                  <c:v>17238.34</c:v>
                </c:pt>
                <c:pt idx="469">
                  <c:v>17021.310000000001</c:v>
                </c:pt>
                <c:pt idx="470">
                  <c:v>17004.97</c:v>
                </c:pt>
                <c:pt idx="471">
                  <c:v>17311.05</c:v>
                </c:pt>
                <c:pt idx="472">
                  <c:v>17469.36</c:v>
                </c:pt>
                <c:pt idx="473">
                  <c:v>17635.88</c:v>
                </c:pt>
                <c:pt idx="474">
                  <c:v>17417.68</c:v>
                </c:pt>
                <c:pt idx="475">
                  <c:v>17778.41</c:v>
                </c:pt>
                <c:pt idx="476">
                  <c:v>17739.41</c:v>
                </c:pt>
                <c:pt idx="477">
                  <c:v>17727.98</c:v>
                </c:pt>
                <c:pt idx="478">
                  <c:v>18015.939999999999</c:v>
                </c:pt>
                <c:pt idx="479">
                  <c:v>18293.38</c:v>
                </c:pt>
                <c:pt idx="480">
                  <c:v>17832.330000000002</c:v>
                </c:pt>
                <c:pt idx="481">
                  <c:v>17471.669999999998</c:v>
                </c:pt>
                <c:pt idx="482">
                  <c:v>17523.23</c:v>
                </c:pt>
                <c:pt idx="483">
                  <c:v>17524.060000000001</c:v>
                </c:pt>
                <c:pt idx="484">
                  <c:v>17799.61</c:v>
                </c:pt>
                <c:pt idx="485">
                  <c:v>18028.28</c:v>
                </c:pt>
                <c:pt idx="486">
                  <c:v>17978.57</c:v>
                </c:pt>
                <c:pt idx="487">
                  <c:v>17769.14</c:v>
                </c:pt>
                <c:pt idx="488">
                  <c:v>17718.61</c:v>
                </c:pt>
                <c:pt idx="489">
                  <c:v>17716.47</c:v>
                </c:pt>
                <c:pt idx="490">
                  <c:v>18089.93</c:v>
                </c:pt>
                <c:pt idx="491">
                  <c:v>18072.900000000001</c:v>
                </c:pt>
                <c:pt idx="492">
                  <c:v>18027.71</c:v>
                </c:pt>
                <c:pt idx="493">
                  <c:v>18028.52</c:v>
                </c:pt>
                <c:pt idx="494">
                  <c:v>18335.32</c:v>
                </c:pt>
                <c:pt idx="495">
                  <c:v>18430.39</c:v>
                </c:pt>
                <c:pt idx="496">
                  <c:v>17915.55</c:v>
                </c:pt>
                <c:pt idx="497">
                  <c:v>17936.12</c:v>
                </c:pt>
                <c:pt idx="498">
                  <c:v>17941.78</c:v>
                </c:pt>
                <c:pt idx="499">
                  <c:v>18112.63</c:v>
                </c:pt>
                <c:pt idx="500">
                  <c:v>17937.84</c:v>
                </c:pt>
                <c:pt idx="501">
                  <c:v>18176.34</c:v>
                </c:pt>
                <c:pt idx="502">
                  <c:v>18366.95</c:v>
                </c:pt>
                <c:pt idx="503">
                  <c:v>18476.8</c:v>
                </c:pt>
                <c:pt idx="504">
                  <c:v>18424.96</c:v>
                </c:pt>
                <c:pt idx="505">
                  <c:v>18444.11</c:v>
                </c:pt>
                <c:pt idx="506">
                  <c:v>18403.04</c:v>
                </c:pt>
                <c:pt idx="507">
                  <c:v>18079.61</c:v>
                </c:pt>
                <c:pt idx="508">
                  <c:v>18230.189999999999</c:v>
                </c:pt>
                <c:pt idx="509">
                  <c:v>18477.009999999998</c:v>
                </c:pt>
                <c:pt idx="510">
                  <c:v>18821.16</c:v>
                </c:pt>
                <c:pt idx="511">
                  <c:v>18827.349999999999</c:v>
                </c:pt>
                <c:pt idx="512">
                  <c:v>18608.939999999999</c:v>
                </c:pt>
                <c:pt idx="513">
                  <c:v>18868.71</c:v>
                </c:pt>
                <c:pt idx="514">
                  <c:v>19195.599999999999</c:v>
                </c:pt>
                <c:pt idx="515">
                  <c:v>19220.62</c:v>
                </c:pt>
                <c:pt idx="516">
                  <c:v>19636.22</c:v>
                </c:pt>
                <c:pt idx="517">
                  <c:v>19553.61</c:v>
                </c:pt>
                <c:pt idx="518">
                  <c:v>19376.53</c:v>
                </c:pt>
                <c:pt idx="519">
                  <c:v>19073.71</c:v>
                </c:pt>
                <c:pt idx="520">
                  <c:v>19115.060000000001</c:v>
                </c:pt>
                <c:pt idx="521">
                  <c:v>18963.68</c:v>
                </c:pt>
                <c:pt idx="522">
                  <c:v>18537.810000000001</c:v>
                </c:pt>
                <c:pt idx="523">
                  <c:v>18313.86</c:v>
                </c:pt>
                <c:pt idx="524">
                  <c:v>18479.37</c:v>
                </c:pt>
                <c:pt idx="525">
                  <c:v>18578.3</c:v>
                </c:pt>
                <c:pt idx="526">
                  <c:v>18475.919999999998</c:v>
                </c:pt>
                <c:pt idx="527">
                  <c:v>18207.13</c:v>
                </c:pt>
                <c:pt idx="528">
                  <c:v>17763.03</c:v>
                </c:pt>
                <c:pt idx="529">
                  <c:v>17746.91</c:v>
                </c:pt>
                <c:pt idx="530">
                  <c:v>17651.150000000001</c:v>
                </c:pt>
                <c:pt idx="531">
                  <c:v>17284.54</c:v>
                </c:pt>
                <c:pt idx="532">
                  <c:v>17201.27</c:v>
                </c:pt>
                <c:pt idx="533">
                  <c:v>16828.93</c:v>
                </c:pt>
                <c:pt idx="534">
                  <c:v>16511.689999999999</c:v>
                </c:pt>
                <c:pt idx="535">
                  <c:v>16224.14</c:v>
                </c:pt>
                <c:pt idx="536">
                  <c:v>16385.87</c:v>
                </c:pt>
                <c:pt idx="537">
                  <c:v>16251.84</c:v>
                </c:pt>
                <c:pt idx="538">
                  <c:v>16248.97</c:v>
                </c:pt>
                <c:pt idx="539">
                  <c:v>16600.46</c:v>
                </c:pt>
                <c:pt idx="540">
                  <c:v>16721.689999999999</c:v>
                </c:pt>
                <c:pt idx="541">
                  <c:v>17095.03</c:v>
                </c:pt>
                <c:pt idx="542">
                  <c:v>17139.169999999998</c:v>
                </c:pt>
                <c:pt idx="543">
                  <c:v>16828.07</c:v>
                </c:pt>
                <c:pt idx="544">
                  <c:v>16732.849999999999</c:v>
                </c:pt>
                <c:pt idx="545">
                  <c:v>16723.919999999998</c:v>
                </c:pt>
                <c:pt idx="546">
                  <c:v>16725.099999999999</c:v>
                </c:pt>
                <c:pt idx="547">
                  <c:v>16931.52</c:v>
                </c:pt>
                <c:pt idx="548">
                  <c:v>16541.419999999998</c:v>
                </c:pt>
                <c:pt idx="549">
                  <c:v>16392.84</c:v>
                </c:pt>
                <c:pt idx="550">
                  <c:v>16618.32</c:v>
                </c:pt>
                <c:pt idx="551">
                  <c:v>16473.64</c:v>
                </c:pt>
                <c:pt idx="552">
                  <c:v>16499.47</c:v>
                </c:pt>
                <c:pt idx="553">
                  <c:v>16863.099999999999</c:v>
                </c:pt>
                <c:pt idx="554">
                  <c:v>16543.07</c:v>
                </c:pt>
                <c:pt idx="555">
                  <c:v>16529.48</c:v>
                </c:pt>
                <c:pt idx="556">
                  <c:v>16737.12</c:v>
                </c:pt>
                <c:pt idx="557">
                  <c:v>16720.89</c:v>
                </c:pt>
                <c:pt idx="558">
                  <c:v>16961.66</c:v>
                </c:pt>
                <c:pt idx="559">
                  <c:v>17082.11</c:v>
                </c:pt>
                <c:pt idx="560">
                  <c:v>17093.5</c:v>
                </c:pt>
                <c:pt idx="561">
                  <c:v>16587.57</c:v>
                </c:pt>
                <c:pt idx="562">
                  <c:v>16353.39</c:v>
                </c:pt>
                <c:pt idx="563">
                  <c:v>16229.78</c:v>
                </c:pt>
                <c:pt idx="564">
                  <c:v>16438.09</c:v>
                </c:pt>
                <c:pt idx="565">
                  <c:v>16162.64</c:v>
                </c:pt>
                <c:pt idx="566">
                  <c:v>16595.97</c:v>
                </c:pt>
                <c:pt idx="567">
                  <c:v>16589.439999999999</c:v>
                </c:pt>
                <c:pt idx="568">
                  <c:v>16511.439999999999</c:v>
                </c:pt>
                <c:pt idx="569">
                  <c:v>16536.849999999999</c:v>
                </c:pt>
                <c:pt idx="570">
                  <c:v>16790.8</c:v>
                </c:pt>
                <c:pt idx="571">
                  <c:v>16634.740000000002</c:v>
                </c:pt>
                <c:pt idx="572">
                  <c:v>16725.86</c:v>
                </c:pt>
                <c:pt idx="573">
                  <c:v>16742.95</c:v>
                </c:pt>
                <c:pt idx="574">
                  <c:v>16503.099999999999</c:v>
                </c:pt>
                <c:pt idx="575">
                  <c:v>16247.51</c:v>
                </c:pt>
                <c:pt idx="576">
                  <c:v>16155.61</c:v>
                </c:pt>
                <c:pt idx="577">
                  <c:v>16339.96</c:v>
                </c:pt>
                <c:pt idx="578">
                  <c:v>15944.63</c:v>
                </c:pt>
                <c:pt idx="579">
                  <c:v>15879.38</c:v>
                </c:pt>
                <c:pt idx="580">
                  <c:v>15746.58</c:v>
                </c:pt>
                <c:pt idx="581">
                  <c:v>15878.07</c:v>
                </c:pt>
                <c:pt idx="582">
                  <c:v>16081.89</c:v>
                </c:pt>
                <c:pt idx="583">
                  <c:v>16136.87</c:v>
                </c:pt>
                <c:pt idx="584">
                  <c:v>15510.01</c:v>
                </c:pt>
                <c:pt idx="585">
                  <c:v>15533.56</c:v>
                </c:pt>
                <c:pt idx="586">
                  <c:v>15566.21</c:v>
                </c:pt>
                <c:pt idx="587">
                  <c:v>15485.07</c:v>
                </c:pt>
                <c:pt idx="588">
                  <c:v>15703.45</c:v>
                </c:pt>
                <c:pt idx="589">
                  <c:v>16077.24</c:v>
                </c:pt>
                <c:pt idx="590">
                  <c:v>15952.23</c:v>
                </c:pt>
                <c:pt idx="591">
                  <c:v>16211.96</c:v>
                </c:pt>
                <c:pt idx="592">
                  <c:v>15899.87</c:v>
                </c:pt>
                <c:pt idx="593">
                  <c:v>15353.98</c:v>
                </c:pt>
                <c:pt idx="594">
                  <c:v>14961.18</c:v>
                </c:pt>
                <c:pt idx="595">
                  <c:v>15308.69</c:v>
                </c:pt>
                <c:pt idx="596">
                  <c:v>15391.79</c:v>
                </c:pt>
                <c:pt idx="597">
                  <c:v>15276.9</c:v>
                </c:pt>
                <c:pt idx="598">
                  <c:v>15865.92</c:v>
                </c:pt>
                <c:pt idx="599">
                  <c:v>16216.33</c:v>
                </c:pt>
                <c:pt idx="600">
                  <c:v>16244.58</c:v>
                </c:pt>
                <c:pt idx="601">
                  <c:v>16302.04</c:v>
                </c:pt>
                <c:pt idx="602">
                  <c:v>16097.28</c:v>
                </c:pt>
                <c:pt idx="603">
                  <c:v>16190.02</c:v>
                </c:pt>
                <c:pt idx="604">
                  <c:v>16224.45</c:v>
                </c:pt>
                <c:pt idx="605">
                  <c:v>16535.330000000002</c:v>
                </c:pt>
                <c:pt idx="606">
                  <c:v>16645.98</c:v>
                </c:pt>
                <c:pt idx="607">
                  <c:v>16646.41</c:v>
                </c:pt>
                <c:pt idx="608">
                  <c:v>16788.55</c:v>
                </c:pt>
                <c:pt idx="609">
                  <c:v>17047.39</c:v>
                </c:pt>
                <c:pt idx="610">
                  <c:v>17043.53</c:v>
                </c:pt>
                <c:pt idx="611">
                  <c:v>16624.84</c:v>
                </c:pt>
                <c:pt idx="612">
                  <c:v>16340.41</c:v>
                </c:pt>
                <c:pt idx="613">
                  <c:v>16621.13</c:v>
                </c:pt>
                <c:pt idx="614">
                  <c:v>16613.810000000001</c:v>
                </c:pt>
                <c:pt idx="615">
                  <c:v>16505</c:v>
                </c:pt>
                <c:pt idx="616">
                  <c:v>16629.23</c:v>
                </c:pt>
                <c:pt idx="617">
                  <c:v>16792.189999999999</c:v>
                </c:pt>
                <c:pt idx="618">
                  <c:v>16402.189999999999</c:v>
                </c:pt>
                <c:pt idx="619">
                  <c:v>16228.75</c:v>
                </c:pt>
                <c:pt idx="620">
                  <c:v>16374.5</c:v>
                </c:pt>
                <c:pt idx="621">
                  <c:v>16201.49</c:v>
                </c:pt>
                <c:pt idx="622">
                  <c:v>16334.37</c:v>
                </c:pt>
                <c:pt idx="623">
                  <c:v>16345.89</c:v>
                </c:pt>
                <c:pt idx="624">
                  <c:v>16463.259999999998</c:v>
                </c:pt>
                <c:pt idx="625">
                  <c:v>16327.86</c:v>
                </c:pt>
                <c:pt idx="626">
                  <c:v>16646.05</c:v>
                </c:pt>
                <c:pt idx="627">
                  <c:v>16830.3</c:v>
                </c:pt>
                <c:pt idx="628">
                  <c:v>17042.88</c:v>
                </c:pt>
                <c:pt idx="629">
                  <c:v>16993.439999999999</c:v>
                </c:pt>
                <c:pt idx="630">
                  <c:v>17354.14</c:v>
                </c:pt>
                <c:pt idx="631">
                  <c:v>17525.060000000001</c:v>
                </c:pt>
                <c:pt idx="632">
                  <c:v>17559.419999999998</c:v>
                </c:pt>
                <c:pt idx="633">
                  <c:v>17910.84</c:v>
                </c:pt>
                <c:pt idx="634">
                  <c:v>17734.599999999999</c:v>
                </c:pt>
                <c:pt idx="635">
                  <c:v>17733.89</c:v>
                </c:pt>
                <c:pt idx="636">
                  <c:v>17778.07</c:v>
                </c:pt>
                <c:pt idx="637">
                  <c:v>17454.189999999999</c:v>
                </c:pt>
                <c:pt idx="638">
                  <c:v>17832.82</c:v>
                </c:pt>
                <c:pt idx="639">
                  <c:v>18079</c:v>
                </c:pt>
                <c:pt idx="640">
                  <c:v>17396.86</c:v>
                </c:pt>
                <c:pt idx="641">
                  <c:v>17426.21</c:v>
                </c:pt>
                <c:pt idx="642">
                  <c:v>17203.259999999998</c:v>
                </c:pt>
                <c:pt idx="643">
                  <c:v>17511.29</c:v>
                </c:pt>
                <c:pt idx="644">
                  <c:v>17568.46</c:v>
                </c:pt>
                <c:pt idx="645">
                  <c:v>17670.16</c:v>
                </c:pt>
                <c:pt idx="646">
                  <c:v>17966.59</c:v>
                </c:pt>
                <c:pt idx="647">
                  <c:v>17664.12</c:v>
                </c:pt>
                <c:pt idx="648">
                  <c:v>17230.59</c:v>
                </c:pt>
                <c:pt idx="649">
                  <c:v>17101.78</c:v>
                </c:pt>
                <c:pt idx="650">
                  <c:v>17112.48</c:v>
                </c:pt>
                <c:pt idx="651">
                  <c:v>17406.36</c:v>
                </c:pt>
                <c:pt idx="652">
                  <c:v>17398.73</c:v>
                </c:pt>
                <c:pt idx="653">
                  <c:v>17044.61</c:v>
                </c:pt>
                <c:pt idx="654">
                  <c:v>17085.330000000002</c:v>
                </c:pt>
                <c:pt idx="655">
                  <c:v>16991.53</c:v>
                </c:pt>
                <c:pt idx="656">
                  <c:v>17172.13</c:v>
                </c:pt>
                <c:pt idx="657">
                  <c:v>17295.89</c:v>
                </c:pt>
                <c:pt idx="658">
                  <c:v>17732.52</c:v>
                </c:pt>
                <c:pt idx="659">
                  <c:v>17773.34</c:v>
                </c:pt>
                <c:pt idx="660">
                  <c:v>17640.36</c:v>
                </c:pt>
                <c:pt idx="661">
                  <c:v>17813.45</c:v>
                </c:pt>
                <c:pt idx="662">
                  <c:v>18238.21</c:v>
                </c:pt>
                <c:pt idx="663">
                  <c:v>17893.099999999999</c:v>
                </c:pt>
                <c:pt idx="664">
                  <c:v>17664.73</c:v>
                </c:pt>
                <c:pt idx="665">
                  <c:v>17517.400000000001</c:v>
                </c:pt>
                <c:pt idx="666">
                  <c:v>17485.98</c:v>
                </c:pt>
                <c:pt idx="667">
                  <c:v>17213.87</c:v>
                </c:pt>
                <c:pt idx="668">
                  <c:v>17195.84</c:v>
                </c:pt>
                <c:pt idx="669">
                  <c:v>17331.22</c:v>
                </c:pt>
                <c:pt idx="670">
                  <c:v>17809.66</c:v>
                </c:pt>
                <c:pt idx="671">
                  <c:v>17373.03</c:v>
                </c:pt>
                <c:pt idx="672">
                  <c:v>17611.87</c:v>
                </c:pt>
                <c:pt idx="673">
                  <c:v>17466.900000000001</c:v>
                </c:pt>
                <c:pt idx="674">
                  <c:v>17729.29</c:v>
                </c:pt>
                <c:pt idx="675">
                  <c:v>18057.45</c:v>
                </c:pt>
                <c:pt idx="676">
                  <c:v>17655.41</c:v>
                </c:pt>
                <c:pt idx="677">
                  <c:v>17885.599999999999</c:v>
                </c:pt>
                <c:pt idx="678">
                  <c:v>17997.169999999998</c:v>
                </c:pt>
                <c:pt idx="679">
                  <c:v>17930.55</c:v>
                </c:pt>
                <c:pt idx="680">
                  <c:v>18182.89</c:v>
                </c:pt>
                <c:pt idx="681">
                  <c:v>18047.919999999998</c:v>
                </c:pt>
                <c:pt idx="682">
                  <c:v>18009.22</c:v>
                </c:pt>
                <c:pt idx="683">
                  <c:v>18025.89</c:v>
                </c:pt>
                <c:pt idx="684">
                  <c:v>18096.45</c:v>
                </c:pt>
                <c:pt idx="685">
                  <c:v>18202.07</c:v>
                </c:pt>
                <c:pt idx="686">
                  <c:v>18449.98</c:v>
                </c:pt>
                <c:pt idx="687">
                  <c:v>18456.91</c:v>
                </c:pt>
                <c:pt idx="688">
                  <c:v>18844.16</c:v>
                </c:pt>
                <c:pt idx="689">
                  <c:v>18382.060000000001</c:v>
                </c:pt>
                <c:pt idx="690">
                  <c:v>18482.86</c:v>
                </c:pt>
                <c:pt idx="691">
                  <c:v>18484.03</c:v>
                </c:pt>
                <c:pt idx="692">
                  <c:v>18130.740000000002</c:v>
                </c:pt>
                <c:pt idx="693">
                  <c:v>17956.38</c:v>
                </c:pt>
                <c:pt idx="694">
                  <c:v>18212.169999999998</c:v>
                </c:pt>
                <c:pt idx="695">
                  <c:v>17845.919999999998</c:v>
                </c:pt>
                <c:pt idx="696">
                  <c:v>17791.009999999998</c:v>
                </c:pt>
                <c:pt idx="697">
                  <c:v>17623.29</c:v>
                </c:pt>
                <c:pt idx="698">
                  <c:v>17950.849999999999</c:v>
                </c:pt>
                <c:pt idx="699">
                  <c:v>18326.63</c:v>
                </c:pt>
                <c:pt idx="700">
                  <c:v>18329.3</c:v>
                </c:pt>
                <c:pt idx="701">
                  <c:v>18581.11</c:v>
                </c:pt>
                <c:pt idx="702">
                  <c:v>18773.55</c:v>
                </c:pt>
                <c:pt idx="703">
                  <c:v>19075.189999999999</c:v>
                </c:pt>
                <c:pt idx="704">
                  <c:v>19248.259999999998</c:v>
                </c:pt>
                <c:pt idx="705">
                  <c:v>19246.03</c:v>
                </c:pt>
                <c:pt idx="706">
                  <c:v>19184.169999999998</c:v>
                </c:pt>
                <c:pt idx="707">
                  <c:v>19537.919999999998</c:v>
                </c:pt>
                <c:pt idx="708">
                  <c:v>19539.46</c:v>
                </c:pt>
                <c:pt idx="709">
                  <c:v>19420.87</c:v>
                </c:pt>
                <c:pt idx="710">
                  <c:v>19517.38</c:v>
                </c:pt>
                <c:pt idx="711">
                  <c:v>20011.12</c:v>
                </c:pt>
                <c:pt idx="712">
                  <c:v>20078.939999999999</c:v>
                </c:pt>
                <c:pt idx="713">
                  <c:v>19916.560000000001</c:v>
                </c:pt>
                <c:pt idx="714">
                  <c:v>19639.11</c:v>
                </c:pt>
                <c:pt idx="715">
                  <c:v>19365.14</c:v>
                </c:pt>
                <c:pt idx="716">
                  <c:v>19434.400000000001</c:v>
                </c:pt>
                <c:pt idx="717">
                  <c:v>18668.150000000001</c:v>
                </c:pt>
                <c:pt idx="718">
                  <c:v>19075.259999999998</c:v>
                </c:pt>
                <c:pt idx="719">
                  <c:v>18928.02</c:v>
                </c:pt>
                <c:pt idx="720">
                  <c:v>18952.310000000001</c:v>
                </c:pt>
                <c:pt idx="721">
                  <c:v>19015.72</c:v>
                </c:pt>
                <c:pt idx="722">
                  <c:v>19413.78</c:v>
                </c:pt>
                <c:pt idx="723">
                  <c:v>19350.62</c:v>
                </c:pt>
                <c:pt idx="724">
                  <c:v>18860.95</c:v>
                </c:pt>
                <c:pt idx="725">
                  <c:v>18659.830000000002</c:v>
                </c:pt>
                <c:pt idx="726">
                  <c:v>18479.72</c:v>
                </c:pt>
                <c:pt idx="727">
                  <c:v>18365.7</c:v>
                </c:pt>
                <c:pt idx="728">
                  <c:v>18533.05</c:v>
                </c:pt>
                <c:pt idx="729">
                  <c:v>19110.38</c:v>
                </c:pt>
                <c:pt idx="730">
                  <c:v>19415.68</c:v>
                </c:pt>
                <c:pt idx="731">
                  <c:v>19306.59</c:v>
                </c:pt>
                <c:pt idx="732">
                  <c:v>18916.43</c:v>
                </c:pt>
                <c:pt idx="733">
                  <c:v>18934.36</c:v>
                </c:pt>
                <c:pt idx="734">
                  <c:v>19172.05</c:v>
                </c:pt>
                <c:pt idx="735">
                  <c:v>19148.13</c:v>
                </c:pt>
                <c:pt idx="736">
                  <c:v>18794.13</c:v>
                </c:pt>
                <c:pt idx="737">
                  <c:v>18889.97</c:v>
                </c:pt>
                <c:pt idx="738">
                  <c:v>19218.349999999999</c:v>
                </c:pt>
                <c:pt idx="739">
                  <c:v>19607.080000000002</c:v>
                </c:pt>
                <c:pt idx="740">
                  <c:v>19912.89</c:v>
                </c:pt>
                <c:pt idx="741">
                  <c:v>20040.37</c:v>
                </c:pt>
                <c:pt idx="742">
                  <c:v>19828.919999999998</c:v>
                </c:pt>
                <c:pt idx="743">
                  <c:v>19408.419999999998</c:v>
                </c:pt>
                <c:pt idx="744">
                  <c:v>19521.419999999998</c:v>
                </c:pt>
                <c:pt idx="745">
                  <c:v>19404.310000000001</c:v>
                </c:pt>
                <c:pt idx="746">
                  <c:v>19389.95</c:v>
                </c:pt>
                <c:pt idx="747">
                  <c:v>19299.18</c:v>
                </c:pt>
                <c:pt idx="748">
                  <c:v>19252</c:v>
                </c:pt>
                <c:pt idx="749">
                  <c:v>19099.28</c:v>
                </c:pt>
                <c:pt idx="750">
                  <c:v>19108.5</c:v>
                </c:pt>
                <c:pt idx="751">
                  <c:v>18949.939999999999</c:v>
                </c:pt>
                <c:pt idx="752">
                  <c:v>18216.91</c:v>
                </c:pt>
                <c:pt idx="753">
                  <c:v>18234.27</c:v>
                </c:pt>
                <c:pt idx="754">
                  <c:v>18595.78</c:v>
                </c:pt>
                <c:pt idx="755">
                  <c:v>18551.11</c:v>
                </c:pt>
                <c:pt idx="756">
                  <c:v>18746.919999999998</c:v>
                </c:pt>
                <c:pt idx="757">
                  <c:v>19115.93</c:v>
                </c:pt>
                <c:pt idx="758">
                  <c:v>19431.25</c:v>
                </c:pt>
                <c:pt idx="759">
                  <c:v>19678.169999999998</c:v>
                </c:pt>
                <c:pt idx="760">
                  <c:v>19450.57</c:v>
                </c:pt>
                <c:pt idx="761">
                  <c:v>19727.25</c:v>
                </c:pt>
                <c:pt idx="762">
                  <c:v>19560.57</c:v>
                </c:pt>
                <c:pt idx="763">
                  <c:v>19978.25</c:v>
                </c:pt>
                <c:pt idx="764">
                  <c:v>19971.13</c:v>
                </c:pt>
                <c:pt idx="765">
                  <c:v>19627.240000000002</c:v>
                </c:pt>
                <c:pt idx="766">
                  <c:v>19743.79</c:v>
                </c:pt>
                <c:pt idx="767">
                  <c:v>19762.2</c:v>
                </c:pt>
                <c:pt idx="768">
                  <c:v>19867.580000000002</c:v>
                </c:pt>
                <c:pt idx="769">
                  <c:v>20297.03</c:v>
                </c:pt>
                <c:pt idx="770">
                  <c:v>20049.310000000001</c:v>
                </c:pt>
                <c:pt idx="771">
                  <c:v>19948.73</c:v>
                </c:pt>
                <c:pt idx="772">
                  <c:v>19699.16</c:v>
                </c:pt>
                <c:pt idx="773">
                  <c:v>19933.810000000001</c:v>
                </c:pt>
                <c:pt idx="774">
                  <c:v>19894.57</c:v>
                </c:pt>
                <c:pt idx="775">
                  <c:v>19840.28</c:v>
                </c:pt>
                <c:pt idx="776">
                  <c:v>19757.27</c:v>
                </c:pt>
                <c:pt idx="777">
                  <c:v>19617.88</c:v>
                </c:pt>
                <c:pt idx="778">
                  <c:v>19959.939999999999</c:v>
                </c:pt>
                <c:pt idx="779">
                  <c:v>20075.73</c:v>
                </c:pt>
                <c:pt idx="780">
                  <c:v>20396.97</c:v>
                </c:pt>
                <c:pt idx="781">
                  <c:v>20367.759999999998</c:v>
                </c:pt>
                <c:pt idx="782">
                  <c:v>20650.509999999998</c:v>
                </c:pt>
                <c:pt idx="783">
                  <c:v>20782.45</c:v>
                </c:pt>
                <c:pt idx="784">
                  <c:v>20438.810000000001</c:v>
                </c:pt>
                <c:pt idx="785">
                  <c:v>20344.48</c:v>
                </c:pt>
                <c:pt idx="786">
                  <c:v>20309.86</c:v>
                </c:pt>
                <c:pt idx="787">
                  <c:v>20485.240000000002</c:v>
                </c:pt>
                <c:pt idx="788">
                  <c:v>20331.2</c:v>
                </c:pt>
                <c:pt idx="789">
                  <c:v>20274.59</c:v>
                </c:pt>
                <c:pt idx="790">
                  <c:v>20409.18</c:v>
                </c:pt>
                <c:pt idx="791">
                  <c:v>20400.11</c:v>
                </c:pt>
                <c:pt idx="792">
                  <c:v>20309.13</c:v>
                </c:pt>
                <c:pt idx="793">
                  <c:v>20192.400000000001</c:v>
                </c:pt>
                <c:pt idx="794">
                  <c:v>19784.650000000001</c:v>
                </c:pt>
                <c:pt idx="795">
                  <c:v>19567.689999999999</c:v>
                </c:pt>
                <c:pt idx="796">
                  <c:v>19915.68</c:v>
                </c:pt>
                <c:pt idx="797">
                  <c:v>20049.64</c:v>
                </c:pt>
                <c:pt idx="798">
                  <c:v>19591.43</c:v>
                </c:pt>
                <c:pt idx="799">
                  <c:v>19258.759999999998</c:v>
                </c:pt>
                <c:pt idx="800">
                  <c:v>19000.71</c:v>
                </c:pt>
                <c:pt idx="801">
                  <c:v>19518.59</c:v>
                </c:pt>
                <c:pt idx="802">
                  <c:v>19203.91</c:v>
                </c:pt>
                <c:pt idx="803">
                  <c:v>19539.87</c:v>
                </c:pt>
                <c:pt idx="804">
                  <c:v>19247.96</c:v>
                </c:pt>
                <c:pt idx="805">
                  <c:v>19695.97</c:v>
                </c:pt>
                <c:pt idx="806">
                  <c:v>19319.919999999998</c:v>
                </c:pt>
                <c:pt idx="807">
                  <c:v>19925.740000000002</c:v>
                </c:pt>
                <c:pt idx="808">
                  <c:v>20051.25</c:v>
                </c:pt>
                <c:pt idx="809">
                  <c:v>20534.48</c:v>
                </c:pt>
                <c:pt idx="810">
                  <c:v>20603.189999999999</c:v>
                </c:pt>
                <c:pt idx="811">
                  <c:v>20567.54</c:v>
                </c:pt>
                <c:pt idx="812">
                  <c:v>20429.46</c:v>
                </c:pt>
                <c:pt idx="813">
                  <c:v>20619.71</c:v>
                </c:pt>
                <c:pt idx="814">
                  <c:v>19785.939999999999</c:v>
                </c:pt>
                <c:pt idx="815">
                  <c:v>19943.509999999998</c:v>
                </c:pt>
                <c:pt idx="816">
                  <c:v>20010.04</c:v>
                </c:pt>
                <c:pt idx="817">
                  <c:v>20351.349999999999</c:v>
                </c:pt>
                <c:pt idx="818">
                  <c:v>20423.84</c:v>
                </c:pt>
                <c:pt idx="819">
                  <c:v>20529.490000000002</c:v>
                </c:pt>
                <c:pt idx="820">
                  <c:v>20886.96</c:v>
                </c:pt>
                <c:pt idx="821">
                  <c:v>20719.810000000001</c:v>
                </c:pt>
                <c:pt idx="822">
                  <c:v>20987.67</c:v>
                </c:pt>
                <c:pt idx="823">
                  <c:v>20812.169999999998</c:v>
                </c:pt>
                <c:pt idx="824">
                  <c:v>21113.759999999998</c:v>
                </c:pt>
                <c:pt idx="825">
                  <c:v>21164.42</c:v>
                </c:pt>
                <c:pt idx="826">
                  <c:v>21190.42</c:v>
                </c:pt>
                <c:pt idx="827">
                  <c:v>21624.36</c:v>
                </c:pt>
                <c:pt idx="828">
                  <c:v>21283.52</c:v>
                </c:pt>
                <c:pt idx="829">
                  <c:v>21298.7</c:v>
                </c:pt>
                <c:pt idx="830">
                  <c:v>21222.16</c:v>
                </c:pt>
                <c:pt idx="831">
                  <c:v>21660.47</c:v>
                </c:pt>
                <c:pt idx="832">
                  <c:v>21958.36</c:v>
                </c:pt>
                <c:pt idx="833">
                  <c:v>22072.18</c:v>
                </c:pt>
                <c:pt idx="834">
                  <c:v>21842.33</c:v>
                </c:pt>
                <c:pt idx="835">
                  <c:v>22069.73</c:v>
                </c:pt>
                <c:pt idx="836">
                  <c:v>22688.9</c:v>
                </c:pt>
                <c:pt idx="837">
                  <c:v>22566.78</c:v>
                </c:pt>
                <c:pt idx="838">
                  <c:v>22044.65</c:v>
                </c:pt>
                <c:pt idx="839">
                  <c:v>21650.98</c:v>
                </c:pt>
                <c:pt idx="840">
                  <c:v>21678</c:v>
                </c:pt>
                <c:pt idx="841">
                  <c:v>21577.64</c:v>
                </c:pt>
                <c:pt idx="842">
                  <c:v>21746.720000000001</c:v>
                </c:pt>
                <c:pt idx="843">
                  <c:v>21738.66</c:v>
                </c:pt>
                <c:pt idx="844">
                  <c:v>21514.1</c:v>
                </c:pt>
                <c:pt idx="845">
                  <c:v>21436.05</c:v>
                </c:pt>
                <c:pt idx="846">
                  <c:v>21331.46</c:v>
                </c:pt>
                <c:pt idx="847">
                  <c:v>21388.34</c:v>
                </c:pt>
                <c:pt idx="848">
                  <c:v>20991.64</c:v>
                </c:pt>
                <c:pt idx="849">
                  <c:v>21052.17</c:v>
                </c:pt>
                <c:pt idx="850">
                  <c:v>20793.11</c:v>
                </c:pt>
                <c:pt idx="851">
                  <c:v>20145.29</c:v>
                </c:pt>
                <c:pt idx="852">
                  <c:v>19781.41</c:v>
                </c:pt>
                <c:pt idx="853">
                  <c:v>19741.14</c:v>
                </c:pt>
                <c:pt idx="854">
                  <c:v>19898.91</c:v>
                </c:pt>
                <c:pt idx="855">
                  <c:v>19593.060000000001</c:v>
                </c:pt>
                <c:pt idx="856">
                  <c:v>19679.22</c:v>
                </c:pt>
                <c:pt idx="857">
                  <c:v>19160.490000000002</c:v>
                </c:pt>
                <c:pt idx="858">
                  <c:v>19094.8</c:v>
                </c:pt>
                <c:pt idx="859">
                  <c:v>19352.810000000001</c:v>
                </c:pt>
                <c:pt idx="860">
                  <c:v>19450.669999999998</c:v>
                </c:pt>
                <c:pt idx="861">
                  <c:v>19368.59</c:v>
                </c:pt>
                <c:pt idx="862">
                  <c:v>19673.45</c:v>
                </c:pt>
                <c:pt idx="863">
                  <c:v>19596.2</c:v>
                </c:pt>
                <c:pt idx="864">
                  <c:v>19463.63</c:v>
                </c:pt>
                <c:pt idx="865">
                  <c:v>19900.87</c:v>
                </c:pt>
                <c:pt idx="866">
                  <c:v>19450.23</c:v>
                </c:pt>
                <c:pt idx="867">
                  <c:v>18814.82</c:v>
                </c:pt>
                <c:pt idx="868">
                  <c:v>19441.18</c:v>
                </c:pt>
                <c:pt idx="869">
                  <c:v>19518.29</c:v>
                </c:pt>
                <c:pt idx="870">
                  <c:v>18675.349999999999</c:v>
                </c:pt>
                <c:pt idx="871">
                  <c:v>18736.439999999999</c:v>
                </c:pt>
                <c:pt idx="872">
                  <c:v>18597.23</c:v>
                </c:pt>
                <c:pt idx="873">
                  <c:v>18204.68</c:v>
                </c:pt>
                <c:pt idx="874">
                  <c:v>17297.939999999999</c:v>
                </c:pt>
                <c:pt idx="875">
                  <c:v>17573.580000000002</c:v>
                </c:pt>
                <c:pt idx="876">
                  <c:v>17660.900000000001</c:v>
                </c:pt>
                <c:pt idx="877">
                  <c:v>17523.810000000001</c:v>
                </c:pt>
                <c:pt idx="878">
                  <c:v>17424.41</c:v>
                </c:pt>
                <c:pt idx="879">
                  <c:v>17655.91</c:v>
                </c:pt>
                <c:pt idx="880">
                  <c:v>17992.54</c:v>
                </c:pt>
                <c:pt idx="881">
                  <c:v>18045.66</c:v>
                </c:pt>
                <c:pt idx="882">
                  <c:v>18256.48</c:v>
                </c:pt>
                <c:pt idx="883">
                  <c:v>18343.12</c:v>
                </c:pt>
                <c:pt idx="884">
                  <c:v>17619.71</c:v>
                </c:pt>
                <c:pt idx="885">
                  <c:v>17325.66</c:v>
                </c:pt>
                <c:pt idx="886">
                  <c:v>16081.04</c:v>
                </c:pt>
                <c:pt idx="887">
                  <c:v>16358.52</c:v>
                </c:pt>
                <c:pt idx="888">
                  <c:v>16557.310000000001</c:v>
                </c:pt>
                <c:pt idx="889">
                  <c:v>16595.91</c:v>
                </c:pt>
                <c:pt idx="890">
                  <c:v>16161.14</c:v>
                </c:pt>
                <c:pt idx="891">
                  <c:v>15339.49</c:v>
                </c:pt>
                <c:pt idx="892">
                  <c:v>15827.17</c:v>
                </c:pt>
                <c:pt idx="893">
                  <c:v>15455.27</c:v>
                </c:pt>
                <c:pt idx="894">
                  <c:v>14687.02</c:v>
                </c:pt>
                <c:pt idx="895">
                  <c:v>14863.06</c:v>
                </c:pt>
                <c:pt idx="896">
                  <c:v>15427.94</c:v>
                </c:pt>
                <c:pt idx="897">
                  <c:v>15317.67</c:v>
                </c:pt>
                <c:pt idx="898">
                  <c:v>15165.59</c:v>
                </c:pt>
                <c:pt idx="899">
                  <c:v>15180.69</c:v>
                </c:pt>
                <c:pt idx="900">
                  <c:v>16211.12</c:v>
                </c:pt>
                <c:pt idx="901">
                  <c:v>16280.22</c:v>
                </c:pt>
                <c:pt idx="902">
                  <c:v>16511.28</c:v>
                </c:pt>
                <c:pt idx="903">
                  <c:v>16914.580000000002</c:v>
                </c:pt>
                <c:pt idx="904">
                  <c:v>16612.900000000001</c:v>
                </c:pt>
                <c:pt idx="905">
                  <c:v>16587.689999999999</c:v>
                </c:pt>
                <c:pt idx="906">
                  <c:v>16389.11</c:v>
                </c:pt>
                <c:pt idx="907">
                  <c:v>16701.03</c:v>
                </c:pt>
                <c:pt idx="908">
                  <c:v>16832.36</c:v>
                </c:pt>
                <c:pt idx="909">
                  <c:v>17216.66</c:v>
                </c:pt>
                <c:pt idx="910">
                  <c:v>17740.05</c:v>
                </c:pt>
                <c:pt idx="911">
                  <c:v>18012.150000000001</c:v>
                </c:pt>
                <c:pt idx="912">
                  <c:v>18087.97</c:v>
                </c:pt>
                <c:pt idx="913">
                  <c:v>17079.509999999998</c:v>
                </c:pt>
                <c:pt idx="914">
                  <c:v>17222.830000000002</c:v>
                </c:pt>
                <c:pt idx="915">
                  <c:v>17165.87</c:v>
                </c:pt>
                <c:pt idx="916">
                  <c:v>17250.88</c:v>
                </c:pt>
                <c:pt idx="917">
                  <c:v>17860.310000000001</c:v>
                </c:pt>
                <c:pt idx="918">
                  <c:v>17855.14</c:v>
                </c:pt>
                <c:pt idx="919">
                  <c:v>17933.27</c:v>
                </c:pt>
                <c:pt idx="920">
                  <c:v>18147.95</c:v>
                </c:pt>
                <c:pt idx="921">
                  <c:v>18444.62</c:v>
                </c:pt>
                <c:pt idx="922">
                  <c:v>18781.419999999998</c:v>
                </c:pt>
                <c:pt idx="923">
                  <c:v>18565.97</c:v>
                </c:pt>
                <c:pt idx="924">
                  <c:v>18761.689999999999</c:v>
                </c:pt>
                <c:pt idx="925">
                  <c:v>18930.38</c:v>
                </c:pt>
                <c:pt idx="926">
                  <c:v>18847.099999999999</c:v>
                </c:pt>
                <c:pt idx="927">
                  <c:v>19326.86</c:v>
                </c:pt>
                <c:pt idx="928">
                  <c:v>19362.25</c:v>
                </c:pt>
                <c:pt idx="929">
                  <c:v>18854.62</c:v>
                </c:pt>
                <c:pt idx="930">
                  <c:v>19044.3</c:v>
                </c:pt>
                <c:pt idx="931">
                  <c:v>19202.73</c:v>
                </c:pt>
                <c:pt idx="932">
                  <c:v>19225.7</c:v>
                </c:pt>
                <c:pt idx="933">
                  <c:v>19452.09</c:v>
                </c:pt>
                <c:pt idx="934">
                  <c:v>19597.310000000001</c:v>
                </c:pt>
                <c:pt idx="935">
                  <c:v>19954.39</c:v>
                </c:pt>
                <c:pt idx="936">
                  <c:v>19949.03</c:v>
                </c:pt>
                <c:pt idx="937">
                  <c:v>20023.22</c:v>
                </c:pt>
                <c:pt idx="938">
                  <c:v>20170.04</c:v>
                </c:pt>
                <c:pt idx="939">
                  <c:v>19968.38</c:v>
                </c:pt>
                <c:pt idx="940">
                  <c:v>19268.740000000002</c:v>
                </c:pt>
                <c:pt idx="941">
                  <c:v>19503.25</c:v>
                </c:pt>
                <c:pt idx="942">
                  <c:v>19656.98</c:v>
                </c:pt>
                <c:pt idx="943">
                  <c:v>19773.03</c:v>
                </c:pt>
                <c:pt idx="944">
                  <c:v>19763.91</c:v>
                </c:pt>
                <c:pt idx="945">
                  <c:v>19922.45</c:v>
                </c:pt>
                <c:pt idx="946">
                  <c:v>19830.52</c:v>
                </c:pt>
                <c:pt idx="947">
                  <c:v>20040.86</c:v>
                </c:pt>
                <c:pt idx="948">
                  <c:v>20175.62</c:v>
                </c:pt>
                <c:pt idx="949">
                  <c:v>20082.43</c:v>
                </c:pt>
                <c:pt idx="950">
                  <c:v>19610.84</c:v>
                </c:pt>
                <c:pt idx="951">
                  <c:v>20003.439999999999</c:v>
                </c:pt>
                <c:pt idx="952">
                  <c:v>20045.77</c:v>
                </c:pt>
                <c:pt idx="953">
                  <c:v>20201.939999999999</c:v>
                </c:pt>
                <c:pt idx="954">
                  <c:v>20174.04</c:v>
                </c:pt>
                <c:pt idx="955">
                  <c:v>19767.09</c:v>
                </c:pt>
                <c:pt idx="956">
                  <c:v>19689.21</c:v>
                </c:pt>
                <c:pt idx="957">
                  <c:v>20165.84</c:v>
                </c:pt>
                <c:pt idx="958">
                  <c:v>20156.509999999998</c:v>
                </c:pt>
                <c:pt idx="959">
                  <c:v>20622.68</c:v>
                </c:pt>
                <c:pt idx="960">
                  <c:v>20670.04</c:v>
                </c:pt>
                <c:pt idx="961">
                  <c:v>20905.88</c:v>
                </c:pt>
                <c:pt idx="962">
                  <c:v>20562.939999999999</c:v>
                </c:pt>
                <c:pt idx="963">
                  <c:v>20609.14</c:v>
                </c:pt>
                <c:pt idx="964">
                  <c:v>20574.63</c:v>
                </c:pt>
                <c:pt idx="965">
                  <c:v>20890.22</c:v>
                </c:pt>
                <c:pt idx="966">
                  <c:v>20661.060000000001</c:v>
                </c:pt>
                <c:pt idx="967">
                  <c:v>20846.18</c:v>
                </c:pt>
                <c:pt idx="968">
                  <c:v>20297.72</c:v>
                </c:pt>
                <c:pt idx="969">
                  <c:v>20751.21</c:v>
                </c:pt>
                <c:pt idx="970">
                  <c:v>20797.95</c:v>
                </c:pt>
                <c:pt idx="971">
                  <c:v>20844.740000000002</c:v>
                </c:pt>
                <c:pt idx="972">
                  <c:v>21124.2</c:v>
                </c:pt>
                <c:pt idx="973">
                  <c:v>21725.78</c:v>
                </c:pt>
                <c:pt idx="974">
                  <c:v>21643.58</c:v>
                </c:pt>
                <c:pt idx="975">
                  <c:v>21586.66</c:v>
                </c:pt>
                <c:pt idx="976">
                  <c:v>21853.07</c:v>
                </c:pt>
                <c:pt idx="977">
                  <c:v>21830.35</c:v>
                </c:pt>
                <c:pt idx="978">
                  <c:v>21859.79</c:v>
                </c:pt>
                <c:pt idx="979">
                  <c:v>21996.89</c:v>
                </c:pt>
                <c:pt idx="980">
                  <c:v>22418.97</c:v>
                </c:pt>
                <c:pt idx="981">
                  <c:v>22229.52</c:v>
                </c:pt>
                <c:pt idx="982">
                  <c:v>21719.06</c:v>
                </c:pt>
                <c:pt idx="983">
                  <c:v>21273.87</c:v>
                </c:pt>
                <c:pt idx="984">
                  <c:v>21008.34</c:v>
                </c:pt>
                <c:pt idx="985">
                  <c:v>21559.59</c:v>
                </c:pt>
                <c:pt idx="986">
                  <c:v>21163.91</c:v>
                </c:pt>
                <c:pt idx="987">
                  <c:v>21075</c:v>
                </c:pt>
                <c:pt idx="988">
                  <c:v>20845.43</c:v>
                </c:pt>
                <c:pt idx="989">
                  <c:v>21308.21</c:v>
                </c:pt>
                <c:pt idx="990">
                  <c:v>21067.99</c:v>
                </c:pt>
                <c:pt idx="991">
                  <c:v>21067.58</c:v>
                </c:pt>
                <c:pt idx="992">
                  <c:v>21806.18</c:v>
                </c:pt>
                <c:pt idx="993">
                  <c:v>21869.05</c:v>
                </c:pt>
                <c:pt idx="994">
                  <c:v>22014.59</c:v>
                </c:pt>
                <c:pt idx="995">
                  <c:v>21531.67</c:v>
                </c:pt>
                <c:pt idx="996">
                  <c:v>21653.9</c:v>
                </c:pt>
                <c:pt idx="997">
                  <c:v>21082.13</c:v>
                </c:pt>
                <c:pt idx="998">
                  <c:v>21294.94</c:v>
                </c:pt>
                <c:pt idx="999">
                  <c:v>21415.200000000001</c:v>
                </c:pt>
                <c:pt idx="1000">
                  <c:v>21123.93</c:v>
                </c:pt>
                <c:pt idx="1001">
                  <c:v>20697.36</c:v>
                </c:pt>
                <c:pt idx="1002">
                  <c:v>20116.2</c:v>
                </c:pt>
                <c:pt idx="1003">
                  <c:v>20171.27</c:v>
                </c:pt>
                <c:pt idx="1004">
                  <c:v>20112.099999999999</c:v>
                </c:pt>
                <c:pt idx="1005">
                  <c:v>20470.060000000001</c:v>
                </c:pt>
                <c:pt idx="1006">
                  <c:v>20717.240000000002</c:v>
                </c:pt>
                <c:pt idx="1007">
                  <c:v>20120.68</c:v>
                </c:pt>
                <c:pt idx="1008">
                  <c:v>20644.28</c:v>
                </c:pt>
                <c:pt idx="1009">
                  <c:v>20602.52</c:v>
                </c:pt>
                <c:pt idx="1010">
                  <c:v>19950.21</c:v>
                </c:pt>
                <c:pt idx="1011">
                  <c:v>19898.77</c:v>
                </c:pt>
                <c:pt idx="1012">
                  <c:v>19380.34</c:v>
                </c:pt>
                <c:pt idx="1013">
                  <c:v>19824.57</c:v>
                </c:pt>
                <c:pt idx="1014">
                  <c:v>19633.689999999999</c:v>
                </c:pt>
                <c:pt idx="1015">
                  <c:v>20001.96</c:v>
                </c:pt>
                <c:pt idx="1016">
                  <c:v>20793.400000000001</c:v>
                </c:pt>
                <c:pt idx="1017">
                  <c:v>20869.52</c:v>
                </c:pt>
                <c:pt idx="1018">
                  <c:v>21101.89</c:v>
                </c:pt>
                <c:pt idx="1019">
                  <c:v>21089.39</c:v>
                </c:pt>
                <c:pt idx="1020">
                  <c:v>20276.169999999998</c:v>
                </c:pt>
                <c:pt idx="1021">
                  <c:v>19946.36</c:v>
                </c:pt>
                <c:pt idx="1022">
                  <c:v>19934.71</c:v>
                </c:pt>
                <c:pt idx="1023">
                  <c:v>19869.34</c:v>
                </c:pt>
                <c:pt idx="1024">
                  <c:v>20638.52</c:v>
                </c:pt>
                <c:pt idx="1025">
                  <c:v>20682.22</c:v>
                </c:pt>
                <c:pt idx="1026">
                  <c:v>20944.669999999998</c:v>
                </c:pt>
                <c:pt idx="1027">
                  <c:v>21027.759999999998</c:v>
                </c:pt>
                <c:pt idx="1028">
                  <c:v>21518.080000000002</c:v>
                </c:pt>
                <c:pt idx="1029">
                  <c:v>21374.37</c:v>
                </c:pt>
                <c:pt idx="1030">
                  <c:v>21319.13</c:v>
                </c:pt>
                <c:pt idx="1031">
                  <c:v>21208.3</c:v>
                </c:pt>
                <c:pt idx="1032">
                  <c:v>21872.01</c:v>
                </c:pt>
                <c:pt idx="1033">
                  <c:v>21808.98</c:v>
                </c:pt>
                <c:pt idx="1034">
                  <c:v>22080.52</c:v>
                </c:pt>
                <c:pt idx="1035">
                  <c:v>22502.31</c:v>
                </c:pt>
                <c:pt idx="1036">
                  <c:v>22039.55</c:v>
                </c:pt>
                <c:pt idx="1037">
                  <c:v>21996.85</c:v>
                </c:pt>
                <c:pt idx="1038">
                  <c:v>22232.03</c:v>
                </c:pt>
                <c:pt idx="1039">
                  <c:v>21927.63</c:v>
                </c:pt>
                <c:pt idx="1040">
                  <c:v>21684.97</c:v>
                </c:pt>
                <c:pt idx="1041">
                  <c:v>21404.880000000001</c:v>
                </c:pt>
                <c:pt idx="1042">
                  <c:v>21945.95</c:v>
                </c:pt>
                <c:pt idx="1043">
                  <c:v>22154.080000000002</c:v>
                </c:pt>
                <c:pt idx="1044">
                  <c:v>21889.279999999999</c:v>
                </c:pt>
                <c:pt idx="1045">
                  <c:v>21221.34</c:v>
                </c:pt>
                <c:pt idx="1046">
                  <c:v>21412.400000000001</c:v>
                </c:pt>
                <c:pt idx="1047">
                  <c:v>21501.23</c:v>
                </c:pt>
                <c:pt idx="1048">
                  <c:v>20087.5</c:v>
                </c:pt>
                <c:pt idx="1049">
                  <c:v>18415.080000000002</c:v>
                </c:pt>
                <c:pt idx="1050">
                  <c:v>19531.66</c:v>
                </c:pt>
                <c:pt idx="1051">
                  <c:v>20553.79</c:v>
                </c:pt>
                <c:pt idx="1052">
                  <c:v>20890.259999999998</c:v>
                </c:pt>
                <c:pt idx="1053">
                  <c:v>20627.71</c:v>
                </c:pt>
                <c:pt idx="1054">
                  <c:v>20765.87</c:v>
                </c:pt>
                <c:pt idx="1055">
                  <c:v>21057.63</c:v>
                </c:pt>
                <c:pt idx="1056">
                  <c:v>21905.29</c:v>
                </c:pt>
                <c:pt idx="1057">
                  <c:v>22467.34</c:v>
                </c:pt>
                <c:pt idx="1058">
                  <c:v>22343.919999999998</c:v>
                </c:pt>
                <c:pt idx="1059">
                  <c:v>22761.71</c:v>
                </c:pt>
                <c:pt idx="1060">
                  <c:v>22713.02</c:v>
                </c:pt>
                <c:pt idx="1061">
                  <c:v>22767.18</c:v>
                </c:pt>
                <c:pt idx="1062">
                  <c:v>22901.56</c:v>
                </c:pt>
                <c:pt idx="1063">
                  <c:v>23660.28</c:v>
                </c:pt>
                <c:pt idx="1064">
                  <c:v>23520</c:v>
                </c:pt>
                <c:pt idx="1065">
                  <c:v>24170.07</c:v>
                </c:pt>
                <c:pt idx="1066">
                  <c:v>24327.71</c:v>
                </c:pt>
                <c:pt idx="1067">
                  <c:v>24792.77</c:v>
                </c:pt>
                <c:pt idx="1068">
                  <c:v>24718.9</c:v>
                </c:pt>
                <c:pt idx="1069">
                  <c:v>24355.71</c:v>
                </c:pt>
                <c:pt idx="1070">
                  <c:v>24556.57</c:v>
                </c:pt>
                <c:pt idx="1071">
                  <c:v>24906.66</c:v>
                </c:pt>
                <c:pt idx="1072">
                  <c:v>24924.35</c:v>
                </c:pt>
                <c:pt idx="1073">
                  <c:v>24829.99</c:v>
                </c:pt>
                <c:pt idx="1074">
                  <c:v>24329.49</c:v>
                </c:pt>
                <c:pt idx="1075">
                  <c:v>24579.55</c:v>
                </c:pt>
                <c:pt idx="1076">
                  <c:v>24573.29</c:v>
                </c:pt>
                <c:pt idx="1077">
                  <c:v>23802.26</c:v>
                </c:pt>
                <c:pt idx="1078">
                  <c:v>23550.080000000002</c:v>
                </c:pt>
                <c:pt idx="1079">
                  <c:v>23807</c:v>
                </c:pt>
                <c:pt idx="1080">
                  <c:v>24289.9</c:v>
                </c:pt>
                <c:pt idx="1081">
                  <c:v>24243.61</c:v>
                </c:pt>
                <c:pt idx="1082">
                  <c:v>24656.46</c:v>
                </c:pt>
                <c:pt idx="1083">
                  <c:v>24965.55</c:v>
                </c:pt>
                <c:pt idx="1084">
                  <c:v>24952.35</c:v>
                </c:pt>
                <c:pt idx="1085">
                  <c:v>24127.85</c:v>
                </c:pt>
                <c:pt idx="1086">
                  <c:v>24112.78</c:v>
                </c:pt>
                <c:pt idx="1087">
                  <c:v>24218.03</c:v>
                </c:pt>
                <c:pt idx="1088">
                  <c:v>24383.32</c:v>
                </c:pt>
                <c:pt idx="1089">
                  <c:v>24429.77</c:v>
                </c:pt>
                <c:pt idx="1090">
                  <c:v>24402.17</c:v>
                </c:pt>
                <c:pt idx="1091">
                  <c:v>23739.06</c:v>
                </c:pt>
                <c:pt idx="1092">
                  <c:v>23746.54</c:v>
                </c:pt>
                <c:pt idx="1093">
                  <c:v>23493.38</c:v>
                </c:pt>
                <c:pt idx="1094">
                  <c:v>23072.86</c:v>
                </c:pt>
                <c:pt idx="1095">
                  <c:v>22907.25</c:v>
                </c:pt>
                <c:pt idx="1096">
                  <c:v>23289.84</c:v>
                </c:pt>
                <c:pt idx="1097">
                  <c:v>23274.75</c:v>
                </c:pt>
                <c:pt idx="1098">
                  <c:v>23397.67</c:v>
                </c:pt>
                <c:pt idx="1099">
                  <c:v>23112.01</c:v>
                </c:pt>
                <c:pt idx="1100">
                  <c:v>23086.54</c:v>
                </c:pt>
                <c:pt idx="1101">
                  <c:v>23280.560000000001</c:v>
                </c:pt>
                <c:pt idx="1102">
                  <c:v>23223.759999999998</c:v>
                </c:pt>
                <c:pt idx="1103">
                  <c:v>23193.64</c:v>
                </c:pt>
                <c:pt idx="1104">
                  <c:v>23102.33</c:v>
                </c:pt>
                <c:pt idx="1105">
                  <c:v>22971.33</c:v>
                </c:pt>
                <c:pt idx="1106">
                  <c:v>22744.86</c:v>
                </c:pt>
                <c:pt idx="1107">
                  <c:v>23192.63</c:v>
                </c:pt>
                <c:pt idx="1108">
                  <c:v>23475.5</c:v>
                </c:pt>
                <c:pt idx="1109">
                  <c:v>23420.76</c:v>
                </c:pt>
                <c:pt idx="1110">
                  <c:v>23635.95</c:v>
                </c:pt>
                <c:pt idx="1111">
                  <c:v>23954.58</c:v>
                </c:pt>
                <c:pt idx="1112">
                  <c:v>23995.72</c:v>
                </c:pt>
                <c:pt idx="1113">
                  <c:v>24254.86</c:v>
                </c:pt>
                <c:pt idx="1114">
                  <c:v>23996.87</c:v>
                </c:pt>
                <c:pt idx="1115">
                  <c:v>23983.66</c:v>
                </c:pt>
                <c:pt idx="1116">
                  <c:v>23349.38</c:v>
                </c:pt>
                <c:pt idx="1117">
                  <c:v>23766.69</c:v>
                </c:pt>
                <c:pt idx="1118">
                  <c:v>23788.93</c:v>
                </c:pt>
                <c:pt idx="1119">
                  <c:v>23658.92</c:v>
                </c:pt>
                <c:pt idx="1120">
                  <c:v>23475.26</c:v>
                </c:pt>
                <c:pt idx="1121">
                  <c:v>23852.240000000002</c:v>
                </c:pt>
                <c:pt idx="1122">
                  <c:v>24080.52</c:v>
                </c:pt>
                <c:pt idx="1123">
                  <c:v>24740.16</c:v>
                </c:pt>
                <c:pt idx="1124">
                  <c:v>24685.5</c:v>
                </c:pt>
                <c:pt idx="1125">
                  <c:v>24651.58</c:v>
                </c:pt>
                <c:pt idx="1126">
                  <c:v>24951.34</c:v>
                </c:pt>
                <c:pt idx="1127">
                  <c:v>25049.97</c:v>
                </c:pt>
                <c:pt idx="1128">
                  <c:v>25319.72</c:v>
                </c:pt>
                <c:pt idx="1129">
                  <c:v>25650.080000000002</c:v>
                </c:pt>
                <c:pt idx="1130">
                  <c:v>25713.78</c:v>
                </c:pt>
                <c:pt idx="1131">
                  <c:v>25390.91</c:v>
                </c:pt>
                <c:pt idx="1132">
                  <c:v>25327.97</c:v>
                </c:pt>
                <c:pt idx="1133">
                  <c:v>25247.99</c:v>
                </c:pt>
                <c:pt idx="1134">
                  <c:v>24996.14</c:v>
                </c:pt>
                <c:pt idx="1135">
                  <c:v>24813.13</c:v>
                </c:pt>
                <c:pt idx="1136">
                  <c:v>24763.77</c:v>
                </c:pt>
                <c:pt idx="1137">
                  <c:v>24870.51</c:v>
                </c:pt>
                <c:pt idx="1138">
                  <c:v>25225.19</c:v>
                </c:pt>
                <c:pt idx="1139">
                  <c:v>25024.75</c:v>
                </c:pt>
                <c:pt idx="1140">
                  <c:v>25099.67</c:v>
                </c:pt>
                <c:pt idx="1141">
                  <c:v>25154.32</c:v>
                </c:pt>
                <c:pt idx="1142">
                  <c:v>25377.24</c:v>
                </c:pt>
                <c:pt idx="1143">
                  <c:v>25555.73</c:v>
                </c:pt>
                <c:pt idx="1144">
                  <c:v>25628.74</c:v>
                </c:pt>
                <c:pt idx="1145">
                  <c:v>26038.27</c:v>
                </c:pt>
                <c:pt idx="1146">
                  <c:v>26132.03</c:v>
                </c:pt>
                <c:pt idx="1147">
                  <c:v>26126.93</c:v>
                </c:pt>
                <c:pt idx="1148">
                  <c:v>26017.53</c:v>
                </c:pt>
                <c:pt idx="1149">
                  <c:v>26136.02</c:v>
                </c:pt>
                <c:pt idx="1150">
                  <c:v>25787.21</c:v>
                </c:pt>
                <c:pt idx="1151">
                  <c:v>25409.75</c:v>
                </c:pt>
                <c:pt idx="1152">
                  <c:v>25330.959999999999</c:v>
                </c:pt>
                <c:pt idx="1153">
                  <c:v>24962.59</c:v>
                </c:pt>
                <c:pt idx="1154">
                  <c:v>25325.09</c:v>
                </c:pt>
                <c:pt idx="1155">
                  <c:v>24837.85</c:v>
                </c:pt>
                <c:pt idx="1156">
                  <c:v>24701.73</c:v>
                </c:pt>
                <c:pt idx="1157">
                  <c:v>23966.49</c:v>
                </c:pt>
                <c:pt idx="1158">
                  <c:v>24104.15</c:v>
                </c:pt>
                <c:pt idx="1159">
                  <c:v>24036.37</c:v>
                </c:pt>
                <c:pt idx="1160">
                  <c:v>24575.64</c:v>
                </c:pt>
                <c:pt idx="1161">
                  <c:v>24663.5</c:v>
                </c:pt>
                <c:pt idx="1162">
                  <c:v>24500.39</c:v>
                </c:pt>
                <c:pt idx="1163">
                  <c:v>24208.78</c:v>
                </c:pt>
                <c:pt idx="1164">
                  <c:v>24192.16</c:v>
                </c:pt>
                <c:pt idx="1165">
                  <c:v>24510.98</c:v>
                </c:pt>
                <c:pt idx="1166">
                  <c:v>24221.54</c:v>
                </c:pt>
                <c:pt idx="1167">
                  <c:v>24099.14</c:v>
                </c:pt>
                <c:pt idx="1168">
                  <c:v>24920.76</c:v>
                </c:pt>
                <c:pt idx="1169">
                  <c:v>24667.85</c:v>
                </c:pt>
                <c:pt idx="1170">
                  <c:v>25033.21</c:v>
                </c:pt>
                <c:pt idx="1171">
                  <c:v>25502.23</c:v>
                </c:pt>
                <c:pt idx="1172">
                  <c:v>25813.81</c:v>
                </c:pt>
                <c:pt idx="1173">
                  <c:v>26205.91</c:v>
                </c:pt>
                <c:pt idx="1174">
                  <c:v>25716</c:v>
                </c:pt>
                <c:pt idx="1175">
                  <c:v>26320.93</c:v>
                </c:pt>
                <c:pt idx="1176">
                  <c:v>26353.63</c:v>
                </c:pt>
                <c:pt idx="1177">
                  <c:v>26163.63</c:v>
                </c:pt>
                <c:pt idx="1178">
                  <c:v>25901.99</c:v>
                </c:pt>
                <c:pt idx="1179">
                  <c:v>26090.43</c:v>
                </c:pt>
                <c:pt idx="1180">
                  <c:v>26028.29</c:v>
                </c:pt>
                <c:pt idx="1181">
                  <c:v>25878.99</c:v>
                </c:pt>
                <c:pt idx="1182">
                  <c:v>25539.54</c:v>
                </c:pt>
                <c:pt idx="1183">
                  <c:v>25407.89</c:v>
                </c:pt>
                <c:pt idx="1184">
                  <c:v>25415.69</c:v>
                </c:pt>
                <c:pt idx="1185">
                  <c:v>25693.95</c:v>
                </c:pt>
                <c:pt idx="1186">
                  <c:v>25727.919999999998</c:v>
                </c:pt>
                <c:pt idx="1187">
                  <c:v>25109.59</c:v>
                </c:pt>
                <c:pt idx="1188">
                  <c:v>24849.72</c:v>
                </c:pt>
                <c:pt idx="1189">
                  <c:v>25316.33</c:v>
                </c:pt>
                <c:pt idx="1190">
                  <c:v>25867.01</c:v>
                </c:pt>
                <c:pt idx="1191">
                  <c:v>25745.87</c:v>
                </c:pt>
                <c:pt idx="1192">
                  <c:v>26181.46</c:v>
                </c:pt>
                <c:pt idx="1193">
                  <c:v>26391.62</c:v>
                </c:pt>
                <c:pt idx="1194">
                  <c:v>26517.82</c:v>
                </c:pt>
                <c:pt idx="1195">
                  <c:v>26660.16</c:v>
                </c:pt>
                <c:pt idx="1196">
                  <c:v>26605.62</c:v>
                </c:pt>
                <c:pt idx="1197">
                  <c:v>26283.4</c:v>
                </c:pt>
                <c:pt idx="1198">
                  <c:v>26179.4</c:v>
                </c:pt>
                <c:pt idx="1199">
                  <c:v>26204.69</c:v>
                </c:pt>
                <c:pt idx="1200">
                  <c:v>26426.55</c:v>
                </c:pt>
                <c:pt idx="1201">
                  <c:v>26194.82</c:v>
                </c:pt>
                <c:pt idx="1202">
                  <c:v>26235.8</c:v>
                </c:pt>
                <c:pt idx="1203">
                  <c:v>25961.03</c:v>
                </c:pt>
                <c:pt idx="1204">
                  <c:v>26315.32</c:v>
                </c:pt>
                <c:pt idx="1205">
                  <c:v>25473.88</c:v>
                </c:pt>
                <c:pt idx="1206">
                  <c:v>25086.43</c:v>
                </c:pt>
                <c:pt idx="1207">
                  <c:v>26192.32</c:v>
                </c:pt>
                <c:pt idx="1208">
                  <c:v>27321.98</c:v>
                </c:pt>
                <c:pt idx="1209">
                  <c:v>27723.84</c:v>
                </c:pt>
                <c:pt idx="1210">
                  <c:v>27224.58</c:v>
                </c:pt>
                <c:pt idx="1211">
                  <c:v>27259.25</c:v>
                </c:pt>
                <c:pt idx="1212">
                  <c:v>27489.78</c:v>
                </c:pt>
                <c:pt idx="1213">
                  <c:v>28004.68</c:v>
                </c:pt>
                <c:pt idx="1214">
                  <c:v>27996.27</c:v>
                </c:pt>
                <c:pt idx="1215">
                  <c:v>27787.46</c:v>
                </c:pt>
                <c:pt idx="1216">
                  <c:v>27963.41</c:v>
                </c:pt>
                <c:pt idx="1217">
                  <c:v>27515.24</c:v>
                </c:pt>
                <c:pt idx="1218">
                  <c:v>27344.54</c:v>
                </c:pt>
                <c:pt idx="1219">
                  <c:v>27153.13</c:v>
                </c:pt>
                <c:pt idx="1220">
                  <c:v>27960.62</c:v>
                </c:pt>
                <c:pt idx="1221">
                  <c:v>28072.86</c:v>
                </c:pt>
                <c:pt idx="1222">
                  <c:v>28143.5</c:v>
                </c:pt>
                <c:pt idx="1223">
                  <c:v>28310.42</c:v>
                </c:pt>
                <c:pt idx="1224">
                  <c:v>28827.95</c:v>
                </c:pt>
                <c:pt idx="1225">
                  <c:v>28994.1</c:v>
                </c:pt>
                <c:pt idx="1226">
                  <c:v>29268.3</c:v>
                </c:pt>
                <c:pt idx="1227">
                  <c:v>29288.22</c:v>
                </c:pt>
                <c:pt idx="1228">
                  <c:v>28882.46</c:v>
                </c:pt>
                <c:pt idx="1229">
                  <c:v>28817.07</c:v>
                </c:pt>
                <c:pt idx="1230">
                  <c:v>28309.759999999998</c:v>
                </c:pt>
                <c:pt idx="1231">
                  <c:v>28489</c:v>
                </c:pt>
                <c:pt idx="1232">
                  <c:v>28801.27</c:v>
                </c:pt>
                <c:pt idx="1233">
                  <c:v>28558.59</c:v>
                </c:pt>
                <c:pt idx="1234">
                  <c:v>28436.84</c:v>
                </c:pt>
                <c:pt idx="1235">
                  <c:v>28638.53</c:v>
                </c:pt>
                <c:pt idx="1236">
                  <c:v>28842.13</c:v>
                </c:pt>
                <c:pt idx="1237">
                  <c:v>28738.880000000001</c:v>
                </c:pt>
                <c:pt idx="1238">
                  <c:v>28742.63</c:v>
                </c:pt>
                <c:pt idx="1239">
                  <c:v>28781.38</c:v>
                </c:pt>
                <c:pt idx="1240">
                  <c:v>28787.279999999999</c:v>
                </c:pt>
                <c:pt idx="1241">
                  <c:v>28918.1</c:v>
                </c:pt>
                <c:pt idx="1242">
                  <c:v>28966.03</c:v>
                </c:pt>
                <c:pt idx="1243">
                  <c:v>29297.62</c:v>
                </c:pt>
                <c:pt idx="1244">
                  <c:v>29468</c:v>
                </c:pt>
                <c:pt idx="1245">
                  <c:v>29151.8</c:v>
                </c:pt>
                <c:pt idx="1246">
                  <c:v>29124.41</c:v>
                </c:pt>
                <c:pt idx="1247">
                  <c:v>29113.200000000001</c:v>
                </c:pt>
                <c:pt idx="1248">
                  <c:v>29166.01</c:v>
                </c:pt>
                <c:pt idx="1249">
                  <c:v>28910.86</c:v>
                </c:pt>
                <c:pt idx="1250">
                  <c:v>28412.26</c:v>
                </c:pt>
                <c:pt idx="1251">
                  <c:v>28458.44</c:v>
                </c:pt>
                <c:pt idx="1252">
                  <c:v>28450.29</c:v>
                </c:pt>
                <c:pt idx="1253">
                  <c:v>28593.81</c:v>
                </c:pt>
                <c:pt idx="1254">
                  <c:v>28194.09</c:v>
                </c:pt>
                <c:pt idx="1255">
                  <c:v>28027.57</c:v>
                </c:pt>
                <c:pt idx="1256">
                  <c:v>27718.67</c:v>
                </c:pt>
                <c:pt idx="1257">
                  <c:v>28231.040000000001</c:v>
                </c:pt>
                <c:pt idx="1258">
                  <c:v>28013.81</c:v>
                </c:pt>
                <c:pt idx="1259">
                  <c:v>28595.66</c:v>
                </c:pt>
                <c:pt idx="1260">
                  <c:v>28610.65</c:v>
                </c:pt>
                <c:pt idx="1261">
                  <c:v>28637.46</c:v>
                </c:pt>
                <c:pt idx="1262">
                  <c:v>28417.98</c:v>
                </c:pt>
                <c:pt idx="1263">
                  <c:v>28557.14</c:v>
                </c:pt>
                <c:pt idx="1264">
                  <c:v>28357.54</c:v>
                </c:pt>
                <c:pt idx="1265">
                  <c:v>28724.880000000001</c:v>
                </c:pt>
                <c:pt idx="1266">
                  <c:v>29303.26</c:v>
                </c:pt>
                <c:pt idx="1267">
                  <c:v>29071.34</c:v>
                </c:pt>
                <c:pt idx="1268">
                  <c:v>28941.54</c:v>
                </c:pt>
                <c:pt idx="1269">
                  <c:v>28952.83</c:v>
                </c:pt>
                <c:pt idx="1270">
                  <c:v>29078.75</c:v>
                </c:pt>
                <c:pt idx="1271">
                  <c:v>28755.34</c:v>
                </c:pt>
                <c:pt idx="1272">
                  <c:v>28621.919999999998</c:v>
                </c:pt>
                <c:pt idx="1273">
                  <c:v>29135.73</c:v>
                </c:pt>
                <c:pt idx="1274">
                  <c:v>29106.15</c:v>
                </c:pt>
                <c:pt idx="1275">
                  <c:v>28969.71</c:v>
                </c:pt>
                <c:pt idx="1276">
                  <c:v>28793.14</c:v>
                </c:pt>
                <c:pt idx="1277">
                  <c:v>28900.83</c:v>
                </c:pt>
                <c:pt idx="1278">
                  <c:v>28497.25</c:v>
                </c:pt>
                <c:pt idx="1279">
                  <c:v>28453.279999999999</c:v>
                </c:pt>
                <c:pt idx="1280">
                  <c:v>28698.799999999999</c:v>
                </c:pt>
                <c:pt idx="1281">
                  <c:v>29008.07</c:v>
                </c:pt>
                <c:pt idx="1282">
                  <c:v>28674.799999999999</c:v>
                </c:pt>
                <c:pt idx="1283">
                  <c:v>28938.74</c:v>
                </c:pt>
                <c:pt idx="1284">
                  <c:v>28378.35</c:v>
                </c:pt>
                <c:pt idx="1285">
                  <c:v>28577.5</c:v>
                </c:pt>
                <c:pt idx="1286">
                  <c:v>28338.3</c:v>
                </c:pt>
                <c:pt idx="1287">
                  <c:v>28336.43</c:v>
                </c:pt>
                <c:pt idx="1288">
                  <c:v>27899.61</c:v>
                </c:pt>
                <c:pt idx="1289">
                  <c:v>27918.14</c:v>
                </c:pt>
                <c:pt idx="1290">
                  <c:v>28497.38</c:v>
                </c:pt>
                <c:pt idx="1291">
                  <c:v>28885.34</c:v>
                </c:pt>
                <c:pt idx="1292">
                  <c:v>28990.94</c:v>
                </c:pt>
                <c:pt idx="1293">
                  <c:v>29405.72</c:v>
                </c:pt>
                <c:pt idx="1294">
                  <c:v>29034.12</c:v>
                </c:pt>
                <c:pt idx="1295">
                  <c:v>29027.69</c:v>
                </c:pt>
                <c:pt idx="1296">
                  <c:v>28833.759999999998</c:v>
                </c:pt>
                <c:pt idx="1297">
                  <c:v>28739.72</c:v>
                </c:pt>
                <c:pt idx="1298">
                  <c:v>29385.61</c:v>
                </c:pt>
                <c:pt idx="1299">
                  <c:v>28907.52</c:v>
                </c:pt>
                <c:pt idx="1300">
                  <c:v>28773.23</c:v>
                </c:pt>
                <c:pt idx="1301">
                  <c:v>28540.83</c:v>
                </c:pt>
                <c:pt idx="1302">
                  <c:v>29098.29</c:v>
                </c:pt>
                <c:pt idx="1303">
                  <c:v>29236.79</c:v>
                </c:pt>
                <c:pt idx="1304">
                  <c:v>29880.42</c:v>
                </c:pt>
                <c:pt idx="1305">
                  <c:v>29095.86</c:v>
                </c:pt>
                <c:pt idx="1306">
                  <c:v>29452.57</c:v>
                </c:pt>
                <c:pt idx="1307">
                  <c:v>28980.21</c:v>
                </c:pt>
                <c:pt idx="1308">
                  <c:v>30074.17</c:v>
                </c:pt>
                <c:pt idx="1309">
                  <c:v>29718.240000000002</c:v>
                </c:pt>
                <c:pt idx="1310">
                  <c:v>30632.639999999999</c:v>
                </c:pt>
                <c:pt idx="1311">
                  <c:v>30319.83</c:v>
                </c:pt>
                <c:pt idx="1312">
                  <c:v>30644.73</c:v>
                </c:pt>
                <c:pt idx="1313">
                  <c:v>30595.27</c:v>
                </c:pt>
                <c:pt idx="1314">
                  <c:v>31084.94</c:v>
                </c:pt>
                <c:pt idx="1315">
                  <c:v>30746.66</c:v>
                </c:pt>
                <c:pt idx="1316">
                  <c:v>30173.57</c:v>
                </c:pt>
                <c:pt idx="1317">
                  <c:v>30038.720000000001</c:v>
                </c:pt>
                <c:pt idx="1318">
                  <c:v>29476.19</c:v>
                </c:pt>
                <c:pt idx="1319">
                  <c:v>29319.47</c:v>
                </c:pt>
                <c:pt idx="1320">
                  <c:v>29288.68</c:v>
                </c:pt>
                <c:pt idx="1321">
                  <c:v>29113.5</c:v>
                </c:pt>
                <c:pt idx="1322">
                  <c:v>29307.46</c:v>
                </c:pt>
                <c:pt idx="1323">
                  <c:v>29248.7</c:v>
                </c:pt>
                <c:pt idx="1324">
                  <c:v>28892.86</c:v>
                </c:pt>
                <c:pt idx="1325">
                  <c:v>28283.71</c:v>
                </c:pt>
                <c:pt idx="1326">
                  <c:v>28550.77</c:v>
                </c:pt>
                <c:pt idx="1327">
                  <c:v>29297.53</c:v>
                </c:pt>
                <c:pt idx="1328">
                  <c:v>29391.26</c:v>
                </c:pt>
                <c:pt idx="1329">
                  <c:v>30159.01</c:v>
                </c:pt>
                <c:pt idx="1330">
                  <c:v>29447.85</c:v>
                </c:pt>
                <c:pt idx="1331">
                  <c:v>29927.759999999998</c:v>
                </c:pt>
                <c:pt idx="1332">
                  <c:v>29962.47</c:v>
                </c:pt>
                <c:pt idx="1333">
                  <c:v>29642.28</c:v>
                </c:pt>
                <c:pt idx="1334">
                  <c:v>28862.77</c:v>
                </c:pt>
                <c:pt idx="1335">
                  <c:v>28573.86</c:v>
                </c:pt>
                <c:pt idx="1336">
                  <c:v>28496.86</c:v>
                </c:pt>
                <c:pt idx="1337">
                  <c:v>28235.599999999999</c:v>
                </c:pt>
                <c:pt idx="1338">
                  <c:v>28276.75</c:v>
                </c:pt>
                <c:pt idx="1339">
                  <c:v>27908.22</c:v>
                </c:pt>
                <c:pt idx="1340">
                  <c:v>27878.22</c:v>
                </c:pt>
                <c:pt idx="1341">
                  <c:v>27548.52</c:v>
                </c:pt>
                <c:pt idx="1342">
                  <c:v>27692.3</c:v>
                </c:pt>
                <c:pt idx="1343">
                  <c:v>27649.86</c:v>
                </c:pt>
                <c:pt idx="1344">
                  <c:v>27472.81</c:v>
                </c:pt>
                <c:pt idx="1345">
                  <c:v>27231.13</c:v>
                </c:pt>
                <c:pt idx="1346">
                  <c:v>27147.11</c:v>
                </c:pt>
                <c:pt idx="1347">
                  <c:v>26568.49</c:v>
                </c:pt>
                <c:pt idx="1348">
                  <c:v>26314.63</c:v>
                </c:pt>
                <c:pt idx="1349">
                  <c:v>26386.560000000001</c:v>
                </c:pt>
                <c:pt idx="1350">
                  <c:v>26343.1</c:v>
                </c:pt>
                <c:pt idx="1351">
                  <c:v>26119.25</c:v>
                </c:pt>
                <c:pt idx="1352">
                  <c:v>26306.68</c:v>
                </c:pt>
                <c:pt idx="1353">
                  <c:v>26498.6</c:v>
                </c:pt>
                <c:pt idx="1354">
                  <c:v>26678.38</c:v>
                </c:pt>
                <c:pt idx="1355">
                  <c:v>26460.29</c:v>
                </c:pt>
                <c:pt idx="1356">
                  <c:v>26207.29</c:v>
                </c:pt>
                <c:pt idx="1357">
                  <c:v>26389.52</c:v>
                </c:pt>
                <c:pt idx="1358">
                  <c:v>26505.87</c:v>
                </c:pt>
                <c:pt idx="1359">
                  <c:v>26410.59</c:v>
                </c:pt>
                <c:pt idx="1360">
                  <c:v>26502.84</c:v>
                </c:pt>
                <c:pt idx="1361">
                  <c:v>26304.560000000001</c:v>
                </c:pt>
                <c:pt idx="1362">
                  <c:v>26506.85</c:v>
                </c:pt>
                <c:pt idx="1363">
                  <c:v>26835.919999999998</c:v>
                </c:pt>
                <c:pt idx="1364">
                  <c:v>26728.5</c:v>
                </c:pt>
                <c:pt idx="1365">
                  <c:v>26532.58</c:v>
                </c:pt>
                <c:pt idx="1366">
                  <c:v>26567.68</c:v>
                </c:pt>
                <c:pt idx="1367">
                  <c:v>26341.49</c:v>
                </c:pt>
                <c:pt idx="1368">
                  <c:v>26894.68</c:v>
                </c:pt>
                <c:pt idx="1369">
                  <c:v>26819.45</c:v>
                </c:pt>
                <c:pt idx="1370">
                  <c:v>26669.75</c:v>
                </c:pt>
                <c:pt idx="1371">
                  <c:v>26588.2</c:v>
                </c:pt>
                <c:pt idx="1372">
                  <c:v>26486.2</c:v>
                </c:pt>
                <c:pt idx="1373">
                  <c:v>26451.54</c:v>
                </c:pt>
                <c:pt idx="1374">
                  <c:v>26356.97</c:v>
                </c:pt>
                <c:pt idx="1375">
                  <c:v>26544.29</c:v>
                </c:pt>
                <c:pt idx="1376">
                  <c:v>26415.09</c:v>
                </c:pt>
                <c:pt idx="1377">
                  <c:v>26381.67</c:v>
                </c:pt>
                <c:pt idx="1378">
                  <c:v>26156.86</c:v>
                </c:pt>
                <c:pt idx="1379">
                  <c:v>26169.38</c:v>
                </c:pt>
                <c:pt idx="1380">
                  <c:v>26226.98</c:v>
                </c:pt>
                <c:pt idx="1381">
                  <c:v>26301.48</c:v>
                </c:pt>
                <c:pt idx="1382">
                  <c:v>26016.17</c:v>
                </c:pt>
                <c:pt idx="1383">
                  <c:v>25712.97</c:v>
                </c:pt>
                <c:pt idx="1384">
                  <c:v>25695.919999999998</c:v>
                </c:pt>
                <c:pt idx="1385">
                  <c:v>24886.14</c:v>
                </c:pt>
                <c:pt idx="1386">
                  <c:v>24939.73</c:v>
                </c:pt>
                <c:pt idx="1387">
                  <c:v>24460.01</c:v>
                </c:pt>
                <c:pt idx="1388">
                  <c:v>24107.42</c:v>
                </c:pt>
                <c:pt idx="1389">
                  <c:v>24586.6</c:v>
                </c:pt>
                <c:pt idx="1390">
                  <c:v>24708.799999999999</c:v>
                </c:pt>
                <c:pt idx="1391">
                  <c:v>24787.19</c:v>
                </c:pt>
                <c:pt idx="1392">
                  <c:v>24918.78</c:v>
                </c:pt>
                <c:pt idx="1393">
                  <c:v>24786.13</c:v>
                </c:pt>
                <c:pt idx="1394">
                  <c:v>24754.42</c:v>
                </c:pt>
                <c:pt idx="1395">
                  <c:v>24569.54</c:v>
                </c:pt>
                <c:pt idx="1396">
                  <c:v>24542.26</c:v>
                </c:pt>
                <c:pt idx="1397">
                  <c:v>24386.79</c:v>
                </c:pt>
                <c:pt idx="1398">
                  <c:v>24158.54</c:v>
                </c:pt>
                <c:pt idx="1399">
                  <c:v>24667.09</c:v>
                </c:pt>
                <c:pt idx="1400">
                  <c:v>24649.68</c:v>
                </c:pt>
                <c:pt idx="1401">
                  <c:v>24119.13</c:v>
                </c:pt>
                <c:pt idx="1402">
                  <c:v>24193.35</c:v>
                </c:pt>
                <c:pt idx="1403">
                  <c:v>24242.86</c:v>
                </c:pt>
                <c:pt idx="1404">
                  <c:v>23980.65</c:v>
                </c:pt>
                <c:pt idx="1405">
                  <c:v>23767.78</c:v>
                </c:pt>
                <c:pt idx="1406">
                  <c:v>23459.05</c:v>
                </c:pt>
                <c:pt idx="1407">
                  <c:v>23275.53</c:v>
                </c:pt>
                <c:pt idx="1408">
                  <c:v>23476.05</c:v>
                </c:pt>
                <c:pt idx="1409">
                  <c:v>23235.42</c:v>
                </c:pt>
                <c:pt idx="1410">
                  <c:v>23311.07</c:v>
                </c:pt>
                <c:pt idx="1411">
                  <c:v>23742.51</c:v>
                </c:pt>
                <c:pt idx="1412">
                  <c:v>23716.85</c:v>
                </c:pt>
                <c:pt idx="1413">
                  <c:v>23950.69</c:v>
                </c:pt>
                <c:pt idx="1414">
                  <c:v>24455.41</c:v>
                </c:pt>
                <c:pt idx="1415">
                  <c:v>24340.85</c:v>
                </c:pt>
                <c:pt idx="1416">
                  <c:v>24725.63</c:v>
                </c:pt>
                <c:pt idx="1417">
                  <c:v>24732.76</c:v>
                </c:pt>
                <c:pt idx="1418">
                  <c:v>24640.28</c:v>
                </c:pt>
                <c:pt idx="1419">
                  <c:v>24503.31</c:v>
                </c:pt>
                <c:pt idx="1420">
                  <c:v>24313.54</c:v>
                </c:pt>
                <c:pt idx="1421">
                  <c:v>24468.93</c:v>
                </c:pt>
                <c:pt idx="1422">
                  <c:v>24624.34</c:v>
                </c:pt>
                <c:pt idx="1423">
                  <c:v>24589.65</c:v>
                </c:pt>
                <c:pt idx="1424">
                  <c:v>24695.45</c:v>
                </c:pt>
                <c:pt idx="1425">
                  <c:v>25007.599999999999</c:v>
                </c:pt>
                <c:pt idx="1426">
                  <c:v>25120.09</c:v>
                </c:pt>
                <c:pt idx="1427">
                  <c:v>25184.85</c:v>
                </c:pt>
                <c:pt idx="1428">
                  <c:v>25177.05</c:v>
                </c:pt>
                <c:pt idx="1429">
                  <c:v>25422.06</c:v>
                </c:pt>
                <c:pt idx="1430">
                  <c:v>25281.15</c:v>
                </c:pt>
                <c:pt idx="1431">
                  <c:v>25491.79</c:v>
                </c:pt>
                <c:pt idx="1432">
                  <c:v>25486.22</c:v>
                </c:pt>
                <c:pt idx="1433">
                  <c:v>25551.58</c:v>
                </c:pt>
                <c:pt idx="1434">
                  <c:v>25113.84</c:v>
                </c:pt>
                <c:pt idx="1435">
                  <c:v>24791.39</c:v>
                </c:pt>
                <c:pt idx="1436">
                  <c:v>25178.91</c:v>
                </c:pt>
                <c:pt idx="1437">
                  <c:v>25367.38</c:v>
                </c:pt>
                <c:pt idx="1438">
                  <c:v>25347.34</c:v>
                </c:pt>
                <c:pt idx="1439">
                  <c:v>25183.01</c:v>
                </c:pt>
                <c:pt idx="1440">
                  <c:v>25230.67</c:v>
                </c:pt>
                <c:pt idx="1441">
                  <c:v>25244.02</c:v>
                </c:pt>
                <c:pt idx="1442">
                  <c:v>24890.68</c:v>
                </c:pt>
                <c:pt idx="1443">
                  <c:v>24377.43</c:v>
                </c:pt>
                <c:pt idx="1444">
                  <c:v>24531.62</c:v>
                </c:pt>
                <c:pt idx="1445">
                  <c:v>24930.58</c:v>
                </c:pt>
                <c:pt idx="1446">
                  <c:v>25102.54</c:v>
                </c:pt>
                <c:pt idx="1447">
                  <c:v>24946.63</c:v>
                </c:pt>
                <c:pt idx="1448">
                  <c:v>24458.13</c:v>
                </c:pt>
                <c:pt idx="1449">
                  <c:v>24595.35</c:v>
                </c:pt>
                <c:pt idx="1450">
                  <c:v>24710.59</c:v>
                </c:pt>
                <c:pt idx="1451">
                  <c:v>24883.14</c:v>
                </c:pt>
                <c:pt idx="1452">
                  <c:v>24772.76</c:v>
                </c:pt>
                <c:pt idx="1453">
                  <c:v>24603.26</c:v>
                </c:pt>
                <c:pt idx="1454">
                  <c:v>24705.33</c:v>
                </c:pt>
                <c:pt idx="1455">
                  <c:v>25263</c:v>
                </c:pt>
                <c:pt idx="1456">
                  <c:v>25057.94</c:v>
                </c:pt>
                <c:pt idx="1457">
                  <c:v>25635.66</c:v>
                </c:pt>
                <c:pt idx="1458">
                  <c:v>25057.99</c:v>
                </c:pt>
                <c:pt idx="1459">
                  <c:v>25089.17</c:v>
                </c:pt>
                <c:pt idx="1460">
                  <c:v>24970.69</c:v>
                </c:pt>
                <c:pt idx="1461">
                  <c:v>25481.58</c:v>
                </c:pt>
                <c:pt idx="1462">
                  <c:v>25477.89</c:v>
                </c:pt>
                <c:pt idx="1463">
                  <c:v>25772.12</c:v>
                </c:pt>
                <c:pt idx="1464">
                  <c:v>25727.41</c:v>
                </c:pt>
                <c:pt idx="1465">
                  <c:v>26210.16</c:v>
                </c:pt>
                <c:pt idx="1466">
                  <c:v>26129.18</c:v>
                </c:pt>
                <c:pt idx="1467">
                  <c:v>25975.66</c:v>
                </c:pt>
                <c:pt idx="1468">
                  <c:v>26339.16</c:v>
                </c:pt>
                <c:pt idx="1469">
                  <c:v>25373.119999999999</c:v>
                </c:pt>
                <c:pt idx="1470">
                  <c:v>25124.19</c:v>
                </c:pt>
                <c:pt idx="1471">
                  <c:v>24427.19</c:v>
                </c:pt>
                <c:pt idx="1472">
                  <c:v>24301.279999999999</c:v>
                </c:pt>
                <c:pt idx="1473">
                  <c:v>24549.99</c:v>
                </c:pt>
                <c:pt idx="1474">
                  <c:v>24781.58</c:v>
                </c:pt>
                <c:pt idx="1475">
                  <c:v>24907.34</c:v>
                </c:pt>
                <c:pt idx="1476">
                  <c:v>24511.34</c:v>
                </c:pt>
                <c:pt idx="1477">
                  <c:v>24643.89</c:v>
                </c:pt>
                <c:pt idx="1478">
                  <c:v>24464.94</c:v>
                </c:pt>
                <c:pt idx="1479">
                  <c:v>24481.41</c:v>
                </c:pt>
                <c:pt idx="1480">
                  <c:v>24344.09</c:v>
                </c:pt>
                <c:pt idx="1481">
                  <c:v>23776.95</c:v>
                </c:pt>
                <c:pt idx="1482">
                  <c:v>24301.38</c:v>
                </c:pt>
                <c:pt idx="1483">
                  <c:v>24480.15</c:v>
                </c:pt>
                <c:pt idx="1484">
                  <c:v>25049.73</c:v>
                </c:pt>
                <c:pt idx="1485">
                  <c:v>25057.22</c:v>
                </c:pt>
                <c:pt idx="1486">
                  <c:v>24776.77</c:v>
                </c:pt>
                <c:pt idx="1487">
                  <c:v>24770.41</c:v>
                </c:pt>
                <c:pt idx="1488">
                  <c:v>24366.3</c:v>
                </c:pt>
                <c:pt idx="1489">
                  <c:v>24325.62</c:v>
                </c:pt>
                <c:pt idx="1490">
                  <c:v>23995.94</c:v>
                </c:pt>
                <c:pt idx="1491">
                  <c:v>23732.52</c:v>
                </c:pt>
                <c:pt idx="1492">
                  <c:v>22961.47</c:v>
                </c:pt>
                <c:pt idx="1493">
                  <c:v>23132.76</c:v>
                </c:pt>
                <c:pt idx="1494">
                  <c:v>23301.360000000001</c:v>
                </c:pt>
                <c:pt idx="1495">
                  <c:v>23384.66</c:v>
                </c:pt>
                <c:pt idx="1496">
                  <c:v>22952.240000000002</c:v>
                </c:pt>
                <c:pt idx="1497">
                  <c:v>22930.14</c:v>
                </c:pt>
                <c:pt idx="1498">
                  <c:v>24280.03</c:v>
                </c:pt>
                <c:pt idx="1499">
                  <c:v>24399.95</c:v>
                </c:pt>
                <c:pt idx="1500">
                  <c:v>24388.13</c:v>
                </c:pt>
                <c:pt idx="1501">
                  <c:v>23934.77</c:v>
                </c:pt>
                <c:pt idx="1502">
                  <c:v>23797.47</c:v>
                </c:pt>
                <c:pt idx="1503">
                  <c:v>23829.74</c:v>
                </c:pt>
                <c:pt idx="1504">
                  <c:v>24180.3</c:v>
                </c:pt>
                <c:pt idx="1505">
                  <c:v>24245.68</c:v>
                </c:pt>
                <c:pt idx="1506">
                  <c:v>24602.06</c:v>
                </c:pt>
                <c:pt idx="1507">
                  <c:v>24230.17</c:v>
                </c:pt>
                <c:pt idx="1508">
                  <c:v>23980.63</c:v>
                </c:pt>
                <c:pt idx="1509">
                  <c:v>24137.48</c:v>
                </c:pt>
                <c:pt idx="1510">
                  <c:v>23868.66</c:v>
                </c:pt>
                <c:pt idx="1511">
                  <c:v>23613.8</c:v>
                </c:pt>
                <c:pt idx="1512">
                  <c:v>24643.59</c:v>
                </c:pt>
                <c:pt idx="1513">
                  <c:v>24575.96</c:v>
                </c:pt>
                <c:pt idx="1514">
                  <c:v>24280.14</c:v>
                </c:pt>
                <c:pt idx="1515">
                  <c:v>23831.33</c:v>
                </c:pt>
                <c:pt idx="1516">
                  <c:v>23977.32</c:v>
                </c:pt>
                <c:pt idx="1517">
                  <c:v>23893.360000000001</c:v>
                </c:pt>
                <c:pt idx="1518">
                  <c:v>23793.55</c:v>
                </c:pt>
                <c:pt idx="1519">
                  <c:v>24330.02</c:v>
                </c:pt>
                <c:pt idx="1520">
                  <c:v>24380</c:v>
                </c:pt>
                <c:pt idx="1521">
                  <c:v>24006.45</c:v>
                </c:pt>
                <c:pt idx="1522">
                  <c:v>24145.34</c:v>
                </c:pt>
                <c:pt idx="1523">
                  <c:v>24435.4</c:v>
                </c:pt>
                <c:pt idx="1524">
                  <c:v>24300.33</c:v>
                </c:pt>
                <c:pt idx="1525">
                  <c:v>23970.37</c:v>
                </c:pt>
                <c:pt idx="1526">
                  <c:v>24253.29</c:v>
                </c:pt>
                <c:pt idx="1527">
                  <c:v>23749.119999999999</c:v>
                </c:pt>
                <c:pt idx="1528">
                  <c:v>23236.11</c:v>
                </c:pt>
                <c:pt idx="1529">
                  <c:v>23280.06</c:v>
                </c:pt>
                <c:pt idx="1530">
                  <c:v>23085.79</c:v>
                </c:pt>
                <c:pt idx="1531">
                  <c:v>23603.48</c:v>
                </c:pt>
                <c:pt idx="1532">
                  <c:v>23175.11</c:v>
                </c:pt>
                <c:pt idx="1533">
                  <c:v>23484.28</c:v>
                </c:pt>
                <c:pt idx="1534">
                  <c:v>23352.34</c:v>
                </c:pt>
                <c:pt idx="1535">
                  <c:v>23527.19</c:v>
                </c:pt>
                <c:pt idx="1536">
                  <c:v>22663.49</c:v>
                </c:pt>
                <c:pt idx="1537">
                  <c:v>21696.13</c:v>
                </c:pt>
                <c:pt idx="1538">
                  <c:v>22805.07</c:v>
                </c:pt>
                <c:pt idx="1539">
                  <c:v>21709.13</c:v>
                </c:pt>
                <c:pt idx="1540">
                  <c:v>22291.82</c:v>
                </c:pt>
                <c:pt idx="1541">
                  <c:v>23263.73</c:v>
                </c:pt>
                <c:pt idx="1542">
                  <c:v>23063.57</c:v>
                </c:pt>
                <c:pt idx="1543">
                  <c:v>24032.91</c:v>
                </c:pt>
                <c:pt idx="1544">
                  <c:v>24309.07</c:v>
                </c:pt>
                <c:pt idx="1545">
                  <c:v>25231.61</c:v>
                </c:pt>
                <c:pt idx="1546">
                  <c:v>25392.51</c:v>
                </c:pt>
                <c:pt idx="1547">
                  <c:v>25040.46</c:v>
                </c:pt>
                <c:pt idx="1548">
                  <c:v>26146.67</c:v>
                </c:pt>
                <c:pt idx="1549">
                  <c:v>26767.87</c:v>
                </c:pt>
                <c:pt idx="1550">
                  <c:v>26222.07</c:v>
                </c:pt>
                <c:pt idx="1551">
                  <c:v>26284.82</c:v>
                </c:pt>
                <c:pt idx="1552">
                  <c:v>26291.68</c:v>
                </c:pt>
                <c:pt idx="1553">
                  <c:v>26129.93</c:v>
                </c:pt>
                <c:pt idx="1554">
                  <c:v>26778.62</c:v>
                </c:pt>
                <c:pt idx="1555">
                  <c:v>26696.49</c:v>
                </c:pt>
                <c:pt idx="1556">
                  <c:v>26893.23</c:v>
                </c:pt>
                <c:pt idx="1557">
                  <c:v>26820.880000000001</c:v>
                </c:pt>
                <c:pt idx="1558">
                  <c:v>27308.81</c:v>
                </c:pt>
                <c:pt idx="1559">
                  <c:v>27609.16</c:v>
                </c:pt>
                <c:pt idx="1560">
                  <c:v>27655.81</c:v>
                </c:pt>
                <c:pt idx="1561">
                  <c:v>27530.2</c:v>
                </c:pt>
                <c:pt idx="1562">
                  <c:v>27959.599999999999</c:v>
                </c:pt>
                <c:pt idx="1563">
                  <c:v>27815.599999999999</c:v>
                </c:pt>
                <c:pt idx="1564">
                  <c:v>27730</c:v>
                </c:pt>
                <c:pt idx="1565">
                  <c:v>27823.66</c:v>
                </c:pt>
                <c:pt idx="1566">
                  <c:v>27583.88</c:v>
                </c:pt>
                <c:pt idx="1567">
                  <c:v>27241.34</c:v>
                </c:pt>
                <c:pt idx="1568">
                  <c:v>27404.27</c:v>
                </c:pt>
                <c:pt idx="1569">
                  <c:v>27493.7</c:v>
                </c:pt>
                <c:pt idx="1570">
                  <c:v>26786.74</c:v>
                </c:pt>
                <c:pt idx="1571">
                  <c:v>26675.98</c:v>
                </c:pt>
                <c:pt idx="1572">
                  <c:v>26356.98</c:v>
                </c:pt>
                <c:pt idx="1573">
                  <c:v>26312.63</c:v>
                </c:pt>
                <c:pt idx="1574">
                  <c:v>26449.13</c:v>
                </c:pt>
                <c:pt idx="1575">
                  <c:v>27160.63</c:v>
                </c:pt>
                <c:pt idx="1576">
                  <c:v>27949.64</c:v>
                </c:pt>
                <c:pt idx="1577">
                  <c:v>27909.119999999999</c:v>
                </c:pt>
                <c:pt idx="1578">
                  <c:v>28341.040000000001</c:v>
                </c:pt>
                <c:pt idx="1579">
                  <c:v>27985.33</c:v>
                </c:pt>
                <c:pt idx="1580">
                  <c:v>28795.91</c:v>
                </c:pt>
                <c:pt idx="1581">
                  <c:v>29056.42</c:v>
                </c:pt>
                <c:pt idx="1582">
                  <c:v>28883.040000000001</c:v>
                </c:pt>
                <c:pt idx="1583">
                  <c:v>28773.59</c:v>
                </c:pt>
                <c:pt idx="1584">
                  <c:v>28885.14</c:v>
                </c:pt>
                <c:pt idx="1585">
                  <c:v>28954.94</c:v>
                </c:pt>
                <c:pt idx="1586">
                  <c:v>28638.2</c:v>
                </c:pt>
                <c:pt idx="1587">
                  <c:v>28561</c:v>
                </c:pt>
                <c:pt idx="1588">
                  <c:v>28087.919999999998</c:v>
                </c:pt>
                <c:pt idx="1589">
                  <c:v>28322.06</c:v>
                </c:pt>
                <c:pt idx="1590">
                  <c:v>28226.19</c:v>
                </c:pt>
                <c:pt idx="1591">
                  <c:v>28451.5</c:v>
                </c:pt>
                <c:pt idx="1592">
                  <c:v>28543.52</c:v>
                </c:pt>
                <c:pt idx="1593">
                  <c:v>28189.75</c:v>
                </c:pt>
                <c:pt idx="1594">
                  <c:v>28319.39</c:v>
                </c:pt>
                <c:pt idx="1595">
                  <c:v>28225.42</c:v>
                </c:pt>
                <c:pt idx="1596">
                  <c:v>27864.21</c:v>
                </c:pt>
                <c:pt idx="1597">
                  <c:v>27906.41</c:v>
                </c:pt>
                <c:pt idx="1598">
                  <c:v>27871.35</c:v>
                </c:pt>
                <c:pt idx="1599">
                  <c:v>27800.49</c:v>
                </c:pt>
                <c:pt idx="1600">
                  <c:v>27884.21</c:v>
                </c:pt>
                <c:pt idx="1601">
                  <c:v>27843.71</c:v>
                </c:pt>
                <c:pt idx="1602">
                  <c:v>27508.09</c:v>
                </c:pt>
                <c:pt idx="1603">
                  <c:v>27687.759999999998</c:v>
                </c:pt>
                <c:pt idx="1604">
                  <c:v>26994.14</c:v>
                </c:pt>
                <c:pt idx="1605">
                  <c:v>26645.43</c:v>
                </c:pt>
                <c:pt idx="1606">
                  <c:v>26436.62</c:v>
                </c:pt>
                <c:pt idx="1607">
                  <c:v>26494.73</c:v>
                </c:pt>
                <c:pt idx="1608">
                  <c:v>26498.37</c:v>
                </c:pt>
                <c:pt idx="1609">
                  <c:v>26217.040000000001</c:v>
                </c:pt>
                <c:pt idx="1610">
                  <c:v>26062.560000000001</c:v>
                </c:pt>
                <c:pt idx="1611">
                  <c:v>26391.3</c:v>
                </c:pt>
                <c:pt idx="1612">
                  <c:v>26444.720000000001</c:v>
                </c:pt>
                <c:pt idx="1613">
                  <c:v>26346.49</c:v>
                </c:pt>
                <c:pt idx="1614">
                  <c:v>26893.73</c:v>
                </c:pt>
                <c:pt idx="1615">
                  <c:v>26954</c:v>
                </c:pt>
                <c:pt idx="1616">
                  <c:v>26913.919999999998</c:v>
                </c:pt>
                <c:pt idx="1617">
                  <c:v>26993.040000000001</c:v>
                </c:pt>
                <c:pt idx="1618">
                  <c:v>26595.08</c:v>
                </c:pt>
                <c:pt idx="1619">
                  <c:v>26466.880000000001</c:v>
                </c:pt>
                <c:pt idx="1620">
                  <c:v>26889.61</c:v>
                </c:pt>
                <c:pt idx="1621">
                  <c:v>27093.8</c:v>
                </c:pt>
                <c:pt idx="1622">
                  <c:v>26681.09</c:v>
                </c:pt>
                <c:pt idx="1623">
                  <c:v>26326.66</c:v>
                </c:pt>
                <c:pt idx="1624">
                  <c:v>26323.69</c:v>
                </c:pt>
                <c:pt idx="1625">
                  <c:v>26571.46</c:v>
                </c:pt>
                <c:pt idx="1626">
                  <c:v>27065.279999999999</c:v>
                </c:pt>
                <c:pt idx="1627">
                  <c:v>26926.55</c:v>
                </c:pt>
                <c:pt idx="1628">
                  <c:v>27651.14</c:v>
                </c:pt>
                <c:pt idx="1629">
                  <c:v>27847.23</c:v>
                </c:pt>
                <c:pt idx="1630">
                  <c:v>27688.639999999999</c:v>
                </c:pt>
                <c:pt idx="1631">
                  <c:v>27683.4</c:v>
                </c:pt>
                <c:pt idx="1632">
                  <c:v>27547.3</c:v>
                </c:pt>
                <c:pt idx="1633">
                  <c:v>27100.76</c:v>
                </c:pt>
                <c:pt idx="1634">
                  <c:v>26906.720000000001</c:v>
                </c:pt>
                <c:pt idx="1635">
                  <c:v>26667.71</c:v>
                </c:pt>
                <c:pt idx="1636">
                  <c:v>26786.76</c:v>
                </c:pt>
                <c:pt idx="1637">
                  <c:v>26891.26</c:v>
                </c:pt>
                <c:pt idx="1638">
                  <c:v>26667.39</c:v>
                </c:pt>
                <c:pt idx="1639">
                  <c:v>26797.95</c:v>
                </c:pt>
                <c:pt idx="1640">
                  <c:v>26566.73</c:v>
                </c:pt>
                <c:pt idx="1641">
                  <c:v>26786.2</c:v>
                </c:pt>
                <c:pt idx="1642">
                  <c:v>26725.68</c:v>
                </c:pt>
                <c:pt idx="1643">
                  <c:v>26719.58</c:v>
                </c:pt>
                <c:pt idx="1644">
                  <c:v>26848.49</c:v>
                </c:pt>
                <c:pt idx="1645">
                  <c:v>26664.28</c:v>
                </c:pt>
                <c:pt idx="1646">
                  <c:v>26503.93</c:v>
                </c:pt>
                <c:pt idx="1647">
                  <c:v>26521.85</c:v>
                </c:pt>
                <c:pt idx="1648">
                  <c:v>26308.44</c:v>
                </c:pt>
                <c:pt idx="1649">
                  <c:v>25707.93</c:v>
                </c:pt>
                <c:pt idx="1650">
                  <c:v>25682.81</c:v>
                </c:pt>
                <c:pt idx="1651">
                  <c:v>25893.4</c:v>
                </c:pt>
                <c:pt idx="1652">
                  <c:v>25821.03</c:v>
                </c:pt>
                <c:pt idx="1653">
                  <c:v>26110.31</c:v>
                </c:pt>
                <c:pt idx="1654">
                  <c:v>26042.69</c:v>
                </c:pt>
                <c:pt idx="1655">
                  <c:v>26092.27</c:v>
                </c:pt>
                <c:pt idx="1656">
                  <c:v>25954.81</c:v>
                </c:pt>
                <c:pt idx="1657">
                  <c:v>26041.93</c:v>
                </c:pt>
                <c:pt idx="1658">
                  <c:v>25945.35</c:v>
                </c:pt>
                <c:pt idx="1659">
                  <c:v>26281</c:v>
                </c:pt>
                <c:pt idx="1660">
                  <c:v>26222.400000000001</c:v>
                </c:pt>
                <c:pt idx="1661">
                  <c:v>26435.67</c:v>
                </c:pt>
                <c:pt idx="1662">
                  <c:v>26468.95</c:v>
                </c:pt>
                <c:pt idx="1663">
                  <c:v>26754.12</c:v>
                </c:pt>
                <c:pt idx="1664">
                  <c:v>26790.240000000002</c:v>
                </c:pt>
                <c:pt idx="1665">
                  <c:v>27124.55</c:v>
                </c:pt>
                <c:pt idx="1666">
                  <c:v>27352.69</c:v>
                </c:pt>
                <c:pt idx="1667">
                  <c:v>27087.63</c:v>
                </c:pt>
                <c:pt idx="1668">
                  <c:v>27159.06</c:v>
                </c:pt>
                <c:pt idx="1669">
                  <c:v>26683.68</c:v>
                </c:pt>
                <c:pt idx="1670">
                  <c:v>26681.4</c:v>
                </c:pt>
                <c:pt idx="1671">
                  <c:v>26690.76</c:v>
                </c:pt>
                <c:pt idx="1672">
                  <c:v>26515.53</c:v>
                </c:pt>
                <c:pt idx="1673">
                  <c:v>26523.23</c:v>
                </c:pt>
                <c:pt idx="1674">
                  <c:v>25527.85</c:v>
                </c:pt>
                <c:pt idx="1675">
                  <c:v>25626.55</c:v>
                </c:pt>
                <c:pt idx="1676">
                  <c:v>25724.73</c:v>
                </c:pt>
                <c:pt idx="1677">
                  <c:v>25703.5</c:v>
                </c:pt>
                <c:pt idx="1678">
                  <c:v>25615.48</c:v>
                </c:pt>
                <c:pt idx="1679">
                  <c:v>25664.07</c:v>
                </c:pt>
                <c:pt idx="1680">
                  <c:v>25680.33</c:v>
                </c:pt>
                <c:pt idx="1681">
                  <c:v>26179.33</c:v>
                </c:pt>
                <c:pt idx="1682">
                  <c:v>26048.720000000001</c:v>
                </c:pt>
                <c:pt idx="1683">
                  <c:v>26270.04</c:v>
                </c:pt>
                <c:pt idx="1684">
                  <c:v>26231.54</c:v>
                </c:pt>
                <c:pt idx="1685">
                  <c:v>26291.84</c:v>
                </c:pt>
                <c:pt idx="1686">
                  <c:v>25734.22</c:v>
                </c:pt>
                <c:pt idx="1687">
                  <c:v>25495.46</c:v>
                </c:pt>
                <c:pt idx="1688">
                  <c:v>25302.28</c:v>
                </c:pt>
                <c:pt idx="1689">
                  <c:v>25281.3</c:v>
                </c:pt>
                <c:pt idx="1690">
                  <c:v>25824.720000000001</c:v>
                </c:pt>
                <c:pt idx="1691">
                  <c:v>25939.3</c:v>
                </c:pt>
                <c:pt idx="1692">
                  <c:v>26120.77</c:v>
                </c:pt>
                <c:pt idx="1693">
                  <c:v>25997.03</c:v>
                </c:pt>
                <c:pt idx="1694">
                  <c:v>25976.240000000002</c:v>
                </c:pt>
                <c:pt idx="1695">
                  <c:v>26151.32</c:v>
                </c:pt>
                <c:pt idx="1696">
                  <c:v>26918.58</c:v>
                </c:pt>
                <c:pt idx="1697">
                  <c:v>27565.7</c:v>
                </c:pt>
                <c:pt idx="1698">
                  <c:v>27777.75</c:v>
                </c:pt>
                <c:pt idx="1699">
                  <c:v>28146.5</c:v>
                </c:pt>
                <c:pt idx="1700">
                  <c:v>28106.41</c:v>
                </c:pt>
                <c:pt idx="1701">
                  <c:v>28397.74</c:v>
                </c:pt>
                <c:pt idx="1702">
                  <c:v>28594.3</c:v>
                </c:pt>
                <c:pt idx="1703">
                  <c:v>28524.04</c:v>
                </c:pt>
                <c:pt idx="1704">
                  <c:v>28466.48</c:v>
                </c:pt>
                <c:pt idx="1705">
                  <c:v>28371.26</c:v>
                </c:pt>
                <c:pt idx="1706">
                  <c:v>28765.4</c:v>
                </c:pt>
                <c:pt idx="1707">
                  <c:v>28461.66</c:v>
                </c:pt>
                <c:pt idx="1708">
                  <c:v>28593.17</c:v>
                </c:pt>
                <c:pt idx="1709">
                  <c:v>28619.62</c:v>
                </c:pt>
                <c:pt idx="1710">
                  <c:v>28554.880000000001</c:v>
                </c:pt>
                <c:pt idx="1711">
                  <c:v>28471.62</c:v>
                </c:pt>
                <c:pt idx="1712">
                  <c:v>28431.8</c:v>
                </c:pt>
                <c:pt idx="1713">
                  <c:v>28204.69</c:v>
                </c:pt>
                <c:pt idx="1714">
                  <c:v>28116.28</c:v>
                </c:pt>
                <c:pt idx="1715">
                  <c:v>28331.69</c:v>
                </c:pt>
                <c:pt idx="1716">
                  <c:v>28774.83</c:v>
                </c:pt>
                <c:pt idx="1717">
                  <c:v>28795.77</c:v>
                </c:pt>
                <c:pt idx="1718">
                  <c:v>28855.14</c:v>
                </c:pt>
                <c:pt idx="1719">
                  <c:v>28875.56</c:v>
                </c:pt>
                <c:pt idx="1720">
                  <c:v>28542.62</c:v>
                </c:pt>
                <c:pt idx="1721">
                  <c:v>28621.42</c:v>
                </c:pt>
                <c:pt idx="1722">
                  <c:v>28221.98</c:v>
                </c:pt>
                <c:pt idx="1723">
                  <c:v>28185.98</c:v>
                </c:pt>
                <c:pt idx="1724">
                  <c:v>28513</c:v>
                </c:pt>
                <c:pt idx="1725">
                  <c:v>28473.71</c:v>
                </c:pt>
                <c:pt idx="1726">
                  <c:v>28550.43</c:v>
                </c:pt>
                <c:pt idx="1727">
                  <c:v>28202.14</c:v>
                </c:pt>
                <c:pt idx="1728">
                  <c:v>27498.77</c:v>
                </c:pt>
                <c:pt idx="1729">
                  <c:v>27227.16</c:v>
                </c:pt>
                <c:pt idx="1730">
                  <c:v>27118.35</c:v>
                </c:pt>
                <c:pt idx="1731">
                  <c:v>27294.71</c:v>
                </c:pt>
                <c:pt idx="1732">
                  <c:v>27308.46</c:v>
                </c:pt>
                <c:pt idx="1733">
                  <c:v>27789.34</c:v>
                </c:pt>
                <c:pt idx="1734">
                  <c:v>27578.639999999999</c:v>
                </c:pt>
                <c:pt idx="1735">
                  <c:v>26965.279999999999</c:v>
                </c:pt>
                <c:pt idx="1736">
                  <c:v>26895.439999999999</c:v>
                </c:pt>
                <c:pt idx="1737">
                  <c:v>26761.52</c:v>
                </c:pt>
                <c:pt idx="1738">
                  <c:v>26893.86</c:v>
                </c:pt>
                <c:pt idx="1739">
                  <c:v>26901.09</c:v>
                </c:pt>
                <c:pt idx="1740">
                  <c:v>27114.880000000001</c:v>
                </c:pt>
                <c:pt idx="1741">
                  <c:v>27235.71</c:v>
                </c:pt>
                <c:pt idx="1742">
                  <c:v>27390.81</c:v>
                </c:pt>
                <c:pt idx="1743">
                  <c:v>27288.09</c:v>
                </c:pt>
                <c:pt idx="1744">
                  <c:v>27353.93</c:v>
                </c:pt>
                <c:pt idx="1745">
                  <c:v>27267.13</c:v>
                </c:pt>
                <c:pt idx="1746">
                  <c:v>27705.94</c:v>
                </c:pt>
                <c:pt idx="1747">
                  <c:v>27657.24</c:v>
                </c:pt>
                <c:pt idx="1748">
                  <c:v>27787.61</c:v>
                </c:pt>
                <c:pt idx="1749">
                  <c:v>27946.46</c:v>
                </c:pt>
                <c:pt idx="1750">
                  <c:v>28275.07</c:v>
                </c:pt>
                <c:pt idx="1751">
                  <c:v>28268.71</c:v>
                </c:pt>
                <c:pt idx="1752">
                  <c:v>28122.02</c:v>
                </c:pt>
                <c:pt idx="1753">
                  <c:v>28550.240000000002</c:v>
                </c:pt>
                <c:pt idx="1754">
                  <c:v>28311.07</c:v>
                </c:pt>
                <c:pt idx="1755">
                  <c:v>29003.200000000001</c:v>
                </c:pt>
                <c:pt idx="1756">
                  <c:v>29363.02</c:v>
                </c:pt>
                <c:pt idx="1757">
                  <c:v>29209.82</c:v>
                </c:pt>
                <c:pt idx="1758">
                  <c:v>30081.55</c:v>
                </c:pt>
                <c:pt idx="1759">
                  <c:v>29944.18</c:v>
                </c:pt>
                <c:pt idx="1760">
                  <c:v>29699.11</c:v>
                </c:pt>
                <c:pt idx="1761">
                  <c:v>29892.81</c:v>
                </c:pt>
                <c:pt idx="1762">
                  <c:v>29605.01</c:v>
                </c:pt>
                <c:pt idx="1763">
                  <c:v>29549.8</c:v>
                </c:pt>
                <c:pt idx="1764">
                  <c:v>29805.83</c:v>
                </c:pt>
                <c:pt idx="1765">
                  <c:v>29963.24</c:v>
                </c:pt>
                <c:pt idx="1766">
                  <c:v>29963.26</c:v>
                </c:pt>
                <c:pt idx="1767">
                  <c:v>30124.68</c:v>
                </c:pt>
                <c:pt idx="1768">
                  <c:v>30129.87</c:v>
                </c:pt>
                <c:pt idx="1769">
                  <c:v>29810.720000000001</c:v>
                </c:pt>
                <c:pt idx="1770">
                  <c:v>29909.759999999998</c:v>
                </c:pt>
                <c:pt idx="1771">
                  <c:v>29839.45</c:v>
                </c:pt>
                <c:pt idx="1772">
                  <c:v>30119.56</c:v>
                </c:pt>
                <c:pt idx="1773">
                  <c:v>30157.49</c:v>
                </c:pt>
                <c:pt idx="1774">
                  <c:v>30077.15</c:v>
                </c:pt>
                <c:pt idx="1775">
                  <c:v>29936.32</c:v>
                </c:pt>
                <c:pt idx="1776">
                  <c:v>29986.39</c:v>
                </c:pt>
                <c:pt idx="1777">
                  <c:v>29624.67</c:v>
                </c:pt>
                <c:pt idx="1778">
                  <c:v>29562.02</c:v>
                </c:pt>
                <c:pt idx="1779">
                  <c:v>29051.360000000001</c:v>
                </c:pt>
                <c:pt idx="1780">
                  <c:v>28775.21</c:v>
                </c:pt>
                <c:pt idx="1781">
                  <c:v>28728.25</c:v>
                </c:pt>
                <c:pt idx="1782">
                  <c:v>28566.91</c:v>
                </c:pt>
                <c:pt idx="1783">
                  <c:v>28523.35</c:v>
                </c:pt>
                <c:pt idx="1784">
                  <c:v>29113.360000000001</c:v>
                </c:pt>
                <c:pt idx="1785">
                  <c:v>29071.56</c:v>
                </c:pt>
                <c:pt idx="1786">
                  <c:v>29320.97</c:v>
                </c:pt>
                <c:pt idx="1787">
                  <c:v>29466.28</c:v>
                </c:pt>
                <c:pt idx="1788">
                  <c:v>29409.01</c:v>
                </c:pt>
                <c:pt idx="1789">
                  <c:v>29012.26</c:v>
                </c:pt>
                <c:pt idx="1790">
                  <c:v>28851.39</c:v>
                </c:pt>
                <c:pt idx="1791">
                  <c:v>28807.45</c:v>
                </c:pt>
                <c:pt idx="1792">
                  <c:v>28920.87</c:v>
                </c:pt>
                <c:pt idx="1793">
                  <c:v>28503.3</c:v>
                </c:pt>
                <c:pt idx="1794">
                  <c:v>28228.42</c:v>
                </c:pt>
                <c:pt idx="1795">
                  <c:v>28779.45</c:v>
                </c:pt>
                <c:pt idx="1796">
                  <c:v>29037.599999999999</c:v>
                </c:pt>
                <c:pt idx="1797">
                  <c:v>28961.599999999999</c:v>
                </c:pt>
                <c:pt idx="1798">
                  <c:v>28959.59</c:v>
                </c:pt>
                <c:pt idx="1799">
                  <c:v>28812.17</c:v>
                </c:pt>
                <c:pt idx="1800">
                  <c:v>28633.18</c:v>
                </c:pt>
                <c:pt idx="1801">
                  <c:v>28757.439999999999</c:v>
                </c:pt>
                <c:pt idx="1802">
                  <c:v>28772.06</c:v>
                </c:pt>
                <c:pt idx="1803">
                  <c:v>28959.3</c:v>
                </c:pt>
                <c:pt idx="1804">
                  <c:v>28816.3</c:v>
                </c:pt>
                <c:pt idx="1805">
                  <c:v>28629.919999999998</c:v>
                </c:pt>
                <c:pt idx="1806">
                  <c:v>28514.05</c:v>
                </c:pt>
                <c:pt idx="1807">
                  <c:v>28228.13</c:v>
                </c:pt>
                <c:pt idx="1808">
                  <c:v>28347.01</c:v>
                </c:pt>
                <c:pt idx="1809">
                  <c:v>27900.84</c:v>
                </c:pt>
                <c:pt idx="1810">
                  <c:v>28432.05</c:v>
                </c:pt>
                <c:pt idx="1811">
                  <c:v>28497.59</c:v>
                </c:pt>
                <c:pt idx="1812">
                  <c:v>28171.33</c:v>
                </c:pt>
                <c:pt idx="1813">
                  <c:v>28143.84</c:v>
                </c:pt>
                <c:pt idx="1814">
                  <c:v>27946.32</c:v>
                </c:pt>
                <c:pt idx="1815">
                  <c:v>27990.21</c:v>
                </c:pt>
                <c:pt idx="1816">
                  <c:v>27930.74</c:v>
                </c:pt>
                <c:pt idx="1817">
                  <c:v>27942.47</c:v>
                </c:pt>
                <c:pt idx="1818">
                  <c:v>27642.85</c:v>
                </c:pt>
                <c:pt idx="1819">
                  <c:v>27531.68</c:v>
                </c:pt>
                <c:pt idx="1820">
                  <c:v>27576.959999999999</c:v>
                </c:pt>
                <c:pt idx="1821">
                  <c:v>27569.19</c:v>
                </c:pt>
                <c:pt idx="1822">
                  <c:v>27120.98</c:v>
                </c:pt>
                <c:pt idx="1823">
                  <c:v>27008.2</c:v>
                </c:pt>
                <c:pt idx="1824">
                  <c:v>27005.45</c:v>
                </c:pt>
                <c:pt idx="1825">
                  <c:v>27196.54</c:v>
                </c:pt>
                <c:pt idx="1826">
                  <c:v>27090.81</c:v>
                </c:pt>
                <c:pt idx="1827">
                  <c:v>26755.63</c:v>
                </c:pt>
                <c:pt idx="1828">
                  <c:v>26902.1</c:v>
                </c:pt>
                <c:pt idx="1829">
                  <c:v>26830.29</c:v>
                </c:pt>
                <c:pt idx="1830">
                  <c:v>26298.33</c:v>
                </c:pt>
                <c:pt idx="1831">
                  <c:v>26667.27</c:v>
                </c:pt>
                <c:pt idx="1832">
                  <c:v>26521.43</c:v>
                </c:pt>
                <c:pt idx="1833">
                  <c:v>26462.32</c:v>
                </c:pt>
                <c:pt idx="1834">
                  <c:v>25875.45</c:v>
                </c:pt>
                <c:pt idx="1835">
                  <c:v>25835.7</c:v>
                </c:pt>
                <c:pt idx="1836">
                  <c:v>25626.03</c:v>
                </c:pt>
                <c:pt idx="1837">
                  <c:v>25064.36</c:v>
                </c:pt>
                <c:pt idx="1838">
                  <c:v>25130.35</c:v>
                </c:pt>
                <c:pt idx="1839">
                  <c:v>25845.7</c:v>
                </c:pt>
                <c:pt idx="1840">
                  <c:v>25504.2</c:v>
                </c:pt>
                <c:pt idx="1841">
                  <c:v>25478.880000000001</c:v>
                </c:pt>
                <c:pt idx="1842">
                  <c:v>25651.38</c:v>
                </c:pt>
                <c:pt idx="1843">
                  <c:v>25753.42</c:v>
                </c:pt>
                <c:pt idx="1844">
                  <c:v>25623.53</c:v>
                </c:pt>
                <c:pt idx="1845">
                  <c:v>25865.39</c:v>
                </c:pt>
                <c:pt idx="1846">
                  <c:v>25814.25</c:v>
                </c:pt>
                <c:pt idx="1847">
                  <c:v>26087.98</c:v>
                </c:pt>
                <c:pt idx="1848">
                  <c:v>26094.79</c:v>
                </c:pt>
                <c:pt idx="1849">
                  <c:v>26524.35</c:v>
                </c:pt>
                <c:pt idx="1850">
                  <c:v>26186.71</c:v>
                </c:pt>
                <c:pt idx="1851">
                  <c:v>25771.67</c:v>
                </c:pt>
                <c:pt idx="1852">
                  <c:v>25752.38</c:v>
                </c:pt>
                <c:pt idx="1853">
                  <c:v>26063.759999999998</c:v>
                </c:pt>
                <c:pt idx="1854">
                  <c:v>26156.38</c:v>
                </c:pt>
                <c:pt idx="1855">
                  <c:v>26819.68</c:v>
                </c:pt>
                <c:pt idx="1856">
                  <c:v>27260.44</c:v>
                </c:pt>
                <c:pt idx="1857">
                  <c:v>27182.04</c:v>
                </c:pt>
                <c:pt idx="1858">
                  <c:v>26506.75</c:v>
                </c:pt>
                <c:pt idx="1859">
                  <c:v>26451.03</c:v>
                </c:pt>
                <c:pt idx="1860">
                  <c:v>26682.560000000001</c:v>
                </c:pt>
                <c:pt idx="1861">
                  <c:v>26331.96</c:v>
                </c:pt>
                <c:pt idx="1862">
                  <c:v>26376.18</c:v>
                </c:pt>
                <c:pt idx="1863">
                  <c:v>25927.68</c:v>
                </c:pt>
                <c:pt idx="1864">
                  <c:v>26019.41</c:v>
                </c:pt>
                <c:pt idx="1865">
                  <c:v>25971.47</c:v>
                </c:pt>
                <c:pt idx="1866">
                  <c:v>25840.34</c:v>
                </c:pt>
                <c:pt idx="1867">
                  <c:v>26372</c:v>
                </c:pt>
                <c:pt idx="1868">
                  <c:v>26183.53</c:v>
                </c:pt>
                <c:pt idx="1869">
                  <c:v>26103.34</c:v>
                </c:pt>
                <c:pt idx="1870">
                  <c:v>25654.43</c:v>
                </c:pt>
                <c:pt idx="1871">
                  <c:v>25792.87</c:v>
                </c:pt>
                <c:pt idx="1872">
                  <c:v>25633.18</c:v>
                </c:pt>
                <c:pt idx="1873">
                  <c:v>25601.919999999998</c:v>
                </c:pt>
                <c:pt idx="1874">
                  <c:v>26227.72</c:v>
                </c:pt>
                <c:pt idx="1875">
                  <c:v>26147.69</c:v>
                </c:pt>
                <c:pt idx="1876">
                  <c:v>26120.959999999999</c:v>
                </c:pt>
                <c:pt idx="1877">
                  <c:v>25934.39</c:v>
                </c:pt>
                <c:pt idx="1878">
                  <c:v>26486.35</c:v>
                </c:pt>
                <c:pt idx="1879">
                  <c:v>25416</c:v>
                </c:pt>
                <c:pt idx="1880">
                  <c:v>24979.69</c:v>
                </c:pt>
                <c:pt idx="1881">
                  <c:v>24585.53</c:v>
                </c:pt>
                <c:pt idx="1882">
                  <c:v>24812.04</c:v>
                </c:pt>
                <c:pt idx="1883">
                  <c:v>24717.63</c:v>
                </c:pt>
                <c:pt idx="1884">
                  <c:v>24994.46</c:v>
                </c:pt>
                <c:pt idx="1885">
                  <c:v>25249.78</c:v>
                </c:pt>
                <c:pt idx="1886">
                  <c:v>25346.55</c:v>
                </c:pt>
                <c:pt idx="1887">
                  <c:v>26153.15</c:v>
                </c:pt>
                <c:pt idx="1888">
                  <c:v>25561.4</c:v>
                </c:pt>
                <c:pt idx="1889">
                  <c:v>25454.55</c:v>
                </c:pt>
                <c:pt idx="1890">
                  <c:v>25462.26</c:v>
                </c:pt>
                <c:pt idx="1891">
                  <c:v>25445.06</c:v>
                </c:pt>
                <c:pt idx="1892">
                  <c:v>25801.49</c:v>
                </c:pt>
                <c:pt idx="1893">
                  <c:v>25266.37</c:v>
                </c:pt>
                <c:pt idx="1894">
                  <c:v>26193.07</c:v>
                </c:pt>
                <c:pt idx="1895">
                  <c:v>26172.91</c:v>
                </c:pt>
                <c:pt idx="1896">
                  <c:v>26202.57</c:v>
                </c:pt>
                <c:pt idx="1897">
                  <c:v>26572.57</c:v>
                </c:pt>
                <c:pt idx="1898">
                  <c:v>26623.87</c:v>
                </c:pt>
                <c:pt idx="1899">
                  <c:v>27091.26</c:v>
                </c:pt>
                <c:pt idx="1900">
                  <c:v>27126.38</c:v>
                </c:pt>
                <c:pt idx="1901">
                  <c:v>27788.52</c:v>
                </c:pt>
                <c:pt idx="1902">
                  <c:v>27715.67</c:v>
                </c:pt>
                <c:pt idx="1903">
                  <c:v>27816.87</c:v>
                </c:pt>
                <c:pt idx="1904">
                  <c:v>27499.39</c:v>
                </c:pt>
                <c:pt idx="1905">
                  <c:v>27953.58</c:v>
                </c:pt>
                <c:pt idx="1906">
                  <c:v>27477.67</c:v>
                </c:pt>
                <c:pt idx="1907">
                  <c:v>27407.37</c:v>
                </c:pt>
                <c:pt idx="1908">
                  <c:v>27084.66</c:v>
                </c:pt>
                <c:pt idx="1909">
                  <c:v>26932.85</c:v>
                </c:pt>
                <c:pt idx="1910">
                  <c:v>27286.41</c:v>
                </c:pt>
                <c:pt idx="1911">
                  <c:v>27014.49</c:v>
                </c:pt>
                <c:pt idx="1912">
                  <c:v>26345.040000000001</c:v>
                </c:pt>
                <c:pt idx="1913">
                  <c:v>26422.55</c:v>
                </c:pt>
                <c:pt idx="1914">
                  <c:v>26613.42</c:v>
                </c:pt>
                <c:pt idx="1915">
                  <c:v>26973.47</c:v>
                </c:pt>
                <c:pt idx="1916">
                  <c:v>26974.82</c:v>
                </c:pt>
                <c:pt idx="1917">
                  <c:v>27243.85</c:v>
                </c:pt>
                <c:pt idx="1918">
                  <c:v>27973.34</c:v>
                </c:pt>
                <c:pt idx="1919">
                  <c:v>27712.54</c:v>
                </c:pt>
                <c:pt idx="1920">
                  <c:v>27888.55</c:v>
                </c:pt>
                <c:pt idx="1921">
                  <c:v>28164.05</c:v>
                </c:pt>
                <c:pt idx="1922">
                  <c:v>28416.44</c:v>
                </c:pt>
                <c:pt idx="1923">
                  <c:v>28351.62</c:v>
                </c:pt>
                <c:pt idx="1924">
                  <c:v>28271.27</c:v>
                </c:pt>
                <c:pt idx="1925">
                  <c:v>27671.87</c:v>
                </c:pt>
                <c:pt idx="1926">
                  <c:v>27790.46</c:v>
                </c:pt>
                <c:pt idx="1927">
                  <c:v>27927.58</c:v>
                </c:pt>
                <c:pt idx="1928">
                  <c:v>27752.79</c:v>
                </c:pt>
                <c:pt idx="1929">
                  <c:v>27598.02</c:v>
                </c:pt>
                <c:pt idx="1930">
                  <c:v>27213.41</c:v>
                </c:pt>
                <c:pt idx="1931">
                  <c:v>27100.06</c:v>
                </c:pt>
                <c:pt idx="1932">
                  <c:v>27323.59</c:v>
                </c:pt>
                <c:pt idx="1933">
                  <c:v>27752.93</c:v>
                </c:pt>
                <c:pt idx="1934">
                  <c:v>27936.57</c:v>
                </c:pt>
                <c:pt idx="1935">
                  <c:v>28366.62</c:v>
                </c:pt>
                <c:pt idx="1936">
                  <c:v>28607.3</c:v>
                </c:pt>
                <c:pt idx="1937">
                  <c:v>28359.14</c:v>
                </c:pt>
                <c:pt idx="1938">
                  <c:v>28248.880000000001</c:v>
                </c:pt>
                <c:pt idx="1939">
                  <c:v>27819.56</c:v>
                </c:pt>
                <c:pt idx="1940">
                  <c:v>27676.32</c:v>
                </c:pt>
                <c:pt idx="1941">
                  <c:v>27714.560000000001</c:v>
                </c:pt>
                <c:pt idx="1942">
                  <c:v>28340.74</c:v>
                </c:pt>
                <c:pt idx="1943">
                  <c:v>28583.01</c:v>
                </c:pt>
                <c:pt idx="1944">
                  <c:v>28733.13</c:v>
                </c:pt>
                <c:pt idx="1945">
                  <c:v>28804.28</c:v>
                </c:pt>
                <c:pt idx="1946">
                  <c:v>28781.14</c:v>
                </c:pt>
                <c:pt idx="1947">
                  <c:v>28920.9</c:v>
                </c:pt>
                <c:pt idx="1948">
                  <c:v>28662.57</c:v>
                </c:pt>
                <c:pt idx="1949">
                  <c:v>28256.12</c:v>
                </c:pt>
                <c:pt idx="1950">
                  <c:v>28224.48</c:v>
                </c:pt>
                <c:pt idx="1951">
                  <c:v>28010.86</c:v>
                </c:pt>
                <c:pt idx="1952">
                  <c:v>28117.42</c:v>
                </c:pt>
                <c:pt idx="1953">
                  <c:v>28181.68</c:v>
                </c:pt>
                <c:pt idx="1954">
                  <c:v>28539.66</c:v>
                </c:pt>
                <c:pt idx="1955">
                  <c:v>28525.439999999999</c:v>
                </c:pt>
                <c:pt idx="1956">
                  <c:v>28480.83</c:v>
                </c:pt>
                <c:pt idx="1957">
                  <c:v>28311.69</c:v>
                </c:pt>
                <c:pt idx="1958">
                  <c:v>28682.25</c:v>
                </c:pt>
                <c:pt idx="1959">
                  <c:v>28688.5</c:v>
                </c:pt>
                <c:pt idx="1960">
                  <c:v>28315.62</c:v>
                </c:pt>
                <c:pt idx="1961">
                  <c:v>28182.09</c:v>
                </c:pt>
                <c:pt idx="1962">
                  <c:v>28241.67</c:v>
                </c:pt>
                <c:pt idx="1963">
                  <c:v>28545.57</c:v>
                </c:pt>
                <c:pt idx="1964">
                  <c:v>28955.11</c:v>
                </c:pt>
                <c:pt idx="1965">
                  <c:v>28497.32</c:v>
                </c:pt>
                <c:pt idx="1966">
                  <c:v>28356.26</c:v>
                </c:pt>
                <c:pt idx="1967">
                  <c:v>28881.4</c:v>
                </c:pt>
                <c:pt idx="1968">
                  <c:v>28961.39</c:v>
                </c:pt>
                <c:pt idx="1969">
                  <c:v>29338.7</c:v>
                </c:pt>
                <c:pt idx="1970">
                  <c:v>29296.05</c:v>
                </c:pt>
                <c:pt idx="1971">
                  <c:v>29696.17</c:v>
                </c:pt>
                <c:pt idx="1972">
                  <c:v>29468.15</c:v>
                </c:pt>
                <c:pt idx="1973">
                  <c:v>30309.49</c:v>
                </c:pt>
                <c:pt idx="1974">
                  <c:v>30440.17</c:v>
                </c:pt>
                <c:pt idx="1975">
                  <c:v>30725.15</c:v>
                </c:pt>
                <c:pt idx="1976">
                  <c:v>31103.06</c:v>
                </c:pt>
                <c:pt idx="1977">
                  <c:v>31063.7</c:v>
                </c:pt>
                <c:pt idx="1978">
                  <c:v>30958.21</c:v>
                </c:pt>
                <c:pt idx="1979">
                  <c:v>31512.63</c:v>
                </c:pt>
                <c:pt idx="1980">
                  <c:v>31259.1</c:v>
                </c:pt>
                <c:pt idx="1981">
                  <c:v>31093.45</c:v>
                </c:pt>
                <c:pt idx="1982">
                  <c:v>30997.98</c:v>
                </c:pt>
                <c:pt idx="1983">
                  <c:v>30492.91</c:v>
                </c:pt>
                <c:pt idx="1984">
                  <c:v>30468.560000000001</c:v>
                </c:pt>
                <c:pt idx="1985">
                  <c:v>30056.79</c:v>
                </c:pt>
                <c:pt idx="1986">
                  <c:v>30484.58</c:v>
                </c:pt>
                <c:pt idx="1987">
                  <c:v>30792.26</c:v>
                </c:pt>
                <c:pt idx="1988">
                  <c:v>30588.04</c:v>
                </c:pt>
                <c:pt idx="1989">
                  <c:v>30760.41</c:v>
                </c:pt>
                <c:pt idx="1990">
                  <c:v>30665.64</c:v>
                </c:pt>
                <c:pt idx="1991">
                  <c:v>31234.35</c:v>
                </c:pt>
                <c:pt idx="1992">
                  <c:v>31047.91</c:v>
                </c:pt>
                <c:pt idx="1993">
                  <c:v>30942.15</c:v>
                </c:pt>
                <c:pt idx="1994">
                  <c:v>31110.2</c:v>
                </c:pt>
                <c:pt idx="1995">
                  <c:v>31152.03</c:v>
                </c:pt>
                <c:pt idx="1996">
                  <c:v>31541.08</c:v>
                </c:pt>
                <c:pt idx="1997">
                  <c:v>31122.06</c:v>
                </c:pt>
                <c:pt idx="1998">
                  <c:v>30809.22</c:v>
                </c:pt>
                <c:pt idx="1999">
                  <c:v>30536.14</c:v>
                </c:pt>
                <c:pt idx="2000">
                  <c:v>30402.81</c:v>
                </c:pt>
                <c:pt idx="2001">
                  <c:v>29994.26</c:v>
                </c:pt>
                <c:pt idx="2002">
                  <c:v>29926.5</c:v>
                </c:pt>
                <c:pt idx="2003">
                  <c:v>30313.37</c:v>
                </c:pt>
                <c:pt idx="2004">
                  <c:v>30723.88</c:v>
                </c:pt>
                <c:pt idx="2005">
                  <c:v>30808.45</c:v>
                </c:pt>
                <c:pt idx="2006">
                  <c:v>30280.67</c:v>
                </c:pt>
                <c:pt idx="2007">
                  <c:v>30007.68</c:v>
                </c:pt>
                <c:pt idx="2008">
                  <c:v>30328.15</c:v>
                </c:pt>
                <c:pt idx="2009">
                  <c:v>30636.240000000002</c:v>
                </c:pt>
                <c:pt idx="2010">
                  <c:v>30254.400000000001</c:v>
                </c:pt>
                <c:pt idx="2011">
                  <c:v>30418.33</c:v>
                </c:pt>
                <c:pt idx="2012">
                  <c:v>30708.44</c:v>
                </c:pt>
                <c:pt idx="2013">
                  <c:v>30284.25</c:v>
                </c:pt>
                <c:pt idx="2014">
                  <c:v>30062.75</c:v>
                </c:pt>
                <c:pt idx="2015">
                  <c:v>30315.59</c:v>
                </c:pt>
                <c:pt idx="2016">
                  <c:v>30808.38</c:v>
                </c:pt>
                <c:pt idx="2017">
                  <c:v>30831.279999999999</c:v>
                </c:pt>
                <c:pt idx="2018">
                  <c:v>30897.71</c:v>
                </c:pt>
                <c:pt idx="2019">
                  <c:v>30728.74</c:v>
                </c:pt>
                <c:pt idx="2020">
                  <c:v>30229.58</c:v>
                </c:pt>
                <c:pt idx="2021">
                  <c:v>29844.94</c:v>
                </c:pt>
                <c:pt idx="2022">
                  <c:v>29518.69</c:v>
                </c:pt>
                <c:pt idx="2023">
                  <c:v>30180.1</c:v>
                </c:pt>
                <c:pt idx="2024">
                  <c:v>30093.38</c:v>
                </c:pt>
                <c:pt idx="2025">
                  <c:v>30022.53</c:v>
                </c:pt>
                <c:pt idx="2026">
                  <c:v>30790.83</c:v>
                </c:pt>
                <c:pt idx="2027">
                  <c:v>30548.77</c:v>
                </c:pt>
                <c:pt idx="2028">
                  <c:v>30309.29</c:v>
                </c:pt>
                <c:pt idx="2029">
                  <c:v>31071.05</c:v>
                </c:pt>
                <c:pt idx="2030">
                  <c:v>31414.52</c:v>
                </c:pt>
                <c:pt idx="2031">
                  <c:v>31549.93</c:v>
                </c:pt>
                <c:pt idx="2032">
                  <c:v>31513.759999999998</c:v>
                </c:pt>
                <c:pt idx="2033">
                  <c:v>31501.97</c:v>
                </c:pt>
                <c:pt idx="2034">
                  <c:v>31541.1</c:v>
                </c:pt>
                <c:pt idx="2035">
                  <c:v>31435.01</c:v>
                </c:pt>
                <c:pt idx="2036">
                  <c:v>31601.45</c:v>
                </c:pt>
                <c:pt idx="2037">
                  <c:v>31594.33</c:v>
                </c:pt>
                <c:pt idx="2038">
                  <c:v>30996.21</c:v>
                </c:pt>
                <c:pt idx="2039">
                  <c:v>30654.52</c:v>
                </c:pt>
                <c:pt idx="2040">
                  <c:v>30196.92</c:v>
                </c:pt>
                <c:pt idx="2041">
                  <c:v>30510.73</c:v>
                </c:pt>
                <c:pt idx="2042">
                  <c:v>29886.39</c:v>
                </c:pt>
                <c:pt idx="2043">
                  <c:v>30583.45</c:v>
                </c:pt>
                <c:pt idx="2044">
                  <c:v>31044.25</c:v>
                </c:pt>
                <c:pt idx="2045">
                  <c:v>30844.720000000001</c:v>
                </c:pt>
                <c:pt idx="2046">
                  <c:v>31268.66</c:v>
                </c:pt>
                <c:pt idx="2047">
                  <c:v>31498.6</c:v>
                </c:pt>
                <c:pt idx="2048">
                  <c:v>31267.17</c:v>
                </c:pt>
                <c:pt idx="2049">
                  <c:v>30965.68</c:v>
                </c:pt>
                <c:pt idx="2050">
                  <c:v>31431.89</c:v>
                </c:pt>
                <c:pt idx="2051">
                  <c:v>30873.63</c:v>
                </c:pt>
                <c:pt idx="2052">
                  <c:v>31115.43</c:v>
                </c:pt>
                <c:pt idx="2053">
                  <c:v>30515.599999999999</c:v>
                </c:pt>
                <c:pt idx="2054">
                  <c:v>29839.53</c:v>
                </c:pt>
                <c:pt idx="2055">
                  <c:v>29459.63</c:v>
                </c:pt>
                <c:pt idx="2056">
                  <c:v>29507.42</c:v>
                </c:pt>
                <c:pt idx="2057">
                  <c:v>30451.27</c:v>
                </c:pt>
                <c:pt idx="2058">
                  <c:v>30323.200000000001</c:v>
                </c:pt>
                <c:pt idx="2059">
                  <c:v>30595.42</c:v>
                </c:pt>
                <c:pt idx="2060">
                  <c:v>32245.22</c:v>
                </c:pt>
                <c:pt idx="2061">
                  <c:v>32601.78</c:v>
                </c:pt>
                <c:pt idx="2062">
                  <c:v>32642.09</c:v>
                </c:pt>
                <c:pt idx="2063">
                  <c:v>32887.269999999997</c:v>
                </c:pt>
                <c:pt idx="2064">
                  <c:v>32607.29</c:v>
                </c:pt>
                <c:pt idx="2065">
                  <c:v>32966.89</c:v>
                </c:pt>
                <c:pt idx="2066">
                  <c:v>33154.120000000003</c:v>
                </c:pt>
                <c:pt idx="2067">
                  <c:v>32654.45</c:v>
                </c:pt>
                <c:pt idx="2068">
                  <c:v>32958.69</c:v>
                </c:pt>
                <c:pt idx="2069">
                  <c:v>32930.699999999997</c:v>
                </c:pt>
                <c:pt idx="2070">
                  <c:v>32393.41</c:v>
                </c:pt>
                <c:pt idx="2071">
                  <c:v>32254.89</c:v>
                </c:pt>
                <c:pt idx="2072">
                  <c:v>32121.94</c:v>
                </c:pt>
                <c:pt idx="2073">
                  <c:v>31983.41</c:v>
                </c:pt>
                <c:pt idx="2074">
                  <c:v>31904.75</c:v>
                </c:pt>
                <c:pt idx="2075">
                  <c:v>31338.87</c:v>
                </c:pt>
                <c:pt idx="2076">
                  <c:v>31412.54</c:v>
                </c:pt>
                <c:pt idx="2077">
                  <c:v>31120.39</c:v>
                </c:pt>
                <c:pt idx="2078">
                  <c:v>31073.72</c:v>
                </c:pt>
                <c:pt idx="2079">
                  <c:v>31011.41</c:v>
                </c:pt>
                <c:pt idx="2080">
                  <c:v>30899.53</c:v>
                </c:pt>
                <c:pt idx="2081">
                  <c:v>30814.639999999999</c:v>
                </c:pt>
                <c:pt idx="2082">
                  <c:v>30736.48</c:v>
                </c:pt>
                <c:pt idx="2083">
                  <c:v>30560.95</c:v>
                </c:pt>
                <c:pt idx="2084">
                  <c:v>30515.31</c:v>
                </c:pt>
                <c:pt idx="2085">
                  <c:v>29919.15</c:v>
                </c:pt>
                <c:pt idx="2086">
                  <c:v>29863.71</c:v>
                </c:pt>
                <c:pt idx="2087">
                  <c:v>29597.66</c:v>
                </c:pt>
                <c:pt idx="2088">
                  <c:v>29578.01</c:v>
                </c:pt>
                <c:pt idx="2089">
                  <c:v>29367.06</c:v>
                </c:pt>
                <c:pt idx="2090">
                  <c:v>29234.09</c:v>
                </c:pt>
                <c:pt idx="2091">
                  <c:v>29253.66</c:v>
                </c:pt>
                <c:pt idx="2092">
                  <c:v>29050.41</c:v>
                </c:pt>
                <c:pt idx="2093">
                  <c:v>28848.11</c:v>
                </c:pt>
                <c:pt idx="2094">
                  <c:v>29166.38</c:v>
                </c:pt>
                <c:pt idx="2095">
                  <c:v>29222.1</c:v>
                </c:pt>
                <c:pt idx="2096">
                  <c:v>28793.88</c:v>
                </c:pt>
                <c:pt idx="2097">
                  <c:v>28965.29</c:v>
                </c:pt>
                <c:pt idx="2098">
                  <c:v>28639.85</c:v>
                </c:pt>
                <c:pt idx="2099">
                  <c:v>28303.19</c:v>
                </c:pt>
                <c:pt idx="2100">
                  <c:v>28224.799999999999</c:v>
                </c:pt>
                <c:pt idx="2101">
                  <c:v>28842.799999999999</c:v>
                </c:pt>
                <c:pt idx="2102">
                  <c:v>29138.28</c:v>
                </c:pt>
                <c:pt idx="2103">
                  <c:v>29074.240000000002</c:v>
                </c:pt>
                <c:pt idx="2104">
                  <c:v>29177.35</c:v>
                </c:pt>
                <c:pt idx="2105">
                  <c:v>29623.83</c:v>
                </c:pt>
                <c:pt idx="2106">
                  <c:v>29680.85</c:v>
                </c:pt>
                <c:pt idx="2107">
                  <c:v>29686.19</c:v>
                </c:pt>
                <c:pt idx="2108">
                  <c:v>29866.32</c:v>
                </c:pt>
                <c:pt idx="2109">
                  <c:v>29707.94</c:v>
                </c:pt>
                <c:pt idx="2110">
                  <c:v>30003.49</c:v>
                </c:pt>
                <c:pt idx="2111">
                  <c:v>29818.07</c:v>
                </c:pt>
                <c:pt idx="2112">
                  <c:v>29260.31</c:v>
                </c:pt>
                <c:pt idx="2113">
                  <c:v>29199.040000000001</c:v>
                </c:pt>
                <c:pt idx="2114">
                  <c:v>29018.76</c:v>
                </c:pt>
                <c:pt idx="2115">
                  <c:v>28851.69</c:v>
                </c:pt>
                <c:pt idx="2116">
                  <c:v>29152.12</c:v>
                </c:pt>
                <c:pt idx="2117">
                  <c:v>29182.18</c:v>
                </c:pt>
                <c:pt idx="2118">
                  <c:v>29120.92</c:v>
                </c:pt>
                <c:pt idx="2119">
                  <c:v>29136.57</c:v>
                </c:pt>
                <c:pt idx="2120">
                  <c:v>28907.599999999999</c:v>
                </c:pt>
                <c:pt idx="2121">
                  <c:v>28994.34</c:v>
                </c:pt>
                <c:pt idx="2122">
                  <c:v>28596.799999999999</c:v>
                </c:pt>
                <c:pt idx="2123">
                  <c:v>28603.61</c:v>
                </c:pt>
                <c:pt idx="2124">
                  <c:v>28518.639999999999</c:v>
                </c:pt>
                <c:pt idx="2125">
                  <c:v>28594.06</c:v>
                </c:pt>
                <c:pt idx="2126">
                  <c:v>28245.54</c:v>
                </c:pt>
                <c:pt idx="2127">
                  <c:v>28336.19</c:v>
                </c:pt>
                <c:pt idx="2128">
                  <c:v>28438.85</c:v>
                </c:pt>
                <c:pt idx="2129">
                  <c:v>28202.38</c:v>
                </c:pt>
                <c:pt idx="2130">
                  <c:v>28302.89</c:v>
                </c:pt>
                <c:pt idx="2131">
                  <c:v>28154.97</c:v>
                </c:pt>
                <c:pt idx="2132">
                  <c:v>28305.88</c:v>
                </c:pt>
                <c:pt idx="2133">
                  <c:v>28487.24</c:v>
                </c:pt>
                <c:pt idx="2134">
                  <c:v>28159.09</c:v>
                </c:pt>
                <c:pt idx="2135">
                  <c:v>28711.759999999998</c:v>
                </c:pt>
                <c:pt idx="2136">
                  <c:v>28697.49</c:v>
                </c:pt>
                <c:pt idx="2137">
                  <c:v>28692.799999999999</c:v>
                </c:pt>
                <c:pt idx="2138">
                  <c:v>28476.43</c:v>
                </c:pt>
                <c:pt idx="2139">
                  <c:v>28459.03</c:v>
                </c:pt>
                <c:pt idx="2140">
                  <c:v>28389.57</c:v>
                </c:pt>
                <c:pt idx="2141">
                  <c:v>28490.83</c:v>
                </c:pt>
                <c:pt idx="2142">
                  <c:v>28326.59</c:v>
                </c:pt>
                <c:pt idx="2143">
                  <c:v>28458.04</c:v>
                </c:pt>
                <c:pt idx="2144">
                  <c:v>28379.18</c:v>
                </c:pt>
                <c:pt idx="2145">
                  <c:v>28173.21</c:v>
                </c:pt>
                <c:pt idx="2146">
                  <c:v>27554.3</c:v>
                </c:pt>
                <c:pt idx="2147">
                  <c:v>27421.599999999999</c:v>
                </c:pt>
                <c:pt idx="2148">
                  <c:v>27642.43</c:v>
                </c:pt>
                <c:pt idx="2149">
                  <c:v>27513.01</c:v>
                </c:pt>
                <c:pt idx="2150">
                  <c:v>27500.34</c:v>
                </c:pt>
                <c:pt idx="2151">
                  <c:v>27880.53</c:v>
                </c:pt>
                <c:pt idx="2152">
                  <c:v>28110.33</c:v>
                </c:pt>
                <c:pt idx="2153">
                  <c:v>28127.8</c:v>
                </c:pt>
                <c:pt idx="2154">
                  <c:v>28051.41</c:v>
                </c:pt>
                <c:pt idx="2155">
                  <c:v>28159.77</c:v>
                </c:pt>
                <c:pt idx="2156">
                  <c:v>27807.59</c:v>
                </c:pt>
                <c:pt idx="2157">
                  <c:v>27777.200000000001</c:v>
                </c:pt>
                <c:pt idx="2158">
                  <c:v>27894.080000000002</c:v>
                </c:pt>
                <c:pt idx="2159">
                  <c:v>27972.240000000002</c:v>
                </c:pt>
                <c:pt idx="2160">
                  <c:v>27955.13</c:v>
                </c:pt>
                <c:pt idx="2161">
                  <c:v>27668.47</c:v>
                </c:pt>
                <c:pt idx="2162">
                  <c:v>27522.92</c:v>
                </c:pt>
                <c:pt idx="2163">
                  <c:v>27613.759999999998</c:v>
                </c:pt>
                <c:pt idx="2164">
                  <c:v>27741.35</c:v>
                </c:pt>
                <c:pt idx="2165">
                  <c:v>27740.26</c:v>
                </c:pt>
                <c:pt idx="2166">
                  <c:v>27953.16</c:v>
                </c:pt>
                <c:pt idx="2167">
                  <c:v>27970.3</c:v>
                </c:pt>
                <c:pt idx="2168">
                  <c:v>28094.61</c:v>
                </c:pt>
                <c:pt idx="2169">
                  <c:v>27765.01</c:v>
                </c:pt>
                <c:pt idx="2170">
                  <c:v>27863.29</c:v>
                </c:pt>
                <c:pt idx="2171">
                  <c:v>27848.16</c:v>
                </c:pt>
                <c:pt idx="2172">
                  <c:v>27518.6</c:v>
                </c:pt>
                <c:pt idx="2173">
                  <c:v>27401.67</c:v>
                </c:pt>
                <c:pt idx="2174">
                  <c:v>27154.68</c:v>
                </c:pt>
                <c:pt idx="2175">
                  <c:v>27047.57</c:v>
                </c:pt>
                <c:pt idx="2176">
                  <c:v>27344.22</c:v>
                </c:pt>
                <c:pt idx="2177">
                  <c:v>27409.07</c:v>
                </c:pt>
                <c:pt idx="2178">
                  <c:v>27174.959999999999</c:v>
                </c:pt>
                <c:pt idx="2179">
                  <c:v>27250.23</c:v>
                </c:pt>
                <c:pt idx="2180">
                  <c:v>26883.51</c:v>
                </c:pt>
                <c:pt idx="2181">
                  <c:v>27444</c:v>
                </c:pt>
                <c:pt idx="2182">
                  <c:v>27757.09</c:v>
                </c:pt>
                <c:pt idx="2183">
                  <c:v>27854.91</c:v>
                </c:pt>
                <c:pt idx="2184">
                  <c:v>27690.36</c:v>
                </c:pt>
                <c:pt idx="2185">
                  <c:v>27562.68</c:v>
                </c:pt>
                <c:pt idx="2186">
                  <c:v>27531.01</c:v>
                </c:pt>
                <c:pt idx="2187">
                  <c:v>27607.38</c:v>
                </c:pt>
                <c:pt idx="2188">
                  <c:v>27540.23</c:v>
                </c:pt>
                <c:pt idx="2189">
                  <c:v>27323.99</c:v>
                </c:pt>
                <c:pt idx="2190">
                  <c:v>26979.39</c:v>
                </c:pt>
                <c:pt idx="2191">
                  <c:v>27131.17</c:v>
                </c:pt>
                <c:pt idx="2192">
                  <c:v>26941.02</c:v>
                </c:pt>
                <c:pt idx="2193">
                  <c:v>26852.05</c:v>
                </c:pt>
                <c:pt idx="2194">
                  <c:v>26846.83</c:v>
                </c:pt>
                <c:pt idx="2195">
                  <c:v>26706.09</c:v>
                </c:pt>
                <c:pt idx="2196">
                  <c:v>26740.21</c:v>
                </c:pt>
                <c:pt idx="2197">
                  <c:v>26672.16</c:v>
                </c:pt>
                <c:pt idx="2198">
                  <c:v>26524.94</c:v>
                </c:pt>
                <c:pt idx="2199">
                  <c:v>26470.58</c:v>
                </c:pt>
                <c:pt idx="2200">
                  <c:v>26389.23</c:v>
                </c:pt>
                <c:pt idx="2201">
                  <c:v>26346.17</c:v>
                </c:pt>
                <c:pt idx="2202">
                  <c:v>26043.64</c:v>
                </c:pt>
                <c:pt idx="2203">
                  <c:v>25877.64</c:v>
                </c:pt>
                <c:pt idx="2204">
                  <c:v>25500.06</c:v>
                </c:pt>
                <c:pt idx="2205">
                  <c:v>25340.85</c:v>
                </c:pt>
                <c:pt idx="2206">
                  <c:v>25465.22</c:v>
                </c:pt>
                <c:pt idx="2207">
                  <c:v>25521.97</c:v>
                </c:pt>
                <c:pt idx="2208">
                  <c:v>25389.01</c:v>
                </c:pt>
                <c:pt idx="2209">
                  <c:v>25784.17</c:v>
                </c:pt>
                <c:pt idx="2210">
                  <c:v>25764.58</c:v>
                </c:pt>
                <c:pt idx="2211">
                  <c:v>25965.42</c:v>
                </c:pt>
                <c:pt idx="2212">
                  <c:v>25683.5</c:v>
                </c:pt>
                <c:pt idx="2213">
                  <c:v>25839.99</c:v>
                </c:pt>
                <c:pt idx="2214">
                  <c:v>25871.89</c:v>
                </c:pt>
                <c:pt idx="2215">
                  <c:v>25670.05</c:v>
                </c:pt>
                <c:pt idx="2216">
                  <c:v>25674.53</c:v>
                </c:pt>
                <c:pt idx="2217">
                  <c:v>25694.58</c:v>
                </c:pt>
                <c:pt idx="2218">
                  <c:v>25843.040000000001</c:v>
                </c:pt>
                <c:pt idx="2219">
                  <c:v>25924.55</c:v>
                </c:pt>
                <c:pt idx="2220">
                  <c:v>25626.49</c:v>
                </c:pt>
                <c:pt idx="2221">
                  <c:v>25565.34</c:v>
                </c:pt>
                <c:pt idx="2222">
                  <c:v>25875.9</c:v>
                </c:pt>
                <c:pt idx="2223">
                  <c:v>25852.1</c:v>
                </c:pt>
                <c:pt idx="2224">
                  <c:v>25708.04</c:v>
                </c:pt>
                <c:pt idx="2225">
                  <c:v>26030.29</c:v>
                </c:pt>
                <c:pt idx="2226">
                  <c:v>26063.06</c:v>
                </c:pt>
                <c:pt idx="2227">
                  <c:v>25974.16</c:v>
                </c:pt>
                <c:pt idx="2228">
                  <c:v>25997.14</c:v>
                </c:pt>
                <c:pt idx="2229">
                  <c:v>25862.99</c:v>
                </c:pt>
                <c:pt idx="2230">
                  <c:v>25924.05</c:v>
                </c:pt>
                <c:pt idx="2231">
                  <c:v>25809.22</c:v>
                </c:pt>
                <c:pt idx="2232">
                  <c:v>25660.65</c:v>
                </c:pt>
                <c:pt idx="2233">
                  <c:v>25701.63</c:v>
                </c:pt>
                <c:pt idx="2234">
                  <c:v>25639.27</c:v>
                </c:pt>
                <c:pt idx="2235">
                  <c:v>25630.78</c:v>
                </c:pt>
                <c:pt idx="2236">
                  <c:v>25428.5</c:v>
                </c:pt>
                <c:pt idx="2237">
                  <c:v>25403.15</c:v>
                </c:pt>
                <c:pt idx="2238">
                  <c:v>25391.34</c:v>
                </c:pt>
                <c:pt idx="2239">
                  <c:v>25174.87</c:v>
                </c:pt>
                <c:pt idx="2240">
                  <c:v>25136.52</c:v>
                </c:pt>
                <c:pt idx="2241">
                  <c:v>25293.63</c:v>
                </c:pt>
                <c:pt idx="2242">
                  <c:v>25335.94</c:v>
                </c:pt>
                <c:pt idx="2243">
                  <c:v>25371.59</c:v>
                </c:pt>
                <c:pt idx="2244">
                  <c:v>25156.34</c:v>
                </c:pt>
                <c:pt idx="2245">
                  <c:v>25125.55</c:v>
                </c:pt>
                <c:pt idx="2246">
                  <c:v>25015.42</c:v>
                </c:pt>
                <c:pt idx="2247">
                  <c:v>24889.03</c:v>
                </c:pt>
                <c:pt idx="2248">
                  <c:v>24577.91</c:v>
                </c:pt>
                <c:pt idx="2249">
                  <c:v>24476.35</c:v>
                </c:pt>
                <c:pt idx="2250">
                  <c:v>24683.88</c:v>
                </c:pt>
                <c:pt idx="2251">
                  <c:v>24696.13</c:v>
                </c:pt>
                <c:pt idx="2252">
                  <c:v>24615.13</c:v>
                </c:pt>
                <c:pt idx="2253">
                  <c:v>24698.48</c:v>
                </c:pt>
                <c:pt idx="2254">
                  <c:v>24578.43</c:v>
                </c:pt>
                <c:pt idx="2255">
                  <c:v>24455.94</c:v>
                </c:pt>
                <c:pt idx="2256">
                  <c:v>24139.48</c:v>
                </c:pt>
                <c:pt idx="2257">
                  <c:v>24042.02</c:v>
                </c:pt>
                <c:pt idx="2258">
                  <c:v>24056.98</c:v>
                </c:pt>
                <c:pt idx="2259">
                  <c:v>23825.88</c:v>
                </c:pt>
                <c:pt idx="2260">
                  <c:v>23924.54</c:v>
                </c:pt>
                <c:pt idx="2261">
                  <c:v>24261.66</c:v>
                </c:pt>
                <c:pt idx="2262">
                  <c:v>24313.5</c:v>
                </c:pt>
                <c:pt idx="2263">
                  <c:v>24088.46</c:v>
                </c:pt>
                <c:pt idx="2264">
                  <c:v>24262.18</c:v>
                </c:pt>
                <c:pt idx="2265">
                  <c:v>24267.3</c:v>
                </c:pt>
                <c:pt idx="2266">
                  <c:v>24273.72</c:v>
                </c:pt>
                <c:pt idx="2267">
                  <c:v>24400.799999999999</c:v>
                </c:pt>
                <c:pt idx="2268">
                  <c:v>24261.48</c:v>
                </c:pt>
                <c:pt idx="2269">
                  <c:v>24111.59</c:v>
                </c:pt>
                <c:pt idx="2270">
                  <c:v>24301.09</c:v>
                </c:pt>
                <c:pt idx="2271">
                  <c:v>24392.05</c:v>
                </c:pt>
                <c:pt idx="2272">
                  <c:v>24345.87</c:v>
                </c:pt>
                <c:pt idx="2273">
                  <c:v>24193.7</c:v>
                </c:pt>
                <c:pt idx="2274">
                  <c:v>24358.27</c:v>
                </c:pt>
                <c:pt idx="2275">
                  <c:v>24327.7</c:v>
                </c:pt>
                <c:pt idx="2276">
                  <c:v>24320.41</c:v>
                </c:pt>
                <c:pt idx="2277">
                  <c:v>24593.119999999999</c:v>
                </c:pt>
                <c:pt idx="2278">
                  <c:v>24501.99</c:v>
                </c:pt>
                <c:pt idx="2279">
                  <c:v>24309.93</c:v>
                </c:pt>
                <c:pt idx="2280">
                  <c:v>24288.28</c:v>
                </c:pt>
                <c:pt idx="2281">
                  <c:v>23792.85</c:v>
                </c:pt>
                <c:pt idx="2282">
                  <c:v>23827.95</c:v>
                </c:pt>
                <c:pt idx="2283">
                  <c:v>23829.67</c:v>
                </c:pt>
                <c:pt idx="2284">
                  <c:v>23568.67</c:v>
                </c:pt>
                <c:pt idx="2285">
                  <c:v>23501.56</c:v>
                </c:pt>
                <c:pt idx="2286">
                  <c:v>23782.27</c:v>
                </c:pt>
                <c:pt idx="2287">
                  <c:v>23681.07</c:v>
                </c:pt>
                <c:pt idx="2288">
                  <c:v>23596.28</c:v>
                </c:pt>
                <c:pt idx="2289">
                  <c:v>23552.720000000001</c:v>
                </c:pt>
                <c:pt idx="2290">
                  <c:v>23728.07</c:v>
                </c:pt>
                <c:pt idx="2291">
                  <c:v>23776.49</c:v>
                </c:pt>
                <c:pt idx="2292">
                  <c:v>23740.73</c:v>
                </c:pt>
                <c:pt idx="2293">
                  <c:v>23925.05</c:v>
                </c:pt>
                <c:pt idx="2294">
                  <c:v>23965.7</c:v>
                </c:pt>
                <c:pt idx="2295">
                  <c:v>24114.86</c:v>
                </c:pt>
                <c:pt idx="2296">
                  <c:v>24201.96</c:v>
                </c:pt>
                <c:pt idx="2297">
                  <c:v>23963.63</c:v>
                </c:pt>
                <c:pt idx="2298">
                  <c:v>24146.080000000002</c:v>
                </c:pt>
                <c:pt idx="2299">
                  <c:v>24033.74</c:v>
                </c:pt>
                <c:pt idx="2300">
                  <c:v>24107.7</c:v>
                </c:pt>
                <c:pt idx="2301">
                  <c:v>23994.87</c:v>
                </c:pt>
                <c:pt idx="2302">
                  <c:v>23703.01</c:v>
                </c:pt>
                <c:pt idx="2303">
                  <c:v>23710.98</c:v>
                </c:pt>
                <c:pt idx="2304">
                  <c:v>23574.98</c:v>
                </c:pt>
                <c:pt idx="2305">
                  <c:v>23525.14</c:v>
                </c:pt>
                <c:pt idx="2306">
                  <c:v>23485.13</c:v>
                </c:pt>
                <c:pt idx="2307">
                  <c:v>23331.57</c:v>
                </c:pt>
                <c:pt idx="2308">
                  <c:v>23348.240000000002</c:v>
                </c:pt>
                <c:pt idx="2309">
                  <c:v>23129.21</c:v>
                </c:pt>
                <c:pt idx="2310">
                  <c:v>23184.52</c:v>
                </c:pt>
                <c:pt idx="2311">
                  <c:v>23318.39</c:v>
                </c:pt>
                <c:pt idx="2312">
                  <c:v>23360.78</c:v>
                </c:pt>
                <c:pt idx="2313">
                  <c:v>23374.17</c:v>
                </c:pt>
                <c:pt idx="2314">
                  <c:v>23049.119999999999</c:v>
                </c:pt>
                <c:pt idx="2315">
                  <c:v>22949.86</c:v>
                </c:pt>
                <c:pt idx="2316">
                  <c:v>22898.52</c:v>
                </c:pt>
                <c:pt idx="2317">
                  <c:v>22885.91</c:v>
                </c:pt>
                <c:pt idx="2318">
                  <c:v>23049.96</c:v>
                </c:pt>
                <c:pt idx="2319">
                  <c:v>23098.26</c:v>
                </c:pt>
                <c:pt idx="2320">
                  <c:v>22840.97</c:v>
                </c:pt>
                <c:pt idx="2321">
                  <c:v>22718.15</c:v>
                </c:pt>
                <c:pt idx="2322">
                  <c:v>22937.38</c:v>
                </c:pt>
                <c:pt idx="2323">
                  <c:v>22829.02</c:v>
                </c:pt>
                <c:pt idx="2324">
                  <c:v>22935.35</c:v>
                </c:pt>
                <c:pt idx="2325">
                  <c:v>22744.85</c:v>
                </c:pt>
                <c:pt idx="2326">
                  <c:v>22558.69</c:v>
                </c:pt>
                <c:pt idx="2327">
                  <c:v>22503.01</c:v>
                </c:pt>
                <c:pt idx="2328">
                  <c:v>22456.69</c:v>
                </c:pt>
                <c:pt idx="2329">
                  <c:v>22134.47</c:v>
                </c:pt>
                <c:pt idx="2330">
                  <c:v>22150.400000000001</c:v>
                </c:pt>
                <c:pt idx="2331">
                  <c:v>22000.560000000001</c:v>
                </c:pt>
                <c:pt idx="2332">
                  <c:v>21790.91</c:v>
                </c:pt>
                <c:pt idx="2333">
                  <c:v>21754.74</c:v>
                </c:pt>
                <c:pt idx="2334">
                  <c:v>21574.76</c:v>
                </c:pt>
                <c:pt idx="2335">
                  <c:v>21636.2</c:v>
                </c:pt>
                <c:pt idx="2336">
                  <c:v>21809.8</c:v>
                </c:pt>
                <c:pt idx="2337">
                  <c:v>21729.06</c:v>
                </c:pt>
                <c:pt idx="2338">
                  <c:v>21832.68</c:v>
                </c:pt>
                <c:pt idx="2339">
                  <c:v>22020.75</c:v>
                </c:pt>
                <c:pt idx="2340">
                  <c:v>22059.4</c:v>
                </c:pt>
                <c:pt idx="2341">
                  <c:v>22456.62</c:v>
                </c:pt>
                <c:pt idx="2342">
                  <c:v>22446.7</c:v>
                </c:pt>
                <c:pt idx="2343">
                  <c:v>22433.02</c:v>
                </c:pt>
                <c:pt idx="2344">
                  <c:v>22760.98</c:v>
                </c:pt>
                <c:pt idx="2345">
                  <c:v>22861.84</c:v>
                </c:pt>
                <c:pt idx="2346">
                  <c:v>22800.92</c:v>
                </c:pt>
                <c:pt idx="2347">
                  <c:v>22675.15</c:v>
                </c:pt>
                <c:pt idx="2348">
                  <c:v>22505.55</c:v>
                </c:pt>
                <c:pt idx="2349">
                  <c:v>22564.82</c:v>
                </c:pt>
                <c:pt idx="2350">
                  <c:v>22878.23</c:v>
                </c:pt>
                <c:pt idx="2351">
                  <c:v>22789.77</c:v>
                </c:pt>
                <c:pt idx="2352">
                  <c:v>22737.07</c:v>
                </c:pt>
                <c:pt idx="2353">
                  <c:v>22830.57</c:v>
                </c:pt>
                <c:pt idx="2354">
                  <c:v>22723.45</c:v>
                </c:pt>
                <c:pt idx="2355">
                  <c:v>22608.49</c:v>
                </c:pt>
                <c:pt idx="2356">
                  <c:v>22676.69</c:v>
                </c:pt>
                <c:pt idx="2357">
                  <c:v>22678.07</c:v>
                </c:pt>
                <c:pt idx="2358">
                  <c:v>22357.78</c:v>
                </c:pt>
                <c:pt idx="2359">
                  <c:v>22344.21</c:v>
                </c:pt>
                <c:pt idx="2360">
                  <c:v>22262.880000000001</c:v>
                </c:pt>
                <c:pt idx="2361">
                  <c:v>22280.53</c:v>
                </c:pt>
                <c:pt idx="2362">
                  <c:v>22323.91</c:v>
                </c:pt>
                <c:pt idx="2363">
                  <c:v>22222.22</c:v>
                </c:pt>
                <c:pt idx="2364">
                  <c:v>22531.09</c:v>
                </c:pt>
                <c:pt idx="2365">
                  <c:v>22839.11</c:v>
                </c:pt>
                <c:pt idx="2366">
                  <c:v>22415.19</c:v>
                </c:pt>
                <c:pt idx="2367">
                  <c:v>22909.47</c:v>
                </c:pt>
                <c:pt idx="2368">
                  <c:v>22801.4</c:v>
                </c:pt>
                <c:pt idx="2369">
                  <c:v>22642.62</c:v>
                </c:pt>
                <c:pt idx="2370">
                  <c:v>22683.51</c:v>
                </c:pt>
                <c:pt idx="2371">
                  <c:v>22810.5</c:v>
                </c:pt>
                <c:pt idx="2372">
                  <c:v>23147.07</c:v>
                </c:pt>
                <c:pt idx="2373">
                  <c:v>22934.54</c:v>
                </c:pt>
                <c:pt idx="2374">
                  <c:v>22954.81</c:v>
                </c:pt>
                <c:pt idx="2375">
                  <c:v>23132.35</c:v>
                </c:pt>
                <c:pt idx="2376">
                  <c:v>23325.43</c:v>
                </c:pt>
                <c:pt idx="2377">
                  <c:v>23565.11</c:v>
                </c:pt>
                <c:pt idx="2378">
                  <c:v>23604.080000000002</c:v>
                </c:pt>
                <c:pt idx="2379">
                  <c:v>23374.400000000001</c:v>
                </c:pt>
                <c:pt idx="2380">
                  <c:v>23304.97</c:v>
                </c:pt>
                <c:pt idx="2381">
                  <c:v>23394.39</c:v>
                </c:pt>
                <c:pt idx="2382">
                  <c:v>23037.54</c:v>
                </c:pt>
                <c:pt idx="2383">
                  <c:v>23233.31</c:v>
                </c:pt>
                <c:pt idx="2384">
                  <c:v>23031.3</c:v>
                </c:pt>
                <c:pt idx="2385">
                  <c:v>23407.05</c:v>
                </c:pt>
                <c:pt idx="2386">
                  <c:v>23549.52</c:v>
                </c:pt>
                <c:pt idx="2387">
                  <c:v>23851.82</c:v>
                </c:pt>
                <c:pt idx="2388">
                  <c:v>23952.5</c:v>
                </c:pt>
                <c:pt idx="2389">
                  <c:v>23788.31</c:v>
                </c:pt>
                <c:pt idx="2390">
                  <c:v>23689.439999999999</c:v>
                </c:pt>
                <c:pt idx="2391">
                  <c:v>23584.43</c:v>
                </c:pt>
                <c:pt idx="2392">
                  <c:v>23297.15</c:v>
                </c:pt>
                <c:pt idx="2393">
                  <c:v>23739.47</c:v>
                </c:pt>
                <c:pt idx="2394">
                  <c:v>23619.65</c:v>
                </c:pt>
                <c:pt idx="2395">
                  <c:v>23571.9</c:v>
                </c:pt>
                <c:pt idx="2396">
                  <c:v>23317.919999999998</c:v>
                </c:pt>
                <c:pt idx="2397">
                  <c:v>23686.48</c:v>
                </c:pt>
                <c:pt idx="2398">
                  <c:v>23759.8</c:v>
                </c:pt>
                <c:pt idx="2399">
                  <c:v>23669.9</c:v>
                </c:pt>
                <c:pt idx="2400">
                  <c:v>23530.86</c:v>
                </c:pt>
                <c:pt idx="2401">
                  <c:v>23550.45</c:v>
                </c:pt>
                <c:pt idx="2402">
                  <c:v>23335.59</c:v>
                </c:pt>
                <c:pt idx="2403">
                  <c:v>23190.639999999999</c:v>
                </c:pt>
                <c:pt idx="2404">
                  <c:v>23215.759999999998</c:v>
                </c:pt>
                <c:pt idx="2405">
                  <c:v>23290.6</c:v>
                </c:pt>
                <c:pt idx="2406">
                  <c:v>24099.7</c:v>
                </c:pt>
                <c:pt idx="2407">
                  <c:v>23919.34</c:v>
                </c:pt>
                <c:pt idx="2408">
                  <c:v>23741.81</c:v>
                </c:pt>
                <c:pt idx="2409">
                  <c:v>23787.68</c:v>
                </c:pt>
                <c:pt idx="2410">
                  <c:v>23649.55</c:v>
                </c:pt>
                <c:pt idx="2411">
                  <c:v>23266.7</c:v>
                </c:pt>
                <c:pt idx="2412">
                  <c:v>23162.34</c:v>
                </c:pt>
                <c:pt idx="2413">
                  <c:v>22976.880000000001</c:v>
                </c:pt>
                <c:pt idx="2414">
                  <c:v>23016.11</c:v>
                </c:pt>
                <c:pt idx="2415">
                  <c:v>22821.34</c:v>
                </c:pt>
                <c:pt idx="2416">
                  <c:v>22909.54</c:v>
                </c:pt>
                <c:pt idx="2417">
                  <c:v>22814.95</c:v>
                </c:pt>
                <c:pt idx="2418">
                  <c:v>22820.78</c:v>
                </c:pt>
                <c:pt idx="2419">
                  <c:v>22998.93</c:v>
                </c:pt>
                <c:pt idx="2420">
                  <c:v>22997.91</c:v>
                </c:pt>
                <c:pt idx="2421">
                  <c:v>22937.22</c:v>
                </c:pt>
                <c:pt idx="2422">
                  <c:v>23023.16</c:v>
                </c:pt>
                <c:pt idx="2423">
                  <c:v>22799.78</c:v>
                </c:pt>
                <c:pt idx="2424">
                  <c:v>22910.84</c:v>
                </c:pt>
                <c:pt idx="2425">
                  <c:v>22932.51</c:v>
                </c:pt>
                <c:pt idx="2426">
                  <c:v>22766.91</c:v>
                </c:pt>
                <c:pt idx="2427">
                  <c:v>22580.55</c:v>
                </c:pt>
                <c:pt idx="2428">
                  <c:v>22492.43</c:v>
                </c:pt>
                <c:pt idx="2429">
                  <c:v>22465.61</c:v>
                </c:pt>
                <c:pt idx="2430">
                  <c:v>22494.76</c:v>
                </c:pt>
                <c:pt idx="2431">
                  <c:v>22146.09</c:v>
                </c:pt>
                <c:pt idx="2432">
                  <c:v>21832.23</c:v>
                </c:pt>
                <c:pt idx="2433">
                  <c:v>21739.119999999999</c:v>
                </c:pt>
                <c:pt idx="2434">
                  <c:v>22129.14</c:v>
                </c:pt>
                <c:pt idx="2435">
                  <c:v>21891.37</c:v>
                </c:pt>
                <c:pt idx="2436">
                  <c:v>22174.34</c:v>
                </c:pt>
                <c:pt idx="2437">
                  <c:v>22218.99</c:v>
                </c:pt>
                <c:pt idx="2438">
                  <c:v>22129.73</c:v>
                </c:pt>
                <c:pt idx="2439">
                  <c:v>21993.439999999999</c:v>
                </c:pt>
                <c:pt idx="2440">
                  <c:v>21964.27</c:v>
                </c:pt>
                <c:pt idx="2441">
                  <c:v>22000.49</c:v>
                </c:pt>
                <c:pt idx="2442">
                  <c:v>21882.48</c:v>
                </c:pt>
                <c:pt idx="2443">
                  <c:v>21673.200000000001</c:v>
                </c:pt>
                <c:pt idx="2444">
                  <c:v>21803.18</c:v>
                </c:pt>
                <c:pt idx="2445">
                  <c:v>21659.25</c:v>
                </c:pt>
                <c:pt idx="2446">
                  <c:v>21561.06</c:v>
                </c:pt>
                <c:pt idx="2447">
                  <c:v>21322.37</c:v>
                </c:pt>
                <c:pt idx="2448">
                  <c:v>21224.74</c:v>
                </c:pt>
                <c:pt idx="2449">
                  <c:v>20880.5</c:v>
                </c:pt>
                <c:pt idx="2450">
                  <c:v>20564.169999999998</c:v>
                </c:pt>
                <c:pt idx="2451">
                  <c:v>20706.919999999998</c:v>
                </c:pt>
                <c:pt idx="2452">
                  <c:v>20495.29</c:v>
                </c:pt>
                <c:pt idx="2453">
                  <c:v>20750.72</c:v>
                </c:pt>
                <c:pt idx="2454">
                  <c:v>21059.200000000001</c:v>
                </c:pt>
                <c:pt idx="2455">
                  <c:v>20794.37</c:v>
                </c:pt>
                <c:pt idx="2456">
                  <c:v>20436.12</c:v>
                </c:pt>
                <c:pt idx="2457">
                  <c:v>20172.46</c:v>
                </c:pt>
                <c:pt idx="2458">
                  <c:v>20227.3</c:v>
                </c:pt>
                <c:pt idx="2459">
                  <c:v>20259.13</c:v>
                </c:pt>
                <c:pt idx="2460">
                  <c:v>20868.34</c:v>
                </c:pt>
                <c:pt idx="2461">
                  <c:v>20795.12</c:v>
                </c:pt>
                <c:pt idx="2462">
                  <c:v>20668.439999999999</c:v>
                </c:pt>
                <c:pt idx="2463">
                  <c:v>20510.2</c:v>
                </c:pt>
                <c:pt idx="2464">
                  <c:v>20169.98</c:v>
                </c:pt>
                <c:pt idx="2465">
                  <c:v>20038.419999999998</c:v>
                </c:pt>
                <c:pt idx="2466">
                  <c:v>20467.52</c:v>
                </c:pt>
                <c:pt idx="2467">
                  <c:v>20387.53</c:v>
                </c:pt>
                <c:pt idx="2468">
                  <c:v>20512.990000000002</c:v>
                </c:pt>
                <c:pt idx="2469">
                  <c:v>21042.639999999999</c:v>
                </c:pt>
                <c:pt idx="2470">
                  <c:v>21297.88</c:v>
                </c:pt>
                <c:pt idx="2471">
                  <c:v>21328.240000000002</c:v>
                </c:pt>
                <c:pt idx="2472">
                  <c:v>21030.22</c:v>
                </c:pt>
                <c:pt idx="2473">
                  <c:v>20947.240000000002</c:v>
                </c:pt>
                <c:pt idx="2474">
                  <c:v>20859.22</c:v>
                </c:pt>
                <c:pt idx="2475">
                  <c:v>20760.98</c:v>
                </c:pt>
                <c:pt idx="2476">
                  <c:v>20815.09</c:v>
                </c:pt>
                <c:pt idx="2477">
                  <c:v>20629.39</c:v>
                </c:pt>
                <c:pt idx="2478">
                  <c:v>20576.77</c:v>
                </c:pt>
                <c:pt idx="2479">
                  <c:v>20397.11</c:v>
                </c:pt>
                <c:pt idx="2480">
                  <c:v>20368.05</c:v>
                </c:pt>
                <c:pt idx="2481">
                  <c:v>19830.43</c:v>
                </c:pt>
                <c:pt idx="2482">
                  <c:v>19809.03</c:v>
                </c:pt>
                <c:pt idx="2483">
                  <c:v>19852.2</c:v>
                </c:pt>
                <c:pt idx="2484">
                  <c:v>19694.330000000002</c:v>
                </c:pt>
                <c:pt idx="2485">
                  <c:v>19826.41</c:v>
                </c:pt>
                <c:pt idx="2486">
                  <c:v>20118.8</c:v>
                </c:pt>
                <c:pt idx="2487">
                  <c:v>19883.95</c:v>
                </c:pt>
                <c:pt idx="2488">
                  <c:v>19719.29</c:v>
                </c:pt>
                <c:pt idx="2489">
                  <c:v>19915.46</c:v>
                </c:pt>
                <c:pt idx="2490">
                  <c:v>20055.29</c:v>
                </c:pt>
                <c:pt idx="2491">
                  <c:v>20242.68</c:v>
                </c:pt>
                <c:pt idx="2492">
                  <c:v>20156.810000000001</c:v>
                </c:pt>
                <c:pt idx="2493">
                  <c:v>20109.87</c:v>
                </c:pt>
                <c:pt idx="2494">
                  <c:v>20449.82</c:v>
                </c:pt>
                <c:pt idx="2495">
                  <c:v>20525.830000000002</c:v>
                </c:pt>
                <c:pt idx="2496">
                  <c:v>20676.939999999999</c:v>
                </c:pt>
                <c:pt idx="2497">
                  <c:v>21067.05</c:v>
                </c:pt>
                <c:pt idx="2498">
                  <c:v>21388.03</c:v>
                </c:pt>
                <c:pt idx="2499">
                  <c:v>21361.599999999999</c:v>
                </c:pt>
                <c:pt idx="2500">
                  <c:v>21407.27</c:v>
                </c:pt>
                <c:pt idx="2501">
                  <c:v>21304.44</c:v>
                </c:pt>
                <c:pt idx="2502">
                  <c:v>21467.040000000001</c:v>
                </c:pt>
                <c:pt idx="2503">
                  <c:v>21622.25</c:v>
                </c:pt>
                <c:pt idx="2504">
                  <c:v>21236.31</c:v>
                </c:pt>
                <c:pt idx="2505">
                  <c:v>21436.21</c:v>
                </c:pt>
                <c:pt idx="2506">
                  <c:v>21161.5</c:v>
                </c:pt>
                <c:pt idx="2507">
                  <c:v>21316.47</c:v>
                </c:pt>
                <c:pt idx="2508">
                  <c:v>21337.81</c:v>
                </c:pt>
                <c:pt idx="2509">
                  <c:v>21158.71</c:v>
                </c:pt>
                <c:pt idx="2510">
                  <c:v>20504.439999999999</c:v>
                </c:pt>
                <c:pt idx="2511">
                  <c:v>20440.810000000001</c:v>
                </c:pt>
                <c:pt idx="2512">
                  <c:v>20370.400000000001</c:v>
                </c:pt>
                <c:pt idx="2513">
                  <c:v>20266.05</c:v>
                </c:pt>
                <c:pt idx="2514">
                  <c:v>20206.669999999998</c:v>
                </c:pt>
                <c:pt idx="2515">
                  <c:v>20177</c:v>
                </c:pt>
                <c:pt idx="2516">
                  <c:v>20498.919999999998</c:v>
                </c:pt>
                <c:pt idx="2517">
                  <c:v>20776.7</c:v>
                </c:pt>
                <c:pt idx="2518">
                  <c:v>20803.39</c:v>
                </c:pt>
                <c:pt idx="2519">
                  <c:v>20366.3</c:v>
                </c:pt>
                <c:pt idx="2520">
                  <c:v>20345.61</c:v>
                </c:pt>
                <c:pt idx="2521">
                  <c:v>20615.23</c:v>
                </c:pt>
                <c:pt idx="2522">
                  <c:v>20666.75</c:v>
                </c:pt>
                <c:pt idx="2523">
                  <c:v>20684.150000000001</c:v>
                </c:pt>
                <c:pt idx="2524">
                  <c:v>20671.63</c:v>
                </c:pt>
                <c:pt idx="2525">
                  <c:v>20503.810000000001</c:v>
                </c:pt>
                <c:pt idx="2526">
                  <c:v>20257.7</c:v>
                </c:pt>
                <c:pt idx="2527">
                  <c:v>20288.77</c:v>
                </c:pt>
                <c:pt idx="2528">
                  <c:v>20435.34</c:v>
                </c:pt>
                <c:pt idx="2529">
                  <c:v>20199.599999999999</c:v>
                </c:pt>
                <c:pt idx="2530">
                  <c:v>19984.419999999998</c:v>
                </c:pt>
                <c:pt idx="2531">
                  <c:v>19996.259999999998</c:v>
                </c:pt>
                <c:pt idx="2532">
                  <c:v>20011.580000000002</c:v>
                </c:pt>
                <c:pt idx="2533">
                  <c:v>20159.72</c:v>
                </c:pt>
                <c:pt idx="2534">
                  <c:v>20176.7</c:v>
                </c:pt>
                <c:pt idx="2535">
                  <c:v>19941.759999999998</c:v>
                </c:pt>
                <c:pt idx="2536">
                  <c:v>20003.490000000002</c:v>
                </c:pt>
                <c:pt idx="2537">
                  <c:v>19407.46</c:v>
                </c:pt>
                <c:pt idx="2538">
                  <c:v>19111.93</c:v>
                </c:pt>
                <c:pt idx="2539">
                  <c:v>19364.150000000001</c:v>
                </c:pt>
                <c:pt idx="2540">
                  <c:v>18888.75</c:v>
                </c:pt>
                <c:pt idx="2541">
                  <c:v>19192.45</c:v>
                </c:pt>
                <c:pt idx="2542">
                  <c:v>19414.78</c:v>
                </c:pt>
                <c:pt idx="2543">
                  <c:v>19464.09</c:v>
                </c:pt>
                <c:pt idx="2544">
                  <c:v>19285.5</c:v>
                </c:pt>
                <c:pt idx="2545">
                  <c:v>19363.080000000002</c:v>
                </c:pt>
                <c:pt idx="2546">
                  <c:v>18924.57</c:v>
                </c:pt>
                <c:pt idx="2547">
                  <c:v>19122.080000000002</c:v>
                </c:pt>
                <c:pt idx="2548">
                  <c:v>18918.14</c:v>
                </c:pt>
                <c:pt idx="2549">
                  <c:v>18319.580000000002</c:v>
                </c:pt>
                <c:pt idx="2550">
                  <c:v>18545.8</c:v>
                </c:pt>
                <c:pt idx="2551">
                  <c:v>19288.169999999998</c:v>
                </c:pt>
                <c:pt idx="2552">
                  <c:v>19183.09</c:v>
                </c:pt>
                <c:pt idx="2553">
                  <c:v>18991.59</c:v>
                </c:pt>
                <c:pt idx="2554">
                  <c:v>19446.84</c:v>
                </c:pt>
                <c:pt idx="2555">
                  <c:v>19595.5</c:v>
                </c:pt>
                <c:pt idx="2556">
                  <c:v>19683.11</c:v>
                </c:pt>
                <c:pt idx="2557">
                  <c:v>19195.830000000002</c:v>
                </c:pt>
                <c:pt idx="2558">
                  <c:v>19052.45</c:v>
                </c:pt>
                <c:pt idx="2559">
                  <c:v>18860.8</c:v>
                </c:pt>
                <c:pt idx="2560">
                  <c:v>19340.14</c:v>
                </c:pt>
                <c:pt idx="2561">
                  <c:v>19080.509999999998</c:v>
                </c:pt>
                <c:pt idx="2562">
                  <c:v>18542.150000000001</c:v>
                </c:pt>
                <c:pt idx="2563">
                  <c:v>18886.3</c:v>
                </c:pt>
                <c:pt idx="2564">
                  <c:v>19635.810000000001</c:v>
                </c:pt>
                <c:pt idx="2565">
                  <c:v>19237.45</c:v>
                </c:pt>
                <c:pt idx="2566">
                  <c:v>19520.77</c:v>
                </c:pt>
                <c:pt idx="2567">
                  <c:v>19817.41</c:v>
                </c:pt>
                <c:pt idx="2568">
                  <c:v>19934.88</c:v>
                </c:pt>
                <c:pt idx="2569">
                  <c:v>19711.759999999998</c:v>
                </c:pt>
                <c:pt idx="2570">
                  <c:v>19888.5</c:v>
                </c:pt>
                <c:pt idx="2571">
                  <c:v>20453.71</c:v>
                </c:pt>
                <c:pt idx="2572">
                  <c:v>20333.34</c:v>
                </c:pt>
                <c:pt idx="2573">
                  <c:v>20980.81</c:v>
                </c:pt>
                <c:pt idx="2574">
                  <c:v>21188.720000000001</c:v>
                </c:pt>
                <c:pt idx="2575">
                  <c:v>21327.119999999999</c:v>
                </c:pt>
                <c:pt idx="2576">
                  <c:v>21914.400000000001</c:v>
                </c:pt>
                <c:pt idx="2577">
                  <c:v>21882.15</c:v>
                </c:pt>
                <c:pt idx="2578">
                  <c:v>21999.62</c:v>
                </c:pt>
                <c:pt idx="2579">
                  <c:v>21919.62</c:v>
                </c:pt>
                <c:pt idx="2580">
                  <c:v>22138.13</c:v>
                </c:pt>
                <c:pt idx="2581">
                  <c:v>22040.59</c:v>
                </c:pt>
                <c:pt idx="2582">
                  <c:v>21830.02</c:v>
                </c:pt>
                <c:pt idx="2583">
                  <c:v>21791.68</c:v>
                </c:pt>
                <c:pt idx="2584">
                  <c:v>21755.56</c:v>
                </c:pt>
                <c:pt idx="2585">
                  <c:v>21872.06</c:v>
                </c:pt>
                <c:pt idx="2586">
                  <c:v>21701.21</c:v>
                </c:pt>
                <c:pt idx="2587">
                  <c:v>21274.37</c:v>
                </c:pt>
                <c:pt idx="2588">
                  <c:v>21309.85</c:v>
                </c:pt>
                <c:pt idx="2589">
                  <c:v>21464.05</c:v>
                </c:pt>
                <c:pt idx="2590">
                  <c:v>21704.61</c:v>
                </c:pt>
                <c:pt idx="2591">
                  <c:v>21803.759999999998</c:v>
                </c:pt>
                <c:pt idx="2592">
                  <c:v>21905.13</c:v>
                </c:pt>
                <c:pt idx="2593">
                  <c:v>22203.22</c:v>
                </c:pt>
                <c:pt idx="2594">
                  <c:v>22235.89</c:v>
                </c:pt>
                <c:pt idx="2595">
                  <c:v>22417.01</c:v>
                </c:pt>
                <c:pt idx="2596">
                  <c:v>22479.69</c:v>
                </c:pt>
                <c:pt idx="2597">
                  <c:v>22381.35</c:v>
                </c:pt>
                <c:pt idx="2598">
                  <c:v>21996.42</c:v>
                </c:pt>
                <c:pt idx="2599">
                  <c:v>22068.32</c:v>
                </c:pt>
                <c:pt idx="2600">
                  <c:v>22488.94</c:v>
                </c:pt>
                <c:pt idx="2601">
                  <c:v>22498</c:v>
                </c:pt>
                <c:pt idx="2602">
                  <c:v>22587.63</c:v>
                </c:pt>
                <c:pt idx="2603">
                  <c:v>22665.9</c:v>
                </c:pt>
                <c:pt idx="2604">
                  <c:v>22754.720000000001</c:v>
                </c:pt>
                <c:pt idx="2605">
                  <c:v>22500.22</c:v>
                </c:pt>
                <c:pt idx="2606">
                  <c:v>22188.26</c:v>
                </c:pt>
                <c:pt idx="2607">
                  <c:v>22264.25</c:v>
                </c:pt>
                <c:pt idx="2608">
                  <c:v>22010.82</c:v>
                </c:pt>
                <c:pt idx="2609">
                  <c:v>22396.14</c:v>
                </c:pt>
                <c:pt idx="2610">
                  <c:v>22888.92</c:v>
                </c:pt>
                <c:pt idx="2611">
                  <c:v>22352.17</c:v>
                </c:pt>
                <c:pt idx="2612">
                  <c:v>22401.7</c:v>
                </c:pt>
                <c:pt idx="2613">
                  <c:v>22726.77</c:v>
                </c:pt>
                <c:pt idx="2614">
                  <c:v>22867.33</c:v>
                </c:pt>
                <c:pt idx="2615">
                  <c:v>23051.040000000001</c:v>
                </c:pt>
                <c:pt idx="2616">
                  <c:v>23053.57</c:v>
                </c:pt>
                <c:pt idx="2617">
                  <c:v>22568.43</c:v>
                </c:pt>
                <c:pt idx="2618">
                  <c:v>22370.04</c:v>
                </c:pt>
                <c:pt idx="2619">
                  <c:v>22640.04</c:v>
                </c:pt>
                <c:pt idx="2620">
                  <c:v>22819.94</c:v>
                </c:pt>
                <c:pt idx="2621">
                  <c:v>22956.57</c:v>
                </c:pt>
                <c:pt idx="2622">
                  <c:v>23142.73</c:v>
                </c:pt>
                <c:pt idx="2623">
                  <c:v>23116.25</c:v>
                </c:pt>
                <c:pt idx="2624">
                  <c:v>23151.94</c:v>
                </c:pt>
                <c:pt idx="2625">
                  <c:v>22845.37</c:v>
                </c:pt>
                <c:pt idx="2626">
                  <c:v>22989.22</c:v>
                </c:pt>
                <c:pt idx="2627">
                  <c:v>23075.61</c:v>
                </c:pt>
                <c:pt idx="2628">
                  <c:v>23067.37</c:v>
                </c:pt>
                <c:pt idx="2629">
                  <c:v>22888.17</c:v>
                </c:pt>
                <c:pt idx="2630">
                  <c:v>22439.91</c:v>
                </c:pt>
                <c:pt idx="2631">
                  <c:v>22600.46</c:v>
                </c:pt>
                <c:pt idx="2632">
                  <c:v>22730.93</c:v>
                </c:pt>
                <c:pt idx="2633">
                  <c:v>22458.799999999999</c:v>
                </c:pt>
                <c:pt idx="2634">
                  <c:v>22354.91</c:v>
                </c:pt>
                <c:pt idx="2635">
                  <c:v>22515.759999999998</c:v>
                </c:pt>
                <c:pt idx="2636">
                  <c:v>21831.62</c:v>
                </c:pt>
                <c:pt idx="2637">
                  <c:v>21854.5</c:v>
                </c:pt>
                <c:pt idx="2638">
                  <c:v>21506.09</c:v>
                </c:pt>
                <c:pt idx="2639">
                  <c:v>20846.3</c:v>
                </c:pt>
                <c:pt idx="2640">
                  <c:v>20556.599999999999</c:v>
                </c:pt>
                <c:pt idx="2641">
                  <c:v>21186.32</c:v>
                </c:pt>
                <c:pt idx="2642">
                  <c:v>21095.98</c:v>
                </c:pt>
                <c:pt idx="2643">
                  <c:v>21302.91</c:v>
                </c:pt>
                <c:pt idx="2644">
                  <c:v>21796.58</c:v>
                </c:pt>
                <c:pt idx="2645">
                  <c:v>21756.93</c:v>
                </c:pt>
                <c:pt idx="2646">
                  <c:v>21920.83</c:v>
                </c:pt>
                <c:pt idx="2647">
                  <c:v>21854.63</c:v>
                </c:pt>
                <c:pt idx="2648">
                  <c:v>21966.66</c:v>
                </c:pt>
                <c:pt idx="2649">
                  <c:v>21455.23</c:v>
                </c:pt>
                <c:pt idx="2650">
                  <c:v>21561.9</c:v>
                </c:pt>
                <c:pt idx="2651">
                  <c:v>21504.37</c:v>
                </c:pt>
                <c:pt idx="2652">
                  <c:v>21562.5</c:v>
                </c:pt>
                <c:pt idx="2653">
                  <c:v>22131.31</c:v>
                </c:pt>
                <c:pt idx="2654">
                  <c:v>21259.040000000001</c:v>
                </c:pt>
                <c:pt idx="2655">
                  <c:v>20583.52</c:v>
                </c:pt>
                <c:pt idx="2656">
                  <c:v>20840.61</c:v>
                </c:pt>
                <c:pt idx="2657">
                  <c:v>20934.939999999999</c:v>
                </c:pt>
                <c:pt idx="2658">
                  <c:v>21185.43</c:v>
                </c:pt>
                <c:pt idx="2659">
                  <c:v>21670.58</c:v>
                </c:pt>
                <c:pt idx="2660">
                  <c:v>21612.39</c:v>
                </c:pt>
                <c:pt idx="2661">
                  <c:v>21838.54</c:v>
                </c:pt>
                <c:pt idx="2662">
                  <c:v>21080.39</c:v>
                </c:pt>
                <c:pt idx="2663">
                  <c:v>21404.959999999999</c:v>
                </c:pt>
                <c:pt idx="2664">
                  <c:v>21251.57</c:v>
                </c:pt>
                <c:pt idx="2665">
                  <c:v>22409.62</c:v>
                </c:pt>
                <c:pt idx="2666">
                  <c:v>22757.47</c:v>
                </c:pt>
                <c:pt idx="2667">
                  <c:v>23167.85</c:v>
                </c:pt>
                <c:pt idx="2668">
                  <c:v>23474.97</c:v>
                </c:pt>
                <c:pt idx="2669">
                  <c:v>23814.65</c:v>
                </c:pt>
                <c:pt idx="2670">
                  <c:v>23991.03</c:v>
                </c:pt>
                <c:pt idx="2671">
                  <c:v>24018.799999999999</c:v>
                </c:pt>
                <c:pt idx="2672">
                  <c:v>23916.02</c:v>
                </c:pt>
                <c:pt idx="2673">
                  <c:v>24498.21</c:v>
                </c:pt>
                <c:pt idx="2674">
                  <c:v>24521.119999999999</c:v>
                </c:pt>
                <c:pt idx="2675">
                  <c:v>24552.47</c:v>
                </c:pt>
                <c:pt idx="2676">
                  <c:v>24375.279999999999</c:v>
                </c:pt>
                <c:pt idx="2677">
                  <c:v>24514.16</c:v>
                </c:pt>
                <c:pt idx="2678">
                  <c:v>24406.12</c:v>
                </c:pt>
                <c:pt idx="2679">
                  <c:v>24411.42</c:v>
                </c:pt>
                <c:pt idx="2680">
                  <c:v>24636.28</c:v>
                </c:pt>
                <c:pt idx="2681">
                  <c:v>24497.98</c:v>
                </c:pt>
                <c:pt idx="2682">
                  <c:v>24619.45</c:v>
                </c:pt>
                <c:pt idx="2683">
                  <c:v>24503.94</c:v>
                </c:pt>
                <c:pt idx="2684">
                  <c:v>24351.96</c:v>
                </c:pt>
                <c:pt idx="2685">
                  <c:v>25128.51</c:v>
                </c:pt>
                <c:pt idx="2686">
                  <c:v>25398.85</c:v>
                </c:pt>
                <c:pt idx="2687">
                  <c:v>25282.62</c:v>
                </c:pt>
                <c:pt idx="2688">
                  <c:v>25536.43</c:v>
                </c:pt>
                <c:pt idx="2689">
                  <c:v>25404.81</c:v>
                </c:pt>
                <c:pt idx="2690">
                  <c:v>25415.27</c:v>
                </c:pt>
                <c:pt idx="2691">
                  <c:v>25162.78</c:v>
                </c:pt>
                <c:pt idx="2692">
                  <c:v>25055.759999999998</c:v>
                </c:pt>
                <c:pt idx="2693">
                  <c:v>25120.91</c:v>
                </c:pt>
                <c:pt idx="2694">
                  <c:v>25224.01</c:v>
                </c:pt>
                <c:pt idx="2695">
                  <c:v>24901.279999999999</c:v>
                </c:pt>
                <c:pt idx="2696">
                  <c:v>24392.79</c:v>
                </c:pt>
                <c:pt idx="2697">
                  <c:v>23516.560000000001</c:v>
                </c:pt>
                <c:pt idx="2698">
                  <c:v>24975.31</c:v>
                </c:pt>
                <c:pt idx="2699">
                  <c:v>25236.28</c:v>
                </c:pt>
                <c:pt idx="2700">
                  <c:v>26064.11</c:v>
                </c:pt>
                <c:pt idx="2701">
                  <c:v>26282.32</c:v>
                </c:pt>
                <c:pt idx="2702">
                  <c:v>26250.03</c:v>
                </c:pt>
                <c:pt idx="2703">
                  <c:v>25966.98</c:v>
                </c:pt>
                <c:pt idx="2704">
                  <c:v>26663.87</c:v>
                </c:pt>
                <c:pt idx="2705">
                  <c:v>27145.75</c:v>
                </c:pt>
                <c:pt idx="2706">
                  <c:v>27404.97</c:v>
                </c:pt>
                <c:pt idx="2707">
                  <c:v>27333.46</c:v>
                </c:pt>
                <c:pt idx="2708">
                  <c:v>27080.85</c:v>
                </c:pt>
                <c:pt idx="2709">
                  <c:v>26760.53</c:v>
                </c:pt>
                <c:pt idx="2710">
                  <c:v>26694.66</c:v>
                </c:pt>
                <c:pt idx="2711">
                  <c:v>26753.79</c:v>
                </c:pt>
                <c:pt idx="2712">
                  <c:v>26566.7</c:v>
                </c:pt>
                <c:pt idx="2713">
                  <c:v>26861.81</c:v>
                </c:pt>
                <c:pt idx="2714">
                  <c:v>27280.54</c:v>
                </c:pt>
                <c:pt idx="2715">
                  <c:v>26907.85</c:v>
                </c:pt>
                <c:pt idx="2716">
                  <c:v>26687.64</c:v>
                </c:pt>
                <c:pt idx="2717">
                  <c:v>26989.52</c:v>
                </c:pt>
                <c:pt idx="2718">
                  <c:v>27316.28</c:v>
                </c:pt>
                <c:pt idx="2719">
                  <c:v>27260.16</c:v>
                </c:pt>
                <c:pt idx="2720">
                  <c:v>27551.89</c:v>
                </c:pt>
                <c:pt idx="2721">
                  <c:v>27657.47</c:v>
                </c:pt>
                <c:pt idx="2722">
                  <c:v>27466.720000000001</c:v>
                </c:pt>
                <c:pt idx="2723">
                  <c:v>27597.16</c:v>
                </c:pt>
                <c:pt idx="2724">
                  <c:v>27424.19</c:v>
                </c:pt>
                <c:pt idx="2725">
                  <c:v>27454.31</c:v>
                </c:pt>
                <c:pt idx="2726">
                  <c:v>28081.21</c:v>
                </c:pt>
                <c:pt idx="2727">
                  <c:v>28249.86</c:v>
                </c:pt>
                <c:pt idx="2728">
                  <c:v>27992.83</c:v>
                </c:pt>
                <c:pt idx="2729">
                  <c:v>27523.72</c:v>
                </c:pt>
                <c:pt idx="2730">
                  <c:v>27585.05</c:v>
                </c:pt>
                <c:pt idx="2731">
                  <c:v>27693.54</c:v>
                </c:pt>
                <c:pt idx="2732">
                  <c:v>27591.25</c:v>
                </c:pt>
                <c:pt idx="2733">
                  <c:v>27822.28</c:v>
                </c:pt>
                <c:pt idx="2734">
                  <c:v>27286.55</c:v>
                </c:pt>
                <c:pt idx="2735">
                  <c:v>27249.279999999999</c:v>
                </c:pt>
                <c:pt idx="2736">
                  <c:v>27407.18</c:v>
                </c:pt>
                <c:pt idx="2737">
                  <c:v>27718.2</c:v>
                </c:pt>
                <c:pt idx="2738">
                  <c:v>27577.34</c:v>
                </c:pt>
                <c:pt idx="2739">
                  <c:v>27289.97</c:v>
                </c:pt>
                <c:pt idx="2740">
                  <c:v>27640.91</c:v>
                </c:pt>
                <c:pt idx="2741">
                  <c:v>27755.54</c:v>
                </c:pt>
                <c:pt idx="2742">
                  <c:v>28123.82</c:v>
                </c:pt>
                <c:pt idx="2743">
                  <c:v>28133</c:v>
                </c:pt>
                <c:pt idx="2744">
                  <c:v>28400.34</c:v>
                </c:pt>
                <c:pt idx="2745">
                  <c:v>28442.75</c:v>
                </c:pt>
                <c:pt idx="2746">
                  <c:v>28433.59</c:v>
                </c:pt>
                <c:pt idx="2747">
                  <c:v>28060.98</c:v>
                </c:pt>
                <c:pt idx="2748">
                  <c:v>27827.7</c:v>
                </c:pt>
                <c:pt idx="2749">
                  <c:v>27933.85</c:v>
                </c:pt>
                <c:pt idx="2750">
                  <c:v>27850.49</c:v>
                </c:pt>
                <c:pt idx="2751">
                  <c:v>27094.93</c:v>
                </c:pt>
                <c:pt idx="2752">
                  <c:v>27653.119999999999</c:v>
                </c:pt>
                <c:pt idx="2753">
                  <c:v>27739.71</c:v>
                </c:pt>
                <c:pt idx="2754">
                  <c:v>27618.82</c:v>
                </c:pt>
                <c:pt idx="2755">
                  <c:v>27561.49</c:v>
                </c:pt>
                <c:pt idx="2756">
                  <c:v>28016.34</c:v>
                </c:pt>
                <c:pt idx="2757">
                  <c:v>27272.39</c:v>
                </c:pt>
                <c:pt idx="2758">
                  <c:v>26944.39</c:v>
                </c:pt>
                <c:pt idx="2759">
                  <c:v>26236.86</c:v>
                </c:pt>
                <c:pt idx="2760">
                  <c:v>25275.64</c:v>
                </c:pt>
                <c:pt idx="2761">
                  <c:v>25082.75</c:v>
                </c:pt>
                <c:pt idx="2762">
                  <c:v>24900.89</c:v>
                </c:pt>
                <c:pt idx="2763">
                  <c:v>24855.119999999999</c:v>
                </c:pt>
                <c:pt idx="2764">
                  <c:v>24486.2</c:v>
                </c:pt>
                <c:pt idx="2765">
                  <c:v>24497.08</c:v>
                </c:pt>
                <c:pt idx="2766">
                  <c:v>24528.23</c:v>
                </c:pt>
                <c:pt idx="2767">
                  <c:v>24399.599999999999</c:v>
                </c:pt>
                <c:pt idx="2768">
                  <c:v>24494.51</c:v>
                </c:pt>
                <c:pt idx="2769">
                  <c:v>24375.24</c:v>
                </c:pt>
                <c:pt idx="2770">
                  <c:v>24468.89</c:v>
                </c:pt>
                <c:pt idx="2771">
                  <c:v>24120.080000000002</c:v>
                </c:pt>
                <c:pt idx="2772">
                  <c:v>23901.49</c:v>
                </c:pt>
                <c:pt idx="2773">
                  <c:v>23949.55</c:v>
                </c:pt>
                <c:pt idx="2774">
                  <c:v>23823.21</c:v>
                </c:pt>
                <c:pt idx="2775">
                  <c:v>23797.96</c:v>
                </c:pt>
                <c:pt idx="2776">
                  <c:v>23717.97</c:v>
                </c:pt>
                <c:pt idx="2777">
                  <c:v>23896.98</c:v>
                </c:pt>
                <c:pt idx="2778">
                  <c:v>24123.05</c:v>
                </c:pt>
                <c:pt idx="2779">
                  <c:v>24164</c:v>
                </c:pt>
                <c:pt idx="2780">
                  <c:v>24193.040000000001</c:v>
                </c:pt>
                <c:pt idx="2781">
                  <c:v>24465.38</c:v>
                </c:pt>
                <c:pt idx="2782">
                  <c:v>24702.78</c:v>
                </c:pt>
                <c:pt idx="2783">
                  <c:v>24887.439999999999</c:v>
                </c:pt>
                <c:pt idx="2784">
                  <c:v>24823.29</c:v>
                </c:pt>
                <c:pt idx="2785">
                  <c:v>24902.06</c:v>
                </c:pt>
                <c:pt idx="2786">
                  <c:v>24778.28</c:v>
                </c:pt>
                <c:pt idx="2787">
                  <c:v>24750.07</c:v>
                </c:pt>
                <c:pt idx="2788">
                  <c:v>24836.76</c:v>
                </c:pt>
                <c:pt idx="2789">
                  <c:v>24832.080000000002</c:v>
                </c:pt>
                <c:pt idx="2790">
                  <c:v>24784.880000000001</c:v>
                </c:pt>
                <c:pt idx="2791">
                  <c:v>24726.53</c:v>
                </c:pt>
                <c:pt idx="2792">
                  <c:v>24682.54</c:v>
                </c:pt>
                <c:pt idx="2793">
                  <c:v>24422.15</c:v>
                </c:pt>
                <c:pt idx="2794">
                  <c:v>24315.02</c:v>
                </c:pt>
                <c:pt idx="2795">
                  <c:v>24528.1</c:v>
                </c:pt>
                <c:pt idx="2796">
                  <c:v>24521</c:v>
                </c:pt>
                <c:pt idx="2797">
                  <c:v>24679.39</c:v>
                </c:pt>
                <c:pt idx="2798">
                  <c:v>24765.49</c:v>
                </c:pt>
                <c:pt idx="2799">
                  <c:v>24679.759999999998</c:v>
                </c:pt>
                <c:pt idx="2800">
                  <c:v>24554.78</c:v>
                </c:pt>
                <c:pt idx="2801">
                  <c:v>24484.74</c:v>
                </c:pt>
                <c:pt idx="2802">
                  <c:v>24507.05</c:v>
                </c:pt>
                <c:pt idx="2803">
                  <c:v>24595.85</c:v>
                </c:pt>
                <c:pt idx="2804">
                  <c:v>24861.81</c:v>
                </c:pt>
                <c:pt idx="2805">
                  <c:v>24807.279999999999</c:v>
                </c:pt>
                <c:pt idx="2806">
                  <c:v>24909.9</c:v>
                </c:pt>
                <c:pt idx="2807">
                  <c:v>24850.45</c:v>
                </c:pt>
                <c:pt idx="2808">
                  <c:v>24522.63</c:v>
                </c:pt>
                <c:pt idx="2809">
                  <c:v>24352.58</c:v>
                </c:pt>
                <c:pt idx="2810">
                  <c:v>23951.16</c:v>
                </c:pt>
                <c:pt idx="2811">
                  <c:v>23738.49</c:v>
                </c:pt>
                <c:pt idx="2812">
                  <c:v>24103.52</c:v>
                </c:pt>
                <c:pt idx="2813">
                  <c:v>24350.91</c:v>
                </c:pt>
                <c:pt idx="2814">
                  <c:v>24112.6</c:v>
                </c:pt>
                <c:pt idx="2815">
                  <c:v>24215.97</c:v>
                </c:pt>
                <c:pt idx="2816">
                  <c:v>24026.46</c:v>
                </c:pt>
                <c:pt idx="2817">
                  <c:v>23919.95</c:v>
                </c:pt>
                <c:pt idx="2818">
                  <c:v>23835.53</c:v>
                </c:pt>
                <c:pt idx="2819">
                  <c:v>23681.26</c:v>
                </c:pt>
                <c:pt idx="2820">
                  <c:v>23485.41</c:v>
                </c:pt>
                <c:pt idx="2821">
                  <c:v>23721.32</c:v>
                </c:pt>
                <c:pt idx="2822">
                  <c:v>23857.82</c:v>
                </c:pt>
                <c:pt idx="2823">
                  <c:v>23605.040000000001</c:v>
                </c:pt>
                <c:pt idx="2824">
                  <c:v>23501.1</c:v>
                </c:pt>
                <c:pt idx="2825">
                  <c:v>23773.18</c:v>
                </c:pt>
                <c:pt idx="2826">
                  <c:v>23349.34</c:v>
                </c:pt>
                <c:pt idx="2827">
                  <c:v>23333.69</c:v>
                </c:pt>
                <c:pt idx="2828">
                  <c:v>23408.57</c:v>
                </c:pt>
                <c:pt idx="2829">
                  <c:v>23116.63</c:v>
                </c:pt>
                <c:pt idx="2830">
                  <c:v>22832.21</c:v>
                </c:pt>
                <c:pt idx="2831">
                  <c:v>22585.84</c:v>
                </c:pt>
                <c:pt idx="2832">
                  <c:v>22670.5</c:v>
                </c:pt>
                <c:pt idx="2833">
                  <c:v>23027.85</c:v>
                </c:pt>
                <c:pt idx="2834">
                  <c:v>23249.200000000001</c:v>
                </c:pt>
                <c:pt idx="2835">
                  <c:v>23312.54</c:v>
                </c:pt>
                <c:pt idx="2836">
                  <c:v>23524.52</c:v>
                </c:pt>
                <c:pt idx="2837">
                  <c:v>23485.83</c:v>
                </c:pt>
                <c:pt idx="2838">
                  <c:v>24047.67</c:v>
                </c:pt>
                <c:pt idx="2839">
                  <c:v>24002.639999999999</c:v>
                </c:pt>
                <c:pt idx="2840">
                  <c:v>23832.560000000001</c:v>
                </c:pt>
                <c:pt idx="2841">
                  <c:v>23428.62</c:v>
                </c:pt>
                <c:pt idx="2842">
                  <c:v>23654.3</c:v>
                </c:pt>
                <c:pt idx="2843">
                  <c:v>23367.45</c:v>
                </c:pt>
                <c:pt idx="2844">
                  <c:v>23987.45</c:v>
                </c:pt>
                <c:pt idx="2845">
                  <c:v>24004.28</c:v>
                </c:pt>
                <c:pt idx="2846">
                  <c:v>24111.98</c:v>
                </c:pt>
                <c:pt idx="2847">
                  <c:v>23843.91</c:v>
                </c:pt>
                <c:pt idx="2848">
                  <c:v>23893.14</c:v>
                </c:pt>
                <c:pt idx="2849">
                  <c:v>23437.119999999999</c:v>
                </c:pt>
                <c:pt idx="2850">
                  <c:v>23349.64</c:v>
                </c:pt>
                <c:pt idx="2851">
                  <c:v>23373.31</c:v>
                </c:pt>
                <c:pt idx="2852">
                  <c:v>23529.17</c:v>
                </c:pt>
                <c:pt idx="2853">
                  <c:v>23797.08</c:v>
                </c:pt>
                <c:pt idx="2854">
                  <c:v>24087.38</c:v>
                </c:pt>
                <c:pt idx="2855">
                  <c:v>24019.94</c:v>
                </c:pt>
                <c:pt idx="2856">
                  <c:v>23938.18</c:v>
                </c:pt>
                <c:pt idx="2857">
                  <c:v>23808.28</c:v>
                </c:pt>
                <c:pt idx="2858">
                  <c:v>23744.7</c:v>
                </c:pt>
                <c:pt idx="2859">
                  <c:v>23550.240000000002</c:v>
                </c:pt>
                <c:pt idx="2860">
                  <c:v>23649.31</c:v>
                </c:pt>
                <c:pt idx="2861">
                  <c:v>23695.62</c:v>
                </c:pt>
                <c:pt idx="2862">
                  <c:v>23845.66</c:v>
                </c:pt>
                <c:pt idx="2863">
                  <c:v>23915.97</c:v>
                </c:pt>
                <c:pt idx="2864">
                  <c:v>23998.06</c:v>
                </c:pt>
                <c:pt idx="2865">
                  <c:v>23702.04</c:v>
                </c:pt>
                <c:pt idx="2866">
                  <c:v>23819.87</c:v>
                </c:pt>
                <c:pt idx="2867">
                  <c:v>23520.36</c:v>
                </c:pt>
                <c:pt idx="2868">
                  <c:v>23143.23</c:v>
                </c:pt>
                <c:pt idx="2869">
                  <c:v>23302.2</c:v>
                </c:pt>
                <c:pt idx="2870">
                  <c:v>23333.18</c:v>
                </c:pt>
                <c:pt idx="2871">
                  <c:v>23403.97</c:v>
                </c:pt>
                <c:pt idx="2872">
                  <c:v>23088.58</c:v>
                </c:pt>
                <c:pt idx="2873">
                  <c:v>23070.26</c:v>
                </c:pt>
                <c:pt idx="2874">
                  <c:v>23023.21</c:v>
                </c:pt>
                <c:pt idx="2875">
                  <c:v>22900.94</c:v>
                </c:pt>
                <c:pt idx="2876">
                  <c:v>23140.05</c:v>
                </c:pt>
                <c:pt idx="2877">
                  <c:v>23047.97</c:v>
                </c:pt>
                <c:pt idx="2878">
                  <c:v>23143.38</c:v>
                </c:pt>
                <c:pt idx="2879">
                  <c:v>23088.54</c:v>
                </c:pt>
                <c:pt idx="2880">
                  <c:v>23534.53</c:v>
                </c:pt>
                <c:pt idx="2881">
                  <c:v>23263.33</c:v>
                </c:pt>
                <c:pt idx="2882">
                  <c:v>23422.52</c:v>
                </c:pt>
                <c:pt idx="2883">
                  <c:v>23315.040000000001</c:v>
                </c:pt>
                <c:pt idx="2884">
                  <c:v>23064.560000000001</c:v>
                </c:pt>
                <c:pt idx="2885">
                  <c:v>22932.98</c:v>
                </c:pt>
                <c:pt idx="2886">
                  <c:v>23229.21</c:v>
                </c:pt>
                <c:pt idx="2887">
                  <c:v>23678.41</c:v>
                </c:pt>
                <c:pt idx="2888">
                  <c:v>23768.13</c:v>
                </c:pt>
                <c:pt idx="2889">
                  <c:v>23921.61</c:v>
                </c:pt>
                <c:pt idx="2890">
                  <c:v>23837.07</c:v>
                </c:pt>
                <c:pt idx="2891">
                  <c:v>23955.49</c:v>
                </c:pt>
                <c:pt idx="2892">
                  <c:v>24306.16</c:v>
                </c:pt>
                <c:pt idx="2893">
                  <c:v>24168.720000000001</c:v>
                </c:pt>
                <c:pt idx="2894">
                  <c:v>24376.41</c:v>
                </c:pt>
                <c:pt idx="2895">
                  <c:v>24136.01</c:v>
                </c:pt>
                <c:pt idx="2896">
                  <c:v>24356.99</c:v>
                </c:pt>
                <c:pt idx="2897">
                  <c:v>24595.32</c:v>
                </c:pt>
                <c:pt idx="2898">
                  <c:v>24662.639999999999</c:v>
                </c:pt>
                <c:pt idx="2899">
                  <c:v>24705.360000000001</c:v>
                </c:pt>
                <c:pt idx="2900">
                  <c:v>25190.45</c:v>
                </c:pt>
                <c:pt idx="2901">
                  <c:v>25240.15</c:v>
                </c:pt>
                <c:pt idx="2902">
                  <c:v>25297.919999999998</c:v>
                </c:pt>
                <c:pt idx="2903">
                  <c:v>25317.95</c:v>
                </c:pt>
                <c:pt idx="2904">
                  <c:v>24749.02</c:v>
                </c:pt>
                <c:pt idx="2905">
                  <c:v>24752.09</c:v>
                </c:pt>
                <c:pt idx="2906">
                  <c:v>24742.06</c:v>
                </c:pt>
                <c:pt idx="2907">
                  <c:v>24741</c:v>
                </c:pt>
                <c:pt idx="2908">
                  <c:v>24918.75</c:v>
                </c:pt>
                <c:pt idx="2909">
                  <c:v>25074.5</c:v>
                </c:pt>
                <c:pt idx="2910">
                  <c:v>25166.91</c:v>
                </c:pt>
                <c:pt idx="2911">
                  <c:v>25112.23</c:v>
                </c:pt>
                <c:pt idx="2912">
                  <c:v>24994.1</c:v>
                </c:pt>
                <c:pt idx="2913">
                  <c:v>25159.759999999998</c:v>
                </c:pt>
                <c:pt idx="2914">
                  <c:v>25122.95</c:v>
                </c:pt>
                <c:pt idx="2915">
                  <c:v>24955.46</c:v>
                </c:pt>
                <c:pt idx="2916">
                  <c:v>24954.94</c:v>
                </c:pt>
                <c:pt idx="2917">
                  <c:v>24801.360000000001</c:v>
                </c:pt>
                <c:pt idx="2918">
                  <c:v>24890.34</c:v>
                </c:pt>
                <c:pt idx="2919">
                  <c:v>24689.41</c:v>
                </c:pt>
                <c:pt idx="2920">
                  <c:v>24646.02</c:v>
                </c:pt>
                <c:pt idx="2921">
                  <c:v>24331.41</c:v>
                </c:pt>
                <c:pt idx="2922">
                  <c:v>24387.56</c:v>
                </c:pt>
                <c:pt idx="2923">
                  <c:v>24584.13</c:v>
                </c:pt>
                <c:pt idx="2924">
                  <c:v>24648.26</c:v>
                </c:pt>
                <c:pt idx="2925">
                  <c:v>24600.080000000002</c:v>
                </c:pt>
                <c:pt idx="2926">
                  <c:v>24532.43</c:v>
                </c:pt>
                <c:pt idx="2927">
                  <c:v>24756.85</c:v>
                </c:pt>
                <c:pt idx="2928">
                  <c:v>24732.21</c:v>
                </c:pt>
                <c:pt idx="2929">
                  <c:v>24640.53</c:v>
                </c:pt>
                <c:pt idx="2930">
                  <c:v>24428.63</c:v>
                </c:pt>
                <c:pt idx="2931">
                  <c:v>24216.01</c:v>
                </c:pt>
                <c:pt idx="2932">
                  <c:v>24141.5</c:v>
                </c:pt>
                <c:pt idx="2933">
                  <c:v>23971.87</c:v>
                </c:pt>
                <c:pt idx="2934">
                  <c:v>23782.11</c:v>
                </c:pt>
                <c:pt idx="2935">
                  <c:v>23387.14</c:v>
                </c:pt>
                <c:pt idx="2936">
                  <c:v>23454.79</c:v>
                </c:pt>
                <c:pt idx="2937">
                  <c:v>23520.87</c:v>
                </c:pt>
                <c:pt idx="2938">
                  <c:v>23523.279999999999</c:v>
                </c:pt>
                <c:pt idx="2939">
                  <c:v>23459.96</c:v>
                </c:pt>
                <c:pt idx="2940">
                  <c:v>23346.67</c:v>
                </c:pt>
                <c:pt idx="2941">
                  <c:v>23233.45</c:v>
                </c:pt>
                <c:pt idx="2942">
                  <c:v>23238.99</c:v>
                </c:pt>
                <c:pt idx="2943">
                  <c:v>23176.07</c:v>
                </c:pt>
                <c:pt idx="2944">
                  <c:v>23541.38</c:v>
                </c:pt>
                <c:pt idx="2945">
                  <c:v>23540.92</c:v>
                </c:pt>
                <c:pt idx="2946">
                  <c:v>23546.36</c:v>
                </c:pt>
                <c:pt idx="2947">
                  <c:v>23531.439999999999</c:v>
                </c:pt>
                <c:pt idx="2948">
                  <c:v>23549.62</c:v>
                </c:pt>
                <c:pt idx="2949">
                  <c:v>23190.720000000001</c:v>
                </c:pt>
                <c:pt idx="2950">
                  <c:v>23221.52</c:v>
                </c:pt>
                <c:pt idx="2951">
                  <c:v>23197.83</c:v>
                </c:pt>
                <c:pt idx="2952">
                  <c:v>22866.7</c:v>
                </c:pt>
                <c:pt idx="2953">
                  <c:v>22880.639999999999</c:v>
                </c:pt>
                <c:pt idx="2954">
                  <c:v>22804.81</c:v>
                </c:pt>
                <c:pt idx="2955">
                  <c:v>23194.06</c:v>
                </c:pt>
                <c:pt idx="2956">
                  <c:v>23167.73</c:v>
                </c:pt>
                <c:pt idx="2957">
                  <c:v>23181.72</c:v>
                </c:pt>
                <c:pt idx="2958">
                  <c:v>23203.59</c:v>
                </c:pt>
                <c:pt idx="2959">
                  <c:v>23300.67</c:v>
                </c:pt>
                <c:pt idx="2960">
                  <c:v>23319.17</c:v>
                </c:pt>
                <c:pt idx="2961">
                  <c:v>23175.02</c:v>
                </c:pt>
                <c:pt idx="2962">
                  <c:v>23257.29</c:v>
                </c:pt>
                <c:pt idx="2963">
                  <c:v>23315.74</c:v>
                </c:pt>
                <c:pt idx="2964">
                  <c:v>23117.47</c:v>
                </c:pt>
                <c:pt idx="2965">
                  <c:v>22951</c:v>
                </c:pt>
                <c:pt idx="2966">
                  <c:v>23109.66</c:v>
                </c:pt>
                <c:pt idx="2967">
                  <c:v>23151.71</c:v>
                </c:pt>
                <c:pt idx="2968">
                  <c:v>23291.040000000001</c:v>
                </c:pt>
                <c:pt idx="2969">
                  <c:v>23081.65</c:v>
                </c:pt>
                <c:pt idx="2970">
                  <c:v>23010.14</c:v>
                </c:pt>
                <c:pt idx="2971">
                  <c:v>23080.03</c:v>
                </c:pt>
                <c:pt idx="2972">
                  <c:v>22944.3</c:v>
                </c:pt>
                <c:pt idx="2973">
                  <c:v>22963.18</c:v>
                </c:pt>
                <c:pt idx="2974">
                  <c:v>22965.86</c:v>
                </c:pt>
                <c:pt idx="2975">
                  <c:v>22953.759999999998</c:v>
                </c:pt>
                <c:pt idx="2976">
                  <c:v>22836.52</c:v>
                </c:pt>
                <c:pt idx="2977">
                  <c:v>22834.68</c:v>
                </c:pt>
                <c:pt idx="2978">
                  <c:v>22704.5</c:v>
                </c:pt>
                <c:pt idx="2979">
                  <c:v>22712.91</c:v>
                </c:pt>
                <c:pt idx="2980">
                  <c:v>22730.86</c:v>
                </c:pt>
                <c:pt idx="2981">
                  <c:v>22582.77</c:v>
                </c:pt>
                <c:pt idx="2982">
                  <c:v>22352.38</c:v>
                </c:pt>
                <c:pt idx="2983">
                  <c:v>22261.61</c:v>
                </c:pt>
                <c:pt idx="2984">
                  <c:v>21862.99</c:v>
                </c:pt>
                <c:pt idx="2985">
                  <c:v>21837.119999999999</c:v>
                </c:pt>
                <c:pt idx="2986">
                  <c:v>21746.26</c:v>
                </c:pt>
                <c:pt idx="2987">
                  <c:v>21976.33</c:v>
                </c:pt>
                <c:pt idx="2988">
                  <c:v>22260.67</c:v>
                </c:pt>
                <c:pt idx="2989">
                  <c:v>22133.97</c:v>
                </c:pt>
                <c:pt idx="2990">
                  <c:v>22453.89</c:v>
                </c:pt>
                <c:pt idx="2991">
                  <c:v>22132.53</c:v>
                </c:pt>
                <c:pt idx="2992">
                  <c:v>22223.53</c:v>
                </c:pt>
                <c:pt idx="2993">
                  <c:v>22562.799999999999</c:v>
                </c:pt>
                <c:pt idx="2994">
                  <c:v>22509.64</c:v>
                </c:pt>
                <c:pt idx="2995">
                  <c:v>22730.68</c:v>
                </c:pt>
                <c:pt idx="2996">
                  <c:v>22760.240000000002</c:v>
                </c:pt>
                <c:pt idx="2997">
                  <c:v>22696.01</c:v>
                </c:pt>
                <c:pt idx="2998">
                  <c:v>22671.26</c:v>
                </c:pt>
                <c:pt idx="2999">
                  <c:v>23038.799999999999</c:v>
                </c:pt>
                <c:pt idx="3000">
                  <c:v>23003.64</c:v>
                </c:pt>
                <c:pt idx="3001">
                  <c:v>23186.959999999999</c:v>
                </c:pt>
                <c:pt idx="3002">
                  <c:v>22843.17</c:v>
                </c:pt>
                <c:pt idx="3003">
                  <c:v>22596.97</c:v>
                </c:pt>
                <c:pt idx="3004">
                  <c:v>22377.15</c:v>
                </c:pt>
                <c:pt idx="3005">
                  <c:v>22510.080000000002</c:v>
                </c:pt>
                <c:pt idx="3006">
                  <c:v>22565.08</c:v>
                </c:pt>
                <c:pt idx="3007">
                  <c:v>22523.94</c:v>
                </c:pt>
                <c:pt idx="3008">
                  <c:v>22448.54</c:v>
                </c:pt>
                <c:pt idx="3009">
                  <c:v>22151.06</c:v>
                </c:pt>
                <c:pt idx="3010">
                  <c:v>22065.53</c:v>
                </c:pt>
                <c:pt idx="3011">
                  <c:v>21834.45</c:v>
                </c:pt>
                <c:pt idx="3012">
                  <c:v>21887.75</c:v>
                </c:pt>
                <c:pt idx="3013">
                  <c:v>21732.32</c:v>
                </c:pt>
                <c:pt idx="3014">
                  <c:v>21846.45</c:v>
                </c:pt>
                <c:pt idx="3015">
                  <c:v>21436.7</c:v>
                </c:pt>
                <c:pt idx="3016">
                  <c:v>21182.16</c:v>
                </c:pt>
                <c:pt idx="3017">
                  <c:v>21568.69</c:v>
                </c:pt>
                <c:pt idx="3018">
                  <c:v>21583.5</c:v>
                </c:pt>
                <c:pt idx="3019">
                  <c:v>21473.95</c:v>
                </c:pt>
                <c:pt idx="3020">
                  <c:v>21539.49</c:v>
                </c:pt>
                <c:pt idx="3021">
                  <c:v>21756.080000000002</c:v>
                </c:pt>
                <c:pt idx="3022">
                  <c:v>21901.95</c:v>
                </c:pt>
                <c:pt idx="3023">
                  <c:v>22269.61</c:v>
                </c:pt>
                <c:pt idx="3024">
                  <c:v>22264.93</c:v>
                </c:pt>
                <c:pt idx="3025">
                  <c:v>22660.49</c:v>
                </c:pt>
                <c:pt idx="3026">
                  <c:v>22702.97</c:v>
                </c:pt>
                <c:pt idx="3027">
                  <c:v>22579.78</c:v>
                </c:pt>
                <c:pt idx="3028">
                  <c:v>22657.63</c:v>
                </c:pt>
                <c:pt idx="3029">
                  <c:v>22500.67</c:v>
                </c:pt>
                <c:pt idx="3030">
                  <c:v>22836.959999999999</c:v>
                </c:pt>
                <c:pt idx="3031">
                  <c:v>22828.18</c:v>
                </c:pt>
                <c:pt idx="3032">
                  <c:v>22437.439999999999</c:v>
                </c:pt>
                <c:pt idx="3033">
                  <c:v>22317.200000000001</c:v>
                </c:pt>
                <c:pt idx="3034">
                  <c:v>22388.560000000001</c:v>
                </c:pt>
                <c:pt idx="3035">
                  <c:v>22568.240000000002</c:v>
                </c:pt>
                <c:pt idx="3036">
                  <c:v>22394.080000000002</c:v>
                </c:pt>
                <c:pt idx="3037">
                  <c:v>22664.52</c:v>
                </c:pt>
                <c:pt idx="3038">
                  <c:v>22587.72</c:v>
                </c:pt>
                <c:pt idx="3039">
                  <c:v>22535.94</c:v>
                </c:pt>
                <c:pt idx="3040">
                  <c:v>22298.41</c:v>
                </c:pt>
                <c:pt idx="3041">
                  <c:v>22165.53</c:v>
                </c:pt>
                <c:pt idx="3042">
                  <c:v>22285.79</c:v>
                </c:pt>
                <c:pt idx="3043">
                  <c:v>21962.98</c:v>
                </c:pt>
                <c:pt idx="3044">
                  <c:v>21579.26</c:v>
                </c:pt>
                <c:pt idx="3045">
                  <c:v>21636.85</c:v>
                </c:pt>
                <c:pt idx="3046">
                  <c:v>21423.13</c:v>
                </c:pt>
                <c:pt idx="3047">
                  <c:v>21269.38</c:v>
                </c:pt>
                <c:pt idx="3048">
                  <c:v>21397.77</c:v>
                </c:pt>
                <c:pt idx="3049">
                  <c:v>22035.42</c:v>
                </c:pt>
                <c:pt idx="3050">
                  <c:v>22141.61</c:v>
                </c:pt>
                <c:pt idx="3051">
                  <c:v>21960.639999999999</c:v>
                </c:pt>
                <c:pt idx="3052">
                  <c:v>21976.1</c:v>
                </c:pt>
                <c:pt idx="3053">
                  <c:v>22450.06</c:v>
                </c:pt>
                <c:pt idx="3054">
                  <c:v>22733.9</c:v>
                </c:pt>
                <c:pt idx="3055">
                  <c:v>23082.25</c:v>
                </c:pt>
                <c:pt idx="3056">
                  <c:v>23033.119999999999</c:v>
                </c:pt>
                <c:pt idx="3057">
                  <c:v>22928.95</c:v>
                </c:pt>
                <c:pt idx="3058">
                  <c:v>23133.35</c:v>
                </c:pt>
                <c:pt idx="3059">
                  <c:v>22986.41</c:v>
                </c:pt>
                <c:pt idx="3060">
                  <c:v>22902</c:v>
                </c:pt>
                <c:pt idx="3061">
                  <c:v>22791.279999999999</c:v>
                </c:pt>
                <c:pt idx="3062">
                  <c:v>22888.76</c:v>
                </c:pt>
                <c:pt idx="3063">
                  <c:v>22846.25</c:v>
                </c:pt>
                <c:pt idx="3064">
                  <c:v>22787.33</c:v>
                </c:pt>
                <c:pt idx="3065">
                  <c:v>22996.59</c:v>
                </c:pt>
                <c:pt idx="3066">
                  <c:v>22712.78</c:v>
                </c:pt>
                <c:pt idx="3067">
                  <c:v>22684.15</c:v>
                </c:pt>
                <c:pt idx="3068">
                  <c:v>22817.279999999999</c:v>
                </c:pt>
                <c:pt idx="3069">
                  <c:v>23340.05</c:v>
                </c:pt>
                <c:pt idx="3070">
                  <c:v>23306.39</c:v>
                </c:pt>
                <c:pt idx="3071">
                  <c:v>23244.87</c:v>
                </c:pt>
                <c:pt idx="3072">
                  <c:v>23243.24</c:v>
                </c:pt>
                <c:pt idx="3073">
                  <c:v>23179.55</c:v>
                </c:pt>
                <c:pt idx="3074">
                  <c:v>22921.56</c:v>
                </c:pt>
                <c:pt idx="3075">
                  <c:v>22812.18</c:v>
                </c:pt>
                <c:pt idx="3076">
                  <c:v>22888.75</c:v>
                </c:pt>
                <c:pt idx="3077">
                  <c:v>23143.82</c:v>
                </c:pt>
                <c:pt idx="3078">
                  <c:v>23069.23</c:v>
                </c:pt>
                <c:pt idx="3079">
                  <c:v>23114.66</c:v>
                </c:pt>
                <c:pt idx="3080">
                  <c:v>23245.96</c:v>
                </c:pt>
                <c:pt idx="3081">
                  <c:v>23218.12</c:v>
                </c:pt>
                <c:pt idx="3082">
                  <c:v>23338.240000000002</c:v>
                </c:pt>
                <c:pt idx="3083">
                  <c:v>23744.19</c:v>
                </c:pt>
                <c:pt idx="3084">
                  <c:v>23811.17</c:v>
                </c:pt>
                <c:pt idx="3085">
                  <c:v>23743.1</c:v>
                </c:pt>
                <c:pt idx="3086">
                  <c:v>23712.57</c:v>
                </c:pt>
                <c:pt idx="3087">
                  <c:v>23728.7</c:v>
                </c:pt>
                <c:pt idx="3088">
                  <c:v>23910.47</c:v>
                </c:pt>
                <c:pt idx="3089">
                  <c:v>24038.55</c:v>
                </c:pt>
                <c:pt idx="3090">
                  <c:v>23881.29</c:v>
                </c:pt>
                <c:pt idx="3091">
                  <c:v>23789.09</c:v>
                </c:pt>
                <c:pt idx="3092">
                  <c:v>23806.35</c:v>
                </c:pt>
                <c:pt idx="3093">
                  <c:v>23681.279999999999</c:v>
                </c:pt>
                <c:pt idx="3094">
                  <c:v>23684.45</c:v>
                </c:pt>
                <c:pt idx="3095">
                  <c:v>23696.28</c:v>
                </c:pt>
                <c:pt idx="3096">
                  <c:v>23580.29</c:v>
                </c:pt>
                <c:pt idx="3097">
                  <c:v>23700.86</c:v>
                </c:pt>
                <c:pt idx="3098">
                  <c:v>23657.81</c:v>
                </c:pt>
                <c:pt idx="3099">
                  <c:v>23660.06</c:v>
                </c:pt>
                <c:pt idx="3100">
                  <c:v>23032.15</c:v>
                </c:pt>
                <c:pt idx="3101">
                  <c:v>22649.15</c:v>
                </c:pt>
                <c:pt idx="3102">
                  <c:v>22463.83</c:v>
                </c:pt>
                <c:pt idx="3103">
                  <c:v>22901.41</c:v>
                </c:pt>
                <c:pt idx="3104">
                  <c:v>23069.85</c:v>
                </c:pt>
                <c:pt idx="3105">
                  <c:v>22744.39</c:v>
                </c:pt>
                <c:pt idx="3106">
                  <c:v>22881.03</c:v>
                </c:pt>
                <c:pt idx="3107">
                  <c:v>23036.94</c:v>
                </c:pt>
                <c:pt idx="3108">
                  <c:v>23038.95</c:v>
                </c:pt>
                <c:pt idx="3109">
                  <c:v>23189.62</c:v>
                </c:pt>
                <c:pt idx="3110">
                  <c:v>23249.79</c:v>
                </c:pt>
                <c:pt idx="3111">
                  <c:v>23206.37</c:v>
                </c:pt>
                <c:pt idx="3112">
                  <c:v>23304.02</c:v>
                </c:pt>
                <c:pt idx="3113">
                  <c:v>22846.54</c:v>
                </c:pt>
                <c:pt idx="3114">
                  <c:v>22806.58</c:v>
                </c:pt>
                <c:pt idx="3115">
                  <c:v>22698.34</c:v>
                </c:pt>
                <c:pt idx="3116">
                  <c:v>22835.82</c:v>
                </c:pt>
                <c:pt idx="3117">
                  <c:v>22999.95</c:v>
                </c:pt>
                <c:pt idx="3118">
                  <c:v>23315.99</c:v>
                </c:pt>
                <c:pt idx="3119">
                  <c:v>23438.15</c:v>
                </c:pt>
                <c:pt idx="3120">
                  <c:v>23340.1</c:v>
                </c:pt>
                <c:pt idx="3121">
                  <c:v>23094.880000000001</c:v>
                </c:pt>
                <c:pt idx="3122">
                  <c:v>23228.33</c:v>
                </c:pt>
                <c:pt idx="3123">
                  <c:v>23336.52</c:v>
                </c:pt>
                <c:pt idx="3124">
                  <c:v>23218.32</c:v>
                </c:pt>
                <c:pt idx="3125">
                  <c:v>22951.3</c:v>
                </c:pt>
                <c:pt idx="3126">
                  <c:v>23033.97</c:v>
                </c:pt>
                <c:pt idx="3127">
                  <c:v>23178.85</c:v>
                </c:pt>
                <c:pt idx="3128">
                  <c:v>22973.95</c:v>
                </c:pt>
                <c:pt idx="3129">
                  <c:v>23138.54</c:v>
                </c:pt>
                <c:pt idx="3130">
                  <c:v>23214.400000000001</c:v>
                </c:pt>
                <c:pt idx="3131">
                  <c:v>22984.48</c:v>
                </c:pt>
                <c:pt idx="3132">
                  <c:v>22859.86</c:v>
                </c:pt>
                <c:pt idx="3133">
                  <c:v>23207.040000000001</c:v>
                </c:pt>
                <c:pt idx="3134">
                  <c:v>23125.03</c:v>
                </c:pt>
                <c:pt idx="3135">
                  <c:v>23209.63</c:v>
                </c:pt>
                <c:pt idx="3136">
                  <c:v>23179.040000000001</c:v>
                </c:pt>
                <c:pt idx="3137">
                  <c:v>23371.54</c:v>
                </c:pt>
                <c:pt idx="3138">
                  <c:v>23502.51</c:v>
                </c:pt>
                <c:pt idx="3139">
                  <c:v>23117.45</c:v>
                </c:pt>
                <c:pt idx="3140">
                  <c:v>23180.52</c:v>
                </c:pt>
                <c:pt idx="3141">
                  <c:v>23252.41</c:v>
                </c:pt>
                <c:pt idx="3142">
                  <c:v>22915.279999999999</c:v>
                </c:pt>
                <c:pt idx="3143">
                  <c:v>22953.72</c:v>
                </c:pt>
                <c:pt idx="3144">
                  <c:v>22937.14</c:v>
                </c:pt>
                <c:pt idx="3145">
                  <c:v>22976.65</c:v>
                </c:pt>
                <c:pt idx="3146">
                  <c:v>22750.65</c:v>
                </c:pt>
                <c:pt idx="3147">
                  <c:v>22621.22</c:v>
                </c:pt>
                <c:pt idx="3148">
                  <c:v>22597.97</c:v>
                </c:pt>
                <c:pt idx="3149">
                  <c:v>22326.22</c:v>
                </c:pt>
                <c:pt idx="3150">
                  <c:v>22394.58</c:v>
                </c:pt>
                <c:pt idx="3151">
                  <c:v>22175.34</c:v>
                </c:pt>
                <c:pt idx="3152">
                  <c:v>21731.37</c:v>
                </c:pt>
                <c:pt idx="3153">
                  <c:v>21704.78</c:v>
                </c:pt>
                <c:pt idx="3154">
                  <c:v>21524.65</c:v>
                </c:pt>
                <c:pt idx="3155">
                  <c:v>21874.77</c:v>
                </c:pt>
                <c:pt idx="3156">
                  <c:v>22005.32</c:v>
                </c:pt>
                <c:pt idx="3157">
                  <c:v>21863.51</c:v>
                </c:pt>
                <c:pt idx="3158">
                  <c:v>21895.4</c:v>
                </c:pt>
                <c:pt idx="3159">
                  <c:v>21817.73</c:v>
                </c:pt>
                <c:pt idx="3160">
                  <c:v>21970.29</c:v>
                </c:pt>
                <c:pt idx="3161">
                  <c:v>22463.7</c:v>
                </c:pt>
                <c:pt idx="3162">
                  <c:v>22517.81</c:v>
                </c:pt>
                <c:pt idx="3163">
                  <c:v>22539.25</c:v>
                </c:pt>
                <c:pt idx="3164">
                  <c:v>22541.13</c:v>
                </c:pt>
                <c:pt idx="3165">
                  <c:v>22271.279999999999</c:v>
                </c:pt>
                <c:pt idx="3166">
                  <c:v>21807.56</c:v>
                </c:pt>
                <c:pt idx="3167">
                  <c:v>21655.88</c:v>
                </c:pt>
                <c:pt idx="3168">
                  <c:v>21588.84</c:v>
                </c:pt>
                <c:pt idx="3169">
                  <c:v>21923.7</c:v>
                </c:pt>
                <c:pt idx="3170">
                  <c:v>22222.01</c:v>
                </c:pt>
                <c:pt idx="3171">
                  <c:v>22190.97</c:v>
                </c:pt>
                <c:pt idx="3172">
                  <c:v>22088.79</c:v>
                </c:pt>
                <c:pt idx="3173">
                  <c:v>21883.66</c:v>
                </c:pt>
                <c:pt idx="3174">
                  <c:v>21953.96</c:v>
                </c:pt>
                <c:pt idx="3175">
                  <c:v>21850.15</c:v>
                </c:pt>
                <c:pt idx="3176">
                  <c:v>21968.95</c:v>
                </c:pt>
                <c:pt idx="3177">
                  <c:v>21900.959999999999</c:v>
                </c:pt>
                <c:pt idx="3178">
                  <c:v>21968.93</c:v>
                </c:pt>
                <c:pt idx="3179">
                  <c:v>21915.42</c:v>
                </c:pt>
                <c:pt idx="3180">
                  <c:v>21416.5</c:v>
                </c:pt>
                <c:pt idx="3181">
                  <c:v>21362.42</c:v>
                </c:pt>
                <c:pt idx="3182">
                  <c:v>21345.22</c:v>
                </c:pt>
                <c:pt idx="3183">
                  <c:v>21371.87</c:v>
                </c:pt>
                <c:pt idx="3184">
                  <c:v>21312.38</c:v>
                </c:pt>
                <c:pt idx="3185">
                  <c:v>21303.31</c:v>
                </c:pt>
                <c:pt idx="3186">
                  <c:v>21277.279999999999</c:v>
                </c:pt>
                <c:pt idx="3187">
                  <c:v>21437.49</c:v>
                </c:pt>
                <c:pt idx="3188">
                  <c:v>20904.560000000001</c:v>
                </c:pt>
                <c:pt idx="3189">
                  <c:v>20683.009999999998</c:v>
                </c:pt>
                <c:pt idx="3190">
                  <c:v>20582.189999999999</c:v>
                </c:pt>
                <c:pt idx="3191">
                  <c:v>20854.669999999998</c:v>
                </c:pt>
                <c:pt idx="3192">
                  <c:v>20468.669999999998</c:v>
                </c:pt>
                <c:pt idx="3193">
                  <c:v>20147.310000000001</c:v>
                </c:pt>
                <c:pt idx="3194">
                  <c:v>20658.650000000001</c:v>
                </c:pt>
                <c:pt idx="3195">
                  <c:v>20803.29</c:v>
                </c:pt>
                <c:pt idx="3196">
                  <c:v>20440.080000000002</c:v>
                </c:pt>
                <c:pt idx="3197">
                  <c:v>20338.55</c:v>
                </c:pt>
                <c:pt idx="3198">
                  <c:v>19855.72</c:v>
                </c:pt>
                <c:pt idx="3199">
                  <c:v>19813.98</c:v>
                </c:pt>
                <c:pt idx="3200">
                  <c:v>20263.310000000001</c:v>
                </c:pt>
                <c:pt idx="3201">
                  <c:v>20382.87</c:v>
                </c:pt>
                <c:pt idx="3202">
                  <c:v>20986.89</c:v>
                </c:pt>
                <c:pt idx="3203">
                  <c:v>21225.88</c:v>
                </c:pt>
                <c:pt idx="3204">
                  <c:v>21225.9</c:v>
                </c:pt>
                <c:pt idx="3205">
                  <c:v>20969.14</c:v>
                </c:pt>
                <c:pt idx="3206">
                  <c:v>20887.04</c:v>
                </c:pt>
                <c:pt idx="3207">
                  <c:v>21354.66</c:v>
                </c:pt>
                <c:pt idx="3208">
                  <c:v>21615.09</c:v>
                </c:pt>
                <c:pt idx="3209">
                  <c:v>21575.26</c:v>
                </c:pt>
                <c:pt idx="3210">
                  <c:v>21838.43</c:v>
                </c:pt>
                <c:pt idx="3211">
                  <c:v>22069.24</c:v>
                </c:pt>
                <c:pt idx="3212">
                  <c:v>22285.52</c:v>
                </c:pt>
                <c:pt idx="3213">
                  <c:v>22282.19</c:v>
                </c:pt>
                <c:pt idx="3214">
                  <c:v>22392.16</c:v>
                </c:pt>
                <c:pt idx="3215">
                  <c:v>22484.31</c:v>
                </c:pt>
                <c:pt idx="3216">
                  <c:v>22554.93</c:v>
                </c:pt>
                <c:pt idx="3217">
                  <c:v>22924.25</c:v>
                </c:pt>
                <c:pt idx="3218">
                  <c:v>22686.05</c:v>
                </c:pt>
                <c:pt idx="3219">
                  <c:v>22618.67</c:v>
                </c:pt>
                <c:pt idx="3220">
                  <c:v>22669.68</c:v>
                </c:pt>
                <c:pt idx="3221">
                  <c:v>23261.08</c:v>
                </c:pt>
                <c:pt idx="3222">
                  <c:v>23366.37</c:v>
                </c:pt>
                <c:pt idx="3223">
                  <c:v>23493.03</c:v>
                </c:pt>
                <c:pt idx="3224">
                  <c:v>23082.68</c:v>
                </c:pt>
                <c:pt idx="3225">
                  <c:v>23044.240000000002</c:v>
                </c:pt>
                <c:pt idx="3226">
                  <c:v>22930.28</c:v>
                </c:pt>
                <c:pt idx="3227">
                  <c:v>22989.81</c:v>
                </c:pt>
                <c:pt idx="3228">
                  <c:v>23321.22</c:v>
                </c:pt>
                <c:pt idx="3229">
                  <c:v>23211.48</c:v>
                </c:pt>
                <c:pt idx="3230">
                  <c:v>23244.35</c:v>
                </c:pt>
                <c:pt idx="3231">
                  <c:v>23047.09</c:v>
                </c:pt>
                <c:pt idx="3232">
                  <c:v>22915.09</c:v>
                </c:pt>
                <c:pt idx="3233">
                  <c:v>22689.96</c:v>
                </c:pt>
                <c:pt idx="3234">
                  <c:v>22668.3</c:v>
                </c:pt>
                <c:pt idx="3235">
                  <c:v>22737.01</c:v>
                </c:pt>
                <c:pt idx="3236">
                  <c:v>22580.77</c:v>
                </c:pt>
                <c:pt idx="3237">
                  <c:v>22547.71</c:v>
                </c:pt>
                <c:pt idx="3238">
                  <c:v>22401.24</c:v>
                </c:pt>
                <c:pt idx="3239">
                  <c:v>22183.05</c:v>
                </c:pt>
                <c:pt idx="3240">
                  <c:v>21806.61</c:v>
                </c:pt>
                <c:pt idx="3241">
                  <c:v>22044.37</c:v>
                </c:pt>
                <c:pt idx="3242">
                  <c:v>22013.57</c:v>
                </c:pt>
                <c:pt idx="3243">
                  <c:v>21512.52</c:v>
                </c:pt>
                <c:pt idx="3244">
                  <c:v>21569.67</c:v>
                </c:pt>
                <c:pt idx="3245">
                  <c:v>21672.03</c:v>
                </c:pt>
                <c:pt idx="3246">
                  <c:v>21772.67</c:v>
                </c:pt>
                <c:pt idx="3247">
                  <c:v>22089.05</c:v>
                </c:pt>
                <c:pt idx="3248">
                  <c:v>22101.27</c:v>
                </c:pt>
                <c:pt idx="3249">
                  <c:v>22034.560000000001</c:v>
                </c:pt>
                <c:pt idx="3250">
                  <c:v>21870.34</c:v>
                </c:pt>
                <c:pt idx="3251">
                  <c:v>21718.05</c:v>
                </c:pt>
                <c:pt idx="3252">
                  <c:v>21726.9</c:v>
                </c:pt>
                <c:pt idx="3253">
                  <c:v>22337.49</c:v>
                </c:pt>
                <c:pt idx="3254">
                  <c:v>22367.82</c:v>
                </c:pt>
                <c:pt idx="3255">
                  <c:v>22299.63</c:v>
                </c:pt>
                <c:pt idx="3256">
                  <c:v>22464.82</c:v>
                </c:pt>
                <c:pt idx="3257">
                  <c:v>22311.08</c:v>
                </c:pt>
                <c:pt idx="3258">
                  <c:v>22251.15</c:v>
                </c:pt>
                <c:pt idx="3259">
                  <c:v>22115.3</c:v>
                </c:pt>
                <c:pt idx="3260">
                  <c:v>22225.88</c:v>
                </c:pt>
                <c:pt idx="3261">
                  <c:v>22256.44</c:v>
                </c:pt>
                <c:pt idx="3262">
                  <c:v>22041.86</c:v>
                </c:pt>
                <c:pt idx="3263">
                  <c:v>22083.360000000001</c:v>
                </c:pt>
                <c:pt idx="3264">
                  <c:v>22533.11</c:v>
                </c:pt>
                <c:pt idx="3265">
                  <c:v>22619.18</c:v>
                </c:pt>
                <c:pt idx="3266">
                  <c:v>22556.65</c:v>
                </c:pt>
                <c:pt idx="3267">
                  <c:v>22890.6</c:v>
                </c:pt>
                <c:pt idx="3268">
                  <c:v>23090.82</c:v>
                </c:pt>
                <c:pt idx="3269">
                  <c:v>23091.95</c:v>
                </c:pt>
                <c:pt idx="3270">
                  <c:v>22771.439999999999</c:v>
                </c:pt>
                <c:pt idx="3271">
                  <c:v>22777.84</c:v>
                </c:pt>
                <c:pt idx="3272">
                  <c:v>22560.5</c:v>
                </c:pt>
                <c:pt idx="3273">
                  <c:v>22537.81</c:v>
                </c:pt>
                <c:pt idx="3274">
                  <c:v>22880.22</c:v>
                </c:pt>
                <c:pt idx="3275">
                  <c:v>23020.27</c:v>
                </c:pt>
                <c:pt idx="3276">
                  <c:v>22577.01</c:v>
                </c:pt>
                <c:pt idx="3277">
                  <c:v>22519.69</c:v>
                </c:pt>
                <c:pt idx="3278">
                  <c:v>22820.080000000002</c:v>
                </c:pt>
                <c:pt idx="3279">
                  <c:v>22782.44</c:v>
                </c:pt>
                <c:pt idx="3280">
                  <c:v>22906.67</c:v>
                </c:pt>
                <c:pt idx="3281">
                  <c:v>23307.41</c:v>
                </c:pt>
                <c:pt idx="3282">
                  <c:v>23143.91</c:v>
                </c:pt>
                <c:pt idx="3283">
                  <c:v>23381.94</c:v>
                </c:pt>
                <c:pt idx="3284">
                  <c:v>23444.560000000001</c:v>
                </c:pt>
                <c:pt idx="3285">
                  <c:v>23413.25</c:v>
                </c:pt>
                <c:pt idx="3286">
                  <c:v>23215.16</c:v>
                </c:pt>
                <c:pt idx="3287">
                  <c:v>23177</c:v>
                </c:pt>
                <c:pt idx="3288">
                  <c:v>23256.93</c:v>
                </c:pt>
                <c:pt idx="3289">
                  <c:v>23148.53</c:v>
                </c:pt>
                <c:pt idx="3290">
                  <c:v>23685.01</c:v>
                </c:pt>
                <c:pt idx="3291">
                  <c:v>23721.84</c:v>
                </c:pt>
                <c:pt idx="3292">
                  <c:v>23729.53</c:v>
                </c:pt>
                <c:pt idx="3293">
                  <c:v>23822.06</c:v>
                </c:pt>
                <c:pt idx="3294">
                  <c:v>23655.17</c:v>
                </c:pt>
                <c:pt idx="3295">
                  <c:v>23671.88</c:v>
                </c:pt>
                <c:pt idx="3296">
                  <c:v>23580.43</c:v>
                </c:pt>
                <c:pt idx="3297">
                  <c:v>23598.9</c:v>
                </c:pt>
                <c:pt idx="3298">
                  <c:v>23635.1</c:v>
                </c:pt>
                <c:pt idx="3299">
                  <c:v>23658.99</c:v>
                </c:pt>
                <c:pt idx="3300">
                  <c:v>23590.91</c:v>
                </c:pt>
                <c:pt idx="3301">
                  <c:v>23601.78</c:v>
                </c:pt>
                <c:pt idx="3302">
                  <c:v>23339.759999999998</c:v>
                </c:pt>
                <c:pt idx="3303">
                  <c:v>23356.99</c:v>
                </c:pt>
                <c:pt idx="3304">
                  <c:v>23381.51</c:v>
                </c:pt>
                <c:pt idx="3305">
                  <c:v>23413.26</c:v>
                </c:pt>
                <c:pt idx="3306">
                  <c:v>23264.07</c:v>
                </c:pt>
                <c:pt idx="3307">
                  <c:v>23354.31</c:v>
                </c:pt>
                <c:pt idx="3308">
                  <c:v>23218.47</c:v>
                </c:pt>
                <c:pt idx="3309">
                  <c:v>23111.19</c:v>
                </c:pt>
                <c:pt idx="3310">
                  <c:v>23329.75</c:v>
                </c:pt>
                <c:pt idx="3311">
                  <c:v>23331.09</c:v>
                </c:pt>
                <c:pt idx="3312">
                  <c:v>23398.6</c:v>
                </c:pt>
                <c:pt idx="3313">
                  <c:v>23311.98</c:v>
                </c:pt>
                <c:pt idx="3314">
                  <c:v>22656.92</c:v>
                </c:pt>
                <c:pt idx="3315">
                  <c:v>22666.59</c:v>
                </c:pt>
                <c:pt idx="3316">
                  <c:v>22619.78</c:v>
                </c:pt>
                <c:pt idx="3317">
                  <c:v>22541.18</c:v>
                </c:pt>
                <c:pt idx="3318">
                  <c:v>22506.29</c:v>
                </c:pt>
                <c:pt idx="3319">
                  <c:v>22659.78</c:v>
                </c:pt>
                <c:pt idx="3320">
                  <c:v>22623.37</c:v>
                </c:pt>
                <c:pt idx="3321">
                  <c:v>22494.73</c:v>
                </c:pt>
                <c:pt idx="3322">
                  <c:v>22513.61</c:v>
                </c:pt>
                <c:pt idx="3323">
                  <c:v>22605.98</c:v>
                </c:pt>
                <c:pt idx="3324">
                  <c:v>22445.58</c:v>
                </c:pt>
                <c:pt idx="3325">
                  <c:v>22503.35</c:v>
                </c:pt>
                <c:pt idx="3326">
                  <c:v>22323.94</c:v>
                </c:pt>
                <c:pt idx="3327">
                  <c:v>22276.720000000001</c:v>
                </c:pt>
                <c:pt idx="3328">
                  <c:v>22191.17</c:v>
                </c:pt>
                <c:pt idx="3329">
                  <c:v>22249.81</c:v>
                </c:pt>
                <c:pt idx="3330">
                  <c:v>22270.91</c:v>
                </c:pt>
                <c:pt idx="3331">
                  <c:v>21799.97</c:v>
                </c:pt>
                <c:pt idx="3332">
                  <c:v>21767.85</c:v>
                </c:pt>
                <c:pt idx="3333">
                  <c:v>22030.39</c:v>
                </c:pt>
                <c:pt idx="3334">
                  <c:v>21922.89</c:v>
                </c:pt>
                <c:pt idx="3335">
                  <c:v>21708.98</c:v>
                </c:pt>
                <c:pt idx="3336">
                  <c:v>21844.03</c:v>
                </c:pt>
                <c:pt idx="3337">
                  <c:v>21861.81</c:v>
                </c:pt>
                <c:pt idx="3338">
                  <c:v>21913.98</c:v>
                </c:pt>
                <c:pt idx="3339">
                  <c:v>21743.200000000001</c:v>
                </c:pt>
                <c:pt idx="3340">
                  <c:v>21524.36</c:v>
                </c:pt>
                <c:pt idx="3341">
                  <c:v>21228.28</c:v>
                </c:pt>
                <c:pt idx="3342">
                  <c:v>21262.06</c:v>
                </c:pt>
                <c:pt idx="3343">
                  <c:v>21159.01</c:v>
                </c:pt>
                <c:pt idx="3344">
                  <c:v>21108.93</c:v>
                </c:pt>
                <c:pt idx="3345">
                  <c:v>21441.99</c:v>
                </c:pt>
                <c:pt idx="3346">
                  <c:v>21188.65</c:v>
                </c:pt>
                <c:pt idx="3347">
                  <c:v>21430.3</c:v>
                </c:pt>
                <c:pt idx="3348">
                  <c:v>21384.38</c:v>
                </c:pt>
                <c:pt idx="3349">
                  <c:v>21566.91</c:v>
                </c:pt>
                <c:pt idx="3350">
                  <c:v>22099.85</c:v>
                </c:pt>
                <c:pt idx="3351">
                  <c:v>21944.43</c:v>
                </c:pt>
                <c:pt idx="3352">
                  <c:v>22006.400000000001</c:v>
                </c:pt>
                <c:pt idx="3353">
                  <c:v>22111.33</c:v>
                </c:pt>
                <c:pt idx="3354">
                  <c:v>21821.87</c:v>
                </c:pt>
                <c:pt idx="3355">
                  <c:v>21641.82</c:v>
                </c:pt>
                <c:pt idx="3356">
                  <c:v>21428.58</c:v>
                </c:pt>
                <c:pt idx="3357">
                  <c:v>21511.05</c:v>
                </c:pt>
                <c:pt idx="3358">
                  <c:v>21545.57</c:v>
                </c:pt>
                <c:pt idx="3359">
                  <c:v>21810.23</c:v>
                </c:pt>
                <c:pt idx="3360">
                  <c:v>21763.78</c:v>
                </c:pt>
                <c:pt idx="3361">
                  <c:v>21697.55</c:v>
                </c:pt>
                <c:pt idx="3362">
                  <c:v>21551.759999999998</c:v>
                </c:pt>
                <c:pt idx="3363">
                  <c:v>21518.71</c:v>
                </c:pt>
                <c:pt idx="3364">
                  <c:v>21416.639999999999</c:v>
                </c:pt>
                <c:pt idx="3365">
                  <c:v>21207.07</c:v>
                </c:pt>
                <c:pt idx="3366">
                  <c:v>21148.25</c:v>
                </c:pt>
                <c:pt idx="3367">
                  <c:v>21136.43</c:v>
                </c:pt>
                <c:pt idx="3368">
                  <c:v>20999.05</c:v>
                </c:pt>
                <c:pt idx="3369">
                  <c:v>20919.599999999999</c:v>
                </c:pt>
                <c:pt idx="3370">
                  <c:v>20937.28</c:v>
                </c:pt>
                <c:pt idx="3371">
                  <c:v>20824.560000000001</c:v>
                </c:pt>
                <c:pt idx="3372">
                  <c:v>21012.38</c:v>
                </c:pt>
                <c:pt idx="3373">
                  <c:v>20907.95</c:v>
                </c:pt>
                <c:pt idx="3374">
                  <c:v>20888.28</c:v>
                </c:pt>
                <c:pt idx="3375">
                  <c:v>20840.38</c:v>
                </c:pt>
                <c:pt idx="3376">
                  <c:v>20762.29</c:v>
                </c:pt>
                <c:pt idx="3377">
                  <c:v>20527.73</c:v>
                </c:pt>
                <c:pt idx="3378">
                  <c:v>20698.68</c:v>
                </c:pt>
                <c:pt idx="3379">
                  <c:v>20694.7</c:v>
                </c:pt>
                <c:pt idx="3380">
                  <c:v>20734.939999999999</c:v>
                </c:pt>
                <c:pt idx="3381">
                  <c:v>20590.919999999998</c:v>
                </c:pt>
                <c:pt idx="3382">
                  <c:v>20841.91</c:v>
                </c:pt>
                <c:pt idx="3383">
                  <c:v>20601.93</c:v>
                </c:pt>
                <c:pt idx="3384">
                  <c:v>20658.11</c:v>
                </c:pt>
                <c:pt idx="3385">
                  <c:v>20629.78</c:v>
                </c:pt>
                <c:pt idx="3386">
                  <c:v>20047.63</c:v>
                </c:pt>
                <c:pt idx="3387">
                  <c:v>20075.39</c:v>
                </c:pt>
                <c:pt idx="3388">
                  <c:v>19857.88</c:v>
                </c:pt>
                <c:pt idx="3389">
                  <c:v>19827.169999999998</c:v>
                </c:pt>
                <c:pt idx="3390">
                  <c:v>19802.16</c:v>
                </c:pt>
                <c:pt idx="3391">
                  <c:v>19209.3</c:v>
                </c:pt>
                <c:pt idx="3392">
                  <c:v>19145.07</c:v>
                </c:pt>
                <c:pt idx="3393">
                  <c:v>19429.91</c:v>
                </c:pt>
                <c:pt idx="3394">
                  <c:v>19559.21</c:v>
                </c:pt>
                <c:pt idx="3395">
                  <c:v>19482.57</c:v>
                </c:pt>
                <c:pt idx="3396">
                  <c:v>19552.91</c:v>
                </c:pt>
                <c:pt idx="3397">
                  <c:v>19788.509999999998</c:v>
                </c:pt>
                <c:pt idx="3398">
                  <c:v>19811.8</c:v>
                </c:pt>
                <c:pt idx="3399">
                  <c:v>19798.669999999998</c:v>
                </c:pt>
                <c:pt idx="3400">
                  <c:v>19880.03</c:v>
                </c:pt>
                <c:pt idx="3401">
                  <c:v>20132.240000000002</c:v>
                </c:pt>
                <c:pt idx="3402">
                  <c:v>19887.78</c:v>
                </c:pt>
                <c:pt idx="3403">
                  <c:v>20100.09</c:v>
                </c:pt>
                <c:pt idx="3404">
                  <c:v>20104.27</c:v>
                </c:pt>
                <c:pt idx="3405">
                  <c:v>20116.07</c:v>
                </c:pt>
                <c:pt idx="3406">
                  <c:v>19962.95</c:v>
                </c:pt>
                <c:pt idx="3407">
                  <c:v>20052.29</c:v>
                </c:pt>
                <c:pt idx="3408">
                  <c:v>20291.68</c:v>
                </c:pt>
                <c:pt idx="3409">
                  <c:v>20081.36</c:v>
                </c:pt>
                <c:pt idx="3410">
                  <c:v>20136.12</c:v>
                </c:pt>
                <c:pt idx="3411">
                  <c:v>20269.47</c:v>
                </c:pt>
                <c:pt idx="3412">
                  <c:v>20065.52</c:v>
                </c:pt>
                <c:pt idx="3413">
                  <c:v>20072.55</c:v>
                </c:pt>
                <c:pt idx="3414">
                  <c:v>19998.72</c:v>
                </c:pt>
                <c:pt idx="3415">
                  <c:v>19666.18</c:v>
                </c:pt>
                <c:pt idx="3416">
                  <c:v>19690.2</c:v>
                </c:pt>
                <c:pt idx="3417">
                  <c:v>19820.38</c:v>
                </c:pt>
                <c:pt idx="3418">
                  <c:v>19796.810000000001</c:v>
                </c:pt>
                <c:pt idx="3419">
                  <c:v>19585.400000000001</c:v>
                </c:pt>
                <c:pt idx="3420">
                  <c:v>19274.96</c:v>
                </c:pt>
                <c:pt idx="3421">
                  <c:v>18892.79</c:v>
                </c:pt>
                <c:pt idx="3422">
                  <c:v>18877.330000000002</c:v>
                </c:pt>
                <c:pt idx="3423">
                  <c:v>18903.2</c:v>
                </c:pt>
                <c:pt idx="3424">
                  <c:v>19053.47</c:v>
                </c:pt>
                <c:pt idx="3425">
                  <c:v>19640.8</c:v>
                </c:pt>
                <c:pt idx="3426">
                  <c:v>19559.05</c:v>
                </c:pt>
                <c:pt idx="3427">
                  <c:v>19239.88</c:v>
                </c:pt>
                <c:pt idx="3428">
                  <c:v>19455.330000000002</c:v>
                </c:pt>
                <c:pt idx="3429">
                  <c:v>19121.34</c:v>
                </c:pt>
                <c:pt idx="3430">
                  <c:v>19092.63</c:v>
                </c:pt>
                <c:pt idx="3431">
                  <c:v>19025.11</c:v>
                </c:pt>
                <c:pt idx="3432">
                  <c:v>19419.87</c:v>
                </c:pt>
                <c:pt idx="3433">
                  <c:v>19396.36</c:v>
                </c:pt>
                <c:pt idx="3434">
                  <c:v>19428.09</c:v>
                </c:pt>
                <c:pt idx="3435">
                  <c:v>19800.64</c:v>
                </c:pt>
                <c:pt idx="3436">
                  <c:v>19809.13</c:v>
                </c:pt>
                <c:pt idx="3437">
                  <c:v>19709.75</c:v>
                </c:pt>
                <c:pt idx="3438">
                  <c:v>19735.53</c:v>
                </c:pt>
                <c:pt idx="3439">
                  <c:v>19441.46</c:v>
                </c:pt>
                <c:pt idx="3440">
                  <c:v>19025.27</c:v>
                </c:pt>
                <c:pt idx="3441">
                  <c:v>19176.95</c:v>
                </c:pt>
                <c:pt idx="3442">
                  <c:v>18981.84</c:v>
                </c:pt>
                <c:pt idx="3443">
                  <c:v>18897.45</c:v>
                </c:pt>
                <c:pt idx="3444">
                  <c:v>18995.13</c:v>
                </c:pt>
                <c:pt idx="3445">
                  <c:v>19265.07</c:v>
                </c:pt>
                <c:pt idx="3446">
                  <c:v>19518.849999999999</c:v>
                </c:pt>
                <c:pt idx="3447">
                  <c:v>19416.669999999998</c:v>
                </c:pt>
                <c:pt idx="3448">
                  <c:v>19427.810000000001</c:v>
                </c:pt>
                <c:pt idx="3449">
                  <c:v>19233.939999999999</c:v>
                </c:pt>
                <c:pt idx="3450">
                  <c:v>18808.400000000001</c:v>
                </c:pt>
                <c:pt idx="3451">
                  <c:v>19026.52</c:v>
                </c:pt>
                <c:pt idx="3452">
                  <c:v>18872.560000000001</c:v>
                </c:pt>
                <c:pt idx="3453">
                  <c:v>18953.63</c:v>
                </c:pt>
                <c:pt idx="3454">
                  <c:v>18502.34</c:v>
                </c:pt>
                <c:pt idx="3455">
                  <c:v>18678.29</c:v>
                </c:pt>
                <c:pt idx="3456">
                  <c:v>18520.53</c:v>
                </c:pt>
                <c:pt idx="3457">
                  <c:v>18259.03</c:v>
                </c:pt>
                <c:pt idx="3458">
                  <c:v>18185.59</c:v>
                </c:pt>
                <c:pt idx="3459">
                  <c:v>18558.34</c:v>
                </c:pt>
                <c:pt idx="3460">
                  <c:v>18629.52</c:v>
                </c:pt>
                <c:pt idx="3461">
                  <c:v>18690.22</c:v>
                </c:pt>
                <c:pt idx="3462">
                  <c:v>19055.46</c:v>
                </c:pt>
                <c:pt idx="3463">
                  <c:v>18800.990000000002</c:v>
                </c:pt>
                <c:pt idx="3464">
                  <c:v>18713.41</c:v>
                </c:pt>
                <c:pt idx="3465">
                  <c:v>18666.400000000001</c:v>
                </c:pt>
                <c:pt idx="3466">
                  <c:v>18786.189999999999</c:v>
                </c:pt>
                <c:pt idx="3467">
                  <c:v>19039.150000000001</c:v>
                </c:pt>
                <c:pt idx="3468">
                  <c:v>18922.32</c:v>
                </c:pt>
                <c:pt idx="3469">
                  <c:v>18951.849999999999</c:v>
                </c:pt>
                <c:pt idx="3470">
                  <c:v>19200.93</c:v>
                </c:pt>
                <c:pt idx="3471">
                  <c:v>19259.830000000002</c:v>
                </c:pt>
                <c:pt idx="3472">
                  <c:v>19894.310000000001</c:v>
                </c:pt>
                <c:pt idx="3473">
                  <c:v>19735.04</c:v>
                </c:pt>
                <c:pt idx="3474">
                  <c:v>19964.63</c:v>
                </c:pt>
                <c:pt idx="3475">
                  <c:v>20227.28</c:v>
                </c:pt>
                <c:pt idx="3476">
                  <c:v>20330.64</c:v>
                </c:pt>
                <c:pt idx="3477">
                  <c:v>20484.75</c:v>
                </c:pt>
                <c:pt idx="3478">
                  <c:v>20536.650000000001</c:v>
                </c:pt>
                <c:pt idx="3479">
                  <c:v>21086</c:v>
                </c:pt>
                <c:pt idx="3480">
                  <c:v>21249.53</c:v>
                </c:pt>
                <c:pt idx="3481">
                  <c:v>21309.08</c:v>
                </c:pt>
                <c:pt idx="3482">
                  <c:v>21094.21</c:v>
                </c:pt>
                <c:pt idx="3483">
                  <c:v>20741.45</c:v>
                </c:pt>
                <c:pt idx="3484">
                  <c:v>20809.71</c:v>
                </c:pt>
                <c:pt idx="3485">
                  <c:v>20646.29</c:v>
                </c:pt>
                <c:pt idx="3486">
                  <c:v>20677.16</c:v>
                </c:pt>
                <c:pt idx="3487">
                  <c:v>20624.39</c:v>
                </c:pt>
                <c:pt idx="3488">
                  <c:v>21010.639999999999</c:v>
                </c:pt>
                <c:pt idx="3489">
                  <c:v>20995.01</c:v>
                </c:pt>
                <c:pt idx="3490">
                  <c:v>20780.73</c:v>
                </c:pt>
                <c:pt idx="3491">
                  <c:v>20562.310000000001</c:v>
                </c:pt>
                <c:pt idx="3492">
                  <c:v>20610.64</c:v>
                </c:pt>
                <c:pt idx="3493">
                  <c:v>20701.04</c:v>
                </c:pt>
                <c:pt idx="3494">
                  <c:v>20327.32</c:v>
                </c:pt>
                <c:pt idx="3495">
                  <c:v>20140.669999999998</c:v>
                </c:pt>
                <c:pt idx="3496">
                  <c:v>20356.240000000002</c:v>
                </c:pt>
                <c:pt idx="3497">
                  <c:v>20593</c:v>
                </c:pt>
                <c:pt idx="3498">
                  <c:v>20790.98</c:v>
                </c:pt>
                <c:pt idx="3499">
                  <c:v>20522.259999999998</c:v>
                </c:pt>
                <c:pt idx="3500">
                  <c:v>20555.580000000002</c:v>
                </c:pt>
                <c:pt idx="3501">
                  <c:v>20609.39</c:v>
                </c:pt>
                <c:pt idx="3502">
                  <c:v>20885.419999999998</c:v>
                </c:pt>
                <c:pt idx="3503">
                  <c:v>21046.91</c:v>
                </c:pt>
                <c:pt idx="3504">
                  <c:v>20668.86</c:v>
                </c:pt>
                <c:pt idx="3505">
                  <c:v>20668.8</c:v>
                </c:pt>
                <c:pt idx="3506">
                  <c:v>20901.560000000001</c:v>
                </c:pt>
                <c:pt idx="3507">
                  <c:v>20856.63</c:v>
                </c:pt>
                <c:pt idx="3508">
                  <c:v>20888.240000000002</c:v>
                </c:pt>
                <c:pt idx="3509">
                  <c:v>21115.29</c:v>
                </c:pt>
                <c:pt idx="3510">
                  <c:v>21317.85</c:v>
                </c:pt>
                <c:pt idx="3511">
                  <c:v>21353.53</c:v>
                </c:pt>
                <c:pt idx="3512">
                  <c:v>21307.89</c:v>
                </c:pt>
                <c:pt idx="3513">
                  <c:v>21339.7</c:v>
                </c:pt>
                <c:pt idx="3514">
                  <c:v>21134.18</c:v>
                </c:pt>
                <c:pt idx="3515">
                  <c:v>21086</c:v>
                </c:pt>
                <c:pt idx="3516">
                  <c:v>20900.73</c:v>
                </c:pt>
                <c:pt idx="3517">
                  <c:v>20627.78</c:v>
                </c:pt>
                <c:pt idx="3518">
                  <c:v>20806.25</c:v>
                </c:pt>
                <c:pt idx="3519">
                  <c:v>21265.31</c:v>
                </c:pt>
                <c:pt idx="3520">
                  <c:v>21562.26</c:v>
                </c:pt>
                <c:pt idx="3521">
                  <c:v>21387.96</c:v>
                </c:pt>
                <c:pt idx="3522">
                  <c:v>21680.080000000002</c:v>
                </c:pt>
                <c:pt idx="3523">
                  <c:v>21568.73</c:v>
                </c:pt>
                <c:pt idx="3524">
                  <c:v>21217.86</c:v>
                </c:pt>
                <c:pt idx="3525">
                  <c:v>21406.86</c:v>
                </c:pt>
                <c:pt idx="3526">
                  <c:v>21380.99</c:v>
                </c:pt>
                <c:pt idx="3527">
                  <c:v>21549.279999999999</c:v>
                </c:pt>
                <c:pt idx="3528">
                  <c:v>21478.720000000001</c:v>
                </c:pt>
                <c:pt idx="3529">
                  <c:v>21424.79</c:v>
                </c:pt>
                <c:pt idx="3530">
                  <c:v>21491.62</c:v>
                </c:pt>
                <c:pt idx="3531">
                  <c:v>21277.279999999999</c:v>
                </c:pt>
                <c:pt idx="3532">
                  <c:v>21365.23</c:v>
                </c:pt>
                <c:pt idx="3533">
                  <c:v>20917.830000000002</c:v>
                </c:pt>
                <c:pt idx="3534">
                  <c:v>20887.400000000001</c:v>
                </c:pt>
                <c:pt idx="3535">
                  <c:v>20783.86</c:v>
                </c:pt>
                <c:pt idx="3536">
                  <c:v>21010.01</c:v>
                </c:pt>
                <c:pt idx="3537">
                  <c:v>21018.46</c:v>
                </c:pt>
                <c:pt idx="3538">
                  <c:v>20699.189999999999</c:v>
                </c:pt>
                <c:pt idx="3539">
                  <c:v>20709.939999999999</c:v>
                </c:pt>
                <c:pt idx="3540">
                  <c:v>20756.98</c:v>
                </c:pt>
                <c:pt idx="3541">
                  <c:v>20739.45</c:v>
                </c:pt>
                <c:pt idx="3542">
                  <c:v>20333.37</c:v>
                </c:pt>
                <c:pt idx="3543">
                  <c:v>20390.490000000002</c:v>
                </c:pt>
                <c:pt idx="3544">
                  <c:v>20160.41</c:v>
                </c:pt>
                <c:pt idx="3545">
                  <c:v>20501.669999999998</c:v>
                </c:pt>
                <c:pt idx="3546">
                  <c:v>20439.14</c:v>
                </c:pt>
                <c:pt idx="3547">
                  <c:v>20110.37</c:v>
                </c:pt>
                <c:pt idx="3548">
                  <c:v>19942.95</c:v>
                </c:pt>
                <c:pt idx="3549">
                  <c:v>19686.919999999998</c:v>
                </c:pt>
                <c:pt idx="3550">
                  <c:v>19627.75</c:v>
                </c:pt>
                <c:pt idx="3551">
                  <c:v>19012.2</c:v>
                </c:pt>
                <c:pt idx="3552">
                  <c:v>19204.419999999998</c:v>
                </c:pt>
                <c:pt idx="3553">
                  <c:v>19095.38</c:v>
                </c:pt>
                <c:pt idx="3554">
                  <c:v>19151.939999999999</c:v>
                </c:pt>
                <c:pt idx="3555">
                  <c:v>19004.28</c:v>
                </c:pt>
                <c:pt idx="3556">
                  <c:v>18865.72</c:v>
                </c:pt>
                <c:pt idx="3557">
                  <c:v>18593.060000000001</c:v>
                </c:pt>
                <c:pt idx="3558">
                  <c:v>18813.41</c:v>
                </c:pt>
                <c:pt idx="3559">
                  <c:v>18727.310000000001</c:v>
                </c:pt>
                <c:pt idx="3560">
                  <c:v>18877.41</c:v>
                </c:pt>
                <c:pt idx="3561">
                  <c:v>18434.39</c:v>
                </c:pt>
                <c:pt idx="3562">
                  <c:v>18397.919999999998</c:v>
                </c:pt>
                <c:pt idx="3563">
                  <c:v>18518.669999999998</c:v>
                </c:pt>
                <c:pt idx="3564">
                  <c:v>18629.169999999998</c:v>
                </c:pt>
                <c:pt idx="3565">
                  <c:v>18378.23</c:v>
                </c:pt>
                <c:pt idx="3566">
                  <c:v>18416.45</c:v>
                </c:pt>
                <c:pt idx="3567">
                  <c:v>18080.2</c:v>
                </c:pt>
                <c:pt idx="3568">
                  <c:v>18070.21</c:v>
                </c:pt>
                <c:pt idx="3569">
                  <c:v>18285.39</c:v>
                </c:pt>
                <c:pt idx="3570">
                  <c:v>18026.84</c:v>
                </c:pt>
                <c:pt idx="3571">
                  <c:v>18354.43</c:v>
                </c:pt>
                <c:pt idx="3572">
                  <c:v>18447.169999999998</c:v>
                </c:pt>
                <c:pt idx="3573">
                  <c:v>18575.66</c:v>
                </c:pt>
                <c:pt idx="3574">
                  <c:v>18586.23</c:v>
                </c:pt>
                <c:pt idx="3575">
                  <c:v>19107.810000000001</c:v>
                </c:pt>
                <c:pt idx="3576">
                  <c:v>19240.580000000002</c:v>
                </c:pt>
                <c:pt idx="3577">
                  <c:v>18942.23</c:v>
                </c:pt>
                <c:pt idx="3578">
                  <c:v>19179.689999999999</c:v>
                </c:pt>
                <c:pt idx="3579">
                  <c:v>19040.39</c:v>
                </c:pt>
                <c:pt idx="3580">
                  <c:v>19002.259999999998</c:v>
                </c:pt>
                <c:pt idx="3581">
                  <c:v>17989.349999999999</c:v>
                </c:pt>
                <c:pt idx="3582">
                  <c:v>18256.2</c:v>
                </c:pt>
                <c:pt idx="3583">
                  <c:v>18037.810000000001</c:v>
                </c:pt>
                <c:pt idx="3584">
                  <c:v>17689.48</c:v>
                </c:pt>
                <c:pt idx="3585">
                  <c:v>17935.099999999999</c:v>
                </c:pt>
                <c:pt idx="3586">
                  <c:v>17864.43</c:v>
                </c:pt>
                <c:pt idx="3587">
                  <c:v>18251.59</c:v>
                </c:pt>
                <c:pt idx="3588">
                  <c:v>18225.849999999999</c:v>
                </c:pt>
                <c:pt idx="3589">
                  <c:v>18491.23</c:v>
                </c:pt>
                <c:pt idx="3590">
                  <c:v>18817.47</c:v>
                </c:pt>
                <c:pt idx="3591">
                  <c:v>18960.900000000001</c:v>
                </c:pt>
                <c:pt idx="3592">
                  <c:v>19348.439999999999</c:v>
                </c:pt>
                <c:pt idx="3593">
                  <c:v>19508.18</c:v>
                </c:pt>
                <c:pt idx="3594">
                  <c:v>19137.169999999998</c:v>
                </c:pt>
                <c:pt idx="3595">
                  <c:v>18963.89</c:v>
                </c:pt>
                <c:pt idx="3596">
                  <c:v>20014.43</c:v>
                </c:pt>
                <c:pt idx="3597">
                  <c:v>19678.47</c:v>
                </c:pt>
                <c:pt idx="3598">
                  <c:v>19677.89</c:v>
                </c:pt>
                <c:pt idx="3599">
                  <c:v>19842.79</c:v>
                </c:pt>
                <c:pt idx="3600">
                  <c:v>19242.5</c:v>
                </c:pt>
                <c:pt idx="3601">
                  <c:v>19733.71</c:v>
                </c:pt>
                <c:pt idx="3602">
                  <c:v>19369.96</c:v>
                </c:pt>
                <c:pt idx="3603">
                  <c:v>19864.87</c:v>
                </c:pt>
                <c:pt idx="3604">
                  <c:v>20019.240000000002</c:v>
                </c:pt>
                <c:pt idx="3605">
                  <c:v>19688.7</c:v>
                </c:pt>
                <c:pt idx="3606">
                  <c:v>19066.54</c:v>
                </c:pt>
                <c:pt idx="3607">
                  <c:v>18968.2</c:v>
                </c:pt>
                <c:pt idx="3608">
                  <c:v>18771.82</c:v>
                </c:pt>
                <c:pt idx="3609">
                  <c:v>18025.72</c:v>
                </c:pt>
                <c:pt idx="3610">
                  <c:v>17983.099999999999</c:v>
                </c:pt>
                <c:pt idx="3611">
                  <c:v>18309.22</c:v>
                </c:pt>
                <c:pt idx="3612">
                  <c:v>18076.46</c:v>
                </c:pt>
                <c:pt idx="3613">
                  <c:v>18873.990000000002</c:v>
                </c:pt>
                <c:pt idx="3614">
                  <c:v>18501.79</c:v>
                </c:pt>
                <c:pt idx="3615">
                  <c:v>18757.810000000001</c:v>
                </c:pt>
                <c:pt idx="3616">
                  <c:v>18329.46</c:v>
                </c:pt>
                <c:pt idx="3617">
                  <c:v>18141.59</c:v>
                </c:pt>
                <c:pt idx="3618">
                  <c:v>17711.060000000001</c:v>
                </c:pt>
                <c:pt idx="3619">
                  <c:v>17707.009999999998</c:v>
                </c:pt>
                <c:pt idx="3620">
                  <c:v>17172.28</c:v>
                </c:pt>
                <c:pt idx="3621">
                  <c:v>16250.27</c:v>
                </c:pt>
                <c:pt idx="3622">
                  <c:v>16822.150000000001</c:v>
                </c:pt>
                <c:pt idx="3623">
                  <c:v>17592.41</c:v>
                </c:pt>
                <c:pt idx="3624">
                  <c:v>18011.060000000001</c:v>
                </c:pt>
                <c:pt idx="3625">
                  <c:v>18130.55</c:v>
                </c:pt>
                <c:pt idx="3626">
                  <c:v>17407.8</c:v>
                </c:pt>
                <c:pt idx="3627">
                  <c:v>17668.830000000002</c:v>
                </c:pt>
                <c:pt idx="3628">
                  <c:v>17911.95</c:v>
                </c:pt>
                <c:pt idx="3629">
                  <c:v>18824.169999999998</c:v>
                </c:pt>
                <c:pt idx="3630">
                  <c:v>19014.8</c:v>
                </c:pt>
                <c:pt idx="3631">
                  <c:v>18917.95</c:v>
                </c:pt>
                <c:pt idx="3632">
                  <c:v>19455.310000000001</c:v>
                </c:pt>
                <c:pt idx="3633">
                  <c:v>19181.5</c:v>
                </c:pt>
                <c:pt idx="3634">
                  <c:v>19045.439999999999</c:v>
                </c:pt>
                <c:pt idx="3635">
                  <c:v>19030.54</c:v>
                </c:pt>
                <c:pt idx="3636">
                  <c:v>19866.63</c:v>
                </c:pt>
                <c:pt idx="3637">
                  <c:v>19912.82</c:v>
                </c:pt>
                <c:pt idx="3638">
                  <c:v>20048</c:v>
                </c:pt>
                <c:pt idx="3639">
                  <c:v>19710.5</c:v>
                </c:pt>
                <c:pt idx="3640">
                  <c:v>19616.400000000001</c:v>
                </c:pt>
                <c:pt idx="3641">
                  <c:v>20212.91</c:v>
                </c:pt>
                <c:pt idx="3642">
                  <c:v>20585.330000000002</c:v>
                </c:pt>
                <c:pt idx="3643">
                  <c:v>20534.849999999999</c:v>
                </c:pt>
                <c:pt idx="3644">
                  <c:v>20204.169999999998</c:v>
                </c:pt>
                <c:pt idx="3645">
                  <c:v>19865.11</c:v>
                </c:pt>
                <c:pt idx="3646">
                  <c:v>19582.88</c:v>
                </c:pt>
                <c:pt idx="3647">
                  <c:v>19752.48</c:v>
                </c:pt>
                <c:pt idx="3648">
                  <c:v>19466.79</c:v>
                </c:pt>
                <c:pt idx="3649">
                  <c:v>19875.53</c:v>
                </c:pt>
                <c:pt idx="3650">
                  <c:v>19486.87</c:v>
                </c:pt>
                <c:pt idx="3651">
                  <c:v>19399.919999999998</c:v>
                </c:pt>
                <c:pt idx="3652">
                  <c:v>20016.27</c:v>
                </c:pt>
                <c:pt idx="3653">
                  <c:v>20289.03</c:v>
                </c:pt>
                <c:pt idx="3654">
                  <c:v>20212.080000000002</c:v>
                </c:pt>
                <c:pt idx="3655">
                  <c:v>20260.099999999999</c:v>
                </c:pt>
                <c:pt idx="3656">
                  <c:v>19620.009999999998</c:v>
                </c:pt>
                <c:pt idx="3657">
                  <c:v>19595.14</c:v>
                </c:pt>
                <c:pt idx="3658">
                  <c:v>19783.669999999998</c:v>
                </c:pt>
                <c:pt idx="3659">
                  <c:v>19330.7</c:v>
                </c:pt>
                <c:pt idx="3660">
                  <c:v>20490.57</c:v>
                </c:pt>
                <c:pt idx="3661">
                  <c:v>20946.14</c:v>
                </c:pt>
                <c:pt idx="3662">
                  <c:v>21884.74</c:v>
                </c:pt>
                <c:pt idx="3663">
                  <c:v>21992.720000000001</c:v>
                </c:pt>
                <c:pt idx="3664">
                  <c:v>22421.46</c:v>
                </c:pt>
                <c:pt idx="3665">
                  <c:v>22663.37</c:v>
                </c:pt>
                <c:pt idx="3666">
                  <c:v>22440.25</c:v>
                </c:pt>
                <c:pt idx="3667">
                  <c:v>22570.74</c:v>
                </c:pt>
                <c:pt idx="3668">
                  <c:v>22541.69</c:v>
                </c:pt>
                <c:pt idx="3669">
                  <c:v>22572.080000000002</c:v>
                </c:pt>
                <c:pt idx="3670">
                  <c:v>22293.29</c:v>
                </c:pt>
                <c:pt idx="3671">
                  <c:v>22444.799999999999</c:v>
                </c:pt>
                <c:pt idx="3672">
                  <c:v>21987.29</c:v>
                </c:pt>
                <c:pt idx="3673">
                  <c:v>22003.69</c:v>
                </c:pt>
                <c:pt idx="3674">
                  <c:v>21902.400000000001</c:v>
                </c:pt>
                <c:pt idx="3675">
                  <c:v>21804.75</c:v>
                </c:pt>
                <c:pt idx="3676">
                  <c:v>21875.38</c:v>
                </c:pt>
                <c:pt idx="3677">
                  <c:v>21940.2</c:v>
                </c:pt>
                <c:pt idx="3678">
                  <c:v>21926.880000000001</c:v>
                </c:pt>
                <c:pt idx="3679">
                  <c:v>21663.16</c:v>
                </c:pt>
                <c:pt idx="3680">
                  <c:v>22347.23</c:v>
                </c:pt>
                <c:pt idx="3681">
                  <c:v>22726.43</c:v>
                </c:pt>
                <c:pt idx="3682">
                  <c:v>22530.18</c:v>
                </c:pt>
                <c:pt idx="3683">
                  <c:v>22517.55</c:v>
                </c:pt>
                <c:pt idx="3684">
                  <c:v>22747.95</c:v>
                </c:pt>
                <c:pt idx="3685">
                  <c:v>22770.47</c:v>
                </c:pt>
                <c:pt idx="3686">
                  <c:v>22398.1</c:v>
                </c:pt>
                <c:pt idx="3687">
                  <c:v>22061.18</c:v>
                </c:pt>
                <c:pt idx="3688">
                  <c:v>22061.78</c:v>
                </c:pt>
                <c:pt idx="3689">
                  <c:v>22041.77</c:v>
                </c:pt>
                <c:pt idx="3690">
                  <c:v>22171.95</c:v>
                </c:pt>
                <c:pt idx="3691">
                  <c:v>21759.14</c:v>
                </c:pt>
                <c:pt idx="3692">
                  <c:v>21859.97</c:v>
                </c:pt>
                <c:pt idx="3693">
                  <c:v>21850.59</c:v>
                </c:pt>
                <c:pt idx="3694">
                  <c:v>21599.51</c:v>
                </c:pt>
                <c:pt idx="3695">
                  <c:v>21695.26</c:v>
                </c:pt>
                <c:pt idx="3696">
                  <c:v>21953.11</c:v>
                </c:pt>
                <c:pt idx="3697">
                  <c:v>22343.77</c:v>
                </c:pt>
                <c:pt idx="3698">
                  <c:v>22496</c:v>
                </c:pt>
                <c:pt idx="3699">
                  <c:v>22508.080000000002</c:v>
                </c:pt>
                <c:pt idx="3700">
                  <c:v>22420.37</c:v>
                </c:pt>
                <c:pt idx="3701">
                  <c:v>22609.83</c:v>
                </c:pt>
                <c:pt idx="3702">
                  <c:v>22661.63</c:v>
                </c:pt>
                <c:pt idx="3703">
                  <c:v>22868.67</c:v>
                </c:pt>
                <c:pt idx="3704">
                  <c:v>22949.56</c:v>
                </c:pt>
                <c:pt idx="3705">
                  <c:v>23253.84</c:v>
                </c:pt>
                <c:pt idx="3706">
                  <c:v>23626.43</c:v>
                </c:pt>
                <c:pt idx="3707">
                  <c:v>23684.13</c:v>
                </c:pt>
                <c:pt idx="3708">
                  <c:v>23184.32</c:v>
                </c:pt>
                <c:pt idx="3709">
                  <c:v>23118.07</c:v>
                </c:pt>
                <c:pt idx="3710">
                  <c:v>22900.79</c:v>
                </c:pt>
                <c:pt idx="3711">
                  <c:v>22747.279999999999</c:v>
                </c:pt>
                <c:pt idx="3712">
                  <c:v>22730.78</c:v>
                </c:pt>
                <c:pt idx="3713">
                  <c:v>22711.02</c:v>
                </c:pt>
                <c:pt idx="3714">
                  <c:v>23199.39</c:v>
                </c:pt>
                <c:pt idx="3715">
                  <c:v>23163.38</c:v>
                </c:pt>
                <c:pt idx="3716">
                  <c:v>23011.14</c:v>
                </c:pt>
                <c:pt idx="3717">
                  <c:v>22901.08</c:v>
                </c:pt>
                <c:pt idx="3718">
                  <c:v>22960.63</c:v>
                </c:pt>
                <c:pt idx="3719">
                  <c:v>23276.27</c:v>
                </c:pt>
                <c:pt idx="3720">
                  <c:v>23073.759999999998</c:v>
                </c:pt>
                <c:pt idx="3721">
                  <c:v>23291.8</c:v>
                </c:pt>
                <c:pt idx="3722">
                  <c:v>23336</c:v>
                </c:pt>
                <c:pt idx="3723">
                  <c:v>23159.14</c:v>
                </c:pt>
                <c:pt idx="3724">
                  <c:v>23261.61</c:v>
                </c:pt>
                <c:pt idx="3725">
                  <c:v>23315.24</c:v>
                </c:pt>
                <c:pt idx="3726">
                  <c:v>23633.25</c:v>
                </c:pt>
                <c:pt idx="3727">
                  <c:v>23720.81</c:v>
                </c:pt>
                <c:pt idx="3728">
                  <c:v>23805.63</c:v>
                </c:pt>
                <c:pt idx="3729">
                  <c:v>23892.84</c:v>
                </c:pt>
                <c:pt idx="3730">
                  <c:v>24007.38</c:v>
                </c:pt>
                <c:pt idx="3731">
                  <c:v>24138.31</c:v>
                </c:pt>
                <c:pt idx="3732">
                  <c:v>23896.1</c:v>
                </c:pt>
                <c:pt idx="3733">
                  <c:v>23520.62</c:v>
                </c:pt>
                <c:pt idx="3734">
                  <c:v>23830.31</c:v>
                </c:pt>
                <c:pt idx="3735">
                  <c:v>24008.07</c:v>
                </c:pt>
                <c:pt idx="3736">
                  <c:v>24014</c:v>
                </c:pt>
                <c:pt idx="3737">
                  <c:v>24135.03</c:v>
                </c:pt>
                <c:pt idx="3738">
                  <c:v>23976.37</c:v>
                </c:pt>
                <c:pt idx="3739">
                  <c:v>24303.07</c:v>
                </c:pt>
                <c:pt idx="3740">
                  <c:v>24396.07</c:v>
                </c:pt>
                <c:pt idx="3741">
                  <c:v>24281.8</c:v>
                </c:pt>
                <c:pt idx="3742">
                  <c:v>24285.05</c:v>
                </c:pt>
                <c:pt idx="3743">
                  <c:v>24150.58</c:v>
                </c:pt>
                <c:pt idx="3744">
                  <c:v>23801.9</c:v>
                </c:pt>
                <c:pt idx="3745">
                  <c:v>23527.52</c:v>
                </c:pt>
                <c:pt idx="3746">
                  <c:v>23451.43</c:v>
                </c:pt>
                <c:pt idx="3747">
                  <c:v>23060.36</c:v>
                </c:pt>
                <c:pt idx="3748">
                  <c:v>23068.19</c:v>
                </c:pt>
                <c:pt idx="3749">
                  <c:v>23158.67</c:v>
                </c:pt>
                <c:pt idx="3750">
                  <c:v>22915.279999999999</c:v>
                </c:pt>
                <c:pt idx="3751">
                  <c:v>22825.4</c:v>
                </c:pt>
                <c:pt idx="3752">
                  <c:v>22857.9</c:v>
                </c:pt>
                <c:pt idx="3753">
                  <c:v>22685.22</c:v>
                </c:pt>
                <c:pt idx="3754">
                  <c:v>22300.23</c:v>
                </c:pt>
                <c:pt idx="3755">
                  <c:v>22284.43</c:v>
                </c:pt>
                <c:pt idx="3756">
                  <c:v>22700.880000000001</c:v>
                </c:pt>
                <c:pt idx="3757">
                  <c:v>22678.25</c:v>
                </c:pt>
                <c:pt idx="3758">
                  <c:v>23345.88</c:v>
                </c:pt>
                <c:pt idx="3759">
                  <c:v>23249.78</c:v>
                </c:pt>
                <c:pt idx="3760">
                  <c:v>23614.89</c:v>
                </c:pt>
                <c:pt idx="3761">
                  <c:v>23810.11</c:v>
                </c:pt>
                <c:pt idx="3762">
                  <c:v>23711.7</c:v>
                </c:pt>
                <c:pt idx="3763">
                  <c:v>23313.19</c:v>
                </c:pt>
                <c:pt idx="3764">
                  <c:v>23408.86</c:v>
                </c:pt>
                <c:pt idx="3765">
                  <c:v>23122.42</c:v>
                </c:pt>
                <c:pt idx="3766">
                  <c:v>23048.66</c:v>
                </c:pt>
                <c:pt idx="3767">
                  <c:v>23396.42</c:v>
                </c:pt>
                <c:pt idx="3768">
                  <c:v>23338.02</c:v>
                </c:pt>
                <c:pt idx="3769">
                  <c:v>23012.37</c:v>
                </c:pt>
                <c:pt idx="3770">
                  <c:v>22601.040000000001</c:v>
                </c:pt>
                <c:pt idx="3771">
                  <c:v>22906.9</c:v>
                </c:pt>
                <c:pt idx="3772">
                  <c:v>22990.81</c:v>
                </c:pt>
                <c:pt idx="3773">
                  <c:v>23485.42</c:v>
                </c:pt>
                <c:pt idx="3774">
                  <c:v>23595.24</c:v>
                </c:pt>
                <c:pt idx="3775">
                  <c:v>23301.84</c:v>
                </c:pt>
                <c:pt idx="3776">
                  <c:v>23156.97</c:v>
                </c:pt>
                <c:pt idx="3777">
                  <c:v>22899.78</c:v>
                </c:pt>
                <c:pt idx="3778">
                  <c:v>23121.06</c:v>
                </c:pt>
                <c:pt idx="3779">
                  <c:v>22828.92</c:v>
                </c:pt>
                <c:pt idx="3780">
                  <c:v>22708.62</c:v>
                </c:pt>
                <c:pt idx="3781">
                  <c:v>23164.03</c:v>
                </c:pt>
                <c:pt idx="3782">
                  <c:v>23484.3</c:v>
                </c:pt>
                <c:pt idx="3783">
                  <c:v>23553.59</c:v>
                </c:pt>
                <c:pt idx="3784">
                  <c:v>23908.959999999999</c:v>
                </c:pt>
                <c:pt idx="3785">
                  <c:v>23482.95</c:v>
                </c:pt>
                <c:pt idx="3786">
                  <c:v>23447.34</c:v>
                </c:pt>
                <c:pt idx="3787">
                  <c:v>23617.02</c:v>
                </c:pt>
                <c:pt idx="3788">
                  <c:v>23779.62</c:v>
                </c:pt>
                <c:pt idx="3789">
                  <c:v>23843.24</c:v>
                </c:pt>
                <c:pt idx="3790">
                  <c:v>23788.83</c:v>
                </c:pt>
                <c:pt idx="3791">
                  <c:v>23801.78</c:v>
                </c:pt>
                <c:pt idx="3792">
                  <c:v>23876.86</c:v>
                </c:pt>
                <c:pt idx="3793">
                  <c:v>24003.7</c:v>
                </c:pt>
                <c:pt idx="3794">
                  <c:v>24419.62</c:v>
                </c:pt>
                <c:pt idx="3795">
                  <c:v>24153.98</c:v>
                </c:pt>
                <c:pt idx="3796">
                  <c:v>24156.97</c:v>
                </c:pt>
                <c:pt idx="3797">
                  <c:v>24283.23</c:v>
                </c:pt>
                <c:pt idx="3798">
                  <c:v>24238.98</c:v>
                </c:pt>
                <c:pt idx="3799">
                  <c:v>24125.61</c:v>
                </c:pt>
                <c:pt idx="3800">
                  <c:v>23760.34</c:v>
                </c:pt>
                <c:pt idx="3801">
                  <c:v>23527.26</c:v>
                </c:pt>
                <c:pt idx="3802">
                  <c:v>23686.63</c:v>
                </c:pt>
                <c:pt idx="3803">
                  <c:v>23786.3</c:v>
                </c:pt>
                <c:pt idx="3804">
                  <c:v>23757.82</c:v>
                </c:pt>
                <c:pt idx="3805">
                  <c:v>23668.48</c:v>
                </c:pt>
                <c:pt idx="3806">
                  <c:v>23436.05</c:v>
                </c:pt>
                <c:pt idx="3807">
                  <c:v>23035.45</c:v>
                </c:pt>
                <c:pt idx="3808">
                  <c:v>22999.34</c:v>
                </c:pt>
                <c:pt idx="3809">
                  <c:v>22969.3</c:v>
                </c:pt>
                <c:pt idx="3810">
                  <c:v>22621.73</c:v>
                </c:pt>
                <c:pt idx="3811">
                  <c:v>22833.8</c:v>
                </c:pt>
                <c:pt idx="3812">
                  <c:v>22902.97</c:v>
                </c:pt>
                <c:pt idx="3813">
                  <c:v>23045.19</c:v>
                </c:pt>
                <c:pt idx="3814">
                  <c:v>22993.86</c:v>
                </c:pt>
                <c:pt idx="3815">
                  <c:v>22639.08</c:v>
                </c:pt>
                <c:pt idx="3816">
                  <c:v>22714.85</c:v>
                </c:pt>
                <c:pt idx="3817">
                  <c:v>22668.78</c:v>
                </c:pt>
                <c:pt idx="3818">
                  <c:v>22975.35</c:v>
                </c:pt>
                <c:pt idx="3819">
                  <c:v>23431.19</c:v>
                </c:pt>
                <c:pt idx="3820">
                  <c:v>23317.61</c:v>
                </c:pt>
                <c:pt idx="3821">
                  <c:v>23162.91</c:v>
                </c:pt>
                <c:pt idx="3822">
                  <c:v>23171.8</c:v>
                </c:pt>
                <c:pt idx="3823">
                  <c:v>23092.52</c:v>
                </c:pt>
                <c:pt idx="3824">
                  <c:v>23428.15</c:v>
                </c:pt>
                <c:pt idx="3825">
                  <c:v>23237.69</c:v>
                </c:pt>
                <c:pt idx="3826">
                  <c:v>23320.52</c:v>
                </c:pt>
                <c:pt idx="3827">
                  <c:v>23448.78</c:v>
                </c:pt>
                <c:pt idx="3828">
                  <c:v>23249.8</c:v>
                </c:pt>
                <c:pt idx="3829">
                  <c:v>23007.99</c:v>
                </c:pt>
                <c:pt idx="3830">
                  <c:v>23166.22</c:v>
                </c:pt>
                <c:pt idx="3831">
                  <c:v>22877.25</c:v>
                </c:pt>
                <c:pt idx="3832">
                  <c:v>23054.68</c:v>
                </c:pt>
                <c:pt idx="3833">
                  <c:v>23023.86</c:v>
                </c:pt>
                <c:pt idx="3834">
                  <c:v>22896.14</c:v>
                </c:pt>
                <c:pt idx="3835">
                  <c:v>23524.02</c:v>
                </c:pt>
                <c:pt idx="3836">
                  <c:v>23605.71</c:v>
                </c:pt>
                <c:pt idx="3837">
                  <c:v>23637.39</c:v>
                </c:pt>
                <c:pt idx="3838">
                  <c:v>23214.46</c:v>
                </c:pt>
                <c:pt idx="3839">
                  <c:v>23693.02</c:v>
                </c:pt>
                <c:pt idx="3840">
                  <c:v>24027.18</c:v>
                </c:pt>
                <c:pt idx="3841">
                  <c:v>24222.58</c:v>
                </c:pt>
                <c:pt idx="3842">
                  <c:v>24700.3</c:v>
                </c:pt>
                <c:pt idx="3843">
                  <c:v>24500.61</c:v>
                </c:pt>
                <c:pt idx="3844">
                  <c:v>24710.6</c:v>
                </c:pt>
                <c:pt idx="3845">
                  <c:v>24964.37</c:v>
                </c:pt>
                <c:pt idx="3846">
                  <c:v>24876.82</c:v>
                </c:pt>
                <c:pt idx="3847">
                  <c:v>24535.63</c:v>
                </c:pt>
                <c:pt idx="3848">
                  <c:v>24144.67</c:v>
                </c:pt>
                <c:pt idx="3849">
                  <c:v>23671.42</c:v>
                </c:pt>
                <c:pt idx="3850">
                  <c:v>23652.94</c:v>
                </c:pt>
                <c:pt idx="3851">
                  <c:v>23096.32</c:v>
                </c:pt>
                <c:pt idx="3852">
                  <c:v>23210.86</c:v>
                </c:pt>
                <c:pt idx="3853">
                  <c:v>23164.58</c:v>
                </c:pt>
                <c:pt idx="3854">
                  <c:v>23601.24</c:v>
                </c:pt>
                <c:pt idx="3855">
                  <c:v>23627.91</c:v>
                </c:pt>
                <c:pt idx="3856">
                  <c:v>23517.54</c:v>
                </c:pt>
                <c:pt idx="3857">
                  <c:v>23649.48</c:v>
                </c:pt>
                <c:pt idx="3858">
                  <c:v>23556.5</c:v>
                </c:pt>
                <c:pt idx="3859">
                  <c:v>23763.73</c:v>
                </c:pt>
                <c:pt idx="3860">
                  <c:v>23469.38</c:v>
                </c:pt>
                <c:pt idx="3861">
                  <c:v>23757.63</c:v>
                </c:pt>
                <c:pt idx="3862">
                  <c:v>23852.17</c:v>
                </c:pt>
                <c:pt idx="3863">
                  <c:v>23457.69</c:v>
                </c:pt>
                <c:pt idx="3864">
                  <c:v>23121.7</c:v>
                </c:pt>
                <c:pt idx="3865">
                  <c:v>23207.31</c:v>
                </c:pt>
                <c:pt idx="3866">
                  <c:v>22944.18</c:v>
                </c:pt>
                <c:pt idx="3867">
                  <c:v>22884.32</c:v>
                </c:pt>
                <c:pt idx="3868">
                  <c:v>22880.41</c:v>
                </c:pt>
                <c:pt idx="3869">
                  <c:v>22639.14</c:v>
                </c:pt>
                <c:pt idx="3870">
                  <c:v>22618.66</c:v>
                </c:pt>
                <c:pt idx="3871">
                  <c:v>22358.169900000001</c:v>
                </c:pt>
                <c:pt idx="3872">
                  <c:v>22378.669900000001</c:v>
                </c:pt>
                <c:pt idx="3873">
                  <c:v>22109.949199999999</c:v>
                </c:pt>
                <c:pt idx="3874">
                  <c:v>22340.839800000002</c:v>
                </c:pt>
                <c:pt idx="3875">
                  <c:v>22119.429700000001</c:v>
                </c:pt>
                <c:pt idx="3876">
                  <c:v>22047.710899999998</c:v>
                </c:pt>
                <c:pt idx="3877">
                  <c:v>22002.589800000002</c:v>
                </c:pt>
                <c:pt idx="3878">
                  <c:v>21977.339800000002</c:v>
                </c:pt>
                <c:pt idx="3879">
                  <c:v>21970.859400000001</c:v>
                </c:pt>
                <c:pt idx="3880">
                  <c:v>21691.45</c:v>
                </c:pt>
                <c:pt idx="3881">
                  <c:v>21725.640599999999</c:v>
                </c:pt>
                <c:pt idx="3882">
                  <c:v>21696.039100000002</c:v>
                </c:pt>
                <c:pt idx="3883">
                  <c:v>21658.349600000001</c:v>
                </c:pt>
                <c:pt idx="3884">
                  <c:v>21257.390599999999</c:v>
                </c:pt>
                <c:pt idx="3885">
                  <c:v>21167.269499999999</c:v>
                </c:pt>
                <c:pt idx="3886">
                  <c:v>21088.859400000001</c:v>
                </c:pt>
                <c:pt idx="3887">
                  <c:v>21401.789100000002</c:v>
                </c:pt>
                <c:pt idx="3888">
                  <c:v>21355.769499999999</c:v>
                </c:pt>
                <c:pt idx="3889">
                  <c:v>20971.5</c:v>
                </c:pt>
                <c:pt idx="3890">
                  <c:v>20868.919900000001</c:v>
                </c:pt>
                <c:pt idx="3891">
                  <c:v>20623.830099999999</c:v>
                </c:pt>
                <c:pt idx="3892">
                  <c:v>20536.4902</c:v>
                </c:pt>
                <c:pt idx="3893">
                  <c:v>20737.220700000002</c:v>
                </c:pt>
                <c:pt idx="3894">
                  <c:v>20597.349600000001</c:v>
                </c:pt>
                <c:pt idx="3895">
                  <c:v>20612.0605</c:v>
                </c:pt>
                <c:pt idx="3896">
                  <c:v>20634.980500000001</c:v>
                </c:pt>
                <c:pt idx="3897">
                  <c:v>20658.710899999998</c:v>
                </c:pt>
                <c:pt idx="3898">
                  <c:v>20889.0098</c:v>
                </c:pt>
                <c:pt idx="3899">
                  <c:v>20981.820299999999</c:v>
                </c:pt>
                <c:pt idx="3900">
                  <c:v>21072.460899999998</c:v>
                </c:pt>
                <c:pt idx="3901">
                  <c:v>21022.730500000001</c:v>
                </c:pt>
                <c:pt idx="3902">
                  <c:v>21137.429700000001</c:v>
                </c:pt>
                <c:pt idx="3903">
                  <c:v>21112.1191</c:v>
                </c:pt>
                <c:pt idx="3904">
                  <c:v>21071.570299999999</c:v>
                </c:pt>
                <c:pt idx="3905">
                  <c:v>21105.710899999998</c:v>
                </c:pt>
                <c:pt idx="3906">
                  <c:v>21294.539100000002</c:v>
                </c:pt>
                <c:pt idx="3907">
                  <c:v>21473.599600000001</c:v>
                </c:pt>
                <c:pt idx="3908">
                  <c:v>21801.589800000002</c:v>
                </c:pt>
                <c:pt idx="3909">
                  <c:v>21678.800800000001</c:v>
                </c:pt>
                <c:pt idx="3910">
                  <c:v>21551.720700000002</c:v>
                </c:pt>
                <c:pt idx="3911">
                  <c:v>21549.8809</c:v>
                </c:pt>
                <c:pt idx="3912">
                  <c:v>21457.660199999998</c:v>
                </c:pt>
                <c:pt idx="3913">
                  <c:v>21412.789100000002</c:v>
                </c:pt>
                <c:pt idx="3914">
                  <c:v>21029.8105</c:v>
                </c:pt>
                <c:pt idx="3915">
                  <c:v>21093.820299999999</c:v>
                </c:pt>
                <c:pt idx="3916">
                  <c:v>21091.179700000001</c:v>
                </c:pt>
                <c:pt idx="3917">
                  <c:v>20973.390599999999</c:v>
                </c:pt>
                <c:pt idx="3918">
                  <c:v>20839.910199999998</c:v>
                </c:pt>
                <c:pt idx="3919">
                  <c:v>20815.330099999999</c:v>
                </c:pt>
                <c:pt idx="3920">
                  <c:v>20589.699199999999</c:v>
                </c:pt>
                <c:pt idx="3921">
                  <c:v>20487.230500000001</c:v>
                </c:pt>
                <c:pt idx="3922">
                  <c:v>20264.589800000002</c:v>
                </c:pt>
                <c:pt idx="3923">
                  <c:v>20090.949199999999</c:v>
                </c:pt>
                <c:pt idx="3924">
                  <c:v>20250.160199999998</c:v>
                </c:pt>
                <c:pt idx="3925">
                  <c:v>20255.6191</c:v>
                </c:pt>
                <c:pt idx="3926">
                  <c:v>20560.8105</c:v>
                </c:pt>
                <c:pt idx="3927">
                  <c:v>20431.0605</c:v>
                </c:pt>
                <c:pt idx="3928">
                  <c:v>20467.429700000001</c:v>
                </c:pt>
                <c:pt idx="3929">
                  <c:v>20378.660199999998</c:v>
                </c:pt>
                <c:pt idx="3930">
                  <c:v>20050.5605</c:v>
                </c:pt>
                <c:pt idx="3931">
                  <c:v>19857.070299999999</c:v>
                </c:pt>
                <c:pt idx="3932">
                  <c:v>20084.1191</c:v>
                </c:pt>
                <c:pt idx="3933">
                  <c:v>19842.199199999999</c:v>
                </c:pt>
                <c:pt idx="3934">
                  <c:v>19905.320299999999</c:v>
                </c:pt>
                <c:pt idx="3935">
                  <c:v>20128.9902</c:v>
                </c:pt>
                <c:pt idx="3936">
                  <c:v>20248.900399999999</c:v>
                </c:pt>
                <c:pt idx="3937">
                  <c:v>20726.679700000001</c:v>
                </c:pt>
                <c:pt idx="3938">
                  <c:v>20690.789100000002</c:v>
                </c:pt>
                <c:pt idx="3939">
                  <c:v>20733.4902</c:v>
                </c:pt>
                <c:pt idx="3940">
                  <c:v>20856.609400000001</c:v>
                </c:pt>
                <c:pt idx="3941">
                  <c:v>20819.080099999999</c:v>
                </c:pt>
                <c:pt idx="3942">
                  <c:v>20912.179700000001</c:v>
                </c:pt>
                <c:pt idx="3943">
                  <c:v>20286.710899999998</c:v>
                </c:pt>
                <c:pt idx="3944">
                  <c:v>20138.400399999999</c:v>
                </c:pt>
                <c:pt idx="3945">
                  <c:v>20062.150399999999</c:v>
                </c:pt>
                <c:pt idx="3946">
                  <c:v>20051.910199999998</c:v>
                </c:pt>
                <c:pt idx="3947">
                  <c:v>19872.3809</c:v>
                </c:pt>
                <c:pt idx="3948">
                  <c:v>19632.699199999999</c:v>
                </c:pt>
                <c:pt idx="3949">
                  <c:v>19621.2402</c:v>
                </c:pt>
                <c:pt idx="3950">
                  <c:v>19487.480500000001</c:v>
                </c:pt>
                <c:pt idx="3951">
                  <c:v>19378.150399999999</c:v>
                </c:pt>
                <c:pt idx="3952">
                  <c:v>19780.070299999999</c:v>
                </c:pt>
                <c:pt idx="3953">
                  <c:v>19786.710899999998</c:v>
                </c:pt>
                <c:pt idx="3954">
                  <c:v>19471.800800000001</c:v>
                </c:pt>
                <c:pt idx="3955">
                  <c:v>19496.949199999999</c:v>
                </c:pt>
                <c:pt idx="3956">
                  <c:v>19765.1895</c:v>
                </c:pt>
                <c:pt idx="3957">
                  <c:v>19766.71</c:v>
                </c:pt>
                <c:pt idx="3958">
                  <c:v>19431.3691</c:v>
                </c:pt>
                <c:pt idx="3959">
                  <c:v>19196.449199999999</c:v>
                </c:pt>
                <c:pt idx="3960">
                  <c:v>18985.5</c:v>
                </c:pt>
                <c:pt idx="3961">
                  <c:v>19667.7598</c:v>
                </c:pt>
                <c:pt idx="3962">
                  <c:v>19545.830099999999</c:v>
                </c:pt>
                <c:pt idx="3963">
                  <c:v>19578.980500000001</c:v>
                </c:pt>
                <c:pt idx="3964">
                  <c:v>19944.9395</c:v>
                </c:pt>
                <c:pt idx="3965">
                  <c:v>19715.199199999999</c:v>
                </c:pt>
                <c:pt idx="3966">
                  <c:v>20145.429700000001</c:v>
                </c:pt>
                <c:pt idx="3967">
                  <c:v>20422.460899999998</c:v>
                </c:pt>
                <c:pt idx="3968">
                  <c:v>20212.4902</c:v>
                </c:pt>
                <c:pt idx="3969">
                  <c:v>20146.5098</c:v>
                </c:pt>
                <c:pt idx="3970">
                  <c:v>20426.640599999999</c:v>
                </c:pt>
                <c:pt idx="3971">
                  <c:v>19920.289100000002</c:v>
                </c:pt>
                <c:pt idx="3972">
                  <c:v>20133.410199999998</c:v>
                </c:pt>
                <c:pt idx="3973">
                  <c:v>20327.539100000002</c:v>
                </c:pt>
                <c:pt idx="3974">
                  <c:v>20763.050800000001</c:v>
                </c:pt>
                <c:pt idx="3975">
                  <c:v>20811.359400000001</c:v>
                </c:pt>
                <c:pt idx="3976">
                  <c:v>21108.589800000002</c:v>
                </c:pt>
                <c:pt idx="3977">
                  <c:v>20778.919900000001</c:v>
                </c:pt>
                <c:pt idx="3978">
                  <c:v>20949.400399999999</c:v>
                </c:pt>
                <c:pt idx="3979">
                  <c:v>21261.789100000002</c:v>
                </c:pt>
                <c:pt idx="3980">
                  <c:v>21587.0605</c:v>
                </c:pt>
                <c:pt idx="3981">
                  <c:v>21244.4902</c:v>
                </c:pt>
                <c:pt idx="3982">
                  <c:v>21454.9395</c:v>
                </c:pt>
                <c:pt idx="3983">
                  <c:v>21510.929700000001</c:v>
                </c:pt>
                <c:pt idx="3984">
                  <c:v>21623.3809</c:v>
                </c:pt>
                <c:pt idx="3985">
                  <c:v>21405.169900000001</c:v>
                </c:pt>
                <c:pt idx="3986">
                  <c:v>21865.2598</c:v>
                </c:pt>
                <c:pt idx="3987">
                  <c:v>22157.820299999999</c:v>
                </c:pt>
                <c:pt idx="3988">
                  <c:v>22121.429700000001</c:v>
                </c:pt>
                <c:pt idx="3989">
                  <c:v>22103.529299999998</c:v>
                </c:pt>
                <c:pt idx="3990">
                  <c:v>22138.17</c:v>
                </c:pt>
                <c:pt idx="3991">
                  <c:v>22208.5</c:v>
                </c:pt>
                <c:pt idx="3992">
                  <c:v>21867.039100000002</c:v>
                </c:pt>
                <c:pt idx="3993">
                  <c:v>21928.769499999999</c:v>
                </c:pt>
                <c:pt idx="3994">
                  <c:v>21537</c:v>
                </c:pt>
                <c:pt idx="3995">
                  <c:v>21239.349600000001</c:v>
                </c:pt>
                <c:pt idx="3996">
                  <c:v>21374.79</c:v>
                </c:pt>
                <c:pt idx="3997">
                  <c:v>21237.429700000001</c:v>
                </c:pt>
                <c:pt idx="3998">
                  <c:v>21053.109400000001</c:v>
                </c:pt>
                <c:pt idx="3999">
                  <c:v>20778.550800000001</c:v>
                </c:pt>
                <c:pt idx="4000">
                  <c:v>21008.6191</c:v>
                </c:pt>
                <c:pt idx="4001">
                  <c:v>20987.779299999998</c:v>
                </c:pt>
                <c:pt idx="4002">
                  <c:v>20933.25</c:v>
                </c:pt>
                <c:pt idx="4003">
                  <c:v>21370.820299999999</c:v>
                </c:pt>
                <c:pt idx="4004">
                  <c:v>21330.669900000001</c:v>
                </c:pt>
                <c:pt idx="4005">
                  <c:v>21384.4902</c:v>
                </c:pt>
                <c:pt idx="4006">
                  <c:v>21022.929700000001</c:v>
                </c:pt>
                <c:pt idx="4007">
                  <c:v>21079.099600000001</c:v>
                </c:pt>
                <c:pt idx="4008">
                  <c:v>21209.7402</c:v>
                </c:pt>
                <c:pt idx="4009">
                  <c:v>21228.199199999999</c:v>
                </c:pt>
                <c:pt idx="4010">
                  <c:v>21208.289100000002</c:v>
                </c:pt>
                <c:pt idx="4011">
                  <c:v>21207.550800000001</c:v>
                </c:pt>
                <c:pt idx="4012">
                  <c:v>21196.8691</c:v>
                </c:pt>
                <c:pt idx="4013">
                  <c:v>20787.970700000002</c:v>
                </c:pt>
                <c:pt idx="4014">
                  <c:v>20575.779299999998</c:v>
                </c:pt>
                <c:pt idx="4015">
                  <c:v>20876.789100000002</c:v>
                </c:pt>
                <c:pt idx="4016">
                  <c:v>20906.109400000001</c:v>
                </c:pt>
                <c:pt idx="4017">
                  <c:v>21056.929700000001</c:v>
                </c:pt>
                <c:pt idx="4018">
                  <c:v>20608.699199999999</c:v>
                </c:pt>
                <c:pt idx="4019">
                  <c:v>20399.57</c:v>
                </c:pt>
                <c:pt idx="4020">
                  <c:v>20467.7402</c:v>
                </c:pt>
                <c:pt idx="4021">
                  <c:v>20623</c:v>
                </c:pt>
                <c:pt idx="4022">
                  <c:v>20377.269499999999</c:v>
                </c:pt>
                <c:pt idx="4023">
                  <c:v>19894.019499999999</c:v>
                </c:pt>
                <c:pt idx="4024">
                  <c:v>20422.150399999999</c:v>
                </c:pt>
                <c:pt idx="4025">
                  <c:v>20534.0098</c:v>
                </c:pt>
                <c:pt idx="4026">
                  <c:v>20268.6895</c:v>
                </c:pt>
                <c:pt idx="4027">
                  <c:v>20290.6895</c:v>
                </c:pt>
                <c:pt idx="4028">
                  <c:v>19922.220700000002</c:v>
                </c:pt>
                <c:pt idx="4029">
                  <c:v>19790.279299999998</c:v>
                </c:pt>
                <c:pt idx="4030">
                  <c:v>19550.890599999999</c:v>
                </c:pt>
                <c:pt idx="4031">
                  <c:v>19665.080099999999</c:v>
                </c:pt>
                <c:pt idx="4032">
                  <c:v>20341.640599999999</c:v>
                </c:pt>
                <c:pt idx="4033">
                  <c:v>20722.080099999999</c:v>
                </c:pt>
                <c:pt idx="4034">
                  <c:v>20272.179700000001</c:v>
                </c:pt>
                <c:pt idx="4035">
                  <c:v>20243.75</c:v>
                </c:pt>
                <c:pt idx="4036">
                  <c:v>20121.9902</c:v>
                </c:pt>
                <c:pt idx="4037">
                  <c:v>20356.3691</c:v>
                </c:pt>
                <c:pt idx="4038">
                  <c:v>20033.070299999999</c:v>
                </c:pt>
                <c:pt idx="4039">
                  <c:v>20109.330099999999</c:v>
                </c:pt>
                <c:pt idx="4040">
                  <c:v>20598.550800000001</c:v>
                </c:pt>
                <c:pt idx="4041">
                  <c:v>20726.179700000001</c:v>
                </c:pt>
                <c:pt idx="4042">
                  <c:v>20862.669900000001</c:v>
                </c:pt>
                <c:pt idx="4043">
                  <c:v>21286.169900000001</c:v>
                </c:pt>
                <c:pt idx="4044">
                  <c:v>21677.980500000001</c:v>
                </c:pt>
                <c:pt idx="4045">
                  <c:v>21460.0098</c:v>
                </c:pt>
                <c:pt idx="4046">
                  <c:v>21654.160199999998</c:v>
                </c:pt>
                <c:pt idx="4047">
                  <c:v>21716.95</c:v>
                </c:pt>
                <c:pt idx="4048">
                  <c:v>21748.599600000001</c:v>
                </c:pt>
                <c:pt idx="4049">
                  <c:v>22326.640599999999</c:v>
                </c:pt>
                <c:pt idx="4050">
                  <c:v>22411.519499999999</c:v>
                </c:pt>
                <c:pt idx="4051">
                  <c:v>22296.75</c:v>
                </c:pt>
                <c:pt idx="4052">
                  <c:v>22269.449199999999</c:v>
                </c:pt>
                <c:pt idx="4053">
                  <c:v>22416.669900000001</c:v>
                </c:pt>
                <c:pt idx="4054">
                  <c:v>22279.580099999999</c:v>
                </c:pt>
                <c:pt idx="4055">
                  <c:v>21823.279299999998</c:v>
                </c:pt>
                <c:pt idx="4056">
                  <c:v>21872.5</c:v>
                </c:pt>
                <c:pt idx="4057">
                  <c:v>21496.6191</c:v>
                </c:pt>
                <c:pt idx="4058">
                  <c:v>21499.4395</c:v>
                </c:pt>
                <c:pt idx="4059">
                  <c:v>21480.220700000002</c:v>
                </c:pt>
                <c:pt idx="4060">
                  <c:v>21517</c:v>
                </c:pt>
                <c:pt idx="4061">
                  <c:v>21328.7402</c:v>
                </c:pt>
                <c:pt idx="4062">
                  <c:v>21092.04</c:v>
                </c:pt>
                <c:pt idx="4063">
                  <c:v>20948.099600000001</c:v>
                </c:pt>
                <c:pt idx="4064">
                  <c:v>21175.8809</c:v>
                </c:pt>
                <c:pt idx="4065">
                  <c:v>21347.6309</c:v>
                </c:pt>
                <c:pt idx="4066">
                  <c:v>21611.7402</c:v>
                </c:pt>
                <c:pt idx="4067">
                  <c:v>21813.919900000001</c:v>
                </c:pt>
                <c:pt idx="4068">
                  <c:v>22085.75</c:v>
                </c:pt>
                <c:pt idx="4069">
                  <c:v>21902.109400000001</c:v>
                </c:pt>
                <c:pt idx="4070">
                  <c:v>21700.039100000002</c:v>
                </c:pt>
                <c:pt idx="4071">
                  <c:v>21741.7598</c:v>
                </c:pt>
                <c:pt idx="4072">
                  <c:v>22060.519499999999</c:v>
                </c:pt>
                <c:pt idx="4073">
                  <c:v>22324.960899999998</c:v>
                </c:pt>
                <c:pt idx="4074">
                  <c:v>22498.150399999999</c:v>
                </c:pt>
                <c:pt idx="4075">
                  <c:v>22553.8691</c:v>
                </c:pt>
                <c:pt idx="4076">
                  <c:v>22289.570299999999</c:v>
                </c:pt>
                <c:pt idx="4077">
                  <c:v>22113.150399999999</c:v>
                </c:pt>
                <c:pt idx="4078">
                  <c:v>21821.5</c:v>
                </c:pt>
                <c:pt idx="4079">
                  <c:v>21134.5</c:v>
                </c:pt>
                <c:pt idx="4080">
                  <c:v>22210.410199999998</c:v>
                </c:pt>
                <c:pt idx="4081">
                  <c:v>22611.800800000001</c:v>
                </c:pt>
                <c:pt idx="4082">
                  <c:v>22423.14</c:v>
                </c:pt>
                <c:pt idx="4083">
                  <c:v>22771.390599999999</c:v>
                </c:pt>
                <c:pt idx="4084">
                  <c:v>22455.839800000002</c:v>
                </c:pt>
                <c:pt idx="4085">
                  <c:v>22643.160199999998</c:v>
                </c:pt>
                <c:pt idx="4086">
                  <c:v>22840.330099999999</c:v>
                </c:pt>
                <c:pt idx="4087">
                  <c:v>22914.150399999999</c:v>
                </c:pt>
                <c:pt idx="4088">
                  <c:v>22943.980500000001</c:v>
                </c:pt>
                <c:pt idx="4089">
                  <c:v>22553.6309</c:v>
                </c:pt>
                <c:pt idx="4090">
                  <c:v>22397.570299999999</c:v>
                </c:pt>
                <c:pt idx="4091">
                  <c:v>22627.210899999998</c:v>
                </c:pt>
                <c:pt idx="4092">
                  <c:v>22268.160199999998</c:v>
                </c:pt>
                <c:pt idx="4093">
                  <c:v>22207.550800000001</c:v>
                </c:pt>
                <c:pt idx="4094">
                  <c:v>21829.720700000002</c:v>
                </c:pt>
                <c:pt idx="4095">
                  <c:v>21479.080099999999</c:v>
                </c:pt>
                <c:pt idx="4096">
                  <c:v>21614.769499999999</c:v>
                </c:pt>
                <c:pt idx="4097">
                  <c:v>21240.0605</c:v>
                </c:pt>
                <c:pt idx="4098">
                  <c:v>21620.1895</c:v>
                </c:pt>
                <c:pt idx="4099">
                  <c:v>21752.8691</c:v>
                </c:pt>
                <c:pt idx="4100">
                  <c:v>21264.9902</c:v>
                </c:pt>
                <c:pt idx="4101">
                  <c:v>21761.580099999999</c:v>
                </c:pt>
                <c:pt idx="4102">
                  <c:v>22169.589800000002</c:v>
                </c:pt>
                <c:pt idx="4103">
                  <c:v>22589.730500000001</c:v>
                </c:pt>
                <c:pt idx="4104">
                  <c:v>22210.519499999999</c:v>
                </c:pt>
                <c:pt idx="4105">
                  <c:v>22318.109400000001</c:v>
                </c:pt>
                <c:pt idx="4106">
                  <c:v>22384.960899999998</c:v>
                </c:pt>
                <c:pt idx="4107">
                  <c:v>22200.460899999998</c:v>
                </c:pt>
                <c:pt idx="4108">
                  <c:v>21929.900399999999</c:v>
                </c:pt>
                <c:pt idx="4109">
                  <c:v>21999.080099999999</c:v>
                </c:pt>
                <c:pt idx="4110">
                  <c:v>21886.480500000001</c:v>
                </c:pt>
                <c:pt idx="4111">
                  <c:v>21467.359400000001</c:v>
                </c:pt>
                <c:pt idx="4112">
                  <c:v>21299.349600000001</c:v>
                </c:pt>
                <c:pt idx="4113">
                  <c:v>21499.4395</c:v>
                </c:pt>
                <c:pt idx="4114">
                  <c:v>21492.900399999999</c:v>
                </c:pt>
                <c:pt idx="4115">
                  <c:v>21241.589800000002</c:v>
                </c:pt>
                <c:pt idx="4116">
                  <c:v>20811.529299999998</c:v>
                </c:pt>
                <c:pt idx="4117">
                  <c:v>20429.070299999999</c:v>
                </c:pt>
                <c:pt idx="4118">
                  <c:v>20375.4902</c:v>
                </c:pt>
                <c:pt idx="4119">
                  <c:v>20955.25</c:v>
                </c:pt>
                <c:pt idx="4120">
                  <c:v>21013.169900000001</c:v>
                </c:pt>
                <c:pt idx="4121">
                  <c:v>20588.410199999998</c:v>
                </c:pt>
                <c:pt idx="4122">
                  <c:v>21024.400399999999</c:v>
                </c:pt>
                <c:pt idx="4123">
                  <c:v>21050.730500000001</c:v>
                </c:pt>
                <c:pt idx="4124">
                  <c:v>21595.519499999999</c:v>
                </c:pt>
                <c:pt idx="4125">
                  <c:v>21701.140599999999</c:v>
                </c:pt>
                <c:pt idx="4126">
                  <c:v>21472.849600000001</c:v>
                </c:pt>
                <c:pt idx="4127">
                  <c:v>21623.449199999999</c:v>
                </c:pt>
                <c:pt idx="4128">
                  <c:v>21768.5098</c:v>
                </c:pt>
                <c:pt idx="4129">
                  <c:v>21402.919900000001</c:v>
                </c:pt>
                <c:pt idx="4130">
                  <c:v>20866.37</c:v>
                </c:pt>
                <c:pt idx="4131">
                  <c:v>20932.199199999999</c:v>
                </c:pt>
                <c:pt idx="4132">
                  <c:v>21161.419900000001</c:v>
                </c:pt>
                <c:pt idx="4133">
                  <c:v>21069.5605</c:v>
                </c:pt>
                <c:pt idx="4134">
                  <c:v>20851.039100000002</c:v>
                </c:pt>
                <c:pt idx="4135">
                  <c:v>21069.8105</c:v>
                </c:pt>
                <c:pt idx="4136">
                  <c:v>20629.3105</c:v>
                </c:pt>
                <c:pt idx="4137">
                  <c:v>20318.6191</c:v>
                </c:pt>
                <c:pt idx="4138">
                  <c:v>19761.679700000001</c:v>
                </c:pt>
                <c:pt idx="4139">
                  <c:v>19522</c:v>
                </c:pt>
                <c:pt idx="4140">
                  <c:v>19872.300800000001</c:v>
                </c:pt>
                <c:pt idx="4141">
                  <c:v>19724.1895</c:v>
                </c:pt>
                <c:pt idx="4142">
                  <c:v>20098.6191</c:v>
                </c:pt>
                <c:pt idx="4143">
                  <c:v>20242.75</c:v>
                </c:pt>
                <c:pt idx="4144">
                  <c:v>20456.320299999999</c:v>
                </c:pt>
                <c:pt idx="4145">
                  <c:v>20435.2402</c:v>
                </c:pt>
                <c:pt idx="4146">
                  <c:v>20535.9395</c:v>
                </c:pt>
                <c:pt idx="4147">
                  <c:v>20199.019499999999</c:v>
                </c:pt>
                <c:pt idx="4148">
                  <c:v>20328.859400000001</c:v>
                </c:pt>
                <c:pt idx="4149">
                  <c:v>19954.230500000001</c:v>
                </c:pt>
                <c:pt idx="4150">
                  <c:v>20306.269499999999</c:v>
                </c:pt>
                <c:pt idx="4151">
                  <c:v>20137.650399999999</c:v>
                </c:pt>
                <c:pt idx="4152">
                  <c:v>20893.330099999999</c:v>
                </c:pt>
                <c:pt idx="4153">
                  <c:v>20861.300800000001</c:v>
                </c:pt>
                <c:pt idx="4154">
                  <c:v>20435.2402</c:v>
                </c:pt>
                <c:pt idx="4155">
                  <c:v>21074.210899999998</c:v>
                </c:pt>
                <c:pt idx="4156">
                  <c:v>20929.519499999999</c:v>
                </c:pt>
                <c:pt idx="4157">
                  <c:v>20375.3691</c:v>
                </c:pt>
                <c:pt idx="4158">
                  <c:v>20899.240000000002</c:v>
                </c:pt>
                <c:pt idx="4159">
                  <c:v>20494.769499999999</c:v>
                </c:pt>
                <c:pt idx="4160">
                  <c:v>20796.429700000001</c:v>
                </c:pt>
                <c:pt idx="4161">
                  <c:v>20807.2598</c:v>
                </c:pt>
                <c:pt idx="4162">
                  <c:v>20573.330099999999</c:v>
                </c:pt>
                <c:pt idx="4163">
                  <c:v>20234.080099999999</c:v>
                </c:pt>
                <c:pt idx="4164">
                  <c:v>20135.5</c:v>
                </c:pt>
                <c:pt idx="4165">
                  <c:v>20624.539100000002</c:v>
                </c:pt>
                <c:pt idx="4166">
                  <c:v>20251.6191</c:v>
                </c:pt>
                <c:pt idx="4167">
                  <c:v>19982.789100000002</c:v>
                </c:pt>
                <c:pt idx="4168">
                  <c:v>19817.699199999999</c:v>
                </c:pt>
                <c:pt idx="4169">
                  <c:v>19248.169900000001</c:v>
                </c:pt>
                <c:pt idx="4170">
                  <c:v>19501.730500000001</c:v>
                </c:pt>
                <c:pt idx="4171">
                  <c:v>19502.3691</c:v>
                </c:pt>
                <c:pt idx="4172">
                  <c:v>18805.660199999998</c:v>
                </c:pt>
                <c:pt idx="4173">
                  <c:v>18361.8691</c:v>
                </c:pt>
                <c:pt idx="4174">
                  <c:v>18258.660199999998</c:v>
                </c:pt>
                <c:pt idx="4175">
                  <c:v>17885.730500000001</c:v>
                </c:pt>
                <c:pt idx="4176">
                  <c:v>17254.6309</c:v>
                </c:pt>
                <c:pt idx="4177">
                  <c:v>17708.419900000001</c:v>
                </c:pt>
                <c:pt idx="4178">
                  <c:v>17790.589800000002</c:v>
                </c:pt>
                <c:pt idx="4179">
                  <c:v>17721.070299999999</c:v>
                </c:pt>
                <c:pt idx="4180">
                  <c:v>17862.269499999999</c:v>
                </c:pt>
                <c:pt idx="4181">
                  <c:v>17979.410199999998</c:v>
                </c:pt>
                <c:pt idx="4182">
                  <c:v>18203.400399999999</c:v>
                </c:pt>
                <c:pt idx="4183">
                  <c:v>18178.050800000001</c:v>
                </c:pt>
                <c:pt idx="4184">
                  <c:v>18378.730500000001</c:v>
                </c:pt>
                <c:pt idx="4185">
                  <c:v>18528.5098</c:v>
                </c:pt>
                <c:pt idx="4186">
                  <c:v>18600.2598</c:v>
                </c:pt>
                <c:pt idx="4187">
                  <c:v>18275.029299999998</c:v>
                </c:pt>
                <c:pt idx="4188">
                  <c:v>17892.150399999999</c:v>
                </c:pt>
                <c:pt idx="4189">
                  <c:v>17538.3691</c:v>
                </c:pt>
                <c:pt idx="4190">
                  <c:v>18059.550800000001</c:v>
                </c:pt>
                <c:pt idx="4191">
                  <c:v>17920.929700000001</c:v>
                </c:pt>
                <c:pt idx="4192">
                  <c:v>17776.660199999998</c:v>
                </c:pt>
                <c:pt idx="4193">
                  <c:v>18084.599600000001</c:v>
                </c:pt>
                <c:pt idx="4194">
                  <c:v>18165.5</c:v>
                </c:pt>
                <c:pt idx="4195">
                  <c:v>18498.960899999998</c:v>
                </c:pt>
                <c:pt idx="4196">
                  <c:v>18889.679700000001</c:v>
                </c:pt>
                <c:pt idx="4197">
                  <c:v>18791.029299999998</c:v>
                </c:pt>
                <c:pt idx="4198">
                  <c:v>18785.660199999998</c:v>
                </c:pt>
                <c:pt idx="4199">
                  <c:v>18058.4902</c:v>
                </c:pt>
                <c:pt idx="4200">
                  <c:v>18253.390599999999</c:v>
                </c:pt>
                <c:pt idx="4201">
                  <c:v>18679.529299999998</c:v>
                </c:pt>
                <c:pt idx="4202">
                  <c:v>18502.769499999999</c:v>
                </c:pt>
                <c:pt idx="4203">
                  <c:v>18576.470700000002</c:v>
                </c:pt>
                <c:pt idx="4204">
                  <c:v>18389.080099999999</c:v>
                </c:pt>
                <c:pt idx="4205">
                  <c:v>18888.589800000002</c:v>
                </c:pt>
                <c:pt idx="4206">
                  <c:v>18171</c:v>
                </c:pt>
                <c:pt idx="4207">
                  <c:v>17885.269499999999</c:v>
                </c:pt>
                <c:pt idx="4208">
                  <c:v>16991.5605</c:v>
                </c:pt>
                <c:pt idx="4209">
                  <c:v>17121.820299999999</c:v>
                </c:pt>
                <c:pt idx="4210">
                  <c:v>17062.519499999999</c:v>
                </c:pt>
                <c:pt idx="4211">
                  <c:v>17199.4902</c:v>
                </c:pt>
                <c:pt idx="4212">
                  <c:v>17475.839800000002</c:v>
                </c:pt>
                <c:pt idx="4213">
                  <c:v>17544.029299999998</c:v>
                </c:pt>
                <c:pt idx="4214">
                  <c:v>17022.91</c:v>
                </c:pt>
                <c:pt idx="4215">
                  <c:v>16790.699199999999</c:v>
                </c:pt>
                <c:pt idx="4216">
                  <c:v>16541.6895</c:v>
                </c:pt>
                <c:pt idx="4217">
                  <c:v>17059.6191</c:v>
                </c:pt>
                <c:pt idx="4218">
                  <c:v>17153.640599999999</c:v>
                </c:pt>
                <c:pt idx="4219">
                  <c:v>17087.949199999999</c:v>
                </c:pt>
                <c:pt idx="4220">
                  <c:v>17389.8691</c:v>
                </c:pt>
                <c:pt idx="4221">
                  <c:v>17217.890599999999</c:v>
                </c:pt>
                <c:pt idx="4222">
                  <c:v>16834.570299999999</c:v>
                </c:pt>
                <c:pt idx="4223">
                  <c:v>16430.080099999999</c:v>
                </c:pt>
                <c:pt idx="4224">
                  <c:v>16381.049800000001</c:v>
                </c:pt>
                <c:pt idx="4225">
                  <c:v>15520.9902</c:v>
                </c:pt>
                <c:pt idx="4226">
                  <c:v>14956.950199999999</c:v>
                </c:pt>
                <c:pt idx="4227">
                  <c:v>14555.1104</c:v>
                </c:pt>
                <c:pt idx="4228">
                  <c:v>14840.419900000001</c:v>
                </c:pt>
                <c:pt idx="4229">
                  <c:v>15258.8496</c:v>
                </c:pt>
                <c:pt idx="4230">
                  <c:v>15214.46</c:v>
                </c:pt>
                <c:pt idx="4231">
                  <c:v>14878.450199999999</c:v>
                </c:pt>
                <c:pt idx="4232">
                  <c:v>15285.8896</c:v>
                </c:pt>
                <c:pt idx="4233">
                  <c:v>15750.9102</c:v>
                </c:pt>
                <c:pt idx="4234">
                  <c:v>15601.2695</c:v>
                </c:pt>
                <c:pt idx="4235">
                  <c:v>15582.9902</c:v>
                </c:pt>
                <c:pt idx="4236">
                  <c:v>15669.6201</c:v>
                </c:pt>
                <c:pt idx="4237">
                  <c:v>15580.1602</c:v>
                </c:pt>
                <c:pt idx="4238">
                  <c:v>14901.4102</c:v>
                </c:pt>
                <c:pt idx="4239">
                  <c:v>14474.8604</c:v>
                </c:pt>
                <c:pt idx="4240">
                  <c:v>14928.9697</c:v>
                </c:pt>
                <c:pt idx="4241">
                  <c:v>14998.04</c:v>
                </c:pt>
                <c:pt idx="4242">
                  <c:v>14545.690399999999</c:v>
                </c:pt>
                <c:pt idx="4243">
                  <c:v>14521.9697</c:v>
                </c:pt>
                <c:pt idx="4244">
                  <c:v>13519.54</c:v>
                </c:pt>
                <c:pt idx="4245">
                  <c:v>13576.0195</c:v>
                </c:pt>
                <c:pt idx="4246">
                  <c:v>13456.330099999999</c:v>
                </c:pt>
                <c:pt idx="4247">
                  <c:v>14119.5</c:v>
                </c:pt>
                <c:pt idx="4248">
                  <c:v>14108.9805</c:v>
                </c:pt>
                <c:pt idx="4249">
                  <c:v>13622.1104</c:v>
                </c:pt>
                <c:pt idx="4250">
                  <c:v>13910.3398</c:v>
                </c:pt>
                <c:pt idx="4251">
                  <c:v>13447.419900000001</c:v>
                </c:pt>
                <c:pt idx="4252">
                  <c:v>12833.5098</c:v>
                </c:pt>
                <c:pt idx="4253">
                  <c:v>13130.919900000001</c:v>
                </c:pt>
                <c:pt idx="4254">
                  <c:v>13117.169900000001</c:v>
                </c:pt>
                <c:pt idx="4255">
                  <c:v>12878.0898</c:v>
                </c:pt>
                <c:pt idx="4256">
                  <c:v>12976.71</c:v>
                </c:pt>
                <c:pt idx="4257">
                  <c:v>12525.799800000001</c:v>
                </c:pt>
                <c:pt idx="4258">
                  <c:v>12001.5303</c:v>
                </c:pt>
                <c:pt idx="4259">
                  <c:v>11930.6602</c:v>
                </c:pt>
                <c:pt idx="4260">
                  <c:v>11694.049800000001</c:v>
                </c:pt>
                <c:pt idx="4261">
                  <c:v>11344.580099999999</c:v>
                </c:pt>
                <c:pt idx="4262">
                  <c:v>11921.52</c:v>
                </c:pt>
                <c:pt idx="4263">
                  <c:v>12211.2402</c:v>
                </c:pt>
                <c:pt idx="4264">
                  <c:v>12331.1504</c:v>
                </c:pt>
                <c:pt idx="4265">
                  <c:v>12033.8799</c:v>
                </c:pt>
                <c:pt idx="4266">
                  <c:v>12317.46</c:v>
                </c:pt>
                <c:pt idx="4267">
                  <c:v>12811.570299999999</c:v>
                </c:pt>
                <c:pt idx="4268">
                  <c:v>12894.940399999999</c:v>
                </c:pt>
                <c:pt idx="4269">
                  <c:v>13005.080099999999</c:v>
                </c:pt>
                <c:pt idx="4270">
                  <c:v>12798.5195</c:v>
                </c:pt>
                <c:pt idx="4271">
                  <c:v>13175.0996</c:v>
                </c:pt>
                <c:pt idx="4272">
                  <c:v>12699.169900000001</c:v>
                </c:pt>
                <c:pt idx="4273">
                  <c:v>13023.3604</c:v>
                </c:pt>
                <c:pt idx="4274">
                  <c:v>13016</c:v>
                </c:pt>
                <c:pt idx="4275">
                  <c:v>12945.4004</c:v>
                </c:pt>
                <c:pt idx="4276">
                  <c:v>13455.8799</c:v>
                </c:pt>
                <c:pt idx="4277">
                  <c:v>13554.669900000001</c:v>
                </c:pt>
                <c:pt idx="4278">
                  <c:v>13228.299800000001</c:v>
                </c:pt>
                <c:pt idx="4279">
                  <c:v>13539.21</c:v>
                </c:pt>
                <c:pt idx="4280">
                  <c:v>13880.6396</c:v>
                </c:pt>
                <c:pt idx="4281">
                  <c:v>13769.059600000001</c:v>
                </c:pt>
                <c:pt idx="4282">
                  <c:v>13655.04</c:v>
                </c:pt>
                <c:pt idx="4283">
                  <c:v>13178.9004</c:v>
                </c:pt>
                <c:pt idx="4284">
                  <c:v>13063.8896</c:v>
                </c:pt>
                <c:pt idx="4285">
                  <c:v>12776.8896</c:v>
                </c:pt>
                <c:pt idx="4286">
                  <c:v>12861.4902</c:v>
                </c:pt>
                <c:pt idx="4287">
                  <c:v>13278.21</c:v>
                </c:pt>
                <c:pt idx="4288">
                  <c:v>13154.429700000001</c:v>
                </c:pt>
                <c:pt idx="4289">
                  <c:v>12578.5996</c:v>
                </c:pt>
                <c:pt idx="4290">
                  <c:v>12657.9902</c:v>
                </c:pt>
                <c:pt idx="4291">
                  <c:v>12583.6299</c:v>
                </c:pt>
                <c:pt idx="4292">
                  <c:v>12959.7695</c:v>
                </c:pt>
                <c:pt idx="4293">
                  <c:v>13339.9902</c:v>
                </c:pt>
                <c:pt idx="4294">
                  <c:v>13255.5098</c:v>
                </c:pt>
                <c:pt idx="4295">
                  <c:v>13242.96</c:v>
                </c:pt>
                <c:pt idx="4296">
                  <c:v>13704.6104</c:v>
                </c:pt>
                <c:pt idx="4297">
                  <c:v>13668.049800000001</c:v>
                </c:pt>
                <c:pt idx="4298">
                  <c:v>13971</c:v>
                </c:pt>
                <c:pt idx="4299">
                  <c:v>14377.440399999999</c:v>
                </c:pt>
                <c:pt idx="4300">
                  <c:v>14415.9102</c:v>
                </c:pt>
                <c:pt idx="4301">
                  <c:v>14987.46</c:v>
                </c:pt>
                <c:pt idx="4302">
                  <c:v>15509.5098</c:v>
                </c:pt>
                <c:pt idx="4303">
                  <c:v>15563.309600000001</c:v>
                </c:pt>
                <c:pt idx="4304">
                  <c:v>15042.809600000001</c:v>
                </c:pt>
                <c:pt idx="4305">
                  <c:v>14387.4805</c:v>
                </c:pt>
                <c:pt idx="4306">
                  <c:v>14235.5</c:v>
                </c:pt>
                <c:pt idx="4307">
                  <c:v>14328.4805</c:v>
                </c:pt>
                <c:pt idx="4308">
                  <c:v>14184.1396</c:v>
                </c:pt>
                <c:pt idx="4309">
                  <c:v>14220.79</c:v>
                </c:pt>
                <c:pt idx="4310">
                  <c:v>14622.3896</c:v>
                </c:pt>
                <c:pt idx="4311">
                  <c:v>15127.5098</c:v>
                </c:pt>
                <c:pt idx="4312">
                  <c:v>15497.809600000001</c:v>
                </c:pt>
                <c:pt idx="4313">
                  <c:v>15460.5195</c:v>
                </c:pt>
                <c:pt idx="4314">
                  <c:v>15130.21</c:v>
                </c:pt>
                <c:pt idx="4315">
                  <c:v>15046.950199999999</c:v>
                </c:pt>
                <c:pt idx="4316">
                  <c:v>14758.3896</c:v>
                </c:pt>
                <c:pt idx="4317">
                  <c:v>15613.9004</c:v>
                </c:pt>
                <c:pt idx="4318">
                  <c:v>15577.7402</c:v>
                </c:pt>
                <c:pt idx="4319">
                  <c:v>14753.2197</c:v>
                </c:pt>
                <c:pt idx="4320">
                  <c:v>15044.8701</c:v>
                </c:pt>
                <c:pt idx="4321">
                  <c:v>13846.0898</c:v>
                </c:pt>
                <c:pt idx="4322">
                  <c:v>13509.7803</c:v>
                </c:pt>
                <c:pt idx="4323">
                  <c:v>13588.6602</c:v>
                </c:pt>
                <c:pt idx="4324">
                  <c:v>13405.8496</c:v>
                </c:pt>
                <c:pt idx="4325">
                  <c:v>14108.8398</c:v>
                </c:pt>
                <c:pt idx="4326">
                  <c:v>13888.2402</c:v>
                </c:pt>
                <c:pt idx="4327">
                  <c:v>13552.059600000001</c:v>
                </c:pt>
                <c:pt idx="4328">
                  <c:v>13369.450199999999</c:v>
                </c:pt>
                <c:pt idx="4329">
                  <c:v>12878.5996</c:v>
                </c:pt>
                <c:pt idx="4330">
                  <c:v>12457.940399999999</c:v>
                </c:pt>
                <c:pt idx="4331">
                  <c:v>12659.200199999999</c:v>
                </c:pt>
                <c:pt idx="4332">
                  <c:v>12298.559600000001</c:v>
                </c:pt>
                <c:pt idx="4333">
                  <c:v>12815.799800000001</c:v>
                </c:pt>
                <c:pt idx="4334">
                  <c:v>12915.8896</c:v>
                </c:pt>
                <c:pt idx="4335">
                  <c:v>13529.5303</c:v>
                </c:pt>
                <c:pt idx="4336">
                  <c:v>13542.6602</c:v>
                </c:pt>
                <c:pt idx="4337">
                  <c:v>13221.3496</c:v>
                </c:pt>
                <c:pt idx="4338">
                  <c:v>13939.0898</c:v>
                </c:pt>
                <c:pt idx="4339">
                  <c:v>14040.9004</c:v>
                </c:pt>
                <c:pt idx="4340">
                  <c:v>14744.6299</c:v>
                </c:pt>
                <c:pt idx="4341">
                  <c:v>14243.429700000001</c:v>
                </c:pt>
                <c:pt idx="4342">
                  <c:v>13790.04</c:v>
                </c:pt>
                <c:pt idx="4343">
                  <c:v>14840.1602</c:v>
                </c:pt>
                <c:pt idx="4344">
                  <c:v>14384.3398</c:v>
                </c:pt>
                <c:pt idx="4345">
                  <c:v>14344.3701</c:v>
                </c:pt>
                <c:pt idx="4346">
                  <c:v>13968.669900000001</c:v>
                </c:pt>
                <c:pt idx="4347">
                  <c:v>14329.8496</c:v>
                </c:pt>
                <c:pt idx="4348">
                  <c:v>12702.070299999999</c:v>
                </c:pt>
                <c:pt idx="4349">
                  <c:v>12596.29</c:v>
                </c:pt>
                <c:pt idx="4350">
                  <c:v>11015.8398</c:v>
                </c:pt>
                <c:pt idx="4351">
                  <c:v>12618.3799</c:v>
                </c:pt>
                <c:pt idx="4352">
                  <c:v>13760.4902</c:v>
                </c:pt>
                <c:pt idx="4353">
                  <c:v>14266.5996</c:v>
                </c:pt>
                <c:pt idx="4354">
                  <c:v>15041.169900000001</c:v>
                </c:pt>
                <c:pt idx="4355">
                  <c:v>15323.0098</c:v>
                </c:pt>
                <c:pt idx="4356">
                  <c:v>14554.21</c:v>
                </c:pt>
                <c:pt idx="4357">
                  <c:v>15230.5195</c:v>
                </c:pt>
                <c:pt idx="4358">
                  <c:v>15998.299800000001</c:v>
                </c:pt>
                <c:pt idx="4359">
                  <c:v>16832.8809</c:v>
                </c:pt>
                <c:pt idx="4360">
                  <c:v>16312.1602</c:v>
                </c:pt>
                <c:pt idx="4361">
                  <c:v>14796.8701</c:v>
                </c:pt>
                <c:pt idx="4362">
                  <c:v>15943.2402</c:v>
                </c:pt>
                <c:pt idx="4363">
                  <c:v>15431.7305</c:v>
                </c:pt>
                <c:pt idx="4364">
                  <c:v>16803.7598</c:v>
                </c:pt>
                <c:pt idx="4365">
                  <c:v>17682.400399999999</c:v>
                </c:pt>
                <c:pt idx="4366">
                  <c:v>18211.109400000001</c:v>
                </c:pt>
                <c:pt idx="4367">
                  <c:v>18016.210899999998</c:v>
                </c:pt>
                <c:pt idx="4368">
                  <c:v>17880.679700000001</c:v>
                </c:pt>
                <c:pt idx="4369">
                  <c:v>18682.089800000002</c:v>
                </c:pt>
                <c:pt idx="4370">
                  <c:v>18934.429700000001</c:v>
                </c:pt>
                <c:pt idx="4371">
                  <c:v>18961.9902</c:v>
                </c:pt>
                <c:pt idx="4372">
                  <c:v>18872.849600000001</c:v>
                </c:pt>
                <c:pt idx="4373">
                  <c:v>19632.199199999999</c:v>
                </c:pt>
                <c:pt idx="4374">
                  <c:v>19327.730500000001</c:v>
                </c:pt>
                <c:pt idx="4375">
                  <c:v>17632.460899999998</c:v>
                </c:pt>
                <c:pt idx="4376">
                  <c:v>17637.1895</c:v>
                </c:pt>
                <c:pt idx="4377">
                  <c:v>18300.609400000001</c:v>
                </c:pt>
                <c:pt idx="4378">
                  <c:v>19352.900399999999</c:v>
                </c:pt>
                <c:pt idx="4379">
                  <c:v>19388.720700000002</c:v>
                </c:pt>
                <c:pt idx="4380">
                  <c:v>19999.779299999998</c:v>
                </c:pt>
                <c:pt idx="4381">
                  <c:v>20491.109400000001</c:v>
                </c:pt>
                <c:pt idx="4382">
                  <c:v>20794.269499999999</c:v>
                </c:pt>
                <c:pt idx="4383">
                  <c:v>19933.279299999998</c:v>
                </c:pt>
                <c:pt idx="4384">
                  <c:v>20389.480500000001</c:v>
                </c:pt>
                <c:pt idx="4385">
                  <c:v>20585.0605</c:v>
                </c:pt>
                <c:pt idx="4386">
                  <c:v>21042.460899999998</c:v>
                </c:pt>
                <c:pt idx="4387">
                  <c:v>20906.3105</c:v>
                </c:pt>
                <c:pt idx="4388">
                  <c:v>21261.890599999999</c:v>
                </c:pt>
                <c:pt idx="4389">
                  <c:v>20972.289100000002</c:v>
                </c:pt>
                <c:pt idx="4390">
                  <c:v>21464.720700000002</c:v>
                </c:pt>
                <c:pt idx="4391">
                  <c:v>21056.660199999998</c:v>
                </c:pt>
                <c:pt idx="4392">
                  <c:v>21104.789100000002</c:v>
                </c:pt>
                <c:pt idx="4393">
                  <c:v>20392.0605</c:v>
                </c:pt>
                <c:pt idx="4394">
                  <c:v>20931.2598</c:v>
                </c:pt>
                <c:pt idx="4395">
                  <c:v>20484.3691</c:v>
                </c:pt>
                <c:pt idx="4396">
                  <c:v>20930.669900000001</c:v>
                </c:pt>
                <c:pt idx="4397">
                  <c:v>21160.580099999999</c:v>
                </c:pt>
                <c:pt idx="4398">
                  <c:v>21392.710899999998</c:v>
                </c:pt>
                <c:pt idx="4399">
                  <c:v>21293.320299999999</c:v>
                </c:pt>
                <c:pt idx="4400">
                  <c:v>21640.890599999999</c:v>
                </c:pt>
                <c:pt idx="4401">
                  <c:v>21859.339800000002</c:v>
                </c:pt>
                <c:pt idx="4402">
                  <c:v>21885.210899999998</c:v>
                </c:pt>
                <c:pt idx="4403">
                  <c:v>22104.199199999999</c:v>
                </c:pt>
                <c:pt idx="4404">
                  <c:v>21949.75</c:v>
                </c:pt>
                <c:pt idx="4405">
                  <c:v>22514.919900000001</c:v>
                </c:pt>
                <c:pt idx="4406">
                  <c:v>22862.599600000001</c:v>
                </c:pt>
                <c:pt idx="4407">
                  <c:v>22731.099600000001</c:v>
                </c:pt>
                <c:pt idx="4408">
                  <c:v>22690.599600000001</c:v>
                </c:pt>
                <c:pt idx="4409">
                  <c:v>22258</c:v>
                </c:pt>
                <c:pt idx="4410">
                  <c:v>22687.210899999998</c:v>
                </c:pt>
                <c:pt idx="4411">
                  <c:v>22740.710899999998</c:v>
                </c:pt>
                <c:pt idx="4412">
                  <c:v>23087.720700000002</c:v>
                </c:pt>
                <c:pt idx="4413">
                  <c:v>23134.550800000001</c:v>
                </c:pt>
                <c:pt idx="4414">
                  <c:v>22527.480500000001</c:v>
                </c:pt>
                <c:pt idx="4415">
                  <c:v>22532.900399999999</c:v>
                </c:pt>
                <c:pt idx="4416">
                  <c:v>21874.1895</c:v>
                </c:pt>
                <c:pt idx="4417">
                  <c:v>21734.720700000002</c:v>
                </c:pt>
                <c:pt idx="4418">
                  <c:v>21223.5</c:v>
                </c:pt>
                <c:pt idx="4419">
                  <c:v>21174.769499999999</c:v>
                </c:pt>
                <c:pt idx="4420">
                  <c:v>22014.460899999998</c:v>
                </c:pt>
                <c:pt idx="4421">
                  <c:v>22184.550800000001</c:v>
                </c:pt>
                <c:pt idx="4422">
                  <c:v>21821.779299999998</c:v>
                </c:pt>
                <c:pt idx="4423">
                  <c:v>21805.8105</c:v>
                </c:pt>
                <c:pt idx="4424">
                  <c:v>21220.8105</c:v>
                </c:pt>
                <c:pt idx="4425">
                  <c:v>21913.0605</c:v>
                </c:pt>
                <c:pt idx="4426">
                  <c:v>21423.820299999999</c:v>
                </c:pt>
                <c:pt idx="4427">
                  <c:v>21242.779299999998</c:v>
                </c:pt>
                <c:pt idx="4428">
                  <c:v>21704.449199999999</c:v>
                </c:pt>
                <c:pt idx="4429">
                  <c:v>22102.0098</c:v>
                </c:pt>
                <c:pt idx="4430">
                  <c:v>22042.349600000001</c:v>
                </c:pt>
                <c:pt idx="4431">
                  <c:v>22455.669900000001</c:v>
                </c:pt>
                <c:pt idx="4432">
                  <c:v>22635.159899999999</c:v>
                </c:pt>
                <c:pt idx="4433">
                  <c:v>22456.019499999999</c:v>
                </c:pt>
                <c:pt idx="4434">
                  <c:v>22714.960899999998</c:v>
                </c:pt>
                <c:pt idx="4435">
                  <c:v>22745.599600000001</c:v>
                </c:pt>
                <c:pt idx="4436">
                  <c:v>22797.609400000001</c:v>
                </c:pt>
                <c:pt idx="4437">
                  <c:v>23325.800800000001</c:v>
                </c:pt>
                <c:pt idx="4438">
                  <c:v>23057.9902</c:v>
                </c:pt>
                <c:pt idx="4439">
                  <c:v>23029.6895</c:v>
                </c:pt>
                <c:pt idx="4440">
                  <c:v>22592.300800000001</c:v>
                </c:pt>
                <c:pt idx="4441">
                  <c:v>23023.859400000001</c:v>
                </c:pt>
                <c:pt idx="4442">
                  <c:v>23327.599600000001</c:v>
                </c:pt>
                <c:pt idx="4443">
                  <c:v>23375.519499999999</c:v>
                </c:pt>
                <c:pt idx="4444">
                  <c:v>24402.179700000001</c:v>
                </c:pt>
                <c:pt idx="4445">
                  <c:v>24255.289100000002</c:v>
                </c:pt>
                <c:pt idx="4446">
                  <c:v>24123.25</c:v>
                </c:pt>
                <c:pt idx="4447">
                  <c:v>24375.7598</c:v>
                </c:pt>
                <c:pt idx="4448">
                  <c:v>24831.359400000001</c:v>
                </c:pt>
                <c:pt idx="4449">
                  <c:v>24533.1191</c:v>
                </c:pt>
                <c:pt idx="4450">
                  <c:v>24383.9902</c:v>
                </c:pt>
                <c:pt idx="4451">
                  <c:v>24249.5098</c:v>
                </c:pt>
                <c:pt idx="4452">
                  <c:v>24282.039100000002</c:v>
                </c:pt>
                <c:pt idx="4453">
                  <c:v>24127.31</c:v>
                </c:pt>
                <c:pt idx="4454">
                  <c:v>24714.070299999999</c:v>
                </c:pt>
                <c:pt idx="4455">
                  <c:v>25043.1191</c:v>
                </c:pt>
                <c:pt idx="4456">
                  <c:v>25460.289100000002</c:v>
                </c:pt>
                <c:pt idx="4457">
                  <c:v>25169.46</c:v>
                </c:pt>
                <c:pt idx="4458">
                  <c:v>25742.23</c:v>
                </c:pt>
                <c:pt idx="4459">
                  <c:v>25618.859400000001</c:v>
                </c:pt>
                <c:pt idx="4460">
                  <c:v>25513.710899999998</c:v>
                </c:pt>
                <c:pt idx="4461">
                  <c:v>25533.480500000001</c:v>
                </c:pt>
                <c:pt idx="4462">
                  <c:v>25552.769499999999</c:v>
                </c:pt>
                <c:pt idx="4463">
                  <c:v>25063.169900000001</c:v>
                </c:pt>
                <c:pt idx="4464">
                  <c:v>25449.789100000002</c:v>
                </c:pt>
                <c:pt idx="4465">
                  <c:v>25610.210899999998</c:v>
                </c:pt>
                <c:pt idx="4466">
                  <c:v>26262.1309</c:v>
                </c:pt>
                <c:pt idx="4467">
                  <c:v>26183.949199999999</c:v>
                </c:pt>
                <c:pt idx="4468">
                  <c:v>26241.019499999999</c:v>
                </c:pt>
                <c:pt idx="4469">
                  <c:v>25755.349600000001</c:v>
                </c:pt>
                <c:pt idx="4470">
                  <c:v>25914.150399999999</c:v>
                </c:pt>
                <c:pt idx="4471">
                  <c:v>25666.289100000002</c:v>
                </c:pt>
                <c:pt idx="4472">
                  <c:v>25516.779299999998</c:v>
                </c:pt>
                <c:pt idx="4473">
                  <c:v>25680.779299999998</c:v>
                </c:pt>
                <c:pt idx="4474">
                  <c:v>25289.2402</c:v>
                </c:pt>
                <c:pt idx="4475">
                  <c:v>24939.150399999999</c:v>
                </c:pt>
                <c:pt idx="4476">
                  <c:v>24721.669900000001</c:v>
                </c:pt>
                <c:pt idx="4477">
                  <c:v>24197.779299999998</c:v>
                </c:pt>
                <c:pt idx="4478">
                  <c:v>24258.960899999998</c:v>
                </c:pt>
                <c:pt idx="4479">
                  <c:v>23878.349600000001</c:v>
                </c:pt>
                <c:pt idx="4480">
                  <c:v>23901.330099999999</c:v>
                </c:pt>
                <c:pt idx="4481">
                  <c:v>23811.199199999999</c:v>
                </c:pt>
                <c:pt idx="4482">
                  <c:v>24667.789100000002</c:v>
                </c:pt>
                <c:pt idx="4483">
                  <c:v>24187.099600000001</c:v>
                </c:pt>
                <c:pt idx="4484">
                  <c:v>23984.570299999999</c:v>
                </c:pt>
                <c:pt idx="4485">
                  <c:v>24311.6895</c:v>
                </c:pt>
                <c:pt idx="4486">
                  <c:v>24578.76</c:v>
                </c:pt>
                <c:pt idx="4487">
                  <c:v>24264.6309</c:v>
                </c:pt>
                <c:pt idx="4488">
                  <c:v>23872.429700000001</c:v>
                </c:pt>
                <c:pt idx="4489">
                  <c:v>23137.460899999998</c:v>
                </c:pt>
                <c:pt idx="4490">
                  <c:v>22849.199199999999</c:v>
                </c:pt>
                <c:pt idx="4491">
                  <c:v>23285.949199999999</c:v>
                </c:pt>
                <c:pt idx="4492">
                  <c:v>22664.220700000002</c:v>
                </c:pt>
                <c:pt idx="4493">
                  <c:v>22617.0098</c:v>
                </c:pt>
                <c:pt idx="4494">
                  <c:v>22464.519499999999</c:v>
                </c:pt>
                <c:pt idx="4495">
                  <c:v>21108.220700000002</c:v>
                </c:pt>
                <c:pt idx="4496">
                  <c:v>21866.9395</c:v>
                </c:pt>
                <c:pt idx="4497">
                  <c:v>21384.609400000001</c:v>
                </c:pt>
                <c:pt idx="4498">
                  <c:v>21084.609400000001</c:v>
                </c:pt>
                <c:pt idx="4499">
                  <c:v>22237.109400000001</c:v>
                </c:pt>
                <c:pt idx="4500">
                  <c:v>22301.640599999999</c:v>
                </c:pt>
                <c:pt idx="4501">
                  <c:v>23422.7598</c:v>
                </c:pt>
                <c:pt idx="4502">
                  <c:v>22995.349600000001</c:v>
                </c:pt>
                <c:pt idx="4503">
                  <c:v>22705.05</c:v>
                </c:pt>
                <c:pt idx="4504">
                  <c:v>22501.330099999999</c:v>
                </c:pt>
                <c:pt idx="4505">
                  <c:v>23342.730500000001</c:v>
                </c:pt>
                <c:pt idx="4506">
                  <c:v>23114.339800000002</c:v>
                </c:pt>
                <c:pt idx="4507">
                  <c:v>23119.8691</c:v>
                </c:pt>
                <c:pt idx="4508">
                  <c:v>23584.970700000002</c:v>
                </c:pt>
                <c:pt idx="4509">
                  <c:v>24331.669900000001</c:v>
                </c:pt>
                <c:pt idx="4510">
                  <c:v>24591.6895</c:v>
                </c:pt>
                <c:pt idx="4511">
                  <c:v>24483.839800000002</c:v>
                </c:pt>
                <c:pt idx="4512">
                  <c:v>23714.75</c:v>
                </c:pt>
                <c:pt idx="4513">
                  <c:v>23269.14</c:v>
                </c:pt>
                <c:pt idx="4514">
                  <c:v>23305.040000000001</c:v>
                </c:pt>
                <c:pt idx="4515">
                  <c:v>23623</c:v>
                </c:pt>
                <c:pt idx="4516">
                  <c:v>23590.58</c:v>
                </c:pt>
                <c:pt idx="4517">
                  <c:v>24123.17</c:v>
                </c:pt>
                <c:pt idx="4518">
                  <c:v>23759.25</c:v>
                </c:pt>
                <c:pt idx="4519">
                  <c:v>24148.43</c:v>
                </c:pt>
                <c:pt idx="4520">
                  <c:v>24021.68</c:v>
                </c:pt>
                <c:pt idx="4521">
                  <c:v>23169.55</c:v>
                </c:pt>
                <c:pt idx="4522">
                  <c:v>22921.67</c:v>
                </c:pt>
                <c:pt idx="4523">
                  <c:v>22616.11</c:v>
                </c:pt>
                <c:pt idx="4524">
                  <c:v>23469.46</c:v>
                </c:pt>
                <c:pt idx="4525">
                  <c:v>24808.7</c:v>
                </c:pt>
                <c:pt idx="4526">
                  <c:v>25032.080000000002</c:v>
                </c:pt>
                <c:pt idx="4527">
                  <c:v>24123.58</c:v>
                </c:pt>
                <c:pt idx="4528">
                  <c:v>23455.74</c:v>
                </c:pt>
                <c:pt idx="4529">
                  <c:v>23653.69</c:v>
                </c:pt>
                <c:pt idx="4530">
                  <c:v>24291.8</c:v>
                </c:pt>
                <c:pt idx="4531">
                  <c:v>24053.61</c:v>
                </c:pt>
                <c:pt idx="4532">
                  <c:v>25122.3691</c:v>
                </c:pt>
                <c:pt idx="4533">
                  <c:v>23539.27</c:v>
                </c:pt>
                <c:pt idx="4534">
                  <c:v>24090.17</c:v>
                </c:pt>
                <c:pt idx="4535">
                  <c:v>21757.63</c:v>
                </c:pt>
                <c:pt idx="4536">
                  <c:v>23818.86</c:v>
                </c:pt>
                <c:pt idx="4537">
                  <c:v>25201.87</c:v>
                </c:pt>
                <c:pt idx="4538">
                  <c:v>25114.98</c:v>
                </c:pt>
                <c:pt idx="4539">
                  <c:v>24450.85</c:v>
                </c:pt>
                <c:pt idx="4540">
                  <c:v>25837.78</c:v>
                </c:pt>
                <c:pt idx="4541">
                  <c:v>26468.13</c:v>
                </c:pt>
                <c:pt idx="4542">
                  <c:v>26867.0098</c:v>
                </c:pt>
                <c:pt idx="4543">
                  <c:v>27230.86</c:v>
                </c:pt>
                <c:pt idx="4544">
                  <c:v>27615.85</c:v>
                </c:pt>
                <c:pt idx="4545">
                  <c:v>27112.9</c:v>
                </c:pt>
                <c:pt idx="4546">
                  <c:v>27179.49</c:v>
                </c:pt>
                <c:pt idx="4547">
                  <c:v>27519.69</c:v>
                </c:pt>
                <c:pt idx="4548">
                  <c:v>26887.279999999999</c:v>
                </c:pt>
                <c:pt idx="4549">
                  <c:v>27560.52</c:v>
                </c:pt>
                <c:pt idx="4550">
                  <c:v>27812.65</c:v>
                </c:pt>
                <c:pt idx="4551">
                  <c:v>27370.6</c:v>
                </c:pt>
                <c:pt idx="4552">
                  <c:v>27842.93</c:v>
                </c:pt>
                <c:pt idx="4553">
                  <c:v>28128.799999999999</c:v>
                </c:pt>
                <c:pt idx="4554">
                  <c:v>27626.92</c:v>
                </c:pt>
                <c:pt idx="4555">
                  <c:v>27017.09</c:v>
                </c:pt>
                <c:pt idx="4556">
                  <c:v>27029.26</c:v>
                </c:pt>
                <c:pt idx="4557">
                  <c:v>26732.87</c:v>
                </c:pt>
                <c:pt idx="4558">
                  <c:v>26596.58</c:v>
                </c:pt>
                <c:pt idx="4559">
                  <c:v>27563.640599999999</c:v>
                </c:pt>
                <c:pt idx="4560">
                  <c:v>27744.45</c:v>
                </c:pt>
                <c:pt idx="4561">
                  <c:v>28521.06</c:v>
                </c:pt>
                <c:pt idx="4562">
                  <c:v>29226.84</c:v>
                </c:pt>
                <c:pt idx="4563">
                  <c:v>28501.1</c:v>
                </c:pt>
                <c:pt idx="4564">
                  <c:v>28842.47</c:v>
                </c:pt>
                <c:pt idx="4565">
                  <c:v>29558.92</c:v>
                </c:pt>
                <c:pt idx="4566">
                  <c:v>29345.45</c:v>
                </c:pt>
                <c:pt idx="4567">
                  <c:v>28879.59</c:v>
                </c:pt>
                <c:pt idx="4568">
                  <c:v>28658.42</c:v>
                </c:pt>
                <c:pt idx="4569">
                  <c:v>28643.61</c:v>
                </c:pt>
                <c:pt idx="4570">
                  <c:v>28482.54</c:v>
                </c:pt>
                <c:pt idx="4571">
                  <c:v>27371.24</c:v>
                </c:pt>
                <c:pt idx="4572">
                  <c:v>27210.21</c:v>
                </c:pt>
                <c:pt idx="4573">
                  <c:v>27626.62</c:v>
                </c:pt>
                <c:pt idx="4574">
                  <c:v>26541.09</c:v>
                </c:pt>
                <c:pt idx="4575">
                  <c:v>26004.92</c:v>
                </c:pt>
                <c:pt idx="4576">
                  <c:v>26618.19</c:v>
                </c:pt>
                <c:pt idx="4577">
                  <c:v>27771.21</c:v>
                </c:pt>
                <c:pt idx="4578">
                  <c:v>27460.17</c:v>
                </c:pt>
                <c:pt idx="4579">
                  <c:v>27614.43</c:v>
                </c:pt>
                <c:pt idx="4580">
                  <c:v>28751.21</c:v>
                </c:pt>
                <c:pt idx="4581">
                  <c:v>29166.01</c:v>
                </c:pt>
                <c:pt idx="4582">
                  <c:v>27803.35</c:v>
                </c:pt>
                <c:pt idx="4583">
                  <c:v>27665.73</c:v>
                </c:pt>
                <c:pt idx="4584">
                  <c:v>28783.41</c:v>
                </c:pt>
                <c:pt idx="4585">
                  <c:v>28760.22</c:v>
                </c:pt>
                <c:pt idx="4586">
                  <c:v>29708.93</c:v>
                </c:pt>
                <c:pt idx="4587">
                  <c:v>29438.13</c:v>
                </c:pt>
                <c:pt idx="4588">
                  <c:v>28942.32</c:v>
                </c:pt>
                <c:pt idx="4589">
                  <c:v>30468.34</c:v>
                </c:pt>
                <c:pt idx="4590">
                  <c:v>31492.880000000001</c:v>
                </c:pt>
                <c:pt idx="4591">
                  <c:v>31352.58</c:v>
                </c:pt>
                <c:pt idx="4592">
                  <c:v>31638.22</c:v>
                </c:pt>
                <c:pt idx="4593">
                  <c:v>31586.9</c:v>
                </c:pt>
                <c:pt idx="4594">
                  <c:v>30405.22</c:v>
                </c:pt>
                <c:pt idx="4595">
                  <c:v>29854.49</c:v>
                </c:pt>
                <c:pt idx="4596">
                  <c:v>29333.53</c:v>
                </c:pt>
                <c:pt idx="4597">
                  <c:v>29376.86</c:v>
                </c:pt>
                <c:pt idx="4598">
                  <c:v>28373.63</c:v>
                </c:pt>
                <c:pt idx="4599">
                  <c:v>29465.05</c:v>
                </c:pt>
                <c:pt idx="4600">
                  <c:v>29298.71</c:v>
                </c:pt>
                <c:pt idx="4601">
                  <c:v>28954.55</c:v>
                </c:pt>
                <c:pt idx="4602">
                  <c:v>29540.78</c:v>
                </c:pt>
                <c:pt idx="4603">
                  <c:v>28838.37</c:v>
                </c:pt>
                <c:pt idx="4604">
                  <c:v>29133.02</c:v>
                </c:pt>
                <c:pt idx="4605">
                  <c:v>28569.33</c:v>
                </c:pt>
                <c:pt idx="4606">
                  <c:v>28228.04</c:v>
                </c:pt>
                <c:pt idx="4607">
                  <c:v>27770.29</c:v>
                </c:pt>
                <c:pt idx="4608">
                  <c:v>27831.52</c:v>
                </c:pt>
                <c:pt idx="4609">
                  <c:v>26973.98</c:v>
                </c:pt>
                <c:pt idx="4610">
                  <c:v>27479.94</c:v>
                </c:pt>
                <c:pt idx="4611">
                  <c:v>28199.75</c:v>
                </c:pt>
                <c:pt idx="4612">
                  <c:v>27142.47</c:v>
                </c:pt>
                <c:pt idx="4613">
                  <c:v>27065.15</c:v>
                </c:pt>
                <c:pt idx="4614">
                  <c:v>26430.29</c:v>
                </c:pt>
                <c:pt idx="4615">
                  <c:v>26551.94</c:v>
                </c:pt>
                <c:pt idx="4616">
                  <c:v>25843.78</c:v>
                </c:pt>
                <c:pt idx="4617">
                  <c:v>25701.13</c:v>
                </c:pt>
                <c:pt idx="4618">
                  <c:v>25554.639999999999</c:v>
                </c:pt>
                <c:pt idx="4619">
                  <c:v>24576.85</c:v>
                </c:pt>
                <c:pt idx="4620">
                  <c:v>24599.34</c:v>
                </c:pt>
                <c:pt idx="4621">
                  <c:v>24898.11</c:v>
                </c:pt>
                <c:pt idx="4622">
                  <c:v>24537.02</c:v>
                </c:pt>
                <c:pt idx="4623">
                  <c:v>24310.14</c:v>
                </c:pt>
                <c:pt idx="4624">
                  <c:v>23952.240000000002</c:v>
                </c:pt>
                <c:pt idx="4625">
                  <c:v>23999.7</c:v>
                </c:pt>
                <c:pt idx="4626">
                  <c:v>23982.61</c:v>
                </c:pt>
                <c:pt idx="4627">
                  <c:v>24050.400000000001</c:v>
                </c:pt>
                <c:pt idx="4628">
                  <c:v>24069.17</c:v>
                </c:pt>
                <c:pt idx="4629">
                  <c:v>23886.07</c:v>
                </c:pt>
                <c:pt idx="4630">
                  <c:v>23904.09</c:v>
                </c:pt>
                <c:pt idx="4631">
                  <c:v>23984.14</c:v>
                </c:pt>
                <c:pt idx="4632">
                  <c:v>23484.54</c:v>
                </c:pt>
                <c:pt idx="4633">
                  <c:v>23020.6</c:v>
                </c:pt>
                <c:pt idx="4634">
                  <c:v>23363.759999999998</c:v>
                </c:pt>
                <c:pt idx="4635">
                  <c:v>23577.73</c:v>
                </c:pt>
                <c:pt idx="4636">
                  <c:v>22921.89</c:v>
                </c:pt>
                <c:pt idx="4637">
                  <c:v>22966.97</c:v>
                </c:pt>
                <c:pt idx="4638">
                  <c:v>22346.880000000001</c:v>
                </c:pt>
                <c:pt idx="4639">
                  <c:v>21729.35</c:v>
                </c:pt>
                <c:pt idx="4640">
                  <c:v>21595.63</c:v>
                </c:pt>
                <c:pt idx="4641">
                  <c:v>20387.13</c:v>
                </c:pt>
                <c:pt idx="4642">
                  <c:v>20672.39</c:v>
                </c:pt>
                <c:pt idx="4643">
                  <c:v>21375.72</c:v>
                </c:pt>
                <c:pt idx="4644">
                  <c:v>22007.32</c:v>
                </c:pt>
                <c:pt idx="4645">
                  <c:v>21891.1</c:v>
                </c:pt>
                <c:pt idx="4646">
                  <c:v>21792.71</c:v>
                </c:pt>
                <c:pt idx="4647">
                  <c:v>22439.360000000001</c:v>
                </c:pt>
                <c:pt idx="4648">
                  <c:v>22536.67</c:v>
                </c:pt>
                <c:pt idx="4649">
                  <c:v>21907.99</c:v>
                </c:pt>
                <c:pt idx="4650">
                  <c:v>21936.73</c:v>
                </c:pt>
                <c:pt idx="4651">
                  <c:v>22538.44</c:v>
                </c:pt>
                <c:pt idx="4652">
                  <c:v>22443.25</c:v>
                </c:pt>
                <c:pt idx="4653">
                  <c:v>22455.360000000001</c:v>
                </c:pt>
                <c:pt idx="4654">
                  <c:v>23184.94</c:v>
                </c:pt>
                <c:pt idx="4655">
                  <c:v>22739.9</c:v>
                </c:pt>
                <c:pt idx="4656">
                  <c:v>22570.41</c:v>
                </c:pt>
                <c:pt idx="4657">
                  <c:v>23211.69</c:v>
                </c:pt>
                <c:pt idx="4658">
                  <c:v>23362.18</c:v>
                </c:pt>
                <c:pt idx="4659">
                  <c:v>23472.880000000001</c:v>
                </c:pt>
                <c:pt idx="4660">
                  <c:v>23365.56</c:v>
                </c:pt>
                <c:pt idx="4661">
                  <c:v>23291.9</c:v>
                </c:pt>
                <c:pt idx="4662">
                  <c:v>23016.2</c:v>
                </c:pt>
                <c:pt idx="4663">
                  <c:v>22841.919999999998</c:v>
                </c:pt>
                <c:pt idx="4664">
                  <c:v>23057.3</c:v>
                </c:pt>
                <c:pt idx="4665">
                  <c:v>22953.94</c:v>
                </c:pt>
                <c:pt idx="4666">
                  <c:v>23099.29</c:v>
                </c:pt>
                <c:pt idx="4667">
                  <c:v>22809.02</c:v>
                </c:pt>
                <c:pt idx="4668">
                  <c:v>22607.02</c:v>
                </c:pt>
                <c:pt idx="4669">
                  <c:v>22885.84</c:v>
                </c:pt>
                <c:pt idx="4670">
                  <c:v>22817.43</c:v>
                </c:pt>
                <c:pt idx="4671">
                  <c:v>22531.74</c:v>
                </c:pt>
                <c:pt idx="4672">
                  <c:v>22252.99</c:v>
                </c:pt>
                <c:pt idx="4673">
                  <c:v>22218.55</c:v>
                </c:pt>
                <c:pt idx="4674">
                  <c:v>22151.14</c:v>
                </c:pt>
                <c:pt idx="4675">
                  <c:v>21772.73</c:v>
                </c:pt>
                <c:pt idx="4676">
                  <c:v>21938.22</c:v>
                </c:pt>
                <c:pt idx="4677">
                  <c:v>21705.56</c:v>
                </c:pt>
                <c:pt idx="4678">
                  <c:v>21803.57</c:v>
                </c:pt>
                <c:pt idx="4679">
                  <c:v>21822.35</c:v>
                </c:pt>
                <c:pt idx="4680">
                  <c:v>21999.91</c:v>
                </c:pt>
                <c:pt idx="4681">
                  <c:v>21954.67</c:v>
                </c:pt>
                <c:pt idx="4682">
                  <c:v>21684.67</c:v>
                </c:pt>
                <c:pt idx="4683">
                  <c:v>21582.89</c:v>
                </c:pt>
                <c:pt idx="4684">
                  <c:v>21017.05</c:v>
                </c:pt>
                <c:pt idx="4685">
                  <c:v>20867.259999999998</c:v>
                </c:pt>
                <c:pt idx="4686">
                  <c:v>20578.75</c:v>
                </c:pt>
                <c:pt idx="4687">
                  <c:v>20636.39</c:v>
                </c:pt>
                <c:pt idx="4688">
                  <c:v>20615.490000000002</c:v>
                </c:pt>
                <c:pt idx="4689">
                  <c:v>20509.150000000001</c:v>
                </c:pt>
                <c:pt idx="4690">
                  <c:v>20800.16</c:v>
                </c:pt>
                <c:pt idx="4691">
                  <c:v>20818.61</c:v>
                </c:pt>
                <c:pt idx="4692">
                  <c:v>20842.150000000001</c:v>
                </c:pt>
                <c:pt idx="4693">
                  <c:v>20729.59</c:v>
                </c:pt>
                <c:pt idx="4694">
                  <c:v>20602.87</c:v>
                </c:pt>
                <c:pt idx="4695">
                  <c:v>20634.47</c:v>
                </c:pt>
                <c:pt idx="4696">
                  <c:v>20293.759999999998</c:v>
                </c:pt>
                <c:pt idx="4697">
                  <c:v>20469.59</c:v>
                </c:pt>
                <c:pt idx="4698">
                  <c:v>20529.759999999998</c:v>
                </c:pt>
                <c:pt idx="4699">
                  <c:v>20520.66</c:v>
                </c:pt>
                <c:pt idx="4700">
                  <c:v>20798.97</c:v>
                </c:pt>
                <c:pt idx="4701">
                  <c:v>20843.919999999998</c:v>
                </c:pt>
                <c:pt idx="4702">
                  <c:v>20927.75</c:v>
                </c:pt>
                <c:pt idx="4703">
                  <c:v>20904.84</c:v>
                </c:pt>
                <c:pt idx="4704">
                  <c:v>20994.61</c:v>
                </c:pt>
                <c:pt idx="4705">
                  <c:v>20937.259999999998</c:v>
                </c:pt>
                <c:pt idx="4706">
                  <c:v>20868.150000000001</c:v>
                </c:pt>
                <c:pt idx="4707">
                  <c:v>20979.24</c:v>
                </c:pt>
                <c:pt idx="4708">
                  <c:v>20468.21</c:v>
                </c:pt>
                <c:pt idx="4709">
                  <c:v>20746.27</c:v>
                </c:pt>
                <c:pt idx="4710">
                  <c:v>20844.78</c:v>
                </c:pt>
                <c:pt idx="4711">
                  <c:v>20706.349999999999</c:v>
                </c:pt>
                <c:pt idx="4712">
                  <c:v>20896.64</c:v>
                </c:pt>
                <c:pt idx="4713">
                  <c:v>20841.080000000002</c:v>
                </c:pt>
                <c:pt idx="4714">
                  <c:v>20681.580000000002</c:v>
                </c:pt>
                <c:pt idx="4715">
                  <c:v>20388.490000000002</c:v>
                </c:pt>
                <c:pt idx="4716">
                  <c:v>20318.98</c:v>
                </c:pt>
                <c:pt idx="4717">
                  <c:v>20526.5</c:v>
                </c:pt>
                <c:pt idx="4718">
                  <c:v>20667.29</c:v>
                </c:pt>
                <c:pt idx="4719">
                  <c:v>20536.78</c:v>
                </c:pt>
                <c:pt idx="4720">
                  <c:v>20572.8</c:v>
                </c:pt>
                <c:pt idx="4721">
                  <c:v>20556.57</c:v>
                </c:pt>
                <c:pt idx="4722">
                  <c:v>20566.59</c:v>
                </c:pt>
                <c:pt idx="4723">
                  <c:v>20299.71</c:v>
                </c:pt>
                <c:pt idx="4724">
                  <c:v>20777.09</c:v>
                </c:pt>
                <c:pt idx="4725">
                  <c:v>20788.61</c:v>
                </c:pt>
                <c:pt idx="4726">
                  <c:v>20757.53</c:v>
                </c:pt>
                <c:pt idx="4727">
                  <c:v>20340.97</c:v>
                </c:pt>
                <c:pt idx="4728">
                  <c:v>20380.21</c:v>
                </c:pt>
                <c:pt idx="4729">
                  <c:v>20449.43</c:v>
                </c:pt>
                <c:pt idx="4730">
                  <c:v>20347.87</c:v>
                </c:pt>
                <c:pt idx="4731">
                  <c:v>20209.71</c:v>
                </c:pt>
                <c:pt idx="4732">
                  <c:v>20002.7</c:v>
                </c:pt>
                <c:pt idx="4733">
                  <c:v>19809.7</c:v>
                </c:pt>
                <c:pt idx="4734">
                  <c:v>19800.93</c:v>
                </c:pt>
                <c:pt idx="4735">
                  <c:v>19821.78</c:v>
                </c:pt>
                <c:pt idx="4736">
                  <c:v>19553.87</c:v>
                </c:pt>
                <c:pt idx="4737">
                  <c:v>19706.79</c:v>
                </c:pt>
                <c:pt idx="4738">
                  <c:v>19765.849999999999</c:v>
                </c:pt>
                <c:pt idx="4739">
                  <c:v>19692.64</c:v>
                </c:pt>
                <c:pt idx="4740">
                  <c:v>19690.25</c:v>
                </c:pt>
                <c:pt idx="4741">
                  <c:v>19516.41</c:v>
                </c:pt>
                <c:pt idx="4742">
                  <c:v>19356.900000000001</c:v>
                </c:pt>
                <c:pt idx="4743">
                  <c:v>19266.740000000002</c:v>
                </c:pt>
                <c:pt idx="4744">
                  <c:v>18953.5</c:v>
                </c:pt>
                <c:pt idx="4745">
                  <c:v>18969.439999999999</c:v>
                </c:pt>
                <c:pt idx="4746">
                  <c:v>18836.93</c:v>
                </c:pt>
                <c:pt idx="4747">
                  <c:v>19333.14</c:v>
                </c:pt>
                <c:pt idx="4748">
                  <c:v>19442.419999999998</c:v>
                </c:pt>
                <c:pt idx="4749">
                  <c:v>19134.88</c:v>
                </c:pt>
                <c:pt idx="4750">
                  <c:v>19175.169999999998</c:v>
                </c:pt>
                <c:pt idx="4751">
                  <c:v>18918.64</c:v>
                </c:pt>
                <c:pt idx="4752">
                  <c:v>19058.560000000001</c:v>
                </c:pt>
                <c:pt idx="4753">
                  <c:v>18664.88</c:v>
                </c:pt>
                <c:pt idx="4754">
                  <c:v>19442.009999999998</c:v>
                </c:pt>
                <c:pt idx="4755">
                  <c:v>19346.599999999999</c:v>
                </c:pt>
                <c:pt idx="4756">
                  <c:v>19651.509999999998</c:v>
                </c:pt>
                <c:pt idx="4757">
                  <c:v>20147.87</c:v>
                </c:pt>
                <c:pt idx="4758">
                  <c:v>20507.95</c:v>
                </c:pt>
                <c:pt idx="4759">
                  <c:v>20711.650000000001</c:v>
                </c:pt>
                <c:pt idx="4760">
                  <c:v>20809.23</c:v>
                </c:pt>
                <c:pt idx="4761">
                  <c:v>20651.419999999998</c:v>
                </c:pt>
                <c:pt idx="4762">
                  <c:v>20567.91</c:v>
                </c:pt>
                <c:pt idx="4763">
                  <c:v>20538.419999999998</c:v>
                </c:pt>
                <c:pt idx="4764">
                  <c:v>20209.91</c:v>
                </c:pt>
                <c:pt idx="4765">
                  <c:v>20132.25</c:v>
                </c:pt>
                <c:pt idx="4766">
                  <c:v>20593.41</c:v>
                </c:pt>
                <c:pt idx="4767">
                  <c:v>20677.66</c:v>
                </c:pt>
                <c:pt idx="4768">
                  <c:v>20735.05</c:v>
                </c:pt>
                <c:pt idx="4769">
                  <c:v>20679.689999999999</c:v>
                </c:pt>
                <c:pt idx="4770">
                  <c:v>20655.2</c:v>
                </c:pt>
                <c:pt idx="4771">
                  <c:v>20455.62</c:v>
                </c:pt>
                <c:pt idx="4772">
                  <c:v>20563.68</c:v>
                </c:pt>
                <c:pt idx="4773">
                  <c:v>20430.16</c:v>
                </c:pt>
                <c:pt idx="4774">
                  <c:v>20106.419999999998</c:v>
                </c:pt>
                <c:pt idx="4775">
                  <c:v>20460.46</c:v>
                </c:pt>
                <c:pt idx="4776">
                  <c:v>20236.68</c:v>
                </c:pt>
                <c:pt idx="4777">
                  <c:v>20281.13</c:v>
                </c:pt>
                <c:pt idx="4778">
                  <c:v>20669.830000000002</c:v>
                </c:pt>
                <c:pt idx="4779">
                  <c:v>20821.05</c:v>
                </c:pt>
                <c:pt idx="4780">
                  <c:v>20769.7</c:v>
                </c:pt>
                <c:pt idx="4781">
                  <c:v>20772.22</c:v>
                </c:pt>
                <c:pt idx="4782">
                  <c:v>20327.72</c:v>
                </c:pt>
                <c:pt idx="4783">
                  <c:v>20277.509999999998</c:v>
                </c:pt>
                <c:pt idx="4784">
                  <c:v>20064.57</c:v>
                </c:pt>
                <c:pt idx="4785">
                  <c:v>20027.95</c:v>
                </c:pt>
                <c:pt idx="4786">
                  <c:v>20068.560000000001</c:v>
                </c:pt>
                <c:pt idx="4787">
                  <c:v>19613.41</c:v>
                </c:pt>
                <c:pt idx="4788">
                  <c:v>19385.37</c:v>
                </c:pt>
                <c:pt idx="4789">
                  <c:v>19568.34</c:v>
                </c:pt>
                <c:pt idx="4790">
                  <c:v>19898.080000000002</c:v>
                </c:pt>
                <c:pt idx="4791">
                  <c:v>20029.66</c:v>
                </c:pt>
                <c:pt idx="4792">
                  <c:v>20211.28</c:v>
                </c:pt>
                <c:pt idx="4793">
                  <c:v>20025.580000000002</c:v>
                </c:pt>
                <c:pt idx="4794">
                  <c:v>20413.39</c:v>
                </c:pt>
                <c:pt idx="4795">
                  <c:v>20310.18</c:v>
                </c:pt>
                <c:pt idx="4796">
                  <c:v>19964.72</c:v>
                </c:pt>
                <c:pt idx="4797">
                  <c:v>20001.91</c:v>
                </c:pt>
                <c:pt idx="4798">
                  <c:v>19725.73</c:v>
                </c:pt>
                <c:pt idx="4799">
                  <c:v>19320.52</c:v>
                </c:pt>
                <c:pt idx="4800">
                  <c:v>19222.84</c:v>
                </c:pt>
                <c:pt idx="4801">
                  <c:v>19240.12</c:v>
                </c:pt>
                <c:pt idx="4802">
                  <c:v>18964.55</c:v>
                </c:pt>
                <c:pt idx="4803">
                  <c:v>19192.91</c:v>
                </c:pt>
                <c:pt idx="4804">
                  <c:v>19110.650000000001</c:v>
                </c:pt>
                <c:pt idx="4805">
                  <c:v>18919.400000000001</c:v>
                </c:pt>
                <c:pt idx="4806">
                  <c:v>18718.189999999999</c:v>
                </c:pt>
                <c:pt idx="4807">
                  <c:v>18907.169999999998</c:v>
                </c:pt>
                <c:pt idx="4808">
                  <c:v>18924.66</c:v>
                </c:pt>
                <c:pt idx="4809">
                  <c:v>18739.990000000002</c:v>
                </c:pt>
                <c:pt idx="4810">
                  <c:v>18842.990000000002</c:v>
                </c:pt>
                <c:pt idx="4811">
                  <c:v>19026.36</c:v>
                </c:pt>
                <c:pt idx="4812">
                  <c:v>18944.189999999999</c:v>
                </c:pt>
                <c:pt idx="4813">
                  <c:v>18702.73</c:v>
                </c:pt>
                <c:pt idx="4814">
                  <c:v>18690.82</c:v>
                </c:pt>
                <c:pt idx="4815">
                  <c:v>18960.48</c:v>
                </c:pt>
                <c:pt idx="4816">
                  <c:v>18780.93</c:v>
                </c:pt>
                <c:pt idx="4817">
                  <c:v>18639.53</c:v>
                </c:pt>
                <c:pt idx="4818">
                  <c:v>19204.009999999998</c:v>
                </c:pt>
                <c:pt idx="4819">
                  <c:v>19260.3</c:v>
                </c:pt>
                <c:pt idx="4820">
                  <c:v>19265.32</c:v>
                </c:pt>
                <c:pt idx="4821">
                  <c:v>19250.79</c:v>
                </c:pt>
                <c:pt idx="4822">
                  <c:v>19008.3</c:v>
                </c:pt>
                <c:pt idx="4823">
                  <c:v>18954.63</c:v>
                </c:pt>
                <c:pt idx="4824">
                  <c:v>19182.71</c:v>
                </c:pt>
                <c:pt idx="4825">
                  <c:v>19154.07</c:v>
                </c:pt>
                <c:pt idx="4826">
                  <c:v>19093</c:v>
                </c:pt>
                <c:pt idx="4827">
                  <c:v>18878.419999999998</c:v>
                </c:pt>
                <c:pt idx="4828">
                  <c:v>18868.54</c:v>
                </c:pt>
                <c:pt idx="4829">
                  <c:v>18891.14</c:v>
                </c:pt>
                <c:pt idx="4830">
                  <c:v>18952.86</c:v>
                </c:pt>
                <c:pt idx="4831">
                  <c:v>18811.240000000002</c:v>
                </c:pt>
                <c:pt idx="4832">
                  <c:v>18939.310000000001</c:v>
                </c:pt>
                <c:pt idx="4833">
                  <c:v>18936.55</c:v>
                </c:pt>
                <c:pt idx="4834">
                  <c:v>18749.689999999999</c:v>
                </c:pt>
                <c:pt idx="4835">
                  <c:v>18714.78</c:v>
                </c:pt>
                <c:pt idx="4836">
                  <c:v>18453.650000000001</c:v>
                </c:pt>
                <c:pt idx="4837">
                  <c:v>18324.349999999999</c:v>
                </c:pt>
                <c:pt idx="4838">
                  <c:v>18297.55</c:v>
                </c:pt>
                <c:pt idx="4839">
                  <c:v>18353.740000000002</c:v>
                </c:pt>
                <c:pt idx="4840">
                  <c:v>18157.939999999999</c:v>
                </c:pt>
                <c:pt idx="4841">
                  <c:v>18153.41</c:v>
                </c:pt>
                <c:pt idx="4842">
                  <c:v>18089.849999999999</c:v>
                </c:pt>
                <c:pt idx="4843">
                  <c:v>18113.55</c:v>
                </c:pt>
                <c:pt idx="4844">
                  <c:v>17986.97</c:v>
                </c:pt>
                <c:pt idx="4845">
                  <c:v>18048.09</c:v>
                </c:pt>
                <c:pt idx="4846">
                  <c:v>18014.84</c:v>
                </c:pt>
                <c:pt idx="4847">
                  <c:v>18010.2</c:v>
                </c:pt>
                <c:pt idx="4848">
                  <c:v>17988.86</c:v>
                </c:pt>
                <c:pt idx="4849">
                  <c:v>17873.09</c:v>
                </c:pt>
                <c:pt idx="4850">
                  <c:v>17862.79</c:v>
                </c:pt>
                <c:pt idx="4851">
                  <c:v>17823.7</c:v>
                </c:pt>
                <c:pt idx="4852">
                  <c:v>17675.240000000002</c:v>
                </c:pt>
                <c:pt idx="4853">
                  <c:v>17903.39</c:v>
                </c:pt>
                <c:pt idx="4854">
                  <c:v>17907.669999999998</c:v>
                </c:pt>
                <c:pt idx="4855">
                  <c:v>17629.21</c:v>
                </c:pt>
                <c:pt idx="4856">
                  <c:v>17606.53</c:v>
                </c:pt>
                <c:pt idx="4857">
                  <c:v>17543.05</c:v>
                </c:pt>
                <c:pt idx="4858">
                  <c:v>17530.57</c:v>
                </c:pt>
                <c:pt idx="4859">
                  <c:v>17521.509999999998</c:v>
                </c:pt>
                <c:pt idx="4860">
                  <c:v>17308.080000000002</c:v>
                </c:pt>
                <c:pt idx="4861">
                  <c:v>17546.04</c:v>
                </c:pt>
                <c:pt idx="4862">
                  <c:v>17600.650000000001</c:v>
                </c:pt>
                <c:pt idx="4863">
                  <c:v>17619.97</c:v>
                </c:pt>
                <c:pt idx="4864">
                  <c:v>17512.96</c:v>
                </c:pt>
                <c:pt idx="4865">
                  <c:v>17346.7</c:v>
                </c:pt>
                <c:pt idx="4866">
                  <c:v>17387.21</c:v>
                </c:pt>
                <c:pt idx="4867">
                  <c:v>17237.650000000001</c:v>
                </c:pt>
                <c:pt idx="4868">
                  <c:v>17183.45</c:v>
                </c:pt>
                <c:pt idx="4869">
                  <c:v>17210.04</c:v>
                </c:pt>
                <c:pt idx="4870">
                  <c:v>17075.400000000001</c:v>
                </c:pt>
                <c:pt idx="4871">
                  <c:v>16948.59</c:v>
                </c:pt>
                <c:pt idx="4872">
                  <c:v>17145.759999999998</c:v>
                </c:pt>
                <c:pt idx="4873">
                  <c:v>17096.439999999999</c:v>
                </c:pt>
                <c:pt idx="4874">
                  <c:v>17258.509999999998</c:v>
                </c:pt>
                <c:pt idx="4875">
                  <c:v>17438.8</c:v>
                </c:pt>
                <c:pt idx="4876">
                  <c:v>17513.88</c:v>
                </c:pt>
                <c:pt idx="4877">
                  <c:v>17423.72</c:v>
                </c:pt>
                <c:pt idx="4878">
                  <c:v>17392.27</c:v>
                </c:pt>
                <c:pt idx="4879">
                  <c:v>17284.71</c:v>
                </c:pt>
                <c:pt idx="4880">
                  <c:v>17083.28</c:v>
                </c:pt>
                <c:pt idx="4881">
                  <c:v>16922.29</c:v>
                </c:pt>
                <c:pt idx="4882">
                  <c:v>16955.45</c:v>
                </c:pt>
                <c:pt idx="4883">
                  <c:v>16883.04</c:v>
                </c:pt>
                <c:pt idx="4884">
                  <c:v>17088.39</c:v>
                </c:pt>
                <c:pt idx="4885">
                  <c:v>17149.75</c:v>
                </c:pt>
                <c:pt idx="4886">
                  <c:v>17007.88</c:v>
                </c:pt>
                <c:pt idx="4887">
                  <c:v>17330.7</c:v>
                </c:pt>
                <c:pt idx="4888">
                  <c:v>17373.05</c:v>
                </c:pt>
                <c:pt idx="4889">
                  <c:v>17451.03</c:v>
                </c:pt>
                <c:pt idx="4890">
                  <c:v>17274.07</c:v>
                </c:pt>
                <c:pt idx="4891">
                  <c:v>17290.009999999998</c:v>
                </c:pt>
                <c:pt idx="4892">
                  <c:v>17249.95</c:v>
                </c:pt>
                <c:pt idx="4893">
                  <c:v>17222.14</c:v>
                </c:pt>
                <c:pt idx="4894">
                  <c:v>17346.580000000002</c:v>
                </c:pt>
                <c:pt idx="4895">
                  <c:v>17048.2</c:v>
                </c:pt>
                <c:pt idx="4896">
                  <c:v>16953.55</c:v>
                </c:pt>
                <c:pt idx="4897">
                  <c:v>16887.8</c:v>
                </c:pt>
                <c:pt idx="4898">
                  <c:v>17048.419999999998</c:v>
                </c:pt>
                <c:pt idx="4899">
                  <c:v>17032.75</c:v>
                </c:pt>
                <c:pt idx="4900">
                  <c:v>16911.37</c:v>
                </c:pt>
                <c:pt idx="4901">
                  <c:v>16971.34</c:v>
                </c:pt>
                <c:pt idx="4902">
                  <c:v>16955.04</c:v>
                </c:pt>
                <c:pt idx="4903">
                  <c:v>16916.77</c:v>
                </c:pt>
                <c:pt idx="4904">
                  <c:v>16617.240000000002</c:v>
                </c:pt>
                <c:pt idx="4905">
                  <c:v>16583.86</c:v>
                </c:pt>
                <c:pt idx="4906">
                  <c:v>16480.59</c:v>
                </c:pt>
                <c:pt idx="4907">
                  <c:v>16464.18</c:v>
                </c:pt>
                <c:pt idx="4908">
                  <c:v>16472.62</c:v>
                </c:pt>
                <c:pt idx="4909">
                  <c:v>16097.54</c:v>
                </c:pt>
                <c:pt idx="4910">
                  <c:v>16043.94</c:v>
                </c:pt>
                <c:pt idx="4911">
                  <c:v>16064.82</c:v>
                </c:pt>
                <c:pt idx="4912">
                  <c:v>16135.71</c:v>
                </c:pt>
                <c:pt idx="4913">
                  <c:v>16305.48</c:v>
                </c:pt>
                <c:pt idx="4914">
                  <c:v>16522.21</c:v>
                </c:pt>
                <c:pt idx="4915">
                  <c:v>16490.13</c:v>
                </c:pt>
                <c:pt idx="4916">
                  <c:v>16603.810000000001</c:v>
                </c:pt>
                <c:pt idx="4917">
                  <c:v>16459.78</c:v>
                </c:pt>
                <c:pt idx="4918">
                  <c:v>16440.990000000002</c:v>
                </c:pt>
                <c:pt idx="4919">
                  <c:v>16267.18</c:v>
                </c:pt>
                <c:pt idx="4920">
                  <c:v>16368.98</c:v>
                </c:pt>
                <c:pt idx="4921">
                  <c:v>16326.66</c:v>
                </c:pt>
                <c:pt idx="4922">
                  <c:v>16267.62</c:v>
                </c:pt>
                <c:pt idx="4923">
                  <c:v>15865.22</c:v>
                </c:pt>
                <c:pt idx="4924">
                  <c:v>15742.66</c:v>
                </c:pt>
                <c:pt idx="4925">
                  <c:v>15774.7</c:v>
                </c:pt>
                <c:pt idx="4926">
                  <c:v>15804.81</c:v>
                </c:pt>
                <c:pt idx="4927">
                  <c:v>15808.81</c:v>
                </c:pt>
                <c:pt idx="4928">
                  <c:v>15826.7</c:v>
                </c:pt>
                <c:pt idx="4929">
                  <c:v>15659.36</c:v>
                </c:pt>
                <c:pt idx="4930">
                  <c:v>15608.97</c:v>
                </c:pt>
                <c:pt idx="4931">
                  <c:v>15768.86</c:v>
                </c:pt>
                <c:pt idx="4932">
                  <c:v>15842.65</c:v>
                </c:pt>
                <c:pt idx="4933">
                  <c:v>15435.08</c:v>
                </c:pt>
                <c:pt idx="4934">
                  <c:v>15247.92</c:v>
                </c:pt>
                <c:pt idx="4935">
                  <c:v>15234.42</c:v>
                </c:pt>
                <c:pt idx="4936">
                  <c:v>15621.44</c:v>
                </c:pt>
                <c:pt idx="4937">
                  <c:v>15628.69</c:v>
                </c:pt>
                <c:pt idx="4938">
                  <c:v>15450.11</c:v>
                </c:pt>
                <c:pt idx="4939">
                  <c:v>15816.55</c:v>
                </c:pt>
                <c:pt idx="4940">
                  <c:v>15973.11</c:v>
                </c:pt>
                <c:pt idx="4941">
                  <c:v>16016.23</c:v>
                </c:pt>
                <c:pt idx="4942">
                  <c:v>15912.71</c:v>
                </c:pt>
                <c:pt idx="4943">
                  <c:v>15645.27</c:v>
                </c:pt>
                <c:pt idx="4944">
                  <c:v>15857.89</c:v>
                </c:pt>
                <c:pt idx="4945">
                  <c:v>15963.77</c:v>
                </c:pt>
                <c:pt idx="4946">
                  <c:v>15895.1</c:v>
                </c:pt>
                <c:pt idx="4947">
                  <c:v>15696.89</c:v>
                </c:pt>
                <c:pt idx="4948">
                  <c:v>15822.64</c:v>
                </c:pt>
                <c:pt idx="4949">
                  <c:v>15864.56</c:v>
                </c:pt>
                <c:pt idx="4950">
                  <c:v>15805.52</c:v>
                </c:pt>
                <c:pt idx="4951">
                  <c:v>16313.36</c:v>
                </c:pt>
                <c:pt idx="4952">
                  <c:v>16266.52</c:v>
                </c:pt>
                <c:pt idx="4953">
                  <c:v>16615.55</c:v>
                </c:pt>
                <c:pt idx="4954">
                  <c:v>16393.11</c:v>
                </c:pt>
                <c:pt idx="4955">
                  <c:v>16494.84</c:v>
                </c:pt>
                <c:pt idx="4956">
                  <c:v>16901.849999999999</c:v>
                </c:pt>
                <c:pt idx="4957">
                  <c:v>17140.78</c:v>
                </c:pt>
                <c:pt idx="4958">
                  <c:v>17080.59</c:v>
                </c:pt>
                <c:pt idx="4959">
                  <c:v>17133.990000000002</c:v>
                </c:pt>
                <c:pt idx="4960">
                  <c:v>17301.79</c:v>
                </c:pt>
                <c:pt idx="4961">
                  <c:v>17013.93</c:v>
                </c:pt>
                <c:pt idx="4962">
                  <c:v>17026.98</c:v>
                </c:pt>
                <c:pt idx="4963">
                  <c:v>16868.04</c:v>
                </c:pt>
                <c:pt idx="4964">
                  <c:v>16661.3</c:v>
                </c:pt>
                <c:pt idx="4965">
                  <c:v>16742.849999999999</c:v>
                </c:pt>
                <c:pt idx="4966">
                  <c:v>16672.66</c:v>
                </c:pt>
                <c:pt idx="4967">
                  <c:v>16577.77</c:v>
                </c:pt>
                <c:pt idx="4968">
                  <c:v>16705.669999999998</c:v>
                </c:pt>
                <c:pt idx="4969">
                  <c:v>16912.150000000001</c:v>
                </c:pt>
                <c:pt idx="4970">
                  <c:v>16944.34</c:v>
                </c:pt>
                <c:pt idx="4971">
                  <c:v>16830.439999999999</c:v>
                </c:pt>
                <c:pt idx="4972">
                  <c:v>16637.53</c:v>
                </c:pt>
                <c:pt idx="4973">
                  <c:v>16429.45</c:v>
                </c:pt>
                <c:pt idx="4974">
                  <c:v>16310.76</c:v>
                </c:pt>
                <c:pt idx="4975">
                  <c:v>16475.810000000001</c:v>
                </c:pt>
                <c:pt idx="4976">
                  <c:v>16521.59</c:v>
                </c:pt>
                <c:pt idx="4977">
                  <c:v>16471.78</c:v>
                </c:pt>
                <c:pt idx="4978">
                  <c:v>16411.13</c:v>
                </c:pt>
                <c:pt idx="4979">
                  <c:v>16100.09</c:v>
                </c:pt>
                <c:pt idx="4980">
                  <c:v>16063.75</c:v>
                </c:pt>
                <c:pt idx="4981">
                  <c:v>15805.04</c:v>
                </c:pt>
                <c:pt idx="4982">
                  <c:v>15880.69</c:v>
                </c:pt>
                <c:pt idx="4983">
                  <c:v>15745.11</c:v>
                </c:pt>
                <c:pt idx="4984">
                  <c:v>15856.58</c:v>
                </c:pt>
                <c:pt idx="4985">
                  <c:v>15815.87</c:v>
                </c:pt>
                <c:pt idx="4986">
                  <c:v>15716.46</c:v>
                </c:pt>
                <c:pt idx="4987">
                  <c:v>15771.17</c:v>
                </c:pt>
                <c:pt idx="4988">
                  <c:v>15642.81</c:v>
                </c:pt>
                <c:pt idx="4989">
                  <c:v>15922.75</c:v>
                </c:pt>
                <c:pt idx="4990">
                  <c:v>15929.95</c:v>
                </c:pt>
                <c:pt idx="4991">
                  <c:v>15801.66</c:v>
                </c:pt>
                <c:pt idx="4992">
                  <c:v>15729.04</c:v>
                </c:pt>
                <c:pt idx="4993">
                  <c:v>15720.36</c:v>
                </c:pt>
                <c:pt idx="4994">
                  <c:v>15519.76</c:v>
                </c:pt>
                <c:pt idx="4995">
                  <c:v>15542.07</c:v>
                </c:pt>
                <c:pt idx="4996">
                  <c:v>15445.05</c:v>
                </c:pt>
                <c:pt idx="4997">
                  <c:v>15510.13</c:v>
                </c:pt>
                <c:pt idx="4998">
                  <c:v>15493.09</c:v>
                </c:pt>
                <c:pt idx="4999">
                  <c:v>15602.36</c:v>
                </c:pt>
                <c:pt idx="5000">
                  <c:v>15811.83</c:v>
                </c:pt>
                <c:pt idx="5001">
                  <c:v>15802</c:v>
                </c:pt>
                <c:pt idx="5002">
                  <c:v>15882.45</c:v>
                </c:pt>
                <c:pt idx="5003">
                  <c:v>15818.09</c:v>
                </c:pt>
                <c:pt idx="5004">
                  <c:v>15918.48</c:v>
                </c:pt>
                <c:pt idx="5005">
                  <c:v>15949.89</c:v>
                </c:pt>
                <c:pt idx="5006">
                  <c:v>15856.05</c:v>
                </c:pt>
                <c:pt idx="5007">
                  <c:v>15812.53</c:v>
                </c:pt>
                <c:pt idx="5008">
                  <c:v>15635.72</c:v>
                </c:pt>
                <c:pt idx="5009">
                  <c:v>15627.24</c:v>
                </c:pt>
                <c:pt idx="5010">
                  <c:v>15598.67</c:v>
                </c:pt>
                <c:pt idx="5011">
                  <c:v>15475.69</c:v>
                </c:pt>
                <c:pt idx="5012">
                  <c:v>15450.88</c:v>
                </c:pt>
                <c:pt idx="5013">
                  <c:v>15423.26</c:v>
                </c:pt>
                <c:pt idx="5014">
                  <c:v>15420.32</c:v>
                </c:pt>
                <c:pt idx="5015">
                  <c:v>15312.09</c:v>
                </c:pt>
                <c:pt idx="5016">
                  <c:v>15425.95</c:v>
                </c:pt>
                <c:pt idx="5017">
                  <c:v>15413.43</c:v>
                </c:pt>
                <c:pt idx="5018">
                  <c:v>15373.44</c:v>
                </c:pt>
                <c:pt idx="5019">
                  <c:v>15517.01</c:v>
                </c:pt>
                <c:pt idx="5020">
                  <c:v>15548.06</c:v>
                </c:pt>
                <c:pt idx="5021">
                  <c:v>15429.73</c:v>
                </c:pt>
                <c:pt idx="5022">
                  <c:v>15691.69</c:v>
                </c:pt>
                <c:pt idx="5023">
                  <c:v>15742.3</c:v>
                </c:pt>
                <c:pt idx="5024">
                  <c:v>15753.14</c:v>
                </c:pt>
                <c:pt idx="5025">
                  <c:v>15520.07</c:v>
                </c:pt>
                <c:pt idx="5026">
                  <c:v>15520.39</c:v>
                </c:pt>
                <c:pt idx="5027">
                  <c:v>15530.57</c:v>
                </c:pt>
                <c:pt idx="5028">
                  <c:v>15464.77</c:v>
                </c:pt>
                <c:pt idx="5029">
                  <c:v>15662.08</c:v>
                </c:pt>
                <c:pt idx="5030">
                  <c:v>15670.42</c:v>
                </c:pt>
                <c:pt idx="5031">
                  <c:v>15481.21</c:v>
                </c:pt>
                <c:pt idx="5032">
                  <c:v>15576.2</c:v>
                </c:pt>
                <c:pt idx="5033">
                  <c:v>15777.72</c:v>
                </c:pt>
                <c:pt idx="5034">
                  <c:v>15787.97</c:v>
                </c:pt>
                <c:pt idx="5035">
                  <c:v>15719.37</c:v>
                </c:pt>
                <c:pt idx="5036">
                  <c:v>15650.88</c:v>
                </c:pt>
                <c:pt idx="5037">
                  <c:v>15569.91</c:v>
                </c:pt>
                <c:pt idx="5038">
                  <c:v>15547.43</c:v>
                </c:pt>
                <c:pt idx="5039">
                  <c:v>15344.44</c:v>
                </c:pt>
                <c:pt idx="5040">
                  <c:v>15271.13</c:v>
                </c:pt>
                <c:pt idx="5041">
                  <c:v>15200.06</c:v>
                </c:pt>
                <c:pt idx="5042">
                  <c:v>14944.77</c:v>
                </c:pt>
                <c:pt idx="5043">
                  <c:v>14876.43</c:v>
                </c:pt>
                <c:pt idx="5044">
                  <c:v>15045.59</c:v>
                </c:pt>
                <c:pt idx="5045">
                  <c:v>15101.54</c:v>
                </c:pt>
                <c:pt idx="5046">
                  <c:v>15183.58</c:v>
                </c:pt>
                <c:pt idx="5047">
                  <c:v>15182.53</c:v>
                </c:pt>
                <c:pt idx="5048">
                  <c:v>15221.42</c:v>
                </c:pt>
                <c:pt idx="5049">
                  <c:v>15169.17</c:v>
                </c:pt>
                <c:pt idx="5050">
                  <c:v>15182.89</c:v>
                </c:pt>
                <c:pt idx="5051">
                  <c:v>15029.81</c:v>
                </c:pt>
                <c:pt idx="5052">
                  <c:v>15059.02</c:v>
                </c:pt>
                <c:pt idx="5053">
                  <c:v>14976.26</c:v>
                </c:pt>
                <c:pt idx="5054">
                  <c:v>14942.62</c:v>
                </c:pt>
                <c:pt idx="5055">
                  <c:v>14984.4</c:v>
                </c:pt>
                <c:pt idx="5056">
                  <c:v>14910.51</c:v>
                </c:pt>
                <c:pt idx="5057">
                  <c:v>14879.16</c:v>
                </c:pt>
                <c:pt idx="5058">
                  <c:v>15134.95</c:v>
                </c:pt>
                <c:pt idx="5059">
                  <c:v>14990.61</c:v>
                </c:pt>
                <c:pt idx="5060">
                  <c:v>15158.82</c:v>
                </c:pt>
                <c:pt idx="5061">
                  <c:v>15200.38</c:v>
                </c:pt>
                <c:pt idx="5062">
                  <c:v>15068.03</c:v>
                </c:pt>
                <c:pt idx="5063">
                  <c:v>14937.14</c:v>
                </c:pt>
                <c:pt idx="5064">
                  <c:v>15028.76</c:v>
                </c:pt>
                <c:pt idx="5065">
                  <c:v>15100</c:v>
                </c:pt>
                <c:pt idx="5066">
                  <c:v>15081.47</c:v>
                </c:pt>
                <c:pt idx="5067">
                  <c:v>15084.39</c:v>
                </c:pt>
                <c:pt idx="5068">
                  <c:v>15062.35</c:v>
                </c:pt>
                <c:pt idx="5069">
                  <c:v>14885.65</c:v>
                </c:pt>
                <c:pt idx="5070">
                  <c:v>14885.57</c:v>
                </c:pt>
                <c:pt idx="5071">
                  <c:v>14883.32</c:v>
                </c:pt>
                <c:pt idx="5072">
                  <c:v>14787.98</c:v>
                </c:pt>
                <c:pt idx="5073">
                  <c:v>14650.54</c:v>
                </c:pt>
                <c:pt idx="5074">
                  <c:v>14627.41</c:v>
                </c:pt>
                <c:pt idx="5075">
                  <c:v>14629.49</c:v>
                </c:pt>
                <c:pt idx="5076">
                  <c:v>14740.6</c:v>
                </c:pt>
                <c:pt idx="5077">
                  <c:v>14633.33</c:v>
                </c:pt>
                <c:pt idx="5078">
                  <c:v>14597.55</c:v>
                </c:pt>
                <c:pt idx="5079">
                  <c:v>14403.2</c:v>
                </c:pt>
                <c:pt idx="5080">
                  <c:v>14365.79</c:v>
                </c:pt>
                <c:pt idx="5081">
                  <c:v>14585.79</c:v>
                </c:pt>
                <c:pt idx="5082">
                  <c:v>14601.59</c:v>
                </c:pt>
                <c:pt idx="5083">
                  <c:v>14597.48</c:v>
                </c:pt>
                <c:pt idx="5084">
                  <c:v>14572.26</c:v>
                </c:pt>
                <c:pt idx="5085">
                  <c:v>14386.37</c:v>
                </c:pt>
                <c:pt idx="5086">
                  <c:v>14215.83</c:v>
                </c:pt>
                <c:pt idx="5087">
                  <c:v>14381.06</c:v>
                </c:pt>
                <c:pt idx="5088">
                  <c:v>14458.14</c:v>
                </c:pt>
                <c:pt idx="5089">
                  <c:v>14424.88</c:v>
                </c:pt>
                <c:pt idx="5090">
                  <c:v>14402.35</c:v>
                </c:pt>
                <c:pt idx="5091">
                  <c:v>14487.85</c:v>
                </c:pt>
                <c:pt idx="5092">
                  <c:v>14408.94</c:v>
                </c:pt>
                <c:pt idx="5093">
                  <c:v>14372.76</c:v>
                </c:pt>
                <c:pt idx="5094">
                  <c:v>14597.4</c:v>
                </c:pt>
                <c:pt idx="5095">
                  <c:v>14541.35</c:v>
                </c:pt>
                <c:pt idx="5096">
                  <c:v>14485.88</c:v>
                </c:pt>
                <c:pt idx="5097">
                  <c:v>14621.83</c:v>
                </c:pt>
                <c:pt idx="5098">
                  <c:v>14575.02</c:v>
                </c:pt>
                <c:pt idx="5099">
                  <c:v>14898.77</c:v>
                </c:pt>
                <c:pt idx="5100">
                  <c:v>14847.79</c:v>
                </c:pt>
                <c:pt idx="5101">
                  <c:v>14839.3</c:v>
                </c:pt>
                <c:pt idx="5102">
                  <c:v>15161.03</c:v>
                </c:pt>
                <c:pt idx="5103">
                  <c:v>15382.21</c:v>
                </c:pt>
                <c:pt idx="5104">
                  <c:v>15394.39</c:v>
                </c:pt>
                <c:pt idx="5105">
                  <c:v>15428.52</c:v>
                </c:pt>
                <c:pt idx="5106">
                  <c:v>15431.25</c:v>
                </c:pt>
                <c:pt idx="5107">
                  <c:v>15221.46</c:v>
                </c:pt>
                <c:pt idx="5108">
                  <c:v>15189.88</c:v>
                </c:pt>
                <c:pt idx="5109">
                  <c:v>15274.31</c:v>
                </c:pt>
                <c:pt idx="5110">
                  <c:v>15143.97</c:v>
                </c:pt>
                <c:pt idx="5111">
                  <c:v>15179.95</c:v>
                </c:pt>
                <c:pt idx="5112">
                  <c:v>15223.62</c:v>
                </c:pt>
                <c:pt idx="5113">
                  <c:v>15241.86</c:v>
                </c:pt>
                <c:pt idx="5114">
                  <c:v>14983.2</c:v>
                </c:pt>
                <c:pt idx="5115">
                  <c:v>15041.02</c:v>
                </c:pt>
                <c:pt idx="5116">
                  <c:v>15086.62</c:v>
                </c:pt>
                <c:pt idx="5117">
                  <c:v>15070.56</c:v>
                </c:pt>
                <c:pt idx="5118">
                  <c:v>15199.79</c:v>
                </c:pt>
                <c:pt idx="5119">
                  <c:v>15165.77</c:v>
                </c:pt>
                <c:pt idx="5120">
                  <c:v>15166.17</c:v>
                </c:pt>
                <c:pt idx="5121">
                  <c:v>15224.57</c:v>
                </c:pt>
                <c:pt idx="5122">
                  <c:v>15160.78</c:v>
                </c:pt>
                <c:pt idx="5123">
                  <c:v>15227.83</c:v>
                </c:pt>
                <c:pt idx="5124">
                  <c:v>15221.89</c:v>
                </c:pt>
                <c:pt idx="5125">
                  <c:v>15143.75</c:v>
                </c:pt>
                <c:pt idx="5126">
                  <c:v>14903.55</c:v>
                </c:pt>
                <c:pt idx="5127">
                  <c:v>14922.22</c:v>
                </c:pt>
                <c:pt idx="5128">
                  <c:v>14836.97</c:v>
                </c:pt>
                <c:pt idx="5129">
                  <c:v>14982.89</c:v>
                </c:pt>
                <c:pt idx="5130">
                  <c:v>14889.1</c:v>
                </c:pt>
                <c:pt idx="5131">
                  <c:v>14873.85</c:v>
                </c:pt>
                <c:pt idx="5132">
                  <c:v>14973.89</c:v>
                </c:pt>
                <c:pt idx="5133">
                  <c:v>15218.63</c:v>
                </c:pt>
                <c:pt idx="5134">
                  <c:v>15038.61</c:v>
                </c:pt>
                <c:pt idx="5135">
                  <c:v>15148.09</c:v>
                </c:pt>
                <c:pt idx="5136">
                  <c:v>15449.58</c:v>
                </c:pt>
                <c:pt idx="5137">
                  <c:v>15443.62</c:v>
                </c:pt>
                <c:pt idx="5138">
                  <c:v>15466.06</c:v>
                </c:pt>
                <c:pt idx="5139">
                  <c:v>15450.95</c:v>
                </c:pt>
                <c:pt idx="5140">
                  <c:v>15445.2</c:v>
                </c:pt>
                <c:pt idx="5141">
                  <c:v>15346.41</c:v>
                </c:pt>
                <c:pt idx="5142">
                  <c:v>15047.84</c:v>
                </c:pt>
                <c:pt idx="5143">
                  <c:v>15108.94</c:v>
                </c:pt>
                <c:pt idx="5144">
                  <c:v>15051.32</c:v>
                </c:pt>
                <c:pt idx="5145">
                  <c:v>15111.54</c:v>
                </c:pt>
                <c:pt idx="5146">
                  <c:v>15118.5</c:v>
                </c:pt>
                <c:pt idx="5147">
                  <c:v>15137.08</c:v>
                </c:pt>
                <c:pt idx="5148">
                  <c:v>14978.88</c:v>
                </c:pt>
                <c:pt idx="5149">
                  <c:v>14880.98</c:v>
                </c:pt>
                <c:pt idx="5150">
                  <c:v>14813.32</c:v>
                </c:pt>
                <c:pt idx="5151">
                  <c:v>14801.86</c:v>
                </c:pt>
                <c:pt idx="5152">
                  <c:v>14769.93</c:v>
                </c:pt>
                <c:pt idx="5153">
                  <c:v>14794.03</c:v>
                </c:pt>
                <c:pt idx="5154">
                  <c:v>14786.46</c:v>
                </c:pt>
                <c:pt idx="5155">
                  <c:v>14620.14</c:v>
                </c:pt>
                <c:pt idx="5156">
                  <c:v>14602.7</c:v>
                </c:pt>
                <c:pt idx="5157">
                  <c:v>14567.74</c:v>
                </c:pt>
                <c:pt idx="5158">
                  <c:v>14567</c:v>
                </c:pt>
                <c:pt idx="5159">
                  <c:v>14504.29</c:v>
                </c:pt>
                <c:pt idx="5160">
                  <c:v>14491.54</c:v>
                </c:pt>
                <c:pt idx="5161">
                  <c:v>14307.3</c:v>
                </c:pt>
                <c:pt idx="5162">
                  <c:v>14146.95</c:v>
                </c:pt>
                <c:pt idx="5163">
                  <c:v>14157.24</c:v>
                </c:pt>
                <c:pt idx="5164">
                  <c:v>13964.47</c:v>
                </c:pt>
                <c:pt idx="5165">
                  <c:v>14030.81</c:v>
                </c:pt>
                <c:pt idx="5166">
                  <c:v>14149.93</c:v>
                </c:pt>
                <c:pt idx="5167">
                  <c:v>14124.8</c:v>
                </c:pt>
                <c:pt idx="5168">
                  <c:v>14177.87</c:v>
                </c:pt>
                <c:pt idx="5169">
                  <c:v>14201.06</c:v>
                </c:pt>
                <c:pt idx="5170">
                  <c:v>14277.28</c:v>
                </c:pt>
                <c:pt idx="5171">
                  <c:v>14287.44</c:v>
                </c:pt>
                <c:pt idx="5172">
                  <c:v>14176.04</c:v>
                </c:pt>
                <c:pt idx="5173">
                  <c:v>14230.29</c:v>
                </c:pt>
                <c:pt idx="5174">
                  <c:v>14190.44</c:v>
                </c:pt>
                <c:pt idx="5175">
                  <c:v>14161.02</c:v>
                </c:pt>
                <c:pt idx="5176">
                  <c:v>13979.35</c:v>
                </c:pt>
                <c:pt idx="5177">
                  <c:v>13945.77</c:v>
                </c:pt>
                <c:pt idx="5178">
                  <c:v>13912.03</c:v>
                </c:pt>
                <c:pt idx="5179">
                  <c:v>13833.53</c:v>
                </c:pt>
                <c:pt idx="5180">
                  <c:v>13914.3</c:v>
                </c:pt>
                <c:pt idx="5181">
                  <c:v>13904.81</c:v>
                </c:pt>
                <c:pt idx="5182">
                  <c:v>13952.02</c:v>
                </c:pt>
                <c:pt idx="5183">
                  <c:v>13934.76</c:v>
                </c:pt>
                <c:pt idx="5184">
                  <c:v>13898.31</c:v>
                </c:pt>
                <c:pt idx="5185">
                  <c:v>13898.55</c:v>
                </c:pt>
                <c:pt idx="5186">
                  <c:v>13837.29</c:v>
                </c:pt>
                <c:pt idx="5187">
                  <c:v>13860.55</c:v>
                </c:pt>
                <c:pt idx="5188">
                  <c:v>13818.45</c:v>
                </c:pt>
                <c:pt idx="5189">
                  <c:v>13814.58</c:v>
                </c:pt>
                <c:pt idx="5190">
                  <c:v>13873.07</c:v>
                </c:pt>
                <c:pt idx="5191">
                  <c:v>13867.07</c:v>
                </c:pt>
                <c:pt idx="5192">
                  <c:v>13845.1</c:v>
                </c:pt>
                <c:pt idx="5193">
                  <c:v>13714.78</c:v>
                </c:pt>
                <c:pt idx="5194">
                  <c:v>13569.99</c:v>
                </c:pt>
                <c:pt idx="5195">
                  <c:v>13562.06</c:v>
                </c:pt>
                <c:pt idx="5196">
                  <c:v>13719.32</c:v>
                </c:pt>
                <c:pt idx="5197">
                  <c:v>13699.13</c:v>
                </c:pt>
                <c:pt idx="5198">
                  <c:v>13717.42</c:v>
                </c:pt>
                <c:pt idx="5199">
                  <c:v>13698.93</c:v>
                </c:pt>
                <c:pt idx="5200">
                  <c:v>13627.01</c:v>
                </c:pt>
                <c:pt idx="5201">
                  <c:v>13667.03</c:v>
                </c:pt>
                <c:pt idx="5202">
                  <c:v>13866.81</c:v>
                </c:pt>
                <c:pt idx="5203">
                  <c:v>13968.28</c:v>
                </c:pt>
                <c:pt idx="5204">
                  <c:v>13939.8</c:v>
                </c:pt>
                <c:pt idx="5205">
                  <c:v>14018.38</c:v>
                </c:pt>
                <c:pt idx="5206">
                  <c:v>14085.09</c:v>
                </c:pt>
                <c:pt idx="5207">
                  <c:v>14033.96</c:v>
                </c:pt>
                <c:pt idx="5208">
                  <c:v>14061.7</c:v>
                </c:pt>
                <c:pt idx="5209">
                  <c:v>13945.05</c:v>
                </c:pt>
                <c:pt idx="5210">
                  <c:v>13893.98</c:v>
                </c:pt>
                <c:pt idx="5211">
                  <c:v>13908.97</c:v>
                </c:pt>
                <c:pt idx="5212">
                  <c:v>13909.42</c:v>
                </c:pt>
                <c:pt idx="5213">
                  <c:v>13839.64</c:v>
                </c:pt>
                <c:pt idx="5214">
                  <c:v>13859.58</c:v>
                </c:pt>
                <c:pt idx="5215">
                  <c:v>13750.23</c:v>
                </c:pt>
                <c:pt idx="5216">
                  <c:v>13693.55</c:v>
                </c:pt>
                <c:pt idx="5217">
                  <c:v>13597.31</c:v>
                </c:pt>
                <c:pt idx="5218">
                  <c:v>13501.63</c:v>
                </c:pt>
                <c:pt idx="5219">
                  <c:v>13444.09</c:v>
                </c:pt>
                <c:pt idx="5220">
                  <c:v>13355.23</c:v>
                </c:pt>
                <c:pt idx="5221">
                  <c:v>13638.75</c:v>
                </c:pt>
                <c:pt idx="5222">
                  <c:v>13772.4</c:v>
                </c:pt>
                <c:pt idx="5223">
                  <c:v>13799.62</c:v>
                </c:pt>
                <c:pt idx="5224">
                  <c:v>13658.05</c:v>
                </c:pt>
                <c:pt idx="5225">
                  <c:v>13659.93</c:v>
                </c:pt>
                <c:pt idx="5226">
                  <c:v>13666.72</c:v>
                </c:pt>
                <c:pt idx="5227">
                  <c:v>13602.35</c:v>
                </c:pt>
                <c:pt idx="5228">
                  <c:v>13562.26</c:v>
                </c:pt>
                <c:pt idx="5229">
                  <c:v>13513.41</c:v>
                </c:pt>
                <c:pt idx="5230">
                  <c:v>13491.35</c:v>
                </c:pt>
                <c:pt idx="5231">
                  <c:v>13516.88</c:v>
                </c:pt>
                <c:pt idx="5232">
                  <c:v>13425.75</c:v>
                </c:pt>
                <c:pt idx="5233">
                  <c:v>13411.88</c:v>
                </c:pt>
                <c:pt idx="5234">
                  <c:v>13597.1</c:v>
                </c:pt>
                <c:pt idx="5235">
                  <c:v>13603.61</c:v>
                </c:pt>
                <c:pt idx="5236">
                  <c:v>13776.47</c:v>
                </c:pt>
                <c:pt idx="5237">
                  <c:v>13834.35</c:v>
                </c:pt>
                <c:pt idx="5238">
                  <c:v>13828.37</c:v>
                </c:pt>
                <c:pt idx="5239">
                  <c:v>13817.99</c:v>
                </c:pt>
                <c:pt idx="5240">
                  <c:v>13832.52</c:v>
                </c:pt>
                <c:pt idx="5241">
                  <c:v>13816.75</c:v>
                </c:pt>
                <c:pt idx="5242">
                  <c:v>13906.85</c:v>
                </c:pt>
                <c:pt idx="5243">
                  <c:v>13890.93</c:v>
                </c:pt>
                <c:pt idx="5244">
                  <c:v>13856.02</c:v>
                </c:pt>
                <c:pt idx="5245">
                  <c:v>13941.47</c:v>
                </c:pt>
                <c:pt idx="5246">
                  <c:v>13881.71</c:v>
                </c:pt>
                <c:pt idx="5247">
                  <c:v>13771.95</c:v>
                </c:pt>
                <c:pt idx="5248">
                  <c:v>13730.78</c:v>
                </c:pt>
                <c:pt idx="5249">
                  <c:v>13892.37</c:v>
                </c:pt>
                <c:pt idx="5250">
                  <c:v>13850.78</c:v>
                </c:pt>
                <c:pt idx="5251">
                  <c:v>14061.15</c:v>
                </c:pt>
                <c:pt idx="5252">
                  <c:v>14195.35</c:v>
                </c:pt>
                <c:pt idx="5253">
                  <c:v>14157.09</c:v>
                </c:pt>
                <c:pt idx="5254">
                  <c:v>14060.91</c:v>
                </c:pt>
                <c:pt idx="5255">
                  <c:v>13957.94</c:v>
                </c:pt>
                <c:pt idx="5256">
                  <c:v>14090.52</c:v>
                </c:pt>
                <c:pt idx="5257">
                  <c:v>14111.65</c:v>
                </c:pt>
                <c:pt idx="5258">
                  <c:v>14087.87</c:v>
                </c:pt>
                <c:pt idx="5259">
                  <c:v>13967.82</c:v>
                </c:pt>
                <c:pt idx="5260">
                  <c:v>14015.49</c:v>
                </c:pt>
                <c:pt idx="5261">
                  <c:v>13995.83</c:v>
                </c:pt>
                <c:pt idx="5262">
                  <c:v>14017.23</c:v>
                </c:pt>
                <c:pt idx="5263">
                  <c:v>13845.63</c:v>
                </c:pt>
                <c:pt idx="5264">
                  <c:v>13795</c:v>
                </c:pt>
                <c:pt idx="5265">
                  <c:v>13585.17</c:v>
                </c:pt>
                <c:pt idx="5266">
                  <c:v>13515.33</c:v>
                </c:pt>
                <c:pt idx="5267">
                  <c:v>13555.8</c:v>
                </c:pt>
                <c:pt idx="5268">
                  <c:v>13578.26</c:v>
                </c:pt>
                <c:pt idx="5269">
                  <c:v>13721.69</c:v>
                </c:pt>
                <c:pt idx="5270">
                  <c:v>13650.06</c:v>
                </c:pt>
                <c:pt idx="5271">
                  <c:v>13628.91</c:v>
                </c:pt>
                <c:pt idx="5272">
                  <c:v>13623.68</c:v>
                </c:pt>
                <c:pt idx="5273">
                  <c:v>13584.06</c:v>
                </c:pt>
                <c:pt idx="5274">
                  <c:v>13386.99</c:v>
                </c:pt>
                <c:pt idx="5275">
                  <c:v>13481.02</c:v>
                </c:pt>
                <c:pt idx="5276">
                  <c:v>13543.59</c:v>
                </c:pt>
                <c:pt idx="5277">
                  <c:v>13678.63</c:v>
                </c:pt>
                <c:pt idx="5278">
                  <c:v>13604.22</c:v>
                </c:pt>
                <c:pt idx="5279">
                  <c:v>13621.65</c:v>
                </c:pt>
                <c:pt idx="5280">
                  <c:v>13494.78</c:v>
                </c:pt>
                <c:pt idx="5281">
                  <c:v>13573.28</c:v>
                </c:pt>
                <c:pt idx="5282">
                  <c:v>13565.31</c:v>
                </c:pt>
                <c:pt idx="5283">
                  <c:v>13509.25</c:v>
                </c:pt>
                <c:pt idx="5284">
                  <c:v>13531.39</c:v>
                </c:pt>
                <c:pt idx="5285">
                  <c:v>13574.86</c:v>
                </c:pt>
                <c:pt idx="5286">
                  <c:v>13712.04</c:v>
                </c:pt>
                <c:pt idx="5287">
                  <c:v>13764.36</c:v>
                </c:pt>
                <c:pt idx="5288">
                  <c:v>14045.9</c:v>
                </c:pt>
                <c:pt idx="5289">
                  <c:v>14237.42</c:v>
                </c:pt>
                <c:pt idx="5290">
                  <c:v>14230.14</c:v>
                </c:pt>
                <c:pt idx="5291">
                  <c:v>14163.55</c:v>
                </c:pt>
                <c:pt idx="5292">
                  <c:v>14266.38</c:v>
                </c:pt>
                <c:pt idx="5293">
                  <c:v>14196.95</c:v>
                </c:pt>
                <c:pt idx="5294">
                  <c:v>14194.9</c:v>
                </c:pt>
                <c:pt idx="5295">
                  <c:v>14235.3</c:v>
                </c:pt>
                <c:pt idx="5296">
                  <c:v>14151.08</c:v>
                </c:pt>
                <c:pt idx="5297">
                  <c:v>14180.79</c:v>
                </c:pt>
                <c:pt idx="5298">
                  <c:v>14214.04</c:v>
                </c:pt>
                <c:pt idx="5299">
                  <c:v>13992.44</c:v>
                </c:pt>
                <c:pt idx="5300">
                  <c:v>14024.63</c:v>
                </c:pt>
                <c:pt idx="5301">
                  <c:v>14078.54</c:v>
                </c:pt>
                <c:pt idx="5302">
                  <c:v>14043.52</c:v>
                </c:pt>
                <c:pt idx="5303">
                  <c:v>13886.16</c:v>
                </c:pt>
                <c:pt idx="5304">
                  <c:v>13901.81</c:v>
                </c:pt>
                <c:pt idx="5305">
                  <c:v>14008.82</c:v>
                </c:pt>
                <c:pt idx="5306">
                  <c:v>14022.32</c:v>
                </c:pt>
                <c:pt idx="5307">
                  <c:v>14235.78</c:v>
                </c:pt>
                <c:pt idx="5308">
                  <c:v>14256.86</c:v>
                </c:pt>
                <c:pt idx="5309">
                  <c:v>14211.84</c:v>
                </c:pt>
                <c:pt idx="5310">
                  <c:v>14261.79</c:v>
                </c:pt>
                <c:pt idx="5311">
                  <c:v>14162.8</c:v>
                </c:pt>
                <c:pt idx="5312">
                  <c:v>14060.05</c:v>
                </c:pt>
                <c:pt idx="5313">
                  <c:v>14066.91</c:v>
                </c:pt>
                <c:pt idx="5314">
                  <c:v>13895.03</c:v>
                </c:pt>
                <c:pt idx="5315">
                  <c:v>13926.61</c:v>
                </c:pt>
                <c:pt idx="5316">
                  <c:v>13997.02</c:v>
                </c:pt>
                <c:pt idx="5317">
                  <c:v>14023.29</c:v>
                </c:pt>
                <c:pt idx="5318">
                  <c:v>13800.6</c:v>
                </c:pt>
                <c:pt idx="5319">
                  <c:v>13787.68</c:v>
                </c:pt>
                <c:pt idx="5320">
                  <c:v>13799.82</c:v>
                </c:pt>
                <c:pt idx="5321">
                  <c:v>13824.98</c:v>
                </c:pt>
                <c:pt idx="5322">
                  <c:v>13746.08</c:v>
                </c:pt>
                <c:pt idx="5323">
                  <c:v>13932.22</c:v>
                </c:pt>
                <c:pt idx="5324">
                  <c:v>13784.46</c:v>
                </c:pt>
                <c:pt idx="5325">
                  <c:v>13624.51</c:v>
                </c:pt>
                <c:pt idx="5326">
                  <c:v>13672.37</c:v>
                </c:pt>
                <c:pt idx="5327">
                  <c:v>13516.67</c:v>
                </c:pt>
                <c:pt idx="5328">
                  <c:v>13561.49</c:v>
                </c:pt>
                <c:pt idx="5329">
                  <c:v>13494.95</c:v>
                </c:pt>
                <c:pt idx="5330">
                  <c:v>13369.09</c:v>
                </c:pt>
                <c:pt idx="5331">
                  <c:v>13397.67</c:v>
                </c:pt>
                <c:pt idx="5332">
                  <c:v>13308.74</c:v>
                </c:pt>
                <c:pt idx="5333">
                  <c:v>13094.25</c:v>
                </c:pt>
                <c:pt idx="5334">
                  <c:v>13054.66</c:v>
                </c:pt>
                <c:pt idx="5335">
                  <c:v>13113.15</c:v>
                </c:pt>
                <c:pt idx="5336">
                  <c:v>12838.71</c:v>
                </c:pt>
                <c:pt idx="5337">
                  <c:v>12852.35</c:v>
                </c:pt>
                <c:pt idx="5338">
                  <c:v>12818.1</c:v>
                </c:pt>
                <c:pt idx="5339">
                  <c:v>13015.2</c:v>
                </c:pt>
                <c:pt idx="5340">
                  <c:v>12999.13</c:v>
                </c:pt>
                <c:pt idx="5341">
                  <c:v>13154.55</c:v>
                </c:pt>
                <c:pt idx="5342">
                  <c:v>13034.74</c:v>
                </c:pt>
                <c:pt idx="5343">
                  <c:v>13059.43</c:v>
                </c:pt>
                <c:pt idx="5344">
                  <c:v>13035.38</c:v>
                </c:pt>
                <c:pt idx="5345">
                  <c:v>13171.58</c:v>
                </c:pt>
                <c:pt idx="5346">
                  <c:v>13251.59</c:v>
                </c:pt>
                <c:pt idx="5347">
                  <c:v>13305.13</c:v>
                </c:pt>
                <c:pt idx="5348">
                  <c:v>13241.46</c:v>
                </c:pt>
                <c:pt idx="5349">
                  <c:v>13321.73</c:v>
                </c:pt>
                <c:pt idx="5350">
                  <c:v>13271.57</c:v>
                </c:pt>
                <c:pt idx="5351">
                  <c:v>13331.1</c:v>
                </c:pt>
                <c:pt idx="5352">
                  <c:v>13359.25</c:v>
                </c:pt>
                <c:pt idx="5353">
                  <c:v>13120.03</c:v>
                </c:pt>
                <c:pt idx="5354">
                  <c:v>12950.8</c:v>
                </c:pt>
                <c:pt idx="5355">
                  <c:v>13021.9</c:v>
                </c:pt>
                <c:pt idx="5356">
                  <c:v>13066.84</c:v>
                </c:pt>
                <c:pt idx="5357">
                  <c:v>13280.43</c:v>
                </c:pt>
                <c:pt idx="5358">
                  <c:v>13272.23</c:v>
                </c:pt>
                <c:pt idx="5359">
                  <c:v>13304.48</c:v>
                </c:pt>
                <c:pt idx="5360">
                  <c:v>13221.33</c:v>
                </c:pt>
                <c:pt idx="5361">
                  <c:v>13224.93</c:v>
                </c:pt>
                <c:pt idx="5362">
                  <c:v>13209.84</c:v>
                </c:pt>
                <c:pt idx="5363">
                  <c:v>13084.4</c:v>
                </c:pt>
                <c:pt idx="5364">
                  <c:v>13148.06</c:v>
                </c:pt>
                <c:pt idx="5365">
                  <c:v>13139.57</c:v>
                </c:pt>
                <c:pt idx="5366">
                  <c:v>13003.99</c:v>
                </c:pt>
                <c:pt idx="5367">
                  <c:v>12942.2</c:v>
                </c:pt>
                <c:pt idx="5368">
                  <c:v>13049.96</c:v>
                </c:pt>
                <c:pt idx="5369">
                  <c:v>13136.04</c:v>
                </c:pt>
                <c:pt idx="5370">
                  <c:v>13104.34</c:v>
                </c:pt>
                <c:pt idx="5371">
                  <c:v>12948.1</c:v>
                </c:pt>
                <c:pt idx="5372">
                  <c:v>12999.07</c:v>
                </c:pt>
                <c:pt idx="5373">
                  <c:v>13023.87</c:v>
                </c:pt>
                <c:pt idx="5374">
                  <c:v>12850.28</c:v>
                </c:pt>
                <c:pt idx="5375">
                  <c:v>12877.78</c:v>
                </c:pt>
                <c:pt idx="5376">
                  <c:v>12818.42</c:v>
                </c:pt>
                <c:pt idx="5377">
                  <c:v>12784.39</c:v>
                </c:pt>
                <c:pt idx="5378">
                  <c:v>12793.03</c:v>
                </c:pt>
                <c:pt idx="5379">
                  <c:v>12646.49</c:v>
                </c:pt>
                <c:pt idx="5380">
                  <c:v>12431.77</c:v>
                </c:pt>
                <c:pt idx="5381">
                  <c:v>12376.9</c:v>
                </c:pt>
                <c:pt idx="5382">
                  <c:v>12396.67</c:v>
                </c:pt>
                <c:pt idx="5383">
                  <c:v>12228.54</c:v>
                </c:pt>
                <c:pt idx="5384">
                  <c:v>12256.12</c:v>
                </c:pt>
                <c:pt idx="5385">
                  <c:v>12219.75</c:v>
                </c:pt>
                <c:pt idx="5386">
                  <c:v>12359.83</c:v>
                </c:pt>
                <c:pt idx="5387">
                  <c:v>12413.43</c:v>
                </c:pt>
                <c:pt idx="5388">
                  <c:v>12343.13</c:v>
                </c:pt>
                <c:pt idx="5389">
                  <c:v>12408.04</c:v>
                </c:pt>
                <c:pt idx="5390">
                  <c:v>12467.41</c:v>
                </c:pt>
                <c:pt idx="5391">
                  <c:v>12478.68</c:v>
                </c:pt>
                <c:pt idx="5392">
                  <c:v>12491.92</c:v>
                </c:pt>
                <c:pt idx="5393">
                  <c:v>12280.26</c:v>
                </c:pt>
                <c:pt idx="5394">
                  <c:v>12357.12</c:v>
                </c:pt>
                <c:pt idx="5395">
                  <c:v>12201.39</c:v>
                </c:pt>
                <c:pt idx="5396">
                  <c:v>12238.03</c:v>
                </c:pt>
                <c:pt idx="5397">
                  <c:v>12183.1</c:v>
                </c:pt>
                <c:pt idx="5398">
                  <c:v>12320.27</c:v>
                </c:pt>
                <c:pt idx="5399">
                  <c:v>12301.32</c:v>
                </c:pt>
                <c:pt idx="5400">
                  <c:v>12319.83</c:v>
                </c:pt>
                <c:pt idx="5401">
                  <c:v>12352.99</c:v>
                </c:pt>
                <c:pt idx="5402">
                  <c:v>12320.21</c:v>
                </c:pt>
                <c:pt idx="5403">
                  <c:v>12395.11</c:v>
                </c:pt>
                <c:pt idx="5404">
                  <c:v>12123.63</c:v>
                </c:pt>
                <c:pt idx="5405">
                  <c:v>12166.95</c:v>
                </c:pt>
                <c:pt idx="5406">
                  <c:v>12059.2</c:v>
                </c:pt>
                <c:pt idx="5407">
                  <c:v>11939.41</c:v>
                </c:pt>
                <c:pt idx="5408">
                  <c:v>11932.83</c:v>
                </c:pt>
                <c:pt idx="5409">
                  <c:v>12078.33</c:v>
                </c:pt>
                <c:pt idx="5410">
                  <c:v>12191.01</c:v>
                </c:pt>
                <c:pt idx="5411">
                  <c:v>12202.26</c:v>
                </c:pt>
                <c:pt idx="5412">
                  <c:v>12119.75</c:v>
                </c:pt>
                <c:pt idx="5413">
                  <c:v>12320.26</c:v>
                </c:pt>
                <c:pt idx="5414">
                  <c:v>12284.08</c:v>
                </c:pt>
                <c:pt idx="5415">
                  <c:v>12252.11</c:v>
                </c:pt>
                <c:pt idx="5416">
                  <c:v>12220.13</c:v>
                </c:pt>
                <c:pt idx="5417">
                  <c:v>12285.75</c:v>
                </c:pt>
                <c:pt idx="5418">
                  <c:v>12116.3</c:v>
                </c:pt>
                <c:pt idx="5419">
                  <c:v>12194.6</c:v>
                </c:pt>
                <c:pt idx="5420">
                  <c:v>12185.52</c:v>
                </c:pt>
                <c:pt idx="5421">
                  <c:v>12163.68</c:v>
                </c:pt>
                <c:pt idx="5422">
                  <c:v>11849.77</c:v>
                </c:pt>
                <c:pt idx="5423">
                  <c:v>11845.59</c:v>
                </c:pt>
                <c:pt idx="5424">
                  <c:v>11855.55</c:v>
                </c:pt>
                <c:pt idx="5425">
                  <c:v>12082.86</c:v>
                </c:pt>
                <c:pt idx="5426">
                  <c:v>12161.78</c:v>
                </c:pt>
                <c:pt idx="5427">
                  <c:v>12050.69</c:v>
                </c:pt>
                <c:pt idx="5428">
                  <c:v>12076.57</c:v>
                </c:pt>
                <c:pt idx="5429">
                  <c:v>12396.39</c:v>
                </c:pt>
                <c:pt idx="5430">
                  <c:v>12422.87</c:v>
                </c:pt>
                <c:pt idx="5431">
                  <c:v>12339.94</c:v>
                </c:pt>
                <c:pt idx="5432">
                  <c:v>12344.16</c:v>
                </c:pt>
                <c:pt idx="5433">
                  <c:v>12326.85</c:v>
                </c:pt>
                <c:pt idx="5434">
                  <c:v>12022.64</c:v>
                </c:pt>
                <c:pt idx="5435">
                  <c:v>11929.93</c:v>
                </c:pt>
                <c:pt idx="5436">
                  <c:v>12201.75</c:v>
                </c:pt>
                <c:pt idx="5437">
                  <c:v>12105.55</c:v>
                </c:pt>
                <c:pt idx="5438">
                  <c:v>12198.24</c:v>
                </c:pt>
                <c:pt idx="5439">
                  <c:v>12116.87</c:v>
                </c:pt>
                <c:pt idx="5440">
                  <c:v>11983.9</c:v>
                </c:pt>
                <c:pt idx="5441">
                  <c:v>11692.56</c:v>
                </c:pt>
                <c:pt idx="5442">
                  <c:v>11662.97</c:v>
                </c:pt>
                <c:pt idx="5443">
                  <c:v>11576.01</c:v>
                </c:pt>
                <c:pt idx="5444">
                  <c:v>11339.62</c:v>
                </c:pt>
                <c:pt idx="5445">
                  <c:v>11469.41</c:v>
                </c:pt>
                <c:pt idx="5446">
                  <c:v>11072.39</c:v>
                </c:pt>
                <c:pt idx="5447">
                  <c:v>10967.65</c:v>
                </c:pt>
                <c:pt idx="5448">
                  <c:v>11276.86</c:v>
                </c:pt>
                <c:pt idx="5449">
                  <c:v>11396.94</c:v>
                </c:pt>
                <c:pt idx="5450">
                  <c:v>11528.18</c:v>
                </c:pt>
                <c:pt idx="5451">
                  <c:v>11508.09</c:v>
                </c:pt>
                <c:pt idx="5452">
                  <c:v>11485.5</c:v>
                </c:pt>
                <c:pt idx="5453">
                  <c:v>11910.76</c:v>
                </c:pt>
                <c:pt idx="5454">
                  <c:v>12010.31</c:v>
                </c:pt>
                <c:pt idx="5455">
                  <c:v>11950.46</c:v>
                </c:pt>
                <c:pt idx="5456">
                  <c:v>12098.3</c:v>
                </c:pt>
                <c:pt idx="5457">
                  <c:v>11950.62</c:v>
                </c:pt>
                <c:pt idx="5458">
                  <c:v>11942.96</c:v>
                </c:pt>
                <c:pt idx="5459">
                  <c:v>12005.58</c:v>
                </c:pt>
                <c:pt idx="5460">
                  <c:v>12165.31</c:v>
                </c:pt>
                <c:pt idx="5461">
                  <c:v>12154.91</c:v>
                </c:pt>
                <c:pt idx="5462">
                  <c:v>12132.68</c:v>
                </c:pt>
                <c:pt idx="5463">
                  <c:v>12383.94</c:v>
                </c:pt>
                <c:pt idx="5464">
                  <c:v>12167.7</c:v>
                </c:pt>
                <c:pt idx="5465">
                  <c:v>12227.3</c:v>
                </c:pt>
                <c:pt idx="5466">
                  <c:v>12394.37</c:v>
                </c:pt>
                <c:pt idx="5467">
                  <c:v>12450</c:v>
                </c:pt>
                <c:pt idx="5468">
                  <c:v>12458.38</c:v>
                </c:pt>
                <c:pt idx="5469">
                  <c:v>12479.26</c:v>
                </c:pt>
                <c:pt idx="5470">
                  <c:v>12669.86</c:v>
                </c:pt>
                <c:pt idx="5471">
                  <c:v>13031.81</c:v>
                </c:pt>
                <c:pt idx="5472">
                  <c:v>12909.37</c:v>
                </c:pt>
                <c:pt idx="5473">
                  <c:v>12920.05</c:v>
                </c:pt>
                <c:pt idx="5474">
                  <c:v>12886.97</c:v>
                </c:pt>
                <c:pt idx="5475">
                  <c:v>12731.76</c:v>
                </c:pt>
                <c:pt idx="5476">
                  <c:v>12676.25</c:v>
                </c:pt>
                <c:pt idx="5477">
                  <c:v>12681.67</c:v>
                </c:pt>
                <c:pt idx="5478">
                  <c:v>12641.39</c:v>
                </c:pt>
                <c:pt idx="5479">
                  <c:v>12427.34</c:v>
                </c:pt>
                <c:pt idx="5480">
                  <c:v>12483.24</c:v>
                </c:pt>
                <c:pt idx="5481">
                  <c:v>12520.21</c:v>
                </c:pt>
                <c:pt idx="5482">
                  <c:v>12678.13</c:v>
                </c:pt>
                <c:pt idx="5483">
                  <c:v>12588.36</c:v>
                </c:pt>
                <c:pt idx="5484">
                  <c:v>12550.91</c:v>
                </c:pt>
                <c:pt idx="5485">
                  <c:v>12790.58</c:v>
                </c:pt>
                <c:pt idx="5486">
                  <c:v>12816.19</c:v>
                </c:pt>
                <c:pt idx="5487">
                  <c:v>12975.72</c:v>
                </c:pt>
                <c:pt idx="5488">
                  <c:v>12932.62</c:v>
                </c:pt>
                <c:pt idx="5489">
                  <c:v>12919.41</c:v>
                </c:pt>
                <c:pt idx="5490">
                  <c:v>12932.23</c:v>
                </c:pt>
                <c:pt idx="5491">
                  <c:v>13024.06</c:v>
                </c:pt>
                <c:pt idx="5492">
                  <c:v>13214.2</c:v>
                </c:pt>
                <c:pt idx="5493">
                  <c:v>13397.25</c:v>
                </c:pt>
                <c:pt idx="5494">
                  <c:v>13573.54</c:v>
                </c:pt>
                <c:pt idx="5495">
                  <c:v>13454.76</c:v>
                </c:pt>
                <c:pt idx="5496">
                  <c:v>13451.56</c:v>
                </c:pt>
                <c:pt idx="5497">
                  <c:v>13454.09</c:v>
                </c:pt>
                <c:pt idx="5498">
                  <c:v>13731.35</c:v>
                </c:pt>
                <c:pt idx="5499">
                  <c:v>13918.65</c:v>
                </c:pt>
                <c:pt idx="5500">
                  <c:v>13907.03</c:v>
                </c:pt>
                <c:pt idx="5501">
                  <c:v>13674.64</c:v>
                </c:pt>
                <c:pt idx="5502">
                  <c:v>13599.47</c:v>
                </c:pt>
                <c:pt idx="5503">
                  <c:v>13756.41</c:v>
                </c:pt>
                <c:pt idx="5504">
                  <c:v>13765.07</c:v>
                </c:pt>
                <c:pt idx="5505">
                  <c:v>13868.37</c:v>
                </c:pt>
                <c:pt idx="5506">
                  <c:v>13867.22</c:v>
                </c:pt>
                <c:pt idx="5507">
                  <c:v>13928.38</c:v>
                </c:pt>
                <c:pt idx="5508">
                  <c:v>13815.44</c:v>
                </c:pt>
                <c:pt idx="5509">
                  <c:v>13831.53</c:v>
                </c:pt>
                <c:pt idx="5510">
                  <c:v>13739.8</c:v>
                </c:pt>
                <c:pt idx="5511">
                  <c:v>13625.13</c:v>
                </c:pt>
                <c:pt idx="5512">
                  <c:v>13524.76</c:v>
                </c:pt>
                <c:pt idx="5513">
                  <c:v>13515.66</c:v>
                </c:pt>
                <c:pt idx="5514">
                  <c:v>13576.68</c:v>
                </c:pt>
                <c:pt idx="5515">
                  <c:v>13309.6</c:v>
                </c:pt>
                <c:pt idx="5516">
                  <c:v>13030.94</c:v>
                </c:pt>
                <c:pt idx="5517">
                  <c:v>13086.73</c:v>
                </c:pt>
                <c:pt idx="5518">
                  <c:v>13090.01</c:v>
                </c:pt>
                <c:pt idx="5519">
                  <c:v>12999.98</c:v>
                </c:pt>
                <c:pt idx="5520">
                  <c:v>13289.37</c:v>
                </c:pt>
                <c:pt idx="5521">
                  <c:v>13334.01</c:v>
                </c:pt>
                <c:pt idx="5522">
                  <c:v>13431.78</c:v>
                </c:pt>
                <c:pt idx="5523">
                  <c:v>13761.88</c:v>
                </c:pt>
                <c:pt idx="5524">
                  <c:v>13727.27</c:v>
                </c:pt>
                <c:pt idx="5525">
                  <c:v>13750.58</c:v>
                </c:pt>
                <c:pt idx="5526">
                  <c:v>13570.43</c:v>
                </c:pt>
                <c:pt idx="5527">
                  <c:v>13253.31</c:v>
                </c:pt>
                <c:pt idx="5528">
                  <c:v>13167.76</c:v>
                </c:pt>
                <c:pt idx="5529">
                  <c:v>13249.81</c:v>
                </c:pt>
                <c:pt idx="5530">
                  <c:v>13320.88</c:v>
                </c:pt>
                <c:pt idx="5531">
                  <c:v>13396.65</c:v>
                </c:pt>
                <c:pt idx="5532">
                  <c:v>13352.22</c:v>
                </c:pt>
                <c:pt idx="5533">
                  <c:v>13385.8</c:v>
                </c:pt>
                <c:pt idx="5534">
                  <c:v>13203.59</c:v>
                </c:pt>
                <c:pt idx="5535">
                  <c:v>13157.68</c:v>
                </c:pt>
                <c:pt idx="5536">
                  <c:v>13036.32</c:v>
                </c:pt>
                <c:pt idx="5537">
                  <c:v>13005.33</c:v>
                </c:pt>
                <c:pt idx="5538">
                  <c:v>12801.48</c:v>
                </c:pt>
                <c:pt idx="5539">
                  <c:v>12575.94</c:v>
                </c:pt>
                <c:pt idx="5540">
                  <c:v>12526.74</c:v>
                </c:pt>
                <c:pt idx="5541">
                  <c:v>12464.29</c:v>
                </c:pt>
                <c:pt idx="5542">
                  <c:v>12456.7</c:v>
                </c:pt>
                <c:pt idx="5543">
                  <c:v>12420.51</c:v>
                </c:pt>
                <c:pt idx="5544">
                  <c:v>12487.99</c:v>
                </c:pt>
                <c:pt idx="5545">
                  <c:v>12371.75</c:v>
                </c:pt>
                <c:pt idx="5546">
                  <c:v>12240.25</c:v>
                </c:pt>
                <c:pt idx="5547">
                  <c:v>12193.12</c:v>
                </c:pt>
                <c:pt idx="5548">
                  <c:v>12260.33</c:v>
                </c:pt>
                <c:pt idx="5549">
                  <c:v>12520.17</c:v>
                </c:pt>
                <c:pt idx="5550">
                  <c:v>12594.42</c:v>
                </c:pt>
                <c:pt idx="5551">
                  <c:v>12554.58</c:v>
                </c:pt>
                <c:pt idx="5552">
                  <c:v>12398.38</c:v>
                </c:pt>
                <c:pt idx="5553">
                  <c:v>12393.64</c:v>
                </c:pt>
                <c:pt idx="5554">
                  <c:v>12177.44</c:v>
                </c:pt>
                <c:pt idx="5555">
                  <c:v>12314.73</c:v>
                </c:pt>
                <c:pt idx="5556">
                  <c:v>12342.65</c:v>
                </c:pt>
                <c:pt idx="5557">
                  <c:v>12361.18</c:v>
                </c:pt>
                <c:pt idx="5558">
                  <c:v>12412.23</c:v>
                </c:pt>
                <c:pt idx="5559">
                  <c:v>12456.99</c:v>
                </c:pt>
                <c:pt idx="5560">
                  <c:v>12317.47</c:v>
                </c:pt>
                <c:pt idx="5561">
                  <c:v>12075.99</c:v>
                </c:pt>
                <c:pt idx="5562">
                  <c:v>12086.67</c:v>
                </c:pt>
                <c:pt idx="5563">
                  <c:v>12008.07</c:v>
                </c:pt>
                <c:pt idx="5564">
                  <c:v>11848.56</c:v>
                </c:pt>
                <c:pt idx="5565">
                  <c:v>11839.8</c:v>
                </c:pt>
                <c:pt idx="5566">
                  <c:v>11845.41</c:v>
                </c:pt>
                <c:pt idx="5567">
                  <c:v>11872.99</c:v>
                </c:pt>
                <c:pt idx="5568">
                  <c:v>12027.26</c:v>
                </c:pt>
                <c:pt idx="5569">
                  <c:v>11997.02</c:v>
                </c:pt>
                <c:pt idx="5570">
                  <c:v>12203.53</c:v>
                </c:pt>
                <c:pt idx="5571">
                  <c:v>12227.57</c:v>
                </c:pt>
                <c:pt idx="5572">
                  <c:v>11971.48</c:v>
                </c:pt>
                <c:pt idx="5573">
                  <c:v>12003.62</c:v>
                </c:pt>
                <c:pt idx="5574">
                  <c:v>12156.68</c:v>
                </c:pt>
                <c:pt idx="5575">
                  <c:v>12215.17</c:v>
                </c:pt>
                <c:pt idx="5576">
                  <c:v>12150.09</c:v>
                </c:pt>
                <c:pt idx="5577">
                  <c:v>12438.92</c:v>
                </c:pt>
                <c:pt idx="5578">
                  <c:v>12440.72</c:v>
                </c:pt>
                <c:pt idx="5579">
                  <c:v>12386.81</c:v>
                </c:pt>
                <c:pt idx="5580">
                  <c:v>12190.1</c:v>
                </c:pt>
                <c:pt idx="5581">
                  <c:v>12143.35</c:v>
                </c:pt>
                <c:pt idx="5582">
                  <c:v>12130.51</c:v>
                </c:pt>
                <c:pt idx="5583">
                  <c:v>12091.88</c:v>
                </c:pt>
                <c:pt idx="5584">
                  <c:v>11749.72</c:v>
                </c:pt>
                <c:pt idx="5585">
                  <c:v>11736.37</c:v>
                </c:pt>
                <c:pt idx="5586">
                  <c:v>11737.18</c:v>
                </c:pt>
                <c:pt idx="5587">
                  <c:v>12238.63</c:v>
                </c:pt>
                <c:pt idx="5588">
                  <c:v>12250.69</c:v>
                </c:pt>
                <c:pt idx="5589">
                  <c:v>12147.89</c:v>
                </c:pt>
                <c:pt idx="5590">
                  <c:v>12044.49</c:v>
                </c:pt>
                <c:pt idx="5591">
                  <c:v>12027.57</c:v>
                </c:pt>
                <c:pt idx="5592">
                  <c:v>12056.18</c:v>
                </c:pt>
                <c:pt idx="5593">
                  <c:v>11856.02</c:v>
                </c:pt>
                <c:pt idx="5594">
                  <c:v>11961.97</c:v>
                </c:pt>
                <c:pt idx="5595">
                  <c:v>11935.83</c:v>
                </c:pt>
                <c:pt idx="5596">
                  <c:v>11800.37</c:v>
                </c:pt>
                <c:pt idx="5597">
                  <c:v>11720.8</c:v>
                </c:pt>
                <c:pt idx="5598">
                  <c:v>11723.92</c:v>
                </c:pt>
                <c:pt idx="5599">
                  <c:v>11734.48</c:v>
                </c:pt>
                <c:pt idx="5600">
                  <c:v>11608.72</c:v>
                </c:pt>
                <c:pt idx="5601">
                  <c:v>11546.12</c:v>
                </c:pt>
                <c:pt idx="5602">
                  <c:v>11229.87</c:v>
                </c:pt>
                <c:pt idx="5603">
                  <c:v>11141.28</c:v>
                </c:pt>
                <c:pt idx="5604">
                  <c:v>11290.15</c:v>
                </c:pt>
                <c:pt idx="5605">
                  <c:v>11286.52</c:v>
                </c:pt>
                <c:pt idx="5606">
                  <c:v>11295.89</c:v>
                </c:pt>
                <c:pt idx="5607">
                  <c:v>10944.36</c:v>
                </c:pt>
                <c:pt idx="5608">
                  <c:v>10873.27</c:v>
                </c:pt>
                <c:pt idx="5609">
                  <c:v>10968.42</c:v>
                </c:pt>
                <c:pt idx="5610">
                  <c:v>11069.22</c:v>
                </c:pt>
                <c:pt idx="5611">
                  <c:v>11140.05</c:v>
                </c:pt>
                <c:pt idx="5612">
                  <c:v>11071.38</c:v>
                </c:pt>
                <c:pt idx="5613">
                  <c:v>10992.73</c:v>
                </c:pt>
                <c:pt idx="5614">
                  <c:v>10883.52</c:v>
                </c:pt>
                <c:pt idx="5615">
                  <c:v>10810.31</c:v>
                </c:pt>
                <c:pt idx="5616">
                  <c:v>11046.82</c:v>
                </c:pt>
                <c:pt idx="5617">
                  <c:v>11165.28</c:v>
                </c:pt>
                <c:pt idx="5618">
                  <c:v>11170.61</c:v>
                </c:pt>
                <c:pt idx="5619">
                  <c:v>11138.62</c:v>
                </c:pt>
                <c:pt idx="5620">
                  <c:v>11102.36</c:v>
                </c:pt>
                <c:pt idx="5621">
                  <c:v>10939.94</c:v>
                </c:pt>
                <c:pt idx="5622">
                  <c:v>10903.4</c:v>
                </c:pt>
                <c:pt idx="5623">
                  <c:v>10908.99</c:v>
                </c:pt>
                <c:pt idx="5624">
                  <c:v>10760.12</c:v>
                </c:pt>
                <c:pt idx="5625">
                  <c:v>10678.55</c:v>
                </c:pt>
                <c:pt idx="5626">
                  <c:v>10753.93</c:v>
                </c:pt>
                <c:pt idx="5627">
                  <c:v>10764.22</c:v>
                </c:pt>
                <c:pt idx="5628">
                  <c:v>10760.73</c:v>
                </c:pt>
                <c:pt idx="5629">
                  <c:v>10643.63</c:v>
                </c:pt>
                <c:pt idx="5630">
                  <c:v>10475.33</c:v>
                </c:pt>
                <c:pt idx="5631">
                  <c:v>10509.29</c:v>
                </c:pt>
                <c:pt idx="5632">
                  <c:v>10525.04</c:v>
                </c:pt>
                <c:pt idx="5633">
                  <c:v>10424.56</c:v>
                </c:pt>
                <c:pt idx="5634">
                  <c:v>10374.02</c:v>
                </c:pt>
                <c:pt idx="5635">
                  <c:v>10301.469999999999</c:v>
                </c:pt>
                <c:pt idx="5636">
                  <c:v>10184.17</c:v>
                </c:pt>
                <c:pt idx="5637">
                  <c:v>10093.540000000001</c:v>
                </c:pt>
                <c:pt idx="5638">
                  <c:v>9945.2199999999993</c:v>
                </c:pt>
                <c:pt idx="5639">
                  <c:v>9958.0499999999993</c:v>
                </c:pt>
                <c:pt idx="5640">
                  <c:v>9987.5400000000009</c:v>
                </c:pt>
                <c:pt idx="5641">
                  <c:v>10177.379999999999</c:v>
                </c:pt>
                <c:pt idx="5642">
                  <c:v>10183.14</c:v>
                </c:pt>
                <c:pt idx="5643">
                  <c:v>10248.6</c:v>
                </c:pt>
                <c:pt idx="5644">
                  <c:v>10134.83</c:v>
                </c:pt>
                <c:pt idx="5645">
                  <c:v>10121.219999999999</c:v>
                </c:pt>
                <c:pt idx="5646">
                  <c:v>10198.6</c:v>
                </c:pt>
                <c:pt idx="5647">
                  <c:v>10134.879999999999</c:v>
                </c:pt>
                <c:pt idx="5648">
                  <c:v>9939.2000000000007</c:v>
                </c:pt>
                <c:pt idx="5649">
                  <c:v>9923.14</c:v>
                </c:pt>
                <c:pt idx="5650">
                  <c:v>9900.56</c:v>
                </c:pt>
                <c:pt idx="5651">
                  <c:v>10008.709999999999</c:v>
                </c:pt>
                <c:pt idx="5652">
                  <c:v>10102.86</c:v>
                </c:pt>
                <c:pt idx="5653">
                  <c:v>10140.84</c:v>
                </c:pt>
                <c:pt idx="5654">
                  <c:v>10096.719999999999</c:v>
                </c:pt>
                <c:pt idx="5655">
                  <c:v>10207.17</c:v>
                </c:pt>
                <c:pt idx="5656">
                  <c:v>10135.549999999999</c:v>
                </c:pt>
                <c:pt idx="5657">
                  <c:v>10122.4</c:v>
                </c:pt>
                <c:pt idx="5658">
                  <c:v>9911.5</c:v>
                </c:pt>
                <c:pt idx="5659">
                  <c:v>9983.31</c:v>
                </c:pt>
                <c:pt idx="5660">
                  <c:v>10027.41</c:v>
                </c:pt>
                <c:pt idx="5661">
                  <c:v>9992.8700000000008</c:v>
                </c:pt>
                <c:pt idx="5662">
                  <c:v>9892.4</c:v>
                </c:pt>
                <c:pt idx="5663">
                  <c:v>9636.81</c:v>
                </c:pt>
                <c:pt idx="5664">
                  <c:v>9646.1</c:v>
                </c:pt>
                <c:pt idx="5665">
                  <c:v>9602.6200000000008</c:v>
                </c:pt>
                <c:pt idx="5666">
                  <c:v>9577.1200000000008</c:v>
                </c:pt>
                <c:pt idx="5667">
                  <c:v>9657.2099999999991</c:v>
                </c:pt>
                <c:pt idx="5668">
                  <c:v>9606.11</c:v>
                </c:pt>
                <c:pt idx="5669">
                  <c:v>9628.99</c:v>
                </c:pt>
                <c:pt idx="5670">
                  <c:v>9629.35</c:v>
                </c:pt>
                <c:pt idx="5671">
                  <c:v>9734.2900000000009</c:v>
                </c:pt>
                <c:pt idx="5672">
                  <c:v>9930.31</c:v>
                </c:pt>
                <c:pt idx="5673">
                  <c:v>9980.11</c:v>
                </c:pt>
                <c:pt idx="5674">
                  <c:v>9970.2999999999993</c:v>
                </c:pt>
                <c:pt idx="5675">
                  <c:v>10030.370000000001</c:v>
                </c:pt>
                <c:pt idx="5676">
                  <c:v>9862.2800000000007</c:v>
                </c:pt>
                <c:pt idx="5677">
                  <c:v>9855.64</c:v>
                </c:pt>
                <c:pt idx="5678">
                  <c:v>9736.84</c:v>
                </c:pt>
                <c:pt idx="5679">
                  <c:v>9662.06</c:v>
                </c:pt>
                <c:pt idx="5680">
                  <c:v>9703.7199999999993</c:v>
                </c:pt>
                <c:pt idx="5681">
                  <c:v>9733.51</c:v>
                </c:pt>
                <c:pt idx="5682">
                  <c:v>9694.6299999999992</c:v>
                </c:pt>
                <c:pt idx="5683">
                  <c:v>9639.01</c:v>
                </c:pt>
                <c:pt idx="5684">
                  <c:v>9662.82</c:v>
                </c:pt>
                <c:pt idx="5685">
                  <c:v>9637.5300000000007</c:v>
                </c:pt>
                <c:pt idx="5686">
                  <c:v>9487.3799999999992</c:v>
                </c:pt>
                <c:pt idx="5687">
                  <c:v>9508.5499999999993</c:v>
                </c:pt>
                <c:pt idx="5688">
                  <c:v>9510.6200000000008</c:v>
                </c:pt>
                <c:pt idx="5689">
                  <c:v>9420.81</c:v>
                </c:pt>
                <c:pt idx="5690">
                  <c:v>9492.7099999999991</c:v>
                </c:pt>
                <c:pt idx="5691">
                  <c:v>9303.73</c:v>
                </c:pt>
                <c:pt idx="5692">
                  <c:v>9131.49</c:v>
                </c:pt>
                <c:pt idx="5693">
                  <c:v>9059.7999999999993</c:v>
                </c:pt>
                <c:pt idx="5694">
                  <c:v>9050.4</c:v>
                </c:pt>
                <c:pt idx="5695">
                  <c:v>9087.3700000000008</c:v>
                </c:pt>
                <c:pt idx="5696">
                  <c:v>9093.18</c:v>
                </c:pt>
                <c:pt idx="5697">
                  <c:v>9126.07</c:v>
                </c:pt>
                <c:pt idx="5698">
                  <c:v>9103.69</c:v>
                </c:pt>
                <c:pt idx="5699">
                  <c:v>9119.0400000000009</c:v>
                </c:pt>
                <c:pt idx="5700">
                  <c:v>9155.57</c:v>
                </c:pt>
                <c:pt idx="5701">
                  <c:v>9084.16</c:v>
                </c:pt>
                <c:pt idx="5702">
                  <c:v>8901.0499999999993</c:v>
                </c:pt>
                <c:pt idx="5703">
                  <c:v>8889.2199999999993</c:v>
                </c:pt>
                <c:pt idx="5704">
                  <c:v>8916.49</c:v>
                </c:pt>
                <c:pt idx="5705">
                  <c:v>8808.18</c:v>
                </c:pt>
                <c:pt idx="5706">
                  <c:v>8717.2199999999993</c:v>
                </c:pt>
                <c:pt idx="5707">
                  <c:v>8744.2199999999993</c:v>
                </c:pt>
                <c:pt idx="5708">
                  <c:v>8435.0400000000009</c:v>
                </c:pt>
                <c:pt idx="5709">
                  <c:v>8409.01</c:v>
                </c:pt>
                <c:pt idx="5710">
                  <c:v>8442.11</c:v>
                </c:pt>
                <c:pt idx="5711">
                  <c:v>8519.6</c:v>
                </c:pt>
                <c:pt idx="5712">
                  <c:v>8571.91</c:v>
                </c:pt>
                <c:pt idx="5713">
                  <c:v>8579.14</c:v>
                </c:pt>
                <c:pt idx="5714">
                  <c:v>8675.14</c:v>
                </c:pt>
                <c:pt idx="5715">
                  <c:v>8632.1</c:v>
                </c:pt>
                <c:pt idx="5716">
                  <c:v>8533.5499999999993</c:v>
                </c:pt>
                <c:pt idx="5717">
                  <c:v>8645.65</c:v>
                </c:pt>
                <c:pt idx="5718">
                  <c:v>8625.7199999999993</c:v>
                </c:pt>
                <c:pt idx="5719">
                  <c:v>8636.85</c:v>
                </c:pt>
                <c:pt idx="5720">
                  <c:v>8806.66</c:v>
                </c:pt>
                <c:pt idx="5721">
                  <c:v>8962.2099999999991</c:v>
                </c:pt>
                <c:pt idx="5722">
                  <c:v>8822.4500000000007</c:v>
                </c:pt>
                <c:pt idx="5723">
                  <c:v>8648.16</c:v>
                </c:pt>
                <c:pt idx="5724">
                  <c:v>8706.19</c:v>
                </c:pt>
                <c:pt idx="5725">
                  <c:v>8596.89</c:v>
                </c:pt>
                <c:pt idx="5726">
                  <c:v>8634.4500000000007</c:v>
                </c:pt>
                <c:pt idx="5727">
                  <c:v>8863.36</c:v>
                </c:pt>
                <c:pt idx="5728">
                  <c:v>8872.32</c:v>
                </c:pt>
                <c:pt idx="5729">
                  <c:v>9047.09</c:v>
                </c:pt>
                <c:pt idx="5730">
                  <c:v>9062.15</c:v>
                </c:pt>
                <c:pt idx="5731">
                  <c:v>9108.4500000000007</c:v>
                </c:pt>
                <c:pt idx="5732">
                  <c:v>9179.19</c:v>
                </c:pt>
                <c:pt idx="5733">
                  <c:v>9194.56</c:v>
                </c:pt>
                <c:pt idx="5734">
                  <c:v>9158.59</c:v>
                </c:pt>
                <c:pt idx="5735">
                  <c:v>9041.51</c:v>
                </c:pt>
                <c:pt idx="5736">
                  <c:v>8804.16</c:v>
                </c:pt>
                <c:pt idx="5737">
                  <c:v>8956.17</c:v>
                </c:pt>
                <c:pt idx="5738">
                  <c:v>8787.4500000000007</c:v>
                </c:pt>
                <c:pt idx="5739">
                  <c:v>8874.99</c:v>
                </c:pt>
                <c:pt idx="5740">
                  <c:v>8859.93</c:v>
                </c:pt>
                <c:pt idx="5741">
                  <c:v>8861.8700000000008</c:v>
                </c:pt>
                <c:pt idx="5742">
                  <c:v>8907.1</c:v>
                </c:pt>
                <c:pt idx="5743">
                  <c:v>8962.26</c:v>
                </c:pt>
                <c:pt idx="5744">
                  <c:v>9109.18</c:v>
                </c:pt>
                <c:pt idx="5745">
                  <c:v>9181.89</c:v>
                </c:pt>
                <c:pt idx="5746">
                  <c:v>9268.77</c:v>
                </c:pt>
                <c:pt idx="5747">
                  <c:v>9122.66</c:v>
                </c:pt>
                <c:pt idx="5748">
                  <c:v>9134.24</c:v>
                </c:pt>
                <c:pt idx="5749">
                  <c:v>9116.2800000000007</c:v>
                </c:pt>
                <c:pt idx="5750">
                  <c:v>9148.48</c:v>
                </c:pt>
                <c:pt idx="5751">
                  <c:v>9239.4699999999993</c:v>
                </c:pt>
                <c:pt idx="5752">
                  <c:v>9250.86</c:v>
                </c:pt>
                <c:pt idx="5753">
                  <c:v>9390.48</c:v>
                </c:pt>
                <c:pt idx="5754">
                  <c:v>9427.6299999999992</c:v>
                </c:pt>
                <c:pt idx="5755">
                  <c:v>9397.0499999999993</c:v>
                </c:pt>
                <c:pt idx="5756">
                  <c:v>9383.68</c:v>
                </c:pt>
                <c:pt idx="5757">
                  <c:v>9201.76</c:v>
                </c:pt>
                <c:pt idx="5758">
                  <c:v>9173.43</c:v>
                </c:pt>
                <c:pt idx="5759">
                  <c:v>9314.9</c:v>
                </c:pt>
                <c:pt idx="5760">
                  <c:v>9194.91</c:v>
                </c:pt>
                <c:pt idx="5761">
                  <c:v>9232.14</c:v>
                </c:pt>
                <c:pt idx="5762">
                  <c:v>9150.9500000000007</c:v>
                </c:pt>
                <c:pt idx="5763">
                  <c:v>9126.15</c:v>
                </c:pt>
                <c:pt idx="5764">
                  <c:v>9180.4699999999993</c:v>
                </c:pt>
                <c:pt idx="5765">
                  <c:v>9252.7099999999991</c:v>
                </c:pt>
                <c:pt idx="5766">
                  <c:v>9258.9500000000007</c:v>
                </c:pt>
                <c:pt idx="5767">
                  <c:v>9240.7900000000009</c:v>
                </c:pt>
                <c:pt idx="5768">
                  <c:v>9325.6</c:v>
                </c:pt>
                <c:pt idx="5769">
                  <c:v>9298.67</c:v>
                </c:pt>
                <c:pt idx="5770">
                  <c:v>9460.6</c:v>
                </c:pt>
                <c:pt idx="5771">
                  <c:v>9584.7000000000007</c:v>
                </c:pt>
                <c:pt idx="5772">
                  <c:v>9560.2900000000009</c:v>
                </c:pt>
                <c:pt idx="5773">
                  <c:v>9568.4699999999993</c:v>
                </c:pt>
                <c:pt idx="5774">
                  <c:v>9552.02</c:v>
                </c:pt>
                <c:pt idx="5775">
                  <c:v>9614.59</c:v>
                </c:pt>
                <c:pt idx="5776">
                  <c:v>9743.23</c:v>
                </c:pt>
                <c:pt idx="5777">
                  <c:v>9873.49</c:v>
                </c:pt>
                <c:pt idx="5778">
                  <c:v>9796.31</c:v>
                </c:pt>
                <c:pt idx="5779">
                  <c:v>9834.08</c:v>
                </c:pt>
                <c:pt idx="5780">
                  <c:v>9721.5</c:v>
                </c:pt>
                <c:pt idx="5781">
                  <c:v>9675.41</c:v>
                </c:pt>
                <c:pt idx="5782">
                  <c:v>9688.2099999999991</c:v>
                </c:pt>
                <c:pt idx="5783">
                  <c:v>9652.4</c:v>
                </c:pt>
                <c:pt idx="5784">
                  <c:v>9665.9599999999991</c:v>
                </c:pt>
                <c:pt idx="5785">
                  <c:v>9583.85</c:v>
                </c:pt>
                <c:pt idx="5786">
                  <c:v>9365.52</c:v>
                </c:pt>
                <c:pt idx="5787">
                  <c:v>9321.2900000000009</c:v>
                </c:pt>
                <c:pt idx="5788">
                  <c:v>9272.33</c:v>
                </c:pt>
                <c:pt idx="5789">
                  <c:v>9445.26</c:v>
                </c:pt>
                <c:pt idx="5790">
                  <c:v>9561.6299999999992</c:v>
                </c:pt>
                <c:pt idx="5791">
                  <c:v>9570.93</c:v>
                </c:pt>
                <c:pt idx="5792">
                  <c:v>9628.69</c:v>
                </c:pt>
                <c:pt idx="5793">
                  <c:v>9557.86</c:v>
                </c:pt>
                <c:pt idx="5794">
                  <c:v>9548.65</c:v>
                </c:pt>
                <c:pt idx="5795">
                  <c:v>9715.74</c:v>
                </c:pt>
                <c:pt idx="5796">
                  <c:v>9656.4599999999991</c:v>
                </c:pt>
                <c:pt idx="5797">
                  <c:v>9728.43</c:v>
                </c:pt>
                <c:pt idx="5798">
                  <c:v>9813.7800000000007</c:v>
                </c:pt>
                <c:pt idx="5799">
                  <c:v>9784.57</c:v>
                </c:pt>
                <c:pt idx="5800">
                  <c:v>9857.99</c:v>
                </c:pt>
                <c:pt idx="5801">
                  <c:v>9868.48</c:v>
                </c:pt>
                <c:pt idx="5802">
                  <c:v>9973.75</c:v>
                </c:pt>
                <c:pt idx="5803">
                  <c:v>10009.879999999999</c:v>
                </c:pt>
                <c:pt idx="5804">
                  <c:v>9995.73</c:v>
                </c:pt>
                <c:pt idx="5805">
                  <c:v>10227.01</c:v>
                </c:pt>
                <c:pt idx="5806">
                  <c:v>10205.16</c:v>
                </c:pt>
                <c:pt idx="5807">
                  <c:v>10069.870000000001</c:v>
                </c:pt>
                <c:pt idx="5808">
                  <c:v>10147.84</c:v>
                </c:pt>
                <c:pt idx="5809">
                  <c:v>9944.59</c:v>
                </c:pt>
                <c:pt idx="5810">
                  <c:v>9995.52</c:v>
                </c:pt>
                <c:pt idx="5811">
                  <c:v>10100.77</c:v>
                </c:pt>
                <c:pt idx="5812">
                  <c:v>10065.32</c:v>
                </c:pt>
                <c:pt idx="5813">
                  <c:v>10003.540000000001</c:v>
                </c:pt>
                <c:pt idx="5814">
                  <c:v>9971.15</c:v>
                </c:pt>
                <c:pt idx="5815">
                  <c:v>9965.0300000000007</c:v>
                </c:pt>
                <c:pt idx="5816">
                  <c:v>9920.09</c:v>
                </c:pt>
                <c:pt idx="5817">
                  <c:v>9865.65</c:v>
                </c:pt>
                <c:pt idx="5818">
                  <c:v>9740.84</c:v>
                </c:pt>
                <c:pt idx="5819">
                  <c:v>9616.6200000000008</c:v>
                </c:pt>
                <c:pt idx="5820">
                  <c:v>9613.84</c:v>
                </c:pt>
                <c:pt idx="5821">
                  <c:v>9580.8799999999992</c:v>
                </c:pt>
                <c:pt idx="5822">
                  <c:v>9770.68</c:v>
                </c:pt>
                <c:pt idx="5823">
                  <c:v>9844.3799999999992</c:v>
                </c:pt>
                <c:pt idx="5824">
                  <c:v>9773.98</c:v>
                </c:pt>
                <c:pt idx="5825">
                  <c:v>9655.36</c:v>
                </c:pt>
                <c:pt idx="5826">
                  <c:v>9720.83</c:v>
                </c:pt>
                <c:pt idx="5827">
                  <c:v>9407.68</c:v>
                </c:pt>
                <c:pt idx="5828">
                  <c:v>9441.25</c:v>
                </c:pt>
                <c:pt idx="5829">
                  <c:v>9560.4599999999991</c:v>
                </c:pt>
                <c:pt idx="5830">
                  <c:v>9634.67</c:v>
                </c:pt>
                <c:pt idx="5831">
                  <c:v>9853.74</c:v>
                </c:pt>
                <c:pt idx="5832">
                  <c:v>9722.5400000000009</c:v>
                </c:pt>
                <c:pt idx="5833">
                  <c:v>9787.49</c:v>
                </c:pt>
                <c:pt idx="5834">
                  <c:v>9804.65</c:v>
                </c:pt>
                <c:pt idx="5835">
                  <c:v>9548.94</c:v>
                </c:pt>
                <c:pt idx="5836">
                  <c:v>9570.36</c:v>
                </c:pt>
                <c:pt idx="5837">
                  <c:v>9613.07</c:v>
                </c:pt>
                <c:pt idx="5838">
                  <c:v>9576.15</c:v>
                </c:pt>
                <c:pt idx="5839">
                  <c:v>9459.14</c:v>
                </c:pt>
                <c:pt idx="5840">
                  <c:v>9336.39</c:v>
                </c:pt>
                <c:pt idx="5841">
                  <c:v>8965.73</c:v>
                </c:pt>
                <c:pt idx="5842">
                  <c:v>8858.69</c:v>
                </c:pt>
                <c:pt idx="5843">
                  <c:v>8977.35</c:v>
                </c:pt>
                <c:pt idx="5844">
                  <c:v>8977.41</c:v>
                </c:pt>
                <c:pt idx="5845">
                  <c:v>8931.4</c:v>
                </c:pt>
                <c:pt idx="5846">
                  <c:v>9051.3700000000008</c:v>
                </c:pt>
                <c:pt idx="5847">
                  <c:v>8984.32</c:v>
                </c:pt>
                <c:pt idx="5848">
                  <c:v>9109.35</c:v>
                </c:pt>
                <c:pt idx="5849">
                  <c:v>9072.2099999999991</c:v>
                </c:pt>
                <c:pt idx="5850">
                  <c:v>9294.4599999999991</c:v>
                </c:pt>
                <c:pt idx="5851">
                  <c:v>9270.7099999999991</c:v>
                </c:pt>
                <c:pt idx="5852">
                  <c:v>9124.91</c:v>
                </c:pt>
                <c:pt idx="5853">
                  <c:v>9197.68</c:v>
                </c:pt>
                <c:pt idx="5854">
                  <c:v>9314.8700000000008</c:v>
                </c:pt>
                <c:pt idx="5855">
                  <c:v>9328.2199999999993</c:v>
                </c:pt>
                <c:pt idx="5856">
                  <c:v>9427.7900000000009</c:v>
                </c:pt>
                <c:pt idx="5857">
                  <c:v>9474.07</c:v>
                </c:pt>
                <c:pt idx="5858">
                  <c:v>9707.25</c:v>
                </c:pt>
                <c:pt idx="5859">
                  <c:v>9505.1299999999992</c:v>
                </c:pt>
                <c:pt idx="5860">
                  <c:v>9650.9699999999993</c:v>
                </c:pt>
                <c:pt idx="5861">
                  <c:v>9896.33</c:v>
                </c:pt>
                <c:pt idx="5862">
                  <c:v>9882.35</c:v>
                </c:pt>
                <c:pt idx="5863">
                  <c:v>9885.77</c:v>
                </c:pt>
                <c:pt idx="5864">
                  <c:v>9723.67</c:v>
                </c:pt>
                <c:pt idx="5865">
                  <c:v>9720.86</c:v>
                </c:pt>
                <c:pt idx="5866">
                  <c:v>9726.0300000000007</c:v>
                </c:pt>
                <c:pt idx="5867">
                  <c:v>9820.33</c:v>
                </c:pt>
                <c:pt idx="5868">
                  <c:v>9790.68</c:v>
                </c:pt>
                <c:pt idx="5869">
                  <c:v>9896.98</c:v>
                </c:pt>
                <c:pt idx="5870">
                  <c:v>10043.870000000001</c:v>
                </c:pt>
                <c:pt idx="5871">
                  <c:v>10061.15</c:v>
                </c:pt>
                <c:pt idx="5872">
                  <c:v>10130.25</c:v>
                </c:pt>
                <c:pt idx="5873">
                  <c:v>10185.52</c:v>
                </c:pt>
                <c:pt idx="5874">
                  <c:v>10226.33</c:v>
                </c:pt>
                <c:pt idx="5875">
                  <c:v>10245.69</c:v>
                </c:pt>
                <c:pt idx="5876">
                  <c:v>10424</c:v>
                </c:pt>
                <c:pt idx="5877">
                  <c:v>10402.26</c:v>
                </c:pt>
                <c:pt idx="5878">
                  <c:v>10408.01</c:v>
                </c:pt>
                <c:pt idx="5879">
                  <c:v>10246.959999999999</c:v>
                </c:pt>
                <c:pt idx="5880">
                  <c:v>10265.040000000001</c:v>
                </c:pt>
                <c:pt idx="5881">
                  <c:v>10219.709999999999</c:v>
                </c:pt>
                <c:pt idx="5882">
                  <c:v>9961.35</c:v>
                </c:pt>
                <c:pt idx="5883">
                  <c:v>10100.06</c:v>
                </c:pt>
                <c:pt idx="5884">
                  <c:v>9959.92</c:v>
                </c:pt>
                <c:pt idx="5885">
                  <c:v>10014.06</c:v>
                </c:pt>
                <c:pt idx="5886">
                  <c:v>9962.24</c:v>
                </c:pt>
                <c:pt idx="5887">
                  <c:v>9977.74</c:v>
                </c:pt>
                <c:pt idx="5888">
                  <c:v>9700.69</c:v>
                </c:pt>
                <c:pt idx="5889">
                  <c:v>9862.33</c:v>
                </c:pt>
                <c:pt idx="5890">
                  <c:v>9991.7199999999993</c:v>
                </c:pt>
                <c:pt idx="5891">
                  <c:v>10180.02</c:v>
                </c:pt>
                <c:pt idx="5892">
                  <c:v>10267.36</c:v>
                </c:pt>
                <c:pt idx="5893">
                  <c:v>10155.25</c:v>
                </c:pt>
                <c:pt idx="5894">
                  <c:v>9975.99</c:v>
                </c:pt>
                <c:pt idx="5895">
                  <c:v>9773.1200000000008</c:v>
                </c:pt>
                <c:pt idx="5896">
                  <c:v>9884.7800000000007</c:v>
                </c:pt>
                <c:pt idx="5897">
                  <c:v>9971.99</c:v>
                </c:pt>
                <c:pt idx="5898">
                  <c:v>10313.89</c:v>
                </c:pt>
                <c:pt idx="5899">
                  <c:v>10110.25</c:v>
                </c:pt>
                <c:pt idx="5900">
                  <c:v>10325.459999999999</c:v>
                </c:pt>
                <c:pt idx="5901">
                  <c:v>10452.549999999999</c:v>
                </c:pt>
                <c:pt idx="5902">
                  <c:v>10335.120000000001</c:v>
                </c:pt>
                <c:pt idx="5903">
                  <c:v>10421.49</c:v>
                </c:pt>
                <c:pt idx="5904">
                  <c:v>10581.66</c:v>
                </c:pt>
                <c:pt idx="5905">
                  <c:v>10648.3</c:v>
                </c:pt>
                <c:pt idx="5906">
                  <c:v>10558.81</c:v>
                </c:pt>
                <c:pt idx="5907">
                  <c:v>10787.54</c:v>
                </c:pt>
                <c:pt idx="5908">
                  <c:v>10843.15</c:v>
                </c:pt>
                <c:pt idx="5909">
                  <c:v>10803.45</c:v>
                </c:pt>
                <c:pt idx="5910">
                  <c:v>10806.16</c:v>
                </c:pt>
                <c:pt idx="5911">
                  <c:v>10765.58</c:v>
                </c:pt>
                <c:pt idx="5912">
                  <c:v>10579.19</c:v>
                </c:pt>
                <c:pt idx="5913">
                  <c:v>10491.76</c:v>
                </c:pt>
                <c:pt idx="5914">
                  <c:v>10598.55</c:v>
                </c:pt>
                <c:pt idx="5915">
                  <c:v>10518.09</c:v>
                </c:pt>
                <c:pt idx="5916">
                  <c:v>10355.92</c:v>
                </c:pt>
                <c:pt idx="5917">
                  <c:v>10608.98</c:v>
                </c:pt>
                <c:pt idx="5918">
                  <c:v>10657.34</c:v>
                </c:pt>
                <c:pt idx="5919">
                  <c:v>10591.86</c:v>
                </c:pt>
                <c:pt idx="5920">
                  <c:v>10754.41</c:v>
                </c:pt>
                <c:pt idx="5921">
                  <c:v>10673.11</c:v>
                </c:pt>
                <c:pt idx="5922">
                  <c:v>10852.04</c:v>
                </c:pt>
                <c:pt idx="5923">
                  <c:v>10832.26</c:v>
                </c:pt>
                <c:pt idx="5924">
                  <c:v>10955.52</c:v>
                </c:pt>
                <c:pt idx="5925">
                  <c:v>11119.33</c:v>
                </c:pt>
                <c:pt idx="5926">
                  <c:v>11147.97</c:v>
                </c:pt>
                <c:pt idx="5927">
                  <c:v>11215.02</c:v>
                </c:pt>
                <c:pt idx="5928">
                  <c:v>11288.84</c:v>
                </c:pt>
                <c:pt idx="5929">
                  <c:v>11284.71</c:v>
                </c:pt>
                <c:pt idx="5930">
                  <c:v>11380.77</c:v>
                </c:pt>
                <c:pt idx="5931">
                  <c:v>11402.38</c:v>
                </c:pt>
                <c:pt idx="5932">
                  <c:v>11312.55</c:v>
                </c:pt>
                <c:pt idx="5933">
                  <c:v>11359.8</c:v>
                </c:pt>
                <c:pt idx="5934">
                  <c:v>11301.94</c:v>
                </c:pt>
                <c:pt idx="5935">
                  <c:v>11380.61</c:v>
                </c:pt>
                <c:pt idx="5936">
                  <c:v>11430.66</c:v>
                </c:pt>
                <c:pt idx="5937">
                  <c:v>11581.58</c:v>
                </c:pt>
                <c:pt idx="5938">
                  <c:v>11564.73</c:v>
                </c:pt>
                <c:pt idx="5939">
                  <c:v>11626.78</c:v>
                </c:pt>
                <c:pt idx="5940">
                  <c:v>11624.75</c:v>
                </c:pt>
                <c:pt idx="5941">
                  <c:v>11795.2</c:v>
                </c:pt>
                <c:pt idx="5942">
                  <c:v>11753.29</c:v>
                </c:pt>
                <c:pt idx="5943">
                  <c:v>11974.61</c:v>
                </c:pt>
                <c:pt idx="5944">
                  <c:v>11832.77</c:v>
                </c:pt>
                <c:pt idx="5945">
                  <c:v>11838.36</c:v>
                </c:pt>
                <c:pt idx="5946">
                  <c:v>11690.31</c:v>
                </c:pt>
                <c:pt idx="5947">
                  <c:v>11733.43</c:v>
                </c:pt>
                <c:pt idx="5948">
                  <c:v>11645.9</c:v>
                </c:pt>
                <c:pt idx="5949">
                  <c:v>11700.76</c:v>
                </c:pt>
                <c:pt idx="5950">
                  <c:v>11768.31</c:v>
                </c:pt>
                <c:pt idx="5951">
                  <c:v>11795.98</c:v>
                </c:pt>
                <c:pt idx="5952">
                  <c:v>11736.2</c:v>
                </c:pt>
                <c:pt idx="5953">
                  <c:v>11797.22</c:v>
                </c:pt>
                <c:pt idx="5954">
                  <c:v>11780.11</c:v>
                </c:pt>
                <c:pt idx="5955">
                  <c:v>11497.58</c:v>
                </c:pt>
                <c:pt idx="5956">
                  <c:v>11361.49</c:v>
                </c:pt>
                <c:pt idx="5957">
                  <c:v>11385.08</c:v>
                </c:pt>
                <c:pt idx="5958">
                  <c:v>11409.29</c:v>
                </c:pt>
                <c:pt idx="5959">
                  <c:v>11396.57</c:v>
                </c:pt>
                <c:pt idx="5960">
                  <c:v>11345.18</c:v>
                </c:pt>
                <c:pt idx="5961">
                  <c:v>11139.42</c:v>
                </c:pt>
                <c:pt idx="5962">
                  <c:v>11252.18</c:v>
                </c:pt>
                <c:pt idx="5963">
                  <c:v>11217.15</c:v>
                </c:pt>
                <c:pt idx="5964">
                  <c:v>11090.58</c:v>
                </c:pt>
                <c:pt idx="5965">
                  <c:v>10788.53</c:v>
                </c:pt>
                <c:pt idx="5966">
                  <c:v>10727.98</c:v>
                </c:pt>
                <c:pt idx="5967">
                  <c:v>10710.48</c:v>
                </c:pt>
                <c:pt idx="5968">
                  <c:v>10744.91</c:v>
                </c:pt>
                <c:pt idx="5969">
                  <c:v>10643.14</c:v>
                </c:pt>
                <c:pt idx="5970">
                  <c:v>10733.69</c:v>
                </c:pt>
                <c:pt idx="5971">
                  <c:v>10723.68</c:v>
                </c:pt>
                <c:pt idx="5972">
                  <c:v>10831.37</c:v>
                </c:pt>
                <c:pt idx="5973">
                  <c:v>10833.96</c:v>
                </c:pt>
                <c:pt idx="5974">
                  <c:v>10878.04</c:v>
                </c:pt>
                <c:pt idx="5975">
                  <c:v>11032.92</c:v>
                </c:pt>
                <c:pt idx="5976">
                  <c:v>10987.88</c:v>
                </c:pt>
                <c:pt idx="5977">
                  <c:v>10786.92</c:v>
                </c:pt>
                <c:pt idx="5978">
                  <c:v>10836.64</c:v>
                </c:pt>
                <c:pt idx="5979">
                  <c:v>10863.07</c:v>
                </c:pt>
                <c:pt idx="5980">
                  <c:v>10829.73</c:v>
                </c:pt>
                <c:pt idx="5981">
                  <c:v>11036.6</c:v>
                </c:pt>
                <c:pt idx="5982">
                  <c:v>11222.83</c:v>
                </c:pt>
                <c:pt idx="5983">
                  <c:v>11230.64</c:v>
                </c:pt>
                <c:pt idx="5984">
                  <c:v>11210.25</c:v>
                </c:pt>
                <c:pt idx="5985">
                  <c:v>11303.7</c:v>
                </c:pt>
                <c:pt idx="5986">
                  <c:v>11217.5</c:v>
                </c:pt>
                <c:pt idx="5987">
                  <c:v>11273.86</c:v>
                </c:pt>
                <c:pt idx="5988">
                  <c:v>11318.87</c:v>
                </c:pt>
                <c:pt idx="5989">
                  <c:v>11233.23</c:v>
                </c:pt>
                <c:pt idx="5990">
                  <c:v>11188.07</c:v>
                </c:pt>
                <c:pt idx="5991">
                  <c:v>11003</c:v>
                </c:pt>
                <c:pt idx="5992">
                  <c:v>10985.84</c:v>
                </c:pt>
                <c:pt idx="5993">
                  <c:v>10704.12</c:v>
                </c:pt>
                <c:pt idx="5994">
                  <c:v>10425.31</c:v>
                </c:pt>
                <c:pt idx="5995">
                  <c:v>10482.549999999999</c:v>
                </c:pt>
                <c:pt idx="5996">
                  <c:v>10648.71</c:v>
                </c:pt>
                <c:pt idx="5997">
                  <c:v>10547.13</c:v>
                </c:pt>
                <c:pt idx="5998">
                  <c:v>10496.02</c:v>
                </c:pt>
                <c:pt idx="5999">
                  <c:v>10664.94</c:v>
                </c:pt>
                <c:pt idx="6000">
                  <c:v>10788.9</c:v>
                </c:pt>
                <c:pt idx="6001">
                  <c:v>10749.06</c:v>
                </c:pt>
                <c:pt idx="6002">
                  <c:v>10840.49</c:v>
                </c:pt>
                <c:pt idx="6003">
                  <c:v>11002.81</c:v>
                </c:pt>
                <c:pt idx="6004">
                  <c:v>10961.88</c:v>
                </c:pt>
                <c:pt idx="6005">
                  <c:v>10832.74</c:v>
                </c:pt>
                <c:pt idx="6006">
                  <c:v>10518.99</c:v>
                </c:pt>
                <c:pt idx="6007">
                  <c:v>10409.68</c:v>
                </c:pt>
                <c:pt idx="6008">
                  <c:v>10592.39</c:v>
                </c:pt>
                <c:pt idx="6009">
                  <c:v>10609.19</c:v>
                </c:pt>
                <c:pt idx="6010">
                  <c:v>10721.32</c:v>
                </c:pt>
                <c:pt idx="6011">
                  <c:v>10691.25</c:v>
                </c:pt>
                <c:pt idx="6012">
                  <c:v>10725.3</c:v>
                </c:pt>
                <c:pt idx="6013">
                  <c:v>10756.96</c:v>
                </c:pt>
                <c:pt idx="6014">
                  <c:v>11014.24</c:v>
                </c:pt>
                <c:pt idx="6015">
                  <c:v>10767.46</c:v>
                </c:pt>
                <c:pt idx="6016">
                  <c:v>10772.96</c:v>
                </c:pt>
                <c:pt idx="6017">
                  <c:v>10741.46</c:v>
                </c:pt>
                <c:pt idx="6018">
                  <c:v>10762.14</c:v>
                </c:pt>
                <c:pt idx="6019">
                  <c:v>10797.69</c:v>
                </c:pt>
                <c:pt idx="6020">
                  <c:v>11000.25</c:v>
                </c:pt>
                <c:pt idx="6021">
                  <c:v>10972.96</c:v>
                </c:pt>
                <c:pt idx="6022">
                  <c:v>11013.84</c:v>
                </c:pt>
                <c:pt idx="6023">
                  <c:v>10964.09</c:v>
                </c:pt>
                <c:pt idx="6024">
                  <c:v>11013.59</c:v>
                </c:pt>
                <c:pt idx="6025">
                  <c:v>11209.43</c:v>
                </c:pt>
                <c:pt idx="6026">
                  <c:v>11166.46</c:v>
                </c:pt>
                <c:pt idx="6027">
                  <c:v>11256.07</c:v>
                </c:pt>
                <c:pt idx="6028">
                  <c:v>11440.72</c:v>
                </c:pt>
                <c:pt idx="6029">
                  <c:v>11713.71</c:v>
                </c:pt>
                <c:pt idx="6030">
                  <c:v>11892.64</c:v>
                </c:pt>
                <c:pt idx="6031">
                  <c:v>11702.15</c:v>
                </c:pt>
                <c:pt idx="6032">
                  <c:v>11423.52</c:v>
                </c:pt>
                <c:pt idx="6033">
                  <c:v>11350.85</c:v>
                </c:pt>
                <c:pt idx="6034">
                  <c:v>11397.21</c:v>
                </c:pt>
                <c:pt idx="6035">
                  <c:v>11431.59</c:v>
                </c:pt>
                <c:pt idx="6036">
                  <c:v>11359.5</c:v>
                </c:pt>
                <c:pt idx="6037">
                  <c:v>11209.78</c:v>
                </c:pt>
                <c:pt idx="6038">
                  <c:v>11158.1</c:v>
                </c:pt>
                <c:pt idx="6039">
                  <c:v>11601.14</c:v>
                </c:pt>
                <c:pt idx="6040">
                  <c:v>11565.23</c:v>
                </c:pt>
                <c:pt idx="6041">
                  <c:v>11486.93</c:v>
                </c:pt>
                <c:pt idx="6042">
                  <c:v>11465.78</c:v>
                </c:pt>
                <c:pt idx="6043">
                  <c:v>11466.11</c:v>
                </c:pt>
                <c:pt idx="6044">
                  <c:v>11529.54</c:v>
                </c:pt>
                <c:pt idx="6045">
                  <c:v>11847.06</c:v>
                </c:pt>
                <c:pt idx="6046">
                  <c:v>11693.05</c:v>
                </c:pt>
                <c:pt idx="6047">
                  <c:v>11784.92</c:v>
                </c:pt>
                <c:pt idx="6048">
                  <c:v>11832.18</c:v>
                </c:pt>
                <c:pt idx="6049">
                  <c:v>11745.84</c:v>
                </c:pt>
                <c:pt idx="6050">
                  <c:v>11678.44</c:v>
                </c:pt>
                <c:pt idx="6051">
                  <c:v>11427.28</c:v>
                </c:pt>
                <c:pt idx="6052">
                  <c:v>11155.15</c:v>
                </c:pt>
                <c:pt idx="6053">
                  <c:v>11279.25</c:v>
                </c:pt>
                <c:pt idx="6054">
                  <c:v>11090.74</c:v>
                </c:pt>
                <c:pt idx="6055">
                  <c:v>11066.19</c:v>
                </c:pt>
                <c:pt idx="6056">
                  <c:v>11261.54</c:v>
                </c:pt>
                <c:pt idx="6057">
                  <c:v>11391.96</c:v>
                </c:pt>
                <c:pt idx="6058">
                  <c:v>11322.36</c:v>
                </c:pt>
                <c:pt idx="6059">
                  <c:v>11253.3</c:v>
                </c:pt>
                <c:pt idx="6060">
                  <c:v>11173.92</c:v>
                </c:pt>
                <c:pt idx="6061">
                  <c:v>11225.79</c:v>
                </c:pt>
                <c:pt idx="6062">
                  <c:v>11360.26</c:v>
                </c:pt>
                <c:pt idx="6063">
                  <c:v>11287.37</c:v>
                </c:pt>
                <c:pt idx="6064">
                  <c:v>11239.39</c:v>
                </c:pt>
                <c:pt idx="6065">
                  <c:v>10950.04</c:v>
                </c:pt>
                <c:pt idx="6066">
                  <c:v>10662.84</c:v>
                </c:pt>
                <c:pt idx="6067">
                  <c:v>10592.45</c:v>
                </c:pt>
                <c:pt idx="6068">
                  <c:v>10609.25</c:v>
                </c:pt>
                <c:pt idx="6069">
                  <c:v>10538.62</c:v>
                </c:pt>
                <c:pt idx="6070">
                  <c:v>10269.790000000001</c:v>
                </c:pt>
                <c:pt idx="6071">
                  <c:v>10356.049999999999</c:v>
                </c:pt>
                <c:pt idx="6072">
                  <c:v>10430.719999999999</c:v>
                </c:pt>
                <c:pt idx="6073">
                  <c:v>10186.06</c:v>
                </c:pt>
                <c:pt idx="6074">
                  <c:v>10158.85</c:v>
                </c:pt>
                <c:pt idx="6075">
                  <c:v>10073.969999999999</c:v>
                </c:pt>
                <c:pt idx="6076">
                  <c:v>10076.43</c:v>
                </c:pt>
                <c:pt idx="6077">
                  <c:v>10178.09</c:v>
                </c:pt>
                <c:pt idx="6078">
                  <c:v>10404.74</c:v>
                </c:pt>
                <c:pt idx="6079">
                  <c:v>10243.459999999999</c:v>
                </c:pt>
                <c:pt idx="6080">
                  <c:v>10219.84</c:v>
                </c:pt>
                <c:pt idx="6081">
                  <c:v>9797.5400000000009</c:v>
                </c:pt>
                <c:pt idx="6082">
                  <c:v>9825.84</c:v>
                </c:pt>
                <c:pt idx="6083">
                  <c:v>9880.61</c:v>
                </c:pt>
                <c:pt idx="6084">
                  <c:v>10260.81</c:v>
                </c:pt>
                <c:pt idx="6085">
                  <c:v>10148.49</c:v>
                </c:pt>
                <c:pt idx="6086">
                  <c:v>10130.59</c:v>
                </c:pt>
                <c:pt idx="6087">
                  <c:v>10274.129999999999</c:v>
                </c:pt>
                <c:pt idx="6088">
                  <c:v>10522.61</c:v>
                </c:pt>
                <c:pt idx="6089">
                  <c:v>10298.24</c:v>
                </c:pt>
                <c:pt idx="6090">
                  <c:v>10358.93</c:v>
                </c:pt>
                <c:pt idx="6091">
                  <c:v>9967.83</c:v>
                </c:pt>
                <c:pt idx="6092">
                  <c:v>10277.379999999999</c:v>
                </c:pt>
                <c:pt idx="6093">
                  <c:v>10286.39</c:v>
                </c:pt>
                <c:pt idx="6094">
                  <c:v>9897.14</c:v>
                </c:pt>
                <c:pt idx="6095">
                  <c:v>9950.7000000000007</c:v>
                </c:pt>
                <c:pt idx="6096">
                  <c:v>9600.7900000000009</c:v>
                </c:pt>
                <c:pt idx="6097">
                  <c:v>9371.75</c:v>
                </c:pt>
                <c:pt idx="6098">
                  <c:v>9210.06</c:v>
                </c:pt>
                <c:pt idx="6099">
                  <c:v>9284.5</c:v>
                </c:pt>
                <c:pt idx="6100">
                  <c:v>8934.2000000000007</c:v>
                </c:pt>
                <c:pt idx="6101">
                  <c:v>9317.98</c:v>
                </c:pt>
                <c:pt idx="6102">
                  <c:v>9558.15</c:v>
                </c:pt>
                <c:pt idx="6103">
                  <c:v>9307.9</c:v>
                </c:pt>
                <c:pt idx="6104">
                  <c:v>9319.35</c:v>
                </c:pt>
                <c:pt idx="6105">
                  <c:v>9655.4500000000007</c:v>
                </c:pt>
                <c:pt idx="6106">
                  <c:v>9569.2099999999991</c:v>
                </c:pt>
                <c:pt idx="6107">
                  <c:v>9493.6200000000008</c:v>
                </c:pt>
                <c:pt idx="6108">
                  <c:v>10417.36</c:v>
                </c:pt>
                <c:pt idx="6109">
                  <c:v>10366.32</c:v>
                </c:pt>
                <c:pt idx="6110">
                  <c:v>10384.200000000001</c:v>
                </c:pt>
                <c:pt idx="6111">
                  <c:v>10664.32</c:v>
                </c:pt>
                <c:pt idx="6112">
                  <c:v>10943.14</c:v>
                </c:pt>
                <c:pt idx="6113">
                  <c:v>11136.86</c:v>
                </c:pt>
                <c:pt idx="6114">
                  <c:v>10902.64</c:v>
                </c:pt>
                <c:pt idx="6115">
                  <c:v>11090.48</c:v>
                </c:pt>
                <c:pt idx="6116">
                  <c:v>11315.63</c:v>
                </c:pt>
                <c:pt idx="6117">
                  <c:v>11242.41</c:v>
                </c:pt>
                <c:pt idx="6118">
                  <c:v>11300.53</c:v>
                </c:pt>
                <c:pt idx="6119">
                  <c:v>11234.72</c:v>
                </c:pt>
                <c:pt idx="6120">
                  <c:v>11110.3</c:v>
                </c:pt>
                <c:pt idx="6121">
                  <c:v>11345.38</c:v>
                </c:pt>
                <c:pt idx="6122">
                  <c:v>11188.57</c:v>
                </c:pt>
                <c:pt idx="6123">
                  <c:v>11440.35</c:v>
                </c:pt>
                <c:pt idx="6124">
                  <c:v>11458.7</c:v>
                </c:pt>
                <c:pt idx="6125">
                  <c:v>11754.81</c:v>
                </c:pt>
                <c:pt idx="6126">
                  <c:v>11832.44</c:v>
                </c:pt>
                <c:pt idx="6127">
                  <c:v>12141.63</c:v>
                </c:pt>
                <c:pt idx="6128">
                  <c:v>11991.01</c:v>
                </c:pt>
                <c:pt idx="6129">
                  <c:v>11694.29</c:v>
                </c:pt>
                <c:pt idx="6130">
                  <c:v>11765.81</c:v>
                </c:pt>
                <c:pt idx="6131">
                  <c:v>11716.77</c:v>
                </c:pt>
                <c:pt idx="6132">
                  <c:v>11958.01</c:v>
                </c:pt>
                <c:pt idx="6133">
                  <c:v>12007.19</c:v>
                </c:pt>
                <c:pt idx="6134">
                  <c:v>12148.81</c:v>
                </c:pt>
                <c:pt idx="6135">
                  <c:v>12269.08</c:v>
                </c:pt>
                <c:pt idx="6136">
                  <c:v>12466.37</c:v>
                </c:pt>
                <c:pt idx="6137">
                  <c:v>12478.74</c:v>
                </c:pt>
                <c:pt idx="6138">
                  <c:v>12316.69</c:v>
                </c:pt>
                <c:pt idx="6139">
                  <c:v>12086.66</c:v>
                </c:pt>
                <c:pt idx="6140">
                  <c:v>12182.17</c:v>
                </c:pt>
                <c:pt idx="6141">
                  <c:v>12039.82</c:v>
                </c:pt>
                <c:pt idx="6142">
                  <c:v>12214.1</c:v>
                </c:pt>
                <c:pt idx="6143">
                  <c:v>12236.45</c:v>
                </c:pt>
                <c:pt idx="6144">
                  <c:v>12301.68</c:v>
                </c:pt>
                <c:pt idx="6145">
                  <c:v>12279.82</c:v>
                </c:pt>
                <c:pt idx="6146">
                  <c:v>12427.19</c:v>
                </c:pt>
                <c:pt idx="6147">
                  <c:v>12495.25</c:v>
                </c:pt>
                <c:pt idx="6148">
                  <c:v>12624.53</c:v>
                </c:pt>
                <c:pt idx="6149">
                  <c:v>12612.79</c:v>
                </c:pt>
                <c:pt idx="6150">
                  <c:v>12660.2</c:v>
                </c:pt>
                <c:pt idx="6151">
                  <c:v>12527.9</c:v>
                </c:pt>
                <c:pt idx="6152">
                  <c:v>12713.9</c:v>
                </c:pt>
                <c:pt idx="6153">
                  <c:v>12690.68</c:v>
                </c:pt>
                <c:pt idx="6154">
                  <c:v>12999.48</c:v>
                </c:pt>
                <c:pt idx="6155">
                  <c:v>13207.53</c:v>
                </c:pt>
                <c:pt idx="6156">
                  <c:v>13184.75</c:v>
                </c:pt>
                <c:pt idx="6157">
                  <c:v>13042.53</c:v>
                </c:pt>
                <c:pt idx="6158">
                  <c:v>12827.82</c:v>
                </c:pt>
                <c:pt idx="6159">
                  <c:v>13004.21</c:v>
                </c:pt>
                <c:pt idx="6160">
                  <c:v>12961.97</c:v>
                </c:pt>
                <c:pt idx="6161">
                  <c:v>13174.02</c:v>
                </c:pt>
                <c:pt idx="6162">
                  <c:v>13187.45</c:v>
                </c:pt>
                <c:pt idx="6163">
                  <c:v>12918.71</c:v>
                </c:pt>
                <c:pt idx="6164">
                  <c:v>13133.66</c:v>
                </c:pt>
                <c:pt idx="6165">
                  <c:v>12948.78</c:v>
                </c:pt>
                <c:pt idx="6166">
                  <c:v>13102.5</c:v>
                </c:pt>
                <c:pt idx="6167">
                  <c:v>13248.89</c:v>
                </c:pt>
                <c:pt idx="6168">
                  <c:v>13523.31</c:v>
                </c:pt>
                <c:pt idx="6169">
                  <c:v>13526.68</c:v>
                </c:pt>
                <c:pt idx="6170">
                  <c:v>13675.49</c:v>
                </c:pt>
                <c:pt idx="6171">
                  <c:v>13808.89</c:v>
                </c:pt>
                <c:pt idx="6172">
                  <c:v>13703.43</c:v>
                </c:pt>
                <c:pt idx="6173">
                  <c:v>13576.01</c:v>
                </c:pt>
                <c:pt idx="6174">
                  <c:v>13451.87</c:v>
                </c:pt>
                <c:pt idx="6175">
                  <c:v>13207.49</c:v>
                </c:pt>
                <c:pt idx="6176">
                  <c:v>13141.38</c:v>
                </c:pt>
                <c:pt idx="6177">
                  <c:v>13174.41</c:v>
                </c:pt>
                <c:pt idx="6178">
                  <c:v>13420.13</c:v>
                </c:pt>
                <c:pt idx="6179">
                  <c:v>13629.61</c:v>
                </c:pt>
                <c:pt idx="6180">
                  <c:v>13739.07</c:v>
                </c:pt>
                <c:pt idx="6181">
                  <c:v>13753.99</c:v>
                </c:pt>
                <c:pt idx="6182">
                  <c:v>13810.6</c:v>
                </c:pt>
                <c:pt idx="6183">
                  <c:v>13839.1</c:v>
                </c:pt>
                <c:pt idx="6184">
                  <c:v>13877.95</c:v>
                </c:pt>
                <c:pt idx="6185">
                  <c:v>13721.27</c:v>
                </c:pt>
                <c:pt idx="6186">
                  <c:v>13459.18</c:v>
                </c:pt>
                <c:pt idx="6187">
                  <c:v>13637.87</c:v>
                </c:pt>
                <c:pt idx="6188">
                  <c:v>13335.95</c:v>
                </c:pt>
                <c:pt idx="6189">
                  <c:v>13250.09</c:v>
                </c:pt>
                <c:pt idx="6190">
                  <c:v>13259.17</c:v>
                </c:pt>
                <c:pt idx="6191">
                  <c:v>13636.61</c:v>
                </c:pt>
                <c:pt idx="6192">
                  <c:v>13604.8</c:v>
                </c:pt>
                <c:pt idx="6193">
                  <c:v>13585.14</c:v>
                </c:pt>
                <c:pt idx="6194">
                  <c:v>13540.81</c:v>
                </c:pt>
                <c:pt idx="6195">
                  <c:v>13600.78</c:v>
                </c:pt>
                <c:pt idx="6196">
                  <c:v>13390.99</c:v>
                </c:pt>
                <c:pt idx="6197">
                  <c:v>13718.14</c:v>
                </c:pt>
                <c:pt idx="6198">
                  <c:v>13814.24</c:v>
                </c:pt>
                <c:pt idx="6199">
                  <c:v>13386.04</c:v>
                </c:pt>
                <c:pt idx="6200">
                  <c:v>13293.11</c:v>
                </c:pt>
                <c:pt idx="6201">
                  <c:v>13249.55</c:v>
                </c:pt>
                <c:pt idx="6202">
                  <c:v>13274.61</c:v>
                </c:pt>
                <c:pt idx="6203">
                  <c:v>13311.5</c:v>
                </c:pt>
                <c:pt idx="6204">
                  <c:v>13448.13</c:v>
                </c:pt>
                <c:pt idx="6205">
                  <c:v>13548.95</c:v>
                </c:pt>
                <c:pt idx="6206">
                  <c:v>12972.8</c:v>
                </c:pt>
                <c:pt idx="6207">
                  <c:v>12606.45</c:v>
                </c:pt>
                <c:pt idx="6208">
                  <c:v>12989.47</c:v>
                </c:pt>
                <c:pt idx="6209">
                  <c:v>12706.43</c:v>
                </c:pt>
                <c:pt idx="6210">
                  <c:v>12213.67</c:v>
                </c:pt>
                <c:pt idx="6211">
                  <c:v>12202.1</c:v>
                </c:pt>
                <c:pt idx="6212">
                  <c:v>12386.61</c:v>
                </c:pt>
                <c:pt idx="6213">
                  <c:v>12063.71</c:v>
                </c:pt>
                <c:pt idx="6214">
                  <c:v>12584.22</c:v>
                </c:pt>
                <c:pt idx="6215">
                  <c:v>12727.3</c:v>
                </c:pt>
                <c:pt idx="6216">
                  <c:v>12760.64</c:v>
                </c:pt>
                <c:pt idx="6217">
                  <c:v>12677.89</c:v>
                </c:pt>
                <c:pt idx="6218">
                  <c:v>12851.41</c:v>
                </c:pt>
                <c:pt idx="6219">
                  <c:v>12707.9</c:v>
                </c:pt>
                <c:pt idx="6220">
                  <c:v>12950.49</c:v>
                </c:pt>
                <c:pt idx="6221">
                  <c:v>12583.36</c:v>
                </c:pt>
                <c:pt idx="6222">
                  <c:v>12621.85</c:v>
                </c:pt>
                <c:pt idx="6223">
                  <c:v>13154.44</c:v>
                </c:pt>
                <c:pt idx="6224">
                  <c:v>13223.86</c:v>
                </c:pt>
                <c:pt idx="6225">
                  <c:v>13457.69</c:v>
                </c:pt>
                <c:pt idx="6226">
                  <c:v>13522.04</c:v>
                </c:pt>
                <c:pt idx="6227">
                  <c:v>13504.17</c:v>
                </c:pt>
                <c:pt idx="6228">
                  <c:v>13330.84</c:v>
                </c:pt>
                <c:pt idx="6229">
                  <c:v>13493.03</c:v>
                </c:pt>
                <c:pt idx="6230">
                  <c:v>13776.72</c:v>
                </c:pt>
                <c:pt idx="6231">
                  <c:v>14194.35</c:v>
                </c:pt>
                <c:pt idx="6232">
                  <c:v>14208.95</c:v>
                </c:pt>
                <c:pt idx="6233">
                  <c:v>14177.36</c:v>
                </c:pt>
                <c:pt idx="6234">
                  <c:v>14321.05</c:v>
                </c:pt>
                <c:pt idx="6235">
                  <c:v>14135.26</c:v>
                </c:pt>
                <c:pt idx="6236">
                  <c:v>13966.43</c:v>
                </c:pt>
                <c:pt idx="6237">
                  <c:v>14360.56</c:v>
                </c:pt>
                <c:pt idx="6238">
                  <c:v>14787.87</c:v>
                </c:pt>
                <c:pt idx="6239">
                  <c:v>14834.73</c:v>
                </c:pt>
                <c:pt idx="6240">
                  <c:v>15230.22</c:v>
                </c:pt>
                <c:pt idx="6241">
                  <c:v>15280.56</c:v>
                </c:pt>
                <c:pt idx="6242">
                  <c:v>15098.64</c:v>
                </c:pt>
                <c:pt idx="6243">
                  <c:v>15351.51</c:v>
                </c:pt>
                <c:pt idx="6244">
                  <c:v>15527.36</c:v>
                </c:pt>
                <c:pt idx="6245">
                  <c:v>15490.96</c:v>
                </c:pt>
                <c:pt idx="6246">
                  <c:v>15630.31</c:v>
                </c:pt>
                <c:pt idx="6247">
                  <c:v>15756.37</c:v>
                </c:pt>
                <c:pt idx="6248">
                  <c:v>15860.42</c:v>
                </c:pt>
                <c:pt idx="6249">
                  <c:v>15842.72</c:v>
                </c:pt>
                <c:pt idx="6250">
                  <c:v>15693.11</c:v>
                </c:pt>
                <c:pt idx="6251">
                  <c:v>15873.28</c:v>
                </c:pt>
                <c:pt idx="6252">
                  <c:v>15909.4</c:v>
                </c:pt>
                <c:pt idx="6253">
                  <c:v>16049.47</c:v>
                </c:pt>
                <c:pt idx="6254">
                  <c:v>15913.24</c:v>
                </c:pt>
                <c:pt idx="6255">
                  <c:v>15830.84</c:v>
                </c:pt>
                <c:pt idx="6256">
                  <c:v>16071.29</c:v>
                </c:pt>
                <c:pt idx="6257">
                  <c:v>16163.99</c:v>
                </c:pt>
                <c:pt idx="6258">
                  <c:v>16102.35</c:v>
                </c:pt>
                <c:pt idx="6259">
                  <c:v>15893.07</c:v>
                </c:pt>
                <c:pt idx="6260">
                  <c:v>16099.82</c:v>
                </c:pt>
                <c:pt idx="6261">
                  <c:v>16044.21</c:v>
                </c:pt>
                <c:pt idx="6262">
                  <c:v>16099.27</c:v>
                </c:pt>
                <c:pt idx="6263">
                  <c:v>15933.55</c:v>
                </c:pt>
                <c:pt idx="6264">
                  <c:v>15528.75</c:v>
                </c:pt>
                <c:pt idx="6265">
                  <c:v>15261.48</c:v>
                </c:pt>
                <c:pt idx="6266">
                  <c:v>15363.15</c:v>
                </c:pt>
                <c:pt idx="6267">
                  <c:v>15293.76</c:v>
                </c:pt>
                <c:pt idx="6268">
                  <c:v>15295.42</c:v>
                </c:pt>
                <c:pt idx="6269">
                  <c:v>15090.77</c:v>
                </c:pt>
                <c:pt idx="6270">
                  <c:v>15435.79</c:v>
                </c:pt>
                <c:pt idx="6271">
                  <c:v>15500.59</c:v>
                </c:pt>
                <c:pt idx="6272">
                  <c:v>15436.53</c:v>
                </c:pt>
                <c:pt idx="6273">
                  <c:v>15447.61</c:v>
                </c:pt>
                <c:pt idx="6274">
                  <c:v>15235.03</c:v>
                </c:pt>
                <c:pt idx="6275">
                  <c:v>14589.58</c:v>
                </c:pt>
                <c:pt idx="6276">
                  <c:v>14869.94</c:v>
                </c:pt>
                <c:pt idx="6277">
                  <c:v>15095.53</c:v>
                </c:pt>
                <c:pt idx="6278">
                  <c:v>14796.55</c:v>
                </c:pt>
                <c:pt idx="6279">
                  <c:v>14748.36</c:v>
                </c:pt>
                <c:pt idx="6280">
                  <c:v>14738.21</c:v>
                </c:pt>
                <c:pt idx="6281">
                  <c:v>14659.32</c:v>
                </c:pt>
                <c:pt idx="6282">
                  <c:v>14930.72</c:v>
                </c:pt>
                <c:pt idx="6283">
                  <c:v>15188.04</c:v>
                </c:pt>
                <c:pt idx="6284">
                  <c:v>15024.53</c:v>
                </c:pt>
                <c:pt idx="6285">
                  <c:v>14975.53</c:v>
                </c:pt>
                <c:pt idx="6286">
                  <c:v>15496.99</c:v>
                </c:pt>
                <c:pt idx="6287">
                  <c:v>15621.73</c:v>
                </c:pt>
                <c:pt idx="6288">
                  <c:v>15329.6</c:v>
                </c:pt>
                <c:pt idx="6289">
                  <c:v>15408.54</c:v>
                </c:pt>
                <c:pt idx="6290">
                  <c:v>15189.33</c:v>
                </c:pt>
                <c:pt idx="6291">
                  <c:v>15011.52</c:v>
                </c:pt>
                <c:pt idx="6292">
                  <c:v>15098.95</c:v>
                </c:pt>
                <c:pt idx="6293">
                  <c:v>14573.21</c:v>
                </c:pt>
                <c:pt idx="6294">
                  <c:v>14559.24</c:v>
                </c:pt>
                <c:pt idx="6295">
                  <c:v>14441.43</c:v>
                </c:pt>
                <c:pt idx="6296">
                  <c:v>13984.39</c:v>
                </c:pt>
                <c:pt idx="6297">
                  <c:v>14169.06</c:v>
                </c:pt>
                <c:pt idx="6298">
                  <c:v>14566.22</c:v>
                </c:pt>
                <c:pt idx="6299">
                  <c:v>14602.76</c:v>
                </c:pt>
                <c:pt idx="6300">
                  <c:v>14376.9</c:v>
                </c:pt>
                <c:pt idx="6301">
                  <c:v>14563.51</c:v>
                </c:pt>
                <c:pt idx="6302">
                  <c:v>14772.51</c:v>
                </c:pt>
                <c:pt idx="6303">
                  <c:v>15188.3</c:v>
                </c:pt>
                <c:pt idx="6304">
                  <c:v>15346.66</c:v>
                </c:pt>
                <c:pt idx="6305">
                  <c:v>15180.85</c:v>
                </c:pt>
                <c:pt idx="6306">
                  <c:v>15298.35</c:v>
                </c:pt>
                <c:pt idx="6307">
                  <c:v>15127.4</c:v>
                </c:pt>
                <c:pt idx="6308">
                  <c:v>15177.52</c:v>
                </c:pt>
                <c:pt idx="6309">
                  <c:v>14815.69</c:v>
                </c:pt>
                <c:pt idx="6310">
                  <c:v>15389.39</c:v>
                </c:pt>
                <c:pt idx="6311">
                  <c:v>15504.8</c:v>
                </c:pt>
                <c:pt idx="6312">
                  <c:v>15654.13</c:v>
                </c:pt>
                <c:pt idx="6313">
                  <c:v>15820.79</c:v>
                </c:pt>
                <c:pt idx="6314">
                  <c:v>15671.15</c:v>
                </c:pt>
                <c:pt idx="6315">
                  <c:v>15594.12</c:v>
                </c:pt>
                <c:pt idx="6316">
                  <c:v>15291.54</c:v>
                </c:pt>
                <c:pt idx="6317">
                  <c:v>15349.01</c:v>
                </c:pt>
                <c:pt idx="6318">
                  <c:v>14895.34</c:v>
                </c:pt>
                <c:pt idx="6319">
                  <c:v>14799.9</c:v>
                </c:pt>
                <c:pt idx="6320">
                  <c:v>14902.46</c:v>
                </c:pt>
                <c:pt idx="6321">
                  <c:v>14996.24</c:v>
                </c:pt>
                <c:pt idx="6322">
                  <c:v>15061.14</c:v>
                </c:pt>
                <c:pt idx="6323">
                  <c:v>14925.93</c:v>
                </c:pt>
                <c:pt idx="6324">
                  <c:v>15102.36</c:v>
                </c:pt>
                <c:pt idx="6325">
                  <c:v>15044.53</c:v>
                </c:pt>
                <c:pt idx="6326">
                  <c:v>14422.52</c:v>
                </c:pt>
                <c:pt idx="6327">
                  <c:v>14458.52</c:v>
                </c:pt>
                <c:pt idx="6328">
                  <c:v>14873.43</c:v>
                </c:pt>
                <c:pt idx="6329">
                  <c:v>14973.4</c:v>
                </c:pt>
                <c:pt idx="6330">
                  <c:v>14680.5</c:v>
                </c:pt>
                <c:pt idx="6331">
                  <c:v>15074.8</c:v>
                </c:pt>
                <c:pt idx="6332">
                  <c:v>15127</c:v>
                </c:pt>
                <c:pt idx="6333">
                  <c:v>15554.11</c:v>
                </c:pt>
                <c:pt idx="6334">
                  <c:v>15693.5</c:v>
                </c:pt>
                <c:pt idx="6335">
                  <c:v>16184.68</c:v>
                </c:pt>
                <c:pt idx="6336">
                  <c:v>15878.89</c:v>
                </c:pt>
                <c:pt idx="6337">
                  <c:v>15725.96</c:v>
                </c:pt>
                <c:pt idx="6338">
                  <c:v>15648.98</c:v>
                </c:pt>
                <c:pt idx="6339">
                  <c:v>15415.75</c:v>
                </c:pt>
                <c:pt idx="6340">
                  <c:v>15444.13</c:v>
                </c:pt>
                <c:pt idx="6341">
                  <c:v>15290.85</c:v>
                </c:pt>
                <c:pt idx="6342">
                  <c:v>15428.95</c:v>
                </c:pt>
                <c:pt idx="6343">
                  <c:v>14612.88</c:v>
                </c:pt>
                <c:pt idx="6344">
                  <c:v>15164.45</c:v>
                </c:pt>
                <c:pt idx="6345">
                  <c:v>15665.62</c:v>
                </c:pt>
                <c:pt idx="6346">
                  <c:v>15677.2</c:v>
                </c:pt>
                <c:pt idx="6347">
                  <c:v>15560.16</c:v>
                </c:pt>
                <c:pt idx="6348">
                  <c:v>16249.53</c:v>
                </c:pt>
                <c:pt idx="6349">
                  <c:v>16395.43</c:v>
                </c:pt>
                <c:pt idx="6350">
                  <c:v>16629.78</c:v>
                </c:pt>
                <c:pt idx="6351">
                  <c:v>17007.98</c:v>
                </c:pt>
                <c:pt idx="6352">
                  <c:v>17275.45</c:v>
                </c:pt>
                <c:pt idx="6353">
                  <c:v>17431.95</c:v>
                </c:pt>
                <c:pt idx="6354">
                  <c:v>17605.23</c:v>
                </c:pt>
                <c:pt idx="6355">
                  <c:v>17595.22</c:v>
                </c:pt>
                <c:pt idx="6356">
                  <c:v>17726.169999999998</c:v>
                </c:pt>
                <c:pt idx="6357">
                  <c:v>17333.61</c:v>
                </c:pt>
                <c:pt idx="6358">
                  <c:v>17097.509999999998</c:v>
                </c:pt>
                <c:pt idx="6359">
                  <c:v>17095.88</c:v>
                </c:pt>
                <c:pt idx="6360">
                  <c:v>17240.11</c:v>
                </c:pt>
                <c:pt idx="6361">
                  <c:v>17019.759999999998</c:v>
                </c:pt>
                <c:pt idx="6362">
                  <c:v>17236.740000000002</c:v>
                </c:pt>
                <c:pt idx="6363">
                  <c:v>17439.7</c:v>
                </c:pt>
                <c:pt idx="6364">
                  <c:v>17427.400000000001</c:v>
                </c:pt>
                <c:pt idx="6365">
                  <c:v>17668.28</c:v>
                </c:pt>
                <c:pt idx="6366">
                  <c:v>17501.48</c:v>
                </c:pt>
                <c:pt idx="6367">
                  <c:v>17440</c:v>
                </c:pt>
                <c:pt idx="6368">
                  <c:v>17622.009999999998</c:v>
                </c:pt>
                <c:pt idx="6369">
                  <c:v>17734.150000000001</c:v>
                </c:pt>
                <c:pt idx="6370">
                  <c:v>17463.53</c:v>
                </c:pt>
                <c:pt idx="6371">
                  <c:v>16998.060000000001</c:v>
                </c:pt>
                <c:pt idx="6372">
                  <c:v>17214.419999999998</c:v>
                </c:pt>
                <c:pt idx="6373">
                  <c:v>17333.21</c:v>
                </c:pt>
                <c:pt idx="6374">
                  <c:v>17181.990000000002</c:v>
                </c:pt>
                <c:pt idx="6375">
                  <c:v>17211.84</c:v>
                </c:pt>
                <c:pt idx="6376">
                  <c:v>17727.25</c:v>
                </c:pt>
                <c:pt idx="6377">
                  <c:v>17425.7</c:v>
                </c:pt>
                <c:pt idx="6378">
                  <c:v>17274.28</c:v>
                </c:pt>
                <c:pt idx="6379">
                  <c:v>17277.39</c:v>
                </c:pt>
                <c:pt idx="6380">
                  <c:v>16897.45</c:v>
                </c:pt>
                <c:pt idx="6381">
                  <c:v>16840.98</c:v>
                </c:pt>
                <c:pt idx="6382">
                  <c:v>17183.93</c:v>
                </c:pt>
                <c:pt idx="6383">
                  <c:v>17450.09</c:v>
                </c:pt>
                <c:pt idx="6384">
                  <c:v>17620.23</c:v>
                </c:pt>
                <c:pt idx="6385">
                  <c:v>17375.34</c:v>
                </c:pt>
                <c:pt idx="6386">
                  <c:v>17659.689999999999</c:v>
                </c:pt>
                <c:pt idx="6387">
                  <c:v>17920.86</c:v>
                </c:pt>
                <c:pt idx="6388">
                  <c:v>17758.509999999998</c:v>
                </c:pt>
                <c:pt idx="6389">
                  <c:v>17710.07</c:v>
                </c:pt>
                <c:pt idx="6390">
                  <c:v>17440.830000000002</c:v>
                </c:pt>
                <c:pt idx="6391">
                  <c:v>17834.78</c:v>
                </c:pt>
                <c:pt idx="6392">
                  <c:v>17586.16</c:v>
                </c:pt>
                <c:pt idx="6393">
                  <c:v>17449.5</c:v>
                </c:pt>
                <c:pt idx="6394">
                  <c:v>17552.259999999998</c:v>
                </c:pt>
                <c:pt idx="6395">
                  <c:v>17359.66</c:v>
                </c:pt>
                <c:pt idx="6396">
                  <c:v>17238.669999999998</c:v>
                </c:pt>
                <c:pt idx="6397">
                  <c:v>16829.96</c:v>
                </c:pt>
                <c:pt idx="6398">
                  <c:v>16489.59</c:v>
                </c:pt>
                <c:pt idx="6399">
                  <c:v>16474.27</c:v>
                </c:pt>
                <c:pt idx="6400">
                  <c:v>16235.76</c:v>
                </c:pt>
                <c:pt idx="6401">
                  <c:v>16124.97</c:v>
                </c:pt>
                <c:pt idx="6402">
                  <c:v>16155.78</c:v>
                </c:pt>
                <c:pt idx="6403">
                  <c:v>16286.8</c:v>
                </c:pt>
                <c:pt idx="6404">
                  <c:v>16438.419999999998</c:v>
                </c:pt>
                <c:pt idx="6405">
                  <c:v>16155.77</c:v>
                </c:pt>
                <c:pt idx="6406">
                  <c:v>15978.91</c:v>
                </c:pt>
                <c:pt idx="6407">
                  <c:v>15738.08</c:v>
                </c:pt>
                <c:pt idx="6408">
                  <c:v>15952.36</c:v>
                </c:pt>
                <c:pt idx="6409">
                  <c:v>16238.14</c:v>
                </c:pt>
                <c:pt idx="6410">
                  <c:v>16086.74</c:v>
                </c:pt>
                <c:pt idx="6411">
                  <c:v>16267.47</c:v>
                </c:pt>
                <c:pt idx="6412">
                  <c:v>16434.38</c:v>
                </c:pt>
                <c:pt idx="6413">
                  <c:v>16080.34</c:v>
                </c:pt>
                <c:pt idx="6414">
                  <c:v>15857.07</c:v>
                </c:pt>
                <c:pt idx="6415">
                  <c:v>15692.94</c:v>
                </c:pt>
                <c:pt idx="6416">
                  <c:v>16055.05</c:v>
                </c:pt>
                <c:pt idx="6417">
                  <c:v>16120.26</c:v>
                </c:pt>
                <c:pt idx="6418">
                  <c:v>15876.93</c:v>
                </c:pt>
                <c:pt idx="6419">
                  <c:v>15900.06</c:v>
                </c:pt>
                <c:pt idx="6420">
                  <c:v>15861.68</c:v>
                </c:pt>
                <c:pt idx="6421">
                  <c:v>15284.1</c:v>
                </c:pt>
                <c:pt idx="6422">
                  <c:v>14941.19</c:v>
                </c:pt>
                <c:pt idx="6423">
                  <c:v>14713.86</c:v>
                </c:pt>
                <c:pt idx="6424">
                  <c:v>13990.9</c:v>
                </c:pt>
                <c:pt idx="6425">
                  <c:v>13975.07</c:v>
                </c:pt>
                <c:pt idx="6426">
                  <c:v>13722.7</c:v>
                </c:pt>
                <c:pt idx="6427">
                  <c:v>13921.06</c:v>
                </c:pt>
                <c:pt idx="6428">
                  <c:v>13933.98</c:v>
                </c:pt>
                <c:pt idx="6429">
                  <c:v>14257.18</c:v>
                </c:pt>
                <c:pt idx="6430">
                  <c:v>14140.73</c:v>
                </c:pt>
                <c:pt idx="6431">
                  <c:v>14478.26</c:v>
                </c:pt>
                <c:pt idx="6432">
                  <c:v>14322.6</c:v>
                </c:pt>
                <c:pt idx="6433">
                  <c:v>14827.81</c:v>
                </c:pt>
                <c:pt idx="6434">
                  <c:v>15160.29</c:v>
                </c:pt>
                <c:pt idx="6435">
                  <c:v>14881.3</c:v>
                </c:pt>
                <c:pt idx="6436">
                  <c:v>15111.94</c:v>
                </c:pt>
                <c:pt idx="6437">
                  <c:v>14492.92</c:v>
                </c:pt>
                <c:pt idx="6438">
                  <c:v>14776.9</c:v>
                </c:pt>
                <c:pt idx="6439">
                  <c:v>14901</c:v>
                </c:pt>
                <c:pt idx="6440">
                  <c:v>15268.64</c:v>
                </c:pt>
                <c:pt idx="6441">
                  <c:v>15314.07</c:v>
                </c:pt>
                <c:pt idx="6442">
                  <c:v>15577.47</c:v>
                </c:pt>
                <c:pt idx="6443">
                  <c:v>15817.76</c:v>
                </c:pt>
                <c:pt idx="6444">
                  <c:v>15519.3</c:v>
                </c:pt>
                <c:pt idx="6445">
                  <c:v>15192.87</c:v>
                </c:pt>
              </c:numCache>
            </c:numRef>
          </c:val>
          <c:smooth val="1"/>
          <c:extLst>
            <c:ext xmlns:c16="http://schemas.microsoft.com/office/drawing/2014/chart" uri="{C3380CC4-5D6E-409C-BE32-E72D297353CC}">
              <c16:uniqueId val="{00000000-0FB2-F043-8E42-54F90063F1D7}"/>
            </c:ext>
          </c:extLst>
        </c:ser>
        <c:dLbls>
          <c:showLegendKey val="0"/>
          <c:showVal val="0"/>
          <c:showCatName val="0"/>
          <c:showSerName val="0"/>
          <c:showPercent val="0"/>
          <c:showBubbleSize val="0"/>
        </c:dLbls>
        <c:marker val="1"/>
        <c:smooth val="0"/>
        <c:axId val="2000001248"/>
        <c:axId val="2000001249"/>
      </c:lineChart>
      <c:lineChart>
        <c:grouping val="standard"/>
        <c:varyColors val="0"/>
        <c:ser>
          <c:idx val="2"/>
          <c:order val="1"/>
          <c:tx>
            <c:strRef>
              <c:f>'图1 恒生指数eps (3)'!$L$3</c:f>
              <c:strCache>
                <c:ptCount val="1"/>
                <c:pt idx="0">
                  <c:v>EPS TTM：恒生指数（港元/股，右轴）</c:v>
                </c:pt>
              </c:strCache>
            </c:strRef>
          </c:tx>
          <c:spPr>
            <a:ln w="25400">
              <a:solidFill>
                <a:srgbClr val="2C3160"/>
              </a:solidFill>
              <a:prstDash val="solid"/>
            </a:ln>
          </c:spPr>
          <c:marker>
            <c:symbol val="none"/>
          </c:marker>
          <c:cat>
            <c:numRef>
              <c:f>'图1 恒生指数eps (3)'!$I$10:$I$6455</c:f>
              <c:numCache>
                <c:formatCode>yyyy\-mm\-dd</c:formatCode>
                <c:ptCount val="6446"/>
                <c:pt idx="0">
                  <c:v>46199</c:v>
                </c:pt>
                <c:pt idx="1">
                  <c:v>46198</c:v>
                </c:pt>
                <c:pt idx="2">
                  <c:v>46197</c:v>
                </c:pt>
                <c:pt idx="3">
                  <c:v>46196</c:v>
                </c:pt>
                <c:pt idx="4">
                  <c:v>46195</c:v>
                </c:pt>
                <c:pt idx="5">
                  <c:v>46191</c:v>
                </c:pt>
                <c:pt idx="6">
                  <c:v>46190</c:v>
                </c:pt>
                <c:pt idx="7">
                  <c:v>46189</c:v>
                </c:pt>
                <c:pt idx="8">
                  <c:v>46188</c:v>
                </c:pt>
                <c:pt idx="9">
                  <c:v>46185</c:v>
                </c:pt>
                <c:pt idx="10">
                  <c:v>46184</c:v>
                </c:pt>
                <c:pt idx="11">
                  <c:v>46183</c:v>
                </c:pt>
                <c:pt idx="12">
                  <c:v>46182</c:v>
                </c:pt>
                <c:pt idx="13">
                  <c:v>46181</c:v>
                </c:pt>
                <c:pt idx="14">
                  <c:v>46178</c:v>
                </c:pt>
                <c:pt idx="15">
                  <c:v>46177</c:v>
                </c:pt>
                <c:pt idx="16">
                  <c:v>46176</c:v>
                </c:pt>
                <c:pt idx="17">
                  <c:v>46175</c:v>
                </c:pt>
                <c:pt idx="18">
                  <c:v>46174</c:v>
                </c:pt>
                <c:pt idx="19">
                  <c:v>46171</c:v>
                </c:pt>
                <c:pt idx="20">
                  <c:v>46170</c:v>
                </c:pt>
                <c:pt idx="21">
                  <c:v>46169</c:v>
                </c:pt>
                <c:pt idx="22">
                  <c:v>46168</c:v>
                </c:pt>
                <c:pt idx="23">
                  <c:v>46164</c:v>
                </c:pt>
                <c:pt idx="24">
                  <c:v>46163</c:v>
                </c:pt>
                <c:pt idx="25">
                  <c:v>46162</c:v>
                </c:pt>
                <c:pt idx="26">
                  <c:v>46161</c:v>
                </c:pt>
                <c:pt idx="27">
                  <c:v>46160</c:v>
                </c:pt>
                <c:pt idx="28">
                  <c:v>46157</c:v>
                </c:pt>
                <c:pt idx="29">
                  <c:v>46156</c:v>
                </c:pt>
                <c:pt idx="30">
                  <c:v>46155</c:v>
                </c:pt>
                <c:pt idx="31">
                  <c:v>46154</c:v>
                </c:pt>
                <c:pt idx="32">
                  <c:v>46153</c:v>
                </c:pt>
                <c:pt idx="33">
                  <c:v>46150</c:v>
                </c:pt>
                <c:pt idx="34">
                  <c:v>46149</c:v>
                </c:pt>
                <c:pt idx="35">
                  <c:v>46148</c:v>
                </c:pt>
                <c:pt idx="36">
                  <c:v>46147</c:v>
                </c:pt>
                <c:pt idx="37">
                  <c:v>46146</c:v>
                </c:pt>
                <c:pt idx="38">
                  <c:v>46142</c:v>
                </c:pt>
                <c:pt idx="39">
                  <c:v>46141</c:v>
                </c:pt>
                <c:pt idx="40">
                  <c:v>46140</c:v>
                </c:pt>
                <c:pt idx="41">
                  <c:v>46139</c:v>
                </c:pt>
                <c:pt idx="42">
                  <c:v>46136</c:v>
                </c:pt>
                <c:pt idx="43">
                  <c:v>46135</c:v>
                </c:pt>
                <c:pt idx="44">
                  <c:v>46134</c:v>
                </c:pt>
                <c:pt idx="45">
                  <c:v>46133</c:v>
                </c:pt>
                <c:pt idx="46">
                  <c:v>46132</c:v>
                </c:pt>
                <c:pt idx="47">
                  <c:v>46129</c:v>
                </c:pt>
                <c:pt idx="48">
                  <c:v>46128</c:v>
                </c:pt>
                <c:pt idx="49">
                  <c:v>46127</c:v>
                </c:pt>
                <c:pt idx="50">
                  <c:v>46126</c:v>
                </c:pt>
                <c:pt idx="51">
                  <c:v>46125</c:v>
                </c:pt>
                <c:pt idx="52">
                  <c:v>46122</c:v>
                </c:pt>
                <c:pt idx="53">
                  <c:v>46121</c:v>
                </c:pt>
                <c:pt idx="54">
                  <c:v>46120</c:v>
                </c:pt>
                <c:pt idx="55">
                  <c:v>46114</c:v>
                </c:pt>
                <c:pt idx="56">
                  <c:v>46113</c:v>
                </c:pt>
                <c:pt idx="57">
                  <c:v>46112</c:v>
                </c:pt>
                <c:pt idx="58">
                  <c:v>46111</c:v>
                </c:pt>
                <c:pt idx="59">
                  <c:v>46108</c:v>
                </c:pt>
                <c:pt idx="60">
                  <c:v>46107</c:v>
                </c:pt>
                <c:pt idx="61">
                  <c:v>46106</c:v>
                </c:pt>
                <c:pt idx="62">
                  <c:v>46105</c:v>
                </c:pt>
                <c:pt idx="63">
                  <c:v>46104</c:v>
                </c:pt>
                <c:pt idx="64">
                  <c:v>46101</c:v>
                </c:pt>
                <c:pt idx="65">
                  <c:v>46100</c:v>
                </c:pt>
                <c:pt idx="66">
                  <c:v>46099</c:v>
                </c:pt>
                <c:pt idx="67">
                  <c:v>46098</c:v>
                </c:pt>
                <c:pt idx="68">
                  <c:v>46097</c:v>
                </c:pt>
                <c:pt idx="69">
                  <c:v>46094</c:v>
                </c:pt>
                <c:pt idx="70">
                  <c:v>46093</c:v>
                </c:pt>
                <c:pt idx="71">
                  <c:v>46092</c:v>
                </c:pt>
                <c:pt idx="72">
                  <c:v>46091</c:v>
                </c:pt>
                <c:pt idx="73">
                  <c:v>46090</c:v>
                </c:pt>
                <c:pt idx="74">
                  <c:v>46087</c:v>
                </c:pt>
                <c:pt idx="75">
                  <c:v>46086</c:v>
                </c:pt>
                <c:pt idx="76">
                  <c:v>46085</c:v>
                </c:pt>
                <c:pt idx="77">
                  <c:v>46084</c:v>
                </c:pt>
                <c:pt idx="78">
                  <c:v>46083</c:v>
                </c:pt>
                <c:pt idx="79">
                  <c:v>46080</c:v>
                </c:pt>
                <c:pt idx="80">
                  <c:v>46079</c:v>
                </c:pt>
                <c:pt idx="81">
                  <c:v>46078</c:v>
                </c:pt>
                <c:pt idx="82">
                  <c:v>46077</c:v>
                </c:pt>
                <c:pt idx="83">
                  <c:v>46076</c:v>
                </c:pt>
                <c:pt idx="84">
                  <c:v>46073</c:v>
                </c:pt>
                <c:pt idx="85">
                  <c:v>46069</c:v>
                </c:pt>
                <c:pt idx="86">
                  <c:v>46066</c:v>
                </c:pt>
                <c:pt idx="87">
                  <c:v>46065</c:v>
                </c:pt>
                <c:pt idx="88">
                  <c:v>46064</c:v>
                </c:pt>
                <c:pt idx="89">
                  <c:v>46063</c:v>
                </c:pt>
                <c:pt idx="90">
                  <c:v>46062</c:v>
                </c:pt>
                <c:pt idx="91">
                  <c:v>46059</c:v>
                </c:pt>
                <c:pt idx="92">
                  <c:v>46058</c:v>
                </c:pt>
                <c:pt idx="93">
                  <c:v>46057</c:v>
                </c:pt>
                <c:pt idx="94">
                  <c:v>46056</c:v>
                </c:pt>
                <c:pt idx="95">
                  <c:v>46055</c:v>
                </c:pt>
                <c:pt idx="96">
                  <c:v>46052</c:v>
                </c:pt>
                <c:pt idx="97">
                  <c:v>46051</c:v>
                </c:pt>
                <c:pt idx="98">
                  <c:v>46050</c:v>
                </c:pt>
                <c:pt idx="99">
                  <c:v>46049</c:v>
                </c:pt>
                <c:pt idx="100">
                  <c:v>46048</c:v>
                </c:pt>
                <c:pt idx="101">
                  <c:v>46045</c:v>
                </c:pt>
                <c:pt idx="102">
                  <c:v>46044</c:v>
                </c:pt>
                <c:pt idx="103">
                  <c:v>46043</c:v>
                </c:pt>
                <c:pt idx="104">
                  <c:v>46042</c:v>
                </c:pt>
                <c:pt idx="105">
                  <c:v>46041</c:v>
                </c:pt>
                <c:pt idx="106">
                  <c:v>46038</c:v>
                </c:pt>
                <c:pt idx="107">
                  <c:v>46037</c:v>
                </c:pt>
                <c:pt idx="108">
                  <c:v>46036</c:v>
                </c:pt>
                <c:pt idx="109">
                  <c:v>46035</c:v>
                </c:pt>
                <c:pt idx="110">
                  <c:v>46034</c:v>
                </c:pt>
                <c:pt idx="111">
                  <c:v>46031</c:v>
                </c:pt>
                <c:pt idx="112">
                  <c:v>46030</c:v>
                </c:pt>
                <c:pt idx="113">
                  <c:v>46029</c:v>
                </c:pt>
                <c:pt idx="114">
                  <c:v>46028</c:v>
                </c:pt>
                <c:pt idx="115">
                  <c:v>46027</c:v>
                </c:pt>
                <c:pt idx="116">
                  <c:v>46024</c:v>
                </c:pt>
                <c:pt idx="117">
                  <c:v>46022</c:v>
                </c:pt>
                <c:pt idx="118">
                  <c:v>46021</c:v>
                </c:pt>
                <c:pt idx="119">
                  <c:v>46020</c:v>
                </c:pt>
                <c:pt idx="120">
                  <c:v>46015</c:v>
                </c:pt>
                <c:pt idx="121">
                  <c:v>46014</c:v>
                </c:pt>
                <c:pt idx="122">
                  <c:v>46013</c:v>
                </c:pt>
                <c:pt idx="123">
                  <c:v>46010</c:v>
                </c:pt>
                <c:pt idx="124">
                  <c:v>46009</c:v>
                </c:pt>
                <c:pt idx="125">
                  <c:v>46008</c:v>
                </c:pt>
                <c:pt idx="126">
                  <c:v>46007</c:v>
                </c:pt>
                <c:pt idx="127">
                  <c:v>46006</c:v>
                </c:pt>
                <c:pt idx="128">
                  <c:v>46003</c:v>
                </c:pt>
                <c:pt idx="129">
                  <c:v>46002</c:v>
                </c:pt>
                <c:pt idx="130">
                  <c:v>46001</c:v>
                </c:pt>
                <c:pt idx="131">
                  <c:v>46000</c:v>
                </c:pt>
                <c:pt idx="132">
                  <c:v>45999</c:v>
                </c:pt>
                <c:pt idx="133">
                  <c:v>45996</c:v>
                </c:pt>
                <c:pt idx="134">
                  <c:v>45995</c:v>
                </c:pt>
                <c:pt idx="135">
                  <c:v>45994</c:v>
                </c:pt>
                <c:pt idx="136">
                  <c:v>45993</c:v>
                </c:pt>
                <c:pt idx="137">
                  <c:v>45992</c:v>
                </c:pt>
                <c:pt idx="138">
                  <c:v>45989</c:v>
                </c:pt>
                <c:pt idx="139">
                  <c:v>45988</c:v>
                </c:pt>
                <c:pt idx="140">
                  <c:v>45987</c:v>
                </c:pt>
                <c:pt idx="141">
                  <c:v>45986</c:v>
                </c:pt>
                <c:pt idx="142">
                  <c:v>45985</c:v>
                </c:pt>
                <c:pt idx="143">
                  <c:v>45982</c:v>
                </c:pt>
                <c:pt idx="144">
                  <c:v>45981</c:v>
                </c:pt>
                <c:pt idx="145">
                  <c:v>45980</c:v>
                </c:pt>
                <c:pt idx="146">
                  <c:v>45979</c:v>
                </c:pt>
                <c:pt idx="147">
                  <c:v>45978</c:v>
                </c:pt>
                <c:pt idx="148">
                  <c:v>45975</c:v>
                </c:pt>
                <c:pt idx="149">
                  <c:v>45974</c:v>
                </c:pt>
                <c:pt idx="150">
                  <c:v>45973</c:v>
                </c:pt>
                <c:pt idx="151">
                  <c:v>45972</c:v>
                </c:pt>
                <c:pt idx="152">
                  <c:v>45971</c:v>
                </c:pt>
                <c:pt idx="153">
                  <c:v>45968</c:v>
                </c:pt>
                <c:pt idx="154">
                  <c:v>45967</c:v>
                </c:pt>
                <c:pt idx="155">
                  <c:v>45966</c:v>
                </c:pt>
                <c:pt idx="156">
                  <c:v>45965</c:v>
                </c:pt>
                <c:pt idx="157">
                  <c:v>45964</c:v>
                </c:pt>
                <c:pt idx="158">
                  <c:v>45961</c:v>
                </c:pt>
                <c:pt idx="159">
                  <c:v>45960</c:v>
                </c:pt>
                <c:pt idx="160">
                  <c:v>45958</c:v>
                </c:pt>
                <c:pt idx="161">
                  <c:v>45957</c:v>
                </c:pt>
                <c:pt idx="162">
                  <c:v>45954</c:v>
                </c:pt>
                <c:pt idx="163">
                  <c:v>45953</c:v>
                </c:pt>
                <c:pt idx="164">
                  <c:v>45952</c:v>
                </c:pt>
                <c:pt idx="165">
                  <c:v>45951</c:v>
                </c:pt>
                <c:pt idx="166">
                  <c:v>45950</c:v>
                </c:pt>
                <c:pt idx="167">
                  <c:v>45947</c:v>
                </c:pt>
                <c:pt idx="168">
                  <c:v>45946</c:v>
                </c:pt>
                <c:pt idx="169">
                  <c:v>45945</c:v>
                </c:pt>
                <c:pt idx="170">
                  <c:v>45944</c:v>
                </c:pt>
                <c:pt idx="171">
                  <c:v>45943</c:v>
                </c:pt>
                <c:pt idx="172">
                  <c:v>45940</c:v>
                </c:pt>
                <c:pt idx="173">
                  <c:v>45939</c:v>
                </c:pt>
                <c:pt idx="174">
                  <c:v>45938</c:v>
                </c:pt>
                <c:pt idx="175">
                  <c:v>45936</c:v>
                </c:pt>
                <c:pt idx="176">
                  <c:v>45933</c:v>
                </c:pt>
                <c:pt idx="177">
                  <c:v>45932</c:v>
                </c:pt>
                <c:pt idx="178">
                  <c:v>45930</c:v>
                </c:pt>
                <c:pt idx="179">
                  <c:v>45929</c:v>
                </c:pt>
                <c:pt idx="180">
                  <c:v>45926</c:v>
                </c:pt>
                <c:pt idx="181">
                  <c:v>45925</c:v>
                </c:pt>
                <c:pt idx="182">
                  <c:v>45924</c:v>
                </c:pt>
                <c:pt idx="183">
                  <c:v>45923</c:v>
                </c:pt>
                <c:pt idx="184">
                  <c:v>45922</c:v>
                </c:pt>
                <c:pt idx="185">
                  <c:v>45919</c:v>
                </c:pt>
                <c:pt idx="186">
                  <c:v>45918</c:v>
                </c:pt>
                <c:pt idx="187">
                  <c:v>45917</c:v>
                </c:pt>
                <c:pt idx="188">
                  <c:v>45916</c:v>
                </c:pt>
                <c:pt idx="189">
                  <c:v>45915</c:v>
                </c:pt>
                <c:pt idx="190">
                  <c:v>45912</c:v>
                </c:pt>
                <c:pt idx="191">
                  <c:v>45911</c:v>
                </c:pt>
                <c:pt idx="192">
                  <c:v>45910</c:v>
                </c:pt>
                <c:pt idx="193">
                  <c:v>45909</c:v>
                </c:pt>
                <c:pt idx="194">
                  <c:v>45908</c:v>
                </c:pt>
                <c:pt idx="195">
                  <c:v>45905</c:v>
                </c:pt>
                <c:pt idx="196">
                  <c:v>45904</c:v>
                </c:pt>
                <c:pt idx="197">
                  <c:v>45903</c:v>
                </c:pt>
                <c:pt idx="198">
                  <c:v>45902</c:v>
                </c:pt>
                <c:pt idx="199">
                  <c:v>45901</c:v>
                </c:pt>
                <c:pt idx="200">
                  <c:v>45898</c:v>
                </c:pt>
                <c:pt idx="201">
                  <c:v>45897</c:v>
                </c:pt>
                <c:pt idx="202">
                  <c:v>45896</c:v>
                </c:pt>
                <c:pt idx="203">
                  <c:v>45895</c:v>
                </c:pt>
                <c:pt idx="204">
                  <c:v>45894</c:v>
                </c:pt>
                <c:pt idx="205">
                  <c:v>45891</c:v>
                </c:pt>
                <c:pt idx="206">
                  <c:v>45890</c:v>
                </c:pt>
                <c:pt idx="207">
                  <c:v>45889</c:v>
                </c:pt>
                <c:pt idx="208">
                  <c:v>45888</c:v>
                </c:pt>
                <c:pt idx="209">
                  <c:v>45887</c:v>
                </c:pt>
                <c:pt idx="210">
                  <c:v>45884</c:v>
                </c:pt>
                <c:pt idx="211">
                  <c:v>45883</c:v>
                </c:pt>
                <c:pt idx="212">
                  <c:v>45882</c:v>
                </c:pt>
                <c:pt idx="213">
                  <c:v>45881</c:v>
                </c:pt>
                <c:pt idx="214">
                  <c:v>45880</c:v>
                </c:pt>
                <c:pt idx="215">
                  <c:v>45877</c:v>
                </c:pt>
                <c:pt idx="216">
                  <c:v>45876</c:v>
                </c:pt>
                <c:pt idx="217">
                  <c:v>45875</c:v>
                </c:pt>
                <c:pt idx="218">
                  <c:v>45874</c:v>
                </c:pt>
                <c:pt idx="219">
                  <c:v>45873</c:v>
                </c:pt>
                <c:pt idx="220">
                  <c:v>45870</c:v>
                </c:pt>
                <c:pt idx="221">
                  <c:v>45869</c:v>
                </c:pt>
                <c:pt idx="222">
                  <c:v>45868</c:v>
                </c:pt>
                <c:pt idx="223">
                  <c:v>45867</c:v>
                </c:pt>
                <c:pt idx="224">
                  <c:v>45866</c:v>
                </c:pt>
                <c:pt idx="225">
                  <c:v>45863</c:v>
                </c:pt>
                <c:pt idx="226">
                  <c:v>45862</c:v>
                </c:pt>
                <c:pt idx="227">
                  <c:v>45861</c:v>
                </c:pt>
                <c:pt idx="228">
                  <c:v>45860</c:v>
                </c:pt>
                <c:pt idx="229">
                  <c:v>45859</c:v>
                </c:pt>
                <c:pt idx="230">
                  <c:v>45856</c:v>
                </c:pt>
                <c:pt idx="231">
                  <c:v>45855</c:v>
                </c:pt>
                <c:pt idx="232">
                  <c:v>45854</c:v>
                </c:pt>
                <c:pt idx="233">
                  <c:v>45853</c:v>
                </c:pt>
                <c:pt idx="234">
                  <c:v>45852</c:v>
                </c:pt>
                <c:pt idx="235">
                  <c:v>45849</c:v>
                </c:pt>
                <c:pt idx="236">
                  <c:v>45848</c:v>
                </c:pt>
                <c:pt idx="237">
                  <c:v>45847</c:v>
                </c:pt>
                <c:pt idx="238">
                  <c:v>45846</c:v>
                </c:pt>
                <c:pt idx="239">
                  <c:v>45845</c:v>
                </c:pt>
                <c:pt idx="240">
                  <c:v>45842</c:v>
                </c:pt>
                <c:pt idx="241">
                  <c:v>45841</c:v>
                </c:pt>
                <c:pt idx="242">
                  <c:v>45840</c:v>
                </c:pt>
                <c:pt idx="243">
                  <c:v>45838</c:v>
                </c:pt>
                <c:pt idx="244">
                  <c:v>45835</c:v>
                </c:pt>
                <c:pt idx="245">
                  <c:v>45834</c:v>
                </c:pt>
                <c:pt idx="246">
                  <c:v>45833</c:v>
                </c:pt>
                <c:pt idx="247">
                  <c:v>45832</c:v>
                </c:pt>
                <c:pt idx="248">
                  <c:v>45831</c:v>
                </c:pt>
                <c:pt idx="249">
                  <c:v>45828</c:v>
                </c:pt>
                <c:pt idx="250">
                  <c:v>45827</c:v>
                </c:pt>
                <c:pt idx="251">
                  <c:v>45826</c:v>
                </c:pt>
                <c:pt idx="252">
                  <c:v>45825</c:v>
                </c:pt>
                <c:pt idx="253">
                  <c:v>45824</c:v>
                </c:pt>
                <c:pt idx="254">
                  <c:v>45821</c:v>
                </c:pt>
                <c:pt idx="255">
                  <c:v>45820</c:v>
                </c:pt>
                <c:pt idx="256">
                  <c:v>45819</c:v>
                </c:pt>
                <c:pt idx="257">
                  <c:v>45818</c:v>
                </c:pt>
                <c:pt idx="258">
                  <c:v>45817</c:v>
                </c:pt>
                <c:pt idx="259">
                  <c:v>45814</c:v>
                </c:pt>
                <c:pt idx="260">
                  <c:v>45813</c:v>
                </c:pt>
                <c:pt idx="261">
                  <c:v>45812</c:v>
                </c:pt>
                <c:pt idx="262">
                  <c:v>45811</c:v>
                </c:pt>
                <c:pt idx="263">
                  <c:v>45810</c:v>
                </c:pt>
                <c:pt idx="264">
                  <c:v>45807</c:v>
                </c:pt>
                <c:pt idx="265">
                  <c:v>45806</c:v>
                </c:pt>
                <c:pt idx="266">
                  <c:v>45805</c:v>
                </c:pt>
                <c:pt idx="267">
                  <c:v>45804</c:v>
                </c:pt>
                <c:pt idx="268">
                  <c:v>45803</c:v>
                </c:pt>
                <c:pt idx="269">
                  <c:v>45800</c:v>
                </c:pt>
                <c:pt idx="270">
                  <c:v>45799</c:v>
                </c:pt>
                <c:pt idx="271">
                  <c:v>45798</c:v>
                </c:pt>
                <c:pt idx="272">
                  <c:v>45797</c:v>
                </c:pt>
                <c:pt idx="273">
                  <c:v>45796</c:v>
                </c:pt>
                <c:pt idx="274">
                  <c:v>45793</c:v>
                </c:pt>
                <c:pt idx="275">
                  <c:v>45792</c:v>
                </c:pt>
                <c:pt idx="276">
                  <c:v>45791</c:v>
                </c:pt>
                <c:pt idx="277">
                  <c:v>45790</c:v>
                </c:pt>
                <c:pt idx="278">
                  <c:v>45789</c:v>
                </c:pt>
                <c:pt idx="279">
                  <c:v>45786</c:v>
                </c:pt>
                <c:pt idx="280">
                  <c:v>45785</c:v>
                </c:pt>
                <c:pt idx="281">
                  <c:v>45784</c:v>
                </c:pt>
                <c:pt idx="282">
                  <c:v>45783</c:v>
                </c:pt>
                <c:pt idx="283">
                  <c:v>45779</c:v>
                </c:pt>
                <c:pt idx="284">
                  <c:v>45777</c:v>
                </c:pt>
                <c:pt idx="285">
                  <c:v>45776</c:v>
                </c:pt>
                <c:pt idx="286">
                  <c:v>45775</c:v>
                </c:pt>
                <c:pt idx="287">
                  <c:v>45772</c:v>
                </c:pt>
                <c:pt idx="288">
                  <c:v>45771</c:v>
                </c:pt>
                <c:pt idx="289">
                  <c:v>45770</c:v>
                </c:pt>
                <c:pt idx="290">
                  <c:v>45769</c:v>
                </c:pt>
                <c:pt idx="291">
                  <c:v>45764</c:v>
                </c:pt>
                <c:pt idx="292">
                  <c:v>45763</c:v>
                </c:pt>
                <c:pt idx="293">
                  <c:v>45762</c:v>
                </c:pt>
                <c:pt idx="294">
                  <c:v>45761</c:v>
                </c:pt>
                <c:pt idx="295">
                  <c:v>45758</c:v>
                </c:pt>
                <c:pt idx="296">
                  <c:v>45757</c:v>
                </c:pt>
                <c:pt idx="297">
                  <c:v>45756</c:v>
                </c:pt>
                <c:pt idx="298">
                  <c:v>45755</c:v>
                </c:pt>
                <c:pt idx="299">
                  <c:v>45754</c:v>
                </c:pt>
                <c:pt idx="300">
                  <c:v>45750</c:v>
                </c:pt>
                <c:pt idx="301">
                  <c:v>45749</c:v>
                </c:pt>
                <c:pt idx="302">
                  <c:v>45748</c:v>
                </c:pt>
                <c:pt idx="303">
                  <c:v>45747</c:v>
                </c:pt>
                <c:pt idx="304">
                  <c:v>45744</c:v>
                </c:pt>
                <c:pt idx="305">
                  <c:v>45743</c:v>
                </c:pt>
                <c:pt idx="306">
                  <c:v>45742</c:v>
                </c:pt>
                <c:pt idx="307">
                  <c:v>45741</c:v>
                </c:pt>
                <c:pt idx="308">
                  <c:v>45740</c:v>
                </c:pt>
                <c:pt idx="309">
                  <c:v>45737</c:v>
                </c:pt>
                <c:pt idx="310">
                  <c:v>45736</c:v>
                </c:pt>
                <c:pt idx="311">
                  <c:v>45735</c:v>
                </c:pt>
                <c:pt idx="312">
                  <c:v>45734</c:v>
                </c:pt>
                <c:pt idx="313">
                  <c:v>45733</c:v>
                </c:pt>
                <c:pt idx="314">
                  <c:v>45730</c:v>
                </c:pt>
                <c:pt idx="315">
                  <c:v>45729</c:v>
                </c:pt>
                <c:pt idx="316">
                  <c:v>45728</c:v>
                </c:pt>
                <c:pt idx="317">
                  <c:v>45727</c:v>
                </c:pt>
                <c:pt idx="318">
                  <c:v>45726</c:v>
                </c:pt>
                <c:pt idx="319">
                  <c:v>45723</c:v>
                </c:pt>
                <c:pt idx="320">
                  <c:v>45722</c:v>
                </c:pt>
                <c:pt idx="321">
                  <c:v>45721</c:v>
                </c:pt>
                <c:pt idx="322">
                  <c:v>45720</c:v>
                </c:pt>
                <c:pt idx="323">
                  <c:v>45719</c:v>
                </c:pt>
                <c:pt idx="324">
                  <c:v>45716</c:v>
                </c:pt>
                <c:pt idx="325">
                  <c:v>45715</c:v>
                </c:pt>
                <c:pt idx="326">
                  <c:v>45714</c:v>
                </c:pt>
                <c:pt idx="327">
                  <c:v>45713</c:v>
                </c:pt>
                <c:pt idx="328">
                  <c:v>45712</c:v>
                </c:pt>
                <c:pt idx="329">
                  <c:v>45709</c:v>
                </c:pt>
                <c:pt idx="330">
                  <c:v>45708</c:v>
                </c:pt>
                <c:pt idx="331">
                  <c:v>45707</c:v>
                </c:pt>
                <c:pt idx="332">
                  <c:v>45706</c:v>
                </c:pt>
                <c:pt idx="333">
                  <c:v>45705</c:v>
                </c:pt>
                <c:pt idx="334">
                  <c:v>45702</c:v>
                </c:pt>
                <c:pt idx="335">
                  <c:v>45701</c:v>
                </c:pt>
                <c:pt idx="336">
                  <c:v>45700</c:v>
                </c:pt>
                <c:pt idx="337">
                  <c:v>45699</c:v>
                </c:pt>
                <c:pt idx="338">
                  <c:v>45698</c:v>
                </c:pt>
                <c:pt idx="339">
                  <c:v>45695</c:v>
                </c:pt>
                <c:pt idx="340">
                  <c:v>45694</c:v>
                </c:pt>
                <c:pt idx="341">
                  <c:v>45693</c:v>
                </c:pt>
                <c:pt idx="342">
                  <c:v>45692</c:v>
                </c:pt>
                <c:pt idx="343">
                  <c:v>45691</c:v>
                </c:pt>
                <c:pt idx="344">
                  <c:v>45685</c:v>
                </c:pt>
                <c:pt idx="345">
                  <c:v>45684</c:v>
                </c:pt>
                <c:pt idx="346">
                  <c:v>45681</c:v>
                </c:pt>
                <c:pt idx="347">
                  <c:v>45680</c:v>
                </c:pt>
                <c:pt idx="348">
                  <c:v>45679</c:v>
                </c:pt>
                <c:pt idx="349">
                  <c:v>45678</c:v>
                </c:pt>
                <c:pt idx="350">
                  <c:v>45677</c:v>
                </c:pt>
                <c:pt idx="351">
                  <c:v>45674</c:v>
                </c:pt>
                <c:pt idx="352">
                  <c:v>45673</c:v>
                </c:pt>
                <c:pt idx="353">
                  <c:v>45672</c:v>
                </c:pt>
                <c:pt idx="354">
                  <c:v>45671</c:v>
                </c:pt>
                <c:pt idx="355">
                  <c:v>45670</c:v>
                </c:pt>
                <c:pt idx="356">
                  <c:v>45667</c:v>
                </c:pt>
                <c:pt idx="357">
                  <c:v>45666</c:v>
                </c:pt>
                <c:pt idx="358">
                  <c:v>45665</c:v>
                </c:pt>
                <c:pt idx="359">
                  <c:v>45664</c:v>
                </c:pt>
                <c:pt idx="360">
                  <c:v>45663</c:v>
                </c:pt>
                <c:pt idx="361">
                  <c:v>45660</c:v>
                </c:pt>
                <c:pt idx="362">
                  <c:v>45659</c:v>
                </c:pt>
                <c:pt idx="363">
                  <c:v>45657</c:v>
                </c:pt>
                <c:pt idx="364">
                  <c:v>45656</c:v>
                </c:pt>
                <c:pt idx="365">
                  <c:v>45653</c:v>
                </c:pt>
                <c:pt idx="366">
                  <c:v>45650</c:v>
                </c:pt>
                <c:pt idx="367">
                  <c:v>45649</c:v>
                </c:pt>
                <c:pt idx="368">
                  <c:v>45646</c:v>
                </c:pt>
                <c:pt idx="369">
                  <c:v>45645</c:v>
                </c:pt>
                <c:pt idx="370">
                  <c:v>45644</c:v>
                </c:pt>
                <c:pt idx="371">
                  <c:v>45643</c:v>
                </c:pt>
                <c:pt idx="372">
                  <c:v>45642</c:v>
                </c:pt>
                <c:pt idx="373">
                  <c:v>45639</c:v>
                </c:pt>
                <c:pt idx="374">
                  <c:v>45638</c:v>
                </c:pt>
                <c:pt idx="375">
                  <c:v>45637</c:v>
                </c:pt>
                <c:pt idx="376">
                  <c:v>45636</c:v>
                </c:pt>
                <c:pt idx="377">
                  <c:v>45635</c:v>
                </c:pt>
                <c:pt idx="378">
                  <c:v>45632</c:v>
                </c:pt>
                <c:pt idx="379">
                  <c:v>45631</c:v>
                </c:pt>
                <c:pt idx="380">
                  <c:v>45630</c:v>
                </c:pt>
                <c:pt idx="381">
                  <c:v>45629</c:v>
                </c:pt>
                <c:pt idx="382">
                  <c:v>45628</c:v>
                </c:pt>
                <c:pt idx="383">
                  <c:v>45625</c:v>
                </c:pt>
                <c:pt idx="384">
                  <c:v>45624</c:v>
                </c:pt>
                <c:pt idx="385">
                  <c:v>45623</c:v>
                </c:pt>
                <c:pt idx="386">
                  <c:v>45622</c:v>
                </c:pt>
                <c:pt idx="387">
                  <c:v>45621</c:v>
                </c:pt>
                <c:pt idx="388">
                  <c:v>45618</c:v>
                </c:pt>
                <c:pt idx="389">
                  <c:v>45617</c:v>
                </c:pt>
                <c:pt idx="390">
                  <c:v>45616</c:v>
                </c:pt>
                <c:pt idx="391">
                  <c:v>45615</c:v>
                </c:pt>
                <c:pt idx="392">
                  <c:v>45614</c:v>
                </c:pt>
                <c:pt idx="393">
                  <c:v>45611</c:v>
                </c:pt>
                <c:pt idx="394">
                  <c:v>45610</c:v>
                </c:pt>
                <c:pt idx="395">
                  <c:v>45609</c:v>
                </c:pt>
                <c:pt idx="396">
                  <c:v>45608</c:v>
                </c:pt>
                <c:pt idx="397">
                  <c:v>45607</c:v>
                </c:pt>
                <c:pt idx="398">
                  <c:v>45604</c:v>
                </c:pt>
                <c:pt idx="399">
                  <c:v>45603</c:v>
                </c:pt>
                <c:pt idx="400">
                  <c:v>45602</c:v>
                </c:pt>
                <c:pt idx="401">
                  <c:v>45601</c:v>
                </c:pt>
                <c:pt idx="402">
                  <c:v>45600</c:v>
                </c:pt>
                <c:pt idx="403">
                  <c:v>45597</c:v>
                </c:pt>
                <c:pt idx="404">
                  <c:v>45596</c:v>
                </c:pt>
                <c:pt idx="405">
                  <c:v>45595</c:v>
                </c:pt>
                <c:pt idx="406">
                  <c:v>45594</c:v>
                </c:pt>
                <c:pt idx="407">
                  <c:v>45593</c:v>
                </c:pt>
                <c:pt idx="408">
                  <c:v>45590</c:v>
                </c:pt>
                <c:pt idx="409">
                  <c:v>45589</c:v>
                </c:pt>
                <c:pt idx="410">
                  <c:v>45588</c:v>
                </c:pt>
                <c:pt idx="411">
                  <c:v>45587</c:v>
                </c:pt>
                <c:pt idx="412">
                  <c:v>45586</c:v>
                </c:pt>
                <c:pt idx="413">
                  <c:v>45583</c:v>
                </c:pt>
                <c:pt idx="414">
                  <c:v>45582</c:v>
                </c:pt>
                <c:pt idx="415">
                  <c:v>45581</c:v>
                </c:pt>
                <c:pt idx="416">
                  <c:v>45580</c:v>
                </c:pt>
                <c:pt idx="417">
                  <c:v>45579</c:v>
                </c:pt>
                <c:pt idx="418">
                  <c:v>45575</c:v>
                </c:pt>
                <c:pt idx="419">
                  <c:v>45574</c:v>
                </c:pt>
                <c:pt idx="420">
                  <c:v>45573</c:v>
                </c:pt>
                <c:pt idx="421">
                  <c:v>45572</c:v>
                </c:pt>
                <c:pt idx="422">
                  <c:v>45569</c:v>
                </c:pt>
                <c:pt idx="423">
                  <c:v>45568</c:v>
                </c:pt>
                <c:pt idx="424">
                  <c:v>45567</c:v>
                </c:pt>
                <c:pt idx="425">
                  <c:v>45565</c:v>
                </c:pt>
                <c:pt idx="426">
                  <c:v>45562</c:v>
                </c:pt>
                <c:pt idx="427">
                  <c:v>45561</c:v>
                </c:pt>
                <c:pt idx="428">
                  <c:v>45560</c:v>
                </c:pt>
                <c:pt idx="429">
                  <c:v>45559</c:v>
                </c:pt>
                <c:pt idx="430">
                  <c:v>45558</c:v>
                </c:pt>
                <c:pt idx="431">
                  <c:v>45555</c:v>
                </c:pt>
                <c:pt idx="432">
                  <c:v>45554</c:v>
                </c:pt>
                <c:pt idx="433">
                  <c:v>45552</c:v>
                </c:pt>
                <c:pt idx="434">
                  <c:v>45551</c:v>
                </c:pt>
                <c:pt idx="435">
                  <c:v>45548</c:v>
                </c:pt>
                <c:pt idx="436">
                  <c:v>45547</c:v>
                </c:pt>
                <c:pt idx="437">
                  <c:v>45546</c:v>
                </c:pt>
                <c:pt idx="438">
                  <c:v>45545</c:v>
                </c:pt>
                <c:pt idx="439">
                  <c:v>45544</c:v>
                </c:pt>
                <c:pt idx="440">
                  <c:v>45540</c:v>
                </c:pt>
                <c:pt idx="441">
                  <c:v>45539</c:v>
                </c:pt>
                <c:pt idx="442">
                  <c:v>45538</c:v>
                </c:pt>
                <c:pt idx="443">
                  <c:v>45537</c:v>
                </c:pt>
                <c:pt idx="444">
                  <c:v>45534</c:v>
                </c:pt>
                <c:pt idx="445">
                  <c:v>45533</c:v>
                </c:pt>
                <c:pt idx="446">
                  <c:v>45532</c:v>
                </c:pt>
                <c:pt idx="447">
                  <c:v>45531</c:v>
                </c:pt>
                <c:pt idx="448">
                  <c:v>45530</c:v>
                </c:pt>
                <c:pt idx="449">
                  <c:v>45527</c:v>
                </c:pt>
                <c:pt idx="450">
                  <c:v>45526</c:v>
                </c:pt>
                <c:pt idx="451">
                  <c:v>45525</c:v>
                </c:pt>
                <c:pt idx="452">
                  <c:v>45524</c:v>
                </c:pt>
                <c:pt idx="453">
                  <c:v>45523</c:v>
                </c:pt>
                <c:pt idx="454">
                  <c:v>45520</c:v>
                </c:pt>
                <c:pt idx="455">
                  <c:v>45519</c:v>
                </c:pt>
                <c:pt idx="456">
                  <c:v>45518</c:v>
                </c:pt>
                <c:pt idx="457">
                  <c:v>45517</c:v>
                </c:pt>
                <c:pt idx="458">
                  <c:v>45516</c:v>
                </c:pt>
                <c:pt idx="459">
                  <c:v>45513</c:v>
                </c:pt>
                <c:pt idx="460">
                  <c:v>45512</c:v>
                </c:pt>
                <c:pt idx="461">
                  <c:v>45511</c:v>
                </c:pt>
                <c:pt idx="462">
                  <c:v>45510</c:v>
                </c:pt>
                <c:pt idx="463">
                  <c:v>45509</c:v>
                </c:pt>
                <c:pt idx="464">
                  <c:v>45506</c:v>
                </c:pt>
                <c:pt idx="465">
                  <c:v>45505</c:v>
                </c:pt>
                <c:pt idx="466">
                  <c:v>45504</c:v>
                </c:pt>
                <c:pt idx="467">
                  <c:v>45503</c:v>
                </c:pt>
                <c:pt idx="468">
                  <c:v>45502</c:v>
                </c:pt>
                <c:pt idx="469">
                  <c:v>45499</c:v>
                </c:pt>
                <c:pt idx="470">
                  <c:v>45498</c:v>
                </c:pt>
                <c:pt idx="471">
                  <c:v>45497</c:v>
                </c:pt>
                <c:pt idx="472">
                  <c:v>45496</c:v>
                </c:pt>
                <c:pt idx="473">
                  <c:v>45495</c:v>
                </c:pt>
                <c:pt idx="474">
                  <c:v>45492</c:v>
                </c:pt>
                <c:pt idx="475">
                  <c:v>45491</c:v>
                </c:pt>
                <c:pt idx="476">
                  <c:v>45490</c:v>
                </c:pt>
                <c:pt idx="477">
                  <c:v>45489</c:v>
                </c:pt>
                <c:pt idx="478">
                  <c:v>45488</c:v>
                </c:pt>
                <c:pt idx="479">
                  <c:v>45485</c:v>
                </c:pt>
                <c:pt idx="480">
                  <c:v>45484</c:v>
                </c:pt>
                <c:pt idx="481">
                  <c:v>45483</c:v>
                </c:pt>
                <c:pt idx="482">
                  <c:v>45482</c:v>
                </c:pt>
                <c:pt idx="483">
                  <c:v>45481</c:v>
                </c:pt>
                <c:pt idx="484">
                  <c:v>45478</c:v>
                </c:pt>
                <c:pt idx="485">
                  <c:v>45477</c:v>
                </c:pt>
                <c:pt idx="486">
                  <c:v>45476</c:v>
                </c:pt>
                <c:pt idx="487">
                  <c:v>45475</c:v>
                </c:pt>
                <c:pt idx="488">
                  <c:v>45471</c:v>
                </c:pt>
                <c:pt idx="489">
                  <c:v>45470</c:v>
                </c:pt>
                <c:pt idx="490">
                  <c:v>45469</c:v>
                </c:pt>
                <c:pt idx="491">
                  <c:v>45468</c:v>
                </c:pt>
                <c:pt idx="492">
                  <c:v>45467</c:v>
                </c:pt>
                <c:pt idx="493">
                  <c:v>45464</c:v>
                </c:pt>
                <c:pt idx="494">
                  <c:v>45463</c:v>
                </c:pt>
                <c:pt idx="495">
                  <c:v>45462</c:v>
                </c:pt>
                <c:pt idx="496">
                  <c:v>45461</c:v>
                </c:pt>
                <c:pt idx="497">
                  <c:v>45460</c:v>
                </c:pt>
                <c:pt idx="498">
                  <c:v>45457</c:v>
                </c:pt>
                <c:pt idx="499">
                  <c:v>45456</c:v>
                </c:pt>
                <c:pt idx="500">
                  <c:v>45455</c:v>
                </c:pt>
                <c:pt idx="501">
                  <c:v>45454</c:v>
                </c:pt>
                <c:pt idx="502">
                  <c:v>45450</c:v>
                </c:pt>
                <c:pt idx="503">
                  <c:v>45449</c:v>
                </c:pt>
                <c:pt idx="504">
                  <c:v>45448</c:v>
                </c:pt>
                <c:pt idx="505">
                  <c:v>45447</c:v>
                </c:pt>
                <c:pt idx="506">
                  <c:v>45446</c:v>
                </c:pt>
                <c:pt idx="507">
                  <c:v>45443</c:v>
                </c:pt>
                <c:pt idx="508">
                  <c:v>45442</c:v>
                </c:pt>
                <c:pt idx="509">
                  <c:v>45441</c:v>
                </c:pt>
                <c:pt idx="510">
                  <c:v>45440</c:v>
                </c:pt>
                <c:pt idx="511">
                  <c:v>45439</c:v>
                </c:pt>
                <c:pt idx="512">
                  <c:v>45436</c:v>
                </c:pt>
                <c:pt idx="513">
                  <c:v>45435</c:v>
                </c:pt>
                <c:pt idx="514">
                  <c:v>45434</c:v>
                </c:pt>
                <c:pt idx="515">
                  <c:v>45433</c:v>
                </c:pt>
                <c:pt idx="516">
                  <c:v>45432</c:v>
                </c:pt>
                <c:pt idx="517">
                  <c:v>45429</c:v>
                </c:pt>
                <c:pt idx="518">
                  <c:v>45428</c:v>
                </c:pt>
                <c:pt idx="519">
                  <c:v>45426</c:v>
                </c:pt>
                <c:pt idx="520">
                  <c:v>45425</c:v>
                </c:pt>
                <c:pt idx="521">
                  <c:v>45422</c:v>
                </c:pt>
                <c:pt idx="522">
                  <c:v>45421</c:v>
                </c:pt>
                <c:pt idx="523">
                  <c:v>45420</c:v>
                </c:pt>
                <c:pt idx="524">
                  <c:v>45419</c:v>
                </c:pt>
                <c:pt idx="525">
                  <c:v>45418</c:v>
                </c:pt>
                <c:pt idx="526">
                  <c:v>45415</c:v>
                </c:pt>
                <c:pt idx="527">
                  <c:v>45414</c:v>
                </c:pt>
                <c:pt idx="528">
                  <c:v>45412</c:v>
                </c:pt>
                <c:pt idx="529">
                  <c:v>45411</c:v>
                </c:pt>
                <c:pt idx="530">
                  <c:v>45408</c:v>
                </c:pt>
                <c:pt idx="531">
                  <c:v>45407</c:v>
                </c:pt>
                <c:pt idx="532">
                  <c:v>45406</c:v>
                </c:pt>
                <c:pt idx="533">
                  <c:v>45405</c:v>
                </c:pt>
                <c:pt idx="534">
                  <c:v>45404</c:v>
                </c:pt>
                <c:pt idx="535">
                  <c:v>45401</c:v>
                </c:pt>
                <c:pt idx="536">
                  <c:v>45400</c:v>
                </c:pt>
                <c:pt idx="537">
                  <c:v>45399</c:v>
                </c:pt>
                <c:pt idx="538">
                  <c:v>45398</c:v>
                </c:pt>
                <c:pt idx="539">
                  <c:v>45397</c:v>
                </c:pt>
                <c:pt idx="540">
                  <c:v>45394</c:v>
                </c:pt>
                <c:pt idx="541">
                  <c:v>45393</c:v>
                </c:pt>
                <c:pt idx="542">
                  <c:v>45392</c:v>
                </c:pt>
                <c:pt idx="543">
                  <c:v>45391</c:v>
                </c:pt>
                <c:pt idx="544">
                  <c:v>45390</c:v>
                </c:pt>
                <c:pt idx="545">
                  <c:v>45387</c:v>
                </c:pt>
                <c:pt idx="546">
                  <c:v>45385</c:v>
                </c:pt>
                <c:pt idx="547">
                  <c:v>45384</c:v>
                </c:pt>
                <c:pt idx="548">
                  <c:v>45379</c:v>
                </c:pt>
                <c:pt idx="549">
                  <c:v>45378</c:v>
                </c:pt>
                <c:pt idx="550">
                  <c:v>45377</c:v>
                </c:pt>
                <c:pt idx="551">
                  <c:v>45376</c:v>
                </c:pt>
                <c:pt idx="552">
                  <c:v>45373</c:v>
                </c:pt>
                <c:pt idx="553">
                  <c:v>45372</c:v>
                </c:pt>
                <c:pt idx="554">
                  <c:v>45371</c:v>
                </c:pt>
                <c:pt idx="555">
                  <c:v>45370</c:v>
                </c:pt>
                <c:pt idx="556">
                  <c:v>45369</c:v>
                </c:pt>
                <c:pt idx="557">
                  <c:v>45366</c:v>
                </c:pt>
                <c:pt idx="558">
                  <c:v>45365</c:v>
                </c:pt>
                <c:pt idx="559">
                  <c:v>45364</c:v>
                </c:pt>
                <c:pt idx="560">
                  <c:v>45363</c:v>
                </c:pt>
                <c:pt idx="561">
                  <c:v>45362</c:v>
                </c:pt>
                <c:pt idx="562">
                  <c:v>45359</c:v>
                </c:pt>
                <c:pt idx="563">
                  <c:v>45358</c:v>
                </c:pt>
                <c:pt idx="564">
                  <c:v>45357</c:v>
                </c:pt>
                <c:pt idx="565">
                  <c:v>45356</c:v>
                </c:pt>
                <c:pt idx="566">
                  <c:v>45355</c:v>
                </c:pt>
                <c:pt idx="567">
                  <c:v>45352</c:v>
                </c:pt>
                <c:pt idx="568">
                  <c:v>45351</c:v>
                </c:pt>
                <c:pt idx="569">
                  <c:v>45350</c:v>
                </c:pt>
                <c:pt idx="570">
                  <c:v>45349</c:v>
                </c:pt>
                <c:pt idx="571">
                  <c:v>45348</c:v>
                </c:pt>
                <c:pt idx="572">
                  <c:v>45345</c:v>
                </c:pt>
                <c:pt idx="573">
                  <c:v>45344</c:v>
                </c:pt>
                <c:pt idx="574">
                  <c:v>45343</c:v>
                </c:pt>
                <c:pt idx="575">
                  <c:v>45342</c:v>
                </c:pt>
                <c:pt idx="576">
                  <c:v>45341</c:v>
                </c:pt>
                <c:pt idx="577">
                  <c:v>45338</c:v>
                </c:pt>
                <c:pt idx="578">
                  <c:v>45337</c:v>
                </c:pt>
                <c:pt idx="579">
                  <c:v>45336</c:v>
                </c:pt>
                <c:pt idx="580">
                  <c:v>45331</c:v>
                </c:pt>
                <c:pt idx="581">
                  <c:v>45330</c:v>
                </c:pt>
                <c:pt idx="582">
                  <c:v>45329</c:v>
                </c:pt>
                <c:pt idx="583">
                  <c:v>45328</c:v>
                </c:pt>
                <c:pt idx="584">
                  <c:v>45327</c:v>
                </c:pt>
                <c:pt idx="585">
                  <c:v>45324</c:v>
                </c:pt>
                <c:pt idx="586">
                  <c:v>45323</c:v>
                </c:pt>
                <c:pt idx="587">
                  <c:v>45322</c:v>
                </c:pt>
                <c:pt idx="588">
                  <c:v>45321</c:v>
                </c:pt>
                <c:pt idx="589">
                  <c:v>45320</c:v>
                </c:pt>
                <c:pt idx="590">
                  <c:v>45317</c:v>
                </c:pt>
                <c:pt idx="591">
                  <c:v>45316</c:v>
                </c:pt>
                <c:pt idx="592">
                  <c:v>45315</c:v>
                </c:pt>
                <c:pt idx="593">
                  <c:v>45314</c:v>
                </c:pt>
                <c:pt idx="594">
                  <c:v>45313</c:v>
                </c:pt>
                <c:pt idx="595">
                  <c:v>45310</c:v>
                </c:pt>
                <c:pt idx="596">
                  <c:v>45309</c:v>
                </c:pt>
                <c:pt idx="597">
                  <c:v>45308</c:v>
                </c:pt>
                <c:pt idx="598">
                  <c:v>45307</c:v>
                </c:pt>
                <c:pt idx="599">
                  <c:v>45306</c:v>
                </c:pt>
                <c:pt idx="600">
                  <c:v>45303</c:v>
                </c:pt>
                <c:pt idx="601">
                  <c:v>45302</c:v>
                </c:pt>
                <c:pt idx="602">
                  <c:v>45301</c:v>
                </c:pt>
                <c:pt idx="603">
                  <c:v>45300</c:v>
                </c:pt>
                <c:pt idx="604">
                  <c:v>45299</c:v>
                </c:pt>
                <c:pt idx="605">
                  <c:v>45296</c:v>
                </c:pt>
                <c:pt idx="606">
                  <c:v>45295</c:v>
                </c:pt>
                <c:pt idx="607">
                  <c:v>45294</c:v>
                </c:pt>
                <c:pt idx="608">
                  <c:v>45293</c:v>
                </c:pt>
                <c:pt idx="609">
                  <c:v>45289</c:v>
                </c:pt>
                <c:pt idx="610">
                  <c:v>45288</c:v>
                </c:pt>
                <c:pt idx="611">
                  <c:v>45287</c:v>
                </c:pt>
                <c:pt idx="612">
                  <c:v>45282</c:v>
                </c:pt>
                <c:pt idx="613">
                  <c:v>45281</c:v>
                </c:pt>
                <c:pt idx="614">
                  <c:v>45280</c:v>
                </c:pt>
                <c:pt idx="615">
                  <c:v>45279</c:v>
                </c:pt>
                <c:pt idx="616">
                  <c:v>45278</c:v>
                </c:pt>
                <c:pt idx="617">
                  <c:v>45275</c:v>
                </c:pt>
                <c:pt idx="618">
                  <c:v>45274</c:v>
                </c:pt>
                <c:pt idx="619">
                  <c:v>45273</c:v>
                </c:pt>
                <c:pt idx="620">
                  <c:v>45272</c:v>
                </c:pt>
                <c:pt idx="621">
                  <c:v>45271</c:v>
                </c:pt>
                <c:pt idx="622">
                  <c:v>45268</c:v>
                </c:pt>
                <c:pt idx="623">
                  <c:v>45267</c:v>
                </c:pt>
                <c:pt idx="624">
                  <c:v>45266</c:v>
                </c:pt>
                <c:pt idx="625">
                  <c:v>45265</c:v>
                </c:pt>
                <c:pt idx="626">
                  <c:v>45264</c:v>
                </c:pt>
                <c:pt idx="627">
                  <c:v>45261</c:v>
                </c:pt>
                <c:pt idx="628">
                  <c:v>45260</c:v>
                </c:pt>
                <c:pt idx="629">
                  <c:v>45259</c:v>
                </c:pt>
                <c:pt idx="630">
                  <c:v>45258</c:v>
                </c:pt>
                <c:pt idx="631">
                  <c:v>45257</c:v>
                </c:pt>
                <c:pt idx="632">
                  <c:v>45254</c:v>
                </c:pt>
                <c:pt idx="633">
                  <c:v>45253</c:v>
                </c:pt>
                <c:pt idx="634">
                  <c:v>45252</c:v>
                </c:pt>
                <c:pt idx="635">
                  <c:v>45251</c:v>
                </c:pt>
                <c:pt idx="636">
                  <c:v>45250</c:v>
                </c:pt>
                <c:pt idx="637">
                  <c:v>45247</c:v>
                </c:pt>
                <c:pt idx="638">
                  <c:v>45246</c:v>
                </c:pt>
                <c:pt idx="639">
                  <c:v>45245</c:v>
                </c:pt>
                <c:pt idx="640">
                  <c:v>45244</c:v>
                </c:pt>
                <c:pt idx="641">
                  <c:v>45243</c:v>
                </c:pt>
                <c:pt idx="642">
                  <c:v>45240</c:v>
                </c:pt>
                <c:pt idx="643">
                  <c:v>45239</c:v>
                </c:pt>
                <c:pt idx="644">
                  <c:v>45238</c:v>
                </c:pt>
                <c:pt idx="645">
                  <c:v>45237</c:v>
                </c:pt>
                <c:pt idx="646">
                  <c:v>45236</c:v>
                </c:pt>
                <c:pt idx="647">
                  <c:v>45233</c:v>
                </c:pt>
                <c:pt idx="648">
                  <c:v>45232</c:v>
                </c:pt>
                <c:pt idx="649">
                  <c:v>45231</c:v>
                </c:pt>
                <c:pt idx="650">
                  <c:v>45230</c:v>
                </c:pt>
                <c:pt idx="651">
                  <c:v>45229</c:v>
                </c:pt>
                <c:pt idx="652">
                  <c:v>45226</c:v>
                </c:pt>
                <c:pt idx="653">
                  <c:v>45225</c:v>
                </c:pt>
                <c:pt idx="654">
                  <c:v>45224</c:v>
                </c:pt>
                <c:pt idx="655">
                  <c:v>45223</c:v>
                </c:pt>
                <c:pt idx="656">
                  <c:v>45219</c:v>
                </c:pt>
                <c:pt idx="657">
                  <c:v>45218</c:v>
                </c:pt>
                <c:pt idx="658">
                  <c:v>45217</c:v>
                </c:pt>
                <c:pt idx="659">
                  <c:v>45216</c:v>
                </c:pt>
                <c:pt idx="660">
                  <c:v>45215</c:v>
                </c:pt>
                <c:pt idx="661">
                  <c:v>45212</c:v>
                </c:pt>
                <c:pt idx="662">
                  <c:v>45211</c:v>
                </c:pt>
                <c:pt idx="663">
                  <c:v>45210</c:v>
                </c:pt>
                <c:pt idx="664">
                  <c:v>45209</c:v>
                </c:pt>
                <c:pt idx="665">
                  <c:v>45208</c:v>
                </c:pt>
                <c:pt idx="666">
                  <c:v>45205</c:v>
                </c:pt>
                <c:pt idx="667">
                  <c:v>45204</c:v>
                </c:pt>
                <c:pt idx="668">
                  <c:v>45203</c:v>
                </c:pt>
                <c:pt idx="669">
                  <c:v>45202</c:v>
                </c:pt>
                <c:pt idx="670">
                  <c:v>45198</c:v>
                </c:pt>
                <c:pt idx="671">
                  <c:v>45197</c:v>
                </c:pt>
                <c:pt idx="672">
                  <c:v>45196</c:v>
                </c:pt>
                <c:pt idx="673">
                  <c:v>45195</c:v>
                </c:pt>
                <c:pt idx="674">
                  <c:v>45194</c:v>
                </c:pt>
                <c:pt idx="675">
                  <c:v>45191</c:v>
                </c:pt>
                <c:pt idx="676">
                  <c:v>45190</c:v>
                </c:pt>
                <c:pt idx="677">
                  <c:v>45189</c:v>
                </c:pt>
                <c:pt idx="678">
                  <c:v>45188</c:v>
                </c:pt>
                <c:pt idx="679">
                  <c:v>45187</c:v>
                </c:pt>
                <c:pt idx="680">
                  <c:v>45184</c:v>
                </c:pt>
                <c:pt idx="681">
                  <c:v>45183</c:v>
                </c:pt>
                <c:pt idx="682">
                  <c:v>45182</c:v>
                </c:pt>
                <c:pt idx="683">
                  <c:v>45181</c:v>
                </c:pt>
                <c:pt idx="684">
                  <c:v>45180</c:v>
                </c:pt>
                <c:pt idx="685">
                  <c:v>45176</c:v>
                </c:pt>
                <c:pt idx="686">
                  <c:v>45175</c:v>
                </c:pt>
                <c:pt idx="687">
                  <c:v>45174</c:v>
                </c:pt>
                <c:pt idx="688">
                  <c:v>45173</c:v>
                </c:pt>
                <c:pt idx="689">
                  <c:v>45169</c:v>
                </c:pt>
                <c:pt idx="690">
                  <c:v>45168</c:v>
                </c:pt>
                <c:pt idx="691">
                  <c:v>45167</c:v>
                </c:pt>
                <c:pt idx="692">
                  <c:v>45166</c:v>
                </c:pt>
                <c:pt idx="693">
                  <c:v>45163</c:v>
                </c:pt>
                <c:pt idx="694">
                  <c:v>45162</c:v>
                </c:pt>
                <c:pt idx="695">
                  <c:v>45161</c:v>
                </c:pt>
                <c:pt idx="696">
                  <c:v>45160</c:v>
                </c:pt>
                <c:pt idx="697">
                  <c:v>45159</c:v>
                </c:pt>
                <c:pt idx="698">
                  <c:v>45156</c:v>
                </c:pt>
                <c:pt idx="699">
                  <c:v>45155</c:v>
                </c:pt>
                <c:pt idx="700">
                  <c:v>45154</c:v>
                </c:pt>
                <c:pt idx="701">
                  <c:v>45153</c:v>
                </c:pt>
                <c:pt idx="702">
                  <c:v>45152</c:v>
                </c:pt>
                <c:pt idx="703">
                  <c:v>45149</c:v>
                </c:pt>
                <c:pt idx="704">
                  <c:v>45148</c:v>
                </c:pt>
                <c:pt idx="705">
                  <c:v>45147</c:v>
                </c:pt>
                <c:pt idx="706">
                  <c:v>45146</c:v>
                </c:pt>
                <c:pt idx="707">
                  <c:v>45145</c:v>
                </c:pt>
                <c:pt idx="708">
                  <c:v>45142</c:v>
                </c:pt>
                <c:pt idx="709">
                  <c:v>45141</c:v>
                </c:pt>
                <c:pt idx="710">
                  <c:v>45140</c:v>
                </c:pt>
                <c:pt idx="711">
                  <c:v>45139</c:v>
                </c:pt>
                <c:pt idx="712">
                  <c:v>45138</c:v>
                </c:pt>
                <c:pt idx="713">
                  <c:v>45135</c:v>
                </c:pt>
                <c:pt idx="714">
                  <c:v>45134</c:v>
                </c:pt>
                <c:pt idx="715">
                  <c:v>45133</c:v>
                </c:pt>
                <c:pt idx="716">
                  <c:v>45132</c:v>
                </c:pt>
                <c:pt idx="717">
                  <c:v>45131</c:v>
                </c:pt>
                <c:pt idx="718">
                  <c:v>45128</c:v>
                </c:pt>
                <c:pt idx="719">
                  <c:v>45127</c:v>
                </c:pt>
                <c:pt idx="720">
                  <c:v>45126</c:v>
                </c:pt>
                <c:pt idx="721">
                  <c:v>45125</c:v>
                </c:pt>
                <c:pt idx="722">
                  <c:v>45121</c:v>
                </c:pt>
                <c:pt idx="723">
                  <c:v>45120</c:v>
                </c:pt>
                <c:pt idx="724">
                  <c:v>45119</c:v>
                </c:pt>
                <c:pt idx="725">
                  <c:v>45118</c:v>
                </c:pt>
                <c:pt idx="726">
                  <c:v>45117</c:v>
                </c:pt>
                <c:pt idx="727">
                  <c:v>45114</c:v>
                </c:pt>
                <c:pt idx="728">
                  <c:v>45113</c:v>
                </c:pt>
                <c:pt idx="729">
                  <c:v>45112</c:v>
                </c:pt>
                <c:pt idx="730">
                  <c:v>45111</c:v>
                </c:pt>
                <c:pt idx="731">
                  <c:v>45110</c:v>
                </c:pt>
                <c:pt idx="732">
                  <c:v>45107</c:v>
                </c:pt>
                <c:pt idx="733">
                  <c:v>45106</c:v>
                </c:pt>
                <c:pt idx="734">
                  <c:v>45105</c:v>
                </c:pt>
                <c:pt idx="735">
                  <c:v>45104</c:v>
                </c:pt>
                <c:pt idx="736">
                  <c:v>45103</c:v>
                </c:pt>
                <c:pt idx="737">
                  <c:v>45100</c:v>
                </c:pt>
                <c:pt idx="738">
                  <c:v>45098</c:v>
                </c:pt>
                <c:pt idx="739">
                  <c:v>45097</c:v>
                </c:pt>
                <c:pt idx="740">
                  <c:v>45096</c:v>
                </c:pt>
                <c:pt idx="741">
                  <c:v>45093</c:v>
                </c:pt>
                <c:pt idx="742">
                  <c:v>45092</c:v>
                </c:pt>
                <c:pt idx="743">
                  <c:v>45091</c:v>
                </c:pt>
                <c:pt idx="744">
                  <c:v>45090</c:v>
                </c:pt>
                <c:pt idx="745">
                  <c:v>45089</c:v>
                </c:pt>
                <c:pt idx="746">
                  <c:v>45086</c:v>
                </c:pt>
                <c:pt idx="747">
                  <c:v>45085</c:v>
                </c:pt>
                <c:pt idx="748">
                  <c:v>45084</c:v>
                </c:pt>
                <c:pt idx="749">
                  <c:v>45083</c:v>
                </c:pt>
                <c:pt idx="750">
                  <c:v>45082</c:v>
                </c:pt>
                <c:pt idx="751">
                  <c:v>45079</c:v>
                </c:pt>
                <c:pt idx="752">
                  <c:v>45078</c:v>
                </c:pt>
                <c:pt idx="753">
                  <c:v>45077</c:v>
                </c:pt>
                <c:pt idx="754">
                  <c:v>45076</c:v>
                </c:pt>
                <c:pt idx="755">
                  <c:v>45075</c:v>
                </c:pt>
                <c:pt idx="756">
                  <c:v>45071</c:v>
                </c:pt>
                <c:pt idx="757">
                  <c:v>45070</c:v>
                </c:pt>
                <c:pt idx="758">
                  <c:v>45069</c:v>
                </c:pt>
                <c:pt idx="759">
                  <c:v>45068</c:v>
                </c:pt>
                <c:pt idx="760">
                  <c:v>45065</c:v>
                </c:pt>
                <c:pt idx="761">
                  <c:v>45064</c:v>
                </c:pt>
                <c:pt idx="762">
                  <c:v>45063</c:v>
                </c:pt>
                <c:pt idx="763">
                  <c:v>45062</c:v>
                </c:pt>
                <c:pt idx="764">
                  <c:v>45061</c:v>
                </c:pt>
                <c:pt idx="765">
                  <c:v>45058</c:v>
                </c:pt>
                <c:pt idx="766">
                  <c:v>45057</c:v>
                </c:pt>
                <c:pt idx="767">
                  <c:v>45056</c:v>
                </c:pt>
                <c:pt idx="768">
                  <c:v>45055</c:v>
                </c:pt>
                <c:pt idx="769">
                  <c:v>45054</c:v>
                </c:pt>
                <c:pt idx="770">
                  <c:v>45051</c:v>
                </c:pt>
                <c:pt idx="771">
                  <c:v>45050</c:v>
                </c:pt>
                <c:pt idx="772">
                  <c:v>45049</c:v>
                </c:pt>
                <c:pt idx="773">
                  <c:v>45048</c:v>
                </c:pt>
                <c:pt idx="774">
                  <c:v>45044</c:v>
                </c:pt>
                <c:pt idx="775">
                  <c:v>45043</c:v>
                </c:pt>
                <c:pt idx="776">
                  <c:v>45042</c:v>
                </c:pt>
                <c:pt idx="777">
                  <c:v>45041</c:v>
                </c:pt>
                <c:pt idx="778">
                  <c:v>45040</c:v>
                </c:pt>
                <c:pt idx="779">
                  <c:v>45037</c:v>
                </c:pt>
                <c:pt idx="780">
                  <c:v>45036</c:v>
                </c:pt>
                <c:pt idx="781">
                  <c:v>45035</c:v>
                </c:pt>
                <c:pt idx="782">
                  <c:v>45034</c:v>
                </c:pt>
                <c:pt idx="783">
                  <c:v>45033</c:v>
                </c:pt>
                <c:pt idx="784">
                  <c:v>45030</c:v>
                </c:pt>
                <c:pt idx="785">
                  <c:v>45029</c:v>
                </c:pt>
                <c:pt idx="786">
                  <c:v>45028</c:v>
                </c:pt>
                <c:pt idx="787">
                  <c:v>45027</c:v>
                </c:pt>
                <c:pt idx="788">
                  <c:v>45022</c:v>
                </c:pt>
                <c:pt idx="789">
                  <c:v>45020</c:v>
                </c:pt>
                <c:pt idx="790">
                  <c:v>45019</c:v>
                </c:pt>
                <c:pt idx="791">
                  <c:v>45016</c:v>
                </c:pt>
                <c:pt idx="792">
                  <c:v>45015</c:v>
                </c:pt>
                <c:pt idx="793">
                  <c:v>45014</c:v>
                </c:pt>
                <c:pt idx="794">
                  <c:v>45013</c:v>
                </c:pt>
                <c:pt idx="795">
                  <c:v>45012</c:v>
                </c:pt>
                <c:pt idx="796">
                  <c:v>45009</c:v>
                </c:pt>
                <c:pt idx="797">
                  <c:v>45008</c:v>
                </c:pt>
                <c:pt idx="798">
                  <c:v>45007</c:v>
                </c:pt>
                <c:pt idx="799">
                  <c:v>45006</c:v>
                </c:pt>
                <c:pt idx="800">
                  <c:v>45005</c:v>
                </c:pt>
                <c:pt idx="801">
                  <c:v>45002</c:v>
                </c:pt>
                <c:pt idx="802">
                  <c:v>45001</c:v>
                </c:pt>
                <c:pt idx="803">
                  <c:v>45000</c:v>
                </c:pt>
                <c:pt idx="804">
                  <c:v>44999</c:v>
                </c:pt>
                <c:pt idx="805">
                  <c:v>44998</c:v>
                </c:pt>
                <c:pt idx="806">
                  <c:v>44995</c:v>
                </c:pt>
                <c:pt idx="807">
                  <c:v>44994</c:v>
                </c:pt>
                <c:pt idx="808">
                  <c:v>44993</c:v>
                </c:pt>
                <c:pt idx="809">
                  <c:v>44992</c:v>
                </c:pt>
                <c:pt idx="810">
                  <c:v>44991</c:v>
                </c:pt>
                <c:pt idx="811">
                  <c:v>44988</c:v>
                </c:pt>
                <c:pt idx="812">
                  <c:v>44987</c:v>
                </c:pt>
                <c:pt idx="813">
                  <c:v>44986</c:v>
                </c:pt>
                <c:pt idx="814">
                  <c:v>44985</c:v>
                </c:pt>
                <c:pt idx="815">
                  <c:v>44984</c:v>
                </c:pt>
                <c:pt idx="816">
                  <c:v>44981</c:v>
                </c:pt>
                <c:pt idx="817">
                  <c:v>44980</c:v>
                </c:pt>
                <c:pt idx="818">
                  <c:v>44979</c:v>
                </c:pt>
                <c:pt idx="819">
                  <c:v>44978</c:v>
                </c:pt>
                <c:pt idx="820">
                  <c:v>44977</c:v>
                </c:pt>
                <c:pt idx="821">
                  <c:v>44974</c:v>
                </c:pt>
                <c:pt idx="822">
                  <c:v>44973</c:v>
                </c:pt>
                <c:pt idx="823">
                  <c:v>44972</c:v>
                </c:pt>
                <c:pt idx="824">
                  <c:v>44971</c:v>
                </c:pt>
                <c:pt idx="825">
                  <c:v>44970</c:v>
                </c:pt>
                <c:pt idx="826">
                  <c:v>44967</c:v>
                </c:pt>
                <c:pt idx="827">
                  <c:v>44966</c:v>
                </c:pt>
                <c:pt idx="828">
                  <c:v>44965</c:v>
                </c:pt>
                <c:pt idx="829">
                  <c:v>44964</c:v>
                </c:pt>
                <c:pt idx="830">
                  <c:v>44963</c:v>
                </c:pt>
                <c:pt idx="831">
                  <c:v>44960</c:v>
                </c:pt>
                <c:pt idx="832">
                  <c:v>44959</c:v>
                </c:pt>
                <c:pt idx="833">
                  <c:v>44958</c:v>
                </c:pt>
                <c:pt idx="834">
                  <c:v>44957</c:v>
                </c:pt>
                <c:pt idx="835">
                  <c:v>44956</c:v>
                </c:pt>
                <c:pt idx="836">
                  <c:v>44953</c:v>
                </c:pt>
                <c:pt idx="837">
                  <c:v>44952</c:v>
                </c:pt>
                <c:pt idx="838">
                  <c:v>44946</c:v>
                </c:pt>
                <c:pt idx="839">
                  <c:v>44945</c:v>
                </c:pt>
                <c:pt idx="840">
                  <c:v>44944</c:v>
                </c:pt>
                <c:pt idx="841">
                  <c:v>44943</c:v>
                </c:pt>
                <c:pt idx="842">
                  <c:v>44942</c:v>
                </c:pt>
                <c:pt idx="843">
                  <c:v>44939</c:v>
                </c:pt>
                <c:pt idx="844">
                  <c:v>44938</c:v>
                </c:pt>
                <c:pt idx="845">
                  <c:v>44937</c:v>
                </c:pt>
                <c:pt idx="846">
                  <c:v>44936</c:v>
                </c:pt>
                <c:pt idx="847">
                  <c:v>44935</c:v>
                </c:pt>
                <c:pt idx="848">
                  <c:v>44932</c:v>
                </c:pt>
                <c:pt idx="849">
                  <c:v>44931</c:v>
                </c:pt>
                <c:pt idx="850">
                  <c:v>44930</c:v>
                </c:pt>
                <c:pt idx="851">
                  <c:v>44929</c:v>
                </c:pt>
                <c:pt idx="852">
                  <c:v>44925</c:v>
                </c:pt>
                <c:pt idx="853">
                  <c:v>44924</c:v>
                </c:pt>
                <c:pt idx="854">
                  <c:v>44923</c:v>
                </c:pt>
                <c:pt idx="855">
                  <c:v>44918</c:v>
                </c:pt>
                <c:pt idx="856">
                  <c:v>44917</c:v>
                </c:pt>
                <c:pt idx="857">
                  <c:v>44916</c:v>
                </c:pt>
                <c:pt idx="858">
                  <c:v>44915</c:v>
                </c:pt>
                <c:pt idx="859">
                  <c:v>44914</c:v>
                </c:pt>
                <c:pt idx="860">
                  <c:v>44911</c:v>
                </c:pt>
                <c:pt idx="861">
                  <c:v>44910</c:v>
                </c:pt>
                <c:pt idx="862">
                  <c:v>44909</c:v>
                </c:pt>
                <c:pt idx="863">
                  <c:v>44908</c:v>
                </c:pt>
                <c:pt idx="864">
                  <c:v>44907</c:v>
                </c:pt>
                <c:pt idx="865">
                  <c:v>44904</c:v>
                </c:pt>
                <c:pt idx="866">
                  <c:v>44903</c:v>
                </c:pt>
                <c:pt idx="867">
                  <c:v>44902</c:v>
                </c:pt>
                <c:pt idx="868">
                  <c:v>44901</c:v>
                </c:pt>
                <c:pt idx="869">
                  <c:v>44900</c:v>
                </c:pt>
                <c:pt idx="870">
                  <c:v>44897</c:v>
                </c:pt>
                <c:pt idx="871">
                  <c:v>44896</c:v>
                </c:pt>
                <c:pt idx="872">
                  <c:v>44895</c:v>
                </c:pt>
                <c:pt idx="873">
                  <c:v>44894</c:v>
                </c:pt>
                <c:pt idx="874">
                  <c:v>44893</c:v>
                </c:pt>
                <c:pt idx="875">
                  <c:v>44890</c:v>
                </c:pt>
                <c:pt idx="876">
                  <c:v>44889</c:v>
                </c:pt>
                <c:pt idx="877">
                  <c:v>44888</c:v>
                </c:pt>
                <c:pt idx="878">
                  <c:v>44887</c:v>
                </c:pt>
                <c:pt idx="879">
                  <c:v>44886</c:v>
                </c:pt>
                <c:pt idx="880">
                  <c:v>44883</c:v>
                </c:pt>
                <c:pt idx="881">
                  <c:v>44882</c:v>
                </c:pt>
                <c:pt idx="882">
                  <c:v>44881</c:v>
                </c:pt>
                <c:pt idx="883">
                  <c:v>44880</c:v>
                </c:pt>
                <c:pt idx="884">
                  <c:v>44879</c:v>
                </c:pt>
                <c:pt idx="885">
                  <c:v>44876</c:v>
                </c:pt>
                <c:pt idx="886">
                  <c:v>44875</c:v>
                </c:pt>
                <c:pt idx="887">
                  <c:v>44874</c:v>
                </c:pt>
                <c:pt idx="888">
                  <c:v>44873</c:v>
                </c:pt>
                <c:pt idx="889">
                  <c:v>44872</c:v>
                </c:pt>
                <c:pt idx="890">
                  <c:v>44869</c:v>
                </c:pt>
                <c:pt idx="891">
                  <c:v>44868</c:v>
                </c:pt>
                <c:pt idx="892">
                  <c:v>44867</c:v>
                </c:pt>
                <c:pt idx="893">
                  <c:v>44866</c:v>
                </c:pt>
                <c:pt idx="894">
                  <c:v>44865</c:v>
                </c:pt>
                <c:pt idx="895">
                  <c:v>44862</c:v>
                </c:pt>
                <c:pt idx="896">
                  <c:v>44861</c:v>
                </c:pt>
                <c:pt idx="897">
                  <c:v>44860</c:v>
                </c:pt>
                <c:pt idx="898">
                  <c:v>44859</c:v>
                </c:pt>
                <c:pt idx="899">
                  <c:v>44858</c:v>
                </c:pt>
                <c:pt idx="900">
                  <c:v>44855</c:v>
                </c:pt>
                <c:pt idx="901">
                  <c:v>44854</c:v>
                </c:pt>
                <c:pt idx="902">
                  <c:v>44853</c:v>
                </c:pt>
                <c:pt idx="903">
                  <c:v>44852</c:v>
                </c:pt>
                <c:pt idx="904">
                  <c:v>44851</c:v>
                </c:pt>
                <c:pt idx="905">
                  <c:v>44848</c:v>
                </c:pt>
                <c:pt idx="906">
                  <c:v>44847</c:v>
                </c:pt>
                <c:pt idx="907">
                  <c:v>44846</c:v>
                </c:pt>
                <c:pt idx="908">
                  <c:v>44845</c:v>
                </c:pt>
                <c:pt idx="909">
                  <c:v>44844</c:v>
                </c:pt>
                <c:pt idx="910">
                  <c:v>44841</c:v>
                </c:pt>
                <c:pt idx="911">
                  <c:v>44840</c:v>
                </c:pt>
                <c:pt idx="912">
                  <c:v>44839</c:v>
                </c:pt>
                <c:pt idx="913">
                  <c:v>44837</c:v>
                </c:pt>
                <c:pt idx="914">
                  <c:v>44834</c:v>
                </c:pt>
                <c:pt idx="915">
                  <c:v>44833</c:v>
                </c:pt>
                <c:pt idx="916">
                  <c:v>44832</c:v>
                </c:pt>
                <c:pt idx="917">
                  <c:v>44831</c:v>
                </c:pt>
                <c:pt idx="918">
                  <c:v>44830</c:v>
                </c:pt>
                <c:pt idx="919">
                  <c:v>44827</c:v>
                </c:pt>
                <c:pt idx="920">
                  <c:v>44826</c:v>
                </c:pt>
                <c:pt idx="921">
                  <c:v>44825</c:v>
                </c:pt>
                <c:pt idx="922">
                  <c:v>44824</c:v>
                </c:pt>
                <c:pt idx="923">
                  <c:v>44823</c:v>
                </c:pt>
                <c:pt idx="924">
                  <c:v>44820</c:v>
                </c:pt>
                <c:pt idx="925">
                  <c:v>44819</c:v>
                </c:pt>
                <c:pt idx="926">
                  <c:v>44818</c:v>
                </c:pt>
                <c:pt idx="927">
                  <c:v>44817</c:v>
                </c:pt>
                <c:pt idx="928">
                  <c:v>44813</c:v>
                </c:pt>
                <c:pt idx="929">
                  <c:v>44812</c:v>
                </c:pt>
                <c:pt idx="930">
                  <c:v>44811</c:v>
                </c:pt>
                <c:pt idx="931">
                  <c:v>44810</c:v>
                </c:pt>
                <c:pt idx="932">
                  <c:v>44809</c:v>
                </c:pt>
                <c:pt idx="933">
                  <c:v>44806</c:v>
                </c:pt>
                <c:pt idx="934">
                  <c:v>44805</c:v>
                </c:pt>
                <c:pt idx="935">
                  <c:v>44804</c:v>
                </c:pt>
                <c:pt idx="936">
                  <c:v>44803</c:v>
                </c:pt>
                <c:pt idx="937">
                  <c:v>44802</c:v>
                </c:pt>
                <c:pt idx="938">
                  <c:v>44799</c:v>
                </c:pt>
                <c:pt idx="939">
                  <c:v>44798</c:v>
                </c:pt>
                <c:pt idx="940">
                  <c:v>44797</c:v>
                </c:pt>
                <c:pt idx="941">
                  <c:v>44796</c:v>
                </c:pt>
                <c:pt idx="942">
                  <c:v>44795</c:v>
                </c:pt>
                <c:pt idx="943">
                  <c:v>44792</c:v>
                </c:pt>
                <c:pt idx="944">
                  <c:v>44791</c:v>
                </c:pt>
                <c:pt idx="945">
                  <c:v>44790</c:v>
                </c:pt>
                <c:pt idx="946">
                  <c:v>44789</c:v>
                </c:pt>
                <c:pt idx="947">
                  <c:v>44788</c:v>
                </c:pt>
                <c:pt idx="948">
                  <c:v>44785</c:v>
                </c:pt>
                <c:pt idx="949">
                  <c:v>44784</c:v>
                </c:pt>
                <c:pt idx="950">
                  <c:v>44783</c:v>
                </c:pt>
                <c:pt idx="951">
                  <c:v>44782</c:v>
                </c:pt>
                <c:pt idx="952">
                  <c:v>44781</c:v>
                </c:pt>
                <c:pt idx="953">
                  <c:v>44778</c:v>
                </c:pt>
                <c:pt idx="954">
                  <c:v>44777</c:v>
                </c:pt>
                <c:pt idx="955">
                  <c:v>44776</c:v>
                </c:pt>
                <c:pt idx="956">
                  <c:v>44775</c:v>
                </c:pt>
                <c:pt idx="957">
                  <c:v>44774</c:v>
                </c:pt>
                <c:pt idx="958">
                  <c:v>44771</c:v>
                </c:pt>
                <c:pt idx="959">
                  <c:v>44770</c:v>
                </c:pt>
                <c:pt idx="960">
                  <c:v>44769</c:v>
                </c:pt>
                <c:pt idx="961">
                  <c:v>44768</c:v>
                </c:pt>
                <c:pt idx="962">
                  <c:v>44767</c:v>
                </c:pt>
                <c:pt idx="963">
                  <c:v>44764</c:v>
                </c:pt>
                <c:pt idx="964">
                  <c:v>44763</c:v>
                </c:pt>
                <c:pt idx="965">
                  <c:v>44762</c:v>
                </c:pt>
                <c:pt idx="966">
                  <c:v>44761</c:v>
                </c:pt>
                <c:pt idx="967">
                  <c:v>44760</c:v>
                </c:pt>
                <c:pt idx="968">
                  <c:v>44757</c:v>
                </c:pt>
                <c:pt idx="969">
                  <c:v>44756</c:v>
                </c:pt>
                <c:pt idx="970">
                  <c:v>44755</c:v>
                </c:pt>
                <c:pt idx="971">
                  <c:v>44754</c:v>
                </c:pt>
                <c:pt idx="972">
                  <c:v>44753</c:v>
                </c:pt>
                <c:pt idx="973">
                  <c:v>44750</c:v>
                </c:pt>
                <c:pt idx="974">
                  <c:v>44749</c:v>
                </c:pt>
                <c:pt idx="975">
                  <c:v>44748</c:v>
                </c:pt>
                <c:pt idx="976">
                  <c:v>44747</c:v>
                </c:pt>
                <c:pt idx="977">
                  <c:v>44746</c:v>
                </c:pt>
                <c:pt idx="978">
                  <c:v>44742</c:v>
                </c:pt>
                <c:pt idx="979">
                  <c:v>44741</c:v>
                </c:pt>
                <c:pt idx="980">
                  <c:v>44740</c:v>
                </c:pt>
                <c:pt idx="981">
                  <c:v>44739</c:v>
                </c:pt>
                <c:pt idx="982">
                  <c:v>44736</c:v>
                </c:pt>
                <c:pt idx="983">
                  <c:v>44735</c:v>
                </c:pt>
                <c:pt idx="984">
                  <c:v>44734</c:v>
                </c:pt>
                <c:pt idx="985">
                  <c:v>44733</c:v>
                </c:pt>
                <c:pt idx="986">
                  <c:v>44732</c:v>
                </c:pt>
                <c:pt idx="987">
                  <c:v>44729</c:v>
                </c:pt>
                <c:pt idx="988">
                  <c:v>44728</c:v>
                </c:pt>
                <c:pt idx="989">
                  <c:v>44727</c:v>
                </c:pt>
                <c:pt idx="990">
                  <c:v>44726</c:v>
                </c:pt>
                <c:pt idx="991">
                  <c:v>44725</c:v>
                </c:pt>
                <c:pt idx="992">
                  <c:v>44722</c:v>
                </c:pt>
                <c:pt idx="993">
                  <c:v>44721</c:v>
                </c:pt>
                <c:pt idx="994">
                  <c:v>44720</c:v>
                </c:pt>
                <c:pt idx="995">
                  <c:v>44719</c:v>
                </c:pt>
                <c:pt idx="996">
                  <c:v>44718</c:v>
                </c:pt>
                <c:pt idx="997">
                  <c:v>44714</c:v>
                </c:pt>
                <c:pt idx="998">
                  <c:v>44713</c:v>
                </c:pt>
                <c:pt idx="999">
                  <c:v>44712</c:v>
                </c:pt>
                <c:pt idx="1000">
                  <c:v>44711</c:v>
                </c:pt>
                <c:pt idx="1001">
                  <c:v>44708</c:v>
                </c:pt>
                <c:pt idx="1002">
                  <c:v>44707</c:v>
                </c:pt>
                <c:pt idx="1003">
                  <c:v>44706</c:v>
                </c:pt>
                <c:pt idx="1004">
                  <c:v>44705</c:v>
                </c:pt>
                <c:pt idx="1005">
                  <c:v>44704</c:v>
                </c:pt>
                <c:pt idx="1006">
                  <c:v>44701</c:v>
                </c:pt>
                <c:pt idx="1007">
                  <c:v>44700</c:v>
                </c:pt>
                <c:pt idx="1008">
                  <c:v>44699</c:v>
                </c:pt>
                <c:pt idx="1009">
                  <c:v>44698</c:v>
                </c:pt>
                <c:pt idx="1010">
                  <c:v>44697</c:v>
                </c:pt>
                <c:pt idx="1011">
                  <c:v>44694</c:v>
                </c:pt>
                <c:pt idx="1012">
                  <c:v>44693</c:v>
                </c:pt>
                <c:pt idx="1013">
                  <c:v>44692</c:v>
                </c:pt>
                <c:pt idx="1014">
                  <c:v>44691</c:v>
                </c:pt>
                <c:pt idx="1015">
                  <c:v>44687</c:v>
                </c:pt>
                <c:pt idx="1016">
                  <c:v>44686</c:v>
                </c:pt>
                <c:pt idx="1017">
                  <c:v>44685</c:v>
                </c:pt>
                <c:pt idx="1018">
                  <c:v>44684</c:v>
                </c:pt>
                <c:pt idx="1019">
                  <c:v>44680</c:v>
                </c:pt>
                <c:pt idx="1020">
                  <c:v>44679</c:v>
                </c:pt>
                <c:pt idx="1021">
                  <c:v>44678</c:v>
                </c:pt>
                <c:pt idx="1022">
                  <c:v>44677</c:v>
                </c:pt>
                <c:pt idx="1023">
                  <c:v>44676</c:v>
                </c:pt>
                <c:pt idx="1024">
                  <c:v>44673</c:v>
                </c:pt>
                <c:pt idx="1025">
                  <c:v>44672</c:v>
                </c:pt>
                <c:pt idx="1026">
                  <c:v>44671</c:v>
                </c:pt>
                <c:pt idx="1027">
                  <c:v>44670</c:v>
                </c:pt>
                <c:pt idx="1028">
                  <c:v>44665</c:v>
                </c:pt>
                <c:pt idx="1029">
                  <c:v>44664</c:v>
                </c:pt>
                <c:pt idx="1030">
                  <c:v>44663</c:v>
                </c:pt>
                <c:pt idx="1031">
                  <c:v>44662</c:v>
                </c:pt>
                <c:pt idx="1032">
                  <c:v>44659</c:v>
                </c:pt>
                <c:pt idx="1033">
                  <c:v>44658</c:v>
                </c:pt>
                <c:pt idx="1034">
                  <c:v>44657</c:v>
                </c:pt>
                <c:pt idx="1035">
                  <c:v>44655</c:v>
                </c:pt>
                <c:pt idx="1036">
                  <c:v>44652</c:v>
                </c:pt>
                <c:pt idx="1037">
                  <c:v>44651</c:v>
                </c:pt>
                <c:pt idx="1038">
                  <c:v>44650</c:v>
                </c:pt>
                <c:pt idx="1039">
                  <c:v>44649</c:v>
                </c:pt>
                <c:pt idx="1040">
                  <c:v>44648</c:v>
                </c:pt>
                <c:pt idx="1041">
                  <c:v>44645</c:v>
                </c:pt>
                <c:pt idx="1042">
                  <c:v>44644</c:v>
                </c:pt>
                <c:pt idx="1043">
                  <c:v>44643</c:v>
                </c:pt>
                <c:pt idx="1044">
                  <c:v>44642</c:v>
                </c:pt>
                <c:pt idx="1045">
                  <c:v>44641</c:v>
                </c:pt>
                <c:pt idx="1046">
                  <c:v>44638</c:v>
                </c:pt>
                <c:pt idx="1047">
                  <c:v>44637</c:v>
                </c:pt>
                <c:pt idx="1048">
                  <c:v>44636</c:v>
                </c:pt>
                <c:pt idx="1049">
                  <c:v>44635</c:v>
                </c:pt>
                <c:pt idx="1050">
                  <c:v>44634</c:v>
                </c:pt>
                <c:pt idx="1051">
                  <c:v>44631</c:v>
                </c:pt>
                <c:pt idx="1052">
                  <c:v>44630</c:v>
                </c:pt>
                <c:pt idx="1053">
                  <c:v>44629</c:v>
                </c:pt>
                <c:pt idx="1054">
                  <c:v>44628</c:v>
                </c:pt>
                <c:pt idx="1055">
                  <c:v>44627</c:v>
                </c:pt>
                <c:pt idx="1056">
                  <c:v>44624</c:v>
                </c:pt>
                <c:pt idx="1057">
                  <c:v>44623</c:v>
                </c:pt>
                <c:pt idx="1058">
                  <c:v>44622</c:v>
                </c:pt>
                <c:pt idx="1059">
                  <c:v>44621</c:v>
                </c:pt>
                <c:pt idx="1060">
                  <c:v>44620</c:v>
                </c:pt>
                <c:pt idx="1061">
                  <c:v>44617</c:v>
                </c:pt>
                <c:pt idx="1062">
                  <c:v>44616</c:v>
                </c:pt>
                <c:pt idx="1063">
                  <c:v>44615</c:v>
                </c:pt>
                <c:pt idx="1064">
                  <c:v>44614</c:v>
                </c:pt>
                <c:pt idx="1065">
                  <c:v>44613</c:v>
                </c:pt>
                <c:pt idx="1066">
                  <c:v>44610</c:v>
                </c:pt>
                <c:pt idx="1067">
                  <c:v>44609</c:v>
                </c:pt>
                <c:pt idx="1068">
                  <c:v>44608</c:v>
                </c:pt>
                <c:pt idx="1069">
                  <c:v>44607</c:v>
                </c:pt>
                <c:pt idx="1070">
                  <c:v>44606</c:v>
                </c:pt>
                <c:pt idx="1071">
                  <c:v>44603</c:v>
                </c:pt>
                <c:pt idx="1072">
                  <c:v>44602</c:v>
                </c:pt>
                <c:pt idx="1073">
                  <c:v>44601</c:v>
                </c:pt>
                <c:pt idx="1074">
                  <c:v>44600</c:v>
                </c:pt>
                <c:pt idx="1075">
                  <c:v>44599</c:v>
                </c:pt>
                <c:pt idx="1076">
                  <c:v>44596</c:v>
                </c:pt>
                <c:pt idx="1077">
                  <c:v>44592</c:v>
                </c:pt>
                <c:pt idx="1078">
                  <c:v>44589</c:v>
                </c:pt>
                <c:pt idx="1079">
                  <c:v>44588</c:v>
                </c:pt>
                <c:pt idx="1080">
                  <c:v>44587</c:v>
                </c:pt>
                <c:pt idx="1081">
                  <c:v>44586</c:v>
                </c:pt>
                <c:pt idx="1082">
                  <c:v>44585</c:v>
                </c:pt>
                <c:pt idx="1083">
                  <c:v>44582</c:v>
                </c:pt>
                <c:pt idx="1084">
                  <c:v>44581</c:v>
                </c:pt>
                <c:pt idx="1085">
                  <c:v>44580</c:v>
                </c:pt>
                <c:pt idx="1086">
                  <c:v>44579</c:v>
                </c:pt>
                <c:pt idx="1087">
                  <c:v>44578</c:v>
                </c:pt>
                <c:pt idx="1088">
                  <c:v>44575</c:v>
                </c:pt>
                <c:pt idx="1089">
                  <c:v>44574</c:v>
                </c:pt>
                <c:pt idx="1090">
                  <c:v>44573</c:v>
                </c:pt>
                <c:pt idx="1091">
                  <c:v>44572</c:v>
                </c:pt>
                <c:pt idx="1092">
                  <c:v>44571</c:v>
                </c:pt>
                <c:pt idx="1093">
                  <c:v>44568</c:v>
                </c:pt>
                <c:pt idx="1094">
                  <c:v>44567</c:v>
                </c:pt>
                <c:pt idx="1095">
                  <c:v>44566</c:v>
                </c:pt>
                <c:pt idx="1096">
                  <c:v>44565</c:v>
                </c:pt>
                <c:pt idx="1097">
                  <c:v>44564</c:v>
                </c:pt>
                <c:pt idx="1098">
                  <c:v>44561</c:v>
                </c:pt>
                <c:pt idx="1099">
                  <c:v>44560</c:v>
                </c:pt>
                <c:pt idx="1100">
                  <c:v>44559</c:v>
                </c:pt>
                <c:pt idx="1101">
                  <c:v>44558</c:v>
                </c:pt>
                <c:pt idx="1102">
                  <c:v>44554</c:v>
                </c:pt>
                <c:pt idx="1103">
                  <c:v>44553</c:v>
                </c:pt>
                <c:pt idx="1104">
                  <c:v>44552</c:v>
                </c:pt>
                <c:pt idx="1105">
                  <c:v>44551</c:v>
                </c:pt>
                <c:pt idx="1106">
                  <c:v>44550</c:v>
                </c:pt>
                <c:pt idx="1107">
                  <c:v>44547</c:v>
                </c:pt>
                <c:pt idx="1108">
                  <c:v>44546</c:v>
                </c:pt>
                <c:pt idx="1109">
                  <c:v>44545</c:v>
                </c:pt>
                <c:pt idx="1110">
                  <c:v>44544</c:v>
                </c:pt>
                <c:pt idx="1111">
                  <c:v>44543</c:v>
                </c:pt>
                <c:pt idx="1112">
                  <c:v>44540</c:v>
                </c:pt>
                <c:pt idx="1113">
                  <c:v>44539</c:v>
                </c:pt>
                <c:pt idx="1114">
                  <c:v>44538</c:v>
                </c:pt>
                <c:pt idx="1115">
                  <c:v>44537</c:v>
                </c:pt>
                <c:pt idx="1116">
                  <c:v>44536</c:v>
                </c:pt>
                <c:pt idx="1117">
                  <c:v>44533</c:v>
                </c:pt>
                <c:pt idx="1118">
                  <c:v>44532</c:v>
                </c:pt>
                <c:pt idx="1119">
                  <c:v>44531</c:v>
                </c:pt>
                <c:pt idx="1120">
                  <c:v>44530</c:v>
                </c:pt>
                <c:pt idx="1121">
                  <c:v>44529</c:v>
                </c:pt>
                <c:pt idx="1122">
                  <c:v>44526</c:v>
                </c:pt>
                <c:pt idx="1123">
                  <c:v>44525</c:v>
                </c:pt>
                <c:pt idx="1124">
                  <c:v>44524</c:v>
                </c:pt>
                <c:pt idx="1125">
                  <c:v>44523</c:v>
                </c:pt>
                <c:pt idx="1126">
                  <c:v>44522</c:v>
                </c:pt>
                <c:pt idx="1127">
                  <c:v>44519</c:v>
                </c:pt>
                <c:pt idx="1128">
                  <c:v>44518</c:v>
                </c:pt>
                <c:pt idx="1129">
                  <c:v>44517</c:v>
                </c:pt>
                <c:pt idx="1130">
                  <c:v>44516</c:v>
                </c:pt>
                <c:pt idx="1131">
                  <c:v>44515</c:v>
                </c:pt>
                <c:pt idx="1132">
                  <c:v>44512</c:v>
                </c:pt>
                <c:pt idx="1133">
                  <c:v>44511</c:v>
                </c:pt>
                <c:pt idx="1134">
                  <c:v>44510</c:v>
                </c:pt>
                <c:pt idx="1135">
                  <c:v>44509</c:v>
                </c:pt>
                <c:pt idx="1136">
                  <c:v>44508</c:v>
                </c:pt>
                <c:pt idx="1137">
                  <c:v>44505</c:v>
                </c:pt>
                <c:pt idx="1138">
                  <c:v>44504</c:v>
                </c:pt>
                <c:pt idx="1139">
                  <c:v>44503</c:v>
                </c:pt>
                <c:pt idx="1140">
                  <c:v>44502</c:v>
                </c:pt>
                <c:pt idx="1141">
                  <c:v>44501</c:v>
                </c:pt>
                <c:pt idx="1142">
                  <c:v>44498</c:v>
                </c:pt>
                <c:pt idx="1143">
                  <c:v>44497</c:v>
                </c:pt>
                <c:pt idx="1144">
                  <c:v>44496</c:v>
                </c:pt>
                <c:pt idx="1145">
                  <c:v>44495</c:v>
                </c:pt>
                <c:pt idx="1146">
                  <c:v>44494</c:v>
                </c:pt>
                <c:pt idx="1147">
                  <c:v>44491</c:v>
                </c:pt>
                <c:pt idx="1148">
                  <c:v>44490</c:v>
                </c:pt>
                <c:pt idx="1149">
                  <c:v>44489</c:v>
                </c:pt>
                <c:pt idx="1150">
                  <c:v>44488</c:v>
                </c:pt>
                <c:pt idx="1151">
                  <c:v>44487</c:v>
                </c:pt>
                <c:pt idx="1152">
                  <c:v>44484</c:v>
                </c:pt>
                <c:pt idx="1153">
                  <c:v>44481</c:v>
                </c:pt>
                <c:pt idx="1154">
                  <c:v>44480</c:v>
                </c:pt>
                <c:pt idx="1155">
                  <c:v>44477</c:v>
                </c:pt>
                <c:pt idx="1156">
                  <c:v>44476</c:v>
                </c:pt>
                <c:pt idx="1157">
                  <c:v>44475</c:v>
                </c:pt>
                <c:pt idx="1158">
                  <c:v>44474</c:v>
                </c:pt>
                <c:pt idx="1159">
                  <c:v>44473</c:v>
                </c:pt>
                <c:pt idx="1160">
                  <c:v>44469</c:v>
                </c:pt>
                <c:pt idx="1161">
                  <c:v>44468</c:v>
                </c:pt>
                <c:pt idx="1162">
                  <c:v>44467</c:v>
                </c:pt>
                <c:pt idx="1163">
                  <c:v>44466</c:v>
                </c:pt>
                <c:pt idx="1164">
                  <c:v>44463</c:v>
                </c:pt>
                <c:pt idx="1165">
                  <c:v>44462</c:v>
                </c:pt>
                <c:pt idx="1166">
                  <c:v>44460</c:v>
                </c:pt>
                <c:pt idx="1167">
                  <c:v>44459</c:v>
                </c:pt>
                <c:pt idx="1168">
                  <c:v>44456</c:v>
                </c:pt>
                <c:pt idx="1169">
                  <c:v>44455</c:v>
                </c:pt>
                <c:pt idx="1170">
                  <c:v>44454</c:v>
                </c:pt>
                <c:pt idx="1171">
                  <c:v>44453</c:v>
                </c:pt>
                <c:pt idx="1172">
                  <c:v>44452</c:v>
                </c:pt>
                <c:pt idx="1173">
                  <c:v>44449</c:v>
                </c:pt>
                <c:pt idx="1174">
                  <c:v>44448</c:v>
                </c:pt>
                <c:pt idx="1175">
                  <c:v>44447</c:v>
                </c:pt>
                <c:pt idx="1176">
                  <c:v>44446</c:v>
                </c:pt>
                <c:pt idx="1177">
                  <c:v>44445</c:v>
                </c:pt>
                <c:pt idx="1178">
                  <c:v>44442</c:v>
                </c:pt>
                <c:pt idx="1179">
                  <c:v>44441</c:v>
                </c:pt>
                <c:pt idx="1180">
                  <c:v>44440</c:v>
                </c:pt>
                <c:pt idx="1181">
                  <c:v>44439</c:v>
                </c:pt>
                <c:pt idx="1182">
                  <c:v>44438</c:v>
                </c:pt>
                <c:pt idx="1183">
                  <c:v>44435</c:v>
                </c:pt>
                <c:pt idx="1184">
                  <c:v>44434</c:v>
                </c:pt>
                <c:pt idx="1185">
                  <c:v>44433</c:v>
                </c:pt>
                <c:pt idx="1186">
                  <c:v>44432</c:v>
                </c:pt>
                <c:pt idx="1187">
                  <c:v>44431</c:v>
                </c:pt>
                <c:pt idx="1188">
                  <c:v>44428</c:v>
                </c:pt>
                <c:pt idx="1189">
                  <c:v>44427</c:v>
                </c:pt>
                <c:pt idx="1190">
                  <c:v>44426</c:v>
                </c:pt>
                <c:pt idx="1191">
                  <c:v>44425</c:v>
                </c:pt>
                <c:pt idx="1192">
                  <c:v>44424</c:v>
                </c:pt>
                <c:pt idx="1193">
                  <c:v>44421</c:v>
                </c:pt>
                <c:pt idx="1194">
                  <c:v>44420</c:v>
                </c:pt>
                <c:pt idx="1195">
                  <c:v>44419</c:v>
                </c:pt>
                <c:pt idx="1196">
                  <c:v>44418</c:v>
                </c:pt>
                <c:pt idx="1197">
                  <c:v>44417</c:v>
                </c:pt>
                <c:pt idx="1198">
                  <c:v>44414</c:v>
                </c:pt>
                <c:pt idx="1199">
                  <c:v>44413</c:v>
                </c:pt>
                <c:pt idx="1200">
                  <c:v>44412</c:v>
                </c:pt>
                <c:pt idx="1201">
                  <c:v>44411</c:v>
                </c:pt>
                <c:pt idx="1202">
                  <c:v>44410</c:v>
                </c:pt>
                <c:pt idx="1203">
                  <c:v>44407</c:v>
                </c:pt>
                <c:pt idx="1204">
                  <c:v>44406</c:v>
                </c:pt>
                <c:pt idx="1205">
                  <c:v>44405</c:v>
                </c:pt>
                <c:pt idx="1206">
                  <c:v>44404</c:v>
                </c:pt>
                <c:pt idx="1207">
                  <c:v>44403</c:v>
                </c:pt>
                <c:pt idx="1208">
                  <c:v>44400</c:v>
                </c:pt>
                <c:pt idx="1209">
                  <c:v>44399</c:v>
                </c:pt>
                <c:pt idx="1210">
                  <c:v>44398</c:v>
                </c:pt>
                <c:pt idx="1211">
                  <c:v>44397</c:v>
                </c:pt>
                <c:pt idx="1212">
                  <c:v>44396</c:v>
                </c:pt>
                <c:pt idx="1213">
                  <c:v>44393</c:v>
                </c:pt>
                <c:pt idx="1214">
                  <c:v>44392</c:v>
                </c:pt>
                <c:pt idx="1215">
                  <c:v>44391</c:v>
                </c:pt>
                <c:pt idx="1216">
                  <c:v>44390</c:v>
                </c:pt>
                <c:pt idx="1217">
                  <c:v>44389</c:v>
                </c:pt>
                <c:pt idx="1218">
                  <c:v>44386</c:v>
                </c:pt>
                <c:pt idx="1219">
                  <c:v>44385</c:v>
                </c:pt>
                <c:pt idx="1220">
                  <c:v>44384</c:v>
                </c:pt>
                <c:pt idx="1221">
                  <c:v>44383</c:v>
                </c:pt>
                <c:pt idx="1222">
                  <c:v>44382</c:v>
                </c:pt>
                <c:pt idx="1223">
                  <c:v>44379</c:v>
                </c:pt>
                <c:pt idx="1224">
                  <c:v>44377</c:v>
                </c:pt>
                <c:pt idx="1225">
                  <c:v>44376</c:v>
                </c:pt>
                <c:pt idx="1226">
                  <c:v>44375</c:v>
                </c:pt>
                <c:pt idx="1227">
                  <c:v>44372</c:v>
                </c:pt>
                <c:pt idx="1228">
                  <c:v>44371</c:v>
                </c:pt>
                <c:pt idx="1229">
                  <c:v>44370</c:v>
                </c:pt>
                <c:pt idx="1230">
                  <c:v>44369</c:v>
                </c:pt>
                <c:pt idx="1231">
                  <c:v>44368</c:v>
                </c:pt>
                <c:pt idx="1232">
                  <c:v>44365</c:v>
                </c:pt>
                <c:pt idx="1233">
                  <c:v>44364</c:v>
                </c:pt>
                <c:pt idx="1234">
                  <c:v>44363</c:v>
                </c:pt>
                <c:pt idx="1235">
                  <c:v>44362</c:v>
                </c:pt>
                <c:pt idx="1236">
                  <c:v>44358</c:v>
                </c:pt>
                <c:pt idx="1237">
                  <c:v>44357</c:v>
                </c:pt>
                <c:pt idx="1238">
                  <c:v>44356</c:v>
                </c:pt>
                <c:pt idx="1239">
                  <c:v>44355</c:v>
                </c:pt>
                <c:pt idx="1240">
                  <c:v>44354</c:v>
                </c:pt>
                <c:pt idx="1241">
                  <c:v>44351</c:v>
                </c:pt>
                <c:pt idx="1242">
                  <c:v>44350</c:v>
                </c:pt>
                <c:pt idx="1243">
                  <c:v>44349</c:v>
                </c:pt>
                <c:pt idx="1244">
                  <c:v>44348</c:v>
                </c:pt>
                <c:pt idx="1245">
                  <c:v>44347</c:v>
                </c:pt>
                <c:pt idx="1246">
                  <c:v>44344</c:v>
                </c:pt>
                <c:pt idx="1247">
                  <c:v>44343</c:v>
                </c:pt>
                <c:pt idx="1248">
                  <c:v>44342</c:v>
                </c:pt>
                <c:pt idx="1249">
                  <c:v>44341</c:v>
                </c:pt>
                <c:pt idx="1250">
                  <c:v>44340</c:v>
                </c:pt>
                <c:pt idx="1251">
                  <c:v>44337</c:v>
                </c:pt>
                <c:pt idx="1252">
                  <c:v>44336</c:v>
                </c:pt>
                <c:pt idx="1253">
                  <c:v>44334</c:v>
                </c:pt>
                <c:pt idx="1254">
                  <c:v>44333</c:v>
                </c:pt>
                <c:pt idx="1255">
                  <c:v>44330</c:v>
                </c:pt>
                <c:pt idx="1256">
                  <c:v>44329</c:v>
                </c:pt>
                <c:pt idx="1257">
                  <c:v>44328</c:v>
                </c:pt>
                <c:pt idx="1258">
                  <c:v>44327</c:v>
                </c:pt>
                <c:pt idx="1259">
                  <c:v>44326</c:v>
                </c:pt>
                <c:pt idx="1260">
                  <c:v>44323</c:v>
                </c:pt>
                <c:pt idx="1261">
                  <c:v>44322</c:v>
                </c:pt>
                <c:pt idx="1262">
                  <c:v>44321</c:v>
                </c:pt>
                <c:pt idx="1263">
                  <c:v>44320</c:v>
                </c:pt>
                <c:pt idx="1264">
                  <c:v>44319</c:v>
                </c:pt>
                <c:pt idx="1265">
                  <c:v>44316</c:v>
                </c:pt>
                <c:pt idx="1266">
                  <c:v>44315</c:v>
                </c:pt>
                <c:pt idx="1267">
                  <c:v>44314</c:v>
                </c:pt>
                <c:pt idx="1268">
                  <c:v>44313</c:v>
                </c:pt>
                <c:pt idx="1269">
                  <c:v>44312</c:v>
                </c:pt>
                <c:pt idx="1270">
                  <c:v>44309</c:v>
                </c:pt>
                <c:pt idx="1271">
                  <c:v>44308</c:v>
                </c:pt>
                <c:pt idx="1272">
                  <c:v>44307</c:v>
                </c:pt>
                <c:pt idx="1273">
                  <c:v>44306</c:v>
                </c:pt>
                <c:pt idx="1274">
                  <c:v>44305</c:v>
                </c:pt>
                <c:pt idx="1275">
                  <c:v>44302</c:v>
                </c:pt>
                <c:pt idx="1276">
                  <c:v>44301</c:v>
                </c:pt>
                <c:pt idx="1277">
                  <c:v>44300</c:v>
                </c:pt>
                <c:pt idx="1278">
                  <c:v>44299</c:v>
                </c:pt>
                <c:pt idx="1279">
                  <c:v>44298</c:v>
                </c:pt>
                <c:pt idx="1280">
                  <c:v>44295</c:v>
                </c:pt>
                <c:pt idx="1281">
                  <c:v>44294</c:v>
                </c:pt>
                <c:pt idx="1282">
                  <c:v>44293</c:v>
                </c:pt>
                <c:pt idx="1283">
                  <c:v>44287</c:v>
                </c:pt>
                <c:pt idx="1284">
                  <c:v>44286</c:v>
                </c:pt>
                <c:pt idx="1285">
                  <c:v>44285</c:v>
                </c:pt>
                <c:pt idx="1286">
                  <c:v>44284</c:v>
                </c:pt>
                <c:pt idx="1287">
                  <c:v>44281</c:v>
                </c:pt>
                <c:pt idx="1288">
                  <c:v>44280</c:v>
                </c:pt>
                <c:pt idx="1289">
                  <c:v>44279</c:v>
                </c:pt>
                <c:pt idx="1290">
                  <c:v>44278</c:v>
                </c:pt>
                <c:pt idx="1291">
                  <c:v>44277</c:v>
                </c:pt>
                <c:pt idx="1292">
                  <c:v>44274</c:v>
                </c:pt>
                <c:pt idx="1293">
                  <c:v>44273</c:v>
                </c:pt>
                <c:pt idx="1294">
                  <c:v>44272</c:v>
                </c:pt>
                <c:pt idx="1295">
                  <c:v>44271</c:v>
                </c:pt>
                <c:pt idx="1296">
                  <c:v>44270</c:v>
                </c:pt>
                <c:pt idx="1297">
                  <c:v>44267</c:v>
                </c:pt>
                <c:pt idx="1298">
                  <c:v>44266</c:v>
                </c:pt>
                <c:pt idx="1299">
                  <c:v>44265</c:v>
                </c:pt>
                <c:pt idx="1300">
                  <c:v>44264</c:v>
                </c:pt>
                <c:pt idx="1301">
                  <c:v>44263</c:v>
                </c:pt>
                <c:pt idx="1302">
                  <c:v>44260</c:v>
                </c:pt>
                <c:pt idx="1303">
                  <c:v>44259</c:v>
                </c:pt>
                <c:pt idx="1304">
                  <c:v>44258</c:v>
                </c:pt>
                <c:pt idx="1305">
                  <c:v>44257</c:v>
                </c:pt>
                <c:pt idx="1306">
                  <c:v>44256</c:v>
                </c:pt>
                <c:pt idx="1307">
                  <c:v>44253</c:v>
                </c:pt>
                <c:pt idx="1308">
                  <c:v>44252</c:v>
                </c:pt>
                <c:pt idx="1309">
                  <c:v>44251</c:v>
                </c:pt>
                <c:pt idx="1310">
                  <c:v>44250</c:v>
                </c:pt>
                <c:pt idx="1311">
                  <c:v>44249</c:v>
                </c:pt>
                <c:pt idx="1312">
                  <c:v>44246</c:v>
                </c:pt>
                <c:pt idx="1313">
                  <c:v>44245</c:v>
                </c:pt>
                <c:pt idx="1314">
                  <c:v>44244</c:v>
                </c:pt>
                <c:pt idx="1315">
                  <c:v>44243</c:v>
                </c:pt>
                <c:pt idx="1316">
                  <c:v>44238</c:v>
                </c:pt>
                <c:pt idx="1317">
                  <c:v>44237</c:v>
                </c:pt>
                <c:pt idx="1318">
                  <c:v>44236</c:v>
                </c:pt>
                <c:pt idx="1319">
                  <c:v>44235</c:v>
                </c:pt>
                <c:pt idx="1320">
                  <c:v>44232</c:v>
                </c:pt>
                <c:pt idx="1321">
                  <c:v>44231</c:v>
                </c:pt>
                <c:pt idx="1322">
                  <c:v>44230</c:v>
                </c:pt>
                <c:pt idx="1323">
                  <c:v>44229</c:v>
                </c:pt>
                <c:pt idx="1324">
                  <c:v>44228</c:v>
                </c:pt>
                <c:pt idx="1325">
                  <c:v>44225</c:v>
                </c:pt>
                <c:pt idx="1326">
                  <c:v>44224</c:v>
                </c:pt>
                <c:pt idx="1327">
                  <c:v>44223</c:v>
                </c:pt>
                <c:pt idx="1328">
                  <c:v>44222</c:v>
                </c:pt>
                <c:pt idx="1329">
                  <c:v>44221</c:v>
                </c:pt>
                <c:pt idx="1330">
                  <c:v>44218</c:v>
                </c:pt>
                <c:pt idx="1331">
                  <c:v>44217</c:v>
                </c:pt>
                <c:pt idx="1332">
                  <c:v>44216</c:v>
                </c:pt>
                <c:pt idx="1333">
                  <c:v>44215</c:v>
                </c:pt>
                <c:pt idx="1334">
                  <c:v>44214</c:v>
                </c:pt>
                <c:pt idx="1335">
                  <c:v>44211</c:v>
                </c:pt>
                <c:pt idx="1336">
                  <c:v>44210</c:v>
                </c:pt>
                <c:pt idx="1337">
                  <c:v>44209</c:v>
                </c:pt>
                <c:pt idx="1338">
                  <c:v>44208</c:v>
                </c:pt>
                <c:pt idx="1339">
                  <c:v>44207</c:v>
                </c:pt>
                <c:pt idx="1340">
                  <c:v>44204</c:v>
                </c:pt>
                <c:pt idx="1341">
                  <c:v>44203</c:v>
                </c:pt>
                <c:pt idx="1342">
                  <c:v>44202</c:v>
                </c:pt>
                <c:pt idx="1343">
                  <c:v>44201</c:v>
                </c:pt>
                <c:pt idx="1344">
                  <c:v>44200</c:v>
                </c:pt>
                <c:pt idx="1345">
                  <c:v>44196</c:v>
                </c:pt>
                <c:pt idx="1346">
                  <c:v>44195</c:v>
                </c:pt>
                <c:pt idx="1347">
                  <c:v>44194</c:v>
                </c:pt>
                <c:pt idx="1348">
                  <c:v>44193</c:v>
                </c:pt>
                <c:pt idx="1349">
                  <c:v>44189</c:v>
                </c:pt>
                <c:pt idx="1350">
                  <c:v>44188</c:v>
                </c:pt>
                <c:pt idx="1351">
                  <c:v>44187</c:v>
                </c:pt>
                <c:pt idx="1352">
                  <c:v>44186</c:v>
                </c:pt>
                <c:pt idx="1353">
                  <c:v>44183</c:v>
                </c:pt>
                <c:pt idx="1354">
                  <c:v>44182</c:v>
                </c:pt>
                <c:pt idx="1355">
                  <c:v>44181</c:v>
                </c:pt>
                <c:pt idx="1356">
                  <c:v>44180</c:v>
                </c:pt>
                <c:pt idx="1357">
                  <c:v>44179</c:v>
                </c:pt>
                <c:pt idx="1358">
                  <c:v>44176</c:v>
                </c:pt>
                <c:pt idx="1359">
                  <c:v>44175</c:v>
                </c:pt>
                <c:pt idx="1360">
                  <c:v>44174</c:v>
                </c:pt>
                <c:pt idx="1361">
                  <c:v>44173</c:v>
                </c:pt>
                <c:pt idx="1362">
                  <c:v>44172</c:v>
                </c:pt>
                <c:pt idx="1363">
                  <c:v>44169</c:v>
                </c:pt>
                <c:pt idx="1364">
                  <c:v>44168</c:v>
                </c:pt>
                <c:pt idx="1365">
                  <c:v>44167</c:v>
                </c:pt>
                <c:pt idx="1366">
                  <c:v>44166</c:v>
                </c:pt>
                <c:pt idx="1367">
                  <c:v>44165</c:v>
                </c:pt>
                <c:pt idx="1368">
                  <c:v>44162</c:v>
                </c:pt>
                <c:pt idx="1369">
                  <c:v>44161</c:v>
                </c:pt>
                <c:pt idx="1370">
                  <c:v>44160</c:v>
                </c:pt>
                <c:pt idx="1371">
                  <c:v>44159</c:v>
                </c:pt>
                <c:pt idx="1372">
                  <c:v>44158</c:v>
                </c:pt>
                <c:pt idx="1373">
                  <c:v>44155</c:v>
                </c:pt>
                <c:pt idx="1374">
                  <c:v>44154</c:v>
                </c:pt>
                <c:pt idx="1375">
                  <c:v>44153</c:v>
                </c:pt>
                <c:pt idx="1376">
                  <c:v>44152</c:v>
                </c:pt>
                <c:pt idx="1377">
                  <c:v>44151</c:v>
                </c:pt>
                <c:pt idx="1378">
                  <c:v>44148</c:v>
                </c:pt>
                <c:pt idx="1379">
                  <c:v>44147</c:v>
                </c:pt>
                <c:pt idx="1380">
                  <c:v>44146</c:v>
                </c:pt>
                <c:pt idx="1381">
                  <c:v>44145</c:v>
                </c:pt>
                <c:pt idx="1382">
                  <c:v>44144</c:v>
                </c:pt>
                <c:pt idx="1383">
                  <c:v>44141</c:v>
                </c:pt>
                <c:pt idx="1384">
                  <c:v>44140</c:v>
                </c:pt>
                <c:pt idx="1385">
                  <c:v>44139</c:v>
                </c:pt>
                <c:pt idx="1386">
                  <c:v>44138</c:v>
                </c:pt>
                <c:pt idx="1387">
                  <c:v>44137</c:v>
                </c:pt>
                <c:pt idx="1388">
                  <c:v>44134</c:v>
                </c:pt>
                <c:pt idx="1389">
                  <c:v>44133</c:v>
                </c:pt>
                <c:pt idx="1390">
                  <c:v>44132</c:v>
                </c:pt>
                <c:pt idx="1391">
                  <c:v>44131</c:v>
                </c:pt>
                <c:pt idx="1392">
                  <c:v>44127</c:v>
                </c:pt>
                <c:pt idx="1393">
                  <c:v>44126</c:v>
                </c:pt>
                <c:pt idx="1394">
                  <c:v>44125</c:v>
                </c:pt>
                <c:pt idx="1395">
                  <c:v>44124</c:v>
                </c:pt>
                <c:pt idx="1396">
                  <c:v>44123</c:v>
                </c:pt>
                <c:pt idx="1397">
                  <c:v>44120</c:v>
                </c:pt>
                <c:pt idx="1398">
                  <c:v>44119</c:v>
                </c:pt>
                <c:pt idx="1399">
                  <c:v>44118</c:v>
                </c:pt>
                <c:pt idx="1400">
                  <c:v>44116</c:v>
                </c:pt>
                <c:pt idx="1401">
                  <c:v>44113</c:v>
                </c:pt>
                <c:pt idx="1402">
                  <c:v>44112</c:v>
                </c:pt>
                <c:pt idx="1403">
                  <c:v>44111</c:v>
                </c:pt>
                <c:pt idx="1404">
                  <c:v>44110</c:v>
                </c:pt>
                <c:pt idx="1405">
                  <c:v>44109</c:v>
                </c:pt>
                <c:pt idx="1406">
                  <c:v>44104</c:v>
                </c:pt>
                <c:pt idx="1407">
                  <c:v>44103</c:v>
                </c:pt>
                <c:pt idx="1408">
                  <c:v>44102</c:v>
                </c:pt>
                <c:pt idx="1409">
                  <c:v>44099</c:v>
                </c:pt>
                <c:pt idx="1410">
                  <c:v>44098</c:v>
                </c:pt>
                <c:pt idx="1411">
                  <c:v>44097</c:v>
                </c:pt>
                <c:pt idx="1412">
                  <c:v>44096</c:v>
                </c:pt>
                <c:pt idx="1413">
                  <c:v>44095</c:v>
                </c:pt>
                <c:pt idx="1414">
                  <c:v>44092</c:v>
                </c:pt>
                <c:pt idx="1415">
                  <c:v>44091</c:v>
                </c:pt>
                <c:pt idx="1416">
                  <c:v>44090</c:v>
                </c:pt>
                <c:pt idx="1417">
                  <c:v>44089</c:v>
                </c:pt>
                <c:pt idx="1418">
                  <c:v>44088</c:v>
                </c:pt>
                <c:pt idx="1419">
                  <c:v>44085</c:v>
                </c:pt>
                <c:pt idx="1420">
                  <c:v>44084</c:v>
                </c:pt>
                <c:pt idx="1421">
                  <c:v>44083</c:v>
                </c:pt>
                <c:pt idx="1422">
                  <c:v>44082</c:v>
                </c:pt>
                <c:pt idx="1423">
                  <c:v>44081</c:v>
                </c:pt>
                <c:pt idx="1424">
                  <c:v>44078</c:v>
                </c:pt>
                <c:pt idx="1425">
                  <c:v>44077</c:v>
                </c:pt>
                <c:pt idx="1426">
                  <c:v>44076</c:v>
                </c:pt>
                <c:pt idx="1427">
                  <c:v>44075</c:v>
                </c:pt>
                <c:pt idx="1428">
                  <c:v>44074</c:v>
                </c:pt>
                <c:pt idx="1429">
                  <c:v>44071</c:v>
                </c:pt>
                <c:pt idx="1430">
                  <c:v>44070</c:v>
                </c:pt>
                <c:pt idx="1431">
                  <c:v>44069</c:v>
                </c:pt>
                <c:pt idx="1432">
                  <c:v>44068</c:v>
                </c:pt>
                <c:pt idx="1433">
                  <c:v>44067</c:v>
                </c:pt>
                <c:pt idx="1434">
                  <c:v>44064</c:v>
                </c:pt>
                <c:pt idx="1435">
                  <c:v>44063</c:v>
                </c:pt>
                <c:pt idx="1436">
                  <c:v>44062</c:v>
                </c:pt>
                <c:pt idx="1437">
                  <c:v>44061</c:v>
                </c:pt>
                <c:pt idx="1438">
                  <c:v>44060</c:v>
                </c:pt>
                <c:pt idx="1439">
                  <c:v>44057</c:v>
                </c:pt>
                <c:pt idx="1440">
                  <c:v>44056</c:v>
                </c:pt>
                <c:pt idx="1441">
                  <c:v>44055</c:v>
                </c:pt>
                <c:pt idx="1442">
                  <c:v>44054</c:v>
                </c:pt>
                <c:pt idx="1443">
                  <c:v>44053</c:v>
                </c:pt>
                <c:pt idx="1444">
                  <c:v>44050</c:v>
                </c:pt>
                <c:pt idx="1445">
                  <c:v>44049</c:v>
                </c:pt>
                <c:pt idx="1446">
                  <c:v>44048</c:v>
                </c:pt>
                <c:pt idx="1447">
                  <c:v>44047</c:v>
                </c:pt>
                <c:pt idx="1448">
                  <c:v>44046</c:v>
                </c:pt>
                <c:pt idx="1449">
                  <c:v>44043</c:v>
                </c:pt>
                <c:pt idx="1450">
                  <c:v>44042</c:v>
                </c:pt>
                <c:pt idx="1451">
                  <c:v>44041</c:v>
                </c:pt>
                <c:pt idx="1452">
                  <c:v>44040</c:v>
                </c:pt>
                <c:pt idx="1453">
                  <c:v>44039</c:v>
                </c:pt>
                <c:pt idx="1454">
                  <c:v>44036</c:v>
                </c:pt>
                <c:pt idx="1455">
                  <c:v>44035</c:v>
                </c:pt>
                <c:pt idx="1456">
                  <c:v>44034</c:v>
                </c:pt>
                <c:pt idx="1457">
                  <c:v>44033</c:v>
                </c:pt>
                <c:pt idx="1458">
                  <c:v>44032</c:v>
                </c:pt>
                <c:pt idx="1459">
                  <c:v>44029</c:v>
                </c:pt>
                <c:pt idx="1460">
                  <c:v>44028</c:v>
                </c:pt>
                <c:pt idx="1461">
                  <c:v>44027</c:v>
                </c:pt>
                <c:pt idx="1462">
                  <c:v>44026</c:v>
                </c:pt>
                <c:pt idx="1463">
                  <c:v>44025</c:v>
                </c:pt>
                <c:pt idx="1464">
                  <c:v>44022</c:v>
                </c:pt>
                <c:pt idx="1465">
                  <c:v>44021</c:v>
                </c:pt>
                <c:pt idx="1466">
                  <c:v>44020</c:v>
                </c:pt>
                <c:pt idx="1467">
                  <c:v>44019</c:v>
                </c:pt>
                <c:pt idx="1468">
                  <c:v>44018</c:v>
                </c:pt>
                <c:pt idx="1469">
                  <c:v>44015</c:v>
                </c:pt>
                <c:pt idx="1470">
                  <c:v>44014</c:v>
                </c:pt>
                <c:pt idx="1471">
                  <c:v>44012</c:v>
                </c:pt>
                <c:pt idx="1472">
                  <c:v>44011</c:v>
                </c:pt>
                <c:pt idx="1473">
                  <c:v>44008</c:v>
                </c:pt>
                <c:pt idx="1474">
                  <c:v>44006</c:v>
                </c:pt>
                <c:pt idx="1475">
                  <c:v>44005</c:v>
                </c:pt>
                <c:pt idx="1476">
                  <c:v>44004</c:v>
                </c:pt>
                <c:pt idx="1477">
                  <c:v>44001</c:v>
                </c:pt>
                <c:pt idx="1478">
                  <c:v>44000</c:v>
                </c:pt>
                <c:pt idx="1479">
                  <c:v>43999</c:v>
                </c:pt>
                <c:pt idx="1480">
                  <c:v>43998</c:v>
                </c:pt>
                <c:pt idx="1481">
                  <c:v>43997</c:v>
                </c:pt>
                <c:pt idx="1482">
                  <c:v>43994</c:v>
                </c:pt>
                <c:pt idx="1483">
                  <c:v>43993</c:v>
                </c:pt>
                <c:pt idx="1484">
                  <c:v>43992</c:v>
                </c:pt>
                <c:pt idx="1485">
                  <c:v>43991</c:v>
                </c:pt>
                <c:pt idx="1486">
                  <c:v>43990</c:v>
                </c:pt>
                <c:pt idx="1487">
                  <c:v>43987</c:v>
                </c:pt>
                <c:pt idx="1488">
                  <c:v>43986</c:v>
                </c:pt>
                <c:pt idx="1489">
                  <c:v>43985</c:v>
                </c:pt>
                <c:pt idx="1490">
                  <c:v>43984</c:v>
                </c:pt>
                <c:pt idx="1491">
                  <c:v>43983</c:v>
                </c:pt>
                <c:pt idx="1492">
                  <c:v>43980</c:v>
                </c:pt>
                <c:pt idx="1493">
                  <c:v>43979</c:v>
                </c:pt>
                <c:pt idx="1494">
                  <c:v>43978</c:v>
                </c:pt>
                <c:pt idx="1495">
                  <c:v>43977</c:v>
                </c:pt>
                <c:pt idx="1496">
                  <c:v>43976</c:v>
                </c:pt>
                <c:pt idx="1497">
                  <c:v>43973</c:v>
                </c:pt>
                <c:pt idx="1498">
                  <c:v>43972</c:v>
                </c:pt>
                <c:pt idx="1499">
                  <c:v>43971</c:v>
                </c:pt>
                <c:pt idx="1500">
                  <c:v>43970</c:v>
                </c:pt>
                <c:pt idx="1501">
                  <c:v>43969</c:v>
                </c:pt>
                <c:pt idx="1502">
                  <c:v>43966</c:v>
                </c:pt>
                <c:pt idx="1503">
                  <c:v>43965</c:v>
                </c:pt>
                <c:pt idx="1504">
                  <c:v>43964</c:v>
                </c:pt>
                <c:pt idx="1505">
                  <c:v>43963</c:v>
                </c:pt>
                <c:pt idx="1506">
                  <c:v>43962</c:v>
                </c:pt>
                <c:pt idx="1507">
                  <c:v>43959</c:v>
                </c:pt>
                <c:pt idx="1508">
                  <c:v>43958</c:v>
                </c:pt>
                <c:pt idx="1509">
                  <c:v>43957</c:v>
                </c:pt>
                <c:pt idx="1510">
                  <c:v>43956</c:v>
                </c:pt>
                <c:pt idx="1511">
                  <c:v>43955</c:v>
                </c:pt>
                <c:pt idx="1512">
                  <c:v>43950</c:v>
                </c:pt>
                <c:pt idx="1513">
                  <c:v>43949</c:v>
                </c:pt>
                <c:pt idx="1514">
                  <c:v>43948</c:v>
                </c:pt>
                <c:pt idx="1515">
                  <c:v>43945</c:v>
                </c:pt>
                <c:pt idx="1516">
                  <c:v>43944</c:v>
                </c:pt>
                <c:pt idx="1517">
                  <c:v>43943</c:v>
                </c:pt>
                <c:pt idx="1518">
                  <c:v>43942</c:v>
                </c:pt>
                <c:pt idx="1519">
                  <c:v>43941</c:v>
                </c:pt>
                <c:pt idx="1520">
                  <c:v>43938</c:v>
                </c:pt>
                <c:pt idx="1521">
                  <c:v>43937</c:v>
                </c:pt>
                <c:pt idx="1522">
                  <c:v>43936</c:v>
                </c:pt>
                <c:pt idx="1523">
                  <c:v>43935</c:v>
                </c:pt>
                <c:pt idx="1524">
                  <c:v>43930</c:v>
                </c:pt>
                <c:pt idx="1525">
                  <c:v>43929</c:v>
                </c:pt>
                <c:pt idx="1526">
                  <c:v>43928</c:v>
                </c:pt>
                <c:pt idx="1527">
                  <c:v>43927</c:v>
                </c:pt>
                <c:pt idx="1528">
                  <c:v>43924</c:v>
                </c:pt>
                <c:pt idx="1529">
                  <c:v>43923</c:v>
                </c:pt>
                <c:pt idx="1530">
                  <c:v>43922</c:v>
                </c:pt>
                <c:pt idx="1531">
                  <c:v>43921</c:v>
                </c:pt>
                <c:pt idx="1532">
                  <c:v>43920</c:v>
                </c:pt>
                <c:pt idx="1533">
                  <c:v>43917</c:v>
                </c:pt>
                <c:pt idx="1534">
                  <c:v>43916</c:v>
                </c:pt>
                <c:pt idx="1535">
                  <c:v>43915</c:v>
                </c:pt>
                <c:pt idx="1536">
                  <c:v>43914</c:v>
                </c:pt>
                <c:pt idx="1537">
                  <c:v>43913</c:v>
                </c:pt>
                <c:pt idx="1538">
                  <c:v>43910</c:v>
                </c:pt>
                <c:pt idx="1539">
                  <c:v>43909</c:v>
                </c:pt>
                <c:pt idx="1540">
                  <c:v>43908</c:v>
                </c:pt>
                <c:pt idx="1541">
                  <c:v>43907</c:v>
                </c:pt>
                <c:pt idx="1542">
                  <c:v>43906</c:v>
                </c:pt>
                <c:pt idx="1543">
                  <c:v>43903</c:v>
                </c:pt>
                <c:pt idx="1544">
                  <c:v>43902</c:v>
                </c:pt>
                <c:pt idx="1545">
                  <c:v>43901</c:v>
                </c:pt>
                <c:pt idx="1546">
                  <c:v>43900</c:v>
                </c:pt>
                <c:pt idx="1547">
                  <c:v>43899</c:v>
                </c:pt>
                <c:pt idx="1548">
                  <c:v>43896</c:v>
                </c:pt>
                <c:pt idx="1549">
                  <c:v>43895</c:v>
                </c:pt>
                <c:pt idx="1550">
                  <c:v>43894</c:v>
                </c:pt>
                <c:pt idx="1551">
                  <c:v>43893</c:v>
                </c:pt>
                <c:pt idx="1552">
                  <c:v>43892</c:v>
                </c:pt>
                <c:pt idx="1553">
                  <c:v>43889</c:v>
                </c:pt>
                <c:pt idx="1554">
                  <c:v>43888</c:v>
                </c:pt>
                <c:pt idx="1555">
                  <c:v>43887</c:v>
                </c:pt>
                <c:pt idx="1556">
                  <c:v>43886</c:v>
                </c:pt>
                <c:pt idx="1557">
                  <c:v>43885</c:v>
                </c:pt>
                <c:pt idx="1558">
                  <c:v>43882</c:v>
                </c:pt>
                <c:pt idx="1559">
                  <c:v>43881</c:v>
                </c:pt>
                <c:pt idx="1560">
                  <c:v>43880</c:v>
                </c:pt>
                <c:pt idx="1561">
                  <c:v>43879</c:v>
                </c:pt>
                <c:pt idx="1562">
                  <c:v>43878</c:v>
                </c:pt>
                <c:pt idx="1563">
                  <c:v>43875</c:v>
                </c:pt>
                <c:pt idx="1564">
                  <c:v>43874</c:v>
                </c:pt>
                <c:pt idx="1565">
                  <c:v>43873</c:v>
                </c:pt>
                <c:pt idx="1566">
                  <c:v>43872</c:v>
                </c:pt>
                <c:pt idx="1567">
                  <c:v>43871</c:v>
                </c:pt>
                <c:pt idx="1568">
                  <c:v>43868</c:v>
                </c:pt>
                <c:pt idx="1569">
                  <c:v>43867</c:v>
                </c:pt>
                <c:pt idx="1570">
                  <c:v>43866</c:v>
                </c:pt>
                <c:pt idx="1571">
                  <c:v>43865</c:v>
                </c:pt>
                <c:pt idx="1572">
                  <c:v>43864</c:v>
                </c:pt>
                <c:pt idx="1573">
                  <c:v>43861</c:v>
                </c:pt>
                <c:pt idx="1574">
                  <c:v>43860</c:v>
                </c:pt>
                <c:pt idx="1575">
                  <c:v>43859</c:v>
                </c:pt>
                <c:pt idx="1576">
                  <c:v>43854</c:v>
                </c:pt>
                <c:pt idx="1577">
                  <c:v>43853</c:v>
                </c:pt>
                <c:pt idx="1578">
                  <c:v>43852</c:v>
                </c:pt>
                <c:pt idx="1579">
                  <c:v>43851</c:v>
                </c:pt>
                <c:pt idx="1580">
                  <c:v>43850</c:v>
                </c:pt>
                <c:pt idx="1581">
                  <c:v>43847</c:v>
                </c:pt>
                <c:pt idx="1582">
                  <c:v>43846</c:v>
                </c:pt>
                <c:pt idx="1583">
                  <c:v>43845</c:v>
                </c:pt>
                <c:pt idx="1584">
                  <c:v>43844</c:v>
                </c:pt>
                <c:pt idx="1585">
                  <c:v>43843</c:v>
                </c:pt>
                <c:pt idx="1586">
                  <c:v>43840</c:v>
                </c:pt>
                <c:pt idx="1587">
                  <c:v>43839</c:v>
                </c:pt>
                <c:pt idx="1588">
                  <c:v>43838</c:v>
                </c:pt>
                <c:pt idx="1589">
                  <c:v>43837</c:v>
                </c:pt>
                <c:pt idx="1590">
                  <c:v>43836</c:v>
                </c:pt>
                <c:pt idx="1591">
                  <c:v>43833</c:v>
                </c:pt>
                <c:pt idx="1592">
                  <c:v>43832</c:v>
                </c:pt>
                <c:pt idx="1593">
                  <c:v>43830</c:v>
                </c:pt>
                <c:pt idx="1594">
                  <c:v>43829</c:v>
                </c:pt>
                <c:pt idx="1595">
                  <c:v>43826</c:v>
                </c:pt>
                <c:pt idx="1596">
                  <c:v>43823</c:v>
                </c:pt>
                <c:pt idx="1597">
                  <c:v>43822</c:v>
                </c:pt>
                <c:pt idx="1598">
                  <c:v>43819</c:v>
                </c:pt>
                <c:pt idx="1599">
                  <c:v>43818</c:v>
                </c:pt>
                <c:pt idx="1600">
                  <c:v>43817</c:v>
                </c:pt>
                <c:pt idx="1601">
                  <c:v>43816</c:v>
                </c:pt>
                <c:pt idx="1602">
                  <c:v>43815</c:v>
                </c:pt>
                <c:pt idx="1603">
                  <c:v>43812</c:v>
                </c:pt>
                <c:pt idx="1604">
                  <c:v>43811</c:v>
                </c:pt>
                <c:pt idx="1605">
                  <c:v>43810</c:v>
                </c:pt>
                <c:pt idx="1606">
                  <c:v>43809</c:v>
                </c:pt>
                <c:pt idx="1607">
                  <c:v>43808</c:v>
                </c:pt>
                <c:pt idx="1608">
                  <c:v>43805</c:v>
                </c:pt>
                <c:pt idx="1609">
                  <c:v>43804</c:v>
                </c:pt>
                <c:pt idx="1610">
                  <c:v>43803</c:v>
                </c:pt>
                <c:pt idx="1611">
                  <c:v>43802</c:v>
                </c:pt>
                <c:pt idx="1612">
                  <c:v>43801</c:v>
                </c:pt>
                <c:pt idx="1613">
                  <c:v>43798</c:v>
                </c:pt>
                <c:pt idx="1614">
                  <c:v>43797</c:v>
                </c:pt>
                <c:pt idx="1615">
                  <c:v>43796</c:v>
                </c:pt>
                <c:pt idx="1616">
                  <c:v>43795</c:v>
                </c:pt>
                <c:pt idx="1617">
                  <c:v>43794</c:v>
                </c:pt>
                <c:pt idx="1618">
                  <c:v>43791</c:v>
                </c:pt>
                <c:pt idx="1619">
                  <c:v>43790</c:v>
                </c:pt>
                <c:pt idx="1620">
                  <c:v>43789</c:v>
                </c:pt>
                <c:pt idx="1621">
                  <c:v>43788</c:v>
                </c:pt>
                <c:pt idx="1622">
                  <c:v>43787</c:v>
                </c:pt>
                <c:pt idx="1623">
                  <c:v>43784</c:v>
                </c:pt>
                <c:pt idx="1624">
                  <c:v>43783</c:v>
                </c:pt>
                <c:pt idx="1625">
                  <c:v>43782</c:v>
                </c:pt>
                <c:pt idx="1626">
                  <c:v>43781</c:v>
                </c:pt>
                <c:pt idx="1627">
                  <c:v>43780</c:v>
                </c:pt>
                <c:pt idx="1628">
                  <c:v>43777</c:v>
                </c:pt>
                <c:pt idx="1629">
                  <c:v>43776</c:v>
                </c:pt>
                <c:pt idx="1630">
                  <c:v>43775</c:v>
                </c:pt>
                <c:pt idx="1631">
                  <c:v>43774</c:v>
                </c:pt>
                <c:pt idx="1632">
                  <c:v>43773</c:v>
                </c:pt>
                <c:pt idx="1633">
                  <c:v>43770</c:v>
                </c:pt>
                <c:pt idx="1634">
                  <c:v>43769</c:v>
                </c:pt>
                <c:pt idx="1635">
                  <c:v>43768</c:v>
                </c:pt>
                <c:pt idx="1636">
                  <c:v>43767</c:v>
                </c:pt>
                <c:pt idx="1637">
                  <c:v>43766</c:v>
                </c:pt>
                <c:pt idx="1638">
                  <c:v>43763</c:v>
                </c:pt>
                <c:pt idx="1639">
                  <c:v>43762</c:v>
                </c:pt>
                <c:pt idx="1640">
                  <c:v>43761</c:v>
                </c:pt>
                <c:pt idx="1641">
                  <c:v>43760</c:v>
                </c:pt>
                <c:pt idx="1642">
                  <c:v>43759</c:v>
                </c:pt>
                <c:pt idx="1643">
                  <c:v>43756</c:v>
                </c:pt>
                <c:pt idx="1644">
                  <c:v>43755</c:v>
                </c:pt>
                <c:pt idx="1645">
                  <c:v>43754</c:v>
                </c:pt>
                <c:pt idx="1646">
                  <c:v>43753</c:v>
                </c:pt>
                <c:pt idx="1647">
                  <c:v>43752</c:v>
                </c:pt>
                <c:pt idx="1648">
                  <c:v>43749</c:v>
                </c:pt>
                <c:pt idx="1649">
                  <c:v>43748</c:v>
                </c:pt>
                <c:pt idx="1650">
                  <c:v>43747</c:v>
                </c:pt>
                <c:pt idx="1651">
                  <c:v>43746</c:v>
                </c:pt>
                <c:pt idx="1652">
                  <c:v>43742</c:v>
                </c:pt>
                <c:pt idx="1653">
                  <c:v>43741</c:v>
                </c:pt>
                <c:pt idx="1654">
                  <c:v>43740</c:v>
                </c:pt>
                <c:pt idx="1655">
                  <c:v>43738</c:v>
                </c:pt>
                <c:pt idx="1656">
                  <c:v>43735</c:v>
                </c:pt>
                <c:pt idx="1657">
                  <c:v>43734</c:v>
                </c:pt>
                <c:pt idx="1658">
                  <c:v>43733</c:v>
                </c:pt>
                <c:pt idx="1659">
                  <c:v>43732</c:v>
                </c:pt>
                <c:pt idx="1660">
                  <c:v>43731</c:v>
                </c:pt>
                <c:pt idx="1661">
                  <c:v>43728</c:v>
                </c:pt>
                <c:pt idx="1662">
                  <c:v>43727</c:v>
                </c:pt>
                <c:pt idx="1663">
                  <c:v>43726</c:v>
                </c:pt>
                <c:pt idx="1664">
                  <c:v>43725</c:v>
                </c:pt>
                <c:pt idx="1665">
                  <c:v>43724</c:v>
                </c:pt>
                <c:pt idx="1666">
                  <c:v>43721</c:v>
                </c:pt>
                <c:pt idx="1667">
                  <c:v>43720</c:v>
                </c:pt>
                <c:pt idx="1668">
                  <c:v>43719</c:v>
                </c:pt>
                <c:pt idx="1669">
                  <c:v>43718</c:v>
                </c:pt>
                <c:pt idx="1670">
                  <c:v>43717</c:v>
                </c:pt>
                <c:pt idx="1671">
                  <c:v>43714</c:v>
                </c:pt>
                <c:pt idx="1672">
                  <c:v>43713</c:v>
                </c:pt>
                <c:pt idx="1673">
                  <c:v>43712</c:v>
                </c:pt>
                <c:pt idx="1674">
                  <c:v>43711</c:v>
                </c:pt>
                <c:pt idx="1675">
                  <c:v>43710</c:v>
                </c:pt>
                <c:pt idx="1676">
                  <c:v>43707</c:v>
                </c:pt>
                <c:pt idx="1677">
                  <c:v>43706</c:v>
                </c:pt>
                <c:pt idx="1678">
                  <c:v>43705</c:v>
                </c:pt>
                <c:pt idx="1679">
                  <c:v>43704</c:v>
                </c:pt>
                <c:pt idx="1680">
                  <c:v>43703</c:v>
                </c:pt>
                <c:pt idx="1681">
                  <c:v>43700</c:v>
                </c:pt>
                <c:pt idx="1682">
                  <c:v>43699</c:v>
                </c:pt>
                <c:pt idx="1683">
                  <c:v>43698</c:v>
                </c:pt>
                <c:pt idx="1684">
                  <c:v>43697</c:v>
                </c:pt>
                <c:pt idx="1685">
                  <c:v>43696</c:v>
                </c:pt>
                <c:pt idx="1686">
                  <c:v>43693</c:v>
                </c:pt>
                <c:pt idx="1687">
                  <c:v>43692</c:v>
                </c:pt>
                <c:pt idx="1688">
                  <c:v>43691</c:v>
                </c:pt>
                <c:pt idx="1689">
                  <c:v>43690</c:v>
                </c:pt>
                <c:pt idx="1690">
                  <c:v>43689</c:v>
                </c:pt>
                <c:pt idx="1691">
                  <c:v>43686</c:v>
                </c:pt>
                <c:pt idx="1692">
                  <c:v>43685</c:v>
                </c:pt>
                <c:pt idx="1693">
                  <c:v>43684</c:v>
                </c:pt>
                <c:pt idx="1694">
                  <c:v>43683</c:v>
                </c:pt>
                <c:pt idx="1695">
                  <c:v>43682</c:v>
                </c:pt>
                <c:pt idx="1696">
                  <c:v>43679</c:v>
                </c:pt>
                <c:pt idx="1697">
                  <c:v>43678</c:v>
                </c:pt>
                <c:pt idx="1698">
                  <c:v>43677</c:v>
                </c:pt>
                <c:pt idx="1699">
                  <c:v>43676</c:v>
                </c:pt>
                <c:pt idx="1700">
                  <c:v>43675</c:v>
                </c:pt>
                <c:pt idx="1701">
                  <c:v>43672</c:v>
                </c:pt>
                <c:pt idx="1702">
                  <c:v>43671</c:v>
                </c:pt>
                <c:pt idx="1703">
                  <c:v>43670</c:v>
                </c:pt>
                <c:pt idx="1704">
                  <c:v>43669</c:v>
                </c:pt>
                <c:pt idx="1705">
                  <c:v>43668</c:v>
                </c:pt>
                <c:pt idx="1706">
                  <c:v>43665</c:v>
                </c:pt>
                <c:pt idx="1707">
                  <c:v>43664</c:v>
                </c:pt>
                <c:pt idx="1708">
                  <c:v>43663</c:v>
                </c:pt>
                <c:pt idx="1709">
                  <c:v>43662</c:v>
                </c:pt>
                <c:pt idx="1710">
                  <c:v>43661</c:v>
                </c:pt>
                <c:pt idx="1711">
                  <c:v>43658</c:v>
                </c:pt>
                <c:pt idx="1712">
                  <c:v>43657</c:v>
                </c:pt>
                <c:pt idx="1713">
                  <c:v>43656</c:v>
                </c:pt>
                <c:pt idx="1714">
                  <c:v>43655</c:v>
                </c:pt>
                <c:pt idx="1715">
                  <c:v>43654</c:v>
                </c:pt>
                <c:pt idx="1716">
                  <c:v>43651</c:v>
                </c:pt>
                <c:pt idx="1717">
                  <c:v>43650</c:v>
                </c:pt>
                <c:pt idx="1718">
                  <c:v>43649</c:v>
                </c:pt>
                <c:pt idx="1719">
                  <c:v>43648</c:v>
                </c:pt>
                <c:pt idx="1720">
                  <c:v>43644</c:v>
                </c:pt>
                <c:pt idx="1721">
                  <c:v>43643</c:v>
                </c:pt>
                <c:pt idx="1722">
                  <c:v>43642</c:v>
                </c:pt>
                <c:pt idx="1723">
                  <c:v>43641</c:v>
                </c:pt>
                <c:pt idx="1724">
                  <c:v>43640</c:v>
                </c:pt>
                <c:pt idx="1725">
                  <c:v>43637</c:v>
                </c:pt>
                <c:pt idx="1726">
                  <c:v>43636</c:v>
                </c:pt>
                <c:pt idx="1727">
                  <c:v>43635</c:v>
                </c:pt>
                <c:pt idx="1728">
                  <c:v>43634</c:v>
                </c:pt>
                <c:pt idx="1729">
                  <c:v>43633</c:v>
                </c:pt>
                <c:pt idx="1730">
                  <c:v>43630</c:v>
                </c:pt>
                <c:pt idx="1731">
                  <c:v>43629</c:v>
                </c:pt>
                <c:pt idx="1732">
                  <c:v>43628</c:v>
                </c:pt>
                <c:pt idx="1733">
                  <c:v>43627</c:v>
                </c:pt>
                <c:pt idx="1734">
                  <c:v>43626</c:v>
                </c:pt>
                <c:pt idx="1735">
                  <c:v>43622</c:v>
                </c:pt>
                <c:pt idx="1736">
                  <c:v>43621</c:v>
                </c:pt>
                <c:pt idx="1737">
                  <c:v>43620</c:v>
                </c:pt>
                <c:pt idx="1738">
                  <c:v>43619</c:v>
                </c:pt>
                <c:pt idx="1739">
                  <c:v>43616</c:v>
                </c:pt>
                <c:pt idx="1740">
                  <c:v>43615</c:v>
                </c:pt>
                <c:pt idx="1741">
                  <c:v>43614</c:v>
                </c:pt>
                <c:pt idx="1742">
                  <c:v>43613</c:v>
                </c:pt>
                <c:pt idx="1743">
                  <c:v>43612</c:v>
                </c:pt>
                <c:pt idx="1744">
                  <c:v>43609</c:v>
                </c:pt>
                <c:pt idx="1745">
                  <c:v>43608</c:v>
                </c:pt>
                <c:pt idx="1746">
                  <c:v>43607</c:v>
                </c:pt>
                <c:pt idx="1747">
                  <c:v>43606</c:v>
                </c:pt>
                <c:pt idx="1748">
                  <c:v>43605</c:v>
                </c:pt>
                <c:pt idx="1749">
                  <c:v>43602</c:v>
                </c:pt>
                <c:pt idx="1750">
                  <c:v>43601</c:v>
                </c:pt>
                <c:pt idx="1751">
                  <c:v>43600</c:v>
                </c:pt>
                <c:pt idx="1752">
                  <c:v>43599</c:v>
                </c:pt>
                <c:pt idx="1753">
                  <c:v>43595</c:v>
                </c:pt>
                <c:pt idx="1754">
                  <c:v>43594</c:v>
                </c:pt>
                <c:pt idx="1755">
                  <c:v>43593</c:v>
                </c:pt>
                <c:pt idx="1756">
                  <c:v>43592</c:v>
                </c:pt>
                <c:pt idx="1757">
                  <c:v>43591</c:v>
                </c:pt>
                <c:pt idx="1758">
                  <c:v>43588</c:v>
                </c:pt>
                <c:pt idx="1759">
                  <c:v>43587</c:v>
                </c:pt>
                <c:pt idx="1760">
                  <c:v>43585</c:v>
                </c:pt>
                <c:pt idx="1761">
                  <c:v>43584</c:v>
                </c:pt>
                <c:pt idx="1762">
                  <c:v>43581</c:v>
                </c:pt>
                <c:pt idx="1763">
                  <c:v>43580</c:v>
                </c:pt>
                <c:pt idx="1764">
                  <c:v>43579</c:v>
                </c:pt>
                <c:pt idx="1765">
                  <c:v>43578</c:v>
                </c:pt>
                <c:pt idx="1766">
                  <c:v>43573</c:v>
                </c:pt>
                <c:pt idx="1767">
                  <c:v>43572</c:v>
                </c:pt>
                <c:pt idx="1768">
                  <c:v>43571</c:v>
                </c:pt>
                <c:pt idx="1769">
                  <c:v>43570</c:v>
                </c:pt>
                <c:pt idx="1770">
                  <c:v>43567</c:v>
                </c:pt>
                <c:pt idx="1771">
                  <c:v>43566</c:v>
                </c:pt>
                <c:pt idx="1772">
                  <c:v>43565</c:v>
                </c:pt>
                <c:pt idx="1773">
                  <c:v>43564</c:v>
                </c:pt>
                <c:pt idx="1774">
                  <c:v>43563</c:v>
                </c:pt>
                <c:pt idx="1775">
                  <c:v>43559</c:v>
                </c:pt>
                <c:pt idx="1776">
                  <c:v>43558</c:v>
                </c:pt>
                <c:pt idx="1777">
                  <c:v>43557</c:v>
                </c:pt>
                <c:pt idx="1778">
                  <c:v>43556</c:v>
                </c:pt>
                <c:pt idx="1779">
                  <c:v>43553</c:v>
                </c:pt>
                <c:pt idx="1780">
                  <c:v>43552</c:v>
                </c:pt>
                <c:pt idx="1781">
                  <c:v>43551</c:v>
                </c:pt>
                <c:pt idx="1782">
                  <c:v>43550</c:v>
                </c:pt>
                <c:pt idx="1783">
                  <c:v>43549</c:v>
                </c:pt>
                <c:pt idx="1784">
                  <c:v>43546</c:v>
                </c:pt>
                <c:pt idx="1785">
                  <c:v>43545</c:v>
                </c:pt>
                <c:pt idx="1786">
                  <c:v>43544</c:v>
                </c:pt>
                <c:pt idx="1787">
                  <c:v>43543</c:v>
                </c:pt>
                <c:pt idx="1788">
                  <c:v>43542</c:v>
                </c:pt>
                <c:pt idx="1789">
                  <c:v>43539</c:v>
                </c:pt>
                <c:pt idx="1790">
                  <c:v>43538</c:v>
                </c:pt>
                <c:pt idx="1791">
                  <c:v>43537</c:v>
                </c:pt>
                <c:pt idx="1792">
                  <c:v>43536</c:v>
                </c:pt>
                <c:pt idx="1793">
                  <c:v>43535</c:v>
                </c:pt>
                <c:pt idx="1794">
                  <c:v>43532</c:v>
                </c:pt>
                <c:pt idx="1795">
                  <c:v>43531</c:v>
                </c:pt>
                <c:pt idx="1796">
                  <c:v>43530</c:v>
                </c:pt>
                <c:pt idx="1797">
                  <c:v>43529</c:v>
                </c:pt>
                <c:pt idx="1798">
                  <c:v>43528</c:v>
                </c:pt>
                <c:pt idx="1799">
                  <c:v>43525</c:v>
                </c:pt>
                <c:pt idx="1800">
                  <c:v>43524</c:v>
                </c:pt>
                <c:pt idx="1801">
                  <c:v>43523</c:v>
                </c:pt>
                <c:pt idx="1802">
                  <c:v>43522</c:v>
                </c:pt>
                <c:pt idx="1803">
                  <c:v>43521</c:v>
                </c:pt>
                <c:pt idx="1804">
                  <c:v>43518</c:v>
                </c:pt>
                <c:pt idx="1805">
                  <c:v>43517</c:v>
                </c:pt>
                <c:pt idx="1806">
                  <c:v>43516</c:v>
                </c:pt>
                <c:pt idx="1807">
                  <c:v>43515</c:v>
                </c:pt>
                <c:pt idx="1808">
                  <c:v>43514</c:v>
                </c:pt>
                <c:pt idx="1809">
                  <c:v>43511</c:v>
                </c:pt>
                <c:pt idx="1810">
                  <c:v>43510</c:v>
                </c:pt>
                <c:pt idx="1811">
                  <c:v>43509</c:v>
                </c:pt>
                <c:pt idx="1812">
                  <c:v>43508</c:v>
                </c:pt>
                <c:pt idx="1813">
                  <c:v>43507</c:v>
                </c:pt>
                <c:pt idx="1814">
                  <c:v>43504</c:v>
                </c:pt>
                <c:pt idx="1815">
                  <c:v>43500</c:v>
                </c:pt>
                <c:pt idx="1816">
                  <c:v>43497</c:v>
                </c:pt>
                <c:pt idx="1817">
                  <c:v>43496</c:v>
                </c:pt>
                <c:pt idx="1818">
                  <c:v>43495</c:v>
                </c:pt>
                <c:pt idx="1819">
                  <c:v>43494</c:v>
                </c:pt>
                <c:pt idx="1820">
                  <c:v>43493</c:v>
                </c:pt>
                <c:pt idx="1821">
                  <c:v>43490</c:v>
                </c:pt>
                <c:pt idx="1822">
                  <c:v>43489</c:v>
                </c:pt>
                <c:pt idx="1823">
                  <c:v>43488</c:v>
                </c:pt>
                <c:pt idx="1824">
                  <c:v>43487</c:v>
                </c:pt>
                <c:pt idx="1825">
                  <c:v>43486</c:v>
                </c:pt>
                <c:pt idx="1826">
                  <c:v>43483</c:v>
                </c:pt>
                <c:pt idx="1827">
                  <c:v>43482</c:v>
                </c:pt>
                <c:pt idx="1828">
                  <c:v>43481</c:v>
                </c:pt>
                <c:pt idx="1829">
                  <c:v>43480</c:v>
                </c:pt>
                <c:pt idx="1830">
                  <c:v>43479</c:v>
                </c:pt>
                <c:pt idx="1831">
                  <c:v>43476</c:v>
                </c:pt>
                <c:pt idx="1832">
                  <c:v>43475</c:v>
                </c:pt>
                <c:pt idx="1833">
                  <c:v>43474</c:v>
                </c:pt>
                <c:pt idx="1834">
                  <c:v>43473</c:v>
                </c:pt>
                <c:pt idx="1835">
                  <c:v>43472</c:v>
                </c:pt>
                <c:pt idx="1836">
                  <c:v>43469</c:v>
                </c:pt>
                <c:pt idx="1837">
                  <c:v>43468</c:v>
                </c:pt>
                <c:pt idx="1838">
                  <c:v>43467</c:v>
                </c:pt>
                <c:pt idx="1839">
                  <c:v>43465</c:v>
                </c:pt>
                <c:pt idx="1840">
                  <c:v>43462</c:v>
                </c:pt>
                <c:pt idx="1841">
                  <c:v>43461</c:v>
                </c:pt>
                <c:pt idx="1842">
                  <c:v>43458</c:v>
                </c:pt>
                <c:pt idx="1843">
                  <c:v>43455</c:v>
                </c:pt>
                <c:pt idx="1844">
                  <c:v>43454</c:v>
                </c:pt>
                <c:pt idx="1845">
                  <c:v>43453</c:v>
                </c:pt>
                <c:pt idx="1846">
                  <c:v>43452</c:v>
                </c:pt>
                <c:pt idx="1847">
                  <c:v>43451</c:v>
                </c:pt>
                <c:pt idx="1848">
                  <c:v>43448</c:v>
                </c:pt>
                <c:pt idx="1849">
                  <c:v>43447</c:v>
                </c:pt>
                <c:pt idx="1850">
                  <c:v>43446</c:v>
                </c:pt>
                <c:pt idx="1851">
                  <c:v>43445</c:v>
                </c:pt>
                <c:pt idx="1852">
                  <c:v>43444</c:v>
                </c:pt>
                <c:pt idx="1853">
                  <c:v>43441</c:v>
                </c:pt>
                <c:pt idx="1854">
                  <c:v>43440</c:v>
                </c:pt>
                <c:pt idx="1855">
                  <c:v>43439</c:v>
                </c:pt>
                <c:pt idx="1856">
                  <c:v>43438</c:v>
                </c:pt>
                <c:pt idx="1857">
                  <c:v>43437</c:v>
                </c:pt>
                <c:pt idx="1858">
                  <c:v>43434</c:v>
                </c:pt>
                <c:pt idx="1859">
                  <c:v>43433</c:v>
                </c:pt>
                <c:pt idx="1860">
                  <c:v>43432</c:v>
                </c:pt>
                <c:pt idx="1861">
                  <c:v>43431</c:v>
                </c:pt>
                <c:pt idx="1862">
                  <c:v>43430</c:v>
                </c:pt>
                <c:pt idx="1863">
                  <c:v>43427</c:v>
                </c:pt>
                <c:pt idx="1864">
                  <c:v>43426</c:v>
                </c:pt>
                <c:pt idx="1865">
                  <c:v>43425</c:v>
                </c:pt>
                <c:pt idx="1866">
                  <c:v>43424</c:v>
                </c:pt>
                <c:pt idx="1867">
                  <c:v>43423</c:v>
                </c:pt>
                <c:pt idx="1868">
                  <c:v>43420</c:v>
                </c:pt>
                <c:pt idx="1869">
                  <c:v>43419</c:v>
                </c:pt>
                <c:pt idx="1870">
                  <c:v>43418</c:v>
                </c:pt>
                <c:pt idx="1871">
                  <c:v>43417</c:v>
                </c:pt>
                <c:pt idx="1872">
                  <c:v>43416</c:v>
                </c:pt>
                <c:pt idx="1873">
                  <c:v>43413</c:v>
                </c:pt>
                <c:pt idx="1874">
                  <c:v>43412</c:v>
                </c:pt>
                <c:pt idx="1875">
                  <c:v>43411</c:v>
                </c:pt>
                <c:pt idx="1876">
                  <c:v>43410</c:v>
                </c:pt>
                <c:pt idx="1877">
                  <c:v>43409</c:v>
                </c:pt>
                <c:pt idx="1878">
                  <c:v>43406</c:v>
                </c:pt>
                <c:pt idx="1879">
                  <c:v>43405</c:v>
                </c:pt>
                <c:pt idx="1880">
                  <c:v>43404</c:v>
                </c:pt>
                <c:pt idx="1881">
                  <c:v>43403</c:v>
                </c:pt>
                <c:pt idx="1882">
                  <c:v>43402</c:v>
                </c:pt>
                <c:pt idx="1883">
                  <c:v>43399</c:v>
                </c:pt>
                <c:pt idx="1884">
                  <c:v>43398</c:v>
                </c:pt>
                <c:pt idx="1885">
                  <c:v>43397</c:v>
                </c:pt>
                <c:pt idx="1886">
                  <c:v>43396</c:v>
                </c:pt>
                <c:pt idx="1887">
                  <c:v>43395</c:v>
                </c:pt>
                <c:pt idx="1888">
                  <c:v>43392</c:v>
                </c:pt>
                <c:pt idx="1889">
                  <c:v>43391</c:v>
                </c:pt>
                <c:pt idx="1890">
                  <c:v>43389</c:v>
                </c:pt>
                <c:pt idx="1891">
                  <c:v>43388</c:v>
                </c:pt>
                <c:pt idx="1892">
                  <c:v>43385</c:v>
                </c:pt>
                <c:pt idx="1893">
                  <c:v>43384</c:v>
                </c:pt>
                <c:pt idx="1894">
                  <c:v>43383</c:v>
                </c:pt>
                <c:pt idx="1895">
                  <c:v>43382</c:v>
                </c:pt>
                <c:pt idx="1896">
                  <c:v>43381</c:v>
                </c:pt>
                <c:pt idx="1897">
                  <c:v>43378</c:v>
                </c:pt>
                <c:pt idx="1898">
                  <c:v>43377</c:v>
                </c:pt>
                <c:pt idx="1899">
                  <c:v>43376</c:v>
                </c:pt>
                <c:pt idx="1900">
                  <c:v>43375</c:v>
                </c:pt>
                <c:pt idx="1901">
                  <c:v>43371</c:v>
                </c:pt>
                <c:pt idx="1902">
                  <c:v>43370</c:v>
                </c:pt>
                <c:pt idx="1903">
                  <c:v>43369</c:v>
                </c:pt>
                <c:pt idx="1904">
                  <c:v>43367</c:v>
                </c:pt>
                <c:pt idx="1905">
                  <c:v>43364</c:v>
                </c:pt>
                <c:pt idx="1906">
                  <c:v>43363</c:v>
                </c:pt>
                <c:pt idx="1907">
                  <c:v>43362</c:v>
                </c:pt>
                <c:pt idx="1908">
                  <c:v>43361</c:v>
                </c:pt>
                <c:pt idx="1909">
                  <c:v>43360</c:v>
                </c:pt>
                <c:pt idx="1910">
                  <c:v>43357</c:v>
                </c:pt>
                <c:pt idx="1911">
                  <c:v>43356</c:v>
                </c:pt>
                <c:pt idx="1912">
                  <c:v>43355</c:v>
                </c:pt>
                <c:pt idx="1913">
                  <c:v>43354</c:v>
                </c:pt>
                <c:pt idx="1914">
                  <c:v>43353</c:v>
                </c:pt>
                <c:pt idx="1915">
                  <c:v>43350</c:v>
                </c:pt>
                <c:pt idx="1916">
                  <c:v>43349</c:v>
                </c:pt>
                <c:pt idx="1917">
                  <c:v>43348</c:v>
                </c:pt>
                <c:pt idx="1918">
                  <c:v>43347</c:v>
                </c:pt>
                <c:pt idx="1919">
                  <c:v>43346</c:v>
                </c:pt>
                <c:pt idx="1920">
                  <c:v>43343</c:v>
                </c:pt>
                <c:pt idx="1921">
                  <c:v>43342</c:v>
                </c:pt>
                <c:pt idx="1922">
                  <c:v>43341</c:v>
                </c:pt>
                <c:pt idx="1923">
                  <c:v>43340</c:v>
                </c:pt>
                <c:pt idx="1924">
                  <c:v>43339</c:v>
                </c:pt>
                <c:pt idx="1925">
                  <c:v>43336</c:v>
                </c:pt>
                <c:pt idx="1926">
                  <c:v>43335</c:v>
                </c:pt>
                <c:pt idx="1927">
                  <c:v>43334</c:v>
                </c:pt>
                <c:pt idx="1928">
                  <c:v>43333</c:v>
                </c:pt>
                <c:pt idx="1929">
                  <c:v>43332</c:v>
                </c:pt>
                <c:pt idx="1930">
                  <c:v>43329</c:v>
                </c:pt>
                <c:pt idx="1931">
                  <c:v>43328</c:v>
                </c:pt>
                <c:pt idx="1932">
                  <c:v>43327</c:v>
                </c:pt>
                <c:pt idx="1933">
                  <c:v>43326</c:v>
                </c:pt>
                <c:pt idx="1934">
                  <c:v>43325</c:v>
                </c:pt>
                <c:pt idx="1935">
                  <c:v>43322</c:v>
                </c:pt>
                <c:pt idx="1936">
                  <c:v>43321</c:v>
                </c:pt>
                <c:pt idx="1937">
                  <c:v>43320</c:v>
                </c:pt>
                <c:pt idx="1938">
                  <c:v>43319</c:v>
                </c:pt>
                <c:pt idx="1939">
                  <c:v>43318</c:v>
                </c:pt>
                <c:pt idx="1940">
                  <c:v>43315</c:v>
                </c:pt>
                <c:pt idx="1941">
                  <c:v>43314</c:v>
                </c:pt>
                <c:pt idx="1942">
                  <c:v>43313</c:v>
                </c:pt>
                <c:pt idx="1943">
                  <c:v>43312</c:v>
                </c:pt>
                <c:pt idx="1944">
                  <c:v>43311</c:v>
                </c:pt>
                <c:pt idx="1945">
                  <c:v>43308</c:v>
                </c:pt>
                <c:pt idx="1946">
                  <c:v>43307</c:v>
                </c:pt>
                <c:pt idx="1947">
                  <c:v>43306</c:v>
                </c:pt>
                <c:pt idx="1948">
                  <c:v>43305</c:v>
                </c:pt>
                <c:pt idx="1949">
                  <c:v>43304</c:v>
                </c:pt>
                <c:pt idx="1950">
                  <c:v>43301</c:v>
                </c:pt>
                <c:pt idx="1951">
                  <c:v>43300</c:v>
                </c:pt>
                <c:pt idx="1952">
                  <c:v>43299</c:v>
                </c:pt>
                <c:pt idx="1953">
                  <c:v>43298</c:v>
                </c:pt>
                <c:pt idx="1954">
                  <c:v>43297</c:v>
                </c:pt>
                <c:pt idx="1955">
                  <c:v>43294</c:v>
                </c:pt>
                <c:pt idx="1956">
                  <c:v>43293</c:v>
                </c:pt>
                <c:pt idx="1957">
                  <c:v>43292</c:v>
                </c:pt>
                <c:pt idx="1958">
                  <c:v>43291</c:v>
                </c:pt>
                <c:pt idx="1959">
                  <c:v>43290</c:v>
                </c:pt>
                <c:pt idx="1960">
                  <c:v>43287</c:v>
                </c:pt>
                <c:pt idx="1961">
                  <c:v>43286</c:v>
                </c:pt>
                <c:pt idx="1962">
                  <c:v>43285</c:v>
                </c:pt>
                <c:pt idx="1963">
                  <c:v>43284</c:v>
                </c:pt>
                <c:pt idx="1964">
                  <c:v>43280</c:v>
                </c:pt>
                <c:pt idx="1965">
                  <c:v>43279</c:v>
                </c:pt>
                <c:pt idx="1966">
                  <c:v>43278</c:v>
                </c:pt>
                <c:pt idx="1967">
                  <c:v>43277</c:v>
                </c:pt>
                <c:pt idx="1968">
                  <c:v>43276</c:v>
                </c:pt>
                <c:pt idx="1969">
                  <c:v>43273</c:v>
                </c:pt>
                <c:pt idx="1970">
                  <c:v>43272</c:v>
                </c:pt>
                <c:pt idx="1971">
                  <c:v>43271</c:v>
                </c:pt>
                <c:pt idx="1972">
                  <c:v>43270</c:v>
                </c:pt>
                <c:pt idx="1973">
                  <c:v>43266</c:v>
                </c:pt>
                <c:pt idx="1974">
                  <c:v>43265</c:v>
                </c:pt>
                <c:pt idx="1975">
                  <c:v>43264</c:v>
                </c:pt>
                <c:pt idx="1976">
                  <c:v>43263</c:v>
                </c:pt>
                <c:pt idx="1977">
                  <c:v>43262</c:v>
                </c:pt>
                <c:pt idx="1978">
                  <c:v>43259</c:v>
                </c:pt>
                <c:pt idx="1979">
                  <c:v>43258</c:v>
                </c:pt>
                <c:pt idx="1980">
                  <c:v>43257</c:v>
                </c:pt>
                <c:pt idx="1981">
                  <c:v>43256</c:v>
                </c:pt>
                <c:pt idx="1982">
                  <c:v>43255</c:v>
                </c:pt>
                <c:pt idx="1983">
                  <c:v>43252</c:v>
                </c:pt>
                <c:pt idx="1984">
                  <c:v>43251</c:v>
                </c:pt>
                <c:pt idx="1985">
                  <c:v>43250</c:v>
                </c:pt>
                <c:pt idx="1986">
                  <c:v>43249</c:v>
                </c:pt>
                <c:pt idx="1987">
                  <c:v>43248</c:v>
                </c:pt>
                <c:pt idx="1988">
                  <c:v>43245</c:v>
                </c:pt>
                <c:pt idx="1989">
                  <c:v>43244</c:v>
                </c:pt>
                <c:pt idx="1990">
                  <c:v>43243</c:v>
                </c:pt>
                <c:pt idx="1991">
                  <c:v>43241</c:v>
                </c:pt>
                <c:pt idx="1992">
                  <c:v>43238</c:v>
                </c:pt>
                <c:pt idx="1993">
                  <c:v>43237</c:v>
                </c:pt>
                <c:pt idx="1994">
                  <c:v>43236</c:v>
                </c:pt>
                <c:pt idx="1995">
                  <c:v>43235</c:v>
                </c:pt>
                <c:pt idx="1996">
                  <c:v>43234</c:v>
                </c:pt>
                <c:pt idx="1997">
                  <c:v>43231</c:v>
                </c:pt>
                <c:pt idx="1998">
                  <c:v>43230</c:v>
                </c:pt>
                <c:pt idx="1999">
                  <c:v>43229</c:v>
                </c:pt>
                <c:pt idx="2000">
                  <c:v>43228</c:v>
                </c:pt>
                <c:pt idx="2001">
                  <c:v>43227</c:v>
                </c:pt>
                <c:pt idx="2002">
                  <c:v>43224</c:v>
                </c:pt>
                <c:pt idx="2003">
                  <c:v>43223</c:v>
                </c:pt>
                <c:pt idx="2004">
                  <c:v>43222</c:v>
                </c:pt>
                <c:pt idx="2005">
                  <c:v>43220</c:v>
                </c:pt>
                <c:pt idx="2006">
                  <c:v>43217</c:v>
                </c:pt>
                <c:pt idx="2007">
                  <c:v>43216</c:v>
                </c:pt>
                <c:pt idx="2008">
                  <c:v>43215</c:v>
                </c:pt>
                <c:pt idx="2009">
                  <c:v>43214</c:v>
                </c:pt>
                <c:pt idx="2010">
                  <c:v>43213</c:v>
                </c:pt>
                <c:pt idx="2011">
                  <c:v>43210</c:v>
                </c:pt>
                <c:pt idx="2012">
                  <c:v>43209</c:v>
                </c:pt>
                <c:pt idx="2013">
                  <c:v>43208</c:v>
                </c:pt>
                <c:pt idx="2014">
                  <c:v>43207</c:v>
                </c:pt>
                <c:pt idx="2015">
                  <c:v>43206</c:v>
                </c:pt>
                <c:pt idx="2016">
                  <c:v>43203</c:v>
                </c:pt>
                <c:pt idx="2017">
                  <c:v>43202</c:v>
                </c:pt>
                <c:pt idx="2018">
                  <c:v>43201</c:v>
                </c:pt>
                <c:pt idx="2019">
                  <c:v>43200</c:v>
                </c:pt>
                <c:pt idx="2020">
                  <c:v>43199</c:v>
                </c:pt>
                <c:pt idx="2021">
                  <c:v>43196</c:v>
                </c:pt>
                <c:pt idx="2022">
                  <c:v>43194</c:v>
                </c:pt>
                <c:pt idx="2023">
                  <c:v>43193</c:v>
                </c:pt>
                <c:pt idx="2024">
                  <c:v>43188</c:v>
                </c:pt>
                <c:pt idx="2025">
                  <c:v>43187</c:v>
                </c:pt>
                <c:pt idx="2026">
                  <c:v>43186</c:v>
                </c:pt>
                <c:pt idx="2027">
                  <c:v>43185</c:v>
                </c:pt>
                <c:pt idx="2028">
                  <c:v>43182</c:v>
                </c:pt>
                <c:pt idx="2029">
                  <c:v>43181</c:v>
                </c:pt>
                <c:pt idx="2030">
                  <c:v>43180</c:v>
                </c:pt>
                <c:pt idx="2031">
                  <c:v>43179</c:v>
                </c:pt>
                <c:pt idx="2032">
                  <c:v>43178</c:v>
                </c:pt>
                <c:pt idx="2033">
                  <c:v>43175</c:v>
                </c:pt>
                <c:pt idx="2034">
                  <c:v>43174</c:v>
                </c:pt>
                <c:pt idx="2035">
                  <c:v>43173</c:v>
                </c:pt>
                <c:pt idx="2036">
                  <c:v>43172</c:v>
                </c:pt>
                <c:pt idx="2037">
                  <c:v>43171</c:v>
                </c:pt>
                <c:pt idx="2038">
                  <c:v>43168</c:v>
                </c:pt>
                <c:pt idx="2039">
                  <c:v>43167</c:v>
                </c:pt>
                <c:pt idx="2040">
                  <c:v>43166</c:v>
                </c:pt>
                <c:pt idx="2041">
                  <c:v>43165</c:v>
                </c:pt>
                <c:pt idx="2042">
                  <c:v>43164</c:v>
                </c:pt>
                <c:pt idx="2043">
                  <c:v>43161</c:v>
                </c:pt>
                <c:pt idx="2044">
                  <c:v>43160</c:v>
                </c:pt>
                <c:pt idx="2045">
                  <c:v>43159</c:v>
                </c:pt>
                <c:pt idx="2046">
                  <c:v>43158</c:v>
                </c:pt>
                <c:pt idx="2047">
                  <c:v>43157</c:v>
                </c:pt>
                <c:pt idx="2048">
                  <c:v>43154</c:v>
                </c:pt>
                <c:pt idx="2049">
                  <c:v>43153</c:v>
                </c:pt>
                <c:pt idx="2050">
                  <c:v>43152</c:v>
                </c:pt>
                <c:pt idx="2051">
                  <c:v>43151</c:v>
                </c:pt>
                <c:pt idx="2052">
                  <c:v>43146</c:v>
                </c:pt>
                <c:pt idx="2053">
                  <c:v>43145</c:v>
                </c:pt>
                <c:pt idx="2054">
                  <c:v>43144</c:v>
                </c:pt>
                <c:pt idx="2055">
                  <c:v>43143</c:v>
                </c:pt>
                <c:pt idx="2056">
                  <c:v>43140</c:v>
                </c:pt>
                <c:pt idx="2057">
                  <c:v>43139</c:v>
                </c:pt>
                <c:pt idx="2058">
                  <c:v>43138</c:v>
                </c:pt>
                <c:pt idx="2059">
                  <c:v>43137</c:v>
                </c:pt>
                <c:pt idx="2060">
                  <c:v>43136</c:v>
                </c:pt>
                <c:pt idx="2061">
                  <c:v>43133</c:v>
                </c:pt>
                <c:pt idx="2062">
                  <c:v>43132</c:v>
                </c:pt>
                <c:pt idx="2063">
                  <c:v>43131</c:v>
                </c:pt>
                <c:pt idx="2064">
                  <c:v>43130</c:v>
                </c:pt>
                <c:pt idx="2065">
                  <c:v>43129</c:v>
                </c:pt>
                <c:pt idx="2066">
                  <c:v>43126</c:v>
                </c:pt>
                <c:pt idx="2067">
                  <c:v>43125</c:v>
                </c:pt>
                <c:pt idx="2068">
                  <c:v>43124</c:v>
                </c:pt>
                <c:pt idx="2069">
                  <c:v>43123</c:v>
                </c:pt>
                <c:pt idx="2070">
                  <c:v>43122</c:v>
                </c:pt>
                <c:pt idx="2071">
                  <c:v>43119</c:v>
                </c:pt>
                <c:pt idx="2072">
                  <c:v>43118</c:v>
                </c:pt>
                <c:pt idx="2073">
                  <c:v>43117</c:v>
                </c:pt>
                <c:pt idx="2074">
                  <c:v>43116</c:v>
                </c:pt>
                <c:pt idx="2075">
                  <c:v>43115</c:v>
                </c:pt>
                <c:pt idx="2076">
                  <c:v>43112</c:v>
                </c:pt>
                <c:pt idx="2077">
                  <c:v>43111</c:v>
                </c:pt>
                <c:pt idx="2078">
                  <c:v>43110</c:v>
                </c:pt>
                <c:pt idx="2079">
                  <c:v>43109</c:v>
                </c:pt>
                <c:pt idx="2080">
                  <c:v>43108</c:v>
                </c:pt>
                <c:pt idx="2081">
                  <c:v>43105</c:v>
                </c:pt>
                <c:pt idx="2082">
                  <c:v>43104</c:v>
                </c:pt>
                <c:pt idx="2083">
                  <c:v>43103</c:v>
                </c:pt>
                <c:pt idx="2084">
                  <c:v>43102</c:v>
                </c:pt>
                <c:pt idx="2085">
                  <c:v>43098</c:v>
                </c:pt>
                <c:pt idx="2086">
                  <c:v>43097</c:v>
                </c:pt>
                <c:pt idx="2087">
                  <c:v>43096</c:v>
                </c:pt>
                <c:pt idx="2088">
                  <c:v>43091</c:v>
                </c:pt>
                <c:pt idx="2089">
                  <c:v>43090</c:v>
                </c:pt>
                <c:pt idx="2090">
                  <c:v>43089</c:v>
                </c:pt>
                <c:pt idx="2091">
                  <c:v>43088</c:v>
                </c:pt>
                <c:pt idx="2092">
                  <c:v>43087</c:v>
                </c:pt>
                <c:pt idx="2093">
                  <c:v>43084</c:v>
                </c:pt>
                <c:pt idx="2094">
                  <c:v>43083</c:v>
                </c:pt>
                <c:pt idx="2095">
                  <c:v>43082</c:v>
                </c:pt>
                <c:pt idx="2096">
                  <c:v>43081</c:v>
                </c:pt>
                <c:pt idx="2097">
                  <c:v>43080</c:v>
                </c:pt>
                <c:pt idx="2098">
                  <c:v>43077</c:v>
                </c:pt>
                <c:pt idx="2099">
                  <c:v>43076</c:v>
                </c:pt>
                <c:pt idx="2100">
                  <c:v>43075</c:v>
                </c:pt>
                <c:pt idx="2101">
                  <c:v>43074</c:v>
                </c:pt>
                <c:pt idx="2102">
                  <c:v>43073</c:v>
                </c:pt>
                <c:pt idx="2103">
                  <c:v>43070</c:v>
                </c:pt>
                <c:pt idx="2104">
                  <c:v>43069</c:v>
                </c:pt>
                <c:pt idx="2105">
                  <c:v>43068</c:v>
                </c:pt>
                <c:pt idx="2106">
                  <c:v>43067</c:v>
                </c:pt>
                <c:pt idx="2107">
                  <c:v>43066</c:v>
                </c:pt>
                <c:pt idx="2108">
                  <c:v>43063</c:v>
                </c:pt>
                <c:pt idx="2109">
                  <c:v>43062</c:v>
                </c:pt>
                <c:pt idx="2110">
                  <c:v>43061</c:v>
                </c:pt>
                <c:pt idx="2111">
                  <c:v>43060</c:v>
                </c:pt>
                <c:pt idx="2112">
                  <c:v>43059</c:v>
                </c:pt>
                <c:pt idx="2113">
                  <c:v>43056</c:v>
                </c:pt>
                <c:pt idx="2114">
                  <c:v>43055</c:v>
                </c:pt>
                <c:pt idx="2115">
                  <c:v>43054</c:v>
                </c:pt>
                <c:pt idx="2116">
                  <c:v>43053</c:v>
                </c:pt>
                <c:pt idx="2117">
                  <c:v>43052</c:v>
                </c:pt>
                <c:pt idx="2118">
                  <c:v>43049</c:v>
                </c:pt>
                <c:pt idx="2119">
                  <c:v>43048</c:v>
                </c:pt>
                <c:pt idx="2120">
                  <c:v>43047</c:v>
                </c:pt>
                <c:pt idx="2121">
                  <c:v>43046</c:v>
                </c:pt>
                <c:pt idx="2122">
                  <c:v>43045</c:v>
                </c:pt>
                <c:pt idx="2123">
                  <c:v>43042</c:v>
                </c:pt>
                <c:pt idx="2124">
                  <c:v>43041</c:v>
                </c:pt>
                <c:pt idx="2125">
                  <c:v>43040</c:v>
                </c:pt>
                <c:pt idx="2126">
                  <c:v>43039</c:v>
                </c:pt>
                <c:pt idx="2127">
                  <c:v>43038</c:v>
                </c:pt>
                <c:pt idx="2128">
                  <c:v>43035</c:v>
                </c:pt>
                <c:pt idx="2129">
                  <c:v>43034</c:v>
                </c:pt>
                <c:pt idx="2130">
                  <c:v>43033</c:v>
                </c:pt>
                <c:pt idx="2131">
                  <c:v>43032</c:v>
                </c:pt>
                <c:pt idx="2132">
                  <c:v>43031</c:v>
                </c:pt>
                <c:pt idx="2133">
                  <c:v>43028</c:v>
                </c:pt>
                <c:pt idx="2134">
                  <c:v>43027</c:v>
                </c:pt>
                <c:pt idx="2135">
                  <c:v>43026</c:v>
                </c:pt>
                <c:pt idx="2136">
                  <c:v>43025</c:v>
                </c:pt>
                <c:pt idx="2137">
                  <c:v>43024</c:v>
                </c:pt>
                <c:pt idx="2138">
                  <c:v>43021</c:v>
                </c:pt>
                <c:pt idx="2139">
                  <c:v>43020</c:v>
                </c:pt>
                <c:pt idx="2140">
                  <c:v>43019</c:v>
                </c:pt>
                <c:pt idx="2141">
                  <c:v>43018</c:v>
                </c:pt>
                <c:pt idx="2142">
                  <c:v>43017</c:v>
                </c:pt>
                <c:pt idx="2143">
                  <c:v>43014</c:v>
                </c:pt>
                <c:pt idx="2144">
                  <c:v>43012</c:v>
                </c:pt>
                <c:pt idx="2145">
                  <c:v>43011</c:v>
                </c:pt>
                <c:pt idx="2146">
                  <c:v>43007</c:v>
                </c:pt>
                <c:pt idx="2147">
                  <c:v>43006</c:v>
                </c:pt>
                <c:pt idx="2148">
                  <c:v>43005</c:v>
                </c:pt>
                <c:pt idx="2149">
                  <c:v>43004</c:v>
                </c:pt>
                <c:pt idx="2150">
                  <c:v>43003</c:v>
                </c:pt>
                <c:pt idx="2151">
                  <c:v>43000</c:v>
                </c:pt>
                <c:pt idx="2152">
                  <c:v>42999</c:v>
                </c:pt>
                <c:pt idx="2153">
                  <c:v>42998</c:v>
                </c:pt>
                <c:pt idx="2154">
                  <c:v>42997</c:v>
                </c:pt>
                <c:pt idx="2155">
                  <c:v>42996</c:v>
                </c:pt>
                <c:pt idx="2156">
                  <c:v>42993</c:v>
                </c:pt>
                <c:pt idx="2157">
                  <c:v>42992</c:v>
                </c:pt>
                <c:pt idx="2158">
                  <c:v>42991</c:v>
                </c:pt>
                <c:pt idx="2159">
                  <c:v>42990</c:v>
                </c:pt>
                <c:pt idx="2160">
                  <c:v>42989</c:v>
                </c:pt>
                <c:pt idx="2161">
                  <c:v>42986</c:v>
                </c:pt>
                <c:pt idx="2162">
                  <c:v>42985</c:v>
                </c:pt>
                <c:pt idx="2163">
                  <c:v>42984</c:v>
                </c:pt>
                <c:pt idx="2164">
                  <c:v>42983</c:v>
                </c:pt>
                <c:pt idx="2165">
                  <c:v>42982</c:v>
                </c:pt>
                <c:pt idx="2166">
                  <c:v>42979</c:v>
                </c:pt>
                <c:pt idx="2167">
                  <c:v>42978</c:v>
                </c:pt>
                <c:pt idx="2168">
                  <c:v>42977</c:v>
                </c:pt>
                <c:pt idx="2169">
                  <c:v>42976</c:v>
                </c:pt>
                <c:pt idx="2170">
                  <c:v>42975</c:v>
                </c:pt>
                <c:pt idx="2171">
                  <c:v>42972</c:v>
                </c:pt>
                <c:pt idx="2172">
                  <c:v>42971</c:v>
                </c:pt>
                <c:pt idx="2173">
                  <c:v>42969</c:v>
                </c:pt>
                <c:pt idx="2174">
                  <c:v>42968</c:v>
                </c:pt>
                <c:pt idx="2175">
                  <c:v>42965</c:v>
                </c:pt>
                <c:pt idx="2176">
                  <c:v>42964</c:v>
                </c:pt>
                <c:pt idx="2177">
                  <c:v>42963</c:v>
                </c:pt>
                <c:pt idx="2178">
                  <c:v>42962</c:v>
                </c:pt>
                <c:pt idx="2179">
                  <c:v>42961</c:v>
                </c:pt>
                <c:pt idx="2180">
                  <c:v>42958</c:v>
                </c:pt>
                <c:pt idx="2181">
                  <c:v>42957</c:v>
                </c:pt>
                <c:pt idx="2182">
                  <c:v>42956</c:v>
                </c:pt>
                <c:pt idx="2183">
                  <c:v>42955</c:v>
                </c:pt>
                <c:pt idx="2184">
                  <c:v>42954</c:v>
                </c:pt>
                <c:pt idx="2185">
                  <c:v>42951</c:v>
                </c:pt>
                <c:pt idx="2186">
                  <c:v>42950</c:v>
                </c:pt>
                <c:pt idx="2187">
                  <c:v>42949</c:v>
                </c:pt>
                <c:pt idx="2188">
                  <c:v>42948</c:v>
                </c:pt>
                <c:pt idx="2189">
                  <c:v>42947</c:v>
                </c:pt>
                <c:pt idx="2190">
                  <c:v>42944</c:v>
                </c:pt>
                <c:pt idx="2191">
                  <c:v>42943</c:v>
                </c:pt>
                <c:pt idx="2192">
                  <c:v>42942</c:v>
                </c:pt>
                <c:pt idx="2193">
                  <c:v>42941</c:v>
                </c:pt>
                <c:pt idx="2194">
                  <c:v>42940</c:v>
                </c:pt>
                <c:pt idx="2195">
                  <c:v>42937</c:v>
                </c:pt>
                <c:pt idx="2196">
                  <c:v>42936</c:v>
                </c:pt>
                <c:pt idx="2197">
                  <c:v>42935</c:v>
                </c:pt>
                <c:pt idx="2198">
                  <c:v>42934</c:v>
                </c:pt>
                <c:pt idx="2199">
                  <c:v>42933</c:v>
                </c:pt>
                <c:pt idx="2200">
                  <c:v>42930</c:v>
                </c:pt>
                <c:pt idx="2201">
                  <c:v>42929</c:v>
                </c:pt>
                <c:pt idx="2202">
                  <c:v>42928</c:v>
                </c:pt>
                <c:pt idx="2203">
                  <c:v>42927</c:v>
                </c:pt>
                <c:pt idx="2204">
                  <c:v>42926</c:v>
                </c:pt>
                <c:pt idx="2205">
                  <c:v>42923</c:v>
                </c:pt>
                <c:pt idx="2206">
                  <c:v>42922</c:v>
                </c:pt>
                <c:pt idx="2207">
                  <c:v>42921</c:v>
                </c:pt>
                <c:pt idx="2208">
                  <c:v>42920</c:v>
                </c:pt>
                <c:pt idx="2209">
                  <c:v>42919</c:v>
                </c:pt>
                <c:pt idx="2210">
                  <c:v>42916</c:v>
                </c:pt>
                <c:pt idx="2211">
                  <c:v>42915</c:v>
                </c:pt>
                <c:pt idx="2212">
                  <c:v>42914</c:v>
                </c:pt>
                <c:pt idx="2213">
                  <c:v>42913</c:v>
                </c:pt>
                <c:pt idx="2214">
                  <c:v>42912</c:v>
                </c:pt>
                <c:pt idx="2215">
                  <c:v>42909</c:v>
                </c:pt>
                <c:pt idx="2216">
                  <c:v>42908</c:v>
                </c:pt>
                <c:pt idx="2217">
                  <c:v>42907</c:v>
                </c:pt>
                <c:pt idx="2218">
                  <c:v>42906</c:v>
                </c:pt>
                <c:pt idx="2219">
                  <c:v>42905</c:v>
                </c:pt>
                <c:pt idx="2220">
                  <c:v>42902</c:v>
                </c:pt>
                <c:pt idx="2221">
                  <c:v>42901</c:v>
                </c:pt>
                <c:pt idx="2222">
                  <c:v>42900</c:v>
                </c:pt>
                <c:pt idx="2223">
                  <c:v>42899</c:v>
                </c:pt>
                <c:pt idx="2224">
                  <c:v>42898</c:v>
                </c:pt>
                <c:pt idx="2225">
                  <c:v>42895</c:v>
                </c:pt>
                <c:pt idx="2226">
                  <c:v>42894</c:v>
                </c:pt>
                <c:pt idx="2227">
                  <c:v>42893</c:v>
                </c:pt>
                <c:pt idx="2228">
                  <c:v>42892</c:v>
                </c:pt>
                <c:pt idx="2229">
                  <c:v>42891</c:v>
                </c:pt>
                <c:pt idx="2230">
                  <c:v>42888</c:v>
                </c:pt>
                <c:pt idx="2231">
                  <c:v>42887</c:v>
                </c:pt>
                <c:pt idx="2232">
                  <c:v>42886</c:v>
                </c:pt>
                <c:pt idx="2233">
                  <c:v>42884</c:v>
                </c:pt>
                <c:pt idx="2234">
                  <c:v>42881</c:v>
                </c:pt>
                <c:pt idx="2235">
                  <c:v>42880</c:v>
                </c:pt>
                <c:pt idx="2236">
                  <c:v>42879</c:v>
                </c:pt>
                <c:pt idx="2237">
                  <c:v>42878</c:v>
                </c:pt>
                <c:pt idx="2238">
                  <c:v>42877</c:v>
                </c:pt>
                <c:pt idx="2239">
                  <c:v>42874</c:v>
                </c:pt>
                <c:pt idx="2240">
                  <c:v>42873</c:v>
                </c:pt>
                <c:pt idx="2241">
                  <c:v>42872</c:v>
                </c:pt>
                <c:pt idx="2242">
                  <c:v>42871</c:v>
                </c:pt>
                <c:pt idx="2243">
                  <c:v>42870</c:v>
                </c:pt>
                <c:pt idx="2244">
                  <c:v>42867</c:v>
                </c:pt>
                <c:pt idx="2245">
                  <c:v>42866</c:v>
                </c:pt>
                <c:pt idx="2246">
                  <c:v>42865</c:v>
                </c:pt>
                <c:pt idx="2247">
                  <c:v>42864</c:v>
                </c:pt>
                <c:pt idx="2248">
                  <c:v>42863</c:v>
                </c:pt>
                <c:pt idx="2249">
                  <c:v>42860</c:v>
                </c:pt>
                <c:pt idx="2250">
                  <c:v>42859</c:v>
                </c:pt>
                <c:pt idx="2251">
                  <c:v>42857</c:v>
                </c:pt>
                <c:pt idx="2252">
                  <c:v>42853</c:v>
                </c:pt>
                <c:pt idx="2253">
                  <c:v>42852</c:v>
                </c:pt>
                <c:pt idx="2254">
                  <c:v>42851</c:v>
                </c:pt>
                <c:pt idx="2255">
                  <c:v>42850</c:v>
                </c:pt>
                <c:pt idx="2256">
                  <c:v>42849</c:v>
                </c:pt>
                <c:pt idx="2257">
                  <c:v>42846</c:v>
                </c:pt>
                <c:pt idx="2258">
                  <c:v>42845</c:v>
                </c:pt>
                <c:pt idx="2259">
                  <c:v>42844</c:v>
                </c:pt>
                <c:pt idx="2260">
                  <c:v>42843</c:v>
                </c:pt>
                <c:pt idx="2261">
                  <c:v>42838</c:v>
                </c:pt>
                <c:pt idx="2262">
                  <c:v>42837</c:v>
                </c:pt>
                <c:pt idx="2263">
                  <c:v>42836</c:v>
                </c:pt>
                <c:pt idx="2264">
                  <c:v>42835</c:v>
                </c:pt>
                <c:pt idx="2265">
                  <c:v>42832</c:v>
                </c:pt>
                <c:pt idx="2266">
                  <c:v>42831</c:v>
                </c:pt>
                <c:pt idx="2267">
                  <c:v>42830</c:v>
                </c:pt>
                <c:pt idx="2268">
                  <c:v>42828</c:v>
                </c:pt>
                <c:pt idx="2269">
                  <c:v>42825</c:v>
                </c:pt>
                <c:pt idx="2270">
                  <c:v>42824</c:v>
                </c:pt>
                <c:pt idx="2271">
                  <c:v>42823</c:v>
                </c:pt>
                <c:pt idx="2272">
                  <c:v>42822</c:v>
                </c:pt>
                <c:pt idx="2273">
                  <c:v>42821</c:v>
                </c:pt>
                <c:pt idx="2274">
                  <c:v>42818</c:v>
                </c:pt>
                <c:pt idx="2275">
                  <c:v>42817</c:v>
                </c:pt>
                <c:pt idx="2276">
                  <c:v>42816</c:v>
                </c:pt>
                <c:pt idx="2277">
                  <c:v>42815</c:v>
                </c:pt>
                <c:pt idx="2278">
                  <c:v>42814</c:v>
                </c:pt>
                <c:pt idx="2279">
                  <c:v>42811</c:v>
                </c:pt>
                <c:pt idx="2280">
                  <c:v>42810</c:v>
                </c:pt>
                <c:pt idx="2281">
                  <c:v>42809</c:v>
                </c:pt>
                <c:pt idx="2282">
                  <c:v>42808</c:v>
                </c:pt>
                <c:pt idx="2283">
                  <c:v>42807</c:v>
                </c:pt>
                <c:pt idx="2284">
                  <c:v>42804</c:v>
                </c:pt>
                <c:pt idx="2285">
                  <c:v>42803</c:v>
                </c:pt>
                <c:pt idx="2286">
                  <c:v>42802</c:v>
                </c:pt>
                <c:pt idx="2287">
                  <c:v>42801</c:v>
                </c:pt>
                <c:pt idx="2288">
                  <c:v>42800</c:v>
                </c:pt>
                <c:pt idx="2289">
                  <c:v>42797</c:v>
                </c:pt>
                <c:pt idx="2290">
                  <c:v>42796</c:v>
                </c:pt>
                <c:pt idx="2291">
                  <c:v>42795</c:v>
                </c:pt>
                <c:pt idx="2292">
                  <c:v>42794</c:v>
                </c:pt>
                <c:pt idx="2293">
                  <c:v>42793</c:v>
                </c:pt>
                <c:pt idx="2294">
                  <c:v>42790</c:v>
                </c:pt>
                <c:pt idx="2295">
                  <c:v>42789</c:v>
                </c:pt>
                <c:pt idx="2296">
                  <c:v>42788</c:v>
                </c:pt>
                <c:pt idx="2297">
                  <c:v>42787</c:v>
                </c:pt>
                <c:pt idx="2298">
                  <c:v>42786</c:v>
                </c:pt>
                <c:pt idx="2299">
                  <c:v>42783</c:v>
                </c:pt>
                <c:pt idx="2300">
                  <c:v>42782</c:v>
                </c:pt>
                <c:pt idx="2301">
                  <c:v>42781</c:v>
                </c:pt>
                <c:pt idx="2302">
                  <c:v>42780</c:v>
                </c:pt>
                <c:pt idx="2303">
                  <c:v>42779</c:v>
                </c:pt>
                <c:pt idx="2304">
                  <c:v>42776</c:v>
                </c:pt>
                <c:pt idx="2305">
                  <c:v>42775</c:v>
                </c:pt>
                <c:pt idx="2306">
                  <c:v>42774</c:v>
                </c:pt>
                <c:pt idx="2307">
                  <c:v>42773</c:v>
                </c:pt>
                <c:pt idx="2308">
                  <c:v>42772</c:v>
                </c:pt>
                <c:pt idx="2309">
                  <c:v>42769</c:v>
                </c:pt>
                <c:pt idx="2310">
                  <c:v>42768</c:v>
                </c:pt>
                <c:pt idx="2311">
                  <c:v>42767</c:v>
                </c:pt>
                <c:pt idx="2312">
                  <c:v>42762</c:v>
                </c:pt>
                <c:pt idx="2313">
                  <c:v>42761</c:v>
                </c:pt>
                <c:pt idx="2314">
                  <c:v>42760</c:v>
                </c:pt>
                <c:pt idx="2315">
                  <c:v>42759</c:v>
                </c:pt>
                <c:pt idx="2316">
                  <c:v>42758</c:v>
                </c:pt>
                <c:pt idx="2317">
                  <c:v>42755</c:v>
                </c:pt>
                <c:pt idx="2318">
                  <c:v>42754</c:v>
                </c:pt>
                <c:pt idx="2319">
                  <c:v>42753</c:v>
                </c:pt>
                <c:pt idx="2320">
                  <c:v>42752</c:v>
                </c:pt>
                <c:pt idx="2321">
                  <c:v>42751</c:v>
                </c:pt>
                <c:pt idx="2322">
                  <c:v>42748</c:v>
                </c:pt>
                <c:pt idx="2323">
                  <c:v>42747</c:v>
                </c:pt>
                <c:pt idx="2324">
                  <c:v>42746</c:v>
                </c:pt>
                <c:pt idx="2325">
                  <c:v>42745</c:v>
                </c:pt>
                <c:pt idx="2326">
                  <c:v>42744</c:v>
                </c:pt>
                <c:pt idx="2327">
                  <c:v>42741</c:v>
                </c:pt>
                <c:pt idx="2328">
                  <c:v>42740</c:v>
                </c:pt>
                <c:pt idx="2329">
                  <c:v>42739</c:v>
                </c:pt>
                <c:pt idx="2330">
                  <c:v>42738</c:v>
                </c:pt>
                <c:pt idx="2331">
                  <c:v>42734</c:v>
                </c:pt>
                <c:pt idx="2332">
                  <c:v>42733</c:v>
                </c:pt>
                <c:pt idx="2333">
                  <c:v>42732</c:v>
                </c:pt>
                <c:pt idx="2334">
                  <c:v>42727</c:v>
                </c:pt>
                <c:pt idx="2335">
                  <c:v>42726</c:v>
                </c:pt>
                <c:pt idx="2336">
                  <c:v>42725</c:v>
                </c:pt>
                <c:pt idx="2337">
                  <c:v>42724</c:v>
                </c:pt>
                <c:pt idx="2338">
                  <c:v>42723</c:v>
                </c:pt>
                <c:pt idx="2339">
                  <c:v>42720</c:v>
                </c:pt>
                <c:pt idx="2340">
                  <c:v>42719</c:v>
                </c:pt>
                <c:pt idx="2341">
                  <c:v>42718</c:v>
                </c:pt>
                <c:pt idx="2342">
                  <c:v>42717</c:v>
                </c:pt>
                <c:pt idx="2343">
                  <c:v>42716</c:v>
                </c:pt>
                <c:pt idx="2344">
                  <c:v>42713</c:v>
                </c:pt>
                <c:pt idx="2345">
                  <c:v>42712</c:v>
                </c:pt>
                <c:pt idx="2346">
                  <c:v>42711</c:v>
                </c:pt>
                <c:pt idx="2347">
                  <c:v>42710</c:v>
                </c:pt>
                <c:pt idx="2348">
                  <c:v>42709</c:v>
                </c:pt>
                <c:pt idx="2349">
                  <c:v>42706</c:v>
                </c:pt>
                <c:pt idx="2350">
                  <c:v>42705</c:v>
                </c:pt>
                <c:pt idx="2351">
                  <c:v>42704</c:v>
                </c:pt>
                <c:pt idx="2352">
                  <c:v>42703</c:v>
                </c:pt>
                <c:pt idx="2353">
                  <c:v>42702</c:v>
                </c:pt>
                <c:pt idx="2354">
                  <c:v>42699</c:v>
                </c:pt>
                <c:pt idx="2355">
                  <c:v>42698</c:v>
                </c:pt>
                <c:pt idx="2356">
                  <c:v>42697</c:v>
                </c:pt>
                <c:pt idx="2357">
                  <c:v>42696</c:v>
                </c:pt>
                <c:pt idx="2358">
                  <c:v>42695</c:v>
                </c:pt>
                <c:pt idx="2359">
                  <c:v>42692</c:v>
                </c:pt>
                <c:pt idx="2360">
                  <c:v>42691</c:v>
                </c:pt>
                <c:pt idx="2361">
                  <c:v>42690</c:v>
                </c:pt>
                <c:pt idx="2362">
                  <c:v>42689</c:v>
                </c:pt>
                <c:pt idx="2363">
                  <c:v>42688</c:v>
                </c:pt>
                <c:pt idx="2364">
                  <c:v>42685</c:v>
                </c:pt>
                <c:pt idx="2365">
                  <c:v>42684</c:v>
                </c:pt>
                <c:pt idx="2366">
                  <c:v>42683</c:v>
                </c:pt>
                <c:pt idx="2367">
                  <c:v>42682</c:v>
                </c:pt>
                <c:pt idx="2368">
                  <c:v>42681</c:v>
                </c:pt>
                <c:pt idx="2369">
                  <c:v>42678</c:v>
                </c:pt>
                <c:pt idx="2370">
                  <c:v>42677</c:v>
                </c:pt>
                <c:pt idx="2371">
                  <c:v>42676</c:v>
                </c:pt>
                <c:pt idx="2372">
                  <c:v>42675</c:v>
                </c:pt>
                <c:pt idx="2373">
                  <c:v>42674</c:v>
                </c:pt>
                <c:pt idx="2374">
                  <c:v>42671</c:v>
                </c:pt>
                <c:pt idx="2375">
                  <c:v>42670</c:v>
                </c:pt>
                <c:pt idx="2376">
                  <c:v>42669</c:v>
                </c:pt>
                <c:pt idx="2377">
                  <c:v>42668</c:v>
                </c:pt>
                <c:pt idx="2378">
                  <c:v>42667</c:v>
                </c:pt>
                <c:pt idx="2379">
                  <c:v>42663</c:v>
                </c:pt>
                <c:pt idx="2380">
                  <c:v>42662</c:v>
                </c:pt>
                <c:pt idx="2381">
                  <c:v>42661</c:v>
                </c:pt>
                <c:pt idx="2382">
                  <c:v>42660</c:v>
                </c:pt>
                <c:pt idx="2383">
                  <c:v>42657</c:v>
                </c:pt>
                <c:pt idx="2384">
                  <c:v>42656</c:v>
                </c:pt>
                <c:pt idx="2385">
                  <c:v>42655</c:v>
                </c:pt>
                <c:pt idx="2386">
                  <c:v>42654</c:v>
                </c:pt>
                <c:pt idx="2387">
                  <c:v>42650</c:v>
                </c:pt>
                <c:pt idx="2388">
                  <c:v>42649</c:v>
                </c:pt>
                <c:pt idx="2389">
                  <c:v>42648</c:v>
                </c:pt>
                <c:pt idx="2390">
                  <c:v>42647</c:v>
                </c:pt>
                <c:pt idx="2391">
                  <c:v>42646</c:v>
                </c:pt>
                <c:pt idx="2392">
                  <c:v>42643</c:v>
                </c:pt>
                <c:pt idx="2393">
                  <c:v>42642</c:v>
                </c:pt>
                <c:pt idx="2394">
                  <c:v>42641</c:v>
                </c:pt>
                <c:pt idx="2395">
                  <c:v>42640</c:v>
                </c:pt>
                <c:pt idx="2396">
                  <c:v>42639</c:v>
                </c:pt>
                <c:pt idx="2397">
                  <c:v>42636</c:v>
                </c:pt>
                <c:pt idx="2398">
                  <c:v>42635</c:v>
                </c:pt>
                <c:pt idx="2399">
                  <c:v>42634</c:v>
                </c:pt>
                <c:pt idx="2400">
                  <c:v>42633</c:v>
                </c:pt>
                <c:pt idx="2401">
                  <c:v>42632</c:v>
                </c:pt>
                <c:pt idx="2402">
                  <c:v>42628</c:v>
                </c:pt>
                <c:pt idx="2403">
                  <c:v>42627</c:v>
                </c:pt>
                <c:pt idx="2404">
                  <c:v>42626</c:v>
                </c:pt>
                <c:pt idx="2405">
                  <c:v>42625</c:v>
                </c:pt>
                <c:pt idx="2406">
                  <c:v>42622</c:v>
                </c:pt>
                <c:pt idx="2407">
                  <c:v>42621</c:v>
                </c:pt>
                <c:pt idx="2408">
                  <c:v>42620</c:v>
                </c:pt>
                <c:pt idx="2409">
                  <c:v>42619</c:v>
                </c:pt>
                <c:pt idx="2410">
                  <c:v>42618</c:v>
                </c:pt>
                <c:pt idx="2411">
                  <c:v>42615</c:v>
                </c:pt>
                <c:pt idx="2412">
                  <c:v>42614</c:v>
                </c:pt>
                <c:pt idx="2413">
                  <c:v>42613</c:v>
                </c:pt>
                <c:pt idx="2414">
                  <c:v>42612</c:v>
                </c:pt>
                <c:pt idx="2415">
                  <c:v>42611</c:v>
                </c:pt>
                <c:pt idx="2416">
                  <c:v>42608</c:v>
                </c:pt>
                <c:pt idx="2417">
                  <c:v>42607</c:v>
                </c:pt>
                <c:pt idx="2418">
                  <c:v>42606</c:v>
                </c:pt>
                <c:pt idx="2419">
                  <c:v>42605</c:v>
                </c:pt>
                <c:pt idx="2420">
                  <c:v>42604</c:v>
                </c:pt>
                <c:pt idx="2421">
                  <c:v>42601</c:v>
                </c:pt>
                <c:pt idx="2422">
                  <c:v>42600</c:v>
                </c:pt>
                <c:pt idx="2423">
                  <c:v>42599</c:v>
                </c:pt>
                <c:pt idx="2424">
                  <c:v>42598</c:v>
                </c:pt>
                <c:pt idx="2425">
                  <c:v>42597</c:v>
                </c:pt>
                <c:pt idx="2426">
                  <c:v>42594</c:v>
                </c:pt>
                <c:pt idx="2427">
                  <c:v>42593</c:v>
                </c:pt>
                <c:pt idx="2428">
                  <c:v>42592</c:v>
                </c:pt>
                <c:pt idx="2429">
                  <c:v>42591</c:v>
                </c:pt>
                <c:pt idx="2430">
                  <c:v>42590</c:v>
                </c:pt>
                <c:pt idx="2431">
                  <c:v>42587</c:v>
                </c:pt>
                <c:pt idx="2432">
                  <c:v>42586</c:v>
                </c:pt>
                <c:pt idx="2433">
                  <c:v>42585</c:v>
                </c:pt>
                <c:pt idx="2434">
                  <c:v>42583</c:v>
                </c:pt>
                <c:pt idx="2435">
                  <c:v>42580</c:v>
                </c:pt>
                <c:pt idx="2436">
                  <c:v>42579</c:v>
                </c:pt>
                <c:pt idx="2437">
                  <c:v>42578</c:v>
                </c:pt>
                <c:pt idx="2438">
                  <c:v>42577</c:v>
                </c:pt>
                <c:pt idx="2439">
                  <c:v>42576</c:v>
                </c:pt>
                <c:pt idx="2440">
                  <c:v>42573</c:v>
                </c:pt>
                <c:pt idx="2441">
                  <c:v>42572</c:v>
                </c:pt>
                <c:pt idx="2442">
                  <c:v>42571</c:v>
                </c:pt>
                <c:pt idx="2443">
                  <c:v>42570</c:v>
                </c:pt>
                <c:pt idx="2444">
                  <c:v>42569</c:v>
                </c:pt>
                <c:pt idx="2445">
                  <c:v>42566</c:v>
                </c:pt>
                <c:pt idx="2446">
                  <c:v>42565</c:v>
                </c:pt>
                <c:pt idx="2447">
                  <c:v>42564</c:v>
                </c:pt>
                <c:pt idx="2448">
                  <c:v>42563</c:v>
                </c:pt>
                <c:pt idx="2449">
                  <c:v>42562</c:v>
                </c:pt>
                <c:pt idx="2450">
                  <c:v>42559</c:v>
                </c:pt>
                <c:pt idx="2451">
                  <c:v>42558</c:v>
                </c:pt>
                <c:pt idx="2452">
                  <c:v>42557</c:v>
                </c:pt>
                <c:pt idx="2453">
                  <c:v>42556</c:v>
                </c:pt>
                <c:pt idx="2454">
                  <c:v>42555</c:v>
                </c:pt>
                <c:pt idx="2455">
                  <c:v>42551</c:v>
                </c:pt>
                <c:pt idx="2456">
                  <c:v>42550</c:v>
                </c:pt>
                <c:pt idx="2457">
                  <c:v>42549</c:v>
                </c:pt>
                <c:pt idx="2458">
                  <c:v>42548</c:v>
                </c:pt>
                <c:pt idx="2459">
                  <c:v>42545</c:v>
                </c:pt>
                <c:pt idx="2460">
                  <c:v>42544</c:v>
                </c:pt>
                <c:pt idx="2461">
                  <c:v>42543</c:v>
                </c:pt>
                <c:pt idx="2462">
                  <c:v>42542</c:v>
                </c:pt>
                <c:pt idx="2463">
                  <c:v>42541</c:v>
                </c:pt>
                <c:pt idx="2464">
                  <c:v>42538</c:v>
                </c:pt>
                <c:pt idx="2465">
                  <c:v>42537</c:v>
                </c:pt>
                <c:pt idx="2466">
                  <c:v>42536</c:v>
                </c:pt>
                <c:pt idx="2467">
                  <c:v>42535</c:v>
                </c:pt>
                <c:pt idx="2468">
                  <c:v>42534</c:v>
                </c:pt>
                <c:pt idx="2469">
                  <c:v>42531</c:v>
                </c:pt>
                <c:pt idx="2470">
                  <c:v>42529</c:v>
                </c:pt>
                <c:pt idx="2471">
                  <c:v>42528</c:v>
                </c:pt>
                <c:pt idx="2472">
                  <c:v>42527</c:v>
                </c:pt>
                <c:pt idx="2473">
                  <c:v>42524</c:v>
                </c:pt>
                <c:pt idx="2474">
                  <c:v>42523</c:v>
                </c:pt>
                <c:pt idx="2475">
                  <c:v>42522</c:v>
                </c:pt>
                <c:pt idx="2476">
                  <c:v>42521</c:v>
                </c:pt>
                <c:pt idx="2477">
                  <c:v>42520</c:v>
                </c:pt>
                <c:pt idx="2478">
                  <c:v>42517</c:v>
                </c:pt>
                <c:pt idx="2479">
                  <c:v>42516</c:v>
                </c:pt>
                <c:pt idx="2480">
                  <c:v>42515</c:v>
                </c:pt>
                <c:pt idx="2481">
                  <c:v>42514</c:v>
                </c:pt>
                <c:pt idx="2482">
                  <c:v>42513</c:v>
                </c:pt>
                <c:pt idx="2483">
                  <c:v>42510</c:v>
                </c:pt>
                <c:pt idx="2484">
                  <c:v>42509</c:v>
                </c:pt>
                <c:pt idx="2485">
                  <c:v>42508</c:v>
                </c:pt>
                <c:pt idx="2486">
                  <c:v>42507</c:v>
                </c:pt>
                <c:pt idx="2487">
                  <c:v>42506</c:v>
                </c:pt>
                <c:pt idx="2488">
                  <c:v>42503</c:v>
                </c:pt>
                <c:pt idx="2489">
                  <c:v>42502</c:v>
                </c:pt>
                <c:pt idx="2490">
                  <c:v>42501</c:v>
                </c:pt>
                <c:pt idx="2491">
                  <c:v>42500</c:v>
                </c:pt>
                <c:pt idx="2492">
                  <c:v>42499</c:v>
                </c:pt>
                <c:pt idx="2493">
                  <c:v>42496</c:v>
                </c:pt>
                <c:pt idx="2494">
                  <c:v>42495</c:v>
                </c:pt>
                <c:pt idx="2495">
                  <c:v>42494</c:v>
                </c:pt>
                <c:pt idx="2496">
                  <c:v>42493</c:v>
                </c:pt>
                <c:pt idx="2497">
                  <c:v>42489</c:v>
                </c:pt>
                <c:pt idx="2498">
                  <c:v>42488</c:v>
                </c:pt>
                <c:pt idx="2499">
                  <c:v>42487</c:v>
                </c:pt>
                <c:pt idx="2500">
                  <c:v>42486</c:v>
                </c:pt>
                <c:pt idx="2501">
                  <c:v>42485</c:v>
                </c:pt>
                <c:pt idx="2502">
                  <c:v>42482</c:v>
                </c:pt>
                <c:pt idx="2503">
                  <c:v>42481</c:v>
                </c:pt>
                <c:pt idx="2504">
                  <c:v>42480</c:v>
                </c:pt>
                <c:pt idx="2505">
                  <c:v>42479</c:v>
                </c:pt>
                <c:pt idx="2506">
                  <c:v>42478</c:v>
                </c:pt>
                <c:pt idx="2507">
                  <c:v>42475</c:v>
                </c:pt>
                <c:pt idx="2508">
                  <c:v>42474</c:v>
                </c:pt>
                <c:pt idx="2509">
                  <c:v>42473</c:v>
                </c:pt>
                <c:pt idx="2510">
                  <c:v>42472</c:v>
                </c:pt>
                <c:pt idx="2511">
                  <c:v>42471</c:v>
                </c:pt>
                <c:pt idx="2512">
                  <c:v>42468</c:v>
                </c:pt>
                <c:pt idx="2513">
                  <c:v>42467</c:v>
                </c:pt>
                <c:pt idx="2514">
                  <c:v>42466</c:v>
                </c:pt>
                <c:pt idx="2515">
                  <c:v>42465</c:v>
                </c:pt>
                <c:pt idx="2516">
                  <c:v>42461</c:v>
                </c:pt>
                <c:pt idx="2517">
                  <c:v>42460</c:v>
                </c:pt>
                <c:pt idx="2518">
                  <c:v>42459</c:v>
                </c:pt>
                <c:pt idx="2519">
                  <c:v>42458</c:v>
                </c:pt>
                <c:pt idx="2520">
                  <c:v>42453</c:v>
                </c:pt>
                <c:pt idx="2521">
                  <c:v>42452</c:v>
                </c:pt>
                <c:pt idx="2522">
                  <c:v>42451</c:v>
                </c:pt>
                <c:pt idx="2523">
                  <c:v>42450</c:v>
                </c:pt>
                <c:pt idx="2524">
                  <c:v>42447</c:v>
                </c:pt>
                <c:pt idx="2525">
                  <c:v>42446</c:v>
                </c:pt>
                <c:pt idx="2526">
                  <c:v>42445</c:v>
                </c:pt>
                <c:pt idx="2527">
                  <c:v>42444</c:v>
                </c:pt>
                <c:pt idx="2528">
                  <c:v>42443</c:v>
                </c:pt>
                <c:pt idx="2529">
                  <c:v>42440</c:v>
                </c:pt>
                <c:pt idx="2530">
                  <c:v>42439</c:v>
                </c:pt>
                <c:pt idx="2531">
                  <c:v>42438</c:v>
                </c:pt>
                <c:pt idx="2532">
                  <c:v>42437</c:v>
                </c:pt>
                <c:pt idx="2533">
                  <c:v>42436</c:v>
                </c:pt>
                <c:pt idx="2534">
                  <c:v>42433</c:v>
                </c:pt>
                <c:pt idx="2535">
                  <c:v>42432</c:v>
                </c:pt>
                <c:pt idx="2536">
                  <c:v>42431</c:v>
                </c:pt>
                <c:pt idx="2537">
                  <c:v>42430</c:v>
                </c:pt>
                <c:pt idx="2538">
                  <c:v>42429</c:v>
                </c:pt>
                <c:pt idx="2539">
                  <c:v>42426</c:v>
                </c:pt>
                <c:pt idx="2540">
                  <c:v>42425</c:v>
                </c:pt>
                <c:pt idx="2541">
                  <c:v>42424</c:v>
                </c:pt>
                <c:pt idx="2542">
                  <c:v>42423</c:v>
                </c:pt>
                <c:pt idx="2543">
                  <c:v>42422</c:v>
                </c:pt>
                <c:pt idx="2544">
                  <c:v>42419</c:v>
                </c:pt>
                <c:pt idx="2545">
                  <c:v>42418</c:v>
                </c:pt>
                <c:pt idx="2546">
                  <c:v>42417</c:v>
                </c:pt>
                <c:pt idx="2547">
                  <c:v>42416</c:v>
                </c:pt>
                <c:pt idx="2548">
                  <c:v>42415</c:v>
                </c:pt>
                <c:pt idx="2549">
                  <c:v>42412</c:v>
                </c:pt>
                <c:pt idx="2550">
                  <c:v>42411</c:v>
                </c:pt>
                <c:pt idx="2551">
                  <c:v>42405</c:v>
                </c:pt>
                <c:pt idx="2552">
                  <c:v>42404</c:v>
                </c:pt>
                <c:pt idx="2553">
                  <c:v>42403</c:v>
                </c:pt>
                <c:pt idx="2554">
                  <c:v>42402</c:v>
                </c:pt>
                <c:pt idx="2555">
                  <c:v>42401</c:v>
                </c:pt>
                <c:pt idx="2556">
                  <c:v>42398</c:v>
                </c:pt>
                <c:pt idx="2557">
                  <c:v>42397</c:v>
                </c:pt>
                <c:pt idx="2558">
                  <c:v>42396</c:v>
                </c:pt>
                <c:pt idx="2559">
                  <c:v>42395</c:v>
                </c:pt>
                <c:pt idx="2560">
                  <c:v>42394</c:v>
                </c:pt>
                <c:pt idx="2561">
                  <c:v>42391</c:v>
                </c:pt>
                <c:pt idx="2562">
                  <c:v>42390</c:v>
                </c:pt>
                <c:pt idx="2563">
                  <c:v>42389</c:v>
                </c:pt>
                <c:pt idx="2564">
                  <c:v>42388</c:v>
                </c:pt>
                <c:pt idx="2565">
                  <c:v>42387</c:v>
                </c:pt>
                <c:pt idx="2566">
                  <c:v>42384</c:v>
                </c:pt>
                <c:pt idx="2567">
                  <c:v>42383</c:v>
                </c:pt>
                <c:pt idx="2568">
                  <c:v>42382</c:v>
                </c:pt>
                <c:pt idx="2569">
                  <c:v>42381</c:v>
                </c:pt>
                <c:pt idx="2570">
                  <c:v>42380</c:v>
                </c:pt>
                <c:pt idx="2571">
                  <c:v>42377</c:v>
                </c:pt>
                <c:pt idx="2572">
                  <c:v>42376</c:v>
                </c:pt>
                <c:pt idx="2573">
                  <c:v>42375</c:v>
                </c:pt>
                <c:pt idx="2574">
                  <c:v>42374</c:v>
                </c:pt>
                <c:pt idx="2575">
                  <c:v>42373</c:v>
                </c:pt>
                <c:pt idx="2576">
                  <c:v>42369</c:v>
                </c:pt>
                <c:pt idx="2577">
                  <c:v>42368</c:v>
                </c:pt>
                <c:pt idx="2578">
                  <c:v>42367</c:v>
                </c:pt>
                <c:pt idx="2579">
                  <c:v>42366</c:v>
                </c:pt>
                <c:pt idx="2580">
                  <c:v>42362</c:v>
                </c:pt>
                <c:pt idx="2581">
                  <c:v>42361</c:v>
                </c:pt>
                <c:pt idx="2582">
                  <c:v>42360</c:v>
                </c:pt>
                <c:pt idx="2583">
                  <c:v>42359</c:v>
                </c:pt>
                <c:pt idx="2584">
                  <c:v>42356</c:v>
                </c:pt>
                <c:pt idx="2585">
                  <c:v>42355</c:v>
                </c:pt>
                <c:pt idx="2586">
                  <c:v>42354</c:v>
                </c:pt>
                <c:pt idx="2587">
                  <c:v>42353</c:v>
                </c:pt>
                <c:pt idx="2588">
                  <c:v>42352</c:v>
                </c:pt>
                <c:pt idx="2589">
                  <c:v>42349</c:v>
                </c:pt>
                <c:pt idx="2590">
                  <c:v>42348</c:v>
                </c:pt>
                <c:pt idx="2591">
                  <c:v>42347</c:v>
                </c:pt>
                <c:pt idx="2592">
                  <c:v>42346</c:v>
                </c:pt>
                <c:pt idx="2593">
                  <c:v>42345</c:v>
                </c:pt>
                <c:pt idx="2594">
                  <c:v>42342</c:v>
                </c:pt>
                <c:pt idx="2595">
                  <c:v>42341</c:v>
                </c:pt>
                <c:pt idx="2596">
                  <c:v>42340</c:v>
                </c:pt>
                <c:pt idx="2597">
                  <c:v>42339</c:v>
                </c:pt>
                <c:pt idx="2598">
                  <c:v>42338</c:v>
                </c:pt>
                <c:pt idx="2599">
                  <c:v>42335</c:v>
                </c:pt>
                <c:pt idx="2600">
                  <c:v>42334</c:v>
                </c:pt>
                <c:pt idx="2601">
                  <c:v>42333</c:v>
                </c:pt>
                <c:pt idx="2602">
                  <c:v>42332</c:v>
                </c:pt>
                <c:pt idx="2603">
                  <c:v>42331</c:v>
                </c:pt>
                <c:pt idx="2604">
                  <c:v>42328</c:v>
                </c:pt>
                <c:pt idx="2605">
                  <c:v>42327</c:v>
                </c:pt>
                <c:pt idx="2606">
                  <c:v>42326</c:v>
                </c:pt>
                <c:pt idx="2607">
                  <c:v>42325</c:v>
                </c:pt>
                <c:pt idx="2608">
                  <c:v>42324</c:v>
                </c:pt>
                <c:pt idx="2609">
                  <c:v>42321</c:v>
                </c:pt>
                <c:pt idx="2610">
                  <c:v>42320</c:v>
                </c:pt>
                <c:pt idx="2611">
                  <c:v>42319</c:v>
                </c:pt>
                <c:pt idx="2612">
                  <c:v>42318</c:v>
                </c:pt>
                <c:pt idx="2613">
                  <c:v>42317</c:v>
                </c:pt>
                <c:pt idx="2614">
                  <c:v>42314</c:v>
                </c:pt>
                <c:pt idx="2615">
                  <c:v>42313</c:v>
                </c:pt>
                <c:pt idx="2616">
                  <c:v>42312</c:v>
                </c:pt>
                <c:pt idx="2617">
                  <c:v>42311</c:v>
                </c:pt>
                <c:pt idx="2618">
                  <c:v>42310</c:v>
                </c:pt>
                <c:pt idx="2619">
                  <c:v>42307</c:v>
                </c:pt>
                <c:pt idx="2620">
                  <c:v>42306</c:v>
                </c:pt>
                <c:pt idx="2621">
                  <c:v>42305</c:v>
                </c:pt>
                <c:pt idx="2622">
                  <c:v>42304</c:v>
                </c:pt>
                <c:pt idx="2623">
                  <c:v>42303</c:v>
                </c:pt>
                <c:pt idx="2624">
                  <c:v>42300</c:v>
                </c:pt>
                <c:pt idx="2625">
                  <c:v>42299</c:v>
                </c:pt>
                <c:pt idx="2626">
                  <c:v>42297</c:v>
                </c:pt>
                <c:pt idx="2627">
                  <c:v>42296</c:v>
                </c:pt>
                <c:pt idx="2628">
                  <c:v>42293</c:v>
                </c:pt>
                <c:pt idx="2629">
                  <c:v>42292</c:v>
                </c:pt>
                <c:pt idx="2630">
                  <c:v>42291</c:v>
                </c:pt>
                <c:pt idx="2631">
                  <c:v>42290</c:v>
                </c:pt>
                <c:pt idx="2632">
                  <c:v>42289</c:v>
                </c:pt>
                <c:pt idx="2633">
                  <c:v>42286</c:v>
                </c:pt>
                <c:pt idx="2634">
                  <c:v>42285</c:v>
                </c:pt>
                <c:pt idx="2635">
                  <c:v>42284</c:v>
                </c:pt>
                <c:pt idx="2636">
                  <c:v>42283</c:v>
                </c:pt>
                <c:pt idx="2637">
                  <c:v>42282</c:v>
                </c:pt>
                <c:pt idx="2638">
                  <c:v>42279</c:v>
                </c:pt>
                <c:pt idx="2639">
                  <c:v>42277</c:v>
                </c:pt>
                <c:pt idx="2640">
                  <c:v>42276</c:v>
                </c:pt>
                <c:pt idx="2641">
                  <c:v>42272</c:v>
                </c:pt>
                <c:pt idx="2642">
                  <c:v>42271</c:v>
                </c:pt>
                <c:pt idx="2643">
                  <c:v>42270</c:v>
                </c:pt>
                <c:pt idx="2644">
                  <c:v>42269</c:v>
                </c:pt>
                <c:pt idx="2645">
                  <c:v>42268</c:v>
                </c:pt>
                <c:pt idx="2646">
                  <c:v>42265</c:v>
                </c:pt>
                <c:pt idx="2647">
                  <c:v>42264</c:v>
                </c:pt>
                <c:pt idx="2648">
                  <c:v>42263</c:v>
                </c:pt>
                <c:pt idx="2649">
                  <c:v>42262</c:v>
                </c:pt>
                <c:pt idx="2650">
                  <c:v>42261</c:v>
                </c:pt>
                <c:pt idx="2651">
                  <c:v>42258</c:v>
                </c:pt>
                <c:pt idx="2652">
                  <c:v>42257</c:v>
                </c:pt>
                <c:pt idx="2653">
                  <c:v>42256</c:v>
                </c:pt>
                <c:pt idx="2654">
                  <c:v>42255</c:v>
                </c:pt>
                <c:pt idx="2655">
                  <c:v>42254</c:v>
                </c:pt>
                <c:pt idx="2656">
                  <c:v>42251</c:v>
                </c:pt>
                <c:pt idx="2657">
                  <c:v>42249</c:v>
                </c:pt>
                <c:pt idx="2658">
                  <c:v>42248</c:v>
                </c:pt>
                <c:pt idx="2659">
                  <c:v>42247</c:v>
                </c:pt>
                <c:pt idx="2660">
                  <c:v>42244</c:v>
                </c:pt>
                <c:pt idx="2661">
                  <c:v>42243</c:v>
                </c:pt>
                <c:pt idx="2662">
                  <c:v>42242</c:v>
                </c:pt>
                <c:pt idx="2663">
                  <c:v>42241</c:v>
                </c:pt>
                <c:pt idx="2664">
                  <c:v>42240</c:v>
                </c:pt>
                <c:pt idx="2665">
                  <c:v>42237</c:v>
                </c:pt>
                <c:pt idx="2666">
                  <c:v>42236</c:v>
                </c:pt>
                <c:pt idx="2667">
                  <c:v>42235</c:v>
                </c:pt>
                <c:pt idx="2668">
                  <c:v>42234</c:v>
                </c:pt>
                <c:pt idx="2669">
                  <c:v>42233</c:v>
                </c:pt>
                <c:pt idx="2670">
                  <c:v>42230</c:v>
                </c:pt>
                <c:pt idx="2671">
                  <c:v>42229</c:v>
                </c:pt>
                <c:pt idx="2672">
                  <c:v>42228</c:v>
                </c:pt>
                <c:pt idx="2673">
                  <c:v>42227</c:v>
                </c:pt>
                <c:pt idx="2674">
                  <c:v>42226</c:v>
                </c:pt>
                <c:pt idx="2675">
                  <c:v>42223</c:v>
                </c:pt>
                <c:pt idx="2676">
                  <c:v>42222</c:v>
                </c:pt>
                <c:pt idx="2677">
                  <c:v>42221</c:v>
                </c:pt>
                <c:pt idx="2678">
                  <c:v>42220</c:v>
                </c:pt>
                <c:pt idx="2679">
                  <c:v>42219</c:v>
                </c:pt>
                <c:pt idx="2680">
                  <c:v>42216</c:v>
                </c:pt>
                <c:pt idx="2681">
                  <c:v>42215</c:v>
                </c:pt>
                <c:pt idx="2682">
                  <c:v>42214</c:v>
                </c:pt>
                <c:pt idx="2683">
                  <c:v>42213</c:v>
                </c:pt>
                <c:pt idx="2684">
                  <c:v>42212</c:v>
                </c:pt>
                <c:pt idx="2685">
                  <c:v>42209</c:v>
                </c:pt>
                <c:pt idx="2686">
                  <c:v>42208</c:v>
                </c:pt>
                <c:pt idx="2687">
                  <c:v>42207</c:v>
                </c:pt>
                <c:pt idx="2688">
                  <c:v>42206</c:v>
                </c:pt>
                <c:pt idx="2689">
                  <c:v>42205</c:v>
                </c:pt>
                <c:pt idx="2690">
                  <c:v>42202</c:v>
                </c:pt>
                <c:pt idx="2691">
                  <c:v>42201</c:v>
                </c:pt>
                <c:pt idx="2692">
                  <c:v>42200</c:v>
                </c:pt>
                <c:pt idx="2693">
                  <c:v>42199</c:v>
                </c:pt>
                <c:pt idx="2694">
                  <c:v>42198</c:v>
                </c:pt>
                <c:pt idx="2695">
                  <c:v>42195</c:v>
                </c:pt>
                <c:pt idx="2696">
                  <c:v>42194</c:v>
                </c:pt>
                <c:pt idx="2697">
                  <c:v>42193</c:v>
                </c:pt>
                <c:pt idx="2698">
                  <c:v>42192</c:v>
                </c:pt>
                <c:pt idx="2699">
                  <c:v>42191</c:v>
                </c:pt>
                <c:pt idx="2700">
                  <c:v>42188</c:v>
                </c:pt>
                <c:pt idx="2701">
                  <c:v>42187</c:v>
                </c:pt>
                <c:pt idx="2702">
                  <c:v>42185</c:v>
                </c:pt>
                <c:pt idx="2703">
                  <c:v>42184</c:v>
                </c:pt>
                <c:pt idx="2704">
                  <c:v>42181</c:v>
                </c:pt>
                <c:pt idx="2705">
                  <c:v>42180</c:v>
                </c:pt>
                <c:pt idx="2706">
                  <c:v>42179</c:v>
                </c:pt>
                <c:pt idx="2707">
                  <c:v>42178</c:v>
                </c:pt>
                <c:pt idx="2708">
                  <c:v>42177</c:v>
                </c:pt>
                <c:pt idx="2709">
                  <c:v>42174</c:v>
                </c:pt>
                <c:pt idx="2710">
                  <c:v>42173</c:v>
                </c:pt>
                <c:pt idx="2711">
                  <c:v>42172</c:v>
                </c:pt>
                <c:pt idx="2712">
                  <c:v>42171</c:v>
                </c:pt>
                <c:pt idx="2713">
                  <c:v>42170</c:v>
                </c:pt>
                <c:pt idx="2714">
                  <c:v>42167</c:v>
                </c:pt>
                <c:pt idx="2715">
                  <c:v>42166</c:v>
                </c:pt>
                <c:pt idx="2716">
                  <c:v>42165</c:v>
                </c:pt>
                <c:pt idx="2717">
                  <c:v>42164</c:v>
                </c:pt>
                <c:pt idx="2718">
                  <c:v>42163</c:v>
                </c:pt>
                <c:pt idx="2719">
                  <c:v>42160</c:v>
                </c:pt>
                <c:pt idx="2720">
                  <c:v>42159</c:v>
                </c:pt>
                <c:pt idx="2721">
                  <c:v>42158</c:v>
                </c:pt>
                <c:pt idx="2722">
                  <c:v>42157</c:v>
                </c:pt>
                <c:pt idx="2723">
                  <c:v>42156</c:v>
                </c:pt>
                <c:pt idx="2724">
                  <c:v>42153</c:v>
                </c:pt>
                <c:pt idx="2725">
                  <c:v>42152</c:v>
                </c:pt>
                <c:pt idx="2726">
                  <c:v>42151</c:v>
                </c:pt>
                <c:pt idx="2727">
                  <c:v>42150</c:v>
                </c:pt>
                <c:pt idx="2728">
                  <c:v>42146</c:v>
                </c:pt>
                <c:pt idx="2729">
                  <c:v>42145</c:v>
                </c:pt>
                <c:pt idx="2730">
                  <c:v>42144</c:v>
                </c:pt>
                <c:pt idx="2731">
                  <c:v>42143</c:v>
                </c:pt>
                <c:pt idx="2732">
                  <c:v>42142</c:v>
                </c:pt>
                <c:pt idx="2733">
                  <c:v>42139</c:v>
                </c:pt>
                <c:pt idx="2734">
                  <c:v>42138</c:v>
                </c:pt>
                <c:pt idx="2735">
                  <c:v>42137</c:v>
                </c:pt>
                <c:pt idx="2736">
                  <c:v>42136</c:v>
                </c:pt>
                <c:pt idx="2737">
                  <c:v>42135</c:v>
                </c:pt>
                <c:pt idx="2738">
                  <c:v>42132</c:v>
                </c:pt>
                <c:pt idx="2739">
                  <c:v>42131</c:v>
                </c:pt>
                <c:pt idx="2740">
                  <c:v>42130</c:v>
                </c:pt>
                <c:pt idx="2741">
                  <c:v>42129</c:v>
                </c:pt>
                <c:pt idx="2742">
                  <c:v>42128</c:v>
                </c:pt>
                <c:pt idx="2743">
                  <c:v>42124</c:v>
                </c:pt>
                <c:pt idx="2744">
                  <c:v>42123</c:v>
                </c:pt>
                <c:pt idx="2745">
                  <c:v>42122</c:v>
                </c:pt>
                <c:pt idx="2746">
                  <c:v>42121</c:v>
                </c:pt>
                <c:pt idx="2747">
                  <c:v>42118</c:v>
                </c:pt>
                <c:pt idx="2748">
                  <c:v>42117</c:v>
                </c:pt>
                <c:pt idx="2749">
                  <c:v>42116</c:v>
                </c:pt>
                <c:pt idx="2750">
                  <c:v>42115</c:v>
                </c:pt>
                <c:pt idx="2751">
                  <c:v>42114</c:v>
                </c:pt>
                <c:pt idx="2752">
                  <c:v>42111</c:v>
                </c:pt>
                <c:pt idx="2753">
                  <c:v>42110</c:v>
                </c:pt>
                <c:pt idx="2754">
                  <c:v>42109</c:v>
                </c:pt>
                <c:pt idx="2755">
                  <c:v>42108</c:v>
                </c:pt>
                <c:pt idx="2756">
                  <c:v>42107</c:v>
                </c:pt>
                <c:pt idx="2757">
                  <c:v>42104</c:v>
                </c:pt>
                <c:pt idx="2758">
                  <c:v>42103</c:v>
                </c:pt>
                <c:pt idx="2759">
                  <c:v>42102</c:v>
                </c:pt>
                <c:pt idx="2760">
                  <c:v>42096</c:v>
                </c:pt>
                <c:pt idx="2761">
                  <c:v>42095</c:v>
                </c:pt>
                <c:pt idx="2762">
                  <c:v>42094</c:v>
                </c:pt>
                <c:pt idx="2763">
                  <c:v>42093</c:v>
                </c:pt>
                <c:pt idx="2764">
                  <c:v>42090</c:v>
                </c:pt>
                <c:pt idx="2765">
                  <c:v>42089</c:v>
                </c:pt>
                <c:pt idx="2766">
                  <c:v>42088</c:v>
                </c:pt>
                <c:pt idx="2767">
                  <c:v>42087</c:v>
                </c:pt>
                <c:pt idx="2768">
                  <c:v>42086</c:v>
                </c:pt>
                <c:pt idx="2769">
                  <c:v>42083</c:v>
                </c:pt>
                <c:pt idx="2770">
                  <c:v>42082</c:v>
                </c:pt>
                <c:pt idx="2771">
                  <c:v>42081</c:v>
                </c:pt>
                <c:pt idx="2772">
                  <c:v>42080</c:v>
                </c:pt>
                <c:pt idx="2773">
                  <c:v>42079</c:v>
                </c:pt>
                <c:pt idx="2774">
                  <c:v>42076</c:v>
                </c:pt>
                <c:pt idx="2775">
                  <c:v>42075</c:v>
                </c:pt>
                <c:pt idx="2776">
                  <c:v>42074</c:v>
                </c:pt>
                <c:pt idx="2777">
                  <c:v>42073</c:v>
                </c:pt>
                <c:pt idx="2778">
                  <c:v>42072</c:v>
                </c:pt>
                <c:pt idx="2779">
                  <c:v>42069</c:v>
                </c:pt>
                <c:pt idx="2780">
                  <c:v>42068</c:v>
                </c:pt>
                <c:pt idx="2781">
                  <c:v>42067</c:v>
                </c:pt>
                <c:pt idx="2782">
                  <c:v>42066</c:v>
                </c:pt>
                <c:pt idx="2783">
                  <c:v>42065</c:v>
                </c:pt>
                <c:pt idx="2784">
                  <c:v>42062</c:v>
                </c:pt>
                <c:pt idx="2785">
                  <c:v>42061</c:v>
                </c:pt>
                <c:pt idx="2786">
                  <c:v>42060</c:v>
                </c:pt>
                <c:pt idx="2787">
                  <c:v>42059</c:v>
                </c:pt>
                <c:pt idx="2788">
                  <c:v>42058</c:v>
                </c:pt>
                <c:pt idx="2789">
                  <c:v>42053</c:v>
                </c:pt>
                <c:pt idx="2790">
                  <c:v>42052</c:v>
                </c:pt>
                <c:pt idx="2791">
                  <c:v>42051</c:v>
                </c:pt>
                <c:pt idx="2792">
                  <c:v>42048</c:v>
                </c:pt>
                <c:pt idx="2793">
                  <c:v>42047</c:v>
                </c:pt>
                <c:pt idx="2794">
                  <c:v>42046</c:v>
                </c:pt>
                <c:pt idx="2795">
                  <c:v>42045</c:v>
                </c:pt>
                <c:pt idx="2796">
                  <c:v>42044</c:v>
                </c:pt>
                <c:pt idx="2797">
                  <c:v>42041</c:v>
                </c:pt>
                <c:pt idx="2798">
                  <c:v>42040</c:v>
                </c:pt>
                <c:pt idx="2799">
                  <c:v>42039</c:v>
                </c:pt>
                <c:pt idx="2800">
                  <c:v>42038</c:v>
                </c:pt>
                <c:pt idx="2801">
                  <c:v>42037</c:v>
                </c:pt>
                <c:pt idx="2802">
                  <c:v>42034</c:v>
                </c:pt>
                <c:pt idx="2803">
                  <c:v>42033</c:v>
                </c:pt>
                <c:pt idx="2804">
                  <c:v>42032</c:v>
                </c:pt>
                <c:pt idx="2805">
                  <c:v>42031</c:v>
                </c:pt>
                <c:pt idx="2806">
                  <c:v>42030</c:v>
                </c:pt>
                <c:pt idx="2807">
                  <c:v>42027</c:v>
                </c:pt>
                <c:pt idx="2808">
                  <c:v>42026</c:v>
                </c:pt>
                <c:pt idx="2809">
                  <c:v>42025</c:v>
                </c:pt>
                <c:pt idx="2810">
                  <c:v>42024</c:v>
                </c:pt>
                <c:pt idx="2811">
                  <c:v>42023</c:v>
                </c:pt>
                <c:pt idx="2812">
                  <c:v>42020</c:v>
                </c:pt>
                <c:pt idx="2813">
                  <c:v>42019</c:v>
                </c:pt>
                <c:pt idx="2814">
                  <c:v>42018</c:v>
                </c:pt>
                <c:pt idx="2815">
                  <c:v>42017</c:v>
                </c:pt>
                <c:pt idx="2816">
                  <c:v>42016</c:v>
                </c:pt>
                <c:pt idx="2817">
                  <c:v>42013</c:v>
                </c:pt>
                <c:pt idx="2818">
                  <c:v>42012</c:v>
                </c:pt>
                <c:pt idx="2819">
                  <c:v>42011</c:v>
                </c:pt>
                <c:pt idx="2820">
                  <c:v>42010</c:v>
                </c:pt>
                <c:pt idx="2821">
                  <c:v>42009</c:v>
                </c:pt>
                <c:pt idx="2822">
                  <c:v>42006</c:v>
                </c:pt>
                <c:pt idx="2823">
                  <c:v>42004</c:v>
                </c:pt>
                <c:pt idx="2824">
                  <c:v>42003</c:v>
                </c:pt>
                <c:pt idx="2825">
                  <c:v>42002</c:v>
                </c:pt>
                <c:pt idx="2826">
                  <c:v>41997</c:v>
                </c:pt>
                <c:pt idx="2827">
                  <c:v>41996</c:v>
                </c:pt>
                <c:pt idx="2828">
                  <c:v>41995</c:v>
                </c:pt>
                <c:pt idx="2829">
                  <c:v>41992</c:v>
                </c:pt>
                <c:pt idx="2830">
                  <c:v>41991</c:v>
                </c:pt>
                <c:pt idx="2831">
                  <c:v>41990</c:v>
                </c:pt>
                <c:pt idx="2832">
                  <c:v>41989</c:v>
                </c:pt>
                <c:pt idx="2833">
                  <c:v>41988</c:v>
                </c:pt>
                <c:pt idx="2834">
                  <c:v>41985</c:v>
                </c:pt>
                <c:pt idx="2835">
                  <c:v>41984</c:v>
                </c:pt>
                <c:pt idx="2836">
                  <c:v>41983</c:v>
                </c:pt>
                <c:pt idx="2837">
                  <c:v>41982</c:v>
                </c:pt>
                <c:pt idx="2838">
                  <c:v>41981</c:v>
                </c:pt>
                <c:pt idx="2839">
                  <c:v>41978</c:v>
                </c:pt>
                <c:pt idx="2840">
                  <c:v>41977</c:v>
                </c:pt>
                <c:pt idx="2841">
                  <c:v>41976</c:v>
                </c:pt>
                <c:pt idx="2842">
                  <c:v>41975</c:v>
                </c:pt>
                <c:pt idx="2843">
                  <c:v>41974</c:v>
                </c:pt>
                <c:pt idx="2844">
                  <c:v>41971</c:v>
                </c:pt>
                <c:pt idx="2845">
                  <c:v>41970</c:v>
                </c:pt>
                <c:pt idx="2846">
                  <c:v>41969</c:v>
                </c:pt>
                <c:pt idx="2847">
                  <c:v>41968</c:v>
                </c:pt>
                <c:pt idx="2848">
                  <c:v>41967</c:v>
                </c:pt>
                <c:pt idx="2849">
                  <c:v>41964</c:v>
                </c:pt>
                <c:pt idx="2850">
                  <c:v>41963</c:v>
                </c:pt>
                <c:pt idx="2851">
                  <c:v>41962</c:v>
                </c:pt>
                <c:pt idx="2852">
                  <c:v>41961</c:v>
                </c:pt>
                <c:pt idx="2853">
                  <c:v>41960</c:v>
                </c:pt>
                <c:pt idx="2854">
                  <c:v>41957</c:v>
                </c:pt>
                <c:pt idx="2855">
                  <c:v>41956</c:v>
                </c:pt>
                <c:pt idx="2856">
                  <c:v>41955</c:v>
                </c:pt>
                <c:pt idx="2857">
                  <c:v>41954</c:v>
                </c:pt>
                <c:pt idx="2858">
                  <c:v>41953</c:v>
                </c:pt>
                <c:pt idx="2859">
                  <c:v>41950</c:v>
                </c:pt>
                <c:pt idx="2860">
                  <c:v>41949</c:v>
                </c:pt>
                <c:pt idx="2861">
                  <c:v>41948</c:v>
                </c:pt>
                <c:pt idx="2862">
                  <c:v>41947</c:v>
                </c:pt>
                <c:pt idx="2863">
                  <c:v>41946</c:v>
                </c:pt>
                <c:pt idx="2864">
                  <c:v>41943</c:v>
                </c:pt>
                <c:pt idx="2865">
                  <c:v>41942</c:v>
                </c:pt>
                <c:pt idx="2866">
                  <c:v>41941</c:v>
                </c:pt>
                <c:pt idx="2867">
                  <c:v>41940</c:v>
                </c:pt>
                <c:pt idx="2868">
                  <c:v>41939</c:v>
                </c:pt>
                <c:pt idx="2869">
                  <c:v>41936</c:v>
                </c:pt>
                <c:pt idx="2870">
                  <c:v>41935</c:v>
                </c:pt>
                <c:pt idx="2871">
                  <c:v>41934</c:v>
                </c:pt>
                <c:pt idx="2872">
                  <c:v>41933</c:v>
                </c:pt>
                <c:pt idx="2873">
                  <c:v>41932</c:v>
                </c:pt>
                <c:pt idx="2874">
                  <c:v>41929</c:v>
                </c:pt>
                <c:pt idx="2875">
                  <c:v>41928</c:v>
                </c:pt>
                <c:pt idx="2876">
                  <c:v>41927</c:v>
                </c:pt>
                <c:pt idx="2877">
                  <c:v>41926</c:v>
                </c:pt>
                <c:pt idx="2878">
                  <c:v>41925</c:v>
                </c:pt>
                <c:pt idx="2879">
                  <c:v>41922</c:v>
                </c:pt>
                <c:pt idx="2880">
                  <c:v>41921</c:v>
                </c:pt>
                <c:pt idx="2881">
                  <c:v>41920</c:v>
                </c:pt>
                <c:pt idx="2882">
                  <c:v>41919</c:v>
                </c:pt>
                <c:pt idx="2883">
                  <c:v>41918</c:v>
                </c:pt>
                <c:pt idx="2884">
                  <c:v>41915</c:v>
                </c:pt>
                <c:pt idx="2885">
                  <c:v>41912</c:v>
                </c:pt>
                <c:pt idx="2886">
                  <c:v>41911</c:v>
                </c:pt>
                <c:pt idx="2887">
                  <c:v>41908</c:v>
                </c:pt>
                <c:pt idx="2888">
                  <c:v>41907</c:v>
                </c:pt>
                <c:pt idx="2889">
                  <c:v>41906</c:v>
                </c:pt>
                <c:pt idx="2890">
                  <c:v>41905</c:v>
                </c:pt>
                <c:pt idx="2891">
                  <c:v>41904</c:v>
                </c:pt>
                <c:pt idx="2892">
                  <c:v>41901</c:v>
                </c:pt>
                <c:pt idx="2893">
                  <c:v>41900</c:v>
                </c:pt>
                <c:pt idx="2894">
                  <c:v>41899</c:v>
                </c:pt>
                <c:pt idx="2895">
                  <c:v>41898</c:v>
                </c:pt>
                <c:pt idx="2896">
                  <c:v>41897</c:v>
                </c:pt>
                <c:pt idx="2897">
                  <c:v>41894</c:v>
                </c:pt>
                <c:pt idx="2898">
                  <c:v>41893</c:v>
                </c:pt>
                <c:pt idx="2899">
                  <c:v>41892</c:v>
                </c:pt>
                <c:pt idx="2900">
                  <c:v>41890</c:v>
                </c:pt>
                <c:pt idx="2901">
                  <c:v>41887</c:v>
                </c:pt>
                <c:pt idx="2902">
                  <c:v>41886</c:v>
                </c:pt>
                <c:pt idx="2903">
                  <c:v>41885</c:v>
                </c:pt>
                <c:pt idx="2904">
                  <c:v>41884</c:v>
                </c:pt>
                <c:pt idx="2905">
                  <c:v>41883</c:v>
                </c:pt>
                <c:pt idx="2906">
                  <c:v>41880</c:v>
                </c:pt>
                <c:pt idx="2907">
                  <c:v>41879</c:v>
                </c:pt>
                <c:pt idx="2908">
                  <c:v>41878</c:v>
                </c:pt>
                <c:pt idx="2909">
                  <c:v>41877</c:v>
                </c:pt>
                <c:pt idx="2910">
                  <c:v>41876</c:v>
                </c:pt>
                <c:pt idx="2911">
                  <c:v>41873</c:v>
                </c:pt>
                <c:pt idx="2912">
                  <c:v>41872</c:v>
                </c:pt>
                <c:pt idx="2913">
                  <c:v>41871</c:v>
                </c:pt>
                <c:pt idx="2914">
                  <c:v>41870</c:v>
                </c:pt>
                <c:pt idx="2915">
                  <c:v>41869</c:v>
                </c:pt>
                <c:pt idx="2916">
                  <c:v>41866</c:v>
                </c:pt>
                <c:pt idx="2917">
                  <c:v>41865</c:v>
                </c:pt>
                <c:pt idx="2918">
                  <c:v>41864</c:v>
                </c:pt>
                <c:pt idx="2919">
                  <c:v>41863</c:v>
                </c:pt>
                <c:pt idx="2920">
                  <c:v>41862</c:v>
                </c:pt>
                <c:pt idx="2921">
                  <c:v>41859</c:v>
                </c:pt>
                <c:pt idx="2922">
                  <c:v>41858</c:v>
                </c:pt>
                <c:pt idx="2923">
                  <c:v>41857</c:v>
                </c:pt>
                <c:pt idx="2924">
                  <c:v>41856</c:v>
                </c:pt>
                <c:pt idx="2925">
                  <c:v>41855</c:v>
                </c:pt>
                <c:pt idx="2926">
                  <c:v>41852</c:v>
                </c:pt>
                <c:pt idx="2927">
                  <c:v>41851</c:v>
                </c:pt>
                <c:pt idx="2928">
                  <c:v>41850</c:v>
                </c:pt>
                <c:pt idx="2929">
                  <c:v>41849</c:v>
                </c:pt>
                <c:pt idx="2930">
                  <c:v>41848</c:v>
                </c:pt>
                <c:pt idx="2931">
                  <c:v>41845</c:v>
                </c:pt>
                <c:pt idx="2932">
                  <c:v>41844</c:v>
                </c:pt>
                <c:pt idx="2933">
                  <c:v>41843</c:v>
                </c:pt>
                <c:pt idx="2934">
                  <c:v>41842</c:v>
                </c:pt>
                <c:pt idx="2935">
                  <c:v>41841</c:v>
                </c:pt>
                <c:pt idx="2936">
                  <c:v>41838</c:v>
                </c:pt>
                <c:pt idx="2937">
                  <c:v>41837</c:v>
                </c:pt>
                <c:pt idx="2938">
                  <c:v>41836</c:v>
                </c:pt>
                <c:pt idx="2939">
                  <c:v>41835</c:v>
                </c:pt>
                <c:pt idx="2940">
                  <c:v>41834</c:v>
                </c:pt>
                <c:pt idx="2941">
                  <c:v>41831</c:v>
                </c:pt>
                <c:pt idx="2942">
                  <c:v>41830</c:v>
                </c:pt>
                <c:pt idx="2943">
                  <c:v>41829</c:v>
                </c:pt>
                <c:pt idx="2944">
                  <c:v>41828</c:v>
                </c:pt>
                <c:pt idx="2945">
                  <c:v>41827</c:v>
                </c:pt>
                <c:pt idx="2946">
                  <c:v>41824</c:v>
                </c:pt>
                <c:pt idx="2947">
                  <c:v>41823</c:v>
                </c:pt>
                <c:pt idx="2948">
                  <c:v>41822</c:v>
                </c:pt>
                <c:pt idx="2949">
                  <c:v>41820</c:v>
                </c:pt>
                <c:pt idx="2950">
                  <c:v>41817</c:v>
                </c:pt>
                <c:pt idx="2951">
                  <c:v>41816</c:v>
                </c:pt>
                <c:pt idx="2952">
                  <c:v>41815</c:v>
                </c:pt>
                <c:pt idx="2953">
                  <c:v>41814</c:v>
                </c:pt>
                <c:pt idx="2954">
                  <c:v>41813</c:v>
                </c:pt>
                <c:pt idx="2955">
                  <c:v>41810</c:v>
                </c:pt>
                <c:pt idx="2956">
                  <c:v>41809</c:v>
                </c:pt>
                <c:pt idx="2957">
                  <c:v>41808</c:v>
                </c:pt>
                <c:pt idx="2958">
                  <c:v>41807</c:v>
                </c:pt>
                <c:pt idx="2959">
                  <c:v>41806</c:v>
                </c:pt>
                <c:pt idx="2960">
                  <c:v>41803</c:v>
                </c:pt>
                <c:pt idx="2961">
                  <c:v>41802</c:v>
                </c:pt>
                <c:pt idx="2962">
                  <c:v>41801</c:v>
                </c:pt>
                <c:pt idx="2963">
                  <c:v>41800</c:v>
                </c:pt>
                <c:pt idx="2964">
                  <c:v>41799</c:v>
                </c:pt>
                <c:pt idx="2965">
                  <c:v>41796</c:v>
                </c:pt>
                <c:pt idx="2966">
                  <c:v>41795</c:v>
                </c:pt>
                <c:pt idx="2967">
                  <c:v>41794</c:v>
                </c:pt>
                <c:pt idx="2968">
                  <c:v>41793</c:v>
                </c:pt>
                <c:pt idx="2969">
                  <c:v>41789</c:v>
                </c:pt>
                <c:pt idx="2970">
                  <c:v>41788</c:v>
                </c:pt>
                <c:pt idx="2971">
                  <c:v>41787</c:v>
                </c:pt>
                <c:pt idx="2972">
                  <c:v>41786</c:v>
                </c:pt>
                <c:pt idx="2973">
                  <c:v>41785</c:v>
                </c:pt>
                <c:pt idx="2974">
                  <c:v>41782</c:v>
                </c:pt>
                <c:pt idx="2975">
                  <c:v>41781</c:v>
                </c:pt>
                <c:pt idx="2976">
                  <c:v>41780</c:v>
                </c:pt>
                <c:pt idx="2977">
                  <c:v>41779</c:v>
                </c:pt>
                <c:pt idx="2978">
                  <c:v>41778</c:v>
                </c:pt>
                <c:pt idx="2979">
                  <c:v>41775</c:v>
                </c:pt>
                <c:pt idx="2980">
                  <c:v>41774</c:v>
                </c:pt>
                <c:pt idx="2981">
                  <c:v>41773</c:v>
                </c:pt>
                <c:pt idx="2982">
                  <c:v>41772</c:v>
                </c:pt>
                <c:pt idx="2983">
                  <c:v>41771</c:v>
                </c:pt>
                <c:pt idx="2984">
                  <c:v>41768</c:v>
                </c:pt>
                <c:pt idx="2985">
                  <c:v>41767</c:v>
                </c:pt>
                <c:pt idx="2986">
                  <c:v>41766</c:v>
                </c:pt>
                <c:pt idx="2987">
                  <c:v>41764</c:v>
                </c:pt>
                <c:pt idx="2988">
                  <c:v>41761</c:v>
                </c:pt>
                <c:pt idx="2989">
                  <c:v>41759</c:v>
                </c:pt>
                <c:pt idx="2990">
                  <c:v>41758</c:v>
                </c:pt>
                <c:pt idx="2991">
                  <c:v>41757</c:v>
                </c:pt>
                <c:pt idx="2992">
                  <c:v>41754</c:v>
                </c:pt>
                <c:pt idx="2993">
                  <c:v>41753</c:v>
                </c:pt>
                <c:pt idx="2994">
                  <c:v>41752</c:v>
                </c:pt>
                <c:pt idx="2995">
                  <c:v>41751</c:v>
                </c:pt>
                <c:pt idx="2996">
                  <c:v>41746</c:v>
                </c:pt>
                <c:pt idx="2997">
                  <c:v>41745</c:v>
                </c:pt>
                <c:pt idx="2998">
                  <c:v>41744</c:v>
                </c:pt>
                <c:pt idx="2999">
                  <c:v>41743</c:v>
                </c:pt>
                <c:pt idx="3000">
                  <c:v>41740</c:v>
                </c:pt>
                <c:pt idx="3001">
                  <c:v>41739</c:v>
                </c:pt>
                <c:pt idx="3002">
                  <c:v>41738</c:v>
                </c:pt>
                <c:pt idx="3003">
                  <c:v>41737</c:v>
                </c:pt>
                <c:pt idx="3004">
                  <c:v>41736</c:v>
                </c:pt>
                <c:pt idx="3005">
                  <c:v>41733</c:v>
                </c:pt>
                <c:pt idx="3006">
                  <c:v>41732</c:v>
                </c:pt>
                <c:pt idx="3007">
                  <c:v>41731</c:v>
                </c:pt>
                <c:pt idx="3008">
                  <c:v>41730</c:v>
                </c:pt>
                <c:pt idx="3009">
                  <c:v>41729</c:v>
                </c:pt>
                <c:pt idx="3010">
                  <c:v>41726</c:v>
                </c:pt>
                <c:pt idx="3011">
                  <c:v>41725</c:v>
                </c:pt>
                <c:pt idx="3012">
                  <c:v>41724</c:v>
                </c:pt>
                <c:pt idx="3013">
                  <c:v>41723</c:v>
                </c:pt>
                <c:pt idx="3014">
                  <c:v>41722</c:v>
                </c:pt>
                <c:pt idx="3015">
                  <c:v>41719</c:v>
                </c:pt>
                <c:pt idx="3016">
                  <c:v>41718</c:v>
                </c:pt>
                <c:pt idx="3017">
                  <c:v>41717</c:v>
                </c:pt>
                <c:pt idx="3018">
                  <c:v>41716</c:v>
                </c:pt>
                <c:pt idx="3019">
                  <c:v>41715</c:v>
                </c:pt>
                <c:pt idx="3020">
                  <c:v>41712</c:v>
                </c:pt>
                <c:pt idx="3021">
                  <c:v>41711</c:v>
                </c:pt>
                <c:pt idx="3022">
                  <c:v>41710</c:v>
                </c:pt>
                <c:pt idx="3023">
                  <c:v>41709</c:v>
                </c:pt>
                <c:pt idx="3024">
                  <c:v>41708</c:v>
                </c:pt>
                <c:pt idx="3025">
                  <c:v>41705</c:v>
                </c:pt>
                <c:pt idx="3026">
                  <c:v>41704</c:v>
                </c:pt>
                <c:pt idx="3027">
                  <c:v>41703</c:v>
                </c:pt>
                <c:pt idx="3028">
                  <c:v>41702</c:v>
                </c:pt>
                <c:pt idx="3029">
                  <c:v>41701</c:v>
                </c:pt>
                <c:pt idx="3030">
                  <c:v>41698</c:v>
                </c:pt>
                <c:pt idx="3031">
                  <c:v>41697</c:v>
                </c:pt>
                <c:pt idx="3032">
                  <c:v>41696</c:v>
                </c:pt>
                <c:pt idx="3033">
                  <c:v>41695</c:v>
                </c:pt>
                <c:pt idx="3034">
                  <c:v>41694</c:v>
                </c:pt>
                <c:pt idx="3035">
                  <c:v>41691</c:v>
                </c:pt>
                <c:pt idx="3036">
                  <c:v>41690</c:v>
                </c:pt>
                <c:pt idx="3037">
                  <c:v>41689</c:v>
                </c:pt>
                <c:pt idx="3038">
                  <c:v>41688</c:v>
                </c:pt>
                <c:pt idx="3039">
                  <c:v>41687</c:v>
                </c:pt>
                <c:pt idx="3040">
                  <c:v>41684</c:v>
                </c:pt>
                <c:pt idx="3041">
                  <c:v>41683</c:v>
                </c:pt>
                <c:pt idx="3042">
                  <c:v>41682</c:v>
                </c:pt>
                <c:pt idx="3043">
                  <c:v>41681</c:v>
                </c:pt>
                <c:pt idx="3044">
                  <c:v>41680</c:v>
                </c:pt>
                <c:pt idx="3045">
                  <c:v>41677</c:v>
                </c:pt>
                <c:pt idx="3046">
                  <c:v>41676</c:v>
                </c:pt>
                <c:pt idx="3047">
                  <c:v>41675</c:v>
                </c:pt>
                <c:pt idx="3048">
                  <c:v>41674</c:v>
                </c:pt>
                <c:pt idx="3049">
                  <c:v>41669</c:v>
                </c:pt>
                <c:pt idx="3050">
                  <c:v>41668</c:v>
                </c:pt>
                <c:pt idx="3051">
                  <c:v>41667</c:v>
                </c:pt>
                <c:pt idx="3052">
                  <c:v>41666</c:v>
                </c:pt>
                <c:pt idx="3053">
                  <c:v>41663</c:v>
                </c:pt>
                <c:pt idx="3054">
                  <c:v>41662</c:v>
                </c:pt>
                <c:pt idx="3055">
                  <c:v>41661</c:v>
                </c:pt>
                <c:pt idx="3056">
                  <c:v>41660</c:v>
                </c:pt>
                <c:pt idx="3057">
                  <c:v>41659</c:v>
                </c:pt>
                <c:pt idx="3058">
                  <c:v>41656</c:v>
                </c:pt>
                <c:pt idx="3059">
                  <c:v>41655</c:v>
                </c:pt>
                <c:pt idx="3060">
                  <c:v>41654</c:v>
                </c:pt>
                <c:pt idx="3061">
                  <c:v>41653</c:v>
                </c:pt>
                <c:pt idx="3062">
                  <c:v>41652</c:v>
                </c:pt>
                <c:pt idx="3063">
                  <c:v>41649</c:v>
                </c:pt>
                <c:pt idx="3064">
                  <c:v>41648</c:v>
                </c:pt>
                <c:pt idx="3065">
                  <c:v>41647</c:v>
                </c:pt>
                <c:pt idx="3066">
                  <c:v>41646</c:v>
                </c:pt>
                <c:pt idx="3067">
                  <c:v>41645</c:v>
                </c:pt>
                <c:pt idx="3068">
                  <c:v>41642</c:v>
                </c:pt>
                <c:pt idx="3069">
                  <c:v>41641</c:v>
                </c:pt>
                <c:pt idx="3070">
                  <c:v>41639</c:v>
                </c:pt>
                <c:pt idx="3071">
                  <c:v>41638</c:v>
                </c:pt>
                <c:pt idx="3072">
                  <c:v>41635</c:v>
                </c:pt>
                <c:pt idx="3073">
                  <c:v>41632</c:v>
                </c:pt>
                <c:pt idx="3074">
                  <c:v>41631</c:v>
                </c:pt>
                <c:pt idx="3075">
                  <c:v>41628</c:v>
                </c:pt>
                <c:pt idx="3076">
                  <c:v>41627</c:v>
                </c:pt>
                <c:pt idx="3077">
                  <c:v>41626</c:v>
                </c:pt>
                <c:pt idx="3078">
                  <c:v>41625</c:v>
                </c:pt>
                <c:pt idx="3079">
                  <c:v>41624</c:v>
                </c:pt>
                <c:pt idx="3080">
                  <c:v>41621</c:v>
                </c:pt>
                <c:pt idx="3081">
                  <c:v>41620</c:v>
                </c:pt>
                <c:pt idx="3082">
                  <c:v>41619</c:v>
                </c:pt>
                <c:pt idx="3083">
                  <c:v>41618</c:v>
                </c:pt>
                <c:pt idx="3084">
                  <c:v>41617</c:v>
                </c:pt>
                <c:pt idx="3085">
                  <c:v>41614</c:v>
                </c:pt>
                <c:pt idx="3086">
                  <c:v>41613</c:v>
                </c:pt>
                <c:pt idx="3087">
                  <c:v>41612</c:v>
                </c:pt>
                <c:pt idx="3088">
                  <c:v>41611</c:v>
                </c:pt>
                <c:pt idx="3089">
                  <c:v>41610</c:v>
                </c:pt>
                <c:pt idx="3090">
                  <c:v>41607</c:v>
                </c:pt>
                <c:pt idx="3091">
                  <c:v>41606</c:v>
                </c:pt>
                <c:pt idx="3092">
                  <c:v>41605</c:v>
                </c:pt>
                <c:pt idx="3093">
                  <c:v>41604</c:v>
                </c:pt>
                <c:pt idx="3094">
                  <c:v>41603</c:v>
                </c:pt>
                <c:pt idx="3095">
                  <c:v>41600</c:v>
                </c:pt>
                <c:pt idx="3096">
                  <c:v>41599</c:v>
                </c:pt>
                <c:pt idx="3097">
                  <c:v>41598</c:v>
                </c:pt>
                <c:pt idx="3098">
                  <c:v>41597</c:v>
                </c:pt>
                <c:pt idx="3099">
                  <c:v>41596</c:v>
                </c:pt>
                <c:pt idx="3100">
                  <c:v>41593</c:v>
                </c:pt>
                <c:pt idx="3101">
                  <c:v>41592</c:v>
                </c:pt>
                <c:pt idx="3102">
                  <c:v>41591</c:v>
                </c:pt>
                <c:pt idx="3103">
                  <c:v>41590</c:v>
                </c:pt>
                <c:pt idx="3104">
                  <c:v>41589</c:v>
                </c:pt>
                <c:pt idx="3105">
                  <c:v>41586</c:v>
                </c:pt>
                <c:pt idx="3106">
                  <c:v>41585</c:v>
                </c:pt>
                <c:pt idx="3107">
                  <c:v>41584</c:v>
                </c:pt>
                <c:pt idx="3108">
                  <c:v>41583</c:v>
                </c:pt>
                <c:pt idx="3109">
                  <c:v>41582</c:v>
                </c:pt>
                <c:pt idx="3110">
                  <c:v>41579</c:v>
                </c:pt>
                <c:pt idx="3111">
                  <c:v>41578</c:v>
                </c:pt>
                <c:pt idx="3112">
                  <c:v>41577</c:v>
                </c:pt>
                <c:pt idx="3113">
                  <c:v>41576</c:v>
                </c:pt>
                <c:pt idx="3114">
                  <c:v>41575</c:v>
                </c:pt>
                <c:pt idx="3115">
                  <c:v>41572</c:v>
                </c:pt>
                <c:pt idx="3116">
                  <c:v>41571</c:v>
                </c:pt>
                <c:pt idx="3117">
                  <c:v>41570</c:v>
                </c:pt>
                <c:pt idx="3118">
                  <c:v>41569</c:v>
                </c:pt>
                <c:pt idx="3119">
                  <c:v>41568</c:v>
                </c:pt>
                <c:pt idx="3120">
                  <c:v>41565</c:v>
                </c:pt>
                <c:pt idx="3121">
                  <c:v>41564</c:v>
                </c:pt>
                <c:pt idx="3122">
                  <c:v>41563</c:v>
                </c:pt>
                <c:pt idx="3123">
                  <c:v>41562</c:v>
                </c:pt>
                <c:pt idx="3124">
                  <c:v>41558</c:v>
                </c:pt>
                <c:pt idx="3125">
                  <c:v>41557</c:v>
                </c:pt>
                <c:pt idx="3126">
                  <c:v>41556</c:v>
                </c:pt>
                <c:pt idx="3127">
                  <c:v>41555</c:v>
                </c:pt>
                <c:pt idx="3128">
                  <c:v>41554</c:v>
                </c:pt>
                <c:pt idx="3129">
                  <c:v>41551</c:v>
                </c:pt>
                <c:pt idx="3130">
                  <c:v>41550</c:v>
                </c:pt>
                <c:pt idx="3131">
                  <c:v>41549</c:v>
                </c:pt>
                <c:pt idx="3132">
                  <c:v>41547</c:v>
                </c:pt>
                <c:pt idx="3133">
                  <c:v>41544</c:v>
                </c:pt>
                <c:pt idx="3134">
                  <c:v>41543</c:v>
                </c:pt>
                <c:pt idx="3135">
                  <c:v>41542</c:v>
                </c:pt>
                <c:pt idx="3136">
                  <c:v>41541</c:v>
                </c:pt>
                <c:pt idx="3137">
                  <c:v>41540</c:v>
                </c:pt>
                <c:pt idx="3138">
                  <c:v>41536</c:v>
                </c:pt>
                <c:pt idx="3139">
                  <c:v>41535</c:v>
                </c:pt>
                <c:pt idx="3140">
                  <c:v>41534</c:v>
                </c:pt>
                <c:pt idx="3141">
                  <c:v>41533</c:v>
                </c:pt>
                <c:pt idx="3142">
                  <c:v>41530</c:v>
                </c:pt>
                <c:pt idx="3143">
                  <c:v>41529</c:v>
                </c:pt>
                <c:pt idx="3144">
                  <c:v>41528</c:v>
                </c:pt>
                <c:pt idx="3145">
                  <c:v>41527</c:v>
                </c:pt>
                <c:pt idx="3146">
                  <c:v>41526</c:v>
                </c:pt>
                <c:pt idx="3147">
                  <c:v>41523</c:v>
                </c:pt>
                <c:pt idx="3148">
                  <c:v>41522</c:v>
                </c:pt>
                <c:pt idx="3149">
                  <c:v>41521</c:v>
                </c:pt>
                <c:pt idx="3150">
                  <c:v>41520</c:v>
                </c:pt>
                <c:pt idx="3151">
                  <c:v>41519</c:v>
                </c:pt>
                <c:pt idx="3152">
                  <c:v>41516</c:v>
                </c:pt>
                <c:pt idx="3153">
                  <c:v>41515</c:v>
                </c:pt>
                <c:pt idx="3154">
                  <c:v>41514</c:v>
                </c:pt>
                <c:pt idx="3155">
                  <c:v>41513</c:v>
                </c:pt>
                <c:pt idx="3156">
                  <c:v>41512</c:v>
                </c:pt>
                <c:pt idx="3157">
                  <c:v>41509</c:v>
                </c:pt>
                <c:pt idx="3158">
                  <c:v>41508</c:v>
                </c:pt>
                <c:pt idx="3159">
                  <c:v>41507</c:v>
                </c:pt>
                <c:pt idx="3160">
                  <c:v>41506</c:v>
                </c:pt>
                <c:pt idx="3161">
                  <c:v>41505</c:v>
                </c:pt>
                <c:pt idx="3162">
                  <c:v>41502</c:v>
                </c:pt>
                <c:pt idx="3163">
                  <c:v>41501</c:v>
                </c:pt>
                <c:pt idx="3164">
                  <c:v>41499</c:v>
                </c:pt>
                <c:pt idx="3165">
                  <c:v>41498</c:v>
                </c:pt>
                <c:pt idx="3166">
                  <c:v>41495</c:v>
                </c:pt>
                <c:pt idx="3167">
                  <c:v>41494</c:v>
                </c:pt>
                <c:pt idx="3168">
                  <c:v>41493</c:v>
                </c:pt>
                <c:pt idx="3169">
                  <c:v>41492</c:v>
                </c:pt>
                <c:pt idx="3170">
                  <c:v>41491</c:v>
                </c:pt>
                <c:pt idx="3171">
                  <c:v>41488</c:v>
                </c:pt>
                <c:pt idx="3172">
                  <c:v>41487</c:v>
                </c:pt>
                <c:pt idx="3173">
                  <c:v>41486</c:v>
                </c:pt>
                <c:pt idx="3174">
                  <c:v>41485</c:v>
                </c:pt>
                <c:pt idx="3175">
                  <c:v>41484</c:v>
                </c:pt>
                <c:pt idx="3176">
                  <c:v>41481</c:v>
                </c:pt>
                <c:pt idx="3177">
                  <c:v>41480</c:v>
                </c:pt>
                <c:pt idx="3178">
                  <c:v>41479</c:v>
                </c:pt>
                <c:pt idx="3179">
                  <c:v>41478</c:v>
                </c:pt>
                <c:pt idx="3180">
                  <c:v>41477</c:v>
                </c:pt>
                <c:pt idx="3181">
                  <c:v>41474</c:v>
                </c:pt>
                <c:pt idx="3182">
                  <c:v>41473</c:v>
                </c:pt>
                <c:pt idx="3183">
                  <c:v>41472</c:v>
                </c:pt>
                <c:pt idx="3184">
                  <c:v>41471</c:v>
                </c:pt>
                <c:pt idx="3185">
                  <c:v>41470</c:v>
                </c:pt>
                <c:pt idx="3186">
                  <c:v>41467</c:v>
                </c:pt>
                <c:pt idx="3187">
                  <c:v>41466</c:v>
                </c:pt>
                <c:pt idx="3188">
                  <c:v>41465</c:v>
                </c:pt>
                <c:pt idx="3189">
                  <c:v>41464</c:v>
                </c:pt>
                <c:pt idx="3190">
                  <c:v>41463</c:v>
                </c:pt>
                <c:pt idx="3191">
                  <c:v>41460</c:v>
                </c:pt>
                <c:pt idx="3192">
                  <c:v>41459</c:v>
                </c:pt>
                <c:pt idx="3193">
                  <c:v>41458</c:v>
                </c:pt>
                <c:pt idx="3194">
                  <c:v>41457</c:v>
                </c:pt>
                <c:pt idx="3195">
                  <c:v>41453</c:v>
                </c:pt>
                <c:pt idx="3196">
                  <c:v>41452</c:v>
                </c:pt>
                <c:pt idx="3197">
                  <c:v>41451</c:v>
                </c:pt>
                <c:pt idx="3198">
                  <c:v>41450</c:v>
                </c:pt>
                <c:pt idx="3199">
                  <c:v>41449</c:v>
                </c:pt>
                <c:pt idx="3200">
                  <c:v>41446</c:v>
                </c:pt>
                <c:pt idx="3201">
                  <c:v>41445</c:v>
                </c:pt>
                <c:pt idx="3202">
                  <c:v>41444</c:v>
                </c:pt>
                <c:pt idx="3203">
                  <c:v>41443</c:v>
                </c:pt>
                <c:pt idx="3204">
                  <c:v>41442</c:v>
                </c:pt>
                <c:pt idx="3205">
                  <c:v>41439</c:v>
                </c:pt>
                <c:pt idx="3206">
                  <c:v>41438</c:v>
                </c:pt>
                <c:pt idx="3207">
                  <c:v>41436</c:v>
                </c:pt>
                <c:pt idx="3208">
                  <c:v>41435</c:v>
                </c:pt>
                <c:pt idx="3209">
                  <c:v>41432</c:v>
                </c:pt>
                <c:pt idx="3210">
                  <c:v>41431</c:v>
                </c:pt>
                <c:pt idx="3211">
                  <c:v>41430</c:v>
                </c:pt>
                <c:pt idx="3212">
                  <c:v>41429</c:v>
                </c:pt>
                <c:pt idx="3213">
                  <c:v>41428</c:v>
                </c:pt>
                <c:pt idx="3214">
                  <c:v>41425</c:v>
                </c:pt>
                <c:pt idx="3215">
                  <c:v>41424</c:v>
                </c:pt>
                <c:pt idx="3216">
                  <c:v>41423</c:v>
                </c:pt>
                <c:pt idx="3217">
                  <c:v>41422</c:v>
                </c:pt>
                <c:pt idx="3218">
                  <c:v>41421</c:v>
                </c:pt>
                <c:pt idx="3219">
                  <c:v>41418</c:v>
                </c:pt>
                <c:pt idx="3220">
                  <c:v>41417</c:v>
                </c:pt>
                <c:pt idx="3221">
                  <c:v>41416</c:v>
                </c:pt>
                <c:pt idx="3222">
                  <c:v>41415</c:v>
                </c:pt>
                <c:pt idx="3223">
                  <c:v>41414</c:v>
                </c:pt>
                <c:pt idx="3224">
                  <c:v>41410</c:v>
                </c:pt>
                <c:pt idx="3225">
                  <c:v>41409</c:v>
                </c:pt>
                <c:pt idx="3226">
                  <c:v>41408</c:v>
                </c:pt>
                <c:pt idx="3227">
                  <c:v>41407</c:v>
                </c:pt>
                <c:pt idx="3228">
                  <c:v>41404</c:v>
                </c:pt>
                <c:pt idx="3229">
                  <c:v>41403</c:v>
                </c:pt>
                <c:pt idx="3230">
                  <c:v>41402</c:v>
                </c:pt>
                <c:pt idx="3231">
                  <c:v>41401</c:v>
                </c:pt>
                <c:pt idx="3232">
                  <c:v>41400</c:v>
                </c:pt>
                <c:pt idx="3233">
                  <c:v>41397</c:v>
                </c:pt>
                <c:pt idx="3234">
                  <c:v>41396</c:v>
                </c:pt>
                <c:pt idx="3235">
                  <c:v>41394</c:v>
                </c:pt>
                <c:pt idx="3236">
                  <c:v>41393</c:v>
                </c:pt>
                <c:pt idx="3237">
                  <c:v>41390</c:v>
                </c:pt>
                <c:pt idx="3238">
                  <c:v>41389</c:v>
                </c:pt>
                <c:pt idx="3239">
                  <c:v>41388</c:v>
                </c:pt>
                <c:pt idx="3240">
                  <c:v>41387</c:v>
                </c:pt>
                <c:pt idx="3241">
                  <c:v>41386</c:v>
                </c:pt>
                <c:pt idx="3242">
                  <c:v>41383</c:v>
                </c:pt>
                <c:pt idx="3243">
                  <c:v>41382</c:v>
                </c:pt>
                <c:pt idx="3244">
                  <c:v>41381</c:v>
                </c:pt>
                <c:pt idx="3245">
                  <c:v>41380</c:v>
                </c:pt>
                <c:pt idx="3246">
                  <c:v>41379</c:v>
                </c:pt>
                <c:pt idx="3247">
                  <c:v>41376</c:v>
                </c:pt>
                <c:pt idx="3248">
                  <c:v>41375</c:v>
                </c:pt>
                <c:pt idx="3249">
                  <c:v>41374</c:v>
                </c:pt>
                <c:pt idx="3250">
                  <c:v>41373</c:v>
                </c:pt>
                <c:pt idx="3251">
                  <c:v>41372</c:v>
                </c:pt>
                <c:pt idx="3252">
                  <c:v>41369</c:v>
                </c:pt>
                <c:pt idx="3253">
                  <c:v>41367</c:v>
                </c:pt>
                <c:pt idx="3254">
                  <c:v>41366</c:v>
                </c:pt>
                <c:pt idx="3255">
                  <c:v>41361</c:v>
                </c:pt>
                <c:pt idx="3256">
                  <c:v>41360</c:v>
                </c:pt>
                <c:pt idx="3257">
                  <c:v>41359</c:v>
                </c:pt>
                <c:pt idx="3258">
                  <c:v>41358</c:v>
                </c:pt>
                <c:pt idx="3259">
                  <c:v>41355</c:v>
                </c:pt>
                <c:pt idx="3260">
                  <c:v>41354</c:v>
                </c:pt>
                <c:pt idx="3261">
                  <c:v>41353</c:v>
                </c:pt>
                <c:pt idx="3262">
                  <c:v>41352</c:v>
                </c:pt>
                <c:pt idx="3263">
                  <c:v>41351</c:v>
                </c:pt>
                <c:pt idx="3264">
                  <c:v>41348</c:v>
                </c:pt>
                <c:pt idx="3265">
                  <c:v>41347</c:v>
                </c:pt>
                <c:pt idx="3266">
                  <c:v>41346</c:v>
                </c:pt>
                <c:pt idx="3267">
                  <c:v>41345</c:v>
                </c:pt>
                <c:pt idx="3268">
                  <c:v>41344</c:v>
                </c:pt>
                <c:pt idx="3269">
                  <c:v>41341</c:v>
                </c:pt>
                <c:pt idx="3270">
                  <c:v>41340</c:v>
                </c:pt>
                <c:pt idx="3271">
                  <c:v>41339</c:v>
                </c:pt>
                <c:pt idx="3272">
                  <c:v>41338</c:v>
                </c:pt>
                <c:pt idx="3273">
                  <c:v>41337</c:v>
                </c:pt>
                <c:pt idx="3274">
                  <c:v>41334</c:v>
                </c:pt>
                <c:pt idx="3275">
                  <c:v>41333</c:v>
                </c:pt>
                <c:pt idx="3276">
                  <c:v>41332</c:v>
                </c:pt>
                <c:pt idx="3277">
                  <c:v>41331</c:v>
                </c:pt>
                <c:pt idx="3278">
                  <c:v>41330</c:v>
                </c:pt>
                <c:pt idx="3279">
                  <c:v>41327</c:v>
                </c:pt>
                <c:pt idx="3280">
                  <c:v>41326</c:v>
                </c:pt>
                <c:pt idx="3281">
                  <c:v>41325</c:v>
                </c:pt>
                <c:pt idx="3282">
                  <c:v>41324</c:v>
                </c:pt>
                <c:pt idx="3283">
                  <c:v>41323</c:v>
                </c:pt>
                <c:pt idx="3284">
                  <c:v>41320</c:v>
                </c:pt>
                <c:pt idx="3285">
                  <c:v>41319</c:v>
                </c:pt>
                <c:pt idx="3286">
                  <c:v>41313</c:v>
                </c:pt>
                <c:pt idx="3287">
                  <c:v>41312</c:v>
                </c:pt>
                <c:pt idx="3288">
                  <c:v>41311</c:v>
                </c:pt>
                <c:pt idx="3289">
                  <c:v>41310</c:v>
                </c:pt>
                <c:pt idx="3290">
                  <c:v>41309</c:v>
                </c:pt>
                <c:pt idx="3291">
                  <c:v>41306</c:v>
                </c:pt>
                <c:pt idx="3292">
                  <c:v>41305</c:v>
                </c:pt>
                <c:pt idx="3293">
                  <c:v>41304</c:v>
                </c:pt>
                <c:pt idx="3294">
                  <c:v>41303</c:v>
                </c:pt>
                <c:pt idx="3295">
                  <c:v>41302</c:v>
                </c:pt>
                <c:pt idx="3296">
                  <c:v>41299</c:v>
                </c:pt>
                <c:pt idx="3297">
                  <c:v>41298</c:v>
                </c:pt>
                <c:pt idx="3298">
                  <c:v>41297</c:v>
                </c:pt>
                <c:pt idx="3299">
                  <c:v>41296</c:v>
                </c:pt>
                <c:pt idx="3300">
                  <c:v>41295</c:v>
                </c:pt>
                <c:pt idx="3301">
                  <c:v>41292</c:v>
                </c:pt>
                <c:pt idx="3302">
                  <c:v>41291</c:v>
                </c:pt>
                <c:pt idx="3303">
                  <c:v>41290</c:v>
                </c:pt>
                <c:pt idx="3304">
                  <c:v>41289</c:v>
                </c:pt>
                <c:pt idx="3305">
                  <c:v>41288</c:v>
                </c:pt>
                <c:pt idx="3306">
                  <c:v>41285</c:v>
                </c:pt>
                <c:pt idx="3307">
                  <c:v>41284</c:v>
                </c:pt>
                <c:pt idx="3308">
                  <c:v>41283</c:v>
                </c:pt>
                <c:pt idx="3309">
                  <c:v>41282</c:v>
                </c:pt>
                <c:pt idx="3310">
                  <c:v>41281</c:v>
                </c:pt>
                <c:pt idx="3311">
                  <c:v>41278</c:v>
                </c:pt>
                <c:pt idx="3312">
                  <c:v>41277</c:v>
                </c:pt>
                <c:pt idx="3313">
                  <c:v>41276</c:v>
                </c:pt>
                <c:pt idx="3314">
                  <c:v>41274</c:v>
                </c:pt>
                <c:pt idx="3315">
                  <c:v>41271</c:v>
                </c:pt>
                <c:pt idx="3316">
                  <c:v>41270</c:v>
                </c:pt>
                <c:pt idx="3317">
                  <c:v>41267</c:v>
                </c:pt>
                <c:pt idx="3318">
                  <c:v>41264</c:v>
                </c:pt>
                <c:pt idx="3319">
                  <c:v>41263</c:v>
                </c:pt>
                <c:pt idx="3320">
                  <c:v>41262</c:v>
                </c:pt>
                <c:pt idx="3321">
                  <c:v>41261</c:v>
                </c:pt>
                <c:pt idx="3322">
                  <c:v>41260</c:v>
                </c:pt>
                <c:pt idx="3323">
                  <c:v>41257</c:v>
                </c:pt>
                <c:pt idx="3324">
                  <c:v>41256</c:v>
                </c:pt>
                <c:pt idx="3325">
                  <c:v>41255</c:v>
                </c:pt>
                <c:pt idx="3326">
                  <c:v>41254</c:v>
                </c:pt>
                <c:pt idx="3327">
                  <c:v>41253</c:v>
                </c:pt>
                <c:pt idx="3328">
                  <c:v>41250</c:v>
                </c:pt>
                <c:pt idx="3329">
                  <c:v>41249</c:v>
                </c:pt>
                <c:pt idx="3330">
                  <c:v>41248</c:v>
                </c:pt>
                <c:pt idx="3331">
                  <c:v>41247</c:v>
                </c:pt>
                <c:pt idx="3332">
                  <c:v>41246</c:v>
                </c:pt>
                <c:pt idx="3333">
                  <c:v>41243</c:v>
                </c:pt>
                <c:pt idx="3334">
                  <c:v>41242</c:v>
                </c:pt>
                <c:pt idx="3335">
                  <c:v>41241</c:v>
                </c:pt>
                <c:pt idx="3336">
                  <c:v>41240</c:v>
                </c:pt>
                <c:pt idx="3337">
                  <c:v>41239</c:v>
                </c:pt>
                <c:pt idx="3338">
                  <c:v>41236</c:v>
                </c:pt>
                <c:pt idx="3339">
                  <c:v>41235</c:v>
                </c:pt>
                <c:pt idx="3340">
                  <c:v>41234</c:v>
                </c:pt>
                <c:pt idx="3341">
                  <c:v>41233</c:v>
                </c:pt>
                <c:pt idx="3342">
                  <c:v>41232</c:v>
                </c:pt>
                <c:pt idx="3343">
                  <c:v>41229</c:v>
                </c:pt>
                <c:pt idx="3344">
                  <c:v>41228</c:v>
                </c:pt>
                <c:pt idx="3345">
                  <c:v>41227</c:v>
                </c:pt>
                <c:pt idx="3346">
                  <c:v>41226</c:v>
                </c:pt>
                <c:pt idx="3347">
                  <c:v>41225</c:v>
                </c:pt>
                <c:pt idx="3348">
                  <c:v>41222</c:v>
                </c:pt>
                <c:pt idx="3349">
                  <c:v>41221</c:v>
                </c:pt>
                <c:pt idx="3350">
                  <c:v>41220</c:v>
                </c:pt>
                <c:pt idx="3351">
                  <c:v>41219</c:v>
                </c:pt>
                <c:pt idx="3352">
                  <c:v>41218</c:v>
                </c:pt>
                <c:pt idx="3353">
                  <c:v>41215</c:v>
                </c:pt>
                <c:pt idx="3354">
                  <c:v>41214</c:v>
                </c:pt>
                <c:pt idx="3355">
                  <c:v>41213</c:v>
                </c:pt>
                <c:pt idx="3356">
                  <c:v>41212</c:v>
                </c:pt>
                <c:pt idx="3357">
                  <c:v>41211</c:v>
                </c:pt>
                <c:pt idx="3358">
                  <c:v>41208</c:v>
                </c:pt>
                <c:pt idx="3359">
                  <c:v>41207</c:v>
                </c:pt>
                <c:pt idx="3360">
                  <c:v>41206</c:v>
                </c:pt>
                <c:pt idx="3361">
                  <c:v>41204</c:v>
                </c:pt>
                <c:pt idx="3362">
                  <c:v>41201</c:v>
                </c:pt>
                <c:pt idx="3363">
                  <c:v>41200</c:v>
                </c:pt>
                <c:pt idx="3364">
                  <c:v>41199</c:v>
                </c:pt>
                <c:pt idx="3365">
                  <c:v>41198</c:v>
                </c:pt>
                <c:pt idx="3366">
                  <c:v>41197</c:v>
                </c:pt>
                <c:pt idx="3367">
                  <c:v>41194</c:v>
                </c:pt>
                <c:pt idx="3368">
                  <c:v>41193</c:v>
                </c:pt>
                <c:pt idx="3369">
                  <c:v>41192</c:v>
                </c:pt>
                <c:pt idx="3370">
                  <c:v>41191</c:v>
                </c:pt>
                <c:pt idx="3371">
                  <c:v>41190</c:v>
                </c:pt>
                <c:pt idx="3372">
                  <c:v>41187</c:v>
                </c:pt>
                <c:pt idx="3373">
                  <c:v>41186</c:v>
                </c:pt>
                <c:pt idx="3374">
                  <c:v>41185</c:v>
                </c:pt>
                <c:pt idx="3375">
                  <c:v>41180</c:v>
                </c:pt>
                <c:pt idx="3376">
                  <c:v>41179</c:v>
                </c:pt>
                <c:pt idx="3377">
                  <c:v>41178</c:v>
                </c:pt>
                <c:pt idx="3378">
                  <c:v>41177</c:v>
                </c:pt>
                <c:pt idx="3379">
                  <c:v>41176</c:v>
                </c:pt>
                <c:pt idx="3380">
                  <c:v>41173</c:v>
                </c:pt>
                <c:pt idx="3381">
                  <c:v>41172</c:v>
                </c:pt>
                <c:pt idx="3382">
                  <c:v>41171</c:v>
                </c:pt>
                <c:pt idx="3383">
                  <c:v>41170</c:v>
                </c:pt>
                <c:pt idx="3384">
                  <c:v>41169</c:v>
                </c:pt>
                <c:pt idx="3385">
                  <c:v>41166</c:v>
                </c:pt>
                <c:pt idx="3386">
                  <c:v>41165</c:v>
                </c:pt>
                <c:pt idx="3387">
                  <c:v>41164</c:v>
                </c:pt>
                <c:pt idx="3388">
                  <c:v>41163</c:v>
                </c:pt>
                <c:pt idx="3389">
                  <c:v>41162</c:v>
                </c:pt>
                <c:pt idx="3390">
                  <c:v>41159</c:v>
                </c:pt>
                <c:pt idx="3391">
                  <c:v>41158</c:v>
                </c:pt>
                <c:pt idx="3392">
                  <c:v>41157</c:v>
                </c:pt>
                <c:pt idx="3393">
                  <c:v>41156</c:v>
                </c:pt>
                <c:pt idx="3394">
                  <c:v>41155</c:v>
                </c:pt>
                <c:pt idx="3395">
                  <c:v>41152</c:v>
                </c:pt>
                <c:pt idx="3396">
                  <c:v>41151</c:v>
                </c:pt>
                <c:pt idx="3397">
                  <c:v>41150</c:v>
                </c:pt>
                <c:pt idx="3398">
                  <c:v>41149</c:v>
                </c:pt>
                <c:pt idx="3399">
                  <c:v>41148</c:v>
                </c:pt>
                <c:pt idx="3400">
                  <c:v>41145</c:v>
                </c:pt>
                <c:pt idx="3401">
                  <c:v>41144</c:v>
                </c:pt>
                <c:pt idx="3402">
                  <c:v>41143</c:v>
                </c:pt>
                <c:pt idx="3403">
                  <c:v>41142</c:v>
                </c:pt>
                <c:pt idx="3404">
                  <c:v>41141</c:v>
                </c:pt>
                <c:pt idx="3405">
                  <c:v>41138</c:v>
                </c:pt>
                <c:pt idx="3406">
                  <c:v>41137</c:v>
                </c:pt>
                <c:pt idx="3407">
                  <c:v>41136</c:v>
                </c:pt>
                <c:pt idx="3408">
                  <c:v>41135</c:v>
                </c:pt>
                <c:pt idx="3409">
                  <c:v>41134</c:v>
                </c:pt>
                <c:pt idx="3410">
                  <c:v>41131</c:v>
                </c:pt>
                <c:pt idx="3411">
                  <c:v>41130</c:v>
                </c:pt>
                <c:pt idx="3412">
                  <c:v>41129</c:v>
                </c:pt>
                <c:pt idx="3413">
                  <c:v>41128</c:v>
                </c:pt>
                <c:pt idx="3414">
                  <c:v>41127</c:v>
                </c:pt>
                <c:pt idx="3415">
                  <c:v>41124</c:v>
                </c:pt>
                <c:pt idx="3416">
                  <c:v>41123</c:v>
                </c:pt>
                <c:pt idx="3417">
                  <c:v>41122</c:v>
                </c:pt>
                <c:pt idx="3418">
                  <c:v>41121</c:v>
                </c:pt>
                <c:pt idx="3419">
                  <c:v>41120</c:v>
                </c:pt>
                <c:pt idx="3420">
                  <c:v>41117</c:v>
                </c:pt>
                <c:pt idx="3421">
                  <c:v>41116</c:v>
                </c:pt>
                <c:pt idx="3422">
                  <c:v>41115</c:v>
                </c:pt>
                <c:pt idx="3423">
                  <c:v>41114</c:v>
                </c:pt>
                <c:pt idx="3424">
                  <c:v>41113</c:v>
                </c:pt>
                <c:pt idx="3425">
                  <c:v>41110</c:v>
                </c:pt>
                <c:pt idx="3426">
                  <c:v>41109</c:v>
                </c:pt>
                <c:pt idx="3427">
                  <c:v>41108</c:v>
                </c:pt>
                <c:pt idx="3428">
                  <c:v>41107</c:v>
                </c:pt>
                <c:pt idx="3429">
                  <c:v>41106</c:v>
                </c:pt>
                <c:pt idx="3430">
                  <c:v>41103</c:v>
                </c:pt>
                <c:pt idx="3431">
                  <c:v>41102</c:v>
                </c:pt>
                <c:pt idx="3432">
                  <c:v>41101</c:v>
                </c:pt>
                <c:pt idx="3433">
                  <c:v>41100</c:v>
                </c:pt>
                <c:pt idx="3434">
                  <c:v>41099</c:v>
                </c:pt>
                <c:pt idx="3435">
                  <c:v>41096</c:v>
                </c:pt>
                <c:pt idx="3436">
                  <c:v>41095</c:v>
                </c:pt>
                <c:pt idx="3437">
                  <c:v>41094</c:v>
                </c:pt>
                <c:pt idx="3438">
                  <c:v>41093</c:v>
                </c:pt>
                <c:pt idx="3439">
                  <c:v>41089</c:v>
                </c:pt>
                <c:pt idx="3440">
                  <c:v>41088</c:v>
                </c:pt>
                <c:pt idx="3441">
                  <c:v>41087</c:v>
                </c:pt>
                <c:pt idx="3442">
                  <c:v>41086</c:v>
                </c:pt>
                <c:pt idx="3443">
                  <c:v>41085</c:v>
                </c:pt>
                <c:pt idx="3444">
                  <c:v>41082</c:v>
                </c:pt>
                <c:pt idx="3445">
                  <c:v>41081</c:v>
                </c:pt>
                <c:pt idx="3446">
                  <c:v>41080</c:v>
                </c:pt>
                <c:pt idx="3447">
                  <c:v>41079</c:v>
                </c:pt>
                <c:pt idx="3448">
                  <c:v>41078</c:v>
                </c:pt>
                <c:pt idx="3449">
                  <c:v>41075</c:v>
                </c:pt>
                <c:pt idx="3450">
                  <c:v>41074</c:v>
                </c:pt>
                <c:pt idx="3451">
                  <c:v>41073</c:v>
                </c:pt>
                <c:pt idx="3452">
                  <c:v>41072</c:v>
                </c:pt>
                <c:pt idx="3453">
                  <c:v>41071</c:v>
                </c:pt>
                <c:pt idx="3454">
                  <c:v>41068</c:v>
                </c:pt>
                <c:pt idx="3455">
                  <c:v>41067</c:v>
                </c:pt>
                <c:pt idx="3456">
                  <c:v>41066</c:v>
                </c:pt>
                <c:pt idx="3457">
                  <c:v>41065</c:v>
                </c:pt>
                <c:pt idx="3458">
                  <c:v>41064</c:v>
                </c:pt>
                <c:pt idx="3459">
                  <c:v>41061</c:v>
                </c:pt>
                <c:pt idx="3460">
                  <c:v>41060</c:v>
                </c:pt>
                <c:pt idx="3461">
                  <c:v>41059</c:v>
                </c:pt>
                <c:pt idx="3462">
                  <c:v>41058</c:v>
                </c:pt>
                <c:pt idx="3463">
                  <c:v>41057</c:v>
                </c:pt>
                <c:pt idx="3464">
                  <c:v>41054</c:v>
                </c:pt>
                <c:pt idx="3465">
                  <c:v>41053</c:v>
                </c:pt>
                <c:pt idx="3466">
                  <c:v>41052</c:v>
                </c:pt>
                <c:pt idx="3467">
                  <c:v>41051</c:v>
                </c:pt>
                <c:pt idx="3468">
                  <c:v>41050</c:v>
                </c:pt>
                <c:pt idx="3469">
                  <c:v>41047</c:v>
                </c:pt>
                <c:pt idx="3470">
                  <c:v>41046</c:v>
                </c:pt>
                <c:pt idx="3471">
                  <c:v>41045</c:v>
                </c:pt>
                <c:pt idx="3472">
                  <c:v>41044</c:v>
                </c:pt>
                <c:pt idx="3473">
                  <c:v>41043</c:v>
                </c:pt>
                <c:pt idx="3474">
                  <c:v>41040</c:v>
                </c:pt>
                <c:pt idx="3475">
                  <c:v>41039</c:v>
                </c:pt>
                <c:pt idx="3476">
                  <c:v>41038</c:v>
                </c:pt>
                <c:pt idx="3477">
                  <c:v>41037</c:v>
                </c:pt>
                <c:pt idx="3478">
                  <c:v>41036</c:v>
                </c:pt>
                <c:pt idx="3479">
                  <c:v>41033</c:v>
                </c:pt>
                <c:pt idx="3480">
                  <c:v>41032</c:v>
                </c:pt>
                <c:pt idx="3481">
                  <c:v>41031</c:v>
                </c:pt>
                <c:pt idx="3482">
                  <c:v>41029</c:v>
                </c:pt>
                <c:pt idx="3483">
                  <c:v>41026</c:v>
                </c:pt>
                <c:pt idx="3484">
                  <c:v>41025</c:v>
                </c:pt>
                <c:pt idx="3485">
                  <c:v>41024</c:v>
                </c:pt>
                <c:pt idx="3486">
                  <c:v>41023</c:v>
                </c:pt>
                <c:pt idx="3487">
                  <c:v>41022</c:v>
                </c:pt>
                <c:pt idx="3488">
                  <c:v>41019</c:v>
                </c:pt>
                <c:pt idx="3489">
                  <c:v>41018</c:v>
                </c:pt>
                <c:pt idx="3490">
                  <c:v>41017</c:v>
                </c:pt>
                <c:pt idx="3491">
                  <c:v>41016</c:v>
                </c:pt>
                <c:pt idx="3492">
                  <c:v>41015</c:v>
                </c:pt>
                <c:pt idx="3493">
                  <c:v>41012</c:v>
                </c:pt>
                <c:pt idx="3494">
                  <c:v>41011</c:v>
                </c:pt>
                <c:pt idx="3495">
                  <c:v>41010</c:v>
                </c:pt>
                <c:pt idx="3496">
                  <c:v>41009</c:v>
                </c:pt>
                <c:pt idx="3497">
                  <c:v>41004</c:v>
                </c:pt>
                <c:pt idx="3498">
                  <c:v>41002</c:v>
                </c:pt>
                <c:pt idx="3499">
                  <c:v>41001</c:v>
                </c:pt>
                <c:pt idx="3500">
                  <c:v>40998</c:v>
                </c:pt>
                <c:pt idx="3501">
                  <c:v>40997</c:v>
                </c:pt>
                <c:pt idx="3502">
                  <c:v>40996</c:v>
                </c:pt>
                <c:pt idx="3503">
                  <c:v>40995</c:v>
                </c:pt>
                <c:pt idx="3504">
                  <c:v>40994</c:v>
                </c:pt>
                <c:pt idx="3505">
                  <c:v>40991</c:v>
                </c:pt>
                <c:pt idx="3506">
                  <c:v>40990</c:v>
                </c:pt>
                <c:pt idx="3507">
                  <c:v>40989</c:v>
                </c:pt>
                <c:pt idx="3508">
                  <c:v>40988</c:v>
                </c:pt>
                <c:pt idx="3509">
                  <c:v>40987</c:v>
                </c:pt>
                <c:pt idx="3510">
                  <c:v>40984</c:v>
                </c:pt>
                <c:pt idx="3511">
                  <c:v>40983</c:v>
                </c:pt>
                <c:pt idx="3512">
                  <c:v>40982</c:v>
                </c:pt>
                <c:pt idx="3513">
                  <c:v>40981</c:v>
                </c:pt>
                <c:pt idx="3514">
                  <c:v>40980</c:v>
                </c:pt>
                <c:pt idx="3515">
                  <c:v>40977</c:v>
                </c:pt>
                <c:pt idx="3516">
                  <c:v>40976</c:v>
                </c:pt>
                <c:pt idx="3517">
                  <c:v>40975</c:v>
                </c:pt>
                <c:pt idx="3518">
                  <c:v>40974</c:v>
                </c:pt>
                <c:pt idx="3519">
                  <c:v>40973</c:v>
                </c:pt>
                <c:pt idx="3520">
                  <c:v>40970</c:v>
                </c:pt>
                <c:pt idx="3521">
                  <c:v>40969</c:v>
                </c:pt>
                <c:pt idx="3522">
                  <c:v>40968</c:v>
                </c:pt>
                <c:pt idx="3523">
                  <c:v>40967</c:v>
                </c:pt>
                <c:pt idx="3524">
                  <c:v>40966</c:v>
                </c:pt>
                <c:pt idx="3525">
                  <c:v>40963</c:v>
                </c:pt>
                <c:pt idx="3526">
                  <c:v>40962</c:v>
                </c:pt>
                <c:pt idx="3527">
                  <c:v>40961</c:v>
                </c:pt>
                <c:pt idx="3528">
                  <c:v>40960</c:v>
                </c:pt>
                <c:pt idx="3529">
                  <c:v>40959</c:v>
                </c:pt>
                <c:pt idx="3530">
                  <c:v>40956</c:v>
                </c:pt>
                <c:pt idx="3531">
                  <c:v>40955</c:v>
                </c:pt>
                <c:pt idx="3532">
                  <c:v>40954</c:v>
                </c:pt>
                <c:pt idx="3533">
                  <c:v>40953</c:v>
                </c:pt>
                <c:pt idx="3534">
                  <c:v>40952</c:v>
                </c:pt>
                <c:pt idx="3535">
                  <c:v>40949</c:v>
                </c:pt>
                <c:pt idx="3536">
                  <c:v>40948</c:v>
                </c:pt>
                <c:pt idx="3537">
                  <c:v>40947</c:v>
                </c:pt>
                <c:pt idx="3538">
                  <c:v>40946</c:v>
                </c:pt>
                <c:pt idx="3539">
                  <c:v>40945</c:v>
                </c:pt>
                <c:pt idx="3540">
                  <c:v>40942</c:v>
                </c:pt>
                <c:pt idx="3541">
                  <c:v>40941</c:v>
                </c:pt>
                <c:pt idx="3542">
                  <c:v>40940</c:v>
                </c:pt>
                <c:pt idx="3543">
                  <c:v>40939</c:v>
                </c:pt>
                <c:pt idx="3544">
                  <c:v>40938</c:v>
                </c:pt>
                <c:pt idx="3545">
                  <c:v>40935</c:v>
                </c:pt>
                <c:pt idx="3546">
                  <c:v>40934</c:v>
                </c:pt>
                <c:pt idx="3547">
                  <c:v>40928</c:v>
                </c:pt>
                <c:pt idx="3548">
                  <c:v>40927</c:v>
                </c:pt>
                <c:pt idx="3549">
                  <c:v>40926</c:v>
                </c:pt>
                <c:pt idx="3550">
                  <c:v>40925</c:v>
                </c:pt>
                <c:pt idx="3551">
                  <c:v>40924</c:v>
                </c:pt>
                <c:pt idx="3552">
                  <c:v>40921</c:v>
                </c:pt>
                <c:pt idx="3553">
                  <c:v>40920</c:v>
                </c:pt>
                <c:pt idx="3554">
                  <c:v>40919</c:v>
                </c:pt>
                <c:pt idx="3555">
                  <c:v>40918</c:v>
                </c:pt>
                <c:pt idx="3556">
                  <c:v>40917</c:v>
                </c:pt>
                <c:pt idx="3557">
                  <c:v>40914</c:v>
                </c:pt>
                <c:pt idx="3558">
                  <c:v>40913</c:v>
                </c:pt>
                <c:pt idx="3559">
                  <c:v>40912</c:v>
                </c:pt>
                <c:pt idx="3560">
                  <c:v>40911</c:v>
                </c:pt>
                <c:pt idx="3561">
                  <c:v>40907</c:v>
                </c:pt>
                <c:pt idx="3562">
                  <c:v>40906</c:v>
                </c:pt>
                <c:pt idx="3563">
                  <c:v>40905</c:v>
                </c:pt>
                <c:pt idx="3564">
                  <c:v>40900</c:v>
                </c:pt>
                <c:pt idx="3565">
                  <c:v>40899</c:v>
                </c:pt>
                <c:pt idx="3566">
                  <c:v>40898</c:v>
                </c:pt>
                <c:pt idx="3567">
                  <c:v>40897</c:v>
                </c:pt>
                <c:pt idx="3568">
                  <c:v>40896</c:v>
                </c:pt>
                <c:pt idx="3569">
                  <c:v>40893</c:v>
                </c:pt>
                <c:pt idx="3570">
                  <c:v>40892</c:v>
                </c:pt>
                <c:pt idx="3571">
                  <c:v>40891</c:v>
                </c:pt>
                <c:pt idx="3572">
                  <c:v>40890</c:v>
                </c:pt>
                <c:pt idx="3573">
                  <c:v>40889</c:v>
                </c:pt>
                <c:pt idx="3574">
                  <c:v>40886</c:v>
                </c:pt>
                <c:pt idx="3575">
                  <c:v>40885</c:v>
                </c:pt>
                <c:pt idx="3576">
                  <c:v>40884</c:v>
                </c:pt>
                <c:pt idx="3577">
                  <c:v>40883</c:v>
                </c:pt>
                <c:pt idx="3578">
                  <c:v>40882</c:v>
                </c:pt>
                <c:pt idx="3579">
                  <c:v>40879</c:v>
                </c:pt>
                <c:pt idx="3580">
                  <c:v>40878</c:v>
                </c:pt>
                <c:pt idx="3581">
                  <c:v>40877</c:v>
                </c:pt>
                <c:pt idx="3582">
                  <c:v>40876</c:v>
                </c:pt>
                <c:pt idx="3583">
                  <c:v>40875</c:v>
                </c:pt>
                <c:pt idx="3584">
                  <c:v>40872</c:v>
                </c:pt>
                <c:pt idx="3585">
                  <c:v>40871</c:v>
                </c:pt>
                <c:pt idx="3586">
                  <c:v>40870</c:v>
                </c:pt>
                <c:pt idx="3587">
                  <c:v>40869</c:v>
                </c:pt>
                <c:pt idx="3588">
                  <c:v>40868</c:v>
                </c:pt>
                <c:pt idx="3589">
                  <c:v>40865</c:v>
                </c:pt>
                <c:pt idx="3590">
                  <c:v>40864</c:v>
                </c:pt>
                <c:pt idx="3591">
                  <c:v>40863</c:v>
                </c:pt>
                <c:pt idx="3592">
                  <c:v>40862</c:v>
                </c:pt>
                <c:pt idx="3593">
                  <c:v>40861</c:v>
                </c:pt>
                <c:pt idx="3594">
                  <c:v>40858</c:v>
                </c:pt>
                <c:pt idx="3595">
                  <c:v>40857</c:v>
                </c:pt>
                <c:pt idx="3596">
                  <c:v>40856</c:v>
                </c:pt>
                <c:pt idx="3597">
                  <c:v>40855</c:v>
                </c:pt>
                <c:pt idx="3598">
                  <c:v>40854</c:v>
                </c:pt>
                <c:pt idx="3599">
                  <c:v>40851</c:v>
                </c:pt>
                <c:pt idx="3600">
                  <c:v>40850</c:v>
                </c:pt>
                <c:pt idx="3601">
                  <c:v>40849</c:v>
                </c:pt>
                <c:pt idx="3602">
                  <c:v>40848</c:v>
                </c:pt>
                <c:pt idx="3603">
                  <c:v>40847</c:v>
                </c:pt>
                <c:pt idx="3604">
                  <c:v>40844</c:v>
                </c:pt>
                <c:pt idx="3605">
                  <c:v>40843</c:v>
                </c:pt>
                <c:pt idx="3606">
                  <c:v>40842</c:v>
                </c:pt>
                <c:pt idx="3607">
                  <c:v>40841</c:v>
                </c:pt>
                <c:pt idx="3608">
                  <c:v>40840</c:v>
                </c:pt>
                <c:pt idx="3609">
                  <c:v>40837</c:v>
                </c:pt>
                <c:pt idx="3610">
                  <c:v>40836</c:v>
                </c:pt>
                <c:pt idx="3611">
                  <c:v>40835</c:v>
                </c:pt>
                <c:pt idx="3612">
                  <c:v>40834</c:v>
                </c:pt>
                <c:pt idx="3613">
                  <c:v>40833</c:v>
                </c:pt>
                <c:pt idx="3614">
                  <c:v>40830</c:v>
                </c:pt>
                <c:pt idx="3615">
                  <c:v>40829</c:v>
                </c:pt>
                <c:pt idx="3616">
                  <c:v>40828</c:v>
                </c:pt>
                <c:pt idx="3617">
                  <c:v>40827</c:v>
                </c:pt>
                <c:pt idx="3618">
                  <c:v>40826</c:v>
                </c:pt>
                <c:pt idx="3619">
                  <c:v>40823</c:v>
                </c:pt>
                <c:pt idx="3620">
                  <c:v>40822</c:v>
                </c:pt>
                <c:pt idx="3621">
                  <c:v>40820</c:v>
                </c:pt>
                <c:pt idx="3622">
                  <c:v>40819</c:v>
                </c:pt>
                <c:pt idx="3623">
                  <c:v>40816</c:v>
                </c:pt>
                <c:pt idx="3624">
                  <c:v>40814</c:v>
                </c:pt>
                <c:pt idx="3625">
                  <c:v>40813</c:v>
                </c:pt>
                <c:pt idx="3626">
                  <c:v>40812</c:v>
                </c:pt>
                <c:pt idx="3627">
                  <c:v>40809</c:v>
                </c:pt>
                <c:pt idx="3628">
                  <c:v>40808</c:v>
                </c:pt>
                <c:pt idx="3629">
                  <c:v>40807</c:v>
                </c:pt>
                <c:pt idx="3630">
                  <c:v>40806</c:v>
                </c:pt>
                <c:pt idx="3631">
                  <c:v>40805</c:v>
                </c:pt>
                <c:pt idx="3632">
                  <c:v>40802</c:v>
                </c:pt>
                <c:pt idx="3633">
                  <c:v>40801</c:v>
                </c:pt>
                <c:pt idx="3634">
                  <c:v>40800</c:v>
                </c:pt>
                <c:pt idx="3635">
                  <c:v>40798</c:v>
                </c:pt>
                <c:pt idx="3636">
                  <c:v>40795</c:v>
                </c:pt>
                <c:pt idx="3637">
                  <c:v>40794</c:v>
                </c:pt>
                <c:pt idx="3638">
                  <c:v>40793</c:v>
                </c:pt>
                <c:pt idx="3639">
                  <c:v>40792</c:v>
                </c:pt>
                <c:pt idx="3640">
                  <c:v>40791</c:v>
                </c:pt>
                <c:pt idx="3641">
                  <c:v>40788</c:v>
                </c:pt>
                <c:pt idx="3642">
                  <c:v>40787</c:v>
                </c:pt>
                <c:pt idx="3643">
                  <c:v>40786</c:v>
                </c:pt>
                <c:pt idx="3644">
                  <c:v>40785</c:v>
                </c:pt>
                <c:pt idx="3645">
                  <c:v>40784</c:v>
                </c:pt>
                <c:pt idx="3646">
                  <c:v>40781</c:v>
                </c:pt>
                <c:pt idx="3647">
                  <c:v>40780</c:v>
                </c:pt>
                <c:pt idx="3648">
                  <c:v>40779</c:v>
                </c:pt>
                <c:pt idx="3649">
                  <c:v>40778</c:v>
                </c:pt>
                <c:pt idx="3650">
                  <c:v>40777</c:v>
                </c:pt>
                <c:pt idx="3651">
                  <c:v>40774</c:v>
                </c:pt>
                <c:pt idx="3652">
                  <c:v>40773</c:v>
                </c:pt>
                <c:pt idx="3653">
                  <c:v>40772</c:v>
                </c:pt>
                <c:pt idx="3654">
                  <c:v>40771</c:v>
                </c:pt>
                <c:pt idx="3655">
                  <c:v>40770</c:v>
                </c:pt>
                <c:pt idx="3656">
                  <c:v>40767</c:v>
                </c:pt>
                <c:pt idx="3657">
                  <c:v>40766</c:v>
                </c:pt>
                <c:pt idx="3658">
                  <c:v>40765</c:v>
                </c:pt>
                <c:pt idx="3659">
                  <c:v>40764</c:v>
                </c:pt>
                <c:pt idx="3660">
                  <c:v>40763</c:v>
                </c:pt>
                <c:pt idx="3661">
                  <c:v>40760</c:v>
                </c:pt>
                <c:pt idx="3662">
                  <c:v>40759</c:v>
                </c:pt>
                <c:pt idx="3663">
                  <c:v>40758</c:v>
                </c:pt>
                <c:pt idx="3664">
                  <c:v>40757</c:v>
                </c:pt>
                <c:pt idx="3665">
                  <c:v>40756</c:v>
                </c:pt>
                <c:pt idx="3666">
                  <c:v>40753</c:v>
                </c:pt>
                <c:pt idx="3667">
                  <c:v>40752</c:v>
                </c:pt>
                <c:pt idx="3668">
                  <c:v>40751</c:v>
                </c:pt>
                <c:pt idx="3669">
                  <c:v>40750</c:v>
                </c:pt>
                <c:pt idx="3670">
                  <c:v>40749</c:v>
                </c:pt>
                <c:pt idx="3671">
                  <c:v>40746</c:v>
                </c:pt>
                <c:pt idx="3672">
                  <c:v>40745</c:v>
                </c:pt>
                <c:pt idx="3673">
                  <c:v>40744</c:v>
                </c:pt>
                <c:pt idx="3674">
                  <c:v>40743</c:v>
                </c:pt>
                <c:pt idx="3675">
                  <c:v>40742</c:v>
                </c:pt>
                <c:pt idx="3676">
                  <c:v>40739</c:v>
                </c:pt>
                <c:pt idx="3677">
                  <c:v>40738</c:v>
                </c:pt>
                <c:pt idx="3678">
                  <c:v>40737</c:v>
                </c:pt>
                <c:pt idx="3679">
                  <c:v>40736</c:v>
                </c:pt>
                <c:pt idx="3680">
                  <c:v>40735</c:v>
                </c:pt>
                <c:pt idx="3681">
                  <c:v>40732</c:v>
                </c:pt>
                <c:pt idx="3682">
                  <c:v>40731</c:v>
                </c:pt>
                <c:pt idx="3683">
                  <c:v>40730</c:v>
                </c:pt>
                <c:pt idx="3684">
                  <c:v>40729</c:v>
                </c:pt>
                <c:pt idx="3685">
                  <c:v>40728</c:v>
                </c:pt>
                <c:pt idx="3686">
                  <c:v>40724</c:v>
                </c:pt>
                <c:pt idx="3687">
                  <c:v>40723</c:v>
                </c:pt>
                <c:pt idx="3688">
                  <c:v>40722</c:v>
                </c:pt>
                <c:pt idx="3689">
                  <c:v>40721</c:v>
                </c:pt>
                <c:pt idx="3690">
                  <c:v>40718</c:v>
                </c:pt>
                <c:pt idx="3691">
                  <c:v>40717</c:v>
                </c:pt>
                <c:pt idx="3692">
                  <c:v>40716</c:v>
                </c:pt>
                <c:pt idx="3693">
                  <c:v>40715</c:v>
                </c:pt>
                <c:pt idx="3694">
                  <c:v>40714</c:v>
                </c:pt>
                <c:pt idx="3695">
                  <c:v>40711</c:v>
                </c:pt>
                <c:pt idx="3696">
                  <c:v>40710</c:v>
                </c:pt>
                <c:pt idx="3697">
                  <c:v>40709</c:v>
                </c:pt>
                <c:pt idx="3698">
                  <c:v>40708</c:v>
                </c:pt>
                <c:pt idx="3699">
                  <c:v>40707</c:v>
                </c:pt>
                <c:pt idx="3700">
                  <c:v>40704</c:v>
                </c:pt>
                <c:pt idx="3701">
                  <c:v>40703</c:v>
                </c:pt>
                <c:pt idx="3702">
                  <c:v>40702</c:v>
                </c:pt>
                <c:pt idx="3703">
                  <c:v>40701</c:v>
                </c:pt>
                <c:pt idx="3704">
                  <c:v>40697</c:v>
                </c:pt>
                <c:pt idx="3705">
                  <c:v>40696</c:v>
                </c:pt>
                <c:pt idx="3706">
                  <c:v>40695</c:v>
                </c:pt>
                <c:pt idx="3707">
                  <c:v>40694</c:v>
                </c:pt>
                <c:pt idx="3708">
                  <c:v>40693</c:v>
                </c:pt>
                <c:pt idx="3709">
                  <c:v>40690</c:v>
                </c:pt>
                <c:pt idx="3710">
                  <c:v>40689</c:v>
                </c:pt>
                <c:pt idx="3711">
                  <c:v>40688</c:v>
                </c:pt>
                <c:pt idx="3712">
                  <c:v>40687</c:v>
                </c:pt>
                <c:pt idx="3713">
                  <c:v>40686</c:v>
                </c:pt>
                <c:pt idx="3714">
                  <c:v>40683</c:v>
                </c:pt>
                <c:pt idx="3715">
                  <c:v>40682</c:v>
                </c:pt>
                <c:pt idx="3716">
                  <c:v>40681</c:v>
                </c:pt>
                <c:pt idx="3717">
                  <c:v>40680</c:v>
                </c:pt>
                <c:pt idx="3718">
                  <c:v>40679</c:v>
                </c:pt>
                <c:pt idx="3719">
                  <c:v>40676</c:v>
                </c:pt>
                <c:pt idx="3720">
                  <c:v>40675</c:v>
                </c:pt>
                <c:pt idx="3721">
                  <c:v>40674</c:v>
                </c:pt>
                <c:pt idx="3722">
                  <c:v>40672</c:v>
                </c:pt>
                <c:pt idx="3723">
                  <c:v>40669</c:v>
                </c:pt>
                <c:pt idx="3724">
                  <c:v>40668</c:v>
                </c:pt>
                <c:pt idx="3725">
                  <c:v>40667</c:v>
                </c:pt>
                <c:pt idx="3726">
                  <c:v>40666</c:v>
                </c:pt>
                <c:pt idx="3727">
                  <c:v>40662</c:v>
                </c:pt>
                <c:pt idx="3728">
                  <c:v>40661</c:v>
                </c:pt>
                <c:pt idx="3729">
                  <c:v>40660</c:v>
                </c:pt>
                <c:pt idx="3730">
                  <c:v>40659</c:v>
                </c:pt>
                <c:pt idx="3731">
                  <c:v>40654</c:v>
                </c:pt>
                <c:pt idx="3732">
                  <c:v>40653</c:v>
                </c:pt>
                <c:pt idx="3733">
                  <c:v>40652</c:v>
                </c:pt>
                <c:pt idx="3734">
                  <c:v>40651</c:v>
                </c:pt>
                <c:pt idx="3735">
                  <c:v>40648</c:v>
                </c:pt>
                <c:pt idx="3736">
                  <c:v>40647</c:v>
                </c:pt>
                <c:pt idx="3737">
                  <c:v>40646</c:v>
                </c:pt>
                <c:pt idx="3738">
                  <c:v>40645</c:v>
                </c:pt>
                <c:pt idx="3739">
                  <c:v>40644</c:v>
                </c:pt>
                <c:pt idx="3740">
                  <c:v>40641</c:v>
                </c:pt>
                <c:pt idx="3741">
                  <c:v>40640</c:v>
                </c:pt>
                <c:pt idx="3742">
                  <c:v>40639</c:v>
                </c:pt>
                <c:pt idx="3743">
                  <c:v>40637</c:v>
                </c:pt>
                <c:pt idx="3744">
                  <c:v>40634</c:v>
                </c:pt>
                <c:pt idx="3745">
                  <c:v>40633</c:v>
                </c:pt>
                <c:pt idx="3746">
                  <c:v>40632</c:v>
                </c:pt>
                <c:pt idx="3747">
                  <c:v>40631</c:v>
                </c:pt>
                <c:pt idx="3748">
                  <c:v>40630</c:v>
                </c:pt>
                <c:pt idx="3749">
                  <c:v>40627</c:v>
                </c:pt>
                <c:pt idx="3750">
                  <c:v>40626</c:v>
                </c:pt>
                <c:pt idx="3751">
                  <c:v>40625</c:v>
                </c:pt>
                <c:pt idx="3752">
                  <c:v>40624</c:v>
                </c:pt>
                <c:pt idx="3753">
                  <c:v>40623</c:v>
                </c:pt>
                <c:pt idx="3754">
                  <c:v>40620</c:v>
                </c:pt>
                <c:pt idx="3755">
                  <c:v>40619</c:v>
                </c:pt>
                <c:pt idx="3756">
                  <c:v>40618</c:v>
                </c:pt>
                <c:pt idx="3757">
                  <c:v>40617</c:v>
                </c:pt>
                <c:pt idx="3758">
                  <c:v>40616</c:v>
                </c:pt>
                <c:pt idx="3759">
                  <c:v>40613</c:v>
                </c:pt>
                <c:pt idx="3760">
                  <c:v>40612</c:v>
                </c:pt>
                <c:pt idx="3761">
                  <c:v>40611</c:v>
                </c:pt>
                <c:pt idx="3762">
                  <c:v>40610</c:v>
                </c:pt>
                <c:pt idx="3763">
                  <c:v>40609</c:v>
                </c:pt>
                <c:pt idx="3764">
                  <c:v>40606</c:v>
                </c:pt>
                <c:pt idx="3765">
                  <c:v>40605</c:v>
                </c:pt>
                <c:pt idx="3766">
                  <c:v>40604</c:v>
                </c:pt>
                <c:pt idx="3767">
                  <c:v>40603</c:v>
                </c:pt>
                <c:pt idx="3768">
                  <c:v>40602</c:v>
                </c:pt>
                <c:pt idx="3769">
                  <c:v>40599</c:v>
                </c:pt>
                <c:pt idx="3770">
                  <c:v>40598</c:v>
                </c:pt>
                <c:pt idx="3771">
                  <c:v>40597</c:v>
                </c:pt>
                <c:pt idx="3772">
                  <c:v>40596</c:v>
                </c:pt>
                <c:pt idx="3773">
                  <c:v>40595</c:v>
                </c:pt>
                <c:pt idx="3774">
                  <c:v>40592</c:v>
                </c:pt>
                <c:pt idx="3775">
                  <c:v>40591</c:v>
                </c:pt>
                <c:pt idx="3776">
                  <c:v>40590</c:v>
                </c:pt>
                <c:pt idx="3777">
                  <c:v>40589</c:v>
                </c:pt>
                <c:pt idx="3778">
                  <c:v>40588</c:v>
                </c:pt>
                <c:pt idx="3779">
                  <c:v>40585</c:v>
                </c:pt>
                <c:pt idx="3780">
                  <c:v>40584</c:v>
                </c:pt>
                <c:pt idx="3781">
                  <c:v>40583</c:v>
                </c:pt>
                <c:pt idx="3782">
                  <c:v>40582</c:v>
                </c:pt>
                <c:pt idx="3783">
                  <c:v>40581</c:v>
                </c:pt>
                <c:pt idx="3784">
                  <c:v>40576</c:v>
                </c:pt>
                <c:pt idx="3785">
                  <c:v>40575</c:v>
                </c:pt>
                <c:pt idx="3786">
                  <c:v>40574</c:v>
                </c:pt>
                <c:pt idx="3787">
                  <c:v>40571</c:v>
                </c:pt>
                <c:pt idx="3788">
                  <c:v>40570</c:v>
                </c:pt>
                <c:pt idx="3789">
                  <c:v>40569</c:v>
                </c:pt>
                <c:pt idx="3790">
                  <c:v>40568</c:v>
                </c:pt>
                <c:pt idx="3791">
                  <c:v>40567</c:v>
                </c:pt>
                <c:pt idx="3792">
                  <c:v>40564</c:v>
                </c:pt>
                <c:pt idx="3793">
                  <c:v>40563</c:v>
                </c:pt>
                <c:pt idx="3794">
                  <c:v>40562</c:v>
                </c:pt>
                <c:pt idx="3795">
                  <c:v>40561</c:v>
                </c:pt>
                <c:pt idx="3796">
                  <c:v>40560</c:v>
                </c:pt>
                <c:pt idx="3797">
                  <c:v>40557</c:v>
                </c:pt>
                <c:pt idx="3798">
                  <c:v>40556</c:v>
                </c:pt>
                <c:pt idx="3799">
                  <c:v>40555</c:v>
                </c:pt>
                <c:pt idx="3800">
                  <c:v>40554</c:v>
                </c:pt>
                <c:pt idx="3801">
                  <c:v>40553</c:v>
                </c:pt>
                <c:pt idx="3802">
                  <c:v>40550</c:v>
                </c:pt>
                <c:pt idx="3803">
                  <c:v>40549</c:v>
                </c:pt>
                <c:pt idx="3804">
                  <c:v>40548</c:v>
                </c:pt>
                <c:pt idx="3805">
                  <c:v>40547</c:v>
                </c:pt>
                <c:pt idx="3806">
                  <c:v>40546</c:v>
                </c:pt>
                <c:pt idx="3807">
                  <c:v>40543</c:v>
                </c:pt>
                <c:pt idx="3808">
                  <c:v>40542</c:v>
                </c:pt>
                <c:pt idx="3809">
                  <c:v>40541</c:v>
                </c:pt>
                <c:pt idx="3810">
                  <c:v>40540</c:v>
                </c:pt>
                <c:pt idx="3811">
                  <c:v>40536</c:v>
                </c:pt>
                <c:pt idx="3812">
                  <c:v>40535</c:v>
                </c:pt>
                <c:pt idx="3813">
                  <c:v>40534</c:v>
                </c:pt>
                <c:pt idx="3814">
                  <c:v>40533</c:v>
                </c:pt>
                <c:pt idx="3815">
                  <c:v>40532</c:v>
                </c:pt>
                <c:pt idx="3816">
                  <c:v>40529</c:v>
                </c:pt>
                <c:pt idx="3817">
                  <c:v>40528</c:v>
                </c:pt>
                <c:pt idx="3818">
                  <c:v>40527</c:v>
                </c:pt>
                <c:pt idx="3819">
                  <c:v>40526</c:v>
                </c:pt>
                <c:pt idx="3820">
                  <c:v>40525</c:v>
                </c:pt>
                <c:pt idx="3821">
                  <c:v>40522</c:v>
                </c:pt>
                <c:pt idx="3822">
                  <c:v>40521</c:v>
                </c:pt>
                <c:pt idx="3823">
                  <c:v>40520</c:v>
                </c:pt>
                <c:pt idx="3824">
                  <c:v>40519</c:v>
                </c:pt>
                <c:pt idx="3825">
                  <c:v>40518</c:v>
                </c:pt>
                <c:pt idx="3826">
                  <c:v>40515</c:v>
                </c:pt>
                <c:pt idx="3827">
                  <c:v>40514</c:v>
                </c:pt>
                <c:pt idx="3828">
                  <c:v>40513</c:v>
                </c:pt>
                <c:pt idx="3829">
                  <c:v>40512</c:v>
                </c:pt>
                <c:pt idx="3830">
                  <c:v>40511</c:v>
                </c:pt>
                <c:pt idx="3831">
                  <c:v>40508</c:v>
                </c:pt>
                <c:pt idx="3832">
                  <c:v>40507</c:v>
                </c:pt>
                <c:pt idx="3833">
                  <c:v>40506</c:v>
                </c:pt>
                <c:pt idx="3834">
                  <c:v>40505</c:v>
                </c:pt>
                <c:pt idx="3835">
                  <c:v>40504</c:v>
                </c:pt>
                <c:pt idx="3836">
                  <c:v>40501</c:v>
                </c:pt>
                <c:pt idx="3837">
                  <c:v>40500</c:v>
                </c:pt>
                <c:pt idx="3838">
                  <c:v>40499</c:v>
                </c:pt>
                <c:pt idx="3839">
                  <c:v>40498</c:v>
                </c:pt>
                <c:pt idx="3840">
                  <c:v>40497</c:v>
                </c:pt>
                <c:pt idx="3841">
                  <c:v>40494</c:v>
                </c:pt>
                <c:pt idx="3842">
                  <c:v>40493</c:v>
                </c:pt>
                <c:pt idx="3843">
                  <c:v>40492</c:v>
                </c:pt>
                <c:pt idx="3844">
                  <c:v>40491</c:v>
                </c:pt>
                <c:pt idx="3845">
                  <c:v>40490</c:v>
                </c:pt>
                <c:pt idx="3846">
                  <c:v>40487</c:v>
                </c:pt>
                <c:pt idx="3847">
                  <c:v>40486</c:v>
                </c:pt>
                <c:pt idx="3848">
                  <c:v>40485</c:v>
                </c:pt>
                <c:pt idx="3849">
                  <c:v>40484</c:v>
                </c:pt>
                <c:pt idx="3850">
                  <c:v>40483</c:v>
                </c:pt>
                <c:pt idx="3851">
                  <c:v>40480</c:v>
                </c:pt>
                <c:pt idx="3852">
                  <c:v>40479</c:v>
                </c:pt>
                <c:pt idx="3853">
                  <c:v>40478</c:v>
                </c:pt>
                <c:pt idx="3854">
                  <c:v>40477</c:v>
                </c:pt>
                <c:pt idx="3855">
                  <c:v>40476</c:v>
                </c:pt>
                <c:pt idx="3856">
                  <c:v>40473</c:v>
                </c:pt>
                <c:pt idx="3857">
                  <c:v>40472</c:v>
                </c:pt>
                <c:pt idx="3858">
                  <c:v>40471</c:v>
                </c:pt>
                <c:pt idx="3859">
                  <c:v>40470</c:v>
                </c:pt>
                <c:pt idx="3860">
                  <c:v>40469</c:v>
                </c:pt>
                <c:pt idx="3861">
                  <c:v>40466</c:v>
                </c:pt>
                <c:pt idx="3862">
                  <c:v>40465</c:v>
                </c:pt>
                <c:pt idx="3863">
                  <c:v>40464</c:v>
                </c:pt>
                <c:pt idx="3864">
                  <c:v>40463</c:v>
                </c:pt>
                <c:pt idx="3865">
                  <c:v>40462</c:v>
                </c:pt>
                <c:pt idx="3866">
                  <c:v>40459</c:v>
                </c:pt>
                <c:pt idx="3867">
                  <c:v>40458</c:v>
                </c:pt>
                <c:pt idx="3868">
                  <c:v>40457</c:v>
                </c:pt>
                <c:pt idx="3869">
                  <c:v>40456</c:v>
                </c:pt>
                <c:pt idx="3870">
                  <c:v>40455</c:v>
                </c:pt>
                <c:pt idx="3871">
                  <c:v>40451</c:v>
                </c:pt>
                <c:pt idx="3872">
                  <c:v>40450</c:v>
                </c:pt>
                <c:pt idx="3873">
                  <c:v>40449</c:v>
                </c:pt>
                <c:pt idx="3874">
                  <c:v>40448</c:v>
                </c:pt>
                <c:pt idx="3875">
                  <c:v>40445</c:v>
                </c:pt>
                <c:pt idx="3876">
                  <c:v>40443</c:v>
                </c:pt>
                <c:pt idx="3877">
                  <c:v>40442</c:v>
                </c:pt>
                <c:pt idx="3878">
                  <c:v>40441</c:v>
                </c:pt>
                <c:pt idx="3879">
                  <c:v>40438</c:v>
                </c:pt>
                <c:pt idx="3880">
                  <c:v>40437</c:v>
                </c:pt>
                <c:pt idx="3881">
                  <c:v>40436</c:v>
                </c:pt>
                <c:pt idx="3882">
                  <c:v>40435</c:v>
                </c:pt>
                <c:pt idx="3883">
                  <c:v>40434</c:v>
                </c:pt>
                <c:pt idx="3884">
                  <c:v>40431</c:v>
                </c:pt>
                <c:pt idx="3885">
                  <c:v>40430</c:v>
                </c:pt>
                <c:pt idx="3886">
                  <c:v>40429</c:v>
                </c:pt>
                <c:pt idx="3887">
                  <c:v>40428</c:v>
                </c:pt>
                <c:pt idx="3888">
                  <c:v>40427</c:v>
                </c:pt>
                <c:pt idx="3889">
                  <c:v>40424</c:v>
                </c:pt>
                <c:pt idx="3890">
                  <c:v>40423</c:v>
                </c:pt>
                <c:pt idx="3891">
                  <c:v>40422</c:v>
                </c:pt>
                <c:pt idx="3892">
                  <c:v>40421</c:v>
                </c:pt>
                <c:pt idx="3893">
                  <c:v>40420</c:v>
                </c:pt>
                <c:pt idx="3894">
                  <c:v>40417</c:v>
                </c:pt>
                <c:pt idx="3895">
                  <c:v>40416</c:v>
                </c:pt>
                <c:pt idx="3896">
                  <c:v>40415</c:v>
                </c:pt>
                <c:pt idx="3897">
                  <c:v>40414</c:v>
                </c:pt>
                <c:pt idx="3898">
                  <c:v>40413</c:v>
                </c:pt>
                <c:pt idx="3899">
                  <c:v>40410</c:v>
                </c:pt>
                <c:pt idx="3900">
                  <c:v>40409</c:v>
                </c:pt>
                <c:pt idx="3901">
                  <c:v>40408</c:v>
                </c:pt>
                <c:pt idx="3902">
                  <c:v>40407</c:v>
                </c:pt>
                <c:pt idx="3903">
                  <c:v>40406</c:v>
                </c:pt>
                <c:pt idx="3904">
                  <c:v>40403</c:v>
                </c:pt>
                <c:pt idx="3905">
                  <c:v>40402</c:v>
                </c:pt>
                <c:pt idx="3906">
                  <c:v>40401</c:v>
                </c:pt>
                <c:pt idx="3907">
                  <c:v>40400</c:v>
                </c:pt>
                <c:pt idx="3908">
                  <c:v>40399</c:v>
                </c:pt>
                <c:pt idx="3909">
                  <c:v>40396</c:v>
                </c:pt>
                <c:pt idx="3910">
                  <c:v>40395</c:v>
                </c:pt>
                <c:pt idx="3911">
                  <c:v>40394</c:v>
                </c:pt>
                <c:pt idx="3912">
                  <c:v>40393</c:v>
                </c:pt>
                <c:pt idx="3913">
                  <c:v>40392</c:v>
                </c:pt>
                <c:pt idx="3914">
                  <c:v>40389</c:v>
                </c:pt>
                <c:pt idx="3915">
                  <c:v>40388</c:v>
                </c:pt>
                <c:pt idx="3916">
                  <c:v>40387</c:v>
                </c:pt>
                <c:pt idx="3917">
                  <c:v>40386</c:v>
                </c:pt>
                <c:pt idx="3918">
                  <c:v>40385</c:v>
                </c:pt>
                <c:pt idx="3919">
                  <c:v>40382</c:v>
                </c:pt>
                <c:pt idx="3920">
                  <c:v>40381</c:v>
                </c:pt>
                <c:pt idx="3921">
                  <c:v>40380</c:v>
                </c:pt>
                <c:pt idx="3922">
                  <c:v>40379</c:v>
                </c:pt>
                <c:pt idx="3923">
                  <c:v>40378</c:v>
                </c:pt>
                <c:pt idx="3924">
                  <c:v>40375</c:v>
                </c:pt>
                <c:pt idx="3925">
                  <c:v>40374</c:v>
                </c:pt>
                <c:pt idx="3926">
                  <c:v>40373</c:v>
                </c:pt>
                <c:pt idx="3927">
                  <c:v>40372</c:v>
                </c:pt>
                <c:pt idx="3928">
                  <c:v>40371</c:v>
                </c:pt>
                <c:pt idx="3929">
                  <c:v>40368</c:v>
                </c:pt>
                <c:pt idx="3930">
                  <c:v>40367</c:v>
                </c:pt>
                <c:pt idx="3931">
                  <c:v>40366</c:v>
                </c:pt>
                <c:pt idx="3932">
                  <c:v>40365</c:v>
                </c:pt>
                <c:pt idx="3933">
                  <c:v>40364</c:v>
                </c:pt>
                <c:pt idx="3934">
                  <c:v>40361</c:v>
                </c:pt>
                <c:pt idx="3935">
                  <c:v>40359</c:v>
                </c:pt>
                <c:pt idx="3936">
                  <c:v>40358</c:v>
                </c:pt>
                <c:pt idx="3937">
                  <c:v>40357</c:v>
                </c:pt>
                <c:pt idx="3938">
                  <c:v>40354</c:v>
                </c:pt>
                <c:pt idx="3939">
                  <c:v>40353</c:v>
                </c:pt>
                <c:pt idx="3940">
                  <c:v>40352</c:v>
                </c:pt>
                <c:pt idx="3941">
                  <c:v>40351</c:v>
                </c:pt>
                <c:pt idx="3942">
                  <c:v>40350</c:v>
                </c:pt>
                <c:pt idx="3943">
                  <c:v>40347</c:v>
                </c:pt>
                <c:pt idx="3944">
                  <c:v>40346</c:v>
                </c:pt>
                <c:pt idx="3945">
                  <c:v>40344</c:v>
                </c:pt>
                <c:pt idx="3946">
                  <c:v>40343</c:v>
                </c:pt>
                <c:pt idx="3947">
                  <c:v>40340</c:v>
                </c:pt>
                <c:pt idx="3948">
                  <c:v>40339</c:v>
                </c:pt>
                <c:pt idx="3949">
                  <c:v>40338</c:v>
                </c:pt>
                <c:pt idx="3950">
                  <c:v>40337</c:v>
                </c:pt>
                <c:pt idx="3951">
                  <c:v>40336</c:v>
                </c:pt>
                <c:pt idx="3952">
                  <c:v>40333</c:v>
                </c:pt>
                <c:pt idx="3953">
                  <c:v>40332</c:v>
                </c:pt>
                <c:pt idx="3954">
                  <c:v>40331</c:v>
                </c:pt>
                <c:pt idx="3955">
                  <c:v>40330</c:v>
                </c:pt>
                <c:pt idx="3956">
                  <c:v>40329</c:v>
                </c:pt>
                <c:pt idx="3957">
                  <c:v>40326</c:v>
                </c:pt>
                <c:pt idx="3958">
                  <c:v>40325</c:v>
                </c:pt>
                <c:pt idx="3959">
                  <c:v>40324</c:v>
                </c:pt>
                <c:pt idx="3960">
                  <c:v>40323</c:v>
                </c:pt>
                <c:pt idx="3961">
                  <c:v>40322</c:v>
                </c:pt>
                <c:pt idx="3962">
                  <c:v>40318</c:v>
                </c:pt>
                <c:pt idx="3963">
                  <c:v>40317</c:v>
                </c:pt>
                <c:pt idx="3964">
                  <c:v>40316</c:v>
                </c:pt>
                <c:pt idx="3965">
                  <c:v>40315</c:v>
                </c:pt>
                <c:pt idx="3966">
                  <c:v>40312</c:v>
                </c:pt>
                <c:pt idx="3967">
                  <c:v>40311</c:v>
                </c:pt>
                <c:pt idx="3968">
                  <c:v>40310</c:v>
                </c:pt>
                <c:pt idx="3969">
                  <c:v>40309</c:v>
                </c:pt>
                <c:pt idx="3970">
                  <c:v>40308</c:v>
                </c:pt>
                <c:pt idx="3971">
                  <c:v>40305</c:v>
                </c:pt>
                <c:pt idx="3972">
                  <c:v>40304</c:v>
                </c:pt>
                <c:pt idx="3973">
                  <c:v>40303</c:v>
                </c:pt>
                <c:pt idx="3974">
                  <c:v>40302</c:v>
                </c:pt>
                <c:pt idx="3975">
                  <c:v>40301</c:v>
                </c:pt>
                <c:pt idx="3976">
                  <c:v>40298</c:v>
                </c:pt>
                <c:pt idx="3977">
                  <c:v>40297</c:v>
                </c:pt>
                <c:pt idx="3978">
                  <c:v>40296</c:v>
                </c:pt>
                <c:pt idx="3979">
                  <c:v>40295</c:v>
                </c:pt>
                <c:pt idx="3980">
                  <c:v>40294</c:v>
                </c:pt>
                <c:pt idx="3981">
                  <c:v>40291</c:v>
                </c:pt>
                <c:pt idx="3982">
                  <c:v>40290</c:v>
                </c:pt>
                <c:pt idx="3983">
                  <c:v>40289</c:v>
                </c:pt>
                <c:pt idx="3984">
                  <c:v>40288</c:v>
                </c:pt>
                <c:pt idx="3985">
                  <c:v>40287</c:v>
                </c:pt>
                <c:pt idx="3986">
                  <c:v>40284</c:v>
                </c:pt>
                <c:pt idx="3987">
                  <c:v>40283</c:v>
                </c:pt>
                <c:pt idx="3988">
                  <c:v>40282</c:v>
                </c:pt>
                <c:pt idx="3989">
                  <c:v>40281</c:v>
                </c:pt>
                <c:pt idx="3990">
                  <c:v>40280</c:v>
                </c:pt>
                <c:pt idx="3991">
                  <c:v>40277</c:v>
                </c:pt>
                <c:pt idx="3992">
                  <c:v>40276</c:v>
                </c:pt>
                <c:pt idx="3993">
                  <c:v>40275</c:v>
                </c:pt>
                <c:pt idx="3994">
                  <c:v>40269</c:v>
                </c:pt>
                <c:pt idx="3995">
                  <c:v>40268</c:v>
                </c:pt>
                <c:pt idx="3996">
                  <c:v>40267</c:v>
                </c:pt>
                <c:pt idx="3997">
                  <c:v>40266</c:v>
                </c:pt>
                <c:pt idx="3998">
                  <c:v>40263</c:v>
                </c:pt>
                <c:pt idx="3999">
                  <c:v>40262</c:v>
                </c:pt>
                <c:pt idx="4000">
                  <c:v>40261</c:v>
                </c:pt>
                <c:pt idx="4001">
                  <c:v>40260</c:v>
                </c:pt>
                <c:pt idx="4002">
                  <c:v>40259</c:v>
                </c:pt>
                <c:pt idx="4003">
                  <c:v>40256</c:v>
                </c:pt>
                <c:pt idx="4004">
                  <c:v>40255</c:v>
                </c:pt>
                <c:pt idx="4005">
                  <c:v>40254</c:v>
                </c:pt>
                <c:pt idx="4006">
                  <c:v>40253</c:v>
                </c:pt>
                <c:pt idx="4007">
                  <c:v>40252</c:v>
                </c:pt>
                <c:pt idx="4008">
                  <c:v>40249</c:v>
                </c:pt>
                <c:pt idx="4009">
                  <c:v>40248</c:v>
                </c:pt>
                <c:pt idx="4010">
                  <c:v>40247</c:v>
                </c:pt>
                <c:pt idx="4011">
                  <c:v>40246</c:v>
                </c:pt>
                <c:pt idx="4012">
                  <c:v>40245</c:v>
                </c:pt>
                <c:pt idx="4013">
                  <c:v>40242</c:v>
                </c:pt>
                <c:pt idx="4014">
                  <c:v>40241</c:v>
                </c:pt>
                <c:pt idx="4015">
                  <c:v>40240</c:v>
                </c:pt>
                <c:pt idx="4016">
                  <c:v>40239</c:v>
                </c:pt>
                <c:pt idx="4017">
                  <c:v>40238</c:v>
                </c:pt>
                <c:pt idx="4018">
                  <c:v>40235</c:v>
                </c:pt>
                <c:pt idx="4019">
                  <c:v>40234</c:v>
                </c:pt>
                <c:pt idx="4020">
                  <c:v>40233</c:v>
                </c:pt>
                <c:pt idx="4021">
                  <c:v>40232</c:v>
                </c:pt>
                <c:pt idx="4022">
                  <c:v>40231</c:v>
                </c:pt>
                <c:pt idx="4023">
                  <c:v>40228</c:v>
                </c:pt>
                <c:pt idx="4024">
                  <c:v>40227</c:v>
                </c:pt>
                <c:pt idx="4025">
                  <c:v>40226</c:v>
                </c:pt>
                <c:pt idx="4026">
                  <c:v>40221</c:v>
                </c:pt>
                <c:pt idx="4027">
                  <c:v>40220</c:v>
                </c:pt>
                <c:pt idx="4028">
                  <c:v>40219</c:v>
                </c:pt>
                <c:pt idx="4029">
                  <c:v>40218</c:v>
                </c:pt>
                <c:pt idx="4030">
                  <c:v>40217</c:v>
                </c:pt>
                <c:pt idx="4031">
                  <c:v>40214</c:v>
                </c:pt>
                <c:pt idx="4032">
                  <c:v>40213</c:v>
                </c:pt>
                <c:pt idx="4033">
                  <c:v>40212</c:v>
                </c:pt>
                <c:pt idx="4034">
                  <c:v>40211</c:v>
                </c:pt>
                <c:pt idx="4035">
                  <c:v>40210</c:v>
                </c:pt>
                <c:pt idx="4036">
                  <c:v>40207</c:v>
                </c:pt>
                <c:pt idx="4037">
                  <c:v>40206</c:v>
                </c:pt>
                <c:pt idx="4038">
                  <c:v>40205</c:v>
                </c:pt>
                <c:pt idx="4039">
                  <c:v>40204</c:v>
                </c:pt>
                <c:pt idx="4040">
                  <c:v>40203</c:v>
                </c:pt>
                <c:pt idx="4041">
                  <c:v>40200</c:v>
                </c:pt>
                <c:pt idx="4042">
                  <c:v>40199</c:v>
                </c:pt>
                <c:pt idx="4043">
                  <c:v>40198</c:v>
                </c:pt>
                <c:pt idx="4044">
                  <c:v>40197</c:v>
                </c:pt>
                <c:pt idx="4045">
                  <c:v>40196</c:v>
                </c:pt>
                <c:pt idx="4046">
                  <c:v>40193</c:v>
                </c:pt>
                <c:pt idx="4047">
                  <c:v>40192</c:v>
                </c:pt>
                <c:pt idx="4048">
                  <c:v>40191</c:v>
                </c:pt>
                <c:pt idx="4049">
                  <c:v>40190</c:v>
                </c:pt>
                <c:pt idx="4050">
                  <c:v>40189</c:v>
                </c:pt>
                <c:pt idx="4051">
                  <c:v>40186</c:v>
                </c:pt>
                <c:pt idx="4052">
                  <c:v>40185</c:v>
                </c:pt>
                <c:pt idx="4053">
                  <c:v>40184</c:v>
                </c:pt>
                <c:pt idx="4054">
                  <c:v>40183</c:v>
                </c:pt>
                <c:pt idx="4055">
                  <c:v>40182</c:v>
                </c:pt>
                <c:pt idx="4056">
                  <c:v>40178</c:v>
                </c:pt>
                <c:pt idx="4057">
                  <c:v>40177</c:v>
                </c:pt>
                <c:pt idx="4058">
                  <c:v>40176</c:v>
                </c:pt>
                <c:pt idx="4059">
                  <c:v>40175</c:v>
                </c:pt>
                <c:pt idx="4060">
                  <c:v>40171</c:v>
                </c:pt>
                <c:pt idx="4061">
                  <c:v>40170</c:v>
                </c:pt>
                <c:pt idx="4062">
                  <c:v>40169</c:v>
                </c:pt>
                <c:pt idx="4063">
                  <c:v>40168</c:v>
                </c:pt>
                <c:pt idx="4064">
                  <c:v>40165</c:v>
                </c:pt>
                <c:pt idx="4065">
                  <c:v>40164</c:v>
                </c:pt>
                <c:pt idx="4066">
                  <c:v>40163</c:v>
                </c:pt>
                <c:pt idx="4067">
                  <c:v>40162</c:v>
                </c:pt>
                <c:pt idx="4068">
                  <c:v>40161</c:v>
                </c:pt>
                <c:pt idx="4069">
                  <c:v>40158</c:v>
                </c:pt>
                <c:pt idx="4070">
                  <c:v>40157</c:v>
                </c:pt>
                <c:pt idx="4071">
                  <c:v>40156</c:v>
                </c:pt>
                <c:pt idx="4072">
                  <c:v>40155</c:v>
                </c:pt>
                <c:pt idx="4073">
                  <c:v>40154</c:v>
                </c:pt>
                <c:pt idx="4074">
                  <c:v>40151</c:v>
                </c:pt>
                <c:pt idx="4075">
                  <c:v>40150</c:v>
                </c:pt>
                <c:pt idx="4076">
                  <c:v>40149</c:v>
                </c:pt>
                <c:pt idx="4077">
                  <c:v>40148</c:v>
                </c:pt>
                <c:pt idx="4078">
                  <c:v>40147</c:v>
                </c:pt>
                <c:pt idx="4079">
                  <c:v>40144</c:v>
                </c:pt>
                <c:pt idx="4080">
                  <c:v>40143</c:v>
                </c:pt>
                <c:pt idx="4081">
                  <c:v>40142</c:v>
                </c:pt>
                <c:pt idx="4082">
                  <c:v>40141</c:v>
                </c:pt>
                <c:pt idx="4083">
                  <c:v>40140</c:v>
                </c:pt>
                <c:pt idx="4084">
                  <c:v>40137</c:v>
                </c:pt>
                <c:pt idx="4085">
                  <c:v>40136</c:v>
                </c:pt>
                <c:pt idx="4086">
                  <c:v>40135</c:v>
                </c:pt>
                <c:pt idx="4087">
                  <c:v>40134</c:v>
                </c:pt>
                <c:pt idx="4088">
                  <c:v>40133</c:v>
                </c:pt>
                <c:pt idx="4089">
                  <c:v>40130</c:v>
                </c:pt>
                <c:pt idx="4090">
                  <c:v>40129</c:v>
                </c:pt>
                <c:pt idx="4091">
                  <c:v>40128</c:v>
                </c:pt>
                <c:pt idx="4092">
                  <c:v>40127</c:v>
                </c:pt>
                <c:pt idx="4093">
                  <c:v>40126</c:v>
                </c:pt>
                <c:pt idx="4094">
                  <c:v>40123</c:v>
                </c:pt>
                <c:pt idx="4095">
                  <c:v>40122</c:v>
                </c:pt>
                <c:pt idx="4096">
                  <c:v>40121</c:v>
                </c:pt>
                <c:pt idx="4097">
                  <c:v>40120</c:v>
                </c:pt>
                <c:pt idx="4098">
                  <c:v>40119</c:v>
                </c:pt>
                <c:pt idx="4099">
                  <c:v>40116</c:v>
                </c:pt>
                <c:pt idx="4100">
                  <c:v>40115</c:v>
                </c:pt>
                <c:pt idx="4101">
                  <c:v>40114</c:v>
                </c:pt>
                <c:pt idx="4102">
                  <c:v>40113</c:v>
                </c:pt>
                <c:pt idx="4103">
                  <c:v>40109</c:v>
                </c:pt>
                <c:pt idx="4104">
                  <c:v>40108</c:v>
                </c:pt>
                <c:pt idx="4105">
                  <c:v>40107</c:v>
                </c:pt>
                <c:pt idx="4106">
                  <c:v>40106</c:v>
                </c:pt>
                <c:pt idx="4107">
                  <c:v>40105</c:v>
                </c:pt>
                <c:pt idx="4108">
                  <c:v>40102</c:v>
                </c:pt>
                <c:pt idx="4109">
                  <c:v>40101</c:v>
                </c:pt>
                <c:pt idx="4110">
                  <c:v>40100</c:v>
                </c:pt>
                <c:pt idx="4111">
                  <c:v>40099</c:v>
                </c:pt>
                <c:pt idx="4112">
                  <c:v>40098</c:v>
                </c:pt>
                <c:pt idx="4113">
                  <c:v>40095</c:v>
                </c:pt>
                <c:pt idx="4114">
                  <c:v>40094</c:v>
                </c:pt>
                <c:pt idx="4115">
                  <c:v>40093</c:v>
                </c:pt>
                <c:pt idx="4116">
                  <c:v>40092</c:v>
                </c:pt>
                <c:pt idx="4117">
                  <c:v>40091</c:v>
                </c:pt>
                <c:pt idx="4118">
                  <c:v>40088</c:v>
                </c:pt>
                <c:pt idx="4119">
                  <c:v>40086</c:v>
                </c:pt>
                <c:pt idx="4120">
                  <c:v>40085</c:v>
                </c:pt>
                <c:pt idx="4121">
                  <c:v>40084</c:v>
                </c:pt>
                <c:pt idx="4122">
                  <c:v>40081</c:v>
                </c:pt>
                <c:pt idx="4123">
                  <c:v>40080</c:v>
                </c:pt>
                <c:pt idx="4124">
                  <c:v>40079</c:v>
                </c:pt>
                <c:pt idx="4125">
                  <c:v>40078</c:v>
                </c:pt>
                <c:pt idx="4126">
                  <c:v>40077</c:v>
                </c:pt>
                <c:pt idx="4127">
                  <c:v>40074</c:v>
                </c:pt>
                <c:pt idx="4128">
                  <c:v>40073</c:v>
                </c:pt>
                <c:pt idx="4129">
                  <c:v>40072</c:v>
                </c:pt>
                <c:pt idx="4130">
                  <c:v>40071</c:v>
                </c:pt>
                <c:pt idx="4131">
                  <c:v>40070</c:v>
                </c:pt>
                <c:pt idx="4132">
                  <c:v>40067</c:v>
                </c:pt>
                <c:pt idx="4133">
                  <c:v>40066</c:v>
                </c:pt>
                <c:pt idx="4134">
                  <c:v>40065</c:v>
                </c:pt>
                <c:pt idx="4135">
                  <c:v>40064</c:v>
                </c:pt>
                <c:pt idx="4136">
                  <c:v>40063</c:v>
                </c:pt>
                <c:pt idx="4137">
                  <c:v>40060</c:v>
                </c:pt>
                <c:pt idx="4138">
                  <c:v>40059</c:v>
                </c:pt>
                <c:pt idx="4139">
                  <c:v>40058</c:v>
                </c:pt>
                <c:pt idx="4140">
                  <c:v>40057</c:v>
                </c:pt>
                <c:pt idx="4141">
                  <c:v>40056</c:v>
                </c:pt>
                <c:pt idx="4142">
                  <c:v>40053</c:v>
                </c:pt>
                <c:pt idx="4143">
                  <c:v>40052</c:v>
                </c:pt>
                <c:pt idx="4144">
                  <c:v>40051</c:v>
                </c:pt>
                <c:pt idx="4145">
                  <c:v>40050</c:v>
                </c:pt>
                <c:pt idx="4146">
                  <c:v>40049</c:v>
                </c:pt>
                <c:pt idx="4147">
                  <c:v>40046</c:v>
                </c:pt>
                <c:pt idx="4148">
                  <c:v>40045</c:v>
                </c:pt>
                <c:pt idx="4149">
                  <c:v>40044</c:v>
                </c:pt>
                <c:pt idx="4150">
                  <c:v>40043</c:v>
                </c:pt>
                <c:pt idx="4151">
                  <c:v>40042</c:v>
                </c:pt>
                <c:pt idx="4152">
                  <c:v>40039</c:v>
                </c:pt>
                <c:pt idx="4153">
                  <c:v>40038</c:v>
                </c:pt>
                <c:pt idx="4154">
                  <c:v>40037</c:v>
                </c:pt>
                <c:pt idx="4155">
                  <c:v>40036</c:v>
                </c:pt>
                <c:pt idx="4156">
                  <c:v>40035</c:v>
                </c:pt>
                <c:pt idx="4157">
                  <c:v>40032</c:v>
                </c:pt>
                <c:pt idx="4158">
                  <c:v>40031</c:v>
                </c:pt>
                <c:pt idx="4159">
                  <c:v>40030</c:v>
                </c:pt>
                <c:pt idx="4160">
                  <c:v>40029</c:v>
                </c:pt>
                <c:pt idx="4161">
                  <c:v>40028</c:v>
                </c:pt>
                <c:pt idx="4162">
                  <c:v>40025</c:v>
                </c:pt>
                <c:pt idx="4163">
                  <c:v>40024</c:v>
                </c:pt>
                <c:pt idx="4164">
                  <c:v>40023</c:v>
                </c:pt>
                <c:pt idx="4165">
                  <c:v>40022</c:v>
                </c:pt>
                <c:pt idx="4166">
                  <c:v>40021</c:v>
                </c:pt>
                <c:pt idx="4167">
                  <c:v>40018</c:v>
                </c:pt>
                <c:pt idx="4168">
                  <c:v>40017</c:v>
                </c:pt>
                <c:pt idx="4169">
                  <c:v>40016</c:v>
                </c:pt>
                <c:pt idx="4170">
                  <c:v>40015</c:v>
                </c:pt>
                <c:pt idx="4171">
                  <c:v>40014</c:v>
                </c:pt>
                <c:pt idx="4172">
                  <c:v>40011</c:v>
                </c:pt>
                <c:pt idx="4173">
                  <c:v>40010</c:v>
                </c:pt>
                <c:pt idx="4174">
                  <c:v>40009</c:v>
                </c:pt>
                <c:pt idx="4175">
                  <c:v>40008</c:v>
                </c:pt>
                <c:pt idx="4176">
                  <c:v>40007</c:v>
                </c:pt>
                <c:pt idx="4177">
                  <c:v>40004</c:v>
                </c:pt>
                <c:pt idx="4178">
                  <c:v>40003</c:v>
                </c:pt>
                <c:pt idx="4179">
                  <c:v>40002</c:v>
                </c:pt>
                <c:pt idx="4180">
                  <c:v>40001</c:v>
                </c:pt>
                <c:pt idx="4181">
                  <c:v>40000</c:v>
                </c:pt>
                <c:pt idx="4182">
                  <c:v>39997</c:v>
                </c:pt>
                <c:pt idx="4183">
                  <c:v>39996</c:v>
                </c:pt>
                <c:pt idx="4184">
                  <c:v>39994</c:v>
                </c:pt>
                <c:pt idx="4185">
                  <c:v>39993</c:v>
                </c:pt>
                <c:pt idx="4186">
                  <c:v>39990</c:v>
                </c:pt>
                <c:pt idx="4187">
                  <c:v>39989</c:v>
                </c:pt>
                <c:pt idx="4188">
                  <c:v>39988</c:v>
                </c:pt>
                <c:pt idx="4189">
                  <c:v>39987</c:v>
                </c:pt>
                <c:pt idx="4190">
                  <c:v>39986</c:v>
                </c:pt>
                <c:pt idx="4191">
                  <c:v>39983</c:v>
                </c:pt>
                <c:pt idx="4192">
                  <c:v>39982</c:v>
                </c:pt>
                <c:pt idx="4193">
                  <c:v>39981</c:v>
                </c:pt>
                <c:pt idx="4194">
                  <c:v>39980</c:v>
                </c:pt>
                <c:pt idx="4195">
                  <c:v>39979</c:v>
                </c:pt>
                <c:pt idx="4196">
                  <c:v>39976</c:v>
                </c:pt>
                <c:pt idx="4197">
                  <c:v>39975</c:v>
                </c:pt>
                <c:pt idx="4198">
                  <c:v>39974</c:v>
                </c:pt>
                <c:pt idx="4199">
                  <c:v>39973</c:v>
                </c:pt>
                <c:pt idx="4200">
                  <c:v>39972</c:v>
                </c:pt>
                <c:pt idx="4201">
                  <c:v>39969</c:v>
                </c:pt>
                <c:pt idx="4202">
                  <c:v>39968</c:v>
                </c:pt>
                <c:pt idx="4203">
                  <c:v>39967</c:v>
                </c:pt>
                <c:pt idx="4204">
                  <c:v>39966</c:v>
                </c:pt>
                <c:pt idx="4205">
                  <c:v>39965</c:v>
                </c:pt>
                <c:pt idx="4206">
                  <c:v>39962</c:v>
                </c:pt>
                <c:pt idx="4207">
                  <c:v>39960</c:v>
                </c:pt>
                <c:pt idx="4208">
                  <c:v>39959</c:v>
                </c:pt>
                <c:pt idx="4209">
                  <c:v>39958</c:v>
                </c:pt>
                <c:pt idx="4210">
                  <c:v>39955</c:v>
                </c:pt>
                <c:pt idx="4211">
                  <c:v>39954</c:v>
                </c:pt>
                <c:pt idx="4212">
                  <c:v>39953</c:v>
                </c:pt>
                <c:pt idx="4213">
                  <c:v>39952</c:v>
                </c:pt>
                <c:pt idx="4214">
                  <c:v>39951</c:v>
                </c:pt>
                <c:pt idx="4215">
                  <c:v>39948</c:v>
                </c:pt>
                <c:pt idx="4216">
                  <c:v>39947</c:v>
                </c:pt>
                <c:pt idx="4217">
                  <c:v>39946</c:v>
                </c:pt>
                <c:pt idx="4218">
                  <c:v>39945</c:v>
                </c:pt>
                <c:pt idx="4219">
                  <c:v>39944</c:v>
                </c:pt>
                <c:pt idx="4220">
                  <c:v>39941</c:v>
                </c:pt>
                <c:pt idx="4221">
                  <c:v>39940</c:v>
                </c:pt>
                <c:pt idx="4222">
                  <c:v>39939</c:v>
                </c:pt>
                <c:pt idx="4223">
                  <c:v>39938</c:v>
                </c:pt>
                <c:pt idx="4224">
                  <c:v>39937</c:v>
                </c:pt>
                <c:pt idx="4225">
                  <c:v>39933</c:v>
                </c:pt>
                <c:pt idx="4226">
                  <c:v>39932</c:v>
                </c:pt>
                <c:pt idx="4227">
                  <c:v>39931</c:v>
                </c:pt>
                <c:pt idx="4228">
                  <c:v>39930</c:v>
                </c:pt>
                <c:pt idx="4229">
                  <c:v>39927</c:v>
                </c:pt>
                <c:pt idx="4230">
                  <c:v>39926</c:v>
                </c:pt>
                <c:pt idx="4231">
                  <c:v>39925</c:v>
                </c:pt>
                <c:pt idx="4232">
                  <c:v>39924</c:v>
                </c:pt>
                <c:pt idx="4233">
                  <c:v>39923</c:v>
                </c:pt>
                <c:pt idx="4234">
                  <c:v>39920</c:v>
                </c:pt>
                <c:pt idx="4235">
                  <c:v>39919</c:v>
                </c:pt>
                <c:pt idx="4236">
                  <c:v>39918</c:v>
                </c:pt>
                <c:pt idx="4237">
                  <c:v>39917</c:v>
                </c:pt>
                <c:pt idx="4238">
                  <c:v>39912</c:v>
                </c:pt>
                <c:pt idx="4239">
                  <c:v>39911</c:v>
                </c:pt>
                <c:pt idx="4240">
                  <c:v>39910</c:v>
                </c:pt>
                <c:pt idx="4241">
                  <c:v>39909</c:v>
                </c:pt>
                <c:pt idx="4242">
                  <c:v>39906</c:v>
                </c:pt>
                <c:pt idx="4243">
                  <c:v>39905</c:v>
                </c:pt>
                <c:pt idx="4244">
                  <c:v>39904</c:v>
                </c:pt>
                <c:pt idx="4245">
                  <c:v>39903</c:v>
                </c:pt>
                <c:pt idx="4246">
                  <c:v>39902</c:v>
                </c:pt>
                <c:pt idx="4247">
                  <c:v>39899</c:v>
                </c:pt>
                <c:pt idx="4248">
                  <c:v>39898</c:v>
                </c:pt>
                <c:pt idx="4249">
                  <c:v>39897</c:v>
                </c:pt>
                <c:pt idx="4250">
                  <c:v>39896</c:v>
                </c:pt>
                <c:pt idx="4251">
                  <c:v>39895</c:v>
                </c:pt>
                <c:pt idx="4252">
                  <c:v>39892</c:v>
                </c:pt>
                <c:pt idx="4253">
                  <c:v>39891</c:v>
                </c:pt>
                <c:pt idx="4254">
                  <c:v>39890</c:v>
                </c:pt>
                <c:pt idx="4255">
                  <c:v>39889</c:v>
                </c:pt>
                <c:pt idx="4256">
                  <c:v>39888</c:v>
                </c:pt>
                <c:pt idx="4257">
                  <c:v>39885</c:v>
                </c:pt>
                <c:pt idx="4258">
                  <c:v>39884</c:v>
                </c:pt>
                <c:pt idx="4259">
                  <c:v>39883</c:v>
                </c:pt>
                <c:pt idx="4260">
                  <c:v>39882</c:v>
                </c:pt>
                <c:pt idx="4261">
                  <c:v>39881</c:v>
                </c:pt>
                <c:pt idx="4262">
                  <c:v>39878</c:v>
                </c:pt>
                <c:pt idx="4263">
                  <c:v>39877</c:v>
                </c:pt>
                <c:pt idx="4264">
                  <c:v>39876</c:v>
                </c:pt>
                <c:pt idx="4265">
                  <c:v>39875</c:v>
                </c:pt>
                <c:pt idx="4266">
                  <c:v>39874</c:v>
                </c:pt>
                <c:pt idx="4267">
                  <c:v>39871</c:v>
                </c:pt>
                <c:pt idx="4268">
                  <c:v>39870</c:v>
                </c:pt>
                <c:pt idx="4269">
                  <c:v>39869</c:v>
                </c:pt>
                <c:pt idx="4270">
                  <c:v>39868</c:v>
                </c:pt>
                <c:pt idx="4271">
                  <c:v>39867</c:v>
                </c:pt>
                <c:pt idx="4272">
                  <c:v>39864</c:v>
                </c:pt>
                <c:pt idx="4273">
                  <c:v>39863</c:v>
                </c:pt>
                <c:pt idx="4274">
                  <c:v>39862</c:v>
                </c:pt>
                <c:pt idx="4275">
                  <c:v>39861</c:v>
                </c:pt>
                <c:pt idx="4276">
                  <c:v>39860</c:v>
                </c:pt>
                <c:pt idx="4277">
                  <c:v>39857</c:v>
                </c:pt>
                <c:pt idx="4278">
                  <c:v>39856</c:v>
                </c:pt>
                <c:pt idx="4279">
                  <c:v>39855</c:v>
                </c:pt>
                <c:pt idx="4280">
                  <c:v>39854</c:v>
                </c:pt>
                <c:pt idx="4281">
                  <c:v>39853</c:v>
                </c:pt>
                <c:pt idx="4282">
                  <c:v>39850</c:v>
                </c:pt>
                <c:pt idx="4283">
                  <c:v>39849</c:v>
                </c:pt>
                <c:pt idx="4284">
                  <c:v>39848</c:v>
                </c:pt>
                <c:pt idx="4285">
                  <c:v>39847</c:v>
                </c:pt>
                <c:pt idx="4286">
                  <c:v>39846</c:v>
                </c:pt>
                <c:pt idx="4287">
                  <c:v>39843</c:v>
                </c:pt>
                <c:pt idx="4288">
                  <c:v>39842</c:v>
                </c:pt>
                <c:pt idx="4289">
                  <c:v>39836</c:v>
                </c:pt>
                <c:pt idx="4290">
                  <c:v>39835</c:v>
                </c:pt>
                <c:pt idx="4291">
                  <c:v>39834</c:v>
                </c:pt>
                <c:pt idx="4292">
                  <c:v>39833</c:v>
                </c:pt>
                <c:pt idx="4293">
                  <c:v>39832</c:v>
                </c:pt>
                <c:pt idx="4294">
                  <c:v>39829</c:v>
                </c:pt>
                <c:pt idx="4295">
                  <c:v>39828</c:v>
                </c:pt>
                <c:pt idx="4296">
                  <c:v>39827</c:v>
                </c:pt>
                <c:pt idx="4297">
                  <c:v>39826</c:v>
                </c:pt>
                <c:pt idx="4298">
                  <c:v>39825</c:v>
                </c:pt>
                <c:pt idx="4299">
                  <c:v>39822</c:v>
                </c:pt>
                <c:pt idx="4300">
                  <c:v>39821</c:v>
                </c:pt>
                <c:pt idx="4301">
                  <c:v>39820</c:v>
                </c:pt>
                <c:pt idx="4302">
                  <c:v>39819</c:v>
                </c:pt>
                <c:pt idx="4303">
                  <c:v>39818</c:v>
                </c:pt>
                <c:pt idx="4304">
                  <c:v>39815</c:v>
                </c:pt>
                <c:pt idx="4305">
                  <c:v>39813</c:v>
                </c:pt>
                <c:pt idx="4306">
                  <c:v>39812</c:v>
                </c:pt>
                <c:pt idx="4307">
                  <c:v>39811</c:v>
                </c:pt>
                <c:pt idx="4308">
                  <c:v>39806</c:v>
                </c:pt>
                <c:pt idx="4309">
                  <c:v>39805</c:v>
                </c:pt>
                <c:pt idx="4310">
                  <c:v>39804</c:v>
                </c:pt>
                <c:pt idx="4311">
                  <c:v>39801</c:v>
                </c:pt>
                <c:pt idx="4312">
                  <c:v>39800</c:v>
                </c:pt>
                <c:pt idx="4313">
                  <c:v>39799</c:v>
                </c:pt>
                <c:pt idx="4314">
                  <c:v>39798</c:v>
                </c:pt>
                <c:pt idx="4315">
                  <c:v>39797</c:v>
                </c:pt>
                <c:pt idx="4316">
                  <c:v>39794</c:v>
                </c:pt>
                <c:pt idx="4317">
                  <c:v>39793</c:v>
                </c:pt>
                <c:pt idx="4318">
                  <c:v>39792</c:v>
                </c:pt>
                <c:pt idx="4319">
                  <c:v>39791</c:v>
                </c:pt>
                <c:pt idx="4320">
                  <c:v>39790</c:v>
                </c:pt>
                <c:pt idx="4321">
                  <c:v>39787</c:v>
                </c:pt>
                <c:pt idx="4322">
                  <c:v>39786</c:v>
                </c:pt>
                <c:pt idx="4323">
                  <c:v>39785</c:v>
                </c:pt>
                <c:pt idx="4324">
                  <c:v>39784</c:v>
                </c:pt>
                <c:pt idx="4325">
                  <c:v>39783</c:v>
                </c:pt>
                <c:pt idx="4326">
                  <c:v>39780</c:v>
                </c:pt>
                <c:pt idx="4327">
                  <c:v>39779</c:v>
                </c:pt>
                <c:pt idx="4328">
                  <c:v>39778</c:v>
                </c:pt>
                <c:pt idx="4329">
                  <c:v>39777</c:v>
                </c:pt>
                <c:pt idx="4330">
                  <c:v>39776</c:v>
                </c:pt>
                <c:pt idx="4331">
                  <c:v>39773</c:v>
                </c:pt>
                <c:pt idx="4332">
                  <c:v>39772</c:v>
                </c:pt>
                <c:pt idx="4333">
                  <c:v>39771</c:v>
                </c:pt>
                <c:pt idx="4334">
                  <c:v>39770</c:v>
                </c:pt>
                <c:pt idx="4335">
                  <c:v>39769</c:v>
                </c:pt>
                <c:pt idx="4336">
                  <c:v>39766</c:v>
                </c:pt>
                <c:pt idx="4337">
                  <c:v>39765</c:v>
                </c:pt>
                <c:pt idx="4338">
                  <c:v>39764</c:v>
                </c:pt>
                <c:pt idx="4339">
                  <c:v>39763</c:v>
                </c:pt>
                <c:pt idx="4340">
                  <c:v>39762</c:v>
                </c:pt>
                <c:pt idx="4341">
                  <c:v>39759</c:v>
                </c:pt>
                <c:pt idx="4342">
                  <c:v>39758</c:v>
                </c:pt>
                <c:pt idx="4343">
                  <c:v>39757</c:v>
                </c:pt>
                <c:pt idx="4344">
                  <c:v>39756</c:v>
                </c:pt>
                <c:pt idx="4345">
                  <c:v>39755</c:v>
                </c:pt>
                <c:pt idx="4346">
                  <c:v>39752</c:v>
                </c:pt>
                <c:pt idx="4347">
                  <c:v>39751</c:v>
                </c:pt>
                <c:pt idx="4348">
                  <c:v>39750</c:v>
                </c:pt>
                <c:pt idx="4349">
                  <c:v>39749</c:v>
                </c:pt>
                <c:pt idx="4350">
                  <c:v>39748</c:v>
                </c:pt>
                <c:pt idx="4351">
                  <c:v>39745</c:v>
                </c:pt>
                <c:pt idx="4352">
                  <c:v>39744</c:v>
                </c:pt>
                <c:pt idx="4353">
                  <c:v>39743</c:v>
                </c:pt>
                <c:pt idx="4354">
                  <c:v>39742</c:v>
                </c:pt>
                <c:pt idx="4355">
                  <c:v>39741</c:v>
                </c:pt>
                <c:pt idx="4356">
                  <c:v>39738</c:v>
                </c:pt>
                <c:pt idx="4357">
                  <c:v>39737</c:v>
                </c:pt>
                <c:pt idx="4358">
                  <c:v>39736</c:v>
                </c:pt>
                <c:pt idx="4359">
                  <c:v>39735</c:v>
                </c:pt>
                <c:pt idx="4360">
                  <c:v>39734</c:v>
                </c:pt>
                <c:pt idx="4361">
                  <c:v>39731</c:v>
                </c:pt>
                <c:pt idx="4362">
                  <c:v>39730</c:v>
                </c:pt>
                <c:pt idx="4363">
                  <c:v>39729</c:v>
                </c:pt>
                <c:pt idx="4364">
                  <c:v>39727</c:v>
                </c:pt>
                <c:pt idx="4365">
                  <c:v>39724</c:v>
                </c:pt>
                <c:pt idx="4366">
                  <c:v>39723</c:v>
                </c:pt>
                <c:pt idx="4367">
                  <c:v>39721</c:v>
                </c:pt>
                <c:pt idx="4368">
                  <c:v>39720</c:v>
                </c:pt>
                <c:pt idx="4369">
                  <c:v>39717</c:v>
                </c:pt>
                <c:pt idx="4370">
                  <c:v>39716</c:v>
                </c:pt>
                <c:pt idx="4371">
                  <c:v>39715</c:v>
                </c:pt>
                <c:pt idx="4372">
                  <c:v>39714</c:v>
                </c:pt>
                <c:pt idx="4373">
                  <c:v>39713</c:v>
                </c:pt>
                <c:pt idx="4374">
                  <c:v>39710</c:v>
                </c:pt>
                <c:pt idx="4375">
                  <c:v>39709</c:v>
                </c:pt>
                <c:pt idx="4376">
                  <c:v>39708</c:v>
                </c:pt>
                <c:pt idx="4377">
                  <c:v>39707</c:v>
                </c:pt>
                <c:pt idx="4378">
                  <c:v>39703</c:v>
                </c:pt>
                <c:pt idx="4379">
                  <c:v>39702</c:v>
                </c:pt>
                <c:pt idx="4380">
                  <c:v>39701</c:v>
                </c:pt>
                <c:pt idx="4381">
                  <c:v>39700</c:v>
                </c:pt>
                <c:pt idx="4382">
                  <c:v>39699</c:v>
                </c:pt>
                <c:pt idx="4383">
                  <c:v>39696</c:v>
                </c:pt>
                <c:pt idx="4384">
                  <c:v>39695</c:v>
                </c:pt>
                <c:pt idx="4385">
                  <c:v>39694</c:v>
                </c:pt>
                <c:pt idx="4386">
                  <c:v>39693</c:v>
                </c:pt>
                <c:pt idx="4387">
                  <c:v>39692</c:v>
                </c:pt>
                <c:pt idx="4388">
                  <c:v>39689</c:v>
                </c:pt>
                <c:pt idx="4389">
                  <c:v>39688</c:v>
                </c:pt>
                <c:pt idx="4390">
                  <c:v>39687</c:v>
                </c:pt>
                <c:pt idx="4391">
                  <c:v>39686</c:v>
                </c:pt>
                <c:pt idx="4392">
                  <c:v>39685</c:v>
                </c:pt>
                <c:pt idx="4393">
                  <c:v>39681</c:v>
                </c:pt>
                <c:pt idx="4394">
                  <c:v>39680</c:v>
                </c:pt>
                <c:pt idx="4395">
                  <c:v>39679</c:v>
                </c:pt>
                <c:pt idx="4396">
                  <c:v>39678</c:v>
                </c:pt>
                <c:pt idx="4397">
                  <c:v>39675</c:v>
                </c:pt>
                <c:pt idx="4398">
                  <c:v>39674</c:v>
                </c:pt>
                <c:pt idx="4399">
                  <c:v>39673</c:v>
                </c:pt>
                <c:pt idx="4400">
                  <c:v>39672</c:v>
                </c:pt>
                <c:pt idx="4401">
                  <c:v>39671</c:v>
                </c:pt>
                <c:pt idx="4402">
                  <c:v>39668</c:v>
                </c:pt>
                <c:pt idx="4403">
                  <c:v>39667</c:v>
                </c:pt>
                <c:pt idx="4404">
                  <c:v>39665</c:v>
                </c:pt>
                <c:pt idx="4405">
                  <c:v>39664</c:v>
                </c:pt>
                <c:pt idx="4406">
                  <c:v>39661</c:v>
                </c:pt>
                <c:pt idx="4407">
                  <c:v>39660</c:v>
                </c:pt>
                <c:pt idx="4408">
                  <c:v>39659</c:v>
                </c:pt>
                <c:pt idx="4409">
                  <c:v>39658</c:v>
                </c:pt>
                <c:pt idx="4410">
                  <c:v>39657</c:v>
                </c:pt>
                <c:pt idx="4411">
                  <c:v>39654</c:v>
                </c:pt>
                <c:pt idx="4412">
                  <c:v>39653</c:v>
                </c:pt>
                <c:pt idx="4413">
                  <c:v>39652</c:v>
                </c:pt>
                <c:pt idx="4414">
                  <c:v>39651</c:v>
                </c:pt>
                <c:pt idx="4415">
                  <c:v>39650</c:v>
                </c:pt>
                <c:pt idx="4416">
                  <c:v>39647</c:v>
                </c:pt>
                <c:pt idx="4417">
                  <c:v>39646</c:v>
                </c:pt>
                <c:pt idx="4418">
                  <c:v>39645</c:v>
                </c:pt>
                <c:pt idx="4419">
                  <c:v>39644</c:v>
                </c:pt>
                <c:pt idx="4420">
                  <c:v>39643</c:v>
                </c:pt>
                <c:pt idx="4421">
                  <c:v>39640</c:v>
                </c:pt>
                <c:pt idx="4422">
                  <c:v>39639</c:v>
                </c:pt>
                <c:pt idx="4423">
                  <c:v>39638</c:v>
                </c:pt>
                <c:pt idx="4424">
                  <c:v>39637</c:v>
                </c:pt>
                <c:pt idx="4425">
                  <c:v>39636</c:v>
                </c:pt>
                <c:pt idx="4426">
                  <c:v>39633</c:v>
                </c:pt>
                <c:pt idx="4427">
                  <c:v>39632</c:v>
                </c:pt>
                <c:pt idx="4428">
                  <c:v>39631</c:v>
                </c:pt>
                <c:pt idx="4429">
                  <c:v>39629</c:v>
                </c:pt>
                <c:pt idx="4430">
                  <c:v>39626</c:v>
                </c:pt>
                <c:pt idx="4431">
                  <c:v>39625</c:v>
                </c:pt>
                <c:pt idx="4432">
                  <c:v>39624</c:v>
                </c:pt>
                <c:pt idx="4433">
                  <c:v>39623</c:v>
                </c:pt>
                <c:pt idx="4434">
                  <c:v>39622</c:v>
                </c:pt>
                <c:pt idx="4435">
                  <c:v>39619</c:v>
                </c:pt>
                <c:pt idx="4436">
                  <c:v>39618</c:v>
                </c:pt>
                <c:pt idx="4437">
                  <c:v>39617</c:v>
                </c:pt>
                <c:pt idx="4438">
                  <c:v>39616</c:v>
                </c:pt>
                <c:pt idx="4439">
                  <c:v>39615</c:v>
                </c:pt>
                <c:pt idx="4440">
                  <c:v>39612</c:v>
                </c:pt>
                <c:pt idx="4441">
                  <c:v>39611</c:v>
                </c:pt>
                <c:pt idx="4442">
                  <c:v>39610</c:v>
                </c:pt>
                <c:pt idx="4443">
                  <c:v>39609</c:v>
                </c:pt>
                <c:pt idx="4444">
                  <c:v>39605</c:v>
                </c:pt>
                <c:pt idx="4445">
                  <c:v>39604</c:v>
                </c:pt>
                <c:pt idx="4446">
                  <c:v>39603</c:v>
                </c:pt>
                <c:pt idx="4447">
                  <c:v>39602</c:v>
                </c:pt>
                <c:pt idx="4448">
                  <c:v>39601</c:v>
                </c:pt>
                <c:pt idx="4449">
                  <c:v>39598</c:v>
                </c:pt>
                <c:pt idx="4450">
                  <c:v>39597</c:v>
                </c:pt>
                <c:pt idx="4451">
                  <c:v>39596</c:v>
                </c:pt>
                <c:pt idx="4452">
                  <c:v>39595</c:v>
                </c:pt>
                <c:pt idx="4453">
                  <c:v>39594</c:v>
                </c:pt>
                <c:pt idx="4454">
                  <c:v>39591</c:v>
                </c:pt>
                <c:pt idx="4455">
                  <c:v>39590</c:v>
                </c:pt>
                <c:pt idx="4456">
                  <c:v>39589</c:v>
                </c:pt>
                <c:pt idx="4457">
                  <c:v>39588</c:v>
                </c:pt>
                <c:pt idx="4458">
                  <c:v>39587</c:v>
                </c:pt>
                <c:pt idx="4459">
                  <c:v>39584</c:v>
                </c:pt>
                <c:pt idx="4460">
                  <c:v>39583</c:v>
                </c:pt>
                <c:pt idx="4461">
                  <c:v>39582</c:v>
                </c:pt>
                <c:pt idx="4462">
                  <c:v>39581</c:v>
                </c:pt>
                <c:pt idx="4463">
                  <c:v>39577</c:v>
                </c:pt>
                <c:pt idx="4464">
                  <c:v>39576</c:v>
                </c:pt>
                <c:pt idx="4465">
                  <c:v>39575</c:v>
                </c:pt>
                <c:pt idx="4466">
                  <c:v>39574</c:v>
                </c:pt>
                <c:pt idx="4467">
                  <c:v>39573</c:v>
                </c:pt>
                <c:pt idx="4468">
                  <c:v>39570</c:v>
                </c:pt>
                <c:pt idx="4469">
                  <c:v>39568</c:v>
                </c:pt>
                <c:pt idx="4470">
                  <c:v>39567</c:v>
                </c:pt>
                <c:pt idx="4471">
                  <c:v>39566</c:v>
                </c:pt>
                <c:pt idx="4472">
                  <c:v>39563</c:v>
                </c:pt>
                <c:pt idx="4473">
                  <c:v>39562</c:v>
                </c:pt>
                <c:pt idx="4474">
                  <c:v>39561</c:v>
                </c:pt>
                <c:pt idx="4475">
                  <c:v>39560</c:v>
                </c:pt>
                <c:pt idx="4476">
                  <c:v>39559</c:v>
                </c:pt>
                <c:pt idx="4477">
                  <c:v>39556</c:v>
                </c:pt>
                <c:pt idx="4478">
                  <c:v>39555</c:v>
                </c:pt>
                <c:pt idx="4479">
                  <c:v>39554</c:v>
                </c:pt>
                <c:pt idx="4480">
                  <c:v>39553</c:v>
                </c:pt>
                <c:pt idx="4481">
                  <c:v>39552</c:v>
                </c:pt>
                <c:pt idx="4482">
                  <c:v>39549</c:v>
                </c:pt>
                <c:pt idx="4483">
                  <c:v>39548</c:v>
                </c:pt>
                <c:pt idx="4484">
                  <c:v>39547</c:v>
                </c:pt>
                <c:pt idx="4485">
                  <c:v>39546</c:v>
                </c:pt>
                <c:pt idx="4486">
                  <c:v>39545</c:v>
                </c:pt>
                <c:pt idx="4487">
                  <c:v>39541</c:v>
                </c:pt>
                <c:pt idx="4488">
                  <c:v>39540</c:v>
                </c:pt>
                <c:pt idx="4489">
                  <c:v>39539</c:v>
                </c:pt>
                <c:pt idx="4490">
                  <c:v>39538</c:v>
                </c:pt>
                <c:pt idx="4491">
                  <c:v>39535</c:v>
                </c:pt>
                <c:pt idx="4492">
                  <c:v>39534</c:v>
                </c:pt>
                <c:pt idx="4493">
                  <c:v>39533</c:v>
                </c:pt>
                <c:pt idx="4494">
                  <c:v>39532</c:v>
                </c:pt>
                <c:pt idx="4495">
                  <c:v>39527</c:v>
                </c:pt>
                <c:pt idx="4496">
                  <c:v>39526</c:v>
                </c:pt>
                <c:pt idx="4497">
                  <c:v>39525</c:v>
                </c:pt>
                <c:pt idx="4498">
                  <c:v>39524</c:v>
                </c:pt>
                <c:pt idx="4499">
                  <c:v>39521</c:v>
                </c:pt>
                <c:pt idx="4500">
                  <c:v>39520</c:v>
                </c:pt>
                <c:pt idx="4501">
                  <c:v>39519</c:v>
                </c:pt>
                <c:pt idx="4502">
                  <c:v>39518</c:v>
                </c:pt>
                <c:pt idx="4503">
                  <c:v>39517</c:v>
                </c:pt>
                <c:pt idx="4504">
                  <c:v>39514</c:v>
                </c:pt>
                <c:pt idx="4505">
                  <c:v>39513</c:v>
                </c:pt>
                <c:pt idx="4506">
                  <c:v>39512</c:v>
                </c:pt>
                <c:pt idx="4507">
                  <c:v>39511</c:v>
                </c:pt>
                <c:pt idx="4508">
                  <c:v>39510</c:v>
                </c:pt>
                <c:pt idx="4509">
                  <c:v>39507</c:v>
                </c:pt>
                <c:pt idx="4510">
                  <c:v>39506</c:v>
                </c:pt>
                <c:pt idx="4511">
                  <c:v>39505</c:v>
                </c:pt>
                <c:pt idx="4512">
                  <c:v>39504</c:v>
                </c:pt>
                <c:pt idx="4513">
                  <c:v>39503</c:v>
                </c:pt>
                <c:pt idx="4514">
                  <c:v>39500</c:v>
                </c:pt>
                <c:pt idx="4515">
                  <c:v>39499</c:v>
                </c:pt>
                <c:pt idx="4516">
                  <c:v>39498</c:v>
                </c:pt>
                <c:pt idx="4517">
                  <c:v>39497</c:v>
                </c:pt>
                <c:pt idx="4518">
                  <c:v>39496</c:v>
                </c:pt>
                <c:pt idx="4519">
                  <c:v>39493</c:v>
                </c:pt>
                <c:pt idx="4520">
                  <c:v>39492</c:v>
                </c:pt>
                <c:pt idx="4521">
                  <c:v>39491</c:v>
                </c:pt>
                <c:pt idx="4522">
                  <c:v>39490</c:v>
                </c:pt>
                <c:pt idx="4523">
                  <c:v>39489</c:v>
                </c:pt>
                <c:pt idx="4524">
                  <c:v>39484</c:v>
                </c:pt>
                <c:pt idx="4525">
                  <c:v>39483</c:v>
                </c:pt>
                <c:pt idx="4526">
                  <c:v>39482</c:v>
                </c:pt>
                <c:pt idx="4527">
                  <c:v>39479</c:v>
                </c:pt>
                <c:pt idx="4528">
                  <c:v>39478</c:v>
                </c:pt>
                <c:pt idx="4529">
                  <c:v>39477</c:v>
                </c:pt>
                <c:pt idx="4530">
                  <c:v>39476</c:v>
                </c:pt>
                <c:pt idx="4531">
                  <c:v>39475</c:v>
                </c:pt>
                <c:pt idx="4532">
                  <c:v>39472</c:v>
                </c:pt>
                <c:pt idx="4533">
                  <c:v>39471</c:v>
                </c:pt>
                <c:pt idx="4534">
                  <c:v>39470</c:v>
                </c:pt>
                <c:pt idx="4535">
                  <c:v>39469</c:v>
                </c:pt>
                <c:pt idx="4536">
                  <c:v>39468</c:v>
                </c:pt>
                <c:pt idx="4537">
                  <c:v>39465</c:v>
                </c:pt>
                <c:pt idx="4538">
                  <c:v>39464</c:v>
                </c:pt>
                <c:pt idx="4539">
                  <c:v>39463</c:v>
                </c:pt>
                <c:pt idx="4540">
                  <c:v>39462</c:v>
                </c:pt>
                <c:pt idx="4541">
                  <c:v>39461</c:v>
                </c:pt>
                <c:pt idx="4542">
                  <c:v>39458</c:v>
                </c:pt>
                <c:pt idx="4543">
                  <c:v>39457</c:v>
                </c:pt>
                <c:pt idx="4544">
                  <c:v>39456</c:v>
                </c:pt>
                <c:pt idx="4545">
                  <c:v>39455</c:v>
                </c:pt>
                <c:pt idx="4546">
                  <c:v>39454</c:v>
                </c:pt>
                <c:pt idx="4547">
                  <c:v>39451</c:v>
                </c:pt>
                <c:pt idx="4548">
                  <c:v>39450</c:v>
                </c:pt>
                <c:pt idx="4549">
                  <c:v>39449</c:v>
                </c:pt>
                <c:pt idx="4550">
                  <c:v>39447</c:v>
                </c:pt>
                <c:pt idx="4551">
                  <c:v>39444</c:v>
                </c:pt>
                <c:pt idx="4552">
                  <c:v>39443</c:v>
                </c:pt>
                <c:pt idx="4553">
                  <c:v>39440</c:v>
                </c:pt>
                <c:pt idx="4554">
                  <c:v>39437</c:v>
                </c:pt>
                <c:pt idx="4555">
                  <c:v>39436</c:v>
                </c:pt>
                <c:pt idx="4556">
                  <c:v>39435</c:v>
                </c:pt>
                <c:pt idx="4557">
                  <c:v>39434</c:v>
                </c:pt>
                <c:pt idx="4558">
                  <c:v>39433</c:v>
                </c:pt>
                <c:pt idx="4559">
                  <c:v>39430</c:v>
                </c:pt>
                <c:pt idx="4560">
                  <c:v>39429</c:v>
                </c:pt>
                <c:pt idx="4561">
                  <c:v>39428</c:v>
                </c:pt>
                <c:pt idx="4562">
                  <c:v>39427</c:v>
                </c:pt>
                <c:pt idx="4563">
                  <c:v>39426</c:v>
                </c:pt>
                <c:pt idx="4564">
                  <c:v>39423</c:v>
                </c:pt>
                <c:pt idx="4565">
                  <c:v>39422</c:v>
                </c:pt>
                <c:pt idx="4566">
                  <c:v>39421</c:v>
                </c:pt>
                <c:pt idx="4567">
                  <c:v>39420</c:v>
                </c:pt>
                <c:pt idx="4568">
                  <c:v>39419</c:v>
                </c:pt>
                <c:pt idx="4569">
                  <c:v>39416</c:v>
                </c:pt>
                <c:pt idx="4570">
                  <c:v>39415</c:v>
                </c:pt>
                <c:pt idx="4571">
                  <c:v>39414</c:v>
                </c:pt>
                <c:pt idx="4572">
                  <c:v>39413</c:v>
                </c:pt>
                <c:pt idx="4573">
                  <c:v>39412</c:v>
                </c:pt>
                <c:pt idx="4574">
                  <c:v>39409</c:v>
                </c:pt>
                <c:pt idx="4575">
                  <c:v>39408</c:v>
                </c:pt>
                <c:pt idx="4576">
                  <c:v>39407</c:v>
                </c:pt>
                <c:pt idx="4577">
                  <c:v>39406</c:v>
                </c:pt>
                <c:pt idx="4578">
                  <c:v>39405</c:v>
                </c:pt>
                <c:pt idx="4579">
                  <c:v>39402</c:v>
                </c:pt>
                <c:pt idx="4580">
                  <c:v>39401</c:v>
                </c:pt>
                <c:pt idx="4581">
                  <c:v>39400</c:v>
                </c:pt>
                <c:pt idx="4582">
                  <c:v>39399</c:v>
                </c:pt>
                <c:pt idx="4583">
                  <c:v>39398</c:v>
                </c:pt>
                <c:pt idx="4584">
                  <c:v>39395</c:v>
                </c:pt>
                <c:pt idx="4585">
                  <c:v>39394</c:v>
                </c:pt>
                <c:pt idx="4586">
                  <c:v>39393</c:v>
                </c:pt>
                <c:pt idx="4587">
                  <c:v>39392</c:v>
                </c:pt>
                <c:pt idx="4588">
                  <c:v>39391</c:v>
                </c:pt>
                <c:pt idx="4589">
                  <c:v>39388</c:v>
                </c:pt>
                <c:pt idx="4590">
                  <c:v>39387</c:v>
                </c:pt>
                <c:pt idx="4591">
                  <c:v>39386</c:v>
                </c:pt>
                <c:pt idx="4592">
                  <c:v>39385</c:v>
                </c:pt>
                <c:pt idx="4593">
                  <c:v>39384</c:v>
                </c:pt>
                <c:pt idx="4594">
                  <c:v>39381</c:v>
                </c:pt>
                <c:pt idx="4595">
                  <c:v>39380</c:v>
                </c:pt>
                <c:pt idx="4596">
                  <c:v>39379</c:v>
                </c:pt>
                <c:pt idx="4597">
                  <c:v>39378</c:v>
                </c:pt>
                <c:pt idx="4598">
                  <c:v>39377</c:v>
                </c:pt>
                <c:pt idx="4599">
                  <c:v>39373</c:v>
                </c:pt>
                <c:pt idx="4600">
                  <c:v>39372</c:v>
                </c:pt>
                <c:pt idx="4601">
                  <c:v>39371</c:v>
                </c:pt>
                <c:pt idx="4602">
                  <c:v>39370</c:v>
                </c:pt>
                <c:pt idx="4603">
                  <c:v>39367</c:v>
                </c:pt>
                <c:pt idx="4604">
                  <c:v>39366</c:v>
                </c:pt>
                <c:pt idx="4605">
                  <c:v>39365</c:v>
                </c:pt>
                <c:pt idx="4606">
                  <c:v>39364</c:v>
                </c:pt>
                <c:pt idx="4607">
                  <c:v>39363</c:v>
                </c:pt>
                <c:pt idx="4608">
                  <c:v>39360</c:v>
                </c:pt>
                <c:pt idx="4609">
                  <c:v>39359</c:v>
                </c:pt>
                <c:pt idx="4610">
                  <c:v>39358</c:v>
                </c:pt>
                <c:pt idx="4611">
                  <c:v>39357</c:v>
                </c:pt>
                <c:pt idx="4612">
                  <c:v>39353</c:v>
                </c:pt>
                <c:pt idx="4613">
                  <c:v>39352</c:v>
                </c:pt>
                <c:pt idx="4614">
                  <c:v>39350</c:v>
                </c:pt>
                <c:pt idx="4615">
                  <c:v>39349</c:v>
                </c:pt>
                <c:pt idx="4616">
                  <c:v>39346</c:v>
                </c:pt>
                <c:pt idx="4617">
                  <c:v>39345</c:v>
                </c:pt>
                <c:pt idx="4618">
                  <c:v>39344</c:v>
                </c:pt>
                <c:pt idx="4619">
                  <c:v>39343</c:v>
                </c:pt>
                <c:pt idx="4620">
                  <c:v>39342</c:v>
                </c:pt>
                <c:pt idx="4621">
                  <c:v>39339</c:v>
                </c:pt>
                <c:pt idx="4622">
                  <c:v>39338</c:v>
                </c:pt>
                <c:pt idx="4623">
                  <c:v>39337</c:v>
                </c:pt>
                <c:pt idx="4624">
                  <c:v>39336</c:v>
                </c:pt>
                <c:pt idx="4625">
                  <c:v>39335</c:v>
                </c:pt>
                <c:pt idx="4626">
                  <c:v>39332</c:v>
                </c:pt>
                <c:pt idx="4627">
                  <c:v>39331</c:v>
                </c:pt>
                <c:pt idx="4628">
                  <c:v>39330</c:v>
                </c:pt>
                <c:pt idx="4629">
                  <c:v>39329</c:v>
                </c:pt>
                <c:pt idx="4630">
                  <c:v>39328</c:v>
                </c:pt>
                <c:pt idx="4631">
                  <c:v>39325</c:v>
                </c:pt>
                <c:pt idx="4632">
                  <c:v>39324</c:v>
                </c:pt>
                <c:pt idx="4633">
                  <c:v>39323</c:v>
                </c:pt>
                <c:pt idx="4634">
                  <c:v>39322</c:v>
                </c:pt>
                <c:pt idx="4635">
                  <c:v>39321</c:v>
                </c:pt>
                <c:pt idx="4636">
                  <c:v>39318</c:v>
                </c:pt>
                <c:pt idx="4637">
                  <c:v>39317</c:v>
                </c:pt>
                <c:pt idx="4638">
                  <c:v>39316</c:v>
                </c:pt>
                <c:pt idx="4639">
                  <c:v>39315</c:v>
                </c:pt>
                <c:pt idx="4640">
                  <c:v>39314</c:v>
                </c:pt>
                <c:pt idx="4641">
                  <c:v>39311</c:v>
                </c:pt>
                <c:pt idx="4642">
                  <c:v>39310</c:v>
                </c:pt>
                <c:pt idx="4643">
                  <c:v>39309</c:v>
                </c:pt>
                <c:pt idx="4644">
                  <c:v>39308</c:v>
                </c:pt>
                <c:pt idx="4645">
                  <c:v>39307</c:v>
                </c:pt>
                <c:pt idx="4646">
                  <c:v>39304</c:v>
                </c:pt>
                <c:pt idx="4647">
                  <c:v>39303</c:v>
                </c:pt>
                <c:pt idx="4648">
                  <c:v>39302</c:v>
                </c:pt>
                <c:pt idx="4649">
                  <c:v>39301</c:v>
                </c:pt>
                <c:pt idx="4650">
                  <c:v>39300</c:v>
                </c:pt>
                <c:pt idx="4651">
                  <c:v>39297</c:v>
                </c:pt>
                <c:pt idx="4652">
                  <c:v>39296</c:v>
                </c:pt>
                <c:pt idx="4653">
                  <c:v>39295</c:v>
                </c:pt>
                <c:pt idx="4654">
                  <c:v>39294</c:v>
                </c:pt>
                <c:pt idx="4655">
                  <c:v>39293</c:v>
                </c:pt>
                <c:pt idx="4656">
                  <c:v>39290</c:v>
                </c:pt>
                <c:pt idx="4657">
                  <c:v>39289</c:v>
                </c:pt>
                <c:pt idx="4658">
                  <c:v>39288</c:v>
                </c:pt>
                <c:pt idx="4659">
                  <c:v>39287</c:v>
                </c:pt>
                <c:pt idx="4660">
                  <c:v>39286</c:v>
                </c:pt>
                <c:pt idx="4661">
                  <c:v>39283</c:v>
                </c:pt>
                <c:pt idx="4662">
                  <c:v>39282</c:v>
                </c:pt>
                <c:pt idx="4663">
                  <c:v>39281</c:v>
                </c:pt>
                <c:pt idx="4664">
                  <c:v>39280</c:v>
                </c:pt>
                <c:pt idx="4665">
                  <c:v>39279</c:v>
                </c:pt>
                <c:pt idx="4666">
                  <c:v>39276</c:v>
                </c:pt>
                <c:pt idx="4667">
                  <c:v>39275</c:v>
                </c:pt>
                <c:pt idx="4668">
                  <c:v>39274</c:v>
                </c:pt>
                <c:pt idx="4669">
                  <c:v>39273</c:v>
                </c:pt>
                <c:pt idx="4670">
                  <c:v>39272</c:v>
                </c:pt>
                <c:pt idx="4671">
                  <c:v>39269</c:v>
                </c:pt>
                <c:pt idx="4672">
                  <c:v>39268</c:v>
                </c:pt>
                <c:pt idx="4673">
                  <c:v>39267</c:v>
                </c:pt>
                <c:pt idx="4674">
                  <c:v>39266</c:v>
                </c:pt>
                <c:pt idx="4675">
                  <c:v>39262</c:v>
                </c:pt>
                <c:pt idx="4676">
                  <c:v>39261</c:v>
                </c:pt>
                <c:pt idx="4677">
                  <c:v>39260</c:v>
                </c:pt>
                <c:pt idx="4678">
                  <c:v>39259</c:v>
                </c:pt>
                <c:pt idx="4679">
                  <c:v>39258</c:v>
                </c:pt>
                <c:pt idx="4680">
                  <c:v>39255</c:v>
                </c:pt>
                <c:pt idx="4681">
                  <c:v>39254</c:v>
                </c:pt>
                <c:pt idx="4682">
                  <c:v>39253</c:v>
                </c:pt>
                <c:pt idx="4683">
                  <c:v>39251</c:v>
                </c:pt>
                <c:pt idx="4684">
                  <c:v>39248</c:v>
                </c:pt>
                <c:pt idx="4685">
                  <c:v>39247</c:v>
                </c:pt>
                <c:pt idx="4686">
                  <c:v>39246</c:v>
                </c:pt>
                <c:pt idx="4687">
                  <c:v>39245</c:v>
                </c:pt>
                <c:pt idx="4688">
                  <c:v>39244</c:v>
                </c:pt>
                <c:pt idx="4689">
                  <c:v>39241</c:v>
                </c:pt>
                <c:pt idx="4690">
                  <c:v>39240</c:v>
                </c:pt>
                <c:pt idx="4691">
                  <c:v>39239</c:v>
                </c:pt>
                <c:pt idx="4692">
                  <c:v>39238</c:v>
                </c:pt>
                <c:pt idx="4693">
                  <c:v>39237</c:v>
                </c:pt>
                <c:pt idx="4694">
                  <c:v>39234</c:v>
                </c:pt>
                <c:pt idx="4695">
                  <c:v>39233</c:v>
                </c:pt>
                <c:pt idx="4696">
                  <c:v>39232</c:v>
                </c:pt>
                <c:pt idx="4697">
                  <c:v>39231</c:v>
                </c:pt>
                <c:pt idx="4698">
                  <c:v>39230</c:v>
                </c:pt>
                <c:pt idx="4699">
                  <c:v>39227</c:v>
                </c:pt>
                <c:pt idx="4700">
                  <c:v>39225</c:v>
                </c:pt>
                <c:pt idx="4701">
                  <c:v>39224</c:v>
                </c:pt>
                <c:pt idx="4702">
                  <c:v>39223</c:v>
                </c:pt>
                <c:pt idx="4703">
                  <c:v>39220</c:v>
                </c:pt>
                <c:pt idx="4704">
                  <c:v>39219</c:v>
                </c:pt>
                <c:pt idx="4705">
                  <c:v>39218</c:v>
                </c:pt>
                <c:pt idx="4706">
                  <c:v>39217</c:v>
                </c:pt>
                <c:pt idx="4707">
                  <c:v>39216</c:v>
                </c:pt>
                <c:pt idx="4708">
                  <c:v>39213</c:v>
                </c:pt>
                <c:pt idx="4709">
                  <c:v>39212</c:v>
                </c:pt>
                <c:pt idx="4710">
                  <c:v>39211</c:v>
                </c:pt>
                <c:pt idx="4711">
                  <c:v>39210</c:v>
                </c:pt>
                <c:pt idx="4712">
                  <c:v>39209</c:v>
                </c:pt>
                <c:pt idx="4713">
                  <c:v>39206</c:v>
                </c:pt>
                <c:pt idx="4714">
                  <c:v>39205</c:v>
                </c:pt>
                <c:pt idx="4715">
                  <c:v>39204</c:v>
                </c:pt>
                <c:pt idx="4716">
                  <c:v>39202</c:v>
                </c:pt>
                <c:pt idx="4717">
                  <c:v>39199</c:v>
                </c:pt>
                <c:pt idx="4718">
                  <c:v>39198</c:v>
                </c:pt>
                <c:pt idx="4719">
                  <c:v>39197</c:v>
                </c:pt>
                <c:pt idx="4720">
                  <c:v>39196</c:v>
                </c:pt>
                <c:pt idx="4721">
                  <c:v>39195</c:v>
                </c:pt>
                <c:pt idx="4722">
                  <c:v>39192</c:v>
                </c:pt>
                <c:pt idx="4723">
                  <c:v>39191</c:v>
                </c:pt>
                <c:pt idx="4724">
                  <c:v>39190</c:v>
                </c:pt>
                <c:pt idx="4725">
                  <c:v>39189</c:v>
                </c:pt>
                <c:pt idx="4726">
                  <c:v>39188</c:v>
                </c:pt>
                <c:pt idx="4727">
                  <c:v>39185</c:v>
                </c:pt>
                <c:pt idx="4728">
                  <c:v>39184</c:v>
                </c:pt>
                <c:pt idx="4729">
                  <c:v>39183</c:v>
                </c:pt>
                <c:pt idx="4730">
                  <c:v>39182</c:v>
                </c:pt>
                <c:pt idx="4731">
                  <c:v>39176</c:v>
                </c:pt>
                <c:pt idx="4732">
                  <c:v>39175</c:v>
                </c:pt>
                <c:pt idx="4733">
                  <c:v>39174</c:v>
                </c:pt>
                <c:pt idx="4734">
                  <c:v>39171</c:v>
                </c:pt>
                <c:pt idx="4735">
                  <c:v>39170</c:v>
                </c:pt>
                <c:pt idx="4736">
                  <c:v>39169</c:v>
                </c:pt>
                <c:pt idx="4737">
                  <c:v>39168</c:v>
                </c:pt>
                <c:pt idx="4738">
                  <c:v>39167</c:v>
                </c:pt>
                <c:pt idx="4739">
                  <c:v>39164</c:v>
                </c:pt>
                <c:pt idx="4740">
                  <c:v>39163</c:v>
                </c:pt>
                <c:pt idx="4741">
                  <c:v>39162</c:v>
                </c:pt>
                <c:pt idx="4742">
                  <c:v>39161</c:v>
                </c:pt>
                <c:pt idx="4743">
                  <c:v>39160</c:v>
                </c:pt>
                <c:pt idx="4744">
                  <c:v>39157</c:v>
                </c:pt>
                <c:pt idx="4745">
                  <c:v>39156</c:v>
                </c:pt>
                <c:pt idx="4746">
                  <c:v>39155</c:v>
                </c:pt>
                <c:pt idx="4747">
                  <c:v>39154</c:v>
                </c:pt>
                <c:pt idx="4748">
                  <c:v>39153</c:v>
                </c:pt>
                <c:pt idx="4749">
                  <c:v>39150</c:v>
                </c:pt>
                <c:pt idx="4750">
                  <c:v>39149</c:v>
                </c:pt>
                <c:pt idx="4751">
                  <c:v>39148</c:v>
                </c:pt>
                <c:pt idx="4752">
                  <c:v>39147</c:v>
                </c:pt>
                <c:pt idx="4753">
                  <c:v>39146</c:v>
                </c:pt>
                <c:pt idx="4754">
                  <c:v>39143</c:v>
                </c:pt>
                <c:pt idx="4755">
                  <c:v>39142</c:v>
                </c:pt>
                <c:pt idx="4756">
                  <c:v>39141</c:v>
                </c:pt>
                <c:pt idx="4757">
                  <c:v>39140</c:v>
                </c:pt>
                <c:pt idx="4758">
                  <c:v>39139</c:v>
                </c:pt>
                <c:pt idx="4759">
                  <c:v>39136</c:v>
                </c:pt>
                <c:pt idx="4760">
                  <c:v>39135</c:v>
                </c:pt>
                <c:pt idx="4761">
                  <c:v>39134</c:v>
                </c:pt>
                <c:pt idx="4762">
                  <c:v>39129</c:v>
                </c:pt>
                <c:pt idx="4763">
                  <c:v>39128</c:v>
                </c:pt>
                <c:pt idx="4764">
                  <c:v>39127</c:v>
                </c:pt>
                <c:pt idx="4765">
                  <c:v>39126</c:v>
                </c:pt>
                <c:pt idx="4766">
                  <c:v>39125</c:v>
                </c:pt>
                <c:pt idx="4767">
                  <c:v>39122</c:v>
                </c:pt>
                <c:pt idx="4768">
                  <c:v>39121</c:v>
                </c:pt>
                <c:pt idx="4769">
                  <c:v>39120</c:v>
                </c:pt>
                <c:pt idx="4770">
                  <c:v>39119</c:v>
                </c:pt>
                <c:pt idx="4771">
                  <c:v>39118</c:v>
                </c:pt>
                <c:pt idx="4772">
                  <c:v>39115</c:v>
                </c:pt>
                <c:pt idx="4773">
                  <c:v>39114</c:v>
                </c:pt>
                <c:pt idx="4774">
                  <c:v>39113</c:v>
                </c:pt>
                <c:pt idx="4775">
                  <c:v>39112</c:v>
                </c:pt>
                <c:pt idx="4776">
                  <c:v>39111</c:v>
                </c:pt>
                <c:pt idx="4777">
                  <c:v>39108</c:v>
                </c:pt>
                <c:pt idx="4778">
                  <c:v>39107</c:v>
                </c:pt>
                <c:pt idx="4779">
                  <c:v>39106</c:v>
                </c:pt>
                <c:pt idx="4780">
                  <c:v>39105</c:v>
                </c:pt>
                <c:pt idx="4781">
                  <c:v>39104</c:v>
                </c:pt>
                <c:pt idx="4782">
                  <c:v>39101</c:v>
                </c:pt>
                <c:pt idx="4783">
                  <c:v>39100</c:v>
                </c:pt>
                <c:pt idx="4784">
                  <c:v>39099</c:v>
                </c:pt>
                <c:pt idx="4785">
                  <c:v>39098</c:v>
                </c:pt>
                <c:pt idx="4786">
                  <c:v>39097</c:v>
                </c:pt>
                <c:pt idx="4787">
                  <c:v>39094</c:v>
                </c:pt>
                <c:pt idx="4788">
                  <c:v>39093</c:v>
                </c:pt>
                <c:pt idx="4789">
                  <c:v>39092</c:v>
                </c:pt>
                <c:pt idx="4790">
                  <c:v>39091</c:v>
                </c:pt>
                <c:pt idx="4791">
                  <c:v>39090</c:v>
                </c:pt>
                <c:pt idx="4792">
                  <c:v>39087</c:v>
                </c:pt>
                <c:pt idx="4793">
                  <c:v>39086</c:v>
                </c:pt>
                <c:pt idx="4794">
                  <c:v>39085</c:v>
                </c:pt>
                <c:pt idx="4795">
                  <c:v>39084</c:v>
                </c:pt>
                <c:pt idx="4796">
                  <c:v>39080</c:v>
                </c:pt>
                <c:pt idx="4797">
                  <c:v>39079</c:v>
                </c:pt>
                <c:pt idx="4798">
                  <c:v>39078</c:v>
                </c:pt>
                <c:pt idx="4799">
                  <c:v>39073</c:v>
                </c:pt>
                <c:pt idx="4800">
                  <c:v>39072</c:v>
                </c:pt>
                <c:pt idx="4801">
                  <c:v>39071</c:v>
                </c:pt>
                <c:pt idx="4802">
                  <c:v>39070</c:v>
                </c:pt>
                <c:pt idx="4803">
                  <c:v>39069</c:v>
                </c:pt>
                <c:pt idx="4804">
                  <c:v>39066</c:v>
                </c:pt>
                <c:pt idx="4805">
                  <c:v>39065</c:v>
                </c:pt>
                <c:pt idx="4806">
                  <c:v>39064</c:v>
                </c:pt>
                <c:pt idx="4807">
                  <c:v>39063</c:v>
                </c:pt>
                <c:pt idx="4808">
                  <c:v>39062</c:v>
                </c:pt>
                <c:pt idx="4809">
                  <c:v>39059</c:v>
                </c:pt>
                <c:pt idx="4810">
                  <c:v>39058</c:v>
                </c:pt>
                <c:pt idx="4811">
                  <c:v>39057</c:v>
                </c:pt>
                <c:pt idx="4812">
                  <c:v>39056</c:v>
                </c:pt>
                <c:pt idx="4813">
                  <c:v>39055</c:v>
                </c:pt>
                <c:pt idx="4814">
                  <c:v>39052</c:v>
                </c:pt>
                <c:pt idx="4815">
                  <c:v>39051</c:v>
                </c:pt>
                <c:pt idx="4816">
                  <c:v>39050</c:v>
                </c:pt>
                <c:pt idx="4817">
                  <c:v>39049</c:v>
                </c:pt>
                <c:pt idx="4818">
                  <c:v>39048</c:v>
                </c:pt>
                <c:pt idx="4819">
                  <c:v>39045</c:v>
                </c:pt>
                <c:pt idx="4820">
                  <c:v>39044</c:v>
                </c:pt>
                <c:pt idx="4821">
                  <c:v>39043</c:v>
                </c:pt>
                <c:pt idx="4822">
                  <c:v>39042</c:v>
                </c:pt>
                <c:pt idx="4823">
                  <c:v>39041</c:v>
                </c:pt>
                <c:pt idx="4824">
                  <c:v>39038</c:v>
                </c:pt>
                <c:pt idx="4825">
                  <c:v>39037</c:v>
                </c:pt>
                <c:pt idx="4826">
                  <c:v>39036</c:v>
                </c:pt>
                <c:pt idx="4827">
                  <c:v>39035</c:v>
                </c:pt>
                <c:pt idx="4828">
                  <c:v>39034</c:v>
                </c:pt>
                <c:pt idx="4829">
                  <c:v>39031</c:v>
                </c:pt>
                <c:pt idx="4830">
                  <c:v>39030</c:v>
                </c:pt>
                <c:pt idx="4831">
                  <c:v>39029</c:v>
                </c:pt>
                <c:pt idx="4832">
                  <c:v>39028</c:v>
                </c:pt>
                <c:pt idx="4833">
                  <c:v>39027</c:v>
                </c:pt>
                <c:pt idx="4834">
                  <c:v>39024</c:v>
                </c:pt>
                <c:pt idx="4835">
                  <c:v>39023</c:v>
                </c:pt>
                <c:pt idx="4836">
                  <c:v>39022</c:v>
                </c:pt>
                <c:pt idx="4837">
                  <c:v>39021</c:v>
                </c:pt>
                <c:pt idx="4838">
                  <c:v>39017</c:v>
                </c:pt>
                <c:pt idx="4839">
                  <c:v>39016</c:v>
                </c:pt>
                <c:pt idx="4840">
                  <c:v>39015</c:v>
                </c:pt>
                <c:pt idx="4841">
                  <c:v>39014</c:v>
                </c:pt>
                <c:pt idx="4842">
                  <c:v>39013</c:v>
                </c:pt>
                <c:pt idx="4843">
                  <c:v>39010</c:v>
                </c:pt>
                <c:pt idx="4844">
                  <c:v>39009</c:v>
                </c:pt>
                <c:pt idx="4845">
                  <c:v>39008</c:v>
                </c:pt>
                <c:pt idx="4846">
                  <c:v>39007</c:v>
                </c:pt>
                <c:pt idx="4847">
                  <c:v>39006</c:v>
                </c:pt>
                <c:pt idx="4848">
                  <c:v>39003</c:v>
                </c:pt>
                <c:pt idx="4849">
                  <c:v>39002</c:v>
                </c:pt>
                <c:pt idx="4850">
                  <c:v>39001</c:v>
                </c:pt>
                <c:pt idx="4851">
                  <c:v>39000</c:v>
                </c:pt>
                <c:pt idx="4852">
                  <c:v>38999</c:v>
                </c:pt>
                <c:pt idx="4853">
                  <c:v>38996</c:v>
                </c:pt>
                <c:pt idx="4854">
                  <c:v>38995</c:v>
                </c:pt>
                <c:pt idx="4855">
                  <c:v>38994</c:v>
                </c:pt>
                <c:pt idx="4856">
                  <c:v>38993</c:v>
                </c:pt>
                <c:pt idx="4857">
                  <c:v>38989</c:v>
                </c:pt>
                <c:pt idx="4858">
                  <c:v>38988</c:v>
                </c:pt>
                <c:pt idx="4859">
                  <c:v>38987</c:v>
                </c:pt>
                <c:pt idx="4860">
                  <c:v>38986</c:v>
                </c:pt>
                <c:pt idx="4861">
                  <c:v>38985</c:v>
                </c:pt>
                <c:pt idx="4862">
                  <c:v>38982</c:v>
                </c:pt>
                <c:pt idx="4863">
                  <c:v>38981</c:v>
                </c:pt>
                <c:pt idx="4864">
                  <c:v>38980</c:v>
                </c:pt>
                <c:pt idx="4865">
                  <c:v>38979</c:v>
                </c:pt>
                <c:pt idx="4866">
                  <c:v>38978</c:v>
                </c:pt>
                <c:pt idx="4867">
                  <c:v>38975</c:v>
                </c:pt>
                <c:pt idx="4868">
                  <c:v>38974</c:v>
                </c:pt>
                <c:pt idx="4869">
                  <c:v>38973</c:v>
                </c:pt>
                <c:pt idx="4870">
                  <c:v>38972</c:v>
                </c:pt>
                <c:pt idx="4871">
                  <c:v>38971</c:v>
                </c:pt>
                <c:pt idx="4872">
                  <c:v>38968</c:v>
                </c:pt>
                <c:pt idx="4873">
                  <c:v>38967</c:v>
                </c:pt>
                <c:pt idx="4874">
                  <c:v>38966</c:v>
                </c:pt>
                <c:pt idx="4875">
                  <c:v>38965</c:v>
                </c:pt>
                <c:pt idx="4876">
                  <c:v>38964</c:v>
                </c:pt>
                <c:pt idx="4877">
                  <c:v>38961</c:v>
                </c:pt>
                <c:pt idx="4878">
                  <c:v>38960</c:v>
                </c:pt>
                <c:pt idx="4879">
                  <c:v>38959</c:v>
                </c:pt>
                <c:pt idx="4880">
                  <c:v>38958</c:v>
                </c:pt>
                <c:pt idx="4881">
                  <c:v>38957</c:v>
                </c:pt>
                <c:pt idx="4882">
                  <c:v>38954</c:v>
                </c:pt>
                <c:pt idx="4883">
                  <c:v>38953</c:v>
                </c:pt>
                <c:pt idx="4884">
                  <c:v>38952</c:v>
                </c:pt>
                <c:pt idx="4885">
                  <c:v>38951</c:v>
                </c:pt>
                <c:pt idx="4886">
                  <c:v>38950</c:v>
                </c:pt>
                <c:pt idx="4887">
                  <c:v>38947</c:v>
                </c:pt>
                <c:pt idx="4888">
                  <c:v>38946</c:v>
                </c:pt>
                <c:pt idx="4889">
                  <c:v>38945</c:v>
                </c:pt>
                <c:pt idx="4890">
                  <c:v>38944</c:v>
                </c:pt>
                <c:pt idx="4891">
                  <c:v>38943</c:v>
                </c:pt>
                <c:pt idx="4892">
                  <c:v>38940</c:v>
                </c:pt>
                <c:pt idx="4893">
                  <c:v>38939</c:v>
                </c:pt>
                <c:pt idx="4894">
                  <c:v>38938</c:v>
                </c:pt>
                <c:pt idx="4895">
                  <c:v>38937</c:v>
                </c:pt>
                <c:pt idx="4896">
                  <c:v>38936</c:v>
                </c:pt>
                <c:pt idx="4897">
                  <c:v>38933</c:v>
                </c:pt>
                <c:pt idx="4898">
                  <c:v>38932</c:v>
                </c:pt>
                <c:pt idx="4899">
                  <c:v>38931</c:v>
                </c:pt>
                <c:pt idx="4900">
                  <c:v>38930</c:v>
                </c:pt>
                <c:pt idx="4901">
                  <c:v>38929</c:v>
                </c:pt>
                <c:pt idx="4902">
                  <c:v>38926</c:v>
                </c:pt>
                <c:pt idx="4903">
                  <c:v>38925</c:v>
                </c:pt>
                <c:pt idx="4904">
                  <c:v>38924</c:v>
                </c:pt>
                <c:pt idx="4905">
                  <c:v>38923</c:v>
                </c:pt>
                <c:pt idx="4906">
                  <c:v>38922</c:v>
                </c:pt>
                <c:pt idx="4907">
                  <c:v>38919</c:v>
                </c:pt>
                <c:pt idx="4908">
                  <c:v>38918</c:v>
                </c:pt>
                <c:pt idx="4909">
                  <c:v>38917</c:v>
                </c:pt>
                <c:pt idx="4910">
                  <c:v>38916</c:v>
                </c:pt>
                <c:pt idx="4911">
                  <c:v>38915</c:v>
                </c:pt>
                <c:pt idx="4912">
                  <c:v>38912</c:v>
                </c:pt>
                <c:pt idx="4913">
                  <c:v>38911</c:v>
                </c:pt>
                <c:pt idx="4914">
                  <c:v>38910</c:v>
                </c:pt>
                <c:pt idx="4915">
                  <c:v>38909</c:v>
                </c:pt>
                <c:pt idx="4916">
                  <c:v>38908</c:v>
                </c:pt>
                <c:pt idx="4917">
                  <c:v>38905</c:v>
                </c:pt>
                <c:pt idx="4918">
                  <c:v>38904</c:v>
                </c:pt>
                <c:pt idx="4919">
                  <c:v>38903</c:v>
                </c:pt>
                <c:pt idx="4920">
                  <c:v>38902</c:v>
                </c:pt>
                <c:pt idx="4921">
                  <c:v>38901</c:v>
                </c:pt>
                <c:pt idx="4922">
                  <c:v>38898</c:v>
                </c:pt>
                <c:pt idx="4923">
                  <c:v>38897</c:v>
                </c:pt>
                <c:pt idx="4924">
                  <c:v>38896</c:v>
                </c:pt>
                <c:pt idx="4925">
                  <c:v>38895</c:v>
                </c:pt>
                <c:pt idx="4926">
                  <c:v>38894</c:v>
                </c:pt>
                <c:pt idx="4927">
                  <c:v>38891</c:v>
                </c:pt>
                <c:pt idx="4928">
                  <c:v>38890</c:v>
                </c:pt>
                <c:pt idx="4929">
                  <c:v>38889</c:v>
                </c:pt>
                <c:pt idx="4930">
                  <c:v>38888</c:v>
                </c:pt>
                <c:pt idx="4931">
                  <c:v>38887</c:v>
                </c:pt>
                <c:pt idx="4932">
                  <c:v>38884</c:v>
                </c:pt>
                <c:pt idx="4933">
                  <c:v>38883</c:v>
                </c:pt>
                <c:pt idx="4934">
                  <c:v>38882</c:v>
                </c:pt>
                <c:pt idx="4935">
                  <c:v>38881</c:v>
                </c:pt>
                <c:pt idx="4936">
                  <c:v>38880</c:v>
                </c:pt>
                <c:pt idx="4937">
                  <c:v>38877</c:v>
                </c:pt>
                <c:pt idx="4938">
                  <c:v>38876</c:v>
                </c:pt>
                <c:pt idx="4939">
                  <c:v>38875</c:v>
                </c:pt>
                <c:pt idx="4940">
                  <c:v>38874</c:v>
                </c:pt>
                <c:pt idx="4941">
                  <c:v>38873</c:v>
                </c:pt>
                <c:pt idx="4942">
                  <c:v>38870</c:v>
                </c:pt>
                <c:pt idx="4943">
                  <c:v>38869</c:v>
                </c:pt>
                <c:pt idx="4944">
                  <c:v>38867</c:v>
                </c:pt>
                <c:pt idx="4945">
                  <c:v>38866</c:v>
                </c:pt>
                <c:pt idx="4946">
                  <c:v>38863</c:v>
                </c:pt>
                <c:pt idx="4947">
                  <c:v>38862</c:v>
                </c:pt>
                <c:pt idx="4948">
                  <c:v>38861</c:v>
                </c:pt>
                <c:pt idx="4949">
                  <c:v>38860</c:v>
                </c:pt>
                <c:pt idx="4950">
                  <c:v>38859</c:v>
                </c:pt>
                <c:pt idx="4951">
                  <c:v>38856</c:v>
                </c:pt>
                <c:pt idx="4952">
                  <c:v>38855</c:v>
                </c:pt>
                <c:pt idx="4953">
                  <c:v>38854</c:v>
                </c:pt>
                <c:pt idx="4954">
                  <c:v>38853</c:v>
                </c:pt>
                <c:pt idx="4955">
                  <c:v>38852</c:v>
                </c:pt>
                <c:pt idx="4956">
                  <c:v>38849</c:v>
                </c:pt>
                <c:pt idx="4957">
                  <c:v>38848</c:v>
                </c:pt>
                <c:pt idx="4958">
                  <c:v>38847</c:v>
                </c:pt>
                <c:pt idx="4959">
                  <c:v>38846</c:v>
                </c:pt>
                <c:pt idx="4960">
                  <c:v>38845</c:v>
                </c:pt>
                <c:pt idx="4961">
                  <c:v>38841</c:v>
                </c:pt>
                <c:pt idx="4962">
                  <c:v>38840</c:v>
                </c:pt>
                <c:pt idx="4963">
                  <c:v>38839</c:v>
                </c:pt>
                <c:pt idx="4964">
                  <c:v>38835</c:v>
                </c:pt>
                <c:pt idx="4965">
                  <c:v>38834</c:v>
                </c:pt>
                <c:pt idx="4966">
                  <c:v>38833</c:v>
                </c:pt>
                <c:pt idx="4967">
                  <c:v>38832</c:v>
                </c:pt>
                <c:pt idx="4968">
                  <c:v>38831</c:v>
                </c:pt>
                <c:pt idx="4969">
                  <c:v>38828</c:v>
                </c:pt>
                <c:pt idx="4970">
                  <c:v>38827</c:v>
                </c:pt>
                <c:pt idx="4971">
                  <c:v>38826</c:v>
                </c:pt>
                <c:pt idx="4972">
                  <c:v>38825</c:v>
                </c:pt>
                <c:pt idx="4973">
                  <c:v>38820</c:v>
                </c:pt>
                <c:pt idx="4974">
                  <c:v>38819</c:v>
                </c:pt>
                <c:pt idx="4975">
                  <c:v>38818</c:v>
                </c:pt>
                <c:pt idx="4976">
                  <c:v>38817</c:v>
                </c:pt>
                <c:pt idx="4977">
                  <c:v>38814</c:v>
                </c:pt>
                <c:pt idx="4978">
                  <c:v>38813</c:v>
                </c:pt>
                <c:pt idx="4979">
                  <c:v>38811</c:v>
                </c:pt>
                <c:pt idx="4980">
                  <c:v>38810</c:v>
                </c:pt>
                <c:pt idx="4981">
                  <c:v>38807</c:v>
                </c:pt>
                <c:pt idx="4982">
                  <c:v>38806</c:v>
                </c:pt>
                <c:pt idx="4983">
                  <c:v>38805</c:v>
                </c:pt>
                <c:pt idx="4984">
                  <c:v>38804</c:v>
                </c:pt>
                <c:pt idx="4985">
                  <c:v>38803</c:v>
                </c:pt>
                <c:pt idx="4986">
                  <c:v>38800</c:v>
                </c:pt>
                <c:pt idx="4987">
                  <c:v>38799</c:v>
                </c:pt>
                <c:pt idx="4988">
                  <c:v>38798</c:v>
                </c:pt>
                <c:pt idx="4989">
                  <c:v>38797</c:v>
                </c:pt>
                <c:pt idx="4990">
                  <c:v>38796</c:v>
                </c:pt>
                <c:pt idx="4991">
                  <c:v>38793</c:v>
                </c:pt>
                <c:pt idx="4992">
                  <c:v>38792</c:v>
                </c:pt>
                <c:pt idx="4993">
                  <c:v>38791</c:v>
                </c:pt>
                <c:pt idx="4994">
                  <c:v>38790</c:v>
                </c:pt>
                <c:pt idx="4995">
                  <c:v>38789</c:v>
                </c:pt>
                <c:pt idx="4996">
                  <c:v>38786</c:v>
                </c:pt>
                <c:pt idx="4997">
                  <c:v>38785</c:v>
                </c:pt>
                <c:pt idx="4998">
                  <c:v>38784</c:v>
                </c:pt>
                <c:pt idx="4999">
                  <c:v>38783</c:v>
                </c:pt>
                <c:pt idx="5000">
                  <c:v>38782</c:v>
                </c:pt>
                <c:pt idx="5001">
                  <c:v>38779</c:v>
                </c:pt>
                <c:pt idx="5002">
                  <c:v>38778</c:v>
                </c:pt>
                <c:pt idx="5003">
                  <c:v>38777</c:v>
                </c:pt>
                <c:pt idx="5004">
                  <c:v>38776</c:v>
                </c:pt>
                <c:pt idx="5005">
                  <c:v>38775</c:v>
                </c:pt>
                <c:pt idx="5006">
                  <c:v>38772</c:v>
                </c:pt>
                <c:pt idx="5007">
                  <c:v>38771</c:v>
                </c:pt>
                <c:pt idx="5008">
                  <c:v>38770</c:v>
                </c:pt>
                <c:pt idx="5009">
                  <c:v>38769</c:v>
                </c:pt>
                <c:pt idx="5010">
                  <c:v>38768</c:v>
                </c:pt>
                <c:pt idx="5011">
                  <c:v>38765</c:v>
                </c:pt>
                <c:pt idx="5012">
                  <c:v>38764</c:v>
                </c:pt>
                <c:pt idx="5013">
                  <c:v>38763</c:v>
                </c:pt>
                <c:pt idx="5014">
                  <c:v>38762</c:v>
                </c:pt>
                <c:pt idx="5015">
                  <c:v>38761</c:v>
                </c:pt>
                <c:pt idx="5016">
                  <c:v>38758</c:v>
                </c:pt>
                <c:pt idx="5017">
                  <c:v>38757</c:v>
                </c:pt>
                <c:pt idx="5018">
                  <c:v>38756</c:v>
                </c:pt>
                <c:pt idx="5019">
                  <c:v>38755</c:v>
                </c:pt>
                <c:pt idx="5020">
                  <c:v>38754</c:v>
                </c:pt>
                <c:pt idx="5021">
                  <c:v>38751</c:v>
                </c:pt>
                <c:pt idx="5022">
                  <c:v>38750</c:v>
                </c:pt>
                <c:pt idx="5023">
                  <c:v>38749</c:v>
                </c:pt>
                <c:pt idx="5024">
                  <c:v>38744</c:v>
                </c:pt>
                <c:pt idx="5025">
                  <c:v>38743</c:v>
                </c:pt>
                <c:pt idx="5026">
                  <c:v>38742</c:v>
                </c:pt>
                <c:pt idx="5027">
                  <c:v>38741</c:v>
                </c:pt>
                <c:pt idx="5028">
                  <c:v>38740</c:v>
                </c:pt>
                <c:pt idx="5029">
                  <c:v>38737</c:v>
                </c:pt>
                <c:pt idx="5030">
                  <c:v>38736</c:v>
                </c:pt>
                <c:pt idx="5031">
                  <c:v>38735</c:v>
                </c:pt>
                <c:pt idx="5032">
                  <c:v>38734</c:v>
                </c:pt>
                <c:pt idx="5033">
                  <c:v>38733</c:v>
                </c:pt>
                <c:pt idx="5034">
                  <c:v>38730</c:v>
                </c:pt>
                <c:pt idx="5035">
                  <c:v>38729</c:v>
                </c:pt>
                <c:pt idx="5036">
                  <c:v>38728</c:v>
                </c:pt>
                <c:pt idx="5037">
                  <c:v>38727</c:v>
                </c:pt>
                <c:pt idx="5038">
                  <c:v>38726</c:v>
                </c:pt>
                <c:pt idx="5039">
                  <c:v>38723</c:v>
                </c:pt>
                <c:pt idx="5040">
                  <c:v>38722</c:v>
                </c:pt>
                <c:pt idx="5041">
                  <c:v>38721</c:v>
                </c:pt>
                <c:pt idx="5042">
                  <c:v>38720</c:v>
                </c:pt>
                <c:pt idx="5043">
                  <c:v>38716</c:v>
                </c:pt>
                <c:pt idx="5044">
                  <c:v>38715</c:v>
                </c:pt>
                <c:pt idx="5045">
                  <c:v>38714</c:v>
                </c:pt>
                <c:pt idx="5046">
                  <c:v>38709</c:v>
                </c:pt>
                <c:pt idx="5047">
                  <c:v>38708</c:v>
                </c:pt>
                <c:pt idx="5048">
                  <c:v>38707</c:v>
                </c:pt>
                <c:pt idx="5049">
                  <c:v>38706</c:v>
                </c:pt>
                <c:pt idx="5050">
                  <c:v>38705</c:v>
                </c:pt>
                <c:pt idx="5051">
                  <c:v>38702</c:v>
                </c:pt>
                <c:pt idx="5052">
                  <c:v>38701</c:v>
                </c:pt>
                <c:pt idx="5053">
                  <c:v>38700</c:v>
                </c:pt>
                <c:pt idx="5054">
                  <c:v>38699</c:v>
                </c:pt>
                <c:pt idx="5055">
                  <c:v>38698</c:v>
                </c:pt>
                <c:pt idx="5056">
                  <c:v>38695</c:v>
                </c:pt>
                <c:pt idx="5057">
                  <c:v>38694</c:v>
                </c:pt>
                <c:pt idx="5058">
                  <c:v>38693</c:v>
                </c:pt>
                <c:pt idx="5059">
                  <c:v>38692</c:v>
                </c:pt>
                <c:pt idx="5060">
                  <c:v>38691</c:v>
                </c:pt>
                <c:pt idx="5061">
                  <c:v>38688</c:v>
                </c:pt>
                <c:pt idx="5062">
                  <c:v>38687</c:v>
                </c:pt>
                <c:pt idx="5063">
                  <c:v>38686</c:v>
                </c:pt>
                <c:pt idx="5064">
                  <c:v>38685</c:v>
                </c:pt>
                <c:pt idx="5065">
                  <c:v>38684</c:v>
                </c:pt>
                <c:pt idx="5066">
                  <c:v>38681</c:v>
                </c:pt>
                <c:pt idx="5067">
                  <c:v>38680</c:v>
                </c:pt>
                <c:pt idx="5068">
                  <c:v>38679</c:v>
                </c:pt>
                <c:pt idx="5069">
                  <c:v>38678</c:v>
                </c:pt>
                <c:pt idx="5070">
                  <c:v>38677</c:v>
                </c:pt>
                <c:pt idx="5071">
                  <c:v>38674</c:v>
                </c:pt>
                <c:pt idx="5072">
                  <c:v>38673</c:v>
                </c:pt>
                <c:pt idx="5073">
                  <c:v>38672</c:v>
                </c:pt>
                <c:pt idx="5074">
                  <c:v>38671</c:v>
                </c:pt>
                <c:pt idx="5075">
                  <c:v>38670</c:v>
                </c:pt>
                <c:pt idx="5076">
                  <c:v>38667</c:v>
                </c:pt>
                <c:pt idx="5077">
                  <c:v>38666</c:v>
                </c:pt>
                <c:pt idx="5078">
                  <c:v>38665</c:v>
                </c:pt>
                <c:pt idx="5079">
                  <c:v>38664</c:v>
                </c:pt>
                <c:pt idx="5080">
                  <c:v>38663</c:v>
                </c:pt>
                <c:pt idx="5081">
                  <c:v>38660</c:v>
                </c:pt>
                <c:pt idx="5082">
                  <c:v>38659</c:v>
                </c:pt>
                <c:pt idx="5083">
                  <c:v>38658</c:v>
                </c:pt>
                <c:pt idx="5084">
                  <c:v>38657</c:v>
                </c:pt>
                <c:pt idx="5085">
                  <c:v>38656</c:v>
                </c:pt>
                <c:pt idx="5086">
                  <c:v>38653</c:v>
                </c:pt>
                <c:pt idx="5087">
                  <c:v>38652</c:v>
                </c:pt>
                <c:pt idx="5088">
                  <c:v>38651</c:v>
                </c:pt>
                <c:pt idx="5089">
                  <c:v>38650</c:v>
                </c:pt>
                <c:pt idx="5090">
                  <c:v>38649</c:v>
                </c:pt>
                <c:pt idx="5091">
                  <c:v>38646</c:v>
                </c:pt>
                <c:pt idx="5092">
                  <c:v>38645</c:v>
                </c:pt>
                <c:pt idx="5093">
                  <c:v>38644</c:v>
                </c:pt>
                <c:pt idx="5094">
                  <c:v>38643</c:v>
                </c:pt>
                <c:pt idx="5095">
                  <c:v>38642</c:v>
                </c:pt>
                <c:pt idx="5096">
                  <c:v>38639</c:v>
                </c:pt>
                <c:pt idx="5097">
                  <c:v>38638</c:v>
                </c:pt>
                <c:pt idx="5098">
                  <c:v>38637</c:v>
                </c:pt>
                <c:pt idx="5099">
                  <c:v>38635</c:v>
                </c:pt>
                <c:pt idx="5100">
                  <c:v>38632</c:v>
                </c:pt>
                <c:pt idx="5101">
                  <c:v>38631</c:v>
                </c:pt>
                <c:pt idx="5102">
                  <c:v>38630</c:v>
                </c:pt>
                <c:pt idx="5103">
                  <c:v>38629</c:v>
                </c:pt>
                <c:pt idx="5104">
                  <c:v>38628</c:v>
                </c:pt>
                <c:pt idx="5105">
                  <c:v>38625</c:v>
                </c:pt>
                <c:pt idx="5106">
                  <c:v>38624</c:v>
                </c:pt>
                <c:pt idx="5107">
                  <c:v>38623</c:v>
                </c:pt>
                <c:pt idx="5108">
                  <c:v>38622</c:v>
                </c:pt>
                <c:pt idx="5109">
                  <c:v>38621</c:v>
                </c:pt>
                <c:pt idx="5110">
                  <c:v>38618</c:v>
                </c:pt>
                <c:pt idx="5111">
                  <c:v>38617</c:v>
                </c:pt>
                <c:pt idx="5112">
                  <c:v>38616</c:v>
                </c:pt>
                <c:pt idx="5113">
                  <c:v>38615</c:v>
                </c:pt>
                <c:pt idx="5114">
                  <c:v>38611</c:v>
                </c:pt>
                <c:pt idx="5115">
                  <c:v>38610</c:v>
                </c:pt>
                <c:pt idx="5116">
                  <c:v>38609</c:v>
                </c:pt>
                <c:pt idx="5117">
                  <c:v>38608</c:v>
                </c:pt>
                <c:pt idx="5118">
                  <c:v>38607</c:v>
                </c:pt>
                <c:pt idx="5119">
                  <c:v>38604</c:v>
                </c:pt>
                <c:pt idx="5120">
                  <c:v>38603</c:v>
                </c:pt>
                <c:pt idx="5121">
                  <c:v>38602</c:v>
                </c:pt>
                <c:pt idx="5122">
                  <c:v>38601</c:v>
                </c:pt>
                <c:pt idx="5123">
                  <c:v>38600</c:v>
                </c:pt>
                <c:pt idx="5124">
                  <c:v>38597</c:v>
                </c:pt>
                <c:pt idx="5125">
                  <c:v>38596</c:v>
                </c:pt>
                <c:pt idx="5126">
                  <c:v>38595</c:v>
                </c:pt>
                <c:pt idx="5127">
                  <c:v>38594</c:v>
                </c:pt>
                <c:pt idx="5128">
                  <c:v>38593</c:v>
                </c:pt>
                <c:pt idx="5129">
                  <c:v>38590</c:v>
                </c:pt>
                <c:pt idx="5130">
                  <c:v>38589</c:v>
                </c:pt>
                <c:pt idx="5131">
                  <c:v>38588</c:v>
                </c:pt>
                <c:pt idx="5132">
                  <c:v>38587</c:v>
                </c:pt>
                <c:pt idx="5133">
                  <c:v>38586</c:v>
                </c:pt>
                <c:pt idx="5134">
                  <c:v>38583</c:v>
                </c:pt>
                <c:pt idx="5135">
                  <c:v>38582</c:v>
                </c:pt>
                <c:pt idx="5136">
                  <c:v>38581</c:v>
                </c:pt>
                <c:pt idx="5137">
                  <c:v>38580</c:v>
                </c:pt>
                <c:pt idx="5138">
                  <c:v>38579</c:v>
                </c:pt>
                <c:pt idx="5139">
                  <c:v>38576</c:v>
                </c:pt>
                <c:pt idx="5140">
                  <c:v>38575</c:v>
                </c:pt>
                <c:pt idx="5141">
                  <c:v>38574</c:v>
                </c:pt>
                <c:pt idx="5142">
                  <c:v>38573</c:v>
                </c:pt>
                <c:pt idx="5143">
                  <c:v>38572</c:v>
                </c:pt>
                <c:pt idx="5144">
                  <c:v>38569</c:v>
                </c:pt>
                <c:pt idx="5145">
                  <c:v>38568</c:v>
                </c:pt>
                <c:pt idx="5146">
                  <c:v>38567</c:v>
                </c:pt>
                <c:pt idx="5147">
                  <c:v>38566</c:v>
                </c:pt>
                <c:pt idx="5148">
                  <c:v>38565</c:v>
                </c:pt>
                <c:pt idx="5149">
                  <c:v>38562</c:v>
                </c:pt>
                <c:pt idx="5150">
                  <c:v>38561</c:v>
                </c:pt>
                <c:pt idx="5151">
                  <c:v>38560</c:v>
                </c:pt>
                <c:pt idx="5152">
                  <c:v>38559</c:v>
                </c:pt>
                <c:pt idx="5153">
                  <c:v>38558</c:v>
                </c:pt>
                <c:pt idx="5154">
                  <c:v>38555</c:v>
                </c:pt>
                <c:pt idx="5155">
                  <c:v>38554</c:v>
                </c:pt>
                <c:pt idx="5156">
                  <c:v>38553</c:v>
                </c:pt>
                <c:pt idx="5157">
                  <c:v>38552</c:v>
                </c:pt>
                <c:pt idx="5158">
                  <c:v>38551</c:v>
                </c:pt>
                <c:pt idx="5159">
                  <c:v>38548</c:v>
                </c:pt>
                <c:pt idx="5160">
                  <c:v>38547</c:v>
                </c:pt>
                <c:pt idx="5161">
                  <c:v>38546</c:v>
                </c:pt>
                <c:pt idx="5162">
                  <c:v>38545</c:v>
                </c:pt>
                <c:pt idx="5163">
                  <c:v>38544</c:v>
                </c:pt>
                <c:pt idx="5164">
                  <c:v>38541</c:v>
                </c:pt>
                <c:pt idx="5165">
                  <c:v>38540</c:v>
                </c:pt>
                <c:pt idx="5166">
                  <c:v>38539</c:v>
                </c:pt>
                <c:pt idx="5167">
                  <c:v>38538</c:v>
                </c:pt>
                <c:pt idx="5168">
                  <c:v>38537</c:v>
                </c:pt>
                <c:pt idx="5169">
                  <c:v>38533</c:v>
                </c:pt>
                <c:pt idx="5170">
                  <c:v>38532</c:v>
                </c:pt>
                <c:pt idx="5171">
                  <c:v>38531</c:v>
                </c:pt>
                <c:pt idx="5172">
                  <c:v>38530</c:v>
                </c:pt>
                <c:pt idx="5173">
                  <c:v>38527</c:v>
                </c:pt>
                <c:pt idx="5174">
                  <c:v>38526</c:v>
                </c:pt>
                <c:pt idx="5175">
                  <c:v>38525</c:v>
                </c:pt>
                <c:pt idx="5176">
                  <c:v>38524</c:v>
                </c:pt>
                <c:pt idx="5177">
                  <c:v>38523</c:v>
                </c:pt>
                <c:pt idx="5178">
                  <c:v>38520</c:v>
                </c:pt>
                <c:pt idx="5179">
                  <c:v>38519</c:v>
                </c:pt>
                <c:pt idx="5180">
                  <c:v>38518</c:v>
                </c:pt>
                <c:pt idx="5181">
                  <c:v>38517</c:v>
                </c:pt>
                <c:pt idx="5182">
                  <c:v>38516</c:v>
                </c:pt>
                <c:pt idx="5183">
                  <c:v>38513</c:v>
                </c:pt>
                <c:pt idx="5184">
                  <c:v>38512</c:v>
                </c:pt>
                <c:pt idx="5185">
                  <c:v>38511</c:v>
                </c:pt>
                <c:pt idx="5186">
                  <c:v>38510</c:v>
                </c:pt>
                <c:pt idx="5187">
                  <c:v>38509</c:v>
                </c:pt>
                <c:pt idx="5188">
                  <c:v>38506</c:v>
                </c:pt>
                <c:pt idx="5189">
                  <c:v>38505</c:v>
                </c:pt>
                <c:pt idx="5190">
                  <c:v>38504</c:v>
                </c:pt>
                <c:pt idx="5191">
                  <c:v>38503</c:v>
                </c:pt>
                <c:pt idx="5192">
                  <c:v>38502</c:v>
                </c:pt>
                <c:pt idx="5193">
                  <c:v>38499</c:v>
                </c:pt>
                <c:pt idx="5194">
                  <c:v>38498</c:v>
                </c:pt>
                <c:pt idx="5195">
                  <c:v>38497</c:v>
                </c:pt>
                <c:pt idx="5196">
                  <c:v>38496</c:v>
                </c:pt>
                <c:pt idx="5197">
                  <c:v>38495</c:v>
                </c:pt>
                <c:pt idx="5198">
                  <c:v>38492</c:v>
                </c:pt>
                <c:pt idx="5199">
                  <c:v>38491</c:v>
                </c:pt>
                <c:pt idx="5200">
                  <c:v>38490</c:v>
                </c:pt>
                <c:pt idx="5201">
                  <c:v>38489</c:v>
                </c:pt>
                <c:pt idx="5202">
                  <c:v>38485</c:v>
                </c:pt>
                <c:pt idx="5203">
                  <c:v>38484</c:v>
                </c:pt>
                <c:pt idx="5204">
                  <c:v>38483</c:v>
                </c:pt>
                <c:pt idx="5205">
                  <c:v>38482</c:v>
                </c:pt>
                <c:pt idx="5206">
                  <c:v>38481</c:v>
                </c:pt>
                <c:pt idx="5207">
                  <c:v>38478</c:v>
                </c:pt>
                <c:pt idx="5208">
                  <c:v>38477</c:v>
                </c:pt>
                <c:pt idx="5209">
                  <c:v>38476</c:v>
                </c:pt>
                <c:pt idx="5210">
                  <c:v>38475</c:v>
                </c:pt>
                <c:pt idx="5211">
                  <c:v>38471</c:v>
                </c:pt>
                <c:pt idx="5212">
                  <c:v>38470</c:v>
                </c:pt>
                <c:pt idx="5213">
                  <c:v>38469</c:v>
                </c:pt>
                <c:pt idx="5214">
                  <c:v>38468</c:v>
                </c:pt>
                <c:pt idx="5215">
                  <c:v>38467</c:v>
                </c:pt>
                <c:pt idx="5216">
                  <c:v>38464</c:v>
                </c:pt>
                <c:pt idx="5217">
                  <c:v>38463</c:v>
                </c:pt>
                <c:pt idx="5218">
                  <c:v>38462</c:v>
                </c:pt>
                <c:pt idx="5219">
                  <c:v>38461</c:v>
                </c:pt>
                <c:pt idx="5220">
                  <c:v>38460</c:v>
                </c:pt>
                <c:pt idx="5221">
                  <c:v>38457</c:v>
                </c:pt>
                <c:pt idx="5222">
                  <c:v>38456</c:v>
                </c:pt>
                <c:pt idx="5223">
                  <c:v>38455</c:v>
                </c:pt>
                <c:pt idx="5224">
                  <c:v>38454</c:v>
                </c:pt>
                <c:pt idx="5225">
                  <c:v>38453</c:v>
                </c:pt>
                <c:pt idx="5226">
                  <c:v>38450</c:v>
                </c:pt>
                <c:pt idx="5227">
                  <c:v>38449</c:v>
                </c:pt>
                <c:pt idx="5228">
                  <c:v>38448</c:v>
                </c:pt>
                <c:pt idx="5229">
                  <c:v>38446</c:v>
                </c:pt>
                <c:pt idx="5230">
                  <c:v>38443</c:v>
                </c:pt>
                <c:pt idx="5231">
                  <c:v>38442</c:v>
                </c:pt>
                <c:pt idx="5232">
                  <c:v>38441</c:v>
                </c:pt>
                <c:pt idx="5233">
                  <c:v>38440</c:v>
                </c:pt>
                <c:pt idx="5234">
                  <c:v>38435</c:v>
                </c:pt>
                <c:pt idx="5235">
                  <c:v>38434</c:v>
                </c:pt>
                <c:pt idx="5236">
                  <c:v>38433</c:v>
                </c:pt>
                <c:pt idx="5237">
                  <c:v>38432</c:v>
                </c:pt>
                <c:pt idx="5238">
                  <c:v>38429</c:v>
                </c:pt>
                <c:pt idx="5239">
                  <c:v>38428</c:v>
                </c:pt>
                <c:pt idx="5240">
                  <c:v>38427</c:v>
                </c:pt>
                <c:pt idx="5241">
                  <c:v>38426</c:v>
                </c:pt>
                <c:pt idx="5242">
                  <c:v>38425</c:v>
                </c:pt>
                <c:pt idx="5243">
                  <c:v>38422</c:v>
                </c:pt>
                <c:pt idx="5244">
                  <c:v>38421</c:v>
                </c:pt>
                <c:pt idx="5245">
                  <c:v>38420</c:v>
                </c:pt>
                <c:pt idx="5246">
                  <c:v>38419</c:v>
                </c:pt>
                <c:pt idx="5247">
                  <c:v>38418</c:v>
                </c:pt>
                <c:pt idx="5248">
                  <c:v>38415</c:v>
                </c:pt>
                <c:pt idx="5249">
                  <c:v>38414</c:v>
                </c:pt>
                <c:pt idx="5250">
                  <c:v>38413</c:v>
                </c:pt>
                <c:pt idx="5251">
                  <c:v>38412</c:v>
                </c:pt>
                <c:pt idx="5252">
                  <c:v>38411</c:v>
                </c:pt>
                <c:pt idx="5253">
                  <c:v>38408</c:v>
                </c:pt>
                <c:pt idx="5254">
                  <c:v>38407</c:v>
                </c:pt>
                <c:pt idx="5255">
                  <c:v>38406</c:v>
                </c:pt>
                <c:pt idx="5256">
                  <c:v>38405</c:v>
                </c:pt>
                <c:pt idx="5257">
                  <c:v>38404</c:v>
                </c:pt>
                <c:pt idx="5258">
                  <c:v>38401</c:v>
                </c:pt>
                <c:pt idx="5259">
                  <c:v>38400</c:v>
                </c:pt>
                <c:pt idx="5260">
                  <c:v>38399</c:v>
                </c:pt>
                <c:pt idx="5261">
                  <c:v>38398</c:v>
                </c:pt>
                <c:pt idx="5262">
                  <c:v>38397</c:v>
                </c:pt>
                <c:pt idx="5263">
                  <c:v>38391</c:v>
                </c:pt>
                <c:pt idx="5264">
                  <c:v>38390</c:v>
                </c:pt>
                <c:pt idx="5265">
                  <c:v>38387</c:v>
                </c:pt>
                <c:pt idx="5266">
                  <c:v>38386</c:v>
                </c:pt>
                <c:pt idx="5267">
                  <c:v>38385</c:v>
                </c:pt>
                <c:pt idx="5268">
                  <c:v>38384</c:v>
                </c:pt>
                <c:pt idx="5269">
                  <c:v>38383</c:v>
                </c:pt>
                <c:pt idx="5270">
                  <c:v>38380</c:v>
                </c:pt>
                <c:pt idx="5271">
                  <c:v>38379</c:v>
                </c:pt>
                <c:pt idx="5272">
                  <c:v>38378</c:v>
                </c:pt>
                <c:pt idx="5273">
                  <c:v>38377</c:v>
                </c:pt>
                <c:pt idx="5274">
                  <c:v>38376</c:v>
                </c:pt>
                <c:pt idx="5275">
                  <c:v>38373</c:v>
                </c:pt>
                <c:pt idx="5276">
                  <c:v>38372</c:v>
                </c:pt>
                <c:pt idx="5277">
                  <c:v>38371</c:v>
                </c:pt>
                <c:pt idx="5278">
                  <c:v>38370</c:v>
                </c:pt>
                <c:pt idx="5279">
                  <c:v>38369</c:v>
                </c:pt>
                <c:pt idx="5280">
                  <c:v>38366</c:v>
                </c:pt>
                <c:pt idx="5281">
                  <c:v>38365</c:v>
                </c:pt>
                <c:pt idx="5282">
                  <c:v>38364</c:v>
                </c:pt>
                <c:pt idx="5283">
                  <c:v>38363</c:v>
                </c:pt>
                <c:pt idx="5284">
                  <c:v>38362</c:v>
                </c:pt>
                <c:pt idx="5285">
                  <c:v>38359</c:v>
                </c:pt>
                <c:pt idx="5286">
                  <c:v>38358</c:v>
                </c:pt>
                <c:pt idx="5287">
                  <c:v>38357</c:v>
                </c:pt>
                <c:pt idx="5288">
                  <c:v>38356</c:v>
                </c:pt>
                <c:pt idx="5289">
                  <c:v>38355</c:v>
                </c:pt>
                <c:pt idx="5290">
                  <c:v>38352</c:v>
                </c:pt>
                <c:pt idx="5291">
                  <c:v>38351</c:v>
                </c:pt>
                <c:pt idx="5292">
                  <c:v>38350</c:v>
                </c:pt>
                <c:pt idx="5293">
                  <c:v>38349</c:v>
                </c:pt>
                <c:pt idx="5294">
                  <c:v>38345</c:v>
                </c:pt>
                <c:pt idx="5295">
                  <c:v>38344</c:v>
                </c:pt>
                <c:pt idx="5296">
                  <c:v>38343</c:v>
                </c:pt>
                <c:pt idx="5297">
                  <c:v>38342</c:v>
                </c:pt>
                <c:pt idx="5298">
                  <c:v>38341</c:v>
                </c:pt>
                <c:pt idx="5299">
                  <c:v>38338</c:v>
                </c:pt>
                <c:pt idx="5300">
                  <c:v>38337</c:v>
                </c:pt>
                <c:pt idx="5301">
                  <c:v>38336</c:v>
                </c:pt>
                <c:pt idx="5302">
                  <c:v>38335</c:v>
                </c:pt>
                <c:pt idx="5303">
                  <c:v>38334</c:v>
                </c:pt>
                <c:pt idx="5304">
                  <c:v>38331</c:v>
                </c:pt>
                <c:pt idx="5305">
                  <c:v>38330</c:v>
                </c:pt>
                <c:pt idx="5306">
                  <c:v>38329</c:v>
                </c:pt>
                <c:pt idx="5307">
                  <c:v>38328</c:v>
                </c:pt>
                <c:pt idx="5308">
                  <c:v>38327</c:v>
                </c:pt>
                <c:pt idx="5309">
                  <c:v>38324</c:v>
                </c:pt>
                <c:pt idx="5310">
                  <c:v>38323</c:v>
                </c:pt>
                <c:pt idx="5311">
                  <c:v>38322</c:v>
                </c:pt>
                <c:pt idx="5312">
                  <c:v>38321</c:v>
                </c:pt>
                <c:pt idx="5313">
                  <c:v>38320</c:v>
                </c:pt>
                <c:pt idx="5314">
                  <c:v>38317</c:v>
                </c:pt>
                <c:pt idx="5315">
                  <c:v>38316</c:v>
                </c:pt>
                <c:pt idx="5316">
                  <c:v>38315</c:v>
                </c:pt>
                <c:pt idx="5317">
                  <c:v>38314</c:v>
                </c:pt>
                <c:pt idx="5318">
                  <c:v>38313</c:v>
                </c:pt>
                <c:pt idx="5319">
                  <c:v>38310</c:v>
                </c:pt>
                <c:pt idx="5320">
                  <c:v>38309</c:v>
                </c:pt>
                <c:pt idx="5321">
                  <c:v>38308</c:v>
                </c:pt>
                <c:pt idx="5322">
                  <c:v>38307</c:v>
                </c:pt>
                <c:pt idx="5323">
                  <c:v>38306</c:v>
                </c:pt>
                <c:pt idx="5324">
                  <c:v>38303</c:v>
                </c:pt>
                <c:pt idx="5325">
                  <c:v>38302</c:v>
                </c:pt>
                <c:pt idx="5326">
                  <c:v>38301</c:v>
                </c:pt>
                <c:pt idx="5327">
                  <c:v>38300</c:v>
                </c:pt>
                <c:pt idx="5328">
                  <c:v>38299</c:v>
                </c:pt>
                <c:pt idx="5329">
                  <c:v>38296</c:v>
                </c:pt>
                <c:pt idx="5330">
                  <c:v>38295</c:v>
                </c:pt>
                <c:pt idx="5331">
                  <c:v>38294</c:v>
                </c:pt>
                <c:pt idx="5332">
                  <c:v>38293</c:v>
                </c:pt>
                <c:pt idx="5333">
                  <c:v>38292</c:v>
                </c:pt>
                <c:pt idx="5334">
                  <c:v>38289</c:v>
                </c:pt>
                <c:pt idx="5335">
                  <c:v>38288</c:v>
                </c:pt>
                <c:pt idx="5336">
                  <c:v>38287</c:v>
                </c:pt>
                <c:pt idx="5337">
                  <c:v>38286</c:v>
                </c:pt>
                <c:pt idx="5338">
                  <c:v>38285</c:v>
                </c:pt>
                <c:pt idx="5339">
                  <c:v>38281</c:v>
                </c:pt>
                <c:pt idx="5340">
                  <c:v>38280</c:v>
                </c:pt>
                <c:pt idx="5341">
                  <c:v>38279</c:v>
                </c:pt>
                <c:pt idx="5342">
                  <c:v>38278</c:v>
                </c:pt>
                <c:pt idx="5343">
                  <c:v>38275</c:v>
                </c:pt>
                <c:pt idx="5344">
                  <c:v>38274</c:v>
                </c:pt>
                <c:pt idx="5345">
                  <c:v>38273</c:v>
                </c:pt>
                <c:pt idx="5346">
                  <c:v>38272</c:v>
                </c:pt>
                <c:pt idx="5347">
                  <c:v>38271</c:v>
                </c:pt>
                <c:pt idx="5348">
                  <c:v>38268</c:v>
                </c:pt>
                <c:pt idx="5349">
                  <c:v>38267</c:v>
                </c:pt>
                <c:pt idx="5350">
                  <c:v>38266</c:v>
                </c:pt>
                <c:pt idx="5351">
                  <c:v>38265</c:v>
                </c:pt>
                <c:pt idx="5352">
                  <c:v>38264</c:v>
                </c:pt>
                <c:pt idx="5353">
                  <c:v>38260</c:v>
                </c:pt>
                <c:pt idx="5354">
                  <c:v>38258</c:v>
                </c:pt>
                <c:pt idx="5355">
                  <c:v>38257</c:v>
                </c:pt>
                <c:pt idx="5356">
                  <c:v>38254</c:v>
                </c:pt>
                <c:pt idx="5357">
                  <c:v>38253</c:v>
                </c:pt>
                <c:pt idx="5358">
                  <c:v>38252</c:v>
                </c:pt>
                <c:pt idx="5359">
                  <c:v>38251</c:v>
                </c:pt>
                <c:pt idx="5360">
                  <c:v>38250</c:v>
                </c:pt>
                <c:pt idx="5361">
                  <c:v>38247</c:v>
                </c:pt>
                <c:pt idx="5362">
                  <c:v>38246</c:v>
                </c:pt>
                <c:pt idx="5363">
                  <c:v>38245</c:v>
                </c:pt>
                <c:pt idx="5364">
                  <c:v>38244</c:v>
                </c:pt>
                <c:pt idx="5365">
                  <c:v>38243</c:v>
                </c:pt>
                <c:pt idx="5366">
                  <c:v>38240</c:v>
                </c:pt>
                <c:pt idx="5367">
                  <c:v>38239</c:v>
                </c:pt>
                <c:pt idx="5368">
                  <c:v>38238</c:v>
                </c:pt>
                <c:pt idx="5369">
                  <c:v>38237</c:v>
                </c:pt>
                <c:pt idx="5370">
                  <c:v>38236</c:v>
                </c:pt>
                <c:pt idx="5371">
                  <c:v>38233</c:v>
                </c:pt>
                <c:pt idx="5372">
                  <c:v>38232</c:v>
                </c:pt>
                <c:pt idx="5373">
                  <c:v>38231</c:v>
                </c:pt>
                <c:pt idx="5374">
                  <c:v>38230</c:v>
                </c:pt>
                <c:pt idx="5375">
                  <c:v>38229</c:v>
                </c:pt>
                <c:pt idx="5376">
                  <c:v>38226</c:v>
                </c:pt>
                <c:pt idx="5377">
                  <c:v>38225</c:v>
                </c:pt>
                <c:pt idx="5378">
                  <c:v>38224</c:v>
                </c:pt>
                <c:pt idx="5379">
                  <c:v>38223</c:v>
                </c:pt>
                <c:pt idx="5380">
                  <c:v>38222</c:v>
                </c:pt>
                <c:pt idx="5381">
                  <c:v>38219</c:v>
                </c:pt>
                <c:pt idx="5382">
                  <c:v>38218</c:v>
                </c:pt>
                <c:pt idx="5383">
                  <c:v>38217</c:v>
                </c:pt>
                <c:pt idx="5384">
                  <c:v>38216</c:v>
                </c:pt>
                <c:pt idx="5385">
                  <c:v>38215</c:v>
                </c:pt>
                <c:pt idx="5386">
                  <c:v>38212</c:v>
                </c:pt>
                <c:pt idx="5387">
                  <c:v>38211</c:v>
                </c:pt>
                <c:pt idx="5388">
                  <c:v>38210</c:v>
                </c:pt>
                <c:pt idx="5389">
                  <c:v>38209</c:v>
                </c:pt>
                <c:pt idx="5390">
                  <c:v>38208</c:v>
                </c:pt>
                <c:pt idx="5391">
                  <c:v>38205</c:v>
                </c:pt>
                <c:pt idx="5392">
                  <c:v>38204</c:v>
                </c:pt>
                <c:pt idx="5393">
                  <c:v>38203</c:v>
                </c:pt>
                <c:pt idx="5394">
                  <c:v>38202</c:v>
                </c:pt>
                <c:pt idx="5395">
                  <c:v>38201</c:v>
                </c:pt>
                <c:pt idx="5396">
                  <c:v>38198</c:v>
                </c:pt>
                <c:pt idx="5397">
                  <c:v>38197</c:v>
                </c:pt>
                <c:pt idx="5398">
                  <c:v>38196</c:v>
                </c:pt>
                <c:pt idx="5399">
                  <c:v>38195</c:v>
                </c:pt>
                <c:pt idx="5400">
                  <c:v>38194</c:v>
                </c:pt>
                <c:pt idx="5401">
                  <c:v>38191</c:v>
                </c:pt>
                <c:pt idx="5402">
                  <c:v>38190</c:v>
                </c:pt>
                <c:pt idx="5403">
                  <c:v>38189</c:v>
                </c:pt>
                <c:pt idx="5404">
                  <c:v>38188</c:v>
                </c:pt>
                <c:pt idx="5405">
                  <c:v>38187</c:v>
                </c:pt>
                <c:pt idx="5406">
                  <c:v>38184</c:v>
                </c:pt>
                <c:pt idx="5407">
                  <c:v>38183</c:v>
                </c:pt>
                <c:pt idx="5408">
                  <c:v>38182</c:v>
                </c:pt>
                <c:pt idx="5409">
                  <c:v>38181</c:v>
                </c:pt>
                <c:pt idx="5410">
                  <c:v>38180</c:v>
                </c:pt>
                <c:pt idx="5411">
                  <c:v>38177</c:v>
                </c:pt>
                <c:pt idx="5412">
                  <c:v>38176</c:v>
                </c:pt>
                <c:pt idx="5413">
                  <c:v>38175</c:v>
                </c:pt>
                <c:pt idx="5414">
                  <c:v>38174</c:v>
                </c:pt>
                <c:pt idx="5415">
                  <c:v>38173</c:v>
                </c:pt>
                <c:pt idx="5416">
                  <c:v>38170</c:v>
                </c:pt>
                <c:pt idx="5417">
                  <c:v>38168</c:v>
                </c:pt>
                <c:pt idx="5418">
                  <c:v>38167</c:v>
                </c:pt>
                <c:pt idx="5419">
                  <c:v>38166</c:v>
                </c:pt>
                <c:pt idx="5420">
                  <c:v>38163</c:v>
                </c:pt>
                <c:pt idx="5421">
                  <c:v>38162</c:v>
                </c:pt>
                <c:pt idx="5422">
                  <c:v>38161</c:v>
                </c:pt>
                <c:pt idx="5423">
                  <c:v>38159</c:v>
                </c:pt>
                <c:pt idx="5424">
                  <c:v>38156</c:v>
                </c:pt>
                <c:pt idx="5425">
                  <c:v>38155</c:v>
                </c:pt>
                <c:pt idx="5426">
                  <c:v>38154</c:v>
                </c:pt>
                <c:pt idx="5427">
                  <c:v>38153</c:v>
                </c:pt>
                <c:pt idx="5428">
                  <c:v>38152</c:v>
                </c:pt>
                <c:pt idx="5429">
                  <c:v>38149</c:v>
                </c:pt>
                <c:pt idx="5430">
                  <c:v>38148</c:v>
                </c:pt>
                <c:pt idx="5431">
                  <c:v>38147</c:v>
                </c:pt>
                <c:pt idx="5432">
                  <c:v>38146</c:v>
                </c:pt>
                <c:pt idx="5433">
                  <c:v>38145</c:v>
                </c:pt>
                <c:pt idx="5434">
                  <c:v>38142</c:v>
                </c:pt>
                <c:pt idx="5435">
                  <c:v>38141</c:v>
                </c:pt>
                <c:pt idx="5436">
                  <c:v>38140</c:v>
                </c:pt>
                <c:pt idx="5437">
                  <c:v>38139</c:v>
                </c:pt>
                <c:pt idx="5438">
                  <c:v>38138</c:v>
                </c:pt>
                <c:pt idx="5439">
                  <c:v>38135</c:v>
                </c:pt>
                <c:pt idx="5440">
                  <c:v>38134</c:v>
                </c:pt>
                <c:pt idx="5441">
                  <c:v>38132</c:v>
                </c:pt>
                <c:pt idx="5442">
                  <c:v>38131</c:v>
                </c:pt>
                <c:pt idx="5443">
                  <c:v>38128</c:v>
                </c:pt>
                <c:pt idx="5444">
                  <c:v>38127</c:v>
                </c:pt>
                <c:pt idx="5445">
                  <c:v>38126</c:v>
                </c:pt>
                <c:pt idx="5446">
                  <c:v>38125</c:v>
                </c:pt>
                <c:pt idx="5447">
                  <c:v>38124</c:v>
                </c:pt>
                <c:pt idx="5448">
                  <c:v>38121</c:v>
                </c:pt>
                <c:pt idx="5449">
                  <c:v>38120</c:v>
                </c:pt>
                <c:pt idx="5450">
                  <c:v>38119</c:v>
                </c:pt>
                <c:pt idx="5451">
                  <c:v>38118</c:v>
                </c:pt>
                <c:pt idx="5452">
                  <c:v>38117</c:v>
                </c:pt>
                <c:pt idx="5453">
                  <c:v>38114</c:v>
                </c:pt>
                <c:pt idx="5454">
                  <c:v>38113</c:v>
                </c:pt>
                <c:pt idx="5455">
                  <c:v>38112</c:v>
                </c:pt>
                <c:pt idx="5456">
                  <c:v>38111</c:v>
                </c:pt>
                <c:pt idx="5457">
                  <c:v>38110</c:v>
                </c:pt>
                <c:pt idx="5458">
                  <c:v>38107</c:v>
                </c:pt>
                <c:pt idx="5459">
                  <c:v>38106</c:v>
                </c:pt>
                <c:pt idx="5460">
                  <c:v>38105</c:v>
                </c:pt>
                <c:pt idx="5461">
                  <c:v>38104</c:v>
                </c:pt>
                <c:pt idx="5462">
                  <c:v>38103</c:v>
                </c:pt>
                <c:pt idx="5463">
                  <c:v>38100</c:v>
                </c:pt>
                <c:pt idx="5464">
                  <c:v>38099</c:v>
                </c:pt>
                <c:pt idx="5465">
                  <c:v>38098</c:v>
                </c:pt>
                <c:pt idx="5466">
                  <c:v>38097</c:v>
                </c:pt>
                <c:pt idx="5467">
                  <c:v>38096</c:v>
                </c:pt>
                <c:pt idx="5468">
                  <c:v>38093</c:v>
                </c:pt>
                <c:pt idx="5469">
                  <c:v>38092</c:v>
                </c:pt>
                <c:pt idx="5470">
                  <c:v>38091</c:v>
                </c:pt>
                <c:pt idx="5471">
                  <c:v>38090</c:v>
                </c:pt>
                <c:pt idx="5472">
                  <c:v>38085</c:v>
                </c:pt>
                <c:pt idx="5473">
                  <c:v>38084</c:v>
                </c:pt>
                <c:pt idx="5474">
                  <c:v>38083</c:v>
                </c:pt>
                <c:pt idx="5475">
                  <c:v>38079</c:v>
                </c:pt>
                <c:pt idx="5476">
                  <c:v>38078</c:v>
                </c:pt>
                <c:pt idx="5477">
                  <c:v>38077</c:v>
                </c:pt>
                <c:pt idx="5478">
                  <c:v>38076</c:v>
                </c:pt>
                <c:pt idx="5479">
                  <c:v>38075</c:v>
                </c:pt>
                <c:pt idx="5480">
                  <c:v>38072</c:v>
                </c:pt>
                <c:pt idx="5481">
                  <c:v>38071</c:v>
                </c:pt>
                <c:pt idx="5482">
                  <c:v>38070</c:v>
                </c:pt>
                <c:pt idx="5483">
                  <c:v>38069</c:v>
                </c:pt>
                <c:pt idx="5484">
                  <c:v>38068</c:v>
                </c:pt>
                <c:pt idx="5485">
                  <c:v>38065</c:v>
                </c:pt>
                <c:pt idx="5486">
                  <c:v>38064</c:v>
                </c:pt>
                <c:pt idx="5487">
                  <c:v>38063</c:v>
                </c:pt>
                <c:pt idx="5488">
                  <c:v>38062</c:v>
                </c:pt>
                <c:pt idx="5489">
                  <c:v>38061</c:v>
                </c:pt>
                <c:pt idx="5490">
                  <c:v>38058</c:v>
                </c:pt>
                <c:pt idx="5491">
                  <c:v>38057</c:v>
                </c:pt>
                <c:pt idx="5492">
                  <c:v>38056</c:v>
                </c:pt>
                <c:pt idx="5493">
                  <c:v>38055</c:v>
                </c:pt>
                <c:pt idx="5494">
                  <c:v>38054</c:v>
                </c:pt>
                <c:pt idx="5495">
                  <c:v>38051</c:v>
                </c:pt>
                <c:pt idx="5496">
                  <c:v>38050</c:v>
                </c:pt>
                <c:pt idx="5497">
                  <c:v>38049</c:v>
                </c:pt>
                <c:pt idx="5498">
                  <c:v>38048</c:v>
                </c:pt>
                <c:pt idx="5499">
                  <c:v>38047</c:v>
                </c:pt>
                <c:pt idx="5500">
                  <c:v>38044</c:v>
                </c:pt>
                <c:pt idx="5501">
                  <c:v>38043</c:v>
                </c:pt>
                <c:pt idx="5502">
                  <c:v>38042</c:v>
                </c:pt>
                <c:pt idx="5503">
                  <c:v>38041</c:v>
                </c:pt>
                <c:pt idx="5504">
                  <c:v>38040</c:v>
                </c:pt>
                <c:pt idx="5505">
                  <c:v>38037</c:v>
                </c:pt>
                <c:pt idx="5506">
                  <c:v>38036</c:v>
                </c:pt>
                <c:pt idx="5507">
                  <c:v>38035</c:v>
                </c:pt>
                <c:pt idx="5508">
                  <c:v>38034</c:v>
                </c:pt>
                <c:pt idx="5509">
                  <c:v>38033</c:v>
                </c:pt>
                <c:pt idx="5510">
                  <c:v>38030</c:v>
                </c:pt>
                <c:pt idx="5511">
                  <c:v>38029</c:v>
                </c:pt>
                <c:pt idx="5512">
                  <c:v>38028</c:v>
                </c:pt>
                <c:pt idx="5513">
                  <c:v>38027</c:v>
                </c:pt>
                <c:pt idx="5514">
                  <c:v>38026</c:v>
                </c:pt>
                <c:pt idx="5515">
                  <c:v>38023</c:v>
                </c:pt>
                <c:pt idx="5516">
                  <c:v>38022</c:v>
                </c:pt>
                <c:pt idx="5517">
                  <c:v>38021</c:v>
                </c:pt>
                <c:pt idx="5518">
                  <c:v>38020</c:v>
                </c:pt>
                <c:pt idx="5519">
                  <c:v>38019</c:v>
                </c:pt>
                <c:pt idx="5520">
                  <c:v>38016</c:v>
                </c:pt>
                <c:pt idx="5521">
                  <c:v>38015</c:v>
                </c:pt>
                <c:pt idx="5522">
                  <c:v>38014</c:v>
                </c:pt>
                <c:pt idx="5523">
                  <c:v>38013</c:v>
                </c:pt>
                <c:pt idx="5524">
                  <c:v>38012</c:v>
                </c:pt>
                <c:pt idx="5525">
                  <c:v>38007</c:v>
                </c:pt>
                <c:pt idx="5526">
                  <c:v>38006</c:v>
                </c:pt>
                <c:pt idx="5527">
                  <c:v>38005</c:v>
                </c:pt>
                <c:pt idx="5528">
                  <c:v>38002</c:v>
                </c:pt>
                <c:pt idx="5529">
                  <c:v>38001</c:v>
                </c:pt>
                <c:pt idx="5530">
                  <c:v>38000</c:v>
                </c:pt>
                <c:pt idx="5531">
                  <c:v>37999</c:v>
                </c:pt>
                <c:pt idx="5532">
                  <c:v>37998</c:v>
                </c:pt>
                <c:pt idx="5533">
                  <c:v>37995</c:v>
                </c:pt>
                <c:pt idx="5534">
                  <c:v>37994</c:v>
                </c:pt>
                <c:pt idx="5535">
                  <c:v>37993</c:v>
                </c:pt>
                <c:pt idx="5536">
                  <c:v>37992</c:v>
                </c:pt>
                <c:pt idx="5537">
                  <c:v>37991</c:v>
                </c:pt>
                <c:pt idx="5538">
                  <c:v>37988</c:v>
                </c:pt>
                <c:pt idx="5539">
                  <c:v>37986</c:v>
                </c:pt>
                <c:pt idx="5540">
                  <c:v>37985</c:v>
                </c:pt>
                <c:pt idx="5541">
                  <c:v>37984</c:v>
                </c:pt>
                <c:pt idx="5542">
                  <c:v>37979</c:v>
                </c:pt>
                <c:pt idx="5543">
                  <c:v>37978</c:v>
                </c:pt>
                <c:pt idx="5544">
                  <c:v>37977</c:v>
                </c:pt>
                <c:pt idx="5545">
                  <c:v>37974</c:v>
                </c:pt>
                <c:pt idx="5546">
                  <c:v>37973</c:v>
                </c:pt>
                <c:pt idx="5547">
                  <c:v>37972</c:v>
                </c:pt>
                <c:pt idx="5548">
                  <c:v>37971</c:v>
                </c:pt>
                <c:pt idx="5549">
                  <c:v>37970</c:v>
                </c:pt>
                <c:pt idx="5550">
                  <c:v>37967</c:v>
                </c:pt>
                <c:pt idx="5551">
                  <c:v>37966</c:v>
                </c:pt>
                <c:pt idx="5552">
                  <c:v>37965</c:v>
                </c:pt>
                <c:pt idx="5553">
                  <c:v>37964</c:v>
                </c:pt>
                <c:pt idx="5554">
                  <c:v>37963</c:v>
                </c:pt>
                <c:pt idx="5555">
                  <c:v>37960</c:v>
                </c:pt>
                <c:pt idx="5556">
                  <c:v>37959</c:v>
                </c:pt>
                <c:pt idx="5557">
                  <c:v>37958</c:v>
                </c:pt>
                <c:pt idx="5558">
                  <c:v>37957</c:v>
                </c:pt>
                <c:pt idx="5559">
                  <c:v>37956</c:v>
                </c:pt>
                <c:pt idx="5560">
                  <c:v>37953</c:v>
                </c:pt>
                <c:pt idx="5561">
                  <c:v>37952</c:v>
                </c:pt>
                <c:pt idx="5562">
                  <c:v>37951</c:v>
                </c:pt>
                <c:pt idx="5563">
                  <c:v>37950</c:v>
                </c:pt>
                <c:pt idx="5564">
                  <c:v>37949</c:v>
                </c:pt>
                <c:pt idx="5565">
                  <c:v>37946</c:v>
                </c:pt>
                <c:pt idx="5566">
                  <c:v>37945</c:v>
                </c:pt>
                <c:pt idx="5567">
                  <c:v>37944</c:v>
                </c:pt>
                <c:pt idx="5568">
                  <c:v>37943</c:v>
                </c:pt>
                <c:pt idx="5569">
                  <c:v>37942</c:v>
                </c:pt>
                <c:pt idx="5570">
                  <c:v>37939</c:v>
                </c:pt>
                <c:pt idx="5571">
                  <c:v>37938</c:v>
                </c:pt>
                <c:pt idx="5572">
                  <c:v>37937</c:v>
                </c:pt>
                <c:pt idx="5573">
                  <c:v>37936</c:v>
                </c:pt>
                <c:pt idx="5574">
                  <c:v>37935</c:v>
                </c:pt>
                <c:pt idx="5575">
                  <c:v>37932</c:v>
                </c:pt>
                <c:pt idx="5576">
                  <c:v>37931</c:v>
                </c:pt>
                <c:pt idx="5577">
                  <c:v>37930</c:v>
                </c:pt>
                <c:pt idx="5578">
                  <c:v>37929</c:v>
                </c:pt>
                <c:pt idx="5579">
                  <c:v>37928</c:v>
                </c:pt>
                <c:pt idx="5580">
                  <c:v>37925</c:v>
                </c:pt>
                <c:pt idx="5581">
                  <c:v>37924</c:v>
                </c:pt>
                <c:pt idx="5582">
                  <c:v>37923</c:v>
                </c:pt>
                <c:pt idx="5583">
                  <c:v>37922</c:v>
                </c:pt>
                <c:pt idx="5584">
                  <c:v>37921</c:v>
                </c:pt>
                <c:pt idx="5585">
                  <c:v>37918</c:v>
                </c:pt>
                <c:pt idx="5586">
                  <c:v>37917</c:v>
                </c:pt>
                <c:pt idx="5587">
                  <c:v>37916</c:v>
                </c:pt>
                <c:pt idx="5588">
                  <c:v>37915</c:v>
                </c:pt>
                <c:pt idx="5589">
                  <c:v>37914</c:v>
                </c:pt>
                <c:pt idx="5590">
                  <c:v>37911</c:v>
                </c:pt>
                <c:pt idx="5591">
                  <c:v>37910</c:v>
                </c:pt>
                <c:pt idx="5592">
                  <c:v>37909</c:v>
                </c:pt>
                <c:pt idx="5593">
                  <c:v>37908</c:v>
                </c:pt>
                <c:pt idx="5594">
                  <c:v>37907</c:v>
                </c:pt>
                <c:pt idx="5595">
                  <c:v>37904</c:v>
                </c:pt>
                <c:pt idx="5596">
                  <c:v>37903</c:v>
                </c:pt>
                <c:pt idx="5597">
                  <c:v>37902</c:v>
                </c:pt>
                <c:pt idx="5598">
                  <c:v>37901</c:v>
                </c:pt>
                <c:pt idx="5599">
                  <c:v>37900</c:v>
                </c:pt>
                <c:pt idx="5600">
                  <c:v>37897</c:v>
                </c:pt>
                <c:pt idx="5601">
                  <c:v>37896</c:v>
                </c:pt>
                <c:pt idx="5602">
                  <c:v>37894</c:v>
                </c:pt>
                <c:pt idx="5603">
                  <c:v>37893</c:v>
                </c:pt>
                <c:pt idx="5604">
                  <c:v>37890</c:v>
                </c:pt>
                <c:pt idx="5605">
                  <c:v>37889</c:v>
                </c:pt>
                <c:pt idx="5606">
                  <c:v>37888</c:v>
                </c:pt>
                <c:pt idx="5607">
                  <c:v>37887</c:v>
                </c:pt>
                <c:pt idx="5608">
                  <c:v>37886</c:v>
                </c:pt>
                <c:pt idx="5609">
                  <c:v>37883</c:v>
                </c:pt>
                <c:pt idx="5610">
                  <c:v>37882</c:v>
                </c:pt>
                <c:pt idx="5611">
                  <c:v>37881</c:v>
                </c:pt>
                <c:pt idx="5612">
                  <c:v>37880</c:v>
                </c:pt>
                <c:pt idx="5613">
                  <c:v>37879</c:v>
                </c:pt>
                <c:pt idx="5614">
                  <c:v>37875</c:v>
                </c:pt>
                <c:pt idx="5615">
                  <c:v>37874</c:v>
                </c:pt>
                <c:pt idx="5616">
                  <c:v>37873</c:v>
                </c:pt>
                <c:pt idx="5617">
                  <c:v>37872</c:v>
                </c:pt>
                <c:pt idx="5618">
                  <c:v>37869</c:v>
                </c:pt>
                <c:pt idx="5619">
                  <c:v>37868</c:v>
                </c:pt>
                <c:pt idx="5620">
                  <c:v>37867</c:v>
                </c:pt>
                <c:pt idx="5621">
                  <c:v>37866</c:v>
                </c:pt>
                <c:pt idx="5622">
                  <c:v>37865</c:v>
                </c:pt>
                <c:pt idx="5623">
                  <c:v>37862</c:v>
                </c:pt>
                <c:pt idx="5624">
                  <c:v>37861</c:v>
                </c:pt>
                <c:pt idx="5625">
                  <c:v>37860</c:v>
                </c:pt>
                <c:pt idx="5626">
                  <c:v>37859</c:v>
                </c:pt>
                <c:pt idx="5627">
                  <c:v>37858</c:v>
                </c:pt>
                <c:pt idx="5628">
                  <c:v>37855</c:v>
                </c:pt>
                <c:pt idx="5629">
                  <c:v>37854</c:v>
                </c:pt>
                <c:pt idx="5630">
                  <c:v>37853</c:v>
                </c:pt>
                <c:pt idx="5631">
                  <c:v>37852</c:v>
                </c:pt>
                <c:pt idx="5632">
                  <c:v>37851</c:v>
                </c:pt>
                <c:pt idx="5633">
                  <c:v>37848</c:v>
                </c:pt>
                <c:pt idx="5634">
                  <c:v>37847</c:v>
                </c:pt>
                <c:pt idx="5635">
                  <c:v>37846</c:v>
                </c:pt>
                <c:pt idx="5636">
                  <c:v>37845</c:v>
                </c:pt>
                <c:pt idx="5637">
                  <c:v>37844</c:v>
                </c:pt>
                <c:pt idx="5638">
                  <c:v>37841</c:v>
                </c:pt>
                <c:pt idx="5639">
                  <c:v>37840</c:v>
                </c:pt>
                <c:pt idx="5640">
                  <c:v>37839</c:v>
                </c:pt>
                <c:pt idx="5641">
                  <c:v>37838</c:v>
                </c:pt>
                <c:pt idx="5642">
                  <c:v>37837</c:v>
                </c:pt>
                <c:pt idx="5643">
                  <c:v>37834</c:v>
                </c:pt>
                <c:pt idx="5644">
                  <c:v>37833</c:v>
                </c:pt>
                <c:pt idx="5645">
                  <c:v>37832</c:v>
                </c:pt>
                <c:pt idx="5646">
                  <c:v>37831</c:v>
                </c:pt>
                <c:pt idx="5647">
                  <c:v>37830</c:v>
                </c:pt>
                <c:pt idx="5648">
                  <c:v>37827</c:v>
                </c:pt>
                <c:pt idx="5649">
                  <c:v>37826</c:v>
                </c:pt>
                <c:pt idx="5650">
                  <c:v>37825</c:v>
                </c:pt>
                <c:pt idx="5651">
                  <c:v>37824</c:v>
                </c:pt>
                <c:pt idx="5652">
                  <c:v>37823</c:v>
                </c:pt>
                <c:pt idx="5653">
                  <c:v>37820</c:v>
                </c:pt>
                <c:pt idx="5654">
                  <c:v>37819</c:v>
                </c:pt>
                <c:pt idx="5655">
                  <c:v>37818</c:v>
                </c:pt>
                <c:pt idx="5656">
                  <c:v>37817</c:v>
                </c:pt>
                <c:pt idx="5657">
                  <c:v>37816</c:v>
                </c:pt>
                <c:pt idx="5658">
                  <c:v>37813</c:v>
                </c:pt>
                <c:pt idx="5659">
                  <c:v>37812</c:v>
                </c:pt>
                <c:pt idx="5660">
                  <c:v>37811</c:v>
                </c:pt>
                <c:pt idx="5661">
                  <c:v>37810</c:v>
                </c:pt>
                <c:pt idx="5662">
                  <c:v>37809</c:v>
                </c:pt>
                <c:pt idx="5663">
                  <c:v>37806</c:v>
                </c:pt>
                <c:pt idx="5664">
                  <c:v>37805</c:v>
                </c:pt>
                <c:pt idx="5665">
                  <c:v>37804</c:v>
                </c:pt>
                <c:pt idx="5666">
                  <c:v>37802</c:v>
                </c:pt>
                <c:pt idx="5667">
                  <c:v>37799</c:v>
                </c:pt>
                <c:pt idx="5668">
                  <c:v>37798</c:v>
                </c:pt>
                <c:pt idx="5669">
                  <c:v>37797</c:v>
                </c:pt>
                <c:pt idx="5670">
                  <c:v>37796</c:v>
                </c:pt>
                <c:pt idx="5671">
                  <c:v>37795</c:v>
                </c:pt>
                <c:pt idx="5672">
                  <c:v>37792</c:v>
                </c:pt>
                <c:pt idx="5673">
                  <c:v>37791</c:v>
                </c:pt>
                <c:pt idx="5674">
                  <c:v>37790</c:v>
                </c:pt>
                <c:pt idx="5675">
                  <c:v>37789</c:v>
                </c:pt>
                <c:pt idx="5676">
                  <c:v>37788</c:v>
                </c:pt>
                <c:pt idx="5677">
                  <c:v>37785</c:v>
                </c:pt>
                <c:pt idx="5678">
                  <c:v>37784</c:v>
                </c:pt>
                <c:pt idx="5679">
                  <c:v>37783</c:v>
                </c:pt>
                <c:pt idx="5680">
                  <c:v>37782</c:v>
                </c:pt>
                <c:pt idx="5681">
                  <c:v>37781</c:v>
                </c:pt>
                <c:pt idx="5682">
                  <c:v>37778</c:v>
                </c:pt>
                <c:pt idx="5683">
                  <c:v>37777</c:v>
                </c:pt>
                <c:pt idx="5684">
                  <c:v>37775</c:v>
                </c:pt>
                <c:pt idx="5685">
                  <c:v>37774</c:v>
                </c:pt>
                <c:pt idx="5686">
                  <c:v>37771</c:v>
                </c:pt>
                <c:pt idx="5687">
                  <c:v>37770</c:v>
                </c:pt>
                <c:pt idx="5688">
                  <c:v>37769</c:v>
                </c:pt>
                <c:pt idx="5689">
                  <c:v>37768</c:v>
                </c:pt>
                <c:pt idx="5690">
                  <c:v>37767</c:v>
                </c:pt>
                <c:pt idx="5691">
                  <c:v>37764</c:v>
                </c:pt>
                <c:pt idx="5692">
                  <c:v>37763</c:v>
                </c:pt>
                <c:pt idx="5693">
                  <c:v>37762</c:v>
                </c:pt>
                <c:pt idx="5694">
                  <c:v>37761</c:v>
                </c:pt>
                <c:pt idx="5695">
                  <c:v>37760</c:v>
                </c:pt>
                <c:pt idx="5696">
                  <c:v>37757</c:v>
                </c:pt>
                <c:pt idx="5697">
                  <c:v>37756</c:v>
                </c:pt>
                <c:pt idx="5698">
                  <c:v>37755</c:v>
                </c:pt>
                <c:pt idx="5699">
                  <c:v>37754</c:v>
                </c:pt>
                <c:pt idx="5700">
                  <c:v>37753</c:v>
                </c:pt>
                <c:pt idx="5701">
                  <c:v>37750</c:v>
                </c:pt>
                <c:pt idx="5702">
                  <c:v>37748</c:v>
                </c:pt>
                <c:pt idx="5703">
                  <c:v>37747</c:v>
                </c:pt>
                <c:pt idx="5704">
                  <c:v>37746</c:v>
                </c:pt>
                <c:pt idx="5705">
                  <c:v>37743</c:v>
                </c:pt>
                <c:pt idx="5706">
                  <c:v>37741</c:v>
                </c:pt>
                <c:pt idx="5707">
                  <c:v>37740</c:v>
                </c:pt>
                <c:pt idx="5708">
                  <c:v>37739</c:v>
                </c:pt>
                <c:pt idx="5709">
                  <c:v>37736</c:v>
                </c:pt>
                <c:pt idx="5710">
                  <c:v>37735</c:v>
                </c:pt>
                <c:pt idx="5711">
                  <c:v>37734</c:v>
                </c:pt>
                <c:pt idx="5712">
                  <c:v>37733</c:v>
                </c:pt>
                <c:pt idx="5713">
                  <c:v>37728</c:v>
                </c:pt>
                <c:pt idx="5714">
                  <c:v>37727</c:v>
                </c:pt>
                <c:pt idx="5715">
                  <c:v>37726</c:v>
                </c:pt>
                <c:pt idx="5716">
                  <c:v>37725</c:v>
                </c:pt>
                <c:pt idx="5717">
                  <c:v>37722</c:v>
                </c:pt>
                <c:pt idx="5718">
                  <c:v>37721</c:v>
                </c:pt>
                <c:pt idx="5719">
                  <c:v>37720</c:v>
                </c:pt>
                <c:pt idx="5720">
                  <c:v>37719</c:v>
                </c:pt>
                <c:pt idx="5721">
                  <c:v>37718</c:v>
                </c:pt>
                <c:pt idx="5722">
                  <c:v>37715</c:v>
                </c:pt>
                <c:pt idx="5723">
                  <c:v>37714</c:v>
                </c:pt>
                <c:pt idx="5724">
                  <c:v>37713</c:v>
                </c:pt>
                <c:pt idx="5725">
                  <c:v>37712</c:v>
                </c:pt>
                <c:pt idx="5726">
                  <c:v>37711</c:v>
                </c:pt>
                <c:pt idx="5727">
                  <c:v>37708</c:v>
                </c:pt>
                <c:pt idx="5728">
                  <c:v>37707</c:v>
                </c:pt>
                <c:pt idx="5729">
                  <c:v>37706</c:v>
                </c:pt>
                <c:pt idx="5730">
                  <c:v>37705</c:v>
                </c:pt>
                <c:pt idx="5731">
                  <c:v>37704</c:v>
                </c:pt>
                <c:pt idx="5732">
                  <c:v>37701</c:v>
                </c:pt>
                <c:pt idx="5733">
                  <c:v>37700</c:v>
                </c:pt>
                <c:pt idx="5734">
                  <c:v>37699</c:v>
                </c:pt>
                <c:pt idx="5735">
                  <c:v>37698</c:v>
                </c:pt>
                <c:pt idx="5736">
                  <c:v>37697</c:v>
                </c:pt>
                <c:pt idx="5737">
                  <c:v>37694</c:v>
                </c:pt>
                <c:pt idx="5738">
                  <c:v>37693</c:v>
                </c:pt>
                <c:pt idx="5739">
                  <c:v>37692</c:v>
                </c:pt>
                <c:pt idx="5740">
                  <c:v>37691</c:v>
                </c:pt>
                <c:pt idx="5741">
                  <c:v>37690</c:v>
                </c:pt>
                <c:pt idx="5742">
                  <c:v>37687</c:v>
                </c:pt>
                <c:pt idx="5743">
                  <c:v>37686</c:v>
                </c:pt>
                <c:pt idx="5744">
                  <c:v>37685</c:v>
                </c:pt>
                <c:pt idx="5745">
                  <c:v>37684</c:v>
                </c:pt>
                <c:pt idx="5746">
                  <c:v>37683</c:v>
                </c:pt>
                <c:pt idx="5747">
                  <c:v>37680</c:v>
                </c:pt>
                <c:pt idx="5748">
                  <c:v>37679</c:v>
                </c:pt>
                <c:pt idx="5749">
                  <c:v>37678</c:v>
                </c:pt>
                <c:pt idx="5750">
                  <c:v>37677</c:v>
                </c:pt>
                <c:pt idx="5751">
                  <c:v>37676</c:v>
                </c:pt>
                <c:pt idx="5752">
                  <c:v>37673</c:v>
                </c:pt>
                <c:pt idx="5753">
                  <c:v>37672</c:v>
                </c:pt>
                <c:pt idx="5754">
                  <c:v>37671</c:v>
                </c:pt>
                <c:pt idx="5755">
                  <c:v>37670</c:v>
                </c:pt>
                <c:pt idx="5756">
                  <c:v>37669</c:v>
                </c:pt>
                <c:pt idx="5757">
                  <c:v>37666</c:v>
                </c:pt>
                <c:pt idx="5758">
                  <c:v>37665</c:v>
                </c:pt>
                <c:pt idx="5759">
                  <c:v>37664</c:v>
                </c:pt>
                <c:pt idx="5760">
                  <c:v>37663</c:v>
                </c:pt>
                <c:pt idx="5761">
                  <c:v>37662</c:v>
                </c:pt>
                <c:pt idx="5762">
                  <c:v>37659</c:v>
                </c:pt>
                <c:pt idx="5763">
                  <c:v>37658</c:v>
                </c:pt>
                <c:pt idx="5764">
                  <c:v>37657</c:v>
                </c:pt>
                <c:pt idx="5765">
                  <c:v>37656</c:v>
                </c:pt>
                <c:pt idx="5766">
                  <c:v>37651</c:v>
                </c:pt>
                <c:pt idx="5767">
                  <c:v>37650</c:v>
                </c:pt>
                <c:pt idx="5768">
                  <c:v>37649</c:v>
                </c:pt>
                <c:pt idx="5769">
                  <c:v>37648</c:v>
                </c:pt>
                <c:pt idx="5770">
                  <c:v>37645</c:v>
                </c:pt>
                <c:pt idx="5771">
                  <c:v>37644</c:v>
                </c:pt>
                <c:pt idx="5772">
                  <c:v>37643</c:v>
                </c:pt>
                <c:pt idx="5773">
                  <c:v>37642</c:v>
                </c:pt>
                <c:pt idx="5774">
                  <c:v>37641</c:v>
                </c:pt>
                <c:pt idx="5775">
                  <c:v>37638</c:v>
                </c:pt>
                <c:pt idx="5776">
                  <c:v>37637</c:v>
                </c:pt>
                <c:pt idx="5777">
                  <c:v>37636</c:v>
                </c:pt>
                <c:pt idx="5778">
                  <c:v>37635</c:v>
                </c:pt>
                <c:pt idx="5779">
                  <c:v>37634</c:v>
                </c:pt>
                <c:pt idx="5780">
                  <c:v>37631</c:v>
                </c:pt>
                <c:pt idx="5781">
                  <c:v>37630</c:v>
                </c:pt>
                <c:pt idx="5782">
                  <c:v>37629</c:v>
                </c:pt>
                <c:pt idx="5783">
                  <c:v>37628</c:v>
                </c:pt>
                <c:pt idx="5784">
                  <c:v>37627</c:v>
                </c:pt>
                <c:pt idx="5785">
                  <c:v>37624</c:v>
                </c:pt>
                <c:pt idx="5786">
                  <c:v>37623</c:v>
                </c:pt>
                <c:pt idx="5787">
                  <c:v>37621</c:v>
                </c:pt>
                <c:pt idx="5788">
                  <c:v>37620</c:v>
                </c:pt>
                <c:pt idx="5789">
                  <c:v>37617</c:v>
                </c:pt>
                <c:pt idx="5790">
                  <c:v>37614</c:v>
                </c:pt>
                <c:pt idx="5791">
                  <c:v>37613</c:v>
                </c:pt>
                <c:pt idx="5792">
                  <c:v>37610</c:v>
                </c:pt>
                <c:pt idx="5793">
                  <c:v>37609</c:v>
                </c:pt>
                <c:pt idx="5794">
                  <c:v>37608</c:v>
                </c:pt>
                <c:pt idx="5795">
                  <c:v>37607</c:v>
                </c:pt>
                <c:pt idx="5796">
                  <c:v>37606</c:v>
                </c:pt>
                <c:pt idx="5797">
                  <c:v>37603</c:v>
                </c:pt>
                <c:pt idx="5798">
                  <c:v>37602</c:v>
                </c:pt>
                <c:pt idx="5799">
                  <c:v>37601</c:v>
                </c:pt>
                <c:pt idx="5800">
                  <c:v>37600</c:v>
                </c:pt>
                <c:pt idx="5801">
                  <c:v>37599</c:v>
                </c:pt>
                <c:pt idx="5802">
                  <c:v>37596</c:v>
                </c:pt>
                <c:pt idx="5803">
                  <c:v>37595</c:v>
                </c:pt>
                <c:pt idx="5804">
                  <c:v>37594</c:v>
                </c:pt>
                <c:pt idx="5805">
                  <c:v>37593</c:v>
                </c:pt>
                <c:pt idx="5806">
                  <c:v>37592</c:v>
                </c:pt>
                <c:pt idx="5807">
                  <c:v>37589</c:v>
                </c:pt>
                <c:pt idx="5808">
                  <c:v>37588</c:v>
                </c:pt>
                <c:pt idx="5809">
                  <c:v>37587</c:v>
                </c:pt>
                <c:pt idx="5810">
                  <c:v>37586</c:v>
                </c:pt>
                <c:pt idx="5811">
                  <c:v>37585</c:v>
                </c:pt>
                <c:pt idx="5812">
                  <c:v>37582</c:v>
                </c:pt>
                <c:pt idx="5813">
                  <c:v>37581</c:v>
                </c:pt>
                <c:pt idx="5814">
                  <c:v>37580</c:v>
                </c:pt>
                <c:pt idx="5815">
                  <c:v>37579</c:v>
                </c:pt>
                <c:pt idx="5816">
                  <c:v>37578</c:v>
                </c:pt>
                <c:pt idx="5817">
                  <c:v>37575</c:v>
                </c:pt>
                <c:pt idx="5818">
                  <c:v>37574</c:v>
                </c:pt>
                <c:pt idx="5819">
                  <c:v>37573</c:v>
                </c:pt>
                <c:pt idx="5820">
                  <c:v>37572</c:v>
                </c:pt>
                <c:pt idx="5821">
                  <c:v>37571</c:v>
                </c:pt>
                <c:pt idx="5822">
                  <c:v>37568</c:v>
                </c:pt>
                <c:pt idx="5823">
                  <c:v>37567</c:v>
                </c:pt>
                <c:pt idx="5824">
                  <c:v>37566</c:v>
                </c:pt>
                <c:pt idx="5825">
                  <c:v>37565</c:v>
                </c:pt>
                <c:pt idx="5826">
                  <c:v>37564</c:v>
                </c:pt>
                <c:pt idx="5827">
                  <c:v>37561</c:v>
                </c:pt>
                <c:pt idx="5828">
                  <c:v>37560</c:v>
                </c:pt>
                <c:pt idx="5829">
                  <c:v>37559</c:v>
                </c:pt>
                <c:pt idx="5830">
                  <c:v>37558</c:v>
                </c:pt>
                <c:pt idx="5831">
                  <c:v>37557</c:v>
                </c:pt>
                <c:pt idx="5832">
                  <c:v>37554</c:v>
                </c:pt>
                <c:pt idx="5833">
                  <c:v>37553</c:v>
                </c:pt>
                <c:pt idx="5834">
                  <c:v>37552</c:v>
                </c:pt>
                <c:pt idx="5835">
                  <c:v>37551</c:v>
                </c:pt>
                <c:pt idx="5836">
                  <c:v>37550</c:v>
                </c:pt>
                <c:pt idx="5837">
                  <c:v>37547</c:v>
                </c:pt>
                <c:pt idx="5838">
                  <c:v>37546</c:v>
                </c:pt>
                <c:pt idx="5839">
                  <c:v>37545</c:v>
                </c:pt>
                <c:pt idx="5840">
                  <c:v>37544</c:v>
                </c:pt>
                <c:pt idx="5841">
                  <c:v>37540</c:v>
                </c:pt>
                <c:pt idx="5842">
                  <c:v>37539</c:v>
                </c:pt>
                <c:pt idx="5843">
                  <c:v>37538</c:v>
                </c:pt>
                <c:pt idx="5844">
                  <c:v>37537</c:v>
                </c:pt>
                <c:pt idx="5845">
                  <c:v>37536</c:v>
                </c:pt>
                <c:pt idx="5846">
                  <c:v>37533</c:v>
                </c:pt>
                <c:pt idx="5847">
                  <c:v>37532</c:v>
                </c:pt>
                <c:pt idx="5848">
                  <c:v>37531</c:v>
                </c:pt>
                <c:pt idx="5849">
                  <c:v>37529</c:v>
                </c:pt>
                <c:pt idx="5850">
                  <c:v>37526</c:v>
                </c:pt>
                <c:pt idx="5851">
                  <c:v>37525</c:v>
                </c:pt>
                <c:pt idx="5852">
                  <c:v>37524</c:v>
                </c:pt>
                <c:pt idx="5853">
                  <c:v>37523</c:v>
                </c:pt>
                <c:pt idx="5854">
                  <c:v>37522</c:v>
                </c:pt>
                <c:pt idx="5855">
                  <c:v>37519</c:v>
                </c:pt>
                <c:pt idx="5856">
                  <c:v>37518</c:v>
                </c:pt>
                <c:pt idx="5857">
                  <c:v>37517</c:v>
                </c:pt>
                <c:pt idx="5858">
                  <c:v>37516</c:v>
                </c:pt>
                <c:pt idx="5859">
                  <c:v>37515</c:v>
                </c:pt>
                <c:pt idx="5860">
                  <c:v>37512</c:v>
                </c:pt>
                <c:pt idx="5861">
                  <c:v>37511</c:v>
                </c:pt>
                <c:pt idx="5862">
                  <c:v>37510</c:v>
                </c:pt>
                <c:pt idx="5863">
                  <c:v>37509</c:v>
                </c:pt>
                <c:pt idx="5864">
                  <c:v>37508</c:v>
                </c:pt>
                <c:pt idx="5865">
                  <c:v>37505</c:v>
                </c:pt>
                <c:pt idx="5866">
                  <c:v>37504</c:v>
                </c:pt>
                <c:pt idx="5867">
                  <c:v>37503</c:v>
                </c:pt>
                <c:pt idx="5868">
                  <c:v>37502</c:v>
                </c:pt>
                <c:pt idx="5869">
                  <c:v>37501</c:v>
                </c:pt>
                <c:pt idx="5870">
                  <c:v>37498</c:v>
                </c:pt>
                <c:pt idx="5871">
                  <c:v>37497</c:v>
                </c:pt>
                <c:pt idx="5872">
                  <c:v>37496</c:v>
                </c:pt>
                <c:pt idx="5873">
                  <c:v>37495</c:v>
                </c:pt>
                <c:pt idx="5874">
                  <c:v>37494</c:v>
                </c:pt>
                <c:pt idx="5875">
                  <c:v>37491</c:v>
                </c:pt>
                <c:pt idx="5876">
                  <c:v>37490</c:v>
                </c:pt>
                <c:pt idx="5877">
                  <c:v>37489</c:v>
                </c:pt>
                <c:pt idx="5878">
                  <c:v>37488</c:v>
                </c:pt>
                <c:pt idx="5879">
                  <c:v>37487</c:v>
                </c:pt>
                <c:pt idx="5880">
                  <c:v>37484</c:v>
                </c:pt>
                <c:pt idx="5881">
                  <c:v>37483</c:v>
                </c:pt>
                <c:pt idx="5882">
                  <c:v>37482</c:v>
                </c:pt>
                <c:pt idx="5883">
                  <c:v>37481</c:v>
                </c:pt>
                <c:pt idx="5884">
                  <c:v>37480</c:v>
                </c:pt>
                <c:pt idx="5885">
                  <c:v>37477</c:v>
                </c:pt>
                <c:pt idx="5886">
                  <c:v>37476</c:v>
                </c:pt>
                <c:pt idx="5887">
                  <c:v>37475</c:v>
                </c:pt>
                <c:pt idx="5888">
                  <c:v>37474</c:v>
                </c:pt>
                <c:pt idx="5889">
                  <c:v>37473</c:v>
                </c:pt>
                <c:pt idx="5890">
                  <c:v>37470</c:v>
                </c:pt>
                <c:pt idx="5891">
                  <c:v>37469</c:v>
                </c:pt>
                <c:pt idx="5892">
                  <c:v>37468</c:v>
                </c:pt>
                <c:pt idx="5893">
                  <c:v>37467</c:v>
                </c:pt>
                <c:pt idx="5894">
                  <c:v>37466</c:v>
                </c:pt>
                <c:pt idx="5895">
                  <c:v>37463</c:v>
                </c:pt>
                <c:pt idx="5896">
                  <c:v>37462</c:v>
                </c:pt>
                <c:pt idx="5897">
                  <c:v>37461</c:v>
                </c:pt>
                <c:pt idx="5898">
                  <c:v>37460</c:v>
                </c:pt>
                <c:pt idx="5899">
                  <c:v>37459</c:v>
                </c:pt>
                <c:pt idx="5900">
                  <c:v>37456</c:v>
                </c:pt>
                <c:pt idx="5901">
                  <c:v>37455</c:v>
                </c:pt>
                <c:pt idx="5902">
                  <c:v>37454</c:v>
                </c:pt>
                <c:pt idx="5903">
                  <c:v>37453</c:v>
                </c:pt>
                <c:pt idx="5904">
                  <c:v>37452</c:v>
                </c:pt>
                <c:pt idx="5905">
                  <c:v>37449</c:v>
                </c:pt>
                <c:pt idx="5906">
                  <c:v>37448</c:v>
                </c:pt>
                <c:pt idx="5907">
                  <c:v>37447</c:v>
                </c:pt>
                <c:pt idx="5908">
                  <c:v>37446</c:v>
                </c:pt>
                <c:pt idx="5909">
                  <c:v>37445</c:v>
                </c:pt>
                <c:pt idx="5910">
                  <c:v>37442</c:v>
                </c:pt>
                <c:pt idx="5911">
                  <c:v>37441</c:v>
                </c:pt>
                <c:pt idx="5912">
                  <c:v>37440</c:v>
                </c:pt>
                <c:pt idx="5913">
                  <c:v>37439</c:v>
                </c:pt>
                <c:pt idx="5914">
                  <c:v>37435</c:v>
                </c:pt>
                <c:pt idx="5915">
                  <c:v>37434</c:v>
                </c:pt>
                <c:pt idx="5916">
                  <c:v>37433</c:v>
                </c:pt>
                <c:pt idx="5917">
                  <c:v>37432</c:v>
                </c:pt>
                <c:pt idx="5918">
                  <c:v>37431</c:v>
                </c:pt>
                <c:pt idx="5919">
                  <c:v>37428</c:v>
                </c:pt>
                <c:pt idx="5920">
                  <c:v>37427</c:v>
                </c:pt>
                <c:pt idx="5921">
                  <c:v>37426</c:v>
                </c:pt>
                <c:pt idx="5922">
                  <c:v>37425</c:v>
                </c:pt>
                <c:pt idx="5923">
                  <c:v>37424</c:v>
                </c:pt>
                <c:pt idx="5924">
                  <c:v>37421</c:v>
                </c:pt>
                <c:pt idx="5925">
                  <c:v>37420</c:v>
                </c:pt>
                <c:pt idx="5926">
                  <c:v>37419</c:v>
                </c:pt>
                <c:pt idx="5927">
                  <c:v>37418</c:v>
                </c:pt>
                <c:pt idx="5928">
                  <c:v>37417</c:v>
                </c:pt>
                <c:pt idx="5929">
                  <c:v>37414</c:v>
                </c:pt>
                <c:pt idx="5930">
                  <c:v>37413</c:v>
                </c:pt>
                <c:pt idx="5931">
                  <c:v>37412</c:v>
                </c:pt>
                <c:pt idx="5932">
                  <c:v>37411</c:v>
                </c:pt>
                <c:pt idx="5933">
                  <c:v>37410</c:v>
                </c:pt>
                <c:pt idx="5934">
                  <c:v>37407</c:v>
                </c:pt>
                <c:pt idx="5935">
                  <c:v>37406</c:v>
                </c:pt>
                <c:pt idx="5936">
                  <c:v>37405</c:v>
                </c:pt>
                <c:pt idx="5937">
                  <c:v>37404</c:v>
                </c:pt>
                <c:pt idx="5938">
                  <c:v>37403</c:v>
                </c:pt>
                <c:pt idx="5939">
                  <c:v>37400</c:v>
                </c:pt>
                <c:pt idx="5940">
                  <c:v>37399</c:v>
                </c:pt>
                <c:pt idx="5941">
                  <c:v>37398</c:v>
                </c:pt>
                <c:pt idx="5942">
                  <c:v>37397</c:v>
                </c:pt>
                <c:pt idx="5943">
                  <c:v>37393</c:v>
                </c:pt>
                <c:pt idx="5944">
                  <c:v>37392</c:v>
                </c:pt>
                <c:pt idx="5945">
                  <c:v>37391</c:v>
                </c:pt>
                <c:pt idx="5946">
                  <c:v>37390</c:v>
                </c:pt>
                <c:pt idx="5947">
                  <c:v>37389</c:v>
                </c:pt>
                <c:pt idx="5948">
                  <c:v>37386</c:v>
                </c:pt>
                <c:pt idx="5949">
                  <c:v>37385</c:v>
                </c:pt>
                <c:pt idx="5950">
                  <c:v>37384</c:v>
                </c:pt>
                <c:pt idx="5951">
                  <c:v>37383</c:v>
                </c:pt>
                <c:pt idx="5952">
                  <c:v>37382</c:v>
                </c:pt>
                <c:pt idx="5953">
                  <c:v>37379</c:v>
                </c:pt>
                <c:pt idx="5954">
                  <c:v>37378</c:v>
                </c:pt>
                <c:pt idx="5955">
                  <c:v>37376</c:v>
                </c:pt>
                <c:pt idx="5956">
                  <c:v>37375</c:v>
                </c:pt>
                <c:pt idx="5957">
                  <c:v>37372</c:v>
                </c:pt>
                <c:pt idx="5958">
                  <c:v>37371</c:v>
                </c:pt>
                <c:pt idx="5959">
                  <c:v>37370</c:v>
                </c:pt>
                <c:pt idx="5960">
                  <c:v>37369</c:v>
                </c:pt>
                <c:pt idx="5961">
                  <c:v>37368</c:v>
                </c:pt>
                <c:pt idx="5962">
                  <c:v>37365</c:v>
                </c:pt>
                <c:pt idx="5963">
                  <c:v>37364</c:v>
                </c:pt>
                <c:pt idx="5964">
                  <c:v>37363</c:v>
                </c:pt>
                <c:pt idx="5965">
                  <c:v>37362</c:v>
                </c:pt>
                <c:pt idx="5966">
                  <c:v>37361</c:v>
                </c:pt>
                <c:pt idx="5967">
                  <c:v>37358</c:v>
                </c:pt>
                <c:pt idx="5968">
                  <c:v>37357</c:v>
                </c:pt>
                <c:pt idx="5969">
                  <c:v>37356</c:v>
                </c:pt>
                <c:pt idx="5970">
                  <c:v>37355</c:v>
                </c:pt>
                <c:pt idx="5971">
                  <c:v>37354</c:v>
                </c:pt>
                <c:pt idx="5972">
                  <c:v>37350</c:v>
                </c:pt>
                <c:pt idx="5973">
                  <c:v>37349</c:v>
                </c:pt>
                <c:pt idx="5974">
                  <c:v>37348</c:v>
                </c:pt>
                <c:pt idx="5975">
                  <c:v>37343</c:v>
                </c:pt>
                <c:pt idx="5976">
                  <c:v>37342</c:v>
                </c:pt>
                <c:pt idx="5977">
                  <c:v>37341</c:v>
                </c:pt>
                <c:pt idx="5978">
                  <c:v>37340</c:v>
                </c:pt>
                <c:pt idx="5979">
                  <c:v>37337</c:v>
                </c:pt>
                <c:pt idx="5980">
                  <c:v>37336</c:v>
                </c:pt>
                <c:pt idx="5981">
                  <c:v>37335</c:v>
                </c:pt>
                <c:pt idx="5982">
                  <c:v>37334</c:v>
                </c:pt>
                <c:pt idx="5983">
                  <c:v>37333</c:v>
                </c:pt>
                <c:pt idx="5984">
                  <c:v>37330</c:v>
                </c:pt>
                <c:pt idx="5985">
                  <c:v>37329</c:v>
                </c:pt>
                <c:pt idx="5986">
                  <c:v>37328</c:v>
                </c:pt>
                <c:pt idx="5987">
                  <c:v>37327</c:v>
                </c:pt>
                <c:pt idx="5988">
                  <c:v>37326</c:v>
                </c:pt>
                <c:pt idx="5989">
                  <c:v>37323</c:v>
                </c:pt>
                <c:pt idx="5990">
                  <c:v>37322</c:v>
                </c:pt>
                <c:pt idx="5991">
                  <c:v>37321</c:v>
                </c:pt>
                <c:pt idx="5992">
                  <c:v>37320</c:v>
                </c:pt>
                <c:pt idx="5993">
                  <c:v>37319</c:v>
                </c:pt>
                <c:pt idx="5994">
                  <c:v>37316</c:v>
                </c:pt>
                <c:pt idx="5995">
                  <c:v>37315</c:v>
                </c:pt>
                <c:pt idx="5996">
                  <c:v>37314</c:v>
                </c:pt>
                <c:pt idx="5997">
                  <c:v>37313</c:v>
                </c:pt>
                <c:pt idx="5998">
                  <c:v>37312</c:v>
                </c:pt>
                <c:pt idx="5999">
                  <c:v>37309</c:v>
                </c:pt>
                <c:pt idx="6000">
                  <c:v>37308</c:v>
                </c:pt>
                <c:pt idx="6001">
                  <c:v>37307</c:v>
                </c:pt>
                <c:pt idx="6002">
                  <c:v>37306</c:v>
                </c:pt>
                <c:pt idx="6003">
                  <c:v>37305</c:v>
                </c:pt>
                <c:pt idx="6004">
                  <c:v>37302</c:v>
                </c:pt>
                <c:pt idx="6005">
                  <c:v>37298</c:v>
                </c:pt>
                <c:pt idx="6006">
                  <c:v>37295</c:v>
                </c:pt>
                <c:pt idx="6007">
                  <c:v>37294</c:v>
                </c:pt>
                <c:pt idx="6008">
                  <c:v>37293</c:v>
                </c:pt>
                <c:pt idx="6009">
                  <c:v>37292</c:v>
                </c:pt>
                <c:pt idx="6010">
                  <c:v>37291</c:v>
                </c:pt>
                <c:pt idx="6011">
                  <c:v>37288</c:v>
                </c:pt>
                <c:pt idx="6012">
                  <c:v>37287</c:v>
                </c:pt>
                <c:pt idx="6013">
                  <c:v>37286</c:v>
                </c:pt>
                <c:pt idx="6014">
                  <c:v>37285</c:v>
                </c:pt>
                <c:pt idx="6015">
                  <c:v>37284</c:v>
                </c:pt>
                <c:pt idx="6016">
                  <c:v>37281</c:v>
                </c:pt>
                <c:pt idx="6017">
                  <c:v>37280</c:v>
                </c:pt>
                <c:pt idx="6018">
                  <c:v>37279</c:v>
                </c:pt>
                <c:pt idx="6019">
                  <c:v>37278</c:v>
                </c:pt>
                <c:pt idx="6020">
                  <c:v>37277</c:v>
                </c:pt>
                <c:pt idx="6021">
                  <c:v>37274</c:v>
                </c:pt>
                <c:pt idx="6022">
                  <c:v>37273</c:v>
                </c:pt>
                <c:pt idx="6023">
                  <c:v>37272</c:v>
                </c:pt>
                <c:pt idx="6024">
                  <c:v>37271</c:v>
                </c:pt>
                <c:pt idx="6025">
                  <c:v>37270</c:v>
                </c:pt>
                <c:pt idx="6026">
                  <c:v>37267</c:v>
                </c:pt>
                <c:pt idx="6027">
                  <c:v>37266</c:v>
                </c:pt>
                <c:pt idx="6028">
                  <c:v>37265</c:v>
                </c:pt>
                <c:pt idx="6029">
                  <c:v>37264</c:v>
                </c:pt>
                <c:pt idx="6030">
                  <c:v>37263</c:v>
                </c:pt>
                <c:pt idx="6031">
                  <c:v>37260</c:v>
                </c:pt>
                <c:pt idx="6032">
                  <c:v>37259</c:v>
                </c:pt>
                <c:pt idx="6033">
                  <c:v>37258</c:v>
                </c:pt>
                <c:pt idx="6034">
                  <c:v>37256</c:v>
                </c:pt>
                <c:pt idx="6035">
                  <c:v>37253</c:v>
                </c:pt>
                <c:pt idx="6036">
                  <c:v>37252</c:v>
                </c:pt>
                <c:pt idx="6037">
                  <c:v>37249</c:v>
                </c:pt>
                <c:pt idx="6038">
                  <c:v>37246</c:v>
                </c:pt>
                <c:pt idx="6039">
                  <c:v>37245</c:v>
                </c:pt>
                <c:pt idx="6040">
                  <c:v>37244</c:v>
                </c:pt>
                <c:pt idx="6041">
                  <c:v>37243</c:v>
                </c:pt>
                <c:pt idx="6042">
                  <c:v>37242</c:v>
                </c:pt>
                <c:pt idx="6043">
                  <c:v>37239</c:v>
                </c:pt>
                <c:pt idx="6044">
                  <c:v>37238</c:v>
                </c:pt>
                <c:pt idx="6045">
                  <c:v>37237</c:v>
                </c:pt>
                <c:pt idx="6046">
                  <c:v>37236</c:v>
                </c:pt>
                <c:pt idx="6047">
                  <c:v>37235</c:v>
                </c:pt>
                <c:pt idx="6048">
                  <c:v>37232</c:v>
                </c:pt>
                <c:pt idx="6049">
                  <c:v>37231</c:v>
                </c:pt>
                <c:pt idx="6050">
                  <c:v>37230</c:v>
                </c:pt>
                <c:pt idx="6051">
                  <c:v>37229</c:v>
                </c:pt>
                <c:pt idx="6052">
                  <c:v>37228</c:v>
                </c:pt>
                <c:pt idx="6053">
                  <c:v>37225</c:v>
                </c:pt>
                <c:pt idx="6054">
                  <c:v>37224</c:v>
                </c:pt>
                <c:pt idx="6055">
                  <c:v>37223</c:v>
                </c:pt>
                <c:pt idx="6056">
                  <c:v>37222</c:v>
                </c:pt>
                <c:pt idx="6057">
                  <c:v>37221</c:v>
                </c:pt>
                <c:pt idx="6058">
                  <c:v>37218</c:v>
                </c:pt>
                <c:pt idx="6059">
                  <c:v>37217</c:v>
                </c:pt>
                <c:pt idx="6060">
                  <c:v>37216</c:v>
                </c:pt>
                <c:pt idx="6061">
                  <c:v>37215</c:v>
                </c:pt>
                <c:pt idx="6062">
                  <c:v>37214</c:v>
                </c:pt>
                <c:pt idx="6063">
                  <c:v>37211</c:v>
                </c:pt>
                <c:pt idx="6064">
                  <c:v>37210</c:v>
                </c:pt>
                <c:pt idx="6065">
                  <c:v>37209</c:v>
                </c:pt>
                <c:pt idx="6066">
                  <c:v>37208</c:v>
                </c:pt>
                <c:pt idx="6067">
                  <c:v>37207</c:v>
                </c:pt>
                <c:pt idx="6068">
                  <c:v>37204</c:v>
                </c:pt>
                <c:pt idx="6069">
                  <c:v>37203</c:v>
                </c:pt>
                <c:pt idx="6070">
                  <c:v>37202</c:v>
                </c:pt>
                <c:pt idx="6071">
                  <c:v>37201</c:v>
                </c:pt>
                <c:pt idx="6072">
                  <c:v>37200</c:v>
                </c:pt>
                <c:pt idx="6073">
                  <c:v>37197</c:v>
                </c:pt>
                <c:pt idx="6074">
                  <c:v>37196</c:v>
                </c:pt>
                <c:pt idx="6075">
                  <c:v>37195</c:v>
                </c:pt>
                <c:pt idx="6076">
                  <c:v>37194</c:v>
                </c:pt>
                <c:pt idx="6077">
                  <c:v>37193</c:v>
                </c:pt>
                <c:pt idx="6078">
                  <c:v>37190</c:v>
                </c:pt>
                <c:pt idx="6079">
                  <c:v>37188</c:v>
                </c:pt>
                <c:pt idx="6080">
                  <c:v>37187</c:v>
                </c:pt>
                <c:pt idx="6081">
                  <c:v>37186</c:v>
                </c:pt>
                <c:pt idx="6082">
                  <c:v>37183</c:v>
                </c:pt>
                <c:pt idx="6083">
                  <c:v>37182</c:v>
                </c:pt>
                <c:pt idx="6084">
                  <c:v>37181</c:v>
                </c:pt>
                <c:pt idx="6085">
                  <c:v>37180</c:v>
                </c:pt>
                <c:pt idx="6086">
                  <c:v>37179</c:v>
                </c:pt>
                <c:pt idx="6087">
                  <c:v>37176</c:v>
                </c:pt>
                <c:pt idx="6088">
                  <c:v>37175</c:v>
                </c:pt>
                <c:pt idx="6089">
                  <c:v>37174</c:v>
                </c:pt>
                <c:pt idx="6090">
                  <c:v>37173</c:v>
                </c:pt>
                <c:pt idx="6091">
                  <c:v>37172</c:v>
                </c:pt>
                <c:pt idx="6092">
                  <c:v>37169</c:v>
                </c:pt>
                <c:pt idx="6093">
                  <c:v>37168</c:v>
                </c:pt>
                <c:pt idx="6094">
                  <c:v>37167</c:v>
                </c:pt>
                <c:pt idx="6095">
                  <c:v>37162</c:v>
                </c:pt>
                <c:pt idx="6096">
                  <c:v>37161</c:v>
                </c:pt>
                <c:pt idx="6097">
                  <c:v>37160</c:v>
                </c:pt>
                <c:pt idx="6098">
                  <c:v>37159</c:v>
                </c:pt>
                <c:pt idx="6099">
                  <c:v>37158</c:v>
                </c:pt>
                <c:pt idx="6100">
                  <c:v>37155</c:v>
                </c:pt>
                <c:pt idx="6101">
                  <c:v>37154</c:v>
                </c:pt>
                <c:pt idx="6102">
                  <c:v>37153</c:v>
                </c:pt>
                <c:pt idx="6103">
                  <c:v>37152</c:v>
                </c:pt>
                <c:pt idx="6104">
                  <c:v>37151</c:v>
                </c:pt>
                <c:pt idx="6105">
                  <c:v>37148</c:v>
                </c:pt>
                <c:pt idx="6106">
                  <c:v>37147</c:v>
                </c:pt>
                <c:pt idx="6107">
                  <c:v>37146</c:v>
                </c:pt>
                <c:pt idx="6108">
                  <c:v>37145</c:v>
                </c:pt>
                <c:pt idx="6109">
                  <c:v>37144</c:v>
                </c:pt>
                <c:pt idx="6110">
                  <c:v>37141</c:v>
                </c:pt>
                <c:pt idx="6111">
                  <c:v>37140</c:v>
                </c:pt>
                <c:pt idx="6112">
                  <c:v>37139</c:v>
                </c:pt>
                <c:pt idx="6113">
                  <c:v>37138</c:v>
                </c:pt>
                <c:pt idx="6114">
                  <c:v>37137</c:v>
                </c:pt>
                <c:pt idx="6115">
                  <c:v>37134</c:v>
                </c:pt>
                <c:pt idx="6116">
                  <c:v>37133</c:v>
                </c:pt>
                <c:pt idx="6117">
                  <c:v>37132</c:v>
                </c:pt>
                <c:pt idx="6118">
                  <c:v>37131</c:v>
                </c:pt>
                <c:pt idx="6119">
                  <c:v>37130</c:v>
                </c:pt>
                <c:pt idx="6120">
                  <c:v>37127</c:v>
                </c:pt>
                <c:pt idx="6121">
                  <c:v>37126</c:v>
                </c:pt>
                <c:pt idx="6122">
                  <c:v>37125</c:v>
                </c:pt>
                <c:pt idx="6123">
                  <c:v>37124</c:v>
                </c:pt>
                <c:pt idx="6124">
                  <c:v>37123</c:v>
                </c:pt>
                <c:pt idx="6125">
                  <c:v>37120</c:v>
                </c:pt>
                <c:pt idx="6126">
                  <c:v>37119</c:v>
                </c:pt>
                <c:pt idx="6127">
                  <c:v>37118</c:v>
                </c:pt>
                <c:pt idx="6128">
                  <c:v>37117</c:v>
                </c:pt>
                <c:pt idx="6129">
                  <c:v>37116</c:v>
                </c:pt>
                <c:pt idx="6130">
                  <c:v>37113</c:v>
                </c:pt>
                <c:pt idx="6131">
                  <c:v>37112</c:v>
                </c:pt>
                <c:pt idx="6132">
                  <c:v>37111</c:v>
                </c:pt>
                <c:pt idx="6133">
                  <c:v>37110</c:v>
                </c:pt>
                <c:pt idx="6134">
                  <c:v>37109</c:v>
                </c:pt>
                <c:pt idx="6135">
                  <c:v>37106</c:v>
                </c:pt>
                <c:pt idx="6136">
                  <c:v>37105</c:v>
                </c:pt>
                <c:pt idx="6137">
                  <c:v>37104</c:v>
                </c:pt>
                <c:pt idx="6138">
                  <c:v>37103</c:v>
                </c:pt>
                <c:pt idx="6139">
                  <c:v>37102</c:v>
                </c:pt>
                <c:pt idx="6140">
                  <c:v>37099</c:v>
                </c:pt>
                <c:pt idx="6141">
                  <c:v>37098</c:v>
                </c:pt>
                <c:pt idx="6142">
                  <c:v>37096</c:v>
                </c:pt>
                <c:pt idx="6143">
                  <c:v>37095</c:v>
                </c:pt>
                <c:pt idx="6144">
                  <c:v>37092</c:v>
                </c:pt>
                <c:pt idx="6145">
                  <c:v>37091</c:v>
                </c:pt>
                <c:pt idx="6146">
                  <c:v>37090</c:v>
                </c:pt>
                <c:pt idx="6147">
                  <c:v>37089</c:v>
                </c:pt>
                <c:pt idx="6148">
                  <c:v>37088</c:v>
                </c:pt>
                <c:pt idx="6149">
                  <c:v>37085</c:v>
                </c:pt>
                <c:pt idx="6150">
                  <c:v>37084</c:v>
                </c:pt>
                <c:pt idx="6151">
                  <c:v>37083</c:v>
                </c:pt>
                <c:pt idx="6152">
                  <c:v>37082</c:v>
                </c:pt>
                <c:pt idx="6153">
                  <c:v>37081</c:v>
                </c:pt>
                <c:pt idx="6154">
                  <c:v>37077</c:v>
                </c:pt>
                <c:pt idx="6155">
                  <c:v>37076</c:v>
                </c:pt>
                <c:pt idx="6156">
                  <c:v>37075</c:v>
                </c:pt>
                <c:pt idx="6157">
                  <c:v>37071</c:v>
                </c:pt>
                <c:pt idx="6158">
                  <c:v>37070</c:v>
                </c:pt>
                <c:pt idx="6159">
                  <c:v>37069</c:v>
                </c:pt>
                <c:pt idx="6160">
                  <c:v>37068</c:v>
                </c:pt>
                <c:pt idx="6161">
                  <c:v>37064</c:v>
                </c:pt>
                <c:pt idx="6162">
                  <c:v>37063</c:v>
                </c:pt>
                <c:pt idx="6163">
                  <c:v>37062</c:v>
                </c:pt>
                <c:pt idx="6164">
                  <c:v>37061</c:v>
                </c:pt>
                <c:pt idx="6165">
                  <c:v>37060</c:v>
                </c:pt>
                <c:pt idx="6166">
                  <c:v>37057</c:v>
                </c:pt>
                <c:pt idx="6167">
                  <c:v>37056</c:v>
                </c:pt>
                <c:pt idx="6168">
                  <c:v>37055</c:v>
                </c:pt>
                <c:pt idx="6169">
                  <c:v>37054</c:v>
                </c:pt>
                <c:pt idx="6170">
                  <c:v>37053</c:v>
                </c:pt>
                <c:pt idx="6171">
                  <c:v>37050</c:v>
                </c:pt>
                <c:pt idx="6172">
                  <c:v>37049</c:v>
                </c:pt>
                <c:pt idx="6173">
                  <c:v>37048</c:v>
                </c:pt>
                <c:pt idx="6174">
                  <c:v>37047</c:v>
                </c:pt>
                <c:pt idx="6175">
                  <c:v>37046</c:v>
                </c:pt>
                <c:pt idx="6176">
                  <c:v>37043</c:v>
                </c:pt>
                <c:pt idx="6177">
                  <c:v>37042</c:v>
                </c:pt>
                <c:pt idx="6178">
                  <c:v>37041</c:v>
                </c:pt>
                <c:pt idx="6179">
                  <c:v>37040</c:v>
                </c:pt>
                <c:pt idx="6180">
                  <c:v>37039</c:v>
                </c:pt>
                <c:pt idx="6181">
                  <c:v>37036</c:v>
                </c:pt>
                <c:pt idx="6182">
                  <c:v>37035</c:v>
                </c:pt>
                <c:pt idx="6183">
                  <c:v>37034</c:v>
                </c:pt>
                <c:pt idx="6184">
                  <c:v>37033</c:v>
                </c:pt>
                <c:pt idx="6185">
                  <c:v>37032</c:v>
                </c:pt>
                <c:pt idx="6186">
                  <c:v>37029</c:v>
                </c:pt>
                <c:pt idx="6187">
                  <c:v>37028</c:v>
                </c:pt>
                <c:pt idx="6188">
                  <c:v>37027</c:v>
                </c:pt>
                <c:pt idx="6189">
                  <c:v>37026</c:v>
                </c:pt>
                <c:pt idx="6190">
                  <c:v>37025</c:v>
                </c:pt>
                <c:pt idx="6191">
                  <c:v>37022</c:v>
                </c:pt>
                <c:pt idx="6192">
                  <c:v>37021</c:v>
                </c:pt>
                <c:pt idx="6193">
                  <c:v>37020</c:v>
                </c:pt>
                <c:pt idx="6194">
                  <c:v>37019</c:v>
                </c:pt>
                <c:pt idx="6195">
                  <c:v>37018</c:v>
                </c:pt>
                <c:pt idx="6196">
                  <c:v>37015</c:v>
                </c:pt>
                <c:pt idx="6197">
                  <c:v>37014</c:v>
                </c:pt>
                <c:pt idx="6198">
                  <c:v>37013</c:v>
                </c:pt>
                <c:pt idx="6199">
                  <c:v>37008</c:v>
                </c:pt>
                <c:pt idx="6200">
                  <c:v>37007</c:v>
                </c:pt>
                <c:pt idx="6201">
                  <c:v>37006</c:v>
                </c:pt>
                <c:pt idx="6202">
                  <c:v>37005</c:v>
                </c:pt>
                <c:pt idx="6203">
                  <c:v>37004</c:v>
                </c:pt>
                <c:pt idx="6204">
                  <c:v>37001</c:v>
                </c:pt>
                <c:pt idx="6205">
                  <c:v>37000</c:v>
                </c:pt>
                <c:pt idx="6206">
                  <c:v>36999</c:v>
                </c:pt>
                <c:pt idx="6207">
                  <c:v>36998</c:v>
                </c:pt>
                <c:pt idx="6208">
                  <c:v>36993</c:v>
                </c:pt>
                <c:pt idx="6209">
                  <c:v>36992</c:v>
                </c:pt>
                <c:pt idx="6210">
                  <c:v>36991</c:v>
                </c:pt>
                <c:pt idx="6211">
                  <c:v>36990</c:v>
                </c:pt>
                <c:pt idx="6212">
                  <c:v>36987</c:v>
                </c:pt>
                <c:pt idx="6213">
                  <c:v>36985</c:v>
                </c:pt>
                <c:pt idx="6214">
                  <c:v>36984</c:v>
                </c:pt>
                <c:pt idx="6215">
                  <c:v>36983</c:v>
                </c:pt>
                <c:pt idx="6216">
                  <c:v>36980</c:v>
                </c:pt>
                <c:pt idx="6217">
                  <c:v>36979</c:v>
                </c:pt>
                <c:pt idx="6218">
                  <c:v>36978</c:v>
                </c:pt>
                <c:pt idx="6219">
                  <c:v>36977</c:v>
                </c:pt>
                <c:pt idx="6220">
                  <c:v>36976</c:v>
                </c:pt>
                <c:pt idx="6221">
                  <c:v>36973</c:v>
                </c:pt>
                <c:pt idx="6222">
                  <c:v>36972</c:v>
                </c:pt>
                <c:pt idx="6223">
                  <c:v>36971</c:v>
                </c:pt>
                <c:pt idx="6224">
                  <c:v>36970</c:v>
                </c:pt>
                <c:pt idx="6225">
                  <c:v>36969</c:v>
                </c:pt>
                <c:pt idx="6226">
                  <c:v>36966</c:v>
                </c:pt>
                <c:pt idx="6227">
                  <c:v>36965</c:v>
                </c:pt>
                <c:pt idx="6228">
                  <c:v>36964</c:v>
                </c:pt>
                <c:pt idx="6229">
                  <c:v>36963</c:v>
                </c:pt>
                <c:pt idx="6230">
                  <c:v>36962</c:v>
                </c:pt>
                <c:pt idx="6231">
                  <c:v>36959</c:v>
                </c:pt>
                <c:pt idx="6232">
                  <c:v>36958</c:v>
                </c:pt>
                <c:pt idx="6233">
                  <c:v>36957</c:v>
                </c:pt>
                <c:pt idx="6234">
                  <c:v>36956</c:v>
                </c:pt>
                <c:pt idx="6235">
                  <c:v>36955</c:v>
                </c:pt>
                <c:pt idx="6236">
                  <c:v>36952</c:v>
                </c:pt>
                <c:pt idx="6237">
                  <c:v>36951</c:v>
                </c:pt>
                <c:pt idx="6238">
                  <c:v>36950</c:v>
                </c:pt>
                <c:pt idx="6239">
                  <c:v>36949</c:v>
                </c:pt>
                <c:pt idx="6240">
                  <c:v>36948</c:v>
                </c:pt>
                <c:pt idx="6241">
                  <c:v>36945</c:v>
                </c:pt>
                <c:pt idx="6242">
                  <c:v>36944</c:v>
                </c:pt>
                <c:pt idx="6243">
                  <c:v>36943</c:v>
                </c:pt>
                <c:pt idx="6244">
                  <c:v>36942</c:v>
                </c:pt>
                <c:pt idx="6245">
                  <c:v>36941</c:v>
                </c:pt>
                <c:pt idx="6246">
                  <c:v>36938</c:v>
                </c:pt>
                <c:pt idx="6247">
                  <c:v>36937</c:v>
                </c:pt>
                <c:pt idx="6248">
                  <c:v>36936</c:v>
                </c:pt>
                <c:pt idx="6249">
                  <c:v>36935</c:v>
                </c:pt>
                <c:pt idx="6250">
                  <c:v>36934</c:v>
                </c:pt>
                <c:pt idx="6251">
                  <c:v>36931</c:v>
                </c:pt>
                <c:pt idx="6252">
                  <c:v>36930</c:v>
                </c:pt>
                <c:pt idx="6253">
                  <c:v>36929</c:v>
                </c:pt>
                <c:pt idx="6254">
                  <c:v>36928</c:v>
                </c:pt>
                <c:pt idx="6255">
                  <c:v>36927</c:v>
                </c:pt>
                <c:pt idx="6256">
                  <c:v>36924</c:v>
                </c:pt>
                <c:pt idx="6257">
                  <c:v>36923</c:v>
                </c:pt>
                <c:pt idx="6258">
                  <c:v>36922</c:v>
                </c:pt>
                <c:pt idx="6259">
                  <c:v>36921</c:v>
                </c:pt>
                <c:pt idx="6260">
                  <c:v>36920</c:v>
                </c:pt>
                <c:pt idx="6261">
                  <c:v>36914</c:v>
                </c:pt>
                <c:pt idx="6262">
                  <c:v>36913</c:v>
                </c:pt>
                <c:pt idx="6263">
                  <c:v>36910</c:v>
                </c:pt>
                <c:pt idx="6264">
                  <c:v>36909</c:v>
                </c:pt>
                <c:pt idx="6265">
                  <c:v>36908</c:v>
                </c:pt>
                <c:pt idx="6266">
                  <c:v>36907</c:v>
                </c:pt>
                <c:pt idx="6267">
                  <c:v>36906</c:v>
                </c:pt>
                <c:pt idx="6268">
                  <c:v>36903</c:v>
                </c:pt>
                <c:pt idx="6269">
                  <c:v>36902</c:v>
                </c:pt>
                <c:pt idx="6270">
                  <c:v>36901</c:v>
                </c:pt>
                <c:pt idx="6271">
                  <c:v>36900</c:v>
                </c:pt>
                <c:pt idx="6272">
                  <c:v>36899</c:v>
                </c:pt>
                <c:pt idx="6273">
                  <c:v>36896</c:v>
                </c:pt>
                <c:pt idx="6274">
                  <c:v>36895</c:v>
                </c:pt>
                <c:pt idx="6275">
                  <c:v>36894</c:v>
                </c:pt>
                <c:pt idx="6276">
                  <c:v>36893</c:v>
                </c:pt>
                <c:pt idx="6277">
                  <c:v>36889</c:v>
                </c:pt>
                <c:pt idx="6278">
                  <c:v>36888</c:v>
                </c:pt>
                <c:pt idx="6279">
                  <c:v>36887</c:v>
                </c:pt>
                <c:pt idx="6280">
                  <c:v>36882</c:v>
                </c:pt>
                <c:pt idx="6281">
                  <c:v>36881</c:v>
                </c:pt>
                <c:pt idx="6282">
                  <c:v>36880</c:v>
                </c:pt>
                <c:pt idx="6283">
                  <c:v>36879</c:v>
                </c:pt>
                <c:pt idx="6284">
                  <c:v>36878</c:v>
                </c:pt>
                <c:pt idx="6285">
                  <c:v>36875</c:v>
                </c:pt>
                <c:pt idx="6286">
                  <c:v>36874</c:v>
                </c:pt>
                <c:pt idx="6287">
                  <c:v>36873</c:v>
                </c:pt>
                <c:pt idx="6288">
                  <c:v>36872</c:v>
                </c:pt>
                <c:pt idx="6289">
                  <c:v>36871</c:v>
                </c:pt>
                <c:pt idx="6290">
                  <c:v>36868</c:v>
                </c:pt>
                <c:pt idx="6291">
                  <c:v>36867</c:v>
                </c:pt>
                <c:pt idx="6292">
                  <c:v>36866</c:v>
                </c:pt>
                <c:pt idx="6293">
                  <c:v>36865</c:v>
                </c:pt>
                <c:pt idx="6294">
                  <c:v>36864</c:v>
                </c:pt>
                <c:pt idx="6295">
                  <c:v>36861</c:v>
                </c:pt>
                <c:pt idx="6296">
                  <c:v>36860</c:v>
                </c:pt>
                <c:pt idx="6297">
                  <c:v>36859</c:v>
                </c:pt>
                <c:pt idx="6298">
                  <c:v>36858</c:v>
                </c:pt>
                <c:pt idx="6299">
                  <c:v>36857</c:v>
                </c:pt>
                <c:pt idx="6300">
                  <c:v>36854</c:v>
                </c:pt>
                <c:pt idx="6301">
                  <c:v>36853</c:v>
                </c:pt>
                <c:pt idx="6302">
                  <c:v>36852</c:v>
                </c:pt>
                <c:pt idx="6303">
                  <c:v>36851</c:v>
                </c:pt>
                <c:pt idx="6304">
                  <c:v>36850</c:v>
                </c:pt>
                <c:pt idx="6305">
                  <c:v>36847</c:v>
                </c:pt>
                <c:pt idx="6306">
                  <c:v>36846</c:v>
                </c:pt>
                <c:pt idx="6307">
                  <c:v>36845</c:v>
                </c:pt>
                <c:pt idx="6308">
                  <c:v>36844</c:v>
                </c:pt>
                <c:pt idx="6309">
                  <c:v>36843</c:v>
                </c:pt>
                <c:pt idx="6310">
                  <c:v>36840</c:v>
                </c:pt>
                <c:pt idx="6311">
                  <c:v>36839</c:v>
                </c:pt>
                <c:pt idx="6312">
                  <c:v>36838</c:v>
                </c:pt>
                <c:pt idx="6313">
                  <c:v>36837</c:v>
                </c:pt>
                <c:pt idx="6314">
                  <c:v>36836</c:v>
                </c:pt>
                <c:pt idx="6315">
                  <c:v>36833</c:v>
                </c:pt>
                <c:pt idx="6316">
                  <c:v>36832</c:v>
                </c:pt>
                <c:pt idx="6317">
                  <c:v>36831</c:v>
                </c:pt>
                <c:pt idx="6318">
                  <c:v>36830</c:v>
                </c:pt>
                <c:pt idx="6319">
                  <c:v>36829</c:v>
                </c:pt>
                <c:pt idx="6320">
                  <c:v>36826</c:v>
                </c:pt>
                <c:pt idx="6321">
                  <c:v>36825</c:v>
                </c:pt>
                <c:pt idx="6322">
                  <c:v>36824</c:v>
                </c:pt>
                <c:pt idx="6323">
                  <c:v>36823</c:v>
                </c:pt>
                <c:pt idx="6324">
                  <c:v>36822</c:v>
                </c:pt>
                <c:pt idx="6325">
                  <c:v>36819</c:v>
                </c:pt>
                <c:pt idx="6326">
                  <c:v>36818</c:v>
                </c:pt>
                <c:pt idx="6327">
                  <c:v>36817</c:v>
                </c:pt>
                <c:pt idx="6328">
                  <c:v>36816</c:v>
                </c:pt>
                <c:pt idx="6329">
                  <c:v>36815</c:v>
                </c:pt>
                <c:pt idx="6330">
                  <c:v>36812</c:v>
                </c:pt>
                <c:pt idx="6331">
                  <c:v>36811</c:v>
                </c:pt>
                <c:pt idx="6332">
                  <c:v>36810</c:v>
                </c:pt>
                <c:pt idx="6333">
                  <c:v>36809</c:v>
                </c:pt>
                <c:pt idx="6334">
                  <c:v>36808</c:v>
                </c:pt>
                <c:pt idx="6335">
                  <c:v>36804</c:v>
                </c:pt>
                <c:pt idx="6336">
                  <c:v>36803</c:v>
                </c:pt>
                <c:pt idx="6337">
                  <c:v>36802</c:v>
                </c:pt>
                <c:pt idx="6338">
                  <c:v>36798</c:v>
                </c:pt>
                <c:pt idx="6339">
                  <c:v>36797</c:v>
                </c:pt>
                <c:pt idx="6340">
                  <c:v>36796</c:v>
                </c:pt>
                <c:pt idx="6341">
                  <c:v>36795</c:v>
                </c:pt>
                <c:pt idx="6342">
                  <c:v>36794</c:v>
                </c:pt>
                <c:pt idx="6343">
                  <c:v>36791</c:v>
                </c:pt>
                <c:pt idx="6344">
                  <c:v>36790</c:v>
                </c:pt>
                <c:pt idx="6345">
                  <c:v>36789</c:v>
                </c:pt>
                <c:pt idx="6346">
                  <c:v>36788</c:v>
                </c:pt>
                <c:pt idx="6347">
                  <c:v>36787</c:v>
                </c:pt>
                <c:pt idx="6348">
                  <c:v>36784</c:v>
                </c:pt>
                <c:pt idx="6349">
                  <c:v>36783</c:v>
                </c:pt>
                <c:pt idx="6350">
                  <c:v>36781</c:v>
                </c:pt>
                <c:pt idx="6351">
                  <c:v>36780</c:v>
                </c:pt>
                <c:pt idx="6352">
                  <c:v>36777</c:v>
                </c:pt>
                <c:pt idx="6353">
                  <c:v>36776</c:v>
                </c:pt>
                <c:pt idx="6354">
                  <c:v>36775</c:v>
                </c:pt>
                <c:pt idx="6355">
                  <c:v>36774</c:v>
                </c:pt>
                <c:pt idx="6356">
                  <c:v>36773</c:v>
                </c:pt>
                <c:pt idx="6357">
                  <c:v>36770</c:v>
                </c:pt>
                <c:pt idx="6358">
                  <c:v>36769</c:v>
                </c:pt>
                <c:pt idx="6359">
                  <c:v>36768</c:v>
                </c:pt>
                <c:pt idx="6360">
                  <c:v>36767</c:v>
                </c:pt>
                <c:pt idx="6361">
                  <c:v>36766</c:v>
                </c:pt>
                <c:pt idx="6362">
                  <c:v>36763</c:v>
                </c:pt>
                <c:pt idx="6363">
                  <c:v>36762</c:v>
                </c:pt>
                <c:pt idx="6364">
                  <c:v>36761</c:v>
                </c:pt>
                <c:pt idx="6365">
                  <c:v>36760</c:v>
                </c:pt>
                <c:pt idx="6366">
                  <c:v>36759</c:v>
                </c:pt>
                <c:pt idx="6367">
                  <c:v>36756</c:v>
                </c:pt>
                <c:pt idx="6368">
                  <c:v>36755</c:v>
                </c:pt>
                <c:pt idx="6369">
                  <c:v>36754</c:v>
                </c:pt>
                <c:pt idx="6370">
                  <c:v>36753</c:v>
                </c:pt>
                <c:pt idx="6371">
                  <c:v>36752</c:v>
                </c:pt>
                <c:pt idx="6372">
                  <c:v>36749</c:v>
                </c:pt>
                <c:pt idx="6373">
                  <c:v>36748</c:v>
                </c:pt>
                <c:pt idx="6374">
                  <c:v>36747</c:v>
                </c:pt>
                <c:pt idx="6375">
                  <c:v>36746</c:v>
                </c:pt>
                <c:pt idx="6376">
                  <c:v>36745</c:v>
                </c:pt>
                <c:pt idx="6377">
                  <c:v>36742</c:v>
                </c:pt>
                <c:pt idx="6378">
                  <c:v>36741</c:v>
                </c:pt>
                <c:pt idx="6379">
                  <c:v>36740</c:v>
                </c:pt>
                <c:pt idx="6380">
                  <c:v>36739</c:v>
                </c:pt>
                <c:pt idx="6381">
                  <c:v>36738</c:v>
                </c:pt>
                <c:pt idx="6382">
                  <c:v>36735</c:v>
                </c:pt>
                <c:pt idx="6383">
                  <c:v>36734</c:v>
                </c:pt>
                <c:pt idx="6384">
                  <c:v>36733</c:v>
                </c:pt>
                <c:pt idx="6385">
                  <c:v>36732</c:v>
                </c:pt>
                <c:pt idx="6386">
                  <c:v>36731</c:v>
                </c:pt>
                <c:pt idx="6387">
                  <c:v>36728</c:v>
                </c:pt>
                <c:pt idx="6388">
                  <c:v>36727</c:v>
                </c:pt>
                <c:pt idx="6389">
                  <c:v>36726</c:v>
                </c:pt>
                <c:pt idx="6390">
                  <c:v>36725</c:v>
                </c:pt>
                <c:pt idx="6391">
                  <c:v>36724</c:v>
                </c:pt>
                <c:pt idx="6392">
                  <c:v>36721</c:v>
                </c:pt>
                <c:pt idx="6393">
                  <c:v>36720</c:v>
                </c:pt>
                <c:pt idx="6394">
                  <c:v>36719</c:v>
                </c:pt>
                <c:pt idx="6395">
                  <c:v>36718</c:v>
                </c:pt>
                <c:pt idx="6396">
                  <c:v>36717</c:v>
                </c:pt>
                <c:pt idx="6397">
                  <c:v>36714</c:v>
                </c:pt>
                <c:pt idx="6398">
                  <c:v>36713</c:v>
                </c:pt>
                <c:pt idx="6399">
                  <c:v>36712</c:v>
                </c:pt>
                <c:pt idx="6400">
                  <c:v>36711</c:v>
                </c:pt>
                <c:pt idx="6401">
                  <c:v>36710</c:v>
                </c:pt>
                <c:pt idx="6402">
                  <c:v>36707</c:v>
                </c:pt>
                <c:pt idx="6403">
                  <c:v>36706</c:v>
                </c:pt>
                <c:pt idx="6404">
                  <c:v>36705</c:v>
                </c:pt>
                <c:pt idx="6405">
                  <c:v>36704</c:v>
                </c:pt>
                <c:pt idx="6406">
                  <c:v>36703</c:v>
                </c:pt>
                <c:pt idx="6407">
                  <c:v>36700</c:v>
                </c:pt>
                <c:pt idx="6408">
                  <c:v>36699</c:v>
                </c:pt>
                <c:pt idx="6409">
                  <c:v>36698</c:v>
                </c:pt>
                <c:pt idx="6410">
                  <c:v>36697</c:v>
                </c:pt>
                <c:pt idx="6411">
                  <c:v>36696</c:v>
                </c:pt>
                <c:pt idx="6412">
                  <c:v>36693</c:v>
                </c:pt>
                <c:pt idx="6413">
                  <c:v>36692</c:v>
                </c:pt>
                <c:pt idx="6414">
                  <c:v>36691</c:v>
                </c:pt>
                <c:pt idx="6415">
                  <c:v>36690</c:v>
                </c:pt>
                <c:pt idx="6416">
                  <c:v>36689</c:v>
                </c:pt>
                <c:pt idx="6417">
                  <c:v>36686</c:v>
                </c:pt>
                <c:pt idx="6418">
                  <c:v>36685</c:v>
                </c:pt>
                <c:pt idx="6419">
                  <c:v>36684</c:v>
                </c:pt>
                <c:pt idx="6420">
                  <c:v>36682</c:v>
                </c:pt>
                <c:pt idx="6421">
                  <c:v>36679</c:v>
                </c:pt>
                <c:pt idx="6422">
                  <c:v>36678</c:v>
                </c:pt>
                <c:pt idx="6423">
                  <c:v>36677</c:v>
                </c:pt>
                <c:pt idx="6424">
                  <c:v>36676</c:v>
                </c:pt>
                <c:pt idx="6425">
                  <c:v>36675</c:v>
                </c:pt>
                <c:pt idx="6426">
                  <c:v>36672</c:v>
                </c:pt>
                <c:pt idx="6427">
                  <c:v>36671</c:v>
                </c:pt>
                <c:pt idx="6428">
                  <c:v>36670</c:v>
                </c:pt>
                <c:pt idx="6429">
                  <c:v>36669</c:v>
                </c:pt>
                <c:pt idx="6430">
                  <c:v>36668</c:v>
                </c:pt>
                <c:pt idx="6431">
                  <c:v>36665</c:v>
                </c:pt>
                <c:pt idx="6432">
                  <c:v>36664</c:v>
                </c:pt>
                <c:pt idx="6433">
                  <c:v>36663</c:v>
                </c:pt>
                <c:pt idx="6434">
                  <c:v>36662</c:v>
                </c:pt>
                <c:pt idx="6435">
                  <c:v>36661</c:v>
                </c:pt>
                <c:pt idx="6436">
                  <c:v>36658</c:v>
                </c:pt>
                <c:pt idx="6437">
                  <c:v>36656</c:v>
                </c:pt>
                <c:pt idx="6438">
                  <c:v>36655</c:v>
                </c:pt>
                <c:pt idx="6439">
                  <c:v>36654</c:v>
                </c:pt>
                <c:pt idx="6440">
                  <c:v>36651</c:v>
                </c:pt>
                <c:pt idx="6441">
                  <c:v>36650</c:v>
                </c:pt>
                <c:pt idx="6442">
                  <c:v>36649</c:v>
                </c:pt>
                <c:pt idx="6443">
                  <c:v>36648</c:v>
                </c:pt>
                <c:pt idx="6444">
                  <c:v>36644</c:v>
                </c:pt>
                <c:pt idx="6445">
                  <c:v>36643</c:v>
                </c:pt>
              </c:numCache>
            </c:numRef>
          </c:cat>
          <c:val>
            <c:numRef>
              <c:f>'图1 恒生指数eps (3)'!$L$10:$L$6455</c:f>
              <c:numCache>
                <c:formatCode>_ * #,##0_ ;_ * \-#,##0_ ;_ * "-"??_ ;_ @_ </c:formatCode>
                <c:ptCount val="6446"/>
                <c:pt idx="0">
                  <c:v>2046.9356773860025</c:v>
                </c:pt>
                <c:pt idx="1">
                  <c:v>2048.6767300578463</c:v>
                </c:pt>
                <c:pt idx="2">
                  <c:v>2046.3940899548309</c:v>
                </c:pt>
                <c:pt idx="3">
                  <c:v>2044.6208738058285</c:v>
                </c:pt>
                <c:pt idx="4">
                  <c:v>2042.7236469392953</c:v>
                </c:pt>
                <c:pt idx="5">
                  <c:v>2052.5393490711981</c:v>
                </c:pt>
                <c:pt idx="6">
                  <c:v>2047.8226423916515</c:v>
                </c:pt>
                <c:pt idx="7">
                  <c:v>2043.2567594549409</c:v>
                </c:pt>
                <c:pt idx="8">
                  <c:v>2048.5252054287344</c:v>
                </c:pt>
                <c:pt idx="9">
                  <c:v>2046.5900538407466</c:v>
                </c:pt>
                <c:pt idx="10">
                  <c:v>2049.1375687208956</c:v>
                </c:pt>
                <c:pt idx="11">
                  <c:v>2049.6938837667544</c:v>
                </c:pt>
                <c:pt idx="12">
                  <c:v>2049.0879059630838</c:v>
                </c:pt>
                <c:pt idx="13">
                  <c:v>2050.0569268082427</c:v>
                </c:pt>
                <c:pt idx="14">
                  <c:v>2065.0531896980956</c:v>
                </c:pt>
                <c:pt idx="15">
                  <c:v>2070.0016610287757</c:v>
                </c:pt>
                <c:pt idx="16">
                  <c:v>2065.5784738414113</c:v>
                </c:pt>
                <c:pt idx="17">
                  <c:v>2071.0864430920642</c:v>
                </c:pt>
                <c:pt idx="18">
                  <c:v>2070.666924465143</c:v>
                </c:pt>
                <c:pt idx="19">
                  <c:v>2083.3415342073818</c:v>
                </c:pt>
                <c:pt idx="20">
                  <c:v>2088.5807386562997</c:v>
                </c:pt>
                <c:pt idx="21">
                  <c:v>2097.1071239047828</c:v>
                </c:pt>
                <c:pt idx="22">
                  <c:v>2106.7424928875876</c:v>
                </c:pt>
                <c:pt idx="23">
                  <c:v>2107.6136730148141</c:v>
                </c:pt>
                <c:pt idx="24">
                  <c:v>2104.1459496837779</c:v>
                </c:pt>
                <c:pt idx="25">
                  <c:v>2102.7748942653361</c:v>
                </c:pt>
                <c:pt idx="26">
                  <c:v>2104.4008784788321</c:v>
                </c:pt>
                <c:pt idx="27">
                  <c:v>2102.1795102510464</c:v>
                </c:pt>
                <c:pt idx="28">
                  <c:v>2109.8819621357507</c:v>
                </c:pt>
                <c:pt idx="29">
                  <c:v>2112.6781473638625</c:v>
                </c:pt>
                <c:pt idx="30">
                  <c:v>2113.1037938291743</c:v>
                </c:pt>
                <c:pt idx="31">
                  <c:v>2094.8115084321594</c:v>
                </c:pt>
                <c:pt idx="32">
                  <c:v>2101.7525315224034</c:v>
                </c:pt>
                <c:pt idx="33">
                  <c:v>2103.4028265835273</c:v>
                </c:pt>
                <c:pt idx="34">
                  <c:v>2103.3477498650736</c:v>
                </c:pt>
                <c:pt idx="35">
                  <c:v>2087.9654801357919</c:v>
                </c:pt>
                <c:pt idx="36">
                  <c:v>2086.1245885512067</c:v>
                </c:pt>
                <c:pt idx="37">
                  <c:v>2093.8347138074037</c:v>
                </c:pt>
                <c:pt idx="38">
                  <c:v>2085.8847638368088</c:v>
                </c:pt>
                <c:pt idx="39">
                  <c:v>2083.3969638562066</c:v>
                </c:pt>
                <c:pt idx="40">
                  <c:v>2060.8948667729851</c:v>
                </c:pt>
                <c:pt idx="41">
                  <c:v>2052.8664656869801</c:v>
                </c:pt>
                <c:pt idx="42">
                  <c:v>2040.2639887998116</c:v>
                </c:pt>
                <c:pt idx="43">
                  <c:v>2036.4779209053233</c:v>
                </c:pt>
                <c:pt idx="44">
                  <c:v>2047.1217211072994</c:v>
                </c:pt>
                <c:pt idx="45">
                  <c:v>2042.1010015598388</c:v>
                </c:pt>
                <c:pt idx="46">
                  <c:v>2049.7861334225972</c:v>
                </c:pt>
                <c:pt idx="47">
                  <c:v>2048.8177411486649</c:v>
                </c:pt>
                <c:pt idx="48">
                  <c:v>2048.8778578199654</c:v>
                </c:pt>
                <c:pt idx="49">
                  <c:v>2053.2329650553847</c:v>
                </c:pt>
                <c:pt idx="50">
                  <c:v>2045.4529311324338</c:v>
                </c:pt>
                <c:pt idx="51">
                  <c:v>2040.5269468285376</c:v>
                </c:pt>
                <c:pt idx="52">
                  <c:v>2045.5619079212743</c:v>
                </c:pt>
                <c:pt idx="53">
                  <c:v>2051.7551525074241</c:v>
                </c:pt>
                <c:pt idx="54">
                  <c:v>2056.3562364168984</c:v>
                </c:pt>
                <c:pt idx="55">
                  <c:v>2040.998740312913</c:v>
                </c:pt>
                <c:pt idx="56">
                  <c:v>2046.8731385087428</c:v>
                </c:pt>
                <c:pt idx="57">
                  <c:v>2041.2849455293444</c:v>
                </c:pt>
                <c:pt idx="58">
                  <c:v>2039.166385319244</c:v>
                </c:pt>
                <c:pt idx="59">
                  <c:v>2039.2852854362645</c:v>
                </c:pt>
                <c:pt idx="60">
                  <c:v>2037.9300683434385</c:v>
                </c:pt>
                <c:pt idx="61">
                  <c:v>2061.3249368256984</c:v>
                </c:pt>
                <c:pt idx="62">
                  <c:v>2055.733703089787</c:v>
                </c:pt>
                <c:pt idx="63">
                  <c:v>2042.2368066085505</c:v>
                </c:pt>
                <c:pt idx="64">
                  <c:v>2041.9682580283518</c:v>
                </c:pt>
                <c:pt idx="65">
                  <c:v>2059.2717898353858</c:v>
                </c:pt>
                <c:pt idx="66">
                  <c:v>2079.3554019183971</c:v>
                </c:pt>
                <c:pt idx="67">
                  <c:v>2068.0273826888983</c:v>
                </c:pt>
                <c:pt idx="68">
                  <c:v>2061.4443703550041</c:v>
                </c:pt>
                <c:pt idx="69">
                  <c:v>2066.0067790567368</c:v>
                </c:pt>
                <c:pt idx="70">
                  <c:v>2074.06599526947</c:v>
                </c:pt>
                <c:pt idx="71">
                  <c:v>2092.0007467499699</c:v>
                </c:pt>
                <c:pt idx="72">
                  <c:v>2106.194554396036</c:v>
                </c:pt>
                <c:pt idx="73">
                  <c:v>2102.9837676975294</c:v>
                </c:pt>
                <c:pt idx="74">
                  <c:v>2196.0158495300334</c:v>
                </c:pt>
                <c:pt idx="75">
                  <c:v>2193.5963470537531</c:v>
                </c:pt>
                <c:pt idx="76">
                  <c:v>2195.0916154377728</c:v>
                </c:pt>
                <c:pt idx="77">
                  <c:v>2199.3923585320645</c:v>
                </c:pt>
                <c:pt idx="78">
                  <c:v>2208.2185769514226</c:v>
                </c:pt>
                <c:pt idx="79">
                  <c:v>2223.027923680896</c:v>
                </c:pt>
                <c:pt idx="80">
                  <c:v>2219.7464299718563</c:v>
                </c:pt>
                <c:pt idx="81">
                  <c:v>2215.1002461607331</c:v>
                </c:pt>
                <c:pt idx="82">
                  <c:v>2190.3063630986808</c:v>
                </c:pt>
                <c:pt idx="83">
                  <c:v>2189.6403145532136</c:v>
                </c:pt>
                <c:pt idx="84">
                  <c:v>2185.4681347448923</c:v>
                </c:pt>
                <c:pt idx="85">
                  <c:v>2190.9151078088412</c:v>
                </c:pt>
                <c:pt idx="86">
                  <c:v>2193.7986024274001</c:v>
                </c:pt>
                <c:pt idx="87">
                  <c:v>2192.3134698776935</c:v>
                </c:pt>
                <c:pt idx="88">
                  <c:v>2198.6001883925292</c:v>
                </c:pt>
                <c:pt idx="89">
                  <c:v>2198.5369692389463</c:v>
                </c:pt>
                <c:pt idx="90">
                  <c:v>2197.9019539947212</c:v>
                </c:pt>
                <c:pt idx="91">
                  <c:v>2192.6995584702536</c:v>
                </c:pt>
                <c:pt idx="92">
                  <c:v>2201.5247120621398</c:v>
                </c:pt>
                <c:pt idx="93">
                  <c:v>2201.1953879654552</c:v>
                </c:pt>
                <c:pt idx="94">
                  <c:v>2201.5562978471403</c:v>
                </c:pt>
                <c:pt idx="95">
                  <c:v>2196.897816829955</c:v>
                </c:pt>
                <c:pt idx="96">
                  <c:v>2195.975554567925</c:v>
                </c:pt>
                <c:pt idx="97">
                  <c:v>2193.8510387557558</c:v>
                </c:pt>
                <c:pt idx="98">
                  <c:v>2195.6247511773067</c:v>
                </c:pt>
                <c:pt idx="99">
                  <c:v>2198.1694451120475</c:v>
                </c:pt>
                <c:pt idx="100">
                  <c:v>2194.7946428698788</c:v>
                </c:pt>
                <c:pt idx="101">
                  <c:v>2203.437387683894</c:v>
                </c:pt>
                <c:pt idx="102">
                  <c:v>2197.8261228890415</c:v>
                </c:pt>
                <c:pt idx="103">
                  <c:v>2194.917543089985</c:v>
                </c:pt>
                <c:pt idx="104">
                  <c:v>2194.9459083329916</c:v>
                </c:pt>
                <c:pt idx="105">
                  <c:v>2196.1622175427001</c:v>
                </c:pt>
                <c:pt idx="106">
                  <c:v>2199.5771483680614</c:v>
                </c:pt>
                <c:pt idx="107">
                  <c:v>2197.9182257248685</c:v>
                </c:pt>
                <c:pt idx="108">
                  <c:v>2189.6235342702248</c:v>
                </c:pt>
                <c:pt idx="109">
                  <c:v>2188.8708328087796</c:v>
                </c:pt>
                <c:pt idx="110">
                  <c:v>2189.7100179345648</c:v>
                </c:pt>
                <c:pt idx="111">
                  <c:v>2187.3312739049775</c:v>
                </c:pt>
                <c:pt idx="112">
                  <c:v>2187.0921174151617</c:v>
                </c:pt>
                <c:pt idx="113">
                  <c:v>2190.2378213748275</c:v>
                </c:pt>
                <c:pt idx="114">
                  <c:v>2189.8837758629197</c:v>
                </c:pt>
                <c:pt idx="115">
                  <c:v>2187.8365722017543</c:v>
                </c:pt>
                <c:pt idx="116">
                  <c:v>2178.7317989575686</c:v>
                </c:pt>
                <c:pt idx="117">
                  <c:v>2178.504465538856</c:v>
                </c:pt>
                <c:pt idx="118">
                  <c:v>2180.6451377761991</c:v>
                </c:pt>
                <c:pt idx="119">
                  <c:v>2183.1895929757147</c:v>
                </c:pt>
                <c:pt idx="120">
                  <c:v>2186.2106689746697</c:v>
                </c:pt>
                <c:pt idx="121">
                  <c:v>2183.990000912348</c:v>
                </c:pt>
                <c:pt idx="122">
                  <c:v>2181.4698325931713</c:v>
                </c:pt>
                <c:pt idx="123">
                  <c:v>2180.6193621869206</c:v>
                </c:pt>
                <c:pt idx="124">
                  <c:v>2179.3460381404529</c:v>
                </c:pt>
                <c:pt idx="125">
                  <c:v>2181.3305550257273</c:v>
                </c:pt>
                <c:pt idx="126">
                  <c:v>2179.8448211482778</c:v>
                </c:pt>
                <c:pt idx="127">
                  <c:v>2178.7337138031698</c:v>
                </c:pt>
                <c:pt idx="128">
                  <c:v>2177.9270256465325</c:v>
                </c:pt>
                <c:pt idx="129">
                  <c:v>2175.5125147107474</c:v>
                </c:pt>
                <c:pt idx="130">
                  <c:v>2173.849961596854</c:v>
                </c:pt>
                <c:pt idx="131">
                  <c:v>2166.4776352508984</c:v>
                </c:pt>
                <c:pt idx="132">
                  <c:v>2167.2689202368288</c:v>
                </c:pt>
                <c:pt idx="133">
                  <c:v>2170.5369769259833</c:v>
                </c:pt>
                <c:pt idx="134">
                  <c:v>2173.0778012281244</c:v>
                </c:pt>
                <c:pt idx="135">
                  <c:v>2170.1470742093693</c:v>
                </c:pt>
                <c:pt idx="136">
                  <c:v>2170.2469756928849</c:v>
                </c:pt>
                <c:pt idx="137">
                  <c:v>2170.6502004796957</c:v>
                </c:pt>
                <c:pt idx="138">
                  <c:v>2174.6607054046171</c:v>
                </c:pt>
                <c:pt idx="139">
                  <c:v>2193.6210271710788</c:v>
                </c:pt>
                <c:pt idx="140">
                  <c:v>2190.4081182465593</c:v>
                </c:pt>
                <c:pt idx="141">
                  <c:v>2187.7787286158523</c:v>
                </c:pt>
                <c:pt idx="142">
                  <c:v>2201.6420075870365</c:v>
                </c:pt>
                <c:pt idx="143">
                  <c:v>2196.5022798861596</c:v>
                </c:pt>
                <c:pt idx="144">
                  <c:v>2199.3522435016735</c:v>
                </c:pt>
                <c:pt idx="145">
                  <c:v>2198.1660378822376</c:v>
                </c:pt>
                <c:pt idx="146">
                  <c:v>2205.4783720300743</c:v>
                </c:pt>
                <c:pt idx="147">
                  <c:v>2205.2321351092251</c:v>
                </c:pt>
                <c:pt idx="148">
                  <c:v>2204.945515615464</c:v>
                </c:pt>
                <c:pt idx="149">
                  <c:v>2209.3038526276223</c:v>
                </c:pt>
                <c:pt idx="150">
                  <c:v>2203.5120758849434</c:v>
                </c:pt>
                <c:pt idx="151">
                  <c:v>2207.3182776788713</c:v>
                </c:pt>
                <c:pt idx="152">
                  <c:v>2206.6507850110297</c:v>
                </c:pt>
                <c:pt idx="153">
                  <c:v>2210.9182208170851</c:v>
                </c:pt>
                <c:pt idx="154">
                  <c:v>2216.7085860218072</c:v>
                </c:pt>
                <c:pt idx="155">
                  <c:v>2215.7737759365173</c:v>
                </c:pt>
                <c:pt idx="156">
                  <c:v>2215.7108522760304</c:v>
                </c:pt>
                <c:pt idx="157">
                  <c:v>2223.612954691248</c:v>
                </c:pt>
                <c:pt idx="158">
                  <c:v>2222.2207940430776</c:v>
                </c:pt>
                <c:pt idx="159">
                  <c:v>2221.5479827718254</c:v>
                </c:pt>
                <c:pt idx="160">
                  <c:v>2185.748599557121</c:v>
                </c:pt>
                <c:pt idx="161">
                  <c:v>2173.3593926016651</c:v>
                </c:pt>
                <c:pt idx="162">
                  <c:v>2173.0587669332372</c:v>
                </c:pt>
                <c:pt idx="163">
                  <c:v>2175.1278122597309</c:v>
                </c:pt>
                <c:pt idx="164">
                  <c:v>2177.9190342381953</c:v>
                </c:pt>
                <c:pt idx="165">
                  <c:v>2180.7385357880376</c:v>
                </c:pt>
                <c:pt idx="166">
                  <c:v>2180.8178968221446</c:v>
                </c:pt>
                <c:pt idx="167">
                  <c:v>2177.8446772564303</c:v>
                </c:pt>
                <c:pt idx="168">
                  <c:v>2181.6650806191715</c:v>
                </c:pt>
                <c:pt idx="169">
                  <c:v>2188.9684403075148</c:v>
                </c:pt>
                <c:pt idx="170">
                  <c:v>2185.6643016128182</c:v>
                </c:pt>
                <c:pt idx="171">
                  <c:v>2192.7415279596057</c:v>
                </c:pt>
                <c:pt idx="172">
                  <c:v>2199.7138094834563</c:v>
                </c:pt>
                <c:pt idx="173">
                  <c:v>2203.5276877106348</c:v>
                </c:pt>
                <c:pt idx="174">
                  <c:v>2215.9005615506931</c:v>
                </c:pt>
                <c:pt idx="175">
                  <c:v>2217.0495284703079</c:v>
                </c:pt>
                <c:pt idx="176">
                  <c:v>2218.8275959166976</c:v>
                </c:pt>
                <c:pt idx="177">
                  <c:v>2218.9339980002728</c:v>
                </c:pt>
                <c:pt idx="178">
                  <c:v>2214.2889469424831</c:v>
                </c:pt>
                <c:pt idx="179">
                  <c:v>2208.4512091276797</c:v>
                </c:pt>
                <c:pt idx="180">
                  <c:v>2207.6127347492884</c:v>
                </c:pt>
                <c:pt idx="181">
                  <c:v>2216.3467879547356</c:v>
                </c:pt>
                <c:pt idx="182">
                  <c:v>2210.8638853240609</c:v>
                </c:pt>
                <c:pt idx="183">
                  <c:v>2207.1481166035001</c:v>
                </c:pt>
                <c:pt idx="184">
                  <c:v>2209.1892676322145</c:v>
                </c:pt>
                <c:pt idx="185">
                  <c:v>2204.724195371708</c:v>
                </c:pt>
                <c:pt idx="186">
                  <c:v>2206.6828978006733</c:v>
                </c:pt>
                <c:pt idx="187">
                  <c:v>2202.1761439089018</c:v>
                </c:pt>
                <c:pt idx="188">
                  <c:v>2197.9890154221157</c:v>
                </c:pt>
                <c:pt idx="189">
                  <c:v>2194.5532144159224</c:v>
                </c:pt>
                <c:pt idx="190">
                  <c:v>2192.3084777997997</c:v>
                </c:pt>
                <c:pt idx="191">
                  <c:v>2187.3303500129782</c:v>
                </c:pt>
                <c:pt idx="192">
                  <c:v>2189.0282814539664</c:v>
                </c:pt>
                <c:pt idx="193">
                  <c:v>2190.3319247291411</c:v>
                </c:pt>
                <c:pt idx="194">
                  <c:v>2186.9137168782977</c:v>
                </c:pt>
                <c:pt idx="195">
                  <c:v>2210.8551760679657</c:v>
                </c:pt>
                <c:pt idx="196">
                  <c:v>2211.6368734889861</c:v>
                </c:pt>
                <c:pt idx="197">
                  <c:v>2209.9258013200756</c:v>
                </c:pt>
                <c:pt idx="198">
                  <c:v>2211.1308382922025</c:v>
                </c:pt>
                <c:pt idx="199">
                  <c:v>2216.2123059074243</c:v>
                </c:pt>
                <c:pt idx="200">
                  <c:v>2208.0423452021591</c:v>
                </c:pt>
                <c:pt idx="201">
                  <c:v>2181.7786350588585</c:v>
                </c:pt>
                <c:pt idx="202">
                  <c:v>2187.7667917734016</c:v>
                </c:pt>
                <c:pt idx="203">
                  <c:v>2201.9427176674008</c:v>
                </c:pt>
                <c:pt idx="204">
                  <c:v>2199.1885752786984</c:v>
                </c:pt>
                <c:pt idx="205">
                  <c:v>2194.8721687663328</c:v>
                </c:pt>
                <c:pt idx="206">
                  <c:v>2190.0940383840848</c:v>
                </c:pt>
                <c:pt idx="207">
                  <c:v>2203.5760638422776</c:v>
                </c:pt>
                <c:pt idx="208">
                  <c:v>2200.9059012631083</c:v>
                </c:pt>
                <c:pt idx="209">
                  <c:v>2196.4345383761442</c:v>
                </c:pt>
                <c:pt idx="210">
                  <c:v>2193.3348933904999</c:v>
                </c:pt>
                <c:pt idx="211">
                  <c:v>2193.1351583668202</c:v>
                </c:pt>
                <c:pt idx="212">
                  <c:v>2207.5232045707062</c:v>
                </c:pt>
                <c:pt idx="213">
                  <c:v>2195.1367032967032</c:v>
                </c:pt>
                <c:pt idx="214">
                  <c:v>2197.569156494957</c:v>
                </c:pt>
                <c:pt idx="215">
                  <c:v>2193.8383204450838</c:v>
                </c:pt>
                <c:pt idx="216">
                  <c:v>2197.7331138340724</c:v>
                </c:pt>
                <c:pt idx="217">
                  <c:v>2196.6465494536028</c:v>
                </c:pt>
                <c:pt idx="218">
                  <c:v>2199.3262000590253</c:v>
                </c:pt>
                <c:pt idx="219">
                  <c:v>2201.2682329694953</c:v>
                </c:pt>
                <c:pt idx="220">
                  <c:v>2202.5532775481993</c:v>
                </c:pt>
                <c:pt idx="221">
                  <c:v>2199.7860635251086</c:v>
                </c:pt>
                <c:pt idx="222">
                  <c:v>2199.8575047961613</c:v>
                </c:pt>
                <c:pt idx="223">
                  <c:v>2221.3331607458258</c:v>
                </c:pt>
                <c:pt idx="224">
                  <c:v>2249.850803096896</c:v>
                </c:pt>
                <c:pt idx="225">
                  <c:v>2243.778253780541</c:v>
                </c:pt>
                <c:pt idx="226">
                  <c:v>2247.5639079268371</c:v>
                </c:pt>
                <c:pt idx="227">
                  <c:v>2246.3689674512057</c:v>
                </c:pt>
                <c:pt idx="228">
                  <c:v>2248.3295714864935</c:v>
                </c:pt>
                <c:pt idx="229">
                  <c:v>2248.8675622840919</c:v>
                </c:pt>
                <c:pt idx="230">
                  <c:v>2249.5160777128754</c:v>
                </c:pt>
                <c:pt idx="231">
                  <c:v>2248.6414842270415</c:v>
                </c:pt>
                <c:pt idx="232">
                  <c:v>2245.5039853988765</c:v>
                </c:pt>
                <c:pt idx="233">
                  <c:v>2248.1777948098002</c:v>
                </c:pt>
                <c:pt idx="234">
                  <c:v>2242.0239413157178</c:v>
                </c:pt>
                <c:pt idx="235">
                  <c:v>2246.1473586004836</c:v>
                </c:pt>
                <c:pt idx="236">
                  <c:v>2242.2263258821085</c:v>
                </c:pt>
                <c:pt idx="237">
                  <c:v>2247.8004027733464</c:v>
                </c:pt>
                <c:pt idx="238">
                  <c:v>2250.2673987056542</c:v>
                </c:pt>
                <c:pt idx="239">
                  <c:v>2245.0124197142168</c:v>
                </c:pt>
                <c:pt idx="240">
                  <c:v>2246.419816316723</c:v>
                </c:pt>
                <c:pt idx="241">
                  <c:v>2251.2101687295267</c:v>
                </c:pt>
                <c:pt idx="242">
                  <c:v>2249.9312752946844</c:v>
                </c:pt>
                <c:pt idx="243">
                  <c:v>2253.3890913200703</c:v>
                </c:pt>
                <c:pt idx="244">
                  <c:v>2251.7431726104842</c:v>
                </c:pt>
                <c:pt idx="245">
                  <c:v>2245.9674977801869</c:v>
                </c:pt>
                <c:pt idx="246">
                  <c:v>2247.4032397290107</c:v>
                </c:pt>
                <c:pt idx="247">
                  <c:v>2246.6263248061391</c:v>
                </c:pt>
                <c:pt idx="248">
                  <c:v>2246.5011648937079</c:v>
                </c:pt>
                <c:pt idx="249">
                  <c:v>2244.1398773692695</c:v>
                </c:pt>
                <c:pt idx="250">
                  <c:v>2244.3248787450184</c:v>
                </c:pt>
                <c:pt idx="251">
                  <c:v>2245.2880238327371</c:v>
                </c:pt>
                <c:pt idx="252">
                  <c:v>2248.483350406611</c:v>
                </c:pt>
                <c:pt idx="253">
                  <c:v>2255.0131047756472</c:v>
                </c:pt>
                <c:pt idx="254">
                  <c:v>2254.3553497291696</c:v>
                </c:pt>
                <c:pt idx="255">
                  <c:v>2259.750082590564</c:v>
                </c:pt>
                <c:pt idx="256">
                  <c:v>2266.6287523653787</c:v>
                </c:pt>
                <c:pt idx="257">
                  <c:v>2271.3093381177664</c:v>
                </c:pt>
                <c:pt idx="258">
                  <c:v>2246.2802078911059</c:v>
                </c:pt>
                <c:pt idx="259">
                  <c:v>2244.1981624592631</c:v>
                </c:pt>
                <c:pt idx="260">
                  <c:v>2246.2412721177475</c:v>
                </c:pt>
                <c:pt idx="261">
                  <c:v>2242.6407394958528</c:v>
                </c:pt>
                <c:pt idx="262">
                  <c:v>2242.2102123387881</c:v>
                </c:pt>
                <c:pt idx="263">
                  <c:v>2246.0132740153058</c:v>
                </c:pt>
                <c:pt idx="264">
                  <c:v>2244.9485741832182</c:v>
                </c:pt>
                <c:pt idx="265">
                  <c:v>2240.6877255503687</c:v>
                </c:pt>
                <c:pt idx="266">
                  <c:v>2232.6834276394175</c:v>
                </c:pt>
                <c:pt idx="267">
                  <c:v>2236.9545435148257</c:v>
                </c:pt>
                <c:pt idx="268">
                  <c:v>2234.5387715776446</c:v>
                </c:pt>
                <c:pt idx="269">
                  <c:v>2238.401639598349</c:v>
                </c:pt>
                <c:pt idx="270">
                  <c:v>2240.032490141788</c:v>
                </c:pt>
                <c:pt idx="271">
                  <c:v>2244.0295543804859</c:v>
                </c:pt>
                <c:pt idx="272">
                  <c:v>2244.0944203781637</c:v>
                </c:pt>
                <c:pt idx="273">
                  <c:v>2240.5576699423177</c:v>
                </c:pt>
                <c:pt idx="274">
                  <c:v>2240.3434692759129</c:v>
                </c:pt>
                <c:pt idx="275">
                  <c:v>2239.6922097129141</c:v>
                </c:pt>
                <c:pt idx="276">
                  <c:v>2230.2290519216808</c:v>
                </c:pt>
                <c:pt idx="277">
                  <c:v>2224.7299329251214</c:v>
                </c:pt>
                <c:pt idx="278">
                  <c:v>2229.4503323048934</c:v>
                </c:pt>
                <c:pt idx="279">
                  <c:v>2231.6956568619121</c:v>
                </c:pt>
                <c:pt idx="280">
                  <c:v>2230.0691301955735</c:v>
                </c:pt>
                <c:pt idx="281">
                  <c:v>2231.3225305393448</c:v>
                </c:pt>
                <c:pt idx="282">
                  <c:v>2230.3183639433532</c:v>
                </c:pt>
                <c:pt idx="283">
                  <c:v>2230.1513791264483</c:v>
                </c:pt>
                <c:pt idx="284">
                  <c:v>2225.5166225325634</c:v>
                </c:pt>
                <c:pt idx="285">
                  <c:v>2217.9781972742826</c:v>
                </c:pt>
                <c:pt idx="286">
                  <c:v>2226.0005028910905</c:v>
                </c:pt>
                <c:pt idx="287">
                  <c:v>2229.284053282347</c:v>
                </c:pt>
                <c:pt idx="288">
                  <c:v>2238.0421256192253</c:v>
                </c:pt>
                <c:pt idx="289">
                  <c:v>2240.3748399559372</c:v>
                </c:pt>
                <c:pt idx="290">
                  <c:v>2229.3317738987007</c:v>
                </c:pt>
                <c:pt idx="291">
                  <c:v>2228.4978341887963</c:v>
                </c:pt>
                <c:pt idx="292">
                  <c:v>2227.1676491605144</c:v>
                </c:pt>
                <c:pt idx="293">
                  <c:v>2233.929053773054</c:v>
                </c:pt>
                <c:pt idx="294">
                  <c:v>2235.1701622351134</c:v>
                </c:pt>
                <c:pt idx="295">
                  <c:v>2232.6149723797062</c:v>
                </c:pt>
                <c:pt idx="296">
                  <c:v>2236.7144287968904</c:v>
                </c:pt>
                <c:pt idx="297">
                  <c:v>2232.4604661207754</c:v>
                </c:pt>
                <c:pt idx="298">
                  <c:v>2226.2424932259387</c:v>
                </c:pt>
                <c:pt idx="299">
                  <c:v>2226.5228322610587</c:v>
                </c:pt>
                <c:pt idx="300">
                  <c:v>2242.5300005063527</c:v>
                </c:pt>
                <c:pt idx="301">
                  <c:v>2243.2425145955976</c:v>
                </c:pt>
                <c:pt idx="302">
                  <c:v>2244.7008703992719</c:v>
                </c:pt>
                <c:pt idx="303">
                  <c:v>2247.609019949718</c:v>
                </c:pt>
                <c:pt idx="304">
                  <c:v>2264.9713880750787</c:v>
                </c:pt>
                <c:pt idx="305">
                  <c:v>2279.9071729458219</c:v>
                </c:pt>
                <c:pt idx="306">
                  <c:v>2288.9787284813719</c:v>
                </c:pt>
                <c:pt idx="307">
                  <c:v>2308.066958797915</c:v>
                </c:pt>
                <c:pt idx="308">
                  <c:v>2315.3981259560205</c:v>
                </c:pt>
                <c:pt idx="309">
                  <c:v>2311.8688981845849</c:v>
                </c:pt>
                <c:pt idx="310">
                  <c:v>2315.6377486637407</c:v>
                </c:pt>
                <c:pt idx="311">
                  <c:v>2323.6812667444078</c:v>
                </c:pt>
                <c:pt idx="312">
                  <c:v>2301.0843937759309</c:v>
                </c:pt>
                <c:pt idx="313">
                  <c:v>2300.3229286157984</c:v>
                </c:pt>
                <c:pt idx="314">
                  <c:v>2295.8748944516719</c:v>
                </c:pt>
                <c:pt idx="315">
                  <c:v>2285.7832216458041</c:v>
                </c:pt>
                <c:pt idx="316">
                  <c:v>2283.4222379231778</c:v>
                </c:pt>
                <c:pt idx="317">
                  <c:v>2286.4583288763802</c:v>
                </c:pt>
                <c:pt idx="318">
                  <c:v>2291.1700175410665</c:v>
                </c:pt>
                <c:pt idx="319">
                  <c:v>2296.609667913749</c:v>
                </c:pt>
                <c:pt idx="320">
                  <c:v>2299.7452656211681</c:v>
                </c:pt>
                <c:pt idx="321">
                  <c:v>2286.2385429623814</c:v>
                </c:pt>
                <c:pt idx="322">
                  <c:v>2282.6496384824218</c:v>
                </c:pt>
                <c:pt idx="323">
                  <c:v>2284.4303968521522</c:v>
                </c:pt>
                <c:pt idx="324">
                  <c:v>2286.6319111822804</c:v>
                </c:pt>
                <c:pt idx="325">
                  <c:v>2296.8595495148465</c:v>
                </c:pt>
                <c:pt idx="326">
                  <c:v>2296.7308515327591</c:v>
                </c:pt>
                <c:pt idx="327">
                  <c:v>2283.4672621607347</c:v>
                </c:pt>
                <c:pt idx="328">
                  <c:v>2279.3649938991443</c:v>
                </c:pt>
                <c:pt idx="329">
                  <c:v>2273.1420914132741</c:v>
                </c:pt>
                <c:pt idx="330">
                  <c:v>2257.6979999999999</c:v>
                </c:pt>
                <c:pt idx="331">
                  <c:v>2240.5827563639364</c:v>
                </c:pt>
                <c:pt idx="332">
                  <c:v>2235.2069636603655</c:v>
                </c:pt>
                <c:pt idx="333">
                  <c:v>2225.7221669927294</c:v>
                </c:pt>
                <c:pt idx="334">
                  <c:v>2228.3624086432051</c:v>
                </c:pt>
                <c:pt idx="335">
                  <c:v>2223.4604309838105</c:v>
                </c:pt>
                <c:pt idx="336">
                  <c:v>2216.9175069129683</c:v>
                </c:pt>
                <c:pt idx="337">
                  <c:v>2218.1453043695597</c:v>
                </c:pt>
                <c:pt idx="338">
                  <c:v>2220.0425368500632</c:v>
                </c:pt>
                <c:pt idx="339">
                  <c:v>2214.8147335775548</c:v>
                </c:pt>
                <c:pt idx="340">
                  <c:v>2207.0866042617877</c:v>
                </c:pt>
                <c:pt idx="341">
                  <c:v>2206.106200388665</c:v>
                </c:pt>
                <c:pt idx="342">
                  <c:v>2202.0229350274612</c:v>
                </c:pt>
                <c:pt idx="343">
                  <c:v>2198.6275177420298</c:v>
                </c:pt>
                <c:pt idx="344">
                  <c:v>2198.4770551911165</c:v>
                </c:pt>
                <c:pt idx="345">
                  <c:v>2195.6246815914028</c:v>
                </c:pt>
                <c:pt idx="346">
                  <c:v>2199.8058574197476</c:v>
                </c:pt>
                <c:pt idx="347">
                  <c:v>2200.8356718735536</c:v>
                </c:pt>
                <c:pt idx="348">
                  <c:v>2206.2947518837163</c:v>
                </c:pt>
                <c:pt idx="349">
                  <c:v>2208.9041564694321</c:v>
                </c:pt>
                <c:pt idx="350">
                  <c:v>2203.4026688961817</c:v>
                </c:pt>
                <c:pt idx="351">
                  <c:v>2196.2857832222662</c:v>
                </c:pt>
                <c:pt idx="352">
                  <c:v>2189.1066592781194</c:v>
                </c:pt>
                <c:pt idx="353">
                  <c:v>2186.5796777172886</c:v>
                </c:pt>
                <c:pt idx="354">
                  <c:v>2188.3928584297655</c:v>
                </c:pt>
                <c:pt idx="355">
                  <c:v>2184.9115380128924</c:v>
                </c:pt>
                <c:pt idx="356">
                  <c:v>2191.5245262779272</c:v>
                </c:pt>
                <c:pt idx="357">
                  <c:v>2192.3193245553784</c:v>
                </c:pt>
                <c:pt idx="358">
                  <c:v>2193.084071878789</c:v>
                </c:pt>
                <c:pt idx="359">
                  <c:v>2196.3002479615666</c:v>
                </c:pt>
                <c:pt idx="360">
                  <c:v>2194.2925979183592</c:v>
                </c:pt>
                <c:pt idx="361">
                  <c:v>2194.9759423547416</c:v>
                </c:pt>
                <c:pt idx="362">
                  <c:v>2190.9830043914335</c:v>
                </c:pt>
                <c:pt idx="363">
                  <c:v>2186.0369639934015</c:v>
                </c:pt>
                <c:pt idx="364">
                  <c:v>2189.1468920314246</c:v>
                </c:pt>
                <c:pt idx="365">
                  <c:v>2188.7178394229018</c:v>
                </c:pt>
                <c:pt idx="366">
                  <c:v>2186.6408741755581</c:v>
                </c:pt>
                <c:pt idx="367">
                  <c:v>2186.3287344287187</c:v>
                </c:pt>
                <c:pt idx="368">
                  <c:v>2190.7264705309021</c:v>
                </c:pt>
                <c:pt idx="369">
                  <c:v>2191.8739759469649</c:v>
                </c:pt>
                <c:pt idx="370">
                  <c:v>2195.9486003463421</c:v>
                </c:pt>
                <c:pt idx="371">
                  <c:v>2196.0428628281848</c:v>
                </c:pt>
                <c:pt idx="372">
                  <c:v>2196.9602236219412</c:v>
                </c:pt>
                <c:pt idx="373">
                  <c:v>2204.3310237335422</c:v>
                </c:pt>
                <c:pt idx="374">
                  <c:v>2204.2285958213574</c:v>
                </c:pt>
                <c:pt idx="375">
                  <c:v>2204.6652332830035</c:v>
                </c:pt>
                <c:pt idx="376">
                  <c:v>2209.9096979349956</c:v>
                </c:pt>
                <c:pt idx="377">
                  <c:v>2204.6881211800992</c:v>
                </c:pt>
                <c:pt idx="378">
                  <c:v>2197.2338486301865</c:v>
                </c:pt>
                <c:pt idx="379">
                  <c:v>2195.9763468387764</c:v>
                </c:pt>
                <c:pt idx="380">
                  <c:v>2200.3299343264089</c:v>
                </c:pt>
                <c:pt idx="381">
                  <c:v>2205.8736927629761</c:v>
                </c:pt>
                <c:pt idx="382">
                  <c:v>2210.596072296752</c:v>
                </c:pt>
                <c:pt idx="383">
                  <c:v>2213.0628082626563</c:v>
                </c:pt>
                <c:pt idx="384">
                  <c:v>2207.7904959549755</c:v>
                </c:pt>
                <c:pt idx="385">
                  <c:v>2207.2365600332791</c:v>
                </c:pt>
                <c:pt idx="386">
                  <c:v>2199.5270384944765</c:v>
                </c:pt>
                <c:pt idx="387">
                  <c:v>2198.2817364803268</c:v>
                </c:pt>
                <c:pt idx="388">
                  <c:v>2199.2439691976265</c:v>
                </c:pt>
                <c:pt idx="389">
                  <c:v>2200.1716739350045</c:v>
                </c:pt>
                <c:pt idx="390">
                  <c:v>2198.2631278782633</c:v>
                </c:pt>
                <c:pt idx="391">
                  <c:v>2197.4018735566756</c:v>
                </c:pt>
                <c:pt idx="392">
                  <c:v>2194.4657201898349</c:v>
                </c:pt>
                <c:pt idx="393">
                  <c:v>2198.9676498879735</c:v>
                </c:pt>
                <c:pt idx="394">
                  <c:v>2190.7157278346954</c:v>
                </c:pt>
                <c:pt idx="395">
                  <c:v>2194.1217216467444</c:v>
                </c:pt>
                <c:pt idx="396">
                  <c:v>2180.5445160876616</c:v>
                </c:pt>
                <c:pt idx="397">
                  <c:v>2185.6100748074305</c:v>
                </c:pt>
                <c:pt idx="398">
                  <c:v>2184.1909150906167</c:v>
                </c:pt>
                <c:pt idx="399">
                  <c:v>2181.3670380955427</c:v>
                </c:pt>
                <c:pt idx="400">
                  <c:v>2180.6655496264243</c:v>
                </c:pt>
                <c:pt idx="401">
                  <c:v>2180.9788684207842</c:v>
                </c:pt>
                <c:pt idx="402">
                  <c:v>2179.7786455553014</c:v>
                </c:pt>
                <c:pt idx="403">
                  <c:v>2179.3325611316427</c:v>
                </c:pt>
                <c:pt idx="404">
                  <c:v>2182.8283117922088</c:v>
                </c:pt>
                <c:pt idx="405">
                  <c:v>2184.045564186094</c:v>
                </c:pt>
                <c:pt idx="406">
                  <c:v>2103.1972924474308</c:v>
                </c:pt>
                <c:pt idx="407">
                  <c:v>2093.1756556011942</c:v>
                </c:pt>
                <c:pt idx="408">
                  <c:v>2093.7928039045769</c:v>
                </c:pt>
                <c:pt idx="409">
                  <c:v>2087.0506504869882</c:v>
                </c:pt>
                <c:pt idx="410">
                  <c:v>2090.6494825764767</c:v>
                </c:pt>
                <c:pt idx="411">
                  <c:v>2085.7277314551338</c:v>
                </c:pt>
                <c:pt idx="412">
                  <c:v>2084.0459474309132</c:v>
                </c:pt>
                <c:pt idx="413">
                  <c:v>2060.9759412114213</c:v>
                </c:pt>
                <c:pt idx="414">
                  <c:v>2053.5187033563575</c:v>
                </c:pt>
                <c:pt idx="415">
                  <c:v>2050.9791015235569</c:v>
                </c:pt>
                <c:pt idx="416">
                  <c:v>2051.6362830765252</c:v>
                </c:pt>
                <c:pt idx="417">
                  <c:v>2055.3545633722661</c:v>
                </c:pt>
                <c:pt idx="418">
                  <c:v>2066.0672443686003</c:v>
                </c:pt>
                <c:pt idx="419">
                  <c:v>2066.3275613766587</c:v>
                </c:pt>
                <c:pt idx="420">
                  <c:v>2057.7992308187168</c:v>
                </c:pt>
                <c:pt idx="421">
                  <c:v>2063.493685557446</c:v>
                </c:pt>
                <c:pt idx="422">
                  <c:v>2066.5936520228165</c:v>
                </c:pt>
                <c:pt idx="423">
                  <c:v>2060.866562006785</c:v>
                </c:pt>
                <c:pt idx="424">
                  <c:v>2060.1729018640162</c:v>
                </c:pt>
                <c:pt idx="425">
                  <c:v>2056.6658028973393</c:v>
                </c:pt>
                <c:pt idx="426">
                  <c:v>2047.9929431280902</c:v>
                </c:pt>
                <c:pt idx="427">
                  <c:v>2031.8764527904946</c:v>
                </c:pt>
                <c:pt idx="428">
                  <c:v>2030.7331786903726</c:v>
                </c:pt>
                <c:pt idx="429">
                  <c:v>2035.868797876205</c:v>
                </c:pt>
                <c:pt idx="430">
                  <c:v>2041.1550873291123</c:v>
                </c:pt>
                <c:pt idx="431">
                  <c:v>2045.29686332805</c:v>
                </c:pt>
                <c:pt idx="432">
                  <c:v>2042.0768390729477</c:v>
                </c:pt>
                <c:pt idx="433">
                  <c:v>2035.8779084426956</c:v>
                </c:pt>
                <c:pt idx="434">
                  <c:v>2035.5559996465602</c:v>
                </c:pt>
                <c:pt idx="435">
                  <c:v>2034.7090486494119</c:v>
                </c:pt>
                <c:pt idx="436">
                  <c:v>2038.0397806006818</c:v>
                </c:pt>
                <c:pt idx="437">
                  <c:v>2032.7824354773554</c:v>
                </c:pt>
                <c:pt idx="438">
                  <c:v>2029.856381707848</c:v>
                </c:pt>
                <c:pt idx="439">
                  <c:v>2025.4117194095184</c:v>
                </c:pt>
                <c:pt idx="440">
                  <c:v>2017.1485288018362</c:v>
                </c:pt>
                <c:pt idx="441">
                  <c:v>2012.4663626392196</c:v>
                </c:pt>
                <c:pt idx="442">
                  <c:v>2006.0334898267299</c:v>
                </c:pt>
                <c:pt idx="443">
                  <c:v>2000.8333996331253</c:v>
                </c:pt>
                <c:pt idx="444">
                  <c:v>2000.2079497306233</c:v>
                </c:pt>
                <c:pt idx="445">
                  <c:v>2001.4088269062165</c:v>
                </c:pt>
                <c:pt idx="446">
                  <c:v>1992.3033410389901</c:v>
                </c:pt>
                <c:pt idx="447">
                  <c:v>1983.9141917425422</c:v>
                </c:pt>
                <c:pt idx="448">
                  <c:v>1988.329444047595</c:v>
                </c:pt>
                <c:pt idx="449">
                  <c:v>1982.6746885957712</c:v>
                </c:pt>
                <c:pt idx="450">
                  <c:v>1984.0074546968215</c:v>
                </c:pt>
                <c:pt idx="451">
                  <c:v>1972.3288658105894</c:v>
                </c:pt>
                <c:pt idx="452">
                  <c:v>1970.0384671385382</c:v>
                </c:pt>
                <c:pt idx="453">
                  <c:v>1967.8296135848066</c:v>
                </c:pt>
                <c:pt idx="454">
                  <c:v>1966.2657810805074</c:v>
                </c:pt>
                <c:pt idx="455">
                  <c:v>1956.0679386365271</c:v>
                </c:pt>
                <c:pt idx="456">
                  <c:v>1962.0238735516336</c:v>
                </c:pt>
                <c:pt idx="457">
                  <c:v>1947.8569005677548</c:v>
                </c:pt>
                <c:pt idx="458">
                  <c:v>1945.7438348693834</c:v>
                </c:pt>
                <c:pt idx="459">
                  <c:v>1949.4039943472912</c:v>
                </c:pt>
                <c:pt idx="460">
                  <c:v>1947.5217479832486</c:v>
                </c:pt>
                <c:pt idx="461">
                  <c:v>1949.5975024486027</c:v>
                </c:pt>
                <c:pt idx="462">
                  <c:v>1952.5151816366945</c:v>
                </c:pt>
                <c:pt idx="463">
                  <c:v>1950.697473419177</c:v>
                </c:pt>
                <c:pt idx="464">
                  <c:v>1943.3146876669905</c:v>
                </c:pt>
                <c:pt idx="465">
                  <c:v>1952.186293009024</c:v>
                </c:pt>
                <c:pt idx="466">
                  <c:v>1953.6606773171393</c:v>
                </c:pt>
                <c:pt idx="467">
                  <c:v>1952.6740288414317</c:v>
                </c:pt>
                <c:pt idx="468">
                  <c:v>1951.2083851753277</c:v>
                </c:pt>
                <c:pt idx="469">
                  <c:v>1948.8561482193732</c:v>
                </c:pt>
                <c:pt idx="470">
                  <c:v>1945.8046341722122</c:v>
                </c:pt>
                <c:pt idx="471">
                  <c:v>1943.8169402727667</c:v>
                </c:pt>
                <c:pt idx="472">
                  <c:v>1951.7093570593402</c:v>
                </c:pt>
                <c:pt idx="473">
                  <c:v>1954.0925286207444</c:v>
                </c:pt>
                <c:pt idx="474">
                  <c:v>1952.1076682771622</c:v>
                </c:pt>
                <c:pt idx="475">
                  <c:v>1947.7853538562872</c:v>
                </c:pt>
                <c:pt idx="476">
                  <c:v>1949.0216479432142</c:v>
                </c:pt>
                <c:pt idx="477">
                  <c:v>1935.3267144451224</c:v>
                </c:pt>
                <c:pt idx="478">
                  <c:v>1934.8468487401067</c:v>
                </c:pt>
                <c:pt idx="479">
                  <c:v>1937.4065967252959</c:v>
                </c:pt>
                <c:pt idx="480">
                  <c:v>1931.7038473096206</c:v>
                </c:pt>
                <c:pt idx="481">
                  <c:v>1926.059318043832</c:v>
                </c:pt>
                <c:pt idx="482">
                  <c:v>1920.6064870589498</c:v>
                </c:pt>
                <c:pt idx="483">
                  <c:v>1919.1199558343505</c:v>
                </c:pt>
                <c:pt idx="484">
                  <c:v>1916.6568961326018</c:v>
                </c:pt>
                <c:pt idx="485">
                  <c:v>1916.2916564651757</c:v>
                </c:pt>
                <c:pt idx="486">
                  <c:v>1918.9831874615161</c:v>
                </c:pt>
                <c:pt idx="487">
                  <c:v>1913.8086579618093</c:v>
                </c:pt>
                <c:pt idx="488">
                  <c:v>1919.6761515447458</c:v>
                </c:pt>
                <c:pt idx="489">
                  <c:v>1928.9531820316104</c:v>
                </c:pt>
                <c:pt idx="490">
                  <c:v>1927.4543812715895</c:v>
                </c:pt>
                <c:pt idx="491">
                  <c:v>1927.9611394974454</c:v>
                </c:pt>
                <c:pt idx="492">
                  <c:v>1928.8399273214154</c:v>
                </c:pt>
                <c:pt idx="493">
                  <c:v>1930.9719569316949</c:v>
                </c:pt>
                <c:pt idx="494">
                  <c:v>1931.0704149847872</c:v>
                </c:pt>
                <c:pt idx="495">
                  <c:v>1937.2676298212873</c:v>
                </c:pt>
                <c:pt idx="496">
                  <c:v>1938.723492634409</c:v>
                </c:pt>
                <c:pt idx="497">
                  <c:v>1938.0762897362169</c:v>
                </c:pt>
                <c:pt idx="498">
                  <c:v>1934.7574143902655</c:v>
                </c:pt>
                <c:pt idx="499">
                  <c:v>1940.5626547451166</c:v>
                </c:pt>
                <c:pt idx="500">
                  <c:v>1936.7343742080516</c:v>
                </c:pt>
                <c:pt idx="501">
                  <c:v>1942.0827554251998</c:v>
                </c:pt>
                <c:pt idx="502">
                  <c:v>1939.2626288468789</c:v>
                </c:pt>
                <c:pt idx="503">
                  <c:v>1942.3501573383176</c:v>
                </c:pt>
                <c:pt idx="504">
                  <c:v>1942.3113416133694</c:v>
                </c:pt>
                <c:pt idx="505">
                  <c:v>1939.5458092492825</c:v>
                </c:pt>
                <c:pt idx="506">
                  <c:v>1936.3672623186994</c:v>
                </c:pt>
                <c:pt idx="507">
                  <c:v>1936.8175426306648</c:v>
                </c:pt>
                <c:pt idx="508">
                  <c:v>1937.5267543126672</c:v>
                </c:pt>
                <c:pt idx="509">
                  <c:v>1936.7528508675603</c:v>
                </c:pt>
                <c:pt idx="510">
                  <c:v>1942.368210925219</c:v>
                </c:pt>
                <c:pt idx="511">
                  <c:v>1945.0143530555547</c:v>
                </c:pt>
                <c:pt idx="512">
                  <c:v>1944.7516985843783</c:v>
                </c:pt>
                <c:pt idx="513">
                  <c:v>1947.9991868396057</c:v>
                </c:pt>
                <c:pt idx="514">
                  <c:v>1944.0354586321623</c:v>
                </c:pt>
                <c:pt idx="515">
                  <c:v>1941.6925050037337</c:v>
                </c:pt>
                <c:pt idx="516">
                  <c:v>1947.7091529177371</c:v>
                </c:pt>
                <c:pt idx="517">
                  <c:v>1947.687093237874</c:v>
                </c:pt>
                <c:pt idx="518">
                  <c:v>1947.9577577689593</c:v>
                </c:pt>
                <c:pt idx="519">
                  <c:v>1953.1728908797563</c:v>
                </c:pt>
                <c:pt idx="520">
                  <c:v>1953.007331288565</c:v>
                </c:pt>
                <c:pt idx="521">
                  <c:v>1950.3136530255233</c:v>
                </c:pt>
                <c:pt idx="522">
                  <c:v>1956.8275142053521</c:v>
                </c:pt>
                <c:pt idx="523">
                  <c:v>1957.6965366315096</c:v>
                </c:pt>
                <c:pt idx="524">
                  <c:v>1958.7016278643334</c:v>
                </c:pt>
                <c:pt idx="525">
                  <c:v>1963.775748052959</c:v>
                </c:pt>
                <c:pt idx="526">
                  <c:v>1962.9548340302943</c:v>
                </c:pt>
                <c:pt idx="527">
                  <c:v>1960.5808130662397</c:v>
                </c:pt>
                <c:pt idx="528">
                  <c:v>1946.5907017154054</c:v>
                </c:pt>
                <c:pt idx="529">
                  <c:v>1948.1760946013103</c:v>
                </c:pt>
                <c:pt idx="530">
                  <c:v>1949.304716722902</c:v>
                </c:pt>
                <c:pt idx="531">
                  <c:v>1944.0926659544252</c:v>
                </c:pt>
                <c:pt idx="532">
                  <c:v>1940.182520078331</c:v>
                </c:pt>
                <c:pt idx="533">
                  <c:v>1935.0271209637847</c:v>
                </c:pt>
                <c:pt idx="534">
                  <c:v>1926.7523408615773</c:v>
                </c:pt>
                <c:pt idx="535">
                  <c:v>1915.9578491530297</c:v>
                </c:pt>
                <c:pt idx="536">
                  <c:v>1924.8960488849114</c:v>
                </c:pt>
                <c:pt idx="537">
                  <c:v>1925.3225015594046</c:v>
                </c:pt>
                <c:pt idx="538">
                  <c:v>1925.1421451660776</c:v>
                </c:pt>
                <c:pt idx="539">
                  <c:v>1933.1858187226953</c:v>
                </c:pt>
                <c:pt idx="540">
                  <c:v>1938.9938656756772</c:v>
                </c:pt>
                <c:pt idx="541">
                  <c:v>1944.1634902591925</c:v>
                </c:pt>
                <c:pt idx="542">
                  <c:v>1944.451187366974</c:v>
                </c:pt>
                <c:pt idx="543">
                  <c:v>1944.7671602216958</c:v>
                </c:pt>
                <c:pt idx="544">
                  <c:v>1942.1347598507716</c:v>
                </c:pt>
                <c:pt idx="545">
                  <c:v>1944.2349355057477</c:v>
                </c:pt>
                <c:pt idx="546">
                  <c:v>1940.1766934372663</c:v>
                </c:pt>
                <c:pt idx="547">
                  <c:v>1945.972797080052</c:v>
                </c:pt>
                <c:pt idx="548">
                  <c:v>1962.3716554331927</c:v>
                </c:pt>
                <c:pt idx="549">
                  <c:v>1936.7722693314263</c:v>
                </c:pt>
                <c:pt idx="550">
                  <c:v>1919.1297549431526</c:v>
                </c:pt>
                <c:pt idx="551">
                  <c:v>1918.2607827662996</c:v>
                </c:pt>
                <c:pt idx="552">
                  <c:v>1915.335969125148</c:v>
                </c:pt>
                <c:pt idx="553">
                  <c:v>1915.1731306684319</c:v>
                </c:pt>
                <c:pt idx="554">
                  <c:v>1947.8246666159873</c:v>
                </c:pt>
                <c:pt idx="555">
                  <c:v>2003.1120787209236</c:v>
                </c:pt>
                <c:pt idx="556">
                  <c:v>2005.7186335715489</c:v>
                </c:pt>
                <c:pt idx="557">
                  <c:v>2004.6385396483554</c:v>
                </c:pt>
                <c:pt idx="558">
                  <c:v>2007.7960634684105</c:v>
                </c:pt>
                <c:pt idx="559">
                  <c:v>2000.7390644075037</c:v>
                </c:pt>
                <c:pt idx="560">
                  <c:v>1998.1413964578257</c:v>
                </c:pt>
                <c:pt idx="561">
                  <c:v>1991.9745085574382</c:v>
                </c:pt>
                <c:pt idx="562">
                  <c:v>1987.0221066259862</c:v>
                </c:pt>
                <c:pt idx="563">
                  <c:v>1986.1688156974274</c:v>
                </c:pt>
                <c:pt idx="564">
                  <c:v>1987.2205476683812</c:v>
                </c:pt>
                <c:pt idx="565">
                  <c:v>1986.2899022451913</c:v>
                </c:pt>
                <c:pt idx="566">
                  <c:v>1992.9832509996334</c:v>
                </c:pt>
                <c:pt idx="567">
                  <c:v>1993.8511587515889</c:v>
                </c:pt>
                <c:pt idx="568">
                  <c:v>1988.2042943467977</c:v>
                </c:pt>
                <c:pt idx="569">
                  <c:v>1986.8379410938378</c:v>
                </c:pt>
                <c:pt idx="570">
                  <c:v>1983.6496437945257</c:v>
                </c:pt>
                <c:pt idx="571">
                  <c:v>1978.5831220542941</c:v>
                </c:pt>
                <c:pt idx="572">
                  <c:v>1973.7857027585992</c:v>
                </c:pt>
                <c:pt idx="573">
                  <c:v>1974.2183097874081</c:v>
                </c:pt>
                <c:pt idx="574">
                  <c:v>1980.3800078232125</c:v>
                </c:pt>
                <c:pt idx="575">
                  <c:v>2003.5156467809979</c:v>
                </c:pt>
                <c:pt idx="576">
                  <c:v>2005.7121136054993</c:v>
                </c:pt>
                <c:pt idx="577">
                  <c:v>2005.5675460850516</c:v>
                </c:pt>
                <c:pt idx="578">
                  <c:v>2001.1082470322826</c:v>
                </c:pt>
                <c:pt idx="579">
                  <c:v>1998.2357214829876</c:v>
                </c:pt>
                <c:pt idx="580">
                  <c:v>1997.3843841194287</c:v>
                </c:pt>
                <c:pt idx="581">
                  <c:v>1998.2972569854562</c:v>
                </c:pt>
                <c:pt idx="582">
                  <c:v>2000.9319230458439</c:v>
                </c:pt>
                <c:pt idx="583">
                  <c:v>2021.6575112122746</c:v>
                </c:pt>
                <c:pt idx="584">
                  <c:v>2017.9297677214106</c:v>
                </c:pt>
                <c:pt idx="585">
                  <c:v>2017.7384794986658</c:v>
                </c:pt>
                <c:pt idx="586">
                  <c:v>2023.0570722182979</c:v>
                </c:pt>
                <c:pt idx="587">
                  <c:v>2018.308757310373</c:v>
                </c:pt>
                <c:pt idx="588">
                  <c:v>2024.4231096790629</c:v>
                </c:pt>
                <c:pt idx="589">
                  <c:v>2025.6067039857687</c:v>
                </c:pt>
                <c:pt idx="590">
                  <c:v>2026.246094987795</c:v>
                </c:pt>
                <c:pt idx="591">
                  <c:v>2028.7266068129975</c:v>
                </c:pt>
                <c:pt idx="592">
                  <c:v>2039.0461477400854</c:v>
                </c:pt>
                <c:pt idx="593">
                  <c:v>2042.8121157762482</c:v>
                </c:pt>
                <c:pt idx="594">
                  <c:v>2040.3371824370556</c:v>
                </c:pt>
                <c:pt idx="595">
                  <c:v>2042.3296343181789</c:v>
                </c:pt>
                <c:pt idx="596">
                  <c:v>2041.5951045419481</c:v>
                </c:pt>
                <c:pt idx="597">
                  <c:v>2041.9567862342535</c:v>
                </c:pt>
                <c:pt idx="598">
                  <c:v>2046.3440871953976</c:v>
                </c:pt>
                <c:pt idx="599">
                  <c:v>2052.6480627719111</c:v>
                </c:pt>
                <c:pt idx="600">
                  <c:v>2052.7939500697867</c:v>
                </c:pt>
                <c:pt idx="601">
                  <c:v>2057.8447620852244</c:v>
                </c:pt>
                <c:pt idx="602">
                  <c:v>2051.4452141975307</c:v>
                </c:pt>
                <c:pt idx="603">
                  <c:v>2051.0831334605159</c:v>
                </c:pt>
                <c:pt idx="604">
                  <c:v>2050.4834370362514</c:v>
                </c:pt>
                <c:pt idx="605">
                  <c:v>2053.4661403890045</c:v>
                </c:pt>
                <c:pt idx="606">
                  <c:v>2055.7697958172221</c:v>
                </c:pt>
                <c:pt idx="607">
                  <c:v>2059.1799547370388</c:v>
                </c:pt>
                <c:pt idx="608">
                  <c:v>2066.1559987061341</c:v>
                </c:pt>
                <c:pt idx="609">
                  <c:v>2073.1602220836671</c:v>
                </c:pt>
                <c:pt idx="610">
                  <c:v>2075.5683677309553</c:v>
                </c:pt>
                <c:pt idx="611">
                  <c:v>2073.0002239006621</c:v>
                </c:pt>
                <c:pt idx="612">
                  <c:v>2077.1091622039771</c:v>
                </c:pt>
                <c:pt idx="613">
                  <c:v>2067.2019958415226</c:v>
                </c:pt>
                <c:pt idx="614">
                  <c:v>2069.4314654026089</c:v>
                </c:pt>
                <c:pt idx="615">
                  <c:v>2066.7417823511259</c:v>
                </c:pt>
                <c:pt idx="616">
                  <c:v>2070.6558414175784</c:v>
                </c:pt>
                <c:pt idx="617">
                  <c:v>2071.6521650997793</c:v>
                </c:pt>
                <c:pt idx="618">
                  <c:v>2069.0503529469506</c:v>
                </c:pt>
                <c:pt idx="619">
                  <c:v>2060.113435862359</c:v>
                </c:pt>
                <c:pt idx="620">
                  <c:v>2059.0121463782029</c:v>
                </c:pt>
                <c:pt idx="621">
                  <c:v>2059.0577246315743</c:v>
                </c:pt>
                <c:pt idx="622">
                  <c:v>2062.1861495770568</c:v>
                </c:pt>
                <c:pt idx="623">
                  <c:v>2058.8318508090838</c:v>
                </c:pt>
                <c:pt idx="624">
                  <c:v>2056.9303572519243</c:v>
                </c:pt>
                <c:pt idx="625">
                  <c:v>2056.4055267420067</c:v>
                </c:pt>
                <c:pt idx="626">
                  <c:v>2059.0078985628884</c:v>
                </c:pt>
                <c:pt idx="627">
                  <c:v>2101.3971711388817</c:v>
                </c:pt>
                <c:pt idx="628">
                  <c:v>2099.0837174693943</c:v>
                </c:pt>
                <c:pt idx="629">
                  <c:v>2107.948864505749</c:v>
                </c:pt>
                <c:pt idx="630">
                  <c:v>2115.2493393617356</c:v>
                </c:pt>
                <c:pt idx="631">
                  <c:v>2113.7196457264954</c:v>
                </c:pt>
                <c:pt idx="632">
                  <c:v>2113.5809402804234</c:v>
                </c:pt>
                <c:pt idx="633">
                  <c:v>2114.7957244205272</c:v>
                </c:pt>
                <c:pt idx="634">
                  <c:v>2116.1239233341762</c:v>
                </c:pt>
                <c:pt idx="635">
                  <c:v>2116.7211089667921</c:v>
                </c:pt>
                <c:pt idx="636">
                  <c:v>2110.8079642761663</c:v>
                </c:pt>
                <c:pt idx="637">
                  <c:v>2106.0355265116223</c:v>
                </c:pt>
                <c:pt idx="638">
                  <c:v>2104.6394605731275</c:v>
                </c:pt>
                <c:pt idx="639">
                  <c:v>2075.9938346159265</c:v>
                </c:pt>
                <c:pt idx="640">
                  <c:v>2074.1165665905178</c:v>
                </c:pt>
                <c:pt idx="641">
                  <c:v>2075.2899072095479</c:v>
                </c:pt>
                <c:pt idx="642">
                  <c:v>2076.5347107303492</c:v>
                </c:pt>
                <c:pt idx="643">
                  <c:v>2080.6152383522931</c:v>
                </c:pt>
                <c:pt idx="644">
                  <c:v>2083.3235431143798</c:v>
                </c:pt>
                <c:pt idx="645">
                  <c:v>2093.8937554397035</c:v>
                </c:pt>
                <c:pt idx="646">
                  <c:v>2095.6445291947271</c:v>
                </c:pt>
                <c:pt idx="647">
                  <c:v>2086.9213816548449</c:v>
                </c:pt>
                <c:pt idx="648">
                  <c:v>2081.5672369149606</c:v>
                </c:pt>
                <c:pt idx="649">
                  <c:v>2079.901318328597</c:v>
                </c:pt>
                <c:pt idx="650">
                  <c:v>2080.0388365196859</c:v>
                </c:pt>
                <c:pt idx="651">
                  <c:v>2083.7954419683147</c:v>
                </c:pt>
                <c:pt idx="652">
                  <c:v>2043.7837367746718</c:v>
                </c:pt>
                <c:pt idx="653">
                  <c:v>2029.1926694524034</c:v>
                </c:pt>
                <c:pt idx="654">
                  <c:v>2036.2221634825055</c:v>
                </c:pt>
                <c:pt idx="655">
                  <c:v>2033.6473547704604</c:v>
                </c:pt>
                <c:pt idx="656">
                  <c:v>2034.2752228341371</c:v>
                </c:pt>
                <c:pt idx="657">
                  <c:v>2033.1601803426429</c:v>
                </c:pt>
                <c:pt idx="658">
                  <c:v>2031.9846387824723</c:v>
                </c:pt>
                <c:pt idx="659">
                  <c:v>2034.1680463593073</c:v>
                </c:pt>
                <c:pt idx="660">
                  <c:v>2031.8313377638217</c:v>
                </c:pt>
                <c:pt idx="661">
                  <c:v>2033.127617534956</c:v>
                </c:pt>
                <c:pt idx="662">
                  <c:v>2035.0602786618933</c:v>
                </c:pt>
                <c:pt idx="663">
                  <c:v>2034.4164194362529</c:v>
                </c:pt>
                <c:pt idx="664">
                  <c:v>2027.5157272236293</c:v>
                </c:pt>
                <c:pt idx="665">
                  <c:v>2026.0933460535507</c:v>
                </c:pt>
                <c:pt idx="666">
                  <c:v>2029.8310879426208</c:v>
                </c:pt>
                <c:pt idx="667">
                  <c:v>2027.1166743431093</c:v>
                </c:pt>
                <c:pt idx="668">
                  <c:v>2028.768327102646</c:v>
                </c:pt>
                <c:pt idx="669">
                  <c:v>2026.9957501387257</c:v>
                </c:pt>
                <c:pt idx="670">
                  <c:v>2020.2894650611336</c:v>
                </c:pt>
                <c:pt idx="671">
                  <c:v>2015.2222725500235</c:v>
                </c:pt>
                <c:pt idx="672">
                  <c:v>2019.524492321111</c:v>
                </c:pt>
                <c:pt idx="673">
                  <c:v>2018.6414564871748</c:v>
                </c:pt>
                <c:pt idx="674">
                  <c:v>2020.7313316038201</c:v>
                </c:pt>
                <c:pt idx="675">
                  <c:v>2021.4996229908031</c:v>
                </c:pt>
                <c:pt idx="676">
                  <c:v>2020.1390618491005</c:v>
                </c:pt>
                <c:pt idx="677">
                  <c:v>2020.4922275778108</c:v>
                </c:pt>
                <c:pt idx="678">
                  <c:v>2031.71900600653</c:v>
                </c:pt>
                <c:pt idx="679">
                  <c:v>2035.1573119685347</c:v>
                </c:pt>
                <c:pt idx="680">
                  <c:v>2043.0671909321325</c:v>
                </c:pt>
                <c:pt idx="681">
                  <c:v>2039.059559302066</c:v>
                </c:pt>
                <c:pt idx="682">
                  <c:v>2047.1768949489335</c:v>
                </c:pt>
                <c:pt idx="683">
                  <c:v>2046.2339953369092</c:v>
                </c:pt>
                <c:pt idx="684">
                  <c:v>2047.9205178818922</c:v>
                </c:pt>
                <c:pt idx="685">
                  <c:v>2051.7002842114271</c:v>
                </c:pt>
                <c:pt idx="686">
                  <c:v>2052.3236412284573</c:v>
                </c:pt>
                <c:pt idx="687">
                  <c:v>2054.2370786369447</c:v>
                </c:pt>
                <c:pt idx="688">
                  <c:v>2057.739481970611</c:v>
                </c:pt>
                <c:pt idx="689">
                  <c:v>2020.3617961075699</c:v>
                </c:pt>
                <c:pt idx="690">
                  <c:v>2036.0057127339262</c:v>
                </c:pt>
                <c:pt idx="691">
                  <c:v>2095.1724483741691</c:v>
                </c:pt>
                <c:pt idx="692">
                  <c:v>2100.093864699159</c:v>
                </c:pt>
                <c:pt idx="693">
                  <c:v>2109.3140124414899</c:v>
                </c:pt>
                <c:pt idx="694">
                  <c:v>2127.9876696634647</c:v>
                </c:pt>
                <c:pt idx="695">
                  <c:v>2101.4731927589883</c:v>
                </c:pt>
                <c:pt idx="696">
                  <c:v>2105.6444019726332</c:v>
                </c:pt>
                <c:pt idx="697">
                  <c:v>2102.8673425935535</c:v>
                </c:pt>
                <c:pt idx="698">
                  <c:v>2103.7714759861874</c:v>
                </c:pt>
                <c:pt idx="699">
                  <c:v>2134.6274832567692</c:v>
                </c:pt>
                <c:pt idx="700">
                  <c:v>2141.4984842449476</c:v>
                </c:pt>
                <c:pt idx="701">
                  <c:v>2138.5128330113916</c:v>
                </c:pt>
                <c:pt idx="702">
                  <c:v>2142.5124052328015</c:v>
                </c:pt>
                <c:pt idx="703">
                  <c:v>2142.4373392447897</c:v>
                </c:pt>
                <c:pt idx="704">
                  <c:v>2135.3975992997703</c:v>
                </c:pt>
                <c:pt idx="705">
                  <c:v>2137.497847589621</c:v>
                </c:pt>
                <c:pt idx="706">
                  <c:v>2139.323645849197</c:v>
                </c:pt>
                <c:pt idx="707">
                  <c:v>2143.4910028092327</c:v>
                </c:pt>
                <c:pt idx="708">
                  <c:v>2135.7168546562152</c:v>
                </c:pt>
                <c:pt idx="709">
                  <c:v>2136.6973944478677</c:v>
                </c:pt>
                <c:pt idx="710">
                  <c:v>2142.0836258423833</c:v>
                </c:pt>
                <c:pt idx="711">
                  <c:v>2142.128398083933</c:v>
                </c:pt>
                <c:pt idx="712">
                  <c:v>2132.8809160622709</c:v>
                </c:pt>
                <c:pt idx="713">
                  <c:v>2133.3532889964713</c:v>
                </c:pt>
                <c:pt idx="714">
                  <c:v>2131.7431626125131</c:v>
                </c:pt>
                <c:pt idx="715">
                  <c:v>2129.2071942210378</c:v>
                </c:pt>
                <c:pt idx="716">
                  <c:v>2127.0467121104471</c:v>
                </c:pt>
                <c:pt idx="717">
                  <c:v>2128.2248824446383</c:v>
                </c:pt>
                <c:pt idx="718">
                  <c:v>2129.6957639562488</c:v>
                </c:pt>
                <c:pt idx="719">
                  <c:v>2121.8564453674658</c:v>
                </c:pt>
                <c:pt idx="720">
                  <c:v>2123.2226686235463</c:v>
                </c:pt>
                <c:pt idx="721">
                  <c:v>2125.9203201297169</c:v>
                </c:pt>
                <c:pt idx="722">
                  <c:v>2121.6782401580876</c:v>
                </c:pt>
                <c:pt idx="723">
                  <c:v>2125.9978450537792</c:v>
                </c:pt>
                <c:pt idx="724">
                  <c:v>2121.6154917066951</c:v>
                </c:pt>
                <c:pt idx="725">
                  <c:v>2119.5921653958412</c:v>
                </c:pt>
                <c:pt idx="726">
                  <c:v>2118.9666797073201</c:v>
                </c:pt>
                <c:pt idx="727">
                  <c:v>2115.7665801990515</c:v>
                </c:pt>
                <c:pt idx="728">
                  <c:v>2115.1862164297254</c:v>
                </c:pt>
                <c:pt idx="729">
                  <c:v>2109.9654516701462</c:v>
                </c:pt>
                <c:pt idx="730">
                  <c:v>2107.6050946220644</c:v>
                </c:pt>
                <c:pt idx="731">
                  <c:v>2104.7192078338317</c:v>
                </c:pt>
                <c:pt idx="732">
                  <c:v>2105.3110635266348</c:v>
                </c:pt>
                <c:pt idx="733">
                  <c:v>2108.3391018022194</c:v>
                </c:pt>
                <c:pt idx="734">
                  <c:v>2109.368525808753</c:v>
                </c:pt>
                <c:pt idx="735">
                  <c:v>2107.6642729332957</c:v>
                </c:pt>
                <c:pt idx="736">
                  <c:v>2106.587302723171</c:v>
                </c:pt>
                <c:pt idx="737">
                  <c:v>2106.8213102377808</c:v>
                </c:pt>
                <c:pt idx="738">
                  <c:v>2109.5188813548889</c:v>
                </c:pt>
                <c:pt idx="739">
                  <c:v>2112.0353957237462</c:v>
                </c:pt>
                <c:pt idx="740">
                  <c:v>2112.8183272713436</c:v>
                </c:pt>
                <c:pt idx="741">
                  <c:v>2112.648262996513</c:v>
                </c:pt>
                <c:pt idx="742">
                  <c:v>2112.0884635627394</c:v>
                </c:pt>
                <c:pt idx="743">
                  <c:v>2108.1443532440194</c:v>
                </c:pt>
                <c:pt idx="744">
                  <c:v>2106.0522284023773</c:v>
                </c:pt>
                <c:pt idx="745">
                  <c:v>2101.648528880698</c:v>
                </c:pt>
                <c:pt idx="746">
                  <c:v>2098.1388527942304</c:v>
                </c:pt>
                <c:pt idx="747">
                  <c:v>2100.7052817050248</c:v>
                </c:pt>
                <c:pt idx="748">
                  <c:v>2102.9404385893272</c:v>
                </c:pt>
                <c:pt idx="749">
                  <c:v>2095.9428916576808</c:v>
                </c:pt>
                <c:pt idx="750">
                  <c:v>2099.5120763744158</c:v>
                </c:pt>
                <c:pt idx="751">
                  <c:v>2130.9545564112068</c:v>
                </c:pt>
                <c:pt idx="752">
                  <c:v>2128.442135068135</c:v>
                </c:pt>
                <c:pt idx="753">
                  <c:v>2125.9745365329813</c:v>
                </c:pt>
                <c:pt idx="754">
                  <c:v>2124.9163326065777</c:v>
                </c:pt>
                <c:pt idx="755">
                  <c:v>2125.0813439929802</c:v>
                </c:pt>
                <c:pt idx="756">
                  <c:v>2131.9308121296044</c:v>
                </c:pt>
                <c:pt idx="757">
                  <c:v>2121.58786280815</c:v>
                </c:pt>
                <c:pt idx="758">
                  <c:v>2116.8321524349531</c:v>
                </c:pt>
                <c:pt idx="759">
                  <c:v>2115.6592895550757</c:v>
                </c:pt>
                <c:pt idx="760">
                  <c:v>2114.3993402747578</c:v>
                </c:pt>
                <c:pt idx="761">
                  <c:v>2115.6816487111851</c:v>
                </c:pt>
                <c:pt idx="762">
                  <c:v>2088.1312370165911</c:v>
                </c:pt>
                <c:pt idx="763">
                  <c:v>2085.4341321219085</c:v>
                </c:pt>
                <c:pt idx="764">
                  <c:v>2081.0846844552038</c:v>
                </c:pt>
                <c:pt idx="765">
                  <c:v>2080.9202360687668</c:v>
                </c:pt>
                <c:pt idx="766">
                  <c:v>2076.8290689198184</c:v>
                </c:pt>
                <c:pt idx="767">
                  <c:v>2067.7381419046346</c:v>
                </c:pt>
                <c:pt idx="768">
                  <c:v>2064.3572442506643</c:v>
                </c:pt>
                <c:pt idx="769">
                  <c:v>2067.1177813761656</c:v>
                </c:pt>
                <c:pt idx="770">
                  <c:v>2073.2015105580967</c:v>
                </c:pt>
                <c:pt idx="771">
                  <c:v>2078.5340262734171</c:v>
                </c:pt>
                <c:pt idx="772">
                  <c:v>2061.8756755810359</c:v>
                </c:pt>
                <c:pt idx="773">
                  <c:v>2058.8524757422274</c:v>
                </c:pt>
                <c:pt idx="774">
                  <c:v>2014.6399999999999</c:v>
                </c:pt>
                <c:pt idx="775">
                  <c:v>2018.0523797508383</c:v>
                </c:pt>
                <c:pt idx="776">
                  <c:v>1997.2573402627893</c:v>
                </c:pt>
                <c:pt idx="777">
                  <c:v>1991.1778192486877</c:v>
                </c:pt>
                <c:pt idx="778">
                  <c:v>1996.0937498631408</c:v>
                </c:pt>
                <c:pt idx="779">
                  <c:v>1996.1352222368566</c:v>
                </c:pt>
                <c:pt idx="780">
                  <c:v>1997.3139647532171</c:v>
                </c:pt>
                <c:pt idx="781">
                  <c:v>1993.497148316791</c:v>
                </c:pt>
                <c:pt idx="782">
                  <c:v>1993.6195691612502</c:v>
                </c:pt>
                <c:pt idx="783">
                  <c:v>1993.902842814934</c:v>
                </c:pt>
                <c:pt idx="784">
                  <c:v>1997.1867860463371</c:v>
                </c:pt>
                <c:pt idx="785">
                  <c:v>2000.2439235237737</c:v>
                </c:pt>
                <c:pt idx="786">
                  <c:v>2003.0436088967344</c:v>
                </c:pt>
                <c:pt idx="787">
                  <c:v>2002.8784890845739</c:v>
                </c:pt>
                <c:pt idx="788">
                  <c:v>1998.604121160804</c:v>
                </c:pt>
                <c:pt idx="789">
                  <c:v>1996.7096155558045</c:v>
                </c:pt>
                <c:pt idx="790">
                  <c:v>2003.2371372640093</c:v>
                </c:pt>
                <c:pt idx="791">
                  <c:v>2003.5267191360333</c:v>
                </c:pt>
                <c:pt idx="792">
                  <c:v>2042.2269156107661</c:v>
                </c:pt>
                <c:pt idx="793">
                  <c:v>2028.5307130713704</c:v>
                </c:pt>
                <c:pt idx="794">
                  <c:v>1984.1196623219328</c:v>
                </c:pt>
                <c:pt idx="795">
                  <c:v>1980.6757328236927</c:v>
                </c:pt>
                <c:pt idx="796">
                  <c:v>1982.3500315182878</c:v>
                </c:pt>
                <c:pt idx="797">
                  <c:v>1980.3482703946402</c:v>
                </c:pt>
                <c:pt idx="798">
                  <c:v>1988.8969034416371</c:v>
                </c:pt>
                <c:pt idx="799">
                  <c:v>1975.176486168132</c:v>
                </c:pt>
                <c:pt idx="800">
                  <c:v>1970.1695692406668</c:v>
                </c:pt>
                <c:pt idx="801">
                  <c:v>1977.4871486574946</c:v>
                </c:pt>
                <c:pt idx="802">
                  <c:v>1981.5617329902927</c:v>
                </c:pt>
                <c:pt idx="803">
                  <c:v>1983.2397945348484</c:v>
                </c:pt>
                <c:pt idx="804">
                  <c:v>1996.3863470844603</c:v>
                </c:pt>
                <c:pt idx="805">
                  <c:v>2000.2814009306428</c:v>
                </c:pt>
                <c:pt idx="806">
                  <c:v>2006.5139021379969</c:v>
                </c:pt>
                <c:pt idx="807">
                  <c:v>2030.7935336841877</c:v>
                </c:pt>
                <c:pt idx="808">
                  <c:v>2021.8252033724302</c:v>
                </c:pt>
                <c:pt idx="809">
                  <c:v>2025.0167780321226</c:v>
                </c:pt>
                <c:pt idx="810">
                  <c:v>2033.3768191993445</c:v>
                </c:pt>
                <c:pt idx="811">
                  <c:v>2032.2451746694235</c:v>
                </c:pt>
                <c:pt idx="812">
                  <c:v>2036.9166973597858</c:v>
                </c:pt>
                <c:pt idx="813">
                  <c:v>2040.3029382759596</c:v>
                </c:pt>
                <c:pt idx="814">
                  <c:v>2044.9950623811824</c:v>
                </c:pt>
                <c:pt idx="815">
                  <c:v>2041.7606138476378</c:v>
                </c:pt>
                <c:pt idx="816">
                  <c:v>2040.6955216687488</c:v>
                </c:pt>
                <c:pt idx="817">
                  <c:v>2039.6427018712197</c:v>
                </c:pt>
                <c:pt idx="818">
                  <c:v>2038.4700712105102</c:v>
                </c:pt>
                <c:pt idx="819">
                  <c:v>2030.4916664322711</c:v>
                </c:pt>
                <c:pt idx="820">
                  <c:v>2020.9339931651175</c:v>
                </c:pt>
                <c:pt idx="821">
                  <c:v>2026.24849479558</c:v>
                </c:pt>
                <c:pt idx="822">
                  <c:v>2029.9123684360291</c:v>
                </c:pt>
                <c:pt idx="823">
                  <c:v>2028.792996402618</c:v>
                </c:pt>
                <c:pt idx="824">
                  <c:v>2031.1847868049672</c:v>
                </c:pt>
                <c:pt idx="825">
                  <c:v>2031.0174200202052</c:v>
                </c:pt>
                <c:pt idx="826">
                  <c:v>2033.2197794582976</c:v>
                </c:pt>
                <c:pt idx="827">
                  <c:v>2034.621183264353</c:v>
                </c:pt>
                <c:pt idx="828">
                  <c:v>2031.5293724179057</c:v>
                </c:pt>
                <c:pt idx="829">
                  <c:v>2034.4930490578222</c:v>
                </c:pt>
                <c:pt idx="830">
                  <c:v>2037.9469287043382</c:v>
                </c:pt>
                <c:pt idx="831">
                  <c:v>2037.7885378136605</c:v>
                </c:pt>
                <c:pt idx="832">
                  <c:v>2037.7097209874282</c:v>
                </c:pt>
                <c:pt idx="833">
                  <c:v>2037.2878660347276</c:v>
                </c:pt>
                <c:pt idx="834">
                  <c:v>2038.8620734942554</c:v>
                </c:pt>
                <c:pt idx="835">
                  <c:v>2038.6611986330574</c:v>
                </c:pt>
                <c:pt idx="836">
                  <c:v>2035.1162456195368</c:v>
                </c:pt>
                <c:pt idx="837">
                  <c:v>2037.5221813307285</c:v>
                </c:pt>
                <c:pt idx="838">
                  <c:v>2037.8503078353704</c:v>
                </c:pt>
                <c:pt idx="839">
                  <c:v>2039.60129585357</c:v>
                </c:pt>
                <c:pt idx="840">
                  <c:v>2039.4569501640508</c:v>
                </c:pt>
                <c:pt idx="841">
                  <c:v>2040.1493995670437</c:v>
                </c:pt>
                <c:pt idx="842">
                  <c:v>2043.7686067069731</c:v>
                </c:pt>
                <c:pt idx="843">
                  <c:v>2044.3560255077273</c:v>
                </c:pt>
                <c:pt idx="844">
                  <c:v>2047.7723048925768</c:v>
                </c:pt>
                <c:pt idx="845">
                  <c:v>2047.7693118403745</c:v>
                </c:pt>
                <c:pt idx="846">
                  <c:v>2053.8866094474906</c:v>
                </c:pt>
                <c:pt idx="847">
                  <c:v>2054.0628864221089</c:v>
                </c:pt>
                <c:pt idx="848">
                  <c:v>2053.3537379498694</c:v>
                </c:pt>
                <c:pt idx="849">
                  <c:v>2056.2172758018246</c:v>
                </c:pt>
                <c:pt idx="850">
                  <c:v>2039.0999847052231</c:v>
                </c:pt>
                <c:pt idx="851">
                  <c:v>2036.7500122491169</c:v>
                </c:pt>
                <c:pt idx="852">
                  <c:v>2037.6190346396907</c:v>
                </c:pt>
                <c:pt idx="853">
                  <c:v>2039.35280634376</c:v>
                </c:pt>
                <c:pt idx="854">
                  <c:v>2042.8204702805169</c:v>
                </c:pt>
                <c:pt idx="855">
                  <c:v>2046.8283616944607</c:v>
                </c:pt>
                <c:pt idx="856">
                  <c:v>2042.5358718641476</c:v>
                </c:pt>
                <c:pt idx="857">
                  <c:v>2040.2382619087177</c:v>
                </c:pt>
                <c:pt idx="858">
                  <c:v>2041.9187751066884</c:v>
                </c:pt>
                <c:pt idx="859">
                  <c:v>2038.1891666711865</c:v>
                </c:pt>
                <c:pt idx="860">
                  <c:v>2037.9570959386854</c:v>
                </c:pt>
                <c:pt idx="861">
                  <c:v>2040.3453661622023</c:v>
                </c:pt>
                <c:pt idx="862">
                  <c:v>2043.3578593637483</c:v>
                </c:pt>
                <c:pt idx="863">
                  <c:v>2047.3275190379165</c:v>
                </c:pt>
                <c:pt idx="864">
                  <c:v>2044.3057342042337</c:v>
                </c:pt>
                <c:pt idx="865">
                  <c:v>2045.8571001374717</c:v>
                </c:pt>
                <c:pt idx="866">
                  <c:v>2045.0032464774531</c:v>
                </c:pt>
                <c:pt idx="867">
                  <c:v>2039.1490084931256</c:v>
                </c:pt>
                <c:pt idx="868">
                  <c:v>2041.6260815947185</c:v>
                </c:pt>
                <c:pt idx="869">
                  <c:v>2040.4667970228886</c:v>
                </c:pt>
                <c:pt idx="870">
                  <c:v>2054.9009473992169</c:v>
                </c:pt>
                <c:pt idx="871">
                  <c:v>2052.5887762718312</c:v>
                </c:pt>
                <c:pt idx="872">
                  <c:v>2048.6946959774241</c:v>
                </c:pt>
                <c:pt idx="873">
                  <c:v>2034.3379596290979</c:v>
                </c:pt>
                <c:pt idx="874">
                  <c:v>2031.5384135900297</c:v>
                </c:pt>
                <c:pt idx="875">
                  <c:v>2029.7270463314255</c:v>
                </c:pt>
                <c:pt idx="876">
                  <c:v>2033.6116676282661</c:v>
                </c:pt>
                <c:pt idx="877">
                  <c:v>2033.9156196198919</c:v>
                </c:pt>
                <c:pt idx="878">
                  <c:v>2038.6819100310931</c:v>
                </c:pt>
                <c:pt idx="879">
                  <c:v>2035.8031692552825</c:v>
                </c:pt>
                <c:pt idx="880">
                  <c:v>2040.1093429612695</c:v>
                </c:pt>
                <c:pt idx="881">
                  <c:v>2027.5795213658691</c:v>
                </c:pt>
                <c:pt idx="882">
                  <c:v>2024.3365677094991</c:v>
                </c:pt>
                <c:pt idx="883">
                  <c:v>2059.8675519420526</c:v>
                </c:pt>
                <c:pt idx="884">
                  <c:v>2059.3638053790492</c:v>
                </c:pt>
                <c:pt idx="885">
                  <c:v>2058.926470683034</c:v>
                </c:pt>
                <c:pt idx="886">
                  <c:v>2051.5978633111467</c:v>
                </c:pt>
                <c:pt idx="887">
                  <c:v>2051.2764927822686</c:v>
                </c:pt>
                <c:pt idx="888">
                  <c:v>2047.2464640857463</c:v>
                </c:pt>
                <c:pt idx="889">
                  <c:v>2046.5028754832522</c:v>
                </c:pt>
                <c:pt idx="890">
                  <c:v>2042.1208515669816</c:v>
                </c:pt>
                <c:pt idx="891">
                  <c:v>2038.8768618328281</c:v>
                </c:pt>
                <c:pt idx="892">
                  <c:v>2040.7934640367437</c:v>
                </c:pt>
                <c:pt idx="893">
                  <c:v>2038.1203362578919</c:v>
                </c:pt>
                <c:pt idx="894">
                  <c:v>2030.1642727943117</c:v>
                </c:pt>
                <c:pt idx="895">
                  <c:v>2018.2309735613203</c:v>
                </c:pt>
                <c:pt idx="896">
                  <c:v>2050.9877136165082</c:v>
                </c:pt>
                <c:pt idx="897">
                  <c:v>2044.0730138460117</c:v>
                </c:pt>
                <c:pt idx="898">
                  <c:v>2046.3622264969492</c:v>
                </c:pt>
                <c:pt idx="899">
                  <c:v>2064.5853937520319</c:v>
                </c:pt>
                <c:pt idx="900">
                  <c:v>2069.0116839006296</c:v>
                </c:pt>
                <c:pt idx="901">
                  <c:v>2072.6459661731433</c:v>
                </c:pt>
                <c:pt idx="902">
                  <c:v>2070.1204046467947</c:v>
                </c:pt>
                <c:pt idx="903">
                  <c:v>2075.5869566023343</c:v>
                </c:pt>
                <c:pt idx="904">
                  <c:v>2072.9588905814594</c:v>
                </c:pt>
                <c:pt idx="905">
                  <c:v>2072.6839263210049</c:v>
                </c:pt>
                <c:pt idx="906">
                  <c:v>2069.514961649752</c:v>
                </c:pt>
                <c:pt idx="907">
                  <c:v>2070.4953347590404</c:v>
                </c:pt>
                <c:pt idx="908">
                  <c:v>2067.5018182129133</c:v>
                </c:pt>
                <c:pt idx="909">
                  <c:v>2068.8375538293253</c:v>
                </c:pt>
                <c:pt idx="910">
                  <c:v>2072.6293818855365</c:v>
                </c:pt>
                <c:pt idx="911">
                  <c:v>2073.6034654790974</c:v>
                </c:pt>
                <c:pt idx="912">
                  <c:v>2073.4999838988065</c:v>
                </c:pt>
                <c:pt idx="913">
                  <c:v>2067.9626208717623</c:v>
                </c:pt>
                <c:pt idx="914">
                  <c:v>2067.8147462933343</c:v>
                </c:pt>
                <c:pt idx="915">
                  <c:v>2070.5720989187535</c:v>
                </c:pt>
                <c:pt idx="916">
                  <c:v>2068.5501472525543</c:v>
                </c:pt>
                <c:pt idx="917">
                  <c:v>2073.7177704128339</c:v>
                </c:pt>
                <c:pt idx="918">
                  <c:v>2069.9931607077824</c:v>
                </c:pt>
                <c:pt idx="919">
                  <c:v>2071.1033562224857</c:v>
                </c:pt>
                <c:pt idx="920">
                  <c:v>2073.5775023517685</c:v>
                </c:pt>
                <c:pt idx="921">
                  <c:v>2080.4001756690909</c:v>
                </c:pt>
                <c:pt idx="922">
                  <c:v>2086.8708823315606</c:v>
                </c:pt>
                <c:pt idx="923">
                  <c:v>2083.442285719178</c:v>
                </c:pt>
                <c:pt idx="924">
                  <c:v>2085.5590701824131</c:v>
                </c:pt>
                <c:pt idx="925">
                  <c:v>2082.962610961893</c:v>
                </c:pt>
                <c:pt idx="926">
                  <c:v>2083.4734673369162</c:v>
                </c:pt>
                <c:pt idx="927">
                  <c:v>2088.8032112952578</c:v>
                </c:pt>
                <c:pt idx="928">
                  <c:v>2094.3710071611454</c:v>
                </c:pt>
                <c:pt idx="929">
                  <c:v>2090.5676049471067</c:v>
                </c:pt>
                <c:pt idx="930">
                  <c:v>2088.4655501840402</c:v>
                </c:pt>
                <c:pt idx="931">
                  <c:v>2090.7986179052659</c:v>
                </c:pt>
                <c:pt idx="932">
                  <c:v>2086.8238733157318</c:v>
                </c:pt>
                <c:pt idx="933">
                  <c:v>2120.4654570858515</c:v>
                </c:pt>
                <c:pt idx="934">
                  <c:v>2124.3236611203824</c:v>
                </c:pt>
                <c:pt idx="935">
                  <c:v>2125.7926448816811</c:v>
                </c:pt>
                <c:pt idx="936">
                  <c:v>2128.577737105401</c:v>
                </c:pt>
                <c:pt idx="937">
                  <c:v>2174.0265495415783</c:v>
                </c:pt>
                <c:pt idx="938">
                  <c:v>2177.3434991989061</c:v>
                </c:pt>
                <c:pt idx="939">
                  <c:v>2175.9158657943203</c:v>
                </c:pt>
                <c:pt idx="940">
                  <c:v>2155.8223978646574</c:v>
                </c:pt>
                <c:pt idx="941">
                  <c:v>2164.7667107616026</c:v>
                </c:pt>
                <c:pt idx="942">
                  <c:v>2169.213621287171</c:v>
                </c:pt>
                <c:pt idx="943">
                  <c:v>2171.6434414979844</c:v>
                </c:pt>
                <c:pt idx="944">
                  <c:v>2169.2837573856168</c:v>
                </c:pt>
                <c:pt idx="945">
                  <c:v>2173.8957030543511</c:v>
                </c:pt>
                <c:pt idx="946">
                  <c:v>2205.7929640896041</c:v>
                </c:pt>
                <c:pt idx="947">
                  <c:v>2212.772576265304</c:v>
                </c:pt>
                <c:pt idx="948">
                  <c:v>2209.0900223533399</c:v>
                </c:pt>
                <c:pt idx="949">
                  <c:v>2210.9420682863197</c:v>
                </c:pt>
                <c:pt idx="950">
                  <c:v>2202.4011524076413</c:v>
                </c:pt>
                <c:pt idx="951">
                  <c:v>2205.6940634579855</c:v>
                </c:pt>
                <c:pt idx="952">
                  <c:v>2206.4202567421503</c:v>
                </c:pt>
                <c:pt idx="953">
                  <c:v>2212.5776632707066</c:v>
                </c:pt>
                <c:pt idx="954">
                  <c:v>2210.8536986301369</c:v>
                </c:pt>
                <c:pt idx="955">
                  <c:v>2227.5288371330748</c:v>
                </c:pt>
                <c:pt idx="956">
                  <c:v>2227.5884782406506</c:v>
                </c:pt>
                <c:pt idx="957">
                  <c:v>2228.589660247148</c:v>
                </c:pt>
                <c:pt idx="958">
                  <c:v>2215.0741296371189</c:v>
                </c:pt>
                <c:pt idx="959">
                  <c:v>2216.7536428912867</c:v>
                </c:pt>
                <c:pt idx="960">
                  <c:v>2216.5075364910449</c:v>
                </c:pt>
                <c:pt idx="961">
                  <c:v>2216.7429240303509</c:v>
                </c:pt>
                <c:pt idx="962">
                  <c:v>2212.234352593448</c:v>
                </c:pt>
                <c:pt idx="963">
                  <c:v>2211.8033178549827</c:v>
                </c:pt>
                <c:pt idx="964">
                  <c:v>2210.7331864652783</c:v>
                </c:pt>
                <c:pt idx="965">
                  <c:v>2215.9281019774835</c:v>
                </c:pt>
                <c:pt idx="966">
                  <c:v>2214.736920017162</c:v>
                </c:pt>
                <c:pt idx="967">
                  <c:v>2217.4192007440224</c:v>
                </c:pt>
                <c:pt idx="968">
                  <c:v>2216.5131758806583</c:v>
                </c:pt>
                <c:pt idx="969">
                  <c:v>2217.7915424466969</c:v>
                </c:pt>
                <c:pt idx="970">
                  <c:v>2213.4662149246005</c:v>
                </c:pt>
                <c:pt idx="971">
                  <c:v>2205.3259352849423</c:v>
                </c:pt>
                <c:pt idx="972">
                  <c:v>2202.2727255210584</c:v>
                </c:pt>
                <c:pt idx="973">
                  <c:v>2205.8644699439265</c:v>
                </c:pt>
                <c:pt idx="974">
                  <c:v>2207.4473651576227</c:v>
                </c:pt>
                <c:pt idx="975">
                  <c:v>2202.5405362325778</c:v>
                </c:pt>
                <c:pt idx="976">
                  <c:v>2202.9971399787282</c:v>
                </c:pt>
                <c:pt idx="977">
                  <c:v>2203.1720245776673</c:v>
                </c:pt>
                <c:pt idx="978">
                  <c:v>2193.8990606385623</c:v>
                </c:pt>
                <c:pt idx="979">
                  <c:v>2196.0653882305942</c:v>
                </c:pt>
                <c:pt idx="980">
                  <c:v>2198.2831623529041</c:v>
                </c:pt>
                <c:pt idx="981">
                  <c:v>2194.8360632887711</c:v>
                </c:pt>
                <c:pt idx="982">
                  <c:v>2185.8957612228301</c:v>
                </c:pt>
                <c:pt idx="983">
                  <c:v>2178.7621659957026</c:v>
                </c:pt>
                <c:pt idx="984">
                  <c:v>2182.6392601900334</c:v>
                </c:pt>
                <c:pt idx="985">
                  <c:v>2184.0458560360812</c:v>
                </c:pt>
                <c:pt idx="986">
                  <c:v>2183.4446498307416</c:v>
                </c:pt>
                <c:pt idx="987">
                  <c:v>2180.119862133587</c:v>
                </c:pt>
                <c:pt idx="988">
                  <c:v>2174.8425118664536</c:v>
                </c:pt>
                <c:pt idx="989">
                  <c:v>2172.9768030299729</c:v>
                </c:pt>
                <c:pt idx="990">
                  <c:v>2173.0554989691668</c:v>
                </c:pt>
                <c:pt idx="991">
                  <c:v>2170.975500693768</c:v>
                </c:pt>
                <c:pt idx="992">
                  <c:v>2137.2951007084675</c:v>
                </c:pt>
                <c:pt idx="993">
                  <c:v>2139.8916113388673</c:v>
                </c:pt>
                <c:pt idx="994">
                  <c:v>2144.0414976990351</c:v>
                </c:pt>
                <c:pt idx="995">
                  <c:v>2149.9207217343119</c:v>
                </c:pt>
                <c:pt idx="996">
                  <c:v>2151.2989361635605</c:v>
                </c:pt>
                <c:pt idx="997">
                  <c:v>2144.323364892261</c:v>
                </c:pt>
                <c:pt idx="998">
                  <c:v>2142.6067839226403</c:v>
                </c:pt>
                <c:pt idx="999">
                  <c:v>2146.6935967525037</c:v>
                </c:pt>
                <c:pt idx="1000">
                  <c:v>2148.1161326076367</c:v>
                </c:pt>
                <c:pt idx="1001">
                  <c:v>2142.1404095825023</c:v>
                </c:pt>
                <c:pt idx="1002">
                  <c:v>2140.7956594146644</c:v>
                </c:pt>
                <c:pt idx="1003">
                  <c:v>2142.7112244339337</c:v>
                </c:pt>
                <c:pt idx="1004">
                  <c:v>2139.494027270272</c:v>
                </c:pt>
                <c:pt idx="1005">
                  <c:v>2141.690024137451</c:v>
                </c:pt>
                <c:pt idx="1006">
                  <c:v>2146.2636453600671</c:v>
                </c:pt>
                <c:pt idx="1007">
                  <c:v>2146.6179219257278</c:v>
                </c:pt>
                <c:pt idx="1008">
                  <c:v>2151.4094263135867</c:v>
                </c:pt>
                <c:pt idx="1009">
                  <c:v>2171.9784700935706</c:v>
                </c:pt>
                <c:pt idx="1010">
                  <c:v>2179.8742426417443</c:v>
                </c:pt>
                <c:pt idx="1011">
                  <c:v>2177.6801479188784</c:v>
                </c:pt>
                <c:pt idx="1012">
                  <c:v>2174.5854061184241</c:v>
                </c:pt>
                <c:pt idx="1013">
                  <c:v>2175.0345166061179</c:v>
                </c:pt>
                <c:pt idx="1014">
                  <c:v>2174.9960198007584</c:v>
                </c:pt>
                <c:pt idx="1015">
                  <c:v>2169.4570391907619</c:v>
                </c:pt>
                <c:pt idx="1016">
                  <c:v>2170.7502184991249</c:v>
                </c:pt>
                <c:pt idx="1017">
                  <c:v>2171.6236512267637</c:v>
                </c:pt>
                <c:pt idx="1018">
                  <c:v>2167.9430766696919</c:v>
                </c:pt>
                <c:pt idx="1019">
                  <c:v>2169.3333313033481</c:v>
                </c:pt>
                <c:pt idx="1020">
                  <c:v>2151.1808148443588</c:v>
                </c:pt>
                <c:pt idx="1021">
                  <c:v>2148.1421544448244</c:v>
                </c:pt>
                <c:pt idx="1022">
                  <c:v>2160.3118323801964</c:v>
                </c:pt>
                <c:pt idx="1023">
                  <c:v>2166.8000882173969</c:v>
                </c:pt>
                <c:pt idx="1024">
                  <c:v>2164.5693255015226</c:v>
                </c:pt>
                <c:pt idx="1025">
                  <c:v>2158.5576250817289</c:v>
                </c:pt>
                <c:pt idx="1026">
                  <c:v>2156.6873951508192</c:v>
                </c:pt>
                <c:pt idx="1027">
                  <c:v>2148.2326684964487</c:v>
                </c:pt>
                <c:pt idx="1028">
                  <c:v>2145.1793953410679</c:v>
                </c:pt>
                <c:pt idx="1029">
                  <c:v>2144.9227184296542</c:v>
                </c:pt>
                <c:pt idx="1030">
                  <c:v>2151.1875564752545</c:v>
                </c:pt>
                <c:pt idx="1031">
                  <c:v>2155.5122165612552</c:v>
                </c:pt>
                <c:pt idx="1032">
                  <c:v>2156.1098262295682</c:v>
                </c:pt>
                <c:pt idx="1033">
                  <c:v>2152.4003147490571</c:v>
                </c:pt>
                <c:pt idx="1034">
                  <c:v>2150.7140379162329</c:v>
                </c:pt>
                <c:pt idx="1035">
                  <c:v>2155.6001264890601</c:v>
                </c:pt>
                <c:pt idx="1036">
                  <c:v>2158.0955518480409</c:v>
                </c:pt>
                <c:pt idx="1037">
                  <c:v>2160.7058885202264</c:v>
                </c:pt>
                <c:pt idx="1038">
                  <c:v>2155.5196548797489</c:v>
                </c:pt>
                <c:pt idx="1039">
                  <c:v>2128.8341851076143</c:v>
                </c:pt>
                <c:pt idx="1040">
                  <c:v>2110.2128586981225</c:v>
                </c:pt>
                <c:pt idx="1041">
                  <c:v>2105.4740052033098</c:v>
                </c:pt>
                <c:pt idx="1042">
                  <c:v>2110.1672597760999</c:v>
                </c:pt>
                <c:pt idx="1043">
                  <c:v>2105.5609073814612</c:v>
                </c:pt>
                <c:pt idx="1044">
                  <c:v>2064.7148197679089</c:v>
                </c:pt>
                <c:pt idx="1045">
                  <c:v>2074.4424923975662</c:v>
                </c:pt>
                <c:pt idx="1046">
                  <c:v>2069.7308023576234</c:v>
                </c:pt>
                <c:pt idx="1047">
                  <c:v>2066.5715661339509</c:v>
                </c:pt>
                <c:pt idx="1048">
                  <c:v>2079.9895878418697</c:v>
                </c:pt>
                <c:pt idx="1049">
                  <c:v>2092.1948320207825</c:v>
                </c:pt>
                <c:pt idx="1050">
                  <c:v>2080.048912233427</c:v>
                </c:pt>
                <c:pt idx="1051">
                  <c:v>2072.1635930842026</c:v>
                </c:pt>
                <c:pt idx="1052">
                  <c:v>2059.147839007444</c:v>
                </c:pt>
                <c:pt idx="1053">
                  <c:v>2073.1784516790326</c:v>
                </c:pt>
                <c:pt idx="1054">
                  <c:v>2072.9178948394565</c:v>
                </c:pt>
                <c:pt idx="1055">
                  <c:v>2067.5139059829789</c:v>
                </c:pt>
                <c:pt idx="1056">
                  <c:v>2105.3669070053656</c:v>
                </c:pt>
                <c:pt idx="1057">
                  <c:v>2104.8068343700847</c:v>
                </c:pt>
                <c:pt idx="1058">
                  <c:v>2097.9023802297356</c:v>
                </c:pt>
                <c:pt idx="1059">
                  <c:v>2103.6895837930974</c:v>
                </c:pt>
                <c:pt idx="1060">
                  <c:v>2107.6043648048717</c:v>
                </c:pt>
                <c:pt idx="1061">
                  <c:v>2114.5135917190628</c:v>
                </c:pt>
                <c:pt idx="1062">
                  <c:v>2111.9497651793035</c:v>
                </c:pt>
                <c:pt idx="1063">
                  <c:v>2161.8222477195281</c:v>
                </c:pt>
                <c:pt idx="1064">
                  <c:v>2154.8525753636795</c:v>
                </c:pt>
                <c:pt idx="1065">
                  <c:v>2161.3998492146297</c:v>
                </c:pt>
                <c:pt idx="1066">
                  <c:v>2154.2673303765218</c:v>
                </c:pt>
                <c:pt idx="1067">
                  <c:v>2162.3990927159539</c:v>
                </c:pt>
                <c:pt idx="1068">
                  <c:v>2162.5009270347855</c:v>
                </c:pt>
                <c:pt idx="1069">
                  <c:v>2164.7787660221416</c:v>
                </c:pt>
                <c:pt idx="1070">
                  <c:v>2159.2179637763252</c:v>
                </c:pt>
                <c:pt idx="1071">
                  <c:v>2156.9249321791426</c:v>
                </c:pt>
                <c:pt idx="1072">
                  <c:v>2159.9721271089729</c:v>
                </c:pt>
                <c:pt idx="1073">
                  <c:v>2162.5331639130559</c:v>
                </c:pt>
                <c:pt idx="1074">
                  <c:v>2164.8534493971947</c:v>
                </c:pt>
                <c:pt idx="1075">
                  <c:v>2166.6680583005323</c:v>
                </c:pt>
                <c:pt idx="1076">
                  <c:v>2171.2648333570542</c:v>
                </c:pt>
                <c:pt idx="1077">
                  <c:v>2164.9834035370836</c:v>
                </c:pt>
                <c:pt idx="1078">
                  <c:v>2167.8568481702569</c:v>
                </c:pt>
                <c:pt idx="1079">
                  <c:v>2168.3334873946114</c:v>
                </c:pt>
                <c:pt idx="1080">
                  <c:v>2167.2511296808025</c:v>
                </c:pt>
                <c:pt idx="1081">
                  <c:v>2173.9833349960941</c:v>
                </c:pt>
                <c:pt idx="1082">
                  <c:v>2179.0179517013698</c:v>
                </c:pt>
                <c:pt idx="1083">
                  <c:v>2177.8106052549088</c:v>
                </c:pt>
                <c:pt idx="1084">
                  <c:v>2180.1394264122277</c:v>
                </c:pt>
                <c:pt idx="1085">
                  <c:v>2171.1959286371839</c:v>
                </c:pt>
                <c:pt idx="1086">
                  <c:v>2174.0068595075431</c:v>
                </c:pt>
                <c:pt idx="1087">
                  <c:v>2172.8391671379791</c:v>
                </c:pt>
                <c:pt idx="1088">
                  <c:v>2174.9267080298987</c:v>
                </c:pt>
                <c:pt idx="1089">
                  <c:v>2168.2971348396018</c:v>
                </c:pt>
                <c:pt idx="1090">
                  <c:v>2164.214694408166</c:v>
                </c:pt>
                <c:pt idx="1091">
                  <c:v>2164.8862581978333</c:v>
                </c:pt>
                <c:pt idx="1092">
                  <c:v>2167.8023455084926</c:v>
                </c:pt>
                <c:pt idx="1093">
                  <c:v>2166.1070916779145</c:v>
                </c:pt>
                <c:pt idx="1094">
                  <c:v>2175.1458716992261</c:v>
                </c:pt>
                <c:pt idx="1095">
                  <c:v>2176.0886177484454</c:v>
                </c:pt>
                <c:pt idx="1096">
                  <c:v>2183.0472996754279</c:v>
                </c:pt>
                <c:pt idx="1097">
                  <c:v>2186.3874379770814</c:v>
                </c:pt>
                <c:pt idx="1098">
                  <c:v>2186.6981698205209</c:v>
                </c:pt>
                <c:pt idx="1099">
                  <c:v>2192.8943006172844</c:v>
                </c:pt>
                <c:pt idx="1100">
                  <c:v>2190.5817410895834</c:v>
                </c:pt>
                <c:pt idx="1101">
                  <c:v>2187.2414435875889</c:v>
                </c:pt>
                <c:pt idx="1102">
                  <c:v>2184.8608055566369</c:v>
                </c:pt>
                <c:pt idx="1103">
                  <c:v>2183.8968164916696</c:v>
                </c:pt>
                <c:pt idx="1104">
                  <c:v>2188.5081695961453</c:v>
                </c:pt>
                <c:pt idx="1105">
                  <c:v>2189.5599984619475</c:v>
                </c:pt>
                <c:pt idx="1106">
                  <c:v>2186.2280028783389</c:v>
                </c:pt>
                <c:pt idx="1107">
                  <c:v>2188.7893017830556</c:v>
                </c:pt>
                <c:pt idx="1108">
                  <c:v>2185.2514566732748</c:v>
                </c:pt>
                <c:pt idx="1109">
                  <c:v>2179.547191535296</c:v>
                </c:pt>
                <c:pt idx="1110">
                  <c:v>2186.1658392009585</c:v>
                </c:pt>
                <c:pt idx="1111">
                  <c:v>2183.8037146523575</c:v>
                </c:pt>
                <c:pt idx="1112">
                  <c:v>2184.0698183585801</c:v>
                </c:pt>
                <c:pt idx="1113">
                  <c:v>2184.3550551300696</c:v>
                </c:pt>
                <c:pt idx="1114">
                  <c:v>2186.6822566853489</c:v>
                </c:pt>
                <c:pt idx="1115">
                  <c:v>2181.304394994344</c:v>
                </c:pt>
                <c:pt idx="1116">
                  <c:v>2182.5521589719838</c:v>
                </c:pt>
                <c:pt idx="1117">
                  <c:v>2280.1064767912258</c:v>
                </c:pt>
                <c:pt idx="1118">
                  <c:v>2275.603289932254</c:v>
                </c:pt>
                <c:pt idx="1119">
                  <c:v>2279.718578593403</c:v>
                </c:pt>
                <c:pt idx="1120">
                  <c:v>2279.9039703140788</c:v>
                </c:pt>
                <c:pt idx="1121">
                  <c:v>2284.5878461164939</c:v>
                </c:pt>
                <c:pt idx="1122">
                  <c:v>2290.0895937041223</c:v>
                </c:pt>
                <c:pt idx="1123">
                  <c:v>2306.7318738484432</c:v>
                </c:pt>
                <c:pt idx="1124">
                  <c:v>2308.0698778002529</c:v>
                </c:pt>
                <c:pt idx="1125">
                  <c:v>2300.4246507814391</c:v>
                </c:pt>
                <c:pt idx="1126">
                  <c:v>2305.6338676326286</c:v>
                </c:pt>
                <c:pt idx="1127">
                  <c:v>2306.8607168387643</c:v>
                </c:pt>
                <c:pt idx="1128">
                  <c:v>2301.6043579973784</c:v>
                </c:pt>
                <c:pt idx="1129">
                  <c:v>2318.1065383873511</c:v>
                </c:pt>
                <c:pt idx="1130">
                  <c:v>2320.6753636262465</c:v>
                </c:pt>
                <c:pt idx="1131">
                  <c:v>2322.00654244513</c:v>
                </c:pt>
                <c:pt idx="1132">
                  <c:v>2319.2199544195232</c:v>
                </c:pt>
                <c:pt idx="1133">
                  <c:v>2318.7119582782366</c:v>
                </c:pt>
                <c:pt idx="1134">
                  <c:v>2318.5362843518687</c:v>
                </c:pt>
                <c:pt idx="1135">
                  <c:v>2317.1217430351526</c:v>
                </c:pt>
                <c:pt idx="1136">
                  <c:v>2312.555612955558</c:v>
                </c:pt>
                <c:pt idx="1137">
                  <c:v>2319.1665688818248</c:v>
                </c:pt>
                <c:pt idx="1138">
                  <c:v>2314.0678276411754</c:v>
                </c:pt>
                <c:pt idx="1139">
                  <c:v>2319.0176207622821</c:v>
                </c:pt>
                <c:pt idx="1140">
                  <c:v>2322.3661910489905</c:v>
                </c:pt>
                <c:pt idx="1141">
                  <c:v>2315.4682164140909</c:v>
                </c:pt>
                <c:pt idx="1142">
                  <c:v>2317.0061080959226</c:v>
                </c:pt>
                <c:pt idx="1143">
                  <c:v>2288.5250812517834</c:v>
                </c:pt>
                <c:pt idx="1144">
                  <c:v>2341.5292189904681</c:v>
                </c:pt>
                <c:pt idx="1145">
                  <c:v>2350.1303789718067</c:v>
                </c:pt>
                <c:pt idx="1146">
                  <c:v>2347.4061169103602</c:v>
                </c:pt>
                <c:pt idx="1147">
                  <c:v>2327.317325410032</c:v>
                </c:pt>
                <c:pt idx="1148">
                  <c:v>2320.4660653216115</c:v>
                </c:pt>
                <c:pt idx="1149">
                  <c:v>2326.7384893945764</c:v>
                </c:pt>
                <c:pt idx="1150">
                  <c:v>2329.9519412821269</c:v>
                </c:pt>
                <c:pt idx="1151">
                  <c:v>2325.5798175273685</c:v>
                </c:pt>
                <c:pt idx="1152">
                  <c:v>2322.5136556556095</c:v>
                </c:pt>
                <c:pt idx="1153">
                  <c:v>2317.3588261342525</c:v>
                </c:pt>
                <c:pt idx="1154">
                  <c:v>2315.4367999999999</c:v>
                </c:pt>
                <c:pt idx="1155">
                  <c:v>2324.0093567251461</c:v>
                </c:pt>
                <c:pt idx="1156">
                  <c:v>2334.9776817755092</c:v>
                </c:pt>
                <c:pt idx="1157">
                  <c:v>2339.6092873752154</c:v>
                </c:pt>
                <c:pt idx="1158">
                  <c:v>2343.940871227072</c:v>
                </c:pt>
                <c:pt idx="1159">
                  <c:v>2339.8525780213563</c:v>
                </c:pt>
                <c:pt idx="1160">
                  <c:v>2344.0197321045071</c:v>
                </c:pt>
                <c:pt idx="1161">
                  <c:v>2338.637106478549</c:v>
                </c:pt>
                <c:pt idx="1162">
                  <c:v>2331.1947039524425</c:v>
                </c:pt>
                <c:pt idx="1163">
                  <c:v>2338.651099083057</c:v>
                </c:pt>
                <c:pt idx="1164">
                  <c:v>2338.1749545459406</c:v>
                </c:pt>
                <c:pt idx="1165">
                  <c:v>2340.1513958967084</c:v>
                </c:pt>
                <c:pt idx="1166">
                  <c:v>2343.5965703675743</c:v>
                </c:pt>
                <c:pt idx="1167">
                  <c:v>2335.7311211422202</c:v>
                </c:pt>
                <c:pt idx="1168">
                  <c:v>2335.0005310237912</c:v>
                </c:pt>
                <c:pt idx="1169">
                  <c:v>2332.0618650533261</c:v>
                </c:pt>
                <c:pt idx="1170">
                  <c:v>2334.5994686169852</c:v>
                </c:pt>
                <c:pt idx="1171">
                  <c:v>2332.101569719704</c:v>
                </c:pt>
                <c:pt idx="1172">
                  <c:v>2329.8083729436671</c:v>
                </c:pt>
                <c:pt idx="1173">
                  <c:v>2331.631910043563</c:v>
                </c:pt>
                <c:pt idx="1174">
                  <c:v>2335.6100072748591</c:v>
                </c:pt>
                <c:pt idx="1175">
                  <c:v>2315.0472429824895</c:v>
                </c:pt>
                <c:pt idx="1176">
                  <c:v>2320.597291082468</c:v>
                </c:pt>
                <c:pt idx="1177">
                  <c:v>2323.4460979598061</c:v>
                </c:pt>
                <c:pt idx="1178">
                  <c:v>2420.4753797573326</c:v>
                </c:pt>
                <c:pt idx="1179">
                  <c:v>2418.1539062851075</c:v>
                </c:pt>
                <c:pt idx="1180">
                  <c:v>2426.291972394331</c:v>
                </c:pt>
                <c:pt idx="1181">
                  <c:v>2389.1899908125306</c:v>
                </c:pt>
                <c:pt idx="1182">
                  <c:v>2390.9845824348963</c:v>
                </c:pt>
                <c:pt idx="1183">
                  <c:v>2359.5299295349791</c:v>
                </c:pt>
                <c:pt idx="1184">
                  <c:v>2336.4088468248187</c:v>
                </c:pt>
                <c:pt idx="1185">
                  <c:v>2303.1093973016527</c:v>
                </c:pt>
                <c:pt idx="1186">
                  <c:v>2292.734401854198</c:v>
                </c:pt>
                <c:pt idx="1187">
                  <c:v>2305.5570052091362</c:v>
                </c:pt>
                <c:pt idx="1188">
                  <c:v>2292.7056664299184</c:v>
                </c:pt>
                <c:pt idx="1189">
                  <c:v>2298.016701384086</c:v>
                </c:pt>
                <c:pt idx="1190">
                  <c:v>2263.5954657664424</c:v>
                </c:pt>
                <c:pt idx="1191">
                  <c:v>2252.8566278260009</c:v>
                </c:pt>
                <c:pt idx="1192">
                  <c:v>2235.2670678022378</c:v>
                </c:pt>
                <c:pt idx="1193">
                  <c:v>2228.5514540922472</c:v>
                </c:pt>
                <c:pt idx="1194">
                  <c:v>2217.5983989749552</c:v>
                </c:pt>
                <c:pt idx="1195">
                  <c:v>2206.619884942445</c:v>
                </c:pt>
                <c:pt idx="1196">
                  <c:v>2208.3567949380545</c:v>
                </c:pt>
                <c:pt idx="1197">
                  <c:v>2217.8400521012682</c:v>
                </c:pt>
                <c:pt idx="1198">
                  <c:v>2217.5031788523388</c:v>
                </c:pt>
                <c:pt idx="1199">
                  <c:v>2224.4690234306026</c:v>
                </c:pt>
                <c:pt idx="1200">
                  <c:v>2204.4169323491851</c:v>
                </c:pt>
                <c:pt idx="1201">
                  <c:v>2202.9669616081674</c:v>
                </c:pt>
                <c:pt idx="1202">
                  <c:v>2193.2069368537877</c:v>
                </c:pt>
                <c:pt idx="1203">
                  <c:v>2169.2399351159138</c:v>
                </c:pt>
                <c:pt idx="1204">
                  <c:v>2162.7549611695626</c:v>
                </c:pt>
                <c:pt idx="1205">
                  <c:v>2166.7543569948002</c:v>
                </c:pt>
                <c:pt idx="1206">
                  <c:v>2162.1386403783331</c:v>
                </c:pt>
                <c:pt idx="1207">
                  <c:v>2156.8471541548383</c:v>
                </c:pt>
                <c:pt idx="1208">
                  <c:v>2149.0864318876329</c:v>
                </c:pt>
                <c:pt idx="1209">
                  <c:v>2150.4018224763531</c:v>
                </c:pt>
                <c:pt idx="1210">
                  <c:v>2149.303229685775</c:v>
                </c:pt>
                <c:pt idx="1211">
                  <c:v>2147.4798829529586</c:v>
                </c:pt>
                <c:pt idx="1212">
                  <c:v>2145.7950416289896</c:v>
                </c:pt>
                <c:pt idx="1213">
                  <c:v>2145.5415047749839</c:v>
                </c:pt>
                <c:pt idx="1214">
                  <c:v>2141.025936775437</c:v>
                </c:pt>
                <c:pt idx="1215">
                  <c:v>2146.9599983907342</c:v>
                </c:pt>
                <c:pt idx="1216">
                  <c:v>2148.6185076366273</c:v>
                </c:pt>
                <c:pt idx="1217">
                  <c:v>2155.3869693928964</c:v>
                </c:pt>
                <c:pt idx="1218">
                  <c:v>2152.079631178794</c:v>
                </c:pt>
                <c:pt idx="1219">
                  <c:v>2149.2959027053671</c:v>
                </c:pt>
                <c:pt idx="1220">
                  <c:v>2144.8772215391391</c:v>
                </c:pt>
                <c:pt idx="1221">
                  <c:v>2133.6662782288395</c:v>
                </c:pt>
                <c:pt idx="1222">
                  <c:v>2140.8576428191859</c:v>
                </c:pt>
                <c:pt idx="1223">
                  <c:v>2130.7497598637956</c:v>
                </c:pt>
                <c:pt idx="1224">
                  <c:v>2130.0390981936421</c:v>
                </c:pt>
                <c:pt idx="1225">
                  <c:v>2130.665815891236</c:v>
                </c:pt>
                <c:pt idx="1226">
                  <c:v>2128.9906606030163</c:v>
                </c:pt>
                <c:pt idx="1227">
                  <c:v>2129.0613655711541</c:v>
                </c:pt>
                <c:pt idx="1228">
                  <c:v>2133.1840826748748</c:v>
                </c:pt>
                <c:pt idx="1229">
                  <c:v>2135.0881197750932</c:v>
                </c:pt>
                <c:pt idx="1230">
                  <c:v>2131.3898955569989</c:v>
                </c:pt>
                <c:pt idx="1231">
                  <c:v>2128.8409357644487</c:v>
                </c:pt>
                <c:pt idx="1232">
                  <c:v>2128.1307495225146</c:v>
                </c:pt>
                <c:pt idx="1233">
                  <c:v>2110.1366309183263</c:v>
                </c:pt>
                <c:pt idx="1234">
                  <c:v>2084.2011058847593</c:v>
                </c:pt>
                <c:pt idx="1235">
                  <c:v>2083.5902162537473</c:v>
                </c:pt>
                <c:pt idx="1236">
                  <c:v>2088.6321110345375</c:v>
                </c:pt>
                <c:pt idx="1237">
                  <c:v>2084.7180654084109</c:v>
                </c:pt>
                <c:pt idx="1238">
                  <c:v>2083.7959019728933</c:v>
                </c:pt>
                <c:pt idx="1239">
                  <c:v>2085.7432848745334</c:v>
                </c:pt>
                <c:pt idx="1240">
                  <c:v>2084.9168215404939</c:v>
                </c:pt>
                <c:pt idx="1241">
                  <c:v>2130.843198089166</c:v>
                </c:pt>
                <c:pt idx="1242">
                  <c:v>2127.8993273928677</c:v>
                </c:pt>
                <c:pt idx="1243">
                  <c:v>2125.4494716033128</c:v>
                </c:pt>
                <c:pt idx="1244">
                  <c:v>2127.6073695601458</c:v>
                </c:pt>
                <c:pt idx="1245">
                  <c:v>2133.5372865398513</c:v>
                </c:pt>
                <c:pt idx="1246">
                  <c:v>2148.4040371806564</c:v>
                </c:pt>
                <c:pt idx="1247">
                  <c:v>2146.832849970031</c:v>
                </c:pt>
                <c:pt idx="1248">
                  <c:v>2140.4203858523647</c:v>
                </c:pt>
                <c:pt idx="1249">
                  <c:v>2133.4223479569164</c:v>
                </c:pt>
                <c:pt idx="1250">
                  <c:v>2134.8956968146267</c:v>
                </c:pt>
                <c:pt idx="1251">
                  <c:v>2130.1865218256612</c:v>
                </c:pt>
                <c:pt idx="1252">
                  <c:v>2124.979612806168</c:v>
                </c:pt>
                <c:pt idx="1253">
                  <c:v>2107.708746928799</c:v>
                </c:pt>
                <c:pt idx="1254">
                  <c:v>2107.8116886729717</c:v>
                </c:pt>
                <c:pt idx="1255">
                  <c:v>2112.3708297777998</c:v>
                </c:pt>
                <c:pt idx="1256">
                  <c:v>2092.369814833492</c:v>
                </c:pt>
                <c:pt idx="1257">
                  <c:v>2098.3848207050187</c:v>
                </c:pt>
                <c:pt idx="1258">
                  <c:v>2111.6043845585068</c:v>
                </c:pt>
                <c:pt idx="1259">
                  <c:v>2111.0819400364107</c:v>
                </c:pt>
                <c:pt idx="1260">
                  <c:v>2103.229393572864</c:v>
                </c:pt>
                <c:pt idx="1261">
                  <c:v>2100.4445040764085</c:v>
                </c:pt>
                <c:pt idx="1262">
                  <c:v>2047.6705095391142</c:v>
                </c:pt>
                <c:pt idx="1263">
                  <c:v>2043.8981117864191</c:v>
                </c:pt>
                <c:pt idx="1264">
                  <c:v>2038.6735154203338</c:v>
                </c:pt>
                <c:pt idx="1265">
                  <c:v>2090.4048943766784</c:v>
                </c:pt>
                <c:pt idx="1266">
                  <c:v>2045.3172811195245</c:v>
                </c:pt>
                <c:pt idx="1267">
                  <c:v>2039.5644272829118</c:v>
                </c:pt>
                <c:pt idx="1268">
                  <c:v>1988.9041928795205</c:v>
                </c:pt>
                <c:pt idx="1269">
                  <c:v>1998.1249452956872</c:v>
                </c:pt>
                <c:pt idx="1270">
                  <c:v>1995.2347600462792</c:v>
                </c:pt>
                <c:pt idx="1271">
                  <c:v>1996.9540780372308</c:v>
                </c:pt>
                <c:pt idx="1272">
                  <c:v>2005.6422661824972</c:v>
                </c:pt>
                <c:pt idx="1273">
                  <c:v>2001.753963715023</c:v>
                </c:pt>
                <c:pt idx="1274">
                  <c:v>1997.1421208516617</c:v>
                </c:pt>
                <c:pt idx="1275">
                  <c:v>1996.1488870159328</c:v>
                </c:pt>
                <c:pt idx="1276">
                  <c:v>2001.9565868902253</c:v>
                </c:pt>
                <c:pt idx="1277">
                  <c:v>1996.4375867182068</c:v>
                </c:pt>
                <c:pt idx="1278">
                  <c:v>2001.3378013297229</c:v>
                </c:pt>
                <c:pt idx="1279">
                  <c:v>1995.9510588745297</c:v>
                </c:pt>
                <c:pt idx="1280">
                  <c:v>2012.5244048823233</c:v>
                </c:pt>
                <c:pt idx="1281">
                  <c:v>2013.0932085672839</c:v>
                </c:pt>
                <c:pt idx="1282">
                  <c:v>1998.6338249403586</c:v>
                </c:pt>
                <c:pt idx="1283">
                  <c:v>1989.8194628829381</c:v>
                </c:pt>
                <c:pt idx="1284">
                  <c:v>2000.9271894614233</c:v>
                </c:pt>
                <c:pt idx="1285">
                  <c:v>2004.0042151012415</c:v>
                </c:pt>
                <c:pt idx="1286">
                  <c:v>1976.1577276374412</c:v>
                </c:pt>
                <c:pt idx="1287">
                  <c:v>1972.4099609844811</c:v>
                </c:pt>
                <c:pt idx="1288">
                  <c:v>1866.3070590988978</c:v>
                </c:pt>
                <c:pt idx="1289">
                  <c:v>1842.8058090572808</c:v>
                </c:pt>
                <c:pt idx="1290">
                  <c:v>1801.2034918297861</c:v>
                </c:pt>
                <c:pt idx="1291">
                  <c:v>1805.7513589330113</c:v>
                </c:pt>
                <c:pt idx="1292">
                  <c:v>1809.2313149385236</c:v>
                </c:pt>
                <c:pt idx="1293">
                  <c:v>1807.1472710704593</c:v>
                </c:pt>
                <c:pt idx="1294">
                  <c:v>1821.7715983764444</c:v>
                </c:pt>
                <c:pt idx="1295">
                  <c:v>1818.5952190121127</c:v>
                </c:pt>
                <c:pt idx="1296">
                  <c:v>1816.7347593398188</c:v>
                </c:pt>
                <c:pt idx="1297">
                  <c:v>1836.5681715543651</c:v>
                </c:pt>
                <c:pt idx="1298">
                  <c:v>1835.4650297374324</c:v>
                </c:pt>
                <c:pt idx="1299">
                  <c:v>1844.0151858549789</c:v>
                </c:pt>
                <c:pt idx="1300">
                  <c:v>1851.2732482333979</c:v>
                </c:pt>
                <c:pt idx="1301">
                  <c:v>1844.8908718505113</c:v>
                </c:pt>
                <c:pt idx="1302">
                  <c:v>1840.0801057885228</c:v>
                </c:pt>
                <c:pt idx="1303">
                  <c:v>1846.0715807034223</c:v>
                </c:pt>
                <c:pt idx="1304">
                  <c:v>1840.0859932464168</c:v>
                </c:pt>
                <c:pt idx="1305">
                  <c:v>1842.0347798672954</c:v>
                </c:pt>
                <c:pt idx="1306">
                  <c:v>1809.4593123373827</c:v>
                </c:pt>
                <c:pt idx="1307">
                  <c:v>1815.427289566062</c:v>
                </c:pt>
                <c:pt idx="1308">
                  <c:v>1811.3477129221735</c:v>
                </c:pt>
                <c:pt idx="1309">
                  <c:v>1816.9847306601052</c:v>
                </c:pt>
                <c:pt idx="1310">
                  <c:v>1821.6799291941204</c:v>
                </c:pt>
                <c:pt idx="1311">
                  <c:v>1774.9577742642607</c:v>
                </c:pt>
                <c:pt idx="1312">
                  <c:v>1770.3074442989389</c:v>
                </c:pt>
                <c:pt idx="1313">
                  <c:v>1777.3068580367883</c:v>
                </c:pt>
                <c:pt idx="1314">
                  <c:v>1777.1963514385156</c:v>
                </c:pt>
                <c:pt idx="1315">
                  <c:v>1782.280671787189</c:v>
                </c:pt>
                <c:pt idx="1316">
                  <c:v>1770.6454639733738</c:v>
                </c:pt>
                <c:pt idx="1317">
                  <c:v>1768.7211152744678</c:v>
                </c:pt>
                <c:pt idx="1318">
                  <c:v>1772.4282353205638</c:v>
                </c:pt>
                <c:pt idx="1319">
                  <c:v>1769.3242116875094</c:v>
                </c:pt>
                <c:pt idx="1320">
                  <c:v>1768.5226216378014</c:v>
                </c:pt>
                <c:pt idx="1321">
                  <c:v>1758.5076472864596</c:v>
                </c:pt>
                <c:pt idx="1322">
                  <c:v>1762.5791154612634</c:v>
                </c:pt>
                <c:pt idx="1323">
                  <c:v>1741.3256651186568</c:v>
                </c:pt>
                <c:pt idx="1324">
                  <c:v>1710.2134573144344</c:v>
                </c:pt>
                <c:pt idx="1325">
                  <c:v>1713.9045044494012</c:v>
                </c:pt>
                <c:pt idx="1326">
                  <c:v>1711.9027285958209</c:v>
                </c:pt>
                <c:pt idx="1327">
                  <c:v>1717.1116646108737</c:v>
                </c:pt>
                <c:pt idx="1328">
                  <c:v>1721.6868763500358</c:v>
                </c:pt>
                <c:pt idx="1329">
                  <c:v>1716.4571864921436</c:v>
                </c:pt>
                <c:pt idx="1330">
                  <c:v>1730.7095334585549</c:v>
                </c:pt>
                <c:pt idx="1331">
                  <c:v>1731.6399590562723</c:v>
                </c:pt>
                <c:pt idx="1332">
                  <c:v>1728.158797729373</c:v>
                </c:pt>
                <c:pt idx="1333">
                  <c:v>1751.3488830289309</c:v>
                </c:pt>
                <c:pt idx="1334">
                  <c:v>1737.0363358006121</c:v>
                </c:pt>
                <c:pt idx="1335">
                  <c:v>1737.6148893522497</c:v>
                </c:pt>
                <c:pt idx="1336">
                  <c:v>1748.3700614562908</c:v>
                </c:pt>
                <c:pt idx="1337">
                  <c:v>1767.0111208551693</c:v>
                </c:pt>
                <c:pt idx="1338">
                  <c:v>1775.2856103015504</c:v>
                </c:pt>
                <c:pt idx="1339">
                  <c:v>1768.3464487228659</c:v>
                </c:pt>
                <c:pt idx="1340">
                  <c:v>1772.1948734856362</c:v>
                </c:pt>
                <c:pt idx="1341">
                  <c:v>1769.6288421832387</c:v>
                </c:pt>
                <c:pt idx="1342">
                  <c:v>1751.7680827557799</c:v>
                </c:pt>
                <c:pt idx="1343">
                  <c:v>1768.323511233159</c:v>
                </c:pt>
                <c:pt idx="1344">
                  <c:v>1765.2303666743612</c:v>
                </c:pt>
                <c:pt idx="1345">
                  <c:v>1750.5113871501121</c:v>
                </c:pt>
                <c:pt idx="1346">
                  <c:v>1749.5752500586198</c:v>
                </c:pt>
                <c:pt idx="1347">
                  <c:v>1761.4040111413428</c:v>
                </c:pt>
                <c:pt idx="1348">
                  <c:v>1775.9755219659503</c:v>
                </c:pt>
                <c:pt idx="1349">
                  <c:v>1745.5122421402054</c:v>
                </c:pt>
                <c:pt idx="1350">
                  <c:v>1719.9613343258554</c:v>
                </c:pt>
                <c:pt idx="1351">
                  <c:v>1710.9089730580122</c:v>
                </c:pt>
                <c:pt idx="1352">
                  <c:v>1713.1094391703709</c:v>
                </c:pt>
                <c:pt idx="1353">
                  <c:v>1706.6692705817895</c:v>
                </c:pt>
                <c:pt idx="1354">
                  <c:v>1707.3398315090133</c:v>
                </c:pt>
                <c:pt idx="1355">
                  <c:v>1711.7537641718543</c:v>
                </c:pt>
                <c:pt idx="1356">
                  <c:v>1714.3065255604165</c:v>
                </c:pt>
                <c:pt idx="1357">
                  <c:v>1707.4406925227122</c:v>
                </c:pt>
                <c:pt idx="1358">
                  <c:v>1695.1388825023539</c:v>
                </c:pt>
                <c:pt idx="1359">
                  <c:v>1701.4501730503816</c:v>
                </c:pt>
                <c:pt idx="1360">
                  <c:v>1693.2991001793091</c:v>
                </c:pt>
                <c:pt idx="1361">
                  <c:v>1693.0379119179063</c:v>
                </c:pt>
                <c:pt idx="1362">
                  <c:v>1693.9881966135652</c:v>
                </c:pt>
                <c:pt idx="1363">
                  <c:v>1802.5685872147324</c:v>
                </c:pt>
                <c:pt idx="1364">
                  <c:v>1805.3941923831537</c:v>
                </c:pt>
                <c:pt idx="1365">
                  <c:v>1804.6304628756538</c:v>
                </c:pt>
                <c:pt idx="1366">
                  <c:v>1802.3594307314027</c:v>
                </c:pt>
                <c:pt idx="1367">
                  <c:v>1801.4108524952567</c:v>
                </c:pt>
                <c:pt idx="1368">
                  <c:v>1794.6296861800529</c:v>
                </c:pt>
                <c:pt idx="1369">
                  <c:v>1808.0202998593882</c:v>
                </c:pt>
                <c:pt idx="1370">
                  <c:v>1814.7008007645748</c:v>
                </c:pt>
                <c:pt idx="1371">
                  <c:v>1807.2704008961239</c:v>
                </c:pt>
                <c:pt idx="1372">
                  <c:v>1804.8763966775159</c:v>
                </c:pt>
                <c:pt idx="1373">
                  <c:v>1817.6379587528177</c:v>
                </c:pt>
                <c:pt idx="1374">
                  <c:v>1826.2488103087201</c:v>
                </c:pt>
                <c:pt idx="1375">
                  <c:v>1816.4100840762569</c:v>
                </c:pt>
                <c:pt idx="1376">
                  <c:v>1817.2185981342075</c:v>
                </c:pt>
                <c:pt idx="1377">
                  <c:v>1807.2359903188776</c:v>
                </c:pt>
                <c:pt idx="1378">
                  <c:v>1791.2467522957254</c:v>
                </c:pt>
                <c:pt idx="1379">
                  <c:v>1798.0885102609761</c:v>
                </c:pt>
                <c:pt idx="1380">
                  <c:v>1800.7222786560806</c:v>
                </c:pt>
                <c:pt idx="1381">
                  <c:v>1762.5030079506944</c:v>
                </c:pt>
                <c:pt idx="1382">
                  <c:v>1731.6522304136658</c:v>
                </c:pt>
                <c:pt idx="1383">
                  <c:v>1736.9520515558127</c:v>
                </c:pt>
                <c:pt idx="1384">
                  <c:v>1720.5514659817186</c:v>
                </c:pt>
                <c:pt idx="1385">
                  <c:v>1771.2177412383126</c:v>
                </c:pt>
                <c:pt idx="1386">
                  <c:v>1741.0177318318172</c:v>
                </c:pt>
                <c:pt idx="1387">
                  <c:v>1729.0747017849023</c:v>
                </c:pt>
                <c:pt idx="1388">
                  <c:v>1732.0415341093506</c:v>
                </c:pt>
                <c:pt idx="1389">
                  <c:v>1707.5213357454138</c:v>
                </c:pt>
                <c:pt idx="1390">
                  <c:v>1667.8006538454829</c:v>
                </c:pt>
                <c:pt idx="1391">
                  <c:v>1681.1599652658947</c:v>
                </c:pt>
                <c:pt idx="1392">
                  <c:v>1681.7241915535453</c:v>
                </c:pt>
                <c:pt idx="1393">
                  <c:v>1680.2789241980447</c:v>
                </c:pt>
                <c:pt idx="1394">
                  <c:v>1679.2675799276055</c:v>
                </c:pt>
                <c:pt idx="1395">
                  <c:v>1677.2620338863437</c:v>
                </c:pt>
                <c:pt idx="1396">
                  <c:v>1678.0344213573073</c:v>
                </c:pt>
                <c:pt idx="1397">
                  <c:v>1681.4996596442097</c:v>
                </c:pt>
                <c:pt idx="1398">
                  <c:v>1692.876959800758</c:v>
                </c:pt>
                <c:pt idx="1399">
                  <c:v>1685.4285864611936</c:v>
                </c:pt>
                <c:pt idx="1400">
                  <c:v>1696.9702425715468</c:v>
                </c:pt>
                <c:pt idx="1401">
                  <c:v>1701.9341089421266</c:v>
                </c:pt>
                <c:pt idx="1402">
                  <c:v>1701.88736153438</c:v>
                </c:pt>
                <c:pt idx="1403">
                  <c:v>1705.1422862895806</c:v>
                </c:pt>
                <c:pt idx="1404">
                  <c:v>1710.5576241189149</c:v>
                </c:pt>
                <c:pt idx="1405">
                  <c:v>1702.587458092893</c:v>
                </c:pt>
                <c:pt idx="1406">
                  <c:v>1703.4614658360317</c:v>
                </c:pt>
                <c:pt idx="1407">
                  <c:v>1720.1760413110155</c:v>
                </c:pt>
                <c:pt idx="1408">
                  <c:v>1725.1020182982695</c:v>
                </c:pt>
                <c:pt idx="1409">
                  <c:v>1724.7578621956616</c:v>
                </c:pt>
                <c:pt idx="1410">
                  <c:v>1721.6955714340049</c:v>
                </c:pt>
                <c:pt idx="1411">
                  <c:v>1720.0977487303514</c:v>
                </c:pt>
                <c:pt idx="1412">
                  <c:v>1718.9112857821406</c:v>
                </c:pt>
                <c:pt idx="1413">
                  <c:v>1725.3550991572977</c:v>
                </c:pt>
                <c:pt idx="1414">
                  <c:v>1726.8696251506519</c:v>
                </c:pt>
                <c:pt idx="1415">
                  <c:v>1725.7873096853771</c:v>
                </c:pt>
                <c:pt idx="1416">
                  <c:v>1728.9199612880725</c:v>
                </c:pt>
                <c:pt idx="1417">
                  <c:v>1736.4974957928691</c:v>
                </c:pt>
                <c:pt idx="1418">
                  <c:v>1729.7372403878403</c:v>
                </c:pt>
                <c:pt idx="1419">
                  <c:v>1733.4100263051639</c:v>
                </c:pt>
                <c:pt idx="1420">
                  <c:v>1734.9216961849627</c:v>
                </c:pt>
                <c:pt idx="1421">
                  <c:v>1752.4748912097489</c:v>
                </c:pt>
                <c:pt idx="1422">
                  <c:v>1746.184179415586</c:v>
                </c:pt>
                <c:pt idx="1423">
                  <c:v>1756.177829390658</c:v>
                </c:pt>
                <c:pt idx="1424">
                  <c:v>2079.6519153877848</c:v>
                </c:pt>
                <c:pt idx="1425">
                  <c:v>2081.2609919146107</c:v>
                </c:pt>
                <c:pt idx="1426">
                  <c:v>2076.0919736732071</c:v>
                </c:pt>
                <c:pt idx="1427">
                  <c:v>2074.9276907649155</c:v>
                </c:pt>
                <c:pt idx="1428">
                  <c:v>2076.920196051452</c:v>
                </c:pt>
                <c:pt idx="1429">
                  <c:v>2182.5445627617755</c:v>
                </c:pt>
                <c:pt idx="1430">
                  <c:v>2174.7225806451615</c:v>
                </c:pt>
                <c:pt idx="1431">
                  <c:v>2229.5116734182943</c:v>
                </c:pt>
                <c:pt idx="1432">
                  <c:v>2238.4019727244731</c:v>
                </c:pt>
                <c:pt idx="1433">
                  <c:v>2240.5216095197679</c:v>
                </c:pt>
                <c:pt idx="1434">
                  <c:v>2247.6654590222952</c:v>
                </c:pt>
                <c:pt idx="1435">
                  <c:v>2245.3325608651571</c:v>
                </c:pt>
                <c:pt idx="1436">
                  <c:v>2272.3417945681549</c:v>
                </c:pt>
                <c:pt idx="1437">
                  <c:v>2296.397010401271</c:v>
                </c:pt>
                <c:pt idx="1438">
                  <c:v>2302.6498652680239</c:v>
                </c:pt>
                <c:pt idx="1439">
                  <c:v>2323.3917556656556</c:v>
                </c:pt>
                <c:pt idx="1440">
                  <c:v>2324.4004711588791</c:v>
                </c:pt>
                <c:pt idx="1441">
                  <c:v>2353.5133995967503</c:v>
                </c:pt>
                <c:pt idx="1442">
                  <c:v>2335.5521577408263</c:v>
                </c:pt>
                <c:pt idx="1443">
                  <c:v>2337.6897725091776</c:v>
                </c:pt>
                <c:pt idx="1444">
                  <c:v>2326.4629370739167</c:v>
                </c:pt>
                <c:pt idx="1445">
                  <c:v>2316.0214310129863</c:v>
                </c:pt>
                <c:pt idx="1446">
                  <c:v>2338.3829345896665</c:v>
                </c:pt>
                <c:pt idx="1447">
                  <c:v>2347.9181176470588</c:v>
                </c:pt>
                <c:pt idx="1448">
                  <c:v>2347.4096027073983</c:v>
                </c:pt>
                <c:pt idx="1449">
                  <c:v>2389.7077192931083</c:v>
                </c:pt>
                <c:pt idx="1450">
                  <c:v>2391.3552174467595</c:v>
                </c:pt>
                <c:pt idx="1451">
                  <c:v>2408.5431365798436</c:v>
                </c:pt>
                <c:pt idx="1452">
                  <c:v>2403.5589077145401</c:v>
                </c:pt>
                <c:pt idx="1453">
                  <c:v>2411.8714831346824</c:v>
                </c:pt>
                <c:pt idx="1454">
                  <c:v>2410.3467400995705</c:v>
                </c:pt>
                <c:pt idx="1455">
                  <c:v>2404.671648573501</c:v>
                </c:pt>
                <c:pt idx="1456">
                  <c:v>2406.4786965324106</c:v>
                </c:pt>
                <c:pt idx="1457">
                  <c:v>2406.5392755495186</c:v>
                </c:pt>
                <c:pt idx="1458">
                  <c:v>2409.5379833036613</c:v>
                </c:pt>
                <c:pt idx="1459">
                  <c:v>2417.0916917922764</c:v>
                </c:pt>
                <c:pt idx="1460">
                  <c:v>2418.8904074067914</c:v>
                </c:pt>
                <c:pt idx="1461">
                  <c:v>2411.0877653898824</c:v>
                </c:pt>
                <c:pt idx="1462">
                  <c:v>2418.1977543037947</c:v>
                </c:pt>
                <c:pt idx="1463">
                  <c:v>2412.5551393489372</c:v>
                </c:pt>
                <c:pt idx="1464">
                  <c:v>2404.8353421057604</c:v>
                </c:pt>
                <c:pt idx="1465">
                  <c:v>2396.993058388895</c:v>
                </c:pt>
                <c:pt idx="1466">
                  <c:v>2406.1126355002202</c:v>
                </c:pt>
                <c:pt idx="1467">
                  <c:v>2423.4190414873142</c:v>
                </c:pt>
                <c:pt idx="1468">
                  <c:v>2420.7674636136935</c:v>
                </c:pt>
                <c:pt idx="1469">
                  <c:v>2414.6020007467341</c:v>
                </c:pt>
                <c:pt idx="1470">
                  <c:v>2419.4632005754997</c:v>
                </c:pt>
                <c:pt idx="1471">
                  <c:v>2425.4258223233828</c:v>
                </c:pt>
                <c:pt idx="1472">
                  <c:v>2428.0641214147404</c:v>
                </c:pt>
                <c:pt idx="1473">
                  <c:v>2434.0900914604081</c:v>
                </c:pt>
                <c:pt idx="1474">
                  <c:v>2431.7600872931889</c:v>
                </c:pt>
                <c:pt idx="1475">
                  <c:v>2426.4334307793661</c:v>
                </c:pt>
                <c:pt idx="1476">
                  <c:v>2431.1740815645476</c:v>
                </c:pt>
                <c:pt idx="1477">
                  <c:v>2430.0043238725411</c:v>
                </c:pt>
                <c:pt idx="1478">
                  <c:v>2429.9219055375379</c:v>
                </c:pt>
                <c:pt idx="1479">
                  <c:v>2435.0888479755763</c:v>
                </c:pt>
                <c:pt idx="1480">
                  <c:v>2431.734170333802</c:v>
                </c:pt>
                <c:pt idx="1481">
                  <c:v>2433.9185044543688</c:v>
                </c:pt>
                <c:pt idx="1482">
                  <c:v>2439.0159794601473</c:v>
                </c:pt>
                <c:pt idx="1483">
                  <c:v>2436.1751408621335</c:v>
                </c:pt>
                <c:pt idx="1484">
                  <c:v>2443.2086873658245</c:v>
                </c:pt>
                <c:pt idx="1485">
                  <c:v>2451.3510699256062</c:v>
                </c:pt>
                <c:pt idx="1486">
                  <c:v>2453.6071850235512</c:v>
                </c:pt>
                <c:pt idx="1487">
                  <c:v>2447.1127745475055</c:v>
                </c:pt>
                <c:pt idx="1488">
                  <c:v>2442.5165390260436</c:v>
                </c:pt>
                <c:pt idx="1489">
                  <c:v>2439.0008677617434</c:v>
                </c:pt>
                <c:pt idx="1490">
                  <c:v>2433.0730721069217</c:v>
                </c:pt>
                <c:pt idx="1491">
                  <c:v>2424.8528754802746</c:v>
                </c:pt>
                <c:pt idx="1492">
                  <c:v>2455.4307328146542</c:v>
                </c:pt>
                <c:pt idx="1493">
                  <c:v>2463.1853791092385</c:v>
                </c:pt>
                <c:pt idx="1494">
                  <c:v>2464.5265150395826</c:v>
                </c:pt>
                <c:pt idx="1495">
                  <c:v>2463.4102260556192</c:v>
                </c:pt>
                <c:pt idx="1496">
                  <c:v>2459.7570338973351</c:v>
                </c:pt>
                <c:pt idx="1497">
                  <c:v>2460.8964629712477</c:v>
                </c:pt>
                <c:pt idx="1498">
                  <c:v>2475.0284364359568</c:v>
                </c:pt>
                <c:pt idx="1499">
                  <c:v>2473.6112642253279</c:v>
                </c:pt>
                <c:pt idx="1500">
                  <c:v>2477.43623122279</c:v>
                </c:pt>
                <c:pt idx="1501">
                  <c:v>2472.9068600369478</c:v>
                </c:pt>
                <c:pt idx="1502">
                  <c:v>2477.35479203675</c:v>
                </c:pt>
                <c:pt idx="1503">
                  <c:v>2470.196598157997</c:v>
                </c:pt>
                <c:pt idx="1504">
                  <c:v>2474.1435674261652</c:v>
                </c:pt>
                <c:pt idx="1505">
                  <c:v>2473.5441631065228</c:v>
                </c:pt>
                <c:pt idx="1506">
                  <c:v>2473.1652959581779</c:v>
                </c:pt>
                <c:pt idx="1507">
                  <c:v>2476.762753643688</c:v>
                </c:pt>
                <c:pt idx="1508">
                  <c:v>2479.8739903440246</c:v>
                </c:pt>
                <c:pt idx="1509">
                  <c:v>2526.4531336605446</c:v>
                </c:pt>
                <c:pt idx="1510">
                  <c:v>2525.3297785835407</c:v>
                </c:pt>
                <c:pt idx="1511">
                  <c:v>2523.1923780238017</c:v>
                </c:pt>
                <c:pt idx="1512">
                  <c:v>2523.6650418400786</c:v>
                </c:pt>
                <c:pt idx="1513">
                  <c:v>2559.3560406982092</c:v>
                </c:pt>
                <c:pt idx="1514">
                  <c:v>2587.4529675403346</c:v>
                </c:pt>
                <c:pt idx="1515">
                  <c:v>2593.6321126058879</c:v>
                </c:pt>
                <c:pt idx="1516">
                  <c:v>2591.8346003997121</c:v>
                </c:pt>
                <c:pt idx="1517">
                  <c:v>2634.1544296568691</c:v>
                </c:pt>
                <c:pt idx="1518">
                  <c:v>2638.0704471895197</c:v>
                </c:pt>
                <c:pt idx="1519">
                  <c:v>2641.208337148707</c:v>
                </c:pt>
                <c:pt idx="1520">
                  <c:v>2642.1884403984532</c:v>
                </c:pt>
                <c:pt idx="1521">
                  <c:v>2637.6945456260109</c:v>
                </c:pt>
                <c:pt idx="1522">
                  <c:v>2646.4125983762096</c:v>
                </c:pt>
                <c:pt idx="1523">
                  <c:v>2647.4749738015189</c:v>
                </c:pt>
                <c:pt idx="1524">
                  <c:v>2656.8480326269782</c:v>
                </c:pt>
                <c:pt idx="1525">
                  <c:v>2655.5553834364628</c:v>
                </c:pt>
                <c:pt idx="1526">
                  <c:v>2651.9079288710977</c:v>
                </c:pt>
                <c:pt idx="1527">
                  <c:v>2645.610918461844</c:v>
                </c:pt>
                <c:pt idx="1528">
                  <c:v>2640.5871779113777</c:v>
                </c:pt>
                <c:pt idx="1529">
                  <c:v>2635.3391708675599</c:v>
                </c:pt>
                <c:pt idx="1530">
                  <c:v>2648.3032694556523</c:v>
                </c:pt>
                <c:pt idx="1531">
                  <c:v>2654.6713602405353</c:v>
                </c:pt>
                <c:pt idx="1532">
                  <c:v>2658.1533101976479</c:v>
                </c:pt>
                <c:pt idx="1533">
                  <c:v>2658.6980089638687</c:v>
                </c:pt>
                <c:pt idx="1534">
                  <c:v>2628.9094073131528</c:v>
                </c:pt>
                <c:pt idx="1535">
                  <c:v>2623.3137804251182</c:v>
                </c:pt>
                <c:pt idx="1536">
                  <c:v>2602.8148238222198</c:v>
                </c:pt>
                <c:pt idx="1537">
                  <c:v>2600.7995141463803</c:v>
                </c:pt>
                <c:pt idx="1538">
                  <c:v>2619.9172244588503</c:v>
                </c:pt>
                <c:pt idx="1539">
                  <c:v>2628.5422522395297</c:v>
                </c:pt>
                <c:pt idx="1540">
                  <c:v>2648.365224257127</c:v>
                </c:pt>
                <c:pt idx="1541">
                  <c:v>2636.5350295556254</c:v>
                </c:pt>
                <c:pt idx="1542">
                  <c:v>2630.8155349173476</c:v>
                </c:pt>
                <c:pt idx="1543">
                  <c:v>2631.1773523939428</c:v>
                </c:pt>
                <c:pt idx="1544">
                  <c:v>2635.129430328227</c:v>
                </c:pt>
                <c:pt idx="1545">
                  <c:v>2666.7098754035756</c:v>
                </c:pt>
                <c:pt idx="1546">
                  <c:v>2665.432610700741</c:v>
                </c:pt>
                <c:pt idx="1547">
                  <c:v>2657.5177407679816</c:v>
                </c:pt>
                <c:pt idx="1548">
                  <c:v>2655.2389465730503</c:v>
                </c:pt>
                <c:pt idx="1549">
                  <c:v>2653.4103399198725</c:v>
                </c:pt>
                <c:pt idx="1550">
                  <c:v>2666.9857129089255</c:v>
                </c:pt>
                <c:pt idx="1551">
                  <c:v>2667.8054259253522</c:v>
                </c:pt>
                <c:pt idx="1552">
                  <c:v>2670.6431252254692</c:v>
                </c:pt>
                <c:pt idx="1553">
                  <c:v>2678.0975971285284</c:v>
                </c:pt>
                <c:pt idx="1554">
                  <c:v>2686.5395214244004</c:v>
                </c:pt>
                <c:pt idx="1555">
                  <c:v>2697.3235661295398</c:v>
                </c:pt>
                <c:pt idx="1556">
                  <c:v>2697.4693586980716</c:v>
                </c:pt>
                <c:pt idx="1557">
                  <c:v>2698.1418741616194</c:v>
                </c:pt>
                <c:pt idx="1558">
                  <c:v>2694.3456487466487</c:v>
                </c:pt>
                <c:pt idx="1559">
                  <c:v>2691.5546458127751</c:v>
                </c:pt>
                <c:pt idx="1560">
                  <c:v>2700.9209761465931</c:v>
                </c:pt>
                <c:pt idx="1561">
                  <c:v>2771.0595188211219</c:v>
                </c:pt>
                <c:pt idx="1562">
                  <c:v>2773.9624977102658</c:v>
                </c:pt>
                <c:pt idx="1563">
                  <c:v>2775.5925776033887</c:v>
                </c:pt>
                <c:pt idx="1564">
                  <c:v>2773.2774398836555</c:v>
                </c:pt>
                <c:pt idx="1565">
                  <c:v>2774.8737223941398</c:v>
                </c:pt>
                <c:pt idx="1566">
                  <c:v>2771.8313992040562</c:v>
                </c:pt>
                <c:pt idx="1567">
                  <c:v>2773.3048201434449</c:v>
                </c:pt>
                <c:pt idx="1568">
                  <c:v>2773.7677317294551</c:v>
                </c:pt>
                <c:pt idx="1569">
                  <c:v>2775.7954575495169</c:v>
                </c:pt>
                <c:pt idx="1570">
                  <c:v>2778.7073699176904</c:v>
                </c:pt>
                <c:pt idx="1571">
                  <c:v>2777.4749995586312</c:v>
                </c:pt>
                <c:pt idx="1572">
                  <c:v>2781.240355325127</c:v>
                </c:pt>
                <c:pt idx="1573">
                  <c:v>2780.5215010958509</c:v>
                </c:pt>
                <c:pt idx="1574">
                  <c:v>2776.5784176222214</c:v>
                </c:pt>
                <c:pt idx="1575">
                  <c:v>2778.2683850525959</c:v>
                </c:pt>
                <c:pt idx="1576">
                  <c:v>2775.9488709531829</c:v>
                </c:pt>
                <c:pt idx="1577">
                  <c:v>2776.4743208220343</c:v>
                </c:pt>
                <c:pt idx="1578">
                  <c:v>2771.8754779951619</c:v>
                </c:pt>
                <c:pt idx="1579">
                  <c:v>2773.3784162922016</c:v>
                </c:pt>
                <c:pt idx="1580">
                  <c:v>2771.8758091979453</c:v>
                </c:pt>
                <c:pt idx="1581">
                  <c:v>2774.2004637273135</c:v>
                </c:pt>
                <c:pt idx="1582">
                  <c:v>2775.2139571403241</c:v>
                </c:pt>
                <c:pt idx="1583">
                  <c:v>2771.5148923569459</c:v>
                </c:pt>
                <c:pt idx="1584">
                  <c:v>2770.5441408589122</c:v>
                </c:pt>
                <c:pt idx="1585">
                  <c:v>2767.2857213569805</c:v>
                </c:pt>
                <c:pt idx="1586">
                  <c:v>2768.0189062034506</c:v>
                </c:pt>
                <c:pt idx="1587">
                  <c:v>2766.9489540967429</c:v>
                </c:pt>
                <c:pt idx="1588">
                  <c:v>2764.341395838384</c:v>
                </c:pt>
                <c:pt idx="1589">
                  <c:v>2764.1794266338356</c:v>
                </c:pt>
                <c:pt idx="1590">
                  <c:v>2762.2905734542665</c:v>
                </c:pt>
                <c:pt idx="1591">
                  <c:v>2765.2614917060396</c:v>
                </c:pt>
                <c:pt idx="1592">
                  <c:v>2765.898462911563</c:v>
                </c:pt>
                <c:pt idx="1593">
                  <c:v>2762.6174728753317</c:v>
                </c:pt>
                <c:pt idx="1594">
                  <c:v>2762.0588397077495</c:v>
                </c:pt>
                <c:pt idx="1595">
                  <c:v>2758.8134246248196</c:v>
                </c:pt>
                <c:pt idx="1596">
                  <c:v>2760.5544915255196</c:v>
                </c:pt>
                <c:pt idx="1597">
                  <c:v>2760.469165946959</c:v>
                </c:pt>
                <c:pt idx="1598">
                  <c:v>2761.4807674031217</c:v>
                </c:pt>
                <c:pt idx="1599">
                  <c:v>2763.1660537252365</c:v>
                </c:pt>
                <c:pt idx="1600">
                  <c:v>2765.1660175043467</c:v>
                </c:pt>
                <c:pt idx="1601">
                  <c:v>2771.0421565731922</c:v>
                </c:pt>
                <c:pt idx="1602">
                  <c:v>2775.6231518712875</c:v>
                </c:pt>
                <c:pt idx="1603">
                  <c:v>2777.2467169056008</c:v>
                </c:pt>
                <c:pt idx="1604">
                  <c:v>2776.0896786794769</c:v>
                </c:pt>
                <c:pt idx="1605">
                  <c:v>2774.9008945289188</c:v>
                </c:pt>
                <c:pt idx="1606">
                  <c:v>2776.4893126916231</c:v>
                </c:pt>
                <c:pt idx="1607">
                  <c:v>2779.0897884422707</c:v>
                </c:pt>
                <c:pt idx="1608">
                  <c:v>2783.3252666214089</c:v>
                </c:pt>
                <c:pt idx="1609">
                  <c:v>2783.6277146314078</c:v>
                </c:pt>
                <c:pt idx="1610">
                  <c:v>2782.9749745832805</c:v>
                </c:pt>
                <c:pt idx="1611">
                  <c:v>2786.5379354455813</c:v>
                </c:pt>
                <c:pt idx="1612">
                  <c:v>2786.0009525410369</c:v>
                </c:pt>
                <c:pt idx="1613">
                  <c:v>2785.0706954597367</c:v>
                </c:pt>
                <c:pt idx="1614">
                  <c:v>2783.3384372647556</c:v>
                </c:pt>
                <c:pt idx="1615">
                  <c:v>2780.9417749378199</c:v>
                </c:pt>
                <c:pt idx="1616">
                  <c:v>2778.813469196853</c:v>
                </c:pt>
                <c:pt idx="1617">
                  <c:v>2780.5804282884583</c:v>
                </c:pt>
                <c:pt idx="1618">
                  <c:v>2777.5831504231573</c:v>
                </c:pt>
                <c:pt idx="1619">
                  <c:v>2777.8293974882909</c:v>
                </c:pt>
                <c:pt idx="1620">
                  <c:v>2777.1637915154265</c:v>
                </c:pt>
                <c:pt idx="1621">
                  <c:v>2781.7329761554483</c:v>
                </c:pt>
                <c:pt idx="1622">
                  <c:v>2778.4697144598226</c:v>
                </c:pt>
                <c:pt idx="1623">
                  <c:v>2779.8301737691936</c:v>
                </c:pt>
                <c:pt idx="1624">
                  <c:v>2779.7220282399335</c:v>
                </c:pt>
                <c:pt idx="1625">
                  <c:v>2777.6690255346966</c:v>
                </c:pt>
                <c:pt idx="1626">
                  <c:v>2794.0950127358733</c:v>
                </c:pt>
                <c:pt idx="1627">
                  <c:v>2796.3434191005044</c:v>
                </c:pt>
                <c:pt idx="1628">
                  <c:v>2798.4433531569484</c:v>
                </c:pt>
                <c:pt idx="1629">
                  <c:v>2798.2102766103903</c:v>
                </c:pt>
                <c:pt idx="1630">
                  <c:v>2797.5670654111086</c:v>
                </c:pt>
                <c:pt idx="1631">
                  <c:v>2796.981037167051</c:v>
                </c:pt>
                <c:pt idx="1632">
                  <c:v>2802.2846782010197</c:v>
                </c:pt>
                <c:pt idx="1633">
                  <c:v>2799.9545694498865</c:v>
                </c:pt>
                <c:pt idx="1634">
                  <c:v>2799.5754686429586</c:v>
                </c:pt>
                <c:pt idx="1635">
                  <c:v>2802.8494341161322</c:v>
                </c:pt>
                <c:pt idx="1636">
                  <c:v>2826.3230906550061</c:v>
                </c:pt>
                <c:pt idx="1637">
                  <c:v>2810.8644689522789</c:v>
                </c:pt>
                <c:pt idx="1638">
                  <c:v>2814.6488825255797</c:v>
                </c:pt>
                <c:pt idx="1639">
                  <c:v>2816.2715376211963</c:v>
                </c:pt>
                <c:pt idx="1640">
                  <c:v>2806.7203418533709</c:v>
                </c:pt>
                <c:pt idx="1641">
                  <c:v>2807.4833845371427</c:v>
                </c:pt>
                <c:pt idx="1642">
                  <c:v>2806.1992367721473</c:v>
                </c:pt>
                <c:pt idx="1643">
                  <c:v>2804.3515069604045</c:v>
                </c:pt>
                <c:pt idx="1644">
                  <c:v>2803.053638488921</c:v>
                </c:pt>
                <c:pt idx="1645">
                  <c:v>2801.1050392476959</c:v>
                </c:pt>
                <c:pt idx="1646">
                  <c:v>2795.8025921381804</c:v>
                </c:pt>
                <c:pt idx="1647">
                  <c:v>2795.245618281615</c:v>
                </c:pt>
                <c:pt idx="1648">
                  <c:v>2793.7177988260601</c:v>
                </c:pt>
                <c:pt idx="1649">
                  <c:v>2795.0692550969825</c:v>
                </c:pt>
                <c:pt idx="1650">
                  <c:v>2798.0575933115206</c:v>
                </c:pt>
                <c:pt idx="1651">
                  <c:v>2802.0127159737917</c:v>
                </c:pt>
                <c:pt idx="1652">
                  <c:v>2802.8256248784937</c:v>
                </c:pt>
                <c:pt idx="1653">
                  <c:v>2802.8886557814744</c:v>
                </c:pt>
                <c:pt idx="1654">
                  <c:v>2804.1487286522797</c:v>
                </c:pt>
                <c:pt idx="1655">
                  <c:v>2803.028254162195</c:v>
                </c:pt>
                <c:pt idx="1656">
                  <c:v>2804.8944629771763</c:v>
                </c:pt>
                <c:pt idx="1657">
                  <c:v>2801.1714733195731</c:v>
                </c:pt>
                <c:pt idx="1658">
                  <c:v>2799.0623574756319</c:v>
                </c:pt>
                <c:pt idx="1659">
                  <c:v>2806.8695041578044</c:v>
                </c:pt>
                <c:pt idx="1660">
                  <c:v>2801.1492728377598</c:v>
                </c:pt>
                <c:pt idx="1661">
                  <c:v>2803.8937072099811</c:v>
                </c:pt>
                <c:pt idx="1662">
                  <c:v>2805.8163167303337</c:v>
                </c:pt>
                <c:pt idx="1663">
                  <c:v>2806.1798706427967</c:v>
                </c:pt>
                <c:pt idx="1664">
                  <c:v>2766.5577700669619</c:v>
                </c:pt>
                <c:pt idx="1665">
                  <c:v>2766.9640675808046</c:v>
                </c:pt>
                <c:pt idx="1666">
                  <c:v>2772.0260180488131</c:v>
                </c:pt>
                <c:pt idx="1667">
                  <c:v>2768.3658068370746</c:v>
                </c:pt>
                <c:pt idx="1668">
                  <c:v>2764.3933994859171</c:v>
                </c:pt>
                <c:pt idx="1669">
                  <c:v>2767.7582949736161</c:v>
                </c:pt>
                <c:pt idx="1670">
                  <c:v>2770.9132138035625</c:v>
                </c:pt>
                <c:pt idx="1671">
                  <c:v>2772.9794261229645</c:v>
                </c:pt>
                <c:pt idx="1672">
                  <c:v>2769.9691163232574</c:v>
                </c:pt>
                <c:pt idx="1673">
                  <c:v>2776.8944329939318</c:v>
                </c:pt>
                <c:pt idx="1674">
                  <c:v>2767.4865366834583</c:v>
                </c:pt>
                <c:pt idx="1675">
                  <c:v>2765.6241778224226</c:v>
                </c:pt>
                <c:pt idx="1676">
                  <c:v>2774.5729582038716</c:v>
                </c:pt>
                <c:pt idx="1677">
                  <c:v>2786.0757390440704</c:v>
                </c:pt>
                <c:pt idx="1678">
                  <c:v>2777.2274516917651</c:v>
                </c:pt>
                <c:pt idx="1679">
                  <c:v>2779.2712933641346</c:v>
                </c:pt>
                <c:pt idx="1680">
                  <c:v>2779.2264432946122</c:v>
                </c:pt>
                <c:pt idx="1681">
                  <c:v>2791.9852887741536</c:v>
                </c:pt>
                <c:pt idx="1682">
                  <c:v>2794.1474461004632</c:v>
                </c:pt>
                <c:pt idx="1683">
                  <c:v>2779.7514727979537</c:v>
                </c:pt>
                <c:pt idx="1684">
                  <c:v>2791.5694088451273</c:v>
                </c:pt>
                <c:pt idx="1685">
                  <c:v>2787.3375252269839</c:v>
                </c:pt>
                <c:pt idx="1686">
                  <c:v>2780.4848249845313</c:v>
                </c:pt>
                <c:pt idx="1687">
                  <c:v>2772.1497496835514</c:v>
                </c:pt>
                <c:pt idx="1688">
                  <c:v>2747.500353985783</c:v>
                </c:pt>
                <c:pt idx="1689">
                  <c:v>2745.0433930005411</c:v>
                </c:pt>
                <c:pt idx="1690">
                  <c:v>2749.1532594410078</c:v>
                </c:pt>
                <c:pt idx="1691">
                  <c:v>2753.1444761243838</c:v>
                </c:pt>
                <c:pt idx="1692">
                  <c:v>2755.1521796509369</c:v>
                </c:pt>
                <c:pt idx="1693">
                  <c:v>2776.3926928232836</c:v>
                </c:pt>
                <c:pt idx="1694">
                  <c:v>2771.3015813150519</c:v>
                </c:pt>
                <c:pt idx="1695">
                  <c:v>2783.2990283723143</c:v>
                </c:pt>
                <c:pt idx="1696">
                  <c:v>2780.2418046695871</c:v>
                </c:pt>
                <c:pt idx="1697">
                  <c:v>2775.7225533850205</c:v>
                </c:pt>
                <c:pt idx="1698">
                  <c:v>2791.3128845267765</c:v>
                </c:pt>
                <c:pt idx="1699">
                  <c:v>2792.560939271445</c:v>
                </c:pt>
                <c:pt idx="1700">
                  <c:v>2796.184825571152</c:v>
                </c:pt>
                <c:pt idx="1701">
                  <c:v>2798.5514031661955</c:v>
                </c:pt>
                <c:pt idx="1702">
                  <c:v>2799.6298617258167</c:v>
                </c:pt>
                <c:pt idx="1703">
                  <c:v>2804.3100252991139</c:v>
                </c:pt>
                <c:pt idx="1704">
                  <c:v>2806.7915049529565</c:v>
                </c:pt>
                <c:pt idx="1705">
                  <c:v>2806.0905066898022</c:v>
                </c:pt>
                <c:pt idx="1706">
                  <c:v>2804.7933176033521</c:v>
                </c:pt>
                <c:pt idx="1707">
                  <c:v>2803.8281879445835</c:v>
                </c:pt>
                <c:pt idx="1708">
                  <c:v>2800.3418292771084</c:v>
                </c:pt>
                <c:pt idx="1709">
                  <c:v>2800.1349092596761</c:v>
                </c:pt>
                <c:pt idx="1710">
                  <c:v>2801.2557720312657</c:v>
                </c:pt>
                <c:pt idx="1711">
                  <c:v>2802.5731787543082</c:v>
                </c:pt>
                <c:pt idx="1712">
                  <c:v>2799.3147010461525</c:v>
                </c:pt>
                <c:pt idx="1713">
                  <c:v>2798.417414409842</c:v>
                </c:pt>
                <c:pt idx="1714">
                  <c:v>2800.67743711811</c:v>
                </c:pt>
                <c:pt idx="1715">
                  <c:v>2803.3137999966593</c:v>
                </c:pt>
                <c:pt idx="1716">
                  <c:v>2804.4550416389029</c:v>
                </c:pt>
                <c:pt idx="1717">
                  <c:v>2802.917093463328</c:v>
                </c:pt>
                <c:pt idx="1718">
                  <c:v>2802.9938021583475</c:v>
                </c:pt>
                <c:pt idx="1719">
                  <c:v>2796.7455718494143</c:v>
                </c:pt>
                <c:pt idx="1720">
                  <c:v>2795.1720538254326</c:v>
                </c:pt>
                <c:pt idx="1721">
                  <c:v>2796.4805421411138</c:v>
                </c:pt>
                <c:pt idx="1722">
                  <c:v>2793.0387643723861</c:v>
                </c:pt>
                <c:pt idx="1723">
                  <c:v>2792.0181035340138</c:v>
                </c:pt>
                <c:pt idx="1724">
                  <c:v>2779.9659676470792</c:v>
                </c:pt>
                <c:pt idx="1725">
                  <c:v>2781.4777015750078</c:v>
                </c:pt>
                <c:pt idx="1726">
                  <c:v>2784.7828554695507</c:v>
                </c:pt>
                <c:pt idx="1727">
                  <c:v>2783.2523799401242</c:v>
                </c:pt>
                <c:pt idx="1728">
                  <c:v>2781.1933276863024</c:v>
                </c:pt>
                <c:pt idx="1729">
                  <c:v>2779.3025810419704</c:v>
                </c:pt>
                <c:pt idx="1730">
                  <c:v>2774.9938879902065</c:v>
                </c:pt>
                <c:pt idx="1731">
                  <c:v>2777.6917840466854</c:v>
                </c:pt>
                <c:pt idx="1732">
                  <c:v>2777.0562029281145</c:v>
                </c:pt>
                <c:pt idx="1733">
                  <c:v>2780.7136868851362</c:v>
                </c:pt>
                <c:pt idx="1734">
                  <c:v>2779.6005710473355</c:v>
                </c:pt>
                <c:pt idx="1735">
                  <c:v>2777.6921903859238</c:v>
                </c:pt>
                <c:pt idx="1736">
                  <c:v>2776.8193154108039</c:v>
                </c:pt>
                <c:pt idx="1737">
                  <c:v>2771.8356516530566</c:v>
                </c:pt>
                <c:pt idx="1738">
                  <c:v>2765.3217430821742</c:v>
                </c:pt>
                <c:pt idx="1739">
                  <c:v>2795.2668617101922</c:v>
                </c:pt>
                <c:pt idx="1740">
                  <c:v>2795.6654236239524</c:v>
                </c:pt>
                <c:pt idx="1741">
                  <c:v>2808.471212015213</c:v>
                </c:pt>
                <c:pt idx="1742">
                  <c:v>2808.4496330862107</c:v>
                </c:pt>
                <c:pt idx="1743">
                  <c:v>2802.6014807373795</c:v>
                </c:pt>
                <c:pt idx="1744">
                  <c:v>2799.2436992323292</c:v>
                </c:pt>
                <c:pt idx="1745">
                  <c:v>2796.9441519993766</c:v>
                </c:pt>
                <c:pt idx="1746">
                  <c:v>2791.5585896739622</c:v>
                </c:pt>
                <c:pt idx="1747">
                  <c:v>2785.8938977504272</c:v>
                </c:pt>
                <c:pt idx="1748">
                  <c:v>2791.0695631120134</c:v>
                </c:pt>
                <c:pt idx="1749">
                  <c:v>2790.1538718505303</c:v>
                </c:pt>
                <c:pt idx="1750">
                  <c:v>2790.0643101369701</c:v>
                </c:pt>
                <c:pt idx="1751">
                  <c:v>2790.7036009887347</c:v>
                </c:pt>
                <c:pt idx="1752">
                  <c:v>2780.0645559662394</c:v>
                </c:pt>
                <c:pt idx="1753">
                  <c:v>2779.6672096463253</c:v>
                </c:pt>
                <c:pt idx="1754">
                  <c:v>2777.5285563681987</c:v>
                </c:pt>
                <c:pt idx="1755">
                  <c:v>2781.4413002618185</c:v>
                </c:pt>
                <c:pt idx="1756">
                  <c:v>2783.0135250154653</c:v>
                </c:pt>
                <c:pt idx="1757">
                  <c:v>2779.7433631476256</c:v>
                </c:pt>
                <c:pt idx="1758">
                  <c:v>2783.1897661092189</c:v>
                </c:pt>
                <c:pt idx="1759">
                  <c:v>2767.6890354228076</c:v>
                </c:pt>
                <c:pt idx="1760">
                  <c:v>2756.8606835421074</c:v>
                </c:pt>
                <c:pt idx="1761">
                  <c:v>2755.1993110930039</c:v>
                </c:pt>
                <c:pt idx="1762">
                  <c:v>2693.9360186251779</c:v>
                </c:pt>
                <c:pt idx="1763">
                  <c:v>2676.6851628771478</c:v>
                </c:pt>
                <c:pt idx="1764">
                  <c:v>2671.5872222788771</c:v>
                </c:pt>
                <c:pt idx="1765">
                  <c:v>2671.3298934740915</c:v>
                </c:pt>
                <c:pt idx="1766">
                  <c:v>2668.6907716601672</c:v>
                </c:pt>
                <c:pt idx="1767">
                  <c:v>2667.0337021157602</c:v>
                </c:pt>
                <c:pt idx="1768">
                  <c:v>2668.8163448094797</c:v>
                </c:pt>
                <c:pt idx="1769">
                  <c:v>2673.8949732206802</c:v>
                </c:pt>
                <c:pt idx="1770">
                  <c:v>2671.0629156423561</c:v>
                </c:pt>
                <c:pt idx="1771">
                  <c:v>2672.3013060902454</c:v>
                </c:pt>
                <c:pt idx="1772">
                  <c:v>2673.2783492137978</c:v>
                </c:pt>
                <c:pt idx="1773">
                  <c:v>2672.0677597229374</c:v>
                </c:pt>
                <c:pt idx="1774">
                  <c:v>2673.4768514218822</c:v>
                </c:pt>
                <c:pt idx="1775">
                  <c:v>2674.0317359015889</c:v>
                </c:pt>
                <c:pt idx="1776">
                  <c:v>2676.0898069578316</c:v>
                </c:pt>
                <c:pt idx="1777">
                  <c:v>2677.3795547428417</c:v>
                </c:pt>
                <c:pt idx="1778">
                  <c:v>2673.7714753991741</c:v>
                </c:pt>
                <c:pt idx="1779">
                  <c:v>2663.4785888526435</c:v>
                </c:pt>
                <c:pt idx="1780">
                  <c:v>2647.4327234044308</c:v>
                </c:pt>
                <c:pt idx="1781">
                  <c:v>2644.6207348952325</c:v>
                </c:pt>
                <c:pt idx="1782">
                  <c:v>2663.6558662801826</c:v>
                </c:pt>
                <c:pt idx="1783">
                  <c:v>2660.0654047597086</c:v>
                </c:pt>
                <c:pt idx="1784">
                  <c:v>2668.013269231828</c:v>
                </c:pt>
                <c:pt idx="1785">
                  <c:v>2665.1350517871524</c:v>
                </c:pt>
                <c:pt idx="1786">
                  <c:v>2653.6735552013711</c:v>
                </c:pt>
                <c:pt idx="1787">
                  <c:v>2653.7113850943442</c:v>
                </c:pt>
                <c:pt idx="1788">
                  <c:v>2657.9851366780372</c:v>
                </c:pt>
                <c:pt idx="1789">
                  <c:v>2658.3827778623468</c:v>
                </c:pt>
                <c:pt idx="1790">
                  <c:v>2686.4992682884595</c:v>
                </c:pt>
                <c:pt idx="1791">
                  <c:v>2693.7200951757063</c:v>
                </c:pt>
                <c:pt idx="1792">
                  <c:v>2680.7626018992337</c:v>
                </c:pt>
                <c:pt idx="1793">
                  <c:v>2682.4868016400142</c:v>
                </c:pt>
                <c:pt idx="1794">
                  <c:v>2686.2975422459403</c:v>
                </c:pt>
                <c:pt idx="1795">
                  <c:v>2682.4732583889736</c:v>
                </c:pt>
                <c:pt idx="1796">
                  <c:v>2683.1513443677986</c:v>
                </c:pt>
                <c:pt idx="1797">
                  <c:v>2680.463157147738</c:v>
                </c:pt>
                <c:pt idx="1798">
                  <c:v>2691.8871543563178</c:v>
                </c:pt>
                <c:pt idx="1799">
                  <c:v>2694.7158327567663</c:v>
                </c:pt>
                <c:pt idx="1800">
                  <c:v>2695.6741322491762</c:v>
                </c:pt>
                <c:pt idx="1801">
                  <c:v>2698.1011341337644</c:v>
                </c:pt>
                <c:pt idx="1802">
                  <c:v>2707.7291592078454</c:v>
                </c:pt>
                <c:pt idx="1803">
                  <c:v>2709.1097912740083</c:v>
                </c:pt>
                <c:pt idx="1804">
                  <c:v>2718.9035538483367</c:v>
                </c:pt>
                <c:pt idx="1805">
                  <c:v>2718.3487386907314</c:v>
                </c:pt>
                <c:pt idx="1806">
                  <c:v>2720.5987027925148</c:v>
                </c:pt>
                <c:pt idx="1807">
                  <c:v>2718.6349909428859</c:v>
                </c:pt>
                <c:pt idx="1808">
                  <c:v>2701.4133671055511</c:v>
                </c:pt>
                <c:pt idx="1809">
                  <c:v>2704.2773230418006</c:v>
                </c:pt>
                <c:pt idx="1810">
                  <c:v>2703.9514095741279</c:v>
                </c:pt>
                <c:pt idx="1811">
                  <c:v>2701.5774598387256</c:v>
                </c:pt>
                <c:pt idx="1812">
                  <c:v>2697.5246535476867</c:v>
                </c:pt>
                <c:pt idx="1813">
                  <c:v>2695.7443669206791</c:v>
                </c:pt>
                <c:pt idx="1814">
                  <c:v>2693.2837699560646</c:v>
                </c:pt>
                <c:pt idx="1815">
                  <c:v>2686.6903793111969</c:v>
                </c:pt>
                <c:pt idx="1816">
                  <c:v>2680.0561593507437</c:v>
                </c:pt>
                <c:pt idx="1817">
                  <c:v>2682.2368744791688</c:v>
                </c:pt>
                <c:pt idx="1818">
                  <c:v>2680.4407055273582</c:v>
                </c:pt>
                <c:pt idx="1819">
                  <c:v>2682.118622042884</c:v>
                </c:pt>
                <c:pt idx="1820">
                  <c:v>2684.6207230515647</c:v>
                </c:pt>
                <c:pt idx="1821">
                  <c:v>2683.9687191557364</c:v>
                </c:pt>
                <c:pt idx="1822">
                  <c:v>2687.4008209013614</c:v>
                </c:pt>
                <c:pt idx="1823">
                  <c:v>2687.1423221625537</c:v>
                </c:pt>
                <c:pt idx="1824">
                  <c:v>2687.3233535186741</c:v>
                </c:pt>
                <c:pt idx="1825">
                  <c:v>2682.3690860754332</c:v>
                </c:pt>
                <c:pt idx="1826">
                  <c:v>2690.0890904695161</c:v>
                </c:pt>
                <c:pt idx="1827">
                  <c:v>2689.6028120422311</c:v>
                </c:pt>
                <c:pt idx="1828">
                  <c:v>2690.12918652594</c:v>
                </c:pt>
                <c:pt idx="1829">
                  <c:v>2691.0484360283867</c:v>
                </c:pt>
                <c:pt idx="1830">
                  <c:v>2690.1736995232654</c:v>
                </c:pt>
                <c:pt idx="1831">
                  <c:v>2686.2020261720322</c:v>
                </c:pt>
                <c:pt idx="1832">
                  <c:v>2686.3944160794167</c:v>
                </c:pt>
                <c:pt idx="1833">
                  <c:v>2686.3118914715715</c:v>
                </c:pt>
                <c:pt idx="1834">
                  <c:v>2689.6717578464527</c:v>
                </c:pt>
                <c:pt idx="1835">
                  <c:v>2687.0483291481323</c:v>
                </c:pt>
                <c:pt idx="1836">
                  <c:v>2690.1426955728662</c:v>
                </c:pt>
                <c:pt idx="1837">
                  <c:v>2686.8874531934453</c:v>
                </c:pt>
                <c:pt idx="1838">
                  <c:v>2695.4639384849802</c:v>
                </c:pt>
                <c:pt idx="1839">
                  <c:v>2693.1300771066194</c:v>
                </c:pt>
                <c:pt idx="1840">
                  <c:v>2696.6313771336368</c:v>
                </c:pt>
                <c:pt idx="1841">
                  <c:v>2692.5307446163833</c:v>
                </c:pt>
                <c:pt idx="1842">
                  <c:v>2691.8994316925587</c:v>
                </c:pt>
                <c:pt idx="1843">
                  <c:v>2691.1699252485409</c:v>
                </c:pt>
                <c:pt idx="1844">
                  <c:v>2690.8123340193506</c:v>
                </c:pt>
                <c:pt idx="1845">
                  <c:v>2690.7516884906781</c:v>
                </c:pt>
                <c:pt idx="1846">
                  <c:v>2684.5940100718135</c:v>
                </c:pt>
                <c:pt idx="1847">
                  <c:v>2681.851611713108</c:v>
                </c:pt>
                <c:pt idx="1848">
                  <c:v>2681.6696336966506</c:v>
                </c:pt>
                <c:pt idx="1849">
                  <c:v>2678.4156646425363</c:v>
                </c:pt>
                <c:pt idx="1850">
                  <c:v>2677.6323532871816</c:v>
                </c:pt>
                <c:pt idx="1851">
                  <c:v>2679.4411514092631</c:v>
                </c:pt>
                <c:pt idx="1852">
                  <c:v>2674.5437405243679</c:v>
                </c:pt>
                <c:pt idx="1853">
                  <c:v>2679.1138427177066</c:v>
                </c:pt>
                <c:pt idx="1854">
                  <c:v>2678.9415134566084</c:v>
                </c:pt>
                <c:pt idx="1855">
                  <c:v>2678.4057359015578</c:v>
                </c:pt>
                <c:pt idx="1856">
                  <c:v>2681.6361527755207</c:v>
                </c:pt>
                <c:pt idx="1857">
                  <c:v>2680.6744654500453</c:v>
                </c:pt>
                <c:pt idx="1858">
                  <c:v>2680.861589032851</c:v>
                </c:pt>
                <c:pt idx="1859">
                  <c:v>2685.5474611429063</c:v>
                </c:pt>
                <c:pt idx="1860">
                  <c:v>2687.4984784435833</c:v>
                </c:pt>
                <c:pt idx="1861">
                  <c:v>2690.4762835943379</c:v>
                </c:pt>
                <c:pt idx="1862">
                  <c:v>2694.8293071978801</c:v>
                </c:pt>
                <c:pt idx="1863">
                  <c:v>2691.072942637697</c:v>
                </c:pt>
                <c:pt idx="1864">
                  <c:v>2690.2345908113075</c:v>
                </c:pt>
                <c:pt idx="1865">
                  <c:v>2688.1405642526165</c:v>
                </c:pt>
                <c:pt idx="1866">
                  <c:v>2685.4080408581908</c:v>
                </c:pt>
                <c:pt idx="1867">
                  <c:v>2689.5659131718967</c:v>
                </c:pt>
                <c:pt idx="1868">
                  <c:v>2687.0059592072657</c:v>
                </c:pt>
                <c:pt idx="1869">
                  <c:v>2692.2595408096922</c:v>
                </c:pt>
                <c:pt idx="1870">
                  <c:v>2694.5383958049506</c:v>
                </c:pt>
                <c:pt idx="1871">
                  <c:v>2689.474892212314</c:v>
                </c:pt>
                <c:pt idx="1872">
                  <c:v>2686.6064933218504</c:v>
                </c:pt>
                <c:pt idx="1873">
                  <c:v>2680.155874692517</c:v>
                </c:pt>
                <c:pt idx="1874">
                  <c:v>2675.0967741192467</c:v>
                </c:pt>
                <c:pt idx="1875">
                  <c:v>2680.4122283977144</c:v>
                </c:pt>
                <c:pt idx="1876">
                  <c:v>2678.8254705297832</c:v>
                </c:pt>
                <c:pt idx="1877">
                  <c:v>2679.2278673175169</c:v>
                </c:pt>
                <c:pt idx="1878">
                  <c:v>2683.1946523439033</c:v>
                </c:pt>
                <c:pt idx="1879">
                  <c:v>2680.3624145521958</c:v>
                </c:pt>
                <c:pt idx="1880">
                  <c:v>2677.8968334876768</c:v>
                </c:pt>
                <c:pt idx="1881">
                  <c:v>2682.0772576761019</c:v>
                </c:pt>
                <c:pt idx="1882">
                  <c:v>2672.1276335852776</c:v>
                </c:pt>
                <c:pt idx="1883">
                  <c:v>2672.2916561934958</c:v>
                </c:pt>
                <c:pt idx="1884">
                  <c:v>2672.2324913183461</c:v>
                </c:pt>
                <c:pt idx="1885">
                  <c:v>2689.3799205242581</c:v>
                </c:pt>
                <c:pt idx="1886">
                  <c:v>2693.4900389615718</c:v>
                </c:pt>
                <c:pt idx="1887">
                  <c:v>2706.8050926723326</c:v>
                </c:pt>
                <c:pt idx="1888">
                  <c:v>2702.736526526337</c:v>
                </c:pt>
                <c:pt idx="1889">
                  <c:v>2703.3868332215488</c:v>
                </c:pt>
                <c:pt idx="1890">
                  <c:v>2696.0453198797218</c:v>
                </c:pt>
                <c:pt idx="1891">
                  <c:v>2700.8301006231095</c:v>
                </c:pt>
                <c:pt idx="1892">
                  <c:v>2699.8609373663098</c:v>
                </c:pt>
                <c:pt idx="1893">
                  <c:v>2700.7835752063429</c:v>
                </c:pt>
                <c:pt idx="1894">
                  <c:v>2699.8990016789935</c:v>
                </c:pt>
                <c:pt idx="1895">
                  <c:v>2699.017291780071</c:v>
                </c:pt>
                <c:pt idx="1896">
                  <c:v>2701.6300743417187</c:v>
                </c:pt>
                <c:pt idx="1897">
                  <c:v>2700.546834574036</c:v>
                </c:pt>
                <c:pt idx="1898">
                  <c:v>2701.7516443094546</c:v>
                </c:pt>
                <c:pt idx="1899">
                  <c:v>2697.8491133804828</c:v>
                </c:pt>
                <c:pt idx="1900">
                  <c:v>2704.3895006057387</c:v>
                </c:pt>
                <c:pt idx="1901">
                  <c:v>2708.1160227100368</c:v>
                </c:pt>
                <c:pt idx="1902">
                  <c:v>2710.3139502168196</c:v>
                </c:pt>
                <c:pt idx="1903">
                  <c:v>2708.1077383684451</c:v>
                </c:pt>
                <c:pt idx="1904">
                  <c:v>2709.8335278780114</c:v>
                </c:pt>
                <c:pt idx="1905">
                  <c:v>2708.3391831311083</c:v>
                </c:pt>
                <c:pt idx="1906">
                  <c:v>2706.9994706640823</c:v>
                </c:pt>
                <c:pt idx="1907">
                  <c:v>2698.877446225224</c:v>
                </c:pt>
                <c:pt idx="1908">
                  <c:v>2700.5804131574578</c:v>
                </c:pt>
                <c:pt idx="1909">
                  <c:v>2699.5208660141557</c:v>
                </c:pt>
                <c:pt idx="1910">
                  <c:v>2699.2996669880581</c:v>
                </c:pt>
                <c:pt idx="1911">
                  <c:v>2702.070547142001</c:v>
                </c:pt>
                <c:pt idx="1912">
                  <c:v>2705.329474877838</c:v>
                </c:pt>
                <c:pt idx="1913">
                  <c:v>2701.1399624652804</c:v>
                </c:pt>
                <c:pt idx="1914">
                  <c:v>2697.8163548563884</c:v>
                </c:pt>
                <c:pt idx="1915">
                  <c:v>2728.5893606701643</c:v>
                </c:pt>
                <c:pt idx="1916">
                  <c:v>2732.1252341583695</c:v>
                </c:pt>
                <c:pt idx="1917">
                  <c:v>2733.8988520346397</c:v>
                </c:pt>
                <c:pt idx="1918">
                  <c:v>2733.907255720228</c:v>
                </c:pt>
                <c:pt idx="1919">
                  <c:v>2734.5292092962331</c:v>
                </c:pt>
                <c:pt idx="1920">
                  <c:v>2731.5204132018962</c:v>
                </c:pt>
                <c:pt idx="1921">
                  <c:v>2721.0064479202861</c:v>
                </c:pt>
                <c:pt idx="1922">
                  <c:v>2723.8903263470834</c:v>
                </c:pt>
                <c:pt idx="1923">
                  <c:v>2723.8911244579604</c:v>
                </c:pt>
                <c:pt idx="1924">
                  <c:v>2743.4783001610945</c:v>
                </c:pt>
                <c:pt idx="1925">
                  <c:v>2737.376945845971</c:v>
                </c:pt>
                <c:pt idx="1926">
                  <c:v>2740.7305670175861</c:v>
                </c:pt>
                <c:pt idx="1927">
                  <c:v>2737.7027029805372</c:v>
                </c:pt>
                <c:pt idx="1928">
                  <c:v>2742.1266465828658</c:v>
                </c:pt>
                <c:pt idx="1929">
                  <c:v>2716.6881617743766</c:v>
                </c:pt>
                <c:pt idx="1930">
                  <c:v>2719.8179086113582</c:v>
                </c:pt>
                <c:pt idx="1931">
                  <c:v>2725.7060728020765</c:v>
                </c:pt>
                <c:pt idx="1932">
                  <c:v>2724.6209617233162</c:v>
                </c:pt>
                <c:pt idx="1933">
                  <c:v>2726.8370932034695</c:v>
                </c:pt>
                <c:pt idx="1934">
                  <c:v>2727.6480198891663</c:v>
                </c:pt>
                <c:pt idx="1935">
                  <c:v>2724.8346783612014</c:v>
                </c:pt>
                <c:pt idx="1936">
                  <c:v>2724.2711832685009</c:v>
                </c:pt>
                <c:pt idx="1937">
                  <c:v>2720.2488913705797</c:v>
                </c:pt>
                <c:pt idx="1938">
                  <c:v>2718.9574712686517</c:v>
                </c:pt>
                <c:pt idx="1939">
                  <c:v>2714.0503856360288</c:v>
                </c:pt>
                <c:pt idx="1940">
                  <c:v>2704.0860701880092</c:v>
                </c:pt>
                <c:pt idx="1941">
                  <c:v>2707.3195115410904</c:v>
                </c:pt>
                <c:pt idx="1942">
                  <c:v>2692.1442250567079</c:v>
                </c:pt>
                <c:pt idx="1943">
                  <c:v>2694.0450204308695</c:v>
                </c:pt>
                <c:pt idx="1944">
                  <c:v>2693.8741636320328</c:v>
                </c:pt>
                <c:pt idx="1945">
                  <c:v>2691.7623555521054</c:v>
                </c:pt>
                <c:pt idx="1946">
                  <c:v>2692.2163885356763</c:v>
                </c:pt>
                <c:pt idx="1947">
                  <c:v>2690.8920705106934</c:v>
                </c:pt>
                <c:pt idx="1948">
                  <c:v>2694.8891235824203</c:v>
                </c:pt>
                <c:pt idx="1949">
                  <c:v>2698.4863476889805</c:v>
                </c:pt>
                <c:pt idx="1950">
                  <c:v>2697.2678312318794</c:v>
                </c:pt>
                <c:pt idx="1951">
                  <c:v>2702.9421562825487</c:v>
                </c:pt>
                <c:pt idx="1952">
                  <c:v>2701.0786993523438</c:v>
                </c:pt>
                <c:pt idx="1953">
                  <c:v>2702.0604884361146</c:v>
                </c:pt>
                <c:pt idx="1954">
                  <c:v>2700.3690176905466</c:v>
                </c:pt>
                <c:pt idx="1955">
                  <c:v>2697.670840923769</c:v>
                </c:pt>
                <c:pt idx="1956">
                  <c:v>2694.95559317681</c:v>
                </c:pt>
                <c:pt idx="1957">
                  <c:v>2691.9672818963472</c:v>
                </c:pt>
                <c:pt idx="1958">
                  <c:v>2688.524100023707</c:v>
                </c:pt>
                <c:pt idx="1959">
                  <c:v>2690.4716977048315</c:v>
                </c:pt>
                <c:pt idx="1960">
                  <c:v>2692.2899353112225</c:v>
                </c:pt>
                <c:pt idx="1961">
                  <c:v>2688.2073816737807</c:v>
                </c:pt>
                <c:pt idx="1962">
                  <c:v>2680.8997225106846</c:v>
                </c:pt>
                <c:pt idx="1963">
                  <c:v>2676.8665352615253</c:v>
                </c:pt>
                <c:pt idx="1964">
                  <c:v>2676.0978548880275</c:v>
                </c:pt>
                <c:pt idx="1965">
                  <c:v>2681.1166857723351</c:v>
                </c:pt>
                <c:pt idx="1966">
                  <c:v>2676.0023534519469</c:v>
                </c:pt>
                <c:pt idx="1967">
                  <c:v>2678.0223011895596</c:v>
                </c:pt>
                <c:pt idx="1968">
                  <c:v>2673.1452486470203</c:v>
                </c:pt>
                <c:pt idx="1969">
                  <c:v>2674.6679311959251</c:v>
                </c:pt>
                <c:pt idx="1970">
                  <c:v>2671.2179744641066</c:v>
                </c:pt>
                <c:pt idx="1971">
                  <c:v>2674.1741769479413</c:v>
                </c:pt>
                <c:pt idx="1972">
                  <c:v>2669.942085207178</c:v>
                </c:pt>
                <c:pt idx="1973">
                  <c:v>2666.8446520456132</c:v>
                </c:pt>
                <c:pt idx="1974">
                  <c:v>2665.3506181568459</c:v>
                </c:pt>
                <c:pt idx="1975">
                  <c:v>2666.0954710730343</c:v>
                </c:pt>
                <c:pt idx="1976">
                  <c:v>2663.6858841348599</c:v>
                </c:pt>
                <c:pt idx="1977">
                  <c:v>2663.9424441584711</c:v>
                </c:pt>
                <c:pt idx="1978">
                  <c:v>2661.6064886125887</c:v>
                </c:pt>
                <c:pt idx="1979">
                  <c:v>2659.0468467235155</c:v>
                </c:pt>
                <c:pt idx="1980">
                  <c:v>2660.0773315686884</c:v>
                </c:pt>
                <c:pt idx="1981">
                  <c:v>2632.5617414069916</c:v>
                </c:pt>
                <c:pt idx="1982">
                  <c:v>2631.027750385138</c:v>
                </c:pt>
                <c:pt idx="1983">
                  <c:v>2637.566849069427</c:v>
                </c:pt>
                <c:pt idx="1984">
                  <c:v>2643.5094012987443</c:v>
                </c:pt>
                <c:pt idx="1985">
                  <c:v>2645.7743044145391</c:v>
                </c:pt>
                <c:pt idx="1986">
                  <c:v>2643.5919319292466</c:v>
                </c:pt>
                <c:pt idx="1987">
                  <c:v>2644.4971373766389</c:v>
                </c:pt>
                <c:pt idx="1988">
                  <c:v>2644.5602024694581</c:v>
                </c:pt>
                <c:pt idx="1989">
                  <c:v>2638.295144847797</c:v>
                </c:pt>
                <c:pt idx="1990">
                  <c:v>2640.3801237598091</c:v>
                </c:pt>
                <c:pt idx="1991">
                  <c:v>2639.5968492077563</c:v>
                </c:pt>
                <c:pt idx="1992">
                  <c:v>2627.5714126731291</c:v>
                </c:pt>
                <c:pt idx="1993">
                  <c:v>2634.0021424549386</c:v>
                </c:pt>
                <c:pt idx="1994">
                  <c:v>2640.8889482276168</c:v>
                </c:pt>
                <c:pt idx="1995">
                  <c:v>2624.2791333563796</c:v>
                </c:pt>
                <c:pt idx="1996">
                  <c:v>2624.8359837268076</c:v>
                </c:pt>
                <c:pt idx="1997">
                  <c:v>2623.0139570467973</c:v>
                </c:pt>
                <c:pt idx="1998">
                  <c:v>2619.3194537649597</c:v>
                </c:pt>
                <c:pt idx="1999">
                  <c:v>2620.9928127473081</c:v>
                </c:pt>
                <c:pt idx="2000">
                  <c:v>2623.7366361079262</c:v>
                </c:pt>
                <c:pt idx="2001">
                  <c:v>2624.2386299103314</c:v>
                </c:pt>
                <c:pt idx="2002">
                  <c:v>2625.6153306797337</c:v>
                </c:pt>
                <c:pt idx="2003">
                  <c:v>2629.497198764348</c:v>
                </c:pt>
                <c:pt idx="2004">
                  <c:v>2625.3893362051299</c:v>
                </c:pt>
                <c:pt idx="2005">
                  <c:v>2623.6034533945553</c:v>
                </c:pt>
                <c:pt idx="2006">
                  <c:v>2612.6548404952982</c:v>
                </c:pt>
                <c:pt idx="2007">
                  <c:v>2574.993008244146</c:v>
                </c:pt>
                <c:pt idx="2008">
                  <c:v>2526.3774789030754</c:v>
                </c:pt>
                <c:pt idx="2009">
                  <c:v>2521.1900287832832</c:v>
                </c:pt>
                <c:pt idx="2010">
                  <c:v>2524.4607762811102</c:v>
                </c:pt>
                <c:pt idx="2011">
                  <c:v>2523.2120266152933</c:v>
                </c:pt>
                <c:pt idx="2012">
                  <c:v>2517.0646255576994</c:v>
                </c:pt>
                <c:pt idx="2013">
                  <c:v>2525.981837464999</c:v>
                </c:pt>
                <c:pt idx="2014">
                  <c:v>2526.1965640991039</c:v>
                </c:pt>
                <c:pt idx="2015">
                  <c:v>2524.9103860106802</c:v>
                </c:pt>
                <c:pt idx="2016">
                  <c:v>2525.7533096105108</c:v>
                </c:pt>
                <c:pt idx="2017">
                  <c:v>2523.4104340455051</c:v>
                </c:pt>
                <c:pt idx="2018">
                  <c:v>2524.1990530072808</c:v>
                </c:pt>
                <c:pt idx="2019">
                  <c:v>2520.7740950189836</c:v>
                </c:pt>
                <c:pt idx="2020">
                  <c:v>2523.6111428702679</c:v>
                </c:pt>
                <c:pt idx="2021">
                  <c:v>2522.4132134857396</c:v>
                </c:pt>
                <c:pt idx="2022">
                  <c:v>2524.4537429451702</c:v>
                </c:pt>
                <c:pt idx="2023">
                  <c:v>2533.9921614874952</c:v>
                </c:pt>
                <c:pt idx="2024">
                  <c:v>2535.2254779523123</c:v>
                </c:pt>
                <c:pt idx="2025">
                  <c:v>2530.1732915797079</c:v>
                </c:pt>
                <c:pt idx="2026">
                  <c:v>2526.0333329953455</c:v>
                </c:pt>
                <c:pt idx="2027">
                  <c:v>2514.2399722460154</c:v>
                </c:pt>
                <c:pt idx="2028">
                  <c:v>2508.9018185262921</c:v>
                </c:pt>
                <c:pt idx="2029">
                  <c:v>2504.517947449363</c:v>
                </c:pt>
                <c:pt idx="2030">
                  <c:v>2489.6789689351995</c:v>
                </c:pt>
                <c:pt idx="2031">
                  <c:v>2468.8308946276165</c:v>
                </c:pt>
                <c:pt idx="2032">
                  <c:v>2416.7179518545818</c:v>
                </c:pt>
                <c:pt idx="2033">
                  <c:v>2413.2229117024058</c:v>
                </c:pt>
                <c:pt idx="2034">
                  <c:v>2401.7773643152345</c:v>
                </c:pt>
                <c:pt idx="2035">
                  <c:v>2392.9153268382006</c:v>
                </c:pt>
                <c:pt idx="2036">
                  <c:v>2394.8476055189612</c:v>
                </c:pt>
                <c:pt idx="2037">
                  <c:v>2397.6511883424951</c:v>
                </c:pt>
                <c:pt idx="2038">
                  <c:v>2399.6632911359134</c:v>
                </c:pt>
                <c:pt idx="2039">
                  <c:v>2397.0004575357771</c:v>
                </c:pt>
                <c:pt idx="2040">
                  <c:v>2391.1533908556585</c:v>
                </c:pt>
                <c:pt idx="2041">
                  <c:v>2392.960843755895</c:v>
                </c:pt>
                <c:pt idx="2042">
                  <c:v>2398.0670531634009</c:v>
                </c:pt>
                <c:pt idx="2043">
                  <c:v>2410.290311013865</c:v>
                </c:pt>
                <c:pt idx="2044">
                  <c:v>2407.2587754032324</c:v>
                </c:pt>
                <c:pt idx="2045">
                  <c:v>2408.9721192259362</c:v>
                </c:pt>
                <c:pt idx="2046">
                  <c:v>2390.2231979638073</c:v>
                </c:pt>
                <c:pt idx="2047">
                  <c:v>2349.8175523396062</c:v>
                </c:pt>
                <c:pt idx="2048">
                  <c:v>2343.9185736771815</c:v>
                </c:pt>
                <c:pt idx="2049">
                  <c:v>2347.9126647932944</c:v>
                </c:pt>
                <c:pt idx="2050">
                  <c:v>2344.4911637605042</c:v>
                </c:pt>
                <c:pt idx="2051">
                  <c:v>2351.2912971111159</c:v>
                </c:pt>
                <c:pt idx="2052">
                  <c:v>2309.6885069475293</c:v>
                </c:pt>
                <c:pt idx="2053">
                  <c:v>2312.2082164008766</c:v>
                </c:pt>
                <c:pt idx="2054">
                  <c:v>2312.819113614662</c:v>
                </c:pt>
                <c:pt idx="2055">
                  <c:v>2312.8448406230186</c:v>
                </c:pt>
                <c:pt idx="2056">
                  <c:v>2310.0135867754648</c:v>
                </c:pt>
                <c:pt idx="2057">
                  <c:v>2308.0159755661839</c:v>
                </c:pt>
                <c:pt idx="2058">
                  <c:v>2302.4974572232559</c:v>
                </c:pt>
                <c:pt idx="2059">
                  <c:v>2299.9925456137926</c:v>
                </c:pt>
                <c:pt idx="2060">
                  <c:v>2290.2573400484016</c:v>
                </c:pt>
                <c:pt idx="2061">
                  <c:v>2289.4186810708752</c:v>
                </c:pt>
                <c:pt idx="2062">
                  <c:v>2292.007948826481</c:v>
                </c:pt>
                <c:pt idx="2063">
                  <c:v>2296.4045714409003</c:v>
                </c:pt>
                <c:pt idx="2064">
                  <c:v>2295.819174544512</c:v>
                </c:pt>
                <c:pt idx="2065">
                  <c:v>2285.3045891636166</c:v>
                </c:pt>
                <c:pt idx="2066">
                  <c:v>2292.6258228382358</c:v>
                </c:pt>
                <c:pt idx="2067">
                  <c:v>2299.0909948241256</c:v>
                </c:pt>
                <c:pt idx="2068">
                  <c:v>2297.012887875459</c:v>
                </c:pt>
                <c:pt idx="2069">
                  <c:v>2301.5264163495403</c:v>
                </c:pt>
                <c:pt idx="2070">
                  <c:v>2306.5000643501317</c:v>
                </c:pt>
                <c:pt idx="2071">
                  <c:v>2308.3726462637369</c:v>
                </c:pt>
                <c:pt idx="2072">
                  <c:v>2292.2958015284785</c:v>
                </c:pt>
                <c:pt idx="2073">
                  <c:v>2317.5040034142326</c:v>
                </c:pt>
                <c:pt idx="2074">
                  <c:v>2318.3053088269044</c:v>
                </c:pt>
                <c:pt idx="2075">
                  <c:v>2321.0711567755593</c:v>
                </c:pt>
                <c:pt idx="2076">
                  <c:v>2319.192968627729</c:v>
                </c:pt>
                <c:pt idx="2077">
                  <c:v>2325.1239611014553</c:v>
                </c:pt>
                <c:pt idx="2078">
                  <c:v>2320.718175069469</c:v>
                </c:pt>
                <c:pt idx="2079">
                  <c:v>2318.9049023495177</c:v>
                </c:pt>
                <c:pt idx="2080">
                  <c:v>2320.5684651756146</c:v>
                </c:pt>
                <c:pt idx="2081">
                  <c:v>2322.5306229701259</c:v>
                </c:pt>
                <c:pt idx="2082">
                  <c:v>2323.1708641830078</c:v>
                </c:pt>
                <c:pt idx="2083">
                  <c:v>2331.0997234001816</c:v>
                </c:pt>
                <c:pt idx="2084">
                  <c:v>2330.1423326545805</c:v>
                </c:pt>
                <c:pt idx="2085">
                  <c:v>2334.9891030427311</c:v>
                </c:pt>
                <c:pt idx="2086">
                  <c:v>2331.4994845476881</c:v>
                </c:pt>
                <c:pt idx="2087">
                  <c:v>2330.3776246475195</c:v>
                </c:pt>
                <c:pt idx="2088">
                  <c:v>2327.6025130441176</c:v>
                </c:pt>
                <c:pt idx="2089">
                  <c:v>2327.6709254439311</c:v>
                </c:pt>
                <c:pt idx="2090">
                  <c:v>2328.852780347609</c:v>
                </c:pt>
                <c:pt idx="2091">
                  <c:v>2327.3527245336068</c:v>
                </c:pt>
                <c:pt idx="2092">
                  <c:v>2330.1844856198045</c:v>
                </c:pt>
                <c:pt idx="2093">
                  <c:v>2329.8236773005397</c:v>
                </c:pt>
                <c:pt idx="2094">
                  <c:v>2325.9233503457494</c:v>
                </c:pt>
                <c:pt idx="2095">
                  <c:v>2330.1809385441397</c:v>
                </c:pt>
                <c:pt idx="2096">
                  <c:v>2334.4938453462673</c:v>
                </c:pt>
                <c:pt idx="2097">
                  <c:v>2330.8540512790369</c:v>
                </c:pt>
                <c:pt idx="2098">
                  <c:v>2332.4252253103091</c:v>
                </c:pt>
                <c:pt idx="2099">
                  <c:v>2333.9180380208327</c:v>
                </c:pt>
                <c:pt idx="2100">
                  <c:v>2337.4769781344157</c:v>
                </c:pt>
                <c:pt idx="2101">
                  <c:v>2335.6763967222851</c:v>
                </c:pt>
                <c:pt idx="2102">
                  <c:v>2338.2454331700587</c:v>
                </c:pt>
                <c:pt idx="2103">
                  <c:v>2346.4944787441195</c:v>
                </c:pt>
                <c:pt idx="2104">
                  <c:v>2342.0384531432223</c:v>
                </c:pt>
                <c:pt idx="2105">
                  <c:v>2343.1013859302752</c:v>
                </c:pt>
                <c:pt idx="2106">
                  <c:v>2339.8015493712087</c:v>
                </c:pt>
                <c:pt idx="2107">
                  <c:v>2349.2043618931757</c:v>
                </c:pt>
                <c:pt idx="2108">
                  <c:v>2348.8859169493103</c:v>
                </c:pt>
                <c:pt idx="2109">
                  <c:v>2349.0665724839087</c:v>
                </c:pt>
                <c:pt idx="2110">
                  <c:v>2345.6353384268236</c:v>
                </c:pt>
                <c:pt idx="2111">
                  <c:v>2344.9990537447184</c:v>
                </c:pt>
                <c:pt idx="2112">
                  <c:v>2344.9519741555632</c:v>
                </c:pt>
                <c:pt idx="2113">
                  <c:v>2347.5293858568034</c:v>
                </c:pt>
                <c:pt idx="2114">
                  <c:v>2350.2110580407229</c:v>
                </c:pt>
                <c:pt idx="2115">
                  <c:v>2338.7826527038924</c:v>
                </c:pt>
                <c:pt idx="2116">
                  <c:v>2324.0077709508964</c:v>
                </c:pt>
                <c:pt idx="2117">
                  <c:v>2319.5990830438864</c:v>
                </c:pt>
                <c:pt idx="2118">
                  <c:v>2311.0374750486189</c:v>
                </c:pt>
                <c:pt idx="2119">
                  <c:v>2309.3286761872591</c:v>
                </c:pt>
                <c:pt idx="2120">
                  <c:v>2311.5354018620205</c:v>
                </c:pt>
                <c:pt idx="2121">
                  <c:v>2298.9850421420779</c:v>
                </c:pt>
                <c:pt idx="2122">
                  <c:v>2301.8311956781399</c:v>
                </c:pt>
                <c:pt idx="2123">
                  <c:v>2303.6587694094565</c:v>
                </c:pt>
                <c:pt idx="2124">
                  <c:v>2303.7360536805704</c:v>
                </c:pt>
                <c:pt idx="2125">
                  <c:v>2307.47987440519</c:v>
                </c:pt>
                <c:pt idx="2126">
                  <c:v>2309.2458617160901</c:v>
                </c:pt>
                <c:pt idx="2127">
                  <c:v>2297.9264640485067</c:v>
                </c:pt>
                <c:pt idx="2128">
                  <c:v>2243.5368667760836</c:v>
                </c:pt>
                <c:pt idx="2129">
                  <c:v>2230.3539466660995</c:v>
                </c:pt>
                <c:pt idx="2130">
                  <c:v>2199.7692278004783</c:v>
                </c:pt>
                <c:pt idx="2131">
                  <c:v>2201.3440592126781</c:v>
                </c:pt>
                <c:pt idx="2132">
                  <c:v>2201.7298672687916</c:v>
                </c:pt>
                <c:pt idx="2133">
                  <c:v>2201.6060310149614</c:v>
                </c:pt>
                <c:pt idx="2134">
                  <c:v>2205.5634916792433</c:v>
                </c:pt>
                <c:pt idx="2135">
                  <c:v>2203.4272738740597</c:v>
                </c:pt>
                <c:pt idx="2136">
                  <c:v>2203.1775628154373</c:v>
                </c:pt>
                <c:pt idx="2137">
                  <c:v>2201.1614185401281</c:v>
                </c:pt>
                <c:pt idx="2138">
                  <c:v>2202.625994911632</c:v>
                </c:pt>
                <c:pt idx="2139">
                  <c:v>2199.7488134194641</c:v>
                </c:pt>
                <c:pt idx="2140">
                  <c:v>2199.6164755517602</c:v>
                </c:pt>
                <c:pt idx="2141">
                  <c:v>2201.271017439783</c:v>
                </c:pt>
                <c:pt idx="2142">
                  <c:v>2200.6703856372878</c:v>
                </c:pt>
                <c:pt idx="2143">
                  <c:v>2197.4980944143608</c:v>
                </c:pt>
                <c:pt idx="2144">
                  <c:v>2196.9730138304699</c:v>
                </c:pt>
                <c:pt idx="2145">
                  <c:v>2197.0841535190307</c:v>
                </c:pt>
                <c:pt idx="2146">
                  <c:v>2205.7027069439596</c:v>
                </c:pt>
                <c:pt idx="2147">
                  <c:v>2207.2540661197513</c:v>
                </c:pt>
                <c:pt idx="2148">
                  <c:v>2202.3032119591162</c:v>
                </c:pt>
                <c:pt idx="2149">
                  <c:v>2202.1859797208995</c:v>
                </c:pt>
                <c:pt idx="2150">
                  <c:v>2206.3993497333377</c:v>
                </c:pt>
                <c:pt idx="2151">
                  <c:v>2205.9650939869553</c:v>
                </c:pt>
                <c:pt idx="2152">
                  <c:v>2205.5967243947052</c:v>
                </c:pt>
                <c:pt idx="2153">
                  <c:v>2209.342268101781</c:v>
                </c:pt>
                <c:pt idx="2154">
                  <c:v>2209.2943998172118</c:v>
                </c:pt>
                <c:pt idx="2155">
                  <c:v>2209.1292518276327</c:v>
                </c:pt>
                <c:pt idx="2156">
                  <c:v>2203.1746899904924</c:v>
                </c:pt>
                <c:pt idx="2157">
                  <c:v>2204.3297282226508</c:v>
                </c:pt>
                <c:pt idx="2158">
                  <c:v>2199.8832730919557</c:v>
                </c:pt>
                <c:pt idx="2159">
                  <c:v>2198.1423030889309</c:v>
                </c:pt>
                <c:pt idx="2160">
                  <c:v>2198.8539701633877</c:v>
                </c:pt>
                <c:pt idx="2161">
                  <c:v>2197.1832879320632</c:v>
                </c:pt>
                <c:pt idx="2162">
                  <c:v>2197.8598388259506</c:v>
                </c:pt>
                <c:pt idx="2163">
                  <c:v>2199.5283743820287</c:v>
                </c:pt>
                <c:pt idx="2164">
                  <c:v>2200.8384999057289</c:v>
                </c:pt>
                <c:pt idx="2165">
                  <c:v>2201.8875210069655</c:v>
                </c:pt>
                <c:pt idx="2166">
                  <c:v>2201.2962716361321</c:v>
                </c:pt>
                <c:pt idx="2167">
                  <c:v>2199.7011732545484</c:v>
                </c:pt>
                <c:pt idx="2168">
                  <c:v>2189.6397058413418</c:v>
                </c:pt>
                <c:pt idx="2169">
                  <c:v>2178.5875986466795</c:v>
                </c:pt>
                <c:pt idx="2170">
                  <c:v>2164.9461282454895</c:v>
                </c:pt>
                <c:pt idx="2171">
                  <c:v>2154.3132260415578</c:v>
                </c:pt>
                <c:pt idx="2172">
                  <c:v>2153.4741616476749</c:v>
                </c:pt>
                <c:pt idx="2173">
                  <c:v>2129.8235225427006</c:v>
                </c:pt>
                <c:pt idx="2174">
                  <c:v>2125.1119313987383</c:v>
                </c:pt>
                <c:pt idx="2175">
                  <c:v>2125.2284363020435</c:v>
                </c:pt>
                <c:pt idx="2176">
                  <c:v>2128.3192031054282</c:v>
                </c:pt>
                <c:pt idx="2177">
                  <c:v>2120.5423525560323</c:v>
                </c:pt>
                <c:pt idx="2178">
                  <c:v>2111.939562231672</c:v>
                </c:pt>
                <c:pt idx="2179">
                  <c:v>2111.209827149949</c:v>
                </c:pt>
                <c:pt idx="2180">
                  <c:v>2113.2342225067582</c:v>
                </c:pt>
                <c:pt idx="2181">
                  <c:v>2110.3788556128311</c:v>
                </c:pt>
                <c:pt idx="2182">
                  <c:v>2100.9158796019628</c:v>
                </c:pt>
                <c:pt idx="2183">
                  <c:v>2099.4527755338627</c:v>
                </c:pt>
                <c:pt idx="2184">
                  <c:v>2098.8038865013823</c:v>
                </c:pt>
                <c:pt idx="2185">
                  <c:v>2102.1920416249313</c:v>
                </c:pt>
                <c:pt idx="2186">
                  <c:v>2102.5829259642551</c:v>
                </c:pt>
                <c:pt idx="2187">
                  <c:v>2095.7072594790811</c:v>
                </c:pt>
                <c:pt idx="2188">
                  <c:v>2093.5498168801537</c:v>
                </c:pt>
                <c:pt idx="2189">
                  <c:v>2095.0606190031572</c:v>
                </c:pt>
                <c:pt idx="2190">
                  <c:v>2083.9460642574213</c:v>
                </c:pt>
                <c:pt idx="2191">
                  <c:v>2075.4068356609878</c:v>
                </c:pt>
                <c:pt idx="2192">
                  <c:v>2071.9239357311135</c:v>
                </c:pt>
                <c:pt idx="2193">
                  <c:v>2074.5746253261923</c:v>
                </c:pt>
                <c:pt idx="2194">
                  <c:v>2072.2981587698309</c:v>
                </c:pt>
                <c:pt idx="2195">
                  <c:v>2073.1161675294111</c:v>
                </c:pt>
                <c:pt idx="2196">
                  <c:v>2074.2191048198438</c:v>
                </c:pt>
                <c:pt idx="2197">
                  <c:v>2069.3097410021001</c:v>
                </c:pt>
                <c:pt idx="2198">
                  <c:v>2072.3742390913253</c:v>
                </c:pt>
                <c:pt idx="2199">
                  <c:v>2071.6231498023271</c:v>
                </c:pt>
                <c:pt idx="2200">
                  <c:v>2072.7348014786462</c:v>
                </c:pt>
                <c:pt idx="2201">
                  <c:v>2075.2859403290981</c:v>
                </c:pt>
                <c:pt idx="2202">
                  <c:v>2076.8121333908975</c:v>
                </c:pt>
                <c:pt idx="2203">
                  <c:v>2079.4941346705405</c:v>
                </c:pt>
                <c:pt idx="2204">
                  <c:v>2080.2111267522359</c:v>
                </c:pt>
                <c:pt idx="2205">
                  <c:v>2074.364389871545</c:v>
                </c:pt>
                <c:pt idx="2206">
                  <c:v>2071.8085453155336</c:v>
                </c:pt>
                <c:pt idx="2207">
                  <c:v>2068.8177078389995</c:v>
                </c:pt>
                <c:pt idx="2208">
                  <c:v>2067.9973941575358</c:v>
                </c:pt>
                <c:pt idx="2209">
                  <c:v>2070.4023594718933</c:v>
                </c:pt>
                <c:pt idx="2210">
                  <c:v>2068.89571559764</c:v>
                </c:pt>
                <c:pt idx="2211">
                  <c:v>2069.0401240753076</c:v>
                </c:pt>
                <c:pt idx="2212">
                  <c:v>2061.5738278866784</c:v>
                </c:pt>
                <c:pt idx="2213">
                  <c:v>2060.4081468116447</c:v>
                </c:pt>
                <c:pt idx="2214">
                  <c:v>2060.2575297818175</c:v>
                </c:pt>
                <c:pt idx="2215">
                  <c:v>2059.2380282387289</c:v>
                </c:pt>
                <c:pt idx="2216">
                  <c:v>2060.3412335615485</c:v>
                </c:pt>
                <c:pt idx="2217">
                  <c:v>2061.2058120503189</c:v>
                </c:pt>
                <c:pt idx="2218">
                  <c:v>2059.731620880777</c:v>
                </c:pt>
                <c:pt idx="2219">
                  <c:v>2059.3507982184219</c:v>
                </c:pt>
                <c:pt idx="2220">
                  <c:v>2057.6088636110599</c:v>
                </c:pt>
                <c:pt idx="2221">
                  <c:v>2058.2353251422219</c:v>
                </c:pt>
                <c:pt idx="2222">
                  <c:v>2055.812810074653</c:v>
                </c:pt>
                <c:pt idx="2223">
                  <c:v>2057.5674586678374</c:v>
                </c:pt>
                <c:pt idx="2224">
                  <c:v>2058.0261875686724</c:v>
                </c:pt>
                <c:pt idx="2225">
                  <c:v>2057.844369152861</c:v>
                </c:pt>
                <c:pt idx="2226">
                  <c:v>2055.0736690786193</c:v>
                </c:pt>
                <c:pt idx="2227">
                  <c:v>2053.0011287304278</c:v>
                </c:pt>
                <c:pt idx="2228">
                  <c:v>2048.2607818847637</c:v>
                </c:pt>
                <c:pt idx="2229">
                  <c:v>2046.8188970746955</c:v>
                </c:pt>
                <c:pt idx="2230">
                  <c:v>2046.1617537563686</c:v>
                </c:pt>
                <c:pt idx="2231">
                  <c:v>2044.3593587812163</c:v>
                </c:pt>
                <c:pt idx="2232">
                  <c:v>2044.5918626022055</c:v>
                </c:pt>
                <c:pt idx="2233">
                  <c:v>2041.8375991181117</c:v>
                </c:pt>
                <c:pt idx="2234">
                  <c:v>2041.3106905737475</c:v>
                </c:pt>
                <c:pt idx="2235">
                  <c:v>2040.7647504272186</c:v>
                </c:pt>
                <c:pt idx="2236">
                  <c:v>2043.9273395376463</c:v>
                </c:pt>
                <c:pt idx="2237">
                  <c:v>2043.1213582389837</c:v>
                </c:pt>
                <c:pt idx="2238">
                  <c:v>2044.0127277235833</c:v>
                </c:pt>
                <c:pt idx="2239">
                  <c:v>2046.1053299527364</c:v>
                </c:pt>
                <c:pt idx="2240">
                  <c:v>2045.0993746442468</c:v>
                </c:pt>
                <c:pt idx="2241">
                  <c:v>2045.1196245941537</c:v>
                </c:pt>
                <c:pt idx="2242">
                  <c:v>2038.043608068599</c:v>
                </c:pt>
                <c:pt idx="2243">
                  <c:v>2040.3533137315324</c:v>
                </c:pt>
                <c:pt idx="2244">
                  <c:v>2043.4367238557795</c:v>
                </c:pt>
                <c:pt idx="2245">
                  <c:v>2044.3232862315788</c:v>
                </c:pt>
                <c:pt idx="2246">
                  <c:v>2042.8421386060515</c:v>
                </c:pt>
                <c:pt idx="2247">
                  <c:v>2044.0720567815383</c:v>
                </c:pt>
                <c:pt idx="2248">
                  <c:v>2044.1390903972808</c:v>
                </c:pt>
                <c:pt idx="2249">
                  <c:v>2044.6882354623563</c:v>
                </c:pt>
                <c:pt idx="2250">
                  <c:v>2040.4116810367527</c:v>
                </c:pt>
                <c:pt idx="2251">
                  <c:v>2036.8110480585824</c:v>
                </c:pt>
                <c:pt idx="2252">
                  <c:v>2032.8802875333888</c:v>
                </c:pt>
                <c:pt idx="2253">
                  <c:v>1965.4848969108741</c:v>
                </c:pt>
                <c:pt idx="2254">
                  <c:v>1956.1805311444934</c:v>
                </c:pt>
                <c:pt idx="2255">
                  <c:v>1955.0832294268027</c:v>
                </c:pt>
                <c:pt idx="2256">
                  <c:v>1956.498906002704</c:v>
                </c:pt>
                <c:pt idx="2257">
                  <c:v>1955.6851944973082</c:v>
                </c:pt>
                <c:pt idx="2258">
                  <c:v>1955.4068708672376</c:v>
                </c:pt>
                <c:pt idx="2259">
                  <c:v>1954.5590383504602</c:v>
                </c:pt>
                <c:pt idx="2260">
                  <c:v>1953.5021235190093</c:v>
                </c:pt>
                <c:pt idx="2261">
                  <c:v>1953.0259692247221</c:v>
                </c:pt>
                <c:pt idx="2262">
                  <c:v>1953.786118165403</c:v>
                </c:pt>
                <c:pt idx="2263">
                  <c:v>1952.4588243002174</c:v>
                </c:pt>
                <c:pt idx="2264">
                  <c:v>1950.4458299492217</c:v>
                </c:pt>
                <c:pt idx="2265">
                  <c:v>1949.5878511604885</c:v>
                </c:pt>
                <c:pt idx="2266">
                  <c:v>1952.896349428928</c:v>
                </c:pt>
                <c:pt idx="2267">
                  <c:v>1950.4568730599176</c:v>
                </c:pt>
                <c:pt idx="2268">
                  <c:v>1949.4334883541298</c:v>
                </c:pt>
                <c:pt idx="2269">
                  <c:v>1972.7216445909949</c:v>
                </c:pt>
                <c:pt idx="2270">
                  <c:v>1971.8349336376027</c:v>
                </c:pt>
                <c:pt idx="2271">
                  <c:v>1998.0381417225008</c:v>
                </c:pt>
                <c:pt idx="2272">
                  <c:v>1999.1680982185837</c:v>
                </c:pt>
                <c:pt idx="2273">
                  <c:v>2004.3659542427545</c:v>
                </c:pt>
                <c:pt idx="2274">
                  <c:v>1991.9588014320673</c:v>
                </c:pt>
                <c:pt idx="2275">
                  <c:v>1985.4970980986991</c:v>
                </c:pt>
                <c:pt idx="2276">
                  <c:v>1968.8175371566874</c:v>
                </c:pt>
                <c:pt idx="2277">
                  <c:v>1960.0327828336347</c:v>
                </c:pt>
                <c:pt idx="2278">
                  <c:v>1962.7186167020166</c:v>
                </c:pt>
                <c:pt idx="2279">
                  <c:v>1957.9991527394411</c:v>
                </c:pt>
                <c:pt idx="2280">
                  <c:v>1959.3484977773551</c:v>
                </c:pt>
                <c:pt idx="2281">
                  <c:v>1964.5004447419835</c:v>
                </c:pt>
                <c:pt idx="2282">
                  <c:v>1972.1368971861702</c:v>
                </c:pt>
                <c:pt idx="2283">
                  <c:v>1974.7309100096643</c:v>
                </c:pt>
                <c:pt idx="2284">
                  <c:v>1979.8617959635833</c:v>
                </c:pt>
                <c:pt idx="2285">
                  <c:v>1975.253022959281</c:v>
                </c:pt>
                <c:pt idx="2286">
                  <c:v>1964.9409511544586</c:v>
                </c:pt>
                <c:pt idx="2287">
                  <c:v>1965.2666566195476</c:v>
                </c:pt>
                <c:pt idx="2288">
                  <c:v>1966.3402582449025</c:v>
                </c:pt>
                <c:pt idx="2289">
                  <c:v>1973.118423193697</c:v>
                </c:pt>
                <c:pt idx="2290">
                  <c:v>1972.3917722070694</c:v>
                </c:pt>
                <c:pt idx="2291">
                  <c:v>1972.0071065812704</c:v>
                </c:pt>
                <c:pt idx="2292">
                  <c:v>1967.7845077609993</c:v>
                </c:pt>
                <c:pt idx="2293">
                  <c:v>1960.3787307410032</c:v>
                </c:pt>
                <c:pt idx="2294">
                  <c:v>1958.9422589889105</c:v>
                </c:pt>
                <c:pt idx="2295">
                  <c:v>1943.2422881389602</c:v>
                </c:pt>
                <c:pt idx="2296">
                  <c:v>1942.9650044007965</c:v>
                </c:pt>
                <c:pt idx="2297">
                  <c:v>1945.3998626001669</c:v>
                </c:pt>
                <c:pt idx="2298">
                  <c:v>1976.3034034412767</c:v>
                </c:pt>
                <c:pt idx="2299">
                  <c:v>1979.1280247988611</c:v>
                </c:pt>
                <c:pt idx="2300">
                  <c:v>1973.5498230861265</c:v>
                </c:pt>
                <c:pt idx="2301">
                  <c:v>1975.1301910520019</c:v>
                </c:pt>
                <c:pt idx="2302">
                  <c:v>1976.3707269862025</c:v>
                </c:pt>
                <c:pt idx="2303">
                  <c:v>1976.1785341946584</c:v>
                </c:pt>
                <c:pt idx="2304">
                  <c:v>1979.4606827718358</c:v>
                </c:pt>
                <c:pt idx="2305">
                  <c:v>1980.5640247720871</c:v>
                </c:pt>
                <c:pt idx="2306">
                  <c:v>1982.7040498573999</c:v>
                </c:pt>
                <c:pt idx="2307">
                  <c:v>1981.9210285120453</c:v>
                </c:pt>
                <c:pt idx="2308">
                  <c:v>1981.4519432784145</c:v>
                </c:pt>
                <c:pt idx="2309">
                  <c:v>1983.7563401441982</c:v>
                </c:pt>
                <c:pt idx="2310">
                  <c:v>1982.5995823470926</c:v>
                </c:pt>
                <c:pt idx="2311">
                  <c:v>1983.1935072803435</c:v>
                </c:pt>
                <c:pt idx="2312">
                  <c:v>1982.4824578569114</c:v>
                </c:pt>
                <c:pt idx="2313">
                  <c:v>1979.0839961008733</c:v>
                </c:pt>
                <c:pt idx="2314">
                  <c:v>1977.6673314426284</c:v>
                </c:pt>
                <c:pt idx="2315">
                  <c:v>1975.6430963333896</c:v>
                </c:pt>
                <c:pt idx="2316">
                  <c:v>1978.325079409964</c:v>
                </c:pt>
                <c:pt idx="2317">
                  <c:v>1977.9363972710667</c:v>
                </c:pt>
                <c:pt idx="2318">
                  <c:v>1976.2303288285993</c:v>
                </c:pt>
                <c:pt idx="2319">
                  <c:v>1975.3413930807089</c:v>
                </c:pt>
                <c:pt idx="2320">
                  <c:v>1975.0082860999964</c:v>
                </c:pt>
                <c:pt idx="2321">
                  <c:v>1974.7872762182103</c:v>
                </c:pt>
                <c:pt idx="2322">
                  <c:v>1972.0731994215853</c:v>
                </c:pt>
                <c:pt idx="2323">
                  <c:v>1976.8979299125904</c:v>
                </c:pt>
                <c:pt idx="2324">
                  <c:v>1977.5945051729036</c:v>
                </c:pt>
                <c:pt idx="2325">
                  <c:v>1976.8332026562668</c:v>
                </c:pt>
                <c:pt idx="2326">
                  <c:v>1973.776787498065</c:v>
                </c:pt>
                <c:pt idx="2327">
                  <c:v>1973.2558262867724</c:v>
                </c:pt>
                <c:pt idx="2328">
                  <c:v>1973.746037611701</c:v>
                </c:pt>
                <c:pt idx="2329">
                  <c:v>1978.0581617539087</c:v>
                </c:pt>
                <c:pt idx="2330">
                  <c:v>1976.3732388474493</c:v>
                </c:pt>
                <c:pt idx="2331">
                  <c:v>1976.0330588492163</c:v>
                </c:pt>
                <c:pt idx="2332">
                  <c:v>1975.8546429782975</c:v>
                </c:pt>
                <c:pt idx="2333">
                  <c:v>1976.6255551141201</c:v>
                </c:pt>
                <c:pt idx="2334">
                  <c:v>1978.6823174261951</c:v>
                </c:pt>
                <c:pt idx="2335">
                  <c:v>1979.3431967100985</c:v>
                </c:pt>
                <c:pt idx="2336">
                  <c:v>1975.1496629652888</c:v>
                </c:pt>
                <c:pt idx="2337">
                  <c:v>1976.6269389318779</c:v>
                </c:pt>
                <c:pt idx="2338">
                  <c:v>1976.8816233741056</c:v>
                </c:pt>
                <c:pt idx="2339">
                  <c:v>1977.1539746990654</c:v>
                </c:pt>
                <c:pt idx="2340">
                  <c:v>1975.3742948256902</c:v>
                </c:pt>
                <c:pt idx="2341">
                  <c:v>1972.3530002181128</c:v>
                </c:pt>
                <c:pt idx="2342">
                  <c:v>1975.402829995013</c:v>
                </c:pt>
                <c:pt idx="2343">
                  <c:v>1979.4772849768524</c:v>
                </c:pt>
                <c:pt idx="2344">
                  <c:v>1978.8370702460697</c:v>
                </c:pt>
                <c:pt idx="2345">
                  <c:v>1978.2497237648574</c:v>
                </c:pt>
                <c:pt idx="2346">
                  <c:v>1981.8960111417573</c:v>
                </c:pt>
                <c:pt idx="2347">
                  <c:v>1981.7298266673258</c:v>
                </c:pt>
                <c:pt idx="2348">
                  <c:v>1982.0995061041322</c:v>
                </c:pt>
                <c:pt idx="2349">
                  <c:v>1981.3514661735198</c:v>
                </c:pt>
                <c:pt idx="2350">
                  <c:v>1982.2235268753589</c:v>
                </c:pt>
                <c:pt idx="2351">
                  <c:v>1988.931230836916</c:v>
                </c:pt>
                <c:pt idx="2352">
                  <c:v>1986.1865609968411</c:v>
                </c:pt>
                <c:pt idx="2353">
                  <c:v>1985.8713495148966</c:v>
                </c:pt>
                <c:pt idx="2354">
                  <c:v>1988.6448368460494</c:v>
                </c:pt>
                <c:pt idx="2355">
                  <c:v>1990.9025596118893</c:v>
                </c:pt>
                <c:pt idx="2356">
                  <c:v>1990.6326901281307</c:v>
                </c:pt>
                <c:pt idx="2357">
                  <c:v>1990.9110029303122</c:v>
                </c:pt>
                <c:pt idx="2358">
                  <c:v>1996.0521001336726</c:v>
                </c:pt>
                <c:pt idx="2359">
                  <c:v>1999.034708793803</c:v>
                </c:pt>
                <c:pt idx="2360">
                  <c:v>1998.2479327980266</c:v>
                </c:pt>
                <c:pt idx="2361">
                  <c:v>1998.074608041225</c:v>
                </c:pt>
                <c:pt idx="2362">
                  <c:v>1994.470654647519</c:v>
                </c:pt>
                <c:pt idx="2363">
                  <c:v>1995.0282493293166</c:v>
                </c:pt>
                <c:pt idx="2364">
                  <c:v>1994.7138363022555</c:v>
                </c:pt>
                <c:pt idx="2365">
                  <c:v>1990.6486690569204</c:v>
                </c:pt>
                <c:pt idx="2366">
                  <c:v>1989.2608716631321</c:v>
                </c:pt>
                <c:pt idx="2367">
                  <c:v>1986.9961443194068</c:v>
                </c:pt>
                <c:pt idx="2368">
                  <c:v>1987.9162571202346</c:v>
                </c:pt>
                <c:pt idx="2369">
                  <c:v>2039.0674552678518</c:v>
                </c:pt>
                <c:pt idx="2370">
                  <c:v>2040.0673723198763</c:v>
                </c:pt>
                <c:pt idx="2371">
                  <c:v>2032.9489404647952</c:v>
                </c:pt>
                <c:pt idx="2372">
                  <c:v>2031.1395925027932</c:v>
                </c:pt>
                <c:pt idx="2373">
                  <c:v>2036.254731923616</c:v>
                </c:pt>
                <c:pt idx="2374">
                  <c:v>2043.8976739819432</c:v>
                </c:pt>
                <c:pt idx="2375">
                  <c:v>2045.9336762281512</c:v>
                </c:pt>
                <c:pt idx="2376">
                  <c:v>2030.823607044023</c:v>
                </c:pt>
                <c:pt idx="2377">
                  <c:v>2027.1236978632016</c:v>
                </c:pt>
                <c:pt idx="2378">
                  <c:v>2026.0839389997477</c:v>
                </c:pt>
                <c:pt idx="2379">
                  <c:v>2032.2914173292527</c:v>
                </c:pt>
                <c:pt idx="2380">
                  <c:v>2033.8764978019565</c:v>
                </c:pt>
                <c:pt idx="2381">
                  <c:v>2031.9978238233039</c:v>
                </c:pt>
                <c:pt idx="2382">
                  <c:v>2032.5866604603495</c:v>
                </c:pt>
                <c:pt idx="2383">
                  <c:v>2032.1804718580288</c:v>
                </c:pt>
                <c:pt idx="2384">
                  <c:v>2031.2295766374439</c:v>
                </c:pt>
                <c:pt idx="2385">
                  <c:v>2029.255024863759</c:v>
                </c:pt>
                <c:pt idx="2386">
                  <c:v>2024.8246491427312</c:v>
                </c:pt>
                <c:pt idx="2387">
                  <c:v>2025.5806601493427</c:v>
                </c:pt>
                <c:pt idx="2388">
                  <c:v>2024.9820701807882</c:v>
                </c:pt>
                <c:pt idx="2389">
                  <c:v>2029.9790690979903</c:v>
                </c:pt>
                <c:pt idx="2390">
                  <c:v>2033.1316425645987</c:v>
                </c:pt>
                <c:pt idx="2391">
                  <c:v>2034.5963761477174</c:v>
                </c:pt>
                <c:pt idx="2392">
                  <c:v>2033.2117974201697</c:v>
                </c:pt>
                <c:pt idx="2393">
                  <c:v>2030.8718953222206</c:v>
                </c:pt>
                <c:pt idx="2394">
                  <c:v>2035.4222939367967</c:v>
                </c:pt>
                <c:pt idx="2395">
                  <c:v>2033.6556387805108</c:v>
                </c:pt>
                <c:pt idx="2396">
                  <c:v>2034.3674940929934</c:v>
                </c:pt>
                <c:pt idx="2397">
                  <c:v>2033.313798926441</c:v>
                </c:pt>
                <c:pt idx="2398">
                  <c:v>2030.405117210179</c:v>
                </c:pt>
                <c:pt idx="2399">
                  <c:v>2030.7400841368576</c:v>
                </c:pt>
                <c:pt idx="2400">
                  <c:v>2042.9817107366043</c:v>
                </c:pt>
                <c:pt idx="2401">
                  <c:v>2044.5229056947162</c:v>
                </c:pt>
                <c:pt idx="2402">
                  <c:v>2046.102186273926</c:v>
                </c:pt>
                <c:pt idx="2403">
                  <c:v>2045.6974685092216</c:v>
                </c:pt>
                <c:pt idx="2404">
                  <c:v>2044.5408133788208</c:v>
                </c:pt>
                <c:pt idx="2405">
                  <c:v>2044.1468558368797</c:v>
                </c:pt>
                <c:pt idx="2406">
                  <c:v>2040.6872588589938</c:v>
                </c:pt>
                <c:pt idx="2407">
                  <c:v>2038.3600517399157</c:v>
                </c:pt>
                <c:pt idx="2408">
                  <c:v>2035.7567481721394</c:v>
                </c:pt>
                <c:pt idx="2409">
                  <c:v>2035.9541007131295</c:v>
                </c:pt>
                <c:pt idx="2410">
                  <c:v>2038.6312229904499</c:v>
                </c:pt>
                <c:pt idx="2411">
                  <c:v>2042.8202015682143</c:v>
                </c:pt>
                <c:pt idx="2412">
                  <c:v>2042.4804285668874</c:v>
                </c:pt>
                <c:pt idx="2413">
                  <c:v>2039.1809865121068</c:v>
                </c:pt>
                <c:pt idx="2414">
                  <c:v>2035.7789018448011</c:v>
                </c:pt>
                <c:pt idx="2415">
                  <c:v>2016.2153373179785</c:v>
                </c:pt>
                <c:pt idx="2416">
                  <c:v>2033.9446792576352</c:v>
                </c:pt>
                <c:pt idx="2417">
                  <c:v>2053.0518281596133</c:v>
                </c:pt>
                <c:pt idx="2418">
                  <c:v>2082.0739931829939</c:v>
                </c:pt>
                <c:pt idx="2419">
                  <c:v>2123.4354448691115</c:v>
                </c:pt>
                <c:pt idx="2420">
                  <c:v>2123.7530389817634</c:v>
                </c:pt>
                <c:pt idx="2421">
                  <c:v>2118.5986220601553</c:v>
                </c:pt>
                <c:pt idx="2422">
                  <c:v>2120.1330400136089</c:v>
                </c:pt>
                <c:pt idx="2423">
                  <c:v>2123.9920660947914</c:v>
                </c:pt>
                <c:pt idx="2424">
                  <c:v>2121.7866044208399</c:v>
                </c:pt>
                <c:pt idx="2425">
                  <c:v>2123.9902596381885</c:v>
                </c:pt>
                <c:pt idx="2426">
                  <c:v>2126.0199293286973</c:v>
                </c:pt>
                <c:pt idx="2427">
                  <c:v>2132.675002130205</c:v>
                </c:pt>
                <c:pt idx="2428">
                  <c:v>2235.0283123547911</c:v>
                </c:pt>
                <c:pt idx="2429">
                  <c:v>2236.2963227601581</c:v>
                </c:pt>
                <c:pt idx="2430">
                  <c:v>2242.7030358052402</c:v>
                </c:pt>
                <c:pt idx="2431">
                  <c:v>2242.414853509702</c:v>
                </c:pt>
                <c:pt idx="2432">
                  <c:v>2241.0878183944465</c:v>
                </c:pt>
                <c:pt idx="2433">
                  <c:v>2239.2995045294615</c:v>
                </c:pt>
                <c:pt idx="2434">
                  <c:v>2276.8713156027029</c:v>
                </c:pt>
                <c:pt idx="2435">
                  <c:v>2281.5392799127967</c:v>
                </c:pt>
                <c:pt idx="2436">
                  <c:v>2280.2550957356848</c:v>
                </c:pt>
                <c:pt idx="2437">
                  <c:v>2279.0343914993837</c:v>
                </c:pt>
                <c:pt idx="2438">
                  <c:v>2282.5921296123606</c:v>
                </c:pt>
                <c:pt idx="2439">
                  <c:v>2280.1054166622998</c:v>
                </c:pt>
                <c:pt idx="2440">
                  <c:v>2279.3497552247127</c:v>
                </c:pt>
                <c:pt idx="2441">
                  <c:v>2278.8751978147316</c:v>
                </c:pt>
                <c:pt idx="2442">
                  <c:v>2278.7840365726597</c:v>
                </c:pt>
                <c:pt idx="2443">
                  <c:v>2276.214136747742</c:v>
                </c:pt>
                <c:pt idx="2444">
                  <c:v>2272.4901064822297</c:v>
                </c:pt>
                <c:pt idx="2445">
                  <c:v>2270.837676394251</c:v>
                </c:pt>
                <c:pt idx="2446">
                  <c:v>2268.5345130033998</c:v>
                </c:pt>
                <c:pt idx="2447">
                  <c:v>2270.7528456228838</c:v>
                </c:pt>
                <c:pt idx="2448">
                  <c:v>2272.4560656585359</c:v>
                </c:pt>
                <c:pt idx="2449">
                  <c:v>2272.633173785593</c:v>
                </c:pt>
                <c:pt idx="2450">
                  <c:v>2276.711582883529</c:v>
                </c:pt>
                <c:pt idx="2451">
                  <c:v>2275.1355995770946</c:v>
                </c:pt>
                <c:pt idx="2452">
                  <c:v>2278.5456836866119</c:v>
                </c:pt>
                <c:pt idx="2453">
                  <c:v>2275.6476045157974</c:v>
                </c:pt>
                <c:pt idx="2454">
                  <c:v>2273.5733082386278</c:v>
                </c:pt>
                <c:pt idx="2455">
                  <c:v>2272.0128012177156</c:v>
                </c:pt>
                <c:pt idx="2456">
                  <c:v>2272.4727550911007</c:v>
                </c:pt>
                <c:pt idx="2457">
                  <c:v>2266.3393876915593</c:v>
                </c:pt>
                <c:pt idx="2458">
                  <c:v>2265.0951073625788</c:v>
                </c:pt>
                <c:pt idx="2459">
                  <c:v>2271.6867033203707</c:v>
                </c:pt>
                <c:pt idx="2460">
                  <c:v>2272.1259283998188</c:v>
                </c:pt>
                <c:pt idx="2461">
                  <c:v>2271.4247029599933</c:v>
                </c:pt>
                <c:pt idx="2462">
                  <c:v>2273.4556807087602</c:v>
                </c:pt>
                <c:pt idx="2463">
                  <c:v>2276.6598262470525</c:v>
                </c:pt>
                <c:pt idx="2464">
                  <c:v>2276.5984782761034</c:v>
                </c:pt>
                <c:pt idx="2465">
                  <c:v>2276.1619441453395</c:v>
                </c:pt>
                <c:pt idx="2466">
                  <c:v>2273.4363059694024</c:v>
                </c:pt>
                <c:pt idx="2467">
                  <c:v>2270.528463052025</c:v>
                </c:pt>
                <c:pt idx="2468">
                  <c:v>2272.7814884208169</c:v>
                </c:pt>
                <c:pt idx="2469">
                  <c:v>2272.8160463182635</c:v>
                </c:pt>
                <c:pt idx="2470">
                  <c:v>2268.9665099303911</c:v>
                </c:pt>
                <c:pt idx="2471">
                  <c:v>2275.8132833048744</c:v>
                </c:pt>
                <c:pt idx="2472">
                  <c:v>2279.352634224404</c:v>
                </c:pt>
                <c:pt idx="2473">
                  <c:v>2281.1883291517174</c:v>
                </c:pt>
                <c:pt idx="2474">
                  <c:v>2277.9782541477525</c:v>
                </c:pt>
                <c:pt idx="2475">
                  <c:v>2277.6720264747946</c:v>
                </c:pt>
                <c:pt idx="2476">
                  <c:v>2283.2326250705723</c:v>
                </c:pt>
                <c:pt idx="2477">
                  <c:v>2280.8766874367211</c:v>
                </c:pt>
                <c:pt idx="2478">
                  <c:v>2282.604936022698</c:v>
                </c:pt>
                <c:pt idx="2479">
                  <c:v>2280.8416810083604</c:v>
                </c:pt>
                <c:pt idx="2480">
                  <c:v>2279.8610097297433</c:v>
                </c:pt>
                <c:pt idx="2481">
                  <c:v>2283.191330174403</c:v>
                </c:pt>
                <c:pt idx="2482">
                  <c:v>2283.7513457617347</c:v>
                </c:pt>
                <c:pt idx="2483">
                  <c:v>2286.3033454769911</c:v>
                </c:pt>
                <c:pt idx="2484">
                  <c:v>2286.9004803675521</c:v>
                </c:pt>
                <c:pt idx="2485">
                  <c:v>2284.885593834023</c:v>
                </c:pt>
                <c:pt idx="2486">
                  <c:v>2281.9227765437608</c:v>
                </c:pt>
                <c:pt idx="2487">
                  <c:v>2281.9442753712651</c:v>
                </c:pt>
                <c:pt idx="2488">
                  <c:v>2277.7907775907024</c:v>
                </c:pt>
                <c:pt idx="2489">
                  <c:v>2275.4543837396259</c:v>
                </c:pt>
                <c:pt idx="2490">
                  <c:v>2278.7770515948951</c:v>
                </c:pt>
                <c:pt idx="2491">
                  <c:v>2279.8121826931165</c:v>
                </c:pt>
                <c:pt idx="2492">
                  <c:v>2281.2917957759514</c:v>
                </c:pt>
                <c:pt idx="2493">
                  <c:v>2278.454719961032</c:v>
                </c:pt>
                <c:pt idx="2494">
                  <c:v>2278.0237786812736</c:v>
                </c:pt>
                <c:pt idx="2495">
                  <c:v>2275.5405102340628</c:v>
                </c:pt>
                <c:pt idx="2496">
                  <c:v>2275.7172434248387</c:v>
                </c:pt>
                <c:pt idx="2497">
                  <c:v>2272.9483358494108</c:v>
                </c:pt>
                <c:pt idx="2498">
                  <c:v>2292.6145920404974</c:v>
                </c:pt>
                <c:pt idx="2499">
                  <c:v>2303.1870560730413</c:v>
                </c:pt>
                <c:pt idx="2500">
                  <c:v>2308.3850623811018</c:v>
                </c:pt>
                <c:pt idx="2501">
                  <c:v>2303.606168101308</c:v>
                </c:pt>
                <c:pt idx="2502">
                  <c:v>2301.7004940606766</c:v>
                </c:pt>
                <c:pt idx="2503">
                  <c:v>2297.6971332209105</c:v>
                </c:pt>
                <c:pt idx="2504">
                  <c:v>2300.9666005305849</c:v>
                </c:pt>
                <c:pt idx="2505">
                  <c:v>2298.7646380494484</c:v>
                </c:pt>
                <c:pt idx="2506">
                  <c:v>2300.0131250202126</c:v>
                </c:pt>
                <c:pt idx="2507">
                  <c:v>2297.4294094299294</c:v>
                </c:pt>
                <c:pt idx="2508">
                  <c:v>2296.5860917734644</c:v>
                </c:pt>
                <c:pt idx="2509">
                  <c:v>2294.4479493690205</c:v>
                </c:pt>
                <c:pt idx="2510">
                  <c:v>2302.0847955653594</c:v>
                </c:pt>
                <c:pt idx="2511">
                  <c:v>2303.2935630436123</c:v>
                </c:pt>
                <c:pt idx="2512">
                  <c:v>2305.1000818335465</c:v>
                </c:pt>
                <c:pt idx="2513">
                  <c:v>2305.6327463853127</c:v>
                </c:pt>
                <c:pt idx="2514">
                  <c:v>2306.618578368445</c:v>
                </c:pt>
                <c:pt idx="2515">
                  <c:v>2305.4948266954698</c:v>
                </c:pt>
                <c:pt idx="2516">
                  <c:v>2301.3359339432204</c:v>
                </c:pt>
                <c:pt idx="2517">
                  <c:v>2298.3839092071876</c:v>
                </c:pt>
                <c:pt idx="2518">
                  <c:v>2301.3364409632768</c:v>
                </c:pt>
                <c:pt idx="2519">
                  <c:v>2316.089389567735</c:v>
                </c:pt>
                <c:pt idx="2520">
                  <c:v>2325.7973770042145</c:v>
                </c:pt>
                <c:pt idx="2521">
                  <c:v>2365.4338393377507</c:v>
                </c:pt>
                <c:pt idx="2522">
                  <c:v>2386.0474576704141</c:v>
                </c:pt>
                <c:pt idx="2523">
                  <c:v>2385.5775875916415</c:v>
                </c:pt>
                <c:pt idx="2524">
                  <c:v>2373.1307376806076</c:v>
                </c:pt>
                <c:pt idx="2525">
                  <c:v>2375.9862587786592</c:v>
                </c:pt>
                <c:pt idx="2526">
                  <c:v>2415.2827628301116</c:v>
                </c:pt>
                <c:pt idx="2527">
                  <c:v>2416.6819784735167</c:v>
                </c:pt>
                <c:pt idx="2528">
                  <c:v>2419.3282308391535</c:v>
                </c:pt>
                <c:pt idx="2529">
                  <c:v>2420.0702901196037</c:v>
                </c:pt>
                <c:pt idx="2530">
                  <c:v>2426.5600787423728</c:v>
                </c:pt>
                <c:pt idx="2531">
                  <c:v>2425.1119936461032</c:v>
                </c:pt>
                <c:pt idx="2532">
                  <c:v>2438.4738550214265</c:v>
                </c:pt>
                <c:pt idx="2533">
                  <c:v>2436.897173252115</c:v>
                </c:pt>
                <c:pt idx="2534">
                  <c:v>2442.7293033371038</c:v>
                </c:pt>
                <c:pt idx="2535">
                  <c:v>2445.4914441526003</c:v>
                </c:pt>
                <c:pt idx="2536">
                  <c:v>2447.1195730253316</c:v>
                </c:pt>
                <c:pt idx="2537">
                  <c:v>2450.1584824190186</c:v>
                </c:pt>
                <c:pt idx="2538">
                  <c:v>2455.0000047996709</c:v>
                </c:pt>
                <c:pt idx="2539">
                  <c:v>2444.9067340772167</c:v>
                </c:pt>
                <c:pt idx="2540">
                  <c:v>2445.7155558123977</c:v>
                </c:pt>
                <c:pt idx="2541">
                  <c:v>2456.8222402818774</c:v>
                </c:pt>
                <c:pt idx="2542">
                  <c:v>2454.3980819550816</c:v>
                </c:pt>
                <c:pt idx="2543">
                  <c:v>2458.6425284860893</c:v>
                </c:pt>
                <c:pt idx="2544">
                  <c:v>2482.2379723883219</c:v>
                </c:pt>
                <c:pt idx="2545">
                  <c:v>2479.7121285192361</c:v>
                </c:pt>
                <c:pt idx="2546">
                  <c:v>2485.398600170437</c:v>
                </c:pt>
                <c:pt idx="2547">
                  <c:v>2478.3980691515558</c:v>
                </c:pt>
                <c:pt idx="2548">
                  <c:v>2488.8359392936595</c:v>
                </c:pt>
                <c:pt idx="2549">
                  <c:v>2494.9718529409397</c:v>
                </c:pt>
                <c:pt idx="2550">
                  <c:v>2495.5661851198442</c:v>
                </c:pt>
                <c:pt idx="2551">
                  <c:v>2488.6676603546734</c:v>
                </c:pt>
                <c:pt idx="2552">
                  <c:v>2493.4152070412861</c:v>
                </c:pt>
                <c:pt idx="2553">
                  <c:v>2498.466129849036</c:v>
                </c:pt>
                <c:pt idx="2554">
                  <c:v>2503.0040543911286</c:v>
                </c:pt>
                <c:pt idx="2555">
                  <c:v>2501.7555327223399</c:v>
                </c:pt>
                <c:pt idx="2556">
                  <c:v>2495.5764152971674</c:v>
                </c:pt>
                <c:pt idx="2557">
                  <c:v>2497.0834346938182</c:v>
                </c:pt>
                <c:pt idx="2558">
                  <c:v>2509.1793631014039</c:v>
                </c:pt>
                <c:pt idx="2559">
                  <c:v>2511.5919745566625</c:v>
                </c:pt>
                <c:pt idx="2560">
                  <c:v>2503.7076877712248</c:v>
                </c:pt>
                <c:pt idx="2561">
                  <c:v>2503.7081728068988</c:v>
                </c:pt>
                <c:pt idx="2562">
                  <c:v>2510.3774772653092</c:v>
                </c:pt>
                <c:pt idx="2563">
                  <c:v>2512.6455144794759</c:v>
                </c:pt>
                <c:pt idx="2564">
                  <c:v>2510.1705881070693</c:v>
                </c:pt>
                <c:pt idx="2565">
                  <c:v>2516.87070101062</c:v>
                </c:pt>
                <c:pt idx="2566">
                  <c:v>2518.8415775773628</c:v>
                </c:pt>
                <c:pt idx="2567">
                  <c:v>2510.8848605756098</c:v>
                </c:pt>
                <c:pt idx="2568">
                  <c:v>2514.2366730613412</c:v>
                </c:pt>
                <c:pt idx="2569">
                  <c:v>2511.6281938417633</c:v>
                </c:pt>
                <c:pt idx="2570">
                  <c:v>2508.4504723776827</c:v>
                </c:pt>
                <c:pt idx="2571">
                  <c:v>2504.1884137828929</c:v>
                </c:pt>
                <c:pt idx="2572">
                  <c:v>2511.4671113393151</c:v>
                </c:pt>
                <c:pt idx="2573">
                  <c:v>2502.3626114914773</c:v>
                </c:pt>
                <c:pt idx="2574">
                  <c:v>2503.4522227332745</c:v>
                </c:pt>
                <c:pt idx="2575">
                  <c:v>2499.1644921539255</c:v>
                </c:pt>
                <c:pt idx="2576">
                  <c:v>2495.2916674928597</c:v>
                </c:pt>
                <c:pt idx="2577">
                  <c:v>2494.2893374665132</c:v>
                </c:pt>
                <c:pt idx="2578">
                  <c:v>2488.8136383298647</c:v>
                </c:pt>
                <c:pt idx="2579">
                  <c:v>2485.6123129949997</c:v>
                </c:pt>
                <c:pt idx="2580">
                  <c:v>2482.8552005145075</c:v>
                </c:pt>
                <c:pt idx="2581">
                  <c:v>2485.5471374650365</c:v>
                </c:pt>
                <c:pt idx="2582">
                  <c:v>2491.2720125133706</c:v>
                </c:pt>
                <c:pt idx="2583">
                  <c:v>2489.4819258566836</c:v>
                </c:pt>
                <c:pt idx="2584">
                  <c:v>2493.9598603133277</c:v>
                </c:pt>
                <c:pt idx="2585">
                  <c:v>2492.6560672547657</c:v>
                </c:pt>
                <c:pt idx="2586">
                  <c:v>2490.7560542245956</c:v>
                </c:pt>
                <c:pt idx="2587">
                  <c:v>2495.9663161286699</c:v>
                </c:pt>
                <c:pt idx="2588">
                  <c:v>2500.0704622317007</c:v>
                </c:pt>
                <c:pt idx="2589">
                  <c:v>2500.7339076201165</c:v>
                </c:pt>
                <c:pt idx="2590">
                  <c:v>2502.2030682845407</c:v>
                </c:pt>
                <c:pt idx="2591">
                  <c:v>2500.6031361155265</c:v>
                </c:pt>
                <c:pt idx="2592">
                  <c:v>2497.1080141912903</c:v>
                </c:pt>
                <c:pt idx="2593">
                  <c:v>2496.1460210629602</c:v>
                </c:pt>
                <c:pt idx="2594">
                  <c:v>2492.5611923061215</c:v>
                </c:pt>
                <c:pt idx="2595">
                  <c:v>2489.5616997694715</c:v>
                </c:pt>
                <c:pt idx="2596">
                  <c:v>2487.819665057772</c:v>
                </c:pt>
                <c:pt idx="2597">
                  <c:v>2487.7010657708547</c:v>
                </c:pt>
                <c:pt idx="2598">
                  <c:v>2489.4655350454095</c:v>
                </c:pt>
                <c:pt idx="2599">
                  <c:v>2487.0197061229087</c:v>
                </c:pt>
                <c:pt idx="2600">
                  <c:v>2483.1821255589862</c:v>
                </c:pt>
                <c:pt idx="2601">
                  <c:v>2484.8685936000174</c:v>
                </c:pt>
                <c:pt idx="2602">
                  <c:v>2485.7901006538978</c:v>
                </c:pt>
                <c:pt idx="2603">
                  <c:v>2484.8600711094591</c:v>
                </c:pt>
                <c:pt idx="2604">
                  <c:v>2483.9228068806383</c:v>
                </c:pt>
                <c:pt idx="2605">
                  <c:v>2483.9340664934712</c:v>
                </c:pt>
                <c:pt idx="2606">
                  <c:v>2485.4667993498024</c:v>
                </c:pt>
                <c:pt idx="2607">
                  <c:v>2482.6880228682758</c:v>
                </c:pt>
                <c:pt idx="2608">
                  <c:v>2483.0861501478448</c:v>
                </c:pt>
                <c:pt idx="2609">
                  <c:v>2482.5020586135083</c:v>
                </c:pt>
                <c:pt idx="2610">
                  <c:v>2476.0838298584849</c:v>
                </c:pt>
                <c:pt idx="2611">
                  <c:v>2483.9055552067703</c:v>
                </c:pt>
                <c:pt idx="2612">
                  <c:v>2488.2206147492143</c:v>
                </c:pt>
                <c:pt idx="2613">
                  <c:v>2485.6200561797227</c:v>
                </c:pt>
                <c:pt idx="2614">
                  <c:v>2483.0422785954211</c:v>
                </c:pt>
                <c:pt idx="2615">
                  <c:v>2476.3963295828271</c:v>
                </c:pt>
                <c:pt idx="2616">
                  <c:v>2478.478654605145</c:v>
                </c:pt>
                <c:pt idx="2617">
                  <c:v>2463.8024427889104</c:v>
                </c:pt>
                <c:pt idx="2618">
                  <c:v>2460.8962350775291</c:v>
                </c:pt>
                <c:pt idx="2619">
                  <c:v>2465.5638749971572</c:v>
                </c:pt>
                <c:pt idx="2620">
                  <c:v>2522.2092625014016</c:v>
                </c:pt>
                <c:pt idx="2621">
                  <c:v>2569.6884689298458</c:v>
                </c:pt>
                <c:pt idx="2622">
                  <c:v>2574.5610384938968</c:v>
                </c:pt>
                <c:pt idx="2623">
                  <c:v>2572.8173279840057</c:v>
                </c:pt>
                <c:pt idx="2624">
                  <c:v>2577.4494632180586</c:v>
                </c:pt>
                <c:pt idx="2625">
                  <c:v>2576.5648507481305</c:v>
                </c:pt>
                <c:pt idx="2626">
                  <c:v>2578.1629066377955</c:v>
                </c:pt>
                <c:pt idx="2627">
                  <c:v>2576.3804917631314</c:v>
                </c:pt>
                <c:pt idx="2628">
                  <c:v>2579.8674676280525</c:v>
                </c:pt>
                <c:pt idx="2629">
                  <c:v>2578.5419782499853</c:v>
                </c:pt>
                <c:pt idx="2630">
                  <c:v>2580.813021206035</c:v>
                </c:pt>
                <c:pt idx="2631">
                  <c:v>2578.6952873367727</c:v>
                </c:pt>
                <c:pt idx="2632">
                  <c:v>2576.5895659652597</c:v>
                </c:pt>
                <c:pt idx="2633">
                  <c:v>2578.1819710211566</c:v>
                </c:pt>
                <c:pt idx="2634">
                  <c:v>2585.1597303764142</c:v>
                </c:pt>
                <c:pt idx="2635">
                  <c:v>2579.2134634336903</c:v>
                </c:pt>
                <c:pt idx="2636">
                  <c:v>2594.2769767008058</c:v>
                </c:pt>
                <c:pt idx="2637">
                  <c:v>2599.1271926491627</c:v>
                </c:pt>
                <c:pt idx="2638">
                  <c:v>2598.954533083504</c:v>
                </c:pt>
                <c:pt idx="2639">
                  <c:v>2595.3412968223201</c:v>
                </c:pt>
                <c:pt idx="2640">
                  <c:v>2595.9563354541215</c:v>
                </c:pt>
                <c:pt idx="2641">
                  <c:v>2590.07798638754</c:v>
                </c:pt>
                <c:pt idx="2642">
                  <c:v>2590.9433300990568</c:v>
                </c:pt>
                <c:pt idx="2643">
                  <c:v>2580.9509563676561</c:v>
                </c:pt>
                <c:pt idx="2644">
                  <c:v>2575.5449767128534</c:v>
                </c:pt>
                <c:pt idx="2645">
                  <c:v>2578.8130561504468</c:v>
                </c:pt>
                <c:pt idx="2646">
                  <c:v>2577.132227391538</c:v>
                </c:pt>
                <c:pt idx="2647">
                  <c:v>2575.223066061038</c:v>
                </c:pt>
                <c:pt idx="2648">
                  <c:v>2575.6164857793647</c:v>
                </c:pt>
                <c:pt idx="2649">
                  <c:v>2575.8433787370723</c:v>
                </c:pt>
                <c:pt idx="2650">
                  <c:v>2579.8536950460239</c:v>
                </c:pt>
                <c:pt idx="2651">
                  <c:v>2577.5652696445482</c:v>
                </c:pt>
                <c:pt idx="2652">
                  <c:v>2575.9186640265589</c:v>
                </c:pt>
                <c:pt idx="2653">
                  <c:v>2571.4048526351726</c:v>
                </c:pt>
                <c:pt idx="2654">
                  <c:v>2581.7666199312998</c:v>
                </c:pt>
                <c:pt idx="2655">
                  <c:v>2614.3779095633736</c:v>
                </c:pt>
                <c:pt idx="2656">
                  <c:v>2613.9637994606874</c:v>
                </c:pt>
                <c:pt idx="2657">
                  <c:v>2601.6155950672369</c:v>
                </c:pt>
                <c:pt idx="2658">
                  <c:v>2595.6175903352896</c:v>
                </c:pt>
                <c:pt idx="2659">
                  <c:v>2588.7373102605629</c:v>
                </c:pt>
                <c:pt idx="2660">
                  <c:v>2588.2482788463308</c:v>
                </c:pt>
                <c:pt idx="2661">
                  <c:v>2575.664063754054</c:v>
                </c:pt>
                <c:pt idx="2662">
                  <c:v>2594.7970479000642</c:v>
                </c:pt>
                <c:pt idx="2663">
                  <c:v>2613.5483634540337</c:v>
                </c:pt>
                <c:pt idx="2664">
                  <c:v>2501.067511918965</c:v>
                </c:pt>
                <c:pt idx="2665">
                  <c:v>2459.8384422307449</c:v>
                </c:pt>
                <c:pt idx="2666">
                  <c:v>2473.8263198607947</c:v>
                </c:pt>
                <c:pt idx="2667">
                  <c:v>2464.9270758878788</c:v>
                </c:pt>
                <c:pt idx="2668">
                  <c:v>2462.288876619325</c:v>
                </c:pt>
                <c:pt idx="2669">
                  <c:v>2469.1955038172387</c:v>
                </c:pt>
                <c:pt idx="2670">
                  <c:v>2475.3434829597632</c:v>
                </c:pt>
                <c:pt idx="2671">
                  <c:v>2478.0044022430161</c:v>
                </c:pt>
                <c:pt idx="2672">
                  <c:v>2477.2402612239707</c:v>
                </c:pt>
                <c:pt idx="2673">
                  <c:v>2477.8454448361294</c:v>
                </c:pt>
                <c:pt idx="2674">
                  <c:v>2481.8444001022767</c:v>
                </c:pt>
                <c:pt idx="2675">
                  <c:v>2485.3947749071108</c:v>
                </c:pt>
                <c:pt idx="2676">
                  <c:v>2489.2292353844787</c:v>
                </c:pt>
                <c:pt idx="2677">
                  <c:v>2489.5560356947012</c:v>
                </c:pt>
                <c:pt idx="2678">
                  <c:v>2490.1916003919046</c:v>
                </c:pt>
                <c:pt idx="2679">
                  <c:v>2491.1645701234602</c:v>
                </c:pt>
                <c:pt idx="2680">
                  <c:v>2476.1075275321023</c:v>
                </c:pt>
                <c:pt idx="2681">
                  <c:v>2472.320777776441</c:v>
                </c:pt>
                <c:pt idx="2682">
                  <c:v>2480.7740946839922</c:v>
                </c:pt>
                <c:pt idx="2683">
                  <c:v>2476.2459285241571</c:v>
                </c:pt>
                <c:pt idx="2684">
                  <c:v>2470.3241251577397</c:v>
                </c:pt>
                <c:pt idx="2685">
                  <c:v>2465.8277686741458</c:v>
                </c:pt>
                <c:pt idx="2686">
                  <c:v>2461.6298596316033</c:v>
                </c:pt>
                <c:pt idx="2687">
                  <c:v>2524.979643973636</c:v>
                </c:pt>
                <c:pt idx="2688">
                  <c:v>2524.9595161471921</c:v>
                </c:pt>
                <c:pt idx="2689">
                  <c:v>2529.225856176291</c:v>
                </c:pt>
                <c:pt idx="2690">
                  <c:v>2526.9967973345101</c:v>
                </c:pt>
                <c:pt idx="2691">
                  <c:v>2522.9637905242248</c:v>
                </c:pt>
                <c:pt idx="2692">
                  <c:v>2521.7910111527394</c:v>
                </c:pt>
                <c:pt idx="2693">
                  <c:v>2516.797321896338</c:v>
                </c:pt>
                <c:pt idx="2694">
                  <c:v>2513.0273802626766</c:v>
                </c:pt>
                <c:pt idx="2695">
                  <c:v>2509.703706140665</c:v>
                </c:pt>
                <c:pt idx="2696">
                  <c:v>2520.0205173621225</c:v>
                </c:pt>
                <c:pt idx="2697">
                  <c:v>2496.9008007308371</c:v>
                </c:pt>
                <c:pt idx="2698">
                  <c:v>2494.3631386416159</c:v>
                </c:pt>
                <c:pt idx="2699">
                  <c:v>2485.0108625637154</c:v>
                </c:pt>
                <c:pt idx="2700">
                  <c:v>2490.669645061671</c:v>
                </c:pt>
                <c:pt idx="2701">
                  <c:v>2494.2413605797055</c:v>
                </c:pt>
                <c:pt idx="2702">
                  <c:v>2489.4051821560779</c:v>
                </c:pt>
                <c:pt idx="2703">
                  <c:v>2493.2529773403339</c:v>
                </c:pt>
                <c:pt idx="2704">
                  <c:v>2491.8572316619079</c:v>
                </c:pt>
                <c:pt idx="2705">
                  <c:v>2485.9201162595718</c:v>
                </c:pt>
                <c:pt idx="2706">
                  <c:v>2481.7273367918606</c:v>
                </c:pt>
                <c:pt idx="2707">
                  <c:v>2485.9900213277833</c:v>
                </c:pt>
                <c:pt idx="2708">
                  <c:v>2495.0110347867067</c:v>
                </c:pt>
                <c:pt idx="2709">
                  <c:v>2497.7859436436947</c:v>
                </c:pt>
                <c:pt idx="2710">
                  <c:v>2492.8710700729416</c:v>
                </c:pt>
                <c:pt idx="2711">
                  <c:v>2485.7187732821967</c:v>
                </c:pt>
                <c:pt idx="2712">
                  <c:v>2488.8936953640373</c:v>
                </c:pt>
                <c:pt idx="2713">
                  <c:v>2480.5896775607189</c:v>
                </c:pt>
                <c:pt idx="2714">
                  <c:v>2477.0766425765728</c:v>
                </c:pt>
                <c:pt idx="2715">
                  <c:v>2478.7753562606526</c:v>
                </c:pt>
                <c:pt idx="2716">
                  <c:v>2480.2408058933688</c:v>
                </c:pt>
                <c:pt idx="2717">
                  <c:v>2478.331053563988</c:v>
                </c:pt>
                <c:pt idx="2718">
                  <c:v>2475.7584355712966</c:v>
                </c:pt>
                <c:pt idx="2719">
                  <c:v>2488.6486423657825</c:v>
                </c:pt>
                <c:pt idx="2720">
                  <c:v>2485.1076000657872</c:v>
                </c:pt>
                <c:pt idx="2721">
                  <c:v>2489.4659810892686</c:v>
                </c:pt>
                <c:pt idx="2722">
                  <c:v>2489.3254987883088</c:v>
                </c:pt>
                <c:pt idx="2723">
                  <c:v>2489.7971484981613</c:v>
                </c:pt>
                <c:pt idx="2724">
                  <c:v>2493.1987505580282</c:v>
                </c:pt>
                <c:pt idx="2725">
                  <c:v>2487.1414066638067</c:v>
                </c:pt>
                <c:pt idx="2726">
                  <c:v>2477.1927451936654</c:v>
                </c:pt>
                <c:pt idx="2727">
                  <c:v>2494.6451676042111</c:v>
                </c:pt>
                <c:pt idx="2728">
                  <c:v>2502.6669757204058</c:v>
                </c:pt>
                <c:pt idx="2729">
                  <c:v>2506.988054376845</c:v>
                </c:pt>
                <c:pt idx="2730">
                  <c:v>2504.2714474825443</c:v>
                </c:pt>
                <c:pt idx="2731">
                  <c:v>2506.2026716723781</c:v>
                </c:pt>
                <c:pt idx="2732">
                  <c:v>2514.8569162574986</c:v>
                </c:pt>
                <c:pt idx="2733">
                  <c:v>2518.1495707511917</c:v>
                </c:pt>
                <c:pt idx="2734">
                  <c:v>2516.2576888667113</c:v>
                </c:pt>
                <c:pt idx="2735">
                  <c:v>2512.1721445297212</c:v>
                </c:pt>
                <c:pt idx="2736">
                  <c:v>2511.4018373053377</c:v>
                </c:pt>
                <c:pt idx="2737">
                  <c:v>2509.547171843818</c:v>
                </c:pt>
                <c:pt idx="2738">
                  <c:v>2508.9925386735531</c:v>
                </c:pt>
                <c:pt idx="2739">
                  <c:v>2510.0225605774044</c:v>
                </c:pt>
                <c:pt idx="2740">
                  <c:v>2503.7283340903482</c:v>
                </c:pt>
                <c:pt idx="2741">
                  <c:v>2502.6184305296165</c:v>
                </c:pt>
                <c:pt idx="2742">
                  <c:v>2498.7400521863665</c:v>
                </c:pt>
                <c:pt idx="2743">
                  <c:v>2508.2918148280037</c:v>
                </c:pt>
                <c:pt idx="2744">
                  <c:v>2502.8059927196546</c:v>
                </c:pt>
                <c:pt idx="2745">
                  <c:v>2502.5296438615019</c:v>
                </c:pt>
                <c:pt idx="2746">
                  <c:v>2490.9189246770302</c:v>
                </c:pt>
                <c:pt idx="2747">
                  <c:v>2539.2024835246502</c:v>
                </c:pt>
                <c:pt idx="2748">
                  <c:v>2538.0742873863196</c:v>
                </c:pt>
                <c:pt idx="2749">
                  <c:v>2529.8047262497134</c:v>
                </c:pt>
                <c:pt idx="2750">
                  <c:v>2528.2311585517464</c:v>
                </c:pt>
                <c:pt idx="2751">
                  <c:v>2538.2381284693952</c:v>
                </c:pt>
                <c:pt idx="2752">
                  <c:v>2531.942939779774</c:v>
                </c:pt>
                <c:pt idx="2753">
                  <c:v>2527.2368097234585</c:v>
                </c:pt>
                <c:pt idx="2754">
                  <c:v>2535.5580714531675</c:v>
                </c:pt>
                <c:pt idx="2755">
                  <c:v>2550.9270168577355</c:v>
                </c:pt>
                <c:pt idx="2756">
                  <c:v>2550.4874491246228</c:v>
                </c:pt>
                <c:pt idx="2757">
                  <c:v>2552.3519138497877</c:v>
                </c:pt>
                <c:pt idx="2758">
                  <c:v>2553.1477911108595</c:v>
                </c:pt>
                <c:pt idx="2759">
                  <c:v>2555.4802170203775</c:v>
                </c:pt>
                <c:pt idx="2760">
                  <c:v>2564.2324338112121</c:v>
                </c:pt>
                <c:pt idx="2761">
                  <c:v>2568.0856284699958</c:v>
                </c:pt>
                <c:pt idx="2762">
                  <c:v>2571.2373524596032</c:v>
                </c:pt>
                <c:pt idx="2763">
                  <c:v>2575.1797176899577</c:v>
                </c:pt>
                <c:pt idx="2764">
                  <c:v>2582.8507673867789</c:v>
                </c:pt>
                <c:pt idx="2765">
                  <c:v>2571.1162085884143</c:v>
                </c:pt>
                <c:pt idx="2766">
                  <c:v>2604.1777167060468</c:v>
                </c:pt>
                <c:pt idx="2767">
                  <c:v>2593.7707099607314</c:v>
                </c:pt>
                <c:pt idx="2768">
                  <c:v>2539.6860319259945</c:v>
                </c:pt>
                <c:pt idx="2769">
                  <c:v>2562.9549943500119</c:v>
                </c:pt>
                <c:pt idx="2770">
                  <c:v>2567.456695512185</c:v>
                </c:pt>
                <c:pt idx="2771">
                  <c:v>2577.7028228014719</c:v>
                </c:pt>
                <c:pt idx="2772">
                  <c:v>2576.2855949221253</c:v>
                </c:pt>
                <c:pt idx="2773">
                  <c:v>2577.2157078354348</c:v>
                </c:pt>
                <c:pt idx="2774">
                  <c:v>2564.5861464270397</c:v>
                </c:pt>
                <c:pt idx="2775">
                  <c:v>2572.7245814224398</c:v>
                </c:pt>
                <c:pt idx="2776">
                  <c:v>2581.9974837008781</c:v>
                </c:pt>
                <c:pt idx="2777">
                  <c:v>2579.6367767109791</c:v>
                </c:pt>
                <c:pt idx="2778">
                  <c:v>2576.0930919460334</c:v>
                </c:pt>
                <c:pt idx="2779">
                  <c:v>2583.9706082895377</c:v>
                </c:pt>
                <c:pt idx="2780">
                  <c:v>2580.0956696076914</c:v>
                </c:pt>
                <c:pt idx="2781">
                  <c:v>2581.7984279112447</c:v>
                </c:pt>
                <c:pt idx="2782">
                  <c:v>2574.5202199977894</c:v>
                </c:pt>
                <c:pt idx="2783">
                  <c:v>2563.4955896775978</c:v>
                </c:pt>
                <c:pt idx="2784">
                  <c:v>2559.6562621579246</c:v>
                </c:pt>
                <c:pt idx="2785">
                  <c:v>2560.0441175923861</c:v>
                </c:pt>
                <c:pt idx="2786">
                  <c:v>2514.7700160476606</c:v>
                </c:pt>
                <c:pt idx="2787">
                  <c:v>2512.3658195497178</c:v>
                </c:pt>
                <c:pt idx="2788">
                  <c:v>2516.2616867509455</c:v>
                </c:pt>
                <c:pt idx="2789">
                  <c:v>2530.3484621195853</c:v>
                </c:pt>
                <c:pt idx="2790">
                  <c:v>2536.7833380085522</c:v>
                </c:pt>
                <c:pt idx="2791">
                  <c:v>2537.0951430795203</c:v>
                </c:pt>
                <c:pt idx="2792">
                  <c:v>2538.5725686100191</c:v>
                </c:pt>
                <c:pt idx="2793">
                  <c:v>2540.8772488395707</c:v>
                </c:pt>
                <c:pt idx="2794">
                  <c:v>2550.6693429252996</c:v>
                </c:pt>
                <c:pt idx="2795">
                  <c:v>2553.4677829965435</c:v>
                </c:pt>
                <c:pt idx="2796">
                  <c:v>2555.2556381398167</c:v>
                </c:pt>
                <c:pt idx="2797">
                  <c:v>2555.1196505050461</c:v>
                </c:pt>
                <c:pt idx="2798">
                  <c:v>2549.7260621165678</c:v>
                </c:pt>
                <c:pt idx="2799">
                  <c:v>2551.3279374397994</c:v>
                </c:pt>
                <c:pt idx="2800">
                  <c:v>2556.1653313393017</c:v>
                </c:pt>
                <c:pt idx="2801">
                  <c:v>2566.5615411538784</c:v>
                </c:pt>
                <c:pt idx="2802">
                  <c:v>2562.9895359830302</c:v>
                </c:pt>
                <c:pt idx="2803">
                  <c:v>2561.6940277903864</c:v>
                </c:pt>
                <c:pt idx="2804">
                  <c:v>2558.6418034149842</c:v>
                </c:pt>
                <c:pt idx="2805">
                  <c:v>2554.0548741260677</c:v>
                </c:pt>
                <c:pt idx="2806">
                  <c:v>2550.5974101009424</c:v>
                </c:pt>
                <c:pt idx="2807">
                  <c:v>2539.4138204470019</c:v>
                </c:pt>
                <c:pt idx="2808">
                  <c:v>2542.2062099341024</c:v>
                </c:pt>
                <c:pt idx="2809">
                  <c:v>2542.1290190094737</c:v>
                </c:pt>
                <c:pt idx="2810">
                  <c:v>2548.7819493881102</c:v>
                </c:pt>
                <c:pt idx="2811">
                  <c:v>2556.81466062562</c:v>
                </c:pt>
                <c:pt idx="2812">
                  <c:v>2534.9444968795087</c:v>
                </c:pt>
                <c:pt idx="2813">
                  <c:v>2537.3724884958174</c:v>
                </c:pt>
                <c:pt idx="2814">
                  <c:v>2541.8607191996139</c:v>
                </c:pt>
                <c:pt idx="2815">
                  <c:v>2541.2386156169532</c:v>
                </c:pt>
                <c:pt idx="2816">
                  <c:v>2540.5468713861706</c:v>
                </c:pt>
                <c:pt idx="2817">
                  <c:v>2534.0003838297666</c:v>
                </c:pt>
                <c:pt idx="2818">
                  <c:v>2535.1821718098713</c:v>
                </c:pt>
                <c:pt idx="2819">
                  <c:v>2534.7612369817316</c:v>
                </c:pt>
                <c:pt idx="2820">
                  <c:v>2535.2904767908262</c:v>
                </c:pt>
                <c:pt idx="2821">
                  <c:v>2534.6811534214557</c:v>
                </c:pt>
                <c:pt idx="2822">
                  <c:v>2543.4775809085386</c:v>
                </c:pt>
                <c:pt idx="2823">
                  <c:v>2549.3330390768228</c:v>
                </c:pt>
                <c:pt idx="2824">
                  <c:v>2555.1616651448662</c:v>
                </c:pt>
                <c:pt idx="2825">
                  <c:v>2550.0317671531625</c:v>
                </c:pt>
                <c:pt idx="2826">
                  <c:v>2559.8417247982406</c:v>
                </c:pt>
                <c:pt idx="2827">
                  <c:v>2554.457403234861</c:v>
                </c:pt>
                <c:pt idx="2828">
                  <c:v>2547.9548761386982</c:v>
                </c:pt>
                <c:pt idx="2829">
                  <c:v>2565.7777045044854</c:v>
                </c:pt>
                <c:pt idx="2830">
                  <c:v>2558.6033986913576</c:v>
                </c:pt>
                <c:pt idx="2831">
                  <c:v>2557.9395447006527</c:v>
                </c:pt>
                <c:pt idx="2832">
                  <c:v>2572.7141300702265</c:v>
                </c:pt>
                <c:pt idx="2833">
                  <c:v>2577.1770759117421</c:v>
                </c:pt>
                <c:pt idx="2834">
                  <c:v>2583.3019291141418</c:v>
                </c:pt>
                <c:pt idx="2835">
                  <c:v>2582.9066990020851</c:v>
                </c:pt>
                <c:pt idx="2836">
                  <c:v>2584.5155555034007</c:v>
                </c:pt>
                <c:pt idx="2837">
                  <c:v>2583.0744240902141</c:v>
                </c:pt>
                <c:pt idx="2838">
                  <c:v>2565.5772768393344</c:v>
                </c:pt>
                <c:pt idx="2839">
                  <c:v>2562.5228690865483</c:v>
                </c:pt>
                <c:pt idx="2840">
                  <c:v>2564.8472309123499</c:v>
                </c:pt>
                <c:pt idx="2841">
                  <c:v>2587.1396085405017</c:v>
                </c:pt>
                <c:pt idx="2842">
                  <c:v>2583.6728056209836</c:v>
                </c:pt>
                <c:pt idx="2843">
                  <c:v>2594.3655022952985</c:v>
                </c:pt>
                <c:pt idx="2844">
                  <c:v>2589.5425448893147</c:v>
                </c:pt>
                <c:pt idx="2845">
                  <c:v>2594.3000836494225</c:v>
                </c:pt>
                <c:pt idx="2846">
                  <c:v>2595.7563945133898</c:v>
                </c:pt>
                <c:pt idx="2847">
                  <c:v>2597.489064697676</c:v>
                </c:pt>
                <c:pt idx="2848">
                  <c:v>2594.119821240809</c:v>
                </c:pt>
                <c:pt idx="2849">
                  <c:v>2605.3402646006798</c:v>
                </c:pt>
                <c:pt idx="2850">
                  <c:v>2611.2322728664521</c:v>
                </c:pt>
                <c:pt idx="2851">
                  <c:v>2612.827665016976</c:v>
                </c:pt>
                <c:pt idx="2852">
                  <c:v>2611.2766924416765</c:v>
                </c:pt>
                <c:pt idx="2853">
                  <c:v>2614.086978238262</c:v>
                </c:pt>
                <c:pt idx="2854">
                  <c:v>2614.5842464474918</c:v>
                </c:pt>
                <c:pt idx="2855">
                  <c:v>2610.3522241127303</c:v>
                </c:pt>
                <c:pt idx="2856">
                  <c:v>2603.7307828660187</c:v>
                </c:pt>
                <c:pt idx="2857">
                  <c:v>2602.0830815425556</c:v>
                </c:pt>
                <c:pt idx="2858">
                  <c:v>2597.2631072786016</c:v>
                </c:pt>
                <c:pt idx="2859">
                  <c:v>2592.7534842893265</c:v>
                </c:pt>
                <c:pt idx="2860">
                  <c:v>2591.1373261320664</c:v>
                </c:pt>
                <c:pt idx="2861">
                  <c:v>2588.6951468847087</c:v>
                </c:pt>
                <c:pt idx="2862">
                  <c:v>2581.3415467637151</c:v>
                </c:pt>
                <c:pt idx="2863">
                  <c:v>2585.8456536939825</c:v>
                </c:pt>
                <c:pt idx="2864">
                  <c:v>2580.7972234311765</c:v>
                </c:pt>
                <c:pt idx="2865">
                  <c:v>2582.8219622612332</c:v>
                </c:pt>
                <c:pt idx="2866">
                  <c:v>2572.8682064821755</c:v>
                </c:pt>
                <c:pt idx="2867">
                  <c:v>2577.6302713594814</c:v>
                </c:pt>
                <c:pt idx="2868">
                  <c:v>2571.6414030840701</c:v>
                </c:pt>
                <c:pt idx="2869">
                  <c:v>2571.4190348420511</c:v>
                </c:pt>
                <c:pt idx="2870">
                  <c:v>2567.1606977264419</c:v>
                </c:pt>
                <c:pt idx="2871">
                  <c:v>2565.3245496509703</c:v>
                </c:pt>
                <c:pt idx="2872">
                  <c:v>2565.7397972472445</c:v>
                </c:pt>
                <c:pt idx="2873">
                  <c:v>2560.6025125296974</c:v>
                </c:pt>
                <c:pt idx="2874">
                  <c:v>2563.2608662233456</c:v>
                </c:pt>
                <c:pt idx="2875">
                  <c:v>2567.1108424862218</c:v>
                </c:pt>
                <c:pt idx="2876">
                  <c:v>2568.0919992900308</c:v>
                </c:pt>
                <c:pt idx="2877">
                  <c:v>2562.9359729889834</c:v>
                </c:pt>
                <c:pt idx="2878">
                  <c:v>2562.3761133377357</c:v>
                </c:pt>
                <c:pt idx="2879">
                  <c:v>2559.3645567304698</c:v>
                </c:pt>
                <c:pt idx="2880">
                  <c:v>2559.4085824651411</c:v>
                </c:pt>
                <c:pt idx="2881">
                  <c:v>2558.4622816422284</c:v>
                </c:pt>
                <c:pt idx="2882">
                  <c:v>2554.7288843425799</c:v>
                </c:pt>
                <c:pt idx="2883">
                  <c:v>2556.7819841578939</c:v>
                </c:pt>
                <c:pt idx="2884">
                  <c:v>2552.7164952477779</c:v>
                </c:pt>
                <c:pt idx="2885">
                  <c:v>2553.897737182625</c:v>
                </c:pt>
                <c:pt idx="2886">
                  <c:v>2549.3546287198114</c:v>
                </c:pt>
                <c:pt idx="2887">
                  <c:v>2552.6530769269521</c:v>
                </c:pt>
                <c:pt idx="2888">
                  <c:v>2549.4079284246095</c:v>
                </c:pt>
                <c:pt idx="2889">
                  <c:v>2548.5393156311998</c:v>
                </c:pt>
                <c:pt idx="2890">
                  <c:v>2554.9936917128489</c:v>
                </c:pt>
                <c:pt idx="2891">
                  <c:v>2556.5065422865246</c:v>
                </c:pt>
                <c:pt idx="2892">
                  <c:v>2554.9393278086773</c:v>
                </c:pt>
                <c:pt idx="2893">
                  <c:v>2548.287260747577</c:v>
                </c:pt>
                <c:pt idx="2894">
                  <c:v>2545.3075967884365</c:v>
                </c:pt>
                <c:pt idx="2895">
                  <c:v>2552.9135088775442</c:v>
                </c:pt>
                <c:pt idx="2896">
                  <c:v>2549.4290916880532</c:v>
                </c:pt>
                <c:pt idx="2897">
                  <c:v>2544.0715447932084</c:v>
                </c:pt>
                <c:pt idx="2898">
                  <c:v>2545.768274053999</c:v>
                </c:pt>
                <c:pt idx="2899">
                  <c:v>2537.6569408993291</c:v>
                </c:pt>
                <c:pt idx="2900">
                  <c:v>2529.9998169794385</c:v>
                </c:pt>
                <c:pt idx="2901">
                  <c:v>2534.8132227178176</c:v>
                </c:pt>
                <c:pt idx="2902">
                  <c:v>2534.2777210638947</c:v>
                </c:pt>
                <c:pt idx="2903">
                  <c:v>2540.1010249273977</c:v>
                </c:pt>
                <c:pt idx="2904">
                  <c:v>2547.9781101750532</c:v>
                </c:pt>
                <c:pt idx="2905">
                  <c:v>2549.0812970292432</c:v>
                </c:pt>
                <c:pt idx="2906">
                  <c:v>2548.0483626221203</c:v>
                </c:pt>
                <c:pt idx="2907">
                  <c:v>2547.3620205436073</c:v>
                </c:pt>
                <c:pt idx="2908">
                  <c:v>2530.8244249729573</c:v>
                </c:pt>
                <c:pt idx="2909">
                  <c:v>2526.5506395625498</c:v>
                </c:pt>
                <c:pt idx="2910">
                  <c:v>2532.8760765834231</c:v>
                </c:pt>
                <c:pt idx="2911">
                  <c:v>2571.999467910714</c:v>
                </c:pt>
                <c:pt idx="2912">
                  <c:v>2571.118533563968</c:v>
                </c:pt>
                <c:pt idx="2913">
                  <c:v>2570.4962325445758</c:v>
                </c:pt>
                <c:pt idx="2914">
                  <c:v>2563.5924712678352</c:v>
                </c:pt>
                <c:pt idx="2915">
                  <c:v>2553.0665472359865</c:v>
                </c:pt>
                <c:pt idx="2916">
                  <c:v>2556.2823022643975</c:v>
                </c:pt>
                <c:pt idx="2917">
                  <c:v>2557.1575635739446</c:v>
                </c:pt>
                <c:pt idx="2918">
                  <c:v>2559.154886854375</c:v>
                </c:pt>
                <c:pt idx="2919">
                  <c:v>2557.9578229509439</c:v>
                </c:pt>
                <c:pt idx="2920">
                  <c:v>2560.8383387663434</c:v>
                </c:pt>
                <c:pt idx="2921">
                  <c:v>2571.6772818573168</c:v>
                </c:pt>
                <c:pt idx="2922">
                  <c:v>2573.0431685077883</c:v>
                </c:pt>
                <c:pt idx="2923">
                  <c:v>2575.6299336057873</c:v>
                </c:pt>
                <c:pt idx="2924">
                  <c:v>2574.0695986034498</c:v>
                </c:pt>
                <c:pt idx="2925">
                  <c:v>2566.8397910271351</c:v>
                </c:pt>
                <c:pt idx="2926">
                  <c:v>2586.2811820630495</c:v>
                </c:pt>
                <c:pt idx="2927">
                  <c:v>2581.7699574933613</c:v>
                </c:pt>
                <c:pt idx="2928">
                  <c:v>2548.5037145655601</c:v>
                </c:pt>
                <c:pt idx="2929">
                  <c:v>2550.5154081209694</c:v>
                </c:pt>
                <c:pt idx="2930">
                  <c:v>2544.2778183352507</c:v>
                </c:pt>
                <c:pt idx="2931">
                  <c:v>2542.3898298667282</c:v>
                </c:pt>
                <c:pt idx="2932">
                  <c:v>2542.3345008791744</c:v>
                </c:pt>
                <c:pt idx="2933">
                  <c:v>2484.7495302227844</c:v>
                </c:pt>
                <c:pt idx="2934">
                  <c:v>2494.3216419861951</c:v>
                </c:pt>
                <c:pt idx="2935">
                  <c:v>2498.5192406917063</c:v>
                </c:pt>
                <c:pt idx="2936">
                  <c:v>2497.9008946793083</c:v>
                </c:pt>
                <c:pt idx="2937">
                  <c:v>2498.4194350809476</c:v>
                </c:pt>
                <c:pt idx="2938">
                  <c:v>2498.0121841682844</c:v>
                </c:pt>
                <c:pt idx="2939">
                  <c:v>2495.1830947002154</c:v>
                </c:pt>
                <c:pt idx="2940">
                  <c:v>2497.6914252785887</c:v>
                </c:pt>
                <c:pt idx="2941">
                  <c:v>2501.0441259997824</c:v>
                </c:pt>
                <c:pt idx="2942">
                  <c:v>2502.8800225967279</c:v>
                </c:pt>
                <c:pt idx="2943">
                  <c:v>2505.358608942287</c:v>
                </c:pt>
                <c:pt idx="2944">
                  <c:v>2505.8683862291232</c:v>
                </c:pt>
                <c:pt idx="2945">
                  <c:v>2508.3558258799053</c:v>
                </c:pt>
                <c:pt idx="2946">
                  <c:v>2505.9983215656662</c:v>
                </c:pt>
                <c:pt idx="2947">
                  <c:v>2506.0372826066641</c:v>
                </c:pt>
                <c:pt idx="2948">
                  <c:v>2501.5794793859704</c:v>
                </c:pt>
                <c:pt idx="2949">
                  <c:v>2496.8205977793637</c:v>
                </c:pt>
                <c:pt idx="2950">
                  <c:v>2499.4101437491468</c:v>
                </c:pt>
                <c:pt idx="2951">
                  <c:v>2497.6668760742932</c:v>
                </c:pt>
                <c:pt idx="2952">
                  <c:v>2502.6759765170395</c:v>
                </c:pt>
                <c:pt idx="2953">
                  <c:v>2501.0810284500026</c:v>
                </c:pt>
                <c:pt idx="2954">
                  <c:v>2498.7464719129257</c:v>
                </c:pt>
                <c:pt idx="2955">
                  <c:v>2497.0996897467894</c:v>
                </c:pt>
                <c:pt idx="2956">
                  <c:v>2499.1888868487358</c:v>
                </c:pt>
                <c:pt idx="2957">
                  <c:v>2495.9323425694975</c:v>
                </c:pt>
                <c:pt idx="2958">
                  <c:v>2497.1309088494422</c:v>
                </c:pt>
                <c:pt idx="2959">
                  <c:v>2498.865332220159</c:v>
                </c:pt>
                <c:pt idx="2960">
                  <c:v>2499.8841659988902</c:v>
                </c:pt>
                <c:pt idx="2961">
                  <c:v>2502.134445775213</c:v>
                </c:pt>
                <c:pt idx="2962">
                  <c:v>2494.4806992350354</c:v>
                </c:pt>
                <c:pt idx="2963">
                  <c:v>2494.7825764124141</c:v>
                </c:pt>
                <c:pt idx="2964">
                  <c:v>2497.4849636026788</c:v>
                </c:pt>
                <c:pt idx="2965">
                  <c:v>2495.6505563964542</c:v>
                </c:pt>
                <c:pt idx="2966">
                  <c:v>2497.8286299348956</c:v>
                </c:pt>
                <c:pt idx="2967">
                  <c:v>2501.3191060408576</c:v>
                </c:pt>
                <c:pt idx="2968">
                  <c:v>2502.6636127064889</c:v>
                </c:pt>
                <c:pt idx="2969">
                  <c:v>2506.3959102944864</c:v>
                </c:pt>
                <c:pt idx="2970">
                  <c:v>2507.0154866369949</c:v>
                </c:pt>
                <c:pt idx="2971">
                  <c:v>2507.1728664525449</c:v>
                </c:pt>
                <c:pt idx="2972">
                  <c:v>2506.1495094075235</c:v>
                </c:pt>
                <c:pt idx="2973">
                  <c:v>2503.726628312842</c:v>
                </c:pt>
                <c:pt idx="2974">
                  <c:v>2501.4279629889893</c:v>
                </c:pt>
                <c:pt idx="2975">
                  <c:v>2501.7175476668231</c:v>
                </c:pt>
                <c:pt idx="2976">
                  <c:v>2507.0281571597448</c:v>
                </c:pt>
                <c:pt idx="2977">
                  <c:v>2515.1926856236228</c:v>
                </c:pt>
                <c:pt idx="2978">
                  <c:v>2510.2825080267189</c:v>
                </c:pt>
                <c:pt idx="2979">
                  <c:v>2508.9930222846024</c:v>
                </c:pt>
                <c:pt idx="2980">
                  <c:v>2509.728197443882</c:v>
                </c:pt>
                <c:pt idx="2981">
                  <c:v>2502.329117602676</c:v>
                </c:pt>
                <c:pt idx="2982">
                  <c:v>2500.4621213747005</c:v>
                </c:pt>
                <c:pt idx="2983">
                  <c:v>2501.3324765913198</c:v>
                </c:pt>
                <c:pt idx="2984">
                  <c:v>2497.3146769445252</c:v>
                </c:pt>
                <c:pt idx="2985">
                  <c:v>2496.7552741881932</c:v>
                </c:pt>
                <c:pt idx="2986">
                  <c:v>2503.80071121334</c:v>
                </c:pt>
                <c:pt idx="2987">
                  <c:v>2507.7401242495043</c:v>
                </c:pt>
                <c:pt idx="2988">
                  <c:v>2509.8281663612979</c:v>
                </c:pt>
                <c:pt idx="2989">
                  <c:v>2502.8801135514518</c:v>
                </c:pt>
                <c:pt idx="2990">
                  <c:v>2513.6733132129375</c:v>
                </c:pt>
                <c:pt idx="2991">
                  <c:v>2508.589336241474</c:v>
                </c:pt>
                <c:pt idx="2992">
                  <c:v>2507.9876659028532</c:v>
                </c:pt>
                <c:pt idx="2993">
                  <c:v>2516.7651551558411</c:v>
                </c:pt>
                <c:pt idx="2994">
                  <c:v>2515.5212822886733</c:v>
                </c:pt>
                <c:pt idx="2995">
                  <c:v>2513.6493586361262</c:v>
                </c:pt>
                <c:pt idx="2996">
                  <c:v>2512.7778559732624</c:v>
                </c:pt>
                <c:pt idx="2997">
                  <c:v>2513.094674357787</c:v>
                </c:pt>
                <c:pt idx="2998">
                  <c:v>2510.1595830349074</c:v>
                </c:pt>
                <c:pt idx="2999">
                  <c:v>2507.6244897959182</c:v>
                </c:pt>
                <c:pt idx="3000">
                  <c:v>2507.8647842957203</c:v>
                </c:pt>
                <c:pt idx="3001">
                  <c:v>2499.5645906563268</c:v>
                </c:pt>
                <c:pt idx="3002">
                  <c:v>2489.5288133611057</c:v>
                </c:pt>
                <c:pt idx="3003">
                  <c:v>2488.92706495006</c:v>
                </c:pt>
                <c:pt idx="3004">
                  <c:v>2491.6934257029829</c:v>
                </c:pt>
                <c:pt idx="3005">
                  <c:v>2501.9540567973122</c:v>
                </c:pt>
                <c:pt idx="3006">
                  <c:v>2506.0616207866728</c:v>
                </c:pt>
                <c:pt idx="3007">
                  <c:v>2508.8483897587248</c:v>
                </c:pt>
                <c:pt idx="3008">
                  <c:v>2499.6703012581074</c:v>
                </c:pt>
                <c:pt idx="3009">
                  <c:v>2494.0954950566547</c:v>
                </c:pt>
                <c:pt idx="3010">
                  <c:v>2489.2299788025753</c:v>
                </c:pt>
                <c:pt idx="3011">
                  <c:v>2503.0321888264684</c:v>
                </c:pt>
                <c:pt idx="3012">
                  <c:v>2513.7240628038658</c:v>
                </c:pt>
                <c:pt idx="3013">
                  <c:v>2510.1725679822202</c:v>
                </c:pt>
                <c:pt idx="3014">
                  <c:v>2517.7713499829474</c:v>
                </c:pt>
                <c:pt idx="3015">
                  <c:v>2541.0373911725269</c:v>
                </c:pt>
                <c:pt idx="3016">
                  <c:v>2540.4669747894354</c:v>
                </c:pt>
                <c:pt idx="3017">
                  <c:v>2542.3983753766847</c:v>
                </c:pt>
                <c:pt idx="3018">
                  <c:v>2542.6454970721074</c:v>
                </c:pt>
                <c:pt idx="3019">
                  <c:v>2538.2318637590133</c:v>
                </c:pt>
                <c:pt idx="3020">
                  <c:v>2540.6334978442214</c:v>
                </c:pt>
                <c:pt idx="3021">
                  <c:v>2546.0596612932786</c:v>
                </c:pt>
                <c:pt idx="3022">
                  <c:v>2548.4273660122749</c:v>
                </c:pt>
                <c:pt idx="3023">
                  <c:v>2547.1651589495391</c:v>
                </c:pt>
                <c:pt idx="3024">
                  <c:v>2545.4362250239701</c:v>
                </c:pt>
                <c:pt idx="3025">
                  <c:v>2550.8803040970834</c:v>
                </c:pt>
                <c:pt idx="3026">
                  <c:v>2556.7272260370487</c:v>
                </c:pt>
                <c:pt idx="3027">
                  <c:v>2553.782759079359</c:v>
                </c:pt>
                <c:pt idx="3028">
                  <c:v>2546.201757103152</c:v>
                </c:pt>
                <c:pt idx="3029">
                  <c:v>2546.3327757151019</c:v>
                </c:pt>
                <c:pt idx="3030">
                  <c:v>2547.8010897299082</c:v>
                </c:pt>
                <c:pt idx="3031">
                  <c:v>2538.9751209161959</c:v>
                </c:pt>
                <c:pt idx="3032">
                  <c:v>2542.803004739244</c:v>
                </c:pt>
                <c:pt idx="3033">
                  <c:v>2554.24446986664</c:v>
                </c:pt>
                <c:pt idx="3034">
                  <c:v>2555.859271012936</c:v>
                </c:pt>
                <c:pt idx="3035">
                  <c:v>2550.9771824065315</c:v>
                </c:pt>
                <c:pt idx="3036">
                  <c:v>2551.1015491237545</c:v>
                </c:pt>
                <c:pt idx="3037">
                  <c:v>2558.5630950796572</c:v>
                </c:pt>
                <c:pt idx="3038">
                  <c:v>2555.2587362846675</c:v>
                </c:pt>
                <c:pt idx="3039">
                  <c:v>2548.5360792895526</c:v>
                </c:pt>
                <c:pt idx="3040">
                  <c:v>2550.9843390341475</c:v>
                </c:pt>
                <c:pt idx="3041">
                  <c:v>2550.2537812071455</c:v>
                </c:pt>
                <c:pt idx="3042">
                  <c:v>2542.2987136319184</c:v>
                </c:pt>
                <c:pt idx="3043">
                  <c:v>2541.6585466410547</c:v>
                </c:pt>
                <c:pt idx="3044">
                  <c:v>2544.9640385617681</c:v>
                </c:pt>
                <c:pt idx="3045">
                  <c:v>2543.5965537046641</c:v>
                </c:pt>
                <c:pt idx="3046">
                  <c:v>2543.3482383121623</c:v>
                </c:pt>
                <c:pt idx="3047">
                  <c:v>2547.74984733877</c:v>
                </c:pt>
                <c:pt idx="3048">
                  <c:v>2548.3547394912057</c:v>
                </c:pt>
                <c:pt idx="3049">
                  <c:v>2547.4767209190481</c:v>
                </c:pt>
                <c:pt idx="3050">
                  <c:v>2546.9446964975009</c:v>
                </c:pt>
                <c:pt idx="3051">
                  <c:v>2547.224384328963</c:v>
                </c:pt>
                <c:pt idx="3052">
                  <c:v>2543.5594708459275</c:v>
                </c:pt>
                <c:pt idx="3053">
                  <c:v>2545.2427774406792</c:v>
                </c:pt>
                <c:pt idx="3054">
                  <c:v>2549.0435483108654</c:v>
                </c:pt>
                <c:pt idx="3055">
                  <c:v>2543.7229533027262</c:v>
                </c:pt>
                <c:pt idx="3056">
                  <c:v>2545.8837522474937</c:v>
                </c:pt>
                <c:pt idx="3057">
                  <c:v>2553.3353194681686</c:v>
                </c:pt>
                <c:pt idx="3058">
                  <c:v>2551.6882367402195</c:v>
                </c:pt>
                <c:pt idx="3059">
                  <c:v>2546.0395947758384</c:v>
                </c:pt>
                <c:pt idx="3060">
                  <c:v>2541.2217989525266</c:v>
                </c:pt>
                <c:pt idx="3061">
                  <c:v>2538.2024382915024</c:v>
                </c:pt>
                <c:pt idx="3062">
                  <c:v>2540.6549501414315</c:v>
                </c:pt>
                <c:pt idx="3063">
                  <c:v>2540.6741686954242</c:v>
                </c:pt>
                <c:pt idx="3064">
                  <c:v>2540.7900124911494</c:v>
                </c:pt>
                <c:pt idx="3065">
                  <c:v>2535.3165814669983</c:v>
                </c:pt>
                <c:pt idx="3066">
                  <c:v>2533.2968559265405</c:v>
                </c:pt>
                <c:pt idx="3067">
                  <c:v>2529.1162712836135</c:v>
                </c:pt>
                <c:pt idx="3068">
                  <c:v>2523.28181513565</c:v>
                </c:pt>
                <c:pt idx="3069">
                  <c:v>2518.8372617396617</c:v>
                </c:pt>
                <c:pt idx="3070">
                  <c:v>2510.7879697869407</c:v>
                </c:pt>
                <c:pt idx="3071">
                  <c:v>2512.2256608163193</c:v>
                </c:pt>
                <c:pt idx="3072">
                  <c:v>2506.8745978903721</c:v>
                </c:pt>
                <c:pt idx="3073">
                  <c:v>2503.6508248480045</c:v>
                </c:pt>
                <c:pt idx="3074">
                  <c:v>2506.7871723990766</c:v>
                </c:pt>
                <c:pt idx="3075">
                  <c:v>2504.8787396180278</c:v>
                </c:pt>
                <c:pt idx="3076">
                  <c:v>2501.885637050842</c:v>
                </c:pt>
                <c:pt idx="3077">
                  <c:v>2495.9094143974817</c:v>
                </c:pt>
                <c:pt idx="3078">
                  <c:v>2496.0485935545594</c:v>
                </c:pt>
                <c:pt idx="3079">
                  <c:v>2493.8406554133085</c:v>
                </c:pt>
                <c:pt idx="3080">
                  <c:v>2489.687219958962</c:v>
                </c:pt>
                <c:pt idx="3081">
                  <c:v>2493.7564726393653</c:v>
                </c:pt>
                <c:pt idx="3082">
                  <c:v>2489.7042821530481</c:v>
                </c:pt>
                <c:pt idx="3083">
                  <c:v>2481.6771955566696</c:v>
                </c:pt>
                <c:pt idx="3084">
                  <c:v>2480.2527430114742</c:v>
                </c:pt>
                <c:pt idx="3085">
                  <c:v>2478.9981769891024</c:v>
                </c:pt>
                <c:pt idx="3086">
                  <c:v>2481.3806671947891</c:v>
                </c:pt>
                <c:pt idx="3087">
                  <c:v>2485.2010018574074</c:v>
                </c:pt>
                <c:pt idx="3088">
                  <c:v>2485.0824836408124</c:v>
                </c:pt>
                <c:pt idx="3089">
                  <c:v>2484.2451264241322</c:v>
                </c:pt>
                <c:pt idx="3090">
                  <c:v>2485.3561488501332</c:v>
                </c:pt>
                <c:pt idx="3091">
                  <c:v>2487.0978613306634</c:v>
                </c:pt>
                <c:pt idx="3092">
                  <c:v>2486.2769199878089</c:v>
                </c:pt>
                <c:pt idx="3093">
                  <c:v>2486.3280272050401</c:v>
                </c:pt>
                <c:pt idx="3094">
                  <c:v>2481.6581572836103</c:v>
                </c:pt>
                <c:pt idx="3095">
                  <c:v>2477.032222625302</c:v>
                </c:pt>
                <c:pt idx="3096">
                  <c:v>2478.7697890536128</c:v>
                </c:pt>
                <c:pt idx="3097">
                  <c:v>2475.2339167666387</c:v>
                </c:pt>
                <c:pt idx="3098">
                  <c:v>2477.3614468894484</c:v>
                </c:pt>
                <c:pt idx="3099">
                  <c:v>2483.370065108787</c:v>
                </c:pt>
                <c:pt idx="3100">
                  <c:v>2498.7415966624349</c:v>
                </c:pt>
                <c:pt idx="3101">
                  <c:v>2506.5459682300657</c:v>
                </c:pt>
                <c:pt idx="3102">
                  <c:v>2506.5644128241424</c:v>
                </c:pt>
                <c:pt idx="3103">
                  <c:v>2499.2807157136444</c:v>
                </c:pt>
                <c:pt idx="3104">
                  <c:v>2501.9629029834186</c:v>
                </c:pt>
                <c:pt idx="3105">
                  <c:v>2504.7233155175354</c:v>
                </c:pt>
                <c:pt idx="3106">
                  <c:v>2504.32668062639</c:v>
                </c:pt>
                <c:pt idx="3107">
                  <c:v>2503.3621099390884</c:v>
                </c:pt>
                <c:pt idx="3108">
                  <c:v>2502.4656347530458</c:v>
                </c:pt>
                <c:pt idx="3109">
                  <c:v>2500.6061226107495</c:v>
                </c:pt>
                <c:pt idx="3110">
                  <c:v>2502.7224240809087</c:v>
                </c:pt>
                <c:pt idx="3111">
                  <c:v>2500.6325282378625</c:v>
                </c:pt>
                <c:pt idx="3112">
                  <c:v>2500.4045475370344</c:v>
                </c:pt>
                <c:pt idx="3113">
                  <c:v>2483.85954704306</c:v>
                </c:pt>
                <c:pt idx="3114">
                  <c:v>2480.1623712719547</c:v>
                </c:pt>
                <c:pt idx="3115">
                  <c:v>2472.4513833175506</c:v>
                </c:pt>
                <c:pt idx="3116">
                  <c:v>2451.9579176552879</c:v>
                </c:pt>
                <c:pt idx="3117">
                  <c:v>2447.8970272862639</c:v>
                </c:pt>
                <c:pt idx="3118">
                  <c:v>2442.9229808539717</c:v>
                </c:pt>
                <c:pt idx="3119">
                  <c:v>2441.0926501271069</c:v>
                </c:pt>
                <c:pt idx="3120">
                  <c:v>2439.7232112089505</c:v>
                </c:pt>
                <c:pt idx="3121">
                  <c:v>2434.9615175856165</c:v>
                </c:pt>
                <c:pt idx="3122">
                  <c:v>2433.6873744975837</c:v>
                </c:pt>
                <c:pt idx="3123">
                  <c:v>2435.6574189279258</c:v>
                </c:pt>
                <c:pt idx="3124">
                  <c:v>2436.8258064603951</c:v>
                </c:pt>
                <c:pt idx="3125">
                  <c:v>2435.6420765568746</c:v>
                </c:pt>
                <c:pt idx="3126">
                  <c:v>2432.6689622076624</c:v>
                </c:pt>
                <c:pt idx="3127">
                  <c:v>2438.6468293147896</c:v>
                </c:pt>
                <c:pt idx="3128">
                  <c:v>2440.4543771226772</c:v>
                </c:pt>
                <c:pt idx="3129">
                  <c:v>2439.7447804120688</c:v>
                </c:pt>
                <c:pt idx="3130">
                  <c:v>2439.4867825294637</c:v>
                </c:pt>
                <c:pt idx="3131">
                  <c:v>2442.9744718958805</c:v>
                </c:pt>
                <c:pt idx="3132">
                  <c:v>2439.9465192578787</c:v>
                </c:pt>
                <c:pt idx="3133">
                  <c:v>2438.1240052156318</c:v>
                </c:pt>
                <c:pt idx="3134">
                  <c:v>2435.2389736713185</c:v>
                </c:pt>
                <c:pt idx="3135">
                  <c:v>2434.9425625212484</c:v>
                </c:pt>
                <c:pt idx="3136">
                  <c:v>2435.0032607363623</c:v>
                </c:pt>
                <c:pt idx="3137">
                  <c:v>2432.0021680501231</c:v>
                </c:pt>
                <c:pt idx="3138">
                  <c:v>2433.3751985185777</c:v>
                </c:pt>
                <c:pt idx="3139">
                  <c:v>2432.3916987785865</c:v>
                </c:pt>
                <c:pt idx="3140">
                  <c:v>2429.9767024426997</c:v>
                </c:pt>
                <c:pt idx="3141">
                  <c:v>2430.2777074616511</c:v>
                </c:pt>
                <c:pt idx="3142">
                  <c:v>2430.1434396437089</c:v>
                </c:pt>
                <c:pt idx="3143">
                  <c:v>2426.6026967996781</c:v>
                </c:pt>
                <c:pt idx="3144">
                  <c:v>2430.837614365827</c:v>
                </c:pt>
                <c:pt idx="3145">
                  <c:v>2426.5128665361531</c:v>
                </c:pt>
                <c:pt idx="3146">
                  <c:v>2430.0798812819521</c:v>
                </c:pt>
                <c:pt idx="3147">
                  <c:v>2438.9980664641512</c:v>
                </c:pt>
                <c:pt idx="3148">
                  <c:v>2440.2273913476452</c:v>
                </c:pt>
                <c:pt idx="3149">
                  <c:v>2438.6914965812002</c:v>
                </c:pt>
                <c:pt idx="3150">
                  <c:v>2437.3196063905998</c:v>
                </c:pt>
                <c:pt idx="3151">
                  <c:v>2439.3972056298312</c:v>
                </c:pt>
                <c:pt idx="3152">
                  <c:v>2443.3741701719969</c:v>
                </c:pt>
                <c:pt idx="3153">
                  <c:v>2441.7297383803298</c:v>
                </c:pt>
                <c:pt idx="3154">
                  <c:v>2408.2447765684988</c:v>
                </c:pt>
                <c:pt idx="3155">
                  <c:v>2401.5249688435883</c:v>
                </c:pt>
                <c:pt idx="3156">
                  <c:v>2405.6366000093412</c:v>
                </c:pt>
                <c:pt idx="3157">
                  <c:v>2392.3831132978235</c:v>
                </c:pt>
                <c:pt idx="3158">
                  <c:v>2389.805796886933</c:v>
                </c:pt>
                <c:pt idx="3159">
                  <c:v>2383.7220236884841</c:v>
                </c:pt>
                <c:pt idx="3160">
                  <c:v>2382.1198110974069</c:v>
                </c:pt>
                <c:pt idx="3161">
                  <c:v>2371.8655029252968</c:v>
                </c:pt>
                <c:pt idx="3162">
                  <c:v>2370.1960941512011</c:v>
                </c:pt>
                <c:pt idx="3163">
                  <c:v>2363.3729014844157</c:v>
                </c:pt>
                <c:pt idx="3164">
                  <c:v>2357.9327773064679</c:v>
                </c:pt>
                <c:pt idx="3165">
                  <c:v>2368.1766304642788</c:v>
                </c:pt>
                <c:pt idx="3166">
                  <c:v>2376.5609059890639</c:v>
                </c:pt>
                <c:pt idx="3167">
                  <c:v>2376.9199725293561</c:v>
                </c:pt>
                <c:pt idx="3168">
                  <c:v>2377.4422884402998</c:v>
                </c:pt>
                <c:pt idx="3169">
                  <c:v>2375.5485599713056</c:v>
                </c:pt>
                <c:pt idx="3170">
                  <c:v>2380.8105217601069</c:v>
                </c:pt>
                <c:pt idx="3171">
                  <c:v>2346.6863902423333</c:v>
                </c:pt>
                <c:pt idx="3172">
                  <c:v>2343.9863256731537</c:v>
                </c:pt>
                <c:pt idx="3173">
                  <c:v>2339.4226252913995</c:v>
                </c:pt>
                <c:pt idx="3174">
                  <c:v>2340.6073823603188</c:v>
                </c:pt>
                <c:pt idx="3175">
                  <c:v>2339.6168787037823</c:v>
                </c:pt>
                <c:pt idx="3176">
                  <c:v>2336.351838001839</c:v>
                </c:pt>
                <c:pt idx="3177">
                  <c:v>2329.2698372328241</c:v>
                </c:pt>
                <c:pt idx="3178">
                  <c:v>2329.4380838416359</c:v>
                </c:pt>
                <c:pt idx="3179">
                  <c:v>2323.7148969566188</c:v>
                </c:pt>
                <c:pt idx="3180">
                  <c:v>2333.1553509790924</c:v>
                </c:pt>
                <c:pt idx="3181">
                  <c:v>2328.8875644022305</c:v>
                </c:pt>
                <c:pt idx="3182">
                  <c:v>2326.682746107198</c:v>
                </c:pt>
                <c:pt idx="3183">
                  <c:v>2329.0545326572815</c:v>
                </c:pt>
                <c:pt idx="3184">
                  <c:v>2333.09761567639</c:v>
                </c:pt>
                <c:pt idx="3185">
                  <c:v>2329.5799624587271</c:v>
                </c:pt>
                <c:pt idx="3186">
                  <c:v>2328.6687776569825</c:v>
                </c:pt>
                <c:pt idx="3187">
                  <c:v>2325.8136256725993</c:v>
                </c:pt>
                <c:pt idx="3188">
                  <c:v>2329.5881666551004</c:v>
                </c:pt>
                <c:pt idx="3189">
                  <c:v>2334.267306886773</c:v>
                </c:pt>
                <c:pt idx="3190">
                  <c:v>2330.1471270618495</c:v>
                </c:pt>
                <c:pt idx="3191">
                  <c:v>2329.3238681270545</c:v>
                </c:pt>
                <c:pt idx="3192">
                  <c:v>2328.7903344337683</c:v>
                </c:pt>
                <c:pt idx="3193">
                  <c:v>2332.1074910155958</c:v>
                </c:pt>
                <c:pt idx="3194">
                  <c:v>2329.9404410568914</c:v>
                </c:pt>
                <c:pt idx="3195">
                  <c:v>2332.1811981200854</c:v>
                </c:pt>
                <c:pt idx="3196">
                  <c:v>2336.9974273788703</c:v>
                </c:pt>
                <c:pt idx="3197">
                  <c:v>2333.0982792858786</c:v>
                </c:pt>
                <c:pt idx="3198">
                  <c:v>2340.4552814697809</c:v>
                </c:pt>
                <c:pt idx="3199">
                  <c:v>2333.5822565986864</c:v>
                </c:pt>
                <c:pt idx="3200">
                  <c:v>2329.2499344239977</c:v>
                </c:pt>
                <c:pt idx="3201">
                  <c:v>2333.6849523719675</c:v>
                </c:pt>
                <c:pt idx="3202">
                  <c:v>2331.5658631625856</c:v>
                </c:pt>
                <c:pt idx="3203">
                  <c:v>2325.7670071655152</c:v>
                </c:pt>
                <c:pt idx="3204">
                  <c:v>2327.9373808769988</c:v>
                </c:pt>
                <c:pt idx="3205">
                  <c:v>2337.0976217228103</c:v>
                </c:pt>
                <c:pt idx="3206">
                  <c:v>2330.9867904770927</c:v>
                </c:pt>
                <c:pt idx="3207">
                  <c:v>2321.5875934071096</c:v>
                </c:pt>
                <c:pt idx="3208">
                  <c:v>2319.4395508947446</c:v>
                </c:pt>
                <c:pt idx="3209">
                  <c:v>2314.1723023095692</c:v>
                </c:pt>
                <c:pt idx="3210">
                  <c:v>2312.4376316433372</c:v>
                </c:pt>
                <c:pt idx="3211">
                  <c:v>2311.1572409379469</c:v>
                </c:pt>
                <c:pt idx="3212">
                  <c:v>2315.0901334819132</c:v>
                </c:pt>
                <c:pt idx="3213">
                  <c:v>2314.3835331961418</c:v>
                </c:pt>
                <c:pt idx="3214">
                  <c:v>2314.5069616107317</c:v>
                </c:pt>
                <c:pt idx="3215">
                  <c:v>2311.0131522359866</c:v>
                </c:pt>
                <c:pt idx="3216">
                  <c:v>2312.045706420336</c:v>
                </c:pt>
                <c:pt idx="3217">
                  <c:v>2309.6084750723162</c:v>
                </c:pt>
                <c:pt idx="3218">
                  <c:v>2311.1533684254605</c:v>
                </c:pt>
                <c:pt idx="3219">
                  <c:v>2311.7310738312731</c:v>
                </c:pt>
                <c:pt idx="3220">
                  <c:v>2312.2888850813683</c:v>
                </c:pt>
                <c:pt idx="3221">
                  <c:v>2310.5120174405647</c:v>
                </c:pt>
                <c:pt idx="3222">
                  <c:v>2311.4651285260779</c:v>
                </c:pt>
                <c:pt idx="3223">
                  <c:v>2306.9473484706664</c:v>
                </c:pt>
                <c:pt idx="3224">
                  <c:v>2303.6377710359238</c:v>
                </c:pt>
                <c:pt idx="3225">
                  <c:v>2296.1806847138055</c:v>
                </c:pt>
                <c:pt idx="3226">
                  <c:v>2293.8767932164837</c:v>
                </c:pt>
                <c:pt idx="3227">
                  <c:v>2290.7342988503169</c:v>
                </c:pt>
                <c:pt idx="3228">
                  <c:v>2287.4031822741831</c:v>
                </c:pt>
                <c:pt idx="3229">
                  <c:v>2286.3947028316384</c:v>
                </c:pt>
                <c:pt idx="3230">
                  <c:v>2285.9848403274018</c:v>
                </c:pt>
                <c:pt idx="3231">
                  <c:v>2291.5327131240474</c:v>
                </c:pt>
                <c:pt idx="3232">
                  <c:v>2295.6641026348025</c:v>
                </c:pt>
                <c:pt idx="3233">
                  <c:v>2297.3218866696966</c:v>
                </c:pt>
                <c:pt idx="3234">
                  <c:v>2294.1532776720114</c:v>
                </c:pt>
                <c:pt idx="3235">
                  <c:v>2287.8398509772323</c:v>
                </c:pt>
                <c:pt idx="3236">
                  <c:v>2288.9550245869541</c:v>
                </c:pt>
                <c:pt idx="3237">
                  <c:v>2287.1108241796774</c:v>
                </c:pt>
                <c:pt idx="3238">
                  <c:v>2258.6676420410186</c:v>
                </c:pt>
                <c:pt idx="3239">
                  <c:v>2249.9620424976242</c:v>
                </c:pt>
                <c:pt idx="3240">
                  <c:v>2250.0991557373236</c:v>
                </c:pt>
                <c:pt idx="3241">
                  <c:v>2248.2783593962158</c:v>
                </c:pt>
                <c:pt idx="3242">
                  <c:v>2247.8652517984069</c:v>
                </c:pt>
                <c:pt idx="3243">
                  <c:v>2251.064276222477</c:v>
                </c:pt>
                <c:pt idx="3244">
                  <c:v>2250.802901169704</c:v>
                </c:pt>
                <c:pt idx="3245">
                  <c:v>2244.6199722997762</c:v>
                </c:pt>
                <c:pt idx="3246">
                  <c:v>2242.9171430227525</c:v>
                </c:pt>
                <c:pt idx="3247">
                  <c:v>2239.6553646075422</c:v>
                </c:pt>
                <c:pt idx="3248">
                  <c:v>2237.1064470868791</c:v>
                </c:pt>
                <c:pt idx="3249">
                  <c:v>2235.2864313729588</c:v>
                </c:pt>
                <c:pt idx="3250">
                  <c:v>2233.992593514356</c:v>
                </c:pt>
                <c:pt idx="3251">
                  <c:v>2238.9973846243693</c:v>
                </c:pt>
                <c:pt idx="3252">
                  <c:v>2238.4328207893404</c:v>
                </c:pt>
                <c:pt idx="3253">
                  <c:v>2236.1641381363293</c:v>
                </c:pt>
                <c:pt idx="3254">
                  <c:v>2234.7483878329563</c:v>
                </c:pt>
                <c:pt idx="3255">
                  <c:v>2232.0833787360757</c:v>
                </c:pt>
                <c:pt idx="3256">
                  <c:v>2231.0652543246647</c:v>
                </c:pt>
                <c:pt idx="3257">
                  <c:v>2210.7250532774156</c:v>
                </c:pt>
                <c:pt idx="3258">
                  <c:v>2187.3181287179077</c:v>
                </c:pt>
                <c:pt idx="3259">
                  <c:v>2161.4703873847589</c:v>
                </c:pt>
                <c:pt idx="3260">
                  <c:v>2158.5858840717729</c:v>
                </c:pt>
                <c:pt idx="3261">
                  <c:v>2156.1721711395576</c:v>
                </c:pt>
                <c:pt idx="3262">
                  <c:v>2162.6417448102125</c:v>
                </c:pt>
                <c:pt idx="3263">
                  <c:v>2158.665183625264</c:v>
                </c:pt>
                <c:pt idx="3264">
                  <c:v>2153.4758265092219</c:v>
                </c:pt>
                <c:pt idx="3265">
                  <c:v>2148.5192391403798</c:v>
                </c:pt>
                <c:pt idx="3266">
                  <c:v>2144.3516645216228</c:v>
                </c:pt>
                <c:pt idx="3267">
                  <c:v>2141.3097192263158</c:v>
                </c:pt>
                <c:pt idx="3268">
                  <c:v>2140.5758728424812</c:v>
                </c:pt>
                <c:pt idx="3269">
                  <c:v>2137.688180408762</c:v>
                </c:pt>
                <c:pt idx="3270">
                  <c:v>2140.3338173271627</c:v>
                </c:pt>
                <c:pt idx="3271">
                  <c:v>2137.7205486724129</c:v>
                </c:pt>
                <c:pt idx="3272">
                  <c:v>2142.5993621400125</c:v>
                </c:pt>
                <c:pt idx="3273">
                  <c:v>2143.5999743993684</c:v>
                </c:pt>
                <c:pt idx="3274">
                  <c:v>2150.4572626874979</c:v>
                </c:pt>
                <c:pt idx="3275">
                  <c:v>2147.0327115049577</c:v>
                </c:pt>
                <c:pt idx="3276">
                  <c:v>2148.350021599013</c:v>
                </c:pt>
                <c:pt idx="3277">
                  <c:v>2123.4172985984169</c:v>
                </c:pt>
                <c:pt idx="3278">
                  <c:v>2118.797079702108</c:v>
                </c:pt>
                <c:pt idx="3279">
                  <c:v>2117.2287623176471</c:v>
                </c:pt>
                <c:pt idx="3280">
                  <c:v>2116.4025135893353</c:v>
                </c:pt>
                <c:pt idx="3281">
                  <c:v>2117.0847833161224</c:v>
                </c:pt>
                <c:pt idx="3282">
                  <c:v>2122.574013003004</c:v>
                </c:pt>
                <c:pt idx="3283">
                  <c:v>2119.5035649271449</c:v>
                </c:pt>
                <c:pt idx="3284">
                  <c:v>2116.2596239949589</c:v>
                </c:pt>
                <c:pt idx="3285">
                  <c:v>2116.0502882501869</c:v>
                </c:pt>
                <c:pt idx="3286">
                  <c:v>2120.9969023630042</c:v>
                </c:pt>
                <c:pt idx="3287">
                  <c:v>2115.5197904157112</c:v>
                </c:pt>
                <c:pt idx="3288">
                  <c:v>2109.3955465397798</c:v>
                </c:pt>
                <c:pt idx="3289">
                  <c:v>2106.2883214145013</c:v>
                </c:pt>
                <c:pt idx="3290">
                  <c:v>2101.6913319139567</c:v>
                </c:pt>
                <c:pt idx="3291">
                  <c:v>2098.2194261370373</c:v>
                </c:pt>
                <c:pt idx="3292">
                  <c:v>2101.930110397258</c:v>
                </c:pt>
                <c:pt idx="3293">
                  <c:v>2098.712066311236</c:v>
                </c:pt>
                <c:pt idx="3294">
                  <c:v>2099.0061753468713</c:v>
                </c:pt>
                <c:pt idx="3295">
                  <c:v>2098.3662432624792</c:v>
                </c:pt>
                <c:pt idx="3296">
                  <c:v>2098.3697085444041</c:v>
                </c:pt>
                <c:pt idx="3297">
                  <c:v>2093.9388961981649</c:v>
                </c:pt>
                <c:pt idx="3298">
                  <c:v>2089.7523539438562</c:v>
                </c:pt>
                <c:pt idx="3299">
                  <c:v>2089.094074919477</c:v>
                </c:pt>
                <c:pt idx="3300">
                  <c:v>2089.929044427271</c:v>
                </c:pt>
                <c:pt idx="3301">
                  <c:v>2090.0958019716691</c:v>
                </c:pt>
                <c:pt idx="3302">
                  <c:v>2096.7308528143394</c:v>
                </c:pt>
                <c:pt idx="3303">
                  <c:v>2094.8160150153299</c:v>
                </c:pt>
                <c:pt idx="3304">
                  <c:v>2090.1542792804198</c:v>
                </c:pt>
                <c:pt idx="3305">
                  <c:v>2089.4062990964785</c:v>
                </c:pt>
                <c:pt idx="3306">
                  <c:v>2091.6788022573601</c:v>
                </c:pt>
                <c:pt idx="3307">
                  <c:v>2089.4410146542109</c:v>
                </c:pt>
                <c:pt idx="3308">
                  <c:v>2091.5845233367959</c:v>
                </c:pt>
                <c:pt idx="3309">
                  <c:v>2091.9458484595557</c:v>
                </c:pt>
                <c:pt idx="3310">
                  <c:v>2086.3477685227526</c:v>
                </c:pt>
                <c:pt idx="3311">
                  <c:v>2081.6647098504254</c:v>
                </c:pt>
                <c:pt idx="3312">
                  <c:v>2080.1899695770057</c:v>
                </c:pt>
                <c:pt idx="3313">
                  <c:v>2084.9824962369999</c:v>
                </c:pt>
                <c:pt idx="3314">
                  <c:v>2086.6568810018548</c:v>
                </c:pt>
                <c:pt idx="3315">
                  <c:v>2087.855179294012</c:v>
                </c:pt>
                <c:pt idx="3316">
                  <c:v>2088.3137860401298</c:v>
                </c:pt>
                <c:pt idx="3317">
                  <c:v>2088.9645033409447</c:v>
                </c:pt>
                <c:pt idx="3318">
                  <c:v>2087.762662124459</c:v>
                </c:pt>
                <c:pt idx="3319">
                  <c:v>2087.2278995059628</c:v>
                </c:pt>
                <c:pt idx="3320">
                  <c:v>2086.4877805637889</c:v>
                </c:pt>
                <c:pt idx="3321">
                  <c:v>2090.2775572445212</c:v>
                </c:pt>
                <c:pt idx="3322">
                  <c:v>2094.5035430504677</c:v>
                </c:pt>
                <c:pt idx="3323">
                  <c:v>2096.3101739097906</c:v>
                </c:pt>
                <c:pt idx="3324">
                  <c:v>2097.0709035193454</c:v>
                </c:pt>
                <c:pt idx="3325">
                  <c:v>2097.0217244467699</c:v>
                </c:pt>
                <c:pt idx="3326">
                  <c:v>2101.3932034872123</c:v>
                </c:pt>
                <c:pt idx="3327">
                  <c:v>2099.4777873167777</c:v>
                </c:pt>
                <c:pt idx="3328">
                  <c:v>2109.4668726884061</c:v>
                </c:pt>
                <c:pt idx="3329">
                  <c:v>2112.9120846736419</c:v>
                </c:pt>
                <c:pt idx="3330">
                  <c:v>2114.0726230551345</c:v>
                </c:pt>
                <c:pt idx="3331">
                  <c:v>2117.900261916714</c:v>
                </c:pt>
                <c:pt idx="3332">
                  <c:v>2120.3208140160941</c:v>
                </c:pt>
                <c:pt idx="3333">
                  <c:v>2117.2277303664241</c:v>
                </c:pt>
                <c:pt idx="3334">
                  <c:v>2121.9258971033096</c:v>
                </c:pt>
                <c:pt idx="3335">
                  <c:v>2121.1153790083563</c:v>
                </c:pt>
                <c:pt idx="3336">
                  <c:v>2116.9773630490445</c:v>
                </c:pt>
                <c:pt idx="3337">
                  <c:v>2116.9565905537206</c:v>
                </c:pt>
                <c:pt idx="3338">
                  <c:v>2114.0042390054355</c:v>
                </c:pt>
                <c:pt idx="3339">
                  <c:v>2113.9867359775926</c:v>
                </c:pt>
                <c:pt idx="3340">
                  <c:v>2114.7511829676996</c:v>
                </c:pt>
                <c:pt idx="3341">
                  <c:v>2115.7403296204966</c:v>
                </c:pt>
                <c:pt idx="3342">
                  <c:v>2112.726832787831</c:v>
                </c:pt>
                <c:pt idx="3343">
                  <c:v>2113.280601061344</c:v>
                </c:pt>
                <c:pt idx="3344">
                  <c:v>2116.098608712362</c:v>
                </c:pt>
                <c:pt idx="3345">
                  <c:v>2112.0744304162758</c:v>
                </c:pt>
                <c:pt idx="3346">
                  <c:v>2116.0718261960624</c:v>
                </c:pt>
                <c:pt idx="3347">
                  <c:v>2110.5069989084604</c:v>
                </c:pt>
                <c:pt idx="3348">
                  <c:v>2108.5181147604417</c:v>
                </c:pt>
                <c:pt idx="3349">
                  <c:v>2108.6352961948692</c:v>
                </c:pt>
                <c:pt idx="3350">
                  <c:v>2105.5096916672201</c:v>
                </c:pt>
                <c:pt idx="3351">
                  <c:v>2109.1896391084765</c:v>
                </c:pt>
                <c:pt idx="3352">
                  <c:v>2110.3993437064182</c:v>
                </c:pt>
                <c:pt idx="3353">
                  <c:v>2107.2256672979902</c:v>
                </c:pt>
                <c:pt idx="3354">
                  <c:v>2103.9819312591694</c:v>
                </c:pt>
                <c:pt idx="3355">
                  <c:v>2104.4984546536371</c:v>
                </c:pt>
                <c:pt idx="3356">
                  <c:v>2101.6240580551394</c:v>
                </c:pt>
                <c:pt idx="3357">
                  <c:v>2105.9122063146824</c:v>
                </c:pt>
                <c:pt idx="3358">
                  <c:v>2110.6760352433198</c:v>
                </c:pt>
                <c:pt idx="3359">
                  <c:v>2117.8886397901306</c:v>
                </c:pt>
                <c:pt idx="3360">
                  <c:v>2103.0854201581042</c:v>
                </c:pt>
                <c:pt idx="3361">
                  <c:v>2095.4300766369274</c:v>
                </c:pt>
                <c:pt idx="3362">
                  <c:v>2095.9445233390784</c:v>
                </c:pt>
                <c:pt idx="3363">
                  <c:v>2098.4649844935511</c:v>
                </c:pt>
                <c:pt idx="3364">
                  <c:v>2103.7956147320756</c:v>
                </c:pt>
                <c:pt idx="3365">
                  <c:v>2104.9201391048787</c:v>
                </c:pt>
                <c:pt idx="3366">
                  <c:v>2103.842873428347</c:v>
                </c:pt>
                <c:pt idx="3367">
                  <c:v>2104.8866237891857</c:v>
                </c:pt>
                <c:pt idx="3368">
                  <c:v>2106.5405738787858</c:v>
                </c:pt>
                <c:pt idx="3369">
                  <c:v>2118.4619882423076</c:v>
                </c:pt>
                <c:pt idx="3370">
                  <c:v>2123.0687692487859</c:v>
                </c:pt>
                <c:pt idx="3371">
                  <c:v>2131.3490799228557</c:v>
                </c:pt>
                <c:pt idx="3372">
                  <c:v>2127.7498504728151</c:v>
                </c:pt>
                <c:pt idx="3373">
                  <c:v>2129.8131519194194</c:v>
                </c:pt>
                <c:pt idx="3374">
                  <c:v>2127.3977560510243</c:v>
                </c:pt>
                <c:pt idx="3375">
                  <c:v>2124.6182044633397</c:v>
                </c:pt>
                <c:pt idx="3376">
                  <c:v>2124.0195202300915</c:v>
                </c:pt>
                <c:pt idx="3377">
                  <c:v>2126.0140980901228</c:v>
                </c:pt>
                <c:pt idx="3378">
                  <c:v>2122.5279787451268</c:v>
                </c:pt>
                <c:pt idx="3379">
                  <c:v>2121.7716750269819</c:v>
                </c:pt>
                <c:pt idx="3380">
                  <c:v>2120.7874699705262</c:v>
                </c:pt>
                <c:pt idx="3381">
                  <c:v>2124.2644083873201</c:v>
                </c:pt>
                <c:pt idx="3382">
                  <c:v>2121.6379783016391</c:v>
                </c:pt>
                <c:pt idx="3383">
                  <c:v>2126.5848937435489</c:v>
                </c:pt>
                <c:pt idx="3384">
                  <c:v>2126.4356775992014</c:v>
                </c:pt>
                <c:pt idx="3385">
                  <c:v>2123.7818106959926</c:v>
                </c:pt>
                <c:pt idx="3386">
                  <c:v>2125.2879908337918</c:v>
                </c:pt>
                <c:pt idx="3387">
                  <c:v>2130.8740318847022</c:v>
                </c:pt>
                <c:pt idx="3388">
                  <c:v>2131.2225751989827</c:v>
                </c:pt>
                <c:pt idx="3389">
                  <c:v>2131.7703111991923</c:v>
                </c:pt>
                <c:pt idx="3390">
                  <c:v>2126.6804215737507</c:v>
                </c:pt>
                <c:pt idx="3391">
                  <c:v>2129.5633391869933</c:v>
                </c:pt>
                <c:pt idx="3392">
                  <c:v>2126.3794197517436</c:v>
                </c:pt>
                <c:pt idx="3393">
                  <c:v>2122.5826903368838</c:v>
                </c:pt>
                <c:pt idx="3394">
                  <c:v>2122.6785663049645</c:v>
                </c:pt>
                <c:pt idx="3395">
                  <c:v>2120.7134141951601</c:v>
                </c:pt>
                <c:pt idx="3396">
                  <c:v>2118.8676487638454</c:v>
                </c:pt>
                <c:pt idx="3397">
                  <c:v>2112.8252400920569</c:v>
                </c:pt>
                <c:pt idx="3398">
                  <c:v>2110.0625778214758</c:v>
                </c:pt>
                <c:pt idx="3399">
                  <c:v>2111.5202608794793</c:v>
                </c:pt>
                <c:pt idx="3400">
                  <c:v>2110.5858373490787</c:v>
                </c:pt>
                <c:pt idx="3401">
                  <c:v>2108.3969990350997</c:v>
                </c:pt>
                <c:pt idx="3402">
                  <c:v>2119.983864795</c:v>
                </c:pt>
                <c:pt idx="3403">
                  <c:v>2117.6937480943343</c:v>
                </c:pt>
                <c:pt idx="3404">
                  <c:v>2115.3706268538217</c:v>
                </c:pt>
                <c:pt idx="3405">
                  <c:v>2111.7460502246327</c:v>
                </c:pt>
                <c:pt idx="3406">
                  <c:v>2107.4637446897282</c:v>
                </c:pt>
                <c:pt idx="3407">
                  <c:v>2107.6169889424623</c:v>
                </c:pt>
                <c:pt idx="3408">
                  <c:v>2107.613372289381</c:v>
                </c:pt>
                <c:pt idx="3409">
                  <c:v>2121.1284230613637</c:v>
                </c:pt>
                <c:pt idx="3410">
                  <c:v>2121.4450134550493</c:v>
                </c:pt>
                <c:pt idx="3411">
                  <c:v>2143.8965122140316</c:v>
                </c:pt>
                <c:pt idx="3412">
                  <c:v>2141.2356609987619</c:v>
                </c:pt>
                <c:pt idx="3413">
                  <c:v>2149.1874212521238</c:v>
                </c:pt>
                <c:pt idx="3414">
                  <c:v>2147.5366491605168</c:v>
                </c:pt>
                <c:pt idx="3415">
                  <c:v>2146.7519295099887</c:v>
                </c:pt>
                <c:pt idx="3416">
                  <c:v>2146.7493655618778</c:v>
                </c:pt>
                <c:pt idx="3417">
                  <c:v>2207.3904398143059</c:v>
                </c:pt>
                <c:pt idx="3418">
                  <c:v>2213.7150507597948</c:v>
                </c:pt>
                <c:pt idx="3419">
                  <c:v>2221.8265379824752</c:v>
                </c:pt>
                <c:pt idx="3420">
                  <c:v>2226.3116059121244</c:v>
                </c:pt>
                <c:pt idx="3421">
                  <c:v>2224.6440177912891</c:v>
                </c:pt>
                <c:pt idx="3422">
                  <c:v>2223.5829245480031</c:v>
                </c:pt>
                <c:pt idx="3423">
                  <c:v>2224.9528430965588</c:v>
                </c:pt>
                <c:pt idx="3424">
                  <c:v>2229.7538387000182</c:v>
                </c:pt>
                <c:pt idx="3425">
                  <c:v>2233.5080242272334</c:v>
                </c:pt>
                <c:pt idx="3426">
                  <c:v>2238.9792203859261</c:v>
                </c:pt>
                <c:pt idx="3427">
                  <c:v>2244.9219949623425</c:v>
                </c:pt>
                <c:pt idx="3428">
                  <c:v>2247.1708343628998</c:v>
                </c:pt>
                <c:pt idx="3429">
                  <c:v>2247.5069665752167</c:v>
                </c:pt>
                <c:pt idx="3430">
                  <c:v>2247.0640784534512</c:v>
                </c:pt>
                <c:pt idx="3431">
                  <c:v>2250.2672211617196</c:v>
                </c:pt>
                <c:pt idx="3432">
                  <c:v>2249.3101643538103</c:v>
                </c:pt>
                <c:pt idx="3433">
                  <c:v>2244.8451635012179</c:v>
                </c:pt>
                <c:pt idx="3434">
                  <c:v>2243.7911820248482</c:v>
                </c:pt>
                <c:pt idx="3435">
                  <c:v>2239.8659917922369</c:v>
                </c:pt>
                <c:pt idx="3436">
                  <c:v>2236.8286027651702</c:v>
                </c:pt>
                <c:pt idx="3437">
                  <c:v>2237.1767506572537</c:v>
                </c:pt>
                <c:pt idx="3438">
                  <c:v>2234.1941390582724</c:v>
                </c:pt>
                <c:pt idx="3439">
                  <c:v>2231.2907040055829</c:v>
                </c:pt>
                <c:pt idx="3440">
                  <c:v>2235.0589983047807</c:v>
                </c:pt>
                <c:pt idx="3441">
                  <c:v>2232.0061674152571</c:v>
                </c:pt>
                <c:pt idx="3442">
                  <c:v>2225.7994124638894</c:v>
                </c:pt>
                <c:pt idx="3443">
                  <c:v>2222.6017494870962</c:v>
                </c:pt>
                <c:pt idx="3444">
                  <c:v>2215.5890324533384</c:v>
                </c:pt>
                <c:pt idx="3445">
                  <c:v>2213.7651154394766</c:v>
                </c:pt>
                <c:pt idx="3446">
                  <c:v>2213.6741043038969</c:v>
                </c:pt>
                <c:pt idx="3447">
                  <c:v>2209.7293650303695</c:v>
                </c:pt>
                <c:pt idx="3448">
                  <c:v>2212.3062394453691</c:v>
                </c:pt>
                <c:pt idx="3449">
                  <c:v>2209.603887733168</c:v>
                </c:pt>
                <c:pt idx="3450">
                  <c:v>2209.3740195262953</c:v>
                </c:pt>
                <c:pt idx="3451">
                  <c:v>2206.459322112777</c:v>
                </c:pt>
                <c:pt idx="3452">
                  <c:v>2208.9445460405668</c:v>
                </c:pt>
                <c:pt idx="3453">
                  <c:v>2208.378672576323</c:v>
                </c:pt>
                <c:pt idx="3454">
                  <c:v>2204.5227478781544</c:v>
                </c:pt>
                <c:pt idx="3455">
                  <c:v>2199.6196146129732</c:v>
                </c:pt>
                <c:pt idx="3456">
                  <c:v>2193.0244486357187</c:v>
                </c:pt>
                <c:pt idx="3457">
                  <c:v>2180.4689688612634</c:v>
                </c:pt>
                <c:pt idx="3458">
                  <c:v>2179.4026354979687</c:v>
                </c:pt>
                <c:pt idx="3459">
                  <c:v>2200.5762398156025</c:v>
                </c:pt>
                <c:pt idx="3460">
                  <c:v>2202.2791999651863</c:v>
                </c:pt>
                <c:pt idx="3461">
                  <c:v>2206.0386123944013</c:v>
                </c:pt>
                <c:pt idx="3462">
                  <c:v>2205.0847945311602</c:v>
                </c:pt>
                <c:pt idx="3463">
                  <c:v>2206.2487776759385</c:v>
                </c:pt>
                <c:pt idx="3464">
                  <c:v>2207.186437470185</c:v>
                </c:pt>
                <c:pt idx="3465">
                  <c:v>2204.8924593281172</c:v>
                </c:pt>
                <c:pt idx="3466">
                  <c:v>2203.5552165986355</c:v>
                </c:pt>
                <c:pt idx="3467">
                  <c:v>2204.5749412525488</c:v>
                </c:pt>
                <c:pt idx="3468">
                  <c:v>2203.729066570942</c:v>
                </c:pt>
                <c:pt idx="3469">
                  <c:v>2206.4486811019642</c:v>
                </c:pt>
                <c:pt idx="3470">
                  <c:v>2208.221786057657</c:v>
                </c:pt>
                <c:pt idx="3471">
                  <c:v>2206.5704472284892</c:v>
                </c:pt>
                <c:pt idx="3472">
                  <c:v>2205.7486704685484</c:v>
                </c:pt>
                <c:pt idx="3473">
                  <c:v>2200.1649992275811</c:v>
                </c:pt>
                <c:pt idx="3474">
                  <c:v>2198.505591757465</c:v>
                </c:pt>
                <c:pt idx="3475">
                  <c:v>2197.8052405853232</c:v>
                </c:pt>
                <c:pt idx="3476">
                  <c:v>2195.3912060078001</c:v>
                </c:pt>
                <c:pt idx="3477">
                  <c:v>2193.6509009772653</c:v>
                </c:pt>
                <c:pt idx="3478">
                  <c:v>2189.3849161649932</c:v>
                </c:pt>
                <c:pt idx="3479">
                  <c:v>2191.8006590388454</c:v>
                </c:pt>
                <c:pt idx="3480">
                  <c:v>2190.6280100245817</c:v>
                </c:pt>
                <c:pt idx="3481">
                  <c:v>2184.0459332000801</c:v>
                </c:pt>
                <c:pt idx="3482">
                  <c:v>2180.7082498685545</c:v>
                </c:pt>
                <c:pt idx="3483">
                  <c:v>2181.0376341488386</c:v>
                </c:pt>
                <c:pt idx="3484">
                  <c:v>2164.4089553196964</c:v>
                </c:pt>
                <c:pt idx="3485">
                  <c:v>2160.7611691295428</c:v>
                </c:pt>
                <c:pt idx="3486">
                  <c:v>2160.600240953218</c:v>
                </c:pt>
                <c:pt idx="3487">
                  <c:v>2173.7800936827894</c:v>
                </c:pt>
                <c:pt idx="3488">
                  <c:v>2169.7809589984945</c:v>
                </c:pt>
                <c:pt idx="3489">
                  <c:v>2167.89824589308</c:v>
                </c:pt>
                <c:pt idx="3490">
                  <c:v>2170.2431808677516</c:v>
                </c:pt>
                <c:pt idx="3491">
                  <c:v>2169.1574036081556</c:v>
                </c:pt>
                <c:pt idx="3492">
                  <c:v>2171.1637359070855</c:v>
                </c:pt>
                <c:pt idx="3493">
                  <c:v>2171.6959678630901</c:v>
                </c:pt>
                <c:pt idx="3494">
                  <c:v>2174.2774681533065</c:v>
                </c:pt>
                <c:pt idx="3495">
                  <c:v>2179.4902735149444</c:v>
                </c:pt>
                <c:pt idx="3496">
                  <c:v>2181.0335885552131</c:v>
                </c:pt>
                <c:pt idx="3497">
                  <c:v>2183.1732452730307</c:v>
                </c:pt>
                <c:pt idx="3498">
                  <c:v>2181.0397080971975</c:v>
                </c:pt>
                <c:pt idx="3499">
                  <c:v>2181.8961469415085</c:v>
                </c:pt>
                <c:pt idx="3500">
                  <c:v>2182.5149665379113</c:v>
                </c:pt>
                <c:pt idx="3501">
                  <c:v>2195.711801070986</c:v>
                </c:pt>
                <c:pt idx="3502">
                  <c:v>2204.2891701738258</c:v>
                </c:pt>
                <c:pt idx="3503">
                  <c:v>2182.7007104006243</c:v>
                </c:pt>
                <c:pt idx="3504">
                  <c:v>2180.3975668658077</c:v>
                </c:pt>
                <c:pt idx="3505">
                  <c:v>2188.91180826041</c:v>
                </c:pt>
                <c:pt idx="3506">
                  <c:v>2181.9734900755329</c:v>
                </c:pt>
                <c:pt idx="3507">
                  <c:v>2189.5804528786539</c:v>
                </c:pt>
                <c:pt idx="3508">
                  <c:v>2187.7083436951025</c:v>
                </c:pt>
                <c:pt idx="3509">
                  <c:v>2185.8705194034756</c:v>
                </c:pt>
                <c:pt idx="3510">
                  <c:v>2178.6031861265728</c:v>
                </c:pt>
                <c:pt idx="3511">
                  <c:v>2178.2869676623</c:v>
                </c:pt>
                <c:pt idx="3512">
                  <c:v>2185.7160123741801</c:v>
                </c:pt>
                <c:pt idx="3513">
                  <c:v>2183.6256083496614</c:v>
                </c:pt>
                <c:pt idx="3514">
                  <c:v>2183.0801712080365</c:v>
                </c:pt>
                <c:pt idx="3515">
                  <c:v>2186.1197976850749</c:v>
                </c:pt>
                <c:pt idx="3516">
                  <c:v>2186.8636394050486</c:v>
                </c:pt>
                <c:pt idx="3517">
                  <c:v>2188.1130458174775</c:v>
                </c:pt>
                <c:pt idx="3518">
                  <c:v>2187.9895988697076</c:v>
                </c:pt>
                <c:pt idx="3519">
                  <c:v>2184.9566957007246</c:v>
                </c:pt>
                <c:pt idx="3520">
                  <c:v>2176.9944962692061</c:v>
                </c:pt>
                <c:pt idx="3521">
                  <c:v>2178.0000676856284</c:v>
                </c:pt>
                <c:pt idx="3522">
                  <c:v>2178.2676552809735</c:v>
                </c:pt>
                <c:pt idx="3523">
                  <c:v>2177.9555774211312</c:v>
                </c:pt>
                <c:pt idx="3524">
                  <c:v>2183.8284750045641</c:v>
                </c:pt>
                <c:pt idx="3525">
                  <c:v>2201.1063456785232</c:v>
                </c:pt>
                <c:pt idx="3526">
                  <c:v>2209.3277471316405</c:v>
                </c:pt>
                <c:pt idx="3527">
                  <c:v>2212.0656167389775</c:v>
                </c:pt>
                <c:pt idx="3528">
                  <c:v>2216.3345474541807</c:v>
                </c:pt>
                <c:pt idx="3529">
                  <c:v>2217.1526162130153</c:v>
                </c:pt>
                <c:pt idx="3530">
                  <c:v>2212.0961628358054</c:v>
                </c:pt>
                <c:pt idx="3531">
                  <c:v>2210.2820041891728</c:v>
                </c:pt>
                <c:pt idx="3532">
                  <c:v>2207.6992441813654</c:v>
                </c:pt>
                <c:pt idx="3533">
                  <c:v>2207.7097866615645</c:v>
                </c:pt>
                <c:pt idx="3534">
                  <c:v>2207.6670467131385</c:v>
                </c:pt>
                <c:pt idx="3535">
                  <c:v>2210.4845531883084</c:v>
                </c:pt>
                <c:pt idx="3536">
                  <c:v>2202.9537030936217</c:v>
                </c:pt>
                <c:pt idx="3537">
                  <c:v>2193.8105248145143</c:v>
                </c:pt>
                <c:pt idx="3538">
                  <c:v>2190.6686361724642</c:v>
                </c:pt>
                <c:pt idx="3539">
                  <c:v>2189.4197655653502</c:v>
                </c:pt>
                <c:pt idx="3540">
                  <c:v>2185.2673011456623</c:v>
                </c:pt>
                <c:pt idx="3541">
                  <c:v>2181.1024841747158</c:v>
                </c:pt>
                <c:pt idx="3542">
                  <c:v>2181.8794483973365</c:v>
                </c:pt>
                <c:pt idx="3543">
                  <c:v>2182.5518418843158</c:v>
                </c:pt>
                <c:pt idx="3544">
                  <c:v>2186.4768739961492</c:v>
                </c:pt>
                <c:pt idx="3545">
                  <c:v>2177.2070090448406</c:v>
                </c:pt>
                <c:pt idx="3546">
                  <c:v>2178.1072558317646</c:v>
                </c:pt>
                <c:pt idx="3547">
                  <c:v>2182.8964624724745</c:v>
                </c:pt>
                <c:pt idx="3548">
                  <c:v>2171.7721570478097</c:v>
                </c:pt>
                <c:pt idx="3549">
                  <c:v>2173.0932356240119</c:v>
                </c:pt>
                <c:pt idx="3550">
                  <c:v>2171.0431813293467</c:v>
                </c:pt>
                <c:pt idx="3551">
                  <c:v>2174.1645537134582</c:v>
                </c:pt>
                <c:pt idx="3552">
                  <c:v>2172.8636208808098</c:v>
                </c:pt>
                <c:pt idx="3553">
                  <c:v>2177.3275999215321</c:v>
                </c:pt>
                <c:pt idx="3554">
                  <c:v>2178.0893344811116</c:v>
                </c:pt>
                <c:pt idx="3555">
                  <c:v>2177.966143211258</c:v>
                </c:pt>
                <c:pt idx="3556">
                  <c:v>2180.8567099307097</c:v>
                </c:pt>
                <c:pt idx="3557">
                  <c:v>2189.4279720018053</c:v>
                </c:pt>
                <c:pt idx="3558">
                  <c:v>2193.267556378777</c:v>
                </c:pt>
                <c:pt idx="3559">
                  <c:v>2196.7775623553671</c:v>
                </c:pt>
                <c:pt idx="3560">
                  <c:v>2195.0475770530002</c:v>
                </c:pt>
                <c:pt idx="3561">
                  <c:v>2201.6995842299752</c:v>
                </c:pt>
                <c:pt idx="3562">
                  <c:v>2198.2627274518345</c:v>
                </c:pt>
                <c:pt idx="3563">
                  <c:v>2202.9252238401796</c:v>
                </c:pt>
                <c:pt idx="3564">
                  <c:v>2202.1335538446724</c:v>
                </c:pt>
                <c:pt idx="3565">
                  <c:v>2202.0405729222075</c:v>
                </c:pt>
                <c:pt idx="3566">
                  <c:v>2202.4240034087252</c:v>
                </c:pt>
                <c:pt idx="3567">
                  <c:v>2207.3521021434822</c:v>
                </c:pt>
                <c:pt idx="3568">
                  <c:v>2211.1534391765558</c:v>
                </c:pt>
                <c:pt idx="3569">
                  <c:v>2213.9956881587686</c:v>
                </c:pt>
                <c:pt idx="3570">
                  <c:v>2213.2129497482424</c:v>
                </c:pt>
                <c:pt idx="3571">
                  <c:v>2212.0699195248985</c:v>
                </c:pt>
                <c:pt idx="3572">
                  <c:v>2212.7134230753522</c:v>
                </c:pt>
                <c:pt idx="3573">
                  <c:v>2210.3091438571691</c:v>
                </c:pt>
                <c:pt idx="3574">
                  <c:v>2211.9092291590009</c:v>
                </c:pt>
                <c:pt idx="3575">
                  <c:v>2209.5318889719651</c:v>
                </c:pt>
                <c:pt idx="3576">
                  <c:v>2209.6053487859895</c:v>
                </c:pt>
                <c:pt idx="3577">
                  <c:v>2211.0176776261887</c:v>
                </c:pt>
                <c:pt idx="3578">
                  <c:v>2211.8331347591484</c:v>
                </c:pt>
                <c:pt idx="3579">
                  <c:v>2238.860500777394</c:v>
                </c:pt>
                <c:pt idx="3580">
                  <c:v>2241.0176570020435</c:v>
                </c:pt>
                <c:pt idx="3581">
                  <c:v>2248.8373737702491</c:v>
                </c:pt>
                <c:pt idx="3582">
                  <c:v>2247.5532261283784</c:v>
                </c:pt>
                <c:pt idx="3583">
                  <c:v>2243.146058956484</c:v>
                </c:pt>
                <c:pt idx="3584">
                  <c:v>2244.2882604022129</c:v>
                </c:pt>
                <c:pt idx="3585">
                  <c:v>2243.794774560929</c:v>
                </c:pt>
                <c:pt idx="3586">
                  <c:v>2245.1213392910113</c:v>
                </c:pt>
                <c:pt idx="3587">
                  <c:v>2240.5861242355791</c:v>
                </c:pt>
                <c:pt idx="3588">
                  <c:v>2235.6422602516418</c:v>
                </c:pt>
                <c:pt idx="3589">
                  <c:v>2237.9161556169506</c:v>
                </c:pt>
                <c:pt idx="3590">
                  <c:v>2232.9444289089874</c:v>
                </c:pt>
                <c:pt idx="3591">
                  <c:v>2232.8744085398871</c:v>
                </c:pt>
                <c:pt idx="3592">
                  <c:v>2229.8793579214957</c:v>
                </c:pt>
                <c:pt idx="3593">
                  <c:v>2232.0316938884471</c:v>
                </c:pt>
                <c:pt idx="3594">
                  <c:v>2232.1565561380758</c:v>
                </c:pt>
                <c:pt idx="3595">
                  <c:v>2237.0201234974143</c:v>
                </c:pt>
                <c:pt idx="3596">
                  <c:v>2240.5298435360969</c:v>
                </c:pt>
                <c:pt idx="3597">
                  <c:v>2246.6828824790637</c:v>
                </c:pt>
                <c:pt idx="3598">
                  <c:v>2253.6666940785467</c:v>
                </c:pt>
                <c:pt idx="3599">
                  <c:v>2258.4296928891185</c:v>
                </c:pt>
                <c:pt idx="3600">
                  <c:v>2263.8235294117649</c:v>
                </c:pt>
                <c:pt idx="3601">
                  <c:v>2266.8354057908427</c:v>
                </c:pt>
                <c:pt idx="3602">
                  <c:v>2262.8986267281712</c:v>
                </c:pt>
                <c:pt idx="3603">
                  <c:v>2270.5044644311547</c:v>
                </c:pt>
                <c:pt idx="3604">
                  <c:v>2272.6152270943157</c:v>
                </c:pt>
                <c:pt idx="3605">
                  <c:v>2241.5808157643241</c:v>
                </c:pt>
                <c:pt idx="3606">
                  <c:v>2205.7542667977805</c:v>
                </c:pt>
                <c:pt idx="3607">
                  <c:v>2211.8544758594408</c:v>
                </c:pt>
                <c:pt idx="3608">
                  <c:v>2215.5128863276186</c:v>
                </c:pt>
                <c:pt idx="3609">
                  <c:v>2220.9554972831647</c:v>
                </c:pt>
                <c:pt idx="3610">
                  <c:v>2216.9335492504233</c:v>
                </c:pt>
                <c:pt idx="3611">
                  <c:v>2208.2448346583383</c:v>
                </c:pt>
                <c:pt idx="3612">
                  <c:v>2211.5664535429728</c:v>
                </c:pt>
                <c:pt idx="3613">
                  <c:v>2215.1790660006704</c:v>
                </c:pt>
                <c:pt idx="3614">
                  <c:v>2194.0007659611715</c:v>
                </c:pt>
                <c:pt idx="3615">
                  <c:v>2192.9724697639676</c:v>
                </c:pt>
                <c:pt idx="3616">
                  <c:v>2192.9912947022708</c:v>
                </c:pt>
                <c:pt idx="3617">
                  <c:v>2195.3880959659355</c:v>
                </c:pt>
                <c:pt idx="3618">
                  <c:v>2198.4111367585019</c:v>
                </c:pt>
                <c:pt idx="3619">
                  <c:v>2193.5248248141506</c:v>
                </c:pt>
                <c:pt idx="3620">
                  <c:v>2180.91163694027</c:v>
                </c:pt>
                <c:pt idx="3621">
                  <c:v>2177.2988477477838</c:v>
                </c:pt>
                <c:pt idx="3622">
                  <c:v>2179.4584052208247</c:v>
                </c:pt>
                <c:pt idx="3623">
                  <c:v>2177.359181244969</c:v>
                </c:pt>
                <c:pt idx="3624">
                  <c:v>2172.6511029002863</c:v>
                </c:pt>
                <c:pt idx="3625">
                  <c:v>2174.5265767418623</c:v>
                </c:pt>
                <c:pt idx="3626">
                  <c:v>2189.3023385248111</c:v>
                </c:pt>
                <c:pt idx="3627">
                  <c:v>2185.7625195802543</c:v>
                </c:pt>
                <c:pt idx="3628">
                  <c:v>2180.0506282285878</c:v>
                </c:pt>
                <c:pt idx="3629">
                  <c:v>2173.9929006312082</c:v>
                </c:pt>
                <c:pt idx="3630">
                  <c:v>2175.1832738421026</c:v>
                </c:pt>
                <c:pt idx="3631">
                  <c:v>2175.6773936236136</c:v>
                </c:pt>
                <c:pt idx="3632">
                  <c:v>2174.8954191309704</c:v>
                </c:pt>
                <c:pt idx="3633">
                  <c:v>2174.674559242977</c:v>
                </c:pt>
                <c:pt idx="3634">
                  <c:v>2163.6645447896176</c:v>
                </c:pt>
                <c:pt idx="3635">
                  <c:v>2169.7611150600478</c:v>
                </c:pt>
                <c:pt idx="3636">
                  <c:v>2169.9594437516225</c:v>
                </c:pt>
                <c:pt idx="3637">
                  <c:v>2169.2470822651644</c:v>
                </c:pt>
                <c:pt idx="3638">
                  <c:v>2169.7205371556684</c:v>
                </c:pt>
                <c:pt idx="3639">
                  <c:v>2172.1474843688716</c:v>
                </c:pt>
                <c:pt idx="3640">
                  <c:v>2181.247980806897</c:v>
                </c:pt>
                <c:pt idx="3641">
                  <c:v>2178.1153643986586</c:v>
                </c:pt>
                <c:pt idx="3642">
                  <c:v>2174.9125678554256</c:v>
                </c:pt>
                <c:pt idx="3643">
                  <c:v>2170.3128450753284</c:v>
                </c:pt>
                <c:pt idx="3644">
                  <c:v>2170.6474144852464</c:v>
                </c:pt>
                <c:pt idx="3645">
                  <c:v>2170.5522063648732</c:v>
                </c:pt>
                <c:pt idx="3646">
                  <c:v>2180.6244503215162</c:v>
                </c:pt>
                <c:pt idx="3647">
                  <c:v>2174.7843660294766</c:v>
                </c:pt>
                <c:pt idx="3648">
                  <c:v>2156.5548881502368</c:v>
                </c:pt>
                <c:pt idx="3649">
                  <c:v>2121.8219123027266</c:v>
                </c:pt>
                <c:pt idx="3650">
                  <c:v>2132.9995920659185</c:v>
                </c:pt>
                <c:pt idx="3651">
                  <c:v>2131.8360161246746</c:v>
                </c:pt>
                <c:pt idx="3652">
                  <c:v>2110.0408275297423</c:v>
                </c:pt>
                <c:pt idx="3653">
                  <c:v>2095.1084229689363</c:v>
                </c:pt>
                <c:pt idx="3654">
                  <c:v>2087.0330481330502</c:v>
                </c:pt>
                <c:pt idx="3655">
                  <c:v>2091.0413591487818</c:v>
                </c:pt>
                <c:pt idx="3656">
                  <c:v>2098.8233557286617</c:v>
                </c:pt>
                <c:pt idx="3657">
                  <c:v>2094.0347477837436</c:v>
                </c:pt>
                <c:pt idx="3658">
                  <c:v>2085.6310786140657</c:v>
                </c:pt>
                <c:pt idx="3659">
                  <c:v>2084.9816703299234</c:v>
                </c:pt>
                <c:pt idx="3660">
                  <c:v>2074.3013064034226</c:v>
                </c:pt>
                <c:pt idx="3661">
                  <c:v>2069.5721173792981</c:v>
                </c:pt>
                <c:pt idx="3662">
                  <c:v>2077.001289152377</c:v>
                </c:pt>
                <c:pt idx="3663">
                  <c:v>2000.502130032856</c:v>
                </c:pt>
                <c:pt idx="3664">
                  <c:v>1998.0270811079542</c:v>
                </c:pt>
                <c:pt idx="3665">
                  <c:v>1989.0792585414194</c:v>
                </c:pt>
                <c:pt idx="3666">
                  <c:v>1965.5635416703212</c:v>
                </c:pt>
                <c:pt idx="3667">
                  <c:v>1959.282577903324</c:v>
                </c:pt>
                <c:pt idx="3668">
                  <c:v>1952.8619179867687</c:v>
                </c:pt>
                <c:pt idx="3669">
                  <c:v>1952.7202490329646</c:v>
                </c:pt>
                <c:pt idx="3670">
                  <c:v>1954.6258316379487</c:v>
                </c:pt>
                <c:pt idx="3671">
                  <c:v>1948.6547624392024</c:v>
                </c:pt>
                <c:pt idx="3672">
                  <c:v>1948.7614497249883</c:v>
                </c:pt>
                <c:pt idx="3673">
                  <c:v>1950.5952037923441</c:v>
                </c:pt>
                <c:pt idx="3674">
                  <c:v>1956.165271386551</c:v>
                </c:pt>
                <c:pt idx="3675">
                  <c:v>1956.9870410881097</c:v>
                </c:pt>
                <c:pt idx="3676">
                  <c:v>1958.2294267555728</c:v>
                </c:pt>
                <c:pt idx="3677">
                  <c:v>1957.6529230430954</c:v>
                </c:pt>
                <c:pt idx="3678">
                  <c:v>1960.3300982782571</c:v>
                </c:pt>
                <c:pt idx="3679">
                  <c:v>1965.8396372025577</c:v>
                </c:pt>
                <c:pt idx="3680">
                  <c:v>1960.0941741542395</c:v>
                </c:pt>
                <c:pt idx="3681">
                  <c:v>1957.4369201961972</c:v>
                </c:pt>
                <c:pt idx="3682">
                  <c:v>1960.3564119062542</c:v>
                </c:pt>
                <c:pt idx="3683">
                  <c:v>1961.4078115349544</c:v>
                </c:pt>
                <c:pt idx="3684">
                  <c:v>1956.0893407319297</c:v>
                </c:pt>
                <c:pt idx="3685">
                  <c:v>1954.9831027453611</c:v>
                </c:pt>
                <c:pt idx="3686">
                  <c:v>1955.2608270915991</c:v>
                </c:pt>
                <c:pt idx="3687">
                  <c:v>1954.6173384471081</c:v>
                </c:pt>
                <c:pt idx="3688">
                  <c:v>1948.1977208293147</c:v>
                </c:pt>
                <c:pt idx="3689">
                  <c:v>1951.2034345208231</c:v>
                </c:pt>
                <c:pt idx="3690">
                  <c:v>1956.267922682526</c:v>
                </c:pt>
                <c:pt idx="3691">
                  <c:v>1965.9683031078105</c:v>
                </c:pt>
                <c:pt idx="3692">
                  <c:v>1961.4501502819146</c:v>
                </c:pt>
                <c:pt idx="3693">
                  <c:v>1958.9913436436291</c:v>
                </c:pt>
                <c:pt idx="3694">
                  <c:v>1956.7963308794101</c:v>
                </c:pt>
                <c:pt idx="3695">
                  <c:v>1958.1973797162407</c:v>
                </c:pt>
                <c:pt idx="3696">
                  <c:v>1966.4372900031249</c:v>
                </c:pt>
                <c:pt idx="3697">
                  <c:v>1967.3834798151481</c:v>
                </c:pt>
                <c:pt idx="3698">
                  <c:v>1968.6018445070338</c:v>
                </c:pt>
                <c:pt idx="3699">
                  <c:v>1969.6244341182673</c:v>
                </c:pt>
                <c:pt idx="3700">
                  <c:v>1972.2699621292008</c:v>
                </c:pt>
                <c:pt idx="3701">
                  <c:v>1973.5372840397799</c:v>
                </c:pt>
                <c:pt idx="3702">
                  <c:v>1969.1896033559633</c:v>
                </c:pt>
                <c:pt idx="3703">
                  <c:v>1968.8232330473093</c:v>
                </c:pt>
                <c:pt idx="3704">
                  <c:v>1977.2512529821838</c:v>
                </c:pt>
                <c:pt idx="3705">
                  <c:v>1971.4830380288452</c:v>
                </c:pt>
                <c:pt idx="3706">
                  <c:v>1969.9527030259485</c:v>
                </c:pt>
                <c:pt idx="3707">
                  <c:v>1970.6886352669849</c:v>
                </c:pt>
                <c:pt idx="3708">
                  <c:v>1970.4838652623223</c:v>
                </c:pt>
                <c:pt idx="3709">
                  <c:v>1970.8666988018886</c:v>
                </c:pt>
                <c:pt idx="3710">
                  <c:v>1977.820637858435</c:v>
                </c:pt>
                <c:pt idx="3711">
                  <c:v>1977.284994974357</c:v>
                </c:pt>
                <c:pt idx="3712">
                  <c:v>1977.0364985901506</c:v>
                </c:pt>
                <c:pt idx="3713">
                  <c:v>1976.6933153998889</c:v>
                </c:pt>
                <c:pt idx="3714">
                  <c:v>1974.7691061313467</c:v>
                </c:pt>
                <c:pt idx="3715">
                  <c:v>1977.3761725748172</c:v>
                </c:pt>
                <c:pt idx="3716">
                  <c:v>1979.4017525201577</c:v>
                </c:pt>
                <c:pt idx="3717">
                  <c:v>1982.6058965393372</c:v>
                </c:pt>
                <c:pt idx="3718">
                  <c:v>1982.7489691667106</c:v>
                </c:pt>
                <c:pt idx="3719">
                  <c:v>1980.0827919213846</c:v>
                </c:pt>
                <c:pt idx="3720">
                  <c:v>1977.0843078923483</c:v>
                </c:pt>
                <c:pt idx="3721">
                  <c:v>1976.6787919990843</c:v>
                </c:pt>
                <c:pt idx="3722">
                  <c:v>1977.0742241624698</c:v>
                </c:pt>
                <c:pt idx="3723">
                  <c:v>1974.0146017060463</c:v>
                </c:pt>
                <c:pt idx="3724">
                  <c:v>1980.3351274575202</c:v>
                </c:pt>
                <c:pt idx="3725">
                  <c:v>1979.8441911362058</c:v>
                </c:pt>
                <c:pt idx="3726">
                  <c:v>1977.2972447307666</c:v>
                </c:pt>
                <c:pt idx="3727">
                  <c:v>1974.2662773357858</c:v>
                </c:pt>
                <c:pt idx="3728">
                  <c:v>1970.6484120767327</c:v>
                </c:pt>
                <c:pt idx="3729">
                  <c:v>1892.0825498579889</c:v>
                </c:pt>
                <c:pt idx="3730">
                  <c:v>1872.738217972395</c:v>
                </c:pt>
                <c:pt idx="3731">
                  <c:v>1875.0532491674408</c:v>
                </c:pt>
                <c:pt idx="3732">
                  <c:v>1877.5171928203965</c:v>
                </c:pt>
                <c:pt idx="3733">
                  <c:v>1877.6988569673579</c:v>
                </c:pt>
                <c:pt idx="3734">
                  <c:v>1879.1100928504618</c:v>
                </c:pt>
                <c:pt idx="3735">
                  <c:v>1878.9479838200637</c:v>
                </c:pt>
                <c:pt idx="3736">
                  <c:v>1881.3262579548509</c:v>
                </c:pt>
                <c:pt idx="3737">
                  <c:v>1878.4609666074073</c:v>
                </c:pt>
                <c:pt idx="3738">
                  <c:v>1879.7476718805935</c:v>
                </c:pt>
                <c:pt idx="3739">
                  <c:v>1873.4732167602363</c:v>
                </c:pt>
                <c:pt idx="3740">
                  <c:v>1880.4975096876615</c:v>
                </c:pt>
                <c:pt idx="3741">
                  <c:v>1877.3619894351111</c:v>
                </c:pt>
                <c:pt idx="3742">
                  <c:v>1874.1790919982898</c:v>
                </c:pt>
                <c:pt idx="3743">
                  <c:v>1873.9538589663111</c:v>
                </c:pt>
                <c:pt idx="3744">
                  <c:v>1870.4245095813717</c:v>
                </c:pt>
                <c:pt idx="3745">
                  <c:v>1874.0755824237146</c:v>
                </c:pt>
                <c:pt idx="3746">
                  <c:v>1879.4522516780519</c:v>
                </c:pt>
                <c:pt idx="3747">
                  <c:v>1856.5174435696179</c:v>
                </c:pt>
                <c:pt idx="3748">
                  <c:v>1840.5960276105188</c:v>
                </c:pt>
                <c:pt idx="3749">
                  <c:v>1838.7631510180593</c:v>
                </c:pt>
                <c:pt idx="3750">
                  <c:v>1820.9564511268622</c:v>
                </c:pt>
                <c:pt idx="3751">
                  <c:v>1817.656236953771</c:v>
                </c:pt>
                <c:pt idx="3752">
                  <c:v>1801.2670929351268</c:v>
                </c:pt>
                <c:pt idx="3753">
                  <c:v>1805.4580674706654</c:v>
                </c:pt>
                <c:pt idx="3754">
                  <c:v>1805.6865839016382</c:v>
                </c:pt>
                <c:pt idx="3755">
                  <c:v>1800.689305044167</c:v>
                </c:pt>
                <c:pt idx="3756">
                  <c:v>1761.6700732966005</c:v>
                </c:pt>
                <c:pt idx="3757">
                  <c:v>1758.944736210459</c:v>
                </c:pt>
                <c:pt idx="3758">
                  <c:v>1759.2976032145796</c:v>
                </c:pt>
                <c:pt idx="3759">
                  <c:v>1762.0010684598547</c:v>
                </c:pt>
                <c:pt idx="3760">
                  <c:v>1760.5315760613844</c:v>
                </c:pt>
                <c:pt idx="3761">
                  <c:v>1753.0636421638649</c:v>
                </c:pt>
                <c:pt idx="3762">
                  <c:v>1750.4577608154318</c:v>
                </c:pt>
                <c:pt idx="3763">
                  <c:v>1748.8346552516007</c:v>
                </c:pt>
                <c:pt idx="3764">
                  <c:v>1750.7317929375079</c:v>
                </c:pt>
                <c:pt idx="3765">
                  <c:v>1752.1498014270931</c:v>
                </c:pt>
                <c:pt idx="3766">
                  <c:v>1755.8208466916394</c:v>
                </c:pt>
                <c:pt idx="3767">
                  <c:v>1757.9132852249415</c:v>
                </c:pt>
                <c:pt idx="3768">
                  <c:v>1764.8364158882307</c:v>
                </c:pt>
                <c:pt idx="3769">
                  <c:v>1719.9080570382766</c:v>
                </c:pt>
                <c:pt idx="3770">
                  <c:v>1717.4173432387709</c:v>
                </c:pt>
                <c:pt idx="3771">
                  <c:v>1721.6243165378212</c:v>
                </c:pt>
                <c:pt idx="3772">
                  <c:v>1717.9886087396062</c:v>
                </c:pt>
                <c:pt idx="3773">
                  <c:v>1716.1056182430239</c:v>
                </c:pt>
                <c:pt idx="3774">
                  <c:v>1716.8539759841426</c:v>
                </c:pt>
                <c:pt idx="3775">
                  <c:v>1718.0320309189865</c:v>
                </c:pt>
                <c:pt idx="3776">
                  <c:v>1718.500846001597</c:v>
                </c:pt>
                <c:pt idx="3777">
                  <c:v>1719.5512806840864</c:v>
                </c:pt>
                <c:pt idx="3778">
                  <c:v>1717.5693430681342</c:v>
                </c:pt>
                <c:pt idx="3779">
                  <c:v>1723.0933761155579</c:v>
                </c:pt>
                <c:pt idx="3780">
                  <c:v>1722.529258111364</c:v>
                </c:pt>
                <c:pt idx="3781">
                  <c:v>1720.7231314647781</c:v>
                </c:pt>
                <c:pt idx="3782">
                  <c:v>1715.5850215835628</c:v>
                </c:pt>
                <c:pt idx="3783">
                  <c:v>1725.6514697676844</c:v>
                </c:pt>
                <c:pt idx="3784">
                  <c:v>1720.9852653632445</c:v>
                </c:pt>
                <c:pt idx="3785">
                  <c:v>1716.5271698852928</c:v>
                </c:pt>
                <c:pt idx="3786">
                  <c:v>1717.0745291804963</c:v>
                </c:pt>
                <c:pt idx="3787">
                  <c:v>1725.3687684613676</c:v>
                </c:pt>
                <c:pt idx="3788">
                  <c:v>1730.6603925749414</c:v>
                </c:pt>
                <c:pt idx="3789">
                  <c:v>1733.5116869869842</c:v>
                </c:pt>
                <c:pt idx="3790">
                  <c:v>1756.4239853179258</c:v>
                </c:pt>
                <c:pt idx="3791">
                  <c:v>1754.6723534061825</c:v>
                </c:pt>
                <c:pt idx="3792">
                  <c:v>1750.2976632937307</c:v>
                </c:pt>
                <c:pt idx="3793">
                  <c:v>1748.6232282702001</c:v>
                </c:pt>
                <c:pt idx="3794">
                  <c:v>1746.3416815011683</c:v>
                </c:pt>
                <c:pt idx="3795">
                  <c:v>1749.4390717874664</c:v>
                </c:pt>
                <c:pt idx="3796">
                  <c:v>1750.8222939733382</c:v>
                </c:pt>
                <c:pt idx="3797">
                  <c:v>1744.1215300955482</c:v>
                </c:pt>
                <c:pt idx="3798">
                  <c:v>1742.6706784704131</c:v>
                </c:pt>
                <c:pt idx="3799">
                  <c:v>1748.1692798603099</c:v>
                </c:pt>
                <c:pt idx="3800">
                  <c:v>1747.5078878428424</c:v>
                </c:pt>
                <c:pt idx="3801">
                  <c:v>1746.8619079292839</c:v>
                </c:pt>
                <c:pt idx="3802">
                  <c:v>1746.1834705791537</c:v>
                </c:pt>
                <c:pt idx="3803">
                  <c:v>1747.7076120520051</c:v>
                </c:pt>
                <c:pt idx="3804">
                  <c:v>1743.5908180463359</c:v>
                </c:pt>
                <c:pt idx="3805">
                  <c:v>1739.2168502727027</c:v>
                </c:pt>
                <c:pt idx="3806">
                  <c:v>1736.8785369850939</c:v>
                </c:pt>
                <c:pt idx="3807">
                  <c:v>1734.2575475724263</c:v>
                </c:pt>
                <c:pt idx="3808">
                  <c:v>1738.5021659654597</c:v>
                </c:pt>
                <c:pt idx="3809">
                  <c:v>1742.5142759079827</c:v>
                </c:pt>
                <c:pt idx="3810">
                  <c:v>1743.3515946837065</c:v>
                </c:pt>
                <c:pt idx="3811">
                  <c:v>1741.5093903845129</c:v>
                </c:pt>
                <c:pt idx="3812">
                  <c:v>1740.2943162971897</c:v>
                </c:pt>
                <c:pt idx="3813">
                  <c:v>1741.0467051741753</c:v>
                </c:pt>
                <c:pt idx="3814">
                  <c:v>1738.4952392975274</c:v>
                </c:pt>
                <c:pt idx="3815">
                  <c:v>1737.6982039077795</c:v>
                </c:pt>
                <c:pt idx="3816">
                  <c:v>1739.5750956599372</c:v>
                </c:pt>
                <c:pt idx="3817">
                  <c:v>1739.2570168467635</c:v>
                </c:pt>
                <c:pt idx="3818">
                  <c:v>1741.5198805165614</c:v>
                </c:pt>
                <c:pt idx="3819">
                  <c:v>1738.6444973273597</c:v>
                </c:pt>
                <c:pt idx="3820">
                  <c:v>1740.5877111646325</c:v>
                </c:pt>
                <c:pt idx="3821">
                  <c:v>1742.2402653408044</c:v>
                </c:pt>
                <c:pt idx="3822">
                  <c:v>1739.1153950842315</c:v>
                </c:pt>
                <c:pt idx="3823">
                  <c:v>1737.1025087795756</c:v>
                </c:pt>
                <c:pt idx="3824">
                  <c:v>1735.9328317074376</c:v>
                </c:pt>
                <c:pt idx="3825">
                  <c:v>1739.0876508487252</c:v>
                </c:pt>
                <c:pt idx="3826">
                  <c:v>1734.6028074399694</c:v>
                </c:pt>
                <c:pt idx="3827">
                  <c:v>1728.9806008172282</c:v>
                </c:pt>
                <c:pt idx="3828">
                  <c:v>1729.0853820786274</c:v>
                </c:pt>
                <c:pt idx="3829">
                  <c:v>1725.9271688539648</c:v>
                </c:pt>
                <c:pt idx="3830">
                  <c:v>1728.1646706685831</c:v>
                </c:pt>
                <c:pt idx="3831">
                  <c:v>1728.2935906724374</c:v>
                </c:pt>
                <c:pt idx="3832">
                  <c:v>1725.4042786822438</c:v>
                </c:pt>
                <c:pt idx="3833">
                  <c:v>1729.3748806141384</c:v>
                </c:pt>
                <c:pt idx="3834">
                  <c:v>1735.9895321962599</c:v>
                </c:pt>
                <c:pt idx="3835">
                  <c:v>1736.6668151410154</c:v>
                </c:pt>
                <c:pt idx="3836">
                  <c:v>1737.6815821195653</c:v>
                </c:pt>
                <c:pt idx="3837">
                  <c:v>1735.5167234461339</c:v>
                </c:pt>
                <c:pt idx="3838">
                  <c:v>1732.8232421893797</c:v>
                </c:pt>
                <c:pt idx="3839">
                  <c:v>1731.8952795491148</c:v>
                </c:pt>
                <c:pt idx="3840">
                  <c:v>1729.0343079720878</c:v>
                </c:pt>
                <c:pt idx="3841">
                  <c:v>1723.9902787079204</c:v>
                </c:pt>
                <c:pt idx="3842">
                  <c:v>1718.0307583399324</c:v>
                </c:pt>
                <c:pt idx="3843">
                  <c:v>1733.133200062955</c:v>
                </c:pt>
                <c:pt idx="3844">
                  <c:v>1737.4667291979954</c:v>
                </c:pt>
                <c:pt idx="3845">
                  <c:v>1735.2756501569679</c:v>
                </c:pt>
                <c:pt idx="3846">
                  <c:v>1735.2329527177419</c:v>
                </c:pt>
                <c:pt idx="3847">
                  <c:v>1729.7494059498738</c:v>
                </c:pt>
                <c:pt idx="3848">
                  <c:v>1726.6665764092702</c:v>
                </c:pt>
                <c:pt idx="3849">
                  <c:v>1733.2937413676725</c:v>
                </c:pt>
                <c:pt idx="3850">
                  <c:v>1734.9387381738554</c:v>
                </c:pt>
                <c:pt idx="3851">
                  <c:v>1732.7221318346419</c:v>
                </c:pt>
                <c:pt idx="3852">
                  <c:v>1710.8447446837556</c:v>
                </c:pt>
                <c:pt idx="3853">
                  <c:v>1685.714264562745</c:v>
                </c:pt>
                <c:pt idx="3854">
                  <c:v>1658.6017933361156</c:v>
                </c:pt>
                <c:pt idx="3855">
                  <c:v>1663.7030389025533</c:v>
                </c:pt>
                <c:pt idx="3856">
                  <c:v>1665.2650772797351</c:v>
                </c:pt>
                <c:pt idx="3857">
                  <c:v>1661.8401024836853</c:v>
                </c:pt>
                <c:pt idx="3858">
                  <c:v>1663.8414057627988</c:v>
                </c:pt>
                <c:pt idx="3859">
                  <c:v>1659.4319715226957</c:v>
                </c:pt>
                <c:pt idx="3860">
                  <c:v>1655.4429114138545</c:v>
                </c:pt>
                <c:pt idx="3861">
                  <c:v>1654.1430589728286</c:v>
                </c:pt>
                <c:pt idx="3862">
                  <c:v>1658.174055671732</c:v>
                </c:pt>
                <c:pt idx="3863">
                  <c:v>1662.9229075887224</c:v>
                </c:pt>
                <c:pt idx="3864">
                  <c:v>1666.729089970275</c:v>
                </c:pt>
                <c:pt idx="3865">
                  <c:v>1669.7948464657311</c:v>
                </c:pt>
                <c:pt idx="3866">
                  <c:v>1672.4504484178963</c:v>
                </c:pt>
                <c:pt idx="3867">
                  <c:v>1669.864212130828</c:v>
                </c:pt>
                <c:pt idx="3868">
                  <c:v>1670.3467715332463</c:v>
                </c:pt>
                <c:pt idx="3869">
                  <c:v>1667.1802023747855</c:v>
                </c:pt>
                <c:pt idx="3870">
                  <c:v>1668.5595294480827</c:v>
                </c:pt>
                <c:pt idx="3871">
                  <c:v>1673.3027835512112</c:v>
                </c:pt>
                <c:pt idx="3872">
                  <c:v>1669.3524032913915</c:v>
                </c:pt>
                <c:pt idx="3873">
                  <c:v>1674.3492363072362</c:v>
                </c:pt>
                <c:pt idx="3874">
                  <c:v>1673.7093884366068</c:v>
                </c:pt>
                <c:pt idx="3875">
                  <c:v>1670.2606959247385</c:v>
                </c:pt>
                <c:pt idx="3876">
                  <c:v>1670.876048985612</c:v>
                </c:pt>
                <c:pt idx="3877">
                  <c:v>1670.1145014425174</c:v>
                </c:pt>
                <c:pt idx="3878">
                  <c:v>1671.3696114984291</c:v>
                </c:pt>
                <c:pt idx="3879">
                  <c:v>1663.9296396477525</c:v>
                </c:pt>
                <c:pt idx="3880">
                  <c:v>1662.6005650104062</c:v>
                </c:pt>
                <c:pt idx="3881">
                  <c:v>1659.8396377032514</c:v>
                </c:pt>
                <c:pt idx="3882">
                  <c:v>1656.4643434696525</c:v>
                </c:pt>
                <c:pt idx="3883">
                  <c:v>1658.3982415151884</c:v>
                </c:pt>
                <c:pt idx="3884">
                  <c:v>1658.0522990989086</c:v>
                </c:pt>
                <c:pt idx="3885">
                  <c:v>1654.0547279344698</c:v>
                </c:pt>
                <c:pt idx="3886">
                  <c:v>1654.9627867496238</c:v>
                </c:pt>
                <c:pt idx="3887">
                  <c:v>1652.4308586552736</c:v>
                </c:pt>
                <c:pt idx="3888">
                  <c:v>1651.4789101145761</c:v>
                </c:pt>
                <c:pt idx="3889">
                  <c:v>1657.7081620422407</c:v>
                </c:pt>
                <c:pt idx="3890">
                  <c:v>1658.7252717870958</c:v>
                </c:pt>
                <c:pt idx="3891">
                  <c:v>1657.7308998709882</c:v>
                </c:pt>
                <c:pt idx="3892">
                  <c:v>1657.6390589373041</c:v>
                </c:pt>
                <c:pt idx="3893">
                  <c:v>1655.2566372609183</c:v>
                </c:pt>
                <c:pt idx="3894">
                  <c:v>1654.3126025511538</c:v>
                </c:pt>
                <c:pt idx="3895">
                  <c:v>1650.655139475253</c:v>
                </c:pt>
                <c:pt idx="3896">
                  <c:v>1624.2004720043262</c:v>
                </c:pt>
                <c:pt idx="3897">
                  <c:v>1626.0043590357509</c:v>
                </c:pt>
                <c:pt idx="3898">
                  <c:v>1626.9966671570203</c:v>
                </c:pt>
                <c:pt idx="3899">
                  <c:v>1622.5607661322572</c:v>
                </c:pt>
                <c:pt idx="3900">
                  <c:v>1616.2713811368706</c:v>
                </c:pt>
                <c:pt idx="3901">
                  <c:v>1608.6936472359596</c:v>
                </c:pt>
                <c:pt idx="3902">
                  <c:v>1600.0234388674965</c:v>
                </c:pt>
                <c:pt idx="3903">
                  <c:v>1599.8150405005247</c:v>
                </c:pt>
                <c:pt idx="3904">
                  <c:v>1604.0963905699925</c:v>
                </c:pt>
                <c:pt idx="3905">
                  <c:v>1603.6312486733034</c:v>
                </c:pt>
                <c:pt idx="3906">
                  <c:v>1600.2870355218624</c:v>
                </c:pt>
                <c:pt idx="3907">
                  <c:v>1591.9931920420638</c:v>
                </c:pt>
                <c:pt idx="3908">
                  <c:v>1586.1930744040803</c:v>
                </c:pt>
                <c:pt idx="3909">
                  <c:v>1586.5517148292274</c:v>
                </c:pt>
                <c:pt idx="3910">
                  <c:v>1584.9300319083613</c:v>
                </c:pt>
                <c:pt idx="3911">
                  <c:v>1570.0845270225027</c:v>
                </c:pt>
                <c:pt idx="3912">
                  <c:v>1563.5705036134966</c:v>
                </c:pt>
                <c:pt idx="3913">
                  <c:v>1558.55190824902</c:v>
                </c:pt>
                <c:pt idx="3914">
                  <c:v>1523.6233181474154</c:v>
                </c:pt>
                <c:pt idx="3915">
                  <c:v>1523.6906302536975</c:v>
                </c:pt>
                <c:pt idx="3916">
                  <c:v>1521.7301747795523</c:v>
                </c:pt>
                <c:pt idx="3917">
                  <c:v>1516.3386963977482</c:v>
                </c:pt>
                <c:pt idx="3918">
                  <c:v>1514.9026376010106</c:v>
                </c:pt>
                <c:pt idx="3919">
                  <c:v>1511.007017800421</c:v>
                </c:pt>
                <c:pt idx="3920">
                  <c:v>1511.0042200141779</c:v>
                </c:pt>
                <c:pt idx="3921">
                  <c:v>1511.4149788825343</c:v>
                </c:pt>
                <c:pt idx="3922">
                  <c:v>1513.0506466008176</c:v>
                </c:pt>
                <c:pt idx="3923">
                  <c:v>1514.5149024793834</c:v>
                </c:pt>
                <c:pt idx="3924">
                  <c:v>1514.7328071847153</c:v>
                </c:pt>
                <c:pt idx="3925">
                  <c:v>1516.4796412209487</c:v>
                </c:pt>
                <c:pt idx="3926">
                  <c:v>1513.0369690017772</c:v>
                </c:pt>
                <c:pt idx="3927">
                  <c:v>1510.2125049194033</c:v>
                </c:pt>
                <c:pt idx="3928">
                  <c:v>1510.8124266990226</c:v>
                </c:pt>
                <c:pt idx="3929">
                  <c:v>1513.4991601095173</c:v>
                </c:pt>
                <c:pt idx="3930">
                  <c:v>1514.644505771445</c:v>
                </c:pt>
                <c:pt idx="3931">
                  <c:v>1511.2730340682945</c:v>
                </c:pt>
                <c:pt idx="3932">
                  <c:v>1509.4258472982681</c:v>
                </c:pt>
                <c:pt idx="3933">
                  <c:v>1512.6509425100489</c:v>
                </c:pt>
                <c:pt idx="3934">
                  <c:v>1512.7922413392375</c:v>
                </c:pt>
                <c:pt idx="3935">
                  <c:v>1510.2217437143033</c:v>
                </c:pt>
                <c:pt idx="3936">
                  <c:v>1510.4356402038811</c:v>
                </c:pt>
                <c:pt idx="3937">
                  <c:v>1509.9095320817112</c:v>
                </c:pt>
                <c:pt idx="3938">
                  <c:v>1512.086618746102</c:v>
                </c:pt>
                <c:pt idx="3939">
                  <c:v>1510.1746388402978</c:v>
                </c:pt>
                <c:pt idx="3940">
                  <c:v>1509.9370892260808</c:v>
                </c:pt>
                <c:pt idx="3941">
                  <c:v>1507.3619642046629</c:v>
                </c:pt>
                <c:pt idx="3942">
                  <c:v>1507.9775498709093</c:v>
                </c:pt>
                <c:pt idx="3943">
                  <c:v>1515.3245723651787</c:v>
                </c:pt>
                <c:pt idx="3944">
                  <c:v>1514.1426219116493</c:v>
                </c:pt>
                <c:pt idx="3945">
                  <c:v>1510.8292237073194</c:v>
                </c:pt>
                <c:pt idx="3946">
                  <c:v>1512.0850064608735</c:v>
                </c:pt>
                <c:pt idx="3947">
                  <c:v>1513.3597542943705</c:v>
                </c:pt>
                <c:pt idx="3948">
                  <c:v>1509.4181240606049</c:v>
                </c:pt>
                <c:pt idx="3949">
                  <c:v>1510.209040994122</c:v>
                </c:pt>
                <c:pt idx="3950">
                  <c:v>1512.4981682513499</c:v>
                </c:pt>
                <c:pt idx="3951">
                  <c:v>1510.4486808038384</c:v>
                </c:pt>
                <c:pt idx="3952">
                  <c:v>1511.5790708140037</c:v>
                </c:pt>
                <c:pt idx="3953">
                  <c:v>1511.1049699174318</c:v>
                </c:pt>
                <c:pt idx="3954">
                  <c:v>1511.5979556637108</c:v>
                </c:pt>
                <c:pt idx="3955">
                  <c:v>1508.8533179323281</c:v>
                </c:pt>
                <c:pt idx="3956">
                  <c:v>1506.8376963723949</c:v>
                </c:pt>
                <c:pt idx="3957">
                  <c:v>1508.5406665661792</c:v>
                </c:pt>
                <c:pt idx="3958">
                  <c:v>1511.7453307085277</c:v>
                </c:pt>
                <c:pt idx="3959">
                  <c:v>1507.9337702906059</c:v>
                </c:pt>
                <c:pt idx="3960">
                  <c:v>1518.1477111153156</c:v>
                </c:pt>
                <c:pt idx="3961">
                  <c:v>1516.4625023912486</c:v>
                </c:pt>
                <c:pt idx="3962">
                  <c:v>1516.2972728663844</c:v>
                </c:pt>
                <c:pt idx="3963">
                  <c:v>1515.4009585436597</c:v>
                </c:pt>
                <c:pt idx="3964">
                  <c:v>1513.1698195813308</c:v>
                </c:pt>
                <c:pt idx="3965">
                  <c:v>1516.157268793836</c:v>
                </c:pt>
                <c:pt idx="3966">
                  <c:v>1513.4422580041332</c:v>
                </c:pt>
                <c:pt idx="3967">
                  <c:v>1514.5811518693329</c:v>
                </c:pt>
                <c:pt idx="3968">
                  <c:v>1517.8872208958387</c:v>
                </c:pt>
                <c:pt idx="3969">
                  <c:v>1516.1888122510363</c:v>
                </c:pt>
                <c:pt idx="3970">
                  <c:v>1513.9031602702294</c:v>
                </c:pt>
                <c:pt idx="3971">
                  <c:v>1510.7723545561953</c:v>
                </c:pt>
                <c:pt idx="3972">
                  <c:v>1515.3283584603253</c:v>
                </c:pt>
                <c:pt idx="3973">
                  <c:v>1522.2629679507734</c:v>
                </c:pt>
                <c:pt idx="3974">
                  <c:v>1521.4816255009384</c:v>
                </c:pt>
                <c:pt idx="3975">
                  <c:v>1521.1981651769902</c:v>
                </c:pt>
                <c:pt idx="3976">
                  <c:v>1518.8877018959574</c:v>
                </c:pt>
                <c:pt idx="3977">
                  <c:v>1523.0015690507196</c:v>
                </c:pt>
                <c:pt idx="3978">
                  <c:v>1491.5595324406941</c:v>
                </c:pt>
                <c:pt idx="3979">
                  <c:v>1466.9272091283126</c:v>
                </c:pt>
                <c:pt idx="3980">
                  <c:v>1435.8349346321581</c:v>
                </c:pt>
                <c:pt idx="3981">
                  <c:v>1435.225151969586</c:v>
                </c:pt>
                <c:pt idx="3982">
                  <c:v>1435.468319368191</c:v>
                </c:pt>
                <c:pt idx="3983">
                  <c:v>1435.8999630650578</c:v>
                </c:pt>
                <c:pt idx="3984">
                  <c:v>1433.768578949607</c:v>
                </c:pt>
                <c:pt idx="3985">
                  <c:v>1433.3083134224066</c:v>
                </c:pt>
                <c:pt idx="3986">
                  <c:v>1431.7033779465073</c:v>
                </c:pt>
                <c:pt idx="3987">
                  <c:v>1420.3640309901093</c:v>
                </c:pt>
                <c:pt idx="3988">
                  <c:v>1417.940385321273</c:v>
                </c:pt>
                <c:pt idx="3989">
                  <c:v>1418.4932259023824</c:v>
                </c:pt>
                <c:pt idx="3990">
                  <c:v>1415.1854097346557</c:v>
                </c:pt>
                <c:pt idx="3991">
                  <c:v>1413.3837955484478</c:v>
                </c:pt>
                <c:pt idx="3992">
                  <c:v>1413.0649472925368</c:v>
                </c:pt>
                <c:pt idx="3993">
                  <c:v>1412.5629872955847</c:v>
                </c:pt>
                <c:pt idx="3994">
                  <c:v>1409.526414161885</c:v>
                </c:pt>
                <c:pt idx="3995">
                  <c:v>1413.5065598061628</c:v>
                </c:pt>
                <c:pt idx="3996">
                  <c:v>1426.3267542585827</c:v>
                </c:pt>
                <c:pt idx="3997">
                  <c:v>1425.4648245520607</c:v>
                </c:pt>
                <c:pt idx="3998">
                  <c:v>1428.1330615705879</c:v>
                </c:pt>
                <c:pt idx="3999">
                  <c:v>1405.1334505397874</c:v>
                </c:pt>
                <c:pt idx="4000">
                  <c:v>1383.5295094583694</c:v>
                </c:pt>
                <c:pt idx="4001">
                  <c:v>1422.3506266436398</c:v>
                </c:pt>
                <c:pt idx="4002">
                  <c:v>1381.1218678568966</c:v>
                </c:pt>
                <c:pt idx="4003">
                  <c:v>1376.8971345956252</c:v>
                </c:pt>
                <c:pt idx="4004">
                  <c:v>1379.4740751656868</c:v>
                </c:pt>
                <c:pt idx="4005">
                  <c:v>1375.6595592036299</c:v>
                </c:pt>
                <c:pt idx="4006">
                  <c:v>1368.2794518119781</c:v>
                </c:pt>
                <c:pt idx="4007">
                  <c:v>1367.5738689812654</c:v>
                </c:pt>
                <c:pt idx="4008">
                  <c:v>1361.492560281192</c:v>
                </c:pt>
                <c:pt idx="4009">
                  <c:v>1360.0235428914978</c:v>
                </c:pt>
                <c:pt idx="4010">
                  <c:v>1308.6528343021942</c:v>
                </c:pt>
                <c:pt idx="4011">
                  <c:v>1267.0225852556155</c:v>
                </c:pt>
                <c:pt idx="4012">
                  <c:v>1265.832393638754</c:v>
                </c:pt>
                <c:pt idx="4013">
                  <c:v>1269.9753008036739</c:v>
                </c:pt>
                <c:pt idx="4014">
                  <c:v>1269.749335782333</c:v>
                </c:pt>
                <c:pt idx="4015">
                  <c:v>1265.7508385079118</c:v>
                </c:pt>
                <c:pt idx="4016">
                  <c:v>1267.6592779518662</c:v>
                </c:pt>
                <c:pt idx="4017">
                  <c:v>1273.5301700367586</c:v>
                </c:pt>
                <c:pt idx="4018">
                  <c:v>1228.6243622483739</c:v>
                </c:pt>
                <c:pt idx="4019">
                  <c:v>1230.4982666613282</c:v>
                </c:pt>
                <c:pt idx="4020">
                  <c:v>1223.2910644132221</c:v>
                </c:pt>
                <c:pt idx="4021">
                  <c:v>1220.6787396440245</c:v>
                </c:pt>
                <c:pt idx="4022">
                  <c:v>1218.0513782217447</c:v>
                </c:pt>
                <c:pt idx="4023">
                  <c:v>1217.1392507926134</c:v>
                </c:pt>
                <c:pt idx="4024">
                  <c:v>1215.8575482435733</c:v>
                </c:pt>
                <c:pt idx="4025">
                  <c:v>1214.9222818827222</c:v>
                </c:pt>
                <c:pt idx="4026">
                  <c:v>1216.2649217756643</c:v>
                </c:pt>
                <c:pt idx="4027">
                  <c:v>1214.0589701424642</c:v>
                </c:pt>
                <c:pt idx="4028">
                  <c:v>1212.5957927855936</c:v>
                </c:pt>
                <c:pt idx="4029">
                  <c:v>1212.2979450415899</c:v>
                </c:pt>
                <c:pt idx="4030">
                  <c:v>1214.597561691211</c:v>
                </c:pt>
                <c:pt idx="4031">
                  <c:v>1212.4194818770068</c:v>
                </c:pt>
                <c:pt idx="4032">
                  <c:v>1209.8757468805268</c:v>
                </c:pt>
                <c:pt idx="4033">
                  <c:v>1208.2141697037487</c:v>
                </c:pt>
                <c:pt idx="4034">
                  <c:v>1205.5077738218793</c:v>
                </c:pt>
                <c:pt idx="4035">
                  <c:v>1202.8228877300123</c:v>
                </c:pt>
                <c:pt idx="4036">
                  <c:v>1202.7202037744762</c:v>
                </c:pt>
                <c:pt idx="4037">
                  <c:v>1203.0026080537352</c:v>
                </c:pt>
                <c:pt idx="4038">
                  <c:v>1203.238019335761</c:v>
                </c:pt>
                <c:pt idx="4039">
                  <c:v>1183.751244537001</c:v>
                </c:pt>
                <c:pt idx="4040">
                  <c:v>1179.3649067440826</c:v>
                </c:pt>
                <c:pt idx="4041">
                  <c:v>1178.3938821862403</c:v>
                </c:pt>
                <c:pt idx="4042">
                  <c:v>1182.9928243686379</c:v>
                </c:pt>
                <c:pt idx="4043">
                  <c:v>1180.8396283145873</c:v>
                </c:pt>
                <c:pt idx="4044">
                  <c:v>1178.5033372387604</c:v>
                </c:pt>
                <c:pt idx="4045">
                  <c:v>1183.9286531845105</c:v>
                </c:pt>
                <c:pt idx="4046">
                  <c:v>1184.964565710809</c:v>
                </c:pt>
                <c:pt idx="4047">
                  <c:v>1185.0025958217236</c:v>
                </c:pt>
                <c:pt idx="4048">
                  <c:v>1181.9955045503261</c:v>
                </c:pt>
                <c:pt idx="4049">
                  <c:v>1180.5604466814762</c:v>
                </c:pt>
                <c:pt idx="4050">
                  <c:v>1179.5660912418948</c:v>
                </c:pt>
                <c:pt idx="4051">
                  <c:v>1178.5125781135482</c:v>
                </c:pt>
                <c:pt idx="4052">
                  <c:v>1177.2375082585963</c:v>
                </c:pt>
                <c:pt idx="4053">
                  <c:v>1174.7054941603215</c:v>
                </c:pt>
                <c:pt idx="4054">
                  <c:v>1175.380891282256</c:v>
                </c:pt>
                <c:pt idx="4055">
                  <c:v>1178.5346519207803</c:v>
                </c:pt>
                <c:pt idx="4056">
                  <c:v>1176.6684291484873</c:v>
                </c:pt>
                <c:pt idx="4057">
                  <c:v>1179.156905386046</c:v>
                </c:pt>
                <c:pt idx="4058">
                  <c:v>1175.925088197891</c:v>
                </c:pt>
                <c:pt idx="4059">
                  <c:v>1174.6812602271589</c:v>
                </c:pt>
                <c:pt idx="4060">
                  <c:v>1175.8694871011517</c:v>
                </c:pt>
                <c:pt idx="4061">
                  <c:v>1176.1805549893104</c:v>
                </c:pt>
                <c:pt idx="4062">
                  <c:v>1177.0374645405641</c:v>
                </c:pt>
                <c:pt idx="4063">
                  <c:v>1177.8852065683704</c:v>
                </c:pt>
                <c:pt idx="4064">
                  <c:v>1176.2286857567365</c:v>
                </c:pt>
                <c:pt idx="4065">
                  <c:v>1175.5562742545526</c:v>
                </c:pt>
                <c:pt idx="4066">
                  <c:v>1175.720395481683</c:v>
                </c:pt>
                <c:pt idx="4067">
                  <c:v>1175.0909987966513</c:v>
                </c:pt>
                <c:pt idx="4068">
                  <c:v>1175.0739333016579</c:v>
                </c:pt>
                <c:pt idx="4069">
                  <c:v>1174.9427885584462</c:v>
                </c:pt>
                <c:pt idx="4070">
                  <c:v>1172.7912961486254</c:v>
                </c:pt>
                <c:pt idx="4071">
                  <c:v>1172.1888832490822</c:v>
                </c:pt>
                <c:pt idx="4072">
                  <c:v>1170.8038493188249</c:v>
                </c:pt>
                <c:pt idx="4073">
                  <c:v>1169.3359525583667</c:v>
                </c:pt>
                <c:pt idx="4074">
                  <c:v>1168.7350857142856</c:v>
                </c:pt>
                <c:pt idx="4075">
                  <c:v>1171.3192248746684</c:v>
                </c:pt>
                <c:pt idx="4076">
                  <c:v>1167.7452196069889</c:v>
                </c:pt>
                <c:pt idx="4077">
                  <c:v>1167.5369470152059</c:v>
                </c:pt>
                <c:pt idx="4078">
                  <c:v>1168.7000364479734</c:v>
                </c:pt>
                <c:pt idx="4079">
                  <c:v>1170.4908042457073</c:v>
                </c:pt>
                <c:pt idx="4080">
                  <c:v>1170.1390414920506</c:v>
                </c:pt>
                <c:pt idx="4081">
                  <c:v>1167.7537689507667</c:v>
                </c:pt>
                <c:pt idx="4082">
                  <c:v>1166.8994828758482</c:v>
                </c:pt>
                <c:pt idx="4083">
                  <c:v>1164.9259439307139</c:v>
                </c:pt>
                <c:pt idx="4084">
                  <c:v>1168.8930918047911</c:v>
                </c:pt>
                <c:pt idx="4085">
                  <c:v>1167.1552132085592</c:v>
                </c:pt>
                <c:pt idx="4086">
                  <c:v>1164.4437201903886</c:v>
                </c:pt>
                <c:pt idx="4087">
                  <c:v>1168.1059007398176</c:v>
                </c:pt>
                <c:pt idx="4088">
                  <c:v>1167.7514079057307</c:v>
                </c:pt>
                <c:pt idx="4089">
                  <c:v>1167.9162103291749</c:v>
                </c:pt>
                <c:pt idx="4090">
                  <c:v>1167.8357183550499</c:v>
                </c:pt>
                <c:pt idx="4091">
                  <c:v>1167.5427272540387</c:v>
                </c:pt>
                <c:pt idx="4092">
                  <c:v>1161.3121817997851</c:v>
                </c:pt>
                <c:pt idx="4093">
                  <c:v>1162.4921030178771</c:v>
                </c:pt>
                <c:pt idx="4094">
                  <c:v>1164.4132183408813</c:v>
                </c:pt>
                <c:pt idx="4095">
                  <c:v>1164.1335675822177</c:v>
                </c:pt>
                <c:pt idx="4096">
                  <c:v>1166.4492018660117</c:v>
                </c:pt>
                <c:pt idx="4097">
                  <c:v>1170.1868541233925</c:v>
                </c:pt>
                <c:pt idx="4098">
                  <c:v>1169.1265749221698</c:v>
                </c:pt>
                <c:pt idx="4099">
                  <c:v>1170.9506982982214</c:v>
                </c:pt>
                <c:pt idx="4100">
                  <c:v>1157.3476956527597</c:v>
                </c:pt>
                <c:pt idx="4101">
                  <c:v>1126.8540527843656</c:v>
                </c:pt>
                <c:pt idx="4102">
                  <c:v>1138.4959283765406</c:v>
                </c:pt>
                <c:pt idx="4103">
                  <c:v>1116.4684982221006</c:v>
                </c:pt>
                <c:pt idx="4104">
                  <c:v>1115.3274386907519</c:v>
                </c:pt>
                <c:pt idx="4105">
                  <c:v>1115.6154416478414</c:v>
                </c:pt>
                <c:pt idx="4106">
                  <c:v>1116.4569452263866</c:v>
                </c:pt>
                <c:pt idx="4107">
                  <c:v>1117.2741990477557</c:v>
                </c:pt>
                <c:pt idx="4108">
                  <c:v>1118.9238420976815</c:v>
                </c:pt>
                <c:pt idx="4109">
                  <c:v>1117.5441648192943</c:v>
                </c:pt>
                <c:pt idx="4110">
                  <c:v>1116.8794129242749</c:v>
                </c:pt>
                <c:pt idx="4111">
                  <c:v>1120.4375763464793</c:v>
                </c:pt>
                <c:pt idx="4112">
                  <c:v>1122.436224093444</c:v>
                </c:pt>
                <c:pt idx="4113">
                  <c:v>1122.4282485416368</c:v>
                </c:pt>
                <c:pt idx="4114">
                  <c:v>1123.1012093381353</c:v>
                </c:pt>
                <c:pt idx="4115">
                  <c:v>1122.8064410720908</c:v>
                </c:pt>
                <c:pt idx="4116">
                  <c:v>1124.5402324575246</c:v>
                </c:pt>
                <c:pt idx="4117">
                  <c:v>1128.1356766208835</c:v>
                </c:pt>
                <c:pt idx="4118">
                  <c:v>1132.4058162075296</c:v>
                </c:pt>
                <c:pt idx="4119">
                  <c:v>1133.5250482155775</c:v>
                </c:pt>
                <c:pt idx="4120">
                  <c:v>1129.1575221493135</c:v>
                </c:pt>
                <c:pt idx="4121">
                  <c:v>1128.9796037471526</c:v>
                </c:pt>
                <c:pt idx="4122">
                  <c:v>1126.7457335672652</c:v>
                </c:pt>
                <c:pt idx="4123">
                  <c:v>1127.1481064624929</c:v>
                </c:pt>
                <c:pt idx="4124">
                  <c:v>1125.3820365244401</c:v>
                </c:pt>
                <c:pt idx="4125">
                  <c:v>1125.6771267346901</c:v>
                </c:pt>
                <c:pt idx="4126">
                  <c:v>1125.3995964505295</c:v>
                </c:pt>
                <c:pt idx="4127">
                  <c:v>1122.555518165653</c:v>
                </c:pt>
                <c:pt idx="4128">
                  <c:v>1122.0997398332252</c:v>
                </c:pt>
                <c:pt idx="4129">
                  <c:v>1119.9735697287492</c:v>
                </c:pt>
                <c:pt idx="4130">
                  <c:v>1122.4693897996963</c:v>
                </c:pt>
                <c:pt idx="4131">
                  <c:v>1128.0373830778062</c:v>
                </c:pt>
                <c:pt idx="4132">
                  <c:v>1128.1277617084345</c:v>
                </c:pt>
                <c:pt idx="4133">
                  <c:v>1129.0994872807987</c:v>
                </c:pt>
                <c:pt idx="4134">
                  <c:v>1129.6661163663562</c:v>
                </c:pt>
                <c:pt idx="4135">
                  <c:v>1129.3609555660494</c:v>
                </c:pt>
                <c:pt idx="4136">
                  <c:v>1130.8503018828824</c:v>
                </c:pt>
                <c:pt idx="4137">
                  <c:v>1131.0239598889405</c:v>
                </c:pt>
                <c:pt idx="4138">
                  <c:v>1133.0979014563761</c:v>
                </c:pt>
                <c:pt idx="4139">
                  <c:v>1134.6899083813717</c:v>
                </c:pt>
                <c:pt idx="4140">
                  <c:v>1137.2040575790545</c:v>
                </c:pt>
                <c:pt idx="4141">
                  <c:v>1135.9831735729983</c:v>
                </c:pt>
                <c:pt idx="4142">
                  <c:v>1139.2224558551366</c:v>
                </c:pt>
                <c:pt idx="4143">
                  <c:v>1139.0953284669965</c:v>
                </c:pt>
                <c:pt idx="4144">
                  <c:v>1147.3750375179648</c:v>
                </c:pt>
                <c:pt idx="4145">
                  <c:v>1145.5309030636943</c:v>
                </c:pt>
                <c:pt idx="4146">
                  <c:v>1144.924532159238</c:v>
                </c:pt>
                <c:pt idx="4147">
                  <c:v>1146.7073184999872</c:v>
                </c:pt>
                <c:pt idx="4148">
                  <c:v>1109.2422066941624</c:v>
                </c:pt>
                <c:pt idx="4149">
                  <c:v>1108.5129189264792</c:v>
                </c:pt>
                <c:pt idx="4150">
                  <c:v>1110.0082600144715</c:v>
                </c:pt>
                <c:pt idx="4151">
                  <c:v>1109.6408296902296</c:v>
                </c:pt>
                <c:pt idx="4152">
                  <c:v>1106.5855299008417</c:v>
                </c:pt>
                <c:pt idx="4153">
                  <c:v>1104.3100490326749</c:v>
                </c:pt>
                <c:pt idx="4154">
                  <c:v>1107.402994195834</c:v>
                </c:pt>
                <c:pt idx="4155">
                  <c:v>1107.3681199721939</c:v>
                </c:pt>
                <c:pt idx="4156">
                  <c:v>1106.7261715925956</c:v>
                </c:pt>
                <c:pt idx="4157">
                  <c:v>1107.1765057410955</c:v>
                </c:pt>
                <c:pt idx="4158">
                  <c:v>1105.6453517081156</c:v>
                </c:pt>
                <c:pt idx="4159">
                  <c:v>1115.7198155207632</c:v>
                </c:pt>
                <c:pt idx="4160">
                  <c:v>1113.8359073895026</c:v>
                </c:pt>
                <c:pt idx="4161">
                  <c:v>1105.8221800103902</c:v>
                </c:pt>
                <c:pt idx="4162">
                  <c:v>1154.3588733956633</c:v>
                </c:pt>
                <c:pt idx="4163">
                  <c:v>1153.4977051218043</c:v>
                </c:pt>
                <c:pt idx="4164">
                  <c:v>1151.4158388812002</c:v>
                </c:pt>
                <c:pt idx="4165">
                  <c:v>1148.6409951045614</c:v>
                </c:pt>
                <c:pt idx="4166">
                  <c:v>1151.3078303105588</c:v>
                </c:pt>
                <c:pt idx="4167">
                  <c:v>1153.2945602537864</c:v>
                </c:pt>
                <c:pt idx="4168">
                  <c:v>1155.834059638614</c:v>
                </c:pt>
                <c:pt idx="4169">
                  <c:v>1154.7839858018431</c:v>
                </c:pt>
                <c:pt idx="4170">
                  <c:v>1155.7607815617662</c:v>
                </c:pt>
                <c:pt idx="4171">
                  <c:v>1153.7064154640555</c:v>
                </c:pt>
                <c:pt idx="4172">
                  <c:v>1153.3748201211843</c:v>
                </c:pt>
                <c:pt idx="4173">
                  <c:v>1153.4634701552152</c:v>
                </c:pt>
                <c:pt idx="4174">
                  <c:v>1153.1882168880313</c:v>
                </c:pt>
                <c:pt idx="4175">
                  <c:v>1150.0820435005799</c:v>
                </c:pt>
                <c:pt idx="4176">
                  <c:v>1148.532327313223</c:v>
                </c:pt>
                <c:pt idx="4177">
                  <c:v>1146.0351439209194</c:v>
                </c:pt>
                <c:pt idx="4178">
                  <c:v>1143.7289604101409</c:v>
                </c:pt>
                <c:pt idx="4179">
                  <c:v>1144.6684945143304</c:v>
                </c:pt>
                <c:pt idx="4180">
                  <c:v>1144.3937624578884</c:v>
                </c:pt>
                <c:pt idx="4181">
                  <c:v>1140.6373480680268</c:v>
                </c:pt>
                <c:pt idx="4182">
                  <c:v>1138.7516216281595</c:v>
                </c:pt>
                <c:pt idx="4183">
                  <c:v>1139.111199749816</c:v>
                </c:pt>
                <c:pt idx="4184">
                  <c:v>1143.0981161620225</c:v>
                </c:pt>
                <c:pt idx="4185">
                  <c:v>1147.5533313687108</c:v>
                </c:pt>
                <c:pt idx="4186">
                  <c:v>1147.9020729467754</c:v>
                </c:pt>
                <c:pt idx="4187">
                  <c:v>1149.5825518042668</c:v>
                </c:pt>
                <c:pt idx="4188">
                  <c:v>1151.4796085598691</c:v>
                </c:pt>
                <c:pt idx="4189">
                  <c:v>1150.9399819984285</c:v>
                </c:pt>
                <c:pt idx="4190">
                  <c:v>1149.1407082192929</c:v>
                </c:pt>
                <c:pt idx="4191">
                  <c:v>1152.1305577931819</c:v>
                </c:pt>
                <c:pt idx="4192">
                  <c:v>1151.5170780186213</c:v>
                </c:pt>
                <c:pt idx="4193">
                  <c:v>1146.6996198708698</c:v>
                </c:pt>
                <c:pt idx="4194">
                  <c:v>1148.2689844033473</c:v>
                </c:pt>
                <c:pt idx="4195">
                  <c:v>1151.356517084618</c:v>
                </c:pt>
                <c:pt idx="4196">
                  <c:v>1153.1245830105981</c:v>
                </c:pt>
                <c:pt idx="4197">
                  <c:v>1150.7483634087687</c:v>
                </c:pt>
                <c:pt idx="4198">
                  <c:v>1153.9102830265779</c:v>
                </c:pt>
                <c:pt idx="4199">
                  <c:v>1157.7885117965761</c:v>
                </c:pt>
                <c:pt idx="4200">
                  <c:v>1157.7105490520114</c:v>
                </c:pt>
                <c:pt idx="4201">
                  <c:v>1168.6977084940452</c:v>
                </c:pt>
                <c:pt idx="4202">
                  <c:v>1173.6538339087908</c:v>
                </c:pt>
                <c:pt idx="4203">
                  <c:v>1170.9236907716288</c:v>
                </c:pt>
                <c:pt idx="4204">
                  <c:v>1173.648735437167</c:v>
                </c:pt>
                <c:pt idx="4205">
                  <c:v>1171.167503484613</c:v>
                </c:pt>
                <c:pt idx="4206">
                  <c:v>1174.5504278730866</c:v>
                </c:pt>
                <c:pt idx="4207">
                  <c:v>1176.1053606698397</c:v>
                </c:pt>
                <c:pt idx="4208">
                  <c:v>1176.2039736405877</c:v>
                </c:pt>
                <c:pt idx="4209">
                  <c:v>1173.4347035763049</c:v>
                </c:pt>
                <c:pt idx="4210">
                  <c:v>1170.429374374605</c:v>
                </c:pt>
                <c:pt idx="4211">
                  <c:v>1170.2482939042138</c:v>
                </c:pt>
                <c:pt idx="4212">
                  <c:v>1174.1280861174685</c:v>
                </c:pt>
                <c:pt idx="4213">
                  <c:v>1176.5041342586208</c:v>
                </c:pt>
                <c:pt idx="4214">
                  <c:v>1171.6343961399334</c:v>
                </c:pt>
                <c:pt idx="4215">
                  <c:v>1173.8874397183095</c:v>
                </c:pt>
                <c:pt idx="4216">
                  <c:v>1172.3462918706025</c:v>
                </c:pt>
                <c:pt idx="4217">
                  <c:v>1173.3614501497277</c:v>
                </c:pt>
                <c:pt idx="4218">
                  <c:v>1176.9140976494034</c:v>
                </c:pt>
                <c:pt idx="4219">
                  <c:v>1175.9084650868194</c:v>
                </c:pt>
                <c:pt idx="4220">
                  <c:v>1171.7372301066553</c:v>
                </c:pt>
                <c:pt idx="4221">
                  <c:v>1175.756132335642</c:v>
                </c:pt>
                <c:pt idx="4222">
                  <c:v>1171.4509688210671</c:v>
                </c:pt>
                <c:pt idx="4223">
                  <c:v>1166.1967771769084</c:v>
                </c:pt>
                <c:pt idx="4224">
                  <c:v>1161.3729542060546</c:v>
                </c:pt>
                <c:pt idx="4225">
                  <c:v>1165.1258301297464</c:v>
                </c:pt>
                <c:pt idx="4226">
                  <c:v>1164.0012442620193</c:v>
                </c:pt>
                <c:pt idx="4227">
                  <c:v>1190.796932730372</c:v>
                </c:pt>
                <c:pt idx="4228">
                  <c:v>1183.1729344010394</c:v>
                </c:pt>
                <c:pt idx="4229">
                  <c:v>1198.1915076993309</c:v>
                </c:pt>
                <c:pt idx="4230">
                  <c:v>1203.209168329859</c:v>
                </c:pt>
                <c:pt idx="4231">
                  <c:v>1201.0663886651969</c:v>
                </c:pt>
                <c:pt idx="4232">
                  <c:v>1197.5314349957578</c:v>
                </c:pt>
                <c:pt idx="4233">
                  <c:v>1200.3254168773217</c:v>
                </c:pt>
                <c:pt idx="4234">
                  <c:v>1202.7622357875052</c:v>
                </c:pt>
                <c:pt idx="4235">
                  <c:v>1199.3373480642754</c:v>
                </c:pt>
                <c:pt idx="4236">
                  <c:v>1195.0959602948653</c:v>
                </c:pt>
                <c:pt idx="4237">
                  <c:v>1200.0154004869555</c:v>
                </c:pt>
                <c:pt idx="4238">
                  <c:v>1193.28696623831</c:v>
                </c:pt>
                <c:pt idx="4239">
                  <c:v>1193.3009704275664</c:v>
                </c:pt>
                <c:pt idx="4240">
                  <c:v>1206.9177821763942</c:v>
                </c:pt>
                <c:pt idx="4241">
                  <c:v>1208.5057313162711</c:v>
                </c:pt>
                <c:pt idx="4242">
                  <c:v>1232.9991086431576</c:v>
                </c:pt>
                <c:pt idx="4243">
                  <c:v>1232.043220346779</c:v>
                </c:pt>
                <c:pt idx="4244">
                  <c:v>1215.1849655081137</c:v>
                </c:pt>
                <c:pt idx="4245">
                  <c:v>1212.6751619363736</c:v>
                </c:pt>
                <c:pt idx="4246">
                  <c:v>1160.058461002599</c:v>
                </c:pt>
                <c:pt idx="4247">
                  <c:v>1150.9868023467884</c:v>
                </c:pt>
                <c:pt idx="4248">
                  <c:v>1154.2788042126078</c:v>
                </c:pt>
                <c:pt idx="4249">
                  <c:v>1175.4040552113179</c:v>
                </c:pt>
                <c:pt idx="4250">
                  <c:v>1268.0808917575623</c:v>
                </c:pt>
                <c:pt idx="4251">
                  <c:v>1268.0264479449734</c:v>
                </c:pt>
                <c:pt idx="4252">
                  <c:v>1278.3654114635856</c:v>
                </c:pt>
                <c:pt idx="4253">
                  <c:v>1267.1330168925149</c:v>
                </c:pt>
                <c:pt idx="4254">
                  <c:v>1278.7507817727328</c:v>
                </c:pt>
                <c:pt idx="4255">
                  <c:v>1280.0390894053685</c:v>
                </c:pt>
                <c:pt idx="4256">
                  <c:v>1283.5011219576659</c:v>
                </c:pt>
                <c:pt idx="4257">
                  <c:v>1284.0389188163413</c:v>
                </c:pt>
                <c:pt idx="4258">
                  <c:v>1285.6624522547615</c:v>
                </c:pt>
                <c:pt idx="4259">
                  <c:v>1300.174398234868</c:v>
                </c:pt>
                <c:pt idx="4260">
                  <c:v>1333.4454094471369</c:v>
                </c:pt>
                <c:pt idx="4261">
                  <c:v>1333.8091676858073</c:v>
                </c:pt>
                <c:pt idx="4262">
                  <c:v>1363.1916115659221</c:v>
                </c:pt>
                <c:pt idx="4263">
                  <c:v>1371.9261798066573</c:v>
                </c:pt>
                <c:pt idx="4264">
                  <c:v>1375.5535514864318</c:v>
                </c:pt>
                <c:pt idx="4265">
                  <c:v>1387.9267812096323</c:v>
                </c:pt>
                <c:pt idx="4266">
                  <c:v>1399.1707686224534</c:v>
                </c:pt>
                <c:pt idx="4267">
                  <c:v>1511.8502412397033</c:v>
                </c:pt>
                <c:pt idx="4268">
                  <c:v>1509.1509006214815</c:v>
                </c:pt>
                <c:pt idx="4269">
                  <c:v>1498.9890860348753</c:v>
                </c:pt>
                <c:pt idx="4270">
                  <c:v>1501.5567355609564</c:v>
                </c:pt>
                <c:pt idx="4271">
                  <c:v>1500.1536236169388</c:v>
                </c:pt>
                <c:pt idx="4272">
                  <c:v>1499.6834499476026</c:v>
                </c:pt>
                <c:pt idx="4273">
                  <c:v>1498.6433787108533</c:v>
                </c:pt>
                <c:pt idx="4274">
                  <c:v>1500.1959533528145</c:v>
                </c:pt>
                <c:pt idx="4275">
                  <c:v>1496.6819389919658</c:v>
                </c:pt>
                <c:pt idx="4276">
                  <c:v>1491.6834162128011</c:v>
                </c:pt>
                <c:pt idx="4277">
                  <c:v>1494.3026551635448</c:v>
                </c:pt>
                <c:pt idx="4278">
                  <c:v>1496.7356277243073</c:v>
                </c:pt>
                <c:pt idx="4279">
                  <c:v>1492.0390862138709</c:v>
                </c:pt>
                <c:pt idx="4280">
                  <c:v>1488.5085016537944</c:v>
                </c:pt>
                <c:pt idx="4281">
                  <c:v>1499.7178728557078</c:v>
                </c:pt>
                <c:pt idx="4282">
                  <c:v>1497.3616645221528</c:v>
                </c:pt>
                <c:pt idx="4283">
                  <c:v>1499.033174756117</c:v>
                </c:pt>
                <c:pt idx="4284">
                  <c:v>1511.5343522362209</c:v>
                </c:pt>
                <c:pt idx="4285">
                  <c:v>1519.5026309472912</c:v>
                </c:pt>
                <c:pt idx="4286">
                  <c:v>1528.019183837514</c:v>
                </c:pt>
                <c:pt idx="4287">
                  <c:v>1531.6357581893906</c:v>
                </c:pt>
                <c:pt idx="4288">
                  <c:v>1528.7315634412296</c:v>
                </c:pt>
                <c:pt idx="4289">
                  <c:v>1529.6105531308174</c:v>
                </c:pt>
                <c:pt idx="4290">
                  <c:v>1526.6408890603041</c:v>
                </c:pt>
                <c:pt idx="4291">
                  <c:v>1524.3461034440913</c:v>
                </c:pt>
                <c:pt idx="4292">
                  <c:v>1521.4569187554091</c:v>
                </c:pt>
                <c:pt idx="4293">
                  <c:v>1519.5340894241226</c:v>
                </c:pt>
                <c:pt idx="4294">
                  <c:v>1519.1864950654181</c:v>
                </c:pt>
                <c:pt idx="4295">
                  <c:v>1525.7041834108202</c:v>
                </c:pt>
                <c:pt idx="4296">
                  <c:v>1532.6627406493053</c:v>
                </c:pt>
                <c:pt idx="4297">
                  <c:v>1539.905743243062</c:v>
                </c:pt>
                <c:pt idx="4298">
                  <c:v>1538.8936739161995</c:v>
                </c:pt>
                <c:pt idx="4299">
                  <c:v>1526.2513217785815</c:v>
                </c:pt>
                <c:pt idx="4300">
                  <c:v>1523.67120354452</c:v>
                </c:pt>
                <c:pt idx="4301">
                  <c:v>1514.2825537897988</c:v>
                </c:pt>
                <c:pt idx="4302">
                  <c:v>1499.024724432318</c:v>
                </c:pt>
                <c:pt idx="4303">
                  <c:v>1494.130340814273</c:v>
                </c:pt>
                <c:pt idx="4304">
                  <c:v>1496.782033138343</c:v>
                </c:pt>
                <c:pt idx="4305">
                  <c:v>1503.0327679049433</c:v>
                </c:pt>
                <c:pt idx="4306">
                  <c:v>1518.2590411505364</c:v>
                </c:pt>
                <c:pt idx="4307">
                  <c:v>1518.7162876759533</c:v>
                </c:pt>
                <c:pt idx="4308">
                  <c:v>1519.2300620494641</c:v>
                </c:pt>
                <c:pt idx="4309">
                  <c:v>1515.0257770989954</c:v>
                </c:pt>
                <c:pt idx="4310">
                  <c:v>1504.9494440524475</c:v>
                </c:pt>
                <c:pt idx="4311">
                  <c:v>1504.611028824012</c:v>
                </c:pt>
                <c:pt idx="4312">
                  <c:v>1511.3768963559933</c:v>
                </c:pt>
                <c:pt idx="4313">
                  <c:v>1518.5211369935575</c:v>
                </c:pt>
                <c:pt idx="4314">
                  <c:v>1523.5026943527216</c:v>
                </c:pt>
                <c:pt idx="4315">
                  <c:v>1520.3086250725398</c:v>
                </c:pt>
                <c:pt idx="4316">
                  <c:v>1513.9604203173064</c:v>
                </c:pt>
                <c:pt idx="4317">
                  <c:v>1510.954336522344</c:v>
                </c:pt>
                <c:pt idx="4318">
                  <c:v>1508.9446005849195</c:v>
                </c:pt>
                <c:pt idx="4319">
                  <c:v>1508.0002756872668</c:v>
                </c:pt>
                <c:pt idx="4320">
                  <c:v>1501.7987201690698</c:v>
                </c:pt>
                <c:pt idx="4321">
                  <c:v>1502.4294549900983</c:v>
                </c:pt>
                <c:pt idx="4322">
                  <c:v>1503.3249968829689</c:v>
                </c:pt>
                <c:pt idx="4323">
                  <c:v>1510.2035126166854</c:v>
                </c:pt>
                <c:pt idx="4324">
                  <c:v>1518.1646260389593</c:v>
                </c:pt>
                <c:pt idx="4325">
                  <c:v>1518.8761408235664</c:v>
                </c:pt>
                <c:pt idx="4326">
                  <c:v>1526.4654089532789</c:v>
                </c:pt>
                <c:pt idx="4327">
                  <c:v>1514.1458132043342</c:v>
                </c:pt>
                <c:pt idx="4328">
                  <c:v>1521.1052362968057</c:v>
                </c:pt>
                <c:pt idx="4329">
                  <c:v>1521.5917236413754</c:v>
                </c:pt>
                <c:pt idx="4330">
                  <c:v>1527.7568669452621</c:v>
                </c:pt>
                <c:pt idx="4331">
                  <c:v>1531.867580867427</c:v>
                </c:pt>
                <c:pt idx="4332">
                  <c:v>1538.704738921653</c:v>
                </c:pt>
                <c:pt idx="4333">
                  <c:v>1539.4354466815628</c:v>
                </c:pt>
                <c:pt idx="4334">
                  <c:v>1537.4778519877232</c:v>
                </c:pt>
                <c:pt idx="4335">
                  <c:v>1539.2656920575607</c:v>
                </c:pt>
                <c:pt idx="4336">
                  <c:v>1537.3313988776583</c:v>
                </c:pt>
                <c:pt idx="4337">
                  <c:v>1539.8012613737358</c:v>
                </c:pt>
                <c:pt idx="4338">
                  <c:v>1543.04425035504</c:v>
                </c:pt>
                <c:pt idx="4339">
                  <c:v>1548.8792998775557</c:v>
                </c:pt>
                <c:pt idx="4340">
                  <c:v>1556.7693669521389</c:v>
                </c:pt>
                <c:pt idx="4341">
                  <c:v>1578.0269938933402</c:v>
                </c:pt>
                <c:pt idx="4342">
                  <c:v>1574.8706694899804</c:v>
                </c:pt>
                <c:pt idx="4343">
                  <c:v>1566.6240895988119</c:v>
                </c:pt>
                <c:pt idx="4344">
                  <c:v>1570.7200679859068</c:v>
                </c:pt>
                <c:pt idx="4345">
                  <c:v>1576.7376027030575</c:v>
                </c:pt>
                <c:pt idx="4346">
                  <c:v>1578.6127430327249</c:v>
                </c:pt>
                <c:pt idx="4347">
                  <c:v>1579.1337778912136</c:v>
                </c:pt>
                <c:pt idx="4348">
                  <c:v>1594.2553633577991</c:v>
                </c:pt>
                <c:pt idx="4349">
                  <c:v>1584.797770829244</c:v>
                </c:pt>
                <c:pt idx="4350">
                  <c:v>1620.7391093841043</c:v>
                </c:pt>
                <c:pt idx="4351">
                  <c:v>1640.4763799209761</c:v>
                </c:pt>
                <c:pt idx="4352">
                  <c:v>1621.1125520530911</c:v>
                </c:pt>
                <c:pt idx="4353">
                  <c:v>1617.4183522870896</c:v>
                </c:pt>
                <c:pt idx="4354">
                  <c:v>1605.3503811137186</c:v>
                </c:pt>
                <c:pt idx="4355">
                  <c:v>1601.6859986425582</c:v>
                </c:pt>
                <c:pt idx="4356">
                  <c:v>1601.7399142852885</c:v>
                </c:pt>
                <c:pt idx="4357">
                  <c:v>1592.967283082208</c:v>
                </c:pt>
                <c:pt idx="4358">
                  <c:v>1585.49712685897</c:v>
                </c:pt>
                <c:pt idx="4359">
                  <c:v>1565.5144005588488</c:v>
                </c:pt>
                <c:pt idx="4360">
                  <c:v>1564.5505556773812</c:v>
                </c:pt>
                <c:pt idx="4361">
                  <c:v>1580.2206393601732</c:v>
                </c:pt>
                <c:pt idx="4362">
                  <c:v>1581.1059671184189</c:v>
                </c:pt>
                <c:pt idx="4363">
                  <c:v>1587.577640948178</c:v>
                </c:pt>
                <c:pt idx="4364">
                  <c:v>1571.5463755109461</c:v>
                </c:pt>
                <c:pt idx="4365">
                  <c:v>1562.3807175570244</c:v>
                </c:pt>
                <c:pt idx="4366">
                  <c:v>1554.5784058911988</c:v>
                </c:pt>
                <c:pt idx="4367">
                  <c:v>1559.4940571953969</c:v>
                </c:pt>
                <c:pt idx="4368">
                  <c:v>1565.6652520092839</c:v>
                </c:pt>
                <c:pt idx="4369">
                  <c:v>1555.3373833919054</c:v>
                </c:pt>
                <c:pt idx="4370">
                  <c:v>1554.4360671706049</c:v>
                </c:pt>
                <c:pt idx="4371">
                  <c:v>1552.8487018275941</c:v>
                </c:pt>
                <c:pt idx="4372">
                  <c:v>1556.6648484644845</c:v>
                </c:pt>
                <c:pt idx="4373">
                  <c:v>1554.779395373286</c:v>
                </c:pt>
                <c:pt idx="4374">
                  <c:v>1559.8200969504512</c:v>
                </c:pt>
                <c:pt idx="4375">
                  <c:v>1590.602187760855</c:v>
                </c:pt>
                <c:pt idx="4376">
                  <c:v>1593.5155572233887</c:v>
                </c:pt>
                <c:pt idx="4377">
                  <c:v>1575.8455123687202</c:v>
                </c:pt>
                <c:pt idx="4378">
                  <c:v>1561.9648865810479</c:v>
                </c:pt>
                <c:pt idx="4379">
                  <c:v>1559.9456632316969</c:v>
                </c:pt>
                <c:pt idx="4380">
                  <c:v>1548.5938442470836</c:v>
                </c:pt>
                <c:pt idx="4381">
                  <c:v>1546.0787418987154</c:v>
                </c:pt>
                <c:pt idx="4382">
                  <c:v>1541.4695484881956</c:v>
                </c:pt>
                <c:pt idx="4383">
                  <c:v>1540.1651593658676</c:v>
                </c:pt>
                <c:pt idx="4384">
                  <c:v>1543.3130409839937</c:v>
                </c:pt>
                <c:pt idx="4385">
                  <c:v>1545.1813892478285</c:v>
                </c:pt>
                <c:pt idx="4386">
                  <c:v>1543.6190961447753</c:v>
                </c:pt>
                <c:pt idx="4387">
                  <c:v>1541.1381888046631</c:v>
                </c:pt>
                <c:pt idx="4388">
                  <c:v>1541.3086990185755</c:v>
                </c:pt>
                <c:pt idx="4389">
                  <c:v>1541.0376681692021</c:v>
                </c:pt>
                <c:pt idx="4390">
                  <c:v>1530.177668219108</c:v>
                </c:pt>
                <c:pt idx="4391">
                  <c:v>1512.1154113449668</c:v>
                </c:pt>
                <c:pt idx="4392">
                  <c:v>1510.106007466442</c:v>
                </c:pt>
                <c:pt idx="4393">
                  <c:v>1513.0896065663139</c:v>
                </c:pt>
                <c:pt idx="4394">
                  <c:v>1528.5097477274717</c:v>
                </c:pt>
                <c:pt idx="4395">
                  <c:v>1535.605992671901</c:v>
                </c:pt>
                <c:pt idx="4396">
                  <c:v>1537.809990129691</c:v>
                </c:pt>
                <c:pt idx="4397">
                  <c:v>1536.3478496395601</c:v>
                </c:pt>
                <c:pt idx="4398">
                  <c:v>1541.6503224911471</c:v>
                </c:pt>
                <c:pt idx="4399">
                  <c:v>1542.0891136800028</c:v>
                </c:pt>
                <c:pt idx="4400">
                  <c:v>1525.9944248762422</c:v>
                </c:pt>
                <c:pt idx="4401">
                  <c:v>1517.6197775493608</c:v>
                </c:pt>
                <c:pt idx="4402">
                  <c:v>1515.9742230143713</c:v>
                </c:pt>
                <c:pt idx="4403">
                  <c:v>1514.204002528724</c:v>
                </c:pt>
                <c:pt idx="4404">
                  <c:v>1519.0558677211186</c:v>
                </c:pt>
                <c:pt idx="4405">
                  <c:v>1523.7905221896892</c:v>
                </c:pt>
                <c:pt idx="4406">
                  <c:v>1555.501118013271</c:v>
                </c:pt>
                <c:pt idx="4407">
                  <c:v>1557.23391621833</c:v>
                </c:pt>
                <c:pt idx="4408">
                  <c:v>1556.0584369167664</c:v>
                </c:pt>
                <c:pt idx="4409">
                  <c:v>1563.2703744809853</c:v>
                </c:pt>
                <c:pt idx="4410">
                  <c:v>1562.2003379735684</c:v>
                </c:pt>
                <c:pt idx="4411">
                  <c:v>1563.2362642126229</c:v>
                </c:pt>
                <c:pt idx="4412">
                  <c:v>1559.4542535692219</c:v>
                </c:pt>
                <c:pt idx="4413">
                  <c:v>1555.6194736951636</c:v>
                </c:pt>
                <c:pt idx="4414">
                  <c:v>1560.9287655942708</c:v>
                </c:pt>
                <c:pt idx="4415">
                  <c:v>1562.6361464931811</c:v>
                </c:pt>
                <c:pt idx="4416">
                  <c:v>1560.6807144080358</c:v>
                </c:pt>
                <c:pt idx="4417">
                  <c:v>1561.9858843699133</c:v>
                </c:pt>
                <c:pt idx="4418">
                  <c:v>1566.9922919404835</c:v>
                </c:pt>
                <c:pt idx="4419">
                  <c:v>1569.9434285828224</c:v>
                </c:pt>
                <c:pt idx="4420">
                  <c:v>1565.9181595485802</c:v>
                </c:pt>
                <c:pt idx="4421">
                  <c:v>1569.9318655374389</c:v>
                </c:pt>
                <c:pt idx="4422">
                  <c:v>1571.0537134159115</c:v>
                </c:pt>
                <c:pt idx="4423">
                  <c:v>1575.6440177442009</c:v>
                </c:pt>
                <c:pt idx="4424">
                  <c:v>1585.4765746705034</c:v>
                </c:pt>
                <c:pt idx="4425">
                  <c:v>1584.4814134146338</c:v>
                </c:pt>
                <c:pt idx="4426">
                  <c:v>1592.0324048216296</c:v>
                </c:pt>
                <c:pt idx="4427">
                  <c:v>1596.6851925962021</c:v>
                </c:pt>
                <c:pt idx="4428">
                  <c:v>1587.162625029086</c:v>
                </c:pt>
                <c:pt idx="4429">
                  <c:v>1580.849122725826</c:v>
                </c:pt>
                <c:pt idx="4430">
                  <c:v>1584.0597225536769</c:v>
                </c:pt>
                <c:pt idx="4431">
                  <c:v>1580.8619088781331</c:v>
                </c:pt>
                <c:pt idx="4432">
                  <c:v>1580.4910039871652</c:v>
                </c:pt>
                <c:pt idx="4433">
                  <c:v>1584.5230695251391</c:v>
                </c:pt>
                <c:pt idx="4434">
                  <c:v>1581.6785499272955</c:v>
                </c:pt>
                <c:pt idx="4435">
                  <c:v>1580.1041248131805</c:v>
                </c:pt>
                <c:pt idx="4436">
                  <c:v>1580.4125367543461</c:v>
                </c:pt>
                <c:pt idx="4437">
                  <c:v>1576.0250497482884</c:v>
                </c:pt>
                <c:pt idx="4438">
                  <c:v>1582.9790744468032</c:v>
                </c:pt>
                <c:pt idx="4439">
                  <c:v>1583.4930395173269</c:v>
                </c:pt>
                <c:pt idx="4440">
                  <c:v>1587.7198832233032</c:v>
                </c:pt>
                <c:pt idx="4441">
                  <c:v>1586.7362351371246</c:v>
                </c:pt>
                <c:pt idx="4442">
                  <c:v>1588.3486290899664</c:v>
                </c:pt>
                <c:pt idx="4443">
                  <c:v>1586.383521605253</c:v>
                </c:pt>
                <c:pt idx="4444">
                  <c:v>1584.6703108158172</c:v>
                </c:pt>
                <c:pt idx="4445">
                  <c:v>1587.7621504656938</c:v>
                </c:pt>
                <c:pt idx="4446">
                  <c:v>1588.1320762665707</c:v>
                </c:pt>
                <c:pt idx="4447">
                  <c:v>1585.6111880376161</c:v>
                </c:pt>
                <c:pt idx="4448">
                  <c:v>1577.7562315961629</c:v>
                </c:pt>
                <c:pt idx="4449">
                  <c:v>1581.9552235565145</c:v>
                </c:pt>
                <c:pt idx="4450">
                  <c:v>1590.6786556793058</c:v>
                </c:pt>
                <c:pt idx="4451">
                  <c:v>1597.0015562774443</c:v>
                </c:pt>
                <c:pt idx="4452">
                  <c:v>1600.8939451081517</c:v>
                </c:pt>
                <c:pt idx="4453">
                  <c:v>1599.4133099403878</c:v>
                </c:pt>
                <c:pt idx="4454">
                  <c:v>1590.0143995659923</c:v>
                </c:pt>
                <c:pt idx="4455">
                  <c:v>1590.4432007432677</c:v>
                </c:pt>
                <c:pt idx="4456">
                  <c:v>1589.1921144093399</c:v>
                </c:pt>
                <c:pt idx="4457">
                  <c:v>1590.4369997901078</c:v>
                </c:pt>
                <c:pt idx="4458">
                  <c:v>1584.8785427660337</c:v>
                </c:pt>
                <c:pt idx="4459">
                  <c:v>1586.041883227573</c:v>
                </c:pt>
                <c:pt idx="4460">
                  <c:v>1591.3745200505325</c:v>
                </c:pt>
                <c:pt idx="4461">
                  <c:v>1592.72680015486</c:v>
                </c:pt>
                <c:pt idx="4462">
                  <c:v>1590.3783921931558</c:v>
                </c:pt>
                <c:pt idx="4463">
                  <c:v>1591.3224919591059</c:v>
                </c:pt>
                <c:pt idx="4464">
                  <c:v>1588.7449703798018</c:v>
                </c:pt>
                <c:pt idx="4465">
                  <c:v>1581.5899632397989</c:v>
                </c:pt>
                <c:pt idx="4466">
                  <c:v>1574.0436517909438</c:v>
                </c:pt>
                <c:pt idx="4467">
                  <c:v>1571.7505664730438</c:v>
                </c:pt>
                <c:pt idx="4468">
                  <c:v>1567.9853588860642</c:v>
                </c:pt>
                <c:pt idx="4469">
                  <c:v>1575.3374450043557</c:v>
                </c:pt>
                <c:pt idx="4470">
                  <c:v>1578.1296633002632</c:v>
                </c:pt>
                <c:pt idx="4471">
                  <c:v>1538.2944257029596</c:v>
                </c:pt>
                <c:pt idx="4472">
                  <c:v>1529.4161637894365</c:v>
                </c:pt>
                <c:pt idx="4473">
                  <c:v>1539.3013732671186</c:v>
                </c:pt>
                <c:pt idx="4474">
                  <c:v>1544.0792871063275</c:v>
                </c:pt>
                <c:pt idx="4475">
                  <c:v>1551.221876502198</c:v>
                </c:pt>
                <c:pt idx="4476">
                  <c:v>1561.2634279576948</c:v>
                </c:pt>
                <c:pt idx="4477">
                  <c:v>1548.8858972205135</c:v>
                </c:pt>
                <c:pt idx="4478">
                  <c:v>1542.2980685067387</c:v>
                </c:pt>
                <c:pt idx="4479">
                  <c:v>1546.4751270260199</c:v>
                </c:pt>
                <c:pt idx="4480">
                  <c:v>1545.3712482301801</c:v>
                </c:pt>
                <c:pt idx="4481">
                  <c:v>1545.6899962124673</c:v>
                </c:pt>
                <c:pt idx="4482">
                  <c:v>1535.7569910362463</c:v>
                </c:pt>
                <c:pt idx="4483">
                  <c:v>1538.2672545605824</c:v>
                </c:pt>
                <c:pt idx="4484">
                  <c:v>1539.7228255832938</c:v>
                </c:pt>
                <c:pt idx="4485">
                  <c:v>1538.1012158997164</c:v>
                </c:pt>
                <c:pt idx="4486">
                  <c:v>1536.0188726241431</c:v>
                </c:pt>
                <c:pt idx="4487">
                  <c:v>1540.5430174342323</c:v>
                </c:pt>
                <c:pt idx="4488">
                  <c:v>1556.8197715355507</c:v>
                </c:pt>
                <c:pt idx="4489">
                  <c:v>1564.409574921355</c:v>
                </c:pt>
                <c:pt idx="4490">
                  <c:v>1568.8282761107478</c:v>
                </c:pt>
                <c:pt idx="4491">
                  <c:v>1563.476486935871</c:v>
                </c:pt>
                <c:pt idx="4492">
                  <c:v>1572.3755651300032</c:v>
                </c:pt>
                <c:pt idx="4493">
                  <c:v>1548.7601880041038</c:v>
                </c:pt>
                <c:pt idx="4494">
                  <c:v>1544.144295160379</c:v>
                </c:pt>
                <c:pt idx="4495">
                  <c:v>1518.7300354050005</c:v>
                </c:pt>
                <c:pt idx="4496">
                  <c:v>1510.0018092477449</c:v>
                </c:pt>
                <c:pt idx="4497">
                  <c:v>1474.4752898128825</c:v>
                </c:pt>
                <c:pt idx="4498">
                  <c:v>1467.684540597719</c:v>
                </c:pt>
                <c:pt idx="4499">
                  <c:v>1455.8036087142311</c:v>
                </c:pt>
                <c:pt idx="4500">
                  <c:v>1453.9459127449352</c:v>
                </c:pt>
                <c:pt idx="4501">
                  <c:v>1446.2511585678474</c:v>
                </c:pt>
                <c:pt idx="4502">
                  <c:v>1450.2068462859531</c:v>
                </c:pt>
                <c:pt idx="4503">
                  <c:v>1433.9517966098754</c:v>
                </c:pt>
                <c:pt idx="4504">
                  <c:v>1428.1480955893078</c:v>
                </c:pt>
                <c:pt idx="4505">
                  <c:v>1428.4237714048279</c:v>
                </c:pt>
                <c:pt idx="4506">
                  <c:v>1426.8199350558368</c:v>
                </c:pt>
                <c:pt idx="4507">
                  <c:v>1420.7328862826942</c:v>
                </c:pt>
                <c:pt idx="4508">
                  <c:v>1413.4417571038459</c:v>
                </c:pt>
                <c:pt idx="4509">
                  <c:v>1391.4067548931168</c:v>
                </c:pt>
                <c:pt idx="4510">
                  <c:v>1394.426599743505</c:v>
                </c:pt>
                <c:pt idx="4511">
                  <c:v>1397.5991480065356</c:v>
                </c:pt>
                <c:pt idx="4512">
                  <c:v>1403.5469833754528</c:v>
                </c:pt>
                <c:pt idx="4513">
                  <c:v>1398.1840938289324</c:v>
                </c:pt>
                <c:pt idx="4514">
                  <c:v>1393.3087500597244</c:v>
                </c:pt>
                <c:pt idx="4515">
                  <c:v>1392.3155685324959</c:v>
                </c:pt>
                <c:pt idx="4516">
                  <c:v>1392.604488425568</c:v>
                </c:pt>
                <c:pt idx="4517">
                  <c:v>1380.7154195249875</c:v>
                </c:pt>
                <c:pt idx="4518">
                  <c:v>1387.3852348105265</c:v>
                </c:pt>
                <c:pt idx="4519">
                  <c:v>1386.8365784097366</c:v>
                </c:pt>
                <c:pt idx="4520">
                  <c:v>1391.262653271632</c:v>
                </c:pt>
                <c:pt idx="4521">
                  <c:v>1395.0249135080023</c:v>
                </c:pt>
                <c:pt idx="4522">
                  <c:v>1400.1215069023015</c:v>
                </c:pt>
                <c:pt idx="4523">
                  <c:v>1400.3869614591556</c:v>
                </c:pt>
                <c:pt idx="4524">
                  <c:v>1398.3400555915107</c:v>
                </c:pt>
                <c:pt idx="4525">
                  <c:v>1388.3031266137129</c:v>
                </c:pt>
                <c:pt idx="4526">
                  <c:v>1391.4131738391382</c:v>
                </c:pt>
                <c:pt idx="4527">
                  <c:v>1402.4277506063968</c:v>
                </c:pt>
                <c:pt idx="4528">
                  <c:v>1420.7849593765609</c:v>
                </c:pt>
                <c:pt idx="4529">
                  <c:v>1413.7050468033783</c:v>
                </c:pt>
                <c:pt idx="4530">
                  <c:v>1401.4931300213186</c:v>
                </c:pt>
                <c:pt idx="4531">
                  <c:v>1396.9225966570721</c:v>
                </c:pt>
                <c:pt idx="4532">
                  <c:v>1392.2066496970385</c:v>
                </c:pt>
                <c:pt idx="4533">
                  <c:v>1399.1649456517057</c:v>
                </c:pt>
                <c:pt idx="4534">
                  <c:v>1395.1486274072722</c:v>
                </c:pt>
                <c:pt idx="4535">
                  <c:v>1406.0312396755642</c:v>
                </c:pt>
                <c:pt idx="4536">
                  <c:v>1391.2641479648769</c:v>
                </c:pt>
                <c:pt idx="4537">
                  <c:v>1380.2058821441483</c:v>
                </c:pt>
                <c:pt idx="4538">
                  <c:v>1386.8477301051205</c:v>
                </c:pt>
                <c:pt idx="4539">
                  <c:v>1392.4570950882744</c:v>
                </c:pt>
                <c:pt idx="4540">
                  <c:v>1392.5119081452938</c:v>
                </c:pt>
                <c:pt idx="4541">
                  <c:v>1387.174877914538</c:v>
                </c:pt>
                <c:pt idx="4542">
                  <c:v>1382.5883651007923</c:v>
                </c:pt>
                <c:pt idx="4543">
                  <c:v>1382.5088053106385</c:v>
                </c:pt>
                <c:pt idx="4544">
                  <c:v>1382.0433002204029</c:v>
                </c:pt>
                <c:pt idx="4545">
                  <c:v>1388.3972814895608</c:v>
                </c:pt>
                <c:pt idx="4546">
                  <c:v>1393.1341717874961</c:v>
                </c:pt>
                <c:pt idx="4547">
                  <c:v>1389.1255897132496</c:v>
                </c:pt>
                <c:pt idx="4548">
                  <c:v>1392.6830806177106</c:v>
                </c:pt>
                <c:pt idx="4549">
                  <c:v>1383.0603176081149</c:v>
                </c:pt>
                <c:pt idx="4550">
                  <c:v>1380.677856056823</c:v>
                </c:pt>
                <c:pt idx="4551">
                  <c:v>1382.1022223121145</c:v>
                </c:pt>
                <c:pt idx="4552">
                  <c:v>1376.2100014131931</c:v>
                </c:pt>
                <c:pt idx="4553">
                  <c:v>1374.228120943618</c:v>
                </c:pt>
                <c:pt idx="4554">
                  <c:v>1377.5920218018564</c:v>
                </c:pt>
                <c:pt idx="4555">
                  <c:v>1374.3209846783398</c:v>
                </c:pt>
                <c:pt idx="4556">
                  <c:v>1376.3193503585285</c:v>
                </c:pt>
                <c:pt idx="4557">
                  <c:v>1375.6500945346272</c:v>
                </c:pt>
                <c:pt idx="4558">
                  <c:v>1371.4596248956846</c:v>
                </c:pt>
                <c:pt idx="4559">
                  <c:v>1373.7106214211535</c:v>
                </c:pt>
                <c:pt idx="4560">
                  <c:v>1364.2821035074026</c:v>
                </c:pt>
                <c:pt idx="4561">
                  <c:v>1359.1747816412574</c:v>
                </c:pt>
                <c:pt idx="4562">
                  <c:v>1358.1560447620438</c:v>
                </c:pt>
                <c:pt idx="4563">
                  <c:v>1354.6214685258326</c:v>
                </c:pt>
                <c:pt idx="4564">
                  <c:v>1379.2569599772924</c:v>
                </c:pt>
                <c:pt idx="4565">
                  <c:v>1385.5441076472132</c:v>
                </c:pt>
                <c:pt idx="4566">
                  <c:v>1387.1178477561559</c:v>
                </c:pt>
                <c:pt idx="4567">
                  <c:v>1392.0557985355911</c:v>
                </c:pt>
                <c:pt idx="4568">
                  <c:v>1388.3615964222022</c:v>
                </c:pt>
                <c:pt idx="4569">
                  <c:v>1387.5768110156082</c:v>
                </c:pt>
                <c:pt idx="4570">
                  <c:v>1385.1826097384303</c:v>
                </c:pt>
                <c:pt idx="4571">
                  <c:v>1380.3919639757878</c:v>
                </c:pt>
                <c:pt idx="4572">
                  <c:v>1376.0460294369568</c:v>
                </c:pt>
                <c:pt idx="4573">
                  <c:v>1371.299984346454</c:v>
                </c:pt>
                <c:pt idx="4574">
                  <c:v>1372.7250309902465</c:v>
                </c:pt>
                <c:pt idx="4575">
                  <c:v>1373.1246273083868</c:v>
                </c:pt>
                <c:pt idx="4576">
                  <c:v>1373.2183217087909</c:v>
                </c:pt>
                <c:pt idx="4577">
                  <c:v>1369.1391959509901</c:v>
                </c:pt>
                <c:pt idx="4578">
                  <c:v>1370.4936923813714</c:v>
                </c:pt>
                <c:pt idx="4579">
                  <c:v>1363.6419038806664</c:v>
                </c:pt>
                <c:pt idx="4580">
                  <c:v>1361.3778143358757</c:v>
                </c:pt>
                <c:pt idx="4581">
                  <c:v>1358.5806521465445</c:v>
                </c:pt>
                <c:pt idx="4582">
                  <c:v>1367.1112140169912</c:v>
                </c:pt>
                <c:pt idx="4583">
                  <c:v>1370.3775253105096</c:v>
                </c:pt>
                <c:pt idx="4584">
                  <c:v>1364.7765038297189</c:v>
                </c:pt>
                <c:pt idx="4585">
                  <c:v>1366.170864641374</c:v>
                </c:pt>
                <c:pt idx="4586">
                  <c:v>1362.3762576074801</c:v>
                </c:pt>
                <c:pt idx="4587">
                  <c:v>1358.041455518591</c:v>
                </c:pt>
                <c:pt idx="4588">
                  <c:v>1359.1517489935418</c:v>
                </c:pt>
                <c:pt idx="4589">
                  <c:v>1351.0560081180829</c:v>
                </c:pt>
                <c:pt idx="4590">
                  <c:v>1349.0838755260163</c:v>
                </c:pt>
                <c:pt idx="4591">
                  <c:v>1346.8933540966448</c:v>
                </c:pt>
                <c:pt idx="4592">
                  <c:v>1349.9377046303384</c:v>
                </c:pt>
                <c:pt idx="4593">
                  <c:v>1355.515515942619</c:v>
                </c:pt>
                <c:pt idx="4594">
                  <c:v>1351.2110423641759</c:v>
                </c:pt>
                <c:pt idx="4595">
                  <c:v>1323.9065204503956</c:v>
                </c:pt>
                <c:pt idx="4596">
                  <c:v>1305.5227931119898</c:v>
                </c:pt>
                <c:pt idx="4597">
                  <c:v>1308.0508546766539</c:v>
                </c:pt>
                <c:pt idx="4598">
                  <c:v>1315.1709387552446</c:v>
                </c:pt>
                <c:pt idx="4599">
                  <c:v>1299.8121178531428</c:v>
                </c:pt>
                <c:pt idx="4600">
                  <c:v>1298.6671292157116</c:v>
                </c:pt>
                <c:pt idx="4601">
                  <c:v>1299.5583460531</c:v>
                </c:pt>
                <c:pt idx="4602">
                  <c:v>1302.1074303224464</c:v>
                </c:pt>
                <c:pt idx="4603">
                  <c:v>1303.8475123691915</c:v>
                </c:pt>
                <c:pt idx="4604">
                  <c:v>1300.6625632059495</c:v>
                </c:pt>
                <c:pt idx="4605">
                  <c:v>1294.375688473727</c:v>
                </c:pt>
                <c:pt idx="4606">
                  <c:v>1307.6771117553451</c:v>
                </c:pt>
                <c:pt idx="4607">
                  <c:v>1306.8555926018246</c:v>
                </c:pt>
                <c:pt idx="4608">
                  <c:v>1312.5041394525285</c:v>
                </c:pt>
                <c:pt idx="4609">
                  <c:v>1313.5100056191911</c:v>
                </c:pt>
                <c:pt idx="4610">
                  <c:v>1313.8112640933027</c:v>
                </c:pt>
                <c:pt idx="4611">
                  <c:v>1316.5763656723561</c:v>
                </c:pt>
                <c:pt idx="4612">
                  <c:v>1322.5133679424455</c:v>
                </c:pt>
                <c:pt idx="4613">
                  <c:v>1323.9776808597928</c:v>
                </c:pt>
                <c:pt idx="4614">
                  <c:v>1322.4269526025848</c:v>
                </c:pt>
                <c:pt idx="4615">
                  <c:v>1324.986769392458</c:v>
                </c:pt>
                <c:pt idx="4616">
                  <c:v>1327.5210353532161</c:v>
                </c:pt>
                <c:pt idx="4617">
                  <c:v>1327.2429315664072</c:v>
                </c:pt>
                <c:pt idx="4618">
                  <c:v>1333.4293177809602</c:v>
                </c:pt>
                <c:pt idx="4619">
                  <c:v>1330.7370837866683</c:v>
                </c:pt>
                <c:pt idx="4620">
                  <c:v>1331.4213154078072</c:v>
                </c:pt>
                <c:pt idx="4621">
                  <c:v>1334.0179270418691</c:v>
                </c:pt>
                <c:pt idx="4622">
                  <c:v>1335.0065774259215</c:v>
                </c:pt>
                <c:pt idx="4623">
                  <c:v>1321.2462939288878</c:v>
                </c:pt>
                <c:pt idx="4624">
                  <c:v>1316.1728143840983</c:v>
                </c:pt>
                <c:pt idx="4625">
                  <c:v>1313.1022160479811</c:v>
                </c:pt>
                <c:pt idx="4626">
                  <c:v>1321.603443296726</c:v>
                </c:pt>
                <c:pt idx="4627">
                  <c:v>1325.6970963497149</c:v>
                </c:pt>
                <c:pt idx="4628">
                  <c:v>1331.7529609120843</c:v>
                </c:pt>
                <c:pt idx="4629">
                  <c:v>1322.9321354076544</c:v>
                </c:pt>
                <c:pt idx="4630">
                  <c:v>1325.1706196427358</c:v>
                </c:pt>
                <c:pt idx="4631">
                  <c:v>1321.4620507352608</c:v>
                </c:pt>
                <c:pt idx="4632">
                  <c:v>1324.7220818191356</c:v>
                </c:pt>
                <c:pt idx="4633">
                  <c:v>1325.2775235827198</c:v>
                </c:pt>
                <c:pt idx="4634">
                  <c:v>1311.4730213707762</c:v>
                </c:pt>
                <c:pt idx="4635">
                  <c:v>1311.3600308916714</c:v>
                </c:pt>
                <c:pt idx="4636">
                  <c:v>1290.6906064542736</c:v>
                </c:pt>
                <c:pt idx="4637">
                  <c:v>1240.385022282788</c:v>
                </c:pt>
                <c:pt idx="4638">
                  <c:v>1162.3925650059568</c:v>
                </c:pt>
                <c:pt idx="4639">
                  <c:v>1170.901165922822</c:v>
                </c:pt>
                <c:pt idx="4640">
                  <c:v>1178.6591722809753</c:v>
                </c:pt>
                <c:pt idx="4641">
                  <c:v>1193.0949434256104</c:v>
                </c:pt>
                <c:pt idx="4642">
                  <c:v>1188.1776927026897</c:v>
                </c:pt>
                <c:pt idx="4643">
                  <c:v>1160.6768265054836</c:v>
                </c:pt>
                <c:pt idx="4644">
                  <c:v>1159.0669087524307</c:v>
                </c:pt>
                <c:pt idx="4645">
                  <c:v>1158.4125445460172</c:v>
                </c:pt>
                <c:pt idx="4646">
                  <c:v>1161.0456493347667</c:v>
                </c:pt>
                <c:pt idx="4647">
                  <c:v>1162.4985079979851</c:v>
                </c:pt>
                <c:pt idx="4648">
                  <c:v>1153.4080308874277</c:v>
                </c:pt>
                <c:pt idx="4649">
                  <c:v>1156.6620761537674</c:v>
                </c:pt>
                <c:pt idx="4650">
                  <c:v>1155.8422411180507</c:v>
                </c:pt>
                <c:pt idx="4651">
                  <c:v>1150.4251779597521</c:v>
                </c:pt>
                <c:pt idx="4652">
                  <c:v>1152.0169680464758</c:v>
                </c:pt>
                <c:pt idx="4653">
                  <c:v>1150.8840853863883</c:v>
                </c:pt>
                <c:pt idx="4654">
                  <c:v>1147.0765087901177</c:v>
                </c:pt>
                <c:pt idx="4655">
                  <c:v>1149.6526518392118</c:v>
                </c:pt>
                <c:pt idx="4656">
                  <c:v>1115.9934370573085</c:v>
                </c:pt>
                <c:pt idx="4657">
                  <c:v>1113.6978722583349</c:v>
                </c:pt>
                <c:pt idx="4658">
                  <c:v>1115.8162849585617</c:v>
                </c:pt>
                <c:pt idx="4659">
                  <c:v>1114.7993020033696</c:v>
                </c:pt>
                <c:pt idx="4660">
                  <c:v>1112.9954824583242</c:v>
                </c:pt>
                <c:pt idx="4661">
                  <c:v>1117.2407443999878</c:v>
                </c:pt>
                <c:pt idx="4662">
                  <c:v>1115.8774270097781</c:v>
                </c:pt>
                <c:pt idx="4663">
                  <c:v>1119.7732796872945</c:v>
                </c:pt>
                <c:pt idx="4664">
                  <c:v>1117.9730162736205</c:v>
                </c:pt>
                <c:pt idx="4665">
                  <c:v>1118.4931641353169</c:v>
                </c:pt>
                <c:pt idx="4666">
                  <c:v>1113.8898541208207</c:v>
                </c:pt>
                <c:pt idx="4667">
                  <c:v>1113.0912158756457</c:v>
                </c:pt>
                <c:pt idx="4668">
                  <c:v>1107.2699233058454</c:v>
                </c:pt>
                <c:pt idx="4669">
                  <c:v>1105.2757988733692</c:v>
                </c:pt>
                <c:pt idx="4670">
                  <c:v>1117.14885614271</c:v>
                </c:pt>
                <c:pt idx="4671">
                  <c:v>1120.9206942368776</c:v>
                </c:pt>
                <c:pt idx="4672">
                  <c:v>1118.9941692791292</c:v>
                </c:pt>
                <c:pt idx="4673">
                  <c:v>1121.922290513339</c:v>
                </c:pt>
                <c:pt idx="4674">
                  <c:v>1124.2064867470644</c:v>
                </c:pt>
                <c:pt idx="4675">
                  <c:v>1127.1279513562397</c:v>
                </c:pt>
                <c:pt idx="4676">
                  <c:v>1125.0945885413141</c:v>
                </c:pt>
                <c:pt idx="4677">
                  <c:v>1123.2727176720268</c:v>
                </c:pt>
                <c:pt idx="4678">
                  <c:v>1128.0061917719545</c:v>
                </c:pt>
                <c:pt idx="4679">
                  <c:v>1127.5834989101329</c:v>
                </c:pt>
                <c:pt idx="4680">
                  <c:v>1125.6951304784036</c:v>
                </c:pt>
                <c:pt idx="4681">
                  <c:v>1124.8825601567369</c:v>
                </c:pt>
                <c:pt idx="4682">
                  <c:v>1128.9101232972282</c:v>
                </c:pt>
                <c:pt idx="4683">
                  <c:v>1124.3021438131811</c:v>
                </c:pt>
                <c:pt idx="4684">
                  <c:v>1131.4453890748391</c:v>
                </c:pt>
                <c:pt idx="4685">
                  <c:v>1136.5609643953289</c:v>
                </c:pt>
                <c:pt idx="4686">
                  <c:v>1140.7731426446499</c:v>
                </c:pt>
                <c:pt idx="4687">
                  <c:v>1141.5384914392091</c:v>
                </c:pt>
                <c:pt idx="4688">
                  <c:v>1141.0829424260846</c:v>
                </c:pt>
                <c:pt idx="4689">
                  <c:v>1141.0580538248846</c:v>
                </c:pt>
                <c:pt idx="4690">
                  <c:v>1141.2418184103367</c:v>
                </c:pt>
                <c:pt idx="4691">
                  <c:v>1138.5746895222771</c:v>
                </c:pt>
                <c:pt idx="4692">
                  <c:v>1136.6730344330938</c:v>
                </c:pt>
                <c:pt idx="4693">
                  <c:v>1134.3016834080122</c:v>
                </c:pt>
                <c:pt idx="4694">
                  <c:v>1151.4293636770055</c:v>
                </c:pt>
                <c:pt idx="4695">
                  <c:v>1152.0300022788426</c:v>
                </c:pt>
                <c:pt idx="4696">
                  <c:v>1154.6027130786265</c:v>
                </c:pt>
                <c:pt idx="4697">
                  <c:v>1153.5283298466884</c:v>
                </c:pt>
                <c:pt idx="4698">
                  <c:v>1152.4056511235024</c:v>
                </c:pt>
                <c:pt idx="4699">
                  <c:v>1151.8559897425664</c:v>
                </c:pt>
                <c:pt idx="4700">
                  <c:v>1151.4682121607811</c:v>
                </c:pt>
                <c:pt idx="4701">
                  <c:v>1152.1324547471752</c:v>
                </c:pt>
                <c:pt idx="4702">
                  <c:v>1149.9900946410989</c:v>
                </c:pt>
                <c:pt idx="4703">
                  <c:v>1146.4946901025241</c:v>
                </c:pt>
                <c:pt idx="4704">
                  <c:v>1144.7629568629532</c:v>
                </c:pt>
                <c:pt idx="4705">
                  <c:v>1142.9758907923062</c:v>
                </c:pt>
                <c:pt idx="4706">
                  <c:v>1142.8591184492602</c:v>
                </c:pt>
                <c:pt idx="4707">
                  <c:v>1144.8488326723063</c:v>
                </c:pt>
                <c:pt idx="4708">
                  <c:v>1150.7786951051753</c:v>
                </c:pt>
                <c:pt idx="4709">
                  <c:v>1149.6134376061873</c:v>
                </c:pt>
                <c:pt idx="4710">
                  <c:v>1149.7460010568852</c:v>
                </c:pt>
                <c:pt idx="4711">
                  <c:v>1147.8275334623395</c:v>
                </c:pt>
                <c:pt idx="4712">
                  <c:v>1148.211146608955</c:v>
                </c:pt>
                <c:pt idx="4713">
                  <c:v>1151.0339180580827</c:v>
                </c:pt>
                <c:pt idx="4714">
                  <c:v>1150.1843549742637</c:v>
                </c:pt>
                <c:pt idx="4715">
                  <c:v>1149.482683693235</c:v>
                </c:pt>
                <c:pt idx="4716">
                  <c:v>1145.4281659747646</c:v>
                </c:pt>
                <c:pt idx="4717">
                  <c:v>1139.9748052568211</c:v>
                </c:pt>
                <c:pt idx="4718">
                  <c:v>1138.8128848026834</c:v>
                </c:pt>
                <c:pt idx="4719">
                  <c:v>1164.4476337682856</c:v>
                </c:pt>
                <c:pt idx="4720">
                  <c:v>1163.422459037524</c:v>
                </c:pt>
                <c:pt idx="4721">
                  <c:v>1162.6690401582623</c:v>
                </c:pt>
                <c:pt idx="4722">
                  <c:v>1162.9134760510483</c:v>
                </c:pt>
                <c:pt idx="4723">
                  <c:v>1155.171264168029</c:v>
                </c:pt>
                <c:pt idx="4724">
                  <c:v>1152.0554976321012</c:v>
                </c:pt>
                <c:pt idx="4725">
                  <c:v>1156.5805885846653</c:v>
                </c:pt>
                <c:pt idx="4726">
                  <c:v>1145.6159161449179</c:v>
                </c:pt>
                <c:pt idx="4727">
                  <c:v>1143.4706566246937</c:v>
                </c:pt>
                <c:pt idx="4728">
                  <c:v>1132.4729311793549</c:v>
                </c:pt>
                <c:pt idx="4729">
                  <c:v>1135.158657107866</c:v>
                </c:pt>
                <c:pt idx="4730">
                  <c:v>1136.346179392212</c:v>
                </c:pt>
                <c:pt idx="4731">
                  <c:v>1115.7694742176025</c:v>
                </c:pt>
                <c:pt idx="4732">
                  <c:v>1110.4961228164641</c:v>
                </c:pt>
                <c:pt idx="4733">
                  <c:v>1086.3201936760738</c:v>
                </c:pt>
                <c:pt idx="4734">
                  <c:v>1088.9204786287062</c:v>
                </c:pt>
                <c:pt idx="4735">
                  <c:v>1088.0685739078504</c:v>
                </c:pt>
                <c:pt idx="4736">
                  <c:v>1065.6118428144846</c:v>
                </c:pt>
                <c:pt idx="4737">
                  <c:v>1064.4723327744837</c:v>
                </c:pt>
                <c:pt idx="4738">
                  <c:v>1063.9385801268184</c:v>
                </c:pt>
                <c:pt idx="4739">
                  <c:v>1063.4553587346418</c:v>
                </c:pt>
                <c:pt idx="4740">
                  <c:v>1064.4874251453784</c:v>
                </c:pt>
                <c:pt idx="4741">
                  <c:v>1059.6090368959092</c:v>
                </c:pt>
                <c:pt idx="4742">
                  <c:v>1060.1640909841153</c:v>
                </c:pt>
                <c:pt idx="4743">
                  <c:v>1059.9399062338146</c:v>
                </c:pt>
                <c:pt idx="4744">
                  <c:v>1057.6671326801622</c:v>
                </c:pt>
                <c:pt idx="4745">
                  <c:v>1060.6993066486468</c:v>
                </c:pt>
                <c:pt idx="4746">
                  <c:v>1058.563749339736</c:v>
                </c:pt>
                <c:pt idx="4747">
                  <c:v>1056.6636019015941</c:v>
                </c:pt>
                <c:pt idx="4748">
                  <c:v>1059.665237271166</c:v>
                </c:pt>
                <c:pt idx="4749">
                  <c:v>1203.9361404297031</c:v>
                </c:pt>
                <c:pt idx="4750">
                  <c:v>1210.8823706879912</c:v>
                </c:pt>
                <c:pt idx="4751">
                  <c:v>1210.0031050678283</c:v>
                </c:pt>
                <c:pt idx="4752">
                  <c:v>1217.0139411898504</c:v>
                </c:pt>
                <c:pt idx="4753">
                  <c:v>1220.1182050255177</c:v>
                </c:pt>
                <c:pt idx="4754">
                  <c:v>1226.6020329039693</c:v>
                </c:pt>
                <c:pt idx="4755">
                  <c:v>1223.4694775902601</c:v>
                </c:pt>
                <c:pt idx="4756">
                  <c:v>1220.6058377060731</c:v>
                </c:pt>
                <c:pt idx="4757">
                  <c:v>1224.2735069159203</c:v>
                </c:pt>
                <c:pt idx="4758">
                  <c:v>1222.3191906918835</c:v>
                </c:pt>
                <c:pt idx="4759">
                  <c:v>1222.6692923239341</c:v>
                </c:pt>
                <c:pt idx="4760">
                  <c:v>1220.382545628313</c:v>
                </c:pt>
                <c:pt idx="4761">
                  <c:v>1218.775468024412</c:v>
                </c:pt>
                <c:pt idx="4762">
                  <c:v>1216.6618055231338</c:v>
                </c:pt>
                <c:pt idx="4763">
                  <c:v>1217.1780904110228</c:v>
                </c:pt>
                <c:pt idx="4764">
                  <c:v>1217.0612683389418</c:v>
                </c:pt>
                <c:pt idx="4765">
                  <c:v>1215.825687562972</c:v>
                </c:pt>
                <c:pt idx="4766">
                  <c:v>1216.2923674711276</c:v>
                </c:pt>
                <c:pt idx="4767">
                  <c:v>1217.4930768609643</c:v>
                </c:pt>
                <c:pt idx="4768">
                  <c:v>1217.8390709991957</c:v>
                </c:pt>
                <c:pt idx="4769">
                  <c:v>1218.322848216224</c:v>
                </c:pt>
                <c:pt idx="4770">
                  <c:v>1224.0626275617037</c:v>
                </c:pt>
                <c:pt idx="4771">
                  <c:v>1223.1735088649727</c:v>
                </c:pt>
                <c:pt idx="4772">
                  <c:v>1223.8318810496087</c:v>
                </c:pt>
                <c:pt idx="4773">
                  <c:v>1223.7659131657954</c:v>
                </c:pt>
                <c:pt idx="4774">
                  <c:v>1216.3814721606843</c:v>
                </c:pt>
                <c:pt idx="4775">
                  <c:v>1216.2484227382959</c:v>
                </c:pt>
                <c:pt idx="4776">
                  <c:v>1214.8834953418686</c:v>
                </c:pt>
                <c:pt idx="4777">
                  <c:v>1214.002798964008</c:v>
                </c:pt>
                <c:pt idx="4778">
                  <c:v>1213.7447002459535</c:v>
                </c:pt>
                <c:pt idx="4779">
                  <c:v>1212.8673108270159</c:v>
                </c:pt>
                <c:pt idx="4780">
                  <c:v>1213.0841513744988</c:v>
                </c:pt>
                <c:pt idx="4781">
                  <c:v>1210.0650830235845</c:v>
                </c:pt>
                <c:pt idx="4782">
                  <c:v>1207.7977609597124</c:v>
                </c:pt>
                <c:pt idx="4783">
                  <c:v>1208.8583462473359</c:v>
                </c:pt>
                <c:pt idx="4784">
                  <c:v>1201.7087826048314</c:v>
                </c:pt>
                <c:pt idx="4785">
                  <c:v>1198.3383980650224</c:v>
                </c:pt>
                <c:pt idx="4786">
                  <c:v>1200.9982176604876</c:v>
                </c:pt>
                <c:pt idx="4787">
                  <c:v>1200.7425915531771</c:v>
                </c:pt>
                <c:pt idx="4788">
                  <c:v>1199.3077652803956</c:v>
                </c:pt>
                <c:pt idx="4789">
                  <c:v>1198.9009062965097</c:v>
                </c:pt>
                <c:pt idx="4790">
                  <c:v>1196.4092058989213</c:v>
                </c:pt>
                <c:pt idx="4791">
                  <c:v>1192.6675749586054</c:v>
                </c:pt>
                <c:pt idx="4792">
                  <c:v>1186.1357988676082</c:v>
                </c:pt>
                <c:pt idx="4793">
                  <c:v>1184.4829162691756</c:v>
                </c:pt>
                <c:pt idx="4794">
                  <c:v>1179.8351037191526</c:v>
                </c:pt>
                <c:pt idx="4795">
                  <c:v>1184.0944363399813</c:v>
                </c:pt>
                <c:pt idx="4796">
                  <c:v>1195.5709498022452</c:v>
                </c:pt>
                <c:pt idx="4797">
                  <c:v>1196.2649709151674</c:v>
                </c:pt>
                <c:pt idx="4798">
                  <c:v>1196.1149063413975</c:v>
                </c:pt>
                <c:pt idx="4799">
                  <c:v>1207.7438542530588</c:v>
                </c:pt>
                <c:pt idx="4800">
                  <c:v>1207.1842347218487</c:v>
                </c:pt>
                <c:pt idx="4801">
                  <c:v>1211.4037695382397</c:v>
                </c:pt>
                <c:pt idx="4802">
                  <c:v>1212.7842304772646</c:v>
                </c:pt>
                <c:pt idx="4803">
                  <c:v>1214.8564690224416</c:v>
                </c:pt>
                <c:pt idx="4804">
                  <c:v>1220.0052269563919</c:v>
                </c:pt>
                <c:pt idx="4805">
                  <c:v>1217.9897068280238</c:v>
                </c:pt>
                <c:pt idx="4806">
                  <c:v>1219.1480479066433</c:v>
                </c:pt>
                <c:pt idx="4807">
                  <c:v>1220.3527761406365</c:v>
                </c:pt>
                <c:pt idx="4808">
                  <c:v>1220.2136599969992</c:v>
                </c:pt>
                <c:pt idx="4809">
                  <c:v>1221.307714706928</c:v>
                </c:pt>
                <c:pt idx="4810">
                  <c:v>1218.9561881109262</c:v>
                </c:pt>
                <c:pt idx="4811">
                  <c:v>1217.7883489306391</c:v>
                </c:pt>
                <c:pt idx="4812">
                  <c:v>1219.5778457964323</c:v>
                </c:pt>
                <c:pt idx="4813">
                  <c:v>1223.9446053232934</c:v>
                </c:pt>
                <c:pt idx="4814">
                  <c:v>1275.2580885702621</c:v>
                </c:pt>
                <c:pt idx="4815">
                  <c:v>1275.5802842596513</c:v>
                </c:pt>
                <c:pt idx="4816">
                  <c:v>1275.3498917477552</c:v>
                </c:pt>
                <c:pt idx="4817">
                  <c:v>1281.0409720382549</c:v>
                </c:pt>
                <c:pt idx="4818">
                  <c:v>1276.6501967361862</c:v>
                </c:pt>
                <c:pt idx="4819">
                  <c:v>1272.0122337567811</c:v>
                </c:pt>
                <c:pt idx="4820">
                  <c:v>1269.1920378650016</c:v>
                </c:pt>
                <c:pt idx="4821">
                  <c:v>1264.3283598894959</c:v>
                </c:pt>
                <c:pt idx="4822">
                  <c:v>1268.2768812740871</c:v>
                </c:pt>
                <c:pt idx="4823">
                  <c:v>1270.1536142709567</c:v>
                </c:pt>
                <c:pt idx="4824">
                  <c:v>1272.1895587799165</c:v>
                </c:pt>
                <c:pt idx="4825">
                  <c:v>1270.964435477405</c:v>
                </c:pt>
                <c:pt idx="4826">
                  <c:v>1269.5235679207035</c:v>
                </c:pt>
                <c:pt idx="4827">
                  <c:v>1278.1684092973089</c:v>
                </c:pt>
                <c:pt idx="4828">
                  <c:v>1280.6556898075071</c:v>
                </c:pt>
                <c:pt idx="4829">
                  <c:v>1285.5576129748358</c:v>
                </c:pt>
                <c:pt idx="4830">
                  <c:v>1283.4516981067495</c:v>
                </c:pt>
                <c:pt idx="4831">
                  <c:v>1286.1858780900145</c:v>
                </c:pt>
                <c:pt idx="4832">
                  <c:v>1286.2708792383251</c:v>
                </c:pt>
                <c:pt idx="4833">
                  <c:v>1286.2581335418665</c:v>
                </c:pt>
                <c:pt idx="4834">
                  <c:v>1284.7796977194207</c:v>
                </c:pt>
                <c:pt idx="4835">
                  <c:v>1284.4824306570245</c:v>
                </c:pt>
                <c:pt idx="4836">
                  <c:v>1285.5744865672461</c:v>
                </c:pt>
                <c:pt idx="4837">
                  <c:v>1287.5637584730916</c:v>
                </c:pt>
                <c:pt idx="4838">
                  <c:v>1311.1917876946495</c:v>
                </c:pt>
                <c:pt idx="4839">
                  <c:v>1307.7214926458514</c:v>
                </c:pt>
                <c:pt idx="4840">
                  <c:v>1307.0318588964274</c:v>
                </c:pt>
                <c:pt idx="4841">
                  <c:v>1306.7152023516883</c:v>
                </c:pt>
                <c:pt idx="4842">
                  <c:v>1306.5414162286636</c:v>
                </c:pt>
                <c:pt idx="4843">
                  <c:v>1303.9774147729515</c:v>
                </c:pt>
                <c:pt idx="4844">
                  <c:v>1294.6319915987979</c:v>
                </c:pt>
                <c:pt idx="4845">
                  <c:v>1295.0510050245789</c:v>
                </c:pt>
                <c:pt idx="4846">
                  <c:v>1293.7234362163522</c:v>
                </c:pt>
                <c:pt idx="4847">
                  <c:v>1294.5802462045483</c:v>
                </c:pt>
                <c:pt idx="4848">
                  <c:v>1293.8833458925947</c:v>
                </c:pt>
                <c:pt idx="4849">
                  <c:v>1296.1376187279377</c:v>
                </c:pt>
                <c:pt idx="4850">
                  <c:v>1299.2442861142256</c:v>
                </c:pt>
                <c:pt idx="4851">
                  <c:v>1299.7097621155081</c:v>
                </c:pt>
                <c:pt idx="4852">
                  <c:v>1308.5306931547568</c:v>
                </c:pt>
                <c:pt idx="4853">
                  <c:v>1307.8000127372995</c:v>
                </c:pt>
                <c:pt idx="4854">
                  <c:v>1307.5491822623367</c:v>
                </c:pt>
                <c:pt idx="4855">
                  <c:v>1305.722314605651</c:v>
                </c:pt>
                <c:pt idx="4856">
                  <c:v>1306.636142837619</c:v>
                </c:pt>
                <c:pt idx="4857">
                  <c:v>1310.1997267951247</c:v>
                </c:pt>
                <c:pt idx="4858">
                  <c:v>1310.6086056287738</c:v>
                </c:pt>
                <c:pt idx="4859">
                  <c:v>1313.8012056748644</c:v>
                </c:pt>
                <c:pt idx="4860">
                  <c:v>1312.8691989675485</c:v>
                </c:pt>
                <c:pt idx="4861">
                  <c:v>1313.3853517781472</c:v>
                </c:pt>
                <c:pt idx="4862">
                  <c:v>1313.1481151780458</c:v>
                </c:pt>
                <c:pt idx="4863">
                  <c:v>1312.6798037390024</c:v>
                </c:pt>
                <c:pt idx="4864">
                  <c:v>1323.2008277258651</c:v>
                </c:pt>
                <c:pt idx="4865">
                  <c:v>1321.8850043764064</c:v>
                </c:pt>
                <c:pt idx="4866">
                  <c:v>1321.497749180144</c:v>
                </c:pt>
                <c:pt idx="4867">
                  <c:v>1316.8362165135397</c:v>
                </c:pt>
                <c:pt idx="4868">
                  <c:v>1315.8420815395966</c:v>
                </c:pt>
                <c:pt idx="4869">
                  <c:v>1313.7736004701796</c:v>
                </c:pt>
                <c:pt idx="4870">
                  <c:v>1312.9368505905331</c:v>
                </c:pt>
                <c:pt idx="4871">
                  <c:v>1312.5520142612079</c:v>
                </c:pt>
                <c:pt idx="4872">
                  <c:v>1393.1940191753104</c:v>
                </c:pt>
                <c:pt idx="4873">
                  <c:v>1393.2393551914979</c:v>
                </c:pt>
                <c:pt idx="4874">
                  <c:v>1395.1005573168222</c:v>
                </c:pt>
                <c:pt idx="4875">
                  <c:v>1395.126352335662</c:v>
                </c:pt>
                <c:pt idx="4876">
                  <c:v>1395.0947775453715</c:v>
                </c:pt>
                <c:pt idx="4877">
                  <c:v>1395.069453231818</c:v>
                </c:pt>
                <c:pt idx="4878">
                  <c:v>1395.0869804818356</c:v>
                </c:pt>
                <c:pt idx="4879">
                  <c:v>1395.120882189188</c:v>
                </c:pt>
                <c:pt idx="4880">
                  <c:v>1395.1684487040432</c:v>
                </c:pt>
                <c:pt idx="4881">
                  <c:v>1377.711305767265</c:v>
                </c:pt>
                <c:pt idx="4882">
                  <c:v>1377.7637346803986</c:v>
                </c:pt>
                <c:pt idx="4883">
                  <c:v>1377.6113677254152</c:v>
                </c:pt>
                <c:pt idx="4884">
                  <c:v>1336.3354440061375</c:v>
                </c:pt>
                <c:pt idx="4885">
                  <c:v>1342.4776925302742</c:v>
                </c:pt>
                <c:pt idx="4886">
                  <c:v>1341.1250886614516</c:v>
                </c:pt>
                <c:pt idx="4887">
                  <c:v>1346.9944037697494</c:v>
                </c:pt>
                <c:pt idx="4888">
                  <c:v>1348.3682414487766</c:v>
                </c:pt>
                <c:pt idx="4889">
                  <c:v>1341.0767858741842</c:v>
                </c:pt>
                <c:pt idx="4890">
                  <c:v>1341.0400044303572</c:v>
                </c:pt>
                <c:pt idx="4891">
                  <c:v>1340.6538204991875</c:v>
                </c:pt>
                <c:pt idx="4892">
                  <c:v>1339.3130579421006</c:v>
                </c:pt>
                <c:pt idx="4893">
                  <c:v>1339.3271602231152</c:v>
                </c:pt>
                <c:pt idx="4894">
                  <c:v>1326.3331008743974</c:v>
                </c:pt>
                <c:pt idx="4895">
                  <c:v>1326.4913520847253</c:v>
                </c:pt>
                <c:pt idx="4896">
                  <c:v>1326.2575303229712</c:v>
                </c:pt>
                <c:pt idx="4897">
                  <c:v>1325.5626033847088</c:v>
                </c:pt>
                <c:pt idx="4898">
                  <c:v>1324.5812207280194</c:v>
                </c:pt>
                <c:pt idx="4899">
                  <c:v>1323.980893600394</c:v>
                </c:pt>
                <c:pt idx="4900">
                  <c:v>1323.8588807975377</c:v>
                </c:pt>
                <c:pt idx="4901">
                  <c:v>1323.4870937922522</c:v>
                </c:pt>
                <c:pt idx="4902">
                  <c:v>1294.9796945174271</c:v>
                </c:pt>
                <c:pt idx="4903">
                  <c:v>1295.0637320574162</c:v>
                </c:pt>
                <c:pt idx="4904">
                  <c:v>1295.176181239819</c:v>
                </c:pt>
                <c:pt idx="4905">
                  <c:v>1295.4622180907802</c:v>
                </c:pt>
                <c:pt idx="4906">
                  <c:v>1295.0838758139262</c:v>
                </c:pt>
                <c:pt idx="4907">
                  <c:v>1295.8207624035422</c:v>
                </c:pt>
                <c:pt idx="4908">
                  <c:v>1294.1321901498679</c:v>
                </c:pt>
                <c:pt idx="4909">
                  <c:v>1294.6804987154437</c:v>
                </c:pt>
                <c:pt idx="4910">
                  <c:v>1294.9103757407429</c:v>
                </c:pt>
                <c:pt idx="4911">
                  <c:v>1295.3828659383789</c:v>
                </c:pt>
                <c:pt idx="4912">
                  <c:v>1295.0735552273893</c:v>
                </c:pt>
                <c:pt idx="4913">
                  <c:v>1294.3116790377048</c:v>
                </c:pt>
                <c:pt idx="4914">
                  <c:v>1294.4787949853571</c:v>
                </c:pt>
                <c:pt idx="4915">
                  <c:v>1294.6330937246535</c:v>
                </c:pt>
                <c:pt idx="4916">
                  <c:v>1294.2202374700528</c:v>
                </c:pt>
                <c:pt idx="4917">
                  <c:v>1294.1808397175066</c:v>
                </c:pt>
                <c:pt idx="4918">
                  <c:v>1294.2297972850017</c:v>
                </c:pt>
                <c:pt idx="4919">
                  <c:v>1294.4568106368213</c:v>
                </c:pt>
                <c:pt idx="4920">
                  <c:v>1293.9905528551953</c:v>
                </c:pt>
                <c:pt idx="4921">
                  <c:v>1293.6208828716819</c:v>
                </c:pt>
                <c:pt idx="4922">
                  <c:v>1293.3288601264046</c:v>
                </c:pt>
                <c:pt idx="4923">
                  <c:v>1297.2273667145735</c:v>
                </c:pt>
                <c:pt idx="4924">
                  <c:v>1296.5565454241989</c:v>
                </c:pt>
                <c:pt idx="4925">
                  <c:v>1295.2695625072972</c:v>
                </c:pt>
                <c:pt idx="4926">
                  <c:v>1294.595518634392</c:v>
                </c:pt>
                <c:pt idx="4927">
                  <c:v>1294.6156241927072</c:v>
                </c:pt>
                <c:pt idx="4928">
                  <c:v>1293.7815589385775</c:v>
                </c:pt>
                <c:pt idx="4929">
                  <c:v>1294.7826087000406</c:v>
                </c:pt>
                <c:pt idx="4930">
                  <c:v>1294.3405568707233</c:v>
                </c:pt>
                <c:pt idx="4931">
                  <c:v>1295.3538121519953</c:v>
                </c:pt>
                <c:pt idx="4932">
                  <c:v>1295.1065218170916</c:v>
                </c:pt>
                <c:pt idx="4933">
                  <c:v>1292.7203134377748</c:v>
                </c:pt>
                <c:pt idx="4934">
                  <c:v>1289.9447213149194</c:v>
                </c:pt>
                <c:pt idx="4935">
                  <c:v>1290.6260052421831</c:v>
                </c:pt>
                <c:pt idx="4936">
                  <c:v>1291.3696343749109</c:v>
                </c:pt>
                <c:pt idx="4937">
                  <c:v>1292.5245178146288</c:v>
                </c:pt>
                <c:pt idx="4938">
                  <c:v>1291.7071673282562</c:v>
                </c:pt>
                <c:pt idx="4939">
                  <c:v>1293.935460789394</c:v>
                </c:pt>
                <c:pt idx="4940">
                  <c:v>1294.4278299073299</c:v>
                </c:pt>
                <c:pt idx="4941">
                  <c:v>1294.9314779600634</c:v>
                </c:pt>
                <c:pt idx="4942">
                  <c:v>1295.6650391183907</c:v>
                </c:pt>
                <c:pt idx="4943">
                  <c:v>1295.6209351971347</c:v>
                </c:pt>
                <c:pt idx="4944">
                  <c:v>1296.4160369291624</c:v>
                </c:pt>
                <c:pt idx="4945">
                  <c:v>1297.0976981743474</c:v>
                </c:pt>
                <c:pt idx="4946">
                  <c:v>1296.81814796245</c:v>
                </c:pt>
                <c:pt idx="4947">
                  <c:v>1295.9248505941755</c:v>
                </c:pt>
                <c:pt idx="4948">
                  <c:v>1299.4941249979145</c:v>
                </c:pt>
                <c:pt idx="4949">
                  <c:v>1299.2767926339727</c:v>
                </c:pt>
                <c:pt idx="4950">
                  <c:v>1300.9408354637212</c:v>
                </c:pt>
                <c:pt idx="4951">
                  <c:v>1301.5701945697722</c:v>
                </c:pt>
                <c:pt idx="4952">
                  <c:v>1300.6348252787968</c:v>
                </c:pt>
                <c:pt idx="4953">
                  <c:v>1301.4043795936668</c:v>
                </c:pt>
                <c:pt idx="4954">
                  <c:v>1301.2367245248226</c:v>
                </c:pt>
                <c:pt idx="4955">
                  <c:v>1301.8508331950902</c:v>
                </c:pt>
                <c:pt idx="4956">
                  <c:v>1302.9085115897778</c:v>
                </c:pt>
                <c:pt idx="4957">
                  <c:v>1303.0354623937533</c:v>
                </c:pt>
                <c:pt idx="4958">
                  <c:v>1302.2513698926653</c:v>
                </c:pt>
                <c:pt idx="4959">
                  <c:v>1299.8710133121397</c:v>
                </c:pt>
                <c:pt idx="4960">
                  <c:v>1301.1505763757752</c:v>
                </c:pt>
                <c:pt idx="4961">
                  <c:v>1301.7444564677996</c:v>
                </c:pt>
                <c:pt idx="4962">
                  <c:v>1301.1699310654233</c:v>
                </c:pt>
                <c:pt idx="4963">
                  <c:v>1301.2752083256084</c:v>
                </c:pt>
                <c:pt idx="4964">
                  <c:v>1280.1810176253298</c:v>
                </c:pt>
                <c:pt idx="4965">
                  <c:v>1282.6133147357459</c:v>
                </c:pt>
                <c:pt idx="4966">
                  <c:v>1281.2507471401423</c:v>
                </c:pt>
                <c:pt idx="4967">
                  <c:v>1280.4629656135246</c:v>
                </c:pt>
                <c:pt idx="4968">
                  <c:v>1293.9799749243411</c:v>
                </c:pt>
                <c:pt idx="4969">
                  <c:v>1294.5514544662699</c:v>
                </c:pt>
                <c:pt idx="4970">
                  <c:v>1294.5777364256046</c:v>
                </c:pt>
                <c:pt idx="4971">
                  <c:v>1284.0312723277655</c:v>
                </c:pt>
                <c:pt idx="4972">
                  <c:v>1283.8987192433483</c:v>
                </c:pt>
                <c:pt idx="4973">
                  <c:v>1283.450547630785</c:v>
                </c:pt>
                <c:pt idx="4974">
                  <c:v>1283.2104419385903</c:v>
                </c:pt>
                <c:pt idx="4975">
                  <c:v>1283.4226120485939</c:v>
                </c:pt>
                <c:pt idx="4976">
                  <c:v>1283.170506863728</c:v>
                </c:pt>
                <c:pt idx="4977">
                  <c:v>1282.9388468645238</c:v>
                </c:pt>
                <c:pt idx="4978">
                  <c:v>1283.2724882037007</c:v>
                </c:pt>
                <c:pt idx="4979">
                  <c:v>1284.0011618292356</c:v>
                </c:pt>
                <c:pt idx="4980">
                  <c:v>1283.8983044129534</c:v>
                </c:pt>
                <c:pt idx="4981">
                  <c:v>1284.252619937906</c:v>
                </c:pt>
                <c:pt idx="4982">
                  <c:v>1283.9935974575676</c:v>
                </c:pt>
                <c:pt idx="4983">
                  <c:v>1283.6593935073829</c:v>
                </c:pt>
                <c:pt idx="4984">
                  <c:v>1284.5681146847492</c:v>
                </c:pt>
                <c:pt idx="4985">
                  <c:v>1285.0699840405962</c:v>
                </c:pt>
                <c:pt idx="4986">
                  <c:v>1284.8642535214299</c:v>
                </c:pt>
                <c:pt idx="4987">
                  <c:v>1270.1477496256132</c:v>
                </c:pt>
                <c:pt idx="4988">
                  <c:v>1280.76978096162</c:v>
                </c:pt>
                <c:pt idx="4989">
                  <c:v>1264.1919560379386</c:v>
                </c:pt>
                <c:pt idx="4990">
                  <c:v>1263.0186946051008</c:v>
                </c:pt>
                <c:pt idx="4991">
                  <c:v>1259.9096151138285</c:v>
                </c:pt>
                <c:pt idx="4992">
                  <c:v>1259.8450449857528</c:v>
                </c:pt>
                <c:pt idx="4993">
                  <c:v>1242.5983016679425</c:v>
                </c:pt>
                <c:pt idx="4994">
                  <c:v>1230.2916129219552</c:v>
                </c:pt>
                <c:pt idx="4995">
                  <c:v>1230.0904546537674</c:v>
                </c:pt>
                <c:pt idx="4996">
                  <c:v>1230.2401895665619</c:v>
                </c:pt>
                <c:pt idx="4997">
                  <c:v>1230.8748084466201</c:v>
                </c:pt>
                <c:pt idx="4998">
                  <c:v>1199.2948147268842</c:v>
                </c:pt>
                <c:pt idx="4999">
                  <c:v>1203.0410746956763</c:v>
                </c:pt>
                <c:pt idx="5000">
                  <c:v>1194.8516054364184</c:v>
                </c:pt>
                <c:pt idx="5001">
                  <c:v>1132.7354791341234</c:v>
                </c:pt>
                <c:pt idx="5002">
                  <c:v>1105.9277520069647</c:v>
                </c:pt>
                <c:pt idx="5003">
                  <c:v>1105.9280921613547</c:v>
                </c:pt>
                <c:pt idx="5004">
                  <c:v>1105.964576404298</c:v>
                </c:pt>
                <c:pt idx="5005">
                  <c:v>1098.5907386845724</c:v>
                </c:pt>
                <c:pt idx="5006">
                  <c:v>1098.5969949049486</c:v>
                </c:pt>
                <c:pt idx="5007">
                  <c:v>1098.5730138115382</c:v>
                </c:pt>
                <c:pt idx="5008">
                  <c:v>1098.577193210323</c:v>
                </c:pt>
                <c:pt idx="5009">
                  <c:v>1097.757697772556</c:v>
                </c:pt>
                <c:pt idx="5010">
                  <c:v>1097.7325742757125</c:v>
                </c:pt>
                <c:pt idx="5011">
                  <c:v>1097.7379250856495</c:v>
                </c:pt>
                <c:pt idx="5012">
                  <c:v>1097.7300492458105</c:v>
                </c:pt>
                <c:pt idx="5013">
                  <c:v>1097.7330867074497</c:v>
                </c:pt>
                <c:pt idx="5014">
                  <c:v>1097.7191995642083</c:v>
                </c:pt>
                <c:pt idx="5015">
                  <c:v>1097.735282212403</c:v>
                </c:pt>
                <c:pt idx="5016">
                  <c:v>1097.7214309776969</c:v>
                </c:pt>
                <c:pt idx="5017">
                  <c:v>1097.3224401254747</c:v>
                </c:pt>
                <c:pt idx="5018">
                  <c:v>1097.3268829800595</c:v>
                </c:pt>
                <c:pt idx="5019">
                  <c:v>1097.3218967521877</c:v>
                </c:pt>
                <c:pt idx="5020">
                  <c:v>1097.2983869406912</c:v>
                </c:pt>
                <c:pt idx="5021">
                  <c:v>1097.2954923112482</c:v>
                </c:pt>
                <c:pt idx="5022">
                  <c:v>1097.2979860647761</c:v>
                </c:pt>
                <c:pt idx="5023">
                  <c:v>1097.2996510404539</c:v>
                </c:pt>
                <c:pt idx="5024">
                  <c:v>1097.3133308895985</c:v>
                </c:pt>
                <c:pt idx="5025">
                  <c:v>1097.2977814050262</c:v>
                </c:pt>
                <c:pt idx="5026">
                  <c:v>1097.1187503465087</c:v>
                </c:pt>
                <c:pt idx="5027">
                  <c:v>1097.1713477105038</c:v>
                </c:pt>
                <c:pt idx="5028">
                  <c:v>1097.1579396228401</c:v>
                </c:pt>
                <c:pt idx="5029">
                  <c:v>1097.1531131288416</c:v>
                </c:pt>
                <c:pt idx="5030">
                  <c:v>1097.1609328323527</c:v>
                </c:pt>
                <c:pt idx="5031">
                  <c:v>1097.1800408707918</c:v>
                </c:pt>
                <c:pt idx="5032">
                  <c:v>1097.1782006627072</c:v>
                </c:pt>
                <c:pt idx="5033">
                  <c:v>1096.9014204383166</c:v>
                </c:pt>
                <c:pt idx="5034">
                  <c:v>1096.8971631295051</c:v>
                </c:pt>
                <c:pt idx="5035">
                  <c:v>1097.1697240433737</c:v>
                </c:pt>
                <c:pt idx="5036">
                  <c:v>1097.1678482218588</c:v>
                </c:pt>
                <c:pt idx="5037">
                  <c:v>1097.1679245114124</c:v>
                </c:pt>
                <c:pt idx="5038">
                  <c:v>1097.7652851770938</c:v>
                </c:pt>
                <c:pt idx="5039">
                  <c:v>1097.1598989455481</c:v>
                </c:pt>
                <c:pt idx="5040">
                  <c:v>1097.1663848346141</c:v>
                </c:pt>
                <c:pt idx="5041">
                  <c:v>1097.1603796414008</c:v>
                </c:pt>
                <c:pt idx="5042">
                  <c:v>1097.1618187144297</c:v>
                </c:pt>
                <c:pt idx="5043">
                  <c:v>1101.6150545882892</c:v>
                </c:pt>
                <c:pt idx="5044">
                  <c:v>1101.6034791590121</c:v>
                </c:pt>
                <c:pt idx="5045">
                  <c:v>1101.6106642000782</c:v>
                </c:pt>
                <c:pt idx="5046">
                  <c:v>1101.6084813142634</c:v>
                </c:pt>
                <c:pt idx="5047">
                  <c:v>1101.6122582369719</c:v>
                </c:pt>
                <c:pt idx="5048">
                  <c:v>1101.6523041316061</c:v>
                </c:pt>
                <c:pt idx="5049">
                  <c:v>1101.6179961599266</c:v>
                </c:pt>
                <c:pt idx="5050">
                  <c:v>1101.6223710877593</c:v>
                </c:pt>
                <c:pt idx="5051">
                  <c:v>1101.6176164447409</c:v>
                </c:pt>
                <c:pt idx="5052">
                  <c:v>1101.6108204794268</c:v>
                </c:pt>
                <c:pt idx="5053">
                  <c:v>1101.6491756060186</c:v>
                </c:pt>
                <c:pt idx="5054">
                  <c:v>1101.5975642070055</c:v>
                </c:pt>
                <c:pt idx="5055">
                  <c:v>1101.7617152394007</c:v>
                </c:pt>
                <c:pt idx="5056">
                  <c:v>1101.5935672155986</c:v>
                </c:pt>
                <c:pt idx="5057">
                  <c:v>1101.6051420633589</c:v>
                </c:pt>
                <c:pt idx="5058">
                  <c:v>1101.5968656906114</c:v>
                </c:pt>
                <c:pt idx="5059">
                  <c:v>1101.6027497441662</c:v>
                </c:pt>
                <c:pt idx="5060">
                  <c:v>1101.6023713346742</c:v>
                </c:pt>
                <c:pt idx="5061">
                  <c:v>1102.0198726784038</c:v>
                </c:pt>
                <c:pt idx="5062">
                  <c:v>1102.0441993866209</c:v>
                </c:pt>
                <c:pt idx="5063">
                  <c:v>1102.0466363658943</c:v>
                </c:pt>
                <c:pt idx="5064">
                  <c:v>1102.049538233968</c:v>
                </c:pt>
                <c:pt idx="5065">
                  <c:v>1102.0449589309226</c:v>
                </c:pt>
                <c:pt idx="5066">
                  <c:v>1102.0358228212149</c:v>
                </c:pt>
                <c:pt idx="5067">
                  <c:v>1102.0397656785944</c:v>
                </c:pt>
                <c:pt idx="5068">
                  <c:v>1102.0398607777961</c:v>
                </c:pt>
                <c:pt idx="5069">
                  <c:v>1102.0774702780361</c:v>
                </c:pt>
                <c:pt idx="5070">
                  <c:v>1102.0797178432167</c:v>
                </c:pt>
                <c:pt idx="5071">
                  <c:v>1101.114213612723</c:v>
                </c:pt>
                <c:pt idx="5072">
                  <c:v>1101.1318085925134</c:v>
                </c:pt>
                <c:pt idx="5073">
                  <c:v>1101.1966003312434</c:v>
                </c:pt>
                <c:pt idx="5074">
                  <c:v>1101.1547996237196</c:v>
                </c:pt>
                <c:pt idx="5075">
                  <c:v>1101.1539050493357</c:v>
                </c:pt>
                <c:pt idx="5076">
                  <c:v>1101.1377229790014</c:v>
                </c:pt>
                <c:pt idx="5077">
                  <c:v>1101.1445525828406</c:v>
                </c:pt>
                <c:pt idx="5078">
                  <c:v>1100.9208256143475</c:v>
                </c:pt>
                <c:pt idx="5079">
                  <c:v>1100.741303630879</c:v>
                </c:pt>
                <c:pt idx="5080">
                  <c:v>1100.7508673299642</c:v>
                </c:pt>
                <c:pt idx="5081">
                  <c:v>1101.1467371854787</c:v>
                </c:pt>
                <c:pt idx="5082">
                  <c:v>1101.1341993443627</c:v>
                </c:pt>
                <c:pt idx="5083">
                  <c:v>1101.114885238241</c:v>
                </c:pt>
                <c:pt idx="5084">
                  <c:v>1101.1145165627054</c:v>
                </c:pt>
                <c:pt idx="5085">
                  <c:v>1100.893818125877</c:v>
                </c:pt>
                <c:pt idx="5086">
                  <c:v>1100.9185012378557</c:v>
                </c:pt>
                <c:pt idx="5087">
                  <c:v>1100.9002757690646</c:v>
                </c:pt>
                <c:pt idx="5088">
                  <c:v>1099.8546878103223</c:v>
                </c:pt>
                <c:pt idx="5089">
                  <c:v>1099.868098784927</c:v>
                </c:pt>
                <c:pt idx="5090">
                  <c:v>1099.8694350164519</c:v>
                </c:pt>
                <c:pt idx="5091">
                  <c:v>1099.864070181693</c:v>
                </c:pt>
                <c:pt idx="5092">
                  <c:v>1099.8770949597688</c:v>
                </c:pt>
                <c:pt idx="5093">
                  <c:v>1088.4991311511299</c:v>
                </c:pt>
                <c:pt idx="5094">
                  <c:v>1088.4890549644726</c:v>
                </c:pt>
                <c:pt idx="5095">
                  <c:v>1088.5058594037505</c:v>
                </c:pt>
                <c:pt idx="5096">
                  <c:v>1088.5173117677684</c:v>
                </c:pt>
                <c:pt idx="5097">
                  <c:v>1088.5007387429971</c:v>
                </c:pt>
                <c:pt idx="5098">
                  <c:v>1088.5003455035896</c:v>
                </c:pt>
                <c:pt idx="5099">
                  <c:v>1088.4866486586404</c:v>
                </c:pt>
                <c:pt idx="5100">
                  <c:v>1088.4917657904523</c:v>
                </c:pt>
                <c:pt idx="5101">
                  <c:v>1088.491791247538</c:v>
                </c:pt>
                <c:pt idx="5102">
                  <c:v>1078.6852832297486</c:v>
                </c:pt>
                <c:pt idx="5103">
                  <c:v>1078.6661100574843</c:v>
                </c:pt>
                <c:pt idx="5104">
                  <c:v>1078.6654779771575</c:v>
                </c:pt>
                <c:pt idx="5105">
                  <c:v>1078.6610146682915</c:v>
                </c:pt>
                <c:pt idx="5106">
                  <c:v>1079.780456906313</c:v>
                </c:pt>
                <c:pt idx="5107">
                  <c:v>1079.7965789444486</c:v>
                </c:pt>
                <c:pt idx="5108">
                  <c:v>1055.6958525544035</c:v>
                </c:pt>
                <c:pt idx="5109">
                  <c:v>1055.701390505455</c:v>
                </c:pt>
                <c:pt idx="5110">
                  <c:v>1055.7335867369957</c:v>
                </c:pt>
                <c:pt idx="5111">
                  <c:v>1055.7321208419019</c:v>
                </c:pt>
                <c:pt idx="5112">
                  <c:v>1046.1027819789913</c:v>
                </c:pt>
                <c:pt idx="5113">
                  <c:v>1045.0653107507183</c:v>
                </c:pt>
                <c:pt idx="5114">
                  <c:v>1045.0721986207543</c:v>
                </c:pt>
                <c:pt idx="5115">
                  <c:v>1045.0377726343424</c:v>
                </c:pt>
                <c:pt idx="5116">
                  <c:v>1042.6785357479735</c:v>
                </c:pt>
                <c:pt idx="5117">
                  <c:v>1042.6566699045229</c:v>
                </c:pt>
                <c:pt idx="5118">
                  <c:v>1040.4259299153932</c:v>
                </c:pt>
                <c:pt idx="5119">
                  <c:v>1040.4403275243881</c:v>
                </c:pt>
                <c:pt idx="5120">
                  <c:v>1040.4534739823853</c:v>
                </c:pt>
                <c:pt idx="5121">
                  <c:v>1036.8558944254212</c:v>
                </c:pt>
                <c:pt idx="5122">
                  <c:v>1033.2222620383243</c:v>
                </c:pt>
                <c:pt idx="5123">
                  <c:v>1033.2218185451222</c:v>
                </c:pt>
                <c:pt idx="5124">
                  <c:v>1033.2254121179508</c:v>
                </c:pt>
                <c:pt idx="5125">
                  <c:v>1033.2305267393444</c:v>
                </c:pt>
                <c:pt idx="5126">
                  <c:v>1033.2251686234192</c:v>
                </c:pt>
                <c:pt idx="5127">
                  <c:v>1021.4401936881239</c:v>
                </c:pt>
                <c:pt idx="5128">
                  <c:v>984.60869030453796</c:v>
                </c:pt>
                <c:pt idx="5129">
                  <c:v>983.61978798708685</c:v>
                </c:pt>
                <c:pt idx="5130">
                  <c:v>983.53844599650563</c:v>
                </c:pt>
                <c:pt idx="5131">
                  <c:v>963.96907073586169</c:v>
                </c:pt>
                <c:pt idx="5132">
                  <c:v>964.92441627009612</c:v>
                </c:pt>
                <c:pt idx="5133">
                  <c:v>963.52155064880856</c:v>
                </c:pt>
                <c:pt idx="5134">
                  <c:v>962.35403504163799</c:v>
                </c:pt>
                <c:pt idx="5135">
                  <c:v>961.99115076776457</c:v>
                </c:pt>
                <c:pt idx="5136">
                  <c:v>958.51768252092552</c:v>
                </c:pt>
                <c:pt idx="5137">
                  <c:v>960.22105416602335</c:v>
                </c:pt>
                <c:pt idx="5138">
                  <c:v>961.44890113379472</c:v>
                </c:pt>
                <c:pt idx="5139">
                  <c:v>961.50782720948951</c:v>
                </c:pt>
                <c:pt idx="5140">
                  <c:v>960.6119527175432</c:v>
                </c:pt>
                <c:pt idx="5141">
                  <c:v>945.69806426376499</c:v>
                </c:pt>
                <c:pt idx="5142">
                  <c:v>934.30020854829888</c:v>
                </c:pt>
                <c:pt idx="5143">
                  <c:v>932.8636495631057</c:v>
                </c:pt>
                <c:pt idx="5144">
                  <c:v>931.34168839577546</c:v>
                </c:pt>
                <c:pt idx="5145">
                  <c:v>931.60343841525344</c:v>
                </c:pt>
                <c:pt idx="5146">
                  <c:v>933.27530948172239</c:v>
                </c:pt>
                <c:pt idx="5147">
                  <c:v>932.14938923590478</c:v>
                </c:pt>
                <c:pt idx="5148">
                  <c:v>926.53252217272529</c:v>
                </c:pt>
                <c:pt idx="5149">
                  <c:v>910.17395821392665</c:v>
                </c:pt>
                <c:pt idx="5150">
                  <c:v>907.86801625979388</c:v>
                </c:pt>
                <c:pt idx="5151">
                  <c:v>907.85005919761113</c:v>
                </c:pt>
                <c:pt idx="5152">
                  <c:v>906.70916796109623</c:v>
                </c:pt>
                <c:pt idx="5153">
                  <c:v>907.06389598822693</c:v>
                </c:pt>
                <c:pt idx="5154">
                  <c:v>905.81661234163994</c:v>
                </c:pt>
                <c:pt idx="5155">
                  <c:v>906.92283349998343</c:v>
                </c:pt>
                <c:pt idx="5156">
                  <c:v>905.74550341617532</c:v>
                </c:pt>
                <c:pt idx="5157">
                  <c:v>905.57663175427649</c:v>
                </c:pt>
                <c:pt idx="5158">
                  <c:v>905.13676965877335</c:v>
                </c:pt>
                <c:pt idx="5159">
                  <c:v>905.95189210768694</c:v>
                </c:pt>
                <c:pt idx="5160">
                  <c:v>907.70685007797852</c:v>
                </c:pt>
                <c:pt idx="5161">
                  <c:v>908.87895483252555</c:v>
                </c:pt>
                <c:pt idx="5162">
                  <c:v>909.13444861016137</c:v>
                </c:pt>
                <c:pt idx="5163">
                  <c:v>908.89038410059516</c:v>
                </c:pt>
                <c:pt idx="5164">
                  <c:v>908.59506296367692</c:v>
                </c:pt>
                <c:pt idx="5165">
                  <c:v>909.27888723680735</c:v>
                </c:pt>
                <c:pt idx="5166">
                  <c:v>909.12732205820816</c:v>
                </c:pt>
                <c:pt idx="5167">
                  <c:v>907.66433747558233</c:v>
                </c:pt>
                <c:pt idx="5168">
                  <c:v>906.40331055015508</c:v>
                </c:pt>
                <c:pt idx="5169">
                  <c:v>906.5528766666273</c:v>
                </c:pt>
                <c:pt idx="5170">
                  <c:v>908.32794119693892</c:v>
                </c:pt>
                <c:pt idx="5171">
                  <c:v>908.07884877057677</c:v>
                </c:pt>
                <c:pt idx="5172">
                  <c:v>905.77096539996558</c:v>
                </c:pt>
                <c:pt idx="5173">
                  <c:v>905.19440998488938</c:v>
                </c:pt>
                <c:pt idx="5174">
                  <c:v>905.09490535337181</c:v>
                </c:pt>
                <c:pt idx="5175">
                  <c:v>904.73612827751867</c:v>
                </c:pt>
                <c:pt idx="5176">
                  <c:v>905.20483162538198</c:v>
                </c:pt>
                <c:pt idx="5177">
                  <c:v>905.7400155664003</c:v>
                </c:pt>
                <c:pt idx="5178">
                  <c:v>905.38334650628087</c:v>
                </c:pt>
                <c:pt idx="5179">
                  <c:v>906.49852982894492</c:v>
                </c:pt>
                <c:pt idx="5180">
                  <c:v>906.04409006885646</c:v>
                </c:pt>
                <c:pt idx="5181">
                  <c:v>905.61481809876818</c:v>
                </c:pt>
                <c:pt idx="5182">
                  <c:v>905.29340871673026</c:v>
                </c:pt>
                <c:pt idx="5183">
                  <c:v>904.29669292398978</c:v>
                </c:pt>
                <c:pt idx="5184">
                  <c:v>903.94334736999588</c:v>
                </c:pt>
                <c:pt idx="5185">
                  <c:v>905.06566772357223</c:v>
                </c:pt>
                <c:pt idx="5186">
                  <c:v>905.99687122886371</c:v>
                </c:pt>
                <c:pt idx="5187">
                  <c:v>905.93607693572562</c:v>
                </c:pt>
                <c:pt idx="5188">
                  <c:v>919.07935533694103</c:v>
                </c:pt>
                <c:pt idx="5189">
                  <c:v>919.07869778906104</c:v>
                </c:pt>
                <c:pt idx="5190">
                  <c:v>918.68552772652902</c:v>
                </c:pt>
                <c:pt idx="5191">
                  <c:v>919.39016744198921</c:v>
                </c:pt>
                <c:pt idx="5192">
                  <c:v>917.85444947913413</c:v>
                </c:pt>
                <c:pt idx="5193">
                  <c:v>917.76334842390736</c:v>
                </c:pt>
                <c:pt idx="5194">
                  <c:v>917.23826600992084</c:v>
                </c:pt>
                <c:pt idx="5195">
                  <c:v>917.27267069958691</c:v>
                </c:pt>
                <c:pt idx="5196">
                  <c:v>917.52072786056863</c:v>
                </c:pt>
                <c:pt idx="5197">
                  <c:v>917.81544058604914</c:v>
                </c:pt>
                <c:pt idx="5198">
                  <c:v>918.00140842069891</c:v>
                </c:pt>
                <c:pt idx="5199">
                  <c:v>917.59918323251327</c:v>
                </c:pt>
                <c:pt idx="5200">
                  <c:v>917.11266938123617</c:v>
                </c:pt>
                <c:pt idx="5201">
                  <c:v>916.76427474653701</c:v>
                </c:pt>
                <c:pt idx="5202">
                  <c:v>917.359740607655</c:v>
                </c:pt>
                <c:pt idx="5203">
                  <c:v>918.6575520931367</c:v>
                </c:pt>
                <c:pt idx="5204">
                  <c:v>918.99660804164637</c:v>
                </c:pt>
                <c:pt idx="5205">
                  <c:v>918.73197934547329</c:v>
                </c:pt>
                <c:pt idx="5206">
                  <c:v>918.32531237717899</c:v>
                </c:pt>
                <c:pt idx="5207">
                  <c:v>917.58211631453037</c:v>
                </c:pt>
                <c:pt idx="5208">
                  <c:v>917.31467994157708</c:v>
                </c:pt>
                <c:pt idx="5209">
                  <c:v>917.31682067735585</c:v>
                </c:pt>
                <c:pt idx="5210">
                  <c:v>917.39112520612957</c:v>
                </c:pt>
                <c:pt idx="5211">
                  <c:v>917.52060696750391</c:v>
                </c:pt>
                <c:pt idx="5212">
                  <c:v>929.61251576428276</c:v>
                </c:pt>
                <c:pt idx="5213">
                  <c:v>930.72135195513886</c:v>
                </c:pt>
                <c:pt idx="5214">
                  <c:v>930.71032180631596</c:v>
                </c:pt>
                <c:pt idx="5215">
                  <c:v>930.71722214805948</c:v>
                </c:pt>
                <c:pt idx="5216">
                  <c:v>930.7235859834351</c:v>
                </c:pt>
                <c:pt idx="5217">
                  <c:v>930.71700358720454</c:v>
                </c:pt>
                <c:pt idx="5218">
                  <c:v>930.7232326235943</c:v>
                </c:pt>
                <c:pt idx="5219">
                  <c:v>924.7869060857638</c:v>
                </c:pt>
                <c:pt idx="5220">
                  <c:v>924.77496555233188</c:v>
                </c:pt>
                <c:pt idx="5221">
                  <c:v>924.7550679689773</c:v>
                </c:pt>
                <c:pt idx="5222">
                  <c:v>924.756618850824</c:v>
                </c:pt>
                <c:pt idx="5223">
                  <c:v>924.35612919975017</c:v>
                </c:pt>
                <c:pt idx="5224">
                  <c:v>924.32761655841693</c:v>
                </c:pt>
                <c:pt idx="5225">
                  <c:v>924.37353131123621</c:v>
                </c:pt>
                <c:pt idx="5226">
                  <c:v>924.35763136637797</c:v>
                </c:pt>
                <c:pt idx="5227">
                  <c:v>923.92835303758068</c:v>
                </c:pt>
                <c:pt idx="5228">
                  <c:v>923.95407145608658</c:v>
                </c:pt>
                <c:pt idx="5229">
                  <c:v>923.93697152806976</c:v>
                </c:pt>
                <c:pt idx="5230">
                  <c:v>923.92587498194177</c:v>
                </c:pt>
                <c:pt idx="5231">
                  <c:v>925.26235642888525</c:v>
                </c:pt>
                <c:pt idx="5232">
                  <c:v>943.78717135279101</c:v>
                </c:pt>
                <c:pt idx="5233">
                  <c:v>919.2956383734072</c:v>
                </c:pt>
                <c:pt idx="5234">
                  <c:v>907.57451894884878</c:v>
                </c:pt>
                <c:pt idx="5235">
                  <c:v>907.90605862848861</c:v>
                </c:pt>
                <c:pt idx="5236">
                  <c:v>903.30994967776564</c:v>
                </c:pt>
                <c:pt idx="5237">
                  <c:v>901.37805480259669</c:v>
                </c:pt>
                <c:pt idx="5238">
                  <c:v>901.38189008572965</c:v>
                </c:pt>
                <c:pt idx="5239">
                  <c:v>901.38682272807694</c:v>
                </c:pt>
                <c:pt idx="5240">
                  <c:v>899.95118744217268</c:v>
                </c:pt>
                <c:pt idx="5241">
                  <c:v>899.95569443139107</c:v>
                </c:pt>
                <c:pt idx="5242">
                  <c:v>894.54980510842893</c:v>
                </c:pt>
                <c:pt idx="5243">
                  <c:v>894.54996157150276</c:v>
                </c:pt>
                <c:pt idx="5244">
                  <c:v>883.4043066693298</c:v>
                </c:pt>
                <c:pt idx="5245">
                  <c:v>883.26039317912068</c:v>
                </c:pt>
                <c:pt idx="5246">
                  <c:v>882.93684423352238</c:v>
                </c:pt>
                <c:pt idx="5247">
                  <c:v>882.93614237192639</c:v>
                </c:pt>
                <c:pt idx="5248">
                  <c:v>882.93454289274609</c:v>
                </c:pt>
                <c:pt idx="5249">
                  <c:v>882.13364963335687</c:v>
                </c:pt>
                <c:pt idx="5250">
                  <c:v>869.91458734658306</c:v>
                </c:pt>
                <c:pt idx="5251">
                  <c:v>869.95916024737585</c:v>
                </c:pt>
                <c:pt idx="5252">
                  <c:v>873.21613261003858</c:v>
                </c:pt>
                <c:pt idx="5253">
                  <c:v>849.66842726240588</c:v>
                </c:pt>
                <c:pt idx="5254">
                  <c:v>849.67881972019939</c:v>
                </c:pt>
                <c:pt idx="5255">
                  <c:v>849.67952282204897</c:v>
                </c:pt>
                <c:pt idx="5256">
                  <c:v>847.38694206423838</c:v>
                </c:pt>
                <c:pt idx="5257">
                  <c:v>847.38882229109538</c:v>
                </c:pt>
                <c:pt idx="5258">
                  <c:v>847.39067669172937</c:v>
                </c:pt>
                <c:pt idx="5259">
                  <c:v>847.38195169901394</c:v>
                </c:pt>
                <c:pt idx="5260">
                  <c:v>847.39506077695557</c:v>
                </c:pt>
                <c:pt idx="5261">
                  <c:v>847.3796236645378</c:v>
                </c:pt>
                <c:pt idx="5262">
                  <c:v>847.42335346498396</c:v>
                </c:pt>
                <c:pt idx="5263">
                  <c:v>847.38731341328707</c:v>
                </c:pt>
                <c:pt idx="5264">
                  <c:v>847.42639805584872</c:v>
                </c:pt>
                <c:pt idx="5265">
                  <c:v>847.38897561532747</c:v>
                </c:pt>
                <c:pt idx="5266">
                  <c:v>847.38267211416132</c:v>
                </c:pt>
                <c:pt idx="5267">
                  <c:v>846.43864817885969</c:v>
                </c:pt>
                <c:pt idx="5268">
                  <c:v>846.43520902455998</c:v>
                </c:pt>
                <c:pt idx="5269">
                  <c:v>846.43795410084499</c:v>
                </c:pt>
                <c:pt idx="5270">
                  <c:v>846.43665379606921</c:v>
                </c:pt>
                <c:pt idx="5271">
                  <c:v>846.43731171335855</c:v>
                </c:pt>
                <c:pt idx="5272">
                  <c:v>846.43836580426569</c:v>
                </c:pt>
                <c:pt idx="5273">
                  <c:v>846.43798163925135</c:v>
                </c:pt>
                <c:pt idx="5274">
                  <c:v>846.43679114817121</c:v>
                </c:pt>
                <c:pt idx="5275">
                  <c:v>846.43620759667704</c:v>
                </c:pt>
                <c:pt idx="5276">
                  <c:v>846.40031529528778</c:v>
                </c:pt>
                <c:pt idx="5277">
                  <c:v>846.44458926459777</c:v>
                </c:pt>
                <c:pt idx="5278">
                  <c:v>846.438906451707</c:v>
                </c:pt>
                <c:pt idx="5279">
                  <c:v>846.72785101923296</c:v>
                </c:pt>
                <c:pt idx="5280">
                  <c:v>846.72597411228071</c:v>
                </c:pt>
                <c:pt idx="5281">
                  <c:v>846.72650425355766</c:v>
                </c:pt>
                <c:pt idx="5282">
                  <c:v>846.72580098543187</c:v>
                </c:pt>
                <c:pt idx="5283">
                  <c:v>846.72539139337448</c:v>
                </c:pt>
                <c:pt idx="5284">
                  <c:v>846.72796575871826</c:v>
                </c:pt>
                <c:pt idx="5285">
                  <c:v>846.72472392210329</c:v>
                </c:pt>
                <c:pt idx="5286">
                  <c:v>846.74628705162365</c:v>
                </c:pt>
                <c:pt idx="5287">
                  <c:v>846.74573812547703</c:v>
                </c:pt>
                <c:pt idx="5288">
                  <c:v>846.73531363001712</c:v>
                </c:pt>
                <c:pt idx="5289">
                  <c:v>846.72962828446953</c:v>
                </c:pt>
                <c:pt idx="5290">
                  <c:v>846.72465856042686</c:v>
                </c:pt>
                <c:pt idx="5291">
                  <c:v>851.02146840520413</c:v>
                </c:pt>
                <c:pt idx="5292">
                  <c:v>851.00272132301325</c:v>
                </c:pt>
                <c:pt idx="5293">
                  <c:v>851.04936609415836</c:v>
                </c:pt>
                <c:pt idx="5294">
                  <c:v>851.06416888136675</c:v>
                </c:pt>
                <c:pt idx="5295">
                  <c:v>851.05756396332947</c:v>
                </c:pt>
                <c:pt idx="5296">
                  <c:v>851.05969842564241</c:v>
                </c:pt>
                <c:pt idx="5297">
                  <c:v>851.0550797235486</c:v>
                </c:pt>
                <c:pt idx="5298">
                  <c:v>851.04842093915272</c:v>
                </c:pt>
                <c:pt idx="5299">
                  <c:v>851.06988704983246</c:v>
                </c:pt>
                <c:pt idx="5300">
                  <c:v>851.07620486863664</c:v>
                </c:pt>
                <c:pt idx="5301">
                  <c:v>851.04246334804509</c:v>
                </c:pt>
                <c:pt idx="5302">
                  <c:v>851.07598806365434</c:v>
                </c:pt>
                <c:pt idx="5303">
                  <c:v>851.06579852118</c:v>
                </c:pt>
                <c:pt idx="5304">
                  <c:v>851.10694038440533</c:v>
                </c:pt>
                <c:pt idx="5305">
                  <c:v>851.12399633761993</c:v>
                </c:pt>
                <c:pt idx="5306">
                  <c:v>851.85625033428914</c:v>
                </c:pt>
                <c:pt idx="5307">
                  <c:v>851.94709148532172</c:v>
                </c:pt>
                <c:pt idx="5308">
                  <c:v>851.95948450454443</c:v>
                </c:pt>
                <c:pt idx="5309">
                  <c:v>851.94196098680368</c:v>
                </c:pt>
                <c:pt idx="5310">
                  <c:v>852.23369203818208</c:v>
                </c:pt>
                <c:pt idx="5311">
                  <c:v>852.24631684032647</c:v>
                </c:pt>
                <c:pt idx="5312">
                  <c:v>852.28956237396051</c:v>
                </c:pt>
                <c:pt idx="5313">
                  <c:v>848.06837225438449</c:v>
                </c:pt>
                <c:pt idx="5314">
                  <c:v>848.0852868665479</c:v>
                </c:pt>
                <c:pt idx="5315">
                  <c:v>848.08201828424012</c:v>
                </c:pt>
                <c:pt idx="5316">
                  <c:v>848.07807525176941</c:v>
                </c:pt>
                <c:pt idx="5317">
                  <c:v>848.1383697523604</c:v>
                </c:pt>
                <c:pt idx="5318">
                  <c:v>848.15598882502525</c:v>
                </c:pt>
                <c:pt idx="5319">
                  <c:v>848.1698710822518</c:v>
                </c:pt>
                <c:pt idx="5320">
                  <c:v>848.18102974251337</c:v>
                </c:pt>
                <c:pt idx="5321">
                  <c:v>848.31962971203268</c:v>
                </c:pt>
                <c:pt idx="5322">
                  <c:v>848.33494158983149</c:v>
                </c:pt>
                <c:pt idx="5323">
                  <c:v>848.24285590395709</c:v>
                </c:pt>
                <c:pt idx="5324">
                  <c:v>848.23274523922782</c:v>
                </c:pt>
                <c:pt idx="5325">
                  <c:v>848.21852140077817</c:v>
                </c:pt>
                <c:pt idx="5326">
                  <c:v>848.3513811614348</c:v>
                </c:pt>
                <c:pt idx="5327">
                  <c:v>848.21121879103748</c:v>
                </c:pt>
                <c:pt idx="5328">
                  <c:v>848.21867632401927</c:v>
                </c:pt>
                <c:pt idx="5329">
                  <c:v>848.19486235553757</c:v>
                </c:pt>
                <c:pt idx="5330">
                  <c:v>848.20103633373549</c:v>
                </c:pt>
                <c:pt idx="5331">
                  <c:v>848.18462859367435</c:v>
                </c:pt>
                <c:pt idx="5332">
                  <c:v>848.19290143233798</c:v>
                </c:pt>
                <c:pt idx="5333">
                  <c:v>848.16106411431042</c:v>
                </c:pt>
                <c:pt idx="5334">
                  <c:v>848.20090798024842</c:v>
                </c:pt>
                <c:pt idx="5335">
                  <c:v>848.19857487993477</c:v>
                </c:pt>
                <c:pt idx="5336">
                  <c:v>848.84033057851229</c:v>
                </c:pt>
                <c:pt idx="5337">
                  <c:v>848.84982333508685</c:v>
                </c:pt>
                <c:pt idx="5338">
                  <c:v>848.88077325680024</c:v>
                </c:pt>
                <c:pt idx="5339">
                  <c:v>848.83583412075382</c:v>
                </c:pt>
                <c:pt idx="5340">
                  <c:v>848.83961668445534</c:v>
                </c:pt>
                <c:pt idx="5341">
                  <c:v>844.75663885524773</c:v>
                </c:pt>
                <c:pt idx="5342">
                  <c:v>844.76054124589848</c:v>
                </c:pt>
                <c:pt idx="5343">
                  <c:v>844.73474412420137</c:v>
                </c:pt>
                <c:pt idx="5344">
                  <c:v>844.73633861571648</c:v>
                </c:pt>
                <c:pt idx="5345">
                  <c:v>844.76526382471479</c:v>
                </c:pt>
                <c:pt idx="5346">
                  <c:v>844.72286852589639</c:v>
                </c:pt>
                <c:pt idx="5347">
                  <c:v>844.72724482954641</c:v>
                </c:pt>
                <c:pt idx="5348">
                  <c:v>844.75562546467199</c:v>
                </c:pt>
                <c:pt idx="5349">
                  <c:v>844.67641544145215</c:v>
                </c:pt>
                <c:pt idx="5350">
                  <c:v>844.67732244279989</c:v>
                </c:pt>
                <c:pt idx="5351">
                  <c:v>844.69748850229064</c:v>
                </c:pt>
                <c:pt idx="5352">
                  <c:v>844.70952786089788</c:v>
                </c:pt>
                <c:pt idx="5353">
                  <c:v>844.72049420269457</c:v>
                </c:pt>
                <c:pt idx="5354">
                  <c:v>844.7569567346203</c:v>
                </c:pt>
                <c:pt idx="5355">
                  <c:v>844.76608594786717</c:v>
                </c:pt>
                <c:pt idx="5356">
                  <c:v>844.74959196749035</c:v>
                </c:pt>
                <c:pt idx="5357">
                  <c:v>844.75734612712438</c:v>
                </c:pt>
                <c:pt idx="5358">
                  <c:v>838.23728655969398</c:v>
                </c:pt>
                <c:pt idx="5359">
                  <c:v>838.27815973155884</c:v>
                </c:pt>
                <c:pt idx="5360">
                  <c:v>838.26266275054104</c:v>
                </c:pt>
                <c:pt idx="5361">
                  <c:v>838.26236940852925</c:v>
                </c:pt>
                <c:pt idx="5362">
                  <c:v>838.26759633587176</c:v>
                </c:pt>
                <c:pt idx="5363">
                  <c:v>837.50879335569255</c:v>
                </c:pt>
                <c:pt idx="5364">
                  <c:v>835.82169802739452</c:v>
                </c:pt>
                <c:pt idx="5365">
                  <c:v>835.82392458107756</c:v>
                </c:pt>
                <c:pt idx="5366">
                  <c:v>835.82870114818877</c:v>
                </c:pt>
                <c:pt idx="5367">
                  <c:v>835.83803477846129</c:v>
                </c:pt>
                <c:pt idx="5368">
                  <c:v>835.81792666027638</c:v>
                </c:pt>
                <c:pt idx="5369">
                  <c:v>831.91091979724865</c:v>
                </c:pt>
                <c:pt idx="5370">
                  <c:v>832.01629748442906</c:v>
                </c:pt>
                <c:pt idx="5371">
                  <c:v>832.72344153696304</c:v>
                </c:pt>
                <c:pt idx="5372">
                  <c:v>832.71856157098932</c:v>
                </c:pt>
                <c:pt idx="5373">
                  <c:v>832.71229893238694</c:v>
                </c:pt>
                <c:pt idx="5374">
                  <c:v>832.49309862264965</c:v>
                </c:pt>
                <c:pt idx="5375">
                  <c:v>832.51639691445655</c:v>
                </c:pt>
                <c:pt idx="5376">
                  <c:v>831.09669979407283</c:v>
                </c:pt>
                <c:pt idx="5377">
                  <c:v>831.08341231993609</c:v>
                </c:pt>
                <c:pt idx="5378">
                  <c:v>826.7275212517211</c:v>
                </c:pt>
                <c:pt idx="5379">
                  <c:v>821.30732525317615</c:v>
                </c:pt>
                <c:pt idx="5380">
                  <c:v>821.89172743872518</c:v>
                </c:pt>
                <c:pt idx="5381">
                  <c:v>822.74072150357927</c:v>
                </c:pt>
                <c:pt idx="5382">
                  <c:v>821.76064395317496</c:v>
                </c:pt>
                <c:pt idx="5383">
                  <c:v>777.0418091312107</c:v>
                </c:pt>
                <c:pt idx="5384">
                  <c:v>774.13593805453934</c:v>
                </c:pt>
                <c:pt idx="5385">
                  <c:v>774.22511250078173</c:v>
                </c:pt>
                <c:pt idx="5386">
                  <c:v>774.07621773699691</c:v>
                </c:pt>
                <c:pt idx="5387">
                  <c:v>773.50914932815181</c:v>
                </c:pt>
                <c:pt idx="5388">
                  <c:v>766.6730927479025</c:v>
                </c:pt>
                <c:pt idx="5389">
                  <c:v>757.20647514729444</c:v>
                </c:pt>
                <c:pt idx="5390">
                  <c:v>757.4828529921931</c:v>
                </c:pt>
                <c:pt idx="5391">
                  <c:v>757.87284078561629</c:v>
                </c:pt>
                <c:pt idx="5392">
                  <c:v>758.05084838875973</c:v>
                </c:pt>
                <c:pt idx="5393">
                  <c:v>758.907418578023</c:v>
                </c:pt>
                <c:pt idx="5394">
                  <c:v>757.0558885163997</c:v>
                </c:pt>
                <c:pt idx="5395">
                  <c:v>754.08453191782803</c:v>
                </c:pt>
                <c:pt idx="5396">
                  <c:v>689.23740240332017</c:v>
                </c:pt>
                <c:pt idx="5397">
                  <c:v>687.87936707526194</c:v>
                </c:pt>
                <c:pt idx="5398">
                  <c:v>688.14100359711279</c:v>
                </c:pt>
                <c:pt idx="5399">
                  <c:v>688.38214943920218</c:v>
                </c:pt>
                <c:pt idx="5400">
                  <c:v>687.56339983042812</c:v>
                </c:pt>
                <c:pt idx="5401">
                  <c:v>686.90690493632462</c:v>
                </c:pt>
                <c:pt idx="5402">
                  <c:v>686.78737292653489</c:v>
                </c:pt>
                <c:pt idx="5403">
                  <c:v>687.38756760107242</c:v>
                </c:pt>
                <c:pt idx="5404">
                  <c:v>687.0352673480013</c:v>
                </c:pt>
                <c:pt idx="5405">
                  <c:v>686.54496762178326</c:v>
                </c:pt>
                <c:pt idx="5406">
                  <c:v>686.00032285718407</c:v>
                </c:pt>
                <c:pt idx="5407">
                  <c:v>685.8694879083755</c:v>
                </c:pt>
                <c:pt idx="5408">
                  <c:v>685.88153067634585</c:v>
                </c:pt>
                <c:pt idx="5409">
                  <c:v>684.77858068554167</c:v>
                </c:pt>
                <c:pt idx="5410">
                  <c:v>684.74199894818253</c:v>
                </c:pt>
                <c:pt idx="5411">
                  <c:v>684.71626152860176</c:v>
                </c:pt>
                <c:pt idx="5412">
                  <c:v>685.08382559074391</c:v>
                </c:pt>
                <c:pt idx="5413">
                  <c:v>685.62829206987556</c:v>
                </c:pt>
                <c:pt idx="5414">
                  <c:v>684.7428087593637</c:v>
                </c:pt>
                <c:pt idx="5415">
                  <c:v>685.38672594503987</c:v>
                </c:pt>
                <c:pt idx="5416">
                  <c:v>685.84219003027954</c:v>
                </c:pt>
                <c:pt idx="5417">
                  <c:v>684.93129506535286</c:v>
                </c:pt>
                <c:pt idx="5418">
                  <c:v>687.46526862680548</c:v>
                </c:pt>
                <c:pt idx="5419">
                  <c:v>688.27992252832985</c:v>
                </c:pt>
                <c:pt idx="5420">
                  <c:v>688.49802717815817</c:v>
                </c:pt>
                <c:pt idx="5421">
                  <c:v>687.96370008821145</c:v>
                </c:pt>
                <c:pt idx="5422">
                  <c:v>688.07199870729528</c:v>
                </c:pt>
                <c:pt idx="5423">
                  <c:v>687.66561217457547</c:v>
                </c:pt>
                <c:pt idx="5424">
                  <c:v>687.24239404540242</c:v>
                </c:pt>
                <c:pt idx="5425">
                  <c:v>687.73748261684455</c:v>
                </c:pt>
                <c:pt idx="5426">
                  <c:v>687.97684119620806</c:v>
                </c:pt>
                <c:pt idx="5427">
                  <c:v>688.22545256965611</c:v>
                </c:pt>
                <c:pt idx="5428">
                  <c:v>687.76705822111057</c:v>
                </c:pt>
                <c:pt idx="5429">
                  <c:v>681.9746596589664</c:v>
                </c:pt>
                <c:pt idx="5430">
                  <c:v>681.71749467450866</c:v>
                </c:pt>
                <c:pt idx="5431">
                  <c:v>682.09253305227355</c:v>
                </c:pt>
                <c:pt idx="5432">
                  <c:v>681.89609788107248</c:v>
                </c:pt>
                <c:pt idx="5433">
                  <c:v>681.7307238024232</c:v>
                </c:pt>
                <c:pt idx="5434">
                  <c:v>683.26758242552762</c:v>
                </c:pt>
                <c:pt idx="5435">
                  <c:v>683.65969464670968</c:v>
                </c:pt>
                <c:pt idx="5436">
                  <c:v>684.03130669425082</c:v>
                </c:pt>
                <c:pt idx="5437">
                  <c:v>683.81734325509308</c:v>
                </c:pt>
                <c:pt idx="5438">
                  <c:v>683.24080711287661</c:v>
                </c:pt>
                <c:pt idx="5439">
                  <c:v>683.21790713261259</c:v>
                </c:pt>
                <c:pt idx="5440">
                  <c:v>683.11186484093685</c:v>
                </c:pt>
                <c:pt idx="5441">
                  <c:v>683.55157117751139</c:v>
                </c:pt>
                <c:pt idx="5442">
                  <c:v>682.59990613568573</c:v>
                </c:pt>
                <c:pt idx="5443">
                  <c:v>682.62825067856079</c:v>
                </c:pt>
                <c:pt idx="5444">
                  <c:v>682.93683236682409</c:v>
                </c:pt>
                <c:pt idx="5445">
                  <c:v>682.6582873788899</c:v>
                </c:pt>
                <c:pt idx="5446">
                  <c:v>681.87302301417287</c:v>
                </c:pt>
                <c:pt idx="5447">
                  <c:v>680.16852468603372</c:v>
                </c:pt>
                <c:pt idx="5448">
                  <c:v>680.35351317836887</c:v>
                </c:pt>
                <c:pt idx="5449">
                  <c:v>680.73129101300049</c:v>
                </c:pt>
                <c:pt idx="5450">
                  <c:v>680.26905087279499</c:v>
                </c:pt>
                <c:pt idx="5451">
                  <c:v>680.71845706237309</c:v>
                </c:pt>
                <c:pt idx="5452">
                  <c:v>679.92917917460159</c:v>
                </c:pt>
                <c:pt idx="5453">
                  <c:v>680.91059740455159</c:v>
                </c:pt>
                <c:pt idx="5454">
                  <c:v>680.92219995590176</c:v>
                </c:pt>
                <c:pt idx="5455">
                  <c:v>680.65090334154831</c:v>
                </c:pt>
                <c:pt idx="5456">
                  <c:v>680.37159830210476</c:v>
                </c:pt>
                <c:pt idx="5457">
                  <c:v>679.68056693575534</c:v>
                </c:pt>
                <c:pt idx="5458">
                  <c:v>679.50776888523092</c:v>
                </c:pt>
                <c:pt idx="5459">
                  <c:v>680.36474668650351</c:v>
                </c:pt>
                <c:pt idx="5460">
                  <c:v>692.88790899513242</c:v>
                </c:pt>
                <c:pt idx="5461">
                  <c:v>692.89149686040901</c:v>
                </c:pt>
                <c:pt idx="5462">
                  <c:v>692.88819836957703</c:v>
                </c:pt>
                <c:pt idx="5463">
                  <c:v>692.86594282575072</c:v>
                </c:pt>
                <c:pt idx="5464">
                  <c:v>692.87409530400691</c:v>
                </c:pt>
                <c:pt idx="5465">
                  <c:v>692.86304770279446</c:v>
                </c:pt>
                <c:pt idx="5466">
                  <c:v>692.85643701494098</c:v>
                </c:pt>
                <c:pt idx="5467">
                  <c:v>691.14829724122433</c:v>
                </c:pt>
                <c:pt idx="5468">
                  <c:v>691.15311383788855</c:v>
                </c:pt>
                <c:pt idx="5469">
                  <c:v>690.74033156711926</c:v>
                </c:pt>
                <c:pt idx="5470">
                  <c:v>690.73040804079756</c:v>
                </c:pt>
                <c:pt idx="5471">
                  <c:v>691.15939095134763</c:v>
                </c:pt>
                <c:pt idx="5472">
                  <c:v>690.73219011477943</c:v>
                </c:pt>
                <c:pt idx="5473">
                  <c:v>690.73074369656422</c:v>
                </c:pt>
                <c:pt idx="5474">
                  <c:v>690.66078270715752</c:v>
                </c:pt>
                <c:pt idx="5475">
                  <c:v>690.68596846819116</c:v>
                </c:pt>
                <c:pt idx="5476">
                  <c:v>690.6758692963042</c:v>
                </c:pt>
                <c:pt idx="5477">
                  <c:v>690.67388121403917</c:v>
                </c:pt>
                <c:pt idx="5478">
                  <c:v>690.67687540765723</c:v>
                </c:pt>
                <c:pt idx="5479">
                  <c:v>690.68406065294107</c:v>
                </c:pt>
                <c:pt idx="5480">
                  <c:v>690.68536236215448</c:v>
                </c:pt>
                <c:pt idx="5481">
                  <c:v>690.67877266550909</c:v>
                </c:pt>
                <c:pt idx="5482">
                  <c:v>692.91895969660379</c:v>
                </c:pt>
                <c:pt idx="5483">
                  <c:v>692.69959787078551</c:v>
                </c:pt>
                <c:pt idx="5484">
                  <c:v>692.70856547569235</c:v>
                </c:pt>
                <c:pt idx="5485">
                  <c:v>687.18900069272797</c:v>
                </c:pt>
                <c:pt idx="5486">
                  <c:v>687.18780900455261</c:v>
                </c:pt>
                <c:pt idx="5487">
                  <c:v>682.67392542904349</c:v>
                </c:pt>
                <c:pt idx="5488">
                  <c:v>682.60427442626519</c:v>
                </c:pt>
                <c:pt idx="5489">
                  <c:v>680.61017051800286</c:v>
                </c:pt>
                <c:pt idx="5490">
                  <c:v>682.02211012419957</c:v>
                </c:pt>
                <c:pt idx="5491">
                  <c:v>682.02361500489064</c:v>
                </c:pt>
                <c:pt idx="5492">
                  <c:v>681.76281835393968</c:v>
                </c:pt>
                <c:pt idx="5493">
                  <c:v>681.85638513141282</c:v>
                </c:pt>
                <c:pt idx="5494">
                  <c:v>681.97436886281741</c:v>
                </c:pt>
                <c:pt idx="5495">
                  <c:v>681.99265573983507</c:v>
                </c:pt>
                <c:pt idx="5496">
                  <c:v>681.96179049102852</c:v>
                </c:pt>
                <c:pt idx="5497">
                  <c:v>682.35992521900607</c:v>
                </c:pt>
                <c:pt idx="5498">
                  <c:v>682.36415512961082</c:v>
                </c:pt>
                <c:pt idx="5499">
                  <c:v>676.70394892742411</c:v>
                </c:pt>
                <c:pt idx="5500">
                  <c:v>635.01840484402908</c:v>
                </c:pt>
                <c:pt idx="5501">
                  <c:v>634.96360779830593</c:v>
                </c:pt>
                <c:pt idx="5502">
                  <c:v>634.96701772759457</c:v>
                </c:pt>
                <c:pt idx="5503">
                  <c:v>633.86583366173602</c:v>
                </c:pt>
                <c:pt idx="5504">
                  <c:v>633.89979202732468</c:v>
                </c:pt>
                <c:pt idx="5505">
                  <c:v>633.8956867889126</c:v>
                </c:pt>
                <c:pt idx="5506">
                  <c:v>633.89529150579335</c:v>
                </c:pt>
                <c:pt idx="5507">
                  <c:v>633.90056191719418</c:v>
                </c:pt>
                <c:pt idx="5508">
                  <c:v>633.8579208833321</c:v>
                </c:pt>
                <c:pt idx="5509">
                  <c:v>633.86033935283308</c:v>
                </c:pt>
                <c:pt idx="5510">
                  <c:v>633.86278880849909</c:v>
                </c:pt>
                <c:pt idx="5511">
                  <c:v>633.87143983787212</c:v>
                </c:pt>
                <c:pt idx="5512">
                  <c:v>633.86712921196204</c:v>
                </c:pt>
                <c:pt idx="5513">
                  <c:v>632.86229390552955</c:v>
                </c:pt>
                <c:pt idx="5514">
                  <c:v>630.92177704954133</c:v>
                </c:pt>
                <c:pt idx="5515">
                  <c:v>630.92428162040642</c:v>
                </c:pt>
                <c:pt idx="5516">
                  <c:v>630.92521334882701</c:v>
                </c:pt>
                <c:pt idx="5517">
                  <c:v>630.92292345106659</c:v>
                </c:pt>
                <c:pt idx="5518">
                  <c:v>630.92290219186873</c:v>
                </c:pt>
                <c:pt idx="5519">
                  <c:v>630.92303912033151</c:v>
                </c:pt>
                <c:pt idx="5520">
                  <c:v>630.94931750741841</c:v>
                </c:pt>
                <c:pt idx="5521">
                  <c:v>630.95083539059033</c:v>
                </c:pt>
                <c:pt idx="5522">
                  <c:v>630.95252505600934</c:v>
                </c:pt>
                <c:pt idx="5523">
                  <c:v>630.95183802792076</c:v>
                </c:pt>
                <c:pt idx="5524">
                  <c:v>630.95028363750623</c:v>
                </c:pt>
                <c:pt idx="5525">
                  <c:v>630.95157797230843</c:v>
                </c:pt>
                <c:pt idx="5526">
                  <c:v>630.9509459226731</c:v>
                </c:pt>
                <c:pt idx="5527">
                  <c:v>630.95074437108656</c:v>
                </c:pt>
                <c:pt idx="5528">
                  <c:v>630.95110755124438</c:v>
                </c:pt>
                <c:pt idx="5529">
                  <c:v>630.94935053523886</c:v>
                </c:pt>
                <c:pt idx="5530">
                  <c:v>630.02248417473868</c:v>
                </c:pt>
                <c:pt idx="5531">
                  <c:v>630.02145475274153</c:v>
                </c:pt>
                <c:pt idx="5532">
                  <c:v>630.02080111467569</c:v>
                </c:pt>
                <c:pt idx="5533">
                  <c:v>630.0208271282213</c:v>
                </c:pt>
                <c:pt idx="5534">
                  <c:v>630.02044137119344</c:v>
                </c:pt>
                <c:pt idx="5535">
                  <c:v>630.02129247810831</c:v>
                </c:pt>
                <c:pt idx="5536">
                  <c:v>630.02351302516433</c:v>
                </c:pt>
                <c:pt idx="5537">
                  <c:v>630.02386149735548</c:v>
                </c:pt>
                <c:pt idx="5538">
                  <c:v>630.0220167951743</c:v>
                </c:pt>
                <c:pt idx="5539">
                  <c:v>630.02240540296498</c:v>
                </c:pt>
                <c:pt idx="5540">
                  <c:v>661.71914894440204</c:v>
                </c:pt>
                <c:pt idx="5541">
                  <c:v>662.01169777014888</c:v>
                </c:pt>
                <c:pt idx="5542">
                  <c:v>661.77027363932712</c:v>
                </c:pt>
                <c:pt idx="5543">
                  <c:v>661.73197215490563</c:v>
                </c:pt>
                <c:pt idx="5544">
                  <c:v>661.68550496028911</c:v>
                </c:pt>
                <c:pt idx="5545">
                  <c:v>661.58737313394477</c:v>
                </c:pt>
                <c:pt idx="5546">
                  <c:v>661.65300782570193</c:v>
                </c:pt>
                <c:pt idx="5547">
                  <c:v>661.65551456247181</c:v>
                </c:pt>
                <c:pt idx="5548">
                  <c:v>661.47265752355565</c:v>
                </c:pt>
                <c:pt idx="5549">
                  <c:v>661.23231814379585</c:v>
                </c:pt>
                <c:pt idx="5550">
                  <c:v>661.00987404570253</c:v>
                </c:pt>
                <c:pt idx="5551">
                  <c:v>660.8438584185908</c:v>
                </c:pt>
                <c:pt idx="5552">
                  <c:v>661.37745419323062</c:v>
                </c:pt>
                <c:pt idx="5553">
                  <c:v>661.38920142728477</c:v>
                </c:pt>
                <c:pt idx="5554">
                  <c:v>661.4148064550584</c:v>
                </c:pt>
                <c:pt idx="5555">
                  <c:v>661.32135333720441</c:v>
                </c:pt>
                <c:pt idx="5556">
                  <c:v>661.3787142884446</c:v>
                </c:pt>
                <c:pt idx="5557">
                  <c:v>661.3262815573778</c:v>
                </c:pt>
                <c:pt idx="5558">
                  <c:v>661.46701212336882</c:v>
                </c:pt>
                <c:pt idx="5559">
                  <c:v>661.34299013430905</c:v>
                </c:pt>
                <c:pt idx="5560">
                  <c:v>661.56092352360201</c:v>
                </c:pt>
                <c:pt idx="5561">
                  <c:v>661.78875755217575</c:v>
                </c:pt>
                <c:pt idx="5562">
                  <c:v>661.89520941279102</c:v>
                </c:pt>
                <c:pt idx="5563">
                  <c:v>662.10507340729305</c:v>
                </c:pt>
                <c:pt idx="5564">
                  <c:v>659.98393033558364</c:v>
                </c:pt>
                <c:pt idx="5565">
                  <c:v>659.73121101505967</c:v>
                </c:pt>
                <c:pt idx="5566">
                  <c:v>659.83055237165934</c:v>
                </c:pt>
                <c:pt idx="5567">
                  <c:v>659.90018714217535</c:v>
                </c:pt>
                <c:pt idx="5568">
                  <c:v>659.89935043258834</c:v>
                </c:pt>
                <c:pt idx="5569">
                  <c:v>659.85493455103983</c:v>
                </c:pt>
                <c:pt idx="5570">
                  <c:v>659.55044685405198</c:v>
                </c:pt>
                <c:pt idx="5571">
                  <c:v>659.64469889387442</c:v>
                </c:pt>
                <c:pt idx="5572">
                  <c:v>659.64384886665118</c:v>
                </c:pt>
                <c:pt idx="5573">
                  <c:v>659.42723300802515</c:v>
                </c:pt>
                <c:pt idx="5574">
                  <c:v>659.43117388778956</c:v>
                </c:pt>
                <c:pt idx="5575">
                  <c:v>659.14999225603106</c:v>
                </c:pt>
                <c:pt idx="5576">
                  <c:v>659.05229277885655</c:v>
                </c:pt>
                <c:pt idx="5577">
                  <c:v>659.11686843973405</c:v>
                </c:pt>
                <c:pt idx="5578">
                  <c:v>659.09354353661877</c:v>
                </c:pt>
                <c:pt idx="5579">
                  <c:v>659.22349103048793</c:v>
                </c:pt>
                <c:pt idx="5580">
                  <c:v>659.19155326920122</c:v>
                </c:pt>
                <c:pt idx="5581">
                  <c:v>658.91902604456459</c:v>
                </c:pt>
                <c:pt idx="5582">
                  <c:v>658.56534927450321</c:v>
                </c:pt>
                <c:pt idx="5583">
                  <c:v>658.14388591391753</c:v>
                </c:pt>
                <c:pt idx="5584">
                  <c:v>658.1959819921949</c:v>
                </c:pt>
                <c:pt idx="5585">
                  <c:v>658.36281616456279</c:v>
                </c:pt>
                <c:pt idx="5586">
                  <c:v>658.2273276270289</c:v>
                </c:pt>
                <c:pt idx="5587">
                  <c:v>658.0474623455965</c:v>
                </c:pt>
                <c:pt idx="5588">
                  <c:v>657.76574337765589</c:v>
                </c:pt>
                <c:pt idx="5589">
                  <c:v>657.62378264296694</c:v>
                </c:pt>
                <c:pt idx="5590">
                  <c:v>661.43265645465908</c:v>
                </c:pt>
                <c:pt idx="5591">
                  <c:v>661.34242671013874</c:v>
                </c:pt>
                <c:pt idx="5592">
                  <c:v>661.53331798769204</c:v>
                </c:pt>
                <c:pt idx="5593">
                  <c:v>661.36469430828799</c:v>
                </c:pt>
                <c:pt idx="5594">
                  <c:v>661.24032456830764</c:v>
                </c:pt>
                <c:pt idx="5595">
                  <c:v>661.30509894828413</c:v>
                </c:pt>
                <c:pt idx="5596">
                  <c:v>661.36675931599541</c:v>
                </c:pt>
                <c:pt idx="5597">
                  <c:v>661.69863460229328</c:v>
                </c:pt>
                <c:pt idx="5598">
                  <c:v>661.69173153836743</c:v>
                </c:pt>
                <c:pt idx="5599">
                  <c:v>661.39553694625124</c:v>
                </c:pt>
                <c:pt idx="5600">
                  <c:v>661.43917374558237</c:v>
                </c:pt>
                <c:pt idx="5601">
                  <c:v>661.32386673348196</c:v>
                </c:pt>
                <c:pt idx="5602">
                  <c:v>661.16008367355107</c:v>
                </c:pt>
                <c:pt idx="5603">
                  <c:v>661.33305383297613</c:v>
                </c:pt>
                <c:pt idx="5604">
                  <c:v>661.2248518097839</c:v>
                </c:pt>
                <c:pt idx="5605">
                  <c:v>661.3724931922319</c:v>
                </c:pt>
                <c:pt idx="5606">
                  <c:v>669.60033443499367</c:v>
                </c:pt>
                <c:pt idx="5607">
                  <c:v>670.10524391880301</c:v>
                </c:pt>
                <c:pt idx="5608">
                  <c:v>670.29989421896357</c:v>
                </c:pt>
                <c:pt idx="5609">
                  <c:v>670.26101911043315</c:v>
                </c:pt>
                <c:pt idx="5610">
                  <c:v>669.70097504115915</c:v>
                </c:pt>
                <c:pt idx="5611">
                  <c:v>669.07208740124599</c:v>
                </c:pt>
                <c:pt idx="5612">
                  <c:v>669.11110290061902</c:v>
                </c:pt>
                <c:pt idx="5613">
                  <c:v>669.17450432596945</c:v>
                </c:pt>
                <c:pt idx="5614">
                  <c:v>669.31851088245412</c:v>
                </c:pt>
                <c:pt idx="5615">
                  <c:v>669.51826398486821</c:v>
                </c:pt>
                <c:pt idx="5616">
                  <c:v>669.2446908918505</c:v>
                </c:pt>
                <c:pt idx="5617">
                  <c:v>668.93617300901178</c:v>
                </c:pt>
                <c:pt idx="5618">
                  <c:v>668.78266917129247</c:v>
                </c:pt>
                <c:pt idx="5619">
                  <c:v>670.10104136469249</c:v>
                </c:pt>
                <c:pt idx="5620">
                  <c:v>661.59908767875538</c:v>
                </c:pt>
                <c:pt idx="5621">
                  <c:v>661.75925923122725</c:v>
                </c:pt>
                <c:pt idx="5622">
                  <c:v>661.7104393467398</c:v>
                </c:pt>
                <c:pt idx="5623">
                  <c:v>661.74443842775293</c:v>
                </c:pt>
                <c:pt idx="5624">
                  <c:v>661.69297996917328</c:v>
                </c:pt>
                <c:pt idx="5625">
                  <c:v>657.73251634011876</c:v>
                </c:pt>
                <c:pt idx="5626">
                  <c:v>662.9675466330873</c:v>
                </c:pt>
                <c:pt idx="5627">
                  <c:v>663.01330788525763</c:v>
                </c:pt>
                <c:pt idx="5628">
                  <c:v>663.1660004791205</c:v>
                </c:pt>
                <c:pt idx="5629">
                  <c:v>663.48523385411886</c:v>
                </c:pt>
                <c:pt idx="5630">
                  <c:v>662.73550769934741</c:v>
                </c:pt>
                <c:pt idx="5631">
                  <c:v>663.22660563581269</c:v>
                </c:pt>
                <c:pt idx="5632">
                  <c:v>662.894411931386</c:v>
                </c:pt>
                <c:pt idx="5633">
                  <c:v>663.18214206210359</c:v>
                </c:pt>
                <c:pt idx="5634">
                  <c:v>662.88089449248059</c:v>
                </c:pt>
                <c:pt idx="5635">
                  <c:v>662.78083957676017</c:v>
                </c:pt>
                <c:pt idx="5636">
                  <c:v>662.33767170383646</c:v>
                </c:pt>
                <c:pt idx="5637">
                  <c:v>658.60222551846255</c:v>
                </c:pt>
                <c:pt idx="5638">
                  <c:v>658.73290945617919</c:v>
                </c:pt>
                <c:pt idx="5639">
                  <c:v>658.61423940916427</c:v>
                </c:pt>
                <c:pt idx="5640">
                  <c:v>664.14905066914355</c:v>
                </c:pt>
                <c:pt idx="5641">
                  <c:v>673.01367423717113</c:v>
                </c:pt>
                <c:pt idx="5642">
                  <c:v>672.68729773180098</c:v>
                </c:pt>
                <c:pt idx="5643">
                  <c:v>650.5147879935073</c:v>
                </c:pt>
                <c:pt idx="5644">
                  <c:v>650.42740249990482</c:v>
                </c:pt>
                <c:pt idx="5645">
                  <c:v>655.57889129134207</c:v>
                </c:pt>
                <c:pt idx="5646">
                  <c:v>655.34437720846893</c:v>
                </c:pt>
                <c:pt idx="5647">
                  <c:v>655.51680684513235</c:v>
                </c:pt>
                <c:pt idx="5648">
                  <c:v>655.61572885431451</c:v>
                </c:pt>
                <c:pt idx="5649">
                  <c:v>656.21418896156285</c:v>
                </c:pt>
                <c:pt idx="5650">
                  <c:v>656.27902867698526</c:v>
                </c:pt>
                <c:pt idx="5651">
                  <c:v>656.06363044118734</c:v>
                </c:pt>
                <c:pt idx="5652">
                  <c:v>656.0000683245645</c:v>
                </c:pt>
                <c:pt idx="5653">
                  <c:v>655.96594200892321</c:v>
                </c:pt>
                <c:pt idx="5654">
                  <c:v>655.93355987060227</c:v>
                </c:pt>
                <c:pt idx="5655">
                  <c:v>655.9287550454851</c:v>
                </c:pt>
                <c:pt idx="5656">
                  <c:v>655.9801863871279</c:v>
                </c:pt>
                <c:pt idx="5657">
                  <c:v>655.94422381479001</c:v>
                </c:pt>
                <c:pt idx="5658">
                  <c:v>656.24730607986714</c:v>
                </c:pt>
                <c:pt idx="5659">
                  <c:v>655.96379747011531</c:v>
                </c:pt>
                <c:pt idx="5660">
                  <c:v>656.06379052883494</c:v>
                </c:pt>
                <c:pt idx="5661">
                  <c:v>656.16084116565787</c:v>
                </c:pt>
                <c:pt idx="5662">
                  <c:v>656.37339137652816</c:v>
                </c:pt>
                <c:pt idx="5663">
                  <c:v>656.66870411271202</c:v>
                </c:pt>
                <c:pt idx="5664">
                  <c:v>656.64399425042791</c:v>
                </c:pt>
                <c:pt idx="5665">
                  <c:v>656.54003948338675</c:v>
                </c:pt>
                <c:pt idx="5666">
                  <c:v>656.84889943381563</c:v>
                </c:pt>
                <c:pt idx="5667">
                  <c:v>656.95754491674495</c:v>
                </c:pt>
                <c:pt idx="5668">
                  <c:v>657.11109619541446</c:v>
                </c:pt>
                <c:pt idx="5669">
                  <c:v>657.34970692168122</c:v>
                </c:pt>
                <c:pt idx="5670">
                  <c:v>657.27556201128789</c:v>
                </c:pt>
                <c:pt idx="5671">
                  <c:v>657.03861649314433</c:v>
                </c:pt>
                <c:pt idx="5672">
                  <c:v>656.99681710391224</c:v>
                </c:pt>
                <c:pt idx="5673">
                  <c:v>657.00112694841243</c:v>
                </c:pt>
                <c:pt idx="5674">
                  <c:v>657.17731744416733</c:v>
                </c:pt>
                <c:pt idx="5675">
                  <c:v>657.6213916373656</c:v>
                </c:pt>
                <c:pt idx="5676">
                  <c:v>657.58178421377704</c:v>
                </c:pt>
                <c:pt idx="5677">
                  <c:v>657.60383143523677</c:v>
                </c:pt>
                <c:pt idx="5678">
                  <c:v>657.8768239069899</c:v>
                </c:pt>
                <c:pt idx="5679">
                  <c:v>657.64087558620429</c:v>
                </c:pt>
                <c:pt idx="5680">
                  <c:v>657.6697725251405</c:v>
                </c:pt>
                <c:pt idx="5681">
                  <c:v>657.88294657201436</c:v>
                </c:pt>
                <c:pt idx="5682">
                  <c:v>656.64425587092774</c:v>
                </c:pt>
                <c:pt idx="5683">
                  <c:v>656.60829697677457</c:v>
                </c:pt>
                <c:pt idx="5684">
                  <c:v>656.06271920037045</c:v>
                </c:pt>
                <c:pt idx="5685">
                  <c:v>656.06060417249739</c:v>
                </c:pt>
                <c:pt idx="5686">
                  <c:v>656.50249313041547</c:v>
                </c:pt>
                <c:pt idx="5687">
                  <c:v>656.51364828715396</c:v>
                </c:pt>
                <c:pt idx="5688">
                  <c:v>656.35749829042857</c:v>
                </c:pt>
                <c:pt idx="5689">
                  <c:v>656.44753971007003</c:v>
                </c:pt>
                <c:pt idx="5690">
                  <c:v>656.38985410800717</c:v>
                </c:pt>
                <c:pt idx="5691">
                  <c:v>656.6349844410712</c:v>
                </c:pt>
                <c:pt idx="5692">
                  <c:v>656.76690968418734</c:v>
                </c:pt>
                <c:pt idx="5693">
                  <c:v>657.07384197853196</c:v>
                </c:pt>
                <c:pt idx="5694">
                  <c:v>656.94480930562963</c:v>
                </c:pt>
                <c:pt idx="5695">
                  <c:v>657.14792894155573</c:v>
                </c:pt>
                <c:pt idx="5696">
                  <c:v>656.88877306508721</c:v>
                </c:pt>
                <c:pt idx="5697">
                  <c:v>656.94408440515883</c:v>
                </c:pt>
                <c:pt idx="5698">
                  <c:v>656.85558967514658</c:v>
                </c:pt>
                <c:pt idx="5699">
                  <c:v>656.57036404886253</c:v>
                </c:pt>
                <c:pt idx="5700">
                  <c:v>656.6145182288069</c:v>
                </c:pt>
                <c:pt idx="5701">
                  <c:v>656.9205565743971</c:v>
                </c:pt>
                <c:pt idx="5702">
                  <c:v>656.77318703576566</c:v>
                </c:pt>
                <c:pt idx="5703">
                  <c:v>656.56402175439723</c:v>
                </c:pt>
                <c:pt idx="5704">
                  <c:v>656.4786433661277</c:v>
                </c:pt>
                <c:pt idx="5705">
                  <c:v>656.57717364133066</c:v>
                </c:pt>
                <c:pt idx="5706">
                  <c:v>656.78313862788332</c:v>
                </c:pt>
                <c:pt idx="5707">
                  <c:v>656.78856744912957</c:v>
                </c:pt>
                <c:pt idx="5708">
                  <c:v>656.31606940842687</c:v>
                </c:pt>
                <c:pt idx="5709">
                  <c:v>656.31297560975611</c:v>
                </c:pt>
                <c:pt idx="5710">
                  <c:v>656.31468364130717</c:v>
                </c:pt>
                <c:pt idx="5711">
                  <c:v>656.31307565294662</c:v>
                </c:pt>
                <c:pt idx="5712">
                  <c:v>656.31319351971433</c:v>
                </c:pt>
                <c:pt idx="5713">
                  <c:v>655.86747864082554</c:v>
                </c:pt>
                <c:pt idx="5714">
                  <c:v>653.25831178724695</c:v>
                </c:pt>
                <c:pt idx="5715">
                  <c:v>653.25908726308978</c:v>
                </c:pt>
                <c:pt idx="5716">
                  <c:v>653.25612532307537</c:v>
                </c:pt>
                <c:pt idx="5717">
                  <c:v>653.25620281736258</c:v>
                </c:pt>
                <c:pt idx="5718">
                  <c:v>653.25579259327526</c:v>
                </c:pt>
                <c:pt idx="5719">
                  <c:v>653.25764733742358</c:v>
                </c:pt>
                <c:pt idx="5720">
                  <c:v>653.2548925510589</c:v>
                </c:pt>
                <c:pt idx="5721">
                  <c:v>653.26038779826297</c:v>
                </c:pt>
                <c:pt idx="5722">
                  <c:v>653.25837131292656</c:v>
                </c:pt>
                <c:pt idx="5723">
                  <c:v>653.25831735063457</c:v>
                </c:pt>
                <c:pt idx="5724">
                  <c:v>652.0855530011637</c:v>
                </c:pt>
                <c:pt idx="5725">
                  <c:v>652.08479074278262</c:v>
                </c:pt>
                <c:pt idx="5726">
                  <c:v>651.92720718411363</c:v>
                </c:pt>
                <c:pt idx="5727">
                  <c:v>652.8601748522392</c:v>
                </c:pt>
                <c:pt idx="5728">
                  <c:v>652.85650481103778</c:v>
                </c:pt>
                <c:pt idx="5729">
                  <c:v>645.42773854035556</c:v>
                </c:pt>
                <c:pt idx="5730">
                  <c:v>645.15358752019756</c:v>
                </c:pt>
                <c:pt idx="5731">
                  <c:v>645.15201670671081</c:v>
                </c:pt>
                <c:pt idx="5732">
                  <c:v>644.12656936832013</c:v>
                </c:pt>
                <c:pt idx="5733">
                  <c:v>644.12484281760874</c:v>
                </c:pt>
                <c:pt idx="5734">
                  <c:v>641.31742390335535</c:v>
                </c:pt>
                <c:pt idx="5735">
                  <c:v>641.31916704293997</c:v>
                </c:pt>
                <c:pt idx="5736">
                  <c:v>630.62981660099194</c:v>
                </c:pt>
                <c:pt idx="5737">
                  <c:v>630.62739133202558</c:v>
                </c:pt>
                <c:pt idx="5738">
                  <c:v>630.62996965973616</c:v>
                </c:pt>
                <c:pt idx="5739">
                  <c:v>630.21407502296404</c:v>
                </c:pt>
                <c:pt idx="5740">
                  <c:v>623.64885912181899</c:v>
                </c:pt>
                <c:pt idx="5741">
                  <c:v>623.64935433474614</c:v>
                </c:pt>
                <c:pt idx="5742">
                  <c:v>623.6504241327375</c:v>
                </c:pt>
                <c:pt idx="5743">
                  <c:v>623.64812244873849</c:v>
                </c:pt>
                <c:pt idx="5744">
                  <c:v>621.0832680234696</c:v>
                </c:pt>
                <c:pt idx="5745">
                  <c:v>610.20181649180347</c:v>
                </c:pt>
                <c:pt idx="5746">
                  <c:v>610.2009863736148</c:v>
                </c:pt>
                <c:pt idx="5747">
                  <c:v>580.65063668085804</c:v>
                </c:pt>
                <c:pt idx="5748">
                  <c:v>580.65221734220165</c:v>
                </c:pt>
                <c:pt idx="5749">
                  <c:v>580.65108068713687</c:v>
                </c:pt>
                <c:pt idx="5750">
                  <c:v>580.6531111694751</c:v>
                </c:pt>
                <c:pt idx="5751">
                  <c:v>580.64955639398033</c:v>
                </c:pt>
                <c:pt idx="5752">
                  <c:v>588.78048758245848</c:v>
                </c:pt>
                <c:pt idx="5753">
                  <c:v>588.75222712538562</c:v>
                </c:pt>
                <c:pt idx="5754">
                  <c:v>589.08326651572884</c:v>
                </c:pt>
                <c:pt idx="5755">
                  <c:v>589.08288601750326</c:v>
                </c:pt>
                <c:pt idx="5756">
                  <c:v>589.08299915428779</c:v>
                </c:pt>
                <c:pt idx="5757">
                  <c:v>589.19544230458268</c:v>
                </c:pt>
                <c:pt idx="5758">
                  <c:v>589.0826041694927</c:v>
                </c:pt>
                <c:pt idx="5759">
                  <c:v>589.08458498023708</c:v>
                </c:pt>
                <c:pt idx="5760">
                  <c:v>588.49306143336128</c:v>
                </c:pt>
                <c:pt idx="5761">
                  <c:v>588.85580628672858</c:v>
                </c:pt>
                <c:pt idx="5762">
                  <c:v>588.79224469150904</c:v>
                </c:pt>
                <c:pt idx="5763">
                  <c:v>588.79147859453417</c:v>
                </c:pt>
                <c:pt idx="5764">
                  <c:v>588.78983046211431</c:v>
                </c:pt>
                <c:pt idx="5765">
                  <c:v>588.79330499706361</c:v>
                </c:pt>
                <c:pt idx="5766">
                  <c:v>588.7932247416669</c:v>
                </c:pt>
                <c:pt idx="5767">
                  <c:v>588.79161604182957</c:v>
                </c:pt>
                <c:pt idx="5768">
                  <c:v>588.7708309359665</c:v>
                </c:pt>
                <c:pt idx="5769">
                  <c:v>588.76936640624911</c:v>
                </c:pt>
                <c:pt idx="5770">
                  <c:v>588.77052699701312</c:v>
                </c:pt>
                <c:pt idx="5771">
                  <c:v>588.76973287253213</c:v>
                </c:pt>
                <c:pt idx="5772">
                  <c:v>588.77121078002006</c:v>
                </c:pt>
                <c:pt idx="5773">
                  <c:v>588.77094216443857</c:v>
                </c:pt>
                <c:pt idx="5774">
                  <c:v>588.76953181741931</c:v>
                </c:pt>
                <c:pt idx="5775">
                  <c:v>588.76852693934313</c:v>
                </c:pt>
                <c:pt idx="5776">
                  <c:v>588.76816412753078</c:v>
                </c:pt>
                <c:pt idx="5777">
                  <c:v>588.76965788580537</c:v>
                </c:pt>
                <c:pt idx="5778">
                  <c:v>588.7701102113873</c:v>
                </c:pt>
                <c:pt idx="5779">
                  <c:v>588.76832375365393</c:v>
                </c:pt>
                <c:pt idx="5780">
                  <c:v>588.76787888043134</c:v>
                </c:pt>
                <c:pt idx="5781">
                  <c:v>588.76853639982994</c:v>
                </c:pt>
                <c:pt idx="5782">
                  <c:v>588.76998145971345</c:v>
                </c:pt>
                <c:pt idx="5783">
                  <c:v>588.76922144032039</c:v>
                </c:pt>
                <c:pt idx="5784">
                  <c:v>588.77031088695094</c:v>
                </c:pt>
                <c:pt idx="5785">
                  <c:v>588.76815243978535</c:v>
                </c:pt>
                <c:pt idx="5786">
                  <c:v>588.71908152610433</c:v>
                </c:pt>
                <c:pt idx="5787">
                  <c:v>588.77005322740786</c:v>
                </c:pt>
                <c:pt idx="5788">
                  <c:v>591.55505596314902</c:v>
                </c:pt>
                <c:pt idx="5789">
                  <c:v>591.54881915743977</c:v>
                </c:pt>
                <c:pt idx="5790">
                  <c:v>591.52759207853819</c:v>
                </c:pt>
                <c:pt idx="5791">
                  <c:v>591.53574087087225</c:v>
                </c:pt>
                <c:pt idx="5792">
                  <c:v>591.53738030675959</c:v>
                </c:pt>
                <c:pt idx="5793">
                  <c:v>591.54327130933189</c:v>
                </c:pt>
                <c:pt idx="5794">
                  <c:v>591.54803326309775</c:v>
                </c:pt>
                <c:pt idx="5795">
                  <c:v>591.4278099673578</c:v>
                </c:pt>
                <c:pt idx="5796">
                  <c:v>591.3977268018109</c:v>
                </c:pt>
                <c:pt idx="5797">
                  <c:v>591.4010935953703</c:v>
                </c:pt>
                <c:pt idx="5798">
                  <c:v>591.41960770935054</c:v>
                </c:pt>
                <c:pt idx="5799">
                  <c:v>591.41992174708435</c:v>
                </c:pt>
                <c:pt idx="5800">
                  <c:v>591.46047012426629</c:v>
                </c:pt>
                <c:pt idx="5801">
                  <c:v>590.79250715435569</c:v>
                </c:pt>
                <c:pt idx="5802">
                  <c:v>590.83395656309813</c:v>
                </c:pt>
                <c:pt idx="5803">
                  <c:v>590.84271417972536</c:v>
                </c:pt>
                <c:pt idx="5804">
                  <c:v>590.8409761482784</c:v>
                </c:pt>
                <c:pt idx="5805">
                  <c:v>590.83559626763792</c:v>
                </c:pt>
                <c:pt idx="5806">
                  <c:v>590.85334534230765</c:v>
                </c:pt>
                <c:pt idx="5807">
                  <c:v>605.88504203084824</c:v>
                </c:pt>
                <c:pt idx="5808">
                  <c:v>605.85568187351441</c:v>
                </c:pt>
                <c:pt idx="5809">
                  <c:v>605.8491341988173</c:v>
                </c:pt>
                <c:pt idx="5810">
                  <c:v>605.84784954022086</c:v>
                </c:pt>
                <c:pt idx="5811">
                  <c:v>605.85596865852256</c:v>
                </c:pt>
                <c:pt idx="5812">
                  <c:v>605.86283582245483</c:v>
                </c:pt>
                <c:pt idx="5813">
                  <c:v>605.85655153580535</c:v>
                </c:pt>
                <c:pt idx="5814">
                  <c:v>605.85428904270054</c:v>
                </c:pt>
                <c:pt idx="5815">
                  <c:v>605.86896861696903</c:v>
                </c:pt>
                <c:pt idx="5816">
                  <c:v>605.87364262455799</c:v>
                </c:pt>
                <c:pt idx="5817">
                  <c:v>606.07631072138474</c:v>
                </c:pt>
                <c:pt idx="5818">
                  <c:v>606.13175392525375</c:v>
                </c:pt>
                <c:pt idx="5819">
                  <c:v>606.15317609438716</c:v>
                </c:pt>
                <c:pt idx="5820">
                  <c:v>606.13458538415296</c:v>
                </c:pt>
                <c:pt idx="5821">
                  <c:v>605.93995311847084</c:v>
                </c:pt>
                <c:pt idx="5822">
                  <c:v>605.94869510928288</c:v>
                </c:pt>
                <c:pt idx="5823">
                  <c:v>605.93850926378673</c:v>
                </c:pt>
                <c:pt idx="5824">
                  <c:v>605.96541029705236</c:v>
                </c:pt>
                <c:pt idx="5825">
                  <c:v>605.67450839603123</c:v>
                </c:pt>
                <c:pt idx="5826">
                  <c:v>605.93097543136128</c:v>
                </c:pt>
                <c:pt idx="5827">
                  <c:v>605.96974113746296</c:v>
                </c:pt>
                <c:pt idx="5828">
                  <c:v>605.93858075787648</c:v>
                </c:pt>
                <c:pt idx="5829">
                  <c:v>605.92842715847212</c:v>
                </c:pt>
                <c:pt idx="5830">
                  <c:v>605.91216355138613</c:v>
                </c:pt>
                <c:pt idx="5831">
                  <c:v>605.89926238398516</c:v>
                </c:pt>
                <c:pt idx="5832">
                  <c:v>605.90919482742436</c:v>
                </c:pt>
                <c:pt idx="5833">
                  <c:v>605.91646914503588</c:v>
                </c:pt>
                <c:pt idx="5834">
                  <c:v>605.92098451220772</c:v>
                </c:pt>
                <c:pt idx="5835">
                  <c:v>605.9471768179933</c:v>
                </c:pt>
                <c:pt idx="5836">
                  <c:v>605.97596429812552</c:v>
                </c:pt>
                <c:pt idx="5837">
                  <c:v>605.99432677747507</c:v>
                </c:pt>
                <c:pt idx="5838">
                  <c:v>605.56421374062745</c:v>
                </c:pt>
                <c:pt idx="5839">
                  <c:v>605.47409595699753</c:v>
                </c:pt>
                <c:pt idx="5840">
                  <c:v>605.46882780149133</c:v>
                </c:pt>
                <c:pt idx="5841">
                  <c:v>605.48573826049926</c:v>
                </c:pt>
                <c:pt idx="5842">
                  <c:v>605.46572385407967</c:v>
                </c:pt>
                <c:pt idx="5843">
                  <c:v>605.43637606459413</c:v>
                </c:pt>
                <c:pt idx="5844">
                  <c:v>605.42815675472127</c:v>
                </c:pt>
                <c:pt idx="5845">
                  <c:v>605.41604840146977</c:v>
                </c:pt>
                <c:pt idx="5846">
                  <c:v>605.41852497824823</c:v>
                </c:pt>
                <c:pt idx="5847">
                  <c:v>605.42464836050488</c:v>
                </c:pt>
                <c:pt idx="5848">
                  <c:v>607.14022836773768</c:v>
                </c:pt>
                <c:pt idx="5849">
                  <c:v>607.22670912084618</c:v>
                </c:pt>
                <c:pt idx="5850">
                  <c:v>607.16752393624085</c:v>
                </c:pt>
                <c:pt idx="5851">
                  <c:v>607.24644617575768</c:v>
                </c:pt>
                <c:pt idx="5852">
                  <c:v>603.02474245108397</c:v>
                </c:pt>
                <c:pt idx="5853">
                  <c:v>603.0118813779693</c:v>
                </c:pt>
                <c:pt idx="5854">
                  <c:v>603.7756745466869</c:v>
                </c:pt>
                <c:pt idx="5855">
                  <c:v>603.72920011840836</c:v>
                </c:pt>
                <c:pt idx="5856">
                  <c:v>603.60262684426687</c:v>
                </c:pt>
                <c:pt idx="5857">
                  <c:v>603.54774552224535</c:v>
                </c:pt>
                <c:pt idx="5858">
                  <c:v>603.61339241778524</c:v>
                </c:pt>
                <c:pt idx="5859">
                  <c:v>603.55012885839267</c:v>
                </c:pt>
                <c:pt idx="5860">
                  <c:v>603.40814619782714</c:v>
                </c:pt>
                <c:pt idx="5861">
                  <c:v>603.43477013366441</c:v>
                </c:pt>
                <c:pt idx="5862">
                  <c:v>603.46911241125929</c:v>
                </c:pt>
                <c:pt idx="5863">
                  <c:v>603.45683497433993</c:v>
                </c:pt>
                <c:pt idx="5864">
                  <c:v>603.35879324536859</c:v>
                </c:pt>
                <c:pt idx="5865">
                  <c:v>603.42403339419832</c:v>
                </c:pt>
                <c:pt idx="5866">
                  <c:v>603.46780755315717</c:v>
                </c:pt>
                <c:pt idx="5867">
                  <c:v>609.22053930893139</c:v>
                </c:pt>
                <c:pt idx="5868">
                  <c:v>609.77942866143951</c:v>
                </c:pt>
                <c:pt idx="5869">
                  <c:v>609.77668257994401</c:v>
                </c:pt>
                <c:pt idx="5870">
                  <c:v>609.92814528526196</c:v>
                </c:pt>
                <c:pt idx="5871">
                  <c:v>610.63637727730884</c:v>
                </c:pt>
                <c:pt idx="5872">
                  <c:v>610.56131946035498</c:v>
                </c:pt>
                <c:pt idx="5873">
                  <c:v>611.00536008227982</c:v>
                </c:pt>
                <c:pt idx="5874">
                  <c:v>610.94659834693039</c:v>
                </c:pt>
                <c:pt idx="5875">
                  <c:v>609.25327704714368</c:v>
                </c:pt>
                <c:pt idx="5876">
                  <c:v>612.54948145705589</c:v>
                </c:pt>
                <c:pt idx="5877">
                  <c:v>617.84351580050668</c:v>
                </c:pt>
                <c:pt idx="5878">
                  <c:v>617.83269531018254</c:v>
                </c:pt>
                <c:pt idx="5879">
                  <c:v>617.863691758556</c:v>
                </c:pt>
                <c:pt idx="5880">
                  <c:v>617.88460220151296</c:v>
                </c:pt>
                <c:pt idx="5881">
                  <c:v>617.90088744285958</c:v>
                </c:pt>
                <c:pt idx="5882">
                  <c:v>618.03410819101509</c:v>
                </c:pt>
                <c:pt idx="5883">
                  <c:v>613.1653669955507</c:v>
                </c:pt>
                <c:pt idx="5884">
                  <c:v>613.17098842237363</c:v>
                </c:pt>
                <c:pt idx="5885">
                  <c:v>613.23838708042194</c:v>
                </c:pt>
                <c:pt idx="5886">
                  <c:v>610.85059333550703</c:v>
                </c:pt>
                <c:pt idx="5887">
                  <c:v>609.86395939408226</c:v>
                </c:pt>
                <c:pt idx="5888">
                  <c:v>609.47764739323486</c:v>
                </c:pt>
                <c:pt idx="5889">
                  <c:v>609.45547070513862</c:v>
                </c:pt>
                <c:pt idx="5890">
                  <c:v>617.3711762527704</c:v>
                </c:pt>
                <c:pt idx="5891">
                  <c:v>617.31507692926925</c:v>
                </c:pt>
                <c:pt idx="5892">
                  <c:v>616.33250431502881</c:v>
                </c:pt>
                <c:pt idx="5893">
                  <c:v>616.44851786774507</c:v>
                </c:pt>
                <c:pt idx="5894">
                  <c:v>616.4716083070748</c:v>
                </c:pt>
                <c:pt idx="5895">
                  <c:v>616.54230027587164</c:v>
                </c:pt>
                <c:pt idx="5896">
                  <c:v>616.4156628886592</c:v>
                </c:pt>
                <c:pt idx="5897">
                  <c:v>616.39966360073879</c:v>
                </c:pt>
                <c:pt idx="5898">
                  <c:v>616.31024358019749</c:v>
                </c:pt>
                <c:pt idx="5899">
                  <c:v>616.33208625491375</c:v>
                </c:pt>
                <c:pt idx="5900">
                  <c:v>616.21725170018465</c:v>
                </c:pt>
                <c:pt idx="5901">
                  <c:v>616.20791900455845</c:v>
                </c:pt>
                <c:pt idx="5902">
                  <c:v>616.18332809402284</c:v>
                </c:pt>
                <c:pt idx="5903">
                  <c:v>616.20411273842421</c:v>
                </c:pt>
                <c:pt idx="5904">
                  <c:v>616.17647932560681</c:v>
                </c:pt>
                <c:pt idx="5905">
                  <c:v>616.19607879149635</c:v>
                </c:pt>
                <c:pt idx="5906">
                  <c:v>616.18426713700899</c:v>
                </c:pt>
                <c:pt idx="5907">
                  <c:v>616.25125510775342</c:v>
                </c:pt>
                <c:pt idx="5908">
                  <c:v>616.22108289901973</c:v>
                </c:pt>
                <c:pt idx="5909">
                  <c:v>616.13587093878573</c:v>
                </c:pt>
                <c:pt idx="5910">
                  <c:v>616.14639222544133</c:v>
                </c:pt>
                <c:pt idx="5911">
                  <c:v>616.13367237000261</c:v>
                </c:pt>
                <c:pt idx="5912">
                  <c:v>616.12592074880536</c:v>
                </c:pt>
                <c:pt idx="5913">
                  <c:v>616.17644529831841</c:v>
                </c:pt>
                <c:pt idx="5914">
                  <c:v>#N/A</c:v>
                </c:pt>
                <c:pt idx="5915">
                  <c:v>#N/A</c:v>
                </c:pt>
                <c:pt idx="5916">
                  <c:v>#N/A</c:v>
                </c:pt>
                <c:pt idx="5917">
                  <c:v>#N/A</c:v>
                </c:pt>
                <c:pt idx="5918">
                  <c:v>#N/A</c:v>
                </c:pt>
                <c:pt idx="5919">
                  <c:v>#N/A</c:v>
                </c:pt>
                <c:pt idx="5920">
                  <c:v>#N/A</c:v>
                </c:pt>
                <c:pt idx="5921">
                  <c:v>#N/A</c:v>
                </c:pt>
                <c:pt idx="5922">
                  <c:v>#N/A</c:v>
                </c:pt>
                <c:pt idx="5923">
                  <c:v>#N/A</c:v>
                </c:pt>
                <c:pt idx="5924">
                  <c:v>#N/A</c:v>
                </c:pt>
                <c:pt idx="5925">
                  <c:v>#N/A</c:v>
                </c:pt>
                <c:pt idx="5926">
                  <c:v>#N/A</c:v>
                </c:pt>
                <c:pt idx="5927">
                  <c:v>#N/A</c:v>
                </c:pt>
                <c:pt idx="5928">
                  <c:v>#N/A</c:v>
                </c:pt>
                <c:pt idx="5929">
                  <c:v>#N/A</c:v>
                </c:pt>
                <c:pt idx="5930">
                  <c:v>#N/A</c:v>
                </c:pt>
                <c:pt idx="5931">
                  <c:v>#N/A</c:v>
                </c:pt>
                <c:pt idx="5932">
                  <c:v>#N/A</c:v>
                </c:pt>
                <c:pt idx="5933">
                  <c:v>#N/A</c:v>
                </c:pt>
                <c:pt idx="5934">
                  <c:v>#N/A</c:v>
                </c:pt>
                <c:pt idx="5935">
                  <c:v>#N/A</c:v>
                </c:pt>
                <c:pt idx="5936">
                  <c:v>#N/A</c:v>
                </c:pt>
                <c:pt idx="5937">
                  <c:v>#N/A</c:v>
                </c:pt>
                <c:pt idx="5938">
                  <c:v>#N/A</c:v>
                </c:pt>
                <c:pt idx="5939">
                  <c:v>#N/A</c:v>
                </c:pt>
                <c:pt idx="5940">
                  <c:v>#N/A</c:v>
                </c:pt>
                <c:pt idx="5941">
                  <c:v>#N/A</c:v>
                </c:pt>
                <c:pt idx="5942">
                  <c:v>#N/A</c:v>
                </c:pt>
                <c:pt idx="5943">
                  <c:v>#N/A</c:v>
                </c:pt>
                <c:pt idx="5944">
                  <c:v>#N/A</c:v>
                </c:pt>
                <c:pt idx="5945">
                  <c:v>#N/A</c:v>
                </c:pt>
                <c:pt idx="5946">
                  <c:v>#N/A</c:v>
                </c:pt>
                <c:pt idx="5947">
                  <c:v>#N/A</c:v>
                </c:pt>
                <c:pt idx="5948">
                  <c:v>#N/A</c:v>
                </c:pt>
                <c:pt idx="5949">
                  <c:v>#N/A</c:v>
                </c:pt>
                <c:pt idx="5950">
                  <c:v>#N/A</c:v>
                </c:pt>
                <c:pt idx="5951">
                  <c:v>#N/A</c:v>
                </c:pt>
                <c:pt idx="5952">
                  <c:v>#N/A</c:v>
                </c:pt>
                <c:pt idx="5953">
                  <c:v>#N/A</c:v>
                </c:pt>
                <c:pt idx="5954">
                  <c:v>#N/A</c:v>
                </c:pt>
                <c:pt idx="5955">
                  <c:v>#N/A</c:v>
                </c:pt>
                <c:pt idx="5956">
                  <c:v>#N/A</c:v>
                </c:pt>
                <c:pt idx="5957">
                  <c:v>#N/A</c:v>
                </c:pt>
                <c:pt idx="5958">
                  <c:v>#N/A</c:v>
                </c:pt>
                <c:pt idx="5959">
                  <c:v>#N/A</c:v>
                </c:pt>
                <c:pt idx="5960">
                  <c:v>#N/A</c:v>
                </c:pt>
                <c:pt idx="5961">
                  <c:v>#N/A</c:v>
                </c:pt>
                <c:pt idx="5962">
                  <c:v>#N/A</c:v>
                </c:pt>
                <c:pt idx="5963">
                  <c:v>#N/A</c:v>
                </c:pt>
                <c:pt idx="5964">
                  <c:v>#N/A</c:v>
                </c:pt>
                <c:pt idx="5965">
                  <c:v>#N/A</c:v>
                </c:pt>
                <c:pt idx="5966">
                  <c:v>#N/A</c:v>
                </c:pt>
                <c:pt idx="5967">
                  <c:v>#N/A</c:v>
                </c:pt>
                <c:pt idx="5968">
                  <c:v>#N/A</c:v>
                </c:pt>
                <c:pt idx="5969">
                  <c:v>#N/A</c:v>
                </c:pt>
                <c:pt idx="5970">
                  <c:v>#N/A</c:v>
                </c:pt>
                <c:pt idx="5971">
                  <c:v>#N/A</c:v>
                </c:pt>
                <c:pt idx="5972">
                  <c:v>#N/A</c:v>
                </c:pt>
                <c:pt idx="5973">
                  <c:v>#N/A</c:v>
                </c:pt>
                <c:pt idx="5974">
                  <c:v>#N/A</c:v>
                </c:pt>
                <c:pt idx="5975">
                  <c:v>#N/A</c:v>
                </c:pt>
                <c:pt idx="5976">
                  <c:v>#N/A</c:v>
                </c:pt>
                <c:pt idx="5977">
                  <c:v>#N/A</c:v>
                </c:pt>
                <c:pt idx="5978">
                  <c:v>#N/A</c:v>
                </c:pt>
                <c:pt idx="5979">
                  <c:v>#N/A</c:v>
                </c:pt>
                <c:pt idx="5980">
                  <c:v>#N/A</c:v>
                </c:pt>
                <c:pt idx="5981">
                  <c:v>#N/A</c:v>
                </c:pt>
                <c:pt idx="5982">
                  <c:v>#N/A</c:v>
                </c:pt>
                <c:pt idx="5983">
                  <c:v>#N/A</c:v>
                </c:pt>
                <c:pt idx="5984">
                  <c:v>#N/A</c:v>
                </c:pt>
                <c:pt idx="5985">
                  <c:v>#N/A</c:v>
                </c:pt>
                <c:pt idx="5986">
                  <c:v>#N/A</c:v>
                </c:pt>
                <c:pt idx="5987">
                  <c:v>#N/A</c:v>
                </c:pt>
                <c:pt idx="5988">
                  <c:v>#N/A</c:v>
                </c:pt>
                <c:pt idx="5989">
                  <c:v>#N/A</c:v>
                </c:pt>
                <c:pt idx="5990">
                  <c:v>#N/A</c:v>
                </c:pt>
                <c:pt idx="5991">
                  <c:v>#N/A</c:v>
                </c:pt>
                <c:pt idx="5992">
                  <c:v>#N/A</c:v>
                </c:pt>
                <c:pt idx="5993">
                  <c:v>#N/A</c:v>
                </c:pt>
                <c:pt idx="5994">
                  <c:v>#N/A</c:v>
                </c:pt>
                <c:pt idx="5995">
                  <c:v>#N/A</c:v>
                </c:pt>
                <c:pt idx="5996">
                  <c:v>#N/A</c:v>
                </c:pt>
                <c:pt idx="5997">
                  <c:v>#N/A</c:v>
                </c:pt>
                <c:pt idx="5998">
                  <c:v>#N/A</c:v>
                </c:pt>
                <c:pt idx="5999">
                  <c:v>#N/A</c:v>
                </c:pt>
                <c:pt idx="6000">
                  <c:v>#N/A</c:v>
                </c:pt>
                <c:pt idx="6001">
                  <c:v>#N/A</c:v>
                </c:pt>
                <c:pt idx="6002">
                  <c:v>#N/A</c:v>
                </c:pt>
                <c:pt idx="6003">
                  <c:v>#N/A</c:v>
                </c:pt>
                <c:pt idx="6004">
                  <c:v>#N/A</c:v>
                </c:pt>
                <c:pt idx="6005">
                  <c:v>#N/A</c:v>
                </c:pt>
                <c:pt idx="6006">
                  <c:v>#N/A</c:v>
                </c:pt>
                <c:pt idx="6007">
                  <c:v>#N/A</c:v>
                </c:pt>
                <c:pt idx="6008">
                  <c:v>#N/A</c:v>
                </c:pt>
                <c:pt idx="6009">
                  <c:v>#N/A</c:v>
                </c:pt>
                <c:pt idx="6010">
                  <c:v>#N/A</c:v>
                </c:pt>
                <c:pt idx="6011">
                  <c:v>#N/A</c:v>
                </c:pt>
                <c:pt idx="6012">
                  <c:v>#N/A</c:v>
                </c:pt>
                <c:pt idx="6013">
                  <c:v>#N/A</c:v>
                </c:pt>
                <c:pt idx="6014">
                  <c:v>#N/A</c:v>
                </c:pt>
                <c:pt idx="6015">
                  <c:v>#N/A</c:v>
                </c:pt>
                <c:pt idx="6016">
                  <c:v>#N/A</c:v>
                </c:pt>
                <c:pt idx="6017">
                  <c:v>#N/A</c:v>
                </c:pt>
                <c:pt idx="6018">
                  <c:v>#N/A</c:v>
                </c:pt>
                <c:pt idx="6019">
                  <c:v>#N/A</c:v>
                </c:pt>
                <c:pt idx="6020">
                  <c:v>#N/A</c:v>
                </c:pt>
                <c:pt idx="6021">
                  <c:v>#N/A</c:v>
                </c:pt>
                <c:pt idx="6022">
                  <c:v>#N/A</c:v>
                </c:pt>
                <c:pt idx="6023">
                  <c:v>#N/A</c:v>
                </c:pt>
                <c:pt idx="6024">
                  <c:v>#N/A</c:v>
                </c:pt>
                <c:pt idx="6025">
                  <c:v>#N/A</c:v>
                </c:pt>
                <c:pt idx="6026">
                  <c:v>#N/A</c:v>
                </c:pt>
                <c:pt idx="6027">
                  <c:v>#N/A</c:v>
                </c:pt>
                <c:pt idx="6028">
                  <c:v>#N/A</c:v>
                </c:pt>
                <c:pt idx="6029">
                  <c:v>#N/A</c:v>
                </c:pt>
                <c:pt idx="6030">
                  <c:v>#N/A</c:v>
                </c:pt>
                <c:pt idx="6031">
                  <c:v>#N/A</c:v>
                </c:pt>
                <c:pt idx="6032">
                  <c:v>#N/A</c:v>
                </c:pt>
                <c:pt idx="6033">
                  <c:v>#N/A</c:v>
                </c:pt>
                <c:pt idx="6034">
                  <c:v>#N/A</c:v>
                </c:pt>
                <c:pt idx="6035">
                  <c:v>#N/A</c:v>
                </c:pt>
                <c:pt idx="6036">
                  <c:v>#N/A</c:v>
                </c:pt>
                <c:pt idx="6037">
                  <c:v>#N/A</c:v>
                </c:pt>
                <c:pt idx="6038">
                  <c:v>#N/A</c:v>
                </c:pt>
                <c:pt idx="6039">
                  <c:v>#N/A</c:v>
                </c:pt>
                <c:pt idx="6040">
                  <c:v>#N/A</c:v>
                </c:pt>
                <c:pt idx="6041">
                  <c:v>#N/A</c:v>
                </c:pt>
                <c:pt idx="6042">
                  <c:v>#N/A</c:v>
                </c:pt>
                <c:pt idx="6043">
                  <c:v>#N/A</c:v>
                </c:pt>
                <c:pt idx="6044">
                  <c:v>#N/A</c:v>
                </c:pt>
                <c:pt idx="6045">
                  <c:v>#N/A</c:v>
                </c:pt>
                <c:pt idx="6046">
                  <c:v>#N/A</c:v>
                </c:pt>
                <c:pt idx="6047">
                  <c:v>#N/A</c:v>
                </c:pt>
                <c:pt idx="6048">
                  <c:v>#N/A</c:v>
                </c:pt>
                <c:pt idx="6049">
                  <c:v>#N/A</c:v>
                </c:pt>
                <c:pt idx="6050">
                  <c:v>#N/A</c:v>
                </c:pt>
                <c:pt idx="6051">
                  <c:v>#N/A</c:v>
                </c:pt>
                <c:pt idx="6052">
                  <c:v>#N/A</c:v>
                </c:pt>
                <c:pt idx="6053">
                  <c:v>#N/A</c:v>
                </c:pt>
                <c:pt idx="6054">
                  <c:v>#N/A</c:v>
                </c:pt>
                <c:pt idx="6055">
                  <c:v>#N/A</c:v>
                </c:pt>
                <c:pt idx="6056">
                  <c:v>#N/A</c:v>
                </c:pt>
                <c:pt idx="6057">
                  <c:v>#N/A</c:v>
                </c:pt>
                <c:pt idx="6058">
                  <c:v>#N/A</c:v>
                </c:pt>
                <c:pt idx="6059">
                  <c:v>#N/A</c:v>
                </c:pt>
                <c:pt idx="6060">
                  <c:v>#N/A</c:v>
                </c:pt>
                <c:pt idx="6061">
                  <c:v>#N/A</c:v>
                </c:pt>
                <c:pt idx="6062">
                  <c:v>#N/A</c:v>
                </c:pt>
                <c:pt idx="6063">
                  <c:v>#N/A</c:v>
                </c:pt>
                <c:pt idx="6064">
                  <c:v>#N/A</c:v>
                </c:pt>
                <c:pt idx="6065">
                  <c:v>#N/A</c:v>
                </c:pt>
                <c:pt idx="6066">
                  <c:v>#N/A</c:v>
                </c:pt>
                <c:pt idx="6067">
                  <c:v>#N/A</c:v>
                </c:pt>
                <c:pt idx="6068">
                  <c:v>#N/A</c:v>
                </c:pt>
                <c:pt idx="6069">
                  <c:v>#N/A</c:v>
                </c:pt>
                <c:pt idx="6070">
                  <c:v>#N/A</c:v>
                </c:pt>
                <c:pt idx="6071">
                  <c:v>#N/A</c:v>
                </c:pt>
                <c:pt idx="6072">
                  <c:v>#N/A</c:v>
                </c:pt>
                <c:pt idx="6073">
                  <c:v>#N/A</c:v>
                </c:pt>
                <c:pt idx="6074">
                  <c:v>#N/A</c:v>
                </c:pt>
                <c:pt idx="6075">
                  <c:v>#N/A</c:v>
                </c:pt>
                <c:pt idx="6076">
                  <c:v>#N/A</c:v>
                </c:pt>
                <c:pt idx="6077">
                  <c:v>#N/A</c:v>
                </c:pt>
                <c:pt idx="6078">
                  <c:v>#N/A</c:v>
                </c:pt>
                <c:pt idx="6079">
                  <c:v>#N/A</c:v>
                </c:pt>
                <c:pt idx="6080">
                  <c:v>#N/A</c:v>
                </c:pt>
                <c:pt idx="6081">
                  <c:v>#N/A</c:v>
                </c:pt>
                <c:pt idx="6082">
                  <c:v>#N/A</c:v>
                </c:pt>
                <c:pt idx="6083">
                  <c:v>#N/A</c:v>
                </c:pt>
                <c:pt idx="6084">
                  <c:v>#N/A</c:v>
                </c:pt>
                <c:pt idx="6085">
                  <c:v>#N/A</c:v>
                </c:pt>
                <c:pt idx="6086">
                  <c:v>#N/A</c:v>
                </c:pt>
                <c:pt idx="6087">
                  <c:v>#N/A</c:v>
                </c:pt>
                <c:pt idx="6088">
                  <c:v>#N/A</c:v>
                </c:pt>
                <c:pt idx="6089">
                  <c:v>#N/A</c:v>
                </c:pt>
                <c:pt idx="6090">
                  <c:v>#N/A</c:v>
                </c:pt>
                <c:pt idx="6091">
                  <c:v>#N/A</c:v>
                </c:pt>
                <c:pt idx="6092">
                  <c:v>#N/A</c:v>
                </c:pt>
                <c:pt idx="6093">
                  <c:v>#N/A</c:v>
                </c:pt>
                <c:pt idx="6094">
                  <c:v>#N/A</c:v>
                </c:pt>
                <c:pt idx="6095">
                  <c:v>#N/A</c:v>
                </c:pt>
                <c:pt idx="6096">
                  <c:v>#N/A</c:v>
                </c:pt>
                <c:pt idx="6097">
                  <c:v>#N/A</c:v>
                </c:pt>
                <c:pt idx="6098">
                  <c:v>#N/A</c:v>
                </c:pt>
                <c:pt idx="6099">
                  <c:v>#N/A</c:v>
                </c:pt>
                <c:pt idx="6100">
                  <c:v>#N/A</c:v>
                </c:pt>
                <c:pt idx="6101">
                  <c:v>#N/A</c:v>
                </c:pt>
                <c:pt idx="6102">
                  <c:v>#N/A</c:v>
                </c:pt>
                <c:pt idx="6103">
                  <c:v>#N/A</c:v>
                </c:pt>
                <c:pt idx="6104">
                  <c:v>#N/A</c:v>
                </c:pt>
                <c:pt idx="6105">
                  <c:v>#N/A</c:v>
                </c:pt>
                <c:pt idx="6106">
                  <c:v>#N/A</c:v>
                </c:pt>
                <c:pt idx="6107">
                  <c:v>#N/A</c:v>
                </c:pt>
                <c:pt idx="6108">
                  <c:v>#N/A</c:v>
                </c:pt>
                <c:pt idx="6109">
                  <c:v>#N/A</c:v>
                </c:pt>
                <c:pt idx="6110">
                  <c:v>#N/A</c:v>
                </c:pt>
                <c:pt idx="6111">
                  <c:v>#N/A</c:v>
                </c:pt>
                <c:pt idx="6112">
                  <c:v>#N/A</c:v>
                </c:pt>
                <c:pt idx="6113">
                  <c:v>#N/A</c:v>
                </c:pt>
                <c:pt idx="6114">
                  <c:v>#N/A</c:v>
                </c:pt>
                <c:pt idx="6115">
                  <c:v>#N/A</c:v>
                </c:pt>
                <c:pt idx="6116">
                  <c:v>#N/A</c:v>
                </c:pt>
                <c:pt idx="6117">
                  <c:v>#N/A</c:v>
                </c:pt>
                <c:pt idx="6118">
                  <c:v>#N/A</c:v>
                </c:pt>
                <c:pt idx="6119">
                  <c:v>#N/A</c:v>
                </c:pt>
                <c:pt idx="6120">
                  <c:v>#N/A</c:v>
                </c:pt>
                <c:pt idx="6121">
                  <c:v>#N/A</c:v>
                </c:pt>
                <c:pt idx="6122">
                  <c:v>#N/A</c:v>
                </c:pt>
                <c:pt idx="6123">
                  <c:v>#N/A</c:v>
                </c:pt>
                <c:pt idx="6124">
                  <c:v>#N/A</c:v>
                </c:pt>
                <c:pt idx="6125">
                  <c:v>#N/A</c:v>
                </c:pt>
                <c:pt idx="6126">
                  <c:v>#N/A</c:v>
                </c:pt>
                <c:pt idx="6127">
                  <c:v>#N/A</c:v>
                </c:pt>
                <c:pt idx="6128">
                  <c:v>#N/A</c:v>
                </c:pt>
                <c:pt idx="6129">
                  <c:v>#N/A</c:v>
                </c:pt>
                <c:pt idx="6130">
                  <c:v>#N/A</c:v>
                </c:pt>
                <c:pt idx="6131">
                  <c:v>#N/A</c:v>
                </c:pt>
                <c:pt idx="6132">
                  <c:v>#N/A</c:v>
                </c:pt>
                <c:pt idx="6133">
                  <c:v>#N/A</c:v>
                </c:pt>
                <c:pt idx="6134">
                  <c:v>#N/A</c:v>
                </c:pt>
                <c:pt idx="6135">
                  <c:v>#N/A</c:v>
                </c:pt>
                <c:pt idx="6136">
                  <c:v>#N/A</c:v>
                </c:pt>
                <c:pt idx="6137">
                  <c:v>#N/A</c:v>
                </c:pt>
                <c:pt idx="6138">
                  <c:v>#N/A</c:v>
                </c:pt>
                <c:pt idx="6139">
                  <c:v>#N/A</c:v>
                </c:pt>
                <c:pt idx="6140">
                  <c:v>#N/A</c:v>
                </c:pt>
                <c:pt idx="6141">
                  <c:v>#N/A</c:v>
                </c:pt>
                <c:pt idx="6142">
                  <c:v>#N/A</c:v>
                </c:pt>
                <c:pt idx="6143">
                  <c:v>#N/A</c:v>
                </c:pt>
                <c:pt idx="6144">
                  <c:v>#N/A</c:v>
                </c:pt>
                <c:pt idx="6145">
                  <c:v>#N/A</c:v>
                </c:pt>
                <c:pt idx="6146">
                  <c:v>#N/A</c:v>
                </c:pt>
                <c:pt idx="6147">
                  <c:v>#N/A</c:v>
                </c:pt>
                <c:pt idx="6148">
                  <c:v>#N/A</c:v>
                </c:pt>
                <c:pt idx="6149">
                  <c:v>#N/A</c:v>
                </c:pt>
                <c:pt idx="6150">
                  <c:v>#N/A</c:v>
                </c:pt>
                <c:pt idx="6151">
                  <c:v>#N/A</c:v>
                </c:pt>
                <c:pt idx="6152">
                  <c:v>#N/A</c:v>
                </c:pt>
                <c:pt idx="6153">
                  <c:v>#N/A</c:v>
                </c:pt>
                <c:pt idx="6154">
                  <c:v>#N/A</c:v>
                </c:pt>
                <c:pt idx="6155">
                  <c:v>#N/A</c:v>
                </c:pt>
                <c:pt idx="6156">
                  <c:v>#N/A</c:v>
                </c:pt>
                <c:pt idx="6157">
                  <c:v>#N/A</c:v>
                </c:pt>
                <c:pt idx="6158">
                  <c:v>#N/A</c:v>
                </c:pt>
                <c:pt idx="6159">
                  <c:v>#N/A</c:v>
                </c:pt>
                <c:pt idx="6160">
                  <c:v>#N/A</c:v>
                </c:pt>
                <c:pt idx="6161">
                  <c:v>#N/A</c:v>
                </c:pt>
                <c:pt idx="6162">
                  <c:v>#N/A</c:v>
                </c:pt>
                <c:pt idx="6163">
                  <c:v>#N/A</c:v>
                </c:pt>
                <c:pt idx="6164">
                  <c:v>#N/A</c:v>
                </c:pt>
                <c:pt idx="6165">
                  <c:v>#N/A</c:v>
                </c:pt>
                <c:pt idx="6166">
                  <c:v>#N/A</c:v>
                </c:pt>
                <c:pt idx="6167">
                  <c:v>#N/A</c:v>
                </c:pt>
                <c:pt idx="6168">
                  <c:v>#N/A</c:v>
                </c:pt>
                <c:pt idx="6169">
                  <c:v>#N/A</c:v>
                </c:pt>
                <c:pt idx="6170">
                  <c:v>#N/A</c:v>
                </c:pt>
                <c:pt idx="6171">
                  <c:v>#N/A</c:v>
                </c:pt>
                <c:pt idx="6172">
                  <c:v>#N/A</c:v>
                </c:pt>
                <c:pt idx="6173">
                  <c:v>#N/A</c:v>
                </c:pt>
                <c:pt idx="6174">
                  <c:v>#N/A</c:v>
                </c:pt>
                <c:pt idx="6175">
                  <c:v>#N/A</c:v>
                </c:pt>
                <c:pt idx="6176">
                  <c:v>#N/A</c:v>
                </c:pt>
                <c:pt idx="6177">
                  <c:v>#N/A</c:v>
                </c:pt>
                <c:pt idx="6178">
                  <c:v>#N/A</c:v>
                </c:pt>
                <c:pt idx="6179">
                  <c:v>#N/A</c:v>
                </c:pt>
                <c:pt idx="6180">
                  <c:v>#N/A</c:v>
                </c:pt>
                <c:pt idx="6181">
                  <c:v>#N/A</c:v>
                </c:pt>
                <c:pt idx="6182">
                  <c:v>#N/A</c:v>
                </c:pt>
                <c:pt idx="6183">
                  <c:v>#N/A</c:v>
                </c:pt>
                <c:pt idx="6184">
                  <c:v>#N/A</c:v>
                </c:pt>
                <c:pt idx="6185">
                  <c:v>#N/A</c:v>
                </c:pt>
                <c:pt idx="6186">
                  <c:v>#N/A</c:v>
                </c:pt>
                <c:pt idx="6187">
                  <c:v>#N/A</c:v>
                </c:pt>
                <c:pt idx="6188">
                  <c:v>#N/A</c:v>
                </c:pt>
                <c:pt idx="6189">
                  <c:v>#N/A</c:v>
                </c:pt>
                <c:pt idx="6190">
                  <c:v>#N/A</c:v>
                </c:pt>
                <c:pt idx="6191">
                  <c:v>#N/A</c:v>
                </c:pt>
                <c:pt idx="6192">
                  <c:v>#N/A</c:v>
                </c:pt>
                <c:pt idx="6193">
                  <c:v>#N/A</c:v>
                </c:pt>
                <c:pt idx="6194">
                  <c:v>#N/A</c:v>
                </c:pt>
                <c:pt idx="6195">
                  <c:v>#N/A</c:v>
                </c:pt>
                <c:pt idx="6196">
                  <c:v>#N/A</c:v>
                </c:pt>
                <c:pt idx="6197">
                  <c:v>#N/A</c:v>
                </c:pt>
                <c:pt idx="6198">
                  <c:v>#N/A</c:v>
                </c:pt>
                <c:pt idx="6199">
                  <c:v>#N/A</c:v>
                </c:pt>
                <c:pt idx="6200">
                  <c:v>#N/A</c:v>
                </c:pt>
                <c:pt idx="6201">
                  <c:v>#N/A</c:v>
                </c:pt>
                <c:pt idx="6202">
                  <c:v>#N/A</c:v>
                </c:pt>
                <c:pt idx="6203">
                  <c:v>#N/A</c:v>
                </c:pt>
                <c:pt idx="6204">
                  <c:v>#N/A</c:v>
                </c:pt>
                <c:pt idx="6205">
                  <c:v>#N/A</c:v>
                </c:pt>
                <c:pt idx="6206">
                  <c:v>#N/A</c:v>
                </c:pt>
                <c:pt idx="6207">
                  <c:v>#N/A</c:v>
                </c:pt>
                <c:pt idx="6208">
                  <c:v>#N/A</c:v>
                </c:pt>
                <c:pt idx="6209">
                  <c:v>#N/A</c:v>
                </c:pt>
                <c:pt idx="6210">
                  <c:v>#N/A</c:v>
                </c:pt>
                <c:pt idx="6211">
                  <c:v>#N/A</c:v>
                </c:pt>
                <c:pt idx="6212">
                  <c:v>#N/A</c:v>
                </c:pt>
                <c:pt idx="6213">
                  <c:v>#N/A</c:v>
                </c:pt>
                <c:pt idx="6214">
                  <c:v>#N/A</c:v>
                </c:pt>
                <c:pt idx="6215">
                  <c:v>#N/A</c:v>
                </c:pt>
                <c:pt idx="6216">
                  <c:v>#N/A</c:v>
                </c:pt>
                <c:pt idx="6217">
                  <c:v>#N/A</c:v>
                </c:pt>
                <c:pt idx="6218">
                  <c:v>#N/A</c:v>
                </c:pt>
                <c:pt idx="6219">
                  <c:v>#N/A</c:v>
                </c:pt>
                <c:pt idx="6220">
                  <c:v>#N/A</c:v>
                </c:pt>
                <c:pt idx="6221">
                  <c:v>#N/A</c:v>
                </c:pt>
                <c:pt idx="6222">
                  <c:v>#N/A</c:v>
                </c:pt>
                <c:pt idx="6223">
                  <c:v>#N/A</c:v>
                </c:pt>
                <c:pt idx="6224">
                  <c:v>#N/A</c:v>
                </c:pt>
                <c:pt idx="6225">
                  <c:v>#N/A</c:v>
                </c:pt>
                <c:pt idx="6226">
                  <c:v>#N/A</c:v>
                </c:pt>
                <c:pt idx="6227">
                  <c:v>#N/A</c:v>
                </c:pt>
                <c:pt idx="6228">
                  <c:v>#N/A</c:v>
                </c:pt>
                <c:pt idx="6229">
                  <c:v>#N/A</c:v>
                </c:pt>
                <c:pt idx="6230">
                  <c:v>#N/A</c:v>
                </c:pt>
                <c:pt idx="6231">
                  <c:v>#N/A</c:v>
                </c:pt>
                <c:pt idx="6232">
                  <c:v>#N/A</c:v>
                </c:pt>
                <c:pt idx="6233">
                  <c:v>#N/A</c:v>
                </c:pt>
                <c:pt idx="6234">
                  <c:v>#N/A</c:v>
                </c:pt>
                <c:pt idx="6235">
                  <c:v>#N/A</c:v>
                </c:pt>
                <c:pt idx="6236">
                  <c:v>#N/A</c:v>
                </c:pt>
                <c:pt idx="6237">
                  <c:v>#N/A</c:v>
                </c:pt>
                <c:pt idx="6238">
                  <c:v>#N/A</c:v>
                </c:pt>
                <c:pt idx="6239">
                  <c:v>#N/A</c:v>
                </c:pt>
                <c:pt idx="6240">
                  <c:v>#N/A</c:v>
                </c:pt>
                <c:pt idx="6241">
                  <c:v>#N/A</c:v>
                </c:pt>
                <c:pt idx="6242">
                  <c:v>#N/A</c:v>
                </c:pt>
                <c:pt idx="6243">
                  <c:v>#N/A</c:v>
                </c:pt>
                <c:pt idx="6244">
                  <c:v>#N/A</c:v>
                </c:pt>
                <c:pt idx="6245">
                  <c:v>#N/A</c:v>
                </c:pt>
                <c:pt idx="6246">
                  <c:v>#N/A</c:v>
                </c:pt>
                <c:pt idx="6247">
                  <c:v>#N/A</c:v>
                </c:pt>
                <c:pt idx="6248">
                  <c:v>#N/A</c:v>
                </c:pt>
                <c:pt idx="6249">
                  <c:v>#N/A</c:v>
                </c:pt>
                <c:pt idx="6250">
                  <c:v>#N/A</c:v>
                </c:pt>
                <c:pt idx="6251">
                  <c:v>#N/A</c:v>
                </c:pt>
                <c:pt idx="6252">
                  <c:v>#N/A</c:v>
                </c:pt>
                <c:pt idx="6253">
                  <c:v>#N/A</c:v>
                </c:pt>
                <c:pt idx="6254">
                  <c:v>#N/A</c:v>
                </c:pt>
                <c:pt idx="6255">
                  <c:v>#N/A</c:v>
                </c:pt>
                <c:pt idx="6256">
                  <c:v>#N/A</c:v>
                </c:pt>
                <c:pt idx="6257">
                  <c:v>#N/A</c:v>
                </c:pt>
                <c:pt idx="6258">
                  <c:v>#N/A</c:v>
                </c:pt>
                <c:pt idx="6259">
                  <c:v>#N/A</c:v>
                </c:pt>
                <c:pt idx="6260">
                  <c:v>#N/A</c:v>
                </c:pt>
                <c:pt idx="6261">
                  <c:v>#N/A</c:v>
                </c:pt>
                <c:pt idx="6262">
                  <c:v>#N/A</c:v>
                </c:pt>
                <c:pt idx="6263">
                  <c:v>#N/A</c:v>
                </c:pt>
                <c:pt idx="6264">
                  <c:v>#N/A</c:v>
                </c:pt>
                <c:pt idx="6265">
                  <c:v>#N/A</c:v>
                </c:pt>
                <c:pt idx="6266">
                  <c:v>#N/A</c:v>
                </c:pt>
                <c:pt idx="6267">
                  <c:v>#N/A</c:v>
                </c:pt>
                <c:pt idx="6268">
                  <c:v>#N/A</c:v>
                </c:pt>
                <c:pt idx="6269">
                  <c:v>#N/A</c:v>
                </c:pt>
                <c:pt idx="6270">
                  <c:v>#N/A</c:v>
                </c:pt>
                <c:pt idx="6271">
                  <c:v>#N/A</c:v>
                </c:pt>
                <c:pt idx="6272">
                  <c:v>#N/A</c:v>
                </c:pt>
                <c:pt idx="6273">
                  <c:v>#N/A</c:v>
                </c:pt>
                <c:pt idx="6274">
                  <c:v>#N/A</c:v>
                </c:pt>
                <c:pt idx="6275">
                  <c:v>#N/A</c:v>
                </c:pt>
                <c:pt idx="6276">
                  <c:v>#N/A</c:v>
                </c:pt>
                <c:pt idx="6277">
                  <c:v>#N/A</c:v>
                </c:pt>
                <c:pt idx="6278">
                  <c:v>#N/A</c:v>
                </c:pt>
                <c:pt idx="6279">
                  <c:v>#N/A</c:v>
                </c:pt>
                <c:pt idx="6280">
                  <c:v>#N/A</c:v>
                </c:pt>
                <c:pt idx="6281">
                  <c:v>#N/A</c:v>
                </c:pt>
                <c:pt idx="6282">
                  <c:v>#N/A</c:v>
                </c:pt>
                <c:pt idx="6283">
                  <c:v>#N/A</c:v>
                </c:pt>
                <c:pt idx="6284">
                  <c:v>#N/A</c:v>
                </c:pt>
                <c:pt idx="6285">
                  <c:v>#N/A</c:v>
                </c:pt>
                <c:pt idx="6286">
                  <c:v>#N/A</c:v>
                </c:pt>
                <c:pt idx="6287">
                  <c:v>#N/A</c:v>
                </c:pt>
                <c:pt idx="6288">
                  <c:v>#N/A</c:v>
                </c:pt>
                <c:pt idx="6289">
                  <c:v>#N/A</c:v>
                </c:pt>
                <c:pt idx="6290">
                  <c:v>#N/A</c:v>
                </c:pt>
                <c:pt idx="6291">
                  <c:v>#N/A</c:v>
                </c:pt>
                <c:pt idx="6292">
                  <c:v>#N/A</c:v>
                </c:pt>
                <c:pt idx="6293">
                  <c:v>#N/A</c:v>
                </c:pt>
                <c:pt idx="6294">
                  <c:v>#N/A</c:v>
                </c:pt>
                <c:pt idx="6295">
                  <c:v>#N/A</c:v>
                </c:pt>
                <c:pt idx="6296">
                  <c:v>#N/A</c:v>
                </c:pt>
                <c:pt idx="6297">
                  <c:v>#N/A</c:v>
                </c:pt>
                <c:pt idx="6298">
                  <c:v>#N/A</c:v>
                </c:pt>
                <c:pt idx="6299">
                  <c:v>#N/A</c:v>
                </c:pt>
                <c:pt idx="6300">
                  <c:v>#N/A</c:v>
                </c:pt>
                <c:pt idx="6301">
                  <c:v>#N/A</c:v>
                </c:pt>
                <c:pt idx="6302">
                  <c:v>#N/A</c:v>
                </c:pt>
                <c:pt idx="6303">
                  <c:v>#N/A</c:v>
                </c:pt>
                <c:pt idx="6304">
                  <c:v>#N/A</c:v>
                </c:pt>
                <c:pt idx="6305">
                  <c:v>#N/A</c:v>
                </c:pt>
                <c:pt idx="6306">
                  <c:v>#N/A</c:v>
                </c:pt>
                <c:pt idx="6307">
                  <c:v>#N/A</c:v>
                </c:pt>
                <c:pt idx="6308">
                  <c:v>#N/A</c:v>
                </c:pt>
                <c:pt idx="6309">
                  <c:v>#N/A</c:v>
                </c:pt>
                <c:pt idx="6310">
                  <c:v>#N/A</c:v>
                </c:pt>
                <c:pt idx="6311">
                  <c:v>#N/A</c:v>
                </c:pt>
                <c:pt idx="6312">
                  <c:v>#N/A</c:v>
                </c:pt>
                <c:pt idx="6313">
                  <c:v>#N/A</c:v>
                </c:pt>
                <c:pt idx="6314">
                  <c:v>#N/A</c:v>
                </c:pt>
                <c:pt idx="6315">
                  <c:v>#N/A</c:v>
                </c:pt>
                <c:pt idx="6316">
                  <c:v>#N/A</c:v>
                </c:pt>
                <c:pt idx="6317">
                  <c:v>#N/A</c:v>
                </c:pt>
                <c:pt idx="6318">
                  <c:v>#N/A</c:v>
                </c:pt>
                <c:pt idx="6319">
                  <c:v>#N/A</c:v>
                </c:pt>
                <c:pt idx="6320">
                  <c:v>#N/A</c:v>
                </c:pt>
                <c:pt idx="6321">
                  <c:v>#N/A</c:v>
                </c:pt>
                <c:pt idx="6322">
                  <c:v>#N/A</c:v>
                </c:pt>
                <c:pt idx="6323">
                  <c:v>#N/A</c:v>
                </c:pt>
                <c:pt idx="6324">
                  <c:v>#N/A</c:v>
                </c:pt>
                <c:pt idx="6325">
                  <c:v>#N/A</c:v>
                </c:pt>
                <c:pt idx="6326">
                  <c:v>#N/A</c:v>
                </c:pt>
                <c:pt idx="6327">
                  <c:v>#N/A</c:v>
                </c:pt>
                <c:pt idx="6328">
                  <c:v>#N/A</c:v>
                </c:pt>
                <c:pt idx="6329">
                  <c:v>#N/A</c:v>
                </c:pt>
                <c:pt idx="6330">
                  <c:v>#N/A</c:v>
                </c:pt>
                <c:pt idx="6331">
                  <c:v>#N/A</c:v>
                </c:pt>
                <c:pt idx="6332">
                  <c:v>#N/A</c:v>
                </c:pt>
                <c:pt idx="6333">
                  <c:v>#N/A</c:v>
                </c:pt>
                <c:pt idx="6334">
                  <c:v>#N/A</c:v>
                </c:pt>
                <c:pt idx="6335">
                  <c:v>#N/A</c:v>
                </c:pt>
                <c:pt idx="6336">
                  <c:v>#N/A</c:v>
                </c:pt>
                <c:pt idx="6337">
                  <c:v>#N/A</c:v>
                </c:pt>
                <c:pt idx="6338">
                  <c:v>#N/A</c:v>
                </c:pt>
                <c:pt idx="6339">
                  <c:v>#N/A</c:v>
                </c:pt>
                <c:pt idx="6340">
                  <c:v>#N/A</c:v>
                </c:pt>
                <c:pt idx="6341">
                  <c:v>#N/A</c:v>
                </c:pt>
                <c:pt idx="6342">
                  <c:v>#N/A</c:v>
                </c:pt>
                <c:pt idx="6343">
                  <c:v>#N/A</c:v>
                </c:pt>
                <c:pt idx="6344">
                  <c:v>#N/A</c:v>
                </c:pt>
                <c:pt idx="6345">
                  <c:v>#N/A</c:v>
                </c:pt>
                <c:pt idx="6346">
                  <c:v>#N/A</c:v>
                </c:pt>
                <c:pt idx="6347">
                  <c:v>#N/A</c:v>
                </c:pt>
                <c:pt idx="6348">
                  <c:v>#N/A</c:v>
                </c:pt>
                <c:pt idx="6349">
                  <c:v>#N/A</c:v>
                </c:pt>
                <c:pt idx="6350">
                  <c:v>#N/A</c:v>
                </c:pt>
                <c:pt idx="6351">
                  <c:v>#N/A</c:v>
                </c:pt>
                <c:pt idx="6352">
                  <c:v>#N/A</c:v>
                </c:pt>
                <c:pt idx="6353">
                  <c:v>#N/A</c:v>
                </c:pt>
                <c:pt idx="6354">
                  <c:v>#N/A</c:v>
                </c:pt>
                <c:pt idx="6355">
                  <c:v>#N/A</c:v>
                </c:pt>
                <c:pt idx="6356">
                  <c:v>#N/A</c:v>
                </c:pt>
                <c:pt idx="6357">
                  <c:v>#N/A</c:v>
                </c:pt>
                <c:pt idx="6358">
                  <c:v>#N/A</c:v>
                </c:pt>
                <c:pt idx="6359">
                  <c:v>#N/A</c:v>
                </c:pt>
                <c:pt idx="6360">
                  <c:v>#N/A</c:v>
                </c:pt>
                <c:pt idx="6361">
                  <c:v>#N/A</c:v>
                </c:pt>
                <c:pt idx="6362">
                  <c:v>#N/A</c:v>
                </c:pt>
                <c:pt idx="6363">
                  <c:v>#N/A</c:v>
                </c:pt>
                <c:pt idx="6364">
                  <c:v>#N/A</c:v>
                </c:pt>
                <c:pt idx="6365">
                  <c:v>#N/A</c:v>
                </c:pt>
                <c:pt idx="6366">
                  <c:v>#N/A</c:v>
                </c:pt>
                <c:pt idx="6367">
                  <c:v>#N/A</c:v>
                </c:pt>
                <c:pt idx="6368">
                  <c:v>#N/A</c:v>
                </c:pt>
                <c:pt idx="6369">
                  <c:v>#N/A</c:v>
                </c:pt>
                <c:pt idx="6370">
                  <c:v>#N/A</c:v>
                </c:pt>
                <c:pt idx="6371">
                  <c:v>#N/A</c:v>
                </c:pt>
                <c:pt idx="6372">
                  <c:v>#N/A</c:v>
                </c:pt>
                <c:pt idx="6373">
                  <c:v>#N/A</c:v>
                </c:pt>
                <c:pt idx="6374">
                  <c:v>#N/A</c:v>
                </c:pt>
                <c:pt idx="6375">
                  <c:v>#N/A</c:v>
                </c:pt>
                <c:pt idx="6376">
                  <c:v>#N/A</c:v>
                </c:pt>
                <c:pt idx="6377">
                  <c:v>#N/A</c:v>
                </c:pt>
                <c:pt idx="6378">
                  <c:v>#N/A</c:v>
                </c:pt>
                <c:pt idx="6379">
                  <c:v>#N/A</c:v>
                </c:pt>
                <c:pt idx="6380">
                  <c:v>#N/A</c:v>
                </c:pt>
                <c:pt idx="6381">
                  <c:v>#N/A</c:v>
                </c:pt>
                <c:pt idx="6382">
                  <c:v>#N/A</c:v>
                </c:pt>
                <c:pt idx="6383">
                  <c:v>#N/A</c:v>
                </c:pt>
                <c:pt idx="6384">
                  <c:v>#N/A</c:v>
                </c:pt>
                <c:pt idx="6385">
                  <c:v>#N/A</c:v>
                </c:pt>
                <c:pt idx="6386">
                  <c:v>#N/A</c:v>
                </c:pt>
                <c:pt idx="6387">
                  <c:v>#N/A</c:v>
                </c:pt>
                <c:pt idx="6388">
                  <c:v>#N/A</c:v>
                </c:pt>
                <c:pt idx="6389">
                  <c:v>#N/A</c:v>
                </c:pt>
                <c:pt idx="6390">
                  <c:v>#N/A</c:v>
                </c:pt>
                <c:pt idx="6391">
                  <c:v>#N/A</c:v>
                </c:pt>
                <c:pt idx="6392">
                  <c:v>#N/A</c:v>
                </c:pt>
                <c:pt idx="6393">
                  <c:v>#N/A</c:v>
                </c:pt>
                <c:pt idx="6394">
                  <c:v>#N/A</c:v>
                </c:pt>
                <c:pt idx="6395">
                  <c:v>#N/A</c:v>
                </c:pt>
                <c:pt idx="6396">
                  <c:v>#N/A</c:v>
                </c:pt>
                <c:pt idx="6397">
                  <c:v>#N/A</c:v>
                </c:pt>
                <c:pt idx="6398">
                  <c:v>#N/A</c:v>
                </c:pt>
                <c:pt idx="6399">
                  <c:v>#N/A</c:v>
                </c:pt>
                <c:pt idx="6400">
                  <c:v>#N/A</c:v>
                </c:pt>
                <c:pt idx="6401">
                  <c:v>#N/A</c:v>
                </c:pt>
                <c:pt idx="6402">
                  <c:v>#N/A</c:v>
                </c:pt>
                <c:pt idx="6403">
                  <c:v>#N/A</c:v>
                </c:pt>
                <c:pt idx="6404">
                  <c:v>#N/A</c:v>
                </c:pt>
                <c:pt idx="6405">
                  <c:v>#N/A</c:v>
                </c:pt>
                <c:pt idx="6406">
                  <c:v>#N/A</c:v>
                </c:pt>
                <c:pt idx="6407">
                  <c:v>#N/A</c:v>
                </c:pt>
                <c:pt idx="6408">
                  <c:v>#N/A</c:v>
                </c:pt>
                <c:pt idx="6409">
                  <c:v>#N/A</c:v>
                </c:pt>
                <c:pt idx="6410">
                  <c:v>#N/A</c:v>
                </c:pt>
                <c:pt idx="6411">
                  <c:v>#N/A</c:v>
                </c:pt>
                <c:pt idx="6412">
                  <c:v>#N/A</c:v>
                </c:pt>
                <c:pt idx="6413">
                  <c:v>#N/A</c:v>
                </c:pt>
                <c:pt idx="6414">
                  <c:v>#N/A</c:v>
                </c:pt>
                <c:pt idx="6415">
                  <c:v>#N/A</c:v>
                </c:pt>
                <c:pt idx="6416">
                  <c:v>#N/A</c:v>
                </c:pt>
                <c:pt idx="6417">
                  <c:v>#N/A</c:v>
                </c:pt>
                <c:pt idx="6418">
                  <c:v>#N/A</c:v>
                </c:pt>
                <c:pt idx="6419">
                  <c:v>#N/A</c:v>
                </c:pt>
                <c:pt idx="6420">
                  <c:v>#N/A</c:v>
                </c:pt>
                <c:pt idx="6421">
                  <c:v>#N/A</c:v>
                </c:pt>
                <c:pt idx="6422">
                  <c:v>#N/A</c:v>
                </c:pt>
                <c:pt idx="6423">
                  <c:v>#N/A</c:v>
                </c:pt>
                <c:pt idx="6424">
                  <c:v>#N/A</c:v>
                </c:pt>
                <c:pt idx="6425">
                  <c:v>#N/A</c:v>
                </c:pt>
                <c:pt idx="6426">
                  <c:v>#N/A</c:v>
                </c:pt>
                <c:pt idx="6427">
                  <c:v>#N/A</c:v>
                </c:pt>
                <c:pt idx="6428">
                  <c:v>#N/A</c:v>
                </c:pt>
                <c:pt idx="6429">
                  <c:v>#N/A</c:v>
                </c:pt>
                <c:pt idx="6430">
                  <c:v>#N/A</c:v>
                </c:pt>
                <c:pt idx="6431">
                  <c:v>#N/A</c:v>
                </c:pt>
                <c:pt idx="6432">
                  <c:v>#N/A</c:v>
                </c:pt>
                <c:pt idx="6433">
                  <c:v>#N/A</c:v>
                </c:pt>
                <c:pt idx="6434">
                  <c:v>#N/A</c:v>
                </c:pt>
                <c:pt idx="6435">
                  <c:v>#N/A</c:v>
                </c:pt>
                <c:pt idx="6436">
                  <c:v>#N/A</c:v>
                </c:pt>
                <c:pt idx="6437">
                  <c:v>#N/A</c:v>
                </c:pt>
                <c:pt idx="6438">
                  <c:v>#N/A</c:v>
                </c:pt>
                <c:pt idx="6439">
                  <c:v>#N/A</c:v>
                </c:pt>
                <c:pt idx="6440">
                  <c:v>#N/A</c:v>
                </c:pt>
                <c:pt idx="6441">
                  <c:v>#N/A</c:v>
                </c:pt>
                <c:pt idx="6442">
                  <c:v>#N/A</c:v>
                </c:pt>
                <c:pt idx="6443">
                  <c:v>#N/A</c:v>
                </c:pt>
                <c:pt idx="6444">
                  <c:v>#N/A</c:v>
                </c:pt>
                <c:pt idx="6445">
                  <c:v>#N/A</c:v>
                </c:pt>
              </c:numCache>
            </c:numRef>
          </c:val>
          <c:smooth val="1"/>
          <c:extLst>
            <c:ext xmlns:c16="http://schemas.microsoft.com/office/drawing/2014/chart" uri="{C3380CC4-5D6E-409C-BE32-E72D297353CC}">
              <c16:uniqueId val="{00000001-0FB2-F043-8E42-54F90063F1D7}"/>
            </c:ext>
          </c:extLst>
        </c:ser>
        <c:dLbls>
          <c:showLegendKey val="0"/>
          <c:showVal val="0"/>
          <c:showCatName val="0"/>
          <c:showSerName val="0"/>
          <c:showPercent val="0"/>
          <c:showBubbleSize val="0"/>
        </c:dLbls>
        <c:marker val="1"/>
        <c:smooth val="0"/>
        <c:axId val="2000001250"/>
        <c:axId val="2000001251"/>
      </c:lineChart>
      <c:dateAx>
        <c:axId val="2000001248"/>
        <c:scaling>
          <c:orientation val="minMax"/>
        </c:scaling>
        <c:delete val="0"/>
        <c:axPos val="b"/>
        <c:numFmt formatCode="yyyy" sourceLinked="0"/>
        <c:majorTickMark val="in"/>
        <c:minorTickMark val="none"/>
        <c:tickLblPos val="nextTo"/>
        <c:spPr>
          <a:ln w="3175">
            <a:solidFill>
              <a:srgbClr val="000000"/>
            </a:solidFill>
            <a:prstDash val="solid"/>
          </a:ln>
        </c:spPr>
        <c:txPr>
          <a:bodyPr rot="0" vert="horz"/>
          <a:lstStyle/>
          <a:p>
            <a:pPr>
              <a:defRPr/>
            </a:pPr>
            <a:endParaRPr lang="zh-CN"/>
          </a:p>
        </c:txPr>
        <c:crossAx val="2000001249"/>
        <c:crosses val="autoZero"/>
        <c:auto val="0"/>
        <c:lblOffset val="100"/>
        <c:baseTimeUnit val="days"/>
      </c:dateAx>
      <c:valAx>
        <c:axId val="2000001249"/>
        <c:scaling>
          <c:orientation val="minMax"/>
          <c:min val="10000"/>
        </c:scaling>
        <c:delete val="0"/>
        <c:axPos val="l"/>
        <c:numFmt formatCode="General" sourceLinked="0"/>
        <c:majorTickMark val="in"/>
        <c:minorTickMark val="none"/>
        <c:tickLblPos val="nextTo"/>
        <c:spPr>
          <a:ln w="3175">
            <a:solidFill>
              <a:srgbClr val="000000"/>
            </a:solidFill>
            <a:prstDash val="solid"/>
          </a:ln>
        </c:spPr>
        <c:txPr>
          <a:bodyPr rot="0" vert="horz"/>
          <a:lstStyle/>
          <a:p>
            <a:pPr>
              <a:defRPr/>
            </a:pPr>
            <a:endParaRPr lang="zh-CN"/>
          </a:p>
        </c:txPr>
        <c:crossAx val="2000001248"/>
        <c:crosses val="autoZero"/>
        <c:crossBetween val="between"/>
      </c:valAx>
      <c:valAx>
        <c:axId val="2000001251"/>
        <c:scaling>
          <c:orientation val="minMax"/>
          <c:min val="500"/>
        </c:scaling>
        <c:delete val="0"/>
        <c:axPos val="r"/>
        <c:numFmt formatCode="_ * #,##0_ ;_ * \-#,##0_ ;_ * &quot;-&quot;??_ ;_ @_ " sourceLinked="1"/>
        <c:majorTickMark val="out"/>
        <c:minorTickMark val="none"/>
        <c:tickLblPos val="nextTo"/>
        <c:crossAx val="2000001250"/>
        <c:crosses val="max"/>
        <c:crossBetween val="between"/>
      </c:valAx>
      <c:dateAx>
        <c:axId val="2000001250"/>
        <c:scaling>
          <c:orientation val="minMax"/>
        </c:scaling>
        <c:delete val="1"/>
        <c:axPos val="b"/>
        <c:numFmt formatCode="yyyy\-mm\-dd" sourceLinked="1"/>
        <c:majorTickMark val="out"/>
        <c:minorTickMark val="none"/>
        <c:tickLblPos val="nextTo"/>
        <c:crossAx val="2000001251"/>
        <c:crosses val="autoZero"/>
        <c:auto val="1"/>
        <c:lblOffset val="100"/>
        <c:baseTimeUnit val="days"/>
      </c:dateAx>
      <c:spPr>
        <a:noFill/>
        <a:ln w="25400">
          <a:noFill/>
        </a:ln>
      </c:spPr>
    </c:plotArea>
    <c:legend>
      <c:legendPos val="b"/>
      <c:layout>
        <c:manualLayout>
          <c:xMode val="edge"/>
          <c:yMode val="edge"/>
          <c:x val="0.10630117905397102"/>
          <c:y val="3.2000462044934493E-3"/>
          <c:w val="0.88886756741255413"/>
          <c:h val="7.2594574822401475E-2"/>
        </c:manualLayout>
      </c:layout>
      <c:overlay val="0"/>
      <c:spPr>
        <a:solidFill>
          <a:srgbClr val="FFFFFF"/>
        </a:solidFill>
        <a:ln w="25400">
          <a:noFill/>
        </a:ln>
      </c:spPr>
    </c:legend>
    <c:plotVisOnly val="1"/>
    <c:dispBlanksAs val="gap"/>
    <c:showDLblsOverMax val="0"/>
  </c:chart>
  <c:spPr>
    <a:solidFill>
      <a:srgbClr val="FFFFFF"/>
    </a:solidFill>
    <a:ln w="9525">
      <a:noFill/>
    </a:ln>
  </c:spPr>
  <c:txPr>
    <a:bodyPr/>
    <a:lstStyle/>
    <a:p>
      <a:pPr>
        <a:defRPr sz="800" b="0" i="0" u="none" strike="noStrike" baseline="0">
          <a:solidFill>
            <a:srgbClr val="000000"/>
          </a:solidFill>
          <a:latin typeface="Arial" panose="020B0604020202020204" pitchFamily="34" charset="0"/>
          <a:ea typeface="思源黑体 CN Regular" panose="020B0500000000000000" pitchFamily="34" charset="-122"/>
          <a:cs typeface="Arial" panose="020B0604020202020204" pitchFamily="34" charset="0"/>
        </a:defRPr>
      </a:pPr>
      <a:endParaRPr lang="zh-CN"/>
    </a:p>
  </c:txPr>
  <c:externalData r:id="rId1">
    <c:autoUpdate val="0"/>
  </c:externalData>
  <c:userShapes r:id="rId2"/>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6.2553216473458628E-2"/>
          <c:y val="0.11697489979817505"/>
          <c:w val="0.87563086718551231"/>
          <c:h val="0.81272378407572698"/>
        </c:manualLayout>
      </c:layout>
      <c:barChart>
        <c:barDir val="col"/>
        <c:grouping val="clustered"/>
        <c:varyColors val="0"/>
        <c:ser>
          <c:idx val="0"/>
          <c:order val="0"/>
          <c:tx>
            <c:strRef>
              <c:f>全部解禁!$P$10</c:f>
              <c:strCache>
                <c:ptCount val="1"/>
                <c:pt idx="0">
                  <c:v>限售股解禁（亿港元，左轴）</c:v>
                </c:pt>
              </c:strCache>
            </c:strRef>
          </c:tx>
          <c:spPr>
            <a:solidFill>
              <a:srgbClr val="7C80C8"/>
            </a:solidFill>
            <a:ln w="25400">
              <a:solidFill>
                <a:srgbClr val="7C80C8"/>
              </a:solidFill>
              <a:prstDash val="solid"/>
            </a:ln>
          </c:spPr>
          <c:invertIfNegative val="0"/>
          <c:cat>
            <c:numRef>
              <c:f>全部解禁!$O$11:$O$214</c:f>
              <c:numCache>
                <c:formatCode>m/d/yyyy</c:formatCode>
                <c:ptCount val="204"/>
                <c:pt idx="0">
                  <c:v>40209</c:v>
                </c:pt>
                <c:pt idx="1">
                  <c:v>40237</c:v>
                </c:pt>
                <c:pt idx="2">
                  <c:v>40268</c:v>
                </c:pt>
                <c:pt idx="3">
                  <c:v>40298</c:v>
                </c:pt>
                <c:pt idx="4">
                  <c:v>40329</c:v>
                </c:pt>
                <c:pt idx="5">
                  <c:v>40359</c:v>
                </c:pt>
                <c:pt idx="6">
                  <c:v>40390</c:v>
                </c:pt>
                <c:pt idx="7">
                  <c:v>40421</c:v>
                </c:pt>
                <c:pt idx="8">
                  <c:v>40451</c:v>
                </c:pt>
                <c:pt idx="9">
                  <c:v>40482</c:v>
                </c:pt>
                <c:pt idx="10">
                  <c:v>40512</c:v>
                </c:pt>
                <c:pt idx="11">
                  <c:v>40543</c:v>
                </c:pt>
                <c:pt idx="12">
                  <c:v>40574</c:v>
                </c:pt>
                <c:pt idx="13">
                  <c:v>40602</c:v>
                </c:pt>
                <c:pt idx="14">
                  <c:v>40633</c:v>
                </c:pt>
                <c:pt idx="15">
                  <c:v>40663</c:v>
                </c:pt>
                <c:pt idx="16">
                  <c:v>40694</c:v>
                </c:pt>
                <c:pt idx="17">
                  <c:v>40724</c:v>
                </c:pt>
                <c:pt idx="18">
                  <c:v>40755</c:v>
                </c:pt>
                <c:pt idx="19">
                  <c:v>40786</c:v>
                </c:pt>
                <c:pt idx="20">
                  <c:v>40816</c:v>
                </c:pt>
                <c:pt idx="21">
                  <c:v>40847</c:v>
                </c:pt>
                <c:pt idx="22">
                  <c:v>40877</c:v>
                </c:pt>
                <c:pt idx="23">
                  <c:v>40908</c:v>
                </c:pt>
                <c:pt idx="24">
                  <c:v>40939</c:v>
                </c:pt>
                <c:pt idx="25">
                  <c:v>40968</c:v>
                </c:pt>
                <c:pt idx="26">
                  <c:v>40999</c:v>
                </c:pt>
                <c:pt idx="27">
                  <c:v>41029</c:v>
                </c:pt>
                <c:pt idx="28">
                  <c:v>41060</c:v>
                </c:pt>
                <c:pt idx="29">
                  <c:v>41090</c:v>
                </c:pt>
                <c:pt idx="30">
                  <c:v>41121</c:v>
                </c:pt>
                <c:pt idx="31">
                  <c:v>41152</c:v>
                </c:pt>
                <c:pt idx="32">
                  <c:v>41182</c:v>
                </c:pt>
                <c:pt idx="33">
                  <c:v>41213</c:v>
                </c:pt>
                <c:pt idx="34">
                  <c:v>41243</c:v>
                </c:pt>
                <c:pt idx="35">
                  <c:v>41274</c:v>
                </c:pt>
                <c:pt idx="36">
                  <c:v>41305</c:v>
                </c:pt>
                <c:pt idx="37">
                  <c:v>41333</c:v>
                </c:pt>
                <c:pt idx="38">
                  <c:v>41364</c:v>
                </c:pt>
                <c:pt idx="39">
                  <c:v>41394</c:v>
                </c:pt>
                <c:pt idx="40">
                  <c:v>41425</c:v>
                </c:pt>
                <c:pt idx="41">
                  <c:v>41455</c:v>
                </c:pt>
                <c:pt idx="42">
                  <c:v>41486</c:v>
                </c:pt>
                <c:pt idx="43">
                  <c:v>41517</c:v>
                </c:pt>
                <c:pt idx="44">
                  <c:v>41547</c:v>
                </c:pt>
                <c:pt idx="45">
                  <c:v>41578</c:v>
                </c:pt>
                <c:pt idx="46">
                  <c:v>41608</c:v>
                </c:pt>
                <c:pt idx="47">
                  <c:v>41639</c:v>
                </c:pt>
                <c:pt idx="48">
                  <c:v>41670</c:v>
                </c:pt>
                <c:pt idx="49">
                  <c:v>41698</c:v>
                </c:pt>
                <c:pt idx="50">
                  <c:v>41729</c:v>
                </c:pt>
                <c:pt idx="51">
                  <c:v>41759</c:v>
                </c:pt>
                <c:pt idx="52">
                  <c:v>41790</c:v>
                </c:pt>
                <c:pt idx="53">
                  <c:v>41820</c:v>
                </c:pt>
                <c:pt idx="54">
                  <c:v>41851</c:v>
                </c:pt>
                <c:pt idx="55">
                  <c:v>41882</c:v>
                </c:pt>
                <c:pt idx="56">
                  <c:v>41912</c:v>
                </c:pt>
                <c:pt idx="57">
                  <c:v>41943</c:v>
                </c:pt>
                <c:pt idx="58">
                  <c:v>41973</c:v>
                </c:pt>
                <c:pt idx="59">
                  <c:v>42004</c:v>
                </c:pt>
                <c:pt idx="60">
                  <c:v>42035</c:v>
                </c:pt>
                <c:pt idx="61">
                  <c:v>42063</c:v>
                </c:pt>
                <c:pt idx="62">
                  <c:v>42094</c:v>
                </c:pt>
                <c:pt idx="63">
                  <c:v>42124</c:v>
                </c:pt>
                <c:pt idx="64">
                  <c:v>42155</c:v>
                </c:pt>
                <c:pt idx="65">
                  <c:v>42185</c:v>
                </c:pt>
                <c:pt idx="66">
                  <c:v>42216</c:v>
                </c:pt>
                <c:pt idx="67">
                  <c:v>42247</c:v>
                </c:pt>
                <c:pt idx="68">
                  <c:v>42277</c:v>
                </c:pt>
                <c:pt idx="69">
                  <c:v>42308</c:v>
                </c:pt>
                <c:pt idx="70">
                  <c:v>42338</c:v>
                </c:pt>
                <c:pt idx="71">
                  <c:v>42369</c:v>
                </c:pt>
                <c:pt idx="72">
                  <c:v>42400</c:v>
                </c:pt>
                <c:pt idx="73">
                  <c:v>42429</c:v>
                </c:pt>
                <c:pt idx="74">
                  <c:v>42460</c:v>
                </c:pt>
                <c:pt idx="75">
                  <c:v>42490</c:v>
                </c:pt>
                <c:pt idx="76">
                  <c:v>42521</c:v>
                </c:pt>
                <c:pt idx="77">
                  <c:v>42551</c:v>
                </c:pt>
                <c:pt idx="78">
                  <c:v>42582</c:v>
                </c:pt>
                <c:pt idx="79">
                  <c:v>42613</c:v>
                </c:pt>
                <c:pt idx="80">
                  <c:v>42643</c:v>
                </c:pt>
                <c:pt idx="81">
                  <c:v>42674</c:v>
                </c:pt>
                <c:pt idx="82">
                  <c:v>42704</c:v>
                </c:pt>
                <c:pt idx="83">
                  <c:v>42735</c:v>
                </c:pt>
                <c:pt idx="84">
                  <c:v>42766</c:v>
                </c:pt>
                <c:pt idx="85">
                  <c:v>42794</c:v>
                </c:pt>
                <c:pt idx="86">
                  <c:v>42825</c:v>
                </c:pt>
                <c:pt idx="87">
                  <c:v>42855</c:v>
                </c:pt>
                <c:pt idx="88">
                  <c:v>42886</c:v>
                </c:pt>
                <c:pt idx="89">
                  <c:v>42916</c:v>
                </c:pt>
                <c:pt idx="90">
                  <c:v>42947</c:v>
                </c:pt>
                <c:pt idx="91">
                  <c:v>42978</c:v>
                </c:pt>
                <c:pt idx="92">
                  <c:v>43008</c:v>
                </c:pt>
                <c:pt idx="93">
                  <c:v>43039</c:v>
                </c:pt>
                <c:pt idx="94">
                  <c:v>43069</c:v>
                </c:pt>
                <c:pt idx="95">
                  <c:v>43100</c:v>
                </c:pt>
                <c:pt idx="96">
                  <c:v>43131</c:v>
                </c:pt>
                <c:pt idx="97">
                  <c:v>43159</c:v>
                </c:pt>
                <c:pt idx="98">
                  <c:v>43190</c:v>
                </c:pt>
                <c:pt idx="99">
                  <c:v>43220</c:v>
                </c:pt>
                <c:pt idx="100">
                  <c:v>43251</c:v>
                </c:pt>
                <c:pt idx="101">
                  <c:v>43281</c:v>
                </c:pt>
                <c:pt idx="102">
                  <c:v>43312</c:v>
                </c:pt>
                <c:pt idx="103">
                  <c:v>43343</c:v>
                </c:pt>
                <c:pt idx="104">
                  <c:v>43373</c:v>
                </c:pt>
                <c:pt idx="105">
                  <c:v>43404</c:v>
                </c:pt>
                <c:pt idx="106">
                  <c:v>43434</c:v>
                </c:pt>
                <c:pt idx="107">
                  <c:v>43465</c:v>
                </c:pt>
                <c:pt idx="108">
                  <c:v>43496</c:v>
                </c:pt>
                <c:pt idx="109">
                  <c:v>43524</c:v>
                </c:pt>
                <c:pt idx="110">
                  <c:v>43555</c:v>
                </c:pt>
                <c:pt idx="111">
                  <c:v>43585</c:v>
                </c:pt>
                <c:pt idx="112">
                  <c:v>43616</c:v>
                </c:pt>
                <c:pt idx="113">
                  <c:v>43646</c:v>
                </c:pt>
                <c:pt idx="114">
                  <c:v>43677</c:v>
                </c:pt>
                <c:pt idx="115">
                  <c:v>43708</c:v>
                </c:pt>
                <c:pt idx="116">
                  <c:v>43738</c:v>
                </c:pt>
                <c:pt idx="117">
                  <c:v>43769</c:v>
                </c:pt>
                <c:pt idx="118">
                  <c:v>43799</c:v>
                </c:pt>
                <c:pt idx="119">
                  <c:v>43830</c:v>
                </c:pt>
                <c:pt idx="120">
                  <c:v>43861</c:v>
                </c:pt>
                <c:pt idx="121">
                  <c:v>43890</c:v>
                </c:pt>
                <c:pt idx="122">
                  <c:v>43921</c:v>
                </c:pt>
                <c:pt idx="123">
                  <c:v>43951</c:v>
                </c:pt>
                <c:pt idx="124">
                  <c:v>43982</c:v>
                </c:pt>
                <c:pt idx="125">
                  <c:v>44012</c:v>
                </c:pt>
                <c:pt idx="126">
                  <c:v>44043</c:v>
                </c:pt>
                <c:pt idx="127">
                  <c:v>44074</c:v>
                </c:pt>
                <c:pt idx="128">
                  <c:v>44104</c:v>
                </c:pt>
                <c:pt idx="129">
                  <c:v>44135</c:v>
                </c:pt>
                <c:pt idx="130">
                  <c:v>44165</c:v>
                </c:pt>
                <c:pt idx="131">
                  <c:v>44196</c:v>
                </c:pt>
                <c:pt idx="132">
                  <c:v>44227</c:v>
                </c:pt>
                <c:pt idx="133">
                  <c:v>44255</c:v>
                </c:pt>
                <c:pt idx="134">
                  <c:v>44286</c:v>
                </c:pt>
                <c:pt idx="135">
                  <c:v>44316</c:v>
                </c:pt>
                <c:pt idx="136">
                  <c:v>44347</c:v>
                </c:pt>
                <c:pt idx="137">
                  <c:v>44377</c:v>
                </c:pt>
                <c:pt idx="138">
                  <c:v>44408</c:v>
                </c:pt>
                <c:pt idx="139">
                  <c:v>44439</c:v>
                </c:pt>
                <c:pt idx="140">
                  <c:v>44469</c:v>
                </c:pt>
                <c:pt idx="141">
                  <c:v>44500</c:v>
                </c:pt>
                <c:pt idx="142">
                  <c:v>44530</c:v>
                </c:pt>
                <c:pt idx="143">
                  <c:v>44561</c:v>
                </c:pt>
                <c:pt idx="144">
                  <c:v>44592</c:v>
                </c:pt>
                <c:pt idx="145">
                  <c:v>44620</c:v>
                </c:pt>
                <c:pt idx="146">
                  <c:v>44651</c:v>
                </c:pt>
                <c:pt idx="147">
                  <c:v>44681</c:v>
                </c:pt>
                <c:pt idx="148">
                  <c:v>44712</c:v>
                </c:pt>
                <c:pt idx="149">
                  <c:v>44742</c:v>
                </c:pt>
                <c:pt idx="150">
                  <c:v>44773</c:v>
                </c:pt>
                <c:pt idx="151">
                  <c:v>44804</c:v>
                </c:pt>
                <c:pt idx="152">
                  <c:v>44834</c:v>
                </c:pt>
                <c:pt idx="153">
                  <c:v>44865</c:v>
                </c:pt>
                <c:pt idx="154">
                  <c:v>44895</c:v>
                </c:pt>
                <c:pt idx="155">
                  <c:v>44926</c:v>
                </c:pt>
                <c:pt idx="156">
                  <c:v>44957</c:v>
                </c:pt>
                <c:pt idx="157">
                  <c:v>44985</c:v>
                </c:pt>
                <c:pt idx="158">
                  <c:v>45016</c:v>
                </c:pt>
                <c:pt idx="159">
                  <c:v>45046</c:v>
                </c:pt>
                <c:pt idx="160">
                  <c:v>45077</c:v>
                </c:pt>
                <c:pt idx="161">
                  <c:v>45107</c:v>
                </c:pt>
                <c:pt idx="162">
                  <c:v>45138</c:v>
                </c:pt>
                <c:pt idx="163">
                  <c:v>45169</c:v>
                </c:pt>
                <c:pt idx="164">
                  <c:v>45199</c:v>
                </c:pt>
                <c:pt idx="165">
                  <c:v>45230</c:v>
                </c:pt>
                <c:pt idx="166">
                  <c:v>45260</c:v>
                </c:pt>
                <c:pt idx="167">
                  <c:v>45291</c:v>
                </c:pt>
                <c:pt idx="168">
                  <c:v>45322</c:v>
                </c:pt>
                <c:pt idx="169">
                  <c:v>45351</c:v>
                </c:pt>
                <c:pt idx="170">
                  <c:v>45382</c:v>
                </c:pt>
                <c:pt idx="171">
                  <c:v>45412</c:v>
                </c:pt>
                <c:pt idx="172">
                  <c:v>45443</c:v>
                </c:pt>
                <c:pt idx="173">
                  <c:v>45473</c:v>
                </c:pt>
                <c:pt idx="174">
                  <c:v>45504</c:v>
                </c:pt>
                <c:pt idx="175">
                  <c:v>45535</c:v>
                </c:pt>
                <c:pt idx="176">
                  <c:v>45565</c:v>
                </c:pt>
                <c:pt idx="177">
                  <c:v>45596</c:v>
                </c:pt>
                <c:pt idx="178">
                  <c:v>45626</c:v>
                </c:pt>
                <c:pt idx="179">
                  <c:v>45657</c:v>
                </c:pt>
                <c:pt idx="180">
                  <c:v>45688</c:v>
                </c:pt>
                <c:pt idx="181">
                  <c:v>45716</c:v>
                </c:pt>
                <c:pt idx="182">
                  <c:v>45747</c:v>
                </c:pt>
                <c:pt idx="183">
                  <c:v>45777</c:v>
                </c:pt>
                <c:pt idx="184">
                  <c:v>45808</c:v>
                </c:pt>
                <c:pt idx="185">
                  <c:v>45838</c:v>
                </c:pt>
                <c:pt idx="186">
                  <c:v>45869</c:v>
                </c:pt>
                <c:pt idx="187">
                  <c:v>45900</c:v>
                </c:pt>
                <c:pt idx="188">
                  <c:v>45930</c:v>
                </c:pt>
                <c:pt idx="189">
                  <c:v>45961</c:v>
                </c:pt>
                <c:pt idx="190">
                  <c:v>45991</c:v>
                </c:pt>
                <c:pt idx="191">
                  <c:v>46022</c:v>
                </c:pt>
                <c:pt idx="192">
                  <c:v>46053</c:v>
                </c:pt>
                <c:pt idx="193">
                  <c:v>46081</c:v>
                </c:pt>
                <c:pt idx="194">
                  <c:v>46112</c:v>
                </c:pt>
                <c:pt idx="195">
                  <c:v>46142</c:v>
                </c:pt>
                <c:pt idx="196">
                  <c:v>46173</c:v>
                </c:pt>
                <c:pt idx="197">
                  <c:v>46203</c:v>
                </c:pt>
                <c:pt idx="198">
                  <c:v>46234</c:v>
                </c:pt>
                <c:pt idx="199">
                  <c:v>46265</c:v>
                </c:pt>
                <c:pt idx="200">
                  <c:v>46295</c:v>
                </c:pt>
                <c:pt idx="201">
                  <c:v>46326</c:v>
                </c:pt>
                <c:pt idx="202">
                  <c:v>46356</c:v>
                </c:pt>
                <c:pt idx="203">
                  <c:v>46387</c:v>
                </c:pt>
              </c:numCache>
            </c:numRef>
          </c:cat>
          <c:val>
            <c:numRef>
              <c:f>全部解禁!$P$11:$P$214</c:f>
              <c:numCache>
                <c:formatCode>_ * #,##0_ ;_ * \-#,##0_ ;_ * "-"??_ ;_ @_ </c:formatCode>
                <c:ptCount val="204"/>
                <c:pt idx="0">
                  <c:v>16.496014000000002</c:v>
                </c:pt>
                <c:pt idx="1">
                  <c:v>0</c:v>
                </c:pt>
                <c:pt idx="2">
                  <c:v>43.393298000000001</c:v>
                </c:pt>
                <c:pt idx="3">
                  <c:v>33.463363800000003</c:v>
                </c:pt>
                <c:pt idx="4">
                  <c:v>58.904341150000008</c:v>
                </c:pt>
                <c:pt idx="5">
                  <c:v>36.910548600000006</c:v>
                </c:pt>
                <c:pt idx="6">
                  <c:v>58.317913500000003</c:v>
                </c:pt>
                <c:pt idx="7">
                  <c:v>3.8561800000000002</c:v>
                </c:pt>
                <c:pt idx="8">
                  <c:v>0</c:v>
                </c:pt>
                <c:pt idx="9">
                  <c:v>1.2262560000000002</c:v>
                </c:pt>
                <c:pt idx="10">
                  <c:v>14.5385674</c:v>
                </c:pt>
                <c:pt idx="11">
                  <c:v>49.361037600000003</c:v>
                </c:pt>
                <c:pt idx="12">
                  <c:v>75.517584499999998</c:v>
                </c:pt>
                <c:pt idx="13">
                  <c:v>0</c:v>
                </c:pt>
                <c:pt idx="14">
                  <c:v>6.6535320000000011</c:v>
                </c:pt>
                <c:pt idx="15">
                  <c:v>234.6303451</c:v>
                </c:pt>
                <c:pt idx="16">
                  <c:v>22.411022903199999</c:v>
                </c:pt>
                <c:pt idx="17">
                  <c:v>49.621571759999995</c:v>
                </c:pt>
                <c:pt idx="18">
                  <c:v>451.97645899999998</c:v>
                </c:pt>
                <c:pt idx="19">
                  <c:v>0</c:v>
                </c:pt>
                <c:pt idx="20">
                  <c:v>17.930111400000001</c:v>
                </c:pt>
                <c:pt idx="21">
                  <c:v>16.8656516</c:v>
                </c:pt>
                <c:pt idx="22">
                  <c:v>4.3013270000000006</c:v>
                </c:pt>
                <c:pt idx="23">
                  <c:v>36.681872640000002</c:v>
                </c:pt>
                <c:pt idx="24">
                  <c:v>28.9241624</c:v>
                </c:pt>
                <c:pt idx="25">
                  <c:v>0</c:v>
                </c:pt>
                <c:pt idx="26">
                  <c:v>6.3234845000000002</c:v>
                </c:pt>
                <c:pt idx="27">
                  <c:v>79.730560000000011</c:v>
                </c:pt>
                <c:pt idx="28">
                  <c:v>21.292336200000001</c:v>
                </c:pt>
                <c:pt idx="29">
                  <c:v>92.875139199999992</c:v>
                </c:pt>
                <c:pt idx="30">
                  <c:v>28.814802573200001</c:v>
                </c:pt>
                <c:pt idx="31">
                  <c:v>0</c:v>
                </c:pt>
                <c:pt idx="32">
                  <c:v>29.644287300000002</c:v>
                </c:pt>
                <c:pt idx="33">
                  <c:v>41.833836000000005</c:v>
                </c:pt>
                <c:pt idx="34">
                  <c:v>0</c:v>
                </c:pt>
                <c:pt idx="35">
                  <c:v>19.937216800000002</c:v>
                </c:pt>
                <c:pt idx="36">
                  <c:v>49.196549100000006</c:v>
                </c:pt>
                <c:pt idx="37">
                  <c:v>0</c:v>
                </c:pt>
                <c:pt idx="38">
                  <c:v>0</c:v>
                </c:pt>
                <c:pt idx="39">
                  <c:v>0</c:v>
                </c:pt>
                <c:pt idx="40">
                  <c:v>12.1700201</c:v>
                </c:pt>
                <c:pt idx="41">
                  <c:v>168.29733092000001</c:v>
                </c:pt>
                <c:pt idx="42">
                  <c:v>0</c:v>
                </c:pt>
                <c:pt idx="43">
                  <c:v>14.0782092</c:v>
                </c:pt>
                <c:pt idx="44">
                  <c:v>3.0628600000000001</c:v>
                </c:pt>
                <c:pt idx="45">
                  <c:v>0</c:v>
                </c:pt>
                <c:pt idx="46">
                  <c:v>68.621468899999996</c:v>
                </c:pt>
                <c:pt idx="47">
                  <c:v>4.095739</c:v>
                </c:pt>
                <c:pt idx="48">
                  <c:v>16.082582500000001</c:v>
                </c:pt>
                <c:pt idx="49">
                  <c:v>0</c:v>
                </c:pt>
                <c:pt idx="50">
                  <c:v>21.384610800000001</c:v>
                </c:pt>
                <c:pt idx="51">
                  <c:v>8.2840406092999999</c:v>
                </c:pt>
                <c:pt idx="52">
                  <c:v>68.617612800000003</c:v>
                </c:pt>
                <c:pt idx="53">
                  <c:v>274.46836480000007</c:v>
                </c:pt>
                <c:pt idx="54">
                  <c:v>185.5164387017</c:v>
                </c:pt>
                <c:pt idx="55">
                  <c:v>26.383897655000002</c:v>
                </c:pt>
                <c:pt idx="56">
                  <c:v>5.5163096500000002</c:v>
                </c:pt>
                <c:pt idx="57">
                  <c:v>108.19785825079998</c:v>
                </c:pt>
                <c:pt idx="58">
                  <c:v>42.056880505999999</c:v>
                </c:pt>
                <c:pt idx="59">
                  <c:v>78.422439946900013</c:v>
                </c:pt>
                <c:pt idx="60">
                  <c:v>110.12533504879998</c:v>
                </c:pt>
                <c:pt idx="61">
                  <c:v>6.9447119052600002</c:v>
                </c:pt>
                <c:pt idx="62">
                  <c:v>21.837320823359999</c:v>
                </c:pt>
                <c:pt idx="63">
                  <c:v>78.762189497600005</c:v>
                </c:pt>
                <c:pt idx="64">
                  <c:v>34.015024738900003</c:v>
                </c:pt>
                <c:pt idx="65">
                  <c:v>594.46189024700016</c:v>
                </c:pt>
                <c:pt idx="66">
                  <c:v>41.751553876000003</c:v>
                </c:pt>
                <c:pt idx="67">
                  <c:v>306.79041481320002</c:v>
                </c:pt>
                <c:pt idx="68">
                  <c:v>166.38175223050001</c:v>
                </c:pt>
                <c:pt idx="69">
                  <c:v>167.80846819515</c:v>
                </c:pt>
                <c:pt idx="70">
                  <c:v>586.22443450285004</c:v>
                </c:pt>
                <c:pt idx="71">
                  <c:v>257.57213690970002</c:v>
                </c:pt>
                <c:pt idx="72">
                  <c:v>37.752229870000001</c:v>
                </c:pt>
                <c:pt idx="73">
                  <c:v>55.008582338000011</c:v>
                </c:pt>
                <c:pt idx="74">
                  <c:v>51.952154365949994</c:v>
                </c:pt>
                <c:pt idx="75">
                  <c:v>298.31022856940001</c:v>
                </c:pt>
                <c:pt idx="76">
                  <c:v>195.55957793750002</c:v>
                </c:pt>
                <c:pt idx="77">
                  <c:v>670.19400798434992</c:v>
                </c:pt>
                <c:pt idx="78">
                  <c:v>16.005149211299997</c:v>
                </c:pt>
                <c:pt idx="79">
                  <c:v>48.186905211620001</c:v>
                </c:pt>
                <c:pt idx="80">
                  <c:v>195.06342149400001</c:v>
                </c:pt>
                <c:pt idx="81">
                  <c:v>10.880855173800001</c:v>
                </c:pt>
                <c:pt idx="82">
                  <c:v>54.282139660100007</c:v>
                </c:pt>
                <c:pt idx="83">
                  <c:v>103.6960156193</c:v>
                </c:pt>
                <c:pt idx="84">
                  <c:v>170.4460857883</c:v>
                </c:pt>
                <c:pt idx="85">
                  <c:v>85.028263972299996</c:v>
                </c:pt>
                <c:pt idx="86">
                  <c:v>471.43187999024002</c:v>
                </c:pt>
                <c:pt idx="87">
                  <c:v>179.69055198634999</c:v>
                </c:pt>
                <c:pt idx="88">
                  <c:v>119.43000626000001</c:v>
                </c:pt>
                <c:pt idx="89">
                  <c:v>464.77258802720013</c:v>
                </c:pt>
                <c:pt idx="90">
                  <c:v>26.900346500000001</c:v>
                </c:pt>
                <c:pt idx="91">
                  <c:v>131.03910203404999</c:v>
                </c:pt>
                <c:pt idx="92">
                  <c:v>24.116789191140001</c:v>
                </c:pt>
                <c:pt idx="93">
                  <c:v>85.372627643400008</c:v>
                </c:pt>
                <c:pt idx="94">
                  <c:v>188.43261250104996</c:v>
                </c:pt>
                <c:pt idx="95">
                  <c:v>181.83007221930004</c:v>
                </c:pt>
                <c:pt idx="96">
                  <c:v>58.524096608319987</c:v>
                </c:pt>
                <c:pt idx="97">
                  <c:v>22.520098972329997</c:v>
                </c:pt>
                <c:pt idx="98">
                  <c:v>191.04263710386996</c:v>
                </c:pt>
                <c:pt idx="99">
                  <c:v>139.73303899999999</c:v>
                </c:pt>
                <c:pt idx="100">
                  <c:v>44.353341677750009</c:v>
                </c:pt>
                <c:pt idx="101">
                  <c:v>47.634123039840006</c:v>
                </c:pt>
                <c:pt idx="102">
                  <c:v>54.266836098430005</c:v>
                </c:pt>
                <c:pt idx="103">
                  <c:v>10.606519909959999</c:v>
                </c:pt>
                <c:pt idx="104">
                  <c:v>356.38535099154996</c:v>
                </c:pt>
                <c:pt idx="105">
                  <c:v>2.3778760640000005</c:v>
                </c:pt>
                <c:pt idx="106">
                  <c:v>45.929903041640003</c:v>
                </c:pt>
                <c:pt idx="107">
                  <c:v>60.346207579650006</c:v>
                </c:pt>
                <c:pt idx="108">
                  <c:v>100.16571099440002</c:v>
                </c:pt>
                <c:pt idx="109">
                  <c:v>165.25587180000002</c:v>
                </c:pt>
                <c:pt idx="110">
                  <c:v>1444.7993044968</c:v>
                </c:pt>
                <c:pt idx="111">
                  <c:v>73.180029562100017</c:v>
                </c:pt>
                <c:pt idx="112">
                  <c:v>11.367738828200002</c:v>
                </c:pt>
                <c:pt idx="113">
                  <c:v>56.562859513999996</c:v>
                </c:pt>
                <c:pt idx="114">
                  <c:v>60.009560780000001</c:v>
                </c:pt>
                <c:pt idx="115">
                  <c:v>18.335136320499998</c:v>
                </c:pt>
                <c:pt idx="116">
                  <c:v>38.397677000000002</c:v>
                </c:pt>
                <c:pt idx="117">
                  <c:v>55.320135280000002</c:v>
                </c:pt>
                <c:pt idx="118">
                  <c:v>47.342918614500007</c:v>
                </c:pt>
                <c:pt idx="119">
                  <c:v>100.55433320000003</c:v>
                </c:pt>
                <c:pt idx="120">
                  <c:v>83.588061949999997</c:v>
                </c:pt>
                <c:pt idx="121">
                  <c:v>97.002998732150004</c:v>
                </c:pt>
                <c:pt idx="122">
                  <c:v>65.740772519999993</c:v>
                </c:pt>
                <c:pt idx="123">
                  <c:v>84.301687216000019</c:v>
                </c:pt>
                <c:pt idx="124">
                  <c:v>99.8590927435</c:v>
                </c:pt>
                <c:pt idx="125">
                  <c:v>104.94808904280001</c:v>
                </c:pt>
                <c:pt idx="126">
                  <c:v>14.81544619472</c:v>
                </c:pt>
                <c:pt idx="127">
                  <c:v>146.28870034425998</c:v>
                </c:pt>
                <c:pt idx="128">
                  <c:v>88.510064271999994</c:v>
                </c:pt>
                <c:pt idx="129">
                  <c:v>53.434271894700011</c:v>
                </c:pt>
                <c:pt idx="130">
                  <c:v>210.82292371500003</c:v>
                </c:pt>
                <c:pt idx="131">
                  <c:v>121.48967422599999</c:v>
                </c:pt>
                <c:pt idx="132">
                  <c:v>354.35521697320002</c:v>
                </c:pt>
                <c:pt idx="133">
                  <c:v>2.0951926385999999</c:v>
                </c:pt>
                <c:pt idx="134">
                  <c:v>469.4584233612</c:v>
                </c:pt>
                <c:pt idx="135">
                  <c:v>343.50419914802995</c:v>
                </c:pt>
                <c:pt idx="136">
                  <c:v>176.2520687768</c:v>
                </c:pt>
                <c:pt idx="137">
                  <c:v>397.983090952</c:v>
                </c:pt>
                <c:pt idx="138">
                  <c:v>61.322708230400004</c:v>
                </c:pt>
                <c:pt idx="139">
                  <c:v>224.801470843</c:v>
                </c:pt>
                <c:pt idx="140">
                  <c:v>46.62322222945</c:v>
                </c:pt>
                <c:pt idx="141">
                  <c:v>116.84559616999999</c:v>
                </c:pt>
                <c:pt idx="142">
                  <c:v>86.342698090100015</c:v>
                </c:pt>
                <c:pt idx="143">
                  <c:v>84.159194091799989</c:v>
                </c:pt>
                <c:pt idx="144">
                  <c:v>90.7782179947</c:v>
                </c:pt>
                <c:pt idx="145">
                  <c:v>84.940149390200006</c:v>
                </c:pt>
                <c:pt idx="146">
                  <c:v>15.311603315500001</c:v>
                </c:pt>
                <c:pt idx="147">
                  <c:v>94.469698174999991</c:v>
                </c:pt>
                <c:pt idx="148">
                  <c:v>15.026896425000002</c:v>
                </c:pt>
                <c:pt idx="149">
                  <c:v>774.46044987129994</c:v>
                </c:pt>
                <c:pt idx="150">
                  <c:v>51.387167740000002</c:v>
                </c:pt>
                <c:pt idx="151">
                  <c:v>34.729646917499998</c:v>
                </c:pt>
                <c:pt idx="152">
                  <c:v>25.903413499999999</c:v>
                </c:pt>
                <c:pt idx="153">
                  <c:v>3.3830403510000004</c:v>
                </c:pt>
                <c:pt idx="154">
                  <c:v>22.681691399999998</c:v>
                </c:pt>
                <c:pt idx="155">
                  <c:v>360.96371742643998</c:v>
                </c:pt>
                <c:pt idx="156">
                  <c:v>62.045270559999985</c:v>
                </c:pt>
                <c:pt idx="157">
                  <c:v>83.511400300000005</c:v>
                </c:pt>
                <c:pt idx="158">
                  <c:v>114.38071423629999</c:v>
                </c:pt>
                <c:pt idx="159">
                  <c:v>107.97290342516</c:v>
                </c:pt>
                <c:pt idx="160">
                  <c:v>308.75891669000004</c:v>
                </c:pt>
                <c:pt idx="161">
                  <c:v>34.058713910000002</c:v>
                </c:pt>
                <c:pt idx="162">
                  <c:v>120.45014018000001</c:v>
                </c:pt>
                <c:pt idx="163">
                  <c:v>5.9615414800000002</c:v>
                </c:pt>
                <c:pt idx="164">
                  <c:v>9.7168123000000008</c:v>
                </c:pt>
                <c:pt idx="165">
                  <c:v>46.221843588999995</c:v>
                </c:pt>
                <c:pt idx="166">
                  <c:v>16.112811233700004</c:v>
                </c:pt>
                <c:pt idx="167">
                  <c:v>18.481331369199999</c:v>
                </c:pt>
                <c:pt idx="168">
                  <c:v>9.9980882644999998</c:v>
                </c:pt>
                <c:pt idx="169">
                  <c:v>34.923757301560002</c:v>
                </c:pt>
                <c:pt idx="170">
                  <c:v>26.918609392980002</c:v>
                </c:pt>
                <c:pt idx="171">
                  <c:v>275.08345011298002</c:v>
                </c:pt>
                <c:pt idx="172">
                  <c:v>39.072376440000006</c:v>
                </c:pt>
                <c:pt idx="173">
                  <c:v>96.69109540800001</c:v>
                </c:pt>
                <c:pt idx="174">
                  <c:v>16.710099962600001</c:v>
                </c:pt>
                <c:pt idx="175">
                  <c:v>13.703818505999999</c:v>
                </c:pt>
                <c:pt idx="176">
                  <c:v>24.288089583470004</c:v>
                </c:pt>
                <c:pt idx="177">
                  <c:v>10.325379228800001</c:v>
                </c:pt>
                <c:pt idx="178">
                  <c:v>196.83965249328</c:v>
                </c:pt>
                <c:pt idx="179">
                  <c:v>345.65561295779997</c:v>
                </c:pt>
                <c:pt idx="180">
                  <c:v>142.36969338200001</c:v>
                </c:pt>
                <c:pt idx="181">
                  <c:v>118.65540970935</c:v>
                </c:pt>
                <c:pt idx="182">
                  <c:v>244.02444166997</c:v>
                </c:pt>
                <c:pt idx="183">
                  <c:v>684.88971543315006</c:v>
                </c:pt>
                <c:pt idx="184">
                  <c:v>287.18704220500001</c:v>
                </c:pt>
                <c:pt idx="185">
                  <c:v>1234.8766187720998</c:v>
                </c:pt>
                <c:pt idx="186">
                  <c:v>535.2017585527999</c:v>
                </c:pt>
                <c:pt idx="187">
                  <c:v>176.19546167420003</c:v>
                </c:pt>
                <c:pt idx="188">
                  <c:v>120.62513110069997</c:v>
                </c:pt>
                <c:pt idx="189">
                  <c:v>621.47581897578004</c:v>
                </c:pt>
                <c:pt idx="190">
                  <c:v>689.11058257980005</c:v>
                </c:pt>
                <c:pt idx="191">
                  <c:v>1135.6143486327001</c:v>
                </c:pt>
                <c:pt idx="192">
                  <c:v>493.71347717880002</c:v>
                </c:pt>
                <c:pt idx="193">
                  <c:v>757.37676673119995</c:v>
                </c:pt>
                <c:pt idx="194">
                  <c:v>1206.9613322851001</c:v>
                </c:pt>
                <c:pt idx="195">
                  <c:v>278.02367500010001</c:v>
                </c:pt>
                <c:pt idx="196">
                  <c:v>260.21220080019998</c:v>
                </c:pt>
                <c:pt idx="197">
                  <c:v>714.32966082120015</c:v>
                </c:pt>
                <c:pt idx="198">
                  <c:v>1951.4502737821999</c:v>
                </c:pt>
                <c:pt idx="199">
                  <c:v>679.46535168040009</c:v>
                </c:pt>
                <c:pt idx="200">
                  <c:v>743.67508547499983</c:v>
                </c:pt>
                <c:pt idx="201">
                  <c:v>1491.8510749537002</c:v>
                </c:pt>
                <c:pt idx="202">
                  <c:v>540.56295629119995</c:v>
                </c:pt>
                <c:pt idx="203">
                  <c:v>1683.9631452754002</c:v>
                </c:pt>
              </c:numCache>
            </c:numRef>
          </c:val>
          <c:extLst>
            <c:ext xmlns:c16="http://schemas.microsoft.com/office/drawing/2014/chart" uri="{C3380CC4-5D6E-409C-BE32-E72D297353CC}">
              <c16:uniqueId val="{00000000-1D0B-D74F-B9B8-425EC80741C1}"/>
            </c:ext>
          </c:extLst>
        </c:ser>
        <c:dLbls>
          <c:showLegendKey val="0"/>
          <c:showVal val="0"/>
          <c:showCatName val="0"/>
          <c:showSerName val="0"/>
          <c:showPercent val="0"/>
          <c:showBubbleSize val="0"/>
        </c:dLbls>
        <c:gapWidth val="150"/>
        <c:axId val="2000001280"/>
        <c:axId val="2000001281"/>
      </c:barChart>
      <c:lineChart>
        <c:grouping val="standard"/>
        <c:varyColors val="0"/>
        <c:ser>
          <c:idx val="1"/>
          <c:order val="1"/>
          <c:tx>
            <c:strRef>
              <c:f>全部解禁!$Q$10</c:f>
              <c:strCache>
                <c:ptCount val="1"/>
                <c:pt idx="0">
                  <c:v>恒生指数收盘价（点，右轴）</c:v>
                </c:pt>
              </c:strCache>
            </c:strRef>
          </c:tx>
          <c:spPr>
            <a:ln>
              <a:solidFill>
                <a:srgbClr val="2C3160"/>
              </a:solidFill>
              <a:prstDash val="solid"/>
            </a:ln>
          </c:spPr>
          <c:marker>
            <c:symbol val="none"/>
          </c:marker>
          <c:cat>
            <c:numRef>
              <c:f>全部解禁!$O$11:$O$214</c:f>
              <c:numCache>
                <c:formatCode>m/d/yyyy</c:formatCode>
                <c:ptCount val="204"/>
                <c:pt idx="0">
                  <c:v>40209</c:v>
                </c:pt>
                <c:pt idx="1">
                  <c:v>40237</c:v>
                </c:pt>
                <c:pt idx="2">
                  <c:v>40268</c:v>
                </c:pt>
                <c:pt idx="3">
                  <c:v>40298</c:v>
                </c:pt>
                <c:pt idx="4">
                  <c:v>40329</c:v>
                </c:pt>
                <c:pt idx="5">
                  <c:v>40359</c:v>
                </c:pt>
                <c:pt idx="6">
                  <c:v>40390</c:v>
                </c:pt>
                <c:pt idx="7">
                  <c:v>40421</c:v>
                </c:pt>
                <c:pt idx="8">
                  <c:v>40451</c:v>
                </c:pt>
                <c:pt idx="9">
                  <c:v>40482</c:v>
                </c:pt>
                <c:pt idx="10">
                  <c:v>40512</c:v>
                </c:pt>
                <c:pt idx="11">
                  <c:v>40543</c:v>
                </c:pt>
                <c:pt idx="12">
                  <c:v>40574</c:v>
                </c:pt>
                <c:pt idx="13">
                  <c:v>40602</c:v>
                </c:pt>
                <c:pt idx="14">
                  <c:v>40633</c:v>
                </c:pt>
                <c:pt idx="15">
                  <c:v>40663</c:v>
                </c:pt>
                <c:pt idx="16">
                  <c:v>40694</c:v>
                </c:pt>
                <c:pt idx="17">
                  <c:v>40724</c:v>
                </c:pt>
                <c:pt idx="18">
                  <c:v>40755</c:v>
                </c:pt>
                <c:pt idx="19">
                  <c:v>40786</c:v>
                </c:pt>
                <c:pt idx="20">
                  <c:v>40816</c:v>
                </c:pt>
                <c:pt idx="21">
                  <c:v>40847</c:v>
                </c:pt>
                <c:pt idx="22">
                  <c:v>40877</c:v>
                </c:pt>
                <c:pt idx="23">
                  <c:v>40908</c:v>
                </c:pt>
                <c:pt idx="24">
                  <c:v>40939</c:v>
                </c:pt>
                <c:pt idx="25">
                  <c:v>40968</c:v>
                </c:pt>
                <c:pt idx="26">
                  <c:v>40999</c:v>
                </c:pt>
                <c:pt idx="27">
                  <c:v>41029</c:v>
                </c:pt>
                <c:pt idx="28">
                  <c:v>41060</c:v>
                </c:pt>
                <c:pt idx="29">
                  <c:v>41090</c:v>
                </c:pt>
                <c:pt idx="30">
                  <c:v>41121</c:v>
                </c:pt>
                <c:pt idx="31">
                  <c:v>41152</c:v>
                </c:pt>
                <c:pt idx="32">
                  <c:v>41182</c:v>
                </c:pt>
                <c:pt idx="33">
                  <c:v>41213</c:v>
                </c:pt>
                <c:pt idx="34">
                  <c:v>41243</c:v>
                </c:pt>
                <c:pt idx="35">
                  <c:v>41274</c:v>
                </c:pt>
                <c:pt idx="36">
                  <c:v>41305</c:v>
                </c:pt>
                <c:pt idx="37">
                  <c:v>41333</c:v>
                </c:pt>
                <c:pt idx="38">
                  <c:v>41364</c:v>
                </c:pt>
                <c:pt idx="39">
                  <c:v>41394</c:v>
                </c:pt>
                <c:pt idx="40">
                  <c:v>41425</c:v>
                </c:pt>
                <c:pt idx="41">
                  <c:v>41455</c:v>
                </c:pt>
                <c:pt idx="42">
                  <c:v>41486</c:v>
                </c:pt>
                <c:pt idx="43">
                  <c:v>41517</c:v>
                </c:pt>
                <c:pt idx="44">
                  <c:v>41547</c:v>
                </c:pt>
                <c:pt idx="45">
                  <c:v>41578</c:v>
                </c:pt>
                <c:pt idx="46">
                  <c:v>41608</c:v>
                </c:pt>
                <c:pt idx="47">
                  <c:v>41639</c:v>
                </c:pt>
                <c:pt idx="48">
                  <c:v>41670</c:v>
                </c:pt>
                <c:pt idx="49">
                  <c:v>41698</c:v>
                </c:pt>
                <c:pt idx="50">
                  <c:v>41729</c:v>
                </c:pt>
                <c:pt idx="51">
                  <c:v>41759</c:v>
                </c:pt>
                <c:pt idx="52">
                  <c:v>41790</c:v>
                </c:pt>
                <c:pt idx="53">
                  <c:v>41820</c:v>
                </c:pt>
                <c:pt idx="54">
                  <c:v>41851</c:v>
                </c:pt>
                <c:pt idx="55">
                  <c:v>41882</c:v>
                </c:pt>
                <c:pt idx="56">
                  <c:v>41912</c:v>
                </c:pt>
                <c:pt idx="57">
                  <c:v>41943</c:v>
                </c:pt>
                <c:pt idx="58">
                  <c:v>41973</c:v>
                </c:pt>
                <c:pt idx="59">
                  <c:v>42004</c:v>
                </c:pt>
                <c:pt idx="60">
                  <c:v>42035</c:v>
                </c:pt>
                <c:pt idx="61">
                  <c:v>42063</c:v>
                </c:pt>
                <c:pt idx="62">
                  <c:v>42094</c:v>
                </c:pt>
                <c:pt idx="63">
                  <c:v>42124</c:v>
                </c:pt>
                <c:pt idx="64">
                  <c:v>42155</c:v>
                </c:pt>
                <c:pt idx="65">
                  <c:v>42185</c:v>
                </c:pt>
                <c:pt idx="66">
                  <c:v>42216</c:v>
                </c:pt>
                <c:pt idx="67">
                  <c:v>42247</c:v>
                </c:pt>
                <c:pt idx="68">
                  <c:v>42277</c:v>
                </c:pt>
                <c:pt idx="69">
                  <c:v>42308</c:v>
                </c:pt>
                <c:pt idx="70">
                  <c:v>42338</c:v>
                </c:pt>
                <c:pt idx="71">
                  <c:v>42369</c:v>
                </c:pt>
                <c:pt idx="72">
                  <c:v>42400</c:v>
                </c:pt>
                <c:pt idx="73">
                  <c:v>42429</c:v>
                </c:pt>
                <c:pt idx="74">
                  <c:v>42460</c:v>
                </c:pt>
                <c:pt idx="75">
                  <c:v>42490</c:v>
                </c:pt>
                <c:pt idx="76">
                  <c:v>42521</c:v>
                </c:pt>
                <c:pt idx="77">
                  <c:v>42551</c:v>
                </c:pt>
                <c:pt idx="78">
                  <c:v>42582</c:v>
                </c:pt>
                <c:pt idx="79">
                  <c:v>42613</c:v>
                </c:pt>
                <c:pt idx="80">
                  <c:v>42643</c:v>
                </c:pt>
                <c:pt idx="81">
                  <c:v>42674</c:v>
                </c:pt>
                <c:pt idx="82">
                  <c:v>42704</c:v>
                </c:pt>
                <c:pt idx="83">
                  <c:v>42735</c:v>
                </c:pt>
                <c:pt idx="84">
                  <c:v>42766</c:v>
                </c:pt>
                <c:pt idx="85">
                  <c:v>42794</c:v>
                </c:pt>
                <c:pt idx="86">
                  <c:v>42825</c:v>
                </c:pt>
                <c:pt idx="87">
                  <c:v>42855</c:v>
                </c:pt>
                <c:pt idx="88">
                  <c:v>42886</c:v>
                </c:pt>
                <c:pt idx="89">
                  <c:v>42916</c:v>
                </c:pt>
                <c:pt idx="90">
                  <c:v>42947</c:v>
                </c:pt>
                <c:pt idx="91">
                  <c:v>42978</c:v>
                </c:pt>
                <c:pt idx="92">
                  <c:v>43008</c:v>
                </c:pt>
                <c:pt idx="93">
                  <c:v>43039</c:v>
                </c:pt>
                <c:pt idx="94">
                  <c:v>43069</c:v>
                </c:pt>
                <c:pt idx="95">
                  <c:v>43100</c:v>
                </c:pt>
                <c:pt idx="96">
                  <c:v>43131</c:v>
                </c:pt>
                <c:pt idx="97">
                  <c:v>43159</c:v>
                </c:pt>
                <c:pt idx="98">
                  <c:v>43190</c:v>
                </c:pt>
                <c:pt idx="99">
                  <c:v>43220</c:v>
                </c:pt>
                <c:pt idx="100">
                  <c:v>43251</c:v>
                </c:pt>
                <c:pt idx="101">
                  <c:v>43281</c:v>
                </c:pt>
                <c:pt idx="102">
                  <c:v>43312</c:v>
                </c:pt>
                <c:pt idx="103">
                  <c:v>43343</c:v>
                </c:pt>
                <c:pt idx="104">
                  <c:v>43373</c:v>
                </c:pt>
                <c:pt idx="105">
                  <c:v>43404</c:v>
                </c:pt>
                <c:pt idx="106">
                  <c:v>43434</c:v>
                </c:pt>
                <c:pt idx="107">
                  <c:v>43465</c:v>
                </c:pt>
                <c:pt idx="108">
                  <c:v>43496</c:v>
                </c:pt>
                <c:pt idx="109">
                  <c:v>43524</c:v>
                </c:pt>
                <c:pt idx="110">
                  <c:v>43555</c:v>
                </c:pt>
                <c:pt idx="111">
                  <c:v>43585</c:v>
                </c:pt>
                <c:pt idx="112">
                  <c:v>43616</c:v>
                </c:pt>
                <c:pt idx="113">
                  <c:v>43646</c:v>
                </c:pt>
                <c:pt idx="114">
                  <c:v>43677</c:v>
                </c:pt>
                <c:pt idx="115">
                  <c:v>43708</c:v>
                </c:pt>
                <c:pt idx="116">
                  <c:v>43738</c:v>
                </c:pt>
                <c:pt idx="117">
                  <c:v>43769</c:v>
                </c:pt>
                <c:pt idx="118">
                  <c:v>43799</c:v>
                </c:pt>
                <c:pt idx="119">
                  <c:v>43830</c:v>
                </c:pt>
                <c:pt idx="120">
                  <c:v>43861</c:v>
                </c:pt>
                <c:pt idx="121">
                  <c:v>43890</c:v>
                </c:pt>
                <c:pt idx="122">
                  <c:v>43921</c:v>
                </c:pt>
                <c:pt idx="123">
                  <c:v>43951</c:v>
                </c:pt>
                <c:pt idx="124">
                  <c:v>43982</c:v>
                </c:pt>
                <c:pt idx="125">
                  <c:v>44012</c:v>
                </c:pt>
                <c:pt idx="126">
                  <c:v>44043</c:v>
                </c:pt>
                <c:pt idx="127">
                  <c:v>44074</c:v>
                </c:pt>
                <c:pt idx="128">
                  <c:v>44104</c:v>
                </c:pt>
                <c:pt idx="129">
                  <c:v>44135</c:v>
                </c:pt>
                <c:pt idx="130">
                  <c:v>44165</c:v>
                </c:pt>
                <c:pt idx="131">
                  <c:v>44196</c:v>
                </c:pt>
                <c:pt idx="132">
                  <c:v>44227</c:v>
                </c:pt>
                <c:pt idx="133">
                  <c:v>44255</c:v>
                </c:pt>
                <c:pt idx="134">
                  <c:v>44286</c:v>
                </c:pt>
                <c:pt idx="135">
                  <c:v>44316</c:v>
                </c:pt>
                <c:pt idx="136">
                  <c:v>44347</c:v>
                </c:pt>
                <c:pt idx="137">
                  <c:v>44377</c:v>
                </c:pt>
                <c:pt idx="138">
                  <c:v>44408</c:v>
                </c:pt>
                <c:pt idx="139">
                  <c:v>44439</c:v>
                </c:pt>
                <c:pt idx="140">
                  <c:v>44469</c:v>
                </c:pt>
                <c:pt idx="141">
                  <c:v>44500</c:v>
                </c:pt>
                <c:pt idx="142">
                  <c:v>44530</c:v>
                </c:pt>
                <c:pt idx="143">
                  <c:v>44561</c:v>
                </c:pt>
                <c:pt idx="144">
                  <c:v>44592</c:v>
                </c:pt>
                <c:pt idx="145">
                  <c:v>44620</c:v>
                </c:pt>
                <c:pt idx="146">
                  <c:v>44651</c:v>
                </c:pt>
                <c:pt idx="147">
                  <c:v>44681</c:v>
                </c:pt>
                <c:pt idx="148">
                  <c:v>44712</c:v>
                </c:pt>
                <c:pt idx="149">
                  <c:v>44742</c:v>
                </c:pt>
                <c:pt idx="150">
                  <c:v>44773</c:v>
                </c:pt>
                <c:pt idx="151">
                  <c:v>44804</c:v>
                </c:pt>
                <c:pt idx="152">
                  <c:v>44834</c:v>
                </c:pt>
                <c:pt idx="153">
                  <c:v>44865</c:v>
                </c:pt>
                <c:pt idx="154">
                  <c:v>44895</c:v>
                </c:pt>
                <c:pt idx="155">
                  <c:v>44926</c:v>
                </c:pt>
                <c:pt idx="156">
                  <c:v>44957</c:v>
                </c:pt>
                <c:pt idx="157">
                  <c:v>44985</c:v>
                </c:pt>
                <c:pt idx="158">
                  <c:v>45016</c:v>
                </c:pt>
                <c:pt idx="159">
                  <c:v>45046</c:v>
                </c:pt>
                <c:pt idx="160">
                  <c:v>45077</c:v>
                </c:pt>
                <c:pt idx="161">
                  <c:v>45107</c:v>
                </c:pt>
                <c:pt idx="162">
                  <c:v>45138</c:v>
                </c:pt>
                <c:pt idx="163">
                  <c:v>45169</c:v>
                </c:pt>
                <c:pt idx="164">
                  <c:v>45199</c:v>
                </c:pt>
                <c:pt idx="165">
                  <c:v>45230</c:v>
                </c:pt>
                <c:pt idx="166">
                  <c:v>45260</c:v>
                </c:pt>
                <c:pt idx="167">
                  <c:v>45291</c:v>
                </c:pt>
                <c:pt idx="168">
                  <c:v>45322</c:v>
                </c:pt>
                <c:pt idx="169">
                  <c:v>45351</c:v>
                </c:pt>
                <c:pt idx="170">
                  <c:v>45382</c:v>
                </c:pt>
                <c:pt idx="171">
                  <c:v>45412</c:v>
                </c:pt>
                <c:pt idx="172">
                  <c:v>45443</c:v>
                </c:pt>
                <c:pt idx="173">
                  <c:v>45473</c:v>
                </c:pt>
                <c:pt idx="174">
                  <c:v>45504</c:v>
                </c:pt>
                <c:pt idx="175">
                  <c:v>45535</c:v>
                </c:pt>
                <c:pt idx="176">
                  <c:v>45565</c:v>
                </c:pt>
                <c:pt idx="177">
                  <c:v>45596</c:v>
                </c:pt>
                <c:pt idx="178">
                  <c:v>45626</c:v>
                </c:pt>
                <c:pt idx="179">
                  <c:v>45657</c:v>
                </c:pt>
                <c:pt idx="180">
                  <c:v>45688</c:v>
                </c:pt>
                <c:pt idx="181">
                  <c:v>45716</c:v>
                </c:pt>
                <c:pt idx="182">
                  <c:v>45747</c:v>
                </c:pt>
                <c:pt idx="183">
                  <c:v>45777</c:v>
                </c:pt>
                <c:pt idx="184">
                  <c:v>45808</c:v>
                </c:pt>
                <c:pt idx="185">
                  <c:v>45838</c:v>
                </c:pt>
                <c:pt idx="186">
                  <c:v>45869</c:v>
                </c:pt>
                <c:pt idx="187">
                  <c:v>45900</c:v>
                </c:pt>
                <c:pt idx="188">
                  <c:v>45930</c:v>
                </c:pt>
                <c:pt idx="189">
                  <c:v>45961</c:v>
                </c:pt>
                <c:pt idx="190">
                  <c:v>45991</c:v>
                </c:pt>
                <c:pt idx="191">
                  <c:v>46022</c:v>
                </c:pt>
                <c:pt idx="192">
                  <c:v>46053</c:v>
                </c:pt>
                <c:pt idx="193">
                  <c:v>46081</c:v>
                </c:pt>
                <c:pt idx="194">
                  <c:v>46112</c:v>
                </c:pt>
                <c:pt idx="195">
                  <c:v>46142</c:v>
                </c:pt>
                <c:pt idx="196">
                  <c:v>46173</c:v>
                </c:pt>
                <c:pt idx="197">
                  <c:v>46203</c:v>
                </c:pt>
                <c:pt idx="198">
                  <c:v>46234</c:v>
                </c:pt>
                <c:pt idx="199">
                  <c:v>46265</c:v>
                </c:pt>
                <c:pt idx="200">
                  <c:v>46295</c:v>
                </c:pt>
                <c:pt idx="201">
                  <c:v>46326</c:v>
                </c:pt>
                <c:pt idx="202">
                  <c:v>46356</c:v>
                </c:pt>
                <c:pt idx="203">
                  <c:v>46387</c:v>
                </c:pt>
              </c:numCache>
            </c:numRef>
          </c:cat>
          <c:val>
            <c:numRef>
              <c:f>全部解禁!$Q$11:$Q$214</c:f>
              <c:numCache>
                <c:formatCode>_ * #,##0_ ;_ * \-#,##0_ ;_ * "-"??_ ;_ @_ </c:formatCode>
                <c:ptCount val="204"/>
                <c:pt idx="0">
                  <c:v>20121.9902</c:v>
                </c:pt>
                <c:pt idx="1">
                  <c:v>20608.699199999999</c:v>
                </c:pt>
                <c:pt idx="2">
                  <c:v>21239.349600000001</c:v>
                </c:pt>
                <c:pt idx="3">
                  <c:v>21108.589800000002</c:v>
                </c:pt>
                <c:pt idx="4">
                  <c:v>19765.1895</c:v>
                </c:pt>
                <c:pt idx="5">
                  <c:v>20128.9902</c:v>
                </c:pt>
                <c:pt idx="6">
                  <c:v>21029.8105</c:v>
                </c:pt>
                <c:pt idx="7">
                  <c:v>20536.4902</c:v>
                </c:pt>
                <c:pt idx="8">
                  <c:v>22358.169900000001</c:v>
                </c:pt>
                <c:pt idx="9">
                  <c:v>23096.32</c:v>
                </c:pt>
                <c:pt idx="10">
                  <c:v>23007.99</c:v>
                </c:pt>
                <c:pt idx="11">
                  <c:v>23035.45</c:v>
                </c:pt>
                <c:pt idx="12">
                  <c:v>23447.34</c:v>
                </c:pt>
                <c:pt idx="13">
                  <c:v>23338.02</c:v>
                </c:pt>
                <c:pt idx="14">
                  <c:v>23527.52</c:v>
                </c:pt>
                <c:pt idx="15">
                  <c:v>23720.81</c:v>
                </c:pt>
                <c:pt idx="16">
                  <c:v>23684.13</c:v>
                </c:pt>
                <c:pt idx="17">
                  <c:v>22398.1</c:v>
                </c:pt>
                <c:pt idx="18">
                  <c:v>22440.25</c:v>
                </c:pt>
                <c:pt idx="19">
                  <c:v>20534.849999999999</c:v>
                </c:pt>
                <c:pt idx="20">
                  <c:v>17592.41</c:v>
                </c:pt>
                <c:pt idx="21">
                  <c:v>19864.87</c:v>
                </c:pt>
                <c:pt idx="22">
                  <c:v>17989.349999999999</c:v>
                </c:pt>
                <c:pt idx="23">
                  <c:v>18434.39</c:v>
                </c:pt>
                <c:pt idx="24">
                  <c:v>20390.490000000002</c:v>
                </c:pt>
                <c:pt idx="25">
                  <c:v>21680.080000000002</c:v>
                </c:pt>
                <c:pt idx="26">
                  <c:v>20555.580000000002</c:v>
                </c:pt>
                <c:pt idx="27">
                  <c:v>21094.21</c:v>
                </c:pt>
                <c:pt idx="28">
                  <c:v>18629.52</c:v>
                </c:pt>
                <c:pt idx="29">
                  <c:v>19441.46</c:v>
                </c:pt>
                <c:pt idx="30">
                  <c:v>19796.810000000001</c:v>
                </c:pt>
                <c:pt idx="31">
                  <c:v>19482.57</c:v>
                </c:pt>
                <c:pt idx="32">
                  <c:v>20840.38</c:v>
                </c:pt>
                <c:pt idx="33">
                  <c:v>21641.82</c:v>
                </c:pt>
                <c:pt idx="34">
                  <c:v>22030.39</c:v>
                </c:pt>
                <c:pt idx="35">
                  <c:v>22656.92</c:v>
                </c:pt>
                <c:pt idx="36">
                  <c:v>23729.53</c:v>
                </c:pt>
                <c:pt idx="37">
                  <c:v>23020.27</c:v>
                </c:pt>
                <c:pt idx="38">
                  <c:v>22299.63</c:v>
                </c:pt>
                <c:pt idx="39">
                  <c:v>22737.01</c:v>
                </c:pt>
                <c:pt idx="40">
                  <c:v>22392.16</c:v>
                </c:pt>
                <c:pt idx="41">
                  <c:v>20803.29</c:v>
                </c:pt>
                <c:pt idx="42">
                  <c:v>21883.66</c:v>
                </c:pt>
                <c:pt idx="43">
                  <c:v>21731.37</c:v>
                </c:pt>
                <c:pt idx="44">
                  <c:v>22859.86</c:v>
                </c:pt>
                <c:pt idx="45">
                  <c:v>23206.37</c:v>
                </c:pt>
                <c:pt idx="46">
                  <c:v>23881.29</c:v>
                </c:pt>
                <c:pt idx="47">
                  <c:v>23306.39</c:v>
                </c:pt>
                <c:pt idx="48">
                  <c:v>22035.42</c:v>
                </c:pt>
                <c:pt idx="49">
                  <c:v>22836.959999999999</c:v>
                </c:pt>
                <c:pt idx="50">
                  <c:v>22151.06</c:v>
                </c:pt>
                <c:pt idx="51">
                  <c:v>22133.97</c:v>
                </c:pt>
                <c:pt idx="52">
                  <c:v>23081.65</c:v>
                </c:pt>
                <c:pt idx="53">
                  <c:v>23190.720000000001</c:v>
                </c:pt>
                <c:pt idx="54">
                  <c:v>24756.85</c:v>
                </c:pt>
                <c:pt idx="55">
                  <c:v>24742.06</c:v>
                </c:pt>
                <c:pt idx="56">
                  <c:v>22932.98</c:v>
                </c:pt>
                <c:pt idx="57">
                  <c:v>23998.06</c:v>
                </c:pt>
                <c:pt idx="58">
                  <c:v>23987.45</c:v>
                </c:pt>
                <c:pt idx="59">
                  <c:v>23605.040000000001</c:v>
                </c:pt>
                <c:pt idx="60">
                  <c:v>24507.05</c:v>
                </c:pt>
                <c:pt idx="61">
                  <c:v>24823.29</c:v>
                </c:pt>
                <c:pt idx="62">
                  <c:v>24900.89</c:v>
                </c:pt>
                <c:pt idx="63">
                  <c:v>28133</c:v>
                </c:pt>
                <c:pt idx="64">
                  <c:v>27424.19</c:v>
                </c:pt>
                <c:pt idx="65">
                  <c:v>26250.03</c:v>
                </c:pt>
                <c:pt idx="66">
                  <c:v>24636.28</c:v>
                </c:pt>
                <c:pt idx="67">
                  <c:v>21670.58</c:v>
                </c:pt>
                <c:pt idx="68">
                  <c:v>20846.3</c:v>
                </c:pt>
                <c:pt idx="69">
                  <c:v>22640.04</c:v>
                </c:pt>
                <c:pt idx="70">
                  <c:v>21996.42</c:v>
                </c:pt>
                <c:pt idx="71">
                  <c:v>21914.400000000001</c:v>
                </c:pt>
                <c:pt idx="72">
                  <c:v>19683.11</c:v>
                </c:pt>
                <c:pt idx="73">
                  <c:v>19111.93</c:v>
                </c:pt>
                <c:pt idx="74">
                  <c:v>20776.7</c:v>
                </c:pt>
                <c:pt idx="75">
                  <c:v>21067.05</c:v>
                </c:pt>
                <c:pt idx="76">
                  <c:v>20815.09</c:v>
                </c:pt>
                <c:pt idx="77">
                  <c:v>20794.37</c:v>
                </c:pt>
                <c:pt idx="78">
                  <c:v>21891.37</c:v>
                </c:pt>
                <c:pt idx="79">
                  <c:v>22976.880000000001</c:v>
                </c:pt>
                <c:pt idx="80">
                  <c:v>23297.15</c:v>
                </c:pt>
                <c:pt idx="81">
                  <c:v>22934.54</c:v>
                </c:pt>
                <c:pt idx="82">
                  <c:v>22789.77</c:v>
                </c:pt>
                <c:pt idx="83">
                  <c:v>22000.560000000001</c:v>
                </c:pt>
                <c:pt idx="84">
                  <c:v>23360.78</c:v>
                </c:pt>
                <c:pt idx="85">
                  <c:v>23740.73</c:v>
                </c:pt>
                <c:pt idx="86">
                  <c:v>24111.59</c:v>
                </c:pt>
                <c:pt idx="87">
                  <c:v>24615.13</c:v>
                </c:pt>
                <c:pt idx="88">
                  <c:v>25660.65</c:v>
                </c:pt>
                <c:pt idx="89">
                  <c:v>25764.58</c:v>
                </c:pt>
                <c:pt idx="90">
                  <c:v>27323.99</c:v>
                </c:pt>
                <c:pt idx="91">
                  <c:v>27970.3</c:v>
                </c:pt>
                <c:pt idx="92">
                  <c:v>27554.3</c:v>
                </c:pt>
                <c:pt idx="93">
                  <c:v>28245.54</c:v>
                </c:pt>
                <c:pt idx="94">
                  <c:v>29177.35</c:v>
                </c:pt>
                <c:pt idx="95">
                  <c:v>29919.15</c:v>
                </c:pt>
                <c:pt idx="96">
                  <c:v>32887.269999999997</c:v>
                </c:pt>
                <c:pt idx="97">
                  <c:v>30844.720000000001</c:v>
                </c:pt>
                <c:pt idx="98">
                  <c:v>30093.38</c:v>
                </c:pt>
                <c:pt idx="99">
                  <c:v>30808.45</c:v>
                </c:pt>
                <c:pt idx="100">
                  <c:v>30468.560000000001</c:v>
                </c:pt>
                <c:pt idx="101">
                  <c:v>28955.11</c:v>
                </c:pt>
                <c:pt idx="102">
                  <c:v>28583.01</c:v>
                </c:pt>
                <c:pt idx="103">
                  <c:v>27888.55</c:v>
                </c:pt>
                <c:pt idx="104">
                  <c:v>27788.52</c:v>
                </c:pt>
                <c:pt idx="105">
                  <c:v>24979.69</c:v>
                </c:pt>
                <c:pt idx="106">
                  <c:v>26506.75</c:v>
                </c:pt>
                <c:pt idx="107">
                  <c:v>25845.7</c:v>
                </c:pt>
                <c:pt idx="108">
                  <c:v>27942.47</c:v>
                </c:pt>
                <c:pt idx="109">
                  <c:v>28633.18</c:v>
                </c:pt>
                <c:pt idx="110">
                  <c:v>29051.360000000001</c:v>
                </c:pt>
                <c:pt idx="111">
                  <c:v>29699.11</c:v>
                </c:pt>
                <c:pt idx="112">
                  <c:v>26901.09</c:v>
                </c:pt>
                <c:pt idx="113">
                  <c:v>28542.62</c:v>
                </c:pt>
                <c:pt idx="114">
                  <c:v>27777.75</c:v>
                </c:pt>
                <c:pt idx="115">
                  <c:v>25724.73</c:v>
                </c:pt>
                <c:pt idx="116">
                  <c:v>26092.27</c:v>
                </c:pt>
                <c:pt idx="117">
                  <c:v>26906.720000000001</c:v>
                </c:pt>
                <c:pt idx="118">
                  <c:v>26346.49</c:v>
                </c:pt>
                <c:pt idx="119">
                  <c:v>28189.75</c:v>
                </c:pt>
                <c:pt idx="120">
                  <c:v>26312.63</c:v>
                </c:pt>
                <c:pt idx="121">
                  <c:v>26129.93</c:v>
                </c:pt>
                <c:pt idx="122">
                  <c:v>23603.48</c:v>
                </c:pt>
                <c:pt idx="123">
                  <c:v>24643.59</c:v>
                </c:pt>
                <c:pt idx="124">
                  <c:v>22961.47</c:v>
                </c:pt>
                <c:pt idx="125">
                  <c:v>24427.19</c:v>
                </c:pt>
                <c:pt idx="126">
                  <c:v>24595.35</c:v>
                </c:pt>
                <c:pt idx="127">
                  <c:v>25177.05</c:v>
                </c:pt>
                <c:pt idx="128">
                  <c:v>23459.05</c:v>
                </c:pt>
                <c:pt idx="129">
                  <c:v>24107.42</c:v>
                </c:pt>
                <c:pt idx="130">
                  <c:v>26341.49</c:v>
                </c:pt>
                <c:pt idx="131">
                  <c:v>27231.13</c:v>
                </c:pt>
                <c:pt idx="132">
                  <c:v>28283.71</c:v>
                </c:pt>
                <c:pt idx="133">
                  <c:v>28980.21</c:v>
                </c:pt>
                <c:pt idx="134">
                  <c:v>28378.35</c:v>
                </c:pt>
                <c:pt idx="135">
                  <c:v>28724.880000000001</c:v>
                </c:pt>
                <c:pt idx="136">
                  <c:v>29151.8</c:v>
                </c:pt>
                <c:pt idx="137">
                  <c:v>28827.95</c:v>
                </c:pt>
                <c:pt idx="138">
                  <c:v>25961.03</c:v>
                </c:pt>
                <c:pt idx="139">
                  <c:v>25878.99</c:v>
                </c:pt>
                <c:pt idx="140">
                  <c:v>24575.64</c:v>
                </c:pt>
                <c:pt idx="141">
                  <c:v>25377.24</c:v>
                </c:pt>
                <c:pt idx="142">
                  <c:v>23475.26</c:v>
                </c:pt>
                <c:pt idx="143">
                  <c:v>23397.67</c:v>
                </c:pt>
                <c:pt idx="144">
                  <c:v>23802.26</c:v>
                </c:pt>
                <c:pt idx="145">
                  <c:v>22713.02</c:v>
                </c:pt>
                <c:pt idx="146">
                  <c:v>21996.85</c:v>
                </c:pt>
                <c:pt idx="147">
                  <c:v>21089.39</c:v>
                </c:pt>
                <c:pt idx="148">
                  <c:v>21415.200000000001</c:v>
                </c:pt>
                <c:pt idx="149">
                  <c:v>21859.79</c:v>
                </c:pt>
                <c:pt idx="150">
                  <c:v>20156.509999999998</c:v>
                </c:pt>
                <c:pt idx="151">
                  <c:v>19954.39</c:v>
                </c:pt>
                <c:pt idx="152">
                  <c:v>17222.830000000002</c:v>
                </c:pt>
                <c:pt idx="153">
                  <c:v>14687.02</c:v>
                </c:pt>
                <c:pt idx="154">
                  <c:v>18597.23</c:v>
                </c:pt>
                <c:pt idx="155">
                  <c:v>19781.41</c:v>
                </c:pt>
                <c:pt idx="156">
                  <c:v>21842.33</c:v>
                </c:pt>
                <c:pt idx="157">
                  <c:v>19785.939999999999</c:v>
                </c:pt>
                <c:pt idx="158">
                  <c:v>20400.11</c:v>
                </c:pt>
                <c:pt idx="159">
                  <c:v>19894.57</c:v>
                </c:pt>
                <c:pt idx="160">
                  <c:v>18234.27</c:v>
                </c:pt>
                <c:pt idx="161">
                  <c:v>18916.43</c:v>
                </c:pt>
                <c:pt idx="162">
                  <c:v>20078.939999999999</c:v>
                </c:pt>
                <c:pt idx="163">
                  <c:v>18382.060000000001</c:v>
                </c:pt>
                <c:pt idx="164">
                  <c:v>17809.66</c:v>
                </c:pt>
                <c:pt idx="165">
                  <c:v>17112.48</c:v>
                </c:pt>
                <c:pt idx="166">
                  <c:v>17042.88</c:v>
                </c:pt>
                <c:pt idx="167">
                  <c:v>17047.39</c:v>
                </c:pt>
                <c:pt idx="168">
                  <c:v>15485.07</c:v>
                </c:pt>
                <c:pt idx="169">
                  <c:v>16511.439999999999</c:v>
                </c:pt>
                <c:pt idx="170">
                  <c:v>16541.419999999998</c:v>
                </c:pt>
                <c:pt idx="171">
                  <c:v>17763.03</c:v>
                </c:pt>
                <c:pt idx="172">
                  <c:v>18079.61</c:v>
                </c:pt>
                <c:pt idx="173">
                  <c:v>17718.61</c:v>
                </c:pt>
                <c:pt idx="174">
                  <c:v>17344.599999999999</c:v>
                </c:pt>
                <c:pt idx="175">
                  <c:v>17989.07</c:v>
                </c:pt>
                <c:pt idx="176">
                  <c:v>21133.68</c:v>
                </c:pt>
                <c:pt idx="177">
                  <c:v>20317.330000000002</c:v>
                </c:pt>
                <c:pt idx="178">
                  <c:v>19423.61</c:v>
                </c:pt>
                <c:pt idx="179">
                  <c:v>20059.95</c:v>
                </c:pt>
                <c:pt idx="180">
                  <c:v>20225.11</c:v>
                </c:pt>
                <c:pt idx="181">
                  <c:v>22941.32</c:v>
                </c:pt>
                <c:pt idx="182">
                  <c:v>23119.58</c:v>
                </c:pt>
                <c:pt idx="183">
                  <c:v>22119.41</c:v>
                </c:pt>
                <c:pt idx="184">
                  <c:v>23289.77</c:v>
                </c:pt>
                <c:pt idx="185">
                  <c:v>24072.28</c:v>
                </c:pt>
                <c:pt idx="186">
                  <c:v>24773.33</c:v>
                </c:pt>
                <c:pt idx="187">
                  <c:v>25077.62</c:v>
                </c:pt>
                <c:pt idx="188">
                  <c:v>26855.56</c:v>
                </c:pt>
                <c:pt idx="189">
                  <c:v>25906.65</c:v>
                </c:pt>
                <c:pt idx="190">
                  <c:v>25858.89</c:v>
                </c:pt>
                <c:pt idx="191">
                  <c:v>25630.54</c:v>
                </c:pt>
                <c:pt idx="192">
                  <c:v>27387.11</c:v>
                </c:pt>
                <c:pt idx="193">
                  <c:v>26630.54</c:v>
                </c:pt>
                <c:pt idx="194">
                  <c:v>24788.14</c:v>
                </c:pt>
                <c:pt idx="195">
                  <c:v>25776.53</c:v>
                </c:pt>
                <c:pt idx="196">
                  <c:v>25182.39</c:v>
                </c:pt>
                <c:pt idx="197">
                  <c:v>#N/A</c:v>
                </c:pt>
                <c:pt idx="198">
                  <c:v>#N/A</c:v>
                </c:pt>
                <c:pt idx="199">
                  <c:v>#N/A</c:v>
                </c:pt>
                <c:pt idx="200">
                  <c:v>#N/A</c:v>
                </c:pt>
                <c:pt idx="201">
                  <c:v>#N/A</c:v>
                </c:pt>
                <c:pt idx="202">
                  <c:v>#N/A</c:v>
                </c:pt>
                <c:pt idx="203">
                  <c:v>#N/A</c:v>
                </c:pt>
              </c:numCache>
            </c:numRef>
          </c:val>
          <c:smooth val="0"/>
          <c:extLst>
            <c:ext xmlns:c16="http://schemas.microsoft.com/office/drawing/2014/chart" uri="{C3380CC4-5D6E-409C-BE32-E72D297353CC}">
              <c16:uniqueId val="{00000001-1D0B-D74F-B9B8-425EC80741C1}"/>
            </c:ext>
          </c:extLst>
        </c:ser>
        <c:dLbls>
          <c:showLegendKey val="0"/>
          <c:showVal val="0"/>
          <c:showCatName val="0"/>
          <c:showSerName val="0"/>
          <c:showPercent val="0"/>
          <c:showBubbleSize val="0"/>
        </c:dLbls>
        <c:marker val="1"/>
        <c:smooth val="0"/>
        <c:axId val="2000001282"/>
        <c:axId val="2000001283"/>
      </c:lineChart>
      <c:dateAx>
        <c:axId val="2000001280"/>
        <c:scaling>
          <c:orientation val="minMax"/>
          <c:max val="46357"/>
        </c:scaling>
        <c:delete val="0"/>
        <c:axPos val="b"/>
        <c:numFmt formatCode="yyyy\-mm" sourceLinked="0"/>
        <c:majorTickMark val="in"/>
        <c:minorTickMark val="none"/>
        <c:tickLblPos val="low"/>
        <c:spPr>
          <a:ln w="3175">
            <a:solidFill>
              <a:srgbClr val="000000"/>
            </a:solidFill>
            <a:prstDash val="solid"/>
          </a:ln>
        </c:spPr>
        <c:txPr>
          <a:bodyPr rot="0" vert="horz"/>
          <a:lstStyle/>
          <a:p>
            <a:pPr>
              <a:defRPr/>
            </a:pPr>
            <a:endParaRPr lang="zh-CN"/>
          </a:p>
        </c:txPr>
        <c:crossAx val="2000001281"/>
        <c:crosses val="autoZero"/>
        <c:auto val="0"/>
        <c:lblOffset val="100"/>
        <c:baseTimeUnit val="months"/>
      </c:dateAx>
      <c:valAx>
        <c:axId val="2000001281"/>
        <c:scaling>
          <c:orientation val="minMax"/>
          <c:max val="2000"/>
        </c:scaling>
        <c:delete val="0"/>
        <c:axPos val="l"/>
        <c:numFmt formatCode="General" sourceLinked="0"/>
        <c:majorTickMark val="in"/>
        <c:minorTickMark val="none"/>
        <c:tickLblPos val="nextTo"/>
        <c:spPr>
          <a:ln w="3175">
            <a:solidFill>
              <a:srgbClr val="000000"/>
            </a:solidFill>
            <a:prstDash val="solid"/>
          </a:ln>
        </c:spPr>
        <c:txPr>
          <a:bodyPr rot="0" vert="horz"/>
          <a:lstStyle/>
          <a:p>
            <a:pPr>
              <a:defRPr/>
            </a:pPr>
            <a:endParaRPr lang="zh-CN"/>
          </a:p>
        </c:txPr>
        <c:crossAx val="2000001280"/>
        <c:crosses val="autoZero"/>
        <c:crossBetween val="between"/>
      </c:valAx>
      <c:valAx>
        <c:axId val="2000001283"/>
        <c:scaling>
          <c:orientation val="minMax"/>
          <c:max val="30000"/>
          <c:min val="15000"/>
        </c:scaling>
        <c:delete val="0"/>
        <c:axPos val="r"/>
        <c:numFmt formatCode="_ * #,##0_ ;_ * \-#,##0_ ;_ * &quot;-&quot;??_ ;_ @_ " sourceLinked="1"/>
        <c:majorTickMark val="out"/>
        <c:minorTickMark val="none"/>
        <c:tickLblPos val="nextTo"/>
        <c:crossAx val="2000001282"/>
        <c:crosses val="max"/>
        <c:crossBetween val="between"/>
      </c:valAx>
      <c:dateAx>
        <c:axId val="2000001282"/>
        <c:scaling>
          <c:orientation val="minMax"/>
        </c:scaling>
        <c:delete val="1"/>
        <c:axPos val="b"/>
        <c:numFmt formatCode="m/d/yyyy" sourceLinked="1"/>
        <c:majorTickMark val="out"/>
        <c:minorTickMark val="none"/>
        <c:tickLblPos val="nextTo"/>
        <c:crossAx val="2000001283"/>
        <c:crosses val="autoZero"/>
        <c:auto val="1"/>
        <c:lblOffset val="100"/>
        <c:baseTimeUnit val="months"/>
      </c:dateAx>
      <c:spPr>
        <a:noFill/>
        <a:ln w="25400">
          <a:noFill/>
        </a:ln>
      </c:spPr>
    </c:plotArea>
    <c:legend>
      <c:legendPos val="b"/>
      <c:layout>
        <c:manualLayout>
          <c:xMode val="edge"/>
          <c:yMode val="edge"/>
          <c:x val="1.9804960317460322E-2"/>
          <c:y val="2.7210372092262387E-3"/>
          <c:w val="0.91013055555555555"/>
          <c:h val="8.8139682539682546E-2"/>
        </c:manualLayout>
      </c:layout>
      <c:overlay val="0"/>
      <c:spPr>
        <a:solidFill>
          <a:srgbClr val="FFFFFF"/>
        </a:solidFill>
        <a:ln w="25400">
          <a:noFill/>
        </a:ln>
      </c:spPr>
      <c:txPr>
        <a:bodyPr/>
        <a:lstStyle/>
        <a:p>
          <a:pPr>
            <a:defRPr>
              <a:latin typeface="Arial" panose="020B0604020202020204" pitchFamily="34" charset="0"/>
              <a:ea typeface="思源黑体 CN Regular" panose="020B0500000000000000" pitchFamily="34" charset="-122"/>
              <a:cs typeface="Arial" panose="020B0604020202020204" pitchFamily="34" charset="0"/>
            </a:defRPr>
          </a:pPr>
          <a:endParaRPr lang="zh-CN"/>
        </a:p>
      </c:txPr>
    </c:legend>
    <c:plotVisOnly val="1"/>
    <c:dispBlanksAs val="gap"/>
    <c:showDLblsOverMax val="0"/>
  </c:chart>
  <c:spPr>
    <a:solidFill>
      <a:srgbClr val="FFFFFF"/>
    </a:solidFill>
    <a:ln w="9525">
      <a:noFill/>
    </a:ln>
  </c:spPr>
  <c:txPr>
    <a:bodyPr/>
    <a:lstStyle/>
    <a:p>
      <a:pPr>
        <a:defRPr sz="800" b="0" i="0" u="none" strike="noStrike" baseline="0">
          <a:solidFill>
            <a:srgbClr val="000000"/>
          </a:solidFill>
          <a:latin typeface="Arial" panose="020B0604020202020204" pitchFamily="34" charset="0"/>
          <a:ea typeface="楷体_GB2312" panose="02010609030101010101" pitchFamily="49" charset="-122"/>
          <a:cs typeface="Arial" panose="020B0604020202020204" pitchFamily="34" charset="0"/>
        </a:defRPr>
      </a:pPr>
      <a:endParaRPr lang="zh-CN"/>
    </a:p>
  </c:txPr>
  <c:externalData r:id="rId1">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6.6658928571428577E-2"/>
          <c:y val="5.3240960171240734E-2"/>
          <c:w val="0.91281634287239521"/>
          <c:h val="0.81554340429668515"/>
        </c:manualLayout>
      </c:layout>
      <c:barChart>
        <c:barDir val="col"/>
        <c:grouping val="clustered"/>
        <c:varyColors val="0"/>
        <c:ser>
          <c:idx val="0"/>
          <c:order val="0"/>
          <c:tx>
            <c:strRef>
              <c:f>' 300亿以上解禁'!$P$6</c:f>
              <c:strCache>
                <c:ptCount val="1"/>
                <c:pt idx="0">
                  <c:v>300亿港元市值以上的港股公司：限售股解禁规模（亿港元）</c:v>
                </c:pt>
              </c:strCache>
            </c:strRef>
          </c:tx>
          <c:spPr>
            <a:solidFill>
              <a:srgbClr val="7C80C8"/>
            </a:solidFill>
            <a:ln w="3175">
              <a:solidFill>
                <a:srgbClr val="7C80C8"/>
              </a:solidFill>
              <a:prstDash val="solid"/>
            </a:ln>
          </c:spPr>
          <c:invertIfNegative val="0"/>
          <c:dPt>
            <c:idx val="0"/>
            <c:invertIfNegative val="0"/>
            <c:bubble3D val="0"/>
            <c:extLst>
              <c:ext xmlns:c16="http://schemas.microsoft.com/office/drawing/2014/chart" uri="{C3380CC4-5D6E-409C-BE32-E72D297353CC}">
                <c16:uniqueId val="{00000000-1BAE-324F-9BEC-6B684FE186AD}"/>
              </c:ext>
            </c:extLst>
          </c:dPt>
          <c:dLbls>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 300亿以上解禁'!$O$203:$O$217</c:f>
              <c:numCache>
                <c:formatCode>m/d/yyyy</c:formatCode>
                <c:ptCount val="15"/>
                <c:pt idx="0">
                  <c:v>46053</c:v>
                </c:pt>
                <c:pt idx="1">
                  <c:v>46081</c:v>
                </c:pt>
                <c:pt idx="2">
                  <c:v>46112</c:v>
                </c:pt>
                <c:pt idx="3">
                  <c:v>46142</c:v>
                </c:pt>
                <c:pt idx="4">
                  <c:v>46173</c:v>
                </c:pt>
                <c:pt idx="5">
                  <c:v>46203</c:v>
                </c:pt>
                <c:pt idx="6">
                  <c:v>46234</c:v>
                </c:pt>
                <c:pt idx="7">
                  <c:v>46265</c:v>
                </c:pt>
                <c:pt idx="8">
                  <c:v>46295</c:v>
                </c:pt>
                <c:pt idx="9">
                  <c:v>46326</c:v>
                </c:pt>
                <c:pt idx="10">
                  <c:v>46356</c:v>
                </c:pt>
                <c:pt idx="11">
                  <c:v>46387</c:v>
                </c:pt>
                <c:pt idx="12">
                  <c:v>46418</c:v>
                </c:pt>
                <c:pt idx="13">
                  <c:v>46446</c:v>
                </c:pt>
                <c:pt idx="14">
                  <c:v>46477</c:v>
                </c:pt>
              </c:numCache>
            </c:numRef>
          </c:cat>
          <c:val>
            <c:numRef>
              <c:f>' 300亿以上解禁'!$P$203:$P$217</c:f>
              <c:numCache>
                <c:formatCode>_ * #,##0_ ;_ * \-#,##0_ ;_ * "-"??_ ;_ @_ </c:formatCode>
                <c:ptCount val="15"/>
                <c:pt idx="0">
                  <c:v>239.09371110300003</c:v>
                </c:pt>
                <c:pt idx="1">
                  <c:v>713.28656793120001</c:v>
                </c:pt>
                <c:pt idx="2">
                  <c:v>788.83181267199996</c:v>
                </c:pt>
                <c:pt idx="3">
                  <c:v>96.116219440000009</c:v>
                </c:pt>
                <c:pt idx="4">
                  <c:v>73.94194370000001</c:v>
                </c:pt>
                <c:pt idx="5">
                  <c:v>25.656352999999999</c:v>
                </c:pt>
                <c:pt idx="6">
                  <c:v>1685.3142773384002</c:v>
                </c:pt>
                <c:pt idx="7">
                  <c:v>492.38583430000006</c:v>
                </c:pt>
                <c:pt idx="8">
                  <c:v>402.32794931440003</c:v>
                </c:pt>
                <c:pt idx="9">
                  <c:v>415.72490441000002</c:v>
                </c:pt>
                <c:pt idx="10">
                  <c:v>1.0583902000000001</c:v>
                </c:pt>
                <c:pt idx="11">
                  <c:v>863.59396315700008</c:v>
                </c:pt>
                <c:pt idx="12">
                  <c:v>4443.5171845752011</c:v>
                </c:pt>
                <c:pt idx="13">
                  <c:v>17.445972475200001</c:v>
                </c:pt>
                <c:pt idx="14">
                  <c:v>114.11502032000001</c:v>
                </c:pt>
              </c:numCache>
            </c:numRef>
          </c:val>
          <c:extLst>
            <c:ext xmlns:c16="http://schemas.microsoft.com/office/drawing/2014/chart" uri="{C3380CC4-5D6E-409C-BE32-E72D297353CC}">
              <c16:uniqueId val="{00000001-1BAE-324F-9BEC-6B684FE186AD}"/>
            </c:ext>
          </c:extLst>
        </c:ser>
        <c:dLbls>
          <c:dLblPos val="outEnd"/>
          <c:showLegendKey val="0"/>
          <c:showVal val="1"/>
          <c:showCatName val="0"/>
          <c:showSerName val="0"/>
          <c:showPercent val="0"/>
          <c:showBubbleSize val="0"/>
        </c:dLbls>
        <c:gapWidth val="150"/>
        <c:axId val="2000001312"/>
        <c:axId val="2000001313"/>
      </c:barChart>
      <c:dateAx>
        <c:axId val="2000001312"/>
        <c:scaling>
          <c:orientation val="minMax"/>
        </c:scaling>
        <c:delete val="0"/>
        <c:axPos val="b"/>
        <c:numFmt formatCode="yyyy\-mm" sourceLinked="0"/>
        <c:majorTickMark val="in"/>
        <c:minorTickMark val="none"/>
        <c:tickLblPos val="nextTo"/>
        <c:spPr>
          <a:ln w="3175">
            <a:solidFill>
              <a:srgbClr val="000000"/>
            </a:solidFill>
            <a:prstDash val="solid"/>
          </a:ln>
        </c:spPr>
        <c:txPr>
          <a:bodyPr rot="0" vert="horz"/>
          <a:lstStyle/>
          <a:p>
            <a:pPr>
              <a:defRPr/>
            </a:pPr>
            <a:endParaRPr lang="zh-CN"/>
          </a:p>
        </c:txPr>
        <c:crossAx val="2000001313"/>
        <c:crosses val="autoZero"/>
        <c:auto val="0"/>
        <c:lblOffset val="100"/>
        <c:baseTimeUnit val="months"/>
      </c:dateAx>
      <c:valAx>
        <c:axId val="2000001313"/>
        <c:scaling>
          <c:orientation val="minMax"/>
          <c:max val="4500"/>
        </c:scaling>
        <c:delete val="0"/>
        <c:axPos val="l"/>
        <c:numFmt formatCode="General" sourceLinked="0"/>
        <c:majorTickMark val="in"/>
        <c:minorTickMark val="none"/>
        <c:tickLblPos val="nextTo"/>
        <c:spPr>
          <a:ln w="3175">
            <a:solidFill>
              <a:srgbClr val="000000"/>
            </a:solidFill>
            <a:prstDash val="solid"/>
          </a:ln>
        </c:spPr>
        <c:txPr>
          <a:bodyPr rot="0" vert="horz"/>
          <a:lstStyle/>
          <a:p>
            <a:pPr>
              <a:defRPr/>
            </a:pPr>
            <a:endParaRPr lang="zh-CN"/>
          </a:p>
        </c:txPr>
        <c:crossAx val="2000001312"/>
        <c:crosses val="autoZero"/>
        <c:crossBetween val="between"/>
      </c:valAx>
      <c:spPr>
        <a:noFill/>
        <a:ln w="25400">
          <a:noFill/>
        </a:ln>
      </c:spPr>
    </c:plotArea>
    <c:legend>
      <c:legendPos val="b"/>
      <c:layout>
        <c:manualLayout>
          <c:xMode val="edge"/>
          <c:yMode val="edge"/>
          <c:x val="0.20788101043207166"/>
          <c:y val="1.9471663264314262E-2"/>
          <c:w val="0.58169990806986693"/>
          <c:h val="9.1639447846796923E-2"/>
        </c:manualLayout>
      </c:layout>
      <c:overlay val="0"/>
      <c:spPr>
        <a:solidFill>
          <a:srgbClr val="FFFFFF"/>
        </a:solidFill>
        <a:ln w="25400">
          <a:noFill/>
        </a:ln>
      </c:spPr>
    </c:legend>
    <c:plotVisOnly val="1"/>
    <c:dispBlanksAs val="gap"/>
    <c:showDLblsOverMax val="0"/>
  </c:chart>
  <c:spPr>
    <a:solidFill>
      <a:srgbClr val="FFFFFF"/>
    </a:solidFill>
    <a:ln w="9525">
      <a:noFill/>
    </a:ln>
  </c:spPr>
  <c:txPr>
    <a:bodyPr/>
    <a:lstStyle/>
    <a:p>
      <a:pPr>
        <a:defRPr sz="800" b="0" i="0" u="none" strike="noStrike" baseline="0">
          <a:solidFill>
            <a:srgbClr val="000000"/>
          </a:solidFill>
          <a:latin typeface="Arial" panose="020B0604020202020204" pitchFamily="34" charset="0"/>
          <a:ea typeface="思源黑体 CN Medium" panose="020B0600000000000000" pitchFamily="34" charset="-122"/>
          <a:cs typeface="Arial" panose="020B0604020202020204" pitchFamily="34" charset="0"/>
        </a:defRPr>
      </a:pPr>
      <a:endParaRPr lang="zh-CN"/>
    </a:p>
  </c:txPr>
  <c:externalData r:id="rId1">
    <c:autoUpdate val="0"/>
  </c:externalData>
  <c:userShapes r:id="rId2"/>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6.9178852643419581E-2"/>
          <c:y val="5.3240944881889761E-2"/>
          <c:w val="0.91281634287239521"/>
          <c:h val="0.81554340429668515"/>
        </c:manualLayout>
      </c:layout>
      <c:barChart>
        <c:barDir val="col"/>
        <c:grouping val="clustered"/>
        <c:varyColors val="0"/>
        <c:ser>
          <c:idx val="0"/>
          <c:order val="0"/>
          <c:tx>
            <c:strRef>
              <c:f>全部解禁!$P$6</c:f>
              <c:strCache>
                <c:ptCount val="1"/>
                <c:pt idx="0">
                  <c:v>限售股解禁（亿港元）</c:v>
                </c:pt>
              </c:strCache>
            </c:strRef>
          </c:tx>
          <c:spPr>
            <a:solidFill>
              <a:srgbClr val="7C80C8"/>
            </a:solidFill>
            <a:ln w="3175">
              <a:solidFill>
                <a:srgbClr val="7C80C8"/>
              </a:solidFill>
              <a:prstDash val="solid"/>
            </a:ln>
          </c:spPr>
          <c:invertIfNegative val="0"/>
          <c:dPt>
            <c:idx val="0"/>
            <c:invertIfNegative val="0"/>
            <c:bubble3D val="0"/>
            <c:extLst>
              <c:ext xmlns:c16="http://schemas.microsoft.com/office/drawing/2014/chart" uri="{C3380CC4-5D6E-409C-BE32-E72D297353CC}">
                <c16:uniqueId val="{00000000-0F48-1A49-B6C4-F12F46D2D342}"/>
              </c:ext>
            </c:extLst>
          </c:dPt>
          <c:dLbls>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全部解禁!$O$203:$O$217</c:f>
              <c:numCache>
                <c:formatCode>m/d/yyyy</c:formatCode>
                <c:ptCount val="15"/>
                <c:pt idx="0">
                  <c:v>46053</c:v>
                </c:pt>
                <c:pt idx="1">
                  <c:v>46081</c:v>
                </c:pt>
                <c:pt idx="2">
                  <c:v>46112</c:v>
                </c:pt>
                <c:pt idx="3">
                  <c:v>46142</c:v>
                </c:pt>
                <c:pt idx="4">
                  <c:v>46173</c:v>
                </c:pt>
                <c:pt idx="5">
                  <c:v>46203</c:v>
                </c:pt>
                <c:pt idx="6">
                  <c:v>46234</c:v>
                </c:pt>
                <c:pt idx="7">
                  <c:v>46265</c:v>
                </c:pt>
                <c:pt idx="8">
                  <c:v>46295</c:v>
                </c:pt>
                <c:pt idx="9">
                  <c:v>46326</c:v>
                </c:pt>
                <c:pt idx="10">
                  <c:v>46356</c:v>
                </c:pt>
                <c:pt idx="11">
                  <c:v>46387</c:v>
                </c:pt>
                <c:pt idx="12">
                  <c:v>46418</c:v>
                </c:pt>
                <c:pt idx="13">
                  <c:v>46446</c:v>
                </c:pt>
                <c:pt idx="14">
                  <c:v>46477</c:v>
                </c:pt>
              </c:numCache>
            </c:numRef>
          </c:cat>
          <c:val>
            <c:numRef>
              <c:f>全部解禁!$P$203:$P$217</c:f>
              <c:numCache>
                <c:formatCode>_ * #,##0_ ;_ * \-#,##0_ ;_ * "-"??_ ;_ @_ </c:formatCode>
                <c:ptCount val="15"/>
                <c:pt idx="0">
                  <c:v>493.71347717880002</c:v>
                </c:pt>
                <c:pt idx="1">
                  <c:v>757.37676673119995</c:v>
                </c:pt>
                <c:pt idx="2">
                  <c:v>1206.9613322851001</c:v>
                </c:pt>
                <c:pt idx="3">
                  <c:v>278.02367500010001</c:v>
                </c:pt>
                <c:pt idx="4">
                  <c:v>260.21220080019998</c:v>
                </c:pt>
                <c:pt idx="5">
                  <c:v>714.32966082120015</c:v>
                </c:pt>
                <c:pt idx="6">
                  <c:v>1951.4502737821999</c:v>
                </c:pt>
                <c:pt idx="7">
                  <c:v>679.46535168040009</c:v>
                </c:pt>
                <c:pt idx="8">
                  <c:v>743.67508547499983</c:v>
                </c:pt>
                <c:pt idx="9">
                  <c:v>1491.8510749537002</c:v>
                </c:pt>
                <c:pt idx="10">
                  <c:v>540.56295629119995</c:v>
                </c:pt>
                <c:pt idx="11">
                  <c:v>1683.9631452754002</c:v>
                </c:pt>
                <c:pt idx="12">
                  <c:v>4643.1719512257014</c:v>
                </c:pt>
                <c:pt idx="13">
                  <c:v>344.12348652800006</c:v>
                </c:pt>
                <c:pt idx="14">
                  <c:v>1055.889662518</c:v>
                </c:pt>
              </c:numCache>
            </c:numRef>
          </c:val>
          <c:extLst>
            <c:ext xmlns:c16="http://schemas.microsoft.com/office/drawing/2014/chart" uri="{C3380CC4-5D6E-409C-BE32-E72D297353CC}">
              <c16:uniqueId val="{00000001-0F48-1A49-B6C4-F12F46D2D342}"/>
            </c:ext>
          </c:extLst>
        </c:ser>
        <c:dLbls>
          <c:dLblPos val="outEnd"/>
          <c:showLegendKey val="0"/>
          <c:showVal val="1"/>
          <c:showCatName val="0"/>
          <c:showSerName val="0"/>
          <c:showPercent val="0"/>
          <c:showBubbleSize val="0"/>
        </c:dLbls>
        <c:gapWidth val="150"/>
        <c:axId val="2000001344"/>
        <c:axId val="2000001345"/>
      </c:barChart>
      <c:dateAx>
        <c:axId val="2000001344"/>
        <c:scaling>
          <c:orientation val="minMax"/>
        </c:scaling>
        <c:delete val="0"/>
        <c:axPos val="b"/>
        <c:numFmt formatCode="yyyy\-mm" sourceLinked="0"/>
        <c:majorTickMark val="in"/>
        <c:minorTickMark val="none"/>
        <c:tickLblPos val="nextTo"/>
        <c:spPr>
          <a:ln w="3175">
            <a:solidFill>
              <a:srgbClr val="000000"/>
            </a:solidFill>
            <a:prstDash val="solid"/>
          </a:ln>
        </c:spPr>
        <c:txPr>
          <a:bodyPr rot="0" vert="horz"/>
          <a:lstStyle/>
          <a:p>
            <a:pPr>
              <a:defRPr/>
            </a:pPr>
            <a:endParaRPr lang="zh-CN"/>
          </a:p>
        </c:txPr>
        <c:crossAx val="2000001345"/>
        <c:crosses val="autoZero"/>
        <c:auto val="0"/>
        <c:lblOffset val="100"/>
        <c:baseTimeUnit val="months"/>
      </c:dateAx>
      <c:valAx>
        <c:axId val="2000001345"/>
        <c:scaling>
          <c:orientation val="minMax"/>
          <c:max val="5000"/>
        </c:scaling>
        <c:delete val="0"/>
        <c:axPos val="l"/>
        <c:numFmt formatCode="General" sourceLinked="0"/>
        <c:majorTickMark val="in"/>
        <c:minorTickMark val="none"/>
        <c:tickLblPos val="nextTo"/>
        <c:spPr>
          <a:ln w="3175">
            <a:solidFill>
              <a:srgbClr val="000000"/>
            </a:solidFill>
            <a:prstDash val="solid"/>
          </a:ln>
        </c:spPr>
        <c:txPr>
          <a:bodyPr rot="0" vert="horz"/>
          <a:lstStyle/>
          <a:p>
            <a:pPr>
              <a:defRPr/>
            </a:pPr>
            <a:endParaRPr lang="zh-CN"/>
          </a:p>
        </c:txPr>
        <c:crossAx val="2000001344"/>
        <c:crosses val="autoZero"/>
        <c:crossBetween val="between"/>
      </c:valAx>
      <c:spPr>
        <a:noFill/>
        <a:ln w="25400">
          <a:noFill/>
        </a:ln>
      </c:spPr>
    </c:plotArea>
    <c:legend>
      <c:legendPos val="b"/>
      <c:layout>
        <c:manualLayout>
          <c:xMode val="edge"/>
          <c:yMode val="edge"/>
          <c:x val="0.3271703505335945"/>
          <c:y val="1.9471663264314262E-2"/>
          <c:w val="0.40911107558255722"/>
          <c:h val="9.1639447846796923E-2"/>
        </c:manualLayout>
      </c:layout>
      <c:overlay val="0"/>
      <c:spPr>
        <a:solidFill>
          <a:srgbClr val="FFFFFF"/>
        </a:solidFill>
        <a:ln w="25400">
          <a:noFill/>
        </a:ln>
      </c:spPr>
    </c:legend>
    <c:plotVisOnly val="1"/>
    <c:dispBlanksAs val="gap"/>
    <c:showDLblsOverMax val="0"/>
  </c:chart>
  <c:spPr>
    <a:solidFill>
      <a:srgbClr val="FFFFFF"/>
    </a:solidFill>
    <a:ln w="9525">
      <a:noFill/>
    </a:ln>
  </c:spPr>
  <c:txPr>
    <a:bodyPr/>
    <a:lstStyle/>
    <a:p>
      <a:pPr>
        <a:defRPr sz="800" b="0" i="0" u="none" strike="noStrike" baseline="0">
          <a:solidFill>
            <a:srgbClr val="000000"/>
          </a:solidFill>
          <a:latin typeface="Arial" panose="020B0604020202020204" pitchFamily="34" charset="0"/>
          <a:ea typeface="思源黑体 CN Medium" panose="020B0600000000000000" pitchFamily="34" charset="-122"/>
          <a:cs typeface="Arial" panose="020B0604020202020204" pitchFamily="34" charset="0"/>
        </a:defRPr>
      </a:pPr>
      <a:endParaRPr lang="zh-CN"/>
    </a:p>
  </c:txPr>
  <c:externalData r:id="rId1">
    <c:autoUpdate val="0"/>
  </c:externalData>
  <c:userShapes r:id="rId2"/>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6.1929133858267718E-2"/>
          <c:y val="0.11615291144162534"/>
          <c:w val="0.8592107952154836"/>
          <c:h val="0.77271702148342569"/>
        </c:manualLayout>
      </c:layout>
      <c:lineChart>
        <c:grouping val="standard"/>
        <c:varyColors val="0"/>
        <c:ser>
          <c:idx val="0"/>
          <c:order val="0"/>
          <c:tx>
            <c:strRef>
              <c:f>'回购金额-月度数据'!$U$1</c:f>
              <c:strCache>
                <c:ptCount val="1"/>
                <c:pt idx="0">
                  <c:v>回购公司数量占比（%，左轴）</c:v>
                </c:pt>
              </c:strCache>
            </c:strRef>
          </c:tx>
          <c:spPr>
            <a:ln w="28575">
              <a:solidFill>
                <a:srgbClr val="7C80C8"/>
              </a:solidFill>
              <a:prstDash val="solid"/>
            </a:ln>
          </c:spPr>
          <c:marker>
            <c:symbol val="none"/>
          </c:marker>
          <c:cat>
            <c:numRef>
              <c:f>'回购金额-月度数据'!$T$2:$T$199</c:f>
              <c:numCache>
                <c:formatCode>yyyy\-mm\-dd</c:formatCode>
                <c:ptCount val="198"/>
                <c:pt idx="0">
                  <c:v>46203</c:v>
                </c:pt>
                <c:pt idx="1">
                  <c:v>46173</c:v>
                </c:pt>
                <c:pt idx="2">
                  <c:v>46142</c:v>
                </c:pt>
                <c:pt idx="3">
                  <c:v>46112</c:v>
                </c:pt>
                <c:pt idx="4">
                  <c:v>46081</c:v>
                </c:pt>
                <c:pt idx="5">
                  <c:v>46053</c:v>
                </c:pt>
                <c:pt idx="6">
                  <c:v>46022</c:v>
                </c:pt>
                <c:pt idx="7">
                  <c:v>45991</c:v>
                </c:pt>
                <c:pt idx="8">
                  <c:v>45961</c:v>
                </c:pt>
                <c:pt idx="9">
                  <c:v>45930</c:v>
                </c:pt>
                <c:pt idx="10">
                  <c:v>45900</c:v>
                </c:pt>
                <c:pt idx="11">
                  <c:v>45869</c:v>
                </c:pt>
                <c:pt idx="12">
                  <c:v>45838</c:v>
                </c:pt>
                <c:pt idx="13">
                  <c:v>45808</c:v>
                </c:pt>
                <c:pt idx="14">
                  <c:v>45777</c:v>
                </c:pt>
                <c:pt idx="15">
                  <c:v>45747</c:v>
                </c:pt>
                <c:pt idx="16">
                  <c:v>45716</c:v>
                </c:pt>
                <c:pt idx="17">
                  <c:v>45688</c:v>
                </c:pt>
                <c:pt idx="18">
                  <c:v>45657</c:v>
                </c:pt>
                <c:pt idx="19">
                  <c:v>45626</c:v>
                </c:pt>
                <c:pt idx="20">
                  <c:v>45596</c:v>
                </c:pt>
                <c:pt idx="21">
                  <c:v>45565</c:v>
                </c:pt>
                <c:pt idx="22">
                  <c:v>45535</c:v>
                </c:pt>
                <c:pt idx="23">
                  <c:v>45504</c:v>
                </c:pt>
                <c:pt idx="24">
                  <c:v>45473</c:v>
                </c:pt>
                <c:pt idx="25">
                  <c:v>45443</c:v>
                </c:pt>
                <c:pt idx="26">
                  <c:v>45412</c:v>
                </c:pt>
                <c:pt idx="27">
                  <c:v>45382</c:v>
                </c:pt>
                <c:pt idx="28">
                  <c:v>45351</c:v>
                </c:pt>
                <c:pt idx="29">
                  <c:v>45322</c:v>
                </c:pt>
                <c:pt idx="30">
                  <c:v>45291</c:v>
                </c:pt>
                <c:pt idx="31">
                  <c:v>45260</c:v>
                </c:pt>
                <c:pt idx="32">
                  <c:v>45230</c:v>
                </c:pt>
                <c:pt idx="33">
                  <c:v>45199</c:v>
                </c:pt>
                <c:pt idx="34">
                  <c:v>45169</c:v>
                </c:pt>
                <c:pt idx="35">
                  <c:v>45138</c:v>
                </c:pt>
                <c:pt idx="36">
                  <c:v>45107</c:v>
                </c:pt>
                <c:pt idx="37">
                  <c:v>45077</c:v>
                </c:pt>
                <c:pt idx="38">
                  <c:v>45046</c:v>
                </c:pt>
                <c:pt idx="39">
                  <c:v>45016</c:v>
                </c:pt>
                <c:pt idx="40">
                  <c:v>44985</c:v>
                </c:pt>
                <c:pt idx="41">
                  <c:v>44957</c:v>
                </c:pt>
                <c:pt idx="42">
                  <c:v>44926</c:v>
                </c:pt>
                <c:pt idx="43">
                  <c:v>44895</c:v>
                </c:pt>
                <c:pt idx="44">
                  <c:v>44865</c:v>
                </c:pt>
                <c:pt idx="45">
                  <c:v>44834</c:v>
                </c:pt>
                <c:pt idx="46">
                  <c:v>44804</c:v>
                </c:pt>
                <c:pt idx="47">
                  <c:v>44773</c:v>
                </c:pt>
                <c:pt idx="48">
                  <c:v>44742</c:v>
                </c:pt>
                <c:pt idx="49">
                  <c:v>44712</c:v>
                </c:pt>
                <c:pt idx="50">
                  <c:v>44681</c:v>
                </c:pt>
                <c:pt idx="51">
                  <c:v>44651</c:v>
                </c:pt>
                <c:pt idx="52">
                  <c:v>44620</c:v>
                </c:pt>
                <c:pt idx="53">
                  <c:v>44592</c:v>
                </c:pt>
                <c:pt idx="54">
                  <c:v>44561</c:v>
                </c:pt>
                <c:pt idx="55">
                  <c:v>44530</c:v>
                </c:pt>
                <c:pt idx="56">
                  <c:v>44500</c:v>
                </c:pt>
                <c:pt idx="57">
                  <c:v>44469</c:v>
                </c:pt>
                <c:pt idx="58">
                  <c:v>44439</c:v>
                </c:pt>
                <c:pt idx="59">
                  <c:v>44408</c:v>
                </c:pt>
                <c:pt idx="60">
                  <c:v>44377</c:v>
                </c:pt>
                <c:pt idx="61">
                  <c:v>44347</c:v>
                </c:pt>
                <c:pt idx="62">
                  <c:v>44316</c:v>
                </c:pt>
                <c:pt idx="63">
                  <c:v>44286</c:v>
                </c:pt>
                <c:pt idx="64">
                  <c:v>44255</c:v>
                </c:pt>
                <c:pt idx="65">
                  <c:v>44227</c:v>
                </c:pt>
                <c:pt idx="66">
                  <c:v>44196</c:v>
                </c:pt>
                <c:pt idx="67">
                  <c:v>44165</c:v>
                </c:pt>
                <c:pt idx="68">
                  <c:v>44135</c:v>
                </c:pt>
                <c:pt idx="69">
                  <c:v>44104</c:v>
                </c:pt>
                <c:pt idx="70">
                  <c:v>44074</c:v>
                </c:pt>
                <c:pt idx="71">
                  <c:v>44043</c:v>
                </c:pt>
                <c:pt idx="72">
                  <c:v>44012</c:v>
                </c:pt>
                <c:pt idx="73">
                  <c:v>43982</c:v>
                </c:pt>
                <c:pt idx="74">
                  <c:v>43951</c:v>
                </c:pt>
                <c:pt idx="75">
                  <c:v>43921</c:v>
                </c:pt>
                <c:pt idx="76">
                  <c:v>43890</c:v>
                </c:pt>
                <c:pt idx="77">
                  <c:v>43861</c:v>
                </c:pt>
                <c:pt idx="78">
                  <c:v>43830</c:v>
                </c:pt>
                <c:pt idx="79">
                  <c:v>43799</c:v>
                </c:pt>
                <c:pt idx="80">
                  <c:v>43769</c:v>
                </c:pt>
                <c:pt idx="81">
                  <c:v>43738</c:v>
                </c:pt>
                <c:pt idx="82">
                  <c:v>43708</c:v>
                </c:pt>
                <c:pt idx="83">
                  <c:v>43677</c:v>
                </c:pt>
                <c:pt idx="84">
                  <c:v>43646</c:v>
                </c:pt>
                <c:pt idx="85">
                  <c:v>43616</c:v>
                </c:pt>
                <c:pt idx="86">
                  <c:v>43585</c:v>
                </c:pt>
                <c:pt idx="87">
                  <c:v>43555</c:v>
                </c:pt>
                <c:pt idx="88">
                  <c:v>43524</c:v>
                </c:pt>
                <c:pt idx="89">
                  <c:v>43496</c:v>
                </c:pt>
                <c:pt idx="90">
                  <c:v>43465</c:v>
                </c:pt>
                <c:pt idx="91">
                  <c:v>43434</c:v>
                </c:pt>
                <c:pt idx="92">
                  <c:v>43404</c:v>
                </c:pt>
                <c:pt idx="93">
                  <c:v>43373</c:v>
                </c:pt>
                <c:pt idx="94">
                  <c:v>43343</c:v>
                </c:pt>
                <c:pt idx="95">
                  <c:v>43312</c:v>
                </c:pt>
                <c:pt idx="96">
                  <c:v>43281</c:v>
                </c:pt>
                <c:pt idx="97">
                  <c:v>43251</c:v>
                </c:pt>
                <c:pt idx="98">
                  <c:v>43220</c:v>
                </c:pt>
                <c:pt idx="99">
                  <c:v>43190</c:v>
                </c:pt>
                <c:pt idx="100">
                  <c:v>43159</c:v>
                </c:pt>
                <c:pt idx="101">
                  <c:v>43131</c:v>
                </c:pt>
                <c:pt idx="102">
                  <c:v>43100</c:v>
                </c:pt>
                <c:pt idx="103">
                  <c:v>43069</c:v>
                </c:pt>
                <c:pt idx="104">
                  <c:v>43039</c:v>
                </c:pt>
                <c:pt idx="105">
                  <c:v>43008</c:v>
                </c:pt>
                <c:pt idx="106">
                  <c:v>42978</c:v>
                </c:pt>
                <c:pt idx="107">
                  <c:v>42947</c:v>
                </c:pt>
                <c:pt idx="108">
                  <c:v>42916</c:v>
                </c:pt>
                <c:pt idx="109">
                  <c:v>42886</c:v>
                </c:pt>
                <c:pt idx="110">
                  <c:v>42855</c:v>
                </c:pt>
                <c:pt idx="111">
                  <c:v>42825</c:v>
                </c:pt>
                <c:pt idx="112">
                  <c:v>42794</c:v>
                </c:pt>
                <c:pt idx="113">
                  <c:v>42766</c:v>
                </c:pt>
                <c:pt idx="114">
                  <c:v>42735</c:v>
                </c:pt>
                <c:pt idx="115">
                  <c:v>42704</c:v>
                </c:pt>
                <c:pt idx="116">
                  <c:v>42674</c:v>
                </c:pt>
                <c:pt idx="117">
                  <c:v>42643</c:v>
                </c:pt>
                <c:pt idx="118">
                  <c:v>42613</c:v>
                </c:pt>
                <c:pt idx="119">
                  <c:v>42582</c:v>
                </c:pt>
                <c:pt idx="120">
                  <c:v>42551</c:v>
                </c:pt>
                <c:pt idx="121">
                  <c:v>42521</c:v>
                </c:pt>
                <c:pt idx="122">
                  <c:v>42490</c:v>
                </c:pt>
                <c:pt idx="123">
                  <c:v>42460</c:v>
                </c:pt>
                <c:pt idx="124">
                  <c:v>42429</c:v>
                </c:pt>
                <c:pt idx="125">
                  <c:v>42400</c:v>
                </c:pt>
                <c:pt idx="126">
                  <c:v>42369</c:v>
                </c:pt>
                <c:pt idx="127">
                  <c:v>42338</c:v>
                </c:pt>
                <c:pt idx="128">
                  <c:v>42308</c:v>
                </c:pt>
                <c:pt idx="129">
                  <c:v>42277</c:v>
                </c:pt>
                <c:pt idx="130">
                  <c:v>42247</c:v>
                </c:pt>
                <c:pt idx="131">
                  <c:v>42216</c:v>
                </c:pt>
                <c:pt idx="132">
                  <c:v>42185</c:v>
                </c:pt>
                <c:pt idx="133">
                  <c:v>42155</c:v>
                </c:pt>
                <c:pt idx="134">
                  <c:v>42124</c:v>
                </c:pt>
                <c:pt idx="135">
                  <c:v>42094</c:v>
                </c:pt>
                <c:pt idx="136">
                  <c:v>42063</c:v>
                </c:pt>
                <c:pt idx="137">
                  <c:v>42035</c:v>
                </c:pt>
                <c:pt idx="138">
                  <c:v>42004</c:v>
                </c:pt>
                <c:pt idx="139">
                  <c:v>41973</c:v>
                </c:pt>
                <c:pt idx="140">
                  <c:v>41943</c:v>
                </c:pt>
                <c:pt idx="141">
                  <c:v>41912</c:v>
                </c:pt>
                <c:pt idx="142">
                  <c:v>41882</c:v>
                </c:pt>
                <c:pt idx="143">
                  <c:v>41851</c:v>
                </c:pt>
                <c:pt idx="144">
                  <c:v>41820</c:v>
                </c:pt>
                <c:pt idx="145">
                  <c:v>41790</c:v>
                </c:pt>
                <c:pt idx="146">
                  <c:v>41759</c:v>
                </c:pt>
                <c:pt idx="147">
                  <c:v>41729</c:v>
                </c:pt>
                <c:pt idx="148">
                  <c:v>41698</c:v>
                </c:pt>
                <c:pt idx="149">
                  <c:v>41670</c:v>
                </c:pt>
                <c:pt idx="150">
                  <c:v>41639</c:v>
                </c:pt>
                <c:pt idx="151">
                  <c:v>41608</c:v>
                </c:pt>
                <c:pt idx="152">
                  <c:v>41578</c:v>
                </c:pt>
                <c:pt idx="153">
                  <c:v>41547</c:v>
                </c:pt>
                <c:pt idx="154">
                  <c:v>41517</c:v>
                </c:pt>
                <c:pt idx="155">
                  <c:v>41486</c:v>
                </c:pt>
                <c:pt idx="156">
                  <c:v>41455</c:v>
                </c:pt>
                <c:pt idx="157">
                  <c:v>41425</c:v>
                </c:pt>
                <c:pt idx="158">
                  <c:v>41394</c:v>
                </c:pt>
                <c:pt idx="159">
                  <c:v>41364</c:v>
                </c:pt>
                <c:pt idx="160">
                  <c:v>41333</c:v>
                </c:pt>
                <c:pt idx="161">
                  <c:v>41305</c:v>
                </c:pt>
                <c:pt idx="162">
                  <c:v>41274</c:v>
                </c:pt>
                <c:pt idx="163">
                  <c:v>41243</c:v>
                </c:pt>
                <c:pt idx="164">
                  <c:v>41213</c:v>
                </c:pt>
                <c:pt idx="165">
                  <c:v>41182</c:v>
                </c:pt>
                <c:pt idx="166">
                  <c:v>41152</c:v>
                </c:pt>
                <c:pt idx="167">
                  <c:v>41121</c:v>
                </c:pt>
                <c:pt idx="168">
                  <c:v>41090</c:v>
                </c:pt>
                <c:pt idx="169">
                  <c:v>41060</c:v>
                </c:pt>
                <c:pt idx="170">
                  <c:v>41029</c:v>
                </c:pt>
                <c:pt idx="171">
                  <c:v>40999</c:v>
                </c:pt>
                <c:pt idx="172">
                  <c:v>40968</c:v>
                </c:pt>
                <c:pt idx="173">
                  <c:v>40939</c:v>
                </c:pt>
                <c:pt idx="174">
                  <c:v>40908</c:v>
                </c:pt>
                <c:pt idx="175">
                  <c:v>40877</c:v>
                </c:pt>
                <c:pt idx="176">
                  <c:v>40847</c:v>
                </c:pt>
                <c:pt idx="177">
                  <c:v>40816</c:v>
                </c:pt>
                <c:pt idx="178">
                  <c:v>40786</c:v>
                </c:pt>
                <c:pt idx="179">
                  <c:v>40755</c:v>
                </c:pt>
                <c:pt idx="180">
                  <c:v>40724</c:v>
                </c:pt>
                <c:pt idx="181">
                  <c:v>40694</c:v>
                </c:pt>
                <c:pt idx="182">
                  <c:v>40663</c:v>
                </c:pt>
                <c:pt idx="183">
                  <c:v>40633</c:v>
                </c:pt>
                <c:pt idx="184">
                  <c:v>40602</c:v>
                </c:pt>
                <c:pt idx="185">
                  <c:v>40574</c:v>
                </c:pt>
                <c:pt idx="186">
                  <c:v>40543</c:v>
                </c:pt>
                <c:pt idx="187">
                  <c:v>40512</c:v>
                </c:pt>
                <c:pt idx="188">
                  <c:v>40482</c:v>
                </c:pt>
                <c:pt idx="189">
                  <c:v>40451</c:v>
                </c:pt>
                <c:pt idx="190">
                  <c:v>40421</c:v>
                </c:pt>
                <c:pt idx="191">
                  <c:v>40390</c:v>
                </c:pt>
                <c:pt idx="192">
                  <c:v>40359</c:v>
                </c:pt>
                <c:pt idx="193">
                  <c:v>40329</c:v>
                </c:pt>
                <c:pt idx="194">
                  <c:v>40298</c:v>
                </c:pt>
                <c:pt idx="195">
                  <c:v>40268</c:v>
                </c:pt>
                <c:pt idx="196">
                  <c:v>40237</c:v>
                </c:pt>
                <c:pt idx="197">
                  <c:v>40209</c:v>
                </c:pt>
              </c:numCache>
            </c:numRef>
          </c:cat>
          <c:val>
            <c:numRef>
              <c:f>'回购金额-月度数据'!$U$2:$U$199</c:f>
              <c:numCache>
                <c:formatCode>0.0%</c:formatCode>
                <c:ptCount val="198"/>
                <c:pt idx="0">
                  <c:v>6.6932999999999993E-2</c:v>
                </c:pt>
                <c:pt idx="1">
                  <c:v>4.9872E-2</c:v>
                </c:pt>
                <c:pt idx="2">
                  <c:v>4.1620999999999998E-2</c:v>
                </c:pt>
                <c:pt idx="3">
                  <c:v>3.5081000000000001E-2</c:v>
                </c:pt>
                <c:pt idx="4">
                  <c:v>2.5546000000000003E-2</c:v>
                </c:pt>
                <c:pt idx="5">
                  <c:v>4.3042999999999998E-2</c:v>
                </c:pt>
                <c:pt idx="6">
                  <c:v>4.5387000000000004E-2</c:v>
                </c:pt>
                <c:pt idx="7">
                  <c:v>3.7134E-2</c:v>
                </c:pt>
                <c:pt idx="8">
                  <c:v>3.5285000000000004E-2</c:v>
                </c:pt>
                <c:pt idx="9">
                  <c:v>3.4249000000000002E-2</c:v>
                </c:pt>
                <c:pt idx="10">
                  <c:v>2.1477E-2</c:v>
                </c:pt>
                <c:pt idx="11">
                  <c:v>2.7515999999999999E-2</c:v>
                </c:pt>
                <c:pt idx="12">
                  <c:v>3.2867E-2</c:v>
                </c:pt>
                <c:pt idx="13">
                  <c:v>3.4535000000000003E-2</c:v>
                </c:pt>
                <c:pt idx="14">
                  <c:v>4.8326000000000001E-2</c:v>
                </c:pt>
                <c:pt idx="15">
                  <c:v>2.8908E-2</c:v>
                </c:pt>
                <c:pt idx="16">
                  <c:v>2.2398999999999999E-2</c:v>
                </c:pt>
                <c:pt idx="17">
                  <c:v>4.7058999999999997E-2</c:v>
                </c:pt>
                <c:pt idx="18">
                  <c:v>4.4055999999999998E-2</c:v>
                </c:pt>
                <c:pt idx="19">
                  <c:v>3.6558E-2</c:v>
                </c:pt>
                <c:pt idx="20">
                  <c:v>4.4189999999999993E-2</c:v>
                </c:pt>
                <c:pt idx="21">
                  <c:v>5.4919999999999997E-2</c:v>
                </c:pt>
                <c:pt idx="22">
                  <c:v>3.4325000000000001E-2</c:v>
                </c:pt>
                <c:pt idx="23">
                  <c:v>4.3429000000000002E-2</c:v>
                </c:pt>
                <c:pt idx="24">
                  <c:v>3.9342999999999996E-2</c:v>
                </c:pt>
                <c:pt idx="25">
                  <c:v>2.9108000000000002E-2</c:v>
                </c:pt>
                <c:pt idx="26">
                  <c:v>3.7207999999999998E-2</c:v>
                </c:pt>
                <c:pt idx="27">
                  <c:v>2.4885000000000001E-2</c:v>
                </c:pt>
                <c:pt idx="28">
                  <c:v>2.1455999999999999E-2</c:v>
                </c:pt>
                <c:pt idx="29">
                  <c:v>3.8682000000000001E-2</c:v>
                </c:pt>
                <c:pt idx="30">
                  <c:v>3.8697000000000002E-2</c:v>
                </c:pt>
                <c:pt idx="31">
                  <c:v>3.533E-2</c:v>
                </c:pt>
                <c:pt idx="32">
                  <c:v>3.1514E-2</c:v>
                </c:pt>
                <c:pt idx="33">
                  <c:v>3.1874E-2</c:v>
                </c:pt>
                <c:pt idx="34">
                  <c:v>2.6143999999999997E-2</c:v>
                </c:pt>
                <c:pt idx="35">
                  <c:v>2.5699999999999997E-2</c:v>
                </c:pt>
                <c:pt idx="36">
                  <c:v>2.6103999999999999E-2</c:v>
                </c:pt>
                <c:pt idx="37">
                  <c:v>2.5000000000000001E-2</c:v>
                </c:pt>
                <c:pt idx="38">
                  <c:v>2.1138000000000001E-2</c:v>
                </c:pt>
                <c:pt idx="39">
                  <c:v>1.6135E-2</c:v>
                </c:pt>
                <c:pt idx="40">
                  <c:v>7.319E-3</c:v>
                </c:pt>
                <c:pt idx="41">
                  <c:v>1.6891E-2</c:v>
                </c:pt>
                <c:pt idx="42">
                  <c:v>2.8879000000000002E-2</c:v>
                </c:pt>
                <c:pt idx="43">
                  <c:v>3.3307999999999997E-2</c:v>
                </c:pt>
                <c:pt idx="44">
                  <c:v>4.4961000000000001E-2</c:v>
                </c:pt>
                <c:pt idx="45">
                  <c:v>4.8042999999999995E-2</c:v>
                </c:pt>
                <c:pt idx="46">
                  <c:v>2.2507000000000003E-2</c:v>
                </c:pt>
                <c:pt idx="47">
                  <c:v>2.4805999999999998E-2</c:v>
                </c:pt>
                <c:pt idx="48">
                  <c:v>2.0631E-2</c:v>
                </c:pt>
                <c:pt idx="49">
                  <c:v>2.4161999999999999E-2</c:v>
                </c:pt>
                <c:pt idx="50">
                  <c:v>2.7605000000000001E-2</c:v>
                </c:pt>
                <c:pt idx="51">
                  <c:v>2.1756000000000001E-2</c:v>
                </c:pt>
                <c:pt idx="52">
                  <c:v>1.4001999999999999E-2</c:v>
                </c:pt>
                <c:pt idx="53">
                  <c:v>3.0714999999999999E-2</c:v>
                </c:pt>
                <c:pt idx="54">
                  <c:v>3.6922000000000003E-2</c:v>
                </c:pt>
                <c:pt idx="55">
                  <c:v>2.7322000000000003E-2</c:v>
                </c:pt>
                <c:pt idx="56">
                  <c:v>2.4228E-2</c:v>
                </c:pt>
                <c:pt idx="57">
                  <c:v>3.1238000000000002E-2</c:v>
                </c:pt>
                <c:pt idx="58">
                  <c:v>1.9111E-2</c:v>
                </c:pt>
                <c:pt idx="59">
                  <c:v>2.2558999999999999E-2</c:v>
                </c:pt>
                <c:pt idx="60">
                  <c:v>1.6034E-2</c:v>
                </c:pt>
                <c:pt idx="61">
                  <c:v>1.2926E-2</c:v>
                </c:pt>
                <c:pt idx="62">
                  <c:v>1.4480999999999999E-2</c:v>
                </c:pt>
                <c:pt idx="63">
                  <c:v>1.1736999999999999E-2</c:v>
                </c:pt>
                <c:pt idx="64">
                  <c:v>8.6210000000000002E-3</c:v>
                </c:pt>
                <c:pt idx="65">
                  <c:v>1.9231000000000002E-2</c:v>
                </c:pt>
                <c:pt idx="66">
                  <c:v>2.0070999999999999E-2</c:v>
                </c:pt>
                <c:pt idx="67">
                  <c:v>1.5014000000000001E-2</c:v>
                </c:pt>
                <c:pt idx="68">
                  <c:v>2.2161E-2</c:v>
                </c:pt>
                <c:pt idx="69">
                  <c:v>2.3403E-2</c:v>
                </c:pt>
                <c:pt idx="70">
                  <c:v>1.2341E-2</c:v>
                </c:pt>
                <c:pt idx="71">
                  <c:v>2.2311000000000001E-2</c:v>
                </c:pt>
                <c:pt idx="72">
                  <c:v>2.3292999999999998E-2</c:v>
                </c:pt>
                <c:pt idx="73">
                  <c:v>2.4145E-2</c:v>
                </c:pt>
                <c:pt idx="74">
                  <c:v>2.2581000000000004E-2</c:v>
                </c:pt>
                <c:pt idx="75">
                  <c:v>2.1002E-2</c:v>
                </c:pt>
                <c:pt idx="76">
                  <c:v>1.1341E-2</c:v>
                </c:pt>
                <c:pt idx="77">
                  <c:v>2.1853999999999998E-2</c:v>
                </c:pt>
                <c:pt idx="78">
                  <c:v>2.7732E-2</c:v>
                </c:pt>
                <c:pt idx="79">
                  <c:v>2.009E-2</c:v>
                </c:pt>
                <c:pt idx="80">
                  <c:v>2.5248E-2</c:v>
                </c:pt>
                <c:pt idx="81">
                  <c:v>3.0025E-2</c:v>
                </c:pt>
                <c:pt idx="82">
                  <c:v>2.2547000000000001E-2</c:v>
                </c:pt>
                <c:pt idx="83">
                  <c:v>2.2528000000000003E-2</c:v>
                </c:pt>
                <c:pt idx="84">
                  <c:v>2.5156999999999999E-2</c:v>
                </c:pt>
                <c:pt idx="85">
                  <c:v>2.2804000000000001E-2</c:v>
                </c:pt>
                <c:pt idx="86">
                  <c:v>1.3582E-2</c:v>
                </c:pt>
                <c:pt idx="87">
                  <c:v>1.3623000000000001E-2</c:v>
                </c:pt>
                <c:pt idx="88">
                  <c:v>7.2840000000000005E-3</c:v>
                </c:pt>
                <c:pt idx="89">
                  <c:v>3.1371000000000003E-2</c:v>
                </c:pt>
                <c:pt idx="90">
                  <c:v>3.1493E-2</c:v>
                </c:pt>
                <c:pt idx="91">
                  <c:v>2.5249999999999998E-2</c:v>
                </c:pt>
                <c:pt idx="92">
                  <c:v>3.8898999999999996E-2</c:v>
                </c:pt>
                <c:pt idx="93">
                  <c:v>3.6107E-2</c:v>
                </c:pt>
                <c:pt idx="94">
                  <c:v>2.0390000000000002E-2</c:v>
                </c:pt>
                <c:pt idx="95">
                  <c:v>3.0195E-2</c:v>
                </c:pt>
                <c:pt idx="96">
                  <c:v>2.6150000000000003E-2</c:v>
                </c:pt>
                <c:pt idx="97">
                  <c:v>1.951E-2</c:v>
                </c:pt>
                <c:pt idx="98">
                  <c:v>1.9643999999999998E-2</c:v>
                </c:pt>
                <c:pt idx="99">
                  <c:v>1.0999000000000002E-2</c:v>
                </c:pt>
                <c:pt idx="100">
                  <c:v>1.2932999999999998E-2</c:v>
                </c:pt>
                <c:pt idx="101">
                  <c:v>1.7225000000000001E-2</c:v>
                </c:pt>
                <c:pt idx="102">
                  <c:v>2.7345999999999999E-2</c:v>
                </c:pt>
                <c:pt idx="103">
                  <c:v>1.9533000000000002E-2</c:v>
                </c:pt>
                <c:pt idx="104">
                  <c:v>1.6787E-2</c:v>
                </c:pt>
                <c:pt idx="105">
                  <c:v>2.5579000000000001E-2</c:v>
                </c:pt>
                <c:pt idx="106">
                  <c:v>1.8905000000000002E-2</c:v>
                </c:pt>
                <c:pt idx="107">
                  <c:v>1.5026999999999999E-2</c:v>
                </c:pt>
                <c:pt idx="108">
                  <c:v>1.9146E-2</c:v>
                </c:pt>
                <c:pt idx="109">
                  <c:v>1.7240999999999999E-2</c:v>
                </c:pt>
                <c:pt idx="110">
                  <c:v>1.8290000000000001E-2</c:v>
                </c:pt>
                <c:pt idx="111">
                  <c:v>1.4414E-2</c:v>
                </c:pt>
                <c:pt idx="112">
                  <c:v>8.5000000000000006E-3</c:v>
                </c:pt>
                <c:pt idx="113">
                  <c:v>1.7059999999999999E-2</c:v>
                </c:pt>
                <c:pt idx="114">
                  <c:v>2.8845999999999997E-2</c:v>
                </c:pt>
                <c:pt idx="115">
                  <c:v>2.3980000000000001E-2</c:v>
                </c:pt>
                <c:pt idx="116">
                  <c:v>1.7985999999999999E-2</c:v>
                </c:pt>
                <c:pt idx="117">
                  <c:v>1.8624000000000002E-2</c:v>
                </c:pt>
                <c:pt idx="118">
                  <c:v>1.1405E-2</c:v>
                </c:pt>
                <c:pt idx="119">
                  <c:v>2.0238999999999997E-2</c:v>
                </c:pt>
                <c:pt idx="120">
                  <c:v>2.2046999999999997E-2</c:v>
                </c:pt>
                <c:pt idx="121">
                  <c:v>2.0504999999999999E-2</c:v>
                </c:pt>
                <c:pt idx="122">
                  <c:v>1.8977000000000001E-2</c:v>
                </c:pt>
                <c:pt idx="123">
                  <c:v>1.6437E-2</c:v>
                </c:pt>
                <c:pt idx="124">
                  <c:v>2.0777999999999998E-2</c:v>
                </c:pt>
                <c:pt idx="125">
                  <c:v>4.2111000000000003E-2</c:v>
                </c:pt>
                <c:pt idx="126">
                  <c:v>2.8357E-2</c:v>
                </c:pt>
                <c:pt idx="127">
                  <c:v>1.6801999999999997E-2</c:v>
                </c:pt>
                <c:pt idx="128">
                  <c:v>1.9094E-2</c:v>
                </c:pt>
                <c:pt idx="129">
                  <c:v>3.5184E-2</c:v>
                </c:pt>
                <c:pt idx="130">
                  <c:v>3.3093999999999998E-2</c:v>
                </c:pt>
                <c:pt idx="131">
                  <c:v>3.5892E-2</c:v>
                </c:pt>
                <c:pt idx="132">
                  <c:v>1.1693E-2</c:v>
                </c:pt>
                <c:pt idx="133">
                  <c:v>7.8340000000000007E-3</c:v>
                </c:pt>
                <c:pt idx="134">
                  <c:v>1.6265000000000002E-2</c:v>
                </c:pt>
                <c:pt idx="135">
                  <c:v>1.7998E-2</c:v>
                </c:pt>
                <c:pt idx="136">
                  <c:v>7.3489999999999996E-3</c:v>
                </c:pt>
                <c:pt idx="137">
                  <c:v>1.8686000000000001E-2</c:v>
                </c:pt>
                <c:pt idx="138">
                  <c:v>2.9060000000000002E-2</c:v>
                </c:pt>
                <c:pt idx="139">
                  <c:v>2.0712999999999999E-2</c:v>
                </c:pt>
                <c:pt idx="140">
                  <c:v>2.0208E-2</c:v>
                </c:pt>
                <c:pt idx="141">
                  <c:v>1.9141999999999999E-2</c:v>
                </c:pt>
                <c:pt idx="142">
                  <c:v>6.9810000000000002E-3</c:v>
                </c:pt>
                <c:pt idx="143">
                  <c:v>1.5753E-2</c:v>
                </c:pt>
                <c:pt idx="144">
                  <c:v>1.3592999999999999E-2</c:v>
                </c:pt>
                <c:pt idx="145">
                  <c:v>1.8495999999999999E-2</c:v>
                </c:pt>
                <c:pt idx="146">
                  <c:v>1.4970000000000001E-2</c:v>
                </c:pt>
                <c:pt idx="147">
                  <c:v>1.5578000000000002E-2</c:v>
                </c:pt>
                <c:pt idx="148">
                  <c:v>9.0200000000000002E-3</c:v>
                </c:pt>
                <c:pt idx="149">
                  <c:v>1.8061000000000001E-2</c:v>
                </c:pt>
                <c:pt idx="150">
                  <c:v>1.3358000000000002E-2</c:v>
                </c:pt>
                <c:pt idx="151">
                  <c:v>1.2353000000000001E-2</c:v>
                </c:pt>
                <c:pt idx="152">
                  <c:v>8.0949999999999998E-3</c:v>
                </c:pt>
                <c:pt idx="153">
                  <c:v>1.3216E-2</c:v>
                </c:pt>
                <c:pt idx="154">
                  <c:v>1.4539E-2</c:v>
                </c:pt>
                <c:pt idx="155">
                  <c:v>2.2799E-2</c:v>
                </c:pt>
                <c:pt idx="156">
                  <c:v>2.1018999999999999E-2</c:v>
                </c:pt>
                <c:pt idx="157">
                  <c:v>1.0217E-2</c:v>
                </c:pt>
                <c:pt idx="158">
                  <c:v>1.6656000000000001E-2</c:v>
                </c:pt>
                <c:pt idx="159">
                  <c:v>1.2179000000000001E-2</c:v>
                </c:pt>
                <c:pt idx="160">
                  <c:v>7.7070000000000003E-3</c:v>
                </c:pt>
                <c:pt idx="161">
                  <c:v>1.2869999999999999E-2</c:v>
                </c:pt>
                <c:pt idx="162">
                  <c:v>1.7419E-2</c:v>
                </c:pt>
                <c:pt idx="163">
                  <c:v>1.5553999999999998E-2</c:v>
                </c:pt>
                <c:pt idx="164">
                  <c:v>1.6893999999999999E-2</c:v>
                </c:pt>
                <c:pt idx="165">
                  <c:v>2.7995000000000003E-2</c:v>
                </c:pt>
                <c:pt idx="166">
                  <c:v>1.9531E-2</c:v>
                </c:pt>
                <c:pt idx="167">
                  <c:v>2.2815999999999999E-2</c:v>
                </c:pt>
                <c:pt idx="168">
                  <c:v>2.9565999999999999E-2</c:v>
                </c:pt>
                <c:pt idx="169">
                  <c:v>2.4326E-2</c:v>
                </c:pt>
                <c:pt idx="170">
                  <c:v>1.8432999999999998E-2</c:v>
                </c:pt>
                <c:pt idx="171">
                  <c:v>1.1897E-2</c:v>
                </c:pt>
                <c:pt idx="172">
                  <c:v>1.3907000000000001E-2</c:v>
                </c:pt>
                <c:pt idx="173">
                  <c:v>2.8496E-2</c:v>
                </c:pt>
                <c:pt idx="174">
                  <c:v>3.5357E-2</c:v>
                </c:pt>
                <c:pt idx="175">
                  <c:v>2.8378E-2</c:v>
                </c:pt>
                <c:pt idx="176">
                  <c:v>4.8814000000000003E-2</c:v>
                </c:pt>
                <c:pt idx="177">
                  <c:v>6.0544000000000001E-2</c:v>
                </c:pt>
                <c:pt idx="178">
                  <c:v>2.1828E-2</c:v>
                </c:pt>
                <c:pt idx="179">
                  <c:v>2.4557000000000002E-2</c:v>
                </c:pt>
                <c:pt idx="180">
                  <c:v>2.8946E-2</c:v>
                </c:pt>
                <c:pt idx="181">
                  <c:v>1.6667000000000001E-2</c:v>
                </c:pt>
                <c:pt idx="182">
                  <c:v>1.1862999999999999E-2</c:v>
                </c:pt>
                <c:pt idx="183">
                  <c:v>1.1196999999999999E-2</c:v>
                </c:pt>
                <c:pt idx="184">
                  <c:v>9.8309999999999995E-3</c:v>
                </c:pt>
                <c:pt idx="185">
                  <c:v>1.1947000000000001E-2</c:v>
                </c:pt>
                <c:pt idx="186">
                  <c:v>1.2005999999999999E-2</c:v>
                </c:pt>
                <c:pt idx="187">
                  <c:v>1.0714E-2</c:v>
                </c:pt>
                <c:pt idx="188">
                  <c:v>8.6460000000000009E-3</c:v>
                </c:pt>
                <c:pt idx="189">
                  <c:v>8.7720000000000003E-3</c:v>
                </c:pt>
                <c:pt idx="190">
                  <c:v>1.1037999999999999E-2</c:v>
                </c:pt>
                <c:pt idx="191">
                  <c:v>1.4022E-2</c:v>
                </c:pt>
                <c:pt idx="192">
                  <c:v>1.4847999999999998E-2</c:v>
                </c:pt>
                <c:pt idx="193">
                  <c:v>1.8643E-2</c:v>
                </c:pt>
                <c:pt idx="194">
                  <c:v>1.1219E-2</c:v>
                </c:pt>
                <c:pt idx="195">
                  <c:v>4.4940000000000006E-3</c:v>
                </c:pt>
                <c:pt idx="196">
                  <c:v>1.5049E-2</c:v>
                </c:pt>
                <c:pt idx="197">
                  <c:v>1.5861E-2</c:v>
                </c:pt>
              </c:numCache>
            </c:numRef>
          </c:val>
          <c:smooth val="1"/>
          <c:extLst>
            <c:ext xmlns:c16="http://schemas.microsoft.com/office/drawing/2014/chart" uri="{C3380CC4-5D6E-409C-BE32-E72D297353CC}">
              <c16:uniqueId val="{00000000-E65E-45BE-B17B-158704EBD4F6}"/>
            </c:ext>
          </c:extLst>
        </c:ser>
        <c:dLbls>
          <c:showLegendKey val="0"/>
          <c:showVal val="0"/>
          <c:showCatName val="0"/>
          <c:showSerName val="0"/>
          <c:showPercent val="0"/>
          <c:showBubbleSize val="0"/>
        </c:dLbls>
        <c:marker val="1"/>
        <c:smooth val="0"/>
        <c:axId val="2000001376"/>
        <c:axId val="2000001377"/>
      </c:lineChart>
      <c:lineChart>
        <c:grouping val="standard"/>
        <c:varyColors val="0"/>
        <c:ser>
          <c:idx val="1"/>
          <c:order val="1"/>
          <c:tx>
            <c:strRef>
              <c:f>'回购金额-月度数据'!$V$1</c:f>
              <c:strCache>
                <c:ptCount val="1"/>
                <c:pt idx="0">
                  <c:v>占比：回购总金额/总市值（%，右轴）</c:v>
                </c:pt>
              </c:strCache>
            </c:strRef>
          </c:tx>
          <c:spPr>
            <a:ln w="25400">
              <a:solidFill>
                <a:srgbClr val="2C3160"/>
              </a:solidFill>
              <a:prstDash val="solid"/>
            </a:ln>
          </c:spPr>
          <c:marker>
            <c:symbol val="none"/>
          </c:marker>
          <c:cat>
            <c:numRef>
              <c:f>'回购金额-月度数据'!$T$2:$T$199</c:f>
              <c:numCache>
                <c:formatCode>yyyy\-mm\-dd</c:formatCode>
                <c:ptCount val="198"/>
                <c:pt idx="0">
                  <c:v>46203</c:v>
                </c:pt>
                <c:pt idx="1">
                  <c:v>46173</c:v>
                </c:pt>
                <c:pt idx="2">
                  <c:v>46142</c:v>
                </c:pt>
                <c:pt idx="3">
                  <c:v>46112</c:v>
                </c:pt>
                <c:pt idx="4">
                  <c:v>46081</c:v>
                </c:pt>
                <c:pt idx="5">
                  <c:v>46053</c:v>
                </c:pt>
                <c:pt idx="6">
                  <c:v>46022</c:v>
                </c:pt>
                <c:pt idx="7">
                  <c:v>45991</c:v>
                </c:pt>
                <c:pt idx="8">
                  <c:v>45961</c:v>
                </c:pt>
                <c:pt idx="9">
                  <c:v>45930</c:v>
                </c:pt>
                <c:pt idx="10">
                  <c:v>45900</c:v>
                </c:pt>
                <c:pt idx="11">
                  <c:v>45869</c:v>
                </c:pt>
                <c:pt idx="12">
                  <c:v>45838</c:v>
                </c:pt>
                <c:pt idx="13">
                  <c:v>45808</c:v>
                </c:pt>
                <c:pt idx="14">
                  <c:v>45777</c:v>
                </c:pt>
                <c:pt idx="15">
                  <c:v>45747</c:v>
                </c:pt>
                <c:pt idx="16">
                  <c:v>45716</c:v>
                </c:pt>
                <c:pt idx="17">
                  <c:v>45688</c:v>
                </c:pt>
                <c:pt idx="18">
                  <c:v>45657</c:v>
                </c:pt>
                <c:pt idx="19">
                  <c:v>45626</c:v>
                </c:pt>
                <c:pt idx="20">
                  <c:v>45596</c:v>
                </c:pt>
                <c:pt idx="21">
                  <c:v>45565</c:v>
                </c:pt>
                <c:pt idx="22">
                  <c:v>45535</c:v>
                </c:pt>
                <c:pt idx="23">
                  <c:v>45504</c:v>
                </c:pt>
                <c:pt idx="24">
                  <c:v>45473</c:v>
                </c:pt>
                <c:pt idx="25">
                  <c:v>45443</c:v>
                </c:pt>
                <c:pt idx="26">
                  <c:v>45412</c:v>
                </c:pt>
                <c:pt idx="27">
                  <c:v>45382</c:v>
                </c:pt>
                <c:pt idx="28">
                  <c:v>45351</c:v>
                </c:pt>
                <c:pt idx="29">
                  <c:v>45322</c:v>
                </c:pt>
                <c:pt idx="30">
                  <c:v>45291</c:v>
                </c:pt>
                <c:pt idx="31">
                  <c:v>45260</c:v>
                </c:pt>
                <c:pt idx="32">
                  <c:v>45230</c:v>
                </c:pt>
                <c:pt idx="33">
                  <c:v>45199</c:v>
                </c:pt>
                <c:pt idx="34">
                  <c:v>45169</c:v>
                </c:pt>
                <c:pt idx="35">
                  <c:v>45138</c:v>
                </c:pt>
                <c:pt idx="36">
                  <c:v>45107</c:v>
                </c:pt>
                <c:pt idx="37">
                  <c:v>45077</c:v>
                </c:pt>
                <c:pt idx="38">
                  <c:v>45046</c:v>
                </c:pt>
                <c:pt idx="39">
                  <c:v>45016</c:v>
                </c:pt>
                <c:pt idx="40">
                  <c:v>44985</c:v>
                </c:pt>
                <c:pt idx="41">
                  <c:v>44957</c:v>
                </c:pt>
                <c:pt idx="42">
                  <c:v>44926</c:v>
                </c:pt>
                <c:pt idx="43">
                  <c:v>44895</c:v>
                </c:pt>
                <c:pt idx="44">
                  <c:v>44865</c:v>
                </c:pt>
                <c:pt idx="45">
                  <c:v>44834</c:v>
                </c:pt>
                <c:pt idx="46">
                  <c:v>44804</c:v>
                </c:pt>
                <c:pt idx="47">
                  <c:v>44773</c:v>
                </c:pt>
                <c:pt idx="48">
                  <c:v>44742</c:v>
                </c:pt>
                <c:pt idx="49">
                  <c:v>44712</c:v>
                </c:pt>
                <c:pt idx="50">
                  <c:v>44681</c:v>
                </c:pt>
                <c:pt idx="51">
                  <c:v>44651</c:v>
                </c:pt>
                <c:pt idx="52">
                  <c:v>44620</c:v>
                </c:pt>
                <c:pt idx="53">
                  <c:v>44592</c:v>
                </c:pt>
                <c:pt idx="54">
                  <c:v>44561</c:v>
                </c:pt>
                <c:pt idx="55">
                  <c:v>44530</c:v>
                </c:pt>
                <c:pt idx="56">
                  <c:v>44500</c:v>
                </c:pt>
                <c:pt idx="57">
                  <c:v>44469</c:v>
                </c:pt>
                <c:pt idx="58">
                  <c:v>44439</c:v>
                </c:pt>
                <c:pt idx="59">
                  <c:v>44408</c:v>
                </c:pt>
                <c:pt idx="60">
                  <c:v>44377</c:v>
                </c:pt>
                <c:pt idx="61">
                  <c:v>44347</c:v>
                </c:pt>
                <c:pt idx="62">
                  <c:v>44316</c:v>
                </c:pt>
                <c:pt idx="63">
                  <c:v>44286</c:v>
                </c:pt>
                <c:pt idx="64">
                  <c:v>44255</c:v>
                </c:pt>
                <c:pt idx="65">
                  <c:v>44227</c:v>
                </c:pt>
                <c:pt idx="66">
                  <c:v>44196</c:v>
                </c:pt>
                <c:pt idx="67">
                  <c:v>44165</c:v>
                </c:pt>
                <c:pt idx="68">
                  <c:v>44135</c:v>
                </c:pt>
                <c:pt idx="69">
                  <c:v>44104</c:v>
                </c:pt>
                <c:pt idx="70">
                  <c:v>44074</c:v>
                </c:pt>
                <c:pt idx="71">
                  <c:v>44043</c:v>
                </c:pt>
                <c:pt idx="72">
                  <c:v>44012</c:v>
                </c:pt>
                <c:pt idx="73">
                  <c:v>43982</c:v>
                </c:pt>
                <c:pt idx="74">
                  <c:v>43951</c:v>
                </c:pt>
                <c:pt idx="75">
                  <c:v>43921</c:v>
                </c:pt>
                <c:pt idx="76">
                  <c:v>43890</c:v>
                </c:pt>
                <c:pt idx="77">
                  <c:v>43861</c:v>
                </c:pt>
                <c:pt idx="78">
                  <c:v>43830</c:v>
                </c:pt>
                <c:pt idx="79">
                  <c:v>43799</c:v>
                </c:pt>
                <c:pt idx="80">
                  <c:v>43769</c:v>
                </c:pt>
                <c:pt idx="81">
                  <c:v>43738</c:v>
                </c:pt>
                <c:pt idx="82">
                  <c:v>43708</c:v>
                </c:pt>
                <c:pt idx="83">
                  <c:v>43677</c:v>
                </c:pt>
                <c:pt idx="84">
                  <c:v>43646</c:v>
                </c:pt>
                <c:pt idx="85">
                  <c:v>43616</c:v>
                </c:pt>
                <c:pt idx="86">
                  <c:v>43585</c:v>
                </c:pt>
                <c:pt idx="87">
                  <c:v>43555</c:v>
                </c:pt>
                <c:pt idx="88">
                  <c:v>43524</c:v>
                </c:pt>
                <c:pt idx="89">
                  <c:v>43496</c:v>
                </c:pt>
                <c:pt idx="90">
                  <c:v>43465</c:v>
                </c:pt>
                <c:pt idx="91">
                  <c:v>43434</c:v>
                </c:pt>
                <c:pt idx="92">
                  <c:v>43404</c:v>
                </c:pt>
                <c:pt idx="93">
                  <c:v>43373</c:v>
                </c:pt>
                <c:pt idx="94">
                  <c:v>43343</c:v>
                </c:pt>
                <c:pt idx="95">
                  <c:v>43312</c:v>
                </c:pt>
                <c:pt idx="96">
                  <c:v>43281</c:v>
                </c:pt>
                <c:pt idx="97">
                  <c:v>43251</c:v>
                </c:pt>
                <c:pt idx="98">
                  <c:v>43220</c:v>
                </c:pt>
                <c:pt idx="99">
                  <c:v>43190</c:v>
                </c:pt>
                <c:pt idx="100">
                  <c:v>43159</c:v>
                </c:pt>
                <c:pt idx="101">
                  <c:v>43131</c:v>
                </c:pt>
                <c:pt idx="102">
                  <c:v>43100</c:v>
                </c:pt>
                <c:pt idx="103">
                  <c:v>43069</c:v>
                </c:pt>
                <c:pt idx="104">
                  <c:v>43039</c:v>
                </c:pt>
                <c:pt idx="105">
                  <c:v>43008</c:v>
                </c:pt>
                <c:pt idx="106">
                  <c:v>42978</c:v>
                </c:pt>
                <c:pt idx="107">
                  <c:v>42947</c:v>
                </c:pt>
                <c:pt idx="108">
                  <c:v>42916</c:v>
                </c:pt>
                <c:pt idx="109">
                  <c:v>42886</c:v>
                </c:pt>
                <c:pt idx="110">
                  <c:v>42855</c:v>
                </c:pt>
                <c:pt idx="111">
                  <c:v>42825</c:v>
                </c:pt>
                <c:pt idx="112">
                  <c:v>42794</c:v>
                </c:pt>
                <c:pt idx="113">
                  <c:v>42766</c:v>
                </c:pt>
                <c:pt idx="114">
                  <c:v>42735</c:v>
                </c:pt>
                <c:pt idx="115">
                  <c:v>42704</c:v>
                </c:pt>
                <c:pt idx="116">
                  <c:v>42674</c:v>
                </c:pt>
                <c:pt idx="117">
                  <c:v>42643</c:v>
                </c:pt>
                <c:pt idx="118">
                  <c:v>42613</c:v>
                </c:pt>
                <c:pt idx="119">
                  <c:v>42582</c:v>
                </c:pt>
                <c:pt idx="120">
                  <c:v>42551</c:v>
                </c:pt>
                <c:pt idx="121">
                  <c:v>42521</c:v>
                </c:pt>
                <c:pt idx="122">
                  <c:v>42490</c:v>
                </c:pt>
                <c:pt idx="123">
                  <c:v>42460</c:v>
                </c:pt>
                <c:pt idx="124">
                  <c:v>42429</c:v>
                </c:pt>
                <c:pt idx="125">
                  <c:v>42400</c:v>
                </c:pt>
                <c:pt idx="126">
                  <c:v>42369</c:v>
                </c:pt>
                <c:pt idx="127">
                  <c:v>42338</c:v>
                </c:pt>
                <c:pt idx="128">
                  <c:v>42308</c:v>
                </c:pt>
                <c:pt idx="129">
                  <c:v>42277</c:v>
                </c:pt>
                <c:pt idx="130">
                  <c:v>42247</c:v>
                </c:pt>
                <c:pt idx="131">
                  <c:v>42216</c:v>
                </c:pt>
                <c:pt idx="132">
                  <c:v>42185</c:v>
                </c:pt>
                <c:pt idx="133">
                  <c:v>42155</c:v>
                </c:pt>
                <c:pt idx="134">
                  <c:v>42124</c:v>
                </c:pt>
                <c:pt idx="135">
                  <c:v>42094</c:v>
                </c:pt>
                <c:pt idx="136">
                  <c:v>42063</c:v>
                </c:pt>
                <c:pt idx="137">
                  <c:v>42035</c:v>
                </c:pt>
                <c:pt idx="138">
                  <c:v>42004</c:v>
                </c:pt>
                <c:pt idx="139">
                  <c:v>41973</c:v>
                </c:pt>
                <c:pt idx="140">
                  <c:v>41943</c:v>
                </c:pt>
                <c:pt idx="141">
                  <c:v>41912</c:v>
                </c:pt>
                <c:pt idx="142">
                  <c:v>41882</c:v>
                </c:pt>
                <c:pt idx="143">
                  <c:v>41851</c:v>
                </c:pt>
                <c:pt idx="144">
                  <c:v>41820</c:v>
                </c:pt>
                <c:pt idx="145">
                  <c:v>41790</c:v>
                </c:pt>
                <c:pt idx="146">
                  <c:v>41759</c:v>
                </c:pt>
                <c:pt idx="147">
                  <c:v>41729</c:v>
                </c:pt>
                <c:pt idx="148">
                  <c:v>41698</c:v>
                </c:pt>
                <c:pt idx="149">
                  <c:v>41670</c:v>
                </c:pt>
                <c:pt idx="150">
                  <c:v>41639</c:v>
                </c:pt>
                <c:pt idx="151">
                  <c:v>41608</c:v>
                </c:pt>
                <c:pt idx="152">
                  <c:v>41578</c:v>
                </c:pt>
                <c:pt idx="153">
                  <c:v>41547</c:v>
                </c:pt>
                <c:pt idx="154">
                  <c:v>41517</c:v>
                </c:pt>
                <c:pt idx="155">
                  <c:v>41486</c:v>
                </c:pt>
                <c:pt idx="156">
                  <c:v>41455</c:v>
                </c:pt>
                <c:pt idx="157">
                  <c:v>41425</c:v>
                </c:pt>
                <c:pt idx="158">
                  <c:v>41394</c:v>
                </c:pt>
                <c:pt idx="159">
                  <c:v>41364</c:v>
                </c:pt>
                <c:pt idx="160">
                  <c:v>41333</c:v>
                </c:pt>
                <c:pt idx="161">
                  <c:v>41305</c:v>
                </c:pt>
                <c:pt idx="162">
                  <c:v>41274</c:v>
                </c:pt>
                <c:pt idx="163">
                  <c:v>41243</c:v>
                </c:pt>
                <c:pt idx="164">
                  <c:v>41213</c:v>
                </c:pt>
                <c:pt idx="165">
                  <c:v>41182</c:v>
                </c:pt>
                <c:pt idx="166">
                  <c:v>41152</c:v>
                </c:pt>
                <c:pt idx="167">
                  <c:v>41121</c:v>
                </c:pt>
                <c:pt idx="168">
                  <c:v>41090</c:v>
                </c:pt>
                <c:pt idx="169">
                  <c:v>41060</c:v>
                </c:pt>
                <c:pt idx="170">
                  <c:v>41029</c:v>
                </c:pt>
                <c:pt idx="171">
                  <c:v>40999</c:v>
                </c:pt>
                <c:pt idx="172">
                  <c:v>40968</c:v>
                </c:pt>
                <c:pt idx="173">
                  <c:v>40939</c:v>
                </c:pt>
                <c:pt idx="174">
                  <c:v>40908</c:v>
                </c:pt>
                <c:pt idx="175">
                  <c:v>40877</c:v>
                </c:pt>
                <c:pt idx="176">
                  <c:v>40847</c:v>
                </c:pt>
                <c:pt idx="177">
                  <c:v>40816</c:v>
                </c:pt>
                <c:pt idx="178">
                  <c:v>40786</c:v>
                </c:pt>
                <c:pt idx="179">
                  <c:v>40755</c:v>
                </c:pt>
                <c:pt idx="180">
                  <c:v>40724</c:v>
                </c:pt>
                <c:pt idx="181">
                  <c:v>40694</c:v>
                </c:pt>
                <c:pt idx="182">
                  <c:v>40663</c:v>
                </c:pt>
                <c:pt idx="183">
                  <c:v>40633</c:v>
                </c:pt>
                <c:pt idx="184">
                  <c:v>40602</c:v>
                </c:pt>
                <c:pt idx="185">
                  <c:v>40574</c:v>
                </c:pt>
                <c:pt idx="186">
                  <c:v>40543</c:v>
                </c:pt>
                <c:pt idx="187">
                  <c:v>40512</c:v>
                </c:pt>
                <c:pt idx="188">
                  <c:v>40482</c:v>
                </c:pt>
                <c:pt idx="189">
                  <c:v>40451</c:v>
                </c:pt>
                <c:pt idx="190">
                  <c:v>40421</c:v>
                </c:pt>
                <c:pt idx="191">
                  <c:v>40390</c:v>
                </c:pt>
                <c:pt idx="192">
                  <c:v>40359</c:v>
                </c:pt>
                <c:pt idx="193">
                  <c:v>40329</c:v>
                </c:pt>
                <c:pt idx="194">
                  <c:v>40298</c:v>
                </c:pt>
                <c:pt idx="195">
                  <c:v>40268</c:v>
                </c:pt>
                <c:pt idx="196">
                  <c:v>40237</c:v>
                </c:pt>
                <c:pt idx="197">
                  <c:v>40209</c:v>
                </c:pt>
              </c:numCache>
            </c:numRef>
          </c:cat>
          <c:val>
            <c:numRef>
              <c:f>'回购金额-月度数据'!$V$2:$V$199</c:f>
              <c:numCache>
                <c:formatCode>0.00%</c:formatCode>
                <c:ptCount val="198"/>
                <c:pt idx="0">
                  <c:v>4.2634509714564793E-4</c:v>
                </c:pt>
                <c:pt idx="1">
                  <c:v>2.910320144534013E-4</c:v>
                </c:pt>
                <c:pt idx="2">
                  <c:v>1.7821089422072025E-4</c:v>
                </c:pt>
                <c:pt idx="3">
                  <c:v>1.2861311571495882E-4</c:v>
                </c:pt>
                <c:pt idx="4">
                  <c:v>8.3995733864149392E-5</c:v>
                </c:pt>
                <c:pt idx="5">
                  <c:v>1.6684448755509306E-4</c:v>
                </c:pt>
                <c:pt idx="6">
                  <c:v>3.0489085699070371E-4</c:v>
                </c:pt>
                <c:pt idx="7">
                  <c:v>1.6230447350270777E-4</c:v>
                </c:pt>
                <c:pt idx="8">
                  <c:v>1.2947233957223017E-4</c:v>
                </c:pt>
                <c:pt idx="9">
                  <c:v>2.826088935903334E-4</c:v>
                </c:pt>
                <c:pt idx="10">
                  <c:v>1.6596424263714925E-4</c:v>
                </c:pt>
                <c:pt idx="11">
                  <c:v>1.5008121525701449E-4</c:v>
                </c:pt>
                <c:pt idx="12">
                  <c:v>3.3129536897792721E-4</c:v>
                </c:pt>
                <c:pt idx="13">
                  <c:v>2.8483270887024755E-4</c:v>
                </c:pt>
                <c:pt idx="14">
                  <c:v>2.3808104539509425E-4</c:v>
                </c:pt>
                <c:pt idx="15">
                  <c:v>2.0359439077087069E-4</c:v>
                </c:pt>
                <c:pt idx="16">
                  <c:v>1.3408092573679643E-4</c:v>
                </c:pt>
                <c:pt idx="17">
                  <c:v>4.8874589344721298E-4</c:v>
                </c:pt>
                <c:pt idx="18">
                  <c:v>4.4422090994994981E-4</c:v>
                </c:pt>
                <c:pt idx="19">
                  <c:v>4.2633201045055413E-4</c:v>
                </c:pt>
                <c:pt idx="20">
                  <c:v>1.8569122638962166E-4</c:v>
                </c:pt>
                <c:pt idx="21">
                  <c:v>6.2962783931744357E-4</c:v>
                </c:pt>
                <c:pt idx="22">
                  <c:v>5.2427163570070592E-4</c:v>
                </c:pt>
                <c:pt idx="23">
                  <c:v>6.9609549202201285E-4</c:v>
                </c:pt>
                <c:pt idx="24">
                  <c:v>8.3566053064949831E-4</c:v>
                </c:pt>
                <c:pt idx="25">
                  <c:v>4.1713502891395848E-4</c:v>
                </c:pt>
                <c:pt idx="26">
                  <c:v>4.2961904187036596E-4</c:v>
                </c:pt>
                <c:pt idx="27">
                  <c:v>4.2793871246065042E-4</c:v>
                </c:pt>
                <c:pt idx="28">
                  <c:v>1.5576214980491486E-4</c:v>
                </c:pt>
                <c:pt idx="29">
                  <c:v>6.278840174970883E-4</c:v>
                </c:pt>
                <c:pt idx="30">
                  <c:v>4.94388313896735E-4</c:v>
                </c:pt>
                <c:pt idx="31">
                  <c:v>2.9166576278115349E-4</c:v>
                </c:pt>
                <c:pt idx="32">
                  <c:v>2.4845358149083263E-4</c:v>
                </c:pt>
                <c:pt idx="33">
                  <c:v>2.8994199415152412E-4</c:v>
                </c:pt>
                <c:pt idx="34">
                  <c:v>1.4708361426449311E-4</c:v>
                </c:pt>
                <c:pt idx="35">
                  <c:v>1.3970614783167918E-4</c:v>
                </c:pt>
                <c:pt idx="36">
                  <c:v>2.7023882655563075E-4</c:v>
                </c:pt>
                <c:pt idx="37">
                  <c:v>2.191523031202126E-4</c:v>
                </c:pt>
                <c:pt idx="38">
                  <c:v>1.0466206566086727E-4</c:v>
                </c:pt>
                <c:pt idx="39">
                  <c:v>9.0755701044279086E-5</c:v>
                </c:pt>
                <c:pt idx="40">
                  <c:v>8.4333243725122489E-5</c:v>
                </c:pt>
                <c:pt idx="41">
                  <c:v>1.4464563761462689E-4</c:v>
                </c:pt>
                <c:pt idx="42">
                  <c:v>2.8547656803010662E-4</c:v>
                </c:pt>
                <c:pt idx="43">
                  <c:v>2.4630036351004571E-4</c:v>
                </c:pt>
                <c:pt idx="44">
                  <c:v>3.9318752788705875E-4</c:v>
                </c:pt>
                <c:pt idx="45">
                  <c:v>4.3963901916145473E-4</c:v>
                </c:pt>
                <c:pt idx="46">
                  <c:v>1.1809940215749048E-4</c:v>
                </c:pt>
                <c:pt idx="47">
                  <c:v>2.1320972355035555E-4</c:v>
                </c:pt>
                <c:pt idx="48">
                  <c:v>1.769026529956796E-4</c:v>
                </c:pt>
                <c:pt idx="49">
                  <c:v>1.1151067956701529E-4</c:v>
                </c:pt>
                <c:pt idx="50">
                  <c:v>1.7801502063089679E-4</c:v>
                </c:pt>
                <c:pt idx="51">
                  <c:v>1.027180396764417E-4</c:v>
                </c:pt>
                <c:pt idx="52">
                  <c:v>3.5110049285666634E-5</c:v>
                </c:pt>
                <c:pt idx="53">
                  <c:v>1.253636385956472E-4</c:v>
                </c:pt>
                <c:pt idx="54">
                  <c:v>1.1153935176456182E-4</c:v>
                </c:pt>
                <c:pt idx="55">
                  <c:v>2.3813237629270581E-5</c:v>
                </c:pt>
                <c:pt idx="56">
                  <c:v>3.3486056581624495E-5</c:v>
                </c:pt>
                <c:pt idx="57">
                  <c:v>1.4762589491180405E-4</c:v>
                </c:pt>
                <c:pt idx="58">
                  <c:v>7.0403304474182557E-5</c:v>
                </c:pt>
                <c:pt idx="59">
                  <c:v>4.1845567425305354E-5</c:v>
                </c:pt>
                <c:pt idx="60">
                  <c:v>4.1657028875345397E-5</c:v>
                </c:pt>
                <c:pt idx="61">
                  <c:v>2.2234825573910458E-5</c:v>
                </c:pt>
                <c:pt idx="62">
                  <c:v>8.1756660335137435E-5</c:v>
                </c:pt>
                <c:pt idx="63">
                  <c:v>2.0154064530770386E-5</c:v>
                </c:pt>
                <c:pt idx="64">
                  <c:v>1.3730028885297775E-5</c:v>
                </c:pt>
                <c:pt idx="65">
                  <c:v>1.4989489106664449E-5</c:v>
                </c:pt>
                <c:pt idx="66">
                  <c:v>3.5880626658179106E-5</c:v>
                </c:pt>
                <c:pt idx="67">
                  <c:v>3.1452615727204164E-5</c:v>
                </c:pt>
                <c:pt idx="68">
                  <c:v>2.3881616087333209E-5</c:v>
                </c:pt>
                <c:pt idx="69">
                  <c:v>3.2066530603499771E-5</c:v>
                </c:pt>
                <c:pt idx="70">
                  <c:v>7.497151100412046E-6</c:v>
                </c:pt>
                <c:pt idx="71">
                  <c:v>6.4572829812876642E-6</c:v>
                </c:pt>
                <c:pt idx="72">
                  <c:v>4.3028045418885648E-5</c:v>
                </c:pt>
                <c:pt idx="73">
                  <c:v>5.6107481540365244E-5</c:v>
                </c:pt>
                <c:pt idx="74">
                  <c:v>2.5730738434758527E-5</c:v>
                </c:pt>
                <c:pt idx="75">
                  <c:v>2.3386306239143171E-5</c:v>
                </c:pt>
                <c:pt idx="76">
                  <c:v>1.2176453374533726E-5</c:v>
                </c:pt>
                <c:pt idx="77">
                  <c:v>1.4782269169246499E-5</c:v>
                </c:pt>
                <c:pt idx="78">
                  <c:v>2.5057750025901077E-5</c:v>
                </c:pt>
                <c:pt idx="79">
                  <c:v>1.6455703904627871E-5</c:v>
                </c:pt>
                <c:pt idx="80">
                  <c:v>2.1166658682243748E-5</c:v>
                </c:pt>
                <c:pt idx="81">
                  <c:v>5.4492304947602264E-5</c:v>
                </c:pt>
                <c:pt idx="82">
                  <c:v>2.1834007197318596E-5</c:v>
                </c:pt>
                <c:pt idx="83">
                  <c:v>1.3869594406839651E-5</c:v>
                </c:pt>
                <c:pt idx="84">
                  <c:v>3.7385386589942081E-5</c:v>
                </c:pt>
                <c:pt idx="85">
                  <c:v>5.2582654255215697E-5</c:v>
                </c:pt>
                <c:pt idx="86">
                  <c:v>1.5204953404928001E-5</c:v>
                </c:pt>
                <c:pt idx="87">
                  <c:v>1.0801980064860494E-5</c:v>
                </c:pt>
                <c:pt idx="88">
                  <c:v>2.4423016931301691E-6</c:v>
                </c:pt>
                <c:pt idx="89">
                  <c:v>3.1134358876443425E-5</c:v>
                </c:pt>
                <c:pt idx="90">
                  <c:v>4.1327266012431659E-5</c:v>
                </c:pt>
                <c:pt idx="91">
                  <c:v>5.1172219890381888E-5</c:v>
                </c:pt>
                <c:pt idx="92">
                  <c:v>6.1055839045064917E-5</c:v>
                </c:pt>
                <c:pt idx="93">
                  <c:v>7.6810351336112348E-5</c:v>
                </c:pt>
                <c:pt idx="94">
                  <c:v>3.5977201935659944E-5</c:v>
                </c:pt>
                <c:pt idx="95">
                  <c:v>2.1850805635209098E-4</c:v>
                </c:pt>
                <c:pt idx="96">
                  <c:v>6.0600356801545716E-5</c:v>
                </c:pt>
                <c:pt idx="97">
                  <c:v>3.3524202389765801E-5</c:v>
                </c:pt>
                <c:pt idx="98">
                  <c:v>2.8385770212299372E-5</c:v>
                </c:pt>
                <c:pt idx="99">
                  <c:v>1.4225581286480179E-5</c:v>
                </c:pt>
                <c:pt idx="100">
                  <c:v>8.1850576866910669E-6</c:v>
                </c:pt>
                <c:pt idx="101">
                  <c:v>8.3740606325048455E-6</c:v>
                </c:pt>
                <c:pt idx="102">
                  <c:v>3.5160521288278374E-5</c:v>
                </c:pt>
                <c:pt idx="103">
                  <c:v>2.0727455063604623E-5</c:v>
                </c:pt>
                <c:pt idx="104">
                  <c:v>9.789753163707859E-6</c:v>
                </c:pt>
                <c:pt idx="105">
                  <c:v>3.1350575702383961E-5</c:v>
                </c:pt>
                <c:pt idx="106">
                  <c:v>2.0826884173880368E-5</c:v>
                </c:pt>
                <c:pt idx="107">
                  <c:v>2.4685384239055214E-5</c:v>
                </c:pt>
                <c:pt idx="108">
                  <c:v>6.6265012122590858E-5</c:v>
                </c:pt>
                <c:pt idx="109">
                  <c:v>5.6669568843687305E-5</c:v>
                </c:pt>
                <c:pt idx="110">
                  <c:v>2.2477847800187885E-4</c:v>
                </c:pt>
                <c:pt idx="111">
                  <c:v>5.3463534308571711E-5</c:v>
                </c:pt>
                <c:pt idx="112">
                  <c:v>1.1656058881435291E-5</c:v>
                </c:pt>
                <c:pt idx="113">
                  <c:v>5.8336203711256345E-5</c:v>
                </c:pt>
                <c:pt idx="114">
                  <c:v>9.8515569645267074E-5</c:v>
                </c:pt>
                <c:pt idx="115">
                  <c:v>7.2414921219876263E-5</c:v>
                </c:pt>
                <c:pt idx="116">
                  <c:v>6.4975403142260684E-5</c:v>
                </c:pt>
                <c:pt idx="117">
                  <c:v>2.6612887363108196E-5</c:v>
                </c:pt>
                <c:pt idx="118">
                  <c:v>9.6704407128722738E-6</c:v>
                </c:pt>
                <c:pt idx="119">
                  <c:v>5.8788500104652738E-5</c:v>
                </c:pt>
                <c:pt idx="120">
                  <c:v>3.8809093648446027E-5</c:v>
                </c:pt>
                <c:pt idx="121">
                  <c:v>3.5645142580408663E-5</c:v>
                </c:pt>
                <c:pt idx="122">
                  <c:v>1.6132400473493445E-5</c:v>
                </c:pt>
                <c:pt idx="123">
                  <c:v>4.0476615043787977E-5</c:v>
                </c:pt>
                <c:pt idx="124">
                  <c:v>3.5434755753642969E-5</c:v>
                </c:pt>
                <c:pt idx="125">
                  <c:v>1.3392349131035295E-4</c:v>
                </c:pt>
                <c:pt idx="126">
                  <c:v>5.7644765334750719E-5</c:v>
                </c:pt>
                <c:pt idx="127">
                  <c:v>1.0797402309061854E-4</c:v>
                </c:pt>
                <c:pt idx="128">
                  <c:v>3.9165405141991816E-5</c:v>
                </c:pt>
                <c:pt idx="129">
                  <c:v>6.1595779870022058E-5</c:v>
                </c:pt>
                <c:pt idx="130">
                  <c:v>7.4427281653618963E-5</c:v>
                </c:pt>
                <c:pt idx="131">
                  <c:v>2.0230700756775113E-4</c:v>
                </c:pt>
                <c:pt idx="132">
                  <c:v>1.666106126847893E-5</c:v>
                </c:pt>
                <c:pt idx="133">
                  <c:v>1.7630530873726718E-5</c:v>
                </c:pt>
                <c:pt idx="134">
                  <c:v>6.5281264623604658E-6</c:v>
                </c:pt>
                <c:pt idx="135">
                  <c:v>1.8504352536791976E-5</c:v>
                </c:pt>
                <c:pt idx="136">
                  <c:v>1.0049155700270493E-5</c:v>
                </c:pt>
                <c:pt idx="137">
                  <c:v>1.4171992693871918E-5</c:v>
                </c:pt>
                <c:pt idx="138">
                  <c:v>4.0829714863975773E-5</c:v>
                </c:pt>
                <c:pt idx="139">
                  <c:v>1.9226348252237718E-5</c:v>
                </c:pt>
                <c:pt idx="140">
                  <c:v>4.4855951522178056E-5</c:v>
                </c:pt>
                <c:pt idx="141">
                  <c:v>2.0560426071466597E-5</c:v>
                </c:pt>
                <c:pt idx="142">
                  <c:v>3.0954916231249349E-6</c:v>
                </c:pt>
                <c:pt idx="143">
                  <c:v>2.3142362946115063E-5</c:v>
                </c:pt>
                <c:pt idx="144">
                  <c:v>1.7902466899442549E-5</c:v>
                </c:pt>
                <c:pt idx="145">
                  <c:v>3.2081878354277265E-5</c:v>
                </c:pt>
                <c:pt idx="146">
                  <c:v>2.2683651300629693E-5</c:v>
                </c:pt>
                <c:pt idx="147">
                  <c:v>1.6515358833414548E-5</c:v>
                </c:pt>
                <c:pt idx="148">
                  <c:v>1.4087897888466464E-4</c:v>
                </c:pt>
                <c:pt idx="149">
                  <c:v>5.7828922977378021E-5</c:v>
                </c:pt>
                <c:pt idx="150">
                  <c:v>1.192721595383815E-5</c:v>
                </c:pt>
                <c:pt idx="151">
                  <c:v>1.9591192618702783E-5</c:v>
                </c:pt>
                <c:pt idx="152">
                  <c:v>7.9985519635234904E-6</c:v>
                </c:pt>
                <c:pt idx="153">
                  <c:v>1.3098316792021989E-5</c:v>
                </c:pt>
                <c:pt idx="154">
                  <c:v>6.7995593251522718E-6</c:v>
                </c:pt>
                <c:pt idx="155">
                  <c:v>3.5591739348353501E-5</c:v>
                </c:pt>
                <c:pt idx="156">
                  <c:v>4.3274616831875433E-5</c:v>
                </c:pt>
                <c:pt idx="157">
                  <c:v>2.4507755175984674E-5</c:v>
                </c:pt>
                <c:pt idx="158">
                  <c:v>6.4914990886725491E-5</c:v>
                </c:pt>
                <c:pt idx="159">
                  <c:v>4.1087303784153541E-5</c:v>
                </c:pt>
                <c:pt idx="160">
                  <c:v>4.6905681836764421E-6</c:v>
                </c:pt>
                <c:pt idx="161">
                  <c:v>2.7950759388962952E-5</c:v>
                </c:pt>
                <c:pt idx="162">
                  <c:v>7.763329048150977E-6</c:v>
                </c:pt>
                <c:pt idx="163">
                  <c:v>2.17695881805713E-5</c:v>
                </c:pt>
                <c:pt idx="164">
                  <c:v>3.6661149605412443E-5</c:v>
                </c:pt>
                <c:pt idx="165">
                  <c:v>1.7075433833112421E-5</c:v>
                </c:pt>
                <c:pt idx="166">
                  <c:v>1.2414003464203127E-5</c:v>
                </c:pt>
                <c:pt idx="167">
                  <c:v>1.7507025039756879E-5</c:v>
                </c:pt>
                <c:pt idx="168">
                  <c:v>3.038894258902653E-5</c:v>
                </c:pt>
                <c:pt idx="169">
                  <c:v>7.1973740766783333E-5</c:v>
                </c:pt>
                <c:pt idx="170">
                  <c:v>2.9162667666481211E-5</c:v>
                </c:pt>
                <c:pt idx="171">
                  <c:v>3.0672478857836867E-6</c:v>
                </c:pt>
                <c:pt idx="172">
                  <c:v>2.3702621019623669E-5</c:v>
                </c:pt>
                <c:pt idx="173">
                  <c:v>1.7389741739169613E-5</c:v>
                </c:pt>
                <c:pt idx="174">
                  <c:v>3.6873664742770185E-5</c:v>
                </c:pt>
                <c:pt idx="175">
                  <c:v>2.0106837498499374E-5</c:v>
                </c:pt>
                <c:pt idx="176">
                  <c:v>4.9666862408104973E-5</c:v>
                </c:pt>
                <c:pt idx="177">
                  <c:v>8.5374023774941162E-5</c:v>
                </c:pt>
                <c:pt idx="178">
                  <c:v>3.2565346952463474E-5</c:v>
                </c:pt>
                <c:pt idx="179">
                  <c:v>3.2989952457745166E-5</c:v>
                </c:pt>
                <c:pt idx="180">
                  <c:v>2.8107534950196056E-5</c:v>
                </c:pt>
                <c:pt idx="181">
                  <c:v>1.576750845080882E-5</c:v>
                </c:pt>
                <c:pt idx="182">
                  <c:v>2.5856690236927935E-5</c:v>
                </c:pt>
                <c:pt idx="183">
                  <c:v>1.5294649775779043E-5</c:v>
                </c:pt>
                <c:pt idx="184">
                  <c:v>7.3506314627336986E-6</c:v>
                </c:pt>
                <c:pt idx="185">
                  <c:v>7.3426923658865811E-6</c:v>
                </c:pt>
                <c:pt idx="186">
                  <c:v>5.1013400285570763E-6</c:v>
                </c:pt>
                <c:pt idx="187">
                  <c:v>4.917971916219719E-6</c:v>
                </c:pt>
                <c:pt idx="188">
                  <c:v>8.2737926404680169E-6</c:v>
                </c:pt>
                <c:pt idx="189">
                  <c:v>6.3802642482841936E-6</c:v>
                </c:pt>
                <c:pt idx="190">
                  <c:v>4.0586461841891774E-6</c:v>
                </c:pt>
                <c:pt idx="191">
                  <c:v>2.3410738999095117E-5</c:v>
                </c:pt>
                <c:pt idx="192">
                  <c:v>1.5824303030276456E-5</c:v>
                </c:pt>
                <c:pt idx="193">
                  <c:v>3.9038600378191052E-5</c:v>
                </c:pt>
                <c:pt idx="194">
                  <c:v>1.8364689295587601E-5</c:v>
                </c:pt>
                <c:pt idx="195">
                  <c:v>8.1052561944249338E-6</c:v>
                </c:pt>
                <c:pt idx="196">
                  <c:v>2.0483117031113052E-5</c:v>
                </c:pt>
                <c:pt idx="197">
                  <c:v>1.3305185334135712E-5</c:v>
                </c:pt>
              </c:numCache>
            </c:numRef>
          </c:val>
          <c:smooth val="1"/>
          <c:extLst>
            <c:ext xmlns:c16="http://schemas.microsoft.com/office/drawing/2014/chart" uri="{C3380CC4-5D6E-409C-BE32-E72D297353CC}">
              <c16:uniqueId val="{00000001-E65E-45BE-B17B-158704EBD4F6}"/>
            </c:ext>
          </c:extLst>
        </c:ser>
        <c:dLbls>
          <c:showLegendKey val="0"/>
          <c:showVal val="0"/>
          <c:showCatName val="0"/>
          <c:showSerName val="0"/>
          <c:showPercent val="0"/>
          <c:showBubbleSize val="0"/>
        </c:dLbls>
        <c:marker val="1"/>
        <c:smooth val="0"/>
        <c:axId val="2000001378"/>
        <c:axId val="2000001379"/>
      </c:lineChart>
      <c:dateAx>
        <c:axId val="2000001376"/>
        <c:scaling>
          <c:orientation val="minMax"/>
        </c:scaling>
        <c:delete val="0"/>
        <c:axPos val="b"/>
        <c:numFmt formatCode="yyyy\-mm" sourceLinked="0"/>
        <c:majorTickMark val="in"/>
        <c:minorTickMark val="none"/>
        <c:tickLblPos val="nextTo"/>
        <c:spPr>
          <a:ln w="3175">
            <a:solidFill>
              <a:srgbClr val="000000"/>
            </a:solidFill>
            <a:prstDash val="solid"/>
          </a:ln>
        </c:spPr>
        <c:txPr>
          <a:bodyPr rot="0" vert="horz"/>
          <a:lstStyle/>
          <a:p>
            <a:pPr>
              <a:defRPr sz="700" baseline="0">
                <a:latin typeface="Arial" panose="020B0604020202020204" pitchFamily="34" charset="0"/>
              </a:defRPr>
            </a:pPr>
            <a:endParaRPr lang="zh-CN"/>
          </a:p>
        </c:txPr>
        <c:crossAx val="2000001377"/>
        <c:crosses val="autoZero"/>
        <c:auto val="0"/>
        <c:lblOffset val="100"/>
        <c:baseTimeUnit val="months"/>
      </c:dateAx>
      <c:valAx>
        <c:axId val="2000001377"/>
        <c:scaling>
          <c:orientation val="minMax"/>
        </c:scaling>
        <c:delete val="0"/>
        <c:axPos val="l"/>
        <c:numFmt formatCode="0%" sourceLinked="0"/>
        <c:majorTickMark val="in"/>
        <c:minorTickMark val="none"/>
        <c:tickLblPos val="nextTo"/>
        <c:spPr>
          <a:ln w="3175">
            <a:solidFill>
              <a:srgbClr val="000000"/>
            </a:solidFill>
            <a:prstDash val="solid"/>
          </a:ln>
        </c:spPr>
        <c:txPr>
          <a:bodyPr rot="0" vert="horz"/>
          <a:lstStyle/>
          <a:p>
            <a:pPr>
              <a:defRPr sz="700" baseline="0">
                <a:latin typeface="Arial" panose="020B0604020202020204" pitchFamily="34" charset="0"/>
              </a:defRPr>
            </a:pPr>
            <a:endParaRPr lang="zh-CN"/>
          </a:p>
        </c:txPr>
        <c:crossAx val="2000001376"/>
        <c:crosses val="autoZero"/>
        <c:crossBetween val="between"/>
      </c:valAx>
      <c:dateAx>
        <c:axId val="2000001378"/>
        <c:scaling>
          <c:orientation val="minMax"/>
        </c:scaling>
        <c:delete val="1"/>
        <c:axPos val="b"/>
        <c:numFmt formatCode="yyyy\-mm\-dd" sourceLinked="1"/>
        <c:majorTickMark val="out"/>
        <c:minorTickMark val="none"/>
        <c:tickLblPos val="none"/>
        <c:crossAx val="2000001379"/>
        <c:crosses val="autoZero"/>
        <c:auto val="1"/>
        <c:lblOffset val="100"/>
        <c:baseTimeUnit val="months"/>
      </c:dateAx>
      <c:valAx>
        <c:axId val="2000001379"/>
        <c:scaling>
          <c:orientation val="minMax"/>
        </c:scaling>
        <c:delete val="0"/>
        <c:axPos val="r"/>
        <c:numFmt formatCode="0.00%" sourceLinked="0"/>
        <c:majorTickMark val="in"/>
        <c:minorTickMark val="none"/>
        <c:tickLblPos val="nextTo"/>
        <c:spPr>
          <a:ln w="3175">
            <a:solidFill>
              <a:srgbClr val="000000"/>
            </a:solidFill>
            <a:prstDash val="solid"/>
          </a:ln>
        </c:spPr>
        <c:txPr>
          <a:bodyPr rot="0" vert="horz"/>
          <a:lstStyle/>
          <a:p>
            <a:pPr>
              <a:defRPr sz="700" baseline="0">
                <a:latin typeface="Arial" panose="020B0604020202020204" pitchFamily="34" charset="0"/>
              </a:defRPr>
            </a:pPr>
            <a:endParaRPr lang="zh-CN"/>
          </a:p>
        </c:txPr>
        <c:crossAx val="2000001378"/>
        <c:crosses val="max"/>
        <c:crossBetween val="between"/>
      </c:valAx>
      <c:spPr>
        <a:noFill/>
        <a:ln w="25400">
          <a:noFill/>
        </a:ln>
      </c:spPr>
    </c:plotArea>
    <c:legend>
      <c:legendPos val="b"/>
      <c:layout>
        <c:manualLayout>
          <c:xMode val="edge"/>
          <c:yMode val="edge"/>
          <c:x val="0"/>
          <c:y val="9.5314474579574239E-4"/>
          <c:w val="0.96197128631022155"/>
          <c:h val="0.11608350960529835"/>
        </c:manualLayout>
      </c:layout>
      <c:overlay val="0"/>
      <c:spPr>
        <a:noFill/>
        <a:ln w="25400">
          <a:noFill/>
        </a:ln>
      </c:spPr>
      <c:txPr>
        <a:bodyPr/>
        <a:lstStyle/>
        <a:p>
          <a:pPr>
            <a:defRPr baseline="0"/>
          </a:pPr>
          <a:endParaRPr lang="zh-CN"/>
        </a:p>
      </c:txPr>
    </c:legend>
    <c:plotVisOnly val="1"/>
    <c:dispBlanksAs val="gap"/>
    <c:showDLblsOverMax val="0"/>
  </c:chart>
  <c:spPr>
    <a:solidFill>
      <a:srgbClr val="FFFFFF"/>
    </a:solidFill>
    <a:ln w="9525">
      <a:noFill/>
    </a:ln>
  </c:spPr>
  <c:txPr>
    <a:bodyPr/>
    <a:lstStyle/>
    <a:p>
      <a:pPr>
        <a:defRPr sz="800" b="0" i="0" u="none" strike="noStrike" baseline="0">
          <a:solidFill>
            <a:srgbClr val="000000"/>
          </a:solidFill>
          <a:latin typeface="思源黑体 CN Medium" panose="020B0600000000000000" pitchFamily="34" charset="-122"/>
          <a:ea typeface="思源黑体 CN Medium" panose="020B0600000000000000" pitchFamily="34" charset="-122"/>
          <a:cs typeface="Arial"/>
        </a:defRPr>
      </a:pPr>
      <a:endParaRPr lang="zh-CN"/>
    </a:p>
  </c:txPr>
  <c:externalData r:id="rId1">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6.1929133858267718E-2"/>
          <c:y val="0.11615291144162534"/>
          <c:w val="0.87339513411887348"/>
          <c:h val="0.77271702148342569"/>
        </c:manualLayout>
      </c:layout>
      <c:lineChart>
        <c:grouping val="standard"/>
        <c:varyColors val="0"/>
        <c:ser>
          <c:idx val="0"/>
          <c:order val="0"/>
          <c:tx>
            <c:strRef>
              <c:f>'回购金额-月度数据'!$W$1</c:f>
              <c:strCache>
                <c:ptCount val="1"/>
                <c:pt idx="0">
                  <c:v>回购总金额（亿港元，左轴）</c:v>
                </c:pt>
              </c:strCache>
            </c:strRef>
          </c:tx>
          <c:spPr>
            <a:ln w="28575">
              <a:solidFill>
                <a:srgbClr val="7C80C8"/>
              </a:solidFill>
              <a:prstDash val="solid"/>
            </a:ln>
          </c:spPr>
          <c:marker>
            <c:symbol val="none"/>
          </c:marker>
          <c:cat>
            <c:numRef>
              <c:f>'回购金额-月度数据'!$T$2:$T$199</c:f>
              <c:numCache>
                <c:formatCode>yyyy\-mm\-dd</c:formatCode>
                <c:ptCount val="198"/>
                <c:pt idx="0">
                  <c:v>46203</c:v>
                </c:pt>
                <c:pt idx="1">
                  <c:v>46173</c:v>
                </c:pt>
                <c:pt idx="2">
                  <c:v>46142</c:v>
                </c:pt>
                <c:pt idx="3">
                  <c:v>46112</c:v>
                </c:pt>
                <c:pt idx="4">
                  <c:v>46081</c:v>
                </c:pt>
                <c:pt idx="5">
                  <c:v>46053</c:v>
                </c:pt>
                <c:pt idx="6">
                  <c:v>46022</c:v>
                </c:pt>
                <c:pt idx="7">
                  <c:v>45991</c:v>
                </c:pt>
                <c:pt idx="8">
                  <c:v>45961</c:v>
                </c:pt>
                <c:pt idx="9">
                  <c:v>45930</c:v>
                </c:pt>
                <c:pt idx="10">
                  <c:v>45900</c:v>
                </c:pt>
                <c:pt idx="11">
                  <c:v>45869</c:v>
                </c:pt>
                <c:pt idx="12">
                  <c:v>45838</c:v>
                </c:pt>
                <c:pt idx="13">
                  <c:v>45808</c:v>
                </c:pt>
                <c:pt idx="14">
                  <c:v>45777</c:v>
                </c:pt>
                <c:pt idx="15">
                  <c:v>45747</c:v>
                </c:pt>
                <c:pt idx="16">
                  <c:v>45716</c:v>
                </c:pt>
                <c:pt idx="17">
                  <c:v>45688</c:v>
                </c:pt>
                <c:pt idx="18">
                  <c:v>45657</c:v>
                </c:pt>
                <c:pt idx="19">
                  <c:v>45626</c:v>
                </c:pt>
                <c:pt idx="20">
                  <c:v>45596</c:v>
                </c:pt>
                <c:pt idx="21">
                  <c:v>45565</c:v>
                </c:pt>
                <c:pt idx="22">
                  <c:v>45535</c:v>
                </c:pt>
                <c:pt idx="23">
                  <c:v>45504</c:v>
                </c:pt>
                <c:pt idx="24">
                  <c:v>45473</c:v>
                </c:pt>
                <c:pt idx="25">
                  <c:v>45443</c:v>
                </c:pt>
                <c:pt idx="26">
                  <c:v>45412</c:v>
                </c:pt>
                <c:pt idx="27">
                  <c:v>45382</c:v>
                </c:pt>
                <c:pt idx="28">
                  <c:v>45351</c:v>
                </c:pt>
                <c:pt idx="29">
                  <c:v>45322</c:v>
                </c:pt>
                <c:pt idx="30">
                  <c:v>45291</c:v>
                </c:pt>
                <c:pt idx="31">
                  <c:v>45260</c:v>
                </c:pt>
                <c:pt idx="32">
                  <c:v>45230</c:v>
                </c:pt>
                <c:pt idx="33">
                  <c:v>45199</c:v>
                </c:pt>
                <c:pt idx="34">
                  <c:v>45169</c:v>
                </c:pt>
                <c:pt idx="35">
                  <c:v>45138</c:v>
                </c:pt>
                <c:pt idx="36">
                  <c:v>45107</c:v>
                </c:pt>
                <c:pt idx="37">
                  <c:v>45077</c:v>
                </c:pt>
                <c:pt idx="38">
                  <c:v>45046</c:v>
                </c:pt>
                <c:pt idx="39">
                  <c:v>45016</c:v>
                </c:pt>
                <c:pt idx="40">
                  <c:v>44985</c:v>
                </c:pt>
                <c:pt idx="41">
                  <c:v>44957</c:v>
                </c:pt>
                <c:pt idx="42">
                  <c:v>44926</c:v>
                </c:pt>
                <c:pt idx="43">
                  <c:v>44895</c:v>
                </c:pt>
                <c:pt idx="44">
                  <c:v>44865</c:v>
                </c:pt>
                <c:pt idx="45">
                  <c:v>44834</c:v>
                </c:pt>
                <c:pt idx="46">
                  <c:v>44804</c:v>
                </c:pt>
                <c:pt idx="47">
                  <c:v>44773</c:v>
                </c:pt>
                <c:pt idx="48">
                  <c:v>44742</c:v>
                </c:pt>
                <c:pt idx="49">
                  <c:v>44712</c:v>
                </c:pt>
                <c:pt idx="50">
                  <c:v>44681</c:v>
                </c:pt>
                <c:pt idx="51">
                  <c:v>44651</c:v>
                </c:pt>
                <c:pt idx="52">
                  <c:v>44620</c:v>
                </c:pt>
                <c:pt idx="53">
                  <c:v>44592</c:v>
                </c:pt>
                <c:pt idx="54">
                  <c:v>44561</c:v>
                </c:pt>
                <c:pt idx="55">
                  <c:v>44530</c:v>
                </c:pt>
                <c:pt idx="56">
                  <c:v>44500</c:v>
                </c:pt>
                <c:pt idx="57">
                  <c:v>44469</c:v>
                </c:pt>
                <c:pt idx="58">
                  <c:v>44439</c:v>
                </c:pt>
                <c:pt idx="59">
                  <c:v>44408</c:v>
                </c:pt>
                <c:pt idx="60">
                  <c:v>44377</c:v>
                </c:pt>
                <c:pt idx="61">
                  <c:v>44347</c:v>
                </c:pt>
                <c:pt idx="62">
                  <c:v>44316</c:v>
                </c:pt>
                <c:pt idx="63">
                  <c:v>44286</c:v>
                </c:pt>
                <c:pt idx="64">
                  <c:v>44255</c:v>
                </c:pt>
                <c:pt idx="65">
                  <c:v>44227</c:v>
                </c:pt>
                <c:pt idx="66">
                  <c:v>44196</c:v>
                </c:pt>
                <c:pt idx="67">
                  <c:v>44165</c:v>
                </c:pt>
                <c:pt idx="68">
                  <c:v>44135</c:v>
                </c:pt>
                <c:pt idx="69">
                  <c:v>44104</c:v>
                </c:pt>
                <c:pt idx="70">
                  <c:v>44074</c:v>
                </c:pt>
                <c:pt idx="71">
                  <c:v>44043</c:v>
                </c:pt>
                <c:pt idx="72">
                  <c:v>44012</c:v>
                </c:pt>
                <c:pt idx="73">
                  <c:v>43982</c:v>
                </c:pt>
                <c:pt idx="74">
                  <c:v>43951</c:v>
                </c:pt>
                <c:pt idx="75">
                  <c:v>43921</c:v>
                </c:pt>
                <c:pt idx="76">
                  <c:v>43890</c:v>
                </c:pt>
                <c:pt idx="77">
                  <c:v>43861</c:v>
                </c:pt>
                <c:pt idx="78">
                  <c:v>43830</c:v>
                </c:pt>
                <c:pt idx="79">
                  <c:v>43799</c:v>
                </c:pt>
                <c:pt idx="80">
                  <c:v>43769</c:v>
                </c:pt>
                <c:pt idx="81">
                  <c:v>43738</c:v>
                </c:pt>
                <c:pt idx="82">
                  <c:v>43708</c:v>
                </c:pt>
                <c:pt idx="83">
                  <c:v>43677</c:v>
                </c:pt>
                <c:pt idx="84">
                  <c:v>43646</c:v>
                </c:pt>
                <c:pt idx="85">
                  <c:v>43616</c:v>
                </c:pt>
                <c:pt idx="86">
                  <c:v>43585</c:v>
                </c:pt>
                <c:pt idx="87">
                  <c:v>43555</c:v>
                </c:pt>
                <c:pt idx="88">
                  <c:v>43524</c:v>
                </c:pt>
                <c:pt idx="89">
                  <c:v>43496</c:v>
                </c:pt>
                <c:pt idx="90">
                  <c:v>43465</c:v>
                </c:pt>
                <c:pt idx="91">
                  <c:v>43434</c:v>
                </c:pt>
                <c:pt idx="92">
                  <c:v>43404</c:v>
                </c:pt>
                <c:pt idx="93">
                  <c:v>43373</c:v>
                </c:pt>
                <c:pt idx="94">
                  <c:v>43343</c:v>
                </c:pt>
                <c:pt idx="95">
                  <c:v>43312</c:v>
                </c:pt>
                <c:pt idx="96">
                  <c:v>43281</c:v>
                </c:pt>
                <c:pt idx="97">
                  <c:v>43251</c:v>
                </c:pt>
                <c:pt idx="98">
                  <c:v>43220</c:v>
                </c:pt>
                <c:pt idx="99">
                  <c:v>43190</c:v>
                </c:pt>
                <c:pt idx="100">
                  <c:v>43159</c:v>
                </c:pt>
                <c:pt idx="101">
                  <c:v>43131</c:v>
                </c:pt>
                <c:pt idx="102">
                  <c:v>43100</c:v>
                </c:pt>
                <c:pt idx="103">
                  <c:v>43069</c:v>
                </c:pt>
                <c:pt idx="104">
                  <c:v>43039</c:v>
                </c:pt>
                <c:pt idx="105">
                  <c:v>43008</c:v>
                </c:pt>
                <c:pt idx="106">
                  <c:v>42978</c:v>
                </c:pt>
                <c:pt idx="107">
                  <c:v>42947</c:v>
                </c:pt>
                <c:pt idx="108">
                  <c:v>42916</c:v>
                </c:pt>
                <c:pt idx="109">
                  <c:v>42886</c:v>
                </c:pt>
                <c:pt idx="110">
                  <c:v>42855</c:v>
                </c:pt>
                <c:pt idx="111">
                  <c:v>42825</c:v>
                </c:pt>
                <c:pt idx="112">
                  <c:v>42794</c:v>
                </c:pt>
                <c:pt idx="113">
                  <c:v>42766</c:v>
                </c:pt>
                <c:pt idx="114">
                  <c:v>42735</c:v>
                </c:pt>
                <c:pt idx="115">
                  <c:v>42704</c:v>
                </c:pt>
                <c:pt idx="116">
                  <c:v>42674</c:v>
                </c:pt>
                <c:pt idx="117">
                  <c:v>42643</c:v>
                </c:pt>
                <c:pt idx="118">
                  <c:v>42613</c:v>
                </c:pt>
                <c:pt idx="119">
                  <c:v>42582</c:v>
                </c:pt>
                <c:pt idx="120">
                  <c:v>42551</c:v>
                </c:pt>
                <c:pt idx="121">
                  <c:v>42521</c:v>
                </c:pt>
                <c:pt idx="122">
                  <c:v>42490</c:v>
                </c:pt>
                <c:pt idx="123">
                  <c:v>42460</c:v>
                </c:pt>
                <c:pt idx="124">
                  <c:v>42429</c:v>
                </c:pt>
                <c:pt idx="125">
                  <c:v>42400</c:v>
                </c:pt>
                <c:pt idx="126">
                  <c:v>42369</c:v>
                </c:pt>
                <c:pt idx="127">
                  <c:v>42338</c:v>
                </c:pt>
                <c:pt idx="128">
                  <c:v>42308</c:v>
                </c:pt>
                <c:pt idx="129">
                  <c:v>42277</c:v>
                </c:pt>
                <c:pt idx="130">
                  <c:v>42247</c:v>
                </c:pt>
                <c:pt idx="131">
                  <c:v>42216</c:v>
                </c:pt>
                <c:pt idx="132">
                  <c:v>42185</c:v>
                </c:pt>
                <c:pt idx="133">
                  <c:v>42155</c:v>
                </c:pt>
                <c:pt idx="134">
                  <c:v>42124</c:v>
                </c:pt>
                <c:pt idx="135">
                  <c:v>42094</c:v>
                </c:pt>
                <c:pt idx="136">
                  <c:v>42063</c:v>
                </c:pt>
                <c:pt idx="137">
                  <c:v>42035</c:v>
                </c:pt>
                <c:pt idx="138">
                  <c:v>42004</c:v>
                </c:pt>
                <c:pt idx="139">
                  <c:v>41973</c:v>
                </c:pt>
                <c:pt idx="140">
                  <c:v>41943</c:v>
                </c:pt>
                <c:pt idx="141">
                  <c:v>41912</c:v>
                </c:pt>
                <c:pt idx="142">
                  <c:v>41882</c:v>
                </c:pt>
                <c:pt idx="143">
                  <c:v>41851</c:v>
                </c:pt>
                <c:pt idx="144">
                  <c:v>41820</c:v>
                </c:pt>
                <c:pt idx="145">
                  <c:v>41790</c:v>
                </c:pt>
                <c:pt idx="146">
                  <c:v>41759</c:v>
                </c:pt>
                <c:pt idx="147">
                  <c:v>41729</c:v>
                </c:pt>
                <c:pt idx="148">
                  <c:v>41698</c:v>
                </c:pt>
                <c:pt idx="149">
                  <c:v>41670</c:v>
                </c:pt>
                <c:pt idx="150">
                  <c:v>41639</c:v>
                </c:pt>
                <c:pt idx="151">
                  <c:v>41608</c:v>
                </c:pt>
                <c:pt idx="152">
                  <c:v>41578</c:v>
                </c:pt>
                <c:pt idx="153">
                  <c:v>41547</c:v>
                </c:pt>
                <c:pt idx="154">
                  <c:v>41517</c:v>
                </c:pt>
                <c:pt idx="155">
                  <c:v>41486</c:v>
                </c:pt>
                <c:pt idx="156">
                  <c:v>41455</c:v>
                </c:pt>
                <c:pt idx="157">
                  <c:v>41425</c:v>
                </c:pt>
                <c:pt idx="158">
                  <c:v>41394</c:v>
                </c:pt>
                <c:pt idx="159">
                  <c:v>41364</c:v>
                </c:pt>
                <c:pt idx="160">
                  <c:v>41333</c:v>
                </c:pt>
                <c:pt idx="161">
                  <c:v>41305</c:v>
                </c:pt>
                <c:pt idx="162">
                  <c:v>41274</c:v>
                </c:pt>
                <c:pt idx="163">
                  <c:v>41243</c:v>
                </c:pt>
                <c:pt idx="164">
                  <c:v>41213</c:v>
                </c:pt>
                <c:pt idx="165">
                  <c:v>41182</c:v>
                </c:pt>
                <c:pt idx="166">
                  <c:v>41152</c:v>
                </c:pt>
                <c:pt idx="167">
                  <c:v>41121</c:v>
                </c:pt>
                <c:pt idx="168">
                  <c:v>41090</c:v>
                </c:pt>
                <c:pt idx="169">
                  <c:v>41060</c:v>
                </c:pt>
                <c:pt idx="170">
                  <c:v>41029</c:v>
                </c:pt>
                <c:pt idx="171">
                  <c:v>40999</c:v>
                </c:pt>
                <c:pt idx="172">
                  <c:v>40968</c:v>
                </c:pt>
                <c:pt idx="173">
                  <c:v>40939</c:v>
                </c:pt>
                <c:pt idx="174">
                  <c:v>40908</c:v>
                </c:pt>
                <c:pt idx="175">
                  <c:v>40877</c:v>
                </c:pt>
                <c:pt idx="176">
                  <c:v>40847</c:v>
                </c:pt>
                <c:pt idx="177">
                  <c:v>40816</c:v>
                </c:pt>
                <c:pt idx="178">
                  <c:v>40786</c:v>
                </c:pt>
                <c:pt idx="179">
                  <c:v>40755</c:v>
                </c:pt>
                <c:pt idx="180">
                  <c:v>40724</c:v>
                </c:pt>
                <c:pt idx="181">
                  <c:v>40694</c:v>
                </c:pt>
                <c:pt idx="182">
                  <c:v>40663</c:v>
                </c:pt>
                <c:pt idx="183">
                  <c:v>40633</c:v>
                </c:pt>
                <c:pt idx="184">
                  <c:v>40602</c:v>
                </c:pt>
                <c:pt idx="185">
                  <c:v>40574</c:v>
                </c:pt>
                <c:pt idx="186">
                  <c:v>40543</c:v>
                </c:pt>
                <c:pt idx="187">
                  <c:v>40512</c:v>
                </c:pt>
                <c:pt idx="188">
                  <c:v>40482</c:v>
                </c:pt>
                <c:pt idx="189">
                  <c:v>40451</c:v>
                </c:pt>
                <c:pt idx="190">
                  <c:v>40421</c:v>
                </c:pt>
                <c:pt idx="191">
                  <c:v>40390</c:v>
                </c:pt>
                <c:pt idx="192">
                  <c:v>40359</c:v>
                </c:pt>
                <c:pt idx="193">
                  <c:v>40329</c:v>
                </c:pt>
                <c:pt idx="194">
                  <c:v>40298</c:v>
                </c:pt>
                <c:pt idx="195">
                  <c:v>40268</c:v>
                </c:pt>
                <c:pt idx="196">
                  <c:v>40237</c:v>
                </c:pt>
                <c:pt idx="197">
                  <c:v>40209</c:v>
                </c:pt>
              </c:numCache>
            </c:numRef>
          </c:cat>
          <c:val>
            <c:numRef>
              <c:f>'回购金额-月度数据'!$W$2:$W$199</c:f>
              <c:numCache>
                <c:formatCode>#,##0</c:formatCode>
                <c:ptCount val="198"/>
                <c:pt idx="0">
                  <c:v>301.60221587000001</c:v>
                </c:pt>
                <c:pt idx="1">
                  <c:v>220.13736587999998</c:v>
                </c:pt>
                <c:pt idx="2">
                  <c:v>136.49135353</c:v>
                </c:pt>
                <c:pt idx="3">
                  <c:v>93.111523809999994</c:v>
                </c:pt>
                <c:pt idx="4">
                  <c:v>64.777806319999996</c:v>
                </c:pt>
                <c:pt idx="5">
                  <c:v>128.31241699999998</c:v>
                </c:pt>
                <c:pt idx="6">
                  <c:v>219.27433001</c:v>
                </c:pt>
                <c:pt idx="7">
                  <c:v>117.41623385999999</c:v>
                </c:pt>
                <c:pt idx="8">
                  <c:v>93.724165049999996</c:v>
                </c:pt>
                <c:pt idx="9">
                  <c:v>207.16913400000001</c:v>
                </c:pt>
                <c:pt idx="10">
                  <c:v>114.56533940999999</c:v>
                </c:pt>
                <c:pt idx="11">
                  <c:v>100.39079735</c:v>
                </c:pt>
                <c:pt idx="12">
                  <c:v>208.34192056000001</c:v>
                </c:pt>
                <c:pt idx="13">
                  <c:v>170.18987069000002</c:v>
                </c:pt>
                <c:pt idx="14">
                  <c:v>130.35923507000001</c:v>
                </c:pt>
                <c:pt idx="15">
                  <c:v>115.12067275</c:v>
                </c:pt>
                <c:pt idx="16">
                  <c:v>73.947440409999999</c:v>
                </c:pt>
                <c:pt idx="17">
                  <c:v>247.01559892000003</c:v>
                </c:pt>
                <c:pt idx="18">
                  <c:v>225.22611656000001</c:v>
                </c:pt>
                <c:pt idx="19">
                  <c:v>206.29359563</c:v>
                </c:pt>
                <c:pt idx="20">
                  <c:v>92.716313509999992</c:v>
                </c:pt>
                <c:pt idx="21">
                  <c:v>326.69396566</c:v>
                </c:pt>
                <c:pt idx="22">
                  <c:v>233.88215625999999</c:v>
                </c:pt>
                <c:pt idx="23">
                  <c:v>305.35810656000001</c:v>
                </c:pt>
                <c:pt idx="24">
                  <c:v>380.56146145999998</c:v>
                </c:pt>
                <c:pt idx="25">
                  <c:v>193.91819311</c:v>
                </c:pt>
                <c:pt idx="26">
                  <c:v>194.3480295</c:v>
                </c:pt>
                <c:pt idx="27">
                  <c:v>181.91592607999999</c:v>
                </c:pt>
                <c:pt idx="28">
                  <c:v>65.640577699999994</c:v>
                </c:pt>
                <c:pt idx="29">
                  <c:v>248.57933681</c:v>
                </c:pt>
                <c:pt idx="30">
                  <c:v>211.95037308999997</c:v>
                </c:pt>
                <c:pt idx="31">
                  <c:v>124.33362028999998</c:v>
                </c:pt>
                <c:pt idx="32">
                  <c:v>105.27277611</c:v>
                </c:pt>
                <c:pt idx="33">
                  <c:v>167.3682776</c:v>
                </c:pt>
                <c:pt idx="34">
                  <c:v>87.012567899999993</c:v>
                </c:pt>
                <c:pt idx="35">
                  <c:v>89.759760869999994</c:v>
                </c:pt>
                <c:pt idx="36">
                  <c:v>164.39478867</c:v>
                </c:pt>
                <c:pt idx="37">
                  <c:v>101.28243227</c:v>
                </c:pt>
                <c:pt idx="38">
                  <c:v>52.547886300000002</c:v>
                </c:pt>
                <c:pt idx="39">
                  <c:v>45.905864370000003</c:v>
                </c:pt>
                <c:pt idx="40">
                  <c:v>41.3143502</c:v>
                </c:pt>
                <c:pt idx="41">
                  <c:v>76.87197608000001</c:v>
                </c:pt>
                <c:pt idx="42">
                  <c:v>138.67152152</c:v>
                </c:pt>
                <c:pt idx="43">
                  <c:v>112.92308213</c:v>
                </c:pt>
                <c:pt idx="44">
                  <c:v>144.22007468999999</c:v>
                </c:pt>
                <c:pt idx="45">
                  <c:v>185.04572589</c:v>
                </c:pt>
                <c:pt idx="46">
                  <c:v>56.801669669999995</c:v>
                </c:pt>
                <c:pt idx="47">
                  <c:v>88.376393919999998</c:v>
                </c:pt>
                <c:pt idx="48">
                  <c:v>79.539375079999999</c:v>
                </c:pt>
                <c:pt idx="49">
                  <c:v>48.729760399999996</c:v>
                </c:pt>
                <c:pt idx="50">
                  <c:v>76.704490640000003</c:v>
                </c:pt>
                <c:pt idx="51">
                  <c:v>44.168675030000003</c:v>
                </c:pt>
                <c:pt idx="52">
                  <c:v>15.678113229999999</c:v>
                </c:pt>
                <c:pt idx="53">
                  <c:v>57.850456139999999</c:v>
                </c:pt>
                <c:pt idx="54">
                  <c:v>63.102703089999999</c:v>
                </c:pt>
                <c:pt idx="55">
                  <c:v>13.474116609999999</c:v>
                </c:pt>
                <c:pt idx="56">
                  <c:v>19.990564629999998</c:v>
                </c:pt>
                <c:pt idx="57">
                  <c:v>86.488981899999999</c:v>
                </c:pt>
                <c:pt idx="58">
                  <c:v>43.19372542</c:v>
                </c:pt>
                <c:pt idx="59">
                  <c:v>25.363144940000002</c:v>
                </c:pt>
                <c:pt idx="60">
                  <c:v>28.089790449999999</c:v>
                </c:pt>
                <c:pt idx="61">
                  <c:v>15.223801860000002</c:v>
                </c:pt>
                <c:pt idx="62">
                  <c:v>55.430827899999997</c:v>
                </c:pt>
                <c:pt idx="63">
                  <c:v>13.479788570000002</c:v>
                </c:pt>
                <c:pt idx="64">
                  <c:v>9.2966776400000004</c:v>
                </c:pt>
                <c:pt idx="65">
                  <c:v>9.7360210399999989</c:v>
                </c:pt>
                <c:pt idx="66">
                  <c:v>22.014441329999997</c:v>
                </c:pt>
                <c:pt idx="67">
                  <c:v>18.553581779999998</c:v>
                </c:pt>
                <c:pt idx="68">
                  <c:v>13.19172732</c:v>
                </c:pt>
                <c:pt idx="69">
                  <c:v>17.065914240000001</c:v>
                </c:pt>
                <c:pt idx="70">
                  <c:v>4.1183615900000001</c:v>
                </c:pt>
                <c:pt idx="71">
                  <c:v>3.4090640800000003</c:v>
                </c:pt>
                <c:pt idx="72">
                  <c:v>21.345609</c:v>
                </c:pt>
                <c:pt idx="73">
                  <c:v>25.911905050000001</c:v>
                </c:pt>
                <c:pt idx="74">
                  <c:v>12.34802631</c:v>
                </c:pt>
                <c:pt idx="75">
                  <c:v>10.599441880000001</c:v>
                </c:pt>
                <c:pt idx="76">
                  <c:v>6.0613144800000001</c:v>
                </c:pt>
                <c:pt idx="77">
                  <c:v>7.3045288900000003</c:v>
                </c:pt>
                <c:pt idx="78">
                  <c:v>13.304802179999999</c:v>
                </c:pt>
                <c:pt idx="79">
                  <c:v>8.1497461199999996</c:v>
                </c:pt>
                <c:pt idx="80">
                  <c:v>9.6993865699999997</c:v>
                </c:pt>
                <c:pt idx="81">
                  <c:v>24.179376430000001</c:v>
                </c:pt>
                <c:pt idx="82">
                  <c:v>9.4994641000000009</c:v>
                </c:pt>
                <c:pt idx="83">
                  <c:v>6.4497204300000002</c:v>
                </c:pt>
                <c:pt idx="84">
                  <c:v>17.750378309999999</c:v>
                </c:pt>
                <c:pt idx="85">
                  <c:v>23.985118910000001</c:v>
                </c:pt>
                <c:pt idx="86">
                  <c:v>7.6523218800000006</c:v>
                </c:pt>
                <c:pt idx="87">
                  <c:v>5.3569810699999998</c:v>
                </c:pt>
                <c:pt idx="88">
                  <c:v>1.1969873</c:v>
                </c:pt>
                <c:pt idx="89">
                  <c:v>14.738402559999999</c:v>
                </c:pt>
                <c:pt idx="90">
                  <c:v>18.175137209999999</c:v>
                </c:pt>
                <c:pt idx="91">
                  <c:v>23.216435069999999</c:v>
                </c:pt>
                <c:pt idx="92">
                  <c:v>26.152597060000002</c:v>
                </c:pt>
                <c:pt idx="93">
                  <c:v>36.39081857</c:v>
                </c:pt>
                <c:pt idx="94">
                  <c:v>16.96211267</c:v>
                </c:pt>
                <c:pt idx="95">
                  <c:v>105.05194564</c:v>
                </c:pt>
                <c:pt idx="96">
                  <c:v>29.089980729999997</c:v>
                </c:pt>
                <c:pt idx="97">
                  <c:v>17.20989453</c:v>
                </c:pt>
                <c:pt idx="98">
                  <c:v>14.640694699999999</c:v>
                </c:pt>
                <c:pt idx="99">
                  <c:v>7.2069022800000004</c:v>
                </c:pt>
                <c:pt idx="100">
                  <c:v>4.2424205399999995</c:v>
                </c:pt>
                <c:pt idx="101">
                  <c:v>4.6322369700000001</c:v>
                </c:pt>
                <c:pt idx="102">
                  <c:v>17.539191200000001</c:v>
                </c:pt>
                <c:pt idx="103">
                  <c:v>10.04352729</c:v>
                </c:pt>
                <c:pt idx="104">
                  <c:v>4.6771910800000001</c:v>
                </c:pt>
                <c:pt idx="105">
                  <c:v>14.509108579999999</c:v>
                </c:pt>
                <c:pt idx="106">
                  <c:v>9.5994331300000013</c:v>
                </c:pt>
                <c:pt idx="107">
                  <c:v>11.082415940000001</c:v>
                </c:pt>
                <c:pt idx="108">
                  <c:v>28.333953000000001</c:v>
                </c:pt>
                <c:pt idx="109">
                  <c:v>24.255556729999999</c:v>
                </c:pt>
                <c:pt idx="110">
                  <c:v>93.485488680000003</c:v>
                </c:pt>
                <c:pt idx="111">
                  <c:v>21.965159060000001</c:v>
                </c:pt>
                <c:pt idx="112">
                  <c:v>4.7204736700000005</c:v>
                </c:pt>
                <c:pt idx="113">
                  <c:v>22.983464780000002</c:v>
                </c:pt>
                <c:pt idx="114">
                  <c:v>36.863685449999998</c:v>
                </c:pt>
                <c:pt idx="115">
                  <c:v>27.950448080000001</c:v>
                </c:pt>
                <c:pt idx="116">
                  <c:v>24.756154689999999</c:v>
                </c:pt>
                <c:pt idx="117">
                  <c:v>10.18919322</c:v>
                </c:pt>
                <c:pt idx="118">
                  <c:v>3.64848376</c:v>
                </c:pt>
                <c:pt idx="119">
                  <c:v>21.10742441</c:v>
                </c:pt>
                <c:pt idx="120">
                  <c:v>13.440218040000001</c:v>
                </c:pt>
                <c:pt idx="121">
                  <c:v>12.37702728</c:v>
                </c:pt>
                <c:pt idx="122">
                  <c:v>5.7206869600000001</c:v>
                </c:pt>
                <c:pt idx="123">
                  <c:v>14.241817939999999</c:v>
                </c:pt>
                <c:pt idx="124">
                  <c:v>11.24639417</c:v>
                </c:pt>
                <c:pt idx="125">
                  <c:v>43.476796460000003</c:v>
                </c:pt>
                <c:pt idx="126">
                  <c:v>21.39119981</c:v>
                </c:pt>
                <c:pt idx="127">
                  <c:v>39.89897405</c:v>
                </c:pt>
                <c:pt idx="128">
                  <c:v>14.959417999999999</c:v>
                </c:pt>
                <c:pt idx="129">
                  <c:v>21.53192379</c:v>
                </c:pt>
                <c:pt idx="130">
                  <c:v>26.749294319999997</c:v>
                </c:pt>
                <c:pt idx="131">
                  <c:v>81.99746485</c:v>
                </c:pt>
                <c:pt idx="132">
                  <c:v>7.5259398400000004</c:v>
                </c:pt>
                <c:pt idx="133">
                  <c:v>8.4200006100000007</c:v>
                </c:pt>
                <c:pt idx="134">
                  <c:v>3.1726430400000001</c:v>
                </c:pt>
                <c:pt idx="135">
                  <c:v>7.6655308900000003</c:v>
                </c:pt>
                <c:pt idx="136">
                  <c:v>4.0871833300000002</c:v>
                </c:pt>
                <c:pt idx="137">
                  <c:v>5.6346956100000005</c:v>
                </c:pt>
                <c:pt idx="138">
                  <c:v>16.056999940000001</c:v>
                </c:pt>
                <c:pt idx="139">
                  <c:v>7.3941633499999995</c:v>
                </c:pt>
                <c:pt idx="140">
                  <c:v>17.02300344</c:v>
                </c:pt>
                <c:pt idx="141">
                  <c:v>7.5413792700000002</c:v>
                </c:pt>
                <c:pt idx="142">
                  <c:v>1.20402706</c:v>
                </c:pt>
                <c:pt idx="143">
                  <c:v>8.9139529399999997</c:v>
                </c:pt>
                <c:pt idx="144">
                  <c:v>6.4432744299999998</c:v>
                </c:pt>
                <c:pt idx="145">
                  <c:v>11.3578758</c:v>
                </c:pt>
                <c:pt idx="146">
                  <c:v>7.7539082700000002</c:v>
                </c:pt>
                <c:pt idx="147">
                  <c:v>5.7018905000000002</c:v>
                </c:pt>
                <c:pt idx="148">
                  <c:v>49.295456350000002</c:v>
                </c:pt>
                <c:pt idx="149">
                  <c:v>19.768333210000002</c:v>
                </c:pt>
                <c:pt idx="150">
                  <c:v>4.3367896300000002</c:v>
                </c:pt>
                <c:pt idx="151">
                  <c:v>7.1848602000000001</c:v>
                </c:pt>
                <c:pt idx="152">
                  <c:v>2.8161589299999998</c:v>
                </c:pt>
                <c:pt idx="153">
                  <c:v>4.4818262100000004</c:v>
                </c:pt>
                <c:pt idx="154">
                  <c:v>2.2158190200000001</c:v>
                </c:pt>
                <c:pt idx="155">
                  <c:v>11.46000649</c:v>
                </c:pt>
                <c:pt idx="156">
                  <c:v>13.420984710000001</c:v>
                </c:pt>
                <c:pt idx="157">
                  <c:v>8.3141593900000004</c:v>
                </c:pt>
                <c:pt idx="158">
                  <c:v>22.250309820000002</c:v>
                </c:pt>
                <c:pt idx="159">
                  <c:v>13.926663190000001</c:v>
                </c:pt>
                <c:pt idx="160">
                  <c:v>1.6486783999999999</c:v>
                </c:pt>
                <c:pt idx="161">
                  <c:v>10.12159851</c:v>
                </c:pt>
                <c:pt idx="162">
                  <c:v>2.6703570599999997</c:v>
                </c:pt>
                <c:pt idx="163">
                  <c:v>7.0511507899999994</c:v>
                </c:pt>
                <c:pt idx="164">
                  <c:v>11.615642320000001</c:v>
                </c:pt>
                <c:pt idx="165">
                  <c:v>5.1480873200000001</c:v>
                </c:pt>
                <c:pt idx="166">
                  <c:v>3.5268517399999997</c:v>
                </c:pt>
                <c:pt idx="167">
                  <c:v>5.0741790599999996</c:v>
                </c:pt>
                <c:pt idx="168">
                  <c:v>8.689862119999999</c:v>
                </c:pt>
                <c:pt idx="169">
                  <c:v>20.389177799999999</c:v>
                </c:pt>
                <c:pt idx="170">
                  <c:v>9.354044</c:v>
                </c:pt>
                <c:pt idx="171">
                  <c:v>0.95231402999999992</c:v>
                </c:pt>
                <c:pt idx="172">
                  <c:v>7.8624058900000007</c:v>
                </c:pt>
                <c:pt idx="173">
                  <c:v>5.4066932799999998</c:v>
                </c:pt>
                <c:pt idx="174">
                  <c:v>10.33855823</c:v>
                </c:pt>
                <c:pt idx="175">
                  <c:v>5.4511540099999998</c:v>
                </c:pt>
                <c:pt idx="176">
                  <c:v>14.679507670000001</c:v>
                </c:pt>
                <c:pt idx="177">
                  <c:v>21.881395809999997</c:v>
                </c:pt>
                <c:pt idx="178">
                  <c:v>10.05699106</c:v>
                </c:pt>
                <c:pt idx="179">
                  <c:v>11.28312171</c:v>
                </c:pt>
                <c:pt idx="180">
                  <c:v>9.5878093500000006</c:v>
                </c:pt>
                <c:pt idx="181">
                  <c:v>5.6012988500000001</c:v>
                </c:pt>
                <c:pt idx="182">
                  <c:v>9.1861605100000006</c:v>
                </c:pt>
                <c:pt idx="183">
                  <c:v>5.3679354099999994</c:v>
                </c:pt>
                <c:pt idx="184">
                  <c:v>2.4790466499999999</c:v>
                </c:pt>
                <c:pt idx="185">
                  <c:v>2.5156078000000002</c:v>
                </c:pt>
                <c:pt idx="186">
                  <c:v>1.73821388</c:v>
                </c:pt>
                <c:pt idx="187">
                  <c:v>1.6185031000000001</c:v>
                </c:pt>
                <c:pt idx="188">
                  <c:v>2.7152836200000001</c:v>
                </c:pt>
                <c:pt idx="189">
                  <c:v>1.9850441999999999</c:v>
                </c:pt>
                <c:pt idx="190">
                  <c:v>1.15245961</c:v>
                </c:pt>
                <c:pt idx="191">
                  <c:v>6.7836087100000002</c:v>
                </c:pt>
                <c:pt idx="192">
                  <c:v>4.1925111400000006</c:v>
                </c:pt>
                <c:pt idx="193">
                  <c:v>10.176116199999999</c:v>
                </c:pt>
                <c:pt idx="194">
                  <c:v>5.1045595600000002</c:v>
                </c:pt>
                <c:pt idx="195">
                  <c:v>2.2671141399999999</c:v>
                </c:pt>
                <c:pt idx="196">
                  <c:v>5.4317026100000003</c:v>
                </c:pt>
                <c:pt idx="197">
                  <c:v>3.4501111500000001</c:v>
                </c:pt>
              </c:numCache>
            </c:numRef>
          </c:val>
          <c:smooth val="1"/>
          <c:extLst>
            <c:ext xmlns:c16="http://schemas.microsoft.com/office/drawing/2014/chart" uri="{C3380CC4-5D6E-409C-BE32-E72D297353CC}">
              <c16:uniqueId val="{00000000-1DDE-41A6-AE88-1D6D642DF44F}"/>
            </c:ext>
          </c:extLst>
        </c:ser>
        <c:dLbls>
          <c:showLegendKey val="0"/>
          <c:showVal val="0"/>
          <c:showCatName val="0"/>
          <c:showSerName val="0"/>
          <c:showPercent val="0"/>
          <c:showBubbleSize val="0"/>
        </c:dLbls>
        <c:marker val="1"/>
        <c:smooth val="0"/>
        <c:axId val="2000001408"/>
        <c:axId val="2000001409"/>
      </c:lineChart>
      <c:lineChart>
        <c:grouping val="standard"/>
        <c:varyColors val="0"/>
        <c:ser>
          <c:idx val="1"/>
          <c:order val="1"/>
          <c:tx>
            <c:strRef>
              <c:f>'回购金额-月度数据'!$X$1</c:f>
              <c:strCache>
                <c:ptCount val="1"/>
                <c:pt idx="0">
                  <c:v>平均回购金额：回购总金额/回购公司数量（亿港元，右轴）</c:v>
                </c:pt>
              </c:strCache>
            </c:strRef>
          </c:tx>
          <c:spPr>
            <a:ln w="25400">
              <a:solidFill>
                <a:srgbClr val="2C3160"/>
              </a:solidFill>
              <a:prstDash val="solid"/>
            </a:ln>
          </c:spPr>
          <c:marker>
            <c:symbol val="none"/>
          </c:marker>
          <c:cat>
            <c:numRef>
              <c:f>'回购金额-月度数据'!$T$2:$T$199</c:f>
              <c:numCache>
                <c:formatCode>yyyy\-mm\-dd</c:formatCode>
                <c:ptCount val="198"/>
                <c:pt idx="0">
                  <c:v>46203</c:v>
                </c:pt>
                <c:pt idx="1">
                  <c:v>46173</c:v>
                </c:pt>
                <c:pt idx="2">
                  <c:v>46142</c:v>
                </c:pt>
                <c:pt idx="3">
                  <c:v>46112</c:v>
                </c:pt>
                <c:pt idx="4">
                  <c:v>46081</c:v>
                </c:pt>
                <c:pt idx="5">
                  <c:v>46053</c:v>
                </c:pt>
                <c:pt idx="6">
                  <c:v>46022</c:v>
                </c:pt>
                <c:pt idx="7">
                  <c:v>45991</c:v>
                </c:pt>
                <c:pt idx="8">
                  <c:v>45961</c:v>
                </c:pt>
                <c:pt idx="9">
                  <c:v>45930</c:v>
                </c:pt>
                <c:pt idx="10">
                  <c:v>45900</c:v>
                </c:pt>
                <c:pt idx="11">
                  <c:v>45869</c:v>
                </c:pt>
                <c:pt idx="12">
                  <c:v>45838</c:v>
                </c:pt>
                <c:pt idx="13">
                  <c:v>45808</c:v>
                </c:pt>
                <c:pt idx="14">
                  <c:v>45777</c:v>
                </c:pt>
                <c:pt idx="15">
                  <c:v>45747</c:v>
                </c:pt>
                <c:pt idx="16">
                  <c:v>45716</c:v>
                </c:pt>
                <c:pt idx="17">
                  <c:v>45688</c:v>
                </c:pt>
                <c:pt idx="18">
                  <c:v>45657</c:v>
                </c:pt>
                <c:pt idx="19">
                  <c:v>45626</c:v>
                </c:pt>
                <c:pt idx="20">
                  <c:v>45596</c:v>
                </c:pt>
                <c:pt idx="21">
                  <c:v>45565</c:v>
                </c:pt>
                <c:pt idx="22">
                  <c:v>45535</c:v>
                </c:pt>
                <c:pt idx="23">
                  <c:v>45504</c:v>
                </c:pt>
                <c:pt idx="24">
                  <c:v>45473</c:v>
                </c:pt>
                <c:pt idx="25">
                  <c:v>45443</c:v>
                </c:pt>
                <c:pt idx="26">
                  <c:v>45412</c:v>
                </c:pt>
                <c:pt idx="27">
                  <c:v>45382</c:v>
                </c:pt>
                <c:pt idx="28">
                  <c:v>45351</c:v>
                </c:pt>
                <c:pt idx="29">
                  <c:v>45322</c:v>
                </c:pt>
                <c:pt idx="30">
                  <c:v>45291</c:v>
                </c:pt>
                <c:pt idx="31">
                  <c:v>45260</c:v>
                </c:pt>
                <c:pt idx="32">
                  <c:v>45230</c:v>
                </c:pt>
                <c:pt idx="33">
                  <c:v>45199</c:v>
                </c:pt>
                <c:pt idx="34">
                  <c:v>45169</c:v>
                </c:pt>
                <c:pt idx="35">
                  <c:v>45138</c:v>
                </c:pt>
                <c:pt idx="36">
                  <c:v>45107</c:v>
                </c:pt>
                <c:pt idx="37">
                  <c:v>45077</c:v>
                </c:pt>
                <c:pt idx="38">
                  <c:v>45046</c:v>
                </c:pt>
                <c:pt idx="39">
                  <c:v>45016</c:v>
                </c:pt>
                <c:pt idx="40">
                  <c:v>44985</c:v>
                </c:pt>
                <c:pt idx="41">
                  <c:v>44957</c:v>
                </c:pt>
                <c:pt idx="42">
                  <c:v>44926</c:v>
                </c:pt>
                <c:pt idx="43">
                  <c:v>44895</c:v>
                </c:pt>
                <c:pt idx="44">
                  <c:v>44865</c:v>
                </c:pt>
                <c:pt idx="45">
                  <c:v>44834</c:v>
                </c:pt>
                <c:pt idx="46">
                  <c:v>44804</c:v>
                </c:pt>
                <c:pt idx="47">
                  <c:v>44773</c:v>
                </c:pt>
                <c:pt idx="48">
                  <c:v>44742</c:v>
                </c:pt>
                <c:pt idx="49">
                  <c:v>44712</c:v>
                </c:pt>
                <c:pt idx="50">
                  <c:v>44681</c:v>
                </c:pt>
                <c:pt idx="51">
                  <c:v>44651</c:v>
                </c:pt>
                <c:pt idx="52">
                  <c:v>44620</c:v>
                </c:pt>
                <c:pt idx="53">
                  <c:v>44592</c:v>
                </c:pt>
                <c:pt idx="54">
                  <c:v>44561</c:v>
                </c:pt>
                <c:pt idx="55">
                  <c:v>44530</c:v>
                </c:pt>
                <c:pt idx="56">
                  <c:v>44500</c:v>
                </c:pt>
                <c:pt idx="57">
                  <c:v>44469</c:v>
                </c:pt>
                <c:pt idx="58">
                  <c:v>44439</c:v>
                </c:pt>
                <c:pt idx="59">
                  <c:v>44408</c:v>
                </c:pt>
                <c:pt idx="60">
                  <c:v>44377</c:v>
                </c:pt>
                <c:pt idx="61">
                  <c:v>44347</c:v>
                </c:pt>
                <c:pt idx="62">
                  <c:v>44316</c:v>
                </c:pt>
                <c:pt idx="63">
                  <c:v>44286</c:v>
                </c:pt>
                <c:pt idx="64">
                  <c:v>44255</c:v>
                </c:pt>
                <c:pt idx="65">
                  <c:v>44227</c:v>
                </c:pt>
                <c:pt idx="66">
                  <c:v>44196</c:v>
                </c:pt>
                <c:pt idx="67">
                  <c:v>44165</c:v>
                </c:pt>
                <c:pt idx="68">
                  <c:v>44135</c:v>
                </c:pt>
                <c:pt idx="69">
                  <c:v>44104</c:v>
                </c:pt>
                <c:pt idx="70">
                  <c:v>44074</c:v>
                </c:pt>
                <c:pt idx="71">
                  <c:v>44043</c:v>
                </c:pt>
                <c:pt idx="72">
                  <c:v>44012</c:v>
                </c:pt>
                <c:pt idx="73">
                  <c:v>43982</c:v>
                </c:pt>
                <c:pt idx="74">
                  <c:v>43951</c:v>
                </c:pt>
                <c:pt idx="75">
                  <c:v>43921</c:v>
                </c:pt>
                <c:pt idx="76">
                  <c:v>43890</c:v>
                </c:pt>
                <c:pt idx="77">
                  <c:v>43861</c:v>
                </c:pt>
                <c:pt idx="78">
                  <c:v>43830</c:v>
                </c:pt>
                <c:pt idx="79">
                  <c:v>43799</c:v>
                </c:pt>
                <c:pt idx="80">
                  <c:v>43769</c:v>
                </c:pt>
                <c:pt idx="81">
                  <c:v>43738</c:v>
                </c:pt>
                <c:pt idx="82">
                  <c:v>43708</c:v>
                </c:pt>
                <c:pt idx="83">
                  <c:v>43677</c:v>
                </c:pt>
                <c:pt idx="84">
                  <c:v>43646</c:v>
                </c:pt>
                <c:pt idx="85">
                  <c:v>43616</c:v>
                </c:pt>
                <c:pt idx="86">
                  <c:v>43585</c:v>
                </c:pt>
                <c:pt idx="87">
                  <c:v>43555</c:v>
                </c:pt>
                <c:pt idx="88">
                  <c:v>43524</c:v>
                </c:pt>
                <c:pt idx="89">
                  <c:v>43496</c:v>
                </c:pt>
                <c:pt idx="90">
                  <c:v>43465</c:v>
                </c:pt>
                <c:pt idx="91">
                  <c:v>43434</c:v>
                </c:pt>
                <c:pt idx="92">
                  <c:v>43404</c:v>
                </c:pt>
                <c:pt idx="93">
                  <c:v>43373</c:v>
                </c:pt>
                <c:pt idx="94">
                  <c:v>43343</c:v>
                </c:pt>
                <c:pt idx="95">
                  <c:v>43312</c:v>
                </c:pt>
                <c:pt idx="96">
                  <c:v>43281</c:v>
                </c:pt>
                <c:pt idx="97">
                  <c:v>43251</c:v>
                </c:pt>
                <c:pt idx="98">
                  <c:v>43220</c:v>
                </c:pt>
                <c:pt idx="99">
                  <c:v>43190</c:v>
                </c:pt>
                <c:pt idx="100">
                  <c:v>43159</c:v>
                </c:pt>
                <c:pt idx="101">
                  <c:v>43131</c:v>
                </c:pt>
                <c:pt idx="102">
                  <c:v>43100</c:v>
                </c:pt>
                <c:pt idx="103">
                  <c:v>43069</c:v>
                </c:pt>
                <c:pt idx="104">
                  <c:v>43039</c:v>
                </c:pt>
                <c:pt idx="105">
                  <c:v>43008</c:v>
                </c:pt>
                <c:pt idx="106">
                  <c:v>42978</c:v>
                </c:pt>
                <c:pt idx="107">
                  <c:v>42947</c:v>
                </c:pt>
                <c:pt idx="108">
                  <c:v>42916</c:v>
                </c:pt>
                <c:pt idx="109">
                  <c:v>42886</c:v>
                </c:pt>
                <c:pt idx="110">
                  <c:v>42855</c:v>
                </c:pt>
                <c:pt idx="111">
                  <c:v>42825</c:v>
                </c:pt>
                <c:pt idx="112">
                  <c:v>42794</c:v>
                </c:pt>
                <c:pt idx="113">
                  <c:v>42766</c:v>
                </c:pt>
                <c:pt idx="114">
                  <c:v>42735</c:v>
                </c:pt>
                <c:pt idx="115">
                  <c:v>42704</c:v>
                </c:pt>
                <c:pt idx="116">
                  <c:v>42674</c:v>
                </c:pt>
                <c:pt idx="117">
                  <c:v>42643</c:v>
                </c:pt>
                <c:pt idx="118">
                  <c:v>42613</c:v>
                </c:pt>
                <c:pt idx="119">
                  <c:v>42582</c:v>
                </c:pt>
                <c:pt idx="120">
                  <c:v>42551</c:v>
                </c:pt>
                <c:pt idx="121">
                  <c:v>42521</c:v>
                </c:pt>
                <c:pt idx="122">
                  <c:v>42490</c:v>
                </c:pt>
                <c:pt idx="123">
                  <c:v>42460</c:v>
                </c:pt>
                <c:pt idx="124">
                  <c:v>42429</c:v>
                </c:pt>
                <c:pt idx="125">
                  <c:v>42400</c:v>
                </c:pt>
                <c:pt idx="126">
                  <c:v>42369</c:v>
                </c:pt>
                <c:pt idx="127">
                  <c:v>42338</c:v>
                </c:pt>
                <c:pt idx="128">
                  <c:v>42308</c:v>
                </c:pt>
                <c:pt idx="129">
                  <c:v>42277</c:v>
                </c:pt>
                <c:pt idx="130">
                  <c:v>42247</c:v>
                </c:pt>
                <c:pt idx="131">
                  <c:v>42216</c:v>
                </c:pt>
                <c:pt idx="132">
                  <c:v>42185</c:v>
                </c:pt>
                <c:pt idx="133">
                  <c:v>42155</c:v>
                </c:pt>
                <c:pt idx="134">
                  <c:v>42124</c:v>
                </c:pt>
                <c:pt idx="135">
                  <c:v>42094</c:v>
                </c:pt>
                <c:pt idx="136">
                  <c:v>42063</c:v>
                </c:pt>
                <c:pt idx="137">
                  <c:v>42035</c:v>
                </c:pt>
                <c:pt idx="138">
                  <c:v>42004</c:v>
                </c:pt>
                <c:pt idx="139">
                  <c:v>41973</c:v>
                </c:pt>
                <c:pt idx="140">
                  <c:v>41943</c:v>
                </c:pt>
                <c:pt idx="141">
                  <c:v>41912</c:v>
                </c:pt>
                <c:pt idx="142">
                  <c:v>41882</c:v>
                </c:pt>
                <c:pt idx="143">
                  <c:v>41851</c:v>
                </c:pt>
                <c:pt idx="144">
                  <c:v>41820</c:v>
                </c:pt>
                <c:pt idx="145">
                  <c:v>41790</c:v>
                </c:pt>
                <c:pt idx="146">
                  <c:v>41759</c:v>
                </c:pt>
                <c:pt idx="147">
                  <c:v>41729</c:v>
                </c:pt>
                <c:pt idx="148">
                  <c:v>41698</c:v>
                </c:pt>
                <c:pt idx="149">
                  <c:v>41670</c:v>
                </c:pt>
                <c:pt idx="150">
                  <c:v>41639</c:v>
                </c:pt>
                <c:pt idx="151">
                  <c:v>41608</c:v>
                </c:pt>
                <c:pt idx="152">
                  <c:v>41578</c:v>
                </c:pt>
                <c:pt idx="153">
                  <c:v>41547</c:v>
                </c:pt>
                <c:pt idx="154">
                  <c:v>41517</c:v>
                </c:pt>
                <c:pt idx="155">
                  <c:v>41486</c:v>
                </c:pt>
                <c:pt idx="156">
                  <c:v>41455</c:v>
                </c:pt>
                <c:pt idx="157">
                  <c:v>41425</c:v>
                </c:pt>
                <c:pt idx="158">
                  <c:v>41394</c:v>
                </c:pt>
                <c:pt idx="159">
                  <c:v>41364</c:v>
                </c:pt>
                <c:pt idx="160">
                  <c:v>41333</c:v>
                </c:pt>
                <c:pt idx="161">
                  <c:v>41305</c:v>
                </c:pt>
                <c:pt idx="162">
                  <c:v>41274</c:v>
                </c:pt>
                <c:pt idx="163">
                  <c:v>41243</c:v>
                </c:pt>
                <c:pt idx="164">
                  <c:v>41213</c:v>
                </c:pt>
                <c:pt idx="165">
                  <c:v>41182</c:v>
                </c:pt>
                <c:pt idx="166">
                  <c:v>41152</c:v>
                </c:pt>
                <c:pt idx="167">
                  <c:v>41121</c:v>
                </c:pt>
                <c:pt idx="168">
                  <c:v>41090</c:v>
                </c:pt>
                <c:pt idx="169">
                  <c:v>41060</c:v>
                </c:pt>
                <c:pt idx="170">
                  <c:v>41029</c:v>
                </c:pt>
                <c:pt idx="171">
                  <c:v>40999</c:v>
                </c:pt>
                <c:pt idx="172">
                  <c:v>40968</c:v>
                </c:pt>
                <c:pt idx="173">
                  <c:v>40939</c:v>
                </c:pt>
                <c:pt idx="174">
                  <c:v>40908</c:v>
                </c:pt>
                <c:pt idx="175">
                  <c:v>40877</c:v>
                </c:pt>
                <c:pt idx="176">
                  <c:v>40847</c:v>
                </c:pt>
                <c:pt idx="177">
                  <c:v>40816</c:v>
                </c:pt>
                <c:pt idx="178">
                  <c:v>40786</c:v>
                </c:pt>
                <c:pt idx="179">
                  <c:v>40755</c:v>
                </c:pt>
                <c:pt idx="180">
                  <c:v>40724</c:v>
                </c:pt>
                <c:pt idx="181">
                  <c:v>40694</c:v>
                </c:pt>
                <c:pt idx="182">
                  <c:v>40663</c:v>
                </c:pt>
                <c:pt idx="183">
                  <c:v>40633</c:v>
                </c:pt>
                <c:pt idx="184">
                  <c:v>40602</c:v>
                </c:pt>
                <c:pt idx="185">
                  <c:v>40574</c:v>
                </c:pt>
                <c:pt idx="186">
                  <c:v>40543</c:v>
                </c:pt>
                <c:pt idx="187">
                  <c:v>40512</c:v>
                </c:pt>
                <c:pt idx="188">
                  <c:v>40482</c:v>
                </c:pt>
                <c:pt idx="189">
                  <c:v>40451</c:v>
                </c:pt>
                <c:pt idx="190">
                  <c:v>40421</c:v>
                </c:pt>
                <c:pt idx="191">
                  <c:v>40390</c:v>
                </c:pt>
                <c:pt idx="192">
                  <c:v>40359</c:v>
                </c:pt>
                <c:pt idx="193">
                  <c:v>40329</c:v>
                </c:pt>
                <c:pt idx="194">
                  <c:v>40298</c:v>
                </c:pt>
                <c:pt idx="195">
                  <c:v>40268</c:v>
                </c:pt>
                <c:pt idx="196">
                  <c:v>40237</c:v>
                </c:pt>
                <c:pt idx="197">
                  <c:v>40209</c:v>
                </c:pt>
              </c:numCache>
            </c:numRef>
          </c:cat>
          <c:val>
            <c:numRef>
              <c:f>'回购金额-月度数据'!$X$2:$X$199</c:f>
              <c:numCache>
                <c:formatCode>#,##0</c:formatCode>
                <c:ptCount val="198"/>
                <c:pt idx="0">
                  <c:v>1.6391424800000001</c:v>
                </c:pt>
                <c:pt idx="1">
                  <c:v>1.6186571000000001</c:v>
                </c:pt>
                <c:pt idx="2">
                  <c:v>1.20788808</c:v>
                </c:pt>
                <c:pt idx="3">
                  <c:v>0.98012129999999997</c:v>
                </c:pt>
                <c:pt idx="4">
                  <c:v>0.93880879000000006</c:v>
                </c:pt>
                <c:pt idx="5">
                  <c:v>1.1061415300000002</c:v>
                </c:pt>
                <c:pt idx="6">
                  <c:v>1.7973305700000002</c:v>
                </c:pt>
                <c:pt idx="7">
                  <c:v>1.1860225600000001</c:v>
                </c:pt>
                <c:pt idx="8">
                  <c:v>0.99706558999999995</c:v>
                </c:pt>
                <c:pt idx="9">
                  <c:v>2.2765838899999999</c:v>
                </c:pt>
                <c:pt idx="10">
                  <c:v>2.0099182400000002</c:v>
                </c:pt>
                <c:pt idx="11">
                  <c:v>1.3752164</c:v>
                </c:pt>
                <c:pt idx="12">
                  <c:v>2.3947347200000002</c:v>
                </c:pt>
                <c:pt idx="13">
                  <c:v>1.87021836</c:v>
                </c:pt>
                <c:pt idx="14">
                  <c:v>1.02645067</c:v>
                </c:pt>
                <c:pt idx="15">
                  <c:v>1.5147456899999998</c:v>
                </c:pt>
                <c:pt idx="16">
                  <c:v>1.25334645</c:v>
                </c:pt>
                <c:pt idx="17">
                  <c:v>1.9920612799999999</c:v>
                </c:pt>
                <c:pt idx="18">
                  <c:v>1.94160445</c:v>
                </c:pt>
                <c:pt idx="19">
                  <c:v>2.1488916200000001</c:v>
                </c:pt>
                <c:pt idx="20">
                  <c:v>0.79927855999999997</c:v>
                </c:pt>
                <c:pt idx="21">
                  <c:v>2.2687080900000001</c:v>
                </c:pt>
                <c:pt idx="22">
                  <c:v>2.5986906299999997</c:v>
                </c:pt>
                <c:pt idx="23">
                  <c:v>2.67857988</c:v>
                </c:pt>
                <c:pt idx="24">
                  <c:v>3.6947714699999996</c:v>
                </c:pt>
                <c:pt idx="25">
                  <c:v>2.5515551699999999</c:v>
                </c:pt>
                <c:pt idx="26">
                  <c:v>2.0035879300000001</c:v>
                </c:pt>
                <c:pt idx="27">
                  <c:v>2.7987065600000003</c:v>
                </c:pt>
                <c:pt idx="28">
                  <c:v>1.1721531699999999</c:v>
                </c:pt>
                <c:pt idx="29">
                  <c:v>2.4611815500000001</c:v>
                </c:pt>
                <c:pt idx="30">
                  <c:v>2.0985185500000001</c:v>
                </c:pt>
                <c:pt idx="31">
                  <c:v>1.3514523899999999</c:v>
                </c:pt>
                <c:pt idx="32">
                  <c:v>1.2838143400000002</c:v>
                </c:pt>
                <c:pt idx="33">
                  <c:v>2.01648527</c:v>
                </c:pt>
                <c:pt idx="34">
                  <c:v>1.2795965899999999</c:v>
                </c:pt>
                <c:pt idx="35">
                  <c:v>1.3396979199999999</c:v>
                </c:pt>
                <c:pt idx="36">
                  <c:v>2.4175704200000001</c:v>
                </c:pt>
                <c:pt idx="37">
                  <c:v>1.55819127</c:v>
                </c:pt>
                <c:pt idx="38">
                  <c:v>0.95541610999999993</c:v>
                </c:pt>
                <c:pt idx="39">
                  <c:v>1.0929967699999998</c:v>
                </c:pt>
                <c:pt idx="40">
                  <c:v>2.1744394799999998</c:v>
                </c:pt>
                <c:pt idx="41">
                  <c:v>1.74709037</c:v>
                </c:pt>
                <c:pt idx="42">
                  <c:v>1.8489536199999999</c:v>
                </c:pt>
                <c:pt idx="43">
                  <c:v>1.3130590899999999</c:v>
                </c:pt>
                <c:pt idx="44">
                  <c:v>1.2432765100000001</c:v>
                </c:pt>
                <c:pt idx="45">
                  <c:v>1.4923042399999999</c:v>
                </c:pt>
                <c:pt idx="46">
                  <c:v>0.97933912999999995</c:v>
                </c:pt>
                <c:pt idx="47">
                  <c:v>1.38088115</c:v>
                </c:pt>
                <c:pt idx="48">
                  <c:v>1.5007429299999999</c:v>
                </c:pt>
                <c:pt idx="49">
                  <c:v>0.78596387999999995</c:v>
                </c:pt>
                <c:pt idx="50">
                  <c:v>1.08034494</c:v>
                </c:pt>
                <c:pt idx="51">
                  <c:v>0.78872633999999997</c:v>
                </c:pt>
                <c:pt idx="52">
                  <c:v>0.43550315000000001</c:v>
                </c:pt>
                <c:pt idx="53">
                  <c:v>0.73228424999999997</c:v>
                </c:pt>
                <c:pt idx="54">
                  <c:v>0.66423898000000003</c:v>
                </c:pt>
                <c:pt idx="55">
                  <c:v>0.19248738000000001</c:v>
                </c:pt>
                <c:pt idx="56">
                  <c:v>0.32242845999999997</c:v>
                </c:pt>
                <c:pt idx="57">
                  <c:v>1.08111227</c:v>
                </c:pt>
                <c:pt idx="58">
                  <c:v>0.88150460000000008</c:v>
                </c:pt>
                <c:pt idx="59">
                  <c:v>0.43729560000000001</c:v>
                </c:pt>
                <c:pt idx="60">
                  <c:v>0.68511683999999995</c:v>
                </c:pt>
                <c:pt idx="61">
                  <c:v>0.46132732999999998</c:v>
                </c:pt>
                <c:pt idx="62">
                  <c:v>1.4981304799999999</c:v>
                </c:pt>
                <c:pt idx="63">
                  <c:v>0.44932628999999996</c:v>
                </c:pt>
                <c:pt idx="64">
                  <c:v>0.42257625999999998</c:v>
                </c:pt>
                <c:pt idx="65">
                  <c:v>0.19869430999999999</c:v>
                </c:pt>
                <c:pt idx="66">
                  <c:v>0.43165571000000003</c:v>
                </c:pt>
                <c:pt idx="67">
                  <c:v>0.48825215</c:v>
                </c:pt>
                <c:pt idx="68">
                  <c:v>0.23556655999999998</c:v>
                </c:pt>
                <c:pt idx="69">
                  <c:v>0.28925277999999999</c:v>
                </c:pt>
                <c:pt idx="70">
                  <c:v>0.13285037</c:v>
                </c:pt>
                <c:pt idx="71">
                  <c:v>6.0876139999999995E-2</c:v>
                </c:pt>
                <c:pt idx="72">
                  <c:v>0.36802773999999999</c:v>
                </c:pt>
                <c:pt idx="73">
                  <c:v>0.43186508000000001</c:v>
                </c:pt>
                <c:pt idx="74">
                  <c:v>0.22050047</c:v>
                </c:pt>
                <c:pt idx="75">
                  <c:v>0.20383541999999999</c:v>
                </c:pt>
                <c:pt idx="76">
                  <c:v>0.21647552</c:v>
                </c:pt>
                <c:pt idx="77">
                  <c:v>0.13526905</c:v>
                </c:pt>
                <c:pt idx="78">
                  <c:v>0.19565886000000002</c:v>
                </c:pt>
                <c:pt idx="79">
                  <c:v>0.16632135000000001</c:v>
                </c:pt>
                <c:pt idx="80">
                  <c:v>0.15900634</c:v>
                </c:pt>
                <c:pt idx="81">
                  <c:v>0.33582466999999999</c:v>
                </c:pt>
                <c:pt idx="82">
                  <c:v>0.17591600000000002</c:v>
                </c:pt>
                <c:pt idx="83">
                  <c:v>0.11943927000000001</c:v>
                </c:pt>
                <c:pt idx="84">
                  <c:v>0.29583964000000001</c:v>
                </c:pt>
                <c:pt idx="85">
                  <c:v>0.44416886999999999</c:v>
                </c:pt>
                <c:pt idx="86">
                  <c:v>0.23913506000000001</c:v>
                </c:pt>
                <c:pt idx="87">
                  <c:v>0.16740565999999998</c:v>
                </c:pt>
                <c:pt idx="88">
                  <c:v>7.0411019999999991E-2</c:v>
                </c:pt>
                <c:pt idx="89">
                  <c:v>0.20189593</c:v>
                </c:pt>
                <c:pt idx="90">
                  <c:v>0.24897448</c:v>
                </c:pt>
                <c:pt idx="91">
                  <c:v>0.40028335999999998</c:v>
                </c:pt>
                <c:pt idx="92">
                  <c:v>0.29384940999999998</c:v>
                </c:pt>
                <c:pt idx="93">
                  <c:v>0.44379046999999999</c:v>
                </c:pt>
                <c:pt idx="94">
                  <c:v>0.36874158000000001</c:v>
                </c:pt>
                <c:pt idx="95">
                  <c:v>1.5448815500000002</c:v>
                </c:pt>
                <c:pt idx="96">
                  <c:v>0.50155139000000004</c:v>
                </c:pt>
                <c:pt idx="97">
                  <c:v>0.40023011000000003</c:v>
                </c:pt>
                <c:pt idx="98">
                  <c:v>0.34048127</c:v>
                </c:pt>
                <c:pt idx="99">
                  <c:v>0.30028758999999999</c:v>
                </c:pt>
                <c:pt idx="100">
                  <c:v>0.15151502</c:v>
                </c:pt>
                <c:pt idx="101">
                  <c:v>0.12519559</c:v>
                </c:pt>
                <c:pt idx="102">
                  <c:v>0.30239985000000003</c:v>
                </c:pt>
                <c:pt idx="103">
                  <c:v>0.24496408</c:v>
                </c:pt>
                <c:pt idx="104">
                  <c:v>0.13363403000000001</c:v>
                </c:pt>
                <c:pt idx="105">
                  <c:v>0.27375676999999998</c:v>
                </c:pt>
                <c:pt idx="106">
                  <c:v>0.24613930999999997</c:v>
                </c:pt>
                <c:pt idx="107">
                  <c:v>0.35749729000000002</c:v>
                </c:pt>
                <c:pt idx="108">
                  <c:v>0.72651162000000002</c:v>
                </c:pt>
                <c:pt idx="109">
                  <c:v>0.69301590999999996</c:v>
                </c:pt>
                <c:pt idx="110">
                  <c:v>2.5266348300000003</c:v>
                </c:pt>
                <c:pt idx="111">
                  <c:v>0.75741928000000003</c:v>
                </c:pt>
                <c:pt idx="112">
                  <c:v>0.27767492000000005</c:v>
                </c:pt>
                <c:pt idx="113">
                  <c:v>0.67598426</c:v>
                </c:pt>
                <c:pt idx="114">
                  <c:v>0.64673132</c:v>
                </c:pt>
                <c:pt idx="115">
                  <c:v>0.59469037999999996</c:v>
                </c:pt>
                <c:pt idx="116">
                  <c:v>0.70731871000000002</c:v>
                </c:pt>
                <c:pt idx="117">
                  <c:v>0.28303314999999996</c:v>
                </c:pt>
                <c:pt idx="118">
                  <c:v>0.16584016999999998</c:v>
                </c:pt>
                <c:pt idx="119">
                  <c:v>0.54121600999999997</c:v>
                </c:pt>
                <c:pt idx="120">
                  <c:v>0.32000518999999999</c:v>
                </c:pt>
                <c:pt idx="121">
                  <c:v>0.31735966999999998</c:v>
                </c:pt>
                <c:pt idx="122">
                  <c:v>0.15890797000000001</c:v>
                </c:pt>
                <c:pt idx="123">
                  <c:v>0.45941347999999999</c:v>
                </c:pt>
                <c:pt idx="124">
                  <c:v>0.28836908</c:v>
                </c:pt>
                <c:pt idx="125">
                  <c:v>0.55033920000000003</c:v>
                </c:pt>
                <c:pt idx="126">
                  <c:v>0.40360754000000004</c:v>
                </c:pt>
                <c:pt idx="127">
                  <c:v>1.2870636799999999</c:v>
                </c:pt>
                <c:pt idx="128">
                  <c:v>0.42741193999999993</c:v>
                </c:pt>
                <c:pt idx="129">
                  <c:v>0.33643631000000002</c:v>
                </c:pt>
                <c:pt idx="130">
                  <c:v>0.44582157</c:v>
                </c:pt>
                <c:pt idx="131">
                  <c:v>1.26149946</c:v>
                </c:pt>
                <c:pt idx="132">
                  <c:v>0.35837809000000004</c:v>
                </c:pt>
                <c:pt idx="133">
                  <c:v>0.60142861999999997</c:v>
                </c:pt>
                <c:pt idx="134">
                  <c:v>0.10940148</c:v>
                </c:pt>
                <c:pt idx="135">
                  <c:v>0.23954783999999998</c:v>
                </c:pt>
                <c:pt idx="136">
                  <c:v>0.31439872000000002</c:v>
                </c:pt>
                <c:pt idx="137">
                  <c:v>0.17074834999999999</c:v>
                </c:pt>
                <c:pt idx="138">
                  <c:v>0.31484314000000002</c:v>
                </c:pt>
                <c:pt idx="139">
                  <c:v>0.20539342999999999</c:v>
                </c:pt>
                <c:pt idx="140">
                  <c:v>0.48637153</c:v>
                </c:pt>
                <c:pt idx="141">
                  <c:v>0.22852664</c:v>
                </c:pt>
                <c:pt idx="142">
                  <c:v>0.10033559</c:v>
                </c:pt>
                <c:pt idx="143">
                  <c:v>0.33014641</c:v>
                </c:pt>
                <c:pt idx="144">
                  <c:v>0.28014236999999997</c:v>
                </c:pt>
                <c:pt idx="145">
                  <c:v>0.36638308999999997</c:v>
                </c:pt>
                <c:pt idx="146">
                  <c:v>0.31015632999999998</c:v>
                </c:pt>
                <c:pt idx="147">
                  <c:v>0.21930348</c:v>
                </c:pt>
                <c:pt idx="148">
                  <c:v>3.28636376</c:v>
                </c:pt>
                <c:pt idx="149">
                  <c:v>0.65894444000000008</c:v>
                </c:pt>
                <c:pt idx="150">
                  <c:v>0.19712679999999999</c:v>
                </c:pt>
                <c:pt idx="151">
                  <c:v>0.35924301000000003</c:v>
                </c:pt>
                <c:pt idx="152">
                  <c:v>0.21662761</c:v>
                </c:pt>
                <c:pt idx="153">
                  <c:v>0.21342030000000001</c:v>
                </c:pt>
                <c:pt idx="154">
                  <c:v>9.6339960000000002E-2</c:v>
                </c:pt>
                <c:pt idx="155">
                  <c:v>0.31833350999999999</c:v>
                </c:pt>
                <c:pt idx="156">
                  <c:v>0.40669651000000001</c:v>
                </c:pt>
                <c:pt idx="157">
                  <c:v>0.51963495999999998</c:v>
                </c:pt>
                <c:pt idx="158">
                  <c:v>0.85578114999999999</c:v>
                </c:pt>
                <c:pt idx="159">
                  <c:v>0.73298226999999994</c:v>
                </c:pt>
                <c:pt idx="160">
                  <c:v>0.13738987</c:v>
                </c:pt>
                <c:pt idx="161">
                  <c:v>0.50607992999999996</c:v>
                </c:pt>
                <c:pt idx="162">
                  <c:v>9.8902110000000001E-2</c:v>
                </c:pt>
                <c:pt idx="163">
                  <c:v>0.29379794999999997</c:v>
                </c:pt>
                <c:pt idx="164">
                  <c:v>0.44675546999999999</c:v>
                </c:pt>
                <c:pt idx="165">
                  <c:v>0.11972295999999999</c:v>
                </c:pt>
                <c:pt idx="166">
                  <c:v>0.11756171999999999</c:v>
                </c:pt>
                <c:pt idx="167">
                  <c:v>0.14497653999999999</c:v>
                </c:pt>
                <c:pt idx="168">
                  <c:v>0.19310805</c:v>
                </c:pt>
                <c:pt idx="169">
                  <c:v>0.55105886000000004</c:v>
                </c:pt>
                <c:pt idx="170">
                  <c:v>0.33407300000000001</c:v>
                </c:pt>
                <c:pt idx="171">
                  <c:v>5.2906340000000003E-2</c:v>
                </c:pt>
                <c:pt idx="172">
                  <c:v>0.37440028000000003</c:v>
                </c:pt>
                <c:pt idx="173">
                  <c:v>0.12573704999999999</c:v>
                </c:pt>
                <c:pt idx="174">
                  <c:v>0.19506714</c:v>
                </c:pt>
                <c:pt idx="175">
                  <c:v>0.12978938000000001</c:v>
                </c:pt>
                <c:pt idx="176">
                  <c:v>0.20388205000000001</c:v>
                </c:pt>
                <c:pt idx="177">
                  <c:v>0.24585837999999999</c:v>
                </c:pt>
                <c:pt idx="178">
                  <c:v>0.31428096999999999</c:v>
                </c:pt>
                <c:pt idx="179">
                  <c:v>0.31342005000000001</c:v>
                </c:pt>
                <c:pt idx="180">
                  <c:v>0.22828118</c:v>
                </c:pt>
                <c:pt idx="181">
                  <c:v>0.23338745</c:v>
                </c:pt>
                <c:pt idx="182">
                  <c:v>0.54036238000000003</c:v>
                </c:pt>
                <c:pt idx="183">
                  <c:v>0.33549596000000004</c:v>
                </c:pt>
                <c:pt idx="184">
                  <c:v>0.17707476</c:v>
                </c:pt>
                <c:pt idx="185">
                  <c:v>0.14797693000000001</c:v>
                </c:pt>
                <c:pt idx="186">
                  <c:v>0.10224788</c:v>
                </c:pt>
                <c:pt idx="187">
                  <c:v>0.10790021</c:v>
                </c:pt>
                <c:pt idx="188">
                  <c:v>0.22627363999999997</c:v>
                </c:pt>
                <c:pt idx="189">
                  <c:v>0.16542034999999999</c:v>
                </c:pt>
                <c:pt idx="190">
                  <c:v>7.6830640000000006E-2</c:v>
                </c:pt>
                <c:pt idx="191">
                  <c:v>0.35703203999999999</c:v>
                </c:pt>
                <c:pt idx="192">
                  <c:v>0.20962555999999999</c:v>
                </c:pt>
                <c:pt idx="193">
                  <c:v>0.40704465000000001</c:v>
                </c:pt>
                <c:pt idx="194">
                  <c:v>0.34030396999999996</c:v>
                </c:pt>
                <c:pt idx="195">
                  <c:v>0.37785236</c:v>
                </c:pt>
                <c:pt idx="196">
                  <c:v>0.27158513000000001</c:v>
                </c:pt>
                <c:pt idx="197">
                  <c:v>0.16429101000000002</c:v>
                </c:pt>
              </c:numCache>
            </c:numRef>
          </c:val>
          <c:smooth val="1"/>
          <c:extLst>
            <c:ext xmlns:c16="http://schemas.microsoft.com/office/drawing/2014/chart" uri="{C3380CC4-5D6E-409C-BE32-E72D297353CC}">
              <c16:uniqueId val="{00000001-1DDE-41A6-AE88-1D6D642DF44F}"/>
            </c:ext>
          </c:extLst>
        </c:ser>
        <c:dLbls>
          <c:showLegendKey val="0"/>
          <c:showVal val="0"/>
          <c:showCatName val="0"/>
          <c:showSerName val="0"/>
          <c:showPercent val="0"/>
          <c:showBubbleSize val="0"/>
        </c:dLbls>
        <c:marker val="1"/>
        <c:smooth val="0"/>
        <c:axId val="2000001410"/>
        <c:axId val="2000001411"/>
      </c:lineChart>
      <c:dateAx>
        <c:axId val="2000001408"/>
        <c:scaling>
          <c:orientation val="minMax"/>
        </c:scaling>
        <c:delete val="0"/>
        <c:axPos val="b"/>
        <c:numFmt formatCode="yyyy\-mm" sourceLinked="0"/>
        <c:majorTickMark val="in"/>
        <c:minorTickMark val="none"/>
        <c:tickLblPos val="nextTo"/>
        <c:spPr>
          <a:ln w="3175">
            <a:solidFill>
              <a:srgbClr val="000000"/>
            </a:solidFill>
            <a:prstDash val="solid"/>
          </a:ln>
        </c:spPr>
        <c:txPr>
          <a:bodyPr rot="0" vert="horz"/>
          <a:lstStyle/>
          <a:p>
            <a:pPr>
              <a:defRPr sz="700" baseline="0">
                <a:latin typeface="Arial" panose="020B0604020202020204" pitchFamily="34" charset="0"/>
              </a:defRPr>
            </a:pPr>
            <a:endParaRPr lang="zh-CN"/>
          </a:p>
        </c:txPr>
        <c:crossAx val="2000001409"/>
        <c:crosses val="autoZero"/>
        <c:auto val="0"/>
        <c:lblOffset val="100"/>
        <c:baseTimeUnit val="months"/>
      </c:dateAx>
      <c:valAx>
        <c:axId val="2000001409"/>
        <c:scaling>
          <c:orientation val="minMax"/>
        </c:scaling>
        <c:delete val="0"/>
        <c:axPos val="l"/>
        <c:numFmt formatCode="General" sourceLinked="0"/>
        <c:majorTickMark val="in"/>
        <c:minorTickMark val="none"/>
        <c:tickLblPos val="nextTo"/>
        <c:spPr>
          <a:ln w="3175">
            <a:solidFill>
              <a:srgbClr val="000000"/>
            </a:solidFill>
            <a:prstDash val="solid"/>
          </a:ln>
        </c:spPr>
        <c:txPr>
          <a:bodyPr rot="0" vert="horz"/>
          <a:lstStyle/>
          <a:p>
            <a:pPr>
              <a:defRPr sz="700" baseline="0">
                <a:latin typeface="Arial" panose="020B0604020202020204" pitchFamily="34" charset="0"/>
              </a:defRPr>
            </a:pPr>
            <a:endParaRPr lang="zh-CN"/>
          </a:p>
        </c:txPr>
        <c:crossAx val="2000001408"/>
        <c:crosses val="autoZero"/>
        <c:crossBetween val="between"/>
      </c:valAx>
      <c:dateAx>
        <c:axId val="2000001410"/>
        <c:scaling>
          <c:orientation val="minMax"/>
        </c:scaling>
        <c:delete val="1"/>
        <c:axPos val="b"/>
        <c:numFmt formatCode="yyyy\-mm\-dd" sourceLinked="1"/>
        <c:majorTickMark val="out"/>
        <c:minorTickMark val="none"/>
        <c:tickLblPos val="none"/>
        <c:crossAx val="2000001411"/>
        <c:crosses val="autoZero"/>
        <c:auto val="1"/>
        <c:lblOffset val="100"/>
        <c:baseTimeUnit val="months"/>
      </c:dateAx>
      <c:valAx>
        <c:axId val="2000001411"/>
        <c:scaling>
          <c:orientation val="minMax"/>
        </c:scaling>
        <c:delete val="0"/>
        <c:axPos val="r"/>
        <c:numFmt formatCode="#,##0.0" sourceLinked="0"/>
        <c:majorTickMark val="in"/>
        <c:minorTickMark val="none"/>
        <c:tickLblPos val="nextTo"/>
        <c:spPr>
          <a:ln w="3175">
            <a:solidFill>
              <a:srgbClr val="000000"/>
            </a:solidFill>
            <a:prstDash val="solid"/>
          </a:ln>
        </c:spPr>
        <c:txPr>
          <a:bodyPr rot="0" vert="horz"/>
          <a:lstStyle/>
          <a:p>
            <a:pPr>
              <a:defRPr sz="700" baseline="0">
                <a:latin typeface="Arial" panose="020B0604020202020204" pitchFamily="34" charset="0"/>
              </a:defRPr>
            </a:pPr>
            <a:endParaRPr lang="zh-CN"/>
          </a:p>
        </c:txPr>
        <c:crossAx val="2000001410"/>
        <c:crosses val="max"/>
        <c:crossBetween val="between"/>
      </c:valAx>
      <c:spPr>
        <a:noFill/>
        <a:ln w="25400">
          <a:noFill/>
        </a:ln>
      </c:spPr>
    </c:plotArea>
    <c:legend>
      <c:legendPos val="b"/>
      <c:layout>
        <c:manualLayout>
          <c:xMode val="edge"/>
          <c:yMode val="edge"/>
          <c:x val="2.1898814372341383E-2"/>
          <c:y val="9.5314474579574239E-4"/>
          <c:w val="0.94384451081545839"/>
          <c:h val="9.1639447846796923E-2"/>
        </c:manualLayout>
      </c:layout>
      <c:overlay val="0"/>
      <c:spPr>
        <a:solidFill>
          <a:srgbClr val="FFFFFF"/>
        </a:solidFill>
        <a:ln w="25400">
          <a:noFill/>
        </a:ln>
      </c:spPr>
    </c:legend>
    <c:plotVisOnly val="1"/>
    <c:dispBlanksAs val="gap"/>
    <c:showDLblsOverMax val="0"/>
  </c:chart>
  <c:spPr>
    <a:solidFill>
      <a:srgbClr val="FFFFFF"/>
    </a:solidFill>
    <a:ln w="9525">
      <a:noFill/>
    </a:ln>
  </c:spPr>
  <c:txPr>
    <a:bodyPr/>
    <a:lstStyle/>
    <a:p>
      <a:pPr>
        <a:defRPr sz="800" b="0" i="0" u="none" strike="noStrike" baseline="0">
          <a:solidFill>
            <a:srgbClr val="000000"/>
          </a:solidFill>
          <a:latin typeface="思源黑体 CN Medium" panose="020B0600000000000000" pitchFamily="34" charset="-122"/>
          <a:ea typeface="思源黑体 CN Medium" panose="020B0600000000000000" pitchFamily="34" charset="-122"/>
          <a:cs typeface="Arial"/>
        </a:defRPr>
      </a:pPr>
      <a:endParaRPr lang="zh-CN"/>
    </a:p>
  </c:txPr>
  <c:externalData r:id="rId1">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7.774311523242336E-2"/>
          <c:y val="0.15318994847866235"/>
          <c:w val="0.8592107952154836"/>
          <c:h val="0.73929870835111133"/>
        </c:manualLayout>
      </c:layout>
      <c:lineChart>
        <c:grouping val="standard"/>
        <c:varyColors val="0"/>
        <c:ser>
          <c:idx val="1"/>
          <c:order val="1"/>
          <c:tx>
            <c:strRef>
              <c:f>图2走势分化!$C$10</c:f>
              <c:strCache>
                <c:ptCount val="1"/>
                <c:pt idx="0">
                  <c:v>恒生科技（全收益）（左轴，点）</c:v>
                </c:pt>
              </c:strCache>
            </c:strRef>
          </c:tx>
          <c:spPr>
            <a:ln w="25400">
              <a:solidFill>
                <a:srgbClr val="2C3160"/>
              </a:solidFill>
              <a:prstDash val="solid"/>
            </a:ln>
          </c:spPr>
          <c:marker>
            <c:symbol val="none"/>
          </c:marker>
          <c:cat>
            <c:numRef>
              <c:f>图2走势分化!$A$17:$A$561</c:f>
              <c:numCache>
                <c:formatCode>yyyy\-mm\-dd</c:formatCode>
                <c:ptCount val="545"/>
                <c:pt idx="0">
                  <c:v>46202</c:v>
                </c:pt>
                <c:pt idx="1">
                  <c:v>46199</c:v>
                </c:pt>
                <c:pt idx="2">
                  <c:v>46198</c:v>
                </c:pt>
                <c:pt idx="3">
                  <c:v>46197</c:v>
                </c:pt>
                <c:pt idx="4">
                  <c:v>46196</c:v>
                </c:pt>
                <c:pt idx="5">
                  <c:v>46195</c:v>
                </c:pt>
                <c:pt idx="6">
                  <c:v>46191</c:v>
                </c:pt>
                <c:pt idx="7">
                  <c:v>46190</c:v>
                </c:pt>
                <c:pt idx="8">
                  <c:v>46189</c:v>
                </c:pt>
                <c:pt idx="9">
                  <c:v>46188</c:v>
                </c:pt>
                <c:pt idx="10">
                  <c:v>46185</c:v>
                </c:pt>
                <c:pt idx="11">
                  <c:v>46184</c:v>
                </c:pt>
                <c:pt idx="12">
                  <c:v>46183</c:v>
                </c:pt>
                <c:pt idx="13">
                  <c:v>46182</c:v>
                </c:pt>
                <c:pt idx="14">
                  <c:v>46181</c:v>
                </c:pt>
                <c:pt idx="15">
                  <c:v>46178</c:v>
                </c:pt>
                <c:pt idx="16">
                  <c:v>46177</c:v>
                </c:pt>
                <c:pt idx="17">
                  <c:v>46176</c:v>
                </c:pt>
                <c:pt idx="18">
                  <c:v>46175</c:v>
                </c:pt>
                <c:pt idx="19">
                  <c:v>46174</c:v>
                </c:pt>
                <c:pt idx="20">
                  <c:v>46171</c:v>
                </c:pt>
                <c:pt idx="21">
                  <c:v>46170</c:v>
                </c:pt>
                <c:pt idx="22">
                  <c:v>46169</c:v>
                </c:pt>
                <c:pt idx="23">
                  <c:v>46168</c:v>
                </c:pt>
                <c:pt idx="24">
                  <c:v>46164</c:v>
                </c:pt>
                <c:pt idx="25">
                  <c:v>46163</c:v>
                </c:pt>
                <c:pt idx="26">
                  <c:v>46162</c:v>
                </c:pt>
                <c:pt idx="27">
                  <c:v>46161</c:v>
                </c:pt>
                <c:pt idx="28">
                  <c:v>46160</c:v>
                </c:pt>
                <c:pt idx="29">
                  <c:v>46157</c:v>
                </c:pt>
                <c:pt idx="30">
                  <c:v>46156</c:v>
                </c:pt>
                <c:pt idx="31">
                  <c:v>46155</c:v>
                </c:pt>
                <c:pt idx="32">
                  <c:v>46154</c:v>
                </c:pt>
                <c:pt idx="33">
                  <c:v>46153</c:v>
                </c:pt>
                <c:pt idx="34">
                  <c:v>46150</c:v>
                </c:pt>
                <c:pt idx="35">
                  <c:v>46149</c:v>
                </c:pt>
                <c:pt idx="36">
                  <c:v>46148</c:v>
                </c:pt>
                <c:pt idx="37">
                  <c:v>46147</c:v>
                </c:pt>
                <c:pt idx="38">
                  <c:v>46146</c:v>
                </c:pt>
                <c:pt idx="39">
                  <c:v>46142</c:v>
                </c:pt>
                <c:pt idx="40">
                  <c:v>46141</c:v>
                </c:pt>
                <c:pt idx="41">
                  <c:v>46140</c:v>
                </c:pt>
                <c:pt idx="42">
                  <c:v>46139</c:v>
                </c:pt>
                <c:pt idx="43">
                  <c:v>46136</c:v>
                </c:pt>
                <c:pt idx="44">
                  <c:v>46135</c:v>
                </c:pt>
                <c:pt idx="45">
                  <c:v>46134</c:v>
                </c:pt>
                <c:pt idx="46">
                  <c:v>46133</c:v>
                </c:pt>
                <c:pt idx="47">
                  <c:v>46132</c:v>
                </c:pt>
                <c:pt idx="48">
                  <c:v>46129</c:v>
                </c:pt>
                <c:pt idx="49">
                  <c:v>46128</c:v>
                </c:pt>
                <c:pt idx="50">
                  <c:v>46127</c:v>
                </c:pt>
                <c:pt idx="51">
                  <c:v>46126</c:v>
                </c:pt>
                <c:pt idx="52">
                  <c:v>46125</c:v>
                </c:pt>
                <c:pt idx="53">
                  <c:v>46122</c:v>
                </c:pt>
                <c:pt idx="54">
                  <c:v>46121</c:v>
                </c:pt>
                <c:pt idx="55">
                  <c:v>46120</c:v>
                </c:pt>
                <c:pt idx="56">
                  <c:v>46114</c:v>
                </c:pt>
                <c:pt idx="57">
                  <c:v>46113</c:v>
                </c:pt>
                <c:pt idx="58">
                  <c:v>46112</c:v>
                </c:pt>
                <c:pt idx="59">
                  <c:v>46111</c:v>
                </c:pt>
                <c:pt idx="60">
                  <c:v>46108</c:v>
                </c:pt>
                <c:pt idx="61">
                  <c:v>46107</c:v>
                </c:pt>
                <c:pt idx="62">
                  <c:v>46106</c:v>
                </c:pt>
                <c:pt idx="63">
                  <c:v>46105</c:v>
                </c:pt>
                <c:pt idx="64">
                  <c:v>46104</c:v>
                </c:pt>
                <c:pt idx="65">
                  <c:v>46101</c:v>
                </c:pt>
                <c:pt idx="66">
                  <c:v>46100</c:v>
                </c:pt>
                <c:pt idx="67">
                  <c:v>46099</c:v>
                </c:pt>
                <c:pt idx="68">
                  <c:v>46098</c:v>
                </c:pt>
                <c:pt idx="69">
                  <c:v>46097</c:v>
                </c:pt>
                <c:pt idx="70">
                  <c:v>46094</c:v>
                </c:pt>
                <c:pt idx="71">
                  <c:v>46093</c:v>
                </c:pt>
                <c:pt idx="72">
                  <c:v>46092</c:v>
                </c:pt>
                <c:pt idx="73">
                  <c:v>46091</c:v>
                </c:pt>
                <c:pt idx="74">
                  <c:v>46090</c:v>
                </c:pt>
                <c:pt idx="75">
                  <c:v>46087</c:v>
                </c:pt>
                <c:pt idx="76">
                  <c:v>46086</c:v>
                </c:pt>
                <c:pt idx="77">
                  <c:v>46085</c:v>
                </c:pt>
                <c:pt idx="78">
                  <c:v>46084</c:v>
                </c:pt>
                <c:pt idx="79">
                  <c:v>46083</c:v>
                </c:pt>
                <c:pt idx="80">
                  <c:v>46080</c:v>
                </c:pt>
                <c:pt idx="81">
                  <c:v>46079</c:v>
                </c:pt>
                <c:pt idx="82">
                  <c:v>46078</c:v>
                </c:pt>
                <c:pt idx="83">
                  <c:v>46077</c:v>
                </c:pt>
                <c:pt idx="84">
                  <c:v>46076</c:v>
                </c:pt>
                <c:pt idx="85">
                  <c:v>46073</c:v>
                </c:pt>
                <c:pt idx="86">
                  <c:v>46069</c:v>
                </c:pt>
                <c:pt idx="87">
                  <c:v>46066</c:v>
                </c:pt>
                <c:pt idx="88">
                  <c:v>46065</c:v>
                </c:pt>
                <c:pt idx="89">
                  <c:v>46064</c:v>
                </c:pt>
                <c:pt idx="90">
                  <c:v>46063</c:v>
                </c:pt>
                <c:pt idx="91">
                  <c:v>46062</c:v>
                </c:pt>
                <c:pt idx="92">
                  <c:v>46059</c:v>
                </c:pt>
                <c:pt idx="93">
                  <c:v>46058</c:v>
                </c:pt>
                <c:pt idx="94">
                  <c:v>46057</c:v>
                </c:pt>
                <c:pt idx="95">
                  <c:v>46056</c:v>
                </c:pt>
                <c:pt idx="96">
                  <c:v>46055</c:v>
                </c:pt>
                <c:pt idx="97">
                  <c:v>46052</c:v>
                </c:pt>
                <c:pt idx="98">
                  <c:v>46051</c:v>
                </c:pt>
                <c:pt idx="99">
                  <c:v>46050</c:v>
                </c:pt>
                <c:pt idx="100">
                  <c:v>46049</c:v>
                </c:pt>
                <c:pt idx="101">
                  <c:v>46048</c:v>
                </c:pt>
                <c:pt idx="102">
                  <c:v>46045</c:v>
                </c:pt>
                <c:pt idx="103">
                  <c:v>46044</c:v>
                </c:pt>
                <c:pt idx="104">
                  <c:v>46043</c:v>
                </c:pt>
                <c:pt idx="105">
                  <c:v>46042</c:v>
                </c:pt>
                <c:pt idx="106">
                  <c:v>46041</c:v>
                </c:pt>
                <c:pt idx="107">
                  <c:v>46038</c:v>
                </c:pt>
                <c:pt idx="108">
                  <c:v>46037</c:v>
                </c:pt>
                <c:pt idx="109">
                  <c:v>46036</c:v>
                </c:pt>
                <c:pt idx="110">
                  <c:v>46035</c:v>
                </c:pt>
                <c:pt idx="111">
                  <c:v>46034</c:v>
                </c:pt>
                <c:pt idx="112">
                  <c:v>46031</c:v>
                </c:pt>
                <c:pt idx="113">
                  <c:v>46030</c:v>
                </c:pt>
                <c:pt idx="114">
                  <c:v>46029</c:v>
                </c:pt>
                <c:pt idx="115">
                  <c:v>46028</c:v>
                </c:pt>
                <c:pt idx="116">
                  <c:v>46027</c:v>
                </c:pt>
                <c:pt idx="117">
                  <c:v>46024</c:v>
                </c:pt>
                <c:pt idx="118">
                  <c:v>46022</c:v>
                </c:pt>
                <c:pt idx="119">
                  <c:v>46021</c:v>
                </c:pt>
                <c:pt idx="120">
                  <c:v>46020</c:v>
                </c:pt>
                <c:pt idx="121">
                  <c:v>46015</c:v>
                </c:pt>
                <c:pt idx="122">
                  <c:v>46014</c:v>
                </c:pt>
                <c:pt idx="123">
                  <c:v>46013</c:v>
                </c:pt>
                <c:pt idx="124">
                  <c:v>46010</c:v>
                </c:pt>
                <c:pt idx="125">
                  <c:v>46009</c:v>
                </c:pt>
                <c:pt idx="126">
                  <c:v>46008</c:v>
                </c:pt>
                <c:pt idx="127">
                  <c:v>46007</c:v>
                </c:pt>
                <c:pt idx="128">
                  <c:v>46006</c:v>
                </c:pt>
                <c:pt idx="129">
                  <c:v>46003</c:v>
                </c:pt>
                <c:pt idx="130">
                  <c:v>46002</c:v>
                </c:pt>
                <c:pt idx="131">
                  <c:v>46001</c:v>
                </c:pt>
                <c:pt idx="132">
                  <c:v>46000</c:v>
                </c:pt>
                <c:pt idx="133">
                  <c:v>45999</c:v>
                </c:pt>
                <c:pt idx="134">
                  <c:v>45996</c:v>
                </c:pt>
                <c:pt idx="135">
                  <c:v>45995</c:v>
                </c:pt>
                <c:pt idx="136">
                  <c:v>45994</c:v>
                </c:pt>
                <c:pt idx="137">
                  <c:v>45993</c:v>
                </c:pt>
                <c:pt idx="138">
                  <c:v>45992</c:v>
                </c:pt>
                <c:pt idx="139">
                  <c:v>45989</c:v>
                </c:pt>
                <c:pt idx="140">
                  <c:v>45988</c:v>
                </c:pt>
                <c:pt idx="141">
                  <c:v>45987</c:v>
                </c:pt>
                <c:pt idx="142">
                  <c:v>45986</c:v>
                </c:pt>
                <c:pt idx="143">
                  <c:v>45985</c:v>
                </c:pt>
                <c:pt idx="144">
                  <c:v>45982</c:v>
                </c:pt>
                <c:pt idx="145">
                  <c:v>45981</c:v>
                </c:pt>
                <c:pt idx="146">
                  <c:v>45980</c:v>
                </c:pt>
                <c:pt idx="147">
                  <c:v>45979</c:v>
                </c:pt>
                <c:pt idx="148">
                  <c:v>45978</c:v>
                </c:pt>
                <c:pt idx="149">
                  <c:v>45975</c:v>
                </c:pt>
                <c:pt idx="150">
                  <c:v>45974</c:v>
                </c:pt>
                <c:pt idx="151">
                  <c:v>45973</c:v>
                </c:pt>
                <c:pt idx="152">
                  <c:v>45972</c:v>
                </c:pt>
                <c:pt idx="153">
                  <c:v>45971</c:v>
                </c:pt>
                <c:pt idx="154">
                  <c:v>45968</c:v>
                </c:pt>
                <c:pt idx="155">
                  <c:v>45967</c:v>
                </c:pt>
                <c:pt idx="156">
                  <c:v>45966</c:v>
                </c:pt>
                <c:pt idx="157">
                  <c:v>45965</c:v>
                </c:pt>
                <c:pt idx="158">
                  <c:v>45964</c:v>
                </c:pt>
                <c:pt idx="159">
                  <c:v>45961</c:v>
                </c:pt>
                <c:pt idx="160">
                  <c:v>45960</c:v>
                </c:pt>
                <c:pt idx="161">
                  <c:v>45958</c:v>
                </c:pt>
                <c:pt idx="162">
                  <c:v>45957</c:v>
                </c:pt>
                <c:pt idx="163">
                  <c:v>45954</c:v>
                </c:pt>
                <c:pt idx="164">
                  <c:v>45953</c:v>
                </c:pt>
                <c:pt idx="165">
                  <c:v>45952</c:v>
                </c:pt>
                <c:pt idx="166">
                  <c:v>45951</c:v>
                </c:pt>
                <c:pt idx="167">
                  <c:v>45950</c:v>
                </c:pt>
                <c:pt idx="168">
                  <c:v>45947</c:v>
                </c:pt>
                <c:pt idx="169">
                  <c:v>45946</c:v>
                </c:pt>
                <c:pt idx="170">
                  <c:v>45945</c:v>
                </c:pt>
                <c:pt idx="171">
                  <c:v>45944</c:v>
                </c:pt>
                <c:pt idx="172">
                  <c:v>45943</c:v>
                </c:pt>
                <c:pt idx="173">
                  <c:v>45940</c:v>
                </c:pt>
                <c:pt idx="174">
                  <c:v>45939</c:v>
                </c:pt>
                <c:pt idx="175">
                  <c:v>45938</c:v>
                </c:pt>
                <c:pt idx="176">
                  <c:v>45936</c:v>
                </c:pt>
                <c:pt idx="177">
                  <c:v>45933</c:v>
                </c:pt>
                <c:pt idx="178">
                  <c:v>45932</c:v>
                </c:pt>
                <c:pt idx="179">
                  <c:v>45930</c:v>
                </c:pt>
                <c:pt idx="180">
                  <c:v>45929</c:v>
                </c:pt>
                <c:pt idx="181">
                  <c:v>45926</c:v>
                </c:pt>
                <c:pt idx="182">
                  <c:v>45925</c:v>
                </c:pt>
                <c:pt idx="183">
                  <c:v>45924</c:v>
                </c:pt>
                <c:pt idx="184">
                  <c:v>45923</c:v>
                </c:pt>
                <c:pt idx="185">
                  <c:v>45922</c:v>
                </c:pt>
                <c:pt idx="186">
                  <c:v>45919</c:v>
                </c:pt>
                <c:pt idx="187">
                  <c:v>45918</c:v>
                </c:pt>
                <c:pt idx="188">
                  <c:v>45917</c:v>
                </c:pt>
                <c:pt idx="189">
                  <c:v>45916</c:v>
                </c:pt>
                <c:pt idx="190">
                  <c:v>45915</c:v>
                </c:pt>
                <c:pt idx="191">
                  <c:v>45912</c:v>
                </c:pt>
                <c:pt idx="192">
                  <c:v>45911</c:v>
                </c:pt>
                <c:pt idx="193">
                  <c:v>45910</c:v>
                </c:pt>
                <c:pt idx="194">
                  <c:v>45909</c:v>
                </c:pt>
                <c:pt idx="195">
                  <c:v>45908</c:v>
                </c:pt>
                <c:pt idx="196">
                  <c:v>45905</c:v>
                </c:pt>
                <c:pt idx="197">
                  <c:v>45904</c:v>
                </c:pt>
                <c:pt idx="198">
                  <c:v>45903</c:v>
                </c:pt>
                <c:pt idx="199">
                  <c:v>45902</c:v>
                </c:pt>
                <c:pt idx="200">
                  <c:v>45901</c:v>
                </c:pt>
                <c:pt idx="201">
                  <c:v>45898</c:v>
                </c:pt>
                <c:pt idx="202">
                  <c:v>45897</c:v>
                </c:pt>
                <c:pt idx="203">
                  <c:v>45896</c:v>
                </c:pt>
                <c:pt idx="204">
                  <c:v>45895</c:v>
                </c:pt>
                <c:pt idx="205">
                  <c:v>45894</c:v>
                </c:pt>
                <c:pt idx="206">
                  <c:v>45891</c:v>
                </c:pt>
                <c:pt idx="207">
                  <c:v>45890</c:v>
                </c:pt>
                <c:pt idx="208">
                  <c:v>45889</c:v>
                </c:pt>
                <c:pt idx="209">
                  <c:v>45888</c:v>
                </c:pt>
                <c:pt idx="210">
                  <c:v>45887</c:v>
                </c:pt>
                <c:pt idx="211">
                  <c:v>45884</c:v>
                </c:pt>
                <c:pt idx="212">
                  <c:v>45883</c:v>
                </c:pt>
                <c:pt idx="213">
                  <c:v>45882</c:v>
                </c:pt>
                <c:pt idx="214">
                  <c:v>45881</c:v>
                </c:pt>
                <c:pt idx="215">
                  <c:v>45880</c:v>
                </c:pt>
                <c:pt idx="216">
                  <c:v>45877</c:v>
                </c:pt>
                <c:pt idx="217">
                  <c:v>45876</c:v>
                </c:pt>
                <c:pt idx="218">
                  <c:v>45875</c:v>
                </c:pt>
                <c:pt idx="219">
                  <c:v>45874</c:v>
                </c:pt>
                <c:pt idx="220">
                  <c:v>45873</c:v>
                </c:pt>
                <c:pt idx="221">
                  <c:v>45870</c:v>
                </c:pt>
                <c:pt idx="222">
                  <c:v>45869</c:v>
                </c:pt>
                <c:pt idx="223">
                  <c:v>45868</c:v>
                </c:pt>
                <c:pt idx="224">
                  <c:v>45867</c:v>
                </c:pt>
                <c:pt idx="225">
                  <c:v>45866</c:v>
                </c:pt>
                <c:pt idx="226">
                  <c:v>45863</c:v>
                </c:pt>
                <c:pt idx="227">
                  <c:v>45862</c:v>
                </c:pt>
                <c:pt idx="228">
                  <c:v>45861</c:v>
                </c:pt>
                <c:pt idx="229">
                  <c:v>45860</c:v>
                </c:pt>
                <c:pt idx="230">
                  <c:v>45859</c:v>
                </c:pt>
                <c:pt idx="231">
                  <c:v>45856</c:v>
                </c:pt>
                <c:pt idx="232">
                  <c:v>45855</c:v>
                </c:pt>
                <c:pt idx="233">
                  <c:v>45854</c:v>
                </c:pt>
                <c:pt idx="234">
                  <c:v>45853</c:v>
                </c:pt>
                <c:pt idx="235">
                  <c:v>45852</c:v>
                </c:pt>
                <c:pt idx="236">
                  <c:v>45849</c:v>
                </c:pt>
                <c:pt idx="237">
                  <c:v>45848</c:v>
                </c:pt>
                <c:pt idx="238">
                  <c:v>45847</c:v>
                </c:pt>
                <c:pt idx="239">
                  <c:v>45846</c:v>
                </c:pt>
                <c:pt idx="240">
                  <c:v>45845</c:v>
                </c:pt>
                <c:pt idx="241">
                  <c:v>45842</c:v>
                </c:pt>
                <c:pt idx="242">
                  <c:v>45841</c:v>
                </c:pt>
                <c:pt idx="243">
                  <c:v>45840</c:v>
                </c:pt>
                <c:pt idx="244">
                  <c:v>45838</c:v>
                </c:pt>
                <c:pt idx="245">
                  <c:v>45835</c:v>
                </c:pt>
                <c:pt idx="246">
                  <c:v>45834</c:v>
                </c:pt>
                <c:pt idx="247">
                  <c:v>45833</c:v>
                </c:pt>
                <c:pt idx="248">
                  <c:v>45832</c:v>
                </c:pt>
                <c:pt idx="249">
                  <c:v>45831</c:v>
                </c:pt>
                <c:pt idx="250">
                  <c:v>45828</c:v>
                </c:pt>
                <c:pt idx="251">
                  <c:v>45827</c:v>
                </c:pt>
                <c:pt idx="252">
                  <c:v>45826</c:v>
                </c:pt>
                <c:pt idx="253">
                  <c:v>45825</c:v>
                </c:pt>
                <c:pt idx="254">
                  <c:v>45824</c:v>
                </c:pt>
                <c:pt idx="255">
                  <c:v>45821</c:v>
                </c:pt>
                <c:pt idx="256">
                  <c:v>45820</c:v>
                </c:pt>
                <c:pt idx="257">
                  <c:v>45819</c:v>
                </c:pt>
                <c:pt idx="258">
                  <c:v>45818</c:v>
                </c:pt>
                <c:pt idx="259">
                  <c:v>45817</c:v>
                </c:pt>
                <c:pt idx="260">
                  <c:v>45814</c:v>
                </c:pt>
                <c:pt idx="261">
                  <c:v>45813</c:v>
                </c:pt>
                <c:pt idx="262">
                  <c:v>45812</c:v>
                </c:pt>
                <c:pt idx="263">
                  <c:v>45811</c:v>
                </c:pt>
                <c:pt idx="264">
                  <c:v>45810</c:v>
                </c:pt>
                <c:pt idx="265">
                  <c:v>45807</c:v>
                </c:pt>
                <c:pt idx="266">
                  <c:v>45806</c:v>
                </c:pt>
                <c:pt idx="267">
                  <c:v>45805</c:v>
                </c:pt>
                <c:pt idx="268">
                  <c:v>45804</c:v>
                </c:pt>
                <c:pt idx="269">
                  <c:v>45803</c:v>
                </c:pt>
                <c:pt idx="270">
                  <c:v>45800</c:v>
                </c:pt>
                <c:pt idx="271">
                  <c:v>45799</c:v>
                </c:pt>
                <c:pt idx="272">
                  <c:v>45798</c:v>
                </c:pt>
                <c:pt idx="273">
                  <c:v>45797</c:v>
                </c:pt>
                <c:pt idx="274">
                  <c:v>45796</c:v>
                </c:pt>
                <c:pt idx="275">
                  <c:v>45793</c:v>
                </c:pt>
                <c:pt idx="276">
                  <c:v>45792</c:v>
                </c:pt>
                <c:pt idx="277">
                  <c:v>45791</c:v>
                </c:pt>
                <c:pt idx="278">
                  <c:v>45790</c:v>
                </c:pt>
                <c:pt idx="279">
                  <c:v>45789</c:v>
                </c:pt>
                <c:pt idx="280">
                  <c:v>45786</c:v>
                </c:pt>
                <c:pt idx="281">
                  <c:v>45785</c:v>
                </c:pt>
                <c:pt idx="282">
                  <c:v>45784</c:v>
                </c:pt>
                <c:pt idx="283">
                  <c:v>45783</c:v>
                </c:pt>
                <c:pt idx="284">
                  <c:v>45779</c:v>
                </c:pt>
                <c:pt idx="285">
                  <c:v>45777</c:v>
                </c:pt>
                <c:pt idx="286">
                  <c:v>45776</c:v>
                </c:pt>
                <c:pt idx="287">
                  <c:v>45775</c:v>
                </c:pt>
                <c:pt idx="288">
                  <c:v>45772</c:v>
                </c:pt>
                <c:pt idx="289">
                  <c:v>45771</c:v>
                </c:pt>
                <c:pt idx="290">
                  <c:v>45770</c:v>
                </c:pt>
                <c:pt idx="291">
                  <c:v>45769</c:v>
                </c:pt>
                <c:pt idx="292">
                  <c:v>45764</c:v>
                </c:pt>
                <c:pt idx="293">
                  <c:v>45763</c:v>
                </c:pt>
                <c:pt idx="294">
                  <c:v>45762</c:v>
                </c:pt>
                <c:pt idx="295">
                  <c:v>45761</c:v>
                </c:pt>
                <c:pt idx="296">
                  <c:v>45758</c:v>
                </c:pt>
                <c:pt idx="297">
                  <c:v>45757</c:v>
                </c:pt>
                <c:pt idx="298">
                  <c:v>45756</c:v>
                </c:pt>
                <c:pt idx="299">
                  <c:v>45755</c:v>
                </c:pt>
                <c:pt idx="300">
                  <c:v>45754</c:v>
                </c:pt>
                <c:pt idx="301">
                  <c:v>45750</c:v>
                </c:pt>
                <c:pt idx="302">
                  <c:v>45749</c:v>
                </c:pt>
                <c:pt idx="303">
                  <c:v>45748</c:v>
                </c:pt>
                <c:pt idx="304">
                  <c:v>45747</c:v>
                </c:pt>
                <c:pt idx="305">
                  <c:v>45744</c:v>
                </c:pt>
                <c:pt idx="306">
                  <c:v>45743</c:v>
                </c:pt>
                <c:pt idx="307">
                  <c:v>45742</c:v>
                </c:pt>
                <c:pt idx="308">
                  <c:v>45741</c:v>
                </c:pt>
                <c:pt idx="309">
                  <c:v>45740</c:v>
                </c:pt>
                <c:pt idx="310">
                  <c:v>45737</c:v>
                </c:pt>
                <c:pt idx="311">
                  <c:v>45736</c:v>
                </c:pt>
                <c:pt idx="312">
                  <c:v>45735</c:v>
                </c:pt>
                <c:pt idx="313">
                  <c:v>45734</c:v>
                </c:pt>
                <c:pt idx="314">
                  <c:v>45733</c:v>
                </c:pt>
                <c:pt idx="315">
                  <c:v>45730</c:v>
                </c:pt>
                <c:pt idx="316">
                  <c:v>45729</c:v>
                </c:pt>
                <c:pt idx="317">
                  <c:v>45728</c:v>
                </c:pt>
                <c:pt idx="318">
                  <c:v>45727</c:v>
                </c:pt>
                <c:pt idx="319">
                  <c:v>45726</c:v>
                </c:pt>
                <c:pt idx="320">
                  <c:v>45723</c:v>
                </c:pt>
                <c:pt idx="321">
                  <c:v>45722</c:v>
                </c:pt>
                <c:pt idx="322">
                  <c:v>45721</c:v>
                </c:pt>
                <c:pt idx="323">
                  <c:v>45720</c:v>
                </c:pt>
                <c:pt idx="324">
                  <c:v>45719</c:v>
                </c:pt>
                <c:pt idx="325">
                  <c:v>45716</c:v>
                </c:pt>
                <c:pt idx="326">
                  <c:v>45715</c:v>
                </c:pt>
                <c:pt idx="327">
                  <c:v>45714</c:v>
                </c:pt>
                <c:pt idx="328">
                  <c:v>45713</c:v>
                </c:pt>
                <c:pt idx="329">
                  <c:v>45712</c:v>
                </c:pt>
                <c:pt idx="330">
                  <c:v>45709</c:v>
                </c:pt>
                <c:pt idx="331">
                  <c:v>45708</c:v>
                </c:pt>
                <c:pt idx="332">
                  <c:v>45707</c:v>
                </c:pt>
                <c:pt idx="333">
                  <c:v>45706</c:v>
                </c:pt>
                <c:pt idx="334">
                  <c:v>45705</c:v>
                </c:pt>
                <c:pt idx="335">
                  <c:v>45702</c:v>
                </c:pt>
                <c:pt idx="336">
                  <c:v>45701</c:v>
                </c:pt>
                <c:pt idx="337">
                  <c:v>45700</c:v>
                </c:pt>
                <c:pt idx="338">
                  <c:v>45699</c:v>
                </c:pt>
                <c:pt idx="339">
                  <c:v>45698</c:v>
                </c:pt>
                <c:pt idx="340">
                  <c:v>45695</c:v>
                </c:pt>
                <c:pt idx="341">
                  <c:v>45694</c:v>
                </c:pt>
                <c:pt idx="342">
                  <c:v>45693</c:v>
                </c:pt>
                <c:pt idx="343">
                  <c:v>45692</c:v>
                </c:pt>
                <c:pt idx="344">
                  <c:v>45691</c:v>
                </c:pt>
                <c:pt idx="345">
                  <c:v>45685</c:v>
                </c:pt>
                <c:pt idx="346">
                  <c:v>45684</c:v>
                </c:pt>
                <c:pt idx="347">
                  <c:v>45681</c:v>
                </c:pt>
                <c:pt idx="348">
                  <c:v>45680</c:v>
                </c:pt>
                <c:pt idx="349">
                  <c:v>45679</c:v>
                </c:pt>
                <c:pt idx="350">
                  <c:v>45678</c:v>
                </c:pt>
                <c:pt idx="351">
                  <c:v>45677</c:v>
                </c:pt>
                <c:pt idx="352">
                  <c:v>45674</c:v>
                </c:pt>
                <c:pt idx="353">
                  <c:v>45673</c:v>
                </c:pt>
                <c:pt idx="354">
                  <c:v>45672</c:v>
                </c:pt>
                <c:pt idx="355">
                  <c:v>45671</c:v>
                </c:pt>
                <c:pt idx="356">
                  <c:v>45670</c:v>
                </c:pt>
                <c:pt idx="357">
                  <c:v>45667</c:v>
                </c:pt>
                <c:pt idx="358">
                  <c:v>45666</c:v>
                </c:pt>
                <c:pt idx="359">
                  <c:v>45665</c:v>
                </c:pt>
                <c:pt idx="360">
                  <c:v>45664</c:v>
                </c:pt>
                <c:pt idx="361">
                  <c:v>45663</c:v>
                </c:pt>
                <c:pt idx="362">
                  <c:v>45660</c:v>
                </c:pt>
                <c:pt idx="363">
                  <c:v>45659</c:v>
                </c:pt>
                <c:pt idx="364">
                  <c:v>45657</c:v>
                </c:pt>
                <c:pt idx="365">
                  <c:v>45656</c:v>
                </c:pt>
                <c:pt idx="366">
                  <c:v>45653</c:v>
                </c:pt>
                <c:pt idx="367">
                  <c:v>45650</c:v>
                </c:pt>
                <c:pt idx="368">
                  <c:v>45649</c:v>
                </c:pt>
                <c:pt idx="369">
                  <c:v>45646</c:v>
                </c:pt>
                <c:pt idx="370">
                  <c:v>45645</c:v>
                </c:pt>
                <c:pt idx="371">
                  <c:v>45644</c:v>
                </c:pt>
                <c:pt idx="372">
                  <c:v>45643</c:v>
                </c:pt>
                <c:pt idx="373">
                  <c:v>45642</c:v>
                </c:pt>
                <c:pt idx="374">
                  <c:v>45639</c:v>
                </c:pt>
                <c:pt idx="375">
                  <c:v>45638</c:v>
                </c:pt>
                <c:pt idx="376">
                  <c:v>45637</c:v>
                </c:pt>
                <c:pt idx="377">
                  <c:v>45636</c:v>
                </c:pt>
                <c:pt idx="378">
                  <c:v>45635</c:v>
                </c:pt>
                <c:pt idx="379">
                  <c:v>45632</c:v>
                </c:pt>
                <c:pt idx="380">
                  <c:v>45631</c:v>
                </c:pt>
                <c:pt idx="381">
                  <c:v>45630</c:v>
                </c:pt>
                <c:pt idx="382">
                  <c:v>45629</c:v>
                </c:pt>
                <c:pt idx="383">
                  <c:v>45628</c:v>
                </c:pt>
                <c:pt idx="384">
                  <c:v>45625</c:v>
                </c:pt>
                <c:pt idx="385">
                  <c:v>45624</c:v>
                </c:pt>
                <c:pt idx="386">
                  <c:v>45623</c:v>
                </c:pt>
                <c:pt idx="387">
                  <c:v>45622</c:v>
                </c:pt>
                <c:pt idx="388">
                  <c:v>45621</c:v>
                </c:pt>
                <c:pt idx="389">
                  <c:v>45618</c:v>
                </c:pt>
                <c:pt idx="390">
                  <c:v>45617</c:v>
                </c:pt>
                <c:pt idx="391">
                  <c:v>45616</c:v>
                </c:pt>
                <c:pt idx="392">
                  <c:v>45615</c:v>
                </c:pt>
                <c:pt idx="393">
                  <c:v>45614</c:v>
                </c:pt>
                <c:pt idx="394">
                  <c:v>45611</c:v>
                </c:pt>
                <c:pt idx="395">
                  <c:v>45610</c:v>
                </c:pt>
                <c:pt idx="396">
                  <c:v>45609</c:v>
                </c:pt>
                <c:pt idx="397">
                  <c:v>45608</c:v>
                </c:pt>
                <c:pt idx="398">
                  <c:v>45607</c:v>
                </c:pt>
                <c:pt idx="399">
                  <c:v>45604</c:v>
                </c:pt>
                <c:pt idx="400">
                  <c:v>45603</c:v>
                </c:pt>
                <c:pt idx="401">
                  <c:v>45602</c:v>
                </c:pt>
                <c:pt idx="402">
                  <c:v>45601</c:v>
                </c:pt>
                <c:pt idx="403">
                  <c:v>45600</c:v>
                </c:pt>
                <c:pt idx="404">
                  <c:v>45597</c:v>
                </c:pt>
                <c:pt idx="405">
                  <c:v>45596</c:v>
                </c:pt>
                <c:pt idx="406">
                  <c:v>45595</c:v>
                </c:pt>
                <c:pt idx="407">
                  <c:v>45594</c:v>
                </c:pt>
                <c:pt idx="408">
                  <c:v>45593</c:v>
                </c:pt>
                <c:pt idx="409">
                  <c:v>45590</c:v>
                </c:pt>
                <c:pt idx="410">
                  <c:v>45589</c:v>
                </c:pt>
                <c:pt idx="411">
                  <c:v>45588</c:v>
                </c:pt>
                <c:pt idx="412">
                  <c:v>45587</c:v>
                </c:pt>
                <c:pt idx="413">
                  <c:v>45586</c:v>
                </c:pt>
                <c:pt idx="414">
                  <c:v>45583</c:v>
                </c:pt>
                <c:pt idx="415">
                  <c:v>45582</c:v>
                </c:pt>
                <c:pt idx="416">
                  <c:v>45581</c:v>
                </c:pt>
                <c:pt idx="417">
                  <c:v>45580</c:v>
                </c:pt>
                <c:pt idx="418">
                  <c:v>45579</c:v>
                </c:pt>
                <c:pt idx="419">
                  <c:v>45575</c:v>
                </c:pt>
                <c:pt idx="420">
                  <c:v>45574</c:v>
                </c:pt>
                <c:pt idx="421">
                  <c:v>45573</c:v>
                </c:pt>
                <c:pt idx="422">
                  <c:v>45572</c:v>
                </c:pt>
                <c:pt idx="423">
                  <c:v>45569</c:v>
                </c:pt>
                <c:pt idx="424">
                  <c:v>45568</c:v>
                </c:pt>
                <c:pt idx="425">
                  <c:v>45567</c:v>
                </c:pt>
                <c:pt idx="426">
                  <c:v>45565</c:v>
                </c:pt>
                <c:pt idx="427">
                  <c:v>45562</c:v>
                </c:pt>
                <c:pt idx="428">
                  <c:v>45561</c:v>
                </c:pt>
                <c:pt idx="429">
                  <c:v>45560</c:v>
                </c:pt>
                <c:pt idx="430">
                  <c:v>45559</c:v>
                </c:pt>
                <c:pt idx="431">
                  <c:v>45558</c:v>
                </c:pt>
                <c:pt idx="432">
                  <c:v>45555</c:v>
                </c:pt>
                <c:pt idx="433">
                  <c:v>45554</c:v>
                </c:pt>
                <c:pt idx="434">
                  <c:v>45552</c:v>
                </c:pt>
                <c:pt idx="435">
                  <c:v>45551</c:v>
                </c:pt>
                <c:pt idx="436">
                  <c:v>45548</c:v>
                </c:pt>
                <c:pt idx="437">
                  <c:v>45547</c:v>
                </c:pt>
                <c:pt idx="438">
                  <c:v>45546</c:v>
                </c:pt>
                <c:pt idx="439">
                  <c:v>45545</c:v>
                </c:pt>
                <c:pt idx="440">
                  <c:v>45544</c:v>
                </c:pt>
                <c:pt idx="441">
                  <c:v>45540</c:v>
                </c:pt>
                <c:pt idx="442">
                  <c:v>45539</c:v>
                </c:pt>
                <c:pt idx="443">
                  <c:v>45538</c:v>
                </c:pt>
                <c:pt idx="444">
                  <c:v>45537</c:v>
                </c:pt>
                <c:pt idx="445">
                  <c:v>45534</c:v>
                </c:pt>
                <c:pt idx="446">
                  <c:v>45533</c:v>
                </c:pt>
                <c:pt idx="447">
                  <c:v>45532</c:v>
                </c:pt>
                <c:pt idx="448">
                  <c:v>45531</c:v>
                </c:pt>
                <c:pt idx="449">
                  <c:v>45530</c:v>
                </c:pt>
                <c:pt idx="450">
                  <c:v>45527</c:v>
                </c:pt>
                <c:pt idx="451">
                  <c:v>45526</c:v>
                </c:pt>
                <c:pt idx="452">
                  <c:v>45525</c:v>
                </c:pt>
                <c:pt idx="453">
                  <c:v>45524</c:v>
                </c:pt>
                <c:pt idx="454">
                  <c:v>45523</c:v>
                </c:pt>
                <c:pt idx="455">
                  <c:v>45520</c:v>
                </c:pt>
                <c:pt idx="456">
                  <c:v>45519</c:v>
                </c:pt>
                <c:pt idx="457">
                  <c:v>45518</c:v>
                </c:pt>
                <c:pt idx="458">
                  <c:v>45517</c:v>
                </c:pt>
                <c:pt idx="459">
                  <c:v>45516</c:v>
                </c:pt>
                <c:pt idx="460">
                  <c:v>45513</c:v>
                </c:pt>
                <c:pt idx="461">
                  <c:v>45512</c:v>
                </c:pt>
                <c:pt idx="462">
                  <c:v>45511</c:v>
                </c:pt>
                <c:pt idx="463">
                  <c:v>45510</c:v>
                </c:pt>
                <c:pt idx="464">
                  <c:v>45509</c:v>
                </c:pt>
                <c:pt idx="465">
                  <c:v>45506</c:v>
                </c:pt>
                <c:pt idx="466">
                  <c:v>45505</c:v>
                </c:pt>
                <c:pt idx="467">
                  <c:v>45504</c:v>
                </c:pt>
                <c:pt idx="468">
                  <c:v>45503</c:v>
                </c:pt>
                <c:pt idx="469">
                  <c:v>45502</c:v>
                </c:pt>
                <c:pt idx="470">
                  <c:v>45499</c:v>
                </c:pt>
                <c:pt idx="471">
                  <c:v>45498</c:v>
                </c:pt>
                <c:pt idx="472">
                  <c:v>45497</c:v>
                </c:pt>
                <c:pt idx="473">
                  <c:v>45496</c:v>
                </c:pt>
                <c:pt idx="474">
                  <c:v>45495</c:v>
                </c:pt>
                <c:pt idx="475">
                  <c:v>45492</c:v>
                </c:pt>
                <c:pt idx="476">
                  <c:v>45491</c:v>
                </c:pt>
                <c:pt idx="477">
                  <c:v>45490</c:v>
                </c:pt>
                <c:pt idx="478">
                  <c:v>45489</c:v>
                </c:pt>
                <c:pt idx="479">
                  <c:v>45488</c:v>
                </c:pt>
                <c:pt idx="480">
                  <c:v>45485</c:v>
                </c:pt>
                <c:pt idx="481">
                  <c:v>45484</c:v>
                </c:pt>
                <c:pt idx="482">
                  <c:v>45483</c:v>
                </c:pt>
                <c:pt idx="483">
                  <c:v>45482</c:v>
                </c:pt>
                <c:pt idx="484">
                  <c:v>45481</c:v>
                </c:pt>
                <c:pt idx="485">
                  <c:v>45478</c:v>
                </c:pt>
                <c:pt idx="486">
                  <c:v>45477</c:v>
                </c:pt>
                <c:pt idx="487">
                  <c:v>45476</c:v>
                </c:pt>
                <c:pt idx="488">
                  <c:v>45475</c:v>
                </c:pt>
                <c:pt idx="489">
                  <c:v>45471</c:v>
                </c:pt>
                <c:pt idx="490">
                  <c:v>45470</c:v>
                </c:pt>
                <c:pt idx="491">
                  <c:v>45469</c:v>
                </c:pt>
                <c:pt idx="492">
                  <c:v>45468</c:v>
                </c:pt>
                <c:pt idx="493">
                  <c:v>45467</c:v>
                </c:pt>
                <c:pt idx="494">
                  <c:v>45464</c:v>
                </c:pt>
                <c:pt idx="495">
                  <c:v>45463</c:v>
                </c:pt>
                <c:pt idx="496">
                  <c:v>45462</c:v>
                </c:pt>
                <c:pt idx="497">
                  <c:v>45461</c:v>
                </c:pt>
                <c:pt idx="498">
                  <c:v>45460</c:v>
                </c:pt>
                <c:pt idx="499">
                  <c:v>45457</c:v>
                </c:pt>
                <c:pt idx="500">
                  <c:v>45456</c:v>
                </c:pt>
                <c:pt idx="501">
                  <c:v>45455</c:v>
                </c:pt>
                <c:pt idx="502">
                  <c:v>45454</c:v>
                </c:pt>
                <c:pt idx="503">
                  <c:v>45450</c:v>
                </c:pt>
                <c:pt idx="504">
                  <c:v>45449</c:v>
                </c:pt>
                <c:pt idx="505">
                  <c:v>45448</c:v>
                </c:pt>
                <c:pt idx="506">
                  <c:v>45447</c:v>
                </c:pt>
                <c:pt idx="507">
                  <c:v>45446</c:v>
                </c:pt>
                <c:pt idx="508">
                  <c:v>45443</c:v>
                </c:pt>
                <c:pt idx="509">
                  <c:v>45442</c:v>
                </c:pt>
                <c:pt idx="510">
                  <c:v>45441</c:v>
                </c:pt>
                <c:pt idx="511">
                  <c:v>45440</c:v>
                </c:pt>
                <c:pt idx="512">
                  <c:v>45439</c:v>
                </c:pt>
                <c:pt idx="513">
                  <c:v>45436</c:v>
                </c:pt>
                <c:pt idx="514">
                  <c:v>45435</c:v>
                </c:pt>
                <c:pt idx="515">
                  <c:v>45434</c:v>
                </c:pt>
                <c:pt idx="516">
                  <c:v>45433</c:v>
                </c:pt>
                <c:pt idx="517">
                  <c:v>45432</c:v>
                </c:pt>
                <c:pt idx="518">
                  <c:v>45429</c:v>
                </c:pt>
                <c:pt idx="519">
                  <c:v>45428</c:v>
                </c:pt>
                <c:pt idx="520">
                  <c:v>45426</c:v>
                </c:pt>
                <c:pt idx="521">
                  <c:v>45425</c:v>
                </c:pt>
                <c:pt idx="522">
                  <c:v>45422</c:v>
                </c:pt>
                <c:pt idx="523">
                  <c:v>45421</c:v>
                </c:pt>
                <c:pt idx="524">
                  <c:v>45420</c:v>
                </c:pt>
                <c:pt idx="525">
                  <c:v>45419</c:v>
                </c:pt>
                <c:pt idx="526">
                  <c:v>45418</c:v>
                </c:pt>
                <c:pt idx="527">
                  <c:v>45415</c:v>
                </c:pt>
                <c:pt idx="528">
                  <c:v>45414</c:v>
                </c:pt>
                <c:pt idx="529">
                  <c:v>45412</c:v>
                </c:pt>
                <c:pt idx="530">
                  <c:v>45411</c:v>
                </c:pt>
                <c:pt idx="531">
                  <c:v>45408</c:v>
                </c:pt>
                <c:pt idx="532">
                  <c:v>45407</c:v>
                </c:pt>
                <c:pt idx="533">
                  <c:v>45406</c:v>
                </c:pt>
                <c:pt idx="534">
                  <c:v>45405</c:v>
                </c:pt>
                <c:pt idx="535">
                  <c:v>45404</c:v>
                </c:pt>
                <c:pt idx="536">
                  <c:v>45401</c:v>
                </c:pt>
                <c:pt idx="537">
                  <c:v>45400</c:v>
                </c:pt>
                <c:pt idx="538">
                  <c:v>45399</c:v>
                </c:pt>
                <c:pt idx="539">
                  <c:v>45398</c:v>
                </c:pt>
                <c:pt idx="540">
                  <c:v>45397</c:v>
                </c:pt>
                <c:pt idx="541">
                  <c:v>45394</c:v>
                </c:pt>
                <c:pt idx="542">
                  <c:v>45393</c:v>
                </c:pt>
                <c:pt idx="543">
                  <c:v>45392</c:v>
                </c:pt>
                <c:pt idx="544">
                  <c:v>45391</c:v>
                </c:pt>
              </c:numCache>
            </c:numRef>
          </c:cat>
          <c:val>
            <c:numRef>
              <c:f>图2走势分化!$C$17:$C$561</c:f>
              <c:numCache>
                <c:formatCode>0.0000</c:formatCode>
                <c:ptCount val="545"/>
                <c:pt idx="0">
                  <c:v>4779.1400000000003</c:v>
                </c:pt>
                <c:pt idx="1">
                  <c:v>4779.1400000000003</c:v>
                </c:pt>
                <c:pt idx="2">
                  <c:v>4947.97</c:v>
                </c:pt>
                <c:pt idx="3">
                  <c:v>5030.0600000000004</c:v>
                </c:pt>
                <c:pt idx="4">
                  <c:v>4940.4399999999996</c:v>
                </c:pt>
                <c:pt idx="5">
                  <c:v>5109.1099999999997</c:v>
                </c:pt>
                <c:pt idx="6">
                  <c:v>5170.82</c:v>
                </c:pt>
                <c:pt idx="7">
                  <c:v>5239.43</c:v>
                </c:pt>
                <c:pt idx="8">
                  <c:v>5227.74</c:v>
                </c:pt>
                <c:pt idx="9">
                  <c:v>5347.74</c:v>
                </c:pt>
                <c:pt idx="10">
                  <c:v>5279.98</c:v>
                </c:pt>
                <c:pt idx="11">
                  <c:v>5224.47</c:v>
                </c:pt>
                <c:pt idx="12">
                  <c:v>5299.77</c:v>
                </c:pt>
                <c:pt idx="13">
                  <c:v>5346.38</c:v>
                </c:pt>
                <c:pt idx="14">
                  <c:v>5331.01</c:v>
                </c:pt>
                <c:pt idx="15">
                  <c:v>5479.51</c:v>
                </c:pt>
                <c:pt idx="16">
                  <c:v>5575.63</c:v>
                </c:pt>
                <c:pt idx="17">
                  <c:v>5664.53</c:v>
                </c:pt>
                <c:pt idx="18">
                  <c:v>5823.94</c:v>
                </c:pt>
                <c:pt idx="19">
                  <c:v>5561.42</c:v>
                </c:pt>
                <c:pt idx="20">
                  <c:v>5470.82</c:v>
                </c:pt>
                <c:pt idx="21">
                  <c:v>5475.69</c:v>
                </c:pt>
                <c:pt idx="22">
                  <c:v>5496.97</c:v>
                </c:pt>
                <c:pt idx="23">
                  <c:v>5541</c:v>
                </c:pt>
                <c:pt idx="24">
                  <c:v>5454.4</c:v>
                </c:pt>
                <c:pt idx="25">
                  <c:v>5341.64</c:v>
                </c:pt>
                <c:pt idx="26">
                  <c:v>5459.16</c:v>
                </c:pt>
                <c:pt idx="27">
                  <c:v>5440.84</c:v>
                </c:pt>
                <c:pt idx="28">
                  <c:v>5426.81</c:v>
                </c:pt>
                <c:pt idx="29">
                  <c:v>5534.56</c:v>
                </c:pt>
                <c:pt idx="30">
                  <c:v>5681.31</c:v>
                </c:pt>
                <c:pt idx="31">
                  <c:v>5701.07</c:v>
                </c:pt>
                <c:pt idx="32">
                  <c:v>5675.05</c:v>
                </c:pt>
                <c:pt idx="33">
                  <c:v>5715.11</c:v>
                </c:pt>
                <c:pt idx="34">
                  <c:v>5711.07</c:v>
                </c:pt>
                <c:pt idx="35">
                  <c:v>5731.57</c:v>
                </c:pt>
                <c:pt idx="36">
                  <c:v>5561.56</c:v>
                </c:pt>
                <c:pt idx="37">
                  <c:v>5517.33</c:v>
                </c:pt>
                <c:pt idx="38">
                  <c:v>5569.95</c:v>
                </c:pt>
                <c:pt idx="39">
                  <c:v>5452.01</c:v>
                </c:pt>
                <c:pt idx="40">
                  <c:v>5495.33</c:v>
                </c:pt>
                <c:pt idx="41">
                  <c:v>5402.62</c:v>
                </c:pt>
                <c:pt idx="42">
                  <c:v>5528.7</c:v>
                </c:pt>
                <c:pt idx="43">
                  <c:v>5486.57</c:v>
                </c:pt>
                <c:pt idx="44">
                  <c:v>5445.52</c:v>
                </c:pt>
                <c:pt idx="45">
                  <c:v>5555.67</c:v>
                </c:pt>
                <c:pt idx="46">
                  <c:v>5664.86</c:v>
                </c:pt>
                <c:pt idx="47">
                  <c:v>5669.48</c:v>
                </c:pt>
                <c:pt idx="48">
                  <c:v>5643.8</c:v>
                </c:pt>
                <c:pt idx="49">
                  <c:v>5699.09</c:v>
                </c:pt>
                <c:pt idx="50">
                  <c:v>5497.31</c:v>
                </c:pt>
                <c:pt idx="51">
                  <c:v>5430.34</c:v>
                </c:pt>
                <c:pt idx="52">
                  <c:v>5396.82</c:v>
                </c:pt>
                <c:pt idx="53">
                  <c:v>5439.63</c:v>
                </c:pt>
                <c:pt idx="54">
                  <c:v>5396.45</c:v>
                </c:pt>
                <c:pt idx="55">
                  <c:v>5510.13</c:v>
                </c:pt>
                <c:pt idx="56">
                  <c:v>5226.95</c:v>
                </c:pt>
                <c:pt idx="57">
                  <c:v>5313.35</c:v>
                </c:pt>
                <c:pt idx="58">
                  <c:v>5194.1499999999996</c:v>
                </c:pt>
                <c:pt idx="59">
                  <c:v>5239.12</c:v>
                </c:pt>
                <c:pt idx="60">
                  <c:v>5337.35</c:v>
                </c:pt>
                <c:pt idx="61">
                  <c:v>5318.95</c:v>
                </c:pt>
                <c:pt idx="62">
                  <c:v>5499.24</c:v>
                </c:pt>
                <c:pt idx="63">
                  <c:v>5396.42</c:v>
                </c:pt>
                <c:pt idx="64">
                  <c:v>5264.15</c:v>
                </c:pt>
                <c:pt idx="65">
                  <c:v>5442.76</c:v>
                </c:pt>
                <c:pt idx="66">
                  <c:v>5581.16</c:v>
                </c:pt>
                <c:pt idx="67">
                  <c:v>5706.3</c:v>
                </c:pt>
                <c:pt idx="68">
                  <c:v>5705.56</c:v>
                </c:pt>
                <c:pt idx="69">
                  <c:v>5710.19</c:v>
                </c:pt>
                <c:pt idx="70">
                  <c:v>5560.84</c:v>
                </c:pt>
                <c:pt idx="71">
                  <c:v>5612.09</c:v>
                </c:pt>
                <c:pt idx="72">
                  <c:v>5642.46</c:v>
                </c:pt>
                <c:pt idx="73">
                  <c:v>5648.81</c:v>
                </c:pt>
                <c:pt idx="74">
                  <c:v>5516.2</c:v>
                </c:pt>
                <c:pt idx="75">
                  <c:v>5522.64</c:v>
                </c:pt>
                <c:pt idx="76">
                  <c:v>5353.89</c:v>
                </c:pt>
                <c:pt idx="77">
                  <c:v>5390.91</c:v>
                </c:pt>
                <c:pt idx="78">
                  <c:v>5443.42</c:v>
                </c:pt>
                <c:pt idx="79">
                  <c:v>5569.37</c:v>
                </c:pt>
                <c:pt idx="80">
                  <c:v>5735.1</c:v>
                </c:pt>
                <c:pt idx="81">
                  <c:v>5703.28</c:v>
                </c:pt>
                <c:pt idx="82">
                  <c:v>5872.03</c:v>
                </c:pt>
                <c:pt idx="83">
                  <c:v>5883.4</c:v>
                </c:pt>
                <c:pt idx="84">
                  <c:v>6011.38</c:v>
                </c:pt>
                <c:pt idx="85">
                  <c:v>5817.33</c:v>
                </c:pt>
                <c:pt idx="86">
                  <c:v>5991.48</c:v>
                </c:pt>
                <c:pt idx="87">
                  <c:v>5983.55</c:v>
                </c:pt>
                <c:pt idx="88">
                  <c:v>6037.76</c:v>
                </c:pt>
                <c:pt idx="89">
                  <c:v>6139.35</c:v>
                </c:pt>
                <c:pt idx="90">
                  <c:v>6084.7</c:v>
                </c:pt>
                <c:pt idx="91">
                  <c:v>6047.38</c:v>
                </c:pt>
                <c:pt idx="92">
                  <c:v>5967.68</c:v>
                </c:pt>
                <c:pt idx="93">
                  <c:v>6034.58</c:v>
                </c:pt>
                <c:pt idx="94">
                  <c:v>5990.27</c:v>
                </c:pt>
                <c:pt idx="95">
                  <c:v>6102.82</c:v>
                </c:pt>
                <c:pt idx="96">
                  <c:v>6168.73</c:v>
                </c:pt>
                <c:pt idx="97">
                  <c:v>6382.91</c:v>
                </c:pt>
                <c:pt idx="98">
                  <c:v>6520.11</c:v>
                </c:pt>
                <c:pt idx="99">
                  <c:v>6586.04</c:v>
                </c:pt>
                <c:pt idx="100">
                  <c:v>6423.69</c:v>
                </c:pt>
                <c:pt idx="101">
                  <c:v>6391.62</c:v>
                </c:pt>
                <c:pt idx="102">
                  <c:v>6472.01</c:v>
                </c:pt>
                <c:pt idx="103">
                  <c:v>6432.31</c:v>
                </c:pt>
                <c:pt idx="104">
                  <c:v>6414.29</c:v>
                </c:pt>
                <c:pt idx="105">
                  <c:v>6344.12</c:v>
                </c:pt>
                <c:pt idx="106">
                  <c:v>6418.4</c:v>
                </c:pt>
                <c:pt idx="107">
                  <c:v>6498.99</c:v>
                </c:pt>
                <c:pt idx="108">
                  <c:v>6505.88</c:v>
                </c:pt>
                <c:pt idx="109">
                  <c:v>6595.07</c:v>
                </c:pt>
                <c:pt idx="110">
                  <c:v>6552.14</c:v>
                </c:pt>
                <c:pt idx="111">
                  <c:v>6544.78</c:v>
                </c:pt>
                <c:pt idx="112">
                  <c:v>6348.25</c:v>
                </c:pt>
                <c:pt idx="113">
                  <c:v>6338.43</c:v>
                </c:pt>
                <c:pt idx="114">
                  <c:v>6405.61</c:v>
                </c:pt>
                <c:pt idx="115">
                  <c:v>6502.43</c:v>
                </c:pt>
                <c:pt idx="116">
                  <c:v>6409.08</c:v>
                </c:pt>
                <c:pt idx="117">
                  <c:v>6403.29</c:v>
                </c:pt>
                <c:pt idx="118">
                  <c:v>6157.2</c:v>
                </c:pt>
                <c:pt idx="119">
                  <c:v>6226.85</c:v>
                </c:pt>
                <c:pt idx="120">
                  <c:v>6120.4</c:v>
                </c:pt>
                <c:pt idx="121">
                  <c:v>6138.58</c:v>
                </c:pt>
                <c:pt idx="122">
                  <c:v>6126.96</c:v>
                </c:pt>
                <c:pt idx="123">
                  <c:v>6169.31</c:v>
                </c:pt>
                <c:pt idx="124">
                  <c:v>6115.96</c:v>
                </c:pt>
                <c:pt idx="125">
                  <c:v>6048.15</c:v>
                </c:pt>
                <c:pt idx="126">
                  <c:v>6092.42</c:v>
                </c:pt>
                <c:pt idx="127">
                  <c:v>6030.54</c:v>
                </c:pt>
                <c:pt idx="128">
                  <c:v>6137.6</c:v>
                </c:pt>
                <c:pt idx="129">
                  <c:v>6293.46</c:v>
                </c:pt>
                <c:pt idx="130">
                  <c:v>6177.97</c:v>
                </c:pt>
                <c:pt idx="131">
                  <c:v>6229.88</c:v>
                </c:pt>
                <c:pt idx="132">
                  <c:v>6199.38</c:v>
                </c:pt>
                <c:pt idx="133">
                  <c:v>6319.77</c:v>
                </c:pt>
                <c:pt idx="134">
                  <c:v>6319.67</c:v>
                </c:pt>
                <c:pt idx="135">
                  <c:v>6267.18</c:v>
                </c:pt>
                <c:pt idx="136">
                  <c:v>6175.31</c:v>
                </c:pt>
                <c:pt idx="137">
                  <c:v>6274.74</c:v>
                </c:pt>
                <c:pt idx="138">
                  <c:v>6297.86</c:v>
                </c:pt>
                <c:pt idx="139">
                  <c:v>6246.92</c:v>
                </c:pt>
                <c:pt idx="140">
                  <c:v>6245.75</c:v>
                </c:pt>
                <c:pt idx="141">
                  <c:v>6268.41</c:v>
                </c:pt>
                <c:pt idx="142">
                  <c:v>6261.34</c:v>
                </c:pt>
                <c:pt idx="143">
                  <c:v>6187.18</c:v>
                </c:pt>
                <c:pt idx="144">
                  <c:v>6019.74</c:v>
                </c:pt>
                <c:pt idx="145">
                  <c:v>6219.56</c:v>
                </c:pt>
                <c:pt idx="146">
                  <c:v>6255.62</c:v>
                </c:pt>
                <c:pt idx="147">
                  <c:v>6298.94</c:v>
                </c:pt>
                <c:pt idx="148">
                  <c:v>6422.95</c:v>
                </c:pt>
                <c:pt idx="149">
                  <c:v>6485.34</c:v>
                </c:pt>
                <c:pt idx="150">
                  <c:v>6673.33</c:v>
                </c:pt>
                <c:pt idx="151">
                  <c:v>6620.55</c:v>
                </c:pt>
                <c:pt idx="152">
                  <c:v>6609.85</c:v>
                </c:pt>
                <c:pt idx="153">
                  <c:v>6599.99</c:v>
                </c:pt>
                <c:pt idx="154">
                  <c:v>6512.74</c:v>
                </c:pt>
                <c:pt idx="155">
                  <c:v>6631.97</c:v>
                </c:pt>
                <c:pt idx="156">
                  <c:v>6455.27</c:v>
                </c:pt>
                <c:pt idx="157">
                  <c:v>6491.47</c:v>
                </c:pt>
                <c:pt idx="158">
                  <c:v>6607.71</c:v>
                </c:pt>
                <c:pt idx="159">
                  <c:v>6591.65</c:v>
                </c:pt>
                <c:pt idx="160">
                  <c:v>6751.95</c:v>
                </c:pt>
                <c:pt idx="161">
                  <c:v>6797.89</c:v>
                </c:pt>
                <c:pt idx="162">
                  <c:v>6884.51</c:v>
                </c:pt>
                <c:pt idx="163">
                  <c:v>6760.47</c:v>
                </c:pt>
                <c:pt idx="164">
                  <c:v>6639.48</c:v>
                </c:pt>
                <c:pt idx="165">
                  <c:v>6607.85</c:v>
                </c:pt>
                <c:pt idx="166">
                  <c:v>6702.51</c:v>
                </c:pt>
                <c:pt idx="167">
                  <c:v>6619.1</c:v>
                </c:pt>
                <c:pt idx="168">
                  <c:v>6425.15</c:v>
                </c:pt>
                <c:pt idx="169">
                  <c:v>6696.39</c:v>
                </c:pt>
                <c:pt idx="170">
                  <c:v>6776.37</c:v>
                </c:pt>
                <c:pt idx="171">
                  <c:v>6606.83</c:v>
                </c:pt>
                <c:pt idx="172">
                  <c:v>6854.73</c:v>
                </c:pt>
                <c:pt idx="173">
                  <c:v>6982.14</c:v>
                </c:pt>
                <c:pt idx="174">
                  <c:v>7218.16</c:v>
                </c:pt>
                <c:pt idx="175">
                  <c:v>7265.95</c:v>
                </c:pt>
                <c:pt idx="176">
                  <c:v>7306.23</c:v>
                </c:pt>
                <c:pt idx="177">
                  <c:v>7387.16</c:v>
                </c:pt>
                <c:pt idx="178">
                  <c:v>7454.09</c:v>
                </c:pt>
                <c:pt idx="179">
                  <c:v>7211.83</c:v>
                </c:pt>
                <c:pt idx="180">
                  <c:v>7054.09</c:v>
                </c:pt>
                <c:pt idx="181">
                  <c:v>6910.05</c:v>
                </c:pt>
                <c:pt idx="182">
                  <c:v>7115.37</c:v>
                </c:pt>
                <c:pt idx="183">
                  <c:v>7052.87</c:v>
                </c:pt>
                <c:pt idx="184">
                  <c:v>6878.77</c:v>
                </c:pt>
                <c:pt idx="185">
                  <c:v>6980.1</c:v>
                </c:pt>
                <c:pt idx="186">
                  <c:v>7020.82</c:v>
                </c:pt>
                <c:pt idx="187">
                  <c:v>6994.95</c:v>
                </c:pt>
                <c:pt idx="188">
                  <c:v>7065.24</c:v>
                </c:pt>
                <c:pt idx="189">
                  <c:v>6779.04</c:v>
                </c:pt>
                <c:pt idx="190">
                  <c:v>6741.07</c:v>
                </c:pt>
                <c:pt idx="191">
                  <c:v>6680.46</c:v>
                </c:pt>
                <c:pt idx="192">
                  <c:v>6568.36</c:v>
                </c:pt>
                <c:pt idx="193">
                  <c:v>6583.88</c:v>
                </c:pt>
                <c:pt idx="194">
                  <c:v>6501.4</c:v>
                </c:pt>
                <c:pt idx="195">
                  <c:v>6415.48</c:v>
                </c:pt>
                <c:pt idx="196">
                  <c:v>6341.56</c:v>
                </c:pt>
                <c:pt idx="197">
                  <c:v>6220.48</c:v>
                </c:pt>
                <c:pt idx="198">
                  <c:v>6337.42</c:v>
                </c:pt>
                <c:pt idx="199">
                  <c:v>6387.29</c:v>
                </c:pt>
                <c:pt idx="200">
                  <c:v>6465.89</c:v>
                </c:pt>
                <c:pt idx="201">
                  <c:v>6326.91</c:v>
                </c:pt>
                <c:pt idx="202">
                  <c:v>6293.13</c:v>
                </c:pt>
                <c:pt idx="203">
                  <c:v>6352.8</c:v>
                </c:pt>
                <c:pt idx="204">
                  <c:v>6445.15</c:v>
                </c:pt>
                <c:pt idx="205">
                  <c:v>6492.91</c:v>
                </c:pt>
                <c:pt idx="206">
                  <c:v>6295.17</c:v>
                </c:pt>
                <c:pt idx="207">
                  <c:v>6128.89</c:v>
                </c:pt>
                <c:pt idx="208">
                  <c:v>6176.56</c:v>
                </c:pt>
                <c:pt idx="209">
                  <c:v>6177.41</c:v>
                </c:pt>
                <c:pt idx="210">
                  <c:v>6218.82</c:v>
                </c:pt>
                <c:pt idx="211">
                  <c:v>6178.68</c:v>
                </c:pt>
                <c:pt idx="212">
                  <c:v>6215.3</c:v>
                </c:pt>
                <c:pt idx="213">
                  <c:v>6276.34</c:v>
                </c:pt>
                <c:pt idx="214">
                  <c:v>6062.75</c:v>
                </c:pt>
                <c:pt idx="215">
                  <c:v>6085.99</c:v>
                </c:pt>
                <c:pt idx="216">
                  <c:v>6086.15</c:v>
                </c:pt>
                <c:pt idx="217">
                  <c:v>6182.49</c:v>
                </c:pt>
                <c:pt idx="218">
                  <c:v>6166.26</c:v>
                </c:pt>
                <c:pt idx="219">
                  <c:v>6153.88</c:v>
                </c:pt>
                <c:pt idx="220">
                  <c:v>6109.5</c:v>
                </c:pt>
                <c:pt idx="221">
                  <c:v>6016.03</c:v>
                </c:pt>
                <c:pt idx="222">
                  <c:v>6078.17</c:v>
                </c:pt>
                <c:pt idx="223">
                  <c:v>6120.09</c:v>
                </c:pt>
                <c:pt idx="224">
                  <c:v>6286.82</c:v>
                </c:pt>
                <c:pt idx="225">
                  <c:v>6308.69</c:v>
                </c:pt>
                <c:pt idx="226">
                  <c:v>6324.15</c:v>
                </c:pt>
                <c:pt idx="227">
                  <c:v>6396.66</c:v>
                </c:pt>
                <c:pt idx="228">
                  <c:v>6399.71</c:v>
                </c:pt>
                <c:pt idx="229">
                  <c:v>6245</c:v>
                </c:pt>
                <c:pt idx="230">
                  <c:v>6221.23</c:v>
                </c:pt>
                <c:pt idx="231">
                  <c:v>6169.25</c:v>
                </c:pt>
                <c:pt idx="232">
                  <c:v>6069.03</c:v>
                </c:pt>
                <c:pt idx="233">
                  <c:v>6035.12</c:v>
                </c:pt>
                <c:pt idx="234">
                  <c:v>6049.47</c:v>
                </c:pt>
                <c:pt idx="235">
                  <c:v>5884.86</c:v>
                </c:pt>
                <c:pt idx="236">
                  <c:v>5845.85</c:v>
                </c:pt>
                <c:pt idx="237">
                  <c:v>5810.35</c:v>
                </c:pt>
                <c:pt idx="238">
                  <c:v>5827.49</c:v>
                </c:pt>
                <c:pt idx="239">
                  <c:v>5932.14</c:v>
                </c:pt>
                <c:pt idx="240">
                  <c:v>5824.79</c:v>
                </c:pt>
                <c:pt idx="241">
                  <c:v>5809.96</c:v>
                </c:pt>
                <c:pt idx="242">
                  <c:v>5829.4</c:v>
                </c:pt>
                <c:pt idx="243">
                  <c:v>5868.83</c:v>
                </c:pt>
                <c:pt idx="244">
                  <c:v>5906.38</c:v>
                </c:pt>
                <c:pt idx="245">
                  <c:v>5948.92</c:v>
                </c:pt>
                <c:pt idx="246">
                  <c:v>5948.39</c:v>
                </c:pt>
                <c:pt idx="247">
                  <c:v>5963.82</c:v>
                </c:pt>
                <c:pt idx="248">
                  <c:v>5895.88</c:v>
                </c:pt>
                <c:pt idx="249">
                  <c:v>5772.39</c:v>
                </c:pt>
                <c:pt idx="250">
                  <c:v>5712.45</c:v>
                </c:pt>
                <c:pt idx="251">
                  <c:v>5662.57</c:v>
                </c:pt>
                <c:pt idx="252">
                  <c:v>5802.89</c:v>
                </c:pt>
                <c:pt idx="253">
                  <c:v>5889.07</c:v>
                </c:pt>
                <c:pt idx="254">
                  <c:v>5898.04</c:v>
                </c:pt>
                <c:pt idx="255">
                  <c:v>5831.04</c:v>
                </c:pt>
                <c:pt idx="256">
                  <c:v>5933</c:v>
                </c:pt>
                <c:pt idx="257">
                  <c:v>6066.41</c:v>
                </c:pt>
                <c:pt idx="258">
                  <c:v>5992.75</c:v>
                </c:pt>
                <c:pt idx="259">
                  <c:v>6032.46</c:v>
                </c:pt>
                <c:pt idx="260">
                  <c:v>5869.56</c:v>
                </c:pt>
                <c:pt idx="261">
                  <c:v>5906.69</c:v>
                </c:pt>
                <c:pt idx="262">
                  <c:v>5793.71</c:v>
                </c:pt>
                <c:pt idx="263">
                  <c:v>5760.92</c:v>
                </c:pt>
                <c:pt idx="264">
                  <c:v>5694.97</c:v>
                </c:pt>
                <c:pt idx="265">
                  <c:v>5734.92</c:v>
                </c:pt>
                <c:pt idx="266">
                  <c:v>5880.76</c:v>
                </c:pt>
                <c:pt idx="267">
                  <c:v>5737.82</c:v>
                </c:pt>
                <c:pt idx="268">
                  <c:v>5746.65</c:v>
                </c:pt>
                <c:pt idx="269">
                  <c:v>5718.98</c:v>
                </c:pt>
                <c:pt idx="270">
                  <c:v>5817.92</c:v>
                </c:pt>
                <c:pt idx="271">
                  <c:v>5823.33</c:v>
                </c:pt>
                <c:pt idx="272">
                  <c:v>5923.85</c:v>
                </c:pt>
                <c:pt idx="273">
                  <c:v>5894.08</c:v>
                </c:pt>
                <c:pt idx="274">
                  <c:v>5827</c:v>
                </c:pt>
                <c:pt idx="275">
                  <c:v>5856.14</c:v>
                </c:pt>
                <c:pt idx="276">
                  <c:v>5869.94</c:v>
                </c:pt>
                <c:pt idx="277">
                  <c:v>5962.95</c:v>
                </c:pt>
                <c:pt idx="278">
                  <c:v>5838.71</c:v>
                </c:pt>
                <c:pt idx="279">
                  <c:v>6035.34</c:v>
                </c:pt>
                <c:pt idx="280">
                  <c:v>5739.41</c:v>
                </c:pt>
                <c:pt idx="281">
                  <c:v>5793.32</c:v>
                </c:pt>
                <c:pt idx="282">
                  <c:v>5761.33</c:v>
                </c:pt>
                <c:pt idx="283">
                  <c:v>5805.05</c:v>
                </c:pt>
                <c:pt idx="284">
                  <c:v>5810.1</c:v>
                </c:pt>
                <c:pt idx="285">
                  <c:v>5636.56</c:v>
                </c:pt>
                <c:pt idx="286">
                  <c:v>5561.56</c:v>
                </c:pt>
                <c:pt idx="287">
                  <c:v>5527.45</c:v>
                </c:pt>
                <c:pt idx="288">
                  <c:v>5520.82</c:v>
                </c:pt>
                <c:pt idx="289">
                  <c:v>5512.99</c:v>
                </c:pt>
                <c:pt idx="290">
                  <c:v>5594.44</c:v>
                </c:pt>
                <c:pt idx="291">
                  <c:v>5428.03</c:v>
                </c:pt>
                <c:pt idx="292">
                  <c:v>5414.92</c:v>
                </c:pt>
                <c:pt idx="293">
                  <c:v>5313.99</c:v>
                </c:pt>
                <c:pt idx="294">
                  <c:v>5519.32</c:v>
                </c:pt>
                <c:pt idx="295">
                  <c:v>5556.46</c:v>
                </c:pt>
                <c:pt idx="296">
                  <c:v>5429.39</c:v>
                </c:pt>
                <c:pt idx="297">
                  <c:v>5333.34</c:v>
                </c:pt>
                <c:pt idx="298">
                  <c:v>5195.34</c:v>
                </c:pt>
                <c:pt idx="299">
                  <c:v>5061.49</c:v>
                </c:pt>
                <c:pt idx="300">
                  <c:v>4876.6099999999997</c:v>
                </c:pt>
                <c:pt idx="301">
                  <c:v>5874.87</c:v>
                </c:pt>
                <c:pt idx="302">
                  <c:v>6000.02</c:v>
                </c:pt>
                <c:pt idx="303">
                  <c:v>5978.88</c:v>
                </c:pt>
                <c:pt idx="304">
                  <c:v>5964.88</c:v>
                </c:pt>
                <c:pt idx="305">
                  <c:v>6088.45</c:v>
                </c:pt>
                <c:pt idx="306">
                  <c:v>6179.83</c:v>
                </c:pt>
                <c:pt idx="307">
                  <c:v>6162.05</c:v>
                </c:pt>
                <c:pt idx="308">
                  <c:v>6100.66</c:v>
                </c:pt>
                <c:pt idx="309">
                  <c:v>6343.15</c:v>
                </c:pt>
                <c:pt idx="310">
                  <c:v>6235.6</c:v>
                </c:pt>
                <c:pt idx="311">
                  <c:v>6453.12</c:v>
                </c:pt>
                <c:pt idx="312">
                  <c:v>6679.68</c:v>
                </c:pt>
                <c:pt idx="313">
                  <c:v>6750.79</c:v>
                </c:pt>
                <c:pt idx="314">
                  <c:v>6493.51</c:v>
                </c:pt>
                <c:pt idx="315">
                  <c:v>6502.32</c:v>
                </c:pt>
                <c:pt idx="316">
                  <c:v>6354.29</c:v>
                </c:pt>
                <c:pt idx="317">
                  <c:v>6462.18</c:v>
                </c:pt>
                <c:pt idx="318">
                  <c:v>6596.91</c:v>
                </c:pt>
                <c:pt idx="319">
                  <c:v>6506.55</c:v>
                </c:pt>
                <c:pt idx="320">
                  <c:v>6674.54</c:v>
                </c:pt>
                <c:pt idx="321">
                  <c:v>6709.17</c:v>
                </c:pt>
                <c:pt idx="322">
                  <c:v>6365.53</c:v>
                </c:pt>
                <c:pt idx="323">
                  <c:v>6116.73</c:v>
                </c:pt>
                <c:pt idx="324">
                  <c:v>6116.97</c:v>
                </c:pt>
                <c:pt idx="325">
                  <c:v>6152.64</c:v>
                </c:pt>
                <c:pt idx="326">
                  <c:v>6498.35</c:v>
                </c:pt>
                <c:pt idx="327">
                  <c:v>6578.78</c:v>
                </c:pt>
                <c:pt idx="328">
                  <c:v>6297.04</c:v>
                </c:pt>
                <c:pt idx="329">
                  <c:v>6397.26</c:v>
                </c:pt>
                <c:pt idx="330">
                  <c:v>6474.36</c:v>
                </c:pt>
                <c:pt idx="331">
                  <c:v>6077.38</c:v>
                </c:pt>
                <c:pt idx="332">
                  <c:v>6267.67</c:v>
                </c:pt>
                <c:pt idx="333">
                  <c:v>6230.99</c:v>
                </c:pt>
                <c:pt idx="334">
                  <c:v>6076.53</c:v>
                </c:pt>
                <c:pt idx="335">
                  <c:v>6106.32</c:v>
                </c:pt>
                <c:pt idx="336">
                  <c:v>5784.84</c:v>
                </c:pt>
                <c:pt idx="337">
                  <c:v>5835.55</c:v>
                </c:pt>
                <c:pt idx="338">
                  <c:v>5682.11</c:v>
                </c:pt>
                <c:pt idx="339">
                  <c:v>5841.61</c:v>
                </c:pt>
                <c:pt idx="340">
                  <c:v>5691</c:v>
                </c:pt>
                <c:pt idx="341">
                  <c:v>5590.47</c:v>
                </c:pt>
                <c:pt idx="342">
                  <c:v>5447.74</c:v>
                </c:pt>
                <c:pt idx="343">
                  <c:v>5499.87</c:v>
                </c:pt>
                <c:pt idx="344">
                  <c:v>5234.76</c:v>
                </c:pt>
                <c:pt idx="345">
                  <c:v>5219.4799999999996</c:v>
                </c:pt>
                <c:pt idx="346">
                  <c:v>5179.38</c:v>
                </c:pt>
                <c:pt idx="347">
                  <c:v>5146.53</c:v>
                </c:pt>
                <c:pt idx="348">
                  <c:v>4989.4799999999996</c:v>
                </c:pt>
                <c:pt idx="349">
                  <c:v>5061.97</c:v>
                </c:pt>
                <c:pt idx="350">
                  <c:v>5186.43</c:v>
                </c:pt>
                <c:pt idx="351">
                  <c:v>5077.5600000000004</c:v>
                </c:pt>
                <c:pt idx="352">
                  <c:v>4949.38</c:v>
                </c:pt>
                <c:pt idx="353">
                  <c:v>4881.08</c:v>
                </c:pt>
                <c:pt idx="354">
                  <c:v>4821.8599999999997</c:v>
                </c:pt>
                <c:pt idx="355">
                  <c:v>4808.88</c:v>
                </c:pt>
                <c:pt idx="356">
                  <c:v>4665.1000000000004</c:v>
                </c:pt>
                <c:pt idx="357">
                  <c:v>4708.09</c:v>
                </c:pt>
                <c:pt idx="358">
                  <c:v>4764.13</c:v>
                </c:pt>
                <c:pt idx="359">
                  <c:v>4759.5600000000004</c:v>
                </c:pt>
                <c:pt idx="360">
                  <c:v>4811.93</c:v>
                </c:pt>
                <c:pt idx="361">
                  <c:v>4856.4399999999996</c:v>
                </c:pt>
                <c:pt idx="362">
                  <c:v>4865.33</c:v>
                </c:pt>
                <c:pt idx="363">
                  <c:v>4814.95</c:v>
                </c:pt>
                <c:pt idx="364">
                  <c:v>4937.13</c:v>
                </c:pt>
                <c:pt idx="365">
                  <c:v>4973.03</c:v>
                </c:pt>
                <c:pt idx="366">
                  <c:v>5015.01</c:v>
                </c:pt>
                <c:pt idx="367">
                  <c:v>4980.83</c:v>
                </c:pt>
                <c:pt idx="368">
                  <c:v>4925.8</c:v>
                </c:pt>
                <c:pt idx="369">
                  <c:v>4910.71</c:v>
                </c:pt>
                <c:pt idx="370">
                  <c:v>4905.49</c:v>
                </c:pt>
                <c:pt idx="371">
                  <c:v>4937.96</c:v>
                </c:pt>
                <c:pt idx="372">
                  <c:v>4849.8100000000004</c:v>
                </c:pt>
                <c:pt idx="373">
                  <c:v>4878.12</c:v>
                </c:pt>
                <c:pt idx="374">
                  <c:v>4949.83</c:v>
                </c:pt>
                <c:pt idx="375">
                  <c:v>5083.78</c:v>
                </c:pt>
                <c:pt idx="376">
                  <c:v>5007.28</c:v>
                </c:pt>
                <c:pt idx="377">
                  <c:v>5073.96</c:v>
                </c:pt>
                <c:pt idx="378">
                  <c:v>5145.6400000000003</c:v>
                </c:pt>
                <c:pt idx="379">
                  <c:v>4933.32</c:v>
                </c:pt>
                <c:pt idx="380">
                  <c:v>4828.97</c:v>
                </c:pt>
                <c:pt idx="381">
                  <c:v>4866.34</c:v>
                </c:pt>
                <c:pt idx="382">
                  <c:v>4881.76</c:v>
                </c:pt>
                <c:pt idx="383">
                  <c:v>4868.46</c:v>
                </c:pt>
                <c:pt idx="384">
                  <c:v>4810.55</c:v>
                </c:pt>
                <c:pt idx="385">
                  <c:v>4759.95</c:v>
                </c:pt>
                <c:pt idx="386">
                  <c:v>4832.5200000000004</c:v>
                </c:pt>
                <c:pt idx="387">
                  <c:v>4662.4799999999996</c:v>
                </c:pt>
                <c:pt idx="388">
                  <c:v>4677.18</c:v>
                </c:pt>
                <c:pt idx="389">
                  <c:v>4689.21</c:v>
                </c:pt>
                <c:pt idx="390">
                  <c:v>4812.84</c:v>
                </c:pt>
                <c:pt idx="391">
                  <c:v>4873.51</c:v>
                </c:pt>
                <c:pt idx="392">
                  <c:v>4853.58</c:v>
                </c:pt>
                <c:pt idx="393">
                  <c:v>4794.4799999999996</c:v>
                </c:pt>
                <c:pt idx="394">
                  <c:v>4779.37</c:v>
                </c:pt>
                <c:pt idx="395">
                  <c:v>4768.8500000000004</c:v>
                </c:pt>
                <c:pt idx="396">
                  <c:v>4920.54</c:v>
                </c:pt>
                <c:pt idx="397">
                  <c:v>4921.8500000000004</c:v>
                </c:pt>
                <c:pt idx="398">
                  <c:v>5137.03</c:v>
                </c:pt>
                <c:pt idx="399">
                  <c:v>5155.3100000000004</c:v>
                </c:pt>
                <c:pt idx="400">
                  <c:v>5165.67</c:v>
                </c:pt>
                <c:pt idx="401">
                  <c:v>5051.76</c:v>
                </c:pt>
                <c:pt idx="402">
                  <c:v>5183.57</c:v>
                </c:pt>
                <c:pt idx="403">
                  <c:v>5005.03</c:v>
                </c:pt>
                <c:pt idx="404">
                  <c:v>4951.72</c:v>
                </c:pt>
                <c:pt idx="405">
                  <c:v>4968.55</c:v>
                </c:pt>
                <c:pt idx="406">
                  <c:v>4984.6000000000004</c:v>
                </c:pt>
                <c:pt idx="407">
                  <c:v>5106.25</c:v>
                </c:pt>
                <c:pt idx="408">
                  <c:v>5051.29</c:v>
                </c:pt>
                <c:pt idx="409">
                  <c:v>5011.49</c:v>
                </c:pt>
                <c:pt idx="410">
                  <c:v>4951.8100000000004</c:v>
                </c:pt>
                <c:pt idx="411">
                  <c:v>5086.13</c:v>
                </c:pt>
                <c:pt idx="412">
                  <c:v>4993.37</c:v>
                </c:pt>
                <c:pt idx="413">
                  <c:v>4960.55</c:v>
                </c:pt>
                <c:pt idx="414">
                  <c:v>5080.8599999999997</c:v>
                </c:pt>
                <c:pt idx="415">
                  <c:v>4803.59</c:v>
                </c:pt>
                <c:pt idx="416">
                  <c:v>4861.68</c:v>
                </c:pt>
                <c:pt idx="417">
                  <c:v>4915.32</c:v>
                </c:pt>
                <c:pt idx="418">
                  <c:v>5155.21</c:v>
                </c:pt>
                <c:pt idx="419">
                  <c:v>5230.2299999999996</c:v>
                </c:pt>
                <c:pt idx="420">
                  <c:v>5124.92</c:v>
                </c:pt>
                <c:pt idx="421">
                  <c:v>5185.7299999999996</c:v>
                </c:pt>
                <c:pt idx="422">
                  <c:v>5948.46</c:v>
                </c:pt>
                <c:pt idx="423">
                  <c:v>5772.48</c:v>
                </c:pt>
                <c:pt idx="424">
                  <c:v>5498.07</c:v>
                </c:pt>
                <c:pt idx="425">
                  <c:v>5695.13</c:v>
                </c:pt>
                <c:pt idx="426">
                  <c:v>5247.57</c:v>
                </c:pt>
                <c:pt idx="427">
                  <c:v>4917.8599999999997</c:v>
                </c:pt>
                <c:pt idx="428">
                  <c:v>4648.91</c:v>
                </c:pt>
                <c:pt idx="429">
                  <c:v>4333.8999999999996</c:v>
                </c:pt>
                <c:pt idx="430">
                  <c:v>4324.1000000000004</c:v>
                </c:pt>
                <c:pt idx="431">
                  <c:v>4084.11</c:v>
                </c:pt>
                <c:pt idx="432">
                  <c:v>4090.26</c:v>
                </c:pt>
                <c:pt idx="433">
                  <c:v>4032.53</c:v>
                </c:pt>
                <c:pt idx="434">
                  <c:v>3905.54</c:v>
                </c:pt>
                <c:pt idx="435">
                  <c:v>3862.34</c:v>
                </c:pt>
                <c:pt idx="436">
                  <c:v>3842.86</c:v>
                </c:pt>
                <c:pt idx="437">
                  <c:v>3837.83</c:v>
                </c:pt>
                <c:pt idx="438">
                  <c:v>3810.97</c:v>
                </c:pt>
                <c:pt idx="439">
                  <c:v>3810.75</c:v>
                </c:pt>
                <c:pt idx="440">
                  <c:v>3795.32</c:v>
                </c:pt>
                <c:pt idx="441">
                  <c:v>3851.68</c:v>
                </c:pt>
                <c:pt idx="442">
                  <c:v>3845.11</c:v>
                </c:pt>
                <c:pt idx="443">
                  <c:v>3860.19</c:v>
                </c:pt>
                <c:pt idx="444">
                  <c:v>3849.05</c:v>
                </c:pt>
                <c:pt idx="445">
                  <c:v>3930.98</c:v>
                </c:pt>
                <c:pt idx="446">
                  <c:v>3821.25</c:v>
                </c:pt>
                <c:pt idx="447">
                  <c:v>3803.85</c:v>
                </c:pt>
                <c:pt idx="448">
                  <c:v>3865.49</c:v>
                </c:pt>
                <c:pt idx="449">
                  <c:v>3867.33</c:v>
                </c:pt>
                <c:pt idx="450">
                  <c:v>3829.77</c:v>
                </c:pt>
                <c:pt idx="451">
                  <c:v>3873.57</c:v>
                </c:pt>
                <c:pt idx="452">
                  <c:v>3791.63</c:v>
                </c:pt>
                <c:pt idx="453">
                  <c:v>3861.94</c:v>
                </c:pt>
                <c:pt idx="454">
                  <c:v>3882.93</c:v>
                </c:pt>
                <c:pt idx="455">
                  <c:v>3818.89</c:v>
                </c:pt>
                <c:pt idx="456">
                  <c:v>3736.42</c:v>
                </c:pt>
                <c:pt idx="457">
                  <c:v>3748.92</c:v>
                </c:pt>
                <c:pt idx="458">
                  <c:v>3786.44</c:v>
                </c:pt>
                <c:pt idx="459">
                  <c:v>3786.61</c:v>
                </c:pt>
                <c:pt idx="460">
                  <c:v>3794.29</c:v>
                </c:pt>
                <c:pt idx="461">
                  <c:v>3716.88</c:v>
                </c:pt>
                <c:pt idx="462">
                  <c:v>3734.25</c:v>
                </c:pt>
                <c:pt idx="463">
                  <c:v>3690.2</c:v>
                </c:pt>
                <c:pt idx="464">
                  <c:v>3686.78</c:v>
                </c:pt>
                <c:pt idx="465">
                  <c:v>3737.76</c:v>
                </c:pt>
                <c:pt idx="466">
                  <c:v>3838.21</c:v>
                </c:pt>
                <c:pt idx="467">
                  <c:v>3882.69</c:v>
                </c:pt>
                <c:pt idx="468">
                  <c:v>3763.53</c:v>
                </c:pt>
                <c:pt idx="469">
                  <c:v>3821.47</c:v>
                </c:pt>
                <c:pt idx="470">
                  <c:v>3796.26</c:v>
                </c:pt>
                <c:pt idx="471">
                  <c:v>3771.49</c:v>
                </c:pt>
                <c:pt idx="472">
                  <c:v>3848.59</c:v>
                </c:pt>
                <c:pt idx="473">
                  <c:v>3907.99</c:v>
                </c:pt>
                <c:pt idx="474">
                  <c:v>3980.33</c:v>
                </c:pt>
                <c:pt idx="475">
                  <c:v>3898.58</c:v>
                </c:pt>
                <c:pt idx="476">
                  <c:v>3983</c:v>
                </c:pt>
                <c:pt idx="477">
                  <c:v>4013.59</c:v>
                </c:pt>
                <c:pt idx="478">
                  <c:v>3993.7</c:v>
                </c:pt>
                <c:pt idx="479">
                  <c:v>4048.54</c:v>
                </c:pt>
                <c:pt idx="480">
                  <c:v>4164.28</c:v>
                </c:pt>
                <c:pt idx="481">
                  <c:v>4070.04</c:v>
                </c:pt>
                <c:pt idx="482">
                  <c:v>3964.34</c:v>
                </c:pt>
                <c:pt idx="483">
                  <c:v>3964.79</c:v>
                </c:pt>
                <c:pt idx="484">
                  <c:v>3927.05</c:v>
                </c:pt>
                <c:pt idx="485">
                  <c:v>3960.27</c:v>
                </c:pt>
                <c:pt idx="486">
                  <c:v>4018.49</c:v>
                </c:pt>
                <c:pt idx="487">
                  <c:v>3993.45</c:v>
                </c:pt>
                <c:pt idx="488">
                  <c:v>3896.78</c:v>
                </c:pt>
                <c:pt idx="489">
                  <c:v>3913.64</c:v>
                </c:pt>
                <c:pt idx="490">
                  <c:v>3951.1</c:v>
                </c:pt>
                <c:pt idx="491">
                  <c:v>4062.09</c:v>
                </c:pt>
                <c:pt idx="492">
                  <c:v>4024.43</c:v>
                </c:pt>
                <c:pt idx="493">
                  <c:v>4048.7</c:v>
                </c:pt>
                <c:pt idx="494">
                  <c:v>4075</c:v>
                </c:pt>
                <c:pt idx="495">
                  <c:v>4148.1899999999996</c:v>
                </c:pt>
                <c:pt idx="496">
                  <c:v>4219.1400000000003</c:v>
                </c:pt>
                <c:pt idx="497">
                  <c:v>4070.39</c:v>
                </c:pt>
                <c:pt idx="498">
                  <c:v>4083.75</c:v>
                </c:pt>
                <c:pt idx="499">
                  <c:v>4081.85</c:v>
                </c:pt>
                <c:pt idx="500">
                  <c:v>4116.54</c:v>
                </c:pt>
                <c:pt idx="501">
                  <c:v>4063.86</c:v>
                </c:pt>
                <c:pt idx="502">
                  <c:v>4127.3900000000003</c:v>
                </c:pt>
                <c:pt idx="503">
                  <c:v>4145.05</c:v>
                </c:pt>
                <c:pt idx="504">
                  <c:v>4219.9799999999996</c:v>
                </c:pt>
                <c:pt idx="505">
                  <c:v>4183.8</c:v>
                </c:pt>
                <c:pt idx="506">
                  <c:v>4169.95</c:v>
                </c:pt>
                <c:pt idx="507">
                  <c:v>4156.62</c:v>
                </c:pt>
                <c:pt idx="508">
                  <c:v>4053.93</c:v>
                </c:pt>
                <c:pt idx="509">
                  <c:v>4121.75</c:v>
                </c:pt>
                <c:pt idx="510">
                  <c:v>4135.12</c:v>
                </c:pt>
                <c:pt idx="511">
                  <c:v>4233.22</c:v>
                </c:pt>
                <c:pt idx="512">
                  <c:v>4244.1099999999997</c:v>
                </c:pt>
                <c:pt idx="513">
                  <c:v>4172.72</c:v>
                </c:pt>
                <c:pt idx="514">
                  <c:v>4278.93</c:v>
                </c:pt>
                <c:pt idx="515">
                  <c:v>4384.8</c:v>
                </c:pt>
                <c:pt idx="516">
                  <c:v>4371.67</c:v>
                </c:pt>
                <c:pt idx="517">
                  <c:v>4541.62</c:v>
                </c:pt>
                <c:pt idx="518">
                  <c:v>4516.6000000000004</c:v>
                </c:pt>
                <c:pt idx="519">
                  <c:v>4468.51</c:v>
                </c:pt>
                <c:pt idx="520">
                  <c:v>4434.82</c:v>
                </c:pt>
                <c:pt idx="521">
                  <c:v>4409.84</c:v>
                </c:pt>
                <c:pt idx="522">
                  <c:v>4347.9799999999996</c:v>
                </c:pt>
                <c:pt idx="523">
                  <c:v>4331.62</c:v>
                </c:pt>
                <c:pt idx="524">
                  <c:v>4248.88</c:v>
                </c:pt>
                <c:pt idx="525">
                  <c:v>4304.33</c:v>
                </c:pt>
                <c:pt idx="526">
                  <c:v>4397.87</c:v>
                </c:pt>
                <c:pt idx="527">
                  <c:v>4357.83</c:v>
                </c:pt>
                <c:pt idx="528">
                  <c:v>4241.72</c:v>
                </c:pt>
                <c:pt idx="529">
                  <c:v>4060.87</c:v>
                </c:pt>
                <c:pt idx="530">
                  <c:v>4074.75</c:v>
                </c:pt>
                <c:pt idx="531">
                  <c:v>4080.19</c:v>
                </c:pt>
                <c:pt idx="532">
                  <c:v>3900.25</c:v>
                </c:pt>
                <c:pt idx="533">
                  <c:v>3921.42</c:v>
                </c:pt>
                <c:pt idx="534">
                  <c:v>3784.81</c:v>
                </c:pt>
                <c:pt idx="535">
                  <c:v>3661.09</c:v>
                </c:pt>
                <c:pt idx="536">
                  <c:v>3597.12</c:v>
                </c:pt>
                <c:pt idx="537">
                  <c:v>3683.55</c:v>
                </c:pt>
                <c:pt idx="538">
                  <c:v>3665.34</c:v>
                </c:pt>
                <c:pt idx="539">
                  <c:v>3662.74</c:v>
                </c:pt>
                <c:pt idx="540">
                  <c:v>3777.56</c:v>
                </c:pt>
                <c:pt idx="541">
                  <c:v>3812.66</c:v>
                </c:pt>
                <c:pt idx="542">
                  <c:v>3882.8</c:v>
                </c:pt>
                <c:pt idx="543">
                  <c:v>3897.67</c:v>
                </c:pt>
                <c:pt idx="544">
                  <c:v>3816.73</c:v>
                </c:pt>
              </c:numCache>
            </c:numRef>
          </c:val>
          <c:smooth val="0"/>
          <c:extLst>
            <c:ext xmlns:c16="http://schemas.microsoft.com/office/drawing/2014/chart" uri="{C3380CC4-5D6E-409C-BE32-E72D297353CC}">
              <c16:uniqueId val="{00000000-0E99-CB49-8F23-02A00B8D96F9}"/>
            </c:ext>
          </c:extLst>
        </c:ser>
        <c:ser>
          <c:idx val="2"/>
          <c:order val="2"/>
          <c:tx>
            <c:strRef>
              <c:f>图2走势分化!$D$10</c:f>
              <c:strCache>
                <c:ptCount val="1"/>
                <c:pt idx="0">
                  <c:v>港股通高股息（全收益）（左轴，点）</c:v>
                </c:pt>
              </c:strCache>
            </c:strRef>
          </c:tx>
          <c:spPr>
            <a:ln w="28575">
              <a:solidFill>
                <a:srgbClr val="C00000"/>
              </a:solidFill>
              <a:prstDash val="solid"/>
            </a:ln>
          </c:spPr>
          <c:marker>
            <c:symbol val="none"/>
          </c:marker>
          <c:cat>
            <c:numRef>
              <c:f>图2走势分化!$A$17:$A$561</c:f>
              <c:numCache>
                <c:formatCode>yyyy\-mm\-dd</c:formatCode>
                <c:ptCount val="545"/>
                <c:pt idx="0">
                  <c:v>46202</c:v>
                </c:pt>
                <c:pt idx="1">
                  <c:v>46199</c:v>
                </c:pt>
                <c:pt idx="2">
                  <c:v>46198</c:v>
                </c:pt>
                <c:pt idx="3">
                  <c:v>46197</c:v>
                </c:pt>
                <c:pt idx="4">
                  <c:v>46196</c:v>
                </c:pt>
                <c:pt idx="5">
                  <c:v>46195</c:v>
                </c:pt>
                <c:pt idx="6">
                  <c:v>46191</c:v>
                </c:pt>
                <c:pt idx="7">
                  <c:v>46190</c:v>
                </c:pt>
                <c:pt idx="8">
                  <c:v>46189</c:v>
                </c:pt>
                <c:pt idx="9">
                  <c:v>46188</c:v>
                </c:pt>
                <c:pt idx="10">
                  <c:v>46185</c:v>
                </c:pt>
                <c:pt idx="11">
                  <c:v>46184</c:v>
                </c:pt>
                <c:pt idx="12">
                  <c:v>46183</c:v>
                </c:pt>
                <c:pt idx="13">
                  <c:v>46182</c:v>
                </c:pt>
                <c:pt idx="14">
                  <c:v>46181</c:v>
                </c:pt>
                <c:pt idx="15">
                  <c:v>46178</c:v>
                </c:pt>
                <c:pt idx="16">
                  <c:v>46177</c:v>
                </c:pt>
                <c:pt idx="17">
                  <c:v>46176</c:v>
                </c:pt>
                <c:pt idx="18">
                  <c:v>46175</c:v>
                </c:pt>
                <c:pt idx="19">
                  <c:v>46174</c:v>
                </c:pt>
                <c:pt idx="20">
                  <c:v>46171</c:v>
                </c:pt>
                <c:pt idx="21">
                  <c:v>46170</c:v>
                </c:pt>
                <c:pt idx="22">
                  <c:v>46169</c:v>
                </c:pt>
                <c:pt idx="23">
                  <c:v>46168</c:v>
                </c:pt>
                <c:pt idx="24">
                  <c:v>46164</c:v>
                </c:pt>
                <c:pt idx="25">
                  <c:v>46163</c:v>
                </c:pt>
                <c:pt idx="26">
                  <c:v>46162</c:v>
                </c:pt>
                <c:pt idx="27">
                  <c:v>46161</c:v>
                </c:pt>
                <c:pt idx="28">
                  <c:v>46160</c:v>
                </c:pt>
                <c:pt idx="29">
                  <c:v>46157</c:v>
                </c:pt>
                <c:pt idx="30">
                  <c:v>46156</c:v>
                </c:pt>
                <c:pt idx="31">
                  <c:v>46155</c:v>
                </c:pt>
                <c:pt idx="32">
                  <c:v>46154</c:v>
                </c:pt>
                <c:pt idx="33">
                  <c:v>46153</c:v>
                </c:pt>
                <c:pt idx="34">
                  <c:v>46150</c:v>
                </c:pt>
                <c:pt idx="35">
                  <c:v>46149</c:v>
                </c:pt>
                <c:pt idx="36">
                  <c:v>46148</c:v>
                </c:pt>
                <c:pt idx="37">
                  <c:v>46147</c:v>
                </c:pt>
                <c:pt idx="38">
                  <c:v>46146</c:v>
                </c:pt>
                <c:pt idx="39">
                  <c:v>46142</c:v>
                </c:pt>
                <c:pt idx="40">
                  <c:v>46141</c:v>
                </c:pt>
                <c:pt idx="41">
                  <c:v>46140</c:v>
                </c:pt>
                <c:pt idx="42">
                  <c:v>46139</c:v>
                </c:pt>
                <c:pt idx="43">
                  <c:v>46136</c:v>
                </c:pt>
                <c:pt idx="44">
                  <c:v>46135</c:v>
                </c:pt>
                <c:pt idx="45">
                  <c:v>46134</c:v>
                </c:pt>
                <c:pt idx="46">
                  <c:v>46133</c:v>
                </c:pt>
                <c:pt idx="47">
                  <c:v>46132</c:v>
                </c:pt>
                <c:pt idx="48">
                  <c:v>46129</c:v>
                </c:pt>
                <c:pt idx="49">
                  <c:v>46128</c:v>
                </c:pt>
                <c:pt idx="50">
                  <c:v>46127</c:v>
                </c:pt>
                <c:pt idx="51">
                  <c:v>46126</c:v>
                </c:pt>
                <c:pt idx="52">
                  <c:v>46125</c:v>
                </c:pt>
                <c:pt idx="53">
                  <c:v>46122</c:v>
                </c:pt>
                <c:pt idx="54">
                  <c:v>46121</c:v>
                </c:pt>
                <c:pt idx="55">
                  <c:v>46120</c:v>
                </c:pt>
                <c:pt idx="56">
                  <c:v>46114</c:v>
                </c:pt>
                <c:pt idx="57">
                  <c:v>46113</c:v>
                </c:pt>
                <c:pt idx="58">
                  <c:v>46112</c:v>
                </c:pt>
                <c:pt idx="59">
                  <c:v>46111</c:v>
                </c:pt>
                <c:pt idx="60">
                  <c:v>46108</c:v>
                </c:pt>
                <c:pt idx="61">
                  <c:v>46107</c:v>
                </c:pt>
                <c:pt idx="62">
                  <c:v>46106</c:v>
                </c:pt>
                <c:pt idx="63">
                  <c:v>46105</c:v>
                </c:pt>
                <c:pt idx="64">
                  <c:v>46104</c:v>
                </c:pt>
                <c:pt idx="65">
                  <c:v>46101</c:v>
                </c:pt>
                <c:pt idx="66">
                  <c:v>46100</c:v>
                </c:pt>
                <c:pt idx="67">
                  <c:v>46099</c:v>
                </c:pt>
                <c:pt idx="68">
                  <c:v>46098</c:v>
                </c:pt>
                <c:pt idx="69">
                  <c:v>46097</c:v>
                </c:pt>
                <c:pt idx="70">
                  <c:v>46094</c:v>
                </c:pt>
                <c:pt idx="71">
                  <c:v>46093</c:v>
                </c:pt>
                <c:pt idx="72">
                  <c:v>46092</c:v>
                </c:pt>
                <c:pt idx="73">
                  <c:v>46091</c:v>
                </c:pt>
                <c:pt idx="74">
                  <c:v>46090</c:v>
                </c:pt>
                <c:pt idx="75">
                  <c:v>46087</c:v>
                </c:pt>
                <c:pt idx="76">
                  <c:v>46086</c:v>
                </c:pt>
                <c:pt idx="77">
                  <c:v>46085</c:v>
                </c:pt>
                <c:pt idx="78">
                  <c:v>46084</c:v>
                </c:pt>
                <c:pt idx="79">
                  <c:v>46083</c:v>
                </c:pt>
                <c:pt idx="80">
                  <c:v>46080</c:v>
                </c:pt>
                <c:pt idx="81">
                  <c:v>46079</c:v>
                </c:pt>
                <c:pt idx="82">
                  <c:v>46078</c:v>
                </c:pt>
                <c:pt idx="83">
                  <c:v>46077</c:v>
                </c:pt>
                <c:pt idx="84">
                  <c:v>46076</c:v>
                </c:pt>
                <c:pt idx="85">
                  <c:v>46073</c:v>
                </c:pt>
                <c:pt idx="86">
                  <c:v>46069</c:v>
                </c:pt>
                <c:pt idx="87">
                  <c:v>46066</c:v>
                </c:pt>
                <c:pt idx="88">
                  <c:v>46065</c:v>
                </c:pt>
                <c:pt idx="89">
                  <c:v>46064</c:v>
                </c:pt>
                <c:pt idx="90">
                  <c:v>46063</c:v>
                </c:pt>
                <c:pt idx="91">
                  <c:v>46062</c:v>
                </c:pt>
                <c:pt idx="92">
                  <c:v>46059</c:v>
                </c:pt>
                <c:pt idx="93">
                  <c:v>46058</c:v>
                </c:pt>
                <c:pt idx="94">
                  <c:v>46057</c:v>
                </c:pt>
                <c:pt idx="95">
                  <c:v>46056</c:v>
                </c:pt>
                <c:pt idx="96">
                  <c:v>46055</c:v>
                </c:pt>
                <c:pt idx="97">
                  <c:v>46052</c:v>
                </c:pt>
                <c:pt idx="98">
                  <c:v>46051</c:v>
                </c:pt>
                <c:pt idx="99">
                  <c:v>46050</c:v>
                </c:pt>
                <c:pt idx="100">
                  <c:v>46049</c:v>
                </c:pt>
                <c:pt idx="101">
                  <c:v>46048</c:v>
                </c:pt>
                <c:pt idx="102">
                  <c:v>46045</c:v>
                </c:pt>
                <c:pt idx="103">
                  <c:v>46044</c:v>
                </c:pt>
                <c:pt idx="104">
                  <c:v>46043</c:v>
                </c:pt>
                <c:pt idx="105">
                  <c:v>46042</c:v>
                </c:pt>
                <c:pt idx="106">
                  <c:v>46041</c:v>
                </c:pt>
                <c:pt idx="107">
                  <c:v>46038</c:v>
                </c:pt>
                <c:pt idx="108">
                  <c:v>46037</c:v>
                </c:pt>
                <c:pt idx="109">
                  <c:v>46036</c:v>
                </c:pt>
                <c:pt idx="110">
                  <c:v>46035</c:v>
                </c:pt>
                <c:pt idx="111">
                  <c:v>46034</c:v>
                </c:pt>
                <c:pt idx="112">
                  <c:v>46031</c:v>
                </c:pt>
                <c:pt idx="113">
                  <c:v>46030</c:v>
                </c:pt>
                <c:pt idx="114">
                  <c:v>46029</c:v>
                </c:pt>
                <c:pt idx="115">
                  <c:v>46028</c:v>
                </c:pt>
                <c:pt idx="116">
                  <c:v>46027</c:v>
                </c:pt>
                <c:pt idx="117">
                  <c:v>46024</c:v>
                </c:pt>
                <c:pt idx="118">
                  <c:v>46022</c:v>
                </c:pt>
                <c:pt idx="119">
                  <c:v>46021</c:v>
                </c:pt>
                <c:pt idx="120">
                  <c:v>46020</c:v>
                </c:pt>
                <c:pt idx="121">
                  <c:v>46015</c:v>
                </c:pt>
                <c:pt idx="122">
                  <c:v>46014</c:v>
                </c:pt>
                <c:pt idx="123">
                  <c:v>46013</c:v>
                </c:pt>
                <c:pt idx="124">
                  <c:v>46010</c:v>
                </c:pt>
                <c:pt idx="125">
                  <c:v>46009</c:v>
                </c:pt>
                <c:pt idx="126">
                  <c:v>46008</c:v>
                </c:pt>
                <c:pt idx="127">
                  <c:v>46007</c:v>
                </c:pt>
                <c:pt idx="128">
                  <c:v>46006</c:v>
                </c:pt>
                <c:pt idx="129">
                  <c:v>46003</c:v>
                </c:pt>
                <c:pt idx="130">
                  <c:v>46002</c:v>
                </c:pt>
                <c:pt idx="131">
                  <c:v>46001</c:v>
                </c:pt>
                <c:pt idx="132">
                  <c:v>46000</c:v>
                </c:pt>
                <c:pt idx="133">
                  <c:v>45999</c:v>
                </c:pt>
                <c:pt idx="134">
                  <c:v>45996</c:v>
                </c:pt>
                <c:pt idx="135">
                  <c:v>45995</c:v>
                </c:pt>
                <c:pt idx="136">
                  <c:v>45994</c:v>
                </c:pt>
                <c:pt idx="137">
                  <c:v>45993</c:v>
                </c:pt>
                <c:pt idx="138">
                  <c:v>45992</c:v>
                </c:pt>
                <c:pt idx="139">
                  <c:v>45989</c:v>
                </c:pt>
                <c:pt idx="140">
                  <c:v>45988</c:v>
                </c:pt>
                <c:pt idx="141">
                  <c:v>45987</c:v>
                </c:pt>
                <c:pt idx="142">
                  <c:v>45986</c:v>
                </c:pt>
                <c:pt idx="143">
                  <c:v>45985</c:v>
                </c:pt>
                <c:pt idx="144">
                  <c:v>45982</c:v>
                </c:pt>
                <c:pt idx="145">
                  <c:v>45981</c:v>
                </c:pt>
                <c:pt idx="146">
                  <c:v>45980</c:v>
                </c:pt>
                <c:pt idx="147">
                  <c:v>45979</c:v>
                </c:pt>
                <c:pt idx="148">
                  <c:v>45978</c:v>
                </c:pt>
                <c:pt idx="149">
                  <c:v>45975</c:v>
                </c:pt>
                <c:pt idx="150">
                  <c:v>45974</c:v>
                </c:pt>
                <c:pt idx="151">
                  <c:v>45973</c:v>
                </c:pt>
                <c:pt idx="152">
                  <c:v>45972</c:v>
                </c:pt>
                <c:pt idx="153">
                  <c:v>45971</c:v>
                </c:pt>
                <c:pt idx="154">
                  <c:v>45968</c:v>
                </c:pt>
                <c:pt idx="155">
                  <c:v>45967</c:v>
                </c:pt>
                <c:pt idx="156">
                  <c:v>45966</c:v>
                </c:pt>
                <c:pt idx="157">
                  <c:v>45965</c:v>
                </c:pt>
                <c:pt idx="158">
                  <c:v>45964</c:v>
                </c:pt>
                <c:pt idx="159">
                  <c:v>45961</c:v>
                </c:pt>
                <c:pt idx="160">
                  <c:v>45960</c:v>
                </c:pt>
                <c:pt idx="161">
                  <c:v>45958</c:v>
                </c:pt>
                <c:pt idx="162">
                  <c:v>45957</c:v>
                </c:pt>
                <c:pt idx="163">
                  <c:v>45954</c:v>
                </c:pt>
                <c:pt idx="164">
                  <c:v>45953</c:v>
                </c:pt>
                <c:pt idx="165">
                  <c:v>45952</c:v>
                </c:pt>
                <c:pt idx="166">
                  <c:v>45951</c:v>
                </c:pt>
                <c:pt idx="167">
                  <c:v>45950</c:v>
                </c:pt>
                <c:pt idx="168">
                  <c:v>45947</c:v>
                </c:pt>
                <c:pt idx="169">
                  <c:v>45946</c:v>
                </c:pt>
                <c:pt idx="170">
                  <c:v>45945</c:v>
                </c:pt>
                <c:pt idx="171">
                  <c:v>45944</c:v>
                </c:pt>
                <c:pt idx="172">
                  <c:v>45943</c:v>
                </c:pt>
                <c:pt idx="173">
                  <c:v>45940</c:v>
                </c:pt>
                <c:pt idx="174">
                  <c:v>45939</c:v>
                </c:pt>
                <c:pt idx="175">
                  <c:v>45938</c:v>
                </c:pt>
                <c:pt idx="176">
                  <c:v>45936</c:v>
                </c:pt>
                <c:pt idx="177">
                  <c:v>45933</c:v>
                </c:pt>
                <c:pt idx="178">
                  <c:v>45932</c:v>
                </c:pt>
                <c:pt idx="179">
                  <c:v>45930</c:v>
                </c:pt>
                <c:pt idx="180">
                  <c:v>45929</c:v>
                </c:pt>
                <c:pt idx="181">
                  <c:v>45926</c:v>
                </c:pt>
                <c:pt idx="182">
                  <c:v>45925</c:v>
                </c:pt>
                <c:pt idx="183">
                  <c:v>45924</c:v>
                </c:pt>
                <c:pt idx="184">
                  <c:v>45923</c:v>
                </c:pt>
                <c:pt idx="185">
                  <c:v>45922</c:v>
                </c:pt>
                <c:pt idx="186">
                  <c:v>45919</c:v>
                </c:pt>
                <c:pt idx="187">
                  <c:v>45918</c:v>
                </c:pt>
                <c:pt idx="188">
                  <c:v>45917</c:v>
                </c:pt>
                <c:pt idx="189">
                  <c:v>45916</c:v>
                </c:pt>
                <c:pt idx="190">
                  <c:v>45915</c:v>
                </c:pt>
                <c:pt idx="191">
                  <c:v>45912</c:v>
                </c:pt>
                <c:pt idx="192">
                  <c:v>45911</c:v>
                </c:pt>
                <c:pt idx="193">
                  <c:v>45910</c:v>
                </c:pt>
                <c:pt idx="194">
                  <c:v>45909</c:v>
                </c:pt>
                <c:pt idx="195">
                  <c:v>45908</c:v>
                </c:pt>
                <c:pt idx="196">
                  <c:v>45905</c:v>
                </c:pt>
                <c:pt idx="197">
                  <c:v>45904</c:v>
                </c:pt>
                <c:pt idx="198">
                  <c:v>45903</c:v>
                </c:pt>
                <c:pt idx="199">
                  <c:v>45902</c:v>
                </c:pt>
                <c:pt idx="200">
                  <c:v>45901</c:v>
                </c:pt>
                <c:pt idx="201">
                  <c:v>45898</c:v>
                </c:pt>
                <c:pt idx="202">
                  <c:v>45897</c:v>
                </c:pt>
                <c:pt idx="203">
                  <c:v>45896</c:v>
                </c:pt>
                <c:pt idx="204">
                  <c:v>45895</c:v>
                </c:pt>
                <c:pt idx="205">
                  <c:v>45894</c:v>
                </c:pt>
                <c:pt idx="206">
                  <c:v>45891</c:v>
                </c:pt>
                <c:pt idx="207">
                  <c:v>45890</c:v>
                </c:pt>
                <c:pt idx="208">
                  <c:v>45889</c:v>
                </c:pt>
                <c:pt idx="209">
                  <c:v>45888</c:v>
                </c:pt>
                <c:pt idx="210">
                  <c:v>45887</c:v>
                </c:pt>
                <c:pt idx="211">
                  <c:v>45884</c:v>
                </c:pt>
                <c:pt idx="212">
                  <c:v>45883</c:v>
                </c:pt>
                <c:pt idx="213">
                  <c:v>45882</c:v>
                </c:pt>
                <c:pt idx="214">
                  <c:v>45881</c:v>
                </c:pt>
                <c:pt idx="215">
                  <c:v>45880</c:v>
                </c:pt>
                <c:pt idx="216">
                  <c:v>45877</c:v>
                </c:pt>
                <c:pt idx="217">
                  <c:v>45876</c:v>
                </c:pt>
                <c:pt idx="218">
                  <c:v>45875</c:v>
                </c:pt>
                <c:pt idx="219">
                  <c:v>45874</c:v>
                </c:pt>
                <c:pt idx="220">
                  <c:v>45873</c:v>
                </c:pt>
                <c:pt idx="221">
                  <c:v>45870</c:v>
                </c:pt>
                <c:pt idx="222">
                  <c:v>45869</c:v>
                </c:pt>
                <c:pt idx="223">
                  <c:v>45868</c:v>
                </c:pt>
                <c:pt idx="224">
                  <c:v>45867</c:v>
                </c:pt>
                <c:pt idx="225">
                  <c:v>45866</c:v>
                </c:pt>
                <c:pt idx="226">
                  <c:v>45863</c:v>
                </c:pt>
                <c:pt idx="227">
                  <c:v>45862</c:v>
                </c:pt>
                <c:pt idx="228">
                  <c:v>45861</c:v>
                </c:pt>
                <c:pt idx="229">
                  <c:v>45860</c:v>
                </c:pt>
                <c:pt idx="230">
                  <c:v>45859</c:v>
                </c:pt>
                <c:pt idx="231">
                  <c:v>45856</c:v>
                </c:pt>
                <c:pt idx="232">
                  <c:v>45855</c:v>
                </c:pt>
                <c:pt idx="233">
                  <c:v>45854</c:v>
                </c:pt>
                <c:pt idx="234">
                  <c:v>45853</c:v>
                </c:pt>
                <c:pt idx="235">
                  <c:v>45852</c:v>
                </c:pt>
                <c:pt idx="236">
                  <c:v>45849</c:v>
                </c:pt>
                <c:pt idx="237">
                  <c:v>45848</c:v>
                </c:pt>
                <c:pt idx="238">
                  <c:v>45847</c:v>
                </c:pt>
                <c:pt idx="239">
                  <c:v>45846</c:v>
                </c:pt>
                <c:pt idx="240">
                  <c:v>45845</c:v>
                </c:pt>
                <c:pt idx="241">
                  <c:v>45842</c:v>
                </c:pt>
                <c:pt idx="242">
                  <c:v>45841</c:v>
                </c:pt>
                <c:pt idx="243">
                  <c:v>45840</c:v>
                </c:pt>
                <c:pt idx="244">
                  <c:v>45838</c:v>
                </c:pt>
                <c:pt idx="245">
                  <c:v>45835</c:v>
                </c:pt>
                <c:pt idx="246">
                  <c:v>45834</c:v>
                </c:pt>
                <c:pt idx="247">
                  <c:v>45833</c:v>
                </c:pt>
                <c:pt idx="248">
                  <c:v>45832</c:v>
                </c:pt>
                <c:pt idx="249">
                  <c:v>45831</c:v>
                </c:pt>
                <c:pt idx="250">
                  <c:v>45828</c:v>
                </c:pt>
                <c:pt idx="251">
                  <c:v>45827</c:v>
                </c:pt>
                <c:pt idx="252">
                  <c:v>45826</c:v>
                </c:pt>
                <c:pt idx="253">
                  <c:v>45825</c:v>
                </c:pt>
                <c:pt idx="254">
                  <c:v>45824</c:v>
                </c:pt>
                <c:pt idx="255">
                  <c:v>45821</c:v>
                </c:pt>
                <c:pt idx="256">
                  <c:v>45820</c:v>
                </c:pt>
                <c:pt idx="257">
                  <c:v>45819</c:v>
                </c:pt>
                <c:pt idx="258">
                  <c:v>45818</c:v>
                </c:pt>
                <c:pt idx="259">
                  <c:v>45817</c:v>
                </c:pt>
                <c:pt idx="260">
                  <c:v>45814</c:v>
                </c:pt>
                <c:pt idx="261">
                  <c:v>45813</c:v>
                </c:pt>
                <c:pt idx="262">
                  <c:v>45812</c:v>
                </c:pt>
                <c:pt idx="263">
                  <c:v>45811</c:v>
                </c:pt>
                <c:pt idx="264">
                  <c:v>45810</c:v>
                </c:pt>
                <c:pt idx="265">
                  <c:v>45807</c:v>
                </c:pt>
                <c:pt idx="266">
                  <c:v>45806</c:v>
                </c:pt>
                <c:pt idx="267">
                  <c:v>45805</c:v>
                </c:pt>
                <c:pt idx="268">
                  <c:v>45804</c:v>
                </c:pt>
                <c:pt idx="269">
                  <c:v>45803</c:v>
                </c:pt>
                <c:pt idx="270">
                  <c:v>45800</c:v>
                </c:pt>
                <c:pt idx="271">
                  <c:v>45799</c:v>
                </c:pt>
                <c:pt idx="272">
                  <c:v>45798</c:v>
                </c:pt>
                <c:pt idx="273">
                  <c:v>45797</c:v>
                </c:pt>
                <c:pt idx="274">
                  <c:v>45796</c:v>
                </c:pt>
                <c:pt idx="275">
                  <c:v>45793</c:v>
                </c:pt>
                <c:pt idx="276">
                  <c:v>45792</c:v>
                </c:pt>
                <c:pt idx="277">
                  <c:v>45791</c:v>
                </c:pt>
                <c:pt idx="278">
                  <c:v>45790</c:v>
                </c:pt>
                <c:pt idx="279">
                  <c:v>45789</c:v>
                </c:pt>
                <c:pt idx="280">
                  <c:v>45786</c:v>
                </c:pt>
                <c:pt idx="281">
                  <c:v>45785</c:v>
                </c:pt>
                <c:pt idx="282">
                  <c:v>45784</c:v>
                </c:pt>
                <c:pt idx="283">
                  <c:v>45783</c:v>
                </c:pt>
                <c:pt idx="284">
                  <c:v>45779</c:v>
                </c:pt>
                <c:pt idx="285">
                  <c:v>45777</c:v>
                </c:pt>
                <c:pt idx="286">
                  <c:v>45776</c:v>
                </c:pt>
                <c:pt idx="287">
                  <c:v>45775</c:v>
                </c:pt>
                <c:pt idx="288">
                  <c:v>45772</c:v>
                </c:pt>
                <c:pt idx="289">
                  <c:v>45771</c:v>
                </c:pt>
                <c:pt idx="290">
                  <c:v>45770</c:v>
                </c:pt>
                <c:pt idx="291">
                  <c:v>45769</c:v>
                </c:pt>
                <c:pt idx="292">
                  <c:v>45764</c:v>
                </c:pt>
                <c:pt idx="293">
                  <c:v>45763</c:v>
                </c:pt>
                <c:pt idx="294">
                  <c:v>45762</c:v>
                </c:pt>
                <c:pt idx="295">
                  <c:v>45761</c:v>
                </c:pt>
                <c:pt idx="296">
                  <c:v>45758</c:v>
                </c:pt>
                <c:pt idx="297">
                  <c:v>45757</c:v>
                </c:pt>
                <c:pt idx="298">
                  <c:v>45756</c:v>
                </c:pt>
                <c:pt idx="299">
                  <c:v>45755</c:v>
                </c:pt>
                <c:pt idx="300">
                  <c:v>45754</c:v>
                </c:pt>
                <c:pt idx="301">
                  <c:v>45750</c:v>
                </c:pt>
                <c:pt idx="302">
                  <c:v>45749</c:v>
                </c:pt>
                <c:pt idx="303">
                  <c:v>45748</c:v>
                </c:pt>
                <c:pt idx="304">
                  <c:v>45747</c:v>
                </c:pt>
                <c:pt idx="305">
                  <c:v>45744</c:v>
                </c:pt>
                <c:pt idx="306">
                  <c:v>45743</c:v>
                </c:pt>
                <c:pt idx="307">
                  <c:v>45742</c:v>
                </c:pt>
                <c:pt idx="308">
                  <c:v>45741</c:v>
                </c:pt>
                <c:pt idx="309">
                  <c:v>45740</c:v>
                </c:pt>
                <c:pt idx="310">
                  <c:v>45737</c:v>
                </c:pt>
                <c:pt idx="311">
                  <c:v>45736</c:v>
                </c:pt>
                <c:pt idx="312">
                  <c:v>45735</c:v>
                </c:pt>
                <c:pt idx="313">
                  <c:v>45734</c:v>
                </c:pt>
                <c:pt idx="314">
                  <c:v>45733</c:v>
                </c:pt>
                <c:pt idx="315">
                  <c:v>45730</c:v>
                </c:pt>
                <c:pt idx="316">
                  <c:v>45729</c:v>
                </c:pt>
                <c:pt idx="317">
                  <c:v>45728</c:v>
                </c:pt>
                <c:pt idx="318">
                  <c:v>45727</c:v>
                </c:pt>
                <c:pt idx="319">
                  <c:v>45726</c:v>
                </c:pt>
                <c:pt idx="320">
                  <c:v>45723</c:v>
                </c:pt>
                <c:pt idx="321">
                  <c:v>45722</c:v>
                </c:pt>
                <c:pt idx="322">
                  <c:v>45721</c:v>
                </c:pt>
                <c:pt idx="323">
                  <c:v>45720</c:v>
                </c:pt>
                <c:pt idx="324">
                  <c:v>45719</c:v>
                </c:pt>
                <c:pt idx="325">
                  <c:v>45716</c:v>
                </c:pt>
                <c:pt idx="326">
                  <c:v>45715</c:v>
                </c:pt>
                <c:pt idx="327">
                  <c:v>45714</c:v>
                </c:pt>
                <c:pt idx="328">
                  <c:v>45713</c:v>
                </c:pt>
                <c:pt idx="329">
                  <c:v>45712</c:v>
                </c:pt>
                <c:pt idx="330">
                  <c:v>45709</c:v>
                </c:pt>
                <c:pt idx="331">
                  <c:v>45708</c:v>
                </c:pt>
                <c:pt idx="332">
                  <c:v>45707</c:v>
                </c:pt>
                <c:pt idx="333">
                  <c:v>45706</c:v>
                </c:pt>
                <c:pt idx="334">
                  <c:v>45705</c:v>
                </c:pt>
                <c:pt idx="335">
                  <c:v>45702</c:v>
                </c:pt>
                <c:pt idx="336">
                  <c:v>45701</c:v>
                </c:pt>
                <c:pt idx="337">
                  <c:v>45700</c:v>
                </c:pt>
                <c:pt idx="338">
                  <c:v>45699</c:v>
                </c:pt>
                <c:pt idx="339">
                  <c:v>45698</c:v>
                </c:pt>
                <c:pt idx="340">
                  <c:v>45695</c:v>
                </c:pt>
                <c:pt idx="341">
                  <c:v>45694</c:v>
                </c:pt>
                <c:pt idx="342">
                  <c:v>45693</c:v>
                </c:pt>
                <c:pt idx="343">
                  <c:v>45692</c:v>
                </c:pt>
                <c:pt idx="344">
                  <c:v>45691</c:v>
                </c:pt>
                <c:pt idx="345">
                  <c:v>45685</c:v>
                </c:pt>
                <c:pt idx="346">
                  <c:v>45684</c:v>
                </c:pt>
                <c:pt idx="347">
                  <c:v>45681</c:v>
                </c:pt>
                <c:pt idx="348">
                  <c:v>45680</c:v>
                </c:pt>
                <c:pt idx="349">
                  <c:v>45679</c:v>
                </c:pt>
                <c:pt idx="350">
                  <c:v>45678</c:v>
                </c:pt>
                <c:pt idx="351">
                  <c:v>45677</c:v>
                </c:pt>
                <c:pt idx="352">
                  <c:v>45674</c:v>
                </c:pt>
                <c:pt idx="353">
                  <c:v>45673</c:v>
                </c:pt>
                <c:pt idx="354">
                  <c:v>45672</c:v>
                </c:pt>
                <c:pt idx="355">
                  <c:v>45671</c:v>
                </c:pt>
                <c:pt idx="356">
                  <c:v>45670</c:v>
                </c:pt>
                <c:pt idx="357">
                  <c:v>45667</c:v>
                </c:pt>
                <c:pt idx="358">
                  <c:v>45666</c:v>
                </c:pt>
                <c:pt idx="359">
                  <c:v>45665</c:v>
                </c:pt>
                <c:pt idx="360">
                  <c:v>45664</c:v>
                </c:pt>
                <c:pt idx="361">
                  <c:v>45663</c:v>
                </c:pt>
                <c:pt idx="362">
                  <c:v>45660</c:v>
                </c:pt>
                <c:pt idx="363">
                  <c:v>45659</c:v>
                </c:pt>
                <c:pt idx="364">
                  <c:v>45657</c:v>
                </c:pt>
                <c:pt idx="365">
                  <c:v>45656</c:v>
                </c:pt>
                <c:pt idx="366">
                  <c:v>45653</c:v>
                </c:pt>
                <c:pt idx="367">
                  <c:v>45650</c:v>
                </c:pt>
                <c:pt idx="368">
                  <c:v>45649</c:v>
                </c:pt>
                <c:pt idx="369">
                  <c:v>45646</c:v>
                </c:pt>
                <c:pt idx="370">
                  <c:v>45645</c:v>
                </c:pt>
                <c:pt idx="371">
                  <c:v>45644</c:v>
                </c:pt>
                <c:pt idx="372">
                  <c:v>45643</c:v>
                </c:pt>
                <c:pt idx="373">
                  <c:v>45642</c:v>
                </c:pt>
                <c:pt idx="374">
                  <c:v>45639</c:v>
                </c:pt>
                <c:pt idx="375">
                  <c:v>45638</c:v>
                </c:pt>
                <c:pt idx="376">
                  <c:v>45637</c:v>
                </c:pt>
                <c:pt idx="377">
                  <c:v>45636</c:v>
                </c:pt>
                <c:pt idx="378">
                  <c:v>45635</c:v>
                </c:pt>
                <c:pt idx="379">
                  <c:v>45632</c:v>
                </c:pt>
                <c:pt idx="380">
                  <c:v>45631</c:v>
                </c:pt>
                <c:pt idx="381">
                  <c:v>45630</c:v>
                </c:pt>
                <c:pt idx="382">
                  <c:v>45629</c:v>
                </c:pt>
                <c:pt idx="383">
                  <c:v>45628</c:v>
                </c:pt>
                <c:pt idx="384">
                  <c:v>45625</c:v>
                </c:pt>
                <c:pt idx="385">
                  <c:v>45624</c:v>
                </c:pt>
                <c:pt idx="386">
                  <c:v>45623</c:v>
                </c:pt>
                <c:pt idx="387">
                  <c:v>45622</c:v>
                </c:pt>
                <c:pt idx="388">
                  <c:v>45621</c:v>
                </c:pt>
                <c:pt idx="389">
                  <c:v>45618</c:v>
                </c:pt>
                <c:pt idx="390">
                  <c:v>45617</c:v>
                </c:pt>
                <c:pt idx="391">
                  <c:v>45616</c:v>
                </c:pt>
                <c:pt idx="392">
                  <c:v>45615</c:v>
                </c:pt>
                <c:pt idx="393">
                  <c:v>45614</c:v>
                </c:pt>
                <c:pt idx="394">
                  <c:v>45611</c:v>
                </c:pt>
                <c:pt idx="395">
                  <c:v>45610</c:v>
                </c:pt>
                <c:pt idx="396">
                  <c:v>45609</c:v>
                </c:pt>
                <c:pt idx="397">
                  <c:v>45608</c:v>
                </c:pt>
                <c:pt idx="398">
                  <c:v>45607</c:v>
                </c:pt>
                <c:pt idx="399">
                  <c:v>45604</c:v>
                </c:pt>
                <c:pt idx="400">
                  <c:v>45603</c:v>
                </c:pt>
                <c:pt idx="401">
                  <c:v>45602</c:v>
                </c:pt>
                <c:pt idx="402">
                  <c:v>45601</c:v>
                </c:pt>
                <c:pt idx="403">
                  <c:v>45600</c:v>
                </c:pt>
                <c:pt idx="404">
                  <c:v>45597</c:v>
                </c:pt>
                <c:pt idx="405">
                  <c:v>45596</c:v>
                </c:pt>
                <c:pt idx="406">
                  <c:v>45595</c:v>
                </c:pt>
                <c:pt idx="407">
                  <c:v>45594</c:v>
                </c:pt>
                <c:pt idx="408">
                  <c:v>45593</c:v>
                </c:pt>
                <c:pt idx="409">
                  <c:v>45590</c:v>
                </c:pt>
                <c:pt idx="410">
                  <c:v>45589</c:v>
                </c:pt>
                <c:pt idx="411">
                  <c:v>45588</c:v>
                </c:pt>
                <c:pt idx="412">
                  <c:v>45587</c:v>
                </c:pt>
                <c:pt idx="413">
                  <c:v>45586</c:v>
                </c:pt>
                <c:pt idx="414">
                  <c:v>45583</c:v>
                </c:pt>
                <c:pt idx="415">
                  <c:v>45582</c:v>
                </c:pt>
                <c:pt idx="416">
                  <c:v>45581</c:v>
                </c:pt>
                <c:pt idx="417">
                  <c:v>45580</c:v>
                </c:pt>
                <c:pt idx="418">
                  <c:v>45579</c:v>
                </c:pt>
                <c:pt idx="419">
                  <c:v>45575</c:v>
                </c:pt>
                <c:pt idx="420">
                  <c:v>45574</c:v>
                </c:pt>
                <c:pt idx="421">
                  <c:v>45573</c:v>
                </c:pt>
                <c:pt idx="422">
                  <c:v>45572</c:v>
                </c:pt>
                <c:pt idx="423">
                  <c:v>45569</c:v>
                </c:pt>
                <c:pt idx="424">
                  <c:v>45568</c:v>
                </c:pt>
                <c:pt idx="425">
                  <c:v>45567</c:v>
                </c:pt>
                <c:pt idx="426">
                  <c:v>45565</c:v>
                </c:pt>
                <c:pt idx="427">
                  <c:v>45562</c:v>
                </c:pt>
                <c:pt idx="428">
                  <c:v>45561</c:v>
                </c:pt>
                <c:pt idx="429">
                  <c:v>45560</c:v>
                </c:pt>
                <c:pt idx="430">
                  <c:v>45559</c:v>
                </c:pt>
                <c:pt idx="431">
                  <c:v>45558</c:v>
                </c:pt>
                <c:pt idx="432">
                  <c:v>45555</c:v>
                </c:pt>
                <c:pt idx="433">
                  <c:v>45554</c:v>
                </c:pt>
                <c:pt idx="434">
                  <c:v>45552</c:v>
                </c:pt>
                <c:pt idx="435">
                  <c:v>45551</c:v>
                </c:pt>
                <c:pt idx="436">
                  <c:v>45548</c:v>
                </c:pt>
                <c:pt idx="437">
                  <c:v>45547</c:v>
                </c:pt>
                <c:pt idx="438">
                  <c:v>45546</c:v>
                </c:pt>
                <c:pt idx="439">
                  <c:v>45545</c:v>
                </c:pt>
                <c:pt idx="440">
                  <c:v>45544</c:v>
                </c:pt>
                <c:pt idx="441">
                  <c:v>45540</c:v>
                </c:pt>
                <c:pt idx="442">
                  <c:v>45539</c:v>
                </c:pt>
                <c:pt idx="443">
                  <c:v>45538</c:v>
                </c:pt>
                <c:pt idx="444">
                  <c:v>45537</c:v>
                </c:pt>
                <c:pt idx="445">
                  <c:v>45534</c:v>
                </c:pt>
                <c:pt idx="446">
                  <c:v>45533</c:v>
                </c:pt>
                <c:pt idx="447">
                  <c:v>45532</c:v>
                </c:pt>
                <c:pt idx="448">
                  <c:v>45531</c:v>
                </c:pt>
                <c:pt idx="449">
                  <c:v>45530</c:v>
                </c:pt>
                <c:pt idx="450">
                  <c:v>45527</c:v>
                </c:pt>
                <c:pt idx="451">
                  <c:v>45526</c:v>
                </c:pt>
                <c:pt idx="452">
                  <c:v>45525</c:v>
                </c:pt>
                <c:pt idx="453">
                  <c:v>45524</c:v>
                </c:pt>
                <c:pt idx="454">
                  <c:v>45523</c:v>
                </c:pt>
                <c:pt idx="455">
                  <c:v>45520</c:v>
                </c:pt>
                <c:pt idx="456">
                  <c:v>45519</c:v>
                </c:pt>
                <c:pt idx="457">
                  <c:v>45518</c:v>
                </c:pt>
                <c:pt idx="458">
                  <c:v>45517</c:v>
                </c:pt>
                <c:pt idx="459">
                  <c:v>45516</c:v>
                </c:pt>
                <c:pt idx="460">
                  <c:v>45513</c:v>
                </c:pt>
                <c:pt idx="461">
                  <c:v>45512</c:v>
                </c:pt>
                <c:pt idx="462">
                  <c:v>45511</c:v>
                </c:pt>
                <c:pt idx="463">
                  <c:v>45510</c:v>
                </c:pt>
                <c:pt idx="464">
                  <c:v>45509</c:v>
                </c:pt>
                <c:pt idx="465">
                  <c:v>45506</c:v>
                </c:pt>
                <c:pt idx="466">
                  <c:v>45505</c:v>
                </c:pt>
                <c:pt idx="467">
                  <c:v>45504</c:v>
                </c:pt>
                <c:pt idx="468">
                  <c:v>45503</c:v>
                </c:pt>
                <c:pt idx="469">
                  <c:v>45502</c:v>
                </c:pt>
                <c:pt idx="470">
                  <c:v>45499</c:v>
                </c:pt>
                <c:pt idx="471">
                  <c:v>45498</c:v>
                </c:pt>
                <c:pt idx="472">
                  <c:v>45497</c:v>
                </c:pt>
                <c:pt idx="473">
                  <c:v>45496</c:v>
                </c:pt>
                <c:pt idx="474">
                  <c:v>45495</c:v>
                </c:pt>
                <c:pt idx="475">
                  <c:v>45492</c:v>
                </c:pt>
                <c:pt idx="476">
                  <c:v>45491</c:v>
                </c:pt>
                <c:pt idx="477">
                  <c:v>45490</c:v>
                </c:pt>
                <c:pt idx="478">
                  <c:v>45489</c:v>
                </c:pt>
                <c:pt idx="479">
                  <c:v>45488</c:v>
                </c:pt>
                <c:pt idx="480">
                  <c:v>45485</c:v>
                </c:pt>
                <c:pt idx="481">
                  <c:v>45484</c:v>
                </c:pt>
                <c:pt idx="482">
                  <c:v>45483</c:v>
                </c:pt>
                <c:pt idx="483">
                  <c:v>45482</c:v>
                </c:pt>
                <c:pt idx="484">
                  <c:v>45481</c:v>
                </c:pt>
                <c:pt idx="485">
                  <c:v>45478</c:v>
                </c:pt>
                <c:pt idx="486">
                  <c:v>45477</c:v>
                </c:pt>
                <c:pt idx="487">
                  <c:v>45476</c:v>
                </c:pt>
                <c:pt idx="488">
                  <c:v>45475</c:v>
                </c:pt>
                <c:pt idx="489">
                  <c:v>45471</c:v>
                </c:pt>
                <c:pt idx="490">
                  <c:v>45470</c:v>
                </c:pt>
                <c:pt idx="491">
                  <c:v>45469</c:v>
                </c:pt>
                <c:pt idx="492">
                  <c:v>45468</c:v>
                </c:pt>
                <c:pt idx="493">
                  <c:v>45467</c:v>
                </c:pt>
                <c:pt idx="494">
                  <c:v>45464</c:v>
                </c:pt>
                <c:pt idx="495">
                  <c:v>45463</c:v>
                </c:pt>
                <c:pt idx="496">
                  <c:v>45462</c:v>
                </c:pt>
                <c:pt idx="497">
                  <c:v>45461</c:v>
                </c:pt>
                <c:pt idx="498">
                  <c:v>45460</c:v>
                </c:pt>
                <c:pt idx="499">
                  <c:v>45457</c:v>
                </c:pt>
                <c:pt idx="500">
                  <c:v>45456</c:v>
                </c:pt>
                <c:pt idx="501">
                  <c:v>45455</c:v>
                </c:pt>
                <c:pt idx="502">
                  <c:v>45454</c:v>
                </c:pt>
                <c:pt idx="503">
                  <c:v>45450</c:v>
                </c:pt>
                <c:pt idx="504">
                  <c:v>45449</c:v>
                </c:pt>
                <c:pt idx="505">
                  <c:v>45448</c:v>
                </c:pt>
                <c:pt idx="506">
                  <c:v>45447</c:v>
                </c:pt>
                <c:pt idx="507">
                  <c:v>45446</c:v>
                </c:pt>
                <c:pt idx="508">
                  <c:v>45443</c:v>
                </c:pt>
                <c:pt idx="509">
                  <c:v>45442</c:v>
                </c:pt>
                <c:pt idx="510">
                  <c:v>45441</c:v>
                </c:pt>
                <c:pt idx="511">
                  <c:v>45440</c:v>
                </c:pt>
                <c:pt idx="512">
                  <c:v>45439</c:v>
                </c:pt>
                <c:pt idx="513">
                  <c:v>45436</c:v>
                </c:pt>
                <c:pt idx="514">
                  <c:v>45435</c:v>
                </c:pt>
                <c:pt idx="515">
                  <c:v>45434</c:v>
                </c:pt>
                <c:pt idx="516">
                  <c:v>45433</c:v>
                </c:pt>
                <c:pt idx="517">
                  <c:v>45432</c:v>
                </c:pt>
                <c:pt idx="518">
                  <c:v>45429</c:v>
                </c:pt>
                <c:pt idx="519">
                  <c:v>45428</c:v>
                </c:pt>
                <c:pt idx="520">
                  <c:v>45426</c:v>
                </c:pt>
                <c:pt idx="521">
                  <c:v>45425</c:v>
                </c:pt>
                <c:pt idx="522">
                  <c:v>45422</c:v>
                </c:pt>
                <c:pt idx="523">
                  <c:v>45421</c:v>
                </c:pt>
                <c:pt idx="524">
                  <c:v>45420</c:v>
                </c:pt>
                <c:pt idx="525">
                  <c:v>45419</c:v>
                </c:pt>
                <c:pt idx="526">
                  <c:v>45418</c:v>
                </c:pt>
                <c:pt idx="527">
                  <c:v>45415</c:v>
                </c:pt>
                <c:pt idx="528">
                  <c:v>45414</c:v>
                </c:pt>
                <c:pt idx="529">
                  <c:v>45412</c:v>
                </c:pt>
                <c:pt idx="530">
                  <c:v>45411</c:v>
                </c:pt>
                <c:pt idx="531">
                  <c:v>45408</c:v>
                </c:pt>
                <c:pt idx="532">
                  <c:v>45407</c:v>
                </c:pt>
                <c:pt idx="533">
                  <c:v>45406</c:v>
                </c:pt>
                <c:pt idx="534">
                  <c:v>45405</c:v>
                </c:pt>
                <c:pt idx="535">
                  <c:v>45404</c:v>
                </c:pt>
                <c:pt idx="536">
                  <c:v>45401</c:v>
                </c:pt>
                <c:pt idx="537">
                  <c:v>45400</c:v>
                </c:pt>
                <c:pt idx="538">
                  <c:v>45399</c:v>
                </c:pt>
                <c:pt idx="539">
                  <c:v>45398</c:v>
                </c:pt>
                <c:pt idx="540">
                  <c:v>45397</c:v>
                </c:pt>
                <c:pt idx="541">
                  <c:v>45394</c:v>
                </c:pt>
                <c:pt idx="542">
                  <c:v>45393</c:v>
                </c:pt>
                <c:pt idx="543">
                  <c:v>45392</c:v>
                </c:pt>
                <c:pt idx="544">
                  <c:v>45391</c:v>
                </c:pt>
              </c:numCache>
            </c:numRef>
          </c:cat>
          <c:val>
            <c:numRef>
              <c:f>图2走势分化!$D$17:$D$561</c:f>
              <c:numCache>
                <c:formatCode>0.0000</c:formatCode>
                <c:ptCount val="545"/>
                <c:pt idx="0">
                  <c:v>10344.087</c:v>
                </c:pt>
                <c:pt idx="1">
                  <c:v>10344.087</c:v>
                </c:pt>
                <c:pt idx="2">
                  <c:v>10395.5453</c:v>
                </c:pt>
                <c:pt idx="3">
                  <c:v>10570.282999999999</c:v>
                </c:pt>
                <c:pt idx="4">
                  <c:v>10681.393</c:v>
                </c:pt>
                <c:pt idx="5">
                  <c:v>10792.4859</c:v>
                </c:pt>
                <c:pt idx="6">
                  <c:v>10884.591399999999</c:v>
                </c:pt>
                <c:pt idx="7">
                  <c:v>11154.803099999999</c:v>
                </c:pt>
                <c:pt idx="8">
                  <c:v>11320.1158</c:v>
                </c:pt>
                <c:pt idx="9">
                  <c:v>11422.9388</c:v>
                </c:pt>
                <c:pt idx="10">
                  <c:v>11426.921200000001</c:v>
                </c:pt>
                <c:pt idx="11">
                  <c:v>11267.8071</c:v>
                </c:pt>
                <c:pt idx="12">
                  <c:v>11308.1636</c:v>
                </c:pt>
                <c:pt idx="13">
                  <c:v>11399.383599999999</c:v>
                </c:pt>
                <c:pt idx="14">
                  <c:v>11495.4015</c:v>
                </c:pt>
                <c:pt idx="15">
                  <c:v>11456.8595</c:v>
                </c:pt>
                <c:pt idx="16">
                  <c:v>11461.776400000001</c:v>
                </c:pt>
                <c:pt idx="17">
                  <c:v>11502.0844</c:v>
                </c:pt>
                <c:pt idx="18">
                  <c:v>11596.7541</c:v>
                </c:pt>
                <c:pt idx="19">
                  <c:v>11548.890600000001</c:v>
                </c:pt>
                <c:pt idx="20">
                  <c:v>11366.0677</c:v>
                </c:pt>
                <c:pt idx="21">
                  <c:v>11266.628199999999</c:v>
                </c:pt>
                <c:pt idx="22">
                  <c:v>11405.3698</c:v>
                </c:pt>
                <c:pt idx="23">
                  <c:v>11463.633400000001</c:v>
                </c:pt>
                <c:pt idx="24">
                  <c:v>11476.992</c:v>
                </c:pt>
                <c:pt idx="25">
                  <c:v>11482.903899999999</c:v>
                </c:pt>
                <c:pt idx="26">
                  <c:v>11621.812400000001</c:v>
                </c:pt>
                <c:pt idx="27">
                  <c:v>11621.9619</c:v>
                </c:pt>
                <c:pt idx="28">
                  <c:v>11570.1024</c:v>
                </c:pt>
                <c:pt idx="29">
                  <c:v>11619.387699999999</c:v>
                </c:pt>
                <c:pt idx="30">
                  <c:v>11693.693600000001</c:v>
                </c:pt>
                <c:pt idx="31">
                  <c:v>11711.413699999999</c:v>
                </c:pt>
                <c:pt idx="32">
                  <c:v>11715.0818</c:v>
                </c:pt>
                <c:pt idx="33">
                  <c:v>11669.3827</c:v>
                </c:pt>
                <c:pt idx="34">
                  <c:v>11587.407800000001</c:v>
                </c:pt>
                <c:pt idx="35">
                  <c:v>11625.5797</c:v>
                </c:pt>
                <c:pt idx="36">
                  <c:v>11661.1342</c:v>
                </c:pt>
                <c:pt idx="37">
                  <c:v>11574.63</c:v>
                </c:pt>
                <c:pt idx="38">
                  <c:v>11628.768700000001</c:v>
                </c:pt>
                <c:pt idx="39">
                  <c:v>11586.9665</c:v>
                </c:pt>
                <c:pt idx="40">
                  <c:v>11769.874599999999</c:v>
                </c:pt>
                <c:pt idx="41">
                  <c:v>11624.6852</c:v>
                </c:pt>
                <c:pt idx="42">
                  <c:v>11571.3284</c:v>
                </c:pt>
                <c:pt idx="43">
                  <c:v>11625.953799999999</c:v>
                </c:pt>
                <c:pt idx="44">
                  <c:v>11612.7647</c:v>
                </c:pt>
                <c:pt idx="45">
                  <c:v>11570.9257</c:v>
                </c:pt>
                <c:pt idx="46">
                  <c:v>11739.491900000001</c:v>
                </c:pt>
                <c:pt idx="47">
                  <c:v>11549.0672</c:v>
                </c:pt>
                <c:pt idx="48">
                  <c:v>11539.306500000001</c:v>
                </c:pt>
                <c:pt idx="49">
                  <c:v>11601.8716</c:v>
                </c:pt>
                <c:pt idx="50">
                  <c:v>11576.906800000001</c:v>
                </c:pt>
                <c:pt idx="51">
                  <c:v>11655.834699999999</c:v>
                </c:pt>
                <c:pt idx="52">
                  <c:v>11627.657499999999</c:v>
                </c:pt>
                <c:pt idx="53">
                  <c:v>11621.542299999999</c:v>
                </c:pt>
                <c:pt idx="54">
                  <c:v>11531.441699999999</c:v>
                </c:pt>
                <c:pt idx="55">
                  <c:v>11527.423199999999</c:v>
                </c:pt>
                <c:pt idx="56">
                  <c:v>11429.123600000001</c:v>
                </c:pt>
                <c:pt idx="57">
                  <c:v>11389.6101</c:v>
                </c:pt>
                <c:pt idx="58">
                  <c:v>11254.8454</c:v>
                </c:pt>
                <c:pt idx="59">
                  <c:v>11394.1715</c:v>
                </c:pt>
                <c:pt idx="60">
                  <c:v>11406.983399999999</c:v>
                </c:pt>
                <c:pt idx="61">
                  <c:v>11339.8884</c:v>
                </c:pt>
                <c:pt idx="62">
                  <c:v>11418.4085</c:v>
                </c:pt>
                <c:pt idx="63">
                  <c:v>11352.2551</c:v>
                </c:pt>
                <c:pt idx="64">
                  <c:v>11178.334699999999</c:v>
                </c:pt>
                <c:pt idx="65">
                  <c:v>11476.3253</c:v>
                </c:pt>
                <c:pt idx="66">
                  <c:v>11463.7395</c:v>
                </c:pt>
                <c:pt idx="67">
                  <c:v>11519.4318</c:v>
                </c:pt>
                <c:pt idx="68">
                  <c:v>11483.0013</c:v>
                </c:pt>
                <c:pt idx="69">
                  <c:v>11459.689899999999</c:v>
                </c:pt>
                <c:pt idx="70">
                  <c:v>11455.0591</c:v>
                </c:pt>
                <c:pt idx="71">
                  <c:v>11594.8307</c:v>
                </c:pt>
                <c:pt idx="72">
                  <c:v>11581.3424</c:v>
                </c:pt>
                <c:pt idx="73">
                  <c:v>11455.4599</c:v>
                </c:pt>
                <c:pt idx="74">
                  <c:v>11436.834699999999</c:v>
                </c:pt>
                <c:pt idx="75">
                  <c:v>11568.033600000001</c:v>
                </c:pt>
                <c:pt idx="76">
                  <c:v>11434.3871</c:v>
                </c:pt>
                <c:pt idx="77">
                  <c:v>11386.455099999999</c:v>
                </c:pt>
                <c:pt idx="78">
                  <c:v>11596.1441</c:v>
                </c:pt>
                <c:pt idx="79">
                  <c:v>11590.407499999999</c:v>
                </c:pt>
                <c:pt idx="80">
                  <c:v>11620.3048</c:v>
                </c:pt>
                <c:pt idx="81">
                  <c:v>11529.3025</c:v>
                </c:pt>
                <c:pt idx="82">
                  <c:v>11626.813700000001</c:v>
                </c:pt>
                <c:pt idx="83">
                  <c:v>11604.8703</c:v>
                </c:pt>
                <c:pt idx="84">
                  <c:v>11637.4316</c:v>
                </c:pt>
                <c:pt idx="85">
                  <c:v>11479.363499999999</c:v>
                </c:pt>
                <c:pt idx="86">
                  <c:v>11384.0116</c:v>
                </c:pt>
                <c:pt idx="87">
                  <c:v>11334.8166</c:v>
                </c:pt>
                <c:pt idx="88">
                  <c:v>11470.968500000001</c:v>
                </c:pt>
                <c:pt idx="89">
                  <c:v>11448.7914</c:v>
                </c:pt>
                <c:pt idx="90">
                  <c:v>11403.464099999999</c:v>
                </c:pt>
                <c:pt idx="91">
                  <c:v>11320.3393</c:v>
                </c:pt>
                <c:pt idx="92">
                  <c:v>11241.2752</c:v>
                </c:pt>
                <c:pt idx="93">
                  <c:v>11216.739299999999</c:v>
                </c:pt>
                <c:pt idx="94">
                  <c:v>11189.622799999999</c:v>
                </c:pt>
                <c:pt idx="95">
                  <c:v>11029.3537</c:v>
                </c:pt>
                <c:pt idx="96">
                  <c:v>10931.183499999999</c:v>
                </c:pt>
                <c:pt idx="97">
                  <c:v>11124.563200000001</c:v>
                </c:pt>
                <c:pt idx="98">
                  <c:v>11275.299000000001</c:v>
                </c:pt>
                <c:pt idx="99">
                  <c:v>11123.3094</c:v>
                </c:pt>
                <c:pt idx="100">
                  <c:v>10844.3205</c:v>
                </c:pt>
                <c:pt idx="101">
                  <c:v>10736.1219</c:v>
                </c:pt>
                <c:pt idx="102">
                  <c:v>10655.0412</c:v>
                </c:pt>
                <c:pt idx="103">
                  <c:v>10712.953</c:v>
                </c:pt>
                <c:pt idx="104">
                  <c:v>10591.741900000001</c:v>
                </c:pt>
                <c:pt idx="105">
                  <c:v>10582.9632</c:v>
                </c:pt>
                <c:pt idx="106">
                  <c:v>10530.8207</c:v>
                </c:pt>
                <c:pt idx="107">
                  <c:v>10556.8123</c:v>
                </c:pt>
                <c:pt idx="108">
                  <c:v>10664.554099999999</c:v>
                </c:pt>
                <c:pt idx="109">
                  <c:v>10655.2264</c:v>
                </c:pt>
                <c:pt idx="110">
                  <c:v>10638.742099999999</c:v>
                </c:pt>
                <c:pt idx="111">
                  <c:v>10594.0016</c:v>
                </c:pt>
                <c:pt idx="112">
                  <c:v>10580.2984</c:v>
                </c:pt>
                <c:pt idx="113">
                  <c:v>10541.85</c:v>
                </c:pt>
                <c:pt idx="114">
                  <c:v>10582.8567</c:v>
                </c:pt>
                <c:pt idx="115">
                  <c:v>10583.686799999999</c:v>
                </c:pt>
                <c:pt idx="116">
                  <c:v>10522.2775</c:v>
                </c:pt>
                <c:pt idx="117">
                  <c:v>10652.9712</c:v>
                </c:pt>
                <c:pt idx="118">
                  <c:v>10546.506299999999</c:v>
                </c:pt>
                <c:pt idx="119">
                  <c:v>10575.003699999999</c:v>
                </c:pt>
                <c:pt idx="120">
                  <c:v>10568.724099999999</c:v>
                </c:pt>
                <c:pt idx="121">
                  <c:v>10587.8905</c:v>
                </c:pt>
                <c:pt idx="122">
                  <c:v>10633.541499999999</c:v>
                </c:pt>
                <c:pt idx="123">
                  <c:v>10618.2227</c:v>
                </c:pt>
                <c:pt idx="124">
                  <c:v>10606.265600000001</c:v>
                </c:pt>
                <c:pt idx="125">
                  <c:v>10649.587600000001</c:v>
                </c:pt>
                <c:pt idx="126">
                  <c:v>10613.548699999999</c:v>
                </c:pt>
                <c:pt idx="127">
                  <c:v>10564.285400000001</c:v>
                </c:pt>
                <c:pt idx="128">
                  <c:v>10684.791499999999</c:v>
                </c:pt>
                <c:pt idx="129">
                  <c:v>10614.096299999999</c:v>
                </c:pt>
                <c:pt idx="130">
                  <c:v>10523.956700000001</c:v>
                </c:pt>
                <c:pt idx="131">
                  <c:v>10553.6926</c:v>
                </c:pt>
                <c:pt idx="132">
                  <c:v>10671.9959</c:v>
                </c:pt>
                <c:pt idx="133">
                  <c:v>10824.251200000001</c:v>
                </c:pt>
                <c:pt idx="134">
                  <c:v>10937.5389</c:v>
                </c:pt>
                <c:pt idx="135">
                  <c:v>10934.0823</c:v>
                </c:pt>
                <c:pt idx="136">
                  <c:v>10867.1047</c:v>
                </c:pt>
                <c:pt idx="137">
                  <c:v>10945.6019</c:v>
                </c:pt>
                <c:pt idx="138">
                  <c:v>10847.2297</c:v>
                </c:pt>
                <c:pt idx="139">
                  <c:v>10755.8397</c:v>
                </c:pt>
                <c:pt idx="140">
                  <c:v>10823.9537</c:v>
                </c:pt>
                <c:pt idx="141">
                  <c:v>10799.8496</c:v>
                </c:pt>
                <c:pt idx="142">
                  <c:v>10798.134400000001</c:v>
                </c:pt>
                <c:pt idx="143">
                  <c:v>10745.471100000001</c:v>
                </c:pt>
                <c:pt idx="144">
                  <c:v>10697.1577</c:v>
                </c:pt>
                <c:pt idx="145">
                  <c:v>10960.2793</c:v>
                </c:pt>
                <c:pt idx="146">
                  <c:v>10976.7549</c:v>
                </c:pt>
                <c:pt idx="147">
                  <c:v>10924.910599999999</c:v>
                </c:pt>
                <c:pt idx="148">
                  <c:v>11168.876099999999</c:v>
                </c:pt>
                <c:pt idx="149">
                  <c:v>11209.7778</c:v>
                </c:pt>
                <c:pt idx="150">
                  <c:v>11327.945299999999</c:v>
                </c:pt>
                <c:pt idx="151">
                  <c:v>11387.3748</c:v>
                </c:pt>
                <c:pt idx="152">
                  <c:v>11246.359700000001</c:v>
                </c:pt>
                <c:pt idx="153">
                  <c:v>11250.0047</c:v>
                </c:pt>
                <c:pt idx="154">
                  <c:v>11109.724200000001</c:v>
                </c:pt>
                <c:pt idx="155">
                  <c:v>11048.4604</c:v>
                </c:pt>
                <c:pt idx="156">
                  <c:v>10891.025299999999</c:v>
                </c:pt>
                <c:pt idx="157">
                  <c:v>10883.227199999999</c:v>
                </c:pt>
                <c:pt idx="158">
                  <c:v>10892.2366</c:v>
                </c:pt>
                <c:pt idx="159">
                  <c:v>10642.8025</c:v>
                </c:pt>
                <c:pt idx="160">
                  <c:v>10779.9647</c:v>
                </c:pt>
                <c:pt idx="161">
                  <c:v>10734.204299999999</c:v>
                </c:pt>
                <c:pt idx="162">
                  <c:v>10764.591</c:v>
                </c:pt>
                <c:pt idx="163">
                  <c:v>10677.460300000001</c:v>
                </c:pt>
                <c:pt idx="164">
                  <c:v>10664.115400000001</c:v>
                </c:pt>
                <c:pt idx="165">
                  <c:v>10557.7016</c:v>
                </c:pt>
                <c:pt idx="166">
                  <c:v>10540.8452</c:v>
                </c:pt>
                <c:pt idx="167">
                  <c:v>10551.667600000001</c:v>
                </c:pt>
                <c:pt idx="168">
                  <c:v>10443.8508</c:v>
                </c:pt>
                <c:pt idx="169">
                  <c:v>10587.0952</c:v>
                </c:pt>
                <c:pt idx="170">
                  <c:v>10392.0741</c:v>
                </c:pt>
                <c:pt idx="171">
                  <c:v>10278.7945</c:v>
                </c:pt>
                <c:pt idx="172">
                  <c:v>10213.035400000001</c:v>
                </c:pt>
                <c:pt idx="173">
                  <c:v>10245.3778</c:v>
                </c:pt>
                <c:pt idx="174">
                  <c:v>10206.9393</c:v>
                </c:pt>
                <c:pt idx="175">
                  <c:v>10098.052900000001</c:v>
                </c:pt>
                <c:pt idx="176">
                  <c:v>10112.683300000001</c:v>
                </c:pt>
                <c:pt idx="177">
                  <c:v>10171.4422</c:v>
                </c:pt>
                <c:pt idx="178">
                  <c:v>10208.297399999999</c:v>
                </c:pt>
                <c:pt idx="179">
                  <c:v>10212.6145</c:v>
                </c:pt>
                <c:pt idx="180">
                  <c:v>10211.4712</c:v>
                </c:pt>
                <c:pt idx="181">
                  <c:v>10121.477199999999</c:v>
                </c:pt>
                <c:pt idx="182">
                  <c:v>10116.124299999999</c:v>
                </c:pt>
                <c:pt idx="183">
                  <c:v>10206.974200000001</c:v>
                </c:pt>
                <c:pt idx="184">
                  <c:v>10218.4452</c:v>
                </c:pt>
                <c:pt idx="185">
                  <c:v>10272.3248</c:v>
                </c:pt>
                <c:pt idx="186">
                  <c:v>10461.243399999999</c:v>
                </c:pt>
                <c:pt idx="187">
                  <c:v>10429.9365</c:v>
                </c:pt>
                <c:pt idx="188">
                  <c:v>10606.474200000001</c:v>
                </c:pt>
                <c:pt idx="189">
                  <c:v>10578.3343</c:v>
                </c:pt>
                <c:pt idx="190">
                  <c:v>10629.775299999999</c:v>
                </c:pt>
                <c:pt idx="191">
                  <c:v>10678.9787</c:v>
                </c:pt>
                <c:pt idx="192">
                  <c:v>10669.629300000001</c:v>
                </c:pt>
                <c:pt idx="193">
                  <c:v>10627.6342</c:v>
                </c:pt>
                <c:pt idx="194">
                  <c:v>10486.0808</c:v>
                </c:pt>
                <c:pt idx="195">
                  <c:v>10429.0461</c:v>
                </c:pt>
                <c:pt idx="196">
                  <c:v>10361.8729</c:v>
                </c:pt>
                <c:pt idx="197">
                  <c:v>10246.9411</c:v>
                </c:pt>
                <c:pt idx="198">
                  <c:v>10305.616099999999</c:v>
                </c:pt>
                <c:pt idx="199">
                  <c:v>10344.614600000001</c:v>
                </c:pt>
                <c:pt idx="200">
                  <c:v>10333.1716</c:v>
                </c:pt>
                <c:pt idx="201">
                  <c:v>10331.872799999999</c:v>
                </c:pt>
                <c:pt idx="202">
                  <c:v>10447.953</c:v>
                </c:pt>
                <c:pt idx="203">
                  <c:v>10372.593699999999</c:v>
                </c:pt>
                <c:pt idx="204">
                  <c:v>10520.9321</c:v>
                </c:pt>
                <c:pt idx="205">
                  <c:v>10603.5851</c:v>
                </c:pt>
                <c:pt idx="206">
                  <c:v>10580.510899999999</c:v>
                </c:pt>
                <c:pt idx="207">
                  <c:v>10604.968000000001</c:v>
                </c:pt>
                <c:pt idx="208">
                  <c:v>10549.1049</c:v>
                </c:pt>
                <c:pt idx="209">
                  <c:v>10596.835800000001</c:v>
                </c:pt>
                <c:pt idx="210">
                  <c:v>10602.221600000001</c:v>
                </c:pt>
                <c:pt idx="211">
                  <c:v>10636.254000000001</c:v>
                </c:pt>
                <c:pt idx="212">
                  <c:v>10708.186900000001</c:v>
                </c:pt>
                <c:pt idx="213">
                  <c:v>10745.3477</c:v>
                </c:pt>
                <c:pt idx="214">
                  <c:v>10727.076800000001</c:v>
                </c:pt>
                <c:pt idx="215">
                  <c:v>10592.311600000001</c:v>
                </c:pt>
                <c:pt idx="216">
                  <c:v>10619.2376</c:v>
                </c:pt>
                <c:pt idx="217">
                  <c:v>10613.9714</c:v>
                </c:pt>
                <c:pt idx="218">
                  <c:v>10503.9907</c:v>
                </c:pt>
                <c:pt idx="219">
                  <c:v>10490.178400000001</c:v>
                </c:pt>
                <c:pt idx="220">
                  <c:v>10374.1564</c:v>
                </c:pt>
                <c:pt idx="221">
                  <c:v>10310.300499999999</c:v>
                </c:pt>
                <c:pt idx="222">
                  <c:v>10427.597100000001</c:v>
                </c:pt>
                <c:pt idx="223">
                  <c:v>10615.854499999999</c:v>
                </c:pt>
                <c:pt idx="224">
                  <c:v>10602.7636</c:v>
                </c:pt>
                <c:pt idx="225">
                  <c:v>10626.025100000001</c:v>
                </c:pt>
                <c:pt idx="226">
                  <c:v>10676.8487</c:v>
                </c:pt>
                <c:pt idx="227">
                  <c:v>10695.9445</c:v>
                </c:pt>
                <c:pt idx="228">
                  <c:v>10592.9552</c:v>
                </c:pt>
                <c:pt idx="229">
                  <c:v>10503.451499999999</c:v>
                </c:pt>
                <c:pt idx="230">
                  <c:v>10398.8508</c:v>
                </c:pt>
                <c:pt idx="231">
                  <c:v>10218.043</c:v>
                </c:pt>
                <c:pt idx="232">
                  <c:v>10153.741</c:v>
                </c:pt>
                <c:pt idx="233">
                  <c:v>10227.7096</c:v>
                </c:pt>
                <c:pt idx="234">
                  <c:v>10235.302100000001</c:v>
                </c:pt>
                <c:pt idx="235">
                  <c:v>10262.447899999999</c:v>
                </c:pt>
                <c:pt idx="236">
                  <c:v>10206.5656</c:v>
                </c:pt>
                <c:pt idx="237">
                  <c:v>10138.9935</c:v>
                </c:pt>
                <c:pt idx="238">
                  <c:v>9977.3328000000001</c:v>
                </c:pt>
                <c:pt idx="239">
                  <c:v>9952.0388000000003</c:v>
                </c:pt>
                <c:pt idx="240">
                  <c:v>10007.388000000001</c:v>
                </c:pt>
                <c:pt idx="241">
                  <c:v>10012.9782</c:v>
                </c:pt>
                <c:pt idx="242">
                  <c:v>10000.9215</c:v>
                </c:pt>
                <c:pt idx="243">
                  <c:v>9972.5270999999993</c:v>
                </c:pt>
                <c:pt idx="244">
                  <c:v>9790.9753000000001</c:v>
                </c:pt>
                <c:pt idx="245">
                  <c:v>9852.1718999999994</c:v>
                </c:pt>
                <c:pt idx="246">
                  <c:v>9915.8814000000002</c:v>
                </c:pt>
                <c:pt idx="247">
                  <c:v>9962.1033000000007</c:v>
                </c:pt>
                <c:pt idx="248">
                  <c:v>9942.9554000000007</c:v>
                </c:pt>
                <c:pt idx="249">
                  <c:v>9885.4845999999998</c:v>
                </c:pt>
                <c:pt idx="250">
                  <c:v>9780.2703999999994</c:v>
                </c:pt>
                <c:pt idx="251">
                  <c:v>9678.0054999999993</c:v>
                </c:pt>
                <c:pt idx="252">
                  <c:v>9853.1404000000002</c:v>
                </c:pt>
                <c:pt idx="253">
                  <c:v>9906.7955000000002</c:v>
                </c:pt>
                <c:pt idx="254">
                  <c:v>9928.3603000000003</c:v>
                </c:pt>
                <c:pt idx="255">
                  <c:v>9883.3495000000003</c:v>
                </c:pt>
                <c:pt idx="256">
                  <c:v>9755.6805999999997</c:v>
                </c:pt>
                <c:pt idx="257">
                  <c:v>9786.1803999999993</c:v>
                </c:pt>
                <c:pt idx="258">
                  <c:v>9652.4613000000008</c:v>
                </c:pt>
                <c:pt idx="259">
                  <c:v>9517.1347000000005</c:v>
                </c:pt>
                <c:pt idx="260">
                  <c:v>9435.8633000000009</c:v>
                </c:pt>
                <c:pt idx="261">
                  <c:v>9453.3670999999995</c:v>
                </c:pt>
                <c:pt idx="262">
                  <c:v>9458.1954000000005</c:v>
                </c:pt>
                <c:pt idx="263">
                  <c:v>9459.7248999999993</c:v>
                </c:pt>
                <c:pt idx="264">
                  <c:v>9286.6517999999996</c:v>
                </c:pt>
                <c:pt idx="265">
                  <c:v>9373.8181999999997</c:v>
                </c:pt>
                <c:pt idx="266">
                  <c:v>9410.6861000000008</c:v>
                </c:pt>
                <c:pt idx="267">
                  <c:v>9390.6216000000004</c:v>
                </c:pt>
                <c:pt idx="268">
                  <c:v>9350.0786000000007</c:v>
                </c:pt>
                <c:pt idx="269">
                  <c:v>9347.1329000000005</c:v>
                </c:pt>
                <c:pt idx="270">
                  <c:v>9351.3073999999997</c:v>
                </c:pt>
                <c:pt idx="271">
                  <c:v>9337.7199999999993</c:v>
                </c:pt>
                <c:pt idx="272">
                  <c:v>9350.1043000000009</c:v>
                </c:pt>
                <c:pt idx="273">
                  <c:v>9264.0593000000008</c:v>
                </c:pt>
                <c:pt idx="274">
                  <c:v>9147.3863000000001</c:v>
                </c:pt>
                <c:pt idx="275">
                  <c:v>9121.0563000000002</c:v>
                </c:pt>
                <c:pt idx="276">
                  <c:v>9107.0637999999999</c:v>
                </c:pt>
                <c:pt idx="277">
                  <c:v>9136.3129000000008</c:v>
                </c:pt>
                <c:pt idx="278">
                  <c:v>8937.6476999999995</c:v>
                </c:pt>
                <c:pt idx="279">
                  <c:v>8890.5894000000008</c:v>
                </c:pt>
                <c:pt idx="280">
                  <c:v>8713.2288000000008</c:v>
                </c:pt>
                <c:pt idx="281">
                  <c:v>8626.2944000000007</c:v>
                </c:pt>
                <c:pt idx="282">
                  <c:v>8653.2219999999998</c:v>
                </c:pt>
                <c:pt idx="283">
                  <c:v>8573.0933999999997</c:v>
                </c:pt>
                <c:pt idx="284">
                  <c:v>8527.1867999999995</c:v>
                </c:pt>
                <c:pt idx="285">
                  <c:v>8499.2796999999991</c:v>
                </c:pt>
                <c:pt idx="286">
                  <c:v>8476.5223000000005</c:v>
                </c:pt>
                <c:pt idx="287">
                  <c:v>8498.6190999999999</c:v>
                </c:pt>
                <c:pt idx="288">
                  <c:v>8446.5735000000004</c:v>
                </c:pt>
                <c:pt idx="289">
                  <c:v>8433.1334000000006</c:v>
                </c:pt>
                <c:pt idx="290">
                  <c:v>8437.2201999999997</c:v>
                </c:pt>
                <c:pt idx="291">
                  <c:v>8385.1993999999995</c:v>
                </c:pt>
                <c:pt idx="292">
                  <c:v>8347.9076000000005</c:v>
                </c:pt>
                <c:pt idx="293">
                  <c:v>8292.0044999999991</c:v>
                </c:pt>
                <c:pt idx="294">
                  <c:v>8374.1610999999994</c:v>
                </c:pt>
                <c:pt idx="295">
                  <c:v>8339.5236000000004</c:v>
                </c:pt>
                <c:pt idx="296">
                  <c:v>8152.2816000000003</c:v>
                </c:pt>
                <c:pt idx="297">
                  <c:v>8032.6715999999997</c:v>
                </c:pt>
                <c:pt idx="298">
                  <c:v>7877.1713</c:v>
                </c:pt>
                <c:pt idx="299">
                  <c:v>7819.1448</c:v>
                </c:pt>
                <c:pt idx="300">
                  <c:v>7684.5011999999997</c:v>
                </c:pt>
                <c:pt idx="301">
                  <c:v>8636.4154999999992</c:v>
                </c:pt>
                <c:pt idx="302">
                  <c:v>8781.6758000000009</c:v>
                </c:pt>
                <c:pt idx="303">
                  <c:v>8724.8048999999992</c:v>
                </c:pt>
                <c:pt idx="304">
                  <c:v>8615.3212999999996</c:v>
                </c:pt>
                <c:pt idx="305">
                  <c:v>8638.8727999999992</c:v>
                </c:pt>
                <c:pt idx="306">
                  <c:v>8681.4125999999997</c:v>
                </c:pt>
                <c:pt idx="307">
                  <c:v>8648.7662</c:v>
                </c:pt>
                <c:pt idx="308">
                  <c:v>8668.6900999999998</c:v>
                </c:pt>
                <c:pt idx="309">
                  <c:v>8774.5151999999998</c:v>
                </c:pt>
                <c:pt idx="310">
                  <c:v>8704.6668000000009</c:v>
                </c:pt>
                <c:pt idx="311">
                  <c:v>8821.5275000000001</c:v>
                </c:pt>
                <c:pt idx="312">
                  <c:v>8866.9613000000008</c:v>
                </c:pt>
                <c:pt idx="313">
                  <c:v>8889.5475999999999</c:v>
                </c:pt>
                <c:pt idx="314">
                  <c:v>8814.1381999999994</c:v>
                </c:pt>
                <c:pt idx="315">
                  <c:v>8724.7471999999998</c:v>
                </c:pt>
                <c:pt idx="316">
                  <c:v>8662.9354000000003</c:v>
                </c:pt>
                <c:pt idx="317">
                  <c:v>8648.1913999999997</c:v>
                </c:pt>
                <c:pt idx="318">
                  <c:v>8654.9469000000008</c:v>
                </c:pt>
                <c:pt idx="319">
                  <c:v>8634.0918999999994</c:v>
                </c:pt>
                <c:pt idx="320">
                  <c:v>8597.0982999999997</c:v>
                </c:pt>
                <c:pt idx="321">
                  <c:v>8594.0324999999993</c:v>
                </c:pt>
                <c:pt idx="322">
                  <c:v>8566.3613999999998</c:v>
                </c:pt>
                <c:pt idx="323">
                  <c:v>8425.9971000000005</c:v>
                </c:pt>
                <c:pt idx="324">
                  <c:v>8442.2877000000008</c:v>
                </c:pt>
                <c:pt idx="325">
                  <c:v>8407.6584999999995</c:v>
                </c:pt>
                <c:pt idx="326">
                  <c:v>8513.8384000000005</c:v>
                </c:pt>
                <c:pt idx="327">
                  <c:v>8527.8143999999993</c:v>
                </c:pt>
                <c:pt idx="328">
                  <c:v>8430.9318999999996</c:v>
                </c:pt>
                <c:pt idx="329">
                  <c:v>8511.1900999999998</c:v>
                </c:pt>
                <c:pt idx="330">
                  <c:v>8580.8837999999996</c:v>
                </c:pt>
                <c:pt idx="331">
                  <c:v>8494.6452000000008</c:v>
                </c:pt>
                <c:pt idx="332">
                  <c:v>8492.9789999999994</c:v>
                </c:pt>
                <c:pt idx="333">
                  <c:v>8567.3983000000007</c:v>
                </c:pt>
                <c:pt idx="334">
                  <c:v>8538.0460000000003</c:v>
                </c:pt>
                <c:pt idx="335">
                  <c:v>8461.6067999999996</c:v>
                </c:pt>
                <c:pt idx="336">
                  <c:v>8344.5030999999999</c:v>
                </c:pt>
                <c:pt idx="337">
                  <c:v>8442.9071000000004</c:v>
                </c:pt>
                <c:pt idx="338">
                  <c:v>8330.7733000000007</c:v>
                </c:pt>
                <c:pt idx="339">
                  <c:v>8321.8299000000006</c:v>
                </c:pt>
                <c:pt idx="340">
                  <c:v>8318.6679000000004</c:v>
                </c:pt>
                <c:pt idx="341">
                  <c:v>8320.7063999999991</c:v>
                </c:pt>
                <c:pt idx="342">
                  <c:v>8260.7451999999994</c:v>
                </c:pt>
                <c:pt idx="343">
                  <c:v>8263.1172000000006</c:v>
                </c:pt>
                <c:pt idx="344">
                  <c:v>8170.9255000000003</c:v>
                </c:pt>
                <c:pt idx="345">
                  <c:v>8208.0678000000007</c:v>
                </c:pt>
                <c:pt idx="346">
                  <c:v>8286.1116999999995</c:v>
                </c:pt>
                <c:pt idx="347">
                  <c:v>8222.5398000000005</c:v>
                </c:pt>
                <c:pt idx="348">
                  <c:v>8173.4483</c:v>
                </c:pt>
                <c:pt idx="349">
                  <c:v>8105.8462</c:v>
                </c:pt>
                <c:pt idx="350">
                  <c:v>8156.0280000000002</c:v>
                </c:pt>
                <c:pt idx="351">
                  <c:v>8118.2749000000003</c:v>
                </c:pt>
                <c:pt idx="352">
                  <c:v>8133.6605</c:v>
                </c:pt>
                <c:pt idx="353">
                  <c:v>8155.8450999999995</c:v>
                </c:pt>
                <c:pt idx="354">
                  <c:v>8116.1494000000002</c:v>
                </c:pt>
                <c:pt idx="355">
                  <c:v>8114.5742</c:v>
                </c:pt>
                <c:pt idx="356">
                  <c:v>8023.8743999999997</c:v>
                </c:pt>
                <c:pt idx="357">
                  <c:v>8020.6639999999998</c:v>
                </c:pt>
                <c:pt idx="358">
                  <c:v>8078.6611000000003</c:v>
                </c:pt>
                <c:pt idx="359">
                  <c:v>8162.0663999999997</c:v>
                </c:pt>
                <c:pt idx="360">
                  <c:v>8196.2168000000001</c:v>
                </c:pt>
                <c:pt idx="361">
                  <c:v>8287.7821000000004</c:v>
                </c:pt>
                <c:pt idx="362">
                  <c:v>8307.8322000000007</c:v>
                </c:pt>
                <c:pt idx="363">
                  <c:v>8280.0784000000003</c:v>
                </c:pt>
                <c:pt idx="364">
                  <c:v>8451.2507000000005</c:v>
                </c:pt>
                <c:pt idx="365">
                  <c:v>8430.7898000000005</c:v>
                </c:pt>
                <c:pt idx="366">
                  <c:v>8391.1980000000003</c:v>
                </c:pt>
                <c:pt idx="367">
                  <c:v>8369.8660999999993</c:v>
                </c:pt>
                <c:pt idx="368">
                  <c:v>8210.0080999999991</c:v>
                </c:pt>
                <c:pt idx="369">
                  <c:v>8071.9413999999997</c:v>
                </c:pt>
                <c:pt idx="370">
                  <c:v>8164.1815999999999</c:v>
                </c:pt>
                <c:pt idx="371">
                  <c:v>8220.2314999999999</c:v>
                </c:pt>
                <c:pt idx="372">
                  <c:v>8158.8662999999997</c:v>
                </c:pt>
                <c:pt idx="373">
                  <c:v>8210.3567999999996</c:v>
                </c:pt>
                <c:pt idx="374">
                  <c:v>8150.0641999999998</c:v>
                </c:pt>
                <c:pt idx="375">
                  <c:v>8259.4601999999995</c:v>
                </c:pt>
                <c:pt idx="376">
                  <c:v>8218.3845999999994</c:v>
                </c:pt>
                <c:pt idx="377">
                  <c:v>8248.6411000000007</c:v>
                </c:pt>
                <c:pt idx="378">
                  <c:v>8360.5694999999996</c:v>
                </c:pt>
                <c:pt idx="379">
                  <c:v>8117.1390000000001</c:v>
                </c:pt>
                <c:pt idx="380">
                  <c:v>8059.6184999999996</c:v>
                </c:pt>
                <c:pt idx="381">
                  <c:v>8087.2170999999998</c:v>
                </c:pt>
                <c:pt idx="382">
                  <c:v>8024.9624000000003</c:v>
                </c:pt>
                <c:pt idx="383">
                  <c:v>7918.8405000000002</c:v>
                </c:pt>
                <c:pt idx="384">
                  <c:v>7848.0878000000002</c:v>
                </c:pt>
                <c:pt idx="385">
                  <c:v>7829.4443000000001</c:v>
                </c:pt>
                <c:pt idx="386">
                  <c:v>7941.4616999999998</c:v>
                </c:pt>
                <c:pt idx="387">
                  <c:v>7853.9111999999996</c:v>
                </c:pt>
                <c:pt idx="388">
                  <c:v>7909.9009999999998</c:v>
                </c:pt>
                <c:pt idx="389">
                  <c:v>7921.0457999999999</c:v>
                </c:pt>
                <c:pt idx="390">
                  <c:v>8153.6161000000002</c:v>
                </c:pt>
                <c:pt idx="391">
                  <c:v>8175.3626000000004</c:v>
                </c:pt>
                <c:pt idx="392">
                  <c:v>8162.2829000000002</c:v>
                </c:pt>
                <c:pt idx="393">
                  <c:v>8135.7403999999997</c:v>
                </c:pt>
                <c:pt idx="394">
                  <c:v>7999.5703999999996</c:v>
                </c:pt>
                <c:pt idx="395">
                  <c:v>7979.5563000000002</c:v>
                </c:pt>
                <c:pt idx="396">
                  <c:v>8142.4120000000003</c:v>
                </c:pt>
                <c:pt idx="397">
                  <c:v>8122.7861999999996</c:v>
                </c:pt>
                <c:pt idx="398">
                  <c:v>8340.7055</c:v>
                </c:pt>
                <c:pt idx="399">
                  <c:v>8488.1941999999999</c:v>
                </c:pt>
                <c:pt idx="400">
                  <c:v>8602.8741000000009</c:v>
                </c:pt>
                <c:pt idx="401">
                  <c:v>8407.1497999999992</c:v>
                </c:pt>
                <c:pt idx="402">
                  <c:v>8568.0388999999996</c:v>
                </c:pt>
                <c:pt idx="403">
                  <c:v>8376.4307000000008</c:v>
                </c:pt>
                <c:pt idx="404">
                  <c:v>8354.1074000000008</c:v>
                </c:pt>
                <c:pt idx="405">
                  <c:v>8201.7708999999995</c:v>
                </c:pt>
                <c:pt idx="406">
                  <c:v>8181.3549000000003</c:v>
                </c:pt>
                <c:pt idx="407">
                  <c:v>8322.6509999999998</c:v>
                </c:pt>
                <c:pt idx="408">
                  <c:v>8404.6237000000001</c:v>
                </c:pt>
                <c:pt idx="409">
                  <c:v>8434.0242999999991</c:v>
                </c:pt>
                <c:pt idx="410">
                  <c:v>8441.4704000000002</c:v>
                </c:pt>
                <c:pt idx="411">
                  <c:v>8446.0838999999996</c:v>
                </c:pt>
                <c:pt idx="412">
                  <c:v>8396.2258999999995</c:v>
                </c:pt>
                <c:pt idx="413">
                  <c:v>8360.5797999999995</c:v>
                </c:pt>
                <c:pt idx="414">
                  <c:v>8436.3848999999991</c:v>
                </c:pt>
                <c:pt idx="415">
                  <c:v>8182.1854000000003</c:v>
                </c:pt>
                <c:pt idx="416">
                  <c:v>8331.2368000000006</c:v>
                </c:pt>
                <c:pt idx="417">
                  <c:v>8222.9182999999994</c:v>
                </c:pt>
                <c:pt idx="418">
                  <c:v>8484.81</c:v>
                </c:pt>
                <c:pt idx="419">
                  <c:v>8395.3737999999994</c:v>
                </c:pt>
                <c:pt idx="420">
                  <c:v>8088.86</c:v>
                </c:pt>
                <c:pt idx="421">
                  <c:v>8378.9668000000001</c:v>
                </c:pt>
                <c:pt idx="422">
                  <c:v>9306.9163000000008</c:v>
                </c:pt>
                <c:pt idx="423">
                  <c:v>8933.6851999999999</c:v>
                </c:pt>
                <c:pt idx="424">
                  <c:v>8807.7608</c:v>
                </c:pt>
                <c:pt idx="425">
                  <c:v>8910.7721999999994</c:v>
                </c:pt>
                <c:pt idx="426">
                  <c:v>8379.9573999999993</c:v>
                </c:pt>
                <c:pt idx="427">
                  <c:v>8228.4570999999996</c:v>
                </c:pt>
                <c:pt idx="428">
                  <c:v>8028.4784</c:v>
                </c:pt>
                <c:pt idx="429">
                  <c:v>7849.9084999999995</c:v>
                </c:pt>
                <c:pt idx="430">
                  <c:v>7782.4332000000004</c:v>
                </c:pt>
                <c:pt idx="431">
                  <c:v>7457.4531999999999</c:v>
                </c:pt>
                <c:pt idx="432">
                  <c:v>7400.1562000000004</c:v>
                </c:pt>
                <c:pt idx="433">
                  <c:v>7301.0586000000003</c:v>
                </c:pt>
                <c:pt idx="434">
                  <c:v>7200.7075000000004</c:v>
                </c:pt>
                <c:pt idx="435">
                  <c:v>7109.4850999999999</c:v>
                </c:pt>
                <c:pt idx="436">
                  <c:v>7065.6111000000001</c:v>
                </c:pt>
                <c:pt idx="437">
                  <c:v>6981.7043000000003</c:v>
                </c:pt>
                <c:pt idx="438">
                  <c:v>6903.9117999999999</c:v>
                </c:pt>
                <c:pt idx="439">
                  <c:v>7016.7452999999996</c:v>
                </c:pt>
                <c:pt idx="440">
                  <c:v>7022.4664000000002</c:v>
                </c:pt>
                <c:pt idx="441">
                  <c:v>7216.3944000000001</c:v>
                </c:pt>
                <c:pt idx="442">
                  <c:v>7245.7986000000001</c:v>
                </c:pt>
                <c:pt idx="443">
                  <c:v>7357.3190000000004</c:v>
                </c:pt>
                <c:pt idx="444">
                  <c:v>7445.2758000000003</c:v>
                </c:pt>
                <c:pt idx="445">
                  <c:v>7490.5703999999996</c:v>
                </c:pt>
                <c:pt idx="446">
                  <c:v>7452.95</c:v>
                </c:pt>
                <c:pt idx="447">
                  <c:v>7500.4490999999998</c:v>
                </c:pt>
                <c:pt idx="448">
                  <c:v>7583.5832</c:v>
                </c:pt>
                <c:pt idx="449">
                  <c:v>7464.6522999999997</c:v>
                </c:pt>
                <c:pt idx="450">
                  <c:v>7377.8397000000004</c:v>
                </c:pt>
                <c:pt idx="451">
                  <c:v>7441.5510000000004</c:v>
                </c:pt>
                <c:pt idx="452">
                  <c:v>7353.2340999999997</c:v>
                </c:pt>
                <c:pt idx="453">
                  <c:v>7357.4327999999996</c:v>
                </c:pt>
                <c:pt idx="454">
                  <c:v>7404.7275</c:v>
                </c:pt>
                <c:pt idx="455">
                  <c:v>7392.0541999999996</c:v>
                </c:pt>
                <c:pt idx="456">
                  <c:v>7308.5717999999997</c:v>
                </c:pt>
                <c:pt idx="457">
                  <c:v>7227.9422999999997</c:v>
                </c:pt>
                <c:pt idx="458">
                  <c:v>7245.1824999999999</c:v>
                </c:pt>
                <c:pt idx="459">
                  <c:v>7198.8996999999999</c:v>
                </c:pt>
                <c:pt idx="460">
                  <c:v>7157.3258999999998</c:v>
                </c:pt>
                <c:pt idx="461">
                  <c:v>7115.0816000000004</c:v>
                </c:pt>
                <c:pt idx="462">
                  <c:v>7157.9893000000002</c:v>
                </c:pt>
                <c:pt idx="463">
                  <c:v>7066.4111000000003</c:v>
                </c:pt>
                <c:pt idx="464">
                  <c:v>7111.5469000000003</c:v>
                </c:pt>
                <c:pt idx="465">
                  <c:v>7334.9297999999999</c:v>
                </c:pt>
                <c:pt idx="466">
                  <c:v>7401.5344999999998</c:v>
                </c:pt>
                <c:pt idx="467">
                  <c:v>7374.0254999999997</c:v>
                </c:pt>
                <c:pt idx="468">
                  <c:v>7213.6936999999998</c:v>
                </c:pt>
                <c:pt idx="469">
                  <c:v>7308.63</c:v>
                </c:pt>
                <c:pt idx="470">
                  <c:v>7227.3684999999996</c:v>
                </c:pt>
                <c:pt idx="471">
                  <c:v>7234.1019999999999</c:v>
                </c:pt>
                <c:pt idx="472">
                  <c:v>7373.4303</c:v>
                </c:pt>
                <c:pt idx="473">
                  <c:v>7370.9065000000001</c:v>
                </c:pt>
                <c:pt idx="474">
                  <c:v>7369.1602999999996</c:v>
                </c:pt>
                <c:pt idx="475">
                  <c:v>7321.9084999999995</c:v>
                </c:pt>
                <c:pt idx="476">
                  <c:v>7537.3530000000001</c:v>
                </c:pt>
                <c:pt idx="477">
                  <c:v>7460.8923000000004</c:v>
                </c:pt>
                <c:pt idx="478">
                  <c:v>7574.2507999999998</c:v>
                </c:pt>
                <c:pt idx="479">
                  <c:v>7693.7587999999996</c:v>
                </c:pt>
                <c:pt idx="480">
                  <c:v>7739.7311</c:v>
                </c:pt>
                <c:pt idx="481">
                  <c:v>7681.3603999999996</c:v>
                </c:pt>
                <c:pt idx="482">
                  <c:v>7627.6836000000003</c:v>
                </c:pt>
                <c:pt idx="483">
                  <c:v>7776.8388000000004</c:v>
                </c:pt>
                <c:pt idx="484">
                  <c:v>7803.4521999999997</c:v>
                </c:pt>
                <c:pt idx="485">
                  <c:v>7914.5744000000004</c:v>
                </c:pt>
                <c:pt idx="486">
                  <c:v>8028.5455000000002</c:v>
                </c:pt>
                <c:pt idx="487">
                  <c:v>7970.3760000000002</c:v>
                </c:pt>
                <c:pt idx="488">
                  <c:v>7934.2268999999997</c:v>
                </c:pt>
                <c:pt idx="489">
                  <c:v>7765.0834000000004</c:v>
                </c:pt>
                <c:pt idx="490">
                  <c:v>7645.0469999999996</c:v>
                </c:pt>
                <c:pt idx="491">
                  <c:v>7791.8153000000002</c:v>
                </c:pt>
                <c:pt idx="492">
                  <c:v>7831.357</c:v>
                </c:pt>
                <c:pt idx="493">
                  <c:v>7808.7004999999999</c:v>
                </c:pt>
                <c:pt idx="494">
                  <c:v>7820.5137000000004</c:v>
                </c:pt>
                <c:pt idx="495">
                  <c:v>7990.9857000000002</c:v>
                </c:pt>
                <c:pt idx="496">
                  <c:v>7887.0272000000004</c:v>
                </c:pt>
                <c:pt idx="497">
                  <c:v>7710.7595000000001</c:v>
                </c:pt>
                <c:pt idx="498">
                  <c:v>7581.6678000000002</c:v>
                </c:pt>
                <c:pt idx="499">
                  <c:v>7661.4373999999998</c:v>
                </c:pt>
                <c:pt idx="500">
                  <c:v>7643.4447</c:v>
                </c:pt>
                <c:pt idx="501">
                  <c:v>7631.9159</c:v>
                </c:pt>
                <c:pt idx="502">
                  <c:v>7680.1135999999997</c:v>
                </c:pt>
                <c:pt idx="503">
                  <c:v>7906.3688000000002</c:v>
                </c:pt>
                <c:pt idx="504">
                  <c:v>7863.0859</c:v>
                </c:pt>
                <c:pt idx="505">
                  <c:v>7797.5938999999998</c:v>
                </c:pt>
                <c:pt idx="506">
                  <c:v>7902.7734</c:v>
                </c:pt>
                <c:pt idx="507">
                  <c:v>7909.7264999999998</c:v>
                </c:pt>
                <c:pt idx="508">
                  <c:v>7810.0167000000001</c:v>
                </c:pt>
                <c:pt idx="509">
                  <c:v>7854.3037999999997</c:v>
                </c:pt>
                <c:pt idx="510">
                  <c:v>8019.9237999999996</c:v>
                </c:pt>
                <c:pt idx="511">
                  <c:v>8073.6997000000001</c:v>
                </c:pt>
                <c:pt idx="512">
                  <c:v>7998.9967999999999</c:v>
                </c:pt>
                <c:pt idx="513">
                  <c:v>7853.5789000000004</c:v>
                </c:pt>
                <c:pt idx="514">
                  <c:v>7881.192</c:v>
                </c:pt>
                <c:pt idx="515">
                  <c:v>7959.9229999999998</c:v>
                </c:pt>
                <c:pt idx="516">
                  <c:v>7973.9530000000004</c:v>
                </c:pt>
                <c:pt idx="517">
                  <c:v>8056.5625</c:v>
                </c:pt>
                <c:pt idx="518">
                  <c:v>7998.9601000000002</c:v>
                </c:pt>
                <c:pt idx="519">
                  <c:v>7900.634</c:v>
                </c:pt>
                <c:pt idx="520">
                  <c:v>7808.2019</c:v>
                </c:pt>
                <c:pt idx="521">
                  <c:v>7887.7192999999997</c:v>
                </c:pt>
                <c:pt idx="522">
                  <c:v>7812.3492999999999</c:v>
                </c:pt>
                <c:pt idx="523">
                  <c:v>7531.0346</c:v>
                </c:pt>
                <c:pt idx="524">
                  <c:v>7385.6369000000004</c:v>
                </c:pt>
                <c:pt idx="525">
                  <c:v>7407.9681</c:v>
                </c:pt>
                <c:pt idx="526">
                  <c:v>7326.5255999999999</c:v>
                </c:pt>
                <c:pt idx="527">
                  <c:v>7273.4760999999999</c:v>
                </c:pt>
                <c:pt idx="528">
                  <c:v>7192.5524999999998</c:v>
                </c:pt>
                <c:pt idx="529">
                  <c:v>7188.1907000000001</c:v>
                </c:pt>
                <c:pt idx="530">
                  <c:v>7130.8639000000003</c:v>
                </c:pt>
                <c:pt idx="531">
                  <c:v>7069.5594000000001</c:v>
                </c:pt>
                <c:pt idx="532">
                  <c:v>6986.5047999999997</c:v>
                </c:pt>
                <c:pt idx="533">
                  <c:v>6899.1952000000001</c:v>
                </c:pt>
                <c:pt idx="534">
                  <c:v>6802.9574000000002</c:v>
                </c:pt>
                <c:pt idx="535">
                  <c:v>6815.6998000000003</c:v>
                </c:pt>
                <c:pt idx="536">
                  <c:v>6815.7637999999997</c:v>
                </c:pt>
                <c:pt idx="537">
                  <c:v>6752.0953</c:v>
                </c:pt>
                <c:pt idx="538">
                  <c:v>6690.7498999999998</c:v>
                </c:pt>
                <c:pt idx="539">
                  <c:v>6660.9016000000001</c:v>
                </c:pt>
                <c:pt idx="540">
                  <c:v>6744.0075999999999</c:v>
                </c:pt>
                <c:pt idx="541">
                  <c:v>6719.7128000000002</c:v>
                </c:pt>
                <c:pt idx="542">
                  <c:v>6786.3285999999998</c:v>
                </c:pt>
                <c:pt idx="543">
                  <c:v>6775.9489999999996</c:v>
                </c:pt>
                <c:pt idx="544">
                  <c:v>6661.7771000000002</c:v>
                </c:pt>
              </c:numCache>
            </c:numRef>
          </c:val>
          <c:smooth val="0"/>
          <c:extLst>
            <c:ext xmlns:c16="http://schemas.microsoft.com/office/drawing/2014/chart" uri="{C3380CC4-5D6E-409C-BE32-E72D297353CC}">
              <c16:uniqueId val="{00000001-0E99-CB49-8F23-02A00B8D96F9}"/>
            </c:ext>
          </c:extLst>
        </c:ser>
        <c:dLbls>
          <c:showLegendKey val="0"/>
          <c:showVal val="0"/>
          <c:showCatName val="0"/>
          <c:showSerName val="0"/>
          <c:showPercent val="0"/>
          <c:showBubbleSize val="0"/>
        </c:dLbls>
        <c:marker val="1"/>
        <c:smooth val="0"/>
        <c:axId val="2000001440"/>
        <c:axId val="2000001441"/>
      </c:lineChart>
      <c:lineChart>
        <c:grouping val="standard"/>
        <c:varyColors val="0"/>
        <c:ser>
          <c:idx val="0"/>
          <c:order val="0"/>
          <c:tx>
            <c:strRef>
              <c:f>图2走势分化!$B$10</c:f>
              <c:strCache>
                <c:ptCount val="1"/>
                <c:pt idx="0">
                  <c:v>恒生指数（全收益）（右轴，点）</c:v>
                </c:pt>
              </c:strCache>
            </c:strRef>
          </c:tx>
          <c:spPr>
            <a:ln w="28575">
              <a:solidFill>
                <a:srgbClr val="7C80C8"/>
              </a:solidFill>
              <a:prstDash val="solid"/>
            </a:ln>
          </c:spPr>
          <c:marker>
            <c:symbol val="none"/>
          </c:marker>
          <c:cat>
            <c:numRef>
              <c:f>图2走势分化!$A$17:$A$561</c:f>
              <c:numCache>
                <c:formatCode>yyyy\-mm\-dd</c:formatCode>
                <c:ptCount val="545"/>
                <c:pt idx="0">
                  <c:v>46202</c:v>
                </c:pt>
                <c:pt idx="1">
                  <c:v>46199</c:v>
                </c:pt>
                <c:pt idx="2">
                  <c:v>46198</c:v>
                </c:pt>
                <c:pt idx="3">
                  <c:v>46197</c:v>
                </c:pt>
                <c:pt idx="4">
                  <c:v>46196</c:v>
                </c:pt>
                <c:pt idx="5">
                  <c:v>46195</c:v>
                </c:pt>
                <c:pt idx="6">
                  <c:v>46191</c:v>
                </c:pt>
                <c:pt idx="7">
                  <c:v>46190</c:v>
                </c:pt>
                <c:pt idx="8">
                  <c:v>46189</c:v>
                </c:pt>
                <c:pt idx="9">
                  <c:v>46188</c:v>
                </c:pt>
                <c:pt idx="10">
                  <c:v>46185</c:v>
                </c:pt>
                <c:pt idx="11">
                  <c:v>46184</c:v>
                </c:pt>
                <c:pt idx="12">
                  <c:v>46183</c:v>
                </c:pt>
                <c:pt idx="13">
                  <c:v>46182</c:v>
                </c:pt>
                <c:pt idx="14">
                  <c:v>46181</c:v>
                </c:pt>
                <c:pt idx="15">
                  <c:v>46178</c:v>
                </c:pt>
                <c:pt idx="16">
                  <c:v>46177</c:v>
                </c:pt>
                <c:pt idx="17">
                  <c:v>46176</c:v>
                </c:pt>
                <c:pt idx="18">
                  <c:v>46175</c:v>
                </c:pt>
                <c:pt idx="19">
                  <c:v>46174</c:v>
                </c:pt>
                <c:pt idx="20">
                  <c:v>46171</c:v>
                </c:pt>
                <c:pt idx="21">
                  <c:v>46170</c:v>
                </c:pt>
                <c:pt idx="22">
                  <c:v>46169</c:v>
                </c:pt>
                <c:pt idx="23">
                  <c:v>46168</c:v>
                </c:pt>
                <c:pt idx="24">
                  <c:v>46164</c:v>
                </c:pt>
                <c:pt idx="25">
                  <c:v>46163</c:v>
                </c:pt>
                <c:pt idx="26">
                  <c:v>46162</c:v>
                </c:pt>
                <c:pt idx="27">
                  <c:v>46161</c:v>
                </c:pt>
                <c:pt idx="28">
                  <c:v>46160</c:v>
                </c:pt>
                <c:pt idx="29">
                  <c:v>46157</c:v>
                </c:pt>
                <c:pt idx="30">
                  <c:v>46156</c:v>
                </c:pt>
                <c:pt idx="31">
                  <c:v>46155</c:v>
                </c:pt>
                <c:pt idx="32">
                  <c:v>46154</c:v>
                </c:pt>
                <c:pt idx="33">
                  <c:v>46153</c:v>
                </c:pt>
                <c:pt idx="34">
                  <c:v>46150</c:v>
                </c:pt>
                <c:pt idx="35">
                  <c:v>46149</c:v>
                </c:pt>
                <c:pt idx="36">
                  <c:v>46148</c:v>
                </c:pt>
                <c:pt idx="37">
                  <c:v>46147</c:v>
                </c:pt>
                <c:pt idx="38">
                  <c:v>46146</c:v>
                </c:pt>
                <c:pt idx="39">
                  <c:v>46142</c:v>
                </c:pt>
                <c:pt idx="40">
                  <c:v>46141</c:v>
                </c:pt>
                <c:pt idx="41">
                  <c:v>46140</c:v>
                </c:pt>
                <c:pt idx="42">
                  <c:v>46139</c:v>
                </c:pt>
                <c:pt idx="43">
                  <c:v>46136</c:v>
                </c:pt>
                <c:pt idx="44">
                  <c:v>46135</c:v>
                </c:pt>
                <c:pt idx="45">
                  <c:v>46134</c:v>
                </c:pt>
                <c:pt idx="46">
                  <c:v>46133</c:v>
                </c:pt>
                <c:pt idx="47">
                  <c:v>46132</c:v>
                </c:pt>
                <c:pt idx="48">
                  <c:v>46129</c:v>
                </c:pt>
                <c:pt idx="49">
                  <c:v>46128</c:v>
                </c:pt>
                <c:pt idx="50">
                  <c:v>46127</c:v>
                </c:pt>
                <c:pt idx="51">
                  <c:v>46126</c:v>
                </c:pt>
                <c:pt idx="52">
                  <c:v>46125</c:v>
                </c:pt>
                <c:pt idx="53">
                  <c:v>46122</c:v>
                </c:pt>
                <c:pt idx="54">
                  <c:v>46121</c:v>
                </c:pt>
                <c:pt idx="55">
                  <c:v>46120</c:v>
                </c:pt>
                <c:pt idx="56">
                  <c:v>46114</c:v>
                </c:pt>
                <c:pt idx="57">
                  <c:v>46113</c:v>
                </c:pt>
                <c:pt idx="58">
                  <c:v>46112</c:v>
                </c:pt>
                <c:pt idx="59">
                  <c:v>46111</c:v>
                </c:pt>
                <c:pt idx="60">
                  <c:v>46108</c:v>
                </c:pt>
                <c:pt idx="61">
                  <c:v>46107</c:v>
                </c:pt>
                <c:pt idx="62">
                  <c:v>46106</c:v>
                </c:pt>
                <c:pt idx="63">
                  <c:v>46105</c:v>
                </c:pt>
                <c:pt idx="64">
                  <c:v>46104</c:v>
                </c:pt>
                <c:pt idx="65">
                  <c:v>46101</c:v>
                </c:pt>
                <c:pt idx="66">
                  <c:v>46100</c:v>
                </c:pt>
                <c:pt idx="67">
                  <c:v>46099</c:v>
                </c:pt>
                <c:pt idx="68">
                  <c:v>46098</c:v>
                </c:pt>
                <c:pt idx="69">
                  <c:v>46097</c:v>
                </c:pt>
                <c:pt idx="70">
                  <c:v>46094</c:v>
                </c:pt>
                <c:pt idx="71">
                  <c:v>46093</c:v>
                </c:pt>
                <c:pt idx="72">
                  <c:v>46092</c:v>
                </c:pt>
                <c:pt idx="73">
                  <c:v>46091</c:v>
                </c:pt>
                <c:pt idx="74">
                  <c:v>46090</c:v>
                </c:pt>
                <c:pt idx="75">
                  <c:v>46087</c:v>
                </c:pt>
                <c:pt idx="76">
                  <c:v>46086</c:v>
                </c:pt>
                <c:pt idx="77">
                  <c:v>46085</c:v>
                </c:pt>
                <c:pt idx="78">
                  <c:v>46084</c:v>
                </c:pt>
                <c:pt idx="79">
                  <c:v>46083</c:v>
                </c:pt>
                <c:pt idx="80">
                  <c:v>46080</c:v>
                </c:pt>
                <c:pt idx="81">
                  <c:v>46079</c:v>
                </c:pt>
                <c:pt idx="82">
                  <c:v>46078</c:v>
                </c:pt>
                <c:pt idx="83">
                  <c:v>46077</c:v>
                </c:pt>
                <c:pt idx="84">
                  <c:v>46076</c:v>
                </c:pt>
                <c:pt idx="85">
                  <c:v>46073</c:v>
                </c:pt>
                <c:pt idx="86">
                  <c:v>46069</c:v>
                </c:pt>
                <c:pt idx="87">
                  <c:v>46066</c:v>
                </c:pt>
                <c:pt idx="88">
                  <c:v>46065</c:v>
                </c:pt>
                <c:pt idx="89">
                  <c:v>46064</c:v>
                </c:pt>
                <c:pt idx="90">
                  <c:v>46063</c:v>
                </c:pt>
                <c:pt idx="91">
                  <c:v>46062</c:v>
                </c:pt>
                <c:pt idx="92">
                  <c:v>46059</c:v>
                </c:pt>
                <c:pt idx="93">
                  <c:v>46058</c:v>
                </c:pt>
                <c:pt idx="94">
                  <c:v>46057</c:v>
                </c:pt>
                <c:pt idx="95">
                  <c:v>46056</c:v>
                </c:pt>
                <c:pt idx="96">
                  <c:v>46055</c:v>
                </c:pt>
                <c:pt idx="97">
                  <c:v>46052</c:v>
                </c:pt>
                <c:pt idx="98">
                  <c:v>46051</c:v>
                </c:pt>
                <c:pt idx="99">
                  <c:v>46050</c:v>
                </c:pt>
                <c:pt idx="100">
                  <c:v>46049</c:v>
                </c:pt>
                <c:pt idx="101">
                  <c:v>46048</c:v>
                </c:pt>
                <c:pt idx="102">
                  <c:v>46045</c:v>
                </c:pt>
                <c:pt idx="103">
                  <c:v>46044</c:v>
                </c:pt>
                <c:pt idx="104">
                  <c:v>46043</c:v>
                </c:pt>
                <c:pt idx="105">
                  <c:v>46042</c:v>
                </c:pt>
                <c:pt idx="106">
                  <c:v>46041</c:v>
                </c:pt>
                <c:pt idx="107">
                  <c:v>46038</c:v>
                </c:pt>
                <c:pt idx="108">
                  <c:v>46037</c:v>
                </c:pt>
                <c:pt idx="109">
                  <c:v>46036</c:v>
                </c:pt>
                <c:pt idx="110">
                  <c:v>46035</c:v>
                </c:pt>
                <c:pt idx="111">
                  <c:v>46034</c:v>
                </c:pt>
                <c:pt idx="112">
                  <c:v>46031</c:v>
                </c:pt>
                <c:pt idx="113">
                  <c:v>46030</c:v>
                </c:pt>
                <c:pt idx="114">
                  <c:v>46029</c:v>
                </c:pt>
                <c:pt idx="115">
                  <c:v>46028</c:v>
                </c:pt>
                <c:pt idx="116">
                  <c:v>46027</c:v>
                </c:pt>
                <c:pt idx="117">
                  <c:v>46024</c:v>
                </c:pt>
                <c:pt idx="118">
                  <c:v>46022</c:v>
                </c:pt>
                <c:pt idx="119">
                  <c:v>46021</c:v>
                </c:pt>
                <c:pt idx="120">
                  <c:v>46020</c:v>
                </c:pt>
                <c:pt idx="121">
                  <c:v>46015</c:v>
                </c:pt>
                <c:pt idx="122">
                  <c:v>46014</c:v>
                </c:pt>
                <c:pt idx="123">
                  <c:v>46013</c:v>
                </c:pt>
                <c:pt idx="124">
                  <c:v>46010</c:v>
                </c:pt>
                <c:pt idx="125">
                  <c:v>46009</c:v>
                </c:pt>
                <c:pt idx="126">
                  <c:v>46008</c:v>
                </c:pt>
                <c:pt idx="127">
                  <c:v>46007</c:v>
                </c:pt>
                <c:pt idx="128">
                  <c:v>46006</c:v>
                </c:pt>
                <c:pt idx="129">
                  <c:v>46003</c:v>
                </c:pt>
                <c:pt idx="130">
                  <c:v>46002</c:v>
                </c:pt>
                <c:pt idx="131">
                  <c:v>46001</c:v>
                </c:pt>
                <c:pt idx="132">
                  <c:v>46000</c:v>
                </c:pt>
                <c:pt idx="133">
                  <c:v>45999</c:v>
                </c:pt>
                <c:pt idx="134">
                  <c:v>45996</c:v>
                </c:pt>
                <c:pt idx="135">
                  <c:v>45995</c:v>
                </c:pt>
                <c:pt idx="136">
                  <c:v>45994</c:v>
                </c:pt>
                <c:pt idx="137">
                  <c:v>45993</c:v>
                </c:pt>
                <c:pt idx="138">
                  <c:v>45992</c:v>
                </c:pt>
                <c:pt idx="139">
                  <c:v>45989</c:v>
                </c:pt>
                <c:pt idx="140">
                  <c:v>45988</c:v>
                </c:pt>
                <c:pt idx="141">
                  <c:v>45987</c:v>
                </c:pt>
                <c:pt idx="142">
                  <c:v>45986</c:v>
                </c:pt>
                <c:pt idx="143">
                  <c:v>45985</c:v>
                </c:pt>
                <c:pt idx="144">
                  <c:v>45982</c:v>
                </c:pt>
                <c:pt idx="145">
                  <c:v>45981</c:v>
                </c:pt>
                <c:pt idx="146">
                  <c:v>45980</c:v>
                </c:pt>
                <c:pt idx="147">
                  <c:v>45979</c:v>
                </c:pt>
                <c:pt idx="148">
                  <c:v>45978</c:v>
                </c:pt>
                <c:pt idx="149">
                  <c:v>45975</c:v>
                </c:pt>
                <c:pt idx="150">
                  <c:v>45974</c:v>
                </c:pt>
                <c:pt idx="151">
                  <c:v>45973</c:v>
                </c:pt>
                <c:pt idx="152">
                  <c:v>45972</c:v>
                </c:pt>
                <c:pt idx="153">
                  <c:v>45971</c:v>
                </c:pt>
                <c:pt idx="154">
                  <c:v>45968</c:v>
                </c:pt>
                <c:pt idx="155">
                  <c:v>45967</c:v>
                </c:pt>
                <c:pt idx="156">
                  <c:v>45966</c:v>
                </c:pt>
                <c:pt idx="157">
                  <c:v>45965</c:v>
                </c:pt>
                <c:pt idx="158">
                  <c:v>45964</c:v>
                </c:pt>
                <c:pt idx="159">
                  <c:v>45961</c:v>
                </c:pt>
                <c:pt idx="160">
                  <c:v>45960</c:v>
                </c:pt>
                <c:pt idx="161">
                  <c:v>45958</c:v>
                </c:pt>
                <c:pt idx="162">
                  <c:v>45957</c:v>
                </c:pt>
                <c:pt idx="163">
                  <c:v>45954</c:v>
                </c:pt>
                <c:pt idx="164">
                  <c:v>45953</c:v>
                </c:pt>
                <c:pt idx="165">
                  <c:v>45952</c:v>
                </c:pt>
                <c:pt idx="166">
                  <c:v>45951</c:v>
                </c:pt>
                <c:pt idx="167">
                  <c:v>45950</c:v>
                </c:pt>
                <c:pt idx="168">
                  <c:v>45947</c:v>
                </c:pt>
                <c:pt idx="169">
                  <c:v>45946</c:v>
                </c:pt>
                <c:pt idx="170">
                  <c:v>45945</c:v>
                </c:pt>
                <c:pt idx="171">
                  <c:v>45944</c:v>
                </c:pt>
                <c:pt idx="172">
                  <c:v>45943</c:v>
                </c:pt>
                <c:pt idx="173">
                  <c:v>45940</c:v>
                </c:pt>
                <c:pt idx="174">
                  <c:v>45939</c:v>
                </c:pt>
                <c:pt idx="175">
                  <c:v>45938</c:v>
                </c:pt>
                <c:pt idx="176">
                  <c:v>45936</c:v>
                </c:pt>
                <c:pt idx="177">
                  <c:v>45933</c:v>
                </c:pt>
                <c:pt idx="178">
                  <c:v>45932</c:v>
                </c:pt>
                <c:pt idx="179">
                  <c:v>45930</c:v>
                </c:pt>
                <c:pt idx="180">
                  <c:v>45929</c:v>
                </c:pt>
                <c:pt idx="181">
                  <c:v>45926</c:v>
                </c:pt>
                <c:pt idx="182">
                  <c:v>45925</c:v>
                </c:pt>
                <c:pt idx="183">
                  <c:v>45924</c:v>
                </c:pt>
                <c:pt idx="184">
                  <c:v>45923</c:v>
                </c:pt>
                <c:pt idx="185">
                  <c:v>45922</c:v>
                </c:pt>
                <c:pt idx="186">
                  <c:v>45919</c:v>
                </c:pt>
                <c:pt idx="187">
                  <c:v>45918</c:v>
                </c:pt>
                <c:pt idx="188">
                  <c:v>45917</c:v>
                </c:pt>
                <c:pt idx="189">
                  <c:v>45916</c:v>
                </c:pt>
                <c:pt idx="190">
                  <c:v>45915</c:v>
                </c:pt>
                <c:pt idx="191">
                  <c:v>45912</c:v>
                </c:pt>
                <c:pt idx="192">
                  <c:v>45911</c:v>
                </c:pt>
                <c:pt idx="193">
                  <c:v>45910</c:v>
                </c:pt>
                <c:pt idx="194">
                  <c:v>45909</c:v>
                </c:pt>
                <c:pt idx="195">
                  <c:v>45908</c:v>
                </c:pt>
                <c:pt idx="196">
                  <c:v>45905</c:v>
                </c:pt>
                <c:pt idx="197">
                  <c:v>45904</c:v>
                </c:pt>
                <c:pt idx="198">
                  <c:v>45903</c:v>
                </c:pt>
                <c:pt idx="199">
                  <c:v>45902</c:v>
                </c:pt>
                <c:pt idx="200">
                  <c:v>45901</c:v>
                </c:pt>
                <c:pt idx="201">
                  <c:v>45898</c:v>
                </c:pt>
                <c:pt idx="202">
                  <c:v>45897</c:v>
                </c:pt>
                <c:pt idx="203">
                  <c:v>45896</c:v>
                </c:pt>
                <c:pt idx="204">
                  <c:v>45895</c:v>
                </c:pt>
                <c:pt idx="205">
                  <c:v>45894</c:v>
                </c:pt>
                <c:pt idx="206">
                  <c:v>45891</c:v>
                </c:pt>
                <c:pt idx="207">
                  <c:v>45890</c:v>
                </c:pt>
                <c:pt idx="208">
                  <c:v>45889</c:v>
                </c:pt>
                <c:pt idx="209">
                  <c:v>45888</c:v>
                </c:pt>
                <c:pt idx="210">
                  <c:v>45887</c:v>
                </c:pt>
                <c:pt idx="211">
                  <c:v>45884</c:v>
                </c:pt>
                <c:pt idx="212">
                  <c:v>45883</c:v>
                </c:pt>
                <c:pt idx="213">
                  <c:v>45882</c:v>
                </c:pt>
                <c:pt idx="214">
                  <c:v>45881</c:v>
                </c:pt>
                <c:pt idx="215">
                  <c:v>45880</c:v>
                </c:pt>
                <c:pt idx="216">
                  <c:v>45877</c:v>
                </c:pt>
                <c:pt idx="217">
                  <c:v>45876</c:v>
                </c:pt>
                <c:pt idx="218">
                  <c:v>45875</c:v>
                </c:pt>
                <c:pt idx="219">
                  <c:v>45874</c:v>
                </c:pt>
                <c:pt idx="220">
                  <c:v>45873</c:v>
                </c:pt>
                <c:pt idx="221">
                  <c:v>45870</c:v>
                </c:pt>
                <c:pt idx="222">
                  <c:v>45869</c:v>
                </c:pt>
                <c:pt idx="223">
                  <c:v>45868</c:v>
                </c:pt>
                <c:pt idx="224">
                  <c:v>45867</c:v>
                </c:pt>
                <c:pt idx="225">
                  <c:v>45866</c:v>
                </c:pt>
                <c:pt idx="226">
                  <c:v>45863</c:v>
                </c:pt>
                <c:pt idx="227">
                  <c:v>45862</c:v>
                </c:pt>
                <c:pt idx="228">
                  <c:v>45861</c:v>
                </c:pt>
                <c:pt idx="229">
                  <c:v>45860</c:v>
                </c:pt>
                <c:pt idx="230">
                  <c:v>45859</c:v>
                </c:pt>
                <c:pt idx="231">
                  <c:v>45856</c:v>
                </c:pt>
                <c:pt idx="232">
                  <c:v>45855</c:v>
                </c:pt>
                <c:pt idx="233">
                  <c:v>45854</c:v>
                </c:pt>
                <c:pt idx="234">
                  <c:v>45853</c:v>
                </c:pt>
                <c:pt idx="235">
                  <c:v>45852</c:v>
                </c:pt>
                <c:pt idx="236">
                  <c:v>45849</c:v>
                </c:pt>
                <c:pt idx="237">
                  <c:v>45848</c:v>
                </c:pt>
                <c:pt idx="238">
                  <c:v>45847</c:v>
                </c:pt>
                <c:pt idx="239">
                  <c:v>45846</c:v>
                </c:pt>
                <c:pt idx="240">
                  <c:v>45845</c:v>
                </c:pt>
                <c:pt idx="241">
                  <c:v>45842</c:v>
                </c:pt>
                <c:pt idx="242">
                  <c:v>45841</c:v>
                </c:pt>
                <c:pt idx="243">
                  <c:v>45840</c:v>
                </c:pt>
                <c:pt idx="244">
                  <c:v>45838</c:v>
                </c:pt>
                <c:pt idx="245">
                  <c:v>45835</c:v>
                </c:pt>
                <c:pt idx="246">
                  <c:v>45834</c:v>
                </c:pt>
                <c:pt idx="247">
                  <c:v>45833</c:v>
                </c:pt>
                <c:pt idx="248">
                  <c:v>45832</c:v>
                </c:pt>
                <c:pt idx="249">
                  <c:v>45831</c:v>
                </c:pt>
                <c:pt idx="250">
                  <c:v>45828</c:v>
                </c:pt>
                <c:pt idx="251">
                  <c:v>45827</c:v>
                </c:pt>
                <c:pt idx="252">
                  <c:v>45826</c:v>
                </c:pt>
                <c:pt idx="253">
                  <c:v>45825</c:v>
                </c:pt>
                <c:pt idx="254">
                  <c:v>45824</c:v>
                </c:pt>
                <c:pt idx="255">
                  <c:v>45821</c:v>
                </c:pt>
                <c:pt idx="256">
                  <c:v>45820</c:v>
                </c:pt>
                <c:pt idx="257">
                  <c:v>45819</c:v>
                </c:pt>
                <c:pt idx="258">
                  <c:v>45818</c:v>
                </c:pt>
                <c:pt idx="259">
                  <c:v>45817</c:v>
                </c:pt>
                <c:pt idx="260">
                  <c:v>45814</c:v>
                </c:pt>
                <c:pt idx="261">
                  <c:v>45813</c:v>
                </c:pt>
                <c:pt idx="262">
                  <c:v>45812</c:v>
                </c:pt>
                <c:pt idx="263">
                  <c:v>45811</c:v>
                </c:pt>
                <c:pt idx="264">
                  <c:v>45810</c:v>
                </c:pt>
                <c:pt idx="265">
                  <c:v>45807</c:v>
                </c:pt>
                <c:pt idx="266">
                  <c:v>45806</c:v>
                </c:pt>
                <c:pt idx="267">
                  <c:v>45805</c:v>
                </c:pt>
                <c:pt idx="268">
                  <c:v>45804</c:v>
                </c:pt>
                <c:pt idx="269">
                  <c:v>45803</c:v>
                </c:pt>
                <c:pt idx="270">
                  <c:v>45800</c:v>
                </c:pt>
                <c:pt idx="271">
                  <c:v>45799</c:v>
                </c:pt>
                <c:pt idx="272">
                  <c:v>45798</c:v>
                </c:pt>
                <c:pt idx="273">
                  <c:v>45797</c:v>
                </c:pt>
                <c:pt idx="274">
                  <c:v>45796</c:v>
                </c:pt>
                <c:pt idx="275">
                  <c:v>45793</c:v>
                </c:pt>
                <c:pt idx="276">
                  <c:v>45792</c:v>
                </c:pt>
                <c:pt idx="277">
                  <c:v>45791</c:v>
                </c:pt>
                <c:pt idx="278">
                  <c:v>45790</c:v>
                </c:pt>
                <c:pt idx="279">
                  <c:v>45789</c:v>
                </c:pt>
                <c:pt idx="280">
                  <c:v>45786</c:v>
                </c:pt>
                <c:pt idx="281">
                  <c:v>45785</c:v>
                </c:pt>
                <c:pt idx="282">
                  <c:v>45784</c:v>
                </c:pt>
                <c:pt idx="283">
                  <c:v>45783</c:v>
                </c:pt>
                <c:pt idx="284">
                  <c:v>45779</c:v>
                </c:pt>
                <c:pt idx="285">
                  <c:v>45777</c:v>
                </c:pt>
                <c:pt idx="286">
                  <c:v>45776</c:v>
                </c:pt>
                <c:pt idx="287">
                  <c:v>45775</c:v>
                </c:pt>
                <c:pt idx="288">
                  <c:v>45772</c:v>
                </c:pt>
                <c:pt idx="289">
                  <c:v>45771</c:v>
                </c:pt>
                <c:pt idx="290">
                  <c:v>45770</c:v>
                </c:pt>
                <c:pt idx="291">
                  <c:v>45769</c:v>
                </c:pt>
                <c:pt idx="292">
                  <c:v>45764</c:v>
                </c:pt>
                <c:pt idx="293">
                  <c:v>45763</c:v>
                </c:pt>
                <c:pt idx="294">
                  <c:v>45762</c:v>
                </c:pt>
                <c:pt idx="295">
                  <c:v>45761</c:v>
                </c:pt>
                <c:pt idx="296">
                  <c:v>45758</c:v>
                </c:pt>
                <c:pt idx="297">
                  <c:v>45757</c:v>
                </c:pt>
                <c:pt idx="298">
                  <c:v>45756</c:v>
                </c:pt>
                <c:pt idx="299">
                  <c:v>45755</c:v>
                </c:pt>
                <c:pt idx="300">
                  <c:v>45754</c:v>
                </c:pt>
                <c:pt idx="301">
                  <c:v>45750</c:v>
                </c:pt>
                <c:pt idx="302">
                  <c:v>45749</c:v>
                </c:pt>
                <c:pt idx="303">
                  <c:v>45748</c:v>
                </c:pt>
                <c:pt idx="304">
                  <c:v>45747</c:v>
                </c:pt>
                <c:pt idx="305">
                  <c:v>45744</c:v>
                </c:pt>
                <c:pt idx="306">
                  <c:v>45743</c:v>
                </c:pt>
                <c:pt idx="307">
                  <c:v>45742</c:v>
                </c:pt>
                <c:pt idx="308">
                  <c:v>45741</c:v>
                </c:pt>
                <c:pt idx="309">
                  <c:v>45740</c:v>
                </c:pt>
                <c:pt idx="310">
                  <c:v>45737</c:v>
                </c:pt>
                <c:pt idx="311">
                  <c:v>45736</c:v>
                </c:pt>
                <c:pt idx="312">
                  <c:v>45735</c:v>
                </c:pt>
                <c:pt idx="313">
                  <c:v>45734</c:v>
                </c:pt>
                <c:pt idx="314">
                  <c:v>45733</c:v>
                </c:pt>
                <c:pt idx="315">
                  <c:v>45730</c:v>
                </c:pt>
                <c:pt idx="316">
                  <c:v>45729</c:v>
                </c:pt>
                <c:pt idx="317">
                  <c:v>45728</c:v>
                </c:pt>
                <c:pt idx="318">
                  <c:v>45727</c:v>
                </c:pt>
                <c:pt idx="319">
                  <c:v>45726</c:v>
                </c:pt>
                <c:pt idx="320">
                  <c:v>45723</c:v>
                </c:pt>
                <c:pt idx="321">
                  <c:v>45722</c:v>
                </c:pt>
                <c:pt idx="322">
                  <c:v>45721</c:v>
                </c:pt>
                <c:pt idx="323">
                  <c:v>45720</c:v>
                </c:pt>
                <c:pt idx="324">
                  <c:v>45719</c:v>
                </c:pt>
                <c:pt idx="325">
                  <c:v>45716</c:v>
                </c:pt>
                <c:pt idx="326">
                  <c:v>45715</c:v>
                </c:pt>
                <c:pt idx="327">
                  <c:v>45714</c:v>
                </c:pt>
                <c:pt idx="328">
                  <c:v>45713</c:v>
                </c:pt>
                <c:pt idx="329">
                  <c:v>45712</c:v>
                </c:pt>
                <c:pt idx="330">
                  <c:v>45709</c:v>
                </c:pt>
                <c:pt idx="331">
                  <c:v>45708</c:v>
                </c:pt>
                <c:pt idx="332">
                  <c:v>45707</c:v>
                </c:pt>
                <c:pt idx="333">
                  <c:v>45706</c:v>
                </c:pt>
                <c:pt idx="334">
                  <c:v>45705</c:v>
                </c:pt>
                <c:pt idx="335">
                  <c:v>45702</c:v>
                </c:pt>
                <c:pt idx="336">
                  <c:v>45701</c:v>
                </c:pt>
                <c:pt idx="337">
                  <c:v>45700</c:v>
                </c:pt>
                <c:pt idx="338">
                  <c:v>45699</c:v>
                </c:pt>
                <c:pt idx="339">
                  <c:v>45698</c:v>
                </c:pt>
                <c:pt idx="340">
                  <c:v>45695</c:v>
                </c:pt>
                <c:pt idx="341">
                  <c:v>45694</c:v>
                </c:pt>
                <c:pt idx="342">
                  <c:v>45693</c:v>
                </c:pt>
                <c:pt idx="343">
                  <c:v>45692</c:v>
                </c:pt>
                <c:pt idx="344">
                  <c:v>45691</c:v>
                </c:pt>
                <c:pt idx="345">
                  <c:v>45685</c:v>
                </c:pt>
                <c:pt idx="346">
                  <c:v>45684</c:v>
                </c:pt>
                <c:pt idx="347">
                  <c:v>45681</c:v>
                </c:pt>
                <c:pt idx="348">
                  <c:v>45680</c:v>
                </c:pt>
                <c:pt idx="349">
                  <c:v>45679</c:v>
                </c:pt>
                <c:pt idx="350">
                  <c:v>45678</c:v>
                </c:pt>
                <c:pt idx="351">
                  <c:v>45677</c:v>
                </c:pt>
                <c:pt idx="352">
                  <c:v>45674</c:v>
                </c:pt>
                <c:pt idx="353">
                  <c:v>45673</c:v>
                </c:pt>
                <c:pt idx="354">
                  <c:v>45672</c:v>
                </c:pt>
                <c:pt idx="355">
                  <c:v>45671</c:v>
                </c:pt>
                <c:pt idx="356">
                  <c:v>45670</c:v>
                </c:pt>
                <c:pt idx="357">
                  <c:v>45667</c:v>
                </c:pt>
                <c:pt idx="358">
                  <c:v>45666</c:v>
                </c:pt>
                <c:pt idx="359">
                  <c:v>45665</c:v>
                </c:pt>
                <c:pt idx="360">
                  <c:v>45664</c:v>
                </c:pt>
                <c:pt idx="361">
                  <c:v>45663</c:v>
                </c:pt>
                <c:pt idx="362">
                  <c:v>45660</c:v>
                </c:pt>
                <c:pt idx="363">
                  <c:v>45659</c:v>
                </c:pt>
                <c:pt idx="364">
                  <c:v>45657</c:v>
                </c:pt>
                <c:pt idx="365">
                  <c:v>45656</c:v>
                </c:pt>
                <c:pt idx="366">
                  <c:v>45653</c:v>
                </c:pt>
                <c:pt idx="367">
                  <c:v>45650</c:v>
                </c:pt>
                <c:pt idx="368">
                  <c:v>45649</c:v>
                </c:pt>
                <c:pt idx="369">
                  <c:v>45646</c:v>
                </c:pt>
                <c:pt idx="370">
                  <c:v>45645</c:v>
                </c:pt>
                <c:pt idx="371">
                  <c:v>45644</c:v>
                </c:pt>
                <c:pt idx="372">
                  <c:v>45643</c:v>
                </c:pt>
                <c:pt idx="373">
                  <c:v>45642</c:v>
                </c:pt>
                <c:pt idx="374">
                  <c:v>45639</c:v>
                </c:pt>
                <c:pt idx="375">
                  <c:v>45638</c:v>
                </c:pt>
                <c:pt idx="376">
                  <c:v>45637</c:v>
                </c:pt>
                <c:pt idx="377">
                  <c:v>45636</c:v>
                </c:pt>
                <c:pt idx="378">
                  <c:v>45635</c:v>
                </c:pt>
                <c:pt idx="379">
                  <c:v>45632</c:v>
                </c:pt>
                <c:pt idx="380">
                  <c:v>45631</c:v>
                </c:pt>
                <c:pt idx="381">
                  <c:v>45630</c:v>
                </c:pt>
                <c:pt idx="382">
                  <c:v>45629</c:v>
                </c:pt>
                <c:pt idx="383">
                  <c:v>45628</c:v>
                </c:pt>
                <c:pt idx="384">
                  <c:v>45625</c:v>
                </c:pt>
                <c:pt idx="385">
                  <c:v>45624</c:v>
                </c:pt>
                <c:pt idx="386">
                  <c:v>45623</c:v>
                </c:pt>
                <c:pt idx="387">
                  <c:v>45622</c:v>
                </c:pt>
                <c:pt idx="388">
                  <c:v>45621</c:v>
                </c:pt>
                <c:pt idx="389">
                  <c:v>45618</c:v>
                </c:pt>
                <c:pt idx="390">
                  <c:v>45617</c:v>
                </c:pt>
                <c:pt idx="391">
                  <c:v>45616</c:v>
                </c:pt>
                <c:pt idx="392">
                  <c:v>45615</c:v>
                </c:pt>
                <c:pt idx="393">
                  <c:v>45614</c:v>
                </c:pt>
                <c:pt idx="394">
                  <c:v>45611</c:v>
                </c:pt>
                <c:pt idx="395">
                  <c:v>45610</c:v>
                </c:pt>
                <c:pt idx="396">
                  <c:v>45609</c:v>
                </c:pt>
                <c:pt idx="397">
                  <c:v>45608</c:v>
                </c:pt>
                <c:pt idx="398">
                  <c:v>45607</c:v>
                </c:pt>
                <c:pt idx="399">
                  <c:v>45604</c:v>
                </c:pt>
                <c:pt idx="400">
                  <c:v>45603</c:v>
                </c:pt>
                <c:pt idx="401">
                  <c:v>45602</c:v>
                </c:pt>
                <c:pt idx="402">
                  <c:v>45601</c:v>
                </c:pt>
                <c:pt idx="403">
                  <c:v>45600</c:v>
                </c:pt>
                <c:pt idx="404">
                  <c:v>45597</c:v>
                </c:pt>
                <c:pt idx="405">
                  <c:v>45596</c:v>
                </c:pt>
                <c:pt idx="406">
                  <c:v>45595</c:v>
                </c:pt>
                <c:pt idx="407">
                  <c:v>45594</c:v>
                </c:pt>
                <c:pt idx="408">
                  <c:v>45593</c:v>
                </c:pt>
                <c:pt idx="409">
                  <c:v>45590</c:v>
                </c:pt>
                <c:pt idx="410">
                  <c:v>45589</c:v>
                </c:pt>
                <c:pt idx="411">
                  <c:v>45588</c:v>
                </c:pt>
                <c:pt idx="412">
                  <c:v>45587</c:v>
                </c:pt>
                <c:pt idx="413">
                  <c:v>45586</c:v>
                </c:pt>
                <c:pt idx="414">
                  <c:v>45583</c:v>
                </c:pt>
                <c:pt idx="415">
                  <c:v>45582</c:v>
                </c:pt>
                <c:pt idx="416">
                  <c:v>45581</c:v>
                </c:pt>
                <c:pt idx="417">
                  <c:v>45580</c:v>
                </c:pt>
                <c:pt idx="418">
                  <c:v>45579</c:v>
                </c:pt>
                <c:pt idx="419">
                  <c:v>45575</c:v>
                </c:pt>
                <c:pt idx="420">
                  <c:v>45574</c:v>
                </c:pt>
                <c:pt idx="421">
                  <c:v>45573</c:v>
                </c:pt>
                <c:pt idx="422">
                  <c:v>45572</c:v>
                </c:pt>
                <c:pt idx="423">
                  <c:v>45569</c:v>
                </c:pt>
                <c:pt idx="424">
                  <c:v>45568</c:v>
                </c:pt>
                <c:pt idx="425">
                  <c:v>45567</c:v>
                </c:pt>
                <c:pt idx="426">
                  <c:v>45565</c:v>
                </c:pt>
                <c:pt idx="427">
                  <c:v>45562</c:v>
                </c:pt>
                <c:pt idx="428">
                  <c:v>45561</c:v>
                </c:pt>
                <c:pt idx="429">
                  <c:v>45560</c:v>
                </c:pt>
                <c:pt idx="430">
                  <c:v>45559</c:v>
                </c:pt>
                <c:pt idx="431">
                  <c:v>45558</c:v>
                </c:pt>
                <c:pt idx="432">
                  <c:v>45555</c:v>
                </c:pt>
                <c:pt idx="433">
                  <c:v>45554</c:v>
                </c:pt>
                <c:pt idx="434">
                  <c:v>45552</c:v>
                </c:pt>
                <c:pt idx="435">
                  <c:v>45551</c:v>
                </c:pt>
                <c:pt idx="436">
                  <c:v>45548</c:v>
                </c:pt>
                <c:pt idx="437">
                  <c:v>45547</c:v>
                </c:pt>
                <c:pt idx="438">
                  <c:v>45546</c:v>
                </c:pt>
                <c:pt idx="439">
                  <c:v>45545</c:v>
                </c:pt>
                <c:pt idx="440">
                  <c:v>45544</c:v>
                </c:pt>
                <c:pt idx="441">
                  <c:v>45540</c:v>
                </c:pt>
                <c:pt idx="442">
                  <c:v>45539</c:v>
                </c:pt>
                <c:pt idx="443">
                  <c:v>45538</c:v>
                </c:pt>
                <c:pt idx="444">
                  <c:v>45537</c:v>
                </c:pt>
                <c:pt idx="445">
                  <c:v>45534</c:v>
                </c:pt>
                <c:pt idx="446">
                  <c:v>45533</c:v>
                </c:pt>
                <c:pt idx="447">
                  <c:v>45532</c:v>
                </c:pt>
                <c:pt idx="448">
                  <c:v>45531</c:v>
                </c:pt>
                <c:pt idx="449">
                  <c:v>45530</c:v>
                </c:pt>
                <c:pt idx="450">
                  <c:v>45527</c:v>
                </c:pt>
                <c:pt idx="451">
                  <c:v>45526</c:v>
                </c:pt>
                <c:pt idx="452">
                  <c:v>45525</c:v>
                </c:pt>
                <c:pt idx="453">
                  <c:v>45524</c:v>
                </c:pt>
                <c:pt idx="454">
                  <c:v>45523</c:v>
                </c:pt>
                <c:pt idx="455">
                  <c:v>45520</c:v>
                </c:pt>
                <c:pt idx="456">
                  <c:v>45519</c:v>
                </c:pt>
                <c:pt idx="457">
                  <c:v>45518</c:v>
                </c:pt>
                <c:pt idx="458">
                  <c:v>45517</c:v>
                </c:pt>
                <c:pt idx="459">
                  <c:v>45516</c:v>
                </c:pt>
                <c:pt idx="460">
                  <c:v>45513</c:v>
                </c:pt>
                <c:pt idx="461">
                  <c:v>45512</c:v>
                </c:pt>
                <c:pt idx="462">
                  <c:v>45511</c:v>
                </c:pt>
                <c:pt idx="463">
                  <c:v>45510</c:v>
                </c:pt>
                <c:pt idx="464">
                  <c:v>45509</c:v>
                </c:pt>
                <c:pt idx="465">
                  <c:v>45506</c:v>
                </c:pt>
                <c:pt idx="466">
                  <c:v>45505</c:v>
                </c:pt>
                <c:pt idx="467">
                  <c:v>45504</c:v>
                </c:pt>
                <c:pt idx="468">
                  <c:v>45503</c:v>
                </c:pt>
                <c:pt idx="469">
                  <c:v>45502</c:v>
                </c:pt>
                <c:pt idx="470">
                  <c:v>45499</c:v>
                </c:pt>
                <c:pt idx="471">
                  <c:v>45498</c:v>
                </c:pt>
                <c:pt idx="472">
                  <c:v>45497</c:v>
                </c:pt>
                <c:pt idx="473">
                  <c:v>45496</c:v>
                </c:pt>
                <c:pt idx="474">
                  <c:v>45495</c:v>
                </c:pt>
                <c:pt idx="475">
                  <c:v>45492</c:v>
                </c:pt>
                <c:pt idx="476">
                  <c:v>45491</c:v>
                </c:pt>
                <c:pt idx="477">
                  <c:v>45490</c:v>
                </c:pt>
                <c:pt idx="478">
                  <c:v>45489</c:v>
                </c:pt>
                <c:pt idx="479">
                  <c:v>45488</c:v>
                </c:pt>
                <c:pt idx="480">
                  <c:v>45485</c:v>
                </c:pt>
                <c:pt idx="481">
                  <c:v>45484</c:v>
                </c:pt>
                <c:pt idx="482">
                  <c:v>45483</c:v>
                </c:pt>
                <c:pt idx="483">
                  <c:v>45482</c:v>
                </c:pt>
                <c:pt idx="484">
                  <c:v>45481</c:v>
                </c:pt>
                <c:pt idx="485">
                  <c:v>45478</c:v>
                </c:pt>
                <c:pt idx="486">
                  <c:v>45477</c:v>
                </c:pt>
                <c:pt idx="487">
                  <c:v>45476</c:v>
                </c:pt>
                <c:pt idx="488">
                  <c:v>45475</c:v>
                </c:pt>
                <c:pt idx="489">
                  <c:v>45471</c:v>
                </c:pt>
                <c:pt idx="490">
                  <c:v>45470</c:v>
                </c:pt>
                <c:pt idx="491">
                  <c:v>45469</c:v>
                </c:pt>
                <c:pt idx="492">
                  <c:v>45468</c:v>
                </c:pt>
                <c:pt idx="493">
                  <c:v>45467</c:v>
                </c:pt>
                <c:pt idx="494">
                  <c:v>45464</c:v>
                </c:pt>
                <c:pt idx="495">
                  <c:v>45463</c:v>
                </c:pt>
                <c:pt idx="496">
                  <c:v>45462</c:v>
                </c:pt>
                <c:pt idx="497">
                  <c:v>45461</c:v>
                </c:pt>
                <c:pt idx="498">
                  <c:v>45460</c:v>
                </c:pt>
                <c:pt idx="499">
                  <c:v>45457</c:v>
                </c:pt>
                <c:pt idx="500">
                  <c:v>45456</c:v>
                </c:pt>
                <c:pt idx="501">
                  <c:v>45455</c:v>
                </c:pt>
                <c:pt idx="502">
                  <c:v>45454</c:v>
                </c:pt>
                <c:pt idx="503">
                  <c:v>45450</c:v>
                </c:pt>
                <c:pt idx="504">
                  <c:v>45449</c:v>
                </c:pt>
                <c:pt idx="505">
                  <c:v>45448</c:v>
                </c:pt>
                <c:pt idx="506">
                  <c:v>45447</c:v>
                </c:pt>
                <c:pt idx="507">
                  <c:v>45446</c:v>
                </c:pt>
                <c:pt idx="508">
                  <c:v>45443</c:v>
                </c:pt>
                <c:pt idx="509">
                  <c:v>45442</c:v>
                </c:pt>
                <c:pt idx="510">
                  <c:v>45441</c:v>
                </c:pt>
                <c:pt idx="511">
                  <c:v>45440</c:v>
                </c:pt>
                <c:pt idx="512">
                  <c:v>45439</c:v>
                </c:pt>
                <c:pt idx="513">
                  <c:v>45436</c:v>
                </c:pt>
                <c:pt idx="514">
                  <c:v>45435</c:v>
                </c:pt>
                <c:pt idx="515">
                  <c:v>45434</c:v>
                </c:pt>
                <c:pt idx="516">
                  <c:v>45433</c:v>
                </c:pt>
                <c:pt idx="517">
                  <c:v>45432</c:v>
                </c:pt>
                <c:pt idx="518">
                  <c:v>45429</c:v>
                </c:pt>
                <c:pt idx="519">
                  <c:v>45428</c:v>
                </c:pt>
                <c:pt idx="520">
                  <c:v>45426</c:v>
                </c:pt>
                <c:pt idx="521">
                  <c:v>45425</c:v>
                </c:pt>
                <c:pt idx="522">
                  <c:v>45422</c:v>
                </c:pt>
                <c:pt idx="523">
                  <c:v>45421</c:v>
                </c:pt>
                <c:pt idx="524">
                  <c:v>45420</c:v>
                </c:pt>
                <c:pt idx="525">
                  <c:v>45419</c:v>
                </c:pt>
                <c:pt idx="526">
                  <c:v>45418</c:v>
                </c:pt>
                <c:pt idx="527">
                  <c:v>45415</c:v>
                </c:pt>
                <c:pt idx="528">
                  <c:v>45414</c:v>
                </c:pt>
                <c:pt idx="529">
                  <c:v>45412</c:v>
                </c:pt>
                <c:pt idx="530">
                  <c:v>45411</c:v>
                </c:pt>
                <c:pt idx="531">
                  <c:v>45408</c:v>
                </c:pt>
                <c:pt idx="532">
                  <c:v>45407</c:v>
                </c:pt>
                <c:pt idx="533">
                  <c:v>45406</c:v>
                </c:pt>
                <c:pt idx="534">
                  <c:v>45405</c:v>
                </c:pt>
                <c:pt idx="535">
                  <c:v>45404</c:v>
                </c:pt>
                <c:pt idx="536">
                  <c:v>45401</c:v>
                </c:pt>
                <c:pt idx="537">
                  <c:v>45400</c:v>
                </c:pt>
                <c:pt idx="538">
                  <c:v>45399</c:v>
                </c:pt>
                <c:pt idx="539">
                  <c:v>45398</c:v>
                </c:pt>
                <c:pt idx="540">
                  <c:v>45397</c:v>
                </c:pt>
                <c:pt idx="541">
                  <c:v>45394</c:v>
                </c:pt>
                <c:pt idx="542">
                  <c:v>45393</c:v>
                </c:pt>
                <c:pt idx="543">
                  <c:v>45392</c:v>
                </c:pt>
                <c:pt idx="544">
                  <c:v>45391</c:v>
                </c:pt>
              </c:numCache>
            </c:numRef>
          </c:cat>
          <c:val>
            <c:numRef>
              <c:f>图2走势分化!$B$17:$B$561</c:f>
              <c:numCache>
                <c:formatCode>0.0000</c:formatCode>
                <c:ptCount val="545"/>
                <c:pt idx="0">
                  <c:v>82285.91</c:v>
                </c:pt>
                <c:pt idx="1">
                  <c:v>82285.91</c:v>
                </c:pt>
                <c:pt idx="2">
                  <c:v>83750.7</c:v>
                </c:pt>
                <c:pt idx="3">
                  <c:v>84967.43</c:v>
                </c:pt>
                <c:pt idx="4">
                  <c:v>84682.42</c:v>
                </c:pt>
                <c:pt idx="5">
                  <c:v>86245.02</c:v>
                </c:pt>
                <c:pt idx="6">
                  <c:v>86812.12</c:v>
                </c:pt>
                <c:pt idx="7">
                  <c:v>88169.03</c:v>
                </c:pt>
                <c:pt idx="8">
                  <c:v>88828.29</c:v>
                </c:pt>
                <c:pt idx="9">
                  <c:v>90092.94</c:v>
                </c:pt>
                <c:pt idx="10">
                  <c:v>89614.25</c:v>
                </c:pt>
                <c:pt idx="11">
                  <c:v>87896.61</c:v>
                </c:pt>
                <c:pt idx="12">
                  <c:v>88396.78</c:v>
                </c:pt>
                <c:pt idx="13">
                  <c:v>88890.57</c:v>
                </c:pt>
                <c:pt idx="14">
                  <c:v>89195.66</c:v>
                </c:pt>
                <c:pt idx="15">
                  <c:v>90282.47</c:v>
                </c:pt>
                <c:pt idx="16">
                  <c:v>91241.600000000006</c:v>
                </c:pt>
                <c:pt idx="17">
                  <c:v>92598.3</c:v>
                </c:pt>
                <c:pt idx="18">
                  <c:v>94035.9</c:v>
                </c:pt>
                <c:pt idx="19">
                  <c:v>91629.41</c:v>
                </c:pt>
                <c:pt idx="20">
                  <c:v>90840.25</c:v>
                </c:pt>
                <c:pt idx="21">
                  <c:v>90195</c:v>
                </c:pt>
                <c:pt idx="22">
                  <c:v>91269.96</c:v>
                </c:pt>
                <c:pt idx="23">
                  <c:v>92204.93</c:v>
                </c:pt>
                <c:pt idx="24">
                  <c:v>92205.68</c:v>
                </c:pt>
                <c:pt idx="25">
                  <c:v>91367.5</c:v>
                </c:pt>
                <c:pt idx="26">
                  <c:v>92299.63</c:v>
                </c:pt>
                <c:pt idx="27">
                  <c:v>92815.63</c:v>
                </c:pt>
                <c:pt idx="28">
                  <c:v>92374.3</c:v>
                </c:pt>
                <c:pt idx="29">
                  <c:v>93401.86</c:v>
                </c:pt>
                <c:pt idx="30">
                  <c:v>94838.399999999994</c:v>
                </c:pt>
                <c:pt idx="31">
                  <c:v>94780.41</c:v>
                </c:pt>
                <c:pt idx="32">
                  <c:v>94604.22</c:v>
                </c:pt>
                <c:pt idx="33">
                  <c:v>94810.78</c:v>
                </c:pt>
                <c:pt idx="34">
                  <c:v>94763.66</c:v>
                </c:pt>
                <c:pt idx="35">
                  <c:v>95598.68</c:v>
                </c:pt>
                <c:pt idx="36">
                  <c:v>94117.64</c:v>
                </c:pt>
                <c:pt idx="37">
                  <c:v>92982.01</c:v>
                </c:pt>
                <c:pt idx="38">
                  <c:v>93690.25</c:v>
                </c:pt>
                <c:pt idx="39">
                  <c:v>92452.68</c:v>
                </c:pt>
                <c:pt idx="40">
                  <c:v>93655.35</c:v>
                </c:pt>
                <c:pt idx="41">
                  <c:v>92105.68</c:v>
                </c:pt>
                <c:pt idx="42">
                  <c:v>92987.520000000004</c:v>
                </c:pt>
                <c:pt idx="43">
                  <c:v>93175.55</c:v>
                </c:pt>
                <c:pt idx="44">
                  <c:v>92950.07</c:v>
                </c:pt>
                <c:pt idx="45">
                  <c:v>93839.7</c:v>
                </c:pt>
                <c:pt idx="46">
                  <c:v>95002.66</c:v>
                </c:pt>
                <c:pt idx="47">
                  <c:v>94549.26</c:v>
                </c:pt>
                <c:pt idx="48">
                  <c:v>93829.25</c:v>
                </c:pt>
                <c:pt idx="49">
                  <c:v>94668.29</c:v>
                </c:pt>
                <c:pt idx="50">
                  <c:v>93065.25</c:v>
                </c:pt>
                <c:pt idx="51">
                  <c:v>92796.26</c:v>
                </c:pt>
                <c:pt idx="52">
                  <c:v>92037.78</c:v>
                </c:pt>
                <c:pt idx="53">
                  <c:v>92872.37</c:v>
                </c:pt>
                <c:pt idx="54">
                  <c:v>92360.17</c:v>
                </c:pt>
                <c:pt idx="55">
                  <c:v>92864.51</c:v>
                </c:pt>
                <c:pt idx="56">
                  <c:v>90044.08</c:v>
                </c:pt>
                <c:pt idx="57">
                  <c:v>90666.559999999998</c:v>
                </c:pt>
                <c:pt idx="58">
                  <c:v>88853.19</c:v>
                </c:pt>
                <c:pt idx="59">
                  <c:v>88719.31</c:v>
                </c:pt>
                <c:pt idx="60">
                  <c:v>89440.09</c:v>
                </c:pt>
                <c:pt idx="61">
                  <c:v>89097.95</c:v>
                </c:pt>
                <c:pt idx="62">
                  <c:v>90816.82</c:v>
                </c:pt>
                <c:pt idx="63">
                  <c:v>89840.94</c:v>
                </c:pt>
                <c:pt idx="64">
                  <c:v>87399.06</c:v>
                </c:pt>
                <c:pt idx="65">
                  <c:v>90606.66</c:v>
                </c:pt>
                <c:pt idx="66">
                  <c:v>91406.9</c:v>
                </c:pt>
                <c:pt idx="67">
                  <c:v>93288.2</c:v>
                </c:pt>
                <c:pt idx="68">
                  <c:v>92725.89</c:v>
                </c:pt>
                <c:pt idx="69">
                  <c:v>92602.15</c:v>
                </c:pt>
                <c:pt idx="70">
                  <c:v>91280.4</c:v>
                </c:pt>
                <c:pt idx="71">
                  <c:v>92165.96</c:v>
                </c:pt>
                <c:pt idx="72">
                  <c:v>92626.54</c:v>
                </c:pt>
                <c:pt idx="73">
                  <c:v>92780.33</c:v>
                </c:pt>
                <c:pt idx="74">
                  <c:v>90809.46</c:v>
                </c:pt>
                <c:pt idx="75">
                  <c:v>92056.2</c:v>
                </c:pt>
                <c:pt idx="76">
                  <c:v>90498.1</c:v>
                </c:pt>
                <c:pt idx="77">
                  <c:v>90241.3</c:v>
                </c:pt>
                <c:pt idx="78">
                  <c:v>92094.76</c:v>
                </c:pt>
                <c:pt idx="79">
                  <c:v>93137.55</c:v>
                </c:pt>
                <c:pt idx="80">
                  <c:v>95177.18</c:v>
                </c:pt>
                <c:pt idx="81">
                  <c:v>94285.38</c:v>
                </c:pt>
                <c:pt idx="82">
                  <c:v>95660.32</c:v>
                </c:pt>
                <c:pt idx="83">
                  <c:v>95033.43</c:v>
                </c:pt>
                <c:pt idx="84">
                  <c:v>96790.35</c:v>
                </c:pt>
                <c:pt idx="85">
                  <c:v>94400.94</c:v>
                </c:pt>
                <c:pt idx="86">
                  <c:v>95446.67</c:v>
                </c:pt>
                <c:pt idx="87">
                  <c:v>94950.53</c:v>
                </c:pt>
                <c:pt idx="88">
                  <c:v>96613.92</c:v>
                </c:pt>
                <c:pt idx="89">
                  <c:v>97449.67</c:v>
                </c:pt>
                <c:pt idx="90">
                  <c:v>97152.18</c:v>
                </c:pt>
                <c:pt idx="91">
                  <c:v>96594.69</c:v>
                </c:pt>
                <c:pt idx="92">
                  <c:v>94924.88</c:v>
                </c:pt>
                <c:pt idx="93">
                  <c:v>96087.49</c:v>
                </c:pt>
                <c:pt idx="94">
                  <c:v>95951.96</c:v>
                </c:pt>
                <c:pt idx="95">
                  <c:v>95907.08</c:v>
                </c:pt>
                <c:pt idx="96">
                  <c:v>95695.52</c:v>
                </c:pt>
                <c:pt idx="97">
                  <c:v>97881.13</c:v>
                </c:pt>
                <c:pt idx="98">
                  <c:v>99957.57</c:v>
                </c:pt>
                <c:pt idx="99">
                  <c:v>99452.97</c:v>
                </c:pt>
                <c:pt idx="100">
                  <c:v>96951.34</c:v>
                </c:pt>
                <c:pt idx="101">
                  <c:v>95659.6</c:v>
                </c:pt>
                <c:pt idx="102">
                  <c:v>95602.36</c:v>
                </c:pt>
                <c:pt idx="103">
                  <c:v>95175.1</c:v>
                </c:pt>
                <c:pt idx="104">
                  <c:v>95014.64</c:v>
                </c:pt>
                <c:pt idx="105">
                  <c:v>94665.98</c:v>
                </c:pt>
                <c:pt idx="106">
                  <c:v>94939.02</c:v>
                </c:pt>
                <c:pt idx="107">
                  <c:v>95943.52</c:v>
                </c:pt>
                <c:pt idx="108">
                  <c:v>96224.639999999999</c:v>
                </c:pt>
                <c:pt idx="109">
                  <c:v>96496.95</c:v>
                </c:pt>
                <c:pt idx="110">
                  <c:v>95931.08</c:v>
                </c:pt>
                <c:pt idx="111">
                  <c:v>95073.59</c:v>
                </c:pt>
                <c:pt idx="112">
                  <c:v>93727.65</c:v>
                </c:pt>
                <c:pt idx="113">
                  <c:v>93432.95</c:v>
                </c:pt>
                <c:pt idx="114">
                  <c:v>94539.3</c:v>
                </c:pt>
                <c:pt idx="115">
                  <c:v>95437.94</c:v>
                </c:pt>
                <c:pt idx="116">
                  <c:v>94140.160000000003</c:v>
                </c:pt>
                <c:pt idx="117">
                  <c:v>94108.83</c:v>
                </c:pt>
                <c:pt idx="118">
                  <c:v>91579.34</c:v>
                </c:pt>
                <c:pt idx="119">
                  <c:v>92379.92</c:v>
                </c:pt>
                <c:pt idx="120">
                  <c:v>91596.11</c:v>
                </c:pt>
                <c:pt idx="121">
                  <c:v>92252.49</c:v>
                </c:pt>
                <c:pt idx="122">
                  <c:v>92092.46</c:v>
                </c:pt>
                <c:pt idx="123">
                  <c:v>92191.17</c:v>
                </c:pt>
                <c:pt idx="124">
                  <c:v>91793.69</c:v>
                </c:pt>
                <c:pt idx="125">
                  <c:v>91106.26</c:v>
                </c:pt>
                <c:pt idx="126">
                  <c:v>91001.38</c:v>
                </c:pt>
                <c:pt idx="127">
                  <c:v>90167.54</c:v>
                </c:pt>
                <c:pt idx="128">
                  <c:v>91573.440000000002</c:v>
                </c:pt>
                <c:pt idx="129">
                  <c:v>92814.03</c:v>
                </c:pt>
                <c:pt idx="130">
                  <c:v>91219.520000000004</c:v>
                </c:pt>
                <c:pt idx="131">
                  <c:v>91256.2</c:v>
                </c:pt>
                <c:pt idx="132">
                  <c:v>90871.89</c:v>
                </c:pt>
                <c:pt idx="133">
                  <c:v>92054.94</c:v>
                </c:pt>
                <c:pt idx="134">
                  <c:v>93197.25</c:v>
                </c:pt>
                <c:pt idx="135">
                  <c:v>92664.27</c:v>
                </c:pt>
                <c:pt idx="136">
                  <c:v>91959.42</c:v>
                </c:pt>
                <c:pt idx="137">
                  <c:v>93028.64</c:v>
                </c:pt>
                <c:pt idx="138">
                  <c:v>92734.87</c:v>
                </c:pt>
                <c:pt idx="139">
                  <c:v>92113.75</c:v>
                </c:pt>
                <c:pt idx="140">
                  <c:v>92423.79</c:v>
                </c:pt>
                <c:pt idx="141">
                  <c:v>92360.21</c:v>
                </c:pt>
                <c:pt idx="142">
                  <c:v>92240.77</c:v>
                </c:pt>
                <c:pt idx="143">
                  <c:v>91606.51</c:v>
                </c:pt>
                <c:pt idx="144">
                  <c:v>89837.96</c:v>
                </c:pt>
                <c:pt idx="145">
                  <c:v>92030.65</c:v>
                </c:pt>
                <c:pt idx="146">
                  <c:v>92013.14</c:v>
                </c:pt>
                <c:pt idx="147">
                  <c:v>92367.15</c:v>
                </c:pt>
                <c:pt idx="148">
                  <c:v>93985.279999999999</c:v>
                </c:pt>
                <c:pt idx="149">
                  <c:v>94653.62</c:v>
                </c:pt>
                <c:pt idx="150">
                  <c:v>96436.67</c:v>
                </c:pt>
                <c:pt idx="151">
                  <c:v>95901.31</c:v>
                </c:pt>
                <c:pt idx="152">
                  <c:v>95089.12</c:v>
                </c:pt>
                <c:pt idx="153">
                  <c:v>94920.47</c:v>
                </c:pt>
                <c:pt idx="154">
                  <c:v>93447.26</c:v>
                </c:pt>
                <c:pt idx="155">
                  <c:v>94316.38</c:v>
                </c:pt>
                <c:pt idx="156">
                  <c:v>92299.48</c:v>
                </c:pt>
                <c:pt idx="157">
                  <c:v>92359.97</c:v>
                </c:pt>
                <c:pt idx="158">
                  <c:v>93092.91</c:v>
                </c:pt>
                <c:pt idx="159">
                  <c:v>92197.13</c:v>
                </c:pt>
                <c:pt idx="160">
                  <c:v>93532.53</c:v>
                </c:pt>
                <c:pt idx="161">
                  <c:v>93737.15</c:v>
                </c:pt>
                <c:pt idx="162">
                  <c:v>94048.68</c:v>
                </c:pt>
                <c:pt idx="163">
                  <c:v>93075.41</c:v>
                </c:pt>
                <c:pt idx="164">
                  <c:v>92391.69</c:v>
                </c:pt>
                <c:pt idx="165">
                  <c:v>91723.71</c:v>
                </c:pt>
                <c:pt idx="166">
                  <c:v>92598.1</c:v>
                </c:pt>
                <c:pt idx="167">
                  <c:v>91997.85</c:v>
                </c:pt>
                <c:pt idx="168">
                  <c:v>89817.5</c:v>
                </c:pt>
                <c:pt idx="169">
                  <c:v>92093.05</c:v>
                </c:pt>
                <c:pt idx="170">
                  <c:v>92171.63</c:v>
                </c:pt>
                <c:pt idx="171">
                  <c:v>90502.35</c:v>
                </c:pt>
                <c:pt idx="172">
                  <c:v>92096.5</c:v>
                </c:pt>
                <c:pt idx="173">
                  <c:v>93522.4</c:v>
                </c:pt>
                <c:pt idx="174">
                  <c:v>95166.82</c:v>
                </c:pt>
                <c:pt idx="175">
                  <c:v>95429.440000000002</c:v>
                </c:pt>
                <c:pt idx="176">
                  <c:v>95885.84</c:v>
                </c:pt>
                <c:pt idx="177">
                  <c:v>96523.3</c:v>
                </c:pt>
                <c:pt idx="178">
                  <c:v>97043.25</c:v>
                </c:pt>
                <c:pt idx="179">
                  <c:v>95508.43</c:v>
                </c:pt>
                <c:pt idx="180">
                  <c:v>94680.95</c:v>
                </c:pt>
                <c:pt idx="181">
                  <c:v>92915.9</c:v>
                </c:pt>
                <c:pt idx="182">
                  <c:v>94183.61</c:v>
                </c:pt>
                <c:pt idx="183">
                  <c:v>94304.42</c:v>
                </c:pt>
                <c:pt idx="184">
                  <c:v>93017.3</c:v>
                </c:pt>
                <c:pt idx="185">
                  <c:v>93675.199999999997</c:v>
                </c:pt>
                <c:pt idx="186">
                  <c:v>94381.119999999995</c:v>
                </c:pt>
                <c:pt idx="187">
                  <c:v>94380.22</c:v>
                </c:pt>
                <c:pt idx="188">
                  <c:v>95672.79</c:v>
                </c:pt>
                <c:pt idx="189">
                  <c:v>94002.15</c:v>
                </c:pt>
                <c:pt idx="190">
                  <c:v>94025.41</c:v>
                </c:pt>
                <c:pt idx="191">
                  <c:v>93802.94</c:v>
                </c:pt>
                <c:pt idx="192">
                  <c:v>92729.98</c:v>
                </c:pt>
                <c:pt idx="193">
                  <c:v>93065.45</c:v>
                </c:pt>
                <c:pt idx="194">
                  <c:v>92075.09</c:v>
                </c:pt>
                <c:pt idx="195">
                  <c:v>90934.41</c:v>
                </c:pt>
                <c:pt idx="196">
                  <c:v>90164.73</c:v>
                </c:pt>
                <c:pt idx="197">
                  <c:v>88856.61</c:v>
                </c:pt>
                <c:pt idx="198">
                  <c:v>89849.76</c:v>
                </c:pt>
                <c:pt idx="199">
                  <c:v>90383.76</c:v>
                </c:pt>
                <c:pt idx="200">
                  <c:v>90731.68</c:v>
                </c:pt>
                <c:pt idx="201">
                  <c:v>88724.51</c:v>
                </c:pt>
                <c:pt idx="202">
                  <c:v>88442.86</c:v>
                </c:pt>
                <c:pt idx="203">
                  <c:v>89157.43</c:v>
                </c:pt>
                <c:pt idx="204">
                  <c:v>90289.45</c:v>
                </c:pt>
                <c:pt idx="205">
                  <c:v>91362.17</c:v>
                </c:pt>
                <c:pt idx="206">
                  <c:v>89617.68</c:v>
                </c:pt>
                <c:pt idx="207">
                  <c:v>88788.23</c:v>
                </c:pt>
                <c:pt idx="208">
                  <c:v>89005.14</c:v>
                </c:pt>
                <c:pt idx="209">
                  <c:v>88852.91</c:v>
                </c:pt>
                <c:pt idx="210">
                  <c:v>89043.71</c:v>
                </c:pt>
                <c:pt idx="211">
                  <c:v>89373.41</c:v>
                </c:pt>
                <c:pt idx="212">
                  <c:v>90254.92</c:v>
                </c:pt>
                <c:pt idx="213">
                  <c:v>90528.09</c:v>
                </c:pt>
                <c:pt idx="214">
                  <c:v>88250.7</c:v>
                </c:pt>
                <c:pt idx="215">
                  <c:v>88023.05</c:v>
                </c:pt>
                <c:pt idx="216">
                  <c:v>87853.46</c:v>
                </c:pt>
                <c:pt idx="217">
                  <c:v>88640.89</c:v>
                </c:pt>
                <c:pt idx="218">
                  <c:v>88036.57</c:v>
                </c:pt>
                <c:pt idx="219">
                  <c:v>88007.92</c:v>
                </c:pt>
                <c:pt idx="220">
                  <c:v>87406.83</c:v>
                </c:pt>
                <c:pt idx="221">
                  <c:v>86609.43</c:v>
                </c:pt>
                <c:pt idx="222">
                  <c:v>87547.76</c:v>
                </c:pt>
                <c:pt idx="223">
                  <c:v>88974.05</c:v>
                </c:pt>
                <c:pt idx="224">
                  <c:v>90188.46</c:v>
                </c:pt>
                <c:pt idx="225">
                  <c:v>90321.63</c:v>
                </c:pt>
                <c:pt idx="226">
                  <c:v>89707.59</c:v>
                </c:pt>
                <c:pt idx="227">
                  <c:v>90692.81</c:v>
                </c:pt>
                <c:pt idx="228">
                  <c:v>90236.6</c:v>
                </c:pt>
                <c:pt idx="229">
                  <c:v>88794.84</c:v>
                </c:pt>
                <c:pt idx="230">
                  <c:v>88314.66</c:v>
                </c:pt>
                <c:pt idx="231">
                  <c:v>87719.35</c:v>
                </c:pt>
                <c:pt idx="232">
                  <c:v>86564.97</c:v>
                </c:pt>
                <c:pt idx="233">
                  <c:v>86631.42</c:v>
                </c:pt>
                <c:pt idx="234">
                  <c:v>86887.09</c:v>
                </c:pt>
                <c:pt idx="235">
                  <c:v>85520.39</c:v>
                </c:pt>
                <c:pt idx="236">
                  <c:v>85295.12</c:v>
                </c:pt>
                <c:pt idx="237">
                  <c:v>84902.22</c:v>
                </c:pt>
                <c:pt idx="238">
                  <c:v>84421.47</c:v>
                </c:pt>
                <c:pt idx="239">
                  <c:v>85325.15</c:v>
                </c:pt>
                <c:pt idx="240">
                  <c:v>84405.64</c:v>
                </c:pt>
                <c:pt idx="241">
                  <c:v>84505.35</c:v>
                </c:pt>
                <c:pt idx="242">
                  <c:v>85049.09</c:v>
                </c:pt>
                <c:pt idx="243">
                  <c:v>85452.94</c:v>
                </c:pt>
                <c:pt idx="244">
                  <c:v>84906.39</c:v>
                </c:pt>
                <c:pt idx="245">
                  <c:v>85624.5</c:v>
                </c:pt>
                <c:pt idx="246">
                  <c:v>85736.6</c:v>
                </c:pt>
                <c:pt idx="247">
                  <c:v>86219.05</c:v>
                </c:pt>
                <c:pt idx="248">
                  <c:v>85167.99</c:v>
                </c:pt>
                <c:pt idx="249">
                  <c:v>83449.119999999995</c:v>
                </c:pt>
                <c:pt idx="250">
                  <c:v>82890.259999999995</c:v>
                </c:pt>
                <c:pt idx="251">
                  <c:v>81859.03</c:v>
                </c:pt>
                <c:pt idx="252">
                  <c:v>83525.070000000007</c:v>
                </c:pt>
                <c:pt idx="253">
                  <c:v>84455.12</c:v>
                </c:pt>
                <c:pt idx="254">
                  <c:v>84707.33</c:v>
                </c:pt>
                <c:pt idx="255">
                  <c:v>84093.97</c:v>
                </c:pt>
                <c:pt idx="256">
                  <c:v>84596.64</c:v>
                </c:pt>
                <c:pt idx="257">
                  <c:v>85679.56</c:v>
                </c:pt>
                <c:pt idx="258">
                  <c:v>84821.13</c:v>
                </c:pt>
                <c:pt idx="259">
                  <c:v>84854.1</c:v>
                </c:pt>
                <c:pt idx="260">
                  <c:v>83469.19</c:v>
                </c:pt>
                <c:pt idx="261">
                  <c:v>83766.36</c:v>
                </c:pt>
                <c:pt idx="262">
                  <c:v>82866.97</c:v>
                </c:pt>
                <c:pt idx="263">
                  <c:v>82354.210000000006</c:v>
                </c:pt>
                <c:pt idx="264">
                  <c:v>81111.25</c:v>
                </c:pt>
                <c:pt idx="265">
                  <c:v>81565.48</c:v>
                </c:pt>
                <c:pt idx="266">
                  <c:v>82550.87</c:v>
                </c:pt>
                <c:pt idx="267">
                  <c:v>81443.320000000007</c:v>
                </c:pt>
                <c:pt idx="268">
                  <c:v>81779.95</c:v>
                </c:pt>
                <c:pt idx="269">
                  <c:v>81392.89</c:v>
                </c:pt>
                <c:pt idx="270">
                  <c:v>82484.710000000006</c:v>
                </c:pt>
                <c:pt idx="271">
                  <c:v>82269.759999999995</c:v>
                </c:pt>
                <c:pt idx="272">
                  <c:v>83243.73</c:v>
                </c:pt>
                <c:pt idx="273">
                  <c:v>82694.63</c:v>
                </c:pt>
                <c:pt idx="274">
                  <c:v>81476.78</c:v>
                </c:pt>
                <c:pt idx="275">
                  <c:v>81519.850000000006</c:v>
                </c:pt>
                <c:pt idx="276">
                  <c:v>81838.789999999994</c:v>
                </c:pt>
                <c:pt idx="277">
                  <c:v>82412.36</c:v>
                </c:pt>
                <c:pt idx="278">
                  <c:v>80525.429999999993</c:v>
                </c:pt>
                <c:pt idx="279">
                  <c:v>82062.83</c:v>
                </c:pt>
                <c:pt idx="280">
                  <c:v>79677.63</c:v>
                </c:pt>
                <c:pt idx="281">
                  <c:v>79357.7</c:v>
                </c:pt>
                <c:pt idx="282">
                  <c:v>79011.17</c:v>
                </c:pt>
                <c:pt idx="283">
                  <c:v>78905.2</c:v>
                </c:pt>
                <c:pt idx="284">
                  <c:v>78354.98</c:v>
                </c:pt>
                <c:pt idx="285">
                  <c:v>77013.58</c:v>
                </c:pt>
                <c:pt idx="286">
                  <c:v>76487.92</c:v>
                </c:pt>
                <c:pt idx="287">
                  <c:v>76362.289999999994</c:v>
                </c:pt>
                <c:pt idx="288">
                  <c:v>76392.789999999994</c:v>
                </c:pt>
                <c:pt idx="289">
                  <c:v>76146.13</c:v>
                </c:pt>
                <c:pt idx="290">
                  <c:v>76712.12</c:v>
                </c:pt>
                <c:pt idx="291">
                  <c:v>74938.61</c:v>
                </c:pt>
                <c:pt idx="292">
                  <c:v>74294.460000000006</c:v>
                </c:pt>
                <c:pt idx="293">
                  <c:v>73120.22</c:v>
                </c:pt>
                <c:pt idx="294">
                  <c:v>74541.460000000006</c:v>
                </c:pt>
                <c:pt idx="295">
                  <c:v>74371.77</c:v>
                </c:pt>
                <c:pt idx="296">
                  <c:v>72626.12</c:v>
                </c:pt>
                <c:pt idx="297">
                  <c:v>71817.320000000007</c:v>
                </c:pt>
                <c:pt idx="298">
                  <c:v>70368.289999999994</c:v>
                </c:pt>
                <c:pt idx="299">
                  <c:v>69893.2</c:v>
                </c:pt>
                <c:pt idx="300">
                  <c:v>68853.64</c:v>
                </c:pt>
                <c:pt idx="301">
                  <c:v>79306.58</c:v>
                </c:pt>
                <c:pt idx="302">
                  <c:v>80525.009999999995</c:v>
                </c:pt>
                <c:pt idx="303">
                  <c:v>80539.960000000006</c:v>
                </c:pt>
                <c:pt idx="304">
                  <c:v>80237.16</c:v>
                </c:pt>
                <c:pt idx="305">
                  <c:v>81302.67</c:v>
                </c:pt>
                <c:pt idx="306">
                  <c:v>81830.89</c:v>
                </c:pt>
                <c:pt idx="307">
                  <c:v>81499.5</c:v>
                </c:pt>
                <c:pt idx="308">
                  <c:v>81016.88</c:v>
                </c:pt>
                <c:pt idx="309">
                  <c:v>82964.89</c:v>
                </c:pt>
                <c:pt idx="310">
                  <c:v>82215.83</c:v>
                </c:pt>
                <c:pt idx="311">
                  <c:v>84055.99</c:v>
                </c:pt>
                <c:pt idx="312">
                  <c:v>85968.93</c:v>
                </c:pt>
                <c:pt idx="313">
                  <c:v>85862.81</c:v>
                </c:pt>
                <c:pt idx="314">
                  <c:v>83797.88</c:v>
                </c:pt>
                <c:pt idx="315">
                  <c:v>83153.78</c:v>
                </c:pt>
                <c:pt idx="316">
                  <c:v>81425.47</c:v>
                </c:pt>
                <c:pt idx="317">
                  <c:v>81894.570000000007</c:v>
                </c:pt>
                <c:pt idx="318">
                  <c:v>82483.600000000006</c:v>
                </c:pt>
                <c:pt idx="319">
                  <c:v>82488.3</c:v>
                </c:pt>
                <c:pt idx="320">
                  <c:v>84041.43</c:v>
                </c:pt>
                <c:pt idx="321">
                  <c:v>84507.53</c:v>
                </c:pt>
                <c:pt idx="322">
                  <c:v>81609.75</c:v>
                </c:pt>
                <c:pt idx="323">
                  <c:v>79345.850000000006</c:v>
                </c:pt>
                <c:pt idx="324">
                  <c:v>79555.78</c:v>
                </c:pt>
                <c:pt idx="325">
                  <c:v>79331.17</c:v>
                </c:pt>
                <c:pt idx="326">
                  <c:v>82017.95</c:v>
                </c:pt>
                <c:pt idx="327">
                  <c:v>82258.75</c:v>
                </c:pt>
                <c:pt idx="328">
                  <c:v>79651.72</c:v>
                </c:pt>
                <c:pt idx="329">
                  <c:v>80715.38</c:v>
                </c:pt>
                <c:pt idx="330">
                  <c:v>81184.070000000007</c:v>
                </c:pt>
                <c:pt idx="331">
                  <c:v>78068.73</c:v>
                </c:pt>
                <c:pt idx="332">
                  <c:v>79338.69</c:v>
                </c:pt>
                <c:pt idx="333">
                  <c:v>79451.28</c:v>
                </c:pt>
                <c:pt idx="334">
                  <c:v>78204.460000000006</c:v>
                </c:pt>
                <c:pt idx="335">
                  <c:v>78218.63</c:v>
                </c:pt>
                <c:pt idx="336">
                  <c:v>75431.7</c:v>
                </c:pt>
                <c:pt idx="337">
                  <c:v>75582.3</c:v>
                </c:pt>
                <c:pt idx="338">
                  <c:v>73635.289999999994</c:v>
                </c:pt>
                <c:pt idx="339">
                  <c:v>74420.649999999994</c:v>
                </c:pt>
                <c:pt idx="340">
                  <c:v>73077.460000000006</c:v>
                </c:pt>
                <c:pt idx="341">
                  <c:v>72240.929999999993</c:v>
                </c:pt>
                <c:pt idx="342">
                  <c:v>71222.5</c:v>
                </c:pt>
                <c:pt idx="343">
                  <c:v>71889.39</c:v>
                </c:pt>
                <c:pt idx="344">
                  <c:v>69909.070000000007</c:v>
                </c:pt>
                <c:pt idx="345">
                  <c:v>69936.210000000006</c:v>
                </c:pt>
                <c:pt idx="346">
                  <c:v>69841.67</c:v>
                </c:pt>
                <c:pt idx="347">
                  <c:v>69386.679999999993</c:v>
                </c:pt>
                <c:pt idx="348">
                  <c:v>68122.37</c:v>
                </c:pt>
                <c:pt idx="349">
                  <c:v>68392.81</c:v>
                </c:pt>
                <c:pt idx="350">
                  <c:v>69526.23</c:v>
                </c:pt>
                <c:pt idx="351">
                  <c:v>68901.259999999995</c:v>
                </c:pt>
                <c:pt idx="352">
                  <c:v>67719.539999999994</c:v>
                </c:pt>
                <c:pt idx="353">
                  <c:v>67508.02</c:v>
                </c:pt>
                <c:pt idx="354">
                  <c:v>66689.11</c:v>
                </c:pt>
                <c:pt idx="355">
                  <c:v>66459.88</c:v>
                </c:pt>
                <c:pt idx="356">
                  <c:v>65264.72</c:v>
                </c:pt>
                <c:pt idx="357">
                  <c:v>65862.539999999994</c:v>
                </c:pt>
                <c:pt idx="358">
                  <c:v>66472.679999999993</c:v>
                </c:pt>
                <c:pt idx="359">
                  <c:v>66607.25</c:v>
                </c:pt>
                <c:pt idx="360">
                  <c:v>67186.75</c:v>
                </c:pt>
                <c:pt idx="361">
                  <c:v>68018.34</c:v>
                </c:pt>
                <c:pt idx="362">
                  <c:v>68267.009999999995</c:v>
                </c:pt>
                <c:pt idx="363">
                  <c:v>67793.88</c:v>
                </c:pt>
                <c:pt idx="364">
                  <c:v>69110.210000000006</c:v>
                </c:pt>
                <c:pt idx="365">
                  <c:v>69046.36</c:v>
                </c:pt>
                <c:pt idx="366">
                  <c:v>69215.33</c:v>
                </c:pt>
                <c:pt idx="367">
                  <c:v>69242.289999999994</c:v>
                </c:pt>
                <c:pt idx="368">
                  <c:v>68501.05</c:v>
                </c:pt>
                <c:pt idx="369">
                  <c:v>67941.429999999993</c:v>
                </c:pt>
                <c:pt idx="370">
                  <c:v>68051.02</c:v>
                </c:pt>
                <c:pt idx="371">
                  <c:v>68437.039999999994</c:v>
                </c:pt>
                <c:pt idx="372">
                  <c:v>67871.8</c:v>
                </c:pt>
                <c:pt idx="373">
                  <c:v>68199.100000000006</c:v>
                </c:pt>
                <c:pt idx="374">
                  <c:v>68804.58</c:v>
                </c:pt>
                <c:pt idx="375">
                  <c:v>70271.59</c:v>
                </c:pt>
                <c:pt idx="376">
                  <c:v>69437.86</c:v>
                </c:pt>
                <c:pt idx="377">
                  <c:v>69976.100000000006</c:v>
                </c:pt>
                <c:pt idx="378">
                  <c:v>70328.11</c:v>
                </c:pt>
                <c:pt idx="379">
                  <c:v>68439.39</c:v>
                </c:pt>
                <c:pt idx="380">
                  <c:v>67387.23</c:v>
                </c:pt>
                <c:pt idx="381">
                  <c:v>68014.3</c:v>
                </c:pt>
                <c:pt idx="382">
                  <c:v>68027.59</c:v>
                </c:pt>
                <c:pt idx="383">
                  <c:v>67352.27</c:v>
                </c:pt>
                <c:pt idx="384">
                  <c:v>66908.66</c:v>
                </c:pt>
                <c:pt idx="385">
                  <c:v>66713.52</c:v>
                </c:pt>
                <c:pt idx="386">
                  <c:v>67524.44</c:v>
                </c:pt>
                <c:pt idx="387">
                  <c:v>65991.44</c:v>
                </c:pt>
                <c:pt idx="388">
                  <c:v>65963.14</c:v>
                </c:pt>
                <c:pt idx="389">
                  <c:v>66235.179999999993</c:v>
                </c:pt>
                <c:pt idx="390">
                  <c:v>67513.539999999994</c:v>
                </c:pt>
                <c:pt idx="391">
                  <c:v>67871.39</c:v>
                </c:pt>
                <c:pt idx="392">
                  <c:v>67729.009999999995</c:v>
                </c:pt>
                <c:pt idx="393">
                  <c:v>67429.14</c:v>
                </c:pt>
                <c:pt idx="394">
                  <c:v>66892.17</c:v>
                </c:pt>
                <c:pt idx="395">
                  <c:v>66924.78</c:v>
                </c:pt>
                <c:pt idx="396">
                  <c:v>68250.11</c:v>
                </c:pt>
                <c:pt idx="397">
                  <c:v>68330.77</c:v>
                </c:pt>
                <c:pt idx="398">
                  <c:v>70327.83</c:v>
                </c:pt>
                <c:pt idx="399">
                  <c:v>71344.5</c:v>
                </c:pt>
                <c:pt idx="400">
                  <c:v>72119.45</c:v>
                </c:pt>
                <c:pt idx="401">
                  <c:v>70635.570000000007</c:v>
                </c:pt>
                <c:pt idx="402">
                  <c:v>72247.16</c:v>
                </c:pt>
                <c:pt idx="403">
                  <c:v>70726.679999999993</c:v>
                </c:pt>
                <c:pt idx="404">
                  <c:v>70516.62</c:v>
                </c:pt>
                <c:pt idx="405">
                  <c:v>69863.460000000006</c:v>
                </c:pt>
                <c:pt idx="406">
                  <c:v>70073.67</c:v>
                </c:pt>
                <c:pt idx="407">
                  <c:v>71175.600000000006</c:v>
                </c:pt>
                <c:pt idx="408">
                  <c:v>70825.69</c:v>
                </c:pt>
                <c:pt idx="409">
                  <c:v>70791.58</c:v>
                </c:pt>
                <c:pt idx="410">
                  <c:v>70445.95</c:v>
                </c:pt>
                <c:pt idx="411">
                  <c:v>71376.08</c:v>
                </c:pt>
                <c:pt idx="412">
                  <c:v>70478.03</c:v>
                </c:pt>
                <c:pt idx="413">
                  <c:v>70402.45</c:v>
                </c:pt>
                <c:pt idx="414">
                  <c:v>71522.02</c:v>
                </c:pt>
                <c:pt idx="415">
                  <c:v>69029.53</c:v>
                </c:pt>
                <c:pt idx="416">
                  <c:v>69743.75</c:v>
                </c:pt>
                <c:pt idx="417">
                  <c:v>69853.539999999994</c:v>
                </c:pt>
                <c:pt idx="418">
                  <c:v>72514.720000000001</c:v>
                </c:pt>
                <c:pt idx="419">
                  <c:v>73061.740000000005</c:v>
                </c:pt>
                <c:pt idx="420">
                  <c:v>70948.320000000007</c:v>
                </c:pt>
                <c:pt idx="421">
                  <c:v>71943.77</c:v>
                </c:pt>
                <c:pt idx="422">
                  <c:v>79414.259999999995</c:v>
                </c:pt>
                <c:pt idx="423">
                  <c:v>78166.62</c:v>
                </c:pt>
                <c:pt idx="424">
                  <c:v>76023.570000000007</c:v>
                </c:pt>
                <c:pt idx="425">
                  <c:v>77158.820000000007</c:v>
                </c:pt>
                <c:pt idx="426">
                  <c:v>72655.03</c:v>
                </c:pt>
                <c:pt idx="427">
                  <c:v>70931.34</c:v>
                </c:pt>
                <c:pt idx="428">
                  <c:v>68498.3</c:v>
                </c:pt>
                <c:pt idx="429">
                  <c:v>65763.539999999994</c:v>
                </c:pt>
                <c:pt idx="430">
                  <c:v>65321.62</c:v>
                </c:pt>
                <c:pt idx="431">
                  <c:v>62725.22</c:v>
                </c:pt>
                <c:pt idx="432">
                  <c:v>62756.13</c:v>
                </c:pt>
                <c:pt idx="433">
                  <c:v>61911.27</c:v>
                </c:pt>
                <c:pt idx="434">
                  <c:v>60697.54</c:v>
                </c:pt>
                <c:pt idx="435">
                  <c:v>59879.88</c:v>
                </c:pt>
                <c:pt idx="436">
                  <c:v>59691.16</c:v>
                </c:pt>
                <c:pt idx="437">
                  <c:v>59234.28</c:v>
                </c:pt>
                <c:pt idx="438">
                  <c:v>58702.63</c:v>
                </c:pt>
                <c:pt idx="439">
                  <c:v>59098.32</c:v>
                </c:pt>
                <c:pt idx="440">
                  <c:v>58964.34</c:v>
                </c:pt>
                <c:pt idx="441">
                  <c:v>59758.13</c:v>
                </c:pt>
                <c:pt idx="442">
                  <c:v>59775.19</c:v>
                </c:pt>
                <c:pt idx="443">
                  <c:v>60393.17</c:v>
                </c:pt>
                <c:pt idx="444">
                  <c:v>60485.78</c:v>
                </c:pt>
                <c:pt idx="445">
                  <c:v>61406.42</c:v>
                </c:pt>
                <c:pt idx="446">
                  <c:v>60714.33</c:v>
                </c:pt>
                <c:pt idx="447">
                  <c:v>60381.24</c:v>
                </c:pt>
                <c:pt idx="448">
                  <c:v>60998.82</c:v>
                </c:pt>
                <c:pt idx="449">
                  <c:v>60739.66</c:v>
                </c:pt>
                <c:pt idx="450">
                  <c:v>60098.16</c:v>
                </c:pt>
                <c:pt idx="451">
                  <c:v>60190.92</c:v>
                </c:pt>
                <c:pt idx="452">
                  <c:v>59337.95</c:v>
                </c:pt>
                <c:pt idx="453">
                  <c:v>59747.64</c:v>
                </c:pt>
                <c:pt idx="454">
                  <c:v>59947.199999999997</c:v>
                </c:pt>
                <c:pt idx="455">
                  <c:v>59471.55</c:v>
                </c:pt>
                <c:pt idx="456">
                  <c:v>58376.23</c:v>
                </c:pt>
                <c:pt idx="457">
                  <c:v>58333.36</c:v>
                </c:pt>
                <c:pt idx="458">
                  <c:v>58539.07</c:v>
                </c:pt>
                <c:pt idx="459">
                  <c:v>58315.02</c:v>
                </c:pt>
                <c:pt idx="460">
                  <c:v>58242.04</c:v>
                </c:pt>
                <c:pt idx="461">
                  <c:v>57565.9</c:v>
                </c:pt>
                <c:pt idx="462">
                  <c:v>57518.3</c:v>
                </c:pt>
                <c:pt idx="463">
                  <c:v>56732.71</c:v>
                </c:pt>
                <c:pt idx="464">
                  <c:v>56906.559999999998</c:v>
                </c:pt>
                <c:pt idx="465">
                  <c:v>57748.85</c:v>
                </c:pt>
                <c:pt idx="466">
                  <c:v>58973.81</c:v>
                </c:pt>
                <c:pt idx="467">
                  <c:v>59105.63</c:v>
                </c:pt>
                <c:pt idx="468">
                  <c:v>57924.68</c:v>
                </c:pt>
                <c:pt idx="469">
                  <c:v>58726.73</c:v>
                </c:pt>
                <c:pt idx="470">
                  <c:v>57987.34</c:v>
                </c:pt>
                <c:pt idx="471">
                  <c:v>57931.67</c:v>
                </c:pt>
                <c:pt idx="472">
                  <c:v>58974.43</c:v>
                </c:pt>
                <c:pt idx="473">
                  <c:v>59513.74</c:v>
                </c:pt>
                <c:pt idx="474">
                  <c:v>60081.03</c:v>
                </c:pt>
                <c:pt idx="475">
                  <c:v>59337.67</c:v>
                </c:pt>
                <c:pt idx="476">
                  <c:v>60566.61</c:v>
                </c:pt>
                <c:pt idx="477">
                  <c:v>60433.72</c:v>
                </c:pt>
                <c:pt idx="478">
                  <c:v>60394.79</c:v>
                </c:pt>
                <c:pt idx="479">
                  <c:v>61375.81</c:v>
                </c:pt>
                <c:pt idx="480">
                  <c:v>62309.23</c:v>
                </c:pt>
                <c:pt idx="481">
                  <c:v>60735.57</c:v>
                </c:pt>
                <c:pt idx="482">
                  <c:v>59507.19</c:v>
                </c:pt>
                <c:pt idx="483">
                  <c:v>59682.79</c:v>
                </c:pt>
                <c:pt idx="484">
                  <c:v>59685.62</c:v>
                </c:pt>
                <c:pt idx="485">
                  <c:v>60331.97</c:v>
                </c:pt>
                <c:pt idx="486">
                  <c:v>61107.03</c:v>
                </c:pt>
                <c:pt idx="487">
                  <c:v>60679.5</c:v>
                </c:pt>
                <c:pt idx="488">
                  <c:v>59907.72</c:v>
                </c:pt>
                <c:pt idx="489">
                  <c:v>59714.34</c:v>
                </c:pt>
                <c:pt idx="490">
                  <c:v>59707.12</c:v>
                </c:pt>
                <c:pt idx="491">
                  <c:v>60887.14</c:v>
                </c:pt>
                <c:pt idx="492">
                  <c:v>60826.21</c:v>
                </c:pt>
                <c:pt idx="493">
                  <c:v>60664.77</c:v>
                </c:pt>
                <c:pt idx="494">
                  <c:v>60667.519999999997</c:v>
                </c:pt>
                <c:pt idx="495">
                  <c:v>61699.92</c:v>
                </c:pt>
                <c:pt idx="496">
                  <c:v>62019.839999999997</c:v>
                </c:pt>
                <c:pt idx="497">
                  <c:v>60286.41</c:v>
                </c:pt>
                <c:pt idx="498">
                  <c:v>60326.720000000001</c:v>
                </c:pt>
                <c:pt idx="499">
                  <c:v>60334.17</c:v>
                </c:pt>
                <c:pt idx="500">
                  <c:v>60899.55</c:v>
                </c:pt>
                <c:pt idx="501">
                  <c:v>60256.07</c:v>
                </c:pt>
                <c:pt idx="502">
                  <c:v>60926.18</c:v>
                </c:pt>
                <c:pt idx="503">
                  <c:v>61534.400000000001</c:v>
                </c:pt>
                <c:pt idx="504">
                  <c:v>61832.34</c:v>
                </c:pt>
                <c:pt idx="505">
                  <c:v>61567.92</c:v>
                </c:pt>
                <c:pt idx="506">
                  <c:v>61600.27</c:v>
                </c:pt>
                <c:pt idx="507">
                  <c:v>61455.14</c:v>
                </c:pt>
                <c:pt idx="508">
                  <c:v>60375.09</c:v>
                </c:pt>
                <c:pt idx="509">
                  <c:v>60864.71</c:v>
                </c:pt>
                <c:pt idx="510">
                  <c:v>61687.95</c:v>
                </c:pt>
                <c:pt idx="511">
                  <c:v>62765.87</c:v>
                </c:pt>
                <c:pt idx="512">
                  <c:v>62745.09</c:v>
                </c:pt>
                <c:pt idx="513">
                  <c:v>61995.39</c:v>
                </c:pt>
                <c:pt idx="514">
                  <c:v>62852.13</c:v>
                </c:pt>
                <c:pt idx="515">
                  <c:v>63932.38</c:v>
                </c:pt>
                <c:pt idx="516">
                  <c:v>64001.08</c:v>
                </c:pt>
                <c:pt idx="517">
                  <c:v>65375.87</c:v>
                </c:pt>
                <c:pt idx="518">
                  <c:v>65100.85</c:v>
                </c:pt>
                <c:pt idx="519">
                  <c:v>64457.86</c:v>
                </c:pt>
                <c:pt idx="520">
                  <c:v>63442.53</c:v>
                </c:pt>
                <c:pt idx="521">
                  <c:v>63564.38</c:v>
                </c:pt>
                <c:pt idx="522">
                  <c:v>63052.49</c:v>
                </c:pt>
                <c:pt idx="523">
                  <c:v>61636.51</c:v>
                </c:pt>
                <c:pt idx="524">
                  <c:v>60710.41</c:v>
                </c:pt>
                <c:pt idx="525">
                  <c:v>61253.47</c:v>
                </c:pt>
                <c:pt idx="526">
                  <c:v>61581.39</c:v>
                </c:pt>
                <c:pt idx="527">
                  <c:v>61242.05</c:v>
                </c:pt>
                <c:pt idx="528">
                  <c:v>60351.07</c:v>
                </c:pt>
                <c:pt idx="529">
                  <c:v>58879.01</c:v>
                </c:pt>
                <c:pt idx="530">
                  <c:v>58825.59</c:v>
                </c:pt>
                <c:pt idx="531">
                  <c:v>58508.18</c:v>
                </c:pt>
                <c:pt idx="532">
                  <c:v>57292.98</c:v>
                </c:pt>
                <c:pt idx="533">
                  <c:v>57016.94</c:v>
                </c:pt>
                <c:pt idx="534">
                  <c:v>55782.77</c:v>
                </c:pt>
                <c:pt idx="535">
                  <c:v>54731.22</c:v>
                </c:pt>
                <c:pt idx="536">
                  <c:v>53778.080000000002</c:v>
                </c:pt>
                <c:pt idx="537">
                  <c:v>54314.15</c:v>
                </c:pt>
                <c:pt idx="538">
                  <c:v>53869.89</c:v>
                </c:pt>
                <c:pt idx="539">
                  <c:v>53860.39</c:v>
                </c:pt>
                <c:pt idx="540">
                  <c:v>55025.440000000002</c:v>
                </c:pt>
                <c:pt idx="541">
                  <c:v>55427.32</c:v>
                </c:pt>
                <c:pt idx="542">
                  <c:v>56664.82</c:v>
                </c:pt>
                <c:pt idx="543">
                  <c:v>56811.11</c:v>
                </c:pt>
                <c:pt idx="544">
                  <c:v>55779.93</c:v>
                </c:pt>
              </c:numCache>
            </c:numRef>
          </c:val>
          <c:smooth val="0"/>
          <c:extLst>
            <c:ext xmlns:c16="http://schemas.microsoft.com/office/drawing/2014/chart" uri="{C3380CC4-5D6E-409C-BE32-E72D297353CC}">
              <c16:uniqueId val="{00000002-0E99-CB49-8F23-02A00B8D96F9}"/>
            </c:ext>
          </c:extLst>
        </c:ser>
        <c:dLbls>
          <c:showLegendKey val="0"/>
          <c:showVal val="0"/>
          <c:showCatName val="0"/>
          <c:showSerName val="0"/>
          <c:showPercent val="0"/>
          <c:showBubbleSize val="0"/>
        </c:dLbls>
        <c:marker val="1"/>
        <c:smooth val="0"/>
        <c:axId val="2000001442"/>
        <c:axId val="2000001443"/>
      </c:lineChart>
      <c:dateAx>
        <c:axId val="2000001440"/>
        <c:scaling>
          <c:orientation val="minMax"/>
          <c:min val="45659"/>
        </c:scaling>
        <c:delete val="0"/>
        <c:axPos val="b"/>
        <c:numFmt formatCode="yyyy\-mm" sourceLinked="0"/>
        <c:majorTickMark val="in"/>
        <c:minorTickMark val="none"/>
        <c:tickLblPos val="nextTo"/>
        <c:spPr>
          <a:ln w="3175">
            <a:solidFill>
              <a:srgbClr val="000000"/>
            </a:solidFill>
            <a:prstDash val="solid"/>
          </a:ln>
        </c:spPr>
        <c:txPr>
          <a:bodyPr rot="0" vert="horz"/>
          <a:lstStyle/>
          <a:p>
            <a:pPr>
              <a:defRPr/>
            </a:pPr>
            <a:endParaRPr lang="zh-CN"/>
          </a:p>
        </c:txPr>
        <c:crossAx val="2000001441"/>
        <c:crosses val="autoZero"/>
        <c:auto val="0"/>
        <c:lblOffset val="100"/>
        <c:baseTimeUnit val="days"/>
      </c:dateAx>
      <c:valAx>
        <c:axId val="2000001441"/>
        <c:scaling>
          <c:orientation val="minMax"/>
          <c:max val="12000"/>
          <c:min val="4000"/>
        </c:scaling>
        <c:delete val="0"/>
        <c:axPos val="l"/>
        <c:numFmt formatCode="General" sourceLinked="0"/>
        <c:majorTickMark val="in"/>
        <c:minorTickMark val="none"/>
        <c:tickLblPos val="nextTo"/>
        <c:spPr>
          <a:ln w="3175">
            <a:solidFill>
              <a:srgbClr val="000000"/>
            </a:solidFill>
            <a:prstDash val="solid"/>
          </a:ln>
        </c:spPr>
        <c:txPr>
          <a:bodyPr rot="0" vert="horz"/>
          <a:lstStyle/>
          <a:p>
            <a:pPr>
              <a:defRPr/>
            </a:pPr>
            <a:endParaRPr lang="zh-CN"/>
          </a:p>
        </c:txPr>
        <c:crossAx val="2000001440"/>
        <c:crosses val="autoZero"/>
        <c:crossBetween val="between"/>
      </c:valAx>
      <c:valAx>
        <c:axId val="2000001443"/>
        <c:scaling>
          <c:orientation val="minMax"/>
          <c:min val="60000"/>
        </c:scaling>
        <c:delete val="0"/>
        <c:axPos val="r"/>
        <c:numFmt formatCode="General" sourceLinked="0"/>
        <c:majorTickMark val="out"/>
        <c:minorTickMark val="none"/>
        <c:tickLblPos val="nextTo"/>
        <c:crossAx val="2000001442"/>
        <c:crosses val="max"/>
        <c:crossBetween val="between"/>
      </c:valAx>
      <c:dateAx>
        <c:axId val="2000001442"/>
        <c:scaling>
          <c:orientation val="minMax"/>
        </c:scaling>
        <c:delete val="1"/>
        <c:axPos val="b"/>
        <c:numFmt formatCode="yyyy\-mm\-dd" sourceLinked="1"/>
        <c:majorTickMark val="out"/>
        <c:minorTickMark val="none"/>
        <c:tickLblPos val="nextTo"/>
        <c:crossAx val="2000001443"/>
        <c:crosses val="autoZero"/>
        <c:auto val="1"/>
        <c:lblOffset val="100"/>
        <c:baseTimeUnit val="days"/>
        <c:majorUnit val="1"/>
        <c:minorUnit val="1"/>
      </c:dateAx>
      <c:spPr>
        <a:noFill/>
        <a:ln w="25400">
          <a:noFill/>
        </a:ln>
      </c:spPr>
    </c:plotArea>
    <c:legend>
      <c:legendPos val="b"/>
      <c:layout>
        <c:manualLayout>
          <c:xMode val="edge"/>
          <c:yMode val="edge"/>
          <c:x val="0"/>
          <c:y val="9.5314474579574239E-4"/>
          <c:w val="0.99499090770650256"/>
          <c:h val="9.1639447846796923E-2"/>
        </c:manualLayout>
      </c:layout>
      <c:overlay val="0"/>
      <c:spPr>
        <a:solidFill>
          <a:srgbClr val="FFFFFF"/>
        </a:solidFill>
        <a:ln w="25400">
          <a:noFill/>
        </a:ln>
      </c:spPr>
    </c:legend>
    <c:plotVisOnly val="1"/>
    <c:dispBlanksAs val="gap"/>
    <c:showDLblsOverMax val="0"/>
  </c:chart>
  <c:spPr>
    <a:solidFill>
      <a:srgbClr val="FFFFFF"/>
    </a:solidFill>
    <a:ln w="9525">
      <a:noFill/>
    </a:ln>
  </c:spPr>
  <c:txPr>
    <a:bodyPr/>
    <a:lstStyle/>
    <a:p>
      <a:pPr>
        <a:defRPr sz="800" b="0" i="0" u="none" strike="noStrike" baseline="0">
          <a:solidFill>
            <a:srgbClr val="000000"/>
          </a:solidFill>
          <a:latin typeface="Arial" panose="020B0604020202020204" pitchFamily="34" charset="0"/>
          <a:ea typeface="思源黑体 CN Regular" panose="020B0500000000000000" pitchFamily="34" charset="-122"/>
          <a:cs typeface="Arial" panose="020B0604020202020204" pitchFamily="34" charset="0"/>
        </a:defRPr>
      </a:pPr>
      <a:endParaRPr lang="zh-CN"/>
    </a:p>
  </c:txPr>
  <c:externalData r:id="rId1">
    <c:autoUpdate val="0"/>
  </c:externalData>
  <c:userShapes r:id="rId2"/>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6.9178938510548779E-2"/>
          <c:y val="0.21024857186969276"/>
          <c:w val="0.8592107952154836"/>
          <c:h val="0.7052599307439511"/>
        </c:manualLayout>
      </c:layout>
      <c:lineChart>
        <c:grouping val="standard"/>
        <c:varyColors val="0"/>
        <c:ser>
          <c:idx val="0"/>
          <c:order val="0"/>
          <c:tx>
            <c:strRef>
              <c:f>'22-23 南向资金 (3)'!$C$3</c:f>
              <c:strCache>
                <c:ptCount val="1"/>
                <c:pt idx="0">
                  <c:v>恒生指数收盘价（左轴，点）</c:v>
                </c:pt>
              </c:strCache>
            </c:strRef>
          </c:tx>
          <c:spPr>
            <a:ln w="25400">
              <a:solidFill>
                <a:srgbClr val="7C80C8"/>
              </a:solidFill>
              <a:prstDash val="solid"/>
            </a:ln>
          </c:spPr>
          <c:marker>
            <c:symbol val="none"/>
          </c:marker>
          <c:cat>
            <c:numRef>
              <c:f>'22-23 南向资金 (3)'!$A$4:$A$1750</c:f>
              <c:numCache>
                <c:formatCode>yyyy\-mm\-dd</c:formatCode>
                <c:ptCount val="1747"/>
                <c:pt idx="0">
                  <c:v>45860</c:v>
                </c:pt>
                <c:pt idx="1">
                  <c:v>45859</c:v>
                </c:pt>
                <c:pt idx="2">
                  <c:v>45856</c:v>
                </c:pt>
                <c:pt idx="3">
                  <c:v>45855</c:v>
                </c:pt>
                <c:pt idx="4">
                  <c:v>45854</c:v>
                </c:pt>
                <c:pt idx="5">
                  <c:v>45853</c:v>
                </c:pt>
                <c:pt idx="6">
                  <c:v>45852</c:v>
                </c:pt>
                <c:pt idx="7">
                  <c:v>45849</c:v>
                </c:pt>
                <c:pt idx="8">
                  <c:v>45848</c:v>
                </c:pt>
                <c:pt idx="9">
                  <c:v>45847</c:v>
                </c:pt>
                <c:pt idx="10">
                  <c:v>45846</c:v>
                </c:pt>
                <c:pt idx="11">
                  <c:v>45845</c:v>
                </c:pt>
                <c:pt idx="12">
                  <c:v>45842</c:v>
                </c:pt>
                <c:pt idx="13">
                  <c:v>45841</c:v>
                </c:pt>
                <c:pt idx="14">
                  <c:v>45840</c:v>
                </c:pt>
                <c:pt idx="15">
                  <c:v>45838</c:v>
                </c:pt>
                <c:pt idx="16">
                  <c:v>45835</c:v>
                </c:pt>
                <c:pt idx="17">
                  <c:v>45834</c:v>
                </c:pt>
                <c:pt idx="18">
                  <c:v>45833</c:v>
                </c:pt>
                <c:pt idx="19">
                  <c:v>45832</c:v>
                </c:pt>
                <c:pt idx="20">
                  <c:v>45831</c:v>
                </c:pt>
                <c:pt idx="21">
                  <c:v>45828</c:v>
                </c:pt>
                <c:pt idx="22">
                  <c:v>45827</c:v>
                </c:pt>
                <c:pt idx="23">
                  <c:v>45826</c:v>
                </c:pt>
                <c:pt idx="24">
                  <c:v>45825</c:v>
                </c:pt>
                <c:pt idx="25">
                  <c:v>45824</c:v>
                </c:pt>
                <c:pt idx="26">
                  <c:v>45821</c:v>
                </c:pt>
                <c:pt idx="27">
                  <c:v>45820</c:v>
                </c:pt>
                <c:pt idx="28">
                  <c:v>45819</c:v>
                </c:pt>
                <c:pt idx="29">
                  <c:v>45818</c:v>
                </c:pt>
                <c:pt idx="30">
                  <c:v>45817</c:v>
                </c:pt>
                <c:pt idx="31">
                  <c:v>45814</c:v>
                </c:pt>
                <c:pt idx="32">
                  <c:v>45813</c:v>
                </c:pt>
                <c:pt idx="33">
                  <c:v>45812</c:v>
                </c:pt>
                <c:pt idx="34">
                  <c:v>45811</c:v>
                </c:pt>
                <c:pt idx="35">
                  <c:v>45807</c:v>
                </c:pt>
                <c:pt idx="36">
                  <c:v>45806</c:v>
                </c:pt>
                <c:pt idx="37">
                  <c:v>45805</c:v>
                </c:pt>
                <c:pt idx="38">
                  <c:v>45804</c:v>
                </c:pt>
                <c:pt idx="39">
                  <c:v>45803</c:v>
                </c:pt>
                <c:pt idx="40">
                  <c:v>45800</c:v>
                </c:pt>
                <c:pt idx="41">
                  <c:v>45799</c:v>
                </c:pt>
                <c:pt idx="42">
                  <c:v>45798</c:v>
                </c:pt>
                <c:pt idx="43">
                  <c:v>45797</c:v>
                </c:pt>
                <c:pt idx="44">
                  <c:v>45796</c:v>
                </c:pt>
                <c:pt idx="45">
                  <c:v>45793</c:v>
                </c:pt>
                <c:pt idx="46">
                  <c:v>45792</c:v>
                </c:pt>
                <c:pt idx="47">
                  <c:v>45791</c:v>
                </c:pt>
                <c:pt idx="48">
                  <c:v>45790</c:v>
                </c:pt>
                <c:pt idx="49">
                  <c:v>45789</c:v>
                </c:pt>
                <c:pt idx="50">
                  <c:v>45786</c:v>
                </c:pt>
                <c:pt idx="51">
                  <c:v>45785</c:v>
                </c:pt>
                <c:pt idx="52">
                  <c:v>45784</c:v>
                </c:pt>
                <c:pt idx="53">
                  <c:v>45783</c:v>
                </c:pt>
                <c:pt idx="54">
                  <c:v>45777</c:v>
                </c:pt>
                <c:pt idx="55">
                  <c:v>45776</c:v>
                </c:pt>
                <c:pt idx="56">
                  <c:v>45775</c:v>
                </c:pt>
                <c:pt idx="57">
                  <c:v>45772</c:v>
                </c:pt>
                <c:pt idx="58">
                  <c:v>45771</c:v>
                </c:pt>
                <c:pt idx="59">
                  <c:v>45770</c:v>
                </c:pt>
                <c:pt idx="60">
                  <c:v>45769</c:v>
                </c:pt>
                <c:pt idx="61">
                  <c:v>45764</c:v>
                </c:pt>
                <c:pt idx="62">
                  <c:v>45763</c:v>
                </c:pt>
                <c:pt idx="63">
                  <c:v>45762</c:v>
                </c:pt>
                <c:pt idx="64">
                  <c:v>45761</c:v>
                </c:pt>
                <c:pt idx="65">
                  <c:v>45758</c:v>
                </c:pt>
                <c:pt idx="66">
                  <c:v>45757</c:v>
                </c:pt>
                <c:pt idx="67">
                  <c:v>45756</c:v>
                </c:pt>
                <c:pt idx="68">
                  <c:v>45755</c:v>
                </c:pt>
                <c:pt idx="69">
                  <c:v>45754</c:v>
                </c:pt>
                <c:pt idx="70">
                  <c:v>45750</c:v>
                </c:pt>
                <c:pt idx="71">
                  <c:v>45749</c:v>
                </c:pt>
                <c:pt idx="72">
                  <c:v>45748</c:v>
                </c:pt>
                <c:pt idx="73">
                  <c:v>45747</c:v>
                </c:pt>
                <c:pt idx="74">
                  <c:v>45744</c:v>
                </c:pt>
                <c:pt idx="75">
                  <c:v>45743</c:v>
                </c:pt>
                <c:pt idx="76">
                  <c:v>45742</c:v>
                </c:pt>
                <c:pt idx="77">
                  <c:v>45741</c:v>
                </c:pt>
                <c:pt idx="78">
                  <c:v>45740</c:v>
                </c:pt>
                <c:pt idx="79">
                  <c:v>45737</c:v>
                </c:pt>
                <c:pt idx="80">
                  <c:v>45736</c:v>
                </c:pt>
                <c:pt idx="81">
                  <c:v>45735</c:v>
                </c:pt>
                <c:pt idx="82">
                  <c:v>45734</c:v>
                </c:pt>
                <c:pt idx="83">
                  <c:v>45733</c:v>
                </c:pt>
                <c:pt idx="84">
                  <c:v>45730</c:v>
                </c:pt>
                <c:pt idx="85">
                  <c:v>45729</c:v>
                </c:pt>
                <c:pt idx="86">
                  <c:v>45728</c:v>
                </c:pt>
                <c:pt idx="87">
                  <c:v>45727</c:v>
                </c:pt>
                <c:pt idx="88">
                  <c:v>45726</c:v>
                </c:pt>
                <c:pt idx="89">
                  <c:v>45723</c:v>
                </c:pt>
                <c:pt idx="90">
                  <c:v>45722</c:v>
                </c:pt>
                <c:pt idx="91">
                  <c:v>45721</c:v>
                </c:pt>
                <c:pt idx="92">
                  <c:v>45720</c:v>
                </c:pt>
                <c:pt idx="93">
                  <c:v>45719</c:v>
                </c:pt>
                <c:pt idx="94">
                  <c:v>45716</c:v>
                </c:pt>
                <c:pt idx="95">
                  <c:v>45715</c:v>
                </c:pt>
                <c:pt idx="96">
                  <c:v>45714</c:v>
                </c:pt>
                <c:pt idx="97">
                  <c:v>45713</c:v>
                </c:pt>
                <c:pt idx="98">
                  <c:v>45712</c:v>
                </c:pt>
                <c:pt idx="99">
                  <c:v>45709</c:v>
                </c:pt>
                <c:pt idx="100">
                  <c:v>45708</c:v>
                </c:pt>
                <c:pt idx="101">
                  <c:v>45707</c:v>
                </c:pt>
                <c:pt idx="102">
                  <c:v>45706</c:v>
                </c:pt>
                <c:pt idx="103">
                  <c:v>45705</c:v>
                </c:pt>
                <c:pt idx="104">
                  <c:v>45702</c:v>
                </c:pt>
                <c:pt idx="105">
                  <c:v>45701</c:v>
                </c:pt>
                <c:pt idx="106">
                  <c:v>45700</c:v>
                </c:pt>
                <c:pt idx="107">
                  <c:v>45699</c:v>
                </c:pt>
                <c:pt idx="108">
                  <c:v>45698</c:v>
                </c:pt>
                <c:pt idx="109">
                  <c:v>45695</c:v>
                </c:pt>
                <c:pt idx="110">
                  <c:v>45694</c:v>
                </c:pt>
                <c:pt idx="111">
                  <c:v>45693</c:v>
                </c:pt>
                <c:pt idx="112">
                  <c:v>45684</c:v>
                </c:pt>
                <c:pt idx="113">
                  <c:v>45681</c:v>
                </c:pt>
                <c:pt idx="114">
                  <c:v>45680</c:v>
                </c:pt>
                <c:pt idx="115">
                  <c:v>45679</c:v>
                </c:pt>
                <c:pt idx="116">
                  <c:v>45678</c:v>
                </c:pt>
                <c:pt idx="117">
                  <c:v>45677</c:v>
                </c:pt>
                <c:pt idx="118">
                  <c:v>45674</c:v>
                </c:pt>
                <c:pt idx="119">
                  <c:v>45673</c:v>
                </c:pt>
                <c:pt idx="120">
                  <c:v>45672</c:v>
                </c:pt>
                <c:pt idx="121">
                  <c:v>45671</c:v>
                </c:pt>
                <c:pt idx="122">
                  <c:v>45670</c:v>
                </c:pt>
                <c:pt idx="123">
                  <c:v>45667</c:v>
                </c:pt>
                <c:pt idx="124">
                  <c:v>45666</c:v>
                </c:pt>
                <c:pt idx="125">
                  <c:v>45665</c:v>
                </c:pt>
                <c:pt idx="126">
                  <c:v>45664</c:v>
                </c:pt>
                <c:pt idx="127">
                  <c:v>45663</c:v>
                </c:pt>
                <c:pt idx="128">
                  <c:v>45660</c:v>
                </c:pt>
                <c:pt idx="129">
                  <c:v>45659</c:v>
                </c:pt>
                <c:pt idx="130">
                  <c:v>45657</c:v>
                </c:pt>
                <c:pt idx="131">
                  <c:v>45656</c:v>
                </c:pt>
                <c:pt idx="132">
                  <c:v>45653</c:v>
                </c:pt>
                <c:pt idx="133">
                  <c:v>45650</c:v>
                </c:pt>
                <c:pt idx="134">
                  <c:v>45649</c:v>
                </c:pt>
                <c:pt idx="135">
                  <c:v>45646</c:v>
                </c:pt>
                <c:pt idx="136">
                  <c:v>45645</c:v>
                </c:pt>
                <c:pt idx="137">
                  <c:v>45644</c:v>
                </c:pt>
                <c:pt idx="138">
                  <c:v>45643</c:v>
                </c:pt>
                <c:pt idx="139">
                  <c:v>45642</c:v>
                </c:pt>
                <c:pt idx="140">
                  <c:v>45639</c:v>
                </c:pt>
                <c:pt idx="141">
                  <c:v>45638</c:v>
                </c:pt>
                <c:pt idx="142">
                  <c:v>45637</c:v>
                </c:pt>
                <c:pt idx="143">
                  <c:v>45636</c:v>
                </c:pt>
                <c:pt idx="144">
                  <c:v>45635</c:v>
                </c:pt>
                <c:pt idx="145">
                  <c:v>45632</c:v>
                </c:pt>
                <c:pt idx="146">
                  <c:v>45631</c:v>
                </c:pt>
                <c:pt idx="147">
                  <c:v>45630</c:v>
                </c:pt>
                <c:pt idx="148">
                  <c:v>45629</c:v>
                </c:pt>
                <c:pt idx="149">
                  <c:v>45628</c:v>
                </c:pt>
                <c:pt idx="150">
                  <c:v>45625</c:v>
                </c:pt>
                <c:pt idx="151">
                  <c:v>45624</c:v>
                </c:pt>
                <c:pt idx="152">
                  <c:v>45623</c:v>
                </c:pt>
                <c:pt idx="153">
                  <c:v>45622</c:v>
                </c:pt>
                <c:pt idx="154">
                  <c:v>45621</c:v>
                </c:pt>
                <c:pt idx="155">
                  <c:v>45618</c:v>
                </c:pt>
                <c:pt idx="156">
                  <c:v>45617</c:v>
                </c:pt>
                <c:pt idx="157">
                  <c:v>45616</c:v>
                </c:pt>
                <c:pt idx="158">
                  <c:v>45615</c:v>
                </c:pt>
                <c:pt idx="159">
                  <c:v>45614</c:v>
                </c:pt>
                <c:pt idx="160">
                  <c:v>45611</c:v>
                </c:pt>
                <c:pt idx="161">
                  <c:v>45610</c:v>
                </c:pt>
                <c:pt idx="162">
                  <c:v>45609</c:v>
                </c:pt>
                <c:pt idx="163">
                  <c:v>45608</c:v>
                </c:pt>
                <c:pt idx="164">
                  <c:v>45607</c:v>
                </c:pt>
                <c:pt idx="165">
                  <c:v>45604</c:v>
                </c:pt>
                <c:pt idx="166">
                  <c:v>45603</c:v>
                </c:pt>
                <c:pt idx="167">
                  <c:v>45602</c:v>
                </c:pt>
                <c:pt idx="168">
                  <c:v>45601</c:v>
                </c:pt>
                <c:pt idx="169">
                  <c:v>45600</c:v>
                </c:pt>
                <c:pt idx="170">
                  <c:v>45597</c:v>
                </c:pt>
                <c:pt idx="171">
                  <c:v>45596</c:v>
                </c:pt>
                <c:pt idx="172">
                  <c:v>45595</c:v>
                </c:pt>
                <c:pt idx="173">
                  <c:v>45594</c:v>
                </c:pt>
                <c:pt idx="174">
                  <c:v>45593</c:v>
                </c:pt>
                <c:pt idx="175">
                  <c:v>45590</c:v>
                </c:pt>
                <c:pt idx="176">
                  <c:v>45589</c:v>
                </c:pt>
                <c:pt idx="177">
                  <c:v>45588</c:v>
                </c:pt>
                <c:pt idx="178">
                  <c:v>45587</c:v>
                </c:pt>
                <c:pt idx="179">
                  <c:v>45586</c:v>
                </c:pt>
                <c:pt idx="180">
                  <c:v>45583</c:v>
                </c:pt>
                <c:pt idx="181">
                  <c:v>45582</c:v>
                </c:pt>
                <c:pt idx="182">
                  <c:v>45581</c:v>
                </c:pt>
                <c:pt idx="183">
                  <c:v>45580</c:v>
                </c:pt>
                <c:pt idx="184">
                  <c:v>45579</c:v>
                </c:pt>
                <c:pt idx="185">
                  <c:v>45575</c:v>
                </c:pt>
                <c:pt idx="186">
                  <c:v>45574</c:v>
                </c:pt>
                <c:pt idx="187">
                  <c:v>45573</c:v>
                </c:pt>
                <c:pt idx="188">
                  <c:v>45565</c:v>
                </c:pt>
                <c:pt idx="189">
                  <c:v>45562</c:v>
                </c:pt>
                <c:pt idx="190">
                  <c:v>45561</c:v>
                </c:pt>
                <c:pt idx="191">
                  <c:v>45560</c:v>
                </c:pt>
                <c:pt idx="192">
                  <c:v>45559</c:v>
                </c:pt>
                <c:pt idx="193">
                  <c:v>45558</c:v>
                </c:pt>
                <c:pt idx="194">
                  <c:v>45555</c:v>
                </c:pt>
                <c:pt idx="195">
                  <c:v>45554</c:v>
                </c:pt>
                <c:pt idx="196">
                  <c:v>45548</c:v>
                </c:pt>
                <c:pt idx="197">
                  <c:v>45547</c:v>
                </c:pt>
                <c:pt idx="198">
                  <c:v>45546</c:v>
                </c:pt>
                <c:pt idx="199">
                  <c:v>45545</c:v>
                </c:pt>
                <c:pt idx="200">
                  <c:v>45544</c:v>
                </c:pt>
                <c:pt idx="201">
                  <c:v>45540</c:v>
                </c:pt>
                <c:pt idx="202">
                  <c:v>45539</c:v>
                </c:pt>
                <c:pt idx="203">
                  <c:v>45538</c:v>
                </c:pt>
                <c:pt idx="204">
                  <c:v>45537</c:v>
                </c:pt>
                <c:pt idx="205">
                  <c:v>45534</c:v>
                </c:pt>
                <c:pt idx="206">
                  <c:v>45533</c:v>
                </c:pt>
                <c:pt idx="207">
                  <c:v>45532</c:v>
                </c:pt>
                <c:pt idx="208">
                  <c:v>45531</c:v>
                </c:pt>
                <c:pt idx="209">
                  <c:v>45530</c:v>
                </c:pt>
                <c:pt idx="210">
                  <c:v>45527</c:v>
                </c:pt>
                <c:pt idx="211">
                  <c:v>45526</c:v>
                </c:pt>
                <c:pt idx="212">
                  <c:v>45525</c:v>
                </c:pt>
                <c:pt idx="213">
                  <c:v>45524</c:v>
                </c:pt>
                <c:pt idx="214">
                  <c:v>45523</c:v>
                </c:pt>
                <c:pt idx="215">
                  <c:v>45520</c:v>
                </c:pt>
                <c:pt idx="216">
                  <c:v>45519</c:v>
                </c:pt>
                <c:pt idx="217">
                  <c:v>45518</c:v>
                </c:pt>
                <c:pt idx="218">
                  <c:v>45517</c:v>
                </c:pt>
                <c:pt idx="219">
                  <c:v>45516</c:v>
                </c:pt>
                <c:pt idx="220">
                  <c:v>45513</c:v>
                </c:pt>
                <c:pt idx="221">
                  <c:v>45512</c:v>
                </c:pt>
                <c:pt idx="222">
                  <c:v>45511</c:v>
                </c:pt>
                <c:pt idx="223">
                  <c:v>45510</c:v>
                </c:pt>
                <c:pt idx="224">
                  <c:v>45509</c:v>
                </c:pt>
                <c:pt idx="225">
                  <c:v>45506</c:v>
                </c:pt>
                <c:pt idx="226">
                  <c:v>45505</c:v>
                </c:pt>
                <c:pt idx="227">
                  <c:v>45504</c:v>
                </c:pt>
                <c:pt idx="228">
                  <c:v>45503</c:v>
                </c:pt>
                <c:pt idx="229">
                  <c:v>45502</c:v>
                </c:pt>
                <c:pt idx="230">
                  <c:v>45499</c:v>
                </c:pt>
                <c:pt idx="231">
                  <c:v>45498</c:v>
                </c:pt>
                <c:pt idx="232">
                  <c:v>45497</c:v>
                </c:pt>
                <c:pt idx="233">
                  <c:v>45496</c:v>
                </c:pt>
                <c:pt idx="234">
                  <c:v>45495</c:v>
                </c:pt>
                <c:pt idx="235">
                  <c:v>45492</c:v>
                </c:pt>
                <c:pt idx="236">
                  <c:v>45491</c:v>
                </c:pt>
                <c:pt idx="237">
                  <c:v>45490</c:v>
                </c:pt>
                <c:pt idx="238">
                  <c:v>45489</c:v>
                </c:pt>
                <c:pt idx="239">
                  <c:v>45488</c:v>
                </c:pt>
                <c:pt idx="240">
                  <c:v>45485</c:v>
                </c:pt>
                <c:pt idx="241">
                  <c:v>45484</c:v>
                </c:pt>
                <c:pt idx="242">
                  <c:v>45483</c:v>
                </c:pt>
                <c:pt idx="243">
                  <c:v>45482</c:v>
                </c:pt>
                <c:pt idx="244">
                  <c:v>45481</c:v>
                </c:pt>
                <c:pt idx="245">
                  <c:v>45478</c:v>
                </c:pt>
                <c:pt idx="246">
                  <c:v>45477</c:v>
                </c:pt>
                <c:pt idx="247">
                  <c:v>45476</c:v>
                </c:pt>
                <c:pt idx="248">
                  <c:v>45475</c:v>
                </c:pt>
                <c:pt idx="249">
                  <c:v>45471</c:v>
                </c:pt>
                <c:pt idx="250">
                  <c:v>45470</c:v>
                </c:pt>
                <c:pt idx="251">
                  <c:v>45469</c:v>
                </c:pt>
                <c:pt idx="252">
                  <c:v>45468</c:v>
                </c:pt>
                <c:pt idx="253">
                  <c:v>45467</c:v>
                </c:pt>
                <c:pt idx="254">
                  <c:v>45464</c:v>
                </c:pt>
                <c:pt idx="255">
                  <c:v>45463</c:v>
                </c:pt>
                <c:pt idx="256">
                  <c:v>45462</c:v>
                </c:pt>
                <c:pt idx="257">
                  <c:v>45461</c:v>
                </c:pt>
                <c:pt idx="258">
                  <c:v>45460</c:v>
                </c:pt>
                <c:pt idx="259">
                  <c:v>45457</c:v>
                </c:pt>
                <c:pt idx="260">
                  <c:v>45456</c:v>
                </c:pt>
                <c:pt idx="261">
                  <c:v>45455</c:v>
                </c:pt>
                <c:pt idx="262">
                  <c:v>45454</c:v>
                </c:pt>
                <c:pt idx="263">
                  <c:v>45450</c:v>
                </c:pt>
                <c:pt idx="264">
                  <c:v>45449</c:v>
                </c:pt>
                <c:pt idx="265">
                  <c:v>45448</c:v>
                </c:pt>
                <c:pt idx="266">
                  <c:v>45447</c:v>
                </c:pt>
                <c:pt idx="267">
                  <c:v>45446</c:v>
                </c:pt>
                <c:pt idx="268">
                  <c:v>45443</c:v>
                </c:pt>
                <c:pt idx="269">
                  <c:v>45442</c:v>
                </c:pt>
                <c:pt idx="270">
                  <c:v>45441</c:v>
                </c:pt>
                <c:pt idx="271">
                  <c:v>45440</c:v>
                </c:pt>
                <c:pt idx="272">
                  <c:v>45439</c:v>
                </c:pt>
                <c:pt idx="273">
                  <c:v>45436</c:v>
                </c:pt>
                <c:pt idx="274">
                  <c:v>45435</c:v>
                </c:pt>
                <c:pt idx="275">
                  <c:v>45434</c:v>
                </c:pt>
                <c:pt idx="276">
                  <c:v>45433</c:v>
                </c:pt>
                <c:pt idx="277">
                  <c:v>45432</c:v>
                </c:pt>
                <c:pt idx="278">
                  <c:v>45429</c:v>
                </c:pt>
                <c:pt idx="279">
                  <c:v>45428</c:v>
                </c:pt>
                <c:pt idx="280">
                  <c:v>45426</c:v>
                </c:pt>
                <c:pt idx="281">
                  <c:v>45425</c:v>
                </c:pt>
                <c:pt idx="282">
                  <c:v>45422</c:v>
                </c:pt>
                <c:pt idx="283">
                  <c:v>45421</c:v>
                </c:pt>
                <c:pt idx="284">
                  <c:v>45420</c:v>
                </c:pt>
                <c:pt idx="285">
                  <c:v>45419</c:v>
                </c:pt>
                <c:pt idx="286">
                  <c:v>45418</c:v>
                </c:pt>
                <c:pt idx="287">
                  <c:v>45412</c:v>
                </c:pt>
                <c:pt idx="288">
                  <c:v>45411</c:v>
                </c:pt>
                <c:pt idx="289">
                  <c:v>45408</c:v>
                </c:pt>
                <c:pt idx="290">
                  <c:v>45407</c:v>
                </c:pt>
                <c:pt idx="291">
                  <c:v>45406</c:v>
                </c:pt>
                <c:pt idx="292">
                  <c:v>45405</c:v>
                </c:pt>
                <c:pt idx="293">
                  <c:v>45404</c:v>
                </c:pt>
                <c:pt idx="294">
                  <c:v>45401</c:v>
                </c:pt>
                <c:pt idx="295">
                  <c:v>45400</c:v>
                </c:pt>
                <c:pt idx="296">
                  <c:v>45399</c:v>
                </c:pt>
                <c:pt idx="297">
                  <c:v>45398</c:v>
                </c:pt>
                <c:pt idx="298">
                  <c:v>45397</c:v>
                </c:pt>
                <c:pt idx="299">
                  <c:v>45394</c:v>
                </c:pt>
                <c:pt idx="300">
                  <c:v>45393</c:v>
                </c:pt>
                <c:pt idx="301">
                  <c:v>45392</c:v>
                </c:pt>
                <c:pt idx="302">
                  <c:v>45391</c:v>
                </c:pt>
                <c:pt idx="303">
                  <c:v>45390</c:v>
                </c:pt>
                <c:pt idx="304">
                  <c:v>45385</c:v>
                </c:pt>
                <c:pt idx="305">
                  <c:v>45384</c:v>
                </c:pt>
                <c:pt idx="306">
                  <c:v>45379</c:v>
                </c:pt>
                <c:pt idx="307">
                  <c:v>45378</c:v>
                </c:pt>
                <c:pt idx="308">
                  <c:v>45377</c:v>
                </c:pt>
                <c:pt idx="309">
                  <c:v>45376</c:v>
                </c:pt>
                <c:pt idx="310">
                  <c:v>45373</c:v>
                </c:pt>
                <c:pt idx="311">
                  <c:v>45372</c:v>
                </c:pt>
                <c:pt idx="312">
                  <c:v>45371</c:v>
                </c:pt>
                <c:pt idx="313">
                  <c:v>45370</c:v>
                </c:pt>
                <c:pt idx="314">
                  <c:v>45369</c:v>
                </c:pt>
                <c:pt idx="315">
                  <c:v>45366</c:v>
                </c:pt>
                <c:pt idx="316">
                  <c:v>45365</c:v>
                </c:pt>
                <c:pt idx="317">
                  <c:v>45364</c:v>
                </c:pt>
                <c:pt idx="318">
                  <c:v>45363</c:v>
                </c:pt>
                <c:pt idx="319">
                  <c:v>45362</c:v>
                </c:pt>
                <c:pt idx="320">
                  <c:v>45359</c:v>
                </c:pt>
                <c:pt idx="321">
                  <c:v>45358</c:v>
                </c:pt>
                <c:pt idx="322">
                  <c:v>45357</c:v>
                </c:pt>
                <c:pt idx="323">
                  <c:v>45356</c:v>
                </c:pt>
                <c:pt idx="324">
                  <c:v>45355</c:v>
                </c:pt>
                <c:pt idx="325">
                  <c:v>45352</c:v>
                </c:pt>
                <c:pt idx="326">
                  <c:v>45351</c:v>
                </c:pt>
                <c:pt idx="327">
                  <c:v>45350</c:v>
                </c:pt>
                <c:pt idx="328">
                  <c:v>45349</c:v>
                </c:pt>
                <c:pt idx="329">
                  <c:v>45348</c:v>
                </c:pt>
                <c:pt idx="330">
                  <c:v>45345</c:v>
                </c:pt>
                <c:pt idx="331">
                  <c:v>45344</c:v>
                </c:pt>
                <c:pt idx="332">
                  <c:v>45343</c:v>
                </c:pt>
                <c:pt idx="333">
                  <c:v>45342</c:v>
                </c:pt>
                <c:pt idx="334">
                  <c:v>45341</c:v>
                </c:pt>
                <c:pt idx="335">
                  <c:v>45330</c:v>
                </c:pt>
                <c:pt idx="336">
                  <c:v>45329</c:v>
                </c:pt>
                <c:pt idx="337">
                  <c:v>45328</c:v>
                </c:pt>
                <c:pt idx="338">
                  <c:v>45327</c:v>
                </c:pt>
                <c:pt idx="339">
                  <c:v>45324</c:v>
                </c:pt>
                <c:pt idx="340">
                  <c:v>45323</c:v>
                </c:pt>
                <c:pt idx="341">
                  <c:v>45322</c:v>
                </c:pt>
                <c:pt idx="342">
                  <c:v>45321</c:v>
                </c:pt>
                <c:pt idx="343">
                  <c:v>45320</c:v>
                </c:pt>
                <c:pt idx="344">
                  <c:v>45317</c:v>
                </c:pt>
                <c:pt idx="345">
                  <c:v>45316</c:v>
                </c:pt>
                <c:pt idx="346">
                  <c:v>45315</c:v>
                </c:pt>
                <c:pt idx="347">
                  <c:v>45314</c:v>
                </c:pt>
                <c:pt idx="348">
                  <c:v>45313</c:v>
                </c:pt>
                <c:pt idx="349">
                  <c:v>45310</c:v>
                </c:pt>
                <c:pt idx="350">
                  <c:v>45309</c:v>
                </c:pt>
                <c:pt idx="351">
                  <c:v>45308</c:v>
                </c:pt>
                <c:pt idx="352">
                  <c:v>45307</c:v>
                </c:pt>
                <c:pt idx="353">
                  <c:v>45306</c:v>
                </c:pt>
                <c:pt idx="354">
                  <c:v>45303</c:v>
                </c:pt>
                <c:pt idx="355">
                  <c:v>45302</c:v>
                </c:pt>
                <c:pt idx="356">
                  <c:v>45301</c:v>
                </c:pt>
                <c:pt idx="357">
                  <c:v>45300</c:v>
                </c:pt>
                <c:pt idx="358">
                  <c:v>45299</c:v>
                </c:pt>
                <c:pt idx="359">
                  <c:v>45296</c:v>
                </c:pt>
                <c:pt idx="360">
                  <c:v>45295</c:v>
                </c:pt>
                <c:pt idx="361">
                  <c:v>45294</c:v>
                </c:pt>
                <c:pt idx="362">
                  <c:v>45293</c:v>
                </c:pt>
                <c:pt idx="363">
                  <c:v>45289</c:v>
                </c:pt>
                <c:pt idx="364">
                  <c:v>45288</c:v>
                </c:pt>
                <c:pt idx="365">
                  <c:v>45287</c:v>
                </c:pt>
                <c:pt idx="366">
                  <c:v>45282</c:v>
                </c:pt>
                <c:pt idx="367">
                  <c:v>45281</c:v>
                </c:pt>
                <c:pt idx="368">
                  <c:v>45280</c:v>
                </c:pt>
                <c:pt idx="369">
                  <c:v>45279</c:v>
                </c:pt>
                <c:pt idx="370">
                  <c:v>45278</c:v>
                </c:pt>
                <c:pt idx="371">
                  <c:v>45275</c:v>
                </c:pt>
                <c:pt idx="372">
                  <c:v>45274</c:v>
                </c:pt>
                <c:pt idx="373">
                  <c:v>45273</c:v>
                </c:pt>
                <c:pt idx="374">
                  <c:v>45272</c:v>
                </c:pt>
                <c:pt idx="375">
                  <c:v>45271</c:v>
                </c:pt>
                <c:pt idx="376">
                  <c:v>45268</c:v>
                </c:pt>
                <c:pt idx="377">
                  <c:v>45267</c:v>
                </c:pt>
                <c:pt idx="378">
                  <c:v>45266</c:v>
                </c:pt>
                <c:pt idx="379">
                  <c:v>45265</c:v>
                </c:pt>
                <c:pt idx="380">
                  <c:v>45264</c:v>
                </c:pt>
                <c:pt idx="381">
                  <c:v>45261</c:v>
                </c:pt>
                <c:pt idx="382">
                  <c:v>45260</c:v>
                </c:pt>
                <c:pt idx="383">
                  <c:v>45259</c:v>
                </c:pt>
                <c:pt idx="384">
                  <c:v>45258</c:v>
                </c:pt>
                <c:pt idx="385">
                  <c:v>45257</c:v>
                </c:pt>
                <c:pt idx="386">
                  <c:v>45254</c:v>
                </c:pt>
                <c:pt idx="387">
                  <c:v>45253</c:v>
                </c:pt>
                <c:pt idx="388">
                  <c:v>45252</c:v>
                </c:pt>
                <c:pt idx="389">
                  <c:v>45251</c:v>
                </c:pt>
                <c:pt idx="390">
                  <c:v>45250</c:v>
                </c:pt>
                <c:pt idx="391">
                  <c:v>45247</c:v>
                </c:pt>
                <c:pt idx="392">
                  <c:v>45246</c:v>
                </c:pt>
                <c:pt idx="393">
                  <c:v>45245</c:v>
                </c:pt>
                <c:pt idx="394">
                  <c:v>45244</c:v>
                </c:pt>
                <c:pt idx="395">
                  <c:v>45243</c:v>
                </c:pt>
                <c:pt idx="396">
                  <c:v>45240</c:v>
                </c:pt>
                <c:pt idx="397">
                  <c:v>45239</c:v>
                </c:pt>
                <c:pt idx="398">
                  <c:v>45238</c:v>
                </c:pt>
                <c:pt idx="399">
                  <c:v>45237</c:v>
                </c:pt>
                <c:pt idx="400">
                  <c:v>45236</c:v>
                </c:pt>
                <c:pt idx="401">
                  <c:v>45233</c:v>
                </c:pt>
                <c:pt idx="402">
                  <c:v>45232</c:v>
                </c:pt>
                <c:pt idx="403">
                  <c:v>45231</c:v>
                </c:pt>
                <c:pt idx="404">
                  <c:v>45230</c:v>
                </c:pt>
                <c:pt idx="405">
                  <c:v>45229</c:v>
                </c:pt>
                <c:pt idx="406">
                  <c:v>45226</c:v>
                </c:pt>
                <c:pt idx="407">
                  <c:v>45225</c:v>
                </c:pt>
                <c:pt idx="408">
                  <c:v>45224</c:v>
                </c:pt>
                <c:pt idx="409">
                  <c:v>45223</c:v>
                </c:pt>
                <c:pt idx="410">
                  <c:v>45219</c:v>
                </c:pt>
                <c:pt idx="411">
                  <c:v>45218</c:v>
                </c:pt>
                <c:pt idx="412">
                  <c:v>45217</c:v>
                </c:pt>
                <c:pt idx="413">
                  <c:v>45216</c:v>
                </c:pt>
                <c:pt idx="414">
                  <c:v>45215</c:v>
                </c:pt>
                <c:pt idx="415">
                  <c:v>45212</c:v>
                </c:pt>
                <c:pt idx="416">
                  <c:v>45211</c:v>
                </c:pt>
                <c:pt idx="417">
                  <c:v>45210</c:v>
                </c:pt>
                <c:pt idx="418">
                  <c:v>45209</c:v>
                </c:pt>
                <c:pt idx="419">
                  <c:v>45208</c:v>
                </c:pt>
                <c:pt idx="420">
                  <c:v>45197</c:v>
                </c:pt>
                <c:pt idx="421">
                  <c:v>45196</c:v>
                </c:pt>
                <c:pt idx="422">
                  <c:v>45195</c:v>
                </c:pt>
                <c:pt idx="423">
                  <c:v>45194</c:v>
                </c:pt>
                <c:pt idx="424">
                  <c:v>45191</c:v>
                </c:pt>
                <c:pt idx="425">
                  <c:v>45190</c:v>
                </c:pt>
                <c:pt idx="426">
                  <c:v>45189</c:v>
                </c:pt>
                <c:pt idx="427">
                  <c:v>45188</c:v>
                </c:pt>
                <c:pt idx="428">
                  <c:v>45187</c:v>
                </c:pt>
                <c:pt idx="429">
                  <c:v>45184</c:v>
                </c:pt>
                <c:pt idx="430">
                  <c:v>45183</c:v>
                </c:pt>
                <c:pt idx="431">
                  <c:v>45182</c:v>
                </c:pt>
                <c:pt idx="432">
                  <c:v>45181</c:v>
                </c:pt>
                <c:pt idx="433">
                  <c:v>45180</c:v>
                </c:pt>
                <c:pt idx="434">
                  <c:v>45176</c:v>
                </c:pt>
                <c:pt idx="435">
                  <c:v>45175</c:v>
                </c:pt>
                <c:pt idx="436">
                  <c:v>45174</c:v>
                </c:pt>
                <c:pt idx="437">
                  <c:v>45173</c:v>
                </c:pt>
                <c:pt idx="438">
                  <c:v>45169</c:v>
                </c:pt>
                <c:pt idx="439">
                  <c:v>45168</c:v>
                </c:pt>
                <c:pt idx="440">
                  <c:v>45167</c:v>
                </c:pt>
                <c:pt idx="441">
                  <c:v>45166</c:v>
                </c:pt>
                <c:pt idx="442">
                  <c:v>45163</c:v>
                </c:pt>
                <c:pt idx="443">
                  <c:v>45162</c:v>
                </c:pt>
                <c:pt idx="444">
                  <c:v>45161</c:v>
                </c:pt>
                <c:pt idx="445">
                  <c:v>45160</c:v>
                </c:pt>
                <c:pt idx="446">
                  <c:v>45159</c:v>
                </c:pt>
                <c:pt idx="447">
                  <c:v>45156</c:v>
                </c:pt>
                <c:pt idx="448">
                  <c:v>45155</c:v>
                </c:pt>
                <c:pt idx="449">
                  <c:v>45154</c:v>
                </c:pt>
                <c:pt idx="450">
                  <c:v>45153</c:v>
                </c:pt>
                <c:pt idx="451">
                  <c:v>45152</c:v>
                </c:pt>
                <c:pt idx="452">
                  <c:v>45149</c:v>
                </c:pt>
                <c:pt idx="453">
                  <c:v>45148</c:v>
                </c:pt>
                <c:pt idx="454">
                  <c:v>45147</c:v>
                </c:pt>
                <c:pt idx="455">
                  <c:v>45146</c:v>
                </c:pt>
                <c:pt idx="456">
                  <c:v>45145</c:v>
                </c:pt>
                <c:pt idx="457">
                  <c:v>45142</c:v>
                </c:pt>
                <c:pt idx="458">
                  <c:v>45141</c:v>
                </c:pt>
                <c:pt idx="459">
                  <c:v>45140</c:v>
                </c:pt>
                <c:pt idx="460">
                  <c:v>45139</c:v>
                </c:pt>
                <c:pt idx="461">
                  <c:v>45138</c:v>
                </c:pt>
                <c:pt idx="462">
                  <c:v>45135</c:v>
                </c:pt>
                <c:pt idx="463">
                  <c:v>45134</c:v>
                </c:pt>
                <c:pt idx="464">
                  <c:v>45133</c:v>
                </c:pt>
                <c:pt idx="465">
                  <c:v>45132</c:v>
                </c:pt>
                <c:pt idx="466">
                  <c:v>45131</c:v>
                </c:pt>
                <c:pt idx="467">
                  <c:v>45128</c:v>
                </c:pt>
                <c:pt idx="468">
                  <c:v>45127</c:v>
                </c:pt>
                <c:pt idx="469">
                  <c:v>45126</c:v>
                </c:pt>
                <c:pt idx="470">
                  <c:v>45125</c:v>
                </c:pt>
                <c:pt idx="471">
                  <c:v>45121</c:v>
                </c:pt>
                <c:pt idx="472">
                  <c:v>45120</c:v>
                </c:pt>
                <c:pt idx="473">
                  <c:v>45119</c:v>
                </c:pt>
                <c:pt idx="474">
                  <c:v>45118</c:v>
                </c:pt>
                <c:pt idx="475">
                  <c:v>45117</c:v>
                </c:pt>
                <c:pt idx="476">
                  <c:v>45114</c:v>
                </c:pt>
                <c:pt idx="477">
                  <c:v>45113</c:v>
                </c:pt>
                <c:pt idx="478">
                  <c:v>45112</c:v>
                </c:pt>
                <c:pt idx="479">
                  <c:v>45111</c:v>
                </c:pt>
                <c:pt idx="480">
                  <c:v>45110</c:v>
                </c:pt>
                <c:pt idx="481">
                  <c:v>45107</c:v>
                </c:pt>
                <c:pt idx="482">
                  <c:v>45106</c:v>
                </c:pt>
                <c:pt idx="483">
                  <c:v>45105</c:v>
                </c:pt>
                <c:pt idx="484">
                  <c:v>45104</c:v>
                </c:pt>
                <c:pt idx="485">
                  <c:v>45103</c:v>
                </c:pt>
                <c:pt idx="486">
                  <c:v>45098</c:v>
                </c:pt>
                <c:pt idx="487">
                  <c:v>45097</c:v>
                </c:pt>
                <c:pt idx="488">
                  <c:v>45096</c:v>
                </c:pt>
                <c:pt idx="489">
                  <c:v>45093</c:v>
                </c:pt>
                <c:pt idx="490">
                  <c:v>45092</c:v>
                </c:pt>
                <c:pt idx="491">
                  <c:v>45091</c:v>
                </c:pt>
                <c:pt idx="492">
                  <c:v>45090</c:v>
                </c:pt>
                <c:pt idx="493">
                  <c:v>45089</c:v>
                </c:pt>
                <c:pt idx="494">
                  <c:v>45086</c:v>
                </c:pt>
                <c:pt idx="495">
                  <c:v>45085</c:v>
                </c:pt>
                <c:pt idx="496">
                  <c:v>45084</c:v>
                </c:pt>
                <c:pt idx="497">
                  <c:v>45083</c:v>
                </c:pt>
                <c:pt idx="498">
                  <c:v>45082</c:v>
                </c:pt>
                <c:pt idx="499">
                  <c:v>45079</c:v>
                </c:pt>
                <c:pt idx="500">
                  <c:v>45078</c:v>
                </c:pt>
                <c:pt idx="501">
                  <c:v>45077</c:v>
                </c:pt>
                <c:pt idx="502">
                  <c:v>45076</c:v>
                </c:pt>
                <c:pt idx="503">
                  <c:v>45075</c:v>
                </c:pt>
                <c:pt idx="504">
                  <c:v>45071</c:v>
                </c:pt>
                <c:pt idx="505">
                  <c:v>45070</c:v>
                </c:pt>
                <c:pt idx="506">
                  <c:v>45069</c:v>
                </c:pt>
                <c:pt idx="507">
                  <c:v>45068</c:v>
                </c:pt>
                <c:pt idx="508">
                  <c:v>45065</c:v>
                </c:pt>
                <c:pt idx="509">
                  <c:v>45064</c:v>
                </c:pt>
                <c:pt idx="510">
                  <c:v>45063</c:v>
                </c:pt>
                <c:pt idx="511">
                  <c:v>45062</c:v>
                </c:pt>
                <c:pt idx="512">
                  <c:v>45061</c:v>
                </c:pt>
                <c:pt idx="513">
                  <c:v>45058</c:v>
                </c:pt>
                <c:pt idx="514">
                  <c:v>45057</c:v>
                </c:pt>
                <c:pt idx="515">
                  <c:v>45056</c:v>
                </c:pt>
                <c:pt idx="516">
                  <c:v>45055</c:v>
                </c:pt>
                <c:pt idx="517">
                  <c:v>45054</c:v>
                </c:pt>
                <c:pt idx="518">
                  <c:v>45051</c:v>
                </c:pt>
                <c:pt idx="519">
                  <c:v>45050</c:v>
                </c:pt>
                <c:pt idx="520">
                  <c:v>45044</c:v>
                </c:pt>
                <c:pt idx="521">
                  <c:v>45043</c:v>
                </c:pt>
                <c:pt idx="522">
                  <c:v>45042</c:v>
                </c:pt>
                <c:pt idx="523">
                  <c:v>45041</c:v>
                </c:pt>
                <c:pt idx="524">
                  <c:v>45040</c:v>
                </c:pt>
                <c:pt idx="525">
                  <c:v>45037</c:v>
                </c:pt>
                <c:pt idx="526">
                  <c:v>45036</c:v>
                </c:pt>
                <c:pt idx="527">
                  <c:v>45035</c:v>
                </c:pt>
                <c:pt idx="528">
                  <c:v>45034</c:v>
                </c:pt>
                <c:pt idx="529">
                  <c:v>45033</c:v>
                </c:pt>
                <c:pt idx="530">
                  <c:v>45030</c:v>
                </c:pt>
                <c:pt idx="531">
                  <c:v>45029</c:v>
                </c:pt>
                <c:pt idx="532">
                  <c:v>45028</c:v>
                </c:pt>
                <c:pt idx="533">
                  <c:v>45027</c:v>
                </c:pt>
                <c:pt idx="534">
                  <c:v>45022</c:v>
                </c:pt>
                <c:pt idx="535">
                  <c:v>45020</c:v>
                </c:pt>
                <c:pt idx="536">
                  <c:v>45019</c:v>
                </c:pt>
                <c:pt idx="537">
                  <c:v>45016</c:v>
                </c:pt>
                <c:pt idx="538">
                  <c:v>45015</c:v>
                </c:pt>
                <c:pt idx="539">
                  <c:v>45014</c:v>
                </c:pt>
                <c:pt idx="540">
                  <c:v>45013</c:v>
                </c:pt>
                <c:pt idx="541">
                  <c:v>45012</c:v>
                </c:pt>
                <c:pt idx="542">
                  <c:v>45009</c:v>
                </c:pt>
                <c:pt idx="543">
                  <c:v>45008</c:v>
                </c:pt>
                <c:pt idx="544">
                  <c:v>45007</c:v>
                </c:pt>
                <c:pt idx="545">
                  <c:v>45006</c:v>
                </c:pt>
                <c:pt idx="546">
                  <c:v>45005</c:v>
                </c:pt>
                <c:pt idx="547">
                  <c:v>45002</c:v>
                </c:pt>
                <c:pt idx="548">
                  <c:v>45001</c:v>
                </c:pt>
                <c:pt idx="549">
                  <c:v>45000</c:v>
                </c:pt>
                <c:pt idx="550">
                  <c:v>44999</c:v>
                </c:pt>
                <c:pt idx="551">
                  <c:v>44998</c:v>
                </c:pt>
                <c:pt idx="552">
                  <c:v>44995</c:v>
                </c:pt>
                <c:pt idx="553">
                  <c:v>44994</c:v>
                </c:pt>
                <c:pt idx="554">
                  <c:v>44993</c:v>
                </c:pt>
                <c:pt idx="555">
                  <c:v>44992</c:v>
                </c:pt>
                <c:pt idx="556">
                  <c:v>44991</c:v>
                </c:pt>
                <c:pt idx="557">
                  <c:v>44988</c:v>
                </c:pt>
                <c:pt idx="558">
                  <c:v>44987</c:v>
                </c:pt>
                <c:pt idx="559">
                  <c:v>44986</c:v>
                </c:pt>
                <c:pt idx="560">
                  <c:v>44985</c:v>
                </c:pt>
                <c:pt idx="561">
                  <c:v>44984</c:v>
                </c:pt>
                <c:pt idx="562">
                  <c:v>44981</c:v>
                </c:pt>
                <c:pt idx="563">
                  <c:v>44980</c:v>
                </c:pt>
                <c:pt idx="564">
                  <c:v>44979</c:v>
                </c:pt>
                <c:pt idx="565">
                  <c:v>44978</c:v>
                </c:pt>
                <c:pt idx="566">
                  <c:v>44977</c:v>
                </c:pt>
                <c:pt idx="567">
                  <c:v>44974</c:v>
                </c:pt>
                <c:pt idx="568">
                  <c:v>44973</c:v>
                </c:pt>
                <c:pt idx="569">
                  <c:v>44972</c:v>
                </c:pt>
                <c:pt idx="570">
                  <c:v>44971</c:v>
                </c:pt>
                <c:pt idx="571">
                  <c:v>44970</c:v>
                </c:pt>
                <c:pt idx="572">
                  <c:v>44967</c:v>
                </c:pt>
                <c:pt idx="573">
                  <c:v>44966</c:v>
                </c:pt>
                <c:pt idx="574">
                  <c:v>44965</c:v>
                </c:pt>
                <c:pt idx="575">
                  <c:v>44964</c:v>
                </c:pt>
                <c:pt idx="576">
                  <c:v>44963</c:v>
                </c:pt>
                <c:pt idx="577">
                  <c:v>44960</c:v>
                </c:pt>
                <c:pt idx="578">
                  <c:v>44959</c:v>
                </c:pt>
                <c:pt idx="579">
                  <c:v>44958</c:v>
                </c:pt>
                <c:pt idx="580">
                  <c:v>44957</c:v>
                </c:pt>
                <c:pt idx="581">
                  <c:v>44956</c:v>
                </c:pt>
                <c:pt idx="582">
                  <c:v>44944</c:v>
                </c:pt>
                <c:pt idx="583">
                  <c:v>44943</c:v>
                </c:pt>
                <c:pt idx="584">
                  <c:v>44942</c:v>
                </c:pt>
                <c:pt idx="585">
                  <c:v>44939</c:v>
                </c:pt>
                <c:pt idx="586">
                  <c:v>44938</c:v>
                </c:pt>
                <c:pt idx="587">
                  <c:v>44937</c:v>
                </c:pt>
                <c:pt idx="588">
                  <c:v>44936</c:v>
                </c:pt>
                <c:pt idx="589">
                  <c:v>44935</c:v>
                </c:pt>
                <c:pt idx="590">
                  <c:v>44932</c:v>
                </c:pt>
                <c:pt idx="591">
                  <c:v>44931</c:v>
                </c:pt>
                <c:pt idx="592">
                  <c:v>44930</c:v>
                </c:pt>
                <c:pt idx="593">
                  <c:v>44929</c:v>
                </c:pt>
                <c:pt idx="594">
                  <c:v>44925</c:v>
                </c:pt>
                <c:pt idx="595">
                  <c:v>44924</c:v>
                </c:pt>
                <c:pt idx="596">
                  <c:v>44923</c:v>
                </c:pt>
                <c:pt idx="597">
                  <c:v>44918</c:v>
                </c:pt>
                <c:pt idx="598">
                  <c:v>44917</c:v>
                </c:pt>
                <c:pt idx="599">
                  <c:v>44916</c:v>
                </c:pt>
                <c:pt idx="600">
                  <c:v>44915</c:v>
                </c:pt>
                <c:pt idx="601">
                  <c:v>44914</c:v>
                </c:pt>
                <c:pt idx="602">
                  <c:v>44911</c:v>
                </c:pt>
                <c:pt idx="603">
                  <c:v>44910</c:v>
                </c:pt>
                <c:pt idx="604">
                  <c:v>44909</c:v>
                </c:pt>
                <c:pt idx="605">
                  <c:v>44908</c:v>
                </c:pt>
                <c:pt idx="606">
                  <c:v>44907</c:v>
                </c:pt>
                <c:pt idx="607">
                  <c:v>44904</c:v>
                </c:pt>
                <c:pt idx="608">
                  <c:v>44903</c:v>
                </c:pt>
                <c:pt idx="609">
                  <c:v>44902</c:v>
                </c:pt>
                <c:pt idx="610">
                  <c:v>44901</c:v>
                </c:pt>
                <c:pt idx="611">
                  <c:v>44900</c:v>
                </c:pt>
                <c:pt idx="612">
                  <c:v>44897</c:v>
                </c:pt>
                <c:pt idx="613">
                  <c:v>44896</c:v>
                </c:pt>
                <c:pt idx="614">
                  <c:v>44895</c:v>
                </c:pt>
                <c:pt idx="615">
                  <c:v>44894</c:v>
                </c:pt>
                <c:pt idx="616">
                  <c:v>44893</c:v>
                </c:pt>
                <c:pt idx="617">
                  <c:v>44890</c:v>
                </c:pt>
                <c:pt idx="618">
                  <c:v>44889</c:v>
                </c:pt>
                <c:pt idx="619">
                  <c:v>44888</c:v>
                </c:pt>
                <c:pt idx="620">
                  <c:v>44887</c:v>
                </c:pt>
                <c:pt idx="621">
                  <c:v>44886</c:v>
                </c:pt>
                <c:pt idx="622">
                  <c:v>44883</c:v>
                </c:pt>
                <c:pt idx="623">
                  <c:v>44882</c:v>
                </c:pt>
                <c:pt idx="624">
                  <c:v>44881</c:v>
                </c:pt>
                <c:pt idx="625">
                  <c:v>44880</c:v>
                </c:pt>
                <c:pt idx="626">
                  <c:v>44879</c:v>
                </c:pt>
                <c:pt idx="627">
                  <c:v>44876</c:v>
                </c:pt>
                <c:pt idx="628">
                  <c:v>44875</c:v>
                </c:pt>
                <c:pt idx="629">
                  <c:v>44874</c:v>
                </c:pt>
                <c:pt idx="630">
                  <c:v>44873</c:v>
                </c:pt>
                <c:pt idx="631">
                  <c:v>44872</c:v>
                </c:pt>
                <c:pt idx="632">
                  <c:v>44869</c:v>
                </c:pt>
                <c:pt idx="633">
                  <c:v>44868</c:v>
                </c:pt>
                <c:pt idx="634">
                  <c:v>44867</c:v>
                </c:pt>
                <c:pt idx="635">
                  <c:v>44866</c:v>
                </c:pt>
                <c:pt idx="636">
                  <c:v>44865</c:v>
                </c:pt>
                <c:pt idx="637">
                  <c:v>44862</c:v>
                </c:pt>
                <c:pt idx="638">
                  <c:v>44861</c:v>
                </c:pt>
                <c:pt idx="639">
                  <c:v>44860</c:v>
                </c:pt>
                <c:pt idx="640">
                  <c:v>44859</c:v>
                </c:pt>
                <c:pt idx="641">
                  <c:v>44858</c:v>
                </c:pt>
                <c:pt idx="642">
                  <c:v>44855</c:v>
                </c:pt>
                <c:pt idx="643">
                  <c:v>44854</c:v>
                </c:pt>
                <c:pt idx="644">
                  <c:v>44853</c:v>
                </c:pt>
                <c:pt idx="645">
                  <c:v>44852</c:v>
                </c:pt>
                <c:pt idx="646">
                  <c:v>44851</c:v>
                </c:pt>
                <c:pt idx="647">
                  <c:v>44848</c:v>
                </c:pt>
                <c:pt idx="648">
                  <c:v>44847</c:v>
                </c:pt>
                <c:pt idx="649">
                  <c:v>44846</c:v>
                </c:pt>
                <c:pt idx="650">
                  <c:v>44845</c:v>
                </c:pt>
                <c:pt idx="651">
                  <c:v>44844</c:v>
                </c:pt>
                <c:pt idx="652">
                  <c:v>44832</c:v>
                </c:pt>
                <c:pt idx="653">
                  <c:v>44831</c:v>
                </c:pt>
                <c:pt idx="654">
                  <c:v>44830</c:v>
                </c:pt>
                <c:pt idx="655">
                  <c:v>44827</c:v>
                </c:pt>
                <c:pt idx="656">
                  <c:v>44826</c:v>
                </c:pt>
                <c:pt idx="657">
                  <c:v>44825</c:v>
                </c:pt>
                <c:pt idx="658">
                  <c:v>44824</c:v>
                </c:pt>
                <c:pt idx="659">
                  <c:v>44823</c:v>
                </c:pt>
                <c:pt idx="660">
                  <c:v>44820</c:v>
                </c:pt>
                <c:pt idx="661">
                  <c:v>44819</c:v>
                </c:pt>
                <c:pt idx="662">
                  <c:v>44818</c:v>
                </c:pt>
                <c:pt idx="663">
                  <c:v>44817</c:v>
                </c:pt>
                <c:pt idx="664">
                  <c:v>44813</c:v>
                </c:pt>
                <c:pt idx="665">
                  <c:v>44812</c:v>
                </c:pt>
                <c:pt idx="666">
                  <c:v>44811</c:v>
                </c:pt>
                <c:pt idx="667">
                  <c:v>44810</c:v>
                </c:pt>
                <c:pt idx="668">
                  <c:v>44809</c:v>
                </c:pt>
                <c:pt idx="669">
                  <c:v>44806</c:v>
                </c:pt>
                <c:pt idx="670">
                  <c:v>44805</c:v>
                </c:pt>
                <c:pt idx="671">
                  <c:v>44804</c:v>
                </c:pt>
                <c:pt idx="672">
                  <c:v>44803</c:v>
                </c:pt>
                <c:pt idx="673">
                  <c:v>44802</c:v>
                </c:pt>
                <c:pt idx="674">
                  <c:v>44799</c:v>
                </c:pt>
                <c:pt idx="675">
                  <c:v>44798</c:v>
                </c:pt>
                <c:pt idx="676">
                  <c:v>44797</c:v>
                </c:pt>
                <c:pt idx="677">
                  <c:v>44796</c:v>
                </c:pt>
                <c:pt idx="678">
                  <c:v>44795</c:v>
                </c:pt>
                <c:pt idx="679">
                  <c:v>44792</c:v>
                </c:pt>
                <c:pt idx="680">
                  <c:v>44791</c:v>
                </c:pt>
                <c:pt idx="681">
                  <c:v>44790</c:v>
                </c:pt>
                <c:pt idx="682">
                  <c:v>44789</c:v>
                </c:pt>
                <c:pt idx="683">
                  <c:v>44788</c:v>
                </c:pt>
                <c:pt idx="684">
                  <c:v>44785</c:v>
                </c:pt>
                <c:pt idx="685">
                  <c:v>44784</c:v>
                </c:pt>
                <c:pt idx="686">
                  <c:v>44783</c:v>
                </c:pt>
                <c:pt idx="687">
                  <c:v>44782</c:v>
                </c:pt>
                <c:pt idx="688">
                  <c:v>44781</c:v>
                </c:pt>
                <c:pt idx="689">
                  <c:v>44778</c:v>
                </c:pt>
                <c:pt idx="690">
                  <c:v>44777</c:v>
                </c:pt>
                <c:pt idx="691">
                  <c:v>44776</c:v>
                </c:pt>
                <c:pt idx="692">
                  <c:v>44775</c:v>
                </c:pt>
                <c:pt idx="693">
                  <c:v>44774</c:v>
                </c:pt>
                <c:pt idx="694">
                  <c:v>44771</c:v>
                </c:pt>
                <c:pt idx="695">
                  <c:v>44770</c:v>
                </c:pt>
                <c:pt idx="696">
                  <c:v>44769</c:v>
                </c:pt>
                <c:pt idx="697">
                  <c:v>44768</c:v>
                </c:pt>
                <c:pt idx="698">
                  <c:v>44767</c:v>
                </c:pt>
                <c:pt idx="699">
                  <c:v>44764</c:v>
                </c:pt>
                <c:pt idx="700">
                  <c:v>44763</c:v>
                </c:pt>
                <c:pt idx="701">
                  <c:v>44762</c:v>
                </c:pt>
                <c:pt idx="702">
                  <c:v>44761</c:v>
                </c:pt>
                <c:pt idx="703">
                  <c:v>44760</c:v>
                </c:pt>
                <c:pt idx="704">
                  <c:v>44757</c:v>
                </c:pt>
                <c:pt idx="705">
                  <c:v>44756</c:v>
                </c:pt>
                <c:pt idx="706">
                  <c:v>44755</c:v>
                </c:pt>
                <c:pt idx="707">
                  <c:v>44754</c:v>
                </c:pt>
                <c:pt idx="708">
                  <c:v>44753</c:v>
                </c:pt>
                <c:pt idx="709">
                  <c:v>44750</c:v>
                </c:pt>
                <c:pt idx="710">
                  <c:v>44749</c:v>
                </c:pt>
                <c:pt idx="711">
                  <c:v>44748</c:v>
                </c:pt>
                <c:pt idx="712">
                  <c:v>44747</c:v>
                </c:pt>
                <c:pt idx="713">
                  <c:v>44746</c:v>
                </c:pt>
                <c:pt idx="714">
                  <c:v>44742</c:v>
                </c:pt>
                <c:pt idx="715">
                  <c:v>44741</c:v>
                </c:pt>
                <c:pt idx="716">
                  <c:v>44740</c:v>
                </c:pt>
                <c:pt idx="717">
                  <c:v>44739</c:v>
                </c:pt>
                <c:pt idx="718">
                  <c:v>44736</c:v>
                </c:pt>
                <c:pt idx="719">
                  <c:v>44735</c:v>
                </c:pt>
                <c:pt idx="720">
                  <c:v>44734</c:v>
                </c:pt>
                <c:pt idx="721">
                  <c:v>44733</c:v>
                </c:pt>
                <c:pt idx="722">
                  <c:v>44732</c:v>
                </c:pt>
                <c:pt idx="723">
                  <c:v>44729</c:v>
                </c:pt>
                <c:pt idx="724">
                  <c:v>44728</c:v>
                </c:pt>
                <c:pt idx="725">
                  <c:v>44727</c:v>
                </c:pt>
                <c:pt idx="726">
                  <c:v>44726</c:v>
                </c:pt>
                <c:pt idx="727">
                  <c:v>44725</c:v>
                </c:pt>
                <c:pt idx="728">
                  <c:v>44722</c:v>
                </c:pt>
                <c:pt idx="729">
                  <c:v>44721</c:v>
                </c:pt>
                <c:pt idx="730">
                  <c:v>44720</c:v>
                </c:pt>
                <c:pt idx="731">
                  <c:v>44719</c:v>
                </c:pt>
                <c:pt idx="732">
                  <c:v>44718</c:v>
                </c:pt>
                <c:pt idx="733">
                  <c:v>44714</c:v>
                </c:pt>
                <c:pt idx="734">
                  <c:v>44713</c:v>
                </c:pt>
                <c:pt idx="735">
                  <c:v>44712</c:v>
                </c:pt>
                <c:pt idx="736">
                  <c:v>44711</c:v>
                </c:pt>
                <c:pt idx="737">
                  <c:v>44708</c:v>
                </c:pt>
                <c:pt idx="738">
                  <c:v>44707</c:v>
                </c:pt>
                <c:pt idx="739">
                  <c:v>44706</c:v>
                </c:pt>
                <c:pt idx="740">
                  <c:v>44705</c:v>
                </c:pt>
                <c:pt idx="741">
                  <c:v>44704</c:v>
                </c:pt>
                <c:pt idx="742">
                  <c:v>44701</c:v>
                </c:pt>
                <c:pt idx="743">
                  <c:v>44700</c:v>
                </c:pt>
                <c:pt idx="744">
                  <c:v>44699</c:v>
                </c:pt>
                <c:pt idx="745">
                  <c:v>44698</c:v>
                </c:pt>
                <c:pt idx="746">
                  <c:v>44697</c:v>
                </c:pt>
                <c:pt idx="747">
                  <c:v>44694</c:v>
                </c:pt>
                <c:pt idx="748">
                  <c:v>44693</c:v>
                </c:pt>
                <c:pt idx="749">
                  <c:v>44692</c:v>
                </c:pt>
                <c:pt idx="750">
                  <c:v>44691</c:v>
                </c:pt>
                <c:pt idx="751">
                  <c:v>44687</c:v>
                </c:pt>
                <c:pt idx="752">
                  <c:v>44686</c:v>
                </c:pt>
                <c:pt idx="753">
                  <c:v>44678</c:v>
                </c:pt>
                <c:pt idx="754">
                  <c:v>44677</c:v>
                </c:pt>
                <c:pt idx="755">
                  <c:v>44676</c:v>
                </c:pt>
                <c:pt idx="756">
                  <c:v>44673</c:v>
                </c:pt>
                <c:pt idx="757">
                  <c:v>44672</c:v>
                </c:pt>
                <c:pt idx="758">
                  <c:v>44671</c:v>
                </c:pt>
                <c:pt idx="759">
                  <c:v>44670</c:v>
                </c:pt>
                <c:pt idx="760">
                  <c:v>44665</c:v>
                </c:pt>
                <c:pt idx="761">
                  <c:v>44664</c:v>
                </c:pt>
                <c:pt idx="762">
                  <c:v>44663</c:v>
                </c:pt>
                <c:pt idx="763">
                  <c:v>44662</c:v>
                </c:pt>
                <c:pt idx="764">
                  <c:v>44659</c:v>
                </c:pt>
                <c:pt idx="765">
                  <c:v>44658</c:v>
                </c:pt>
                <c:pt idx="766">
                  <c:v>44657</c:v>
                </c:pt>
                <c:pt idx="767">
                  <c:v>44650</c:v>
                </c:pt>
                <c:pt idx="768">
                  <c:v>44649</c:v>
                </c:pt>
                <c:pt idx="769">
                  <c:v>44648</c:v>
                </c:pt>
                <c:pt idx="770">
                  <c:v>44645</c:v>
                </c:pt>
                <c:pt idx="771">
                  <c:v>44644</c:v>
                </c:pt>
                <c:pt idx="772">
                  <c:v>44643</c:v>
                </c:pt>
                <c:pt idx="773">
                  <c:v>44642</c:v>
                </c:pt>
                <c:pt idx="774">
                  <c:v>44641</c:v>
                </c:pt>
                <c:pt idx="775">
                  <c:v>44638</c:v>
                </c:pt>
                <c:pt idx="776">
                  <c:v>44637</c:v>
                </c:pt>
                <c:pt idx="777">
                  <c:v>44636</c:v>
                </c:pt>
                <c:pt idx="778">
                  <c:v>44635</c:v>
                </c:pt>
                <c:pt idx="779">
                  <c:v>44634</c:v>
                </c:pt>
                <c:pt idx="780">
                  <c:v>44631</c:v>
                </c:pt>
                <c:pt idx="781">
                  <c:v>44630</c:v>
                </c:pt>
                <c:pt idx="782">
                  <c:v>44629</c:v>
                </c:pt>
                <c:pt idx="783">
                  <c:v>44628</c:v>
                </c:pt>
                <c:pt idx="784">
                  <c:v>44627</c:v>
                </c:pt>
                <c:pt idx="785">
                  <c:v>44624</c:v>
                </c:pt>
                <c:pt idx="786">
                  <c:v>44623</c:v>
                </c:pt>
                <c:pt idx="787">
                  <c:v>44622</c:v>
                </c:pt>
                <c:pt idx="788">
                  <c:v>44621</c:v>
                </c:pt>
                <c:pt idx="789">
                  <c:v>44620</c:v>
                </c:pt>
                <c:pt idx="790">
                  <c:v>44617</c:v>
                </c:pt>
                <c:pt idx="791">
                  <c:v>44616</c:v>
                </c:pt>
                <c:pt idx="792">
                  <c:v>44615</c:v>
                </c:pt>
                <c:pt idx="793">
                  <c:v>44614</c:v>
                </c:pt>
                <c:pt idx="794">
                  <c:v>44613</c:v>
                </c:pt>
                <c:pt idx="795">
                  <c:v>44610</c:v>
                </c:pt>
                <c:pt idx="796">
                  <c:v>44609</c:v>
                </c:pt>
                <c:pt idx="797">
                  <c:v>44608</c:v>
                </c:pt>
                <c:pt idx="798">
                  <c:v>44607</c:v>
                </c:pt>
                <c:pt idx="799">
                  <c:v>44606</c:v>
                </c:pt>
                <c:pt idx="800">
                  <c:v>44603</c:v>
                </c:pt>
                <c:pt idx="801">
                  <c:v>44602</c:v>
                </c:pt>
                <c:pt idx="802">
                  <c:v>44601</c:v>
                </c:pt>
                <c:pt idx="803">
                  <c:v>44600</c:v>
                </c:pt>
                <c:pt idx="804">
                  <c:v>44599</c:v>
                </c:pt>
                <c:pt idx="805">
                  <c:v>44587</c:v>
                </c:pt>
                <c:pt idx="806">
                  <c:v>44586</c:v>
                </c:pt>
                <c:pt idx="807">
                  <c:v>44585</c:v>
                </c:pt>
                <c:pt idx="808">
                  <c:v>44582</c:v>
                </c:pt>
                <c:pt idx="809">
                  <c:v>44581</c:v>
                </c:pt>
                <c:pt idx="810">
                  <c:v>44580</c:v>
                </c:pt>
                <c:pt idx="811">
                  <c:v>44579</c:v>
                </c:pt>
                <c:pt idx="812">
                  <c:v>44578</c:v>
                </c:pt>
                <c:pt idx="813">
                  <c:v>44575</c:v>
                </c:pt>
                <c:pt idx="814">
                  <c:v>44574</c:v>
                </c:pt>
                <c:pt idx="815">
                  <c:v>44573</c:v>
                </c:pt>
                <c:pt idx="816">
                  <c:v>44572</c:v>
                </c:pt>
                <c:pt idx="817">
                  <c:v>44571</c:v>
                </c:pt>
                <c:pt idx="818">
                  <c:v>44568</c:v>
                </c:pt>
                <c:pt idx="819">
                  <c:v>44567</c:v>
                </c:pt>
                <c:pt idx="820">
                  <c:v>44566</c:v>
                </c:pt>
                <c:pt idx="821">
                  <c:v>44565</c:v>
                </c:pt>
                <c:pt idx="822">
                  <c:v>44558</c:v>
                </c:pt>
                <c:pt idx="823">
                  <c:v>44554</c:v>
                </c:pt>
                <c:pt idx="824">
                  <c:v>44553</c:v>
                </c:pt>
                <c:pt idx="825">
                  <c:v>44552</c:v>
                </c:pt>
                <c:pt idx="826">
                  <c:v>44551</c:v>
                </c:pt>
                <c:pt idx="827">
                  <c:v>44550</c:v>
                </c:pt>
                <c:pt idx="828">
                  <c:v>44547</c:v>
                </c:pt>
                <c:pt idx="829">
                  <c:v>44546</c:v>
                </c:pt>
                <c:pt idx="830">
                  <c:v>44545</c:v>
                </c:pt>
                <c:pt idx="831">
                  <c:v>44544</c:v>
                </c:pt>
                <c:pt idx="832">
                  <c:v>44543</c:v>
                </c:pt>
                <c:pt idx="833">
                  <c:v>44540</c:v>
                </c:pt>
                <c:pt idx="834">
                  <c:v>44539</c:v>
                </c:pt>
                <c:pt idx="835">
                  <c:v>44538</c:v>
                </c:pt>
                <c:pt idx="836">
                  <c:v>44537</c:v>
                </c:pt>
                <c:pt idx="837">
                  <c:v>44536</c:v>
                </c:pt>
                <c:pt idx="838">
                  <c:v>44533</c:v>
                </c:pt>
                <c:pt idx="839">
                  <c:v>44532</c:v>
                </c:pt>
                <c:pt idx="840">
                  <c:v>44531</c:v>
                </c:pt>
                <c:pt idx="841">
                  <c:v>44530</c:v>
                </c:pt>
                <c:pt idx="842">
                  <c:v>44529</c:v>
                </c:pt>
                <c:pt idx="843">
                  <c:v>44526</c:v>
                </c:pt>
                <c:pt idx="844">
                  <c:v>44525</c:v>
                </c:pt>
                <c:pt idx="845">
                  <c:v>44524</c:v>
                </c:pt>
                <c:pt idx="846">
                  <c:v>44523</c:v>
                </c:pt>
                <c:pt idx="847">
                  <c:v>44522</c:v>
                </c:pt>
                <c:pt idx="848">
                  <c:v>44519</c:v>
                </c:pt>
                <c:pt idx="849">
                  <c:v>44518</c:v>
                </c:pt>
                <c:pt idx="850">
                  <c:v>44517</c:v>
                </c:pt>
                <c:pt idx="851">
                  <c:v>44516</c:v>
                </c:pt>
                <c:pt idx="852">
                  <c:v>44515</c:v>
                </c:pt>
                <c:pt idx="853">
                  <c:v>44512</c:v>
                </c:pt>
                <c:pt idx="854">
                  <c:v>44511</c:v>
                </c:pt>
                <c:pt idx="855">
                  <c:v>44510</c:v>
                </c:pt>
                <c:pt idx="856">
                  <c:v>44509</c:v>
                </c:pt>
                <c:pt idx="857">
                  <c:v>44508</c:v>
                </c:pt>
                <c:pt idx="858">
                  <c:v>44505</c:v>
                </c:pt>
                <c:pt idx="859">
                  <c:v>44504</c:v>
                </c:pt>
                <c:pt idx="860">
                  <c:v>44503</c:v>
                </c:pt>
                <c:pt idx="861">
                  <c:v>44502</c:v>
                </c:pt>
                <c:pt idx="862">
                  <c:v>44501</c:v>
                </c:pt>
                <c:pt idx="863">
                  <c:v>44498</c:v>
                </c:pt>
                <c:pt idx="864">
                  <c:v>44497</c:v>
                </c:pt>
                <c:pt idx="865">
                  <c:v>44496</c:v>
                </c:pt>
                <c:pt idx="866">
                  <c:v>44495</c:v>
                </c:pt>
                <c:pt idx="867">
                  <c:v>44494</c:v>
                </c:pt>
                <c:pt idx="868">
                  <c:v>44491</c:v>
                </c:pt>
                <c:pt idx="869">
                  <c:v>44490</c:v>
                </c:pt>
                <c:pt idx="870">
                  <c:v>44489</c:v>
                </c:pt>
                <c:pt idx="871">
                  <c:v>44488</c:v>
                </c:pt>
                <c:pt idx="872">
                  <c:v>44487</c:v>
                </c:pt>
                <c:pt idx="873">
                  <c:v>44484</c:v>
                </c:pt>
                <c:pt idx="874">
                  <c:v>44481</c:v>
                </c:pt>
                <c:pt idx="875">
                  <c:v>44480</c:v>
                </c:pt>
                <c:pt idx="876">
                  <c:v>44477</c:v>
                </c:pt>
                <c:pt idx="877">
                  <c:v>44467</c:v>
                </c:pt>
                <c:pt idx="878">
                  <c:v>44466</c:v>
                </c:pt>
                <c:pt idx="879">
                  <c:v>44463</c:v>
                </c:pt>
                <c:pt idx="880">
                  <c:v>44462</c:v>
                </c:pt>
                <c:pt idx="881">
                  <c:v>44454</c:v>
                </c:pt>
                <c:pt idx="882">
                  <c:v>44453</c:v>
                </c:pt>
                <c:pt idx="883">
                  <c:v>44452</c:v>
                </c:pt>
                <c:pt idx="884">
                  <c:v>44449</c:v>
                </c:pt>
                <c:pt idx="885">
                  <c:v>44448</c:v>
                </c:pt>
                <c:pt idx="886">
                  <c:v>44447</c:v>
                </c:pt>
                <c:pt idx="887">
                  <c:v>44446</c:v>
                </c:pt>
                <c:pt idx="888">
                  <c:v>44445</c:v>
                </c:pt>
                <c:pt idx="889">
                  <c:v>44442</c:v>
                </c:pt>
                <c:pt idx="890">
                  <c:v>44441</c:v>
                </c:pt>
                <c:pt idx="891">
                  <c:v>44440</c:v>
                </c:pt>
                <c:pt idx="892">
                  <c:v>44439</c:v>
                </c:pt>
                <c:pt idx="893">
                  <c:v>44438</c:v>
                </c:pt>
                <c:pt idx="894">
                  <c:v>44435</c:v>
                </c:pt>
                <c:pt idx="895">
                  <c:v>44434</c:v>
                </c:pt>
                <c:pt idx="896">
                  <c:v>44433</c:v>
                </c:pt>
                <c:pt idx="897">
                  <c:v>44432</c:v>
                </c:pt>
                <c:pt idx="898">
                  <c:v>44431</c:v>
                </c:pt>
                <c:pt idx="899">
                  <c:v>44428</c:v>
                </c:pt>
                <c:pt idx="900">
                  <c:v>44427</c:v>
                </c:pt>
                <c:pt idx="901">
                  <c:v>44426</c:v>
                </c:pt>
                <c:pt idx="902">
                  <c:v>44425</c:v>
                </c:pt>
                <c:pt idx="903">
                  <c:v>44424</c:v>
                </c:pt>
                <c:pt idx="904">
                  <c:v>44421</c:v>
                </c:pt>
                <c:pt idx="905">
                  <c:v>44420</c:v>
                </c:pt>
                <c:pt idx="906">
                  <c:v>44419</c:v>
                </c:pt>
                <c:pt idx="907">
                  <c:v>44418</c:v>
                </c:pt>
                <c:pt idx="908">
                  <c:v>44417</c:v>
                </c:pt>
                <c:pt idx="909">
                  <c:v>44414</c:v>
                </c:pt>
                <c:pt idx="910">
                  <c:v>44413</c:v>
                </c:pt>
                <c:pt idx="911">
                  <c:v>44412</c:v>
                </c:pt>
                <c:pt idx="912">
                  <c:v>44411</c:v>
                </c:pt>
                <c:pt idx="913">
                  <c:v>44410</c:v>
                </c:pt>
                <c:pt idx="914">
                  <c:v>44407</c:v>
                </c:pt>
                <c:pt idx="915">
                  <c:v>44406</c:v>
                </c:pt>
                <c:pt idx="916">
                  <c:v>44405</c:v>
                </c:pt>
                <c:pt idx="917">
                  <c:v>44404</c:v>
                </c:pt>
                <c:pt idx="918">
                  <c:v>44403</c:v>
                </c:pt>
                <c:pt idx="919">
                  <c:v>44400</c:v>
                </c:pt>
                <c:pt idx="920">
                  <c:v>44399</c:v>
                </c:pt>
                <c:pt idx="921">
                  <c:v>44398</c:v>
                </c:pt>
                <c:pt idx="922">
                  <c:v>44397</c:v>
                </c:pt>
                <c:pt idx="923">
                  <c:v>44396</c:v>
                </c:pt>
                <c:pt idx="924">
                  <c:v>44393</c:v>
                </c:pt>
                <c:pt idx="925">
                  <c:v>44392</c:v>
                </c:pt>
                <c:pt idx="926">
                  <c:v>44391</c:v>
                </c:pt>
                <c:pt idx="927">
                  <c:v>44390</c:v>
                </c:pt>
                <c:pt idx="928">
                  <c:v>44389</c:v>
                </c:pt>
                <c:pt idx="929">
                  <c:v>44386</c:v>
                </c:pt>
                <c:pt idx="930">
                  <c:v>44385</c:v>
                </c:pt>
                <c:pt idx="931">
                  <c:v>44384</c:v>
                </c:pt>
                <c:pt idx="932">
                  <c:v>44383</c:v>
                </c:pt>
                <c:pt idx="933">
                  <c:v>44382</c:v>
                </c:pt>
                <c:pt idx="934">
                  <c:v>44379</c:v>
                </c:pt>
                <c:pt idx="935">
                  <c:v>44377</c:v>
                </c:pt>
                <c:pt idx="936">
                  <c:v>44376</c:v>
                </c:pt>
                <c:pt idx="937">
                  <c:v>44375</c:v>
                </c:pt>
                <c:pt idx="938">
                  <c:v>44372</c:v>
                </c:pt>
                <c:pt idx="939">
                  <c:v>44371</c:v>
                </c:pt>
                <c:pt idx="940">
                  <c:v>44370</c:v>
                </c:pt>
                <c:pt idx="941">
                  <c:v>44369</c:v>
                </c:pt>
                <c:pt idx="942">
                  <c:v>44368</c:v>
                </c:pt>
                <c:pt idx="943">
                  <c:v>44365</c:v>
                </c:pt>
                <c:pt idx="944">
                  <c:v>44364</c:v>
                </c:pt>
                <c:pt idx="945">
                  <c:v>44363</c:v>
                </c:pt>
                <c:pt idx="946">
                  <c:v>44362</c:v>
                </c:pt>
                <c:pt idx="947">
                  <c:v>44358</c:v>
                </c:pt>
                <c:pt idx="948">
                  <c:v>44357</c:v>
                </c:pt>
                <c:pt idx="949">
                  <c:v>44356</c:v>
                </c:pt>
                <c:pt idx="950">
                  <c:v>44355</c:v>
                </c:pt>
                <c:pt idx="951">
                  <c:v>44354</c:v>
                </c:pt>
                <c:pt idx="952">
                  <c:v>44351</c:v>
                </c:pt>
                <c:pt idx="953">
                  <c:v>44350</c:v>
                </c:pt>
                <c:pt idx="954">
                  <c:v>44349</c:v>
                </c:pt>
                <c:pt idx="955">
                  <c:v>44348</c:v>
                </c:pt>
                <c:pt idx="956">
                  <c:v>44347</c:v>
                </c:pt>
                <c:pt idx="957">
                  <c:v>44344</c:v>
                </c:pt>
                <c:pt idx="958">
                  <c:v>44343</c:v>
                </c:pt>
                <c:pt idx="959">
                  <c:v>44342</c:v>
                </c:pt>
                <c:pt idx="960">
                  <c:v>44341</c:v>
                </c:pt>
                <c:pt idx="961">
                  <c:v>44340</c:v>
                </c:pt>
                <c:pt idx="962">
                  <c:v>44337</c:v>
                </c:pt>
                <c:pt idx="963">
                  <c:v>44336</c:v>
                </c:pt>
                <c:pt idx="964">
                  <c:v>44334</c:v>
                </c:pt>
                <c:pt idx="965">
                  <c:v>44333</c:v>
                </c:pt>
                <c:pt idx="966">
                  <c:v>44330</c:v>
                </c:pt>
                <c:pt idx="967">
                  <c:v>44329</c:v>
                </c:pt>
                <c:pt idx="968">
                  <c:v>44328</c:v>
                </c:pt>
                <c:pt idx="969">
                  <c:v>44327</c:v>
                </c:pt>
                <c:pt idx="970">
                  <c:v>44326</c:v>
                </c:pt>
                <c:pt idx="971">
                  <c:v>44323</c:v>
                </c:pt>
                <c:pt idx="972">
                  <c:v>44322</c:v>
                </c:pt>
                <c:pt idx="973">
                  <c:v>44314</c:v>
                </c:pt>
                <c:pt idx="974">
                  <c:v>44313</c:v>
                </c:pt>
                <c:pt idx="975">
                  <c:v>44312</c:v>
                </c:pt>
                <c:pt idx="976">
                  <c:v>44309</c:v>
                </c:pt>
                <c:pt idx="977">
                  <c:v>44308</c:v>
                </c:pt>
                <c:pt idx="978">
                  <c:v>44307</c:v>
                </c:pt>
                <c:pt idx="979">
                  <c:v>44306</c:v>
                </c:pt>
                <c:pt idx="980">
                  <c:v>44305</c:v>
                </c:pt>
                <c:pt idx="981">
                  <c:v>44302</c:v>
                </c:pt>
                <c:pt idx="982">
                  <c:v>44301</c:v>
                </c:pt>
                <c:pt idx="983">
                  <c:v>44300</c:v>
                </c:pt>
                <c:pt idx="984">
                  <c:v>44299</c:v>
                </c:pt>
                <c:pt idx="985">
                  <c:v>44298</c:v>
                </c:pt>
                <c:pt idx="986">
                  <c:v>44295</c:v>
                </c:pt>
                <c:pt idx="987">
                  <c:v>44294</c:v>
                </c:pt>
                <c:pt idx="988">
                  <c:v>44293</c:v>
                </c:pt>
                <c:pt idx="989">
                  <c:v>44287</c:v>
                </c:pt>
                <c:pt idx="990">
                  <c:v>44286</c:v>
                </c:pt>
                <c:pt idx="991">
                  <c:v>44285</c:v>
                </c:pt>
                <c:pt idx="992">
                  <c:v>44284</c:v>
                </c:pt>
                <c:pt idx="993">
                  <c:v>44281</c:v>
                </c:pt>
                <c:pt idx="994">
                  <c:v>44280</c:v>
                </c:pt>
                <c:pt idx="995">
                  <c:v>44279</c:v>
                </c:pt>
                <c:pt idx="996">
                  <c:v>44278</c:v>
                </c:pt>
                <c:pt idx="997">
                  <c:v>44277</c:v>
                </c:pt>
                <c:pt idx="998">
                  <c:v>44274</c:v>
                </c:pt>
                <c:pt idx="999">
                  <c:v>44273</c:v>
                </c:pt>
                <c:pt idx="1000">
                  <c:v>44272</c:v>
                </c:pt>
                <c:pt idx="1001">
                  <c:v>44271</c:v>
                </c:pt>
                <c:pt idx="1002">
                  <c:v>44270</c:v>
                </c:pt>
                <c:pt idx="1003">
                  <c:v>44267</c:v>
                </c:pt>
                <c:pt idx="1004">
                  <c:v>44266</c:v>
                </c:pt>
                <c:pt idx="1005">
                  <c:v>44265</c:v>
                </c:pt>
                <c:pt idx="1006">
                  <c:v>44264</c:v>
                </c:pt>
                <c:pt idx="1007">
                  <c:v>44263</c:v>
                </c:pt>
                <c:pt idx="1008">
                  <c:v>44260</c:v>
                </c:pt>
                <c:pt idx="1009">
                  <c:v>44259</c:v>
                </c:pt>
                <c:pt idx="1010">
                  <c:v>44258</c:v>
                </c:pt>
                <c:pt idx="1011">
                  <c:v>44257</c:v>
                </c:pt>
                <c:pt idx="1012">
                  <c:v>44256</c:v>
                </c:pt>
                <c:pt idx="1013">
                  <c:v>44253</c:v>
                </c:pt>
                <c:pt idx="1014">
                  <c:v>44252</c:v>
                </c:pt>
                <c:pt idx="1015">
                  <c:v>44251</c:v>
                </c:pt>
                <c:pt idx="1016">
                  <c:v>44250</c:v>
                </c:pt>
                <c:pt idx="1017">
                  <c:v>44249</c:v>
                </c:pt>
                <c:pt idx="1018">
                  <c:v>44246</c:v>
                </c:pt>
                <c:pt idx="1019">
                  <c:v>44245</c:v>
                </c:pt>
                <c:pt idx="1020">
                  <c:v>44235</c:v>
                </c:pt>
                <c:pt idx="1021">
                  <c:v>44232</c:v>
                </c:pt>
                <c:pt idx="1022">
                  <c:v>44231</c:v>
                </c:pt>
                <c:pt idx="1023">
                  <c:v>44230</c:v>
                </c:pt>
                <c:pt idx="1024">
                  <c:v>44229</c:v>
                </c:pt>
                <c:pt idx="1025">
                  <c:v>44228</c:v>
                </c:pt>
                <c:pt idx="1026">
                  <c:v>44225</c:v>
                </c:pt>
                <c:pt idx="1027">
                  <c:v>44224</c:v>
                </c:pt>
                <c:pt idx="1028">
                  <c:v>44223</c:v>
                </c:pt>
                <c:pt idx="1029">
                  <c:v>44222</c:v>
                </c:pt>
                <c:pt idx="1030">
                  <c:v>44221</c:v>
                </c:pt>
                <c:pt idx="1031">
                  <c:v>44218</c:v>
                </c:pt>
                <c:pt idx="1032">
                  <c:v>44217</c:v>
                </c:pt>
                <c:pt idx="1033">
                  <c:v>44216</c:v>
                </c:pt>
                <c:pt idx="1034">
                  <c:v>44215</c:v>
                </c:pt>
                <c:pt idx="1035">
                  <c:v>44214</c:v>
                </c:pt>
                <c:pt idx="1036">
                  <c:v>44211</c:v>
                </c:pt>
                <c:pt idx="1037">
                  <c:v>44210</c:v>
                </c:pt>
                <c:pt idx="1038">
                  <c:v>44209</c:v>
                </c:pt>
                <c:pt idx="1039">
                  <c:v>44208</c:v>
                </c:pt>
                <c:pt idx="1040">
                  <c:v>44207</c:v>
                </c:pt>
                <c:pt idx="1041">
                  <c:v>44204</c:v>
                </c:pt>
                <c:pt idx="1042">
                  <c:v>44203</c:v>
                </c:pt>
                <c:pt idx="1043">
                  <c:v>44202</c:v>
                </c:pt>
                <c:pt idx="1044">
                  <c:v>44201</c:v>
                </c:pt>
                <c:pt idx="1045">
                  <c:v>44200</c:v>
                </c:pt>
                <c:pt idx="1046">
                  <c:v>44196</c:v>
                </c:pt>
                <c:pt idx="1047">
                  <c:v>44195</c:v>
                </c:pt>
                <c:pt idx="1048">
                  <c:v>44194</c:v>
                </c:pt>
                <c:pt idx="1049">
                  <c:v>44193</c:v>
                </c:pt>
                <c:pt idx="1050">
                  <c:v>44189</c:v>
                </c:pt>
                <c:pt idx="1051">
                  <c:v>44188</c:v>
                </c:pt>
                <c:pt idx="1052">
                  <c:v>44187</c:v>
                </c:pt>
                <c:pt idx="1053">
                  <c:v>44186</c:v>
                </c:pt>
                <c:pt idx="1054">
                  <c:v>44183</c:v>
                </c:pt>
                <c:pt idx="1055">
                  <c:v>44182</c:v>
                </c:pt>
                <c:pt idx="1056">
                  <c:v>44181</c:v>
                </c:pt>
                <c:pt idx="1057">
                  <c:v>44180</c:v>
                </c:pt>
                <c:pt idx="1058">
                  <c:v>44179</c:v>
                </c:pt>
                <c:pt idx="1059">
                  <c:v>44176</c:v>
                </c:pt>
                <c:pt idx="1060">
                  <c:v>44175</c:v>
                </c:pt>
                <c:pt idx="1061">
                  <c:v>44174</c:v>
                </c:pt>
                <c:pt idx="1062">
                  <c:v>44173</c:v>
                </c:pt>
                <c:pt idx="1063">
                  <c:v>44172</c:v>
                </c:pt>
                <c:pt idx="1064">
                  <c:v>44169</c:v>
                </c:pt>
                <c:pt idx="1065">
                  <c:v>44168</c:v>
                </c:pt>
                <c:pt idx="1066">
                  <c:v>44167</c:v>
                </c:pt>
                <c:pt idx="1067">
                  <c:v>44166</c:v>
                </c:pt>
                <c:pt idx="1068">
                  <c:v>44165</c:v>
                </c:pt>
                <c:pt idx="1069">
                  <c:v>44162</c:v>
                </c:pt>
                <c:pt idx="1070">
                  <c:v>44161</c:v>
                </c:pt>
                <c:pt idx="1071">
                  <c:v>44160</c:v>
                </c:pt>
                <c:pt idx="1072">
                  <c:v>44159</c:v>
                </c:pt>
                <c:pt idx="1073">
                  <c:v>44158</c:v>
                </c:pt>
                <c:pt idx="1074">
                  <c:v>44155</c:v>
                </c:pt>
                <c:pt idx="1075">
                  <c:v>44154</c:v>
                </c:pt>
                <c:pt idx="1076">
                  <c:v>44153</c:v>
                </c:pt>
                <c:pt idx="1077">
                  <c:v>44152</c:v>
                </c:pt>
                <c:pt idx="1078">
                  <c:v>44151</c:v>
                </c:pt>
                <c:pt idx="1079">
                  <c:v>44148</c:v>
                </c:pt>
                <c:pt idx="1080">
                  <c:v>44147</c:v>
                </c:pt>
                <c:pt idx="1081">
                  <c:v>44146</c:v>
                </c:pt>
                <c:pt idx="1082">
                  <c:v>44145</c:v>
                </c:pt>
                <c:pt idx="1083">
                  <c:v>44144</c:v>
                </c:pt>
                <c:pt idx="1084">
                  <c:v>44141</c:v>
                </c:pt>
                <c:pt idx="1085">
                  <c:v>44140</c:v>
                </c:pt>
                <c:pt idx="1086">
                  <c:v>44139</c:v>
                </c:pt>
                <c:pt idx="1087">
                  <c:v>44138</c:v>
                </c:pt>
                <c:pt idx="1088">
                  <c:v>44137</c:v>
                </c:pt>
                <c:pt idx="1089">
                  <c:v>44134</c:v>
                </c:pt>
                <c:pt idx="1090">
                  <c:v>44133</c:v>
                </c:pt>
                <c:pt idx="1091">
                  <c:v>44132</c:v>
                </c:pt>
                <c:pt idx="1092">
                  <c:v>44131</c:v>
                </c:pt>
                <c:pt idx="1093">
                  <c:v>44127</c:v>
                </c:pt>
                <c:pt idx="1094">
                  <c:v>44126</c:v>
                </c:pt>
                <c:pt idx="1095">
                  <c:v>44125</c:v>
                </c:pt>
                <c:pt idx="1096">
                  <c:v>44124</c:v>
                </c:pt>
                <c:pt idx="1097">
                  <c:v>44123</c:v>
                </c:pt>
                <c:pt idx="1098">
                  <c:v>44120</c:v>
                </c:pt>
                <c:pt idx="1099">
                  <c:v>44119</c:v>
                </c:pt>
                <c:pt idx="1100">
                  <c:v>44118</c:v>
                </c:pt>
                <c:pt idx="1101">
                  <c:v>44116</c:v>
                </c:pt>
                <c:pt idx="1102">
                  <c:v>44113</c:v>
                </c:pt>
                <c:pt idx="1103">
                  <c:v>44102</c:v>
                </c:pt>
                <c:pt idx="1104">
                  <c:v>44099</c:v>
                </c:pt>
                <c:pt idx="1105">
                  <c:v>44098</c:v>
                </c:pt>
                <c:pt idx="1106">
                  <c:v>44097</c:v>
                </c:pt>
                <c:pt idx="1107">
                  <c:v>44096</c:v>
                </c:pt>
                <c:pt idx="1108">
                  <c:v>44095</c:v>
                </c:pt>
                <c:pt idx="1109">
                  <c:v>44092</c:v>
                </c:pt>
                <c:pt idx="1110">
                  <c:v>44091</c:v>
                </c:pt>
                <c:pt idx="1111">
                  <c:v>44090</c:v>
                </c:pt>
                <c:pt idx="1112">
                  <c:v>44089</c:v>
                </c:pt>
                <c:pt idx="1113">
                  <c:v>44088</c:v>
                </c:pt>
                <c:pt idx="1114">
                  <c:v>44085</c:v>
                </c:pt>
                <c:pt idx="1115">
                  <c:v>44084</c:v>
                </c:pt>
                <c:pt idx="1116">
                  <c:v>44083</c:v>
                </c:pt>
                <c:pt idx="1117">
                  <c:v>44082</c:v>
                </c:pt>
                <c:pt idx="1118">
                  <c:v>44081</c:v>
                </c:pt>
                <c:pt idx="1119">
                  <c:v>44078</c:v>
                </c:pt>
                <c:pt idx="1120">
                  <c:v>44077</c:v>
                </c:pt>
                <c:pt idx="1121">
                  <c:v>44076</c:v>
                </c:pt>
                <c:pt idx="1122">
                  <c:v>44075</c:v>
                </c:pt>
                <c:pt idx="1123">
                  <c:v>44074</c:v>
                </c:pt>
                <c:pt idx="1124">
                  <c:v>44071</c:v>
                </c:pt>
                <c:pt idx="1125">
                  <c:v>44070</c:v>
                </c:pt>
                <c:pt idx="1126">
                  <c:v>44069</c:v>
                </c:pt>
                <c:pt idx="1127">
                  <c:v>44068</c:v>
                </c:pt>
                <c:pt idx="1128">
                  <c:v>44067</c:v>
                </c:pt>
                <c:pt idx="1129">
                  <c:v>44064</c:v>
                </c:pt>
                <c:pt idx="1130">
                  <c:v>44063</c:v>
                </c:pt>
                <c:pt idx="1131">
                  <c:v>44062</c:v>
                </c:pt>
                <c:pt idx="1132">
                  <c:v>44061</c:v>
                </c:pt>
                <c:pt idx="1133">
                  <c:v>44060</c:v>
                </c:pt>
                <c:pt idx="1134">
                  <c:v>44057</c:v>
                </c:pt>
                <c:pt idx="1135">
                  <c:v>44056</c:v>
                </c:pt>
                <c:pt idx="1136">
                  <c:v>44055</c:v>
                </c:pt>
                <c:pt idx="1137">
                  <c:v>44054</c:v>
                </c:pt>
                <c:pt idx="1138">
                  <c:v>44053</c:v>
                </c:pt>
                <c:pt idx="1139">
                  <c:v>44050</c:v>
                </c:pt>
                <c:pt idx="1140">
                  <c:v>44049</c:v>
                </c:pt>
                <c:pt idx="1141">
                  <c:v>44048</c:v>
                </c:pt>
                <c:pt idx="1142">
                  <c:v>44047</c:v>
                </c:pt>
                <c:pt idx="1143">
                  <c:v>44046</c:v>
                </c:pt>
                <c:pt idx="1144">
                  <c:v>44043</c:v>
                </c:pt>
                <c:pt idx="1145">
                  <c:v>44042</c:v>
                </c:pt>
                <c:pt idx="1146">
                  <c:v>44041</c:v>
                </c:pt>
                <c:pt idx="1147">
                  <c:v>44040</c:v>
                </c:pt>
                <c:pt idx="1148">
                  <c:v>44039</c:v>
                </c:pt>
                <c:pt idx="1149">
                  <c:v>44036</c:v>
                </c:pt>
                <c:pt idx="1150">
                  <c:v>44035</c:v>
                </c:pt>
                <c:pt idx="1151">
                  <c:v>44034</c:v>
                </c:pt>
                <c:pt idx="1152">
                  <c:v>44033</c:v>
                </c:pt>
                <c:pt idx="1153">
                  <c:v>44032</c:v>
                </c:pt>
                <c:pt idx="1154">
                  <c:v>44029</c:v>
                </c:pt>
                <c:pt idx="1155">
                  <c:v>44028</c:v>
                </c:pt>
                <c:pt idx="1156">
                  <c:v>44027</c:v>
                </c:pt>
                <c:pt idx="1157">
                  <c:v>44026</c:v>
                </c:pt>
                <c:pt idx="1158">
                  <c:v>44025</c:v>
                </c:pt>
                <c:pt idx="1159">
                  <c:v>44022</c:v>
                </c:pt>
                <c:pt idx="1160">
                  <c:v>44021</c:v>
                </c:pt>
                <c:pt idx="1161">
                  <c:v>44020</c:v>
                </c:pt>
                <c:pt idx="1162">
                  <c:v>44019</c:v>
                </c:pt>
                <c:pt idx="1163">
                  <c:v>44018</c:v>
                </c:pt>
                <c:pt idx="1164">
                  <c:v>44015</c:v>
                </c:pt>
                <c:pt idx="1165">
                  <c:v>44014</c:v>
                </c:pt>
                <c:pt idx="1166">
                  <c:v>44012</c:v>
                </c:pt>
                <c:pt idx="1167">
                  <c:v>44011</c:v>
                </c:pt>
                <c:pt idx="1168">
                  <c:v>44004</c:v>
                </c:pt>
                <c:pt idx="1169">
                  <c:v>44001</c:v>
                </c:pt>
                <c:pt idx="1170">
                  <c:v>44000</c:v>
                </c:pt>
                <c:pt idx="1171">
                  <c:v>43999</c:v>
                </c:pt>
                <c:pt idx="1172">
                  <c:v>43998</c:v>
                </c:pt>
                <c:pt idx="1173">
                  <c:v>43997</c:v>
                </c:pt>
                <c:pt idx="1174">
                  <c:v>43994</c:v>
                </c:pt>
                <c:pt idx="1175">
                  <c:v>43993</c:v>
                </c:pt>
                <c:pt idx="1176">
                  <c:v>43992</c:v>
                </c:pt>
                <c:pt idx="1177">
                  <c:v>43991</c:v>
                </c:pt>
                <c:pt idx="1178">
                  <c:v>43990</c:v>
                </c:pt>
                <c:pt idx="1179">
                  <c:v>43987</c:v>
                </c:pt>
                <c:pt idx="1180">
                  <c:v>43986</c:v>
                </c:pt>
                <c:pt idx="1181">
                  <c:v>43985</c:v>
                </c:pt>
                <c:pt idx="1182">
                  <c:v>43984</c:v>
                </c:pt>
                <c:pt idx="1183">
                  <c:v>43983</c:v>
                </c:pt>
                <c:pt idx="1184">
                  <c:v>43980</c:v>
                </c:pt>
                <c:pt idx="1185">
                  <c:v>43979</c:v>
                </c:pt>
                <c:pt idx="1186">
                  <c:v>43978</c:v>
                </c:pt>
                <c:pt idx="1187">
                  <c:v>43977</c:v>
                </c:pt>
                <c:pt idx="1188">
                  <c:v>43976</c:v>
                </c:pt>
                <c:pt idx="1189">
                  <c:v>43973</c:v>
                </c:pt>
                <c:pt idx="1190">
                  <c:v>43972</c:v>
                </c:pt>
                <c:pt idx="1191">
                  <c:v>43971</c:v>
                </c:pt>
                <c:pt idx="1192">
                  <c:v>43970</c:v>
                </c:pt>
                <c:pt idx="1193">
                  <c:v>43969</c:v>
                </c:pt>
                <c:pt idx="1194">
                  <c:v>43966</c:v>
                </c:pt>
                <c:pt idx="1195">
                  <c:v>43965</c:v>
                </c:pt>
                <c:pt idx="1196">
                  <c:v>43964</c:v>
                </c:pt>
                <c:pt idx="1197">
                  <c:v>43963</c:v>
                </c:pt>
                <c:pt idx="1198">
                  <c:v>43962</c:v>
                </c:pt>
                <c:pt idx="1199">
                  <c:v>43959</c:v>
                </c:pt>
                <c:pt idx="1200">
                  <c:v>43958</c:v>
                </c:pt>
                <c:pt idx="1201">
                  <c:v>43957</c:v>
                </c:pt>
                <c:pt idx="1202">
                  <c:v>43948</c:v>
                </c:pt>
                <c:pt idx="1203">
                  <c:v>43945</c:v>
                </c:pt>
                <c:pt idx="1204">
                  <c:v>43944</c:v>
                </c:pt>
                <c:pt idx="1205">
                  <c:v>43943</c:v>
                </c:pt>
                <c:pt idx="1206">
                  <c:v>43942</c:v>
                </c:pt>
                <c:pt idx="1207">
                  <c:v>43941</c:v>
                </c:pt>
                <c:pt idx="1208">
                  <c:v>43938</c:v>
                </c:pt>
                <c:pt idx="1209">
                  <c:v>43937</c:v>
                </c:pt>
                <c:pt idx="1210">
                  <c:v>43936</c:v>
                </c:pt>
                <c:pt idx="1211">
                  <c:v>43935</c:v>
                </c:pt>
                <c:pt idx="1212">
                  <c:v>43930</c:v>
                </c:pt>
                <c:pt idx="1213">
                  <c:v>43929</c:v>
                </c:pt>
                <c:pt idx="1214">
                  <c:v>43928</c:v>
                </c:pt>
                <c:pt idx="1215">
                  <c:v>43922</c:v>
                </c:pt>
                <c:pt idx="1216">
                  <c:v>43921</c:v>
                </c:pt>
                <c:pt idx="1217">
                  <c:v>43920</c:v>
                </c:pt>
                <c:pt idx="1218">
                  <c:v>43917</c:v>
                </c:pt>
                <c:pt idx="1219">
                  <c:v>43916</c:v>
                </c:pt>
                <c:pt idx="1220">
                  <c:v>43915</c:v>
                </c:pt>
                <c:pt idx="1221">
                  <c:v>43914</c:v>
                </c:pt>
                <c:pt idx="1222">
                  <c:v>43913</c:v>
                </c:pt>
                <c:pt idx="1223">
                  <c:v>43910</c:v>
                </c:pt>
                <c:pt idx="1224">
                  <c:v>43909</c:v>
                </c:pt>
                <c:pt idx="1225">
                  <c:v>43908</c:v>
                </c:pt>
                <c:pt idx="1226">
                  <c:v>43907</c:v>
                </c:pt>
                <c:pt idx="1227">
                  <c:v>43906</c:v>
                </c:pt>
                <c:pt idx="1228">
                  <c:v>43903</c:v>
                </c:pt>
                <c:pt idx="1229">
                  <c:v>43902</c:v>
                </c:pt>
                <c:pt idx="1230">
                  <c:v>43901</c:v>
                </c:pt>
                <c:pt idx="1231">
                  <c:v>43900</c:v>
                </c:pt>
                <c:pt idx="1232">
                  <c:v>43899</c:v>
                </c:pt>
                <c:pt idx="1233">
                  <c:v>43896</c:v>
                </c:pt>
                <c:pt idx="1234">
                  <c:v>43895</c:v>
                </c:pt>
                <c:pt idx="1235">
                  <c:v>43894</c:v>
                </c:pt>
                <c:pt idx="1236">
                  <c:v>43893</c:v>
                </c:pt>
                <c:pt idx="1237">
                  <c:v>43892</c:v>
                </c:pt>
                <c:pt idx="1238">
                  <c:v>43889</c:v>
                </c:pt>
                <c:pt idx="1239">
                  <c:v>43888</c:v>
                </c:pt>
                <c:pt idx="1240">
                  <c:v>43887</c:v>
                </c:pt>
                <c:pt idx="1241">
                  <c:v>43886</c:v>
                </c:pt>
                <c:pt idx="1242">
                  <c:v>43885</c:v>
                </c:pt>
                <c:pt idx="1243">
                  <c:v>43882</c:v>
                </c:pt>
                <c:pt idx="1244">
                  <c:v>43881</c:v>
                </c:pt>
                <c:pt idx="1245">
                  <c:v>43880</c:v>
                </c:pt>
                <c:pt idx="1246">
                  <c:v>43879</c:v>
                </c:pt>
                <c:pt idx="1247">
                  <c:v>43878</c:v>
                </c:pt>
                <c:pt idx="1248">
                  <c:v>43875</c:v>
                </c:pt>
                <c:pt idx="1249">
                  <c:v>43874</c:v>
                </c:pt>
                <c:pt idx="1250">
                  <c:v>43873</c:v>
                </c:pt>
                <c:pt idx="1251">
                  <c:v>43872</c:v>
                </c:pt>
                <c:pt idx="1252">
                  <c:v>43871</c:v>
                </c:pt>
                <c:pt idx="1253">
                  <c:v>43868</c:v>
                </c:pt>
                <c:pt idx="1254">
                  <c:v>43867</c:v>
                </c:pt>
                <c:pt idx="1255">
                  <c:v>43866</c:v>
                </c:pt>
                <c:pt idx="1256">
                  <c:v>43865</c:v>
                </c:pt>
                <c:pt idx="1257">
                  <c:v>43864</c:v>
                </c:pt>
                <c:pt idx="1258">
                  <c:v>43851</c:v>
                </c:pt>
                <c:pt idx="1259">
                  <c:v>43850</c:v>
                </c:pt>
                <c:pt idx="1260">
                  <c:v>43847</c:v>
                </c:pt>
                <c:pt idx="1261">
                  <c:v>43846</c:v>
                </c:pt>
                <c:pt idx="1262">
                  <c:v>43845</c:v>
                </c:pt>
                <c:pt idx="1263">
                  <c:v>43844</c:v>
                </c:pt>
                <c:pt idx="1264">
                  <c:v>43843</c:v>
                </c:pt>
                <c:pt idx="1265">
                  <c:v>43840</c:v>
                </c:pt>
                <c:pt idx="1266">
                  <c:v>43839</c:v>
                </c:pt>
                <c:pt idx="1267">
                  <c:v>43838</c:v>
                </c:pt>
                <c:pt idx="1268">
                  <c:v>43837</c:v>
                </c:pt>
                <c:pt idx="1269">
                  <c:v>43836</c:v>
                </c:pt>
                <c:pt idx="1270">
                  <c:v>43833</c:v>
                </c:pt>
                <c:pt idx="1271">
                  <c:v>43832</c:v>
                </c:pt>
                <c:pt idx="1272">
                  <c:v>43830</c:v>
                </c:pt>
                <c:pt idx="1273">
                  <c:v>43829</c:v>
                </c:pt>
                <c:pt idx="1274">
                  <c:v>43826</c:v>
                </c:pt>
                <c:pt idx="1275">
                  <c:v>43823</c:v>
                </c:pt>
                <c:pt idx="1276">
                  <c:v>43822</c:v>
                </c:pt>
                <c:pt idx="1277">
                  <c:v>43819</c:v>
                </c:pt>
                <c:pt idx="1278">
                  <c:v>43818</c:v>
                </c:pt>
                <c:pt idx="1279">
                  <c:v>43817</c:v>
                </c:pt>
                <c:pt idx="1280">
                  <c:v>43816</c:v>
                </c:pt>
                <c:pt idx="1281">
                  <c:v>43815</c:v>
                </c:pt>
                <c:pt idx="1282">
                  <c:v>43812</c:v>
                </c:pt>
                <c:pt idx="1283">
                  <c:v>43811</c:v>
                </c:pt>
                <c:pt idx="1284">
                  <c:v>43810</c:v>
                </c:pt>
                <c:pt idx="1285">
                  <c:v>43809</c:v>
                </c:pt>
                <c:pt idx="1286">
                  <c:v>43808</c:v>
                </c:pt>
                <c:pt idx="1287">
                  <c:v>43805</c:v>
                </c:pt>
                <c:pt idx="1288">
                  <c:v>43804</c:v>
                </c:pt>
                <c:pt idx="1289">
                  <c:v>43803</c:v>
                </c:pt>
                <c:pt idx="1290">
                  <c:v>43802</c:v>
                </c:pt>
                <c:pt idx="1291">
                  <c:v>43801</c:v>
                </c:pt>
                <c:pt idx="1292">
                  <c:v>43798</c:v>
                </c:pt>
                <c:pt idx="1293">
                  <c:v>43797</c:v>
                </c:pt>
                <c:pt idx="1294">
                  <c:v>43796</c:v>
                </c:pt>
                <c:pt idx="1295">
                  <c:v>43795</c:v>
                </c:pt>
                <c:pt idx="1296">
                  <c:v>43794</c:v>
                </c:pt>
                <c:pt idx="1297">
                  <c:v>43791</c:v>
                </c:pt>
                <c:pt idx="1298">
                  <c:v>43790</c:v>
                </c:pt>
                <c:pt idx="1299">
                  <c:v>43789</c:v>
                </c:pt>
                <c:pt idx="1300">
                  <c:v>43788</c:v>
                </c:pt>
                <c:pt idx="1301">
                  <c:v>43787</c:v>
                </c:pt>
                <c:pt idx="1302">
                  <c:v>43784</c:v>
                </c:pt>
                <c:pt idx="1303">
                  <c:v>43783</c:v>
                </c:pt>
                <c:pt idx="1304">
                  <c:v>43782</c:v>
                </c:pt>
                <c:pt idx="1305">
                  <c:v>43781</c:v>
                </c:pt>
                <c:pt idx="1306">
                  <c:v>43780</c:v>
                </c:pt>
                <c:pt idx="1307">
                  <c:v>43777</c:v>
                </c:pt>
                <c:pt idx="1308">
                  <c:v>43776</c:v>
                </c:pt>
                <c:pt idx="1309">
                  <c:v>43775</c:v>
                </c:pt>
                <c:pt idx="1310">
                  <c:v>43774</c:v>
                </c:pt>
                <c:pt idx="1311">
                  <c:v>43773</c:v>
                </c:pt>
                <c:pt idx="1312">
                  <c:v>43770</c:v>
                </c:pt>
                <c:pt idx="1313">
                  <c:v>43769</c:v>
                </c:pt>
                <c:pt idx="1314">
                  <c:v>43768</c:v>
                </c:pt>
                <c:pt idx="1315">
                  <c:v>43767</c:v>
                </c:pt>
                <c:pt idx="1316">
                  <c:v>43766</c:v>
                </c:pt>
                <c:pt idx="1317">
                  <c:v>43763</c:v>
                </c:pt>
                <c:pt idx="1318">
                  <c:v>43762</c:v>
                </c:pt>
                <c:pt idx="1319">
                  <c:v>43761</c:v>
                </c:pt>
                <c:pt idx="1320">
                  <c:v>43760</c:v>
                </c:pt>
                <c:pt idx="1321">
                  <c:v>43759</c:v>
                </c:pt>
                <c:pt idx="1322">
                  <c:v>43756</c:v>
                </c:pt>
                <c:pt idx="1323">
                  <c:v>43755</c:v>
                </c:pt>
                <c:pt idx="1324">
                  <c:v>43754</c:v>
                </c:pt>
                <c:pt idx="1325">
                  <c:v>43753</c:v>
                </c:pt>
                <c:pt idx="1326">
                  <c:v>43752</c:v>
                </c:pt>
                <c:pt idx="1327">
                  <c:v>43749</c:v>
                </c:pt>
                <c:pt idx="1328">
                  <c:v>43748</c:v>
                </c:pt>
                <c:pt idx="1329">
                  <c:v>43747</c:v>
                </c:pt>
                <c:pt idx="1330">
                  <c:v>43746</c:v>
                </c:pt>
                <c:pt idx="1331">
                  <c:v>43734</c:v>
                </c:pt>
                <c:pt idx="1332">
                  <c:v>43733</c:v>
                </c:pt>
                <c:pt idx="1333">
                  <c:v>43732</c:v>
                </c:pt>
                <c:pt idx="1334">
                  <c:v>43731</c:v>
                </c:pt>
                <c:pt idx="1335">
                  <c:v>43728</c:v>
                </c:pt>
                <c:pt idx="1336">
                  <c:v>43727</c:v>
                </c:pt>
                <c:pt idx="1337">
                  <c:v>43726</c:v>
                </c:pt>
                <c:pt idx="1338">
                  <c:v>43725</c:v>
                </c:pt>
                <c:pt idx="1339">
                  <c:v>43724</c:v>
                </c:pt>
                <c:pt idx="1340">
                  <c:v>43718</c:v>
                </c:pt>
                <c:pt idx="1341">
                  <c:v>43717</c:v>
                </c:pt>
                <c:pt idx="1342">
                  <c:v>43714</c:v>
                </c:pt>
                <c:pt idx="1343">
                  <c:v>43713</c:v>
                </c:pt>
                <c:pt idx="1344">
                  <c:v>43712</c:v>
                </c:pt>
                <c:pt idx="1345">
                  <c:v>43711</c:v>
                </c:pt>
                <c:pt idx="1346">
                  <c:v>43710</c:v>
                </c:pt>
                <c:pt idx="1347">
                  <c:v>43707</c:v>
                </c:pt>
                <c:pt idx="1348">
                  <c:v>43706</c:v>
                </c:pt>
                <c:pt idx="1349">
                  <c:v>43705</c:v>
                </c:pt>
                <c:pt idx="1350">
                  <c:v>43704</c:v>
                </c:pt>
                <c:pt idx="1351">
                  <c:v>43703</c:v>
                </c:pt>
                <c:pt idx="1352">
                  <c:v>43700</c:v>
                </c:pt>
                <c:pt idx="1353">
                  <c:v>43699</c:v>
                </c:pt>
                <c:pt idx="1354">
                  <c:v>43698</c:v>
                </c:pt>
                <c:pt idx="1355">
                  <c:v>43697</c:v>
                </c:pt>
                <c:pt idx="1356">
                  <c:v>43696</c:v>
                </c:pt>
                <c:pt idx="1357">
                  <c:v>43693</c:v>
                </c:pt>
                <c:pt idx="1358">
                  <c:v>43692</c:v>
                </c:pt>
                <c:pt idx="1359">
                  <c:v>43691</c:v>
                </c:pt>
                <c:pt idx="1360">
                  <c:v>43690</c:v>
                </c:pt>
                <c:pt idx="1361">
                  <c:v>43689</c:v>
                </c:pt>
                <c:pt idx="1362">
                  <c:v>43686</c:v>
                </c:pt>
                <c:pt idx="1363">
                  <c:v>43685</c:v>
                </c:pt>
                <c:pt idx="1364">
                  <c:v>43684</c:v>
                </c:pt>
                <c:pt idx="1365">
                  <c:v>43683</c:v>
                </c:pt>
                <c:pt idx="1366">
                  <c:v>43682</c:v>
                </c:pt>
                <c:pt idx="1367">
                  <c:v>43679</c:v>
                </c:pt>
                <c:pt idx="1368">
                  <c:v>43678</c:v>
                </c:pt>
                <c:pt idx="1369">
                  <c:v>43677</c:v>
                </c:pt>
                <c:pt idx="1370">
                  <c:v>43676</c:v>
                </c:pt>
                <c:pt idx="1371">
                  <c:v>43675</c:v>
                </c:pt>
                <c:pt idx="1372">
                  <c:v>43672</c:v>
                </c:pt>
                <c:pt idx="1373">
                  <c:v>43671</c:v>
                </c:pt>
                <c:pt idx="1374">
                  <c:v>43670</c:v>
                </c:pt>
                <c:pt idx="1375">
                  <c:v>43669</c:v>
                </c:pt>
                <c:pt idx="1376">
                  <c:v>43668</c:v>
                </c:pt>
                <c:pt idx="1377">
                  <c:v>43665</c:v>
                </c:pt>
                <c:pt idx="1378">
                  <c:v>43664</c:v>
                </c:pt>
                <c:pt idx="1379">
                  <c:v>43663</c:v>
                </c:pt>
                <c:pt idx="1380">
                  <c:v>43662</c:v>
                </c:pt>
                <c:pt idx="1381">
                  <c:v>43661</c:v>
                </c:pt>
                <c:pt idx="1382">
                  <c:v>43658</c:v>
                </c:pt>
                <c:pt idx="1383">
                  <c:v>43657</c:v>
                </c:pt>
                <c:pt idx="1384">
                  <c:v>43656</c:v>
                </c:pt>
                <c:pt idx="1385">
                  <c:v>43655</c:v>
                </c:pt>
                <c:pt idx="1386">
                  <c:v>43654</c:v>
                </c:pt>
                <c:pt idx="1387">
                  <c:v>43651</c:v>
                </c:pt>
                <c:pt idx="1388">
                  <c:v>43650</c:v>
                </c:pt>
                <c:pt idx="1389">
                  <c:v>43649</c:v>
                </c:pt>
                <c:pt idx="1390">
                  <c:v>43648</c:v>
                </c:pt>
                <c:pt idx="1391">
                  <c:v>43644</c:v>
                </c:pt>
                <c:pt idx="1392">
                  <c:v>43643</c:v>
                </c:pt>
                <c:pt idx="1393">
                  <c:v>43642</c:v>
                </c:pt>
                <c:pt idx="1394">
                  <c:v>43641</c:v>
                </c:pt>
                <c:pt idx="1395">
                  <c:v>43640</c:v>
                </c:pt>
                <c:pt idx="1396">
                  <c:v>43637</c:v>
                </c:pt>
                <c:pt idx="1397">
                  <c:v>43636</c:v>
                </c:pt>
                <c:pt idx="1398">
                  <c:v>43635</c:v>
                </c:pt>
                <c:pt idx="1399">
                  <c:v>43634</c:v>
                </c:pt>
                <c:pt idx="1400">
                  <c:v>43633</c:v>
                </c:pt>
                <c:pt idx="1401">
                  <c:v>43630</c:v>
                </c:pt>
                <c:pt idx="1402">
                  <c:v>43629</c:v>
                </c:pt>
                <c:pt idx="1403">
                  <c:v>43628</c:v>
                </c:pt>
                <c:pt idx="1404">
                  <c:v>43627</c:v>
                </c:pt>
                <c:pt idx="1405">
                  <c:v>43626</c:v>
                </c:pt>
                <c:pt idx="1406">
                  <c:v>43622</c:v>
                </c:pt>
                <c:pt idx="1407">
                  <c:v>43621</c:v>
                </c:pt>
                <c:pt idx="1408">
                  <c:v>43620</c:v>
                </c:pt>
                <c:pt idx="1409">
                  <c:v>43619</c:v>
                </c:pt>
                <c:pt idx="1410">
                  <c:v>43616</c:v>
                </c:pt>
                <c:pt idx="1411">
                  <c:v>43615</c:v>
                </c:pt>
                <c:pt idx="1412">
                  <c:v>43614</c:v>
                </c:pt>
                <c:pt idx="1413">
                  <c:v>43613</c:v>
                </c:pt>
                <c:pt idx="1414">
                  <c:v>43612</c:v>
                </c:pt>
                <c:pt idx="1415">
                  <c:v>43609</c:v>
                </c:pt>
                <c:pt idx="1416">
                  <c:v>43608</c:v>
                </c:pt>
                <c:pt idx="1417">
                  <c:v>43607</c:v>
                </c:pt>
                <c:pt idx="1418">
                  <c:v>43606</c:v>
                </c:pt>
                <c:pt idx="1419">
                  <c:v>43605</c:v>
                </c:pt>
                <c:pt idx="1420">
                  <c:v>43602</c:v>
                </c:pt>
                <c:pt idx="1421">
                  <c:v>43601</c:v>
                </c:pt>
                <c:pt idx="1422">
                  <c:v>43600</c:v>
                </c:pt>
                <c:pt idx="1423">
                  <c:v>43599</c:v>
                </c:pt>
                <c:pt idx="1424">
                  <c:v>43595</c:v>
                </c:pt>
                <c:pt idx="1425">
                  <c:v>43594</c:v>
                </c:pt>
                <c:pt idx="1426">
                  <c:v>43593</c:v>
                </c:pt>
                <c:pt idx="1427">
                  <c:v>43592</c:v>
                </c:pt>
                <c:pt idx="1428">
                  <c:v>43591</c:v>
                </c:pt>
                <c:pt idx="1429">
                  <c:v>43581</c:v>
                </c:pt>
                <c:pt idx="1430">
                  <c:v>43580</c:v>
                </c:pt>
                <c:pt idx="1431">
                  <c:v>43579</c:v>
                </c:pt>
                <c:pt idx="1432">
                  <c:v>43578</c:v>
                </c:pt>
                <c:pt idx="1433">
                  <c:v>43573</c:v>
                </c:pt>
                <c:pt idx="1434">
                  <c:v>43572</c:v>
                </c:pt>
                <c:pt idx="1435">
                  <c:v>43571</c:v>
                </c:pt>
                <c:pt idx="1436">
                  <c:v>43570</c:v>
                </c:pt>
                <c:pt idx="1437">
                  <c:v>43567</c:v>
                </c:pt>
                <c:pt idx="1438">
                  <c:v>43566</c:v>
                </c:pt>
                <c:pt idx="1439">
                  <c:v>43565</c:v>
                </c:pt>
                <c:pt idx="1440">
                  <c:v>43564</c:v>
                </c:pt>
                <c:pt idx="1441">
                  <c:v>43563</c:v>
                </c:pt>
                <c:pt idx="1442">
                  <c:v>43559</c:v>
                </c:pt>
                <c:pt idx="1443">
                  <c:v>43558</c:v>
                </c:pt>
                <c:pt idx="1444">
                  <c:v>43557</c:v>
                </c:pt>
                <c:pt idx="1445">
                  <c:v>43556</c:v>
                </c:pt>
                <c:pt idx="1446">
                  <c:v>43553</c:v>
                </c:pt>
                <c:pt idx="1447">
                  <c:v>43552</c:v>
                </c:pt>
                <c:pt idx="1448">
                  <c:v>43551</c:v>
                </c:pt>
                <c:pt idx="1449">
                  <c:v>43550</c:v>
                </c:pt>
                <c:pt idx="1450">
                  <c:v>43549</c:v>
                </c:pt>
                <c:pt idx="1451">
                  <c:v>43546</c:v>
                </c:pt>
                <c:pt idx="1452">
                  <c:v>43545</c:v>
                </c:pt>
                <c:pt idx="1453">
                  <c:v>43544</c:v>
                </c:pt>
                <c:pt idx="1454">
                  <c:v>43543</c:v>
                </c:pt>
                <c:pt idx="1455">
                  <c:v>43542</c:v>
                </c:pt>
                <c:pt idx="1456">
                  <c:v>43539</c:v>
                </c:pt>
                <c:pt idx="1457">
                  <c:v>43538</c:v>
                </c:pt>
                <c:pt idx="1458">
                  <c:v>43537</c:v>
                </c:pt>
                <c:pt idx="1459">
                  <c:v>43536</c:v>
                </c:pt>
                <c:pt idx="1460">
                  <c:v>43535</c:v>
                </c:pt>
                <c:pt idx="1461">
                  <c:v>43532</c:v>
                </c:pt>
                <c:pt idx="1462">
                  <c:v>43531</c:v>
                </c:pt>
                <c:pt idx="1463">
                  <c:v>43530</c:v>
                </c:pt>
                <c:pt idx="1464">
                  <c:v>43529</c:v>
                </c:pt>
                <c:pt idx="1465">
                  <c:v>43528</c:v>
                </c:pt>
                <c:pt idx="1466">
                  <c:v>43525</c:v>
                </c:pt>
                <c:pt idx="1467">
                  <c:v>43524</c:v>
                </c:pt>
                <c:pt idx="1468">
                  <c:v>43523</c:v>
                </c:pt>
                <c:pt idx="1469">
                  <c:v>43522</c:v>
                </c:pt>
                <c:pt idx="1470">
                  <c:v>43521</c:v>
                </c:pt>
                <c:pt idx="1471">
                  <c:v>43518</c:v>
                </c:pt>
                <c:pt idx="1472">
                  <c:v>43517</c:v>
                </c:pt>
                <c:pt idx="1473">
                  <c:v>43516</c:v>
                </c:pt>
                <c:pt idx="1474">
                  <c:v>43515</c:v>
                </c:pt>
                <c:pt idx="1475">
                  <c:v>43514</c:v>
                </c:pt>
                <c:pt idx="1476">
                  <c:v>43511</c:v>
                </c:pt>
                <c:pt idx="1477">
                  <c:v>43510</c:v>
                </c:pt>
                <c:pt idx="1478">
                  <c:v>43509</c:v>
                </c:pt>
                <c:pt idx="1479">
                  <c:v>43508</c:v>
                </c:pt>
                <c:pt idx="1480">
                  <c:v>43507</c:v>
                </c:pt>
                <c:pt idx="1481">
                  <c:v>43495</c:v>
                </c:pt>
                <c:pt idx="1482">
                  <c:v>43494</c:v>
                </c:pt>
                <c:pt idx="1483">
                  <c:v>43493</c:v>
                </c:pt>
                <c:pt idx="1484">
                  <c:v>43490</c:v>
                </c:pt>
                <c:pt idx="1485">
                  <c:v>43489</c:v>
                </c:pt>
                <c:pt idx="1486">
                  <c:v>43488</c:v>
                </c:pt>
                <c:pt idx="1487">
                  <c:v>43487</c:v>
                </c:pt>
                <c:pt idx="1488">
                  <c:v>43486</c:v>
                </c:pt>
                <c:pt idx="1489">
                  <c:v>43483</c:v>
                </c:pt>
                <c:pt idx="1490">
                  <c:v>43482</c:v>
                </c:pt>
                <c:pt idx="1491">
                  <c:v>43481</c:v>
                </c:pt>
                <c:pt idx="1492">
                  <c:v>43480</c:v>
                </c:pt>
                <c:pt idx="1493">
                  <c:v>43479</c:v>
                </c:pt>
                <c:pt idx="1494">
                  <c:v>43476</c:v>
                </c:pt>
                <c:pt idx="1495">
                  <c:v>43475</c:v>
                </c:pt>
                <c:pt idx="1496">
                  <c:v>43474</c:v>
                </c:pt>
                <c:pt idx="1497">
                  <c:v>43473</c:v>
                </c:pt>
                <c:pt idx="1498">
                  <c:v>43472</c:v>
                </c:pt>
                <c:pt idx="1499">
                  <c:v>43469</c:v>
                </c:pt>
                <c:pt idx="1500">
                  <c:v>43468</c:v>
                </c:pt>
                <c:pt idx="1501">
                  <c:v>43467</c:v>
                </c:pt>
                <c:pt idx="1502">
                  <c:v>43458</c:v>
                </c:pt>
                <c:pt idx="1503">
                  <c:v>43455</c:v>
                </c:pt>
                <c:pt idx="1504">
                  <c:v>43454</c:v>
                </c:pt>
                <c:pt idx="1505">
                  <c:v>43453</c:v>
                </c:pt>
                <c:pt idx="1506">
                  <c:v>43452</c:v>
                </c:pt>
                <c:pt idx="1507">
                  <c:v>43451</c:v>
                </c:pt>
                <c:pt idx="1508">
                  <c:v>43448</c:v>
                </c:pt>
                <c:pt idx="1509">
                  <c:v>43447</c:v>
                </c:pt>
                <c:pt idx="1510">
                  <c:v>43446</c:v>
                </c:pt>
                <c:pt idx="1511">
                  <c:v>43445</c:v>
                </c:pt>
                <c:pt idx="1512">
                  <c:v>43444</c:v>
                </c:pt>
                <c:pt idx="1513">
                  <c:v>43441</c:v>
                </c:pt>
                <c:pt idx="1514">
                  <c:v>43440</c:v>
                </c:pt>
                <c:pt idx="1515">
                  <c:v>43439</c:v>
                </c:pt>
                <c:pt idx="1516">
                  <c:v>43438</c:v>
                </c:pt>
                <c:pt idx="1517">
                  <c:v>43437</c:v>
                </c:pt>
                <c:pt idx="1518">
                  <c:v>43434</c:v>
                </c:pt>
                <c:pt idx="1519">
                  <c:v>43433</c:v>
                </c:pt>
                <c:pt idx="1520">
                  <c:v>43432</c:v>
                </c:pt>
                <c:pt idx="1521">
                  <c:v>43431</c:v>
                </c:pt>
                <c:pt idx="1522">
                  <c:v>43430</c:v>
                </c:pt>
                <c:pt idx="1523">
                  <c:v>43427</c:v>
                </c:pt>
                <c:pt idx="1524">
                  <c:v>43426</c:v>
                </c:pt>
                <c:pt idx="1525">
                  <c:v>43425</c:v>
                </c:pt>
                <c:pt idx="1526">
                  <c:v>43424</c:v>
                </c:pt>
                <c:pt idx="1527">
                  <c:v>43423</c:v>
                </c:pt>
                <c:pt idx="1528">
                  <c:v>43420</c:v>
                </c:pt>
                <c:pt idx="1529">
                  <c:v>43419</c:v>
                </c:pt>
                <c:pt idx="1530">
                  <c:v>43418</c:v>
                </c:pt>
                <c:pt idx="1531">
                  <c:v>43417</c:v>
                </c:pt>
                <c:pt idx="1532">
                  <c:v>43416</c:v>
                </c:pt>
                <c:pt idx="1533">
                  <c:v>43413</c:v>
                </c:pt>
                <c:pt idx="1534">
                  <c:v>43412</c:v>
                </c:pt>
                <c:pt idx="1535">
                  <c:v>43411</c:v>
                </c:pt>
                <c:pt idx="1536">
                  <c:v>43410</c:v>
                </c:pt>
                <c:pt idx="1537">
                  <c:v>43409</c:v>
                </c:pt>
                <c:pt idx="1538">
                  <c:v>43406</c:v>
                </c:pt>
                <c:pt idx="1539">
                  <c:v>43405</c:v>
                </c:pt>
                <c:pt idx="1540">
                  <c:v>43404</c:v>
                </c:pt>
                <c:pt idx="1541">
                  <c:v>43403</c:v>
                </c:pt>
                <c:pt idx="1542">
                  <c:v>43402</c:v>
                </c:pt>
                <c:pt idx="1543">
                  <c:v>43399</c:v>
                </c:pt>
                <c:pt idx="1544">
                  <c:v>43398</c:v>
                </c:pt>
                <c:pt idx="1545">
                  <c:v>43397</c:v>
                </c:pt>
                <c:pt idx="1546">
                  <c:v>43396</c:v>
                </c:pt>
                <c:pt idx="1547">
                  <c:v>43395</c:v>
                </c:pt>
                <c:pt idx="1548">
                  <c:v>43392</c:v>
                </c:pt>
                <c:pt idx="1549">
                  <c:v>43391</c:v>
                </c:pt>
                <c:pt idx="1550">
                  <c:v>43389</c:v>
                </c:pt>
                <c:pt idx="1551">
                  <c:v>43388</c:v>
                </c:pt>
                <c:pt idx="1552">
                  <c:v>43385</c:v>
                </c:pt>
                <c:pt idx="1553">
                  <c:v>43384</c:v>
                </c:pt>
                <c:pt idx="1554">
                  <c:v>43383</c:v>
                </c:pt>
                <c:pt idx="1555">
                  <c:v>43382</c:v>
                </c:pt>
                <c:pt idx="1556">
                  <c:v>43381</c:v>
                </c:pt>
                <c:pt idx="1557">
                  <c:v>43369</c:v>
                </c:pt>
                <c:pt idx="1558">
                  <c:v>43362</c:v>
                </c:pt>
                <c:pt idx="1559">
                  <c:v>43361</c:v>
                </c:pt>
                <c:pt idx="1560">
                  <c:v>43360</c:v>
                </c:pt>
                <c:pt idx="1561">
                  <c:v>43357</c:v>
                </c:pt>
                <c:pt idx="1562">
                  <c:v>43356</c:v>
                </c:pt>
                <c:pt idx="1563">
                  <c:v>43355</c:v>
                </c:pt>
                <c:pt idx="1564">
                  <c:v>43354</c:v>
                </c:pt>
                <c:pt idx="1565">
                  <c:v>43353</c:v>
                </c:pt>
                <c:pt idx="1566">
                  <c:v>43350</c:v>
                </c:pt>
                <c:pt idx="1567">
                  <c:v>43349</c:v>
                </c:pt>
                <c:pt idx="1568">
                  <c:v>43348</c:v>
                </c:pt>
                <c:pt idx="1569">
                  <c:v>43347</c:v>
                </c:pt>
                <c:pt idx="1570">
                  <c:v>43346</c:v>
                </c:pt>
                <c:pt idx="1571">
                  <c:v>43343</c:v>
                </c:pt>
                <c:pt idx="1572">
                  <c:v>43342</c:v>
                </c:pt>
                <c:pt idx="1573">
                  <c:v>43341</c:v>
                </c:pt>
                <c:pt idx="1574">
                  <c:v>43340</c:v>
                </c:pt>
                <c:pt idx="1575">
                  <c:v>43339</c:v>
                </c:pt>
                <c:pt idx="1576">
                  <c:v>43336</c:v>
                </c:pt>
                <c:pt idx="1577">
                  <c:v>43335</c:v>
                </c:pt>
                <c:pt idx="1578">
                  <c:v>43334</c:v>
                </c:pt>
                <c:pt idx="1579">
                  <c:v>43333</c:v>
                </c:pt>
                <c:pt idx="1580">
                  <c:v>43332</c:v>
                </c:pt>
                <c:pt idx="1581">
                  <c:v>43329</c:v>
                </c:pt>
                <c:pt idx="1582">
                  <c:v>43328</c:v>
                </c:pt>
                <c:pt idx="1583">
                  <c:v>43327</c:v>
                </c:pt>
                <c:pt idx="1584">
                  <c:v>43326</c:v>
                </c:pt>
                <c:pt idx="1585">
                  <c:v>43325</c:v>
                </c:pt>
                <c:pt idx="1586">
                  <c:v>43322</c:v>
                </c:pt>
                <c:pt idx="1587">
                  <c:v>43321</c:v>
                </c:pt>
                <c:pt idx="1588">
                  <c:v>43320</c:v>
                </c:pt>
                <c:pt idx="1589">
                  <c:v>43319</c:v>
                </c:pt>
                <c:pt idx="1590">
                  <c:v>43318</c:v>
                </c:pt>
                <c:pt idx="1591">
                  <c:v>43315</c:v>
                </c:pt>
                <c:pt idx="1592">
                  <c:v>43314</c:v>
                </c:pt>
                <c:pt idx="1593">
                  <c:v>43313</c:v>
                </c:pt>
                <c:pt idx="1594">
                  <c:v>43312</c:v>
                </c:pt>
                <c:pt idx="1595">
                  <c:v>43311</c:v>
                </c:pt>
                <c:pt idx="1596">
                  <c:v>43308</c:v>
                </c:pt>
                <c:pt idx="1597">
                  <c:v>43307</c:v>
                </c:pt>
                <c:pt idx="1598">
                  <c:v>43306</c:v>
                </c:pt>
                <c:pt idx="1599">
                  <c:v>43305</c:v>
                </c:pt>
                <c:pt idx="1600">
                  <c:v>43304</c:v>
                </c:pt>
                <c:pt idx="1601">
                  <c:v>43301</c:v>
                </c:pt>
                <c:pt idx="1602">
                  <c:v>43300</c:v>
                </c:pt>
                <c:pt idx="1603">
                  <c:v>43299</c:v>
                </c:pt>
                <c:pt idx="1604">
                  <c:v>43298</c:v>
                </c:pt>
                <c:pt idx="1605">
                  <c:v>43297</c:v>
                </c:pt>
                <c:pt idx="1606">
                  <c:v>43294</c:v>
                </c:pt>
                <c:pt idx="1607">
                  <c:v>43293</c:v>
                </c:pt>
                <c:pt idx="1608">
                  <c:v>43292</c:v>
                </c:pt>
                <c:pt idx="1609">
                  <c:v>43291</c:v>
                </c:pt>
                <c:pt idx="1610">
                  <c:v>43290</c:v>
                </c:pt>
                <c:pt idx="1611">
                  <c:v>43287</c:v>
                </c:pt>
                <c:pt idx="1612">
                  <c:v>43286</c:v>
                </c:pt>
                <c:pt idx="1613">
                  <c:v>43285</c:v>
                </c:pt>
                <c:pt idx="1614">
                  <c:v>43284</c:v>
                </c:pt>
                <c:pt idx="1615">
                  <c:v>43280</c:v>
                </c:pt>
                <c:pt idx="1616">
                  <c:v>43279</c:v>
                </c:pt>
                <c:pt idx="1617">
                  <c:v>43278</c:v>
                </c:pt>
                <c:pt idx="1618">
                  <c:v>43277</c:v>
                </c:pt>
                <c:pt idx="1619">
                  <c:v>43276</c:v>
                </c:pt>
                <c:pt idx="1620">
                  <c:v>43273</c:v>
                </c:pt>
                <c:pt idx="1621">
                  <c:v>43272</c:v>
                </c:pt>
                <c:pt idx="1622">
                  <c:v>43271</c:v>
                </c:pt>
                <c:pt idx="1623">
                  <c:v>43270</c:v>
                </c:pt>
                <c:pt idx="1624">
                  <c:v>43266</c:v>
                </c:pt>
                <c:pt idx="1625">
                  <c:v>43265</c:v>
                </c:pt>
                <c:pt idx="1626">
                  <c:v>43264</c:v>
                </c:pt>
                <c:pt idx="1627">
                  <c:v>43263</c:v>
                </c:pt>
                <c:pt idx="1628">
                  <c:v>43262</c:v>
                </c:pt>
                <c:pt idx="1629">
                  <c:v>43259</c:v>
                </c:pt>
                <c:pt idx="1630">
                  <c:v>43258</c:v>
                </c:pt>
                <c:pt idx="1631">
                  <c:v>43257</c:v>
                </c:pt>
                <c:pt idx="1632">
                  <c:v>43256</c:v>
                </c:pt>
                <c:pt idx="1633">
                  <c:v>43255</c:v>
                </c:pt>
                <c:pt idx="1634">
                  <c:v>43252</c:v>
                </c:pt>
                <c:pt idx="1635">
                  <c:v>43251</c:v>
                </c:pt>
                <c:pt idx="1636">
                  <c:v>43250</c:v>
                </c:pt>
                <c:pt idx="1637">
                  <c:v>43249</c:v>
                </c:pt>
                <c:pt idx="1638">
                  <c:v>43248</c:v>
                </c:pt>
                <c:pt idx="1639">
                  <c:v>43245</c:v>
                </c:pt>
                <c:pt idx="1640">
                  <c:v>43244</c:v>
                </c:pt>
                <c:pt idx="1641">
                  <c:v>43243</c:v>
                </c:pt>
                <c:pt idx="1642">
                  <c:v>43241</c:v>
                </c:pt>
                <c:pt idx="1643">
                  <c:v>43238</c:v>
                </c:pt>
                <c:pt idx="1644">
                  <c:v>43237</c:v>
                </c:pt>
                <c:pt idx="1645">
                  <c:v>43236</c:v>
                </c:pt>
                <c:pt idx="1646">
                  <c:v>43235</c:v>
                </c:pt>
                <c:pt idx="1647">
                  <c:v>43234</c:v>
                </c:pt>
                <c:pt idx="1648">
                  <c:v>43231</c:v>
                </c:pt>
                <c:pt idx="1649">
                  <c:v>43230</c:v>
                </c:pt>
                <c:pt idx="1650">
                  <c:v>43229</c:v>
                </c:pt>
                <c:pt idx="1651">
                  <c:v>43228</c:v>
                </c:pt>
                <c:pt idx="1652">
                  <c:v>43227</c:v>
                </c:pt>
                <c:pt idx="1653">
                  <c:v>43224</c:v>
                </c:pt>
                <c:pt idx="1654">
                  <c:v>43223</c:v>
                </c:pt>
                <c:pt idx="1655">
                  <c:v>43222</c:v>
                </c:pt>
                <c:pt idx="1656">
                  <c:v>43215</c:v>
                </c:pt>
                <c:pt idx="1657">
                  <c:v>43214</c:v>
                </c:pt>
                <c:pt idx="1658">
                  <c:v>43213</c:v>
                </c:pt>
                <c:pt idx="1659">
                  <c:v>43210</c:v>
                </c:pt>
                <c:pt idx="1660">
                  <c:v>43209</c:v>
                </c:pt>
                <c:pt idx="1661">
                  <c:v>43208</c:v>
                </c:pt>
                <c:pt idx="1662">
                  <c:v>43207</c:v>
                </c:pt>
                <c:pt idx="1663">
                  <c:v>43206</c:v>
                </c:pt>
                <c:pt idx="1664">
                  <c:v>43203</c:v>
                </c:pt>
                <c:pt idx="1665">
                  <c:v>43202</c:v>
                </c:pt>
                <c:pt idx="1666">
                  <c:v>43201</c:v>
                </c:pt>
                <c:pt idx="1667">
                  <c:v>43200</c:v>
                </c:pt>
                <c:pt idx="1668">
                  <c:v>43199</c:v>
                </c:pt>
                <c:pt idx="1669">
                  <c:v>43188</c:v>
                </c:pt>
                <c:pt idx="1670">
                  <c:v>43187</c:v>
                </c:pt>
                <c:pt idx="1671">
                  <c:v>43186</c:v>
                </c:pt>
                <c:pt idx="1672">
                  <c:v>43185</c:v>
                </c:pt>
                <c:pt idx="1673">
                  <c:v>43182</c:v>
                </c:pt>
                <c:pt idx="1674">
                  <c:v>43181</c:v>
                </c:pt>
                <c:pt idx="1675">
                  <c:v>43180</c:v>
                </c:pt>
                <c:pt idx="1676">
                  <c:v>43179</c:v>
                </c:pt>
                <c:pt idx="1677">
                  <c:v>43178</c:v>
                </c:pt>
                <c:pt idx="1678">
                  <c:v>43175</c:v>
                </c:pt>
                <c:pt idx="1679">
                  <c:v>43174</c:v>
                </c:pt>
                <c:pt idx="1680">
                  <c:v>43173</c:v>
                </c:pt>
                <c:pt idx="1681">
                  <c:v>43172</c:v>
                </c:pt>
                <c:pt idx="1682">
                  <c:v>43171</c:v>
                </c:pt>
                <c:pt idx="1683">
                  <c:v>43168</c:v>
                </c:pt>
                <c:pt idx="1684">
                  <c:v>43167</c:v>
                </c:pt>
                <c:pt idx="1685">
                  <c:v>43166</c:v>
                </c:pt>
                <c:pt idx="1686">
                  <c:v>43165</c:v>
                </c:pt>
                <c:pt idx="1687">
                  <c:v>43164</c:v>
                </c:pt>
                <c:pt idx="1688">
                  <c:v>43161</c:v>
                </c:pt>
                <c:pt idx="1689">
                  <c:v>43160</c:v>
                </c:pt>
                <c:pt idx="1690">
                  <c:v>43159</c:v>
                </c:pt>
                <c:pt idx="1691">
                  <c:v>43158</c:v>
                </c:pt>
                <c:pt idx="1692">
                  <c:v>43157</c:v>
                </c:pt>
                <c:pt idx="1693">
                  <c:v>43154</c:v>
                </c:pt>
                <c:pt idx="1694">
                  <c:v>43153</c:v>
                </c:pt>
                <c:pt idx="1695">
                  <c:v>43143</c:v>
                </c:pt>
                <c:pt idx="1696">
                  <c:v>43140</c:v>
                </c:pt>
                <c:pt idx="1697">
                  <c:v>43139</c:v>
                </c:pt>
                <c:pt idx="1698">
                  <c:v>43138</c:v>
                </c:pt>
                <c:pt idx="1699">
                  <c:v>43137</c:v>
                </c:pt>
                <c:pt idx="1700">
                  <c:v>43136</c:v>
                </c:pt>
                <c:pt idx="1701">
                  <c:v>43133</c:v>
                </c:pt>
                <c:pt idx="1702">
                  <c:v>43132</c:v>
                </c:pt>
                <c:pt idx="1703">
                  <c:v>43131</c:v>
                </c:pt>
                <c:pt idx="1704">
                  <c:v>43130</c:v>
                </c:pt>
                <c:pt idx="1705">
                  <c:v>43129</c:v>
                </c:pt>
                <c:pt idx="1706">
                  <c:v>43126</c:v>
                </c:pt>
                <c:pt idx="1707">
                  <c:v>43125</c:v>
                </c:pt>
                <c:pt idx="1708">
                  <c:v>43124</c:v>
                </c:pt>
                <c:pt idx="1709">
                  <c:v>43123</c:v>
                </c:pt>
                <c:pt idx="1710">
                  <c:v>43122</c:v>
                </c:pt>
                <c:pt idx="1711">
                  <c:v>43119</c:v>
                </c:pt>
                <c:pt idx="1712">
                  <c:v>43118</c:v>
                </c:pt>
                <c:pt idx="1713">
                  <c:v>43117</c:v>
                </c:pt>
                <c:pt idx="1714">
                  <c:v>43116</c:v>
                </c:pt>
                <c:pt idx="1715">
                  <c:v>43115</c:v>
                </c:pt>
                <c:pt idx="1716">
                  <c:v>43112</c:v>
                </c:pt>
                <c:pt idx="1717">
                  <c:v>43111</c:v>
                </c:pt>
                <c:pt idx="1718">
                  <c:v>43110</c:v>
                </c:pt>
                <c:pt idx="1719">
                  <c:v>43109</c:v>
                </c:pt>
                <c:pt idx="1720">
                  <c:v>43108</c:v>
                </c:pt>
                <c:pt idx="1721">
                  <c:v>43105</c:v>
                </c:pt>
                <c:pt idx="1722">
                  <c:v>43104</c:v>
                </c:pt>
                <c:pt idx="1723">
                  <c:v>43103</c:v>
                </c:pt>
                <c:pt idx="1724">
                  <c:v>43102</c:v>
                </c:pt>
                <c:pt idx="1725">
                  <c:v>43098</c:v>
                </c:pt>
                <c:pt idx="1726">
                  <c:v>43097</c:v>
                </c:pt>
                <c:pt idx="1727">
                  <c:v>43096</c:v>
                </c:pt>
                <c:pt idx="1728">
                  <c:v>43091</c:v>
                </c:pt>
                <c:pt idx="1729">
                  <c:v>43090</c:v>
                </c:pt>
                <c:pt idx="1730">
                  <c:v>43089</c:v>
                </c:pt>
                <c:pt idx="1731">
                  <c:v>43088</c:v>
                </c:pt>
                <c:pt idx="1732">
                  <c:v>43087</c:v>
                </c:pt>
                <c:pt idx="1733">
                  <c:v>43084</c:v>
                </c:pt>
                <c:pt idx="1734">
                  <c:v>43083</c:v>
                </c:pt>
                <c:pt idx="1735">
                  <c:v>43082</c:v>
                </c:pt>
                <c:pt idx="1736">
                  <c:v>43081</c:v>
                </c:pt>
                <c:pt idx="1737">
                  <c:v>43080</c:v>
                </c:pt>
                <c:pt idx="1738">
                  <c:v>43077</c:v>
                </c:pt>
                <c:pt idx="1739">
                  <c:v>43076</c:v>
                </c:pt>
                <c:pt idx="1740">
                  <c:v>43075</c:v>
                </c:pt>
                <c:pt idx="1741">
                  <c:v>43074</c:v>
                </c:pt>
                <c:pt idx="1742">
                  <c:v>43073</c:v>
                </c:pt>
                <c:pt idx="1743">
                  <c:v>43070</c:v>
                </c:pt>
                <c:pt idx="1744">
                  <c:v>43069</c:v>
                </c:pt>
                <c:pt idx="1745">
                  <c:v>43068</c:v>
                </c:pt>
                <c:pt idx="1746">
                  <c:v>43067</c:v>
                </c:pt>
              </c:numCache>
            </c:numRef>
          </c:cat>
          <c:val>
            <c:numRef>
              <c:f>'22-23 南向资金 (3)'!$C$4:$C$1750</c:f>
              <c:numCache>
                <c:formatCode>_ * #,##0_ ;_ * \-#,##0_ ;_ * "-"??_ ;_ @_ </c:formatCode>
                <c:ptCount val="1747"/>
                <c:pt idx="0">
                  <c:v>25130.03</c:v>
                </c:pt>
                <c:pt idx="1">
                  <c:v>24994.14</c:v>
                </c:pt>
                <c:pt idx="2">
                  <c:v>24825.66</c:v>
                </c:pt>
                <c:pt idx="3">
                  <c:v>24498.95</c:v>
                </c:pt>
                <c:pt idx="4">
                  <c:v>24517.759999999998</c:v>
                </c:pt>
                <c:pt idx="5">
                  <c:v>24590.12</c:v>
                </c:pt>
                <c:pt idx="6">
                  <c:v>24203.32</c:v>
                </c:pt>
                <c:pt idx="7">
                  <c:v>24139.57</c:v>
                </c:pt>
                <c:pt idx="8">
                  <c:v>24028.37</c:v>
                </c:pt>
                <c:pt idx="9">
                  <c:v>23892.32</c:v>
                </c:pt>
                <c:pt idx="10">
                  <c:v>24148.07</c:v>
                </c:pt>
                <c:pt idx="11">
                  <c:v>23887.83</c:v>
                </c:pt>
                <c:pt idx="12">
                  <c:v>23916.06</c:v>
                </c:pt>
                <c:pt idx="13">
                  <c:v>24069.94</c:v>
                </c:pt>
                <c:pt idx="14">
                  <c:v>24221.41</c:v>
                </c:pt>
                <c:pt idx="15">
                  <c:v>24072.28</c:v>
                </c:pt>
                <c:pt idx="16">
                  <c:v>24284.15</c:v>
                </c:pt>
                <c:pt idx="17">
                  <c:v>24325.4</c:v>
                </c:pt>
                <c:pt idx="18">
                  <c:v>24474.67</c:v>
                </c:pt>
                <c:pt idx="19">
                  <c:v>24177.07</c:v>
                </c:pt>
                <c:pt idx="20">
                  <c:v>23689.13</c:v>
                </c:pt>
                <c:pt idx="21">
                  <c:v>23530.48</c:v>
                </c:pt>
                <c:pt idx="22">
                  <c:v>23237.74</c:v>
                </c:pt>
                <c:pt idx="23">
                  <c:v>23710.69</c:v>
                </c:pt>
                <c:pt idx="24">
                  <c:v>23980.3</c:v>
                </c:pt>
                <c:pt idx="25">
                  <c:v>24060.99</c:v>
                </c:pt>
                <c:pt idx="26">
                  <c:v>23892.560000000001</c:v>
                </c:pt>
                <c:pt idx="27">
                  <c:v>24035.38</c:v>
                </c:pt>
                <c:pt idx="28">
                  <c:v>24366.94</c:v>
                </c:pt>
                <c:pt idx="29">
                  <c:v>24162.87</c:v>
                </c:pt>
                <c:pt idx="30">
                  <c:v>24181.43</c:v>
                </c:pt>
                <c:pt idx="31">
                  <c:v>23792.54</c:v>
                </c:pt>
                <c:pt idx="32">
                  <c:v>23906.97</c:v>
                </c:pt>
                <c:pt idx="33">
                  <c:v>23654.03</c:v>
                </c:pt>
                <c:pt idx="34">
                  <c:v>23512.49</c:v>
                </c:pt>
                <c:pt idx="35">
                  <c:v>23289.77</c:v>
                </c:pt>
                <c:pt idx="36">
                  <c:v>23573.38</c:v>
                </c:pt>
                <c:pt idx="37">
                  <c:v>23258.31</c:v>
                </c:pt>
                <c:pt idx="38">
                  <c:v>23381.99</c:v>
                </c:pt>
                <c:pt idx="39">
                  <c:v>23282.33</c:v>
                </c:pt>
                <c:pt idx="40">
                  <c:v>23601.26</c:v>
                </c:pt>
                <c:pt idx="41">
                  <c:v>23544.31</c:v>
                </c:pt>
                <c:pt idx="42">
                  <c:v>23827.78</c:v>
                </c:pt>
                <c:pt idx="43">
                  <c:v>23681.48</c:v>
                </c:pt>
                <c:pt idx="44">
                  <c:v>23332.720000000001</c:v>
                </c:pt>
                <c:pt idx="45">
                  <c:v>23345.05</c:v>
                </c:pt>
                <c:pt idx="46">
                  <c:v>23453.16</c:v>
                </c:pt>
                <c:pt idx="47">
                  <c:v>23640.65</c:v>
                </c:pt>
                <c:pt idx="48">
                  <c:v>23108.27</c:v>
                </c:pt>
                <c:pt idx="49">
                  <c:v>23549.46</c:v>
                </c:pt>
                <c:pt idx="50">
                  <c:v>22867.74</c:v>
                </c:pt>
                <c:pt idx="51">
                  <c:v>22775.919999999998</c:v>
                </c:pt>
                <c:pt idx="52">
                  <c:v>22691.88</c:v>
                </c:pt>
                <c:pt idx="53">
                  <c:v>22662.71</c:v>
                </c:pt>
                <c:pt idx="54">
                  <c:v>22119.41</c:v>
                </c:pt>
                <c:pt idx="55">
                  <c:v>22008.11</c:v>
                </c:pt>
                <c:pt idx="56">
                  <c:v>21971.96</c:v>
                </c:pt>
                <c:pt idx="57">
                  <c:v>21980.74</c:v>
                </c:pt>
                <c:pt idx="58">
                  <c:v>21909.759999999998</c:v>
                </c:pt>
                <c:pt idx="59">
                  <c:v>22072.62</c:v>
                </c:pt>
                <c:pt idx="60">
                  <c:v>21562.32</c:v>
                </c:pt>
                <c:pt idx="61">
                  <c:v>21395.14</c:v>
                </c:pt>
                <c:pt idx="62">
                  <c:v>21056.98</c:v>
                </c:pt>
                <c:pt idx="63">
                  <c:v>21466.27</c:v>
                </c:pt>
                <c:pt idx="64">
                  <c:v>21417.4</c:v>
                </c:pt>
                <c:pt idx="65">
                  <c:v>20914.689999999999</c:v>
                </c:pt>
                <c:pt idx="66">
                  <c:v>20681.78</c:v>
                </c:pt>
                <c:pt idx="67">
                  <c:v>20264.490000000002</c:v>
                </c:pt>
                <c:pt idx="68">
                  <c:v>20127.68</c:v>
                </c:pt>
                <c:pt idx="69">
                  <c:v>19828.3</c:v>
                </c:pt>
                <c:pt idx="70">
                  <c:v>22849.81</c:v>
                </c:pt>
                <c:pt idx="71">
                  <c:v>23202.53</c:v>
                </c:pt>
                <c:pt idx="72">
                  <c:v>23206.84</c:v>
                </c:pt>
                <c:pt idx="73">
                  <c:v>23119.58</c:v>
                </c:pt>
                <c:pt idx="74">
                  <c:v>23426.6</c:v>
                </c:pt>
                <c:pt idx="75">
                  <c:v>23578.799999999999</c:v>
                </c:pt>
                <c:pt idx="76">
                  <c:v>23483.32</c:v>
                </c:pt>
                <c:pt idx="77">
                  <c:v>23344.25</c:v>
                </c:pt>
                <c:pt idx="78">
                  <c:v>23905.56</c:v>
                </c:pt>
                <c:pt idx="79">
                  <c:v>23689.72</c:v>
                </c:pt>
                <c:pt idx="80">
                  <c:v>24219.95</c:v>
                </c:pt>
                <c:pt idx="81">
                  <c:v>24771.14</c:v>
                </c:pt>
                <c:pt idx="82">
                  <c:v>24740.57</c:v>
                </c:pt>
                <c:pt idx="83">
                  <c:v>24145.57</c:v>
                </c:pt>
                <c:pt idx="84">
                  <c:v>23959.98</c:v>
                </c:pt>
                <c:pt idx="85">
                  <c:v>23462.65</c:v>
                </c:pt>
                <c:pt idx="86">
                  <c:v>23600.31</c:v>
                </c:pt>
                <c:pt idx="87">
                  <c:v>23782.14</c:v>
                </c:pt>
                <c:pt idx="88">
                  <c:v>23783.49</c:v>
                </c:pt>
                <c:pt idx="89">
                  <c:v>24231.3</c:v>
                </c:pt>
                <c:pt idx="90">
                  <c:v>24369.71</c:v>
                </c:pt>
                <c:pt idx="91">
                  <c:v>23594.21</c:v>
                </c:pt>
                <c:pt idx="92">
                  <c:v>22941.77</c:v>
                </c:pt>
                <c:pt idx="93">
                  <c:v>23006.27</c:v>
                </c:pt>
                <c:pt idx="94">
                  <c:v>22941.32</c:v>
                </c:pt>
                <c:pt idx="95">
                  <c:v>23718.29</c:v>
                </c:pt>
                <c:pt idx="96">
                  <c:v>23787.93</c:v>
                </c:pt>
                <c:pt idx="97">
                  <c:v>23034.02</c:v>
                </c:pt>
                <c:pt idx="98">
                  <c:v>23341.61</c:v>
                </c:pt>
                <c:pt idx="99">
                  <c:v>23477.919999999998</c:v>
                </c:pt>
                <c:pt idx="100">
                  <c:v>22576.98</c:v>
                </c:pt>
                <c:pt idx="101">
                  <c:v>22944.240000000002</c:v>
                </c:pt>
                <c:pt idx="102">
                  <c:v>22976.81</c:v>
                </c:pt>
                <c:pt idx="103">
                  <c:v>22616.23</c:v>
                </c:pt>
                <c:pt idx="104">
                  <c:v>22620.33</c:v>
                </c:pt>
                <c:pt idx="105">
                  <c:v>21814.37</c:v>
                </c:pt>
                <c:pt idx="106">
                  <c:v>21857.919999999998</c:v>
                </c:pt>
                <c:pt idx="107">
                  <c:v>21294.86</c:v>
                </c:pt>
                <c:pt idx="108">
                  <c:v>21521.98</c:v>
                </c:pt>
                <c:pt idx="109">
                  <c:v>21133.54</c:v>
                </c:pt>
                <c:pt idx="110">
                  <c:v>20891.62</c:v>
                </c:pt>
                <c:pt idx="111">
                  <c:v>20597.09</c:v>
                </c:pt>
                <c:pt idx="112">
                  <c:v>20197.77</c:v>
                </c:pt>
                <c:pt idx="113">
                  <c:v>20066.189999999999</c:v>
                </c:pt>
                <c:pt idx="114">
                  <c:v>19700.560000000001</c:v>
                </c:pt>
                <c:pt idx="115">
                  <c:v>19778.77</c:v>
                </c:pt>
                <c:pt idx="116">
                  <c:v>20106.55</c:v>
                </c:pt>
                <c:pt idx="117">
                  <c:v>19925.810000000001</c:v>
                </c:pt>
                <c:pt idx="118">
                  <c:v>19584.060000000001</c:v>
                </c:pt>
                <c:pt idx="119">
                  <c:v>19522.89</c:v>
                </c:pt>
                <c:pt idx="120">
                  <c:v>19286.07</c:v>
                </c:pt>
                <c:pt idx="121">
                  <c:v>19219.78</c:v>
                </c:pt>
                <c:pt idx="122">
                  <c:v>18874.14</c:v>
                </c:pt>
                <c:pt idx="123">
                  <c:v>19064.29</c:v>
                </c:pt>
                <c:pt idx="124">
                  <c:v>19240.89</c:v>
                </c:pt>
                <c:pt idx="125">
                  <c:v>19279.84</c:v>
                </c:pt>
                <c:pt idx="126">
                  <c:v>19447.580000000002</c:v>
                </c:pt>
                <c:pt idx="127">
                  <c:v>19688.29</c:v>
                </c:pt>
                <c:pt idx="128">
                  <c:v>19760.27</c:v>
                </c:pt>
                <c:pt idx="129">
                  <c:v>19623.32</c:v>
                </c:pt>
                <c:pt idx="130">
                  <c:v>20059.95</c:v>
                </c:pt>
                <c:pt idx="131">
                  <c:v>20041.419999999998</c:v>
                </c:pt>
                <c:pt idx="132">
                  <c:v>20090.46</c:v>
                </c:pt>
                <c:pt idx="133">
                  <c:v>20098.29</c:v>
                </c:pt>
                <c:pt idx="134">
                  <c:v>19883.13</c:v>
                </c:pt>
                <c:pt idx="135">
                  <c:v>19720.7</c:v>
                </c:pt>
                <c:pt idx="136">
                  <c:v>19752.509999999998</c:v>
                </c:pt>
                <c:pt idx="137">
                  <c:v>19864.55</c:v>
                </c:pt>
                <c:pt idx="138">
                  <c:v>19700.48</c:v>
                </c:pt>
                <c:pt idx="139">
                  <c:v>19795.490000000002</c:v>
                </c:pt>
                <c:pt idx="140">
                  <c:v>19971.240000000002</c:v>
                </c:pt>
                <c:pt idx="141">
                  <c:v>20397.05</c:v>
                </c:pt>
                <c:pt idx="142">
                  <c:v>20155.05</c:v>
                </c:pt>
                <c:pt idx="143">
                  <c:v>20311.28</c:v>
                </c:pt>
                <c:pt idx="144">
                  <c:v>20414.09</c:v>
                </c:pt>
                <c:pt idx="145">
                  <c:v>19865.849999999999</c:v>
                </c:pt>
                <c:pt idx="146">
                  <c:v>19560.439999999999</c:v>
                </c:pt>
                <c:pt idx="147">
                  <c:v>19742.46</c:v>
                </c:pt>
                <c:pt idx="148">
                  <c:v>19746.32</c:v>
                </c:pt>
                <c:pt idx="149">
                  <c:v>19550.29</c:v>
                </c:pt>
                <c:pt idx="150">
                  <c:v>19423.61</c:v>
                </c:pt>
                <c:pt idx="151">
                  <c:v>19366.96</c:v>
                </c:pt>
                <c:pt idx="152">
                  <c:v>19603.13</c:v>
                </c:pt>
                <c:pt idx="153">
                  <c:v>19159.2</c:v>
                </c:pt>
                <c:pt idx="154">
                  <c:v>19150.990000000002</c:v>
                </c:pt>
                <c:pt idx="155">
                  <c:v>19229.97</c:v>
                </c:pt>
                <c:pt idx="156">
                  <c:v>19601.11</c:v>
                </c:pt>
                <c:pt idx="157">
                  <c:v>19705.009999999998</c:v>
                </c:pt>
                <c:pt idx="158">
                  <c:v>19663.669999999998</c:v>
                </c:pt>
                <c:pt idx="159">
                  <c:v>19576.61</c:v>
                </c:pt>
                <c:pt idx="160">
                  <c:v>19426.34</c:v>
                </c:pt>
                <c:pt idx="161">
                  <c:v>19435.810000000001</c:v>
                </c:pt>
                <c:pt idx="162">
                  <c:v>19823.45</c:v>
                </c:pt>
                <c:pt idx="163">
                  <c:v>19846.88</c:v>
                </c:pt>
                <c:pt idx="164">
                  <c:v>20426.93</c:v>
                </c:pt>
                <c:pt idx="165">
                  <c:v>20728.189999999999</c:v>
                </c:pt>
                <c:pt idx="166">
                  <c:v>20953.34</c:v>
                </c:pt>
                <c:pt idx="167">
                  <c:v>20538.38</c:v>
                </c:pt>
                <c:pt idx="168">
                  <c:v>21006.97</c:v>
                </c:pt>
                <c:pt idx="169">
                  <c:v>20567.52</c:v>
                </c:pt>
                <c:pt idx="170">
                  <c:v>20506.43</c:v>
                </c:pt>
                <c:pt idx="171">
                  <c:v>20317.330000000002</c:v>
                </c:pt>
                <c:pt idx="172">
                  <c:v>20380.64</c:v>
                </c:pt>
                <c:pt idx="173">
                  <c:v>20701.14</c:v>
                </c:pt>
                <c:pt idx="174">
                  <c:v>20599.36</c:v>
                </c:pt>
                <c:pt idx="175">
                  <c:v>20590.150000000001</c:v>
                </c:pt>
                <c:pt idx="176">
                  <c:v>20489.62</c:v>
                </c:pt>
                <c:pt idx="177">
                  <c:v>20760.150000000001</c:v>
                </c:pt>
                <c:pt idx="178">
                  <c:v>20498.95</c:v>
                </c:pt>
                <c:pt idx="179">
                  <c:v>20478.46</c:v>
                </c:pt>
                <c:pt idx="180">
                  <c:v>20804.11</c:v>
                </c:pt>
                <c:pt idx="181">
                  <c:v>20079.099999999999</c:v>
                </c:pt>
                <c:pt idx="182">
                  <c:v>20286.849999999999</c:v>
                </c:pt>
                <c:pt idx="183">
                  <c:v>20318.79</c:v>
                </c:pt>
                <c:pt idx="184">
                  <c:v>21092.87</c:v>
                </c:pt>
                <c:pt idx="185">
                  <c:v>21251.98</c:v>
                </c:pt>
                <c:pt idx="186">
                  <c:v>20637.240000000002</c:v>
                </c:pt>
                <c:pt idx="187">
                  <c:v>20926.79</c:v>
                </c:pt>
                <c:pt idx="188">
                  <c:v>21133.68</c:v>
                </c:pt>
                <c:pt idx="189">
                  <c:v>20632.3</c:v>
                </c:pt>
                <c:pt idx="190">
                  <c:v>19924.580000000002</c:v>
                </c:pt>
                <c:pt idx="191">
                  <c:v>19129.099999999999</c:v>
                </c:pt>
                <c:pt idx="192">
                  <c:v>19000.560000000001</c:v>
                </c:pt>
                <c:pt idx="193">
                  <c:v>18247.11</c:v>
                </c:pt>
                <c:pt idx="194">
                  <c:v>18258.57</c:v>
                </c:pt>
                <c:pt idx="195">
                  <c:v>18013.16</c:v>
                </c:pt>
                <c:pt idx="196">
                  <c:v>17369.09</c:v>
                </c:pt>
                <c:pt idx="197">
                  <c:v>17240.39</c:v>
                </c:pt>
                <c:pt idx="198">
                  <c:v>17108.71</c:v>
                </c:pt>
                <c:pt idx="199">
                  <c:v>17234.09</c:v>
                </c:pt>
                <c:pt idx="200">
                  <c:v>17196.96</c:v>
                </c:pt>
                <c:pt idx="201">
                  <c:v>17444.3</c:v>
                </c:pt>
                <c:pt idx="202">
                  <c:v>17457.34</c:v>
                </c:pt>
                <c:pt idx="203">
                  <c:v>17651.490000000002</c:v>
                </c:pt>
                <c:pt idx="204">
                  <c:v>17691.97</c:v>
                </c:pt>
                <c:pt idx="205">
                  <c:v>17989.07</c:v>
                </c:pt>
                <c:pt idx="206">
                  <c:v>17786.32</c:v>
                </c:pt>
                <c:pt idx="207">
                  <c:v>17692.45</c:v>
                </c:pt>
                <c:pt idx="208">
                  <c:v>17874.669999999998</c:v>
                </c:pt>
                <c:pt idx="209">
                  <c:v>17798.73</c:v>
                </c:pt>
                <c:pt idx="210">
                  <c:v>17612.099999999999</c:v>
                </c:pt>
                <c:pt idx="211">
                  <c:v>17641</c:v>
                </c:pt>
                <c:pt idx="212">
                  <c:v>17391.009999999998</c:v>
                </c:pt>
                <c:pt idx="213">
                  <c:v>17511.080000000002</c:v>
                </c:pt>
                <c:pt idx="214">
                  <c:v>17569.57</c:v>
                </c:pt>
                <c:pt idx="215">
                  <c:v>17430.16</c:v>
                </c:pt>
                <c:pt idx="216">
                  <c:v>17109.14</c:v>
                </c:pt>
                <c:pt idx="217">
                  <c:v>17113.36</c:v>
                </c:pt>
                <c:pt idx="218">
                  <c:v>17174.060000000001</c:v>
                </c:pt>
                <c:pt idx="219">
                  <c:v>17111.650000000001</c:v>
                </c:pt>
                <c:pt idx="220">
                  <c:v>17090.23</c:v>
                </c:pt>
                <c:pt idx="221">
                  <c:v>16891.830000000002</c:v>
                </c:pt>
                <c:pt idx="222">
                  <c:v>16877.86</c:v>
                </c:pt>
                <c:pt idx="223">
                  <c:v>16647.34</c:v>
                </c:pt>
                <c:pt idx="224">
                  <c:v>16698.36</c:v>
                </c:pt>
                <c:pt idx="225">
                  <c:v>16945.509999999998</c:v>
                </c:pt>
                <c:pt idx="226">
                  <c:v>17304.96</c:v>
                </c:pt>
                <c:pt idx="227">
                  <c:v>17344.599999999999</c:v>
                </c:pt>
                <c:pt idx="228">
                  <c:v>17002.91</c:v>
                </c:pt>
                <c:pt idx="229">
                  <c:v>17238.34</c:v>
                </c:pt>
                <c:pt idx="230">
                  <c:v>17021.310000000001</c:v>
                </c:pt>
                <c:pt idx="231">
                  <c:v>17004.97</c:v>
                </c:pt>
                <c:pt idx="232">
                  <c:v>17311.05</c:v>
                </c:pt>
                <c:pt idx="233">
                  <c:v>17469.36</c:v>
                </c:pt>
                <c:pt idx="234">
                  <c:v>17635.88</c:v>
                </c:pt>
                <c:pt idx="235">
                  <c:v>17417.68</c:v>
                </c:pt>
                <c:pt idx="236">
                  <c:v>17778.41</c:v>
                </c:pt>
                <c:pt idx="237">
                  <c:v>17739.41</c:v>
                </c:pt>
                <c:pt idx="238">
                  <c:v>17727.98</c:v>
                </c:pt>
                <c:pt idx="239">
                  <c:v>18015.939999999999</c:v>
                </c:pt>
                <c:pt idx="240">
                  <c:v>18293.38</c:v>
                </c:pt>
                <c:pt idx="241">
                  <c:v>17832.330000000002</c:v>
                </c:pt>
                <c:pt idx="242">
                  <c:v>17471.669999999998</c:v>
                </c:pt>
                <c:pt idx="243">
                  <c:v>17523.23</c:v>
                </c:pt>
                <c:pt idx="244">
                  <c:v>17524.060000000001</c:v>
                </c:pt>
                <c:pt idx="245">
                  <c:v>17799.61</c:v>
                </c:pt>
                <c:pt idx="246">
                  <c:v>18028.28</c:v>
                </c:pt>
                <c:pt idx="247">
                  <c:v>17978.57</c:v>
                </c:pt>
                <c:pt idx="248">
                  <c:v>17769.14</c:v>
                </c:pt>
                <c:pt idx="249">
                  <c:v>17718.61</c:v>
                </c:pt>
                <c:pt idx="250">
                  <c:v>17716.47</c:v>
                </c:pt>
                <c:pt idx="251">
                  <c:v>18089.93</c:v>
                </c:pt>
                <c:pt idx="252">
                  <c:v>18072.900000000001</c:v>
                </c:pt>
                <c:pt idx="253">
                  <c:v>18027.71</c:v>
                </c:pt>
                <c:pt idx="254">
                  <c:v>18028.52</c:v>
                </c:pt>
                <c:pt idx="255">
                  <c:v>18335.32</c:v>
                </c:pt>
                <c:pt idx="256">
                  <c:v>18430.39</c:v>
                </c:pt>
                <c:pt idx="257">
                  <c:v>17915.55</c:v>
                </c:pt>
                <c:pt idx="258">
                  <c:v>17936.12</c:v>
                </c:pt>
                <c:pt idx="259">
                  <c:v>17941.78</c:v>
                </c:pt>
                <c:pt idx="260">
                  <c:v>18112.63</c:v>
                </c:pt>
                <c:pt idx="261">
                  <c:v>17937.84</c:v>
                </c:pt>
                <c:pt idx="262">
                  <c:v>18176.34</c:v>
                </c:pt>
                <c:pt idx="263">
                  <c:v>18366.95</c:v>
                </c:pt>
                <c:pt idx="264">
                  <c:v>18476.8</c:v>
                </c:pt>
                <c:pt idx="265">
                  <c:v>18424.96</c:v>
                </c:pt>
                <c:pt idx="266">
                  <c:v>18444.11</c:v>
                </c:pt>
                <c:pt idx="267">
                  <c:v>18403.04</c:v>
                </c:pt>
                <c:pt idx="268">
                  <c:v>18079.61</c:v>
                </c:pt>
                <c:pt idx="269">
                  <c:v>18230.189999999999</c:v>
                </c:pt>
                <c:pt idx="270">
                  <c:v>18477.009999999998</c:v>
                </c:pt>
                <c:pt idx="271">
                  <c:v>18821.16</c:v>
                </c:pt>
                <c:pt idx="272">
                  <c:v>18827.349999999999</c:v>
                </c:pt>
                <c:pt idx="273">
                  <c:v>18608.939999999999</c:v>
                </c:pt>
                <c:pt idx="274">
                  <c:v>18868.71</c:v>
                </c:pt>
                <c:pt idx="275">
                  <c:v>19195.599999999999</c:v>
                </c:pt>
                <c:pt idx="276">
                  <c:v>19220.62</c:v>
                </c:pt>
                <c:pt idx="277">
                  <c:v>19636.22</c:v>
                </c:pt>
                <c:pt idx="278">
                  <c:v>19553.61</c:v>
                </c:pt>
                <c:pt idx="279">
                  <c:v>19376.53</c:v>
                </c:pt>
                <c:pt idx="280">
                  <c:v>19073.71</c:v>
                </c:pt>
                <c:pt idx="281">
                  <c:v>19115.060000000001</c:v>
                </c:pt>
                <c:pt idx="282">
                  <c:v>18963.68</c:v>
                </c:pt>
                <c:pt idx="283">
                  <c:v>18537.810000000001</c:v>
                </c:pt>
                <c:pt idx="284">
                  <c:v>18313.86</c:v>
                </c:pt>
                <c:pt idx="285">
                  <c:v>18479.37</c:v>
                </c:pt>
                <c:pt idx="286">
                  <c:v>18578.3</c:v>
                </c:pt>
                <c:pt idx="287">
                  <c:v>17763.03</c:v>
                </c:pt>
                <c:pt idx="288">
                  <c:v>17746.91</c:v>
                </c:pt>
                <c:pt idx="289">
                  <c:v>17651.150000000001</c:v>
                </c:pt>
                <c:pt idx="290">
                  <c:v>17284.54</c:v>
                </c:pt>
                <c:pt idx="291">
                  <c:v>17201.27</c:v>
                </c:pt>
                <c:pt idx="292">
                  <c:v>16828.93</c:v>
                </c:pt>
                <c:pt idx="293">
                  <c:v>16511.689999999999</c:v>
                </c:pt>
                <c:pt idx="294">
                  <c:v>16224.14</c:v>
                </c:pt>
                <c:pt idx="295">
                  <c:v>16385.87</c:v>
                </c:pt>
                <c:pt idx="296">
                  <c:v>16251.84</c:v>
                </c:pt>
                <c:pt idx="297">
                  <c:v>16248.97</c:v>
                </c:pt>
                <c:pt idx="298">
                  <c:v>16600.46</c:v>
                </c:pt>
                <c:pt idx="299">
                  <c:v>16721.689999999999</c:v>
                </c:pt>
                <c:pt idx="300">
                  <c:v>17095.03</c:v>
                </c:pt>
                <c:pt idx="301">
                  <c:v>17139.169999999998</c:v>
                </c:pt>
                <c:pt idx="302">
                  <c:v>16828.07</c:v>
                </c:pt>
                <c:pt idx="303">
                  <c:v>16732.849999999999</c:v>
                </c:pt>
                <c:pt idx="304">
                  <c:v>16725.099999999999</c:v>
                </c:pt>
                <c:pt idx="305">
                  <c:v>16931.52</c:v>
                </c:pt>
                <c:pt idx="306">
                  <c:v>16541.419999999998</c:v>
                </c:pt>
                <c:pt idx="307">
                  <c:v>16392.84</c:v>
                </c:pt>
                <c:pt idx="308">
                  <c:v>16618.32</c:v>
                </c:pt>
                <c:pt idx="309">
                  <c:v>16473.64</c:v>
                </c:pt>
                <c:pt idx="310">
                  <c:v>16499.47</c:v>
                </c:pt>
                <c:pt idx="311">
                  <c:v>16863.099999999999</c:v>
                </c:pt>
                <c:pt idx="312">
                  <c:v>16543.07</c:v>
                </c:pt>
                <c:pt idx="313">
                  <c:v>16529.48</c:v>
                </c:pt>
                <c:pt idx="314">
                  <c:v>16737.12</c:v>
                </c:pt>
                <c:pt idx="315">
                  <c:v>16720.89</c:v>
                </c:pt>
                <c:pt idx="316">
                  <c:v>16961.66</c:v>
                </c:pt>
                <c:pt idx="317">
                  <c:v>17082.11</c:v>
                </c:pt>
                <c:pt idx="318">
                  <c:v>17093.5</c:v>
                </c:pt>
                <c:pt idx="319">
                  <c:v>16587.57</c:v>
                </c:pt>
                <c:pt idx="320">
                  <c:v>16353.39</c:v>
                </c:pt>
                <c:pt idx="321">
                  <c:v>16229.78</c:v>
                </c:pt>
                <c:pt idx="322">
                  <c:v>16438.09</c:v>
                </c:pt>
                <c:pt idx="323">
                  <c:v>16162.64</c:v>
                </c:pt>
                <c:pt idx="324">
                  <c:v>16595.97</c:v>
                </c:pt>
                <c:pt idx="325">
                  <c:v>16589.439999999999</c:v>
                </c:pt>
                <c:pt idx="326">
                  <c:v>16511.439999999999</c:v>
                </c:pt>
                <c:pt idx="327">
                  <c:v>16536.849999999999</c:v>
                </c:pt>
                <c:pt idx="328">
                  <c:v>16790.8</c:v>
                </c:pt>
                <c:pt idx="329">
                  <c:v>16634.740000000002</c:v>
                </c:pt>
                <c:pt idx="330">
                  <c:v>16725.86</c:v>
                </c:pt>
                <c:pt idx="331">
                  <c:v>16742.95</c:v>
                </c:pt>
                <c:pt idx="332">
                  <c:v>16503.099999999999</c:v>
                </c:pt>
                <c:pt idx="333">
                  <c:v>16247.51</c:v>
                </c:pt>
                <c:pt idx="334">
                  <c:v>16155.61</c:v>
                </c:pt>
                <c:pt idx="335">
                  <c:v>15878.07</c:v>
                </c:pt>
                <c:pt idx="336">
                  <c:v>16081.89</c:v>
                </c:pt>
                <c:pt idx="337">
                  <c:v>16136.87</c:v>
                </c:pt>
                <c:pt idx="338">
                  <c:v>15510.01</c:v>
                </c:pt>
                <c:pt idx="339">
                  <c:v>15533.56</c:v>
                </c:pt>
                <c:pt idx="340">
                  <c:v>15566.21</c:v>
                </c:pt>
                <c:pt idx="341">
                  <c:v>15485.07</c:v>
                </c:pt>
                <c:pt idx="342">
                  <c:v>15703.45</c:v>
                </c:pt>
                <c:pt idx="343">
                  <c:v>16077.24</c:v>
                </c:pt>
                <c:pt idx="344">
                  <c:v>15952.23</c:v>
                </c:pt>
                <c:pt idx="345">
                  <c:v>16211.96</c:v>
                </c:pt>
                <c:pt idx="346">
                  <c:v>15899.87</c:v>
                </c:pt>
                <c:pt idx="347">
                  <c:v>15353.98</c:v>
                </c:pt>
                <c:pt idx="348">
                  <c:v>14961.18</c:v>
                </c:pt>
                <c:pt idx="349">
                  <c:v>15308.69</c:v>
                </c:pt>
                <c:pt idx="350">
                  <c:v>15391.79</c:v>
                </c:pt>
                <c:pt idx="351">
                  <c:v>15276.9</c:v>
                </c:pt>
                <c:pt idx="352">
                  <c:v>15865.92</c:v>
                </c:pt>
                <c:pt idx="353">
                  <c:v>16216.33</c:v>
                </c:pt>
                <c:pt idx="354">
                  <c:v>16244.58</c:v>
                </c:pt>
                <c:pt idx="355">
                  <c:v>16302.04</c:v>
                </c:pt>
                <c:pt idx="356">
                  <c:v>16097.28</c:v>
                </c:pt>
                <c:pt idx="357">
                  <c:v>16190.02</c:v>
                </c:pt>
                <c:pt idx="358">
                  <c:v>16224.45</c:v>
                </c:pt>
                <c:pt idx="359">
                  <c:v>16535.330000000002</c:v>
                </c:pt>
                <c:pt idx="360">
                  <c:v>16645.98</c:v>
                </c:pt>
                <c:pt idx="361">
                  <c:v>16646.41</c:v>
                </c:pt>
                <c:pt idx="362">
                  <c:v>16788.55</c:v>
                </c:pt>
                <c:pt idx="363">
                  <c:v>17047.39</c:v>
                </c:pt>
                <c:pt idx="364">
                  <c:v>17043.53</c:v>
                </c:pt>
                <c:pt idx="365">
                  <c:v>16624.84</c:v>
                </c:pt>
                <c:pt idx="366">
                  <c:v>16340.41</c:v>
                </c:pt>
                <c:pt idx="367">
                  <c:v>16621.13</c:v>
                </c:pt>
                <c:pt idx="368">
                  <c:v>16613.810000000001</c:v>
                </c:pt>
                <c:pt idx="369">
                  <c:v>16505</c:v>
                </c:pt>
                <c:pt idx="370">
                  <c:v>16629.23</c:v>
                </c:pt>
                <c:pt idx="371">
                  <c:v>16792.189999999999</c:v>
                </c:pt>
                <c:pt idx="372">
                  <c:v>16402.189999999999</c:v>
                </c:pt>
                <c:pt idx="373">
                  <c:v>16228.75</c:v>
                </c:pt>
                <c:pt idx="374">
                  <c:v>16374.5</c:v>
                </c:pt>
                <c:pt idx="375">
                  <c:v>16201.49</c:v>
                </c:pt>
                <c:pt idx="376">
                  <c:v>16334.37</c:v>
                </c:pt>
                <c:pt idx="377">
                  <c:v>16345.89</c:v>
                </c:pt>
                <c:pt idx="378">
                  <c:v>16463.259999999998</c:v>
                </c:pt>
                <c:pt idx="379">
                  <c:v>16327.86</c:v>
                </c:pt>
                <c:pt idx="380">
                  <c:v>16646.05</c:v>
                </c:pt>
                <c:pt idx="381">
                  <c:v>16830.3</c:v>
                </c:pt>
                <c:pt idx="382">
                  <c:v>17042.88</c:v>
                </c:pt>
                <c:pt idx="383">
                  <c:v>16993.439999999999</c:v>
                </c:pt>
                <c:pt idx="384">
                  <c:v>17354.14</c:v>
                </c:pt>
                <c:pt idx="385">
                  <c:v>17525.060000000001</c:v>
                </c:pt>
                <c:pt idx="386">
                  <c:v>17559.419999999998</c:v>
                </c:pt>
                <c:pt idx="387">
                  <c:v>17910.84</c:v>
                </c:pt>
                <c:pt idx="388">
                  <c:v>17734.599999999999</c:v>
                </c:pt>
                <c:pt idx="389">
                  <c:v>17733.89</c:v>
                </c:pt>
                <c:pt idx="390">
                  <c:v>17778.07</c:v>
                </c:pt>
                <c:pt idx="391">
                  <c:v>17454.189999999999</c:v>
                </c:pt>
                <c:pt idx="392">
                  <c:v>17832.82</c:v>
                </c:pt>
                <c:pt idx="393">
                  <c:v>18079</c:v>
                </c:pt>
                <c:pt idx="394">
                  <c:v>17396.86</c:v>
                </c:pt>
                <c:pt idx="395">
                  <c:v>17426.21</c:v>
                </c:pt>
                <c:pt idx="396">
                  <c:v>17203.259999999998</c:v>
                </c:pt>
                <c:pt idx="397">
                  <c:v>17511.29</c:v>
                </c:pt>
                <c:pt idx="398">
                  <c:v>17568.46</c:v>
                </c:pt>
                <c:pt idx="399">
                  <c:v>17670.16</c:v>
                </c:pt>
                <c:pt idx="400">
                  <c:v>17966.59</c:v>
                </c:pt>
                <c:pt idx="401">
                  <c:v>17664.12</c:v>
                </c:pt>
                <c:pt idx="402">
                  <c:v>17230.59</c:v>
                </c:pt>
                <c:pt idx="403">
                  <c:v>17101.78</c:v>
                </c:pt>
                <c:pt idx="404">
                  <c:v>17112.48</c:v>
                </c:pt>
                <c:pt idx="405">
                  <c:v>17406.36</c:v>
                </c:pt>
                <c:pt idx="406">
                  <c:v>17398.73</c:v>
                </c:pt>
                <c:pt idx="407">
                  <c:v>17044.61</c:v>
                </c:pt>
                <c:pt idx="408">
                  <c:v>17085.330000000002</c:v>
                </c:pt>
                <c:pt idx="409">
                  <c:v>16991.53</c:v>
                </c:pt>
                <c:pt idx="410">
                  <c:v>17172.13</c:v>
                </c:pt>
                <c:pt idx="411">
                  <c:v>17295.89</c:v>
                </c:pt>
                <c:pt idx="412">
                  <c:v>17732.52</c:v>
                </c:pt>
                <c:pt idx="413">
                  <c:v>17773.34</c:v>
                </c:pt>
                <c:pt idx="414">
                  <c:v>17640.36</c:v>
                </c:pt>
                <c:pt idx="415">
                  <c:v>17813.45</c:v>
                </c:pt>
                <c:pt idx="416">
                  <c:v>18238.21</c:v>
                </c:pt>
                <c:pt idx="417">
                  <c:v>17893.099999999999</c:v>
                </c:pt>
                <c:pt idx="418">
                  <c:v>17664.73</c:v>
                </c:pt>
                <c:pt idx="419">
                  <c:v>17517.400000000001</c:v>
                </c:pt>
                <c:pt idx="420">
                  <c:v>17373.03</c:v>
                </c:pt>
                <c:pt idx="421">
                  <c:v>17611.87</c:v>
                </c:pt>
                <c:pt idx="422">
                  <c:v>17466.900000000001</c:v>
                </c:pt>
                <c:pt idx="423">
                  <c:v>17729.29</c:v>
                </c:pt>
                <c:pt idx="424">
                  <c:v>18057.45</c:v>
                </c:pt>
                <c:pt idx="425">
                  <c:v>17655.41</c:v>
                </c:pt>
                <c:pt idx="426">
                  <c:v>17885.599999999999</c:v>
                </c:pt>
                <c:pt idx="427">
                  <c:v>17997.169999999998</c:v>
                </c:pt>
                <c:pt idx="428">
                  <c:v>17930.55</c:v>
                </c:pt>
                <c:pt idx="429">
                  <c:v>18182.89</c:v>
                </c:pt>
                <c:pt idx="430">
                  <c:v>18047.919999999998</c:v>
                </c:pt>
                <c:pt idx="431">
                  <c:v>18009.22</c:v>
                </c:pt>
                <c:pt idx="432">
                  <c:v>18025.89</c:v>
                </c:pt>
                <c:pt idx="433">
                  <c:v>18096.45</c:v>
                </c:pt>
                <c:pt idx="434">
                  <c:v>18202.07</c:v>
                </c:pt>
                <c:pt idx="435">
                  <c:v>18449.98</c:v>
                </c:pt>
                <c:pt idx="436">
                  <c:v>18456.91</c:v>
                </c:pt>
                <c:pt idx="437">
                  <c:v>18844.16</c:v>
                </c:pt>
                <c:pt idx="438">
                  <c:v>18382.060000000001</c:v>
                </c:pt>
                <c:pt idx="439">
                  <c:v>18482.86</c:v>
                </c:pt>
                <c:pt idx="440">
                  <c:v>18484.03</c:v>
                </c:pt>
                <c:pt idx="441">
                  <c:v>18130.740000000002</c:v>
                </c:pt>
                <c:pt idx="442">
                  <c:v>17956.38</c:v>
                </c:pt>
                <c:pt idx="443">
                  <c:v>18212.169999999998</c:v>
                </c:pt>
                <c:pt idx="444">
                  <c:v>17845.919999999998</c:v>
                </c:pt>
                <c:pt idx="445">
                  <c:v>17791.009999999998</c:v>
                </c:pt>
                <c:pt idx="446">
                  <c:v>17623.29</c:v>
                </c:pt>
                <c:pt idx="447">
                  <c:v>17950.849999999999</c:v>
                </c:pt>
                <c:pt idx="448">
                  <c:v>18326.63</c:v>
                </c:pt>
                <c:pt idx="449">
                  <c:v>18329.3</c:v>
                </c:pt>
                <c:pt idx="450">
                  <c:v>18581.11</c:v>
                </c:pt>
                <c:pt idx="451">
                  <c:v>18773.55</c:v>
                </c:pt>
                <c:pt idx="452">
                  <c:v>19075.189999999999</c:v>
                </c:pt>
                <c:pt idx="453">
                  <c:v>19248.259999999998</c:v>
                </c:pt>
                <c:pt idx="454">
                  <c:v>19246.03</c:v>
                </c:pt>
                <c:pt idx="455">
                  <c:v>19184.169999999998</c:v>
                </c:pt>
                <c:pt idx="456">
                  <c:v>19537.919999999998</c:v>
                </c:pt>
                <c:pt idx="457">
                  <c:v>19539.46</c:v>
                </c:pt>
                <c:pt idx="458">
                  <c:v>19420.87</c:v>
                </c:pt>
                <c:pt idx="459">
                  <c:v>19517.38</c:v>
                </c:pt>
                <c:pt idx="460">
                  <c:v>20011.12</c:v>
                </c:pt>
                <c:pt idx="461">
                  <c:v>20078.939999999999</c:v>
                </c:pt>
                <c:pt idx="462">
                  <c:v>19916.560000000001</c:v>
                </c:pt>
                <c:pt idx="463">
                  <c:v>19639.11</c:v>
                </c:pt>
                <c:pt idx="464">
                  <c:v>19365.14</c:v>
                </c:pt>
                <c:pt idx="465">
                  <c:v>19434.400000000001</c:v>
                </c:pt>
                <c:pt idx="466">
                  <c:v>18668.150000000001</c:v>
                </c:pt>
                <c:pt idx="467">
                  <c:v>19075.259999999998</c:v>
                </c:pt>
                <c:pt idx="468">
                  <c:v>18928.02</c:v>
                </c:pt>
                <c:pt idx="469">
                  <c:v>18952.310000000001</c:v>
                </c:pt>
                <c:pt idx="470">
                  <c:v>19015.72</c:v>
                </c:pt>
                <c:pt idx="471">
                  <c:v>19413.78</c:v>
                </c:pt>
                <c:pt idx="472">
                  <c:v>19350.62</c:v>
                </c:pt>
                <c:pt idx="473">
                  <c:v>18860.95</c:v>
                </c:pt>
                <c:pt idx="474">
                  <c:v>18659.830000000002</c:v>
                </c:pt>
                <c:pt idx="475">
                  <c:v>18479.72</c:v>
                </c:pt>
                <c:pt idx="476">
                  <c:v>18365.7</c:v>
                </c:pt>
                <c:pt idx="477">
                  <c:v>18533.05</c:v>
                </c:pt>
                <c:pt idx="478">
                  <c:v>19110.38</c:v>
                </c:pt>
                <c:pt idx="479">
                  <c:v>19415.68</c:v>
                </c:pt>
                <c:pt idx="480">
                  <c:v>19306.59</c:v>
                </c:pt>
                <c:pt idx="481">
                  <c:v>18916.43</c:v>
                </c:pt>
                <c:pt idx="482">
                  <c:v>18934.36</c:v>
                </c:pt>
                <c:pt idx="483">
                  <c:v>19172.05</c:v>
                </c:pt>
                <c:pt idx="484">
                  <c:v>19148.13</c:v>
                </c:pt>
                <c:pt idx="485">
                  <c:v>18794.13</c:v>
                </c:pt>
                <c:pt idx="486">
                  <c:v>19218.349999999999</c:v>
                </c:pt>
                <c:pt idx="487">
                  <c:v>19607.080000000002</c:v>
                </c:pt>
                <c:pt idx="488">
                  <c:v>19912.89</c:v>
                </c:pt>
                <c:pt idx="489">
                  <c:v>20040.37</c:v>
                </c:pt>
                <c:pt idx="490">
                  <c:v>19828.919999999998</c:v>
                </c:pt>
                <c:pt idx="491">
                  <c:v>19408.419999999998</c:v>
                </c:pt>
                <c:pt idx="492">
                  <c:v>19521.419999999998</c:v>
                </c:pt>
                <c:pt idx="493">
                  <c:v>19404.310000000001</c:v>
                </c:pt>
                <c:pt idx="494">
                  <c:v>19389.95</c:v>
                </c:pt>
                <c:pt idx="495">
                  <c:v>19299.18</c:v>
                </c:pt>
                <c:pt idx="496">
                  <c:v>19252</c:v>
                </c:pt>
                <c:pt idx="497">
                  <c:v>19099.28</c:v>
                </c:pt>
                <c:pt idx="498">
                  <c:v>19108.5</c:v>
                </c:pt>
                <c:pt idx="499">
                  <c:v>18949.939999999999</c:v>
                </c:pt>
                <c:pt idx="500">
                  <c:v>18216.91</c:v>
                </c:pt>
                <c:pt idx="501">
                  <c:v>18234.27</c:v>
                </c:pt>
                <c:pt idx="502">
                  <c:v>18595.78</c:v>
                </c:pt>
                <c:pt idx="503">
                  <c:v>18551.11</c:v>
                </c:pt>
                <c:pt idx="504">
                  <c:v>18746.919999999998</c:v>
                </c:pt>
                <c:pt idx="505">
                  <c:v>19115.93</c:v>
                </c:pt>
                <c:pt idx="506">
                  <c:v>19431.25</c:v>
                </c:pt>
                <c:pt idx="507">
                  <c:v>19678.169999999998</c:v>
                </c:pt>
                <c:pt idx="508">
                  <c:v>19450.57</c:v>
                </c:pt>
                <c:pt idx="509">
                  <c:v>19727.25</c:v>
                </c:pt>
                <c:pt idx="510">
                  <c:v>19560.57</c:v>
                </c:pt>
                <c:pt idx="511">
                  <c:v>19978.25</c:v>
                </c:pt>
                <c:pt idx="512">
                  <c:v>19971.13</c:v>
                </c:pt>
                <c:pt idx="513">
                  <c:v>19627.240000000002</c:v>
                </c:pt>
                <c:pt idx="514">
                  <c:v>19743.79</c:v>
                </c:pt>
                <c:pt idx="515">
                  <c:v>19762.2</c:v>
                </c:pt>
                <c:pt idx="516">
                  <c:v>19867.580000000002</c:v>
                </c:pt>
                <c:pt idx="517">
                  <c:v>20297.03</c:v>
                </c:pt>
                <c:pt idx="518">
                  <c:v>20049.310000000001</c:v>
                </c:pt>
                <c:pt idx="519">
                  <c:v>19948.73</c:v>
                </c:pt>
                <c:pt idx="520">
                  <c:v>19894.57</c:v>
                </c:pt>
                <c:pt idx="521">
                  <c:v>19840.28</c:v>
                </c:pt>
                <c:pt idx="522">
                  <c:v>19757.27</c:v>
                </c:pt>
                <c:pt idx="523">
                  <c:v>19617.88</c:v>
                </c:pt>
                <c:pt idx="524">
                  <c:v>19959.939999999999</c:v>
                </c:pt>
                <c:pt idx="525">
                  <c:v>20075.73</c:v>
                </c:pt>
                <c:pt idx="526">
                  <c:v>20396.97</c:v>
                </c:pt>
                <c:pt idx="527">
                  <c:v>20367.759999999998</c:v>
                </c:pt>
                <c:pt idx="528">
                  <c:v>20650.509999999998</c:v>
                </c:pt>
                <c:pt idx="529">
                  <c:v>20782.45</c:v>
                </c:pt>
                <c:pt idx="530">
                  <c:v>20438.810000000001</c:v>
                </c:pt>
                <c:pt idx="531">
                  <c:v>20344.48</c:v>
                </c:pt>
                <c:pt idx="532">
                  <c:v>20309.86</c:v>
                </c:pt>
                <c:pt idx="533">
                  <c:v>20485.240000000002</c:v>
                </c:pt>
                <c:pt idx="534">
                  <c:v>20331.2</c:v>
                </c:pt>
                <c:pt idx="535">
                  <c:v>20274.59</c:v>
                </c:pt>
                <c:pt idx="536">
                  <c:v>20409.18</c:v>
                </c:pt>
                <c:pt idx="537">
                  <c:v>20400.11</c:v>
                </c:pt>
                <c:pt idx="538">
                  <c:v>20309.13</c:v>
                </c:pt>
                <c:pt idx="539">
                  <c:v>20192.400000000001</c:v>
                </c:pt>
                <c:pt idx="540">
                  <c:v>19784.650000000001</c:v>
                </c:pt>
                <c:pt idx="541">
                  <c:v>19567.689999999999</c:v>
                </c:pt>
                <c:pt idx="542">
                  <c:v>19915.68</c:v>
                </c:pt>
                <c:pt idx="543">
                  <c:v>20049.64</c:v>
                </c:pt>
                <c:pt idx="544">
                  <c:v>19591.43</c:v>
                </c:pt>
                <c:pt idx="545">
                  <c:v>19258.759999999998</c:v>
                </c:pt>
                <c:pt idx="546">
                  <c:v>19000.71</c:v>
                </c:pt>
                <c:pt idx="547">
                  <c:v>19518.59</c:v>
                </c:pt>
                <c:pt idx="548">
                  <c:v>19203.91</c:v>
                </c:pt>
                <c:pt idx="549">
                  <c:v>19539.87</c:v>
                </c:pt>
                <c:pt idx="550">
                  <c:v>19247.96</c:v>
                </c:pt>
                <c:pt idx="551">
                  <c:v>19695.97</c:v>
                </c:pt>
                <c:pt idx="552">
                  <c:v>19319.919999999998</c:v>
                </c:pt>
                <c:pt idx="553">
                  <c:v>19925.740000000002</c:v>
                </c:pt>
                <c:pt idx="554">
                  <c:v>20051.25</c:v>
                </c:pt>
                <c:pt idx="555">
                  <c:v>20534.48</c:v>
                </c:pt>
                <c:pt idx="556">
                  <c:v>20603.189999999999</c:v>
                </c:pt>
                <c:pt idx="557">
                  <c:v>20567.54</c:v>
                </c:pt>
                <c:pt idx="558">
                  <c:v>20429.46</c:v>
                </c:pt>
                <c:pt idx="559">
                  <c:v>20619.71</c:v>
                </c:pt>
                <c:pt idx="560">
                  <c:v>19785.939999999999</c:v>
                </c:pt>
                <c:pt idx="561">
                  <c:v>19943.509999999998</c:v>
                </c:pt>
                <c:pt idx="562">
                  <c:v>20010.04</c:v>
                </c:pt>
                <c:pt idx="563">
                  <c:v>20351.349999999999</c:v>
                </c:pt>
                <c:pt idx="564">
                  <c:v>20423.84</c:v>
                </c:pt>
                <c:pt idx="565">
                  <c:v>20529.490000000002</c:v>
                </c:pt>
                <c:pt idx="566">
                  <c:v>20886.96</c:v>
                </c:pt>
                <c:pt idx="567">
                  <c:v>20719.810000000001</c:v>
                </c:pt>
                <c:pt idx="568">
                  <c:v>20987.67</c:v>
                </c:pt>
                <c:pt idx="569">
                  <c:v>20812.169999999998</c:v>
                </c:pt>
                <c:pt idx="570">
                  <c:v>21113.759999999998</c:v>
                </c:pt>
                <c:pt idx="571">
                  <c:v>21164.42</c:v>
                </c:pt>
                <c:pt idx="572">
                  <c:v>21190.42</c:v>
                </c:pt>
                <c:pt idx="573">
                  <c:v>21624.36</c:v>
                </c:pt>
                <c:pt idx="574">
                  <c:v>21283.52</c:v>
                </c:pt>
                <c:pt idx="575">
                  <c:v>21298.7</c:v>
                </c:pt>
                <c:pt idx="576">
                  <c:v>21222.16</c:v>
                </c:pt>
                <c:pt idx="577">
                  <c:v>21660.47</c:v>
                </c:pt>
                <c:pt idx="578">
                  <c:v>21958.36</c:v>
                </c:pt>
                <c:pt idx="579">
                  <c:v>22072.18</c:v>
                </c:pt>
                <c:pt idx="580">
                  <c:v>21842.33</c:v>
                </c:pt>
                <c:pt idx="581">
                  <c:v>22069.73</c:v>
                </c:pt>
                <c:pt idx="582">
                  <c:v>21678</c:v>
                </c:pt>
                <c:pt idx="583">
                  <c:v>21577.64</c:v>
                </c:pt>
                <c:pt idx="584">
                  <c:v>21746.720000000001</c:v>
                </c:pt>
                <c:pt idx="585">
                  <c:v>21738.66</c:v>
                </c:pt>
                <c:pt idx="586">
                  <c:v>21514.1</c:v>
                </c:pt>
                <c:pt idx="587">
                  <c:v>21436.05</c:v>
                </c:pt>
                <c:pt idx="588">
                  <c:v>21331.46</c:v>
                </c:pt>
                <c:pt idx="589">
                  <c:v>21388.34</c:v>
                </c:pt>
                <c:pt idx="590">
                  <c:v>20991.64</c:v>
                </c:pt>
                <c:pt idx="591">
                  <c:v>21052.17</c:v>
                </c:pt>
                <c:pt idx="592">
                  <c:v>20793.11</c:v>
                </c:pt>
                <c:pt idx="593">
                  <c:v>20145.29</c:v>
                </c:pt>
                <c:pt idx="594">
                  <c:v>19781.41</c:v>
                </c:pt>
                <c:pt idx="595">
                  <c:v>19741.14</c:v>
                </c:pt>
                <c:pt idx="596">
                  <c:v>19898.91</c:v>
                </c:pt>
                <c:pt idx="597">
                  <c:v>19593.060000000001</c:v>
                </c:pt>
                <c:pt idx="598">
                  <c:v>19679.22</c:v>
                </c:pt>
                <c:pt idx="599">
                  <c:v>19160.490000000002</c:v>
                </c:pt>
                <c:pt idx="600">
                  <c:v>19094.8</c:v>
                </c:pt>
                <c:pt idx="601">
                  <c:v>19352.810000000001</c:v>
                </c:pt>
                <c:pt idx="602">
                  <c:v>19450.669999999998</c:v>
                </c:pt>
                <c:pt idx="603">
                  <c:v>19368.59</c:v>
                </c:pt>
                <c:pt idx="604">
                  <c:v>19673.45</c:v>
                </c:pt>
                <c:pt idx="605">
                  <c:v>19596.2</c:v>
                </c:pt>
                <c:pt idx="606">
                  <c:v>19463.63</c:v>
                </c:pt>
                <c:pt idx="607">
                  <c:v>19900.87</c:v>
                </c:pt>
                <c:pt idx="608">
                  <c:v>19450.23</c:v>
                </c:pt>
                <c:pt idx="609">
                  <c:v>18814.82</c:v>
                </c:pt>
                <c:pt idx="610">
                  <c:v>19441.18</c:v>
                </c:pt>
                <c:pt idx="611">
                  <c:v>19518.29</c:v>
                </c:pt>
                <c:pt idx="612">
                  <c:v>18675.349999999999</c:v>
                </c:pt>
                <c:pt idx="613">
                  <c:v>18736.439999999999</c:v>
                </c:pt>
                <c:pt idx="614">
                  <c:v>18597.23</c:v>
                </c:pt>
                <c:pt idx="615">
                  <c:v>18204.68</c:v>
                </c:pt>
                <c:pt idx="616">
                  <c:v>17297.939999999999</c:v>
                </c:pt>
                <c:pt idx="617">
                  <c:v>17573.580000000002</c:v>
                </c:pt>
                <c:pt idx="618">
                  <c:v>17660.900000000001</c:v>
                </c:pt>
                <c:pt idx="619">
                  <c:v>17523.810000000001</c:v>
                </c:pt>
                <c:pt idx="620">
                  <c:v>17424.41</c:v>
                </c:pt>
                <c:pt idx="621">
                  <c:v>17655.91</c:v>
                </c:pt>
                <c:pt idx="622">
                  <c:v>17992.54</c:v>
                </c:pt>
                <c:pt idx="623">
                  <c:v>18045.66</c:v>
                </c:pt>
                <c:pt idx="624">
                  <c:v>18256.48</c:v>
                </c:pt>
                <c:pt idx="625">
                  <c:v>18343.12</c:v>
                </c:pt>
                <c:pt idx="626">
                  <c:v>17619.71</c:v>
                </c:pt>
                <c:pt idx="627">
                  <c:v>17325.66</c:v>
                </c:pt>
                <c:pt idx="628">
                  <c:v>16081.04</c:v>
                </c:pt>
                <c:pt idx="629">
                  <c:v>16358.52</c:v>
                </c:pt>
                <c:pt idx="630">
                  <c:v>16557.310000000001</c:v>
                </c:pt>
                <c:pt idx="631">
                  <c:v>16595.91</c:v>
                </c:pt>
                <c:pt idx="632">
                  <c:v>16161.14</c:v>
                </c:pt>
                <c:pt idx="633">
                  <c:v>15339.49</c:v>
                </c:pt>
                <c:pt idx="634">
                  <c:v>15827.17</c:v>
                </c:pt>
                <c:pt idx="635">
                  <c:v>15455.27</c:v>
                </c:pt>
                <c:pt idx="636">
                  <c:v>14687.02</c:v>
                </c:pt>
                <c:pt idx="637">
                  <c:v>14863.06</c:v>
                </c:pt>
                <c:pt idx="638">
                  <c:v>15427.94</c:v>
                </c:pt>
                <c:pt idx="639">
                  <c:v>15317.67</c:v>
                </c:pt>
                <c:pt idx="640">
                  <c:v>15165.59</c:v>
                </c:pt>
                <c:pt idx="641">
                  <c:v>15180.69</c:v>
                </c:pt>
                <c:pt idx="642">
                  <c:v>16211.12</c:v>
                </c:pt>
                <c:pt idx="643">
                  <c:v>16280.22</c:v>
                </c:pt>
                <c:pt idx="644">
                  <c:v>16511.28</c:v>
                </c:pt>
                <c:pt idx="645">
                  <c:v>16914.580000000002</c:v>
                </c:pt>
                <c:pt idx="646">
                  <c:v>16612.900000000001</c:v>
                </c:pt>
                <c:pt idx="647">
                  <c:v>16587.689999999999</c:v>
                </c:pt>
                <c:pt idx="648">
                  <c:v>16389.11</c:v>
                </c:pt>
                <c:pt idx="649">
                  <c:v>16701.03</c:v>
                </c:pt>
                <c:pt idx="650">
                  <c:v>16832.36</c:v>
                </c:pt>
                <c:pt idx="651">
                  <c:v>17216.66</c:v>
                </c:pt>
                <c:pt idx="652">
                  <c:v>17250.88</c:v>
                </c:pt>
                <c:pt idx="653">
                  <c:v>17860.310000000001</c:v>
                </c:pt>
                <c:pt idx="654">
                  <c:v>17855.14</c:v>
                </c:pt>
                <c:pt idx="655">
                  <c:v>17933.27</c:v>
                </c:pt>
                <c:pt idx="656">
                  <c:v>18147.95</c:v>
                </c:pt>
                <c:pt idx="657">
                  <c:v>18444.62</c:v>
                </c:pt>
                <c:pt idx="658">
                  <c:v>18781.419999999998</c:v>
                </c:pt>
                <c:pt idx="659">
                  <c:v>18565.97</c:v>
                </c:pt>
                <c:pt idx="660">
                  <c:v>18761.689999999999</c:v>
                </c:pt>
                <c:pt idx="661">
                  <c:v>18930.38</c:v>
                </c:pt>
                <c:pt idx="662">
                  <c:v>18847.099999999999</c:v>
                </c:pt>
                <c:pt idx="663">
                  <c:v>19326.86</c:v>
                </c:pt>
                <c:pt idx="664">
                  <c:v>19362.25</c:v>
                </c:pt>
                <c:pt idx="665">
                  <c:v>18854.62</c:v>
                </c:pt>
                <c:pt idx="666">
                  <c:v>19044.3</c:v>
                </c:pt>
                <c:pt idx="667">
                  <c:v>19202.73</c:v>
                </c:pt>
                <c:pt idx="668">
                  <c:v>19225.7</c:v>
                </c:pt>
                <c:pt idx="669">
                  <c:v>19452.09</c:v>
                </c:pt>
                <c:pt idx="670">
                  <c:v>19597.310000000001</c:v>
                </c:pt>
                <c:pt idx="671">
                  <c:v>19954.39</c:v>
                </c:pt>
                <c:pt idx="672">
                  <c:v>19949.03</c:v>
                </c:pt>
                <c:pt idx="673">
                  <c:v>20023.22</c:v>
                </c:pt>
                <c:pt idx="674">
                  <c:v>20170.04</c:v>
                </c:pt>
                <c:pt idx="675">
                  <c:v>19968.38</c:v>
                </c:pt>
                <c:pt idx="676">
                  <c:v>19268.740000000002</c:v>
                </c:pt>
                <c:pt idx="677">
                  <c:v>19503.25</c:v>
                </c:pt>
                <c:pt idx="678">
                  <c:v>19656.98</c:v>
                </c:pt>
                <c:pt idx="679">
                  <c:v>19773.03</c:v>
                </c:pt>
                <c:pt idx="680">
                  <c:v>19763.91</c:v>
                </c:pt>
                <c:pt idx="681">
                  <c:v>19922.45</c:v>
                </c:pt>
                <c:pt idx="682">
                  <c:v>19830.52</c:v>
                </c:pt>
                <c:pt idx="683">
                  <c:v>20040.86</c:v>
                </c:pt>
                <c:pt idx="684">
                  <c:v>20175.62</c:v>
                </c:pt>
                <c:pt idx="685">
                  <c:v>20082.43</c:v>
                </c:pt>
                <c:pt idx="686">
                  <c:v>19610.84</c:v>
                </c:pt>
                <c:pt idx="687">
                  <c:v>20003.439999999999</c:v>
                </c:pt>
                <c:pt idx="688">
                  <c:v>20045.77</c:v>
                </c:pt>
                <c:pt idx="689">
                  <c:v>20201.939999999999</c:v>
                </c:pt>
                <c:pt idx="690">
                  <c:v>20174.04</c:v>
                </c:pt>
                <c:pt idx="691">
                  <c:v>19767.09</c:v>
                </c:pt>
                <c:pt idx="692">
                  <c:v>19689.21</c:v>
                </c:pt>
                <c:pt idx="693">
                  <c:v>20165.84</c:v>
                </c:pt>
                <c:pt idx="694">
                  <c:v>20156.509999999998</c:v>
                </c:pt>
                <c:pt idx="695">
                  <c:v>20622.68</c:v>
                </c:pt>
                <c:pt idx="696">
                  <c:v>20670.04</c:v>
                </c:pt>
                <c:pt idx="697">
                  <c:v>20905.88</c:v>
                </c:pt>
                <c:pt idx="698">
                  <c:v>20562.939999999999</c:v>
                </c:pt>
                <c:pt idx="699">
                  <c:v>20609.14</c:v>
                </c:pt>
                <c:pt idx="700">
                  <c:v>20574.63</c:v>
                </c:pt>
                <c:pt idx="701">
                  <c:v>20890.22</c:v>
                </c:pt>
                <c:pt idx="702">
                  <c:v>20661.060000000001</c:v>
                </c:pt>
                <c:pt idx="703">
                  <c:v>20846.18</c:v>
                </c:pt>
                <c:pt idx="704">
                  <c:v>20297.72</c:v>
                </c:pt>
                <c:pt idx="705">
                  <c:v>20751.21</c:v>
                </c:pt>
                <c:pt idx="706">
                  <c:v>20797.95</c:v>
                </c:pt>
                <c:pt idx="707">
                  <c:v>20844.740000000002</c:v>
                </c:pt>
                <c:pt idx="708">
                  <c:v>21124.2</c:v>
                </c:pt>
                <c:pt idx="709">
                  <c:v>21725.78</c:v>
                </c:pt>
                <c:pt idx="710">
                  <c:v>21643.58</c:v>
                </c:pt>
                <c:pt idx="711">
                  <c:v>21586.66</c:v>
                </c:pt>
                <c:pt idx="712">
                  <c:v>21853.07</c:v>
                </c:pt>
                <c:pt idx="713">
                  <c:v>21830.35</c:v>
                </c:pt>
                <c:pt idx="714">
                  <c:v>21859.79</c:v>
                </c:pt>
                <c:pt idx="715">
                  <c:v>21996.89</c:v>
                </c:pt>
                <c:pt idx="716">
                  <c:v>22418.97</c:v>
                </c:pt>
                <c:pt idx="717">
                  <c:v>22229.52</c:v>
                </c:pt>
                <c:pt idx="718">
                  <c:v>21719.06</c:v>
                </c:pt>
                <c:pt idx="719">
                  <c:v>21273.87</c:v>
                </c:pt>
                <c:pt idx="720">
                  <c:v>21008.34</c:v>
                </c:pt>
                <c:pt idx="721">
                  <c:v>21559.59</c:v>
                </c:pt>
                <c:pt idx="722">
                  <c:v>21163.91</c:v>
                </c:pt>
                <c:pt idx="723">
                  <c:v>21075</c:v>
                </c:pt>
                <c:pt idx="724">
                  <c:v>20845.43</c:v>
                </c:pt>
                <c:pt idx="725">
                  <c:v>21308.21</c:v>
                </c:pt>
                <c:pt idx="726">
                  <c:v>21067.99</c:v>
                </c:pt>
                <c:pt idx="727">
                  <c:v>21067.58</c:v>
                </c:pt>
                <c:pt idx="728">
                  <c:v>21806.18</c:v>
                </c:pt>
                <c:pt idx="729">
                  <c:v>21869.05</c:v>
                </c:pt>
                <c:pt idx="730">
                  <c:v>22014.59</c:v>
                </c:pt>
                <c:pt idx="731">
                  <c:v>21531.67</c:v>
                </c:pt>
                <c:pt idx="732">
                  <c:v>21653.9</c:v>
                </c:pt>
                <c:pt idx="733">
                  <c:v>21082.13</c:v>
                </c:pt>
                <c:pt idx="734">
                  <c:v>21294.94</c:v>
                </c:pt>
                <c:pt idx="735">
                  <c:v>21415.200000000001</c:v>
                </c:pt>
                <c:pt idx="736">
                  <c:v>21123.93</c:v>
                </c:pt>
                <c:pt idx="737">
                  <c:v>20697.36</c:v>
                </c:pt>
                <c:pt idx="738">
                  <c:v>20116.2</c:v>
                </c:pt>
                <c:pt idx="739">
                  <c:v>20171.27</c:v>
                </c:pt>
                <c:pt idx="740">
                  <c:v>20112.099999999999</c:v>
                </c:pt>
                <c:pt idx="741">
                  <c:v>20470.060000000001</c:v>
                </c:pt>
                <c:pt idx="742">
                  <c:v>20717.240000000002</c:v>
                </c:pt>
                <c:pt idx="743">
                  <c:v>20120.68</c:v>
                </c:pt>
                <c:pt idx="744">
                  <c:v>20644.28</c:v>
                </c:pt>
                <c:pt idx="745">
                  <c:v>20602.52</c:v>
                </c:pt>
                <c:pt idx="746">
                  <c:v>19950.21</c:v>
                </c:pt>
                <c:pt idx="747">
                  <c:v>19898.77</c:v>
                </c:pt>
                <c:pt idx="748">
                  <c:v>19380.34</c:v>
                </c:pt>
                <c:pt idx="749">
                  <c:v>19824.57</c:v>
                </c:pt>
                <c:pt idx="750">
                  <c:v>19633.689999999999</c:v>
                </c:pt>
                <c:pt idx="751">
                  <c:v>20001.96</c:v>
                </c:pt>
                <c:pt idx="752">
                  <c:v>20793.400000000001</c:v>
                </c:pt>
                <c:pt idx="753">
                  <c:v>19946.36</c:v>
                </c:pt>
                <c:pt idx="754">
                  <c:v>19934.71</c:v>
                </c:pt>
                <c:pt idx="755">
                  <c:v>19869.34</c:v>
                </c:pt>
                <c:pt idx="756">
                  <c:v>20638.52</c:v>
                </c:pt>
                <c:pt idx="757">
                  <c:v>20682.22</c:v>
                </c:pt>
                <c:pt idx="758">
                  <c:v>20944.669999999998</c:v>
                </c:pt>
                <c:pt idx="759">
                  <c:v>21027.759999999998</c:v>
                </c:pt>
                <c:pt idx="760">
                  <c:v>21518.080000000002</c:v>
                </c:pt>
                <c:pt idx="761">
                  <c:v>21374.37</c:v>
                </c:pt>
                <c:pt idx="762">
                  <c:v>21319.13</c:v>
                </c:pt>
                <c:pt idx="763">
                  <c:v>21208.3</c:v>
                </c:pt>
                <c:pt idx="764">
                  <c:v>21872.01</c:v>
                </c:pt>
                <c:pt idx="765">
                  <c:v>21808.98</c:v>
                </c:pt>
                <c:pt idx="766">
                  <c:v>22080.52</c:v>
                </c:pt>
                <c:pt idx="767">
                  <c:v>22232.03</c:v>
                </c:pt>
                <c:pt idx="768">
                  <c:v>21927.63</c:v>
                </c:pt>
                <c:pt idx="769">
                  <c:v>21684.97</c:v>
                </c:pt>
                <c:pt idx="770">
                  <c:v>21404.880000000001</c:v>
                </c:pt>
                <c:pt idx="771">
                  <c:v>21945.95</c:v>
                </c:pt>
                <c:pt idx="772">
                  <c:v>22154.080000000002</c:v>
                </c:pt>
                <c:pt idx="773">
                  <c:v>21889.279999999999</c:v>
                </c:pt>
                <c:pt idx="774">
                  <c:v>21221.34</c:v>
                </c:pt>
                <c:pt idx="775">
                  <c:v>21412.400000000001</c:v>
                </c:pt>
                <c:pt idx="776">
                  <c:v>21501.23</c:v>
                </c:pt>
                <c:pt idx="777">
                  <c:v>20087.5</c:v>
                </c:pt>
                <c:pt idx="778">
                  <c:v>18415.080000000002</c:v>
                </c:pt>
                <c:pt idx="779">
                  <c:v>19531.66</c:v>
                </c:pt>
                <c:pt idx="780">
                  <c:v>20553.79</c:v>
                </c:pt>
                <c:pt idx="781">
                  <c:v>20890.259999999998</c:v>
                </c:pt>
                <c:pt idx="782">
                  <c:v>20627.71</c:v>
                </c:pt>
                <c:pt idx="783">
                  <c:v>20765.87</c:v>
                </c:pt>
                <c:pt idx="784">
                  <c:v>21057.63</c:v>
                </c:pt>
                <c:pt idx="785">
                  <c:v>21905.29</c:v>
                </c:pt>
                <c:pt idx="786">
                  <c:v>22467.34</c:v>
                </c:pt>
                <c:pt idx="787">
                  <c:v>22343.919999999998</c:v>
                </c:pt>
                <c:pt idx="788">
                  <c:v>22761.71</c:v>
                </c:pt>
                <c:pt idx="789">
                  <c:v>22713.02</c:v>
                </c:pt>
                <c:pt idx="790">
                  <c:v>22767.18</c:v>
                </c:pt>
                <c:pt idx="791">
                  <c:v>22901.56</c:v>
                </c:pt>
                <c:pt idx="792">
                  <c:v>23660.28</c:v>
                </c:pt>
                <c:pt idx="793">
                  <c:v>23520</c:v>
                </c:pt>
                <c:pt idx="794">
                  <c:v>24170.07</c:v>
                </c:pt>
                <c:pt idx="795">
                  <c:v>24327.71</c:v>
                </c:pt>
                <c:pt idx="796">
                  <c:v>24792.77</c:v>
                </c:pt>
                <c:pt idx="797">
                  <c:v>24718.9</c:v>
                </c:pt>
                <c:pt idx="798">
                  <c:v>24355.71</c:v>
                </c:pt>
                <c:pt idx="799">
                  <c:v>24556.57</c:v>
                </c:pt>
                <c:pt idx="800">
                  <c:v>24906.66</c:v>
                </c:pt>
                <c:pt idx="801">
                  <c:v>24924.35</c:v>
                </c:pt>
                <c:pt idx="802">
                  <c:v>24829.99</c:v>
                </c:pt>
                <c:pt idx="803">
                  <c:v>24329.49</c:v>
                </c:pt>
                <c:pt idx="804">
                  <c:v>24579.55</c:v>
                </c:pt>
                <c:pt idx="805">
                  <c:v>24289.9</c:v>
                </c:pt>
                <c:pt idx="806">
                  <c:v>24243.61</c:v>
                </c:pt>
                <c:pt idx="807">
                  <c:v>24656.46</c:v>
                </c:pt>
                <c:pt idx="808">
                  <c:v>24965.55</c:v>
                </c:pt>
                <c:pt idx="809">
                  <c:v>24952.35</c:v>
                </c:pt>
                <c:pt idx="810">
                  <c:v>24127.85</c:v>
                </c:pt>
                <c:pt idx="811">
                  <c:v>24112.78</c:v>
                </c:pt>
                <c:pt idx="812">
                  <c:v>24218.03</c:v>
                </c:pt>
                <c:pt idx="813">
                  <c:v>24383.32</c:v>
                </c:pt>
                <c:pt idx="814">
                  <c:v>24429.77</c:v>
                </c:pt>
                <c:pt idx="815">
                  <c:v>24402.17</c:v>
                </c:pt>
                <c:pt idx="816">
                  <c:v>23739.06</c:v>
                </c:pt>
                <c:pt idx="817">
                  <c:v>23746.54</c:v>
                </c:pt>
                <c:pt idx="818">
                  <c:v>23493.38</c:v>
                </c:pt>
                <c:pt idx="819">
                  <c:v>23072.86</c:v>
                </c:pt>
                <c:pt idx="820">
                  <c:v>22907.25</c:v>
                </c:pt>
                <c:pt idx="821">
                  <c:v>23289.84</c:v>
                </c:pt>
                <c:pt idx="822">
                  <c:v>23280.560000000001</c:v>
                </c:pt>
                <c:pt idx="823">
                  <c:v>23223.759999999998</c:v>
                </c:pt>
                <c:pt idx="824">
                  <c:v>23193.64</c:v>
                </c:pt>
                <c:pt idx="825">
                  <c:v>23102.33</c:v>
                </c:pt>
                <c:pt idx="826">
                  <c:v>22971.33</c:v>
                </c:pt>
                <c:pt idx="827">
                  <c:v>22744.86</c:v>
                </c:pt>
                <c:pt idx="828">
                  <c:v>23192.63</c:v>
                </c:pt>
                <c:pt idx="829">
                  <c:v>23475.5</c:v>
                </c:pt>
                <c:pt idx="830">
                  <c:v>23420.76</c:v>
                </c:pt>
                <c:pt idx="831">
                  <c:v>23635.95</c:v>
                </c:pt>
                <c:pt idx="832">
                  <c:v>23954.58</c:v>
                </c:pt>
                <c:pt idx="833">
                  <c:v>23995.72</c:v>
                </c:pt>
                <c:pt idx="834">
                  <c:v>24254.86</c:v>
                </c:pt>
                <c:pt idx="835">
                  <c:v>23996.87</c:v>
                </c:pt>
                <c:pt idx="836">
                  <c:v>23983.66</c:v>
                </c:pt>
                <c:pt idx="837">
                  <c:v>23349.38</c:v>
                </c:pt>
                <c:pt idx="838">
                  <c:v>23766.69</c:v>
                </c:pt>
                <c:pt idx="839">
                  <c:v>23788.93</c:v>
                </c:pt>
                <c:pt idx="840">
                  <c:v>23658.92</c:v>
                </c:pt>
                <c:pt idx="841">
                  <c:v>23475.26</c:v>
                </c:pt>
                <c:pt idx="842">
                  <c:v>23852.240000000002</c:v>
                </c:pt>
                <c:pt idx="843">
                  <c:v>24080.52</c:v>
                </c:pt>
                <c:pt idx="844">
                  <c:v>24740.16</c:v>
                </c:pt>
                <c:pt idx="845">
                  <c:v>24685.5</c:v>
                </c:pt>
                <c:pt idx="846">
                  <c:v>24651.58</c:v>
                </c:pt>
                <c:pt idx="847">
                  <c:v>24951.34</c:v>
                </c:pt>
                <c:pt idx="848">
                  <c:v>25049.97</c:v>
                </c:pt>
                <c:pt idx="849">
                  <c:v>25319.72</c:v>
                </c:pt>
                <c:pt idx="850">
                  <c:v>25650.080000000002</c:v>
                </c:pt>
                <c:pt idx="851">
                  <c:v>25713.78</c:v>
                </c:pt>
                <c:pt idx="852">
                  <c:v>25390.91</c:v>
                </c:pt>
                <c:pt idx="853">
                  <c:v>25327.97</c:v>
                </c:pt>
                <c:pt idx="854">
                  <c:v>25247.99</c:v>
                </c:pt>
                <c:pt idx="855">
                  <c:v>24996.14</c:v>
                </c:pt>
                <c:pt idx="856">
                  <c:v>24813.13</c:v>
                </c:pt>
                <c:pt idx="857">
                  <c:v>24763.77</c:v>
                </c:pt>
                <c:pt idx="858">
                  <c:v>24870.51</c:v>
                </c:pt>
                <c:pt idx="859">
                  <c:v>25225.19</c:v>
                </c:pt>
                <c:pt idx="860">
                  <c:v>25024.75</c:v>
                </c:pt>
                <c:pt idx="861">
                  <c:v>25099.67</c:v>
                </c:pt>
                <c:pt idx="862">
                  <c:v>25154.32</c:v>
                </c:pt>
                <c:pt idx="863">
                  <c:v>25377.24</c:v>
                </c:pt>
                <c:pt idx="864">
                  <c:v>25555.73</c:v>
                </c:pt>
                <c:pt idx="865">
                  <c:v>25628.74</c:v>
                </c:pt>
                <c:pt idx="866">
                  <c:v>26038.27</c:v>
                </c:pt>
                <c:pt idx="867">
                  <c:v>26132.03</c:v>
                </c:pt>
                <c:pt idx="868">
                  <c:v>26126.93</c:v>
                </c:pt>
                <c:pt idx="869">
                  <c:v>26017.53</c:v>
                </c:pt>
                <c:pt idx="870">
                  <c:v>26136.02</c:v>
                </c:pt>
                <c:pt idx="871">
                  <c:v>25787.21</c:v>
                </c:pt>
                <c:pt idx="872">
                  <c:v>25409.75</c:v>
                </c:pt>
                <c:pt idx="873">
                  <c:v>25330.959999999999</c:v>
                </c:pt>
                <c:pt idx="874">
                  <c:v>24962.59</c:v>
                </c:pt>
                <c:pt idx="875">
                  <c:v>25325.09</c:v>
                </c:pt>
                <c:pt idx="876">
                  <c:v>24837.85</c:v>
                </c:pt>
                <c:pt idx="877">
                  <c:v>24500.39</c:v>
                </c:pt>
                <c:pt idx="878">
                  <c:v>24208.78</c:v>
                </c:pt>
                <c:pt idx="879">
                  <c:v>24192.16</c:v>
                </c:pt>
                <c:pt idx="880">
                  <c:v>24510.98</c:v>
                </c:pt>
                <c:pt idx="881">
                  <c:v>25033.21</c:v>
                </c:pt>
                <c:pt idx="882">
                  <c:v>25502.23</c:v>
                </c:pt>
                <c:pt idx="883">
                  <c:v>25813.81</c:v>
                </c:pt>
                <c:pt idx="884">
                  <c:v>26205.91</c:v>
                </c:pt>
                <c:pt idx="885">
                  <c:v>25716</c:v>
                </c:pt>
                <c:pt idx="886">
                  <c:v>26320.93</c:v>
                </c:pt>
                <c:pt idx="887">
                  <c:v>26353.63</c:v>
                </c:pt>
                <c:pt idx="888">
                  <c:v>26163.63</c:v>
                </c:pt>
                <c:pt idx="889">
                  <c:v>25901.99</c:v>
                </c:pt>
                <c:pt idx="890">
                  <c:v>26090.43</c:v>
                </c:pt>
                <c:pt idx="891">
                  <c:v>26028.29</c:v>
                </c:pt>
                <c:pt idx="892">
                  <c:v>25878.99</c:v>
                </c:pt>
                <c:pt idx="893">
                  <c:v>25539.54</c:v>
                </c:pt>
                <c:pt idx="894">
                  <c:v>25407.89</c:v>
                </c:pt>
                <c:pt idx="895">
                  <c:v>25415.69</c:v>
                </c:pt>
                <c:pt idx="896">
                  <c:v>25693.95</c:v>
                </c:pt>
                <c:pt idx="897">
                  <c:v>25727.919999999998</c:v>
                </c:pt>
                <c:pt idx="898">
                  <c:v>25109.59</c:v>
                </c:pt>
                <c:pt idx="899">
                  <c:v>24849.72</c:v>
                </c:pt>
                <c:pt idx="900">
                  <c:v>25316.33</c:v>
                </c:pt>
                <c:pt idx="901">
                  <c:v>25867.01</c:v>
                </c:pt>
                <c:pt idx="902">
                  <c:v>25745.87</c:v>
                </c:pt>
                <c:pt idx="903">
                  <c:v>26181.46</c:v>
                </c:pt>
                <c:pt idx="904">
                  <c:v>26391.62</c:v>
                </c:pt>
                <c:pt idx="905">
                  <c:v>26517.82</c:v>
                </c:pt>
                <c:pt idx="906">
                  <c:v>26660.16</c:v>
                </c:pt>
                <c:pt idx="907">
                  <c:v>26605.62</c:v>
                </c:pt>
                <c:pt idx="908">
                  <c:v>26283.4</c:v>
                </c:pt>
                <c:pt idx="909">
                  <c:v>26179.4</c:v>
                </c:pt>
                <c:pt idx="910">
                  <c:v>26204.69</c:v>
                </c:pt>
                <c:pt idx="911">
                  <c:v>26426.55</c:v>
                </c:pt>
                <c:pt idx="912">
                  <c:v>26194.82</c:v>
                </c:pt>
                <c:pt idx="913">
                  <c:v>26235.8</c:v>
                </c:pt>
                <c:pt idx="914">
                  <c:v>25961.03</c:v>
                </c:pt>
                <c:pt idx="915">
                  <c:v>26315.32</c:v>
                </c:pt>
                <c:pt idx="916">
                  <c:v>25473.88</c:v>
                </c:pt>
                <c:pt idx="917">
                  <c:v>25086.43</c:v>
                </c:pt>
                <c:pt idx="918">
                  <c:v>26192.32</c:v>
                </c:pt>
                <c:pt idx="919">
                  <c:v>27321.98</c:v>
                </c:pt>
                <c:pt idx="920">
                  <c:v>27723.84</c:v>
                </c:pt>
                <c:pt idx="921">
                  <c:v>27224.58</c:v>
                </c:pt>
                <c:pt idx="922">
                  <c:v>27259.25</c:v>
                </c:pt>
                <c:pt idx="923">
                  <c:v>27489.78</c:v>
                </c:pt>
                <c:pt idx="924">
                  <c:v>28004.68</c:v>
                </c:pt>
                <c:pt idx="925">
                  <c:v>27996.27</c:v>
                </c:pt>
                <c:pt idx="926">
                  <c:v>27787.46</c:v>
                </c:pt>
                <c:pt idx="927">
                  <c:v>27963.41</c:v>
                </c:pt>
                <c:pt idx="928">
                  <c:v>27515.24</c:v>
                </c:pt>
                <c:pt idx="929">
                  <c:v>27344.54</c:v>
                </c:pt>
                <c:pt idx="930">
                  <c:v>27153.13</c:v>
                </c:pt>
                <c:pt idx="931">
                  <c:v>27960.62</c:v>
                </c:pt>
                <c:pt idx="932">
                  <c:v>28072.86</c:v>
                </c:pt>
                <c:pt idx="933">
                  <c:v>28143.5</c:v>
                </c:pt>
                <c:pt idx="934">
                  <c:v>28310.42</c:v>
                </c:pt>
                <c:pt idx="935">
                  <c:v>28827.95</c:v>
                </c:pt>
                <c:pt idx="936">
                  <c:v>28994.1</c:v>
                </c:pt>
                <c:pt idx="937">
                  <c:v>29268.3</c:v>
                </c:pt>
                <c:pt idx="938">
                  <c:v>29288.22</c:v>
                </c:pt>
                <c:pt idx="939">
                  <c:v>28882.46</c:v>
                </c:pt>
                <c:pt idx="940">
                  <c:v>28817.07</c:v>
                </c:pt>
                <c:pt idx="941">
                  <c:v>28309.759999999998</c:v>
                </c:pt>
                <c:pt idx="942">
                  <c:v>28489</c:v>
                </c:pt>
                <c:pt idx="943">
                  <c:v>28801.27</c:v>
                </c:pt>
                <c:pt idx="944">
                  <c:v>28558.59</c:v>
                </c:pt>
                <c:pt idx="945">
                  <c:v>28436.84</c:v>
                </c:pt>
                <c:pt idx="946">
                  <c:v>28638.53</c:v>
                </c:pt>
                <c:pt idx="947">
                  <c:v>28842.13</c:v>
                </c:pt>
                <c:pt idx="948">
                  <c:v>28738.880000000001</c:v>
                </c:pt>
                <c:pt idx="949">
                  <c:v>28742.63</c:v>
                </c:pt>
                <c:pt idx="950">
                  <c:v>28781.38</c:v>
                </c:pt>
                <c:pt idx="951">
                  <c:v>28787.279999999999</c:v>
                </c:pt>
                <c:pt idx="952">
                  <c:v>28918.1</c:v>
                </c:pt>
                <c:pt idx="953">
                  <c:v>28966.03</c:v>
                </c:pt>
                <c:pt idx="954">
                  <c:v>29297.62</c:v>
                </c:pt>
                <c:pt idx="955">
                  <c:v>29468</c:v>
                </c:pt>
                <c:pt idx="956">
                  <c:v>29151.8</c:v>
                </c:pt>
                <c:pt idx="957">
                  <c:v>29124.41</c:v>
                </c:pt>
                <c:pt idx="958">
                  <c:v>29113.200000000001</c:v>
                </c:pt>
                <c:pt idx="959">
                  <c:v>29166.01</c:v>
                </c:pt>
                <c:pt idx="960">
                  <c:v>28910.86</c:v>
                </c:pt>
                <c:pt idx="961">
                  <c:v>28412.26</c:v>
                </c:pt>
                <c:pt idx="962">
                  <c:v>28458.44</c:v>
                </c:pt>
                <c:pt idx="963">
                  <c:v>28450.29</c:v>
                </c:pt>
                <c:pt idx="964">
                  <c:v>28593.81</c:v>
                </c:pt>
                <c:pt idx="965">
                  <c:v>28194.09</c:v>
                </c:pt>
                <c:pt idx="966">
                  <c:v>28027.57</c:v>
                </c:pt>
                <c:pt idx="967">
                  <c:v>27718.67</c:v>
                </c:pt>
                <c:pt idx="968">
                  <c:v>28231.040000000001</c:v>
                </c:pt>
                <c:pt idx="969">
                  <c:v>28013.81</c:v>
                </c:pt>
                <c:pt idx="970">
                  <c:v>28595.66</c:v>
                </c:pt>
                <c:pt idx="971">
                  <c:v>28610.65</c:v>
                </c:pt>
                <c:pt idx="972">
                  <c:v>28637.46</c:v>
                </c:pt>
                <c:pt idx="973">
                  <c:v>29071.34</c:v>
                </c:pt>
                <c:pt idx="974">
                  <c:v>28941.54</c:v>
                </c:pt>
                <c:pt idx="975">
                  <c:v>28952.83</c:v>
                </c:pt>
                <c:pt idx="976">
                  <c:v>29078.75</c:v>
                </c:pt>
                <c:pt idx="977">
                  <c:v>28755.34</c:v>
                </c:pt>
                <c:pt idx="978">
                  <c:v>28621.919999999998</c:v>
                </c:pt>
                <c:pt idx="979">
                  <c:v>29135.73</c:v>
                </c:pt>
                <c:pt idx="980">
                  <c:v>29106.15</c:v>
                </c:pt>
                <c:pt idx="981">
                  <c:v>28969.71</c:v>
                </c:pt>
                <c:pt idx="982">
                  <c:v>28793.14</c:v>
                </c:pt>
                <c:pt idx="983">
                  <c:v>28900.83</c:v>
                </c:pt>
                <c:pt idx="984">
                  <c:v>28497.25</c:v>
                </c:pt>
                <c:pt idx="985">
                  <c:v>28453.279999999999</c:v>
                </c:pt>
                <c:pt idx="986">
                  <c:v>28698.799999999999</c:v>
                </c:pt>
                <c:pt idx="987">
                  <c:v>29008.07</c:v>
                </c:pt>
                <c:pt idx="988">
                  <c:v>28674.799999999999</c:v>
                </c:pt>
                <c:pt idx="989">
                  <c:v>28938.74</c:v>
                </c:pt>
                <c:pt idx="990">
                  <c:v>28378.35</c:v>
                </c:pt>
                <c:pt idx="991">
                  <c:v>28577.5</c:v>
                </c:pt>
                <c:pt idx="992">
                  <c:v>28338.3</c:v>
                </c:pt>
                <c:pt idx="993">
                  <c:v>28336.43</c:v>
                </c:pt>
                <c:pt idx="994">
                  <c:v>27899.61</c:v>
                </c:pt>
                <c:pt idx="995">
                  <c:v>27918.14</c:v>
                </c:pt>
                <c:pt idx="996">
                  <c:v>28497.38</c:v>
                </c:pt>
                <c:pt idx="997">
                  <c:v>28885.34</c:v>
                </c:pt>
                <c:pt idx="998">
                  <c:v>28990.94</c:v>
                </c:pt>
                <c:pt idx="999">
                  <c:v>29405.72</c:v>
                </c:pt>
                <c:pt idx="1000">
                  <c:v>29034.12</c:v>
                </c:pt>
                <c:pt idx="1001">
                  <c:v>29027.69</c:v>
                </c:pt>
                <c:pt idx="1002">
                  <c:v>28833.759999999998</c:v>
                </c:pt>
                <c:pt idx="1003">
                  <c:v>28739.72</c:v>
                </c:pt>
                <c:pt idx="1004">
                  <c:v>29385.61</c:v>
                </c:pt>
                <c:pt idx="1005">
                  <c:v>28907.52</c:v>
                </c:pt>
                <c:pt idx="1006">
                  <c:v>28773.23</c:v>
                </c:pt>
                <c:pt idx="1007">
                  <c:v>28540.83</c:v>
                </c:pt>
                <c:pt idx="1008">
                  <c:v>29098.29</c:v>
                </c:pt>
                <c:pt idx="1009">
                  <c:v>29236.79</c:v>
                </c:pt>
                <c:pt idx="1010">
                  <c:v>29880.42</c:v>
                </c:pt>
                <c:pt idx="1011">
                  <c:v>29095.86</c:v>
                </c:pt>
                <c:pt idx="1012">
                  <c:v>29452.57</c:v>
                </c:pt>
                <c:pt idx="1013">
                  <c:v>28980.21</c:v>
                </c:pt>
                <c:pt idx="1014">
                  <c:v>30074.17</c:v>
                </c:pt>
                <c:pt idx="1015">
                  <c:v>29718.240000000002</c:v>
                </c:pt>
                <c:pt idx="1016">
                  <c:v>30632.639999999999</c:v>
                </c:pt>
                <c:pt idx="1017">
                  <c:v>30319.83</c:v>
                </c:pt>
                <c:pt idx="1018">
                  <c:v>30644.73</c:v>
                </c:pt>
                <c:pt idx="1019">
                  <c:v>30595.27</c:v>
                </c:pt>
                <c:pt idx="1020">
                  <c:v>29319.47</c:v>
                </c:pt>
                <c:pt idx="1021">
                  <c:v>29288.68</c:v>
                </c:pt>
                <c:pt idx="1022">
                  <c:v>29113.5</c:v>
                </c:pt>
                <c:pt idx="1023">
                  <c:v>29307.46</c:v>
                </c:pt>
                <c:pt idx="1024">
                  <c:v>29248.7</c:v>
                </c:pt>
                <c:pt idx="1025">
                  <c:v>28892.86</c:v>
                </c:pt>
                <c:pt idx="1026">
                  <c:v>28283.71</c:v>
                </c:pt>
                <c:pt idx="1027">
                  <c:v>28550.77</c:v>
                </c:pt>
                <c:pt idx="1028">
                  <c:v>29297.53</c:v>
                </c:pt>
                <c:pt idx="1029">
                  <c:v>29391.26</c:v>
                </c:pt>
                <c:pt idx="1030">
                  <c:v>30159.01</c:v>
                </c:pt>
                <c:pt idx="1031">
                  <c:v>29447.85</c:v>
                </c:pt>
                <c:pt idx="1032">
                  <c:v>29927.759999999998</c:v>
                </c:pt>
                <c:pt idx="1033">
                  <c:v>29962.47</c:v>
                </c:pt>
                <c:pt idx="1034">
                  <c:v>29642.28</c:v>
                </c:pt>
                <c:pt idx="1035">
                  <c:v>28862.77</c:v>
                </c:pt>
                <c:pt idx="1036">
                  <c:v>28573.86</c:v>
                </c:pt>
                <c:pt idx="1037">
                  <c:v>28496.86</c:v>
                </c:pt>
                <c:pt idx="1038">
                  <c:v>28235.599999999999</c:v>
                </c:pt>
                <c:pt idx="1039">
                  <c:v>28276.75</c:v>
                </c:pt>
                <c:pt idx="1040">
                  <c:v>27908.22</c:v>
                </c:pt>
                <c:pt idx="1041">
                  <c:v>27878.22</c:v>
                </c:pt>
                <c:pt idx="1042">
                  <c:v>27548.52</c:v>
                </c:pt>
                <c:pt idx="1043">
                  <c:v>27692.3</c:v>
                </c:pt>
                <c:pt idx="1044">
                  <c:v>27649.86</c:v>
                </c:pt>
                <c:pt idx="1045">
                  <c:v>27472.81</c:v>
                </c:pt>
                <c:pt idx="1046">
                  <c:v>27231.13</c:v>
                </c:pt>
                <c:pt idx="1047">
                  <c:v>27147.11</c:v>
                </c:pt>
                <c:pt idx="1048">
                  <c:v>26568.49</c:v>
                </c:pt>
                <c:pt idx="1049">
                  <c:v>26314.63</c:v>
                </c:pt>
                <c:pt idx="1050">
                  <c:v>26386.560000000001</c:v>
                </c:pt>
                <c:pt idx="1051">
                  <c:v>26343.1</c:v>
                </c:pt>
                <c:pt idx="1052">
                  <c:v>26119.25</c:v>
                </c:pt>
                <c:pt idx="1053">
                  <c:v>26306.68</c:v>
                </c:pt>
                <c:pt idx="1054">
                  <c:v>26498.6</c:v>
                </c:pt>
                <c:pt idx="1055">
                  <c:v>26678.38</c:v>
                </c:pt>
                <c:pt idx="1056">
                  <c:v>26460.29</c:v>
                </c:pt>
                <c:pt idx="1057">
                  <c:v>26207.29</c:v>
                </c:pt>
                <c:pt idx="1058">
                  <c:v>26389.52</c:v>
                </c:pt>
                <c:pt idx="1059">
                  <c:v>26505.87</c:v>
                </c:pt>
                <c:pt idx="1060">
                  <c:v>26410.59</c:v>
                </c:pt>
                <c:pt idx="1061">
                  <c:v>26502.84</c:v>
                </c:pt>
                <c:pt idx="1062">
                  <c:v>26304.560000000001</c:v>
                </c:pt>
                <c:pt idx="1063">
                  <c:v>26506.85</c:v>
                </c:pt>
                <c:pt idx="1064">
                  <c:v>26835.919999999998</c:v>
                </c:pt>
                <c:pt idx="1065">
                  <c:v>26728.5</c:v>
                </c:pt>
                <c:pt idx="1066">
                  <c:v>26532.58</c:v>
                </c:pt>
                <c:pt idx="1067">
                  <c:v>26567.68</c:v>
                </c:pt>
                <c:pt idx="1068">
                  <c:v>26341.49</c:v>
                </c:pt>
                <c:pt idx="1069">
                  <c:v>26894.68</c:v>
                </c:pt>
                <c:pt idx="1070">
                  <c:v>26819.45</c:v>
                </c:pt>
                <c:pt idx="1071">
                  <c:v>26669.75</c:v>
                </c:pt>
                <c:pt idx="1072">
                  <c:v>26588.2</c:v>
                </c:pt>
                <c:pt idx="1073">
                  <c:v>26486.2</c:v>
                </c:pt>
                <c:pt idx="1074">
                  <c:v>26451.54</c:v>
                </c:pt>
                <c:pt idx="1075">
                  <c:v>26356.97</c:v>
                </c:pt>
                <c:pt idx="1076">
                  <c:v>26544.29</c:v>
                </c:pt>
                <c:pt idx="1077">
                  <c:v>26415.09</c:v>
                </c:pt>
                <c:pt idx="1078">
                  <c:v>26381.67</c:v>
                </c:pt>
                <c:pt idx="1079">
                  <c:v>26156.86</c:v>
                </c:pt>
                <c:pt idx="1080">
                  <c:v>26169.38</c:v>
                </c:pt>
                <c:pt idx="1081">
                  <c:v>26226.98</c:v>
                </c:pt>
                <c:pt idx="1082">
                  <c:v>26301.48</c:v>
                </c:pt>
                <c:pt idx="1083">
                  <c:v>26016.17</c:v>
                </c:pt>
                <c:pt idx="1084">
                  <c:v>25712.97</c:v>
                </c:pt>
                <c:pt idx="1085">
                  <c:v>25695.919999999998</c:v>
                </c:pt>
                <c:pt idx="1086">
                  <c:v>24886.14</c:v>
                </c:pt>
                <c:pt idx="1087">
                  <c:v>24939.73</c:v>
                </c:pt>
                <c:pt idx="1088">
                  <c:v>24460.01</c:v>
                </c:pt>
                <c:pt idx="1089">
                  <c:v>24107.42</c:v>
                </c:pt>
                <c:pt idx="1090">
                  <c:v>24586.6</c:v>
                </c:pt>
                <c:pt idx="1091">
                  <c:v>24708.799999999999</c:v>
                </c:pt>
                <c:pt idx="1092">
                  <c:v>24787.19</c:v>
                </c:pt>
                <c:pt idx="1093">
                  <c:v>24918.78</c:v>
                </c:pt>
                <c:pt idx="1094">
                  <c:v>24786.13</c:v>
                </c:pt>
                <c:pt idx="1095">
                  <c:v>24754.42</c:v>
                </c:pt>
                <c:pt idx="1096">
                  <c:v>24569.54</c:v>
                </c:pt>
                <c:pt idx="1097">
                  <c:v>24542.26</c:v>
                </c:pt>
                <c:pt idx="1098">
                  <c:v>24386.79</c:v>
                </c:pt>
                <c:pt idx="1099">
                  <c:v>24158.54</c:v>
                </c:pt>
                <c:pt idx="1100">
                  <c:v>24667.09</c:v>
                </c:pt>
                <c:pt idx="1101">
                  <c:v>24649.68</c:v>
                </c:pt>
                <c:pt idx="1102">
                  <c:v>24119.13</c:v>
                </c:pt>
                <c:pt idx="1103">
                  <c:v>23476.05</c:v>
                </c:pt>
                <c:pt idx="1104">
                  <c:v>23235.42</c:v>
                </c:pt>
                <c:pt idx="1105">
                  <c:v>23311.07</c:v>
                </c:pt>
                <c:pt idx="1106">
                  <c:v>23742.51</c:v>
                </c:pt>
                <c:pt idx="1107">
                  <c:v>23716.85</c:v>
                </c:pt>
                <c:pt idx="1108">
                  <c:v>23950.69</c:v>
                </c:pt>
                <c:pt idx="1109">
                  <c:v>24455.41</c:v>
                </c:pt>
                <c:pt idx="1110">
                  <c:v>24340.85</c:v>
                </c:pt>
                <c:pt idx="1111">
                  <c:v>24725.63</c:v>
                </c:pt>
                <c:pt idx="1112">
                  <c:v>24732.76</c:v>
                </c:pt>
                <c:pt idx="1113">
                  <c:v>24640.28</c:v>
                </c:pt>
                <c:pt idx="1114">
                  <c:v>24503.31</c:v>
                </c:pt>
                <c:pt idx="1115">
                  <c:v>24313.54</c:v>
                </c:pt>
                <c:pt idx="1116">
                  <c:v>24468.93</c:v>
                </c:pt>
                <c:pt idx="1117">
                  <c:v>24624.34</c:v>
                </c:pt>
                <c:pt idx="1118">
                  <c:v>24589.65</c:v>
                </c:pt>
                <c:pt idx="1119">
                  <c:v>24695.45</c:v>
                </c:pt>
                <c:pt idx="1120">
                  <c:v>25007.599999999999</c:v>
                </c:pt>
                <c:pt idx="1121">
                  <c:v>25120.09</c:v>
                </c:pt>
                <c:pt idx="1122">
                  <c:v>25184.85</c:v>
                </c:pt>
                <c:pt idx="1123">
                  <c:v>25177.05</c:v>
                </c:pt>
                <c:pt idx="1124">
                  <c:v>25422.06</c:v>
                </c:pt>
                <c:pt idx="1125">
                  <c:v>25281.15</c:v>
                </c:pt>
                <c:pt idx="1126">
                  <c:v>25491.79</c:v>
                </c:pt>
                <c:pt idx="1127">
                  <c:v>25486.22</c:v>
                </c:pt>
                <c:pt idx="1128">
                  <c:v>25551.58</c:v>
                </c:pt>
                <c:pt idx="1129">
                  <c:v>25113.84</c:v>
                </c:pt>
                <c:pt idx="1130">
                  <c:v>24791.39</c:v>
                </c:pt>
                <c:pt idx="1131">
                  <c:v>25178.91</c:v>
                </c:pt>
                <c:pt idx="1132">
                  <c:v>25367.38</c:v>
                </c:pt>
                <c:pt idx="1133">
                  <c:v>25347.34</c:v>
                </c:pt>
                <c:pt idx="1134">
                  <c:v>25183.01</c:v>
                </c:pt>
                <c:pt idx="1135">
                  <c:v>25230.67</c:v>
                </c:pt>
                <c:pt idx="1136">
                  <c:v>25244.02</c:v>
                </c:pt>
                <c:pt idx="1137">
                  <c:v>24890.68</c:v>
                </c:pt>
                <c:pt idx="1138">
                  <c:v>24377.43</c:v>
                </c:pt>
                <c:pt idx="1139">
                  <c:v>24531.62</c:v>
                </c:pt>
                <c:pt idx="1140">
                  <c:v>24930.58</c:v>
                </c:pt>
                <c:pt idx="1141">
                  <c:v>25102.54</c:v>
                </c:pt>
                <c:pt idx="1142">
                  <c:v>24946.63</c:v>
                </c:pt>
                <c:pt idx="1143">
                  <c:v>24458.13</c:v>
                </c:pt>
                <c:pt idx="1144">
                  <c:v>24595.35</c:v>
                </c:pt>
                <c:pt idx="1145">
                  <c:v>24710.59</c:v>
                </c:pt>
                <c:pt idx="1146">
                  <c:v>24883.14</c:v>
                </c:pt>
                <c:pt idx="1147">
                  <c:v>24772.76</c:v>
                </c:pt>
                <c:pt idx="1148">
                  <c:v>24603.26</c:v>
                </c:pt>
                <c:pt idx="1149">
                  <c:v>24705.33</c:v>
                </c:pt>
                <c:pt idx="1150">
                  <c:v>25263</c:v>
                </c:pt>
                <c:pt idx="1151">
                  <c:v>25057.94</c:v>
                </c:pt>
                <c:pt idx="1152">
                  <c:v>25635.66</c:v>
                </c:pt>
                <c:pt idx="1153">
                  <c:v>25057.99</c:v>
                </c:pt>
                <c:pt idx="1154">
                  <c:v>25089.17</c:v>
                </c:pt>
                <c:pt idx="1155">
                  <c:v>24970.69</c:v>
                </c:pt>
                <c:pt idx="1156">
                  <c:v>25481.58</c:v>
                </c:pt>
                <c:pt idx="1157">
                  <c:v>25477.89</c:v>
                </c:pt>
                <c:pt idx="1158">
                  <c:v>25772.12</c:v>
                </c:pt>
                <c:pt idx="1159">
                  <c:v>25727.41</c:v>
                </c:pt>
                <c:pt idx="1160">
                  <c:v>26210.16</c:v>
                </c:pt>
                <c:pt idx="1161">
                  <c:v>26129.18</c:v>
                </c:pt>
                <c:pt idx="1162">
                  <c:v>25975.66</c:v>
                </c:pt>
                <c:pt idx="1163">
                  <c:v>26339.16</c:v>
                </c:pt>
                <c:pt idx="1164">
                  <c:v>25373.119999999999</c:v>
                </c:pt>
                <c:pt idx="1165">
                  <c:v>25124.19</c:v>
                </c:pt>
                <c:pt idx="1166">
                  <c:v>24427.19</c:v>
                </c:pt>
                <c:pt idx="1167">
                  <c:v>24301.279999999999</c:v>
                </c:pt>
                <c:pt idx="1168">
                  <c:v>24511.34</c:v>
                </c:pt>
                <c:pt idx="1169">
                  <c:v>24643.89</c:v>
                </c:pt>
                <c:pt idx="1170">
                  <c:v>24464.94</c:v>
                </c:pt>
                <c:pt idx="1171">
                  <c:v>24481.41</c:v>
                </c:pt>
                <c:pt idx="1172">
                  <c:v>24344.09</c:v>
                </c:pt>
                <c:pt idx="1173">
                  <c:v>23776.95</c:v>
                </c:pt>
                <c:pt idx="1174">
                  <c:v>24301.38</c:v>
                </c:pt>
                <c:pt idx="1175">
                  <c:v>24480.15</c:v>
                </c:pt>
                <c:pt idx="1176">
                  <c:v>25049.73</c:v>
                </c:pt>
                <c:pt idx="1177">
                  <c:v>25057.22</c:v>
                </c:pt>
                <c:pt idx="1178">
                  <c:v>24776.77</c:v>
                </c:pt>
                <c:pt idx="1179">
                  <c:v>24770.41</c:v>
                </c:pt>
                <c:pt idx="1180">
                  <c:v>24366.3</c:v>
                </c:pt>
                <c:pt idx="1181">
                  <c:v>24325.62</c:v>
                </c:pt>
                <c:pt idx="1182">
                  <c:v>23995.94</c:v>
                </c:pt>
                <c:pt idx="1183">
                  <c:v>23732.52</c:v>
                </c:pt>
                <c:pt idx="1184">
                  <c:v>22961.47</c:v>
                </c:pt>
                <c:pt idx="1185">
                  <c:v>23132.76</c:v>
                </c:pt>
                <c:pt idx="1186">
                  <c:v>23301.360000000001</c:v>
                </c:pt>
                <c:pt idx="1187">
                  <c:v>23384.66</c:v>
                </c:pt>
                <c:pt idx="1188">
                  <c:v>22952.240000000002</c:v>
                </c:pt>
                <c:pt idx="1189">
                  <c:v>22930.14</c:v>
                </c:pt>
                <c:pt idx="1190">
                  <c:v>24280.03</c:v>
                </c:pt>
                <c:pt idx="1191">
                  <c:v>24399.95</c:v>
                </c:pt>
                <c:pt idx="1192">
                  <c:v>24388.13</c:v>
                </c:pt>
                <c:pt idx="1193">
                  <c:v>23934.77</c:v>
                </c:pt>
                <c:pt idx="1194">
                  <c:v>23797.47</c:v>
                </c:pt>
                <c:pt idx="1195">
                  <c:v>23829.74</c:v>
                </c:pt>
                <c:pt idx="1196">
                  <c:v>24180.3</c:v>
                </c:pt>
                <c:pt idx="1197">
                  <c:v>24245.68</c:v>
                </c:pt>
                <c:pt idx="1198">
                  <c:v>24602.06</c:v>
                </c:pt>
                <c:pt idx="1199">
                  <c:v>24230.17</c:v>
                </c:pt>
                <c:pt idx="1200">
                  <c:v>23980.63</c:v>
                </c:pt>
                <c:pt idx="1201">
                  <c:v>24137.48</c:v>
                </c:pt>
                <c:pt idx="1202">
                  <c:v>24280.14</c:v>
                </c:pt>
                <c:pt idx="1203">
                  <c:v>23831.33</c:v>
                </c:pt>
                <c:pt idx="1204">
                  <c:v>23977.32</c:v>
                </c:pt>
                <c:pt idx="1205">
                  <c:v>23893.360000000001</c:v>
                </c:pt>
                <c:pt idx="1206">
                  <c:v>23793.55</c:v>
                </c:pt>
                <c:pt idx="1207">
                  <c:v>24330.02</c:v>
                </c:pt>
                <c:pt idx="1208">
                  <c:v>24380</c:v>
                </c:pt>
                <c:pt idx="1209">
                  <c:v>24006.45</c:v>
                </c:pt>
                <c:pt idx="1210">
                  <c:v>24145.34</c:v>
                </c:pt>
                <c:pt idx="1211">
                  <c:v>24435.4</c:v>
                </c:pt>
                <c:pt idx="1212">
                  <c:v>24300.33</c:v>
                </c:pt>
                <c:pt idx="1213">
                  <c:v>23970.37</c:v>
                </c:pt>
                <c:pt idx="1214">
                  <c:v>24253.29</c:v>
                </c:pt>
                <c:pt idx="1215">
                  <c:v>23085.79</c:v>
                </c:pt>
                <c:pt idx="1216">
                  <c:v>23603.48</c:v>
                </c:pt>
                <c:pt idx="1217">
                  <c:v>23175.11</c:v>
                </c:pt>
                <c:pt idx="1218">
                  <c:v>23484.28</c:v>
                </c:pt>
                <c:pt idx="1219">
                  <c:v>23352.34</c:v>
                </c:pt>
                <c:pt idx="1220">
                  <c:v>23527.19</c:v>
                </c:pt>
                <c:pt idx="1221">
                  <c:v>22663.49</c:v>
                </c:pt>
                <c:pt idx="1222">
                  <c:v>21696.13</c:v>
                </c:pt>
                <c:pt idx="1223">
                  <c:v>22805.07</c:v>
                </c:pt>
                <c:pt idx="1224">
                  <c:v>21709.13</c:v>
                </c:pt>
                <c:pt idx="1225">
                  <c:v>22291.82</c:v>
                </c:pt>
                <c:pt idx="1226">
                  <c:v>23263.73</c:v>
                </c:pt>
                <c:pt idx="1227">
                  <c:v>23063.57</c:v>
                </c:pt>
                <c:pt idx="1228">
                  <c:v>24032.91</c:v>
                </c:pt>
                <c:pt idx="1229">
                  <c:v>24309.07</c:v>
                </c:pt>
                <c:pt idx="1230">
                  <c:v>25231.61</c:v>
                </c:pt>
                <c:pt idx="1231">
                  <c:v>25392.51</c:v>
                </c:pt>
                <c:pt idx="1232">
                  <c:v>25040.46</c:v>
                </c:pt>
                <c:pt idx="1233">
                  <c:v>26146.67</c:v>
                </c:pt>
                <c:pt idx="1234">
                  <c:v>26767.87</c:v>
                </c:pt>
                <c:pt idx="1235">
                  <c:v>26222.07</c:v>
                </c:pt>
                <c:pt idx="1236">
                  <c:v>26284.82</c:v>
                </c:pt>
                <c:pt idx="1237">
                  <c:v>26291.68</c:v>
                </c:pt>
                <c:pt idx="1238">
                  <c:v>26129.93</c:v>
                </c:pt>
                <c:pt idx="1239">
                  <c:v>26778.62</c:v>
                </c:pt>
                <c:pt idx="1240">
                  <c:v>26696.49</c:v>
                </c:pt>
                <c:pt idx="1241">
                  <c:v>26893.23</c:v>
                </c:pt>
                <c:pt idx="1242">
                  <c:v>26820.880000000001</c:v>
                </c:pt>
                <c:pt idx="1243">
                  <c:v>27308.81</c:v>
                </c:pt>
                <c:pt idx="1244">
                  <c:v>27609.16</c:v>
                </c:pt>
                <c:pt idx="1245">
                  <c:v>27655.81</c:v>
                </c:pt>
                <c:pt idx="1246">
                  <c:v>27530.2</c:v>
                </c:pt>
                <c:pt idx="1247">
                  <c:v>27959.599999999999</c:v>
                </c:pt>
                <c:pt idx="1248">
                  <c:v>27815.599999999999</c:v>
                </c:pt>
                <c:pt idx="1249">
                  <c:v>27730</c:v>
                </c:pt>
                <c:pt idx="1250">
                  <c:v>27823.66</c:v>
                </c:pt>
                <c:pt idx="1251">
                  <c:v>27583.88</c:v>
                </c:pt>
                <c:pt idx="1252">
                  <c:v>27241.34</c:v>
                </c:pt>
                <c:pt idx="1253">
                  <c:v>27404.27</c:v>
                </c:pt>
                <c:pt idx="1254">
                  <c:v>27493.7</c:v>
                </c:pt>
                <c:pt idx="1255">
                  <c:v>26786.74</c:v>
                </c:pt>
                <c:pt idx="1256">
                  <c:v>26675.98</c:v>
                </c:pt>
                <c:pt idx="1257">
                  <c:v>26356.98</c:v>
                </c:pt>
                <c:pt idx="1258">
                  <c:v>27985.33</c:v>
                </c:pt>
                <c:pt idx="1259">
                  <c:v>28795.91</c:v>
                </c:pt>
                <c:pt idx="1260">
                  <c:v>29056.42</c:v>
                </c:pt>
                <c:pt idx="1261">
                  <c:v>28883.040000000001</c:v>
                </c:pt>
                <c:pt idx="1262">
                  <c:v>28773.59</c:v>
                </c:pt>
                <c:pt idx="1263">
                  <c:v>28885.14</c:v>
                </c:pt>
                <c:pt idx="1264">
                  <c:v>28954.94</c:v>
                </c:pt>
                <c:pt idx="1265">
                  <c:v>28638.2</c:v>
                </c:pt>
                <c:pt idx="1266">
                  <c:v>28561</c:v>
                </c:pt>
                <c:pt idx="1267">
                  <c:v>28087.919999999998</c:v>
                </c:pt>
                <c:pt idx="1268">
                  <c:v>28322.06</c:v>
                </c:pt>
                <c:pt idx="1269">
                  <c:v>28226.19</c:v>
                </c:pt>
                <c:pt idx="1270">
                  <c:v>28451.5</c:v>
                </c:pt>
                <c:pt idx="1271">
                  <c:v>28543.52</c:v>
                </c:pt>
                <c:pt idx="1272">
                  <c:v>28189.75</c:v>
                </c:pt>
                <c:pt idx="1273">
                  <c:v>28319.39</c:v>
                </c:pt>
                <c:pt idx="1274">
                  <c:v>28225.42</c:v>
                </c:pt>
                <c:pt idx="1275">
                  <c:v>27864.21</c:v>
                </c:pt>
                <c:pt idx="1276">
                  <c:v>27906.41</c:v>
                </c:pt>
                <c:pt idx="1277">
                  <c:v>27871.35</c:v>
                </c:pt>
                <c:pt idx="1278">
                  <c:v>27800.49</c:v>
                </c:pt>
                <c:pt idx="1279">
                  <c:v>27884.21</c:v>
                </c:pt>
                <c:pt idx="1280">
                  <c:v>27843.71</c:v>
                </c:pt>
                <c:pt idx="1281">
                  <c:v>27508.09</c:v>
                </c:pt>
                <c:pt idx="1282">
                  <c:v>27687.759999999998</c:v>
                </c:pt>
                <c:pt idx="1283">
                  <c:v>26994.14</c:v>
                </c:pt>
                <c:pt idx="1284">
                  <c:v>26645.43</c:v>
                </c:pt>
                <c:pt idx="1285">
                  <c:v>26436.62</c:v>
                </c:pt>
                <c:pt idx="1286">
                  <c:v>26494.73</c:v>
                </c:pt>
                <c:pt idx="1287">
                  <c:v>26498.37</c:v>
                </c:pt>
                <c:pt idx="1288">
                  <c:v>26217.040000000001</c:v>
                </c:pt>
                <c:pt idx="1289">
                  <c:v>26062.560000000001</c:v>
                </c:pt>
                <c:pt idx="1290">
                  <c:v>26391.3</c:v>
                </c:pt>
                <c:pt idx="1291">
                  <c:v>26444.720000000001</c:v>
                </c:pt>
                <c:pt idx="1292">
                  <c:v>26346.49</c:v>
                </c:pt>
                <c:pt idx="1293">
                  <c:v>26893.73</c:v>
                </c:pt>
                <c:pt idx="1294">
                  <c:v>26954</c:v>
                </c:pt>
                <c:pt idx="1295">
                  <c:v>26913.919999999998</c:v>
                </c:pt>
                <c:pt idx="1296">
                  <c:v>26993.040000000001</c:v>
                </c:pt>
                <c:pt idx="1297">
                  <c:v>26595.08</c:v>
                </c:pt>
                <c:pt idx="1298">
                  <c:v>26466.880000000001</c:v>
                </c:pt>
                <c:pt idx="1299">
                  <c:v>26889.61</c:v>
                </c:pt>
                <c:pt idx="1300">
                  <c:v>27093.8</c:v>
                </c:pt>
                <c:pt idx="1301">
                  <c:v>26681.09</c:v>
                </c:pt>
                <c:pt idx="1302">
                  <c:v>26326.66</c:v>
                </c:pt>
                <c:pt idx="1303">
                  <c:v>26323.69</c:v>
                </c:pt>
                <c:pt idx="1304">
                  <c:v>26571.46</c:v>
                </c:pt>
                <c:pt idx="1305">
                  <c:v>27065.279999999999</c:v>
                </c:pt>
                <c:pt idx="1306">
                  <c:v>26926.55</c:v>
                </c:pt>
                <c:pt idx="1307">
                  <c:v>27651.14</c:v>
                </c:pt>
                <c:pt idx="1308">
                  <c:v>27847.23</c:v>
                </c:pt>
                <c:pt idx="1309">
                  <c:v>27688.639999999999</c:v>
                </c:pt>
                <c:pt idx="1310">
                  <c:v>27683.4</c:v>
                </c:pt>
                <c:pt idx="1311">
                  <c:v>27547.3</c:v>
                </c:pt>
                <c:pt idx="1312">
                  <c:v>27100.76</c:v>
                </c:pt>
                <c:pt idx="1313">
                  <c:v>26906.720000000001</c:v>
                </c:pt>
                <c:pt idx="1314">
                  <c:v>26667.71</c:v>
                </c:pt>
                <c:pt idx="1315">
                  <c:v>26786.76</c:v>
                </c:pt>
                <c:pt idx="1316">
                  <c:v>26891.26</c:v>
                </c:pt>
                <c:pt idx="1317">
                  <c:v>26667.39</c:v>
                </c:pt>
                <c:pt idx="1318">
                  <c:v>26797.95</c:v>
                </c:pt>
                <c:pt idx="1319">
                  <c:v>26566.73</c:v>
                </c:pt>
                <c:pt idx="1320">
                  <c:v>26786.2</c:v>
                </c:pt>
                <c:pt idx="1321">
                  <c:v>26725.68</c:v>
                </c:pt>
                <c:pt idx="1322">
                  <c:v>26719.58</c:v>
                </c:pt>
                <c:pt idx="1323">
                  <c:v>26848.49</c:v>
                </c:pt>
                <c:pt idx="1324">
                  <c:v>26664.28</c:v>
                </c:pt>
                <c:pt idx="1325">
                  <c:v>26503.93</c:v>
                </c:pt>
                <c:pt idx="1326">
                  <c:v>26521.85</c:v>
                </c:pt>
                <c:pt idx="1327">
                  <c:v>26308.44</c:v>
                </c:pt>
                <c:pt idx="1328">
                  <c:v>25707.93</c:v>
                </c:pt>
                <c:pt idx="1329">
                  <c:v>25682.81</c:v>
                </c:pt>
                <c:pt idx="1330">
                  <c:v>25893.4</c:v>
                </c:pt>
                <c:pt idx="1331">
                  <c:v>26041.93</c:v>
                </c:pt>
                <c:pt idx="1332">
                  <c:v>25945.35</c:v>
                </c:pt>
                <c:pt idx="1333">
                  <c:v>26281</c:v>
                </c:pt>
                <c:pt idx="1334">
                  <c:v>26222.400000000001</c:v>
                </c:pt>
                <c:pt idx="1335">
                  <c:v>26435.67</c:v>
                </c:pt>
                <c:pt idx="1336">
                  <c:v>26468.95</c:v>
                </c:pt>
                <c:pt idx="1337">
                  <c:v>26754.12</c:v>
                </c:pt>
                <c:pt idx="1338">
                  <c:v>26790.240000000002</c:v>
                </c:pt>
                <c:pt idx="1339">
                  <c:v>27124.55</c:v>
                </c:pt>
                <c:pt idx="1340">
                  <c:v>26683.68</c:v>
                </c:pt>
                <c:pt idx="1341">
                  <c:v>26681.4</c:v>
                </c:pt>
                <c:pt idx="1342">
                  <c:v>26690.76</c:v>
                </c:pt>
                <c:pt idx="1343">
                  <c:v>26515.53</c:v>
                </c:pt>
                <c:pt idx="1344">
                  <c:v>26523.23</c:v>
                </c:pt>
                <c:pt idx="1345">
                  <c:v>25527.85</c:v>
                </c:pt>
                <c:pt idx="1346">
                  <c:v>25626.55</c:v>
                </c:pt>
                <c:pt idx="1347">
                  <c:v>25724.73</c:v>
                </c:pt>
                <c:pt idx="1348">
                  <c:v>25703.5</c:v>
                </c:pt>
                <c:pt idx="1349">
                  <c:v>25615.48</c:v>
                </c:pt>
                <c:pt idx="1350">
                  <c:v>25664.07</c:v>
                </c:pt>
                <c:pt idx="1351">
                  <c:v>25680.33</c:v>
                </c:pt>
                <c:pt idx="1352">
                  <c:v>26179.33</c:v>
                </c:pt>
                <c:pt idx="1353">
                  <c:v>26048.720000000001</c:v>
                </c:pt>
                <c:pt idx="1354">
                  <c:v>26270.04</c:v>
                </c:pt>
                <c:pt idx="1355">
                  <c:v>26231.54</c:v>
                </c:pt>
                <c:pt idx="1356">
                  <c:v>26291.84</c:v>
                </c:pt>
                <c:pt idx="1357">
                  <c:v>25734.22</c:v>
                </c:pt>
                <c:pt idx="1358">
                  <c:v>25495.46</c:v>
                </c:pt>
                <c:pt idx="1359">
                  <c:v>25302.28</c:v>
                </c:pt>
                <c:pt idx="1360">
                  <c:v>25281.3</c:v>
                </c:pt>
                <c:pt idx="1361">
                  <c:v>25824.720000000001</c:v>
                </c:pt>
                <c:pt idx="1362">
                  <c:v>25939.3</c:v>
                </c:pt>
                <c:pt idx="1363">
                  <c:v>26120.77</c:v>
                </c:pt>
                <c:pt idx="1364">
                  <c:v>25997.03</c:v>
                </c:pt>
                <c:pt idx="1365">
                  <c:v>25976.240000000002</c:v>
                </c:pt>
                <c:pt idx="1366">
                  <c:v>26151.32</c:v>
                </c:pt>
                <c:pt idx="1367">
                  <c:v>26918.58</c:v>
                </c:pt>
                <c:pt idx="1368">
                  <c:v>27565.7</c:v>
                </c:pt>
                <c:pt idx="1369">
                  <c:v>27777.75</c:v>
                </c:pt>
                <c:pt idx="1370">
                  <c:v>28146.5</c:v>
                </c:pt>
                <c:pt idx="1371">
                  <c:v>28106.41</c:v>
                </c:pt>
                <c:pt idx="1372">
                  <c:v>28397.74</c:v>
                </c:pt>
                <c:pt idx="1373">
                  <c:v>28594.3</c:v>
                </c:pt>
                <c:pt idx="1374">
                  <c:v>28524.04</c:v>
                </c:pt>
                <c:pt idx="1375">
                  <c:v>28466.48</c:v>
                </c:pt>
                <c:pt idx="1376">
                  <c:v>28371.26</c:v>
                </c:pt>
                <c:pt idx="1377">
                  <c:v>28765.4</c:v>
                </c:pt>
                <c:pt idx="1378">
                  <c:v>28461.66</c:v>
                </c:pt>
                <c:pt idx="1379">
                  <c:v>28593.17</c:v>
                </c:pt>
                <c:pt idx="1380">
                  <c:v>28619.62</c:v>
                </c:pt>
                <c:pt idx="1381">
                  <c:v>28554.880000000001</c:v>
                </c:pt>
                <c:pt idx="1382">
                  <c:v>28471.62</c:v>
                </c:pt>
                <c:pt idx="1383">
                  <c:v>28431.8</c:v>
                </c:pt>
                <c:pt idx="1384">
                  <c:v>28204.69</c:v>
                </c:pt>
                <c:pt idx="1385">
                  <c:v>28116.28</c:v>
                </c:pt>
                <c:pt idx="1386">
                  <c:v>28331.69</c:v>
                </c:pt>
                <c:pt idx="1387">
                  <c:v>28774.83</c:v>
                </c:pt>
                <c:pt idx="1388">
                  <c:v>28795.77</c:v>
                </c:pt>
                <c:pt idx="1389">
                  <c:v>28855.14</c:v>
                </c:pt>
                <c:pt idx="1390">
                  <c:v>28875.56</c:v>
                </c:pt>
                <c:pt idx="1391">
                  <c:v>28542.62</c:v>
                </c:pt>
                <c:pt idx="1392">
                  <c:v>28621.42</c:v>
                </c:pt>
                <c:pt idx="1393">
                  <c:v>28221.98</c:v>
                </c:pt>
                <c:pt idx="1394">
                  <c:v>28185.98</c:v>
                </c:pt>
                <c:pt idx="1395">
                  <c:v>28513</c:v>
                </c:pt>
                <c:pt idx="1396">
                  <c:v>28473.71</c:v>
                </c:pt>
                <c:pt idx="1397">
                  <c:v>28550.43</c:v>
                </c:pt>
                <c:pt idx="1398">
                  <c:v>28202.14</c:v>
                </c:pt>
                <c:pt idx="1399">
                  <c:v>27498.77</c:v>
                </c:pt>
                <c:pt idx="1400">
                  <c:v>27227.16</c:v>
                </c:pt>
                <c:pt idx="1401">
                  <c:v>27118.35</c:v>
                </c:pt>
                <c:pt idx="1402">
                  <c:v>27294.71</c:v>
                </c:pt>
                <c:pt idx="1403">
                  <c:v>27308.46</c:v>
                </c:pt>
                <c:pt idx="1404">
                  <c:v>27789.34</c:v>
                </c:pt>
                <c:pt idx="1405">
                  <c:v>27578.639999999999</c:v>
                </c:pt>
                <c:pt idx="1406">
                  <c:v>26965.279999999999</c:v>
                </c:pt>
                <c:pt idx="1407">
                  <c:v>26895.439999999999</c:v>
                </c:pt>
                <c:pt idx="1408">
                  <c:v>26761.52</c:v>
                </c:pt>
                <c:pt idx="1409">
                  <c:v>26893.86</c:v>
                </c:pt>
                <c:pt idx="1410">
                  <c:v>26901.09</c:v>
                </c:pt>
                <c:pt idx="1411">
                  <c:v>27114.880000000001</c:v>
                </c:pt>
                <c:pt idx="1412">
                  <c:v>27235.71</c:v>
                </c:pt>
                <c:pt idx="1413">
                  <c:v>27390.81</c:v>
                </c:pt>
                <c:pt idx="1414">
                  <c:v>27288.09</c:v>
                </c:pt>
                <c:pt idx="1415">
                  <c:v>27353.93</c:v>
                </c:pt>
                <c:pt idx="1416">
                  <c:v>27267.13</c:v>
                </c:pt>
                <c:pt idx="1417">
                  <c:v>27705.94</c:v>
                </c:pt>
                <c:pt idx="1418">
                  <c:v>27657.24</c:v>
                </c:pt>
                <c:pt idx="1419">
                  <c:v>27787.61</c:v>
                </c:pt>
                <c:pt idx="1420">
                  <c:v>27946.46</c:v>
                </c:pt>
                <c:pt idx="1421">
                  <c:v>28275.07</c:v>
                </c:pt>
                <c:pt idx="1422">
                  <c:v>28268.71</c:v>
                </c:pt>
                <c:pt idx="1423">
                  <c:v>28122.02</c:v>
                </c:pt>
                <c:pt idx="1424">
                  <c:v>28550.240000000002</c:v>
                </c:pt>
                <c:pt idx="1425">
                  <c:v>28311.07</c:v>
                </c:pt>
                <c:pt idx="1426">
                  <c:v>29003.200000000001</c:v>
                </c:pt>
                <c:pt idx="1427">
                  <c:v>29363.02</c:v>
                </c:pt>
                <c:pt idx="1428">
                  <c:v>29209.82</c:v>
                </c:pt>
                <c:pt idx="1429">
                  <c:v>29605.01</c:v>
                </c:pt>
                <c:pt idx="1430">
                  <c:v>29549.8</c:v>
                </c:pt>
                <c:pt idx="1431">
                  <c:v>29805.83</c:v>
                </c:pt>
                <c:pt idx="1432">
                  <c:v>29963.24</c:v>
                </c:pt>
                <c:pt idx="1433">
                  <c:v>29963.26</c:v>
                </c:pt>
                <c:pt idx="1434">
                  <c:v>30124.68</c:v>
                </c:pt>
                <c:pt idx="1435">
                  <c:v>30129.87</c:v>
                </c:pt>
                <c:pt idx="1436">
                  <c:v>29810.720000000001</c:v>
                </c:pt>
                <c:pt idx="1437">
                  <c:v>29909.759999999998</c:v>
                </c:pt>
                <c:pt idx="1438">
                  <c:v>29839.45</c:v>
                </c:pt>
                <c:pt idx="1439">
                  <c:v>30119.56</c:v>
                </c:pt>
                <c:pt idx="1440">
                  <c:v>30157.49</c:v>
                </c:pt>
                <c:pt idx="1441">
                  <c:v>30077.15</c:v>
                </c:pt>
                <c:pt idx="1442">
                  <c:v>29936.32</c:v>
                </c:pt>
                <c:pt idx="1443">
                  <c:v>29986.39</c:v>
                </c:pt>
                <c:pt idx="1444">
                  <c:v>29624.67</c:v>
                </c:pt>
                <c:pt idx="1445">
                  <c:v>29562.02</c:v>
                </c:pt>
                <c:pt idx="1446">
                  <c:v>29051.360000000001</c:v>
                </c:pt>
                <c:pt idx="1447">
                  <c:v>28775.21</c:v>
                </c:pt>
                <c:pt idx="1448">
                  <c:v>28728.25</c:v>
                </c:pt>
                <c:pt idx="1449">
                  <c:v>28566.91</c:v>
                </c:pt>
                <c:pt idx="1450">
                  <c:v>28523.35</c:v>
                </c:pt>
                <c:pt idx="1451">
                  <c:v>29113.360000000001</c:v>
                </c:pt>
                <c:pt idx="1452">
                  <c:v>29071.56</c:v>
                </c:pt>
                <c:pt idx="1453">
                  <c:v>29320.97</c:v>
                </c:pt>
                <c:pt idx="1454">
                  <c:v>29466.28</c:v>
                </c:pt>
                <c:pt idx="1455">
                  <c:v>29409.01</c:v>
                </c:pt>
                <c:pt idx="1456">
                  <c:v>29012.26</c:v>
                </c:pt>
                <c:pt idx="1457">
                  <c:v>28851.39</c:v>
                </c:pt>
                <c:pt idx="1458">
                  <c:v>28807.45</c:v>
                </c:pt>
                <c:pt idx="1459">
                  <c:v>28920.87</c:v>
                </c:pt>
                <c:pt idx="1460">
                  <c:v>28503.3</c:v>
                </c:pt>
                <c:pt idx="1461">
                  <c:v>28228.42</c:v>
                </c:pt>
                <c:pt idx="1462">
                  <c:v>28779.45</c:v>
                </c:pt>
                <c:pt idx="1463">
                  <c:v>29037.599999999999</c:v>
                </c:pt>
                <c:pt idx="1464">
                  <c:v>28961.599999999999</c:v>
                </c:pt>
                <c:pt idx="1465">
                  <c:v>28959.59</c:v>
                </c:pt>
                <c:pt idx="1466">
                  <c:v>28812.17</c:v>
                </c:pt>
                <c:pt idx="1467">
                  <c:v>28633.18</c:v>
                </c:pt>
                <c:pt idx="1468">
                  <c:v>28757.439999999999</c:v>
                </c:pt>
                <c:pt idx="1469">
                  <c:v>28772.06</c:v>
                </c:pt>
                <c:pt idx="1470">
                  <c:v>28959.3</c:v>
                </c:pt>
                <c:pt idx="1471">
                  <c:v>28816.3</c:v>
                </c:pt>
                <c:pt idx="1472">
                  <c:v>28629.919999999998</c:v>
                </c:pt>
                <c:pt idx="1473">
                  <c:v>28514.05</c:v>
                </c:pt>
                <c:pt idx="1474">
                  <c:v>28228.13</c:v>
                </c:pt>
                <c:pt idx="1475">
                  <c:v>28347.01</c:v>
                </c:pt>
                <c:pt idx="1476">
                  <c:v>27900.84</c:v>
                </c:pt>
                <c:pt idx="1477">
                  <c:v>28432.05</c:v>
                </c:pt>
                <c:pt idx="1478">
                  <c:v>28497.59</c:v>
                </c:pt>
                <c:pt idx="1479">
                  <c:v>28171.33</c:v>
                </c:pt>
                <c:pt idx="1480">
                  <c:v>28143.84</c:v>
                </c:pt>
                <c:pt idx="1481">
                  <c:v>27642.85</c:v>
                </c:pt>
                <c:pt idx="1482">
                  <c:v>27531.68</c:v>
                </c:pt>
                <c:pt idx="1483">
                  <c:v>27576.959999999999</c:v>
                </c:pt>
                <c:pt idx="1484">
                  <c:v>27569.19</c:v>
                </c:pt>
                <c:pt idx="1485">
                  <c:v>27120.98</c:v>
                </c:pt>
                <c:pt idx="1486">
                  <c:v>27008.2</c:v>
                </c:pt>
                <c:pt idx="1487">
                  <c:v>27005.45</c:v>
                </c:pt>
                <c:pt idx="1488">
                  <c:v>27196.54</c:v>
                </c:pt>
                <c:pt idx="1489">
                  <c:v>27090.81</c:v>
                </c:pt>
                <c:pt idx="1490">
                  <c:v>26755.63</c:v>
                </c:pt>
                <c:pt idx="1491">
                  <c:v>26902.1</c:v>
                </c:pt>
                <c:pt idx="1492">
                  <c:v>26830.29</c:v>
                </c:pt>
                <c:pt idx="1493">
                  <c:v>26298.33</c:v>
                </c:pt>
                <c:pt idx="1494">
                  <c:v>26667.27</c:v>
                </c:pt>
                <c:pt idx="1495">
                  <c:v>26521.43</c:v>
                </c:pt>
                <c:pt idx="1496">
                  <c:v>26462.32</c:v>
                </c:pt>
                <c:pt idx="1497">
                  <c:v>25875.45</c:v>
                </c:pt>
                <c:pt idx="1498">
                  <c:v>25835.7</c:v>
                </c:pt>
                <c:pt idx="1499">
                  <c:v>25626.03</c:v>
                </c:pt>
                <c:pt idx="1500">
                  <c:v>25064.36</c:v>
                </c:pt>
                <c:pt idx="1501">
                  <c:v>25130.35</c:v>
                </c:pt>
                <c:pt idx="1502">
                  <c:v>25651.38</c:v>
                </c:pt>
                <c:pt idx="1503">
                  <c:v>25753.42</c:v>
                </c:pt>
                <c:pt idx="1504">
                  <c:v>25623.53</c:v>
                </c:pt>
                <c:pt idx="1505">
                  <c:v>25865.39</c:v>
                </c:pt>
                <c:pt idx="1506">
                  <c:v>25814.25</c:v>
                </c:pt>
                <c:pt idx="1507">
                  <c:v>26087.98</c:v>
                </c:pt>
                <c:pt idx="1508">
                  <c:v>26094.79</c:v>
                </c:pt>
                <c:pt idx="1509">
                  <c:v>26524.35</c:v>
                </c:pt>
                <c:pt idx="1510">
                  <c:v>26186.71</c:v>
                </c:pt>
                <c:pt idx="1511">
                  <c:v>25771.67</c:v>
                </c:pt>
                <c:pt idx="1512">
                  <c:v>25752.38</c:v>
                </c:pt>
                <c:pt idx="1513">
                  <c:v>26063.759999999998</c:v>
                </c:pt>
                <c:pt idx="1514">
                  <c:v>26156.38</c:v>
                </c:pt>
                <c:pt idx="1515">
                  <c:v>26819.68</c:v>
                </c:pt>
                <c:pt idx="1516">
                  <c:v>27260.44</c:v>
                </c:pt>
                <c:pt idx="1517">
                  <c:v>27182.04</c:v>
                </c:pt>
                <c:pt idx="1518">
                  <c:v>26506.75</c:v>
                </c:pt>
                <c:pt idx="1519">
                  <c:v>26451.03</c:v>
                </c:pt>
                <c:pt idx="1520">
                  <c:v>26682.560000000001</c:v>
                </c:pt>
                <c:pt idx="1521">
                  <c:v>26331.96</c:v>
                </c:pt>
                <c:pt idx="1522">
                  <c:v>26376.18</c:v>
                </c:pt>
                <c:pt idx="1523">
                  <c:v>25927.68</c:v>
                </c:pt>
                <c:pt idx="1524">
                  <c:v>26019.41</c:v>
                </c:pt>
                <c:pt idx="1525">
                  <c:v>25971.47</c:v>
                </c:pt>
                <c:pt idx="1526">
                  <c:v>25840.34</c:v>
                </c:pt>
                <c:pt idx="1527">
                  <c:v>26372</c:v>
                </c:pt>
                <c:pt idx="1528">
                  <c:v>26183.53</c:v>
                </c:pt>
                <c:pt idx="1529">
                  <c:v>26103.34</c:v>
                </c:pt>
                <c:pt idx="1530">
                  <c:v>25654.43</c:v>
                </c:pt>
                <c:pt idx="1531">
                  <c:v>25792.87</c:v>
                </c:pt>
                <c:pt idx="1532">
                  <c:v>25633.18</c:v>
                </c:pt>
                <c:pt idx="1533">
                  <c:v>25601.919999999998</c:v>
                </c:pt>
                <c:pt idx="1534">
                  <c:v>26227.72</c:v>
                </c:pt>
                <c:pt idx="1535">
                  <c:v>26147.69</c:v>
                </c:pt>
                <c:pt idx="1536">
                  <c:v>26120.959999999999</c:v>
                </c:pt>
                <c:pt idx="1537">
                  <c:v>25934.39</c:v>
                </c:pt>
                <c:pt idx="1538">
                  <c:v>26486.35</c:v>
                </c:pt>
                <c:pt idx="1539">
                  <c:v>25416</c:v>
                </c:pt>
                <c:pt idx="1540">
                  <c:v>24979.69</c:v>
                </c:pt>
                <c:pt idx="1541">
                  <c:v>24585.53</c:v>
                </c:pt>
                <c:pt idx="1542">
                  <c:v>24812.04</c:v>
                </c:pt>
                <c:pt idx="1543">
                  <c:v>24717.63</c:v>
                </c:pt>
                <c:pt idx="1544">
                  <c:v>24994.46</c:v>
                </c:pt>
                <c:pt idx="1545">
                  <c:v>25249.78</c:v>
                </c:pt>
                <c:pt idx="1546">
                  <c:v>25346.55</c:v>
                </c:pt>
                <c:pt idx="1547">
                  <c:v>26153.15</c:v>
                </c:pt>
                <c:pt idx="1548">
                  <c:v>25561.4</c:v>
                </c:pt>
                <c:pt idx="1549">
                  <c:v>25454.55</c:v>
                </c:pt>
                <c:pt idx="1550">
                  <c:v>25462.26</c:v>
                </c:pt>
                <c:pt idx="1551">
                  <c:v>25445.06</c:v>
                </c:pt>
                <c:pt idx="1552">
                  <c:v>25801.49</c:v>
                </c:pt>
                <c:pt idx="1553">
                  <c:v>25266.37</c:v>
                </c:pt>
                <c:pt idx="1554">
                  <c:v>26193.07</c:v>
                </c:pt>
                <c:pt idx="1555">
                  <c:v>26172.91</c:v>
                </c:pt>
                <c:pt idx="1556">
                  <c:v>26202.57</c:v>
                </c:pt>
                <c:pt idx="1557">
                  <c:v>27816.87</c:v>
                </c:pt>
                <c:pt idx="1558">
                  <c:v>27407.37</c:v>
                </c:pt>
                <c:pt idx="1559">
                  <c:v>27084.66</c:v>
                </c:pt>
                <c:pt idx="1560">
                  <c:v>26932.85</c:v>
                </c:pt>
                <c:pt idx="1561">
                  <c:v>27286.41</c:v>
                </c:pt>
                <c:pt idx="1562">
                  <c:v>27014.49</c:v>
                </c:pt>
                <c:pt idx="1563">
                  <c:v>26345.040000000001</c:v>
                </c:pt>
                <c:pt idx="1564">
                  <c:v>26422.55</c:v>
                </c:pt>
                <c:pt idx="1565">
                  <c:v>26613.42</c:v>
                </c:pt>
                <c:pt idx="1566">
                  <c:v>26973.47</c:v>
                </c:pt>
                <c:pt idx="1567">
                  <c:v>26974.82</c:v>
                </c:pt>
                <c:pt idx="1568">
                  <c:v>27243.85</c:v>
                </c:pt>
                <c:pt idx="1569">
                  <c:v>27973.34</c:v>
                </c:pt>
                <c:pt idx="1570">
                  <c:v>27712.54</c:v>
                </c:pt>
                <c:pt idx="1571">
                  <c:v>27888.55</c:v>
                </c:pt>
                <c:pt idx="1572">
                  <c:v>28164.05</c:v>
                </c:pt>
                <c:pt idx="1573">
                  <c:v>28416.44</c:v>
                </c:pt>
                <c:pt idx="1574">
                  <c:v>28351.62</c:v>
                </c:pt>
                <c:pt idx="1575">
                  <c:v>28271.27</c:v>
                </c:pt>
                <c:pt idx="1576">
                  <c:v>27671.87</c:v>
                </c:pt>
                <c:pt idx="1577">
                  <c:v>27790.46</c:v>
                </c:pt>
                <c:pt idx="1578">
                  <c:v>27927.58</c:v>
                </c:pt>
                <c:pt idx="1579">
                  <c:v>27752.79</c:v>
                </c:pt>
                <c:pt idx="1580">
                  <c:v>27598.02</c:v>
                </c:pt>
                <c:pt idx="1581">
                  <c:v>27213.41</c:v>
                </c:pt>
                <c:pt idx="1582">
                  <c:v>27100.06</c:v>
                </c:pt>
                <c:pt idx="1583">
                  <c:v>27323.59</c:v>
                </c:pt>
                <c:pt idx="1584">
                  <c:v>27752.93</c:v>
                </c:pt>
                <c:pt idx="1585">
                  <c:v>27936.57</c:v>
                </c:pt>
                <c:pt idx="1586">
                  <c:v>28366.62</c:v>
                </c:pt>
                <c:pt idx="1587">
                  <c:v>28607.3</c:v>
                </c:pt>
                <c:pt idx="1588">
                  <c:v>28359.14</c:v>
                </c:pt>
                <c:pt idx="1589">
                  <c:v>28248.880000000001</c:v>
                </c:pt>
                <c:pt idx="1590">
                  <c:v>27819.56</c:v>
                </c:pt>
                <c:pt idx="1591">
                  <c:v>27676.32</c:v>
                </c:pt>
                <c:pt idx="1592">
                  <c:v>27714.560000000001</c:v>
                </c:pt>
                <c:pt idx="1593">
                  <c:v>28340.74</c:v>
                </c:pt>
                <c:pt idx="1594">
                  <c:v>28583.01</c:v>
                </c:pt>
                <c:pt idx="1595">
                  <c:v>28733.13</c:v>
                </c:pt>
                <c:pt idx="1596">
                  <c:v>28804.28</c:v>
                </c:pt>
                <c:pt idx="1597">
                  <c:v>28781.14</c:v>
                </c:pt>
                <c:pt idx="1598">
                  <c:v>28920.9</c:v>
                </c:pt>
                <c:pt idx="1599">
                  <c:v>28662.57</c:v>
                </c:pt>
                <c:pt idx="1600">
                  <c:v>28256.12</c:v>
                </c:pt>
                <c:pt idx="1601">
                  <c:v>28224.48</c:v>
                </c:pt>
                <c:pt idx="1602">
                  <c:v>28010.86</c:v>
                </c:pt>
                <c:pt idx="1603">
                  <c:v>28117.42</c:v>
                </c:pt>
                <c:pt idx="1604">
                  <c:v>28181.68</c:v>
                </c:pt>
                <c:pt idx="1605">
                  <c:v>28539.66</c:v>
                </c:pt>
                <c:pt idx="1606">
                  <c:v>28525.439999999999</c:v>
                </c:pt>
                <c:pt idx="1607">
                  <c:v>28480.83</c:v>
                </c:pt>
                <c:pt idx="1608">
                  <c:v>28311.69</c:v>
                </c:pt>
                <c:pt idx="1609">
                  <c:v>28682.25</c:v>
                </c:pt>
                <c:pt idx="1610">
                  <c:v>28688.5</c:v>
                </c:pt>
                <c:pt idx="1611">
                  <c:v>28315.62</c:v>
                </c:pt>
                <c:pt idx="1612">
                  <c:v>28182.09</c:v>
                </c:pt>
                <c:pt idx="1613">
                  <c:v>28241.67</c:v>
                </c:pt>
                <c:pt idx="1614">
                  <c:v>28545.57</c:v>
                </c:pt>
                <c:pt idx="1615">
                  <c:v>28955.11</c:v>
                </c:pt>
                <c:pt idx="1616">
                  <c:v>28497.32</c:v>
                </c:pt>
                <c:pt idx="1617">
                  <c:v>28356.26</c:v>
                </c:pt>
                <c:pt idx="1618">
                  <c:v>28881.4</c:v>
                </c:pt>
                <c:pt idx="1619">
                  <c:v>28961.39</c:v>
                </c:pt>
                <c:pt idx="1620">
                  <c:v>29338.7</c:v>
                </c:pt>
                <c:pt idx="1621">
                  <c:v>29296.05</c:v>
                </c:pt>
                <c:pt idx="1622">
                  <c:v>29696.17</c:v>
                </c:pt>
                <c:pt idx="1623">
                  <c:v>29468.15</c:v>
                </c:pt>
                <c:pt idx="1624">
                  <c:v>30309.49</c:v>
                </c:pt>
                <c:pt idx="1625">
                  <c:v>30440.17</c:v>
                </c:pt>
                <c:pt idx="1626">
                  <c:v>30725.15</c:v>
                </c:pt>
                <c:pt idx="1627">
                  <c:v>31103.06</c:v>
                </c:pt>
                <c:pt idx="1628">
                  <c:v>31063.7</c:v>
                </c:pt>
                <c:pt idx="1629">
                  <c:v>30958.21</c:v>
                </c:pt>
                <c:pt idx="1630">
                  <c:v>31512.63</c:v>
                </c:pt>
                <c:pt idx="1631">
                  <c:v>31259.1</c:v>
                </c:pt>
                <c:pt idx="1632">
                  <c:v>31093.45</c:v>
                </c:pt>
                <c:pt idx="1633">
                  <c:v>30997.98</c:v>
                </c:pt>
                <c:pt idx="1634">
                  <c:v>30492.91</c:v>
                </c:pt>
                <c:pt idx="1635">
                  <c:v>30468.560000000001</c:v>
                </c:pt>
                <c:pt idx="1636">
                  <c:v>30056.79</c:v>
                </c:pt>
                <c:pt idx="1637">
                  <c:v>30484.58</c:v>
                </c:pt>
                <c:pt idx="1638">
                  <c:v>30792.26</c:v>
                </c:pt>
                <c:pt idx="1639">
                  <c:v>30588.04</c:v>
                </c:pt>
                <c:pt idx="1640">
                  <c:v>30760.41</c:v>
                </c:pt>
                <c:pt idx="1641">
                  <c:v>30665.64</c:v>
                </c:pt>
                <c:pt idx="1642">
                  <c:v>31234.35</c:v>
                </c:pt>
                <c:pt idx="1643">
                  <c:v>31047.91</c:v>
                </c:pt>
                <c:pt idx="1644">
                  <c:v>30942.15</c:v>
                </c:pt>
                <c:pt idx="1645">
                  <c:v>31110.2</c:v>
                </c:pt>
                <c:pt idx="1646">
                  <c:v>31152.03</c:v>
                </c:pt>
                <c:pt idx="1647">
                  <c:v>31541.08</c:v>
                </c:pt>
                <c:pt idx="1648">
                  <c:v>31122.06</c:v>
                </c:pt>
                <c:pt idx="1649">
                  <c:v>30809.22</c:v>
                </c:pt>
                <c:pt idx="1650">
                  <c:v>30536.14</c:v>
                </c:pt>
                <c:pt idx="1651">
                  <c:v>30402.81</c:v>
                </c:pt>
                <c:pt idx="1652">
                  <c:v>29994.26</c:v>
                </c:pt>
                <c:pt idx="1653">
                  <c:v>29926.5</c:v>
                </c:pt>
                <c:pt idx="1654">
                  <c:v>30313.37</c:v>
                </c:pt>
                <c:pt idx="1655">
                  <c:v>30723.88</c:v>
                </c:pt>
                <c:pt idx="1656">
                  <c:v>30328.15</c:v>
                </c:pt>
                <c:pt idx="1657">
                  <c:v>30636.240000000002</c:v>
                </c:pt>
                <c:pt idx="1658">
                  <c:v>30254.400000000001</c:v>
                </c:pt>
                <c:pt idx="1659">
                  <c:v>30418.33</c:v>
                </c:pt>
                <c:pt idx="1660">
                  <c:v>30708.44</c:v>
                </c:pt>
                <c:pt idx="1661">
                  <c:v>30284.25</c:v>
                </c:pt>
                <c:pt idx="1662">
                  <c:v>30062.75</c:v>
                </c:pt>
                <c:pt idx="1663">
                  <c:v>30315.59</c:v>
                </c:pt>
                <c:pt idx="1664">
                  <c:v>30808.38</c:v>
                </c:pt>
                <c:pt idx="1665">
                  <c:v>30831.279999999999</c:v>
                </c:pt>
                <c:pt idx="1666">
                  <c:v>30897.71</c:v>
                </c:pt>
                <c:pt idx="1667">
                  <c:v>30728.74</c:v>
                </c:pt>
                <c:pt idx="1668">
                  <c:v>30229.58</c:v>
                </c:pt>
                <c:pt idx="1669">
                  <c:v>30093.38</c:v>
                </c:pt>
                <c:pt idx="1670">
                  <c:v>30022.53</c:v>
                </c:pt>
                <c:pt idx="1671">
                  <c:v>30790.83</c:v>
                </c:pt>
                <c:pt idx="1672">
                  <c:v>30548.77</c:v>
                </c:pt>
                <c:pt idx="1673">
                  <c:v>30309.29</c:v>
                </c:pt>
                <c:pt idx="1674">
                  <c:v>31071.05</c:v>
                </c:pt>
                <c:pt idx="1675">
                  <c:v>31414.52</c:v>
                </c:pt>
                <c:pt idx="1676">
                  <c:v>31549.93</c:v>
                </c:pt>
                <c:pt idx="1677">
                  <c:v>31513.759999999998</c:v>
                </c:pt>
                <c:pt idx="1678">
                  <c:v>31501.97</c:v>
                </c:pt>
                <c:pt idx="1679">
                  <c:v>31541.1</c:v>
                </c:pt>
                <c:pt idx="1680">
                  <c:v>31435.01</c:v>
                </c:pt>
                <c:pt idx="1681">
                  <c:v>31601.45</c:v>
                </c:pt>
                <c:pt idx="1682">
                  <c:v>31594.33</c:v>
                </c:pt>
                <c:pt idx="1683">
                  <c:v>30996.21</c:v>
                </c:pt>
                <c:pt idx="1684">
                  <c:v>30654.52</c:v>
                </c:pt>
                <c:pt idx="1685">
                  <c:v>30196.92</c:v>
                </c:pt>
                <c:pt idx="1686">
                  <c:v>30510.73</c:v>
                </c:pt>
                <c:pt idx="1687">
                  <c:v>29886.39</c:v>
                </c:pt>
                <c:pt idx="1688">
                  <c:v>30583.45</c:v>
                </c:pt>
                <c:pt idx="1689">
                  <c:v>31044.25</c:v>
                </c:pt>
                <c:pt idx="1690">
                  <c:v>30844.720000000001</c:v>
                </c:pt>
                <c:pt idx="1691">
                  <c:v>31268.66</c:v>
                </c:pt>
                <c:pt idx="1692">
                  <c:v>31498.6</c:v>
                </c:pt>
                <c:pt idx="1693">
                  <c:v>31267.17</c:v>
                </c:pt>
                <c:pt idx="1694">
                  <c:v>30965.68</c:v>
                </c:pt>
                <c:pt idx="1695">
                  <c:v>29459.63</c:v>
                </c:pt>
                <c:pt idx="1696">
                  <c:v>29507.42</c:v>
                </c:pt>
                <c:pt idx="1697">
                  <c:v>30451.27</c:v>
                </c:pt>
                <c:pt idx="1698">
                  <c:v>30323.200000000001</c:v>
                </c:pt>
                <c:pt idx="1699">
                  <c:v>30595.42</c:v>
                </c:pt>
                <c:pt idx="1700">
                  <c:v>32245.22</c:v>
                </c:pt>
                <c:pt idx="1701">
                  <c:v>32601.78</c:v>
                </c:pt>
                <c:pt idx="1702">
                  <c:v>32642.09</c:v>
                </c:pt>
                <c:pt idx="1703">
                  <c:v>32887.269999999997</c:v>
                </c:pt>
                <c:pt idx="1704">
                  <c:v>32607.29</c:v>
                </c:pt>
                <c:pt idx="1705">
                  <c:v>32966.89</c:v>
                </c:pt>
                <c:pt idx="1706">
                  <c:v>33154.120000000003</c:v>
                </c:pt>
                <c:pt idx="1707">
                  <c:v>32654.45</c:v>
                </c:pt>
                <c:pt idx="1708">
                  <c:v>32958.69</c:v>
                </c:pt>
                <c:pt idx="1709">
                  <c:v>32930.699999999997</c:v>
                </c:pt>
                <c:pt idx="1710">
                  <c:v>32393.41</c:v>
                </c:pt>
                <c:pt idx="1711">
                  <c:v>32254.89</c:v>
                </c:pt>
                <c:pt idx="1712">
                  <c:v>32121.94</c:v>
                </c:pt>
                <c:pt idx="1713">
                  <c:v>31983.41</c:v>
                </c:pt>
                <c:pt idx="1714">
                  <c:v>31904.75</c:v>
                </c:pt>
                <c:pt idx="1715">
                  <c:v>31338.87</c:v>
                </c:pt>
                <c:pt idx="1716">
                  <c:v>31412.54</c:v>
                </c:pt>
                <c:pt idx="1717">
                  <c:v>31120.39</c:v>
                </c:pt>
                <c:pt idx="1718">
                  <c:v>31073.72</c:v>
                </c:pt>
                <c:pt idx="1719">
                  <c:v>31011.41</c:v>
                </c:pt>
                <c:pt idx="1720">
                  <c:v>30899.53</c:v>
                </c:pt>
                <c:pt idx="1721">
                  <c:v>30814.639999999999</c:v>
                </c:pt>
                <c:pt idx="1722">
                  <c:v>30736.48</c:v>
                </c:pt>
                <c:pt idx="1723">
                  <c:v>30560.95</c:v>
                </c:pt>
                <c:pt idx="1724">
                  <c:v>30515.31</c:v>
                </c:pt>
                <c:pt idx="1725">
                  <c:v>29919.15</c:v>
                </c:pt>
                <c:pt idx="1726">
                  <c:v>29863.71</c:v>
                </c:pt>
                <c:pt idx="1727">
                  <c:v>29597.66</c:v>
                </c:pt>
                <c:pt idx="1728">
                  <c:v>29578.01</c:v>
                </c:pt>
                <c:pt idx="1729">
                  <c:v>29367.06</c:v>
                </c:pt>
                <c:pt idx="1730">
                  <c:v>29234.09</c:v>
                </c:pt>
                <c:pt idx="1731">
                  <c:v>29253.66</c:v>
                </c:pt>
                <c:pt idx="1732">
                  <c:v>29050.41</c:v>
                </c:pt>
                <c:pt idx="1733">
                  <c:v>28848.11</c:v>
                </c:pt>
                <c:pt idx="1734">
                  <c:v>29166.38</c:v>
                </c:pt>
                <c:pt idx="1735">
                  <c:v>29222.1</c:v>
                </c:pt>
                <c:pt idx="1736">
                  <c:v>28793.88</c:v>
                </c:pt>
                <c:pt idx="1737">
                  <c:v>28965.29</c:v>
                </c:pt>
                <c:pt idx="1738">
                  <c:v>28639.85</c:v>
                </c:pt>
                <c:pt idx="1739">
                  <c:v>28303.19</c:v>
                </c:pt>
                <c:pt idx="1740">
                  <c:v>28224.799999999999</c:v>
                </c:pt>
                <c:pt idx="1741">
                  <c:v>28842.799999999999</c:v>
                </c:pt>
                <c:pt idx="1742">
                  <c:v>29138.28</c:v>
                </c:pt>
                <c:pt idx="1743">
                  <c:v>29074.240000000002</c:v>
                </c:pt>
                <c:pt idx="1744">
                  <c:v>29177.35</c:v>
                </c:pt>
                <c:pt idx="1745">
                  <c:v>29623.83</c:v>
                </c:pt>
                <c:pt idx="1746">
                  <c:v>29680.85</c:v>
                </c:pt>
              </c:numCache>
            </c:numRef>
          </c:val>
          <c:smooth val="1"/>
          <c:extLst>
            <c:ext xmlns:c16="http://schemas.microsoft.com/office/drawing/2014/chart" uri="{C3380CC4-5D6E-409C-BE32-E72D297353CC}">
              <c16:uniqueId val="{00000000-B2C8-4E43-8014-6A7775D0B8B6}"/>
            </c:ext>
          </c:extLst>
        </c:ser>
        <c:dLbls>
          <c:showLegendKey val="0"/>
          <c:showVal val="0"/>
          <c:showCatName val="0"/>
          <c:showSerName val="0"/>
          <c:showPercent val="0"/>
          <c:showBubbleSize val="0"/>
        </c:dLbls>
        <c:marker val="1"/>
        <c:smooth val="0"/>
        <c:axId val="2000001472"/>
        <c:axId val="2000001473"/>
      </c:lineChart>
      <c:lineChart>
        <c:grouping val="standard"/>
        <c:varyColors val="0"/>
        <c:ser>
          <c:idx val="2"/>
          <c:order val="1"/>
          <c:tx>
            <c:strRef>
              <c:f>'22-23 南向资金 (3)'!$E$3</c:f>
              <c:strCache>
                <c:ptCount val="1"/>
                <c:pt idx="0">
                  <c:v>主动型外资流入H股（右轴，百万美元）</c:v>
                </c:pt>
              </c:strCache>
            </c:strRef>
          </c:tx>
          <c:spPr>
            <a:ln>
              <a:solidFill>
                <a:srgbClr val="2C3160"/>
              </a:solidFill>
              <a:prstDash val="solid"/>
            </a:ln>
          </c:spPr>
          <c:marker>
            <c:symbol val="none"/>
          </c:marker>
          <c:cat>
            <c:numRef>
              <c:f>'22-23 南向资金 (3)'!$A$4:$A$1750</c:f>
              <c:numCache>
                <c:formatCode>yyyy\-mm\-dd</c:formatCode>
                <c:ptCount val="1747"/>
                <c:pt idx="0">
                  <c:v>45860</c:v>
                </c:pt>
                <c:pt idx="1">
                  <c:v>45859</c:v>
                </c:pt>
                <c:pt idx="2">
                  <c:v>45856</c:v>
                </c:pt>
                <c:pt idx="3">
                  <c:v>45855</c:v>
                </c:pt>
                <c:pt idx="4">
                  <c:v>45854</c:v>
                </c:pt>
                <c:pt idx="5">
                  <c:v>45853</c:v>
                </c:pt>
                <c:pt idx="6">
                  <c:v>45852</c:v>
                </c:pt>
                <c:pt idx="7">
                  <c:v>45849</c:v>
                </c:pt>
                <c:pt idx="8">
                  <c:v>45848</c:v>
                </c:pt>
                <c:pt idx="9">
                  <c:v>45847</c:v>
                </c:pt>
                <c:pt idx="10">
                  <c:v>45846</c:v>
                </c:pt>
                <c:pt idx="11">
                  <c:v>45845</c:v>
                </c:pt>
                <c:pt idx="12">
                  <c:v>45842</c:v>
                </c:pt>
                <c:pt idx="13">
                  <c:v>45841</c:v>
                </c:pt>
                <c:pt idx="14">
                  <c:v>45840</c:v>
                </c:pt>
                <c:pt idx="15">
                  <c:v>45838</c:v>
                </c:pt>
                <c:pt idx="16">
                  <c:v>45835</c:v>
                </c:pt>
                <c:pt idx="17">
                  <c:v>45834</c:v>
                </c:pt>
                <c:pt idx="18">
                  <c:v>45833</c:v>
                </c:pt>
                <c:pt idx="19">
                  <c:v>45832</c:v>
                </c:pt>
                <c:pt idx="20">
                  <c:v>45831</c:v>
                </c:pt>
                <c:pt idx="21">
                  <c:v>45828</c:v>
                </c:pt>
                <c:pt idx="22">
                  <c:v>45827</c:v>
                </c:pt>
                <c:pt idx="23">
                  <c:v>45826</c:v>
                </c:pt>
                <c:pt idx="24">
                  <c:v>45825</c:v>
                </c:pt>
                <c:pt idx="25">
                  <c:v>45824</c:v>
                </c:pt>
                <c:pt idx="26">
                  <c:v>45821</c:v>
                </c:pt>
                <c:pt idx="27">
                  <c:v>45820</c:v>
                </c:pt>
                <c:pt idx="28">
                  <c:v>45819</c:v>
                </c:pt>
                <c:pt idx="29">
                  <c:v>45818</c:v>
                </c:pt>
                <c:pt idx="30">
                  <c:v>45817</c:v>
                </c:pt>
                <c:pt idx="31">
                  <c:v>45814</c:v>
                </c:pt>
                <c:pt idx="32">
                  <c:v>45813</c:v>
                </c:pt>
                <c:pt idx="33">
                  <c:v>45812</c:v>
                </c:pt>
                <c:pt idx="34">
                  <c:v>45811</c:v>
                </c:pt>
                <c:pt idx="35">
                  <c:v>45807</c:v>
                </c:pt>
                <c:pt idx="36">
                  <c:v>45806</c:v>
                </c:pt>
                <c:pt idx="37">
                  <c:v>45805</c:v>
                </c:pt>
                <c:pt idx="38">
                  <c:v>45804</c:v>
                </c:pt>
                <c:pt idx="39">
                  <c:v>45803</c:v>
                </c:pt>
                <c:pt idx="40">
                  <c:v>45800</c:v>
                </c:pt>
                <c:pt idx="41">
                  <c:v>45799</c:v>
                </c:pt>
                <c:pt idx="42">
                  <c:v>45798</c:v>
                </c:pt>
                <c:pt idx="43">
                  <c:v>45797</c:v>
                </c:pt>
                <c:pt idx="44">
                  <c:v>45796</c:v>
                </c:pt>
                <c:pt idx="45">
                  <c:v>45793</c:v>
                </c:pt>
                <c:pt idx="46">
                  <c:v>45792</c:v>
                </c:pt>
                <c:pt idx="47">
                  <c:v>45791</c:v>
                </c:pt>
                <c:pt idx="48">
                  <c:v>45790</c:v>
                </c:pt>
                <c:pt idx="49">
                  <c:v>45789</c:v>
                </c:pt>
                <c:pt idx="50">
                  <c:v>45786</c:v>
                </c:pt>
                <c:pt idx="51">
                  <c:v>45785</c:v>
                </c:pt>
                <c:pt idx="52">
                  <c:v>45784</c:v>
                </c:pt>
                <c:pt idx="53">
                  <c:v>45783</c:v>
                </c:pt>
                <c:pt idx="54">
                  <c:v>45777</c:v>
                </c:pt>
                <c:pt idx="55">
                  <c:v>45776</c:v>
                </c:pt>
                <c:pt idx="56">
                  <c:v>45775</c:v>
                </c:pt>
                <c:pt idx="57">
                  <c:v>45772</c:v>
                </c:pt>
                <c:pt idx="58">
                  <c:v>45771</c:v>
                </c:pt>
                <c:pt idx="59">
                  <c:v>45770</c:v>
                </c:pt>
                <c:pt idx="60">
                  <c:v>45769</c:v>
                </c:pt>
                <c:pt idx="61">
                  <c:v>45764</c:v>
                </c:pt>
                <c:pt idx="62">
                  <c:v>45763</c:v>
                </c:pt>
                <c:pt idx="63">
                  <c:v>45762</c:v>
                </c:pt>
                <c:pt idx="64">
                  <c:v>45761</c:v>
                </c:pt>
                <c:pt idx="65">
                  <c:v>45758</c:v>
                </c:pt>
                <c:pt idx="66">
                  <c:v>45757</c:v>
                </c:pt>
                <c:pt idx="67">
                  <c:v>45756</c:v>
                </c:pt>
                <c:pt idx="68">
                  <c:v>45755</c:v>
                </c:pt>
                <c:pt idx="69">
                  <c:v>45754</c:v>
                </c:pt>
                <c:pt idx="70">
                  <c:v>45750</c:v>
                </c:pt>
                <c:pt idx="71">
                  <c:v>45749</c:v>
                </c:pt>
                <c:pt idx="72">
                  <c:v>45748</c:v>
                </c:pt>
                <c:pt idx="73">
                  <c:v>45747</c:v>
                </c:pt>
                <c:pt idx="74">
                  <c:v>45744</c:v>
                </c:pt>
                <c:pt idx="75">
                  <c:v>45743</c:v>
                </c:pt>
                <c:pt idx="76">
                  <c:v>45742</c:v>
                </c:pt>
                <c:pt idx="77">
                  <c:v>45741</c:v>
                </c:pt>
                <c:pt idx="78">
                  <c:v>45740</c:v>
                </c:pt>
                <c:pt idx="79">
                  <c:v>45737</c:v>
                </c:pt>
                <c:pt idx="80">
                  <c:v>45736</c:v>
                </c:pt>
                <c:pt idx="81">
                  <c:v>45735</c:v>
                </c:pt>
                <c:pt idx="82">
                  <c:v>45734</c:v>
                </c:pt>
                <c:pt idx="83">
                  <c:v>45733</c:v>
                </c:pt>
                <c:pt idx="84">
                  <c:v>45730</c:v>
                </c:pt>
                <c:pt idx="85">
                  <c:v>45729</c:v>
                </c:pt>
                <c:pt idx="86">
                  <c:v>45728</c:v>
                </c:pt>
                <c:pt idx="87">
                  <c:v>45727</c:v>
                </c:pt>
                <c:pt idx="88">
                  <c:v>45726</c:v>
                </c:pt>
                <c:pt idx="89">
                  <c:v>45723</c:v>
                </c:pt>
                <c:pt idx="90">
                  <c:v>45722</c:v>
                </c:pt>
                <c:pt idx="91">
                  <c:v>45721</c:v>
                </c:pt>
                <c:pt idx="92">
                  <c:v>45720</c:v>
                </c:pt>
                <c:pt idx="93">
                  <c:v>45719</c:v>
                </c:pt>
                <c:pt idx="94">
                  <c:v>45716</c:v>
                </c:pt>
                <c:pt idx="95">
                  <c:v>45715</c:v>
                </c:pt>
                <c:pt idx="96">
                  <c:v>45714</c:v>
                </c:pt>
                <c:pt idx="97">
                  <c:v>45713</c:v>
                </c:pt>
                <c:pt idx="98">
                  <c:v>45712</c:v>
                </c:pt>
                <c:pt idx="99">
                  <c:v>45709</c:v>
                </c:pt>
                <c:pt idx="100">
                  <c:v>45708</c:v>
                </c:pt>
                <c:pt idx="101">
                  <c:v>45707</c:v>
                </c:pt>
                <c:pt idx="102">
                  <c:v>45706</c:v>
                </c:pt>
                <c:pt idx="103">
                  <c:v>45705</c:v>
                </c:pt>
                <c:pt idx="104">
                  <c:v>45702</c:v>
                </c:pt>
                <c:pt idx="105">
                  <c:v>45701</c:v>
                </c:pt>
                <c:pt idx="106">
                  <c:v>45700</c:v>
                </c:pt>
                <c:pt idx="107">
                  <c:v>45699</c:v>
                </c:pt>
                <c:pt idx="108">
                  <c:v>45698</c:v>
                </c:pt>
                <c:pt idx="109">
                  <c:v>45695</c:v>
                </c:pt>
                <c:pt idx="110">
                  <c:v>45694</c:v>
                </c:pt>
                <c:pt idx="111">
                  <c:v>45693</c:v>
                </c:pt>
                <c:pt idx="112">
                  <c:v>45684</c:v>
                </c:pt>
                <c:pt idx="113">
                  <c:v>45681</c:v>
                </c:pt>
                <c:pt idx="114">
                  <c:v>45680</c:v>
                </c:pt>
                <c:pt idx="115">
                  <c:v>45679</c:v>
                </c:pt>
                <c:pt idx="116">
                  <c:v>45678</c:v>
                </c:pt>
                <c:pt idx="117">
                  <c:v>45677</c:v>
                </c:pt>
                <c:pt idx="118">
                  <c:v>45674</c:v>
                </c:pt>
                <c:pt idx="119">
                  <c:v>45673</c:v>
                </c:pt>
                <c:pt idx="120">
                  <c:v>45672</c:v>
                </c:pt>
                <c:pt idx="121">
                  <c:v>45671</c:v>
                </c:pt>
                <c:pt idx="122">
                  <c:v>45670</c:v>
                </c:pt>
                <c:pt idx="123">
                  <c:v>45667</c:v>
                </c:pt>
                <c:pt idx="124">
                  <c:v>45666</c:v>
                </c:pt>
                <c:pt idx="125">
                  <c:v>45665</c:v>
                </c:pt>
                <c:pt idx="126">
                  <c:v>45664</c:v>
                </c:pt>
                <c:pt idx="127">
                  <c:v>45663</c:v>
                </c:pt>
                <c:pt idx="128">
                  <c:v>45660</c:v>
                </c:pt>
                <c:pt idx="129">
                  <c:v>45659</c:v>
                </c:pt>
                <c:pt idx="130">
                  <c:v>45657</c:v>
                </c:pt>
                <c:pt idx="131">
                  <c:v>45656</c:v>
                </c:pt>
                <c:pt idx="132">
                  <c:v>45653</c:v>
                </c:pt>
                <c:pt idx="133">
                  <c:v>45650</c:v>
                </c:pt>
                <c:pt idx="134">
                  <c:v>45649</c:v>
                </c:pt>
                <c:pt idx="135">
                  <c:v>45646</c:v>
                </c:pt>
                <c:pt idx="136">
                  <c:v>45645</c:v>
                </c:pt>
                <c:pt idx="137">
                  <c:v>45644</c:v>
                </c:pt>
                <c:pt idx="138">
                  <c:v>45643</c:v>
                </c:pt>
                <c:pt idx="139">
                  <c:v>45642</c:v>
                </c:pt>
                <c:pt idx="140">
                  <c:v>45639</c:v>
                </c:pt>
                <c:pt idx="141">
                  <c:v>45638</c:v>
                </c:pt>
                <c:pt idx="142">
                  <c:v>45637</c:v>
                </c:pt>
                <c:pt idx="143">
                  <c:v>45636</c:v>
                </c:pt>
                <c:pt idx="144">
                  <c:v>45635</c:v>
                </c:pt>
                <c:pt idx="145">
                  <c:v>45632</c:v>
                </c:pt>
                <c:pt idx="146">
                  <c:v>45631</c:v>
                </c:pt>
                <c:pt idx="147">
                  <c:v>45630</c:v>
                </c:pt>
                <c:pt idx="148">
                  <c:v>45629</c:v>
                </c:pt>
                <c:pt idx="149">
                  <c:v>45628</c:v>
                </c:pt>
                <c:pt idx="150">
                  <c:v>45625</c:v>
                </c:pt>
                <c:pt idx="151">
                  <c:v>45624</c:v>
                </c:pt>
                <c:pt idx="152">
                  <c:v>45623</c:v>
                </c:pt>
                <c:pt idx="153">
                  <c:v>45622</c:v>
                </c:pt>
                <c:pt idx="154">
                  <c:v>45621</c:v>
                </c:pt>
                <c:pt idx="155">
                  <c:v>45618</c:v>
                </c:pt>
                <c:pt idx="156">
                  <c:v>45617</c:v>
                </c:pt>
                <c:pt idx="157">
                  <c:v>45616</c:v>
                </c:pt>
                <c:pt idx="158">
                  <c:v>45615</c:v>
                </c:pt>
                <c:pt idx="159">
                  <c:v>45614</c:v>
                </c:pt>
                <c:pt idx="160">
                  <c:v>45611</c:v>
                </c:pt>
                <c:pt idx="161">
                  <c:v>45610</c:v>
                </c:pt>
                <c:pt idx="162">
                  <c:v>45609</c:v>
                </c:pt>
                <c:pt idx="163">
                  <c:v>45608</c:v>
                </c:pt>
                <c:pt idx="164">
                  <c:v>45607</c:v>
                </c:pt>
                <c:pt idx="165">
                  <c:v>45604</c:v>
                </c:pt>
                <c:pt idx="166">
                  <c:v>45603</c:v>
                </c:pt>
                <c:pt idx="167">
                  <c:v>45602</c:v>
                </c:pt>
                <c:pt idx="168">
                  <c:v>45601</c:v>
                </c:pt>
                <c:pt idx="169">
                  <c:v>45600</c:v>
                </c:pt>
                <c:pt idx="170">
                  <c:v>45597</c:v>
                </c:pt>
                <c:pt idx="171">
                  <c:v>45596</c:v>
                </c:pt>
                <c:pt idx="172">
                  <c:v>45595</c:v>
                </c:pt>
                <c:pt idx="173">
                  <c:v>45594</c:v>
                </c:pt>
                <c:pt idx="174">
                  <c:v>45593</c:v>
                </c:pt>
                <c:pt idx="175">
                  <c:v>45590</c:v>
                </c:pt>
                <c:pt idx="176">
                  <c:v>45589</c:v>
                </c:pt>
                <c:pt idx="177">
                  <c:v>45588</c:v>
                </c:pt>
                <c:pt idx="178">
                  <c:v>45587</c:v>
                </c:pt>
                <c:pt idx="179">
                  <c:v>45586</c:v>
                </c:pt>
                <c:pt idx="180">
                  <c:v>45583</c:v>
                </c:pt>
                <c:pt idx="181">
                  <c:v>45582</c:v>
                </c:pt>
                <c:pt idx="182">
                  <c:v>45581</c:v>
                </c:pt>
                <c:pt idx="183">
                  <c:v>45580</c:v>
                </c:pt>
                <c:pt idx="184">
                  <c:v>45579</c:v>
                </c:pt>
                <c:pt idx="185">
                  <c:v>45575</c:v>
                </c:pt>
                <c:pt idx="186">
                  <c:v>45574</c:v>
                </c:pt>
                <c:pt idx="187">
                  <c:v>45573</c:v>
                </c:pt>
                <c:pt idx="188">
                  <c:v>45565</c:v>
                </c:pt>
                <c:pt idx="189">
                  <c:v>45562</c:v>
                </c:pt>
                <c:pt idx="190">
                  <c:v>45561</c:v>
                </c:pt>
                <c:pt idx="191">
                  <c:v>45560</c:v>
                </c:pt>
                <c:pt idx="192">
                  <c:v>45559</c:v>
                </c:pt>
                <c:pt idx="193">
                  <c:v>45558</c:v>
                </c:pt>
                <c:pt idx="194">
                  <c:v>45555</c:v>
                </c:pt>
                <c:pt idx="195">
                  <c:v>45554</c:v>
                </c:pt>
                <c:pt idx="196">
                  <c:v>45548</c:v>
                </c:pt>
                <c:pt idx="197">
                  <c:v>45547</c:v>
                </c:pt>
                <c:pt idx="198">
                  <c:v>45546</c:v>
                </c:pt>
                <c:pt idx="199">
                  <c:v>45545</c:v>
                </c:pt>
                <c:pt idx="200">
                  <c:v>45544</c:v>
                </c:pt>
                <c:pt idx="201">
                  <c:v>45540</c:v>
                </c:pt>
                <c:pt idx="202">
                  <c:v>45539</c:v>
                </c:pt>
                <c:pt idx="203">
                  <c:v>45538</c:v>
                </c:pt>
                <c:pt idx="204">
                  <c:v>45537</c:v>
                </c:pt>
                <c:pt idx="205">
                  <c:v>45534</c:v>
                </c:pt>
                <c:pt idx="206">
                  <c:v>45533</c:v>
                </c:pt>
                <c:pt idx="207">
                  <c:v>45532</c:v>
                </c:pt>
                <c:pt idx="208">
                  <c:v>45531</c:v>
                </c:pt>
                <c:pt idx="209">
                  <c:v>45530</c:v>
                </c:pt>
                <c:pt idx="210">
                  <c:v>45527</c:v>
                </c:pt>
                <c:pt idx="211">
                  <c:v>45526</c:v>
                </c:pt>
                <c:pt idx="212">
                  <c:v>45525</c:v>
                </c:pt>
                <c:pt idx="213">
                  <c:v>45524</c:v>
                </c:pt>
                <c:pt idx="214">
                  <c:v>45523</c:v>
                </c:pt>
                <c:pt idx="215">
                  <c:v>45520</c:v>
                </c:pt>
                <c:pt idx="216">
                  <c:v>45519</c:v>
                </c:pt>
                <c:pt idx="217">
                  <c:v>45518</c:v>
                </c:pt>
                <c:pt idx="218">
                  <c:v>45517</c:v>
                </c:pt>
                <c:pt idx="219">
                  <c:v>45516</c:v>
                </c:pt>
                <c:pt idx="220">
                  <c:v>45513</c:v>
                </c:pt>
                <c:pt idx="221">
                  <c:v>45512</c:v>
                </c:pt>
                <c:pt idx="222">
                  <c:v>45511</c:v>
                </c:pt>
                <c:pt idx="223">
                  <c:v>45510</c:v>
                </c:pt>
                <c:pt idx="224">
                  <c:v>45509</c:v>
                </c:pt>
                <c:pt idx="225">
                  <c:v>45506</c:v>
                </c:pt>
                <c:pt idx="226">
                  <c:v>45505</c:v>
                </c:pt>
                <c:pt idx="227">
                  <c:v>45504</c:v>
                </c:pt>
                <c:pt idx="228">
                  <c:v>45503</c:v>
                </c:pt>
                <c:pt idx="229">
                  <c:v>45502</c:v>
                </c:pt>
                <c:pt idx="230">
                  <c:v>45499</c:v>
                </c:pt>
                <c:pt idx="231">
                  <c:v>45498</c:v>
                </c:pt>
                <c:pt idx="232">
                  <c:v>45497</c:v>
                </c:pt>
                <c:pt idx="233">
                  <c:v>45496</c:v>
                </c:pt>
                <c:pt idx="234">
                  <c:v>45495</c:v>
                </c:pt>
                <c:pt idx="235">
                  <c:v>45492</c:v>
                </c:pt>
                <c:pt idx="236">
                  <c:v>45491</c:v>
                </c:pt>
                <c:pt idx="237">
                  <c:v>45490</c:v>
                </c:pt>
                <c:pt idx="238">
                  <c:v>45489</c:v>
                </c:pt>
                <c:pt idx="239">
                  <c:v>45488</c:v>
                </c:pt>
                <c:pt idx="240">
                  <c:v>45485</c:v>
                </c:pt>
                <c:pt idx="241">
                  <c:v>45484</c:v>
                </c:pt>
                <c:pt idx="242">
                  <c:v>45483</c:v>
                </c:pt>
                <c:pt idx="243">
                  <c:v>45482</c:v>
                </c:pt>
                <c:pt idx="244">
                  <c:v>45481</c:v>
                </c:pt>
                <c:pt idx="245">
                  <c:v>45478</c:v>
                </c:pt>
                <c:pt idx="246">
                  <c:v>45477</c:v>
                </c:pt>
                <c:pt idx="247">
                  <c:v>45476</c:v>
                </c:pt>
                <c:pt idx="248">
                  <c:v>45475</c:v>
                </c:pt>
                <c:pt idx="249">
                  <c:v>45471</c:v>
                </c:pt>
                <c:pt idx="250">
                  <c:v>45470</c:v>
                </c:pt>
                <c:pt idx="251">
                  <c:v>45469</c:v>
                </c:pt>
                <c:pt idx="252">
                  <c:v>45468</c:v>
                </c:pt>
                <c:pt idx="253">
                  <c:v>45467</c:v>
                </c:pt>
                <c:pt idx="254">
                  <c:v>45464</c:v>
                </c:pt>
                <c:pt idx="255">
                  <c:v>45463</c:v>
                </c:pt>
                <c:pt idx="256">
                  <c:v>45462</c:v>
                </c:pt>
                <c:pt idx="257">
                  <c:v>45461</c:v>
                </c:pt>
                <c:pt idx="258">
                  <c:v>45460</c:v>
                </c:pt>
                <c:pt idx="259">
                  <c:v>45457</c:v>
                </c:pt>
                <c:pt idx="260">
                  <c:v>45456</c:v>
                </c:pt>
                <c:pt idx="261">
                  <c:v>45455</c:v>
                </c:pt>
                <c:pt idx="262">
                  <c:v>45454</c:v>
                </c:pt>
                <c:pt idx="263">
                  <c:v>45450</c:v>
                </c:pt>
                <c:pt idx="264">
                  <c:v>45449</c:v>
                </c:pt>
                <c:pt idx="265">
                  <c:v>45448</c:v>
                </c:pt>
                <c:pt idx="266">
                  <c:v>45447</c:v>
                </c:pt>
                <c:pt idx="267">
                  <c:v>45446</c:v>
                </c:pt>
                <c:pt idx="268">
                  <c:v>45443</c:v>
                </c:pt>
                <c:pt idx="269">
                  <c:v>45442</c:v>
                </c:pt>
                <c:pt idx="270">
                  <c:v>45441</c:v>
                </c:pt>
                <c:pt idx="271">
                  <c:v>45440</c:v>
                </c:pt>
                <c:pt idx="272">
                  <c:v>45439</c:v>
                </c:pt>
                <c:pt idx="273">
                  <c:v>45436</c:v>
                </c:pt>
                <c:pt idx="274">
                  <c:v>45435</c:v>
                </c:pt>
                <c:pt idx="275">
                  <c:v>45434</c:v>
                </c:pt>
                <c:pt idx="276">
                  <c:v>45433</c:v>
                </c:pt>
                <c:pt idx="277">
                  <c:v>45432</c:v>
                </c:pt>
                <c:pt idx="278">
                  <c:v>45429</c:v>
                </c:pt>
                <c:pt idx="279">
                  <c:v>45428</c:v>
                </c:pt>
                <c:pt idx="280">
                  <c:v>45426</c:v>
                </c:pt>
                <c:pt idx="281">
                  <c:v>45425</c:v>
                </c:pt>
                <c:pt idx="282">
                  <c:v>45422</c:v>
                </c:pt>
                <c:pt idx="283">
                  <c:v>45421</c:v>
                </c:pt>
                <c:pt idx="284">
                  <c:v>45420</c:v>
                </c:pt>
                <c:pt idx="285">
                  <c:v>45419</c:v>
                </c:pt>
                <c:pt idx="286">
                  <c:v>45418</c:v>
                </c:pt>
                <c:pt idx="287">
                  <c:v>45412</c:v>
                </c:pt>
                <c:pt idx="288">
                  <c:v>45411</c:v>
                </c:pt>
                <c:pt idx="289">
                  <c:v>45408</c:v>
                </c:pt>
                <c:pt idx="290">
                  <c:v>45407</c:v>
                </c:pt>
                <c:pt idx="291">
                  <c:v>45406</c:v>
                </c:pt>
                <c:pt idx="292">
                  <c:v>45405</c:v>
                </c:pt>
                <c:pt idx="293">
                  <c:v>45404</c:v>
                </c:pt>
                <c:pt idx="294">
                  <c:v>45401</c:v>
                </c:pt>
                <c:pt idx="295">
                  <c:v>45400</c:v>
                </c:pt>
                <c:pt idx="296">
                  <c:v>45399</c:v>
                </c:pt>
                <c:pt idx="297">
                  <c:v>45398</c:v>
                </c:pt>
                <c:pt idx="298">
                  <c:v>45397</c:v>
                </c:pt>
                <c:pt idx="299">
                  <c:v>45394</c:v>
                </c:pt>
                <c:pt idx="300">
                  <c:v>45393</c:v>
                </c:pt>
                <c:pt idx="301">
                  <c:v>45392</c:v>
                </c:pt>
                <c:pt idx="302">
                  <c:v>45391</c:v>
                </c:pt>
                <c:pt idx="303">
                  <c:v>45390</c:v>
                </c:pt>
                <c:pt idx="304">
                  <c:v>45385</c:v>
                </c:pt>
                <c:pt idx="305">
                  <c:v>45384</c:v>
                </c:pt>
                <c:pt idx="306">
                  <c:v>45379</c:v>
                </c:pt>
                <c:pt idx="307">
                  <c:v>45378</c:v>
                </c:pt>
                <c:pt idx="308">
                  <c:v>45377</c:v>
                </c:pt>
                <c:pt idx="309">
                  <c:v>45376</c:v>
                </c:pt>
                <c:pt idx="310">
                  <c:v>45373</c:v>
                </c:pt>
                <c:pt idx="311">
                  <c:v>45372</c:v>
                </c:pt>
                <c:pt idx="312">
                  <c:v>45371</c:v>
                </c:pt>
                <c:pt idx="313">
                  <c:v>45370</c:v>
                </c:pt>
                <c:pt idx="314">
                  <c:v>45369</c:v>
                </c:pt>
                <c:pt idx="315">
                  <c:v>45366</c:v>
                </c:pt>
                <c:pt idx="316">
                  <c:v>45365</c:v>
                </c:pt>
                <c:pt idx="317">
                  <c:v>45364</c:v>
                </c:pt>
                <c:pt idx="318">
                  <c:v>45363</c:v>
                </c:pt>
                <c:pt idx="319">
                  <c:v>45362</c:v>
                </c:pt>
                <c:pt idx="320">
                  <c:v>45359</c:v>
                </c:pt>
                <c:pt idx="321">
                  <c:v>45358</c:v>
                </c:pt>
                <c:pt idx="322">
                  <c:v>45357</c:v>
                </c:pt>
                <c:pt idx="323">
                  <c:v>45356</c:v>
                </c:pt>
                <c:pt idx="324">
                  <c:v>45355</c:v>
                </c:pt>
                <c:pt idx="325">
                  <c:v>45352</c:v>
                </c:pt>
                <c:pt idx="326">
                  <c:v>45351</c:v>
                </c:pt>
                <c:pt idx="327">
                  <c:v>45350</c:v>
                </c:pt>
                <c:pt idx="328">
                  <c:v>45349</c:v>
                </c:pt>
                <c:pt idx="329">
                  <c:v>45348</c:v>
                </c:pt>
                <c:pt idx="330">
                  <c:v>45345</c:v>
                </c:pt>
                <c:pt idx="331">
                  <c:v>45344</c:v>
                </c:pt>
                <c:pt idx="332">
                  <c:v>45343</c:v>
                </c:pt>
                <c:pt idx="333">
                  <c:v>45342</c:v>
                </c:pt>
                <c:pt idx="334">
                  <c:v>45341</c:v>
                </c:pt>
                <c:pt idx="335">
                  <c:v>45330</c:v>
                </c:pt>
                <c:pt idx="336">
                  <c:v>45329</c:v>
                </c:pt>
                <c:pt idx="337">
                  <c:v>45328</c:v>
                </c:pt>
                <c:pt idx="338">
                  <c:v>45327</c:v>
                </c:pt>
                <c:pt idx="339">
                  <c:v>45324</c:v>
                </c:pt>
                <c:pt idx="340">
                  <c:v>45323</c:v>
                </c:pt>
                <c:pt idx="341">
                  <c:v>45322</c:v>
                </c:pt>
                <c:pt idx="342">
                  <c:v>45321</c:v>
                </c:pt>
                <c:pt idx="343">
                  <c:v>45320</c:v>
                </c:pt>
                <c:pt idx="344">
                  <c:v>45317</c:v>
                </c:pt>
                <c:pt idx="345">
                  <c:v>45316</c:v>
                </c:pt>
                <c:pt idx="346">
                  <c:v>45315</c:v>
                </c:pt>
                <c:pt idx="347">
                  <c:v>45314</c:v>
                </c:pt>
                <c:pt idx="348">
                  <c:v>45313</c:v>
                </c:pt>
                <c:pt idx="349">
                  <c:v>45310</c:v>
                </c:pt>
                <c:pt idx="350">
                  <c:v>45309</c:v>
                </c:pt>
                <c:pt idx="351">
                  <c:v>45308</c:v>
                </c:pt>
                <c:pt idx="352">
                  <c:v>45307</c:v>
                </c:pt>
                <c:pt idx="353">
                  <c:v>45306</c:v>
                </c:pt>
                <c:pt idx="354">
                  <c:v>45303</c:v>
                </c:pt>
                <c:pt idx="355">
                  <c:v>45302</c:v>
                </c:pt>
                <c:pt idx="356">
                  <c:v>45301</c:v>
                </c:pt>
                <c:pt idx="357">
                  <c:v>45300</c:v>
                </c:pt>
                <c:pt idx="358">
                  <c:v>45299</c:v>
                </c:pt>
                <c:pt idx="359">
                  <c:v>45296</c:v>
                </c:pt>
                <c:pt idx="360">
                  <c:v>45295</c:v>
                </c:pt>
                <c:pt idx="361">
                  <c:v>45294</c:v>
                </c:pt>
                <c:pt idx="362">
                  <c:v>45293</c:v>
                </c:pt>
                <c:pt idx="363">
                  <c:v>45289</c:v>
                </c:pt>
                <c:pt idx="364">
                  <c:v>45288</c:v>
                </c:pt>
                <c:pt idx="365">
                  <c:v>45287</c:v>
                </c:pt>
                <c:pt idx="366">
                  <c:v>45282</c:v>
                </c:pt>
                <c:pt idx="367">
                  <c:v>45281</c:v>
                </c:pt>
                <c:pt idx="368">
                  <c:v>45280</c:v>
                </c:pt>
                <c:pt idx="369">
                  <c:v>45279</c:v>
                </c:pt>
                <c:pt idx="370">
                  <c:v>45278</c:v>
                </c:pt>
                <c:pt idx="371">
                  <c:v>45275</c:v>
                </c:pt>
                <c:pt idx="372">
                  <c:v>45274</c:v>
                </c:pt>
                <c:pt idx="373">
                  <c:v>45273</c:v>
                </c:pt>
                <c:pt idx="374">
                  <c:v>45272</c:v>
                </c:pt>
                <c:pt idx="375">
                  <c:v>45271</c:v>
                </c:pt>
                <c:pt idx="376">
                  <c:v>45268</c:v>
                </c:pt>
                <c:pt idx="377">
                  <c:v>45267</c:v>
                </c:pt>
                <c:pt idx="378">
                  <c:v>45266</c:v>
                </c:pt>
                <c:pt idx="379">
                  <c:v>45265</c:v>
                </c:pt>
                <c:pt idx="380">
                  <c:v>45264</c:v>
                </c:pt>
                <c:pt idx="381">
                  <c:v>45261</c:v>
                </c:pt>
                <c:pt idx="382">
                  <c:v>45260</c:v>
                </c:pt>
                <c:pt idx="383">
                  <c:v>45259</c:v>
                </c:pt>
                <c:pt idx="384">
                  <c:v>45258</c:v>
                </c:pt>
                <c:pt idx="385">
                  <c:v>45257</c:v>
                </c:pt>
                <c:pt idx="386">
                  <c:v>45254</c:v>
                </c:pt>
                <c:pt idx="387">
                  <c:v>45253</c:v>
                </c:pt>
                <c:pt idx="388">
                  <c:v>45252</c:v>
                </c:pt>
                <c:pt idx="389">
                  <c:v>45251</c:v>
                </c:pt>
                <c:pt idx="390">
                  <c:v>45250</c:v>
                </c:pt>
                <c:pt idx="391">
                  <c:v>45247</c:v>
                </c:pt>
                <c:pt idx="392">
                  <c:v>45246</c:v>
                </c:pt>
                <c:pt idx="393">
                  <c:v>45245</c:v>
                </c:pt>
                <c:pt idx="394">
                  <c:v>45244</c:v>
                </c:pt>
                <c:pt idx="395">
                  <c:v>45243</c:v>
                </c:pt>
                <c:pt idx="396">
                  <c:v>45240</c:v>
                </c:pt>
                <c:pt idx="397">
                  <c:v>45239</c:v>
                </c:pt>
                <c:pt idx="398">
                  <c:v>45238</c:v>
                </c:pt>
                <c:pt idx="399">
                  <c:v>45237</c:v>
                </c:pt>
                <c:pt idx="400">
                  <c:v>45236</c:v>
                </c:pt>
                <c:pt idx="401">
                  <c:v>45233</c:v>
                </c:pt>
                <c:pt idx="402">
                  <c:v>45232</c:v>
                </c:pt>
                <c:pt idx="403">
                  <c:v>45231</c:v>
                </c:pt>
                <c:pt idx="404">
                  <c:v>45230</c:v>
                </c:pt>
                <c:pt idx="405">
                  <c:v>45229</c:v>
                </c:pt>
                <c:pt idx="406">
                  <c:v>45226</c:v>
                </c:pt>
                <c:pt idx="407">
                  <c:v>45225</c:v>
                </c:pt>
                <c:pt idx="408">
                  <c:v>45224</c:v>
                </c:pt>
                <c:pt idx="409">
                  <c:v>45223</c:v>
                </c:pt>
                <c:pt idx="410">
                  <c:v>45219</c:v>
                </c:pt>
                <c:pt idx="411">
                  <c:v>45218</c:v>
                </c:pt>
                <c:pt idx="412">
                  <c:v>45217</c:v>
                </c:pt>
                <c:pt idx="413">
                  <c:v>45216</c:v>
                </c:pt>
                <c:pt idx="414">
                  <c:v>45215</c:v>
                </c:pt>
                <c:pt idx="415">
                  <c:v>45212</c:v>
                </c:pt>
                <c:pt idx="416">
                  <c:v>45211</c:v>
                </c:pt>
                <c:pt idx="417">
                  <c:v>45210</c:v>
                </c:pt>
                <c:pt idx="418">
                  <c:v>45209</c:v>
                </c:pt>
                <c:pt idx="419">
                  <c:v>45208</c:v>
                </c:pt>
                <c:pt idx="420">
                  <c:v>45197</c:v>
                </c:pt>
                <c:pt idx="421">
                  <c:v>45196</c:v>
                </c:pt>
                <c:pt idx="422">
                  <c:v>45195</c:v>
                </c:pt>
                <c:pt idx="423">
                  <c:v>45194</c:v>
                </c:pt>
                <c:pt idx="424">
                  <c:v>45191</c:v>
                </c:pt>
                <c:pt idx="425">
                  <c:v>45190</c:v>
                </c:pt>
                <c:pt idx="426">
                  <c:v>45189</c:v>
                </c:pt>
                <c:pt idx="427">
                  <c:v>45188</c:v>
                </c:pt>
                <c:pt idx="428">
                  <c:v>45187</c:v>
                </c:pt>
                <c:pt idx="429">
                  <c:v>45184</c:v>
                </c:pt>
                <c:pt idx="430">
                  <c:v>45183</c:v>
                </c:pt>
                <c:pt idx="431">
                  <c:v>45182</c:v>
                </c:pt>
                <c:pt idx="432">
                  <c:v>45181</c:v>
                </c:pt>
                <c:pt idx="433">
                  <c:v>45180</c:v>
                </c:pt>
                <c:pt idx="434">
                  <c:v>45176</c:v>
                </c:pt>
                <c:pt idx="435">
                  <c:v>45175</c:v>
                </c:pt>
                <c:pt idx="436">
                  <c:v>45174</c:v>
                </c:pt>
                <c:pt idx="437">
                  <c:v>45173</c:v>
                </c:pt>
                <c:pt idx="438">
                  <c:v>45169</c:v>
                </c:pt>
                <c:pt idx="439">
                  <c:v>45168</c:v>
                </c:pt>
                <c:pt idx="440">
                  <c:v>45167</c:v>
                </c:pt>
                <c:pt idx="441">
                  <c:v>45166</c:v>
                </c:pt>
                <c:pt idx="442">
                  <c:v>45163</c:v>
                </c:pt>
                <c:pt idx="443">
                  <c:v>45162</c:v>
                </c:pt>
                <c:pt idx="444">
                  <c:v>45161</c:v>
                </c:pt>
                <c:pt idx="445">
                  <c:v>45160</c:v>
                </c:pt>
                <c:pt idx="446">
                  <c:v>45159</c:v>
                </c:pt>
                <c:pt idx="447">
                  <c:v>45156</c:v>
                </c:pt>
                <c:pt idx="448">
                  <c:v>45155</c:v>
                </c:pt>
                <c:pt idx="449">
                  <c:v>45154</c:v>
                </c:pt>
                <c:pt idx="450">
                  <c:v>45153</c:v>
                </c:pt>
                <c:pt idx="451">
                  <c:v>45152</c:v>
                </c:pt>
                <c:pt idx="452">
                  <c:v>45149</c:v>
                </c:pt>
                <c:pt idx="453">
                  <c:v>45148</c:v>
                </c:pt>
                <c:pt idx="454">
                  <c:v>45147</c:v>
                </c:pt>
                <c:pt idx="455">
                  <c:v>45146</c:v>
                </c:pt>
                <c:pt idx="456">
                  <c:v>45145</c:v>
                </c:pt>
                <c:pt idx="457">
                  <c:v>45142</c:v>
                </c:pt>
                <c:pt idx="458">
                  <c:v>45141</c:v>
                </c:pt>
                <c:pt idx="459">
                  <c:v>45140</c:v>
                </c:pt>
                <c:pt idx="460">
                  <c:v>45139</c:v>
                </c:pt>
                <c:pt idx="461">
                  <c:v>45138</c:v>
                </c:pt>
                <c:pt idx="462">
                  <c:v>45135</c:v>
                </c:pt>
                <c:pt idx="463">
                  <c:v>45134</c:v>
                </c:pt>
                <c:pt idx="464">
                  <c:v>45133</c:v>
                </c:pt>
                <c:pt idx="465">
                  <c:v>45132</c:v>
                </c:pt>
                <c:pt idx="466">
                  <c:v>45131</c:v>
                </c:pt>
                <c:pt idx="467">
                  <c:v>45128</c:v>
                </c:pt>
                <c:pt idx="468">
                  <c:v>45127</c:v>
                </c:pt>
                <c:pt idx="469">
                  <c:v>45126</c:v>
                </c:pt>
                <c:pt idx="470">
                  <c:v>45125</c:v>
                </c:pt>
                <c:pt idx="471">
                  <c:v>45121</c:v>
                </c:pt>
                <c:pt idx="472">
                  <c:v>45120</c:v>
                </c:pt>
                <c:pt idx="473">
                  <c:v>45119</c:v>
                </c:pt>
                <c:pt idx="474">
                  <c:v>45118</c:v>
                </c:pt>
                <c:pt idx="475">
                  <c:v>45117</c:v>
                </c:pt>
                <c:pt idx="476">
                  <c:v>45114</c:v>
                </c:pt>
                <c:pt idx="477">
                  <c:v>45113</c:v>
                </c:pt>
                <c:pt idx="478">
                  <c:v>45112</c:v>
                </c:pt>
                <c:pt idx="479">
                  <c:v>45111</c:v>
                </c:pt>
                <c:pt idx="480">
                  <c:v>45110</c:v>
                </c:pt>
                <c:pt idx="481">
                  <c:v>45107</c:v>
                </c:pt>
                <c:pt idx="482">
                  <c:v>45106</c:v>
                </c:pt>
                <c:pt idx="483">
                  <c:v>45105</c:v>
                </c:pt>
                <c:pt idx="484">
                  <c:v>45104</c:v>
                </c:pt>
                <c:pt idx="485">
                  <c:v>45103</c:v>
                </c:pt>
                <c:pt idx="486">
                  <c:v>45098</c:v>
                </c:pt>
                <c:pt idx="487">
                  <c:v>45097</c:v>
                </c:pt>
                <c:pt idx="488">
                  <c:v>45096</c:v>
                </c:pt>
                <c:pt idx="489">
                  <c:v>45093</c:v>
                </c:pt>
                <c:pt idx="490">
                  <c:v>45092</c:v>
                </c:pt>
                <c:pt idx="491">
                  <c:v>45091</c:v>
                </c:pt>
                <c:pt idx="492">
                  <c:v>45090</c:v>
                </c:pt>
                <c:pt idx="493">
                  <c:v>45089</c:v>
                </c:pt>
                <c:pt idx="494">
                  <c:v>45086</c:v>
                </c:pt>
                <c:pt idx="495">
                  <c:v>45085</c:v>
                </c:pt>
                <c:pt idx="496">
                  <c:v>45084</c:v>
                </c:pt>
                <c:pt idx="497">
                  <c:v>45083</c:v>
                </c:pt>
                <c:pt idx="498">
                  <c:v>45082</c:v>
                </c:pt>
                <c:pt idx="499">
                  <c:v>45079</c:v>
                </c:pt>
                <c:pt idx="500">
                  <c:v>45078</c:v>
                </c:pt>
                <c:pt idx="501">
                  <c:v>45077</c:v>
                </c:pt>
                <c:pt idx="502">
                  <c:v>45076</c:v>
                </c:pt>
                <c:pt idx="503">
                  <c:v>45075</c:v>
                </c:pt>
                <c:pt idx="504">
                  <c:v>45071</c:v>
                </c:pt>
                <c:pt idx="505">
                  <c:v>45070</c:v>
                </c:pt>
                <c:pt idx="506">
                  <c:v>45069</c:v>
                </c:pt>
                <c:pt idx="507">
                  <c:v>45068</c:v>
                </c:pt>
                <c:pt idx="508">
                  <c:v>45065</c:v>
                </c:pt>
                <c:pt idx="509">
                  <c:v>45064</c:v>
                </c:pt>
                <c:pt idx="510">
                  <c:v>45063</c:v>
                </c:pt>
                <c:pt idx="511">
                  <c:v>45062</c:v>
                </c:pt>
                <c:pt idx="512">
                  <c:v>45061</c:v>
                </c:pt>
                <c:pt idx="513">
                  <c:v>45058</c:v>
                </c:pt>
                <c:pt idx="514">
                  <c:v>45057</c:v>
                </c:pt>
                <c:pt idx="515">
                  <c:v>45056</c:v>
                </c:pt>
                <c:pt idx="516">
                  <c:v>45055</c:v>
                </c:pt>
                <c:pt idx="517">
                  <c:v>45054</c:v>
                </c:pt>
                <c:pt idx="518">
                  <c:v>45051</c:v>
                </c:pt>
                <c:pt idx="519">
                  <c:v>45050</c:v>
                </c:pt>
                <c:pt idx="520">
                  <c:v>45044</c:v>
                </c:pt>
                <c:pt idx="521">
                  <c:v>45043</c:v>
                </c:pt>
                <c:pt idx="522">
                  <c:v>45042</c:v>
                </c:pt>
                <c:pt idx="523">
                  <c:v>45041</c:v>
                </c:pt>
                <c:pt idx="524">
                  <c:v>45040</c:v>
                </c:pt>
                <c:pt idx="525">
                  <c:v>45037</c:v>
                </c:pt>
                <c:pt idx="526">
                  <c:v>45036</c:v>
                </c:pt>
                <c:pt idx="527">
                  <c:v>45035</c:v>
                </c:pt>
                <c:pt idx="528">
                  <c:v>45034</c:v>
                </c:pt>
                <c:pt idx="529">
                  <c:v>45033</c:v>
                </c:pt>
                <c:pt idx="530">
                  <c:v>45030</c:v>
                </c:pt>
                <c:pt idx="531">
                  <c:v>45029</c:v>
                </c:pt>
                <c:pt idx="532">
                  <c:v>45028</c:v>
                </c:pt>
                <c:pt idx="533">
                  <c:v>45027</c:v>
                </c:pt>
                <c:pt idx="534">
                  <c:v>45022</c:v>
                </c:pt>
                <c:pt idx="535">
                  <c:v>45020</c:v>
                </c:pt>
                <c:pt idx="536">
                  <c:v>45019</c:v>
                </c:pt>
                <c:pt idx="537">
                  <c:v>45016</c:v>
                </c:pt>
                <c:pt idx="538">
                  <c:v>45015</c:v>
                </c:pt>
                <c:pt idx="539">
                  <c:v>45014</c:v>
                </c:pt>
                <c:pt idx="540">
                  <c:v>45013</c:v>
                </c:pt>
                <c:pt idx="541">
                  <c:v>45012</c:v>
                </c:pt>
                <c:pt idx="542">
                  <c:v>45009</c:v>
                </c:pt>
                <c:pt idx="543">
                  <c:v>45008</c:v>
                </c:pt>
                <c:pt idx="544">
                  <c:v>45007</c:v>
                </c:pt>
                <c:pt idx="545">
                  <c:v>45006</c:v>
                </c:pt>
                <c:pt idx="546">
                  <c:v>45005</c:v>
                </c:pt>
                <c:pt idx="547">
                  <c:v>45002</c:v>
                </c:pt>
                <c:pt idx="548">
                  <c:v>45001</c:v>
                </c:pt>
                <c:pt idx="549">
                  <c:v>45000</c:v>
                </c:pt>
                <c:pt idx="550">
                  <c:v>44999</c:v>
                </c:pt>
                <c:pt idx="551">
                  <c:v>44998</c:v>
                </c:pt>
                <c:pt idx="552">
                  <c:v>44995</c:v>
                </c:pt>
                <c:pt idx="553">
                  <c:v>44994</c:v>
                </c:pt>
                <c:pt idx="554">
                  <c:v>44993</c:v>
                </c:pt>
                <c:pt idx="555">
                  <c:v>44992</c:v>
                </c:pt>
                <c:pt idx="556">
                  <c:v>44991</c:v>
                </c:pt>
                <c:pt idx="557">
                  <c:v>44988</c:v>
                </c:pt>
                <c:pt idx="558">
                  <c:v>44987</c:v>
                </c:pt>
                <c:pt idx="559">
                  <c:v>44986</c:v>
                </c:pt>
                <c:pt idx="560">
                  <c:v>44985</c:v>
                </c:pt>
                <c:pt idx="561">
                  <c:v>44984</c:v>
                </c:pt>
                <c:pt idx="562">
                  <c:v>44981</c:v>
                </c:pt>
                <c:pt idx="563">
                  <c:v>44980</c:v>
                </c:pt>
                <c:pt idx="564">
                  <c:v>44979</c:v>
                </c:pt>
                <c:pt idx="565">
                  <c:v>44978</c:v>
                </c:pt>
                <c:pt idx="566">
                  <c:v>44977</c:v>
                </c:pt>
                <c:pt idx="567">
                  <c:v>44974</c:v>
                </c:pt>
                <c:pt idx="568">
                  <c:v>44973</c:v>
                </c:pt>
                <c:pt idx="569">
                  <c:v>44972</c:v>
                </c:pt>
                <c:pt idx="570">
                  <c:v>44971</c:v>
                </c:pt>
                <c:pt idx="571">
                  <c:v>44970</c:v>
                </c:pt>
                <c:pt idx="572">
                  <c:v>44967</c:v>
                </c:pt>
                <c:pt idx="573">
                  <c:v>44966</c:v>
                </c:pt>
                <c:pt idx="574">
                  <c:v>44965</c:v>
                </c:pt>
                <c:pt idx="575">
                  <c:v>44964</c:v>
                </c:pt>
                <c:pt idx="576">
                  <c:v>44963</c:v>
                </c:pt>
                <c:pt idx="577">
                  <c:v>44960</c:v>
                </c:pt>
                <c:pt idx="578">
                  <c:v>44959</c:v>
                </c:pt>
                <c:pt idx="579">
                  <c:v>44958</c:v>
                </c:pt>
                <c:pt idx="580">
                  <c:v>44957</c:v>
                </c:pt>
                <c:pt idx="581">
                  <c:v>44956</c:v>
                </c:pt>
                <c:pt idx="582">
                  <c:v>44944</c:v>
                </c:pt>
                <c:pt idx="583">
                  <c:v>44943</c:v>
                </c:pt>
                <c:pt idx="584">
                  <c:v>44942</c:v>
                </c:pt>
                <c:pt idx="585">
                  <c:v>44939</c:v>
                </c:pt>
                <c:pt idx="586">
                  <c:v>44938</c:v>
                </c:pt>
                <c:pt idx="587">
                  <c:v>44937</c:v>
                </c:pt>
                <c:pt idx="588">
                  <c:v>44936</c:v>
                </c:pt>
                <c:pt idx="589">
                  <c:v>44935</c:v>
                </c:pt>
                <c:pt idx="590">
                  <c:v>44932</c:v>
                </c:pt>
                <c:pt idx="591">
                  <c:v>44931</c:v>
                </c:pt>
                <c:pt idx="592">
                  <c:v>44930</c:v>
                </c:pt>
                <c:pt idx="593">
                  <c:v>44929</c:v>
                </c:pt>
                <c:pt idx="594">
                  <c:v>44925</c:v>
                </c:pt>
                <c:pt idx="595">
                  <c:v>44924</c:v>
                </c:pt>
                <c:pt idx="596">
                  <c:v>44923</c:v>
                </c:pt>
                <c:pt idx="597">
                  <c:v>44918</c:v>
                </c:pt>
                <c:pt idx="598">
                  <c:v>44917</c:v>
                </c:pt>
                <c:pt idx="599">
                  <c:v>44916</c:v>
                </c:pt>
                <c:pt idx="600">
                  <c:v>44915</c:v>
                </c:pt>
                <c:pt idx="601">
                  <c:v>44914</c:v>
                </c:pt>
                <c:pt idx="602">
                  <c:v>44911</c:v>
                </c:pt>
                <c:pt idx="603">
                  <c:v>44910</c:v>
                </c:pt>
                <c:pt idx="604">
                  <c:v>44909</c:v>
                </c:pt>
                <c:pt idx="605">
                  <c:v>44908</c:v>
                </c:pt>
                <c:pt idx="606">
                  <c:v>44907</c:v>
                </c:pt>
                <c:pt idx="607">
                  <c:v>44904</c:v>
                </c:pt>
                <c:pt idx="608">
                  <c:v>44903</c:v>
                </c:pt>
                <c:pt idx="609">
                  <c:v>44902</c:v>
                </c:pt>
                <c:pt idx="610">
                  <c:v>44901</c:v>
                </c:pt>
                <c:pt idx="611">
                  <c:v>44900</c:v>
                </c:pt>
                <c:pt idx="612">
                  <c:v>44897</c:v>
                </c:pt>
                <c:pt idx="613">
                  <c:v>44896</c:v>
                </c:pt>
                <c:pt idx="614">
                  <c:v>44895</c:v>
                </c:pt>
                <c:pt idx="615">
                  <c:v>44894</c:v>
                </c:pt>
                <c:pt idx="616">
                  <c:v>44893</c:v>
                </c:pt>
                <c:pt idx="617">
                  <c:v>44890</c:v>
                </c:pt>
                <c:pt idx="618">
                  <c:v>44889</c:v>
                </c:pt>
                <c:pt idx="619">
                  <c:v>44888</c:v>
                </c:pt>
                <c:pt idx="620">
                  <c:v>44887</c:v>
                </c:pt>
                <c:pt idx="621">
                  <c:v>44886</c:v>
                </c:pt>
                <c:pt idx="622">
                  <c:v>44883</c:v>
                </c:pt>
                <c:pt idx="623">
                  <c:v>44882</c:v>
                </c:pt>
                <c:pt idx="624">
                  <c:v>44881</c:v>
                </c:pt>
                <c:pt idx="625">
                  <c:v>44880</c:v>
                </c:pt>
                <c:pt idx="626">
                  <c:v>44879</c:v>
                </c:pt>
                <c:pt idx="627">
                  <c:v>44876</c:v>
                </c:pt>
                <c:pt idx="628">
                  <c:v>44875</c:v>
                </c:pt>
                <c:pt idx="629">
                  <c:v>44874</c:v>
                </c:pt>
                <c:pt idx="630">
                  <c:v>44873</c:v>
                </c:pt>
                <c:pt idx="631">
                  <c:v>44872</c:v>
                </c:pt>
                <c:pt idx="632">
                  <c:v>44869</c:v>
                </c:pt>
                <c:pt idx="633">
                  <c:v>44868</c:v>
                </c:pt>
                <c:pt idx="634">
                  <c:v>44867</c:v>
                </c:pt>
                <c:pt idx="635">
                  <c:v>44866</c:v>
                </c:pt>
                <c:pt idx="636">
                  <c:v>44865</c:v>
                </c:pt>
                <c:pt idx="637">
                  <c:v>44862</c:v>
                </c:pt>
                <c:pt idx="638">
                  <c:v>44861</c:v>
                </c:pt>
                <c:pt idx="639">
                  <c:v>44860</c:v>
                </c:pt>
                <c:pt idx="640">
                  <c:v>44859</c:v>
                </c:pt>
                <c:pt idx="641">
                  <c:v>44858</c:v>
                </c:pt>
                <c:pt idx="642">
                  <c:v>44855</c:v>
                </c:pt>
                <c:pt idx="643">
                  <c:v>44854</c:v>
                </c:pt>
                <c:pt idx="644">
                  <c:v>44853</c:v>
                </c:pt>
                <c:pt idx="645">
                  <c:v>44852</c:v>
                </c:pt>
                <c:pt idx="646">
                  <c:v>44851</c:v>
                </c:pt>
                <c:pt idx="647">
                  <c:v>44848</c:v>
                </c:pt>
                <c:pt idx="648">
                  <c:v>44847</c:v>
                </c:pt>
                <c:pt idx="649">
                  <c:v>44846</c:v>
                </c:pt>
                <c:pt idx="650">
                  <c:v>44845</c:v>
                </c:pt>
                <c:pt idx="651">
                  <c:v>44844</c:v>
                </c:pt>
                <c:pt idx="652">
                  <c:v>44832</c:v>
                </c:pt>
                <c:pt idx="653">
                  <c:v>44831</c:v>
                </c:pt>
                <c:pt idx="654">
                  <c:v>44830</c:v>
                </c:pt>
                <c:pt idx="655">
                  <c:v>44827</c:v>
                </c:pt>
                <c:pt idx="656">
                  <c:v>44826</c:v>
                </c:pt>
                <c:pt idx="657">
                  <c:v>44825</c:v>
                </c:pt>
                <c:pt idx="658">
                  <c:v>44824</c:v>
                </c:pt>
                <c:pt idx="659">
                  <c:v>44823</c:v>
                </c:pt>
                <c:pt idx="660">
                  <c:v>44820</c:v>
                </c:pt>
                <c:pt idx="661">
                  <c:v>44819</c:v>
                </c:pt>
                <c:pt idx="662">
                  <c:v>44818</c:v>
                </c:pt>
                <c:pt idx="663">
                  <c:v>44817</c:v>
                </c:pt>
                <c:pt idx="664">
                  <c:v>44813</c:v>
                </c:pt>
                <c:pt idx="665">
                  <c:v>44812</c:v>
                </c:pt>
                <c:pt idx="666">
                  <c:v>44811</c:v>
                </c:pt>
                <c:pt idx="667">
                  <c:v>44810</c:v>
                </c:pt>
                <c:pt idx="668">
                  <c:v>44809</c:v>
                </c:pt>
                <c:pt idx="669">
                  <c:v>44806</c:v>
                </c:pt>
                <c:pt idx="670">
                  <c:v>44805</c:v>
                </c:pt>
                <c:pt idx="671">
                  <c:v>44804</c:v>
                </c:pt>
                <c:pt idx="672">
                  <c:v>44803</c:v>
                </c:pt>
                <c:pt idx="673">
                  <c:v>44802</c:v>
                </c:pt>
                <c:pt idx="674">
                  <c:v>44799</c:v>
                </c:pt>
                <c:pt idx="675">
                  <c:v>44798</c:v>
                </c:pt>
                <c:pt idx="676">
                  <c:v>44797</c:v>
                </c:pt>
                <c:pt idx="677">
                  <c:v>44796</c:v>
                </c:pt>
                <c:pt idx="678">
                  <c:v>44795</c:v>
                </c:pt>
                <c:pt idx="679">
                  <c:v>44792</c:v>
                </c:pt>
                <c:pt idx="680">
                  <c:v>44791</c:v>
                </c:pt>
                <c:pt idx="681">
                  <c:v>44790</c:v>
                </c:pt>
                <c:pt idx="682">
                  <c:v>44789</c:v>
                </c:pt>
                <c:pt idx="683">
                  <c:v>44788</c:v>
                </c:pt>
                <c:pt idx="684">
                  <c:v>44785</c:v>
                </c:pt>
                <c:pt idx="685">
                  <c:v>44784</c:v>
                </c:pt>
                <c:pt idx="686">
                  <c:v>44783</c:v>
                </c:pt>
                <c:pt idx="687">
                  <c:v>44782</c:v>
                </c:pt>
                <c:pt idx="688">
                  <c:v>44781</c:v>
                </c:pt>
                <c:pt idx="689">
                  <c:v>44778</c:v>
                </c:pt>
                <c:pt idx="690">
                  <c:v>44777</c:v>
                </c:pt>
                <c:pt idx="691">
                  <c:v>44776</c:v>
                </c:pt>
                <c:pt idx="692">
                  <c:v>44775</c:v>
                </c:pt>
                <c:pt idx="693">
                  <c:v>44774</c:v>
                </c:pt>
                <c:pt idx="694">
                  <c:v>44771</c:v>
                </c:pt>
                <c:pt idx="695">
                  <c:v>44770</c:v>
                </c:pt>
                <c:pt idx="696">
                  <c:v>44769</c:v>
                </c:pt>
                <c:pt idx="697">
                  <c:v>44768</c:v>
                </c:pt>
                <c:pt idx="698">
                  <c:v>44767</c:v>
                </c:pt>
                <c:pt idx="699">
                  <c:v>44764</c:v>
                </c:pt>
                <c:pt idx="700">
                  <c:v>44763</c:v>
                </c:pt>
                <c:pt idx="701">
                  <c:v>44762</c:v>
                </c:pt>
                <c:pt idx="702">
                  <c:v>44761</c:v>
                </c:pt>
                <c:pt idx="703">
                  <c:v>44760</c:v>
                </c:pt>
                <c:pt idx="704">
                  <c:v>44757</c:v>
                </c:pt>
                <c:pt idx="705">
                  <c:v>44756</c:v>
                </c:pt>
                <c:pt idx="706">
                  <c:v>44755</c:v>
                </c:pt>
                <c:pt idx="707">
                  <c:v>44754</c:v>
                </c:pt>
                <c:pt idx="708">
                  <c:v>44753</c:v>
                </c:pt>
                <c:pt idx="709">
                  <c:v>44750</c:v>
                </c:pt>
                <c:pt idx="710">
                  <c:v>44749</c:v>
                </c:pt>
                <c:pt idx="711">
                  <c:v>44748</c:v>
                </c:pt>
                <c:pt idx="712">
                  <c:v>44747</c:v>
                </c:pt>
                <c:pt idx="713">
                  <c:v>44746</c:v>
                </c:pt>
                <c:pt idx="714">
                  <c:v>44742</c:v>
                </c:pt>
                <c:pt idx="715">
                  <c:v>44741</c:v>
                </c:pt>
                <c:pt idx="716">
                  <c:v>44740</c:v>
                </c:pt>
                <c:pt idx="717">
                  <c:v>44739</c:v>
                </c:pt>
                <c:pt idx="718">
                  <c:v>44736</c:v>
                </c:pt>
                <c:pt idx="719">
                  <c:v>44735</c:v>
                </c:pt>
                <c:pt idx="720">
                  <c:v>44734</c:v>
                </c:pt>
                <c:pt idx="721">
                  <c:v>44733</c:v>
                </c:pt>
                <c:pt idx="722">
                  <c:v>44732</c:v>
                </c:pt>
                <c:pt idx="723">
                  <c:v>44729</c:v>
                </c:pt>
                <c:pt idx="724">
                  <c:v>44728</c:v>
                </c:pt>
                <c:pt idx="725">
                  <c:v>44727</c:v>
                </c:pt>
                <c:pt idx="726">
                  <c:v>44726</c:v>
                </c:pt>
                <c:pt idx="727">
                  <c:v>44725</c:v>
                </c:pt>
                <c:pt idx="728">
                  <c:v>44722</c:v>
                </c:pt>
                <c:pt idx="729">
                  <c:v>44721</c:v>
                </c:pt>
                <c:pt idx="730">
                  <c:v>44720</c:v>
                </c:pt>
                <c:pt idx="731">
                  <c:v>44719</c:v>
                </c:pt>
                <c:pt idx="732">
                  <c:v>44718</c:v>
                </c:pt>
                <c:pt idx="733">
                  <c:v>44714</c:v>
                </c:pt>
                <c:pt idx="734">
                  <c:v>44713</c:v>
                </c:pt>
                <c:pt idx="735">
                  <c:v>44712</c:v>
                </c:pt>
                <c:pt idx="736">
                  <c:v>44711</c:v>
                </c:pt>
                <c:pt idx="737">
                  <c:v>44708</c:v>
                </c:pt>
                <c:pt idx="738">
                  <c:v>44707</c:v>
                </c:pt>
                <c:pt idx="739">
                  <c:v>44706</c:v>
                </c:pt>
                <c:pt idx="740">
                  <c:v>44705</c:v>
                </c:pt>
                <c:pt idx="741">
                  <c:v>44704</c:v>
                </c:pt>
                <c:pt idx="742">
                  <c:v>44701</c:v>
                </c:pt>
                <c:pt idx="743">
                  <c:v>44700</c:v>
                </c:pt>
                <c:pt idx="744">
                  <c:v>44699</c:v>
                </c:pt>
                <c:pt idx="745">
                  <c:v>44698</c:v>
                </c:pt>
                <c:pt idx="746">
                  <c:v>44697</c:v>
                </c:pt>
                <c:pt idx="747">
                  <c:v>44694</c:v>
                </c:pt>
                <c:pt idx="748">
                  <c:v>44693</c:v>
                </c:pt>
                <c:pt idx="749">
                  <c:v>44692</c:v>
                </c:pt>
                <c:pt idx="750">
                  <c:v>44691</c:v>
                </c:pt>
                <c:pt idx="751">
                  <c:v>44687</c:v>
                </c:pt>
                <c:pt idx="752">
                  <c:v>44686</c:v>
                </c:pt>
                <c:pt idx="753">
                  <c:v>44678</c:v>
                </c:pt>
                <c:pt idx="754">
                  <c:v>44677</c:v>
                </c:pt>
                <c:pt idx="755">
                  <c:v>44676</c:v>
                </c:pt>
                <c:pt idx="756">
                  <c:v>44673</c:v>
                </c:pt>
                <c:pt idx="757">
                  <c:v>44672</c:v>
                </c:pt>
                <c:pt idx="758">
                  <c:v>44671</c:v>
                </c:pt>
                <c:pt idx="759">
                  <c:v>44670</c:v>
                </c:pt>
                <c:pt idx="760">
                  <c:v>44665</c:v>
                </c:pt>
                <c:pt idx="761">
                  <c:v>44664</c:v>
                </c:pt>
                <c:pt idx="762">
                  <c:v>44663</c:v>
                </c:pt>
                <c:pt idx="763">
                  <c:v>44662</c:v>
                </c:pt>
                <c:pt idx="764">
                  <c:v>44659</c:v>
                </c:pt>
                <c:pt idx="765">
                  <c:v>44658</c:v>
                </c:pt>
                <c:pt idx="766">
                  <c:v>44657</c:v>
                </c:pt>
                <c:pt idx="767">
                  <c:v>44650</c:v>
                </c:pt>
                <c:pt idx="768">
                  <c:v>44649</c:v>
                </c:pt>
                <c:pt idx="769">
                  <c:v>44648</c:v>
                </c:pt>
                <c:pt idx="770">
                  <c:v>44645</c:v>
                </c:pt>
                <c:pt idx="771">
                  <c:v>44644</c:v>
                </c:pt>
                <c:pt idx="772">
                  <c:v>44643</c:v>
                </c:pt>
                <c:pt idx="773">
                  <c:v>44642</c:v>
                </c:pt>
                <c:pt idx="774">
                  <c:v>44641</c:v>
                </c:pt>
                <c:pt idx="775">
                  <c:v>44638</c:v>
                </c:pt>
                <c:pt idx="776">
                  <c:v>44637</c:v>
                </c:pt>
                <c:pt idx="777">
                  <c:v>44636</c:v>
                </c:pt>
                <c:pt idx="778">
                  <c:v>44635</c:v>
                </c:pt>
                <c:pt idx="779">
                  <c:v>44634</c:v>
                </c:pt>
                <c:pt idx="780">
                  <c:v>44631</c:v>
                </c:pt>
                <c:pt idx="781">
                  <c:v>44630</c:v>
                </c:pt>
                <c:pt idx="782">
                  <c:v>44629</c:v>
                </c:pt>
                <c:pt idx="783">
                  <c:v>44628</c:v>
                </c:pt>
                <c:pt idx="784">
                  <c:v>44627</c:v>
                </c:pt>
                <c:pt idx="785">
                  <c:v>44624</c:v>
                </c:pt>
                <c:pt idx="786">
                  <c:v>44623</c:v>
                </c:pt>
                <c:pt idx="787">
                  <c:v>44622</c:v>
                </c:pt>
                <c:pt idx="788">
                  <c:v>44621</c:v>
                </c:pt>
                <c:pt idx="789">
                  <c:v>44620</c:v>
                </c:pt>
                <c:pt idx="790">
                  <c:v>44617</c:v>
                </c:pt>
                <c:pt idx="791">
                  <c:v>44616</c:v>
                </c:pt>
                <c:pt idx="792">
                  <c:v>44615</c:v>
                </c:pt>
                <c:pt idx="793">
                  <c:v>44614</c:v>
                </c:pt>
                <c:pt idx="794">
                  <c:v>44613</c:v>
                </c:pt>
                <c:pt idx="795">
                  <c:v>44610</c:v>
                </c:pt>
                <c:pt idx="796">
                  <c:v>44609</c:v>
                </c:pt>
                <c:pt idx="797">
                  <c:v>44608</c:v>
                </c:pt>
                <c:pt idx="798">
                  <c:v>44607</c:v>
                </c:pt>
                <c:pt idx="799">
                  <c:v>44606</c:v>
                </c:pt>
                <c:pt idx="800">
                  <c:v>44603</c:v>
                </c:pt>
                <c:pt idx="801">
                  <c:v>44602</c:v>
                </c:pt>
                <c:pt idx="802">
                  <c:v>44601</c:v>
                </c:pt>
                <c:pt idx="803">
                  <c:v>44600</c:v>
                </c:pt>
                <c:pt idx="804">
                  <c:v>44599</c:v>
                </c:pt>
                <c:pt idx="805">
                  <c:v>44587</c:v>
                </c:pt>
                <c:pt idx="806">
                  <c:v>44586</c:v>
                </c:pt>
                <c:pt idx="807">
                  <c:v>44585</c:v>
                </c:pt>
                <c:pt idx="808">
                  <c:v>44582</c:v>
                </c:pt>
                <c:pt idx="809">
                  <c:v>44581</c:v>
                </c:pt>
                <c:pt idx="810">
                  <c:v>44580</c:v>
                </c:pt>
                <c:pt idx="811">
                  <c:v>44579</c:v>
                </c:pt>
                <c:pt idx="812">
                  <c:v>44578</c:v>
                </c:pt>
                <c:pt idx="813">
                  <c:v>44575</c:v>
                </c:pt>
                <c:pt idx="814">
                  <c:v>44574</c:v>
                </c:pt>
                <c:pt idx="815">
                  <c:v>44573</c:v>
                </c:pt>
                <c:pt idx="816">
                  <c:v>44572</c:v>
                </c:pt>
                <c:pt idx="817">
                  <c:v>44571</c:v>
                </c:pt>
                <c:pt idx="818">
                  <c:v>44568</c:v>
                </c:pt>
                <c:pt idx="819">
                  <c:v>44567</c:v>
                </c:pt>
                <c:pt idx="820">
                  <c:v>44566</c:v>
                </c:pt>
                <c:pt idx="821">
                  <c:v>44565</c:v>
                </c:pt>
                <c:pt idx="822">
                  <c:v>44558</c:v>
                </c:pt>
                <c:pt idx="823">
                  <c:v>44554</c:v>
                </c:pt>
                <c:pt idx="824">
                  <c:v>44553</c:v>
                </c:pt>
                <c:pt idx="825">
                  <c:v>44552</c:v>
                </c:pt>
                <c:pt idx="826">
                  <c:v>44551</c:v>
                </c:pt>
                <c:pt idx="827">
                  <c:v>44550</c:v>
                </c:pt>
                <c:pt idx="828">
                  <c:v>44547</c:v>
                </c:pt>
                <c:pt idx="829">
                  <c:v>44546</c:v>
                </c:pt>
                <c:pt idx="830">
                  <c:v>44545</c:v>
                </c:pt>
                <c:pt idx="831">
                  <c:v>44544</c:v>
                </c:pt>
                <c:pt idx="832">
                  <c:v>44543</c:v>
                </c:pt>
                <c:pt idx="833">
                  <c:v>44540</c:v>
                </c:pt>
                <c:pt idx="834">
                  <c:v>44539</c:v>
                </c:pt>
                <c:pt idx="835">
                  <c:v>44538</c:v>
                </c:pt>
                <c:pt idx="836">
                  <c:v>44537</c:v>
                </c:pt>
                <c:pt idx="837">
                  <c:v>44536</c:v>
                </c:pt>
                <c:pt idx="838">
                  <c:v>44533</c:v>
                </c:pt>
                <c:pt idx="839">
                  <c:v>44532</c:v>
                </c:pt>
                <c:pt idx="840">
                  <c:v>44531</c:v>
                </c:pt>
                <c:pt idx="841">
                  <c:v>44530</c:v>
                </c:pt>
                <c:pt idx="842">
                  <c:v>44529</c:v>
                </c:pt>
                <c:pt idx="843">
                  <c:v>44526</c:v>
                </c:pt>
                <c:pt idx="844">
                  <c:v>44525</c:v>
                </c:pt>
                <c:pt idx="845">
                  <c:v>44524</c:v>
                </c:pt>
                <c:pt idx="846">
                  <c:v>44523</c:v>
                </c:pt>
                <c:pt idx="847">
                  <c:v>44522</c:v>
                </c:pt>
                <c:pt idx="848">
                  <c:v>44519</c:v>
                </c:pt>
                <c:pt idx="849">
                  <c:v>44518</c:v>
                </c:pt>
                <c:pt idx="850">
                  <c:v>44517</c:v>
                </c:pt>
                <c:pt idx="851">
                  <c:v>44516</c:v>
                </c:pt>
                <c:pt idx="852">
                  <c:v>44515</c:v>
                </c:pt>
                <c:pt idx="853">
                  <c:v>44512</c:v>
                </c:pt>
                <c:pt idx="854">
                  <c:v>44511</c:v>
                </c:pt>
                <c:pt idx="855">
                  <c:v>44510</c:v>
                </c:pt>
                <c:pt idx="856">
                  <c:v>44509</c:v>
                </c:pt>
                <c:pt idx="857">
                  <c:v>44508</c:v>
                </c:pt>
                <c:pt idx="858">
                  <c:v>44505</c:v>
                </c:pt>
                <c:pt idx="859">
                  <c:v>44504</c:v>
                </c:pt>
                <c:pt idx="860">
                  <c:v>44503</c:v>
                </c:pt>
                <c:pt idx="861">
                  <c:v>44502</c:v>
                </c:pt>
                <c:pt idx="862">
                  <c:v>44501</c:v>
                </c:pt>
                <c:pt idx="863">
                  <c:v>44498</c:v>
                </c:pt>
                <c:pt idx="864">
                  <c:v>44497</c:v>
                </c:pt>
                <c:pt idx="865">
                  <c:v>44496</c:v>
                </c:pt>
                <c:pt idx="866">
                  <c:v>44495</c:v>
                </c:pt>
                <c:pt idx="867">
                  <c:v>44494</c:v>
                </c:pt>
                <c:pt idx="868">
                  <c:v>44491</c:v>
                </c:pt>
                <c:pt idx="869">
                  <c:v>44490</c:v>
                </c:pt>
                <c:pt idx="870">
                  <c:v>44489</c:v>
                </c:pt>
                <c:pt idx="871">
                  <c:v>44488</c:v>
                </c:pt>
                <c:pt idx="872">
                  <c:v>44487</c:v>
                </c:pt>
                <c:pt idx="873">
                  <c:v>44484</c:v>
                </c:pt>
                <c:pt idx="874">
                  <c:v>44481</c:v>
                </c:pt>
                <c:pt idx="875">
                  <c:v>44480</c:v>
                </c:pt>
                <c:pt idx="876">
                  <c:v>44477</c:v>
                </c:pt>
                <c:pt idx="877">
                  <c:v>44467</c:v>
                </c:pt>
                <c:pt idx="878">
                  <c:v>44466</c:v>
                </c:pt>
                <c:pt idx="879">
                  <c:v>44463</c:v>
                </c:pt>
                <c:pt idx="880">
                  <c:v>44462</c:v>
                </c:pt>
                <c:pt idx="881">
                  <c:v>44454</c:v>
                </c:pt>
                <c:pt idx="882">
                  <c:v>44453</c:v>
                </c:pt>
                <c:pt idx="883">
                  <c:v>44452</c:v>
                </c:pt>
                <c:pt idx="884">
                  <c:v>44449</c:v>
                </c:pt>
                <c:pt idx="885">
                  <c:v>44448</c:v>
                </c:pt>
                <c:pt idx="886">
                  <c:v>44447</c:v>
                </c:pt>
                <c:pt idx="887">
                  <c:v>44446</c:v>
                </c:pt>
                <c:pt idx="888">
                  <c:v>44445</c:v>
                </c:pt>
                <c:pt idx="889">
                  <c:v>44442</c:v>
                </c:pt>
                <c:pt idx="890">
                  <c:v>44441</c:v>
                </c:pt>
                <c:pt idx="891">
                  <c:v>44440</c:v>
                </c:pt>
                <c:pt idx="892">
                  <c:v>44439</c:v>
                </c:pt>
                <c:pt idx="893">
                  <c:v>44438</c:v>
                </c:pt>
                <c:pt idx="894">
                  <c:v>44435</c:v>
                </c:pt>
                <c:pt idx="895">
                  <c:v>44434</c:v>
                </c:pt>
                <c:pt idx="896">
                  <c:v>44433</c:v>
                </c:pt>
                <c:pt idx="897">
                  <c:v>44432</c:v>
                </c:pt>
                <c:pt idx="898">
                  <c:v>44431</c:v>
                </c:pt>
                <c:pt idx="899">
                  <c:v>44428</c:v>
                </c:pt>
                <c:pt idx="900">
                  <c:v>44427</c:v>
                </c:pt>
                <c:pt idx="901">
                  <c:v>44426</c:v>
                </c:pt>
                <c:pt idx="902">
                  <c:v>44425</c:v>
                </c:pt>
                <c:pt idx="903">
                  <c:v>44424</c:v>
                </c:pt>
                <c:pt idx="904">
                  <c:v>44421</c:v>
                </c:pt>
                <c:pt idx="905">
                  <c:v>44420</c:v>
                </c:pt>
                <c:pt idx="906">
                  <c:v>44419</c:v>
                </c:pt>
                <c:pt idx="907">
                  <c:v>44418</c:v>
                </c:pt>
                <c:pt idx="908">
                  <c:v>44417</c:v>
                </c:pt>
                <c:pt idx="909">
                  <c:v>44414</c:v>
                </c:pt>
                <c:pt idx="910">
                  <c:v>44413</c:v>
                </c:pt>
                <c:pt idx="911">
                  <c:v>44412</c:v>
                </c:pt>
                <c:pt idx="912">
                  <c:v>44411</c:v>
                </c:pt>
                <c:pt idx="913">
                  <c:v>44410</c:v>
                </c:pt>
                <c:pt idx="914">
                  <c:v>44407</c:v>
                </c:pt>
                <c:pt idx="915">
                  <c:v>44406</c:v>
                </c:pt>
                <c:pt idx="916">
                  <c:v>44405</c:v>
                </c:pt>
                <c:pt idx="917">
                  <c:v>44404</c:v>
                </c:pt>
                <c:pt idx="918">
                  <c:v>44403</c:v>
                </c:pt>
                <c:pt idx="919">
                  <c:v>44400</c:v>
                </c:pt>
                <c:pt idx="920">
                  <c:v>44399</c:v>
                </c:pt>
                <c:pt idx="921">
                  <c:v>44398</c:v>
                </c:pt>
                <c:pt idx="922">
                  <c:v>44397</c:v>
                </c:pt>
                <c:pt idx="923">
                  <c:v>44396</c:v>
                </c:pt>
                <c:pt idx="924">
                  <c:v>44393</c:v>
                </c:pt>
                <c:pt idx="925">
                  <c:v>44392</c:v>
                </c:pt>
                <c:pt idx="926">
                  <c:v>44391</c:v>
                </c:pt>
                <c:pt idx="927">
                  <c:v>44390</c:v>
                </c:pt>
                <c:pt idx="928">
                  <c:v>44389</c:v>
                </c:pt>
                <c:pt idx="929">
                  <c:v>44386</c:v>
                </c:pt>
                <c:pt idx="930">
                  <c:v>44385</c:v>
                </c:pt>
                <c:pt idx="931">
                  <c:v>44384</c:v>
                </c:pt>
                <c:pt idx="932">
                  <c:v>44383</c:v>
                </c:pt>
                <c:pt idx="933">
                  <c:v>44382</c:v>
                </c:pt>
                <c:pt idx="934">
                  <c:v>44379</c:v>
                </c:pt>
                <c:pt idx="935">
                  <c:v>44377</c:v>
                </c:pt>
                <c:pt idx="936">
                  <c:v>44376</c:v>
                </c:pt>
                <c:pt idx="937">
                  <c:v>44375</c:v>
                </c:pt>
                <c:pt idx="938">
                  <c:v>44372</c:v>
                </c:pt>
                <c:pt idx="939">
                  <c:v>44371</c:v>
                </c:pt>
                <c:pt idx="940">
                  <c:v>44370</c:v>
                </c:pt>
                <c:pt idx="941">
                  <c:v>44369</c:v>
                </c:pt>
                <c:pt idx="942">
                  <c:v>44368</c:v>
                </c:pt>
                <c:pt idx="943">
                  <c:v>44365</c:v>
                </c:pt>
                <c:pt idx="944">
                  <c:v>44364</c:v>
                </c:pt>
                <c:pt idx="945">
                  <c:v>44363</c:v>
                </c:pt>
                <c:pt idx="946">
                  <c:v>44362</c:v>
                </c:pt>
                <c:pt idx="947">
                  <c:v>44358</c:v>
                </c:pt>
                <c:pt idx="948">
                  <c:v>44357</c:v>
                </c:pt>
                <c:pt idx="949">
                  <c:v>44356</c:v>
                </c:pt>
                <c:pt idx="950">
                  <c:v>44355</c:v>
                </c:pt>
                <c:pt idx="951">
                  <c:v>44354</c:v>
                </c:pt>
                <c:pt idx="952">
                  <c:v>44351</c:v>
                </c:pt>
                <c:pt idx="953">
                  <c:v>44350</c:v>
                </c:pt>
                <c:pt idx="954">
                  <c:v>44349</c:v>
                </c:pt>
                <c:pt idx="955">
                  <c:v>44348</c:v>
                </c:pt>
                <c:pt idx="956">
                  <c:v>44347</c:v>
                </c:pt>
                <c:pt idx="957">
                  <c:v>44344</c:v>
                </c:pt>
                <c:pt idx="958">
                  <c:v>44343</c:v>
                </c:pt>
                <c:pt idx="959">
                  <c:v>44342</c:v>
                </c:pt>
                <c:pt idx="960">
                  <c:v>44341</c:v>
                </c:pt>
                <c:pt idx="961">
                  <c:v>44340</c:v>
                </c:pt>
                <c:pt idx="962">
                  <c:v>44337</c:v>
                </c:pt>
                <c:pt idx="963">
                  <c:v>44336</c:v>
                </c:pt>
                <c:pt idx="964">
                  <c:v>44334</c:v>
                </c:pt>
                <c:pt idx="965">
                  <c:v>44333</c:v>
                </c:pt>
                <c:pt idx="966">
                  <c:v>44330</c:v>
                </c:pt>
                <c:pt idx="967">
                  <c:v>44329</c:v>
                </c:pt>
                <c:pt idx="968">
                  <c:v>44328</c:v>
                </c:pt>
                <c:pt idx="969">
                  <c:v>44327</c:v>
                </c:pt>
                <c:pt idx="970">
                  <c:v>44326</c:v>
                </c:pt>
                <c:pt idx="971">
                  <c:v>44323</c:v>
                </c:pt>
                <c:pt idx="972">
                  <c:v>44322</c:v>
                </c:pt>
                <c:pt idx="973">
                  <c:v>44314</c:v>
                </c:pt>
                <c:pt idx="974">
                  <c:v>44313</c:v>
                </c:pt>
                <c:pt idx="975">
                  <c:v>44312</c:v>
                </c:pt>
                <c:pt idx="976">
                  <c:v>44309</c:v>
                </c:pt>
                <c:pt idx="977">
                  <c:v>44308</c:v>
                </c:pt>
                <c:pt idx="978">
                  <c:v>44307</c:v>
                </c:pt>
                <c:pt idx="979">
                  <c:v>44306</c:v>
                </c:pt>
                <c:pt idx="980">
                  <c:v>44305</c:v>
                </c:pt>
                <c:pt idx="981">
                  <c:v>44302</c:v>
                </c:pt>
                <c:pt idx="982">
                  <c:v>44301</c:v>
                </c:pt>
                <c:pt idx="983">
                  <c:v>44300</c:v>
                </c:pt>
                <c:pt idx="984">
                  <c:v>44299</c:v>
                </c:pt>
                <c:pt idx="985">
                  <c:v>44298</c:v>
                </c:pt>
                <c:pt idx="986">
                  <c:v>44295</c:v>
                </c:pt>
                <c:pt idx="987">
                  <c:v>44294</c:v>
                </c:pt>
                <c:pt idx="988">
                  <c:v>44293</c:v>
                </c:pt>
                <c:pt idx="989">
                  <c:v>44287</c:v>
                </c:pt>
                <c:pt idx="990">
                  <c:v>44286</c:v>
                </c:pt>
                <c:pt idx="991">
                  <c:v>44285</c:v>
                </c:pt>
                <c:pt idx="992">
                  <c:v>44284</c:v>
                </c:pt>
                <c:pt idx="993">
                  <c:v>44281</c:v>
                </c:pt>
                <c:pt idx="994">
                  <c:v>44280</c:v>
                </c:pt>
                <c:pt idx="995">
                  <c:v>44279</c:v>
                </c:pt>
                <c:pt idx="996">
                  <c:v>44278</c:v>
                </c:pt>
                <c:pt idx="997">
                  <c:v>44277</c:v>
                </c:pt>
                <c:pt idx="998">
                  <c:v>44274</c:v>
                </c:pt>
                <c:pt idx="999">
                  <c:v>44273</c:v>
                </c:pt>
                <c:pt idx="1000">
                  <c:v>44272</c:v>
                </c:pt>
                <c:pt idx="1001">
                  <c:v>44271</c:v>
                </c:pt>
                <c:pt idx="1002">
                  <c:v>44270</c:v>
                </c:pt>
                <c:pt idx="1003">
                  <c:v>44267</c:v>
                </c:pt>
                <c:pt idx="1004">
                  <c:v>44266</c:v>
                </c:pt>
                <c:pt idx="1005">
                  <c:v>44265</c:v>
                </c:pt>
                <c:pt idx="1006">
                  <c:v>44264</c:v>
                </c:pt>
                <c:pt idx="1007">
                  <c:v>44263</c:v>
                </c:pt>
                <c:pt idx="1008">
                  <c:v>44260</c:v>
                </c:pt>
                <c:pt idx="1009">
                  <c:v>44259</c:v>
                </c:pt>
                <c:pt idx="1010">
                  <c:v>44258</c:v>
                </c:pt>
                <c:pt idx="1011">
                  <c:v>44257</c:v>
                </c:pt>
                <c:pt idx="1012">
                  <c:v>44256</c:v>
                </c:pt>
                <c:pt idx="1013">
                  <c:v>44253</c:v>
                </c:pt>
                <c:pt idx="1014">
                  <c:v>44252</c:v>
                </c:pt>
                <c:pt idx="1015">
                  <c:v>44251</c:v>
                </c:pt>
                <c:pt idx="1016">
                  <c:v>44250</c:v>
                </c:pt>
                <c:pt idx="1017">
                  <c:v>44249</c:v>
                </c:pt>
                <c:pt idx="1018">
                  <c:v>44246</c:v>
                </c:pt>
                <c:pt idx="1019">
                  <c:v>44245</c:v>
                </c:pt>
                <c:pt idx="1020">
                  <c:v>44235</c:v>
                </c:pt>
                <c:pt idx="1021">
                  <c:v>44232</c:v>
                </c:pt>
                <c:pt idx="1022">
                  <c:v>44231</c:v>
                </c:pt>
                <c:pt idx="1023">
                  <c:v>44230</c:v>
                </c:pt>
                <c:pt idx="1024">
                  <c:v>44229</c:v>
                </c:pt>
                <c:pt idx="1025">
                  <c:v>44228</c:v>
                </c:pt>
                <c:pt idx="1026">
                  <c:v>44225</c:v>
                </c:pt>
                <c:pt idx="1027">
                  <c:v>44224</c:v>
                </c:pt>
                <c:pt idx="1028">
                  <c:v>44223</c:v>
                </c:pt>
                <c:pt idx="1029">
                  <c:v>44222</c:v>
                </c:pt>
                <c:pt idx="1030">
                  <c:v>44221</c:v>
                </c:pt>
                <c:pt idx="1031">
                  <c:v>44218</c:v>
                </c:pt>
                <c:pt idx="1032">
                  <c:v>44217</c:v>
                </c:pt>
                <c:pt idx="1033">
                  <c:v>44216</c:v>
                </c:pt>
                <c:pt idx="1034">
                  <c:v>44215</c:v>
                </c:pt>
                <c:pt idx="1035">
                  <c:v>44214</c:v>
                </c:pt>
                <c:pt idx="1036">
                  <c:v>44211</c:v>
                </c:pt>
                <c:pt idx="1037">
                  <c:v>44210</c:v>
                </c:pt>
                <c:pt idx="1038">
                  <c:v>44209</c:v>
                </c:pt>
                <c:pt idx="1039">
                  <c:v>44208</c:v>
                </c:pt>
                <c:pt idx="1040">
                  <c:v>44207</c:v>
                </c:pt>
                <c:pt idx="1041">
                  <c:v>44204</c:v>
                </c:pt>
                <c:pt idx="1042">
                  <c:v>44203</c:v>
                </c:pt>
                <c:pt idx="1043">
                  <c:v>44202</c:v>
                </c:pt>
                <c:pt idx="1044">
                  <c:v>44201</c:v>
                </c:pt>
                <c:pt idx="1045">
                  <c:v>44200</c:v>
                </c:pt>
                <c:pt idx="1046">
                  <c:v>44196</c:v>
                </c:pt>
                <c:pt idx="1047">
                  <c:v>44195</c:v>
                </c:pt>
                <c:pt idx="1048">
                  <c:v>44194</c:v>
                </c:pt>
                <c:pt idx="1049">
                  <c:v>44193</c:v>
                </c:pt>
                <c:pt idx="1050">
                  <c:v>44189</c:v>
                </c:pt>
                <c:pt idx="1051">
                  <c:v>44188</c:v>
                </c:pt>
                <c:pt idx="1052">
                  <c:v>44187</c:v>
                </c:pt>
                <c:pt idx="1053">
                  <c:v>44186</c:v>
                </c:pt>
                <c:pt idx="1054">
                  <c:v>44183</c:v>
                </c:pt>
                <c:pt idx="1055">
                  <c:v>44182</c:v>
                </c:pt>
                <c:pt idx="1056">
                  <c:v>44181</c:v>
                </c:pt>
                <c:pt idx="1057">
                  <c:v>44180</c:v>
                </c:pt>
                <c:pt idx="1058">
                  <c:v>44179</c:v>
                </c:pt>
                <c:pt idx="1059">
                  <c:v>44176</c:v>
                </c:pt>
                <c:pt idx="1060">
                  <c:v>44175</c:v>
                </c:pt>
                <c:pt idx="1061">
                  <c:v>44174</c:v>
                </c:pt>
                <c:pt idx="1062">
                  <c:v>44173</c:v>
                </c:pt>
                <c:pt idx="1063">
                  <c:v>44172</c:v>
                </c:pt>
                <c:pt idx="1064">
                  <c:v>44169</c:v>
                </c:pt>
                <c:pt idx="1065">
                  <c:v>44168</c:v>
                </c:pt>
                <c:pt idx="1066">
                  <c:v>44167</c:v>
                </c:pt>
                <c:pt idx="1067">
                  <c:v>44166</c:v>
                </c:pt>
                <c:pt idx="1068">
                  <c:v>44165</c:v>
                </c:pt>
                <c:pt idx="1069">
                  <c:v>44162</c:v>
                </c:pt>
                <c:pt idx="1070">
                  <c:v>44161</c:v>
                </c:pt>
                <c:pt idx="1071">
                  <c:v>44160</c:v>
                </c:pt>
                <c:pt idx="1072">
                  <c:v>44159</c:v>
                </c:pt>
                <c:pt idx="1073">
                  <c:v>44158</c:v>
                </c:pt>
                <c:pt idx="1074">
                  <c:v>44155</c:v>
                </c:pt>
                <c:pt idx="1075">
                  <c:v>44154</c:v>
                </c:pt>
                <c:pt idx="1076">
                  <c:v>44153</c:v>
                </c:pt>
                <c:pt idx="1077">
                  <c:v>44152</c:v>
                </c:pt>
                <c:pt idx="1078">
                  <c:v>44151</c:v>
                </c:pt>
                <c:pt idx="1079">
                  <c:v>44148</c:v>
                </c:pt>
                <c:pt idx="1080">
                  <c:v>44147</c:v>
                </c:pt>
                <c:pt idx="1081">
                  <c:v>44146</c:v>
                </c:pt>
                <c:pt idx="1082">
                  <c:v>44145</c:v>
                </c:pt>
                <c:pt idx="1083">
                  <c:v>44144</c:v>
                </c:pt>
                <c:pt idx="1084">
                  <c:v>44141</c:v>
                </c:pt>
                <c:pt idx="1085">
                  <c:v>44140</c:v>
                </c:pt>
                <c:pt idx="1086">
                  <c:v>44139</c:v>
                </c:pt>
                <c:pt idx="1087">
                  <c:v>44138</c:v>
                </c:pt>
                <c:pt idx="1088">
                  <c:v>44137</c:v>
                </c:pt>
                <c:pt idx="1089">
                  <c:v>44134</c:v>
                </c:pt>
                <c:pt idx="1090">
                  <c:v>44133</c:v>
                </c:pt>
                <c:pt idx="1091">
                  <c:v>44132</c:v>
                </c:pt>
                <c:pt idx="1092">
                  <c:v>44131</c:v>
                </c:pt>
                <c:pt idx="1093">
                  <c:v>44127</c:v>
                </c:pt>
                <c:pt idx="1094">
                  <c:v>44126</c:v>
                </c:pt>
                <c:pt idx="1095">
                  <c:v>44125</c:v>
                </c:pt>
                <c:pt idx="1096">
                  <c:v>44124</c:v>
                </c:pt>
                <c:pt idx="1097">
                  <c:v>44123</c:v>
                </c:pt>
                <c:pt idx="1098">
                  <c:v>44120</c:v>
                </c:pt>
                <c:pt idx="1099">
                  <c:v>44119</c:v>
                </c:pt>
                <c:pt idx="1100">
                  <c:v>44118</c:v>
                </c:pt>
                <c:pt idx="1101">
                  <c:v>44116</c:v>
                </c:pt>
                <c:pt idx="1102">
                  <c:v>44113</c:v>
                </c:pt>
                <c:pt idx="1103">
                  <c:v>44102</c:v>
                </c:pt>
                <c:pt idx="1104">
                  <c:v>44099</c:v>
                </c:pt>
                <c:pt idx="1105">
                  <c:v>44098</c:v>
                </c:pt>
                <c:pt idx="1106">
                  <c:v>44097</c:v>
                </c:pt>
                <c:pt idx="1107">
                  <c:v>44096</c:v>
                </c:pt>
                <c:pt idx="1108">
                  <c:v>44095</c:v>
                </c:pt>
                <c:pt idx="1109">
                  <c:v>44092</c:v>
                </c:pt>
                <c:pt idx="1110">
                  <c:v>44091</c:v>
                </c:pt>
                <c:pt idx="1111">
                  <c:v>44090</c:v>
                </c:pt>
                <c:pt idx="1112">
                  <c:v>44089</c:v>
                </c:pt>
                <c:pt idx="1113">
                  <c:v>44088</c:v>
                </c:pt>
                <c:pt idx="1114">
                  <c:v>44085</c:v>
                </c:pt>
                <c:pt idx="1115">
                  <c:v>44084</c:v>
                </c:pt>
                <c:pt idx="1116">
                  <c:v>44083</c:v>
                </c:pt>
                <c:pt idx="1117">
                  <c:v>44082</c:v>
                </c:pt>
                <c:pt idx="1118">
                  <c:v>44081</c:v>
                </c:pt>
                <c:pt idx="1119">
                  <c:v>44078</c:v>
                </c:pt>
                <c:pt idx="1120">
                  <c:v>44077</c:v>
                </c:pt>
                <c:pt idx="1121">
                  <c:v>44076</c:v>
                </c:pt>
                <c:pt idx="1122">
                  <c:v>44075</c:v>
                </c:pt>
                <c:pt idx="1123">
                  <c:v>44074</c:v>
                </c:pt>
                <c:pt idx="1124">
                  <c:v>44071</c:v>
                </c:pt>
                <c:pt idx="1125">
                  <c:v>44070</c:v>
                </c:pt>
                <c:pt idx="1126">
                  <c:v>44069</c:v>
                </c:pt>
                <c:pt idx="1127">
                  <c:v>44068</c:v>
                </c:pt>
                <c:pt idx="1128">
                  <c:v>44067</c:v>
                </c:pt>
                <c:pt idx="1129">
                  <c:v>44064</c:v>
                </c:pt>
                <c:pt idx="1130">
                  <c:v>44063</c:v>
                </c:pt>
                <c:pt idx="1131">
                  <c:v>44062</c:v>
                </c:pt>
                <c:pt idx="1132">
                  <c:v>44061</c:v>
                </c:pt>
                <c:pt idx="1133">
                  <c:v>44060</c:v>
                </c:pt>
                <c:pt idx="1134">
                  <c:v>44057</c:v>
                </c:pt>
                <c:pt idx="1135">
                  <c:v>44056</c:v>
                </c:pt>
                <c:pt idx="1136">
                  <c:v>44055</c:v>
                </c:pt>
                <c:pt idx="1137">
                  <c:v>44054</c:v>
                </c:pt>
                <c:pt idx="1138">
                  <c:v>44053</c:v>
                </c:pt>
                <c:pt idx="1139">
                  <c:v>44050</c:v>
                </c:pt>
                <c:pt idx="1140">
                  <c:v>44049</c:v>
                </c:pt>
                <c:pt idx="1141">
                  <c:v>44048</c:v>
                </c:pt>
                <c:pt idx="1142">
                  <c:v>44047</c:v>
                </c:pt>
                <c:pt idx="1143">
                  <c:v>44046</c:v>
                </c:pt>
                <c:pt idx="1144">
                  <c:v>44043</c:v>
                </c:pt>
                <c:pt idx="1145">
                  <c:v>44042</c:v>
                </c:pt>
                <c:pt idx="1146">
                  <c:v>44041</c:v>
                </c:pt>
                <c:pt idx="1147">
                  <c:v>44040</c:v>
                </c:pt>
                <c:pt idx="1148">
                  <c:v>44039</c:v>
                </c:pt>
                <c:pt idx="1149">
                  <c:v>44036</c:v>
                </c:pt>
                <c:pt idx="1150">
                  <c:v>44035</c:v>
                </c:pt>
                <c:pt idx="1151">
                  <c:v>44034</c:v>
                </c:pt>
                <c:pt idx="1152">
                  <c:v>44033</c:v>
                </c:pt>
                <c:pt idx="1153">
                  <c:v>44032</c:v>
                </c:pt>
                <c:pt idx="1154">
                  <c:v>44029</c:v>
                </c:pt>
                <c:pt idx="1155">
                  <c:v>44028</c:v>
                </c:pt>
                <c:pt idx="1156">
                  <c:v>44027</c:v>
                </c:pt>
                <c:pt idx="1157">
                  <c:v>44026</c:v>
                </c:pt>
                <c:pt idx="1158">
                  <c:v>44025</c:v>
                </c:pt>
                <c:pt idx="1159">
                  <c:v>44022</c:v>
                </c:pt>
                <c:pt idx="1160">
                  <c:v>44021</c:v>
                </c:pt>
                <c:pt idx="1161">
                  <c:v>44020</c:v>
                </c:pt>
                <c:pt idx="1162">
                  <c:v>44019</c:v>
                </c:pt>
                <c:pt idx="1163">
                  <c:v>44018</c:v>
                </c:pt>
                <c:pt idx="1164">
                  <c:v>44015</c:v>
                </c:pt>
                <c:pt idx="1165">
                  <c:v>44014</c:v>
                </c:pt>
                <c:pt idx="1166">
                  <c:v>44012</c:v>
                </c:pt>
                <c:pt idx="1167">
                  <c:v>44011</c:v>
                </c:pt>
                <c:pt idx="1168">
                  <c:v>44004</c:v>
                </c:pt>
                <c:pt idx="1169">
                  <c:v>44001</c:v>
                </c:pt>
                <c:pt idx="1170">
                  <c:v>44000</c:v>
                </c:pt>
                <c:pt idx="1171">
                  <c:v>43999</c:v>
                </c:pt>
                <c:pt idx="1172">
                  <c:v>43998</c:v>
                </c:pt>
                <c:pt idx="1173">
                  <c:v>43997</c:v>
                </c:pt>
                <c:pt idx="1174">
                  <c:v>43994</c:v>
                </c:pt>
                <c:pt idx="1175">
                  <c:v>43993</c:v>
                </c:pt>
                <c:pt idx="1176">
                  <c:v>43992</c:v>
                </c:pt>
                <c:pt idx="1177">
                  <c:v>43991</c:v>
                </c:pt>
                <c:pt idx="1178">
                  <c:v>43990</c:v>
                </c:pt>
                <c:pt idx="1179">
                  <c:v>43987</c:v>
                </c:pt>
                <c:pt idx="1180">
                  <c:v>43986</c:v>
                </c:pt>
                <c:pt idx="1181">
                  <c:v>43985</c:v>
                </c:pt>
                <c:pt idx="1182">
                  <c:v>43984</c:v>
                </c:pt>
                <c:pt idx="1183">
                  <c:v>43983</c:v>
                </c:pt>
                <c:pt idx="1184">
                  <c:v>43980</c:v>
                </c:pt>
                <c:pt idx="1185">
                  <c:v>43979</c:v>
                </c:pt>
                <c:pt idx="1186">
                  <c:v>43978</c:v>
                </c:pt>
                <c:pt idx="1187">
                  <c:v>43977</c:v>
                </c:pt>
                <c:pt idx="1188">
                  <c:v>43976</c:v>
                </c:pt>
                <c:pt idx="1189">
                  <c:v>43973</c:v>
                </c:pt>
                <c:pt idx="1190">
                  <c:v>43972</c:v>
                </c:pt>
                <c:pt idx="1191">
                  <c:v>43971</c:v>
                </c:pt>
                <c:pt idx="1192">
                  <c:v>43970</c:v>
                </c:pt>
                <c:pt idx="1193">
                  <c:v>43969</c:v>
                </c:pt>
                <c:pt idx="1194">
                  <c:v>43966</c:v>
                </c:pt>
                <c:pt idx="1195">
                  <c:v>43965</c:v>
                </c:pt>
                <c:pt idx="1196">
                  <c:v>43964</c:v>
                </c:pt>
                <c:pt idx="1197">
                  <c:v>43963</c:v>
                </c:pt>
                <c:pt idx="1198">
                  <c:v>43962</c:v>
                </c:pt>
                <c:pt idx="1199">
                  <c:v>43959</c:v>
                </c:pt>
                <c:pt idx="1200">
                  <c:v>43958</c:v>
                </c:pt>
                <c:pt idx="1201">
                  <c:v>43957</c:v>
                </c:pt>
                <c:pt idx="1202">
                  <c:v>43948</c:v>
                </c:pt>
                <c:pt idx="1203">
                  <c:v>43945</c:v>
                </c:pt>
                <c:pt idx="1204">
                  <c:v>43944</c:v>
                </c:pt>
                <c:pt idx="1205">
                  <c:v>43943</c:v>
                </c:pt>
                <c:pt idx="1206">
                  <c:v>43942</c:v>
                </c:pt>
                <c:pt idx="1207">
                  <c:v>43941</c:v>
                </c:pt>
                <c:pt idx="1208">
                  <c:v>43938</c:v>
                </c:pt>
                <c:pt idx="1209">
                  <c:v>43937</c:v>
                </c:pt>
                <c:pt idx="1210">
                  <c:v>43936</c:v>
                </c:pt>
                <c:pt idx="1211">
                  <c:v>43935</c:v>
                </c:pt>
                <c:pt idx="1212">
                  <c:v>43930</c:v>
                </c:pt>
                <c:pt idx="1213">
                  <c:v>43929</c:v>
                </c:pt>
                <c:pt idx="1214">
                  <c:v>43928</c:v>
                </c:pt>
                <c:pt idx="1215">
                  <c:v>43922</c:v>
                </c:pt>
                <c:pt idx="1216">
                  <c:v>43921</c:v>
                </c:pt>
                <c:pt idx="1217">
                  <c:v>43920</c:v>
                </c:pt>
                <c:pt idx="1218">
                  <c:v>43917</c:v>
                </c:pt>
                <c:pt idx="1219">
                  <c:v>43916</c:v>
                </c:pt>
                <c:pt idx="1220">
                  <c:v>43915</c:v>
                </c:pt>
                <c:pt idx="1221">
                  <c:v>43914</c:v>
                </c:pt>
                <c:pt idx="1222">
                  <c:v>43913</c:v>
                </c:pt>
                <c:pt idx="1223">
                  <c:v>43910</c:v>
                </c:pt>
                <c:pt idx="1224">
                  <c:v>43909</c:v>
                </c:pt>
                <c:pt idx="1225">
                  <c:v>43908</c:v>
                </c:pt>
                <c:pt idx="1226">
                  <c:v>43907</c:v>
                </c:pt>
                <c:pt idx="1227">
                  <c:v>43906</c:v>
                </c:pt>
                <c:pt idx="1228">
                  <c:v>43903</c:v>
                </c:pt>
                <c:pt idx="1229">
                  <c:v>43902</c:v>
                </c:pt>
                <c:pt idx="1230">
                  <c:v>43901</c:v>
                </c:pt>
                <c:pt idx="1231">
                  <c:v>43900</c:v>
                </c:pt>
                <c:pt idx="1232">
                  <c:v>43899</c:v>
                </c:pt>
                <c:pt idx="1233">
                  <c:v>43896</c:v>
                </c:pt>
                <c:pt idx="1234">
                  <c:v>43895</c:v>
                </c:pt>
                <c:pt idx="1235">
                  <c:v>43894</c:v>
                </c:pt>
                <c:pt idx="1236">
                  <c:v>43893</c:v>
                </c:pt>
                <c:pt idx="1237">
                  <c:v>43892</c:v>
                </c:pt>
                <c:pt idx="1238">
                  <c:v>43889</c:v>
                </c:pt>
                <c:pt idx="1239">
                  <c:v>43888</c:v>
                </c:pt>
                <c:pt idx="1240">
                  <c:v>43887</c:v>
                </c:pt>
                <c:pt idx="1241">
                  <c:v>43886</c:v>
                </c:pt>
                <c:pt idx="1242">
                  <c:v>43885</c:v>
                </c:pt>
                <c:pt idx="1243">
                  <c:v>43882</c:v>
                </c:pt>
                <c:pt idx="1244">
                  <c:v>43881</c:v>
                </c:pt>
                <c:pt idx="1245">
                  <c:v>43880</c:v>
                </c:pt>
                <c:pt idx="1246">
                  <c:v>43879</c:v>
                </c:pt>
                <c:pt idx="1247">
                  <c:v>43878</c:v>
                </c:pt>
                <c:pt idx="1248">
                  <c:v>43875</c:v>
                </c:pt>
                <c:pt idx="1249">
                  <c:v>43874</c:v>
                </c:pt>
                <c:pt idx="1250">
                  <c:v>43873</c:v>
                </c:pt>
                <c:pt idx="1251">
                  <c:v>43872</c:v>
                </c:pt>
                <c:pt idx="1252">
                  <c:v>43871</c:v>
                </c:pt>
                <c:pt idx="1253">
                  <c:v>43868</c:v>
                </c:pt>
                <c:pt idx="1254">
                  <c:v>43867</c:v>
                </c:pt>
                <c:pt idx="1255">
                  <c:v>43866</c:v>
                </c:pt>
                <c:pt idx="1256">
                  <c:v>43865</c:v>
                </c:pt>
                <c:pt idx="1257">
                  <c:v>43864</c:v>
                </c:pt>
                <c:pt idx="1258">
                  <c:v>43851</c:v>
                </c:pt>
                <c:pt idx="1259">
                  <c:v>43850</c:v>
                </c:pt>
                <c:pt idx="1260">
                  <c:v>43847</c:v>
                </c:pt>
                <c:pt idx="1261">
                  <c:v>43846</c:v>
                </c:pt>
                <c:pt idx="1262">
                  <c:v>43845</c:v>
                </c:pt>
                <c:pt idx="1263">
                  <c:v>43844</c:v>
                </c:pt>
                <c:pt idx="1264">
                  <c:v>43843</c:v>
                </c:pt>
                <c:pt idx="1265">
                  <c:v>43840</c:v>
                </c:pt>
                <c:pt idx="1266">
                  <c:v>43839</c:v>
                </c:pt>
                <c:pt idx="1267">
                  <c:v>43838</c:v>
                </c:pt>
                <c:pt idx="1268">
                  <c:v>43837</c:v>
                </c:pt>
                <c:pt idx="1269">
                  <c:v>43836</c:v>
                </c:pt>
                <c:pt idx="1270">
                  <c:v>43833</c:v>
                </c:pt>
                <c:pt idx="1271">
                  <c:v>43832</c:v>
                </c:pt>
                <c:pt idx="1272">
                  <c:v>43830</c:v>
                </c:pt>
                <c:pt idx="1273">
                  <c:v>43829</c:v>
                </c:pt>
                <c:pt idx="1274">
                  <c:v>43826</c:v>
                </c:pt>
                <c:pt idx="1275">
                  <c:v>43823</c:v>
                </c:pt>
                <c:pt idx="1276">
                  <c:v>43822</c:v>
                </c:pt>
                <c:pt idx="1277">
                  <c:v>43819</c:v>
                </c:pt>
                <c:pt idx="1278">
                  <c:v>43818</c:v>
                </c:pt>
                <c:pt idx="1279">
                  <c:v>43817</c:v>
                </c:pt>
                <c:pt idx="1280">
                  <c:v>43816</c:v>
                </c:pt>
                <c:pt idx="1281">
                  <c:v>43815</c:v>
                </c:pt>
                <c:pt idx="1282">
                  <c:v>43812</c:v>
                </c:pt>
                <c:pt idx="1283">
                  <c:v>43811</c:v>
                </c:pt>
                <c:pt idx="1284">
                  <c:v>43810</c:v>
                </c:pt>
                <c:pt idx="1285">
                  <c:v>43809</c:v>
                </c:pt>
                <c:pt idx="1286">
                  <c:v>43808</c:v>
                </c:pt>
                <c:pt idx="1287">
                  <c:v>43805</c:v>
                </c:pt>
                <c:pt idx="1288">
                  <c:v>43804</c:v>
                </c:pt>
                <c:pt idx="1289">
                  <c:v>43803</c:v>
                </c:pt>
                <c:pt idx="1290">
                  <c:v>43802</c:v>
                </c:pt>
                <c:pt idx="1291">
                  <c:v>43801</c:v>
                </c:pt>
                <c:pt idx="1292">
                  <c:v>43798</c:v>
                </c:pt>
                <c:pt idx="1293">
                  <c:v>43797</c:v>
                </c:pt>
                <c:pt idx="1294">
                  <c:v>43796</c:v>
                </c:pt>
                <c:pt idx="1295">
                  <c:v>43795</c:v>
                </c:pt>
                <c:pt idx="1296">
                  <c:v>43794</c:v>
                </c:pt>
                <c:pt idx="1297">
                  <c:v>43791</c:v>
                </c:pt>
                <c:pt idx="1298">
                  <c:v>43790</c:v>
                </c:pt>
                <c:pt idx="1299">
                  <c:v>43789</c:v>
                </c:pt>
                <c:pt idx="1300">
                  <c:v>43788</c:v>
                </c:pt>
                <c:pt idx="1301">
                  <c:v>43787</c:v>
                </c:pt>
                <c:pt idx="1302">
                  <c:v>43784</c:v>
                </c:pt>
                <c:pt idx="1303">
                  <c:v>43783</c:v>
                </c:pt>
                <c:pt idx="1304">
                  <c:v>43782</c:v>
                </c:pt>
                <c:pt idx="1305">
                  <c:v>43781</c:v>
                </c:pt>
                <c:pt idx="1306">
                  <c:v>43780</c:v>
                </c:pt>
                <c:pt idx="1307">
                  <c:v>43777</c:v>
                </c:pt>
                <c:pt idx="1308">
                  <c:v>43776</c:v>
                </c:pt>
                <c:pt idx="1309">
                  <c:v>43775</c:v>
                </c:pt>
                <c:pt idx="1310">
                  <c:v>43774</c:v>
                </c:pt>
                <c:pt idx="1311">
                  <c:v>43773</c:v>
                </c:pt>
                <c:pt idx="1312">
                  <c:v>43770</c:v>
                </c:pt>
                <c:pt idx="1313">
                  <c:v>43769</c:v>
                </c:pt>
                <c:pt idx="1314">
                  <c:v>43768</c:v>
                </c:pt>
                <c:pt idx="1315">
                  <c:v>43767</c:v>
                </c:pt>
                <c:pt idx="1316">
                  <c:v>43766</c:v>
                </c:pt>
                <c:pt idx="1317">
                  <c:v>43763</c:v>
                </c:pt>
                <c:pt idx="1318">
                  <c:v>43762</c:v>
                </c:pt>
                <c:pt idx="1319">
                  <c:v>43761</c:v>
                </c:pt>
                <c:pt idx="1320">
                  <c:v>43760</c:v>
                </c:pt>
                <c:pt idx="1321">
                  <c:v>43759</c:v>
                </c:pt>
                <c:pt idx="1322">
                  <c:v>43756</c:v>
                </c:pt>
                <c:pt idx="1323">
                  <c:v>43755</c:v>
                </c:pt>
                <c:pt idx="1324">
                  <c:v>43754</c:v>
                </c:pt>
                <c:pt idx="1325">
                  <c:v>43753</c:v>
                </c:pt>
                <c:pt idx="1326">
                  <c:v>43752</c:v>
                </c:pt>
                <c:pt idx="1327">
                  <c:v>43749</c:v>
                </c:pt>
                <c:pt idx="1328">
                  <c:v>43748</c:v>
                </c:pt>
                <c:pt idx="1329">
                  <c:v>43747</c:v>
                </c:pt>
                <c:pt idx="1330">
                  <c:v>43746</c:v>
                </c:pt>
                <c:pt idx="1331">
                  <c:v>43734</c:v>
                </c:pt>
                <c:pt idx="1332">
                  <c:v>43733</c:v>
                </c:pt>
                <c:pt idx="1333">
                  <c:v>43732</c:v>
                </c:pt>
                <c:pt idx="1334">
                  <c:v>43731</c:v>
                </c:pt>
                <c:pt idx="1335">
                  <c:v>43728</c:v>
                </c:pt>
                <c:pt idx="1336">
                  <c:v>43727</c:v>
                </c:pt>
                <c:pt idx="1337">
                  <c:v>43726</c:v>
                </c:pt>
                <c:pt idx="1338">
                  <c:v>43725</c:v>
                </c:pt>
                <c:pt idx="1339">
                  <c:v>43724</c:v>
                </c:pt>
                <c:pt idx="1340">
                  <c:v>43718</c:v>
                </c:pt>
                <c:pt idx="1341">
                  <c:v>43717</c:v>
                </c:pt>
                <c:pt idx="1342">
                  <c:v>43714</c:v>
                </c:pt>
                <c:pt idx="1343">
                  <c:v>43713</c:v>
                </c:pt>
                <c:pt idx="1344">
                  <c:v>43712</c:v>
                </c:pt>
                <c:pt idx="1345">
                  <c:v>43711</c:v>
                </c:pt>
                <c:pt idx="1346">
                  <c:v>43710</c:v>
                </c:pt>
                <c:pt idx="1347">
                  <c:v>43707</c:v>
                </c:pt>
                <c:pt idx="1348">
                  <c:v>43706</c:v>
                </c:pt>
                <c:pt idx="1349">
                  <c:v>43705</c:v>
                </c:pt>
                <c:pt idx="1350">
                  <c:v>43704</c:v>
                </c:pt>
                <c:pt idx="1351">
                  <c:v>43703</c:v>
                </c:pt>
                <c:pt idx="1352">
                  <c:v>43700</c:v>
                </c:pt>
                <c:pt idx="1353">
                  <c:v>43699</c:v>
                </c:pt>
                <c:pt idx="1354">
                  <c:v>43698</c:v>
                </c:pt>
                <c:pt idx="1355">
                  <c:v>43697</c:v>
                </c:pt>
                <c:pt idx="1356">
                  <c:v>43696</c:v>
                </c:pt>
                <c:pt idx="1357">
                  <c:v>43693</c:v>
                </c:pt>
                <c:pt idx="1358">
                  <c:v>43692</c:v>
                </c:pt>
                <c:pt idx="1359">
                  <c:v>43691</c:v>
                </c:pt>
                <c:pt idx="1360">
                  <c:v>43690</c:v>
                </c:pt>
                <c:pt idx="1361">
                  <c:v>43689</c:v>
                </c:pt>
                <c:pt idx="1362">
                  <c:v>43686</c:v>
                </c:pt>
                <c:pt idx="1363">
                  <c:v>43685</c:v>
                </c:pt>
                <c:pt idx="1364">
                  <c:v>43684</c:v>
                </c:pt>
                <c:pt idx="1365">
                  <c:v>43683</c:v>
                </c:pt>
                <c:pt idx="1366">
                  <c:v>43682</c:v>
                </c:pt>
                <c:pt idx="1367">
                  <c:v>43679</c:v>
                </c:pt>
                <c:pt idx="1368">
                  <c:v>43678</c:v>
                </c:pt>
                <c:pt idx="1369">
                  <c:v>43677</c:v>
                </c:pt>
                <c:pt idx="1370">
                  <c:v>43676</c:v>
                </c:pt>
                <c:pt idx="1371">
                  <c:v>43675</c:v>
                </c:pt>
                <c:pt idx="1372">
                  <c:v>43672</c:v>
                </c:pt>
                <c:pt idx="1373">
                  <c:v>43671</c:v>
                </c:pt>
                <c:pt idx="1374">
                  <c:v>43670</c:v>
                </c:pt>
                <c:pt idx="1375">
                  <c:v>43669</c:v>
                </c:pt>
                <c:pt idx="1376">
                  <c:v>43668</c:v>
                </c:pt>
                <c:pt idx="1377">
                  <c:v>43665</c:v>
                </c:pt>
                <c:pt idx="1378">
                  <c:v>43664</c:v>
                </c:pt>
                <c:pt idx="1379">
                  <c:v>43663</c:v>
                </c:pt>
                <c:pt idx="1380">
                  <c:v>43662</c:v>
                </c:pt>
                <c:pt idx="1381">
                  <c:v>43661</c:v>
                </c:pt>
                <c:pt idx="1382">
                  <c:v>43658</c:v>
                </c:pt>
                <c:pt idx="1383">
                  <c:v>43657</c:v>
                </c:pt>
                <c:pt idx="1384">
                  <c:v>43656</c:v>
                </c:pt>
                <c:pt idx="1385">
                  <c:v>43655</c:v>
                </c:pt>
                <c:pt idx="1386">
                  <c:v>43654</c:v>
                </c:pt>
                <c:pt idx="1387">
                  <c:v>43651</c:v>
                </c:pt>
                <c:pt idx="1388">
                  <c:v>43650</c:v>
                </c:pt>
                <c:pt idx="1389">
                  <c:v>43649</c:v>
                </c:pt>
                <c:pt idx="1390">
                  <c:v>43648</c:v>
                </c:pt>
                <c:pt idx="1391">
                  <c:v>43644</c:v>
                </c:pt>
                <c:pt idx="1392">
                  <c:v>43643</c:v>
                </c:pt>
                <c:pt idx="1393">
                  <c:v>43642</c:v>
                </c:pt>
                <c:pt idx="1394">
                  <c:v>43641</c:v>
                </c:pt>
                <c:pt idx="1395">
                  <c:v>43640</c:v>
                </c:pt>
                <c:pt idx="1396">
                  <c:v>43637</c:v>
                </c:pt>
                <c:pt idx="1397">
                  <c:v>43636</c:v>
                </c:pt>
                <c:pt idx="1398">
                  <c:v>43635</c:v>
                </c:pt>
                <c:pt idx="1399">
                  <c:v>43634</c:v>
                </c:pt>
                <c:pt idx="1400">
                  <c:v>43633</c:v>
                </c:pt>
                <c:pt idx="1401">
                  <c:v>43630</c:v>
                </c:pt>
                <c:pt idx="1402">
                  <c:v>43629</c:v>
                </c:pt>
                <c:pt idx="1403">
                  <c:v>43628</c:v>
                </c:pt>
                <c:pt idx="1404">
                  <c:v>43627</c:v>
                </c:pt>
                <c:pt idx="1405">
                  <c:v>43626</c:v>
                </c:pt>
                <c:pt idx="1406">
                  <c:v>43622</c:v>
                </c:pt>
                <c:pt idx="1407">
                  <c:v>43621</c:v>
                </c:pt>
                <c:pt idx="1408">
                  <c:v>43620</c:v>
                </c:pt>
                <c:pt idx="1409">
                  <c:v>43619</c:v>
                </c:pt>
                <c:pt idx="1410">
                  <c:v>43616</c:v>
                </c:pt>
                <c:pt idx="1411">
                  <c:v>43615</c:v>
                </c:pt>
                <c:pt idx="1412">
                  <c:v>43614</c:v>
                </c:pt>
                <c:pt idx="1413">
                  <c:v>43613</c:v>
                </c:pt>
                <c:pt idx="1414">
                  <c:v>43612</c:v>
                </c:pt>
                <c:pt idx="1415">
                  <c:v>43609</c:v>
                </c:pt>
                <c:pt idx="1416">
                  <c:v>43608</c:v>
                </c:pt>
                <c:pt idx="1417">
                  <c:v>43607</c:v>
                </c:pt>
                <c:pt idx="1418">
                  <c:v>43606</c:v>
                </c:pt>
                <c:pt idx="1419">
                  <c:v>43605</c:v>
                </c:pt>
                <c:pt idx="1420">
                  <c:v>43602</c:v>
                </c:pt>
                <c:pt idx="1421">
                  <c:v>43601</c:v>
                </c:pt>
                <c:pt idx="1422">
                  <c:v>43600</c:v>
                </c:pt>
                <c:pt idx="1423">
                  <c:v>43599</c:v>
                </c:pt>
                <c:pt idx="1424">
                  <c:v>43595</c:v>
                </c:pt>
                <c:pt idx="1425">
                  <c:v>43594</c:v>
                </c:pt>
                <c:pt idx="1426">
                  <c:v>43593</c:v>
                </c:pt>
                <c:pt idx="1427">
                  <c:v>43592</c:v>
                </c:pt>
                <c:pt idx="1428">
                  <c:v>43591</c:v>
                </c:pt>
                <c:pt idx="1429">
                  <c:v>43581</c:v>
                </c:pt>
                <c:pt idx="1430">
                  <c:v>43580</c:v>
                </c:pt>
                <c:pt idx="1431">
                  <c:v>43579</c:v>
                </c:pt>
                <c:pt idx="1432">
                  <c:v>43578</c:v>
                </c:pt>
                <c:pt idx="1433">
                  <c:v>43573</c:v>
                </c:pt>
                <c:pt idx="1434">
                  <c:v>43572</c:v>
                </c:pt>
                <c:pt idx="1435">
                  <c:v>43571</c:v>
                </c:pt>
                <c:pt idx="1436">
                  <c:v>43570</c:v>
                </c:pt>
                <c:pt idx="1437">
                  <c:v>43567</c:v>
                </c:pt>
                <c:pt idx="1438">
                  <c:v>43566</c:v>
                </c:pt>
                <c:pt idx="1439">
                  <c:v>43565</c:v>
                </c:pt>
                <c:pt idx="1440">
                  <c:v>43564</c:v>
                </c:pt>
                <c:pt idx="1441">
                  <c:v>43563</c:v>
                </c:pt>
                <c:pt idx="1442">
                  <c:v>43559</c:v>
                </c:pt>
                <c:pt idx="1443">
                  <c:v>43558</c:v>
                </c:pt>
                <c:pt idx="1444">
                  <c:v>43557</c:v>
                </c:pt>
                <c:pt idx="1445">
                  <c:v>43556</c:v>
                </c:pt>
                <c:pt idx="1446">
                  <c:v>43553</c:v>
                </c:pt>
                <c:pt idx="1447">
                  <c:v>43552</c:v>
                </c:pt>
                <c:pt idx="1448">
                  <c:v>43551</c:v>
                </c:pt>
                <c:pt idx="1449">
                  <c:v>43550</c:v>
                </c:pt>
                <c:pt idx="1450">
                  <c:v>43549</c:v>
                </c:pt>
                <c:pt idx="1451">
                  <c:v>43546</c:v>
                </c:pt>
                <c:pt idx="1452">
                  <c:v>43545</c:v>
                </c:pt>
                <c:pt idx="1453">
                  <c:v>43544</c:v>
                </c:pt>
                <c:pt idx="1454">
                  <c:v>43543</c:v>
                </c:pt>
                <c:pt idx="1455">
                  <c:v>43542</c:v>
                </c:pt>
                <c:pt idx="1456">
                  <c:v>43539</c:v>
                </c:pt>
                <c:pt idx="1457">
                  <c:v>43538</c:v>
                </c:pt>
                <c:pt idx="1458">
                  <c:v>43537</c:v>
                </c:pt>
                <c:pt idx="1459">
                  <c:v>43536</c:v>
                </c:pt>
                <c:pt idx="1460">
                  <c:v>43535</c:v>
                </c:pt>
                <c:pt idx="1461">
                  <c:v>43532</c:v>
                </c:pt>
                <c:pt idx="1462">
                  <c:v>43531</c:v>
                </c:pt>
                <c:pt idx="1463">
                  <c:v>43530</c:v>
                </c:pt>
                <c:pt idx="1464">
                  <c:v>43529</c:v>
                </c:pt>
                <c:pt idx="1465">
                  <c:v>43528</c:v>
                </c:pt>
                <c:pt idx="1466">
                  <c:v>43525</c:v>
                </c:pt>
                <c:pt idx="1467">
                  <c:v>43524</c:v>
                </c:pt>
                <c:pt idx="1468">
                  <c:v>43523</c:v>
                </c:pt>
                <c:pt idx="1469">
                  <c:v>43522</c:v>
                </c:pt>
                <c:pt idx="1470">
                  <c:v>43521</c:v>
                </c:pt>
                <c:pt idx="1471">
                  <c:v>43518</c:v>
                </c:pt>
                <c:pt idx="1472">
                  <c:v>43517</c:v>
                </c:pt>
                <c:pt idx="1473">
                  <c:v>43516</c:v>
                </c:pt>
                <c:pt idx="1474">
                  <c:v>43515</c:v>
                </c:pt>
                <c:pt idx="1475">
                  <c:v>43514</c:v>
                </c:pt>
                <c:pt idx="1476">
                  <c:v>43511</c:v>
                </c:pt>
                <c:pt idx="1477">
                  <c:v>43510</c:v>
                </c:pt>
                <c:pt idx="1478">
                  <c:v>43509</c:v>
                </c:pt>
                <c:pt idx="1479">
                  <c:v>43508</c:v>
                </c:pt>
                <c:pt idx="1480">
                  <c:v>43507</c:v>
                </c:pt>
                <c:pt idx="1481">
                  <c:v>43495</c:v>
                </c:pt>
                <c:pt idx="1482">
                  <c:v>43494</c:v>
                </c:pt>
                <c:pt idx="1483">
                  <c:v>43493</c:v>
                </c:pt>
                <c:pt idx="1484">
                  <c:v>43490</c:v>
                </c:pt>
                <c:pt idx="1485">
                  <c:v>43489</c:v>
                </c:pt>
                <c:pt idx="1486">
                  <c:v>43488</c:v>
                </c:pt>
                <c:pt idx="1487">
                  <c:v>43487</c:v>
                </c:pt>
                <c:pt idx="1488">
                  <c:v>43486</c:v>
                </c:pt>
                <c:pt idx="1489">
                  <c:v>43483</c:v>
                </c:pt>
                <c:pt idx="1490">
                  <c:v>43482</c:v>
                </c:pt>
                <c:pt idx="1491">
                  <c:v>43481</c:v>
                </c:pt>
                <c:pt idx="1492">
                  <c:v>43480</c:v>
                </c:pt>
                <c:pt idx="1493">
                  <c:v>43479</c:v>
                </c:pt>
                <c:pt idx="1494">
                  <c:v>43476</c:v>
                </c:pt>
                <c:pt idx="1495">
                  <c:v>43475</c:v>
                </c:pt>
                <c:pt idx="1496">
                  <c:v>43474</c:v>
                </c:pt>
                <c:pt idx="1497">
                  <c:v>43473</c:v>
                </c:pt>
                <c:pt idx="1498">
                  <c:v>43472</c:v>
                </c:pt>
                <c:pt idx="1499">
                  <c:v>43469</c:v>
                </c:pt>
                <c:pt idx="1500">
                  <c:v>43468</c:v>
                </c:pt>
                <c:pt idx="1501">
                  <c:v>43467</c:v>
                </c:pt>
                <c:pt idx="1502">
                  <c:v>43458</c:v>
                </c:pt>
                <c:pt idx="1503">
                  <c:v>43455</c:v>
                </c:pt>
                <c:pt idx="1504">
                  <c:v>43454</c:v>
                </c:pt>
                <c:pt idx="1505">
                  <c:v>43453</c:v>
                </c:pt>
                <c:pt idx="1506">
                  <c:v>43452</c:v>
                </c:pt>
                <c:pt idx="1507">
                  <c:v>43451</c:v>
                </c:pt>
                <c:pt idx="1508">
                  <c:v>43448</c:v>
                </c:pt>
                <c:pt idx="1509">
                  <c:v>43447</c:v>
                </c:pt>
                <c:pt idx="1510">
                  <c:v>43446</c:v>
                </c:pt>
                <c:pt idx="1511">
                  <c:v>43445</c:v>
                </c:pt>
                <c:pt idx="1512">
                  <c:v>43444</c:v>
                </c:pt>
                <c:pt idx="1513">
                  <c:v>43441</c:v>
                </c:pt>
                <c:pt idx="1514">
                  <c:v>43440</c:v>
                </c:pt>
                <c:pt idx="1515">
                  <c:v>43439</c:v>
                </c:pt>
                <c:pt idx="1516">
                  <c:v>43438</c:v>
                </c:pt>
                <c:pt idx="1517">
                  <c:v>43437</c:v>
                </c:pt>
                <c:pt idx="1518">
                  <c:v>43434</c:v>
                </c:pt>
                <c:pt idx="1519">
                  <c:v>43433</c:v>
                </c:pt>
                <c:pt idx="1520">
                  <c:v>43432</c:v>
                </c:pt>
                <c:pt idx="1521">
                  <c:v>43431</c:v>
                </c:pt>
                <c:pt idx="1522">
                  <c:v>43430</c:v>
                </c:pt>
                <c:pt idx="1523">
                  <c:v>43427</c:v>
                </c:pt>
                <c:pt idx="1524">
                  <c:v>43426</c:v>
                </c:pt>
                <c:pt idx="1525">
                  <c:v>43425</c:v>
                </c:pt>
                <c:pt idx="1526">
                  <c:v>43424</c:v>
                </c:pt>
                <c:pt idx="1527">
                  <c:v>43423</c:v>
                </c:pt>
                <c:pt idx="1528">
                  <c:v>43420</c:v>
                </c:pt>
                <c:pt idx="1529">
                  <c:v>43419</c:v>
                </c:pt>
                <c:pt idx="1530">
                  <c:v>43418</c:v>
                </c:pt>
                <c:pt idx="1531">
                  <c:v>43417</c:v>
                </c:pt>
                <c:pt idx="1532">
                  <c:v>43416</c:v>
                </c:pt>
                <c:pt idx="1533">
                  <c:v>43413</c:v>
                </c:pt>
                <c:pt idx="1534">
                  <c:v>43412</c:v>
                </c:pt>
                <c:pt idx="1535">
                  <c:v>43411</c:v>
                </c:pt>
                <c:pt idx="1536">
                  <c:v>43410</c:v>
                </c:pt>
                <c:pt idx="1537">
                  <c:v>43409</c:v>
                </c:pt>
                <c:pt idx="1538">
                  <c:v>43406</c:v>
                </c:pt>
                <c:pt idx="1539">
                  <c:v>43405</c:v>
                </c:pt>
                <c:pt idx="1540">
                  <c:v>43404</c:v>
                </c:pt>
                <c:pt idx="1541">
                  <c:v>43403</c:v>
                </c:pt>
                <c:pt idx="1542">
                  <c:v>43402</c:v>
                </c:pt>
                <c:pt idx="1543">
                  <c:v>43399</c:v>
                </c:pt>
                <c:pt idx="1544">
                  <c:v>43398</c:v>
                </c:pt>
                <c:pt idx="1545">
                  <c:v>43397</c:v>
                </c:pt>
                <c:pt idx="1546">
                  <c:v>43396</c:v>
                </c:pt>
                <c:pt idx="1547">
                  <c:v>43395</c:v>
                </c:pt>
                <c:pt idx="1548">
                  <c:v>43392</c:v>
                </c:pt>
                <c:pt idx="1549">
                  <c:v>43391</c:v>
                </c:pt>
                <c:pt idx="1550">
                  <c:v>43389</c:v>
                </c:pt>
                <c:pt idx="1551">
                  <c:v>43388</c:v>
                </c:pt>
                <c:pt idx="1552">
                  <c:v>43385</c:v>
                </c:pt>
                <c:pt idx="1553">
                  <c:v>43384</c:v>
                </c:pt>
                <c:pt idx="1554">
                  <c:v>43383</c:v>
                </c:pt>
                <c:pt idx="1555">
                  <c:v>43382</c:v>
                </c:pt>
                <c:pt idx="1556">
                  <c:v>43381</c:v>
                </c:pt>
                <c:pt idx="1557">
                  <c:v>43369</c:v>
                </c:pt>
                <c:pt idx="1558">
                  <c:v>43362</c:v>
                </c:pt>
                <c:pt idx="1559">
                  <c:v>43361</c:v>
                </c:pt>
                <c:pt idx="1560">
                  <c:v>43360</c:v>
                </c:pt>
                <c:pt idx="1561">
                  <c:v>43357</c:v>
                </c:pt>
                <c:pt idx="1562">
                  <c:v>43356</c:v>
                </c:pt>
                <c:pt idx="1563">
                  <c:v>43355</c:v>
                </c:pt>
                <c:pt idx="1564">
                  <c:v>43354</c:v>
                </c:pt>
                <c:pt idx="1565">
                  <c:v>43353</c:v>
                </c:pt>
                <c:pt idx="1566">
                  <c:v>43350</c:v>
                </c:pt>
                <c:pt idx="1567">
                  <c:v>43349</c:v>
                </c:pt>
                <c:pt idx="1568">
                  <c:v>43348</c:v>
                </c:pt>
                <c:pt idx="1569">
                  <c:v>43347</c:v>
                </c:pt>
                <c:pt idx="1570">
                  <c:v>43346</c:v>
                </c:pt>
                <c:pt idx="1571">
                  <c:v>43343</c:v>
                </c:pt>
                <c:pt idx="1572">
                  <c:v>43342</c:v>
                </c:pt>
                <c:pt idx="1573">
                  <c:v>43341</c:v>
                </c:pt>
                <c:pt idx="1574">
                  <c:v>43340</c:v>
                </c:pt>
                <c:pt idx="1575">
                  <c:v>43339</c:v>
                </c:pt>
                <c:pt idx="1576">
                  <c:v>43336</c:v>
                </c:pt>
                <c:pt idx="1577">
                  <c:v>43335</c:v>
                </c:pt>
                <c:pt idx="1578">
                  <c:v>43334</c:v>
                </c:pt>
                <c:pt idx="1579">
                  <c:v>43333</c:v>
                </c:pt>
                <c:pt idx="1580">
                  <c:v>43332</c:v>
                </c:pt>
                <c:pt idx="1581">
                  <c:v>43329</c:v>
                </c:pt>
                <c:pt idx="1582">
                  <c:v>43328</c:v>
                </c:pt>
                <c:pt idx="1583">
                  <c:v>43327</c:v>
                </c:pt>
                <c:pt idx="1584">
                  <c:v>43326</c:v>
                </c:pt>
                <c:pt idx="1585">
                  <c:v>43325</c:v>
                </c:pt>
                <c:pt idx="1586">
                  <c:v>43322</c:v>
                </c:pt>
                <c:pt idx="1587">
                  <c:v>43321</c:v>
                </c:pt>
                <c:pt idx="1588">
                  <c:v>43320</c:v>
                </c:pt>
                <c:pt idx="1589">
                  <c:v>43319</c:v>
                </c:pt>
                <c:pt idx="1590">
                  <c:v>43318</c:v>
                </c:pt>
                <c:pt idx="1591">
                  <c:v>43315</c:v>
                </c:pt>
                <c:pt idx="1592">
                  <c:v>43314</c:v>
                </c:pt>
                <c:pt idx="1593">
                  <c:v>43313</c:v>
                </c:pt>
                <c:pt idx="1594">
                  <c:v>43312</c:v>
                </c:pt>
                <c:pt idx="1595">
                  <c:v>43311</c:v>
                </c:pt>
                <c:pt idx="1596">
                  <c:v>43308</c:v>
                </c:pt>
                <c:pt idx="1597">
                  <c:v>43307</c:v>
                </c:pt>
                <c:pt idx="1598">
                  <c:v>43306</c:v>
                </c:pt>
                <c:pt idx="1599">
                  <c:v>43305</c:v>
                </c:pt>
                <c:pt idx="1600">
                  <c:v>43304</c:v>
                </c:pt>
                <c:pt idx="1601">
                  <c:v>43301</c:v>
                </c:pt>
                <c:pt idx="1602">
                  <c:v>43300</c:v>
                </c:pt>
                <c:pt idx="1603">
                  <c:v>43299</c:v>
                </c:pt>
                <c:pt idx="1604">
                  <c:v>43298</c:v>
                </c:pt>
                <c:pt idx="1605">
                  <c:v>43297</c:v>
                </c:pt>
                <c:pt idx="1606">
                  <c:v>43294</c:v>
                </c:pt>
                <c:pt idx="1607">
                  <c:v>43293</c:v>
                </c:pt>
                <c:pt idx="1608">
                  <c:v>43292</c:v>
                </c:pt>
                <c:pt idx="1609">
                  <c:v>43291</c:v>
                </c:pt>
                <c:pt idx="1610">
                  <c:v>43290</c:v>
                </c:pt>
                <c:pt idx="1611">
                  <c:v>43287</c:v>
                </c:pt>
                <c:pt idx="1612">
                  <c:v>43286</c:v>
                </c:pt>
                <c:pt idx="1613">
                  <c:v>43285</c:v>
                </c:pt>
                <c:pt idx="1614">
                  <c:v>43284</c:v>
                </c:pt>
                <c:pt idx="1615">
                  <c:v>43280</c:v>
                </c:pt>
                <c:pt idx="1616">
                  <c:v>43279</c:v>
                </c:pt>
                <c:pt idx="1617">
                  <c:v>43278</c:v>
                </c:pt>
                <c:pt idx="1618">
                  <c:v>43277</c:v>
                </c:pt>
                <c:pt idx="1619">
                  <c:v>43276</c:v>
                </c:pt>
                <c:pt idx="1620">
                  <c:v>43273</c:v>
                </c:pt>
                <c:pt idx="1621">
                  <c:v>43272</c:v>
                </c:pt>
                <c:pt idx="1622">
                  <c:v>43271</c:v>
                </c:pt>
                <c:pt idx="1623">
                  <c:v>43270</c:v>
                </c:pt>
                <c:pt idx="1624">
                  <c:v>43266</c:v>
                </c:pt>
                <c:pt idx="1625">
                  <c:v>43265</c:v>
                </c:pt>
                <c:pt idx="1626">
                  <c:v>43264</c:v>
                </c:pt>
                <c:pt idx="1627">
                  <c:v>43263</c:v>
                </c:pt>
                <c:pt idx="1628">
                  <c:v>43262</c:v>
                </c:pt>
                <c:pt idx="1629">
                  <c:v>43259</c:v>
                </c:pt>
                <c:pt idx="1630">
                  <c:v>43258</c:v>
                </c:pt>
                <c:pt idx="1631">
                  <c:v>43257</c:v>
                </c:pt>
                <c:pt idx="1632">
                  <c:v>43256</c:v>
                </c:pt>
                <c:pt idx="1633">
                  <c:v>43255</c:v>
                </c:pt>
                <c:pt idx="1634">
                  <c:v>43252</c:v>
                </c:pt>
                <c:pt idx="1635">
                  <c:v>43251</c:v>
                </c:pt>
                <c:pt idx="1636">
                  <c:v>43250</c:v>
                </c:pt>
                <c:pt idx="1637">
                  <c:v>43249</c:v>
                </c:pt>
                <c:pt idx="1638">
                  <c:v>43248</c:v>
                </c:pt>
                <c:pt idx="1639">
                  <c:v>43245</c:v>
                </c:pt>
                <c:pt idx="1640">
                  <c:v>43244</c:v>
                </c:pt>
                <c:pt idx="1641">
                  <c:v>43243</c:v>
                </c:pt>
                <c:pt idx="1642">
                  <c:v>43241</c:v>
                </c:pt>
                <c:pt idx="1643">
                  <c:v>43238</c:v>
                </c:pt>
                <c:pt idx="1644">
                  <c:v>43237</c:v>
                </c:pt>
                <c:pt idx="1645">
                  <c:v>43236</c:v>
                </c:pt>
                <c:pt idx="1646">
                  <c:v>43235</c:v>
                </c:pt>
                <c:pt idx="1647">
                  <c:v>43234</c:v>
                </c:pt>
                <c:pt idx="1648">
                  <c:v>43231</c:v>
                </c:pt>
                <c:pt idx="1649">
                  <c:v>43230</c:v>
                </c:pt>
                <c:pt idx="1650">
                  <c:v>43229</c:v>
                </c:pt>
                <c:pt idx="1651">
                  <c:v>43228</c:v>
                </c:pt>
                <c:pt idx="1652">
                  <c:v>43227</c:v>
                </c:pt>
                <c:pt idx="1653">
                  <c:v>43224</c:v>
                </c:pt>
                <c:pt idx="1654">
                  <c:v>43223</c:v>
                </c:pt>
                <c:pt idx="1655">
                  <c:v>43222</c:v>
                </c:pt>
                <c:pt idx="1656">
                  <c:v>43215</c:v>
                </c:pt>
                <c:pt idx="1657">
                  <c:v>43214</c:v>
                </c:pt>
                <c:pt idx="1658">
                  <c:v>43213</c:v>
                </c:pt>
                <c:pt idx="1659">
                  <c:v>43210</c:v>
                </c:pt>
                <c:pt idx="1660">
                  <c:v>43209</c:v>
                </c:pt>
                <c:pt idx="1661">
                  <c:v>43208</c:v>
                </c:pt>
                <c:pt idx="1662">
                  <c:v>43207</c:v>
                </c:pt>
                <c:pt idx="1663">
                  <c:v>43206</c:v>
                </c:pt>
                <c:pt idx="1664">
                  <c:v>43203</c:v>
                </c:pt>
                <c:pt idx="1665">
                  <c:v>43202</c:v>
                </c:pt>
                <c:pt idx="1666">
                  <c:v>43201</c:v>
                </c:pt>
                <c:pt idx="1667">
                  <c:v>43200</c:v>
                </c:pt>
                <c:pt idx="1668">
                  <c:v>43199</c:v>
                </c:pt>
                <c:pt idx="1669">
                  <c:v>43188</c:v>
                </c:pt>
                <c:pt idx="1670">
                  <c:v>43187</c:v>
                </c:pt>
                <c:pt idx="1671">
                  <c:v>43186</c:v>
                </c:pt>
                <c:pt idx="1672">
                  <c:v>43185</c:v>
                </c:pt>
                <c:pt idx="1673">
                  <c:v>43182</c:v>
                </c:pt>
                <c:pt idx="1674">
                  <c:v>43181</c:v>
                </c:pt>
                <c:pt idx="1675">
                  <c:v>43180</c:v>
                </c:pt>
                <c:pt idx="1676">
                  <c:v>43179</c:v>
                </c:pt>
                <c:pt idx="1677">
                  <c:v>43178</c:v>
                </c:pt>
                <c:pt idx="1678">
                  <c:v>43175</c:v>
                </c:pt>
                <c:pt idx="1679">
                  <c:v>43174</c:v>
                </c:pt>
                <c:pt idx="1680">
                  <c:v>43173</c:v>
                </c:pt>
                <c:pt idx="1681">
                  <c:v>43172</c:v>
                </c:pt>
                <c:pt idx="1682">
                  <c:v>43171</c:v>
                </c:pt>
                <c:pt idx="1683">
                  <c:v>43168</c:v>
                </c:pt>
                <c:pt idx="1684">
                  <c:v>43167</c:v>
                </c:pt>
                <c:pt idx="1685">
                  <c:v>43166</c:v>
                </c:pt>
                <c:pt idx="1686">
                  <c:v>43165</c:v>
                </c:pt>
                <c:pt idx="1687">
                  <c:v>43164</c:v>
                </c:pt>
                <c:pt idx="1688">
                  <c:v>43161</c:v>
                </c:pt>
                <c:pt idx="1689">
                  <c:v>43160</c:v>
                </c:pt>
                <c:pt idx="1690">
                  <c:v>43159</c:v>
                </c:pt>
                <c:pt idx="1691">
                  <c:v>43158</c:v>
                </c:pt>
                <c:pt idx="1692">
                  <c:v>43157</c:v>
                </c:pt>
                <c:pt idx="1693">
                  <c:v>43154</c:v>
                </c:pt>
                <c:pt idx="1694">
                  <c:v>43153</c:v>
                </c:pt>
                <c:pt idx="1695">
                  <c:v>43143</c:v>
                </c:pt>
                <c:pt idx="1696">
                  <c:v>43140</c:v>
                </c:pt>
                <c:pt idx="1697">
                  <c:v>43139</c:v>
                </c:pt>
                <c:pt idx="1698">
                  <c:v>43138</c:v>
                </c:pt>
                <c:pt idx="1699">
                  <c:v>43137</c:v>
                </c:pt>
                <c:pt idx="1700">
                  <c:v>43136</c:v>
                </c:pt>
                <c:pt idx="1701">
                  <c:v>43133</c:v>
                </c:pt>
                <c:pt idx="1702">
                  <c:v>43132</c:v>
                </c:pt>
                <c:pt idx="1703">
                  <c:v>43131</c:v>
                </c:pt>
                <c:pt idx="1704">
                  <c:v>43130</c:v>
                </c:pt>
                <c:pt idx="1705">
                  <c:v>43129</c:v>
                </c:pt>
                <c:pt idx="1706">
                  <c:v>43126</c:v>
                </c:pt>
                <c:pt idx="1707">
                  <c:v>43125</c:v>
                </c:pt>
                <c:pt idx="1708">
                  <c:v>43124</c:v>
                </c:pt>
                <c:pt idx="1709">
                  <c:v>43123</c:v>
                </c:pt>
                <c:pt idx="1710">
                  <c:v>43122</c:v>
                </c:pt>
                <c:pt idx="1711">
                  <c:v>43119</c:v>
                </c:pt>
                <c:pt idx="1712">
                  <c:v>43118</c:v>
                </c:pt>
                <c:pt idx="1713">
                  <c:v>43117</c:v>
                </c:pt>
                <c:pt idx="1714">
                  <c:v>43116</c:v>
                </c:pt>
                <c:pt idx="1715">
                  <c:v>43115</c:v>
                </c:pt>
                <c:pt idx="1716">
                  <c:v>43112</c:v>
                </c:pt>
                <c:pt idx="1717">
                  <c:v>43111</c:v>
                </c:pt>
                <c:pt idx="1718">
                  <c:v>43110</c:v>
                </c:pt>
                <c:pt idx="1719">
                  <c:v>43109</c:v>
                </c:pt>
                <c:pt idx="1720">
                  <c:v>43108</c:v>
                </c:pt>
                <c:pt idx="1721">
                  <c:v>43105</c:v>
                </c:pt>
                <c:pt idx="1722">
                  <c:v>43104</c:v>
                </c:pt>
                <c:pt idx="1723">
                  <c:v>43103</c:v>
                </c:pt>
                <c:pt idx="1724">
                  <c:v>43102</c:v>
                </c:pt>
                <c:pt idx="1725">
                  <c:v>43098</c:v>
                </c:pt>
                <c:pt idx="1726">
                  <c:v>43097</c:v>
                </c:pt>
                <c:pt idx="1727">
                  <c:v>43096</c:v>
                </c:pt>
                <c:pt idx="1728">
                  <c:v>43091</c:v>
                </c:pt>
                <c:pt idx="1729">
                  <c:v>43090</c:v>
                </c:pt>
                <c:pt idx="1730">
                  <c:v>43089</c:v>
                </c:pt>
                <c:pt idx="1731">
                  <c:v>43088</c:v>
                </c:pt>
                <c:pt idx="1732">
                  <c:v>43087</c:v>
                </c:pt>
                <c:pt idx="1733">
                  <c:v>43084</c:v>
                </c:pt>
                <c:pt idx="1734">
                  <c:v>43083</c:v>
                </c:pt>
                <c:pt idx="1735">
                  <c:v>43082</c:v>
                </c:pt>
                <c:pt idx="1736">
                  <c:v>43081</c:v>
                </c:pt>
                <c:pt idx="1737">
                  <c:v>43080</c:v>
                </c:pt>
                <c:pt idx="1738">
                  <c:v>43077</c:v>
                </c:pt>
                <c:pt idx="1739">
                  <c:v>43076</c:v>
                </c:pt>
                <c:pt idx="1740">
                  <c:v>43075</c:v>
                </c:pt>
                <c:pt idx="1741">
                  <c:v>43074</c:v>
                </c:pt>
                <c:pt idx="1742">
                  <c:v>43073</c:v>
                </c:pt>
                <c:pt idx="1743">
                  <c:v>43070</c:v>
                </c:pt>
                <c:pt idx="1744">
                  <c:v>43069</c:v>
                </c:pt>
                <c:pt idx="1745">
                  <c:v>43068</c:v>
                </c:pt>
                <c:pt idx="1746">
                  <c:v>43067</c:v>
                </c:pt>
              </c:numCache>
            </c:numRef>
          </c:cat>
          <c:val>
            <c:numRef>
              <c:f>'22-23 南向资金 (3)'!$E$4:$E$1750</c:f>
              <c:numCache>
                <c:formatCode>_ * #,##0_ ;_ * \-#,##0_ ;_ * "-"??_ ;_ @_ </c:formatCode>
                <c:ptCount val="1747"/>
                <c:pt idx="0">
                  <c:v>#N/A</c:v>
                </c:pt>
                <c:pt idx="1">
                  <c:v>#N/A</c:v>
                </c:pt>
                <c:pt idx="2">
                  <c:v>#N/A</c:v>
                </c:pt>
                <c:pt idx="3">
                  <c:v>#N/A</c:v>
                </c:pt>
                <c:pt idx="4">
                  <c:v>#N/A</c:v>
                </c:pt>
                <c:pt idx="5">
                  <c:v>#N/A</c:v>
                </c:pt>
                <c:pt idx="6">
                  <c:v>#N/A</c:v>
                </c:pt>
                <c:pt idx="7">
                  <c:v>#N/A</c:v>
                </c:pt>
                <c:pt idx="8">
                  <c:v>#N/A</c:v>
                </c:pt>
                <c:pt idx="9">
                  <c:v>#N/A</c:v>
                </c:pt>
                <c:pt idx="10">
                  <c:v>#N/A</c:v>
                </c:pt>
                <c:pt idx="11">
                  <c:v>#N/A</c:v>
                </c:pt>
                <c:pt idx="12">
                  <c:v>#N/A</c:v>
                </c:pt>
                <c:pt idx="13">
                  <c:v>#N/A</c:v>
                </c:pt>
                <c:pt idx="14">
                  <c:v>#N/A</c:v>
                </c:pt>
                <c:pt idx="15">
                  <c:v>#N/A</c:v>
                </c:pt>
                <c:pt idx="16">
                  <c:v>#N/A</c:v>
                </c:pt>
                <c:pt idx="17">
                  <c:v>#N/A</c:v>
                </c:pt>
                <c:pt idx="18">
                  <c:v>-4.33</c:v>
                </c:pt>
                <c:pt idx="19">
                  <c:v>#N/A</c:v>
                </c:pt>
                <c:pt idx="20">
                  <c:v>#N/A</c:v>
                </c:pt>
                <c:pt idx="21">
                  <c:v>#N/A</c:v>
                </c:pt>
                <c:pt idx="22">
                  <c:v>#N/A</c:v>
                </c:pt>
                <c:pt idx="23">
                  <c:v>-3.42</c:v>
                </c:pt>
                <c:pt idx="24">
                  <c:v>#N/A</c:v>
                </c:pt>
                <c:pt idx="25">
                  <c:v>#N/A</c:v>
                </c:pt>
                <c:pt idx="26">
                  <c:v>#N/A</c:v>
                </c:pt>
                <c:pt idx="27">
                  <c:v>#N/A</c:v>
                </c:pt>
                <c:pt idx="28">
                  <c:v>-5.23</c:v>
                </c:pt>
                <c:pt idx="29">
                  <c:v>#N/A</c:v>
                </c:pt>
                <c:pt idx="30">
                  <c:v>#N/A</c:v>
                </c:pt>
                <c:pt idx="31">
                  <c:v>#N/A</c:v>
                </c:pt>
                <c:pt idx="32">
                  <c:v>#N/A</c:v>
                </c:pt>
                <c:pt idx="33">
                  <c:v>-4.68</c:v>
                </c:pt>
                <c:pt idx="34">
                  <c:v>#N/A</c:v>
                </c:pt>
                <c:pt idx="35">
                  <c:v>#N/A</c:v>
                </c:pt>
                <c:pt idx="36">
                  <c:v>#N/A</c:v>
                </c:pt>
                <c:pt idx="37">
                  <c:v>-3.98</c:v>
                </c:pt>
                <c:pt idx="38">
                  <c:v>#N/A</c:v>
                </c:pt>
                <c:pt idx="39">
                  <c:v>#N/A</c:v>
                </c:pt>
                <c:pt idx="40">
                  <c:v>#N/A</c:v>
                </c:pt>
                <c:pt idx="41">
                  <c:v>#N/A</c:v>
                </c:pt>
                <c:pt idx="42">
                  <c:v>-6.38</c:v>
                </c:pt>
                <c:pt idx="43">
                  <c:v>#N/A</c:v>
                </c:pt>
                <c:pt idx="44">
                  <c:v>#N/A</c:v>
                </c:pt>
                <c:pt idx="45">
                  <c:v>#N/A</c:v>
                </c:pt>
                <c:pt idx="46">
                  <c:v>#N/A</c:v>
                </c:pt>
                <c:pt idx="47">
                  <c:v>-7.82</c:v>
                </c:pt>
                <c:pt idx="48">
                  <c:v>#N/A</c:v>
                </c:pt>
                <c:pt idx="49">
                  <c:v>#N/A</c:v>
                </c:pt>
                <c:pt idx="50">
                  <c:v>#N/A</c:v>
                </c:pt>
                <c:pt idx="51">
                  <c:v>#N/A</c:v>
                </c:pt>
                <c:pt idx="52">
                  <c:v>-3.18</c:v>
                </c:pt>
                <c:pt idx="53">
                  <c:v>#N/A</c:v>
                </c:pt>
                <c:pt idx="54">
                  <c:v>-2.89</c:v>
                </c:pt>
                <c:pt idx="55">
                  <c:v>#N/A</c:v>
                </c:pt>
                <c:pt idx="56">
                  <c:v>#N/A</c:v>
                </c:pt>
                <c:pt idx="57">
                  <c:v>#N/A</c:v>
                </c:pt>
                <c:pt idx="58">
                  <c:v>#N/A</c:v>
                </c:pt>
                <c:pt idx="59">
                  <c:v>-3.28</c:v>
                </c:pt>
                <c:pt idx="60">
                  <c:v>#N/A</c:v>
                </c:pt>
                <c:pt idx="61">
                  <c:v>#N/A</c:v>
                </c:pt>
                <c:pt idx="62">
                  <c:v>-31.79</c:v>
                </c:pt>
                <c:pt idx="63">
                  <c:v>#N/A</c:v>
                </c:pt>
                <c:pt idx="64">
                  <c:v>#N/A</c:v>
                </c:pt>
                <c:pt idx="65">
                  <c:v>#N/A</c:v>
                </c:pt>
                <c:pt idx="66">
                  <c:v>#N/A</c:v>
                </c:pt>
                <c:pt idx="67">
                  <c:v>-93.11</c:v>
                </c:pt>
                <c:pt idx="68">
                  <c:v>#N/A</c:v>
                </c:pt>
                <c:pt idx="69">
                  <c:v>#N/A</c:v>
                </c:pt>
                <c:pt idx="70">
                  <c:v>#N/A</c:v>
                </c:pt>
                <c:pt idx="71">
                  <c:v>-41.59</c:v>
                </c:pt>
                <c:pt idx="72">
                  <c:v>#N/A</c:v>
                </c:pt>
                <c:pt idx="73">
                  <c:v>#N/A</c:v>
                </c:pt>
                <c:pt idx="74">
                  <c:v>#N/A</c:v>
                </c:pt>
                <c:pt idx="75">
                  <c:v>#N/A</c:v>
                </c:pt>
                <c:pt idx="76">
                  <c:v>-26.37</c:v>
                </c:pt>
                <c:pt idx="77">
                  <c:v>#N/A</c:v>
                </c:pt>
                <c:pt idx="78">
                  <c:v>#N/A</c:v>
                </c:pt>
                <c:pt idx="79">
                  <c:v>#N/A</c:v>
                </c:pt>
                <c:pt idx="80">
                  <c:v>#N/A</c:v>
                </c:pt>
                <c:pt idx="81">
                  <c:v>-45.64</c:v>
                </c:pt>
                <c:pt idx="82">
                  <c:v>#N/A</c:v>
                </c:pt>
                <c:pt idx="83">
                  <c:v>#N/A</c:v>
                </c:pt>
                <c:pt idx="84">
                  <c:v>#N/A</c:v>
                </c:pt>
                <c:pt idx="85">
                  <c:v>#N/A</c:v>
                </c:pt>
                <c:pt idx="86">
                  <c:v>-76.78</c:v>
                </c:pt>
                <c:pt idx="87">
                  <c:v>#N/A</c:v>
                </c:pt>
                <c:pt idx="88">
                  <c:v>#N/A</c:v>
                </c:pt>
                <c:pt idx="89">
                  <c:v>#N/A</c:v>
                </c:pt>
                <c:pt idx="90">
                  <c:v>#N/A</c:v>
                </c:pt>
                <c:pt idx="91">
                  <c:v>-17.93</c:v>
                </c:pt>
                <c:pt idx="92">
                  <c:v>#N/A</c:v>
                </c:pt>
                <c:pt idx="93">
                  <c:v>#N/A</c:v>
                </c:pt>
                <c:pt idx="94">
                  <c:v>#N/A</c:v>
                </c:pt>
                <c:pt idx="95">
                  <c:v>#N/A</c:v>
                </c:pt>
                <c:pt idx="96">
                  <c:v>-7.06</c:v>
                </c:pt>
                <c:pt idx="97">
                  <c:v>#N/A</c:v>
                </c:pt>
                <c:pt idx="98">
                  <c:v>#N/A</c:v>
                </c:pt>
                <c:pt idx="99">
                  <c:v>#N/A</c:v>
                </c:pt>
                <c:pt idx="100">
                  <c:v>#N/A</c:v>
                </c:pt>
                <c:pt idx="101">
                  <c:v>-8.1599999999999895</c:v>
                </c:pt>
                <c:pt idx="102">
                  <c:v>#N/A</c:v>
                </c:pt>
                <c:pt idx="103">
                  <c:v>#N/A</c:v>
                </c:pt>
                <c:pt idx="104">
                  <c:v>#N/A</c:v>
                </c:pt>
                <c:pt idx="105">
                  <c:v>#N/A</c:v>
                </c:pt>
                <c:pt idx="106">
                  <c:v>-33.770000000000003</c:v>
                </c:pt>
                <c:pt idx="107">
                  <c:v>#N/A</c:v>
                </c:pt>
                <c:pt idx="108">
                  <c:v>#N/A</c:v>
                </c:pt>
                <c:pt idx="109">
                  <c:v>#N/A</c:v>
                </c:pt>
                <c:pt idx="110">
                  <c:v>#N/A</c:v>
                </c:pt>
                <c:pt idx="111">
                  <c:v>-52.15</c:v>
                </c:pt>
                <c:pt idx="112">
                  <c:v>#N/A</c:v>
                </c:pt>
                <c:pt idx="113">
                  <c:v>#N/A</c:v>
                </c:pt>
                <c:pt idx="114">
                  <c:v>#N/A</c:v>
                </c:pt>
                <c:pt idx="115">
                  <c:v>-26.68</c:v>
                </c:pt>
                <c:pt idx="116">
                  <c:v>#N/A</c:v>
                </c:pt>
                <c:pt idx="117">
                  <c:v>#N/A</c:v>
                </c:pt>
                <c:pt idx="118">
                  <c:v>#N/A</c:v>
                </c:pt>
                <c:pt idx="119">
                  <c:v>#N/A</c:v>
                </c:pt>
                <c:pt idx="120">
                  <c:v>-56.38</c:v>
                </c:pt>
                <c:pt idx="121">
                  <c:v>#N/A</c:v>
                </c:pt>
                <c:pt idx="122">
                  <c:v>#N/A</c:v>
                </c:pt>
                <c:pt idx="123">
                  <c:v>#N/A</c:v>
                </c:pt>
                <c:pt idx="124">
                  <c:v>#N/A</c:v>
                </c:pt>
                <c:pt idx="125">
                  <c:v>8.4499999999999993</c:v>
                </c:pt>
                <c:pt idx="126">
                  <c:v>#N/A</c:v>
                </c:pt>
                <c:pt idx="127">
                  <c:v>#N/A</c:v>
                </c:pt>
                <c:pt idx="128">
                  <c:v>#N/A</c:v>
                </c:pt>
                <c:pt idx="129">
                  <c:v>#N/A</c:v>
                </c:pt>
                <c:pt idx="130">
                  <c:v>#N/A</c:v>
                </c:pt>
                <c:pt idx="131">
                  <c:v>#N/A</c:v>
                </c:pt>
                <c:pt idx="132">
                  <c:v>#N/A</c:v>
                </c:pt>
                <c:pt idx="133">
                  <c:v>#N/A</c:v>
                </c:pt>
                <c:pt idx="134">
                  <c:v>#N/A</c:v>
                </c:pt>
                <c:pt idx="135">
                  <c:v>#N/A</c:v>
                </c:pt>
                <c:pt idx="136">
                  <c:v>#N/A</c:v>
                </c:pt>
                <c:pt idx="137">
                  <c:v>-128.07</c:v>
                </c:pt>
                <c:pt idx="138">
                  <c:v>#N/A</c:v>
                </c:pt>
                <c:pt idx="139">
                  <c:v>#N/A</c:v>
                </c:pt>
                <c:pt idx="140">
                  <c:v>#N/A</c:v>
                </c:pt>
                <c:pt idx="141">
                  <c:v>#N/A</c:v>
                </c:pt>
                <c:pt idx="142">
                  <c:v>-115.86</c:v>
                </c:pt>
                <c:pt idx="143">
                  <c:v>#N/A</c:v>
                </c:pt>
                <c:pt idx="144">
                  <c:v>#N/A</c:v>
                </c:pt>
                <c:pt idx="145">
                  <c:v>#N/A</c:v>
                </c:pt>
                <c:pt idx="146">
                  <c:v>#N/A</c:v>
                </c:pt>
                <c:pt idx="147">
                  <c:v>-46.04</c:v>
                </c:pt>
                <c:pt idx="148">
                  <c:v>#N/A</c:v>
                </c:pt>
                <c:pt idx="149">
                  <c:v>#N/A</c:v>
                </c:pt>
                <c:pt idx="150">
                  <c:v>#N/A</c:v>
                </c:pt>
                <c:pt idx="151">
                  <c:v>#N/A</c:v>
                </c:pt>
                <c:pt idx="152">
                  <c:v>-52.62</c:v>
                </c:pt>
                <c:pt idx="153">
                  <c:v>#N/A</c:v>
                </c:pt>
                <c:pt idx="154">
                  <c:v>#N/A</c:v>
                </c:pt>
                <c:pt idx="155">
                  <c:v>#N/A</c:v>
                </c:pt>
                <c:pt idx="156">
                  <c:v>#N/A</c:v>
                </c:pt>
                <c:pt idx="157">
                  <c:v>-65.290000000000006</c:v>
                </c:pt>
                <c:pt idx="158">
                  <c:v>#N/A</c:v>
                </c:pt>
                <c:pt idx="159">
                  <c:v>#N/A</c:v>
                </c:pt>
                <c:pt idx="160">
                  <c:v>#N/A</c:v>
                </c:pt>
                <c:pt idx="161">
                  <c:v>#N/A</c:v>
                </c:pt>
                <c:pt idx="162">
                  <c:v>-25.55</c:v>
                </c:pt>
                <c:pt idx="163">
                  <c:v>#N/A</c:v>
                </c:pt>
                <c:pt idx="164">
                  <c:v>#N/A</c:v>
                </c:pt>
                <c:pt idx="165">
                  <c:v>#N/A</c:v>
                </c:pt>
                <c:pt idx="166">
                  <c:v>#N/A</c:v>
                </c:pt>
                <c:pt idx="167">
                  <c:v>-42.02</c:v>
                </c:pt>
                <c:pt idx="168">
                  <c:v>#N/A</c:v>
                </c:pt>
                <c:pt idx="169">
                  <c:v>#N/A</c:v>
                </c:pt>
                <c:pt idx="170">
                  <c:v>#N/A</c:v>
                </c:pt>
                <c:pt idx="171">
                  <c:v>#N/A</c:v>
                </c:pt>
                <c:pt idx="172">
                  <c:v>-57.74</c:v>
                </c:pt>
                <c:pt idx="173">
                  <c:v>#N/A</c:v>
                </c:pt>
                <c:pt idx="174">
                  <c:v>#N/A</c:v>
                </c:pt>
                <c:pt idx="175">
                  <c:v>#N/A</c:v>
                </c:pt>
                <c:pt idx="176">
                  <c:v>#N/A</c:v>
                </c:pt>
                <c:pt idx="177">
                  <c:v>-20.3</c:v>
                </c:pt>
                <c:pt idx="178">
                  <c:v>#N/A</c:v>
                </c:pt>
                <c:pt idx="179">
                  <c:v>#N/A</c:v>
                </c:pt>
                <c:pt idx="180">
                  <c:v>#N/A</c:v>
                </c:pt>
                <c:pt idx="181">
                  <c:v>#N/A</c:v>
                </c:pt>
                <c:pt idx="182">
                  <c:v>#N/A</c:v>
                </c:pt>
                <c:pt idx="183">
                  <c:v>#N/A</c:v>
                </c:pt>
                <c:pt idx="184">
                  <c:v>#N/A</c:v>
                </c:pt>
                <c:pt idx="185">
                  <c:v>#N/A</c:v>
                </c:pt>
                <c:pt idx="186">
                  <c:v>#N/A</c:v>
                </c:pt>
                <c:pt idx="187">
                  <c:v>#N/A</c:v>
                </c:pt>
                <c:pt idx="188">
                  <c:v>#N/A</c:v>
                </c:pt>
                <c:pt idx="189">
                  <c:v>#N/A</c:v>
                </c:pt>
                <c:pt idx="190">
                  <c:v>#N/A</c:v>
                </c:pt>
                <c:pt idx="191">
                  <c:v>#N/A</c:v>
                </c:pt>
                <c:pt idx="192">
                  <c:v>#N/A</c:v>
                </c:pt>
                <c:pt idx="193">
                  <c:v>#N/A</c:v>
                </c:pt>
                <c:pt idx="194">
                  <c:v>#N/A</c:v>
                </c:pt>
                <c:pt idx="195">
                  <c:v>#N/A</c:v>
                </c:pt>
                <c:pt idx="196">
                  <c:v>#N/A</c:v>
                </c:pt>
                <c:pt idx="197">
                  <c:v>#N/A</c:v>
                </c:pt>
                <c:pt idx="198">
                  <c:v>#N/A</c:v>
                </c:pt>
                <c:pt idx="199">
                  <c:v>#N/A</c:v>
                </c:pt>
                <c:pt idx="200">
                  <c:v>#N/A</c:v>
                </c:pt>
                <c:pt idx="201">
                  <c:v>#N/A</c:v>
                </c:pt>
                <c:pt idx="202">
                  <c:v>#N/A</c:v>
                </c:pt>
                <c:pt idx="203">
                  <c:v>#N/A</c:v>
                </c:pt>
                <c:pt idx="204">
                  <c:v>#N/A</c:v>
                </c:pt>
                <c:pt idx="205">
                  <c:v>#N/A</c:v>
                </c:pt>
                <c:pt idx="206">
                  <c:v>#N/A</c:v>
                </c:pt>
                <c:pt idx="207">
                  <c:v>#N/A</c:v>
                </c:pt>
                <c:pt idx="208">
                  <c:v>#N/A</c:v>
                </c:pt>
                <c:pt idx="209">
                  <c:v>#N/A</c:v>
                </c:pt>
                <c:pt idx="210">
                  <c:v>#N/A</c:v>
                </c:pt>
                <c:pt idx="211">
                  <c:v>#N/A</c:v>
                </c:pt>
                <c:pt idx="212">
                  <c:v>#N/A</c:v>
                </c:pt>
                <c:pt idx="213">
                  <c:v>#N/A</c:v>
                </c:pt>
                <c:pt idx="214">
                  <c:v>#N/A</c:v>
                </c:pt>
                <c:pt idx="215">
                  <c:v>#N/A</c:v>
                </c:pt>
                <c:pt idx="216">
                  <c:v>#N/A</c:v>
                </c:pt>
                <c:pt idx="217">
                  <c:v>#N/A</c:v>
                </c:pt>
                <c:pt idx="218">
                  <c:v>#N/A</c:v>
                </c:pt>
                <c:pt idx="219">
                  <c:v>#N/A</c:v>
                </c:pt>
                <c:pt idx="220">
                  <c:v>#N/A</c:v>
                </c:pt>
                <c:pt idx="221">
                  <c:v>#N/A</c:v>
                </c:pt>
                <c:pt idx="222">
                  <c:v>#N/A</c:v>
                </c:pt>
                <c:pt idx="223">
                  <c:v>#N/A</c:v>
                </c:pt>
                <c:pt idx="224">
                  <c:v>#N/A</c:v>
                </c:pt>
                <c:pt idx="225">
                  <c:v>#N/A</c:v>
                </c:pt>
                <c:pt idx="226">
                  <c:v>#N/A</c:v>
                </c:pt>
                <c:pt idx="227">
                  <c:v>#N/A</c:v>
                </c:pt>
                <c:pt idx="228">
                  <c:v>#N/A</c:v>
                </c:pt>
                <c:pt idx="229">
                  <c:v>#N/A</c:v>
                </c:pt>
                <c:pt idx="230">
                  <c:v>#N/A</c:v>
                </c:pt>
                <c:pt idx="231">
                  <c:v>#N/A</c:v>
                </c:pt>
                <c:pt idx="232">
                  <c:v>#N/A</c:v>
                </c:pt>
                <c:pt idx="233">
                  <c:v>#N/A</c:v>
                </c:pt>
                <c:pt idx="234">
                  <c:v>#N/A</c:v>
                </c:pt>
                <c:pt idx="235">
                  <c:v>#N/A</c:v>
                </c:pt>
                <c:pt idx="236">
                  <c:v>#N/A</c:v>
                </c:pt>
                <c:pt idx="237">
                  <c:v>#N/A</c:v>
                </c:pt>
                <c:pt idx="238">
                  <c:v>#N/A</c:v>
                </c:pt>
                <c:pt idx="239">
                  <c:v>#N/A</c:v>
                </c:pt>
                <c:pt idx="240">
                  <c:v>#N/A</c:v>
                </c:pt>
                <c:pt idx="241">
                  <c:v>#N/A</c:v>
                </c:pt>
                <c:pt idx="242">
                  <c:v>#N/A</c:v>
                </c:pt>
                <c:pt idx="243">
                  <c:v>#N/A</c:v>
                </c:pt>
                <c:pt idx="244">
                  <c:v>#N/A</c:v>
                </c:pt>
                <c:pt idx="245">
                  <c:v>#N/A</c:v>
                </c:pt>
                <c:pt idx="246">
                  <c:v>#N/A</c:v>
                </c:pt>
                <c:pt idx="247">
                  <c:v>#N/A</c:v>
                </c:pt>
                <c:pt idx="248">
                  <c:v>#N/A</c:v>
                </c:pt>
                <c:pt idx="249">
                  <c:v>#N/A</c:v>
                </c:pt>
                <c:pt idx="250">
                  <c:v>#N/A</c:v>
                </c:pt>
                <c:pt idx="251">
                  <c:v>#N/A</c:v>
                </c:pt>
                <c:pt idx="252">
                  <c:v>#N/A</c:v>
                </c:pt>
                <c:pt idx="253">
                  <c:v>#N/A</c:v>
                </c:pt>
                <c:pt idx="254">
                  <c:v>#N/A</c:v>
                </c:pt>
                <c:pt idx="255">
                  <c:v>#N/A</c:v>
                </c:pt>
                <c:pt idx="256">
                  <c:v>#N/A</c:v>
                </c:pt>
                <c:pt idx="257">
                  <c:v>#N/A</c:v>
                </c:pt>
                <c:pt idx="258">
                  <c:v>#N/A</c:v>
                </c:pt>
                <c:pt idx="259">
                  <c:v>#N/A</c:v>
                </c:pt>
                <c:pt idx="260">
                  <c:v>#N/A</c:v>
                </c:pt>
                <c:pt idx="261">
                  <c:v>#N/A</c:v>
                </c:pt>
                <c:pt idx="262">
                  <c:v>#N/A</c:v>
                </c:pt>
                <c:pt idx="263">
                  <c:v>#N/A</c:v>
                </c:pt>
                <c:pt idx="264">
                  <c:v>#N/A</c:v>
                </c:pt>
                <c:pt idx="265">
                  <c:v>#N/A</c:v>
                </c:pt>
                <c:pt idx="266">
                  <c:v>#N/A</c:v>
                </c:pt>
                <c:pt idx="267">
                  <c:v>#N/A</c:v>
                </c:pt>
                <c:pt idx="268">
                  <c:v>#N/A</c:v>
                </c:pt>
                <c:pt idx="269">
                  <c:v>#N/A</c:v>
                </c:pt>
                <c:pt idx="270">
                  <c:v>#N/A</c:v>
                </c:pt>
                <c:pt idx="271">
                  <c:v>#N/A</c:v>
                </c:pt>
                <c:pt idx="272">
                  <c:v>#N/A</c:v>
                </c:pt>
                <c:pt idx="273">
                  <c:v>#N/A</c:v>
                </c:pt>
                <c:pt idx="274">
                  <c:v>#N/A</c:v>
                </c:pt>
                <c:pt idx="275">
                  <c:v>#N/A</c:v>
                </c:pt>
                <c:pt idx="276">
                  <c:v>#N/A</c:v>
                </c:pt>
                <c:pt idx="277">
                  <c:v>#N/A</c:v>
                </c:pt>
                <c:pt idx="278">
                  <c:v>#N/A</c:v>
                </c:pt>
                <c:pt idx="279">
                  <c:v>#N/A</c:v>
                </c:pt>
                <c:pt idx="280">
                  <c:v>#N/A</c:v>
                </c:pt>
                <c:pt idx="281">
                  <c:v>#N/A</c:v>
                </c:pt>
                <c:pt idx="282">
                  <c:v>#N/A</c:v>
                </c:pt>
                <c:pt idx="283">
                  <c:v>#N/A</c:v>
                </c:pt>
                <c:pt idx="284">
                  <c:v>#N/A</c:v>
                </c:pt>
                <c:pt idx="285">
                  <c:v>#N/A</c:v>
                </c:pt>
                <c:pt idx="286">
                  <c:v>#N/A</c:v>
                </c:pt>
                <c:pt idx="287">
                  <c:v>#N/A</c:v>
                </c:pt>
                <c:pt idx="288">
                  <c:v>#N/A</c:v>
                </c:pt>
                <c:pt idx="289">
                  <c:v>#N/A</c:v>
                </c:pt>
                <c:pt idx="290">
                  <c:v>#N/A</c:v>
                </c:pt>
                <c:pt idx="291">
                  <c:v>#N/A</c:v>
                </c:pt>
                <c:pt idx="292">
                  <c:v>#N/A</c:v>
                </c:pt>
                <c:pt idx="293">
                  <c:v>#N/A</c:v>
                </c:pt>
                <c:pt idx="294">
                  <c:v>#N/A</c:v>
                </c:pt>
                <c:pt idx="295">
                  <c:v>#N/A</c:v>
                </c:pt>
                <c:pt idx="296">
                  <c:v>#N/A</c:v>
                </c:pt>
                <c:pt idx="297">
                  <c:v>#N/A</c:v>
                </c:pt>
                <c:pt idx="298">
                  <c:v>#N/A</c:v>
                </c:pt>
                <c:pt idx="299">
                  <c:v>#N/A</c:v>
                </c:pt>
                <c:pt idx="300">
                  <c:v>#N/A</c:v>
                </c:pt>
                <c:pt idx="301">
                  <c:v>#N/A</c:v>
                </c:pt>
                <c:pt idx="302">
                  <c:v>#N/A</c:v>
                </c:pt>
                <c:pt idx="303">
                  <c:v>#N/A</c:v>
                </c:pt>
                <c:pt idx="304">
                  <c:v>#N/A</c:v>
                </c:pt>
                <c:pt idx="305">
                  <c:v>#N/A</c:v>
                </c:pt>
                <c:pt idx="306">
                  <c:v>#N/A</c:v>
                </c:pt>
                <c:pt idx="307">
                  <c:v>#N/A</c:v>
                </c:pt>
                <c:pt idx="308">
                  <c:v>#N/A</c:v>
                </c:pt>
                <c:pt idx="309">
                  <c:v>#N/A</c:v>
                </c:pt>
                <c:pt idx="310">
                  <c:v>#N/A</c:v>
                </c:pt>
                <c:pt idx="311">
                  <c:v>#N/A</c:v>
                </c:pt>
                <c:pt idx="312">
                  <c:v>#N/A</c:v>
                </c:pt>
                <c:pt idx="313">
                  <c:v>#N/A</c:v>
                </c:pt>
                <c:pt idx="314">
                  <c:v>#N/A</c:v>
                </c:pt>
                <c:pt idx="315">
                  <c:v>#N/A</c:v>
                </c:pt>
                <c:pt idx="316">
                  <c:v>#N/A</c:v>
                </c:pt>
                <c:pt idx="317">
                  <c:v>#N/A</c:v>
                </c:pt>
                <c:pt idx="318">
                  <c:v>#N/A</c:v>
                </c:pt>
                <c:pt idx="319">
                  <c:v>#N/A</c:v>
                </c:pt>
                <c:pt idx="320">
                  <c:v>#N/A</c:v>
                </c:pt>
                <c:pt idx="321">
                  <c:v>#N/A</c:v>
                </c:pt>
                <c:pt idx="322">
                  <c:v>#N/A</c:v>
                </c:pt>
                <c:pt idx="323">
                  <c:v>#N/A</c:v>
                </c:pt>
                <c:pt idx="324">
                  <c:v>#N/A</c:v>
                </c:pt>
                <c:pt idx="325">
                  <c:v>#N/A</c:v>
                </c:pt>
                <c:pt idx="326">
                  <c:v>#N/A</c:v>
                </c:pt>
                <c:pt idx="327">
                  <c:v>#N/A</c:v>
                </c:pt>
                <c:pt idx="328">
                  <c:v>#N/A</c:v>
                </c:pt>
                <c:pt idx="329">
                  <c:v>#N/A</c:v>
                </c:pt>
                <c:pt idx="330">
                  <c:v>#N/A</c:v>
                </c:pt>
                <c:pt idx="331">
                  <c:v>#N/A</c:v>
                </c:pt>
                <c:pt idx="332">
                  <c:v>#N/A</c:v>
                </c:pt>
                <c:pt idx="333">
                  <c:v>#N/A</c:v>
                </c:pt>
                <c:pt idx="334">
                  <c:v>#N/A</c:v>
                </c:pt>
                <c:pt idx="335">
                  <c:v>#N/A</c:v>
                </c:pt>
                <c:pt idx="336">
                  <c:v>#N/A</c:v>
                </c:pt>
                <c:pt idx="337">
                  <c:v>#N/A</c:v>
                </c:pt>
                <c:pt idx="338">
                  <c:v>#N/A</c:v>
                </c:pt>
                <c:pt idx="339">
                  <c:v>#N/A</c:v>
                </c:pt>
                <c:pt idx="340">
                  <c:v>#N/A</c:v>
                </c:pt>
                <c:pt idx="341">
                  <c:v>#N/A</c:v>
                </c:pt>
                <c:pt idx="342">
                  <c:v>#N/A</c:v>
                </c:pt>
                <c:pt idx="343">
                  <c:v>#N/A</c:v>
                </c:pt>
                <c:pt idx="344">
                  <c:v>#N/A</c:v>
                </c:pt>
                <c:pt idx="345">
                  <c:v>#N/A</c:v>
                </c:pt>
                <c:pt idx="346">
                  <c:v>#N/A</c:v>
                </c:pt>
                <c:pt idx="347">
                  <c:v>#N/A</c:v>
                </c:pt>
                <c:pt idx="348">
                  <c:v>#N/A</c:v>
                </c:pt>
                <c:pt idx="349">
                  <c:v>#N/A</c:v>
                </c:pt>
                <c:pt idx="350">
                  <c:v>#N/A</c:v>
                </c:pt>
                <c:pt idx="351">
                  <c:v>#N/A</c:v>
                </c:pt>
                <c:pt idx="352">
                  <c:v>#N/A</c:v>
                </c:pt>
                <c:pt idx="353">
                  <c:v>#N/A</c:v>
                </c:pt>
                <c:pt idx="354">
                  <c:v>#N/A</c:v>
                </c:pt>
                <c:pt idx="355">
                  <c:v>#N/A</c:v>
                </c:pt>
                <c:pt idx="356">
                  <c:v>#N/A</c:v>
                </c:pt>
                <c:pt idx="357">
                  <c:v>#N/A</c:v>
                </c:pt>
                <c:pt idx="358">
                  <c:v>#N/A</c:v>
                </c:pt>
                <c:pt idx="359">
                  <c:v>#N/A</c:v>
                </c:pt>
                <c:pt idx="360">
                  <c:v>#N/A</c:v>
                </c:pt>
                <c:pt idx="361">
                  <c:v>#N/A</c:v>
                </c:pt>
                <c:pt idx="362">
                  <c:v>#N/A</c:v>
                </c:pt>
                <c:pt idx="363">
                  <c:v>#N/A</c:v>
                </c:pt>
                <c:pt idx="364">
                  <c:v>#N/A</c:v>
                </c:pt>
                <c:pt idx="365">
                  <c:v>#N/A</c:v>
                </c:pt>
                <c:pt idx="366">
                  <c:v>#N/A</c:v>
                </c:pt>
                <c:pt idx="367">
                  <c:v>#N/A</c:v>
                </c:pt>
                <c:pt idx="368">
                  <c:v>#N/A</c:v>
                </c:pt>
                <c:pt idx="369">
                  <c:v>#N/A</c:v>
                </c:pt>
                <c:pt idx="370">
                  <c:v>#N/A</c:v>
                </c:pt>
                <c:pt idx="371">
                  <c:v>#N/A</c:v>
                </c:pt>
                <c:pt idx="372">
                  <c:v>#N/A</c:v>
                </c:pt>
                <c:pt idx="373">
                  <c:v>#N/A</c:v>
                </c:pt>
                <c:pt idx="374">
                  <c:v>#N/A</c:v>
                </c:pt>
                <c:pt idx="375">
                  <c:v>#N/A</c:v>
                </c:pt>
                <c:pt idx="376">
                  <c:v>#N/A</c:v>
                </c:pt>
                <c:pt idx="377">
                  <c:v>#N/A</c:v>
                </c:pt>
                <c:pt idx="378">
                  <c:v>#N/A</c:v>
                </c:pt>
                <c:pt idx="379">
                  <c:v>#N/A</c:v>
                </c:pt>
                <c:pt idx="380">
                  <c:v>#N/A</c:v>
                </c:pt>
                <c:pt idx="381">
                  <c:v>#N/A</c:v>
                </c:pt>
                <c:pt idx="382">
                  <c:v>#N/A</c:v>
                </c:pt>
                <c:pt idx="383">
                  <c:v>#N/A</c:v>
                </c:pt>
                <c:pt idx="384">
                  <c:v>#N/A</c:v>
                </c:pt>
                <c:pt idx="385">
                  <c:v>#N/A</c:v>
                </c:pt>
                <c:pt idx="386">
                  <c:v>#N/A</c:v>
                </c:pt>
                <c:pt idx="387">
                  <c:v>#N/A</c:v>
                </c:pt>
                <c:pt idx="388">
                  <c:v>#N/A</c:v>
                </c:pt>
                <c:pt idx="389">
                  <c:v>#N/A</c:v>
                </c:pt>
                <c:pt idx="390">
                  <c:v>#N/A</c:v>
                </c:pt>
                <c:pt idx="391">
                  <c:v>#N/A</c:v>
                </c:pt>
                <c:pt idx="392">
                  <c:v>#N/A</c:v>
                </c:pt>
                <c:pt idx="393">
                  <c:v>#N/A</c:v>
                </c:pt>
                <c:pt idx="394">
                  <c:v>#N/A</c:v>
                </c:pt>
                <c:pt idx="395">
                  <c:v>#N/A</c:v>
                </c:pt>
                <c:pt idx="396">
                  <c:v>#N/A</c:v>
                </c:pt>
                <c:pt idx="397">
                  <c:v>#N/A</c:v>
                </c:pt>
                <c:pt idx="398">
                  <c:v>#N/A</c:v>
                </c:pt>
                <c:pt idx="399">
                  <c:v>#N/A</c:v>
                </c:pt>
                <c:pt idx="400">
                  <c:v>#N/A</c:v>
                </c:pt>
                <c:pt idx="401">
                  <c:v>#N/A</c:v>
                </c:pt>
                <c:pt idx="402">
                  <c:v>#N/A</c:v>
                </c:pt>
                <c:pt idx="403">
                  <c:v>#N/A</c:v>
                </c:pt>
                <c:pt idx="404">
                  <c:v>#N/A</c:v>
                </c:pt>
                <c:pt idx="405">
                  <c:v>#N/A</c:v>
                </c:pt>
                <c:pt idx="406">
                  <c:v>#N/A</c:v>
                </c:pt>
                <c:pt idx="407">
                  <c:v>#N/A</c:v>
                </c:pt>
                <c:pt idx="408">
                  <c:v>#N/A</c:v>
                </c:pt>
                <c:pt idx="409">
                  <c:v>#N/A</c:v>
                </c:pt>
                <c:pt idx="410">
                  <c:v>#N/A</c:v>
                </c:pt>
                <c:pt idx="411">
                  <c:v>#N/A</c:v>
                </c:pt>
                <c:pt idx="412">
                  <c:v>#N/A</c:v>
                </c:pt>
                <c:pt idx="413">
                  <c:v>#N/A</c:v>
                </c:pt>
                <c:pt idx="414">
                  <c:v>#N/A</c:v>
                </c:pt>
                <c:pt idx="415">
                  <c:v>#N/A</c:v>
                </c:pt>
                <c:pt idx="416">
                  <c:v>#N/A</c:v>
                </c:pt>
                <c:pt idx="417">
                  <c:v>#N/A</c:v>
                </c:pt>
                <c:pt idx="418">
                  <c:v>#N/A</c:v>
                </c:pt>
                <c:pt idx="419">
                  <c:v>#N/A</c:v>
                </c:pt>
                <c:pt idx="420">
                  <c:v>#N/A</c:v>
                </c:pt>
                <c:pt idx="421">
                  <c:v>#N/A</c:v>
                </c:pt>
                <c:pt idx="422">
                  <c:v>#N/A</c:v>
                </c:pt>
                <c:pt idx="423">
                  <c:v>#N/A</c:v>
                </c:pt>
                <c:pt idx="424">
                  <c:v>#N/A</c:v>
                </c:pt>
                <c:pt idx="425">
                  <c:v>#N/A</c:v>
                </c:pt>
                <c:pt idx="426">
                  <c:v>#N/A</c:v>
                </c:pt>
                <c:pt idx="427">
                  <c:v>#N/A</c:v>
                </c:pt>
                <c:pt idx="428">
                  <c:v>#N/A</c:v>
                </c:pt>
                <c:pt idx="429">
                  <c:v>#N/A</c:v>
                </c:pt>
                <c:pt idx="430">
                  <c:v>#N/A</c:v>
                </c:pt>
                <c:pt idx="431">
                  <c:v>#N/A</c:v>
                </c:pt>
                <c:pt idx="432">
                  <c:v>#N/A</c:v>
                </c:pt>
                <c:pt idx="433">
                  <c:v>#N/A</c:v>
                </c:pt>
                <c:pt idx="434">
                  <c:v>#N/A</c:v>
                </c:pt>
                <c:pt idx="435">
                  <c:v>#N/A</c:v>
                </c:pt>
                <c:pt idx="436">
                  <c:v>#N/A</c:v>
                </c:pt>
                <c:pt idx="437">
                  <c:v>#N/A</c:v>
                </c:pt>
                <c:pt idx="438">
                  <c:v>#N/A</c:v>
                </c:pt>
                <c:pt idx="439">
                  <c:v>#N/A</c:v>
                </c:pt>
                <c:pt idx="440">
                  <c:v>#N/A</c:v>
                </c:pt>
                <c:pt idx="441">
                  <c:v>#N/A</c:v>
                </c:pt>
                <c:pt idx="442">
                  <c:v>#N/A</c:v>
                </c:pt>
                <c:pt idx="443">
                  <c:v>#N/A</c:v>
                </c:pt>
                <c:pt idx="444">
                  <c:v>#N/A</c:v>
                </c:pt>
                <c:pt idx="445">
                  <c:v>#N/A</c:v>
                </c:pt>
                <c:pt idx="446">
                  <c:v>#N/A</c:v>
                </c:pt>
                <c:pt idx="447">
                  <c:v>#N/A</c:v>
                </c:pt>
                <c:pt idx="448">
                  <c:v>#N/A</c:v>
                </c:pt>
                <c:pt idx="449">
                  <c:v>#N/A</c:v>
                </c:pt>
                <c:pt idx="450">
                  <c:v>#N/A</c:v>
                </c:pt>
                <c:pt idx="451">
                  <c:v>#N/A</c:v>
                </c:pt>
                <c:pt idx="452">
                  <c:v>#N/A</c:v>
                </c:pt>
                <c:pt idx="453">
                  <c:v>#N/A</c:v>
                </c:pt>
                <c:pt idx="454">
                  <c:v>#N/A</c:v>
                </c:pt>
                <c:pt idx="455">
                  <c:v>#N/A</c:v>
                </c:pt>
                <c:pt idx="456">
                  <c:v>#N/A</c:v>
                </c:pt>
                <c:pt idx="457">
                  <c:v>#N/A</c:v>
                </c:pt>
                <c:pt idx="458">
                  <c:v>#N/A</c:v>
                </c:pt>
                <c:pt idx="459">
                  <c:v>#N/A</c:v>
                </c:pt>
                <c:pt idx="460">
                  <c:v>#N/A</c:v>
                </c:pt>
                <c:pt idx="461">
                  <c:v>#N/A</c:v>
                </c:pt>
                <c:pt idx="462">
                  <c:v>#N/A</c:v>
                </c:pt>
                <c:pt idx="463">
                  <c:v>#N/A</c:v>
                </c:pt>
                <c:pt idx="464">
                  <c:v>#N/A</c:v>
                </c:pt>
                <c:pt idx="465">
                  <c:v>#N/A</c:v>
                </c:pt>
                <c:pt idx="466">
                  <c:v>#N/A</c:v>
                </c:pt>
                <c:pt idx="467">
                  <c:v>#N/A</c:v>
                </c:pt>
                <c:pt idx="468">
                  <c:v>#N/A</c:v>
                </c:pt>
                <c:pt idx="469">
                  <c:v>#N/A</c:v>
                </c:pt>
                <c:pt idx="470">
                  <c:v>#N/A</c:v>
                </c:pt>
                <c:pt idx="471">
                  <c:v>#N/A</c:v>
                </c:pt>
                <c:pt idx="472">
                  <c:v>#N/A</c:v>
                </c:pt>
                <c:pt idx="473">
                  <c:v>#N/A</c:v>
                </c:pt>
                <c:pt idx="474">
                  <c:v>#N/A</c:v>
                </c:pt>
                <c:pt idx="475">
                  <c:v>#N/A</c:v>
                </c:pt>
                <c:pt idx="476">
                  <c:v>#N/A</c:v>
                </c:pt>
                <c:pt idx="477">
                  <c:v>#N/A</c:v>
                </c:pt>
                <c:pt idx="478">
                  <c:v>#N/A</c:v>
                </c:pt>
                <c:pt idx="479">
                  <c:v>#N/A</c:v>
                </c:pt>
                <c:pt idx="480">
                  <c:v>#N/A</c:v>
                </c:pt>
                <c:pt idx="481">
                  <c:v>#N/A</c:v>
                </c:pt>
                <c:pt idx="482">
                  <c:v>#N/A</c:v>
                </c:pt>
                <c:pt idx="483">
                  <c:v>#N/A</c:v>
                </c:pt>
                <c:pt idx="484">
                  <c:v>#N/A</c:v>
                </c:pt>
                <c:pt idx="485">
                  <c:v>#N/A</c:v>
                </c:pt>
                <c:pt idx="486">
                  <c:v>#N/A</c:v>
                </c:pt>
                <c:pt idx="487">
                  <c:v>#N/A</c:v>
                </c:pt>
                <c:pt idx="488">
                  <c:v>#N/A</c:v>
                </c:pt>
                <c:pt idx="489">
                  <c:v>#N/A</c:v>
                </c:pt>
                <c:pt idx="490">
                  <c:v>#N/A</c:v>
                </c:pt>
                <c:pt idx="491">
                  <c:v>#N/A</c:v>
                </c:pt>
                <c:pt idx="492">
                  <c:v>#N/A</c:v>
                </c:pt>
                <c:pt idx="493">
                  <c:v>#N/A</c:v>
                </c:pt>
                <c:pt idx="494">
                  <c:v>#N/A</c:v>
                </c:pt>
                <c:pt idx="495">
                  <c:v>#N/A</c:v>
                </c:pt>
                <c:pt idx="496">
                  <c:v>#N/A</c:v>
                </c:pt>
                <c:pt idx="497">
                  <c:v>#N/A</c:v>
                </c:pt>
                <c:pt idx="498">
                  <c:v>#N/A</c:v>
                </c:pt>
                <c:pt idx="499">
                  <c:v>#N/A</c:v>
                </c:pt>
                <c:pt idx="500">
                  <c:v>#N/A</c:v>
                </c:pt>
                <c:pt idx="501">
                  <c:v>#N/A</c:v>
                </c:pt>
                <c:pt idx="502">
                  <c:v>#N/A</c:v>
                </c:pt>
                <c:pt idx="503">
                  <c:v>#N/A</c:v>
                </c:pt>
                <c:pt idx="504">
                  <c:v>#N/A</c:v>
                </c:pt>
                <c:pt idx="505">
                  <c:v>#N/A</c:v>
                </c:pt>
                <c:pt idx="506">
                  <c:v>#N/A</c:v>
                </c:pt>
                <c:pt idx="507">
                  <c:v>#N/A</c:v>
                </c:pt>
                <c:pt idx="508">
                  <c:v>#N/A</c:v>
                </c:pt>
                <c:pt idx="509">
                  <c:v>#N/A</c:v>
                </c:pt>
                <c:pt idx="510">
                  <c:v>#N/A</c:v>
                </c:pt>
                <c:pt idx="511">
                  <c:v>#N/A</c:v>
                </c:pt>
                <c:pt idx="512">
                  <c:v>#N/A</c:v>
                </c:pt>
                <c:pt idx="513">
                  <c:v>#N/A</c:v>
                </c:pt>
                <c:pt idx="514">
                  <c:v>#N/A</c:v>
                </c:pt>
                <c:pt idx="515">
                  <c:v>#N/A</c:v>
                </c:pt>
                <c:pt idx="516">
                  <c:v>#N/A</c:v>
                </c:pt>
                <c:pt idx="517">
                  <c:v>#N/A</c:v>
                </c:pt>
                <c:pt idx="518">
                  <c:v>#N/A</c:v>
                </c:pt>
                <c:pt idx="519">
                  <c:v>#N/A</c:v>
                </c:pt>
                <c:pt idx="520">
                  <c:v>#N/A</c:v>
                </c:pt>
                <c:pt idx="521">
                  <c:v>#N/A</c:v>
                </c:pt>
                <c:pt idx="522">
                  <c:v>#N/A</c:v>
                </c:pt>
                <c:pt idx="523">
                  <c:v>#N/A</c:v>
                </c:pt>
                <c:pt idx="524">
                  <c:v>#N/A</c:v>
                </c:pt>
                <c:pt idx="525">
                  <c:v>#N/A</c:v>
                </c:pt>
                <c:pt idx="526">
                  <c:v>#N/A</c:v>
                </c:pt>
                <c:pt idx="527">
                  <c:v>#N/A</c:v>
                </c:pt>
                <c:pt idx="528">
                  <c:v>#N/A</c:v>
                </c:pt>
                <c:pt idx="529">
                  <c:v>#N/A</c:v>
                </c:pt>
                <c:pt idx="530">
                  <c:v>#N/A</c:v>
                </c:pt>
                <c:pt idx="531">
                  <c:v>#N/A</c:v>
                </c:pt>
                <c:pt idx="532">
                  <c:v>#N/A</c:v>
                </c:pt>
                <c:pt idx="533">
                  <c:v>#N/A</c:v>
                </c:pt>
                <c:pt idx="534">
                  <c:v>#N/A</c:v>
                </c:pt>
                <c:pt idx="535">
                  <c:v>#N/A</c:v>
                </c:pt>
                <c:pt idx="536">
                  <c:v>#N/A</c:v>
                </c:pt>
                <c:pt idx="537">
                  <c:v>#N/A</c:v>
                </c:pt>
                <c:pt idx="538">
                  <c:v>#N/A</c:v>
                </c:pt>
                <c:pt idx="539">
                  <c:v>#N/A</c:v>
                </c:pt>
                <c:pt idx="540">
                  <c:v>#N/A</c:v>
                </c:pt>
                <c:pt idx="541">
                  <c:v>#N/A</c:v>
                </c:pt>
                <c:pt idx="542">
                  <c:v>#N/A</c:v>
                </c:pt>
                <c:pt idx="543">
                  <c:v>#N/A</c:v>
                </c:pt>
                <c:pt idx="544">
                  <c:v>#N/A</c:v>
                </c:pt>
                <c:pt idx="545">
                  <c:v>#N/A</c:v>
                </c:pt>
                <c:pt idx="546">
                  <c:v>#N/A</c:v>
                </c:pt>
                <c:pt idx="547">
                  <c:v>#N/A</c:v>
                </c:pt>
                <c:pt idx="548">
                  <c:v>#N/A</c:v>
                </c:pt>
                <c:pt idx="549">
                  <c:v>#N/A</c:v>
                </c:pt>
                <c:pt idx="550">
                  <c:v>#N/A</c:v>
                </c:pt>
                <c:pt idx="551">
                  <c:v>#N/A</c:v>
                </c:pt>
                <c:pt idx="552">
                  <c:v>#N/A</c:v>
                </c:pt>
                <c:pt idx="553">
                  <c:v>#N/A</c:v>
                </c:pt>
                <c:pt idx="554">
                  <c:v>#N/A</c:v>
                </c:pt>
                <c:pt idx="555">
                  <c:v>#N/A</c:v>
                </c:pt>
                <c:pt idx="556">
                  <c:v>#N/A</c:v>
                </c:pt>
                <c:pt idx="557">
                  <c:v>#N/A</c:v>
                </c:pt>
                <c:pt idx="558">
                  <c:v>#N/A</c:v>
                </c:pt>
                <c:pt idx="559">
                  <c:v>#N/A</c:v>
                </c:pt>
                <c:pt idx="560">
                  <c:v>#N/A</c:v>
                </c:pt>
                <c:pt idx="561">
                  <c:v>#N/A</c:v>
                </c:pt>
                <c:pt idx="562">
                  <c:v>#N/A</c:v>
                </c:pt>
                <c:pt idx="563">
                  <c:v>#N/A</c:v>
                </c:pt>
                <c:pt idx="564">
                  <c:v>#N/A</c:v>
                </c:pt>
                <c:pt idx="565">
                  <c:v>#N/A</c:v>
                </c:pt>
                <c:pt idx="566">
                  <c:v>#N/A</c:v>
                </c:pt>
                <c:pt idx="567">
                  <c:v>#N/A</c:v>
                </c:pt>
                <c:pt idx="568">
                  <c:v>#N/A</c:v>
                </c:pt>
                <c:pt idx="569">
                  <c:v>#N/A</c:v>
                </c:pt>
                <c:pt idx="570">
                  <c:v>#N/A</c:v>
                </c:pt>
                <c:pt idx="571">
                  <c:v>#N/A</c:v>
                </c:pt>
                <c:pt idx="572">
                  <c:v>#N/A</c:v>
                </c:pt>
                <c:pt idx="573">
                  <c:v>#N/A</c:v>
                </c:pt>
                <c:pt idx="574">
                  <c:v>#N/A</c:v>
                </c:pt>
                <c:pt idx="575">
                  <c:v>#N/A</c:v>
                </c:pt>
                <c:pt idx="576">
                  <c:v>#N/A</c:v>
                </c:pt>
                <c:pt idx="577">
                  <c:v>#N/A</c:v>
                </c:pt>
                <c:pt idx="578">
                  <c:v>#N/A</c:v>
                </c:pt>
                <c:pt idx="579">
                  <c:v>#N/A</c:v>
                </c:pt>
                <c:pt idx="580">
                  <c:v>#N/A</c:v>
                </c:pt>
                <c:pt idx="581">
                  <c:v>#N/A</c:v>
                </c:pt>
                <c:pt idx="582">
                  <c:v>#N/A</c:v>
                </c:pt>
                <c:pt idx="583">
                  <c:v>#N/A</c:v>
                </c:pt>
                <c:pt idx="584">
                  <c:v>#N/A</c:v>
                </c:pt>
                <c:pt idx="585">
                  <c:v>#N/A</c:v>
                </c:pt>
                <c:pt idx="586">
                  <c:v>#N/A</c:v>
                </c:pt>
                <c:pt idx="587">
                  <c:v>#N/A</c:v>
                </c:pt>
                <c:pt idx="588">
                  <c:v>#N/A</c:v>
                </c:pt>
                <c:pt idx="589">
                  <c:v>#N/A</c:v>
                </c:pt>
                <c:pt idx="590">
                  <c:v>#N/A</c:v>
                </c:pt>
                <c:pt idx="591">
                  <c:v>#N/A</c:v>
                </c:pt>
                <c:pt idx="592">
                  <c:v>#N/A</c:v>
                </c:pt>
                <c:pt idx="593">
                  <c:v>#N/A</c:v>
                </c:pt>
                <c:pt idx="594">
                  <c:v>#N/A</c:v>
                </c:pt>
                <c:pt idx="595">
                  <c:v>#N/A</c:v>
                </c:pt>
                <c:pt idx="596">
                  <c:v>#N/A</c:v>
                </c:pt>
                <c:pt idx="597">
                  <c:v>#N/A</c:v>
                </c:pt>
                <c:pt idx="598">
                  <c:v>#N/A</c:v>
                </c:pt>
                <c:pt idx="599">
                  <c:v>#N/A</c:v>
                </c:pt>
                <c:pt idx="600">
                  <c:v>#N/A</c:v>
                </c:pt>
                <c:pt idx="601">
                  <c:v>#N/A</c:v>
                </c:pt>
                <c:pt idx="602">
                  <c:v>#N/A</c:v>
                </c:pt>
                <c:pt idx="603">
                  <c:v>#N/A</c:v>
                </c:pt>
                <c:pt idx="604">
                  <c:v>#N/A</c:v>
                </c:pt>
                <c:pt idx="605">
                  <c:v>#N/A</c:v>
                </c:pt>
                <c:pt idx="606">
                  <c:v>#N/A</c:v>
                </c:pt>
                <c:pt idx="607">
                  <c:v>#N/A</c:v>
                </c:pt>
                <c:pt idx="608">
                  <c:v>#N/A</c:v>
                </c:pt>
                <c:pt idx="609">
                  <c:v>#N/A</c:v>
                </c:pt>
                <c:pt idx="610">
                  <c:v>#N/A</c:v>
                </c:pt>
                <c:pt idx="611">
                  <c:v>#N/A</c:v>
                </c:pt>
                <c:pt idx="612">
                  <c:v>#N/A</c:v>
                </c:pt>
                <c:pt idx="613">
                  <c:v>#N/A</c:v>
                </c:pt>
                <c:pt idx="614">
                  <c:v>#N/A</c:v>
                </c:pt>
                <c:pt idx="615">
                  <c:v>#N/A</c:v>
                </c:pt>
                <c:pt idx="616">
                  <c:v>#N/A</c:v>
                </c:pt>
                <c:pt idx="617">
                  <c:v>#N/A</c:v>
                </c:pt>
                <c:pt idx="618">
                  <c:v>#N/A</c:v>
                </c:pt>
                <c:pt idx="619">
                  <c:v>#N/A</c:v>
                </c:pt>
                <c:pt idx="620">
                  <c:v>#N/A</c:v>
                </c:pt>
                <c:pt idx="621">
                  <c:v>#N/A</c:v>
                </c:pt>
                <c:pt idx="622">
                  <c:v>#N/A</c:v>
                </c:pt>
                <c:pt idx="623">
                  <c:v>#N/A</c:v>
                </c:pt>
                <c:pt idx="624">
                  <c:v>#N/A</c:v>
                </c:pt>
                <c:pt idx="625">
                  <c:v>#N/A</c:v>
                </c:pt>
                <c:pt idx="626">
                  <c:v>#N/A</c:v>
                </c:pt>
                <c:pt idx="627">
                  <c:v>#N/A</c:v>
                </c:pt>
                <c:pt idx="628">
                  <c:v>#N/A</c:v>
                </c:pt>
                <c:pt idx="629">
                  <c:v>#N/A</c:v>
                </c:pt>
                <c:pt idx="630">
                  <c:v>#N/A</c:v>
                </c:pt>
                <c:pt idx="631">
                  <c:v>#N/A</c:v>
                </c:pt>
                <c:pt idx="632">
                  <c:v>#N/A</c:v>
                </c:pt>
                <c:pt idx="633">
                  <c:v>#N/A</c:v>
                </c:pt>
                <c:pt idx="634">
                  <c:v>#N/A</c:v>
                </c:pt>
                <c:pt idx="635">
                  <c:v>#N/A</c:v>
                </c:pt>
                <c:pt idx="636">
                  <c:v>#N/A</c:v>
                </c:pt>
                <c:pt idx="637">
                  <c:v>#N/A</c:v>
                </c:pt>
                <c:pt idx="638">
                  <c:v>#N/A</c:v>
                </c:pt>
                <c:pt idx="639">
                  <c:v>#N/A</c:v>
                </c:pt>
                <c:pt idx="640">
                  <c:v>#N/A</c:v>
                </c:pt>
                <c:pt idx="641">
                  <c:v>#N/A</c:v>
                </c:pt>
                <c:pt idx="642">
                  <c:v>#N/A</c:v>
                </c:pt>
                <c:pt idx="643">
                  <c:v>#N/A</c:v>
                </c:pt>
                <c:pt idx="644">
                  <c:v>#N/A</c:v>
                </c:pt>
                <c:pt idx="645">
                  <c:v>#N/A</c:v>
                </c:pt>
                <c:pt idx="646">
                  <c:v>#N/A</c:v>
                </c:pt>
                <c:pt idx="647">
                  <c:v>#N/A</c:v>
                </c:pt>
                <c:pt idx="648">
                  <c:v>#N/A</c:v>
                </c:pt>
                <c:pt idx="649">
                  <c:v>#N/A</c:v>
                </c:pt>
                <c:pt idx="650">
                  <c:v>#N/A</c:v>
                </c:pt>
                <c:pt idx="651">
                  <c:v>#N/A</c:v>
                </c:pt>
                <c:pt idx="652">
                  <c:v>#N/A</c:v>
                </c:pt>
                <c:pt idx="653">
                  <c:v>#N/A</c:v>
                </c:pt>
                <c:pt idx="654">
                  <c:v>#N/A</c:v>
                </c:pt>
                <c:pt idx="655">
                  <c:v>#N/A</c:v>
                </c:pt>
                <c:pt idx="656">
                  <c:v>#N/A</c:v>
                </c:pt>
                <c:pt idx="657">
                  <c:v>#N/A</c:v>
                </c:pt>
                <c:pt idx="658">
                  <c:v>#N/A</c:v>
                </c:pt>
                <c:pt idx="659">
                  <c:v>#N/A</c:v>
                </c:pt>
                <c:pt idx="660">
                  <c:v>#N/A</c:v>
                </c:pt>
                <c:pt idx="661">
                  <c:v>#N/A</c:v>
                </c:pt>
                <c:pt idx="662">
                  <c:v>#N/A</c:v>
                </c:pt>
                <c:pt idx="663">
                  <c:v>#N/A</c:v>
                </c:pt>
                <c:pt idx="664">
                  <c:v>#N/A</c:v>
                </c:pt>
                <c:pt idx="665">
                  <c:v>#N/A</c:v>
                </c:pt>
                <c:pt idx="666">
                  <c:v>#N/A</c:v>
                </c:pt>
                <c:pt idx="667">
                  <c:v>#N/A</c:v>
                </c:pt>
                <c:pt idx="668">
                  <c:v>#N/A</c:v>
                </c:pt>
                <c:pt idx="669">
                  <c:v>#N/A</c:v>
                </c:pt>
                <c:pt idx="670">
                  <c:v>#N/A</c:v>
                </c:pt>
                <c:pt idx="671">
                  <c:v>#N/A</c:v>
                </c:pt>
                <c:pt idx="672">
                  <c:v>#N/A</c:v>
                </c:pt>
                <c:pt idx="673">
                  <c:v>#N/A</c:v>
                </c:pt>
                <c:pt idx="674">
                  <c:v>#N/A</c:v>
                </c:pt>
                <c:pt idx="675">
                  <c:v>#N/A</c:v>
                </c:pt>
                <c:pt idx="676">
                  <c:v>#N/A</c:v>
                </c:pt>
                <c:pt idx="677">
                  <c:v>#N/A</c:v>
                </c:pt>
                <c:pt idx="678">
                  <c:v>#N/A</c:v>
                </c:pt>
                <c:pt idx="679">
                  <c:v>#N/A</c:v>
                </c:pt>
                <c:pt idx="680">
                  <c:v>#N/A</c:v>
                </c:pt>
                <c:pt idx="681">
                  <c:v>#N/A</c:v>
                </c:pt>
                <c:pt idx="682">
                  <c:v>#N/A</c:v>
                </c:pt>
                <c:pt idx="683">
                  <c:v>#N/A</c:v>
                </c:pt>
                <c:pt idx="684">
                  <c:v>#N/A</c:v>
                </c:pt>
                <c:pt idx="685">
                  <c:v>#N/A</c:v>
                </c:pt>
                <c:pt idx="686">
                  <c:v>#N/A</c:v>
                </c:pt>
                <c:pt idx="687">
                  <c:v>#N/A</c:v>
                </c:pt>
                <c:pt idx="688">
                  <c:v>#N/A</c:v>
                </c:pt>
                <c:pt idx="689">
                  <c:v>#N/A</c:v>
                </c:pt>
                <c:pt idx="690">
                  <c:v>#N/A</c:v>
                </c:pt>
                <c:pt idx="691">
                  <c:v>#N/A</c:v>
                </c:pt>
                <c:pt idx="692">
                  <c:v>#N/A</c:v>
                </c:pt>
                <c:pt idx="693">
                  <c:v>#N/A</c:v>
                </c:pt>
                <c:pt idx="694">
                  <c:v>#N/A</c:v>
                </c:pt>
                <c:pt idx="695">
                  <c:v>#N/A</c:v>
                </c:pt>
                <c:pt idx="696">
                  <c:v>#N/A</c:v>
                </c:pt>
                <c:pt idx="697">
                  <c:v>#N/A</c:v>
                </c:pt>
                <c:pt idx="698">
                  <c:v>#N/A</c:v>
                </c:pt>
                <c:pt idx="699">
                  <c:v>#N/A</c:v>
                </c:pt>
                <c:pt idx="700">
                  <c:v>#N/A</c:v>
                </c:pt>
                <c:pt idx="701">
                  <c:v>#N/A</c:v>
                </c:pt>
                <c:pt idx="702">
                  <c:v>#N/A</c:v>
                </c:pt>
                <c:pt idx="703">
                  <c:v>#N/A</c:v>
                </c:pt>
                <c:pt idx="704">
                  <c:v>#N/A</c:v>
                </c:pt>
                <c:pt idx="705">
                  <c:v>#N/A</c:v>
                </c:pt>
                <c:pt idx="706">
                  <c:v>#N/A</c:v>
                </c:pt>
                <c:pt idx="707">
                  <c:v>#N/A</c:v>
                </c:pt>
                <c:pt idx="708">
                  <c:v>#N/A</c:v>
                </c:pt>
                <c:pt idx="709">
                  <c:v>#N/A</c:v>
                </c:pt>
                <c:pt idx="710">
                  <c:v>#N/A</c:v>
                </c:pt>
                <c:pt idx="711">
                  <c:v>#N/A</c:v>
                </c:pt>
                <c:pt idx="712">
                  <c:v>#N/A</c:v>
                </c:pt>
                <c:pt idx="713">
                  <c:v>#N/A</c:v>
                </c:pt>
                <c:pt idx="714">
                  <c:v>#N/A</c:v>
                </c:pt>
                <c:pt idx="715">
                  <c:v>#N/A</c:v>
                </c:pt>
                <c:pt idx="716">
                  <c:v>#N/A</c:v>
                </c:pt>
                <c:pt idx="717">
                  <c:v>#N/A</c:v>
                </c:pt>
                <c:pt idx="718">
                  <c:v>#N/A</c:v>
                </c:pt>
                <c:pt idx="719">
                  <c:v>#N/A</c:v>
                </c:pt>
                <c:pt idx="720">
                  <c:v>#N/A</c:v>
                </c:pt>
                <c:pt idx="721">
                  <c:v>#N/A</c:v>
                </c:pt>
                <c:pt idx="722">
                  <c:v>#N/A</c:v>
                </c:pt>
                <c:pt idx="723">
                  <c:v>#N/A</c:v>
                </c:pt>
                <c:pt idx="724">
                  <c:v>#N/A</c:v>
                </c:pt>
                <c:pt idx="725">
                  <c:v>#N/A</c:v>
                </c:pt>
                <c:pt idx="726">
                  <c:v>#N/A</c:v>
                </c:pt>
                <c:pt idx="727">
                  <c:v>#N/A</c:v>
                </c:pt>
                <c:pt idx="728">
                  <c:v>#N/A</c:v>
                </c:pt>
                <c:pt idx="729">
                  <c:v>#N/A</c:v>
                </c:pt>
                <c:pt idx="730">
                  <c:v>#N/A</c:v>
                </c:pt>
                <c:pt idx="731">
                  <c:v>#N/A</c:v>
                </c:pt>
                <c:pt idx="732">
                  <c:v>#N/A</c:v>
                </c:pt>
                <c:pt idx="733">
                  <c:v>#N/A</c:v>
                </c:pt>
                <c:pt idx="734">
                  <c:v>#N/A</c:v>
                </c:pt>
                <c:pt idx="735">
                  <c:v>#N/A</c:v>
                </c:pt>
                <c:pt idx="736">
                  <c:v>#N/A</c:v>
                </c:pt>
                <c:pt idx="737">
                  <c:v>#N/A</c:v>
                </c:pt>
                <c:pt idx="738">
                  <c:v>#N/A</c:v>
                </c:pt>
                <c:pt idx="739">
                  <c:v>#N/A</c:v>
                </c:pt>
                <c:pt idx="740">
                  <c:v>#N/A</c:v>
                </c:pt>
                <c:pt idx="741">
                  <c:v>#N/A</c:v>
                </c:pt>
                <c:pt idx="742">
                  <c:v>#N/A</c:v>
                </c:pt>
                <c:pt idx="743">
                  <c:v>#N/A</c:v>
                </c:pt>
                <c:pt idx="744">
                  <c:v>#N/A</c:v>
                </c:pt>
                <c:pt idx="745">
                  <c:v>#N/A</c:v>
                </c:pt>
                <c:pt idx="746">
                  <c:v>#N/A</c:v>
                </c:pt>
                <c:pt idx="747">
                  <c:v>#N/A</c:v>
                </c:pt>
                <c:pt idx="748">
                  <c:v>#N/A</c:v>
                </c:pt>
                <c:pt idx="749">
                  <c:v>#N/A</c:v>
                </c:pt>
                <c:pt idx="750">
                  <c:v>#N/A</c:v>
                </c:pt>
                <c:pt idx="751">
                  <c:v>#N/A</c:v>
                </c:pt>
                <c:pt idx="752">
                  <c:v>#N/A</c:v>
                </c:pt>
                <c:pt idx="753">
                  <c:v>#N/A</c:v>
                </c:pt>
                <c:pt idx="754">
                  <c:v>#N/A</c:v>
                </c:pt>
                <c:pt idx="755">
                  <c:v>#N/A</c:v>
                </c:pt>
                <c:pt idx="756">
                  <c:v>#N/A</c:v>
                </c:pt>
                <c:pt idx="757">
                  <c:v>#N/A</c:v>
                </c:pt>
                <c:pt idx="758">
                  <c:v>#N/A</c:v>
                </c:pt>
                <c:pt idx="759">
                  <c:v>#N/A</c:v>
                </c:pt>
                <c:pt idx="760">
                  <c:v>#N/A</c:v>
                </c:pt>
                <c:pt idx="761">
                  <c:v>#N/A</c:v>
                </c:pt>
                <c:pt idx="762">
                  <c:v>#N/A</c:v>
                </c:pt>
                <c:pt idx="763">
                  <c:v>#N/A</c:v>
                </c:pt>
                <c:pt idx="764">
                  <c:v>#N/A</c:v>
                </c:pt>
                <c:pt idx="765">
                  <c:v>#N/A</c:v>
                </c:pt>
                <c:pt idx="766">
                  <c:v>#N/A</c:v>
                </c:pt>
                <c:pt idx="767">
                  <c:v>#N/A</c:v>
                </c:pt>
                <c:pt idx="768">
                  <c:v>#N/A</c:v>
                </c:pt>
                <c:pt idx="769">
                  <c:v>#N/A</c:v>
                </c:pt>
                <c:pt idx="770">
                  <c:v>#N/A</c:v>
                </c:pt>
                <c:pt idx="771">
                  <c:v>#N/A</c:v>
                </c:pt>
                <c:pt idx="772">
                  <c:v>#N/A</c:v>
                </c:pt>
                <c:pt idx="773">
                  <c:v>#N/A</c:v>
                </c:pt>
                <c:pt idx="774">
                  <c:v>#N/A</c:v>
                </c:pt>
                <c:pt idx="775">
                  <c:v>#N/A</c:v>
                </c:pt>
                <c:pt idx="776">
                  <c:v>#N/A</c:v>
                </c:pt>
                <c:pt idx="777">
                  <c:v>#N/A</c:v>
                </c:pt>
                <c:pt idx="778">
                  <c:v>#N/A</c:v>
                </c:pt>
                <c:pt idx="779">
                  <c:v>#N/A</c:v>
                </c:pt>
                <c:pt idx="780">
                  <c:v>#N/A</c:v>
                </c:pt>
                <c:pt idx="781">
                  <c:v>#N/A</c:v>
                </c:pt>
                <c:pt idx="782">
                  <c:v>#N/A</c:v>
                </c:pt>
                <c:pt idx="783">
                  <c:v>#N/A</c:v>
                </c:pt>
                <c:pt idx="784">
                  <c:v>#N/A</c:v>
                </c:pt>
                <c:pt idx="785">
                  <c:v>#N/A</c:v>
                </c:pt>
                <c:pt idx="786">
                  <c:v>#N/A</c:v>
                </c:pt>
                <c:pt idx="787">
                  <c:v>#N/A</c:v>
                </c:pt>
                <c:pt idx="788">
                  <c:v>#N/A</c:v>
                </c:pt>
                <c:pt idx="789">
                  <c:v>#N/A</c:v>
                </c:pt>
                <c:pt idx="790">
                  <c:v>#N/A</c:v>
                </c:pt>
                <c:pt idx="791">
                  <c:v>#N/A</c:v>
                </c:pt>
                <c:pt idx="792">
                  <c:v>#N/A</c:v>
                </c:pt>
                <c:pt idx="793">
                  <c:v>#N/A</c:v>
                </c:pt>
                <c:pt idx="794">
                  <c:v>#N/A</c:v>
                </c:pt>
                <c:pt idx="795">
                  <c:v>#N/A</c:v>
                </c:pt>
                <c:pt idx="796">
                  <c:v>#N/A</c:v>
                </c:pt>
                <c:pt idx="797">
                  <c:v>#N/A</c:v>
                </c:pt>
                <c:pt idx="798">
                  <c:v>#N/A</c:v>
                </c:pt>
                <c:pt idx="799">
                  <c:v>#N/A</c:v>
                </c:pt>
                <c:pt idx="800">
                  <c:v>#N/A</c:v>
                </c:pt>
                <c:pt idx="801">
                  <c:v>#N/A</c:v>
                </c:pt>
                <c:pt idx="802">
                  <c:v>#N/A</c:v>
                </c:pt>
                <c:pt idx="803">
                  <c:v>#N/A</c:v>
                </c:pt>
                <c:pt idx="804">
                  <c:v>#N/A</c:v>
                </c:pt>
                <c:pt idx="805">
                  <c:v>#N/A</c:v>
                </c:pt>
                <c:pt idx="806">
                  <c:v>#N/A</c:v>
                </c:pt>
                <c:pt idx="807">
                  <c:v>#N/A</c:v>
                </c:pt>
                <c:pt idx="808">
                  <c:v>#N/A</c:v>
                </c:pt>
                <c:pt idx="809">
                  <c:v>#N/A</c:v>
                </c:pt>
                <c:pt idx="810">
                  <c:v>#N/A</c:v>
                </c:pt>
                <c:pt idx="811">
                  <c:v>#N/A</c:v>
                </c:pt>
                <c:pt idx="812">
                  <c:v>#N/A</c:v>
                </c:pt>
                <c:pt idx="813">
                  <c:v>#N/A</c:v>
                </c:pt>
                <c:pt idx="814">
                  <c:v>#N/A</c:v>
                </c:pt>
                <c:pt idx="815">
                  <c:v>#N/A</c:v>
                </c:pt>
                <c:pt idx="816">
                  <c:v>#N/A</c:v>
                </c:pt>
                <c:pt idx="817">
                  <c:v>#N/A</c:v>
                </c:pt>
                <c:pt idx="818">
                  <c:v>#N/A</c:v>
                </c:pt>
                <c:pt idx="819">
                  <c:v>#N/A</c:v>
                </c:pt>
                <c:pt idx="820">
                  <c:v>#N/A</c:v>
                </c:pt>
                <c:pt idx="821">
                  <c:v>#N/A</c:v>
                </c:pt>
                <c:pt idx="822">
                  <c:v>#N/A</c:v>
                </c:pt>
                <c:pt idx="823">
                  <c:v>#N/A</c:v>
                </c:pt>
                <c:pt idx="824">
                  <c:v>#N/A</c:v>
                </c:pt>
                <c:pt idx="825">
                  <c:v>#N/A</c:v>
                </c:pt>
                <c:pt idx="826">
                  <c:v>#N/A</c:v>
                </c:pt>
                <c:pt idx="827">
                  <c:v>#N/A</c:v>
                </c:pt>
                <c:pt idx="828">
                  <c:v>#N/A</c:v>
                </c:pt>
                <c:pt idx="829">
                  <c:v>#N/A</c:v>
                </c:pt>
                <c:pt idx="830">
                  <c:v>#N/A</c:v>
                </c:pt>
                <c:pt idx="831">
                  <c:v>#N/A</c:v>
                </c:pt>
                <c:pt idx="832">
                  <c:v>#N/A</c:v>
                </c:pt>
                <c:pt idx="833">
                  <c:v>#N/A</c:v>
                </c:pt>
                <c:pt idx="834">
                  <c:v>#N/A</c:v>
                </c:pt>
                <c:pt idx="835">
                  <c:v>#N/A</c:v>
                </c:pt>
                <c:pt idx="836">
                  <c:v>#N/A</c:v>
                </c:pt>
                <c:pt idx="837">
                  <c:v>#N/A</c:v>
                </c:pt>
                <c:pt idx="838">
                  <c:v>#N/A</c:v>
                </c:pt>
                <c:pt idx="839">
                  <c:v>#N/A</c:v>
                </c:pt>
                <c:pt idx="840">
                  <c:v>#N/A</c:v>
                </c:pt>
                <c:pt idx="841">
                  <c:v>#N/A</c:v>
                </c:pt>
                <c:pt idx="842">
                  <c:v>#N/A</c:v>
                </c:pt>
                <c:pt idx="843">
                  <c:v>#N/A</c:v>
                </c:pt>
                <c:pt idx="844">
                  <c:v>#N/A</c:v>
                </c:pt>
                <c:pt idx="845">
                  <c:v>#N/A</c:v>
                </c:pt>
                <c:pt idx="846">
                  <c:v>#N/A</c:v>
                </c:pt>
                <c:pt idx="847">
                  <c:v>#N/A</c:v>
                </c:pt>
                <c:pt idx="848">
                  <c:v>#N/A</c:v>
                </c:pt>
                <c:pt idx="849">
                  <c:v>#N/A</c:v>
                </c:pt>
                <c:pt idx="850">
                  <c:v>#N/A</c:v>
                </c:pt>
                <c:pt idx="851">
                  <c:v>#N/A</c:v>
                </c:pt>
                <c:pt idx="852">
                  <c:v>#N/A</c:v>
                </c:pt>
                <c:pt idx="853">
                  <c:v>#N/A</c:v>
                </c:pt>
                <c:pt idx="854">
                  <c:v>#N/A</c:v>
                </c:pt>
                <c:pt idx="855">
                  <c:v>#N/A</c:v>
                </c:pt>
                <c:pt idx="856">
                  <c:v>#N/A</c:v>
                </c:pt>
                <c:pt idx="857">
                  <c:v>#N/A</c:v>
                </c:pt>
                <c:pt idx="858">
                  <c:v>#N/A</c:v>
                </c:pt>
                <c:pt idx="859">
                  <c:v>#N/A</c:v>
                </c:pt>
                <c:pt idx="860">
                  <c:v>#N/A</c:v>
                </c:pt>
                <c:pt idx="861">
                  <c:v>#N/A</c:v>
                </c:pt>
                <c:pt idx="862">
                  <c:v>#N/A</c:v>
                </c:pt>
                <c:pt idx="863">
                  <c:v>#N/A</c:v>
                </c:pt>
                <c:pt idx="864">
                  <c:v>#N/A</c:v>
                </c:pt>
                <c:pt idx="865">
                  <c:v>#N/A</c:v>
                </c:pt>
                <c:pt idx="866">
                  <c:v>#N/A</c:v>
                </c:pt>
                <c:pt idx="867">
                  <c:v>#N/A</c:v>
                </c:pt>
                <c:pt idx="868">
                  <c:v>#N/A</c:v>
                </c:pt>
                <c:pt idx="869">
                  <c:v>#N/A</c:v>
                </c:pt>
                <c:pt idx="870">
                  <c:v>#N/A</c:v>
                </c:pt>
                <c:pt idx="871">
                  <c:v>#N/A</c:v>
                </c:pt>
                <c:pt idx="872">
                  <c:v>#N/A</c:v>
                </c:pt>
                <c:pt idx="873">
                  <c:v>#N/A</c:v>
                </c:pt>
                <c:pt idx="874">
                  <c:v>#N/A</c:v>
                </c:pt>
                <c:pt idx="875">
                  <c:v>#N/A</c:v>
                </c:pt>
                <c:pt idx="876">
                  <c:v>#N/A</c:v>
                </c:pt>
                <c:pt idx="877">
                  <c:v>#N/A</c:v>
                </c:pt>
                <c:pt idx="878">
                  <c:v>#N/A</c:v>
                </c:pt>
                <c:pt idx="879">
                  <c:v>#N/A</c:v>
                </c:pt>
                <c:pt idx="880">
                  <c:v>#N/A</c:v>
                </c:pt>
                <c:pt idx="881">
                  <c:v>#N/A</c:v>
                </c:pt>
                <c:pt idx="882">
                  <c:v>#N/A</c:v>
                </c:pt>
                <c:pt idx="883">
                  <c:v>#N/A</c:v>
                </c:pt>
                <c:pt idx="884">
                  <c:v>#N/A</c:v>
                </c:pt>
                <c:pt idx="885">
                  <c:v>#N/A</c:v>
                </c:pt>
                <c:pt idx="886">
                  <c:v>#N/A</c:v>
                </c:pt>
                <c:pt idx="887">
                  <c:v>#N/A</c:v>
                </c:pt>
                <c:pt idx="888">
                  <c:v>#N/A</c:v>
                </c:pt>
                <c:pt idx="889">
                  <c:v>#N/A</c:v>
                </c:pt>
                <c:pt idx="890">
                  <c:v>#N/A</c:v>
                </c:pt>
                <c:pt idx="891">
                  <c:v>#N/A</c:v>
                </c:pt>
                <c:pt idx="892">
                  <c:v>#N/A</c:v>
                </c:pt>
                <c:pt idx="893">
                  <c:v>#N/A</c:v>
                </c:pt>
                <c:pt idx="894">
                  <c:v>#N/A</c:v>
                </c:pt>
                <c:pt idx="895">
                  <c:v>#N/A</c:v>
                </c:pt>
                <c:pt idx="896">
                  <c:v>#N/A</c:v>
                </c:pt>
                <c:pt idx="897">
                  <c:v>#N/A</c:v>
                </c:pt>
                <c:pt idx="898">
                  <c:v>#N/A</c:v>
                </c:pt>
                <c:pt idx="899">
                  <c:v>#N/A</c:v>
                </c:pt>
                <c:pt idx="900">
                  <c:v>#N/A</c:v>
                </c:pt>
                <c:pt idx="901">
                  <c:v>#N/A</c:v>
                </c:pt>
                <c:pt idx="902">
                  <c:v>#N/A</c:v>
                </c:pt>
                <c:pt idx="903">
                  <c:v>#N/A</c:v>
                </c:pt>
                <c:pt idx="904">
                  <c:v>#N/A</c:v>
                </c:pt>
                <c:pt idx="905">
                  <c:v>#N/A</c:v>
                </c:pt>
                <c:pt idx="906">
                  <c:v>#N/A</c:v>
                </c:pt>
                <c:pt idx="907">
                  <c:v>#N/A</c:v>
                </c:pt>
                <c:pt idx="908">
                  <c:v>#N/A</c:v>
                </c:pt>
                <c:pt idx="909">
                  <c:v>#N/A</c:v>
                </c:pt>
                <c:pt idx="910">
                  <c:v>#N/A</c:v>
                </c:pt>
                <c:pt idx="911">
                  <c:v>#N/A</c:v>
                </c:pt>
                <c:pt idx="912">
                  <c:v>#N/A</c:v>
                </c:pt>
                <c:pt idx="913">
                  <c:v>#N/A</c:v>
                </c:pt>
                <c:pt idx="914">
                  <c:v>#N/A</c:v>
                </c:pt>
                <c:pt idx="915">
                  <c:v>#N/A</c:v>
                </c:pt>
                <c:pt idx="916">
                  <c:v>#N/A</c:v>
                </c:pt>
                <c:pt idx="917">
                  <c:v>#N/A</c:v>
                </c:pt>
                <c:pt idx="918">
                  <c:v>#N/A</c:v>
                </c:pt>
                <c:pt idx="919">
                  <c:v>#N/A</c:v>
                </c:pt>
                <c:pt idx="920">
                  <c:v>#N/A</c:v>
                </c:pt>
                <c:pt idx="921">
                  <c:v>#N/A</c:v>
                </c:pt>
                <c:pt idx="922">
                  <c:v>#N/A</c:v>
                </c:pt>
                <c:pt idx="923">
                  <c:v>#N/A</c:v>
                </c:pt>
                <c:pt idx="924">
                  <c:v>#N/A</c:v>
                </c:pt>
                <c:pt idx="925">
                  <c:v>#N/A</c:v>
                </c:pt>
                <c:pt idx="926">
                  <c:v>#N/A</c:v>
                </c:pt>
                <c:pt idx="927">
                  <c:v>#N/A</c:v>
                </c:pt>
                <c:pt idx="928">
                  <c:v>#N/A</c:v>
                </c:pt>
                <c:pt idx="929">
                  <c:v>#N/A</c:v>
                </c:pt>
                <c:pt idx="930">
                  <c:v>#N/A</c:v>
                </c:pt>
                <c:pt idx="931">
                  <c:v>#N/A</c:v>
                </c:pt>
                <c:pt idx="932">
                  <c:v>#N/A</c:v>
                </c:pt>
                <c:pt idx="933">
                  <c:v>#N/A</c:v>
                </c:pt>
                <c:pt idx="934">
                  <c:v>#N/A</c:v>
                </c:pt>
                <c:pt idx="935">
                  <c:v>#N/A</c:v>
                </c:pt>
                <c:pt idx="936">
                  <c:v>#N/A</c:v>
                </c:pt>
                <c:pt idx="937">
                  <c:v>#N/A</c:v>
                </c:pt>
                <c:pt idx="938">
                  <c:v>#N/A</c:v>
                </c:pt>
                <c:pt idx="939">
                  <c:v>#N/A</c:v>
                </c:pt>
                <c:pt idx="940">
                  <c:v>#N/A</c:v>
                </c:pt>
                <c:pt idx="941">
                  <c:v>#N/A</c:v>
                </c:pt>
                <c:pt idx="942">
                  <c:v>#N/A</c:v>
                </c:pt>
                <c:pt idx="943">
                  <c:v>#N/A</c:v>
                </c:pt>
                <c:pt idx="944">
                  <c:v>#N/A</c:v>
                </c:pt>
                <c:pt idx="945">
                  <c:v>#N/A</c:v>
                </c:pt>
                <c:pt idx="946">
                  <c:v>#N/A</c:v>
                </c:pt>
                <c:pt idx="947">
                  <c:v>#N/A</c:v>
                </c:pt>
                <c:pt idx="948">
                  <c:v>#N/A</c:v>
                </c:pt>
                <c:pt idx="949">
                  <c:v>#N/A</c:v>
                </c:pt>
                <c:pt idx="950">
                  <c:v>#N/A</c:v>
                </c:pt>
                <c:pt idx="951">
                  <c:v>#N/A</c:v>
                </c:pt>
                <c:pt idx="952">
                  <c:v>#N/A</c:v>
                </c:pt>
                <c:pt idx="953">
                  <c:v>#N/A</c:v>
                </c:pt>
                <c:pt idx="954">
                  <c:v>#N/A</c:v>
                </c:pt>
                <c:pt idx="955">
                  <c:v>#N/A</c:v>
                </c:pt>
                <c:pt idx="956">
                  <c:v>#N/A</c:v>
                </c:pt>
                <c:pt idx="957">
                  <c:v>#N/A</c:v>
                </c:pt>
                <c:pt idx="958">
                  <c:v>#N/A</c:v>
                </c:pt>
                <c:pt idx="959">
                  <c:v>#N/A</c:v>
                </c:pt>
                <c:pt idx="960">
                  <c:v>#N/A</c:v>
                </c:pt>
                <c:pt idx="961">
                  <c:v>#N/A</c:v>
                </c:pt>
                <c:pt idx="962">
                  <c:v>#N/A</c:v>
                </c:pt>
                <c:pt idx="963">
                  <c:v>#N/A</c:v>
                </c:pt>
                <c:pt idx="964">
                  <c:v>#N/A</c:v>
                </c:pt>
                <c:pt idx="965">
                  <c:v>#N/A</c:v>
                </c:pt>
                <c:pt idx="966">
                  <c:v>#N/A</c:v>
                </c:pt>
                <c:pt idx="967">
                  <c:v>#N/A</c:v>
                </c:pt>
                <c:pt idx="968">
                  <c:v>#N/A</c:v>
                </c:pt>
                <c:pt idx="969">
                  <c:v>#N/A</c:v>
                </c:pt>
                <c:pt idx="970">
                  <c:v>#N/A</c:v>
                </c:pt>
                <c:pt idx="971">
                  <c:v>#N/A</c:v>
                </c:pt>
                <c:pt idx="972">
                  <c:v>#N/A</c:v>
                </c:pt>
                <c:pt idx="973">
                  <c:v>#N/A</c:v>
                </c:pt>
                <c:pt idx="974">
                  <c:v>#N/A</c:v>
                </c:pt>
                <c:pt idx="975">
                  <c:v>#N/A</c:v>
                </c:pt>
                <c:pt idx="976">
                  <c:v>#N/A</c:v>
                </c:pt>
                <c:pt idx="977">
                  <c:v>#N/A</c:v>
                </c:pt>
                <c:pt idx="978">
                  <c:v>#N/A</c:v>
                </c:pt>
                <c:pt idx="979">
                  <c:v>#N/A</c:v>
                </c:pt>
                <c:pt idx="980">
                  <c:v>#N/A</c:v>
                </c:pt>
                <c:pt idx="981">
                  <c:v>#N/A</c:v>
                </c:pt>
                <c:pt idx="982">
                  <c:v>#N/A</c:v>
                </c:pt>
                <c:pt idx="983">
                  <c:v>#N/A</c:v>
                </c:pt>
                <c:pt idx="984">
                  <c:v>#N/A</c:v>
                </c:pt>
                <c:pt idx="985">
                  <c:v>#N/A</c:v>
                </c:pt>
                <c:pt idx="986">
                  <c:v>#N/A</c:v>
                </c:pt>
                <c:pt idx="987">
                  <c:v>#N/A</c:v>
                </c:pt>
                <c:pt idx="988">
                  <c:v>#N/A</c:v>
                </c:pt>
                <c:pt idx="989">
                  <c:v>#N/A</c:v>
                </c:pt>
                <c:pt idx="990">
                  <c:v>#N/A</c:v>
                </c:pt>
                <c:pt idx="991">
                  <c:v>#N/A</c:v>
                </c:pt>
                <c:pt idx="992">
                  <c:v>#N/A</c:v>
                </c:pt>
                <c:pt idx="993">
                  <c:v>#N/A</c:v>
                </c:pt>
                <c:pt idx="994">
                  <c:v>#N/A</c:v>
                </c:pt>
                <c:pt idx="995">
                  <c:v>#N/A</c:v>
                </c:pt>
                <c:pt idx="996">
                  <c:v>#N/A</c:v>
                </c:pt>
                <c:pt idx="997">
                  <c:v>#N/A</c:v>
                </c:pt>
                <c:pt idx="998">
                  <c:v>#N/A</c:v>
                </c:pt>
                <c:pt idx="999">
                  <c:v>#N/A</c:v>
                </c:pt>
                <c:pt idx="1000">
                  <c:v>#N/A</c:v>
                </c:pt>
                <c:pt idx="1001">
                  <c:v>#N/A</c:v>
                </c:pt>
                <c:pt idx="1002">
                  <c:v>#N/A</c:v>
                </c:pt>
                <c:pt idx="1003">
                  <c:v>#N/A</c:v>
                </c:pt>
                <c:pt idx="1004">
                  <c:v>#N/A</c:v>
                </c:pt>
                <c:pt idx="1005">
                  <c:v>#N/A</c:v>
                </c:pt>
                <c:pt idx="1006">
                  <c:v>#N/A</c:v>
                </c:pt>
                <c:pt idx="1007">
                  <c:v>#N/A</c:v>
                </c:pt>
                <c:pt idx="1008">
                  <c:v>#N/A</c:v>
                </c:pt>
                <c:pt idx="1009">
                  <c:v>#N/A</c:v>
                </c:pt>
                <c:pt idx="1010">
                  <c:v>#N/A</c:v>
                </c:pt>
                <c:pt idx="1011">
                  <c:v>#N/A</c:v>
                </c:pt>
                <c:pt idx="1012">
                  <c:v>#N/A</c:v>
                </c:pt>
                <c:pt idx="1013">
                  <c:v>#N/A</c:v>
                </c:pt>
                <c:pt idx="1014">
                  <c:v>#N/A</c:v>
                </c:pt>
                <c:pt idx="1015">
                  <c:v>#N/A</c:v>
                </c:pt>
                <c:pt idx="1016">
                  <c:v>#N/A</c:v>
                </c:pt>
                <c:pt idx="1017">
                  <c:v>#N/A</c:v>
                </c:pt>
                <c:pt idx="1018">
                  <c:v>#N/A</c:v>
                </c:pt>
                <c:pt idx="1019">
                  <c:v>#N/A</c:v>
                </c:pt>
                <c:pt idx="1020">
                  <c:v>#N/A</c:v>
                </c:pt>
                <c:pt idx="1021">
                  <c:v>#N/A</c:v>
                </c:pt>
                <c:pt idx="1022">
                  <c:v>#N/A</c:v>
                </c:pt>
                <c:pt idx="1023">
                  <c:v>#N/A</c:v>
                </c:pt>
                <c:pt idx="1024">
                  <c:v>#N/A</c:v>
                </c:pt>
                <c:pt idx="1025">
                  <c:v>#N/A</c:v>
                </c:pt>
                <c:pt idx="1026">
                  <c:v>#N/A</c:v>
                </c:pt>
                <c:pt idx="1027">
                  <c:v>#N/A</c:v>
                </c:pt>
                <c:pt idx="1028">
                  <c:v>#N/A</c:v>
                </c:pt>
                <c:pt idx="1029">
                  <c:v>#N/A</c:v>
                </c:pt>
                <c:pt idx="1030">
                  <c:v>#N/A</c:v>
                </c:pt>
                <c:pt idx="1031">
                  <c:v>#N/A</c:v>
                </c:pt>
                <c:pt idx="1032">
                  <c:v>#N/A</c:v>
                </c:pt>
                <c:pt idx="1033">
                  <c:v>#N/A</c:v>
                </c:pt>
                <c:pt idx="1034">
                  <c:v>#N/A</c:v>
                </c:pt>
                <c:pt idx="1035">
                  <c:v>#N/A</c:v>
                </c:pt>
                <c:pt idx="1036">
                  <c:v>#N/A</c:v>
                </c:pt>
                <c:pt idx="1037">
                  <c:v>#N/A</c:v>
                </c:pt>
                <c:pt idx="1038">
                  <c:v>#N/A</c:v>
                </c:pt>
                <c:pt idx="1039">
                  <c:v>#N/A</c:v>
                </c:pt>
                <c:pt idx="1040">
                  <c:v>#N/A</c:v>
                </c:pt>
                <c:pt idx="1041">
                  <c:v>#N/A</c:v>
                </c:pt>
                <c:pt idx="1042">
                  <c:v>#N/A</c:v>
                </c:pt>
                <c:pt idx="1043">
                  <c:v>#N/A</c:v>
                </c:pt>
                <c:pt idx="1044">
                  <c:v>#N/A</c:v>
                </c:pt>
                <c:pt idx="1045">
                  <c:v>#N/A</c:v>
                </c:pt>
                <c:pt idx="1046">
                  <c:v>#N/A</c:v>
                </c:pt>
                <c:pt idx="1047">
                  <c:v>#N/A</c:v>
                </c:pt>
                <c:pt idx="1048">
                  <c:v>#N/A</c:v>
                </c:pt>
                <c:pt idx="1049">
                  <c:v>#N/A</c:v>
                </c:pt>
                <c:pt idx="1050">
                  <c:v>#N/A</c:v>
                </c:pt>
                <c:pt idx="1051">
                  <c:v>#N/A</c:v>
                </c:pt>
                <c:pt idx="1052">
                  <c:v>#N/A</c:v>
                </c:pt>
                <c:pt idx="1053">
                  <c:v>#N/A</c:v>
                </c:pt>
                <c:pt idx="1054">
                  <c:v>#N/A</c:v>
                </c:pt>
                <c:pt idx="1055">
                  <c:v>#N/A</c:v>
                </c:pt>
                <c:pt idx="1056">
                  <c:v>#N/A</c:v>
                </c:pt>
                <c:pt idx="1057">
                  <c:v>#N/A</c:v>
                </c:pt>
                <c:pt idx="1058">
                  <c:v>#N/A</c:v>
                </c:pt>
                <c:pt idx="1059">
                  <c:v>#N/A</c:v>
                </c:pt>
                <c:pt idx="1060">
                  <c:v>#N/A</c:v>
                </c:pt>
                <c:pt idx="1061">
                  <c:v>#N/A</c:v>
                </c:pt>
                <c:pt idx="1062">
                  <c:v>#N/A</c:v>
                </c:pt>
                <c:pt idx="1063">
                  <c:v>#N/A</c:v>
                </c:pt>
                <c:pt idx="1064">
                  <c:v>#N/A</c:v>
                </c:pt>
                <c:pt idx="1065">
                  <c:v>#N/A</c:v>
                </c:pt>
                <c:pt idx="1066">
                  <c:v>#N/A</c:v>
                </c:pt>
                <c:pt idx="1067">
                  <c:v>#N/A</c:v>
                </c:pt>
                <c:pt idx="1068">
                  <c:v>#N/A</c:v>
                </c:pt>
                <c:pt idx="1069">
                  <c:v>#N/A</c:v>
                </c:pt>
                <c:pt idx="1070">
                  <c:v>#N/A</c:v>
                </c:pt>
                <c:pt idx="1071">
                  <c:v>#N/A</c:v>
                </c:pt>
                <c:pt idx="1072">
                  <c:v>#N/A</c:v>
                </c:pt>
                <c:pt idx="1073">
                  <c:v>#N/A</c:v>
                </c:pt>
                <c:pt idx="1074">
                  <c:v>#N/A</c:v>
                </c:pt>
                <c:pt idx="1075">
                  <c:v>#N/A</c:v>
                </c:pt>
                <c:pt idx="1076">
                  <c:v>#N/A</c:v>
                </c:pt>
                <c:pt idx="1077">
                  <c:v>#N/A</c:v>
                </c:pt>
                <c:pt idx="1078">
                  <c:v>#N/A</c:v>
                </c:pt>
                <c:pt idx="1079">
                  <c:v>#N/A</c:v>
                </c:pt>
                <c:pt idx="1080">
                  <c:v>#N/A</c:v>
                </c:pt>
                <c:pt idx="1081">
                  <c:v>#N/A</c:v>
                </c:pt>
                <c:pt idx="1082">
                  <c:v>#N/A</c:v>
                </c:pt>
                <c:pt idx="1083">
                  <c:v>#N/A</c:v>
                </c:pt>
                <c:pt idx="1084">
                  <c:v>#N/A</c:v>
                </c:pt>
                <c:pt idx="1085">
                  <c:v>#N/A</c:v>
                </c:pt>
                <c:pt idx="1086">
                  <c:v>#N/A</c:v>
                </c:pt>
                <c:pt idx="1087">
                  <c:v>#N/A</c:v>
                </c:pt>
                <c:pt idx="1088">
                  <c:v>#N/A</c:v>
                </c:pt>
                <c:pt idx="1089">
                  <c:v>#N/A</c:v>
                </c:pt>
                <c:pt idx="1090">
                  <c:v>#N/A</c:v>
                </c:pt>
                <c:pt idx="1091">
                  <c:v>#N/A</c:v>
                </c:pt>
                <c:pt idx="1092">
                  <c:v>#N/A</c:v>
                </c:pt>
                <c:pt idx="1093">
                  <c:v>#N/A</c:v>
                </c:pt>
                <c:pt idx="1094">
                  <c:v>#N/A</c:v>
                </c:pt>
                <c:pt idx="1095">
                  <c:v>#N/A</c:v>
                </c:pt>
                <c:pt idx="1096">
                  <c:v>#N/A</c:v>
                </c:pt>
                <c:pt idx="1097">
                  <c:v>#N/A</c:v>
                </c:pt>
                <c:pt idx="1098">
                  <c:v>#N/A</c:v>
                </c:pt>
                <c:pt idx="1099">
                  <c:v>#N/A</c:v>
                </c:pt>
                <c:pt idx="1100">
                  <c:v>#N/A</c:v>
                </c:pt>
                <c:pt idx="1101">
                  <c:v>#N/A</c:v>
                </c:pt>
                <c:pt idx="1102">
                  <c:v>#N/A</c:v>
                </c:pt>
                <c:pt idx="1103">
                  <c:v>#N/A</c:v>
                </c:pt>
                <c:pt idx="1104">
                  <c:v>#N/A</c:v>
                </c:pt>
                <c:pt idx="1105">
                  <c:v>#N/A</c:v>
                </c:pt>
                <c:pt idx="1106">
                  <c:v>#N/A</c:v>
                </c:pt>
                <c:pt idx="1107">
                  <c:v>#N/A</c:v>
                </c:pt>
                <c:pt idx="1108">
                  <c:v>#N/A</c:v>
                </c:pt>
                <c:pt idx="1109">
                  <c:v>#N/A</c:v>
                </c:pt>
                <c:pt idx="1110">
                  <c:v>#N/A</c:v>
                </c:pt>
                <c:pt idx="1111">
                  <c:v>#N/A</c:v>
                </c:pt>
                <c:pt idx="1112">
                  <c:v>#N/A</c:v>
                </c:pt>
                <c:pt idx="1113">
                  <c:v>#N/A</c:v>
                </c:pt>
                <c:pt idx="1114">
                  <c:v>#N/A</c:v>
                </c:pt>
                <c:pt idx="1115">
                  <c:v>#N/A</c:v>
                </c:pt>
                <c:pt idx="1116">
                  <c:v>#N/A</c:v>
                </c:pt>
                <c:pt idx="1117">
                  <c:v>#N/A</c:v>
                </c:pt>
                <c:pt idx="1118">
                  <c:v>#N/A</c:v>
                </c:pt>
                <c:pt idx="1119">
                  <c:v>#N/A</c:v>
                </c:pt>
                <c:pt idx="1120">
                  <c:v>#N/A</c:v>
                </c:pt>
                <c:pt idx="1121">
                  <c:v>#N/A</c:v>
                </c:pt>
                <c:pt idx="1122">
                  <c:v>#N/A</c:v>
                </c:pt>
                <c:pt idx="1123">
                  <c:v>#N/A</c:v>
                </c:pt>
                <c:pt idx="1124">
                  <c:v>#N/A</c:v>
                </c:pt>
                <c:pt idx="1125">
                  <c:v>#N/A</c:v>
                </c:pt>
                <c:pt idx="1126">
                  <c:v>#N/A</c:v>
                </c:pt>
                <c:pt idx="1127">
                  <c:v>#N/A</c:v>
                </c:pt>
                <c:pt idx="1128">
                  <c:v>#N/A</c:v>
                </c:pt>
                <c:pt idx="1129">
                  <c:v>#N/A</c:v>
                </c:pt>
                <c:pt idx="1130">
                  <c:v>#N/A</c:v>
                </c:pt>
                <c:pt idx="1131">
                  <c:v>#N/A</c:v>
                </c:pt>
                <c:pt idx="1132">
                  <c:v>#N/A</c:v>
                </c:pt>
                <c:pt idx="1133">
                  <c:v>#N/A</c:v>
                </c:pt>
                <c:pt idx="1134">
                  <c:v>#N/A</c:v>
                </c:pt>
                <c:pt idx="1135">
                  <c:v>#N/A</c:v>
                </c:pt>
                <c:pt idx="1136">
                  <c:v>#N/A</c:v>
                </c:pt>
                <c:pt idx="1137">
                  <c:v>#N/A</c:v>
                </c:pt>
                <c:pt idx="1138">
                  <c:v>#N/A</c:v>
                </c:pt>
                <c:pt idx="1139">
                  <c:v>#N/A</c:v>
                </c:pt>
                <c:pt idx="1140">
                  <c:v>#N/A</c:v>
                </c:pt>
                <c:pt idx="1141">
                  <c:v>#N/A</c:v>
                </c:pt>
                <c:pt idx="1142">
                  <c:v>#N/A</c:v>
                </c:pt>
                <c:pt idx="1143">
                  <c:v>#N/A</c:v>
                </c:pt>
                <c:pt idx="1144">
                  <c:v>#N/A</c:v>
                </c:pt>
                <c:pt idx="1145">
                  <c:v>#N/A</c:v>
                </c:pt>
                <c:pt idx="1146">
                  <c:v>#N/A</c:v>
                </c:pt>
                <c:pt idx="1147">
                  <c:v>#N/A</c:v>
                </c:pt>
                <c:pt idx="1148">
                  <c:v>#N/A</c:v>
                </c:pt>
                <c:pt idx="1149">
                  <c:v>#N/A</c:v>
                </c:pt>
                <c:pt idx="1150">
                  <c:v>#N/A</c:v>
                </c:pt>
                <c:pt idx="1151">
                  <c:v>#N/A</c:v>
                </c:pt>
                <c:pt idx="1152">
                  <c:v>#N/A</c:v>
                </c:pt>
                <c:pt idx="1153">
                  <c:v>#N/A</c:v>
                </c:pt>
                <c:pt idx="1154">
                  <c:v>#N/A</c:v>
                </c:pt>
                <c:pt idx="1155">
                  <c:v>#N/A</c:v>
                </c:pt>
                <c:pt idx="1156">
                  <c:v>#N/A</c:v>
                </c:pt>
                <c:pt idx="1157">
                  <c:v>#N/A</c:v>
                </c:pt>
                <c:pt idx="1158">
                  <c:v>#N/A</c:v>
                </c:pt>
                <c:pt idx="1159">
                  <c:v>#N/A</c:v>
                </c:pt>
                <c:pt idx="1160">
                  <c:v>#N/A</c:v>
                </c:pt>
                <c:pt idx="1161">
                  <c:v>#N/A</c:v>
                </c:pt>
                <c:pt idx="1162">
                  <c:v>#N/A</c:v>
                </c:pt>
                <c:pt idx="1163">
                  <c:v>#N/A</c:v>
                </c:pt>
                <c:pt idx="1164">
                  <c:v>#N/A</c:v>
                </c:pt>
                <c:pt idx="1165">
                  <c:v>#N/A</c:v>
                </c:pt>
                <c:pt idx="1166">
                  <c:v>#N/A</c:v>
                </c:pt>
                <c:pt idx="1167">
                  <c:v>#N/A</c:v>
                </c:pt>
                <c:pt idx="1168">
                  <c:v>#N/A</c:v>
                </c:pt>
                <c:pt idx="1169">
                  <c:v>#N/A</c:v>
                </c:pt>
                <c:pt idx="1170">
                  <c:v>#N/A</c:v>
                </c:pt>
                <c:pt idx="1171">
                  <c:v>#N/A</c:v>
                </c:pt>
                <c:pt idx="1172">
                  <c:v>#N/A</c:v>
                </c:pt>
                <c:pt idx="1173">
                  <c:v>#N/A</c:v>
                </c:pt>
                <c:pt idx="1174">
                  <c:v>#N/A</c:v>
                </c:pt>
                <c:pt idx="1175">
                  <c:v>#N/A</c:v>
                </c:pt>
                <c:pt idx="1176">
                  <c:v>#N/A</c:v>
                </c:pt>
                <c:pt idx="1177">
                  <c:v>#N/A</c:v>
                </c:pt>
                <c:pt idx="1178">
                  <c:v>#N/A</c:v>
                </c:pt>
                <c:pt idx="1179">
                  <c:v>#N/A</c:v>
                </c:pt>
                <c:pt idx="1180">
                  <c:v>#N/A</c:v>
                </c:pt>
                <c:pt idx="1181">
                  <c:v>#N/A</c:v>
                </c:pt>
                <c:pt idx="1182">
                  <c:v>#N/A</c:v>
                </c:pt>
                <c:pt idx="1183">
                  <c:v>#N/A</c:v>
                </c:pt>
                <c:pt idx="1184">
                  <c:v>#N/A</c:v>
                </c:pt>
                <c:pt idx="1185">
                  <c:v>#N/A</c:v>
                </c:pt>
                <c:pt idx="1186">
                  <c:v>#N/A</c:v>
                </c:pt>
                <c:pt idx="1187">
                  <c:v>#N/A</c:v>
                </c:pt>
                <c:pt idx="1188">
                  <c:v>#N/A</c:v>
                </c:pt>
                <c:pt idx="1189">
                  <c:v>#N/A</c:v>
                </c:pt>
                <c:pt idx="1190">
                  <c:v>#N/A</c:v>
                </c:pt>
                <c:pt idx="1191">
                  <c:v>#N/A</c:v>
                </c:pt>
                <c:pt idx="1192">
                  <c:v>#N/A</c:v>
                </c:pt>
                <c:pt idx="1193">
                  <c:v>#N/A</c:v>
                </c:pt>
                <c:pt idx="1194">
                  <c:v>#N/A</c:v>
                </c:pt>
                <c:pt idx="1195">
                  <c:v>#N/A</c:v>
                </c:pt>
                <c:pt idx="1196">
                  <c:v>#N/A</c:v>
                </c:pt>
                <c:pt idx="1197">
                  <c:v>#N/A</c:v>
                </c:pt>
                <c:pt idx="1198">
                  <c:v>#N/A</c:v>
                </c:pt>
                <c:pt idx="1199">
                  <c:v>#N/A</c:v>
                </c:pt>
                <c:pt idx="1200">
                  <c:v>#N/A</c:v>
                </c:pt>
                <c:pt idx="1201">
                  <c:v>#N/A</c:v>
                </c:pt>
                <c:pt idx="1202">
                  <c:v>#N/A</c:v>
                </c:pt>
                <c:pt idx="1203">
                  <c:v>#N/A</c:v>
                </c:pt>
                <c:pt idx="1204">
                  <c:v>#N/A</c:v>
                </c:pt>
                <c:pt idx="1205">
                  <c:v>#N/A</c:v>
                </c:pt>
                <c:pt idx="1206">
                  <c:v>#N/A</c:v>
                </c:pt>
                <c:pt idx="1207">
                  <c:v>#N/A</c:v>
                </c:pt>
                <c:pt idx="1208">
                  <c:v>#N/A</c:v>
                </c:pt>
                <c:pt idx="1209">
                  <c:v>#N/A</c:v>
                </c:pt>
                <c:pt idx="1210">
                  <c:v>#N/A</c:v>
                </c:pt>
                <c:pt idx="1211">
                  <c:v>#N/A</c:v>
                </c:pt>
                <c:pt idx="1212">
                  <c:v>#N/A</c:v>
                </c:pt>
                <c:pt idx="1213">
                  <c:v>#N/A</c:v>
                </c:pt>
                <c:pt idx="1214">
                  <c:v>#N/A</c:v>
                </c:pt>
                <c:pt idx="1215">
                  <c:v>#N/A</c:v>
                </c:pt>
                <c:pt idx="1216">
                  <c:v>#N/A</c:v>
                </c:pt>
                <c:pt idx="1217">
                  <c:v>#N/A</c:v>
                </c:pt>
                <c:pt idx="1218">
                  <c:v>#N/A</c:v>
                </c:pt>
                <c:pt idx="1219">
                  <c:v>#N/A</c:v>
                </c:pt>
                <c:pt idx="1220">
                  <c:v>#N/A</c:v>
                </c:pt>
                <c:pt idx="1221">
                  <c:v>#N/A</c:v>
                </c:pt>
                <c:pt idx="1222">
                  <c:v>#N/A</c:v>
                </c:pt>
                <c:pt idx="1223">
                  <c:v>#N/A</c:v>
                </c:pt>
                <c:pt idx="1224">
                  <c:v>#N/A</c:v>
                </c:pt>
                <c:pt idx="1225">
                  <c:v>#N/A</c:v>
                </c:pt>
                <c:pt idx="1226">
                  <c:v>#N/A</c:v>
                </c:pt>
                <c:pt idx="1227">
                  <c:v>#N/A</c:v>
                </c:pt>
                <c:pt idx="1228">
                  <c:v>#N/A</c:v>
                </c:pt>
                <c:pt idx="1229">
                  <c:v>#N/A</c:v>
                </c:pt>
                <c:pt idx="1230">
                  <c:v>#N/A</c:v>
                </c:pt>
                <c:pt idx="1231">
                  <c:v>#N/A</c:v>
                </c:pt>
                <c:pt idx="1232">
                  <c:v>#N/A</c:v>
                </c:pt>
                <c:pt idx="1233">
                  <c:v>#N/A</c:v>
                </c:pt>
                <c:pt idx="1234">
                  <c:v>#N/A</c:v>
                </c:pt>
                <c:pt idx="1235">
                  <c:v>#N/A</c:v>
                </c:pt>
                <c:pt idx="1236">
                  <c:v>#N/A</c:v>
                </c:pt>
                <c:pt idx="1237">
                  <c:v>#N/A</c:v>
                </c:pt>
                <c:pt idx="1238">
                  <c:v>#N/A</c:v>
                </c:pt>
                <c:pt idx="1239">
                  <c:v>#N/A</c:v>
                </c:pt>
                <c:pt idx="1240">
                  <c:v>#N/A</c:v>
                </c:pt>
                <c:pt idx="1241">
                  <c:v>#N/A</c:v>
                </c:pt>
                <c:pt idx="1242">
                  <c:v>#N/A</c:v>
                </c:pt>
                <c:pt idx="1243">
                  <c:v>#N/A</c:v>
                </c:pt>
                <c:pt idx="1244">
                  <c:v>#N/A</c:v>
                </c:pt>
                <c:pt idx="1245">
                  <c:v>#N/A</c:v>
                </c:pt>
                <c:pt idx="1246">
                  <c:v>#N/A</c:v>
                </c:pt>
                <c:pt idx="1247">
                  <c:v>#N/A</c:v>
                </c:pt>
                <c:pt idx="1248">
                  <c:v>#N/A</c:v>
                </c:pt>
                <c:pt idx="1249">
                  <c:v>#N/A</c:v>
                </c:pt>
                <c:pt idx="1250">
                  <c:v>#N/A</c:v>
                </c:pt>
                <c:pt idx="1251">
                  <c:v>#N/A</c:v>
                </c:pt>
                <c:pt idx="1252">
                  <c:v>#N/A</c:v>
                </c:pt>
                <c:pt idx="1253">
                  <c:v>#N/A</c:v>
                </c:pt>
                <c:pt idx="1254">
                  <c:v>#N/A</c:v>
                </c:pt>
                <c:pt idx="1255">
                  <c:v>#N/A</c:v>
                </c:pt>
                <c:pt idx="1256">
                  <c:v>#N/A</c:v>
                </c:pt>
                <c:pt idx="1257">
                  <c:v>#N/A</c:v>
                </c:pt>
                <c:pt idx="1258">
                  <c:v>#N/A</c:v>
                </c:pt>
                <c:pt idx="1259">
                  <c:v>#N/A</c:v>
                </c:pt>
                <c:pt idx="1260">
                  <c:v>#N/A</c:v>
                </c:pt>
                <c:pt idx="1261">
                  <c:v>#N/A</c:v>
                </c:pt>
                <c:pt idx="1262">
                  <c:v>#N/A</c:v>
                </c:pt>
                <c:pt idx="1263">
                  <c:v>#N/A</c:v>
                </c:pt>
                <c:pt idx="1264">
                  <c:v>#N/A</c:v>
                </c:pt>
                <c:pt idx="1265">
                  <c:v>#N/A</c:v>
                </c:pt>
                <c:pt idx="1266">
                  <c:v>#N/A</c:v>
                </c:pt>
                <c:pt idx="1267">
                  <c:v>#N/A</c:v>
                </c:pt>
                <c:pt idx="1268">
                  <c:v>#N/A</c:v>
                </c:pt>
                <c:pt idx="1269">
                  <c:v>#N/A</c:v>
                </c:pt>
                <c:pt idx="1270">
                  <c:v>#N/A</c:v>
                </c:pt>
                <c:pt idx="1271">
                  <c:v>#N/A</c:v>
                </c:pt>
                <c:pt idx="1272">
                  <c:v>#N/A</c:v>
                </c:pt>
                <c:pt idx="1273">
                  <c:v>#N/A</c:v>
                </c:pt>
                <c:pt idx="1274">
                  <c:v>#N/A</c:v>
                </c:pt>
                <c:pt idx="1275">
                  <c:v>#N/A</c:v>
                </c:pt>
                <c:pt idx="1276">
                  <c:v>#N/A</c:v>
                </c:pt>
                <c:pt idx="1277">
                  <c:v>#N/A</c:v>
                </c:pt>
                <c:pt idx="1278">
                  <c:v>#N/A</c:v>
                </c:pt>
                <c:pt idx="1279">
                  <c:v>#N/A</c:v>
                </c:pt>
                <c:pt idx="1280">
                  <c:v>#N/A</c:v>
                </c:pt>
                <c:pt idx="1281">
                  <c:v>#N/A</c:v>
                </c:pt>
                <c:pt idx="1282">
                  <c:v>#N/A</c:v>
                </c:pt>
                <c:pt idx="1283">
                  <c:v>#N/A</c:v>
                </c:pt>
                <c:pt idx="1284">
                  <c:v>#N/A</c:v>
                </c:pt>
                <c:pt idx="1285">
                  <c:v>#N/A</c:v>
                </c:pt>
                <c:pt idx="1286">
                  <c:v>#N/A</c:v>
                </c:pt>
                <c:pt idx="1287">
                  <c:v>#N/A</c:v>
                </c:pt>
                <c:pt idx="1288">
                  <c:v>#N/A</c:v>
                </c:pt>
                <c:pt idx="1289">
                  <c:v>#N/A</c:v>
                </c:pt>
                <c:pt idx="1290">
                  <c:v>#N/A</c:v>
                </c:pt>
                <c:pt idx="1291">
                  <c:v>#N/A</c:v>
                </c:pt>
                <c:pt idx="1292">
                  <c:v>#N/A</c:v>
                </c:pt>
                <c:pt idx="1293">
                  <c:v>#N/A</c:v>
                </c:pt>
                <c:pt idx="1294">
                  <c:v>#N/A</c:v>
                </c:pt>
                <c:pt idx="1295">
                  <c:v>#N/A</c:v>
                </c:pt>
                <c:pt idx="1296">
                  <c:v>#N/A</c:v>
                </c:pt>
                <c:pt idx="1297">
                  <c:v>#N/A</c:v>
                </c:pt>
                <c:pt idx="1298">
                  <c:v>#N/A</c:v>
                </c:pt>
                <c:pt idx="1299">
                  <c:v>#N/A</c:v>
                </c:pt>
                <c:pt idx="1300">
                  <c:v>#N/A</c:v>
                </c:pt>
                <c:pt idx="1301">
                  <c:v>#N/A</c:v>
                </c:pt>
                <c:pt idx="1302">
                  <c:v>#N/A</c:v>
                </c:pt>
                <c:pt idx="1303">
                  <c:v>#N/A</c:v>
                </c:pt>
                <c:pt idx="1304">
                  <c:v>#N/A</c:v>
                </c:pt>
                <c:pt idx="1305">
                  <c:v>#N/A</c:v>
                </c:pt>
                <c:pt idx="1306">
                  <c:v>#N/A</c:v>
                </c:pt>
                <c:pt idx="1307">
                  <c:v>#N/A</c:v>
                </c:pt>
                <c:pt idx="1308">
                  <c:v>#N/A</c:v>
                </c:pt>
                <c:pt idx="1309">
                  <c:v>#N/A</c:v>
                </c:pt>
                <c:pt idx="1310">
                  <c:v>#N/A</c:v>
                </c:pt>
                <c:pt idx="1311">
                  <c:v>#N/A</c:v>
                </c:pt>
                <c:pt idx="1312">
                  <c:v>#N/A</c:v>
                </c:pt>
                <c:pt idx="1313">
                  <c:v>#N/A</c:v>
                </c:pt>
                <c:pt idx="1314">
                  <c:v>#N/A</c:v>
                </c:pt>
                <c:pt idx="1315">
                  <c:v>#N/A</c:v>
                </c:pt>
                <c:pt idx="1316">
                  <c:v>#N/A</c:v>
                </c:pt>
                <c:pt idx="1317">
                  <c:v>#N/A</c:v>
                </c:pt>
                <c:pt idx="1318">
                  <c:v>#N/A</c:v>
                </c:pt>
                <c:pt idx="1319">
                  <c:v>#N/A</c:v>
                </c:pt>
                <c:pt idx="1320">
                  <c:v>#N/A</c:v>
                </c:pt>
                <c:pt idx="1321">
                  <c:v>#N/A</c:v>
                </c:pt>
                <c:pt idx="1322">
                  <c:v>#N/A</c:v>
                </c:pt>
                <c:pt idx="1323">
                  <c:v>#N/A</c:v>
                </c:pt>
                <c:pt idx="1324">
                  <c:v>#N/A</c:v>
                </c:pt>
                <c:pt idx="1325">
                  <c:v>#N/A</c:v>
                </c:pt>
                <c:pt idx="1326">
                  <c:v>#N/A</c:v>
                </c:pt>
                <c:pt idx="1327">
                  <c:v>#N/A</c:v>
                </c:pt>
                <c:pt idx="1328">
                  <c:v>#N/A</c:v>
                </c:pt>
                <c:pt idx="1329">
                  <c:v>#N/A</c:v>
                </c:pt>
                <c:pt idx="1330">
                  <c:v>#N/A</c:v>
                </c:pt>
                <c:pt idx="1331">
                  <c:v>#N/A</c:v>
                </c:pt>
                <c:pt idx="1332">
                  <c:v>#N/A</c:v>
                </c:pt>
                <c:pt idx="1333">
                  <c:v>#N/A</c:v>
                </c:pt>
                <c:pt idx="1334">
                  <c:v>#N/A</c:v>
                </c:pt>
                <c:pt idx="1335">
                  <c:v>#N/A</c:v>
                </c:pt>
                <c:pt idx="1336">
                  <c:v>#N/A</c:v>
                </c:pt>
                <c:pt idx="1337">
                  <c:v>#N/A</c:v>
                </c:pt>
                <c:pt idx="1338">
                  <c:v>#N/A</c:v>
                </c:pt>
                <c:pt idx="1339">
                  <c:v>#N/A</c:v>
                </c:pt>
                <c:pt idx="1340">
                  <c:v>#N/A</c:v>
                </c:pt>
                <c:pt idx="1341">
                  <c:v>#N/A</c:v>
                </c:pt>
                <c:pt idx="1342">
                  <c:v>#N/A</c:v>
                </c:pt>
                <c:pt idx="1343">
                  <c:v>#N/A</c:v>
                </c:pt>
                <c:pt idx="1344">
                  <c:v>#N/A</c:v>
                </c:pt>
                <c:pt idx="1345">
                  <c:v>#N/A</c:v>
                </c:pt>
                <c:pt idx="1346">
                  <c:v>#N/A</c:v>
                </c:pt>
                <c:pt idx="1347">
                  <c:v>#N/A</c:v>
                </c:pt>
                <c:pt idx="1348">
                  <c:v>#N/A</c:v>
                </c:pt>
                <c:pt idx="1349">
                  <c:v>#N/A</c:v>
                </c:pt>
                <c:pt idx="1350">
                  <c:v>#N/A</c:v>
                </c:pt>
                <c:pt idx="1351">
                  <c:v>#N/A</c:v>
                </c:pt>
                <c:pt idx="1352">
                  <c:v>#N/A</c:v>
                </c:pt>
                <c:pt idx="1353">
                  <c:v>#N/A</c:v>
                </c:pt>
                <c:pt idx="1354">
                  <c:v>#N/A</c:v>
                </c:pt>
                <c:pt idx="1355">
                  <c:v>#N/A</c:v>
                </c:pt>
                <c:pt idx="1356">
                  <c:v>#N/A</c:v>
                </c:pt>
                <c:pt idx="1357">
                  <c:v>#N/A</c:v>
                </c:pt>
                <c:pt idx="1358">
                  <c:v>#N/A</c:v>
                </c:pt>
                <c:pt idx="1359">
                  <c:v>#N/A</c:v>
                </c:pt>
                <c:pt idx="1360">
                  <c:v>#N/A</c:v>
                </c:pt>
                <c:pt idx="1361">
                  <c:v>#N/A</c:v>
                </c:pt>
                <c:pt idx="1362">
                  <c:v>#N/A</c:v>
                </c:pt>
                <c:pt idx="1363">
                  <c:v>#N/A</c:v>
                </c:pt>
                <c:pt idx="1364">
                  <c:v>#N/A</c:v>
                </c:pt>
                <c:pt idx="1365">
                  <c:v>#N/A</c:v>
                </c:pt>
                <c:pt idx="1366">
                  <c:v>#N/A</c:v>
                </c:pt>
                <c:pt idx="1367">
                  <c:v>#N/A</c:v>
                </c:pt>
                <c:pt idx="1368">
                  <c:v>#N/A</c:v>
                </c:pt>
                <c:pt idx="1369">
                  <c:v>#N/A</c:v>
                </c:pt>
                <c:pt idx="1370">
                  <c:v>#N/A</c:v>
                </c:pt>
                <c:pt idx="1371">
                  <c:v>#N/A</c:v>
                </c:pt>
                <c:pt idx="1372">
                  <c:v>#N/A</c:v>
                </c:pt>
                <c:pt idx="1373">
                  <c:v>#N/A</c:v>
                </c:pt>
                <c:pt idx="1374">
                  <c:v>#N/A</c:v>
                </c:pt>
                <c:pt idx="1375">
                  <c:v>#N/A</c:v>
                </c:pt>
                <c:pt idx="1376">
                  <c:v>#N/A</c:v>
                </c:pt>
                <c:pt idx="1377">
                  <c:v>#N/A</c:v>
                </c:pt>
                <c:pt idx="1378">
                  <c:v>#N/A</c:v>
                </c:pt>
                <c:pt idx="1379">
                  <c:v>#N/A</c:v>
                </c:pt>
                <c:pt idx="1380">
                  <c:v>#N/A</c:v>
                </c:pt>
                <c:pt idx="1381">
                  <c:v>#N/A</c:v>
                </c:pt>
                <c:pt idx="1382">
                  <c:v>#N/A</c:v>
                </c:pt>
                <c:pt idx="1383">
                  <c:v>#N/A</c:v>
                </c:pt>
                <c:pt idx="1384">
                  <c:v>#N/A</c:v>
                </c:pt>
                <c:pt idx="1385">
                  <c:v>#N/A</c:v>
                </c:pt>
                <c:pt idx="1386">
                  <c:v>#N/A</c:v>
                </c:pt>
                <c:pt idx="1387">
                  <c:v>#N/A</c:v>
                </c:pt>
                <c:pt idx="1388">
                  <c:v>#N/A</c:v>
                </c:pt>
                <c:pt idx="1389">
                  <c:v>#N/A</c:v>
                </c:pt>
                <c:pt idx="1390">
                  <c:v>#N/A</c:v>
                </c:pt>
                <c:pt idx="1391">
                  <c:v>#N/A</c:v>
                </c:pt>
                <c:pt idx="1392">
                  <c:v>#N/A</c:v>
                </c:pt>
                <c:pt idx="1393">
                  <c:v>#N/A</c:v>
                </c:pt>
                <c:pt idx="1394">
                  <c:v>#N/A</c:v>
                </c:pt>
                <c:pt idx="1395">
                  <c:v>#N/A</c:v>
                </c:pt>
                <c:pt idx="1396">
                  <c:v>#N/A</c:v>
                </c:pt>
                <c:pt idx="1397">
                  <c:v>#N/A</c:v>
                </c:pt>
                <c:pt idx="1398">
                  <c:v>#N/A</c:v>
                </c:pt>
                <c:pt idx="1399">
                  <c:v>#N/A</c:v>
                </c:pt>
                <c:pt idx="1400">
                  <c:v>#N/A</c:v>
                </c:pt>
                <c:pt idx="1401">
                  <c:v>#N/A</c:v>
                </c:pt>
                <c:pt idx="1402">
                  <c:v>#N/A</c:v>
                </c:pt>
                <c:pt idx="1403">
                  <c:v>#N/A</c:v>
                </c:pt>
                <c:pt idx="1404">
                  <c:v>#N/A</c:v>
                </c:pt>
                <c:pt idx="1405">
                  <c:v>#N/A</c:v>
                </c:pt>
                <c:pt idx="1406">
                  <c:v>#N/A</c:v>
                </c:pt>
                <c:pt idx="1407">
                  <c:v>#N/A</c:v>
                </c:pt>
                <c:pt idx="1408">
                  <c:v>#N/A</c:v>
                </c:pt>
                <c:pt idx="1409">
                  <c:v>#N/A</c:v>
                </c:pt>
                <c:pt idx="1410">
                  <c:v>#N/A</c:v>
                </c:pt>
                <c:pt idx="1411">
                  <c:v>#N/A</c:v>
                </c:pt>
                <c:pt idx="1412">
                  <c:v>#N/A</c:v>
                </c:pt>
                <c:pt idx="1413">
                  <c:v>#N/A</c:v>
                </c:pt>
                <c:pt idx="1414">
                  <c:v>#N/A</c:v>
                </c:pt>
                <c:pt idx="1415">
                  <c:v>#N/A</c:v>
                </c:pt>
                <c:pt idx="1416">
                  <c:v>#N/A</c:v>
                </c:pt>
                <c:pt idx="1417">
                  <c:v>#N/A</c:v>
                </c:pt>
                <c:pt idx="1418">
                  <c:v>#N/A</c:v>
                </c:pt>
                <c:pt idx="1419">
                  <c:v>#N/A</c:v>
                </c:pt>
                <c:pt idx="1420">
                  <c:v>#N/A</c:v>
                </c:pt>
                <c:pt idx="1421">
                  <c:v>#N/A</c:v>
                </c:pt>
                <c:pt idx="1422">
                  <c:v>#N/A</c:v>
                </c:pt>
                <c:pt idx="1423">
                  <c:v>#N/A</c:v>
                </c:pt>
                <c:pt idx="1424">
                  <c:v>#N/A</c:v>
                </c:pt>
                <c:pt idx="1425">
                  <c:v>#N/A</c:v>
                </c:pt>
                <c:pt idx="1426">
                  <c:v>#N/A</c:v>
                </c:pt>
                <c:pt idx="1427">
                  <c:v>#N/A</c:v>
                </c:pt>
                <c:pt idx="1428">
                  <c:v>#N/A</c:v>
                </c:pt>
                <c:pt idx="1429">
                  <c:v>#N/A</c:v>
                </c:pt>
                <c:pt idx="1430">
                  <c:v>#N/A</c:v>
                </c:pt>
                <c:pt idx="1431">
                  <c:v>#N/A</c:v>
                </c:pt>
                <c:pt idx="1432">
                  <c:v>#N/A</c:v>
                </c:pt>
                <c:pt idx="1433">
                  <c:v>#N/A</c:v>
                </c:pt>
                <c:pt idx="1434">
                  <c:v>#N/A</c:v>
                </c:pt>
                <c:pt idx="1435">
                  <c:v>#N/A</c:v>
                </c:pt>
                <c:pt idx="1436">
                  <c:v>#N/A</c:v>
                </c:pt>
                <c:pt idx="1437">
                  <c:v>#N/A</c:v>
                </c:pt>
                <c:pt idx="1438">
                  <c:v>#N/A</c:v>
                </c:pt>
                <c:pt idx="1439">
                  <c:v>#N/A</c:v>
                </c:pt>
                <c:pt idx="1440">
                  <c:v>#N/A</c:v>
                </c:pt>
                <c:pt idx="1441">
                  <c:v>#N/A</c:v>
                </c:pt>
                <c:pt idx="1442">
                  <c:v>#N/A</c:v>
                </c:pt>
                <c:pt idx="1443">
                  <c:v>#N/A</c:v>
                </c:pt>
                <c:pt idx="1444">
                  <c:v>#N/A</c:v>
                </c:pt>
                <c:pt idx="1445">
                  <c:v>#N/A</c:v>
                </c:pt>
                <c:pt idx="1446">
                  <c:v>#N/A</c:v>
                </c:pt>
                <c:pt idx="1447">
                  <c:v>#N/A</c:v>
                </c:pt>
                <c:pt idx="1448">
                  <c:v>#N/A</c:v>
                </c:pt>
                <c:pt idx="1449">
                  <c:v>#N/A</c:v>
                </c:pt>
                <c:pt idx="1450">
                  <c:v>#N/A</c:v>
                </c:pt>
                <c:pt idx="1451">
                  <c:v>#N/A</c:v>
                </c:pt>
                <c:pt idx="1452">
                  <c:v>#N/A</c:v>
                </c:pt>
                <c:pt idx="1453">
                  <c:v>#N/A</c:v>
                </c:pt>
                <c:pt idx="1454">
                  <c:v>#N/A</c:v>
                </c:pt>
                <c:pt idx="1455">
                  <c:v>#N/A</c:v>
                </c:pt>
                <c:pt idx="1456">
                  <c:v>#N/A</c:v>
                </c:pt>
                <c:pt idx="1457">
                  <c:v>#N/A</c:v>
                </c:pt>
                <c:pt idx="1458">
                  <c:v>#N/A</c:v>
                </c:pt>
                <c:pt idx="1459">
                  <c:v>#N/A</c:v>
                </c:pt>
                <c:pt idx="1460">
                  <c:v>#N/A</c:v>
                </c:pt>
                <c:pt idx="1461">
                  <c:v>#N/A</c:v>
                </c:pt>
                <c:pt idx="1462">
                  <c:v>#N/A</c:v>
                </c:pt>
                <c:pt idx="1463">
                  <c:v>#N/A</c:v>
                </c:pt>
                <c:pt idx="1464">
                  <c:v>#N/A</c:v>
                </c:pt>
                <c:pt idx="1465">
                  <c:v>#N/A</c:v>
                </c:pt>
                <c:pt idx="1466">
                  <c:v>#N/A</c:v>
                </c:pt>
                <c:pt idx="1467">
                  <c:v>#N/A</c:v>
                </c:pt>
                <c:pt idx="1468">
                  <c:v>#N/A</c:v>
                </c:pt>
                <c:pt idx="1469">
                  <c:v>#N/A</c:v>
                </c:pt>
                <c:pt idx="1470">
                  <c:v>#N/A</c:v>
                </c:pt>
                <c:pt idx="1471">
                  <c:v>#N/A</c:v>
                </c:pt>
                <c:pt idx="1472">
                  <c:v>#N/A</c:v>
                </c:pt>
                <c:pt idx="1473">
                  <c:v>#N/A</c:v>
                </c:pt>
                <c:pt idx="1474">
                  <c:v>#N/A</c:v>
                </c:pt>
                <c:pt idx="1475">
                  <c:v>#N/A</c:v>
                </c:pt>
                <c:pt idx="1476">
                  <c:v>#N/A</c:v>
                </c:pt>
                <c:pt idx="1477">
                  <c:v>#N/A</c:v>
                </c:pt>
                <c:pt idx="1478">
                  <c:v>#N/A</c:v>
                </c:pt>
                <c:pt idx="1479">
                  <c:v>#N/A</c:v>
                </c:pt>
                <c:pt idx="1480">
                  <c:v>#N/A</c:v>
                </c:pt>
                <c:pt idx="1481">
                  <c:v>#N/A</c:v>
                </c:pt>
                <c:pt idx="1482">
                  <c:v>#N/A</c:v>
                </c:pt>
                <c:pt idx="1483">
                  <c:v>#N/A</c:v>
                </c:pt>
                <c:pt idx="1484">
                  <c:v>#N/A</c:v>
                </c:pt>
                <c:pt idx="1485">
                  <c:v>#N/A</c:v>
                </c:pt>
                <c:pt idx="1486">
                  <c:v>#N/A</c:v>
                </c:pt>
                <c:pt idx="1487">
                  <c:v>#N/A</c:v>
                </c:pt>
                <c:pt idx="1488">
                  <c:v>#N/A</c:v>
                </c:pt>
                <c:pt idx="1489">
                  <c:v>#N/A</c:v>
                </c:pt>
                <c:pt idx="1490">
                  <c:v>#N/A</c:v>
                </c:pt>
                <c:pt idx="1491">
                  <c:v>#N/A</c:v>
                </c:pt>
                <c:pt idx="1492">
                  <c:v>#N/A</c:v>
                </c:pt>
                <c:pt idx="1493">
                  <c:v>#N/A</c:v>
                </c:pt>
                <c:pt idx="1494">
                  <c:v>#N/A</c:v>
                </c:pt>
                <c:pt idx="1495">
                  <c:v>#N/A</c:v>
                </c:pt>
                <c:pt idx="1496">
                  <c:v>#N/A</c:v>
                </c:pt>
                <c:pt idx="1497">
                  <c:v>#N/A</c:v>
                </c:pt>
                <c:pt idx="1498">
                  <c:v>#N/A</c:v>
                </c:pt>
                <c:pt idx="1499">
                  <c:v>#N/A</c:v>
                </c:pt>
                <c:pt idx="1500">
                  <c:v>#N/A</c:v>
                </c:pt>
                <c:pt idx="1501">
                  <c:v>#N/A</c:v>
                </c:pt>
                <c:pt idx="1502">
                  <c:v>#N/A</c:v>
                </c:pt>
                <c:pt idx="1503">
                  <c:v>#N/A</c:v>
                </c:pt>
                <c:pt idx="1504">
                  <c:v>#N/A</c:v>
                </c:pt>
                <c:pt idx="1505">
                  <c:v>#N/A</c:v>
                </c:pt>
                <c:pt idx="1506">
                  <c:v>#N/A</c:v>
                </c:pt>
                <c:pt idx="1507">
                  <c:v>#N/A</c:v>
                </c:pt>
                <c:pt idx="1508">
                  <c:v>#N/A</c:v>
                </c:pt>
                <c:pt idx="1509">
                  <c:v>#N/A</c:v>
                </c:pt>
                <c:pt idx="1510">
                  <c:v>#N/A</c:v>
                </c:pt>
                <c:pt idx="1511">
                  <c:v>#N/A</c:v>
                </c:pt>
                <c:pt idx="1512">
                  <c:v>#N/A</c:v>
                </c:pt>
                <c:pt idx="1513">
                  <c:v>#N/A</c:v>
                </c:pt>
                <c:pt idx="1514">
                  <c:v>#N/A</c:v>
                </c:pt>
                <c:pt idx="1515">
                  <c:v>#N/A</c:v>
                </c:pt>
                <c:pt idx="1516">
                  <c:v>#N/A</c:v>
                </c:pt>
                <c:pt idx="1517">
                  <c:v>#N/A</c:v>
                </c:pt>
                <c:pt idx="1518">
                  <c:v>#N/A</c:v>
                </c:pt>
                <c:pt idx="1519">
                  <c:v>#N/A</c:v>
                </c:pt>
                <c:pt idx="1520">
                  <c:v>#N/A</c:v>
                </c:pt>
                <c:pt idx="1521">
                  <c:v>#N/A</c:v>
                </c:pt>
                <c:pt idx="1522">
                  <c:v>#N/A</c:v>
                </c:pt>
                <c:pt idx="1523">
                  <c:v>#N/A</c:v>
                </c:pt>
                <c:pt idx="1524">
                  <c:v>#N/A</c:v>
                </c:pt>
                <c:pt idx="1525">
                  <c:v>#N/A</c:v>
                </c:pt>
                <c:pt idx="1526">
                  <c:v>#N/A</c:v>
                </c:pt>
                <c:pt idx="1527">
                  <c:v>#N/A</c:v>
                </c:pt>
                <c:pt idx="1528">
                  <c:v>#N/A</c:v>
                </c:pt>
                <c:pt idx="1529">
                  <c:v>#N/A</c:v>
                </c:pt>
                <c:pt idx="1530">
                  <c:v>#N/A</c:v>
                </c:pt>
                <c:pt idx="1531">
                  <c:v>#N/A</c:v>
                </c:pt>
                <c:pt idx="1532">
                  <c:v>#N/A</c:v>
                </c:pt>
                <c:pt idx="1533">
                  <c:v>#N/A</c:v>
                </c:pt>
                <c:pt idx="1534">
                  <c:v>#N/A</c:v>
                </c:pt>
                <c:pt idx="1535">
                  <c:v>#N/A</c:v>
                </c:pt>
                <c:pt idx="1536">
                  <c:v>#N/A</c:v>
                </c:pt>
                <c:pt idx="1537">
                  <c:v>#N/A</c:v>
                </c:pt>
                <c:pt idx="1538">
                  <c:v>#N/A</c:v>
                </c:pt>
                <c:pt idx="1539">
                  <c:v>#N/A</c:v>
                </c:pt>
                <c:pt idx="1540">
                  <c:v>#N/A</c:v>
                </c:pt>
                <c:pt idx="1541">
                  <c:v>#N/A</c:v>
                </c:pt>
                <c:pt idx="1542">
                  <c:v>#N/A</c:v>
                </c:pt>
                <c:pt idx="1543">
                  <c:v>#N/A</c:v>
                </c:pt>
                <c:pt idx="1544">
                  <c:v>#N/A</c:v>
                </c:pt>
                <c:pt idx="1545">
                  <c:v>#N/A</c:v>
                </c:pt>
                <c:pt idx="1546">
                  <c:v>#N/A</c:v>
                </c:pt>
                <c:pt idx="1547">
                  <c:v>#N/A</c:v>
                </c:pt>
                <c:pt idx="1548">
                  <c:v>#N/A</c:v>
                </c:pt>
                <c:pt idx="1549">
                  <c:v>#N/A</c:v>
                </c:pt>
                <c:pt idx="1550">
                  <c:v>#N/A</c:v>
                </c:pt>
                <c:pt idx="1551">
                  <c:v>#N/A</c:v>
                </c:pt>
                <c:pt idx="1552">
                  <c:v>#N/A</c:v>
                </c:pt>
                <c:pt idx="1553">
                  <c:v>#N/A</c:v>
                </c:pt>
                <c:pt idx="1554">
                  <c:v>#N/A</c:v>
                </c:pt>
                <c:pt idx="1555">
                  <c:v>#N/A</c:v>
                </c:pt>
                <c:pt idx="1556">
                  <c:v>#N/A</c:v>
                </c:pt>
                <c:pt idx="1557">
                  <c:v>#N/A</c:v>
                </c:pt>
                <c:pt idx="1558">
                  <c:v>#N/A</c:v>
                </c:pt>
                <c:pt idx="1559">
                  <c:v>#N/A</c:v>
                </c:pt>
                <c:pt idx="1560">
                  <c:v>#N/A</c:v>
                </c:pt>
                <c:pt idx="1561">
                  <c:v>#N/A</c:v>
                </c:pt>
                <c:pt idx="1562">
                  <c:v>#N/A</c:v>
                </c:pt>
                <c:pt idx="1563">
                  <c:v>#N/A</c:v>
                </c:pt>
                <c:pt idx="1564">
                  <c:v>#N/A</c:v>
                </c:pt>
                <c:pt idx="1565">
                  <c:v>#N/A</c:v>
                </c:pt>
                <c:pt idx="1566">
                  <c:v>#N/A</c:v>
                </c:pt>
                <c:pt idx="1567">
                  <c:v>#N/A</c:v>
                </c:pt>
                <c:pt idx="1568">
                  <c:v>#N/A</c:v>
                </c:pt>
                <c:pt idx="1569">
                  <c:v>#N/A</c:v>
                </c:pt>
                <c:pt idx="1570">
                  <c:v>#N/A</c:v>
                </c:pt>
                <c:pt idx="1571">
                  <c:v>#N/A</c:v>
                </c:pt>
                <c:pt idx="1572">
                  <c:v>#N/A</c:v>
                </c:pt>
                <c:pt idx="1573">
                  <c:v>#N/A</c:v>
                </c:pt>
                <c:pt idx="1574">
                  <c:v>#N/A</c:v>
                </c:pt>
                <c:pt idx="1575">
                  <c:v>#N/A</c:v>
                </c:pt>
                <c:pt idx="1576">
                  <c:v>#N/A</c:v>
                </c:pt>
                <c:pt idx="1577">
                  <c:v>#N/A</c:v>
                </c:pt>
                <c:pt idx="1578">
                  <c:v>#N/A</c:v>
                </c:pt>
                <c:pt idx="1579">
                  <c:v>#N/A</c:v>
                </c:pt>
                <c:pt idx="1580">
                  <c:v>#N/A</c:v>
                </c:pt>
                <c:pt idx="1581">
                  <c:v>#N/A</c:v>
                </c:pt>
                <c:pt idx="1582">
                  <c:v>#N/A</c:v>
                </c:pt>
                <c:pt idx="1583">
                  <c:v>#N/A</c:v>
                </c:pt>
                <c:pt idx="1584">
                  <c:v>#N/A</c:v>
                </c:pt>
                <c:pt idx="1585">
                  <c:v>#N/A</c:v>
                </c:pt>
                <c:pt idx="1586">
                  <c:v>#N/A</c:v>
                </c:pt>
                <c:pt idx="1587">
                  <c:v>#N/A</c:v>
                </c:pt>
                <c:pt idx="1588">
                  <c:v>#N/A</c:v>
                </c:pt>
                <c:pt idx="1589">
                  <c:v>#N/A</c:v>
                </c:pt>
                <c:pt idx="1590">
                  <c:v>#N/A</c:v>
                </c:pt>
                <c:pt idx="1591">
                  <c:v>#N/A</c:v>
                </c:pt>
                <c:pt idx="1592">
                  <c:v>#N/A</c:v>
                </c:pt>
                <c:pt idx="1593">
                  <c:v>#N/A</c:v>
                </c:pt>
                <c:pt idx="1594">
                  <c:v>#N/A</c:v>
                </c:pt>
                <c:pt idx="1595">
                  <c:v>#N/A</c:v>
                </c:pt>
                <c:pt idx="1596">
                  <c:v>#N/A</c:v>
                </c:pt>
                <c:pt idx="1597">
                  <c:v>#N/A</c:v>
                </c:pt>
                <c:pt idx="1598">
                  <c:v>#N/A</c:v>
                </c:pt>
                <c:pt idx="1599">
                  <c:v>#N/A</c:v>
                </c:pt>
                <c:pt idx="1600">
                  <c:v>#N/A</c:v>
                </c:pt>
                <c:pt idx="1601">
                  <c:v>#N/A</c:v>
                </c:pt>
                <c:pt idx="1602">
                  <c:v>#N/A</c:v>
                </c:pt>
                <c:pt idx="1603">
                  <c:v>#N/A</c:v>
                </c:pt>
                <c:pt idx="1604">
                  <c:v>#N/A</c:v>
                </c:pt>
                <c:pt idx="1605">
                  <c:v>#N/A</c:v>
                </c:pt>
                <c:pt idx="1606">
                  <c:v>#N/A</c:v>
                </c:pt>
                <c:pt idx="1607">
                  <c:v>#N/A</c:v>
                </c:pt>
                <c:pt idx="1608">
                  <c:v>#N/A</c:v>
                </c:pt>
                <c:pt idx="1609">
                  <c:v>#N/A</c:v>
                </c:pt>
                <c:pt idx="1610">
                  <c:v>#N/A</c:v>
                </c:pt>
                <c:pt idx="1611">
                  <c:v>#N/A</c:v>
                </c:pt>
                <c:pt idx="1612">
                  <c:v>#N/A</c:v>
                </c:pt>
                <c:pt idx="1613">
                  <c:v>#N/A</c:v>
                </c:pt>
                <c:pt idx="1614">
                  <c:v>#N/A</c:v>
                </c:pt>
                <c:pt idx="1615">
                  <c:v>#N/A</c:v>
                </c:pt>
                <c:pt idx="1616">
                  <c:v>#N/A</c:v>
                </c:pt>
                <c:pt idx="1617">
                  <c:v>#N/A</c:v>
                </c:pt>
                <c:pt idx="1618">
                  <c:v>#N/A</c:v>
                </c:pt>
                <c:pt idx="1619">
                  <c:v>#N/A</c:v>
                </c:pt>
                <c:pt idx="1620">
                  <c:v>#N/A</c:v>
                </c:pt>
                <c:pt idx="1621">
                  <c:v>#N/A</c:v>
                </c:pt>
                <c:pt idx="1622">
                  <c:v>#N/A</c:v>
                </c:pt>
                <c:pt idx="1623">
                  <c:v>#N/A</c:v>
                </c:pt>
                <c:pt idx="1624">
                  <c:v>#N/A</c:v>
                </c:pt>
                <c:pt idx="1625">
                  <c:v>#N/A</c:v>
                </c:pt>
                <c:pt idx="1626">
                  <c:v>#N/A</c:v>
                </c:pt>
                <c:pt idx="1627">
                  <c:v>#N/A</c:v>
                </c:pt>
                <c:pt idx="1628">
                  <c:v>#N/A</c:v>
                </c:pt>
                <c:pt idx="1629">
                  <c:v>#N/A</c:v>
                </c:pt>
                <c:pt idx="1630">
                  <c:v>#N/A</c:v>
                </c:pt>
                <c:pt idx="1631">
                  <c:v>#N/A</c:v>
                </c:pt>
                <c:pt idx="1632">
                  <c:v>#N/A</c:v>
                </c:pt>
                <c:pt idx="1633">
                  <c:v>#N/A</c:v>
                </c:pt>
                <c:pt idx="1634">
                  <c:v>#N/A</c:v>
                </c:pt>
                <c:pt idx="1635">
                  <c:v>#N/A</c:v>
                </c:pt>
                <c:pt idx="1636">
                  <c:v>#N/A</c:v>
                </c:pt>
                <c:pt idx="1637">
                  <c:v>#N/A</c:v>
                </c:pt>
                <c:pt idx="1638">
                  <c:v>#N/A</c:v>
                </c:pt>
                <c:pt idx="1639">
                  <c:v>#N/A</c:v>
                </c:pt>
                <c:pt idx="1640">
                  <c:v>#N/A</c:v>
                </c:pt>
                <c:pt idx="1641">
                  <c:v>#N/A</c:v>
                </c:pt>
                <c:pt idx="1642">
                  <c:v>#N/A</c:v>
                </c:pt>
                <c:pt idx="1643">
                  <c:v>#N/A</c:v>
                </c:pt>
                <c:pt idx="1644">
                  <c:v>#N/A</c:v>
                </c:pt>
                <c:pt idx="1645">
                  <c:v>#N/A</c:v>
                </c:pt>
                <c:pt idx="1646">
                  <c:v>#N/A</c:v>
                </c:pt>
                <c:pt idx="1647">
                  <c:v>#N/A</c:v>
                </c:pt>
                <c:pt idx="1648">
                  <c:v>#N/A</c:v>
                </c:pt>
                <c:pt idx="1649">
                  <c:v>#N/A</c:v>
                </c:pt>
                <c:pt idx="1650">
                  <c:v>#N/A</c:v>
                </c:pt>
                <c:pt idx="1651">
                  <c:v>#N/A</c:v>
                </c:pt>
                <c:pt idx="1652">
                  <c:v>#N/A</c:v>
                </c:pt>
                <c:pt idx="1653">
                  <c:v>#N/A</c:v>
                </c:pt>
                <c:pt idx="1654">
                  <c:v>#N/A</c:v>
                </c:pt>
                <c:pt idx="1655">
                  <c:v>#N/A</c:v>
                </c:pt>
                <c:pt idx="1656">
                  <c:v>#N/A</c:v>
                </c:pt>
                <c:pt idx="1657">
                  <c:v>#N/A</c:v>
                </c:pt>
                <c:pt idx="1658">
                  <c:v>#N/A</c:v>
                </c:pt>
                <c:pt idx="1659">
                  <c:v>#N/A</c:v>
                </c:pt>
                <c:pt idx="1660">
                  <c:v>#N/A</c:v>
                </c:pt>
                <c:pt idx="1661">
                  <c:v>#N/A</c:v>
                </c:pt>
                <c:pt idx="1662">
                  <c:v>#N/A</c:v>
                </c:pt>
                <c:pt idx="1663">
                  <c:v>#N/A</c:v>
                </c:pt>
                <c:pt idx="1664">
                  <c:v>#N/A</c:v>
                </c:pt>
                <c:pt idx="1665">
                  <c:v>#N/A</c:v>
                </c:pt>
                <c:pt idx="1666">
                  <c:v>#N/A</c:v>
                </c:pt>
                <c:pt idx="1667">
                  <c:v>#N/A</c:v>
                </c:pt>
                <c:pt idx="1668">
                  <c:v>#N/A</c:v>
                </c:pt>
                <c:pt idx="1669">
                  <c:v>#N/A</c:v>
                </c:pt>
                <c:pt idx="1670">
                  <c:v>#N/A</c:v>
                </c:pt>
                <c:pt idx="1671">
                  <c:v>#N/A</c:v>
                </c:pt>
                <c:pt idx="1672">
                  <c:v>#N/A</c:v>
                </c:pt>
                <c:pt idx="1673">
                  <c:v>#N/A</c:v>
                </c:pt>
                <c:pt idx="1674">
                  <c:v>#N/A</c:v>
                </c:pt>
                <c:pt idx="1675">
                  <c:v>#N/A</c:v>
                </c:pt>
                <c:pt idx="1676">
                  <c:v>#N/A</c:v>
                </c:pt>
                <c:pt idx="1677">
                  <c:v>#N/A</c:v>
                </c:pt>
                <c:pt idx="1678">
                  <c:v>#N/A</c:v>
                </c:pt>
                <c:pt idx="1679">
                  <c:v>#N/A</c:v>
                </c:pt>
                <c:pt idx="1680">
                  <c:v>#N/A</c:v>
                </c:pt>
                <c:pt idx="1681">
                  <c:v>#N/A</c:v>
                </c:pt>
                <c:pt idx="1682">
                  <c:v>#N/A</c:v>
                </c:pt>
                <c:pt idx="1683">
                  <c:v>#N/A</c:v>
                </c:pt>
                <c:pt idx="1684">
                  <c:v>#N/A</c:v>
                </c:pt>
                <c:pt idx="1685">
                  <c:v>#N/A</c:v>
                </c:pt>
                <c:pt idx="1686">
                  <c:v>#N/A</c:v>
                </c:pt>
                <c:pt idx="1687">
                  <c:v>#N/A</c:v>
                </c:pt>
                <c:pt idx="1688">
                  <c:v>#N/A</c:v>
                </c:pt>
                <c:pt idx="1689">
                  <c:v>#N/A</c:v>
                </c:pt>
                <c:pt idx="1690">
                  <c:v>#N/A</c:v>
                </c:pt>
                <c:pt idx="1691">
                  <c:v>#N/A</c:v>
                </c:pt>
                <c:pt idx="1692">
                  <c:v>#N/A</c:v>
                </c:pt>
                <c:pt idx="1693">
                  <c:v>#N/A</c:v>
                </c:pt>
                <c:pt idx="1694">
                  <c:v>#N/A</c:v>
                </c:pt>
                <c:pt idx="1695">
                  <c:v>#N/A</c:v>
                </c:pt>
                <c:pt idx="1696">
                  <c:v>#N/A</c:v>
                </c:pt>
                <c:pt idx="1697">
                  <c:v>#N/A</c:v>
                </c:pt>
                <c:pt idx="1698">
                  <c:v>#N/A</c:v>
                </c:pt>
                <c:pt idx="1699">
                  <c:v>#N/A</c:v>
                </c:pt>
                <c:pt idx="1700">
                  <c:v>#N/A</c:v>
                </c:pt>
                <c:pt idx="1701">
                  <c:v>#N/A</c:v>
                </c:pt>
                <c:pt idx="1702">
                  <c:v>#N/A</c:v>
                </c:pt>
                <c:pt idx="1703">
                  <c:v>#N/A</c:v>
                </c:pt>
                <c:pt idx="1704">
                  <c:v>#N/A</c:v>
                </c:pt>
                <c:pt idx="1705">
                  <c:v>#N/A</c:v>
                </c:pt>
                <c:pt idx="1706">
                  <c:v>#N/A</c:v>
                </c:pt>
                <c:pt idx="1707">
                  <c:v>#N/A</c:v>
                </c:pt>
                <c:pt idx="1708">
                  <c:v>#N/A</c:v>
                </c:pt>
                <c:pt idx="1709">
                  <c:v>#N/A</c:v>
                </c:pt>
                <c:pt idx="1710">
                  <c:v>#N/A</c:v>
                </c:pt>
                <c:pt idx="1711">
                  <c:v>#N/A</c:v>
                </c:pt>
                <c:pt idx="1712">
                  <c:v>#N/A</c:v>
                </c:pt>
                <c:pt idx="1713">
                  <c:v>#N/A</c:v>
                </c:pt>
                <c:pt idx="1714">
                  <c:v>#N/A</c:v>
                </c:pt>
                <c:pt idx="1715">
                  <c:v>#N/A</c:v>
                </c:pt>
                <c:pt idx="1716">
                  <c:v>#N/A</c:v>
                </c:pt>
                <c:pt idx="1717">
                  <c:v>#N/A</c:v>
                </c:pt>
                <c:pt idx="1718">
                  <c:v>#N/A</c:v>
                </c:pt>
                <c:pt idx="1719">
                  <c:v>#N/A</c:v>
                </c:pt>
                <c:pt idx="1720">
                  <c:v>#N/A</c:v>
                </c:pt>
                <c:pt idx="1721">
                  <c:v>#N/A</c:v>
                </c:pt>
                <c:pt idx="1722">
                  <c:v>#N/A</c:v>
                </c:pt>
                <c:pt idx="1723">
                  <c:v>#N/A</c:v>
                </c:pt>
                <c:pt idx="1724">
                  <c:v>#N/A</c:v>
                </c:pt>
                <c:pt idx="1725">
                  <c:v>#N/A</c:v>
                </c:pt>
                <c:pt idx="1726">
                  <c:v>#N/A</c:v>
                </c:pt>
                <c:pt idx="1727">
                  <c:v>#N/A</c:v>
                </c:pt>
                <c:pt idx="1728">
                  <c:v>#N/A</c:v>
                </c:pt>
                <c:pt idx="1729">
                  <c:v>#N/A</c:v>
                </c:pt>
                <c:pt idx="1730">
                  <c:v>#N/A</c:v>
                </c:pt>
                <c:pt idx="1731">
                  <c:v>#N/A</c:v>
                </c:pt>
                <c:pt idx="1732">
                  <c:v>#N/A</c:v>
                </c:pt>
                <c:pt idx="1733">
                  <c:v>#N/A</c:v>
                </c:pt>
                <c:pt idx="1734">
                  <c:v>#N/A</c:v>
                </c:pt>
                <c:pt idx="1735">
                  <c:v>#N/A</c:v>
                </c:pt>
                <c:pt idx="1736">
                  <c:v>#N/A</c:v>
                </c:pt>
                <c:pt idx="1737">
                  <c:v>#N/A</c:v>
                </c:pt>
                <c:pt idx="1738">
                  <c:v>#N/A</c:v>
                </c:pt>
                <c:pt idx="1739">
                  <c:v>#N/A</c:v>
                </c:pt>
                <c:pt idx="1740">
                  <c:v>#N/A</c:v>
                </c:pt>
                <c:pt idx="1741">
                  <c:v>#N/A</c:v>
                </c:pt>
                <c:pt idx="1742">
                  <c:v>#N/A</c:v>
                </c:pt>
                <c:pt idx="1743">
                  <c:v>#N/A</c:v>
                </c:pt>
                <c:pt idx="1744">
                  <c:v>#N/A</c:v>
                </c:pt>
                <c:pt idx="1745">
                  <c:v>#N/A</c:v>
                </c:pt>
                <c:pt idx="1746">
                  <c:v>#N/A</c:v>
                </c:pt>
              </c:numCache>
            </c:numRef>
          </c:val>
          <c:smooth val="1"/>
          <c:extLst>
            <c:ext xmlns:c16="http://schemas.microsoft.com/office/drawing/2014/chart" uri="{C3380CC4-5D6E-409C-BE32-E72D297353CC}">
              <c16:uniqueId val="{00000001-B2C8-4E43-8014-6A7775D0B8B6}"/>
            </c:ext>
          </c:extLst>
        </c:ser>
        <c:ser>
          <c:idx val="3"/>
          <c:order val="2"/>
          <c:tx>
            <c:strRef>
              <c:f>'22-23 南向资金 (3)'!$F$3</c:f>
              <c:strCache>
                <c:ptCount val="1"/>
                <c:pt idx="0">
                  <c:v>被动型外资流入H股（右轴，百万美元）</c:v>
                </c:pt>
              </c:strCache>
            </c:strRef>
          </c:tx>
          <c:spPr>
            <a:ln>
              <a:solidFill>
                <a:srgbClr val="D9D9D9"/>
              </a:solidFill>
              <a:prstDash val="solid"/>
            </a:ln>
          </c:spPr>
          <c:marker>
            <c:symbol val="none"/>
          </c:marker>
          <c:cat>
            <c:numRef>
              <c:f>'22-23 南向资金 (3)'!$A$4:$A$1750</c:f>
              <c:numCache>
                <c:formatCode>yyyy\-mm\-dd</c:formatCode>
                <c:ptCount val="1747"/>
                <c:pt idx="0">
                  <c:v>45860</c:v>
                </c:pt>
                <c:pt idx="1">
                  <c:v>45859</c:v>
                </c:pt>
                <c:pt idx="2">
                  <c:v>45856</c:v>
                </c:pt>
                <c:pt idx="3">
                  <c:v>45855</c:v>
                </c:pt>
                <c:pt idx="4">
                  <c:v>45854</c:v>
                </c:pt>
                <c:pt idx="5">
                  <c:v>45853</c:v>
                </c:pt>
                <c:pt idx="6">
                  <c:v>45852</c:v>
                </c:pt>
                <c:pt idx="7">
                  <c:v>45849</c:v>
                </c:pt>
                <c:pt idx="8">
                  <c:v>45848</c:v>
                </c:pt>
                <c:pt idx="9">
                  <c:v>45847</c:v>
                </c:pt>
                <c:pt idx="10">
                  <c:v>45846</c:v>
                </c:pt>
                <c:pt idx="11">
                  <c:v>45845</c:v>
                </c:pt>
                <c:pt idx="12">
                  <c:v>45842</c:v>
                </c:pt>
                <c:pt idx="13">
                  <c:v>45841</c:v>
                </c:pt>
                <c:pt idx="14">
                  <c:v>45840</c:v>
                </c:pt>
                <c:pt idx="15">
                  <c:v>45838</c:v>
                </c:pt>
                <c:pt idx="16">
                  <c:v>45835</c:v>
                </c:pt>
                <c:pt idx="17">
                  <c:v>45834</c:v>
                </c:pt>
                <c:pt idx="18">
                  <c:v>45833</c:v>
                </c:pt>
                <c:pt idx="19">
                  <c:v>45832</c:v>
                </c:pt>
                <c:pt idx="20">
                  <c:v>45831</c:v>
                </c:pt>
                <c:pt idx="21">
                  <c:v>45828</c:v>
                </c:pt>
                <c:pt idx="22">
                  <c:v>45827</c:v>
                </c:pt>
                <c:pt idx="23">
                  <c:v>45826</c:v>
                </c:pt>
                <c:pt idx="24">
                  <c:v>45825</c:v>
                </c:pt>
                <c:pt idx="25">
                  <c:v>45824</c:v>
                </c:pt>
                <c:pt idx="26">
                  <c:v>45821</c:v>
                </c:pt>
                <c:pt idx="27">
                  <c:v>45820</c:v>
                </c:pt>
                <c:pt idx="28">
                  <c:v>45819</c:v>
                </c:pt>
                <c:pt idx="29">
                  <c:v>45818</c:v>
                </c:pt>
                <c:pt idx="30">
                  <c:v>45817</c:v>
                </c:pt>
                <c:pt idx="31">
                  <c:v>45814</c:v>
                </c:pt>
                <c:pt idx="32">
                  <c:v>45813</c:v>
                </c:pt>
                <c:pt idx="33">
                  <c:v>45812</c:v>
                </c:pt>
                <c:pt idx="34">
                  <c:v>45811</c:v>
                </c:pt>
                <c:pt idx="35">
                  <c:v>45807</c:v>
                </c:pt>
                <c:pt idx="36">
                  <c:v>45806</c:v>
                </c:pt>
                <c:pt idx="37">
                  <c:v>45805</c:v>
                </c:pt>
                <c:pt idx="38">
                  <c:v>45804</c:v>
                </c:pt>
                <c:pt idx="39">
                  <c:v>45803</c:v>
                </c:pt>
                <c:pt idx="40">
                  <c:v>45800</c:v>
                </c:pt>
                <c:pt idx="41">
                  <c:v>45799</c:v>
                </c:pt>
                <c:pt idx="42">
                  <c:v>45798</c:v>
                </c:pt>
                <c:pt idx="43">
                  <c:v>45797</c:v>
                </c:pt>
                <c:pt idx="44">
                  <c:v>45796</c:v>
                </c:pt>
                <c:pt idx="45">
                  <c:v>45793</c:v>
                </c:pt>
                <c:pt idx="46">
                  <c:v>45792</c:v>
                </c:pt>
                <c:pt idx="47">
                  <c:v>45791</c:v>
                </c:pt>
                <c:pt idx="48">
                  <c:v>45790</c:v>
                </c:pt>
                <c:pt idx="49">
                  <c:v>45789</c:v>
                </c:pt>
                <c:pt idx="50">
                  <c:v>45786</c:v>
                </c:pt>
                <c:pt idx="51">
                  <c:v>45785</c:v>
                </c:pt>
                <c:pt idx="52">
                  <c:v>45784</c:v>
                </c:pt>
                <c:pt idx="53">
                  <c:v>45783</c:v>
                </c:pt>
                <c:pt idx="54">
                  <c:v>45777</c:v>
                </c:pt>
                <c:pt idx="55">
                  <c:v>45776</c:v>
                </c:pt>
                <c:pt idx="56">
                  <c:v>45775</c:v>
                </c:pt>
                <c:pt idx="57">
                  <c:v>45772</c:v>
                </c:pt>
                <c:pt idx="58">
                  <c:v>45771</c:v>
                </c:pt>
                <c:pt idx="59">
                  <c:v>45770</c:v>
                </c:pt>
                <c:pt idx="60">
                  <c:v>45769</c:v>
                </c:pt>
                <c:pt idx="61">
                  <c:v>45764</c:v>
                </c:pt>
                <c:pt idx="62">
                  <c:v>45763</c:v>
                </c:pt>
                <c:pt idx="63">
                  <c:v>45762</c:v>
                </c:pt>
                <c:pt idx="64">
                  <c:v>45761</c:v>
                </c:pt>
                <c:pt idx="65">
                  <c:v>45758</c:v>
                </c:pt>
                <c:pt idx="66">
                  <c:v>45757</c:v>
                </c:pt>
                <c:pt idx="67">
                  <c:v>45756</c:v>
                </c:pt>
                <c:pt idx="68">
                  <c:v>45755</c:v>
                </c:pt>
                <c:pt idx="69">
                  <c:v>45754</c:v>
                </c:pt>
                <c:pt idx="70">
                  <c:v>45750</c:v>
                </c:pt>
                <c:pt idx="71">
                  <c:v>45749</c:v>
                </c:pt>
                <c:pt idx="72">
                  <c:v>45748</c:v>
                </c:pt>
                <c:pt idx="73">
                  <c:v>45747</c:v>
                </c:pt>
                <c:pt idx="74">
                  <c:v>45744</c:v>
                </c:pt>
                <c:pt idx="75">
                  <c:v>45743</c:v>
                </c:pt>
                <c:pt idx="76">
                  <c:v>45742</c:v>
                </c:pt>
                <c:pt idx="77">
                  <c:v>45741</c:v>
                </c:pt>
                <c:pt idx="78">
                  <c:v>45740</c:v>
                </c:pt>
                <c:pt idx="79">
                  <c:v>45737</c:v>
                </c:pt>
                <c:pt idx="80">
                  <c:v>45736</c:v>
                </c:pt>
                <c:pt idx="81">
                  <c:v>45735</c:v>
                </c:pt>
                <c:pt idx="82">
                  <c:v>45734</c:v>
                </c:pt>
                <c:pt idx="83">
                  <c:v>45733</c:v>
                </c:pt>
                <c:pt idx="84">
                  <c:v>45730</c:v>
                </c:pt>
                <c:pt idx="85">
                  <c:v>45729</c:v>
                </c:pt>
                <c:pt idx="86">
                  <c:v>45728</c:v>
                </c:pt>
                <c:pt idx="87">
                  <c:v>45727</c:v>
                </c:pt>
                <c:pt idx="88">
                  <c:v>45726</c:v>
                </c:pt>
                <c:pt idx="89">
                  <c:v>45723</c:v>
                </c:pt>
                <c:pt idx="90">
                  <c:v>45722</c:v>
                </c:pt>
                <c:pt idx="91">
                  <c:v>45721</c:v>
                </c:pt>
                <c:pt idx="92">
                  <c:v>45720</c:v>
                </c:pt>
                <c:pt idx="93">
                  <c:v>45719</c:v>
                </c:pt>
                <c:pt idx="94">
                  <c:v>45716</c:v>
                </c:pt>
                <c:pt idx="95">
                  <c:v>45715</c:v>
                </c:pt>
                <c:pt idx="96">
                  <c:v>45714</c:v>
                </c:pt>
                <c:pt idx="97">
                  <c:v>45713</c:v>
                </c:pt>
                <c:pt idx="98">
                  <c:v>45712</c:v>
                </c:pt>
                <c:pt idx="99">
                  <c:v>45709</c:v>
                </c:pt>
                <c:pt idx="100">
                  <c:v>45708</c:v>
                </c:pt>
                <c:pt idx="101">
                  <c:v>45707</c:v>
                </c:pt>
                <c:pt idx="102">
                  <c:v>45706</c:v>
                </c:pt>
                <c:pt idx="103">
                  <c:v>45705</c:v>
                </c:pt>
                <c:pt idx="104">
                  <c:v>45702</c:v>
                </c:pt>
                <c:pt idx="105">
                  <c:v>45701</c:v>
                </c:pt>
                <c:pt idx="106">
                  <c:v>45700</c:v>
                </c:pt>
                <c:pt idx="107">
                  <c:v>45699</c:v>
                </c:pt>
                <c:pt idx="108">
                  <c:v>45698</c:v>
                </c:pt>
                <c:pt idx="109">
                  <c:v>45695</c:v>
                </c:pt>
                <c:pt idx="110">
                  <c:v>45694</c:v>
                </c:pt>
                <c:pt idx="111">
                  <c:v>45693</c:v>
                </c:pt>
                <c:pt idx="112">
                  <c:v>45684</c:v>
                </c:pt>
                <c:pt idx="113">
                  <c:v>45681</c:v>
                </c:pt>
                <c:pt idx="114">
                  <c:v>45680</c:v>
                </c:pt>
                <c:pt idx="115">
                  <c:v>45679</c:v>
                </c:pt>
                <c:pt idx="116">
                  <c:v>45678</c:v>
                </c:pt>
                <c:pt idx="117">
                  <c:v>45677</c:v>
                </c:pt>
                <c:pt idx="118">
                  <c:v>45674</c:v>
                </c:pt>
                <c:pt idx="119">
                  <c:v>45673</c:v>
                </c:pt>
                <c:pt idx="120">
                  <c:v>45672</c:v>
                </c:pt>
                <c:pt idx="121">
                  <c:v>45671</c:v>
                </c:pt>
                <c:pt idx="122">
                  <c:v>45670</c:v>
                </c:pt>
                <c:pt idx="123">
                  <c:v>45667</c:v>
                </c:pt>
                <c:pt idx="124">
                  <c:v>45666</c:v>
                </c:pt>
                <c:pt idx="125">
                  <c:v>45665</c:v>
                </c:pt>
                <c:pt idx="126">
                  <c:v>45664</c:v>
                </c:pt>
                <c:pt idx="127">
                  <c:v>45663</c:v>
                </c:pt>
                <c:pt idx="128">
                  <c:v>45660</c:v>
                </c:pt>
                <c:pt idx="129">
                  <c:v>45659</c:v>
                </c:pt>
                <c:pt idx="130">
                  <c:v>45657</c:v>
                </c:pt>
                <c:pt idx="131">
                  <c:v>45656</c:v>
                </c:pt>
                <c:pt idx="132">
                  <c:v>45653</c:v>
                </c:pt>
                <c:pt idx="133">
                  <c:v>45650</c:v>
                </c:pt>
                <c:pt idx="134">
                  <c:v>45649</c:v>
                </c:pt>
                <c:pt idx="135">
                  <c:v>45646</c:v>
                </c:pt>
                <c:pt idx="136">
                  <c:v>45645</c:v>
                </c:pt>
                <c:pt idx="137">
                  <c:v>45644</c:v>
                </c:pt>
                <c:pt idx="138">
                  <c:v>45643</c:v>
                </c:pt>
                <c:pt idx="139">
                  <c:v>45642</c:v>
                </c:pt>
                <c:pt idx="140">
                  <c:v>45639</c:v>
                </c:pt>
                <c:pt idx="141">
                  <c:v>45638</c:v>
                </c:pt>
                <c:pt idx="142">
                  <c:v>45637</c:v>
                </c:pt>
                <c:pt idx="143">
                  <c:v>45636</c:v>
                </c:pt>
                <c:pt idx="144">
                  <c:v>45635</c:v>
                </c:pt>
                <c:pt idx="145">
                  <c:v>45632</c:v>
                </c:pt>
                <c:pt idx="146">
                  <c:v>45631</c:v>
                </c:pt>
                <c:pt idx="147">
                  <c:v>45630</c:v>
                </c:pt>
                <c:pt idx="148">
                  <c:v>45629</c:v>
                </c:pt>
                <c:pt idx="149">
                  <c:v>45628</c:v>
                </c:pt>
                <c:pt idx="150">
                  <c:v>45625</c:v>
                </c:pt>
                <c:pt idx="151">
                  <c:v>45624</c:v>
                </c:pt>
                <c:pt idx="152">
                  <c:v>45623</c:v>
                </c:pt>
                <c:pt idx="153">
                  <c:v>45622</c:v>
                </c:pt>
                <c:pt idx="154">
                  <c:v>45621</c:v>
                </c:pt>
                <c:pt idx="155">
                  <c:v>45618</c:v>
                </c:pt>
                <c:pt idx="156">
                  <c:v>45617</c:v>
                </c:pt>
                <c:pt idx="157">
                  <c:v>45616</c:v>
                </c:pt>
                <c:pt idx="158">
                  <c:v>45615</c:v>
                </c:pt>
                <c:pt idx="159">
                  <c:v>45614</c:v>
                </c:pt>
                <c:pt idx="160">
                  <c:v>45611</c:v>
                </c:pt>
                <c:pt idx="161">
                  <c:v>45610</c:v>
                </c:pt>
                <c:pt idx="162">
                  <c:v>45609</c:v>
                </c:pt>
                <c:pt idx="163">
                  <c:v>45608</c:v>
                </c:pt>
                <c:pt idx="164">
                  <c:v>45607</c:v>
                </c:pt>
                <c:pt idx="165">
                  <c:v>45604</c:v>
                </c:pt>
                <c:pt idx="166">
                  <c:v>45603</c:v>
                </c:pt>
                <c:pt idx="167">
                  <c:v>45602</c:v>
                </c:pt>
                <c:pt idx="168">
                  <c:v>45601</c:v>
                </c:pt>
                <c:pt idx="169">
                  <c:v>45600</c:v>
                </c:pt>
                <c:pt idx="170">
                  <c:v>45597</c:v>
                </c:pt>
                <c:pt idx="171">
                  <c:v>45596</c:v>
                </c:pt>
                <c:pt idx="172">
                  <c:v>45595</c:v>
                </c:pt>
                <c:pt idx="173">
                  <c:v>45594</c:v>
                </c:pt>
                <c:pt idx="174">
                  <c:v>45593</c:v>
                </c:pt>
                <c:pt idx="175">
                  <c:v>45590</c:v>
                </c:pt>
                <c:pt idx="176">
                  <c:v>45589</c:v>
                </c:pt>
                <c:pt idx="177">
                  <c:v>45588</c:v>
                </c:pt>
                <c:pt idx="178">
                  <c:v>45587</c:v>
                </c:pt>
                <c:pt idx="179">
                  <c:v>45586</c:v>
                </c:pt>
                <c:pt idx="180">
                  <c:v>45583</c:v>
                </c:pt>
                <c:pt idx="181">
                  <c:v>45582</c:v>
                </c:pt>
                <c:pt idx="182">
                  <c:v>45581</c:v>
                </c:pt>
                <c:pt idx="183">
                  <c:v>45580</c:v>
                </c:pt>
                <c:pt idx="184">
                  <c:v>45579</c:v>
                </c:pt>
                <c:pt idx="185">
                  <c:v>45575</c:v>
                </c:pt>
                <c:pt idx="186">
                  <c:v>45574</c:v>
                </c:pt>
                <c:pt idx="187">
                  <c:v>45573</c:v>
                </c:pt>
                <c:pt idx="188">
                  <c:v>45565</c:v>
                </c:pt>
                <c:pt idx="189">
                  <c:v>45562</c:v>
                </c:pt>
                <c:pt idx="190">
                  <c:v>45561</c:v>
                </c:pt>
                <c:pt idx="191">
                  <c:v>45560</c:v>
                </c:pt>
                <c:pt idx="192">
                  <c:v>45559</c:v>
                </c:pt>
                <c:pt idx="193">
                  <c:v>45558</c:v>
                </c:pt>
                <c:pt idx="194">
                  <c:v>45555</c:v>
                </c:pt>
                <c:pt idx="195">
                  <c:v>45554</c:v>
                </c:pt>
                <c:pt idx="196">
                  <c:v>45548</c:v>
                </c:pt>
                <c:pt idx="197">
                  <c:v>45547</c:v>
                </c:pt>
                <c:pt idx="198">
                  <c:v>45546</c:v>
                </c:pt>
                <c:pt idx="199">
                  <c:v>45545</c:v>
                </c:pt>
                <c:pt idx="200">
                  <c:v>45544</c:v>
                </c:pt>
                <c:pt idx="201">
                  <c:v>45540</c:v>
                </c:pt>
                <c:pt idx="202">
                  <c:v>45539</c:v>
                </c:pt>
                <c:pt idx="203">
                  <c:v>45538</c:v>
                </c:pt>
                <c:pt idx="204">
                  <c:v>45537</c:v>
                </c:pt>
                <c:pt idx="205">
                  <c:v>45534</c:v>
                </c:pt>
                <c:pt idx="206">
                  <c:v>45533</c:v>
                </c:pt>
                <c:pt idx="207">
                  <c:v>45532</c:v>
                </c:pt>
                <c:pt idx="208">
                  <c:v>45531</c:v>
                </c:pt>
                <c:pt idx="209">
                  <c:v>45530</c:v>
                </c:pt>
                <c:pt idx="210">
                  <c:v>45527</c:v>
                </c:pt>
                <c:pt idx="211">
                  <c:v>45526</c:v>
                </c:pt>
                <c:pt idx="212">
                  <c:v>45525</c:v>
                </c:pt>
                <c:pt idx="213">
                  <c:v>45524</c:v>
                </c:pt>
                <c:pt idx="214">
                  <c:v>45523</c:v>
                </c:pt>
                <c:pt idx="215">
                  <c:v>45520</c:v>
                </c:pt>
                <c:pt idx="216">
                  <c:v>45519</c:v>
                </c:pt>
                <c:pt idx="217">
                  <c:v>45518</c:v>
                </c:pt>
                <c:pt idx="218">
                  <c:v>45517</c:v>
                </c:pt>
                <c:pt idx="219">
                  <c:v>45516</c:v>
                </c:pt>
                <c:pt idx="220">
                  <c:v>45513</c:v>
                </c:pt>
                <c:pt idx="221">
                  <c:v>45512</c:v>
                </c:pt>
                <c:pt idx="222">
                  <c:v>45511</c:v>
                </c:pt>
                <c:pt idx="223">
                  <c:v>45510</c:v>
                </c:pt>
                <c:pt idx="224">
                  <c:v>45509</c:v>
                </c:pt>
                <c:pt idx="225">
                  <c:v>45506</c:v>
                </c:pt>
                <c:pt idx="226">
                  <c:v>45505</c:v>
                </c:pt>
                <c:pt idx="227">
                  <c:v>45504</c:v>
                </c:pt>
                <c:pt idx="228">
                  <c:v>45503</c:v>
                </c:pt>
                <c:pt idx="229">
                  <c:v>45502</c:v>
                </c:pt>
                <c:pt idx="230">
                  <c:v>45499</c:v>
                </c:pt>
                <c:pt idx="231">
                  <c:v>45498</c:v>
                </c:pt>
                <c:pt idx="232">
                  <c:v>45497</c:v>
                </c:pt>
                <c:pt idx="233">
                  <c:v>45496</c:v>
                </c:pt>
                <c:pt idx="234">
                  <c:v>45495</c:v>
                </c:pt>
                <c:pt idx="235">
                  <c:v>45492</c:v>
                </c:pt>
                <c:pt idx="236">
                  <c:v>45491</c:v>
                </c:pt>
                <c:pt idx="237">
                  <c:v>45490</c:v>
                </c:pt>
                <c:pt idx="238">
                  <c:v>45489</c:v>
                </c:pt>
                <c:pt idx="239">
                  <c:v>45488</c:v>
                </c:pt>
                <c:pt idx="240">
                  <c:v>45485</c:v>
                </c:pt>
                <c:pt idx="241">
                  <c:v>45484</c:v>
                </c:pt>
                <c:pt idx="242">
                  <c:v>45483</c:v>
                </c:pt>
                <c:pt idx="243">
                  <c:v>45482</c:v>
                </c:pt>
                <c:pt idx="244">
                  <c:v>45481</c:v>
                </c:pt>
                <c:pt idx="245">
                  <c:v>45478</c:v>
                </c:pt>
                <c:pt idx="246">
                  <c:v>45477</c:v>
                </c:pt>
                <c:pt idx="247">
                  <c:v>45476</c:v>
                </c:pt>
                <c:pt idx="248">
                  <c:v>45475</c:v>
                </c:pt>
                <c:pt idx="249">
                  <c:v>45471</c:v>
                </c:pt>
                <c:pt idx="250">
                  <c:v>45470</c:v>
                </c:pt>
                <c:pt idx="251">
                  <c:v>45469</c:v>
                </c:pt>
                <c:pt idx="252">
                  <c:v>45468</c:v>
                </c:pt>
                <c:pt idx="253">
                  <c:v>45467</c:v>
                </c:pt>
                <c:pt idx="254">
                  <c:v>45464</c:v>
                </c:pt>
                <c:pt idx="255">
                  <c:v>45463</c:v>
                </c:pt>
                <c:pt idx="256">
                  <c:v>45462</c:v>
                </c:pt>
                <c:pt idx="257">
                  <c:v>45461</c:v>
                </c:pt>
                <c:pt idx="258">
                  <c:v>45460</c:v>
                </c:pt>
                <c:pt idx="259">
                  <c:v>45457</c:v>
                </c:pt>
                <c:pt idx="260">
                  <c:v>45456</c:v>
                </c:pt>
                <c:pt idx="261">
                  <c:v>45455</c:v>
                </c:pt>
                <c:pt idx="262">
                  <c:v>45454</c:v>
                </c:pt>
                <c:pt idx="263">
                  <c:v>45450</c:v>
                </c:pt>
                <c:pt idx="264">
                  <c:v>45449</c:v>
                </c:pt>
                <c:pt idx="265">
                  <c:v>45448</c:v>
                </c:pt>
                <c:pt idx="266">
                  <c:v>45447</c:v>
                </c:pt>
                <c:pt idx="267">
                  <c:v>45446</c:v>
                </c:pt>
                <c:pt idx="268">
                  <c:v>45443</c:v>
                </c:pt>
                <c:pt idx="269">
                  <c:v>45442</c:v>
                </c:pt>
                <c:pt idx="270">
                  <c:v>45441</c:v>
                </c:pt>
                <c:pt idx="271">
                  <c:v>45440</c:v>
                </c:pt>
                <c:pt idx="272">
                  <c:v>45439</c:v>
                </c:pt>
                <c:pt idx="273">
                  <c:v>45436</c:v>
                </c:pt>
                <c:pt idx="274">
                  <c:v>45435</c:v>
                </c:pt>
                <c:pt idx="275">
                  <c:v>45434</c:v>
                </c:pt>
                <c:pt idx="276">
                  <c:v>45433</c:v>
                </c:pt>
                <c:pt idx="277">
                  <c:v>45432</c:v>
                </c:pt>
                <c:pt idx="278">
                  <c:v>45429</c:v>
                </c:pt>
                <c:pt idx="279">
                  <c:v>45428</c:v>
                </c:pt>
                <c:pt idx="280">
                  <c:v>45426</c:v>
                </c:pt>
                <c:pt idx="281">
                  <c:v>45425</c:v>
                </c:pt>
                <c:pt idx="282">
                  <c:v>45422</c:v>
                </c:pt>
                <c:pt idx="283">
                  <c:v>45421</c:v>
                </c:pt>
                <c:pt idx="284">
                  <c:v>45420</c:v>
                </c:pt>
                <c:pt idx="285">
                  <c:v>45419</c:v>
                </c:pt>
                <c:pt idx="286">
                  <c:v>45418</c:v>
                </c:pt>
                <c:pt idx="287">
                  <c:v>45412</c:v>
                </c:pt>
                <c:pt idx="288">
                  <c:v>45411</c:v>
                </c:pt>
                <c:pt idx="289">
                  <c:v>45408</c:v>
                </c:pt>
                <c:pt idx="290">
                  <c:v>45407</c:v>
                </c:pt>
                <c:pt idx="291">
                  <c:v>45406</c:v>
                </c:pt>
                <c:pt idx="292">
                  <c:v>45405</c:v>
                </c:pt>
                <c:pt idx="293">
                  <c:v>45404</c:v>
                </c:pt>
                <c:pt idx="294">
                  <c:v>45401</c:v>
                </c:pt>
                <c:pt idx="295">
                  <c:v>45400</c:v>
                </c:pt>
                <c:pt idx="296">
                  <c:v>45399</c:v>
                </c:pt>
                <c:pt idx="297">
                  <c:v>45398</c:v>
                </c:pt>
                <c:pt idx="298">
                  <c:v>45397</c:v>
                </c:pt>
                <c:pt idx="299">
                  <c:v>45394</c:v>
                </c:pt>
                <c:pt idx="300">
                  <c:v>45393</c:v>
                </c:pt>
                <c:pt idx="301">
                  <c:v>45392</c:v>
                </c:pt>
                <c:pt idx="302">
                  <c:v>45391</c:v>
                </c:pt>
                <c:pt idx="303">
                  <c:v>45390</c:v>
                </c:pt>
                <c:pt idx="304">
                  <c:v>45385</c:v>
                </c:pt>
                <c:pt idx="305">
                  <c:v>45384</c:v>
                </c:pt>
                <c:pt idx="306">
                  <c:v>45379</c:v>
                </c:pt>
                <c:pt idx="307">
                  <c:v>45378</c:v>
                </c:pt>
                <c:pt idx="308">
                  <c:v>45377</c:v>
                </c:pt>
                <c:pt idx="309">
                  <c:v>45376</c:v>
                </c:pt>
                <c:pt idx="310">
                  <c:v>45373</c:v>
                </c:pt>
                <c:pt idx="311">
                  <c:v>45372</c:v>
                </c:pt>
                <c:pt idx="312">
                  <c:v>45371</c:v>
                </c:pt>
                <c:pt idx="313">
                  <c:v>45370</c:v>
                </c:pt>
                <c:pt idx="314">
                  <c:v>45369</c:v>
                </c:pt>
                <c:pt idx="315">
                  <c:v>45366</c:v>
                </c:pt>
                <c:pt idx="316">
                  <c:v>45365</c:v>
                </c:pt>
                <c:pt idx="317">
                  <c:v>45364</c:v>
                </c:pt>
                <c:pt idx="318">
                  <c:v>45363</c:v>
                </c:pt>
                <c:pt idx="319">
                  <c:v>45362</c:v>
                </c:pt>
                <c:pt idx="320">
                  <c:v>45359</c:v>
                </c:pt>
                <c:pt idx="321">
                  <c:v>45358</c:v>
                </c:pt>
                <c:pt idx="322">
                  <c:v>45357</c:v>
                </c:pt>
                <c:pt idx="323">
                  <c:v>45356</c:v>
                </c:pt>
                <c:pt idx="324">
                  <c:v>45355</c:v>
                </c:pt>
                <c:pt idx="325">
                  <c:v>45352</c:v>
                </c:pt>
                <c:pt idx="326">
                  <c:v>45351</c:v>
                </c:pt>
                <c:pt idx="327">
                  <c:v>45350</c:v>
                </c:pt>
                <c:pt idx="328">
                  <c:v>45349</c:v>
                </c:pt>
                <c:pt idx="329">
                  <c:v>45348</c:v>
                </c:pt>
                <c:pt idx="330">
                  <c:v>45345</c:v>
                </c:pt>
                <c:pt idx="331">
                  <c:v>45344</c:v>
                </c:pt>
                <c:pt idx="332">
                  <c:v>45343</c:v>
                </c:pt>
                <c:pt idx="333">
                  <c:v>45342</c:v>
                </c:pt>
                <c:pt idx="334">
                  <c:v>45341</c:v>
                </c:pt>
                <c:pt idx="335">
                  <c:v>45330</c:v>
                </c:pt>
                <c:pt idx="336">
                  <c:v>45329</c:v>
                </c:pt>
                <c:pt idx="337">
                  <c:v>45328</c:v>
                </c:pt>
                <c:pt idx="338">
                  <c:v>45327</c:v>
                </c:pt>
                <c:pt idx="339">
                  <c:v>45324</c:v>
                </c:pt>
                <c:pt idx="340">
                  <c:v>45323</c:v>
                </c:pt>
                <c:pt idx="341">
                  <c:v>45322</c:v>
                </c:pt>
                <c:pt idx="342">
                  <c:v>45321</c:v>
                </c:pt>
                <c:pt idx="343">
                  <c:v>45320</c:v>
                </c:pt>
                <c:pt idx="344">
                  <c:v>45317</c:v>
                </c:pt>
                <c:pt idx="345">
                  <c:v>45316</c:v>
                </c:pt>
                <c:pt idx="346">
                  <c:v>45315</c:v>
                </c:pt>
                <c:pt idx="347">
                  <c:v>45314</c:v>
                </c:pt>
                <c:pt idx="348">
                  <c:v>45313</c:v>
                </c:pt>
                <c:pt idx="349">
                  <c:v>45310</c:v>
                </c:pt>
                <c:pt idx="350">
                  <c:v>45309</c:v>
                </c:pt>
                <c:pt idx="351">
                  <c:v>45308</c:v>
                </c:pt>
                <c:pt idx="352">
                  <c:v>45307</c:v>
                </c:pt>
                <c:pt idx="353">
                  <c:v>45306</c:v>
                </c:pt>
                <c:pt idx="354">
                  <c:v>45303</c:v>
                </c:pt>
                <c:pt idx="355">
                  <c:v>45302</c:v>
                </c:pt>
                <c:pt idx="356">
                  <c:v>45301</c:v>
                </c:pt>
                <c:pt idx="357">
                  <c:v>45300</c:v>
                </c:pt>
                <c:pt idx="358">
                  <c:v>45299</c:v>
                </c:pt>
                <c:pt idx="359">
                  <c:v>45296</c:v>
                </c:pt>
                <c:pt idx="360">
                  <c:v>45295</c:v>
                </c:pt>
                <c:pt idx="361">
                  <c:v>45294</c:v>
                </c:pt>
                <c:pt idx="362">
                  <c:v>45293</c:v>
                </c:pt>
                <c:pt idx="363">
                  <c:v>45289</c:v>
                </c:pt>
                <c:pt idx="364">
                  <c:v>45288</c:v>
                </c:pt>
                <c:pt idx="365">
                  <c:v>45287</c:v>
                </c:pt>
                <c:pt idx="366">
                  <c:v>45282</c:v>
                </c:pt>
                <c:pt idx="367">
                  <c:v>45281</c:v>
                </c:pt>
                <c:pt idx="368">
                  <c:v>45280</c:v>
                </c:pt>
                <c:pt idx="369">
                  <c:v>45279</c:v>
                </c:pt>
                <c:pt idx="370">
                  <c:v>45278</c:v>
                </c:pt>
                <c:pt idx="371">
                  <c:v>45275</c:v>
                </c:pt>
                <c:pt idx="372">
                  <c:v>45274</c:v>
                </c:pt>
                <c:pt idx="373">
                  <c:v>45273</c:v>
                </c:pt>
                <c:pt idx="374">
                  <c:v>45272</c:v>
                </c:pt>
                <c:pt idx="375">
                  <c:v>45271</c:v>
                </c:pt>
                <c:pt idx="376">
                  <c:v>45268</c:v>
                </c:pt>
                <c:pt idx="377">
                  <c:v>45267</c:v>
                </c:pt>
                <c:pt idx="378">
                  <c:v>45266</c:v>
                </c:pt>
                <c:pt idx="379">
                  <c:v>45265</c:v>
                </c:pt>
                <c:pt idx="380">
                  <c:v>45264</c:v>
                </c:pt>
                <c:pt idx="381">
                  <c:v>45261</c:v>
                </c:pt>
                <c:pt idx="382">
                  <c:v>45260</c:v>
                </c:pt>
                <c:pt idx="383">
                  <c:v>45259</c:v>
                </c:pt>
                <c:pt idx="384">
                  <c:v>45258</c:v>
                </c:pt>
                <c:pt idx="385">
                  <c:v>45257</c:v>
                </c:pt>
                <c:pt idx="386">
                  <c:v>45254</c:v>
                </c:pt>
                <c:pt idx="387">
                  <c:v>45253</c:v>
                </c:pt>
                <c:pt idx="388">
                  <c:v>45252</c:v>
                </c:pt>
                <c:pt idx="389">
                  <c:v>45251</c:v>
                </c:pt>
                <c:pt idx="390">
                  <c:v>45250</c:v>
                </c:pt>
                <c:pt idx="391">
                  <c:v>45247</c:v>
                </c:pt>
                <c:pt idx="392">
                  <c:v>45246</c:v>
                </c:pt>
                <c:pt idx="393">
                  <c:v>45245</c:v>
                </c:pt>
                <c:pt idx="394">
                  <c:v>45244</c:v>
                </c:pt>
                <c:pt idx="395">
                  <c:v>45243</c:v>
                </c:pt>
                <c:pt idx="396">
                  <c:v>45240</c:v>
                </c:pt>
                <c:pt idx="397">
                  <c:v>45239</c:v>
                </c:pt>
                <c:pt idx="398">
                  <c:v>45238</c:v>
                </c:pt>
                <c:pt idx="399">
                  <c:v>45237</c:v>
                </c:pt>
                <c:pt idx="400">
                  <c:v>45236</c:v>
                </c:pt>
                <c:pt idx="401">
                  <c:v>45233</c:v>
                </c:pt>
                <c:pt idx="402">
                  <c:v>45232</c:v>
                </c:pt>
                <c:pt idx="403">
                  <c:v>45231</c:v>
                </c:pt>
                <c:pt idx="404">
                  <c:v>45230</c:v>
                </c:pt>
                <c:pt idx="405">
                  <c:v>45229</c:v>
                </c:pt>
                <c:pt idx="406">
                  <c:v>45226</c:v>
                </c:pt>
                <c:pt idx="407">
                  <c:v>45225</c:v>
                </c:pt>
                <c:pt idx="408">
                  <c:v>45224</c:v>
                </c:pt>
                <c:pt idx="409">
                  <c:v>45223</c:v>
                </c:pt>
                <c:pt idx="410">
                  <c:v>45219</c:v>
                </c:pt>
                <c:pt idx="411">
                  <c:v>45218</c:v>
                </c:pt>
                <c:pt idx="412">
                  <c:v>45217</c:v>
                </c:pt>
                <c:pt idx="413">
                  <c:v>45216</c:v>
                </c:pt>
                <c:pt idx="414">
                  <c:v>45215</c:v>
                </c:pt>
                <c:pt idx="415">
                  <c:v>45212</c:v>
                </c:pt>
                <c:pt idx="416">
                  <c:v>45211</c:v>
                </c:pt>
                <c:pt idx="417">
                  <c:v>45210</c:v>
                </c:pt>
                <c:pt idx="418">
                  <c:v>45209</c:v>
                </c:pt>
                <c:pt idx="419">
                  <c:v>45208</c:v>
                </c:pt>
                <c:pt idx="420">
                  <c:v>45197</c:v>
                </c:pt>
                <c:pt idx="421">
                  <c:v>45196</c:v>
                </c:pt>
                <c:pt idx="422">
                  <c:v>45195</c:v>
                </c:pt>
                <c:pt idx="423">
                  <c:v>45194</c:v>
                </c:pt>
                <c:pt idx="424">
                  <c:v>45191</c:v>
                </c:pt>
                <c:pt idx="425">
                  <c:v>45190</c:v>
                </c:pt>
                <c:pt idx="426">
                  <c:v>45189</c:v>
                </c:pt>
                <c:pt idx="427">
                  <c:v>45188</c:v>
                </c:pt>
                <c:pt idx="428">
                  <c:v>45187</c:v>
                </c:pt>
                <c:pt idx="429">
                  <c:v>45184</c:v>
                </c:pt>
                <c:pt idx="430">
                  <c:v>45183</c:v>
                </c:pt>
                <c:pt idx="431">
                  <c:v>45182</c:v>
                </c:pt>
                <c:pt idx="432">
                  <c:v>45181</c:v>
                </c:pt>
                <c:pt idx="433">
                  <c:v>45180</c:v>
                </c:pt>
                <c:pt idx="434">
                  <c:v>45176</c:v>
                </c:pt>
                <c:pt idx="435">
                  <c:v>45175</c:v>
                </c:pt>
                <c:pt idx="436">
                  <c:v>45174</c:v>
                </c:pt>
                <c:pt idx="437">
                  <c:v>45173</c:v>
                </c:pt>
                <c:pt idx="438">
                  <c:v>45169</c:v>
                </c:pt>
                <c:pt idx="439">
                  <c:v>45168</c:v>
                </c:pt>
                <c:pt idx="440">
                  <c:v>45167</c:v>
                </c:pt>
                <c:pt idx="441">
                  <c:v>45166</c:v>
                </c:pt>
                <c:pt idx="442">
                  <c:v>45163</c:v>
                </c:pt>
                <c:pt idx="443">
                  <c:v>45162</c:v>
                </c:pt>
                <c:pt idx="444">
                  <c:v>45161</c:v>
                </c:pt>
                <c:pt idx="445">
                  <c:v>45160</c:v>
                </c:pt>
                <c:pt idx="446">
                  <c:v>45159</c:v>
                </c:pt>
                <c:pt idx="447">
                  <c:v>45156</c:v>
                </c:pt>
                <c:pt idx="448">
                  <c:v>45155</c:v>
                </c:pt>
                <c:pt idx="449">
                  <c:v>45154</c:v>
                </c:pt>
                <c:pt idx="450">
                  <c:v>45153</c:v>
                </c:pt>
                <c:pt idx="451">
                  <c:v>45152</c:v>
                </c:pt>
                <c:pt idx="452">
                  <c:v>45149</c:v>
                </c:pt>
                <c:pt idx="453">
                  <c:v>45148</c:v>
                </c:pt>
                <c:pt idx="454">
                  <c:v>45147</c:v>
                </c:pt>
                <c:pt idx="455">
                  <c:v>45146</c:v>
                </c:pt>
                <c:pt idx="456">
                  <c:v>45145</c:v>
                </c:pt>
                <c:pt idx="457">
                  <c:v>45142</c:v>
                </c:pt>
                <c:pt idx="458">
                  <c:v>45141</c:v>
                </c:pt>
                <c:pt idx="459">
                  <c:v>45140</c:v>
                </c:pt>
                <c:pt idx="460">
                  <c:v>45139</c:v>
                </c:pt>
                <c:pt idx="461">
                  <c:v>45138</c:v>
                </c:pt>
                <c:pt idx="462">
                  <c:v>45135</c:v>
                </c:pt>
                <c:pt idx="463">
                  <c:v>45134</c:v>
                </c:pt>
                <c:pt idx="464">
                  <c:v>45133</c:v>
                </c:pt>
                <c:pt idx="465">
                  <c:v>45132</c:v>
                </c:pt>
                <c:pt idx="466">
                  <c:v>45131</c:v>
                </c:pt>
                <c:pt idx="467">
                  <c:v>45128</c:v>
                </c:pt>
                <c:pt idx="468">
                  <c:v>45127</c:v>
                </c:pt>
                <c:pt idx="469">
                  <c:v>45126</c:v>
                </c:pt>
                <c:pt idx="470">
                  <c:v>45125</c:v>
                </c:pt>
                <c:pt idx="471">
                  <c:v>45121</c:v>
                </c:pt>
                <c:pt idx="472">
                  <c:v>45120</c:v>
                </c:pt>
                <c:pt idx="473">
                  <c:v>45119</c:v>
                </c:pt>
                <c:pt idx="474">
                  <c:v>45118</c:v>
                </c:pt>
                <c:pt idx="475">
                  <c:v>45117</c:v>
                </c:pt>
                <c:pt idx="476">
                  <c:v>45114</c:v>
                </c:pt>
                <c:pt idx="477">
                  <c:v>45113</c:v>
                </c:pt>
                <c:pt idx="478">
                  <c:v>45112</c:v>
                </c:pt>
                <c:pt idx="479">
                  <c:v>45111</c:v>
                </c:pt>
                <c:pt idx="480">
                  <c:v>45110</c:v>
                </c:pt>
                <c:pt idx="481">
                  <c:v>45107</c:v>
                </c:pt>
                <c:pt idx="482">
                  <c:v>45106</c:v>
                </c:pt>
                <c:pt idx="483">
                  <c:v>45105</c:v>
                </c:pt>
                <c:pt idx="484">
                  <c:v>45104</c:v>
                </c:pt>
                <c:pt idx="485">
                  <c:v>45103</c:v>
                </c:pt>
                <c:pt idx="486">
                  <c:v>45098</c:v>
                </c:pt>
                <c:pt idx="487">
                  <c:v>45097</c:v>
                </c:pt>
                <c:pt idx="488">
                  <c:v>45096</c:v>
                </c:pt>
                <c:pt idx="489">
                  <c:v>45093</c:v>
                </c:pt>
                <c:pt idx="490">
                  <c:v>45092</c:v>
                </c:pt>
                <c:pt idx="491">
                  <c:v>45091</c:v>
                </c:pt>
                <c:pt idx="492">
                  <c:v>45090</c:v>
                </c:pt>
                <c:pt idx="493">
                  <c:v>45089</c:v>
                </c:pt>
                <c:pt idx="494">
                  <c:v>45086</c:v>
                </c:pt>
                <c:pt idx="495">
                  <c:v>45085</c:v>
                </c:pt>
                <c:pt idx="496">
                  <c:v>45084</c:v>
                </c:pt>
                <c:pt idx="497">
                  <c:v>45083</c:v>
                </c:pt>
                <c:pt idx="498">
                  <c:v>45082</c:v>
                </c:pt>
                <c:pt idx="499">
                  <c:v>45079</c:v>
                </c:pt>
                <c:pt idx="500">
                  <c:v>45078</c:v>
                </c:pt>
                <c:pt idx="501">
                  <c:v>45077</c:v>
                </c:pt>
                <c:pt idx="502">
                  <c:v>45076</c:v>
                </c:pt>
                <c:pt idx="503">
                  <c:v>45075</c:v>
                </c:pt>
                <c:pt idx="504">
                  <c:v>45071</c:v>
                </c:pt>
                <c:pt idx="505">
                  <c:v>45070</c:v>
                </c:pt>
                <c:pt idx="506">
                  <c:v>45069</c:v>
                </c:pt>
                <c:pt idx="507">
                  <c:v>45068</c:v>
                </c:pt>
                <c:pt idx="508">
                  <c:v>45065</c:v>
                </c:pt>
                <c:pt idx="509">
                  <c:v>45064</c:v>
                </c:pt>
                <c:pt idx="510">
                  <c:v>45063</c:v>
                </c:pt>
                <c:pt idx="511">
                  <c:v>45062</c:v>
                </c:pt>
                <c:pt idx="512">
                  <c:v>45061</c:v>
                </c:pt>
                <c:pt idx="513">
                  <c:v>45058</c:v>
                </c:pt>
                <c:pt idx="514">
                  <c:v>45057</c:v>
                </c:pt>
                <c:pt idx="515">
                  <c:v>45056</c:v>
                </c:pt>
                <c:pt idx="516">
                  <c:v>45055</c:v>
                </c:pt>
                <c:pt idx="517">
                  <c:v>45054</c:v>
                </c:pt>
                <c:pt idx="518">
                  <c:v>45051</c:v>
                </c:pt>
                <c:pt idx="519">
                  <c:v>45050</c:v>
                </c:pt>
                <c:pt idx="520">
                  <c:v>45044</c:v>
                </c:pt>
                <c:pt idx="521">
                  <c:v>45043</c:v>
                </c:pt>
                <c:pt idx="522">
                  <c:v>45042</c:v>
                </c:pt>
                <c:pt idx="523">
                  <c:v>45041</c:v>
                </c:pt>
                <c:pt idx="524">
                  <c:v>45040</c:v>
                </c:pt>
                <c:pt idx="525">
                  <c:v>45037</c:v>
                </c:pt>
                <c:pt idx="526">
                  <c:v>45036</c:v>
                </c:pt>
                <c:pt idx="527">
                  <c:v>45035</c:v>
                </c:pt>
                <c:pt idx="528">
                  <c:v>45034</c:v>
                </c:pt>
                <c:pt idx="529">
                  <c:v>45033</c:v>
                </c:pt>
                <c:pt idx="530">
                  <c:v>45030</c:v>
                </c:pt>
                <c:pt idx="531">
                  <c:v>45029</c:v>
                </c:pt>
                <c:pt idx="532">
                  <c:v>45028</c:v>
                </c:pt>
                <c:pt idx="533">
                  <c:v>45027</c:v>
                </c:pt>
                <c:pt idx="534">
                  <c:v>45022</c:v>
                </c:pt>
                <c:pt idx="535">
                  <c:v>45020</c:v>
                </c:pt>
                <c:pt idx="536">
                  <c:v>45019</c:v>
                </c:pt>
                <c:pt idx="537">
                  <c:v>45016</c:v>
                </c:pt>
                <c:pt idx="538">
                  <c:v>45015</c:v>
                </c:pt>
                <c:pt idx="539">
                  <c:v>45014</c:v>
                </c:pt>
                <c:pt idx="540">
                  <c:v>45013</c:v>
                </c:pt>
                <c:pt idx="541">
                  <c:v>45012</c:v>
                </c:pt>
                <c:pt idx="542">
                  <c:v>45009</c:v>
                </c:pt>
                <c:pt idx="543">
                  <c:v>45008</c:v>
                </c:pt>
                <c:pt idx="544">
                  <c:v>45007</c:v>
                </c:pt>
                <c:pt idx="545">
                  <c:v>45006</c:v>
                </c:pt>
                <c:pt idx="546">
                  <c:v>45005</c:v>
                </c:pt>
                <c:pt idx="547">
                  <c:v>45002</c:v>
                </c:pt>
                <c:pt idx="548">
                  <c:v>45001</c:v>
                </c:pt>
                <c:pt idx="549">
                  <c:v>45000</c:v>
                </c:pt>
                <c:pt idx="550">
                  <c:v>44999</c:v>
                </c:pt>
                <c:pt idx="551">
                  <c:v>44998</c:v>
                </c:pt>
                <c:pt idx="552">
                  <c:v>44995</c:v>
                </c:pt>
                <c:pt idx="553">
                  <c:v>44994</c:v>
                </c:pt>
                <c:pt idx="554">
                  <c:v>44993</c:v>
                </c:pt>
                <c:pt idx="555">
                  <c:v>44992</c:v>
                </c:pt>
                <c:pt idx="556">
                  <c:v>44991</c:v>
                </c:pt>
                <c:pt idx="557">
                  <c:v>44988</c:v>
                </c:pt>
                <c:pt idx="558">
                  <c:v>44987</c:v>
                </c:pt>
                <c:pt idx="559">
                  <c:v>44986</c:v>
                </c:pt>
                <c:pt idx="560">
                  <c:v>44985</c:v>
                </c:pt>
                <c:pt idx="561">
                  <c:v>44984</c:v>
                </c:pt>
                <c:pt idx="562">
                  <c:v>44981</c:v>
                </c:pt>
                <c:pt idx="563">
                  <c:v>44980</c:v>
                </c:pt>
                <c:pt idx="564">
                  <c:v>44979</c:v>
                </c:pt>
                <c:pt idx="565">
                  <c:v>44978</c:v>
                </c:pt>
                <c:pt idx="566">
                  <c:v>44977</c:v>
                </c:pt>
                <c:pt idx="567">
                  <c:v>44974</c:v>
                </c:pt>
                <c:pt idx="568">
                  <c:v>44973</c:v>
                </c:pt>
                <c:pt idx="569">
                  <c:v>44972</c:v>
                </c:pt>
                <c:pt idx="570">
                  <c:v>44971</c:v>
                </c:pt>
                <c:pt idx="571">
                  <c:v>44970</c:v>
                </c:pt>
                <c:pt idx="572">
                  <c:v>44967</c:v>
                </c:pt>
                <c:pt idx="573">
                  <c:v>44966</c:v>
                </c:pt>
                <c:pt idx="574">
                  <c:v>44965</c:v>
                </c:pt>
                <c:pt idx="575">
                  <c:v>44964</c:v>
                </c:pt>
                <c:pt idx="576">
                  <c:v>44963</c:v>
                </c:pt>
                <c:pt idx="577">
                  <c:v>44960</c:v>
                </c:pt>
                <c:pt idx="578">
                  <c:v>44959</c:v>
                </c:pt>
                <c:pt idx="579">
                  <c:v>44958</c:v>
                </c:pt>
                <c:pt idx="580">
                  <c:v>44957</c:v>
                </c:pt>
                <c:pt idx="581">
                  <c:v>44956</c:v>
                </c:pt>
                <c:pt idx="582">
                  <c:v>44944</c:v>
                </c:pt>
                <c:pt idx="583">
                  <c:v>44943</c:v>
                </c:pt>
                <c:pt idx="584">
                  <c:v>44942</c:v>
                </c:pt>
                <c:pt idx="585">
                  <c:v>44939</c:v>
                </c:pt>
                <c:pt idx="586">
                  <c:v>44938</c:v>
                </c:pt>
                <c:pt idx="587">
                  <c:v>44937</c:v>
                </c:pt>
                <c:pt idx="588">
                  <c:v>44936</c:v>
                </c:pt>
                <c:pt idx="589">
                  <c:v>44935</c:v>
                </c:pt>
                <c:pt idx="590">
                  <c:v>44932</c:v>
                </c:pt>
                <c:pt idx="591">
                  <c:v>44931</c:v>
                </c:pt>
                <c:pt idx="592">
                  <c:v>44930</c:v>
                </c:pt>
                <c:pt idx="593">
                  <c:v>44929</c:v>
                </c:pt>
                <c:pt idx="594">
                  <c:v>44925</c:v>
                </c:pt>
                <c:pt idx="595">
                  <c:v>44924</c:v>
                </c:pt>
                <c:pt idx="596">
                  <c:v>44923</c:v>
                </c:pt>
                <c:pt idx="597">
                  <c:v>44918</c:v>
                </c:pt>
                <c:pt idx="598">
                  <c:v>44917</c:v>
                </c:pt>
                <c:pt idx="599">
                  <c:v>44916</c:v>
                </c:pt>
                <c:pt idx="600">
                  <c:v>44915</c:v>
                </c:pt>
                <c:pt idx="601">
                  <c:v>44914</c:v>
                </c:pt>
                <c:pt idx="602">
                  <c:v>44911</c:v>
                </c:pt>
                <c:pt idx="603">
                  <c:v>44910</c:v>
                </c:pt>
                <c:pt idx="604">
                  <c:v>44909</c:v>
                </c:pt>
                <c:pt idx="605">
                  <c:v>44908</c:v>
                </c:pt>
                <c:pt idx="606">
                  <c:v>44907</c:v>
                </c:pt>
                <c:pt idx="607">
                  <c:v>44904</c:v>
                </c:pt>
                <c:pt idx="608">
                  <c:v>44903</c:v>
                </c:pt>
                <c:pt idx="609">
                  <c:v>44902</c:v>
                </c:pt>
                <c:pt idx="610">
                  <c:v>44901</c:v>
                </c:pt>
                <c:pt idx="611">
                  <c:v>44900</c:v>
                </c:pt>
                <c:pt idx="612">
                  <c:v>44897</c:v>
                </c:pt>
                <c:pt idx="613">
                  <c:v>44896</c:v>
                </c:pt>
                <c:pt idx="614">
                  <c:v>44895</c:v>
                </c:pt>
                <c:pt idx="615">
                  <c:v>44894</c:v>
                </c:pt>
                <c:pt idx="616">
                  <c:v>44893</c:v>
                </c:pt>
                <c:pt idx="617">
                  <c:v>44890</c:v>
                </c:pt>
                <c:pt idx="618">
                  <c:v>44889</c:v>
                </c:pt>
                <c:pt idx="619">
                  <c:v>44888</c:v>
                </c:pt>
                <c:pt idx="620">
                  <c:v>44887</c:v>
                </c:pt>
                <c:pt idx="621">
                  <c:v>44886</c:v>
                </c:pt>
                <c:pt idx="622">
                  <c:v>44883</c:v>
                </c:pt>
                <c:pt idx="623">
                  <c:v>44882</c:v>
                </c:pt>
                <c:pt idx="624">
                  <c:v>44881</c:v>
                </c:pt>
                <c:pt idx="625">
                  <c:v>44880</c:v>
                </c:pt>
                <c:pt idx="626">
                  <c:v>44879</c:v>
                </c:pt>
                <c:pt idx="627">
                  <c:v>44876</c:v>
                </c:pt>
                <c:pt idx="628">
                  <c:v>44875</c:v>
                </c:pt>
                <c:pt idx="629">
                  <c:v>44874</c:v>
                </c:pt>
                <c:pt idx="630">
                  <c:v>44873</c:v>
                </c:pt>
                <c:pt idx="631">
                  <c:v>44872</c:v>
                </c:pt>
                <c:pt idx="632">
                  <c:v>44869</c:v>
                </c:pt>
                <c:pt idx="633">
                  <c:v>44868</c:v>
                </c:pt>
                <c:pt idx="634">
                  <c:v>44867</c:v>
                </c:pt>
                <c:pt idx="635">
                  <c:v>44866</c:v>
                </c:pt>
                <c:pt idx="636">
                  <c:v>44865</c:v>
                </c:pt>
                <c:pt idx="637">
                  <c:v>44862</c:v>
                </c:pt>
                <c:pt idx="638">
                  <c:v>44861</c:v>
                </c:pt>
                <c:pt idx="639">
                  <c:v>44860</c:v>
                </c:pt>
                <c:pt idx="640">
                  <c:v>44859</c:v>
                </c:pt>
                <c:pt idx="641">
                  <c:v>44858</c:v>
                </c:pt>
                <c:pt idx="642">
                  <c:v>44855</c:v>
                </c:pt>
                <c:pt idx="643">
                  <c:v>44854</c:v>
                </c:pt>
                <c:pt idx="644">
                  <c:v>44853</c:v>
                </c:pt>
                <c:pt idx="645">
                  <c:v>44852</c:v>
                </c:pt>
                <c:pt idx="646">
                  <c:v>44851</c:v>
                </c:pt>
                <c:pt idx="647">
                  <c:v>44848</c:v>
                </c:pt>
                <c:pt idx="648">
                  <c:v>44847</c:v>
                </c:pt>
                <c:pt idx="649">
                  <c:v>44846</c:v>
                </c:pt>
                <c:pt idx="650">
                  <c:v>44845</c:v>
                </c:pt>
                <c:pt idx="651">
                  <c:v>44844</c:v>
                </c:pt>
                <c:pt idx="652">
                  <c:v>44832</c:v>
                </c:pt>
                <c:pt idx="653">
                  <c:v>44831</c:v>
                </c:pt>
                <c:pt idx="654">
                  <c:v>44830</c:v>
                </c:pt>
                <c:pt idx="655">
                  <c:v>44827</c:v>
                </c:pt>
                <c:pt idx="656">
                  <c:v>44826</c:v>
                </c:pt>
                <c:pt idx="657">
                  <c:v>44825</c:v>
                </c:pt>
                <c:pt idx="658">
                  <c:v>44824</c:v>
                </c:pt>
                <c:pt idx="659">
                  <c:v>44823</c:v>
                </c:pt>
                <c:pt idx="660">
                  <c:v>44820</c:v>
                </c:pt>
                <c:pt idx="661">
                  <c:v>44819</c:v>
                </c:pt>
                <c:pt idx="662">
                  <c:v>44818</c:v>
                </c:pt>
                <c:pt idx="663">
                  <c:v>44817</c:v>
                </c:pt>
                <c:pt idx="664">
                  <c:v>44813</c:v>
                </c:pt>
                <c:pt idx="665">
                  <c:v>44812</c:v>
                </c:pt>
                <c:pt idx="666">
                  <c:v>44811</c:v>
                </c:pt>
                <c:pt idx="667">
                  <c:v>44810</c:v>
                </c:pt>
                <c:pt idx="668">
                  <c:v>44809</c:v>
                </c:pt>
                <c:pt idx="669">
                  <c:v>44806</c:v>
                </c:pt>
                <c:pt idx="670">
                  <c:v>44805</c:v>
                </c:pt>
                <c:pt idx="671">
                  <c:v>44804</c:v>
                </c:pt>
                <c:pt idx="672">
                  <c:v>44803</c:v>
                </c:pt>
                <c:pt idx="673">
                  <c:v>44802</c:v>
                </c:pt>
                <c:pt idx="674">
                  <c:v>44799</c:v>
                </c:pt>
                <c:pt idx="675">
                  <c:v>44798</c:v>
                </c:pt>
                <c:pt idx="676">
                  <c:v>44797</c:v>
                </c:pt>
                <c:pt idx="677">
                  <c:v>44796</c:v>
                </c:pt>
                <c:pt idx="678">
                  <c:v>44795</c:v>
                </c:pt>
                <c:pt idx="679">
                  <c:v>44792</c:v>
                </c:pt>
                <c:pt idx="680">
                  <c:v>44791</c:v>
                </c:pt>
                <c:pt idx="681">
                  <c:v>44790</c:v>
                </c:pt>
                <c:pt idx="682">
                  <c:v>44789</c:v>
                </c:pt>
                <c:pt idx="683">
                  <c:v>44788</c:v>
                </c:pt>
                <c:pt idx="684">
                  <c:v>44785</c:v>
                </c:pt>
                <c:pt idx="685">
                  <c:v>44784</c:v>
                </c:pt>
                <c:pt idx="686">
                  <c:v>44783</c:v>
                </c:pt>
                <c:pt idx="687">
                  <c:v>44782</c:v>
                </c:pt>
                <c:pt idx="688">
                  <c:v>44781</c:v>
                </c:pt>
                <c:pt idx="689">
                  <c:v>44778</c:v>
                </c:pt>
                <c:pt idx="690">
                  <c:v>44777</c:v>
                </c:pt>
                <c:pt idx="691">
                  <c:v>44776</c:v>
                </c:pt>
                <c:pt idx="692">
                  <c:v>44775</c:v>
                </c:pt>
                <c:pt idx="693">
                  <c:v>44774</c:v>
                </c:pt>
                <c:pt idx="694">
                  <c:v>44771</c:v>
                </c:pt>
                <c:pt idx="695">
                  <c:v>44770</c:v>
                </c:pt>
                <c:pt idx="696">
                  <c:v>44769</c:v>
                </c:pt>
                <c:pt idx="697">
                  <c:v>44768</c:v>
                </c:pt>
                <c:pt idx="698">
                  <c:v>44767</c:v>
                </c:pt>
                <c:pt idx="699">
                  <c:v>44764</c:v>
                </c:pt>
                <c:pt idx="700">
                  <c:v>44763</c:v>
                </c:pt>
                <c:pt idx="701">
                  <c:v>44762</c:v>
                </c:pt>
                <c:pt idx="702">
                  <c:v>44761</c:v>
                </c:pt>
                <c:pt idx="703">
                  <c:v>44760</c:v>
                </c:pt>
                <c:pt idx="704">
                  <c:v>44757</c:v>
                </c:pt>
                <c:pt idx="705">
                  <c:v>44756</c:v>
                </c:pt>
                <c:pt idx="706">
                  <c:v>44755</c:v>
                </c:pt>
                <c:pt idx="707">
                  <c:v>44754</c:v>
                </c:pt>
                <c:pt idx="708">
                  <c:v>44753</c:v>
                </c:pt>
                <c:pt idx="709">
                  <c:v>44750</c:v>
                </c:pt>
                <c:pt idx="710">
                  <c:v>44749</c:v>
                </c:pt>
                <c:pt idx="711">
                  <c:v>44748</c:v>
                </c:pt>
                <c:pt idx="712">
                  <c:v>44747</c:v>
                </c:pt>
                <c:pt idx="713">
                  <c:v>44746</c:v>
                </c:pt>
                <c:pt idx="714">
                  <c:v>44742</c:v>
                </c:pt>
                <c:pt idx="715">
                  <c:v>44741</c:v>
                </c:pt>
                <c:pt idx="716">
                  <c:v>44740</c:v>
                </c:pt>
                <c:pt idx="717">
                  <c:v>44739</c:v>
                </c:pt>
                <c:pt idx="718">
                  <c:v>44736</c:v>
                </c:pt>
                <c:pt idx="719">
                  <c:v>44735</c:v>
                </c:pt>
                <c:pt idx="720">
                  <c:v>44734</c:v>
                </c:pt>
                <c:pt idx="721">
                  <c:v>44733</c:v>
                </c:pt>
                <c:pt idx="722">
                  <c:v>44732</c:v>
                </c:pt>
                <c:pt idx="723">
                  <c:v>44729</c:v>
                </c:pt>
                <c:pt idx="724">
                  <c:v>44728</c:v>
                </c:pt>
                <c:pt idx="725">
                  <c:v>44727</c:v>
                </c:pt>
                <c:pt idx="726">
                  <c:v>44726</c:v>
                </c:pt>
                <c:pt idx="727">
                  <c:v>44725</c:v>
                </c:pt>
                <c:pt idx="728">
                  <c:v>44722</c:v>
                </c:pt>
                <c:pt idx="729">
                  <c:v>44721</c:v>
                </c:pt>
                <c:pt idx="730">
                  <c:v>44720</c:v>
                </c:pt>
                <c:pt idx="731">
                  <c:v>44719</c:v>
                </c:pt>
                <c:pt idx="732">
                  <c:v>44718</c:v>
                </c:pt>
                <c:pt idx="733">
                  <c:v>44714</c:v>
                </c:pt>
                <c:pt idx="734">
                  <c:v>44713</c:v>
                </c:pt>
                <c:pt idx="735">
                  <c:v>44712</c:v>
                </c:pt>
                <c:pt idx="736">
                  <c:v>44711</c:v>
                </c:pt>
                <c:pt idx="737">
                  <c:v>44708</c:v>
                </c:pt>
                <c:pt idx="738">
                  <c:v>44707</c:v>
                </c:pt>
                <c:pt idx="739">
                  <c:v>44706</c:v>
                </c:pt>
                <c:pt idx="740">
                  <c:v>44705</c:v>
                </c:pt>
                <c:pt idx="741">
                  <c:v>44704</c:v>
                </c:pt>
                <c:pt idx="742">
                  <c:v>44701</c:v>
                </c:pt>
                <c:pt idx="743">
                  <c:v>44700</c:v>
                </c:pt>
                <c:pt idx="744">
                  <c:v>44699</c:v>
                </c:pt>
                <c:pt idx="745">
                  <c:v>44698</c:v>
                </c:pt>
                <c:pt idx="746">
                  <c:v>44697</c:v>
                </c:pt>
                <c:pt idx="747">
                  <c:v>44694</c:v>
                </c:pt>
                <c:pt idx="748">
                  <c:v>44693</c:v>
                </c:pt>
                <c:pt idx="749">
                  <c:v>44692</c:v>
                </c:pt>
                <c:pt idx="750">
                  <c:v>44691</c:v>
                </c:pt>
                <c:pt idx="751">
                  <c:v>44687</c:v>
                </c:pt>
                <c:pt idx="752">
                  <c:v>44686</c:v>
                </c:pt>
                <c:pt idx="753">
                  <c:v>44678</c:v>
                </c:pt>
                <c:pt idx="754">
                  <c:v>44677</c:v>
                </c:pt>
                <c:pt idx="755">
                  <c:v>44676</c:v>
                </c:pt>
                <c:pt idx="756">
                  <c:v>44673</c:v>
                </c:pt>
                <c:pt idx="757">
                  <c:v>44672</c:v>
                </c:pt>
                <c:pt idx="758">
                  <c:v>44671</c:v>
                </c:pt>
                <c:pt idx="759">
                  <c:v>44670</c:v>
                </c:pt>
                <c:pt idx="760">
                  <c:v>44665</c:v>
                </c:pt>
                <c:pt idx="761">
                  <c:v>44664</c:v>
                </c:pt>
                <c:pt idx="762">
                  <c:v>44663</c:v>
                </c:pt>
                <c:pt idx="763">
                  <c:v>44662</c:v>
                </c:pt>
                <c:pt idx="764">
                  <c:v>44659</c:v>
                </c:pt>
                <c:pt idx="765">
                  <c:v>44658</c:v>
                </c:pt>
                <c:pt idx="766">
                  <c:v>44657</c:v>
                </c:pt>
                <c:pt idx="767">
                  <c:v>44650</c:v>
                </c:pt>
                <c:pt idx="768">
                  <c:v>44649</c:v>
                </c:pt>
                <c:pt idx="769">
                  <c:v>44648</c:v>
                </c:pt>
                <c:pt idx="770">
                  <c:v>44645</c:v>
                </c:pt>
                <c:pt idx="771">
                  <c:v>44644</c:v>
                </c:pt>
                <c:pt idx="772">
                  <c:v>44643</c:v>
                </c:pt>
                <c:pt idx="773">
                  <c:v>44642</c:v>
                </c:pt>
                <c:pt idx="774">
                  <c:v>44641</c:v>
                </c:pt>
                <c:pt idx="775">
                  <c:v>44638</c:v>
                </c:pt>
                <c:pt idx="776">
                  <c:v>44637</c:v>
                </c:pt>
                <c:pt idx="777">
                  <c:v>44636</c:v>
                </c:pt>
                <c:pt idx="778">
                  <c:v>44635</c:v>
                </c:pt>
                <c:pt idx="779">
                  <c:v>44634</c:v>
                </c:pt>
                <c:pt idx="780">
                  <c:v>44631</c:v>
                </c:pt>
                <c:pt idx="781">
                  <c:v>44630</c:v>
                </c:pt>
                <c:pt idx="782">
                  <c:v>44629</c:v>
                </c:pt>
                <c:pt idx="783">
                  <c:v>44628</c:v>
                </c:pt>
                <c:pt idx="784">
                  <c:v>44627</c:v>
                </c:pt>
                <c:pt idx="785">
                  <c:v>44624</c:v>
                </c:pt>
                <c:pt idx="786">
                  <c:v>44623</c:v>
                </c:pt>
                <c:pt idx="787">
                  <c:v>44622</c:v>
                </c:pt>
                <c:pt idx="788">
                  <c:v>44621</c:v>
                </c:pt>
                <c:pt idx="789">
                  <c:v>44620</c:v>
                </c:pt>
                <c:pt idx="790">
                  <c:v>44617</c:v>
                </c:pt>
                <c:pt idx="791">
                  <c:v>44616</c:v>
                </c:pt>
                <c:pt idx="792">
                  <c:v>44615</c:v>
                </c:pt>
                <c:pt idx="793">
                  <c:v>44614</c:v>
                </c:pt>
                <c:pt idx="794">
                  <c:v>44613</c:v>
                </c:pt>
                <c:pt idx="795">
                  <c:v>44610</c:v>
                </c:pt>
                <c:pt idx="796">
                  <c:v>44609</c:v>
                </c:pt>
                <c:pt idx="797">
                  <c:v>44608</c:v>
                </c:pt>
                <c:pt idx="798">
                  <c:v>44607</c:v>
                </c:pt>
                <c:pt idx="799">
                  <c:v>44606</c:v>
                </c:pt>
                <c:pt idx="800">
                  <c:v>44603</c:v>
                </c:pt>
                <c:pt idx="801">
                  <c:v>44602</c:v>
                </c:pt>
                <c:pt idx="802">
                  <c:v>44601</c:v>
                </c:pt>
                <c:pt idx="803">
                  <c:v>44600</c:v>
                </c:pt>
                <c:pt idx="804">
                  <c:v>44599</c:v>
                </c:pt>
                <c:pt idx="805">
                  <c:v>44587</c:v>
                </c:pt>
                <c:pt idx="806">
                  <c:v>44586</c:v>
                </c:pt>
                <c:pt idx="807">
                  <c:v>44585</c:v>
                </c:pt>
                <c:pt idx="808">
                  <c:v>44582</c:v>
                </c:pt>
                <c:pt idx="809">
                  <c:v>44581</c:v>
                </c:pt>
                <c:pt idx="810">
                  <c:v>44580</c:v>
                </c:pt>
                <c:pt idx="811">
                  <c:v>44579</c:v>
                </c:pt>
                <c:pt idx="812">
                  <c:v>44578</c:v>
                </c:pt>
                <c:pt idx="813">
                  <c:v>44575</c:v>
                </c:pt>
                <c:pt idx="814">
                  <c:v>44574</c:v>
                </c:pt>
                <c:pt idx="815">
                  <c:v>44573</c:v>
                </c:pt>
                <c:pt idx="816">
                  <c:v>44572</c:v>
                </c:pt>
                <c:pt idx="817">
                  <c:v>44571</c:v>
                </c:pt>
                <c:pt idx="818">
                  <c:v>44568</c:v>
                </c:pt>
                <c:pt idx="819">
                  <c:v>44567</c:v>
                </c:pt>
                <c:pt idx="820">
                  <c:v>44566</c:v>
                </c:pt>
                <c:pt idx="821">
                  <c:v>44565</c:v>
                </c:pt>
                <c:pt idx="822">
                  <c:v>44558</c:v>
                </c:pt>
                <c:pt idx="823">
                  <c:v>44554</c:v>
                </c:pt>
                <c:pt idx="824">
                  <c:v>44553</c:v>
                </c:pt>
                <c:pt idx="825">
                  <c:v>44552</c:v>
                </c:pt>
                <c:pt idx="826">
                  <c:v>44551</c:v>
                </c:pt>
                <c:pt idx="827">
                  <c:v>44550</c:v>
                </c:pt>
                <c:pt idx="828">
                  <c:v>44547</c:v>
                </c:pt>
                <c:pt idx="829">
                  <c:v>44546</c:v>
                </c:pt>
                <c:pt idx="830">
                  <c:v>44545</c:v>
                </c:pt>
                <c:pt idx="831">
                  <c:v>44544</c:v>
                </c:pt>
                <c:pt idx="832">
                  <c:v>44543</c:v>
                </c:pt>
                <c:pt idx="833">
                  <c:v>44540</c:v>
                </c:pt>
                <c:pt idx="834">
                  <c:v>44539</c:v>
                </c:pt>
                <c:pt idx="835">
                  <c:v>44538</c:v>
                </c:pt>
                <c:pt idx="836">
                  <c:v>44537</c:v>
                </c:pt>
                <c:pt idx="837">
                  <c:v>44536</c:v>
                </c:pt>
                <c:pt idx="838">
                  <c:v>44533</c:v>
                </c:pt>
                <c:pt idx="839">
                  <c:v>44532</c:v>
                </c:pt>
                <c:pt idx="840">
                  <c:v>44531</c:v>
                </c:pt>
                <c:pt idx="841">
                  <c:v>44530</c:v>
                </c:pt>
                <c:pt idx="842">
                  <c:v>44529</c:v>
                </c:pt>
                <c:pt idx="843">
                  <c:v>44526</c:v>
                </c:pt>
                <c:pt idx="844">
                  <c:v>44525</c:v>
                </c:pt>
                <c:pt idx="845">
                  <c:v>44524</c:v>
                </c:pt>
                <c:pt idx="846">
                  <c:v>44523</c:v>
                </c:pt>
                <c:pt idx="847">
                  <c:v>44522</c:v>
                </c:pt>
                <c:pt idx="848">
                  <c:v>44519</c:v>
                </c:pt>
                <c:pt idx="849">
                  <c:v>44518</c:v>
                </c:pt>
                <c:pt idx="850">
                  <c:v>44517</c:v>
                </c:pt>
                <c:pt idx="851">
                  <c:v>44516</c:v>
                </c:pt>
                <c:pt idx="852">
                  <c:v>44515</c:v>
                </c:pt>
                <c:pt idx="853">
                  <c:v>44512</c:v>
                </c:pt>
                <c:pt idx="854">
                  <c:v>44511</c:v>
                </c:pt>
                <c:pt idx="855">
                  <c:v>44510</c:v>
                </c:pt>
                <c:pt idx="856">
                  <c:v>44509</c:v>
                </c:pt>
                <c:pt idx="857">
                  <c:v>44508</c:v>
                </c:pt>
                <c:pt idx="858">
                  <c:v>44505</c:v>
                </c:pt>
                <c:pt idx="859">
                  <c:v>44504</c:v>
                </c:pt>
                <c:pt idx="860">
                  <c:v>44503</c:v>
                </c:pt>
                <c:pt idx="861">
                  <c:v>44502</c:v>
                </c:pt>
                <c:pt idx="862">
                  <c:v>44501</c:v>
                </c:pt>
                <c:pt idx="863">
                  <c:v>44498</c:v>
                </c:pt>
                <c:pt idx="864">
                  <c:v>44497</c:v>
                </c:pt>
                <c:pt idx="865">
                  <c:v>44496</c:v>
                </c:pt>
                <c:pt idx="866">
                  <c:v>44495</c:v>
                </c:pt>
                <c:pt idx="867">
                  <c:v>44494</c:v>
                </c:pt>
                <c:pt idx="868">
                  <c:v>44491</c:v>
                </c:pt>
                <c:pt idx="869">
                  <c:v>44490</c:v>
                </c:pt>
                <c:pt idx="870">
                  <c:v>44489</c:v>
                </c:pt>
                <c:pt idx="871">
                  <c:v>44488</c:v>
                </c:pt>
                <c:pt idx="872">
                  <c:v>44487</c:v>
                </c:pt>
                <c:pt idx="873">
                  <c:v>44484</c:v>
                </c:pt>
                <c:pt idx="874">
                  <c:v>44481</c:v>
                </c:pt>
                <c:pt idx="875">
                  <c:v>44480</c:v>
                </c:pt>
                <c:pt idx="876">
                  <c:v>44477</c:v>
                </c:pt>
                <c:pt idx="877">
                  <c:v>44467</c:v>
                </c:pt>
                <c:pt idx="878">
                  <c:v>44466</c:v>
                </c:pt>
                <c:pt idx="879">
                  <c:v>44463</c:v>
                </c:pt>
                <c:pt idx="880">
                  <c:v>44462</c:v>
                </c:pt>
                <c:pt idx="881">
                  <c:v>44454</c:v>
                </c:pt>
                <c:pt idx="882">
                  <c:v>44453</c:v>
                </c:pt>
                <c:pt idx="883">
                  <c:v>44452</c:v>
                </c:pt>
                <c:pt idx="884">
                  <c:v>44449</c:v>
                </c:pt>
                <c:pt idx="885">
                  <c:v>44448</c:v>
                </c:pt>
                <c:pt idx="886">
                  <c:v>44447</c:v>
                </c:pt>
                <c:pt idx="887">
                  <c:v>44446</c:v>
                </c:pt>
                <c:pt idx="888">
                  <c:v>44445</c:v>
                </c:pt>
                <c:pt idx="889">
                  <c:v>44442</c:v>
                </c:pt>
                <c:pt idx="890">
                  <c:v>44441</c:v>
                </c:pt>
                <c:pt idx="891">
                  <c:v>44440</c:v>
                </c:pt>
                <c:pt idx="892">
                  <c:v>44439</c:v>
                </c:pt>
                <c:pt idx="893">
                  <c:v>44438</c:v>
                </c:pt>
                <c:pt idx="894">
                  <c:v>44435</c:v>
                </c:pt>
                <c:pt idx="895">
                  <c:v>44434</c:v>
                </c:pt>
                <c:pt idx="896">
                  <c:v>44433</c:v>
                </c:pt>
                <c:pt idx="897">
                  <c:v>44432</c:v>
                </c:pt>
                <c:pt idx="898">
                  <c:v>44431</c:v>
                </c:pt>
                <c:pt idx="899">
                  <c:v>44428</c:v>
                </c:pt>
                <c:pt idx="900">
                  <c:v>44427</c:v>
                </c:pt>
                <c:pt idx="901">
                  <c:v>44426</c:v>
                </c:pt>
                <c:pt idx="902">
                  <c:v>44425</c:v>
                </c:pt>
                <c:pt idx="903">
                  <c:v>44424</c:v>
                </c:pt>
                <c:pt idx="904">
                  <c:v>44421</c:v>
                </c:pt>
                <c:pt idx="905">
                  <c:v>44420</c:v>
                </c:pt>
                <c:pt idx="906">
                  <c:v>44419</c:v>
                </c:pt>
                <c:pt idx="907">
                  <c:v>44418</c:v>
                </c:pt>
                <c:pt idx="908">
                  <c:v>44417</c:v>
                </c:pt>
                <c:pt idx="909">
                  <c:v>44414</c:v>
                </c:pt>
                <c:pt idx="910">
                  <c:v>44413</c:v>
                </c:pt>
                <c:pt idx="911">
                  <c:v>44412</c:v>
                </c:pt>
                <c:pt idx="912">
                  <c:v>44411</c:v>
                </c:pt>
                <c:pt idx="913">
                  <c:v>44410</c:v>
                </c:pt>
                <c:pt idx="914">
                  <c:v>44407</c:v>
                </c:pt>
                <c:pt idx="915">
                  <c:v>44406</c:v>
                </c:pt>
                <c:pt idx="916">
                  <c:v>44405</c:v>
                </c:pt>
                <c:pt idx="917">
                  <c:v>44404</c:v>
                </c:pt>
                <c:pt idx="918">
                  <c:v>44403</c:v>
                </c:pt>
                <c:pt idx="919">
                  <c:v>44400</c:v>
                </c:pt>
                <c:pt idx="920">
                  <c:v>44399</c:v>
                </c:pt>
                <c:pt idx="921">
                  <c:v>44398</c:v>
                </c:pt>
                <c:pt idx="922">
                  <c:v>44397</c:v>
                </c:pt>
                <c:pt idx="923">
                  <c:v>44396</c:v>
                </c:pt>
                <c:pt idx="924">
                  <c:v>44393</c:v>
                </c:pt>
                <c:pt idx="925">
                  <c:v>44392</c:v>
                </c:pt>
                <c:pt idx="926">
                  <c:v>44391</c:v>
                </c:pt>
                <c:pt idx="927">
                  <c:v>44390</c:v>
                </c:pt>
                <c:pt idx="928">
                  <c:v>44389</c:v>
                </c:pt>
                <c:pt idx="929">
                  <c:v>44386</c:v>
                </c:pt>
                <c:pt idx="930">
                  <c:v>44385</c:v>
                </c:pt>
                <c:pt idx="931">
                  <c:v>44384</c:v>
                </c:pt>
                <c:pt idx="932">
                  <c:v>44383</c:v>
                </c:pt>
                <c:pt idx="933">
                  <c:v>44382</c:v>
                </c:pt>
                <c:pt idx="934">
                  <c:v>44379</c:v>
                </c:pt>
                <c:pt idx="935">
                  <c:v>44377</c:v>
                </c:pt>
                <c:pt idx="936">
                  <c:v>44376</c:v>
                </c:pt>
                <c:pt idx="937">
                  <c:v>44375</c:v>
                </c:pt>
                <c:pt idx="938">
                  <c:v>44372</c:v>
                </c:pt>
                <c:pt idx="939">
                  <c:v>44371</c:v>
                </c:pt>
                <c:pt idx="940">
                  <c:v>44370</c:v>
                </c:pt>
                <c:pt idx="941">
                  <c:v>44369</c:v>
                </c:pt>
                <c:pt idx="942">
                  <c:v>44368</c:v>
                </c:pt>
                <c:pt idx="943">
                  <c:v>44365</c:v>
                </c:pt>
                <c:pt idx="944">
                  <c:v>44364</c:v>
                </c:pt>
                <c:pt idx="945">
                  <c:v>44363</c:v>
                </c:pt>
                <c:pt idx="946">
                  <c:v>44362</c:v>
                </c:pt>
                <c:pt idx="947">
                  <c:v>44358</c:v>
                </c:pt>
                <c:pt idx="948">
                  <c:v>44357</c:v>
                </c:pt>
                <c:pt idx="949">
                  <c:v>44356</c:v>
                </c:pt>
                <c:pt idx="950">
                  <c:v>44355</c:v>
                </c:pt>
                <c:pt idx="951">
                  <c:v>44354</c:v>
                </c:pt>
                <c:pt idx="952">
                  <c:v>44351</c:v>
                </c:pt>
                <c:pt idx="953">
                  <c:v>44350</c:v>
                </c:pt>
                <c:pt idx="954">
                  <c:v>44349</c:v>
                </c:pt>
                <c:pt idx="955">
                  <c:v>44348</c:v>
                </c:pt>
                <c:pt idx="956">
                  <c:v>44347</c:v>
                </c:pt>
                <c:pt idx="957">
                  <c:v>44344</c:v>
                </c:pt>
                <c:pt idx="958">
                  <c:v>44343</c:v>
                </c:pt>
                <c:pt idx="959">
                  <c:v>44342</c:v>
                </c:pt>
                <c:pt idx="960">
                  <c:v>44341</c:v>
                </c:pt>
                <c:pt idx="961">
                  <c:v>44340</c:v>
                </c:pt>
                <c:pt idx="962">
                  <c:v>44337</c:v>
                </c:pt>
                <c:pt idx="963">
                  <c:v>44336</c:v>
                </c:pt>
                <c:pt idx="964">
                  <c:v>44334</c:v>
                </c:pt>
                <c:pt idx="965">
                  <c:v>44333</c:v>
                </c:pt>
                <c:pt idx="966">
                  <c:v>44330</c:v>
                </c:pt>
                <c:pt idx="967">
                  <c:v>44329</c:v>
                </c:pt>
                <c:pt idx="968">
                  <c:v>44328</c:v>
                </c:pt>
                <c:pt idx="969">
                  <c:v>44327</c:v>
                </c:pt>
                <c:pt idx="970">
                  <c:v>44326</c:v>
                </c:pt>
                <c:pt idx="971">
                  <c:v>44323</c:v>
                </c:pt>
                <c:pt idx="972">
                  <c:v>44322</c:v>
                </c:pt>
                <c:pt idx="973">
                  <c:v>44314</c:v>
                </c:pt>
                <c:pt idx="974">
                  <c:v>44313</c:v>
                </c:pt>
                <c:pt idx="975">
                  <c:v>44312</c:v>
                </c:pt>
                <c:pt idx="976">
                  <c:v>44309</c:v>
                </c:pt>
                <c:pt idx="977">
                  <c:v>44308</c:v>
                </c:pt>
                <c:pt idx="978">
                  <c:v>44307</c:v>
                </c:pt>
                <c:pt idx="979">
                  <c:v>44306</c:v>
                </c:pt>
                <c:pt idx="980">
                  <c:v>44305</c:v>
                </c:pt>
                <c:pt idx="981">
                  <c:v>44302</c:v>
                </c:pt>
                <c:pt idx="982">
                  <c:v>44301</c:v>
                </c:pt>
                <c:pt idx="983">
                  <c:v>44300</c:v>
                </c:pt>
                <c:pt idx="984">
                  <c:v>44299</c:v>
                </c:pt>
                <c:pt idx="985">
                  <c:v>44298</c:v>
                </c:pt>
                <c:pt idx="986">
                  <c:v>44295</c:v>
                </c:pt>
                <c:pt idx="987">
                  <c:v>44294</c:v>
                </c:pt>
                <c:pt idx="988">
                  <c:v>44293</c:v>
                </c:pt>
                <c:pt idx="989">
                  <c:v>44287</c:v>
                </c:pt>
                <c:pt idx="990">
                  <c:v>44286</c:v>
                </c:pt>
                <c:pt idx="991">
                  <c:v>44285</c:v>
                </c:pt>
                <c:pt idx="992">
                  <c:v>44284</c:v>
                </c:pt>
                <c:pt idx="993">
                  <c:v>44281</c:v>
                </c:pt>
                <c:pt idx="994">
                  <c:v>44280</c:v>
                </c:pt>
                <c:pt idx="995">
                  <c:v>44279</c:v>
                </c:pt>
                <c:pt idx="996">
                  <c:v>44278</c:v>
                </c:pt>
                <c:pt idx="997">
                  <c:v>44277</c:v>
                </c:pt>
                <c:pt idx="998">
                  <c:v>44274</c:v>
                </c:pt>
                <c:pt idx="999">
                  <c:v>44273</c:v>
                </c:pt>
                <c:pt idx="1000">
                  <c:v>44272</c:v>
                </c:pt>
                <c:pt idx="1001">
                  <c:v>44271</c:v>
                </c:pt>
                <c:pt idx="1002">
                  <c:v>44270</c:v>
                </c:pt>
                <c:pt idx="1003">
                  <c:v>44267</c:v>
                </c:pt>
                <c:pt idx="1004">
                  <c:v>44266</c:v>
                </c:pt>
                <c:pt idx="1005">
                  <c:v>44265</c:v>
                </c:pt>
                <c:pt idx="1006">
                  <c:v>44264</c:v>
                </c:pt>
                <c:pt idx="1007">
                  <c:v>44263</c:v>
                </c:pt>
                <c:pt idx="1008">
                  <c:v>44260</c:v>
                </c:pt>
                <c:pt idx="1009">
                  <c:v>44259</c:v>
                </c:pt>
                <c:pt idx="1010">
                  <c:v>44258</c:v>
                </c:pt>
                <c:pt idx="1011">
                  <c:v>44257</c:v>
                </c:pt>
                <c:pt idx="1012">
                  <c:v>44256</c:v>
                </c:pt>
                <c:pt idx="1013">
                  <c:v>44253</c:v>
                </c:pt>
                <c:pt idx="1014">
                  <c:v>44252</c:v>
                </c:pt>
                <c:pt idx="1015">
                  <c:v>44251</c:v>
                </c:pt>
                <c:pt idx="1016">
                  <c:v>44250</c:v>
                </c:pt>
                <c:pt idx="1017">
                  <c:v>44249</c:v>
                </c:pt>
                <c:pt idx="1018">
                  <c:v>44246</c:v>
                </c:pt>
                <c:pt idx="1019">
                  <c:v>44245</c:v>
                </c:pt>
                <c:pt idx="1020">
                  <c:v>44235</c:v>
                </c:pt>
                <c:pt idx="1021">
                  <c:v>44232</c:v>
                </c:pt>
                <c:pt idx="1022">
                  <c:v>44231</c:v>
                </c:pt>
                <c:pt idx="1023">
                  <c:v>44230</c:v>
                </c:pt>
                <c:pt idx="1024">
                  <c:v>44229</c:v>
                </c:pt>
                <c:pt idx="1025">
                  <c:v>44228</c:v>
                </c:pt>
                <c:pt idx="1026">
                  <c:v>44225</c:v>
                </c:pt>
                <c:pt idx="1027">
                  <c:v>44224</c:v>
                </c:pt>
                <c:pt idx="1028">
                  <c:v>44223</c:v>
                </c:pt>
                <c:pt idx="1029">
                  <c:v>44222</c:v>
                </c:pt>
                <c:pt idx="1030">
                  <c:v>44221</c:v>
                </c:pt>
                <c:pt idx="1031">
                  <c:v>44218</c:v>
                </c:pt>
                <c:pt idx="1032">
                  <c:v>44217</c:v>
                </c:pt>
                <c:pt idx="1033">
                  <c:v>44216</c:v>
                </c:pt>
                <c:pt idx="1034">
                  <c:v>44215</c:v>
                </c:pt>
                <c:pt idx="1035">
                  <c:v>44214</c:v>
                </c:pt>
                <c:pt idx="1036">
                  <c:v>44211</c:v>
                </c:pt>
                <c:pt idx="1037">
                  <c:v>44210</c:v>
                </c:pt>
                <c:pt idx="1038">
                  <c:v>44209</c:v>
                </c:pt>
                <c:pt idx="1039">
                  <c:v>44208</c:v>
                </c:pt>
                <c:pt idx="1040">
                  <c:v>44207</c:v>
                </c:pt>
                <c:pt idx="1041">
                  <c:v>44204</c:v>
                </c:pt>
                <c:pt idx="1042">
                  <c:v>44203</c:v>
                </c:pt>
                <c:pt idx="1043">
                  <c:v>44202</c:v>
                </c:pt>
                <c:pt idx="1044">
                  <c:v>44201</c:v>
                </c:pt>
                <c:pt idx="1045">
                  <c:v>44200</c:v>
                </c:pt>
                <c:pt idx="1046">
                  <c:v>44196</c:v>
                </c:pt>
                <c:pt idx="1047">
                  <c:v>44195</c:v>
                </c:pt>
                <c:pt idx="1048">
                  <c:v>44194</c:v>
                </c:pt>
                <c:pt idx="1049">
                  <c:v>44193</c:v>
                </c:pt>
                <c:pt idx="1050">
                  <c:v>44189</c:v>
                </c:pt>
                <c:pt idx="1051">
                  <c:v>44188</c:v>
                </c:pt>
                <c:pt idx="1052">
                  <c:v>44187</c:v>
                </c:pt>
                <c:pt idx="1053">
                  <c:v>44186</c:v>
                </c:pt>
                <c:pt idx="1054">
                  <c:v>44183</c:v>
                </c:pt>
                <c:pt idx="1055">
                  <c:v>44182</c:v>
                </c:pt>
                <c:pt idx="1056">
                  <c:v>44181</c:v>
                </c:pt>
                <c:pt idx="1057">
                  <c:v>44180</c:v>
                </c:pt>
                <c:pt idx="1058">
                  <c:v>44179</c:v>
                </c:pt>
                <c:pt idx="1059">
                  <c:v>44176</c:v>
                </c:pt>
                <c:pt idx="1060">
                  <c:v>44175</c:v>
                </c:pt>
                <c:pt idx="1061">
                  <c:v>44174</c:v>
                </c:pt>
                <c:pt idx="1062">
                  <c:v>44173</c:v>
                </c:pt>
                <c:pt idx="1063">
                  <c:v>44172</c:v>
                </c:pt>
                <c:pt idx="1064">
                  <c:v>44169</c:v>
                </c:pt>
                <c:pt idx="1065">
                  <c:v>44168</c:v>
                </c:pt>
                <c:pt idx="1066">
                  <c:v>44167</c:v>
                </c:pt>
                <c:pt idx="1067">
                  <c:v>44166</c:v>
                </c:pt>
                <c:pt idx="1068">
                  <c:v>44165</c:v>
                </c:pt>
                <c:pt idx="1069">
                  <c:v>44162</c:v>
                </c:pt>
                <c:pt idx="1070">
                  <c:v>44161</c:v>
                </c:pt>
                <c:pt idx="1071">
                  <c:v>44160</c:v>
                </c:pt>
                <c:pt idx="1072">
                  <c:v>44159</c:v>
                </c:pt>
                <c:pt idx="1073">
                  <c:v>44158</c:v>
                </c:pt>
                <c:pt idx="1074">
                  <c:v>44155</c:v>
                </c:pt>
                <c:pt idx="1075">
                  <c:v>44154</c:v>
                </c:pt>
                <c:pt idx="1076">
                  <c:v>44153</c:v>
                </c:pt>
                <c:pt idx="1077">
                  <c:v>44152</c:v>
                </c:pt>
                <c:pt idx="1078">
                  <c:v>44151</c:v>
                </c:pt>
                <c:pt idx="1079">
                  <c:v>44148</c:v>
                </c:pt>
                <c:pt idx="1080">
                  <c:v>44147</c:v>
                </c:pt>
                <c:pt idx="1081">
                  <c:v>44146</c:v>
                </c:pt>
                <c:pt idx="1082">
                  <c:v>44145</c:v>
                </c:pt>
                <c:pt idx="1083">
                  <c:v>44144</c:v>
                </c:pt>
                <c:pt idx="1084">
                  <c:v>44141</c:v>
                </c:pt>
                <c:pt idx="1085">
                  <c:v>44140</c:v>
                </c:pt>
                <c:pt idx="1086">
                  <c:v>44139</c:v>
                </c:pt>
                <c:pt idx="1087">
                  <c:v>44138</c:v>
                </c:pt>
                <c:pt idx="1088">
                  <c:v>44137</c:v>
                </c:pt>
                <c:pt idx="1089">
                  <c:v>44134</c:v>
                </c:pt>
                <c:pt idx="1090">
                  <c:v>44133</c:v>
                </c:pt>
                <c:pt idx="1091">
                  <c:v>44132</c:v>
                </c:pt>
                <c:pt idx="1092">
                  <c:v>44131</c:v>
                </c:pt>
                <c:pt idx="1093">
                  <c:v>44127</c:v>
                </c:pt>
                <c:pt idx="1094">
                  <c:v>44126</c:v>
                </c:pt>
                <c:pt idx="1095">
                  <c:v>44125</c:v>
                </c:pt>
                <c:pt idx="1096">
                  <c:v>44124</c:v>
                </c:pt>
                <c:pt idx="1097">
                  <c:v>44123</c:v>
                </c:pt>
                <c:pt idx="1098">
                  <c:v>44120</c:v>
                </c:pt>
                <c:pt idx="1099">
                  <c:v>44119</c:v>
                </c:pt>
                <c:pt idx="1100">
                  <c:v>44118</c:v>
                </c:pt>
                <c:pt idx="1101">
                  <c:v>44116</c:v>
                </c:pt>
                <c:pt idx="1102">
                  <c:v>44113</c:v>
                </c:pt>
                <c:pt idx="1103">
                  <c:v>44102</c:v>
                </c:pt>
                <c:pt idx="1104">
                  <c:v>44099</c:v>
                </c:pt>
                <c:pt idx="1105">
                  <c:v>44098</c:v>
                </c:pt>
                <c:pt idx="1106">
                  <c:v>44097</c:v>
                </c:pt>
                <c:pt idx="1107">
                  <c:v>44096</c:v>
                </c:pt>
                <c:pt idx="1108">
                  <c:v>44095</c:v>
                </c:pt>
                <c:pt idx="1109">
                  <c:v>44092</c:v>
                </c:pt>
                <c:pt idx="1110">
                  <c:v>44091</c:v>
                </c:pt>
                <c:pt idx="1111">
                  <c:v>44090</c:v>
                </c:pt>
                <c:pt idx="1112">
                  <c:v>44089</c:v>
                </c:pt>
                <c:pt idx="1113">
                  <c:v>44088</c:v>
                </c:pt>
                <c:pt idx="1114">
                  <c:v>44085</c:v>
                </c:pt>
                <c:pt idx="1115">
                  <c:v>44084</c:v>
                </c:pt>
                <c:pt idx="1116">
                  <c:v>44083</c:v>
                </c:pt>
                <c:pt idx="1117">
                  <c:v>44082</c:v>
                </c:pt>
                <c:pt idx="1118">
                  <c:v>44081</c:v>
                </c:pt>
                <c:pt idx="1119">
                  <c:v>44078</c:v>
                </c:pt>
                <c:pt idx="1120">
                  <c:v>44077</c:v>
                </c:pt>
                <c:pt idx="1121">
                  <c:v>44076</c:v>
                </c:pt>
                <c:pt idx="1122">
                  <c:v>44075</c:v>
                </c:pt>
                <c:pt idx="1123">
                  <c:v>44074</c:v>
                </c:pt>
                <c:pt idx="1124">
                  <c:v>44071</c:v>
                </c:pt>
                <c:pt idx="1125">
                  <c:v>44070</c:v>
                </c:pt>
                <c:pt idx="1126">
                  <c:v>44069</c:v>
                </c:pt>
                <c:pt idx="1127">
                  <c:v>44068</c:v>
                </c:pt>
                <c:pt idx="1128">
                  <c:v>44067</c:v>
                </c:pt>
                <c:pt idx="1129">
                  <c:v>44064</c:v>
                </c:pt>
                <c:pt idx="1130">
                  <c:v>44063</c:v>
                </c:pt>
                <c:pt idx="1131">
                  <c:v>44062</c:v>
                </c:pt>
                <c:pt idx="1132">
                  <c:v>44061</c:v>
                </c:pt>
                <c:pt idx="1133">
                  <c:v>44060</c:v>
                </c:pt>
                <c:pt idx="1134">
                  <c:v>44057</c:v>
                </c:pt>
                <c:pt idx="1135">
                  <c:v>44056</c:v>
                </c:pt>
                <c:pt idx="1136">
                  <c:v>44055</c:v>
                </c:pt>
                <c:pt idx="1137">
                  <c:v>44054</c:v>
                </c:pt>
                <c:pt idx="1138">
                  <c:v>44053</c:v>
                </c:pt>
                <c:pt idx="1139">
                  <c:v>44050</c:v>
                </c:pt>
                <c:pt idx="1140">
                  <c:v>44049</c:v>
                </c:pt>
                <c:pt idx="1141">
                  <c:v>44048</c:v>
                </c:pt>
                <c:pt idx="1142">
                  <c:v>44047</c:v>
                </c:pt>
                <c:pt idx="1143">
                  <c:v>44046</c:v>
                </c:pt>
                <c:pt idx="1144">
                  <c:v>44043</c:v>
                </c:pt>
                <c:pt idx="1145">
                  <c:v>44042</c:v>
                </c:pt>
                <c:pt idx="1146">
                  <c:v>44041</c:v>
                </c:pt>
                <c:pt idx="1147">
                  <c:v>44040</c:v>
                </c:pt>
                <c:pt idx="1148">
                  <c:v>44039</c:v>
                </c:pt>
                <c:pt idx="1149">
                  <c:v>44036</c:v>
                </c:pt>
                <c:pt idx="1150">
                  <c:v>44035</c:v>
                </c:pt>
                <c:pt idx="1151">
                  <c:v>44034</c:v>
                </c:pt>
                <c:pt idx="1152">
                  <c:v>44033</c:v>
                </c:pt>
                <c:pt idx="1153">
                  <c:v>44032</c:v>
                </c:pt>
                <c:pt idx="1154">
                  <c:v>44029</c:v>
                </c:pt>
                <c:pt idx="1155">
                  <c:v>44028</c:v>
                </c:pt>
                <c:pt idx="1156">
                  <c:v>44027</c:v>
                </c:pt>
                <c:pt idx="1157">
                  <c:v>44026</c:v>
                </c:pt>
                <c:pt idx="1158">
                  <c:v>44025</c:v>
                </c:pt>
                <c:pt idx="1159">
                  <c:v>44022</c:v>
                </c:pt>
                <c:pt idx="1160">
                  <c:v>44021</c:v>
                </c:pt>
                <c:pt idx="1161">
                  <c:v>44020</c:v>
                </c:pt>
                <c:pt idx="1162">
                  <c:v>44019</c:v>
                </c:pt>
                <c:pt idx="1163">
                  <c:v>44018</c:v>
                </c:pt>
                <c:pt idx="1164">
                  <c:v>44015</c:v>
                </c:pt>
                <c:pt idx="1165">
                  <c:v>44014</c:v>
                </c:pt>
                <c:pt idx="1166">
                  <c:v>44012</c:v>
                </c:pt>
                <c:pt idx="1167">
                  <c:v>44011</c:v>
                </c:pt>
                <c:pt idx="1168">
                  <c:v>44004</c:v>
                </c:pt>
                <c:pt idx="1169">
                  <c:v>44001</c:v>
                </c:pt>
                <c:pt idx="1170">
                  <c:v>44000</c:v>
                </c:pt>
                <c:pt idx="1171">
                  <c:v>43999</c:v>
                </c:pt>
                <c:pt idx="1172">
                  <c:v>43998</c:v>
                </c:pt>
                <c:pt idx="1173">
                  <c:v>43997</c:v>
                </c:pt>
                <c:pt idx="1174">
                  <c:v>43994</c:v>
                </c:pt>
                <c:pt idx="1175">
                  <c:v>43993</c:v>
                </c:pt>
                <c:pt idx="1176">
                  <c:v>43992</c:v>
                </c:pt>
                <c:pt idx="1177">
                  <c:v>43991</c:v>
                </c:pt>
                <c:pt idx="1178">
                  <c:v>43990</c:v>
                </c:pt>
                <c:pt idx="1179">
                  <c:v>43987</c:v>
                </c:pt>
                <c:pt idx="1180">
                  <c:v>43986</c:v>
                </c:pt>
                <c:pt idx="1181">
                  <c:v>43985</c:v>
                </c:pt>
                <c:pt idx="1182">
                  <c:v>43984</c:v>
                </c:pt>
                <c:pt idx="1183">
                  <c:v>43983</c:v>
                </c:pt>
                <c:pt idx="1184">
                  <c:v>43980</c:v>
                </c:pt>
                <c:pt idx="1185">
                  <c:v>43979</c:v>
                </c:pt>
                <c:pt idx="1186">
                  <c:v>43978</c:v>
                </c:pt>
                <c:pt idx="1187">
                  <c:v>43977</c:v>
                </c:pt>
                <c:pt idx="1188">
                  <c:v>43976</c:v>
                </c:pt>
                <c:pt idx="1189">
                  <c:v>43973</c:v>
                </c:pt>
                <c:pt idx="1190">
                  <c:v>43972</c:v>
                </c:pt>
                <c:pt idx="1191">
                  <c:v>43971</c:v>
                </c:pt>
                <c:pt idx="1192">
                  <c:v>43970</c:v>
                </c:pt>
                <c:pt idx="1193">
                  <c:v>43969</c:v>
                </c:pt>
                <c:pt idx="1194">
                  <c:v>43966</c:v>
                </c:pt>
                <c:pt idx="1195">
                  <c:v>43965</c:v>
                </c:pt>
                <c:pt idx="1196">
                  <c:v>43964</c:v>
                </c:pt>
                <c:pt idx="1197">
                  <c:v>43963</c:v>
                </c:pt>
                <c:pt idx="1198">
                  <c:v>43962</c:v>
                </c:pt>
                <c:pt idx="1199">
                  <c:v>43959</c:v>
                </c:pt>
                <c:pt idx="1200">
                  <c:v>43958</c:v>
                </c:pt>
                <c:pt idx="1201">
                  <c:v>43957</c:v>
                </c:pt>
                <c:pt idx="1202">
                  <c:v>43948</c:v>
                </c:pt>
                <c:pt idx="1203">
                  <c:v>43945</c:v>
                </c:pt>
                <c:pt idx="1204">
                  <c:v>43944</c:v>
                </c:pt>
                <c:pt idx="1205">
                  <c:v>43943</c:v>
                </c:pt>
                <c:pt idx="1206">
                  <c:v>43942</c:v>
                </c:pt>
                <c:pt idx="1207">
                  <c:v>43941</c:v>
                </c:pt>
                <c:pt idx="1208">
                  <c:v>43938</c:v>
                </c:pt>
                <c:pt idx="1209">
                  <c:v>43937</c:v>
                </c:pt>
                <c:pt idx="1210">
                  <c:v>43936</c:v>
                </c:pt>
                <c:pt idx="1211">
                  <c:v>43935</c:v>
                </c:pt>
                <c:pt idx="1212">
                  <c:v>43930</c:v>
                </c:pt>
                <c:pt idx="1213">
                  <c:v>43929</c:v>
                </c:pt>
                <c:pt idx="1214">
                  <c:v>43928</c:v>
                </c:pt>
                <c:pt idx="1215">
                  <c:v>43922</c:v>
                </c:pt>
                <c:pt idx="1216">
                  <c:v>43921</c:v>
                </c:pt>
                <c:pt idx="1217">
                  <c:v>43920</c:v>
                </c:pt>
                <c:pt idx="1218">
                  <c:v>43917</c:v>
                </c:pt>
                <c:pt idx="1219">
                  <c:v>43916</c:v>
                </c:pt>
                <c:pt idx="1220">
                  <c:v>43915</c:v>
                </c:pt>
                <c:pt idx="1221">
                  <c:v>43914</c:v>
                </c:pt>
                <c:pt idx="1222">
                  <c:v>43913</c:v>
                </c:pt>
                <c:pt idx="1223">
                  <c:v>43910</c:v>
                </c:pt>
                <c:pt idx="1224">
                  <c:v>43909</c:v>
                </c:pt>
                <c:pt idx="1225">
                  <c:v>43908</c:v>
                </c:pt>
                <c:pt idx="1226">
                  <c:v>43907</c:v>
                </c:pt>
                <c:pt idx="1227">
                  <c:v>43906</c:v>
                </c:pt>
                <c:pt idx="1228">
                  <c:v>43903</c:v>
                </c:pt>
                <c:pt idx="1229">
                  <c:v>43902</c:v>
                </c:pt>
                <c:pt idx="1230">
                  <c:v>43901</c:v>
                </c:pt>
                <c:pt idx="1231">
                  <c:v>43900</c:v>
                </c:pt>
                <c:pt idx="1232">
                  <c:v>43899</c:v>
                </c:pt>
                <c:pt idx="1233">
                  <c:v>43896</c:v>
                </c:pt>
                <c:pt idx="1234">
                  <c:v>43895</c:v>
                </c:pt>
                <c:pt idx="1235">
                  <c:v>43894</c:v>
                </c:pt>
                <c:pt idx="1236">
                  <c:v>43893</c:v>
                </c:pt>
                <c:pt idx="1237">
                  <c:v>43892</c:v>
                </c:pt>
                <c:pt idx="1238">
                  <c:v>43889</c:v>
                </c:pt>
                <c:pt idx="1239">
                  <c:v>43888</c:v>
                </c:pt>
                <c:pt idx="1240">
                  <c:v>43887</c:v>
                </c:pt>
                <c:pt idx="1241">
                  <c:v>43886</c:v>
                </c:pt>
                <c:pt idx="1242">
                  <c:v>43885</c:v>
                </c:pt>
                <c:pt idx="1243">
                  <c:v>43882</c:v>
                </c:pt>
                <c:pt idx="1244">
                  <c:v>43881</c:v>
                </c:pt>
                <c:pt idx="1245">
                  <c:v>43880</c:v>
                </c:pt>
                <c:pt idx="1246">
                  <c:v>43879</c:v>
                </c:pt>
                <c:pt idx="1247">
                  <c:v>43878</c:v>
                </c:pt>
                <c:pt idx="1248">
                  <c:v>43875</c:v>
                </c:pt>
                <c:pt idx="1249">
                  <c:v>43874</c:v>
                </c:pt>
                <c:pt idx="1250">
                  <c:v>43873</c:v>
                </c:pt>
                <c:pt idx="1251">
                  <c:v>43872</c:v>
                </c:pt>
                <c:pt idx="1252">
                  <c:v>43871</c:v>
                </c:pt>
                <c:pt idx="1253">
                  <c:v>43868</c:v>
                </c:pt>
                <c:pt idx="1254">
                  <c:v>43867</c:v>
                </c:pt>
                <c:pt idx="1255">
                  <c:v>43866</c:v>
                </c:pt>
                <c:pt idx="1256">
                  <c:v>43865</c:v>
                </c:pt>
                <c:pt idx="1257">
                  <c:v>43864</c:v>
                </c:pt>
                <c:pt idx="1258">
                  <c:v>43851</c:v>
                </c:pt>
                <c:pt idx="1259">
                  <c:v>43850</c:v>
                </c:pt>
                <c:pt idx="1260">
                  <c:v>43847</c:v>
                </c:pt>
                <c:pt idx="1261">
                  <c:v>43846</c:v>
                </c:pt>
                <c:pt idx="1262">
                  <c:v>43845</c:v>
                </c:pt>
                <c:pt idx="1263">
                  <c:v>43844</c:v>
                </c:pt>
                <c:pt idx="1264">
                  <c:v>43843</c:v>
                </c:pt>
                <c:pt idx="1265">
                  <c:v>43840</c:v>
                </c:pt>
                <c:pt idx="1266">
                  <c:v>43839</c:v>
                </c:pt>
                <c:pt idx="1267">
                  <c:v>43838</c:v>
                </c:pt>
                <c:pt idx="1268">
                  <c:v>43837</c:v>
                </c:pt>
                <c:pt idx="1269">
                  <c:v>43836</c:v>
                </c:pt>
                <c:pt idx="1270">
                  <c:v>43833</c:v>
                </c:pt>
                <c:pt idx="1271">
                  <c:v>43832</c:v>
                </c:pt>
                <c:pt idx="1272">
                  <c:v>43830</c:v>
                </c:pt>
                <c:pt idx="1273">
                  <c:v>43829</c:v>
                </c:pt>
                <c:pt idx="1274">
                  <c:v>43826</c:v>
                </c:pt>
                <c:pt idx="1275">
                  <c:v>43823</c:v>
                </c:pt>
                <c:pt idx="1276">
                  <c:v>43822</c:v>
                </c:pt>
                <c:pt idx="1277">
                  <c:v>43819</c:v>
                </c:pt>
                <c:pt idx="1278">
                  <c:v>43818</c:v>
                </c:pt>
                <c:pt idx="1279">
                  <c:v>43817</c:v>
                </c:pt>
                <c:pt idx="1280">
                  <c:v>43816</c:v>
                </c:pt>
                <c:pt idx="1281">
                  <c:v>43815</c:v>
                </c:pt>
                <c:pt idx="1282">
                  <c:v>43812</c:v>
                </c:pt>
                <c:pt idx="1283">
                  <c:v>43811</c:v>
                </c:pt>
                <c:pt idx="1284">
                  <c:v>43810</c:v>
                </c:pt>
                <c:pt idx="1285">
                  <c:v>43809</c:v>
                </c:pt>
                <c:pt idx="1286">
                  <c:v>43808</c:v>
                </c:pt>
                <c:pt idx="1287">
                  <c:v>43805</c:v>
                </c:pt>
                <c:pt idx="1288">
                  <c:v>43804</c:v>
                </c:pt>
                <c:pt idx="1289">
                  <c:v>43803</c:v>
                </c:pt>
                <c:pt idx="1290">
                  <c:v>43802</c:v>
                </c:pt>
                <c:pt idx="1291">
                  <c:v>43801</c:v>
                </c:pt>
                <c:pt idx="1292">
                  <c:v>43798</c:v>
                </c:pt>
                <c:pt idx="1293">
                  <c:v>43797</c:v>
                </c:pt>
                <c:pt idx="1294">
                  <c:v>43796</c:v>
                </c:pt>
                <c:pt idx="1295">
                  <c:v>43795</c:v>
                </c:pt>
                <c:pt idx="1296">
                  <c:v>43794</c:v>
                </c:pt>
                <c:pt idx="1297">
                  <c:v>43791</c:v>
                </c:pt>
                <c:pt idx="1298">
                  <c:v>43790</c:v>
                </c:pt>
                <c:pt idx="1299">
                  <c:v>43789</c:v>
                </c:pt>
                <c:pt idx="1300">
                  <c:v>43788</c:v>
                </c:pt>
                <c:pt idx="1301">
                  <c:v>43787</c:v>
                </c:pt>
                <c:pt idx="1302">
                  <c:v>43784</c:v>
                </c:pt>
                <c:pt idx="1303">
                  <c:v>43783</c:v>
                </c:pt>
                <c:pt idx="1304">
                  <c:v>43782</c:v>
                </c:pt>
                <c:pt idx="1305">
                  <c:v>43781</c:v>
                </c:pt>
                <c:pt idx="1306">
                  <c:v>43780</c:v>
                </c:pt>
                <c:pt idx="1307">
                  <c:v>43777</c:v>
                </c:pt>
                <c:pt idx="1308">
                  <c:v>43776</c:v>
                </c:pt>
                <c:pt idx="1309">
                  <c:v>43775</c:v>
                </c:pt>
                <c:pt idx="1310">
                  <c:v>43774</c:v>
                </c:pt>
                <c:pt idx="1311">
                  <c:v>43773</c:v>
                </c:pt>
                <c:pt idx="1312">
                  <c:v>43770</c:v>
                </c:pt>
                <c:pt idx="1313">
                  <c:v>43769</c:v>
                </c:pt>
                <c:pt idx="1314">
                  <c:v>43768</c:v>
                </c:pt>
                <c:pt idx="1315">
                  <c:v>43767</c:v>
                </c:pt>
                <c:pt idx="1316">
                  <c:v>43766</c:v>
                </c:pt>
                <c:pt idx="1317">
                  <c:v>43763</c:v>
                </c:pt>
                <c:pt idx="1318">
                  <c:v>43762</c:v>
                </c:pt>
                <c:pt idx="1319">
                  <c:v>43761</c:v>
                </c:pt>
                <c:pt idx="1320">
                  <c:v>43760</c:v>
                </c:pt>
                <c:pt idx="1321">
                  <c:v>43759</c:v>
                </c:pt>
                <c:pt idx="1322">
                  <c:v>43756</c:v>
                </c:pt>
                <c:pt idx="1323">
                  <c:v>43755</c:v>
                </c:pt>
                <c:pt idx="1324">
                  <c:v>43754</c:v>
                </c:pt>
                <c:pt idx="1325">
                  <c:v>43753</c:v>
                </c:pt>
                <c:pt idx="1326">
                  <c:v>43752</c:v>
                </c:pt>
                <c:pt idx="1327">
                  <c:v>43749</c:v>
                </c:pt>
                <c:pt idx="1328">
                  <c:v>43748</c:v>
                </c:pt>
                <c:pt idx="1329">
                  <c:v>43747</c:v>
                </c:pt>
                <c:pt idx="1330">
                  <c:v>43746</c:v>
                </c:pt>
                <c:pt idx="1331">
                  <c:v>43734</c:v>
                </c:pt>
                <c:pt idx="1332">
                  <c:v>43733</c:v>
                </c:pt>
                <c:pt idx="1333">
                  <c:v>43732</c:v>
                </c:pt>
                <c:pt idx="1334">
                  <c:v>43731</c:v>
                </c:pt>
                <c:pt idx="1335">
                  <c:v>43728</c:v>
                </c:pt>
                <c:pt idx="1336">
                  <c:v>43727</c:v>
                </c:pt>
                <c:pt idx="1337">
                  <c:v>43726</c:v>
                </c:pt>
                <c:pt idx="1338">
                  <c:v>43725</c:v>
                </c:pt>
                <c:pt idx="1339">
                  <c:v>43724</c:v>
                </c:pt>
                <c:pt idx="1340">
                  <c:v>43718</c:v>
                </c:pt>
                <c:pt idx="1341">
                  <c:v>43717</c:v>
                </c:pt>
                <c:pt idx="1342">
                  <c:v>43714</c:v>
                </c:pt>
                <c:pt idx="1343">
                  <c:v>43713</c:v>
                </c:pt>
                <c:pt idx="1344">
                  <c:v>43712</c:v>
                </c:pt>
                <c:pt idx="1345">
                  <c:v>43711</c:v>
                </c:pt>
                <c:pt idx="1346">
                  <c:v>43710</c:v>
                </c:pt>
                <c:pt idx="1347">
                  <c:v>43707</c:v>
                </c:pt>
                <c:pt idx="1348">
                  <c:v>43706</c:v>
                </c:pt>
                <c:pt idx="1349">
                  <c:v>43705</c:v>
                </c:pt>
                <c:pt idx="1350">
                  <c:v>43704</c:v>
                </c:pt>
                <c:pt idx="1351">
                  <c:v>43703</c:v>
                </c:pt>
                <c:pt idx="1352">
                  <c:v>43700</c:v>
                </c:pt>
                <c:pt idx="1353">
                  <c:v>43699</c:v>
                </c:pt>
                <c:pt idx="1354">
                  <c:v>43698</c:v>
                </c:pt>
                <c:pt idx="1355">
                  <c:v>43697</c:v>
                </c:pt>
                <c:pt idx="1356">
                  <c:v>43696</c:v>
                </c:pt>
                <c:pt idx="1357">
                  <c:v>43693</c:v>
                </c:pt>
                <c:pt idx="1358">
                  <c:v>43692</c:v>
                </c:pt>
                <c:pt idx="1359">
                  <c:v>43691</c:v>
                </c:pt>
                <c:pt idx="1360">
                  <c:v>43690</c:v>
                </c:pt>
                <c:pt idx="1361">
                  <c:v>43689</c:v>
                </c:pt>
                <c:pt idx="1362">
                  <c:v>43686</c:v>
                </c:pt>
                <c:pt idx="1363">
                  <c:v>43685</c:v>
                </c:pt>
                <c:pt idx="1364">
                  <c:v>43684</c:v>
                </c:pt>
                <c:pt idx="1365">
                  <c:v>43683</c:v>
                </c:pt>
                <c:pt idx="1366">
                  <c:v>43682</c:v>
                </c:pt>
                <c:pt idx="1367">
                  <c:v>43679</c:v>
                </c:pt>
                <c:pt idx="1368">
                  <c:v>43678</c:v>
                </c:pt>
                <c:pt idx="1369">
                  <c:v>43677</c:v>
                </c:pt>
                <c:pt idx="1370">
                  <c:v>43676</c:v>
                </c:pt>
                <c:pt idx="1371">
                  <c:v>43675</c:v>
                </c:pt>
                <c:pt idx="1372">
                  <c:v>43672</c:v>
                </c:pt>
                <c:pt idx="1373">
                  <c:v>43671</c:v>
                </c:pt>
                <c:pt idx="1374">
                  <c:v>43670</c:v>
                </c:pt>
                <c:pt idx="1375">
                  <c:v>43669</c:v>
                </c:pt>
                <c:pt idx="1376">
                  <c:v>43668</c:v>
                </c:pt>
                <c:pt idx="1377">
                  <c:v>43665</c:v>
                </c:pt>
                <c:pt idx="1378">
                  <c:v>43664</c:v>
                </c:pt>
                <c:pt idx="1379">
                  <c:v>43663</c:v>
                </c:pt>
                <c:pt idx="1380">
                  <c:v>43662</c:v>
                </c:pt>
                <c:pt idx="1381">
                  <c:v>43661</c:v>
                </c:pt>
                <c:pt idx="1382">
                  <c:v>43658</c:v>
                </c:pt>
                <c:pt idx="1383">
                  <c:v>43657</c:v>
                </c:pt>
                <c:pt idx="1384">
                  <c:v>43656</c:v>
                </c:pt>
                <c:pt idx="1385">
                  <c:v>43655</c:v>
                </c:pt>
                <c:pt idx="1386">
                  <c:v>43654</c:v>
                </c:pt>
                <c:pt idx="1387">
                  <c:v>43651</c:v>
                </c:pt>
                <c:pt idx="1388">
                  <c:v>43650</c:v>
                </c:pt>
                <c:pt idx="1389">
                  <c:v>43649</c:v>
                </c:pt>
                <c:pt idx="1390">
                  <c:v>43648</c:v>
                </c:pt>
                <c:pt idx="1391">
                  <c:v>43644</c:v>
                </c:pt>
                <c:pt idx="1392">
                  <c:v>43643</c:v>
                </c:pt>
                <c:pt idx="1393">
                  <c:v>43642</c:v>
                </c:pt>
                <c:pt idx="1394">
                  <c:v>43641</c:v>
                </c:pt>
                <c:pt idx="1395">
                  <c:v>43640</c:v>
                </c:pt>
                <c:pt idx="1396">
                  <c:v>43637</c:v>
                </c:pt>
                <c:pt idx="1397">
                  <c:v>43636</c:v>
                </c:pt>
                <c:pt idx="1398">
                  <c:v>43635</c:v>
                </c:pt>
                <c:pt idx="1399">
                  <c:v>43634</c:v>
                </c:pt>
                <c:pt idx="1400">
                  <c:v>43633</c:v>
                </c:pt>
                <c:pt idx="1401">
                  <c:v>43630</c:v>
                </c:pt>
                <c:pt idx="1402">
                  <c:v>43629</c:v>
                </c:pt>
                <c:pt idx="1403">
                  <c:v>43628</c:v>
                </c:pt>
                <c:pt idx="1404">
                  <c:v>43627</c:v>
                </c:pt>
                <c:pt idx="1405">
                  <c:v>43626</c:v>
                </c:pt>
                <c:pt idx="1406">
                  <c:v>43622</c:v>
                </c:pt>
                <c:pt idx="1407">
                  <c:v>43621</c:v>
                </c:pt>
                <c:pt idx="1408">
                  <c:v>43620</c:v>
                </c:pt>
                <c:pt idx="1409">
                  <c:v>43619</c:v>
                </c:pt>
                <c:pt idx="1410">
                  <c:v>43616</c:v>
                </c:pt>
                <c:pt idx="1411">
                  <c:v>43615</c:v>
                </c:pt>
                <c:pt idx="1412">
                  <c:v>43614</c:v>
                </c:pt>
                <c:pt idx="1413">
                  <c:v>43613</c:v>
                </c:pt>
                <c:pt idx="1414">
                  <c:v>43612</c:v>
                </c:pt>
                <c:pt idx="1415">
                  <c:v>43609</c:v>
                </c:pt>
                <c:pt idx="1416">
                  <c:v>43608</c:v>
                </c:pt>
                <c:pt idx="1417">
                  <c:v>43607</c:v>
                </c:pt>
                <c:pt idx="1418">
                  <c:v>43606</c:v>
                </c:pt>
                <c:pt idx="1419">
                  <c:v>43605</c:v>
                </c:pt>
                <c:pt idx="1420">
                  <c:v>43602</c:v>
                </c:pt>
                <c:pt idx="1421">
                  <c:v>43601</c:v>
                </c:pt>
                <c:pt idx="1422">
                  <c:v>43600</c:v>
                </c:pt>
                <c:pt idx="1423">
                  <c:v>43599</c:v>
                </c:pt>
                <c:pt idx="1424">
                  <c:v>43595</c:v>
                </c:pt>
                <c:pt idx="1425">
                  <c:v>43594</c:v>
                </c:pt>
                <c:pt idx="1426">
                  <c:v>43593</c:v>
                </c:pt>
                <c:pt idx="1427">
                  <c:v>43592</c:v>
                </c:pt>
                <c:pt idx="1428">
                  <c:v>43591</c:v>
                </c:pt>
                <c:pt idx="1429">
                  <c:v>43581</c:v>
                </c:pt>
                <c:pt idx="1430">
                  <c:v>43580</c:v>
                </c:pt>
                <c:pt idx="1431">
                  <c:v>43579</c:v>
                </c:pt>
                <c:pt idx="1432">
                  <c:v>43578</c:v>
                </c:pt>
                <c:pt idx="1433">
                  <c:v>43573</c:v>
                </c:pt>
                <c:pt idx="1434">
                  <c:v>43572</c:v>
                </c:pt>
                <c:pt idx="1435">
                  <c:v>43571</c:v>
                </c:pt>
                <c:pt idx="1436">
                  <c:v>43570</c:v>
                </c:pt>
                <c:pt idx="1437">
                  <c:v>43567</c:v>
                </c:pt>
                <c:pt idx="1438">
                  <c:v>43566</c:v>
                </c:pt>
                <c:pt idx="1439">
                  <c:v>43565</c:v>
                </c:pt>
                <c:pt idx="1440">
                  <c:v>43564</c:v>
                </c:pt>
                <c:pt idx="1441">
                  <c:v>43563</c:v>
                </c:pt>
                <c:pt idx="1442">
                  <c:v>43559</c:v>
                </c:pt>
                <c:pt idx="1443">
                  <c:v>43558</c:v>
                </c:pt>
                <c:pt idx="1444">
                  <c:v>43557</c:v>
                </c:pt>
                <c:pt idx="1445">
                  <c:v>43556</c:v>
                </c:pt>
                <c:pt idx="1446">
                  <c:v>43553</c:v>
                </c:pt>
                <c:pt idx="1447">
                  <c:v>43552</c:v>
                </c:pt>
                <c:pt idx="1448">
                  <c:v>43551</c:v>
                </c:pt>
                <c:pt idx="1449">
                  <c:v>43550</c:v>
                </c:pt>
                <c:pt idx="1450">
                  <c:v>43549</c:v>
                </c:pt>
                <c:pt idx="1451">
                  <c:v>43546</c:v>
                </c:pt>
                <c:pt idx="1452">
                  <c:v>43545</c:v>
                </c:pt>
                <c:pt idx="1453">
                  <c:v>43544</c:v>
                </c:pt>
                <c:pt idx="1454">
                  <c:v>43543</c:v>
                </c:pt>
                <c:pt idx="1455">
                  <c:v>43542</c:v>
                </c:pt>
                <c:pt idx="1456">
                  <c:v>43539</c:v>
                </c:pt>
                <c:pt idx="1457">
                  <c:v>43538</c:v>
                </c:pt>
                <c:pt idx="1458">
                  <c:v>43537</c:v>
                </c:pt>
                <c:pt idx="1459">
                  <c:v>43536</c:v>
                </c:pt>
                <c:pt idx="1460">
                  <c:v>43535</c:v>
                </c:pt>
                <c:pt idx="1461">
                  <c:v>43532</c:v>
                </c:pt>
                <c:pt idx="1462">
                  <c:v>43531</c:v>
                </c:pt>
                <c:pt idx="1463">
                  <c:v>43530</c:v>
                </c:pt>
                <c:pt idx="1464">
                  <c:v>43529</c:v>
                </c:pt>
                <c:pt idx="1465">
                  <c:v>43528</c:v>
                </c:pt>
                <c:pt idx="1466">
                  <c:v>43525</c:v>
                </c:pt>
                <c:pt idx="1467">
                  <c:v>43524</c:v>
                </c:pt>
                <c:pt idx="1468">
                  <c:v>43523</c:v>
                </c:pt>
                <c:pt idx="1469">
                  <c:v>43522</c:v>
                </c:pt>
                <c:pt idx="1470">
                  <c:v>43521</c:v>
                </c:pt>
                <c:pt idx="1471">
                  <c:v>43518</c:v>
                </c:pt>
                <c:pt idx="1472">
                  <c:v>43517</c:v>
                </c:pt>
                <c:pt idx="1473">
                  <c:v>43516</c:v>
                </c:pt>
                <c:pt idx="1474">
                  <c:v>43515</c:v>
                </c:pt>
                <c:pt idx="1475">
                  <c:v>43514</c:v>
                </c:pt>
                <c:pt idx="1476">
                  <c:v>43511</c:v>
                </c:pt>
                <c:pt idx="1477">
                  <c:v>43510</c:v>
                </c:pt>
                <c:pt idx="1478">
                  <c:v>43509</c:v>
                </c:pt>
                <c:pt idx="1479">
                  <c:v>43508</c:v>
                </c:pt>
                <c:pt idx="1480">
                  <c:v>43507</c:v>
                </c:pt>
                <c:pt idx="1481">
                  <c:v>43495</c:v>
                </c:pt>
                <c:pt idx="1482">
                  <c:v>43494</c:v>
                </c:pt>
                <c:pt idx="1483">
                  <c:v>43493</c:v>
                </c:pt>
                <c:pt idx="1484">
                  <c:v>43490</c:v>
                </c:pt>
                <c:pt idx="1485">
                  <c:v>43489</c:v>
                </c:pt>
                <c:pt idx="1486">
                  <c:v>43488</c:v>
                </c:pt>
                <c:pt idx="1487">
                  <c:v>43487</c:v>
                </c:pt>
                <c:pt idx="1488">
                  <c:v>43486</c:v>
                </c:pt>
                <c:pt idx="1489">
                  <c:v>43483</c:v>
                </c:pt>
                <c:pt idx="1490">
                  <c:v>43482</c:v>
                </c:pt>
                <c:pt idx="1491">
                  <c:v>43481</c:v>
                </c:pt>
                <c:pt idx="1492">
                  <c:v>43480</c:v>
                </c:pt>
                <c:pt idx="1493">
                  <c:v>43479</c:v>
                </c:pt>
                <c:pt idx="1494">
                  <c:v>43476</c:v>
                </c:pt>
                <c:pt idx="1495">
                  <c:v>43475</c:v>
                </c:pt>
                <c:pt idx="1496">
                  <c:v>43474</c:v>
                </c:pt>
                <c:pt idx="1497">
                  <c:v>43473</c:v>
                </c:pt>
                <c:pt idx="1498">
                  <c:v>43472</c:v>
                </c:pt>
                <c:pt idx="1499">
                  <c:v>43469</c:v>
                </c:pt>
                <c:pt idx="1500">
                  <c:v>43468</c:v>
                </c:pt>
                <c:pt idx="1501">
                  <c:v>43467</c:v>
                </c:pt>
                <c:pt idx="1502">
                  <c:v>43458</c:v>
                </c:pt>
                <c:pt idx="1503">
                  <c:v>43455</c:v>
                </c:pt>
                <c:pt idx="1504">
                  <c:v>43454</c:v>
                </c:pt>
                <c:pt idx="1505">
                  <c:v>43453</c:v>
                </c:pt>
                <c:pt idx="1506">
                  <c:v>43452</c:v>
                </c:pt>
                <c:pt idx="1507">
                  <c:v>43451</c:v>
                </c:pt>
                <c:pt idx="1508">
                  <c:v>43448</c:v>
                </c:pt>
                <c:pt idx="1509">
                  <c:v>43447</c:v>
                </c:pt>
                <c:pt idx="1510">
                  <c:v>43446</c:v>
                </c:pt>
                <c:pt idx="1511">
                  <c:v>43445</c:v>
                </c:pt>
                <c:pt idx="1512">
                  <c:v>43444</c:v>
                </c:pt>
                <c:pt idx="1513">
                  <c:v>43441</c:v>
                </c:pt>
                <c:pt idx="1514">
                  <c:v>43440</c:v>
                </c:pt>
                <c:pt idx="1515">
                  <c:v>43439</c:v>
                </c:pt>
                <c:pt idx="1516">
                  <c:v>43438</c:v>
                </c:pt>
                <c:pt idx="1517">
                  <c:v>43437</c:v>
                </c:pt>
                <c:pt idx="1518">
                  <c:v>43434</c:v>
                </c:pt>
                <c:pt idx="1519">
                  <c:v>43433</c:v>
                </c:pt>
                <c:pt idx="1520">
                  <c:v>43432</c:v>
                </c:pt>
                <c:pt idx="1521">
                  <c:v>43431</c:v>
                </c:pt>
                <c:pt idx="1522">
                  <c:v>43430</c:v>
                </c:pt>
                <c:pt idx="1523">
                  <c:v>43427</c:v>
                </c:pt>
                <c:pt idx="1524">
                  <c:v>43426</c:v>
                </c:pt>
                <c:pt idx="1525">
                  <c:v>43425</c:v>
                </c:pt>
                <c:pt idx="1526">
                  <c:v>43424</c:v>
                </c:pt>
                <c:pt idx="1527">
                  <c:v>43423</c:v>
                </c:pt>
                <c:pt idx="1528">
                  <c:v>43420</c:v>
                </c:pt>
                <c:pt idx="1529">
                  <c:v>43419</c:v>
                </c:pt>
                <c:pt idx="1530">
                  <c:v>43418</c:v>
                </c:pt>
                <c:pt idx="1531">
                  <c:v>43417</c:v>
                </c:pt>
                <c:pt idx="1532">
                  <c:v>43416</c:v>
                </c:pt>
                <c:pt idx="1533">
                  <c:v>43413</c:v>
                </c:pt>
                <c:pt idx="1534">
                  <c:v>43412</c:v>
                </c:pt>
                <c:pt idx="1535">
                  <c:v>43411</c:v>
                </c:pt>
                <c:pt idx="1536">
                  <c:v>43410</c:v>
                </c:pt>
                <c:pt idx="1537">
                  <c:v>43409</c:v>
                </c:pt>
                <c:pt idx="1538">
                  <c:v>43406</c:v>
                </c:pt>
                <c:pt idx="1539">
                  <c:v>43405</c:v>
                </c:pt>
                <c:pt idx="1540">
                  <c:v>43404</c:v>
                </c:pt>
                <c:pt idx="1541">
                  <c:v>43403</c:v>
                </c:pt>
                <c:pt idx="1542">
                  <c:v>43402</c:v>
                </c:pt>
                <c:pt idx="1543">
                  <c:v>43399</c:v>
                </c:pt>
                <c:pt idx="1544">
                  <c:v>43398</c:v>
                </c:pt>
                <c:pt idx="1545">
                  <c:v>43397</c:v>
                </c:pt>
                <c:pt idx="1546">
                  <c:v>43396</c:v>
                </c:pt>
                <c:pt idx="1547">
                  <c:v>43395</c:v>
                </c:pt>
                <c:pt idx="1548">
                  <c:v>43392</c:v>
                </c:pt>
                <c:pt idx="1549">
                  <c:v>43391</c:v>
                </c:pt>
                <c:pt idx="1550">
                  <c:v>43389</c:v>
                </c:pt>
                <c:pt idx="1551">
                  <c:v>43388</c:v>
                </c:pt>
                <c:pt idx="1552">
                  <c:v>43385</c:v>
                </c:pt>
                <c:pt idx="1553">
                  <c:v>43384</c:v>
                </c:pt>
                <c:pt idx="1554">
                  <c:v>43383</c:v>
                </c:pt>
                <c:pt idx="1555">
                  <c:v>43382</c:v>
                </c:pt>
                <c:pt idx="1556">
                  <c:v>43381</c:v>
                </c:pt>
                <c:pt idx="1557">
                  <c:v>43369</c:v>
                </c:pt>
                <c:pt idx="1558">
                  <c:v>43362</c:v>
                </c:pt>
                <c:pt idx="1559">
                  <c:v>43361</c:v>
                </c:pt>
                <c:pt idx="1560">
                  <c:v>43360</c:v>
                </c:pt>
                <c:pt idx="1561">
                  <c:v>43357</c:v>
                </c:pt>
                <c:pt idx="1562">
                  <c:v>43356</c:v>
                </c:pt>
                <c:pt idx="1563">
                  <c:v>43355</c:v>
                </c:pt>
                <c:pt idx="1564">
                  <c:v>43354</c:v>
                </c:pt>
                <c:pt idx="1565">
                  <c:v>43353</c:v>
                </c:pt>
                <c:pt idx="1566">
                  <c:v>43350</c:v>
                </c:pt>
                <c:pt idx="1567">
                  <c:v>43349</c:v>
                </c:pt>
                <c:pt idx="1568">
                  <c:v>43348</c:v>
                </c:pt>
                <c:pt idx="1569">
                  <c:v>43347</c:v>
                </c:pt>
                <c:pt idx="1570">
                  <c:v>43346</c:v>
                </c:pt>
                <c:pt idx="1571">
                  <c:v>43343</c:v>
                </c:pt>
                <c:pt idx="1572">
                  <c:v>43342</c:v>
                </c:pt>
                <c:pt idx="1573">
                  <c:v>43341</c:v>
                </c:pt>
                <c:pt idx="1574">
                  <c:v>43340</c:v>
                </c:pt>
                <c:pt idx="1575">
                  <c:v>43339</c:v>
                </c:pt>
                <c:pt idx="1576">
                  <c:v>43336</c:v>
                </c:pt>
                <c:pt idx="1577">
                  <c:v>43335</c:v>
                </c:pt>
                <c:pt idx="1578">
                  <c:v>43334</c:v>
                </c:pt>
                <c:pt idx="1579">
                  <c:v>43333</c:v>
                </c:pt>
                <c:pt idx="1580">
                  <c:v>43332</c:v>
                </c:pt>
                <c:pt idx="1581">
                  <c:v>43329</c:v>
                </c:pt>
                <c:pt idx="1582">
                  <c:v>43328</c:v>
                </c:pt>
                <c:pt idx="1583">
                  <c:v>43327</c:v>
                </c:pt>
                <c:pt idx="1584">
                  <c:v>43326</c:v>
                </c:pt>
                <c:pt idx="1585">
                  <c:v>43325</c:v>
                </c:pt>
                <c:pt idx="1586">
                  <c:v>43322</c:v>
                </c:pt>
                <c:pt idx="1587">
                  <c:v>43321</c:v>
                </c:pt>
                <c:pt idx="1588">
                  <c:v>43320</c:v>
                </c:pt>
                <c:pt idx="1589">
                  <c:v>43319</c:v>
                </c:pt>
                <c:pt idx="1590">
                  <c:v>43318</c:v>
                </c:pt>
                <c:pt idx="1591">
                  <c:v>43315</c:v>
                </c:pt>
                <c:pt idx="1592">
                  <c:v>43314</c:v>
                </c:pt>
                <c:pt idx="1593">
                  <c:v>43313</c:v>
                </c:pt>
                <c:pt idx="1594">
                  <c:v>43312</c:v>
                </c:pt>
                <c:pt idx="1595">
                  <c:v>43311</c:v>
                </c:pt>
                <c:pt idx="1596">
                  <c:v>43308</c:v>
                </c:pt>
                <c:pt idx="1597">
                  <c:v>43307</c:v>
                </c:pt>
                <c:pt idx="1598">
                  <c:v>43306</c:v>
                </c:pt>
                <c:pt idx="1599">
                  <c:v>43305</c:v>
                </c:pt>
                <c:pt idx="1600">
                  <c:v>43304</c:v>
                </c:pt>
                <c:pt idx="1601">
                  <c:v>43301</c:v>
                </c:pt>
                <c:pt idx="1602">
                  <c:v>43300</c:v>
                </c:pt>
                <c:pt idx="1603">
                  <c:v>43299</c:v>
                </c:pt>
                <c:pt idx="1604">
                  <c:v>43298</c:v>
                </c:pt>
                <c:pt idx="1605">
                  <c:v>43297</c:v>
                </c:pt>
                <c:pt idx="1606">
                  <c:v>43294</c:v>
                </c:pt>
                <c:pt idx="1607">
                  <c:v>43293</c:v>
                </c:pt>
                <c:pt idx="1608">
                  <c:v>43292</c:v>
                </c:pt>
                <c:pt idx="1609">
                  <c:v>43291</c:v>
                </c:pt>
                <c:pt idx="1610">
                  <c:v>43290</c:v>
                </c:pt>
                <c:pt idx="1611">
                  <c:v>43287</c:v>
                </c:pt>
                <c:pt idx="1612">
                  <c:v>43286</c:v>
                </c:pt>
                <c:pt idx="1613">
                  <c:v>43285</c:v>
                </c:pt>
                <c:pt idx="1614">
                  <c:v>43284</c:v>
                </c:pt>
                <c:pt idx="1615">
                  <c:v>43280</c:v>
                </c:pt>
                <c:pt idx="1616">
                  <c:v>43279</c:v>
                </c:pt>
                <c:pt idx="1617">
                  <c:v>43278</c:v>
                </c:pt>
                <c:pt idx="1618">
                  <c:v>43277</c:v>
                </c:pt>
                <c:pt idx="1619">
                  <c:v>43276</c:v>
                </c:pt>
                <c:pt idx="1620">
                  <c:v>43273</c:v>
                </c:pt>
                <c:pt idx="1621">
                  <c:v>43272</c:v>
                </c:pt>
                <c:pt idx="1622">
                  <c:v>43271</c:v>
                </c:pt>
                <c:pt idx="1623">
                  <c:v>43270</c:v>
                </c:pt>
                <c:pt idx="1624">
                  <c:v>43266</c:v>
                </c:pt>
                <c:pt idx="1625">
                  <c:v>43265</c:v>
                </c:pt>
                <c:pt idx="1626">
                  <c:v>43264</c:v>
                </c:pt>
                <c:pt idx="1627">
                  <c:v>43263</c:v>
                </c:pt>
                <c:pt idx="1628">
                  <c:v>43262</c:v>
                </c:pt>
                <c:pt idx="1629">
                  <c:v>43259</c:v>
                </c:pt>
                <c:pt idx="1630">
                  <c:v>43258</c:v>
                </c:pt>
                <c:pt idx="1631">
                  <c:v>43257</c:v>
                </c:pt>
                <c:pt idx="1632">
                  <c:v>43256</c:v>
                </c:pt>
                <c:pt idx="1633">
                  <c:v>43255</c:v>
                </c:pt>
                <c:pt idx="1634">
                  <c:v>43252</c:v>
                </c:pt>
                <c:pt idx="1635">
                  <c:v>43251</c:v>
                </c:pt>
                <c:pt idx="1636">
                  <c:v>43250</c:v>
                </c:pt>
                <c:pt idx="1637">
                  <c:v>43249</c:v>
                </c:pt>
                <c:pt idx="1638">
                  <c:v>43248</c:v>
                </c:pt>
                <c:pt idx="1639">
                  <c:v>43245</c:v>
                </c:pt>
                <c:pt idx="1640">
                  <c:v>43244</c:v>
                </c:pt>
                <c:pt idx="1641">
                  <c:v>43243</c:v>
                </c:pt>
                <c:pt idx="1642">
                  <c:v>43241</c:v>
                </c:pt>
                <c:pt idx="1643">
                  <c:v>43238</c:v>
                </c:pt>
                <c:pt idx="1644">
                  <c:v>43237</c:v>
                </c:pt>
                <c:pt idx="1645">
                  <c:v>43236</c:v>
                </c:pt>
                <c:pt idx="1646">
                  <c:v>43235</c:v>
                </c:pt>
                <c:pt idx="1647">
                  <c:v>43234</c:v>
                </c:pt>
                <c:pt idx="1648">
                  <c:v>43231</c:v>
                </c:pt>
                <c:pt idx="1649">
                  <c:v>43230</c:v>
                </c:pt>
                <c:pt idx="1650">
                  <c:v>43229</c:v>
                </c:pt>
                <c:pt idx="1651">
                  <c:v>43228</c:v>
                </c:pt>
                <c:pt idx="1652">
                  <c:v>43227</c:v>
                </c:pt>
                <c:pt idx="1653">
                  <c:v>43224</c:v>
                </c:pt>
                <c:pt idx="1654">
                  <c:v>43223</c:v>
                </c:pt>
                <c:pt idx="1655">
                  <c:v>43222</c:v>
                </c:pt>
                <c:pt idx="1656">
                  <c:v>43215</c:v>
                </c:pt>
                <c:pt idx="1657">
                  <c:v>43214</c:v>
                </c:pt>
                <c:pt idx="1658">
                  <c:v>43213</c:v>
                </c:pt>
                <c:pt idx="1659">
                  <c:v>43210</c:v>
                </c:pt>
                <c:pt idx="1660">
                  <c:v>43209</c:v>
                </c:pt>
                <c:pt idx="1661">
                  <c:v>43208</c:v>
                </c:pt>
                <c:pt idx="1662">
                  <c:v>43207</c:v>
                </c:pt>
                <c:pt idx="1663">
                  <c:v>43206</c:v>
                </c:pt>
                <c:pt idx="1664">
                  <c:v>43203</c:v>
                </c:pt>
                <c:pt idx="1665">
                  <c:v>43202</c:v>
                </c:pt>
                <c:pt idx="1666">
                  <c:v>43201</c:v>
                </c:pt>
                <c:pt idx="1667">
                  <c:v>43200</c:v>
                </c:pt>
                <c:pt idx="1668">
                  <c:v>43199</c:v>
                </c:pt>
                <c:pt idx="1669">
                  <c:v>43188</c:v>
                </c:pt>
                <c:pt idx="1670">
                  <c:v>43187</c:v>
                </c:pt>
                <c:pt idx="1671">
                  <c:v>43186</c:v>
                </c:pt>
                <c:pt idx="1672">
                  <c:v>43185</c:v>
                </c:pt>
                <c:pt idx="1673">
                  <c:v>43182</c:v>
                </c:pt>
                <c:pt idx="1674">
                  <c:v>43181</c:v>
                </c:pt>
                <c:pt idx="1675">
                  <c:v>43180</c:v>
                </c:pt>
                <c:pt idx="1676">
                  <c:v>43179</c:v>
                </c:pt>
                <c:pt idx="1677">
                  <c:v>43178</c:v>
                </c:pt>
                <c:pt idx="1678">
                  <c:v>43175</c:v>
                </c:pt>
                <c:pt idx="1679">
                  <c:v>43174</c:v>
                </c:pt>
                <c:pt idx="1680">
                  <c:v>43173</c:v>
                </c:pt>
                <c:pt idx="1681">
                  <c:v>43172</c:v>
                </c:pt>
                <c:pt idx="1682">
                  <c:v>43171</c:v>
                </c:pt>
                <c:pt idx="1683">
                  <c:v>43168</c:v>
                </c:pt>
                <c:pt idx="1684">
                  <c:v>43167</c:v>
                </c:pt>
                <c:pt idx="1685">
                  <c:v>43166</c:v>
                </c:pt>
                <c:pt idx="1686">
                  <c:v>43165</c:v>
                </c:pt>
                <c:pt idx="1687">
                  <c:v>43164</c:v>
                </c:pt>
                <c:pt idx="1688">
                  <c:v>43161</c:v>
                </c:pt>
                <c:pt idx="1689">
                  <c:v>43160</c:v>
                </c:pt>
                <c:pt idx="1690">
                  <c:v>43159</c:v>
                </c:pt>
                <c:pt idx="1691">
                  <c:v>43158</c:v>
                </c:pt>
                <c:pt idx="1692">
                  <c:v>43157</c:v>
                </c:pt>
                <c:pt idx="1693">
                  <c:v>43154</c:v>
                </c:pt>
                <c:pt idx="1694">
                  <c:v>43153</c:v>
                </c:pt>
                <c:pt idx="1695">
                  <c:v>43143</c:v>
                </c:pt>
                <c:pt idx="1696">
                  <c:v>43140</c:v>
                </c:pt>
                <c:pt idx="1697">
                  <c:v>43139</c:v>
                </c:pt>
                <c:pt idx="1698">
                  <c:v>43138</c:v>
                </c:pt>
                <c:pt idx="1699">
                  <c:v>43137</c:v>
                </c:pt>
                <c:pt idx="1700">
                  <c:v>43136</c:v>
                </c:pt>
                <c:pt idx="1701">
                  <c:v>43133</c:v>
                </c:pt>
                <c:pt idx="1702">
                  <c:v>43132</c:v>
                </c:pt>
                <c:pt idx="1703">
                  <c:v>43131</c:v>
                </c:pt>
                <c:pt idx="1704">
                  <c:v>43130</c:v>
                </c:pt>
                <c:pt idx="1705">
                  <c:v>43129</c:v>
                </c:pt>
                <c:pt idx="1706">
                  <c:v>43126</c:v>
                </c:pt>
                <c:pt idx="1707">
                  <c:v>43125</c:v>
                </c:pt>
                <c:pt idx="1708">
                  <c:v>43124</c:v>
                </c:pt>
                <c:pt idx="1709">
                  <c:v>43123</c:v>
                </c:pt>
                <c:pt idx="1710">
                  <c:v>43122</c:v>
                </c:pt>
                <c:pt idx="1711">
                  <c:v>43119</c:v>
                </c:pt>
                <c:pt idx="1712">
                  <c:v>43118</c:v>
                </c:pt>
                <c:pt idx="1713">
                  <c:v>43117</c:v>
                </c:pt>
                <c:pt idx="1714">
                  <c:v>43116</c:v>
                </c:pt>
                <c:pt idx="1715">
                  <c:v>43115</c:v>
                </c:pt>
                <c:pt idx="1716">
                  <c:v>43112</c:v>
                </c:pt>
                <c:pt idx="1717">
                  <c:v>43111</c:v>
                </c:pt>
                <c:pt idx="1718">
                  <c:v>43110</c:v>
                </c:pt>
                <c:pt idx="1719">
                  <c:v>43109</c:v>
                </c:pt>
                <c:pt idx="1720">
                  <c:v>43108</c:v>
                </c:pt>
                <c:pt idx="1721">
                  <c:v>43105</c:v>
                </c:pt>
                <c:pt idx="1722">
                  <c:v>43104</c:v>
                </c:pt>
                <c:pt idx="1723">
                  <c:v>43103</c:v>
                </c:pt>
                <c:pt idx="1724">
                  <c:v>43102</c:v>
                </c:pt>
                <c:pt idx="1725">
                  <c:v>43098</c:v>
                </c:pt>
                <c:pt idx="1726">
                  <c:v>43097</c:v>
                </c:pt>
                <c:pt idx="1727">
                  <c:v>43096</c:v>
                </c:pt>
                <c:pt idx="1728">
                  <c:v>43091</c:v>
                </c:pt>
                <c:pt idx="1729">
                  <c:v>43090</c:v>
                </c:pt>
                <c:pt idx="1730">
                  <c:v>43089</c:v>
                </c:pt>
                <c:pt idx="1731">
                  <c:v>43088</c:v>
                </c:pt>
                <c:pt idx="1732">
                  <c:v>43087</c:v>
                </c:pt>
                <c:pt idx="1733">
                  <c:v>43084</c:v>
                </c:pt>
                <c:pt idx="1734">
                  <c:v>43083</c:v>
                </c:pt>
                <c:pt idx="1735">
                  <c:v>43082</c:v>
                </c:pt>
                <c:pt idx="1736">
                  <c:v>43081</c:v>
                </c:pt>
                <c:pt idx="1737">
                  <c:v>43080</c:v>
                </c:pt>
                <c:pt idx="1738">
                  <c:v>43077</c:v>
                </c:pt>
                <c:pt idx="1739">
                  <c:v>43076</c:v>
                </c:pt>
                <c:pt idx="1740">
                  <c:v>43075</c:v>
                </c:pt>
                <c:pt idx="1741">
                  <c:v>43074</c:v>
                </c:pt>
                <c:pt idx="1742">
                  <c:v>43073</c:v>
                </c:pt>
                <c:pt idx="1743">
                  <c:v>43070</c:v>
                </c:pt>
                <c:pt idx="1744">
                  <c:v>43069</c:v>
                </c:pt>
                <c:pt idx="1745">
                  <c:v>43068</c:v>
                </c:pt>
                <c:pt idx="1746">
                  <c:v>43067</c:v>
                </c:pt>
              </c:numCache>
            </c:numRef>
          </c:cat>
          <c:val>
            <c:numRef>
              <c:f>'22-23 南向资金 (3)'!$F$4:$F$1750</c:f>
              <c:numCache>
                <c:formatCode>_ * #,##0_ ;_ * \-#,##0_ ;_ * "-"??_ ;_ @_ </c:formatCode>
                <c:ptCount val="1747"/>
                <c:pt idx="0">
                  <c:v>#N/A</c:v>
                </c:pt>
                <c:pt idx="1">
                  <c:v>#N/A</c:v>
                </c:pt>
                <c:pt idx="2">
                  <c:v>#N/A</c:v>
                </c:pt>
                <c:pt idx="3">
                  <c:v>#N/A</c:v>
                </c:pt>
                <c:pt idx="4">
                  <c:v>#N/A</c:v>
                </c:pt>
                <c:pt idx="5">
                  <c:v>#N/A</c:v>
                </c:pt>
                <c:pt idx="6">
                  <c:v>#N/A</c:v>
                </c:pt>
                <c:pt idx="7">
                  <c:v>#N/A</c:v>
                </c:pt>
                <c:pt idx="8">
                  <c:v>#N/A</c:v>
                </c:pt>
                <c:pt idx="9">
                  <c:v>#N/A</c:v>
                </c:pt>
                <c:pt idx="10">
                  <c:v>#N/A</c:v>
                </c:pt>
                <c:pt idx="11">
                  <c:v>#N/A</c:v>
                </c:pt>
                <c:pt idx="12">
                  <c:v>#N/A</c:v>
                </c:pt>
                <c:pt idx="13">
                  <c:v>#N/A</c:v>
                </c:pt>
                <c:pt idx="14">
                  <c:v>#N/A</c:v>
                </c:pt>
                <c:pt idx="15">
                  <c:v>#N/A</c:v>
                </c:pt>
                <c:pt idx="16">
                  <c:v>#N/A</c:v>
                </c:pt>
                <c:pt idx="17">
                  <c:v>#N/A</c:v>
                </c:pt>
                <c:pt idx="18">
                  <c:v>8.0500000000000007</c:v>
                </c:pt>
                <c:pt idx="19">
                  <c:v>#N/A</c:v>
                </c:pt>
                <c:pt idx="20">
                  <c:v>#N/A</c:v>
                </c:pt>
                <c:pt idx="21">
                  <c:v>#N/A</c:v>
                </c:pt>
                <c:pt idx="22">
                  <c:v>#N/A</c:v>
                </c:pt>
                <c:pt idx="23">
                  <c:v>9.61</c:v>
                </c:pt>
                <c:pt idx="24">
                  <c:v>#N/A</c:v>
                </c:pt>
                <c:pt idx="25">
                  <c:v>#N/A</c:v>
                </c:pt>
                <c:pt idx="26">
                  <c:v>#N/A</c:v>
                </c:pt>
                <c:pt idx="27">
                  <c:v>#N/A</c:v>
                </c:pt>
                <c:pt idx="28">
                  <c:v>-8.6399999999999988</c:v>
                </c:pt>
                <c:pt idx="29">
                  <c:v>#N/A</c:v>
                </c:pt>
                <c:pt idx="30">
                  <c:v>#N/A</c:v>
                </c:pt>
                <c:pt idx="31">
                  <c:v>#N/A</c:v>
                </c:pt>
                <c:pt idx="32">
                  <c:v>#N/A</c:v>
                </c:pt>
                <c:pt idx="33">
                  <c:v>-6.67</c:v>
                </c:pt>
                <c:pt idx="34">
                  <c:v>#N/A</c:v>
                </c:pt>
                <c:pt idx="35">
                  <c:v>#N/A</c:v>
                </c:pt>
                <c:pt idx="36">
                  <c:v>#N/A</c:v>
                </c:pt>
                <c:pt idx="37">
                  <c:v>13.81</c:v>
                </c:pt>
                <c:pt idx="38">
                  <c:v>#N/A</c:v>
                </c:pt>
                <c:pt idx="39">
                  <c:v>#N/A</c:v>
                </c:pt>
                <c:pt idx="40">
                  <c:v>#N/A</c:v>
                </c:pt>
                <c:pt idx="41">
                  <c:v>#N/A</c:v>
                </c:pt>
                <c:pt idx="42">
                  <c:v>-21.35</c:v>
                </c:pt>
                <c:pt idx="43">
                  <c:v>#N/A</c:v>
                </c:pt>
                <c:pt idx="44">
                  <c:v>#N/A</c:v>
                </c:pt>
                <c:pt idx="45">
                  <c:v>#N/A</c:v>
                </c:pt>
                <c:pt idx="46">
                  <c:v>#N/A</c:v>
                </c:pt>
                <c:pt idx="47">
                  <c:v>55.69</c:v>
                </c:pt>
                <c:pt idx="48">
                  <c:v>#N/A</c:v>
                </c:pt>
                <c:pt idx="49">
                  <c:v>#N/A</c:v>
                </c:pt>
                <c:pt idx="50">
                  <c:v>#N/A</c:v>
                </c:pt>
                <c:pt idx="51">
                  <c:v>#N/A</c:v>
                </c:pt>
                <c:pt idx="52">
                  <c:v>15.27</c:v>
                </c:pt>
                <c:pt idx="53">
                  <c:v>#N/A</c:v>
                </c:pt>
                <c:pt idx="54">
                  <c:v>21.45</c:v>
                </c:pt>
                <c:pt idx="55">
                  <c:v>#N/A</c:v>
                </c:pt>
                <c:pt idx="56">
                  <c:v>#N/A</c:v>
                </c:pt>
                <c:pt idx="57">
                  <c:v>#N/A</c:v>
                </c:pt>
                <c:pt idx="58">
                  <c:v>#N/A</c:v>
                </c:pt>
                <c:pt idx="59">
                  <c:v>28.29</c:v>
                </c:pt>
                <c:pt idx="60">
                  <c:v>#N/A</c:v>
                </c:pt>
                <c:pt idx="61">
                  <c:v>#N/A</c:v>
                </c:pt>
                <c:pt idx="62">
                  <c:v>63.69</c:v>
                </c:pt>
                <c:pt idx="63">
                  <c:v>#N/A</c:v>
                </c:pt>
                <c:pt idx="64">
                  <c:v>#N/A</c:v>
                </c:pt>
                <c:pt idx="65">
                  <c:v>#N/A</c:v>
                </c:pt>
                <c:pt idx="66">
                  <c:v>#N/A</c:v>
                </c:pt>
                <c:pt idx="67">
                  <c:v>-26.75</c:v>
                </c:pt>
                <c:pt idx="68">
                  <c:v>#N/A</c:v>
                </c:pt>
                <c:pt idx="69">
                  <c:v>#N/A</c:v>
                </c:pt>
                <c:pt idx="70">
                  <c:v>#N/A</c:v>
                </c:pt>
                <c:pt idx="71">
                  <c:v>-15.48</c:v>
                </c:pt>
                <c:pt idx="72">
                  <c:v>#N/A</c:v>
                </c:pt>
                <c:pt idx="73">
                  <c:v>#N/A</c:v>
                </c:pt>
                <c:pt idx="74">
                  <c:v>#N/A</c:v>
                </c:pt>
                <c:pt idx="75">
                  <c:v>#N/A</c:v>
                </c:pt>
                <c:pt idx="76">
                  <c:v>83.87</c:v>
                </c:pt>
                <c:pt idx="77">
                  <c:v>#N/A</c:v>
                </c:pt>
                <c:pt idx="78">
                  <c:v>#N/A</c:v>
                </c:pt>
                <c:pt idx="79">
                  <c:v>#N/A</c:v>
                </c:pt>
                <c:pt idx="80">
                  <c:v>#N/A</c:v>
                </c:pt>
                <c:pt idx="81">
                  <c:v>74.92</c:v>
                </c:pt>
                <c:pt idx="82">
                  <c:v>#N/A</c:v>
                </c:pt>
                <c:pt idx="83">
                  <c:v>#N/A</c:v>
                </c:pt>
                <c:pt idx="84">
                  <c:v>#N/A</c:v>
                </c:pt>
                <c:pt idx="85">
                  <c:v>#N/A</c:v>
                </c:pt>
                <c:pt idx="86">
                  <c:v>21.06</c:v>
                </c:pt>
                <c:pt idx="87">
                  <c:v>#N/A</c:v>
                </c:pt>
                <c:pt idx="88">
                  <c:v>#N/A</c:v>
                </c:pt>
                <c:pt idx="89">
                  <c:v>#N/A</c:v>
                </c:pt>
                <c:pt idx="90">
                  <c:v>#N/A</c:v>
                </c:pt>
                <c:pt idx="91">
                  <c:v>25.45</c:v>
                </c:pt>
                <c:pt idx="92">
                  <c:v>#N/A</c:v>
                </c:pt>
                <c:pt idx="93">
                  <c:v>#N/A</c:v>
                </c:pt>
                <c:pt idx="94">
                  <c:v>#N/A</c:v>
                </c:pt>
                <c:pt idx="95">
                  <c:v>#N/A</c:v>
                </c:pt>
                <c:pt idx="96">
                  <c:v>54.97</c:v>
                </c:pt>
                <c:pt idx="97">
                  <c:v>#N/A</c:v>
                </c:pt>
                <c:pt idx="98">
                  <c:v>#N/A</c:v>
                </c:pt>
                <c:pt idx="99">
                  <c:v>#N/A</c:v>
                </c:pt>
                <c:pt idx="100">
                  <c:v>#N/A</c:v>
                </c:pt>
                <c:pt idx="101">
                  <c:v>88.14</c:v>
                </c:pt>
                <c:pt idx="102">
                  <c:v>#N/A</c:v>
                </c:pt>
                <c:pt idx="103">
                  <c:v>#N/A</c:v>
                </c:pt>
                <c:pt idx="104">
                  <c:v>#N/A</c:v>
                </c:pt>
                <c:pt idx="105">
                  <c:v>#N/A</c:v>
                </c:pt>
                <c:pt idx="106">
                  <c:v>45.97</c:v>
                </c:pt>
                <c:pt idx="107">
                  <c:v>#N/A</c:v>
                </c:pt>
                <c:pt idx="108">
                  <c:v>#N/A</c:v>
                </c:pt>
                <c:pt idx="109">
                  <c:v>#N/A</c:v>
                </c:pt>
                <c:pt idx="110">
                  <c:v>#N/A</c:v>
                </c:pt>
                <c:pt idx="111">
                  <c:v>22.98</c:v>
                </c:pt>
                <c:pt idx="112">
                  <c:v>#N/A</c:v>
                </c:pt>
                <c:pt idx="113">
                  <c:v>#N/A</c:v>
                </c:pt>
                <c:pt idx="114">
                  <c:v>#N/A</c:v>
                </c:pt>
                <c:pt idx="115">
                  <c:v>-16.670000000000002</c:v>
                </c:pt>
                <c:pt idx="116">
                  <c:v>#N/A</c:v>
                </c:pt>
                <c:pt idx="117">
                  <c:v>#N/A</c:v>
                </c:pt>
                <c:pt idx="118">
                  <c:v>#N/A</c:v>
                </c:pt>
                <c:pt idx="119">
                  <c:v>#N/A</c:v>
                </c:pt>
                <c:pt idx="120">
                  <c:v>48.7</c:v>
                </c:pt>
                <c:pt idx="121">
                  <c:v>#N/A</c:v>
                </c:pt>
                <c:pt idx="122">
                  <c:v>#N/A</c:v>
                </c:pt>
                <c:pt idx="123">
                  <c:v>#N/A</c:v>
                </c:pt>
                <c:pt idx="124">
                  <c:v>#N/A</c:v>
                </c:pt>
                <c:pt idx="125">
                  <c:v>90.64</c:v>
                </c:pt>
                <c:pt idx="126">
                  <c:v>#N/A</c:v>
                </c:pt>
                <c:pt idx="127">
                  <c:v>#N/A</c:v>
                </c:pt>
                <c:pt idx="128">
                  <c:v>#N/A</c:v>
                </c:pt>
                <c:pt idx="129">
                  <c:v>#N/A</c:v>
                </c:pt>
                <c:pt idx="130">
                  <c:v>#N/A</c:v>
                </c:pt>
                <c:pt idx="131">
                  <c:v>#N/A</c:v>
                </c:pt>
                <c:pt idx="132">
                  <c:v>#N/A</c:v>
                </c:pt>
                <c:pt idx="133">
                  <c:v>#N/A</c:v>
                </c:pt>
                <c:pt idx="134">
                  <c:v>#N/A</c:v>
                </c:pt>
                <c:pt idx="135">
                  <c:v>#N/A</c:v>
                </c:pt>
                <c:pt idx="136">
                  <c:v>#N/A</c:v>
                </c:pt>
                <c:pt idx="137">
                  <c:v>-17.71</c:v>
                </c:pt>
                <c:pt idx="138">
                  <c:v>#N/A</c:v>
                </c:pt>
                <c:pt idx="139">
                  <c:v>#N/A</c:v>
                </c:pt>
                <c:pt idx="140">
                  <c:v>#N/A</c:v>
                </c:pt>
                <c:pt idx="141">
                  <c:v>#N/A</c:v>
                </c:pt>
                <c:pt idx="142">
                  <c:v>20.72</c:v>
                </c:pt>
                <c:pt idx="143">
                  <c:v>#N/A</c:v>
                </c:pt>
                <c:pt idx="144">
                  <c:v>#N/A</c:v>
                </c:pt>
                <c:pt idx="145">
                  <c:v>#N/A</c:v>
                </c:pt>
                <c:pt idx="146">
                  <c:v>#N/A</c:v>
                </c:pt>
                <c:pt idx="147">
                  <c:v>67.33</c:v>
                </c:pt>
                <c:pt idx="148">
                  <c:v>#N/A</c:v>
                </c:pt>
                <c:pt idx="149">
                  <c:v>#N/A</c:v>
                </c:pt>
                <c:pt idx="150">
                  <c:v>#N/A</c:v>
                </c:pt>
                <c:pt idx="151">
                  <c:v>#N/A</c:v>
                </c:pt>
                <c:pt idx="152">
                  <c:v>46.66</c:v>
                </c:pt>
                <c:pt idx="153">
                  <c:v>#N/A</c:v>
                </c:pt>
                <c:pt idx="154">
                  <c:v>#N/A</c:v>
                </c:pt>
                <c:pt idx="155">
                  <c:v>#N/A</c:v>
                </c:pt>
                <c:pt idx="156">
                  <c:v>#N/A</c:v>
                </c:pt>
                <c:pt idx="157">
                  <c:v>49.35</c:v>
                </c:pt>
                <c:pt idx="158">
                  <c:v>#N/A</c:v>
                </c:pt>
                <c:pt idx="159">
                  <c:v>#N/A</c:v>
                </c:pt>
                <c:pt idx="160">
                  <c:v>#N/A</c:v>
                </c:pt>
                <c:pt idx="161">
                  <c:v>#N/A</c:v>
                </c:pt>
                <c:pt idx="162">
                  <c:v>33.909999999999997</c:v>
                </c:pt>
                <c:pt idx="163">
                  <c:v>#N/A</c:v>
                </c:pt>
                <c:pt idx="164">
                  <c:v>#N/A</c:v>
                </c:pt>
                <c:pt idx="165">
                  <c:v>#N/A</c:v>
                </c:pt>
                <c:pt idx="166">
                  <c:v>#N/A</c:v>
                </c:pt>
                <c:pt idx="167">
                  <c:v>46.46</c:v>
                </c:pt>
                <c:pt idx="168">
                  <c:v>#N/A</c:v>
                </c:pt>
                <c:pt idx="169">
                  <c:v>#N/A</c:v>
                </c:pt>
                <c:pt idx="170">
                  <c:v>#N/A</c:v>
                </c:pt>
                <c:pt idx="171">
                  <c:v>#N/A</c:v>
                </c:pt>
                <c:pt idx="172">
                  <c:v>-19.04</c:v>
                </c:pt>
                <c:pt idx="173">
                  <c:v>#N/A</c:v>
                </c:pt>
                <c:pt idx="174">
                  <c:v>#N/A</c:v>
                </c:pt>
                <c:pt idx="175">
                  <c:v>#N/A</c:v>
                </c:pt>
                <c:pt idx="176">
                  <c:v>#N/A</c:v>
                </c:pt>
                <c:pt idx="177">
                  <c:v>59.77</c:v>
                </c:pt>
                <c:pt idx="178">
                  <c:v>#N/A</c:v>
                </c:pt>
                <c:pt idx="179">
                  <c:v>#N/A</c:v>
                </c:pt>
                <c:pt idx="180">
                  <c:v>#N/A</c:v>
                </c:pt>
                <c:pt idx="181">
                  <c:v>#N/A</c:v>
                </c:pt>
                <c:pt idx="182">
                  <c:v>#N/A</c:v>
                </c:pt>
                <c:pt idx="183">
                  <c:v>#N/A</c:v>
                </c:pt>
                <c:pt idx="184">
                  <c:v>#N/A</c:v>
                </c:pt>
                <c:pt idx="185">
                  <c:v>#N/A</c:v>
                </c:pt>
                <c:pt idx="186">
                  <c:v>#N/A</c:v>
                </c:pt>
                <c:pt idx="187">
                  <c:v>#N/A</c:v>
                </c:pt>
                <c:pt idx="188">
                  <c:v>#N/A</c:v>
                </c:pt>
                <c:pt idx="189">
                  <c:v>#N/A</c:v>
                </c:pt>
                <c:pt idx="190">
                  <c:v>#N/A</c:v>
                </c:pt>
                <c:pt idx="191">
                  <c:v>#N/A</c:v>
                </c:pt>
                <c:pt idx="192">
                  <c:v>#N/A</c:v>
                </c:pt>
                <c:pt idx="193">
                  <c:v>#N/A</c:v>
                </c:pt>
                <c:pt idx="194">
                  <c:v>#N/A</c:v>
                </c:pt>
                <c:pt idx="195">
                  <c:v>#N/A</c:v>
                </c:pt>
                <c:pt idx="196">
                  <c:v>#N/A</c:v>
                </c:pt>
                <c:pt idx="197">
                  <c:v>#N/A</c:v>
                </c:pt>
                <c:pt idx="198">
                  <c:v>#N/A</c:v>
                </c:pt>
                <c:pt idx="199">
                  <c:v>#N/A</c:v>
                </c:pt>
                <c:pt idx="200">
                  <c:v>#N/A</c:v>
                </c:pt>
                <c:pt idx="201">
                  <c:v>#N/A</c:v>
                </c:pt>
                <c:pt idx="202">
                  <c:v>#N/A</c:v>
                </c:pt>
                <c:pt idx="203">
                  <c:v>#N/A</c:v>
                </c:pt>
                <c:pt idx="204">
                  <c:v>#N/A</c:v>
                </c:pt>
                <c:pt idx="205">
                  <c:v>#N/A</c:v>
                </c:pt>
                <c:pt idx="206">
                  <c:v>#N/A</c:v>
                </c:pt>
                <c:pt idx="207">
                  <c:v>#N/A</c:v>
                </c:pt>
                <c:pt idx="208">
                  <c:v>#N/A</c:v>
                </c:pt>
                <c:pt idx="209">
                  <c:v>#N/A</c:v>
                </c:pt>
                <c:pt idx="210">
                  <c:v>#N/A</c:v>
                </c:pt>
                <c:pt idx="211">
                  <c:v>#N/A</c:v>
                </c:pt>
                <c:pt idx="212">
                  <c:v>#N/A</c:v>
                </c:pt>
                <c:pt idx="213">
                  <c:v>#N/A</c:v>
                </c:pt>
                <c:pt idx="214">
                  <c:v>#N/A</c:v>
                </c:pt>
                <c:pt idx="215">
                  <c:v>#N/A</c:v>
                </c:pt>
                <c:pt idx="216">
                  <c:v>#N/A</c:v>
                </c:pt>
                <c:pt idx="217">
                  <c:v>#N/A</c:v>
                </c:pt>
                <c:pt idx="218">
                  <c:v>#N/A</c:v>
                </c:pt>
                <c:pt idx="219">
                  <c:v>#N/A</c:v>
                </c:pt>
                <c:pt idx="220">
                  <c:v>#N/A</c:v>
                </c:pt>
                <c:pt idx="221">
                  <c:v>#N/A</c:v>
                </c:pt>
                <c:pt idx="222">
                  <c:v>#N/A</c:v>
                </c:pt>
                <c:pt idx="223">
                  <c:v>#N/A</c:v>
                </c:pt>
                <c:pt idx="224">
                  <c:v>#N/A</c:v>
                </c:pt>
                <c:pt idx="225">
                  <c:v>#N/A</c:v>
                </c:pt>
                <c:pt idx="226">
                  <c:v>#N/A</c:v>
                </c:pt>
                <c:pt idx="227">
                  <c:v>#N/A</c:v>
                </c:pt>
                <c:pt idx="228">
                  <c:v>#N/A</c:v>
                </c:pt>
                <c:pt idx="229">
                  <c:v>#N/A</c:v>
                </c:pt>
                <c:pt idx="230">
                  <c:v>#N/A</c:v>
                </c:pt>
                <c:pt idx="231">
                  <c:v>#N/A</c:v>
                </c:pt>
                <c:pt idx="232">
                  <c:v>#N/A</c:v>
                </c:pt>
                <c:pt idx="233">
                  <c:v>#N/A</c:v>
                </c:pt>
                <c:pt idx="234">
                  <c:v>#N/A</c:v>
                </c:pt>
                <c:pt idx="235">
                  <c:v>#N/A</c:v>
                </c:pt>
                <c:pt idx="236">
                  <c:v>#N/A</c:v>
                </c:pt>
                <c:pt idx="237">
                  <c:v>#N/A</c:v>
                </c:pt>
                <c:pt idx="238">
                  <c:v>#N/A</c:v>
                </c:pt>
                <c:pt idx="239">
                  <c:v>#N/A</c:v>
                </c:pt>
                <c:pt idx="240">
                  <c:v>#N/A</c:v>
                </c:pt>
                <c:pt idx="241">
                  <c:v>#N/A</c:v>
                </c:pt>
                <c:pt idx="242">
                  <c:v>#N/A</c:v>
                </c:pt>
                <c:pt idx="243">
                  <c:v>#N/A</c:v>
                </c:pt>
                <c:pt idx="244">
                  <c:v>#N/A</c:v>
                </c:pt>
                <c:pt idx="245">
                  <c:v>#N/A</c:v>
                </c:pt>
                <c:pt idx="246">
                  <c:v>#N/A</c:v>
                </c:pt>
                <c:pt idx="247">
                  <c:v>#N/A</c:v>
                </c:pt>
                <c:pt idx="248">
                  <c:v>#N/A</c:v>
                </c:pt>
                <c:pt idx="249">
                  <c:v>#N/A</c:v>
                </c:pt>
                <c:pt idx="250">
                  <c:v>#N/A</c:v>
                </c:pt>
                <c:pt idx="251">
                  <c:v>#N/A</c:v>
                </c:pt>
                <c:pt idx="252">
                  <c:v>#N/A</c:v>
                </c:pt>
                <c:pt idx="253">
                  <c:v>#N/A</c:v>
                </c:pt>
                <c:pt idx="254">
                  <c:v>#N/A</c:v>
                </c:pt>
                <c:pt idx="255">
                  <c:v>#N/A</c:v>
                </c:pt>
                <c:pt idx="256">
                  <c:v>#N/A</c:v>
                </c:pt>
                <c:pt idx="257">
                  <c:v>#N/A</c:v>
                </c:pt>
                <c:pt idx="258">
                  <c:v>#N/A</c:v>
                </c:pt>
                <c:pt idx="259">
                  <c:v>#N/A</c:v>
                </c:pt>
                <c:pt idx="260">
                  <c:v>#N/A</c:v>
                </c:pt>
                <c:pt idx="261">
                  <c:v>#N/A</c:v>
                </c:pt>
                <c:pt idx="262">
                  <c:v>#N/A</c:v>
                </c:pt>
                <c:pt idx="263">
                  <c:v>#N/A</c:v>
                </c:pt>
                <c:pt idx="264">
                  <c:v>#N/A</c:v>
                </c:pt>
                <c:pt idx="265">
                  <c:v>#N/A</c:v>
                </c:pt>
                <c:pt idx="266">
                  <c:v>#N/A</c:v>
                </c:pt>
                <c:pt idx="267">
                  <c:v>#N/A</c:v>
                </c:pt>
                <c:pt idx="268">
                  <c:v>#N/A</c:v>
                </c:pt>
                <c:pt idx="269">
                  <c:v>#N/A</c:v>
                </c:pt>
                <c:pt idx="270">
                  <c:v>#N/A</c:v>
                </c:pt>
                <c:pt idx="271">
                  <c:v>#N/A</c:v>
                </c:pt>
                <c:pt idx="272">
                  <c:v>#N/A</c:v>
                </c:pt>
                <c:pt idx="273">
                  <c:v>#N/A</c:v>
                </c:pt>
                <c:pt idx="274">
                  <c:v>#N/A</c:v>
                </c:pt>
                <c:pt idx="275">
                  <c:v>#N/A</c:v>
                </c:pt>
                <c:pt idx="276">
                  <c:v>#N/A</c:v>
                </c:pt>
                <c:pt idx="277">
                  <c:v>#N/A</c:v>
                </c:pt>
                <c:pt idx="278">
                  <c:v>#N/A</c:v>
                </c:pt>
                <c:pt idx="279">
                  <c:v>#N/A</c:v>
                </c:pt>
                <c:pt idx="280">
                  <c:v>#N/A</c:v>
                </c:pt>
                <c:pt idx="281">
                  <c:v>#N/A</c:v>
                </c:pt>
                <c:pt idx="282">
                  <c:v>#N/A</c:v>
                </c:pt>
                <c:pt idx="283">
                  <c:v>#N/A</c:v>
                </c:pt>
                <c:pt idx="284">
                  <c:v>#N/A</c:v>
                </c:pt>
                <c:pt idx="285">
                  <c:v>#N/A</c:v>
                </c:pt>
                <c:pt idx="286">
                  <c:v>#N/A</c:v>
                </c:pt>
                <c:pt idx="287">
                  <c:v>#N/A</c:v>
                </c:pt>
                <c:pt idx="288">
                  <c:v>#N/A</c:v>
                </c:pt>
                <c:pt idx="289">
                  <c:v>#N/A</c:v>
                </c:pt>
                <c:pt idx="290">
                  <c:v>#N/A</c:v>
                </c:pt>
                <c:pt idx="291">
                  <c:v>#N/A</c:v>
                </c:pt>
                <c:pt idx="292">
                  <c:v>#N/A</c:v>
                </c:pt>
                <c:pt idx="293">
                  <c:v>#N/A</c:v>
                </c:pt>
                <c:pt idx="294">
                  <c:v>#N/A</c:v>
                </c:pt>
                <c:pt idx="295">
                  <c:v>#N/A</c:v>
                </c:pt>
                <c:pt idx="296">
                  <c:v>#N/A</c:v>
                </c:pt>
                <c:pt idx="297">
                  <c:v>#N/A</c:v>
                </c:pt>
                <c:pt idx="298">
                  <c:v>#N/A</c:v>
                </c:pt>
                <c:pt idx="299">
                  <c:v>#N/A</c:v>
                </c:pt>
                <c:pt idx="300">
                  <c:v>#N/A</c:v>
                </c:pt>
                <c:pt idx="301">
                  <c:v>#N/A</c:v>
                </c:pt>
                <c:pt idx="302">
                  <c:v>#N/A</c:v>
                </c:pt>
                <c:pt idx="303">
                  <c:v>#N/A</c:v>
                </c:pt>
                <c:pt idx="304">
                  <c:v>#N/A</c:v>
                </c:pt>
                <c:pt idx="305">
                  <c:v>#N/A</c:v>
                </c:pt>
                <c:pt idx="306">
                  <c:v>#N/A</c:v>
                </c:pt>
                <c:pt idx="307">
                  <c:v>#N/A</c:v>
                </c:pt>
                <c:pt idx="308">
                  <c:v>#N/A</c:v>
                </c:pt>
                <c:pt idx="309">
                  <c:v>#N/A</c:v>
                </c:pt>
                <c:pt idx="310">
                  <c:v>#N/A</c:v>
                </c:pt>
                <c:pt idx="311">
                  <c:v>#N/A</c:v>
                </c:pt>
                <c:pt idx="312">
                  <c:v>#N/A</c:v>
                </c:pt>
                <c:pt idx="313">
                  <c:v>#N/A</c:v>
                </c:pt>
                <c:pt idx="314">
                  <c:v>#N/A</c:v>
                </c:pt>
                <c:pt idx="315">
                  <c:v>#N/A</c:v>
                </c:pt>
                <c:pt idx="316">
                  <c:v>#N/A</c:v>
                </c:pt>
                <c:pt idx="317">
                  <c:v>#N/A</c:v>
                </c:pt>
                <c:pt idx="318">
                  <c:v>#N/A</c:v>
                </c:pt>
                <c:pt idx="319">
                  <c:v>#N/A</c:v>
                </c:pt>
                <c:pt idx="320">
                  <c:v>#N/A</c:v>
                </c:pt>
                <c:pt idx="321">
                  <c:v>#N/A</c:v>
                </c:pt>
                <c:pt idx="322">
                  <c:v>#N/A</c:v>
                </c:pt>
                <c:pt idx="323">
                  <c:v>#N/A</c:v>
                </c:pt>
                <c:pt idx="324">
                  <c:v>#N/A</c:v>
                </c:pt>
                <c:pt idx="325">
                  <c:v>#N/A</c:v>
                </c:pt>
                <c:pt idx="326">
                  <c:v>#N/A</c:v>
                </c:pt>
                <c:pt idx="327">
                  <c:v>#N/A</c:v>
                </c:pt>
                <c:pt idx="328">
                  <c:v>#N/A</c:v>
                </c:pt>
                <c:pt idx="329">
                  <c:v>#N/A</c:v>
                </c:pt>
                <c:pt idx="330">
                  <c:v>#N/A</c:v>
                </c:pt>
                <c:pt idx="331">
                  <c:v>#N/A</c:v>
                </c:pt>
                <c:pt idx="332">
                  <c:v>#N/A</c:v>
                </c:pt>
                <c:pt idx="333">
                  <c:v>#N/A</c:v>
                </c:pt>
                <c:pt idx="334">
                  <c:v>#N/A</c:v>
                </c:pt>
                <c:pt idx="335">
                  <c:v>#N/A</c:v>
                </c:pt>
                <c:pt idx="336">
                  <c:v>#N/A</c:v>
                </c:pt>
                <c:pt idx="337">
                  <c:v>#N/A</c:v>
                </c:pt>
                <c:pt idx="338">
                  <c:v>#N/A</c:v>
                </c:pt>
                <c:pt idx="339">
                  <c:v>#N/A</c:v>
                </c:pt>
                <c:pt idx="340">
                  <c:v>#N/A</c:v>
                </c:pt>
                <c:pt idx="341">
                  <c:v>#N/A</c:v>
                </c:pt>
                <c:pt idx="342">
                  <c:v>#N/A</c:v>
                </c:pt>
                <c:pt idx="343">
                  <c:v>#N/A</c:v>
                </c:pt>
                <c:pt idx="344">
                  <c:v>#N/A</c:v>
                </c:pt>
                <c:pt idx="345">
                  <c:v>#N/A</c:v>
                </c:pt>
                <c:pt idx="346">
                  <c:v>#N/A</c:v>
                </c:pt>
                <c:pt idx="347">
                  <c:v>#N/A</c:v>
                </c:pt>
                <c:pt idx="348">
                  <c:v>#N/A</c:v>
                </c:pt>
                <c:pt idx="349">
                  <c:v>#N/A</c:v>
                </c:pt>
                <c:pt idx="350">
                  <c:v>#N/A</c:v>
                </c:pt>
                <c:pt idx="351">
                  <c:v>#N/A</c:v>
                </c:pt>
                <c:pt idx="352">
                  <c:v>#N/A</c:v>
                </c:pt>
                <c:pt idx="353">
                  <c:v>#N/A</c:v>
                </c:pt>
                <c:pt idx="354">
                  <c:v>#N/A</c:v>
                </c:pt>
                <c:pt idx="355">
                  <c:v>#N/A</c:v>
                </c:pt>
                <c:pt idx="356">
                  <c:v>#N/A</c:v>
                </c:pt>
                <c:pt idx="357">
                  <c:v>#N/A</c:v>
                </c:pt>
                <c:pt idx="358">
                  <c:v>#N/A</c:v>
                </c:pt>
                <c:pt idx="359">
                  <c:v>#N/A</c:v>
                </c:pt>
                <c:pt idx="360">
                  <c:v>#N/A</c:v>
                </c:pt>
                <c:pt idx="361">
                  <c:v>#N/A</c:v>
                </c:pt>
                <c:pt idx="362">
                  <c:v>#N/A</c:v>
                </c:pt>
                <c:pt idx="363">
                  <c:v>#N/A</c:v>
                </c:pt>
                <c:pt idx="364">
                  <c:v>#N/A</c:v>
                </c:pt>
                <c:pt idx="365">
                  <c:v>#N/A</c:v>
                </c:pt>
                <c:pt idx="366">
                  <c:v>#N/A</c:v>
                </c:pt>
                <c:pt idx="367">
                  <c:v>#N/A</c:v>
                </c:pt>
                <c:pt idx="368">
                  <c:v>#N/A</c:v>
                </c:pt>
                <c:pt idx="369">
                  <c:v>#N/A</c:v>
                </c:pt>
                <c:pt idx="370">
                  <c:v>#N/A</c:v>
                </c:pt>
                <c:pt idx="371">
                  <c:v>#N/A</c:v>
                </c:pt>
                <c:pt idx="372">
                  <c:v>#N/A</c:v>
                </c:pt>
                <c:pt idx="373">
                  <c:v>#N/A</c:v>
                </c:pt>
                <c:pt idx="374">
                  <c:v>#N/A</c:v>
                </c:pt>
                <c:pt idx="375">
                  <c:v>#N/A</c:v>
                </c:pt>
                <c:pt idx="376">
                  <c:v>#N/A</c:v>
                </c:pt>
                <c:pt idx="377">
                  <c:v>#N/A</c:v>
                </c:pt>
                <c:pt idx="378">
                  <c:v>#N/A</c:v>
                </c:pt>
                <c:pt idx="379">
                  <c:v>#N/A</c:v>
                </c:pt>
                <c:pt idx="380">
                  <c:v>#N/A</c:v>
                </c:pt>
                <c:pt idx="381">
                  <c:v>#N/A</c:v>
                </c:pt>
                <c:pt idx="382">
                  <c:v>#N/A</c:v>
                </c:pt>
                <c:pt idx="383">
                  <c:v>#N/A</c:v>
                </c:pt>
                <c:pt idx="384">
                  <c:v>#N/A</c:v>
                </c:pt>
                <c:pt idx="385">
                  <c:v>#N/A</c:v>
                </c:pt>
                <c:pt idx="386">
                  <c:v>#N/A</c:v>
                </c:pt>
                <c:pt idx="387">
                  <c:v>#N/A</c:v>
                </c:pt>
                <c:pt idx="388">
                  <c:v>#N/A</c:v>
                </c:pt>
                <c:pt idx="389">
                  <c:v>#N/A</c:v>
                </c:pt>
                <c:pt idx="390">
                  <c:v>#N/A</c:v>
                </c:pt>
                <c:pt idx="391">
                  <c:v>#N/A</c:v>
                </c:pt>
                <c:pt idx="392">
                  <c:v>#N/A</c:v>
                </c:pt>
                <c:pt idx="393">
                  <c:v>#N/A</c:v>
                </c:pt>
                <c:pt idx="394">
                  <c:v>#N/A</c:v>
                </c:pt>
                <c:pt idx="395">
                  <c:v>#N/A</c:v>
                </c:pt>
                <c:pt idx="396">
                  <c:v>#N/A</c:v>
                </c:pt>
                <c:pt idx="397">
                  <c:v>#N/A</c:v>
                </c:pt>
                <c:pt idx="398">
                  <c:v>#N/A</c:v>
                </c:pt>
                <c:pt idx="399">
                  <c:v>#N/A</c:v>
                </c:pt>
                <c:pt idx="400">
                  <c:v>#N/A</c:v>
                </c:pt>
                <c:pt idx="401">
                  <c:v>#N/A</c:v>
                </c:pt>
                <c:pt idx="402">
                  <c:v>#N/A</c:v>
                </c:pt>
                <c:pt idx="403">
                  <c:v>#N/A</c:v>
                </c:pt>
                <c:pt idx="404">
                  <c:v>#N/A</c:v>
                </c:pt>
                <c:pt idx="405">
                  <c:v>#N/A</c:v>
                </c:pt>
                <c:pt idx="406">
                  <c:v>#N/A</c:v>
                </c:pt>
                <c:pt idx="407">
                  <c:v>#N/A</c:v>
                </c:pt>
                <c:pt idx="408">
                  <c:v>#N/A</c:v>
                </c:pt>
                <c:pt idx="409">
                  <c:v>#N/A</c:v>
                </c:pt>
                <c:pt idx="410">
                  <c:v>#N/A</c:v>
                </c:pt>
                <c:pt idx="411">
                  <c:v>#N/A</c:v>
                </c:pt>
                <c:pt idx="412">
                  <c:v>#N/A</c:v>
                </c:pt>
                <c:pt idx="413">
                  <c:v>#N/A</c:v>
                </c:pt>
                <c:pt idx="414">
                  <c:v>#N/A</c:v>
                </c:pt>
                <c:pt idx="415">
                  <c:v>#N/A</c:v>
                </c:pt>
                <c:pt idx="416">
                  <c:v>#N/A</c:v>
                </c:pt>
                <c:pt idx="417">
                  <c:v>#N/A</c:v>
                </c:pt>
                <c:pt idx="418">
                  <c:v>#N/A</c:v>
                </c:pt>
                <c:pt idx="419">
                  <c:v>#N/A</c:v>
                </c:pt>
                <c:pt idx="420">
                  <c:v>#N/A</c:v>
                </c:pt>
                <c:pt idx="421">
                  <c:v>#N/A</c:v>
                </c:pt>
                <c:pt idx="422">
                  <c:v>#N/A</c:v>
                </c:pt>
                <c:pt idx="423">
                  <c:v>#N/A</c:v>
                </c:pt>
                <c:pt idx="424">
                  <c:v>#N/A</c:v>
                </c:pt>
                <c:pt idx="425">
                  <c:v>#N/A</c:v>
                </c:pt>
                <c:pt idx="426">
                  <c:v>#N/A</c:v>
                </c:pt>
                <c:pt idx="427">
                  <c:v>#N/A</c:v>
                </c:pt>
                <c:pt idx="428">
                  <c:v>#N/A</c:v>
                </c:pt>
                <c:pt idx="429">
                  <c:v>#N/A</c:v>
                </c:pt>
                <c:pt idx="430">
                  <c:v>#N/A</c:v>
                </c:pt>
                <c:pt idx="431">
                  <c:v>#N/A</c:v>
                </c:pt>
                <c:pt idx="432">
                  <c:v>#N/A</c:v>
                </c:pt>
                <c:pt idx="433">
                  <c:v>#N/A</c:v>
                </c:pt>
                <c:pt idx="434">
                  <c:v>#N/A</c:v>
                </c:pt>
                <c:pt idx="435">
                  <c:v>#N/A</c:v>
                </c:pt>
                <c:pt idx="436">
                  <c:v>#N/A</c:v>
                </c:pt>
                <c:pt idx="437">
                  <c:v>#N/A</c:v>
                </c:pt>
                <c:pt idx="438">
                  <c:v>#N/A</c:v>
                </c:pt>
                <c:pt idx="439">
                  <c:v>#N/A</c:v>
                </c:pt>
                <c:pt idx="440">
                  <c:v>#N/A</c:v>
                </c:pt>
                <c:pt idx="441">
                  <c:v>#N/A</c:v>
                </c:pt>
                <c:pt idx="442">
                  <c:v>#N/A</c:v>
                </c:pt>
                <c:pt idx="443">
                  <c:v>#N/A</c:v>
                </c:pt>
                <c:pt idx="444">
                  <c:v>#N/A</c:v>
                </c:pt>
                <c:pt idx="445">
                  <c:v>#N/A</c:v>
                </c:pt>
                <c:pt idx="446">
                  <c:v>#N/A</c:v>
                </c:pt>
                <c:pt idx="447">
                  <c:v>#N/A</c:v>
                </c:pt>
                <c:pt idx="448">
                  <c:v>#N/A</c:v>
                </c:pt>
                <c:pt idx="449">
                  <c:v>#N/A</c:v>
                </c:pt>
                <c:pt idx="450">
                  <c:v>#N/A</c:v>
                </c:pt>
                <c:pt idx="451">
                  <c:v>#N/A</c:v>
                </c:pt>
                <c:pt idx="452">
                  <c:v>#N/A</c:v>
                </c:pt>
                <c:pt idx="453">
                  <c:v>#N/A</c:v>
                </c:pt>
                <c:pt idx="454">
                  <c:v>#N/A</c:v>
                </c:pt>
                <c:pt idx="455">
                  <c:v>#N/A</c:v>
                </c:pt>
                <c:pt idx="456">
                  <c:v>#N/A</c:v>
                </c:pt>
                <c:pt idx="457">
                  <c:v>#N/A</c:v>
                </c:pt>
                <c:pt idx="458">
                  <c:v>#N/A</c:v>
                </c:pt>
                <c:pt idx="459">
                  <c:v>#N/A</c:v>
                </c:pt>
                <c:pt idx="460">
                  <c:v>#N/A</c:v>
                </c:pt>
                <c:pt idx="461">
                  <c:v>#N/A</c:v>
                </c:pt>
                <c:pt idx="462">
                  <c:v>#N/A</c:v>
                </c:pt>
                <c:pt idx="463">
                  <c:v>#N/A</c:v>
                </c:pt>
                <c:pt idx="464">
                  <c:v>#N/A</c:v>
                </c:pt>
                <c:pt idx="465">
                  <c:v>#N/A</c:v>
                </c:pt>
                <c:pt idx="466">
                  <c:v>#N/A</c:v>
                </c:pt>
                <c:pt idx="467">
                  <c:v>#N/A</c:v>
                </c:pt>
                <c:pt idx="468">
                  <c:v>#N/A</c:v>
                </c:pt>
                <c:pt idx="469">
                  <c:v>#N/A</c:v>
                </c:pt>
                <c:pt idx="470">
                  <c:v>#N/A</c:v>
                </c:pt>
                <c:pt idx="471">
                  <c:v>#N/A</c:v>
                </c:pt>
                <c:pt idx="472">
                  <c:v>#N/A</c:v>
                </c:pt>
                <c:pt idx="473">
                  <c:v>#N/A</c:v>
                </c:pt>
                <c:pt idx="474">
                  <c:v>#N/A</c:v>
                </c:pt>
                <c:pt idx="475">
                  <c:v>#N/A</c:v>
                </c:pt>
                <c:pt idx="476">
                  <c:v>#N/A</c:v>
                </c:pt>
                <c:pt idx="477">
                  <c:v>#N/A</c:v>
                </c:pt>
                <c:pt idx="478">
                  <c:v>#N/A</c:v>
                </c:pt>
                <c:pt idx="479">
                  <c:v>#N/A</c:v>
                </c:pt>
                <c:pt idx="480">
                  <c:v>#N/A</c:v>
                </c:pt>
                <c:pt idx="481">
                  <c:v>#N/A</c:v>
                </c:pt>
                <c:pt idx="482">
                  <c:v>#N/A</c:v>
                </c:pt>
                <c:pt idx="483">
                  <c:v>#N/A</c:v>
                </c:pt>
                <c:pt idx="484">
                  <c:v>#N/A</c:v>
                </c:pt>
                <c:pt idx="485">
                  <c:v>#N/A</c:v>
                </c:pt>
                <c:pt idx="486">
                  <c:v>#N/A</c:v>
                </c:pt>
                <c:pt idx="487">
                  <c:v>#N/A</c:v>
                </c:pt>
                <c:pt idx="488">
                  <c:v>#N/A</c:v>
                </c:pt>
                <c:pt idx="489">
                  <c:v>#N/A</c:v>
                </c:pt>
                <c:pt idx="490">
                  <c:v>#N/A</c:v>
                </c:pt>
                <c:pt idx="491">
                  <c:v>#N/A</c:v>
                </c:pt>
                <c:pt idx="492">
                  <c:v>#N/A</c:v>
                </c:pt>
                <c:pt idx="493">
                  <c:v>#N/A</c:v>
                </c:pt>
                <c:pt idx="494">
                  <c:v>#N/A</c:v>
                </c:pt>
                <c:pt idx="495">
                  <c:v>#N/A</c:v>
                </c:pt>
                <c:pt idx="496">
                  <c:v>#N/A</c:v>
                </c:pt>
                <c:pt idx="497">
                  <c:v>#N/A</c:v>
                </c:pt>
                <c:pt idx="498">
                  <c:v>#N/A</c:v>
                </c:pt>
                <c:pt idx="499">
                  <c:v>#N/A</c:v>
                </c:pt>
                <c:pt idx="500">
                  <c:v>#N/A</c:v>
                </c:pt>
                <c:pt idx="501">
                  <c:v>#N/A</c:v>
                </c:pt>
                <c:pt idx="502">
                  <c:v>#N/A</c:v>
                </c:pt>
                <c:pt idx="503">
                  <c:v>#N/A</c:v>
                </c:pt>
                <c:pt idx="504">
                  <c:v>#N/A</c:v>
                </c:pt>
                <c:pt idx="505">
                  <c:v>#N/A</c:v>
                </c:pt>
                <c:pt idx="506">
                  <c:v>#N/A</c:v>
                </c:pt>
                <c:pt idx="507">
                  <c:v>#N/A</c:v>
                </c:pt>
                <c:pt idx="508">
                  <c:v>#N/A</c:v>
                </c:pt>
                <c:pt idx="509">
                  <c:v>#N/A</c:v>
                </c:pt>
                <c:pt idx="510">
                  <c:v>#N/A</c:v>
                </c:pt>
                <c:pt idx="511">
                  <c:v>#N/A</c:v>
                </c:pt>
                <c:pt idx="512">
                  <c:v>#N/A</c:v>
                </c:pt>
                <c:pt idx="513">
                  <c:v>#N/A</c:v>
                </c:pt>
                <c:pt idx="514">
                  <c:v>#N/A</c:v>
                </c:pt>
                <c:pt idx="515">
                  <c:v>#N/A</c:v>
                </c:pt>
                <c:pt idx="516">
                  <c:v>#N/A</c:v>
                </c:pt>
                <c:pt idx="517">
                  <c:v>#N/A</c:v>
                </c:pt>
                <c:pt idx="518">
                  <c:v>#N/A</c:v>
                </c:pt>
                <c:pt idx="519">
                  <c:v>#N/A</c:v>
                </c:pt>
                <c:pt idx="520">
                  <c:v>#N/A</c:v>
                </c:pt>
                <c:pt idx="521">
                  <c:v>#N/A</c:v>
                </c:pt>
                <c:pt idx="522">
                  <c:v>#N/A</c:v>
                </c:pt>
                <c:pt idx="523">
                  <c:v>#N/A</c:v>
                </c:pt>
                <c:pt idx="524">
                  <c:v>#N/A</c:v>
                </c:pt>
                <c:pt idx="525">
                  <c:v>#N/A</c:v>
                </c:pt>
                <c:pt idx="526">
                  <c:v>#N/A</c:v>
                </c:pt>
                <c:pt idx="527">
                  <c:v>#N/A</c:v>
                </c:pt>
                <c:pt idx="528">
                  <c:v>#N/A</c:v>
                </c:pt>
                <c:pt idx="529">
                  <c:v>#N/A</c:v>
                </c:pt>
                <c:pt idx="530">
                  <c:v>#N/A</c:v>
                </c:pt>
                <c:pt idx="531">
                  <c:v>#N/A</c:v>
                </c:pt>
                <c:pt idx="532">
                  <c:v>#N/A</c:v>
                </c:pt>
                <c:pt idx="533">
                  <c:v>#N/A</c:v>
                </c:pt>
                <c:pt idx="534">
                  <c:v>#N/A</c:v>
                </c:pt>
                <c:pt idx="535">
                  <c:v>#N/A</c:v>
                </c:pt>
                <c:pt idx="536">
                  <c:v>#N/A</c:v>
                </c:pt>
                <c:pt idx="537">
                  <c:v>#N/A</c:v>
                </c:pt>
                <c:pt idx="538">
                  <c:v>#N/A</c:v>
                </c:pt>
                <c:pt idx="539">
                  <c:v>#N/A</c:v>
                </c:pt>
                <c:pt idx="540">
                  <c:v>#N/A</c:v>
                </c:pt>
                <c:pt idx="541">
                  <c:v>#N/A</c:v>
                </c:pt>
                <c:pt idx="542">
                  <c:v>#N/A</c:v>
                </c:pt>
                <c:pt idx="543">
                  <c:v>#N/A</c:v>
                </c:pt>
                <c:pt idx="544">
                  <c:v>#N/A</c:v>
                </c:pt>
                <c:pt idx="545">
                  <c:v>#N/A</c:v>
                </c:pt>
                <c:pt idx="546">
                  <c:v>#N/A</c:v>
                </c:pt>
                <c:pt idx="547">
                  <c:v>#N/A</c:v>
                </c:pt>
                <c:pt idx="548">
                  <c:v>#N/A</c:v>
                </c:pt>
                <c:pt idx="549">
                  <c:v>#N/A</c:v>
                </c:pt>
                <c:pt idx="550">
                  <c:v>#N/A</c:v>
                </c:pt>
                <c:pt idx="551">
                  <c:v>#N/A</c:v>
                </c:pt>
                <c:pt idx="552">
                  <c:v>#N/A</c:v>
                </c:pt>
                <c:pt idx="553">
                  <c:v>#N/A</c:v>
                </c:pt>
                <c:pt idx="554">
                  <c:v>#N/A</c:v>
                </c:pt>
                <c:pt idx="555">
                  <c:v>#N/A</c:v>
                </c:pt>
                <c:pt idx="556">
                  <c:v>#N/A</c:v>
                </c:pt>
                <c:pt idx="557">
                  <c:v>#N/A</c:v>
                </c:pt>
                <c:pt idx="558">
                  <c:v>#N/A</c:v>
                </c:pt>
                <c:pt idx="559">
                  <c:v>#N/A</c:v>
                </c:pt>
                <c:pt idx="560">
                  <c:v>#N/A</c:v>
                </c:pt>
                <c:pt idx="561">
                  <c:v>#N/A</c:v>
                </c:pt>
                <c:pt idx="562">
                  <c:v>#N/A</c:v>
                </c:pt>
                <c:pt idx="563">
                  <c:v>#N/A</c:v>
                </c:pt>
                <c:pt idx="564">
                  <c:v>#N/A</c:v>
                </c:pt>
                <c:pt idx="565">
                  <c:v>#N/A</c:v>
                </c:pt>
                <c:pt idx="566">
                  <c:v>#N/A</c:v>
                </c:pt>
                <c:pt idx="567">
                  <c:v>#N/A</c:v>
                </c:pt>
                <c:pt idx="568">
                  <c:v>#N/A</c:v>
                </c:pt>
                <c:pt idx="569">
                  <c:v>#N/A</c:v>
                </c:pt>
                <c:pt idx="570">
                  <c:v>#N/A</c:v>
                </c:pt>
                <c:pt idx="571">
                  <c:v>#N/A</c:v>
                </c:pt>
                <c:pt idx="572">
                  <c:v>#N/A</c:v>
                </c:pt>
                <c:pt idx="573">
                  <c:v>#N/A</c:v>
                </c:pt>
                <c:pt idx="574">
                  <c:v>#N/A</c:v>
                </c:pt>
                <c:pt idx="575">
                  <c:v>#N/A</c:v>
                </c:pt>
                <c:pt idx="576">
                  <c:v>#N/A</c:v>
                </c:pt>
                <c:pt idx="577">
                  <c:v>#N/A</c:v>
                </c:pt>
                <c:pt idx="578">
                  <c:v>#N/A</c:v>
                </c:pt>
                <c:pt idx="579">
                  <c:v>#N/A</c:v>
                </c:pt>
                <c:pt idx="580">
                  <c:v>#N/A</c:v>
                </c:pt>
                <c:pt idx="581">
                  <c:v>#N/A</c:v>
                </c:pt>
                <c:pt idx="582">
                  <c:v>#N/A</c:v>
                </c:pt>
                <c:pt idx="583">
                  <c:v>#N/A</c:v>
                </c:pt>
                <c:pt idx="584">
                  <c:v>#N/A</c:v>
                </c:pt>
                <c:pt idx="585">
                  <c:v>#N/A</c:v>
                </c:pt>
                <c:pt idx="586">
                  <c:v>#N/A</c:v>
                </c:pt>
                <c:pt idx="587">
                  <c:v>#N/A</c:v>
                </c:pt>
                <c:pt idx="588">
                  <c:v>#N/A</c:v>
                </c:pt>
                <c:pt idx="589">
                  <c:v>#N/A</c:v>
                </c:pt>
                <c:pt idx="590">
                  <c:v>#N/A</c:v>
                </c:pt>
                <c:pt idx="591">
                  <c:v>#N/A</c:v>
                </c:pt>
                <c:pt idx="592">
                  <c:v>#N/A</c:v>
                </c:pt>
                <c:pt idx="593">
                  <c:v>#N/A</c:v>
                </c:pt>
                <c:pt idx="594">
                  <c:v>#N/A</c:v>
                </c:pt>
                <c:pt idx="595">
                  <c:v>#N/A</c:v>
                </c:pt>
                <c:pt idx="596">
                  <c:v>#N/A</c:v>
                </c:pt>
                <c:pt idx="597">
                  <c:v>#N/A</c:v>
                </c:pt>
                <c:pt idx="598">
                  <c:v>#N/A</c:v>
                </c:pt>
                <c:pt idx="599">
                  <c:v>#N/A</c:v>
                </c:pt>
                <c:pt idx="600">
                  <c:v>#N/A</c:v>
                </c:pt>
                <c:pt idx="601">
                  <c:v>#N/A</c:v>
                </c:pt>
                <c:pt idx="602">
                  <c:v>#N/A</c:v>
                </c:pt>
                <c:pt idx="603">
                  <c:v>#N/A</c:v>
                </c:pt>
                <c:pt idx="604">
                  <c:v>#N/A</c:v>
                </c:pt>
                <c:pt idx="605">
                  <c:v>#N/A</c:v>
                </c:pt>
                <c:pt idx="606">
                  <c:v>#N/A</c:v>
                </c:pt>
                <c:pt idx="607">
                  <c:v>#N/A</c:v>
                </c:pt>
                <c:pt idx="608">
                  <c:v>#N/A</c:v>
                </c:pt>
                <c:pt idx="609">
                  <c:v>#N/A</c:v>
                </c:pt>
                <c:pt idx="610">
                  <c:v>#N/A</c:v>
                </c:pt>
                <c:pt idx="611">
                  <c:v>#N/A</c:v>
                </c:pt>
                <c:pt idx="612">
                  <c:v>#N/A</c:v>
                </c:pt>
                <c:pt idx="613">
                  <c:v>#N/A</c:v>
                </c:pt>
                <c:pt idx="614">
                  <c:v>#N/A</c:v>
                </c:pt>
                <c:pt idx="615">
                  <c:v>#N/A</c:v>
                </c:pt>
                <c:pt idx="616">
                  <c:v>#N/A</c:v>
                </c:pt>
                <c:pt idx="617">
                  <c:v>#N/A</c:v>
                </c:pt>
                <c:pt idx="618">
                  <c:v>#N/A</c:v>
                </c:pt>
                <c:pt idx="619">
                  <c:v>#N/A</c:v>
                </c:pt>
                <c:pt idx="620">
                  <c:v>#N/A</c:v>
                </c:pt>
                <c:pt idx="621">
                  <c:v>#N/A</c:v>
                </c:pt>
                <c:pt idx="622">
                  <c:v>#N/A</c:v>
                </c:pt>
                <c:pt idx="623">
                  <c:v>#N/A</c:v>
                </c:pt>
                <c:pt idx="624">
                  <c:v>#N/A</c:v>
                </c:pt>
                <c:pt idx="625">
                  <c:v>#N/A</c:v>
                </c:pt>
                <c:pt idx="626">
                  <c:v>#N/A</c:v>
                </c:pt>
                <c:pt idx="627">
                  <c:v>#N/A</c:v>
                </c:pt>
                <c:pt idx="628">
                  <c:v>#N/A</c:v>
                </c:pt>
                <c:pt idx="629">
                  <c:v>#N/A</c:v>
                </c:pt>
                <c:pt idx="630">
                  <c:v>#N/A</c:v>
                </c:pt>
                <c:pt idx="631">
                  <c:v>#N/A</c:v>
                </c:pt>
                <c:pt idx="632">
                  <c:v>#N/A</c:v>
                </c:pt>
                <c:pt idx="633">
                  <c:v>#N/A</c:v>
                </c:pt>
                <c:pt idx="634">
                  <c:v>#N/A</c:v>
                </c:pt>
                <c:pt idx="635">
                  <c:v>#N/A</c:v>
                </c:pt>
                <c:pt idx="636">
                  <c:v>#N/A</c:v>
                </c:pt>
                <c:pt idx="637">
                  <c:v>#N/A</c:v>
                </c:pt>
                <c:pt idx="638">
                  <c:v>#N/A</c:v>
                </c:pt>
                <c:pt idx="639">
                  <c:v>#N/A</c:v>
                </c:pt>
                <c:pt idx="640">
                  <c:v>#N/A</c:v>
                </c:pt>
                <c:pt idx="641">
                  <c:v>#N/A</c:v>
                </c:pt>
                <c:pt idx="642">
                  <c:v>#N/A</c:v>
                </c:pt>
                <c:pt idx="643">
                  <c:v>#N/A</c:v>
                </c:pt>
                <c:pt idx="644">
                  <c:v>#N/A</c:v>
                </c:pt>
                <c:pt idx="645">
                  <c:v>#N/A</c:v>
                </c:pt>
                <c:pt idx="646">
                  <c:v>#N/A</c:v>
                </c:pt>
                <c:pt idx="647">
                  <c:v>#N/A</c:v>
                </c:pt>
                <c:pt idx="648">
                  <c:v>#N/A</c:v>
                </c:pt>
                <c:pt idx="649">
                  <c:v>#N/A</c:v>
                </c:pt>
                <c:pt idx="650">
                  <c:v>#N/A</c:v>
                </c:pt>
                <c:pt idx="651">
                  <c:v>#N/A</c:v>
                </c:pt>
                <c:pt idx="652">
                  <c:v>#N/A</c:v>
                </c:pt>
                <c:pt idx="653">
                  <c:v>#N/A</c:v>
                </c:pt>
                <c:pt idx="654">
                  <c:v>#N/A</c:v>
                </c:pt>
                <c:pt idx="655">
                  <c:v>#N/A</c:v>
                </c:pt>
                <c:pt idx="656">
                  <c:v>#N/A</c:v>
                </c:pt>
                <c:pt idx="657">
                  <c:v>#N/A</c:v>
                </c:pt>
                <c:pt idx="658">
                  <c:v>#N/A</c:v>
                </c:pt>
                <c:pt idx="659">
                  <c:v>#N/A</c:v>
                </c:pt>
                <c:pt idx="660">
                  <c:v>#N/A</c:v>
                </c:pt>
                <c:pt idx="661">
                  <c:v>#N/A</c:v>
                </c:pt>
                <c:pt idx="662">
                  <c:v>#N/A</c:v>
                </c:pt>
                <c:pt idx="663">
                  <c:v>#N/A</c:v>
                </c:pt>
                <c:pt idx="664">
                  <c:v>#N/A</c:v>
                </c:pt>
                <c:pt idx="665">
                  <c:v>#N/A</c:v>
                </c:pt>
                <c:pt idx="666">
                  <c:v>#N/A</c:v>
                </c:pt>
                <c:pt idx="667">
                  <c:v>#N/A</c:v>
                </c:pt>
                <c:pt idx="668">
                  <c:v>#N/A</c:v>
                </c:pt>
                <c:pt idx="669">
                  <c:v>#N/A</c:v>
                </c:pt>
                <c:pt idx="670">
                  <c:v>#N/A</c:v>
                </c:pt>
                <c:pt idx="671">
                  <c:v>#N/A</c:v>
                </c:pt>
                <c:pt idx="672">
                  <c:v>#N/A</c:v>
                </c:pt>
                <c:pt idx="673">
                  <c:v>#N/A</c:v>
                </c:pt>
                <c:pt idx="674">
                  <c:v>#N/A</c:v>
                </c:pt>
                <c:pt idx="675">
                  <c:v>#N/A</c:v>
                </c:pt>
                <c:pt idx="676">
                  <c:v>#N/A</c:v>
                </c:pt>
                <c:pt idx="677">
                  <c:v>#N/A</c:v>
                </c:pt>
                <c:pt idx="678">
                  <c:v>#N/A</c:v>
                </c:pt>
                <c:pt idx="679">
                  <c:v>#N/A</c:v>
                </c:pt>
                <c:pt idx="680">
                  <c:v>#N/A</c:v>
                </c:pt>
                <c:pt idx="681">
                  <c:v>#N/A</c:v>
                </c:pt>
                <c:pt idx="682">
                  <c:v>#N/A</c:v>
                </c:pt>
                <c:pt idx="683">
                  <c:v>#N/A</c:v>
                </c:pt>
                <c:pt idx="684">
                  <c:v>#N/A</c:v>
                </c:pt>
                <c:pt idx="685">
                  <c:v>#N/A</c:v>
                </c:pt>
                <c:pt idx="686">
                  <c:v>#N/A</c:v>
                </c:pt>
                <c:pt idx="687">
                  <c:v>#N/A</c:v>
                </c:pt>
                <c:pt idx="688">
                  <c:v>#N/A</c:v>
                </c:pt>
                <c:pt idx="689">
                  <c:v>#N/A</c:v>
                </c:pt>
                <c:pt idx="690">
                  <c:v>#N/A</c:v>
                </c:pt>
                <c:pt idx="691">
                  <c:v>#N/A</c:v>
                </c:pt>
                <c:pt idx="692">
                  <c:v>#N/A</c:v>
                </c:pt>
                <c:pt idx="693">
                  <c:v>#N/A</c:v>
                </c:pt>
                <c:pt idx="694">
                  <c:v>#N/A</c:v>
                </c:pt>
                <c:pt idx="695">
                  <c:v>#N/A</c:v>
                </c:pt>
                <c:pt idx="696">
                  <c:v>#N/A</c:v>
                </c:pt>
                <c:pt idx="697">
                  <c:v>#N/A</c:v>
                </c:pt>
                <c:pt idx="698">
                  <c:v>#N/A</c:v>
                </c:pt>
                <c:pt idx="699">
                  <c:v>#N/A</c:v>
                </c:pt>
                <c:pt idx="700">
                  <c:v>#N/A</c:v>
                </c:pt>
                <c:pt idx="701">
                  <c:v>#N/A</c:v>
                </c:pt>
                <c:pt idx="702">
                  <c:v>#N/A</c:v>
                </c:pt>
                <c:pt idx="703">
                  <c:v>#N/A</c:v>
                </c:pt>
                <c:pt idx="704">
                  <c:v>#N/A</c:v>
                </c:pt>
                <c:pt idx="705">
                  <c:v>#N/A</c:v>
                </c:pt>
                <c:pt idx="706">
                  <c:v>#N/A</c:v>
                </c:pt>
                <c:pt idx="707">
                  <c:v>#N/A</c:v>
                </c:pt>
                <c:pt idx="708">
                  <c:v>#N/A</c:v>
                </c:pt>
                <c:pt idx="709">
                  <c:v>#N/A</c:v>
                </c:pt>
                <c:pt idx="710">
                  <c:v>#N/A</c:v>
                </c:pt>
                <c:pt idx="711">
                  <c:v>#N/A</c:v>
                </c:pt>
                <c:pt idx="712">
                  <c:v>#N/A</c:v>
                </c:pt>
                <c:pt idx="713">
                  <c:v>#N/A</c:v>
                </c:pt>
                <c:pt idx="714">
                  <c:v>#N/A</c:v>
                </c:pt>
                <c:pt idx="715">
                  <c:v>#N/A</c:v>
                </c:pt>
                <c:pt idx="716">
                  <c:v>#N/A</c:v>
                </c:pt>
                <c:pt idx="717">
                  <c:v>#N/A</c:v>
                </c:pt>
                <c:pt idx="718">
                  <c:v>#N/A</c:v>
                </c:pt>
                <c:pt idx="719">
                  <c:v>#N/A</c:v>
                </c:pt>
                <c:pt idx="720">
                  <c:v>#N/A</c:v>
                </c:pt>
                <c:pt idx="721">
                  <c:v>#N/A</c:v>
                </c:pt>
                <c:pt idx="722">
                  <c:v>#N/A</c:v>
                </c:pt>
                <c:pt idx="723">
                  <c:v>#N/A</c:v>
                </c:pt>
                <c:pt idx="724">
                  <c:v>#N/A</c:v>
                </c:pt>
                <c:pt idx="725">
                  <c:v>#N/A</c:v>
                </c:pt>
                <c:pt idx="726">
                  <c:v>#N/A</c:v>
                </c:pt>
                <c:pt idx="727">
                  <c:v>#N/A</c:v>
                </c:pt>
                <c:pt idx="728">
                  <c:v>#N/A</c:v>
                </c:pt>
                <c:pt idx="729">
                  <c:v>#N/A</c:v>
                </c:pt>
                <c:pt idx="730">
                  <c:v>#N/A</c:v>
                </c:pt>
                <c:pt idx="731">
                  <c:v>#N/A</c:v>
                </c:pt>
                <c:pt idx="732">
                  <c:v>#N/A</c:v>
                </c:pt>
                <c:pt idx="733">
                  <c:v>#N/A</c:v>
                </c:pt>
                <c:pt idx="734">
                  <c:v>#N/A</c:v>
                </c:pt>
                <c:pt idx="735">
                  <c:v>#N/A</c:v>
                </c:pt>
                <c:pt idx="736">
                  <c:v>#N/A</c:v>
                </c:pt>
                <c:pt idx="737">
                  <c:v>#N/A</c:v>
                </c:pt>
                <c:pt idx="738">
                  <c:v>#N/A</c:v>
                </c:pt>
                <c:pt idx="739">
                  <c:v>#N/A</c:v>
                </c:pt>
                <c:pt idx="740">
                  <c:v>#N/A</c:v>
                </c:pt>
                <c:pt idx="741">
                  <c:v>#N/A</c:v>
                </c:pt>
                <c:pt idx="742">
                  <c:v>#N/A</c:v>
                </c:pt>
                <c:pt idx="743">
                  <c:v>#N/A</c:v>
                </c:pt>
                <c:pt idx="744">
                  <c:v>#N/A</c:v>
                </c:pt>
                <c:pt idx="745">
                  <c:v>#N/A</c:v>
                </c:pt>
                <c:pt idx="746">
                  <c:v>#N/A</c:v>
                </c:pt>
                <c:pt idx="747">
                  <c:v>#N/A</c:v>
                </c:pt>
                <c:pt idx="748">
                  <c:v>#N/A</c:v>
                </c:pt>
                <c:pt idx="749">
                  <c:v>#N/A</c:v>
                </c:pt>
                <c:pt idx="750">
                  <c:v>#N/A</c:v>
                </c:pt>
                <c:pt idx="751">
                  <c:v>#N/A</c:v>
                </c:pt>
                <c:pt idx="752">
                  <c:v>#N/A</c:v>
                </c:pt>
                <c:pt idx="753">
                  <c:v>#N/A</c:v>
                </c:pt>
                <c:pt idx="754">
                  <c:v>#N/A</c:v>
                </c:pt>
                <c:pt idx="755">
                  <c:v>#N/A</c:v>
                </c:pt>
                <c:pt idx="756">
                  <c:v>#N/A</c:v>
                </c:pt>
                <c:pt idx="757">
                  <c:v>#N/A</c:v>
                </c:pt>
                <c:pt idx="758">
                  <c:v>#N/A</c:v>
                </c:pt>
                <c:pt idx="759">
                  <c:v>#N/A</c:v>
                </c:pt>
                <c:pt idx="760">
                  <c:v>#N/A</c:v>
                </c:pt>
                <c:pt idx="761">
                  <c:v>#N/A</c:v>
                </c:pt>
                <c:pt idx="762">
                  <c:v>#N/A</c:v>
                </c:pt>
                <c:pt idx="763">
                  <c:v>#N/A</c:v>
                </c:pt>
                <c:pt idx="764">
                  <c:v>#N/A</c:v>
                </c:pt>
                <c:pt idx="765">
                  <c:v>#N/A</c:v>
                </c:pt>
                <c:pt idx="766">
                  <c:v>#N/A</c:v>
                </c:pt>
                <c:pt idx="767">
                  <c:v>#N/A</c:v>
                </c:pt>
                <c:pt idx="768">
                  <c:v>#N/A</c:v>
                </c:pt>
                <c:pt idx="769">
                  <c:v>#N/A</c:v>
                </c:pt>
                <c:pt idx="770">
                  <c:v>#N/A</c:v>
                </c:pt>
                <c:pt idx="771">
                  <c:v>#N/A</c:v>
                </c:pt>
                <c:pt idx="772">
                  <c:v>#N/A</c:v>
                </c:pt>
                <c:pt idx="773">
                  <c:v>#N/A</c:v>
                </c:pt>
                <c:pt idx="774">
                  <c:v>#N/A</c:v>
                </c:pt>
                <c:pt idx="775">
                  <c:v>#N/A</c:v>
                </c:pt>
                <c:pt idx="776">
                  <c:v>#N/A</c:v>
                </c:pt>
                <c:pt idx="777">
                  <c:v>#N/A</c:v>
                </c:pt>
                <c:pt idx="778">
                  <c:v>#N/A</c:v>
                </c:pt>
                <c:pt idx="779">
                  <c:v>#N/A</c:v>
                </c:pt>
                <c:pt idx="780">
                  <c:v>#N/A</c:v>
                </c:pt>
                <c:pt idx="781">
                  <c:v>#N/A</c:v>
                </c:pt>
                <c:pt idx="782">
                  <c:v>#N/A</c:v>
                </c:pt>
                <c:pt idx="783">
                  <c:v>#N/A</c:v>
                </c:pt>
                <c:pt idx="784">
                  <c:v>#N/A</c:v>
                </c:pt>
                <c:pt idx="785">
                  <c:v>#N/A</c:v>
                </c:pt>
                <c:pt idx="786">
                  <c:v>#N/A</c:v>
                </c:pt>
                <c:pt idx="787">
                  <c:v>#N/A</c:v>
                </c:pt>
                <c:pt idx="788">
                  <c:v>#N/A</c:v>
                </c:pt>
                <c:pt idx="789">
                  <c:v>#N/A</c:v>
                </c:pt>
                <c:pt idx="790">
                  <c:v>#N/A</c:v>
                </c:pt>
                <c:pt idx="791">
                  <c:v>#N/A</c:v>
                </c:pt>
                <c:pt idx="792">
                  <c:v>#N/A</c:v>
                </c:pt>
                <c:pt idx="793">
                  <c:v>#N/A</c:v>
                </c:pt>
                <c:pt idx="794">
                  <c:v>#N/A</c:v>
                </c:pt>
                <c:pt idx="795">
                  <c:v>#N/A</c:v>
                </c:pt>
                <c:pt idx="796">
                  <c:v>#N/A</c:v>
                </c:pt>
                <c:pt idx="797">
                  <c:v>#N/A</c:v>
                </c:pt>
                <c:pt idx="798">
                  <c:v>#N/A</c:v>
                </c:pt>
                <c:pt idx="799">
                  <c:v>#N/A</c:v>
                </c:pt>
                <c:pt idx="800">
                  <c:v>#N/A</c:v>
                </c:pt>
                <c:pt idx="801">
                  <c:v>#N/A</c:v>
                </c:pt>
                <c:pt idx="802">
                  <c:v>#N/A</c:v>
                </c:pt>
                <c:pt idx="803">
                  <c:v>#N/A</c:v>
                </c:pt>
                <c:pt idx="804">
                  <c:v>#N/A</c:v>
                </c:pt>
                <c:pt idx="805">
                  <c:v>#N/A</c:v>
                </c:pt>
                <c:pt idx="806">
                  <c:v>#N/A</c:v>
                </c:pt>
                <c:pt idx="807">
                  <c:v>#N/A</c:v>
                </c:pt>
                <c:pt idx="808">
                  <c:v>#N/A</c:v>
                </c:pt>
                <c:pt idx="809">
                  <c:v>#N/A</c:v>
                </c:pt>
                <c:pt idx="810">
                  <c:v>#N/A</c:v>
                </c:pt>
                <c:pt idx="811">
                  <c:v>#N/A</c:v>
                </c:pt>
                <c:pt idx="812">
                  <c:v>#N/A</c:v>
                </c:pt>
                <c:pt idx="813">
                  <c:v>#N/A</c:v>
                </c:pt>
                <c:pt idx="814">
                  <c:v>#N/A</c:v>
                </c:pt>
                <c:pt idx="815">
                  <c:v>#N/A</c:v>
                </c:pt>
                <c:pt idx="816">
                  <c:v>#N/A</c:v>
                </c:pt>
                <c:pt idx="817">
                  <c:v>#N/A</c:v>
                </c:pt>
                <c:pt idx="818">
                  <c:v>#N/A</c:v>
                </c:pt>
                <c:pt idx="819">
                  <c:v>#N/A</c:v>
                </c:pt>
                <c:pt idx="820">
                  <c:v>#N/A</c:v>
                </c:pt>
                <c:pt idx="821">
                  <c:v>#N/A</c:v>
                </c:pt>
                <c:pt idx="822">
                  <c:v>#N/A</c:v>
                </c:pt>
                <c:pt idx="823">
                  <c:v>#N/A</c:v>
                </c:pt>
                <c:pt idx="824">
                  <c:v>#N/A</c:v>
                </c:pt>
                <c:pt idx="825">
                  <c:v>#N/A</c:v>
                </c:pt>
                <c:pt idx="826">
                  <c:v>#N/A</c:v>
                </c:pt>
                <c:pt idx="827">
                  <c:v>#N/A</c:v>
                </c:pt>
                <c:pt idx="828">
                  <c:v>#N/A</c:v>
                </c:pt>
                <c:pt idx="829">
                  <c:v>#N/A</c:v>
                </c:pt>
                <c:pt idx="830">
                  <c:v>#N/A</c:v>
                </c:pt>
                <c:pt idx="831">
                  <c:v>#N/A</c:v>
                </c:pt>
                <c:pt idx="832">
                  <c:v>#N/A</c:v>
                </c:pt>
                <c:pt idx="833">
                  <c:v>#N/A</c:v>
                </c:pt>
                <c:pt idx="834">
                  <c:v>#N/A</c:v>
                </c:pt>
                <c:pt idx="835">
                  <c:v>#N/A</c:v>
                </c:pt>
                <c:pt idx="836">
                  <c:v>#N/A</c:v>
                </c:pt>
                <c:pt idx="837">
                  <c:v>#N/A</c:v>
                </c:pt>
                <c:pt idx="838">
                  <c:v>#N/A</c:v>
                </c:pt>
                <c:pt idx="839">
                  <c:v>#N/A</c:v>
                </c:pt>
                <c:pt idx="840">
                  <c:v>#N/A</c:v>
                </c:pt>
                <c:pt idx="841">
                  <c:v>#N/A</c:v>
                </c:pt>
                <c:pt idx="842">
                  <c:v>#N/A</c:v>
                </c:pt>
                <c:pt idx="843">
                  <c:v>#N/A</c:v>
                </c:pt>
                <c:pt idx="844">
                  <c:v>#N/A</c:v>
                </c:pt>
                <c:pt idx="845">
                  <c:v>#N/A</c:v>
                </c:pt>
                <c:pt idx="846">
                  <c:v>#N/A</c:v>
                </c:pt>
                <c:pt idx="847">
                  <c:v>#N/A</c:v>
                </c:pt>
                <c:pt idx="848">
                  <c:v>#N/A</c:v>
                </c:pt>
                <c:pt idx="849">
                  <c:v>#N/A</c:v>
                </c:pt>
                <c:pt idx="850">
                  <c:v>#N/A</c:v>
                </c:pt>
                <c:pt idx="851">
                  <c:v>#N/A</c:v>
                </c:pt>
                <c:pt idx="852">
                  <c:v>#N/A</c:v>
                </c:pt>
                <c:pt idx="853">
                  <c:v>#N/A</c:v>
                </c:pt>
                <c:pt idx="854">
                  <c:v>#N/A</c:v>
                </c:pt>
                <c:pt idx="855">
                  <c:v>#N/A</c:v>
                </c:pt>
                <c:pt idx="856">
                  <c:v>#N/A</c:v>
                </c:pt>
                <c:pt idx="857">
                  <c:v>#N/A</c:v>
                </c:pt>
                <c:pt idx="858">
                  <c:v>#N/A</c:v>
                </c:pt>
                <c:pt idx="859">
                  <c:v>#N/A</c:v>
                </c:pt>
                <c:pt idx="860">
                  <c:v>#N/A</c:v>
                </c:pt>
                <c:pt idx="861">
                  <c:v>#N/A</c:v>
                </c:pt>
                <c:pt idx="862">
                  <c:v>#N/A</c:v>
                </c:pt>
                <c:pt idx="863">
                  <c:v>#N/A</c:v>
                </c:pt>
                <c:pt idx="864">
                  <c:v>#N/A</c:v>
                </c:pt>
                <c:pt idx="865">
                  <c:v>#N/A</c:v>
                </c:pt>
                <c:pt idx="866">
                  <c:v>#N/A</c:v>
                </c:pt>
                <c:pt idx="867">
                  <c:v>#N/A</c:v>
                </c:pt>
                <c:pt idx="868">
                  <c:v>#N/A</c:v>
                </c:pt>
                <c:pt idx="869">
                  <c:v>#N/A</c:v>
                </c:pt>
                <c:pt idx="870">
                  <c:v>#N/A</c:v>
                </c:pt>
                <c:pt idx="871">
                  <c:v>#N/A</c:v>
                </c:pt>
                <c:pt idx="872">
                  <c:v>#N/A</c:v>
                </c:pt>
                <c:pt idx="873">
                  <c:v>#N/A</c:v>
                </c:pt>
                <c:pt idx="874">
                  <c:v>#N/A</c:v>
                </c:pt>
                <c:pt idx="875">
                  <c:v>#N/A</c:v>
                </c:pt>
                <c:pt idx="876">
                  <c:v>#N/A</c:v>
                </c:pt>
                <c:pt idx="877">
                  <c:v>#N/A</c:v>
                </c:pt>
                <c:pt idx="878">
                  <c:v>#N/A</c:v>
                </c:pt>
                <c:pt idx="879">
                  <c:v>#N/A</c:v>
                </c:pt>
                <c:pt idx="880">
                  <c:v>#N/A</c:v>
                </c:pt>
                <c:pt idx="881">
                  <c:v>#N/A</c:v>
                </c:pt>
                <c:pt idx="882">
                  <c:v>#N/A</c:v>
                </c:pt>
                <c:pt idx="883">
                  <c:v>#N/A</c:v>
                </c:pt>
                <c:pt idx="884">
                  <c:v>#N/A</c:v>
                </c:pt>
                <c:pt idx="885">
                  <c:v>#N/A</c:v>
                </c:pt>
                <c:pt idx="886">
                  <c:v>#N/A</c:v>
                </c:pt>
                <c:pt idx="887">
                  <c:v>#N/A</c:v>
                </c:pt>
                <c:pt idx="888">
                  <c:v>#N/A</c:v>
                </c:pt>
                <c:pt idx="889">
                  <c:v>#N/A</c:v>
                </c:pt>
                <c:pt idx="890">
                  <c:v>#N/A</c:v>
                </c:pt>
                <c:pt idx="891">
                  <c:v>#N/A</c:v>
                </c:pt>
                <c:pt idx="892">
                  <c:v>#N/A</c:v>
                </c:pt>
                <c:pt idx="893">
                  <c:v>#N/A</c:v>
                </c:pt>
                <c:pt idx="894">
                  <c:v>#N/A</c:v>
                </c:pt>
                <c:pt idx="895">
                  <c:v>#N/A</c:v>
                </c:pt>
                <c:pt idx="896">
                  <c:v>#N/A</c:v>
                </c:pt>
                <c:pt idx="897">
                  <c:v>#N/A</c:v>
                </c:pt>
                <c:pt idx="898">
                  <c:v>#N/A</c:v>
                </c:pt>
                <c:pt idx="899">
                  <c:v>#N/A</c:v>
                </c:pt>
                <c:pt idx="900">
                  <c:v>#N/A</c:v>
                </c:pt>
                <c:pt idx="901">
                  <c:v>#N/A</c:v>
                </c:pt>
                <c:pt idx="902">
                  <c:v>#N/A</c:v>
                </c:pt>
                <c:pt idx="903">
                  <c:v>#N/A</c:v>
                </c:pt>
                <c:pt idx="904">
                  <c:v>#N/A</c:v>
                </c:pt>
                <c:pt idx="905">
                  <c:v>#N/A</c:v>
                </c:pt>
                <c:pt idx="906">
                  <c:v>#N/A</c:v>
                </c:pt>
                <c:pt idx="907">
                  <c:v>#N/A</c:v>
                </c:pt>
                <c:pt idx="908">
                  <c:v>#N/A</c:v>
                </c:pt>
                <c:pt idx="909">
                  <c:v>#N/A</c:v>
                </c:pt>
                <c:pt idx="910">
                  <c:v>#N/A</c:v>
                </c:pt>
                <c:pt idx="911">
                  <c:v>#N/A</c:v>
                </c:pt>
                <c:pt idx="912">
                  <c:v>#N/A</c:v>
                </c:pt>
                <c:pt idx="913">
                  <c:v>#N/A</c:v>
                </c:pt>
                <c:pt idx="914">
                  <c:v>#N/A</c:v>
                </c:pt>
                <c:pt idx="915">
                  <c:v>#N/A</c:v>
                </c:pt>
                <c:pt idx="916">
                  <c:v>#N/A</c:v>
                </c:pt>
                <c:pt idx="917">
                  <c:v>#N/A</c:v>
                </c:pt>
                <c:pt idx="918">
                  <c:v>#N/A</c:v>
                </c:pt>
                <c:pt idx="919">
                  <c:v>#N/A</c:v>
                </c:pt>
                <c:pt idx="920">
                  <c:v>#N/A</c:v>
                </c:pt>
                <c:pt idx="921">
                  <c:v>#N/A</c:v>
                </c:pt>
                <c:pt idx="922">
                  <c:v>#N/A</c:v>
                </c:pt>
                <c:pt idx="923">
                  <c:v>#N/A</c:v>
                </c:pt>
                <c:pt idx="924">
                  <c:v>#N/A</c:v>
                </c:pt>
                <c:pt idx="925">
                  <c:v>#N/A</c:v>
                </c:pt>
                <c:pt idx="926">
                  <c:v>#N/A</c:v>
                </c:pt>
                <c:pt idx="927">
                  <c:v>#N/A</c:v>
                </c:pt>
                <c:pt idx="928">
                  <c:v>#N/A</c:v>
                </c:pt>
                <c:pt idx="929">
                  <c:v>#N/A</c:v>
                </c:pt>
                <c:pt idx="930">
                  <c:v>#N/A</c:v>
                </c:pt>
                <c:pt idx="931">
                  <c:v>#N/A</c:v>
                </c:pt>
                <c:pt idx="932">
                  <c:v>#N/A</c:v>
                </c:pt>
                <c:pt idx="933">
                  <c:v>#N/A</c:v>
                </c:pt>
                <c:pt idx="934">
                  <c:v>#N/A</c:v>
                </c:pt>
                <c:pt idx="935">
                  <c:v>#N/A</c:v>
                </c:pt>
                <c:pt idx="936">
                  <c:v>#N/A</c:v>
                </c:pt>
                <c:pt idx="937">
                  <c:v>#N/A</c:v>
                </c:pt>
                <c:pt idx="938">
                  <c:v>#N/A</c:v>
                </c:pt>
                <c:pt idx="939">
                  <c:v>#N/A</c:v>
                </c:pt>
                <c:pt idx="940">
                  <c:v>#N/A</c:v>
                </c:pt>
                <c:pt idx="941">
                  <c:v>#N/A</c:v>
                </c:pt>
                <c:pt idx="942">
                  <c:v>#N/A</c:v>
                </c:pt>
                <c:pt idx="943">
                  <c:v>#N/A</c:v>
                </c:pt>
                <c:pt idx="944">
                  <c:v>#N/A</c:v>
                </c:pt>
                <c:pt idx="945">
                  <c:v>#N/A</c:v>
                </c:pt>
                <c:pt idx="946">
                  <c:v>#N/A</c:v>
                </c:pt>
                <c:pt idx="947">
                  <c:v>#N/A</c:v>
                </c:pt>
                <c:pt idx="948">
                  <c:v>#N/A</c:v>
                </c:pt>
                <c:pt idx="949">
                  <c:v>#N/A</c:v>
                </c:pt>
                <c:pt idx="950">
                  <c:v>#N/A</c:v>
                </c:pt>
                <c:pt idx="951">
                  <c:v>#N/A</c:v>
                </c:pt>
                <c:pt idx="952">
                  <c:v>#N/A</c:v>
                </c:pt>
                <c:pt idx="953">
                  <c:v>#N/A</c:v>
                </c:pt>
                <c:pt idx="954">
                  <c:v>#N/A</c:v>
                </c:pt>
                <c:pt idx="955">
                  <c:v>#N/A</c:v>
                </c:pt>
                <c:pt idx="956">
                  <c:v>#N/A</c:v>
                </c:pt>
                <c:pt idx="957">
                  <c:v>#N/A</c:v>
                </c:pt>
                <c:pt idx="958">
                  <c:v>#N/A</c:v>
                </c:pt>
                <c:pt idx="959">
                  <c:v>#N/A</c:v>
                </c:pt>
                <c:pt idx="960">
                  <c:v>#N/A</c:v>
                </c:pt>
                <c:pt idx="961">
                  <c:v>#N/A</c:v>
                </c:pt>
                <c:pt idx="962">
                  <c:v>#N/A</c:v>
                </c:pt>
                <c:pt idx="963">
                  <c:v>#N/A</c:v>
                </c:pt>
                <c:pt idx="964">
                  <c:v>#N/A</c:v>
                </c:pt>
                <c:pt idx="965">
                  <c:v>#N/A</c:v>
                </c:pt>
                <c:pt idx="966">
                  <c:v>#N/A</c:v>
                </c:pt>
                <c:pt idx="967">
                  <c:v>#N/A</c:v>
                </c:pt>
                <c:pt idx="968">
                  <c:v>#N/A</c:v>
                </c:pt>
                <c:pt idx="969">
                  <c:v>#N/A</c:v>
                </c:pt>
                <c:pt idx="970">
                  <c:v>#N/A</c:v>
                </c:pt>
                <c:pt idx="971">
                  <c:v>#N/A</c:v>
                </c:pt>
                <c:pt idx="972">
                  <c:v>#N/A</c:v>
                </c:pt>
                <c:pt idx="973">
                  <c:v>#N/A</c:v>
                </c:pt>
                <c:pt idx="974">
                  <c:v>#N/A</c:v>
                </c:pt>
                <c:pt idx="975">
                  <c:v>#N/A</c:v>
                </c:pt>
                <c:pt idx="976">
                  <c:v>#N/A</c:v>
                </c:pt>
                <c:pt idx="977">
                  <c:v>#N/A</c:v>
                </c:pt>
                <c:pt idx="978">
                  <c:v>#N/A</c:v>
                </c:pt>
                <c:pt idx="979">
                  <c:v>#N/A</c:v>
                </c:pt>
                <c:pt idx="980">
                  <c:v>#N/A</c:v>
                </c:pt>
                <c:pt idx="981">
                  <c:v>#N/A</c:v>
                </c:pt>
                <c:pt idx="982">
                  <c:v>#N/A</c:v>
                </c:pt>
                <c:pt idx="983">
                  <c:v>#N/A</c:v>
                </c:pt>
                <c:pt idx="984">
                  <c:v>#N/A</c:v>
                </c:pt>
                <c:pt idx="985">
                  <c:v>#N/A</c:v>
                </c:pt>
                <c:pt idx="986">
                  <c:v>#N/A</c:v>
                </c:pt>
                <c:pt idx="987">
                  <c:v>#N/A</c:v>
                </c:pt>
                <c:pt idx="988">
                  <c:v>#N/A</c:v>
                </c:pt>
                <c:pt idx="989">
                  <c:v>#N/A</c:v>
                </c:pt>
                <c:pt idx="990">
                  <c:v>#N/A</c:v>
                </c:pt>
                <c:pt idx="991">
                  <c:v>#N/A</c:v>
                </c:pt>
                <c:pt idx="992">
                  <c:v>#N/A</c:v>
                </c:pt>
                <c:pt idx="993">
                  <c:v>#N/A</c:v>
                </c:pt>
                <c:pt idx="994">
                  <c:v>#N/A</c:v>
                </c:pt>
                <c:pt idx="995">
                  <c:v>#N/A</c:v>
                </c:pt>
                <c:pt idx="996">
                  <c:v>#N/A</c:v>
                </c:pt>
                <c:pt idx="997">
                  <c:v>#N/A</c:v>
                </c:pt>
                <c:pt idx="998">
                  <c:v>#N/A</c:v>
                </c:pt>
                <c:pt idx="999">
                  <c:v>#N/A</c:v>
                </c:pt>
                <c:pt idx="1000">
                  <c:v>#N/A</c:v>
                </c:pt>
                <c:pt idx="1001">
                  <c:v>#N/A</c:v>
                </c:pt>
                <c:pt idx="1002">
                  <c:v>#N/A</c:v>
                </c:pt>
                <c:pt idx="1003">
                  <c:v>#N/A</c:v>
                </c:pt>
                <c:pt idx="1004">
                  <c:v>#N/A</c:v>
                </c:pt>
                <c:pt idx="1005">
                  <c:v>#N/A</c:v>
                </c:pt>
                <c:pt idx="1006">
                  <c:v>#N/A</c:v>
                </c:pt>
                <c:pt idx="1007">
                  <c:v>#N/A</c:v>
                </c:pt>
                <c:pt idx="1008">
                  <c:v>#N/A</c:v>
                </c:pt>
                <c:pt idx="1009">
                  <c:v>#N/A</c:v>
                </c:pt>
                <c:pt idx="1010">
                  <c:v>#N/A</c:v>
                </c:pt>
                <c:pt idx="1011">
                  <c:v>#N/A</c:v>
                </c:pt>
                <c:pt idx="1012">
                  <c:v>#N/A</c:v>
                </c:pt>
                <c:pt idx="1013">
                  <c:v>#N/A</c:v>
                </c:pt>
                <c:pt idx="1014">
                  <c:v>#N/A</c:v>
                </c:pt>
                <c:pt idx="1015">
                  <c:v>#N/A</c:v>
                </c:pt>
                <c:pt idx="1016">
                  <c:v>#N/A</c:v>
                </c:pt>
                <c:pt idx="1017">
                  <c:v>#N/A</c:v>
                </c:pt>
                <c:pt idx="1018">
                  <c:v>#N/A</c:v>
                </c:pt>
                <c:pt idx="1019">
                  <c:v>#N/A</c:v>
                </c:pt>
                <c:pt idx="1020">
                  <c:v>#N/A</c:v>
                </c:pt>
                <c:pt idx="1021">
                  <c:v>#N/A</c:v>
                </c:pt>
                <c:pt idx="1022">
                  <c:v>#N/A</c:v>
                </c:pt>
                <c:pt idx="1023">
                  <c:v>#N/A</c:v>
                </c:pt>
                <c:pt idx="1024">
                  <c:v>#N/A</c:v>
                </c:pt>
                <c:pt idx="1025">
                  <c:v>#N/A</c:v>
                </c:pt>
                <c:pt idx="1026">
                  <c:v>#N/A</c:v>
                </c:pt>
                <c:pt idx="1027">
                  <c:v>#N/A</c:v>
                </c:pt>
                <c:pt idx="1028">
                  <c:v>#N/A</c:v>
                </c:pt>
                <c:pt idx="1029">
                  <c:v>#N/A</c:v>
                </c:pt>
                <c:pt idx="1030">
                  <c:v>#N/A</c:v>
                </c:pt>
                <c:pt idx="1031">
                  <c:v>#N/A</c:v>
                </c:pt>
                <c:pt idx="1032">
                  <c:v>#N/A</c:v>
                </c:pt>
                <c:pt idx="1033">
                  <c:v>#N/A</c:v>
                </c:pt>
                <c:pt idx="1034">
                  <c:v>#N/A</c:v>
                </c:pt>
                <c:pt idx="1035">
                  <c:v>#N/A</c:v>
                </c:pt>
                <c:pt idx="1036">
                  <c:v>#N/A</c:v>
                </c:pt>
                <c:pt idx="1037">
                  <c:v>#N/A</c:v>
                </c:pt>
                <c:pt idx="1038">
                  <c:v>#N/A</c:v>
                </c:pt>
                <c:pt idx="1039">
                  <c:v>#N/A</c:v>
                </c:pt>
                <c:pt idx="1040">
                  <c:v>#N/A</c:v>
                </c:pt>
                <c:pt idx="1041">
                  <c:v>#N/A</c:v>
                </c:pt>
                <c:pt idx="1042">
                  <c:v>#N/A</c:v>
                </c:pt>
                <c:pt idx="1043">
                  <c:v>#N/A</c:v>
                </c:pt>
                <c:pt idx="1044">
                  <c:v>#N/A</c:v>
                </c:pt>
                <c:pt idx="1045">
                  <c:v>#N/A</c:v>
                </c:pt>
                <c:pt idx="1046">
                  <c:v>#N/A</c:v>
                </c:pt>
                <c:pt idx="1047">
                  <c:v>#N/A</c:v>
                </c:pt>
                <c:pt idx="1048">
                  <c:v>#N/A</c:v>
                </c:pt>
                <c:pt idx="1049">
                  <c:v>#N/A</c:v>
                </c:pt>
                <c:pt idx="1050">
                  <c:v>#N/A</c:v>
                </c:pt>
                <c:pt idx="1051">
                  <c:v>#N/A</c:v>
                </c:pt>
                <c:pt idx="1052">
                  <c:v>#N/A</c:v>
                </c:pt>
                <c:pt idx="1053">
                  <c:v>#N/A</c:v>
                </c:pt>
                <c:pt idx="1054">
                  <c:v>#N/A</c:v>
                </c:pt>
                <c:pt idx="1055">
                  <c:v>#N/A</c:v>
                </c:pt>
                <c:pt idx="1056">
                  <c:v>#N/A</c:v>
                </c:pt>
                <c:pt idx="1057">
                  <c:v>#N/A</c:v>
                </c:pt>
                <c:pt idx="1058">
                  <c:v>#N/A</c:v>
                </c:pt>
                <c:pt idx="1059">
                  <c:v>#N/A</c:v>
                </c:pt>
                <c:pt idx="1060">
                  <c:v>#N/A</c:v>
                </c:pt>
                <c:pt idx="1061">
                  <c:v>#N/A</c:v>
                </c:pt>
                <c:pt idx="1062">
                  <c:v>#N/A</c:v>
                </c:pt>
                <c:pt idx="1063">
                  <c:v>#N/A</c:v>
                </c:pt>
                <c:pt idx="1064">
                  <c:v>#N/A</c:v>
                </c:pt>
                <c:pt idx="1065">
                  <c:v>#N/A</c:v>
                </c:pt>
                <c:pt idx="1066">
                  <c:v>#N/A</c:v>
                </c:pt>
                <c:pt idx="1067">
                  <c:v>#N/A</c:v>
                </c:pt>
                <c:pt idx="1068">
                  <c:v>#N/A</c:v>
                </c:pt>
                <c:pt idx="1069">
                  <c:v>#N/A</c:v>
                </c:pt>
                <c:pt idx="1070">
                  <c:v>#N/A</c:v>
                </c:pt>
                <c:pt idx="1071">
                  <c:v>#N/A</c:v>
                </c:pt>
                <c:pt idx="1072">
                  <c:v>#N/A</c:v>
                </c:pt>
                <c:pt idx="1073">
                  <c:v>#N/A</c:v>
                </c:pt>
                <c:pt idx="1074">
                  <c:v>#N/A</c:v>
                </c:pt>
                <c:pt idx="1075">
                  <c:v>#N/A</c:v>
                </c:pt>
                <c:pt idx="1076">
                  <c:v>#N/A</c:v>
                </c:pt>
                <c:pt idx="1077">
                  <c:v>#N/A</c:v>
                </c:pt>
                <c:pt idx="1078">
                  <c:v>#N/A</c:v>
                </c:pt>
                <c:pt idx="1079">
                  <c:v>#N/A</c:v>
                </c:pt>
                <c:pt idx="1080">
                  <c:v>#N/A</c:v>
                </c:pt>
                <c:pt idx="1081">
                  <c:v>#N/A</c:v>
                </c:pt>
                <c:pt idx="1082">
                  <c:v>#N/A</c:v>
                </c:pt>
                <c:pt idx="1083">
                  <c:v>#N/A</c:v>
                </c:pt>
                <c:pt idx="1084">
                  <c:v>#N/A</c:v>
                </c:pt>
                <c:pt idx="1085">
                  <c:v>#N/A</c:v>
                </c:pt>
                <c:pt idx="1086">
                  <c:v>#N/A</c:v>
                </c:pt>
                <c:pt idx="1087">
                  <c:v>#N/A</c:v>
                </c:pt>
                <c:pt idx="1088">
                  <c:v>#N/A</c:v>
                </c:pt>
                <c:pt idx="1089">
                  <c:v>#N/A</c:v>
                </c:pt>
                <c:pt idx="1090">
                  <c:v>#N/A</c:v>
                </c:pt>
                <c:pt idx="1091">
                  <c:v>#N/A</c:v>
                </c:pt>
                <c:pt idx="1092">
                  <c:v>#N/A</c:v>
                </c:pt>
                <c:pt idx="1093">
                  <c:v>#N/A</c:v>
                </c:pt>
                <c:pt idx="1094">
                  <c:v>#N/A</c:v>
                </c:pt>
                <c:pt idx="1095">
                  <c:v>#N/A</c:v>
                </c:pt>
                <c:pt idx="1096">
                  <c:v>#N/A</c:v>
                </c:pt>
                <c:pt idx="1097">
                  <c:v>#N/A</c:v>
                </c:pt>
                <c:pt idx="1098">
                  <c:v>#N/A</c:v>
                </c:pt>
                <c:pt idx="1099">
                  <c:v>#N/A</c:v>
                </c:pt>
                <c:pt idx="1100">
                  <c:v>#N/A</c:v>
                </c:pt>
                <c:pt idx="1101">
                  <c:v>#N/A</c:v>
                </c:pt>
                <c:pt idx="1102">
                  <c:v>#N/A</c:v>
                </c:pt>
                <c:pt idx="1103">
                  <c:v>#N/A</c:v>
                </c:pt>
                <c:pt idx="1104">
                  <c:v>#N/A</c:v>
                </c:pt>
                <c:pt idx="1105">
                  <c:v>#N/A</c:v>
                </c:pt>
                <c:pt idx="1106">
                  <c:v>#N/A</c:v>
                </c:pt>
                <c:pt idx="1107">
                  <c:v>#N/A</c:v>
                </c:pt>
                <c:pt idx="1108">
                  <c:v>#N/A</c:v>
                </c:pt>
                <c:pt idx="1109">
                  <c:v>#N/A</c:v>
                </c:pt>
                <c:pt idx="1110">
                  <c:v>#N/A</c:v>
                </c:pt>
                <c:pt idx="1111">
                  <c:v>#N/A</c:v>
                </c:pt>
                <c:pt idx="1112">
                  <c:v>#N/A</c:v>
                </c:pt>
                <c:pt idx="1113">
                  <c:v>#N/A</c:v>
                </c:pt>
                <c:pt idx="1114">
                  <c:v>#N/A</c:v>
                </c:pt>
                <c:pt idx="1115">
                  <c:v>#N/A</c:v>
                </c:pt>
                <c:pt idx="1116">
                  <c:v>#N/A</c:v>
                </c:pt>
                <c:pt idx="1117">
                  <c:v>#N/A</c:v>
                </c:pt>
                <c:pt idx="1118">
                  <c:v>#N/A</c:v>
                </c:pt>
                <c:pt idx="1119">
                  <c:v>#N/A</c:v>
                </c:pt>
                <c:pt idx="1120">
                  <c:v>#N/A</c:v>
                </c:pt>
                <c:pt idx="1121">
                  <c:v>#N/A</c:v>
                </c:pt>
                <c:pt idx="1122">
                  <c:v>#N/A</c:v>
                </c:pt>
                <c:pt idx="1123">
                  <c:v>#N/A</c:v>
                </c:pt>
                <c:pt idx="1124">
                  <c:v>#N/A</c:v>
                </c:pt>
                <c:pt idx="1125">
                  <c:v>#N/A</c:v>
                </c:pt>
                <c:pt idx="1126">
                  <c:v>#N/A</c:v>
                </c:pt>
                <c:pt idx="1127">
                  <c:v>#N/A</c:v>
                </c:pt>
                <c:pt idx="1128">
                  <c:v>#N/A</c:v>
                </c:pt>
                <c:pt idx="1129">
                  <c:v>#N/A</c:v>
                </c:pt>
                <c:pt idx="1130">
                  <c:v>#N/A</c:v>
                </c:pt>
                <c:pt idx="1131">
                  <c:v>#N/A</c:v>
                </c:pt>
                <c:pt idx="1132">
                  <c:v>#N/A</c:v>
                </c:pt>
                <c:pt idx="1133">
                  <c:v>#N/A</c:v>
                </c:pt>
                <c:pt idx="1134">
                  <c:v>#N/A</c:v>
                </c:pt>
                <c:pt idx="1135">
                  <c:v>#N/A</c:v>
                </c:pt>
                <c:pt idx="1136">
                  <c:v>#N/A</c:v>
                </c:pt>
                <c:pt idx="1137">
                  <c:v>#N/A</c:v>
                </c:pt>
                <c:pt idx="1138">
                  <c:v>#N/A</c:v>
                </c:pt>
                <c:pt idx="1139">
                  <c:v>#N/A</c:v>
                </c:pt>
                <c:pt idx="1140">
                  <c:v>#N/A</c:v>
                </c:pt>
                <c:pt idx="1141">
                  <c:v>#N/A</c:v>
                </c:pt>
                <c:pt idx="1142">
                  <c:v>#N/A</c:v>
                </c:pt>
                <c:pt idx="1143">
                  <c:v>#N/A</c:v>
                </c:pt>
                <c:pt idx="1144">
                  <c:v>#N/A</c:v>
                </c:pt>
                <c:pt idx="1145">
                  <c:v>#N/A</c:v>
                </c:pt>
                <c:pt idx="1146">
                  <c:v>#N/A</c:v>
                </c:pt>
                <c:pt idx="1147">
                  <c:v>#N/A</c:v>
                </c:pt>
                <c:pt idx="1148">
                  <c:v>#N/A</c:v>
                </c:pt>
                <c:pt idx="1149">
                  <c:v>#N/A</c:v>
                </c:pt>
                <c:pt idx="1150">
                  <c:v>#N/A</c:v>
                </c:pt>
                <c:pt idx="1151">
                  <c:v>#N/A</c:v>
                </c:pt>
                <c:pt idx="1152">
                  <c:v>#N/A</c:v>
                </c:pt>
                <c:pt idx="1153">
                  <c:v>#N/A</c:v>
                </c:pt>
                <c:pt idx="1154">
                  <c:v>#N/A</c:v>
                </c:pt>
                <c:pt idx="1155">
                  <c:v>#N/A</c:v>
                </c:pt>
                <c:pt idx="1156">
                  <c:v>#N/A</c:v>
                </c:pt>
                <c:pt idx="1157">
                  <c:v>#N/A</c:v>
                </c:pt>
                <c:pt idx="1158">
                  <c:v>#N/A</c:v>
                </c:pt>
                <c:pt idx="1159">
                  <c:v>#N/A</c:v>
                </c:pt>
                <c:pt idx="1160">
                  <c:v>#N/A</c:v>
                </c:pt>
                <c:pt idx="1161">
                  <c:v>#N/A</c:v>
                </c:pt>
                <c:pt idx="1162">
                  <c:v>#N/A</c:v>
                </c:pt>
                <c:pt idx="1163">
                  <c:v>#N/A</c:v>
                </c:pt>
                <c:pt idx="1164">
                  <c:v>#N/A</c:v>
                </c:pt>
                <c:pt idx="1165">
                  <c:v>#N/A</c:v>
                </c:pt>
                <c:pt idx="1166">
                  <c:v>#N/A</c:v>
                </c:pt>
                <c:pt idx="1167">
                  <c:v>#N/A</c:v>
                </c:pt>
                <c:pt idx="1168">
                  <c:v>#N/A</c:v>
                </c:pt>
                <c:pt idx="1169">
                  <c:v>#N/A</c:v>
                </c:pt>
                <c:pt idx="1170">
                  <c:v>#N/A</c:v>
                </c:pt>
                <c:pt idx="1171">
                  <c:v>#N/A</c:v>
                </c:pt>
                <c:pt idx="1172">
                  <c:v>#N/A</c:v>
                </c:pt>
                <c:pt idx="1173">
                  <c:v>#N/A</c:v>
                </c:pt>
                <c:pt idx="1174">
                  <c:v>#N/A</c:v>
                </c:pt>
                <c:pt idx="1175">
                  <c:v>#N/A</c:v>
                </c:pt>
                <c:pt idx="1176">
                  <c:v>#N/A</c:v>
                </c:pt>
                <c:pt idx="1177">
                  <c:v>#N/A</c:v>
                </c:pt>
                <c:pt idx="1178">
                  <c:v>#N/A</c:v>
                </c:pt>
                <c:pt idx="1179">
                  <c:v>#N/A</c:v>
                </c:pt>
                <c:pt idx="1180">
                  <c:v>#N/A</c:v>
                </c:pt>
                <c:pt idx="1181">
                  <c:v>#N/A</c:v>
                </c:pt>
                <c:pt idx="1182">
                  <c:v>#N/A</c:v>
                </c:pt>
                <c:pt idx="1183">
                  <c:v>#N/A</c:v>
                </c:pt>
                <c:pt idx="1184">
                  <c:v>#N/A</c:v>
                </c:pt>
                <c:pt idx="1185">
                  <c:v>#N/A</c:v>
                </c:pt>
                <c:pt idx="1186">
                  <c:v>#N/A</c:v>
                </c:pt>
                <c:pt idx="1187">
                  <c:v>#N/A</c:v>
                </c:pt>
                <c:pt idx="1188">
                  <c:v>#N/A</c:v>
                </c:pt>
                <c:pt idx="1189">
                  <c:v>#N/A</c:v>
                </c:pt>
                <c:pt idx="1190">
                  <c:v>#N/A</c:v>
                </c:pt>
                <c:pt idx="1191">
                  <c:v>#N/A</c:v>
                </c:pt>
                <c:pt idx="1192">
                  <c:v>#N/A</c:v>
                </c:pt>
                <c:pt idx="1193">
                  <c:v>#N/A</c:v>
                </c:pt>
                <c:pt idx="1194">
                  <c:v>#N/A</c:v>
                </c:pt>
                <c:pt idx="1195">
                  <c:v>#N/A</c:v>
                </c:pt>
                <c:pt idx="1196">
                  <c:v>#N/A</c:v>
                </c:pt>
                <c:pt idx="1197">
                  <c:v>#N/A</c:v>
                </c:pt>
                <c:pt idx="1198">
                  <c:v>#N/A</c:v>
                </c:pt>
                <c:pt idx="1199">
                  <c:v>#N/A</c:v>
                </c:pt>
                <c:pt idx="1200">
                  <c:v>#N/A</c:v>
                </c:pt>
                <c:pt idx="1201">
                  <c:v>#N/A</c:v>
                </c:pt>
                <c:pt idx="1202">
                  <c:v>#N/A</c:v>
                </c:pt>
                <c:pt idx="1203">
                  <c:v>#N/A</c:v>
                </c:pt>
                <c:pt idx="1204">
                  <c:v>#N/A</c:v>
                </c:pt>
                <c:pt idx="1205">
                  <c:v>#N/A</c:v>
                </c:pt>
                <c:pt idx="1206">
                  <c:v>#N/A</c:v>
                </c:pt>
                <c:pt idx="1207">
                  <c:v>#N/A</c:v>
                </c:pt>
                <c:pt idx="1208">
                  <c:v>#N/A</c:v>
                </c:pt>
                <c:pt idx="1209">
                  <c:v>#N/A</c:v>
                </c:pt>
                <c:pt idx="1210">
                  <c:v>#N/A</c:v>
                </c:pt>
                <c:pt idx="1211">
                  <c:v>#N/A</c:v>
                </c:pt>
                <c:pt idx="1212">
                  <c:v>#N/A</c:v>
                </c:pt>
                <c:pt idx="1213">
                  <c:v>#N/A</c:v>
                </c:pt>
                <c:pt idx="1214">
                  <c:v>#N/A</c:v>
                </c:pt>
                <c:pt idx="1215">
                  <c:v>#N/A</c:v>
                </c:pt>
                <c:pt idx="1216">
                  <c:v>#N/A</c:v>
                </c:pt>
                <c:pt idx="1217">
                  <c:v>#N/A</c:v>
                </c:pt>
                <c:pt idx="1218">
                  <c:v>#N/A</c:v>
                </c:pt>
                <c:pt idx="1219">
                  <c:v>#N/A</c:v>
                </c:pt>
                <c:pt idx="1220">
                  <c:v>#N/A</c:v>
                </c:pt>
                <c:pt idx="1221">
                  <c:v>#N/A</c:v>
                </c:pt>
                <c:pt idx="1222">
                  <c:v>#N/A</c:v>
                </c:pt>
                <c:pt idx="1223">
                  <c:v>#N/A</c:v>
                </c:pt>
                <c:pt idx="1224">
                  <c:v>#N/A</c:v>
                </c:pt>
                <c:pt idx="1225">
                  <c:v>#N/A</c:v>
                </c:pt>
                <c:pt idx="1226">
                  <c:v>#N/A</c:v>
                </c:pt>
                <c:pt idx="1227">
                  <c:v>#N/A</c:v>
                </c:pt>
                <c:pt idx="1228">
                  <c:v>#N/A</c:v>
                </c:pt>
                <c:pt idx="1229">
                  <c:v>#N/A</c:v>
                </c:pt>
                <c:pt idx="1230">
                  <c:v>#N/A</c:v>
                </c:pt>
                <c:pt idx="1231">
                  <c:v>#N/A</c:v>
                </c:pt>
                <c:pt idx="1232">
                  <c:v>#N/A</c:v>
                </c:pt>
                <c:pt idx="1233">
                  <c:v>#N/A</c:v>
                </c:pt>
                <c:pt idx="1234">
                  <c:v>#N/A</c:v>
                </c:pt>
                <c:pt idx="1235">
                  <c:v>#N/A</c:v>
                </c:pt>
                <c:pt idx="1236">
                  <c:v>#N/A</c:v>
                </c:pt>
                <c:pt idx="1237">
                  <c:v>#N/A</c:v>
                </c:pt>
                <c:pt idx="1238">
                  <c:v>#N/A</c:v>
                </c:pt>
                <c:pt idx="1239">
                  <c:v>#N/A</c:v>
                </c:pt>
                <c:pt idx="1240">
                  <c:v>#N/A</c:v>
                </c:pt>
                <c:pt idx="1241">
                  <c:v>#N/A</c:v>
                </c:pt>
                <c:pt idx="1242">
                  <c:v>#N/A</c:v>
                </c:pt>
                <c:pt idx="1243">
                  <c:v>#N/A</c:v>
                </c:pt>
                <c:pt idx="1244">
                  <c:v>#N/A</c:v>
                </c:pt>
                <c:pt idx="1245">
                  <c:v>#N/A</c:v>
                </c:pt>
                <c:pt idx="1246">
                  <c:v>#N/A</c:v>
                </c:pt>
                <c:pt idx="1247">
                  <c:v>#N/A</c:v>
                </c:pt>
                <c:pt idx="1248">
                  <c:v>#N/A</c:v>
                </c:pt>
                <c:pt idx="1249">
                  <c:v>#N/A</c:v>
                </c:pt>
                <c:pt idx="1250">
                  <c:v>#N/A</c:v>
                </c:pt>
                <c:pt idx="1251">
                  <c:v>#N/A</c:v>
                </c:pt>
                <c:pt idx="1252">
                  <c:v>#N/A</c:v>
                </c:pt>
                <c:pt idx="1253">
                  <c:v>#N/A</c:v>
                </c:pt>
                <c:pt idx="1254">
                  <c:v>#N/A</c:v>
                </c:pt>
                <c:pt idx="1255">
                  <c:v>#N/A</c:v>
                </c:pt>
                <c:pt idx="1256">
                  <c:v>#N/A</c:v>
                </c:pt>
                <c:pt idx="1257">
                  <c:v>#N/A</c:v>
                </c:pt>
                <c:pt idx="1258">
                  <c:v>#N/A</c:v>
                </c:pt>
                <c:pt idx="1259">
                  <c:v>#N/A</c:v>
                </c:pt>
                <c:pt idx="1260">
                  <c:v>#N/A</c:v>
                </c:pt>
                <c:pt idx="1261">
                  <c:v>#N/A</c:v>
                </c:pt>
                <c:pt idx="1262">
                  <c:v>#N/A</c:v>
                </c:pt>
                <c:pt idx="1263">
                  <c:v>#N/A</c:v>
                </c:pt>
                <c:pt idx="1264">
                  <c:v>#N/A</c:v>
                </c:pt>
                <c:pt idx="1265">
                  <c:v>#N/A</c:v>
                </c:pt>
                <c:pt idx="1266">
                  <c:v>#N/A</c:v>
                </c:pt>
                <c:pt idx="1267">
                  <c:v>#N/A</c:v>
                </c:pt>
                <c:pt idx="1268">
                  <c:v>#N/A</c:v>
                </c:pt>
                <c:pt idx="1269">
                  <c:v>#N/A</c:v>
                </c:pt>
                <c:pt idx="1270">
                  <c:v>#N/A</c:v>
                </c:pt>
                <c:pt idx="1271">
                  <c:v>#N/A</c:v>
                </c:pt>
                <c:pt idx="1272">
                  <c:v>#N/A</c:v>
                </c:pt>
                <c:pt idx="1273">
                  <c:v>#N/A</c:v>
                </c:pt>
                <c:pt idx="1274">
                  <c:v>#N/A</c:v>
                </c:pt>
                <c:pt idx="1275">
                  <c:v>#N/A</c:v>
                </c:pt>
                <c:pt idx="1276">
                  <c:v>#N/A</c:v>
                </c:pt>
                <c:pt idx="1277">
                  <c:v>#N/A</c:v>
                </c:pt>
                <c:pt idx="1278">
                  <c:v>#N/A</c:v>
                </c:pt>
                <c:pt idx="1279">
                  <c:v>#N/A</c:v>
                </c:pt>
                <c:pt idx="1280">
                  <c:v>#N/A</c:v>
                </c:pt>
                <c:pt idx="1281">
                  <c:v>#N/A</c:v>
                </c:pt>
                <c:pt idx="1282">
                  <c:v>#N/A</c:v>
                </c:pt>
                <c:pt idx="1283">
                  <c:v>#N/A</c:v>
                </c:pt>
                <c:pt idx="1284">
                  <c:v>#N/A</c:v>
                </c:pt>
                <c:pt idx="1285">
                  <c:v>#N/A</c:v>
                </c:pt>
                <c:pt idx="1286">
                  <c:v>#N/A</c:v>
                </c:pt>
                <c:pt idx="1287">
                  <c:v>#N/A</c:v>
                </c:pt>
                <c:pt idx="1288">
                  <c:v>#N/A</c:v>
                </c:pt>
                <c:pt idx="1289">
                  <c:v>#N/A</c:v>
                </c:pt>
                <c:pt idx="1290">
                  <c:v>#N/A</c:v>
                </c:pt>
                <c:pt idx="1291">
                  <c:v>#N/A</c:v>
                </c:pt>
                <c:pt idx="1292">
                  <c:v>#N/A</c:v>
                </c:pt>
                <c:pt idx="1293">
                  <c:v>#N/A</c:v>
                </c:pt>
                <c:pt idx="1294">
                  <c:v>#N/A</c:v>
                </c:pt>
                <c:pt idx="1295">
                  <c:v>#N/A</c:v>
                </c:pt>
                <c:pt idx="1296">
                  <c:v>#N/A</c:v>
                </c:pt>
                <c:pt idx="1297">
                  <c:v>#N/A</c:v>
                </c:pt>
                <c:pt idx="1298">
                  <c:v>#N/A</c:v>
                </c:pt>
                <c:pt idx="1299">
                  <c:v>#N/A</c:v>
                </c:pt>
                <c:pt idx="1300">
                  <c:v>#N/A</c:v>
                </c:pt>
                <c:pt idx="1301">
                  <c:v>#N/A</c:v>
                </c:pt>
                <c:pt idx="1302">
                  <c:v>#N/A</c:v>
                </c:pt>
                <c:pt idx="1303">
                  <c:v>#N/A</c:v>
                </c:pt>
                <c:pt idx="1304">
                  <c:v>#N/A</c:v>
                </c:pt>
                <c:pt idx="1305">
                  <c:v>#N/A</c:v>
                </c:pt>
                <c:pt idx="1306">
                  <c:v>#N/A</c:v>
                </c:pt>
                <c:pt idx="1307">
                  <c:v>#N/A</c:v>
                </c:pt>
                <c:pt idx="1308">
                  <c:v>#N/A</c:v>
                </c:pt>
                <c:pt idx="1309">
                  <c:v>#N/A</c:v>
                </c:pt>
                <c:pt idx="1310">
                  <c:v>#N/A</c:v>
                </c:pt>
                <c:pt idx="1311">
                  <c:v>#N/A</c:v>
                </c:pt>
                <c:pt idx="1312">
                  <c:v>#N/A</c:v>
                </c:pt>
                <c:pt idx="1313">
                  <c:v>#N/A</c:v>
                </c:pt>
                <c:pt idx="1314">
                  <c:v>#N/A</c:v>
                </c:pt>
                <c:pt idx="1315">
                  <c:v>#N/A</c:v>
                </c:pt>
                <c:pt idx="1316">
                  <c:v>#N/A</c:v>
                </c:pt>
                <c:pt idx="1317">
                  <c:v>#N/A</c:v>
                </c:pt>
                <c:pt idx="1318">
                  <c:v>#N/A</c:v>
                </c:pt>
                <c:pt idx="1319">
                  <c:v>#N/A</c:v>
                </c:pt>
                <c:pt idx="1320">
                  <c:v>#N/A</c:v>
                </c:pt>
                <c:pt idx="1321">
                  <c:v>#N/A</c:v>
                </c:pt>
                <c:pt idx="1322">
                  <c:v>#N/A</c:v>
                </c:pt>
                <c:pt idx="1323">
                  <c:v>#N/A</c:v>
                </c:pt>
                <c:pt idx="1324">
                  <c:v>#N/A</c:v>
                </c:pt>
                <c:pt idx="1325">
                  <c:v>#N/A</c:v>
                </c:pt>
                <c:pt idx="1326">
                  <c:v>#N/A</c:v>
                </c:pt>
                <c:pt idx="1327">
                  <c:v>#N/A</c:v>
                </c:pt>
                <c:pt idx="1328">
                  <c:v>#N/A</c:v>
                </c:pt>
                <c:pt idx="1329">
                  <c:v>#N/A</c:v>
                </c:pt>
                <c:pt idx="1330">
                  <c:v>#N/A</c:v>
                </c:pt>
                <c:pt idx="1331">
                  <c:v>#N/A</c:v>
                </c:pt>
                <c:pt idx="1332">
                  <c:v>#N/A</c:v>
                </c:pt>
                <c:pt idx="1333">
                  <c:v>#N/A</c:v>
                </c:pt>
                <c:pt idx="1334">
                  <c:v>#N/A</c:v>
                </c:pt>
                <c:pt idx="1335">
                  <c:v>#N/A</c:v>
                </c:pt>
                <c:pt idx="1336">
                  <c:v>#N/A</c:v>
                </c:pt>
                <c:pt idx="1337">
                  <c:v>#N/A</c:v>
                </c:pt>
                <c:pt idx="1338">
                  <c:v>#N/A</c:v>
                </c:pt>
                <c:pt idx="1339">
                  <c:v>#N/A</c:v>
                </c:pt>
                <c:pt idx="1340">
                  <c:v>#N/A</c:v>
                </c:pt>
                <c:pt idx="1341">
                  <c:v>#N/A</c:v>
                </c:pt>
                <c:pt idx="1342">
                  <c:v>#N/A</c:v>
                </c:pt>
                <c:pt idx="1343">
                  <c:v>#N/A</c:v>
                </c:pt>
                <c:pt idx="1344">
                  <c:v>#N/A</c:v>
                </c:pt>
                <c:pt idx="1345">
                  <c:v>#N/A</c:v>
                </c:pt>
                <c:pt idx="1346">
                  <c:v>#N/A</c:v>
                </c:pt>
                <c:pt idx="1347">
                  <c:v>#N/A</c:v>
                </c:pt>
                <c:pt idx="1348">
                  <c:v>#N/A</c:v>
                </c:pt>
                <c:pt idx="1349">
                  <c:v>#N/A</c:v>
                </c:pt>
                <c:pt idx="1350">
                  <c:v>#N/A</c:v>
                </c:pt>
                <c:pt idx="1351">
                  <c:v>#N/A</c:v>
                </c:pt>
                <c:pt idx="1352">
                  <c:v>#N/A</c:v>
                </c:pt>
                <c:pt idx="1353">
                  <c:v>#N/A</c:v>
                </c:pt>
                <c:pt idx="1354">
                  <c:v>#N/A</c:v>
                </c:pt>
                <c:pt idx="1355">
                  <c:v>#N/A</c:v>
                </c:pt>
                <c:pt idx="1356">
                  <c:v>#N/A</c:v>
                </c:pt>
                <c:pt idx="1357">
                  <c:v>#N/A</c:v>
                </c:pt>
                <c:pt idx="1358">
                  <c:v>#N/A</c:v>
                </c:pt>
                <c:pt idx="1359">
                  <c:v>#N/A</c:v>
                </c:pt>
                <c:pt idx="1360">
                  <c:v>#N/A</c:v>
                </c:pt>
                <c:pt idx="1361">
                  <c:v>#N/A</c:v>
                </c:pt>
                <c:pt idx="1362">
                  <c:v>#N/A</c:v>
                </c:pt>
                <c:pt idx="1363">
                  <c:v>#N/A</c:v>
                </c:pt>
                <c:pt idx="1364">
                  <c:v>#N/A</c:v>
                </c:pt>
                <c:pt idx="1365">
                  <c:v>#N/A</c:v>
                </c:pt>
                <c:pt idx="1366">
                  <c:v>#N/A</c:v>
                </c:pt>
                <c:pt idx="1367">
                  <c:v>#N/A</c:v>
                </c:pt>
                <c:pt idx="1368">
                  <c:v>#N/A</c:v>
                </c:pt>
                <c:pt idx="1369">
                  <c:v>#N/A</c:v>
                </c:pt>
                <c:pt idx="1370">
                  <c:v>#N/A</c:v>
                </c:pt>
                <c:pt idx="1371">
                  <c:v>#N/A</c:v>
                </c:pt>
                <c:pt idx="1372">
                  <c:v>#N/A</c:v>
                </c:pt>
                <c:pt idx="1373">
                  <c:v>#N/A</c:v>
                </c:pt>
                <c:pt idx="1374">
                  <c:v>#N/A</c:v>
                </c:pt>
                <c:pt idx="1375">
                  <c:v>#N/A</c:v>
                </c:pt>
                <c:pt idx="1376">
                  <c:v>#N/A</c:v>
                </c:pt>
                <c:pt idx="1377">
                  <c:v>#N/A</c:v>
                </c:pt>
                <c:pt idx="1378">
                  <c:v>#N/A</c:v>
                </c:pt>
                <c:pt idx="1379">
                  <c:v>#N/A</c:v>
                </c:pt>
                <c:pt idx="1380">
                  <c:v>#N/A</c:v>
                </c:pt>
                <c:pt idx="1381">
                  <c:v>#N/A</c:v>
                </c:pt>
                <c:pt idx="1382">
                  <c:v>#N/A</c:v>
                </c:pt>
                <c:pt idx="1383">
                  <c:v>#N/A</c:v>
                </c:pt>
                <c:pt idx="1384">
                  <c:v>#N/A</c:v>
                </c:pt>
                <c:pt idx="1385">
                  <c:v>#N/A</c:v>
                </c:pt>
                <c:pt idx="1386">
                  <c:v>#N/A</c:v>
                </c:pt>
                <c:pt idx="1387">
                  <c:v>#N/A</c:v>
                </c:pt>
                <c:pt idx="1388">
                  <c:v>#N/A</c:v>
                </c:pt>
                <c:pt idx="1389">
                  <c:v>#N/A</c:v>
                </c:pt>
                <c:pt idx="1390">
                  <c:v>#N/A</c:v>
                </c:pt>
                <c:pt idx="1391">
                  <c:v>#N/A</c:v>
                </c:pt>
                <c:pt idx="1392">
                  <c:v>#N/A</c:v>
                </c:pt>
                <c:pt idx="1393">
                  <c:v>#N/A</c:v>
                </c:pt>
                <c:pt idx="1394">
                  <c:v>#N/A</c:v>
                </c:pt>
                <c:pt idx="1395">
                  <c:v>#N/A</c:v>
                </c:pt>
                <c:pt idx="1396">
                  <c:v>#N/A</c:v>
                </c:pt>
                <c:pt idx="1397">
                  <c:v>#N/A</c:v>
                </c:pt>
                <c:pt idx="1398">
                  <c:v>#N/A</c:v>
                </c:pt>
                <c:pt idx="1399">
                  <c:v>#N/A</c:v>
                </c:pt>
                <c:pt idx="1400">
                  <c:v>#N/A</c:v>
                </c:pt>
                <c:pt idx="1401">
                  <c:v>#N/A</c:v>
                </c:pt>
                <c:pt idx="1402">
                  <c:v>#N/A</c:v>
                </c:pt>
                <c:pt idx="1403">
                  <c:v>#N/A</c:v>
                </c:pt>
                <c:pt idx="1404">
                  <c:v>#N/A</c:v>
                </c:pt>
                <c:pt idx="1405">
                  <c:v>#N/A</c:v>
                </c:pt>
                <c:pt idx="1406">
                  <c:v>#N/A</c:v>
                </c:pt>
                <c:pt idx="1407">
                  <c:v>#N/A</c:v>
                </c:pt>
                <c:pt idx="1408">
                  <c:v>#N/A</c:v>
                </c:pt>
                <c:pt idx="1409">
                  <c:v>#N/A</c:v>
                </c:pt>
                <c:pt idx="1410">
                  <c:v>#N/A</c:v>
                </c:pt>
                <c:pt idx="1411">
                  <c:v>#N/A</c:v>
                </c:pt>
                <c:pt idx="1412">
                  <c:v>#N/A</c:v>
                </c:pt>
                <c:pt idx="1413">
                  <c:v>#N/A</c:v>
                </c:pt>
                <c:pt idx="1414">
                  <c:v>#N/A</c:v>
                </c:pt>
                <c:pt idx="1415">
                  <c:v>#N/A</c:v>
                </c:pt>
                <c:pt idx="1416">
                  <c:v>#N/A</c:v>
                </c:pt>
                <c:pt idx="1417">
                  <c:v>#N/A</c:v>
                </c:pt>
                <c:pt idx="1418">
                  <c:v>#N/A</c:v>
                </c:pt>
                <c:pt idx="1419">
                  <c:v>#N/A</c:v>
                </c:pt>
                <c:pt idx="1420">
                  <c:v>#N/A</c:v>
                </c:pt>
                <c:pt idx="1421">
                  <c:v>#N/A</c:v>
                </c:pt>
                <c:pt idx="1422">
                  <c:v>#N/A</c:v>
                </c:pt>
                <c:pt idx="1423">
                  <c:v>#N/A</c:v>
                </c:pt>
                <c:pt idx="1424">
                  <c:v>#N/A</c:v>
                </c:pt>
                <c:pt idx="1425">
                  <c:v>#N/A</c:v>
                </c:pt>
                <c:pt idx="1426">
                  <c:v>#N/A</c:v>
                </c:pt>
                <c:pt idx="1427">
                  <c:v>#N/A</c:v>
                </c:pt>
                <c:pt idx="1428">
                  <c:v>#N/A</c:v>
                </c:pt>
                <c:pt idx="1429">
                  <c:v>#N/A</c:v>
                </c:pt>
                <c:pt idx="1430">
                  <c:v>#N/A</c:v>
                </c:pt>
                <c:pt idx="1431">
                  <c:v>#N/A</c:v>
                </c:pt>
                <c:pt idx="1432">
                  <c:v>#N/A</c:v>
                </c:pt>
                <c:pt idx="1433">
                  <c:v>#N/A</c:v>
                </c:pt>
                <c:pt idx="1434">
                  <c:v>#N/A</c:v>
                </c:pt>
                <c:pt idx="1435">
                  <c:v>#N/A</c:v>
                </c:pt>
                <c:pt idx="1436">
                  <c:v>#N/A</c:v>
                </c:pt>
                <c:pt idx="1437">
                  <c:v>#N/A</c:v>
                </c:pt>
                <c:pt idx="1438">
                  <c:v>#N/A</c:v>
                </c:pt>
                <c:pt idx="1439">
                  <c:v>#N/A</c:v>
                </c:pt>
                <c:pt idx="1440">
                  <c:v>#N/A</c:v>
                </c:pt>
                <c:pt idx="1441">
                  <c:v>#N/A</c:v>
                </c:pt>
                <c:pt idx="1442">
                  <c:v>#N/A</c:v>
                </c:pt>
                <c:pt idx="1443">
                  <c:v>#N/A</c:v>
                </c:pt>
                <c:pt idx="1444">
                  <c:v>#N/A</c:v>
                </c:pt>
                <c:pt idx="1445">
                  <c:v>#N/A</c:v>
                </c:pt>
                <c:pt idx="1446">
                  <c:v>#N/A</c:v>
                </c:pt>
                <c:pt idx="1447">
                  <c:v>#N/A</c:v>
                </c:pt>
                <c:pt idx="1448">
                  <c:v>#N/A</c:v>
                </c:pt>
                <c:pt idx="1449">
                  <c:v>#N/A</c:v>
                </c:pt>
                <c:pt idx="1450">
                  <c:v>#N/A</c:v>
                </c:pt>
                <c:pt idx="1451">
                  <c:v>#N/A</c:v>
                </c:pt>
                <c:pt idx="1452">
                  <c:v>#N/A</c:v>
                </c:pt>
                <c:pt idx="1453">
                  <c:v>#N/A</c:v>
                </c:pt>
                <c:pt idx="1454">
                  <c:v>#N/A</c:v>
                </c:pt>
                <c:pt idx="1455">
                  <c:v>#N/A</c:v>
                </c:pt>
                <c:pt idx="1456">
                  <c:v>#N/A</c:v>
                </c:pt>
                <c:pt idx="1457">
                  <c:v>#N/A</c:v>
                </c:pt>
                <c:pt idx="1458">
                  <c:v>#N/A</c:v>
                </c:pt>
                <c:pt idx="1459">
                  <c:v>#N/A</c:v>
                </c:pt>
                <c:pt idx="1460">
                  <c:v>#N/A</c:v>
                </c:pt>
                <c:pt idx="1461">
                  <c:v>#N/A</c:v>
                </c:pt>
                <c:pt idx="1462">
                  <c:v>#N/A</c:v>
                </c:pt>
                <c:pt idx="1463">
                  <c:v>#N/A</c:v>
                </c:pt>
                <c:pt idx="1464">
                  <c:v>#N/A</c:v>
                </c:pt>
                <c:pt idx="1465">
                  <c:v>#N/A</c:v>
                </c:pt>
                <c:pt idx="1466">
                  <c:v>#N/A</c:v>
                </c:pt>
                <c:pt idx="1467">
                  <c:v>#N/A</c:v>
                </c:pt>
                <c:pt idx="1468">
                  <c:v>#N/A</c:v>
                </c:pt>
                <c:pt idx="1469">
                  <c:v>#N/A</c:v>
                </c:pt>
                <c:pt idx="1470">
                  <c:v>#N/A</c:v>
                </c:pt>
                <c:pt idx="1471">
                  <c:v>#N/A</c:v>
                </c:pt>
                <c:pt idx="1472">
                  <c:v>#N/A</c:v>
                </c:pt>
                <c:pt idx="1473">
                  <c:v>#N/A</c:v>
                </c:pt>
                <c:pt idx="1474">
                  <c:v>#N/A</c:v>
                </c:pt>
                <c:pt idx="1475">
                  <c:v>#N/A</c:v>
                </c:pt>
                <c:pt idx="1476">
                  <c:v>#N/A</c:v>
                </c:pt>
                <c:pt idx="1477">
                  <c:v>#N/A</c:v>
                </c:pt>
                <c:pt idx="1478">
                  <c:v>#N/A</c:v>
                </c:pt>
                <c:pt idx="1479">
                  <c:v>#N/A</c:v>
                </c:pt>
                <c:pt idx="1480">
                  <c:v>#N/A</c:v>
                </c:pt>
                <c:pt idx="1481">
                  <c:v>#N/A</c:v>
                </c:pt>
                <c:pt idx="1482">
                  <c:v>#N/A</c:v>
                </c:pt>
                <c:pt idx="1483">
                  <c:v>#N/A</c:v>
                </c:pt>
                <c:pt idx="1484">
                  <c:v>#N/A</c:v>
                </c:pt>
                <c:pt idx="1485">
                  <c:v>#N/A</c:v>
                </c:pt>
                <c:pt idx="1486">
                  <c:v>#N/A</c:v>
                </c:pt>
                <c:pt idx="1487">
                  <c:v>#N/A</c:v>
                </c:pt>
                <c:pt idx="1488">
                  <c:v>#N/A</c:v>
                </c:pt>
                <c:pt idx="1489">
                  <c:v>#N/A</c:v>
                </c:pt>
                <c:pt idx="1490">
                  <c:v>#N/A</c:v>
                </c:pt>
                <c:pt idx="1491">
                  <c:v>#N/A</c:v>
                </c:pt>
                <c:pt idx="1492">
                  <c:v>#N/A</c:v>
                </c:pt>
                <c:pt idx="1493">
                  <c:v>#N/A</c:v>
                </c:pt>
                <c:pt idx="1494">
                  <c:v>#N/A</c:v>
                </c:pt>
                <c:pt idx="1495">
                  <c:v>#N/A</c:v>
                </c:pt>
                <c:pt idx="1496">
                  <c:v>#N/A</c:v>
                </c:pt>
                <c:pt idx="1497">
                  <c:v>#N/A</c:v>
                </c:pt>
                <c:pt idx="1498">
                  <c:v>#N/A</c:v>
                </c:pt>
                <c:pt idx="1499">
                  <c:v>#N/A</c:v>
                </c:pt>
                <c:pt idx="1500">
                  <c:v>#N/A</c:v>
                </c:pt>
                <c:pt idx="1501">
                  <c:v>#N/A</c:v>
                </c:pt>
                <c:pt idx="1502">
                  <c:v>#N/A</c:v>
                </c:pt>
                <c:pt idx="1503">
                  <c:v>#N/A</c:v>
                </c:pt>
                <c:pt idx="1504">
                  <c:v>#N/A</c:v>
                </c:pt>
                <c:pt idx="1505">
                  <c:v>#N/A</c:v>
                </c:pt>
                <c:pt idx="1506">
                  <c:v>#N/A</c:v>
                </c:pt>
                <c:pt idx="1507">
                  <c:v>#N/A</c:v>
                </c:pt>
                <c:pt idx="1508">
                  <c:v>#N/A</c:v>
                </c:pt>
                <c:pt idx="1509">
                  <c:v>#N/A</c:v>
                </c:pt>
                <c:pt idx="1510">
                  <c:v>#N/A</c:v>
                </c:pt>
                <c:pt idx="1511">
                  <c:v>#N/A</c:v>
                </c:pt>
                <c:pt idx="1512">
                  <c:v>#N/A</c:v>
                </c:pt>
                <c:pt idx="1513">
                  <c:v>#N/A</c:v>
                </c:pt>
                <c:pt idx="1514">
                  <c:v>#N/A</c:v>
                </c:pt>
                <c:pt idx="1515">
                  <c:v>#N/A</c:v>
                </c:pt>
                <c:pt idx="1516">
                  <c:v>#N/A</c:v>
                </c:pt>
                <c:pt idx="1517">
                  <c:v>#N/A</c:v>
                </c:pt>
                <c:pt idx="1518">
                  <c:v>#N/A</c:v>
                </c:pt>
                <c:pt idx="1519">
                  <c:v>#N/A</c:v>
                </c:pt>
                <c:pt idx="1520">
                  <c:v>#N/A</c:v>
                </c:pt>
                <c:pt idx="1521">
                  <c:v>#N/A</c:v>
                </c:pt>
                <c:pt idx="1522">
                  <c:v>#N/A</c:v>
                </c:pt>
                <c:pt idx="1523">
                  <c:v>#N/A</c:v>
                </c:pt>
                <c:pt idx="1524">
                  <c:v>#N/A</c:v>
                </c:pt>
                <c:pt idx="1525">
                  <c:v>#N/A</c:v>
                </c:pt>
                <c:pt idx="1526">
                  <c:v>#N/A</c:v>
                </c:pt>
                <c:pt idx="1527">
                  <c:v>#N/A</c:v>
                </c:pt>
                <c:pt idx="1528">
                  <c:v>#N/A</c:v>
                </c:pt>
                <c:pt idx="1529">
                  <c:v>#N/A</c:v>
                </c:pt>
                <c:pt idx="1530">
                  <c:v>#N/A</c:v>
                </c:pt>
                <c:pt idx="1531">
                  <c:v>#N/A</c:v>
                </c:pt>
                <c:pt idx="1532">
                  <c:v>#N/A</c:v>
                </c:pt>
                <c:pt idx="1533">
                  <c:v>#N/A</c:v>
                </c:pt>
                <c:pt idx="1534">
                  <c:v>#N/A</c:v>
                </c:pt>
                <c:pt idx="1535">
                  <c:v>#N/A</c:v>
                </c:pt>
                <c:pt idx="1536">
                  <c:v>#N/A</c:v>
                </c:pt>
                <c:pt idx="1537">
                  <c:v>#N/A</c:v>
                </c:pt>
                <c:pt idx="1538">
                  <c:v>#N/A</c:v>
                </c:pt>
                <c:pt idx="1539">
                  <c:v>#N/A</c:v>
                </c:pt>
                <c:pt idx="1540">
                  <c:v>#N/A</c:v>
                </c:pt>
                <c:pt idx="1541">
                  <c:v>#N/A</c:v>
                </c:pt>
                <c:pt idx="1542">
                  <c:v>#N/A</c:v>
                </c:pt>
                <c:pt idx="1543">
                  <c:v>#N/A</c:v>
                </c:pt>
                <c:pt idx="1544">
                  <c:v>#N/A</c:v>
                </c:pt>
                <c:pt idx="1545">
                  <c:v>#N/A</c:v>
                </c:pt>
                <c:pt idx="1546">
                  <c:v>#N/A</c:v>
                </c:pt>
                <c:pt idx="1547">
                  <c:v>#N/A</c:v>
                </c:pt>
                <c:pt idx="1548">
                  <c:v>#N/A</c:v>
                </c:pt>
                <c:pt idx="1549">
                  <c:v>#N/A</c:v>
                </c:pt>
                <c:pt idx="1550">
                  <c:v>#N/A</c:v>
                </c:pt>
                <c:pt idx="1551">
                  <c:v>#N/A</c:v>
                </c:pt>
                <c:pt idx="1552">
                  <c:v>#N/A</c:v>
                </c:pt>
                <c:pt idx="1553">
                  <c:v>#N/A</c:v>
                </c:pt>
                <c:pt idx="1554">
                  <c:v>#N/A</c:v>
                </c:pt>
                <c:pt idx="1555">
                  <c:v>#N/A</c:v>
                </c:pt>
                <c:pt idx="1556">
                  <c:v>#N/A</c:v>
                </c:pt>
                <c:pt idx="1557">
                  <c:v>#N/A</c:v>
                </c:pt>
                <c:pt idx="1558">
                  <c:v>#N/A</c:v>
                </c:pt>
                <c:pt idx="1559">
                  <c:v>#N/A</c:v>
                </c:pt>
                <c:pt idx="1560">
                  <c:v>#N/A</c:v>
                </c:pt>
                <c:pt idx="1561">
                  <c:v>#N/A</c:v>
                </c:pt>
                <c:pt idx="1562">
                  <c:v>#N/A</c:v>
                </c:pt>
                <c:pt idx="1563">
                  <c:v>#N/A</c:v>
                </c:pt>
                <c:pt idx="1564">
                  <c:v>#N/A</c:v>
                </c:pt>
                <c:pt idx="1565">
                  <c:v>#N/A</c:v>
                </c:pt>
                <c:pt idx="1566">
                  <c:v>#N/A</c:v>
                </c:pt>
                <c:pt idx="1567">
                  <c:v>#N/A</c:v>
                </c:pt>
                <c:pt idx="1568">
                  <c:v>#N/A</c:v>
                </c:pt>
                <c:pt idx="1569">
                  <c:v>#N/A</c:v>
                </c:pt>
                <c:pt idx="1570">
                  <c:v>#N/A</c:v>
                </c:pt>
                <c:pt idx="1571">
                  <c:v>#N/A</c:v>
                </c:pt>
                <c:pt idx="1572">
                  <c:v>#N/A</c:v>
                </c:pt>
                <c:pt idx="1573">
                  <c:v>#N/A</c:v>
                </c:pt>
                <c:pt idx="1574">
                  <c:v>#N/A</c:v>
                </c:pt>
                <c:pt idx="1575">
                  <c:v>#N/A</c:v>
                </c:pt>
                <c:pt idx="1576">
                  <c:v>#N/A</c:v>
                </c:pt>
                <c:pt idx="1577">
                  <c:v>#N/A</c:v>
                </c:pt>
                <c:pt idx="1578">
                  <c:v>#N/A</c:v>
                </c:pt>
                <c:pt idx="1579">
                  <c:v>#N/A</c:v>
                </c:pt>
                <c:pt idx="1580">
                  <c:v>#N/A</c:v>
                </c:pt>
                <c:pt idx="1581">
                  <c:v>#N/A</c:v>
                </c:pt>
                <c:pt idx="1582">
                  <c:v>#N/A</c:v>
                </c:pt>
                <c:pt idx="1583">
                  <c:v>#N/A</c:v>
                </c:pt>
                <c:pt idx="1584">
                  <c:v>#N/A</c:v>
                </c:pt>
                <c:pt idx="1585">
                  <c:v>#N/A</c:v>
                </c:pt>
                <c:pt idx="1586">
                  <c:v>#N/A</c:v>
                </c:pt>
                <c:pt idx="1587">
                  <c:v>#N/A</c:v>
                </c:pt>
                <c:pt idx="1588">
                  <c:v>#N/A</c:v>
                </c:pt>
                <c:pt idx="1589">
                  <c:v>#N/A</c:v>
                </c:pt>
                <c:pt idx="1590">
                  <c:v>#N/A</c:v>
                </c:pt>
                <c:pt idx="1591">
                  <c:v>#N/A</c:v>
                </c:pt>
                <c:pt idx="1592">
                  <c:v>#N/A</c:v>
                </c:pt>
                <c:pt idx="1593">
                  <c:v>#N/A</c:v>
                </c:pt>
                <c:pt idx="1594">
                  <c:v>#N/A</c:v>
                </c:pt>
                <c:pt idx="1595">
                  <c:v>#N/A</c:v>
                </c:pt>
                <c:pt idx="1596">
                  <c:v>#N/A</c:v>
                </c:pt>
                <c:pt idx="1597">
                  <c:v>#N/A</c:v>
                </c:pt>
                <c:pt idx="1598">
                  <c:v>#N/A</c:v>
                </c:pt>
                <c:pt idx="1599">
                  <c:v>#N/A</c:v>
                </c:pt>
                <c:pt idx="1600">
                  <c:v>#N/A</c:v>
                </c:pt>
                <c:pt idx="1601">
                  <c:v>#N/A</c:v>
                </c:pt>
                <c:pt idx="1602">
                  <c:v>#N/A</c:v>
                </c:pt>
                <c:pt idx="1603">
                  <c:v>#N/A</c:v>
                </c:pt>
                <c:pt idx="1604">
                  <c:v>#N/A</c:v>
                </c:pt>
                <c:pt idx="1605">
                  <c:v>#N/A</c:v>
                </c:pt>
                <c:pt idx="1606">
                  <c:v>#N/A</c:v>
                </c:pt>
                <c:pt idx="1607">
                  <c:v>#N/A</c:v>
                </c:pt>
                <c:pt idx="1608">
                  <c:v>#N/A</c:v>
                </c:pt>
                <c:pt idx="1609">
                  <c:v>#N/A</c:v>
                </c:pt>
                <c:pt idx="1610">
                  <c:v>#N/A</c:v>
                </c:pt>
                <c:pt idx="1611">
                  <c:v>#N/A</c:v>
                </c:pt>
                <c:pt idx="1612">
                  <c:v>#N/A</c:v>
                </c:pt>
                <c:pt idx="1613">
                  <c:v>#N/A</c:v>
                </c:pt>
                <c:pt idx="1614">
                  <c:v>#N/A</c:v>
                </c:pt>
                <c:pt idx="1615">
                  <c:v>#N/A</c:v>
                </c:pt>
                <c:pt idx="1616">
                  <c:v>#N/A</c:v>
                </c:pt>
                <c:pt idx="1617">
                  <c:v>#N/A</c:v>
                </c:pt>
                <c:pt idx="1618">
                  <c:v>#N/A</c:v>
                </c:pt>
                <c:pt idx="1619">
                  <c:v>#N/A</c:v>
                </c:pt>
                <c:pt idx="1620">
                  <c:v>#N/A</c:v>
                </c:pt>
                <c:pt idx="1621">
                  <c:v>#N/A</c:v>
                </c:pt>
                <c:pt idx="1622">
                  <c:v>#N/A</c:v>
                </c:pt>
                <c:pt idx="1623">
                  <c:v>#N/A</c:v>
                </c:pt>
                <c:pt idx="1624">
                  <c:v>#N/A</c:v>
                </c:pt>
                <c:pt idx="1625">
                  <c:v>#N/A</c:v>
                </c:pt>
                <c:pt idx="1626">
                  <c:v>#N/A</c:v>
                </c:pt>
                <c:pt idx="1627">
                  <c:v>#N/A</c:v>
                </c:pt>
                <c:pt idx="1628">
                  <c:v>#N/A</c:v>
                </c:pt>
                <c:pt idx="1629">
                  <c:v>#N/A</c:v>
                </c:pt>
                <c:pt idx="1630">
                  <c:v>#N/A</c:v>
                </c:pt>
                <c:pt idx="1631">
                  <c:v>#N/A</c:v>
                </c:pt>
                <c:pt idx="1632">
                  <c:v>#N/A</c:v>
                </c:pt>
                <c:pt idx="1633">
                  <c:v>#N/A</c:v>
                </c:pt>
                <c:pt idx="1634">
                  <c:v>#N/A</c:v>
                </c:pt>
                <c:pt idx="1635">
                  <c:v>#N/A</c:v>
                </c:pt>
                <c:pt idx="1636">
                  <c:v>#N/A</c:v>
                </c:pt>
                <c:pt idx="1637">
                  <c:v>#N/A</c:v>
                </c:pt>
                <c:pt idx="1638">
                  <c:v>#N/A</c:v>
                </c:pt>
                <c:pt idx="1639">
                  <c:v>#N/A</c:v>
                </c:pt>
                <c:pt idx="1640">
                  <c:v>#N/A</c:v>
                </c:pt>
                <c:pt idx="1641">
                  <c:v>#N/A</c:v>
                </c:pt>
                <c:pt idx="1642">
                  <c:v>#N/A</c:v>
                </c:pt>
                <c:pt idx="1643">
                  <c:v>#N/A</c:v>
                </c:pt>
                <c:pt idx="1644">
                  <c:v>#N/A</c:v>
                </c:pt>
                <c:pt idx="1645">
                  <c:v>#N/A</c:v>
                </c:pt>
                <c:pt idx="1646">
                  <c:v>#N/A</c:v>
                </c:pt>
                <c:pt idx="1647">
                  <c:v>#N/A</c:v>
                </c:pt>
                <c:pt idx="1648">
                  <c:v>#N/A</c:v>
                </c:pt>
                <c:pt idx="1649">
                  <c:v>#N/A</c:v>
                </c:pt>
                <c:pt idx="1650">
                  <c:v>#N/A</c:v>
                </c:pt>
                <c:pt idx="1651">
                  <c:v>#N/A</c:v>
                </c:pt>
                <c:pt idx="1652">
                  <c:v>#N/A</c:v>
                </c:pt>
                <c:pt idx="1653">
                  <c:v>#N/A</c:v>
                </c:pt>
                <c:pt idx="1654">
                  <c:v>#N/A</c:v>
                </c:pt>
                <c:pt idx="1655">
                  <c:v>#N/A</c:v>
                </c:pt>
                <c:pt idx="1656">
                  <c:v>#N/A</c:v>
                </c:pt>
                <c:pt idx="1657">
                  <c:v>#N/A</c:v>
                </c:pt>
                <c:pt idx="1658">
                  <c:v>#N/A</c:v>
                </c:pt>
                <c:pt idx="1659">
                  <c:v>#N/A</c:v>
                </c:pt>
                <c:pt idx="1660">
                  <c:v>#N/A</c:v>
                </c:pt>
                <c:pt idx="1661">
                  <c:v>#N/A</c:v>
                </c:pt>
                <c:pt idx="1662">
                  <c:v>#N/A</c:v>
                </c:pt>
                <c:pt idx="1663">
                  <c:v>#N/A</c:v>
                </c:pt>
                <c:pt idx="1664">
                  <c:v>#N/A</c:v>
                </c:pt>
                <c:pt idx="1665">
                  <c:v>#N/A</c:v>
                </c:pt>
                <c:pt idx="1666">
                  <c:v>#N/A</c:v>
                </c:pt>
                <c:pt idx="1667">
                  <c:v>#N/A</c:v>
                </c:pt>
                <c:pt idx="1668">
                  <c:v>#N/A</c:v>
                </c:pt>
                <c:pt idx="1669">
                  <c:v>#N/A</c:v>
                </c:pt>
                <c:pt idx="1670">
                  <c:v>#N/A</c:v>
                </c:pt>
                <c:pt idx="1671">
                  <c:v>#N/A</c:v>
                </c:pt>
                <c:pt idx="1672">
                  <c:v>#N/A</c:v>
                </c:pt>
                <c:pt idx="1673">
                  <c:v>#N/A</c:v>
                </c:pt>
                <c:pt idx="1674">
                  <c:v>#N/A</c:v>
                </c:pt>
                <c:pt idx="1675">
                  <c:v>#N/A</c:v>
                </c:pt>
                <c:pt idx="1676">
                  <c:v>#N/A</c:v>
                </c:pt>
                <c:pt idx="1677">
                  <c:v>#N/A</c:v>
                </c:pt>
                <c:pt idx="1678">
                  <c:v>#N/A</c:v>
                </c:pt>
                <c:pt idx="1679">
                  <c:v>#N/A</c:v>
                </c:pt>
                <c:pt idx="1680">
                  <c:v>#N/A</c:v>
                </c:pt>
                <c:pt idx="1681">
                  <c:v>#N/A</c:v>
                </c:pt>
                <c:pt idx="1682">
                  <c:v>#N/A</c:v>
                </c:pt>
                <c:pt idx="1683">
                  <c:v>#N/A</c:v>
                </c:pt>
                <c:pt idx="1684">
                  <c:v>#N/A</c:v>
                </c:pt>
                <c:pt idx="1685">
                  <c:v>#N/A</c:v>
                </c:pt>
                <c:pt idx="1686">
                  <c:v>#N/A</c:v>
                </c:pt>
                <c:pt idx="1687">
                  <c:v>#N/A</c:v>
                </c:pt>
                <c:pt idx="1688">
                  <c:v>#N/A</c:v>
                </c:pt>
                <c:pt idx="1689">
                  <c:v>#N/A</c:v>
                </c:pt>
                <c:pt idx="1690">
                  <c:v>#N/A</c:v>
                </c:pt>
                <c:pt idx="1691">
                  <c:v>#N/A</c:v>
                </c:pt>
                <c:pt idx="1692">
                  <c:v>#N/A</c:v>
                </c:pt>
                <c:pt idx="1693">
                  <c:v>#N/A</c:v>
                </c:pt>
                <c:pt idx="1694">
                  <c:v>#N/A</c:v>
                </c:pt>
                <c:pt idx="1695">
                  <c:v>#N/A</c:v>
                </c:pt>
                <c:pt idx="1696">
                  <c:v>#N/A</c:v>
                </c:pt>
                <c:pt idx="1697">
                  <c:v>#N/A</c:v>
                </c:pt>
                <c:pt idx="1698">
                  <c:v>#N/A</c:v>
                </c:pt>
                <c:pt idx="1699">
                  <c:v>#N/A</c:v>
                </c:pt>
                <c:pt idx="1700">
                  <c:v>#N/A</c:v>
                </c:pt>
                <c:pt idx="1701">
                  <c:v>#N/A</c:v>
                </c:pt>
                <c:pt idx="1702">
                  <c:v>#N/A</c:v>
                </c:pt>
                <c:pt idx="1703">
                  <c:v>#N/A</c:v>
                </c:pt>
                <c:pt idx="1704">
                  <c:v>#N/A</c:v>
                </c:pt>
                <c:pt idx="1705">
                  <c:v>#N/A</c:v>
                </c:pt>
                <c:pt idx="1706">
                  <c:v>#N/A</c:v>
                </c:pt>
                <c:pt idx="1707">
                  <c:v>#N/A</c:v>
                </c:pt>
                <c:pt idx="1708">
                  <c:v>#N/A</c:v>
                </c:pt>
                <c:pt idx="1709">
                  <c:v>#N/A</c:v>
                </c:pt>
                <c:pt idx="1710">
                  <c:v>#N/A</c:v>
                </c:pt>
                <c:pt idx="1711">
                  <c:v>#N/A</c:v>
                </c:pt>
                <c:pt idx="1712">
                  <c:v>#N/A</c:v>
                </c:pt>
                <c:pt idx="1713">
                  <c:v>#N/A</c:v>
                </c:pt>
                <c:pt idx="1714">
                  <c:v>#N/A</c:v>
                </c:pt>
                <c:pt idx="1715">
                  <c:v>#N/A</c:v>
                </c:pt>
                <c:pt idx="1716">
                  <c:v>#N/A</c:v>
                </c:pt>
                <c:pt idx="1717">
                  <c:v>#N/A</c:v>
                </c:pt>
                <c:pt idx="1718">
                  <c:v>#N/A</c:v>
                </c:pt>
                <c:pt idx="1719">
                  <c:v>#N/A</c:v>
                </c:pt>
                <c:pt idx="1720">
                  <c:v>#N/A</c:v>
                </c:pt>
                <c:pt idx="1721">
                  <c:v>#N/A</c:v>
                </c:pt>
                <c:pt idx="1722">
                  <c:v>#N/A</c:v>
                </c:pt>
                <c:pt idx="1723">
                  <c:v>#N/A</c:v>
                </c:pt>
                <c:pt idx="1724">
                  <c:v>#N/A</c:v>
                </c:pt>
                <c:pt idx="1725">
                  <c:v>#N/A</c:v>
                </c:pt>
                <c:pt idx="1726">
                  <c:v>#N/A</c:v>
                </c:pt>
                <c:pt idx="1727">
                  <c:v>#N/A</c:v>
                </c:pt>
                <c:pt idx="1728">
                  <c:v>#N/A</c:v>
                </c:pt>
                <c:pt idx="1729">
                  <c:v>#N/A</c:v>
                </c:pt>
                <c:pt idx="1730">
                  <c:v>#N/A</c:v>
                </c:pt>
                <c:pt idx="1731">
                  <c:v>#N/A</c:v>
                </c:pt>
                <c:pt idx="1732">
                  <c:v>#N/A</c:v>
                </c:pt>
                <c:pt idx="1733">
                  <c:v>#N/A</c:v>
                </c:pt>
                <c:pt idx="1734">
                  <c:v>#N/A</c:v>
                </c:pt>
                <c:pt idx="1735">
                  <c:v>#N/A</c:v>
                </c:pt>
                <c:pt idx="1736">
                  <c:v>#N/A</c:v>
                </c:pt>
                <c:pt idx="1737">
                  <c:v>#N/A</c:v>
                </c:pt>
                <c:pt idx="1738">
                  <c:v>#N/A</c:v>
                </c:pt>
                <c:pt idx="1739">
                  <c:v>#N/A</c:v>
                </c:pt>
                <c:pt idx="1740">
                  <c:v>#N/A</c:v>
                </c:pt>
                <c:pt idx="1741">
                  <c:v>#N/A</c:v>
                </c:pt>
                <c:pt idx="1742">
                  <c:v>#N/A</c:v>
                </c:pt>
                <c:pt idx="1743">
                  <c:v>#N/A</c:v>
                </c:pt>
                <c:pt idx="1744">
                  <c:v>#N/A</c:v>
                </c:pt>
                <c:pt idx="1745">
                  <c:v>#N/A</c:v>
                </c:pt>
                <c:pt idx="1746">
                  <c:v>#N/A</c:v>
                </c:pt>
              </c:numCache>
            </c:numRef>
          </c:val>
          <c:smooth val="1"/>
          <c:extLst>
            <c:ext xmlns:c16="http://schemas.microsoft.com/office/drawing/2014/chart" uri="{C3380CC4-5D6E-409C-BE32-E72D297353CC}">
              <c16:uniqueId val="{00000002-B2C8-4E43-8014-6A7775D0B8B6}"/>
            </c:ext>
          </c:extLst>
        </c:ser>
        <c:ser>
          <c:idx val="4"/>
          <c:order val="3"/>
          <c:tx>
            <c:strRef>
              <c:f>'22-23 南向资金 (3)'!$G$3</c:f>
              <c:strCache>
                <c:ptCount val="1"/>
                <c:pt idx="0">
                  <c:v>净流入（右轴，百万美元）</c:v>
                </c:pt>
              </c:strCache>
            </c:strRef>
          </c:tx>
          <c:spPr>
            <a:ln>
              <a:solidFill>
                <a:srgbClr val="B8BFE4"/>
              </a:solidFill>
              <a:prstDash val="solid"/>
            </a:ln>
          </c:spPr>
          <c:marker>
            <c:symbol val="none"/>
          </c:marker>
          <c:cat>
            <c:numRef>
              <c:f>'22-23 南向资金 (3)'!$A$4:$A$1750</c:f>
              <c:numCache>
                <c:formatCode>yyyy\-mm\-dd</c:formatCode>
                <c:ptCount val="1747"/>
                <c:pt idx="0">
                  <c:v>45860</c:v>
                </c:pt>
                <c:pt idx="1">
                  <c:v>45859</c:v>
                </c:pt>
                <c:pt idx="2">
                  <c:v>45856</c:v>
                </c:pt>
                <c:pt idx="3">
                  <c:v>45855</c:v>
                </c:pt>
                <c:pt idx="4">
                  <c:v>45854</c:v>
                </c:pt>
                <c:pt idx="5">
                  <c:v>45853</c:v>
                </c:pt>
                <c:pt idx="6">
                  <c:v>45852</c:v>
                </c:pt>
                <c:pt idx="7">
                  <c:v>45849</c:v>
                </c:pt>
                <c:pt idx="8">
                  <c:v>45848</c:v>
                </c:pt>
                <c:pt idx="9">
                  <c:v>45847</c:v>
                </c:pt>
                <c:pt idx="10">
                  <c:v>45846</c:v>
                </c:pt>
                <c:pt idx="11">
                  <c:v>45845</c:v>
                </c:pt>
                <c:pt idx="12">
                  <c:v>45842</c:v>
                </c:pt>
                <c:pt idx="13">
                  <c:v>45841</c:v>
                </c:pt>
                <c:pt idx="14">
                  <c:v>45840</c:v>
                </c:pt>
                <c:pt idx="15">
                  <c:v>45838</c:v>
                </c:pt>
                <c:pt idx="16">
                  <c:v>45835</c:v>
                </c:pt>
                <c:pt idx="17">
                  <c:v>45834</c:v>
                </c:pt>
                <c:pt idx="18">
                  <c:v>45833</c:v>
                </c:pt>
                <c:pt idx="19">
                  <c:v>45832</c:v>
                </c:pt>
                <c:pt idx="20">
                  <c:v>45831</c:v>
                </c:pt>
                <c:pt idx="21">
                  <c:v>45828</c:v>
                </c:pt>
                <c:pt idx="22">
                  <c:v>45827</c:v>
                </c:pt>
                <c:pt idx="23">
                  <c:v>45826</c:v>
                </c:pt>
                <c:pt idx="24">
                  <c:v>45825</c:v>
                </c:pt>
                <c:pt idx="25">
                  <c:v>45824</c:v>
                </c:pt>
                <c:pt idx="26">
                  <c:v>45821</c:v>
                </c:pt>
                <c:pt idx="27">
                  <c:v>45820</c:v>
                </c:pt>
                <c:pt idx="28">
                  <c:v>45819</c:v>
                </c:pt>
                <c:pt idx="29">
                  <c:v>45818</c:v>
                </c:pt>
                <c:pt idx="30">
                  <c:v>45817</c:v>
                </c:pt>
                <c:pt idx="31">
                  <c:v>45814</c:v>
                </c:pt>
                <c:pt idx="32">
                  <c:v>45813</c:v>
                </c:pt>
                <c:pt idx="33">
                  <c:v>45812</c:v>
                </c:pt>
                <c:pt idx="34">
                  <c:v>45811</c:v>
                </c:pt>
                <c:pt idx="35">
                  <c:v>45807</c:v>
                </c:pt>
                <c:pt idx="36">
                  <c:v>45806</c:v>
                </c:pt>
                <c:pt idx="37">
                  <c:v>45805</c:v>
                </c:pt>
                <c:pt idx="38">
                  <c:v>45804</c:v>
                </c:pt>
                <c:pt idx="39">
                  <c:v>45803</c:v>
                </c:pt>
                <c:pt idx="40">
                  <c:v>45800</c:v>
                </c:pt>
                <c:pt idx="41">
                  <c:v>45799</c:v>
                </c:pt>
                <c:pt idx="42">
                  <c:v>45798</c:v>
                </c:pt>
                <c:pt idx="43">
                  <c:v>45797</c:v>
                </c:pt>
                <c:pt idx="44">
                  <c:v>45796</c:v>
                </c:pt>
                <c:pt idx="45">
                  <c:v>45793</c:v>
                </c:pt>
                <c:pt idx="46">
                  <c:v>45792</c:v>
                </c:pt>
                <c:pt idx="47">
                  <c:v>45791</c:v>
                </c:pt>
                <c:pt idx="48">
                  <c:v>45790</c:v>
                </c:pt>
                <c:pt idx="49">
                  <c:v>45789</c:v>
                </c:pt>
                <c:pt idx="50">
                  <c:v>45786</c:v>
                </c:pt>
                <c:pt idx="51">
                  <c:v>45785</c:v>
                </c:pt>
                <c:pt idx="52">
                  <c:v>45784</c:v>
                </c:pt>
                <c:pt idx="53">
                  <c:v>45783</c:v>
                </c:pt>
                <c:pt idx="54">
                  <c:v>45777</c:v>
                </c:pt>
                <c:pt idx="55">
                  <c:v>45776</c:v>
                </c:pt>
                <c:pt idx="56">
                  <c:v>45775</c:v>
                </c:pt>
                <c:pt idx="57">
                  <c:v>45772</c:v>
                </c:pt>
                <c:pt idx="58">
                  <c:v>45771</c:v>
                </c:pt>
                <c:pt idx="59">
                  <c:v>45770</c:v>
                </c:pt>
                <c:pt idx="60">
                  <c:v>45769</c:v>
                </c:pt>
                <c:pt idx="61">
                  <c:v>45764</c:v>
                </c:pt>
                <c:pt idx="62">
                  <c:v>45763</c:v>
                </c:pt>
                <c:pt idx="63">
                  <c:v>45762</c:v>
                </c:pt>
                <c:pt idx="64">
                  <c:v>45761</c:v>
                </c:pt>
                <c:pt idx="65">
                  <c:v>45758</c:v>
                </c:pt>
                <c:pt idx="66">
                  <c:v>45757</c:v>
                </c:pt>
                <c:pt idx="67">
                  <c:v>45756</c:v>
                </c:pt>
                <c:pt idx="68">
                  <c:v>45755</c:v>
                </c:pt>
                <c:pt idx="69">
                  <c:v>45754</c:v>
                </c:pt>
                <c:pt idx="70">
                  <c:v>45750</c:v>
                </c:pt>
                <c:pt idx="71">
                  <c:v>45749</c:v>
                </c:pt>
                <c:pt idx="72">
                  <c:v>45748</c:v>
                </c:pt>
                <c:pt idx="73">
                  <c:v>45747</c:v>
                </c:pt>
                <c:pt idx="74">
                  <c:v>45744</c:v>
                </c:pt>
                <c:pt idx="75">
                  <c:v>45743</c:v>
                </c:pt>
                <c:pt idx="76">
                  <c:v>45742</c:v>
                </c:pt>
                <c:pt idx="77">
                  <c:v>45741</c:v>
                </c:pt>
                <c:pt idx="78">
                  <c:v>45740</c:v>
                </c:pt>
                <c:pt idx="79">
                  <c:v>45737</c:v>
                </c:pt>
                <c:pt idx="80">
                  <c:v>45736</c:v>
                </c:pt>
                <c:pt idx="81">
                  <c:v>45735</c:v>
                </c:pt>
                <c:pt idx="82">
                  <c:v>45734</c:v>
                </c:pt>
                <c:pt idx="83">
                  <c:v>45733</c:v>
                </c:pt>
                <c:pt idx="84">
                  <c:v>45730</c:v>
                </c:pt>
                <c:pt idx="85">
                  <c:v>45729</c:v>
                </c:pt>
                <c:pt idx="86">
                  <c:v>45728</c:v>
                </c:pt>
                <c:pt idx="87">
                  <c:v>45727</c:v>
                </c:pt>
                <c:pt idx="88">
                  <c:v>45726</c:v>
                </c:pt>
                <c:pt idx="89">
                  <c:v>45723</c:v>
                </c:pt>
                <c:pt idx="90">
                  <c:v>45722</c:v>
                </c:pt>
                <c:pt idx="91">
                  <c:v>45721</c:v>
                </c:pt>
                <c:pt idx="92">
                  <c:v>45720</c:v>
                </c:pt>
                <c:pt idx="93">
                  <c:v>45719</c:v>
                </c:pt>
                <c:pt idx="94">
                  <c:v>45716</c:v>
                </c:pt>
                <c:pt idx="95">
                  <c:v>45715</c:v>
                </c:pt>
                <c:pt idx="96">
                  <c:v>45714</c:v>
                </c:pt>
                <c:pt idx="97">
                  <c:v>45713</c:v>
                </c:pt>
                <c:pt idx="98">
                  <c:v>45712</c:v>
                </c:pt>
                <c:pt idx="99">
                  <c:v>45709</c:v>
                </c:pt>
                <c:pt idx="100">
                  <c:v>45708</c:v>
                </c:pt>
                <c:pt idx="101">
                  <c:v>45707</c:v>
                </c:pt>
                <c:pt idx="102">
                  <c:v>45706</c:v>
                </c:pt>
                <c:pt idx="103">
                  <c:v>45705</c:v>
                </c:pt>
                <c:pt idx="104">
                  <c:v>45702</c:v>
                </c:pt>
                <c:pt idx="105">
                  <c:v>45701</c:v>
                </c:pt>
                <c:pt idx="106">
                  <c:v>45700</c:v>
                </c:pt>
                <c:pt idx="107">
                  <c:v>45699</c:v>
                </c:pt>
                <c:pt idx="108">
                  <c:v>45698</c:v>
                </c:pt>
                <c:pt idx="109">
                  <c:v>45695</c:v>
                </c:pt>
                <c:pt idx="110">
                  <c:v>45694</c:v>
                </c:pt>
                <c:pt idx="111">
                  <c:v>45693</c:v>
                </c:pt>
                <c:pt idx="112">
                  <c:v>45684</c:v>
                </c:pt>
                <c:pt idx="113">
                  <c:v>45681</c:v>
                </c:pt>
                <c:pt idx="114">
                  <c:v>45680</c:v>
                </c:pt>
                <c:pt idx="115">
                  <c:v>45679</c:v>
                </c:pt>
                <c:pt idx="116">
                  <c:v>45678</c:v>
                </c:pt>
                <c:pt idx="117">
                  <c:v>45677</c:v>
                </c:pt>
                <c:pt idx="118">
                  <c:v>45674</c:v>
                </c:pt>
                <c:pt idx="119">
                  <c:v>45673</c:v>
                </c:pt>
                <c:pt idx="120">
                  <c:v>45672</c:v>
                </c:pt>
                <c:pt idx="121">
                  <c:v>45671</c:v>
                </c:pt>
                <c:pt idx="122">
                  <c:v>45670</c:v>
                </c:pt>
                <c:pt idx="123">
                  <c:v>45667</c:v>
                </c:pt>
                <c:pt idx="124">
                  <c:v>45666</c:v>
                </c:pt>
                <c:pt idx="125">
                  <c:v>45665</c:v>
                </c:pt>
                <c:pt idx="126">
                  <c:v>45664</c:v>
                </c:pt>
                <c:pt idx="127">
                  <c:v>45663</c:v>
                </c:pt>
                <c:pt idx="128">
                  <c:v>45660</c:v>
                </c:pt>
                <c:pt idx="129">
                  <c:v>45659</c:v>
                </c:pt>
                <c:pt idx="130">
                  <c:v>45657</c:v>
                </c:pt>
                <c:pt idx="131">
                  <c:v>45656</c:v>
                </c:pt>
                <c:pt idx="132">
                  <c:v>45653</c:v>
                </c:pt>
                <c:pt idx="133">
                  <c:v>45650</c:v>
                </c:pt>
                <c:pt idx="134">
                  <c:v>45649</c:v>
                </c:pt>
                <c:pt idx="135">
                  <c:v>45646</c:v>
                </c:pt>
                <c:pt idx="136">
                  <c:v>45645</c:v>
                </c:pt>
                <c:pt idx="137">
                  <c:v>45644</c:v>
                </c:pt>
                <c:pt idx="138">
                  <c:v>45643</c:v>
                </c:pt>
                <c:pt idx="139">
                  <c:v>45642</c:v>
                </c:pt>
                <c:pt idx="140">
                  <c:v>45639</c:v>
                </c:pt>
                <c:pt idx="141">
                  <c:v>45638</c:v>
                </c:pt>
                <c:pt idx="142">
                  <c:v>45637</c:v>
                </c:pt>
                <c:pt idx="143">
                  <c:v>45636</c:v>
                </c:pt>
                <c:pt idx="144">
                  <c:v>45635</c:v>
                </c:pt>
                <c:pt idx="145">
                  <c:v>45632</c:v>
                </c:pt>
                <c:pt idx="146">
                  <c:v>45631</c:v>
                </c:pt>
                <c:pt idx="147">
                  <c:v>45630</c:v>
                </c:pt>
                <c:pt idx="148">
                  <c:v>45629</c:v>
                </c:pt>
                <c:pt idx="149">
                  <c:v>45628</c:v>
                </c:pt>
                <c:pt idx="150">
                  <c:v>45625</c:v>
                </c:pt>
                <c:pt idx="151">
                  <c:v>45624</c:v>
                </c:pt>
                <c:pt idx="152">
                  <c:v>45623</c:v>
                </c:pt>
                <c:pt idx="153">
                  <c:v>45622</c:v>
                </c:pt>
                <c:pt idx="154">
                  <c:v>45621</c:v>
                </c:pt>
                <c:pt idx="155">
                  <c:v>45618</c:v>
                </c:pt>
                <c:pt idx="156">
                  <c:v>45617</c:v>
                </c:pt>
                <c:pt idx="157">
                  <c:v>45616</c:v>
                </c:pt>
                <c:pt idx="158">
                  <c:v>45615</c:v>
                </c:pt>
                <c:pt idx="159">
                  <c:v>45614</c:v>
                </c:pt>
                <c:pt idx="160">
                  <c:v>45611</c:v>
                </c:pt>
                <c:pt idx="161">
                  <c:v>45610</c:v>
                </c:pt>
                <c:pt idx="162">
                  <c:v>45609</c:v>
                </c:pt>
                <c:pt idx="163">
                  <c:v>45608</c:v>
                </c:pt>
                <c:pt idx="164">
                  <c:v>45607</c:v>
                </c:pt>
                <c:pt idx="165">
                  <c:v>45604</c:v>
                </c:pt>
                <c:pt idx="166">
                  <c:v>45603</c:v>
                </c:pt>
                <c:pt idx="167">
                  <c:v>45602</c:v>
                </c:pt>
                <c:pt idx="168">
                  <c:v>45601</c:v>
                </c:pt>
                <c:pt idx="169">
                  <c:v>45600</c:v>
                </c:pt>
                <c:pt idx="170">
                  <c:v>45597</c:v>
                </c:pt>
                <c:pt idx="171">
                  <c:v>45596</c:v>
                </c:pt>
                <c:pt idx="172">
                  <c:v>45595</c:v>
                </c:pt>
                <c:pt idx="173">
                  <c:v>45594</c:v>
                </c:pt>
                <c:pt idx="174">
                  <c:v>45593</c:v>
                </c:pt>
                <c:pt idx="175">
                  <c:v>45590</c:v>
                </c:pt>
                <c:pt idx="176">
                  <c:v>45589</c:v>
                </c:pt>
                <c:pt idx="177">
                  <c:v>45588</c:v>
                </c:pt>
                <c:pt idx="178">
                  <c:v>45587</c:v>
                </c:pt>
                <c:pt idx="179">
                  <c:v>45586</c:v>
                </c:pt>
                <c:pt idx="180">
                  <c:v>45583</c:v>
                </c:pt>
                <c:pt idx="181">
                  <c:v>45582</c:v>
                </c:pt>
                <c:pt idx="182">
                  <c:v>45581</c:v>
                </c:pt>
                <c:pt idx="183">
                  <c:v>45580</c:v>
                </c:pt>
                <c:pt idx="184">
                  <c:v>45579</c:v>
                </c:pt>
                <c:pt idx="185">
                  <c:v>45575</c:v>
                </c:pt>
                <c:pt idx="186">
                  <c:v>45574</c:v>
                </c:pt>
                <c:pt idx="187">
                  <c:v>45573</c:v>
                </c:pt>
                <c:pt idx="188">
                  <c:v>45565</c:v>
                </c:pt>
                <c:pt idx="189">
                  <c:v>45562</c:v>
                </c:pt>
                <c:pt idx="190">
                  <c:v>45561</c:v>
                </c:pt>
                <c:pt idx="191">
                  <c:v>45560</c:v>
                </c:pt>
                <c:pt idx="192">
                  <c:v>45559</c:v>
                </c:pt>
                <c:pt idx="193">
                  <c:v>45558</c:v>
                </c:pt>
                <c:pt idx="194">
                  <c:v>45555</c:v>
                </c:pt>
                <c:pt idx="195">
                  <c:v>45554</c:v>
                </c:pt>
                <c:pt idx="196">
                  <c:v>45548</c:v>
                </c:pt>
                <c:pt idx="197">
                  <c:v>45547</c:v>
                </c:pt>
                <c:pt idx="198">
                  <c:v>45546</c:v>
                </c:pt>
                <c:pt idx="199">
                  <c:v>45545</c:v>
                </c:pt>
                <c:pt idx="200">
                  <c:v>45544</c:v>
                </c:pt>
                <c:pt idx="201">
                  <c:v>45540</c:v>
                </c:pt>
                <c:pt idx="202">
                  <c:v>45539</c:v>
                </c:pt>
                <c:pt idx="203">
                  <c:v>45538</c:v>
                </c:pt>
                <c:pt idx="204">
                  <c:v>45537</c:v>
                </c:pt>
                <c:pt idx="205">
                  <c:v>45534</c:v>
                </c:pt>
                <c:pt idx="206">
                  <c:v>45533</c:v>
                </c:pt>
                <c:pt idx="207">
                  <c:v>45532</c:v>
                </c:pt>
                <c:pt idx="208">
                  <c:v>45531</c:v>
                </c:pt>
                <c:pt idx="209">
                  <c:v>45530</c:v>
                </c:pt>
                <c:pt idx="210">
                  <c:v>45527</c:v>
                </c:pt>
                <c:pt idx="211">
                  <c:v>45526</c:v>
                </c:pt>
                <c:pt idx="212">
                  <c:v>45525</c:v>
                </c:pt>
                <c:pt idx="213">
                  <c:v>45524</c:v>
                </c:pt>
                <c:pt idx="214">
                  <c:v>45523</c:v>
                </c:pt>
                <c:pt idx="215">
                  <c:v>45520</c:v>
                </c:pt>
                <c:pt idx="216">
                  <c:v>45519</c:v>
                </c:pt>
                <c:pt idx="217">
                  <c:v>45518</c:v>
                </c:pt>
                <c:pt idx="218">
                  <c:v>45517</c:v>
                </c:pt>
                <c:pt idx="219">
                  <c:v>45516</c:v>
                </c:pt>
                <c:pt idx="220">
                  <c:v>45513</c:v>
                </c:pt>
                <c:pt idx="221">
                  <c:v>45512</c:v>
                </c:pt>
                <c:pt idx="222">
                  <c:v>45511</c:v>
                </c:pt>
                <c:pt idx="223">
                  <c:v>45510</c:v>
                </c:pt>
                <c:pt idx="224">
                  <c:v>45509</c:v>
                </c:pt>
                <c:pt idx="225">
                  <c:v>45506</c:v>
                </c:pt>
                <c:pt idx="226">
                  <c:v>45505</c:v>
                </c:pt>
                <c:pt idx="227">
                  <c:v>45504</c:v>
                </c:pt>
                <c:pt idx="228">
                  <c:v>45503</c:v>
                </c:pt>
                <c:pt idx="229">
                  <c:v>45502</c:v>
                </c:pt>
                <c:pt idx="230">
                  <c:v>45499</c:v>
                </c:pt>
                <c:pt idx="231">
                  <c:v>45498</c:v>
                </c:pt>
                <c:pt idx="232">
                  <c:v>45497</c:v>
                </c:pt>
                <c:pt idx="233">
                  <c:v>45496</c:v>
                </c:pt>
                <c:pt idx="234">
                  <c:v>45495</c:v>
                </c:pt>
                <c:pt idx="235">
                  <c:v>45492</c:v>
                </c:pt>
                <c:pt idx="236">
                  <c:v>45491</c:v>
                </c:pt>
                <c:pt idx="237">
                  <c:v>45490</c:v>
                </c:pt>
                <c:pt idx="238">
                  <c:v>45489</c:v>
                </c:pt>
                <c:pt idx="239">
                  <c:v>45488</c:v>
                </c:pt>
                <c:pt idx="240">
                  <c:v>45485</c:v>
                </c:pt>
                <c:pt idx="241">
                  <c:v>45484</c:v>
                </c:pt>
                <c:pt idx="242">
                  <c:v>45483</c:v>
                </c:pt>
                <c:pt idx="243">
                  <c:v>45482</c:v>
                </c:pt>
                <c:pt idx="244">
                  <c:v>45481</c:v>
                </c:pt>
                <c:pt idx="245">
                  <c:v>45478</c:v>
                </c:pt>
                <c:pt idx="246">
                  <c:v>45477</c:v>
                </c:pt>
                <c:pt idx="247">
                  <c:v>45476</c:v>
                </c:pt>
                <c:pt idx="248">
                  <c:v>45475</c:v>
                </c:pt>
                <c:pt idx="249">
                  <c:v>45471</c:v>
                </c:pt>
                <c:pt idx="250">
                  <c:v>45470</c:v>
                </c:pt>
                <c:pt idx="251">
                  <c:v>45469</c:v>
                </c:pt>
                <c:pt idx="252">
                  <c:v>45468</c:v>
                </c:pt>
                <c:pt idx="253">
                  <c:v>45467</c:v>
                </c:pt>
                <c:pt idx="254">
                  <c:v>45464</c:v>
                </c:pt>
                <c:pt idx="255">
                  <c:v>45463</c:v>
                </c:pt>
                <c:pt idx="256">
                  <c:v>45462</c:v>
                </c:pt>
                <c:pt idx="257">
                  <c:v>45461</c:v>
                </c:pt>
                <c:pt idx="258">
                  <c:v>45460</c:v>
                </c:pt>
                <c:pt idx="259">
                  <c:v>45457</c:v>
                </c:pt>
                <c:pt idx="260">
                  <c:v>45456</c:v>
                </c:pt>
                <c:pt idx="261">
                  <c:v>45455</c:v>
                </c:pt>
                <c:pt idx="262">
                  <c:v>45454</c:v>
                </c:pt>
                <c:pt idx="263">
                  <c:v>45450</c:v>
                </c:pt>
                <c:pt idx="264">
                  <c:v>45449</c:v>
                </c:pt>
                <c:pt idx="265">
                  <c:v>45448</c:v>
                </c:pt>
                <c:pt idx="266">
                  <c:v>45447</c:v>
                </c:pt>
                <c:pt idx="267">
                  <c:v>45446</c:v>
                </c:pt>
                <c:pt idx="268">
                  <c:v>45443</c:v>
                </c:pt>
                <c:pt idx="269">
                  <c:v>45442</c:v>
                </c:pt>
                <c:pt idx="270">
                  <c:v>45441</c:v>
                </c:pt>
                <c:pt idx="271">
                  <c:v>45440</c:v>
                </c:pt>
                <c:pt idx="272">
                  <c:v>45439</c:v>
                </c:pt>
                <c:pt idx="273">
                  <c:v>45436</c:v>
                </c:pt>
                <c:pt idx="274">
                  <c:v>45435</c:v>
                </c:pt>
                <c:pt idx="275">
                  <c:v>45434</c:v>
                </c:pt>
                <c:pt idx="276">
                  <c:v>45433</c:v>
                </c:pt>
                <c:pt idx="277">
                  <c:v>45432</c:v>
                </c:pt>
                <c:pt idx="278">
                  <c:v>45429</c:v>
                </c:pt>
                <c:pt idx="279">
                  <c:v>45428</c:v>
                </c:pt>
                <c:pt idx="280">
                  <c:v>45426</c:v>
                </c:pt>
                <c:pt idx="281">
                  <c:v>45425</c:v>
                </c:pt>
                <c:pt idx="282">
                  <c:v>45422</c:v>
                </c:pt>
                <c:pt idx="283">
                  <c:v>45421</c:v>
                </c:pt>
                <c:pt idx="284">
                  <c:v>45420</c:v>
                </c:pt>
                <c:pt idx="285">
                  <c:v>45419</c:v>
                </c:pt>
                <c:pt idx="286">
                  <c:v>45418</c:v>
                </c:pt>
                <c:pt idx="287">
                  <c:v>45412</c:v>
                </c:pt>
                <c:pt idx="288">
                  <c:v>45411</c:v>
                </c:pt>
                <c:pt idx="289">
                  <c:v>45408</c:v>
                </c:pt>
                <c:pt idx="290">
                  <c:v>45407</c:v>
                </c:pt>
                <c:pt idx="291">
                  <c:v>45406</c:v>
                </c:pt>
                <c:pt idx="292">
                  <c:v>45405</c:v>
                </c:pt>
                <c:pt idx="293">
                  <c:v>45404</c:v>
                </c:pt>
                <c:pt idx="294">
                  <c:v>45401</c:v>
                </c:pt>
                <c:pt idx="295">
                  <c:v>45400</c:v>
                </c:pt>
                <c:pt idx="296">
                  <c:v>45399</c:v>
                </c:pt>
                <c:pt idx="297">
                  <c:v>45398</c:v>
                </c:pt>
                <c:pt idx="298">
                  <c:v>45397</c:v>
                </c:pt>
                <c:pt idx="299">
                  <c:v>45394</c:v>
                </c:pt>
                <c:pt idx="300">
                  <c:v>45393</c:v>
                </c:pt>
                <c:pt idx="301">
                  <c:v>45392</c:v>
                </c:pt>
                <c:pt idx="302">
                  <c:v>45391</c:v>
                </c:pt>
                <c:pt idx="303">
                  <c:v>45390</c:v>
                </c:pt>
                <c:pt idx="304">
                  <c:v>45385</c:v>
                </c:pt>
                <c:pt idx="305">
                  <c:v>45384</c:v>
                </c:pt>
                <c:pt idx="306">
                  <c:v>45379</c:v>
                </c:pt>
                <c:pt idx="307">
                  <c:v>45378</c:v>
                </c:pt>
                <c:pt idx="308">
                  <c:v>45377</c:v>
                </c:pt>
                <c:pt idx="309">
                  <c:v>45376</c:v>
                </c:pt>
                <c:pt idx="310">
                  <c:v>45373</c:v>
                </c:pt>
                <c:pt idx="311">
                  <c:v>45372</c:v>
                </c:pt>
                <c:pt idx="312">
                  <c:v>45371</c:v>
                </c:pt>
                <c:pt idx="313">
                  <c:v>45370</c:v>
                </c:pt>
                <c:pt idx="314">
                  <c:v>45369</c:v>
                </c:pt>
                <c:pt idx="315">
                  <c:v>45366</c:v>
                </c:pt>
                <c:pt idx="316">
                  <c:v>45365</c:v>
                </c:pt>
                <c:pt idx="317">
                  <c:v>45364</c:v>
                </c:pt>
                <c:pt idx="318">
                  <c:v>45363</c:v>
                </c:pt>
                <c:pt idx="319">
                  <c:v>45362</c:v>
                </c:pt>
                <c:pt idx="320">
                  <c:v>45359</c:v>
                </c:pt>
                <c:pt idx="321">
                  <c:v>45358</c:v>
                </c:pt>
                <c:pt idx="322">
                  <c:v>45357</c:v>
                </c:pt>
                <c:pt idx="323">
                  <c:v>45356</c:v>
                </c:pt>
                <c:pt idx="324">
                  <c:v>45355</c:v>
                </c:pt>
                <c:pt idx="325">
                  <c:v>45352</c:v>
                </c:pt>
                <c:pt idx="326">
                  <c:v>45351</c:v>
                </c:pt>
                <c:pt idx="327">
                  <c:v>45350</c:v>
                </c:pt>
                <c:pt idx="328">
                  <c:v>45349</c:v>
                </c:pt>
                <c:pt idx="329">
                  <c:v>45348</c:v>
                </c:pt>
                <c:pt idx="330">
                  <c:v>45345</c:v>
                </c:pt>
                <c:pt idx="331">
                  <c:v>45344</c:v>
                </c:pt>
                <c:pt idx="332">
                  <c:v>45343</c:v>
                </c:pt>
                <c:pt idx="333">
                  <c:v>45342</c:v>
                </c:pt>
                <c:pt idx="334">
                  <c:v>45341</c:v>
                </c:pt>
                <c:pt idx="335">
                  <c:v>45330</c:v>
                </c:pt>
                <c:pt idx="336">
                  <c:v>45329</c:v>
                </c:pt>
                <c:pt idx="337">
                  <c:v>45328</c:v>
                </c:pt>
                <c:pt idx="338">
                  <c:v>45327</c:v>
                </c:pt>
                <c:pt idx="339">
                  <c:v>45324</c:v>
                </c:pt>
                <c:pt idx="340">
                  <c:v>45323</c:v>
                </c:pt>
                <c:pt idx="341">
                  <c:v>45322</c:v>
                </c:pt>
                <c:pt idx="342">
                  <c:v>45321</c:v>
                </c:pt>
                <c:pt idx="343">
                  <c:v>45320</c:v>
                </c:pt>
                <c:pt idx="344">
                  <c:v>45317</c:v>
                </c:pt>
                <c:pt idx="345">
                  <c:v>45316</c:v>
                </c:pt>
                <c:pt idx="346">
                  <c:v>45315</c:v>
                </c:pt>
                <c:pt idx="347">
                  <c:v>45314</c:v>
                </c:pt>
                <c:pt idx="348">
                  <c:v>45313</c:v>
                </c:pt>
                <c:pt idx="349">
                  <c:v>45310</c:v>
                </c:pt>
                <c:pt idx="350">
                  <c:v>45309</c:v>
                </c:pt>
                <c:pt idx="351">
                  <c:v>45308</c:v>
                </c:pt>
                <c:pt idx="352">
                  <c:v>45307</c:v>
                </c:pt>
                <c:pt idx="353">
                  <c:v>45306</c:v>
                </c:pt>
                <c:pt idx="354">
                  <c:v>45303</c:v>
                </c:pt>
                <c:pt idx="355">
                  <c:v>45302</c:v>
                </c:pt>
                <c:pt idx="356">
                  <c:v>45301</c:v>
                </c:pt>
                <c:pt idx="357">
                  <c:v>45300</c:v>
                </c:pt>
                <c:pt idx="358">
                  <c:v>45299</c:v>
                </c:pt>
                <c:pt idx="359">
                  <c:v>45296</c:v>
                </c:pt>
                <c:pt idx="360">
                  <c:v>45295</c:v>
                </c:pt>
                <c:pt idx="361">
                  <c:v>45294</c:v>
                </c:pt>
                <c:pt idx="362">
                  <c:v>45293</c:v>
                </c:pt>
                <c:pt idx="363">
                  <c:v>45289</c:v>
                </c:pt>
                <c:pt idx="364">
                  <c:v>45288</c:v>
                </c:pt>
                <c:pt idx="365">
                  <c:v>45287</c:v>
                </c:pt>
                <c:pt idx="366">
                  <c:v>45282</c:v>
                </c:pt>
                <c:pt idx="367">
                  <c:v>45281</c:v>
                </c:pt>
                <c:pt idx="368">
                  <c:v>45280</c:v>
                </c:pt>
                <c:pt idx="369">
                  <c:v>45279</c:v>
                </c:pt>
                <c:pt idx="370">
                  <c:v>45278</c:v>
                </c:pt>
                <c:pt idx="371">
                  <c:v>45275</c:v>
                </c:pt>
                <c:pt idx="372">
                  <c:v>45274</c:v>
                </c:pt>
                <c:pt idx="373">
                  <c:v>45273</c:v>
                </c:pt>
                <c:pt idx="374">
                  <c:v>45272</c:v>
                </c:pt>
                <c:pt idx="375">
                  <c:v>45271</c:v>
                </c:pt>
                <c:pt idx="376">
                  <c:v>45268</c:v>
                </c:pt>
                <c:pt idx="377">
                  <c:v>45267</c:v>
                </c:pt>
                <c:pt idx="378">
                  <c:v>45266</c:v>
                </c:pt>
                <c:pt idx="379">
                  <c:v>45265</c:v>
                </c:pt>
                <c:pt idx="380">
                  <c:v>45264</c:v>
                </c:pt>
                <c:pt idx="381">
                  <c:v>45261</c:v>
                </c:pt>
                <c:pt idx="382">
                  <c:v>45260</c:v>
                </c:pt>
                <c:pt idx="383">
                  <c:v>45259</c:v>
                </c:pt>
                <c:pt idx="384">
                  <c:v>45258</c:v>
                </c:pt>
                <c:pt idx="385">
                  <c:v>45257</c:v>
                </c:pt>
                <c:pt idx="386">
                  <c:v>45254</c:v>
                </c:pt>
                <c:pt idx="387">
                  <c:v>45253</c:v>
                </c:pt>
                <c:pt idx="388">
                  <c:v>45252</c:v>
                </c:pt>
                <c:pt idx="389">
                  <c:v>45251</c:v>
                </c:pt>
                <c:pt idx="390">
                  <c:v>45250</c:v>
                </c:pt>
                <c:pt idx="391">
                  <c:v>45247</c:v>
                </c:pt>
                <c:pt idx="392">
                  <c:v>45246</c:v>
                </c:pt>
                <c:pt idx="393">
                  <c:v>45245</c:v>
                </c:pt>
                <c:pt idx="394">
                  <c:v>45244</c:v>
                </c:pt>
                <c:pt idx="395">
                  <c:v>45243</c:v>
                </c:pt>
                <c:pt idx="396">
                  <c:v>45240</c:v>
                </c:pt>
                <c:pt idx="397">
                  <c:v>45239</c:v>
                </c:pt>
                <c:pt idx="398">
                  <c:v>45238</c:v>
                </c:pt>
                <c:pt idx="399">
                  <c:v>45237</c:v>
                </c:pt>
                <c:pt idx="400">
                  <c:v>45236</c:v>
                </c:pt>
                <c:pt idx="401">
                  <c:v>45233</c:v>
                </c:pt>
                <c:pt idx="402">
                  <c:v>45232</c:v>
                </c:pt>
                <c:pt idx="403">
                  <c:v>45231</c:v>
                </c:pt>
                <c:pt idx="404">
                  <c:v>45230</c:v>
                </c:pt>
                <c:pt idx="405">
                  <c:v>45229</c:v>
                </c:pt>
                <c:pt idx="406">
                  <c:v>45226</c:v>
                </c:pt>
                <c:pt idx="407">
                  <c:v>45225</c:v>
                </c:pt>
                <c:pt idx="408">
                  <c:v>45224</c:v>
                </c:pt>
                <c:pt idx="409">
                  <c:v>45223</c:v>
                </c:pt>
                <c:pt idx="410">
                  <c:v>45219</c:v>
                </c:pt>
                <c:pt idx="411">
                  <c:v>45218</c:v>
                </c:pt>
                <c:pt idx="412">
                  <c:v>45217</c:v>
                </c:pt>
                <c:pt idx="413">
                  <c:v>45216</c:v>
                </c:pt>
                <c:pt idx="414">
                  <c:v>45215</c:v>
                </c:pt>
                <c:pt idx="415">
                  <c:v>45212</c:v>
                </c:pt>
                <c:pt idx="416">
                  <c:v>45211</c:v>
                </c:pt>
                <c:pt idx="417">
                  <c:v>45210</c:v>
                </c:pt>
                <c:pt idx="418">
                  <c:v>45209</c:v>
                </c:pt>
                <c:pt idx="419">
                  <c:v>45208</c:v>
                </c:pt>
                <c:pt idx="420">
                  <c:v>45197</c:v>
                </c:pt>
                <c:pt idx="421">
                  <c:v>45196</c:v>
                </c:pt>
                <c:pt idx="422">
                  <c:v>45195</c:v>
                </c:pt>
                <c:pt idx="423">
                  <c:v>45194</c:v>
                </c:pt>
                <c:pt idx="424">
                  <c:v>45191</c:v>
                </c:pt>
                <c:pt idx="425">
                  <c:v>45190</c:v>
                </c:pt>
                <c:pt idx="426">
                  <c:v>45189</c:v>
                </c:pt>
                <c:pt idx="427">
                  <c:v>45188</c:v>
                </c:pt>
                <c:pt idx="428">
                  <c:v>45187</c:v>
                </c:pt>
                <c:pt idx="429">
                  <c:v>45184</c:v>
                </c:pt>
                <c:pt idx="430">
                  <c:v>45183</c:v>
                </c:pt>
                <c:pt idx="431">
                  <c:v>45182</c:v>
                </c:pt>
                <c:pt idx="432">
                  <c:v>45181</c:v>
                </c:pt>
                <c:pt idx="433">
                  <c:v>45180</c:v>
                </c:pt>
                <c:pt idx="434">
                  <c:v>45176</c:v>
                </c:pt>
                <c:pt idx="435">
                  <c:v>45175</c:v>
                </c:pt>
                <c:pt idx="436">
                  <c:v>45174</c:v>
                </c:pt>
                <c:pt idx="437">
                  <c:v>45173</c:v>
                </c:pt>
                <c:pt idx="438">
                  <c:v>45169</c:v>
                </c:pt>
                <c:pt idx="439">
                  <c:v>45168</c:v>
                </c:pt>
                <c:pt idx="440">
                  <c:v>45167</c:v>
                </c:pt>
                <c:pt idx="441">
                  <c:v>45166</c:v>
                </c:pt>
                <c:pt idx="442">
                  <c:v>45163</c:v>
                </c:pt>
                <c:pt idx="443">
                  <c:v>45162</c:v>
                </c:pt>
                <c:pt idx="444">
                  <c:v>45161</c:v>
                </c:pt>
                <c:pt idx="445">
                  <c:v>45160</c:v>
                </c:pt>
                <c:pt idx="446">
                  <c:v>45159</c:v>
                </c:pt>
                <c:pt idx="447">
                  <c:v>45156</c:v>
                </c:pt>
                <c:pt idx="448">
                  <c:v>45155</c:v>
                </c:pt>
                <c:pt idx="449">
                  <c:v>45154</c:v>
                </c:pt>
                <c:pt idx="450">
                  <c:v>45153</c:v>
                </c:pt>
                <c:pt idx="451">
                  <c:v>45152</c:v>
                </c:pt>
                <c:pt idx="452">
                  <c:v>45149</c:v>
                </c:pt>
                <c:pt idx="453">
                  <c:v>45148</c:v>
                </c:pt>
                <c:pt idx="454">
                  <c:v>45147</c:v>
                </c:pt>
                <c:pt idx="455">
                  <c:v>45146</c:v>
                </c:pt>
                <c:pt idx="456">
                  <c:v>45145</c:v>
                </c:pt>
                <c:pt idx="457">
                  <c:v>45142</c:v>
                </c:pt>
                <c:pt idx="458">
                  <c:v>45141</c:v>
                </c:pt>
                <c:pt idx="459">
                  <c:v>45140</c:v>
                </c:pt>
                <c:pt idx="460">
                  <c:v>45139</c:v>
                </c:pt>
                <c:pt idx="461">
                  <c:v>45138</c:v>
                </c:pt>
                <c:pt idx="462">
                  <c:v>45135</c:v>
                </c:pt>
                <c:pt idx="463">
                  <c:v>45134</c:v>
                </c:pt>
                <c:pt idx="464">
                  <c:v>45133</c:v>
                </c:pt>
                <c:pt idx="465">
                  <c:v>45132</c:v>
                </c:pt>
                <c:pt idx="466">
                  <c:v>45131</c:v>
                </c:pt>
                <c:pt idx="467">
                  <c:v>45128</c:v>
                </c:pt>
                <c:pt idx="468">
                  <c:v>45127</c:v>
                </c:pt>
                <c:pt idx="469">
                  <c:v>45126</c:v>
                </c:pt>
                <c:pt idx="470">
                  <c:v>45125</c:v>
                </c:pt>
                <c:pt idx="471">
                  <c:v>45121</c:v>
                </c:pt>
                <c:pt idx="472">
                  <c:v>45120</c:v>
                </c:pt>
                <c:pt idx="473">
                  <c:v>45119</c:v>
                </c:pt>
                <c:pt idx="474">
                  <c:v>45118</c:v>
                </c:pt>
                <c:pt idx="475">
                  <c:v>45117</c:v>
                </c:pt>
                <c:pt idx="476">
                  <c:v>45114</c:v>
                </c:pt>
                <c:pt idx="477">
                  <c:v>45113</c:v>
                </c:pt>
                <c:pt idx="478">
                  <c:v>45112</c:v>
                </c:pt>
                <c:pt idx="479">
                  <c:v>45111</c:v>
                </c:pt>
                <c:pt idx="480">
                  <c:v>45110</c:v>
                </c:pt>
                <c:pt idx="481">
                  <c:v>45107</c:v>
                </c:pt>
                <c:pt idx="482">
                  <c:v>45106</c:v>
                </c:pt>
                <c:pt idx="483">
                  <c:v>45105</c:v>
                </c:pt>
                <c:pt idx="484">
                  <c:v>45104</c:v>
                </c:pt>
                <c:pt idx="485">
                  <c:v>45103</c:v>
                </c:pt>
                <c:pt idx="486">
                  <c:v>45098</c:v>
                </c:pt>
                <c:pt idx="487">
                  <c:v>45097</c:v>
                </c:pt>
                <c:pt idx="488">
                  <c:v>45096</c:v>
                </c:pt>
                <c:pt idx="489">
                  <c:v>45093</c:v>
                </c:pt>
                <c:pt idx="490">
                  <c:v>45092</c:v>
                </c:pt>
                <c:pt idx="491">
                  <c:v>45091</c:v>
                </c:pt>
                <c:pt idx="492">
                  <c:v>45090</c:v>
                </c:pt>
                <c:pt idx="493">
                  <c:v>45089</c:v>
                </c:pt>
                <c:pt idx="494">
                  <c:v>45086</c:v>
                </c:pt>
                <c:pt idx="495">
                  <c:v>45085</c:v>
                </c:pt>
                <c:pt idx="496">
                  <c:v>45084</c:v>
                </c:pt>
                <c:pt idx="497">
                  <c:v>45083</c:v>
                </c:pt>
                <c:pt idx="498">
                  <c:v>45082</c:v>
                </c:pt>
                <c:pt idx="499">
                  <c:v>45079</c:v>
                </c:pt>
                <c:pt idx="500">
                  <c:v>45078</c:v>
                </c:pt>
                <c:pt idx="501">
                  <c:v>45077</c:v>
                </c:pt>
                <c:pt idx="502">
                  <c:v>45076</c:v>
                </c:pt>
                <c:pt idx="503">
                  <c:v>45075</c:v>
                </c:pt>
                <c:pt idx="504">
                  <c:v>45071</c:v>
                </c:pt>
                <c:pt idx="505">
                  <c:v>45070</c:v>
                </c:pt>
                <c:pt idx="506">
                  <c:v>45069</c:v>
                </c:pt>
                <c:pt idx="507">
                  <c:v>45068</c:v>
                </c:pt>
                <c:pt idx="508">
                  <c:v>45065</c:v>
                </c:pt>
                <c:pt idx="509">
                  <c:v>45064</c:v>
                </c:pt>
                <c:pt idx="510">
                  <c:v>45063</c:v>
                </c:pt>
                <c:pt idx="511">
                  <c:v>45062</c:v>
                </c:pt>
                <c:pt idx="512">
                  <c:v>45061</c:v>
                </c:pt>
                <c:pt idx="513">
                  <c:v>45058</c:v>
                </c:pt>
                <c:pt idx="514">
                  <c:v>45057</c:v>
                </c:pt>
                <c:pt idx="515">
                  <c:v>45056</c:v>
                </c:pt>
                <c:pt idx="516">
                  <c:v>45055</c:v>
                </c:pt>
                <c:pt idx="517">
                  <c:v>45054</c:v>
                </c:pt>
                <c:pt idx="518">
                  <c:v>45051</c:v>
                </c:pt>
                <c:pt idx="519">
                  <c:v>45050</c:v>
                </c:pt>
                <c:pt idx="520">
                  <c:v>45044</c:v>
                </c:pt>
                <c:pt idx="521">
                  <c:v>45043</c:v>
                </c:pt>
                <c:pt idx="522">
                  <c:v>45042</c:v>
                </c:pt>
                <c:pt idx="523">
                  <c:v>45041</c:v>
                </c:pt>
                <c:pt idx="524">
                  <c:v>45040</c:v>
                </c:pt>
                <c:pt idx="525">
                  <c:v>45037</c:v>
                </c:pt>
                <c:pt idx="526">
                  <c:v>45036</c:v>
                </c:pt>
                <c:pt idx="527">
                  <c:v>45035</c:v>
                </c:pt>
                <c:pt idx="528">
                  <c:v>45034</c:v>
                </c:pt>
                <c:pt idx="529">
                  <c:v>45033</c:v>
                </c:pt>
                <c:pt idx="530">
                  <c:v>45030</c:v>
                </c:pt>
                <c:pt idx="531">
                  <c:v>45029</c:v>
                </c:pt>
                <c:pt idx="532">
                  <c:v>45028</c:v>
                </c:pt>
                <c:pt idx="533">
                  <c:v>45027</c:v>
                </c:pt>
                <c:pt idx="534">
                  <c:v>45022</c:v>
                </c:pt>
                <c:pt idx="535">
                  <c:v>45020</c:v>
                </c:pt>
                <c:pt idx="536">
                  <c:v>45019</c:v>
                </c:pt>
                <c:pt idx="537">
                  <c:v>45016</c:v>
                </c:pt>
                <c:pt idx="538">
                  <c:v>45015</c:v>
                </c:pt>
                <c:pt idx="539">
                  <c:v>45014</c:v>
                </c:pt>
                <c:pt idx="540">
                  <c:v>45013</c:v>
                </c:pt>
                <c:pt idx="541">
                  <c:v>45012</c:v>
                </c:pt>
                <c:pt idx="542">
                  <c:v>45009</c:v>
                </c:pt>
                <c:pt idx="543">
                  <c:v>45008</c:v>
                </c:pt>
                <c:pt idx="544">
                  <c:v>45007</c:v>
                </c:pt>
                <c:pt idx="545">
                  <c:v>45006</c:v>
                </c:pt>
                <c:pt idx="546">
                  <c:v>45005</c:v>
                </c:pt>
                <c:pt idx="547">
                  <c:v>45002</c:v>
                </c:pt>
                <c:pt idx="548">
                  <c:v>45001</c:v>
                </c:pt>
                <c:pt idx="549">
                  <c:v>45000</c:v>
                </c:pt>
                <c:pt idx="550">
                  <c:v>44999</c:v>
                </c:pt>
                <c:pt idx="551">
                  <c:v>44998</c:v>
                </c:pt>
                <c:pt idx="552">
                  <c:v>44995</c:v>
                </c:pt>
                <c:pt idx="553">
                  <c:v>44994</c:v>
                </c:pt>
                <c:pt idx="554">
                  <c:v>44993</c:v>
                </c:pt>
                <c:pt idx="555">
                  <c:v>44992</c:v>
                </c:pt>
                <c:pt idx="556">
                  <c:v>44991</c:v>
                </c:pt>
                <c:pt idx="557">
                  <c:v>44988</c:v>
                </c:pt>
                <c:pt idx="558">
                  <c:v>44987</c:v>
                </c:pt>
                <c:pt idx="559">
                  <c:v>44986</c:v>
                </c:pt>
                <c:pt idx="560">
                  <c:v>44985</c:v>
                </c:pt>
                <c:pt idx="561">
                  <c:v>44984</c:v>
                </c:pt>
                <c:pt idx="562">
                  <c:v>44981</c:v>
                </c:pt>
                <c:pt idx="563">
                  <c:v>44980</c:v>
                </c:pt>
                <c:pt idx="564">
                  <c:v>44979</c:v>
                </c:pt>
                <c:pt idx="565">
                  <c:v>44978</c:v>
                </c:pt>
                <c:pt idx="566">
                  <c:v>44977</c:v>
                </c:pt>
                <c:pt idx="567">
                  <c:v>44974</c:v>
                </c:pt>
                <c:pt idx="568">
                  <c:v>44973</c:v>
                </c:pt>
                <c:pt idx="569">
                  <c:v>44972</c:v>
                </c:pt>
                <c:pt idx="570">
                  <c:v>44971</c:v>
                </c:pt>
                <c:pt idx="571">
                  <c:v>44970</c:v>
                </c:pt>
                <c:pt idx="572">
                  <c:v>44967</c:v>
                </c:pt>
                <c:pt idx="573">
                  <c:v>44966</c:v>
                </c:pt>
                <c:pt idx="574">
                  <c:v>44965</c:v>
                </c:pt>
                <c:pt idx="575">
                  <c:v>44964</c:v>
                </c:pt>
                <c:pt idx="576">
                  <c:v>44963</c:v>
                </c:pt>
                <c:pt idx="577">
                  <c:v>44960</c:v>
                </c:pt>
                <c:pt idx="578">
                  <c:v>44959</c:v>
                </c:pt>
                <c:pt idx="579">
                  <c:v>44958</c:v>
                </c:pt>
                <c:pt idx="580">
                  <c:v>44957</c:v>
                </c:pt>
                <c:pt idx="581">
                  <c:v>44956</c:v>
                </c:pt>
                <c:pt idx="582">
                  <c:v>44944</c:v>
                </c:pt>
                <c:pt idx="583">
                  <c:v>44943</c:v>
                </c:pt>
                <c:pt idx="584">
                  <c:v>44942</c:v>
                </c:pt>
                <c:pt idx="585">
                  <c:v>44939</c:v>
                </c:pt>
                <c:pt idx="586">
                  <c:v>44938</c:v>
                </c:pt>
                <c:pt idx="587">
                  <c:v>44937</c:v>
                </c:pt>
                <c:pt idx="588">
                  <c:v>44936</c:v>
                </c:pt>
                <c:pt idx="589">
                  <c:v>44935</c:v>
                </c:pt>
                <c:pt idx="590">
                  <c:v>44932</c:v>
                </c:pt>
                <c:pt idx="591">
                  <c:v>44931</c:v>
                </c:pt>
                <c:pt idx="592">
                  <c:v>44930</c:v>
                </c:pt>
                <c:pt idx="593">
                  <c:v>44929</c:v>
                </c:pt>
                <c:pt idx="594">
                  <c:v>44925</c:v>
                </c:pt>
                <c:pt idx="595">
                  <c:v>44924</c:v>
                </c:pt>
                <c:pt idx="596">
                  <c:v>44923</c:v>
                </c:pt>
                <c:pt idx="597">
                  <c:v>44918</c:v>
                </c:pt>
                <c:pt idx="598">
                  <c:v>44917</c:v>
                </c:pt>
                <c:pt idx="599">
                  <c:v>44916</c:v>
                </c:pt>
                <c:pt idx="600">
                  <c:v>44915</c:v>
                </c:pt>
                <c:pt idx="601">
                  <c:v>44914</c:v>
                </c:pt>
                <c:pt idx="602">
                  <c:v>44911</c:v>
                </c:pt>
                <c:pt idx="603">
                  <c:v>44910</c:v>
                </c:pt>
                <c:pt idx="604">
                  <c:v>44909</c:v>
                </c:pt>
                <c:pt idx="605">
                  <c:v>44908</c:v>
                </c:pt>
                <c:pt idx="606">
                  <c:v>44907</c:v>
                </c:pt>
                <c:pt idx="607">
                  <c:v>44904</c:v>
                </c:pt>
                <c:pt idx="608">
                  <c:v>44903</c:v>
                </c:pt>
                <c:pt idx="609">
                  <c:v>44902</c:v>
                </c:pt>
                <c:pt idx="610">
                  <c:v>44901</c:v>
                </c:pt>
                <c:pt idx="611">
                  <c:v>44900</c:v>
                </c:pt>
                <c:pt idx="612">
                  <c:v>44897</c:v>
                </c:pt>
                <c:pt idx="613">
                  <c:v>44896</c:v>
                </c:pt>
                <c:pt idx="614">
                  <c:v>44895</c:v>
                </c:pt>
                <c:pt idx="615">
                  <c:v>44894</c:v>
                </c:pt>
                <c:pt idx="616">
                  <c:v>44893</c:v>
                </c:pt>
                <c:pt idx="617">
                  <c:v>44890</c:v>
                </c:pt>
                <c:pt idx="618">
                  <c:v>44889</c:v>
                </c:pt>
                <c:pt idx="619">
                  <c:v>44888</c:v>
                </c:pt>
                <c:pt idx="620">
                  <c:v>44887</c:v>
                </c:pt>
                <c:pt idx="621">
                  <c:v>44886</c:v>
                </c:pt>
                <c:pt idx="622">
                  <c:v>44883</c:v>
                </c:pt>
                <c:pt idx="623">
                  <c:v>44882</c:v>
                </c:pt>
                <c:pt idx="624">
                  <c:v>44881</c:v>
                </c:pt>
                <c:pt idx="625">
                  <c:v>44880</c:v>
                </c:pt>
                <c:pt idx="626">
                  <c:v>44879</c:v>
                </c:pt>
                <c:pt idx="627">
                  <c:v>44876</c:v>
                </c:pt>
                <c:pt idx="628">
                  <c:v>44875</c:v>
                </c:pt>
                <c:pt idx="629">
                  <c:v>44874</c:v>
                </c:pt>
                <c:pt idx="630">
                  <c:v>44873</c:v>
                </c:pt>
                <c:pt idx="631">
                  <c:v>44872</c:v>
                </c:pt>
                <c:pt idx="632">
                  <c:v>44869</c:v>
                </c:pt>
                <c:pt idx="633">
                  <c:v>44868</c:v>
                </c:pt>
                <c:pt idx="634">
                  <c:v>44867</c:v>
                </c:pt>
                <c:pt idx="635">
                  <c:v>44866</c:v>
                </c:pt>
                <c:pt idx="636">
                  <c:v>44865</c:v>
                </c:pt>
                <c:pt idx="637">
                  <c:v>44862</c:v>
                </c:pt>
                <c:pt idx="638">
                  <c:v>44861</c:v>
                </c:pt>
                <c:pt idx="639">
                  <c:v>44860</c:v>
                </c:pt>
                <c:pt idx="640">
                  <c:v>44859</c:v>
                </c:pt>
                <c:pt idx="641">
                  <c:v>44858</c:v>
                </c:pt>
                <c:pt idx="642">
                  <c:v>44855</c:v>
                </c:pt>
                <c:pt idx="643">
                  <c:v>44854</c:v>
                </c:pt>
                <c:pt idx="644">
                  <c:v>44853</c:v>
                </c:pt>
                <c:pt idx="645">
                  <c:v>44852</c:v>
                </c:pt>
                <c:pt idx="646">
                  <c:v>44851</c:v>
                </c:pt>
                <c:pt idx="647">
                  <c:v>44848</c:v>
                </c:pt>
                <c:pt idx="648">
                  <c:v>44847</c:v>
                </c:pt>
                <c:pt idx="649">
                  <c:v>44846</c:v>
                </c:pt>
                <c:pt idx="650">
                  <c:v>44845</c:v>
                </c:pt>
                <c:pt idx="651">
                  <c:v>44844</c:v>
                </c:pt>
                <c:pt idx="652">
                  <c:v>44832</c:v>
                </c:pt>
                <c:pt idx="653">
                  <c:v>44831</c:v>
                </c:pt>
                <c:pt idx="654">
                  <c:v>44830</c:v>
                </c:pt>
                <c:pt idx="655">
                  <c:v>44827</c:v>
                </c:pt>
                <c:pt idx="656">
                  <c:v>44826</c:v>
                </c:pt>
                <c:pt idx="657">
                  <c:v>44825</c:v>
                </c:pt>
                <c:pt idx="658">
                  <c:v>44824</c:v>
                </c:pt>
                <c:pt idx="659">
                  <c:v>44823</c:v>
                </c:pt>
                <c:pt idx="660">
                  <c:v>44820</c:v>
                </c:pt>
                <c:pt idx="661">
                  <c:v>44819</c:v>
                </c:pt>
                <c:pt idx="662">
                  <c:v>44818</c:v>
                </c:pt>
                <c:pt idx="663">
                  <c:v>44817</c:v>
                </c:pt>
                <c:pt idx="664">
                  <c:v>44813</c:v>
                </c:pt>
                <c:pt idx="665">
                  <c:v>44812</c:v>
                </c:pt>
                <c:pt idx="666">
                  <c:v>44811</c:v>
                </c:pt>
                <c:pt idx="667">
                  <c:v>44810</c:v>
                </c:pt>
                <c:pt idx="668">
                  <c:v>44809</c:v>
                </c:pt>
                <c:pt idx="669">
                  <c:v>44806</c:v>
                </c:pt>
                <c:pt idx="670">
                  <c:v>44805</c:v>
                </c:pt>
                <c:pt idx="671">
                  <c:v>44804</c:v>
                </c:pt>
                <c:pt idx="672">
                  <c:v>44803</c:v>
                </c:pt>
                <c:pt idx="673">
                  <c:v>44802</c:v>
                </c:pt>
                <c:pt idx="674">
                  <c:v>44799</c:v>
                </c:pt>
                <c:pt idx="675">
                  <c:v>44798</c:v>
                </c:pt>
                <c:pt idx="676">
                  <c:v>44797</c:v>
                </c:pt>
                <c:pt idx="677">
                  <c:v>44796</c:v>
                </c:pt>
                <c:pt idx="678">
                  <c:v>44795</c:v>
                </c:pt>
                <c:pt idx="679">
                  <c:v>44792</c:v>
                </c:pt>
                <c:pt idx="680">
                  <c:v>44791</c:v>
                </c:pt>
                <c:pt idx="681">
                  <c:v>44790</c:v>
                </c:pt>
                <c:pt idx="682">
                  <c:v>44789</c:v>
                </c:pt>
                <c:pt idx="683">
                  <c:v>44788</c:v>
                </c:pt>
                <c:pt idx="684">
                  <c:v>44785</c:v>
                </c:pt>
                <c:pt idx="685">
                  <c:v>44784</c:v>
                </c:pt>
                <c:pt idx="686">
                  <c:v>44783</c:v>
                </c:pt>
                <c:pt idx="687">
                  <c:v>44782</c:v>
                </c:pt>
                <c:pt idx="688">
                  <c:v>44781</c:v>
                </c:pt>
                <c:pt idx="689">
                  <c:v>44778</c:v>
                </c:pt>
                <c:pt idx="690">
                  <c:v>44777</c:v>
                </c:pt>
                <c:pt idx="691">
                  <c:v>44776</c:v>
                </c:pt>
                <c:pt idx="692">
                  <c:v>44775</c:v>
                </c:pt>
                <c:pt idx="693">
                  <c:v>44774</c:v>
                </c:pt>
                <c:pt idx="694">
                  <c:v>44771</c:v>
                </c:pt>
                <c:pt idx="695">
                  <c:v>44770</c:v>
                </c:pt>
                <c:pt idx="696">
                  <c:v>44769</c:v>
                </c:pt>
                <c:pt idx="697">
                  <c:v>44768</c:v>
                </c:pt>
                <c:pt idx="698">
                  <c:v>44767</c:v>
                </c:pt>
                <c:pt idx="699">
                  <c:v>44764</c:v>
                </c:pt>
                <c:pt idx="700">
                  <c:v>44763</c:v>
                </c:pt>
                <c:pt idx="701">
                  <c:v>44762</c:v>
                </c:pt>
                <c:pt idx="702">
                  <c:v>44761</c:v>
                </c:pt>
                <c:pt idx="703">
                  <c:v>44760</c:v>
                </c:pt>
                <c:pt idx="704">
                  <c:v>44757</c:v>
                </c:pt>
                <c:pt idx="705">
                  <c:v>44756</c:v>
                </c:pt>
                <c:pt idx="706">
                  <c:v>44755</c:v>
                </c:pt>
                <c:pt idx="707">
                  <c:v>44754</c:v>
                </c:pt>
                <c:pt idx="708">
                  <c:v>44753</c:v>
                </c:pt>
                <c:pt idx="709">
                  <c:v>44750</c:v>
                </c:pt>
                <c:pt idx="710">
                  <c:v>44749</c:v>
                </c:pt>
                <c:pt idx="711">
                  <c:v>44748</c:v>
                </c:pt>
                <c:pt idx="712">
                  <c:v>44747</c:v>
                </c:pt>
                <c:pt idx="713">
                  <c:v>44746</c:v>
                </c:pt>
                <c:pt idx="714">
                  <c:v>44742</c:v>
                </c:pt>
                <c:pt idx="715">
                  <c:v>44741</c:v>
                </c:pt>
                <c:pt idx="716">
                  <c:v>44740</c:v>
                </c:pt>
                <c:pt idx="717">
                  <c:v>44739</c:v>
                </c:pt>
                <c:pt idx="718">
                  <c:v>44736</c:v>
                </c:pt>
                <c:pt idx="719">
                  <c:v>44735</c:v>
                </c:pt>
                <c:pt idx="720">
                  <c:v>44734</c:v>
                </c:pt>
                <c:pt idx="721">
                  <c:v>44733</c:v>
                </c:pt>
                <c:pt idx="722">
                  <c:v>44732</c:v>
                </c:pt>
                <c:pt idx="723">
                  <c:v>44729</c:v>
                </c:pt>
                <c:pt idx="724">
                  <c:v>44728</c:v>
                </c:pt>
                <c:pt idx="725">
                  <c:v>44727</c:v>
                </c:pt>
                <c:pt idx="726">
                  <c:v>44726</c:v>
                </c:pt>
                <c:pt idx="727">
                  <c:v>44725</c:v>
                </c:pt>
                <c:pt idx="728">
                  <c:v>44722</c:v>
                </c:pt>
                <c:pt idx="729">
                  <c:v>44721</c:v>
                </c:pt>
                <c:pt idx="730">
                  <c:v>44720</c:v>
                </c:pt>
                <c:pt idx="731">
                  <c:v>44719</c:v>
                </c:pt>
                <c:pt idx="732">
                  <c:v>44718</c:v>
                </c:pt>
                <c:pt idx="733">
                  <c:v>44714</c:v>
                </c:pt>
                <c:pt idx="734">
                  <c:v>44713</c:v>
                </c:pt>
                <c:pt idx="735">
                  <c:v>44712</c:v>
                </c:pt>
                <c:pt idx="736">
                  <c:v>44711</c:v>
                </c:pt>
                <c:pt idx="737">
                  <c:v>44708</c:v>
                </c:pt>
                <c:pt idx="738">
                  <c:v>44707</c:v>
                </c:pt>
                <c:pt idx="739">
                  <c:v>44706</c:v>
                </c:pt>
                <c:pt idx="740">
                  <c:v>44705</c:v>
                </c:pt>
                <c:pt idx="741">
                  <c:v>44704</c:v>
                </c:pt>
                <c:pt idx="742">
                  <c:v>44701</c:v>
                </c:pt>
                <c:pt idx="743">
                  <c:v>44700</c:v>
                </c:pt>
                <c:pt idx="744">
                  <c:v>44699</c:v>
                </c:pt>
                <c:pt idx="745">
                  <c:v>44698</c:v>
                </c:pt>
                <c:pt idx="746">
                  <c:v>44697</c:v>
                </c:pt>
                <c:pt idx="747">
                  <c:v>44694</c:v>
                </c:pt>
                <c:pt idx="748">
                  <c:v>44693</c:v>
                </c:pt>
                <c:pt idx="749">
                  <c:v>44692</c:v>
                </c:pt>
                <c:pt idx="750">
                  <c:v>44691</c:v>
                </c:pt>
                <c:pt idx="751">
                  <c:v>44687</c:v>
                </c:pt>
                <c:pt idx="752">
                  <c:v>44686</c:v>
                </c:pt>
                <c:pt idx="753">
                  <c:v>44678</c:v>
                </c:pt>
                <c:pt idx="754">
                  <c:v>44677</c:v>
                </c:pt>
                <c:pt idx="755">
                  <c:v>44676</c:v>
                </c:pt>
                <c:pt idx="756">
                  <c:v>44673</c:v>
                </c:pt>
                <c:pt idx="757">
                  <c:v>44672</c:v>
                </c:pt>
                <c:pt idx="758">
                  <c:v>44671</c:v>
                </c:pt>
                <c:pt idx="759">
                  <c:v>44670</c:v>
                </c:pt>
                <c:pt idx="760">
                  <c:v>44665</c:v>
                </c:pt>
                <c:pt idx="761">
                  <c:v>44664</c:v>
                </c:pt>
                <c:pt idx="762">
                  <c:v>44663</c:v>
                </c:pt>
                <c:pt idx="763">
                  <c:v>44662</c:v>
                </c:pt>
                <c:pt idx="764">
                  <c:v>44659</c:v>
                </c:pt>
                <c:pt idx="765">
                  <c:v>44658</c:v>
                </c:pt>
                <c:pt idx="766">
                  <c:v>44657</c:v>
                </c:pt>
                <c:pt idx="767">
                  <c:v>44650</c:v>
                </c:pt>
                <c:pt idx="768">
                  <c:v>44649</c:v>
                </c:pt>
                <c:pt idx="769">
                  <c:v>44648</c:v>
                </c:pt>
                <c:pt idx="770">
                  <c:v>44645</c:v>
                </c:pt>
                <c:pt idx="771">
                  <c:v>44644</c:v>
                </c:pt>
                <c:pt idx="772">
                  <c:v>44643</c:v>
                </c:pt>
                <c:pt idx="773">
                  <c:v>44642</c:v>
                </c:pt>
                <c:pt idx="774">
                  <c:v>44641</c:v>
                </c:pt>
                <c:pt idx="775">
                  <c:v>44638</c:v>
                </c:pt>
                <c:pt idx="776">
                  <c:v>44637</c:v>
                </c:pt>
                <c:pt idx="777">
                  <c:v>44636</c:v>
                </c:pt>
                <c:pt idx="778">
                  <c:v>44635</c:v>
                </c:pt>
                <c:pt idx="779">
                  <c:v>44634</c:v>
                </c:pt>
                <c:pt idx="780">
                  <c:v>44631</c:v>
                </c:pt>
                <c:pt idx="781">
                  <c:v>44630</c:v>
                </c:pt>
                <c:pt idx="782">
                  <c:v>44629</c:v>
                </c:pt>
                <c:pt idx="783">
                  <c:v>44628</c:v>
                </c:pt>
                <c:pt idx="784">
                  <c:v>44627</c:v>
                </c:pt>
                <c:pt idx="785">
                  <c:v>44624</c:v>
                </c:pt>
                <c:pt idx="786">
                  <c:v>44623</c:v>
                </c:pt>
                <c:pt idx="787">
                  <c:v>44622</c:v>
                </c:pt>
                <c:pt idx="788">
                  <c:v>44621</c:v>
                </c:pt>
                <c:pt idx="789">
                  <c:v>44620</c:v>
                </c:pt>
                <c:pt idx="790">
                  <c:v>44617</c:v>
                </c:pt>
                <c:pt idx="791">
                  <c:v>44616</c:v>
                </c:pt>
                <c:pt idx="792">
                  <c:v>44615</c:v>
                </c:pt>
                <c:pt idx="793">
                  <c:v>44614</c:v>
                </c:pt>
                <c:pt idx="794">
                  <c:v>44613</c:v>
                </c:pt>
                <c:pt idx="795">
                  <c:v>44610</c:v>
                </c:pt>
                <c:pt idx="796">
                  <c:v>44609</c:v>
                </c:pt>
                <c:pt idx="797">
                  <c:v>44608</c:v>
                </c:pt>
                <c:pt idx="798">
                  <c:v>44607</c:v>
                </c:pt>
                <c:pt idx="799">
                  <c:v>44606</c:v>
                </c:pt>
                <c:pt idx="800">
                  <c:v>44603</c:v>
                </c:pt>
                <c:pt idx="801">
                  <c:v>44602</c:v>
                </c:pt>
                <c:pt idx="802">
                  <c:v>44601</c:v>
                </c:pt>
                <c:pt idx="803">
                  <c:v>44600</c:v>
                </c:pt>
                <c:pt idx="804">
                  <c:v>44599</c:v>
                </c:pt>
                <c:pt idx="805">
                  <c:v>44587</c:v>
                </c:pt>
                <c:pt idx="806">
                  <c:v>44586</c:v>
                </c:pt>
                <c:pt idx="807">
                  <c:v>44585</c:v>
                </c:pt>
                <c:pt idx="808">
                  <c:v>44582</c:v>
                </c:pt>
                <c:pt idx="809">
                  <c:v>44581</c:v>
                </c:pt>
                <c:pt idx="810">
                  <c:v>44580</c:v>
                </c:pt>
                <c:pt idx="811">
                  <c:v>44579</c:v>
                </c:pt>
                <c:pt idx="812">
                  <c:v>44578</c:v>
                </c:pt>
                <c:pt idx="813">
                  <c:v>44575</c:v>
                </c:pt>
                <c:pt idx="814">
                  <c:v>44574</c:v>
                </c:pt>
                <c:pt idx="815">
                  <c:v>44573</c:v>
                </c:pt>
                <c:pt idx="816">
                  <c:v>44572</c:v>
                </c:pt>
                <c:pt idx="817">
                  <c:v>44571</c:v>
                </c:pt>
                <c:pt idx="818">
                  <c:v>44568</c:v>
                </c:pt>
                <c:pt idx="819">
                  <c:v>44567</c:v>
                </c:pt>
                <c:pt idx="820">
                  <c:v>44566</c:v>
                </c:pt>
                <c:pt idx="821">
                  <c:v>44565</c:v>
                </c:pt>
                <c:pt idx="822">
                  <c:v>44558</c:v>
                </c:pt>
                <c:pt idx="823">
                  <c:v>44554</c:v>
                </c:pt>
                <c:pt idx="824">
                  <c:v>44553</c:v>
                </c:pt>
                <c:pt idx="825">
                  <c:v>44552</c:v>
                </c:pt>
                <c:pt idx="826">
                  <c:v>44551</c:v>
                </c:pt>
                <c:pt idx="827">
                  <c:v>44550</c:v>
                </c:pt>
                <c:pt idx="828">
                  <c:v>44547</c:v>
                </c:pt>
                <c:pt idx="829">
                  <c:v>44546</c:v>
                </c:pt>
                <c:pt idx="830">
                  <c:v>44545</c:v>
                </c:pt>
                <c:pt idx="831">
                  <c:v>44544</c:v>
                </c:pt>
                <c:pt idx="832">
                  <c:v>44543</c:v>
                </c:pt>
                <c:pt idx="833">
                  <c:v>44540</c:v>
                </c:pt>
                <c:pt idx="834">
                  <c:v>44539</c:v>
                </c:pt>
                <c:pt idx="835">
                  <c:v>44538</c:v>
                </c:pt>
                <c:pt idx="836">
                  <c:v>44537</c:v>
                </c:pt>
                <c:pt idx="837">
                  <c:v>44536</c:v>
                </c:pt>
                <c:pt idx="838">
                  <c:v>44533</c:v>
                </c:pt>
                <c:pt idx="839">
                  <c:v>44532</c:v>
                </c:pt>
                <c:pt idx="840">
                  <c:v>44531</c:v>
                </c:pt>
                <c:pt idx="841">
                  <c:v>44530</c:v>
                </c:pt>
                <c:pt idx="842">
                  <c:v>44529</c:v>
                </c:pt>
                <c:pt idx="843">
                  <c:v>44526</c:v>
                </c:pt>
                <c:pt idx="844">
                  <c:v>44525</c:v>
                </c:pt>
                <c:pt idx="845">
                  <c:v>44524</c:v>
                </c:pt>
                <c:pt idx="846">
                  <c:v>44523</c:v>
                </c:pt>
                <c:pt idx="847">
                  <c:v>44522</c:v>
                </c:pt>
                <c:pt idx="848">
                  <c:v>44519</c:v>
                </c:pt>
                <c:pt idx="849">
                  <c:v>44518</c:v>
                </c:pt>
                <c:pt idx="850">
                  <c:v>44517</c:v>
                </c:pt>
                <c:pt idx="851">
                  <c:v>44516</c:v>
                </c:pt>
                <c:pt idx="852">
                  <c:v>44515</c:v>
                </c:pt>
                <c:pt idx="853">
                  <c:v>44512</c:v>
                </c:pt>
                <c:pt idx="854">
                  <c:v>44511</c:v>
                </c:pt>
                <c:pt idx="855">
                  <c:v>44510</c:v>
                </c:pt>
                <c:pt idx="856">
                  <c:v>44509</c:v>
                </c:pt>
                <c:pt idx="857">
                  <c:v>44508</c:v>
                </c:pt>
                <c:pt idx="858">
                  <c:v>44505</c:v>
                </c:pt>
                <c:pt idx="859">
                  <c:v>44504</c:v>
                </c:pt>
                <c:pt idx="860">
                  <c:v>44503</c:v>
                </c:pt>
                <c:pt idx="861">
                  <c:v>44502</c:v>
                </c:pt>
                <c:pt idx="862">
                  <c:v>44501</c:v>
                </c:pt>
                <c:pt idx="863">
                  <c:v>44498</c:v>
                </c:pt>
                <c:pt idx="864">
                  <c:v>44497</c:v>
                </c:pt>
                <c:pt idx="865">
                  <c:v>44496</c:v>
                </c:pt>
                <c:pt idx="866">
                  <c:v>44495</c:v>
                </c:pt>
                <c:pt idx="867">
                  <c:v>44494</c:v>
                </c:pt>
                <c:pt idx="868">
                  <c:v>44491</c:v>
                </c:pt>
                <c:pt idx="869">
                  <c:v>44490</c:v>
                </c:pt>
                <c:pt idx="870">
                  <c:v>44489</c:v>
                </c:pt>
                <c:pt idx="871">
                  <c:v>44488</c:v>
                </c:pt>
                <c:pt idx="872">
                  <c:v>44487</c:v>
                </c:pt>
                <c:pt idx="873">
                  <c:v>44484</c:v>
                </c:pt>
                <c:pt idx="874">
                  <c:v>44481</c:v>
                </c:pt>
                <c:pt idx="875">
                  <c:v>44480</c:v>
                </c:pt>
                <c:pt idx="876">
                  <c:v>44477</c:v>
                </c:pt>
                <c:pt idx="877">
                  <c:v>44467</c:v>
                </c:pt>
                <c:pt idx="878">
                  <c:v>44466</c:v>
                </c:pt>
                <c:pt idx="879">
                  <c:v>44463</c:v>
                </c:pt>
                <c:pt idx="880">
                  <c:v>44462</c:v>
                </c:pt>
                <c:pt idx="881">
                  <c:v>44454</c:v>
                </c:pt>
                <c:pt idx="882">
                  <c:v>44453</c:v>
                </c:pt>
                <c:pt idx="883">
                  <c:v>44452</c:v>
                </c:pt>
                <c:pt idx="884">
                  <c:v>44449</c:v>
                </c:pt>
                <c:pt idx="885">
                  <c:v>44448</c:v>
                </c:pt>
                <c:pt idx="886">
                  <c:v>44447</c:v>
                </c:pt>
                <c:pt idx="887">
                  <c:v>44446</c:v>
                </c:pt>
                <c:pt idx="888">
                  <c:v>44445</c:v>
                </c:pt>
                <c:pt idx="889">
                  <c:v>44442</c:v>
                </c:pt>
                <c:pt idx="890">
                  <c:v>44441</c:v>
                </c:pt>
                <c:pt idx="891">
                  <c:v>44440</c:v>
                </c:pt>
                <c:pt idx="892">
                  <c:v>44439</c:v>
                </c:pt>
                <c:pt idx="893">
                  <c:v>44438</c:v>
                </c:pt>
                <c:pt idx="894">
                  <c:v>44435</c:v>
                </c:pt>
                <c:pt idx="895">
                  <c:v>44434</c:v>
                </c:pt>
                <c:pt idx="896">
                  <c:v>44433</c:v>
                </c:pt>
                <c:pt idx="897">
                  <c:v>44432</c:v>
                </c:pt>
                <c:pt idx="898">
                  <c:v>44431</c:v>
                </c:pt>
                <c:pt idx="899">
                  <c:v>44428</c:v>
                </c:pt>
                <c:pt idx="900">
                  <c:v>44427</c:v>
                </c:pt>
                <c:pt idx="901">
                  <c:v>44426</c:v>
                </c:pt>
                <c:pt idx="902">
                  <c:v>44425</c:v>
                </c:pt>
                <c:pt idx="903">
                  <c:v>44424</c:v>
                </c:pt>
                <c:pt idx="904">
                  <c:v>44421</c:v>
                </c:pt>
                <c:pt idx="905">
                  <c:v>44420</c:v>
                </c:pt>
                <c:pt idx="906">
                  <c:v>44419</c:v>
                </c:pt>
                <c:pt idx="907">
                  <c:v>44418</c:v>
                </c:pt>
                <c:pt idx="908">
                  <c:v>44417</c:v>
                </c:pt>
                <c:pt idx="909">
                  <c:v>44414</c:v>
                </c:pt>
                <c:pt idx="910">
                  <c:v>44413</c:v>
                </c:pt>
                <c:pt idx="911">
                  <c:v>44412</c:v>
                </c:pt>
                <c:pt idx="912">
                  <c:v>44411</c:v>
                </c:pt>
                <c:pt idx="913">
                  <c:v>44410</c:v>
                </c:pt>
                <c:pt idx="914">
                  <c:v>44407</c:v>
                </c:pt>
                <c:pt idx="915">
                  <c:v>44406</c:v>
                </c:pt>
                <c:pt idx="916">
                  <c:v>44405</c:v>
                </c:pt>
                <c:pt idx="917">
                  <c:v>44404</c:v>
                </c:pt>
                <c:pt idx="918">
                  <c:v>44403</c:v>
                </c:pt>
                <c:pt idx="919">
                  <c:v>44400</c:v>
                </c:pt>
                <c:pt idx="920">
                  <c:v>44399</c:v>
                </c:pt>
                <c:pt idx="921">
                  <c:v>44398</c:v>
                </c:pt>
                <c:pt idx="922">
                  <c:v>44397</c:v>
                </c:pt>
                <c:pt idx="923">
                  <c:v>44396</c:v>
                </c:pt>
                <c:pt idx="924">
                  <c:v>44393</c:v>
                </c:pt>
                <c:pt idx="925">
                  <c:v>44392</c:v>
                </c:pt>
                <c:pt idx="926">
                  <c:v>44391</c:v>
                </c:pt>
                <c:pt idx="927">
                  <c:v>44390</c:v>
                </c:pt>
                <c:pt idx="928">
                  <c:v>44389</c:v>
                </c:pt>
                <c:pt idx="929">
                  <c:v>44386</c:v>
                </c:pt>
                <c:pt idx="930">
                  <c:v>44385</c:v>
                </c:pt>
                <c:pt idx="931">
                  <c:v>44384</c:v>
                </c:pt>
                <c:pt idx="932">
                  <c:v>44383</c:v>
                </c:pt>
                <c:pt idx="933">
                  <c:v>44382</c:v>
                </c:pt>
                <c:pt idx="934">
                  <c:v>44379</c:v>
                </c:pt>
                <c:pt idx="935">
                  <c:v>44377</c:v>
                </c:pt>
                <c:pt idx="936">
                  <c:v>44376</c:v>
                </c:pt>
                <c:pt idx="937">
                  <c:v>44375</c:v>
                </c:pt>
                <c:pt idx="938">
                  <c:v>44372</c:v>
                </c:pt>
                <c:pt idx="939">
                  <c:v>44371</c:v>
                </c:pt>
                <c:pt idx="940">
                  <c:v>44370</c:v>
                </c:pt>
                <c:pt idx="941">
                  <c:v>44369</c:v>
                </c:pt>
                <c:pt idx="942">
                  <c:v>44368</c:v>
                </c:pt>
                <c:pt idx="943">
                  <c:v>44365</c:v>
                </c:pt>
                <c:pt idx="944">
                  <c:v>44364</c:v>
                </c:pt>
                <c:pt idx="945">
                  <c:v>44363</c:v>
                </c:pt>
                <c:pt idx="946">
                  <c:v>44362</c:v>
                </c:pt>
                <c:pt idx="947">
                  <c:v>44358</c:v>
                </c:pt>
                <c:pt idx="948">
                  <c:v>44357</c:v>
                </c:pt>
                <c:pt idx="949">
                  <c:v>44356</c:v>
                </c:pt>
                <c:pt idx="950">
                  <c:v>44355</c:v>
                </c:pt>
                <c:pt idx="951">
                  <c:v>44354</c:v>
                </c:pt>
                <c:pt idx="952">
                  <c:v>44351</c:v>
                </c:pt>
                <c:pt idx="953">
                  <c:v>44350</c:v>
                </c:pt>
                <c:pt idx="954">
                  <c:v>44349</c:v>
                </c:pt>
                <c:pt idx="955">
                  <c:v>44348</c:v>
                </c:pt>
                <c:pt idx="956">
                  <c:v>44347</c:v>
                </c:pt>
                <c:pt idx="957">
                  <c:v>44344</c:v>
                </c:pt>
                <c:pt idx="958">
                  <c:v>44343</c:v>
                </c:pt>
                <c:pt idx="959">
                  <c:v>44342</c:v>
                </c:pt>
                <c:pt idx="960">
                  <c:v>44341</c:v>
                </c:pt>
                <c:pt idx="961">
                  <c:v>44340</c:v>
                </c:pt>
                <c:pt idx="962">
                  <c:v>44337</c:v>
                </c:pt>
                <c:pt idx="963">
                  <c:v>44336</c:v>
                </c:pt>
                <c:pt idx="964">
                  <c:v>44334</c:v>
                </c:pt>
                <c:pt idx="965">
                  <c:v>44333</c:v>
                </c:pt>
                <c:pt idx="966">
                  <c:v>44330</c:v>
                </c:pt>
                <c:pt idx="967">
                  <c:v>44329</c:v>
                </c:pt>
                <c:pt idx="968">
                  <c:v>44328</c:v>
                </c:pt>
                <c:pt idx="969">
                  <c:v>44327</c:v>
                </c:pt>
                <c:pt idx="970">
                  <c:v>44326</c:v>
                </c:pt>
                <c:pt idx="971">
                  <c:v>44323</c:v>
                </c:pt>
                <c:pt idx="972">
                  <c:v>44322</c:v>
                </c:pt>
                <c:pt idx="973">
                  <c:v>44314</c:v>
                </c:pt>
                <c:pt idx="974">
                  <c:v>44313</c:v>
                </c:pt>
                <c:pt idx="975">
                  <c:v>44312</c:v>
                </c:pt>
                <c:pt idx="976">
                  <c:v>44309</c:v>
                </c:pt>
                <c:pt idx="977">
                  <c:v>44308</c:v>
                </c:pt>
                <c:pt idx="978">
                  <c:v>44307</c:v>
                </c:pt>
                <c:pt idx="979">
                  <c:v>44306</c:v>
                </c:pt>
                <c:pt idx="980">
                  <c:v>44305</c:v>
                </c:pt>
                <c:pt idx="981">
                  <c:v>44302</c:v>
                </c:pt>
                <c:pt idx="982">
                  <c:v>44301</c:v>
                </c:pt>
                <c:pt idx="983">
                  <c:v>44300</c:v>
                </c:pt>
                <c:pt idx="984">
                  <c:v>44299</c:v>
                </c:pt>
                <c:pt idx="985">
                  <c:v>44298</c:v>
                </c:pt>
                <c:pt idx="986">
                  <c:v>44295</c:v>
                </c:pt>
                <c:pt idx="987">
                  <c:v>44294</c:v>
                </c:pt>
                <c:pt idx="988">
                  <c:v>44293</c:v>
                </c:pt>
                <c:pt idx="989">
                  <c:v>44287</c:v>
                </c:pt>
                <c:pt idx="990">
                  <c:v>44286</c:v>
                </c:pt>
                <c:pt idx="991">
                  <c:v>44285</c:v>
                </c:pt>
                <c:pt idx="992">
                  <c:v>44284</c:v>
                </c:pt>
                <c:pt idx="993">
                  <c:v>44281</c:v>
                </c:pt>
                <c:pt idx="994">
                  <c:v>44280</c:v>
                </c:pt>
                <c:pt idx="995">
                  <c:v>44279</c:v>
                </c:pt>
                <c:pt idx="996">
                  <c:v>44278</c:v>
                </c:pt>
                <c:pt idx="997">
                  <c:v>44277</c:v>
                </c:pt>
                <c:pt idx="998">
                  <c:v>44274</c:v>
                </c:pt>
                <c:pt idx="999">
                  <c:v>44273</c:v>
                </c:pt>
                <c:pt idx="1000">
                  <c:v>44272</c:v>
                </c:pt>
                <c:pt idx="1001">
                  <c:v>44271</c:v>
                </c:pt>
                <c:pt idx="1002">
                  <c:v>44270</c:v>
                </c:pt>
                <c:pt idx="1003">
                  <c:v>44267</c:v>
                </c:pt>
                <c:pt idx="1004">
                  <c:v>44266</c:v>
                </c:pt>
                <c:pt idx="1005">
                  <c:v>44265</c:v>
                </c:pt>
                <c:pt idx="1006">
                  <c:v>44264</c:v>
                </c:pt>
                <c:pt idx="1007">
                  <c:v>44263</c:v>
                </c:pt>
                <c:pt idx="1008">
                  <c:v>44260</c:v>
                </c:pt>
                <c:pt idx="1009">
                  <c:v>44259</c:v>
                </c:pt>
                <c:pt idx="1010">
                  <c:v>44258</c:v>
                </c:pt>
                <c:pt idx="1011">
                  <c:v>44257</c:v>
                </c:pt>
                <c:pt idx="1012">
                  <c:v>44256</c:v>
                </c:pt>
                <c:pt idx="1013">
                  <c:v>44253</c:v>
                </c:pt>
                <c:pt idx="1014">
                  <c:v>44252</c:v>
                </c:pt>
                <c:pt idx="1015">
                  <c:v>44251</c:v>
                </c:pt>
                <c:pt idx="1016">
                  <c:v>44250</c:v>
                </c:pt>
                <c:pt idx="1017">
                  <c:v>44249</c:v>
                </c:pt>
                <c:pt idx="1018">
                  <c:v>44246</c:v>
                </c:pt>
                <c:pt idx="1019">
                  <c:v>44245</c:v>
                </c:pt>
                <c:pt idx="1020">
                  <c:v>44235</c:v>
                </c:pt>
                <c:pt idx="1021">
                  <c:v>44232</c:v>
                </c:pt>
                <c:pt idx="1022">
                  <c:v>44231</c:v>
                </c:pt>
                <c:pt idx="1023">
                  <c:v>44230</c:v>
                </c:pt>
                <c:pt idx="1024">
                  <c:v>44229</c:v>
                </c:pt>
                <c:pt idx="1025">
                  <c:v>44228</c:v>
                </c:pt>
                <c:pt idx="1026">
                  <c:v>44225</c:v>
                </c:pt>
                <c:pt idx="1027">
                  <c:v>44224</c:v>
                </c:pt>
                <c:pt idx="1028">
                  <c:v>44223</c:v>
                </c:pt>
                <c:pt idx="1029">
                  <c:v>44222</c:v>
                </c:pt>
                <c:pt idx="1030">
                  <c:v>44221</c:v>
                </c:pt>
                <c:pt idx="1031">
                  <c:v>44218</c:v>
                </c:pt>
                <c:pt idx="1032">
                  <c:v>44217</c:v>
                </c:pt>
                <c:pt idx="1033">
                  <c:v>44216</c:v>
                </c:pt>
                <c:pt idx="1034">
                  <c:v>44215</c:v>
                </c:pt>
                <c:pt idx="1035">
                  <c:v>44214</c:v>
                </c:pt>
                <c:pt idx="1036">
                  <c:v>44211</c:v>
                </c:pt>
                <c:pt idx="1037">
                  <c:v>44210</c:v>
                </c:pt>
                <c:pt idx="1038">
                  <c:v>44209</c:v>
                </c:pt>
                <c:pt idx="1039">
                  <c:v>44208</c:v>
                </c:pt>
                <c:pt idx="1040">
                  <c:v>44207</c:v>
                </c:pt>
                <c:pt idx="1041">
                  <c:v>44204</c:v>
                </c:pt>
                <c:pt idx="1042">
                  <c:v>44203</c:v>
                </c:pt>
                <c:pt idx="1043">
                  <c:v>44202</c:v>
                </c:pt>
                <c:pt idx="1044">
                  <c:v>44201</c:v>
                </c:pt>
                <c:pt idx="1045">
                  <c:v>44200</c:v>
                </c:pt>
                <c:pt idx="1046">
                  <c:v>44196</c:v>
                </c:pt>
                <c:pt idx="1047">
                  <c:v>44195</c:v>
                </c:pt>
                <c:pt idx="1048">
                  <c:v>44194</c:v>
                </c:pt>
                <c:pt idx="1049">
                  <c:v>44193</c:v>
                </c:pt>
                <c:pt idx="1050">
                  <c:v>44189</c:v>
                </c:pt>
                <c:pt idx="1051">
                  <c:v>44188</c:v>
                </c:pt>
                <c:pt idx="1052">
                  <c:v>44187</c:v>
                </c:pt>
                <c:pt idx="1053">
                  <c:v>44186</c:v>
                </c:pt>
                <c:pt idx="1054">
                  <c:v>44183</c:v>
                </c:pt>
                <c:pt idx="1055">
                  <c:v>44182</c:v>
                </c:pt>
                <c:pt idx="1056">
                  <c:v>44181</c:v>
                </c:pt>
                <c:pt idx="1057">
                  <c:v>44180</c:v>
                </c:pt>
                <c:pt idx="1058">
                  <c:v>44179</c:v>
                </c:pt>
                <c:pt idx="1059">
                  <c:v>44176</c:v>
                </c:pt>
                <c:pt idx="1060">
                  <c:v>44175</c:v>
                </c:pt>
                <c:pt idx="1061">
                  <c:v>44174</c:v>
                </c:pt>
                <c:pt idx="1062">
                  <c:v>44173</c:v>
                </c:pt>
                <c:pt idx="1063">
                  <c:v>44172</c:v>
                </c:pt>
                <c:pt idx="1064">
                  <c:v>44169</c:v>
                </c:pt>
                <c:pt idx="1065">
                  <c:v>44168</c:v>
                </c:pt>
                <c:pt idx="1066">
                  <c:v>44167</c:v>
                </c:pt>
                <c:pt idx="1067">
                  <c:v>44166</c:v>
                </c:pt>
                <c:pt idx="1068">
                  <c:v>44165</c:v>
                </c:pt>
                <c:pt idx="1069">
                  <c:v>44162</c:v>
                </c:pt>
                <c:pt idx="1070">
                  <c:v>44161</c:v>
                </c:pt>
                <c:pt idx="1071">
                  <c:v>44160</c:v>
                </c:pt>
                <c:pt idx="1072">
                  <c:v>44159</c:v>
                </c:pt>
                <c:pt idx="1073">
                  <c:v>44158</c:v>
                </c:pt>
                <c:pt idx="1074">
                  <c:v>44155</c:v>
                </c:pt>
                <c:pt idx="1075">
                  <c:v>44154</c:v>
                </c:pt>
                <c:pt idx="1076">
                  <c:v>44153</c:v>
                </c:pt>
                <c:pt idx="1077">
                  <c:v>44152</c:v>
                </c:pt>
                <c:pt idx="1078">
                  <c:v>44151</c:v>
                </c:pt>
                <c:pt idx="1079">
                  <c:v>44148</c:v>
                </c:pt>
                <c:pt idx="1080">
                  <c:v>44147</c:v>
                </c:pt>
                <c:pt idx="1081">
                  <c:v>44146</c:v>
                </c:pt>
                <c:pt idx="1082">
                  <c:v>44145</c:v>
                </c:pt>
                <c:pt idx="1083">
                  <c:v>44144</c:v>
                </c:pt>
                <c:pt idx="1084">
                  <c:v>44141</c:v>
                </c:pt>
                <c:pt idx="1085">
                  <c:v>44140</c:v>
                </c:pt>
                <c:pt idx="1086">
                  <c:v>44139</c:v>
                </c:pt>
                <c:pt idx="1087">
                  <c:v>44138</c:v>
                </c:pt>
                <c:pt idx="1088">
                  <c:v>44137</c:v>
                </c:pt>
                <c:pt idx="1089">
                  <c:v>44134</c:v>
                </c:pt>
                <c:pt idx="1090">
                  <c:v>44133</c:v>
                </c:pt>
                <c:pt idx="1091">
                  <c:v>44132</c:v>
                </c:pt>
                <c:pt idx="1092">
                  <c:v>44131</c:v>
                </c:pt>
                <c:pt idx="1093">
                  <c:v>44127</c:v>
                </c:pt>
                <c:pt idx="1094">
                  <c:v>44126</c:v>
                </c:pt>
                <c:pt idx="1095">
                  <c:v>44125</c:v>
                </c:pt>
                <c:pt idx="1096">
                  <c:v>44124</c:v>
                </c:pt>
                <c:pt idx="1097">
                  <c:v>44123</c:v>
                </c:pt>
                <c:pt idx="1098">
                  <c:v>44120</c:v>
                </c:pt>
                <c:pt idx="1099">
                  <c:v>44119</c:v>
                </c:pt>
                <c:pt idx="1100">
                  <c:v>44118</c:v>
                </c:pt>
                <c:pt idx="1101">
                  <c:v>44116</c:v>
                </c:pt>
                <c:pt idx="1102">
                  <c:v>44113</c:v>
                </c:pt>
                <c:pt idx="1103">
                  <c:v>44102</c:v>
                </c:pt>
                <c:pt idx="1104">
                  <c:v>44099</c:v>
                </c:pt>
                <c:pt idx="1105">
                  <c:v>44098</c:v>
                </c:pt>
                <c:pt idx="1106">
                  <c:v>44097</c:v>
                </c:pt>
                <c:pt idx="1107">
                  <c:v>44096</c:v>
                </c:pt>
                <c:pt idx="1108">
                  <c:v>44095</c:v>
                </c:pt>
                <c:pt idx="1109">
                  <c:v>44092</c:v>
                </c:pt>
                <c:pt idx="1110">
                  <c:v>44091</c:v>
                </c:pt>
                <c:pt idx="1111">
                  <c:v>44090</c:v>
                </c:pt>
                <c:pt idx="1112">
                  <c:v>44089</c:v>
                </c:pt>
                <c:pt idx="1113">
                  <c:v>44088</c:v>
                </c:pt>
                <c:pt idx="1114">
                  <c:v>44085</c:v>
                </c:pt>
                <c:pt idx="1115">
                  <c:v>44084</c:v>
                </c:pt>
                <c:pt idx="1116">
                  <c:v>44083</c:v>
                </c:pt>
                <c:pt idx="1117">
                  <c:v>44082</c:v>
                </c:pt>
                <c:pt idx="1118">
                  <c:v>44081</c:v>
                </c:pt>
                <c:pt idx="1119">
                  <c:v>44078</c:v>
                </c:pt>
                <c:pt idx="1120">
                  <c:v>44077</c:v>
                </c:pt>
                <c:pt idx="1121">
                  <c:v>44076</c:v>
                </c:pt>
                <c:pt idx="1122">
                  <c:v>44075</c:v>
                </c:pt>
                <c:pt idx="1123">
                  <c:v>44074</c:v>
                </c:pt>
                <c:pt idx="1124">
                  <c:v>44071</c:v>
                </c:pt>
                <c:pt idx="1125">
                  <c:v>44070</c:v>
                </c:pt>
                <c:pt idx="1126">
                  <c:v>44069</c:v>
                </c:pt>
                <c:pt idx="1127">
                  <c:v>44068</c:v>
                </c:pt>
                <c:pt idx="1128">
                  <c:v>44067</c:v>
                </c:pt>
                <c:pt idx="1129">
                  <c:v>44064</c:v>
                </c:pt>
                <c:pt idx="1130">
                  <c:v>44063</c:v>
                </c:pt>
                <c:pt idx="1131">
                  <c:v>44062</c:v>
                </c:pt>
                <c:pt idx="1132">
                  <c:v>44061</c:v>
                </c:pt>
                <c:pt idx="1133">
                  <c:v>44060</c:v>
                </c:pt>
                <c:pt idx="1134">
                  <c:v>44057</c:v>
                </c:pt>
                <c:pt idx="1135">
                  <c:v>44056</c:v>
                </c:pt>
                <c:pt idx="1136">
                  <c:v>44055</c:v>
                </c:pt>
                <c:pt idx="1137">
                  <c:v>44054</c:v>
                </c:pt>
                <c:pt idx="1138">
                  <c:v>44053</c:v>
                </c:pt>
                <c:pt idx="1139">
                  <c:v>44050</c:v>
                </c:pt>
                <c:pt idx="1140">
                  <c:v>44049</c:v>
                </c:pt>
                <c:pt idx="1141">
                  <c:v>44048</c:v>
                </c:pt>
                <c:pt idx="1142">
                  <c:v>44047</c:v>
                </c:pt>
                <c:pt idx="1143">
                  <c:v>44046</c:v>
                </c:pt>
                <c:pt idx="1144">
                  <c:v>44043</c:v>
                </c:pt>
                <c:pt idx="1145">
                  <c:v>44042</c:v>
                </c:pt>
                <c:pt idx="1146">
                  <c:v>44041</c:v>
                </c:pt>
                <c:pt idx="1147">
                  <c:v>44040</c:v>
                </c:pt>
                <c:pt idx="1148">
                  <c:v>44039</c:v>
                </c:pt>
                <c:pt idx="1149">
                  <c:v>44036</c:v>
                </c:pt>
                <c:pt idx="1150">
                  <c:v>44035</c:v>
                </c:pt>
                <c:pt idx="1151">
                  <c:v>44034</c:v>
                </c:pt>
                <c:pt idx="1152">
                  <c:v>44033</c:v>
                </c:pt>
                <c:pt idx="1153">
                  <c:v>44032</c:v>
                </c:pt>
                <c:pt idx="1154">
                  <c:v>44029</c:v>
                </c:pt>
                <c:pt idx="1155">
                  <c:v>44028</c:v>
                </c:pt>
                <c:pt idx="1156">
                  <c:v>44027</c:v>
                </c:pt>
                <c:pt idx="1157">
                  <c:v>44026</c:v>
                </c:pt>
                <c:pt idx="1158">
                  <c:v>44025</c:v>
                </c:pt>
                <c:pt idx="1159">
                  <c:v>44022</c:v>
                </c:pt>
                <c:pt idx="1160">
                  <c:v>44021</c:v>
                </c:pt>
                <c:pt idx="1161">
                  <c:v>44020</c:v>
                </c:pt>
                <c:pt idx="1162">
                  <c:v>44019</c:v>
                </c:pt>
                <c:pt idx="1163">
                  <c:v>44018</c:v>
                </c:pt>
                <c:pt idx="1164">
                  <c:v>44015</c:v>
                </c:pt>
                <c:pt idx="1165">
                  <c:v>44014</c:v>
                </c:pt>
                <c:pt idx="1166">
                  <c:v>44012</c:v>
                </c:pt>
                <c:pt idx="1167">
                  <c:v>44011</c:v>
                </c:pt>
                <c:pt idx="1168">
                  <c:v>44004</c:v>
                </c:pt>
                <c:pt idx="1169">
                  <c:v>44001</c:v>
                </c:pt>
                <c:pt idx="1170">
                  <c:v>44000</c:v>
                </c:pt>
                <c:pt idx="1171">
                  <c:v>43999</c:v>
                </c:pt>
                <c:pt idx="1172">
                  <c:v>43998</c:v>
                </c:pt>
                <c:pt idx="1173">
                  <c:v>43997</c:v>
                </c:pt>
                <c:pt idx="1174">
                  <c:v>43994</c:v>
                </c:pt>
                <c:pt idx="1175">
                  <c:v>43993</c:v>
                </c:pt>
                <c:pt idx="1176">
                  <c:v>43992</c:v>
                </c:pt>
                <c:pt idx="1177">
                  <c:v>43991</c:v>
                </c:pt>
                <c:pt idx="1178">
                  <c:v>43990</c:v>
                </c:pt>
                <c:pt idx="1179">
                  <c:v>43987</c:v>
                </c:pt>
                <c:pt idx="1180">
                  <c:v>43986</c:v>
                </c:pt>
                <c:pt idx="1181">
                  <c:v>43985</c:v>
                </c:pt>
                <c:pt idx="1182">
                  <c:v>43984</c:v>
                </c:pt>
                <c:pt idx="1183">
                  <c:v>43983</c:v>
                </c:pt>
                <c:pt idx="1184">
                  <c:v>43980</c:v>
                </c:pt>
                <c:pt idx="1185">
                  <c:v>43979</c:v>
                </c:pt>
                <c:pt idx="1186">
                  <c:v>43978</c:v>
                </c:pt>
                <c:pt idx="1187">
                  <c:v>43977</c:v>
                </c:pt>
                <c:pt idx="1188">
                  <c:v>43976</c:v>
                </c:pt>
                <c:pt idx="1189">
                  <c:v>43973</c:v>
                </c:pt>
                <c:pt idx="1190">
                  <c:v>43972</c:v>
                </c:pt>
                <c:pt idx="1191">
                  <c:v>43971</c:v>
                </c:pt>
                <c:pt idx="1192">
                  <c:v>43970</c:v>
                </c:pt>
                <c:pt idx="1193">
                  <c:v>43969</c:v>
                </c:pt>
                <c:pt idx="1194">
                  <c:v>43966</c:v>
                </c:pt>
                <c:pt idx="1195">
                  <c:v>43965</c:v>
                </c:pt>
                <c:pt idx="1196">
                  <c:v>43964</c:v>
                </c:pt>
                <c:pt idx="1197">
                  <c:v>43963</c:v>
                </c:pt>
                <c:pt idx="1198">
                  <c:v>43962</c:v>
                </c:pt>
                <c:pt idx="1199">
                  <c:v>43959</c:v>
                </c:pt>
                <c:pt idx="1200">
                  <c:v>43958</c:v>
                </c:pt>
                <c:pt idx="1201">
                  <c:v>43957</c:v>
                </c:pt>
                <c:pt idx="1202">
                  <c:v>43948</c:v>
                </c:pt>
                <c:pt idx="1203">
                  <c:v>43945</c:v>
                </c:pt>
                <c:pt idx="1204">
                  <c:v>43944</c:v>
                </c:pt>
                <c:pt idx="1205">
                  <c:v>43943</c:v>
                </c:pt>
                <c:pt idx="1206">
                  <c:v>43942</c:v>
                </c:pt>
                <c:pt idx="1207">
                  <c:v>43941</c:v>
                </c:pt>
                <c:pt idx="1208">
                  <c:v>43938</c:v>
                </c:pt>
                <c:pt idx="1209">
                  <c:v>43937</c:v>
                </c:pt>
                <c:pt idx="1210">
                  <c:v>43936</c:v>
                </c:pt>
                <c:pt idx="1211">
                  <c:v>43935</c:v>
                </c:pt>
                <c:pt idx="1212">
                  <c:v>43930</c:v>
                </c:pt>
                <c:pt idx="1213">
                  <c:v>43929</c:v>
                </c:pt>
                <c:pt idx="1214">
                  <c:v>43928</c:v>
                </c:pt>
                <c:pt idx="1215">
                  <c:v>43922</c:v>
                </c:pt>
                <c:pt idx="1216">
                  <c:v>43921</c:v>
                </c:pt>
                <c:pt idx="1217">
                  <c:v>43920</c:v>
                </c:pt>
                <c:pt idx="1218">
                  <c:v>43917</c:v>
                </c:pt>
                <c:pt idx="1219">
                  <c:v>43916</c:v>
                </c:pt>
                <c:pt idx="1220">
                  <c:v>43915</c:v>
                </c:pt>
                <c:pt idx="1221">
                  <c:v>43914</c:v>
                </c:pt>
                <c:pt idx="1222">
                  <c:v>43913</c:v>
                </c:pt>
                <c:pt idx="1223">
                  <c:v>43910</c:v>
                </c:pt>
                <c:pt idx="1224">
                  <c:v>43909</c:v>
                </c:pt>
                <c:pt idx="1225">
                  <c:v>43908</c:v>
                </c:pt>
                <c:pt idx="1226">
                  <c:v>43907</c:v>
                </c:pt>
                <c:pt idx="1227">
                  <c:v>43906</c:v>
                </c:pt>
                <c:pt idx="1228">
                  <c:v>43903</c:v>
                </c:pt>
                <c:pt idx="1229">
                  <c:v>43902</c:v>
                </c:pt>
                <c:pt idx="1230">
                  <c:v>43901</c:v>
                </c:pt>
                <c:pt idx="1231">
                  <c:v>43900</c:v>
                </c:pt>
                <c:pt idx="1232">
                  <c:v>43899</c:v>
                </c:pt>
                <c:pt idx="1233">
                  <c:v>43896</c:v>
                </c:pt>
                <c:pt idx="1234">
                  <c:v>43895</c:v>
                </c:pt>
                <c:pt idx="1235">
                  <c:v>43894</c:v>
                </c:pt>
                <c:pt idx="1236">
                  <c:v>43893</c:v>
                </c:pt>
                <c:pt idx="1237">
                  <c:v>43892</c:v>
                </c:pt>
                <c:pt idx="1238">
                  <c:v>43889</c:v>
                </c:pt>
                <c:pt idx="1239">
                  <c:v>43888</c:v>
                </c:pt>
                <c:pt idx="1240">
                  <c:v>43887</c:v>
                </c:pt>
                <c:pt idx="1241">
                  <c:v>43886</c:v>
                </c:pt>
                <c:pt idx="1242">
                  <c:v>43885</c:v>
                </c:pt>
                <c:pt idx="1243">
                  <c:v>43882</c:v>
                </c:pt>
                <c:pt idx="1244">
                  <c:v>43881</c:v>
                </c:pt>
                <c:pt idx="1245">
                  <c:v>43880</c:v>
                </c:pt>
                <c:pt idx="1246">
                  <c:v>43879</c:v>
                </c:pt>
                <c:pt idx="1247">
                  <c:v>43878</c:v>
                </c:pt>
                <c:pt idx="1248">
                  <c:v>43875</c:v>
                </c:pt>
                <c:pt idx="1249">
                  <c:v>43874</c:v>
                </c:pt>
                <c:pt idx="1250">
                  <c:v>43873</c:v>
                </c:pt>
                <c:pt idx="1251">
                  <c:v>43872</c:v>
                </c:pt>
                <c:pt idx="1252">
                  <c:v>43871</c:v>
                </c:pt>
                <c:pt idx="1253">
                  <c:v>43868</c:v>
                </c:pt>
                <c:pt idx="1254">
                  <c:v>43867</c:v>
                </c:pt>
                <c:pt idx="1255">
                  <c:v>43866</c:v>
                </c:pt>
                <c:pt idx="1256">
                  <c:v>43865</c:v>
                </c:pt>
                <c:pt idx="1257">
                  <c:v>43864</c:v>
                </c:pt>
                <c:pt idx="1258">
                  <c:v>43851</c:v>
                </c:pt>
                <c:pt idx="1259">
                  <c:v>43850</c:v>
                </c:pt>
                <c:pt idx="1260">
                  <c:v>43847</c:v>
                </c:pt>
                <c:pt idx="1261">
                  <c:v>43846</c:v>
                </c:pt>
                <c:pt idx="1262">
                  <c:v>43845</c:v>
                </c:pt>
                <c:pt idx="1263">
                  <c:v>43844</c:v>
                </c:pt>
                <c:pt idx="1264">
                  <c:v>43843</c:v>
                </c:pt>
                <c:pt idx="1265">
                  <c:v>43840</c:v>
                </c:pt>
                <c:pt idx="1266">
                  <c:v>43839</c:v>
                </c:pt>
                <c:pt idx="1267">
                  <c:v>43838</c:v>
                </c:pt>
                <c:pt idx="1268">
                  <c:v>43837</c:v>
                </c:pt>
                <c:pt idx="1269">
                  <c:v>43836</c:v>
                </c:pt>
                <c:pt idx="1270">
                  <c:v>43833</c:v>
                </c:pt>
                <c:pt idx="1271">
                  <c:v>43832</c:v>
                </c:pt>
                <c:pt idx="1272">
                  <c:v>43830</c:v>
                </c:pt>
                <c:pt idx="1273">
                  <c:v>43829</c:v>
                </c:pt>
                <c:pt idx="1274">
                  <c:v>43826</c:v>
                </c:pt>
                <c:pt idx="1275">
                  <c:v>43823</c:v>
                </c:pt>
                <c:pt idx="1276">
                  <c:v>43822</c:v>
                </c:pt>
                <c:pt idx="1277">
                  <c:v>43819</c:v>
                </c:pt>
                <c:pt idx="1278">
                  <c:v>43818</c:v>
                </c:pt>
                <c:pt idx="1279">
                  <c:v>43817</c:v>
                </c:pt>
                <c:pt idx="1280">
                  <c:v>43816</c:v>
                </c:pt>
                <c:pt idx="1281">
                  <c:v>43815</c:v>
                </c:pt>
                <c:pt idx="1282">
                  <c:v>43812</c:v>
                </c:pt>
                <c:pt idx="1283">
                  <c:v>43811</c:v>
                </c:pt>
                <c:pt idx="1284">
                  <c:v>43810</c:v>
                </c:pt>
                <c:pt idx="1285">
                  <c:v>43809</c:v>
                </c:pt>
                <c:pt idx="1286">
                  <c:v>43808</c:v>
                </c:pt>
                <c:pt idx="1287">
                  <c:v>43805</c:v>
                </c:pt>
                <c:pt idx="1288">
                  <c:v>43804</c:v>
                </c:pt>
                <c:pt idx="1289">
                  <c:v>43803</c:v>
                </c:pt>
                <c:pt idx="1290">
                  <c:v>43802</c:v>
                </c:pt>
                <c:pt idx="1291">
                  <c:v>43801</c:v>
                </c:pt>
                <c:pt idx="1292">
                  <c:v>43798</c:v>
                </c:pt>
                <c:pt idx="1293">
                  <c:v>43797</c:v>
                </c:pt>
                <c:pt idx="1294">
                  <c:v>43796</c:v>
                </c:pt>
                <c:pt idx="1295">
                  <c:v>43795</c:v>
                </c:pt>
                <c:pt idx="1296">
                  <c:v>43794</c:v>
                </c:pt>
                <c:pt idx="1297">
                  <c:v>43791</c:v>
                </c:pt>
                <c:pt idx="1298">
                  <c:v>43790</c:v>
                </c:pt>
                <c:pt idx="1299">
                  <c:v>43789</c:v>
                </c:pt>
                <c:pt idx="1300">
                  <c:v>43788</c:v>
                </c:pt>
                <c:pt idx="1301">
                  <c:v>43787</c:v>
                </c:pt>
                <c:pt idx="1302">
                  <c:v>43784</c:v>
                </c:pt>
                <c:pt idx="1303">
                  <c:v>43783</c:v>
                </c:pt>
                <c:pt idx="1304">
                  <c:v>43782</c:v>
                </c:pt>
                <c:pt idx="1305">
                  <c:v>43781</c:v>
                </c:pt>
                <c:pt idx="1306">
                  <c:v>43780</c:v>
                </c:pt>
                <c:pt idx="1307">
                  <c:v>43777</c:v>
                </c:pt>
                <c:pt idx="1308">
                  <c:v>43776</c:v>
                </c:pt>
                <c:pt idx="1309">
                  <c:v>43775</c:v>
                </c:pt>
                <c:pt idx="1310">
                  <c:v>43774</c:v>
                </c:pt>
                <c:pt idx="1311">
                  <c:v>43773</c:v>
                </c:pt>
                <c:pt idx="1312">
                  <c:v>43770</c:v>
                </c:pt>
                <c:pt idx="1313">
                  <c:v>43769</c:v>
                </c:pt>
                <c:pt idx="1314">
                  <c:v>43768</c:v>
                </c:pt>
                <c:pt idx="1315">
                  <c:v>43767</c:v>
                </c:pt>
                <c:pt idx="1316">
                  <c:v>43766</c:v>
                </c:pt>
                <c:pt idx="1317">
                  <c:v>43763</c:v>
                </c:pt>
                <c:pt idx="1318">
                  <c:v>43762</c:v>
                </c:pt>
                <c:pt idx="1319">
                  <c:v>43761</c:v>
                </c:pt>
                <c:pt idx="1320">
                  <c:v>43760</c:v>
                </c:pt>
                <c:pt idx="1321">
                  <c:v>43759</c:v>
                </c:pt>
                <c:pt idx="1322">
                  <c:v>43756</c:v>
                </c:pt>
                <c:pt idx="1323">
                  <c:v>43755</c:v>
                </c:pt>
                <c:pt idx="1324">
                  <c:v>43754</c:v>
                </c:pt>
                <c:pt idx="1325">
                  <c:v>43753</c:v>
                </c:pt>
                <c:pt idx="1326">
                  <c:v>43752</c:v>
                </c:pt>
                <c:pt idx="1327">
                  <c:v>43749</c:v>
                </c:pt>
                <c:pt idx="1328">
                  <c:v>43748</c:v>
                </c:pt>
                <c:pt idx="1329">
                  <c:v>43747</c:v>
                </c:pt>
                <c:pt idx="1330">
                  <c:v>43746</c:v>
                </c:pt>
                <c:pt idx="1331">
                  <c:v>43734</c:v>
                </c:pt>
                <c:pt idx="1332">
                  <c:v>43733</c:v>
                </c:pt>
                <c:pt idx="1333">
                  <c:v>43732</c:v>
                </c:pt>
                <c:pt idx="1334">
                  <c:v>43731</c:v>
                </c:pt>
                <c:pt idx="1335">
                  <c:v>43728</c:v>
                </c:pt>
                <c:pt idx="1336">
                  <c:v>43727</c:v>
                </c:pt>
                <c:pt idx="1337">
                  <c:v>43726</c:v>
                </c:pt>
                <c:pt idx="1338">
                  <c:v>43725</c:v>
                </c:pt>
                <c:pt idx="1339">
                  <c:v>43724</c:v>
                </c:pt>
                <c:pt idx="1340">
                  <c:v>43718</c:v>
                </c:pt>
                <c:pt idx="1341">
                  <c:v>43717</c:v>
                </c:pt>
                <c:pt idx="1342">
                  <c:v>43714</c:v>
                </c:pt>
                <c:pt idx="1343">
                  <c:v>43713</c:v>
                </c:pt>
                <c:pt idx="1344">
                  <c:v>43712</c:v>
                </c:pt>
                <c:pt idx="1345">
                  <c:v>43711</c:v>
                </c:pt>
                <c:pt idx="1346">
                  <c:v>43710</c:v>
                </c:pt>
                <c:pt idx="1347">
                  <c:v>43707</c:v>
                </c:pt>
                <c:pt idx="1348">
                  <c:v>43706</c:v>
                </c:pt>
                <c:pt idx="1349">
                  <c:v>43705</c:v>
                </c:pt>
                <c:pt idx="1350">
                  <c:v>43704</c:v>
                </c:pt>
                <c:pt idx="1351">
                  <c:v>43703</c:v>
                </c:pt>
                <c:pt idx="1352">
                  <c:v>43700</c:v>
                </c:pt>
                <c:pt idx="1353">
                  <c:v>43699</c:v>
                </c:pt>
                <c:pt idx="1354">
                  <c:v>43698</c:v>
                </c:pt>
                <c:pt idx="1355">
                  <c:v>43697</c:v>
                </c:pt>
                <c:pt idx="1356">
                  <c:v>43696</c:v>
                </c:pt>
                <c:pt idx="1357">
                  <c:v>43693</c:v>
                </c:pt>
                <c:pt idx="1358">
                  <c:v>43692</c:v>
                </c:pt>
                <c:pt idx="1359">
                  <c:v>43691</c:v>
                </c:pt>
                <c:pt idx="1360">
                  <c:v>43690</c:v>
                </c:pt>
                <c:pt idx="1361">
                  <c:v>43689</c:v>
                </c:pt>
                <c:pt idx="1362">
                  <c:v>43686</c:v>
                </c:pt>
                <c:pt idx="1363">
                  <c:v>43685</c:v>
                </c:pt>
                <c:pt idx="1364">
                  <c:v>43684</c:v>
                </c:pt>
                <c:pt idx="1365">
                  <c:v>43683</c:v>
                </c:pt>
                <c:pt idx="1366">
                  <c:v>43682</c:v>
                </c:pt>
                <c:pt idx="1367">
                  <c:v>43679</c:v>
                </c:pt>
                <c:pt idx="1368">
                  <c:v>43678</c:v>
                </c:pt>
                <c:pt idx="1369">
                  <c:v>43677</c:v>
                </c:pt>
                <c:pt idx="1370">
                  <c:v>43676</c:v>
                </c:pt>
                <c:pt idx="1371">
                  <c:v>43675</c:v>
                </c:pt>
                <c:pt idx="1372">
                  <c:v>43672</c:v>
                </c:pt>
                <c:pt idx="1373">
                  <c:v>43671</c:v>
                </c:pt>
                <c:pt idx="1374">
                  <c:v>43670</c:v>
                </c:pt>
                <c:pt idx="1375">
                  <c:v>43669</c:v>
                </c:pt>
                <c:pt idx="1376">
                  <c:v>43668</c:v>
                </c:pt>
                <c:pt idx="1377">
                  <c:v>43665</c:v>
                </c:pt>
                <c:pt idx="1378">
                  <c:v>43664</c:v>
                </c:pt>
                <c:pt idx="1379">
                  <c:v>43663</c:v>
                </c:pt>
                <c:pt idx="1380">
                  <c:v>43662</c:v>
                </c:pt>
                <c:pt idx="1381">
                  <c:v>43661</c:v>
                </c:pt>
                <c:pt idx="1382">
                  <c:v>43658</c:v>
                </c:pt>
                <c:pt idx="1383">
                  <c:v>43657</c:v>
                </c:pt>
                <c:pt idx="1384">
                  <c:v>43656</c:v>
                </c:pt>
                <c:pt idx="1385">
                  <c:v>43655</c:v>
                </c:pt>
                <c:pt idx="1386">
                  <c:v>43654</c:v>
                </c:pt>
                <c:pt idx="1387">
                  <c:v>43651</c:v>
                </c:pt>
                <c:pt idx="1388">
                  <c:v>43650</c:v>
                </c:pt>
                <c:pt idx="1389">
                  <c:v>43649</c:v>
                </c:pt>
                <c:pt idx="1390">
                  <c:v>43648</c:v>
                </c:pt>
                <c:pt idx="1391">
                  <c:v>43644</c:v>
                </c:pt>
                <c:pt idx="1392">
                  <c:v>43643</c:v>
                </c:pt>
                <c:pt idx="1393">
                  <c:v>43642</c:v>
                </c:pt>
                <c:pt idx="1394">
                  <c:v>43641</c:v>
                </c:pt>
                <c:pt idx="1395">
                  <c:v>43640</c:v>
                </c:pt>
                <c:pt idx="1396">
                  <c:v>43637</c:v>
                </c:pt>
                <c:pt idx="1397">
                  <c:v>43636</c:v>
                </c:pt>
                <c:pt idx="1398">
                  <c:v>43635</c:v>
                </c:pt>
                <c:pt idx="1399">
                  <c:v>43634</c:v>
                </c:pt>
                <c:pt idx="1400">
                  <c:v>43633</c:v>
                </c:pt>
                <c:pt idx="1401">
                  <c:v>43630</c:v>
                </c:pt>
                <c:pt idx="1402">
                  <c:v>43629</c:v>
                </c:pt>
                <c:pt idx="1403">
                  <c:v>43628</c:v>
                </c:pt>
                <c:pt idx="1404">
                  <c:v>43627</c:v>
                </c:pt>
                <c:pt idx="1405">
                  <c:v>43626</c:v>
                </c:pt>
                <c:pt idx="1406">
                  <c:v>43622</c:v>
                </c:pt>
                <c:pt idx="1407">
                  <c:v>43621</c:v>
                </c:pt>
                <c:pt idx="1408">
                  <c:v>43620</c:v>
                </c:pt>
                <c:pt idx="1409">
                  <c:v>43619</c:v>
                </c:pt>
                <c:pt idx="1410">
                  <c:v>43616</c:v>
                </c:pt>
                <c:pt idx="1411">
                  <c:v>43615</c:v>
                </c:pt>
                <c:pt idx="1412">
                  <c:v>43614</c:v>
                </c:pt>
                <c:pt idx="1413">
                  <c:v>43613</c:v>
                </c:pt>
                <c:pt idx="1414">
                  <c:v>43612</c:v>
                </c:pt>
                <c:pt idx="1415">
                  <c:v>43609</c:v>
                </c:pt>
                <c:pt idx="1416">
                  <c:v>43608</c:v>
                </c:pt>
                <c:pt idx="1417">
                  <c:v>43607</c:v>
                </c:pt>
                <c:pt idx="1418">
                  <c:v>43606</c:v>
                </c:pt>
                <c:pt idx="1419">
                  <c:v>43605</c:v>
                </c:pt>
                <c:pt idx="1420">
                  <c:v>43602</c:v>
                </c:pt>
                <c:pt idx="1421">
                  <c:v>43601</c:v>
                </c:pt>
                <c:pt idx="1422">
                  <c:v>43600</c:v>
                </c:pt>
                <c:pt idx="1423">
                  <c:v>43599</c:v>
                </c:pt>
                <c:pt idx="1424">
                  <c:v>43595</c:v>
                </c:pt>
                <c:pt idx="1425">
                  <c:v>43594</c:v>
                </c:pt>
                <c:pt idx="1426">
                  <c:v>43593</c:v>
                </c:pt>
                <c:pt idx="1427">
                  <c:v>43592</c:v>
                </c:pt>
                <c:pt idx="1428">
                  <c:v>43591</c:v>
                </c:pt>
                <c:pt idx="1429">
                  <c:v>43581</c:v>
                </c:pt>
                <c:pt idx="1430">
                  <c:v>43580</c:v>
                </c:pt>
                <c:pt idx="1431">
                  <c:v>43579</c:v>
                </c:pt>
                <c:pt idx="1432">
                  <c:v>43578</c:v>
                </c:pt>
                <c:pt idx="1433">
                  <c:v>43573</c:v>
                </c:pt>
                <c:pt idx="1434">
                  <c:v>43572</c:v>
                </c:pt>
                <c:pt idx="1435">
                  <c:v>43571</c:v>
                </c:pt>
                <c:pt idx="1436">
                  <c:v>43570</c:v>
                </c:pt>
                <c:pt idx="1437">
                  <c:v>43567</c:v>
                </c:pt>
                <c:pt idx="1438">
                  <c:v>43566</c:v>
                </c:pt>
                <c:pt idx="1439">
                  <c:v>43565</c:v>
                </c:pt>
                <c:pt idx="1440">
                  <c:v>43564</c:v>
                </c:pt>
                <c:pt idx="1441">
                  <c:v>43563</c:v>
                </c:pt>
                <c:pt idx="1442">
                  <c:v>43559</c:v>
                </c:pt>
                <c:pt idx="1443">
                  <c:v>43558</c:v>
                </c:pt>
                <c:pt idx="1444">
                  <c:v>43557</c:v>
                </c:pt>
                <c:pt idx="1445">
                  <c:v>43556</c:v>
                </c:pt>
                <c:pt idx="1446">
                  <c:v>43553</c:v>
                </c:pt>
                <c:pt idx="1447">
                  <c:v>43552</c:v>
                </c:pt>
                <c:pt idx="1448">
                  <c:v>43551</c:v>
                </c:pt>
                <c:pt idx="1449">
                  <c:v>43550</c:v>
                </c:pt>
                <c:pt idx="1450">
                  <c:v>43549</c:v>
                </c:pt>
                <c:pt idx="1451">
                  <c:v>43546</c:v>
                </c:pt>
                <c:pt idx="1452">
                  <c:v>43545</c:v>
                </c:pt>
                <c:pt idx="1453">
                  <c:v>43544</c:v>
                </c:pt>
                <c:pt idx="1454">
                  <c:v>43543</c:v>
                </c:pt>
                <c:pt idx="1455">
                  <c:v>43542</c:v>
                </c:pt>
                <c:pt idx="1456">
                  <c:v>43539</c:v>
                </c:pt>
                <c:pt idx="1457">
                  <c:v>43538</c:v>
                </c:pt>
                <c:pt idx="1458">
                  <c:v>43537</c:v>
                </c:pt>
                <c:pt idx="1459">
                  <c:v>43536</c:v>
                </c:pt>
                <c:pt idx="1460">
                  <c:v>43535</c:v>
                </c:pt>
                <c:pt idx="1461">
                  <c:v>43532</c:v>
                </c:pt>
                <c:pt idx="1462">
                  <c:v>43531</c:v>
                </c:pt>
                <c:pt idx="1463">
                  <c:v>43530</c:v>
                </c:pt>
                <c:pt idx="1464">
                  <c:v>43529</c:v>
                </c:pt>
                <c:pt idx="1465">
                  <c:v>43528</c:v>
                </c:pt>
                <c:pt idx="1466">
                  <c:v>43525</c:v>
                </c:pt>
                <c:pt idx="1467">
                  <c:v>43524</c:v>
                </c:pt>
                <c:pt idx="1468">
                  <c:v>43523</c:v>
                </c:pt>
                <c:pt idx="1469">
                  <c:v>43522</c:v>
                </c:pt>
                <c:pt idx="1470">
                  <c:v>43521</c:v>
                </c:pt>
                <c:pt idx="1471">
                  <c:v>43518</c:v>
                </c:pt>
                <c:pt idx="1472">
                  <c:v>43517</c:v>
                </c:pt>
                <c:pt idx="1473">
                  <c:v>43516</c:v>
                </c:pt>
                <c:pt idx="1474">
                  <c:v>43515</c:v>
                </c:pt>
                <c:pt idx="1475">
                  <c:v>43514</c:v>
                </c:pt>
                <c:pt idx="1476">
                  <c:v>43511</c:v>
                </c:pt>
                <c:pt idx="1477">
                  <c:v>43510</c:v>
                </c:pt>
                <c:pt idx="1478">
                  <c:v>43509</c:v>
                </c:pt>
                <c:pt idx="1479">
                  <c:v>43508</c:v>
                </c:pt>
                <c:pt idx="1480">
                  <c:v>43507</c:v>
                </c:pt>
                <c:pt idx="1481">
                  <c:v>43495</c:v>
                </c:pt>
                <c:pt idx="1482">
                  <c:v>43494</c:v>
                </c:pt>
                <c:pt idx="1483">
                  <c:v>43493</c:v>
                </c:pt>
                <c:pt idx="1484">
                  <c:v>43490</c:v>
                </c:pt>
                <c:pt idx="1485">
                  <c:v>43489</c:v>
                </c:pt>
                <c:pt idx="1486">
                  <c:v>43488</c:v>
                </c:pt>
                <c:pt idx="1487">
                  <c:v>43487</c:v>
                </c:pt>
                <c:pt idx="1488">
                  <c:v>43486</c:v>
                </c:pt>
                <c:pt idx="1489">
                  <c:v>43483</c:v>
                </c:pt>
                <c:pt idx="1490">
                  <c:v>43482</c:v>
                </c:pt>
                <c:pt idx="1491">
                  <c:v>43481</c:v>
                </c:pt>
                <c:pt idx="1492">
                  <c:v>43480</c:v>
                </c:pt>
                <c:pt idx="1493">
                  <c:v>43479</c:v>
                </c:pt>
                <c:pt idx="1494">
                  <c:v>43476</c:v>
                </c:pt>
                <c:pt idx="1495">
                  <c:v>43475</c:v>
                </c:pt>
                <c:pt idx="1496">
                  <c:v>43474</c:v>
                </c:pt>
                <c:pt idx="1497">
                  <c:v>43473</c:v>
                </c:pt>
                <c:pt idx="1498">
                  <c:v>43472</c:v>
                </c:pt>
                <c:pt idx="1499">
                  <c:v>43469</c:v>
                </c:pt>
                <c:pt idx="1500">
                  <c:v>43468</c:v>
                </c:pt>
                <c:pt idx="1501">
                  <c:v>43467</c:v>
                </c:pt>
                <c:pt idx="1502">
                  <c:v>43458</c:v>
                </c:pt>
                <c:pt idx="1503">
                  <c:v>43455</c:v>
                </c:pt>
                <c:pt idx="1504">
                  <c:v>43454</c:v>
                </c:pt>
                <c:pt idx="1505">
                  <c:v>43453</c:v>
                </c:pt>
                <c:pt idx="1506">
                  <c:v>43452</c:v>
                </c:pt>
                <c:pt idx="1507">
                  <c:v>43451</c:v>
                </c:pt>
                <c:pt idx="1508">
                  <c:v>43448</c:v>
                </c:pt>
                <c:pt idx="1509">
                  <c:v>43447</c:v>
                </c:pt>
                <c:pt idx="1510">
                  <c:v>43446</c:v>
                </c:pt>
                <c:pt idx="1511">
                  <c:v>43445</c:v>
                </c:pt>
                <c:pt idx="1512">
                  <c:v>43444</c:v>
                </c:pt>
                <c:pt idx="1513">
                  <c:v>43441</c:v>
                </c:pt>
                <c:pt idx="1514">
                  <c:v>43440</c:v>
                </c:pt>
                <c:pt idx="1515">
                  <c:v>43439</c:v>
                </c:pt>
                <c:pt idx="1516">
                  <c:v>43438</c:v>
                </c:pt>
                <c:pt idx="1517">
                  <c:v>43437</c:v>
                </c:pt>
                <c:pt idx="1518">
                  <c:v>43434</c:v>
                </c:pt>
                <c:pt idx="1519">
                  <c:v>43433</c:v>
                </c:pt>
                <c:pt idx="1520">
                  <c:v>43432</c:v>
                </c:pt>
                <c:pt idx="1521">
                  <c:v>43431</c:v>
                </c:pt>
                <c:pt idx="1522">
                  <c:v>43430</c:v>
                </c:pt>
                <c:pt idx="1523">
                  <c:v>43427</c:v>
                </c:pt>
                <c:pt idx="1524">
                  <c:v>43426</c:v>
                </c:pt>
                <c:pt idx="1525">
                  <c:v>43425</c:v>
                </c:pt>
                <c:pt idx="1526">
                  <c:v>43424</c:v>
                </c:pt>
                <c:pt idx="1527">
                  <c:v>43423</c:v>
                </c:pt>
                <c:pt idx="1528">
                  <c:v>43420</c:v>
                </c:pt>
                <c:pt idx="1529">
                  <c:v>43419</c:v>
                </c:pt>
                <c:pt idx="1530">
                  <c:v>43418</c:v>
                </c:pt>
                <c:pt idx="1531">
                  <c:v>43417</c:v>
                </c:pt>
                <c:pt idx="1532">
                  <c:v>43416</c:v>
                </c:pt>
                <c:pt idx="1533">
                  <c:v>43413</c:v>
                </c:pt>
                <c:pt idx="1534">
                  <c:v>43412</c:v>
                </c:pt>
                <c:pt idx="1535">
                  <c:v>43411</c:v>
                </c:pt>
                <c:pt idx="1536">
                  <c:v>43410</c:v>
                </c:pt>
                <c:pt idx="1537">
                  <c:v>43409</c:v>
                </c:pt>
                <c:pt idx="1538">
                  <c:v>43406</c:v>
                </c:pt>
                <c:pt idx="1539">
                  <c:v>43405</c:v>
                </c:pt>
                <c:pt idx="1540">
                  <c:v>43404</c:v>
                </c:pt>
                <c:pt idx="1541">
                  <c:v>43403</c:v>
                </c:pt>
                <c:pt idx="1542">
                  <c:v>43402</c:v>
                </c:pt>
                <c:pt idx="1543">
                  <c:v>43399</c:v>
                </c:pt>
                <c:pt idx="1544">
                  <c:v>43398</c:v>
                </c:pt>
                <c:pt idx="1545">
                  <c:v>43397</c:v>
                </c:pt>
                <c:pt idx="1546">
                  <c:v>43396</c:v>
                </c:pt>
                <c:pt idx="1547">
                  <c:v>43395</c:v>
                </c:pt>
                <c:pt idx="1548">
                  <c:v>43392</c:v>
                </c:pt>
                <c:pt idx="1549">
                  <c:v>43391</c:v>
                </c:pt>
                <c:pt idx="1550">
                  <c:v>43389</c:v>
                </c:pt>
                <c:pt idx="1551">
                  <c:v>43388</c:v>
                </c:pt>
                <c:pt idx="1552">
                  <c:v>43385</c:v>
                </c:pt>
                <c:pt idx="1553">
                  <c:v>43384</c:v>
                </c:pt>
                <c:pt idx="1554">
                  <c:v>43383</c:v>
                </c:pt>
                <c:pt idx="1555">
                  <c:v>43382</c:v>
                </c:pt>
                <c:pt idx="1556">
                  <c:v>43381</c:v>
                </c:pt>
                <c:pt idx="1557">
                  <c:v>43369</c:v>
                </c:pt>
                <c:pt idx="1558">
                  <c:v>43362</c:v>
                </c:pt>
                <c:pt idx="1559">
                  <c:v>43361</c:v>
                </c:pt>
                <c:pt idx="1560">
                  <c:v>43360</c:v>
                </c:pt>
                <c:pt idx="1561">
                  <c:v>43357</c:v>
                </c:pt>
                <c:pt idx="1562">
                  <c:v>43356</c:v>
                </c:pt>
                <c:pt idx="1563">
                  <c:v>43355</c:v>
                </c:pt>
                <c:pt idx="1564">
                  <c:v>43354</c:v>
                </c:pt>
                <c:pt idx="1565">
                  <c:v>43353</c:v>
                </c:pt>
                <c:pt idx="1566">
                  <c:v>43350</c:v>
                </c:pt>
                <c:pt idx="1567">
                  <c:v>43349</c:v>
                </c:pt>
                <c:pt idx="1568">
                  <c:v>43348</c:v>
                </c:pt>
                <c:pt idx="1569">
                  <c:v>43347</c:v>
                </c:pt>
                <c:pt idx="1570">
                  <c:v>43346</c:v>
                </c:pt>
                <c:pt idx="1571">
                  <c:v>43343</c:v>
                </c:pt>
                <c:pt idx="1572">
                  <c:v>43342</c:v>
                </c:pt>
                <c:pt idx="1573">
                  <c:v>43341</c:v>
                </c:pt>
                <c:pt idx="1574">
                  <c:v>43340</c:v>
                </c:pt>
                <c:pt idx="1575">
                  <c:v>43339</c:v>
                </c:pt>
                <c:pt idx="1576">
                  <c:v>43336</c:v>
                </c:pt>
                <c:pt idx="1577">
                  <c:v>43335</c:v>
                </c:pt>
                <c:pt idx="1578">
                  <c:v>43334</c:v>
                </c:pt>
                <c:pt idx="1579">
                  <c:v>43333</c:v>
                </c:pt>
                <c:pt idx="1580">
                  <c:v>43332</c:v>
                </c:pt>
                <c:pt idx="1581">
                  <c:v>43329</c:v>
                </c:pt>
                <c:pt idx="1582">
                  <c:v>43328</c:v>
                </c:pt>
                <c:pt idx="1583">
                  <c:v>43327</c:v>
                </c:pt>
                <c:pt idx="1584">
                  <c:v>43326</c:v>
                </c:pt>
                <c:pt idx="1585">
                  <c:v>43325</c:v>
                </c:pt>
                <c:pt idx="1586">
                  <c:v>43322</c:v>
                </c:pt>
                <c:pt idx="1587">
                  <c:v>43321</c:v>
                </c:pt>
                <c:pt idx="1588">
                  <c:v>43320</c:v>
                </c:pt>
                <c:pt idx="1589">
                  <c:v>43319</c:v>
                </c:pt>
                <c:pt idx="1590">
                  <c:v>43318</c:v>
                </c:pt>
                <c:pt idx="1591">
                  <c:v>43315</c:v>
                </c:pt>
                <c:pt idx="1592">
                  <c:v>43314</c:v>
                </c:pt>
                <c:pt idx="1593">
                  <c:v>43313</c:v>
                </c:pt>
                <c:pt idx="1594">
                  <c:v>43312</c:v>
                </c:pt>
                <c:pt idx="1595">
                  <c:v>43311</c:v>
                </c:pt>
                <c:pt idx="1596">
                  <c:v>43308</c:v>
                </c:pt>
                <c:pt idx="1597">
                  <c:v>43307</c:v>
                </c:pt>
                <c:pt idx="1598">
                  <c:v>43306</c:v>
                </c:pt>
                <c:pt idx="1599">
                  <c:v>43305</c:v>
                </c:pt>
                <c:pt idx="1600">
                  <c:v>43304</c:v>
                </c:pt>
                <c:pt idx="1601">
                  <c:v>43301</c:v>
                </c:pt>
                <c:pt idx="1602">
                  <c:v>43300</c:v>
                </c:pt>
                <c:pt idx="1603">
                  <c:v>43299</c:v>
                </c:pt>
                <c:pt idx="1604">
                  <c:v>43298</c:v>
                </c:pt>
                <c:pt idx="1605">
                  <c:v>43297</c:v>
                </c:pt>
                <c:pt idx="1606">
                  <c:v>43294</c:v>
                </c:pt>
                <c:pt idx="1607">
                  <c:v>43293</c:v>
                </c:pt>
                <c:pt idx="1608">
                  <c:v>43292</c:v>
                </c:pt>
                <c:pt idx="1609">
                  <c:v>43291</c:v>
                </c:pt>
                <c:pt idx="1610">
                  <c:v>43290</c:v>
                </c:pt>
                <c:pt idx="1611">
                  <c:v>43287</c:v>
                </c:pt>
                <c:pt idx="1612">
                  <c:v>43286</c:v>
                </c:pt>
                <c:pt idx="1613">
                  <c:v>43285</c:v>
                </c:pt>
                <c:pt idx="1614">
                  <c:v>43284</c:v>
                </c:pt>
                <c:pt idx="1615">
                  <c:v>43280</c:v>
                </c:pt>
                <c:pt idx="1616">
                  <c:v>43279</c:v>
                </c:pt>
                <c:pt idx="1617">
                  <c:v>43278</c:v>
                </c:pt>
                <c:pt idx="1618">
                  <c:v>43277</c:v>
                </c:pt>
                <c:pt idx="1619">
                  <c:v>43276</c:v>
                </c:pt>
                <c:pt idx="1620">
                  <c:v>43273</c:v>
                </c:pt>
                <c:pt idx="1621">
                  <c:v>43272</c:v>
                </c:pt>
                <c:pt idx="1622">
                  <c:v>43271</c:v>
                </c:pt>
                <c:pt idx="1623">
                  <c:v>43270</c:v>
                </c:pt>
                <c:pt idx="1624">
                  <c:v>43266</c:v>
                </c:pt>
                <c:pt idx="1625">
                  <c:v>43265</c:v>
                </c:pt>
                <c:pt idx="1626">
                  <c:v>43264</c:v>
                </c:pt>
                <c:pt idx="1627">
                  <c:v>43263</c:v>
                </c:pt>
                <c:pt idx="1628">
                  <c:v>43262</c:v>
                </c:pt>
                <c:pt idx="1629">
                  <c:v>43259</c:v>
                </c:pt>
                <c:pt idx="1630">
                  <c:v>43258</c:v>
                </c:pt>
                <c:pt idx="1631">
                  <c:v>43257</c:v>
                </c:pt>
                <c:pt idx="1632">
                  <c:v>43256</c:v>
                </c:pt>
                <c:pt idx="1633">
                  <c:v>43255</c:v>
                </c:pt>
                <c:pt idx="1634">
                  <c:v>43252</c:v>
                </c:pt>
                <c:pt idx="1635">
                  <c:v>43251</c:v>
                </c:pt>
                <c:pt idx="1636">
                  <c:v>43250</c:v>
                </c:pt>
                <c:pt idx="1637">
                  <c:v>43249</c:v>
                </c:pt>
                <c:pt idx="1638">
                  <c:v>43248</c:v>
                </c:pt>
                <c:pt idx="1639">
                  <c:v>43245</c:v>
                </c:pt>
                <c:pt idx="1640">
                  <c:v>43244</c:v>
                </c:pt>
                <c:pt idx="1641">
                  <c:v>43243</c:v>
                </c:pt>
                <c:pt idx="1642">
                  <c:v>43241</c:v>
                </c:pt>
                <c:pt idx="1643">
                  <c:v>43238</c:v>
                </c:pt>
                <c:pt idx="1644">
                  <c:v>43237</c:v>
                </c:pt>
                <c:pt idx="1645">
                  <c:v>43236</c:v>
                </c:pt>
                <c:pt idx="1646">
                  <c:v>43235</c:v>
                </c:pt>
                <c:pt idx="1647">
                  <c:v>43234</c:v>
                </c:pt>
                <c:pt idx="1648">
                  <c:v>43231</c:v>
                </c:pt>
                <c:pt idx="1649">
                  <c:v>43230</c:v>
                </c:pt>
                <c:pt idx="1650">
                  <c:v>43229</c:v>
                </c:pt>
                <c:pt idx="1651">
                  <c:v>43228</c:v>
                </c:pt>
                <c:pt idx="1652">
                  <c:v>43227</c:v>
                </c:pt>
                <c:pt idx="1653">
                  <c:v>43224</c:v>
                </c:pt>
                <c:pt idx="1654">
                  <c:v>43223</c:v>
                </c:pt>
                <c:pt idx="1655">
                  <c:v>43222</c:v>
                </c:pt>
                <c:pt idx="1656">
                  <c:v>43215</c:v>
                </c:pt>
                <c:pt idx="1657">
                  <c:v>43214</c:v>
                </c:pt>
                <c:pt idx="1658">
                  <c:v>43213</c:v>
                </c:pt>
                <c:pt idx="1659">
                  <c:v>43210</c:v>
                </c:pt>
                <c:pt idx="1660">
                  <c:v>43209</c:v>
                </c:pt>
                <c:pt idx="1661">
                  <c:v>43208</c:v>
                </c:pt>
                <c:pt idx="1662">
                  <c:v>43207</c:v>
                </c:pt>
                <c:pt idx="1663">
                  <c:v>43206</c:v>
                </c:pt>
                <c:pt idx="1664">
                  <c:v>43203</c:v>
                </c:pt>
                <c:pt idx="1665">
                  <c:v>43202</c:v>
                </c:pt>
                <c:pt idx="1666">
                  <c:v>43201</c:v>
                </c:pt>
                <c:pt idx="1667">
                  <c:v>43200</c:v>
                </c:pt>
                <c:pt idx="1668">
                  <c:v>43199</c:v>
                </c:pt>
                <c:pt idx="1669">
                  <c:v>43188</c:v>
                </c:pt>
                <c:pt idx="1670">
                  <c:v>43187</c:v>
                </c:pt>
                <c:pt idx="1671">
                  <c:v>43186</c:v>
                </c:pt>
                <c:pt idx="1672">
                  <c:v>43185</c:v>
                </c:pt>
                <c:pt idx="1673">
                  <c:v>43182</c:v>
                </c:pt>
                <c:pt idx="1674">
                  <c:v>43181</c:v>
                </c:pt>
                <c:pt idx="1675">
                  <c:v>43180</c:v>
                </c:pt>
                <c:pt idx="1676">
                  <c:v>43179</c:v>
                </c:pt>
                <c:pt idx="1677">
                  <c:v>43178</c:v>
                </c:pt>
                <c:pt idx="1678">
                  <c:v>43175</c:v>
                </c:pt>
                <c:pt idx="1679">
                  <c:v>43174</c:v>
                </c:pt>
                <c:pt idx="1680">
                  <c:v>43173</c:v>
                </c:pt>
                <c:pt idx="1681">
                  <c:v>43172</c:v>
                </c:pt>
                <c:pt idx="1682">
                  <c:v>43171</c:v>
                </c:pt>
                <c:pt idx="1683">
                  <c:v>43168</c:v>
                </c:pt>
                <c:pt idx="1684">
                  <c:v>43167</c:v>
                </c:pt>
                <c:pt idx="1685">
                  <c:v>43166</c:v>
                </c:pt>
                <c:pt idx="1686">
                  <c:v>43165</c:v>
                </c:pt>
                <c:pt idx="1687">
                  <c:v>43164</c:v>
                </c:pt>
                <c:pt idx="1688">
                  <c:v>43161</c:v>
                </c:pt>
                <c:pt idx="1689">
                  <c:v>43160</c:v>
                </c:pt>
                <c:pt idx="1690">
                  <c:v>43159</c:v>
                </c:pt>
                <c:pt idx="1691">
                  <c:v>43158</c:v>
                </c:pt>
                <c:pt idx="1692">
                  <c:v>43157</c:v>
                </c:pt>
                <c:pt idx="1693">
                  <c:v>43154</c:v>
                </c:pt>
                <c:pt idx="1694">
                  <c:v>43153</c:v>
                </c:pt>
                <c:pt idx="1695">
                  <c:v>43143</c:v>
                </c:pt>
                <c:pt idx="1696">
                  <c:v>43140</c:v>
                </c:pt>
                <c:pt idx="1697">
                  <c:v>43139</c:v>
                </c:pt>
                <c:pt idx="1698">
                  <c:v>43138</c:v>
                </c:pt>
                <c:pt idx="1699">
                  <c:v>43137</c:v>
                </c:pt>
                <c:pt idx="1700">
                  <c:v>43136</c:v>
                </c:pt>
                <c:pt idx="1701">
                  <c:v>43133</c:v>
                </c:pt>
                <c:pt idx="1702">
                  <c:v>43132</c:v>
                </c:pt>
                <c:pt idx="1703">
                  <c:v>43131</c:v>
                </c:pt>
                <c:pt idx="1704">
                  <c:v>43130</c:v>
                </c:pt>
                <c:pt idx="1705">
                  <c:v>43129</c:v>
                </c:pt>
                <c:pt idx="1706">
                  <c:v>43126</c:v>
                </c:pt>
                <c:pt idx="1707">
                  <c:v>43125</c:v>
                </c:pt>
                <c:pt idx="1708">
                  <c:v>43124</c:v>
                </c:pt>
                <c:pt idx="1709">
                  <c:v>43123</c:v>
                </c:pt>
                <c:pt idx="1710">
                  <c:v>43122</c:v>
                </c:pt>
                <c:pt idx="1711">
                  <c:v>43119</c:v>
                </c:pt>
                <c:pt idx="1712">
                  <c:v>43118</c:v>
                </c:pt>
                <c:pt idx="1713">
                  <c:v>43117</c:v>
                </c:pt>
                <c:pt idx="1714">
                  <c:v>43116</c:v>
                </c:pt>
                <c:pt idx="1715">
                  <c:v>43115</c:v>
                </c:pt>
                <c:pt idx="1716">
                  <c:v>43112</c:v>
                </c:pt>
                <c:pt idx="1717">
                  <c:v>43111</c:v>
                </c:pt>
                <c:pt idx="1718">
                  <c:v>43110</c:v>
                </c:pt>
                <c:pt idx="1719">
                  <c:v>43109</c:v>
                </c:pt>
                <c:pt idx="1720">
                  <c:v>43108</c:v>
                </c:pt>
                <c:pt idx="1721">
                  <c:v>43105</c:v>
                </c:pt>
                <c:pt idx="1722">
                  <c:v>43104</c:v>
                </c:pt>
                <c:pt idx="1723">
                  <c:v>43103</c:v>
                </c:pt>
                <c:pt idx="1724">
                  <c:v>43102</c:v>
                </c:pt>
                <c:pt idx="1725">
                  <c:v>43098</c:v>
                </c:pt>
                <c:pt idx="1726">
                  <c:v>43097</c:v>
                </c:pt>
                <c:pt idx="1727">
                  <c:v>43096</c:v>
                </c:pt>
                <c:pt idx="1728">
                  <c:v>43091</c:v>
                </c:pt>
                <c:pt idx="1729">
                  <c:v>43090</c:v>
                </c:pt>
                <c:pt idx="1730">
                  <c:v>43089</c:v>
                </c:pt>
                <c:pt idx="1731">
                  <c:v>43088</c:v>
                </c:pt>
                <c:pt idx="1732">
                  <c:v>43087</c:v>
                </c:pt>
                <c:pt idx="1733">
                  <c:v>43084</c:v>
                </c:pt>
                <c:pt idx="1734">
                  <c:v>43083</c:v>
                </c:pt>
                <c:pt idx="1735">
                  <c:v>43082</c:v>
                </c:pt>
                <c:pt idx="1736">
                  <c:v>43081</c:v>
                </c:pt>
                <c:pt idx="1737">
                  <c:v>43080</c:v>
                </c:pt>
                <c:pt idx="1738">
                  <c:v>43077</c:v>
                </c:pt>
                <c:pt idx="1739">
                  <c:v>43076</c:v>
                </c:pt>
                <c:pt idx="1740">
                  <c:v>43075</c:v>
                </c:pt>
                <c:pt idx="1741">
                  <c:v>43074</c:v>
                </c:pt>
                <c:pt idx="1742">
                  <c:v>43073</c:v>
                </c:pt>
                <c:pt idx="1743">
                  <c:v>43070</c:v>
                </c:pt>
                <c:pt idx="1744">
                  <c:v>43069</c:v>
                </c:pt>
                <c:pt idx="1745">
                  <c:v>43068</c:v>
                </c:pt>
                <c:pt idx="1746">
                  <c:v>43067</c:v>
                </c:pt>
              </c:numCache>
            </c:numRef>
          </c:cat>
          <c:val>
            <c:numRef>
              <c:f>'22-23 南向资金 (3)'!$G$4:$G$1750</c:f>
              <c:numCache>
                <c:formatCode>_ * #,##0_ ;_ * \-#,##0_ ;_ * "-"??_ ;_ @_ </c:formatCode>
                <c:ptCount val="1747"/>
                <c:pt idx="0">
                  <c:v>#N/A</c:v>
                </c:pt>
                <c:pt idx="1">
                  <c:v>#N/A</c:v>
                </c:pt>
                <c:pt idx="2">
                  <c:v>#N/A</c:v>
                </c:pt>
                <c:pt idx="3">
                  <c:v>#N/A</c:v>
                </c:pt>
                <c:pt idx="4">
                  <c:v>#N/A</c:v>
                </c:pt>
                <c:pt idx="5">
                  <c:v>#N/A</c:v>
                </c:pt>
                <c:pt idx="6">
                  <c:v>#N/A</c:v>
                </c:pt>
                <c:pt idx="7">
                  <c:v>#N/A</c:v>
                </c:pt>
                <c:pt idx="8">
                  <c:v>#N/A</c:v>
                </c:pt>
                <c:pt idx="9">
                  <c:v>#N/A</c:v>
                </c:pt>
                <c:pt idx="10">
                  <c:v>#N/A</c:v>
                </c:pt>
                <c:pt idx="11">
                  <c:v>#N/A</c:v>
                </c:pt>
                <c:pt idx="12">
                  <c:v>#N/A</c:v>
                </c:pt>
                <c:pt idx="13">
                  <c:v>#N/A</c:v>
                </c:pt>
                <c:pt idx="14">
                  <c:v>#N/A</c:v>
                </c:pt>
                <c:pt idx="15">
                  <c:v>#N/A</c:v>
                </c:pt>
                <c:pt idx="16">
                  <c:v>#N/A</c:v>
                </c:pt>
                <c:pt idx="17">
                  <c:v>#N/A</c:v>
                </c:pt>
                <c:pt idx="18">
                  <c:v>3.72</c:v>
                </c:pt>
                <c:pt idx="19">
                  <c:v>#N/A</c:v>
                </c:pt>
                <c:pt idx="20">
                  <c:v>#N/A</c:v>
                </c:pt>
                <c:pt idx="21">
                  <c:v>#N/A</c:v>
                </c:pt>
                <c:pt idx="22">
                  <c:v>#N/A</c:v>
                </c:pt>
                <c:pt idx="23">
                  <c:v>6.19</c:v>
                </c:pt>
                <c:pt idx="24">
                  <c:v>#N/A</c:v>
                </c:pt>
                <c:pt idx="25">
                  <c:v>#N/A</c:v>
                </c:pt>
                <c:pt idx="26">
                  <c:v>#N/A</c:v>
                </c:pt>
                <c:pt idx="27">
                  <c:v>#N/A</c:v>
                </c:pt>
                <c:pt idx="28">
                  <c:v>-13.87</c:v>
                </c:pt>
                <c:pt idx="29">
                  <c:v>#N/A</c:v>
                </c:pt>
                <c:pt idx="30">
                  <c:v>#N/A</c:v>
                </c:pt>
                <c:pt idx="31">
                  <c:v>#N/A</c:v>
                </c:pt>
                <c:pt idx="32">
                  <c:v>#N/A</c:v>
                </c:pt>
                <c:pt idx="33">
                  <c:v>-11.35</c:v>
                </c:pt>
                <c:pt idx="34">
                  <c:v>#N/A</c:v>
                </c:pt>
                <c:pt idx="35">
                  <c:v>#N/A</c:v>
                </c:pt>
                <c:pt idx="36">
                  <c:v>#N/A</c:v>
                </c:pt>
                <c:pt idx="37">
                  <c:v>9.83</c:v>
                </c:pt>
                <c:pt idx="38">
                  <c:v>#N/A</c:v>
                </c:pt>
                <c:pt idx="39">
                  <c:v>#N/A</c:v>
                </c:pt>
                <c:pt idx="40">
                  <c:v>#N/A</c:v>
                </c:pt>
                <c:pt idx="41">
                  <c:v>#N/A</c:v>
                </c:pt>
                <c:pt idx="42">
                  <c:v>-27.73</c:v>
                </c:pt>
                <c:pt idx="43">
                  <c:v>#N/A</c:v>
                </c:pt>
                <c:pt idx="44">
                  <c:v>#N/A</c:v>
                </c:pt>
                <c:pt idx="45">
                  <c:v>#N/A</c:v>
                </c:pt>
                <c:pt idx="46">
                  <c:v>#N/A</c:v>
                </c:pt>
                <c:pt idx="47">
                  <c:v>47.87</c:v>
                </c:pt>
                <c:pt idx="48">
                  <c:v>#N/A</c:v>
                </c:pt>
                <c:pt idx="49">
                  <c:v>#N/A</c:v>
                </c:pt>
                <c:pt idx="50">
                  <c:v>#N/A</c:v>
                </c:pt>
                <c:pt idx="51">
                  <c:v>#N/A</c:v>
                </c:pt>
                <c:pt idx="52">
                  <c:v>12.09</c:v>
                </c:pt>
                <c:pt idx="53">
                  <c:v>#N/A</c:v>
                </c:pt>
                <c:pt idx="54">
                  <c:v>18.559999999999999</c:v>
                </c:pt>
                <c:pt idx="55">
                  <c:v>#N/A</c:v>
                </c:pt>
                <c:pt idx="56">
                  <c:v>#N/A</c:v>
                </c:pt>
                <c:pt idx="57">
                  <c:v>#N/A</c:v>
                </c:pt>
                <c:pt idx="58">
                  <c:v>#N/A</c:v>
                </c:pt>
                <c:pt idx="59">
                  <c:v>25.01</c:v>
                </c:pt>
                <c:pt idx="60">
                  <c:v>#N/A</c:v>
                </c:pt>
                <c:pt idx="61">
                  <c:v>#N/A</c:v>
                </c:pt>
                <c:pt idx="62">
                  <c:v>31.9</c:v>
                </c:pt>
                <c:pt idx="63">
                  <c:v>#N/A</c:v>
                </c:pt>
                <c:pt idx="64">
                  <c:v>#N/A</c:v>
                </c:pt>
                <c:pt idx="65">
                  <c:v>#N/A</c:v>
                </c:pt>
                <c:pt idx="66">
                  <c:v>#N/A</c:v>
                </c:pt>
                <c:pt idx="67">
                  <c:v>-119.86</c:v>
                </c:pt>
                <c:pt idx="68">
                  <c:v>#N/A</c:v>
                </c:pt>
                <c:pt idx="69">
                  <c:v>#N/A</c:v>
                </c:pt>
                <c:pt idx="70">
                  <c:v>#N/A</c:v>
                </c:pt>
                <c:pt idx="71">
                  <c:v>-57.07</c:v>
                </c:pt>
                <c:pt idx="72">
                  <c:v>#N/A</c:v>
                </c:pt>
                <c:pt idx="73">
                  <c:v>#N/A</c:v>
                </c:pt>
                <c:pt idx="74">
                  <c:v>#N/A</c:v>
                </c:pt>
                <c:pt idx="75">
                  <c:v>#N/A</c:v>
                </c:pt>
                <c:pt idx="76">
                  <c:v>57.5</c:v>
                </c:pt>
                <c:pt idx="77">
                  <c:v>#N/A</c:v>
                </c:pt>
                <c:pt idx="78">
                  <c:v>#N/A</c:v>
                </c:pt>
                <c:pt idx="79">
                  <c:v>#N/A</c:v>
                </c:pt>
                <c:pt idx="80">
                  <c:v>#N/A</c:v>
                </c:pt>
                <c:pt idx="81">
                  <c:v>29.28</c:v>
                </c:pt>
                <c:pt idx="82">
                  <c:v>#N/A</c:v>
                </c:pt>
                <c:pt idx="83">
                  <c:v>#N/A</c:v>
                </c:pt>
                <c:pt idx="84">
                  <c:v>#N/A</c:v>
                </c:pt>
                <c:pt idx="85">
                  <c:v>#N/A</c:v>
                </c:pt>
                <c:pt idx="86">
                  <c:v>-55.72</c:v>
                </c:pt>
                <c:pt idx="87">
                  <c:v>#N/A</c:v>
                </c:pt>
                <c:pt idx="88">
                  <c:v>#N/A</c:v>
                </c:pt>
                <c:pt idx="89">
                  <c:v>#N/A</c:v>
                </c:pt>
                <c:pt idx="90">
                  <c:v>#N/A</c:v>
                </c:pt>
                <c:pt idx="91">
                  <c:v>7.52</c:v>
                </c:pt>
                <c:pt idx="92">
                  <c:v>#N/A</c:v>
                </c:pt>
                <c:pt idx="93">
                  <c:v>#N/A</c:v>
                </c:pt>
                <c:pt idx="94">
                  <c:v>#N/A</c:v>
                </c:pt>
                <c:pt idx="95">
                  <c:v>#N/A</c:v>
                </c:pt>
                <c:pt idx="96">
                  <c:v>47.91</c:v>
                </c:pt>
                <c:pt idx="97">
                  <c:v>#N/A</c:v>
                </c:pt>
                <c:pt idx="98">
                  <c:v>#N/A</c:v>
                </c:pt>
                <c:pt idx="99">
                  <c:v>#N/A</c:v>
                </c:pt>
                <c:pt idx="100">
                  <c:v>#N/A</c:v>
                </c:pt>
                <c:pt idx="101">
                  <c:v>79.98</c:v>
                </c:pt>
                <c:pt idx="102">
                  <c:v>#N/A</c:v>
                </c:pt>
                <c:pt idx="103">
                  <c:v>#N/A</c:v>
                </c:pt>
                <c:pt idx="104">
                  <c:v>#N/A</c:v>
                </c:pt>
                <c:pt idx="105">
                  <c:v>#N/A</c:v>
                </c:pt>
                <c:pt idx="106">
                  <c:v>12.2</c:v>
                </c:pt>
                <c:pt idx="107">
                  <c:v>#N/A</c:v>
                </c:pt>
                <c:pt idx="108">
                  <c:v>#N/A</c:v>
                </c:pt>
                <c:pt idx="109">
                  <c:v>#N/A</c:v>
                </c:pt>
                <c:pt idx="110">
                  <c:v>#N/A</c:v>
                </c:pt>
                <c:pt idx="111">
                  <c:v>-29.17</c:v>
                </c:pt>
                <c:pt idx="112">
                  <c:v>#N/A</c:v>
                </c:pt>
                <c:pt idx="113">
                  <c:v>#N/A</c:v>
                </c:pt>
                <c:pt idx="114">
                  <c:v>#N/A</c:v>
                </c:pt>
                <c:pt idx="115">
                  <c:v>-43.35</c:v>
                </c:pt>
                <c:pt idx="116">
                  <c:v>#N/A</c:v>
                </c:pt>
                <c:pt idx="117">
                  <c:v>#N/A</c:v>
                </c:pt>
                <c:pt idx="118">
                  <c:v>#N/A</c:v>
                </c:pt>
                <c:pt idx="119">
                  <c:v>#N/A</c:v>
                </c:pt>
                <c:pt idx="120">
                  <c:v>-7.6799999999999899</c:v>
                </c:pt>
                <c:pt idx="121">
                  <c:v>#N/A</c:v>
                </c:pt>
                <c:pt idx="122">
                  <c:v>#N/A</c:v>
                </c:pt>
                <c:pt idx="123">
                  <c:v>#N/A</c:v>
                </c:pt>
                <c:pt idx="124">
                  <c:v>#N/A</c:v>
                </c:pt>
                <c:pt idx="125">
                  <c:v>99.09</c:v>
                </c:pt>
                <c:pt idx="126">
                  <c:v>#N/A</c:v>
                </c:pt>
                <c:pt idx="127">
                  <c:v>#N/A</c:v>
                </c:pt>
                <c:pt idx="128">
                  <c:v>#N/A</c:v>
                </c:pt>
                <c:pt idx="129">
                  <c:v>#N/A</c:v>
                </c:pt>
                <c:pt idx="130">
                  <c:v>#N/A</c:v>
                </c:pt>
                <c:pt idx="131">
                  <c:v>#N/A</c:v>
                </c:pt>
                <c:pt idx="132">
                  <c:v>#N/A</c:v>
                </c:pt>
                <c:pt idx="133">
                  <c:v>#N/A</c:v>
                </c:pt>
                <c:pt idx="134">
                  <c:v>#N/A</c:v>
                </c:pt>
                <c:pt idx="135">
                  <c:v>#N/A</c:v>
                </c:pt>
                <c:pt idx="136">
                  <c:v>#N/A</c:v>
                </c:pt>
                <c:pt idx="137">
                  <c:v>-145.78</c:v>
                </c:pt>
                <c:pt idx="138">
                  <c:v>#N/A</c:v>
                </c:pt>
                <c:pt idx="139">
                  <c:v>#N/A</c:v>
                </c:pt>
                <c:pt idx="140">
                  <c:v>#N/A</c:v>
                </c:pt>
                <c:pt idx="141">
                  <c:v>#N/A</c:v>
                </c:pt>
                <c:pt idx="142">
                  <c:v>-95.14</c:v>
                </c:pt>
                <c:pt idx="143">
                  <c:v>#N/A</c:v>
                </c:pt>
                <c:pt idx="144">
                  <c:v>#N/A</c:v>
                </c:pt>
                <c:pt idx="145">
                  <c:v>#N/A</c:v>
                </c:pt>
                <c:pt idx="146">
                  <c:v>#N/A</c:v>
                </c:pt>
                <c:pt idx="147">
                  <c:v>21.29</c:v>
                </c:pt>
                <c:pt idx="148">
                  <c:v>#N/A</c:v>
                </c:pt>
                <c:pt idx="149">
                  <c:v>#N/A</c:v>
                </c:pt>
                <c:pt idx="150">
                  <c:v>#N/A</c:v>
                </c:pt>
                <c:pt idx="151">
                  <c:v>#N/A</c:v>
                </c:pt>
                <c:pt idx="152">
                  <c:v>-5.9600000000000097</c:v>
                </c:pt>
                <c:pt idx="153">
                  <c:v>#N/A</c:v>
                </c:pt>
                <c:pt idx="154">
                  <c:v>#N/A</c:v>
                </c:pt>
                <c:pt idx="155">
                  <c:v>#N/A</c:v>
                </c:pt>
                <c:pt idx="156">
                  <c:v>#N/A</c:v>
                </c:pt>
                <c:pt idx="157">
                  <c:v>-15.94</c:v>
                </c:pt>
                <c:pt idx="158">
                  <c:v>#N/A</c:v>
                </c:pt>
                <c:pt idx="159">
                  <c:v>#N/A</c:v>
                </c:pt>
                <c:pt idx="160">
                  <c:v>#N/A</c:v>
                </c:pt>
                <c:pt idx="161">
                  <c:v>#N/A</c:v>
                </c:pt>
                <c:pt idx="162">
                  <c:v>8.36</c:v>
                </c:pt>
                <c:pt idx="163">
                  <c:v>#N/A</c:v>
                </c:pt>
                <c:pt idx="164">
                  <c:v>#N/A</c:v>
                </c:pt>
                <c:pt idx="165">
                  <c:v>#N/A</c:v>
                </c:pt>
                <c:pt idx="166">
                  <c:v>#N/A</c:v>
                </c:pt>
                <c:pt idx="167">
                  <c:v>4.4400000000000004</c:v>
                </c:pt>
                <c:pt idx="168">
                  <c:v>#N/A</c:v>
                </c:pt>
                <c:pt idx="169">
                  <c:v>#N/A</c:v>
                </c:pt>
                <c:pt idx="170">
                  <c:v>#N/A</c:v>
                </c:pt>
                <c:pt idx="171">
                  <c:v>#N/A</c:v>
                </c:pt>
                <c:pt idx="172">
                  <c:v>-76.78</c:v>
                </c:pt>
                <c:pt idx="173">
                  <c:v>#N/A</c:v>
                </c:pt>
                <c:pt idx="174">
                  <c:v>#N/A</c:v>
                </c:pt>
                <c:pt idx="175">
                  <c:v>#N/A</c:v>
                </c:pt>
                <c:pt idx="176">
                  <c:v>#N/A</c:v>
                </c:pt>
                <c:pt idx="177">
                  <c:v>39.47</c:v>
                </c:pt>
                <c:pt idx="178">
                  <c:v>#N/A</c:v>
                </c:pt>
                <c:pt idx="179">
                  <c:v>#N/A</c:v>
                </c:pt>
                <c:pt idx="180">
                  <c:v>#N/A</c:v>
                </c:pt>
                <c:pt idx="181">
                  <c:v>#N/A</c:v>
                </c:pt>
                <c:pt idx="182">
                  <c:v>#N/A</c:v>
                </c:pt>
                <c:pt idx="183">
                  <c:v>#N/A</c:v>
                </c:pt>
                <c:pt idx="184">
                  <c:v>#N/A</c:v>
                </c:pt>
                <c:pt idx="185">
                  <c:v>#N/A</c:v>
                </c:pt>
                <c:pt idx="186">
                  <c:v>#N/A</c:v>
                </c:pt>
                <c:pt idx="187">
                  <c:v>#N/A</c:v>
                </c:pt>
                <c:pt idx="188">
                  <c:v>#N/A</c:v>
                </c:pt>
                <c:pt idx="189">
                  <c:v>#N/A</c:v>
                </c:pt>
                <c:pt idx="190">
                  <c:v>#N/A</c:v>
                </c:pt>
                <c:pt idx="191">
                  <c:v>#N/A</c:v>
                </c:pt>
                <c:pt idx="192">
                  <c:v>#N/A</c:v>
                </c:pt>
                <c:pt idx="193">
                  <c:v>#N/A</c:v>
                </c:pt>
                <c:pt idx="194">
                  <c:v>#N/A</c:v>
                </c:pt>
                <c:pt idx="195">
                  <c:v>#N/A</c:v>
                </c:pt>
                <c:pt idx="196">
                  <c:v>#N/A</c:v>
                </c:pt>
                <c:pt idx="197">
                  <c:v>#N/A</c:v>
                </c:pt>
                <c:pt idx="198">
                  <c:v>#N/A</c:v>
                </c:pt>
                <c:pt idx="199">
                  <c:v>#N/A</c:v>
                </c:pt>
                <c:pt idx="200">
                  <c:v>#N/A</c:v>
                </c:pt>
                <c:pt idx="201">
                  <c:v>#N/A</c:v>
                </c:pt>
                <c:pt idx="202">
                  <c:v>#N/A</c:v>
                </c:pt>
                <c:pt idx="203">
                  <c:v>#N/A</c:v>
                </c:pt>
                <c:pt idx="204">
                  <c:v>#N/A</c:v>
                </c:pt>
                <c:pt idx="205">
                  <c:v>#N/A</c:v>
                </c:pt>
                <c:pt idx="206">
                  <c:v>#N/A</c:v>
                </c:pt>
                <c:pt idx="207">
                  <c:v>#N/A</c:v>
                </c:pt>
                <c:pt idx="208">
                  <c:v>#N/A</c:v>
                </c:pt>
                <c:pt idx="209">
                  <c:v>#N/A</c:v>
                </c:pt>
                <c:pt idx="210">
                  <c:v>#N/A</c:v>
                </c:pt>
                <c:pt idx="211">
                  <c:v>#N/A</c:v>
                </c:pt>
                <c:pt idx="212">
                  <c:v>#N/A</c:v>
                </c:pt>
                <c:pt idx="213">
                  <c:v>#N/A</c:v>
                </c:pt>
                <c:pt idx="214">
                  <c:v>#N/A</c:v>
                </c:pt>
                <c:pt idx="215">
                  <c:v>#N/A</c:v>
                </c:pt>
                <c:pt idx="216">
                  <c:v>#N/A</c:v>
                </c:pt>
                <c:pt idx="217">
                  <c:v>#N/A</c:v>
                </c:pt>
                <c:pt idx="218">
                  <c:v>#N/A</c:v>
                </c:pt>
                <c:pt idx="219">
                  <c:v>#N/A</c:v>
                </c:pt>
                <c:pt idx="220">
                  <c:v>#N/A</c:v>
                </c:pt>
                <c:pt idx="221">
                  <c:v>#N/A</c:v>
                </c:pt>
                <c:pt idx="222">
                  <c:v>#N/A</c:v>
                </c:pt>
                <c:pt idx="223">
                  <c:v>#N/A</c:v>
                </c:pt>
                <c:pt idx="224">
                  <c:v>#N/A</c:v>
                </c:pt>
                <c:pt idx="225">
                  <c:v>#N/A</c:v>
                </c:pt>
                <c:pt idx="226">
                  <c:v>#N/A</c:v>
                </c:pt>
                <c:pt idx="227">
                  <c:v>#N/A</c:v>
                </c:pt>
                <c:pt idx="228">
                  <c:v>#N/A</c:v>
                </c:pt>
                <c:pt idx="229">
                  <c:v>#N/A</c:v>
                </c:pt>
                <c:pt idx="230">
                  <c:v>#N/A</c:v>
                </c:pt>
                <c:pt idx="231">
                  <c:v>#N/A</c:v>
                </c:pt>
                <c:pt idx="232">
                  <c:v>#N/A</c:v>
                </c:pt>
                <c:pt idx="233">
                  <c:v>#N/A</c:v>
                </c:pt>
                <c:pt idx="234">
                  <c:v>#N/A</c:v>
                </c:pt>
                <c:pt idx="235">
                  <c:v>#N/A</c:v>
                </c:pt>
                <c:pt idx="236">
                  <c:v>#N/A</c:v>
                </c:pt>
                <c:pt idx="237">
                  <c:v>#N/A</c:v>
                </c:pt>
                <c:pt idx="238">
                  <c:v>#N/A</c:v>
                </c:pt>
                <c:pt idx="239">
                  <c:v>#N/A</c:v>
                </c:pt>
                <c:pt idx="240">
                  <c:v>#N/A</c:v>
                </c:pt>
                <c:pt idx="241">
                  <c:v>#N/A</c:v>
                </c:pt>
                <c:pt idx="242">
                  <c:v>#N/A</c:v>
                </c:pt>
                <c:pt idx="243">
                  <c:v>#N/A</c:v>
                </c:pt>
                <c:pt idx="244">
                  <c:v>#N/A</c:v>
                </c:pt>
                <c:pt idx="245">
                  <c:v>#N/A</c:v>
                </c:pt>
                <c:pt idx="246">
                  <c:v>#N/A</c:v>
                </c:pt>
                <c:pt idx="247">
                  <c:v>#N/A</c:v>
                </c:pt>
                <c:pt idx="248">
                  <c:v>#N/A</c:v>
                </c:pt>
                <c:pt idx="249">
                  <c:v>#N/A</c:v>
                </c:pt>
                <c:pt idx="250">
                  <c:v>#N/A</c:v>
                </c:pt>
                <c:pt idx="251">
                  <c:v>#N/A</c:v>
                </c:pt>
                <c:pt idx="252">
                  <c:v>#N/A</c:v>
                </c:pt>
                <c:pt idx="253">
                  <c:v>#N/A</c:v>
                </c:pt>
                <c:pt idx="254">
                  <c:v>#N/A</c:v>
                </c:pt>
                <c:pt idx="255">
                  <c:v>#N/A</c:v>
                </c:pt>
                <c:pt idx="256">
                  <c:v>#N/A</c:v>
                </c:pt>
                <c:pt idx="257">
                  <c:v>#N/A</c:v>
                </c:pt>
                <c:pt idx="258">
                  <c:v>#N/A</c:v>
                </c:pt>
                <c:pt idx="259">
                  <c:v>#N/A</c:v>
                </c:pt>
                <c:pt idx="260">
                  <c:v>#N/A</c:v>
                </c:pt>
                <c:pt idx="261">
                  <c:v>#N/A</c:v>
                </c:pt>
                <c:pt idx="262">
                  <c:v>#N/A</c:v>
                </c:pt>
                <c:pt idx="263">
                  <c:v>#N/A</c:v>
                </c:pt>
                <c:pt idx="264">
                  <c:v>#N/A</c:v>
                </c:pt>
                <c:pt idx="265">
                  <c:v>#N/A</c:v>
                </c:pt>
                <c:pt idx="266">
                  <c:v>#N/A</c:v>
                </c:pt>
                <c:pt idx="267">
                  <c:v>#N/A</c:v>
                </c:pt>
                <c:pt idx="268">
                  <c:v>#N/A</c:v>
                </c:pt>
                <c:pt idx="269">
                  <c:v>#N/A</c:v>
                </c:pt>
                <c:pt idx="270">
                  <c:v>#N/A</c:v>
                </c:pt>
                <c:pt idx="271">
                  <c:v>#N/A</c:v>
                </c:pt>
                <c:pt idx="272">
                  <c:v>#N/A</c:v>
                </c:pt>
                <c:pt idx="273">
                  <c:v>#N/A</c:v>
                </c:pt>
                <c:pt idx="274">
                  <c:v>#N/A</c:v>
                </c:pt>
                <c:pt idx="275">
                  <c:v>#N/A</c:v>
                </c:pt>
                <c:pt idx="276">
                  <c:v>#N/A</c:v>
                </c:pt>
                <c:pt idx="277">
                  <c:v>#N/A</c:v>
                </c:pt>
                <c:pt idx="278">
                  <c:v>#N/A</c:v>
                </c:pt>
                <c:pt idx="279">
                  <c:v>#N/A</c:v>
                </c:pt>
                <c:pt idx="280">
                  <c:v>#N/A</c:v>
                </c:pt>
                <c:pt idx="281">
                  <c:v>#N/A</c:v>
                </c:pt>
                <c:pt idx="282">
                  <c:v>#N/A</c:v>
                </c:pt>
                <c:pt idx="283">
                  <c:v>#N/A</c:v>
                </c:pt>
                <c:pt idx="284">
                  <c:v>#N/A</c:v>
                </c:pt>
                <c:pt idx="285">
                  <c:v>#N/A</c:v>
                </c:pt>
                <c:pt idx="286">
                  <c:v>#N/A</c:v>
                </c:pt>
                <c:pt idx="287">
                  <c:v>#N/A</c:v>
                </c:pt>
                <c:pt idx="288">
                  <c:v>#N/A</c:v>
                </c:pt>
                <c:pt idx="289">
                  <c:v>#N/A</c:v>
                </c:pt>
                <c:pt idx="290">
                  <c:v>#N/A</c:v>
                </c:pt>
                <c:pt idx="291">
                  <c:v>#N/A</c:v>
                </c:pt>
                <c:pt idx="292">
                  <c:v>#N/A</c:v>
                </c:pt>
                <c:pt idx="293">
                  <c:v>#N/A</c:v>
                </c:pt>
                <c:pt idx="294">
                  <c:v>#N/A</c:v>
                </c:pt>
                <c:pt idx="295">
                  <c:v>#N/A</c:v>
                </c:pt>
                <c:pt idx="296">
                  <c:v>#N/A</c:v>
                </c:pt>
                <c:pt idx="297">
                  <c:v>#N/A</c:v>
                </c:pt>
                <c:pt idx="298">
                  <c:v>#N/A</c:v>
                </c:pt>
                <c:pt idx="299">
                  <c:v>#N/A</c:v>
                </c:pt>
                <c:pt idx="300">
                  <c:v>#N/A</c:v>
                </c:pt>
                <c:pt idx="301">
                  <c:v>#N/A</c:v>
                </c:pt>
                <c:pt idx="302">
                  <c:v>#N/A</c:v>
                </c:pt>
                <c:pt idx="303">
                  <c:v>#N/A</c:v>
                </c:pt>
                <c:pt idx="304">
                  <c:v>#N/A</c:v>
                </c:pt>
                <c:pt idx="305">
                  <c:v>#N/A</c:v>
                </c:pt>
                <c:pt idx="306">
                  <c:v>#N/A</c:v>
                </c:pt>
                <c:pt idx="307">
                  <c:v>#N/A</c:v>
                </c:pt>
                <c:pt idx="308">
                  <c:v>#N/A</c:v>
                </c:pt>
                <c:pt idx="309">
                  <c:v>#N/A</c:v>
                </c:pt>
                <c:pt idx="310">
                  <c:v>#N/A</c:v>
                </c:pt>
                <c:pt idx="311">
                  <c:v>#N/A</c:v>
                </c:pt>
                <c:pt idx="312">
                  <c:v>#N/A</c:v>
                </c:pt>
                <c:pt idx="313">
                  <c:v>#N/A</c:v>
                </c:pt>
                <c:pt idx="314">
                  <c:v>#N/A</c:v>
                </c:pt>
                <c:pt idx="315">
                  <c:v>#N/A</c:v>
                </c:pt>
                <c:pt idx="316">
                  <c:v>#N/A</c:v>
                </c:pt>
                <c:pt idx="317">
                  <c:v>#N/A</c:v>
                </c:pt>
                <c:pt idx="318">
                  <c:v>#N/A</c:v>
                </c:pt>
                <c:pt idx="319">
                  <c:v>#N/A</c:v>
                </c:pt>
                <c:pt idx="320">
                  <c:v>#N/A</c:v>
                </c:pt>
                <c:pt idx="321">
                  <c:v>#N/A</c:v>
                </c:pt>
                <c:pt idx="322">
                  <c:v>#N/A</c:v>
                </c:pt>
                <c:pt idx="323">
                  <c:v>#N/A</c:v>
                </c:pt>
                <c:pt idx="324">
                  <c:v>#N/A</c:v>
                </c:pt>
                <c:pt idx="325">
                  <c:v>#N/A</c:v>
                </c:pt>
                <c:pt idx="326">
                  <c:v>#N/A</c:v>
                </c:pt>
                <c:pt idx="327">
                  <c:v>#N/A</c:v>
                </c:pt>
                <c:pt idx="328">
                  <c:v>#N/A</c:v>
                </c:pt>
                <c:pt idx="329">
                  <c:v>#N/A</c:v>
                </c:pt>
                <c:pt idx="330">
                  <c:v>#N/A</c:v>
                </c:pt>
                <c:pt idx="331">
                  <c:v>#N/A</c:v>
                </c:pt>
                <c:pt idx="332">
                  <c:v>#N/A</c:v>
                </c:pt>
                <c:pt idx="333">
                  <c:v>#N/A</c:v>
                </c:pt>
                <c:pt idx="334">
                  <c:v>#N/A</c:v>
                </c:pt>
                <c:pt idx="335">
                  <c:v>#N/A</c:v>
                </c:pt>
                <c:pt idx="336">
                  <c:v>#N/A</c:v>
                </c:pt>
                <c:pt idx="337">
                  <c:v>#N/A</c:v>
                </c:pt>
                <c:pt idx="338">
                  <c:v>#N/A</c:v>
                </c:pt>
                <c:pt idx="339">
                  <c:v>#N/A</c:v>
                </c:pt>
                <c:pt idx="340">
                  <c:v>#N/A</c:v>
                </c:pt>
                <c:pt idx="341">
                  <c:v>#N/A</c:v>
                </c:pt>
                <c:pt idx="342">
                  <c:v>#N/A</c:v>
                </c:pt>
                <c:pt idx="343">
                  <c:v>#N/A</c:v>
                </c:pt>
                <c:pt idx="344">
                  <c:v>#N/A</c:v>
                </c:pt>
                <c:pt idx="345">
                  <c:v>#N/A</c:v>
                </c:pt>
                <c:pt idx="346">
                  <c:v>#N/A</c:v>
                </c:pt>
                <c:pt idx="347">
                  <c:v>#N/A</c:v>
                </c:pt>
                <c:pt idx="348">
                  <c:v>#N/A</c:v>
                </c:pt>
                <c:pt idx="349">
                  <c:v>#N/A</c:v>
                </c:pt>
                <c:pt idx="350">
                  <c:v>#N/A</c:v>
                </c:pt>
                <c:pt idx="351">
                  <c:v>#N/A</c:v>
                </c:pt>
                <c:pt idx="352">
                  <c:v>#N/A</c:v>
                </c:pt>
                <c:pt idx="353">
                  <c:v>#N/A</c:v>
                </c:pt>
                <c:pt idx="354">
                  <c:v>#N/A</c:v>
                </c:pt>
                <c:pt idx="355">
                  <c:v>#N/A</c:v>
                </c:pt>
                <c:pt idx="356">
                  <c:v>#N/A</c:v>
                </c:pt>
                <c:pt idx="357">
                  <c:v>#N/A</c:v>
                </c:pt>
                <c:pt idx="358">
                  <c:v>#N/A</c:v>
                </c:pt>
                <c:pt idx="359">
                  <c:v>#N/A</c:v>
                </c:pt>
                <c:pt idx="360">
                  <c:v>#N/A</c:v>
                </c:pt>
                <c:pt idx="361">
                  <c:v>#N/A</c:v>
                </c:pt>
                <c:pt idx="362">
                  <c:v>#N/A</c:v>
                </c:pt>
                <c:pt idx="363">
                  <c:v>#N/A</c:v>
                </c:pt>
                <c:pt idx="364">
                  <c:v>#N/A</c:v>
                </c:pt>
                <c:pt idx="365">
                  <c:v>#N/A</c:v>
                </c:pt>
                <c:pt idx="366">
                  <c:v>#N/A</c:v>
                </c:pt>
                <c:pt idx="367">
                  <c:v>#N/A</c:v>
                </c:pt>
                <c:pt idx="368">
                  <c:v>#N/A</c:v>
                </c:pt>
                <c:pt idx="369">
                  <c:v>#N/A</c:v>
                </c:pt>
                <c:pt idx="370">
                  <c:v>#N/A</c:v>
                </c:pt>
                <c:pt idx="371">
                  <c:v>#N/A</c:v>
                </c:pt>
                <c:pt idx="372">
                  <c:v>#N/A</c:v>
                </c:pt>
                <c:pt idx="373">
                  <c:v>#N/A</c:v>
                </c:pt>
                <c:pt idx="374">
                  <c:v>#N/A</c:v>
                </c:pt>
                <c:pt idx="375">
                  <c:v>#N/A</c:v>
                </c:pt>
                <c:pt idx="376">
                  <c:v>#N/A</c:v>
                </c:pt>
                <c:pt idx="377">
                  <c:v>#N/A</c:v>
                </c:pt>
                <c:pt idx="378">
                  <c:v>#N/A</c:v>
                </c:pt>
                <c:pt idx="379">
                  <c:v>#N/A</c:v>
                </c:pt>
                <c:pt idx="380">
                  <c:v>#N/A</c:v>
                </c:pt>
                <c:pt idx="381">
                  <c:v>#N/A</c:v>
                </c:pt>
                <c:pt idx="382">
                  <c:v>#N/A</c:v>
                </c:pt>
                <c:pt idx="383">
                  <c:v>#N/A</c:v>
                </c:pt>
                <c:pt idx="384">
                  <c:v>#N/A</c:v>
                </c:pt>
                <c:pt idx="385">
                  <c:v>#N/A</c:v>
                </c:pt>
                <c:pt idx="386">
                  <c:v>#N/A</c:v>
                </c:pt>
                <c:pt idx="387">
                  <c:v>#N/A</c:v>
                </c:pt>
                <c:pt idx="388">
                  <c:v>#N/A</c:v>
                </c:pt>
                <c:pt idx="389">
                  <c:v>#N/A</c:v>
                </c:pt>
                <c:pt idx="390">
                  <c:v>#N/A</c:v>
                </c:pt>
                <c:pt idx="391">
                  <c:v>#N/A</c:v>
                </c:pt>
                <c:pt idx="392">
                  <c:v>#N/A</c:v>
                </c:pt>
                <c:pt idx="393">
                  <c:v>#N/A</c:v>
                </c:pt>
                <c:pt idx="394">
                  <c:v>#N/A</c:v>
                </c:pt>
                <c:pt idx="395">
                  <c:v>#N/A</c:v>
                </c:pt>
                <c:pt idx="396">
                  <c:v>#N/A</c:v>
                </c:pt>
                <c:pt idx="397">
                  <c:v>#N/A</c:v>
                </c:pt>
                <c:pt idx="398">
                  <c:v>#N/A</c:v>
                </c:pt>
                <c:pt idx="399">
                  <c:v>#N/A</c:v>
                </c:pt>
                <c:pt idx="400">
                  <c:v>#N/A</c:v>
                </c:pt>
                <c:pt idx="401">
                  <c:v>#N/A</c:v>
                </c:pt>
                <c:pt idx="402">
                  <c:v>#N/A</c:v>
                </c:pt>
                <c:pt idx="403">
                  <c:v>#N/A</c:v>
                </c:pt>
                <c:pt idx="404">
                  <c:v>#N/A</c:v>
                </c:pt>
                <c:pt idx="405">
                  <c:v>#N/A</c:v>
                </c:pt>
                <c:pt idx="406">
                  <c:v>#N/A</c:v>
                </c:pt>
                <c:pt idx="407">
                  <c:v>#N/A</c:v>
                </c:pt>
                <c:pt idx="408">
                  <c:v>#N/A</c:v>
                </c:pt>
                <c:pt idx="409">
                  <c:v>#N/A</c:v>
                </c:pt>
                <c:pt idx="410">
                  <c:v>#N/A</c:v>
                </c:pt>
                <c:pt idx="411">
                  <c:v>#N/A</c:v>
                </c:pt>
                <c:pt idx="412">
                  <c:v>#N/A</c:v>
                </c:pt>
                <c:pt idx="413">
                  <c:v>#N/A</c:v>
                </c:pt>
                <c:pt idx="414">
                  <c:v>#N/A</c:v>
                </c:pt>
                <c:pt idx="415">
                  <c:v>#N/A</c:v>
                </c:pt>
                <c:pt idx="416">
                  <c:v>#N/A</c:v>
                </c:pt>
                <c:pt idx="417">
                  <c:v>#N/A</c:v>
                </c:pt>
                <c:pt idx="418">
                  <c:v>#N/A</c:v>
                </c:pt>
                <c:pt idx="419">
                  <c:v>#N/A</c:v>
                </c:pt>
                <c:pt idx="420">
                  <c:v>#N/A</c:v>
                </c:pt>
                <c:pt idx="421">
                  <c:v>#N/A</c:v>
                </c:pt>
                <c:pt idx="422">
                  <c:v>#N/A</c:v>
                </c:pt>
                <c:pt idx="423">
                  <c:v>#N/A</c:v>
                </c:pt>
                <c:pt idx="424">
                  <c:v>#N/A</c:v>
                </c:pt>
                <c:pt idx="425">
                  <c:v>#N/A</c:v>
                </c:pt>
                <c:pt idx="426">
                  <c:v>#N/A</c:v>
                </c:pt>
                <c:pt idx="427">
                  <c:v>#N/A</c:v>
                </c:pt>
                <c:pt idx="428">
                  <c:v>#N/A</c:v>
                </c:pt>
                <c:pt idx="429">
                  <c:v>#N/A</c:v>
                </c:pt>
                <c:pt idx="430">
                  <c:v>#N/A</c:v>
                </c:pt>
                <c:pt idx="431">
                  <c:v>#N/A</c:v>
                </c:pt>
                <c:pt idx="432">
                  <c:v>#N/A</c:v>
                </c:pt>
                <c:pt idx="433">
                  <c:v>#N/A</c:v>
                </c:pt>
                <c:pt idx="434">
                  <c:v>#N/A</c:v>
                </c:pt>
                <c:pt idx="435">
                  <c:v>#N/A</c:v>
                </c:pt>
                <c:pt idx="436">
                  <c:v>#N/A</c:v>
                </c:pt>
                <c:pt idx="437">
                  <c:v>#N/A</c:v>
                </c:pt>
                <c:pt idx="438">
                  <c:v>#N/A</c:v>
                </c:pt>
                <c:pt idx="439">
                  <c:v>#N/A</c:v>
                </c:pt>
                <c:pt idx="440">
                  <c:v>#N/A</c:v>
                </c:pt>
                <c:pt idx="441">
                  <c:v>#N/A</c:v>
                </c:pt>
                <c:pt idx="442">
                  <c:v>#N/A</c:v>
                </c:pt>
                <c:pt idx="443">
                  <c:v>#N/A</c:v>
                </c:pt>
                <c:pt idx="444">
                  <c:v>#N/A</c:v>
                </c:pt>
                <c:pt idx="445">
                  <c:v>#N/A</c:v>
                </c:pt>
                <c:pt idx="446">
                  <c:v>#N/A</c:v>
                </c:pt>
                <c:pt idx="447">
                  <c:v>#N/A</c:v>
                </c:pt>
                <c:pt idx="448">
                  <c:v>#N/A</c:v>
                </c:pt>
                <c:pt idx="449">
                  <c:v>#N/A</c:v>
                </c:pt>
                <c:pt idx="450">
                  <c:v>#N/A</c:v>
                </c:pt>
                <c:pt idx="451">
                  <c:v>#N/A</c:v>
                </c:pt>
                <c:pt idx="452">
                  <c:v>#N/A</c:v>
                </c:pt>
                <c:pt idx="453">
                  <c:v>#N/A</c:v>
                </c:pt>
                <c:pt idx="454">
                  <c:v>#N/A</c:v>
                </c:pt>
                <c:pt idx="455">
                  <c:v>#N/A</c:v>
                </c:pt>
                <c:pt idx="456">
                  <c:v>#N/A</c:v>
                </c:pt>
                <c:pt idx="457">
                  <c:v>#N/A</c:v>
                </c:pt>
                <c:pt idx="458">
                  <c:v>#N/A</c:v>
                </c:pt>
                <c:pt idx="459">
                  <c:v>#N/A</c:v>
                </c:pt>
                <c:pt idx="460">
                  <c:v>#N/A</c:v>
                </c:pt>
                <c:pt idx="461">
                  <c:v>#N/A</c:v>
                </c:pt>
                <c:pt idx="462">
                  <c:v>#N/A</c:v>
                </c:pt>
                <c:pt idx="463">
                  <c:v>#N/A</c:v>
                </c:pt>
                <c:pt idx="464">
                  <c:v>#N/A</c:v>
                </c:pt>
                <c:pt idx="465">
                  <c:v>#N/A</c:v>
                </c:pt>
                <c:pt idx="466">
                  <c:v>#N/A</c:v>
                </c:pt>
                <c:pt idx="467">
                  <c:v>#N/A</c:v>
                </c:pt>
                <c:pt idx="468">
                  <c:v>#N/A</c:v>
                </c:pt>
                <c:pt idx="469">
                  <c:v>#N/A</c:v>
                </c:pt>
                <c:pt idx="470">
                  <c:v>#N/A</c:v>
                </c:pt>
                <c:pt idx="471">
                  <c:v>#N/A</c:v>
                </c:pt>
                <c:pt idx="472">
                  <c:v>#N/A</c:v>
                </c:pt>
                <c:pt idx="473">
                  <c:v>#N/A</c:v>
                </c:pt>
                <c:pt idx="474">
                  <c:v>#N/A</c:v>
                </c:pt>
                <c:pt idx="475">
                  <c:v>#N/A</c:v>
                </c:pt>
                <c:pt idx="476">
                  <c:v>#N/A</c:v>
                </c:pt>
                <c:pt idx="477">
                  <c:v>#N/A</c:v>
                </c:pt>
                <c:pt idx="478">
                  <c:v>#N/A</c:v>
                </c:pt>
                <c:pt idx="479">
                  <c:v>#N/A</c:v>
                </c:pt>
                <c:pt idx="480">
                  <c:v>#N/A</c:v>
                </c:pt>
                <c:pt idx="481">
                  <c:v>#N/A</c:v>
                </c:pt>
                <c:pt idx="482">
                  <c:v>#N/A</c:v>
                </c:pt>
                <c:pt idx="483">
                  <c:v>#N/A</c:v>
                </c:pt>
                <c:pt idx="484">
                  <c:v>#N/A</c:v>
                </c:pt>
                <c:pt idx="485">
                  <c:v>#N/A</c:v>
                </c:pt>
                <c:pt idx="486">
                  <c:v>#N/A</c:v>
                </c:pt>
                <c:pt idx="487">
                  <c:v>#N/A</c:v>
                </c:pt>
                <c:pt idx="488">
                  <c:v>#N/A</c:v>
                </c:pt>
                <c:pt idx="489">
                  <c:v>#N/A</c:v>
                </c:pt>
                <c:pt idx="490">
                  <c:v>#N/A</c:v>
                </c:pt>
                <c:pt idx="491">
                  <c:v>#N/A</c:v>
                </c:pt>
                <c:pt idx="492">
                  <c:v>#N/A</c:v>
                </c:pt>
                <c:pt idx="493">
                  <c:v>#N/A</c:v>
                </c:pt>
                <c:pt idx="494">
                  <c:v>#N/A</c:v>
                </c:pt>
                <c:pt idx="495">
                  <c:v>#N/A</c:v>
                </c:pt>
                <c:pt idx="496">
                  <c:v>#N/A</c:v>
                </c:pt>
                <c:pt idx="497">
                  <c:v>#N/A</c:v>
                </c:pt>
                <c:pt idx="498">
                  <c:v>#N/A</c:v>
                </c:pt>
                <c:pt idx="499">
                  <c:v>#N/A</c:v>
                </c:pt>
                <c:pt idx="500">
                  <c:v>#N/A</c:v>
                </c:pt>
                <c:pt idx="501">
                  <c:v>#N/A</c:v>
                </c:pt>
                <c:pt idx="502">
                  <c:v>#N/A</c:v>
                </c:pt>
                <c:pt idx="503">
                  <c:v>#N/A</c:v>
                </c:pt>
                <c:pt idx="504">
                  <c:v>#N/A</c:v>
                </c:pt>
                <c:pt idx="505">
                  <c:v>#N/A</c:v>
                </c:pt>
                <c:pt idx="506">
                  <c:v>#N/A</c:v>
                </c:pt>
                <c:pt idx="507">
                  <c:v>#N/A</c:v>
                </c:pt>
                <c:pt idx="508">
                  <c:v>#N/A</c:v>
                </c:pt>
                <c:pt idx="509">
                  <c:v>#N/A</c:v>
                </c:pt>
                <c:pt idx="510">
                  <c:v>#N/A</c:v>
                </c:pt>
                <c:pt idx="511">
                  <c:v>#N/A</c:v>
                </c:pt>
                <c:pt idx="512">
                  <c:v>#N/A</c:v>
                </c:pt>
                <c:pt idx="513">
                  <c:v>#N/A</c:v>
                </c:pt>
                <c:pt idx="514">
                  <c:v>#N/A</c:v>
                </c:pt>
                <c:pt idx="515">
                  <c:v>#N/A</c:v>
                </c:pt>
                <c:pt idx="516">
                  <c:v>#N/A</c:v>
                </c:pt>
                <c:pt idx="517">
                  <c:v>#N/A</c:v>
                </c:pt>
                <c:pt idx="518">
                  <c:v>#N/A</c:v>
                </c:pt>
                <c:pt idx="519">
                  <c:v>#N/A</c:v>
                </c:pt>
                <c:pt idx="520">
                  <c:v>#N/A</c:v>
                </c:pt>
                <c:pt idx="521">
                  <c:v>#N/A</c:v>
                </c:pt>
                <c:pt idx="522">
                  <c:v>#N/A</c:v>
                </c:pt>
                <c:pt idx="523">
                  <c:v>#N/A</c:v>
                </c:pt>
                <c:pt idx="524">
                  <c:v>#N/A</c:v>
                </c:pt>
                <c:pt idx="525">
                  <c:v>#N/A</c:v>
                </c:pt>
                <c:pt idx="526">
                  <c:v>#N/A</c:v>
                </c:pt>
                <c:pt idx="527">
                  <c:v>#N/A</c:v>
                </c:pt>
                <c:pt idx="528">
                  <c:v>#N/A</c:v>
                </c:pt>
                <c:pt idx="529">
                  <c:v>#N/A</c:v>
                </c:pt>
                <c:pt idx="530">
                  <c:v>#N/A</c:v>
                </c:pt>
                <c:pt idx="531">
                  <c:v>#N/A</c:v>
                </c:pt>
                <c:pt idx="532">
                  <c:v>#N/A</c:v>
                </c:pt>
                <c:pt idx="533">
                  <c:v>#N/A</c:v>
                </c:pt>
                <c:pt idx="534">
                  <c:v>#N/A</c:v>
                </c:pt>
                <c:pt idx="535">
                  <c:v>#N/A</c:v>
                </c:pt>
                <c:pt idx="536">
                  <c:v>#N/A</c:v>
                </c:pt>
                <c:pt idx="537">
                  <c:v>#N/A</c:v>
                </c:pt>
                <c:pt idx="538">
                  <c:v>#N/A</c:v>
                </c:pt>
                <c:pt idx="539">
                  <c:v>#N/A</c:v>
                </c:pt>
                <c:pt idx="540">
                  <c:v>#N/A</c:v>
                </c:pt>
                <c:pt idx="541">
                  <c:v>#N/A</c:v>
                </c:pt>
                <c:pt idx="542">
                  <c:v>#N/A</c:v>
                </c:pt>
                <c:pt idx="543">
                  <c:v>#N/A</c:v>
                </c:pt>
                <c:pt idx="544">
                  <c:v>#N/A</c:v>
                </c:pt>
                <c:pt idx="545">
                  <c:v>#N/A</c:v>
                </c:pt>
                <c:pt idx="546">
                  <c:v>#N/A</c:v>
                </c:pt>
                <c:pt idx="547">
                  <c:v>#N/A</c:v>
                </c:pt>
                <c:pt idx="548">
                  <c:v>#N/A</c:v>
                </c:pt>
                <c:pt idx="549">
                  <c:v>#N/A</c:v>
                </c:pt>
                <c:pt idx="550">
                  <c:v>#N/A</c:v>
                </c:pt>
                <c:pt idx="551">
                  <c:v>#N/A</c:v>
                </c:pt>
                <c:pt idx="552">
                  <c:v>#N/A</c:v>
                </c:pt>
                <c:pt idx="553">
                  <c:v>#N/A</c:v>
                </c:pt>
                <c:pt idx="554">
                  <c:v>#N/A</c:v>
                </c:pt>
                <c:pt idx="555">
                  <c:v>#N/A</c:v>
                </c:pt>
                <c:pt idx="556">
                  <c:v>#N/A</c:v>
                </c:pt>
                <c:pt idx="557">
                  <c:v>#N/A</c:v>
                </c:pt>
                <c:pt idx="558">
                  <c:v>#N/A</c:v>
                </c:pt>
                <c:pt idx="559">
                  <c:v>#N/A</c:v>
                </c:pt>
                <c:pt idx="560">
                  <c:v>#N/A</c:v>
                </c:pt>
                <c:pt idx="561">
                  <c:v>#N/A</c:v>
                </c:pt>
                <c:pt idx="562">
                  <c:v>#N/A</c:v>
                </c:pt>
                <c:pt idx="563">
                  <c:v>#N/A</c:v>
                </c:pt>
                <c:pt idx="564">
                  <c:v>#N/A</c:v>
                </c:pt>
                <c:pt idx="565">
                  <c:v>#N/A</c:v>
                </c:pt>
                <c:pt idx="566">
                  <c:v>#N/A</c:v>
                </c:pt>
                <c:pt idx="567">
                  <c:v>#N/A</c:v>
                </c:pt>
                <c:pt idx="568">
                  <c:v>#N/A</c:v>
                </c:pt>
                <c:pt idx="569">
                  <c:v>#N/A</c:v>
                </c:pt>
                <c:pt idx="570">
                  <c:v>#N/A</c:v>
                </c:pt>
                <c:pt idx="571">
                  <c:v>#N/A</c:v>
                </c:pt>
                <c:pt idx="572">
                  <c:v>#N/A</c:v>
                </c:pt>
                <c:pt idx="573">
                  <c:v>#N/A</c:v>
                </c:pt>
                <c:pt idx="574">
                  <c:v>#N/A</c:v>
                </c:pt>
                <c:pt idx="575">
                  <c:v>#N/A</c:v>
                </c:pt>
                <c:pt idx="576">
                  <c:v>#N/A</c:v>
                </c:pt>
                <c:pt idx="577">
                  <c:v>#N/A</c:v>
                </c:pt>
                <c:pt idx="578">
                  <c:v>#N/A</c:v>
                </c:pt>
                <c:pt idx="579">
                  <c:v>#N/A</c:v>
                </c:pt>
                <c:pt idx="580">
                  <c:v>#N/A</c:v>
                </c:pt>
                <c:pt idx="581">
                  <c:v>#N/A</c:v>
                </c:pt>
                <c:pt idx="582">
                  <c:v>#N/A</c:v>
                </c:pt>
                <c:pt idx="583">
                  <c:v>#N/A</c:v>
                </c:pt>
                <c:pt idx="584">
                  <c:v>#N/A</c:v>
                </c:pt>
                <c:pt idx="585">
                  <c:v>#N/A</c:v>
                </c:pt>
                <c:pt idx="586">
                  <c:v>#N/A</c:v>
                </c:pt>
                <c:pt idx="587">
                  <c:v>#N/A</c:v>
                </c:pt>
                <c:pt idx="588">
                  <c:v>#N/A</c:v>
                </c:pt>
                <c:pt idx="589">
                  <c:v>#N/A</c:v>
                </c:pt>
                <c:pt idx="590">
                  <c:v>#N/A</c:v>
                </c:pt>
                <c:pt idx="591">
                  <c:v>#N/A</c:v>
                </c:pt>
                <c:pt idx="592">
                  <c:v>#N/A</c:v>
                </c:pt>
                <c:pt idx="593">
                  <c:v>#N/A</c:v>
                </c:pt>
                <c:pt idx="594">
                  <c:v>#N/A</c:v>
                </c:pt>
                <c:pt idx="595">
                  <c:v>#N/A</c:v>
                </c:pt>
                <c:pt idx="596">
                  <c:v>#N/A</c:v>
                </c:pt>
                <c:pt idx="597">
                  <c:v>#N/A</c:v>
                </c:pt>
                <c:pt idx="598">
                  <c:v>#N/A</c:v>
                </c:pt>
                <c:pt idx="599">
                  <c:v>#N/A</c:v>
                </c:pt>
                <c:pt idx="600">
                  <c:v>#N/A</c:v>
                </c:pt>
                <c:pt idx="601">
                  <c:v>#N/A</c:v>
                </c:pt>
                <c:pt idx="602">
                  <c:v>#N/A</c:v>
                </c:pt>
                <c:pt idx="603">
                  <c:v>#N/A</c:v>
                </c:pt>
                <c:pt idx="604">
                  <c:v>#N/A</c:v>
                </c:pt>
                <c:pt idx="605">
                  <c:v>#N/A</c:v>
                </c:pt>
                <c:pt idx="606">
                  <c:v>#N/A</c:v>
                </c:pt>
                <c:pt idx="607">
                  <c:v>#N/A</c:v>
                </c:pt>
                <c:pt idx="608">
                  <c:v>#N/A</c:v>
                </c:pt>
                <c:pt idx="609">
                  <c:v>#N/A</c:v>
                </c:pt>
                <c:pt idx="610">
                  <c:v>#N/A</c:v>
                </c:pt>
                <c:pt idx="611">
                  <c:v>#N/A</c:v>
                </c:pt>
                <c:pt idx="612">
                  <c:v>#N/A</c:v>
                </c:pt>
                <c:pt idx="613">
                  <c:v>#N/A</c:v>
                </c:pt>
                <c:pt idx="614">
                  <c:v>#N/A</c:v>
                </c:pt>
                <c:pt idx="615">
                  <c:v>#N/A</c:v>
                </c:pt>
                <c:pt idx="616">
                  <c:v>#N/A</c:v>
                </c:pt>
                <c:pt idx="617">
                  <c:v>#N/A</c:v>
                </c:pt>
                <c:pt idx="618">
                  <c:v>#N/A</c:v>
                </c:pt>
                <c:pt idx="619">
                  <c:v>#N/A</c:v>
                </c:pt>
                <c:pt idx="620">
                  <c:v>#N/A</c:v>
                </c:pt>
                <c:pt idx="621">
                  <c:v>#N/A</c:v>
                </c:pt>
                <c:pt idx="622">
                  <c:v>#N/A</c:v>
                </c:pt>
                <c:pt idx="623">
                  <c:v>#N/A</c:v>
                </c:pt>
                <c:pt idx="624">
                  <c:v>#N/A</c:v>
                </c:pt>
                <c:pt idx="625">
                  <c:v>#N/A</c:v>
                </c:pt>
                <c:pt idx="626">
                  <c:v>#N/A</c:v>
                </c:pt>
                <c:pt idx="627">
                  <c:v>#N/A</c:v>
                </c:pt>
                <c:pt idx="628">
                  <c:v>#N/A</c:v>
                </c:pt>
                <c:pt idx="629">
                  <c:v>#N/A</c:v>
                </c:pt>
                <c:pt idx="630">
                  <c:v>#N/A</c:v>
                </c:pt>
                <c:pt idx="631">
                  <c:v>#N/A</c:v>
                </c:pt>
                <c:pt idx="632">
                  <c:v>#N/A</c:v>
                </c:pt>
                <c:pt idx="633">
                  <c:v>#N/A</c:v>
                </c:pt>
                <c:pt idx="634">
                  <c:v>#N/A</c:v>
                </c:pt>
                <c:pt idx="635">
                  <c:v>#N/A</c:v>
                </c:pt>
                <c:pt idx="636">
                  <c:v>#N/A</c:v>
                </c:pt>
                <c:pt idx="637">
                  <c:v>#N/A</c:v>
                </c:pt>
                <c:pt idx="638">
                  <c:v>#N/A</c:v>
                </c:pt>
                <c:pt idx="639">
                  <c:v>#N/A</c:v>
                </c:pt>
                <c:pt idx="640">
                  <c:v>#N/A</c:v>
                </c:pt>
                <c:pt idx="641">
                  <c:v>#N/A</c:v>
                </c:pt>
                <c:pt idx="642">
                  <c:v>#N/A</c:v>
                </c:pt>
                <c:pt idx="643">
                  <c:v>#N/A</c:v>
                </c:pt>
                <c:pt idx="644">
                  <c:v>#N/A</c:v>
                </c:pt>
                <c:pt idx="645">
                  <c:v>#N/A</c:v>
                </c:pt>
                <c:pt idx="646">
                  <c:v>#N/A</c:v>
                </c:pt>
                <c:pt idx="647">
                  <c:v>#N/A</c:v>
                </c:pt>
                <c:pt idx="648">
                  <c:v>#N/A</c:v>
                </c:pt>
                <c:pt idx="649">
                  <c:v>#N/A</c:v>
                </c:pt>
                <c:pt idx="650">
                  <c:v>#N/A</c:v>
                </c:pt>
                <c:pt idx="651">
                  <c:v>#N/A</c:v>
                </c:pt>
                <c:pt idx="652">
                  <c:v>#N/A</c:v>
                </c:pt>
                <c:pt idx="653">
                  <c:v>#N/A</c:v>
                </c:pt>
                <c:pt idx="654">
                  <c:v>#N/A</c:v>
                </c:pt>
                <c:pt idx="655">
                  <c:v>#N/A</c:v>
                </c:pt>
                <c:pt idx="656">
                  <c:v>#N/A</c:v>
                </c:pt>
                <c:pt idx="657">
                  <c:v>#N/A</c:v>
                </c:pt>
                <c:pt idx="658">
                  <c:v>#N/A</c:v>
                </c:pt>
                <c:pt idx="659">
                  <c:v>#N/A</c:v>
                </c:pt>
                <c:pt idx="660">
                  <c:v>#N/A</c:v>
                </c:pt>
                <c:pt idx="661">
                  <c:v>#N/A</c:v>
                </c:pt>
                <c:pt idx="662">
                  <c:v>#N/A</c:v>
                </c:pt>
                <c:pt idx="663">
                  <c:v>#N/A</c:v>
                </c:pt>
                <c:pt idx="664">
                  <c:v>#N/A</c:v>
                </c:pt>
                <c:pt idx="665">
                  <c:v>#N/A</c:v>
                </c:pt>
                <c:pt idx="666">
                  <c:v>#N/A</c:v>
                </c:pt>
                <c:pt idx="667">
                  <c:v>#N/A</c:v>
                </c:pt>
                <c:pt idx="668">
                  <c:v>#N/A</c:v>
                </c:pt>
                <c:pt idx="669">
                  <c:v>#N/A</c:v>
                </c:pt>
                <c:pt idx="670">
                  <c:v>#N/A</c:v>
                </c:pt>
                <c:pt idx="671">
                  <c:v>#N/A</c:v>
                </c:pt>
                <c:pt idx="672">
                  <c:v>#N/A</c:v>
                </c:pt>
                <c:pt idx="673">
                  <c:v>#N/A</c:v>
                </c:pt>
                <c:pt idx="674">
                  <c:v>#N/A</c:v>
                </c:pt>
                <c:pt idx="675">
                  <c:v>#N/A</c:v>
                </c:pt>
                <c:pt idx="676">
                  <c:v>#N/A</c:v>
                </c:pt>
                <c:pt idx="677">
                  <c:v>#N/A</c:v>
                </c:pt>
                <c:pt idx="678">
                  <c:v>#N/A</c:v>
                </c:pt>
                <c:pt idx="679">
                  <c:v>#N/A</c:v>
                </c:pt>
                <c:pt idx="680">
                  <c:v>#N/A</c:v>
                </c:pt>
                <c:pt idx="681">
                  <c:v>#N/A</c:v>
                </c:pt>
                <c:pt idx="682">
                  <c:v>#N/A</c:v>
                </c:pt>
                <c:pt idx="683">
                  <c:v>#N/A</c:v>
                </c:pt>
                <c:pt idx="684">
                  <c:v>#N/A</c:v>
                </c:pt>
                <c:pt idx="685">
                  <c:v>#N/A</c:v>
                </c:pt>
                <c:pt idx="686">
                  <c:v>#N/A</c:v>
                </c:pt>
                <c:pt idx="687">
                  <c:v>#N/A</c:v>
                </c:pt>
                <c:pt idx="688">
                  <c:v>#N/A</c:v>
                </c:pt>
                <c:pt idx="689">
                  <c:v>#N/A</c:v>
                </c:pt>
                <c:pt idx="690">
                  <c:v>#N/A</c:v>
                </c:pt>
                <c:pt idx="691">
                  <c:v>#N/A</c:v>
                </c:pt>
                <c:pt idx="692">
                  <c:v>#N/A</c:v>
                </c:pt>
                <c:pt idx="693">
                  <c:v>#N/A</c:v>
                </c:pt>
                <c:pt idx="694">
                  <c:v>#N/A</c:v>
                </c:pt>
                <c:pt idx="695">
                  <c:v>#N/A</c:v>
                </c:pt>
                <c:pt idx="696">
                  <c:v>#N/A</c:v>
                </c:pt>
                <c:pt idx="697">
                  <c:v>#N/A</c:v>
                </c:pt>
                <c:pt idx="698">
                  <c:v>#N/A</c:v>
                </c:pt>
                <c:pt idx="699">
                  <c:v>#N/A</c:v>
                </c:pt>
                <c:pt idx="700">
                  <c:v>#N/A</c:v>
                </c:pt>
                <c:pt idx="701">
                  <c:v>#N/A</c:v>
                </c:pt>
                <c:pt idx="702">
                  <c:v>#N/A</c:v>
                </c:pt>
                <c:pt idx="703">
                  <c:v>#N/A</c:v>
                </c:pt>
                <c:pt idx="704">
                  <c:v>#N/A</c:v>
                </c:pt>
                <c:pt idx="705">
                  <c:v>#N/A</c:v>
                </c:pt>
                <c:pt idx="706">
                  <c:v>#N/A</c:v>
                </c:pt>
                <c:pt idx="707">
                  <c:v>#N/A</c:v>
                </c:pt>
                <c:pt idx="708">
                  <c:v>#N/A</c:v>
                </c:pt>
                <c:pt idx="709">
                  <c:v>#N/A</c:v>
                </c:pt>
                <c:pt idx="710">
                  <c:v>#N/A</c:v>
                </c:pt>
                <c:pt idx="711">
                  <c:v>#N/A</c:v>
                </c:pt>
                <c:pt idx="712">
                  <c:v>#N/A</c:v>
                </c:pt>
                <c:pt idx="713">
                  <c:v>#N/A</c:v>
                </c:pt>
                <c:pt idx="714">
                  <c:v>#N/A</c:v>
                </c:pt>
                <c:pt idx="715">
                  <c:v>#N/A</c:v>
                </c:pt>
                <c:pt idx="716">
                  <c:v>#N/A</c:v>
                </c:pt>
                <c:pt idx="717">
                  <c:v>#N/A</c:v>
                </c:pt>
                <c:pt idx="718">
                  <c:v>#N/A</c:v>
                </c:pt>
                <c:pt idx="719">
                  <c:v>#N/A</c:v>
                </c:pt>
                <c:pt idx="720">
                  <c:v>#N/A</c:v>
                </c:pt>
                <c:pt idx="721">
                  <c:v>#N/A</c:v>
                </c:pt>
                <c:pt idx="722">
                  <c:v>#N/A</c:v>
                </c:pt>
                <c:pt idx="723">
                  <c:v>#N/A</c:v>
                </c:pt>
                <c:pt idx="724">
                  <c:v>#N/A</c:v>
                </c:pt>
                <c:pt idx="725">
                  <c:v>#N/A</c:v>
                </c:pt>
                <c:pt idx="726">
                  <c:v>#N/A</c:v>
                </c:pt>
                <c:pt idx="727">
                  <c:v>#N/A</c:v>
                </c:pt>
                <c:pt idx="728">
                  <c:v>#N/A</c:v>
                </c:pt>
                <c:pt idx="729">
                  <c:v>#N/A</c:v>
                </c:pt>
                <c:pt idx="730">
                  <c:v>#N/A</c:v>
                </c:pt>
                <c:pt idx="731">
                  <c:v>#N/A</c:v>
                </c:pt>
                <c:pt idx="732">
                  <c:v>#N/A</c:v>
                </c:pt>
                <c:pt idx="733">
                  <c:v>#N/A</c:v>
                </c:pt>
                <c:pt idx="734">
                  <c:v>#N/A</c:v>
                </c:pt>
                <c:pt idx="735">
                  <c:v>#N/A</c:v>
                </c:pt>
                <c:pt idx="736">
                  <c:v>#N/A</c:v>
                </c:pt>
                <c:pt idx="737">
                  <c:v>#N/A</c:v>
                </c:pt>
                <c:pt idx="738">
                  <c:v>#N/A</c:v>
                </c:pt>
                <c:pt idx="739">
                  <c:v>#N/A</c:v>
                </c:pt>
                <c:pt idx="740">
                  <c:v>#N/A</c:v>
                </c:pt>
                <c:pt idx="741">
                  <c:v>#N/A</c:v>
                </c:pt>
                <c:pt idx="742">
                  <c:v>#N/A</c:v>
                </c:pt>
                <c:pt idx="743">
                  <c:v>#N/A</c:v>
                </c:pt>
                <c:pt idx="744">
                  <c:v>#N/A</c:v>
                </c:pt>
                <c:pt idx="745">
                  <c:v>#N/A</c:v>
                </c:pt>
                <c:pt idx="746">
                  <c:v>#N/A</c:v>
                </c:pt>
                <c:pt idx="747">
                  <c:v>#N/A</c:v>
                </c:pt>
                <c:pt idx="748">
                  <c:v>#N/A</c:v>
                </c:pt>
                <c:pt idx="749">
                  <c:v>#N/A</c:v>
                </c:pt>
                <c:pt idx="750">
                  <c:v>#N/A</c:v>
                </c:pt>
                <c:pt idx="751">
                  <c:v>#N/A</c:v>
                </c:pt>
                <c:pt idx="752">
                  <c:v>#N/A</c:v>
                </c:pt>
                <c:pt idx="753">
                  <c:v>#N/A</c:v>
                </c:pt>
                <c:pt idx="754">
                  <c:v>#N/A</c:v>
                </c:pt>
                <c:pt idx="755">
                  <c:v>#N/A</c:v>
                </c:pt>
                <c:pt idx="756">
                  <c:v>#N/A</c:v>
                </c:pt>
                <c:pt idx="757">
                  <c:v>#N/A</c:v>
                </c:pt>
                <c:pt idx="758">
                  <c:v>#N/A</c:v>
                </c:pt>
                <c:pt idx="759">
                  <c:v>#N/A</c:v>
                </c:pt>
                <c:pt idx="760">
                  <c:v>#N/A</c:v>
                </c:pt>
                <c:pt idx="761">
                  <c:v>#N/A</c:v>
                </c:pt>
                <c:pt idx="762">
                  <c:v>#N/A</c:v>
                </c:pt>
                <c:pt idx="763">
                  <c:v>#N/A</c:v>
                </c:pt>
                <c:pt idx="764">
                  <c:v>#N/A</c:v>
                </c:pt>
                <c:pt idx="765">
                  <c:v>#N/A</c:v>
                </c:pt>
                <c:pt idx="766">
                  <c:v>#N/A</c:v>
                </c:pt>
                <c:pt idx="767">
                  <c:v>#N/A</c:v>
                </c:pt>
                <c:pt idx="768">
                  <c:v>#N/A</c:v>
                </c:pt>
                <c:pt idx="769">
                  <c:v>#N/A</c:v>
                </c:pt>
                <c:pt idx="770">
                  <c:v>#N/A</c:v>
                </c:pt>
                <c:pt idx="771">
                  <c:v>#N/A</c:v>
                </c:pt>
                <c:pt idx="772">
                  <c:v>#N/A</c:v>
                </c:pt>
                <c:pt idx="773">
                  <c:v>#N/A</c:v>
                </c:pt>
                <c:pt idx="774">
                  <c:v>#N/A</c:v>
                </c:pt>
                <c:pt idx="775">
                  <c:v>#N/A</c:v>
                </c:pt>
                <c:pt idx="776">
                  <c:v>#N/A</c:v>
                </c:pt>
                <c:pt idx="777">
                  <c:v>#N/A</c:v>
                </c:pt>
                <c:pt idx="778">
                  <c:v>#N/A</c:v>
                </c:pt>
                <c:pt idx="779">
                  <c:v>#N/A</c:v>
                </c:pt>
                <c:pt idx="780">
                  <c:v>#N/A</c:v>
                </c:pt>
                <c:pt idx="781">
                  <c:v>#N/A</c:v>
                </c:pt>
                <c:pt idx="782">
                  <c:v>#N/A</c:v>
                </c:pt>
                <c:pt idx="783">
                  <c:v>#N/A</c:v>
                </c:pt>
                <c:pt idx="784">
                  <c:v>#N/A</c:v>
                </c:pt>
                <c:pt idx="785">
                  <c:v>#N/A</c:v>
                </c:pt>
                <c:pt idx="786">
                  <c:v>#N/A</c:v>
                </c:pt>
                <c:pt idx="787">
                  <c:v>#N/A</c:v>
                </c:pt>
                <c:pt idx="788">
                  <c:v>#N/A</c:v>
                </c:pt>
                <c:pt idx="789">
                  <c:v>#N/A</c:v>
                </c:pt>
                <c:pt idx="790">
                  <c:v>#N/A</c:v>
                </c:pt>
                <c:pt idx="791">
                  <c:v>#N/A</c:v>
                </c:pt>
                <c:pt idx="792">
                  <c:v>#N/A</c:v>
                </c:pt>
                <c:pt idx="793">
                  <c:v>#N/A</c:v>
                </c:pt>
                <c:pt idx="794">
                  <c:v>#N/A</c:v>
                </c:pt>
                <c:pt idx="795">
                  <c:v>#N/A</c:v>
                </c:pt>
                <c:pt idx="796">
                  <c:v>#N/A</c:v>
                </c:pt>
                <c:pt idx="797">
                  <c:v>#N/A</c:v>
                </c:pt>
                <c:pt idx="798">
                  <c:v>#N/A</c:v>
                </c:pt>
                <c:pt idx="799">
                  <c:v>#N/A</c:v>
                </c:pt>
                <c:pt idx="800">
                  <c:v>#N/A</c:v>
                </c:pt>
                <c:pt idx="801">
                  <c:v>#N/A</c:v>
                </c:pt>
                <c:pt idx="802">
                  <c:v>#N/A</c:v>
                </c:pt>
                <c:pt idx="803">
                  <c:v>#N/A</c:v>
                </c:pt>
                <c:pt idx="804">
                  <c:v>#N/A</c:v>
                </c:pt>
                <c:pt idx="805">
                  <c:v>#N/A</c:v>
                </c:pt>
                <c:pt idx="806">
                  <c:v>#N/A</c:v>
                </c:pt>
                <c:pt idx="807">
                  <c:v>#N/A</c:v>
                </c:pt>
                <c:pt idx="808">
                  <c:v>#N/A</c:v>
                </c:pt>
                <c:pt idx="809">
                  <c:v>#N/A</c:v>
                </c:pt>
                <c:pt idx="810">
                  <c:v>#N/A</c:v>
                </c:pt>
                <c:pt idx="811">
                  <c:v>#N/A</c:v>
                </c:pt>
                <c:pt idx="812">
                  <c:v>#N/A</c:v>
                </c:pt>
                <c:pt idx="813">
                  <c:v>#N/A</c:v>
                </c:pt>
                <c:pt idx="814">
                  <c:v>#N/A</c:v>
                </c:pt>
                <c:pt idx="815">
                  <c:v>#N/A</c:v>
                </c:pt>
                <c:pt idx="816">
                  <c:v>#N/A</c:v>
                </c:pt>
                <c:pt idx="817">
                  <c:v>#N/A</c:v>
                </c:pt>
                <c:pt idx="818">
                  <c:v>#N/A</c:v>
                </c:pt>
                <c:pt idx="819">
                  <c:v>#N/A</c:v>
                </c:pt>
                <c:pt idx="820">
                  <c:v>#N/A</c:v>
                </c:pt>
                <c:pt idx="821">
                  <c:v>#N/A</c:v>
                </c:pt>
                <c:pt idx="822">
                  <c:v>#N/A</c:v>
                </c:pt>
                <c:pt idx="823">
                  <c:v>#N/A</c:v>
                </c:pt>
                <c:pt idx="824">
                  <c:v>#N/A</c:v>
                </c:pt>
                <c:pt idx="825">
                  <c:v>#N/A</c:v>
                </c:pt>
                <c:pt idx="826">
                  <c:v>#N/A</c:v>
                </c:pt>
                <c:pt idx="827">
                  <c:v>#N/A</c:v>
                </c:pt>
                <c:pt idx="828">
                  <c:v>#N/A</c:v>
                </c:pt>
                <c:pt idx="829">
                  <c:v>#N/A</c:v>
                </c:pt>
                <c:pt idx="830">
                  <c:v>#N/A</c:v>
                </c:pt>
                <c:pt idx="831">
                  <c:v>#N/A</c:v>
                </c:pt>
                <c:pt idx="832">
                  <c:v>#N/A</c:v>
                </c:pt>
                <c:pt idx="833">
                  <c:v>#N/A</c:v>
                </c:pt>
                <c:pt idx="834">
                  <c:v>#N/A</c:v>
                </c:pt>
                <c:pt idx="835">
                  <c:v>#N/A</c:v>
                </c:pt>
                <c:pt idx="836">
                  <c:v>#N/A</c:v>
                </c:pt>
                <c:pt idx="837">
                  <c:v>#N/A</c:v>
                </c:pt>
                <c:pt idx="838">
                  <c:v>#N/A</c:v>
                </c:pt>
                <c:pt idx="839">
                  <c:v>#N/A</c:v>
                </c:pt>
                <c:pt idx="840">
                  <c:v>#N/A</c:v>
                </c:pt>
                <c:pt idx="841">
                  <c:v>#N/A</c:v>
                </c:pt>
                <c:pt idx="842">
                  <c:v>#N/A</c:v>
                </c:pt>
                <c:pt idx="843">
                  <c:v>#N/A</c:v>
                </c:pt>
                <c:pt idx="844">
                  <c:v>#N/A</c:v>
                </c:pt>
                <c:pt idx="845">
                  <c:v>#N/A</c:v>
                </c:pt>
                <c:pt idx="846">
                  <c:v>#N/A</c:v>
                </c:pt>
                <c:pt idx="847">
                  <c:v>#N/A</c:v>
                </c:pt>
                <c:pt idx="848">
                  <c:v>#N/A</c:v>
                </c:pt>
                <c:pt idx="849">
                  <c:v>#N/A</c:v>
                </c:pt>
                <c:pt idx="850">
                  <c:v>#N/A</c:v>
                </c:pt>
                <c:pt idx="851">
                  <c:v>#N/A</c:v>
                </c:pt>
                <c:pt idx="852">
                  <c:v>#N/A</c:v>
                </c:pt>
                <c:pt idx="853">
                  <c:v>#N/A</c:v>
                </c:pt>
                <c:pt idx="854">
                  <c:v>#N/A</c:v>
                </c:pt>
                <c:pt idx="855">
                  <c:v>#N/A</c:v>
                </c:pt>
                <c:pt idx="856">
                  <c:v>#N/A</c:v>
                </c:pt>
                <c:pt idx="857">
                  <c:v>#N/A</c:v>
                </c:pt>
                <c:pt idx="858">
                  <c:v>#N/A</c:v>
                </c:pt>
                <c:pt idx="859">
                  <c:v>#N/A</c:v>
                </c:pt>
                <c:pt idx="860">
                  <c:v>#N/A</c:v>
                </c:pt>
                <c:pt idx="861">
                  <c:v>#N/A</c:v>
                </c:pt>
                <c:pt idx="862">
                  <c:v>#N/A</c:v>
                </c:pt>
                <c:pt idx="863">
                  <c:v>#N/A</c:v>
                </c:pt>
                <c:pt idx="864">
                  <c:v>#N/A</c:v>
                </c:pt>
                <c:pt idx="865">
                  <c:v>#N/A</c:v>
                </c:pt>
                <c:pt idx="866">
                  <c:v>#N/A</c:v>
                </c:pt>
                <c:pt idx="867">
                  <c:v>#N/A</c:v>
                </c:pt>
                <c:pt idx="868">
                  <c:v>#N/A</c:v>
                </c:pt>
                <c:pt idx="869">
                  <c:v>#N/A</c:v>
                </c:pt>
                <c:pt idx="870">
                  <c:v>#N/A</c:v>
                </c:pt>
                <c:pt idx="871">
                  <c:v>#N/A</c:v>
                </c:pt>
                <c:pt idx="872">
                  <c:v>#N/A</c:v>
                </c:pt>
                <c:pt idx="873">
                  <c:v>#N/A</c:v>
                </c:pt>
                <c:pt idx="874">
                  <c:v>#N/A</c:v>
                </c:pt>
                <c:pt idx="875">
                  <c:v>#N/A</c:v>
                </c:pt>
                <c:pt idx="876">
                  <c:v>#N/A</c:v>
                </c:pt>
                <c:pt idx="877">
                  <c:v>#N/A</c:v>
                </c:pt>
                <c:pt idx="878">
                  <c:v>#N/A</c:v>
                </c:pt>
                <c:pt idx="879">
                  <c:v>#N/A</c:v>
                </c:pt>
                <c:pt idx="880">
                  <c:v>#N/A</c:v>
                </c:pt>
                <c:pt idx="881">
                  <c:v>#N/A</c:v>
                </c:pt>
                <c:pt idx="882">
                  <c:v>#N/A</c:v>
                </c:pt>
                <c:pt idx="883">
                  <c:v>#N/A</c:v>
                </c:pt>
                <c:pt idx="884">
                  <c:v>#N/A</c:v>
                </c:pt>
                <c:pt idx="885">
                  <c:v>#N/A</c:v>
                </c:pt>
                <c:pt idx="886">
                  <c:v>#N/A</c:v>
                </c:pt>
                <c:pt idx="887">
                  <c:v>#N/A</c:v>
                </c:pt>
                <c:pt idx="888">
                  <c:v>#N/A</c:v>
                </c:pt>
                <c:pt idx="889">
                  <c:v>#N/A</c:v>
                </c:pt>
                <c:pt idx="890">
                  <c:v>#N/A</c:v>
                </c:pt>
                <c:pt idx="891">
                  <c:v>#N/A</c:v>
                </c:pt>
                <c:pt idx="892">
                  <c:v>#N/A</c:v>
                </c:pt>
                <c:pt idx="893">
                  <c:v>#N/A</c:v>
                </c:pt>
                <c:pt idx="894">
                  <c:v>#N/A</c:v>
                </c:pt>
                <c:pt idx="895">
                  <c:v>#N/A</c:v>
                </c:pt>
                <c:pt idx="896">
                  <c:v>#N/A</c:v>
                </c:pt>
                <c:pt idx="897">
                  <c:v>#N/A</c:v>
                </c:pt>
                <c:pt idx="898">
                  <c:v>#N/A</c:v>
                </c:pt>
                <c:pt idx="899">
                  <c:v>#N/A</c:v>
                </c:pt>
                <c:pt idx="900">
                  <c:v>#N/A</c:v>
                </c:pt>
                <c:pt idx="901">
                  <c:v>#N/A</c:v>
                </c:pt>
                <c:pt idx="902">
                  <c:v>#N/A</c:v>
                </c:pt>
                <c:pt idx="903">
                  <c:v>#N/A</c:v>
                </c:pt>
                <c:pt idx="904">
                  <c:v>#N/A</c:v>
                </c:pt>
                <c:pt idx="905">
                  <c:v>#N/A</c:v>
                </c:pt>
                <c:pt idx="906">
                  <c:v>#N/A</c:v>
                </c:pt>
                <c:pt idx="907">
                  <c:v>#N/A</c:v>
                </c:pt>
                <c:pt idx="908">
                  <c:v>#N/A</c:v>
                </c:pt>
                <c:pt idx="909">
                  <c:v>#N/A</c:v>
                </c:pt>
                <c:pt idx="910">
                  <c:v>#N/A</c:v>
                </c:pt>
                <c:pt idx="911">
                  <c:v>#N/A</c:v>
                </c:pt>
                <c:pt idx="912">
                  <c:v>#N/A</c:v>
                </c:pt>
                <c:pt idx="913">
                  <c:v>#N/A</c:v>
                </c:pt>
                <c:pt idx="914">
                  <c:v>#N/A</c:v>
                </c:pt>
                <c:pt idx="915">
                  <c:v>#N/A</c:v>
                </c:pt>
                <c:pt idx="916">
                  <c:v>#N/A</c:v>
                </c:pt>
                <c:pt idx="917">
                  <c:v>#N/A</c:v>
                </c:pt>
                <c:pt idx="918">
                  <c:v>#N/A</c:v>
                </c:pt>
                <c:pt idx="919">
                  <c:v>#N/A</c:v>
                </c:pt>
                <c:pt idx="920">
                  <c:v>#N/A</c:v>
                </c:pt>
                <c:pt idx="921">
                  <c:v>#N/A</c:v>
                </c:pt>
                <c:pt idx="922">
                  <c:v>#N/A</c:v>
                </c:pt>
                <c:pt idx="923">
                  <c:v>#N/A</c:v>
                </c:pt>
                <c:pt idx="924">
                  <c:v>#N/A</c:v>
                </c:pt>
                <c:pt idx="925">
                  <c:v>#N/A</c:v>
                </c:pt>
                <c:pt idx="926">
                  <c:v>#N/A</c:v>
                </c:pt>
                <c:pt idx="927">
                  <c:v>#N/A</c:v>
                </c:pt>
                <c:pt idx="928">
                  <c:v>#N/A</c:v>
                </c:pt>
                <c:pt idx="929">
                  <c:v>#N/A</c:v>
                </c:pt>
                <c:pt idx="930">
                  <c:v>#N/A</c:v>
                </c:pt>
                <c:pt idx="931">
                  <c:v>#N/A</c:v>
                </c:pt>
                <c:pt idx="932">
                  <c:v>#N/A</c:v>
                </c:pt>
                <c:pt idx="933">
                  <c:v>#N/A</c:v>
                </c:pt>
                <c:pt idx="934">
                  <c:v>#N/A</c:v>
                </c:pt>
                <c:pt idx="935">
                  <c:v>#N/A</c:v>
                </c:pt>
                <c:pt idx="936">
                  <c:v>#N/A</c:v>
                </c:pt>
                <c:pt idx="937">
                  <c:v>#N/A</c:v>
                </c:pt>
                <c:pt idx="938">
                  <c:v>#N/A</c:v>
                </c:pt>
                <c:pt idx="939">
                  <c:v>#N/A</c:v>
                </c:pt>
                <c:pt idx="940">
                  <c:v>#N/A</c:v>
                </c:pt>
                <c:pt idx="941">
                  <c:v>#N/A</c:v>
                </c:pt>
                <c:pt idx="942">
                  <c:v>#N/A</c:v>
                </c:pt>
                <c:pt idx="943">
                  <c:v>#N/A</c:v>
                </c:pt>
                <c:pt idx="944">
                  <c:v>#N/A</c:v>
                </c:pt>
                <c:pt idx="945">
                  <c:v>#N/A</c:v>
                </c:pt>
                <c:pt idx="946">
                  <c:v>#N/A</c:v>
                </c:pt>
                <c:pt idx="947">
                  <c:v>#N/A</c:v>
                </c:pt>
                <c:pt idx="948">
                  <c:v>#N/A</c:v>
                </c:pt>
                <c:pt idx="949">
                  <c:v>#N/A</c:v>
                </c:pt>
                <c:pt idx="950">
                  <c:v>#N/A</c:v>
                </c:pt>
                <c:pt idx="951">
                  <c:v>#N/A</c:v>
                </c:pt>
                <c:pt idx="952">
                  <c:v>#N/A</c:v>
                </c:pt>
                <c:pt idx="953">
                  <c:v>#N/A</c:v>
                </c:pt>
                <c:pt idx="954">
                  <c:v>#N/A</c:v>
                </c:pt>
                <c:pt idx="955">
                  <c:v>#N/A</c:v>
                </c:pt>
                <c:pt idx="956">
                  <c:v>#N/A</c:v>
                </c:pt>
                <c:pt idx="957">
                  <c:v>#N/A</c:v>
                </c:pt>
                <c:pt idx="958">
                  <c:v>#N/A</c:v>
                </c:pt>
                <c:pt idx="959">
                  <c:v>#N/A</c:v>
                </c:pt>
                <c:pt idx="960">
                  <c:v>#N/A</c:v>
                </c:pt>
                <c:pt idx="961">
                  <c:v>#N/A</c:v>
                </c:pt>
                <c:pt idx="962">
                  <c:v>#N/A</c:v>
                </c:pt>
                <c:pt idx="963">
                  <c:v>#N/A</c:v>
                </c:pt>
                <c:pt idx="964">
                  <c:v>#N/A</c:v>
                </c:pt>
                <c:pt idx="965">
                  <c:v>#N/A</c:v>
                </c:pt>
                <c:pt idx="966">
                  <c:v>#N/A</c:v>
                </c:pt>
                <c:pt idx="967">
                  <c:v>#N/A</c:v>
                </c:pt>
                <c:pt idx="968">
                  <c:v>#N/A</c:v>
                </c:pt>
                <c:pt idx="969">
                  <c:v>#N/A</c:v>
                </c:pt>
                <c:pt idx="970">
                  <c:v>#N/A</c:v>
                </c:pt>
                <c:pt idx="971">
                  <c:v>#N/A</c:v>
                </c:pt>
                <c:pt idx="972">
                  <c:v>#N/A</c:v>
                </c:pt>
                <c:pt idx="973">
                  <c:v>#N/A</c:v>
                </c:pt>
                <c:pt idx="974">
                  <c:v>#N/A</c:v>
                </c:pt>
                <c:pt idx="975">
                  <c:v>#N/A</c:v>
                </c:pt>
                <c:pt idx="976">
                  <c:v>#N/A</c:v>
                </c:pt>
                <c:pt idx="977">
                  <c:v>#N/A</c:v>
                </c:pt>
                <c:pt idx="978">
                  <c:v>#N/A</c:v>
                </c:pt>
                <c:pt idx="979">
                  <c:v>#N/A</c:v>
                </c:pt>
                <c:pt idx="980">
                  <c:v>#N/A</c:v>
                </c:pt>
                <c:pt idx="981">
                  <c:v>#N/A</c:v>
                </c:pt>
                <c:pt idx="982">
                  <c:v>#N/A</c:v>
                </c:pt>
                <c:pt idx="983">
                  <c:v>#N/A</c:v>
                </c:pt>
                <c:pt idx="984">
                  <c:v>#N/A</c:v>
                </c:pt>
                <c:pt idx="985">
                  <c:v>#N/A</c:v>
                </c:pt>
                <c:pt idx="986">
                  <c:v>#N/A</c:v>
                </c:pt>
                <c:pt idx="987">
                  <c:v>#N/A</c:v>
                </c:pt>
                <c:pt idx="988">
                  <c:v>#N/A</c:v>
                </c:pt>
                <c:pt idx="989">
                  <c:v>#N/A</c:v>
                </c:pt>
                <c:pt idx="990">
                  <c:v>#N/A</c:v>
                </c:pt>
                <c:pt idx="991">
                  <c:v>#N/A</c:v>
                </c:pt>
                <c:pt idx="992">
                  <c:v>#N/A</c:v>
                </c:pt>
                <c:pt idx="993">
                  <c:v>#N/A</c:v>
                </c:pt>
                <c:pt idx="994">
                  <c:v>#N/A</c:v>
                </c:pt>
                <c:pt idx="995">
                  <c:v>#N/A</c:v>
                </c:pt>
                <c:pt idx="996">
                  <c:v>#N/A</c:v>
                </c:pt>
                <c:pt idx="997">
                  <c:v>#N/A</c:v>
                </c:pt>
                <c:pt idx="998">
                  <c:v>#N/A</c:v>
                </c:pt>
                <c:pt idx="999">
                  <c:v>#N/A</c:v>
                </c:pt>
                <c:pt idx="1000">
                  <c:v>#N/A</c:v>
                </c:pt>
                <c:pt idx="1001">
                  <c:v>#N/A</c:v>
                </c:pt>
                <c:pt idx="1002">
                  <c:v>#N/A</c:v>
                </c:pt>
                <c:pt idx="1003">
                  <c:v>#N/A</c:v>
                </c:pt>
                <c:pt idx="1004">
                  <c:v>#N/A</c:v>
                </c:pt>
                <c:pt idx="1005">
                  <c:v>#N/A</c:v>
                </c:pt>
                <c:pt idx="1006">
                  <c:v>#N/A</c:v>
                </c:pt>
                <c:pt idx="1007">
                  <c:v>#N/A</c:v>
                </c:pt>
                <c:pt idx="1008">
                  <c:v>#N/A</c:v>
                </c:pt>
                <c:pt idx="1009">
                  <c:v>#N/A</c:v>
                </c:pt>
                <c:pt idx="1010">
                  <c:v>#N/A</c:v>
                </c:pt>
                <c:pt idx="1011">
                  <c:v>#N/A</c:v>
                </c:pt>
                <c:pt idx="1012">
                  <c:v>#N/A</c:v>
                </c:pt>
                <c:pt idx="1013">
                  <c:v>#N/A</c:v>
                </c:pt>
                <c:pt idx="1014">
                  <c:v>#N/A</c:v>
                </c:pt>
                <c:pt idx="1015">
                  <c:v>#N/A</c:v>
                </c:pt>
                <c:pt idx="1016">
                  <c:v>#N/A</c:v>
                </c:pt>
                <c:pt idx="1017">
                  <c:v>#N/A</c:v>
                </c:pt>
                <c:pt idx="1018">
                  <c:v>#N/A</c:v>
                </c:pt>
                <c:pt idx="1019">
                  <c:v>#N/A</c:v>
                </c:pt>
                <c:pt idx="1020">
                  <c:v>#N/A</c:v>
                </c:pt>
                <c:pt idx="1021">
                  <c:v>#N/A</c:v>
                </c:pt>
                <c:pt idx="1022">
                  <c:v>#N/A</c:v>
                </c:pt>
                <c:pt idx="1023">
                  <c:v>#N/A</c:v>
                </c:pt>
                <c:pt idx="1024">
                  <c:v>#N/A</c:v>
                </c:pt>
                <c:pt idx="1025">
                  <c:v>#N/A</c:v>
                </c:pt>
                <c:pt idx="1026">
                  <c:v>#N/A</c:v>
                </c:pt>
                <c:pt idx="1027">
                  <c:v>#N/A</c:v>
                </c:pt>
                <c:pt idx="1028">
                  <c:v>#N/A</c:v>
                </c:pt>
                <c:pt idx="1029">
                  <c:v>#N/A</c:v>
                </c:pt>
                <c:pt idx="1030">
                  <c:v>#N/A</c:v>
                </c:pt>
                <c:pt idx="1031">
                  <c:v>#N/A</c:v>
                </c:pt>
                <c:pt idx="1032">
                  <c:v>#N/A</c:v>
                </c:pt>
                <c:pt idx="1033">
                  <c:v>#N/A</c:v>
                </c:pt>
                <c:pt idx="1034">
                  <c:v>#N/A</c:v>
                </c:pt>
                <c:pt idx="1035">
                  <c:v>#N/A</c:v>
                </c:pt>
                <c:pt idx="1036">
                  <c:v>#N/A</c:v>
                </c:pt>
                <c:pt idx="1037">
                  <c:v>#N/A</c:v>
                </c:pt>
                <c:pt idx="1038">
                  <c:v>#N/A</c:v>
                </c:pt>
                <c:pt idx="1039">
                  <c:v>#N/A</c:v>
                </c:pt>
                <c:pt idx="1040">
                  <c:v>#N/A</c:v>
                </c:pt>
                <c:pt idx="1041">
                  <c:v>#N/A</c:v>
                </c:pt>
                <c:pt idx="1042">
                  <c:v>#N/A</c:v>
                </c:pt>
                <c:pt idx="1043">
                  <c:v>#N/A</c:v>
                </c:pt>
                <c:pt idx="1044">
                  <c:v>#N/A</c:v>
                </c:pt>
                <c:pt idx="1045">
                  <c:v>#N/A</c:v>
                </c:pt>
                <c:pt idx="1046">
                  <c:v>#N/A</c:v>
                </c:pt>
                <c:pt idx="1047">
                  <c:v>#N/A</c:v>
                </c:pt>
                <c:pt idx="1048">
                  <c:v>#N/A</c:v>
                </c:pt>
                <c:pt idx="1049">
                  <c:v>#N/A</c:v>
                </c:pt>
                <c:pt idx="1050">
                  <c:v>#N/A</c:v>
                </c:pt>
                <c:pt idx="1051">
                  <c:v>#N/A</c:v>
                </c:pt>
                <c:pt idx="1052">
                  <c:v>#N/A</c:v>
                </c:pt>
                <c:pt idx="1053">
                  <c:v>#N/A</c:v>
                </c:pt>
                <c:pt idx="1054">
                  <c:v>#N/A</c:v>
                </c:pt>
                <c:pt idx="1055">
                  <c:v>#N/A</c:v>
                </c:pt>
                <c:pt idx="1056">
                  <c:v>#N/A</c:v>
                </c:pt>
                <c:pt idx="1057">
                  <c:v>#N/A</c:v>
                </c:pt>
                <c:pt idx="1058">
                  <c:v>#N/A</c:v>
                </c:pt>
                <c:pt idx="1059">
                  <c:v>#N/A</c:v>
                </c:pt>
                <c:pt idx="1060">
                  <c:v>#N/A</c:v>
                </c:pt>
                <c:pt idx="1061">
                  <c:v>#N/A</c:v>
                </c:pt>
                <c:pt idx="1062">
                  <c:v>#N/A</c:v>
                </c:pt>
                <c:pt idx="1063">
                  <c:v>#N/A</c:v>
                </c:pt>
                <c:pt idx="1064">
                  <c:v>#N/A</c:v>
                </c:pt>
                <c:pt idx="1065">
                  <c:v>#N/A</c:v>
                </c:pt>
                <c:pt idx="1066">
                  <c:v>#N/A</c:v>
                </c:pt>
                <c:pt idx="1067">
                  <c:v>#N/A</c:v>
                </c:pt>
                <c:pt idx="1068">
                  <c:v>#N/A</c:v>
                </c:pt>
                <c:pt idx="1069">
                  <c:v>#N/A</c:v>
                </c:pt>
                <c:pt idx="1070">
                  <c:v>#N/A</c:v>
                </c:pt>
                <c:pt idx="1071">
                  <c:v>#N/A</c:v>
                </c:pt>
                <c:pt idx="1072">
                  <c:v>#N/A</c:v>
                </c:pt>
                <c:pt idx="1073">
                  <c:v>#N/A</c:v>
                </c:pt>
                <c:pt idx="1074">
                  <c:v>#N/A</c:v>
                </c:pt>
                <c:pt idx="1075">
                  <c:v>#N/A</c:v>
                </c:pt>
                <c:pt idx="1076">
                  <c:v>#N/A</c:v>
                </c:pt>
                <c:pt idx="1077">
                  <c:v>#N/A</c:v>
                </c:pt>
                <c:pt idx="1078">
                  <c:v>#N/A</c:v>
                </c:pt>
                <c:pt idx="1079">
                  <c:v>#N/A</c:v>
                </c:pt>
                <c:pt idx="1080">
                  <c:v>#N/A</c:v>
                </c:pt>
                <c:pt idx="1081">
                  <c:v>#N/A</c:v>
                </c:pt>
                <c:pt idx="1082">
                  <c:v>#N/A</c:v>
                </c:pt>
                <c:pt idx="1083">
                  <c:v>#N/A</c:v>
                </c:pt>
                <c:pt idx="1084">
                  <c:v>#N/A</c:v>
                </c:pt>
                <c:pt idx="1085">
                  <c:v>#N/A</c:v>
                </c:pt>
                <c:pt idx="1086">
                  <c:v>#N/A</c:v>
                </c:pt>
                <c:pt idx="1087">
                  <c:v>#N/A</c:v>
                </c:pt>
                <c:pt idx="1088">
                  <c:v>#N/A</c:v>
                </c:pt>
                <c:pt idx="1089">
                  <c:v>#N/A</c:v>
                </c:pt>
                <c:pt idx="1090">
                  <c:v>#N/A</c:v>
                </c:pt>
                <c:pt idx="1091">
                  <c:v>#N/A</c:v>
                </c:pt>
                <c:pt idx="1092">
                  <c:v>#N/A</c:v>
                </c:pt>
                <c:pt idx="1093">
                  <c:v>#N/A</c:v>
                </c:pt>
                <c:pt idx="1094">
                  <c:v>#N/A</c:v>
                </c:pt>
                <c:pt idx="1095">
                  <c:v>#N/A</c:v>
                </c:pt>
                <c:pt idx="1096">
                  <c:v>#N/A</c:v>
                </c:pt>
                <c:pt idx="1097">
                  <c:v>#N/A</c:v>
                </c:pt>
                <c:pt idx="1098">
                  <c:v>#N/A</c:v>
                </c:pt>
                <c:pt idx="1099">
                  <c:v>#N/A</c:v>
                </c:pt>
                <c:pt idx="1100">
                  <c:v>#N/A</c:v>
                </c:pt>
                <c:pt idx="1101">
                  <c:v>#N/A</c:v>
                </c:pt>
                <c:pt idx="1102">
                  <c:v>#N/A</c:v>
                </c:pt>
                <c:pt idx="1103">
                  <c:v>#N/A</c:v>
                </c:pt>
                <c:pt idx="1104">
                  <c:v>#N/A</c:v>
                </c:pt>
                <c:pt idx="1105">
                  <c:v>#N/A</c:v>
                </c:pt>
                <c:pt idx="1106">
                  <c:v>#N/A</c:v>
                </c:pt>
                <c:pt idx="1107">
                  <c:v>#N/A</c:v>
                </c:pt>
                <c:pt idx="1108">
                  <c:v>#N/A</c:v>
                </c:pt>
                <c:pt idx="1109">
                  <c:v>#N/A</c:v>
                </c:pt>
                <c:pt idx="1110">
                  <c:v>#N/A</c:v>
                </c:pt>
                <c:pt idx="1111">
                  <c:v>#N/A</c:v>
                </c:pt>
                <c:pt idx="1112">
                  <c:v>#N/A</c:v>
                </c:pt>
                <c:pt idx="1113">
                  <c:v>#N/A</c:v>
                </c:pt>
                <c:pt idx="1114">
                  <c:v>#N/A</c:v>
                </c:pt>
                <c:pt idx="1115">
                  <c:v>#N/A</c:v>
                </c:pt>
                <c:pt idx="1116">
                  <c:v>#N/A</c:v>
                </c:pt>
                <c:pt idx="1117">
                  <c:v>#N/A</c:v>
                </c:pt>
                <c:pt idx="1118">
                  <c:v>#N/A</c:v>
                </c:pt>
                <c:pt idx="1119">
                  <c:v>#N/A</c:v>
                </c:pt>
                <c:pt idx="1120">
                  <c:v>#N/A</c:v>
                </c:pt>
                <c:pt idx="1121">
                  <c:v>#N/A</c:v>
                </c:pt>
                <c:pt idx="1122">
                  <c:v>#N/A</c:v>
                </c:pt>
                <c:pt idx="1123">
                  <c:v>#N/A</c:v>
                </c:pt>
                <c:pt idx="1124">
                  <c:v>#N/A</c:v>
                </c:pt>
                <c:pt idx="1125">
                  <c:v>#N/A</c:v>
                </c:pt>
                <c:pt idx="1126">
                  <c:v>#N/A</c:v>
                </c:pt>
                <c:pt idx="1127">
                  <c:v>#N/A</c:v>
                </c:pt>
                <c:pt idx="1128">
                  <c:v>#N/A</c:v>
                </c:pt>
                <c:pt idx="1129">
                  <c:v>#N/A</c:v>
                </c:pt>
                <c:pt idx="1130">
                  <c:v>#N/A</c:v>
                </c:pt>
                <c:pt idx="1131">
                  <c:v>#N/A</c:v>
                </c:pt>
                <c:pt idx="1132">
                  <c:v>#N/A</c:v>
                </c:pt>
                <c:pt idx="1133">
                  <c:v>#N/A</c:v>
                </c:pt>
                <c:pt idx="1134">
                  <c:v>#N/A</c:v>
                </c:pt>
                <c:pt idx="1135">
                  <c:v>#N/A</c:v>
                </c:pt>
                <c:pt idx="1136">
                  <c:v>#N/A</c:v>
                </c:pt>
                <c:pt idx="1137">
                  <c:v>#N/A</c:v>
                </c:pt>
                <c:pt idx="1138">
                  <c:v>#N/A</c:v>
                </c:pt>
                <c:pt idx="1139">
                  <c:v>#N/A</c:v>
                </c:pt>
                <c:pt idx="1140">
                  <c:v>#N/A</c:v>
                </c:pt>
                <c:pt idx="1141">
                  <c:v>#N/A</c:v>
                </c:pt>
                <c:pt idx="1142">
                  <c:v>#N/A</c:v>
                </c:pt>
                <c:pt idx="1143">
                  <c:v>#N/A</c:v>
                </c:pt>
                <c:pt idx="1144">
                  <c:v>#N/A</c:v>
                </c:pt>
                <c:pt idx="1145">
                  <c:v>#N/A</c:v>
                </c:pt>
                <c:pt idx="1146">
                  <c:v>#N/A</c:v>
                </c:pt>
                <c:pt idx="1147">
                  <c:v>#N/A</c:v>
                </c:pt>
                <c:pt idx="1148">
                  <c:v>#N/A</c:v>
                </c:pt>
                <c:pt idx="1149">
                  <c:v>#N/A</c:v>
                </c:pt>
                <c:pt idx="1150">
                  <c:v>#N/A</c:v>
                </c:pt>
                <c:pt idx="1151">
                  <c:v>#N/A</c:v>
                </c:pt>
                <c:pt idx="1152">
                  <c:v>#N/A</c:v>
                </c:pt>
                <c:pt idx="1153">
                  <c:v>#N/A</c:v>
                </c:pt>
                <c:pt idx="1154">
                  <c:v>#N/A</c:v>
                </c:pt>
                <c:pt idx="1155">
                  <c:v>#N/A</c:v>
                </c:pt>
                <c:pt idx="1156">
                  <c:v>#N/A</c:v>
                </c:pt>
                <c:pt idx="1157">
                  <c:v>#N/A</c:v>
                </c:pt>
                <c:pt idx="1158">
                  <c:v>#N/A</c:v>
                </c:pt>
                <c:pt idx="1159">
                  <c:v>#N/A</c:v>
                </c:pt>
                <c:pt idx="1160">
                  <c:v>#N/A</c:v>
                </c:pt>
                <c:pt idx="1161">
                  <c:v>#N/A</c:v>
                </c:pt>
                <c:pt idx="1162">
                  <c:v>#N/A</c:v>
                </c:pt>
                <c:pt idx="1163">
                  <c:v>#N/A</c:v>
                </c:pt>
                <c:pt idx="1164">
                  <c:v>#N/A</c:v>
                </c:pt>
                <c:pt idx="1165">
                  <c:v>#N/A</c:v>
                </c:pt>
                <c:pt idx="1166">
                  <c:v>#N/A</c:v>
                </c:pt>
                <c:pt idx="1167">
                  <c:v>#N/A</c:v>
                </c:pt>
                <c:pt idx="1168">
                  <c:v>#N/A</c:v>
                </c:pt>
                <c:pt idx="1169">
                  <c:v>#N/A</c:v>
                </c:pt>
                <c:pt idx="1170">
                  <c:v>#N/A</c:v>
                </c:pt>
                <c:pt idx="1171">
                  <c:v>#N/A</c:v>
                </c:pt>
                <c:pt idx="1172">
                  <c:v>#N/A</c:v>
                </c:pt>
                <c:pt idx="1173">
                  <c:v>#N/A</c:v>
                </c:pt>
                <c:pt idx="1174">
                  <c:v>#N/A</c:v>
                </c:pt>
                <c:pt idx="1175">
                  <c:v>#N/A</c:v>
                </c:pt>
                <c:pt idx="1176">
                  <c:v>#N/A</c:v>
                </c:pt>
                <c:pt idx="1177">
                  <c:v>#N/A</c:v>
                </c:pt>
                <c:pt idx="1178">
                  <c:v>#N/A</c:v>
                </c:pt>
                <c:pt idx="1179">
                  <c:v>#N/A</c:v>
                </c:pt>
                <c:pt idx="1180">
                  <c:v>#N/A</c:v>
                </c:pt>
                <c:pt idx="1181">
                  <c:v>#N/A</c:v>
                </c:pt>
                <c:pt idx="1182">
                  <c:v>#N/A</c:v>
                </c:pt>
                <c:pt idx="1183">
                  <c:v>#N/A</c:v>
                </c:pt>
                <c:pt idx="1184">
                  <c:v>#N/A</c:v>
                </c:pt>
                <c:pt idx="1185">
                  <c:v>#N/A</c:v>
                </c:pt>
                <c:pt idx="1186">
                  <c:v>#N/A</c:v>
                </c:pt>
                <c:pt idx="1187">
                  <c:v>#N/A</c:v>
                </c:pt>
                <c:pt idx="1188">
                  <c:v>#N/A</c:v>
                </c:pt>
                <c:pt idx="1189">
                  <c:v>#N/A</c:v>
                </c:pt>
                <c:pt idx="1190">
                  <c:v>#N/A</c:v>
                </c:pt>
                <c:pt idx="1191">
                  <c:v>#N/A</c:v>
                </c:pt>
                <c:pt idx="1192">
                  <c:v>#N/A</c:v>
                </c:pt>
                <c:pt idx="1193">
                  <c:v>#N/A</c:v>
                </c:pt>
                <c:pt idx="1194">
                  <c:v>#N/A</c:v>
                </c:pt>
                <c:pt idx="1195">
                  <c:v>#N/A</c:v>
                </c:pt>
                <c:pt idx="1196">
                  <c:v>#N/A</c:v>
                </c:pt>
                <c:pt idx="1197">
                  <c:v>#N/A</c:v>
                </c:pt>
                <c:pt idx="1198">
                  <c:v>#N/A</c:v>
                </c:pt>
                <c:pt idx="1199">
                  <c:v>#N/A</c:v>
                </c:pt>
                <c:pt idx="1200">
                  <c:v>#N/A</c:v>
                </c:pt>
                <c:pt idx="1201">
                  <c:v>#N/A</c:v>
                </c:pt>
                <c:pt idx="1202">
                  <c:v>#N/A</c:v>
                </c:pt>
                <c:pt idx="1203">
                  <c:v>#N/A</c:v>
                </c:pt>
                <c:pt idx="1204">
                  <c:v>#N/A</c:v>
                </c:pt>
                <c:pt idx="1205">
                  <c:v>#N/A</c:v>
                </c:pt>
                <c:pt idx="1206">
                  <c:v>#N/A</c:v>
                </c:pt>
                <c:pt idx="1207">
                  <c:v>#N/A</c:v>
                </c:pt>
                <c:pt idx="1208">
                  <c:v>#N/A</c:v>
                </c:pt>
                <c:pt idx="1209">
                  <c:v>#N/A</c:v>
                </c:pt>
                <c:pt idx="1210">
                  <c:v>#N/A</c:v>
                </c:pt>
                <c:pt idx="1211">
                  <c:v>#N/A</c:v>
                </c:pt>
                <c:pt idx="1212">
                  <c:v>#N/A</c:v>
                </c:pt>
                <c:pt idx="1213">
                  <c:v>#N/A</c:v>
                </c:pt>
                <c:pt idx="1214">
                  <c:v>#N/A</c:v>
                </c:pt>
                <c:pt idx="1215">
                  <c:v>#N/A</c:v>
                </c:pt>
                <c:pt idx="1216">
                  <c:v>#N/A</c:v>
                </c:pt>
                <c:pt idx="1217">
                  <c:v>#N/A</c:v>
                </c:pt>
                <c:pt idx="1218">
                  <c:v>#N/A</c:v>
                </c:pt>
                <c:pt idx="1219">
                  <c:v>#N/A</c:v>
                </c:pt>
                <c:pt idx="1220">
                  <c:v>#N/A</c:v>
                </c:pt>
                <c:pt idx="1221">
                  <c:v>#N/A</c:v>
                </c:pt>
                <c:pt idx="1222">
                  <c:v>#N/A</c:v>
                </c:pt>
                <c:pt idx="1223">
                  <c:v>#N/A</c:v>
                </c:pt>
                <c:pt idx="1224">
                  <c:v>#N/A</c:v>
                </c:pt>
                <c:pt idx="1225">
                  <c:v>#N/A</c:v>
                </c:pt>
                <c:pt idx="1226">
                  <c:v>#N/A</c:v>
                </c:pt>
                <c:pt idx="1227">
                  <c:v>#N/A</c:v>
                </c:pt>
                <c:pt idx="1228">
                  <c:v>#N/A</c:v>
                </c:pt>
                <c:pt idx="1229">
                  <c:v>#N/A</c:v>
                </c:pt>
                <c:pt idx="1230">
                  <c:v>#N/A</c:v>
                </c:pt>
                <c:pt idx="1231">
                  <c:v>#N/A</c:v>
                </c:pt>
                <c:pt idx="1232">
                  <c:v>#N/A</c:v>
                </c:pt>
                <c:pt idx="1233">
                  <c:v>#N/A</c:v>
                </c:pt>
                <c:pt idx="1234">
                  <c:v>#N/A</c:v>
                </c:pt>
                <c:pt idx="1235">
                  <c:v>#N/A</c:v>
                </c:pt>
                <c:pt idx="1236">
                  <c:v>#N/A</c:v>
                </c:pt>
                <c:pt idx="1237">
                  <c:v>#N/A</c:v>
                </c:pt>
                <c:pt idx="1238">
                  <c:v>#N/A</c:v>
                </c:pt>
                <c:pt idx="1239">
                  <c:v>#N/A</c:v>
                </c:pt>
                <c:pt idx="1240">
                  <c:v>#N/A</c:v>
                </c:pt>
                <c:pt idx="1241">
                  <c:v>#N/A</c:v>
                </c:pt>
                <c:pt idx="1242">
                  <c:v>#N/A</c:v>
                </c:pt>
                <c:pt idx="1243">
                  <c:v>#N/A</c:v>
                </c:pt>
                <c:pt idx="1244">
                  <c:v>#N/A</c:v>
                </c:pt>
                <c:pt idx="1245">
                  <c:v>#N/A</c:v>
                </c:pt>
                <c:pt idx="1246">
                  <c:v>#N/A</c:v>
                </c:pt>
                <c:pt idx="1247">
                  <c:v>#N/A</c:v>
                </c:pt>
                <c:pt idx="1248">
                  <c:v>#N/A</c:v>
                </c:pt>
                <c:pt idx="1249">
                  <c:v>#N/A</c:v>
                </c:pt>
                <c:pt idx="1250">
                  <c:v>#N/A</c:v>
                </c:pt>
                <c:pt idx="1251">
                  <c:v>#N/A</c:v>
                </c:pt>
                <c:pt idx="1252">
                  <c:v>#N/A</c:v>
                </c:pt>
                <c:pt idx="1253">
                  <c:v>#N/A</c:v>
                </c:pt>
                <c:pt idx="1254">
                  <c:v>#N/A</c:v>
                </c:pt>
                <c:pt idx="1255">
                  <c:v>#N/A</c:v>
                </c:pt>
                <c:pt idx="1256">
                  <c:v>#N/A</c:v>
                </c:pt>
                <c:pt idx="1257">
                  <c:v>#N/A</c:v>
                </c:pt>
                <c:pt idx="1258">
                  <c:v>#N/A</c:v>
                </c:pt>
                <c:pt idx="1259">
                  <c:v>#N/A</c:v>
                </c:pt>
                <c:pt idx="1260">
                  <c:v>#N/A</c:v>
                </c:pt>
                <c:pt idx="1261">
                  <c:v>#N/A</c:v>
                </c:pt>
                <c:pt idx="1262">
                  <c:v>#N/A</c:v>
                </c:pt>
                <c:pt idx="1263">
                  <c:v>#N/A</c:v>
                </c:pt>
                <c:pt idx="1264">
                  <c:v>#N/A</c:v>
                </c:pt>
                <c:pt idx="1265">
                  <c:v>#N/A</c:v>
                </c:pt>
                <c:pt idx="1266">
                  <c:v>#N/A</c:v>
                </c:pt>
                <c:pt idx="1267">
                  <c:v>#N/A</c:v>
                </c:pt>
                <c:pt idx="1268">
                  <c:v>#N/A</c:v>
                </c:pt>
                <c:pt idx="1269">
                  <c:v>#N/A</c:v>
                </c:pt>
                <c:pt idx="1270">
                  <c:v>#N/A</c:v>
                </c:pt>
                <c:pt idx="1271">
                  <c:v>#N/A</c:v>
                </c:pt>
                <c:pt idx="1272">
                  <c:v>#N/A</c:v>
                </c:pt>
                <c:pt idx="1273">
                  <c:v>#N/A</c:v>
                </c:pt>
                <c:pt idx="1274">
                  <c:v>#N/A</c:v>
                </c:pt>
                <c:pt idx="1275">
                  <c:v>#N/A</c:v>
                </c:pt>
                <c:pt idx="1276">
                  <c:v>#N/A</c:v>
                </c:pt>
                <c:pt idx="1277">
                  <c:v>#N/A</c:v>
                </c:pt>
                <c:pt idx="1278">
                  <c:v>#N/A</c:v>
                </c:pt>
                <c:pt idx="1279">
                  <c:v>#N/A</c:v>
                </c:pt>
                <c:pt idx="1280">
                  <c:v>#N/A</c:v>
                </c:pt>
                <c:pt idx="1281">
                  <c:v>#N/A</c:v>
                </c:pt>
                <c:pt idx="1282">
                  <c:v>#N/A</c:v>
                </c:pt>
                <c:pt idx="1283">
                  <c:v>#N/A</c:v>
                </c:pt>
                <c:pt idx="1284">
                  <c:v>#N/A</c:v>
                </c:pt>
                <c:pt idx="1285">
                  <c:v>#N/A</c:v>
                </c:pt>
                <c:pt idx="1286">
                  <c:v>#N/A</c:v>
                </c:pt>
                <c:pt idx="1287">
                  <c:v>#N/A</c:v>
                </c:pt>
                <c:pt idx="1288">
                  <c:v>#N/A</c:v>
                </c:pt>
                <c:pt idx="1289">
                  <c:v>#N/A</c:v>
                </c:pt>
                <c:pt idx="1290">
                  <c:v>#N/A</c:v>
                </c:pt>
                <c:pt idx="1291">
                  <c:v>#N/A</c:v>
                </c:pt>
                <c:pt idx="1292">
                  <c:v>#N/A</c:v>
                </c:pt>
                <c:pt idx="1293">
                  <c:v>#N/A</c:v>
                </c:pt>
                <c:pt idx="1294">
                  <c:v>#N/A</c:v>
                </c:pt>
                <c:pt idx="1295">
                  <c:v>#N/A</c:v>
                </c:pt>
                <c:pt idx="1296">
                  <c:v>#N/A</c:v>
                </c:pt>
                <c:pt idx="1297">
                  <c:v>#N/A</c:v>
                </c:pt>
                <c:pt idx="1298">
                  <c:v>#N/A</c:v>
                </c:pt>
                <c:pt idx="1299">
                  <c:v>#N/A</c:v>
                </c:pt>
                <c:pt idx="1300">
                  <c:v>#N/A</c:v>
                </c:pt>
                <c:pt idx="1301">
                  <c:v>#N/A</c:v>
                </c:pt>
                <c:pt idx="1302">
                  <c:v>#N/A</c:v>
                </c:pt>
                <c:pt idx="1303">
                  <c:v>#N/A</c:v>
                </c:pt>
                <c:pt idx="1304">
                  <c:v>#N/A</c:v>
                </c:pt>
                <c:pt idx="1305">
                  <c:v>#N/A</c:v>
                </c:pt>
                <c:pt idx="1306">
                  <c:v>#N/A</c:v>
                </c:pt>
                <c:pt idx="1307">
                  <c:v>#N/A</c:v>
                </c:pt>
                <c:pt idx="1308">
                  <c:v>#N/A</c:v>
                </c:pt>
                <c:pt idx="1309">
                  <c:v>#N/A</c:v>
                </c:pt>
                <c:pt idx="1310">
                  <c:v>#N/A</c:v>
                </c:pt>
                <c:pt idx="1311">
                  <c:v>#N/A</c:v>
                </c:pt>
                <c:pt idx="1312">
                  <c:v>#N/A</c:v>
                </c:pt>
                <c:pt idx="1313">
                  <c:v>#N/A</c:v>
                </c:pt>
                <c:pt idx="1314">
                  <c:v>#N/A</c:v>
                </c:pt>
                <c:pt idx="1315">
                  <c:v>#N/A</c:v>
                </c:pt>
                <c:pt idx="1316">
                  <c:v>#N/A</c:v>
                </c:pt>
                <c:pt idx="1317">
                  <c:v>#N/A</c:v>
                </c:pt>
                <c:pt idx="1318">
                  <c:v>#N/A</c:v>
                </c:pt>
                <c:pt idx="1319">
                  <c:v>#N/A</c:v>
                </c:pt>
                <c:pt idx="1320">
                  <c:v>#N/A</c:v>
                </c:pt>
                <c:pt idx="1321">
                  <c:v>#N/A</c:v>
                </c:pt>
                <c:pt idx="1322">
                  <c:v>#N/A</c:v>
                </c:pt>
                <c:pt idx="1323">
                  <c:v>#N/A</c:v>
                </c:pt>
                <c:pt idx="1324">
                  <c:v>#N/A</c:v>
                </c:pt>
                <c:pt idx="1325">
                  <c:v>#N/A</c:v>
                </c:pt>
                <c:pt idx="1326">
                  <c:v>#N/A</c:v>
                </c:pt>
                <c:pt idx="1327">
                  <c:v>#N/A</c:v>
                </c:pt>
                <c:pt idx="1328">
                  <c:v>#N/A</c:v>
                </c:pt>
                <c:pt idx="1329">
                  <c:v>#N/A</c:v>
                </c:pt>
                <c:pt idx="1330">
                  <c:v>#N/A</c:v>
                </c:pt>
                <c:pt idx="1331">
                  <c:v>#N/A</c:v>
                </c:pt>
                <c:pt idx="1332">
                  <c:v>#N/A</c:v>
                </c:pt>
                <c:pt idx="1333">
                  <c:v>#N/A</c:v>
                </c:pt>
                <c:pt idx="1334">
                  <c:v>#N/A</c:v>
                </c:pt>
                <c:pt idx="1335">
                  <c:v>#N/A</c:v>
                </c:pt>
                <c:pt idx="1336">
                  <c:v>#N/A</c:v>
                </c:pt>
                <c:pt idx="1337">
                  <c:v>#N/A</c:v>
                </c:pt>
                <c:pt idx="1338">
                  <c:v>#N/A</c:v>
                </c:pt>
                <c:pt idx="1339">
                  <c:v>#N/A</c:v>
                </c:pt>
                <c:pt idx="1340">
                  <c:v>#N/A</c:v>
                </c:pt>
                <c:pt idx="1341">
                  <c:v>#N/A</c:v>
                </c:pt>
                <c:pt idx="1342">
                  <c:v>#N/A</c:v>
                </c:pt>
                <c:pt idx="1343">
                  <c:v>#N/A</c:v>
                </c:pt>
                <c:pt idx="1344">
                  <c:v>#N/A</c:v>
                </c:pt>
                <c:pt idx="1345">
                  <c:v>#N/A</c:v>
                </c:pt>
                <c:pt idx="1346">
                  <c:v>#N/A</c:v>
                </c:pt>
                <c:pt idx="1347">
                  <c:v>#N/A</c:v>
                </c:pt>
                <c:pt idx="1348">
                  <c:v>#N/A</c:v>
                </c:pt>
                <c:pt idx="1349">
                  <c:v>#N/A</c:v>
                </c:pt>
                <c:pt idx="1350">
                  <c:v>#N/A</c:v>
                </c:pt>
                <c:pt idx="1351">
                  <c:v>#N/A</c:v>
                </c:pt>
                <c:pt idx="1352">
                  <c:v>#N/A</c:v>
                </c:pt>
                <c:pt idx="1353">
                  <c:v>#N/A</c:v>
                </c:pt>
                <c:pt idx="1354">
                  <c:v>#N/A</c:v>
                </c:pt>
                <c:pt idx="1355">
                  <c:v>#N/A</c:v>
                </c:pt>
                <c:pt idx="1356">
                  <c:v>#N/A</c:v>
                </c:pt>
                <c:pt idx="1357">
                  <c:v>#N/A</c:v>
                </c:pt>
                <c:pt idx="1358">
                  <c:v>#N/A</c:v>
                </c:pt>
                <c:pt idx="1359">
                  <c:v>#N/A</c:v>
                </c:pt>
                <c:pt idx="1360">
                  <c:v>#N/A</c:v>
                </c:pt>
                <c:pt idx="1361">
                  <c:v>#N/A</c:v>
                </c:pt>
                <c:pt idx="1362">
                  <c:v>#N/A</c:v>
                </c:pt>
                <c:pt idx="1363">
                  <c:v>#N/A</c:v>
                </c:pt>
                <c:pt idx="1364">
                  <c:v>#N/A</c:v>
                </c:pt>
                <c:pt idx="1365">
                  <c:v>#N/A</c:v>
                </c:pt>
                <c:pt idx="1366">
                  <c:v>#N/A</c:v>
                </c:pt>
                <c:pt idx="1367">
                  <c:v>#N/A</c:v>
                </c:pt>
                <c:pt idx="1368">
                  <c:v>#N/A</c:v>
                </c:pt>
                <c:pt idx="1369">
                  <c:v>#N/A</c:v>
                </c:pt>
                <c:pt idx="1370">
                  <c:v>#N/A</c:v>
                </c:pt>
                <c:pt idx="1371">
                  <c:v>#N/A</c:v>
                </c:pt>
                <c:pt idx="1372">
                  <c:v>#N/A</c:v>
                </c:pt>
                <c:pt idx="1373">
                  <c:v>#N/A</c:v>
                </c:pt>
                <c:pt idx="1374">
                  <c:v>#N/A</c:v>
                </c:pt>
                <c:pt idx="1375">
                  <c:v>#N/A</c:v>
                </c:pt>
                <c:pt idx="1376">
                  <c:v>#N/A</c:v>
                </c:pt>
                <c:pt idx="1377">
                  <c:v>#N/A</c:v>
                </c:pt>
                <c:pt idx="1378">
                  <c:v>#N/A</c:v>
                </c:pt>
                <c:pt idx="1379">
                  <c:v>#N/A</c:v>
                </c:pt>
                <c:pt idx="1380">
                  <c:v>#N/A</c:v>
                </c:pt>
                <c:pt idx="1381">
                  <c:v>#N/A</c:v>
                </c:pt>
                <c:pt idx="1382">
                  <c:v>#N/A</c:v>
                </c:pt>
                <c:pt idx="1383">
                  <c:v>#N/A</c:v>
                </c:pt>
                <c:pt idx="1384">
                  <c:v>#N/A</c:v>
                </c:pt>
                <c:pt idx="1385">
                  <c:v>#N/A</c:v>
                </c:pt>
                <c:pt idx="1386">
                  <c:v>#N/A</c:v>
                </c:pt>
                <c:pt idx="1387">
                  <c:v>#N/A</c:v>
                </c:pt>
                <c:pt idx="1388">
                  <c:v>#N/A</c:v>
                </c:pt>
                <c:pt idx="1389">
                  <c:v>#N/A</c:v>
                </c:pt>
                <c:pt idx="1390">
                  <c:v>#N/A</c:v>
                </c:pt>
                <c:pt idx="1391">
                  <c:v>#N/A</c:v>
                </c:pt>
                <c:pt idx="1392">
                  <c:v>#N/A</c:v>
                </c:pt>
                <c:pt idx="1393">
                  <c:v>#N/A</c:v>
                </c:pt>
                <c:pt idx="1394">
                  <c:v>#N/A</c:v>
                </c:pt>
                <c:pt idx="1395">
                  <c:v>#N/A</c:v>
                </c:pt>
                <c:pt idx="1396">
                  <c:v>#N/A</c:v>
                </c:pt>
                <c:pt idx="1397">
                  <c:v>#N/A</c:v>
                </c:pt>
                <c:pt idx="1398">
                  <c:v>#N/A</c:v>
                </c:pt>
                <c:pt idx="1399">
                  <c:v>#N/A</c:v>
                </c:pt>
                <c:pt idx="1400">
                  <c:v>#N/A</c:v>
                </c:pt>
                <c:pt idx="1401">
                  <c:v>#N/A</c:v>
                </c:pt>
                <c:pt idx="1402">
                  <c:v>#N/A</c:v>
                </c:pt>
                <c:pt idx="1403">
                  <c:v>#N/A</c:v>
                </c:pt>
                <c:pt idx="1404">
                  <c:v>#N/A</c:v>
                </c:pt>
                <c:pt idx="1405">
                  <c:v>#N/A</c:v>
                </c:pt>
                <c:pt idx="1406">
                  <c:v>#N/A</c:v>
                </c:pt>
                <c:pt idx="1407">
                  <c:v>#N/A</c:v>
                </c:pt>
                <c:pt idx="1408">
                  <c:v>#N/A</c:v>
                </c:pt>
                <c:pt idx="1409">
                  <c:v>#N/A</c:v>
                </c:pt>
                <c:pt idx="1410">
                  <c:v>#N/A</c:v>
                </c:pt>
                <c:pt idx="1411">
                  <c:v>#N/A</c:v>
                </c:pt>
                <c:pt idx="1412">
                  <c:v>#N/A</c:v>
                </c:pt>
                <c:pt idx="1413">
                  <c:v>#N/A</c:v>
                </c:pt>
                <c:pt idx="1414">
                  <c:v>#N/A</c:v>
                </c:pt>
                <c:pt idx="1415">
                  <c:v>#N/A</c:v>
                </c:pt>
                <c:pt idx="1416">
                  <c:v>#N/A</c:v>
                </c:pt>
                <c:pt idx="1417">
                  <c:v>#N/A</c:v>
                </c:pt>
                <c:pt idx="1418">
                  <c:v>#N/A</c:v>
                </c:pt>
                <c:pt idx="1419">
                  <c:v>#N/A</c:v>
                </c:pt>
                <c:pt idx="1420">
                  <c:v>#N/A</c:v>
                </c:pt>
                <c:pt idx="1421">
                  <c:v>#N/A</c:v>
                </c:pt>
                <c:pt idx="1422">
                  <c:v>#N/A</c:v>
                </c:pt>
                <c:pt idx="1423">
                  <c:v>#N/A</c:v>
                </c:pt>
                <c:pt idx="1424">
                  <c:v>#N/A</c:v>
                </c:pt>
                <c:pt idx="1425">
                  <c:v>#N/A</c:v>
                </c:pt>
                <c:pt idx="1426">
                  <c:v>#N/A</c:v>
                </c:pt>
                <c:pt idx="1427">
                  <c:v>#N/A</c:v>
                </c:pt>
                <c:pt idx="1428">
                  <c:v>#N/A</c:v>
                </c:pt>
                <c:pt idx="1429">
                  <c:v>#N/A</c:v>
                </c:pt>
                <c:pt idx="1430">
                  <c:v>#N/A</c:v>
                </c:pt>
                <c:pt idx="1431">
                  <c:v>#N/A</c:v>
                </c:pt>
                <c:pt idx="1432">
                  <c:v>#N/A</c:v>
                </c:pt>
                <c:pt idx="1433">
                  <c:v>#N/A</c:v>
                </c:pt>
                <c:pt idx="1434">
                  <c:v>#N/A</c:v>
                </c:pt>
                <c:pt idx="1435">
                  <c:v>#N/A</c:v>
                </c:pt>
                <c:pt idx="1436">
                  <c:v>#N/A</c:v>
                </c:pt>
                <c:pt idx="1437">
                  <c:v>#N/A</c:v>
                </c:pt>
                <c:pt idx="1438">
                  <c:v>#N/A</c:v>
                </c:pt>
                <c:pt idx="1439">
                  <c:v>#N/A</c:v>
                </c:pt>
                <c:pt idx="1440">
                  <c:v>#N/A</c:v>
                </c:pt>
                <c:pt idx="1441">
                  <c:v>#N/A</c:v>
                </c:pt>
                <c:pt idx="1442">
                  <c:v>#N/A</c:v>
                </c:pt>
                <c:pt idx="1443">
                  <c:v>#N/A</c:v>
                </c:pt>
                <c:pt idx="1444">
                  <c:v>#N/A</c:v>
                </c:pt>
                <c:pt idx="1445">
                  <c:v>#N/A</c:v>
                </c:pt>
                <c:pt idx="1446">
                  <c:v>#N/A</c:v>
                </c:pt>
                <c:pt idx="1447">
                  <c:v>#N/A</c:v>
                </c:pt>
                <c:pt idx="1448">
                  <c:v>#N/A</c:v>
                </c:pt>
                <c:pt idx="1449">
                  <c:v>#N/A</c:v>
                </c:pt>
                <c:pt idx="1450">
                  <c:v>#N/A</c:v>
                </c:pt>
                <c:pt idx="1451">
                  <c:v>#N/A</c:v>
                </c:pt>
                <c:pt idx="1452">
                  <c:v>#N/A</c:v>
                </c:pt>
                <c:pt idx="1453">
                  <c:v>#N/A</c:v>
                </c:pt>
                <c:pt idx="1454">
                  <c:v>#N/A</c:v>
                </c:pt>
                <c:pt idx="1455">
                  <c:v>#N/A</c:v>
                </c:pt>
                <c:pt idx="1456">
                  <c:v>#N/A</c:v>
                </c:pt>
                <c:pt idx="1457">
                  <c:v>#N/A</c:v>
                </c:pt>
                <c:pt idx="1458">
                  <c:v>#N/A</c:v>
                </c:pt>
                <c:pt idx="1459">
                  <c:v>#N/A</c:v>
                </c:pt>
                <c:pt idx="1460">
                  <c:v>#N/A</c:v>
                </c:pt>
                <c:pt idx="1461">
                  <c:v>#N/A</c:v>
                </c:pt>
                <c:pt idx="1462">
                  <c:v>#N/A</c:v>
                </c:pt>
                <c:pt idx="1463">
                  <c:v>#N/A</c:v>
                </c:pt>
                <c:pt idx="1464">
                  <c:v>#N/A</c:v>
                </c:pt>
                <c:pt idx="1465">
                  <c:v>#N/A</c:v>
                </c:pt>
                <c:pt idx="1466">
                  <c:v>#N/A</c:v>
                </c:pt>
                <c:pt idx="1467">
                  <c:v>#N/A</c:v>
                </c:pt>
                <c:pt idx="1468">
                  <c:v>#N/A</c:v>
                </c:pt>
                <c:pt idx="1469">
                  <c:v>#N/A</c:v>
                </c:pt>
                <c:pt idx="1470">
                  <c:v>#N/A</c:v>
                </c:pt>
                <c:pt idx="1471">
                  <c:v>#N/A</c:v>
                </c:pt>
                <c:pt idx="1472">
                  <c:v>#N/A</c:v>
                </c:pt>
                <c:pt idx="1473">
                  <c:v>#N/A</c:v>
                </c:pt>
                <c:pt idx="1474">
                  <c:v>#N/A</c:v>
                </c:pt>
                <c:pt idx="1475">
                  <c:v>#N/A</c:v>
                </c:pt>
                <c:pt idx="1476">
                  <c:v>#N/A</c:v>
                </c:pt>
                <c:pt idx="1477">
                  <c:v>#N/A</c:v>
                </c:pt>
                <c:pt idx="1478">
                  <c:v>#N/A</c:v>
                </c:pt>
                <c:pt idx="1479">
                  <c:v>#N/A</c:v>
                </c:pt>
                <c:pt idx="1480">
                  <c:v>#N/A</c:v>
                </c:pt>
                <c:pt idx="1481">
                  <c:v>#N/A</c:v>
                </c:pt>
                <c:pt idx="1482">
                  <c:v>#N/A</c:v>
                </c:pt>
                <c:pt idx="1483">
                  <c:v>#N/A</c:v>
                </c:pt>
                <c:pt idx="1484">
                  <c:v>#N/A</c:v>
                </c:pt>
                <c:pt idx="1485">
                  <c:v>#N/A</c:v>
                </c:pt>
                <c:pt idx="1486">
                  <c:v>#N/A</c:v>
                </c:pt>
                <c:pt idx="1487">
                  <c:v>#N/A</c:v>
                </c:pt>
                <c:pt idx="1488">
                  <c:v>#N/A</c:v>
                </c:pt>
                <c:pt idx="1489">
                  <c:v>#N/A</c:v>
                </c:pt>
                <c:pt idx="1490">
                  <c:v>#N/A</c:v>
                </c:pt>
                <c:pt idx="1491">
                  <c:v>#N/A</c:v>
                </c:pt>
                <c:pt idx="1492">
                  <c:v>#N/A</c:v>
                </c:pt>
                <c:pt idx="1493">
                  <c:v>#N/A</c:v>
                </c:pt>
                <c:pt idx="1494">
                  <c:v>#N/A</c:v>
                </c:pt>
                <c:pt idx="1495">
                  <c:v>#N/A</c:v>
                </c:pt>
                <c:pt idx="1496">
                  <c:v>#N/A</c:v>
                </c:pt>
                <c:pt idx="1497">
                  <c:v>#N/A</c:v>
                </c:pt>
                <c:pt idx="1498">
                  <c:v>#N/A</c:v>
                </c:pt>
                <c:pt idx="1499">
                  <c:v>#N/A</c:v>
                </c:pt>
                <c:pt idx="1500">
                  <c:v>#N/A</c:v>
                </c:pt>
                <c:pt idx="1501">
                  <c:v>#N/A</c:v>
                </c:pt>
                <c:pt idx="1502">
                  <c:v>#N/A</c:v>
                </c:pt>
                <c:pt idx="1503">
                  <c:v>#N/A</c:v>
                </c:pt>
                <c:pt idx="1504">
                  <c:v>#N/A</c:v>
                </c:pt>
                <c:pt idx="1505">
                  <c:v>#N/A</c:v>
                </c:pt>
                <c:pt idx="1506">
                  <c:v>#N/A</c:v>
                </c:pt>
                <c:pt idx="1507">
                  <c:v>#N/A</c:v>
                </c:pt>
                <c:pt idx="1508">
                  <c:v>#N/A</c:v>
                </c:pt>
                <c:pt idx="1509">
                  <c:v>#N/A</c:v>
                </c:pt>
                <c:pt idx="1510">
                  <c:v>#N/A</c:v>
                </c:pt>
                <c:pt idx="1511">
                  <c:v>#N/A</c:v>
                </c:pt>
                <c:pt idx="1512">
                  <c:v>#N/A</c:v>
                </c:pt>
                <c:pt idx="1513">
                  <c:v>#N/A</c:v>
                </c:pt>
                <c:pt idx="1514">
                  <c:v>#N/A</c:v>
                </c:pt>
                <c:pt idx="1515">
                  <c:v>#N/A</c:v>
                </c:pt>
                <c:pt idx="1516">
                  <c:v>#N/A</c:v>
                </c:pt>
                <c:pt idx="1517">
                  <c:v>#N/A</c:v>
                </c:pt>
                <c:pt idx="1518">
                  <c:v>#N/A</c:v>
                </c:pt>
                <c:pt idx="1519">
                  <c:v>#N/A</c:v>
                </c:pt>
                <c:pt idx="1520">
                  <c:v>#N/A</c:v>
                </c:pt>
                <c:pt idx="1521">
                  <c:v>#N/A</c:v>
                </c:pt>
                <c:pt idx="1522">
                  <c:v>#N/A</c:v>
                </c:pt>
                <c:pt idx="1523">
                  <c:v>#N/A</c:v>
                </c:pt>
                <c:pt idx="1524">
                  <c:v>#N/A</c:v>
                </c:pt>
                <c:pt idx="1525">
                  <c:v>#N/A</c:v>
                </c:pt>
                <c:pt idx="1526">
                  <c:v>#N/A</c:v>
                </c:pt>
                <c:pt idx="1527">
                  <c:v>#N/A</c:v>
                </c:pt>
                <c:pt idx="1528">
                  <c:v>#N/A</c:v>
                </c:pt>
                <c:pt idx="1529">
                  <c:v>#N/A</c:v>
                </c:pt>
                <c:pt idx="1530">
                  <c:v>#N/A</c:v>
                </c:pt>
                <c:pt idx="1531">
                  <c:v>#N/A</c:v>
                </c:pt>
                <c:pt idx="1532">
                  <c:v>#N/A</c:v>
                </c:pt>
                <c:pt idx="1533">
                  <c:v>#N/A</c:v>
                </c:pt>
                <c:pt idx="1534">
                  <c:v>#N/A</c:v>
                </c:pt>
                <c:pt idx="1535">
                  <c:v>#N/A</c:v>
                </c:pt>
                <c:pt idx="1536">
                  <c:v>#N/A</c:v>
                </c:pt>
                <c:pt idx="1537">
                  <c:v>#N/A</c:v>
                </c:pt>
                <c:pt idx="1538">
                  <c:v>#N/A</c:v>
                </c:pt>
                <c:pt idx="1539">
                  <c:v>#N/A</c:v>
                </c:pt>
                <c:pt idx="1540">
                  <c:v>#N/A</c:v>
                </c:pt>
                <c:pt idx="1541">
                  <c:v>#N/A</c:v>
                </c:pt>
                <c:pt idx="1542">
                  <c:v>#N/A</c:v>
                </c:pt>
                <c:pt idx="1543">
                  <c:v>#N/A</c:v>
                </c:pt>
                <c:pt idx="1544">
                  <c:v>#N/A</c:v>
                </c:pt>
                <c:pt idx="1545">
                  <c:v>#N/A</c:v>
                </c:pt>
                <c:pt idx="1546">
                  <c:v>#N/A</c:v>
                </c:pt>
                <c:pt idx="1547">
                  <c:v>#N/A</c:v>
                </c:pt>
                <c:pt idx="1548">
                  <c:v>#N/A</c:v>
                </c:pt>
                <c:pt idx="1549">
                  <c:v>#N/A</c:v>
                </c:pt>
                <c:pt idx="1550">
                  <c:v>#N/A</c:v>
                </c:pt>
                <c:pt idx="1551">
                  <c:v>#N/A</c:v>
                </c:pt>
                <c:pt idx="1552">
                  <c:v>#N/A</c:v>
                </c:pt>
                <c:pt idx="1553">
                  <c:v>#N/A</c:v>
                </c:pt>
                <c:pt idx="1554">
                  <c:v>#N/A</c:v>
                </c:pt>
                <c:pt idx="1555">
                  <c:v>#N/A</c:v>
                </c:pt>
                <c:pt idx="1556">
                  <c:v>#N/A</c:v>
                </c:pt>
                <c:pt idx="1557">
                  <c:v>#N/A</c:v>
                </c:pt>
                <c:pt idx="1558">
                  <c:v>#N/A</c:v>
                </c:pt>
                <c:pt idx="1559">
                  <c:v>#N/A</c:v>
                </c:pt>
                <c:pt idx="1560">
                  <c:v>#N/A</c:v>
                </c:pt>
                <c:pt idx="1561">
                  <c:v>#N/A</c:v>
                </c:pt>
                <c:pt idx="1562">
                  <c:v>#N/A</c:v>
                </c:pt>
                <c:pt idx="1563">
                  <c:v>#N/A</c:v>
                </c:pt>
                <c:pt idx="1564">
                  <c:v>#N/A</c:v>
                </c:pt>
                <c:pt idx="1565">
                  <c:v>#N/A</c:v>
                </c:pt>
                <c:pt idx="1566">
                  <c:v>#N/A</c:v>
                </c:pt>
                <c:pt idx="1567">
                  <c:v>#N/A</c:v>
                </c:pt>
                <c:pt idx="1568">
                  <c:v>#N/A</c:v>
                </c:pt>
                <c:pt idx="1569">
                  <c:v>#N/A</c:v>
                </c:pt>
                <c:pt idx="1570">
                  <c:v>#N/A</c:v>
                </c:pt>
                <c:pt idx="1571">
                  <c:v>#N/A</c:v>
                </c:pt>
                <c:pt idx="1572">
                  <c:v>#N/A</c:v>
                </c:pt>
                <c:pt idx="1573">
                  <c:v>#N/A</c:v>
                </c:pt>
                <c:pt idx="1574">
                  <c:v>#N/A</c:v>
                </c:pt>
                <c:pt idx="1575">
                  <c:v>#N/A</c:v>
                </c:pt>
                <c:pt idx="1576">
                  <c:v>#N/A</c:v>
                </c:pt>
                <c:pt idx="1577">
                  <c:v>#N/A</c:v>
                </c:pt>
                <c:pt idx="1578">
                  <c:v>#N/A</c:v>
                </c:pt>
                <c:pt idx="1579">
                  <c:v>#N/A</c:v>
                </c:pt>
                <c:pt idx="1580">
                  <c:v>#N/A</c:v>
                </c:pt>
                <c:pt idx="1581">
                  <c:v>#N/A</c:v>
                </c:pt>
                <c:pt idx="1582">
                  <c:v>#N/A</c:v>
                </c:pt>
                <c:pt idx="1583">
                  <c:v>#N/A</c:v>
                </c:pt>
                <c:pt idx="1584">
                  <c:v>#N/A</c:v>
                </c:pt>
                <c:pt idx="1585">
                  <c:v>#N/A</c:v>
                </c:pt>
                <c:pt idx="1586">
                  <c:v>#N/A</c:v>
                </c:pt>
                <c:pt idx="1587">
                  <c:v>#N/A</c:v>
                </c:pt>
                <c:pt idx="1588">
                  <c:v>#N/A</c:v>
                </c:pt>
                <c:pt idx="1589">
                  <c:v>#N/A</c:v>
                </c:pt>
                <c:pt idx="1590">
                  <c:v>#N/A</c:v>
                </c:pt>
                <c:pt idx="1591">
                  <c:v>#N/A</c:v>
                </c:pt>
                <c:pt idx="1592">
                  <c:v>#N/A</c:v>
                </c:pt>
                <c:pt idx="1593">
                  <c:v>#N/A</c:v>
                </c:pt>
                <c:pt idx="1594">
                  <c:v>#N/A</c:v>
                </c:pt>
                <c:pt idx="1595">
                  <c:v>#N/A</c:v>
                </c:pt>
                <c:pt idx="1596">
                  <c:v>#N/A</c:v>
                </c:pt>
                <c:pt idx="1597">
                  <c:v>#N/A</c:v>
                </c:pt>
                <c:pt idx="1598">
                  <c:v>#N/A</c:v>
                </c:pt>
                <c:pt idx="1599">
                  <c:v>#N/A</c:v>
                </c:pt>
                <c:pt idx="1600">
                  <c:v>#N/A</c:v>
                </c:pt>
                <c:pt idx="1601">
                  <c:v>#N/A</c:v>
                </c:pt>
                <c:pt idx="1602">
                  <c:v>#N/A</c:v>
                </c:pt>
                <c:pt idx="1603">
                  <c:v>#N/A</c:v>
                </c:pt>
                <c:pt idx="1604">
                  <c:v>#N/A</c:v>
                </c:pt>
                <c:pt idx="1605">
                  <c:v>#N/A</c:v>
                </c:pt>
                <c:pt idx="1606">
                  <c:v>#N/A</c:v>
                </c:pt>
                <c:pt idx="1607">
                  <c:v>#N/A</c:v>
                </c:pt>
                <c:pt idx="1608">
                  <c:v>#N/A</c:v>
                </c:pt>
                <c:pt idx="1609">
                  <c:v>#N/A</c:v>
                </c:pt>
                <c:pt idx="1610">
                  <c:v>#N/A</c:v>
                </c:pt>
                <c:pt idx="1611">
                  <c:v>#N/A</c:v>
                </c:pt>
                <c:pt idx="1612">
                  <c:v>#N/A</c:v>
                </c:pt>
                <c:pt idx="1613">
                  <c:v>#N/A</c:v>
                </c:pt>
                <c:pt idx="1614">
                  <c:v>#N/A</c:v>
                </c:pt>
                <c:pt idx="1615">
                  <c:v>#N/A</c:v>
                </c:pt>
                <c:pt idx="1616">
                  <c:v>#N/A</c:v>
                </c:pt>
                <c:pt idx="1617">
                  <c:v>#N/A</c:v>
                </c:pt>
                <c:pt idx="1618">
                  <c:v>#N/A</c:v>
                </c:pt>
                <c:pt idx="1619">
                  <c:v>#N/A</c:v>
                </c:pt>
                <c:pt idx="1620">
                  <c:v>#N/A</c:v>
                </c:pt>
                <c:pt idx="1621">
                  <c:v>#N/A</c:v>
                </c:pt>
                <c:pt idx="1622">
                  <c:v>#N/A</c:v>
                </c:pt>
                <c:pt idx="1623">
                  <c:v>#N/A</c:v>
                </c:pt>
                <c:pt idx="1624">
                  <c:v>#N/A</c:v>
                </c:pt>
                <c:pt idx="1625">
                  <c:v>#N/A</c:v>
                </c:pt>
                <c:pt idx="1626">
                  <c:v>#N/A</c:v>
                </c:pt>
                <c:pt idx="1627">
                  <c:v>#N/A</c:v>
                </c:pt>
                <c:pt idx="1628">
                  <c:v>#N/A</c:v>
                </c:pt>
                <c:pt idx="1629">
                  <c:v>#N/A</c:v>
                </c:pt>
                <c:pt idx="1630">
                  <c:v>#N/A</c:v>
                </c:pt>
                <c:pt idx="1631">
                  <c:v>#N/A</c:v>
                </c:pt>
                <c:pt idx="1632">
                  <c:v>#N/A</c:v>
                </c:pt>
                <c:pt idx="1633">
                  <c:v>#N/A</c:v>
                </c:pt>
                <c:pt idx="1634">
                  <c:v>#N/A</c:v>
                </c:pt>
                <c:pt idx="1635">
                  <c:v>#N/A</c:v>
                </c:pt>
                <c:pt idx="1636">
                  <c:v>#N/A</c:v>
                </c:pt>
                <c:pt idx="1637">
                  <c:v>#N/A</c:v>
                </c:pt>
                <c:pt idx="1638">
                  <c:v>#N/A</c:v>
                </c:pt>
                <c:pt idx="1639">
                  <c:v>#N/A</c:v>
                </c:pt>
                <c:pt idx="1640">
                  <c:v>#N/A</c:v>
                </c:pt>
                <c:pt idx="1641">
                  <c:v>#N/A</c:v>
                </c:pt>
                <c:pt idx="1642">
                  <c:v>#N/A</c:v>
                </c:pt>
                <c:pt idx="1643">
                  <c:v>#N/A</c:v>
                </c:pt>
                <c:pt idx="1644">
                  <c:v>#N/A</c:v>
                </c:pt>
                <c:pt idx="1645">
                  <c:v>#N/A</c:v>
                </c:pt>
                <c:pt idx="1646">
                  <c:v>#N/A</c:v>
                </c:pt>
                <c:pt idx="1647">
                  <c:v>#N/A</c:v>
                </c:pt>
                <c:pt idx="1648">
                  <c:v>#N/A</c:v>
                </c:pt>
                <c:pt idx="1649">
                  <c:v>#N/A</c:v>
                </c:pt>
                <c:pt idx="1650">
                  <c:v>#N/A</c:v>
                </c:pt>
                <c:pt idx="1651">
                  <c:v>#N/A</c:v>
                </c:pt>
                <c:pt idx="1652">
                  <c:v>#N/A</c:v>
                </c:pt>
                <c:pt idx="1653">
                  <c:v>#N/A</c:v>
                </c:pt>
                <c:pt idx="1654">
                  <c:v>#N/A</c:v>
                </c:pt>
                <c:pt idx="1655">
                  <c:v>#N/A</c:v>
                </c:pt>
                <c:pt idx="1656">
                  <c:v>#N/A</c:v>
                </c:pt>
                <c:pt idx="1657">
                  <c:v>#N/A</c:v>
                </c:pt>
                <c:pt idx="1658">
                  <c:v>#N/A</c:v>
                </c:pt>
                <c:pt idx="1659">
                  <c:v>#N/A</c:v>
                </c:pt>
                <c:pt idx="1660">
                  <c:v>#N/A</c:v>
                </c:pt>
                <c:pt idx="1661">
                  <c:v>#N/A</c:v>
                </c:pt>
                <c:pt idx="1662">
                  <c:v>#N/A</c:v>
                </c:pt>
                <c:pt idx="1663">
                  <c:v>#N/A</c:v>
                </c:pt>
                <c:pt idx="1664">
                  <c:v>#N/A</c:v>
                </c:pt>
                <c:pt idx="1665">
                  <c:v>#N/A</c:v>
                </c:pt>
                <c:pt idx="1666">
                  <c:v>#N/A</c:v>
                </c:pt>
                <c:pt idx="1667">
                  <c:v>#N/A</c:v>
                </c:pt>
                <c:pt idx="1668">
                  <c:v>#N/A</c:v>
                </c:pt>
                <c:pt idx="1669">
                  <c:v>#N/A</c:v>
                </c:pt>
                <c:pt idx="1670">
                  <c:v>#N/A</c:v>
                </c:pt>
                <c:pt idx="1671">
                  <c:v>#N/A</c:v>
                </c:pt>
                <c:pt idx="1672">
                  <c:v>#N/A</c:v>
                </c:pt>
                <c:pt idx="1673">
                  <c:v>#N/A</c:v>
                </c:pt>
                <c:pt idx="1674">
                  <c:v>#N/A</c:v>
                </c:pt>
                <c:pt idx="1675">
                  <c:v>#N/A</c:v>
                </c:pt>
                <c:pt idx="1676">
                  <c:v>#N/A</c:v>
                </c:pt>
                <c:pt idx="1677">
                  <c:v>#N/A</c:v>
                </c:pt>
                <c:pt idx="1678">
                  <c:v>#N/A</c:v>
                </c:pt>
                <c:pt idx="1679">
                  <c:v>#N/A</c:v>
                </c:pt>
                <c:pt idx="1680">
                  <c:v>#N/A</c:v>
                </c:pt>
                <c:pt idx="1681">
                  <c:v>#N/A</c:v>
                </c:pt>
                <c:pt idx="1682">
                  <c:v>#N/A</c:v>
                </c:pt>
                <c:pt idx="1683">
                  <c:v>#N/A</c:v>
                </c:pt>
                <c:pt idx="1684">
                  <c:v>#N/A</c:v>
                </c:pt>
                <c:pt idx="1685">
                  <c:v>#N/A</c:v>
                </c:pt>
                <c:pt idx="1686">
                  <c:v>#N/A</c:v>
                </c:pt>
                <c:pt idx="1687">
                  <c:v>#N/A</c:v>
                </c:pt>
                <c:pt idx="1688">
                  <c:v>#N/A</c:v>
                </c:pt>
                <c:pt idx="1689">
                  <c:v>#N/A</c:v>
                </c:pt>
                <c:pt idx="1690">
                  <c:v>#N/A</c:v>
                </c:pt>
                <c:pt idx="1691">
                  <c:v>#N/A</c:v>
                </c:pt>
                <c:pt idx="1692">
                  <c:v>#N/A</c:v>
                </c:pt>
                <c:pt idx="1693">
                  <c:v>#N/A</c:v>
                </c:pt>
                <c:pt idx="1694">
                  <c:v>#N/A</c:v>
                </c:pt>
                <c:pt idx="1695">
                  <c:v>#N/A</c:v>
                </c:pt>
                <c:pt idx="1696">
                  <c:v>#N/A</c:v>
                </c:pt>
                <c:pt idx="1697">
                  <c:v>#N/A</c:v>
                </c:pt>
                <c:pt idx="1698">
                  <c:v>#N/A</c:v>
                </c:pt>
                <c:pt idx="1699">
                  <c:v>#N/A</c:v>
                </c:pt>
                <c:pt idx="1700">
                  <c:v>#N/A</c:v>
                </c:pt>
                <c:pt idx="1701">
                  <c:v>#N/A</c:v>
                </c:pt>
                <c:pt idx="1702">
                  <c:v>#N/A</c:v>
                </c:pt>
                <c:pt idx="1703">
                  <c:v>#N/A</c:v>
                </c:pt>
                <c:pt idx="1704">
                  <c:v>#N/A</c:v>
                </c:pt>
                <c:pt idx="1705">
                  <c:v>#N/A</c:v>
                </c:pt>
                <c:pt idx="1706">
                  <c:v>#N/A</c:v>
                </c:pt>
                <c:pt idx="1707">
                  <c:v>#N/A</c:v>
                </c:pt>
                <c:pt idx="1708">
                  <c:v>#N/A</c:v>
                </c:pt>
                <c:pt idx="1709">
                  <c:v>#N/A</c:v>
                </c:pt>
                <c:pt idx="1710">
                  <c:v>#N/A</c:v>
                </c:pt>
                <c:pt idx="1711">
                  <c:v>#N/A</c:v>
                </c:pt>
                <c:pt idx="1712">
                  <c:v>#N/A</c:v>
                </c:pt>
                <c:pt idx="1713">
                  <c:v>#N/A</c:v>
                </c:pt>
                <c:pt idx="1714">
                  <c:v>#N/A</c:v>
                </c:pt>
                <c:pt idx="1715">
                  <c:v>#N/A</c:v>
                </c:pt>
                <c:pt idx="1716">
                  <c:v>#N/A</c:v>
                </c:pt>
                <c:pt idx="1717">
                  <c:v>#N/A</c:v>
                </c:pt>
                <c:pt idx="1718">
                  <c:v>#N/A</c:v>
                </c:pt>
                <c:pt idx="1719">
                  <c:v>#N/A</c:v>
                </c:pt>
                <c:pt idx="1720">
                  <c:v>#N/A</c:v>
                </c:pt>
                <c:pt idx="1721">
                  <c:v>#N/A</c:v>
                </c:pt>
                <c:pt idx="1722">
                  <c:v>#N/A</c:v>
                </c:pt>
                <c:pt idx="1723">
                  <c:v>#N/A</c:v>
                </c:pt>
                <c:pt idx="1724">
                  <c:v>#N/A</c:v>
                </c:pt>
                <c:pt idx="1725">
                  <c:v>#N/A</c:v>
                </c:pt>
                <c:pt idx="1726">
                  <c:v>#N/A</c:v>
                </c:pt>
                <c:pt idx="1727">
                  <c:v>#N/A</c:v>
                </c:pt>
                <c:pt idx="1728">
                  <c:v>#N/A</c:v>
                </c:pt>
                <c:pt idx="1729">
                  <c:v>#N/A</c:v>
                </c:pt>
                <c:pt idx="1730">
                  <c:v>#N/A</c:v>
                </c:pt>
                <c:pt idx="1731">
                  <c:v>#N/A</c:v>
                </c:pt>
                <c:pt idx="1732">
                  <c:v>#N/A</c:v>
                </c:pt>
                <c:pt idx="1733">
                  <c:v>#N/A</c:v>
                </c:pt>
                <c:pt idx="1734">
                  <c:v>#N/A</c:v>
                </c:pt>
                <c:pt idx="1735">
                  <c:v>#N/A</c:v>
                </c:pt>
                <c:pt idx="1736">
                  <c:v>#N/A</c:v>
                </c:pt>
                <c:pt idx="1737">
                  <c:v>#N/A</c:v>
                </c:pt>
                <c:pt idx="1738">
                  <c:v>#N/A</c:v>
                </c:pt>
                <c:pt idx="1739">
                  <c:v>#N/A</c:v>
                </c:pt>
                <c:pt idx="1740">
                  <c:v>#N/A</c:v>
                </c:pt>
                <c:pt idx="1741">
                  <c:v>#N/A</c:v>
                </c:pt>
                <c:pt idx="1742">
                  <c:v>#N/A</c:v>
                </c:pt>
                <c:pt idx="1743">
                  <c:v>#N/A</c:v>
                </c:pt>
                <c:pt idx="1744">
                  <c:v>#N/A</c:v>
                </c:pt>
                <c:pt idx="1745">
                  <c:v>#N/A</c:v>
                </c:pt>
                <c:pt idx="1746">
                  <c:v>#N/A</c:v>
                </c:pt>
              </c:numCache>
            </c:numRef>
          </c:val>
          <c:smooth val="1"/>
          <c:extLst>
            <c:ext xmlns:c16="http://schemas.microsoft.com/office/drawing/2014/chart" uri="{C3380CC4-5D6E-409C-BE32-E72D297353CC}">
              <c16:uniqueId val="{00000003-B2C8-4E43-8014-6A7775D0B8B6}"/>
            </c:ext>
          </c:extLst>
        </c:ser>
        <c:dLbls>
          <c:showLegendKey val="0"/>
          <c:showVal val="0"/>
          <c:showCatName val="0"/>
          <c:showSerName val="0"/>
          <c:showPercent val="0"/>
          <c:showBubbleSize val="0"/>
        </c:dLbls>
        <c:marker val="1"/>
        <c:smooth val="0"/>
        <c:axId val="2000001474"/>
        <c:axId val="2000001475"/>
      </c:lineChart>
      <c:dateAx>
        <c:axId val="2000001472"/>
        <c:scaling>
          <c:orientation val="minMax"/>
          <c:max val="45830"/>
          <c:min val="45593"/>
        </c:scaling>
        <c:delete val="0"/>
        <c:axPos val="b"/>
        <c:numFmt formatCode="yyyy\-mm" sourceLinked="0"/>
        <c:majorTickMark val="in"/>
        <c:minorTickMark val="none"/>
        <c:tickLblPos val="low"/>
        <c:spPr>
          <a:ln w="3175">
            <a:solidFill>
              <a:srgbClr val="000000"/>
            </a:solidFill>
            <a:prstDash val="solid"/>
          </a:ln>
        </c:spPr>
        <c:txPr>
          <a:bodyPr rot="0" vert="horz"/>
          <a:lstStyle/>
          <a:p>
            <a:pPr>
              <a:defRPr/>
            </a:pPr>
            <a:endParaRPr lang="zh-CN"/>
          </a:p>
        </c:txPr>
        <c:crossAx val="2000001473"/>
        <c:crosses val="autoZero"/>
        <c:auto val="0"/>
        <c:lblOffset val="100"/>
        <c:baseTimeUnit val="days"/>
        <c:majorUnit val="2"/>
        <c:majorTimeUnit val="months"/>
      </c:dateAx>
      <c:valAx>
        <c:axId val="2000001473"/>
        <c:scaling>
          <c:orientation val="minMax"/>
          <c:max val="26000"/>
          <c:min val="18000"/>
        </c:scaling>
        <c:delete val="0"/>
        <c:axPos val="l"/>
        <c:numFmt formatCode="General" sourceLinked="0"/>
        <c:majorTickMark val="in"/>
        <c:minorTickMark val="none"/>
        <c:tickLblPos val="nextTo"/>
        <c:spPr>
          <a:ln w="3175">
            <a:solidFill>
              <a:srgbClr val="000000"/>
            </a:solidFill>
            <a:prstDash val="solid"/>
          </a:ln>
        </c:spPr>
        <c:txPr>
          <a:bodyPr rot="0" vert="horz"/>
          <a:lstStyle/>
          <a:p>
            <a:pPr>
              <a:defRPr/>
            </a:pPr>
            <a:endParaRPr lang="zh-CN"/>
          </a:p>
        </c:txPr>
        <c:crossAx val="2000001472"/>
        <c:crosses val="autoZero"/>
        <c:crossBetween val="between"/>
        <c:majorUnit val="1000"/>
      </c:valAx>
      <c:dateAx>
        <c:axId val="2000001474"/>
        <c:scaling>
          <c:orientation val="minMax"/>
        </c:scaling>
        <c:delete val="1"/>
        <c:axPos val="b"/>
        <c:numFmt formatCode="yyyy\-mm\-dd" sourceLinked="1"/>
        <c:majorTickMark val="out"/>
        <c:minorTickMark val="none"/>
        <c:tickLblPos val="none"/>
        <c:crossAx val="2000001475"/>
        <c:crosses val="autoZero"/>
        <c:auto val="1"/>
        <c:lblOffset val="100"/>
        <c:baseTimeUnit val="days"/>
      </c:dateAx>
      <c:valAx>
        <c:axId val="2000001475"/>
        <c:scaling>
          <c:orientation val="minMax"/>
          <c:max val="150"/>
          <c:min val="-150"/>
        </c:scaling>
        <c:delete val="0"/>
        <c:axPos val="r"/>
        <c:numFmt formatCode="_ * #,##0_ ;_ * \-#,##0_ ;_ * &quot;-&quot;??_ ;_ @_ " sourceLinked="1"/>
        <c:majorTickMark val="in"/>
        <c:minorTickMark val="none"/>
        <c:tickLblPos val="nextTo"/>
        <c:spPr>
          <a:ln w="3175">
            <a:solidFill>
              <a:srgbClr val="000000"/>
            </a:solidFill>
            <a:prstDash val="solid"/>
          </a:ln>
        </c:spPr>
        <c:txPr>
          <a:bodyPr rot="0" vert="horz"/>
          <a:lstStyle/>
          <a:p>
            <a:pPr>
              <a:defRPr/>
            </a:pPr>
            <a:endParaRPr lang="zh-CN"/>
          </a:p>
        </c:txPr>
        <c:crossAx val="2000001474"/>
        <c:crosses val="max"/>
        <c:crossBetween val="between"/>
        <c:majorUnit val="50"/>
      </c:valAx>
      <c:spPr>
        <a:noFill/>
        <a:ln w="25400">
          <a:noFill/>
        </a:ln>
      </c:spPr>
    </c:plotArea>
    <c:legend>
      <c:legendPos val="b"/>
      <c:layout>
        <c:manualLayout>
          <c:xMode val="edge"/>
          <c:yMode val="edge"/>
          <c:x val="0"/>
          <c:y val="7.0186113099504665E-4"/>
          <c:w val="0.9480134713836369"/>
          <c:h val="0.19428633918234314"/>
        </c:manualLayout>
      </c:layout>
      <c:overlay val="0"/>
      <c:spPr>
        <a:noFill/>
        <a:ln w="25400">
          <a:noFill/>
        </a:ln>
      </c:spPr>
    </c:legend>
    <c:plotVisOnly val="1"/>
    <c:dispBlanksAs val="gap"/>
    <c:showDLblsOverMax val="0"/>
  </c:chart>
  <c:spPr>
    <a:solidFill>
      <a:srgbClr val="FFFFFF"/>
    </a:solidFill>
    <a:ln w="9525">
      <a:noFill/>
    </a:ln>
  </c:spPr>
  <c:txPr>
    <a:bodyPr/>
    <a:lstStyle/>
    <a:p>
      <a:pPr>
        <a:defRPr sz="600" b="0" i="0" u="none" strike="noStrike" baseline="0">
          <a:solidFill>
            <a:srgbClr val="000000"/>
          </a:solidFill>
          <a:latin typeface="Arial" panose="020B0604020202020204" pitchFamily="34" charset="0"/>
          <a:ea typeface="思源黑体 CN Regular" panose="020B0500000000000000" pitchFamily="34" charset="-122"/>
          <a:cs typeface="Arial" panose="020B0604020202020204" pitchFamily="34" charset="0"/>
        </a:defRPr>
      </a:pPr>
      <a:endParaRPr lang="zh-CN"/>
    </a:p>
  </c:txPr>
  <c:externalData r:id="rId1">
    <c:autoUpdate val="0"/>
  </c:externalData>
  <c:userShapes r:id="rId2"/>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6.9178938510548779E-2"/>
          <c:y val="0.13305788071062974"/>
          <c:w val="0.8592107952154836"/>
          <c:h val="0.77478610026126804"/>
        </c:manualLayout>
      </c:layout>
      <c:lineChart>
        <c:grouping val="standard"/>
        <c:varyColors val="0"/>
        <c:ser>
          <c:idx val="0"/>
          <c:order val="0"/>
          <c:tx>
            <c:strRef>
              <c:f>'22-23 南向资金 (3)'!$C$3</c:f>
              <c:strCache>
                <c:ptCount val="1"/>
                <c:pt idx="0">
                  <c:v>恒生指数收盘价（左轴，点）</c:v>
                </c:pt>
              </c:strCache>
            </c:strRef>
          </c:tx>
          <c:spPr>
            <a:ln w="25400">
              <a:solidFill>
                <a:srgbClr val="7C80C8"/>
              </a:solidFill>
              <a:prstDash val="solid"/>
            </a:ln>
          </c:spPr>
          <c:marker>
            <c:symbol val="none"/>
          </c:marker>
          <c:cat>
            <c:numRef>
              <c:f>'22-23 南向资金 (3)'!$A$4:$A$1750</c:f>
              <c:numCache>
                <c:formatCode>yyyy\-mm\-dd</c:formatCode>
                <c:ptCount val="1747"/>
                <c:pt idx="0">
                  <c:v>45860</c:v>
                </c:pt>
                <c:pt idx="1">
                  <c:v>45859</c:v>
                </c:pt>
                <c:pt idx="2">
                  <c:v>45856</c:v>
                </c:pt>
                <c:pt idx="3">
                  <c:v>45855</c:v>
                </c:pt>
                <c:pt idx="4">
                  <c:v>45854</c:v>
                </c:pt>
                <c:pt idx="5">
                  <c:v>45853</c:v>
                </c:pt>
                <c:pt idx="6">
                  <c:v>45852</c:v>
                </c:pt>
                <c:pt idx="7">
                  <c:v>45849</c:v>
                </c:pt>
                <c:pt idx="8">
                  <c:v>45848</c:v>
                </c:pt>
                <c:pt idx="9">
                  <c:v>45847</c:v>
                </c:pt>
                <c:pt idx="10">
                  <c:v>45846</c:v>
                </c:pt>
                <c:pt idx="11">
                  <c:v>45845</c:v>
                </c:pt>
                <c:pt idx="12">
                  <c:v>45842</c:v>
                </c:pt>
                <c:pt idx="13">
                  <c:v>45841</c:v>
                </c:pt>
                <c:pt idx="14">
                  <c:v>45840</c:v>
                </c:pt>
                <c:pt idx="15">
                  <c:v>45838</c:v>
                </c:pt>
                <c:pt idx="16">
                  <c:v>45835</c:v>
                </c:pt>
                <c:pt idx="17">
                  <c:v>45834</c:v>
                </c:pt>
                <c:pt idx="18">
                  <c:v>45833</c:v>
                </c:pt>
                <c:pt idx="19">
                  <c:v>45832</c:v>
                </c:pt>
                <c:pt idx="20">
                  <c:v>45831</c:v>
                </c:pt>
                <c:pt idx="21">
                  <c:v>45828</c:v>
                </c:pt>
                <c:pt idx="22">
                  <c:v>45827</c:v>
                </c:pt>
                <c:pt idx="23">
                  <c:v>45826</c:v>
                </c:pt>
                <c:pt idx="24">
                  <c:v>45825</c:v>
                </c:pt>
                <c:pt idx="25">
                  <c:v>45824</c:v>
                </c:pt>
                <c:pt idx="26">
                  <c:v>45821</c:v>
                </c:pt>
                <c:pt idx="27">
                  <c:v>45820</c:v>
                </c:pt>
                <c:pt idx="28">
                  <c:v>45819</c:v>
                </c:pt>
                <c:pt idx="29">
                  <c:v>45818</c:v>
                </c:pt>
                <c:pt idx="30">
                  <c:v>45817</c:v>
                </c:pt>
                <c:pt idx="31">
                  <c:v>45814</c:v>
                </c:pt>
                <c:pt idx="32">
                  <c:v>45813</c:v>
                </c:pt>
                <c:pt idx="33">
                  <c:v>45812</c:v>
                </c:pt>
                <c:pt idx="34">
                  <c:v>45811</c:v>
                </c:pt>
                <c:pt idx="35">
                  <c:v>45807</c:v>
                </c:pt>
                <c:pt idx="36">
                  <c:v>45806</c:v>
                </c:pt>
                <c:pt idx="37">
                  <c:v>45805</c:v>
                </c:pt>
                <c:pt idx="38">
                  <c:v>45804</c:v>
                </c:pt>
                <c:pt idx="39">
                  <c:v>45803</c:v>
                </c:pt>
                <c:pt idx="40">
                  <c:v>45800</c:v>
                </c:pt>
                <c:pt idx="41">
                  <c:v>45799</c:v>
                </c:pt>
                <c:pt idx="42">
                  <c:v>45798</c:v>
                </c:pt>
                <c:pt idx="43">
                  <c:v>45797</c:v>
                </c:pt>
                <c:pt idx="44">
                  <c:v>45796</c:v>
                </c:pt>
                <c:pt idx="45">
                  <c:v>45793</c:v>
                </c:pt>
                <c:pt idx="46">
                  <c:v>45792</c:v>
                </c:pt>
                <c:pt idx="47">
                  <c:v>45791</c:v>
                </c:pt>
                <c:pt idx="48">
                  <c:v>45790</c:v>
                </c:pt>
                <c:pt idx="49">
                  <c:v>45789</c:v>
                </c:pt>
                <c:pt idx="50">
                  <c:v>45786</c:v>
                </c:pt>
                <c:pt idx="51">
                  <c:v>45785</c:v>
                </c:pt>
                <c:pt idx="52">
                  <c:v>45784</c:v>
                </c:pt>
                <c:pt idx="53">
                  <c:v>45783</c:v>
                </c:pt>
                <c:pt idx="54">
                  <c:v>45777</c:v>
                </c:pt>
                <c:pt idx="55">
                  <c:v>45776</c:v>
                </c:pt>
                <c:pt idx="56">
                  <c:v>45775</c:v>
                </c:pt>
                <c:pt idx="57">
                  <c:v>45772</c:v>
                </c:pt>
                <c:pt idx="58">
                  <c:v>45771</c:v>
                </c:pt>
                <c:pt idx="59">
                  <c:v>45770</c:v>
                </c:pt>
                <c:pt idx="60">
                  <c:v>45769</c:v>
                </c:pt>
                <c:pt idx="61">
                  <c:v>45764</c:v>
                </c:pt>
                <c:pt idx="62">
                  <c:v>45763</c:v>
                </c:pt>
                <c:pt idx="63">
                  <c:v>45762</c:v>
                </c:pt>
                <c:pt idx="64">
                  <c:v>45761</c:v>
                </c:pt>
                <c:pt idx="65">
                  <c:v>45758</c:v>
                </c:pt>
                <c:pt idx="66">
                  <c:v>45757</c:v>
                </c:pt>
                <c:pt idx="67">
                  <c:v>45756</c:v>
                </c:pt>
                <c:pt idx="68">
                  <c:v>45755</c:v>
                </c:pt>
                <c:pt idx="69">
                  <c:v>45754</c:v>
                </c:pt>
                <c:pt idx="70">
                  <c:v>45750</c:v>
                </c:pt>
                <c:pt idx="71">
                  <c:v>45749</c:v>
                </c:pt>
                <c:pt idx="72">
                  <c:v>45748</c:v>
                </c:pt>
                <c:pt idx="73">
                  <c:v>45747</c:v>
                </c:pt>
                <c:pt idx="74">
                  <c:v>45744</c:v>
                </c:pt>
                <c:pt idx="75">
                  <c:v>45743</c:v>
                </c:pt>
                <c:pt idx="76">
                  <c:v>45742</c:v>
                </c:pt>
                <c:pt idx="77">
                  <c:v>45741</c:v>
                </c:pt>
                <c:pt idx="78">
                  <c:v>45740</c:v>
                </c:pt>
                <c:pt idx="79">
                  <c:v>45737</c:v>
                </c:pt>
                <c:pt idx="80">
                  <c:v>45736</c:v>
                </c:pt>
                <c:pt idx="81">
                  <c:v>45735</c:v>
                </c:pt>
                <c:pt idx="82">
                  <c:v>45734</c:v>
                </c:pt>
                <c:pt idx="83">
                  <c:v>45733</c:v>
                </c:pt>
                <c:pt idx="84">
                  <c:v>45730</c:v>
                </c:pt>
                <c:pt idx="85">
                  <c:v>45729</c:v>
                </c:pt>
                <c:pt idx="86">
                  <c:v>45728</c:v>
                </c:pt>
                <c:pt idx="87">
                  <c:v>45727</c:v>
                </c:pt>
                <c:pt idx="88">
                  <c:v>45726</c:v>
                </c:pt>
                <c:pt idx="89">
                  <c:v>45723</c:v>
                </c:pt>
                <c:pt idx="90">
                  <c:v>45722</c:v>
                </c:pt>
                <c:pt idx="91">
                  <c:v>45721</c:v>
                </c:pt>
                <c:pt idx="92">
                  <c:v>45720</c:v>
                </c:pt>
                <c:pt idx="93">
                  <c:v>45719</c:v>
                </c:pt>
                <c:pt idx="94">
                  <c:v>45716</c:v>
                </c:pt>
                <c:pt idx="95">
                  <c:v>45715</c:v>
                </c:pt>
                <c:pt idx="96">
                  <c:v>45714</c:v>
                </c:pt>
                <c:pt idx="97">
                  <c:v>45713</c:v>
                </c:pt>
                <c:pt idx="98">
                  <c:v>45712</c:v>
                </c:pt>
                <c:pt idx="99">
                  <c:v>45709</c:v>
                </c:pt>
                <c:pt idx="100">
                  <c:v>45708</c:v>
                </c:pt>
                <c:pt idx="101">
                  <c:v>45707</c:v>
                </c:pt>
                <c:pt idx="102">
                  <c:v>45706</c:v>
                </c:pt>
                <c:pt idx="103">
                  <c:v>45705</c:v>
                </c:pt>
                <c:pt idx="104">
                  <c:v>45702</c:v>
                </c:pt>
                <c:pt idx="105">
                  <c:v>45701</c:v>
                </c:pt>
                <c:pt idx="106">
                  <c:v>45700</c:v>
                </c:pt>
                <c:pt idx="107">
                  <c:v>45699</c:v>
                </c:pt>
                <c:pt idx="108">
                  <c:v>45698</c:v>
                </c:pt>
                <c:pt idx="109">
                  <c:v>45695</c:v>
                </c:pt>
                <c:pt idx="110">
                  <c:v>45694</c:v>
                </c:pt>
                <c:pt idx="111">
                  <c:v>45693</c:v>
                </c:pt>
                <c:pt idx="112">
                  <c:v>45684</c:v>
                </c:pt>
                <c:pt idx="113">
                  <c:v>45681</c:v>
                </c:pt>
                <c:pt idx="114">
                  <c:v>45680</c:v>
                </c:pt>
                <c:pt idx="115">
                  <c:v>45679</c:v>
                </c:pt>
                <c:pt idx="116">
                  <c:v>45678</c:v>
                </c:pt>
                <c:pt idx="117">
                  <c:v>45677</c:v>
                </c:pt>
                <c:pt idx="118">
                  <c:v>45674</c:v>
                </c:pt>
                <c:pt idx="119">
                  <c:v>45673</c:v>
                </c:pt>
                <c:pt idx="120">
                  <c:v>45672</c:v>
                </c:pt>
                <c:pt idx="121">
                  <c:v>45671</c:v>
                </c:pt>
                <c:pt idx="122">
                  <c:v>45670</c:v>
                </c:pt>
                <c:pt idx="123">
                  <c:v>45667</c:v>
                </c:pt>
                <c:pt idx="124">
                  <c:v>45666</c:v>
                </c:pt>
                <c:pt idx="125">
                  <c:v>45665</c:v>
                </c:pt>
                <c:pt idx="126">
                  <c:v>45664</c:v>
                </c:pt>
                <c:pt idx="127">
                  <c:v>45663</c:v>
                </c:pt>
                <c:pt idx="128">
                  <c:v>45660</c:v>
                </c:pt>
                <c:pt idx="129">
                  <c:v>45659</c:v>
                </c:pt>
                <c:pt idx="130">
                  <c:v>45657</c:v>
                </c:pt>
                <c:pt idx="131">
                  <c:v>45656</c:v>
                </c:pt>
                <c:pt idx="132">
                  <c:v>45653</c:v>
                </c:pt>
                <c:pt idx="133">
                  <c:v>45650</c:v>
                </c:pt>
                <c:pt idx="134">
                  <c:v>45649</c:v>
                </c:pt>
                <c:pt idx="135">
                  <c:v>45646</c:v>
                </c:pt>
                <c:pt idx="136">
                  <c:v>45645</c:v>
                </c:pt>
                <c:pt idx="137">
                  <c:v>45644</c:v>
                </c:pt>
                <c:pt idx="138">
                  <c:v>45643</c:v>
                </c:pt>
                <c:pt idx="139">
                  <c:v>45642</c:v>
                </c:pt>
                <c:pt idx="140">
                  <c:v>45639</c:v>
                </c:pt>
                <c:pt idx="141">
                  <c:v>45638</c:v>
                </c:pt>
                <c:pt idx="142">
                  <c:v>45637</c:v>
                </c:pt>
                <c:pt idx="143">
                  <c:v>45636</c:v>
                </c:pt>
                <c:pt idx="144">
                  <c:v>45635</c:v>
                </c:pt>
                <c:pt idx="145">
                  <c:v>45632</c:v>
                </c:pt>
                <c:pt idx="146">
                  <c:v>45631</c:v>
                </c:pt>
                <c:pt idx="147">
                  <c:v>45630</c:v>
                </c:pt>
                <c:pt idx="148">
                  <c:v>45629</c:v>
                </c:pt>
                <c:pt idx="149">
                  <c:v>45628</c:v>
                </c:pt>
                <c:pt idx="150">
                  <c:v>45625</c:v>
                </c:pt>
                <c:pt idx="151">
                  <c:v>45624</c:v>
                </c:pt>
                <c:pt idx="152">
                  <c:v>45623</c:v>
                </c:pt>
                <c:pt idx="153">
                  <c:v>45622</c:v>
                </c:pt>
                <c:pt idx="154">
                  <c:v>45621</c:v>
                </c:pt>
                <c:pt idx="155">
                  <c:v>45618</c:v>
                </c:pt>
                <c:pt idx="156">
                  <c:v>45617</c:v>
                </c:pt>
                <c:pt idx="157">
                  <c:v>45616</c:v>
                </c:pt>
                <c:pt idx="158">
                  <c:v>45615</c:v>
                </c:pt>
                <c:pt idx="159">
                  <c:v>45614</c:v>
                </c:pt>
                <c:pt idx="160">
                  <c:v>45611</c:v>
                </c:pt>
                <c:pt idx="161">
                  <c:v>45610</c:v>
                </c:pt>
                <c:pt idx="162">
                  <c:v>45609</c:v>
                </c:pt>
                <c:pt idx="163">
                  <c:v>45608</c:v>
                </c:pt>
                <c:pt idx="164">
                  <c:v>45607</c:v>
                </c:pt>
                <c:pt idx="165">
                  <c:v>45604</c:v>
                </c:pt>
                <c:pt idx="166">
                  <c:v>45603</c:v>
                </c:pt>
                <c:pt idx="167">
                  <c:v>45602</c:v>
                </c:pt>
                <c:pt idx="168">
                  <c:v>45601</c:v>
                </c:pt>
                <c:pt idx="169">
                  <c:v>45600</c:v>
                </c:pt>
                <c:pt idx="170">
                  <c:v>45597</c:v>
                </c:pt>
                <c:pt idx="171">
                  <c:v>45596</c:v>
                </c:pt>
                <c:pt idx="172">
                  <c:v>45595</c:v>
                </c:pt>
                <c:pt idx="173">
                  <c:v>45594</c:v>
                </c:pt>
                <c:pt idx="174">
                  <c:v>45593</c:v>
                </c:pt>
                <c:pt idx="175">
                  <c:v>45590</c:v>
                </c:pt>
                <c:pt idx="176">
                  <c:v>45589</c:v>
                </c:pt>
                <c:pt idx="177">
                  <c:v>45588</c:v>
                </c:pt>
                <c:pt idx="178">
                  <c:v>45587</c:v>
                </c:pt>
                <c:pt idx="179">
                  <c:v>45586</c:v>
                </c:pt>
                <c:pt idx="180">
                  <c:v>45583</c:v>
                </c:pt>
                <c:pt idx="181">
                  <c:v>45582</c:v>
                </c:pt>
                <c:pt idx="182">
                  <c:v>45581</c:v>
                </c:pt>
                <c:pt idx="183">
                  <c:v>45580</c:v>
                </c:pt>
                <c:pt idx="184">
                  <c:v>45579</c:v>
                </c:pt>
                <c:pt idx="185">
                  <c:v>45575</c:v>
                </c:pt>
                <c:pt idx="186">
                  <c:v>45574</c:v>
                </c:pt>
                <c:pt idx="187">
                  <c:v>45573</c:v>
                </c:pt>
                <c:pt idx="188">
                  <c:v>45565</c:v>
                </c:pt>
                <c:pt idx="189">
                  <c:v>45562</c:v>
                </c:pt>
                <c:pt idx="190">
                  <c:v>45561</c:v>
                </c:pt>
                <c:pt idx="191">
                  <c:v>45560</c:v>
                </c:pt>
                <c:pt idx="192">
                  <c:v>45559</c:v>
                </c:pt>
                <c:pt idx="193">
                  <c:v>45558</c:v>
                </c:pt>
                <c:pt idx="194">
                  <c:v>45555</c:v>
                </c:pt>
                <c:pt idx="195">
                  <c:v>45554</c:v>
                </c:pt>
                <c:pt idx="196">
                  <c:v>45548</c:v>
                </c:pt>
                <c:pt idx="197">
                  <c:v>45547</c:v>
                </c:pt>
                <c:pt idx="198">
                  <c:v>45546</c:v>
                </c:pt>
                <c:pt idx="199">
                  <c:v>45545</c:v>
                </c:pt>
                <c:pt idx="200">
                  <c:v>45544</c:v>
                </c:pt>
                <c:pt idx="201">
                  <c:v>45540</c:v>
                </c:pt>
                <c:pt idx="202">
                  <c:v>45539</c:v>
                </c:pt>
                <c:pt idx="203">
                  <c:v>45538</c:v>
                </c:pt>
                <c:pt idx="204">
                  <c:v>45537</c:v>
                </c:pt>
                <c:pt idx="205">
                  <c:v>45534</c:v>
                </c:pt>
                <c:pt idx="206">
                  <c:v>45533</c:v>
                </c:pt>
                <c:pt idx="207">
                  <c:v>45532</c:v>
                </c:pt>
                <c:pt idx="208">
                  <c:v>45531</c:v>
                </c:pt>
                <c:pt idx="209">
                  <c:v>45530</c:v>
                </c:pt>
                <c:pt idx="210">
                  <c:v>45527</c:v>
                </c:pt>
                <c:pt idx="211">
                  <c:v>45526</c:v>
                </c:pt>
                <c:pt idx="212">
                  <c:v>45525</c:v>
                </c:pt>
                <c:pt idx="213">
                  <c:v>45524</c:v>
                </c:pt>
                <c:pt idx="214">
                  <c:v>45523</c:v>
                </c:pt>
                <c:pt idx="215">
                  <c:v>45520</c:v>
                </c:pt>
                <c:pt idx="216">
                  <c:v>45519</c:v>
                </c:pt>
                <c:pt idx="217">
                  <c:v>45518</c:v>
                </c:pt>
                <c:pt idx="218">
                  <c:v>45517</c:v>
                </c:pt>
                <c:pt idx="219">
                  <c:v>45516</c:v>
                </c:pt>
                <c:pt idx="220">
                  <c:v>45513</c:v>
                </c:pt>
                <c:pt idx="221">
                  <c:v>45512</c:v>
                </c:pt>
                <c:pt idx="222">
                  <c:v>45511</c:v>
                </c:pt>
                <c:pt idx="223">
                  <c:v>45510</c:v>
                </c:pt>
                <c:pt idx="224">
                  <c:v>45509</c:v>
                </c:pt>
                <c:pt idx="225">
                  <c:v>45506</c:v>
                </c:pt>
                <c:pt idx="226">
                  <c:v>45505</c:v>
                </c:pt>
                <c:pt idx="227">
                  <c:v>45504</c:v>
                </c:pt>
                <c:pt idx="228">
                  <c:v>45503</c:v>
                </c:pt>
                <c:pt idx="229">
                  <c:v>45502</c:v>
                </c:pt>
                <c:pt idx="230">
                  <c:v>45499</c:v>
                </c:pt>
                <c:pt idx="231">
                  <c:v>45498</c:v>
                </c:pt>
                <c:pt idx="232">
                  <c:v>45497</c:v>
                </c:pt>
                <c:pt idx="233">
                  <c:v>45496</c:v>
                </c:pt>
                <c:pt idx="234">
                  <c:v>45495</c:v>
                </c:pt>
                <c:pt idx="235">
                  <c:v>45492</c:v>
                </c:pt>
                <c:pt idx="236">
                  <c:v>45491</c:v>
                </c:pt>
                <c:pt idx="237">
                  <c:v>45490</c:v>
                </c:pt>
                <c:pt idx="238">
                  <c:v>45489</c:v>
                </c:pt>
                <c:pt idx="239">
                  <c:v>45488</c:v>
                </c:pt>
                <c:pt idx="240">
                  <c:v>45485</c:v>
                </c:pt>
                <c:pt idx="241">
                  <c:v>45484</c:v>
                </c:pt>
                <c:pt idx="242">
                  <c:v>45483</c:v>
                </c:pt>
                <c:pt idx="243">
                  <c:v>45482</c:v>
                </c:pt>
                <c:pt idx="244">
                  <c:v>45481</c:v>
                </c:pt>
                <c:pt idx="245">
                  <c:v>45478</c:v>
                </c:pt>
                <c:pt idx="246">
                  <c:v>45477</c:v>
                </c:pt>
                <c:pt idx="247">
                  <c:v>45476</c:v>
                </c:pt>
                <c:pt idx="248">
                  <c:v>45475</c:v>
                </c:pt>
                <c:pt idx="249">
                  <c:v>45471</c:v>
                </c:pt>
                <c:pt idx="250">
                  <c:v>45470</c:v>
                </c:pt>
                <c:pt idx="251">
                  <c:v>45469</c:v>
                </c:pt>
                <c:pt idx="252">
                  <c:v>45468</c:v>
                </c:pt>
                <c:pt idx="253">
                  <c:v>45467</c:v>
                </c:pt>
                <c:pt idx="254">
                  <c:v>45464</c:v>
                </c:pt>
                <c:pt idx="255">
                  <c:v>45463</c:v>
                </c:pt>
                <c:pt idx="256">
                  <c:v>45462</c:v>
                </c:pt>
                <c:pt idx="257">
                  <c:v>45461</c:v>
                </c:pt>
                <c:pt idx="258">
                  <c:v>45460</c:v>
                </c:pt>
                <c:pt idx="259">
                  <c:v>45457</c:v>
                </c:pt>
                <c:pt idx="260">
                  <c:v>45456</c:v>
                </c:pt>
                <c:pt idx="261">
                  <c:v>45455</c:v>
                </c:pt>
                <c:pt idx="262">
                  <c:v>45454</c:v>
                </c:pt>
                <c:pt idx="263">
                  <c:v>45450</c:v>
                </c:pt>
                <c:pt idx="264">
                  <c:v>45449</c:v>
                </c:pt>
                <c:pt idx="265">
                  <c:v>45448</c:v>
                </c:pt>
                <c:pt idx="266">
                  <c:v>45447</c:v>
                </c:pt>
                <c:pt idx="267">
                  <c:v>45446</c:v>
                </c:pt>
                <c:pt idx="268">
                  <c:v>45443</c:v>
                </c:pt>
                <c:pt idx="269">
                  <c:v>45442</c:v>
                </c:pt>
                <c:pt idx="270">
                  <c:v>45441</c:v>
                </c:pt>
                <c:pt idx="271">
                  <c:v>45440</c:v>
                </c:pt>
                <c:pt idx="272">
                  <c:v>45439</c:v>
                </c:pt>
                <c:pt idx="273">
                  <c:v>45436</c:v>
                </c:pt>
                <c:pt idx="274">
                  <c:v>45435</c:v>
                </c:pt>
                <c:pt idx="275">
                  <c:v>45434</c:v>
                </c:pt>
                <c:pt idx="276">
                  <c:v>45433</c:v>
                </c:pt>
                <c:pt idx="277">
                  <c:v>45432</c:v>
                </c:pt>
                <c:pt idx="278">
                  <c:v>45429</c:v>
                </c:pt>
                <c:pt idx="279">
                  <c:v>45428</c:v>
                </c:pt>
                <c:pt idx="280">
                  <c:v>45426</c:v>
                </c:pt>
                <c:pt idx="281">
                  <c:v>45425</c:v>
                </c:pt>
                <c:pt idx="282">
                  <c:v>45422</c:v>
                </c:pt>
                <c:pt idx="283">
                  <c:v>45421</c:v>
                </c:pt>
                <c:pt idx="284">
                  <c:v>45420</c:v>
                </c:pt>
                <c:pt idx="285">
                  <c:v>45419</c:v>
                </c:pt>
                <c:pt idx="286">
                  <c:v>45418</c:v>
                </c:pt>
                <c:pt idx="287">
                  <c:v>45412</c:v>
                </c:pt>
                <c:pt idx="288">
                  <c:v>45411</c:v>
                </c:pt>
                <c:pt idx="289">
                  <c:v>45408</c:v>
                </c:pt>
                <c:pt idx="290">
                  <c:v>45407</c:v>
                </c:pt>
                <c:pt idx="291">
                  <c:v>45406</c:v>
                </c:pt>
                <c:pt idx="292">
                  <c:v>45405</c:v>
                </c:pt>
                <c:pt idx="293">
                  <c:v>45404</c:v>
                </c:pt>
                <c:pt idx="294">
                  <c:v>45401</c:v>
                </c:pt>
                <c:pt idx="295">
                  <c:v>45400</c:v>
                </c:pt>
                <c:pt idx="296">
                  <c:v>45399</c:v>
                </c:pt>
                <c:pt idx="297">
                  <c:v>45398</c:v>
                </c:pt>
                <c:pt idx="298">
                  <c:v>45397</c:v>
                </c:pt>
                <c:pt idx="299">
                  <c:v>45394</c:v>
                </c:pt>
                <c:pt idx="300">
                  <c:v>45393</c:v>
                </c:pt>
                <c:pt idx="301">
                  <c:v>45392</c:v>
                </c:pt>
                <c:pt idx="302">
                  <c:v>45391</c:v>
                </c:pt>
                <c:pt idx="303">
                  <c:v>45390</c:v>
                </c:pt>
                <c:pt idx="304">
                  <c:v>45385</c:v>
                </c:pt>
                <c:pt idx="305">
                  <c:v>45384</c:v>
                </c:pt>
                <c:pt idx="306">
                  <c:v>45379</c:v>
                </c:pt>
                <c:pt idx="307">
                  <c:v>45378</c:v>
                </c:pt>
                <c:pt idx="308">
                  <c:v>45377</c:v>
                </c:pt>
                <c:pt idx="309">
                  <c:v>45376</c:v>
                </c:pt>
                <c:pt idx="310">
                  <c:v>45373</c:v>
                </c:pt>
                <c:pt idx="311">
                  <c:v>45372</c:v>
                </c:pt>
                <c:pt idx="312">
                  <c:v>45371</c:v>
                </c:pt>
                <c:pt idx="313">
                  <c:v>45370</c:v>
                </c:pt>
                <c:pt idx="314">
                  <c:v>45369</c:v>
                </c:pt>
                <c:pt idx="315">
                  <c:v>45366</c:v>
                </c:pt>
                <c:pt idx="316">
                  <c:v>45365</c:v>
                </c:pt>
                <c:pt idx="317">
                  <c:v>45364</c:v>
                </c:pt>
                <c:pt idx="318">
                  <c:v>45363</c:v>
                </c:pt>
                <c:pt idx="319">
                  <c:v>45362</c:v>
                </c:pt>
                <c:pt idx="320">
                  <c:v>45359</c:v>
                </c:pt>
                <c:pt idx="321">
                  <c:v>45358</c:v>
                </c:pt>
                <c:pt idx="322">
                  <c:v>45357</c:v>
                </c:pt>
                <c:pt idx="323">
                  <c:v>45356</c:v>
                </c:pt>
                <c:pt idx="324">
                  <c:v>45355</c:v>
                </c:pt>
                <c:pt idx="325">
                  <c:v>45352</c:v>
                </c:pt>
                <c:pt idx="326">
                  <c:v>45351</c:v>
                </c:pt>
                <c:pt idx="327">
                  <c:v>45350</c:v>
                </c:pt>
                <c:pt idx="328">
                  <c:v>45349</c:v>
                </c:pt>
                <c:pt idx="329">
                  <c:v>45348</c:v>
                </c:pt>
                <c:pt idx="330">
                  <c:v>45345</c:v>
                </c:pt>
                <c:pt idx="331">
                  <c:v>45344</c:v>
                </c:pt>
                <c:pt idx="332">
                  <c:v>45343</c:v>
                </c:pt>
                <c:pt idx="333">
                  <c:v>45342</c:v>
                </c:pt>
                <c:pt idx="334">
                  <c:v>45341</c:v>
                </c:pt>
                <c:pt idx="335">
                  <c:v>45330</c:v>
                </c:pt>
                <c:pt idx="336">
                  <c:v>45329</c:v>
                </c:pt>
                <c:pt idx="337">
                  <c:v>45328</c:v>
                </c:pt>
                <c:pt idx="338">
                  <c:v>45327</c:v>
                </c:pt>
                <c:pt idx="339">
                  <c:v>45324</c:v>
                </c:pt>
                <c:pt idx="340">
                  <c:v>45323</c:v>
                </c:pt>
                <c:pt idx="341">
                  <c:v>45322</c:v>
                </c:pt>
                <c:pt idx="342">
                  <c:v>45321</c:v>
                </c:pt>
                <c:pt idx="343">
                  <c:v>45320</c:v>
                </c:pt>
                <c:pt idx="344">
                  <c:v>45317</c:v>
                </c:pt>
                <c:pt idx="345">
                  <c:v>45316</c:v>
                </c:pt>
                <c:pt idx="346">
                  <c:v>45315</c:v>
                </c:pt>
                <c:pt idx="347">
                  <c:v>45314</c:v>
                </c:pt>
                <c:pt idx="348">
                  <c:v>45313</c:v>
                </c:pt>
                <c:pt idx="349">
                  <c:v>45310</c:v>
                </c:pt>
                <c:pt idx="350">
                  <c:v>45309</c:v>
                </c:pt>
                <c:pt idx="351">
                  <c:v>45308</c:v>
                </c:pt>
                <c:pt idx="352">
                  <c:v>45307</c:v>
                </c:pt>
                <c:pt idx="353">
                  <c:v>45306</c:v>
                </c:pt>
                <c:pt idx="354">
                  <c:v>45303</c:v>
                </c:pt>
                <c:pt idx="355">
                  <c:v>45302</c:v>
                </c:pt>
                <c:pt idx="356">
                  <c:v>45301</c:v>
                </c:pt>
                <c:pt idx="357">
                  <c:v>45300</c:v>
                </c:pt>
                <c:pt idx="358">
                  <c:v>45299</c:v>
                </c:pt>
                <c:pt idx="359">
                  <c:v>45296</c:v>
                </c:pt>
                <c:pt idx="360">
                  <c:v>45295</c:v>
                </c:pt>
                <c:pt idx="361">
                  <c:v>45294</c:v>
                </c:pt>
                <c:pt idx="362">
                  <c:v>45293</c:v>
                </c:pt>
                <c:pt idx="363">
                  <c:v>45289</c:v>
                </c:pt>
                <c:pt idx="364">
                  <c:v>45288</c:v>
                </c:pt>
                <c:pt idx="365">
                  <c:v>45287</c:v>
                </c:pt>
                <c:pt idx="366">
                  <c:v>45282</c:v>
                </c:pt>
                <c:pt idx="367">
                  <c:v>45281</c:v>
                </c:pt>
                <c:pt idx="368">
                  <c:v>45280</c:v>
                </c:pt>
                <c:pt idx="369">
                  <c:v>45279</c:v>
                </c:pt>
                <c:pt idx="370">
                  <c:v>45278</c:v>
                </c:pt>
                <c:pt idx="371">
                  <c:v>45275</c:v>
                </c:pt>
                <c:pt idx="372">
                  <c:v>45274</c:v>
                </c:pt>
                <c:pt idx="373">
                  <c:v>45273</c:v>
                </c:pt>
                <c:pt idx="374">
                  <c:v>45272</c:v>
                </c:pt>
                <c:pt idx="375">
                  <c:v>45271</c:v>
                </c:pt>
                <c:pt idx="376">
                  <c:v>45268</c:v>
                </c:pt>
                <c:pt idx="377">
                  <c:v>45267</c:v>
                </c:pt>
                <c:pt idx="378">
                  <c:v>45266</c:v>
                </c:pt>
                <c:pt idx="379">
                  <c:v>45265</c:v>
                </c:pt>
                <c:pt idx="380">
                  <c:v>45264</c:v>
                </c:pt>
                <c:pt idx="381">
                  <c:v>45261</c:v>
                </c:pt>
                <c:pt idx="382">
                  <c:v>45260</c:v>
                </c:pt>
                <c:pt idx="383">
                  <c:v>45259</c:v>
                </c:pt>
                <c:pt idx="384">
                  <c:v>45258</c:v>
                </c:pt>
                <c:pt idx="385">
                  <c:v>45257</c:v>
                </c:pt>
                <c:pt idx="386">
                  <c:v>45254</c:v>
                </c:pt>
                <c:pt idx="387">
                  <c:v>45253</c:v>
                </c:pt>
                <c:pt idx="388">
                  <c:v>45252</c:v>
                </c:pt>
                <c:pt idx="389">
                  <c:v>45251</c:v>
                </c:pt>
                <c:pt idx="390">
                  <c:v>45250</c:v>
                </c:pt>
                <c:pt idx="391">
                  <c:v>45247</c:v>
                </c:pt>
                <c:pt idx="392">
                  <c:v>45246</c:v>
                </c:pt>
                <c:pt idx="393">
                  <c:v>45245</c:v>
                </c:pt>
                <c:pt idx="394">
                  <c:v>45244</c:v>
                </c:pt>
                <c:pt idx="395">
                  <c:v>45243</c:v>
                </c:pt>
                <c:pt idx="396">
                  <c:v>45240</c:v>
                </c:pt>
                <c:pt idx="397">
                  <c:v>45239</c:v>
                </c:pt>
                <c:pt idx="398">
                  <c:v>45238</c:v>
                </c:pt>
                <c:pt idx="399">
                  <c:v>45237</c:v>
                </c:pt>
                <c:pt idx="400">
                  <c:v>45236</c:v>
                </c:pt>
                <c:pt idx="401">
                  <c:v>45233</c:v>
                </c:pt>
                <c:pt idx="402">
                  <c:v>45232</c:v>
                </c:pt>
                <c:pt idx="403">
                  <c:v>45231</c:v>
                </c:pt>
                <c:pt idx="404">
                  <c:v>45230</c:v>
                </c:pt>
                <c:pt idx="405">
                  <c:v>45229</c:v>
                </c:pt>
                <c:pt idx="406">
                  <c:v>45226</c:v>
                </c:pt>
                <c:pt idx="407">
                  <c:v>45225</c:v>
                </c:pt>
                <c:pt idx="408">
                  <c:v>45224</c:v>
                </c:pt>
                <c:pt idx="409">
                  <c:v>45223</c:v>
                </c:pt>
                <c:pt idx="410">
                  <c:v>45219</c:v>
                </c:pt>
                <c:pt idx="411">
                  <c:v>45218</c:v>
                </c:pt>
                <c:pt idx="412">
                  <c:v>45217</c:v>
                </c:pt>
                <c:pt idx="413">
                  <c:v>45216</c:v>
                </c:pt>
                <c:pt idx="414">
                  <c:v>45215</c:v>
                </c:pt>
                <c:pt idx="415">
                  <c:v>45212</c:v>
                </c:pt>
                <c:pt idx="416">
                  <c:v>45211</c:v>
                </c:pt>
                <c:pt idx="417">
                  <c:v>45210</c:v>
                </c:pt>
                <c:pt idx="418">
                  <c:v>45209</c:v>
                </c:pt>
                <c:pt idx="419">
                  <c:v>45208</c:v>
                </c:pt>
                <c:pt idx="420">
                  <c:v>45197</c:v>
                </c:pt>
                <c:pt idx="421">
                  <c:v>45196</c:v>
                </c:pt>
                <c:pt idx="422">
                  <c:v>45195</c:v>
                </c:pt>
                <c:pt idx="423">
                  <c:v>45194</c:v>
                </c:pt>
                <c:pt idx="424">
                  <c:v>45191</c:v>
                </c:pt>
                <c:pt idx="425">
                  <c:v>45190</c:v>
                </c:pt>
                <c:pt idx="426">
                  <c:v>45189</c:v>
                </c:pt>
                <c:pt idx="427">
                  <c:v>45188</c:v>
                </c:pt>
                <c:pt idx="428">
                  <c:v>45187</c:v>
                </c:pt>
                <c:pt idx="429">
                  <c:v>45184</c:v>
                </c:pt>
                <c:pt idx="430">
                  <c:v>45183</c:v>
                </c:pt>
                <c:pt idx="431">
                  <c:v>45182</c:v>
                </c:pt>
                <c:pt idx="432">
                  <c:v>45181</c:v>
                </c:pt>
                <c:pt idx="433">
                  <c:v>45180</c:v>
                </c:pt>
                <c:pt idx="434">
                  <c:v>45176</c:v>
                </c:pt>
                <c:pt idx="435">
                  <c:v>45175</c:v>
                </c:pt>
                <c:pt idx="436">
                  <c:v>45174</c:v>
                </c:pt>
                <c:pt idx="437">
                  <c:v>45173</c:v>
                </c:pt>
                <c:pt idx="438">
                  <c:v>45169</c:v>
                </c:pt>
                <c:pt idx="439">
                  <c:v>45168</c:v>
                </c:pt>
                <c:pt idx="440">
                  <c:v>45167</c:v>
                </c:pt>
                <c:pt idx="441">
                  <c:v>45166</c:v>
                </c:pt>
                <c:pt idx="442">
                  <c:v>45163</c:v>
                </c:pt>
                <c:pt idx="443">
                  <c:v>45162</c:v>
                </c:pt>
                <c:pt idx="444">
                  <c:v>45161</c:v>
                </c:pt>
                <c:pt idx="445">
                  <c:v>45160</c:v>
                </c:pt>
                <c:pt idx="446">
                  <c:v>45159</c:v>
                </c:pt>
                <c:pt idx="447">
                  <c:v>45156</c:v>
                </c:pt>
                <c:pt idx="448">
                  <c:v>45155</c:v>
                </c:pt>
                <c:pt idx="449">
                  <c:v>45154</c:v>
                </c:pt>
                <c:pt idx="450">
                  <c:v>45153</c:v>
                </c:pt>
                <c:pt idx="451">
                  <c:v>45152</c:v>
                </c:pt>
                <c:pt idx="452">
                  <c:v>45149</c:v>
                </c:pt>
                <c:pt idx="453">
                  <c:v>45148</c:v>
                </c:pt>
                <c:pt idx="454">
                  <c:v>45147</c:v>
                </c:pt>
                <c:pt idx="455">
                  <c:v>45146</c:v>
                </c:pt>
                <c:pt idx="456">
                  <c:v>45145</c:v>
                </c:pt>
                <c:pt idx="457">
                  <c:v>45142</c:v>
                </c:pt>
                <c:pt idx="458">
                  <c:v>45141</c:v>
                </c:pt>
                <c:pt idx="459">
                  <c:v>45140</c:v>
                </c:pt>
                <c:pt idx="460">
                  <c:v>45139</c:v>
                </c:pt>
                <c:pt idx="461">
                  <c:v>45138</c:v>
                </c:pt>
                <c:pt idx="462">
                  <c:v>45135</c:v>
                </c:pt>
                <c:pt idx="463">
                  <c:v>45134</c:v>
                </c:pt>
                <c:pt idx="464">
                  <c:v>45133</c:v>
                </c:pt>
                <c:pt idx="465">
                  <c:v>45132</c:v>
                </c:pt>
                <c:pt idx="466">
                  <c:v>45131</c:v>
                </c:pt>
                <c:pt idx="467">
                  <c:v>45128</c:v>
                </c:pt>
                <c:pt idx="468">
                  <c:v>45127</c:v>
                </c:pt>
                <c:pt idx="469">
                  <c:v>45126</c:v>
                </c:pt>
                <c:pt idx="470">
                  <c:v>45125</c:v>
                </c:pt>
                <c:pt idx="471">
                  <c:v>45121</c:v>
                </c:pt>
                <c:pt idx="472">
                  <c:v>45120</c:v>
                </c:pt>
                <c:pt idx="473">
                  <c:v>45119</c:v>
                </c:pt>
                <c:pt idx="474">
                  <c:v>45118</c:v>
                </c:pt>
                <c:pt idx="475">
                  <c:v>45117</c:v>
                </c:pt>
                <c:pt idx="476">
                  <c:v>45114</c:v>
                </c:pt>
                <c:pt idx="477">
                  <c:v>45113</c:v>
                </c:pt>
                <c:pt idx="478">
                  <c:v>45112</c:v>
                </c:pt>
                <c:pt idx="479">
                  <c:v>45111</c:v>
                </c:pt>
                <c:pt idx="480">
                  <c:v>45110</c:v>
                </c:pt>
                <c:pt idx="481">
                  <c:v>45107</c:v>
                </c:pt>
                <c:pt idx="482">
                  <c:v>45106</c:v>
                </c:pt>
                <c:pt idx="483">
                  <c:v>45105</c:v>
                </c:pt>
                <c:pt idx="484">
                  <c:v>45104</c:v>
                </c:pt>
                <c:pt idx="485">
                  <c:v>45103</c:v>
                </c:pt>
                <c:pt idx="486">
                  <c:v>45098</c:v>
                </c:pt>
                <c:pt idx="487">
                  <c:v>45097</c:v>
                </c:pt>
                <c:pt idx="488">
                  <c:v>45096</c:v>
                </c:pt>
                <c:pt idx="489">
                  <c:v>45093</c:v>
                </c:pt>
                <c:pt idx="490">
                  <c:v>45092</c:v>
                </c:pt>
                <c:pt idx="491">
                  <c:v>45091</c:v>
                </c:pt>
                <c:pt idx="492">
                  <c:v>45090</c:v>
                </c:pt>
                <c:pt idx="493">
                  <c:v>45089</c:v>
                </c:pt>
                <c:pt idx="494">
                  <c:v>45086</c:v>
                </c:pt>
                <c:pt idx="495">
                  <c:v>45085</c:v>
                </c:pt>
                <c:pt idx="496">
                  <c:v>45084</c:v>
                </c:pt>
                <c:pt idx="497">
                  <c:v>45083</c:v>
                </c:pt>
                <c:pt idx="498">
                  <c:v>45082</c:v>
                </c:pt>
                <c:pt idx="499">
                  <c:v>45079</c:v>
                </c:pt>
                <c:pt idx="500">
                  <c:v>45078</c:v>
                </c:pt>
                <c:pt idx="501">
                  <c:v>45077</c:v>
                </c:pt>
                <c:pt idx="502">
                  <c:v>45076</c:v>
                </c:pt>
                <c:pt idx="503">
                  <c:v>45075</c:v>
                </c:pt>
                <c:pt idx="504">
                  <c:v>45071</c:v>
                </c:pt>
                <c:pt idx="505">
                  <c:v>45070</c:v>
                </c:pt>
                <c:pt idx="506">
                  <c:v>45069</c:v>
                </c:pt>
                <c:pt idx="507">
                  <c:v>45068</c:v>
                </c:pt>
                <c:pt idx="508">
                  <c:v>45065</c:v>
                </c:pt>
                <c:pt idx="509">
                  <c:v>45064</c:v>
                </c:pt>
                <c:pt idx="510">
                  <c:v>45063</c:v>
                </c:pt>
                <c:pt idx="511">
                  <c:v>45062</c:v>
                </c:pt>
                <c:pt idx="512">
                  <c:v>45061</c:v>
                </c:pt>
                <c:pt idx="513">
                  <c:v>45058</c:v>
                </c:pt>
                <c:pt idx="514">
                  <c:v>45057</c:v>
                </c:pt>
                <c:pt idx="515">
                  <c:v>45056</c:v>
                </c:pt>
                <c:pt idx="516">
                  <c:v>45055</c:v>
                </c:pt>
                <c:pt idx="517">
                  <c:v>45054</c:v>
                </c:pt>
                <c:pt idx="518">
                  <c:v>45051</c:v>
                </c:pt>
                <c:pt idx="519">
                  <c:v>45050</c:v>
                </c:pt>
                <c:pt idx="520">
                  <c:v>45044</c:v>
                </c:pt>
                <c:pt idx="521">
                  <c:v>45043</c:v>
                </c:pt>
                <c:pt idx="522">
                  <c:v>45042</c:v>
                </c:pt>
                <c:pt idx="523">
                  <c:v>45041</c:v>
                </c:pt>
                <c:pt idx="524">
                  <c:v>45040</c:v>
                </c:pt>
                <c:pt idx="525">
                  <c:v>45037</c:v>
                </c:pt>
                <c:pt idx="526">
                  <c:v>45036</c:v>
                </c:pt>
                <c:pt idx="527">
                  <c:v>45035</c:v>
                </c:pt>
                <c:pt idx="528">
                  <c:v>45034</c:v>
                </c:pt>
                <c:pt idx="529">
                  <c:v>45033</c:v>
                </c:pt>
                <c:pt idx="530">
                  <c:v>45030</c:v>
                </c:pt>
                <c:pt idx="531">
                  <c:v>45029</c:v>
                </c:pt>
                <c:pt idx="532">
                  <c:v>45028</c:v>
                </c:pt>
                <c:pt idx="533">
                  <c:v>45027</c:v>
                </c:pt>
                <c:pt idx="534">
                  <c:v>45022</c:v>
                </c:pt>
                <c:pt idx="535">
                  <c:v>45020</c:v>
                </c:pt>
                <c:pt idx="536">
                  <c:v>45019</c:v>
                </c:pt>
                <c:pt idx="537">
                  <c:v>45016</c:v>
                </c:pt>
                <c:pt idx="538">
                  <c:v>45015</c:v>
                </c:pt>
                <c:pt idx="539">
                  <c:v>45014</c:v>
                </c:pt>
                <c:pt idx="540">
                  <c:v>45013</c:v>
                </c:pt>
                <c:pt idx="541">
                  <c:v>45012</c:v>
                </c:pt>
                <c:pt idx="542">
                  <c:v>45009</c:v>
                </c:pt>
                <c:pt idx="543">
                  <c:v>45008</c:v>
                </c:pt>
                <c:pt idx="544">
                  <c:v>45007</c:v>
                </c:pt>
                <c:pt idx="545">
                  <c:v>45006</c:v>
                </c:pt>
                <c:pt idx="546">
                  <c:v>45005</c:v>
                </c:pt>
                <c:pt idx="547">
                  <c:v>45002</c:v>
                </c:pt>
                <c:pt idx="548">
                  <c:v>45001</c:v>
                </c:pt>
                <c:pt idx="549">
                  <c:v>45000</c:v>
                </c:pt>
                <c:pt idx="550">
                  <c:v>44999</c:v>
                </c:pt>
                <c:pt idx="551">
                  <c:v>44998</c:v>
                </c:pt>
                <c:pt idx="552">
                  <c:v>44995</c:v>
                </c:pt>
                <c:pt idx="553">
                  <c:v>44994</c:v>
                </c:pt>
                <c:pt idx="554">
                  <c:v>44993</c:v>
                </c:pt>
                <c:pt idx="555">
                  <c:v>44992</c:v>
                </c:pt>
                <c:pt idx="556">
                  <c:v>44991</c:v>
                </c:pt>
                <c:pt idx="557">
                  <c:v>44988</c:v>
                </c:pt>
                <c:pt idx="558">
                  <c:v>44987</c:v>
                </c:pt>
                <c:pt idx="559">
                  <c:v>44986</c:v>
                </c:pt>
                <c:pt idx="560">
                  <c:v>44985</c:v>
                </c:pt>
                <c:pt idx="561">
                  <c:v>44984</c:v>
                </c:pt>
                <c:pt idx="562">
                  <c:v>44981</c:v>
                </c:pt>
                <c:pt idx="563">
                  <c:v>44980</c:v>
                </c:pt>
                <c:pt idx="564">
                  <c:v>44979</c:v>
                </c:pt>
                <c:pt idx="565">
                  <c:v>44978</c:v>
                </c:pt>
                <c:pt idx="566">
                  <c:v>44977</c:v>
                </c:pt>
                <c:pt idx="567">
                  <c:v>44974</c:v>
                </c:pt>
                <c:pt idx="568">
                  <c:v>44973</c:v>
                </c:pt>
                <c:pt idx="569">
                  <c:v>44972</c:v>
                </c:pt>
                <c:pt idx="570">
                  <c:v>44971</c:v>
                </c:pt>
                <c:pt idx="571">
                  <c:v>44970</c:v>
                </c:pt>
                <c:pt idx="572">
                  <c:v>44967</c:v>
                </c:pt>
                <c:pt idx="573">
                  <c:v>44966</c:v>
                </c:pt>
                <c:pt idx="574">
                  <c:v>44965</c:v>
                </c:pt>
                <c:pt idx="575">
                  <c:v>44964</c:v>
                </c:pt>
                <c:pt idx="576">
                  <c:v>44963</c:v>
                </c:pt>
                <c:pt idx="577">
                  <c:v>44960</c:v>
                </c:pt>
                <c:pt idx="578">
                  <c:v>44959</c:v>
                </c:pt>
                <c:pt idx="579">
                  <c:v>44958</c:v>
                </c:pt>
                <c:pt idx="580">
                  <c:v>44957</c:v>
                </c:pt>
                <c:pt idx="581">
                  <c:v>44956</c:v>
                </c:pt>
                <c:pt idx="582">
                  <c:v>44944</c:v>
                </c:pt>
                <c:pt idx="583">
                  <c:v>44943</c:v>
                </c:pt>
                <c:pt idx="584">
                  <c:v>44942</c:v>
                </c:pt>
                <c:pt idx="585">
                  <c:v>44939</c:v>
                </c:pt>
                <c:pt idx="586">
                  <c:v>44938</c:v>
                </c:pt>
                <c:pt idx="587">
                  <c:v>44937</c:v>
                </c:pt>
                <c:pt idx="588">
                  <c:v>44936</c:v>
                </c:pt>
                <c:pt idx="589">
                  <c:v>44935</c:v>
                </c:pt>
                <c:pt idx="590">
                  <c:v>44932</c:v>
                </c:pt>
                <c:pt idx="591">
                  <c:v>44931</c:v>
                </c:pt>
                <c:pt idx="592">
                  <c:v>44930</c:v>
                </c:pt>
                <c:pt idx="593">
                  <c:v>44929</c:v>
                </c:pt>
                <c:pt idx="594">
                  <c:v>44925</c:v>
                </c:pt>
                <c:pt idx="595">
                  <c:v>44924</c:v>
                </c:pt>
                <c:pt idx="596">
                  <c:v>44923</c:v>
                </c:pt>
                <c:pt idx="597">
                  <c:v>44918</c:v>
                </c:pt>
                <c:pt idx="598">
                  <c:v>44917</c:v>
                </c:pt>
                <c:pt idx="599">
                  <c:v>44916</c:v>
                </c:pt>
                <c:pt idx="600">
                  <c:v>44915</c:v>
                </c:pt>
                <c:pt idx="601">
                  <c:v>44914</c:v>
                </c:pt>
                <c:pt idx="602">
                  <c:v>44911</c:v>
                </c:pt>
                <c:pt idx="603">
                  <c:v>44910</c:v>
                </c:pt>
                <c:pt idx="604">
                  <c:v>44909</c:v>
                </c:pt>
                <c:pt idx="605">
                  <c:v>44908</c:v>
                </c:pt>
                <c:pt idx="606">
                  <c:v>44907</c:v>
                </c:pt>
                <c:pt idx="607">
                  <c:v>44904</c:v>
                </c:pt>
                <c:pt idx="608">
                  <c:v>44903</c:v>
                </c:pt>
                <c:pt idx="609">
                  <c:v>44902</c:v>
                </c:pt>
                <c:pt idx="610">
                  <c:v>44901</c:v>
                </c:pt>
                <c:pt idx="611">
                  <c:v>44900</c:v>
                </c:pt>
                <c:pt idx="612">
                  <c:v>44897</c:v>
                </c:pt>
                <c:pt idx="613">
                  <c:v>44896</c:v>
                </c:pt>
                <c:pt idx="614">
                  <c:v>44895</c:v>
                </c:pt>
                <c:pt idx="615">
                  <c:v>44894</c:v>
                </c:pt>
                <c:pt idx="616">
                  <c:v>44893</c:v>
                </c:pt>
                <c:pt idx="617">
                  <c:v>44890</c:v>
                </c:pt>
                <c:pt idx="618">
                  <c:v>44889</c:v>
                </c:pt>
                <c:pt idx="619">
                  <c:v>44888</c:v>
                </c:pt>
                <c:pt idx="620">
                  <c:v>44887</c:v>
                </c:pt>
                <c:pt idx="621">
                  <c:v>44886</c:v>
                </c:pt>
                <c:pt idx="622">
                  <c:v>44883</c:v>
                </c:pt>
                <c:pt idx="623">
                  <c:v>44882</c:v>
                </c:pt>
                <c:pt idx="624">
                  <c:v>44881</c:v>
                </c:pt>
                <c:pt idx="625">
                  <c:v>44880</c:v>
                </c:pt>
                <c:pt idx="626">
                  <c:v>44879</c:v>
                </c:pt>
                <c:pt idx="627">
                  <c:v>44876</c:v>
                </c:pt>
                <c:pt idx="628">
                  <c:v>44875</c:v>
                </c:pt>
                <c:pt idx="629">
                  <c:v>44874</c:v>
                </c:pt>
                <c:pt idx="630">
                  <c:v>44873</c:v>
                </c:pt>
                <c:pt idx="631">
                  <c:v>44872</c:v>
                </c:pt>
                <c:pt idx="632">
                  <c:v>44869</c:v>
                </c:pt>
                <c:pt idx="633">
                  <c:v>44868</c:v>
                </c:pt>
                <c:pt idx="634">
                  <c:v>44867</c:v>
                </c:pt>
                <c:pt idx="635">
                  <c:v>44866</c:v>
                </c:pt>
                <c:pt idx="636">
                  <c:v>44865</c:v>
                </c:pt>
                <c:pt idx="637">
                  <c:v>44862</c:v>
                </c:pt>
                <c:pt idx="638">
                  <c:v>44861</c:v>
                </c:pt>
                <c:pt idx="639">
                  <c:v>44860</c:v>
                </c:pt>
                <c:pt idx="640">
                  <c:v>44859</c:v>
                </c:pt>
                <c:pt idx="641">
                  <c:v>44858</c:v>
                </c:pt>
                <c:pt idx="642">
                  <c:v>44855</c:v>
                </c:pt>
                <c:pt idx="643">
                  <c:v>44854</c:v>
                </c:pt>
                <c:pt idx="644">
                  <c:v>44853</c:v>
                </c:pt>
                <c:pt idx="645">
                  <c:v>44852</c:v>
                </c:pt>
                <c:pt idx="646">
                  <c:v>44851</c:v>
                </c:pt>
                <c:pt idx="647">
                  <c:v>44848</c:v>
                </c:pt>
                <c:pt idx="648">
                  <c:v>44847</c:v>
                </c:pt>
                <c:pt idx="649">
                  <c:v>44846</c:v>
                </c:pt>
                <c:pt idx="650">
                  <c:v>44845</c:v>
                </c:pt>
                <c:pt idx="651">
                  <c:v>44844</c:v>
                </c:pt>
                <c:pt idx="652">
                  <c:v>44832</c:v>
                </c:pt>
                <c:pt idx="653">
                  <c:v>44831</c:v>
                </c:pt>
                <c:pt idx="654">
                  <c:v>44830</c:v>
                </c:pt>
                <c:pt idx="655">
                  <c:v>44827</c:v>
                </c:pt>
                <c:pt idx="656">
                  <c:v>44826</c:v>
                </c:pt>
                <c:pt idx="657">
                  <c:v>44825</c:v>
                </c:pt>
                <c:pt idx="658">
                  <c:v>44824</c:v>
                </c:pt>
                <c:pt idx="659">
                  <c:v>44823</c:v>
                </c:pt>
                <c:pt idx="660">
                  <c:v>44820</c:v>
                </c:pt>
                <c:pt idx="661">
                  <c:v>44819</c:v>
                </c:pt>
                <c:pt idx="662">
                  <c:v>44818</c:v>
                </c:pt>
                <c:pt idx="663">
                  <c:v>44817</c:v>
                </c:pt>
                <c:pt idx="664">
                  <c:v>44813</c:v>
                </c:pt>
                <c:pt idx="665">
                  <c:v>44812</c:v>
                </c:pt>
                <c:pt idx="666">
                  <c:v>44811</c:v>
                </c:pt>
                <c:pt idx="667">
                  <c:v>44810</c:v>
                </c:pt>
                <c:pt idx="668">
                  <c:v>44809</c:v>
                </c:pt>
                <c:pt idx="669">
                  <c:v>44806</c:v>
                </c:pt>
                <c:pt idx="670">
                  <c:v>44805</c:v>
                </c:pt>
                <c:pt idx="671">
                  <c:v>44804</c:v>
                </c:pt>
                <c:pt idx="672">
                  <c:v>44803</c:v>
                </c:pt>
                <c:pt idx="673">
                  <c:v>44802</c:v>
                </c:pt>
                <c:pt idx="674">
                  <c:v>44799</c:v>
                </c:pt>
                <c:pt idx="675">
                  <c:v>44798</c:v>
                </c:pt>
                <c:pt idx="676">
                  <c:v>44797</c:v>
                </c:pt>
                <c:pt idx="677">
                  <c:v>44796</c:v>
                </c:pt>
                <c:pt idx="678">
                  <c:v>44795</c:v>
                </c:pt>
                <c:pt idx="679">
                  <c:v>44792</c:v>
                </c:pt>
                <c:pt idx="680">
                  <c:v>44791</c:v>
                </c:pt>
                <c:pt idx="681">
                  <c:v>44790</c:v>
                </c:pt>
                <c:pt idx="682">
                  <c:v>44789</c:v>
                </c:pt>
                <c:pt idx="683">
                  <c:v>44788</c:v>
                </c:pt>
                <c:pt idx="684">
                  <c:v>44785</c:v>
                </c:pt>
                <c:pt idx="685">
                  <c:v>44784</c:v>
                </c:pt>
                <c:pt idx="686">
                  <c:v>44783</c:v>
                </c:pt>
                <c:pt idx="687">
                  <c:v>44782</c:v>
                </c:pt>
                <c:pt idx="688">
                  <c:v>44781</c:v>
                </c:pt>
                <c:pt idx="689">
                  <c:v>44778</c:v>
                </c:pt>
                <c:pt idx="690">
                  <c:v>44777</c:v>
                </c:pt>
                <c:pt idx="691">
                  <c:v>44776</c:v>
                </c:pt>
                <c:pt idx="692">
                  <c:v>44775</c:v>
                </c:pt>
                <c:pt idx="693">
                  <c:v>44774</c:v>
                </c:pt>
                <c:pt idx="694">
                  <c:v>44771</c:v>
                </c:pt>
                <c:pt idx="695">
                  <c:v>44770</c:v>
                </c:pt>
                <c:pt idx="696">
                  <c:v>44769</c:v>
                </c:pt>
                <c:pt idx="697">
                  <c:v>44768</c:v>
                </c:pt>
                <c:pt idx="698">
                  <c:v>44767</c:v>
                </c:pt>
                <c:pt idx="699">
                  <c:v>44764</c:v>
                </c:pt>
                <c:pt idx="700">
                  <c:v>44763</c:v>
                </c:pt>
                <c:pt idx="701">
                  <c:v>44762</c:v>
                </c:pt>
                <c:pt idx="702">
                  <c:v>44761</c:v>
                </c:pt>
                <c:pt idx="703">
                  <c:v>44760</c:v>
                </c:pt>
                <c:pt idx="704">
                  <c:v>44757</c:v>
                </c:pt>
                <c:pt idx="705">
                  <c:v>44756</c:v>
                </c:pt>
                <c:pt idx="706">
                  <c:v>44755</c:v>
                </c:pt>
                <c:pt idx="707">
                  <c:v>44754</c:v>
                </c:pt>
                <c:pt idx="708">
                  <c:v>44753</c:v>
                </c:pt>
                <c:pt idx="709">
                  <c:v>44750</c:v>
                </c:pt>
                <c:pt idx="710">
                  <c:v>44749</c:v>
                </c:pt>
                <c:pt idx="711">
                  <c:v>44748</c:v>
                </c:pt>
                <c:pt idx="712">
                  <c:v>44747</c:v>
                </c:pt>
                <c:pt idx="713">
                  <c:v>44746</c:v>
                </c:pt>
                <c:pt idx="714">
                  <c:v>44742</c:v>
                </c:pt>
                <c:pt idx="715">
                  <c:v>44741</c:v>
                </c:pt>
                <c:pt idx="716">
                  <c:v>44740</c:v>
                </c:pt>
                <c:pt idx="717">
                  <c:v>44739</c:v>
                </c:pt>
                <c:pt idx="718">
                  <c:v>44736</c:v>
                </c:pt>
                <c:pt idx="719">
                  <c:v>44735</c:v>
                </c:pt>
                <c:pt idx="720">
                  <c:v>44734</c:v>
                </c:pt>
                <c:pt idx="721">
                  <c:v>44733</c:v>
                </c:pt>
                <c:pt idx="722">
                  <c:v>44732</c:v>
                </c:pt>
                <c:pt idx="723">
                  <c:v>44729</c:v>
                </c:pt>
                <c:pt idx="724">
                  <c:v>44728</c:v>
                </c:pt>
                <c:pt idx="725">
                  <c:v>44727</c:v>
                </c:pt>
                <c:pt idx="726">
                  <c:v>44726</c:v>
                </c:pt>
                <c:pt idx="727">
                  <c:v>44725</c:v>
                </c:pt>
                <c:pt idx="728">
                  <c:v>44722</c:v>
                </c:pt>
                <c:pt idx="729">
                  <c:v>44721</c:v>
                </c:pt>
                <c:pt idx="730">
                  <c:v>44720</c:v>
                </c:pt>
                <c:pt idx="731">
                  <c:v>44719</c:v>
                </c:pt>
                <c:pt idx="732">
                  <c:v>44718</c:v>
                </c:pt>
                <c:pt idx="733">
                  <c:v>44714</c:v>
                </c:pt>
                <c:pt idx="734">
                  <c:v>44713</c:v>
                </c:pt>
                <c:pt idx="735">
                  <c:v>44712</c:v>
                </c:pt>
                <c:pt idx="736">
                  <c:v>44711</c:v>
                </c:pt>
                <c:pt idx="737">
                  <c:v>44708</c:v>
                </c:pt>
                <c:pt idx="738">
                  <c:v>44707</c:v>
                </c:pt>
                <c:pt idx="739">
                  <c:v>44706</c:v>
                </c:pt>
                <c:pt idx="740">
                  <c:v>44705</c:v>
                </c:pt>
                <c:pt idx="741">
                  <c:v>44704</c:v>
                </c:pt>
                <c:pt idx="742">
                  <c:v>44701</c:v>
                </c:pt>
                <c:pt idx="743">
                  <c:v>44700</c:v>
                </c:pt>
                <c:pt idx="744">
                  <c:v>44699</c:v>
                </c:pt>
                <c:pt idx="745">
                  <c:v>44698</c:v>
                </c:pt>
                <c:pt idx="746">
                  <c:v>44697</c:v>
                </c:pt>
                <c:pt idx="747">
                  <c:v>44694</c:v>
                </c:pt>
                <c:pt idx="748">
                  <c:v>44693</c:v>
                </c:pt>
                <c:pt idx="749">
                  <c:v>44692</c:v>
                </c:pt>
                <c:pt idx="750">
                  <c:v>44691</c:v>
                </c:pt>
                <c:pt idx="751">
                  <c:v>44687</c:v>
                </c:pt>
                <c:pt idx="752">
                  <c:v>44686</c:v>
                </c:pt>
                <c:pt idx="753">
                  <c:v>44678</c:v>
                </c:pt>
                <c:pt idx="754">
                  <c:v>44677</c:v>
                </c:pt>
                <c:pt idx="755">
                  <c:v>44676</c:v>
                </c:pt>
                <c:pt idx="756">
                  <c:v>44673</c:v>
                </c:pt>
                <c:pt idx="757">
                  <c:v>44672</c:v>
                </c:pt>
                <c:pt idx="758">
                  <c:v>44671</c:v>
                </c:pt>
                <c:pt idx="759">
                  <c:v>44670</c:v>
                </c:pt>
                <c:pt idx="760">
                  <c:v>44665</c:v>
                </c:pt>
                <c:pt idx="761">
                  <c:v>44664</c:v>
                </c:pt>
                <c:pt idx="762">
                  <c:v>44663</c:v>
                </c:pt>
                <c:pt idx="763">
                  <c:v>44662</c:v>
                </c:pt>
                <c:pt idx="764">
                  <c:v>44659</c:v>
                </c:pt>
                <c:pt idx="765">
                  <c:v>44658</c:v>
                </c:pt>
                <c:pt idx="766">
                  <c:v>44657</c:v>
                </c:pt>
                <c:pt idx="767">
                  <c:v>44650</c:v>
                </c:pt>
                <c:pt idx="768">
                  <c:v>44649</c:v>
                </c:pt>
                <c:pt idx="769">
                  <c:v>44648</c:v>
                </c:pt>
                <c:pt idx="770">
                  <c:v>44645</c:v>
                </c:pt>
                <c:pt idx="771">
                  <c:v>44644</c:v>
                </c:pt>
                <c:pt idx="772">
                  <c:v>44643</c:v>
                </c:pt>
                <c:pt idx="773">
                  <c:v>44642</c:v>
                </c:pt>
                <c:pt idx="774">
                  <c:v>44641</c:v>
                </c:pt>
                <c:pt idx="775">
                  <c:v>44638</c:v>
                </c:pt>
                <c:pt idx="776">
                  <c:v>44637</c:v>
                </c:pt>
                <c:pt idx="777">
                  <c:v>44636</c:v>
                </c:pt>
                <c:pt idx="778">
                  <c:v>44635</c:v>
                </c:pt>
                <c:pt idx="779">
                  <c:v>44634</c:v>
                </c:pt>
                <c:pt idx="780">
                  <c:v>44631</c:v>
                </c:pt>
                <c:pt idx="781">
                  <c:v>44630</c:v>
                </c:pt>
                <c:pt idx="782">
                  <c:v>44629</c:v>
                </c:pt>
                <c:pt idx="783">
                  <c:v>44628</c:v>
                </c:pt>
                <c:pt idx="784">
                  <c:v>44627</c:v>
                </c:pt>
                <c:pt idx="785">
                  <c:v>44624</c:v>
                </c:pt>
                <c:pt idx="786">
                  <c:v>44623</c:v>
                </c:pt>
                <c:pt idx="787">
                  <c:v>44622</c:v>
                </c:pt>
                <c:pt idx="788">
                  <c:v>44621</c:v>
                </c:pt>
                <c:pt idx="789">
                  <c:v>44620</c:v>
                </c:pt>
                <c:pt idx="790">
                  <c:v>44617</c:v>
                </c:pt>
                <c:pt idx="791">
                  <c:v>44616</c:v>
                </c:pt>
                <c:pt idx="792">
                  <c:v>44615</c:v>
                </c:pt>
                <c:pt idx="793">
                  <c:v>44614</c:v>
                </c:pt>
                <c:pt idx="794">
                  <c:v>44613</c:v>
                </c:pt>
                <c:pt idx="795">
                  <c:v>44610</c:v>
                </c:pt>
                <c:pt idx="796">
                  <c:v>44609</c:v>
                </c:pt>
                <c:pt idx="797">
                  <c:v>44608</c:v>
                </c:pt>
                <c:pt idx="798">
                  <c:v>44607</c:v>
                </c:pt>
                <c:pt idx="799">
                  <c:v>44606</c:v>
                </c:pt>
                <c:pt idx="800">
                  <c:v>44603</c:v>
                </c:pt>
                <c:pt idx="801">
                  <c:v>44602</c:v>
                </c:pt>
                <c:pt idx="802">
                  <c:v>44601</c:v>
                </c:pt>
                <c:pt idx="803">
                  <c:v>44600</c:v>
                </c:pt>
                <c:pt idx="804">
                  <c:v>44599</c:v>
                </c:pt>
                <c:pt idx="805">
                  <c:v>44587</c:v>
                </c:pt>
                <c:pt idx="806">
                  <c:v>44586</c:v>
                </c:pt>
                <c:pt idx="807">
                  <c:v>44585</c:v>
                </c:pt>
                <c:pt idx="808">
                  <c:v>44582</c:v>
                </c:pt>
                <c:pt idx="809">
                  <c:v>44581</c:v>
                </c:pt>
                <c:pt idx="810">
                  <c:v>44580</c:v>
                </c:pt>
                <c:pt idx="811">
                  <c:v>44579</c:v>
                </c:pt>
                <c:pt idx="812">
                  <c:v>44578</c:v>
                </c:pt>
                <c:pt idx="813">
                  <c:v>44575</c:v>
                </c:pt>
                <c:pt idx="814">
                  <c:v>44574</c:v>
                </c:pt>
                <c:pt idx="815">
                  <c:v>44573</c:v>
                </c:pt>
                <c:pt idx="816">
                  <c:v>44572</c:v>
                </c:pt>
                <c:pt idx="817">
                  <c:v>44571</c:v>
                </c:pt>
                <c:pt idx="818">
                  <c:v>44568</c:v>
                </c:pt>
                <c:pt idx="819">
                  <c:v>44567</c:v>
                </c:pt>
                <c:pt idx="820">
                  <c:v>44566</c:v>
                </c:pt>
                <c:pt idx="821">
                  <c:v>44565</c:v>
                </c:pt>
                <c:pt idx="822">
                  <c:v>44558</c:v>
                </c:pt>
                <c:pt idx="823">
                  <c:v>44554</c:v>
                </c:pt>
                <c:pt idx="824">
                  <c:v>44553</c:v>
                </c:pt>
                <c:pt idx="825">
                  <c:v>44552</c:v>
                </c:pt>
                <c:pt idx="826">
                  <c:v>44551</c:v>
                </c:pt>
                <c:pt idx="827">
                  <c:v>44550</c:v>
                </c:pt>
                <c:pt idx="828">
                  <c:v>44547</c:v>
                </c:pt>
                <c:pt idx="829">
                  <c:v>44546</c:v>
                </c:pt>
                <c:pt idx="830">
                  <c:v>44545</c:v>
                </c:pt>
                <c:pt idx="831">
                  <c:v>44544</c:v>
                </c:pt>
                <c:pt idx="832">
                  <c:v>44543</c:v>
                </c:pt>
                <c:pt idx="833">
                  <c:v>44540</c:v>
                </c:pt>
                <c:pt idx="834">
                  <c:v>44539</c:v>
                </c:pt>
                <c:pt idx="835">
                  <c:v>44538</c:v>
                </c:pt>
                <c:pt idx="836">
                  <c:v>44537</c:v>
                </c:pt>
                <c:pt idx="837">
                  <c:v>44536</c:v>
                </c:pt>
                <c:pt idx="838">
                  <c:v>44533</c:v>
                </c:pt>
                <c:pt idx="839">
                  <c:v>44532</c:v>
                </c:pt>
                <c:pt idx="840">
                  <c:v>44531</c:v>
                </c:pt>
                <c:pt idx="841">
                  <c:v>44530</c:v>
                </c:pt>
                <c:pt idx="842">
                  <c:v>44529</c:v>
                </c:pt>
                <c:pt idx="843">
                  <c:v>44526</c:v>
                </c:pt>
                <c:pt idx="844">
                  <c:v>44525</c:v>
                </c:pt>
                <c:pt idx="845">
                  <c:v>44524</c:v>
                </c:pt>
                <c:pt idx="846">
                  <c:v>44523</c:v>
                </c:pt>
                <c:pt idx="847">
                  <c:v>44522</c:v>
                </c:pt>
                <c:pt idx="848">
                  <c:v>44519</c:v>
                </c:pt>
                <c:pt idx="849">
                  <c:v>44518</c:v>
                </c:pt>
                <c:pt idx="850">
                  <c:v>44517</c:v>
                </c:pt>
                <c:pt idx="851">
                  <c:v>44516</c:v>
                </c:pt>
                <c:pt idx="852">
                  <c:v>44515</c:v>
                </c:pt>
                <c:pt idx="853">
                  <c:v>44512</c:v>
                </c:pt>
                <c:pt idx="854">
                  <c:v>44511</c:v>
                </c:pt>
                <c:pt idx="855">
                  <c:v>44510</c:v>
                </c:pt>
                <c:pt idx="856">
                  <c:v>44509</c:v>
                </c:pt>
                <c:pt idx="857">
                  <c:v>44508</c:v>
                </c:pt>
                <c:pt idx="858">
                  <c:v>44505</c:v>
                </c:pt>
                <c:pt idx="859">
                  <c:v>44504</c:v>
                </c:pt>
                <c:pt idx="860">
                  <c:v>44503</c:v>
                </c:pt>
                <c:pt idx="861">
                  <c:v>44502</c:v>
                </c:pt>
                <c:pt idx="862">
                  <c:v>44501</c:v>
                </c:pt>
                <c:pt idx="863">
                  <c:v>44498</c:v>
                </c:pt>
                <c:pt idx="864">
                  <c:v>44497</c:v>
                </c:pt>
                <c:pt idx="865">
                  <c:v>44496</c:v>
                </c:pt>
                <c:pt idx="866">
                  <c:v>44495</c:v>
                </c:pt>
                <c:pt idx="867">
                  <c:v>44494</c:v>
                </c:pt>
                <c:pt idx="868">
                  <c:v>44491</c:v>
                </c:pt>
                <c:pt idx="869">
                  <c:v>44490</c:v>
                </c:pt>
                <c:pt idx="870">
                  <c:v>44489</c:v>
                </c:pt>
                <c:pt idx="871">
                  <c:v>44488</c:v>
                </c:pt>
                <c:pt idx="872">
                  <c:v>44487</c:v>
                </c:pt>
                <c:pt idx="873">
                  <c:v>44484</c:v>
                </c:pt>
                <c:pt idx="874">
                  <c:v>44481</c:v>
                </c:pt>
                <c:pt idx="875">
                  <c:v>44480</c:v>
                </c:pt>
                <c:pt idx="876">
                  <c:v>44477</c:v>
                </c:pt>
                <c:pt idx="877">
                  <c:v>44467</c:v>
                </c:pt>
                <c:pt idx="878">
                  <c:v>44466</c:v>
                </c:pt>
                <c:pt idx="879">
                  <c:v>44463</c:v>
                </c:pt>
                <c:pt idx="880">
                  <c:v>44462</c:v>
                </c:pt>
                <c:pt idx="881">
                  <c:v>44454</c:v>
                </c:pt>
                <c:pt idx="882">
                  <c:v>44453</c:v>
                </c:pt>
                <c:pt idx="883">
                  <c:v>44452</c:v>
                </c:pt>
                <c:pt idx="884">
                  <c:v>44449</c:v>
                </c:pt>
                <c:pt idx="885">
                  <c:v>44448</c:v>
                </c:pt>
                <c:pt idx="886">
                  <c:v>44447</c:v>
                </c:pt>
                <c:pt idx="887">
                  <c:v>44446</c:v>
                </c:pt>
                <c:pt idx="888">
                  <c:v>44445</c:v>
                </c:pt>
                <c:pt idx="889">
                  <c:v>44442</c:v>
                </c:pt>
                <c:pt idx="890">
                  <c:v>44441</c:v>
                </c:pt>
                <c:pt idx="891">
                  <c:v>44440</c:v>
                </c:pt>
                <c:pt idx="892">
                  <c:v>44439</c:v>
                </c:pt>
                <c:pt idx="893">
                  <c:v>44438</c:v>
                </c:pt>
                <c:pt idx="894">
                  <c:v>44435</c:v>
                </c:pt>
                <c:pt idx="895">
                  <c:v>44434</c:v>
                </c:pt>
                <c:pt idx="896">
                  <c:v>44433</c:v>
                </c:pt>
                <c:pt idx="897">
                  <c:v>44432</c:v>
                </c:pt>
                <c:pt idx="898">
                  <c:v>44431</c:v>
                </c:pt>
                <c:pt idx="899">
                  <c:v>44428</c:v>
                </c:pt>
                <c:pt idx="900">
                  <c:v>44427</c:v>
                </c:pt>
                <c:pt idx="901">
                  <c:v>44426</c:v>
                </c:pt>
                <c:pt idx="902">
                  <c:v>44425</c:v>
                </c:pt>
                <c:pt idx="903">
                  <c:v>44424</c:v>
                </c:pt>
                <c:pt idx="904">
                  <c:v>44421</c:v>
                </c:pt>
                <c:pt idx="905">
                  <c:v>44420</c:v>
                </c:pt>
                <c:pt idx="906">
                  <c:v>44419</c:v>
                </c:pt>
                <c:pt idx="907">
                  <c:v>44418</c:v>
                </c:pt>
                <c:pt idx="908">
                  <c:v>44417</c:v>
                </c:pt>
                <c:pt idx="909">
                  <c:v>44414</c:v>
                </c:pt>
                <c:pt idx="910">
                  <c:v>44413</c:v>
                </c:pt>
                <c:pt idx="911">
                  <c:v>44412</c:v>
                </c:pt>
                <c:pt idx="912">
                  <c:v>44411</c:v>
                </c:pt>
                <c:pt idx="913">
                  <c:v>44410</c:v>
                </c:pt>
                <c:pt idx="914">
                  <c:v>44407</c:v>
                </c:pt>
                <c:pt idx="915">
                  <c:v>44406</c:v>
                </c:pt>
                <c:pt idx="916">
                  <c:v>44405</c:v>
                </c:pt>
                <c:pt idx="917">
                  <c:v>44404</c:v>
                </c:pt>
                <c:pt idx="918">
                  <c:v>44403</c:v>
                </c:pt>
                <c:pt idx="919">
                  <c:v>44400</c:v>
                </c:pt>
                <c:pt idx="920">
                  <c:v>44399</c:v>
                </c:pt>
                <c:pt idx="921">
                  <c:v>44398</c:v>
                </c:pt>
                <c:pt idx="922">
                  <c:v>44397</c:v>
                </c:pt>
                <c:pt idx="923">
                  <c:v>44396</c:v>
                </c:pt>
                <c:pt idx="924">
                  <c:v>44393</c:v>
                </c:pt>
                <c:pt idx="925">
                  <c:v>44392</c:v>
                </c:pt>
                <c:pt idx="926">
                  <c:v>44391</c:v>
                </c:pt>
                <c:pt idx="927">
                  <c:v>44390</c:v>
                </c:pt>
                <c:pt idx="928">
                  <c:v>44389</c:v>
                </c:pt>
                <c:pt idx="929">
                  <c:v>44386</c:v>
                </c:pt>
                <c:pt idx="930">
                  <c:v>44385</c:v>
                </c:pt>
                <c:pt idx="931">
                  <c:v>44384</c:v>
                </c:pt>
                <c:pt idx="932">
                  <c:v>44383</c:v>
                </c:pt>
                <c:pt idx="933">
                  <c:v>44382</c:v>
                </c:pt>
                <c:pt idx="934">
                  <c:v>44379</c:v>
                </c:pt>
                <c:pt idx="935">
                  <c:v>44377</c:v>
                </c:pt>
                <c:pt idx="936">
                  <c:v>44376</c:v>
                </c:pt>
                <c:pt idx="937">
                  <c:v>44375</c:v>
                </c:pt>
                <c:pt idx="938">
                  <c:v>44372</c:v>
                </c:pt>
                <c:pt idx="939">
                  <c:v>44371</c:v>
                </c:pt>
                <c:pt idx="940">
                  <c:v>44370</c:v>
                </c:pt>
                <c:pt idx="941">
                  <c:v>44369</c:v>
                </c:pt>
                <c:pt idx="942">
                  <c:v>44368</c:v>
                </c:pt>
                <c:pt idx="943">
                  <c:v>44365</c:v>
                </c:pt>
                <c:pt idx="944">
                  <c:v>44364</c:v>
                </c:pt>
                <c:pt idx="945">
                  <c:v>44363</c:v>
                </c:pt>
                <c:pt idx="946">
                  <c:v>44362</c:v>
                </c:pt>
                <c:pt idx="947">
                  <c:v>44358</c:v>
                </c:pt>
                <c:pt idx="948">
                  <c:v>44357</c:v>
                </c:pt>
                <c:pt idx="949">
                  <c:v>44356</c:v>
                </c:pt>
                <c:pt idx="950">
                  <c:v>44355</c:v>
                </c:pt>
                <c:pt idx="951">
                  <c:v>44354</c:v>
                </c:pt>
                <c:pt idx="952">
                  <c:v>44351</c:v>
                </c:pt>
                <c:pt idx="953">
                  <c:v>44350</c:v>
                </c:pt>
                <c:pt idx="954">
                  <c:v>44349</c:v>
                </c:pt>
                <c:pt idx="955">
                  <c:v>44348</c:v>
                </c:pt>
                <c:pt idx="956">
                  <c:v>44347</c:v>
                </c:pt>
                <c:pt idx="957">
                  <c:v>44344</c:v>
                </c:pt>
                <c:pt idx="958">
                  <c:v>44343</c:v>
                </c:pt>
                <c:pt idx="959">
                  <c:v>44342</c:v>
                </c:pt>
                <c:pt idx="960">
                  <c:v>44341</c:v>
                </c:pt>
                <c:pt idx="961">
                  <c:v>44340</c:v>
                </c:pt>
                <c:pt idx="962">
                  <c:v>44337</c:v>
                </c:pt>
                <c:pt idx="963">
                  <c:v>44336</c:v>
                </c:pt>
                <c:pt idx="964">
                  <c:v>44334</c:v>
                </c:pt>
                <c:pt idx="965">
                  <c:v>44333</c:v>
                </c:pt>
                <c:pt idx="966">
                  <c:v>44330</c:v>
                </c:pt>
                <c:pt idx="967">
                  <c:v>44329</c:v>
                </c:pt>
                <c:pt idx="968">
                  <c:v>44328</c:v>
                </c:pt>
                <c:pt idx="969">
                  <c:v>44327</c:v>
                </c:pt>
                <c:pt idx="970">
                  <c:v>44326</c:v>
                </c:pt>
                <c:pt idx="971">
                  <c:v>44323</c:v>
                </c:pt>
                <c:pt idx="972">
                  <c:v>44322</c:v>
                </c:pt>
                <c:pt idx="973">
                  <c:v>44314</c:v>
                </c:pt>
                <c:pt idx="974">
                  <c:v>44313</c:v>
                </c:pt>
                <c:pt idx="975">
                  <c:v>44312</c:v>
                </c:pt>
                <c:pt idx="976">
                  <c:v>44309</c:v>
                </c:pt>
                <c:pt idx="977">
                  <c:v>44308</c:v>
                </c:pt>
                <c:pt idx="978">
                  <c:v>44307</c:v>
                </c:pt>
                <c:pt idx="979">
                  <c:v>44306</c:v>
                </c:pt>
                <c:pt idx="980">
                  <c:v>44305</c:v>
                </c:pt>
                <c:pt idx="981">
                  <c:v>44302</c:v>
                </c:pt>
                <c:pt idx="982">
                  <c:v>44301</c:v>
                </c:pt>
                <c:pt idx="983">
                  <c:v>44300</c:v>
                </c:pt>
                <c:pt idx="984">
                  <c:v>44299</c:v>
                </c:pt>
                <c:pt idx="985">
                  <c:v>44298</c:v>
                </c:pt>
                <c:pt idx="986">
                  <c:v>44295</c:v>
                </c:pt>
                <c:pt idx="987">
                  <c:v>44294</c:v>
                </c:pt>
                <c:pt idx="988">
                  <c:v>44293</c:v>
                </c:pt>
                <c:pt idx="989">
                  <c:v>44287</c:v>
                </c:pt>
                <c:pt idx="990">
                  <c:v>44286</c:v>
                </c:pt>
                <c:pt idx="991">
                  <c:v>44285</c:v>
                </c:pt>
                <c:pt idx="992">
                  <c:v>44284</c:v>
                </c:pt>
                <c:pt idx="993">
                  <c:v>44281</c:v>
                </c:pt>
                <c:pt idx="994">
                  <c:v>44280</c:v>
                </c:pt>
                <c:pt idx="995">
                  <c:v>44279</c:v>
                </c:pt>
                <c:pt idx="996">
                  <c:v>44278</c:v>
                </c:pt>
                <c:pt idx="997">
                  <c:v>44277</c:v>
                </c:pt>
                <c:pt idx="998">
                  <c:v>44274</c:v>
                </c:pt>
                <c:pt idx="999">
                  <c:v>44273</c:v>
                </c:pt>
                <c:pt idx="1000">
                  <c:v>44272</c:v>
                </c:pt>
                <c:pt idx="1001">
                  <c:v>44271</c:v>
                </c:pt>
                <c:pt idx="1002">
                  <c:v>44270</c:v>
                </c:pt>
                <c:pt idx="1003">
                  <c:v>44267</c:v>
                </c:pt>
                <c:pt idx="1004">
                  <c:v>44266</c:v>
                </c:pt>
                <c:pt idx="1005">
                  <c:v>44265</c:v>
                </c:pt>
                <c:pt idx="1006">
                  <c:v>44264</c:v>
                </c:pt>
                <c:pt idx="1007">
                  <c:v>44263</c:v>
                </c:pt>
                <c:pt idx="1008">
                  <c:v>44260</c:v>
                </c:pt>
                <c:pt idx="1009">
                  <c:v>44259</c:v>
                </c:pt>
                <c:pt idx="1010">
                  <c:v>44258</c:v>
                </c:pt>
                <c:pt idx="1011">
                  <c:v>44257</c:v>
                </c:pt>
                <c:pt idx="1012">
                  <c:v>44256</c:v>
                </c:pt>
                <c:pt idx="1013">
                  <c:v>44253</c:v>
                </c:pt>
                <c:pt idx="1014">
                  <c:v>44252</c:v>
                </c:pt>
                <c:pt idx="1015">
                  <c:v>44251</c:v>
                </c:pt>
                <c:pt idx="1016">
                  <c:v>44250</c:v>
                </c:pt>
                <c:pt idx="1017">
                  <c:v>44249</c:v>
                </c:pt>
                <c:pt idx="1018">
                  <c:v>44246</c:v>
                </c:pt>
                <c:pt idx="1019">
                  <c:v>44245</c:v>
                </c:pt>
                <c:pt idx="1020">
                  <c:v>44235</c:v>
                </c:pt>
                <c:pt idx="1021">
                  <c:v>44232</c:v>
                </c:pt>
                <c:pt idx="1022">
                  <c:v>44231</c:v>
                </c:pt>
                <c:pt idx="1023">
                  <c:v>44230</c:v>
                </c:pt>
                <c:pt idx="1024">
                  <c:v>44229</c:v>
                </c:pt>
                <c:pt idx="1025">
                  <c:v>44228</c:v>
                </c:pt>
                <c:pt idx="1026">
                  <c:v>44225</c:v>
                </c:pt>
                <c:pt idx="1027">
                  <c:v>44224</c:v>
                </c:pt>
                <c:pt idx="1028">
                  <c:v>44223</c:v>
                </c:pt>
                <c:pt idx="1029">
                  <c:v>44222</c:v>
                </c:pt>
                <c:pt idx="1030">
                  <c:v>44221</c:v>
                </c:pt>
                <c:pt idx="1031">
                  <c:v>44218</c:v>
                </c:pt>
                <c:pt idx="1032">
                  <c:v>44217</c:v>
                </c:pt>
                <c:pt idx="1033">
                  <c:v>44216</c:v>
                </c:pt>
                <c:pt idx="1034">
                  <c:v>44215</c:v>
                </c:pt>
                <c:pt idx="1035">
                  <c:v>44214</c:v>
                </c:pt>
                <c:pt idx="1036">
                  <c:v>44211</c:v>
                </c:pt>
                <c:pt idx="1037">
                  <c:v>44210</c:v>
                </c:pt>
                <c:pt idx="1038">
                  <c:v>44209</c:v>
                </c:pt>
                <c:pt idx="1039">
                  <c:v>44208</c:v>
                </c:pt>
                <c:pt idx="1040">
                  <c:v>44207</c:v>
                </c:pt>
                <c:pt idx="1041">
                  <c:v>44204</c:v>
                </c:pt>
                <c:pt idx="1042">
                  <c:v>44203</c:v>
                </c:pt>
                <c:pt idx="1043">
                  <c:v>44202</c:v>
                </c:pt>
                <c:pt idx="1044">
                  <c:v>44201</c:v>
                </c:pt>
                <c:pt idx="1045">
                  <c:v>44200</c:v>
                </c:pt>
                <c:pt idx="1046">
                  <c:v>44196</c:v>
                </c:pt>
                <c:pt idx="1047">
                  <c:v>44195</c:v>
                </c:pt>
                <c:pt idx="1048">
                  <c:v>44194</c:v>
                </c:pt>
                <c:pt idx="1049">
                  <c:v>44193</c:v>
                </c:pt>
                <c:pt idx="1050">
                  <c:v>44189</c:v>
                </c:pt>
                <c:pt idx="1051">
                  <c:v>44188</c:v>
                </c:pt>
                <c:pt idx="1052">
                  <c:v>44187</c:v>
                </c:pt>
                <c:pt idx="1053">
                  <c:v>44186</c:v>
                </c:pt>
                <c:pt idx="1054">
                  <c:v>44183</c:v>
                </c:pt>
                <c:pt idx="1055">
                  <c:v>44182</c:v>
                </c:pt>
                <c:pt idx="1056">
                  <c:v>44181</c:v>
                </c:pt>
                <c:pt idx="1057">
                  <c:v>44180</c:v>
                </c:pt>
                <c:pt idx="1058">
                  <c:v>44179</c:v>
                </c:pt>
                <c:pt idx="1059">
                  <c:v>44176</c:v>
                </c:pt>
                <c:pt idx="1060">
                  <c:v>44175</c:v>
                </c:pt>
                <c:pt idx="1061">
                  <c:v>44174</c:v>
                </c:pt>
                <c:pt idx="1062">
                  <c:v>44173</c:v>
                </c:pt>
                <c:pt idx="1063">
                  <c:v>44172</c:v>
                </c:pt>
                <c:pt idx="1064">
                  <c:v>44169</c:v>
                </c:pt>
                <c:pt idx="1065">
                  <c:v>44168</c:v>
                </c:pt>
                <c:pt idx="1066">
                  <c:v>44167</c:v>
                </c:pt>
                <c:pt idx="1067">
                  <c:v>44166</c:v>
                </c:pt>
                <c:pt idx="1068">
                  <c:v>44165</c:v>
                </c:pt>
                <c:pt idx="1069">
                  <c:v>44162</c:v>
                </c:pt>
                <c:pt idx="1070">
                  <c:v>44161</c:v>
                </c:pt>
                <c:pt idx="1071">
                  <c:v>44160</c:v>
                </c:pt>
                <c:pt idx="1072">
                  <c:v>44159</c:v>
                </c:pt>
                <c:pt idx="1073">
                  <c:v>44158</c:v>
                </c:pt>
                <c:pt idx="1074">
                  <c:v>44155</c:v>
                </c:pt>
                <c:pt idx="1075">
                  <c:v>44154</c:v>
                </c:pt>
                <c:pt idx="1076">
                  <c:v>44153</c:v>
                </c:pt>
                <c:pt idx="1077">
                  <c:v>44152</c:v>
                </c:pt>
                <c:pt idx="1078">
                  <c:v>44151</c:v>
                </c:pt>
                <c:pt idx="1079">
                  <c:v>44148</c:v>
                </c:pt>
                <c:pt idx="1080">
                  <c:v>44147</c:v>
                </c:pt>
                <c:pt idx="1081">
                  <c:v>44146</c:v>
                </c:pt>
                <c:pt idx="1082">
                  <c:v>44145</c:v>
                </c:pt>
                <c:pt idx="1083">
                  <c:v>44144</c:v>
                </c:pt>
                <c:pt idx="1084">
                  <c:v>44141</c:v>
                </c:pt>
                <c:pt idx="1085">
                  <c:v>44140</c:v>
                </c:pt>
                <c:pt idx="1086">
                  <c:v>44139</c:v>
                </c:pt>
                <c:pt idx="1087">
                  <c:v>44138</c:v>
                </c:pt>
                <c:pt idx="1088">
                  <c:v>44137</c:v>
                </c:pt>
                <c:pt idx="1089">
                  <c:v>44134</c:v>
                </c:pt>
                <c:pt idx="1090">
                  <c:v>44133</c:v>
                </c:pt>
                <c:pt idx="1091">
                  <c:v>44132</c:v>
                </c:pt>
                <c:pt idx="1092">
                  <c:v>44131</c:v>
                </c:pt>
                <c:pt idx="1093">
                  <c:v>44127</c:v>
                </c:pt>
                <c:pt idx="1094">
                  <c:v>44126</c:v>
                </c:pt>
                <c:pt idx="1095">
                  <c:v>44125</c:v>
                </c:pt>
                <c:pt idx="1096">
                  <c:v>44124</c:v>
                </c:pt>
                <c:pt idx="1097">
                  <c:v>44123</c:v>
                </c:pt>
                <c:pt idx="1098">
                  <c:v>44120</c:v>
                </c:pt>
                <c:pt idx="1099">
                  <c:v>44119</c:v>
                </c:pt>
                <c:pt idx="1100">
                  <c:v>44118</c:v>
                </c:pt>
                <c:pt idx="1101">
                  <c:v>44116</c:v>
                </c:pt>
                <c:pt idx="1102">
                  <c:v>44113</c:v>
                </c:pt>
                <c:pt idx="1103">
                  <c:v>44102</c:v>
                </c:pt>
                <c:pt idx="1104">
                  <c:v>44099</c:v>
                </c:pt>
                <c:pt idx="1105">
                  <c:v>44098</c:v>
                </c:pt>
                <c:pt idx="1106">
                  <c:v>44097</c:v>
                </c:pt>
                <c:pt idx="1107">
                  <c:v>44096</c:v>
                </c:pt>
                <c:pt idx="1108">
                  <c:v>44095</c:v>
                </c:pt>
                <c:pt idx="1109">
                  <c:v>44092</c:v>
                </c:pt>
                <c:pt idx="1110">
                  <c:v>44091</c:v>
                </c:pt>
                <c:pt idx="1111">
                  <c:v>44090</c:v>
                </c:pt>
                <c:pt idx="1112">
                  <c:v>44089</c:v>
                </c:pt>
                <c:pt idx="1113">
                  <c:v>44088</c:v>
                </c:pt>
                <c:pt idx="1114">
                  <c:v>44085</c:v>
                </c:pt>
                <c:pt idx="1115">
                  <c:v>44084</c:v>
                </c:pt>
                <c:pt idx="1116">
                  <c:v>44083</c:v>
                </c:pt>
                <c:pt idx="1117">
                  <c:v>44082</c:v>
                </c:pt>
                <c:pt idx="1118">
                  <c:v>44081</c:v>
                </c:pt>
                <c:pt idx="1119">
                  <c:v>44078</c:v>
                </c:pt>
                <c:pt idx="1120">
                  <c:v>44077</c:v>
                </c:pt>
                <c:pt idx="1121">
                  <c:v>44076</c:v>
                </c:pt>
                <c:pt idx="1122">
                  <c:v>44075</c:v>
                </c:pt>
                <c:pt idx="1123">
                  <c:v>44074</c:v>
                </c:pt>
                <c:pt idx="1124">
                  <c:v>44071</c:v>
                </c:pt>
                <c:pt idx="1125">
                  <c:v>44070</c:v>
                </c:pt>
                <c:pt idx="1126">
                  <c:v>44069</c:v>
                </c:pt>
                <c:pt idx="1127">
                  <c:v>44068</c:v>
                </c:pt>
                <c:pt idx="1128">
                  <c:v>44067</c:v>
                </c:pt>
                <c:pt idx="1129">
                  <c:v>44064</c:v>
                </c:pt>
                <c:pt idx="1130">
                  <c:v>44063</c:v>
                </c:pt>
                <c:pt idx="1131">
                  <c:v>44062</c:v>
                </c:pt>
                <c:pt idx="1132">
                  <c:v>44061</c:v>
                </c:pt>
                <c:pt idx="1133">
                  <c:v>44060</c:v>
                </c:pt>
                <c:pt idx="1134">
                  <c:v>44057</c:v>
                </c:pt>
                <c:pt idx="1135">
                  <c:v>44056</c:v>
                </c:pt>
                <c:pt idx="1136">
                  <c:v>44055</c:v>
                </c:pt>
                <c:pt idx="1137">
                  <c:v>44054</c:v>
                </c:pt>
                <c:pt idx="1138">
                  <c:v>44053</c:v>
                </c:pt>
                <c:pt idx="1139">
                  <c:v>44050</c:v>
                </c:pt>
                <c:pt idx="1140">
                  <c:v>44049</c:v>
                </c:pt>
                <c:pt idx="1141">
                  <c:v>44048</c:v>
                </c:pt>
                <c:pt idx="1142">
                  <c:v>44047</c:v>
                </c:pt>
                <c:pt idx="1143">
                  <c:v>44046</c:v>
                </c:pt>
                <c:pt idx="1144">
                  <c:v>44043</c:v>
                </c:pt>
                <c:pt idx="1145">
                  <c:v>44042</c:v>
                </c:pt>
                <c:pt idx="1146">
                  <c:v>44041</c:v>
                </c:pt>
                <c:pt idx="1147">
                  <c:v>44040</c:v>
                </c:pt>
                <c:pt idx="1148">
                  <c:v>44039</c:v>
                </c:pt>
                <c:pt idx="1149">
                  <c:v>44036</c:v>
                </c:pt>
                <c:pt idx="1150">
                  <c:v>44035</c:v>
                </c:pt>
                <c:pt idx="1151">
                  <c:v>44034</c:v>
                </c:pt>
                <c:pt idx="1152">
                  <c:v>44033</c:v>
                </c:pt>
                <c:pt idx="1153">
                  <c:v>44032</c:v>
                </c:pt>
                <c:pt idx="1154">
                  <c:v>44029</c:v>
                </c:pt>
                <c:pt idx="1155">
                  <c:v>44028</c:v>
                </c:pt>
                <c:pt idx="1156">
                  <c:v>44027</c:v>
                </c:pt>
                <c:pt idx="1157">
                  <c:v>44026</c:v>
                </c:pt>
                <c:pt idx="1158">
                  <c:v>44025</c:v>
                </c:pt>
                <c:pt idx="1159">
                  <c:v>44022</c:v>
                </c:pt>
                <c:pt idx="1160">
                  <c:v>44021</c:v>
                </c:pt>
                <c:pt idx="1161">
                  <c:v>44020</c:v>
                </c:pt>
                <c:pt idx="1162">
                  <c:v>44019</c:v>
                </c:pt>
                <c:pt idx="1163">
                  <c:v>44018</c:v>
                </c:pt>
                <c:pt idx="1164">
                  <c:v>44015</c:v>
                </c:pt>
                <c:pt idx="1165">
                  <c:v>44014</c:v>
                </c:pt>
                <c:pt idx="1166">
                  <c:v>44012</c:v>
                </c:pt>
                <c:pt idx="1167">
                  <c:v>44011</c:v>
                </c:pt>
                <c:pt idx="1168">
                  <c:v>44004</c:v>
                </c:pt>
                <c:pt idx="1169">
                  <c:v>44001</c:v>
                </c:pt>
                <c:pt idx="1170">
                  <c:v>44000</c:v>
                </c:pt>
                <c:pt idx="1171">
                  <c:v>43999</c:v>
                </c:pt>
                <c:pt idx="1172">
                  <c:v>43998</c:v>
                </c:pt>
                <c:pt idx="1173">
                  <c:v>43997</c:v>
                </c:pt>
                <c:pt idx="1174">
                  <c:v>43994</c:v>
                </c:pt>
                <c:pt idx="1175">
                  <c:v>43993</c:v>
                </c:pt>
                <c:pt idx="1176">
                  <c:v>43992</c:v>
                </c:pt>
                <c:pt idx="1177">
                  <c:v>43991</c:v>
                </c:pt>
                <c:pt idx="1178">
                  <c:v>43990</c:v>
                </c:pt>
                <c:pt idx="1179">
                  <c:v>43987</c:v>
                </c:pt>
                <c:pt idx="1180">
                  <c:v>43986</c:v>
                </c:pt>
                <c:pt idx="1181">
                  <c:v>43985</c:v>
                </c:pt>
                <c:pt idx="1182">
                  <c:v>43984</c:v>
                </c:pt>
                <c:pt idx="1183">
                  <c:v>43983</c:v>
                </c:pt>
                <c:pt idx="1184">
                  <c:v>43980</c:v>
                </c:pt>
                <c:pt idx="1185">
                  <c:v>43979</c:v>
                </c:pt>
                <c:pt idx="1186">
                  <c:v>43978</c:v>
                </c:pt>
                <c:pt idx="1187">
                  <c:v>43977</c:v>
                </c:pt>
                <c:pt idx="1188">
                  <c:v>43976</c:v>
                </c:pt>
                <c:pt idx="1189">
                  <c:v>43973</c:v>
                </c:pt>
                <c:pt idx="1190">
                  <c:v>43972</c:v>
                </c:pt>
                <c:pt idx="1191">
                  <c:v>43971</c:v>
                </c:pt>
                <c:pt idx="1192">
                  <c:v>43970</c:v>
                </c:pt>
                <c:pt idx="1193">
                  <c:v>43969</c:v>
                </c:pt>
                <c:pt idx="1194">
                  <c:v>43966</c:v>
                </c:pt>
                <c:pt idx="1195">
                  <c:v>43965</c:v>
                </c:pt>
                <c:pt idx="1196">
                  <c:v>43964</c:v>
                </c:pt>
                <c:pt idx="1197">
                  <c:v>43963</c:v>
                </c:pt>
                <c:pt idx="1198">
                  <c:v>43962</c:v>
                </c:pt>
                <c:pt idx="1199">
                  <c:v>43959</c:v>
                </c:pt>
                <c:pt idx="1200">
                  <c:v>43958</c:v>
                </c:pt>
                <c:pt idx="1201">
                  <c:v>43957</c:v>
                </c:pt>
                <c:pt idx="1202">
                  <c:v>43948</c:v>
                </c:pt>
                <c:pt idx="1203">
                  <c:v>43945</c:v>
                </c:pt>
                <c:pt idx="1204">
                  <c:v>43944</c:v>
                </c:pt>
                <c:pt idx="1205">
                  <c:v>43943</c:v>
                </c:pt>
                <c:pt idx="1206">
                  <c:v>43942</c:v>
                </c:pt>
                <c:pt idx="1207">
                  <c:v>43941</c:v>
                </c:pt>
                <c:pt idx="1208">
                  <c:v>43938</c:v>
                </c:pt>
                <c:pt idx="1209">
                  <c:v>43937</c:v>
                </c:pt>
                <c:pt idx="1210">
                  <c:v>43936</c:v>
                </c:pt>
                <c:pt idx="1211">
                  <c:v>43935</c:v>
                </c:pt>
                <c:pt idx="1212">
                  <c:v>43930</c:v>
                </c:pt>
                <c:pt idx="1213">
                  <c:v>43929</c:v>
                </c:pt>
                <c:pt idx="1214">
                  <c:v>43928</c:v>
                </c:pt>
                <c:pt idx="1215">
                  <c:v>43922</c:v>
                </c:pt>
                <c:pt idx="1216">
                  <c:v>43921</c:v>
                </c:pt>
                <c:pt idx="1217">
                  <c:v>43920</c:v>
                </c:pt>
                <c:pt idx="1218">
                  <c:v>43917</c:v>
                </c:pt>
                <c:pt idx="1219">
                  <c:v>43916</c:v>
                </c:pt>
                <c:pt idx="1220">
                  <c:v>43915</c:v>
                </c:pt>
                <c:pt idx="1221">
                  <c:v>43914</c:v>
                </c:pt>
                <c:pt idx="1222">
                  <c:v>43913</c:v>
                </c:pt>
                <c:pt idx="1223">
                  <c:v>43910</c:v>
                </c:pt>
                <c:pt idx="1224">
                  <c:v>43909</c:v>
                </c:pt>
                <c:pt idx="1225">
                  <c:v>43908</c:v>
                </c:pt>
                <c:pt idx="1226">
                  <c:v>43907</c:v>
                </c:pt>
                <c:pt idx="1227">
                  <c:v>43906</c:v>
                </c:pt>
                <c:pt idx="1228">
                  <c:v>43903</c:v>
                </c:pt>
                <c:pt idx="1229">
                  <c:v>43902</c:v>
                </c:pt>
                <c:pt idx="1230">
                  <c:v>43901</c:v>
                </c:pt>
                <c:pt idx="1231">
                  <c:v>43900</c:v>
                </c:pt>
                <c:pt idx="1232">
                  <c:v>43899</c:v>
                </c:pt>
                <c:pt idx="1233">
                  <c:v>43896</c:v>
                </c:pt>
                <c:pt idx="1234">
                  <c:v>43895</c:v>
                </c:pt>
                <c:pt idx="1235">
                  <c:v>43894</c:v>
                </c:pt>
                <c:pt idx="1236">
                  <c:v>43893</c:v>
                </c:pt>
                <c:pt idx="1237">
                  <c:v>43892</c:v>
                </c:pt>
                <c:pt idx="1238">
                  <c:v>43889</c:v>
                </c:pt>
                <c:pt idx="1239">
                  <c:v>43888</c:v>
                </c:pt>
                <c:pt idx="1240">
                  <c:v>43887</c:v>
                </c:pt>
                <c:pt idx="1241">
                  <c:v>43886</c:v>
                </c:pt>
                <c:pt idx="1242">
                  <c:v>43885</c:v>
                </c:pt>
                <c:pt idx="1243">
                  <c:v>43882</c:v>
                </c:pt>
                <c:pt idx="1244">
                  <c:v>43881</c:v>
                </c:pt>
                <c:pt idx="1245">
                  <c:v>43880</c:v>
                </c:pt>
                <c:pt idx="1246">
                  <c:v>43879</c:v>
                </c:pt>
                <c:pt idx="1247">
                  <c:v>43878</c:v>
                </c:pt>
                <c:pt idx="1248">
                  <c:v>43875</c:v>
                </c:pt>
                <c:pt idx="1249">
                  <c:v>43874</c:v>
                </c:pt>
                <c:pt idx="1250">
                  <c:v>43873</c:v>
                </c:pt>
                <c:pt idx="1251">
                  <c:v>43872</c:v>
                </c:pt>
                <c:pt idx="1252">
                  <c:v>43871</c:v>
                </c:pt>
                <c:pt idx="1253">
                  <c:v>43868</c:v>
                </c:pt>
                <c:pt idx="1254">
                  <c:v>43867</c:v>
                </c:pt>
                <c:pt idx="1255">
                  <c:v>43866</c:v>
                </c:pt>
                <c:pt idx="1256">
                  <c:v>43865</c:v>
                </c:pt>
                <c:pt idx="1257">
                  <c:v>43864</c:v>
                </c:pt>
                <c:pt idx="1258">
                  <c:v>43851</c:v>
                </c:pt>
                <c:pt idx="1259">
                  <c:v>43850</c:v>
                </c:pt>
                <c:pt idx="1260">
                  <c:v>43847</c:v>
                </c:pt>
                <c:pt idx="1261">
                  <c:v>43846</c:v>
                </c:pt>
                <c:pt idx="1262">
                  <c:v>43845</c:v>
                </c:pt>
                <c:pt idx="1263">
                  <c:v>43844</c:v>
                </c:pt>
                <c:pt idx="1264">
                  <c:v>43843</c:v>
                </c:pt>
                <c:pt idx="1265">
                  <c:v>43840</c:v>
                </c:pt>
                <c:pt idx="1266">
                  <c:v>43839</c:v>
                </c:pt>
                <c:pt idx="1267">
                  <c:v>43838</c:v>
                </c:pt>
                <c:pt idx="1268">
                  <c:v>43837</c:v>
                </c:pt>
                <c:pt idx="1269">
                  <c:v>43836</c:v>
                </c:pt>
                <c:pt idx="1270">
                  <c:v>43833</c:v>
                </c:pt>
                <c:pt idx="1271">
                  <c:v>43832</c:v>
                </c:pt>
                <c:pt idx="1272">
                  <c:v>43830</c:v>
                </c:pt>
                <c:pt idx="1273">
                  <c:v>43829</c:v>
                </c:pt>
                <c:pt idx="1274">
                  <c:v>43826</c:v>
                </c:pt>
                <c:pt idx="1275">
                  <c:v>43823</c:v>
                </c:pt>
                <c:pt idx="1276">
                  <c:v>43822</c:v>
                </c:pt>
                <c:pt idx="1277">
                  <c:v>43819</c:v>
                </c:pt>
                <c:pt idx="1278">
                  <c:v>43818</c:v>
                </c:pt>
                <c:pt idx="1279">
                  <c:v>43817</c:v>
                </c:pt>
                <c:pt idx="1280">
                  <c:v>43816</c:v>
                </c:pt>
                <c:pt idx="1281">
                  <c:v>43815</c:v>
                </c:pt>
                <c:pt idx="1282">
                  <c:v>43812</c:v>
                </c:pt>
                <c:pt idx="1283">
                  <c:v>43811</c:v>
                </c:pt>
                <c:pt idx="1284">
                  <c:v>43810</c:v>
                </c:pt>
                <c:pt idx="1285">
                  <c:v>43809</c:v>
                </c:pt>
                <c:pt idx="1286">
                  <c:v>43808</c:v>
                </c:pt>
                <c:pt idx="1287">
                  <c:v>43805</c:v>
                </c:pt>
                <c:pt idx="1288">
                  <c:v>43804</c:v>
                </c:pt>
                <c:pt idx="1289">
                  <c:v>43803</c:v>
                </c:pt>
                <c:pt idx="1290">
                  <c:v>43802</c:v>
                </c:pt>
                <c:pt idx="1291">
                  <c:v>43801</c:v>
                </c:pt>
                <c:pt idx="1292">
                  <c:v>43798</c:v>
                </c:pt>
                <c:pt idx="1293">
                  <c:v>43797</c:v>
                </c:pt>
                <c:pt idx="1294">
                  <c:v>43796</c:v>
                </c:pt>
                <c:pt idx="1295">
                  <c:v>43795</c:v>
                </c:pt>
                <c:pt idx="1296">
                  <c:v>43794</c:v>
                </c:pt>
                <c:pt idx="1297">
                  <c:v>43791</c:v>
                </c:pt>
                <c:pt idx="1298">
                  <c:v>43790</c:v>
                </c:pt>
                <c:pt idx="1299">
                  <c:v>43789</c:v>
                </c:pt>
                <c:pt idx="1300">
                  <c:v>43788</c:v>
                </c:pt>
                <c:pt idx="1301">
                  <c:v>43787</c:v>
                </c:pt>
                <c:pt idx="1302">
                  <c:v>43784</c:v>
                </c:pt>
                <c:pt idx="1303">
                  <c:v>43783</c:v>
                </c:pt>
                <c:pt idx="1304">
                  <c:v>43782</c:v>
                </c:pt>
                <c:pt idx="1305">
                  <c:v>43781</c:v>
                </c:pt>
                <c:pt idx="1306">
                  <c:v>43780</c:v>
                </c:pt>
                <c:pt idx="1307">
                  <c:v>43777</c:v>
                </c:pt>
                <c:pt idx="1308">
                  <c:v>43776</c:v>
                </c:pt>
                <c:pt idx="1309">
                  <c:v>43775</c:v>
                </c:pt>
                <c:pt idx="1310">
                  <c:v>43774</c:v>
                </c:pt>
                <c:pt idx="1311">
                  <c:v>43773</c:v>
                </c:pt>
                <c:pt idx="1312">
                  <c:v>43770</c:v>
                </c:pt>
                <c:pt idx="1313">
                  <c:v>43769</c:v>
                </c:pt>
                <c:pt idx="1314">
                  <c:v>43768</c:v>
                </c:pt>
                <c:pt idx="1315">
                  <c:v>43767</c:v>
                </c:pt>
                <c:pt idx="1316">
                  <c:v>43766</c:v>
                </c:pt>
                <c:pt idx="1317">
                  <c:v>43763</c:v>
                </c:pt>
                <c:pt idx="1318">
                  <c:v>43762</c:v>
                </c:pt>
                <c:pt idx="1319">
                  <c:v>43761</c:v>
                </c:pt>
                <c:pt idx="1320">
                  <c:v>43760</c:v>
                </c:pt>
                <c:pt idx="1321">
                  <c:v>43759</c:v>
                </c:pt>
                <c:pt idx="1322">
                  <c:v>43756</c:v>
                </c:pt>
                <c:pt idx="1323">
                  <c:v>43755</c:v>
                </c:pt>
                <c:pt idx="1324">
                  <c:v>43754</c:v>
                </c:pt>
                <c:pt idx="1325">
                  <c:v>43753</c:v>
                </c:pt>
                <c:pt idx="1326">
                  <c:v>43752</c:v>
                </c:pt>
                <c:pt idx="1327">
                  <c:v>43749</c:v>
                </c:pt>
                <c:pt idx="1328">
                  <c:v>43748</c:v>
                </c:pt>
                <c:pt idx="1329">
                  <c:v>43747</c:v>
                </c:pt>
                <c:pt idx="1330">
                  <c:v>43746</c:v>
                </c:pt>
                <c:pt idx="1331">
                  <c:v>43734</c:v>
                </c:pt>
                <c:pt idx="1332">
                  <c:v>43733</c:v>
                </c:pt>
                <c:pt idx="1333">
                  <c:v>43732</c:v>
                </c:pt>
                <c:pt idx="1334">
                  <c:v>43731</c:v>
                </c:pt>
                <c:pt idx="1335">
                  <c:v>43728</c:v>
                </c:pt>
                <c:pt idx="1336">
                  <c:v>43727</c:v>
                </c:pt>
                <c:pt idx="1337">
                  <c:v>43726</c:v>
                </c:pt>
                <c:pt idx="1338">
                  <c:v>43725</c:v>
                </c:pt>
                <c:pt idx="1339">
                  <c:v>43724</c:v>
                </c:pt>
                <c:pt idx="1340">
                  <c:v>43718</c:v>
                </c:pt>
                <c:pt idx="1341">
                  <c:v>43717</c:v>
                </c:pt>
                <c:pt idx="1342">
                  <c:v>43714</c:v>
                </c:pt>
                <c:pt idx="1343">
                  <c:v>43713</c:v>
                </c:pt>
                <c:pt idx="1344">
                  <c:v>43712</c:v>
                </c:pt>
                <c:pt idx="1345">
                  <c:v>43711</c:v>
                </c:pt>
                <c:pt idx="1346">
                  <c:v>43710</c:v>
                </c:pt>
                <c:pt idx="1347">
                  <c:v>43707</c:v>
                </c:pt>
                <c:pt idx="1348">
                  <c:v>43706</c:v>
                </c:pt>
                <c:pt idx="1349">
                  <c:v>43705</c:v>
                </c:pt>
                <c:pt idx="1350">
                  <c:v>43704</c:v>
                </c:pt>
                <c:pt idx="1351">
                  <c:v>43703</c:v>
                </c:pt>
                <c:pt idx="1352">
                  <c:v>43700</c:v>
                </c:pt>
                <c:pt idx="1353">
                  <c:v>43699</c:v>
                </c:pt>
                <c:pt idx="1354">
                  <c:v>43698</c:v>
                </c:pt>
                <c:pt idx="1355">
                  <c:v>43697</c:v>
                </c:pt>
                <c:pt idx="1356">
                  <c:v>43696</c:v>
                </c:pt>
                <c:pt idx="1357">
                  <c:v>43693</c:v>
                </c:pt>
                <c:pt idx="1358">
                  <c:v>43692</c:v>
                </c:pt>
                <c:pt idx="1359">
                  <c:v>43691</c:v>
                </c:pt>
                <c:pt idx="1360">
                  <c:v>43690</c:v>
                </c:pt>
                <c:pt idx="1361">
                  <c:v>43689</c:v>
                </c:pt>
                <c:pt idx="1362">
                  <c:v>43686</c:v>
                </c:pt>
                <c:pt idx="1363">
                  <c:v>43685</c:v>
                </c:pt>
                <c:pt idx="1364">
                  <c:v>43684</c:v>
                </c:pt>
                <c:pt idx="1365">
                  <c:v>43683</c:v>
                </c:pt>
                <c:pt idx="1366">
                  <c:v>43682</c:v>
                </c:pt>
                <c:pt idx="1367">
                  <c:v>43679</c:v>
                </c:pt>
                <c:pt idx="1368">
                  <c:v>43678</c:v>
                </c:pt>
                <c:pt idx="1369">
                  <c:v>43677</c:v>
                </c:pt>
                <c:pt idx="1370">
                  <c:v>43676</c:v>
                </c:pt>
                <c:pt idx="1371">
                  <c:v>43675</c:v>
                </c:pt>
                <c:pt idx="1372">
                  <c:v>43672</c:v>
                </c:pt>
                <c:pt idx="1373">
                  <c:v>43671</c:v>
                </c:pt>
                <c:pt idx="1374">
                  <c:v>43670</c:v>
                </c:pt>
                <c:pt idx="1375">
                  <c:v>43669</c:v>
                </c:pt>
                <c:pt idx="1376">
                  <c:v>43668</c:v>
                </c:pt>
                <c:pt idx="1377">
                  <c:v>43665</c:v>
                </c:pt>
                <c:pt idx="1378">
                  <c:v>43664</c:v>
                </c:pt>
                <c:pt idx="1379">
                  <c:v>43663</c:v>
                </c:pt>
                <c:pt idx="1380">
                  <c:v>43662</c:v>
                </c:pt>
                <c:pt idx="1381">
                  <c:v>43661</c:v>
                </c:pt>
                <c:pt idx="1382">
                  <c:v>43658</c:v>
                </c:pt>
                <c:pt idx="1383">
                  <c:v>43657</c:v>
                </c:pt>
                <c:pt idx="1384">
                  <c:v>43656</c:v>
                </c:pt>
                <c:pt idx="1385">
                  <c:v>43655</c:v>
                </c:pt>
                <c:pt idx="1386">
                  <c:v>43654</c:v>
                </c:pt>
                <c:pt idx="1387">
                  <c:v>43651</c:v>
                </c:pt>
                <c:pt idx="1388">
                  <c:v>43650</c:v>
                </c:pt>
                <c:pt idx="1389">
                  <c:v>43649</c:v>
                </c:pt>
                <c:pt idx="1390">
                  <c:v>43648</c:v>
                </c:pt>
                <c:pt idx="1391">
                  <c:v>43644</c:v>
                </c:pt>
                <c:pt idx="1392">
                  <c:v>43643</c:v>
                </c:pt>
                <c:pt idx="1393">
                  <c:v>43642</c:v>
                </c:pt>
                <c:pt idx="1394">
                  <c:v>43641</c:v>
                </c:pt>
                <c:pt idx="1395">
                  <c:v>43640</c:v>
                </c:pt>
                <c:pt idx="1396">
                  <c:v>43637</c:v>
                </c:pt>
                <c:pt idx="1397">
                  <c:v>43636</c:v>
                </c:pt>
                <c:pt idx="1398">
                  <c:v>43635</c:v>
                </c:pt>
                <c:pt idx="1399">
                  <c:v>43634</c:v>
                </c:pt>
                <c:pt idx="1400">
                  <c:v>43633</c:v>
                </c:pt>
                <c:pt idx="1401">
                  <c:v>43630</c:v>
                </c:pt>
                <c:pt idx="1402">
                  <c:v>43629</c:v>
                </c:pt>
                <c:pt idx="1403">
                  <c:v>43628</c:v>
                </c:pt>
                <c:pt idx="1404">
                  <c:v>43627</c:v>
                </c:pt>
                <c:pt idx="1405">
                  <c:v>43626</c:v>
                </c:pt>
                <c:pt idx="1406">
                  <c:v>43622</c:v>
                </c:pt>
                <c:pt idx="1407">
                  <c:v>43621</c:v>
                </c:pt>
                <c:pt idx="1408">
                  <c:v>43620</c:v>
                </c:pt>
                <c:pt idx="1409">
                  <c:v>43619</c:v>
                </c:pt>
                <c:pt idx="1410">
                  <c:v>43616</c:v>
                </c:pt>
                <c:pt idx="1411">
                  <c:v>43615</c:v>
                </c:pt>
                <c:pt idx="1412">
                  <c:v>43614</c:v>
                </c:pt>
                <c:pt idx="1413">
                  <c:v>43613</c:v>
                </c:pt>
                <c:pt idx="1414">
                  <c:v>43612</c:v>
                </c:pt>
                <c:pt idx="1415">
                  <c:v>43609</c:v>
                </c:pt>
                <c:pt idx="1416">
                  <c:v>43608</c:v>
                </c:pt>
                <c:pt idx="1417">
                  <c:v>43607</c:v>
                </c:pt>
                <c:pt idx="1418">
                  <c:v>43606</c:v>
                </c:pt>
                <c:pt idx="1419">
                  <c:v>43605</c:v>
                </c:pt>
                <c:pt idx="1420">
                  <c:v>43602</c:v>
                </c:pt>
                <c:pt idx="1421">
                  <c:v>43601</c:v>
                </c:pt>
                <c:pt idx="1422">
                  <c:v>43600</c:v>
                </c:pt>
                <c:pt idx="1423">
                  <c:v>43599</c:v>
                </c:pt>
                <c:pt idx="1424">
                  <c:v>43595</c:v>
                </c:pt>
                <c:pt idx="1425">
                  <c:v>43594</c:v>
                </c:pt>
                <c:pt idx="1426">
                  <c:v>43593</c:v>
                </c:pt>
                <c:pt idx="1427">
                  <c:v>43592</c:v>
                </c:pt>
                <c:pt idx="1428">
                  <c:v>43591</c:v>
                </c:pt>
                <c:pt idx="1429">
                  <c:v>43581</c:v>
                </c:pt>
                <c:pt idx="1430">
                  <c:v>43580</c:v>
                </c:pt>
                <c:pt idx="1431">
                  <c:v>43579</c:v>
                </c:pt>
                <c:pt idx="1432">
                  <c:v>43578</c:v>
                </c:pt>
                <c:pt idx="1433">
                  <c:v>43573</c:v>
                </c:pt>
                <c:pt idx="1434">
                  <c:v>43572</c:v>
                </c:pt>
                <c:pt idx="1435">
                  <c:v>43571</c:v>
                </c:pt>
                <c:pt idx="1436">
                  <c:v>43570</c:v>
                </c:pt>
                <c:pt idx="1437">
                  <c:v>43567</c:v>
                </c:pt>
                <c:pt idx="1438">
                  <c:v>43566</c:v>
                </c:pt>
                <c:pt idx="1439">
                  <c:v>43565</c:v>
                </c:pt>
                <c:pt idx="1440">
                  <c:v>43564</c:v>
                </c:pt>
                <c:pt idx="1441">
                  <c:v>43563</c:v>
                </c:pt>
                <c:pt idx="1442">
                  <c:v>43559</c:v>
                </c:pt>
                <c:pt idx="1443">
                  <c:v>43558</c:v>
                </c:pt>
                <c:pt idx="1444">
                  <c:v>43557</c:v>
                </c:pt>
                <c:pt idx="1445">
                  <c:v>43556</c:v>
                </c:pt>
                <c:pt idx="1446">
                  <c:v>43553</c:v>
                </c:pt>
                <c:pt idx="1447">
                  <c:v>43552</c:v>
                </c:pt>
                <c:pt idx="1448">
                  <c:v>43551</c:v>
                </c:pt>
                <c:pt idx="1449">
                  <c:v>43550</c:v>
                </c:pt>
                <c:pt idx="1450">
                  <c:v>43549</c:v>
                </c:pt>
                <c:pt idx="1451">
                  <c:v>43546</c:v>
                </c:pt>
                <c:pt idx="1452">
                  <c:v>43545</c:v>
                </c:pt>
                <c:pt idx="1453">
                  <c:v>43544</c:v>
                </c:pt>
                <c:pt idx="1454">
                  <c:v>43543</c:v>
                </c:pt>
                <c:pt idx="1455">
                  <c:v>43542</c:v>
                </c:pt>
                <c:pt idx="1456">
                  <c:v>43539</c:v>
                </c:pt>
                <c:pt idx="1457">
                  <c:v>43538</c:v>
                </c:pt>
                <c:pt idx="1458">
                  <c:v>43537</c:v>
                </c:pt>
                <c:pt idx="1459">
                  <c:v>43536</c:v>
                </c:pt>
                <c:pt idx="1460">
                  <c:v>43535</c:v>
                </c:pt>
                <c:pt idx="1461">
                  <c:v>43532</c:v>
                </c:pt>
                <c:pt idx="1462">
                  <c:v>43531</c:v>
                </c:pt>
                <c:pt idx="1463">
                  <c:v>43530</c:v>
                </c:pt>
                <c:pt idx="1464">
                  <c:v>43529</c:v>
                </c:pt>
                <c:pt idx="1465">
                  <c:v>43528</c:v>
                </c:pt>
                <c:pt idx="1466">
                  <c:v>43525</c:v>
                </c:pt>
                <c:pt idx="1467">
                  <c:v>43524</c:v>
                </c:pt>
                <c:pt idx="1468">
                  <c:v>43523</c:v>
                </c:pt>
                <c:pt idx="1469">
                  <c:v>43522</c:v>
                </c:pt>
                <c:pt idx="1470">
                  <c:v>43521</c:v>
                </c:pt>
                <c:pt idx="1471">
                  <c:v>43518</c:v>
                </c:pt>
                <c:pt idx="1472">
                  <c:v>43517</c:v>
                </c:pt>
                <c:pt idx="1473">
                  <c:v>43516</c:v>
                </c:pt>
                <c:pt idx="1474">
                  <c:v>43515</c:v>
                </c:pt>
                <c:pt idx="1475">
                  <c:v>43514</c:v>
                </c:pt>
                <c:pt idx="1476">
                  <c:v>43511</c:v>
                </c:pt>
                <c:pt idx="1477">
                  <c:v>43510</c:v>
                </c:pt>
                <c:pt idx="1478">
                  <c:v>43509</c:v>
                </c:pt>
                <c:pt idx="1479">
                  <c:v>43508</c:v>
                </c:pt>
                <c:pt idx="1480">
                  <c:v>43507</c:v>
                </c:pt>
                <c:pt idx="1481">
                  <c:v>43495</c:v>
                </c:pt>
                <c:pt idx="1482">
                  <c:v>43494</c:v>
                </c:pt>
                <c:pt idx="1483">
                  <c:v>43493</c:v>
                </c:pt>
                <c:pt idx="1484">
                  <c:v>43490</c:v>
                </c:pt>
                <c:pt idx="1485">
                  <c:v>43489</c:v>
                </c:pt>
                <c:pt idx="1486">
                  <c:v>43488</c:v>
                </c:pt>
                <c:pt idx="1487">
                  <c:v>43487</c:v>
                </c:pt>
                <c:pt idx="1488">
                  <c:v>43486</c:v>
                </c:pt>
                <c:pt idx="1489">
                  <c:v>43483</c:v>
                </c:pt>
                <c:pt idx="1490">
                  <c:v>43482</c:v>
                </c:pt>
                <c:pt idx="1491">
                  <c:v>43481</c:v>
                </c:pt>
                <c:pt idx="1492">
                  <c:v>43480</c:v>
                </c:pt>
                <c:pt idx="1493">
                  <c:v>43479</c:v>
                </c:pt>
                <c:pt idx="1494">
                  <c:v>43476</c:v>
                </c:pt>
                <c:pt idx="1495">
                  <c:v>43475</c:v>
                </c:pt>
                <c:pt idx="1496">
                  <c:v>43474</c:v>
                </c:pt>
                <c:pt idx="1497">
                  <c:v>43473</c:v>
                </c:pt>
                <c:pt idx="1498">
                  <c:v>43472</c:v>
                </c:pt>
                <c:pt idx="1499">
                  <c:v>43469</c:v>
                </c:pt>
                <c:pt idx="1500">
                  <c:v>43468</c:v>
                </c:pt>
                <c:pt idx="1501">
                  <c:v>43467</c:v>
                </c:pt>
                <c:pt idx="1502">
                  <c:v>43458</c:v>
                </c:pt>
                <c:pt idx="1503">
                  <c:v>43455</c:v>
                </c:pt>
                <c:pt idx="1504">
                  <c:v>43454</c:v>
                </c:pt>
                <c:pt idx="1505">
                  <c:v>43453</c:v>
                </c:pt>
                <c:pt idx="1506">
                  <c:v>43452</c:v>
                </c:pt>
                <c:pt idx="1507">
                  <c:v>43451</c:v>
                </c:pt>
                <c:pt idx="1508">
                  <c:v>43448</c:v>
                </c:pt>
                <c:pt idx="1509">
                  <c:v>43447</c:v>
                </c:pt>
                <c:pt idx="1510">
                  <c:v>43446</c:v>
                </c:pt>
                <c:pt idx="1511">
                  <c:v>43445</c:v>
                </c:pt>
                <c:pt idx="1512">
                  <c:v>43444</c:v>
                </c:pt>
                <c:pt idx="1513">
                  <c:v>43441</c:v>
                </c:pt>
                <c:pt idx="1514">
                  <c:v>43440</c:v>
                </c:pt>
                <c:pt idx="1515">
                  <c:v>43439</c:v>
                </c:pt>
                <c:pt idx="1516">
                  <c:v>43438</c:v>
                </c:pt>
                <c:pt idx="1517">
                  <c:v>43437</c:v>
                </c:pt>
                <c:pt idx="1518">
                  <c:v>43434</c:v>
                </c:pt>
                <c:pt idx="1519">
                  <c:v>43433</c:v>
                </c:pt>
                <c:pt idx="1520">
                  <c:v>43432</c:v>
                </c:pt>
                <c:pt idx="1521">
                  <c:v>43431</c:v>
                </c:pt>
                <c:pt idx="1522">
                  <c:v>43430</c:v>
                </c:pt>
                <c:pt idx="1523">
                  <c:v>43427</c:v>
                </c:pt>
                <c:pt idx="1524">
                  <c:v>43426</c:v>
                </c:pt>
                <c:pt idx="1525">
                  <c:v>43425</c:v>
                </c:pt>
                <c:pt idx="1526">
                  <c:v>43424</c:v>
                </c:pt>
                <c:pt idx="1527">
                  <c:v>43423</c:v>
                </c:pt>
                <c:pt idx="1528">
                  <c:v>43420</c:v>
                </c:pt>
                <c:pt idx="1529">
                  <c:v>43419</c:v>
                </c:pt>
                <c:pt idx="1530">
                  <c:v>43418</c:v>
                </c:pt>
                <c:pt idx="1531">
                  <c:v>43417</c:v>
                </c:pt>
                <c:pt idx="1532">
                  <c:v>43416</c:v>
                </c:pt>
                <c:pt idx="1533">
                  <c:v>43413</c:v>
                </c:pt>
                <c:pt idx="1534">
                  <c:v>43412</c:v>
                </c:pt>
                <c:pt idx="1535">
                  <c:v>43411</c:v>
                </c:pt>
                <c:pt idx="1536">
                  <c:v>43410</c:v>
                </c:pt>
                <c:pt idx="1537">
                  <c:v>43409</c:v>
                </c:pt>
                <c:pt idx="1538">
                  <c:v>43406</c:v>
                </c:pt>
                <c:pt idx="1539">
                  <c:v>43405</c:v>
                </c:pt>
                <c:pt idx="1540">
                  <c:v>43404</c:v>
                </c:pt>
                <c:pt idx="1541">
                  <c:v>43403</c:v>
                </c:pt>
                <c:pt idx="1542">
                  <c:v>43402</c:v>
                </c:pt>
                <c:pt idx="1543">
                  <c:v>43399</c:v>
                </c:pt>
                <c:pt idx="1544">
                  <c:v>43398</c:v>
                </c:pt>
                <c:pt idx="1545">
                  <c:v>43397</c:v>
                </c:pt>
                <c:pt idx="1546">
                  <c:v>43396</c:v>
                </c:pt>
                <c:pt idx="1547">
                  <c:v>43395</c:v>
                </c:pt>
                <c:pt idx="1548">
                  <c:v>43392</c:v>
                </c:pt>
                <c:pt idx="1549">
                  <c:v>43391</c:v>
                </c:pt>
                <c:pt idx="1550">
                  <c:v>43389</c:v>
                </c:pt>
                <c:pt idx="1551">
                  <c:v>43388</c:v>
                </c:pt>
                <c:pt idx="1552">
                  <c:v>43385</c:v>
                </c:pt>
                <c:pt idx="1553">
                  <c:v>43384</c:v>
                </c:pt>
                <c:pt idx="1554">
                  <c:v>43383</c:v>
                </c:pt>
                <c:pt idx="1555">
                  <c:v>43382</c:v>
                </c:pt>
                <c:pt idx="1556">
                  <c:v>43381</c:v>
                </c:pt>
                <c:pt idx="1557">
                  <c:v>43369</c:v>
                </c:pt>
                <c:pt idx="1558">
                  <c:v>43362</c:v>
                </c:pt>
                <c:pt idx="1559">
                  <c:v>43361</c:v>
                </c:pt>
                <c:pt idx="1560">
                  <c:v>43360</c:v>
                </c:pt>
                <c:pt idx="1561">
                  <c:v>43357</c:v>
                </c:pt>
                <c:pt idx="1562">
                  <c:v>43356</c:v>
                </c:pt>
                <c:pt idx="1563">
                  <c:v>43355</c:v>
                </c:pt>
                <c:pt idx="1564">
                  <c:v>43354</c:v>
                </c:pt>
                <c:pt idx="1565">
                  <c:v>43353</c:v>
                </c:pt>
                <c:pt idx="1566">
                  <c:v>43350</c:v>
                </c:pt>
                <c:pt idx="1567">
                  <c:v>43349</c:v>
                </c:pt>
                <c:pt idx="1568">
                  <c:v>43348</c:v>
                </c:pt>
                <c:pt idx="1569">
                  <c:v>43347</c:v>
                </c:pt>
                <c:pt idx="1570">
                  <c:v>43346</c:v>
                </c:pt>
                <c:pt idx="1571">
                  <c:v>43343</c:v>
                </c:pt>
                <c:pt idx="1572">
                  <c:v>43342</c:v>
                </c:pt>
                <c:pt idx="1573">
                  <c:v>43341</c:v>
                </c:pt>
                <c:pt idx="1574">
                  <c:v>43340</c:v>
                </c:pt>
                <c:pt idx="1575">
                  <c:v>43339</c:v>
                </c:pt>
                <c:pt idx="1576">
                  <c:v>43336</c:v>
                </c:pt>
                <c:pt idx="1577">
                  <c:v>43335</c:v>
                </c:pt>
                <c:pt idx="1578">
                  <c:v>43334</c:v>
                </c:pt>
                <c:pt idx="1579">
                  <c:v>43333</c:v>
                </c:pt>
                <c:pt idx="1580">
                  <c:v>43332</c:v>
                </c:pt>
                <c:pt idx="1581">
                  <c:v>43329</c:v>
                </c:pt>
                <c:pt idx="1582">
                  <c:v>43328</c:v>
                </c:pt>
                <c:pt idx="1583">
                  <c:v>43327</c:v>
                </c:pt>
                <c:pt idx="1584">
                  <c:v>43326</c:v>
                </c:pt>
                <c:pt idx="1585">
                  <c:v>43325</c:v>
                </c:pt>
                <c:pt idx="1586">
                  <c:v>43322</c:v>
                </c:pt>
                <c:pt idx="1587">
                  <c:v>43321</c:v>
                </c:pt>
                <c:pt idx="1588">
                  <c:v>43320</c:v>
                </c:pt>
                <c:pt idx="1589">
                  <c:v>43319</c:v>
                </c:pt>
                <c:pt idx="1590">
                  <c:v>43318</c:v>
                </c:pt>
                <c:pt idx="1591">
                  <c:v>43315</c:v>
                </c:pt>
                <c:pt idx="1592">
                  <c:v>43314</c:v>
                </c:pt>
                <c:pt idx="1593">
                  <c:v>43313</c:v>
                </c:pt>
                <c:pt idx="1594">
                  <c:v>43312</c:v>
                </c:pt>
                <c:pt idx="1595">
                  <c:v>43311</c:v>
                </c:pt>
                <c:pt idx="1596">
                  <c:v>43308</c:v>
                </c:pt>
                <c:pt idx="1597">
                  <c:v>43307</c:v>
                </c:pt>
                <c:pt idx="1598">
                  <c:v>43306</c:v>
                </c:pt>
                <c:pt idx="1599">
                  <c:v>43305</c:v>
                </c:pt>
                <c:pt idx="1600">
                  <c:v>43304</c:v>
                </c:pt>
                <c:pt idx="1601">
                  <c:v>43301</c:v>
                </c:pt>
                <c:pt idx="1602">
                  <c:v>43300</c:v>
                </c:pt>
                <c:pt idx="1603">
                  <c:v>43299</c:v>
                </c:pt>
                <c:pt idx="1604">
                  <c:v>43298</c:v>
                </c:pt>
                <c:pt idx="1605">
                  <c:v>43297</c:v>
                </c:pt>
                <c:pt idx="1606">
                  <c:v>43294</c:v>
                </c:pt>
                <c:pt idx="1607">
                  <c:v>43293</c:v>
                </c:pt>
                <c:pt idx="1608">
                  <c:v>43292</c:v>
                </c:pt>
                <c:pt idx="1609">
                  <c:v>43291</c:v>
                </c:pt>
                <c:pt idx="1610">
                  <c:v>43290</c:v>
                </c:pt>
                <c:pt idx="1611">
                  <c:v>43287</c:v>
                </c:pt>
                <c:pt idx="1612">
                  <c:v>43286</c:v>
                </c:pt>
                <c:pt idx="1613">
                  <c:v>43285</c:v>
                </c:pt>
                <c:pt idx="1614">
                  <c:v>43284</c:v>
                </c:pt>
                <c:pt idx="1615">
                  <c:v>43280</c:v>
                </c:pt>
                <c:pt idx="1616">
                  <c:v>43279</c:v>
                </c:pt>
                <c:pt idx="1617">
                  <c:v>43278</c:v>
                </c:pt>
                <c:pt idx="1618">
                  <c:v>43277</c:v>
                </c:pt>
                <c:pt idx="1619">
                  <c:v>43276</c:v>
                </c:pt>
                <c:pt idx="1620">
                  <c:v>43273</c:v>
                </c:pt>
                <c:pt idx="1621">
                  <c:v>43272</c:v>
                </c:pt>
                <c:pt idx="1622">
                  <c:v>43271</c:v>
                </c:pt>
                <c:pt idx="1623">
                  <c:v>43270</c:v>
                </c:pt>
                <c:pt idx="1624">
                  <c:v>43266</c:v>
                </c:pt>
                <c:pt idx="1625">
                  <c:v>43265</c:v>
                </c:pt>
                <c:pt idx="1626">
                  <c:v>43264</c:v>
                </c:pt>
                <c:pt idx="1627">
                  <c:v>43263</c:v>
                </c:pt>
                <c:pt idx="1628">
                  <c:v>43262</c:v>
                </c:pt>
                <c:pt idx="1629">
                  <c:v>43259</c:v>
                </c:pt>
                <c:pt idx="1630">
                  <c:v>43258</c:v>
                </c:pt>
                <c:pt idx="1631">
                  <c:v>43257</c:v>
                </c:pt>
                <c:pt idx="1632">
                  <c:v>43256</c:v>
                </c:pt>
                <c:pt idx="1633">
                  <c:v>43255</c:v>
                </c:pt>
                <c:pt idx="1634">
                  <c:v>43252</c:v>
                </c:pt>
                <c:pt idx="1635">
                  <c:v>43251</c:v>
                </c:pt>
                <c:pt idx="1636">
                  <c:v>43250</c:v>
                </c:pt>
                <c:pt idx="1637">
                  <c:v>43249</c:v>
                </c:pt>
                <c:pt idx="1638">
                  <c:v>43248</c:v>
                </c:pt>
                <c:pt idx="1639">
                  <c:v>43245</c:v>
                </c:pt>
                <c:pt idx="1640">
                  <c:v>43244</c:v>
                </c:pt>
                <c:pt idx="1641">
                  <c:v>43243</c:v>
                </c:pt>
                <c:pt idx="1642">
                  <c:v>43241</c:v>
                </c:pt>
                <c:pt idx="1643">
                  <c:v>43238</c:v>
                </c:pt>
                <c:pt idx="1644">
                  <c:v>43237</c:v>
                </c:pt>
                <c:pt idx="1645">
                  <c:v>43236</c:v>
                </c:pt>
                <c:pt idx="1646">
                  <c:v>43235</c:v>
                </c:pt>
                <c:pt idx="1647">
                  <c:v>43234</c:v>
                </c:pt>
                <c:pt idx="1648">
                  <c:v>43231</c:v>
                </c:pt>
                <c:pt idx="1649">
                  <c:v>43230</c:v>
                </c:pt>
                <c:pt idx="1650">
                  <c:v>43229</c:v>
                </c:pt>
                <c:pt idx="1651">
                  <c:v>43228</c:v>
                </c:pt>
                <c:pt idx="1652">
                  <c:v>43227</c:v>
                </c:pt>
                <c:pt idx="1653">
                  <c:v>43224</c:v>
                </c:pt>
                <c:pt idx="1654">
                  <c:v>43223</c:v>
                </c:pt>
                <c:pt idx="1655">
                  <c:v>43222</c:v>
                </c:pt>
                <c:pt idx="1656">
                  <c:v>43215</c:v>
                </c:pt>
                <c:pt idx="1657">
                  <c:v>43214</c:v>
                </c:pt>
                <c:pt idx="1658">
                  <c:v>43213</c:v>
                </c:pt>
                <c:pt idx="1659">
                  <c:v>43210</c:v>
                </c:pt>
                <c:pt idx="1660">
                  <c:v>43209</c:v>
                </c:pt>
                <c:pt idx="1661">
                  <c:v>43208</c:v>
                </c:pt>
                <c:pt idx="1662">
                  <c:v>43207</c:v>
                </c:pt>
                <c:pt idx="1663">
                  <c:v>43206</c:v>
                </c:pt>
                <c:pt idx="1664">
                  <c:v>43203</c:v>
                </c:pt>
                <c:pt idx="1665">
                  <c:v>43202</c:v>
                </c:pt>
                <c:pt idx="1666">
                  <c:v>43201</c:v>
                </c:pt>
                <c:pt idx="1667">
                  <c:v>43200</c:v>
                </c:pt>
                <c:pt idx="1668">
                  <c:v>43199</c:v>
                </c:pt>
                <c:pt idx="1669">
                  <c:v>43188</c:v>
                </c:pt>
                <c:pt idx="1670">
                  <c:v>43187</c:v>
                </c:pt>
                <c:pt idx="1671">
                  <c:v>43186</c:v>
                </c:pt>
                <c:pt idx="1672">
                  <c:v>43185</c:v>
                </c:pt>
                <c:pt idx="1673">
                  <c:v>43182</c:v>
                </c:pt>
                <c:pt idx="1674">
                  <c:v>43181</c:v>
                </c:pt>
                <c:pt idx="1675">
                  <c:v>43180</c:v>
                </c:pt>
                <c:pt idx="1676">
                  <c:v>43179</c:v>
                </c:pt>
                <c:pt idx="1677">
                  <c:v>43178</c:v>
                </c:pt>
                <c:pt idx="1678">
                  <c:v>43175</c:v>
                </c:pt>
                <c:pt idx="1679">
                  <c:v>43174</c:v>
                </c:pt>
                <c:pt idx="1680">
                  <c:v>43173</c:v>
                </c:pt>
                <c:pt idx="1681">
                  <c:v>43172</c:v>
                </c:pt>
                <c:pt idx="1682">
                  <c:v>43171</c:v>
                </c:pt>
                <c:pt idx="1683">
                  <c:v>43168</c:v>
                </c:pt>
                <c:pt idx="1684">
                  <c:v>43167</c:v>
                </c:pt>
                <c:pt idx="1685">
                  <c:v>43166</c:v>
                </c:pt>
                <c:pt idx="1686">
                  <c:v>43165</c:v>
                </c:pt>
                <c:pt idx="1687">
                  <c:v>43164</c:v>
                </c:pt>
                <c:pt idx="1688">
                  <c:v>43161</c:v>
                </c:pt>
                <c:pt idx="1689">
                  <c:v>43160</c:v>
                </c:pt>
                <c:pt idx="1690">
                  <c:v>43159</c:v>
                </c:pt>
                <c:pt idx="1691">
                  <c:v>43158</c:v>
                </c:pt>
                <c:pt idx="1692">
                  <c:v>43157</c:v>
                </c:pt>
                <c:pt idx="1693">
                  <c:v>43154</c:v>
                </c:pt>
                <c:pt idx="1694">
                  <c:v>43153</c:v>
                </c:pt>
                <c:pt idx="1695">
                  <c:v>43143</c:v>
                </c:pt>
                <c:pt idx="1696">
                  <c:v>43140</c:v>
                </c:pt>
                <c:pt idx="1697">
                  <c:v>43139</c:v>
                </c:pt>
                <c:pt idx="1698">
                  <c:v>43138</c:v>
                </c:pt>
                <c:pt idx="1699">
                  <c:v>43137</c:v>
                </c:pt>
                <c:pt idx="1700">
                  <c:v>43136</c:v>
                </c:pt>
                <c:pt idx="1701">
                  <c:v>43133</c:v>
                </c:pt>
                <c:pt idx="1702">
                  <c:v>43132</c:v>
                </c:pt>
                <c:pt idx="1703">
                  <c:v>43131</c:v>
                </c:pt>
                <c:pt idx="1704">
                  <c:v>43130</c:v>
                </c:pt>
                <c:pt idx="1705">
                  <c:v>43129</c:v>
                </c:pt>
                <c:pt idx="1706">
                  <c:v>43126</c:v>
                </c:pt>
                <c:pt idx="1707">
                  <c:v>43125</c:v>
                </c:pt>
                <c:pt idx="1708">
                  <c:v>43124</c:v>
                </c:pt>
                <c:pt idx="1709">
                  <c:v>43123</c:v>
                </c:pt>
                <c:pt idx="1710">
                  <c:v>43122</c:v>
                </c:pt>
                <c:pt idx="1711">
                  <c:v>43119</c:v>
                </c:pt>
                <c:pt idx="1712">
                  <c:v>43118</c:v>
                </c:pt>
                <c:pt idx="1713">
                  <c:v>43117</c:v>
                </c:pt>
                <c:pt idx="1714">
                  <c:v>43116</c:v>
                </c:pt>
                <c:pt idx="1715">
                  <c:v>43115</c:v>
                </c:pt>
                <c:pt idx="1716">
                  <c:v>43112</c:v>
                </c:pt>
                <c:pt idx="1717">
                  <c:v>43111</c:v>
                </c:pt>
                <c:pt idx="1718">
                  <c:v>43110</c:v>
                </c:pt>
                <c:pt idx="1719">
                  <c:v>43109</c:v>
                </c:pt>
                <c:pt idx="1720">
                  <c:v>43108</c:v>
                </c:pt>
                <c:pt idx="1721">
                  <c:v>43105</c:v>
                </c:pt>
                <c:pt idx="1722">
                  <c:v>43104</c:v>
                </c:pt>
                <c:pt idx="1723">
                  <c:v>43103</c:v>
                </c:pt>
                <c:pt idx="1724">
                  <c:v>43102</c:v>
                </c:pt>
                <c:pt idx="1725">
                  <c:v>43098</c:v>
                </c:pt>
                <c:pt idx="1726">
                  <c:v>43097</c:v>
                </c:pt>
                <c:pt idx="1727">
                  <c:v>43096</c:v>
                </c:pt>
                <c:pt idx="1728">
                  <c:v>43091</c:v>
                </c:pt>
                <c:pt idx="1729">
                  <c:v>43090</c:v>
                </c:pt>
                <c:pt idx="1730">
                  <c:v>43089</c:v>
                </c:pt>
                <c:pt idx="1731">
                  <c:v>43088</c:v>
                </c:pt>
                <c:pt idx="1732">
                  <c:v>43087</c:v>
                </c:pt>
                <c:pt idx="1733">
                  <c:v>43084</c:v>
                </c:pt>
                <c:pt idx="1734">
                  <c:v>43083</c:v>
                </c:pt>
                <c:pt idx="1735">
                  <c:v>43082</c:v>
                </c:pt>
                <c:pt idx="1736">
                  <c:v>43081</c:v>
                </c:pt>
                <c:pt idx="1737">
                  <c:v>43080</c:v>
                </c:pt>
                <c:pt idx="1738">
                  <c:v>43077</c:v>
                </c:pt>
                <c:pt idx="1739">
                  <c:v>43076</c:v>
                </c:pt>
                <c:pt idx="1740">
                  <c:v>43075</c:v>
                </c:pt>
                <c:pt idx="1741">
                  <c:v>43074</c:v>
                </c:pt>
                <c:pt idx="1742">
                  <c:v>43073</c:v>
                </c:pt>
                <c:pt idx="1743">
                  <c:v>43070</c:v>
                </c:pt>
                <c:pt idx="1744">
                  <c:v>43069</c:v>
                </c:pt>
                <c:pt idx="1745">
                  <c:v>43068</c:v>
                </c:pt>
                <c:pt idx="1746">
                  <c:v>43067</c:v>
                </c:pt>
              </c:numCache>
            </c:numRef>
          </c:cat>
          <c:val>
            <c:numRef>
              <c:f>'22-23 南向资金 (3)'!$C$4:$C$1750</c:f>
              <c:numCache>
                <c:formatCode>_ * #,##0_ ;_ * \-#,##0_ ;_ * "-"??_ ;_ @_ </c:formatCode>
                <c:ptCount val="1747"/>
                <c:pt idx="0">
                  <c:v>25130.03</c:v>
                </c:pt>
                <c:pt idx="1">
                  <c:v>24994.14</c:v>
                </c:pt>
                <c:pt idx="2">
                  <c:v>24825.66</c:v>
                </c:pt>
                <c:pt idx="3">
                  <c:v>24498.95</c:v>
                </c:pt>
                <c:pt idx="4">
                  <c:v>24517.759999999998</c:v>
                </c:pt>
                <c:pt idx="5">
                  <c:v>24590.12</c:v>
                </c:pt>
                <c:pt idx="6">
                  <c:v>24203.32</c:v>
                </c:pt>
                <c:pt idx="7">
                  <c:v>24139.57</c:v>
                </c:pt>
                <c:pt idx="8">
                  <c:v>24028.37</c:v>
                </c:pt>
                <c:pt idx="9">
                  <c:v>23892.32</c:v>
                </c:pt>
                <c:pt idx="10">
                  <c:v>24148.07</c:v>
                </c:pt>
                <c:pt idx="11">
                  <c:v>23887.83</c:v>
                </c:pt>
                <c:pt idx="12">
                  <c:v>23916.06</c:v>
                </c:pt>
                <c:pt idx="13">
                  <c:v>24069.94</c:v>
                </c:pt>
                <c:pt idx="14">
                  <c:v>24221.41</c:v>
                </c:pt>
                <c:pt idx="15">
                  <c:v>24072.28</c:v>
                </c:pt>
                <c:pt idx="16">
                  <c:v>24284.15</c:v>
                </c:pt>
                <c:pt idx="17">
                  <c:v>24325.4</c:v>
                </c:pt>
                <c:pt idx="18">
                  <c:v>24474.67</c:v>
                </c:pt>
                <c:pt idx="19">
                  <c:v>24177.07</c:v>
                </c:pt>
                <c:pt idx="20">
                  <c:v>23689.13</c:v>
                </c:pt>
                <c:pt idx="21">
                  <c:v>23530.48</c:v>
                </c:pt>
                <c:pt idx="22">
                  <c:v>23237.74</c:v>
                </c:pt>
                <c:pt idx="23">
                  <c:v>23710.69</c:v>
                </c:pt>
                <c:pt idx="24">
                  <c:v>23980.3</c:v>
                </c:pt>
                <c:pt idx="25">
                  <c:v>24060.99</c:v>
                </c:pt>
                <c:pt idx="26">
                  <c:v>23892.560000000001</c:v>
                </c:pt>
                <c:pt idx="27">
                  <c:v>24035.38</c:v>
                </c:pt>
                <c:pt idx="28">
                  <c:v>24366.94</c:v>
                </c:pt>
                <c:pt idx="29">
                  <c:v>24162.87</c:v>
                </c:pt>
                <c:pt idx="30">
                  <c:v>24181.43</c:v>
                </c:pt>
                <c:pt idx="31">
                  <c:v>23792.54</c:v>
                </c:pt>
                <c:pt idx="32">
                  <c:v>23906.97</c:v>
                </c:pt>
                <c:pt idx="33">
                  <c:v>23654.03</c:v>
                </c:pt>
                <c:pt idx="34">
                  <c:v>23512.49</c:v>
                </c:pt>
                <c:pt idx="35">
                  <c:v>23289.77</c:v>
                </c:pt>
                <c:pt idx="36">
                  <c:v>23573.38</c:v>
                </c:pt>
                <c:pt idx="37">
                  <c:v>23258.31</c:v>
                </c:pt>
                <c:pt idx="38">
                  <c:v>23381.99</c:v>
                </c:pt>
                <c:pt idx="39">
                  <c:v>23282.33</c:v>
                </c:pt>
                <c:pt idx="40">
                  <c:v>23601.26</c:v>
                </c:pt>
                <c:pt idx="41">
                  <c:v>23544.31</c:v>
                </c:pt>
                <c:pt idx="42">
                  <c:v>23827.78</c:v>
                </c:pt>
                <c:pt idx="43">
                  <c:v>23681.48</c:v>
                </c:pt>
                <c:pt idx="44">
                  <c:v>23332.720000000001</c:v>
                </c:pt>
                <c:pt idx="45">
                  <c:v>23345.05</c:v>
                </c:pt>
                <c:pt idx="46">
                  <c:v>23453.16</c:v>
                </c:pt>
                <c:pt idx="47">
                  <c:v>23640.65</c:v>
                </c:pt>
                <c:pt idx="48">
                  <c:v>23108.27</c:v>
                </c:pt>
                <c:pt idx="49">
                  <c:v>23549.46</c:v>
                </c:pt>
                <c:pt idx="50">
                  <c:v>22867.74</c:v>
                </c:pt>
                <c:pt idx="51">
                  <c:v>22775.919999999998</c:v>
                </c:pt>
                <c:pt idx="52">
                  <c:v>22691.88</c:v>
                </c:pt>
                <c:pt idx="53">
                  <c:v>22662.71</c:v>
                </c:pt>
                <c:pt idx="54">
                  <c:v>22119.41</c:v>
                </c:pt>
                <c:pt idx="55">
                  <c:v>22008.11</c:v>
                </c:pt>
                <c:pt idx="56">
                  <c:v>21971.96</c:v>
                </c:pt>
                <c:pt idx="57">
                  <c:v>21980.74</c:v>
                </c:pt>
                <c:pt idx="58">
                  <c:v>21909.759999999998</c:v>
                </c:pt>
                <c:pt idx="59">
                  <c:v>22072.62</c:v>
                </c:pt>
                <c:pt idx="60">
                  <c:v>21562.32</c:v>
                </c:pt>
                <c:pt idx="61">
                  <c:v>21395.14</c:v>
                </c:pt>
                <c:pt idx="62">
                  <c:v>21056.98</c:v>
                </c:pt>
                <c:pt idx="63">
                  <c:v>21466.27</c:v>
                </c:pt>
                <c:pt idx="64">
                  <c:v>21417.4</c:v>
                </c:pt>
                <c:pt idx="65">
                  <c:v>20914.689999999999</c:v>
                </c:pt>
                <c:pt idx="66">
                  <c:v>20681.78</c:v>
                </c:pt>
                <c:pt idx="67">
                  <c:v>20264.490000000002</c:v>
                </c:pt>
                <c:pt idx="68">
                  <c:v>20127.68</c:v>
                </c:pt>
                <c:pt idx="69">
                  <c:v>19828.3</c:v>
                </c:pt>
                <c:pt idx="70">
                  <c:v>22849.81</c:v>
                </c:pt>
                <c:pt idx="71">
                  <c:v>23202.53</c:v>
                </c:pt>
                <c:pt idx="72">
                  <c:v>23206.84</c:v>
                </c:pt>
                <c:pt idx="73">
                  <c:v>23119.58</c:v>
                </c:pt>
                <c:pt idx="74">
                  <c:v>23426.6</c:v>
                </c:pt>
                <c:pt idx="75">
                  <c:v>23578.799999999999</c:v>
                </c:pt>
                <c:pt idx="76">
                  <c:v>23483.32</c:v>
                </c:pt>
                <c:pt idx="77">
                  <c:v>23344.25</c:v>
                </c:pt>
                <c:pt idx="78">
                  <c:v>23905.56</c:v>
                </c:pt>
                <c:pt idx="79">
                  <c:v>23689.72</c:v>
                </c:pt>
                <c:pt idx="80">
                  <c:v>24219.95</c:v>
                </c:pt>
                <c:pt idx="81">
                  <c:v>24771.14</c:v>
                </c:pt>
                <c:pt idx="82">
                  <c:v>24740.57</c:v>
                </c:pt>
                <c:pt idx="83">
                  <c:v>24145.57</c:v>
                </c:pt>
                <c:pt idx="84">
                  <c:v>23959.98</c:v>
                </c:pt>
                <c:pt idx="85">
                  <c:v>23462.65</c:v>
                </c:pt>
                <c:pt idx="86">
                  <c:v>23600.31</c:v>
                </c:pt>
                <c:pt idx="87">
                  <c:v>23782.14</c:v>
                </c:pt>
                <c:pt idx="88">
                  <c:v>23783.49</c:v>
                </c:pt>
                <c:pt idx="89">
                  <c:v>24231.3</c:v>
                </c:pt>
                <c:pt idx="90">
                  <c:v>24369.71</c:v>
                </c:pt>
                <c:pt idx="91">
                  <c:v>23594.21</c:v>
                </c:pt>
                <c:pt idx="92">
                  <c:v>22941.77</c:v>
                </c:pt>
                <c:pt idx="93">
                  <c:v>23006.27</c:v>
                </c:pt>
                <c:pt idx="94">
                  <c:v>22941.32</c:v>
                </c:pt>
                <c:pt idx="95">
                  <c:v>23718.29</c:v>
                </c:pt>
                <c:pt idx="96">
                  <c:v>23787.93</c:v>
                </c:pt>
                <c:pt idx="97">
                  <c:v>23034.02</c:v>
                </c:pt>
                <c:pt idx="98">
                  <c:v>23341.61</c:v>
                </c:pt>
                <c:pt idx="99">
                  <c:v>23477.919999999998</c:v>
                </c:pt>
                <c:pt idx="100">
                  <c:v>22576.98</c:v>
                </c:pt>
                <c:pt idx="101">
                  <c:v>22944.240000000002</c:v>
                </c:pt>
                <c:pt idx="102">
                  <c:v>22976.81</c:v>
                </c:pt>
                <c:pt idx="103">
                  <c:v>22616.23</c:v>
                </c:pt>
                <c:pt idx="104">
                  <c:v>22620.33</c:v>
                </c:pt>
                <c:pt idx="105">
                  <c:v>21814.37</c:v>
                </c:pt>
                <c:pt idx="106">
                  <c:v>21857.919999999998</c:v>
                </c:pt>
                <c:pt idx="107">
                  <c:v>21294.86</c:v>
                </c:pt>
                <c:pt idx="108">
                  <c:v>21521.98</c:v>
                </c:pt>
                <c:pt idx="109">
                  <c:v>21133.54</c:v>
                </c:pt>
                <c:pt idx="110">
                  <c:v>20891.62</c:v>
                </c:pt>
                <c:pt idx="111">
                  <c:v>20597.09</c:v>
                </c:pt>
                <c:pt idx="112">
                  <c:v>20197.77</c:v>
                </c:pt>
                <c:pt idx="113">
                  <c:v>20066.189999999999</c:v>
                </c:pt>
                <c:pt idx="114">
                  <c:v>19700.560000000001</c:v>
                </c:pt>
                <c:pt idx="115">
                  <c:v>19778.77</c:v>
                </c:pt>
                <c:pt idx="116">
                  <c:v>20106.55</c:v>
                </c:pt>
                <c:pt idx="117">
                  <c:v>19925.810000000001</c:v>
                </c:pt>
                <c:pt idx="118">
                  <c:v>19584.060000000001</c:v>
                </c:pt>
                <c:pt idx="119">
                  <c:v>19522.89</c:v>
                </c:pt>
                <c:pt idx="120">
                  <c:v>19286.07</c:v>
                </c:pt>
                <c:pt idx="121">
                  <c:v>19219.78</c:v>
                </c:pt>
                <c:pt idx="122">
                  <c:v>18874.14</c:v>
                </c:pt>
                <c:pt idx="123">
                  <c:v>19064.29</c:v>
                </c:pt>
                <c:pt idx="124">
                  <c:v>19240.89</c:v>
                </c:pt>
                <c:pt idx="125">
                  <c:v>19279.84</c:v>
                </c:pt>
                <c:pt idx="126">
                  <c:v>19447.580000000002</c:v>
                </c:pt>
                <c:pt idx="127">
                  <c:v>19688.29</c:v>
                </c:pt>
                <c:pt idx="128">
                  <c:v>19760.27</c:v>
                </c:pt>
                <c:pt idx="129">
                  <c:v>19623.32</c:v>
                </c:pt>
                <c:pt idx="130">
                  <c:v>20059.95</c:v>
                </c:pt>
                <c:pt idx="131">
                  <c:v>20041.419999999998</c:v>
                </c:pt>
                <c:pt idx="132">
                  <c:v>20090.46</c:v>
                </c:pt>
                <c:pt idx="133">
                  <c:v>20098.29</c:v>
                </c:pt>
                <c:pt idx="134">
                  <c:v>19883.13</c:v>
                </c:pt>
                <c:pt idx="135">
                  <c:v>19720.7</c:v>
                </c:pt>
                <c:pt idx="136">
                  <c:v>19752.509999999998</c:v>
                </c:pt>
                <c:pt idx="137">
                  <c:v>19864.55</c:v>
                </c:pt>
                <c:pt idx="138">
                  <c:v>19700.48</c:v>
                </c:pt>
                <c:pt idx="139">
                  <c:v>19795.490000000002</c:v>
                </c:pt>
                <c:pt idx="140">
                  <c:v>19971.240000000002</c:v>
                </c:pt>
                <c:pt idx="141">
                  <c:v>20397.05</c:v>
                </c:pt>
                <c:pt idx="142">
                  <c:v>20155.05</c:v>
                </c:pt>
                <c:pt idx="143">
                  <c:v>20311.28</c:v>
                </c:pt>
                <c:pt idx="144">
                  <c:v>20414.09</c:v>
                </c:pt>
                <c:pt idx="145">
                  <c:v>19865.849999999999</c:v>
                </c:pt>
                <c:pt idx="146">
                  <c:v>19560.439999999999</c:v>
                </c:pt>
                <c:pt idx="147">
                  <c:v>19742.46</c:v>
                </c:pt>
                <c:pt idx="148">
                  <c:v>19746.32</c:v>
                </c:pt>
                <c:pt idx="149">
                  <c:v>19550.29</c:v>
                </c:pt>
                <c:pt idx="150">
                  <c:v>19423.61</c:v>
                </c:pt>
                <c:pt idx="151">
                  <c:v>19366.96</c:v>
                </c:pt>
                <c:pt idx="152">
                  <c:v>19603.13</c:v>
                </c:pt>
                <c:pt idx="153">
                  <c:v>19159.2</c:v>
                </c:pt>
                <c:pt idx="154">
                  <c:v>19150.990000000002</c:v>
                </c:pt>
                <c:pt idx="155">
                  <c:v>19229.97</c:v>
                </c:pt>
                <c:pt idx="156">
                  <c:v>19601.11</c:v>
                </c:pt>
                <c:pt idx="157">
                  <c:v>19705.009999999998</c:v>
                </c:pt>
                <c:pt idx="158">
                  <c:v>19663.669999999998</c:v>
                </c:pt>
                <c:pt idx="159">
                  <c:v>19576.61</c:v>
                </c:pt>
                <c:pt idx="160">
                  <c:v>19426.34</c:v>
                </c:pt>
                <c:pt idx="161">
                  <c:v>19435.810000000001</c:v>
                </c:pt>
                <c:pt idx="162">
                  <c:v>19823.45</c:v>
                </c:pt>
                <c:pt idx="163">
                  <c:v>19846.88</c:v>
                </c:pt>
                <c:pt idx="164">
                  <c:v>20426.93</c:v>
                </c:pt>
                <c:pt idx="165">
                  <c:v>20728.189999999999</c:v>
                </c:pt>
                <c:pt idx="166">
                  <c:v>20953.34</c:v>
                </c:pt>
                <c:pt idx="167">
                  <c:v>20538.38</c:v>
                </c:pt>
                <c:pt idx="168">
                  <c:v>21006.97</c:v>
                </c:pt>
                <c:pt idx="169">
                  <c:v>20567.52</c:v>
                </c:pt>
                <c:pt idx="170">
                  <c:v>20506.43</c:v>
                </c:pt>
                <c:pt idx="171">
                  <c:v>20317.330000000002</c:v>
                </c:pt>
                <c:pt idx="172">
                  <c:v>20380.64</c:v>
                </c:pt>
                <c:pt idx="173">
                  <c:v>20701.14</c:v>
                </c:pt>
                <c:pt idx="174">
                  <c:v>20599.36</c:v>
                </c:pt>
                <c:pt idx="175">
                  <c:v>20590.150000000001</c:v>
                </c:pt>
                <c:pt idx="176">
                  <c:v>20489.62</c:v>
                </c:pt>
                <c:pt idx="177">
                  <c:v>20760.150000000001</c:v>
                </c:pt>
                <c:pt idx="178">
                  <c:v>20498.95</c:v>
                </c:pt>
                <c:pt idx="179">
                  <c:v>20478.46</c:v>
                </c:pt>
                <c:pt idx="180">
                  <c:v>20804.11</c:v>
                </c:pt>
                <c:pt idx="181">
                  <c:v>20079.099999999999</c:v>
                </c:pt>
                <c:pt idx="182">
                  <c:v>20286.849999999999</c:v>
                </c:pt>
                <c:pt idx="183">
                  <c:v>20318.79</c:v>
                </c:pt>
                <c:pt idx="184">
                  <c:v>21092.87</c:v>
                </c:pt>
                <c:pt idx="185">
                  <c:v>21251.98</c:v>
                </c:pt>
                <c:pt idx="186">
                  <c:v>20637.240000000002</c:v>
                </c:pt>
                <c:pt idx="187">
                  <c:v>20926.79</c:v>
                </c:pt>
                <c:pt idx="188">
                  <c:v>21133.68</c:v>
                </c:pt>
                <c:pt idx="189">
                  <c:v>20632.3</c:v>
                </c:pt>
                <c:pt idx="190">
                  <c:v>19924.580000000002</c:v>
                </c:pt>
                <c:pt idx="191">
                  <c:v>19129.099999999999</c:v>
                </c:pt>
                <c:pt idx="192">
                  <c:v>19000.560000000001</c:v>
                </c:pt>
                <c:pt idx="193">
                  <c:v>18247.11</c:v>
                </c:pt>
                <c:pt idx="194">
                  <c:v>18258.57</c:v>
                </c:pt>
                <c:pt idx="195">
                  <c:v>18013.16</c:v>
                </c:pt>
                <c:pt idx="196">
                  <c:v>17369.09</c:v>
                </c:pt>
                <c:pt idx="197">
                  <c:v>17240.39</c:v>
                </c:pt>
                <c:pt idx="198">
                  <c:v>17108.71</c:v>
                </c:pt>
                <c:pt idx="199">
                  <c:v>17234.09</c:v>
                </c:pt>
                <c:pt idx="200">
                  <c:v>17196.96</c:v>
                </c:pt>
                <c:pt idx="201">
                  <c:v>17444.3</c:v>
                </c:pt>
                <c:pt idx="202">
                  <c:v>17457.34</c:v>
                </c:pt>
                <c:pt idx="203">
                  <c:v>17651.490000000002</c:v>
                </c:pt>
                <c:pt idx="204">
                  <c:v>17691.97</c:v>
                </c:pt>
                <c:pt idx="205">
                  <c:v>17989.07</c:v>
                </c:pt>
                <c:pt idx="206">
                  <c:v>17786.32</c:v>
                </c:pt>
                <c:pt idx="207">
                  <c:v>17692.45</c:v>
                </c:pt>
                <c:pt idx="208">
                  <c:v>17874.669999999998</c:v>
                </c:pt>
                <c:pt idx="209">
                  <c:v>17798.73</c:v>
                </c:pt>
                <c:pt idx="210">
                  <c:v>17612.099999999999</c:v>
                </c:pt>
                <c:pt idx="211">
                  <c:v>17641</c:v>
                </c:pt>
                <c:pt idx="212">
                  <c:v>17391.009999999998</c:v>
                </c:pt>
                <c:pt idx="213">
                  <c:v>17511.080000000002</c:v>
                </c:pt>
                <c:pt idx="214">
                  <c:v>17569.57</c:v>
                </c:pt>
                <c:pt idx="215">
                  <c:v>17430.16</c:v>
                </c:pt>
                <c:pt idx="216">
                  <c:v>17109.14</c:v>
                </c:pt>
                <c:pt idx="217">
                  <c:v>17113.36</c:v>
                </c:pt>
                <c:pt idx="218">
                  <c:v>17174.060000000001</c:v>
                </c:pt>
                <c:pt idx="219">
                  <c:v>17111.650000000001</c:v>
                </c:pt>
                <c:pt idx="220">
                  <c:v>17090.23</c:v>
                </c:pt>
                <c:pt idx="221">
                  <c:v>16891.830000000002</c:v>
                </c:pt>
                <c:pt idx="222">
                  <c:v>16877.86</c:v>
                </c:pt>
                <c:pt idx="223">
                  <c:v>16647.34</c:v>
                </c:pt>
                <c:pt idx="224">
                  <c:v>16698.36</c:v>
                </c:pt>
                <c:pt idx="225">
                  <c:v>16945.509999999998</c:v>
                </c:pt>
                <c:pt idx="226">
                  <c:v>17304.96</c:v>
                </c:pt>
                <c:pt idx="227">
                  <c:v>17344.599999999999</c:v>
                </c:pt>
                <c:pt idx="228">
                  <c:v>17002.91</c:v>
                </c:pt>
                <c:pt idx="229">
                  <c:v>17238.34</c:v>
                </c:pt>
                <c:pt idx="230">
                  <c:v>17021.310000000001</c:v>
                </c:pt>
                <c:pt idx="231">
                  <c:v>17004.97</c:v>
                </c:pt>
                <c:pt idx="232">
                  <c:v>17311.05</c:v>
                </c:pt>
                <c:pt idx="233">
                  <c:v>17469.36</c:v>
                </c:pt>
                <c:pt idx="234">
                  <c:v>17635.88</c:v>
                </c:pt>
                <c:pt idx="235">
                  <c:v>17417.68</c:v>
                </c:pt>
                <c:pt idx="236">
                  <c:v>17778.41</c:v>
                </c:pt>
                <c:pt idx="237">
                  <c:v>17739.41</c:v>
                </c:pt>
                <c:pt idx="238">
                  <c:v>17727.98</c:v>
                </c:pt>
                <c:pt idx="239">
                  <c:v>18015.939999999999</c:v>
                </c:pt>
                <c:pt idx="240">
                  <c:v>18293.38</c:v>
                </c:pt>
                <c:pt idx="241">
                  <c:v>17832.330000000002</c:v>
                </c:pt>
                <c:pt idx="242">
                  <c:v>17471.669999999998</c:v>
                </c:pt>
                <c:pt idx="243">
                  <c:v>17523.23</c:v>
                </c:pt>
                <c:pt idx="244">
                  <c:v>17524.060000000001</c:v>
                </c:pt>
                <c:pt idx="245">
                  <c:v>17799.61</c:v>
                </c:pt>
                <c:pt idx="246">
                  <c:v>18028.28</c:v>
                </c:pt>
                <c:pt idx="247">
                  <c:v>17978.57</c:v>
                </c:pt>
                <c:pt idx="248">
                  <c:v>17769.14</c:v>
                </c:pt>
                <c:pt idx="249">
                  <c:v>17718.61</c:v>
                </c:pt>
                <c:pt idx="250">
                  <c:v>17716.47</c:v>
                </c:pt>
                <c:pt idx="251">
                  <c:v>18089.93</c:v>
                </c:pt>
                <c:pt idx="252">
                  <c:v>18072.900000000001</c:v>
                </c:pt>
                <c:pt idx="253">
                  <c:v>18027.71</c:v>
                </c:pt>
                <c:pt idx="254">
                  <c:v>18028.52</c:v>
                </c:pt>
                <c:pt idx="255">
                  <c:v>18335.32</c:v>
                </c:pt>
                <c:pt idx="256">
                  <c:v>18430.39</c:v>
                </c:pt>
                <c:pt idx="257">
                  <c:v>17915.55</c:v>
                </c:pt>
                <c:pt idx="258">
                  <c:v>17936.12</c:v>
                </c:pt>
                <c:pt idx="259">
                  <c:v>17941.78</c:v>
                </c:pt>
                <c:pt idx="260">
                  <c:v>18112.63</c:v>
                </c:pt>
                <c:pt idx="261">
                  <c:v>17937.84</c:v>
                </c:pt>
                <c:pt idx="262">
                  <c:v>18176.34</c:v>
                </c:pt>
                <c:pt idx="263">
                  <c:v>18366.95</c:v>
                </c:pt>
                <c:pt idx="264">
                  <c:v>18476.8</c:v>
                </c:pt>
                <c:pt idx="265">
                  <c:v>18424.96</c:v>
                </c:pt>
                <c:pt idx="266">
                  <c:v>18444.11</c:v>
                </c:pt>
                <c:pt idx="267">
                  <c:v>18403.04</c:v>
                </c:pt>
                <c:pt idx="268">
                  <c:v>18079.61</c:v>
                </c:pt>
                <c:pt idx="269">
                  <c:v>18230.189999999999</c:v>
                </c:pt>
                <c:pt idx="270">
                  <c:v>18477.009999999998</c:v>
                </c:pt>
                <c:pt idx="271">
                  <c:v>18821.16</c:v>
                </c:pt>
                <c:pt idx="272">
                  <c:v>18827.349999999999</c:v>
                </c:pt>
                <c:pt idx="273">
                  <c:v>18608.939999999999</c:v>
                </c:pt>
                <c:pt idx="274">
                  <c:v>18868.71</c:v>
                </c:pt>
                <c:pt idx="275">
                  <c:v>19195.599999999999</c:v>
                </c:pt>
                <c:pt idx="276">
                  <c:v>19220.62</c:v>
                </c:pt>
                <c:pt idx="277">
                  <c:v>19636.22</c:v>
                </c:pt>
                <c:pt idx="278">
                  <c:v>19553.61</c:v>
                </c:pt>
                <c:pt idx="279">
                  <c:v>19376.53</c:v>
                </c:pt>
                <c:pt idx="280">
                  <c:v>19073.71</c:v>
                </c:pt>
                <c:pt idx="281">
                  <c:v>19115.060000000001</c:v>
                </c:pt>
                <c:pt idx="282">
                  <c:v>18963.68</c:v>
                </c:pt>
                <c:pt idx="283">
                  <c:v>18537.810000000001</c:v>
                </c:pt>
                <c:pt idx="284">
                  <c:v>18313.86</c:v>
                </c:pt>
                <c:pt idx="285">
                  <c:v>18479.37</c:v>
                </c:pt>
                <c:pt idx="286">
                  <c:v>18578.3</c:v>
                </c:pt>
                <c:pt idx="287">
                  <c:v>17763.03</c:v>
                </c:pt>
                <c:pt idx="288">
                  <c:v>17746.91</c:v>
                </c:pt>
                <c:pt idx="289">
                  <c:v>17651.150000000001</c:v>
                </c:pt>
                <c:pt idx="290">
                  <c:v>17284.54</c:v>
                </c:pt>
                <c:pt idx="291">
                  <c:v>17201.27</c:v>
                </c:pt>
                <c:pt idx="292">
                  <c:v>16828.93</c:v>
                </c:pt>
                <c:pt idx="293">
                  <c:v>16511.689999999999</c:v>
                </c:pt>
                <c:pt idx="294">
                  <c:v>16224.14</c:v>
                </c:pt>
                <c:pt idx="295">
                  <c:v>16385.87</c:v>
                </c:pt>
                <c:pt idx="296">
                  <c:v>16251.84</c:v>
                </c:pt>
                <c:pt idx="297">
                  <c:v>16248.97</c:v>
                </c:pt>
                <c:pt idx="298">
                  <c:v>16600.46</c:v>
                </c:pt>
                <c:pt idx="299">
                  <c:v>16721.689999999999</c:v>
                </c:pt>
                <c:pt idx="300">
                  <c:v>17095.03</c:v>
                </c:pt>
                <c:pt idx="301">
                  <c:v>17139.169999999998</c:v>
                </c:pt>
                <c:pt idx="302">
                  <c:v>16828.07</c:v>
                </c:pt>
                <c:pt idx="303">
                  <c:v>16732.849999999999</c:v>
                </c:pt>
                <c:pt idx="304">
                  <c:v>16725.099999999999</c:v>
                </c:pt>
                <c:pt idx="305">
                  <c:v>16931.52</c:v>
                </c:pt>
                <c:pt idx="306">
                  <c:v>16541.419999999998</c:v>
                </c:pt>
                <c:pt idx="307">
                  <c:v>16392.84</c:v>
                </c:pt>
                <c:pt idx="308">
                  <c:v>16618.32</c:v>
                </c:pt>
                <c:pt idx="309">
                  <c:v>16473.64</c:v>
                </c:pt>
                <c:pt idx="310">
                  <c:v>16499.47</c:v>
                </c:pt>
                <c:pt idx="311">
                  <c:v>16863.099999999999</c:v>
                </c:pt>
                <c:pt idx="312">
                  <c:v>16543.07</c:v>
                </c:pt>
                <c:pt idx="313">
                  <c:v>16529.48</c:v>
                </c:pt>
                <c:pt idx="314">
                  <c:v>16737.12</c:v>
                </c:pt>
                <c:pt idx="315">
                  <c:v>16720.89</c:v>
                </c:pt>
                <c:pt idx="316">
                  <c:v>16961.66</c:v>
                </c:pt>
                <c:pt idx="317">
                  <c:v>17082.11</c:v>
                </c:pt>
                <c:pt idx="318">
                  <c:v>17093.5</c:v>
                </c:pt>
                <c:pt idx="319">
                  <c:v>16587.57</c:v>
                </c:pt>
                <c:pt idx="320">
                  <c:v>16353.39</c:v>
                </c:pt>
                <c:pt idx="321">
                  <c:v>16229.78</c:v>
                </c:pt>
                <c:pt idx="322">
                  <c:v>16438.09</c:v>
                </c:pt>
                <c:pt idx="323">
                  <c:v>16162.64</c:v>
                </c:pt>
                <c:pt idx="324">
                  <c:v>16595.97</c:v>
                </c:pt>
                <c:pt idx="325">
                  <c:v>16589.439999999999</c:v>
                </c:pt>
                <c:pt idx="326">
                  <c:v>16511.439999999999</c:v>
                </c:pt>
                <c:pt idx="327">
                  <c:v>16536.849999999999</c:v>
                </c:pt>
                <c:pt idx="328">
                  <c:v>16790.8</c:v>
                </c:pt>
                <c:pt idx="329">
                  <c:v>16634.740000000002</c:v>
                </c:pt>
                <c:pt idx="330">
                  <c:v>16725.86</c:v>
                </c:pt>
                <c:pt idx="331">
                  <c:v>16742.95</c:v>
                </c:pt>
                <c:pt idx="332">
                  <c:v>16503.099999999999</c:v>
                </c:pt>
                <c:pt idx="333">
                  <c:v>16247.51</c:v>
                </c:pt>
                <c:pt idx="334">
                  <c:v>16155.61</c:v>
                </c:pt>
                <c:pt idx="335">
                  <c:v>15878.07</c:v>
                </c:pt>
                <c:pt idx="336">
                  <c:v>16081.89</c:v>
                </c:pt>
                <c:pt idx="337">
                  <c:v>16136.87</c:v>
                </c:pt>
                <c:pt idx="338">
                  <c:v>15510.01</c:v>
                </c:pt>
                <c:pt idx="339">
                  <c:v>15533.56</c:v>
                </c:pt>
                <c:pt idx="340">
                  <c:v>15566.21</c:v>
                </c:pt>
                <c:pt idx="341">
                  <c:v>15485.07</c:v>
                </c:pt>
                <c:pt idx="342">
                  <c:v>15703.45</c:v>
                </c:pt>
                <c:pt idx="343">
                  <c:v>16077.24</c:v>
                </c:pt>
                <c:pt idx="344">
                  <c:v>15952.23</c:v>
                </c:pt>
                <c:pt idx="345">
                  <c:v>16211.96</c:v>
                </c:pt>
                <c:pt idx="346">
                  <c:v>15899.87</c:v>
                </c:pt>
                <c:pt idx="347">
                  <c:v>15353.98</c:v>
                </c:pt>
                <c:pt idx="348">
                  <c:v>14961.18</c:v>
                </c:pt>
                <c:pt idx="349">
                  <c:v>15308.69</c:v>
                </c:pt>
                <c:pt idx="350">
                  <c:v>15391.79</c:v>
                </c:pt>
                <c:pt idx="351">
                  <c:v>15276.9</c:v>
                </c:pt>
                <c:pt idx="352">
                  <c:v>15865.92</c:v>
                </c:pt>
                <c:pt idx="353">
                  <c:v>16216.33</c:v>
                </c:pt>
                <c:pt idx="354">
                  <c:v>16244.58</c:v>
                </c:pt>
                <c:pt idx="355">
                  <c:v>16302.04</c:v>
                </c:pt>
                <c:pt idx="356">
                  <c:v>16097.28</c:v>
                </c:pt>
                <c:pt idx="357">
                  <c:v>16190.02</c:v>
                </c:pt>
                <c:pt idx="358">
                  <c:v>16224.45</c:v>
                </c:pt>
                <c:pt idx="359">
                  <c:v>16535.330000000002</c:v>
                </c:pt>
                <c:pt idx="360">
                  <c:v>16645.98</c:v>
                </c:pt>
                <c:pt idx="361">
                  <c:v>16646.41</c:v>
                </c:pt>
                <c:pt idx="362">
                  <c:v>16788.55</c:v>
                </c:pt>
                <c:pt idx="363">
                  <c:v>17047.39</c:v>
                </c:pt>
                <c:pt idx="364">
                  <c:v>17043.53</c:v>
                </c:pt>
                <c:pt idx="365">
                  <c:v>16624.84</c:v>
                </c:pt>
                <c:pt idx="366">
                  <c:v>16340.41</c:v>
                </c:pt>
                <c:pt idx="367">
                  <c:v>16621.13</c:v>
                </c:pt>
                <c:pt idx="368">
                  <c:v>16613.810000000001</c:v>
                </c:pt>
                <c:pt idx="369">
                  <c:v>16505</c:v>
                </c:pt>
                <c:pt idx="370">
                  <c:v>16629.23</c:v>
                </c:pt>
                <c:pt idx="371">
                  <c:v>16792.189999999999</c:v>
                </c:pt>
                <c:pt idx="372">
                  <c:v>16402.189999999999</c:v>
                </c:pt>
                <c:pt idx="373">
                  <c:v>16228.75</c:v>
                </c:pt>
                <c:pt idx="374">
                  <c:v>16374.5</c:v>
                </c:pt>
                <c:pt idx="375">
                  <c:v>16201.49</c:v>
                </c:pt>
                <c:pt idx="376">
                  <c:v>16334.37</c:v>
                </c:pt>
                <c:pt idx="377">
                  <c:v>16345.89</c:v>
                </c:pt>
                <c:pt idx="378">
                  <c:v>16463.259999999998</c:v>
                </c:pt>
                <c:pt idx="379">
                  <c:v>16327.86</c:v>
                </c:pt>
                <c:pt idx="380">
                  <c:v>16646.05</c:v>
                </c:pt>
                <c:pt idx="381">
                  <c:v>16830.3</c:v>
                </c:pt>
                <c:pt idx="382">
                  <c:v>17042.88</c:v>
                </c:pt>
                <c:pt idx="383">
                  <c:v>16993.439999999999</c:v>
                </c:pt>
                <c:pt idx="384">
                  <c:v>17354.14</c:v>
                </c:pt>
                <c:pt idx="385">
                  <c:v>17525.060000000001</c:v>
                </c:pt>
                <c:pt idx="386">
                  <c:v>17559.419999999998</c:v>
                </c:pt>
                <c:pt idx="387">
                  <c:v>17910.84</c:v>
                </c:pt>
                <c:pt idx="388">
                  <c:v>17734.599999999999</c:v>
                </c:pt>
                <c:pt idx="389">
                  <c:v>17733.89</c:v>
                </c:pt>
                <c:pt idx="390">
                  <c:v>17778.07</c:v>
                </c:pt>
                <c:pt idx="391">
                  <c:v>17454.189999999999</c:v>
                </c:pt>
                <c:pt idx="392">
                  <c:v>17832.82</c:v>
                </c:pt>
                <c:pt idx="393">
                  <c:v>18079</c:v>
                </c:pt>
                <c:pt idx="394">
                  <c:v>17396.86</c:v>
                </c:pt>
                <c:pt idx="395">
                  <c:v>17426.21</c:v>
                </c:pt>
                <c:pt idx="396">
                  <c:v>17203.259999999998</c:v>
                </c:pt>
                <c:pt idx="397">
                  <c:v>17511.29</c:v>
                </c:pt>
                <c:pt idx="398">
                  <c:v>17568.46</c:v>
                </c:pt>
                <c:pt idx="399">
                  <c:v>17670.16</c:v>
                </c:pt>
                <c:pt idx="400">
                  <c:v>17966.59</c:v>
                </c:pt>
                <c:pt idx="401">
                  <c:v>17664.12</c:v>
                </c:pt>
                <c:pt idx="402">
                  <c:v>17230.59</c:v>
                </c:pt>
                <c:pt idx="403">
                  <c:v>17101.78</c:v>
                </c:pt>
                <c:pt idx="404">
                  <c:v>17112.48</c:v>
                </c:pt>
                <c:pt idx="405">
                  <c:v>17406.36</c:v>
                </c:pt>
                <c:pt idx="406">
                  <c:v>17398.73</c:v>
                </c:pt>
                <c:pt idx="407">
                  <c:v>17044.61</c:v>
                </c:pt>
                <c:pt idx="408">
                  <c:v>17085.330000000002</c:v>
                </c:pt>
                <c:pt idx="409">
                  <c:v>16991.53</c:v>
                </c:pt>
                <c:pt idx="410">
                  <c:v>17172.13</c:v>
                </c:pt>
                <c:pt idx="411">
                  <c:v>17295.89</c:v>
                </c:pt>
                <c:pt idx="412">
                  <c:v>17732.52</c:v>
                </c:pt>
                <c:pt idx="413">
                  <c:v>17773.34</c:v>
                </c:pt>
                <c:pt idx="414">
                  <c:v>17640.36</c:v>
                </c:pt>
                <c:pt idx="415">
                  <c:v>17813.45</c:v>
                </c:pt>
                <c:pt idx="416">
                  <c:v>18238.21</c:v>
                </c:pt>
                <c:pt idx="417">
                  <c:v>17893.099999999999</c:v>
                </c:pt>
                <c:pt idx="418">
                  <c:v>17664.73</c:v>
                </c:pt>
                <c:pt idx="419">
                  <c:v>17517.400000000001</c:v>
                </c:pt>
                <c:pt idx="420">
                  <c:v>17373.03</c:v>
                </c:pt>
                <c:pt idx="421">
                  <c:v>17611.87</c:v>
                </c:pt>
                <c:pt idx="422">
                  <c:v>17466.900000000001</c:v>
                </c:pt>
                <c:pt idx="423">
                  <c:v>17729.29</c:v>
                </c:pt>
                <c:pt idx="424">
                  <c:v>18057.45</c:v>
                </c:pt>
                <c:pt idx="425">
                  <c:v>17655.41</c:v>
                </c:pt>
                <c:pt idx="426">
                  <c:v>17885.599999999999</c:v>
                </c:pt>
                <c:pt idx="427">
                  <c:v>17997.169999999998</c:v>
                </c:pt>
                <c:pt idx="428">
                  <c:v>17930.55</c:v>
                </c:pt>
                <c:pt idx="429">
                  <c:v>18182.89</c:v>
                </c:pt>
                <c:pt idx="430">
                  <c:v>18047.919999999998</c:v>
                </c:pt>
                <c:pt idx="431">
                  <c:v>18009.22</c:v>
                </c:pt>
                <c:pt idx="432">
                  <c:v>18025.89</c:v>
                </c:pt>
                <c:pt idx="433">
                  <c:v>18096.45</c:v>
                </c:pt>
                <c:pt idx="434">
                  <c:v>18202.07</c:v>
                </c:pt>
                <c:pt idx="435">
                  <c:v>18449.98</c:v>
                </c:pt>
                <c:pt idx="436">
                  <c:v>18456.91</c:v>
                </c:pt>
                <c:pt idx="437">
                  <c:v>18844.16</c:v>
                </c:pt>
                <c:pt idx="438">
                  <c:v>18382.060000000001</c:v>
                </c:pt>
                <c:pt idx="439">
                  <c:v>18482.86</c:v>
                </c:pt>
                <c:pt idx="440">
                  <c:v>18484.03</c:v>
                </c:pt>
                <c:pt idx="441">
                  <c:v>18130.740000000002</c:v>
                </c:pt>
                <c:pt idx="442">
                  <c:v>17956.38</c:v>
                </c:pt>
                <c:pt idx="443">
                  <c:v>18212.169999999998</c:v>
                </c:pt>
                <c:pt idx="444">
                  <c:v>17845.919999999998</c:v>
                </c:pt>
                <c:pt idx="445">
                  <c:v>17791.009999999998</c:v>
                </c:pt>
                <c:pt idx="446">
                  <c:v>17623.29</c:v>
                </c:pt>
                <c:pt idx="447">
                  <c:v>17950.849999999999</c:v>
                </c:pt>
                <c:pt idx="448">
                  <c:v>18326.63</c:v>
                </c:pt>
                <c:pt idx="449">
                  <c:v>18329.3</c:v>
                </c:pt>
                <c:pt idx="450">
                  <c:v>18581.11</c:v>
                </c:pt>
                <c:pt idx="451">
                  <c:v>18773.55</c:v>
                </c:pt>
                <c:pt idx="452">
                  <c:v>19075.189999999999</c:v>
                </c:pt>
                <c:pt idx="453">
                  <c:v>19248.259999999998</c:v>
                </c:pt>
                <c:pt idx="454">
                  <c:v>19246.03</c:v>
                </c:pt>
                <c:pt idx="455">
                  <c:v>19184.169999999998</c:v>
                </c:pt>
                <c:pt idx="456">
                  <c:v>19537.919999999998</c:v>
                </c:pt>
                <c:pt idx="457">
                  <c:v>19539.46</c:v>
                </c:pt>
                <c:pt idx="458">
                  <c:v>19420.87</c:v>
                </c:pt>
                <c:pt idx="459">
                  <c:v>19517.38</c:v>
                </c:pt>
                <c:pt idx="460">
                  <c:v>20011.12</c:v>
                </c:pt>
                <c:pt idx="461">
                  <c:v>20078.939999999999</c:v>
                </c:pt>
                <c:pt idx="462">
                  <c:v>19916.560000000001</c:v>
                </c:pt>
                <c:pt idx="463">
                  <c:v>19639.11</c:v>
                </c:pt>
                <c:pt idx="464">
                  <c:v>19365.14</c:v>
                </c:pt>
                <c:pt idx="465">
                  <c:v>19434.400000000001</c:v>
                </c:pt>
                <c:pt idx="466">
                  <c:v>18668.150000000001</c:v>
                </c:pt>
                <c:pt idx="467">
                  <c:v>19075.259999999998</c:v>
                </c:pt>
                <c:pt idx="468">
                  <c:v>18928.02</c:v>
                </c:pt>
                <c:pt idx="469">
                  <c:v>18952.310000000001</c:v>
                </c:pt>
                <c:pt idx="470">
                  <c:v>19015.72</c:v>
                </c:pt>
                <c:pt idx="471">
                  <c:v>19413.78</c:v>
                </c:pt>
                <c:pt idx="472">
                  <c:v>19350.62</c:v>
                </c:pt>
                <c:pt idx="473">
                  <c:v>18860.95</c:v>
                </c:pt>
                <c:pt idx="474">
                  <c:v>18659.830000000002</c:v>
                </c:pt>
                <c:pt idx="475">
                  <c:v>18479.72</c:v>
                </c:pt>
                <c:pt idx="476">
                  <c:v>18365.7</c:v>
                </c:pt>
                <c:pt idx="477">
                  <c:v>18533.05</c:v>
                </c:pt>
                <c:pt idx="478">
                  <c:v>19110.38</c:v>
                </c:pt>
                <c:pt idx="479">
                  <c:v>19415.68</c:v>
                </c:pt>
                <c:pt idx="480">
                  <c:v>19306.59</c:v>
                </c:pt>
                <c:pt idx="481">
                  <c:v>18916.43</c:v>
                </c:pt>
                <c:pt idx="482">
                  <c:v>18934.36</c:v>
                </c:pt>
                <c:pt idx="483">
                  <c:v>19172.05</c:v>
                </c:pt>
                <c:pt idx="484">
                  <c:v>19148.13</c:v>
                </c:pt>
                <c:pt idx="485">
                  <c:v>18794.13</c:v>
                </c:pt>
                <c:pt idx="486">
                  <c:v>19218.349999999999</c:v>
                </c:pt>
                <c:pt idx="487">
                  <c:v>19607.080000000002</c:v>
                </c:pt>
                <c:pt idx="488">
                  <c:v>19912.89</c:v>
                </c:pt>
                <c:pt idx="489">
                  <c:v>20040.37</c:v>
                </c:pt>
                <c:pt idx="490">
                  <c:v>19828.919999999998</c:v>
                </c:pt>
                <c:pt idx="491">
                  <c:v>19408.419999999998</c:v>
                </c:pt>
                <c:pt idx="492">
                  <c:v>19521.419999999998</c:v>
                </c:pt>
                <c:pt idx="493">
                  <c:v>19404.310000000001</c:v>
                </c:pt>
                <c:pt idx="494">
                  <c:v>19389.95</c:v>
                </c:pt>
                <c:pt idx="495">
                  <c:v>19299.18</c:v>
                </c:pt>
                <c:pt idx="496">
                  <c:v>19252</c:v>
                </c:pt>
                <c:pt idx="497">
                  <c:v>19099.28</c:v>
                </c:pt>
                <c:pt idx="498">
                  <c:v>19108.5</c:v>
                </c:pt>
                <c:pt idx="499">
                  <c:v>18949.939999999999</c:v>
                </c:pt>
                <c:pt idx="500">
                  <c:v>18216.91</c:v>
                </c:pt>
                <c:pt idx="501">
                  <c:v>18234.27</c:v>
                </c:pt>
                <c:pt idx="502">
                  <c:v>18595.78</c:v>
                </c:pt>
                <c:pt idx="503">
                  <c:v>18551.11</c:v>
                </c:pt>
                <c:pt idx="504">
                  <c:v>18746.919999999998</c:v>
                </c:pt>
                <c:pt idx="505">
                  <c:v>19115.93</c:v>
                </c:pt>
                <c:pt idx="506">
                  <c:v>19431.25</c:v>
                </c:pt>
                <c:pt idx="507">
                  <c:v>19678.169999999998</c:v>
                </c:pt>
                <c:pt idx="508">
                  <c:v>19450.57</c:v>
                </c:pt>
                <c:pt idx="509">
                  <c:v>19727.25</c:v>
                </c:pt>
                <c:pt idx="510">
                  <c:v>19560.57</c:v>
                </c:pt>
                <c:pt idx="511">
                  <c:v>19978.25</c:v>
                </c:pt>
                <c:pt idx="512">
                  <c:v>19971.13</c:v>
                </c:pt>
                <c:pt idx="513">
                  <c:v>19627.240000000002</c:v>
                </c:pt>
                <c:pt idx="514">
                  <c:v>19743.79</c:v>
                </c:pt>
                <c:pt idx="515">
                  <c:v>19762.2</c:v>
                </c:pt>
                <c:pt idx="516">
                  <c:v>19867.580000000002</c:v>
                </c:pt>
                <c:pt idx="517">
                  <c:v>20297.03</c:v>
                </c:pt>
                <c:pt idx="518">
                  <c:v>20049.310000000001</c:v>
                </c:pt>
                <c:pt idx="519">
                  <c:v>19948.73</c:v>
                </c:pt>
                <c:pt idx="520">
                  <c:v>19894.57</c:v>
                </c:pt>
                <c:pt idx="521">
                  <c:v>19840.28</c:v>
                </c:pt>
                <c:pt idx="522">
                  <c:v>19757.27</c:v>
                </c:pt>
                <c:pt idx="523">
                  <c:v>19617.88</c:v>
                </c:pt>
                <c:pt idx="524">
                  <c:v>19959.939999999999</c:v>
                </c:pt>
                <c:pt idx="525">
                  <c:v>20075.73</c:v>
                </c:pt>
                <c:pt idx="526">
                  <c:v>20396.97</c:v>
                </c:pt>
                <c:pt idx="527">
                  <c:v>20367.759999999998</c:v>
                </c:pt>
                <c:pt idx="528">
                  <c:v>20650.509999999998</c:v>
                </c:pt>
                <c:pt idx="529">
                  <c:v>20782.45</c:v>
                </c:pt>
                <c:pt idx="530">
                  <c:v>20438.810000000001</c:v>
                </c:pt>
                <c:pt idx="531">
                  <c:v>20344.48</c:v>
                </c:pt>
                <c:pt idx="532">
                  <c:v>20309.86</c:v>
                </c:pt>
                <c:pt idx="533">
                  <c:v>20485.240000000002</c:v>
                </c:pt>
                <c:pt idx="534">
                  <c:v>20331.2</c:v>
                </c:pt>
                <c:pt idx="535">
                  <c:v>20274.59</c:v>
                </c:pt>
                <c:pt idx="536">
                  <c:v>20409.18</c:v>
                </c:pt>
                <c:pt idx="537">
                  <c:v>20400.11</c:v>
                </c:pt>
                <c:pt idx="538">
                  <c:v>20309.13</c:v>
                </c:pt>
                <c:pt idx="539">
                  <c:v>20192.400000000001</c:v>
                </c:pt>
                <c:pt idx="540">
                  <c:v>19784.650000000001</c:v>
                </c:pt>
                <c:pt idx="541">
                  <c:v>19567.689999999999</c:v>
                </c:pt>
                <c:pt idx="542">
                  <c:v>19915.68</c:v>
                </c:pt>
                <c:pt idx="543">
                  <c:v>20049.64</c:v>
                </c:pt>
                <c:pt idx="544">
                  <c:v>19591.43</c:v>
                </c:pt>
                <c:pt idx="545">
                  <c:v>19258.759999999998</c:v>
                </c:pt>
                <c:pt idx="546">
                  <c:v>19000.71</c:v>
                </c:pt>
                <c:pt idx="547">
                  <c:v>19518.59</c:v>
                </c:pt>
                <c:pt idx="548">
                  <c:v>19203.91</c:v>
                </c:pt>
                <c:pt idx="549">
                  <c:v>19539.87</c:v>
                </c:pt>
                <c:pt idx="550">
                  <c:v>19247.96</c:v>
                </c:pt>
                <c:pt idx="551">
                  <c:v>19695.97</c:v>
                </c:pt>
                <c:pt idx="552">
                  <c:v>19319.919999999998</c:v>
                </c:pt>
                <c:pt idx="553">
                  <c:v>19925.740000000002</c:v>
                </c:pt>
                <c:pt idx="554">
                  <c:v>20051.25</c:v>
                </c:pt>
                <c:pt idx="555">
                  <c:v>20534.48</c:v>
                </c:pt>
                <c:pt idx="556">
                  <c:v>20603.189999999999</c:v>
                </c:pt>
                <c:pt idx="557">
                  <c:v>20567.54</c:v>
                </c:pt>
                <c:pt idx="558">
                  <c:v>20429.46</c:v>
                </c:pt>
                <c:pt idx="559">
                  <c:v>20619.71</c:v>
                </c:pt>
                <c:pt idx="560">
                  <c:v>19785.939999999999</c:v>
                </c:pt>
                <c:pt idx="561">
                  <c:v>19943.509999999998</c:v>
                </c:pt>
                <c:pt idx="562">
                  <c:v>20010.04</c:v>
                </c:pt>
                <c:pt idx="563">
                  <c:v>20351.349999999999</c:v>
                </c:pt>
                <c:pt idx="564">
                  <c:v>20423.84</c:v>
                </c:pt>
                <c:pt idx="565">
                  <c:v>20529.490000000002</c:v>
                </c:pt>
                <c:pt idx="566">
                  <c:v>20886.96</c:v>
                </c:pt>
                <c:pt idx="567">
                  <c:v>20719.810000000001</c:v>
                </c:pt>
                <c:pt idx="568">
                  <c:v>20987.67</c:v>
                </c:pt>
                <c:pt idx="569">
                  <c:v>20812.169999999998</c:v>
                </c:pt>
                <c:pt idx="570">
                  <c:v>21113.759999999998</c:v>
                </c:pt>
                <c:pt idx="571">
                  <c:v>21164.42</c:v>
                </c:pt>
                <c:pt idx="572">
                  <c:v>21190.42</c:v>
                </c:pt>
                <c:pt idx="573">
                  <c:v>21624.36</c:v>
                </c:pt>
                <c:pt idx="574">
                  <c:v>21283.52</c:v>
                </c:pt>
                <c:pt idx="575">
                  <c:v>21298.7</c:v>
                </c:pt>
                <c:pt idx="576">
                  <c:v>21222.16</c:v>
                </c:pt>
                <c:pt idx="577">
                  <c:v>21660.47</c:v>
                </c:pt>
                <c:pt idx="578">
                  <c:v>21958.36</c:v>
                </c:pt>
                <c:pt idx="579">
                  <c:v>22072.18</c:v>
                </c:pt>
                <c:pt idx="580">
                  <c:v>21842.33</c:v>
                </c:pt>
                <c:pt idx="581">
                  <c:v>22069.73</c:v>
                </c:pt>
                <c:pt idx="582">
                  <c:v>21678</c:v>
                </c:pt>
                <c:pt idx="583">
                  <c:v>21577.64</c:v>
                </c:pt>
                <c:pt idx="584">
                  <c:v>21746.720000000001</c:v>
                </c:pt>
                <c:pt idx="585">
                  <c:v>21738.66</c:v>
                </c:pt>
                <c:pt idx="586">
                  <c:v>21514.1</c:v>
                </c:pt>
                <c:pt idx="587">
                  <c:v>21436.05</c:v>
                </c:pt>
                <c:pt idx="588">
                  <c:v>21331.46</c:v>
                </c:pt>
                <c:pt idx="589">
                  <c:v>21388.34</c:v>
                </c:pt>
                <c:pt idx="590">
                  <c:v>20991.64</c:v>
                </c:pt>
                <c:pt idx="591">
                  <c:v>21052.17</c:v>
                </c:pt>
                <c:pt idx="592">
                  <c:v>20793.11</c:v>
                </c:pt>
                <c:pt idx="593">
                  <c:v>20145.29</c:v>
                </c:pt>
                <c:pt idx="594">
                  <c:v>19781.41</c:v>
                </c:pt>
                <c:pt idx="595">
                  <c:v>19741.14</c:v>
                </c:pt>
                <c:pt idx="596">
                  <c:v>19898.91</c:v>
                </c:pt>
                <c:pt idx="597">
                  <c:v>19593.060000000001</c:v>
                </c:pt>
                <c:pt idx="598">
                  <c:v>19679.22</c:v>
                </c:pt>
                <c:pt idx="599">
                  <c:v>19160.490000000002</c:v>
                </c:pt>
                <c:pt idx="600">
                  <c:v>19094.8</c:v>
                </c:pt>
                <c:pt idx="601">
                  <c:v>19352.810000000001</c:v>
                </c:pt>
                <c:pt idx="602">
                  <c:v>19450.669999999998</c:v>
                </c:pt>
                <c:pt idx="603">
                  <c:v>19368.59</c:v>
                </c:pt>
                <c:pt idx="604">
                  <c:v>19673.45</c:v>
                </c:pt>
                <c:pt idx="605">
                  <c:v>19596.2</c:v>
                </c:pt>
                <c:pt idx="606">
                  <c:v>19463.63</c:v>
                </c:pt>
                <c:pt idx="607">
                  <c:v>19900.87</c:v>
                </c:pt>
                <c:pt idx="608">
                  <c:v>19450.23</c:v>
                </c:pt>
                <c:pt idx="609">
                  <c:v>18814.82</c:v>
                </c:pt>
                <c:pt idx="610">
                  <c:v>19441.18</c:v>
                </c:pt>
                <c:pt idx="611">
                  <c:v>19518.29</c:v>
                </c:pt>
                <c:pt idx="612">
                  <c:v>18675.349999999999</c:v>
                </c:pt>
                <c:pt idx="613">
                  <c:v>18736.439999999999</c:v>
                </c:pt>
                <c:pt idx="614">
                  <c:v>18597.23</c:v>
                </c:pt>
                <c:pt idx="615">
                  <c:v>18204.68</c:v>
                </c:pt>
                <c:pt idx="616">
                  <c:v>17297.939999999999</c:v>
                </c:pt>
                <c:pt idx="617">
                  <c:v>17573.580000000002</c:v>
                </c:pt>
                <c:pt idx="618">
                  <c:v>17660.900000000001</c:v>
                </c:pt>
                <c:pt idx="619">
                  <c:v>17523.810000000001</c:v>
                </c:pt>
                <c:pt idx="620">
                  <c:v>17424.41</c:v>
                </c:pt>
                <c:pt idx="621">
                  <c:v>17655.91</c:v>
                </c:pt>
                <c:pt idx="622">
                  <c:v>17992.54</c:v>
                </c:pt>
                <c:pt idx="623">
                  <c:v>18045.66</c:v>
                </c:pt>
                <c:pt idx="624">
                  <c:v>18256.48</c:v>
                </c:pt>
                <c:pt idx="625">
                  <c:v>18343.12</c:v>
                </c:pt>
                <c:pt idx="626">
                  <c:v>17619.71</c:v>
                </c:pt>
                <c:pt idx="627">
                  <c:v>17325.66</c:v>
                </c:pt>
                <c:pt idx="628">
                  <c:v>16081.04</c:v>
                </c:pt>
                <c:pt idx="629">
                  <c:v>16358.52</c:v>
                </c:pt>
                <c:pt idx="630">
                  <c:v>16557.310000000001</c:v>
                </c:pt>
                <c:pt idx="631">
                  <c:v>16595.91</c:v>
                </c:pt>
                <c:pt idx="632">
                  <c:v>16161.14</c:v>
                </c:pt>
                <c:pt idx="633">
                  <c:v>15339.49</c:v>
                </c:pt>
                <c:pt idx="634">
                  <c:v>15827.17</c:v>
                </c:pt>
                <c:pt idx="635">
                  <c:v>15455.27</c:v>
                </c:pt>
                <c:pt idx="636">
                  <c:v>14687.02</c:v>
                </c:pt>
                <c:pt idx="637">
                  <c:v>14863.06</c:v>
                </c:pt>
                <c:pt idx="638">
                  <c:v>15427.94</c:v>
                </c:pt>
                <c:pt idx="639">
                  <c:v>15317.67</c:v>
                </c:pt>
                <c:pt idx="640">
                  <c:v>15165.59</c:v>
                </c:pt>
                <c:pt idx="641">
                  <c:v>15180.69</c:v>
                </c:pt>
                <c:pt idx="642">
                  <c:v>16211.12</c:v>
                </c:pt>
                <c:pt idx="643">
                  <c:v>16280.22</c:v>
                </c:pt>
                <c:pt idx="644">
                  <c:v>16511.28</c:v>
                </c:pt>
                <c:pt idx="645">
                  <c:v>16914.580000000002</c:v>
                </c:pt>
                <c:pt idx="646">
                  <c:v>16612.900000000001</c:v>
                </c:pt>
                <c:pt idx="647">
                  <c:v>16587.689999999999</c:v>
                </c:pt>
                <c:pt idx="648">
                  <c:v>16389.11</c:v>
                </c:pt>
                <c:pt idx="649">
                  <c:v>16701.03</c:v>
                </c:pt>
                <c:pt idx="650">
                  <c:v>16832.36</c:v>
                </c:pt>
                <c:pt idx="651">
                  <c:v>17216.66</c:v>
                </c:pt>
                <c:pt idx="652">
                  <c:v>17250.88</c:v>
                </c:pt>
                <c:pt idx="653">
                  <c:v>17860.310000000001</c:v>
                </c:pt>
                <c:pt idx="654">
                  <c:v>17855.14</c:v>
                </c:pt>
                <c:pt idx="655">
                  <c:v>17933.27</c:v>
                </c:pt>
                <c:pt idx="656">
                  <c:v>18147.95</c:v>
                </c:pt>
                <c:pt idx="657">
                  <c:v>18444.62</c:v>
                </c:pt>
                <c:pt idx="658">
                  <c:v>18781.419999999998</c:v>
                </c:pt>
                <c:pt idx="659">
                  <c:v>18565.97</c:v>
                </c:pt>
                <c:pt idx="660">
                  <c:v>18761.689999999999</c:v>
                </c:pt>
                <c:pt idx="661">
                  <c:v>18930.38</c:v>
                </c:pt>
                <c:pt idx="662">
                  <c:v>18847.099999999999</c:v>
                </c:pt>
                <c:pt idx="663">
                  <c:v>19326.86</c:v>
                </c:pt>
                <c:pt idx="664">
                  <c:v>19362.25</c:v>
                </c:pt>
                <c:pt idx="665">
                  <c:v>18854.62</c:v>
                </c:pt>
                <c:pt idx="666">
                  <c:v>19044.3</c:v>
                </c:pt>
                <c:pt idx="667">
                  <c:v>19202.73</c:v>
                </c:pt>
                <c:pt idx="668">
                  <c:v>19225.7</c:v>
                </c:pt>
                <c:pt idx="669">
                  <c:v>19452.09</c:v>
                </c:pt>
                <c:pt idx="670">
                  <c:v>19597.310000000001</c:v>
                </c:pt>
                <c:pt idx="671">
                  <c:v>19954.39</c:v>
                </c:pt>
                <c:pt idx="672">
                  <c:v>19949.03</c:v>
                </c:pt>
                <c:pt idx="673">
                  <c:v>20023.22</c:v>
                </c:pt>
                <c:pt idx="674">
                  <c:v>20170.04</c:v>
                </c:pt>
                <c:pt idx="675">
                  <c:v>19968.38</c:v>
                </c:pt>
                <c:pt idx="676">
                  <c:v>19268.740000000002</c:v>
                </c:pt>
                <c:pt idx="677">
                  <c:v>19503.25</c:v>
                </c:pt>
                <c:pt idx="678">
                  <c:v>19656.98</c:v>
                </c:pt>
                <c:pt idx="679">
                  <c:v>19773.03</c:v>
                </c:pt>
                <c:pt idx="680">
                  <c:v>19763.91</c:v>
                </c:pt>
                <c:pt idx="681">
                  <c:v>19922.45</c:v>
                </c:pt>
                <c:pt idx="682">
                  <c:v>19830.52</c:v>
                </c:pt>
                <c:pt idx="683">
                  <c:v>20040.86</c:v>
                </c:pt>
                <c:pt idx="684">
                  <c:v>20175.62</c:v>
                </c:pt>
                <c:pt idx="685">
                  <c:v>20082.43</c:v>
                </c:pt>
                <c:pt idx="686">
                  <c:v>19610.84</c:v>
                </c:pt>
                <c:pt idx="687">
                  <c:v>20003.439999999999</c:v>
                </c:pt>
                <c:pt idx="688">
                  <c:v>20045.77</c:v>
                </c:pt>
                <c:pt idx="689">
                  <c:v>20201.939999999999</c:v>
                </c:pt>
                <c:pt idx="690">
                  <c:v>20174.04</c:v>
                </c:pt>
                <c:pt idx="691">
                  <c:v>19767.09</c:v>
                </c:pt>
                <c:pt idx="692">
                  <c:v>19689.21</c:v>
                </c:pt>
                <c:pt idx="693">
                  <c:v>20165.84</c:v>
                </c:pt>
                <c:pt idx="694">
                  <c:v>20156.509999999998</c:v>
                </c:pt>
                <c:pt idx="695">
                  <c:v>20622.68</c:v>
                </c:pt>
                <c:pt idx="696">
                  <c:v>20670.04</c:v>
                </c:pt>
                <c:pt idx="697">
                  <c:v>20905.88</c:v>
                </c:pt>
                <c:pt idx="698">
                  <c:v>20562.939999999999</c:v>
                </c:pt>
                <c:pt idx="699">
                  <c:v>20609.14</c:v>
                </c:pt>
                <c:pt idx="700">
                  <c:v>20574.63</c:v>
                </c:pt>
                <c:pt idx="701">
                  <c:v>20890.22</c:v>
                </c:pt>
                <c:pt idx="702">
                  <c:v>20661.060000000001</c:v>
                </c:pt>
                <c:pt idx="703">
                  <c:v>20846.18</c:v>
                </c:pt>
                <c:pt idx="704">
                  <c:v>20297.72</c:v>
                </c:pt>
                <c:pt idx="705">
                  <c:v>20751.21</c:v>
                </c:pt>
                <c:pt idx="706">
                  <c:v>20797.95</c:v>
                </c:pt>
                <c:pt idx="707">
                  <c:v>20844.740000000002</c:v>
                </c:pt>
                <c:pt idx="708">
                  <c:v>21124.2</c:v>
                </c:pt>
                <c:pt idx="709">
                  <c:v>21725.78</c:v>
                </c:pt>
                <c:pt idx="710">
                  <c:v>21643.58</c:v>
                </c:pt>
                <c:pt idx="711">
                  <c:v>21586.66</c:v>
                </c:pt>
                <c:pt idx="712">
                  <c:v>21853.07</c:v>
                </c:pt>
                <c:pt idx="713">
                  <c:v>21830.35</c:v>
                </c:pt>
                <c:pt idx="714">
                  <c:v>21859.79</c:v>
                </c:pt>
                <c:pt idx="715">
                  <c:v>21996.89</c:v>
                </c:pt>
                <c:pt idx="716">
                  <c:v>22418.97</c:v>
                </c:pt>
                <c:pt idx="717">
                  <c:v>22229.52</c:v>
                </c:pt>
                <c:pt idx="718">
                  <c:v>21719.06</c:v>
                </c:pt>
                <c:pt idx="719">
                  <c:v>21273.87</c:v>
                </c:pt>
                <c:pt idx="720">
                  <c:v>21008.34</c:v>
                </c:pt>
                <c:pt idx="721">
                  <c:v>21559.59</c:v>
                </c:pt>
                <c:pt idx="722">
                  <c:v>21163.91</c:v>
                </c:pt>
                <c:pt idx="723">
                  <c:v>21075</c:v>
                </c:pt>
                <c:pt idx="724">
                  <c:v>20845.43</c:v>
                </c:pt>
                <c:pt idx="725">
                  <c:v>21308.21</c:v>
                </c:pt>
                <c:pt idx="726">
                  <c:v>21067.99</c:v>
                </c:pt>
                <c:pt idx="727">
                  <c:v>21067.58</c:v>
                </c:pt>
                <c:pt idx="728">
                  <c:v>21806.18</c:v>
                </c:pt>
                <c:pt idx="729">
                  <c:v>21869.05</c:v>
                </c:pt>
                <c:pt idx="730">
                  <c:v>22014.59</c:v>
                </c:pt>
                <c:pt idx="731">
                  <c:v>21531.67</c:v>
                </c:pt>
                <c:pt idx="732">
                  <c:v>21653.9</c:v>
                </c:pt>
                <c:pt idx="733">
                  <c:v>21082.13</c:v>
                </c:pt>
                <c:pt idx="734">
                  <c:v>21294.94</c:v>
                </c:pt>
                <c:pt idx="735">
                  <c:v>21415.200000000001</c:v>
                </c:pt>
                <c:pt idx="736">
                  <c:v>21123.93</c:v>
                </c:pt>
                <c:pt idx="737">
                  <c:v>20697.36</c:v>
                </c:pt>
                <c:pt idx="738">
                  <c:v>20116.2</c:v>
                </c:pt>
                <c:pt idx="739">
                  <c:v>20171.27</c:v>
                </c:pt>
                <c:pt idx="740">
                  <c:v>20112.099999999999</c:v>
                </c:pt>
                <c:pt idx="741">
                  <c:v>20470.060000000001</c:v>
                </c:pt>
                <c:pt idx="742">
                  <c:v>20717.240000000002</c:v>
                </c:pt>
                <c:pt idx="743">
                  <c:v>20120.68</c:v>
                </c:pt>
                <c:pt idx="744">
                  <c:v>20644.28</c:v>
                </c:pt>
                <c:pt idx="745">
                  <c:v>20602.52</c:v>
                </c:pt>
                <c:pt idx="746">
                  <c:v>19950.21</c:v>
                </c:pt>
                <c:pt idx="747">
                  <c:v>19898.77</c:v>
                </c:pt>
                <c:pt idx="748">
                  <c:v>19380.34</c:v>
                </c:pt>
                <c:pt idx="749">
                  <c:v>19824.57</c:v>
                </c:pt>
                <c:pt idx="750">
                  <c:v>19633.689999999999</c:v>
                </c:pt>
                <c:pt idx="751">
                  <c:v>20001.96</c:v>
                </c:pt>
                <c:pt idx="752">
                  <c:v>20793.400000000001</c:v>
                </c:pt>
                <c:pt idx="753">
                  <c:v>19946.36</c:v>
                </c:pt>
                <c:pt idx="754">
                  <c:v>19934.71</c:v>
                </c:pt>
                <c:pt idx="755">
                  <c:v>19869.34</c:v>
                </c:pt>
                <c:pt idx="756">
                  <c:v>20638.52</c:v>
                </c:pt>
                <c:pt idx="757">
                  <c:v>20682.22</c:v>
                </c:pt>
                <c:pt idx="758">
                  <c:v>20944.669999999998</c:v>
                </c:pt>
                <c:pt idx="759">
                  <c:v>21027.759999999998</c:v>
                </c:pt>
                <c:pt idx="760">
                  <c:v>21518.080000000002</c:v>
                </c:pt>
                <c:pt idx="761">
                  <c:v>21374.37</c:v>
                </c:pt>
                <c:pt idx="762">
                  <c:v>21319.13</c:v>
                </c:pt>
                <c:pt idx="763">
                  <c:v>21208.3</c:v>
                </c:pt>
                <c:pt idx="764">
                  <c:v>21872.01</c:v>
                </c:pt>
                <c:pt idx="765">
                  <c:v>21808.98</c:v>
                </c:pt>
                <c:pt idx="766">
                  <c:v>22080.52</c:v>
                </c:pt>
                <c:pt idx="767">
                  <c:v>22232.03</c:v>
                </c:pt>
                <c:pt idx="768">
                  <c:v>21927.63</c:v>
                </c:pt>
                <c:pt idx="769">
                  <c:v>21684.97</c:v>
                </c:pt>
                <c:pt idx="770">
                  <c:v>21404.880000000001</c:v>
                </c:pt>
                <c:pt idx="771">
                  <c:v>21945.95</c:v>
                </c:pt>
                <c:pt idx="772">
                  <c:v>22154.080000000002</c:v>
                </c:pt>
                <c:pt idx="773">
                  <c:v>21889.279999999999</c:v>
                </c:pt>
                <c:pt idx="774">
                  <c:v>21221.34</c:v>
                </c:pt>
                <c:pt idx="775">
                  <c:v>21412.400000000001</c:v>
                </c:pt>
                <c:pt idx="776">
                  <c:v>21501.23</c:v>
                </c:pt>
                <c:pt idx="777">
                  <c:v>20087.5</c:v>
                </c:pt>
                <c:pt idx="778">
                  <c:v>18415.080000000002</c:v>
                </c:pt>
                <c:pt idx="779">
                  <c:v>19531.66</c:v>
                </c:pt>
                <c:pt idx="780">
                  <c:v>20553.79</c:v>
                </c:pt>
                <c:pt idx="781">
                  <c:v>20890.259999999998</c:v>
                </c:pt>
                <c:pt idx="782">
                  <c:v>20627.71</c:v>
                </c:pt>
                <c:pt idx="783">
                  <c:v>20765.87</c:v>
                </c:pt>
                <c:pt idx="784">
                  <c:v>21057.63</c:v>
                </c:pt>
                <c:pt idx="785">
                  <c:v>21905.29</c:v>
                </c:pt>
                <c:pt idx="786">
                  <c:v>22467.34</c:v>
                </c:pt>
                <c:pt idx="787">
                  <c:v>22343.919999999998</c:v>
                </c:pt>
                <c:pt idx="788">
                  <c:v>22761.71</c:v>
                </c:pt>
                <c:pt idx="789">
                  <c:v>22713.02</c:v>
                </c:pt>
                <c:pt idx="790">
                  <c:v>22767.18</c:v>
                </c:pt>
                <c:pt idx="791">
                  <c:v>22901.56</c:v>
                </c:pt>
                <c:pt idx="792">
                  <c:v>23660.28</c:v>
                </c:pt>
                <c:pt idx="793">
                  <c:v>23520</c:v>
                </c:pt>
                <c:pt idx="794">
                  <c:v>24170.07</c:v>
                </c:pt>
                <c:pt idx="795">
                  <c:v>24327.71</c:v>
                </c:pt>
                <c:pt idx="796">
                  <c:v>24792.77</c:v>
                </c:pt>
                <c:pt idx="797">
                  <c:v>24718.9</c:v>
                </c:pt>
                <c:pt idx="798">
                  <c:v>24355.71</c:v>
                </c:pt>
                <c:pt idx="799">
                  <c:v>24556.57</c:v>
                </c:pt>
                <c:pt idx="800">
                  <c:v>24906.66</c:v>
                </c:pt>
                <c:pt idx="801">
                  <c:v>24924.35</c:v>
                </c:pt>
                <c:pt idx="802">
                  <c:v>24829.99</c:v>
                </c:pt>
                <c:pt idx="803">
                  <c:v>24329.49</c:v>
                </c:pt>
                <c:pt idx="804">
                  <c:v>24579.55</c:v>
                </c:pt>
                <c:pt idx="805">
                  <c:v>24289.9</c:v>
                </c:pt>
                <c:pt idx="806">
                  <c:v>24243.61</c:v>
                </c:pt>
                <c:pt idx="807">
                  <c:v>24656.46</c:v>
                </c:pt>
                <c:pt idx="808">
                  <c:v>24965.55</c:v>
                </c:pt>
                <c:pt idx="809">
                  <c:v>24952.35</c:v>
                </c:pt>
                <c:pt idx="810">
                  <c:v>24127.85</c:v>
                </c:pt>
                <c:pt idx="811">
                  <c:v>24112.78</c:v>
                </c:pt>
                <c:pt idx="812">
                  <c:v>24218.03</c:v>
                </c:pt>
                <c:pt idx="813">
                  <c:v>24383.32</c:v>
                </c:pt>
                <c:pt idx="814">
                  <c:v>24429.77</c:v>
                </c:pt>
                <c:pt idx="815">
                  <c:v>24402.17</c:v>
                </c:pt>
                <c:pt idx="816">
                  <c:v>23739.06</c:v>
                </c:pt>
                <c:pt idx="817">
                  <c:v>23746.54</c:v>
                </c:pt>
                <c:pt idx="818">
                  <c:v>23493.38</c:v>
                </c:pt>
                <c:pt idx="819">
                  <c:v>23072.86</c:v>
                </c:pt>
                <c:pt idx="820">
                  <c:v>22907.25</c:v>
                </c:pt>
                <c:pt idx="821">
                  <c:v>23289.84</c:v>
                </c:pt>
                <c:pt idx="822">
                  <c:v>23280.560000000001</c:v>
                </c:pt>
                <c:pt idx="823">
                  <c:v>23223.759999999998</c:v>
                </c:pt>
                <c:pt idx="824">
                  <c:v>23193.64</c:v>
                </c:pt>
                <c:pt idx="825">
                  <c:v>23102.33</c:v>
                </c:pt>
                <c:pt idx="826">
                  <c:v>22971.33</c:v>
                </c:pt>
                <c:pt idx="827">
                  <c:v>22744.86</c:v>
                </c:pt>
                <c:pt idx="828">
                  <c:v>23192.63</c:v>
                </c:pt>
                <c:pt idx="829">
                  <c:v>23475.5</c:v>
                </c:pt>
                <c:pt idx="830">
                  <c:v>23420.76</c:v>
                </c:pt>
                <c:pt idx="831">
                  <c:v>23635.95</c:v>
                </c:pt>
                <c:pt idx="832">
                  <c:v>23954.58</c:v>
                </c:pt>
                <c:pt idx="833">
                  <c:v>23995.72</c:v>
                </c:pt>
                <c:pt idx="834">
                  <c:v>24254.86</c:v>
                </c:pt>
                <c:pt idx="835">
                  <c:v>23996.87</c:v>
                </c:pt>
                <c:pt idx="836">
                  <c:v>23983.66</c:v>
                </c:pt>
                <c:pt idx="837">
                  <c:v>23349.38</c:v>
                </c:pt>
                <c:pt idx="838">
                  <c:v>23766.69</c:v>
                </c:pt>
                <c:pt idx="839">
                  <c:v>23788.93</c:v>
                </c:pt>
                <c:pt idx="840">
                  <c:v>23658.92</c:v>
                </c:pt>
                <c:pt idx="841">
                  <c:v>23475.26</c:v>
                </c:pt>
                <c:pt idx="842">
                  <c:v>23852.240000000002</c:v>
                </c:pt>
                <c:pt idx="843">
                  <c:v>24080.52</c:v>
                </c:pt>
                <c:pt idx="844">
                  <c:v>24740.16</c:v>
                </c:pt>
                <c:pt idx="845">
                  <c:v>24685.5</c:v>
                </c:pt>
                <c:pt idx="846">
                  <c:v>24651.58</c:v>
                </c:pt>
                <c:pt idx="847">
                  <c:v>24951.34</c:v>
                </c:pt>
                <c:pt idx="848">
                  <c:v>25049.97</c:v>
                </c:pt>
                <c:pt idx="849">
                  <c:v>25319.72</c:v>
                </c:pt>
                <c:pt idx="850">
                  <c:v>25650.080000000002</c:v>
                </c:pt>
                <c:pt idx="851">
                  <c:v>25713.78</c:v>
                </c:pt>
                <c:pt idx="852">
                  <c:v>25390.91</c:v>
                </c:pt>
                <c:pt idx="853">
                  <c:v>25327.97</c:v>
                </c:pt>
                <c:pt idx="854">
                  <c:v>25247.99</c:v>
                </c:pt>
                <c:pt idx="855">
                  <c:v>24996.14</c:v>
                </c:pt>
                <c:pt idx="856">
                  <c:v>24813.13</c:v>
                </c:pt>
                <c:pt idx="857">
                  <c:v>24763.77</c:v>
                </c:pt>
                <c:pt idx="858">
                  <c:v>24870.51</c:v>
                </c:pt>
                <c:pt idx="859">
                  <c:v>25225.19</c:v>
                </c:pt>
                <c:pt idx="860">
                  <c:v>25024.75</c:v>
                </c:pt>
                <c:pt idx="861">
                  <c:v>25099.67</c:v>
                </c:pt>
                <c:pt idx="862">
                  <c:v>25154.32</c:v>
                </c:pt>
                <c:pt idx="863">
                  <c:v>25377.24</c:v>
                </c:pt>
                <c:pt idx="864">
                  <c:v>25555.73</c:v>
                </c:pt>
                <c:pt idx="865">
                  <c:v>25628.74</c:v>
                </c:pt>
                <c:pt idx="866">
                  <c:v>26038.27</c:v>
                </c:pt>
                <c:pt idx="867">
                  <c:v>26132.03</c:v>
                </c:pt>
                <c:pt idx="868">
                  <c:v>26126.93</c:v>
                </c:pt>
                <c:pt idx="869">
                  <c:v>26017.53</c:v>
                </c:pt>
                <c:pt idx="870">
                  <c:v>26136.02</c:v>
                </c:pt>
                <c:pt idx="871">
                  <c:v>25787.21</c:v>
                </c:pt>
                <c:pt idx="872">
                  <c:v>25409.75</c:v>
                </c:pt>
                <c:pt idx="873">
                  <c:v>25330.959999999999</c:v>
                </c:pt>
                <c:pt idx="874">
                  <c:v>24962.59</c:v>
                </c:pt>
                <c:pt idx="875">
                  <c:v>25325.09</c:v>
                </c:pt>
                <c:pt idx="876">
                  <c:v>24837.85</c:v>
                </c:pt>
                <c:pt idx="877">
                  <c:v>24500.39</c:v>
                </c:pt>
                <c:pt idx="878">
                  <c:v>24208.78</c:v>
                </c:pt>
                <c:pt idx="879">
                  <c:v>24192.16</c:v>
                </c:pt>
                <c:pt idx="880">
                  <c:v>24510.98</c:v>
                </c:pt>
                <c:pt idx="881">
                  <c:v>25033.21</c:v>
                </c:pt>
                <c:pt idx="882">
                  <c:v>25502.23</c:v>
                </c:pt>
                <c:pt idx="883">
                  <c:v>25813.81</c:v>
                </c:pt>
                <c:pt idx="884">
                  <c:v>26205.91</c:v>
                </c:pt>
                <c:pt idx="885">
                  <c:v>25716</c:v>
                </c:pt>
                <c:pt idx="886">
                  <c:v>26320.93</c:v>
                </c:pt>
                <c:pt idx="887">
                  <c:v>26353.63</c:v>
                </c:pt>
                <c:pt idx="888">
                  <c:v>26163.63</c:v>
                </c:pt>
                <c:pt idx="889">
                  <c:v>25901.99</c:v>
                </c:pt>
                <c:pt idx="890">
                  <c:v>26090.43</c:v>
                </c:pt>
                <c:pt idx="891">
                  <c:v>26028.29</c:v>
                </c:pt>
                <c:pt idx="892">
                  <c:v>25878.99</c:v>
                </c:pt>
                <c:pt idx="893">
                  <c:v>25539.54</c:v>
                </c:pt>
                <c:pt idx="894">
                  <c:v>25407.89</c:v>
                </c:pt>
                <c:pt idx="895">
                  <c:v>25415.69</c:v>
                </c:pt>
                <c:pt idx="896">
                  <c:v>25693.95</c:v>
                </c:pt>
                <c:pt idx="897">
                  <c:v>25727.919999999998</c:v>
                </c:pt>
                <c:pt idx="898">
                  <c:v>25109.59</c:v>
                </c:pt>
                <c:pt idx="899">
                  <c:v>24849.72</c:v>
                </c:pt>
                <c:pt idx="900">
                  <c:v>25316.33</c:v>
                </c:pt>
                <c:pt idx="901">
                  <c:v>25867.01</c:v>
                </c:pt>
                <c:pt idx="902">
                  <c:v>25745.87</c:v>
                </c:pt>
                <c:pt idx="903">
                  <c:v>26181.46</c:v>
                </c:pt>
                <c:pt idx="904">
                  <c:v>26391.62</c:v>
                </c:pt>
                <c:pt idx="905">
                  <c:v>26517.82</c:v>
                </c:pt>
                <c:pt idx="906">
                  <c:v>26660.16</c:v>
                </c:pt>
                <c:pt idx="907">
                  <c:v>26605.62</c:v>
                </c:pt>
                <c:pt idx="908">
                  <c:v>26283.4</c:v>
                </c:pt>
                <c:pt idx="909">
                  <c:v>26179.4</c:v>
                </c:pt>
                <c:pt idx="910">
                  <c:v>26204.69</c:v>
                </c:pt>
                <c:pt idx="911">
                  <c:v>26426.55</c:v>
                </c:pt>
                <c:pt idx="912">
                  <c:v>26194.82</c:v>
                </c:pt>
                <c:pt idx="913">
                  <c:v>26235.8</c:v>
                </c:pt>
                <c:pt idx="914">
                  <c:v>25961.03</c:v>
                </c:pt>
                <c:pt idx="915">
                  <c:v>26315.32</c:v>
                </c:pt>
                <c:pt idx="916">
                  <c:v>25473.88</c:v>
                </c:pt>
                <c:pt idx="917">
                  <c:v>25086.43</c:v>
                </c:pt>
                <c:pt idx="918">
                  <c:v>26192.32</c:v>
                </c:pt>
                <c:pt idx="919">
                  <c:v>27321.98</c:v>
                </c:pt>
                <c:pt idx="920">
                  <c:v>27723.84</c:v>
                </c:pt>
                <c:pt idx="921">
                  <c:v>27224.58</c:v>
                </c:pt>
                <c:pt idx="922">
                  <c:v>27259.25</c:v>
                </c:pt>
                <c:pt idx="923">
                  <c:v>27489.78</c:v>
                </c:pt>
                <c:pt idx="924">
                  <c:v>28004.68</c:v>
                </c:pt>
                <c:pt idx="925">
                  <c:v>27996.27</c:v>
                </c:pt>
                <c:pt idx="926">
                  <c:v>27787.46</c:v>
                </c:pt>
                <c:pt idx="927">
                  <c:v>27963.41</c:v>
                </c:pt>
                <c:pt idx="928">
                  <c:v>27515.24</c:v>
                </c:pt>
                <c:pt idx="929">
                  <c:v>27344.54</c:v>
                </c:pt>
                <c:pt idx="930">
                  <c:v>27153.13</c:v>
                </c:pt>
                <c:pt idx="931">
                  <c:v>27960.62</c:v>
                </c:pt>
                <c:pt idx="932">
                  <c:v>28072.86</c:v>
                </c:pt>
                <c:pt idx="933">
                  <c:v>28143.5</c:v>
                </c:pt>
                <c:pt idx="934">
                  <c:v>28310.42</c:v>
                </c:pt>
                <c:pt idx="935">
                  <c:v>28827.95</c:v>
                </c:pt>
                <c:pt idx="936">
                  <c:v>28994.1</c:v>
                </c:pt>
                <c:pt idx="937">
                  <c:v>29268.3</c:v>
                </c:pt>
                <c:pt idx="938">
                  <c:v>29288.22</c:v>
                </c:pt>
                <c:pt idx="939">
                  <c:v>28882.46</c:v>
                </c:pt>
                <c:pt idx="940">
                  <c:v>28817.07</c:v>
                </c:pt>
                <c:pt idx="941">
                  <c:v>28309.759999999998</c:v>
                </c:pt>
                <c:pt idx="942">
                  <c:v>28489</c:v>
                </c:pt>
                <c:pt idx="943">
                  <c:v>28801.27</c:v>
                </c:pt>
                <c:pt idx="944">
                  <c:v>28558.59</c:v>
                </c:pt>
                <c:pt idx="945">
                  <c:v>28436.84</c:v>
                </c:pt>
                <c:pt idx="946">
                  <c:v>28638.53</c:v>
                </c:pt>
                <c:pt idx="947">
                  <c:v>28842.13</c:v>
                </c:pt>
                <c:pt idx="948">
                  <c:v>28738.880000000001</c:v>
                </c:pt>
                <c:pt idx="949">
                  <c:v>28742.63</c:v>
                </c:pt>
                <c:pt idx="950">
                  <c:v>28781.38</c:v>
                </c:pt>
                <c:pt idx="951">
                  <c:v>28787.279999999999</c:v>
                </c:pt>
                <c:pt idx="952">
                  <c:v>28918.1</c:v>
                </c:pt>
                <c:pt idx="953">
                  <c:v>28966.03</c:v>
                </c:pt>
                <c:pt idx="954">
                  <c:v>29297.62</c:v>
                </c:pt>
                <c:pt idx="955">
                  <c:v>29468</c:v>
                </c:pt>
                <c:pt idx="956">
                  <c:v>29151.8</c:v>
                </c:pt>
                <c:pt idx="957">
                  <c:v>29124.41</c:v>
                </c:pt>
                <c:pt idx="958">
                  <c:v>29113.200000000001</c:v>
                </c:pt>
                <c:pt idx="959">
                  <c:v>29166.01</c:v>
                </c:pt>
                <c:pt idx="960">
                  <c:v>28910.86</c:v>
                </c:pt>
                <c:pt idx="961">
                  <c:v>28412.26</c:v>
                </c:pt>
                <c:pt idx="962">
                  <c:v>28458.44</c:v>
                </c:pt>
                <c:pt idx="963">
                  <c:v>28450.29</c:v>
                </c:pt>
                <c:pt idx="964">
                  <c:v>28593.81</c:v>
                </c:pt>
                <c:pt idx="965">
                  <c:v>28194.09</c:v>
                </c:pt>
                <c:pt idx="966">
                  <c:v>28027.57</c:v>
                </c:pt>
                <c:pt idx="967">
                  <c:v>27718.67</c:v>
                </c:pt>
                <c:pt idx="968">
                  <c:v>28231.040000000001</c:v>
                </c:pt>
                <c:pt idx="969">
                  <c:v>28013.81</c:v>
                </c:pt>
                <c:pt idx="970">
                  <c:v>28595.66</c:v>
                </c:pt>
                <c:pt idx="971">
                  <c:v>28610.65</c:v>
                </c:pt>
                <c:pt idx="972">
                  <c:v>28637.46</c:v>
                </c:pt>
                <c:pt idx="973">
                  <c:v>29071.34</c:v>
                </c:pt>
                <c:pt idx="974">
                  <c:v>28941.54</c:v>
                </c:pt>
                <c:pt idx="975">
                  <c:v>28952.83</c:v>
                </c:pt>
                <c:pt idx="976">
                  <c:v>29078.75</c:v>
                </c:pt>
                <c:pt idx="977">
                  <c:v>28755.34</c:v>
                </c:pt>
                <c:pt idx="978">
                  <c:v>28621.919999999998</c:v>
                </c:pt>
                <c:pt idx="979">
                  <c:v>29135.73</c:v>
                </c:pt>
                <c:pt idx="980">
                  <c:v>29106.15</c:v>
                </c:pt>
                <c:pt idx="981">
                  <c:v>28969.71</c:v>
                </c:pt>
                <c:pt idx="982">
                  <c:v>28793.14</c:v>
                </c:pt>
                <c:pt idx="983">
                  <c:v>28900.83</c:v>
                </c:pt>
                <c:pt idx="984">
                  <c:v>28497.25</c:v>
                </c:pt>
                <c:pt idx="985">
                  <c:v>28453.279999999999</c:v>
                </c:pt>
                <c:pt idx="986">
                  <c:v>28698.799999999999</c:v>
                </c:pt>
                <c:pt idx="987">
                  <c:v>29008.07</c:v>
                </c:pt>
                <c:pt idx="988">
                  <c:v>28674.799999999999</c:v>
                </c:pt>
                <c:pt idx="989">
                  <c:v>28938.74</c:v>
                </c:pt>
                <c:pt idx="990">
                  <c:v>28378.35</c:v>
                </c:pt>
                <c:pt idx="991">
                  <c:v>28577.5</c:v>
                </c:pt>
                <c:pt idx="992">
                  <c:v>28338.3</c:v>
                </c:pt>
                <c:pt idx="993">
                  <c:v>28336.43</c:v>
                </c:pt>
                <c:pt idx="994">
                  <c:v>27899.61</c:v>
                </c:pt>
                <c:pt idx="995">
                  <c:v>27918.14</c:v>
                </c:pt>
                <c:pt idx="996">
                  <c:v>28497.38</c:v>
                </c:pt>
                <c:pt idx="997">
                  <c:v>28885.34</c:v>
                </c:pt>
                <c:pt idx="998">
                  <c:v>28990.94</c:v>
                </c:pt>
                <c:pt idx="999">
                  <c:v>29405.72</c:v>
                </c:pt>
                <c:pt idx="1000">
                  <c:v>29034.12</c:v>
                </c:pt>
                <c:pt idx="1001">
                  <c:v>29027.69</c:v>
                </c:pt>
                <c:pt idx="1002">
                  <c:v>28833.759999999998</c:v>
                </c:pt>
                <c:pt idx="1003">
                  <c:v>28739.72</c:v>
                </c:pt>
                <c:pt idx="1004">
                  <c:v>29385.61</c:v>
                </c:pt>
                <c:pt idx="1005">
                  <c:v>28907.52</c:v>
                </c:pt>
                <c:pt idx="1006">
                  <c:v>28773.23</c:v>
                </c:pt>
                <c:pt idx="1007">
                  <c:v>28540.83</c:v>
                </c:pt>
                <c:pt idx="1008">
                  <c:v>29098.29</c:v>
                </c:pt>
                <c:pt idx="1009">
                  <c:v>29236.79</c:v>
                </c:pt>
                <c:pt idx="1010">
                  <c:v>29880.42</c:v>
                </c:pt>
                <c:pt idx="1011">
                  <c:v>29095.86</c:v>
                </c:pt>
                <c:pt idx="1012">
                  <c:v>29452.57</c:v>
                </c:pt>
                <c:pt idx="1013">
                  <c:v>28980.21</c:v>
                </c:pt>
                <c:pt idx="1014">
                  <c:v>30074.17</c:v>
                </c:pt>
                <c:pt idx="1015">
                  <c:v>29718.240000000002</c:v>
                </c:pt>
                <c:pt idx="1016">
                  <c:v>30632.639999999999</c:v>
                </c:pt>
                <c:pt idx="1017">
                  <c:v>30319.83</c:v>
                </c:pt>
                <c:pt idx="1018">
                  <c:v>30644.73</c:v>
                </c:pt>
                <c:pt idx="1019">
                  <c:v>30595.27</c:v>
                </c:pt>
                <c:pt idx="1020">
                  <c:v>29319.47</c:v>
                </c:pt>
                <c:pt idx="1021">
                  <c:v>29288.68</c:v>
                </c:pt>
                <c:pt idx="1022">
                  <c:v>29113.5</c:v>
                </c:pt>
                <c:pt idx="1023">
                  <c:v>29307.46</c:v>
                </c:pt>
                <c:pt idx="1024">
                  <c:v>29248.7</c:v>
                </c:pt>
                <c:pt idx="1025">
                  <c:v>28892.86</c:v>
                </c:pt>
                <c:pt idx="1026">
                  <c:v>28283.71</c:v>
                </c:pt>
                <c:pt idx="1027">
                  <c:v>28550.77</c:v>
                </c:pt>
                <c:pt idx="1028">
                  <c:v>29297.53</c:v>
                </c:pt>
                <c:pt idx="1029">
                  <c:v>29391.26</c:v>
                </c:pt>
                <c:pt idx="1030">
                  <c:v>30159.01</c:v>
                </c:pt>
                <c:pt idx="1031">
                  <c:v>29447.85</c:v>
                </c:pt>
                <c:pt idx="1032">
                  <c:v>29927.759999999998</c:v>
                </c:pt>
                <c:pt idx="1033">
                  <c:v>29962.47</c:v>
                </c:pt>
                <c:pt idx="1034">
                  <c:v>29642.28</c:v>
                </c:pt>
                <c:pt idx="1035">
                  <c:v>28862.77</c:v>
                </c:pt>
                <c:pt idx="1036">
                  <c:v>28573.86</c:v>
                </c:pt>
                <c:pt idx="1037">
                  <c:v>28496.86</c:v>
                </c:pt>
                <c:pt idx="1038">
                  <c:v>28235.599999999999</c:v>
                </c:pt>
                <c:pt idx="1039">
                  <c:v>28276.75</c:v>
                </c:pt>
                <c:pt idx="1040">
                  <c:v>27908.22</c:v>
                </c:pt>
                <c:pt idx="1041">
                  <c:v>27878.22</c:v>
                </c:pt>
                <c:pt idx="1042">
                  <c:v>27548.52</c:v>
                </c:pt>
                <c:pt idx="1043">
                  <c:v>27692.3</c:v>
                </c:pt>
                <c:pt idx="1044">
                  <c:v>27649.86</c:v>
                </c:pt>
                <c:pt idx="1045">
                  <c:v>27472.81</c:v>
                </c:pt>
                <c:pt idx="1046">
                  <c:v>27231.13</c:v>
                </c:pt>
                <c:pt idx="1047">
                  <c:v>27147.11</c:v>
                </c:pt>
                <c:pt idx="1048">
                  <c:v>26568.49</c:v>
                </c:pt>
                <c:pt idx="1049">
                  <c:v>26314.63</c:v>
                </c:pt>
                <c:pt idx="1050">
                  <c:v>26386.560000000001</c:v>
                </c:pt>
                <c:pt idx="1051">
                  <c:v>26343.1</c:v>
                </c:pt>
                <c:pt idx="1052">
                  <c:v>26119.25</c:v>
                </c:pt>
                <c:pt idx="1053">
                  <c:v>26306.68</c:v>
                </c:pt>
                <c:pt idx="1054">
                  <c:v>26498.6</c:v>
                </c:pt>
                <c:pt idx="1055">
                  <c:v>26678.38</c:v>
                </c:pt>
                <c:pt idx="1056">
                  <c:v>26460.29</c:v>
                </c:pt>
                <c:pt idx="1057">
                  <c:v>26207.29</c:v>
                </c:pt>
                <c:pt idx="1058">
                  <c:v>26389.52</c:v>
                </c:pt>
                <c:pt idx="1059">
                  <c:v>26505.87</c:v>
                </c:pt>
                <c:pt idx="1060">
                  <c:v>26410.59</c:v>
                </c:pt>
                <c:pt idx="1061">
                  <c:v>26502.84</c:v>
                </c:pt>
                <c:pt idx="1062">
                  <c:v>26304.560000000001</c:v>
                </c:pt>
                <c:pt idx="1063">
                  <c:v>26506.85</c:v>
                </c:pt>
                <c:pt idx="1064">
                  <c:v>26835.919999999998</c:v>
                </c:pt>
                <c:pt idx="1065">
                  <c:v>26728.5</c:v>
                </c:pt>
                <c:pt idx="1066">
                  <c:v>26532.58</c:v>
                </c:pt>
                <c:pt idx="1067">
                  <c:v>26567.68</c:v>
                </c:pt>
                <c:pt idx="1068">
                  <c:v>26341.49</c:v>
                </c:pt>
                <c:pt idx="1069">
                  <c:v>26894.68</c:v>
                </c:pt>
                <c:pt idx="1070">
                  <c:v>26819.45</c:v>
                </c:pt>
                <c:pt idx="1071">
                  <c:v>26669.75</c:v>
                </c:pt>
                <c:pt idx="1072">
                  <c:v>26588.2</c:v>
                </c:pt>
                <c:pt idx="1073">
                  <c:v>26486.2</c:v>
                </c:pt>
                <c:pt idx="1074">
                  <c:v>26451.54</c:v>
                </c:pt>
                <c:pt idx="1075">
                  <c:v>26356.97</c:v>
                </c:pt>
                <c:pt idx="1076">
                  <c:v>26544.29</c:v>
                </c:pt>
                <c:pt idx="1077">
                  <c:v>26415.09</c:v>
                </c:pt>
                <c:pt idx="1078">
                  <c:v>26381.67</c:v>
                </c:pt>
                <c:pt idx="1079">
                  <c:v>26156.86</c:v>
                </c:pt>
                <c:pt idx="1080">
                  <c:v>26169.38</c:v>
                </c:pt>
                <c:pt idx="1081">
                  <c:v>26226.98</c:v>
                </c:pt>
                <c:pt idx="1082">
                  <c:v>26301.48</c:v>
                </c:pt>
                <c:pt idx="1083">
                  <c:v>26016.17</c:v>
                </c:pt>
                <c:pt idx="1084">
                  <c:v>25712.97</c:v>
                </c:pt>
                <c:pt idx="1085">
                  <c:v>25695.919999999998</c:v>
                </c:pt>
                <c:pt idx="1086">
                  <c:v>24886.14</c:v>
                </c:pt>
                <c:pt idx="1087">
                  <c:v>24939.73</c:v>
                </c:pt>
                <c:pt idx="1088">
                  <c:v>24460.01</c:v>
                </c:pt>
                <c:pt idx="1089">
                  <c:v>24107.42</c:v>
                </c:pt>
                <c:pt idx="1090">
                  <c:v>24586.6</c:v>
                </c:pt>
                <c:pt idx="1091">
                  <c:v>24708.799999999999</c:v>
                </c:pt>
                <c:pt idx="1092">
                  <c:v>24787.19</c:v>
                </c:pt>
                <c:pt idx="1093">
                  <c:v>24918.78</c:v>
                </c:pt>
                <c:pt idx="1094">
                  <c:v>24786.13</c:v>
                </c:pt>
                <c:pt idx="1095">
                  <c:v>24754.42</c:v>
                </c:pt>
                <c:pt idx="1096">
                  <c:v>24569.54</c:v>
                </c:pt>
                <c:pt idx="1097">
                  <c:v>24542.26</c:v>
                </c:pt>
                <c:pt idx="1098">
                  <c:v>24386.79</c:v>
                </c:pt>
                <c:pt idx="1099">
                  <c:v>24158.54</c:v>
                </c:pt>
                <c:pt idx="1100">
                  <c:v>24667.09</c:v>
                </c:pt>
                <c:pt idx="1101">
                  <c:v>24649.68</c:v>
                </c:pt>
                <c:pt idx="1102">
                  <c:v>24119.13</c:v>
                </c:pt>
                <c:pt idx="1103">
                  <c:v>23476.05</c:v>
                </c:pt>
                <c:pt idx="1104">
                  <c:v>23235.42</c:v>
                </c:pt>
                <c:pt idx="1105">
                  <c:v>23311.07</c:v>
                </c:pt>
                <c:pt idx="1106">
                  <c:v>23742.51</c:v>
                </c:pt>
                <c:pt idx="1107">
                  <c:v>23716.85</c:v>
                </c:pt>
                <c:pt idx="1108">
                  <c:v>23950.69</c:v>
                </c:pt>
                <c:pt idx="1109">
                  <c:v>24455.41</c:v>
                </c:pt>
                <c:pt idx="1110">
                  <c:v>24340.85</c:v>
                </c:pt>
                <c:pt idx="1111">
                  <c:v>24725.63</c:v>
                </c:pt>
                <c:pt idx="1112">
                  <c:v>24732.76</c:v>
                </c:pt>
                <c:pt idx="1113">
                  <c:v>24640.28</c:v>
                </c:pt>
                <c:pt idx="1114">
                  <c:v>24503.31</c:v>
                </c:pt>
                <c:pt idx="1115">
                  <c:v>24313.54</c:v>
                </c:pt>
                <c:pt idx="1116">
                  <c:v>24468.93</c:v>
                </c:pt>
                <c:pt idx="1117">
                  <c:v>24624.34</c:v>
                </c:pt>
                <c:pt idx="1118">
                  <c:v>24589.65</c:v>
                </c:pt>
                <c:pt idx="1119">
                  <c:v>24695.45</c:v>
                </c:pt>
                <c:pt idx="1120">
                  <c:v>25007.599999999999</c:v>
                </c:pt>
                <c:pt idx="1121">
                  <c:v>25120.09</c:v>
                </c:pt>
                <c:pt idx="1122">
                  <c:v>25184.85</c:v>
                </c:pt>
                <c:pt idx="1123">
                  <c:v>25177.05</c:v>
                </c:pt>
                <c:pt idx="1124">
                  <c:v>25422.06</c:v>
                </c:pt>
                <c:pt idx="1125">
                  <c:v>25281.15</c:v>
                </c:pt>
                <c:pt idx="1126">
                  <c:v>25491.79</c:v>
                </c:pt>
                <c:pt idx="1127">
                  <c:v>25486.22</c:v>
                </c:pt>
                <c:pt idx="1128">
                  <c:v>25551.58</c:v>
                </c:pt>
                <c:pt idx="1129">
                  <c:v>25113.84</c:v>
                </c:pt>
                <c:pt idx="1130">
                  <c:v>24791.39</c:v>
                </c:pt>
                <c:pt idx="1131">
                  <c:v>25178.91</c:v>
                </c:pt>
                <c:pt idx="1132">
                  <c:v>25367.38</c:v>
                </c:pt>
                <c:pt idx="1133">
                  <c:v>25347.34</c:v>
                </c:pt>
                <c:pt idx="1134">
                  <c:v>25183.01</c:v>
                </c:pt>
                <c:pt idx="1135">
                  <c:v>25230.67</c:v>
                </c:pt>
                <c:pt idx="1136">
                  <c:v>25244.02</c:v>
                </c:pt>
                <c:pt idx="1137">
                  <c:v>24890.68</c:v>
                </c:pt>
                <c:pt idx="1138">
                  <c:v>24377.43</c:v>
                </c:pt>
                <c:pt idx="1139">
                  <c:v>24531.62</c:v>
                </c:pt>
                <c:pt idx="1140">
                  <c:v>24930.58</c:v>
                </c:pt>
                <c:pt idx="1141">
                  <c:v>25102.54</c:v>
                </c:pt>
                <c:pt idx="1142">
                  <c:v>24946.63</c:v>
                </c:pt>
                <c:pt idx="1143">
                  <c:v>24458.13</c:v>
                </c:pt>
                <c:pt idx="1144">
                  <c:v>24595.35</c:v>
                </c:pt>
                <c:pt idx="1145">
                  <c:v>24710.59</c:v>
                </c:pt>
                <c:pt idx="1146">
                  <c:v>24883.14</c:v>
                </c:pt>
                <c:pt idx="1147">
                  <c:v>24772.76</c:v>
                </c:pt>
                <c:pt idx="1148">
                  <c:v>24603.26</c:v>
                </c:pt>
                <c:pt idx="1149">
                  <c:v>24705.33</c:v>
                </c:pt>
                <c:pt idx="1150">
                  <c:v>25263</c:v>
                </c:pt>
                <c:pt idx="1151">
                  <c:v>25057.94</c:v>
                </c:pt>
                <c:pt idx="1152">
                  <c:v>25635.66</c:v>
                </c:pt>
                <c:pt idx="1153">
                  <c:v>25057.99</c:v>
                </c:pt>
                <c:pt idx="1154">
                  <c:v>25089.17</c:v>
                </c:pt>
                <c:pt idx="1155">
                  <c:v>24970.69</c:v>
                </c:pt>
                <c:pt idx="1156">
                  <c:v>25481.58</c:v>
                </c:pt>
                <c:pt idx="1157">
                  <c:v>25477.89</c:v>
                </c:pt>
                <c:pt idx="1158">
                  <c:v>25772.12</c:v>
                </c:pt>
                <c:pt idx="1159">
                  <c:v>25727.41</c:v>
                </c:pt>
                <c:pt idx="1160">
                  <c:v>26210.16</c:v>
                </c:pt>
                <c:pt idx="1161">
                  <c:v>26129.18</c:v>
                </c:pt>
                <c:pt idx="1162">
                  <c:v>25975.66</c:v>
                </c:pt>
                <c:pt idx="1163">
                  <c:v>26339.16</c:v>
                </c:pt>
                <c:pt idx="1164">
                  <c:v>25373.119999999999</c:v>
                </c:pt>
                <c:pt idx="1165">
                  <c:v>25124.19</c:v>
                </c:pt>
                <c:pt idx="1166">
                  <c:v>24427.19</c:v>
                </c:pt>
                <c:pt idx="1167">
                  <c:v>24301.279999999999</c:v>
                </c:pt>
                <c:pt idx="1168">
                  <c:v>24511.34</c:v>
                </c:pt>
                <c:pt idx="1169">
                  <c:v>24643.89</c:v>
                </c:pt>
                <c:pt idx="1170">
                  <c:v>24464.94</c:v>
                </c:pt>
                <c:pt idx="1171">
                  <c:v>24481.41</c:v>
                </c:pt>
                <c:pt idx="1172">
                  <c:v>24344.09</c:v>
                </c:pt>
                <c:pt idx="1173">
                  <c:v>23776.95</c:v>
                </c:pt>
                <c:pt idx="1174">
                  <c:v>24301.38</c:v>
                </c:pt>
                <c:pt idx="1175">
                  <c:v>24480.15</c:v>
                </c:pt>
                <c:pt idx="1176">
                  <c:v>25049.73</c:v>
                </c:pt>
                <c:pt idx="1177">
                  <c:v>25057.22</c:v>
                </c:pt>
                <c:pt idx="1178">
                  <c:v>24776.77</c:v>
                </c:pt>
                <c:pt idx="1179">
                  <c:v>24770.41</c:v>
                </c:pt>
                <c:pt idx="1180">
                  <c:v>24366.3</c:v>
                </c:pt>
                <c:pt idx="1181">
                  <c:v>24325.62</c:v>
                </c:pt>
                <c:pt idx="1182">
                  <c:v>23995.94</c:v>
                </c:pt>
                <c:pt idx="1183">
                  <c:v>23732.52</c:v>
                </c:pt>
                <c:pt idx="1184">
                  <c:v>22961.47</c:v>
                </c:pt>
                <c:pt idx="1185">
                  <c:v>23132.76</c:v>
                </c:pt>
                <c:pt idx="1186">
                  <c:v>23301.360000000001</c:v>
                </c:pt>
                <c:pt idx="1187">
                  <c:v>23384.66</c:v>
                </c:pt>
                <c:pt idx="1188">
                  <c:v>22952.240000000002</c:v>
                </c:pt>
                <c:pt idx="1189">
                  <c:v>22930.14</c:v>
                </c:pt>
                <c:pt idx="1190">
                  <c:v>24280.03</c:v>
                </c:pt>
                <c:pt idx="1191">
                  <c:v>24399.95</c:v>
                </c:pt>
                <c:pt idx="1192">
                  <c:v>24388.13</c:v>
                </c:pt>
                <c:pt idx="1193">
                  <c:v>23934.77</c:v>
                </c:pt>
                <c:pt idx="1194">
                  <c:v>23797.47</c:v>
                </c:pt>
                <c:pt idx="1195">
                  <c:v>23829.74</c:v>
                </c:pt>
                <c:pt idx="1196">
                  <c:v>24180.3</c:v>
                </c:pt>
                <c:pt idx="1197">
                  <c:v>24245.68</c:v>
                </c:pt>
                <c:pt idx="1198">
                  <c:v>24602.06</c:v>
                </c:pt>
                <c:pt idx="1199">
                  <c:v>24230.17</c:v>
                </c:pt>
                <c:pt idx="1200">
                  <c:v>23980.63</c:v>
                </c:pt>
                <c:pt idx="1201">
                  <c:v>24137.48</c:v>
                </c:pt>
                <c:pt idx="1202">
                  <c:v>24280.14</c:v>
                </c:pt>
                <c:pt idx="1203">
                  <c:v>23831.33</c:v>
                </c:pt>
                <c:pt idx="1204">
                  <c:v>23977.32</c:v>
                </c:pt>
                <c:pt idx="1205">
                  <c:v>23893.360000000001</c:v>
                </c:pt>
                <c:pt idx="1206">
                  <c:v>23793.55</c:v>
                </c:pt>
                <c:pt idx="1207">
                  <c:v>24330.02</c:v>
                </c:pt>
                <c:pt idx="1208">
                  <c:v>24380</c:v>
                </c:pt>
                <c:pt idx="1209">
                  <c:v>24006.45</c:v>
                </c:pt>
                <c:pt idx="1210">
                  <c:v>24145.34</c:v>
                </c:pt>
                <c:pt idx="1211">
                  <c:v>24435.4</c:v>
                </c:pt>
                <c:pt idx="1212">
                  <c:v>24300.33</c:v>
                </c:pt>
                <c:pt idx="1213">
                  <c:v>23970.37</c:v>
                </c:pt>
                <c:pt idx="1214">
                  <c:v>24253.29</c:v>
                </c:pt>
                <c:pt idx="1215">
                  <c:v>23085.79</c:v>
                </c:pt>
                <c:pt idx="1216">
                  <c:v>23603.48</c:v>
                </c:pt>
                <c:pt idx="1217">
                  <c:v>23175.11</c:v>
                </c:pt>
                <c:pt idx="1218">
                  <c:v>23484.28</c:v>
                </c:pt>
                <c:pt idx="1219">
                  <c:v>23352.34</c:v>
                </c:pt>
                <c:pt idx="1220">
                  <c:v>23527.19</c:v>
                </c:pt>
                <c:pt idx="1221">
                  <c:v>22663.49</c:v>
                </c:pt>
                <c:pt idx="1222">
                  <c:v>21696.13</c:v>
                </c:pt>
                <c:pt idx="1223">
                  <c:v>22805.07</c:v>
                </c:pt>
                <c:pt idx="1224">
                  <c:v>21709.13</c:v>
                </c:pt>
                <c:pt idx="1225">
                  <c:v>22291.82</c:v>
                </c:pt>
                <c:pt idx="1226">
                  <c:v>23263.73</c:v>
                </c:pt>
                <c:pt idx="1227">
                  <c:v>23063.57</c:v>
                </c:pt>
                <c:pt idx="1228">
                  <c:v>24032.91</c:v>
                </c:pt>
                <c:pt idx="1229">
                  <c:v>24309.07</c:v>
                </c:pt>
                <c:pt idx="1230">
                  <c:v>25231.61</c:v>
                </c:pt>
                <c:pt idx="1231">
                  <c:v>25392.51</c:v>
                </c:pt>
                <c:pt idx="1232">
                  <c:v>25040.46</c:v>
                </c:pt>
                <c:pt idx="1233">
                  <c:v>26146.67</c:v>
                </c:pt>
                <c:pt idx="1234">
                  <c:v>26767.87</c:v>
                </c:pt>
                <c:pt idx="1235">
                  <c:v>26222.07</c:v>
                </c:pt>
                <c:pt idx="1236">
                  <c:v>26284.82</c:v>
                </c:pt>
                <c:pt idx="1237">
                  <c:v>26291.68</c:v>
                </c:pt>
                <c:pt idx="1238">
                  <c:v>26129.93</c:v>
                </c:pt>
                <c:pt idx="1239">
                  <c:v>26778.62</c:v>
                </c:pt>
                <c:pt idx="1240">
                  <c:v>26696.49</c:v>
                </c:pt>
                <c:pt idx="1241">
                  <c:v>26893.23</c:v>
                </c:pt>
                <c:pt idx="1242">
                  <c:v>26820.880000000001</c:v>
                </c:pt>
                <c:pt idx="1243">
                  <c:v>27308.81</c:v>
                </c:pt>
                <c:pt idx="1244">
                  <c:v>27609.16</c:v>
                </c:pt>
                <c:pt idx="1245">
                  <c:v>27655.81</c:v>
                </c:pt>
                <c:pt idx="1246">
                  <c:v>27530.2</c:v>
                </c:pt>
                <c:pt idx="1247">
                  <c:v>27959.599999999999</c:v>
                </c:pt>
                <c:pt idx="1248">
                  <c:v>27815.599999999999</c:v>
                </c:pt>
                <c:pt idx="1249">
                  <c:v>27730</c:v>
                </c:pt>
                <c:pt idx="1250">
                  <c:v>27823.66</c:v>
                </c:pt>
                <c:pt idx="1251">
                  <c:v>27583.88</c:v>
                </c:pt>
                <c:pt idx="1252">
                  <c:v>27241.34</c:v>
                </c:pt>
                <c:pt idx="1253">
                  <c:v>27404.27</c:v>
                </c:pt>
                <c:pt idx="1254">
                  <c:v>27493.7</c:v>
                </c:pt>
                <c:pt idx="1255">
                  <c:v>26786.74</c:v>
                </c:pt>
                <c:pt idx="1256">
                  <c:v>26675.98</c:v>
                </c:pt>
                <c:pt idx="1257">
                  <c:v>26356.98</c:v>
                </c:pt>
                <c:pt idx="1258">
                  <c:v>27985.33</c:v>
                </c:pt>
                <c:pt idx="1259">
                  <c:v>28795.91</c:v>
                </c:pt>
                <c:pt idx="1260">
                  <c:v>29056.42</c:v>
                </c:pt>
                <c:pt idx="1261">
                  <c:v>28883.040000000001</c:v>
                </c:pt>
                <c:pt idx="1262">
                  <c:v>28773.59</c:v>
                </c:pt>
                <c:pt idx="1263">
                  <c:v>28885.14</c:v>
                </c:pt>
                <c:pt idx="1264">
                  <c:v>28954.94</c:v>
                </c:pt>
                <c:pt idx="1265">
                  <c:v>28638.2</c:v>
                </c:pt>
                <c:pt idx="1266">
                  <c:v>28561</c:v>
                </c:pt>
                <c:pt idx="1267">
                  <c:v>28087.919999999998</c:v>
                </c:pt>
                <c:pt idx="1268">
                  <c:v>28322.06</c:v>
                </c:pt>
                <c:pt idx="1269">
                  <c:v>28226.19</c:v>
                </c:pt>
                <c:pt idx="1270">
                  <c:v>28451.5</c:v>
                </c:pt>
                <c:pt idx="1271">
                  <c:v>28543.52</c:v>
                </c:pt>
                <c:pt idx="1272">
                  <c:v>28189.75</c:v>
                </c:pt>
                <c:pt idx="1273">
                  <c:v>28319.39</c:v>
                </c:pt>
                <c:pt idx="1274">
                  <c:v>28225.42</c:v>
                </c:pt>
                <c:pt idx="1275">
                  <c:v>27864.21</c:v>
                </c:pt>
                <c:pt idx="1276">
                  <c:v>27906.41</c:v>
                </c:pt>
                <c:pt idx="1277">
                  <c:v>27871.35</c:v>
                </c:pt>
                <c:pt idx="1278">
                  <c:v>27800.49</c:v>
                </c:pt>
                <c:pt idx="1279">
                  <c:v>27884.21</c:v>
                </c:pt>
                <c:pt idx="1280">
                  <c:v>27843.71</c:v>
                </c:pt>
                <c:pt idx="1281">
                  <c:v>27508.09</c:v>
                </c:pt>
                <c:pt idx="1282">
                  <c:v>27687.759999999998</c:v>
                </c:pt>
                <c:pt idx="1283">
                  <c:v>26994.14</c:v>
                </c:pt>
                <c:pt idx="1284">
                  <c:v>26645.43</c:v>
                </c:pt>
                <c:pt idx="1285">
                  <c:v>26436.62</c:v>
                </c:pt>
                <c:pt idx="1286">
                  <c:v>26494.73</c:v>
                </c:pt>
                <c:pt idx="1287">
                  <c:v>26498.37</c:v>
                </c:pt>
                <c:pt idx="1288">
                  <c:v>26217.040000000001</c:v>
                </c:pt>
                <c:pt idx="1289">
                  <c:v>26062.560000000001</c:v>
                </c:pt>
                <c:pt idx="1290">
                  <c:v>26391.3</c:v>
                </c:pt>
                <c:pt idx="1291">
                  <c:v>26444.720000000001</c:v>
                </c:pt>
                <c:pt idx="1292">
                  <c:v>26346.49</c:v>
                </c:pt>
                <c:pt idx="1293">
                  <c:v>26893.73</c:v>
                </c:pt>
                <c:pt idx="1294">
                  <c:v>26954</c:v>
                </c:pt>
                <c:pt idx="1295">
                  <c:v>26913.919999999998</c:v>
                </c:pt>
                <c:pt idx="1296">
                  <c:v>26993.040000000001</c:v>
                </c:pt>
                <c:pt idx="1297">
                  <c:v>26595.08</c:v>
                </c:pt>
                <c:pt idx="1298">
                  <c:v>26466.880000000001</c:v>
                </c:pt>
                <c:pt idx="1299">
                  <c:v>26889.61</c:v>
                </c:pt>
                <c:pt idx="1300">
                  <c:v>27093.8</c:v>
                </c:pt>
                <c:pt idx="1301">
                  <c:v>26681.09</c:v>
                </c:pt>
                <c:pt idx="1302">
                  <c:v>26326.66</c:v>
                </c:pt>
                <c:pt idx="1303">
                  <c:v>26323.69</c:v>
                </c:pt>
                <c:pt idx="1304">
                  <c:v>26571.46</c:v>
                </c:pt>
                <c:pt idx="1305">
                  <c:v>27065.279999999999</c:v>
                </c:pt>
                <c:pt idx="1306">
                  <c:v>26926.55</c:v>
                </c:pt>
                <c:pt idx="1307">
                  <c:v>27651.14</c:v>
                </c:pt>
                <c:pt idx="1308">
                  <c:v>27847.23</c:v>
                </c:pt>
                <c:pt idx="1309">
                  <c:v>27688.639999999999</c:v>
                </c:pt>
                <c:pt idx="1310">
                  <c:v>27683.4</c:v>
                </c:pt>
                <c:pt idx="1311">
                  <c:v>27547.3</c:v>
                </c:pt>
                <c:pt idx="1312">
                  <c:v>27100.76</c:v>
                </c:pt>
                <c:pt idx="1313">
                  <c:v>26906.720000000001</c:v>
                </c:pt>
                <c:pt idx="1314">
                  <c:v>26667.71</c:v>
                </c:pt>
                <c:pt idx="1315">
                  <c:v>26786.76</c:v>
                </c:pt>
                <c:pt idx="1316">
                  <c:v>26891.26</c:v>
                </c:pt>
                <c:pt idx="1317">
                  <c:v>26667.39</c:v>
                </c:pt>
                <c:pt idx="1318">
                  <c:v>26797.95</c:v>
                </c:pt>
                <c:pt idx="1319">
                  <c:v>26566.73</c:v>
                </c:pt>
                <c:pt idx="1320">
                  <c:v>26786.2</c:v>
                </c:pt>
                <c:pt idx="1321">
                  <c:v>26725.68</c:v>
                </c:pt>
                <c:pt idx="1322">
                  <c:v>26719.58</c:v>
                </c:pt>
                <c:pt idx="1323">
                  <c:v>26848.49</c:v>
                </c:pt>
                <c:pt idx="1324">
                  <c:v>26664.28</c:v>
                </c:pt>
                <c:pt idx="1325">
                  <c:v>26503.93</c:v>
                </c:pt>
                <c:pt idx="1326">
                  <c:v>26521.85</c:v>
                </c:pt>
                <c:pt idx="1327">
                  <c:v>26308.44</c:v>
                </c:pt>
                <c:pt idx="1328">
                  <c:v>25707.93</c:v>
                </c:pt>
                <c:pt idx="1329">
                  <c:v>25682.81</c:v>
                </c:pt>
                <c:pt idx="1330">
                  <c:v>25893.4</c:v>
                </c:pt>
                <c:pt idx="1331">
                  <c:v>26041.93</c:v>
                </c:pt>
                <c:pt idx="1332">
                  <c:v>25945.35</c:v>
                </c:pt>
                <c:pt idx="1333">
                  <c:v>26281</c:v>
                </c:pt>
                <c:pt idx="1334">
                  <c:v>26222.400000000001</c:v>
                </c:pt>
                <c:pt idx="1335">
                  <c:v>26435.67</c:v>
                </c:pt>
                <c:pt idx="1336">
                  <c:v>26468.95</c:v>
                </c:pt>
                <c:pt idx="1337">
                  <c:v>26754.12</c:v>
                </c:pt>
                <c:pt idx="1338">
                  <c:v>26790.240000000002</c:v>
                </c:pt>
                <c:pt idx="1339">
                  <c:v>27124.55</c:v>
                </c:pt>
                <c:pt idx="1340">
                  <c:v>26683.68</c:v>
                </c:pt>
                <c:pt idx="1341">
                  <c:v>26681.4</c:v>
                </c:pt>
                <c:pt idx="1342">
                  <c:v>26690.76</c:v>
                </c:pt>
                <c:pt idx="1343">
                  <c:v>26515.53</c:v>
                </c:pt>
                <c:pt idx="1344">
                  <c:v>26523.23</c:v>
                </c:pt>
                <c:pt idx="1345">
                  <c:v>25527.85</c:v>
                </c:pt>
                <c:pt idx="1346">
                  <c:v>25626.55</c:v>
                </c:pt>
                <c:pt idx="1347">
                  <c:v>25724.73</c:v>
                </c:pt>
                <c:pt idx="1348">
                  <c:v>25703.5</c:v>
                </c:pt>
                <c:pt idx="1349">
                  <c:v>25615.48</c:v>
                </c:pt>
                <c:pt idx="1350">
                  <c:v>25664.07</c:v>
                </c:pt>
                <c:pt idx="1351">
                  <c:v>25680.33</c:v>
                </c:pt>
                <c:pt idx="1352">
                  <c:v>26179.33</c:v>
                </c:pt>
                <c:pt idx="1353">
                  <c:v>26048.720000000001</c:v>
                </c:pt>
                <c:pt idx="1354">
                  <c:v>26270.04</c:v>
                </c:pt>
                <c:pt idx="1355">
                  <c:v>26231.54</c:v>
                </c:pt>
                <c:pt idx="1356">
                  <c:v>26291.84</c:v>
                </c:pt>
                <c:pt idx="1357">
                  <c:v>25734.22</c:v>
                </c:pt>
                <c:pt idx="1358">
                  <c:v>25495.46</c:v>
                </c:pt>
                <c:pt idx="1359">
                  <c:v>25302.28</c:v>
                </c:pt>
                <c:pt idx="1360">
                  <c:v>25281.3</c:v>
                </c:pt>
                <c:pt idx="1361">
                  <c:v>25824.720000000001</c:v>
                </c:pt>
                <c:pt idx="1362">
                  <c:v>25939.3</c:v>
                </c:pt>
                <c:pt idx="1363">
                  <c:v>26120.77</c:v>
                </c:pt>
                <c:pt idx="1364">
                  <c:v>25997.03</c:v>
                </c:pt>
                <c:pt idx="1365">
                  <c:v>25976.240000000002</c:v>
                </c:pt>
                <c:pt idx="1366">
                  <c:v>26151.32</c:v>
                </c:pt>
                <c:pt idx="1367">
                  <c:v>26918.58</c:v>
                </c:pt>
                <c:pt idx="1368">
                  <c:v>27565.7</c:v>
                </c:pt>
                <c:pt idx="1369">
                  <c:v>27777.75</c:v>
                </c:pt>
                <c:pt idx="1370">
                  <c:v>28146.5</c:v>
                </c:pt>
                <c:pt idx="1371">
                  <c:v>28106.41</c:v>
                </c:pt>
                <c:pt idx="1372">
                  <c:v>28397.74</c:v>
                </c:pt>
                <c:pt idx="1373">
                  <c:v>28594.3</c:v>
                </c:pt>
                <c:pt idx="1374">
                  <c:v>28524.04</c:v>
                </c:pt>
                <c:pt idx="1375">
                  <c:v>28466.48</c:v>
                </c:pt>
                <c:pt idx="1376">
                  <c:v>28371.26</c:v>
                </c:pt>
                <c:pt idx="1377">
                  <c:v>28765.4</c:v>
                </c:pt>
                <c:pt idx="1378">
                  <c:v>28461.66</c:v>
                </c:pt>
                <c:pt idx="1379">
                  <c:v>28593.17</c:v>
                </c:pt>
                <c:pt idx="1380">
                  <c:v>28619.62</c:v>
                </c:pt>
                <c:pt idx="1381">
                  <c:v>28554.880000000001</c:v>
                </c:pt>
                <c:pt idx="1382">
                  <c:v>28471.62</c:v>
                </c:pt>
                <c:pt idx="1383">
                  <c:v>28431.8</c:v>
                </c:pt>
                <c:pt idx="1384">
                  <c:v>28204.69</c:v>
                </c:pt>
                <c:pt idx="1385">
                  <c:v>28116.28</c:v>
                </c:pt>
                <c:pt idx="1386">
                  <c:v>28331.69</c:v>
                </c:pt>
                <c:pt idx="1387">
                  <c:v>28774.83</c:v>
                </c:pt>
                <c:pt idx="1388">
                  <c:v>28795.77</c:v>
                </c:pt>
                <c:pt idx="1389">
                  <c:v>28855.14</c:v>
                </c:pt>
                <c:pt idx="1390">
                  <c:v>28875.56</c:v>
                </c:pt>
                <c:pt idx="1391">
                  <c:v>28542.62</c:v>
                </c:pt>
                <c:pt idx="1392">
                  <c:v>28621.42</c:v>
                </c:pt>
                <c:pt idx="1393">
                  <c:v>28221.98</c:v>
                </c:pt>
                <c:pt idx="1394">
                  <c:v>28185.98</c:v>
                </c:pt>
                <c:pt idx="1395">
                  <c:v>28513</c:v>
                </c:pt>
                <c:pt idx="1396">
                  <c:v>28473.71</c:v>
                </c:pt>
                <c:pt idx="1397">
                  <c:v>28550.43</c:v>
                </c:pt>
                <c:pt idx="1398">
                  <c:v>28202.14</c:v>
                </c:pt>
                <c:pt idx="1399">
                  <c:v>27498.77</c:v>
                </c:pt>
                <c:pt idx="1400">
                  <c:v>27227.16</c:v>
                </c:pt>
                <c:pt idx="1401">
                  <c:v>27118.35</c:v>
                </c:pt>
                <c:pt idx="1402">
                  <c:v>27294.71</c:v>
                </c:pt>
                <c:pt idx="1403">
                  <c:v>27308.46</c:v>
                </c:pt>
                <c:pt idx="1404">
                  <c:v>27789.34</c:v>
                </c:pt>
                <c:pt idx="1405">
                  <c:v>27578.639999999999</c:v>
                </c:pt>
                <c:pt idx="1406">
                  <c:v>26965.279999999999</c:v>
                </c:pt>
                <c:pt idx="1407">
                  <c:v>26895.439999999999</c:v>
                </c:pt>
                <c:pt idx="1408">
                  <c:v>26761.52</c:v>
                </c:pt>
                <c:pt idx="1409">
                  <c:v>26893.86</c:v>
                </c:pt>
                <c:pt idx="1410">
                  <c:v>26901.09</c:v>
                </c:pt>
                <c:pt idx="1411">
                  <c:v>27114.880000000001</c:v>
                </c:pt>
                <c:pt idx="1412">
                  <c:v>27235.71</c:v>
                </c:pt>
                <c:pt idx="1413">
                  <c:v>27390.81</c:v>
                </c:pt>
                <c:pt idx="1414">
                  <c:v>27288.09</c:v>
                </c:pt>
                <c:pt idx="1415">
                  <c:v>27353.93</c:v>
                </c:pt>
                <c:pt idx="1416">
                  <c:v>27267.13</c:v>
                </c:pt>
                <c:pt idx="1417">
                  <c:v>27705.94</c:v>
                </c:pt>
                <c:pt idx="1418">
                  <c:v>27657.24</c:v>
                </c:pt>
                <c:pt idx="1419">
                  <c:v>27787.61</c:v>
                </c:pt>
                <c:pt idx="1420">
                  <c:v>27946.46</c:v>
                </c:pt>
                <c:pt idx="1421">
                  <c:v>28275.07</c:v>
                </c:pt>
                <c:pt idx="1422">
                  <c:v>28268.71</c:v>
                </c:pt>
                <c:pt idx="1423">
                  <c:v>28122.02</c:v>
                </c:pt>
                <c:pt idx="1424">
                  <c:v>28550.240000000002</c:v>
                </c:pt>
                <c:pt idx="1425">
                  <c:v>28311.07</c:v>
                </c:pt>
                <c:pt idx="1426">
                  <c:v>29003.200000000001</c:v>
                </c:pt>
                <c:pt idx="1427">
                  <c:v>29363.02</c:v>
                </c:pt>
                <c:pt idx="1428">
                  <c:v>29209.82</c:v>
                </c:pt>
                <c:pt idx="1429">
                  <c:v>29605.01</c:v>
                </c:pt>
                <c:pt idx="1430">
                  <c:v>29549.8</c:v>
                </c:pt>
                <c:pt idx="1431">
                  <c:v>29805.83</c:v>
                </c:pt>
                <c:pt idx="1432">
                  <c:v>29963.24</c:v>
                </c:pt>
                <c:pt idx="1433">
                  <c:v>29963.26</c:v>
                </c:pt>
                <c:pt idx="1434">
                  <c:v>30124.68</c:v>
                </c:pt>
                <c:pt idx="1435">
                  <c:v>30129.87</c:v>
                </c:pt>
                <c:pt idx="1436">
                  <c:v>29810.720000000001</c:v>
                </c:pt>
                <c:pt idx="1437">
                  <c:v>29909.759999999998</c:v>
                </c:pt>
                <c:pt idx="1438">
                  <c:v>29839.45</c:v>
                </c:pt>
                <c:pt idx="1439">
                  <c:v>30119.56</c:v>
                </c:pt>
                <c:pt idx="1440">
                  <c:v>30157.49</c:v>
                </c:pt>
                <c:pt idx="1441">
                  <c:v>30077.15</c:v>
                </c:pt>
                <c:pt idx="1442">
                  <c:v>29936.32</c:v>
                </c:pt>
                <c:pt idx="1443">
                  <c:v>29986.39</c:v>
                </c:pt>
                <c:pt idx="1444">
                  <c:v>29624.67</c:v>
                </c:pt>
                <c:pt idx="1445">
                  <c:v>29562.02</c:v>
                </c:pt>
                <c:pt idx="1446">
                  <c:v>29051.360000000001</c:v>
                </c:pt>
                <c:pt idx="1447">
                  <c:v>28775.21</c:v>
                </c:pt>
                <c:pt idx="1448">
                  <c:v>28728.25</c:v>
                </c:pt>
                <c:pt idx="1449">
                  <c:v>28566.91</c:v>
                </c:pt>
                <c:pt idx="1450">
                  <c:v>28523.35</c:v>
                </c:pt>
                <c:pt idx="1451">
                  <c:v>29113.360000000001</c:v>
                </c:pt>
                <c:pt idx="1452">
                  <c:v>29071.56</c:v>
                </c:pt>
                <c:pt idx="1453">
                  <c:v>29320.97</c:v>
                </c:pt>
                <c:pt idx="1454">
                  <c:v>29466.28</c:v>
                </c:pt>
                <c:pt idx="1455">
                  <c:v>29409.01</c:v>
                </c:pt>
                <c:pt idx="1456">
                  <c:v>29012.26</c:v>
                </c:pt>
                <c:pt idx="1457">
                  <c:v>28851.39</c:v>
                </c:pt>
                <c:pt idx="1458">
                  <c:v>28807.45</c:v>
                </c:pt>
                <c:pt idx="1459">
                  <c:v>28920.87</c:v>
                </c:pt>
                <c:pt idx="1460">
                  <c:v>28503.3</c:v>
                </c:pt>
                <c:pt idx="1461">
                  <c:v>28228.42</c:v>
                </c:pt>
                <c:pt idx="1462">
                  <c:v>28779.45</c:v>
                </c:pt>
                <c:pt idx="1463">
                  <c:v>29037.599999999999</c:v>
                </c:pt>
                <c:pt idx="1464">
                  <c:v>28961.599999999999</c:v>
                </c:pt>
                <c:pt idx="1465">
                  <c:v>28959.59</c:v>
                </c:pt>
                <c:pt idx="1466">
                  <c:v>28812.17</c:v>
                </c:pt>
                <c:pt idx="1467">
                  <c:v>28633.18</c:v>
                </c:pt>
                <c:pt idx="1468">
                  <c:v>28757.439999999999</c:v>
                </c:pt>
                <c:pt idx="1469">
                  <c:v>28772.06</c:v>
                </c:pt>
                <c:pt idx="1470">
                  <c:v>28959.3</c:v>
                </c:pt>
                <c:pt idx="1471">
                  <c:v>28816.3</c:v>
                </c:pt>
                <c:pt idx="1472">
                  <c:v>28629.919999999998</c:v>
                </c:pt>
                <c:pt idx="1473">
                  <c:v>28514.05</c:v>
                </c:pt>
                <c:pt idx="1474">
                  <c:v>28228.13</c:v>
                </c:pt>
                <c:pt idx="1475">
                  <c:v>28347.01</c:v>
                </c:pt>
                <c:pt idx="1476">
                  <c:v>27900.84</c:v>
                </c:pt>
                <c:pt idx="1477">
                  <c:v>28432.05</c:v>
                </c:pt>
                <c:pt idx="1478">
                  <c:v>28497.59</c:v>
                </c:pt>
                <c:pt idx="1479">
                  <c:v>28171.33</c:v>
                </c:pt>
                <c:pt idx="1480">
                  <c:v>28143.84</c:v>
                </c:pt>
                <c:pt idx="1481">
                  <c:v>27642.85</c:v>
                </c:pt>
                <c:pt idx="1482">
                  <c:v>27531.68</c:v>
                </c:pt>
                <c:pt idx="1483">
                  <c:v>27576.959999999999</c:v>
                </c:pt>
                <c:pt idx="1484">
                  <c:v>27569.19</c:v>
                </c:pt>
                <c:pt idx="1485">
                  <c:v>27120.98</c:v>
                </c:pt>
                <c:pt idx="1486">
                  <c:v>27008.2</c:v>
                </c:pt>
                <c:pt idx="1487">
                  <c:v>27005.45</c:v>
                </c:pt>
                <c:pt idx="1488">
                  <c:v>27196.54</c:v>
                </c:pt>
                <c:pt idx="1489">
                  <c:v>27090.81</c:v>
                </c:pt>
                <c:pt idx="1490">
                  <c:v>26755.63</c:v>
                </c:pt>
                <c:pt idx="1491">
                  <c:v>26902.1</c:v>
                </c:pt>
                <c:pt idx="1492">
                  <c:v>26830.29</c:v>
                </c:pt>
                <c:pt idx="1493">
                  <c:v>26298.33</c:v>
                </c:pt>
                <c:pt idx="1494">
                  <c:v>26667.27</c:v>
                </c:pt>
                <c:pt idx="1495">
                  <c:v>26521.43</c:v>
                </c:pt>
                <c:pt idx="1496">
                  <c:v>26462.32</c:v>
                </c:pt>
                <c:pt idx="1497">
                  <c:v>25875.45</c:v>
                </c:pt>
                <c:pt idx="1498">
                  <c:v>25835.7</c:v>
                </c:pt>
                <c:pt idx="1499">
                  <c:v>25626.03</c:v>
                </c:pt>
                <c:pt idx="1500">
                  <c:v>25064.36</c:v>
                </c:pt>
                <c:pt idx="1501">
                  <c:v>25130.35</c:v>
                </c:pt>
                <c:pt idx="1502">
                  <c:v>25651.38</c:v>
                </c:pt>
                <c:pt idx="1503">
                  <c:v>25753.42</c:v>
                </c:pt>
                <c:pt idx="1504">
                  <c:v>25623.53</c:v>
                </c:pt>
                <c:pt idx="1505">
                  <c:v>25865.39</c:v>
                </c:pt>
                <c:pt idx="1506">
                  <c:v>25814.25</c:v>
                </c:pt>
                <c:pt idx="1507">
                  <c:v>26087.98</c:v>
                </c:pt>
                <c:pt idx="1508">
                  <c:v>26094.79</c:v>
                </c:pt>
                <c:pt idx="1509">
                  <c:v>26524.35</c:v>
                </c:pt>
                <c:pt idx="1510">
                  <c:v>26186.71</c:v>
                </c:pt>
                <c:pt idx="1511">
                  <c:v>25771.67</c:v>
                </c:pt>
                <c:pt idx="1512">
                  <c:v>25752.38</c:v>
                </c:pt>
                <c:pt idx="1513">
                  <c:v>26063.759999999998</c:v>
                </c:pt>
                <c:pt idx="1514">
                  <c:v>26156.38</c:v>
                </c:pt>
                <c:pt idx="1515">
                  <c:v>26819.68</c:v>
                </c:pt>
                <c:pt idx="1516">
                  <c:v>27260.44</c:v>
                </c:pt>
                <c:pt idx="1517">
                  <c:v>27182.04</c:v>
                </c:pt>
                <c:pt idx="1518">
                  <c:v>26506.75</c:v>
                </c:pt>
                <c:pt idx="1519">
                  <c:v>26451.03</c:v>
                </c:pt>
                <c:pt idx="1520">
                  <c:v>26682.560000000001</c:v>
                </c:pt>
                <c:pt idx="1521">
                  <c:v>26331.96</c:v>
                </c:pt>
                <c:pt idx="1522">
                  <c:v>26376.18</c:v>
                </c:pt>
                <c:pt idx="1523">
                  <c:v>25927.68</c:v>
                </c:pt>
                <c:pt idx="1524">
                  <c:v>26019.41</c:v>
                </c:pt>
                <c:pt idx="1525">
                  <c:v>25971.47</c:v>
                </c:pt>
                <c:pt idx="1526">
                  <c:v>25840.34</c:v>
                </c:pt>
                <c:pt idx="1527">
                  <c:v>26372</c:v>
                </c:pt>
                <c:pt idx="1528">
                  <c:v>26183.53</c:v>
                </c:pt>
                <c:pt idx="1529">
                  <c:v>26103.34</c:v>
                </c:pt>
                <c:pt idx="1530">
                  <c:v>25654.43</c:v>
                </c:pt>
                <c:pt idx="1531">
                  <c:v>25792.87</c:v>
                </c:pt>
                <c:pt idx="1532">
                  <c:v>25633.18</c:v>
                </c:pt>
                <c:pt idx="1533">
                  <c:v>25601.919999999998</c:v>
                </c:pt>
                <c:pt idx="1534">
                  <c:v>26227.72</c:v>
                </c:pt>
                <c:pt idx="1535">
                  <c:v>26147.69</c:v>
                </c:pt>
                <c:pt idx="1536">
                  <c:v>26120.959999999999</c:v>
                </c:pt>
                <c:pt idx="1537">
                  <c:v>25934.39</c:v>
                </c:pt>
                <c:pt idx="1538">
                  <c:v>26486.35</c:v>
                </c:pt>
                <c:pt idx="1539">
                  <c:v>25416</c:v>
                </c:pt>
                <c:pt idx="1540">
                  <c:v>24979.69</c:v>
                </c:pt>
                <c:pt idx="1541">
                  <c:v>24585.53</c:v>
                </c:pt>
                <c:pt idx="1542">
                  <c:v>24812.04</c:v>
                </c:pt>
                <c:pt idx="1543">
                  <c:v>24717.63</c:v>
                </c:pt>
                <c:pt idx="1544">
                  <c:v>24994.46</c:v>
                </c:pt>
                <c:pt idx="1545">
                  <c:v>25249.78</c:v>
                </c:pt>
                <c:pt idx="1546">
                  <c:v>25346.55</c:v>
                </c:pt>
                <c:pt idx="1547">
                  <c:v>26153.15</c:v>
                </c:pt>
                <c:pt idx="1548">
                  <c:v>25561.4</c:v>
                </c:pt>
                <c:pt idx="1549">
                  <c:v>25454.55</c:v>
                </c:pt>
                <c:pt idx="1550">
                  <c:v>25462.26</c:v>
                </c:pt>
                <c:pt idx="1551">
                  <c:v>25445.06</c:v>
                </c:pt>
                <c:pt idx="1552">
                  <c:v>25801.49</c:v>
                </c:pt>
                <c:pt idx="1553">
                  <c:v>25266.37</c:v>
                </c:pt>
                <c:pt idx="1554">
                  <c:v>26193.07</c:v>
                </c:pt>
                <c:pt idx="1555">
                  <c:v>26172.91</c:v>
                </c:pt>
                <c:pt idx="1556">
                  <c:v>26202.57</c:v>
                </c:pt>
                <c:pt idx="1557">
                  <c:v>27816.87</c:v>
                </c:pt>
                <c:pt idx="1558">
                  <c:v>27407.37</c:v>
                </c:pt>
                <c:pt idx="1559">
                  <c:v>27084.66</c:v>
                </c:pt>
                <c:pt idx="1560">
                  <c:v>26932.85</c:v>
                </c:pt>
                <c:pt idx="1561">
                  <c:v>27286.41</c:v>
                </c:pt>
                <c:pt idx="1562">
                  <c:v>27014.49</c:v>
                </c:pt>
                <c:pt idx="1563">
                  <c:v>26345.040000000001</c:v>
                </c:pt>
                <c:pt idx="1564">
                  <c:v>26422.55</c:v>
                </c:pt>
                <c:pt idx="1565">
                  <c:v>26613.42</c:v>
                </c:pt>
                <c:pt idx="1566">
                  <c:v>26973.47</c:v>
                </c:pt>
                <c:pt idx="1567">
                  <c:v>26974.82</c:v>
                </c:pt>
                <c:pt idx="1568">
                  <c:v>27243.85</c:v>
                </c:pt>
                <c:pt idx="1569">
                  <c:v>27973.34</c:v>
                </c:pt>
                <c:pt idx="1570">
                  <c:v>27712.54</c:v>
                </c:pt>
                <c:pt idx="1571">
                  <c:v>27888.55</c:v>
                </c:pt>
                <c:pt idx="1572">
                  <c:v>28164.05</c:v>
                </c:pt>
                <c:pt idx="1573">
                  <c:v>28416.44</c:v>
                </c:pt>
                <c:pt idx="1574">
                  <c:v>28351.62</c:v>
                </c:pt>
                <c:pt idx="1575">
                  <c:v>28271.27</c:v>
                </c:pt>
                <c:pt idx="1576">
                  <c:v>27671.87</c:v>
                </c:pt>
                <c:pt idx="1577">
                  <c:v>27790.46</c:v>
                </c:pt>
                <c:pt idx="1578">
                  <c:v>27927.58</c:v>
                </c:pt>
                <c:pt idx="1579">
                  <c:v>27752.79</c:v>
                </c:pt>
                <c:pt idx="1580">
                  <c:v>27598.02</c:v>
                </c:pt>
                <c:pt idx="1581">
                  <c:v>27213.41</c:v>
                </c:pt>
                <c:pt idx="1582">
                  <c:v>27100.06</c:v>
                </c:pt>
                <c:pt idx="1583">
                  <c:v>27323.59</c:v>
                </c:pt>
                <c:pt idx="1584">
                  <c:v>27752.93</c:v>
                </c:pt>
                <c:pt idx="1585">
                  <c:v>27936.57</c:v>
                </c:pt>
                <c:pt idx="1586">
                  <c:v>28366.62</c:v>
                </c:pt>
                <c:pt idx="1587">
                  <c:v>28607.3</c:v>
                </c:pt>
                <c:pt idx="1588">
                  <c:v>28359.14</c:v>
                </c:pt>
                <c:pt idx="1589">
                  <c:v>28248.880000000001</c:v>
                </c:pt>
                <c:pt idx="1590">
                  <c:v>27819.56</c:v>
                </c:pt>
                <c:pt idx="1591">
                  <c:v>27676.32</c:v>
                </c:pt>
                <c:pt idx="1592">
                  <c:v>27714.560000000001</c:v>
                </c:pt>
                <c:pt idx="1593">
                  <c:v>28340.74</c:v>
                </c:pt>
                <c:pt idx="1594">
                  <c:v>28583.01</c:v>
                </c:pt>
                <c:pt idx="1595">
                  <c:v>28733.13</c:v>
                </c:pt>
                <c:pt idx="1596">
                  <c:v>28804.28</c:v>
                </c:pt>
                <c:pt idx="1597">
                  <c:v>28781.14</c:v>
                </c:pt>
                <c:pt idx="1598">
                  <c:v>28920.9</c:v>
                </c:pt>
                <c:pt idx="1599">
                  <c:v>28662.57</c:v>
                </c:pt>
                <c:pt idx="1600">
                  <c:v>28256.12</c:v>
                </c:pt>
                <c:pt idx="1601">
                  <c:v>28224.48</c:v>
                </c:pt>
                <c:pt idx="1602">
                  <c:v>28010.86</c:v>
                </c:pt>
                <c:pt idx="1603">
                  <c:v>28117.42</c:v>
                </c:pt>
                <c:pt idx="1604">
                  <c:v>28181.68</c:v>
                </c:pt>
                <c:pt idx="1605">
                  <c:v>28539.66</c:v>
                </c:pt>
                <c:pt idx="1606">
                  <c:v>28525.439999999999</c:v>
                </c:pt>
                <c:pt idx="1607">
                  <c:v>28480.83</c:v>
                </c:pt>
                <c:pt idx="1608">
                  <c:v>28311.69</c:v>
                </c:pt>
                <c:pt idx="1609">
                  <c:v>28682.25</c:v>
                </c:pt>
                <c:pt idx="1610">
                  <c:v>28688.5</c:v>
                </c:pt>
                <c:pt idx="1611">
                  <c:v>28315.62</c:v>
                </c:pt>
                <c:pt idx="1612">
                  <c:v>28182.09</c:v>
                </c:pt>
                <c:pt idx="1613">
                  <c:v>28241.67</c:v>
                </c:pt>
                <c:pt idx="1614">
                  <c:v>28545.57</c:v>
                </c:pt>
                <c:pt idx="1615">
                  <c:v>28955.11</c:v>
                </c:pt>
                <c:pt idx="1616">
                  <c:v>28497.32</c:v>
                </c:pt>
                <c:pt idx="1617">
                  <c:v>28356.26</c:v>
                </c:pt>
                <c:pt idx="1618">
                  <c:v>28881.4</c:v>
                </c:pt>
                <c:pt idx="1619">
                  <c:v>28961.39</c:v>
                </c:pt>
                <c:pt idx="1620">
                  <c:v>29338.7</c:v>
                </c:pt>
                <c:pt idx="1621">
                  <c:v>29296.05</c:v>
                </c:pt>
                <c:pt idx="1622">
                  <c:v>29696.17</c:v>
                </c:pt>
                <c:pt idx="1623">
                  <c:v>29468.15</c:v>
                </c:pt>
                <c:pt idx="1624">
                  <c:v>30309.49</c:v>
                </c:pt>
                <c:pt idx="1625">
                  <c:v>30440.17</c:v>
                </c:pt>
                <c:pt idx="1626">
                  <c:v>30725.15</c:v>
                </c:pt>
                <c:pt idx="1627">
                  <c:v>31103.06</c:v>
                </c:pt>
                <c:pt idx="1628">
                  <c:v>31063.7</c:v>
                </c:pt>
                <c:pt idx="1629">
                  <c:v>30958.21</c:v>
                </c:pt>
                <c:pt idx="1630">
                  <c:v>31512.63</c:v>
                </c:pt>
                <c:pt idx="1631">
                  <c:v>31259.1</c:v>
                </c:pt>
                <c:pt idx="1632">
                  <c:v>31093.45</c:v>
                </c:pt>
                <c:pt idx="1633">
                  <c:v>30997.98</c:v>
                </c:pt>
                <c:pt idx="1634">
                  <c:v>30492.91</c:v>
                </c:pt>
                <c:pt idx="1635">
                  <c:v>30468.560000000001</c:v>
                </c:pt>
                <c:pt idx="1636">
                  <c:v>30056.79</c:v>
                </c:pt>
                <c:pt idx="1637">
                  <c:v>30484.58</c:v>
                </c:pt>
                <c:pt idx="1638">
                  <c:v>30792.26</c:v>
                </c:pt>
                <c:pt idx="1639">
                  <c:v>30588.04</c:v>
                </c:pt>
                <c:pt idx="1640">
                  <c:v>30760.41</c:v>
                </c:pt>
                <c:pt idx="1641">
                  <c:v>30665.64</c:v>
                </c:pt>
                <c:pt idx="1642">
                  <c:v>31234.35</c:v>
                </c:pt>
                <c:pt idx="1643">
                  <c:v>31047.91</c:v>
                </c:pt>
                <c:pt idx="1644">
                  <c:v>30942.15</c:v>
                </c:pt>
                <c:pt idx="1645">
                  <c:v>31110.2</c:v>
                </c:pt>
                <c:pt idx="1646">
                  <c:v>31152.03</c:v>
                </c:pt>
                <c:pt idx="1647">
                  <c:v>31541.08</c:v>
                </c:pt>
                <c:pt idx="1648">
                  <c:v>31122.06</c:v>
                </c:pt>
                <c:pt idx="1649">
                  <c:v>30809.22</c:v>
                </c:pt>
                <c:pt idx="1650">
                  <c:v>30536.14</c:v>
                </c:pt>
                <c:pt idx="1651">
                  <c:v>30402.81</c:v>
                </c:pt>
                <c:pt idx="1652">
                  <c:v>29994.26</c:v>
                </c:pt>
                <c:pt idx="1653">
                  <c:v>29926.5</c:v>
                </c:pt>
                <c:pt idx="1654">
                  <c:v>30313.37</c:v>
                </c:pt>
                <c:pt idx="1655">
                  <c:v>30723.88</c:v>
                </c:pt>
                <c:pt idx="1656">
                  <c:v>30328.15</c:v>
                </c:pt>
                <c:pt idx="1657">
                  <c:v>30636.240000000002</c:v>
                </c:pt>
                <c:pt idx="1658">
                  <c:v>30254.400000000001</c:v>
                </c:pt>
                <c:pt idx="1659">
                  <c:v>30418.33</c:v>
                </c:pt>
                <c:pt idx="1660">
                  <c:v>30708.44</c:v>
                </c:pt>
                <c:pt idx="1661">
                  <c:v>30284.25</c:v>
                </c:pt>
                <c:pt idx="1662">
                  <c:v>30062.75</c:v>
                </c:pt>
                <c:pt idx="1663">
                  <c:v>30315.59</c:v>
                </c:pt>
                <c:pt idx="1664">
                  <c:v>30808.38</c:v>
                </c:pt>
                <c:pt idx="1665">
                  <c:v>30831.279999999999</c:v>
                </c:pt>
                <c:pt idx="1666">
                  <c:v>30897.71</c:v>
                </c:pt>
                <c:pt idx="1667">
                  <c:v>30728.74</c:v>
                </c:pt>
                <c:pt idx="1668">
                  <c:v>30229.58</c:v>
                </c:pt>
                <c:pt idx="1669">
                  <c:v>30093.38</c:v>
                </c:pt>
                <c:pt idx="1670">
                  <c:v>30022.53</c:v>
                </c:pt>
                <c:pt idx="1671">
                  <c:v>30790.83</c:v>
                </c:pt>
                <c:pt idx="1672">
                  <c:v>30548.77</c:v>
                </c:pt>
                <c:pt idx="1673">
                  <c:v>30309.29</c:v>
                </c:pt>
                <c:pt idx="1674">
                  <c:v>31071.05</c:v>
                </c:pt>
                <c:pt idx="1675">
                  <c:v>31414.52</c:v>
                </c:pt>
                <c:pt idx="1676">
                  <c:v>31549.93</c:v>
                </c:pt>
                <c:pt idx="1677">
                  <c:v>31513.759999999998</c:v>
                </c:pt>
                <c:pt idx="1678">
                  <c:v>31501.97</c:v>
                </c:pt>
                <c:pt idx="1679">
                  <c:v>31541.1</c:v>
                </c:pt>
                <c:pt idx="1680">
                  <c:v>31435.01</c:v>
                </c:pt>
                <c:pt idx="1681">
                  <c:v>31601.45</c:v>
                </c:pt>
                <c:pt idx="1682">
                  <c:v>31594.33</c:v>
                </c:pt>
                <c:pt idx="1683">
                  <c:v>30996.21</c:v>
                </c:pt>
                <c:pt idx="1684">
                  <c:v>30654.52</c:v>
                </c:pt>
                <c:pt idx="1685">
                  <c:v>30196.92</c:v>
                </c:pt>
                <c:pt idx="1686">
                  <c:v>30510.73</c:v>
                </c:pt>
                <c:pt idx="1687">
                  <c:v>29886.39</c:v>
                </c:pt>
                <c:pt idx="1688">
                  <c:v>30583.45</c:v>
                </c:pt>
                <c:pt idx="1689">
                  <c:v>31044.25</c:v>
                </c:pt>
                <c:pt idx="1690">
                  <c:v>30844.720000000001</c:v>
                </c:pt>
                <c:pt idx="1691">
                  <c:v>31268.66</c:v>
                </c:pt>
                <c:pt idx="1692">
                  <c:v>31498.6</c:v>
                </c:pt>
                <c:pt idx="1693">
                  <c:v>31267.17</c:v>
                </c:pt>
                <c:pt idx="1694">
                  <c:v>30965.68</c:v>
                </c:pt>
                <c:pt idx="1695">
                  <c:v>29459.63</c:v>
                </c:pt>
                <c:pt idx="1696">
                  <c:v>29507.42</c:v>
                </c:pt>
                <c:pt idx="1697">
                  <c:v>30451.27</c:v>
                </c:pt>
                <c:pt idx="1698">
                  <c:v>30323.200000000001</c:v>
                </c:pt>
                <c:pt idx="1699">
                  <c:v>30595.42</c:v>
                </c:pt>
                <c:pt idx="1700">
                  <c:v>32245.22</c:v>
                </c:pt>
                <c:pt idx="1701">
                  <c:v>32601.78</c:v>
                </c:pt>
                <c:pt idx="1702">
                  <c:v>32642.09</c:v>
                </c:pt>
                <c:pt idx="1703">
                  <c:v>32887.269999999997</c:v>
                </c:pt>
                <c:pt idx="1704">
                  <c:v>32607.29</c:v>
                </c:pt>
                <c:pt idx="1705">
                  <c:v>32966.89</c:v>
                </c:pt>
                <c:pt idx="1706">
                  <c:v>33154.120000000003</c:v>
                </c:pt>
                <c:pt idx="1707">
                  <c:v>32654.45</c:v>
                </c:pt>
                <c:pt idx="1708">
                  <c:v>32958.69</c:v>
                </c:pt>
                <c:pt idx="1709">
                  <c:v>32930.699999999997</c:v>
                </c:pt>
                <c:pt idx="1710">
                  <c:v>32393.41</c:v>
                </c:pt>
                <c:pt idx="1711">
                  <c:v>32254.89</c:v>
                </c:pt>
                <c:pt idx="1712">
                  <c:v>32121.94</c:v>
                </c:pt>
                <c:pt idx="1713">
                  <c:v>31983.41</c:v>
                </c:pt>
                <c:pt idx="1714">
                  <c:v>31904.75</c:v>
                </c:pt>
                <c:pt idx="1715">
                  <c:v>31338.87</c:v>
                </c:pt>
                <c:pt idx="1716">
                  <c:v>31412.54</c:v>
                </c:pt>
                <c:pt idx="1717">
                  <c:v>31120.39</c:v>
                </c:pt>
                <c:pt idx="1718">
                  <c:v>31073.72</c:v>
                </c:pt>
                <c:pt idx="1719">
                  <c:v>31011.41</c:v>
                </c:pt>
                <c:pt idx="1720">
                  <c:v>30899.53</c:v>
                </c:pt>
                <c:pt idx="1721">
                  <c:v>30814.639999999999</c:v>
                </c:pt>
                <c:pt idx="1722">
                  <c:v>30736.48</c:v>
                </c:pt>
                <c:pt idx="1723">
                  <c:v>30560.95</c:v>
                </c:pt>
                <c:pt idx="1724">
                  <c:v>30515.31</c:v>
                </c:pt>
                <c:pt idx="1725">
                  <c:v>29919.15</c:v>
                </c:pt>
                <c:pt idx="1726">
                  <c:v>29863.71</c:v>
                </c:pt>
                <c:pt idx="1727">
                  <c:v>29597.66</c:v>
                </c:pt>
                <c:pt idx="1728">
                  <c:v>29578.01</c:v>
                </c:pt>
                <c:pt idx="1729">
                  <c:v>29367.06</c:v>
                </c:pt>
                <c:pt idx="1730">
                  <c:v>29234.09</c:v>
                </c:pt>
                <c:pt idx="1731">
                  <c:v>29253.66</c:v>
                </c:pt>
                <c:pt idx="1732">
                  <c:v>29050.41</c:v>
                </c:pt>
                <c:pt idx="1733">
                  <c:v>28848.11</c:v>
                </c:pt>
                <c:pt idx="1734">
                  <c:v>29166.38</c:v>
                </c:pt>
                <c:pt idx="1735">
                  <c:v>29222.1</c:v>
                </c:pt>
                <c:pt idx="1736">
                  <c:v>28793.88</c:v>
                </c:pt>
                <c:pt idx="1737">
                  <c:v>28965.29</c:v>
                </c:pt>
                <c:pt idx="1738">
                  <c:v>28639.85</c:v>
                </c:pt>
                <c:pt idx="1739">
                  <c:v>28303.19</c:v>
                </c:pt>
                <c:pt idx="1740">
                  <c:v>28224.799999999999</c:v>
                </c:pt>
                <c:pt idx="1741">
                  <c:v>28842.799999999999</c:v>
                </c:pt>
                <c:pt idx="1742">
                  <c:v>29138.28</c:v>
                </c:pt>
                <c:pt idx="1743">
                  <c:v>29074.240000000002</c:v>
                </c:pt>
                <c:pt idx="1744">
                  <c:v>29177.35</c:v>
                </c:pt>
                <c:pt idx="1745">
                  <c:v>29623.83</c:v>
                </c:pt>
                <c:pt idx="1746">
                  <c:v>29680.85</c:v>
                </c:pt>
              </c:numCache>
            </c:numRef>
          </c:val>
          <c:smooth val="1"/>
          <c:extLst>
            <c:ext xmlns:c16="http://schemas.microsoft.com/office/drawing/2014/chart" uri="{C3380CC4-5D6E-409C-BE32-E72D297353CC}">
              <c16:uniqueId val="{00000000-B038-4E4F-B5CF-231945A9D081}"/>
            </c:ext>
          </c:extLst>
        </c:ser>
        <c:dLbls>
          <c:showLegendKey val="0"/>
          <c:showVal val="0"/>
          <c:showCatName val="0"/>
          <c:showSerName val="0"/>
          <c:showPercent val="0"/>
          <c:showBubbleSize val="0"/>
        </c:dLbls>
        <c:marker val="1"/>
        <c:smooth val="0"/>
        <c:axId val="2000001504"/>
        <c:axId val="2000001505"/>
      </c:lineChart>
      <c:lineChart>
        <c:grouping val="standard"/>
        <c:varyColors val="0"/>
        <c:ser>
          <c:idx val="1"/>
          <c:order val="1"/>
          <c:tx>
            <c:strRef>
              <c:f>'22-23 南向资金 (3)'!$D$3</c:f>
              <c:strCache>
                <c:ptCount val="1"/>
                <c:pt idx="0">
                  <c:v>港股通:买入成交净额(5日移动平均，亿港元)</c:v>
                </c:pt>
              </c:strCache>
            </c:strRef>
          </c:tx>
          <c:spPr>
            <a:ln>
              <a:solidFill>
                <a:srgbClr val="2C3160"/>
              </a:solidFill>
              <a:prstDash val="solid"/>
            </a:ln>
          </c:spPr>
          <c:marker>
            <c:symbol val="none"/>
          </c:marker>
          <c:cat>
            <c:numRef>
              <c:f>'22-23 南向资金 (3)'!$A$4:$A$1750</c:f>
              <c:numCache>
                <c:formatCode>yyyy\-mm\-dd</c:formatCode>
                <c:ptCount val="1747"/>
                <c:pt idx="0">
                  <c:v>45860</c:v>
                </c:pt>
                <c:pt idx="1">
                  <c:v>45859</c:v>
                </c:pt>
                <c:pt idx="2">
                  <c:v>45856</c:v>
                </c:pt>
                <c:pt idx="3">
                  <c:v>45855</c:v>
                </c:pt>
                <c:pt idx="4">
                  <c:v>45854</c:v>
                </c:pt>
                <c:pt idx="5">
                  <c:v>45853</c:v>
                </c:pt>
                <c:pt idx="6">
                  <c:v>45852</c:v>
                </c:pt>
                <c:pt idx="7">
                  <c:v>45849</c:v>
                </c:pt>
                <c:pt idx="8">
                  <c:v>45848</c:v>
                </c:pt>
                <c:pt idx="9">
                  <c:v>45847</c:v>
                </c:pt>
                <c:pt idx="10">
                  <c:v>45846</c:v>
                </c:pt>
                <c:pt idx="11">
                  <c:v>45845</c:v>
                </c:pt>
                <c:pt idx="12">
                  <c:v>45842</c:v>
                </c:pt>
                <c:pt idx="13">
                  <c:v>45841</c:v>
                </c:pt>
                <c:pt idx="14">
                  <c:v>45840</c:v>
                </c:pt>
                <c:pt idx="15">
                  <c:v>45838</c:v>
                </c:pt>
                <c:pt idx="16">
                  <c:v>45835</c:v>
                </c:pt>
                <c:pt idx="17">
                  <c:v>45834</c:v>
                </c:pt>
                <c:pt idx="18">
                  <c:v>45833</c:v>
                </c:pt>
                <c:pt idx="19">
                  <c:v>45832</c:v>
                </c:pt>
                <c:pt idx="20">
                  <c:v>45831</c:v>
                </c:pt>
                <c:pt idx="21">
                  <c:v>45828</c:v>
                </c:pt>
                <c:pt idx="22">
                  <c:v>45827</c:v>
                </c:pt>
                <c:pt idx="23">
                  <c:v>45826</c:v>
                </c:pt>
                <c:pt idx="24">
                  <c:v>45825</c:v>
                </c:pt>
                <c:pt idx="25">
                  <c:v>45824</c:v>
                </c:pt>
                <c:pt idx="26">
                  <c:v>45821</c:v>
                </c:pt>
                <c:pt idx="27">
                  <c:v>45820</c:v>
                </c:pt>
                <c:pt idx="28">
                  <c:v>45819</c:v>
                </c:pt>
                <c:pt idx="29">
                  <c:v>45818</c:v>
                </c:pt>
                <c:pt idx="30">
                  <c:v>45817</c:v>
                </c:pt>
                <c:pt idx="31">
                  <c:v>45814</c:v>
                </c:pt>
                <c:pt idx="32">
                  <c:v>45813</c:v>
                </c:pt>
                <c:pt idx="33">
                  <c:v>45812</c:v>
                </c:pt>
                <c:pt idx="34">
                  <c:v>45811</c:v>
                </c:pt>
                <c:pt idx="35">
                  <c:v>45807</c:v>
                </c:pt>
                <c:pt idx="36">
                  <c:v>45806</c:v>
                </c:pt>
                <c:pt idx="37">
                  <c:v>45805</c:v>
                </c:pt>
                <c:pt idx="38">
                  <c:v>45804</c:v>
                </c:pt>
                <c:pt idx="39">
                  <c:v>45803</c:v>
                </c:pt>
                <c:pt idx="40">
                  <c:v>45800</c:v>
                </c:pt>
                <c:pt idx="41">
                  <c:v>45799</c:v>
                </c:pt>
                <c:pt idx="42">
                  <c:v>45798</c:v>
                </c:pt>
                <c:pt idx="43">
                  <c:v>45797</c:v>
                </c:pt>
                <c:pt idx="44">
                  <c:v>45796</c:v>
                </c:pt>
                <c:pt idx="45">
                  <c:v>45793</c:v>
                </c:pt>
                <c:pt idx="46">
                  <c:v>45792</c:v>
                </c:pt>
                <c:pt idx="47">
                  <c:v>45791</c:v>
                </c:pt>
                <c:pt idx="48">
                  <c:v>45790</c:v>
                </c:pt>
                <c:pt idx="49">
                  <c:v>45789</c:v>
                </c:pt>
                <c:pt idx="50">
                  <c:v>45786</c:v>
                </c:pt>
                <c:pt idx="51">
                  <c:v>45785</c:v>
                </c:pt>
                <c:pt idx="52">
                  <c:v>45784</c:v>
                </c:pt>
                <c:pt idx="53">
                  <c:v>45783</c:v>
                </c:pt>
                <c:pt idx="54">
                  <c:v>45777</c:v>
                </c:pt>
                <c:pt idx="55">
                  <c:v>45776</c:v>
                </c:pt>
                <c:pt idx="56">
                  <c:v>45775</c:v>
                </c:pt>
                <c:pt idx="57">
                  <c:v>45772</c:v>
                </c:pt>
                <c:pt idx="58">
                  <c:v>45771</c:v>
                </c:pt>
                <c:pt idx="59">
                  <c:v>45770</c:v>
                </c:pt>
                <c:pt idx="60">
                  <c:v>45769</c:v>
                </c:pt>
                <c:pt idx="61">
                  <c:v>45764</c:v>
                </c:pt>
                <c:pt idx="62">
                  <c:v>45763</c:v>
                </c:pt>
                <c:pt idx="63">
                  <c:v>45762</c:v>
                </c:pt>
                <c:pt idx="64">
                  <c:v>45761</c:v>
                </c:pt>
                <c:pt idx="65">
                  <c:v>45758</c:v>
                </c:pt>
                <c:pt idx="66">
                  <c:v>45757</c:v>
                </c:pt>
                <c:pt idx="67">
                  <c:v>45756</c:v>
                </c:pt>
                <c:pt idx="68">
                  <c:v>45755</c:v>
                </c:pt>
                <c:pt idx="69">
                  <c:v>45754</c:v>
                </c:pt>
                <c:pt idx="70">
                  <c:v>45750</c:v>
                </c:pt>
                <c:pt idx="71">
                  <c:v>45749</c:v>
                </c:pt>
                <c:pt idx="72">
                  <c:v>45748</c:v>
                </c:pt>
                <c:pt idx="73">
                  <c:v>45747</c:v>
                </c:pt>
                <c:pt idx="74">
                  <c:v>45744</c:v>
                </c:pt>
                <c:pt idx="75">
                  <c:v>45743</c:v>
                </c:pt>
                <c:pt idx="76">
                  <c:v>45742</c:v>
                </c:pt>
                <c:pt idx="77">
                  <c:v>45741</c:v>
                </c:pt>
                <c:pt idx="78">
                  <c:v>45740</c:v>
                </c:pt>
                <c:pt idx="79">
                  <c:v>45737</c:v>
                </c:pt>
                <c:pt idx="80">
                  <c:v>45736</c:v>
                </c:pt>
                <c:pt idx="81">
                  <c:v>45735</c:v>
                </c:pt>
                <c:pt idx="82">
                  <c:v>45734</c:v>
                </c:pt>
                <c:pt idx="83">
                  <c:v>45733</c:v>
                </c:pt>
                <c:pt idx="84">
                  <c:v>45730</c:v>
                </c:pt>
                <c:pt idx="85">
                  <c:v>45729</c:v>
                </c:pt>
                <c:pt idx="86">
                  <c:v>45728</c:v>
                </c:pt>
                <c:pt idx="87">
                  <c:v>45727</c:v>
                </c:pt>
                <c:pt idx="88">
                  <c:v>45726</c:v>
                </c:pt>
                <c:pt idx="89">
                  <c:v>45723</c:v>
                </c:pt>
                <c:pt idx="90">
                  <c:v>45722</c:v>
                </c:pt>
                <c:pt idx="91">
                  <c:v>45721</c:v>
                </c:pt>
                <c:pt idx="92">
                  <c:v>45720</c:v>
                </c:pt>
                <c:pt idx="93">
                  <c:v>45719</c:v>
                </c:pt>
                <c:pt idx="94">
                  <c:v>45716</c:v>
                </c:pt>
                <c:pt idx="95">
                  <c:v>45715</c:v>
                </c:pt>
                <c:pt idx="96">
                  <c:v>45714</c:v>
                </c:pt>
                <c:pt idx="97">
                  <c:v>45713</c:v>
                </c:pt>
                <c:pt idx="98">
                  <c:v>45712</c:v>
                </c:pt>
                <c:pt idx="99">
                  <c:v>45709</c:v>
                </c:pt>
                <c:pt idx="100">
                  <c:v>45708</c:v>
                </c:pt>
                <c:pt idx="101">
                  <c:v>45707</c:v>
                </c:pt>
                <c:pt idx="102">
                  <c:v>45706</c:v>
                </c:pt>
                <c:pt idx="103">
                  <c:v>45705</c:v>
                </c:pt>
                <c:pt idx="104">
                  <c:v>45702</c:v>
                </c:pt>
                <c:pt idx="105">
                  <c:v>45701</c:v>
                </c:pt>
                <c:pt idx="106">
                  <c:v>45700</c:v>
                </c:pt>
                <c:pt idx="107">
                  <c:v>45699</c:v>
                </c:pt>
                <c:pt idx="108">
                  <c:v>45698</c:v>
                </c:pt>
                <c:pt idx="109">
                  <c:v>45695</c:v>
                </c:pt>
                <c:pt idx="110">
                  <c:v>45694</c:v>
                </c:pt>
                <c:pt idx="111">
                  <c:v>45693</c:v>
                </c:pt>
                <c:pt idx="112">
                  <c:v>45684</c:v>
                </c:pt>
                <c:pt idx="113">
                  <c:v>45681</c:v>
                </c:pt>
                <c:pt idx="114">
                  <c:v>45680</c:v>
                </c:pt>
                <c:pt idx="115">
                  <c:v>45679</c:v>
                </c:pt>
                <c:pt idx="116">
                  <c:v>45678</c:v>
                </c:pt>
                <c:pt idx="117">
                  <c:v>45677</c:v>
                </c:pt>
                <c:pt idx="118">
                  <c:v>45674</c:v>
                </c:pt>
                <c:pt idx="119">
                  <c:v>45673</c:v>
                </c:pt>
                <c:pt idx="120">
                  <c:v>45672</c:v>
                </c:pt>
                <c:pt idx="121">
                  <c:v>45671</c:v>
                </c:pt>
                <c:pt idx="122">
                  <c:v>45670</c:v>
                </c:pt>
                <c:pt idx="123">
                  <c:v>45667</c:v>
                </c:pt>
                <c:pt idx="124">
                  <c:v>45666</c:v>
                </c:pt>
                <c:pt idx="125">
                  <c:v>45665</c:v>
                </c:pt>
                <c:pt idx="126">
                  <c:v>45664</c:v>
                </c:pt>
                <c:pt idx="127">
                  <c:v>45663</c:v>
                </c:pt>
                <c:pt idx="128">
                  <c:v>45660</c:v>
                </c:pt>
                <c:pt idx="129">
                  <c:v>45659</c:v>
                </c:pt>
                <c:pt idx="130">
                  <c:v>45657</c:v>
                </c:pt>
                <c:pt idx="131">
                  <c:v>45656</c:v>
                </c:pt>
                <c:pt idx="132">
                  <c:v>45653</c:v>
                </c:pt>
                <c:pt idx="133">
                  <c:v>45650</c:v>
                </c:pt>
                <c:pt idx="134">
                  <c:v>45649</c:v>
                </c:pt>
                <c:pt idx="135">
                  <c:v>45646</c:v>
                </c:pt>
                <c:pt idx="136">
                  <c:v>45645</c:v>
                </c:pt>
                <c:pt idx="137">
                  <c:v>45644</c:v>
                </c:pt>
                <c:pt idx="138">
                  <c:v>45643</c:v>
                </c:pt>
                <c:pt idx="139">
                  <c:v>45642</c:v>
                </c:pt>
                <c:pt idx="140">
                  <c:v>45639</c:v>
                </c:pt>
                <c:pt idx="141">
                  <c:v>45638</c:v>
                </c:pt>
                <c:pt idx="142">
                  <c:v>45637</c:v>
                </c:pt>
                <c:pt idx="143">
                  <c:v>45636</c:v>
                </c:pt>
                <c:pt idx="144">
                  <c:v>45635</c:v>
                </c:pt>
                <c:pt idx="145">
                  <c:v>45632</c:v>
                </c:pt>
                <c:pt idx="146">
                  <c:v>45631</c:v>
                </c:pt>
                <c:pt idx="147">
                  <c:v>45630</c:v>
                </c:pt>
                <c:pt idx="148">
                  <c:v>45629</c:v>
                </c:pt>
                <c:pt idx="149">
                  <c:v>45628</c:v>
                </c:pt>
                <c:pt idx="150">
                  <c:v>45625</c:v>
                </c:pt>
                <c:pt idx="151">
                  <c:v>45624</c:v>
                </c:pt>
                <c:pt idx="152">
                  <c:v>45623</c:v>
                </c:pt>
                <c:pt idx="153">
                  <c:v>45622</c:v>
                </c:pt>
                <c:pt idx="154">
                  <c:v>45621</c:v>
                </c:pt>
                <c:pt idx="155">
                  <c:v>45618</c:v>
                </c:pt>
                <c:pt idx="156">
                  <c:v>45617</c:v>
                </c:pt>
                <c:pt idx="157">
                  <c:v>45616</c:v>
                </c:pt>
                <c:pt idx="158">
                  <c:v>45615</c:v>
                </c:pt>
                <c:pt idx="159">
                  <c:v>45614</c:v>
                </c:pt>
                <c:pt idx="160">
                  <c:v>45611</c:v>
                </c:pt>
                <c:pt idx="161">
                  <c:v>45610</c:v>
                </c:pt>
                <c:pt idx="162">
                  <c:v>45609</c:v>
                </c:pt>
                <c:pt idx="163">
                  <c:v>45608</c:v>
                </c:pt>
                <c:pt idx="164">
                  <c:v>45607</c:v>
                </c:pt>
                <c:pt idx="165">
                  <c:v>45604</c:v>
                </c:pt>
                <c:pt idx="166">
                  <c:v>45603</c:v>
                </c:pt>
                <c:pt idx="167">
                  <c:v>45602</c:v>
                </c:pt>
                <c:pt idx="168">
                  <c:v>45601</c:v>
                </c:pt>
                <c:pt idx="169">
                  <c:v>45600</c:v>
                </c:pt>
                <c:pt idx="170">
                  <c:v>45597</c:v>
                </c:pt>
                <c:pt idx="171">
                  <c:v>45596</c:v>
                </c:pt>
                <c:pt idx="172">
                  <c:v>45595</c:v>
                </c:pt>
                <c:pt idx="173">
                  <c:v>45594</c:v>
                </c:pt>
                <c:pt idx="174">
                  <c:v>45593</c:v>
                </c:pt>
                <c:pt idx="175">
                  <c:v>45590</c:v>
                </c:pt>
                <c:pt idx="176">
                  <c:v>45589</c:v>
                </c:pt>
                <c:pt idx="177">
                  <c:v>45588</c:v>
                </c:pt>
                <c:pt idx="178">
                  <c:v>45587</c:v>
                </c:pt>
                <c:pt idx="179">
                  <c:v>45586</c:v>
                </c:pt>
                <c:pt idx="180">
                  <c:v>45583</c:v>
                </c:pt>
                <c:pt idx="181">
                  <c:v>45582</c:v>
                </c:pt>
                <c:pt idx="182">
                  <c:v>45581</c:v>
                </c:pt>
                <c:pt idx="183">
                  <c:v>45580</c:v>
                </c:pt>
                <c:pt idx="184">
                  <c:v>45579</c:v>
                </c:pt>
                <c:pt idx="185">
                  <c:v>45575</c:v>
                </c:pt>
                <c:pt idx="186">
                  <c:v>45574</c:v>
                </c:pt>
                <c:pt idx="187">
                  <c:v>45573</c:v>
                </c:pt>
                <c:pt idx="188">
                  <c:v>45565</c:v>
                </c:pt>
                <c:pt idx="189">
                  <c:v>45562</c:v>
                </c:pt>
                <c:pt idx="190">
                  <c:v>45561</c:v>
                </c:pt>
                <c:pt idx="191">
                  <c:v>45560</c:v>
                </c:pt>
                <c:pt idx="192">
                  <c:v>45559</c:v>
                </c:pt>
                <c:pt idx="193">
                  <c:v>45558</c:v>
                </c:pt>
                <c:pt idx="194">
                  <c:v>45555</c:v>
                </c:pt>
                <c:pt idx="195">
                  <c:v>45554</c:v>
                </c:pt>
                <c:pt idx="196">
                  <c:v>45548</c:v>
                </c:pt>
                <c:pt idx="197">
                  <c:v>45547</c:v>
                </c:pt>
                <c:pt idx="198">
                  <c:v>45546</c:v>
                </c:pt>
                <c:pt idx="199">
                  <c:v>45545</c:v>
                </c:pt>
                <c:pt idx="200">
                  <c:v>45544</c:v>
                </c:pt>
                <c:pt idx="201">
                  <c:v>45540</c:v>
                </c:pt>
                <c:pt idx="202">
                  <c:v>45539</c:v>
                </c:pt>
                <c:pt idx="203">
                  <c:v>45538</c:v>
                </c:pt>
                <c:pt idx="204">
                  <c:v>45537</c:v>
                </c:pt>
                <c:pt idx="205">
                  <c:v>45534</c:v>
                </c:pt>
                <c:pt idx="206">
                  <c:v>45533</c:v>
                </c:pt>
                <c:pt idx="207">
                  <c:v>45532</c:v>
                </c:pt>
                <c:pt idx="208">
                  <c:v>45531</c:v>
                </c:pt>
                <c:pt idx="209">
                  <c:v>45530</c:v>
                </c:pt>
                <c:pt idx="210">
                  <c:v>45527</c:v>
                </c:pt>
                <c:pt idx="211">
                  <c:v>45526</c:v>
                </c:pt>
                <c:pt idx="212">
                  <c:v>45525</c:v>
                </c:pt>
                <c:pt idx="213">
                  <c:v>45524</c:v>
                </c:pt>
                <c:pt idx="214">
                  <c:v>45523</c:v>
                </c:pt>
                <c:pt idx="215">
                  <c:v>45520</c:v>
                </c:pt>
                <c:pt idx="216">
                  <c:v>45519</c:v>
                </c:pt>
                <c:pt idx="217">
                  <c:v>45518</c:v>
                </c:pt>
                <c:pt idx="218">
                  <c:v>45517</c:v>
                </c:pt>
                <c:pt idx="219">
                  <c:v>45516</c:v>
                </c:pt>
                <c:pt idx="220">
                  <c:v>45513</c:v>
                </c:pt>
                <c:pt idx="221">
                  <c:v>45512</c:v>
                </c:pt>
                <c:pt idx="222">
                  <c:v>45511</c:v>
                </c:pt>
                <c:pt idx="223">
                  <c:v>45510</c:v>
                </c:pt>
                <c:pt idx="224">
                  <c:v>45509</c:v>
                </c:pt>
                <c:pt idx="225">
                  <c:v>45506</c:v>
                </c:pt>
                <c:pt idx="226">
                  <c:v>45505</c:v>
                </c:pt>
                <c:pt idx="227">
                  <c:v>45504</c:v>
                </c:pt>
                <c:pt idx="228">
                  <c:v>45503</c:v>
                </c:pt>
                <c:pt idx="229">
                  <c:v>45502</c:v>
                </c:pt>
                <c:pt idx="230">
                  <c:v>45499</c:v>
                </c:pt>
                <c:pt idx="231">
                  <c:v>45498</c:v>
                </c:pt>
                <c:pt idx="232">
                  <c:v>45497</c:v>
                </c:pt>
                <c:pt idx="233">
                  <c:v>45496</c:v>
                </c:pt>
                <c:pt idx="234">
                  <c:v>45495</c:v>
                </c:pt>
                <c:pt idx="235">
                  <c:v>45492</c:v>
                </c:pt>
                <c:pt idx="236">
                  <c:v>45491</c:v>
                </c:pt>
                <c:pt idx="237">
                  <c:v>45490</c:v>
                </c:pt>
                <c:pt idx="238">
                  <c:v>45489</c:v>
                </c:pt>
                <c:pt idx="239">
                  <c:v>45488</c:v>
                </c:pt>
                <c:pt idx="240">
                  <c:v>45485</c:v>
                </c:pt>
                <c:pt idx="241">
                  <c:v>45484</c:v>
                </c:pt>
                <c:pt idx="242">
                  <c:v>45483</c:v>
                </c:pt>
                <c:pt idx="243">
                  <c:v>45482</c:v>
                </c:pt>
                <c:pt idx="244">
                  <c:v>45481</c:v>
                </c:pt>
                <c:pt idx="245">
                  <c:v>45478</c:v>
                </c:pt>
                <c:pt idx="246">
                  <c:v>45477</c:v>
                </c:pt>
                <c:pt idx="247">
                  <c:v>45476</c:v>
                </c:pt>
                <c:pt idx="248">
                  <c:v>45475</c:v>
                </c:pt>
                <c:pt idx="249">
                  <c:v>45471</c:v>
                </c:pt>
                <c:pt idx="250">
                  <c:v>45470</c:v>
                </c:pt>
                <c:pt idx="251">
                  <c:v>45469</c:v>
                </c:pt>
                <c:pt idx="252">
                  <c:v>45468</c:v>
                </c:pt>
                <c:pt idx="253">
                  <c:v>45467</c:v>
                </c:pt>
                <c:pt idx="254">
                  <c:v>45464</c:v>
                </c:pt>
                <c:pt idx="255">
                  <c:v>45463</c:v>
                </c:pt>
                <c:pt idx="256">
                  <c:v>45462</c:v>
                </c:pt>
                <c:pt idx="257">
                  <c:v>45461</c:v>
                </c:pt>
                <c:pt idx="258">
                  <c:v>45460</c:v>
                </c:pt>
                <c:pt idx="259">
                  <c:v>45457</c:v>
                </c:pt>
                <c:pt idx="260">
                  <c:v>45456</c:v>
                </c:pt>
                <c:pt idx="261">
                  <c:v>45455</c:v>
                </c:pt>
                <c:pt idx="262">
                  <c:v>45454</c:v>
                </c:pt>
                <c:pt idx="263">
                  <c:v>45450</c:v>
                </c:pt>
                <c:pt idx="264">
                  <c:v>45449</c:v>
                </c:pt>
                <c:pt idx="265">
                  <c:v>45448</c:v>
                </c:pt>
                <c:pt idx="266">
                  <c:v>45447</c:v>
                </c:pt>
                <c:pt idx="267">
                  <c:v>45446</c:v>
                </c:pt>
                <c:pt idx="268">
                  <c:v>45443</c:v>
                </c:pt>
                <c:pt idx="269">
                  <c:v>45442</c:v>
                </c:pt>
                <c:pt idx="270">
                  <c:v>45441</c:v>
                </c:pt>
                <c:pt idx="271">
                  <c:v>45440</c:v>
                </c:pt>
                <c:pt idx="272">
                  <c:v>45439</c:v>
                </c:pt>
                <c:pt idx="273">
                  <c:v>45436</c:v>
                </c:pt>
                <c:pt idx="274">
                  <c:v>45435</c:v>
                </c:pt>
                <c:pt idx="275">
                  <c:v>45434</c:v>
                </c:pt>
                <c:pt idx="276">
                  <c:v>45433</c:v>
                </c:pt>
                <c:pt idx="277">
                  <c:v>45432</c:v>
                </c:pt>
                <c:pt idx="278">
                  <c:v>45429</c:v>
                </c:pt>
                <c:pt idx="279">
                  <c:v>45428</c:v>
                </c:pt>
                <c:pt idx="280">
                  <c:v>45426</c:v>
                </c:pt>
                <c:pt idx="281">
                  <c:v>45425</c:v>
                </c:pt>
                <c:pt idx="282">
                  <c:v>45422</c:v>
                </c:pt>
                <c:pt idx="283">
                  <c:v>45421</c:v>
                </c:pt>
                <c:pt idx="284">
                  <c:v>45420</c:v>
                </c:pt>
                <c:pt idx="285">
                  <c:v>45419</c:v>
                </c:pt>
                <c:pt idx="286">
                  <c:v>45418</c:v>
                </c:pt>
                <c:pt idx="287">
                  <c:v>45412</c:v>
                </c:pt>
                <c:pt idx="288">
                  <c:v>45411</c:v>
                </c:pt>
                <c:pt idx="289">
                  <c:v>45408</c:v>
                </c:pt>
                <c:pt idx="290">
                  <c:v>45407</c:v>
                </c:pt>
                <c:pt idx="291">
                  <c:v>45406</c:v>
                </c:pt>
                <c:pt idx="292">
                  <c:v>45405</c:v>
                </c:pt>
                <c:pt idx="293">
                  <c:v>45404</c:v>
                </c:pt>
                <c:pt idx="294">
                  <c:v>45401</c:v>
                </c:pt>
                <c:pt idx="295">
                  <c:v>45400</c:v>
                </c:pt>
                <c:pt idx="296">
                  <c:v>45399</c:v>
                </c:pt>
                <c:pt idx="297">
                  <c:v>45398</c:v>
                </c:pt>
                <c:pt idx="298">
                  <c:v>45397</c:v>
                </c:pt>
                <c:pt idx="299">
                  <c:v>45394</c:v>
                </c:pt>
                <c:pt idx="300">
                  <c:v>45393</c:v>
                </c:pt>
                <c:pt idx="301">
                  <c:v>45392</c:v>
                </c:pt>
                <c:pt idx="302">
                  <c:v>45391</c:v>
                </c:pt>
                <c:pt idx="303">
                  <c:v>45390</c:v>
                </c:pt>
                <c:pt idx="304">
                  <c:v>45385</c:v>
                </c:pt>
                <c:pt idx="305">
                  <c:v>45384</c:v>
                </c:pt>
                <c:pt idx="306">
                  <c:v>45379</c:v>
                </c:pt>
                <c:pt idx="307">
                  <c:v>45378</c:v>
                </c:pt>
                <c:pt idx="308">
                  <c:v>45377</c:v>
                </c:pt>
                <c:pt idx="309">
                  <c:v>45376</c:v>
                </c:pt>
                <c:pt idx="310">
                  <c:v>45373</c:v>
                </c:pt>
                <c:pt idx="311">
                  <c:v>45372</c:v>
                </c:pt>
                <c:pt idx="312">
                  <c:v>45371</c:v>
                </c:pt>
                <c:pt idx="313">
                  <c:v>45370</c:v>
                </c:pt>
                <c:pt idx="314">
                  <c:v>45369</c:v>
                </c:pt>
                <c:pt idx="315">
                  <c:v>45366</c:v>
                </c:pt>
                <c:pt idx="316">
                  <c:v>45365</c:v>
                </c:pt>
                <c:pt idx="317">
                  <c:v>45364</c:v>
                </c:pt>
                <c:pt idx="318">
                  <c:v>45363</c:v>
                </c:pt>
                <c:pt idx="319">
                  <c:v>45362</c:v>
                </c:pt>
                <c:pt idx="320">
                  <c:v>45359</c:v>
                </c:pt>
                <c:pt idx="321">
                  <c:v>45358</c:v>
                </c:pt>
                <c:pt idx="322">
                  <c:v>45357</c:v>
                </c:pt>
                <c:pt idx="323">
                  <c:v>45356</c:v>
                </c:pt>
                <c:pt idx="324">
                  <c:v>45355</c:v>
                </c:pt>
                <c:pt idx="325">
                  <c:v>45352</c:v>
                </c:pt>
                <c:pt idx="326">
                  <c:v>45351</c:v>
                </c:pt>
                <c:pt idx="327">
                  <c:v>45350</c:v>
                </c:pt>
                <c:pt idx="328">
                  <c:v>45349</c:v>
                </c:pt>
                <c:pt idx="329">
                  <c:v>45348</c:v>
                </c:pt>
                <c:pt idx="330">
                  <c:v>45345</c:v>
                </c:pt>
                <c:pt idx="331">
                  <c:v>45344</c:v>
                </c:pt>
                <c:pt idx="332">
                  <c:v>45343</c:v>
                </c:pt>
                <c:pt idx="333">
                  <c:v>45342</c:v>
                </c:pt>
                <c:pt idx="334">
                  <c:v>45341</c:v>
                </c:pt>
                <c:pt idx="335">
                  <c:v>45330</c:v>
                </c:pt>
                <c:pt idx="336">
                  <c:v>45329</c:v>
                </c:pt>
                <c:pt idx="337">
                  <c:v>45328</c:v>
                </c:pt>
                <c:pt idx="338">
                  <c:v>45327</c:v>
                </c:pt>
                <c:pt idx="339">
                  <c:v>45324</c:v>
                </c:pt>
                <c:pt idx="340">
                  <c:v>45323</c:v>
                </c:pt>
                <c:pt idx="341">
                  <c:v>45322</c:v>
                </c:pt>
                <c:pt idx="342">
                  <c:v>45321</c:v>
                </c:pt>
                <c:pt idx="343">
                  <c:v>45320</c:v>
                </c:pt>
                <c:pt idx="344">
                  <c:v>45317</c:v>
                </c:pt>
                <c:pt idx="345">
                  <c:v>45316</c:v>
                </c:pt>
                <c:pt idx="346">
                  <c:v>45315</c:v>
                </c:pt>
                <c:pt idx="347">
                  <c:v>45314</c:v>
                </c:pt>
                <c:pt idx="348">
                  <c:v>45313</c:v>
                </c:pt>
                <c:pt idx="349">
                  <c:v>45310</c:v>
                </c:pt>
                <c:pt idx="350">
                  <c:v>45309</c:v>
                </c:pt>
                <c:pt idx="351">
                  <c:v>45308</c:v>
                </c:pt>
                <c:pt idx="352">
                  <c:v>45307</c:v>
                </c:pt>
                <c:pt idx="353">
                  <c:v>45306</c:v>
                </c:pt>
                <c:pt idx="354">
                  <c:v>45303</c:v>
                </c:pt>
                <c:pt idx="355">
                  <c:v>45302</c:v>
                </c:pt>
                <c:pt idx="356">
                  <c:v>45301</c:v>
                </c:pt>
                <c:pt idx="357">
                  <c:v>45300</c:v>
                </c:pt>
                <c:pt idx="358">
                  <c:v>45299</c:v>
                </c:pt>
                <c:pt idx="359">
                  <c:v>45296</c:v>
                </c:pt>
                <c:pt idx="360">
                  <c:v>45295</c:v>
                </c:pt>
                <c:pt idx="361">
                  <c:v>45294</c:v>
                </c:pt>
                <c:pt idx="362">
                  <c:v>45293</c:v>
                </c:pt>
                <c:pt idx="363">
                  <c:v>45289</c:v>
                </c:pt>
                <c:pt idx="364">
                  <c:v>45288</c:v>
                </c:pt>
                <c:pt idx="365">
                  <c:v>45287</c:v>
                </c:pt>
                <c:pt idx="366">
                  <c:v>45282</c:v>
                </c:pt>
                <c:pt idx="367">
                  <c:v>45281</c:v>
                </c:pt>
                <c:pt idx="368">
                  <c:v>45280</c:v>
                </c:pt>
                <c:pt idx="369">
                  <c:v>45279</c:v>
                </c:pt>
                <c:pt idx="370">
                  <c:v>45278</c:v>
                </c:pt>
                <c:pt idx="371">
                  <c:v>45275</c:v>
                </c:pt>
                <c:pt idx="372">
                  <c:v>45274</c:v>
                </c:pt>
                <c:pt idx="373">
                  <c:v>45273</c:v>
                </c:pt>
                <c:pt idx="374">
                  <c:v>45272</c:v>
                </c:pt>
                <c:pt idx="375">
                  <c:v>45271</c:v>
                </c:pt>
                <c:pt idx="376">
                  <c:v>45268</c:v>
                </c:pt>
                <c:pt idx="377">
                  <c:v>45267</c:v>
                </c:pt>
                <c:pt idx="378">
                  <c:v>45266</c:v>
                </c:pt>
                <c:pt idx="379">
                  <c:v>45265</c:v>
                </c:pt>
                <c:pt idx="380">
                  <c:v>45264</c:v>
                </c:pt>
                <c:pt idx="381">
                  <c:v>45261</c:v>
                </c:pt>
                <c:pt idx="382">
                  <c:v>45260</c:v>
                </c:pt>
                <c:pt idx="383">
                  <c:v>45259</c:v>
                </c:pt>
                <c:pt idx="384">
                  <c:v>45258</c:v>
                </c:pt>
                <c:pt idx="385">
                  <c:v>45257</c:v>
                </c:pt>
                <c:pt idx="386">
                  <c:v>45254</c:v>
                </c:pt>
                <c:pt idx="387">
                  <c:v>45253</c:v>
                </c:pt>
                <c:pt idx="388">
                  <c:v>45252</c:v>
                </c:pt>
                <c:pt idx="389">
                  <c:v>45251</c:v>
                </c:pt>
                <c:pt idx="390">
                  <c:v>45250</c:v>
                </c:pt>
                <c:pt idx="391">
                  <c:v>45247</c:v>
                </c:pt>
                <c:pt idx="392">
                  <c:v>45246</c:v>
                </c:pt>
                <c:pt idx="393">
                  <c:v>45245</c:v>
                </c:pt>
                <c:pt idx="394">
                  <c:v>45244</c:v>
                </c:pt>
                <c:pt idx="395">
                  <c:v>45243</c:v>
                </c:pt>
                <c:pt idx="396">
                  <c:v>45240</c:v>
                </c:pt>
                <c:pt idx="397">
                  <c:v>45239</c:v>
                </c:pt>
                <c:pt idx="398">
                  <c:v>45238</c:v>
                </c:pt>
                <c:pt idx="399">
                  <c:v>45237</c:v>
                </c:pt>
                <c:pt idx="400">
                  <c:v>45236</c:v>
                </c:pt>
                <c:pt idx="401">
                  <c:v>45233</c:v>
                </c:pt>
                <c:pt idx="402">
                  <c:v>45232</c:v>
                </c:pt>
                <c:pt idx="403">
                  <c:v>45231</c:v>
                </c:pt>
                <c:pt idx="404">
                  <c:v>45230</c:v>
                </c:pt>
                <c:pt idx="405">
                  <c:v>45229</c:v>
                </c:pt>
                <c:pt idx="406">
                  <c:v>45226</c:v>
                </c:pt>
                <c:pt idx="407">
                  <c:v>45225</c:v>
                </c:pt>
                <c:pt idx="408">
                  <c:v>45224</c:v>
                </c:pt>
                <c:pt idx="409">
                  <c:v>45223</c:v>
                </c:pt>
                <c:pt idx="410">
                  <c:v>45219</c:v>
                </c:pt>
                <c:pt idx="411">
                  <c:v>45218</c:v>
                </c:pt>
                <c:pt idx="412">
                  <c:v>45217</c:v>
                </c:pt>
                <c:pt idx="413">
                  <c:v>45216</c:v>
                </c:pt>
                <c:pt idx="414">
                  <c:v>45215</c:v>
                </c:pt>
                <c:pt idx="415">
                  <c:v>45212</c:v>
                </c:pt>
                <c:pt idx="416">
                  <c:v>45211</c:v>
                </c:pt>
                <c:pt idx="417">
                  <c:v>45210</c:v>
                </c:pt>
                <c:pt idx="418">
                  <c:v>45209</c:v>
                </c:pt>
                <c:pt idx="419">
                  <c:v>45208</c:v>
                </c:pt>
                <c:pt idx="420">
                  <c:v>45197</c:v>
                </c:pt>
                <c:pt idx="421">
                  <c:v>45196</c:v>
                </c:pt>
                <c:pt idx="422">
                  <c:v>45195</c:v>
                </c:pt>
                <c:pt idx="423">
                  <c:v>45194</c:v>
                </c:pt>
                <c:pt idx="424">
                  <c:v>45191</c:v>
                </c:pt>
                <c:pt idx="425">
                  <c:v>45190</c:v>
                </c:pt>
                <c:pt idx="426">
                  <c:v>45189</c:v>
                </c:pt>
                <c:pt idx="427">
                  <c:v>45188</c:v>
                </c:pt>
                <c:pt idx="428">
                  <c:v>45187</c:v>
                </c:pt>
                <c:pt idx="429">
                  <c:v>45184</c:v>
                </c:pt>
                <c:pt idx="430">
                  <c:v>45183</c:v>
                </c:pt>
                <c:pt idx="431">
                  <c:v>45182</c:v>
                </c:pt>
                <c:pt idx="432">
                  <c:v>45181</c:v>
                </c:pt>
                <c:pt idx="433">
                  <c:v>45180</c:v>
                </c:pt>
                <c:pt idx="434">
                  <c:v>45176</c:v>
                </c:pt>
                <c:pt idx="435">
                  <c:v>45175</c:v>
                </c:pt>
                <c:pt idx="436">
                  <c:v>45174</c:v>
                </c:pt>
                <c:pt idx="437">
                  <c:v>45173</c:v>
                </c:pt>
                <c:pt idx="438">
                  <c:v>45169</c:v>
                </c:pt>
                <c:pt idx="439">
                  <c:v>45168</c:v>
                </c:pt>
                <c:pt idx="440">
                  <c:v>45167</c:v>
                </c:pt>
                <c:pt idx="441">
                  <c:v>45166</c:v>
                </c:pt>
                <c:pt idx="442">
                  <c:v>45163</c:v>
                </c:pt>
                <c:pt idx="443">
                  <c:v>45162</c:v>
                </c:pt>
                <c:pt idx="444">
                  <c:v>45161</c:v>
                </c:pt>
                <c:pt idx="445">
                  <c:v>45160</c:v>
                </c:pt>
                <c:pt idx="446">
                  <c:v>45159</c:v>
                </c:pt>
                <c:pt idx="447">
                  <c:v>45156</c:v>
                </c:pt>
                <c:pt idx="448">
                  <c:v>45155</c:v>
                </c:pt>
                <c:pt idx="449">
                  <c:v>45154</c:v>
                </c:pt>
                <c:pt idx="450">
                  <c:v>45153</c:v>
                </c:pt>
                <c:pt idx="451">
                  <c:v>45152</c:v>
                </c:pt>
                <c:pt idx="452">
                  <c:v>45149</c:v>
                </c:pt>
                <c:pt idx="453">
                  <c:v>45148</c:v>
                </c:pt>
                <c:pt idx="454">
                  <c:v>45147</c:v>
                </c:pt>
                <c:pt idx="455">
                  <c:v>45146</c:v>
                </c:pt>
                <c:pt idx="456">
                  <c:v>45145</c:v>
                </c:pt>
                <c:pt idx="457">
                  <c:v>45142</c:v>
                </c:pt>
                <c:pt idx="458">
                  <c:v>45141</c:v>
                </c:pt>
                <c:pt idx="459">
                  <c:v>45140</c:v>
                </c:pt>
                <c:pt idx="460">
                  <c:v>45139</c:v>
                </c:pt>
                <c:pt idx="461">
                  <c:v>45138</c:v>
                </c:pt>
                <c:pt idx="462">
                  <c:v>45135</c:v>
                </c:pt>
                <c:pt idx="463">
                  <c:v>45134</c:v>
                </c:pt>
                <c:pt idx="464">
                  <c:v>45133</c:v>
                </c:pt>
                <c:pt idx="465">
                  <c:v>45132</c:v>
                </c:pt>
                <c:pt idx="466">
                  <c:v>45131</c:v>
                </c:pt>
                <c:pt idx="467">
                  <c:v>45128</c:v>
                </c:pt>
                <c:pt idx="468">
                  <c:v>45127</c:v>
                </c:pt>
                <c:pt idx="469">
                  <c:v>45126</c:v>
                </c:pt>
                <c:pt idx="470">
                  <c:v>45125</c:v>
                </c:pt>
                <c:pt idx="471">
                  <c:v>45121</c:v>
                </c:pt>
                <c:pt idx="472">
                  <c:v>45120</c:v>
                </c:pt>
                <c:pt idx="473">
                  <c:v>45119</c:v>
                </c:pt>
                <c:pt idx="474">
                  <c:v>45118</c:v>
                </c:pt>
                <c:pt idx="475">
                  <c:v>45117</c:v>
                </c:pt>
                <c:pt idx="476">
                  <c:v>45114</c:v>
                </c:pt>
                <c:pt idx="477">
                  <c:v>45113</c:v>
                </c:pt>
                <c:pt idx="478">
                  <c:v>45112</c:v>
                </c:pt>
                <c:pt idx="479">
                  <c:v>45111</c:v>
                </c:pt>
                <c:pt idx="480">
                  <c:v>45110</c:v>
                </c:pt>
                <c:pt idx="481">
                  <c:v>45107</c:v>
                </c:pt>
                <c:pt idx="482">
                  <c:v>45106</c:v>
                </c:pt>
                <c:pt idx="483">
                  <c:v>45105</c:v>
                </c:pt>
                <c:pt idx="484">
                  <c:v>45104</c:v>
                </c:pt>
                <c:pt idx="485">
                  <c:v>45103</c:v>
                </c:pt>
                <c:pt idx="486">
                  <c:v>45098</c:v>
                </c:pt>
                <c:pt idx="487">
                  <c:v>45097</c:v>
                </c:pt>
                <c:pt idx="488">
                  <c:v>45096</c:v>
                </c:pt>
                <c:pt idx="489">
                  <c:v>45093</c:v>
                </c:pt>
                <c:pt idx="490">
                  <c:v>45092</c:v>
                </c:pt>
                <c:pt idx="491">
                  <c:v>45091</c:v>
                </c:pt>
                <c:pt idx="492">
                  <c:v>45090</c:v>
                </c:pt>
                <c:pt idx="493">
                  <c:v>45089</c:v>
                </c:pt>
                <c:pt idx="494">
                  <c:v>45086</c:v>
                </c:pt>
                <c:pt idx="495">
                  <c:v>45085</c:v>
                </c:pt>
                <c:pt idx="496">
                  <c:v>45084</c:v>
                </c:pt>
                <c:pt idx="497">
                  <c:v>45083</c:v>
                </c:pt>
                <c:pt idx="498">
                  <c:v>45082</c:v>
                </c:pt>
                <c:pt idx="499">
                  <c:v>45079</c:v>
                </c:pt>
                <c:pt idx="500">
                  <c:v>45078</c:v>
                </c:pt>
                <c:pt idx="501">
                  <c:v>45077</c:v>
                </c:pt>
                <c:pt idx="502">
                  <c:v>45076</c:v>
                </c:pt>
                <c:pt idx="503">
                  <c:v>45075</c:v>
                </c:pt>
                <c:pt idx="504">
                  <c:v>45071</c:v>
                </c:pt>
                <c:pt idx="505">
                  <c:v>45070</c:v>
                </c:pt>
                <c:pt idx="506">
                  <c:v>45069</c:v>
                </c:pt>
                <c:pt idx="507">
                  <c:v>45068</c:v>
                </c:pt>
                <c:pt idx="508">
                  <c:v>45065</c:v>
                </c:pt>
                <c:pt idx="509">
                  <c:v>45064</c:v>
                </c:pt>
                <c:pt idx="510">
                  <c:v>45063</c:v>
                </c:pt>
                <c:pt idx="511">
                  <c:v>45062</c:v>
                </c:pt>
                <c:pt idx="512">
                  <c:v>45061</c:v>
                </c:pt>
                <c:pt idx="513">
                  <c:v>45058</c:v>
                </c:pt>
                <c:pt idx="514">
                  <c:v>45057</c:v>
                </c:pt>
                <c:pt idx="515">
                  <c:v>45056</c:v>
                </c:pt>
                <c:pt idx="516">
                  <c:v>45055</c:v>
                </c:pt>
                <c:pt idx="517">
                  <c:v>45054</c:v>
                </c:pt>
                <c:pt idx="518">
                  <c:v>45051</c:v>
                </c:pt>
                <c:pt idx="519">
                  <c:v>45050</c:v>
                </c:pt>
                <c:pt idx="520">
                  <c:v>45044</c:v>
                </c:pt>
                <c:pt idx="521">
                  <c:v>45043</c:v>
                </c:pt>
                <c:pt idx="522">
                  <c:v>45042</c:v>
                </c:pt>
                <c:pt idx="523">
                  <c:v>45041</c:v>
                </c:pt>
                <c:pt idx="524">
                  <c:v>45040</c:v>
                </c:pt>
                <c:pt idx="525">
                  <c:v>45037</c:v>
                </c:pt>
                <c:pt idx="526">
                  <c:v>45036</c:v>
                </c:pt>
                <c:pt idx="527">
                  <c:v>45035</c:v>
                </c:pt>
                <c:pt idx="528">
                  <c:v>45034</c:v>
                </c:pt>
                <c:pt idx="529">
                  <c:v>45033</c:v>
                </c:pt>
                <c:pt idx="530">
                  <c:v>45030</c:v>
                </c:pt>
                <c:pt idx="531">
                  <c:v>45029</c:v>
                </c:pt>
                <c:pt idx="532">
                  <c:v>45028</c:v>
                </c:pt>
                <c:pt idx="533">
                  <c:v>45027</c:v>
                </c:pt>
                <c:pt idx="534">
                  <c:v>45022</c:v>
                </c:pt>
                <c:pt idx="535">
                  <c:v>45020</c:v>
                </c:pt>
                <c:pt idx="536">
                  <c:v>45019</c:v>
                </c:pt>
                <c:pt idx="537">
                  <c:v>45016</c:v>
                </c:pt>
                <c:pt idx="538">
                  <c:v>45015</c:v>
                </c:pt>
                <c:pt idx="539">
                  <c:v>45014</c:v>
                </c:pt>
                <c:pt idx="540">
                  <c:v>45013</c:v>
                </c:pt>
                <c:pt idx="541">
                  <c:v>45012</c:v>
                </c:pt>
                <c:pt idx="542">
                  <c:v>45009</c:v>
                </c:pt>
                <c:pt idx="543">
                  <c:v>45008</c:v>
                </c:pt>
                <c:pt idx="544">
                  <c:v>45007</c:v>
                </c:pt>
                <c:pt idx="545">
                  <c:v>45006</c:v>
                </c:pt>
                <c:pt idx="546">
                  <c:v>45005</c:v>
                </c:pt>
                <c:pt idx="547">
                  <c:v>45002</c:v>
                </c:pt>
                <c:pt idx="548">
                  <c:v>45001</c:v>
                </c:pt>
                <c:pt idx="549">
                  <c:v>45000</c:v>
                </c:pt>
                <c:pt idx="550">
                  <c:v>44999</c:v>
                </c:pt>
                <c:pt idx="551">
                  <c:v>44998</c:v>
                </c:pt>
                <c:pt idx="552">
                  <c:v>44995</c:v>
                </c:pt>
                <c:pt idx="553">
                  <c:v>44994</c:v>
                </c:pt>
                <c:pt idx="554">
                  <c:v>44993</c:v>
                </c:pt>
                <c:pt idx="555">
                  <c:v>44992</c:v>
                </c:pt>
                <c:pt idx="556">
                  <c:v>44991</c:v>
                </c:pt>
                <c:pt idx="557">
                  <c:v>44988</c:v>
                </c:pt>
                <c:pt idx="558">
                  <c:v>44987</c:v>
                </c:pt>
                <c:pt idx="559">
                  <c:v>44986</c:v>
                </c:pt>
                <c:pt idx="560">
                  <c:v>44985</c:v>
                </c:pt>
                <c:pt idx="561">
                  <c:v>44984</c:v>
                </c:pt>
                <c:pt idx="562">
                  <c:v>44981</c:v>
                </c:pt>
                <c:pt idx="563">
                  <c:v>44980</c:v>
                </c:pt>
                <c:pt idx="564">
                  <c:v>44979</c:v>
                </c:pt>
                <c:pt idx="565">
                  <c:v>44978</c:v>
                </c:pt>
                <c:pt idx="566">
                  <c:v>44977</c:v>
                </c:pt>
                <c:pt idx="567">
                  <c:v>44974</c:v>
                </c:pt>
                <c:pt idx="568">
                  <c:v>44973</c:v>
                </c:pt>
                <c:pt idx="569">
                  <c:v>44972</c:v>
                </c:pt>
                <c:pt idx="570">
                  <c:v>44971</c:v>
                </c:pt>
                <c:pt idx="571">
                  <c:v>44970</c:v>
                </c:pt>
                <c:pt idx="572">
                  <c:v>44967</c:v>
                </c:pt>
                <c:pt idx="573">
                  <c:v>44966</c:v>
                </c:pt>
                <c:pt idx="574">
                  <c:v>44965</c:v>
                </c:pt>
                <c:pt idx="575">
                  <c:v>44964</c:v>
                </c:pt>
                <c:pt idx="576">
                  <c:v>44963</c:v>
                </c:pt>
                <c:pt idx="577">
                  <c:v>44960</c:v>
                </c:pt>
                <c:pt idx="578">
                  <c:v>44959</c:v>
                </c:pt>
                <c:pt idx="579">
                  <c:v>44958</c:v>
                </c:pt>
                <c:pt idx="580">
                  <c:v>44957</c:v>
                </c:pt>
                <c:pt idx="581">
                  <c:v>44956</c:v>
                </c:pt>
                <c:pt idx="582">
                  <c:v>44944</c:v>
                </c:pt>
                <c:pt idx="583">
                  <c:v>44943</c:v>
                </c:pt>
                <c:pt idx="584">
                  <c:v>44942</c:v>
                </c:pt>
                <c:pt idx="585">
                  <c:v>44939</c:v>
                </c:pt>
                <c:pt idx="586">
                  <c:v>44938</c:v>
                </c:pt>
                <c:pt idx="587">
                  <c:v>44937</c:v>
                </c:pt>
                <c:pt idx="588">
                  <c:v>44936</c:v>
                </c:pt>
                <c:pt idx="589">
                  <c:v>44935</c:v>
                </c:pt>
                <c:pt idx="590">
                  <c:v>44932</c:v>
                </c:pt>
                <c:pt idx="591">
                  <c:v>44931</c:v>
                </c:pt>
                <c:pt idx="592">
                  <c:v>44930</c:v>
                </c:pt>
                <c:pt idx="593">
                  <c:v>44929</c:v>
                </c:pt>
                <c:pt idx="594">
                  <c:v>44925</c:v>
                </c:pt>
                <c:pt idx="595">
                  <c:v>44924</c:v>
                </c:pt>
                <c:pt idx="596">
                  <c:v>44923</c:v>
                </c:pt>
                <c:pt idx="597">
                  <c:v>44918</c:v>
                </c:pt>
                <c:pt idx="598">
                  <c:v>44917</c:v>
                </c:pt>
                <c:pt idx="599">
                  <c:v>44916</c:v>
                </c:pt>
                <c:pt idx="600">
                  <c:v>44915</c:v>
                </c:pt>
                <c:pt idx="601">
                  <c:v>44914</c:v>
                </c:pt>
                <c:pt idx="602">
                  <c:v>44911</c:v>
                </c:pt>
                <c:pt idx="603">
                  <c:v>44910</c:v>
                </c:pt>
                <c:pt idx="604">
                  <c:v>44909</c:v>
                </c:pt>
                <c:pt idx="605">
                  <c:v>44908</c:v>
                </c:pt>
                <c:pt idx="606">
                  <c:v>44907</c:v>
                </c:pt>
                <c:pt idx="607">
                  <c:v>44904</c:v>
                </c:pt>
                <c:pt idx="608">
                  <c:v>44903</c:v>
                </c:pt>
                <c:pt idx="609">
                  <c:v>44902</c:v>
                </c:pt>
                <c:pt idx="610">
                  <c:v>44901</c:v>
                </c:pt>
                <c:pt idx="611">
                  <c:v>44900</c:v>
                </c:pt>
                <c:pt idx="612">
                  <c:v>44897</c:v>
                </c:pt>
                <c:pt idx="613">
                  <c:v>44896</c:v>
                </c:pt>
                <c:pt idx="614">
                  <c:v>44895</c:v>
                </c:pt>
                <c:pt idx="615">
                  <c:v>44894</c:v>
                </c:pt>
                <c:pt idx="616">
                  <c:v>44893</c:v>
                </c:pt>
                <c:pt idx="617">
                  <c:v>44890</c:v>
                </c:pt>
                <c:pt idx="618">
                  <c:v>44889</c:v>
                </c:pt>
                <c:pt idx="619">
                  <c:v>44888</c:v>
                </c:pt>
                <c:pt idx="620">
                  <c:v>44887</c:v>
                </c:pt>
                <c:pt idx="621">
                  <c:v>44886</c:v>
                </c:pt>
                <c:pt idx="622">
                  <c:v>44883</c:v>
                </c:pt>
                <c:pt idx="623">
                  <c:v>44882</c:v>
                </c:pt>
                <c:pt idx="624">
                  <c:v>44881</c:v>
                </c:pt>
                <c:pt idx="625">
                  <c:v>44880</c:v>
                </c:pt>
                <c:pt idx="626">
                  <c:v>44879</c:v>
                </c:pt>
                <c:pt idx="627">
                  <c:v>44876</c:v>
                </c:pt>
                <c:pt idx="628">
                  <c:v>44875</c:v>
                </c:pt>
                <c:pt idx="629">
                  <c:v>44874</c:v>
                </c:pt>
                <c:pt idx="630">
                  <c:v>44873</c:v>
                </c:pt>
                <c:pt idx="631">
                  <c:v>44872</c:v>
                </c:pt>
                <c:pt idx="632">
                  <c:v>44869</c:v>
                </c:pt>
                <c:pt idx="633">
                  <c:v>44868</c:v>
                </c:pt>
                <c:pt idx="634">
                  <c:v>44867</c:v>
                </c:pt>
                <c:pt idx="635">
                  <c:v>44866</c:v>
                </c:pt>
                <c:pt idx="636">
                  <c:v>44865</c:v>
                </c:pt>
                <c:pt idx="637">
                  <c:v>44862</c:v>
                </c:pt>
                <c:pt idx="638">
                  <c:v>44861</c:v>
                </c:pt>
                <c:pt idx="639">
                  <c:v>44860</c:v>
                </c:pt>
                <c:pt idx="640">
                  <c:v>44859</c:v>
                </c:pt>
                <c:pt idx="641">
                  <c:v>44858</c:v>
                </c:pt>
                <c:pt idx="642">
                  <c:v>44855</c:v>
                </c:pt>
                <c:pt idx="643">
                  <c:v>44854</c:v>
                </c:pt>
                <c:pt idx="644">
                  <c:v>44853</c:v>
                </c:pt>
                <c:pt idx="645">
                  <c:v>44852</c:v>
                </c:pt>
                <c:pt idx="646">
                  <c:v>44851</c:v>
                </c:pt>
                <c:pt idx="647">
                  <c:v>44848</c:v>
                </c:pt>
                <c:pt idx="648">
                  <c:v>44847</c:v>
                </c:pt>
                <c:pt idx="649">
                  <c:v>44846</c:v>
                </c:pt>
                <c:pt idx="650">
                  <c:v>44845</c:v>
                </c:pt>
                <c:pt idx="651">
                  <c:v>44844</c:v>
                </c:pt>
                <c:pt idx="652">
                  <c:v>44832</c:v>
                </c:pt>
                <c:pt idx="653">
                  <c:v>44831</c:v>
                </c:pt>
                <c:pt idx="654">
                  <c:v>44830</c:v>
                </c:pt>
                <c:pt idx="655">
                  <c:v>44827</c:v>
                </c:pt>
                <c:pt idx="656">
                  <c:v>44826</c:v>
                </c:pt>
                <c:pt idx="657">
                  <c:v>44825</c:v>
                </c:pt>
                <c:pt idx="658">
                  <c:v>44824</c:v>
                </c:pt>
                <c:pt idx="659">
                  <c:v>44823</c:v>
                </c:pt>
                <c:pt idx="660">
                  <c:v>44820</c:v>
                </c:pt>
                <c:pt idx="661">
                  <c:v>44819</c:v>
                </c:pt>
                <c:pt idx="662">
                  <c:v>44818</c:v>
                </c:pt>
                <c:pt idx="663">
                  <c:v>44817</c:v>
                </c:pt>
                <c:pt idx="664">
                  <c:v>44813</c:v>
                </c:pt>
                <c:pt idx="665">
                  <c:v>44812</c:v>
                </c:pt>
                <c:pt idx="666">
                  <c:v>44811</c:v>
                </c:pt>
                <c:pt idx="667">
                  <c:v>44810</c:v>
                </c:pt>
                <c:pt idx="668">
                  <c:v>44809</c:v>
                </c:pt>
                <c:pt idx="669">
                  <c:v>44806</c:v>
                </c:pt>
                <c:pt idx="670">
                  <c:v>44805</c:v>
                </c:pt>
                <c:pt idx="671">
                  <c:v>44804</c:v>
                </c:pt>
                <c:pt idx="672">
                  <c:v>44803</c:v>
                </c:pt>
                <c:pt idx="673">
                  <c:v>44802</c:v>
                </c:pt>
                <c:pt idx="674">
                  <c:v>44799</c:v>
                </c:pt>
                <c:pt idx="675">
                  <c:v>44798</c:v>
                </c:pt>
                <c:pt idx="676">
                  <c:v>44797</c:v>
                </c:pt>
                <c:pt idx="677">
                  <c:v>44796</c:v>
                </c:pt>
                <c:pt idx="678">
                  <c:v>44795</c:v>
                </c:pt>
                <c:pt idx="679">
                  <c:v>44792</c:v>
                </c:pt>
                <c:pt idx="680">
                  <c:v>44791</c:v>
                </c:pt>
                <c:pt idx="681">
                  <c:v>44790</c:v>
                </c:pt>
                <c:pt idx="682">
                  <c:v>44789</c:v>
                </c:pt>
                <c:pt idx="683">
                  <c:v>44788</c:v>
                </c:pt>
                <c:pt idx="684">
                  <c:v>44785</c:v>
                </c:pt>
                <c:pt idx="685">
                  <c:v>44784</c:v>
                </c:pt>
                <c:pt idx="686">
                  <c:v>44783</c:v>
                </c:pt>
                <c:pt idx="687">
                  <c:v>44782</c:v>
                </c:pt>
                <c:pt idx="688">
                  <c:v>44781</c:v>
                </c:pt>
                <c:pt idx="689">
                  <c:v>44778</c:v>
                </c:pt>
                <c:pt idx="690">
                  <c:v>44777</c:v>
                </c:pt>
                <c:pt idx="691">
                  <c:v>44776</c:v>
                </c:pt>
                <c:pt idx="692">
                  <c:v>44775</c:v>
                </c:pt>
                <c:pt idx="693">
                  <c:v>44774</c:v>
                </c:pt>
                <c:pt idx="694">
                  <c:v>44771</c:v>
                </c:pt>
                <c:pt idx="695">
                  <c:v>44770</c:v>
                </c:pt>
                <c:pt idx="696">
                  <c:v>44769</c:v>
                </c:pt>
                <c:pt idx="697">
                  <c:v>44768</c:v>
                </c:pt>
                <c:pt idx="698">
                  <c:v>44767</c:v>
                </c:pt>
                <c:pt idx="699">
                  <c:v>44764</c:v>
                </c:pt>
                <c:pt idx="700">
                  <c:v>44763</c:v>
                </c:pt>
                <c:pt idx="701">
                  <c:v>44762</c:v>
                </c:pt>
                <c:pt idx="702">
                  <c:v>44761</c:v>
                </c:pt>
                <c:pt idx="703">
                  <c:v>44760</c:v>
                </c:pt>
                <c:pt idx="704">
                  <c:v>44757</c:v>
                </c:pt>
                <c:pt idx="705">
                  <c:v>44756</c:v>
                </c:pt>
                <c:pt idx="706">
                  <c:v>44755</c:v>
                </c:pt>
                <c:pt idx="707">
                  <c:v>44754</c:v>
                </c:pt>
                <c:pt idx="708">
                  <c:v>44753</c:v>
                </c:pt>
                <c:pt idx="709">
                  <c:v>44750</c:v>
                </c:pt>
                <c:pt idx="710">
                  <c:v>44749</c:v>
                </c:pt>
                <c:pt idx="711">
                  <c:v>44748</c:v>
                </c:pt>
                <c:pt idx="712">
                  <c:v>44747</c:v>
                </c:pt>
                <c:pt idx="713">
                  <c:v>44746</c:v>
                </c:pt>
                <c:pt idx="714">
                  <c:v>44742</c:v>
                </c:pt>
                <c:pt idx="715">
                  <c:v>44741</c:v>
                </c:pt>
                <c:pt idx="716">
                  <c:v>44740</c:v>
                </c:pt>
                <c:pt idx="717">
                  <c:v>44739</c:v>
                </c:pt>
                <c:pt idx="718">
                  <c:v>44736</c:v>
                </c:pt>
                <c:pt idx="719">
                  <c:v>44735</c:v>
                </c:pt>
                <c:pt idx="720">
                  <c:v>44734</c:v>
                </c:pt>
                <c:pt idx="721">
                  <c:v>44733</c:v>
                </c:pt>
                <c:pt idx="722">
                  <c:v>44732</c:v>
                </c:pt>
                <c:pt idx="723">
                  <c:v>44729</c:v>
                </c:pt>
                <c:pt idx="724">
                  <c:v>44728</c:v>
                </c:pt>
                <c:pt idx="725">
                  <c:v>44727</c:v>
                </c:pt>
                <c:pt idx="726">
                  <c:v>44726</c:v>
                </c:pt>
                <c:pt idx="727">
                  <c:v>44725</c:v>
                </c:pt>
                <c:pt idx="728">
                  <c:v>44722</c:v>
                </c:pt>
                <c:pt idx="729">
                  <c:v>44721</c:v>
                </c:pt>
                <c:pt idx="730">
                  <c:v>44720</c:v>
                </c:pt>
                <c:pt idx="731">
                  <c:v>44719</c:v>
                </c:pt>
                <c:pt idx="732">
                  <c:v>44718</c:v>
                </c:pt>
                <c:pt idx="733">
                  <c:v>44714</c:v>
                </c:pt>
                <c:pt idx="734">
                  <c:v>44713</c:v>
                </c:pt>
                <c:pt idx="735">
                  <c:v>44712</c:v>
                </c:pt>
                <c:pt idx="736">
                  <c:v>44711</c:v>
                </c:pt>
                <c:pt idx="737">
                  <c:v>44708</c:v>
                </c:pt>
                <c:pt idx="738">
                  <c:v>44707</c:v>
                </c:pt>
                <c:pt idx="739">
                  <c:v>44706</c:v>
                </c:pt>
                <c:pt idx="740">
                  <c:v>44705</c:v>
                </c:pt>
                <c:pt idx="741">
                  <c:v>44704</c:v>
                </c:pt>
                <c:pt idx="742">
                  <c:v>44701</c:v>
                </c:pt>
                <c:pt idx="743">
                  <c:v>44700</c:v>
                </c:pt>
                <c:pt idx="744">
                  <c:v>44699</c:v>
                </c:pt>
                <c:pt idx="745">
                  <c:v>44698</c:v>
                </c:pt>
                <c:pt idx="746">
                  <c:v>44697</c:v>
                </c:pt>
                <c:pt idx="747">
                  <c:v>44694</c:v>
                </c:pt>
                <c:pt idx="748">
                  <c:v>44693</c:v>
                </c:pt>
                <c:pt idx="749">
                  <c:v>44692</c:v>
                </c:pt>
                <c:pt idx="750">
                  <c:v>44691</c:v>
                </c:pt>
                <c:pt idx="751">
                  <c:v>44687</c:v>
                </c:pt>
                <c:pt idx="752">
                  <c:v>44686</c:v>
                </c:pt>
                <c:pt idx="753">
                  <c:v>44678</c:v>
                </c:pt>
                <c:pt idx="754">
                  <c:v>44677</c:v>
                </c:pt>
                <c:pt idx="755">
                  <c:v>44676</c:v>
                </c:pt>
                <c:pt idx="756">
                  <c:v>44673</c:v>
                </c:pt>
                <c:pt idx="757">
                  <c:v>44672</c:v>
                </c:pt>
                <c:pt idx="758">
                  <c:v>44671</c:v>
                </c:pt>
                <c:pt idx="759">
                  <c:v>44670</c:v>
                </c:pt>
                <c:pt idx="760">
                  <c:v>44665</c:v>
                </c:pt>
                <c:pt idx="761">
                  <c:v>44664</c:v>
                </c:pt>
                <c:pt idx="762">
                  <c:v>44663</c:v>
                </c:pt>
                <c:pt idx="763">
                  <c:v>44662</c:v>
                </c:pt>
                <c:pt idx="764">
                  <c:v>44659</c:v>
                </c:pt>
                <c:pt idx="765">
                  <c:v>44658</c:v>
                </c:pt>
                <c:pt idx="766">
                  <c:v>44657</c:v>
                </c:pt>
                <c:pt idx="767">
                  <c:v>44650</c:v>
                </c:pt>
                <c:pt idx="768">
                  <c:v>44649</c:v>
                </c:pt>
                <c:pt idx="769">
                  <c:v>44648</c:v>
                </c:pt>
                <c:pt idx="770">
                  <c:v>44645</c:v>
                </c:pt>
                <c:pt idx="771">
                  <c:v>44644</c:v>
                </c:pt>
                <c:pt idx="772">
                  <c:v>44643</c:v>
                </c:pt>
                <c:pt idx="773">
                  <c:v>44642</c:v>
                </c:pt>
                <c:pt idx="774">
                  <c:v>44641</c:v>
                </c:pt>
                <c:pt idx="775">
                  <c:v>44638</c:v>
                </c:pt>
                <c:pt idx="776">
                  <c:v>44637</c:v>
                </c:pt>
                <c:pt idx="777">
                  <c:v>44636</c:v>
                </c:pt>
                <c:pt idx="778">
                  <c:v>44635</c:v>
                </c:pt>
                <c:pt idx="779">
                  <c:v>44634</c:v>
                </c:pt>
                <c:pt idx="780">
                  <c:v>44631</c:v>
                </c:pt>
                <c:pt idx="781">
                  <c:v>44630</c:v>
                </c:pt>
                <c:pt idx="782">
                  <c:v>44629</c:v>
                </c:pt>
                <c:pt idx="783">
                  <c:v>44628</c:v>
                </c:pt>
                <c:pt idx="784">
                  <c:v>44627</c:v>
                </c:pt>
                <c:pt idx="785">
                  <c:v>44624</c:v>
                </c:pt>
                <c:pt idx="786">
                  <c:v>44623</c:v>
                </c:pt>
                <c:pt idx="787">
                  <c:v>44622</c:v>
                </c:pt>
                <c:pt idx="788">
                  <c:v>44621</c:v>
                </c:pt>
                <c:pt idx="789">
                  <c:v>44620</c:v>
                </c:pt>
                <c:pt idx="790">
                  <c:v>44617</c:v>
                </c:pt>
                <c:pt idx="791">
                  <c:v>44616</c:v>
                </c:pt>
                <c:pt idx="792">
                  <c:v>44615</c:v>
                </c:pt>
                <c:pt idx="793">
                  <c:v>44614</c:v>
                </c:pt>
                <c:pt idx="794">
                  <c:v>44613</c:v>
                </c:pt>
                <c:pt idx="795">
                  <c:v>44610</c:v>
                </c:pt>
                <c:pt idx="796">
                  <c:v>44609</c:v>
                </c:pt>
                <c:pt idx="797">
                  <c:v>44608</c:v>
                </c:pt>
                <c:pt idx="798">
                  <c:v>44607</c:v>
                </c:pt>
                <c:pt idx="799">
                  <c:v>44606</c:v>
                </c:pt>
                <c:pt idx="800">
                  <c:v>44603</c:v>
                </c:pt>
                <c:pt idx="801">
                  <c:v>44602</c:v>
                </c:pt>
                <c:pt idx="802">
                  <c:v>44601</c:v>
                </c:pt>
                <c:pt idx="803">
                  <c:v>44600</c:v>
                </c:pt>
                <c:pt idx="804">
                  <c:v>44599</c:v>
                </c:pt>
                <c:pt idx="805">
                  <c:v>44587</c:v>
                </c:pt>
                <c:pt idx="806">
                  <c:v>44586</c:v>
                </c:pt>
                <c:pt idx="807">
                  <c:v>44585</c:v>
                </c:pt>
                <c:pt idx="808">
                  <c:v>44582</c:v>
                </c:pt>
                <c:pt idx="809">
                  <c:v>44581</c:v>
                </c:pt>
                <c:pt idx="810">
                  <c:v>44580</c:v>
                </c:pt>
                <c:pt idx="811">
                  <c:v>44579</c:v>
                </c:pt>
                <c:pt idx="812">
                  <c:v>44578</c:v>
                </c:pt>
                <c:pt idx="813">
                  <c:v>44575</c:v>
                </c:pt>
                <c:pt idx="814">
                  <c:v>44574</c:v>
                </c:pt>
                <c:pt idx="815">
                  <c:v>44573</c:v>
                </c:pt>
                <c:pt idx="816">
                  <c:v>44572</c:v>
                </c:pt>
                <c:pt idx="817">
                  <c:v>44571</c:v>
                </c:pt>
                <c:pt idx="818">
                  <c:v>44568</c:v>
                </c:pt>
                <c:pt idx="819">
                  <c:v>44567</c:v>
                </c:pt>
                <c:pt idx="820">
                  <c:v>44566</c:v>
                </c:pt>
                <c:pt idx="821">
                  <c:v>44565</c:v>
                </c:pt>
                <c:pt idx="822">
                  <c:v>44558</c:v>
                </c:pt>
                <c:pt idx="823">
                  <c:v>44554</c:v>
                </c:pt>
                <c:pt idx="824">
                  <c:v>44553</c:v>
                </c:pt>
                <c:pt idx="825">
                  <c:v>44552</c:v>
                </c:pt>
                <c:pt idx="826">
                  <c:v>44551</c:v>
                </c:pt>
                <c:pt idx="827">
                  <c:v>44550</c:v>
                </c:pt>
                <c:pt idx="828">
                  <c:v>44547</c:v>
                </c:pt>
                <c:pt idx="829">
                  <c:v>44546</c:v>
                </c:pt>
                <c:pt idx="830">
                  <c:v>44545</c:v>
                </c:pt>
                <c:pt idx="831">
                  <c:v>44544</c:v>
                </c:pt>
                <c:pt idx="832">
                  <c:v>44543</c:v>
                </c:pt>
                <c:pt idx="833">
                  <c:v>44540</c:v>
                </c:pt>
                <c:pt idx="834">
                  <c:v>44539</c:v>
                </c:pt>
                <c:pt idx="835">
                  <c:v>44538</c:v>
                </c:pt>
                <c:pt idx="836">
                  <c:v>44537</c:v>
                </c:pt>
                <c:pt idx="837">
                  <c:v>44536</c:v>
                </c:pt>
                <c:pt idx="838">
                  <c:v>44533</c:v>
                </c:pt>
                <c:pt idx="839">
                  <c:v>44532</c:v>
                </c:pt>
                <c:pt idx="840">
                  <c:v>44531</c:v>
                </c:pt>
                <c:pt idx="841">
                  <c:v>44530</c:v>
                </c:pt>
                <c:pt idx="842">
                  <c:v>44529</c:v>
                </c:pt>
                <c:pt idx="843">
                  <c:v>44526</c:v>
                </c:pt>
                <c:pt idx="844">
                  <c:v>44525</c:v>
                </c:pt>
                <c:pt idx="845">
                  <c:v>44524</c:v>
                </c:pt>
                <c:pt idx="846">
                  <c:v>44523</c:v>
                </c:pt>
                <c:pt idx="847">
                  <c:v>44522</c:v>
                </c:pt>
                <c:pt idx="848">
                  <c:v>44519</c:v>
                </c:pt>
                <c:pt idx="849">
                  <c:v>44518</c:v>
                </c:pt>
                <c:pt idx="850">
                  <c:v>44517</c:v>
                </c:pt>
                <c:pt idx="851">
                  <c:v>44516</c:v>
                </c:pt>
                <c:pt idx="852">
                  <c:v>44515</c:v>
                </c:pt>
                <c:pt idx="853">
                  <c:v>44512</c:v>
                </c:pt>
                <c:pt idx="854">
                  <c:v>44511</c:v>
                </c:pt>
                <c:pt idx="855">
                  <c:v>44510</c:v>
                </c:pt>
                <c:pt idx="856">
                  <c:v>44509</c:v>
                </c:pt>
                <c:pt idx="857">
                  <c:v>44508</c:v>
                </c:pt>
                <c:pt idx="858">
                  <c:v>44505</c:v>
                </c:pt>
                <c:pt idx="859">
                  <c:v>44504</c:v>
                </c:pt>
                <c:pt idx="860">
                  <c:v>44503</c:v>
                </c:pt>
                <c:pt idx="861">
                  <c:v>44502</c:v>
                </c:pt>
                <c:pt idx="862">
                  <c:v>44501</c:v>
                </c:pt>
                <c:pt idx="863">
                  <c:v>44498</c:v>
                </c:pt>
                <c:pt idx="864">
                  <c:v>44497</c:v>
                </c:pt>
                <c:pt idx="865">
                  <c:v>44496</c:v>
                </c:pt>
                <c:pt idx="866">
                  <c:v>44495</c:v>
                </c:pt>
                <c:pt idx="867">
                  <c:v>44494</c:v>
                </c:pt>
                <c:pt idx="868">
                  <c:v>44491</c:v>
                </c:pt>
                <c:pt idx="869">
                  <c:v>44490</c:v>
                </c:pt>
                <c:pt idx="870">
                  <c:v>44489</c:v>
                </c:pt>
                <c:pt idx="871">
                  <c:v>44488</c:v>
                </c:pt>
                <c:pt idx="872">
                  <c:v>44487</c:v>
                </c:pt>
                <c:pt idx="873">
                  <c:v>44484</c:v>
                </c:pt>
                <c:pt idx="874">
                  <c:v>44481</c:v>
                </c:pt>
                <c:pt idx="875">
                  <c:v>44480</c:v>
                </c:pt>
                <c:pt idx="876">
                  <c:v>44477</c:v>
                </c:pt>
                <c:pt idx="877">
                  <c:v>44467</c:v>
                </c:pt>
                <c:pt idx="878">
                  <c:v>44466</c:v>
                </c:pt>
                <c:pt idx="879">
                  <c:v>44463</c:v>
                </c:pt>
                <c:pt idx="880">
                  <c:v>44462</c:v>
                </c:pt>
                <c:pt idx="881">
                  <c:v>44454</c:v>
                </c:pt>
                <c:pt idx="882">
                  <c:v>44453</c:v>
                </c:pt>
                <c:pt idx="883">
                  <c:v>44452</c:v>
                </c:pt>
                <c:pt idx="884">
                  <c:v>44449</c:v>
                </c:pt>
                <c:pt idx="885">
                  <c:v>44448</c:v>
                </c:pt>
                <c:pt idx="886">
                  <c:v>44447</c:v>
                </c:pt>
                <c:pt idx="887">
                  <c:v>44446</c:v>
                </c:pt>
                <c:pt idx="888">
                  <c:v>44445</c:v>
                </c:pt>
                <c:pt idx="889">
                  <c:v>44442</c:v>
                </c:pt>
                <c:pt idx="890">
                  <c:v>44441</c:v>
                </c:pt>
                <c:pt idx="891">
                  <c:v>44440</c:v>
                </c:pt>
                <c:pt idx="892">
                  <c:v>44439</c:v>
                </c:pt>
                <c:pt idx="893">
                  <c:v>44438</c:v>
                </c:pt>
                <c:pt idx="894">
                  <c:v>44435</c:v>
                </c:pt>
                <c:pt idx="895">
                  <c:v>44434</c:v>
                </c:pt>
                <c:pt idx="896">
                  <c:v>44433</c:v>
                </c:pt>
                <c:pt idx="897">
                  <c:v>44432</c:v>
                </c:pt>
                <c:pt idx="898">
                  <c:v>44431</c:v>
                </c:pt>
                <c:pt idx="899">
                  <c:v>44428</c:v>
                </c:pt>
                <c:pt idx="900">
                  <c:v>44427</c:v>
                </c:pt>
                <c:pt idx="901">
                  <c:v>44426</c:v>
                </c:pt>
                <c:pt idx="902">
                  <c:v>44425</c:v>
                </c:pt>
                <c:pt idx="903">
                  <c:v>44424</c:v>
                </c:pt>
                <c:pt idx="904">
                  <c:v>44421</c:v>
                </c:pt>
                <c:pt idx="905">
                  <c:v>44420</c:v>
                </c:pt>
                <c:pt idx="906">
                  <c:v>44419</c:v>
                </c:pt>
                <c:pt idx="907">
                  <c:v>44418</c:v>
                </c:pt>
                <c:pt idx="908">
                  <c:v>44417</c:v>
                </c:pt>
                <c:pt idx="909">
                  <c:v>44414</c:v>
                </c:pt>
                <c:pt idx="910">
                  <c:v>44413</c:v>
                </c:pt>
                <c:pt idx="911">
                  <c:v>44412</c:v>
                </c:pt>
                <c:pt idx="912">
                  <c:v>44411</c:v>
                </c:pt>
                <c:pt idx="913">
                  <c:v>44410</c:v>
                </c:pt>
                <c:pt idx="914">
                  <c:v>44407</c:v>
                </c:pt>
                <c:pt idx="915">
                  <c:v>44406</c:v>
                </c:pt>
                <c:pt idx="916">
                  <c:v>44405</c:v>
                </c:pt>
                <c:pt idx="917">
                  <c:v>44404</c:v>
                </c:pt>
                <c:pt idx="918">
                  <c:v>44403</c:v>
                </c:pt>
                <c:pt idx="919">
                  <c:v>44400</c:v>
                </c:pt>
                <c:pt idx="920">
                  <c:v>44399</c:v>
                </c:pt>
                <c:pt idx="921">
                  <c:v>44398</c:v>
                </c:pt>
                <c:pt idx="922">
                  <c:v>44397</c:v>
                </c:pt>
                <c:pt idx="923">
                  <c:v>44396</c:v>
                </c:pt>
                <c:pt idx="924">
                  <c:v>44393</c:v>
                </c:pt>
                <c:pt idx="925">
                  <c:v>44392</c:v>
                </c:pt>
                <c:pt idx="926">
                  <c:v>44391</c:v>
                </c:pt>
                <c:pt idx="927">
                  <c:v>44390</c:v>
                </c:pt>
                <c:pt idx="928">
                  <c:v>44389</c:v>
                </c:pt>
                <c:pt idx="929">
                  <c:v>44386</c:v>
                </c:pt>
                <c:pt idx="930">
                  <c:v>44385</c:v>
                </c:pt>
                <c:pt idx="931">
                  <c:v>44384</c:v>
                </c:pt>
                <c:pt idx="932">
                  <c:v>44383</c:v>
                </c:pt>
                <c:pt idx="933">
                  <c:v>44382</c:v>
                </c:pt>
                <c:pt idx="934">
                  <c:v>44379</c:v>
                </c:pt>
                <c:pt idx="935">
                  <c:v>44377</c:v>
                </c:pt>
                <c:pt idx="936">
                  <c:v>44376</c:v>
                </c:pt>
                <c:pt idx="937">
                  <c:v>44375</c:v>
                </c:pt>
                <c:pt idx="938">
                  <c:v>44372</c:v>
                </c:pt>
                <c:pt idx="939">
                  <c:v>44371</c:v>
                </c:pt>
                <c:pt idx="940">
                  <c:v>44370</c:v>
                </c:pt>
                <c:pt idx="941">
                  <c:v>44369</c:v>
                </c:pt>
                <c:pt idx="942">
                  <c:v>44368</c:v>
                </c:pt>
                <c:pt idx="943">
                  <c:v>44365</c:v>
                </c:pt>
                <c:pt idx="944">
                  <c:v>44364</c:v>
                </c:pt>
                <c:pt idx="945">
                  <c:v>44363</c:v>
                </c:pt>
                <c:pt idx="946">
                  <c:v>44362</c:v>
                </c:pt>
                <c:pt idx="947">
                  <c:v>44358</c:v>
                </c:pt>
                <c:pt idx="948">
                  <c:v>44357</c:v>
                </c:pt>
                <c:pt idx="949">
                  <c:v>44356</c:v>
                </c:pt>
                <c:pt idx="950">
                  <c:v>44355</c:v>
                </c:pt>
                <c:pt idx="951">
                  <c:v>44354</c:v>
                </c:pt>
                <c:pt idx="952">
                  <c:v>44351</c:v>
                </c:pt>
                <c:pt idx="953">
                  <c:v>44350</c:v>
                </c:pt>
                <c:pt idx="954">
                  <c:v>44349</c:v>
                </c:pt>
                <c:pt idx="955">
                  <c:v>44348</c:v>
                </c:pt>
                <c:pt idx="956">
                  <c:v>44347</c:v>
                </c:pt>
                <c:pt idx="957">
                  <c:v>44344</c:v>
                </c:pt>
                <c:pt idx="958">
                  <c:v>44343</c:v>
                </c:pt>
                <c:pt idx="959">
                  <c:v>44342</c:v>
                </c:pt>
                <c:pt idx="960">
                  <c:v>44341</c:v>
                </c:pt>
                <c:pt idx="961">
                  <c:v>44340</c:v>
                </c:pt>
                <c:pt idx="962">
                  <c:v>44337</c:v>
                </c:pt>
                <c:pt idx="963">
                  <c:v>44336</c:v>
                </c:pt>
                <c:pt idx="964">
                  <c:v>44334</c:v>
                </c:pt>
                <c:pt idx="965">
                  <c:v>44333</c:v>
                </c:pt>
                <c:pt idx="966">
                  <c:v>44330</c:v>
                </c:pt>
                <c:pt idx="967">
                  <c:v>44329</c:v>
                </c:pt>
                <c:pt idx="968">
                  <c:v>44328</c:v>
                </c:pt>
                <c:pt idx="969">
                  <c:v>44327</c:v>
                </c:pt>
                <c:pt idx="970">
                  <c:v>44326</c:v>
                </c:pt>
                <c:pt idx="971">
                  <c:v>44323</c:v>
                </c:pt>
                <c:pt idx="972">
                  <c:v>44322</c:v>
                </c:pt>
                <c:pt idx="973">
                  <c:v>44314</c:v>
                </c:pt>
                <c:pt idx="974">
                  <c:v>44313</c:v>
                </c:pt>
                <c:pt idx="975">
                  <c:v>44312</c:v>
                </c:pt>
                <c:pt idx="976">
                  <c:v>44309</c:v>
                </c:pt>
                <c:pt idx="977">
                  <c:v>44308</c:v>
                </c:pt>
                <c:pt idx="978">
                  <c:v>44307</c:v>
                </c:pt>
                <c:pt idx="979">
                  <c:v>44306</c:v>
                </c:pt>
                <c:pt idx="980">
                  <c:v>44305</c:v>
                </c:pt>
                <c:pt idx="981">
                  <c:v>44302</c:v>
                </c:pt>
                <c:pt idx="982">
                  <c:v>44301</c:v>
                </c:pt>
                <c:pt idx="983">
                  <c:v>44300</c:v>
                </c:pt>
                <c:pt idx="984">
                  <c:v>44299</c:v>
                </c:pt>
                <c:pt idx="985">
                  <c:v>44298</c:v>
                </c:pt>
                <c:pt idx="986">
                  <c:v>44295</c:v>
                </c:pt>
                <c:pt idx="987">
                  <c:v>44294</c:v>
                </c:pt>
                <c:pt idx="988">
                  <c:v>44293</c:v>
                </c:pt>
                <c:pt idx="989">
                  <c:v>44287</c:v>
                </c:pt>
                <c:pt idx="990">
                  <c:v>44286</c:v>
                </c:pt>
                <c:pt idx="991">
                  <c:v>44285</c:v>
                </c:pt>
                <c:pt idx="992">
                  <c:v>44284</c:v>
                </c:pt>
                <c:pt idx="993">
                  <c:v>44281</c:v>
                </c:pt>
                <c:pt idx="994">
                  <c:v>44280</c:v>
                </c:pt>
                <c:pt idx="995">
                  <c:v>44279</c:v>
                </c:pt>
                <c:pt idx="996">
                  <c:v>44278</c:v>
                </c:pt>
                <c:pt idx="997">
                  <c:v>44277</c:v>
                </c:pt>
                <c:pt idx="998">
                  <c:v>44274</c:v>
                </c:pt>
                <c:pt idx="999">
                  <c:v>44273</c:v>
                </c:pt>
                <c:pt idx="1000">
                  <c:v>44272</c:v>
                </c:pt>
                <c:pt idx="1001">
                  <c:v>44271</c:v>
                </c:pt>
                <c:pt idx="1002">
                  <c:v>44270</c:v>
                </c:pt>
                <c:pt idx="1003">
                  <c:v>44267</c:v>
                </c:pt>
                <c:pt idx="1004">
                  <c:v>44266</c:v>
                </c:pt>
                <c:pt idx="1005">
                  <c:v>44265</c:v>
                </c:pt>
                <c:pt idx="1006">
                  <c:v>44264</c:v>
                </c:pt>
                <c:pt idx="1007">
                  <c:v>44263</c:v>
                </c:pt>
                <c:pt idx="1008">
                  <c:v>44260</c:v>
                </c:pt>
                <c:pt idx="1009">
                  <c:v>44259</c:v>
                </c:pt>
                <c:pt idx="1010">
                  <c:v>44258</c:v>
                </c:pt>
                <c:pt idx="1011">
                  <c:v>44257</c:v>
                </c:pt>
                <c:pt idx="1012">
                  <c:v>44256</c:v>
                </c:pt>
                <c:pt idx="1013">
                  <c:v>44253</c:v>
                </c:pt>
                <c:pt idx="1014">
                  <c:v>44252</c:v>
                </c:pt>
                <c:pt idx="1015">
                  <c:v>44251</c:v>
                </c:pt>
                <c:pt idx="1016">
                  <c:v>44250</c:v>
                </c:pt>
                <c:pt idx="1017">
                  <c:v>44249</c:v>
                </c:pt>
                <c:pt idx="1018">
                  <c:v>44246</c:v>
                </c:pt>
                <c:pt idx="1019">
                  <c:v>44245</c:v>
                </c:pt>
                <c:pt idx="1020">
                  <c:v>44235</c:v>
                </c:pt>
                <c:pt idx="1021">
                  <c:v>44232</c:v>
                </c:pt>
                <c:pt idx="1022">
                  <c:v>44231</c:v>
                </c:pt>
                <c:pt idx="1023">
                  <c:v>44230</c:v>
                </c:pt>
                <c:pt idx="1024">
                  <c:v>44229</c:v>
                </c:pt>
                <c:pt idx="1025">
                  <c:v>44228</c:v>
                </c:pt>
                <c:pt idx="1026">
                  <c:v>44225</c:v>
                </c:pt>
                <c:pt idx="1027">
                  <c:v>44224</c:v>
                </c:pt>
                <c:pt idx="1028">
                  <c:v>44223</c:v>
                </c:pt>
                <c:pt idx="1029">
                  <c:v>44222</c:v>
                </c:pt>
                <c:pt idx="1030">
                  <c:v>44221</c:v>
                </c:pt>
                <c:pt idx="1031">
                  <c:v>44218</c:v>
                </c:pt>
                <c:pt idx="1032">
                  <c:v>44217</c:v>
                </c:pt>
                <c:pt idx="1033">
                  <c:v>44216</c:v>
                </c:pt>
                <c:pt idx="1034">
                  <c:v>44215</c:v>
                </c:pt>
                <c:pt idx="1035">
                  <c:v>44214</c:v>
                </c:pt>
                <c:pt idx="1036">
                  <c:v>44211</c:v>
                </c:pt>
                <c:pt idx="1037">
                  <c:v>44210</c:v>
                </c:pt>
                <c:pt idx="1038">
                  <c:v>44209</c:v>
                </c:pt>
                <c:pt idx="1039">
                  <c:v>44208</c:v>
                </c:pt>
                <c:pt idx="1040">
                  <c:v>44207</c:v>
                </c:pt>
                <c:pt idx="1041">
                  <c:v>44204</c:v>
                </c:pt>
                <c:pt idx="1042">
                  <c:v>44203</c:v>
                </c:pt>
                <c:pt idx="1043">
                  <c:v>44202</c:v>
                </c:pt>
                <c:pt idx="1044">
                  <c:v>44201</c:v>
                </c:pt>
                <c:pt idx="1045">
                  <c:v>44200</c:v>
                </c:pt>
                <c:pt idx="1046">
                  <c:v>44196</c:v>
                </c:pt>
                <c:pt idx="1047">
                  <c:v>44195</c:v>
                </c:pt>
                <c:pt idx="1048">
                  <c:v>44194</c:v>
                </c:pt>
                <c:pt idx="1049">
                  <c:v>44193</c:v>
                </c:pt>
                <c:pt idx="1050">
                  <c:v>44189</c:v>
                </c:pt>
                <c:pt idx="1051">
                  <c:v>44188</c:v>
                </c:pt>
                <c:pt idx="1052">
                  <c:v>44187</c:v>
                </c:pt>
                <c:pt idx="1053">
                  <c:v>44186</c:v>
                </c:pt>
                <c:pt idx="1054">
                  <c:v>44183</c:v>
                </c:pt>
                <c:pt idx="1055">
                  <c:v>44182</c:v>
                </c:pt>
                <c:pt idx="1056">
                  <c:v>44181</c:v>
                </c:pt>
                <c:pt idx="1057">
                  <c:v>44180</c:v>
                </c:pt>
                <c:pt idx="1058">
                  <c:v>44179</c:v>
                </c:pt>
                <c:pt idx="1059">
                  <c:v>44176</c:v>
                </c:pt>
                <c:pt idx="1060">
                  <c:v>44175</c:v>
                </c:pt>
                <c:pt idx="1061">
                  <c:v>44174</c:v>
                </c:pt>
                <c:pt idx="1062">
                  <c:v>44173</c:v>
                </c:pt>
                <c:pt idx="1063">
                  <c:v>44172</c:v>
                </c:pt>
                <c:pt idx="1064">
                  <c:v>44169</c:v>
                </c:pt>
                <c:pt idx="1065">
                  <c:v>44168</c:v>
                </c:pt>
                <c:pt idx="1066">
                  <c:v>44167</c:v>
                </c:pt>
                <c:pt idx="1067">
                  <c:v>44166</c:v>
                </c:pt>
                <c:pt idx="1068">
                  <c:v>44165</c:v>
                </c:pt>
                <c:pt idx="1069">
                  <c:v>44162</c:v>
                </c:pt>
                <c:pt idx="1070">
                  <c:v>44161</c:v>
                </c:pt>
                <c:pt idx="1071">
                  <c:v>44160</c:v>
                </c:pt>
                <c:pt idx="1072">
                  <c:v>44159</c:v>
                </c:pt>
                <c:pt idx="1073">
                  <c:v>44158</c:v>
                </c:pt>
                <c:pt idx="1074">
                  <c:v>44155</c:v>
                </c:pt>
                <c:pt idx="1075">
                  <c:v>44154</c:v>
                </c:pt>
                <c:pt idx="1076">
                  <c:v>44153</c:v>
                </c:pt>
                <c:pt idx="1077">
                  <c:v>44152</c:v>
                </c:pt>
                <c:pt idx="1078">
                  <c:v>44151</c:v>
                </c:pt>
                <c:pt idx="1079">
                  <c:v>44148</c:v>
                </c:pt>
                <c:pt idx="1080">
                  <c:v>44147</c:v>
                </c:pt>
                <c:pt idx="1081">
                  <c:v>44146</c:v>
                </c:pt>
                <c:pt idx="1082">
                  <c:v>44145</c:v>
                </c:pt>
                <c:pt idx="1083">
                  <c:v>44144</c:v>
                </c:pt>
                <c:pt idx="1084">
                  <c:v>44141</c:v>
                </c:pt>
                <c:pt idx="1085">
                  <c:v>44140</c:v>
                </c:pt>
                <c:pt idx="1086">
                  <c:v>44139</c:v>
                </c:pt>
                <c:pt idx="1087">
                  <c:v>44138</c:v>
                </c:pt>
                <c:pt idx="1088">
                  <c:v>44137</c:v>
                </c:pt>
                <c:pt idx="1089">
                  <c:v>44134</c:v>
                </c:pt>
                <c:pt idx="1090">
                  <c:v>44133</c:v>
                </c:pt>
                <c:pt idx="1091">
                  <c:v>44132</c:v>
                </c:pt>
                <c:pt idx="1092">
                  <c:v>44131</c:v>
                </c:pt>
                <c:pt idx="1093">
                  <c:v>44127</c:v>
                </c:pt>
                <c:pt idx="1094">
                  <c:v>44126</c:v>
                </c:pt>
                <c:pt idx="1095">
                  <c:v>44125</c:v>
                </c:pt>
                <c:pt idx="1096">
                  <c:v>44124</c:v>
                </c:pt>
                <c:pt idx="1097">
                  <c:v>44123</c:v>
                </c:pt>
                <c:pt idx="1098">
                  <c:v>44120</c:v>
                </c:pt>
                <c:pt idx="1099">
                  <c:v>44119</c:v>
                </c:pt>
                <c:pt idx="1100">
                  <c:v>44118</c:v>
                </c:pt>
                <c:pt idx="1101">
                  <c:v>44116</c:v>
                </c:pt>
                <c:pt idx="1102">
                  <c:v>44113</c:v>
                </c:pt>
                <c:pt idx="1103">
                  <c:v>44102</c:v>
                </c:pt>
                <c:pt idx="1104">
                  <c:v>44099</c:v>
                </c:pt>
                <c:pt idx="1105">
                  <c:v>44098</c:v>
                </c:pt>
                <c:pt idx="1106">
                  <c:v>44097</c:v>
                </c:pt>
                <c:pt idx="1107">
                  <c:v>44096</c:v>
                </c:pt>
                <c:pt idx="1108">
                  <c:v>44095</c:v>
                </c:pt>
                <c:pt idx="1109">
                  <c:v>44092</c:v>
                </c:pt>
                <c:pt idx="1110">
                  <c:v>44091</c:v>
                </c:pt>
                <c:pt idx="1111">
                  <c:v>44090</c:v>
                </c:pt>
                <c:pt idx="1112">
                  <c:v>44089</c:v>
                </c:pt>
                <c:pt idx="1113">
                  <c:v>44088</c:v>
                </c:pt>
                <c:pt idx="1114">
                  <c:v>44085</c:v>
                </c:pt>
                <c:pt idx="1115">
                  <c:v>44084</c:v>
                </c:pt>
                <c:pt idx="1116">
                  <c:v>44083</c:v>
                </c:pt>
                <c:pt idx="1117">
                  <c:v>44082</c:v>
                </c:pt>
                <c:pt idx="1118">
                  <c:v>44081</c:v>
                </c:pt>
                <c:pt idx="1119">
                  <c:v>44078</c:v>
                </c:pt>
                <c:pt idx="1120">
                  <c:v>44077</c:v>
                </c:pt>
                <c:pt idx="1121">
                  <c:v>44076</c:v>
                </c:pt>
                <c:pt idx="1122">
                  <c:v>44075</c:v>
                </c:pt>
                <c:pt idx="1123">
                  <c:v>44074</c:v>
                </c:pt>
                <c:pt idx="1124">
                  <c:v>44071</c:v>
                </c:pt>
                <c:pt idx="1125">
                  <c:v>44070</c:v>
                </c:pt>
                <c:pt idx="1126">
                  <c:v>44069</c:v>
                </c:pt>
                <c:pt idx="1127">
                  <c:v>44068</c:v>
                </c:pt>
                <c:pt idx="1128">
                  <c:v>44067</c:v>
                </c:pt>
                <c:pt idx="1129">
                  <c:v>44064</c:v>
                </c:pt>
                <c:pt idx="1130">
                  <c:v>44063</c:v>
                </c:pt>
                <c:pt idx="1131">
                  <c:v>44062</c:v>
                </c:pt>
                <c:pt idx="1132">
                  <c:v>44061</c:v>
                </c:pt>
                <c:pt idx="1133">
                  <c:v>44060</c:v>
                </c:pt>
                <c:pt idx="1134">
                  <c:v>44057</c:v>
                </c:pt>
                <c:pt idx="1135">
                  <c:v>44056</c:v>
                </c:pt>
                <c:pt idx="1136">
                  <c:v>44055</c:v>
                </c:pt>
                <c:pt idx="1137">
                  <c:v>44054</c:v>
                </c:pt>
                <c:pt idx="1138">
                  <c:v>44053</c:v>
                </c:pt>
                <c:pt idx="1139">
                  <c:v>44050</c:v>
                </c:pt>
                <c:pt idx="1140">
                  <c:v>44049</c:v>
                </c:pt>
                <c:pt idx="1141">
                  <c:v>44048</c:v>
                </c:pt>
                <c:pt idx="1142">
                  <c:v>44047</c:v>
                </c:pt>
                <c:pt idx="1143">
                  <c:v>44046</c:v>
                </c:pt>
                <c:pt idx="1144">
                  <c:v>44043</c:v>
                </c:pt>
                <c:pt idx="1145">
                  <c:v>44042</c:v>
                </c:pt>
                <c:pt idx="1146">
                  <c:v>44041</c:v>
                </c:pt>
                <c:pt idx="1147">
                  <c:v>44040</c:v>
                </c:pt>
                <c:pt idx="1148">
                  <c:v>44039</c:v>
                </c:pt>
                <c:pt idx="1149">
                  <c:v>44036</c:v>
                </c:pt>
                <c:pt idx="1150">
                  <c:v>44035</c:v>
                </c:pt>
                <c:pt idx="1151">
                  <c:v>44034</c:v>
                </c:pt>
                <c:pt idx="1152">
                  <c:v>44033</c:v>
                </c:pt>
                <c:pt idx="1153">
                  <c:v>44032</c:v>
                </c:pt>
                <c:pt idx="1154">
                  <c:v>44029</c:v>
                </c:pt>
                <c:pt idx="1155">
                  <c:v>44028</c:v>
                </c:pt>
                <c:pt idx="1156">
                  <c:v>44027</c:v>
                </c:pt>
                <c:pt idx="1157">
                  <c:v>44026</c:v>
                </c:pt>
                <c:pt idx="1158">
                  <c:v>44025</c:v>
                </c:pt>
                <c:pt idx="1159">
                  <c:v>44022</c:v>
                </c:pt>
                <c:pt idx="1160">
                  <c:v>44021</c:v>
                </c:pt>
                <c:pt idx="1161">
                  <c:v>44020</c:v>
                </c:pt>
                <c:pt idx="1162">
                  <c:v>44019</c:v>
                </c:pt>
                <c:pt idx="1163">
                  <c:v>44018</c:v>
                </c:pt>
                <c:pt idx="1164">
                  <c:v>44015</c:v>
                </c:pt>
                <c:pt idx="1165">
                  <c:v>44014</c:v>
                </c:pt>
                <c:pt idx="1166">
                  <c:v>44012</c:v>
                </c:pt>
                <c:pt idx="1167">
                  <c:v>44011</c:v>
                </c:pt>
                <c:pt idx="1168">
                  <c:v>44004</c:v>
                </c:pt>
                <c:pt idx="1169">
                  <c:v>44001</c:v>
                </c:pt>
                <c:pt idx="1170">
                  <c:v>44000</c:v>
                </c:pt>
                <c:pt idx="1171">
                  <c:v>43999</c:v>
                </c:pt>
                <c:pt idx="1172">
                  <c:v>43998</c:v>
                </c:pt>
                <c:pt idx="1173">
                  <c:v>43997</c:v>
                </c:pt>
                <c:pt idx="1174">
                  <c:v>43994</c:v>
                </c:pt>
                <c:pt idx="1175">
                  <c:v>43993</c:v>
                </c:pt>
                <c:pt idx="1176">
                  <c:v>43992</c:v>
                </c:pt>
                <c:pt idx="1177">
                  <c:v>43991</c:v>
                </c:pt>
                <c:pt idx="1178">
                  <c:v>43990</c:v>
                </c:pt>
                <c:pt idx="1179">
                  <c:v>43987</c:v>
                </c:pt>
                <c:pt idx="1180">
                  <c:v>43986</c:v>
                </c:pt>
                <c:pt idx="1181">
                  <c:v>43985</c:v>
                </c:pt>
                <c:pt idx="1182">
                  <c:v>43984</c:v>
                </c:pt>
                <c:pt idx="1183">
                  <c:v>43983</c:v>
                </c:pt>
                <c:pt idx="1184">
                  <c:v>43980</c:v>
                </c:pt>
                <c:pt idx="1185">
                  <c:v>43979</c:v>
                </c:pt>
                <c:pt idx="1186">
                  <c:v>43978</c:v>
                </c:pt>
                <c:pt idx="1187">
                  <c:v>43977</c:v>
                </c:pt>
                <c:pt idx="1188">
                  <c:v>43976</c:v>
                </c:pt>
                <c:pt idx="1189">
                  <c:v>43973</c:v>
                </c:pt>
                <c:pt idx="1190">
                  <c:v>43972</c:v>
                </c:pt>
                <c:pt idx="1191">
                  <c:v>43971</c:v>
                </c:pt>
                <c:pt idx="1192">
                  <c:v>43970</c:v>
                </c:pt>
                <c:pt idx="1193">
                  <c:v>43969</c:v>
                </c:pt>
                <c:pt idx="1194">
                  <c:v>43966</c:v>
                </c:pt>
                <c:pt idx="1195">
                  <c:v>43965</c:v>
                </c:pt>
                <c:pt idx="1196">
                  <c:v>43964</c:v>
                </c:pt>
                <c:pt idx="1197">
                  <c:v>43963</c:v>
                </c:pt>
                <c:pt idx="1198">
                  <c:v>43962</c:v>
                </c:pt>
                <c:pt idx="1199">
                  <c:v>43959</c:v>
                </c:pt>
                <c:pt idx="1200">
                  <c:v>43958</c:v>
                </c:pt>
                <c:pt idx="1201">
                  <c:v>43957</c:v>
                </c:pt>
                <c:pt idx="1202">
                  <c:v>43948</c:v>
                </c:pt>
                <c:pt idx="1203">
                  <c:v>43945</c:v>
                </c:pt>
                <c:pt idx="1204">
                  <c:v>43944</c:v>
                </c:pt>
                <c:pt idx="1205">
                  <c:v>43943</c:v>
                </c:pt>
                <c:pt idx="1206">
                  <c:v>43942</c:v>
                </c:pt>
                <c:pt idx="1207">
                  <c:v>43941</c:v>
                </c:pt>
                <c:pt idx="1208">
                  <c:v>43938</c:v>
                </c:pt>
                <c:pt idx="1209">
                  <c:v>43937</c:v>
                </c:pt>
                <c:pt idx="1210">
                  <c:v>43936</c:v>
                </c:pt>
                <c:pt idx="1211">
                  <c:v>43935</c:v>
                </c:pt>
                <c:pt idx="1212">
                  <c:v>43930</c:v>
                </c:pt>
                <c:pt idx="1213">
                  <c:v>43929</c:v>
                </c:pt>
                <c:pt idx="1214">
                  <c:v>43928</c:v>
                </c:pt>
                <c:pt idx="1215">
                  <c:v>43922</c:v>
                </c:pt>
                <c:pt idx="1216">
                  <c:v>43921</c:v>
                </c:pt>
                <c:pt idx="1217">
                  <c:v>43920</c:v>
                </c:pt>
                <c:pt idx="1218">
                  <c:v>43917</c:v>
                </c:pt>
                <c:pt idx="1219">
                  <c:v>43916</c:v>
                </c:pt>
                <c:pt idx="1220">
                  <c:v>43915</c:v>
                </c:pt>
                <c:pt idx="1221">
                  <c:v>43914</c:v>
                </c:pt>
                <c:pt idx="1222">
                  <c:v>43913</c:v>
                </c:pt>
                <c:pt idx="1223">
                  <c:v>43910</c:v>
                </c:pt>
                <c:pt idx="1224">
                  <c:v>43909</c:v>
                </c:pt>
                <c:pt idx="1225">
                  <c:v>43908</c:v>
                </c:pt>
                <c:pt idx="1226">
                  <c:v>43907</c:v>
                </c:pt>
                <c:pt idx="1227">
                  <c:v>43906</c:v>
                </c:pt>
                <c:pt idx="1228">
                  <c:v>43903</c:v>
                </c:pt>
                <c:pt idx="1229">
                  <c:v>43902</c:v>
                </c:pt>
                <c:pt idx="1230">
                  <c:v>43901</c:v>
                </c:pt>
                <c:pt idx="1231">
                  <c:v>43900</c:v>
                </c:pt>
                <c:pt idx="1232">
                  <c:v>43899</c:v>
                </c:pt>
                <c:pt idx="1233">
                  <c:v>43896</c:v>
                </c:pt>
                <c:pt idx="1234">
                  <c:v>43895</c:v>
                </c:pt>
                <c:pt idx="1235">
                  <c:v>43894</c:v>
                </c:pt>
                <c:pt idx="1236">
                  <c:v>43893</c:v>
                </c:pt>
                <c:pt idx="1237">
                  <c:v>43892</c:v>
                </c:pt>
                <c:pt idx="1238">
                  <c:v>43889</c:v>
                </c:pt>
                <c:pt idx="1239">
                  <c:v>43888</c:v>
                </c:pt>
                <c:pt idx="1240">
                  <c:v>43887</c:v>
                </c:pt>
                <c:pt idx="1241">
                  <c:v>43886</c:v>
                </c:pt>
                <c:pt idx="1242">
                  <c:v>43885</c:v>
                </c:pt>
                <c:pt idx="1243">
                  <c:v>43882</c:v>
                </c:pt>
                <c:pt idx="1244">
                  <c:v>43881</c:v>
                </c:pt>
                <c:pt idx="1245">
                  <c:v>43880</c:v>
                </c:pt>
                <c:pt idx="1246">
                  <c:v>43879</c:v>
                </c:pt>
                <c:pt idx="1247">
                  <c:v>43878</c:v>
                </c:pt>
                <c:pt idx="1248">
                  <c:v>43875</c:v>
                </c:pt>
                <c:pt idx="1249">
                  <c:v>43874</c:v>
                </c:pt>
                <c:pt idx="1250">
                  <c:v>43873</c:v>
                </c:pt>
                <c:pt idx="1251">
                  <c:v>43872</c:v>
                </c:pt>
                <c:pt idx="1252">
                  <c:v>43871</c:v>
                </c:pt>
                <c:pt idx="1253">
                  <c:v>43868</c:v>
                </c:pt>
                <c:pt idx="1254">
                  <c:v>43867</c:v>
                </c:pt>
                <c:pt idx="1255">
                  <c:v>43866</c:v>
                </c:pt>
                <c:pt idx="1256">
                  <c:v>43865</c:v>
                </c:pt>
                <c:pt idx="1257">
                  <c:v>43864</c:v>
                </c:pt>
                <c:pt idx="1258">
                  <c:v>43851</c:v>
                </c:pt>
                <c:pt idx="1259">
                  <c:v>43850</c:v>
                </c:pt>
                <c:pt idx="1260">
                  <c:v>43847</c:v>
                </c:pt>
                <c:pt idx="1261">
                  <c:v>43846</c:v>
                </c:pt>
                <c:pt idx="1262">
                  <c:v>43845</c:v>
                </c:pt>
                <c:pt idx="1263">
                  <c:v>43844</c:v>
                </c:pt>
                <c:pt idx="1264">
                  <c:v>43843</c:v>
                </c:pt>
                <c:pt idx="1265">
                  <c:v>43840</c:v>
                </c:pt>
                <c:pt idx="1266">
                  <c:v>43839</c:v>
                </c:pt>
                <c:pt idx="1267">
                  <c:v>43838</c:v>
                </c:pt>
                <c:pt idx="1268">
                  <c:v>43837</c:v>
                </c:pt>
                <c:pt idx="1269">
                  <c:v>43836</c:v>
                </c:pt>
                <c:pt idx="1270">
                  <c:v>43833</c:v>
                </c:pt>
                <c:pt idx="1271">
                  <c:v>43832</c:v>
                </c:pt>
                <c:pt idx="1272">
                  <c:v>43830</c:v>
                </c:pt>
                <c:pt idx="1273">
                  <c:v>43829</c:v>
                </c:pt>
                <c:pt idx="1274">
                  <c:v>43826</c:v>
                </c:pt>
                <c:pt idx="1275">
                  <c:v>43823</c:v>
                </c:pt>
                <c:pt idx="1276">
                  <c:v>43822</c:v>
                </c:pt>
                <c:pt idx="1277">
                  <c:v>43819</c:v>
                </c:pt>
                <c:pt idx="1278">
                  <c:v>43818</c:v>
                </c:pt>
                <c:pt idx="1279">
                  <c:v>43817</c:v>
                </c:pt>
                <c:pt idx="1280">
                  <c:v>43816</c:v>
                </c:pt>
                <c:pt idx="1281">
                  <c:v>43815</c:v>
                </c:pt>
                <c:pt idx="1282">
                  <c:v>43812</c:v>
                </c:pt>
                <c:pt idx="1283">
                  <c:v>43811</c:v>
                </c:pt>
                <c:pt idx="1284">
                  <c:v>43810</c:v>
                </c:pt>
                <c:pt idx="1285">
                  <c:v>43809</c:v>
                </c:pt>
                <c:pt idx="1286">
                  <c:v>43808</c:v>
                </c:pt>
                <c:pt idx="1287">
                  <c:v>43805</c:v>
                </c:pt>
                <c:pt idx="1288">
                  <c:v>43804</c:v>
                </c:pt>
                <c:pt idx="1289">
                  <c:v>43803</c:v>
                </c:pt>
                <c:pt idx="1290">
                  <c:v>43802</c:v>
                </c:pt>
                <c:pt idx="1291">
                  <c:v>43801</c:v>
                </c:pt>
                <c:pt idx="1292">
                  <c:v>43798</c:v>
                </c:pt>
                <c:pt idx="1293">
                  <c:v>43797</c:v>
                </c:pt>
                <c:pt idx="1294">
                  <c:v>43796</c:v>
                </c:pt>
                <c:pt idx="1295">
                  <c:v>43795</c:v>
                </c:pt>
                <c:pt idx="1296">
                  <c:v>43794</c:v>
                </c:pt>
                <c:pt idx="1297">
                  <c:v>43791</c:v>
                </c:pt>
                <c:pt idx="1298">
                  <c:v>43790</c:v>
                </c:pt>
                <c:pt idx="1299">
                  <c:v>43789</c:v>
                </c:pt>
                <c:pt idx="1300">
                  <c:v>43788</c:v>
                </c:pt>
                <c:pt idx="1301">
                  <c:v>43787</c:v>
                </c:pt>
                <c:pt idx="1302">
                  <c:v>43784</c:v>
                </c:pt>
                <c:pt idx="1303">
                  <c:v>43783</c:v>
                </c:pt>
                <c:pt idx="1304">
                  <c:v>43782</c:v>
                </c:pt>
                <c:pt idx="1305">
                  <c:v>43781</c:v>
                </c:pt>
                <c:pt idx="1306">
                  <c:v>43780</c:v>
                </c:pt>
                <c:pt idx="1307">
                  <c:v>43777</c:v>
                </c:pt>
                <c:pt idx="1308">
                  <c:v>43776</c:v>
                </c:pt>
                <c:pt idx="1309">
                  <c:v>43775</c:v>
                </c:pt>
                <c:pt idx="1310">
                  <c:v>43774</c:v>
                </c:pt>
                <c:pt idx="1311">
                  <c:v>43773</c:v>
                </c:pt>
                <c:pt idx="1312">
                  <c:v>43770</c:v>
                </c:pt>
                <c:pt idx="1313">
                  <c:v>43769</c:v>
                </c:pt>
                <c:pt idx="1314">
                  <c:v>43768</c:v>
                </c:pt>
                <c:pt idx="1315">
                  <c:v>43767</c:v>
                </c:pt>
                <c:pt idx="1316">
                  <c:v>43766</c:v>
                </c:pt>
                <c:pt idx="1317">
                  <c:v>43763</c:v>
                </c:pt>
                <c:pt idx="1318">
                  <c:v>43762</c:v>
                </c:pt>
                <c:pt idx="1319">
                  <c:v>43761</c:v>
                </c:pt>
                <c:pt idx="1320">
                  <c:v>43760</c:v>
                </c:pt>
                <c:pt idx="1321">
                  <c:v>43759</c:v>
                </c:pt>
                <c:pt idx="1322">
                  <c:v>43756</c:v>
                </c:pt>
                <c:pt idx="1323">
                  <c:v>43755</c:v>
                </c:pt>
                <c:pt idx="1324">
                  <c:v>43754</c:v>
                </c:pt>
                <c:pt idx="1325">
                  <c:v>43753</c:v>
                </c:pt>
                <c:pt idx="1326">
                  <c:v>43752</c:v>
                </c:pt>
                <c:pt idx="1327">
                  <c:v>43749</c:v>
                </c:pt>
                <c:pt idx="1328">
                  <c:v>43748</c:v>
                </c:pt>
                <c:pt idx="1329">
                  <c:v>43747</c:v>
                </c:pt>
                <c:pt idx="1330">
                  <c:v>43746</c:v>
                </c:pt>
                <c:pt idx="1331">
                  <c:v>43734</c:v>
                </c:pt>
                <c:pt idx="1332">
                  <c:v>43733</c:v>
                </c:pt>
                <c:pt idx="1333">
                  <c:v>43732</c:v>
                </c:pt>
                <c:pt idx="1334">
                  <c:v>43731</c:v>
                </c:pt>
                <c:pt idx="1335">
                  <c:v>43728</c:v>
                </c:pt>
                <c:pt idx="1336">
                  <c:v>43727</c:v>
                </c:pt>
                <c:pt idx="1337">
                  <c:v>43726</c:v>
                </c:pt>
                <c:pt idx="1338">
                  <c:v>43725</c:v>
                </c:pt>
                <c:pt idx="1339">
                  <c:v>43724</c:v>
                </c:pt>
                <c:pt idx="1340">
                  <c:v>43718</c:v>
                </c:pt>
                <c:pt idx="1341">
                  <c:v>43717</c:v>
                </c:pt>
                <c:pt idx="1342">
                  <c:v>43714</c:v>
                </c:pt>
                <c:pt idx="1343">
                  <c:v>43713</c:v>
                </c:pt>
                <c:pt idx="1344">
                  <c:v>43712</c:v>
                </c:pt>
                <c:pt idx="1345">
                  <c:v>43711</c:v>
                </c:pt>
                <c:pt idx="1346">
                  <c:v>43710</c:v>
                </c:pt>
                <c:pt idx="1347">
                  <c:v>43707</c:v>
                </c:pt>
                <c:pt idx="1348">
                  <c:v>43706</c:v>
                </c:pt>
                <c:pt idx="1349">
                  <c:v>43705</c:v>
                </c:pt>
                <c:pt idx="1350">
                  <c:v>43704</c:v>
                </c:pt>
                <c:pt idx="1351">
                  <c:v>43703</c:v>
                </c:pt>
                <c:pt idx="1352">
                  <c:v>43700</c:v>
                </c:pt>
                <c:pt idx="1353">
                  <c:v>43699</c:v>
                </c:pt>
                <c:pt idx="1354">
                  <c:v>43698</c:v>
                </c:pt>
                <c:pt idx="1355">
                  <c:v>43697</c:v>
                </c:pt>
                <c:pt idx="1356">
                  <c:v>43696</c:v>
                </c:pt>
                <c:pt idx="1357">
                  <c:v>43693</c:v>
                </c:pt>
                <c:pt idx="1358">
                  <c:v>43692</c:v>
                </c:pt>
                <c:pt idx="1359">
                  <c:v>43691</c:v>
                </c:pt>
                <c:pt idx="1360">
                  <c:v>43690</c:v>
                </c:pt>
                <c:pt idx="1361">
                  <c:v>43689</c:v>
                </c:pt>
                <c:pt idx="1362">
                  <c:v>43686</c:v>
                </c:pt>
                <c:pt idx="1363">
                  <c:v>43685</c:v>
                </c:pt>
                <c:pt idx="1364">
                  <c:v>43684</c:v>
                </c:pt>
                <c:pt idx="1365">
                  <c:v>43683</c:v>
                </c:pt>
                <c:pt idx="1366">
                  <c:v>43682</c:v>
                </c:pt>
                <c:pt idx="1367">
                  <c:v>43679</c:v>
                </c:pt>
                <c:pt idx="1368">
                  <c:v>43678</c:v>
                </c:pt>
                <c:pt idx="1369">
                  <c:v>43677</c:v>
                </c:pt>
                <c:pt idx="1370">
                  <c:v>43676</c:v>
                </c:pt>
                <c:pt idx="1371">
                  <c:v>43675</c:v>
                </c:pt>
                <c:pt idx="1372">
                  <c:v>43672</c:v>
                </c:pt>
                <c:pt idx="1373">
                  <c:v>43671</c:v>
                </c:pt>
                <c:pt idx="1374">
                  <c:v>43670</c:v>
                </c:pt>
                <c:pt idx="1375">
                  <c:v>43669</c:v>
                </c:pt>
                <c:pt idx="1376">
                  <c:v>43668</c:v>
                </c:pt>
                <c:pt idx="1377">
                  <c:v>43665</c:v>
                </c:pt>
                <c:pt idx="1378">
                  <c:v>43664</c:v>
                </c:pt>
                <c:pt idx="1379">
                  <c:v>43663</c:v>
                </c:pt>
                <c:pt idx="1380">
                  <c:v>43662</c:v>
                </c:pt>
                <c:pt idx="1381">
                  <c:v>43661</c:v>
                </c:pt>
                <c:pt idx="1382">
                  <c:v>43658</c:v>
                </c:pt>
                <c:pt idx="1383">
                  <c:v>43657</c:v>
                </c:pt>
                <c:pt idx="1384">
                  <c:v>43656</c:v>
                </c:pt>
                <c:pt idx="1385">
                  <c:v>43655</c:v>
                </c:pt>
                <c:pt idx="1386">
                  <c:v>43654</c:v>
                </c:pt>
                <c:pt idx="1387">
                  <c:v>43651</c:v>
                </c:pt>
                <c:pt idx="1388">
                  <c:v>43650</c:v>
                </c:pt>
                <c:pt idx="1389">
                  <c:v>43649</c:v>
                </c:pt>
                <c:pt idx="1390">
                  <c:v>43648</c:v>
                </c:pt>
                <c:pt idx="1391">
                  <c:v>43644</c:v>
                </c:pt>
                <c:pt idx="1392">
                  <c:v>43643</c:v>
                </c:pt>
                <c:pt idx="1393">
                  <c:v>43642</c:v>
                </c:pt>
                <c:pt idx="1394">
                  <c:v>43641</c:v>
                </c:pt>
                <c:pt idx="1395">
                  <c:v>43640</c:v>
                </c:pt>
                <c:pt idx="1396">
                  <c:v>43637</c:v>
                </c:pt>
                <c:pt idx="1397">
                  <c:v>43636</c:v>
                </c:pt>
                <c:pt idx="1398">
                  <c:v>43635</c:v>
                </c:pt>
                <c:pt idx="1399">
                  <c:v>43634</c:v>
                </c:pt>
                <c:pt idx="1400">
                  <c:v>43633</c:v>
                </c:pt>
                <c:pt idx="1401">
                  <c:v>43630</c:v>
                </c:pt>
                <c:pt idx="1402">
                  <c:v>43629</c:v>
                </c:pt>
                <c:pt idx="1403">
                  <c:v>43628</c:v>
                </c:pt>
                <c:pt idx="1404">
                  <c:v>43627</c:v>
                </c:pt>
                <c:pt idx="1405">
                  <c:v>43626</c:v>
                </c:pt>
                <c:pt idx="1406">
                  <c:v>43622</c:v>
                </c:pt>
                <c:pt idx="1407">
                  <c:v>43621</c:v>
                </c:pt>
                <c:pt idx="1408">
                  <c:v>43620</c:v>
                </c:pt>
                <c:pt idx="1409">
                  <c:v>43619</c:v>
                </c:pt>
                <c:pt idx="1410">
                  <c:v>43616</c:v>
                </c:pt>
                <c:pt idx="1411">
                  <c:v>43615</c:v>
                </c:pt>
                <c:pt idx="1412">
                  <c:v>43614</c:v>
                </c:pt>
                <c:pt idx="1413">
                  <c:v>43613</c:v>
                </c:pt>
                <c:pt idx="1414">
                  <c:v>43612</c:v>
                </c:pt>
                <c:pt idx="1415">
                  <c:v>43609</c:v>
                </c:pt>
                <c:pt idx="1416">
                  <c:v>43608</c:v>
                </c:pt>
                <c:pt idx="1417">
                  <c:v>43607</c:v>
                </c:pt>
                <c:pt idx="1418">
                  <c:v>43606</c:v>
                </c:pt>
                <c:pt idx="1419">
                  <c:v>43605</c:v>
                </c:pt>
                <c:pt idx="1420">
                  <c:v>43602</c:v>
                </c:pt>
                <c:pt idx="1421">
                  <c:v>43601</c:v>
                </c:pt>
                <c:pt idx="1422">
                  <c:v>43600</c:v>
                </c:pt>
                <c:pt idx="1423">
                  <c:v>43599</c:v>
                </c:pt>
                <c:pt idx="1424">
                  <c:v>43595</c:v>
                </c:pt>
                <c:pt idx="1425">
                  <c:v>43594</c:v>
                </c:pt>
                <c:pt idx="1426">
                  <c:v>43593</c:v>
                </c:pt>
                <c:pt idx="1427">
                  <c:v>43592</c:v>
                </c:pt>
                <c:pt idx="1428">
                  <c:v>43591</c:v>
                </c:pt>
                <c:pt idx="1429">
                  <c:v>43581</c:v>
                </c:pt>
                <c:pt idx="1430">
                  <c:v>43580</c:v>
                </c:pt>
                <c:pt idx="1431">
                  <c:v>43579</c:v>
                </c:pt>
                <c:pt idx="1432">
                  <c:v>43578</c:v>
                </c:pt>
                <c:pt idx="1433">
                  <c:v>43573</c:v>
                </c:pt>
                <c:pt idx="1434">
                  <c:v>43572</c:v>
                </c:pt>
                <c:pt idx="1435">
                  <c:v>43571</c:v>
                </c:pt>
                <c:pt idx="1436">
                  <c:v>43570</c:v>
                </c:pt>
                <c:pt idx="1437">
                  <c:v>43567</c:v>
                </c:pt>
                <c:pt idx="1438">
                  <c:v>43566</c:v>
                </c:pt>
                <c:pt idx="1439">
                  <c:v>43565</c:v>
                </c:pt>
                <c:pt idx="1440">
                  <c:v>43564</c:v>
                </c:pt>
                <c:pt idx="1441">
                  <c:v>43563</c:v>
                </c:pt>
                <c:pt idx="1442">
                  <c:v>43559</c:v>
                </c:pt>
                <c:pt idx="1443">
                  <c:v>43558</c:v>
                </c:pt>
                <c:pt idx="1444">
                  <c:v>43557</c:v>
                </c:pt>
                <c:pt idx="1445">
                  <c:v>43556</c:v>
                </c:pt>
                <c:pt idx="1446">
                  <c:v>43553</c:v>
                </c:pt>
                <c:pt idx="1447">
                  <c:v>43552</c:v>
                </c:pt>
                <c:pt idx="1448">
                  <c:v>43551</c:v>
                </c:pt>
                <c:pt idx="1449">
                  <c:v>43550</c:v>
                </c:pt>
                <c:pt idx="1450">
                  <c:v>43549</c:v>
                </c:pt>
                <c:pt idx="1451">
                  <c:v>43546</c:v>
                </c:pt>
                <c:pt idx="1452">
                  <c:v>43545</c:v>
                </c:pt>
                <c:pt idx="1453">
                  <c:v>43544</c:v>
                </c:pt>
                <c:pt idx="1454">
                  <c:v>43543</c:v>
                </c:pt>
                <c:pt idx="1455">
                  <c:v>43542</c:v>
                </c:pt>
                <c:pt idx="1456">
                  <c:v>43539</c:v>
                </c:pt>
                <c:pt idx="1457">
                  <c:v>43538</c:v>
                </c:pt>
                <c:pt idx="1458">
                  <c:v>43537</c:v>
                </c:pt>
                <c:pt idx="1459">
                  <c:v>43536</c:v>
                </c:pt>
                <c:pt idx="1460">
                  <c:v>43535</c:v>
                </c:pt>
                <c:pt idx="1461">
                  <c:v>43532</c:v>
                </c:pt>
                <c:pt idx="1462">
                  <c:v>43531</c:v>
                </c:pt>
                <c:pt idx="1463">
                  <c:v>43530</c:v>
                </c:pt>
                <c:pt idx="1464">
                  <c:v>43529</c:v>
                </c:pt>
                <c:pt idx="1465">
                  <c:v>43528</c:v>
                </c:pt>
                <c:pt idx="1466">
                  <c:v>43525</c:v>
                </c:pt>
                <c:pt idx="1467">
                  <c:v>43524</c:v>
                </c:pt>
                <c:pt idx="1468">
                  <c:v>43523</c:v>
                </c:pt>
                <c:pt idx="1469">
                  <c:v>43522</c:v>
                </c:pt>
                <c:pt idx="1470">
                  <c:v>43521</c:v>
                </c:pt>
                <c:pt idx="1471">
                  <c:v>43518</c:v>
                </c:pt>
                <c:pt idx="1472">
                  <c:v>43517</c:v>
                </c:pt>
                <c:pt idx="1473">
                  <c:v>43516</c:v>
                </c:pt>
                <c:pt idx="1474">
                  <c:v>43515</c:v>
                </c:pt>
                <c:pt idx="1475">
                  <c:v>43514</c:v>
                </c:pt>
                <c:pt idx="1476">
                  <c:v>43511</c:v>
                </c:pt>
                <c:pt idx="1477">
                  <c:v>43510</c:v>
                </c:pt>
                <c:pt idx="1478">
                  <c:v>43509</c:v>
                </c:pt>
                <c:pt idx="1479">
                  <c:v>43508</c:v>
                </c:pt>
                <c:pt idx="1480">
                  <c:v>43507</c:v>
                </c:pt>
                <c:pt idx="1481">
                  <c:v>43495</c:v>
                </c:pt>
                <c:pt idx="1482">
                  <c:v>43494</c:v>
                </c:pt>
                <c:pt idx="1483">
                  <c:v>43493</c:v>
                </c:pt>
                <c:pt idx="1484">
                  <c:v>43490</c:v>
                </c:pt>
                <c:pt idx="1485">
                  <c:v>43489</c:v>
                </c:pt>
                <c:pt idx="1486">
                  <c:v>43488</c:v>
                </c:pt>
                <c:pt idx="1487">
                  <c:v>43487</c:v>
                </c:pt>
                <c:pt idx="1488">
                  <c:v>43486</c:v>
                </c:pt>
                <c:pt idx="1489">
                  <c:v>43483</c:v>
                </c:pt>
                <c:pt idx="1490">
                  <c:v>43482</c:v>
                </c:pt>
                <c:pt idx="1491">
                  <c:v>43481</c:v>
                </c:pt>
                <c:pt idx="1492">
                  <c:v>43480</c:v>
                </c:pt>
                <c:pt idx="1493">
                  <c:v>43479</c:v>
                </c:pt>
                <c:pt idx="1494">
                  <c:v>43476</c:v>
                </c:pt>
                <c:pt idx="1495">
                  <c:v>43475</c:v>
                </c:pt>
                <c:pt idx="1496">
                  <c:v>43474</c:v>
                </c:pt>
                <c:pt idx="1497">
                  <c:v>43473</c:v>
                </c:pt>
                <c:pt idx="1498">
                  <c:v>43472</c:v>
                </c:pt>
                <c:pt idx="1499">
                  <c:v>43469</c:v>
                </c:pt>
                <c:pt idx="1500">
                  <c:v>43468</c:v>
                </c:pt>
                <c:pt idx="1501">
                  <c:v>43467</c:v>
                </c:pt>
                <c:pt idx="1502">
                  <c:v>43458</c:v>
                </c:pt>
                <c:pt idx="1503">
                  <c:v>43455</c:v>
                </c:pt>
                <c:pt idx="1504">
                  <c:v>43454</c:v>
                </c:pt>
                <c:pt idx="1505">
                  <c:v>43453</c:v>
                </c:pt>
                <c:pt idx="1506">
                  <c:v>43452</c:v>
                </c:pt>
                <c:pt idx="1507">
                  <c:v>43451</c:v>
                </c:pt>
                <c:pt idx="1508">
                  <c:v>43448</c:v>
                </c:pt>
                <c:pt idx="1509">
                  <c:v>43447</c:v>
                </c:pt>
                <c:pt idx="1510">
                  <c:v>43446</c:v>
                </c:pt>
                <c:pt idx="1511">
                  <c:v>43445</c:v>
                </c:pt>
                <c:pt idx="1512">
                  <c:v>43444</c:v>
                </c:pt>
                <c:pt idx="1513">
                  <c:v>43441</c:v>
                </c:pt>
                <c:pt idx="1514">
                  <c:v>43440</c:v>
                </c:pt>
                <c:pt idx="1515">
                  <c:v>43439</c:v>
                </c:pt>
                <c:pt idx="1516">
                  <c:v>43438</c:v>
                </c:pt>
                <c:pt idx="1517">
                  <c:v>43437</c:v>
                </c:pt>
                <c:pt idx="1518">
                  <c:v>43434</c:v>
                </c:pt>
                <c:pt idx="1519">
                  <c:v>43433</c:v>
                </c:pt>
                <c:pt idx="1520">
                  <c:v>43432</c:v>
                </c:pt>
                <c:pt idx="1521">
                  <c:v>43431</c:v>
                </c:pt>
                <c:pt idx="1522">
                  <c:v>43430</c:v>
                </c:pt>
                <c:pt idx="1523">
                  <c:v>43427</c:v>
                </c:pt>
                <c:pt idx="1524">
                  <c:v>43426</c:v>
                </c:pt>
                <c:pt idx="1525">
                  <c:v>43425</c:v>
                </c:pt>
                <c:pt idx="1526">
                  <c:v>43424</c:v>
                </c:pt>
                <c:pt idx="1527">
                  <c:v>43423</c:v>
                </c:pt>
                <c:pt idx="1528">
                  <c:v>43420</c:v>
                </c:pt>
                <c:pt idx="1529">
                  <c:v>43419</c:v>
                </c:pt>
                <c:pt idx="1530">
                  <c:v>43418</c:v>
                </c:pt>
                <c:pt idx="1531">
                  <c:v>43417</c:v>
                </c:pt>
                <c:pt idx="1532">
                  <c:v>43416</c:v>
                </c:pt>
                <c:pt idx="1533">
                  <c:v>43413</c:v>
                </c:pt>
                <c:pt idx="1534">
                  <c:v>43412</c:v>
                </c:pt>
                <c:pt idx="1535">
                  <c:v>43411</c:v>
                </c:pt>
                <c:pt idx="1536">
                  <c:v>43410</c:v>
                </c:pt>
                <c:pt idx="1537">
                  <c:v>43409</c:v>
                </c:pt>
                <c:pt idx="1538">
                  <c:v>43406</c:v>
                </c:pt>
                <c:pt idx="1539">
                  <c:v>43405</c:v>
                </c:pt>
                <c:pt idx="1540">
                  <c:v>43404</c:v>
                </c:pt>
                <c:pt idx="1541">
                  <c:v>43403</c:v>
                </c:pt>
                <c:pt idx="1542">
                  <c:v>43402</c:v>
                </c:pt>
                <c:pt idx="1543">
                  <c:v>43399</c:v>
                </c:pt>
                <c:pt idx="1544">
                  <c:v>43398</c:v>
                </c:pt>
                <c:pt idx="1545">
                  <c:v>43397</c:v>
                </c:pt>
                <c:pt idx="1546">
                  <c:v>43396</c:v>
                </c:pt>
                <c:pt idx="1547">
                  <c:v>43395</c:v>
                </c:pt>
                <c:pt idx="1548">
                  <c:v>43392</c:v>
                </c:pt>
                <c:pt idx="1549">
                  <c:v>43391</c:v>
                </c:pt>
                <c:pt idx="1550">
                  <c:v>43389</c:v>
                </c:pt>
                <c:pt idx="1551">
                  <c:v>43388</c:v>
                </c:pt>
                <c:pt idx="1552">
                  <c:v>43385</c:v>
                </c:pt>
                <c:pt idx="1553">
                  <c:v>43384</c:v>
                </c:pt>
                <c:pt idx="1554">
                  <c:v>43383</c:v>
                </c:pt>
                <c:pt idx="1555">
                  <c:v>43382</c:v>
                </c:pt>
                <c:pt idx="1556">
                  <c:v>43381</c:v>
                </c:pt>
                <c:pt idx="1557">
                  <c:v>43369</c:v>
                </c:pt>
                <c:pt idx="1558">
                  <c:v>43362</c:v>
                </c:pt>
                <c:pt idx="1559">
                  <c:v>43361</c:v>
                </c:pt>
                <c:pt idx="1560">
                  <c:v>43360</c:v>
                </c:pt>
                <c:pt idx="1561">
                  <c:v>43357</c:v>
                </c:pt>
                <c:pt idx="1562">
                  <c:v>43356</c:v>
                </c:pt>
                <c:pt idx="1563">
                  <c:v>43355</c:v>
                </c:pt>
                <c:pt idx="1564">
                  <c:v>43354</c:v>
                </c:pt>
                <c:pt idx="1565">
                  <c:v>43353</c:v>
                </c:pt>
                <c:pt idx="1566">
                  <c:v>43350</c:v>
                </c:pt>
                <c:pt idx="1567">
                  <c:v>43349</c:v>
                </c:pt>
                <c:pt idx="1568">
                  <c:v>43348</c:v>
                </c:pt>
                <c:pt idx="1569">
                  <c:v>43347</c:v>
                </c:pt>
                <c:pt idx="1570">
                  <c:v>43346</c:v>
                </c:pt>
                <c:pt idx="1571">
                  <c:v>43343</c:v>
                </c:pt>
                <c:pt idx="1572">
                  <c:v>43342</c:v>
                </c:pt>
                <c:pt idx="1573">
                  <c:v>43341</c:v>
                </c:pt>
                <c:pt idx="1574">
                  <c:v>43340</c:v>
                </c:pt>
                <c:pt idx="1575">
                  <c:v>43339</c:v>
                </c:pt>
                <c:pt idx="1576">
                  <c:v>43336</c:v>
                </c:pt>
                <c:pt idx="1577">
                  <c:v>43335</c:v>
                </c:pt>
                <c:pt idx="1578">
                  <c:v>43334</c:v>
                </c:pt>
                <c:pt idx="1579">
                  <c:v>43333</c:v>
                </c:pt>
                <c:pt idx="1580">
                  <c:v>43332</c:v>
                </c:pt>
                <c:pt idx="1581">
                  <c:v>43329</c:v>
                </c:pt>
                <c:pt idx="1582">
                  <c:v>43328</c:v>
                </c:pt>
                <c:pt idx="1583">
                  <c:v>43327</c:v>
                </c:pt>
                <c:pt idx="1584">
                  <c:v>43326</c:v>
                </c:pt>
                <c:pt idx="1585">
                  <c:v>43325</c:v>
                </c:pt>
                <c:pt idx="1586">
                  <c:v>43322</c:v>
                </c:pt>
                <c:pt idx="1587">
                  <c:v>43321</c:v>
                </c:pt>
                <c:pt idx="1588">
                  <c:v>43320</c:v>
                </c:pt>
                <c:pt idx="1589">
                  <c:v>43319</c:v>
                </c:pt>
                <c:pt idx="1590">
                  <c:v>43318</c:v>
                </c:pt>
                <c:pt idx="1591">
                  <c:v>43315</c:v>
                </c:pt>
                <c:pt idx="1592">
                  <c:v>43314</c:v>
                </c:pt>
                <c:pt idx="1593">
                  <c:v>43313</c:v>
                </c:pt>
                <c:pt idx="1594">
                  <c:v>43312</c:v>
                </c:pt>
                <c:pt idx="1595">
                  <c:v>43311</c:v>
                </c:pt>
                <c:pt idx="1596">
                  <c:v>43308</c:v>
                </c:pt>
                <c:pt idx="1597">
                  <c:v>43307</c:v>
                </c:pt>
                <c:pt idx="1598">
                  <c:v>43306</c:v>
                </c:pt>
                <c:pt idx="1599">
                  <c:v>43305</c:v>
                </c:pt>
                <c:pt idx="1600">
                  <c:v>43304</c:v>
                </c:pt>
                <c:pt idx="1601">
                  <c:v>43301</c:v>
                </c:pt>
                <c:pt idx="1602">
                  <c:v>43300</c:v>
                </c:pt>
                <c:pt idx="1603">
                  <c:v>43299</c:v>
                </c:pt>
                <c:pt idx="1604">
                  <c:v>43298</c:v>
                </c:pt>
                <c:pt idx="1605">
                  <c:v>43297</c:v>
                </c:pt>
                <c:pt idx="1606">
                  <c:v>43294</c:v>
                </c:pt>
                <c:pt idx="1607">
                  <c:v>43293</c:v>
                </c:pt>
                <c:pt idx="1608">
                  <c:v>43292</c:v>
                </c:pt>
                <c:pt idx="1609">
                  <c:v>43291</c:v>
                </c:pt>
                <c:pt idx="1610">
                  <c:v>43290</c:v>
                </c:pt>
                <c:pt idx="1611">
                  <c:v>43287</c:v>
                </c:pt>
                <c:pt idx="1612">
                  <c:v>43286</c:v>
                </c:pt>
                <c:pt idx="1613">
                  <c:v>43285</c:v>
                </c:pt>
                <c:pt idx="1614">
                  <c:v>43284</c:v>
                </c:pt>
                <c:pt idx="1615">
                  <c:v>43280</c:v>
                </c:pt>
                <c:pt idx="1616">
                  <c:v>43279</c:v>
                </c:pt>
                <c:pt idx="1617">
                  <c:v>43278</c:v>
                </c:pt>
                <c:pt idx="1618">
                  <c:v>43277</c:v>
                </c:pt>
                <c:pt idx="1619">
                  <c:v>43276</c:v>
                </c:pt>
                <c:pt idx="1620">
                  <c:v>43273</c:v>
                </c:pt>
                <c:pt idx="1621">
                  <c:v>43272</c:v>
                </c:pt>
                <c:pt idx="1622">
                  <c:v>43271</c:v>
                </c:pt>
                <c:pt idx="1623">
                  <c:v>43270</c:v>
                </c:pt>
                <c:pt idx="1624">
                  <c:v>43266</c:v>
                </c:pt>
                <c:pt idx="1625">
                  <c:v>43265</c:v>
                </c:pt>
                <c:pt idx="1626">
                  <c:v>43264</c:v>
                </c:pt>
                <c:pt idx="1627">
                  <c:v>43263</c:v>
                </c:pt>
                <c:pt idx="1628">
                  <c:v>43262</c:v>
                </c:pt>
                <c:pt idx="1629">
                  <c:v>43259</c:v>
                </c:pt>
                <c:pt idx="1630">
                  <c:v>43258</c:v>
                </c:pt>
                <c:pt idx="1631">
                  <c:v>43257</c:v>
                </c:pt>
                <c:pt idx="1632">
                  <c:v>43256</c:v>
                </c:pt>
                <c:pt idx="1633">
                  <c:v>43255</c:v>
                </c:pt>
                <c:pt idx="1634">
                  <c:v>43252</c:v>
                </c:pt>
                <c:pt idx="1635">
                  <c:v>43251</c:v>
                </c:pt>
                <c:pt idx="1636">
                  <c:v>43250</c:v>
                </c:pt>
                <c:pt idx="1637">
                  <c:v>43249</c:v>
                </c:pt>
                <c:pt idx="1638">
                  <c:v>43248</c:v>
                </c:pt>
                <c:pt idx="1639">
                  <c:v>43245</c:v>
                </c:pt>
                <c:pt idx="1640">
                  <c:v>43244</c:v>
                </c:pt>
                <c:pt idx="1641">
                  <c:v>43243</c:v>
                </c:pt>
                <c:pt idx="1642">
                  <c:v>43241</c:v>
                </c:pt>
                <c:pt idx="1643">
                  <c:v>43238</c:v>
                </c:pt>
                <c:pt idx="1644">
                  <c:v>43237</c:v>
                </c:pt>
                <c:pt idx="1645">
                  <c:v>43236</c:v>
                </c:pt>
                <c:pt idx="1646">
                  <c:v>43235</c:v>
                </c:pt>
                <c:pt idx="1647">
                  <c:v>43234</c:v>
                </c:pt>
                <c:pt idx="1648">
                  <c:v>43231</c:v>
                </c:pt>
                <c:pt idx="1649">
                  <c:v>43230</c:v>
                </c:pt>
                <c:pt idx="1650">
                  <c:v>43229</c:v>
                </c:pt>
                <c:pt idx="1651">
                  <c:v>43228</c:v>
                </c:pt>
                <c:pt idx="1652">
                  <c:v>43227</c:v>
                </c:pt>
                <c:pt idx="1653">
                  <c:v>43224</c:v>
                </c:pt>
                <c:pt idx="1654">
                  <c:v>43223</c:v>
                </c:pt>
                <c:pt idx="1655">
                  <c:v>43222</c:v>
                </c:pt>
                <c:pt idx="1656">
                  <c:v>43215</c:v>
                </c:pt>
                <c:pt idx="1657">
                  <c:v>43214</c:v>
                </c:pt>
                <c:pt idx="1658">
                  <c:v>43213</c:v>
                </c:pt>
                <c:pt idx="1659">
                  <c:v>43210</c:v>
                </c:pt>
                <c:pt idx="1660">
                  <c:v>43209</c:v>
                </c:pt>
                <c:pt idx="1661">
                  <c:v>43208</c:v>
                </c:pt>
                <c:pt idx="1662">
                  <c:v>43207</c:v>
                </c:pt>
                <c:pt idx="1663">
                  <c:v>43206</c:v>
                </c:pt>
                <c:pt idx="1664">
                  <c:v>43203</c:v>
                </c:pt>
                <c:pt idx="1665">
                  <c:v>43202</c:v>
                </c:pt>
                <c:pt idx="1666">
                  <c:v>43201</c:v>
                </c:pt>
                <c:pt idx="1667">
                  <c:v>43200</c:v>
                </c:pt>
                <c:pt idx="1668">
                  <c:v>43199</c:v>
                </c:pt>
                <c:pt idx="1669">
                  <c:v>43188</c:v>
                </c:pt>
                <c:pt idx="1670">
                  <c:v>43187</c:v>
                </c:pt>
                <c:pt idx="1671">
                  <c:v>43186</c:v>
                </c:pt>
                <c:pt idx="1672">
                  <c:v>43185</c:v>
                </c:pt>
                <c:pt idx="1673">
                  <c:v>43182</c:v>
                </c:pt>
                <c:pt idx="1674">
                  <c:v>43181</c:v>
                </c:pt>
                <c:pt idx="1675">
                  <c:v>43180</c:v>
                </c:pt>
                <c:pt idx="1676">
                  <c:v>43179</c:v>
                </c:pt>
                <c:pt idx="1677">
                  <c:v>43178</c:v>
                </c:pt>
                <c:pt idx="1678">
                  <c:v>43175</c:v>
                </c:pt>
                <c:pt idx="1679">
                  <c:v>43174</c:v>
                </c:pt>
                <c:pt idx="1680">
                  <c:v>43173</c:v>
                </c:pt>
                <c:pt idx="1681">
                  <c:v>43172</c:v>
                </c:pt>
                <c:pt idx="1682">
                  <c:v>43171</c:v>
                </c:pt>
                <c:pt idx="1683">
                  <c:v>43168</c:v>
                </c:pt>
                <c:pt idx="1684">
                  <c:v>43167</c:v>
                </c:pt>
                <c:pt idx="1685">
                  <c:v>43166</c:v>
                </c:pt>
                <c:pt idx="1686">
                  <c:v>43165</c:v>
                </c:pt>
                <c:pt idx="1687">
                  <c:v>43164</c:v>
                </c:pt>
                <c:pt idx="1688">
                  <c:v>43161</c:v>
                </c:pt>
                <c:pt idx="1689">
                  <c:v>43160</c:v>
                </c:pt>
                <c:pt idx="1690">
                  <c:v>43159</c:v>
                </c:pt>
                <c:pt idx="1691">
                  <c:v>43158</c:v>
                </c:pt>
                <c:pt idx="1692">
                  <c:v>43157</c:v>
                </c:pt>
                <c:pt idx="1693">
                  <c:v>43154</c:v>
                </c:pt>
                <c:pt idx="1694">
                  <c:v>43153</c:v>
                </c:pt>
                <c:pt idx="1695">
                  <c:v>43143</c:v>
                </c:pt>
                <c:pt idx="1696">
                  <c:v>43140</c:v>
                </c:pt>
                <c:pt idx="1697">
                  <c:v>43139</c:v>
                </c:pt>
                <c:pt idx="1698">
                  <c:v>43138</c:v>
                </c:pt>
                <c:pt idx="1699">
                  <c:v>43137</c:v>
                </c:pt>
                <c:pt idx="1700">
                  <c:v>43136</c:v>
                </c:pt>
                <c:pt idx="1701">
                  <c:v>43133</c:v>
                </c:pt>
                <c:pt idx="1702">
                  <c:v>43132</c:v>
                </c:pt>
                <c:pt idx="1703">
                  <c:v>43131</c:v>
                </c:pt>
                <c:pt idx="1704">
                  <c:v>43130</c:v>
                </c:pt>
                <c:pt idx="1705">
                  <c:v>43129</c:v>
                </c:pt>
                <c:pt idx="1706">
                  <c:v>43126</c:v>
                </c:pt>
                <c:pt idx="1707">
                  <c:v>43125</c:v>
                </c:pt>
                <c:pt idx="1708">
                  <c:v>43124</c:v>
                </c:pt>
                <c:pt idx="1709">
                  <c:v>43123</c:v>
                </c:pt>
                <c:pt idx="1710">
                  <c:v>43122</c:v>
                </c:pt>
                <c:pt idx="1711">
                  <c:v>43119</c:v>
                </c:pt>
                <c:pt idx="1712">
                  <c:v>43118</c:v>
                </c:pt>
                <c:pt idx="1713">
                  <c:v>43117</c:v>
                </c:pt>
                <c:pt idx="1714">
                  <c:v>43116</c:v>
                </c:pt>
                <c:pt idx="1715">
                  <c:v>43115</c:v>
                </c:pt>
                <c:pt idx="1716">
                  <c:v>43112</c:v>
                </c:pt>
                <c:pt idx="1717">
                  <c:v>43111</c:v>
                </c:pt>
                <c:pt idx="1718">
                  <c:v>43110</c:v>
                </c:pt>
                <c:pt idx="1719">
                  <c:v>43109</c:v>
                </c:pt>
                <c:pt idx="1720">
                  <c:v>43108</c:v>
                </c:pt>
                <c:pt idx="1721">
                  <c:v>43105</c:v>
                </c:pt>
                <c:pt idx="1722">
                  <c:v>43104</c:v>
                </c:pt>
                <c:pt idx="1723">
                  <c:v>43103</c:v>
                </c:pt>
                <c:pt idx="1724">
                  <c:v>43102</c:v>
                </c:pt>
                <c:pt idx="1725">
                  <c:v>43098</c:v>
                </c:pt>
                <c:pt idx="1726">
                  <c:v>43097</c:v>
                </c:pt>
                <c:pt idx="1727">
                  <c:v>43096</c:v>
                </c:pt>
                <c:pt idx="1728">
                  <c:v>43091</c:v>
                </c:pt>
                <c:pt idx="1729">
                  <c:v>43090</c:v>
                </c:pt>
                <c:pt idx="1730">
                  <c:v>43089</c:v>
                </c:pt>
                <c:pt idx="1731">
                  <c:v>43088</c:v>
                </c:pt>
                <c:pt idx="1732">
                  <c:v>43087</c:v>
                </c:pt>
                <c:pt idx="1733">
                  <c:v>43084</c:v>
                </c:pt>
                <c:pt idx="1734">
                  <c:v>43083</c:v>
                </c:pt>
                <c:pt idx="1735">
                  <c:v>43082</c:v>
                </c:pt>
                <c:pt idx="1736">
                  <c:v>43081</c:v>
                </c:pt>
                <c:pt idx="1737">
                  <c:v>43080</c:v>
                </c:pt>
                <c:pt idx="1738">
                  <c:v>43077</c:v>
                </c:pt>
                <c:pt idx="1739">
                  <c:v>43076</c:v>
                </c:pt>
                <c:pt idx="1740">
                  <c:v>43075</c:v>
                </c:pt>
                <c:pt idx="1741">
                  <c:v>43074</c:v>
                </c:pt>
                <c:pt idx="1742">
                  <c:v>43073</c:v>
                </c:pt>
                <c:pt idx="1743">
                  <c:v>43070</c:v>
                </c:pt>
                <c:pt idx="1744">
                  <c:v>43069</c:v>
                </c:pt>
                <c:pt idx="1745">
                  <c:v>43068</c:v>
                </c:pt>
                <c:pt idx="1746">
                  <c:v>43067</c:v>
                </c:pt>
              </c:numCache>
            </c:numRef>
          </c:cat>
          <c:val>
            <c:numRef>
              <c:f>'22-23 南向资金 (3)'!$D$4:$D$1750</c:f>
              <c:numCache>
                <c:formatCode>_ * #,##0_ ;_ * \-#,##0_ ;_ * "-"??_ ;_ @_ </c:formatCode>
                <c:ptCount val="1747"/>
                <c:pt idx="0">
                  <c:v>38.316079999999999</c:v>
                </c:pt>
                <c:pt idx="1">
                  <c:v>40.529039999999995</c:v>
                </c:pt>
                <c:pt idx="2">
                  <c:v>42.912099999999995</c:v>
                </c:pt>
                <c:pt idx="3">
                  <c:v>34.536759999999994</c:v>
                </c:pt>
                <c:pt idx="4">
                  <c:v>36.631099999999989</c:v>
                </c:pt>
                <c:pt idx="5">
                  <c:v>51.938079999999992</c:v>
                </c:pt>
                <c:pt idx="6">
                  <c:v>45.063580000000002</c:v>
                </c:pt>
                <c:pt idx="7">
                  <c:v>52.711080000000003</c:v>
                </c:pt>
                <c:pt idx="8">
                  <c:v>62.590800000000016</c:v>
                </c:pt>
                <c:pt idx="9">
                  <c:v>50.692160000000001</c:v>
                </c:pt>
                <c:pt idx="10">
                  <c:v>42.251360000000005</c:v>
                </c:pt>
                <c:pt idx="11">
                  <c:v>51.91772000000001</c:v>
                </c:pt>
                <c:pt idx="12">
                  <c:v>33.858940000000004</c:v>
                </c:pt>
                <c:pt idx="13">
                  <c:v>31.064120000000003</c:v>
                </c:pt>
                <c:pt idx="14">
                  <c:v>56.30592</c:v>
                </c:pt>
                <c:pt idx="15">
                  <c:v>51.411660000000005</c:v>
                </c:pt>
                <c:pt idx="16">
                  <c:v>56.761499999999998</c:v>
                </c:pt>
                <c:pt idx="17">
                  <c:v>53.789139999999996</c:v>
                </c:pt>
                <c:pt idx="18">
                  <c:v>46.071359999999999</c:v>
                </c:pt>
                <c:pt idx="19">
                  <c:v>29.406959999999998</c:v>
                </c:pt>
                <c:pt idx="20">
                  <c:v>36.833919999999999</c:v>
                </c:pt>
                <c:pt idx="21">
                  <c:v>32.530639999999998</c:v>
                </c:pt>
                <c:pt idx="22">
                  <c:v>29.806639999999998</c:v>
                </c:pt>
                <c:pt idx="23">
                  <c:v>38.121539999999996</c:v>
                </c:pt>
                <c:pt idx="24">
                  <c:v>38.39076</c:v>
                </c:pt>
                <c:pt idx="25">
                  <c:v>40.967059999999996</c:v>
                </c:pt>
                <c:pt idx="26">
                  <c:v>30.914499999999997</c:v>
                </c:pt>
                <c:pt idx="27">
                  <c:v>44.068640000000002</c:v>
                </c:pt>
                <c:pt idx="28">
                  <c:v>34.381339999999994</c:v>
                </c:pt>
                <c:pt idx="29">
                  <c:v>38.661080000000005</c:v>
                </c:pt>
                <c:pt idx="30">
                  <c:v>31.289700000000003</c:v>
                </c:pt>
                <c:pt idx="31">
                  <c:v>49.149659999999997</c:v>
                </c:pt>
                <c:pt idx="32">
                  <c:v>44.381039999999999</c:v>
                </c:pt>
                <c:pt idx="33">
                  <c:v>50.054659999999998</c:v>
                </c:pt>
                <c:pt idx="34">
                  <c:v>66.972639999999998</c:v>
                </c:pt>
                <c:pt idx="35">
                  <c:v>56.148879999999998</c:v>
                </c:pt>
                <c:pt idx="36">
                  <c:v>34.576460000000004</c:v>
                </c:pt>
                <c:pt idx="37">
                  <c:v>33.573660000000004</c:v>
                </c:pt>
                <c:pt idx="38">
                  <c:v>29.271719999999998</c:v>
                </c:pt>
                <c:pt idx="39">
                  <c:v>17.984680000000001</c:v>
                </c:pt>
                <c:pt idx="40">
                  <c:v>37.917500000000004</c:v>
                </c:pt>
                <c:pt idx="41">
                  <c:v>42.387080000000005</c:v>
                </c:pt>
                <c:pt idx="42">
                  <c:v>34.183980000000005</c:v>
                </c:pt>
                <c:pt idx="43">
                  <c:v>44.744259999999997</c:v>
                </c:pt>
                <c:pt idx="44">
                  <c:v>36.604200000000006</c:v>
                </c:pt>
                <c:pt idx="45">
                  <c:v>-17.370200000000001</c:v>
                </c:pt>
                <c:pt idx="46">
                  <c:v>-11.472399999999999</c:v>
                </c:pt>
                <c:pt idx="47">
                  <c:v>-15.79992</c:v>
                </c:pt>
                <c:pt idx="48">
                  <c:v>-44.945019999999992</c:v>
                </c:pt>
                <c:pt idx="49">
                  <c:v>-22.517699999999998</c:v>
                </c:pt>
                <c:pt idx="50">
                  <c:v>25.811659999999996</c:v>
                </c:pt>
                <c:pt idx="51">
                  <c:v>4.874819999999997</c:v>
                </c:pt>
                <c:pt idx="52">
                  <c:v>13.705019999999996</c:v>
                </c:pt>
                <c:pt idx="53">
                  <c:v>15.397719999999996</c:v>
                </c:pt>
                <c:pt idx="54">
                  <c:v>-4.7787600000000037</c:v>
                </c:pt>
                <c:pt idx="55">
                  <c:v>-52.267200000000003</c:v>
                </c:pt>
                <c:pt idx="56">
                  <c:v>3.3016400000000035</c:v>
                </c:pt>
                <c:pt idx="57">
                  <c:v>3.858620000000001</c:v>
                </c:pt>
                <c:pt idx="58">
                  <c:v>33.684380000000012</c:v>
                </c:pt>
                <c:pt idx="59">
                  <c:v>41.315759999999997</c:v>
                </c:pt>
                <c:pt idx="60">
                  <c:v>89.090900000000005</c:v>
                </c:pt>
                <c:pt idx="61">
                  <c:v>69.757640000000009</c:v>
                </c:pt>
                <c:pt idx="62">
                  <c:v>57.073920000000001</c:v>
                </c:pt>
                <c:pt idx="63">
                  <c:v>112.45926</c:v>
                </c:pt>
                <c:pt idx="64">
                  <c:v>145.32103999999998</c:v>
                </c:pt>
                <c:pt idx="65">
                  <c:v>164.50654</c:v>
                </c:pt>
                <c:pt idx="66">
                  <c:v>198.69848000000002</c:v>
                </c:pt>
                <c:pt idx="67">
                  <c:v>230.19903999999997</c:v>
                </c:pt>
                <c:pt idx="68">
                  <c:v>198.75358</c:v>
                </c:pt>
                <c:pt idx="69">
                  <c:v>157.31502</c:v>
                </c:pt>
                <c:pt idx="70">
                  <c:v>143.05292</c:v>
                </c:pt>
                <c:pt idx="71">
                  <c:v>93.758600000000001</c:v>
                </c:pt>
                <c:pt idx="72">
                  <c:v>87.060180000000003</c:v>
                </c:pt>
                <c:pt idx="73">
                  <c:v>75.124260000000007</c:v>
                </c:pt>
                <c:pt idx="74">
                  <c:v>74.36</c:v>
                </c:pt>
                <c:pt idx="75">
                  <c:v>62.410060000000001</c:v>
                </c:pt>
                <c:pt idx="76">
                  <c:v>53.310019999999994</c:v>
                </c:pt>
                <c:pt idx="77">
                  <c:v>60.1434</c:v>
                </c:pt>
                <c:pt idx="78">
                  <c:v>30.148920000000004</c:v>
                </c:pt>
                <c:pt idx="79">
                  <c:v>46.050040000000003</c:v>
                </c:pt>
                <c:pt idx="80">
                  <c:v>50.209159999999997</c:v>
                </c:pt>
                <c:pt idx="81">
                  <c:v>61.956319999999991</c:v>
                </c:pt>
                <c:pt idx="82">
                  <c:v>90.8108</c:v>
                </c:pt>
                <c:pt idx="83">
                  <c:v>84.931880000000007</c:v>
                </c:pt>
                <c:pt idx="84">
                  <c:v>123.21770000000001</c:v>
                </c:pt>
                <c:pt idx="85">
                  <c:v>138.75118000000001</c:v>
                </c:pt>
                <c:pt idx="86">
                  <c:v>140.87974</c:v>
                </c:pt>
                <c:pt idx="87">
                  <c:v>105.19450000000002</c:v>
                </c:pt>
                <c:pt idx="88">
                  <c:v>110.87600000000002</c:v>
                </c:pt>
                <c:pt idx="89">
                  <c:v>71.108739999999997</c:v>
                </c:pt>
                <c:pt idx="90">
                  <c:v>70.683180000000007</c:v>
                </c:pt>
                <c:pt idx="91">
                  <c:v>91.41892</c:v>
                </c:pt>
                <c:pt idx="92">
                  <c:v>95.479320000000001</c:v>
                </c:pt>
                <c:pt idx="93">
                  <c:v>141.94513999999998</c:v>
                </c:pt>
                <c:pt idx="94">
                  <c:v>149.93469999999996</c:v>
                </c:pt>
                <c:pt idx="95">
                  <c:v>154.20329999999998</c:v>
                </c:pt>
                <c:pt idx="96">
                  <c:v>107.7234</c:v>
                </c:pt>
                <c:pt idx="97">
                  <c:v>107.57340000000002</c:v>
                </c:pt>
                <c:pt idx="98">
                  <c:v>108.35329999999999</c:v>
                </c:pt>
                <c:pt idx="99">
                  <c:v>102.42404000000002</c:v>
                </c:pt>
                <c:pt idx="100">
                  <c:v>89.780540000000002</c:v>
                </c:pt>
                <c:pt idx="101">
                  <c:v>100.41673999999999</c:v>
                </c:pt>
                <c:pt idx="102">
                  <c:v>94.79097999999999</c:v>
                </c:pt>
                <c:pt idx="103">
                  <c:v>32.149699999999989</c:v>
                </c:pt>
                <c:pt idx="104">
                  <c:v>43.541200000000003</c:v>
                </c:pt>
                <c:pt idx="105">
                  <c:v>30.249380000000002</c:v>
                </c:pt>
                <c:pt idx="106">
                  <c:v>50.418300000000002</c:v>
                </c:pt>
                <c:pt idx="107">
                  <c:v>24.795060000000003</c:v>
                </c:pt>
                <c:pt idx="108">
                  <c:v>60.744240000000005</c:v>
                </c:pt>
                <c:pt idx="109">
                  <c:v>21.084340000000001</c:v>
                </c:pt>
                <c:pt idx="110">
                  <c:v>29.75638</c:v>
                </c:pt>
                <c:pt idx="111">
                  <c:v>19.977399999999999</c:v>
                </c:pt>
                <c:pt idx="112">
                  <c:v>33.648060000000001</c:v>
                </c:pt>
                <c:pt idx="113">
                  <c:v>18.190000000000001</c:v>
                </c:pt>
                <c:pt idx="114">
                  <c:v>41.563519999999997</c:v>
                </c:pt>
                <c:pt idx="115">
                  <c:v>43.353179999999995</c:v>
                </c:pt>
                <c:pt idx="116">
                  <c:v>53.710299999999997</c:v>
                </c:pt>
                <c:pt idx="117">
                  <c:v>75.006519999999995</c:v>
                </c:pt>
                <c:pt idx="118">
                  <c:v>85.456499999999991</c:v>
                </c:pt>
                <c:pt idx="119">
                  <c:v>78.106459999999998</c:v>
                </c:pt>
                <c:pt idx="120">
                  <c:v>88.235919999999993</c:v>
                </c:pt>
                <c:pt idx="121">
                  <c:v>99.281779999999998</c:v>
                </c:pt>
                <c:pt idx="122">
                  <c:v>100.72206000000001</c:v>
                </c:pt>
                <c:pt idx="123">
                  <c:v>97.824219999999997</c:v>
                </c:pt>
                <c:pt idx="124">
                  <c:v>107.06396000000002</c:v>
                </c:pt>
                <c:pt idx="125">
                  <c:v>97.360460000000018</c:v>
                </c:pt>
                <c:pt idx="126">
                  <c:v>80.497280000000003</c:v>
                </c:pt>
                <c:pt idx="127">
                  <c:v>69.392120000000006</c:v>
                </c:pt>
                <c:pt idx="128">
                  <c:v>76.131560000000007</c:v>
                </c:pt>
                <c:pt idx="129">
                  <c:v>68.046859999999995</c:v>
                </c:pt>
                <c:pt idx="130">
                  <c:v>60.324100000000001</c:v>
                </c:pt>
                <c:pt idx="131">
                  <c:v>50.704680000000003</c:v>
                </c:pt>
                <c:pt idx="132">
                  <c:v>65.205700000000007</c:v>
                </c:pt>
                <c:pt idx="133">
                  <c:v>52.359339999999996</c:v>
                </c:pt>
                <c:pt idx="134">
                  <c:v>57.8491</c:v>
                </c:pt>
                <c:pt idx="135">
                  <c:v>51.776419999999995</c:v>
                </c:pt>
                <c:pt idx="136">
                  <c:v>77.124479999999991</c:v>
                </c:pt>
                <c:pt idx="137">
                  <c:v>42.06512</c:v>
                </c:pt>
                <c:pt idx="138">
                  <c:v>52.495720000000006</c:v>
                </c:pt>
                <c:pt idx="139">
                  <c:v>15.903719999999998</c:v>
                </c:pt>
                <c:pt idx="140">
                  <c:v>42.231280000000005</c:v>
                </c:pt>
                <c:pt idx="141">
                  <c:v>23.576780000000003</c:v>
                </c:pt>
                <c:pt idx="142">
                  <c:v>36.865740000000002</c:v>
                </c:pt>
                <c:pt idx="143">
                  <c:v>1.5755799999999993</c:v>
                </c:pt>
                <c:pt idx="144">
                  <c:v>22.812840000000001</c:v>
                </c:pt>
                <c:pt idx="145">
                  <c:v>36.566940000000002</c:v>
                </c:pt>
                <c:pt idx="146">
                  <c:v>33.166939999999997</c:v>
                </c:pt>
                <c:pt idx="147">
                  <c:v>41.355219999999996</c:v>
                </c:pt>
                <c:pt idx="148">
                  <c:v>72.617059999999995</c:v>
                </c:pt>
                <c:pt idx="149">
                  <c:v>85.757320000000007</c:v>
                </c:pt>
                <c:pt idx="150">
                  <c:v>48.853220000000007</c:v>
                </c:pt>
                <c:pt idx="151">
                  <c:v>47.428780000000003</c:v>
                </c:pt>
                <c:pt idx="152">
                  <c:v>41.139479999999999</c:v>
                </c:pt>
                <c:pt idx="153">
                  <c:v>41.739880000000007</c:v>
                </c:pt>
                <c:pt idx="154">
                  <c:v>31.955600000000004</c:v>
                </c:pt>
                <c:pt idx="155">
                  <c:v>56.653819999999996</c:v>
                </c:pt>
                <c:pt idx="156">
                  <c:v>53.365599999999993</c:v>
                </c:pt>
                <c:pt idx="157">
                  <c:v>83.346100000000007</c:v>
                </c:pt>
                <c:pt idx="158">
                  <c:v>63.100780000000007</c:v>
                </c:pt>
                <c:pt idx="159">
                  <c:v>78.739260000000016</c:v>
                </c:pt>
                <c:pt idx="160">
                  <c:v>71.366920000000007</c:v>
                </c:pt>
                <c:pt idx="161">
                  <c:v>63.436239999999998</c:v>
                </c:pt>
                <c:pt idx="162">
                  <c:v>26.489800000000002</c:v>
                </c:pt>
                <c:pt idx="163">
                  <c:v>78.565579999999997</c:v>
                </c:pt>
                <c:pt idx="164">
                  <c:v>77.832759999999993</c:v>
                </c:pt>
                <c:pt idx="165">
                  <c:v>64.661659999999998</c:v>
                </c:pt>
                <c:pt idx="166">
                  <c:v>79.253519999999995</c:v>
                </c:pt>
                <c:pt idx="167">
                  <c:v>82.25345999999999</c:v>
                </c:pt>
                <c:pt idx="168">
                  <c:v>29.72204</c:v>
                </c:pt>
                <c:pt idx="169">
                  <c:v>24.377140000000004</c:v>
                </c:pt>
                <c:pt idx="170">
                  <c:v>30.383019999999998</c:v>
                </c:pt>
                <c:pt idx="171">
                  <c:v>40.279620000000001</c:v>
                </c:pt>
                <c:pt idx="172">
                  <c:v>33.975679999999997</c:v>
                </c:pt>
                <c:pt idx="173">
                  <c:v>62.332359999999994</c:v>
                </c:pt>
                <c:pt idx="174">
                  <c:v>60.63915999999999</c:v>
                </c:pt>
                <c:pt idx="175">
                  <c:v>72.935339999999997</c:v>
                </c:pt>
                <c:pt idx="176">
                  <c:v>48.329679999999996</c:v>
                </c:pt>
                <c:pt idx="177">
                  <c:v>65.985399999999998</c:v>
                </c:pt>
                <c:pt idx="178">
                  <c:v>44.094359999999995</c:v>
                </c:pt>
                <c:pt idx="179">
                  <c:v>49.369460000000004</c:v>
                </c:pt>
                <c:pt idx="180">
                  <c:v>48.848019999999998</c:v>
                </c:pt>
                <c:pt idx="181">
                  <c:v>76.165779999999998</c:v>
                </c:pt>
                <c:pt idx="182">
                  <c:v>58.172039999999996</c:v>
                </c:pt>
                <c:pt idx="183">
                  <c:v>65.396039999999999</c:v>
                </c:pt>
                <c:pt idx="184">
                  <c:v>72.59541999999999</c:v>
                </c:pt>
                <c:pt idx="185">
                  <c:v>43.593879999999999</c:v>
                </c:pt>
                <c:pt idx="186">
                  <c:v>34.466539999999995</c:v>
                </c:pt>
                <c:pt idx="187">
                  <c:v>24.982999999999997</c:v>
                </c:pt>
                <c:pt idx="188">
                  <c:v>12.23488</c:v>
                </c:pt>
                <c:pt idx="189">
                  <c:v>4.7768400000000018</c:v>
                </c:pt>
                <c:pt idx="190">
                  <c:v>16.237479999999998</c:v>
                </c:pt>
                <c:pt idx="191">
                  <c:v>9.4587800000000009</c:v>
                </c:pt>
                <c:pt idx="192">
                  <c:v>20.696580000000004</c:v>
                </c:pt>
                <c:pt idx="193">
                  <c:v>35.462380000000003</c:v>
                </c:pt>
                <c:pt idx="194">
                  <c:v>6.8238799999999982</c:v>
                </c:pt>
                <c:pt idx="195">
                  <c:v>18.603679999999997</c:v>
                </c:pt>
                <c:pt idx="196">
                  <c:v>25.05236</c:v>
                </c:pt>
                <c:pt idx="197">
                  <c:v>21.394279999999998</c:v>
                </c:pt>
                <c:pt idx="198">
                  <c:v>7.8392999999999997</c:v>
                </c:pt>
                <c:pt idx="199">
                  <c:v>24.886060000000004</c:v>
                </c:pt>
                <c:pt idx="200">
                  <c:v>30.186239999999998</c:v>
                </c:pt>
                <c:pt idx="201">
                  <c:v>21.264340000000001</c:v>
                </c:pt>
                <c:pt idx="202">
                  <c:v>20.768799999999999</c:v>
                </c:pt>
                <c:pt idx="203">
                  <c:v>33.509699999999995</c:v>
                </c:pt>
                <c:pt idx="204">
                  <c:v>34.022919999999999</c:v>
                </c:pt>
                <c:pt idx="205">
                  <c:v>10.062219999999998</c:v>
                </c:pt>
                <c:pt idx="206">
                  <c:v>12.786219999999998</c:v>
                </c:pt>
                <c:pt idx="207">
                  <c:v>16.295999999999999</c:v>
                </c:pt>
                <c:pt idx="208">
                  <c:v>11.523419999999998</c:v>
                </c:pt>
                <c:pt idx="209">
                  <c:v>9.3606599999999993</c:v>
                </c:pt>
                <c:pt idx="210">
                  <c:v>-2.9156999999999997</c:v>
                </c:pt>
                <c:pt idx="211">
                  <c:v>1.0767400000000009</c:v>
                </c:pt>
                <c:pt idx="212">
                  <c:v>14.512280000000001</c:v>
                </c:pt>
                <c:pt idx="213">
                  <c:v>11.868180000000001</c:v>
                </c:pt>
                <c:pt idx="214">
                  <c:v>12.1157</c:v>
                </c:pt>
                <c:pt idx="215">
                  <c:v>33.166379999999997</c:v>
                </c:pt>
                <c:pt idx="216">
                  <c:v>28.270499999999998</c:v>
                </c:pt>
                <c:pt idx="217">
                  <c:v>2.8278200000000013</c:v>
                </c:pt>
                <c:pt idx="218">
                  <c:v>28.255320000000001</c:v>
                </c:pt>
                <c:pt idx="219">
                  <c:v>36.392999999999994</c:v>
                </c:pt>
                <c:pt idx="220">
                  <c:v>30.476119999999998</c:v>
                </c:pt>
                <c:pt idx="221">
                  <c:v>22.129280000000001</c:v>
                </c:pt>
                <c:pt idx="222">
                  <c:v>51.056259999999995</c:v>
                </c:pt>
                <c:pt idx="223">
                  <c:v>32.292560000000002</c:v>
                </c:pt>
                <c:pt idx="224">
                  <c:v>19.63768</c:v>
                </c:pt>
                <c:pt idx="225">
                  <c:v>18.353439999999999</c:v>
                </c:pt>
                <c:pt idx="226">
                  <c:v>39.692039999999999</c:v>
                </c:pt>
                <c:pt idx="227">
                  <c:v>13.617260000000002</c:v>
                </c:pt>
                <c:pt idx="228">
                  <c:v>8.8833800000000007</c:v>
                </c:pt>
                <c:pt idx="229">
                  <c:v>9.7536000000000023</c:v>
                </c:pt>
                <c:pt idx="230">
                  <c:v>15.646120000000002</c:v>
                </c:pt>
                <c:pt idx="231">
                  <c:v>10.346300000000001</c:v>
                </c:pt>
                <c:pt idx="232">
                  <c:v>24.460139999999999</c:v>
                </c:pt>
                <c:pt idx="233">
                  <c:v>23.979379999999999</c:v>
                </c:pt>
                <c:pt idx="234">
                  <c:v>36.043340000000001</c:v>
                </c:pt>
                <c:pt idx="235">
                  <c:v>38.401899999999998</c:v>
                </c:pt>
                <c:pt idx="236">
                  <c:v>26.4971</c:v>
                </c:pt>
                <c:pt idx="237">
                  <c:v>22.651680000000002</c:v>
                </c:pt>
                <c:pt idx="238">
                  <c:v>25.013760000000001</c:v>
                </c:pt>
                <c:pt idx="239">
                  <c:v>20.062660000000001</c:v>
                </c:pt>
                <c:pt idx="240">
                  <c:v>14.671379999999999</c:v>
                </c:pt>
                <c:pt idx="241">
                  <c:v>15.029379999999998</c:v>
                </c:pt>
                <c:pt idx="242">
                  <c:v>15.972759999999997</c:v>
                </c:pt>
                <c:pt idx="243">
                  <c:v>21.528379999999999</c:v>
                </c:pt>
                <c:pt idx="244">
                  <c:v>26.13204</c:v>
                </c:pt>
                <c:pt idx="245">
                  <c:v>29.106000000000002</c:v>
                </c:pt>
                <c:pt idx="246">
                  <c:v>35.723320000000001</c:v>
                </c:pt>
                <c:pt idx="247">
                  <c:v>41.449579999999997</c:v>
                </c:pt>
                <c:pt idx="248">
                  <c:v>34.810659999999999</c:v>
                </c:pt>
                <c:pt idx="249">
                  <c:v>18.667459999999998</c:v>
                </c:pt>
                <c:pt idx="250">
                  <c:v>20.499400000000001</c:v>
                </c:pt>
                <c:pt idx="251">
                  <c:v>28.24278</c:v>
                </c:pt>
                <c:pt idx="252">
                  <c:v>25.36224</c:v>
                </c:pt>
                <c:pt idx="253">
                  <c:v>36.438519999999997</c:v>
                </c:pt>
                <c:pt idx="254">
                  <c:v>48.236319999999999</c:v>
                </c:pt>
                <c:pt idx="255">
                  <c:v>50.694319999999998</c:v>
                </c:pt>
                <c:pt idx="256">
                  <c:v>43.629020000000004</c:v>
                </c:pt>
                <c:pt idx="257">
                  <c:v>52.635859999999994</c:v>
                </c:pt>
                <c:pt idx="258">
                  <c:v>61.475360000000002</c:v>
                </c:pt>
                <c:pt idx="259">
                  <c:v>61.130239999999993</c:v>
                </c:pt>
                <c:pt idx="260">
                  <c:v>56.852559999999997</c:v>
                </c:pt>
                <c:pt idx="261">
                  <c:v>64.331859999999992</c:v>
                </c:pt>
                <c:pt idx="262">
                  <c:v>68.235460000000003</c:v>
                </c:pt>
                <c:pt idx="263">
                  <c:v>54.473399999999991</c:v>
                </c:pt>
                <c:pt idx="264">
                  <c:v>67.069159999999997</c:v>
                </c:pt>
                <c:pt idx="265">
                  <c:v>68.535240000000002</c:v>
                </c:pt>
                <c:pt idx="266">
                  <c:v>66.608720000000005</c:v>
                </c:pt>
                <c:pt idx="267">
                  <c:v>57.293579999999999</c:v>
                </c:pt>
                <c:pt idx="268">
                  <c:v>59.343340000000012</c:v>
                </c:pt>
                <c:pt idx="269">
                  <c:v>44.5657</c:v>
                </c:pt>
                <c:pt idx="270">
                  <c:v>42.782879999999999</c:v>
                </c:pt>
                <c:pt idx="271">
                  <c:v>32.541239999999995</c:v>
                </c:pt>
                <c:pt idx="272">
                  <c:v>25.155339999999999</c:v>
                </c:pt>
                <c:pt idx="273">
                  <c:v>21.28492</c:v>
                </c:pt>
                <c:pt idx="274">
                  <c:v>28.165900000000001</c:v>
                </c:pt>
                <c:pt idx="275">
                  <c:v>29.090800000000002</c:v>
                </c:pt>
                <c:pt idx="276">
                  <c:v>25.553719999999998</c:v>
                </c:pt>
                <c:pt idx="277">
                  <c:v>42.221799999999995</c:v>
                </c:pt>
                <c:pt idx="278">
                  <c:v>50.252779999999994</c:v>
                </c:pt>
                <c:pt idx="279">
                  <c:v>29.999059999999997</c:v>
                </c:pt>
                <c:pt idx="280">
                  <c:v>25.634700000000002</c:v>
                </c:pt>
                <c:pt idx="281">
                  <c:v>30.148500000000002</c:v>
                </c:pt>
                <c:pt idx="282">
                  <c:v>22.70654</c:v>
                </c:pt>
                <c:pt idx="283">
                  <c:v>16.194939999999999</c:v>
                </c:pt>
                <c:pt idx="284">
                  <c:v>30.041080000000001</c:v>
                </c:pt>
                <c:pt idx="285">
                  <c:v>28.807759999999995</c:v>
                </c:pt>
                <c:pt idx="286">
                  <c:v>28.284679999999998</c:v>
                </c:pt>
                <c:pt idx="287">
                  <c:v>22.102359999999997</c:v>
                </c:pt>
                <c:pt idx="288">
                  <c:v>20.28266</c:v>
                </c:pt>
                <c:pt idx="289">
                  <c:v>20.577719999999999</c:v>
                </c:pt>
                <c:pt idx="290">
                  <c:v>33.093419999999995</c:v>
                </c:pt>
                <c:pt idx="291">
                  <c:v>42.608259999999994</c:v>
                </c:pt>
                <c:pt idx="292">
                  <c:v>40.911839999999998</c:v>
                </c:pt>
                <c:pt idx="293">
                  <c:v>55.98742</c:v>
                </c:pt>
                <c:pt idx="294">
                  <c:v>64.294759999999997</c:v>
                </c:pt>
                <c:pt idx="295">
                  <c:v>61.721680000000006</c:v>
                </c:pt>
                <c:pt idx="296">
                  <c:v>62.746260000000007</c:v>
                </c:pt>
                <c:pt idx="297">
                  <c:v>65.102240000000009</c:v>
                </c:pt>
                <c:pt idx="298">
                  <c:v>50.814479999999996</c:v>
                </c:pt>
                <c:pt idx="299">
                  <c:v>46.203340000000004</c:v>
                </c:pt>
                <c:pt idx="300">
                  <c:v>44.161199999999994</c:v>
                </c:pt>
                <c:pt idx="301">
                  <c:v>37.253339999999994</c:v>
                </c:pt>
                <c:pt idx="302">
                  <c:v>40.20758</c:v>
                </c:pt>
                <c:pt idx="303">
                  <c:v>47.86748</c:v>
                </c:pt>
                <c:pt idx="304">
                  <c:v>47.423259999999999</c:v>
                </c:pt>
                <c:pt idx="305">
                  <c:v>24.487960000000005</c:v>
                </c:pt>
                <c:pt idx="306">
                  <c:v>46.172780000000003</c:v>
                </c:pt>
                <c:pt idx="307">
                  <c:v>48.113300000000002</c:v>
                </c:pt>
                <c:pt idx="308">
                  <c:v>47.778800000000004</c:v>
                </c:pt>
                <c:pt idx="309">
                  <c:v>52.571760000000005</c:v>
                </c:pt>
                <c:pt idx="310">
                  <c:v>71.121700000000004</c:v>
                </c:pt>
                <c:pt idx="311">
                  <c:v>50.377379999999995</c:v>
                </c:pt>
                <c:pt idx="312">
                  <c:v>46.036319999999996</c:v>
                </c:pt>
                <c:pt idx="313">
                  <c:v>56.082139999999995</c:v>
                </c:pt>
                <c:pt idx="314">
                  <c:v>42.625840000000004</c:v>
                </c:pt>
                <c:pt idx="315">
                  <c:v>42.76614</c:v>
                </c:pt>
                <c:pt idx="316">
                  <c:v>38.189560000000007</c:v>
                </c:pt>
                <c:pt idx="317">
                  <c:v>41.982340000000001</c:v>
                </c:pt>
                <c:pt idx="318">
                  <c:v>21.456219999999998</c:v>
                </c:pt>
                <c:pt idx="319">
                  <c:v>32.923580000000001</c:v>
                </c:pt>
                <c:pt idx="320">
                  <c:v>34.246479999999998</c:v>
                </c:pt>
                <c:pt idx="321">
                  <c:v>37.158140000000003</c:v>
                </c:pt>
                <c:pt idx="322">
                  <c:v>30.898099999999999</c:v>
                </c:pt>
                <c:pt idx="323">
                  <c:v>31.386860000000002</c:v>
                </c:pt>
                <c:pt idx="324">
                  <c:v>22.188039999999997</c:v>
                </c:pt>
                <c:pt idx="325">
                  <c:v>18.378360000000001</c:v>
                </c:pt>
                <c:pt idx="326">
                  <c:v>24.6008</c:v>
                </c:pt>
                <c:pt idx="327">
                  <c:v>31.418680000000002</c:v>
                </c:pt>
                <c:pt idx="328">
                  <c:v>30.782339999999998</c:v>
                </c:pt>
                <c:pt idx="329">
                  <c:v>35.067019999999999</c:v>
                </c:pt>
                <c:pt idx="330">
                  <c:v>40.082499999999996</c:v>
                </c:pt>
                <c:pt idx="331">
                  <c:v>36.375060000000005</c:v>
                </c:pt>
                <c:pt idx="332">
                  <c:v>31.530360000000002</c:v>
                </c:pt>
                <c:pt idx="333">
                  <c:v>15.586100000000002</c:v>
                </c:pt>
                <c:pt idx="334">
                  <c:v>16.447040000000001</c:v>
                </c:pt>
                <c:pt idx="335">
                  <c:v>-5.7559999999998016E-2</c:v>
                </c:pt>
                <c:pt idx="336">
                  <c:v>-11.924119999999998</c:v>
                </c:pt>
                <c:pt idx="337">
                  <c:v>-17.89716</c:v>
                </c:pt>
                <c:pt idx="338">
                  <c:v>-5.8379600000000007</c:v>
                </c:pt>
                <c:pt idx="339">
                  <c:v>-18.833960000000001</c:v>
                </c:pt>
                <c:pt idx="340">
                  <c:v>-0.21478000000000036</c:v>
                </c:pt>
                <c:pt idx="341">
                  <c:v>6.1027199999999997</c:v>
                </c:pt>
                <c:pt idx="342">
                  <c:v>11.328479999999999</c:v>
                </c:pt>
                <c:pt idx="343">
                  <c:v>2.4094799999999994</c:v>
                </c:pt>
                <c:pt idx="344">
                  <c:v>8.9139000000000017</c:v>
                </c:pt>
                <c:pt idx="345">
                  <c:v>0.32978000000000057</c:v>
                </c:pt>
                <c:pt idx="346">
                  <c:v>-2.1345599999999991</c:v>
                </c:pt>
                <c:pt idx="347">
                  <c:v>5.77102</c:v>
                </c:pt>
                <c:pt idx="348">
                  <c:v>22.300400000000003</c:v>
                </c:pt>
                <c:pt idx="349">
                  <c:v>29.448040000000002</c:v>
                </c:pt>
                <c:pt idx="350">
                  <c:v>30.322219999999998</c:v>
                </c:pt>
                <c:pt idx="351">
                  <c:v>18.30312</c:v>
                </c:pt>
                <c:pt idx="352">
                  <c:v>11.574699999999998</c:v>
                </c:pt>
                <c:pt idx="353">
                  <c:v>-2.3870000000000005</c:v>
                </c:pt>
                <c:pt idx="354">
                  <c:v>-13.705920000000001</c:v>
                </c:pt>
                <c:pt idx="355">
                  <c:v>-13.428760000000002</c:v>
                </c:pt>
                <c:pt idx="356">
                  <c:v>1.72224</c:v>
                </c:pt>
                <c:pt idx="357">
                  <c:v>10.215920000000001</c:v>
                </c:pt>
                <c:pt idx="358">
                  <c:v>25.995139999999999</c:v>
                </c:pt>
                <c:pt idx="359">
                  <c:v>32.616460000000004</c:v>
                </c:pt>
                <c:pt idx="360">
                  <c:v>25.472780000000004</c:v>
                </c:pt>
                <c:pt idx="361">
                  <c:v>23.656339999999997</c:v>
                </c:pt>
                <c:pt idx="362">
                  <c:v>1.4694800000000001</c:v>
                </c:pt>
                <c:pt idx="363">
                  <c:v>-1.3627799999999994</c:v>
                </c:pt>
                <c:pt idx="364">
                  <c:v>-27.203060000000001</c:v>
                </c:pt>
                <c:pt idx="365">
                  <c:v>-20.725639999999999</c:v>
                </c:pt>
                <c:pt idx="366">
                  <c:v>0.28954000000000518</c:v>
                </c:pt>
                <c:pt idx="367">
                  <c:v>0.91772000000000276</c:v>
                </c:pt>
                <c:pt idx="368">
                  <c:v>-23.353739999999995</c:v>
                </c:pt>
                <c:pt idx="369">
                  <c:v>0.43408000000000335</c:v>
                </c:pt>
                <c:pt idx="370">
                  <c:v>-7.5082799999999974</c:v>
                </c:pt>
                <c:pt idx="371">
                  <c:v>-19.819939999999999</c:v>
                </c:pt>
                <c:pt idx="372">
                  <c:v>-5.1562600000000005</c:v>
                </c:pt>
                <c:pt idx="373">
                  <c:v>10.97002</c:v>
                </c:pt>
                <c:pt idx="374">
                  <c:v>20.481059999999999</c:v>
                </c:pt>
                <c:pt idx="375">
                  <c:v>34.99982</c:v>
                </c:pt>
                <c:pt idx="376">
                  <c:v>22.421720000000001</c:v>
                </c:pt>
                <c:pt idx="377">
                  <c:v>26.262260000000005</c:v>
                </c:pt>
                <c:pt idx="378">
                  <c:v>32.974519999999998</c:v>
                </c:pt>
                <c:pt idx="379">
                  <c:v>20.11778</c:v>
                </c:pt>
                <c:pt idx="380">
                  <c:v>4.88774</c:v>
                </c:pt>
                <c:pt idx="381">
                  <c:v>6.973180000000001</c:v>
                </c:pt>
                <c:pt idx="382">
                  <c:v>13.8483</c:v>
                </c:pt>
                <c:pt idx="383">
                  <c:v>-1.0957000000000008</c:v>
                </c:pt>
                <c:pt idx="384">
                  <c:v>10.866059999999999</c:v>
                </c:pt>
                <c:pt idx="385">
                  <c:v>12.100280000000001</c:v>
                </c:pt>
                <c:pt idx="386">
                  <c:v>-0.81125999999999865</c:v>
                </c:pt>
                <c:pt idx="387">
                  <c:v>-10.784479999999999</c:v>
                </c:pt>
                <c:pt idx="388">
                  <c:v>9.3961000000000006</c:v>
                </c:pt>
                <c:pt idx="389">
                  <c:v>-20.021939999999997</c:v>
                </c:pt>
                <c:pt idx="390">
                  <c:v>-12.423259999999999</c:v>
                </c:pt>
                <c:pt idx="391">
                  <c:v>-4.1837</c:v>
                </c:pt>
                <c:pt idx="392">
                  <c:v>-3.0012600000000007</c:v>
                </c:pt>
                <c:pt idx="393">
                  <c:v>-1.5988399999999998</c:v>
                </c:pt>
                <c:pt idx="394">
                  <c:v>14.776659999999998</c:v>
                </c:pt>
                <c:pt idx="395">
                  <c:v>31.184820000000002</c:v>
                </c:pt>
                <c:pt idx="396">
                  <c:v>36.831759999999996</c:v>
                </c:pt>
                <c:pt idx="397">
                  <c:v>30.485900000000004</c:v>
                </c:pt>
                <c:pt idx="398">
                  <c:v>22.284599999999998</c:v>
                </c:pt>
                <c:pt idx="399">
                  <c:v>29.47016</c:v>
                </c:pt>
                <c:pt idx="400">
                  <c:v>14.206659999999999</c:v>
                </c:pt>
                <c:pt idx="401">
                  <c:v>17.030459999999998</c:v>
                </c:pt>
                <c:pt idx="402">
                  <c:v>19.536899999999999</c:v>
                </c:pt>
                <c:pt idx="403">
                  <c:v>22.11204</c:v>
                </c:pt>
                <c:pt idx="404">
                  <c:v>17.540640000000003</c:v>
                </c:pt>
                <c:pt idx="405">
                  <c:v>18.32</c:v>
                </c:pt>
                <c:pt idx="406">
                  <c:v>17.562419999999996</c:v>
                </c:pt>
                <c:pt idx="407">
                  <c:v>16.32414</c:v>
                </c:pt>
                <c:pt idx="408">
                  <c:v>3.2153400000000003</c:v>
                </c:pt>
                <c:pt idx="409">
                  <c:v>4.3844600000000007</c:v>
                </c:pt>
                <c:pt idx="410">
                  <c:v>7.84816</c:v>
                </c:pt>
                <c:pt idx="411">
                  <c:v>12.145580000000001</c:v>
                </c:pt>
                <c:pt idx="412">
                  <c:v>-2.405720000000001</c:v>
                </c:pt>
                <c:pt idx="413">
                  <c:v>8.9144999999999985</c:v>
                </c:pt>
                <c:pt idx="414">
                  <c:v>20.300639999999998</c:v>
                </c:pt>
                <c:pt idx="415">
                  <c:v>16.271740000000001</c:v>
                </c:pt>
                <c:pt idx="416">
                  <c:v>16.4955</c:v>
                </c:pt>
                <c:pt idx="417">
                  <c:v>34.826139999999995</c:v>
                </c:pt>
                <c:pt idx="418">
                  <c:v>32.477279999999993</c:v>
                </c:pt>
                <c:pt idx="419">
                  <c:v>32.091079999999998</c:v>
                </c:pt>
                <c:pt idx="420">
                  <c:v>19.550799999999999</c:v>
                </c:pt>
                <c:pt idx="421">
                  <c:v>17.781740000000003</c:v>
                </c:pt>
                <c:pt idx="422">
                  <c:v>16.816580000000002</c:v>
                </c:pt>
                <c:pt idx="423">
                  <c:v>23.471960000000003</c:v>
                </c:pt>
                <c:pt idx="424">
                  <c:v>28.87154</c:v>
                </c:pt>
                <c:pt idx="425">
                  <c:v>39.715519999999998</c:v>
                </c:pt>
                <c:pt idx="426">
                  <c:v>38.451039999999992</c:v>
                </c:pt>
                <c:pt idx="427">
                  <c:v>28.51802</c:v>
                </c:pt>
                <c:pt idx="428">
                  <c:v>35.003720000000001</c:v>
                </c:pt>
                <c:pt idx="429">
                  <c:v>-2.9754400000000003</c:v>
                </c:pt>
                <c:pt idx="430">
                  <c:v>8.7293000000000003</c:v>
                </c:pt>
                <c:pt idx="431">
                  <c:v>11.840999999999999</c:v>
                </c:pt>
                <c:pt idx="432">
                  <c:v>39.371899999999997</c:v>
                </c:pt>
                <c:pt idx="433">
                  <c:v>34.511040000000001</c:v>
                </c:pt>
                <c:pt idx="434">
                  <c:v>60.685400000000001</c:v>
                </c:pt>
                <c:pt idx="435">
                  <c:v>55.77346</c:v>
                </c:pt>
                <c:pt idx="436">
                  <c:v>53.250059999999998</c:v>
                </c:pt>
                <c:pt idx="437">
                  <c:v>37.457300000000004</c:v>
                </c:pt>
                <c:pt idx="438">
                  <c:v>35.63156</c:v>
                </c:pt>
                <c:pt idx="439">
                  <c:v>38.862640000000006</c:v>
                </c:pt>
                <c:pt idx="440">
                  <c:v>35.924199999999999</c:v>
                </c:pt>
                <c:pt idx="441">
                  <c:v>31.580579999999998</c:v>
                </c:pt>
                <c:pt idx="442">
                  <c:v>42.506039999999999</c:v>
                </c:pt>
                <c:pt idx="443">
                  <c:v>27.551740000000006</c:v>
                </c:pt>
                <c:pt idx="444">
                  <c:v>38.534880000000001</c:v>
                </c:pt>
                <c:pt idx="445">
                  <c:v>26.20562</c:v>
                </c:pt>
                <c:pt idx="446">
                  <c:v>38.320880000000002</c:v>
                </c:pt>
                <c:pt idx="447">
                  <c:v>36.880279999999992</c:v>
                </c:pt>
                <c:pt idx="448">
                  <c:v>59.420579999999994</c:v>
                </c:pt>
                <c:pt idx="449">
                  <c:v>43.095980000000004</c:v>
                </c:pt>
                <c:pt idx="450">
                  <c:v>35.420540000000003</c:v>
                </c:pt>
                <c:pt idx="451">
                  <c:v>36.495379999999997</c:v>
                </c:pt>
                <c:pt idx="452">
                  <c:v>27.678999999999995</c:v>
                </c:pt>
                <c:pt idx="453">
                  <c:v>1.8479799999999997</c:v>
                </c:pt>
                <c:pt idx="454">
                  <c:v>5.1395</c:v>
                </c:pt>
                <c:pt idx="455">
                  <c:v>19.7059</c:v>
                </c:pt>
                <c:pt idx="456">
                  <c:v>24.00686</c:v>
                </c:pt>
                <c:pt idx="457">
                  <c:v>3.2127600000000003</c:v>
                </c:pt>
                <c:pt idx="458">
                  <c:v>29.305140000000005</c:v>
                </c:pt>
                <c:pt idx="459">
                  <c:v>15.1005</c:v>
                </c:pt>
                <c:pt idx="460">
                  <c:v>29.862379999999995</c:v>
                </c:pt>
                <c:pt idx="461">
                  <c:v>-1.3387400000000014</c:v>
                </c:pt>
                <c:pt idx="462">
                  <c:v>30.175919999999998</c:v>
                </c:pt>
                <c:pt idx="463">
                  <c:v>16.5562</c:v>
                </c:pt>
                <c:pt idx="464">
                  <c:v>-3.7488399999999986</c:v>
                </c:pt>
                <c:pt idx="465">
                  <c:v>13.6401</c:v>
                </c:pt>
                <c:pt idx="466">
                  <c:v>28.233460000000001</c:v>
                </c:pt>
                <c:pt idx="467">
                  <c:v>7.2912999999999997</c:v>
                </c:pt>
                <c:pt idx="468">
                  <c:v>5.6378400000000015</c:v>
                </c:pt>
                <c:pt idx="469">
                  <c:v>33.157960000000003</c:v>
                </c:pt>
                <c:pt idx="470">
                  <c:v>-3.9554599999999995</c:v>
                </c:pt>
                <c:pt idx="471">
                  <c:v>-8.7042199999999994</c:v>
                </c:pt>
                <c:pt idx="472">
                  <c:v>-15.737299999999999</c:v>
                </c:pt>
                <c:pt idx="473">
                  <c:v>-8.6283599999999989</c:v>
                </c:pt>
                <c:pt idx="474">
                  <c:v>10.000119999999999</c:v>
                </c:pt>
                <c:pt idx="475">
                  <c:v>15.067259999999999</c:v>
                </c:pt>
                <c:pt idx="476">
                  <c:v>13.409879999999998</c:v>
                </c:pt>
                <c:pt idx="477">
                  <c:v>25.121739999999996</c:v>
                </c:pt>
                <c:pt idx="478">
                  <c:v>11.489519999999999</c:v>
                </c:pt>
                <c:pt idx="479">
                  <c:v>7.6265799999999988</c:v>
                </c:pt>
                <c:pt idx="480">
                  <c:v>-8.000980000000002</c:v>
                </c:pt>
                <c:pt idx="481">
                  <c:v>2.4395799999999994</c:v>
                </c:pt>
                <c:pt idx="482">
                  <c:v>-7.4152200000000006</c:v>
                </c:pt>
                <c:pt idx="483">
                  <c:v>-6.1443400000000015</c:v>
                </c:pt>
                <c:pt idx="484">
                  <c:v>-6.5511799999999996</c:v>
                </c:pt>
                <c:pt idx="485">
                  <c:v>-11.085240000000001</c:v>
                </c:pt>
                <c:pt idx="486">
                  <c:v>-32.001739999999998</c:v>
                </c:pt>
                <c:pt idx="487">
                  <c:v>-22.37762</c:v>
                </c:pt>
                <c:pt idx="488">
                  <c:v>-10.230400000000001</c:v>
                </c:pt>
                <c:pt idx="489">
                  <c:v>-15.31352</c:v>
                </c:pt>
                <c:pt idx="490">
                  <c:v>1.4277599999999986</c:v>
                </c:pt>
                <c:pt idx="491">
                  <c:v>24.053320000000003</c:v>
                </c:pt>
                <c:pt idx="492">
                  <c:v>21.436440000000001</c:v>
                </c:pt>
                <c:pt idx="493">
                  <c:v>-1.0644199999999984</c:v>
                </c:pt>
                <c:pt idx="494">
                  <c:v>11.577800000000002</c:v>
                </c:pt>
                <c:pt idx="495">
                  <c:v>9.2379800000000021</c:v>
                </c:pt>
                <c:pt idx="496">
                  <c:v>-6.1866199999999996</c:v>
                </c:pt>
                <c:pt idx="497">
                  <c:v>-7.4436199999999983</c:v>
                </c:pt>
                <c:pt idx="498">
                  <c:v>11.623060000000001</c:v>
                </c:pt>
                <c:pt idx="499">
                  <c:v>-13.80986</c:v>
                </c:pt>
                <c:pt idx="500">
                  <c:v>5.4509199999999991</c:v>
                </c:pt>
                <c:pt idx="501">
                  <c:v>5.7895799999999991</c:v>
                </c:pt>
                <c:pt idx="502">
                  <c:v>16.670580000000001</c:v>
                </c:pt>
                <c:pt idx="503">
                  <c:v>9.5399999999999974</c:v>
                </c:pt>
                <c:pt idx="504">
                  <c:v>11.645940000000001</c:v>
                </c:pt>
                <c:pt idx="505">
                  <c:v>0.69793999999999978</c:v>
                </c:pt>
                <c:pt idx="506">
                  <c:v>21.244580000000003</c:v>
                </c:pt>
                <c:pt idx="507">
                  <c:v>13.956999999999999</c:v>
                </c:pt>
                <c:pt idx="508">
                  <c:v>21.58616</c:v>
                </c:pt>
                <c:pt idx="509">
                  <c:v>21.972820000000002</c:v>
                </c:pt>
                <c:pt idx="510">
                  <c:v>22.720300000000002</c:v>
                </c:pt>
                <c:pt idx="511">
                  <c:v>8.6941400000000009</c:v>
                </c:pt>
                <c:pt idx="512">
                  <c:v>7.7565</c:v>
                </c:pt>
                <c:pt idx="513">
                  <c:v>8.0941399999999994</c:v>
                </c:pt>
                <c:pt idx="514">
                  <c:v>7.3025599999999997</c:v>
                </c:pt>
                <c:pt idx="515">
                  <c:v>8.7230600000000003</c:v>
                </c:pt>
                <c:pt idx="516">
                  <c:v>10.52768</c:v>
                </c:pt>
                <c:pt idx="517">
                  <c:v>8.8071799999999989</c:v>
                </c:pt>
                <c:pt idx="518">
                  <c:v>8.1674000000000007</c:v>
                </c:pt>
                <c:pt idx="519">
                  <c:v>14.34684</c:v>
                </c:pt>
                <c:pt idx="520">
                  <c:v>9.1058399999999988</c:v>
                </c:pt>
                <c:pt idx="521">
                  <c:v>13.894839999999999</c:v>
                </c:pt>
                <c:pt idx="522">
                  <c:v>3.4370399999999988</c:v>
                </c:pt>
                <c:pt idx="523">
                  <c:v>6.3650599999999997</c:v>
                </c:pt>
                <c:pt idx="524">
                  <c:v>6.6655199999999981</c:v>
                </c:pt>
                <c:pt idx="525">
                  <c:v>21.13072</c:v>
                </c:pt>
                <c:pt idx="526">
                  <c:v>21.719139999999999</c:v>
                </c:pt>
                <c:pt idx="527">
                  <c:v>34.247019999999999</c:v>
                </c:pt>
                <c:pt idx="528">
                  <c:v>27.804119999999994</c:v>
                </c:pt>
                <c:pt idx="529">
                  <c:v>27.618080000000003</c:v>
                </c:pt>
                <c:pt idx="530">
                  <c:v>20.533580000000001</c:v>
                </c:pt>
                <c:pt idx="531">
                  <c:v>15.1233</c:v>
                </c:pt>
                <c:pt idx="532">
                  <c:v>23.374040000000001</c:v>
                </c:pt>
                <c:pt idx="533">
                  <c:v>25.222739999999998</c:v>
                </c:pt>
                <c:pt idx="534">
                  <c:v>25.0623</c:v>
                </c:pt>
                <c:pt idx="535">
                  <c:v>23.415859999999999</c:v>
                </c:pt>
                <c:pt idx="536">
                  <c:v>27.899579999999997</c:v>
                </c:pt>
                <c:pt idx="537">
                  <c:v>25.94624</c:v>
                </c:pt>
                <c:pt idx="538">
                  <c:v>36.909700000000001</c:v>
                </c:pt>
                <c:pt idx="539">
                  <c:v>34.391680000000001</c:v>
                </c:pt>
                <c:pt idx="540">
                  <c:v>34.415700000000001</c:v>
                </c:pt>
                <c:pt idx="541">
                  <c:v>30.656740000000003</c:v>
                </c:pt>
                <c:pt idx="542">
                  <c:v>33.513260000000002</c:v>
                </c:pt>
                <c:pt idx="543">
                  <c:v>25.712359999999997</c:v>
                </c:pt>
                <c:pt idx="544">
                  <c:v>28.181519999999999</c:v>
                </c:pt>
                <c:pt idx="545">
                  <c:v>29.857640000000004</c:v>
                </c:pt>
                <c:pt idx="546">
                  <c:v>37.613219999999998</c:v>
                </c:pt>
                <c:pt idx="547">
                  <c:v>26.916699999999999</c:v>
                </c:pt>
                <c:pt idx="548">
                  <c:v>25.0764</c:v>
                </c:pt>
                <c:pt idx="549">
                  <c:v>22.182919999999999</c:v>
                </c:pt>
                <c:pt idx="550">
                  <c:v>29.469299999999997</c:v>
                </c:pt>
                <c:pt idx="551">
                  <c:v>18.126619999999999</c:v>
                </c:pt>
                <c:pt idx="552">
                  <c:v>21.985779999999998</c:v>
                </c:pt>
                <c:pt idx="553">
                  <c:v>23.827539999999999</c:v>
                </c:pt>
                <c:pt idx="554">
                  <c:v>37.220099999999995</c:v>
                </c:pt>
                <c:pt idx="555">
                  <c:v>28.900199999999995</c:v>
                </c:pt>
                <c:pt idx="556">
                  <c:v>24.030659999999994</c:v>
                </c:pt>
                <c:pt idx="557">
                  <c:v>31.58098</c:v>
                </c:pt>
                <c:pt idx="558">
                  <c:v>43.548379999999995</c:v>
                </c:pt>
                <c:pt idx="559">
                  <c:v>30.590299999999996</c:v>
                </c:pt>
                <c:pt idx="560">
                  <c:v>25.264019999999999</c:v>
                </c:pt>
                <c:pt idx="561">
                  <c:v>32.633480000000006</c:v>
                </c:pt>
                <c:pt idx="562">
                  <c:v>9.0355999999999987</c:v>
                </c:pt>
                <c:pt idx="563">
                  <c:v>-7.6402000000000001</c:v>
                </c:pt>
                <c:pt idx="564">
                  <c:v>-11.03284</c:v>
                </c:pt>
                <c:pt idx="565">
                  <c:v>-0.67346000000000006</c:v>
                </c:pt>
                <c:pt idx="566">
                  <c:v>-9.1473800000000018</c:v>
                </c:pt>
                <c:pt idx="567">
                  <c:v>8.7260200000000001</c:v>
                </c:pt>
                <c:pt idx="568">
                  <c:v>15.38134</c:v>
                </c:pt>
                <c:pt idx="569">
                  <c:v>15.472359999999998</c:v>
                </c:pt>
                <c:pt idx="570">
                  <c:v>-3.6226200000000004</c:v>
                </c:pt>
                <c:pt idx="571">
                  <c:v>3.9448200000000013</c:v>
                </c:pt>
                <c:pt idx="572">
                  <c:v>1.5525399999999994</c:v>
                </c:pt>
                <c:pt idx="573">
                  <c:v>-6.1043399999999988</c:v>
                </c:pt>
                <c:pt idx="574">
                  <c:v>-7.7284799999999994</c:v>
                </c:pt>
                <c:pt idx="575">
                  <c:v>-4.51492</c:v>
                </c:pt>
                <c:pt idx="576">
                  <c:v>-17.188499999999998</c:v>
                </c:pt>
                <c:pt idx="577">
                  <c:v>-34.976559999999999</c:v>
                </c:pt>
                <c:pt idx="578">
                  <c:v>-31.523540000000004</c:v>
                </c:pt>
                <c:pt idx="579">
                  <c:v>-22.922800000000002</c:v>
                </c:pt>
                <c:pt idx="580">
                  <c:v>-20.555259999999997</c:v>
                </c:pt>
                <c:pt idx="581">
                  <c:v>-3.8315400000000004</c:v>
                </c:pt>
                <c:pt idx="582">
                  <c:v>5.1317999999999993</c:v>
                </c:pt>
                <c:pt idx="583">
                  <c:v>4.8321199999999997</c:v>
                </c:pt>
                <c:pt idx="584">
                  <c:v>-0.51883999999999997</c:v>
                </c:pt>
                <c:pt idx="585">
                  <c:v>-1.27816</c:v>
                </c:pt>
                <c:pt idx="586">
                  <c:v>-8.0489399999999982</c:v>
                </c:pt>
                <c:pt idx="587">
                  <c:v>3.391900000000001</c:v>
                </c:pt>
                <c:pt idx="588">
                  <c:v>11.467040000000001</c:v>
                </c:pt>
                <c:pt idx="589">
                  <c:v>19.97898</c:v>
                </c:pt>
                <c:pt idx="590">
                  <c:v>26.45702</c:v>
                </c:pt>
                <c:pt idx="591">
                  <c:v>37.14696</c:v>
                </c:pt>
                <c:pt idx="592">
                  <c:v>34.655819999999999</c:v>
                </c:pt>
                <c:pt idx="593">
                  <c:v>25.995740000000001</c:v>
                </c:pt>
                <c:pt idx="594">
                  <c:v>19.041180000000001</c:v>
                </c:pt>
                <c:pt idx="595">
                  <c:v>15.706399999999999</c:v>
                </c:pt>
                <c:pt idx="596">
                  <c:v>3.5585400000000007</c:v>
                </c:pt>
                <c:pt idx="597">
                  <c:v>-1.4013199999999999</c:v>
                </c:pt>
                <c:pt idx="598">
                  <c:v>-5.8997800000000007</c:v>
                </c:pt>
                <c:pt idx="599">
                  <c:v>-3.6439600000000008</c:v>
                </c:pt>
                <c:pt idx="600">
                  <c:v>-11.940719999999999</c:v>
                </c:pt>
                <c:pt idx="601">
                  <c:v>-4.4727200000000007</c:v>
                </c:pt>
                <c:pt idx="602">
                  <c:v>9.1184400000000014</c:v>
                </c:pt>
                <c:pt idx="603">
                  <c:v>13.739420000000001</c:v>
                </c:pt>
                <c:pt idx="604">
                  <c:v>9.089719999999998</c:v>
                </c:pt>
                <c:pt idx="605">
                  <c:v>6.6435600000000008</c:v>
                </c:pt>
                <c:pt idx="606">
                  <c:v>8.9928600000000021</c:v>
                </c:pt>
                <c:pt idx="607">
                  <c:v>-6.5790000000000006</c:v>
                </c:pt>
                <c:pt idx="608">
                  <c:v>-10.567200000000001</c:v>
                </c:pt>
                <c:pt idx="609">
                  <c:v>-5.6496600000000008</c:v>
                </c:pt>
                <c:pt idx="610">
                  <c:v>9.9375999999999998</c:v>
                </c:pt>
                <c:pt idx="611">
                  <c:v>2.0695799999999993</c:v>
                </c:pt>
                <c:pt idx="612">
                  <c:v>18.17998</c:v>
                </c:pt>
                <c:pt idx="613">
                  <c:v>25.317080000000001</c:v>
                </c:pt>
                <c:pt idx="614">
                  <c:v>16.255420000000001</c:v>
                </c:pt>
                <c:pt idx="615">
                  <c:v>10.316240000000002</c:v>
                </c:pt>
                <c:pt idx="616">
                  <c:v>0.88140000000000218</c:v>
                </c:pt>
                <c:pt idx="617">
                  <c:v>-2.9604799999999996</c:v>
                </c:pt>
                <c:pt idx="618">
                  <c:v>-12.4732</c:v>
                </c:pt>
                <c:pt idx="619">
                  <c:v>2.8749799999999994</c:v>
                </c:pt>
                <c:pt idx="620">
                  <c:v>11.9468</c:v>
                </c:pt>
                <c:pt idx="621">
                  <c:v>24.08784</c:v>
                </c:pt>
                <c:pt idx="622">
                  <c:v>6.4651799999999966</c:v>
                </c:pt>
                <c:pt idx="623">
                  <c:v>9.1720800000000011</c:v>
                </c:pt>
                <c:pt idx="624">
                  <c:v>6.8781400000000001</c:v>
                </c:pt>
                <c:pt idx="625">
                  <c:v>-3.1789999999999994</c:v>
                </c:pt>
                <c:pt idx="626">
                  <c:v>4.7069000000000001</c:v>
                </c:pt>
                <c:pt idx="627">
                  <c:v>22.693840000000002</c:v>
                </c:pt>
                <c:pt idx="628">
                  <c:v>36.963260000000005</c:v>
                </c:pt>
                <c:pt idx="629">
                  <c:v>44.101019999999991</c:v>
                </c:pt>
                <c:pt idx="630">
                  <c:v>60.833179999999992</c:v>
                </c:pt>
                <c:pt idx="631">
                  <c:v>67.312200000000004</c:v>
                </c:pt>
                <c:pt idx="632">
                  <c:v>67.943459999999988</c:v>
                </c:pt>
                <c:pt idx="633">
                  <c:v>64.409840000000003</c:v>
                </c:pt>
                <c:pt idx="634">
                  <c:v>60.352919999999997</c:v>
                </c:pt>
                <c:pt idx="635">
                  <c:v>55.127120000000005</c:v>
                </c:pt>
                <c:pt idx="636">
                  <c:v>53.31532</c:v>
                </c:pt>
                <c:pt idx="637">
                  <c:v>56.268219999999999</c:v>
                </c:pt>
                <c:pt idx="638">
                  <c:v>54.522239999999996</c:v>
                </c:pt>
                <c:pt idx="639">
                  <c:v>57.518820000000005</c:v>
                </c:pt>
                <c:pt idx="640">
                  <c:v>56.479579999999999</c:v>
                </c:pt>
                <c:pt idx="641">
                  <c:v>53.677419999999998</c:v>
                </c:pt>
                <c:pt idx="642">
                  <c:v>51.394559999999998</c:v>
                </c:pt>
                <c:pt idx="643">
                  <c:v>54.66536</c:v>
                </c:pt>
                <c:pt idx="644">
                  <c:v>50.554499999999997</c:v>
                </c:pt>
                <c:pt idx="645">
                  <c:v>43.746539999999996</c:v>
                </c:pt>
                <c:pt idx="646">
                  <c:v>39.725340000000003</c:v>
                </c:pt>
                <c:pt idx="647">
                  <c:v>29.41696</c:v>
                </c:pt>
                <c:pt idx="648">
                  <c:v>31.179579999999998</c:v>
                </c:pt>
                <c:pt idx="649">
                  <c:v>22.736820000000002</c:v>
                </c:pt>
                <c:pt idx="650">
                  <c:v>20.206679999999999</c:v>
                </c:pt>
                <c:pt idx="651">
                  <c:v>19.59732</c:v>
                </c:pt>
                <c:pt idx="652">
                  <c:v>24.876940000000001</c:v>
                </c:pt>
                <c:pt idx="653">
                  <c:v>21.878820000000001</c:v>
                </c:pt>
                <c:pt idx="654">
                  <c:v>23.803699999999999</c:v>
                </c:pt>
                <c:pt idx="655">
                  <c:v>21.65314</c:v>
                </c:pt>
                <c:pt idx="656">
                  <c:v>18.826159999999998</c:v>
                </c:pt>
                <c:pt idx="657">
                  <c:v>17.076540000000001</c:v>
                </c:pt>
                <c:pt idx="658">
                  <c:v>18.15288</c:v>
                </c:pt>
                <c:pt idx="659">
                  <c:v>19.006060000000002</c:v>
                </c:pt>
                <c:pt idx="660">
                  <c:v>21.05348</c:v>
                </c:pt>
                <c:pt idx="661">
                  <c:v>18.349600000000002</c:v>
                </c:pt>
                <c:pt idx="662">
                  <c:v>15.695440000000001</c:v>
                </c:pt>
                <c:pt idx="663">
                  <c:v>7.6658199999999992</c:v>
                </c:pt>
                <c:pt idx="664">
                  <c:v>9.0708000000000002</c:v>
                </c:pt>
                <c:pt idx="665">
                  <c:v>8.78782</c:v>
                </c:pt>
                <c:pt idx="666">
                  <c:v>13.809879999999998</c:v>
                </c:pt>
                <c:pt idx="667">
                  <c:v>12.92784</c:v>
                </c:pt>
                <c:pt idx="668">
                  <c:v>10.84618</c:v>
                </c:pt>
                <c:pt idx="669">
                  <c:v>8.5973999999999986</c:v>
                </c:pt>
                <c:pt idx="670">
                  <c:v>6.9441000000000006</c:v>
                </c:pt>
                <c:pt idx="671">
                  <c:v>0.21523999999999965</c:v>
                </c:pt>
                <c:pt idx="672">
                  <c:v>-1.4974600000000002</c:v>
                </c:pt>
                <c:pt idx="673">
                  <c:v>-1.8983000000000001</c:v>
                </c:pt>
                <c:pt idx="674">
                  <c:v>-2.7607000000000004</c:v>
                </c:pt>
                <c:pt idx="675">
                  <c:v>1.60046</c:v>
                </c:pt>
                <c:pt idx="676">
                  <c:v>4.5731400000000004</c:v>
                </c:pt>
                <c:pt idx="677">
                  <c:v>0.69179999999999997</c:v>
                </c:pt>
                <c:pt idx="678">
                  <c:v>-2.6366000000000001</c:v>
                </c:pt>
                <c:pt idx="679">
                  <c:v>-4.8934600000000001</c:v>
                </c:pt>
                <c:pt idx="680">
                  <c:v>-4.9780800000000003</c:v>
                </c:pt>
                <c:pt idx="681">
                  <c:v>-4.4314799999999988</c:v>
                </c:pt>
                <c:pt idx="682">
                  <c:v>2.9370799999999995</c:v>
                </c:pt>
                <c:pt idx="683">
                  <c:v>5.6569199999999986</c:v>
                </c:pt>
                <c:pt idx="684">
                  <c:v>4.878099999999999</c:v>
                </c:pt>
                <c:pt idx="685">
                  <c:v>3.7745999999999995</c:v>
                </c:pt>
                <c:pt idx="686">
                  <c:v>3.7965599999999995</c:v>
                </c:pt>
                <c:pt idx="687">
                  <c:v>2.6754600000000002</c:v>
                </c:pt>
                <c:pt idx="688">
                  <c:v>8.44496</c:v>
                </c:pt>
                <c:pt idx="689">
                  <c:v>15.455520000000002</c:v>
                </c:pt>
                <c:pt idx="690">
                  <c:v>13.169900000000002</c:v>
                </c:pt>
                <c:pt idx="691">
                  <c:v>11.112599999999999</c:v>
                </c:pt>
                <c:pt idx="692">
                  <c:v>10.22246</c:v>
                </c:pt>
                <c:pt idx="693">
                  <c:v>7.6704000000000008</c:v>
                </c:pt>
                <c:pt idx="694">
                  <c:v>1.07236</c:v>
                </c:pt>
                <c:pt idx="695">
                  <c:v>3.67476</c:v>
                </c:pt>
                <c:pt idx="696">
                  <c:v>5.4516399999999994</c:v>
                </c:pt>
                <c:pt idx="697">
                  <c:v>6.9278599999999999</c:v>
                </c:pt>
                <c:pt idx="698">
                  <c:v>7.1527399999999997</c:v>
                </c:pt>
                <c:pt idx="699">
                  <c:v>5.6380600000000003</c:v>
                </c:pt>
                <c:pt idx="700">
                  <c:v>7.9327200000000007</c:v>
                </c:pt>
                <c:pt idx="701">
                  <c:v>7.459179999999999</c:v>
                </c:pt>
                <c:pt idx="702">
                  <c:v>7.6849400000000001</c:v>
                </c:pt>
                <c:pt idx="703">
                  <c:v>7.8514999999999997</c:v>
                </c:pt>
                <c:pt idx="704">
                  <c:v>4.8840400000000006</c:v>
                </c:pt>
                <c:pt idx="705">
                  <c:v>2.7056999999999993</c:v>
                </c:pt>
                <c:pt idx="706">
                  <c:v>1.40368</c:v>
                </c:pt>
                <c:pt idx="707">
                  <c:v>-7.9762800000000009</c:v>
                </c:pt>
                <c:pt idx="708">
                  <c:v>-14.4305</c:v>
                </c:pt>
                <c:pt idx="709">
                  <c:v>-7.5635600000000007</c:v>
                </c:pt>
                <c:pt idx="710">
                  <c:v>6.167580000000001</c:v>
                </c:pt>
                <c:pt idx="711">
                  <c:v>12.9876</c:v>
                </c:pt>
                <c:pt idx="712">
                  <c:v>23.971399999999999</c:v>
                </c:pt>
                <c:pt idx="713">
                  <c:v>36.539300000000004</c:v>
                </c:pt>
                <c:pt idx="714">
                  <c:v>40.12032</c:v>
                </c:pt>
                <c:pt idx="715">
                  <c:v>28.82358</c:v>
                </c:pt>
                <c:pt idx="716">
                  <c:v>25.730160000000001</c:v>
                </c:pt>
                <c:pt idx="717">
                  <c:v>24.340380000000003</c:v>
                </c:pt>
                <c:pt idx="718">
                  <c:v>16.437380000000001</c:v>
                </c:pt>
                <c:pt idx="719">
                  <c:v>15.627459999999999</c:v>
                </c:pt>
                <c:pt idx="720">
                  <c:v>15.757140000000001</c:v>
                </c:pt>
                <c:pt idx="721">
                  <c:v>20.849299999999999</c:v>
                </c:pt>
                <c:pt idx="722">
                  <c:v>28.743859999999994</c:v>
                </c:pt>
                <c:pt idx="723">
                  <c:v>39.113459999999996</c:v>
                </c:pt>
                <c:pt idx="724">
                  <c:v>41.344920000000002</c:v>
                </c:pt>
                <c:pt idx="725">
                  <c:v>38.296959999999999</c:v>
                </c:pt>
                <c:pt idx="726">
                  <c:v>29.418600000000005</c:v>
                </c:pt>
                <c:pt idx="727">
                  <c:v>21.547460000000001</c:v>
                </c:pt>
                <c:pt idx="728">
                  <c:v>13.557260000000003</c:v>
                </c:pt>
                <c:pt idx="729">
                  <c:v>7.5388000000000002</c:v>
                </c:pt>
                <c:pt idx="730">
                  <c:v>8.8587600000000002</c:v>
                </c:pt>
                <c:pt idx="731">
                  <c:v>13.282320000000002</c:v>
                </c:pt>
                <c:pt idx="732">
                  <c:v>7.8426400000000012</c:v>
                </c:pt>
                <c:pt idx="733">
                  <c:v>5.6566600000000005</c:v>
                </c:pt>
                <c:pt idx="734">
                  <c:v>10.241099999999999</c:v>
                </c:pt>
                <c:pt idx="735">
                  <c:v>13.475159999999999</c:v>
                </c:pt>
                <c:pt idx="736">
                  <c:v>11.066500000000001</c:v>
                </c:pt>
                <c:pt idx="737">
                  <c:v>17.181940000000001</c:v>
                </c:pt>
                <c:pt idx="738">
                  <c:v>16.807639999999999</c:v>
                </c:pt>
                <c:pt idx="739">
                  <c:v>21.47636</c:v>
                </c:pt>
                <c:pt idx="740">
                  <c:v>17.709719999999997</c:v>
                </c:pt>
                <c:pt idx="741">
                  <c:v>24.489699999999999</c:v>
                </c:pt>
                <c:pt idx="742">
                  <c:v>25.191300000000002</c:v>
                </c:pt>
                <c:pt idx="743">
                  <c:v>31.7361</c:v>
                </c:pt>
                <c:pt idx="744">
                  <c:v>34.387599999999999</c:v>
                </c:pt>
                <c:pt idx="745">
                  <c:v>45.359519999999996</c:v>
                </c:pt>
                <c:pt idx="746">
                  <c:v>49.603679999999997</c:v>
                </c:pt>
                <c:pt idx="747">
                  <c:v>50.874499999999998</c:v>
                </c:pt>
                <c:pt idx="748">
                  <c:v>42.182399999999994</c:v>
                </c:pt>
                <c:pt idx="749">
                  <c:v>34.529659999999993</c:v>
                </c:pt>
                <c:pt idx="750">
                  <c:v>22.126599999999996</c:v>
                </c:pt>
                <c:pt idx="751">
                  <c:v>8.6766800000000011</c:v>
                </c:pt>
                <c:pt idx="752">
                  <c:v>10.108219999999999</c:v>
                </c:pt>
                <c:pt idx="753">
                  <c:v>7.359020000000001</c:v>
                </c:pt>
                <c:pt idx="754">
                  <c:v>-1.9409999999999996</c:v>
                </c:pt>
                <c:pt idx="755">
                  <c:v>3.8677400000000004</c:v>
                </c:pt>
                <c:pt idx="756">
                  <c:v>6.341120000000001</c:v>
                </c:pt>
                <c:pt idx="757">
                  <c:v>5.6238600000000005</c:v>
                </c:pt>
                <c:pt idx="758">
                  <c:v>13.481459999999998</c:v>
                </c:pt>
                <c:pt idx="759">
                  <c:v>17.262419999999999</c:v>
                </c:pt>
                <c:pt idx="760">
                  <c:v>11.94614</c:v>
                </c:pt>
                <c:pt idx="761">
                  <c:v>8.1961999999999993</c:v>
                </c:pt>
                <c:pt idx="762">
                  <c:v>3.6207599999999998</c:v>
                </c:pt>
                <c:pt idx="763">
                  <c:v>-4.0686400000000003</c:v>
                </c:pt>
                <c:pt idx="764">
                  <c:v>-6.0295800000000002</c:v>
                </c:pt>
                <c:pt idx="765">
                  <c:v>-8.4756800000000005</c:v>
                </c:pt>
                <c:pt idx="766">
                  <c:v>-13.105619999999998</c:v>
                </c:pt>
                <c:pt idx="767">
                  <c:v>-16.010680000000001</c:v>
                </c:pt>
                <c:pt idx="768">
                  <c:v>-2.6068999999999987</c:v>
                </c:pt>
                <c:pt idx="769">
                  <c:v>1.3645200000000006</c:v>
                </c:pt>
                <c:pt idx="770">
                  <c:v>5.2965999999999998</c:v>
                </c:pt>
                <c:pt idx="771">
                  <c:v>17.444520000000001</c:v>
                </c:pt>
                <c:pt idx="772">
                  <c:v>18.66564</c:v>
                </c:pt>
                <c:pt idx="773">
                  <c:v>25.290799999999997</c:v>
                </c:pt>
                <c:pt idx="774">
                  <c:v>41.911239999999999</c:v>
                </c:pt>
                <c:pt idx="775">
                  <c:v>52.695700000000002</c:v>
                </c:pt>
                <c:pt idx="776">
                  <c:v>54.683520000000001</c:v>
                </c:pt>
                <c:pt idx="777">
                  <c:v>61.9923</c:v>
                </c:pt>
                <c:pt idx="778">
                  <c:v>46.968339999999998</c:v>
                </c:pt>
                <c:pt idx="779">
                  <c:v>31.9681</c:v>
                </c:pt>
                <c:pt idx="780">
                  <c:v>29.922199999999997</c:v>
                </c:pt>
                <c:pt idx="781">
                  <c:v>30.890779999999996</c:v>
                </c:pt>
                <c:pt idx="782">
                  <c:v>24.685040000000001</c:v>
                </c:pt>
                <c:pt idx="783">
                  <c:v>28.632860000000001</c:v>
                </c:pt>
                <c:pt idx="784">
                  <c:v>28.6252</c:v>
                </c:pt>
                <c:pt idx="785">
                  <c:v>19.494160000000001</c:v>
                </c:pt>
                <c:pt idx="786">
                  <c:v>17.21002</c:v>
                </c:pt>
                <c:pt idx="787">
                  <c:v>18.50534</c:v>
                </c:pt>
                <c:pt idx="788">
                  <c:v>16.752479999999998</c:v>
                </c:pt>
                <c:pt idx="789">
                  <c:v>12.980119999999999</c:v>
                </c:pt>
                <c:pt idx="790">
                  <c:v>12.283300000000001</c:v>
                </c:pt>
                <c:pt idx="791">
                  <c:v>-0.33600000000000063</c:v>
                </c:pt>
                <c:pt idx="792">
                  <c:v>-3.7732000000000006</c:v>
                </c:pt>
                <c:pt idx="793">
                  <c:v>-5.9584800000000007</c:v>
                </c:pt>
                <c:pt idx="794">
                  <c:v>-9.0313600000000012</c:v>
                </c:pt>
                <c:pt idx="795">
                  <c:v>-15.05334</c:v>
                </c:pt>
                <c:pt idx="796">
                  <c:v>-9.5400999999999989</c:v>
                </c:pt>
                <c:pt idx="797">
                  <c:v>-8.2110400000000006</c:v>
                </c:pt>
                <c:pt idx="798">
                  <c:v>-3.4616199999999986</c:v>
                </c:pt>
                <c:pt idx="799">
                  <c:v>2.4427800000000004</c:v>
                </c:pt>
                <c:pt idx="800">
                  <c:v>10.189540000000001</c:v>
                </c:pt>
                <c:pt idx="801">
                  <c:v>20.265899999999998</c:v>
                </c:pt>
                <c:pt idx="802">
                  <c:v>25.053980000000003</c:v>
                </c:pt>
                <c:pt idx="803">
                  <c:v>24.912500000000001</c:v>
                </c:pt>
                <c:pt idx="804">
                  <c:v>26.165619999999997</c:v>
                </c:pt>
                <c:pt idx="805">
                  <c:v>36.45946</c:v>
                </c:pt>
                <c:pt idx="806">
                  <c:v>28.349259999999997</c:v>
                </c:pt>
                <c:pt idx="807">
                  <c:v>28.111560000000004</c:v>
                </c:pt>
                <c:pt idx="808">
                  <c:v>25.685160000000003</c:v>
                </c:pt>
                <c:pt idx="809">
                  <c:v>29.156080000000003</c:v>
                </c:pt>
                <c:pt idx="810">
                  <c:v>18.745120000000004</c:v>
                </c:pt>
                <c:pt idx="811">
                  <c:v>28.143960000000003</c:v>
                </c:pt>
                <c:pt idx="812">
                  <c:v>27.269220000000001</c:v>
                </c:pt>
                <c:pt idx="813">
                  <c:v>30.671060000000001</c:v>
                </c:pt>
                <c:pt idx="814">
                  <c:v>28.863679999999999</c:v>
                </c:pt>
                <c:pt idx="815">
                  <c:v>30.783560000000001</c:v>
                </c:pt>
                <c:pt idx="816">
                  <c:v>25.014400000000002</c:v>
                </c:pt>
                <c:pt idx="817">
                  <c:v>18.309059999999999</c:v>
                </c:pt>
                <c:pt idx="818">
                  <c:v>8.5723999999999982</c:v>
                </c:pt>
                <c:pt idx="819">
                  <c:v>3.4911399999999992</c:v>
                </c:pt>
                <c:pt idx="820">
                  <c:v>4.6233599999999999</c:v>
                </c:pt>
                <c:pt idx="821">
                  <c:v>5.9047000000000001</c:v>
                </c:pt>
                <c:pt idx="822">
                  <c:v>15.60266</c:v>
                </c:pt>
                <c:pt idx="823">
                  <c:v>26.641399999999997</c:v>
                </c:pt>
                <c:pt idx="824">
                  <c:v>35.816719999999997</c:v>
                </c:pt>
                <c:pt idx="825">
                  <c:v>38.235759999999999</c:v>
                </c:pt>
                <c:pt idx="826">
                  <c:v>39.094359999999995</c:v>
                </c:pt>
                <c:pt idx="827">
                  <c:v>35.944299999999991</c:v>
                </c:pt>
                <c:pt idx="828">
                  <c:v>34.984579999999994</c:v>
                </c:pt>
                <c:pt idx="829">
                  <c:v>30.931279999999997</c:v>
                </c:pt>
                <c:pt idx="830">
                  <c:v>27.1479</c:v>
                </c:pt>
                <c:pt idx="831">
                  <c:v>25.115379999999998</c:v>
                </c:pt>
                <c:pt idx="832">
                  <c:v>28.047779999999999</c:v>
                </c:pt>
                <c:pt idx="833">
                  <c:v>28.822559999999999</c:v>
                </c:pt>
                <c:pt idx="834">
                  <c:v>29.766700000000004</c:v>
                </c:pt>
                <c:pt idx="835">
                  <c:v>28.139760000000003</c:v>
                </c:pt>
                <c:pt idx="836">
                  <c:v>26.468360000000001</c:v>
                </c:pt>
                <c:pt idx="837">
                  <c:v>22.476220000000001</c:v>
                </c:pt>
                <c:pt idx="838">
                  <c:v>16.447839999999996</c:v>
                </c:pt>
                <c:pt idx="839">
                  <c:v>11.649699999999999</c:v>
                </c:pt>
                <c:pt idx="840">
                  <c:v>11.535139999999998</c:v>
                </c:pt>
                <c:pt idx="841">
                  <c:v>12.285779999999999</c:v>
                </c:pt>
                <c:pt idx="842">
                  <c:v>6.8156800000000004</c:v>
                </c:pt>
                <c:pt idx="843">
                  <c:v>0.58695999999999915</c:v>
                </c:pt>
                <c:pt idx="844">
                  <c:v>1.2493199999999998</c:v>
                </c:pt>
                <c:pt idx="845">
                  <c:v>-2.3123000000000005</c:v>
                </c:pt>
                <c:pt idx="846">
                  <c:v>-5.9982999999999995</c:v>
                </c:pt>
                <c:pt idx="847">
                  <c:v>-6.443859999999999</c:v>
                </c:pt>
                <c:pt idx="848">
                  <c:v>-4.6753400000000003</c:v>
                </c:pt>
                <c:pt idx="849">
                  <c:v>-11.36042</c:v>
                </c:pt>
                <c:pt idx="850">
                  <c:v>-16.027940000000001</c:v>
                </c:pt>
                <c:pt idx="851">
                  <c:v>-13.229159999999997</c:v>
                </c:pt>
                <c:pt idx="852">
                  <c:v>-10.732340000000001</c:v>
                </c:pt>
                <c:pt idx="853">
                  <c:v>-10.73564</c:v>
                </c:pt>
                <c:pt idx="854">
                  <c:v>-4.8735800000000005</c:v>
                </c:pt>
                <c:pt idx="855">
                  <c:v>2.5858800000000004</c:v>
                </c:pt>
                <c:pt idx="856">
                  <c:v>-2.05674</c:v>
                </c:pt>
                <c:pt idx="857">
                  <c:v>1.1837000000000004</c:v>
                </c:pt>
                <c:pt idx="858">
                  <c:v>1.5619000000000003</c:v>
                </c:pt>
                <c:pt idx="859">
                  <c:v>1.2697800000000004</c:v>
                </c:pt>
                <c:pt idx="860">
                  <c:v>-2.1679399999999998</c:v>
                </c:pt>
                <c:pt idx="861">
                  <c:v>-5.0721799999999995</c:v>
                </c:pt>
                <c:pt idx="862">
                  <c:v>-11.311579999999999</c:v>
                </c:pt>
                <c:pt idx="863">
                  <c:v>-2.2111799999999988</c:v>
                </c:pt>
                <c:pt idx="864">
                  <c:v>-3.4739199999999997</c:v>
                </c:pt>
                <c:pt idx="865">
                  <c:v>-0.72315999999999936</c:v>
                </c:pt>
                <c:pt idx="866">
                  <c:v>11.544599999999999</c:v>
                </c:pt>
                <c:pt idx="867">
                  <c:v>14.453299999999999</c:v>
                </c:pt>
                <c:pt idx="868">
                  <c:v>8.2392000000000003</c:v>
                </c:pt>
                <c:pt idx="869">
                  <c:v>8.4464000000000006</c:v>
                </c:pt>
                <c:pt idx="870">
                  <c:v>11.43314</c:v>
                </c:pt>
                <c:pt idx="871">
                  <c:v>7.7766400000000004</c:v>
                </c:pt>
                <c:pt idx="872">
                  <c:v>13.739140000000001</c:v>
                </c:pt>
                <c:pt idx="873">
                  <c:v>25.31062</c:v>
                </c:pt>
                <c:pt idx="874">
                  <c:v>30.255839999999999</c:v>
                </c:pt>
                <c:pt idx="875">
                  <c:v>36.306100000000001</c:v>
                </c:pt>
                <c:pt idx="876">
                  <c:v>31.217899999999997</c:v>
                </c:pt>
                <c:pt idx="877">
                  <c:v>24.885899999999999</c:v>
                </c:pt>
                <c:pt idx="878">
                  <c:v>13.128100000000003</c:v>
                </c:pt>
                <c:pt idx="879">
                  <c:v>4.4356200000000001</c:v>
                </c:pt>
                <c:pt idx="880">
                  <c:v>-4.4572400000000005</c:v>
                </c:pt>
                <c:pt idx="881">
                  <c:v>-2.1981600000000001</c:v>
                </c:pt>
                <c:pt idx="882">
                  <c:v>0.82072000000000001</c:v>
                </c:pt>
                <c:pt idx="883">
                  <c:v>8.9367600000000014</c:v>
                </c:pt>
                <c:pt idx="884">
                  <c:v>16.463739999999998</c:v>
                </c:pt>
                <c:pt idx="885">
                  <c:v>14.725559999999998</c:v>
                </c:pt>
                <c:pt idx="886">
                  <c:v>12.12834</c:v>
                </c:pt>
                <c:pt idx="887">
                  <c:v>10.416460000000001</c:v>
                </c:pt>
                <c:pt idx="888">
                  <c:v>-11.086940000000002</c:v>
                </c:pt>
                <c:pt idx="889">
                  <c:v>-23.622419999999998</c:v>
                </c:pt>
                <c:pt idx="890">
                  <c:v>-30.068580000000004</c:v>
                </c:pt>
                <c:pt idx="891">
                  <c:v>-35.307699999999997</c:v>
                </c:pt>
                <c:pt idx="892">
                  <c:v>-36.502420000000001</c:v>
                </c:pt>
                <c:pt idx="893">
                  <c:v>-18.77806</c:v>
                </c:pt>
                <c:pt idx="894">
                  <c:v>-9.58962</c:v>
                </c:pt>
                <c:pt idx="895">
                  <c:v>-11.132259999999999</c:v>
                </c:pt>
                <c:pt idx="896">
                  <c:v>-12.505959999999998</c:v>
                </c:pt>
                <c:pt idx="897">
                  <c:v>-10.206939999999999</c:v>
                </c:pt>
                <c:pt idx="898">
                  <c:v>-24.023239999999998</c:v>
                </c:pt>
                <c:pt idx="899">
                  <c:v>-36.130939999999995</c:v>
                </c:pt>
                <c:pt idx="900">
                  <c:v>-32.221420000000002</c:v>
                </c:pt>
                <c:pt idx="901">
                  <c:v>-24.558460000000004</c:v>
                </c:pt>
                <c:pt idx="902">
                  <c:v>-14.166160000000001</c:v>
                </c:pt>
                <c:pt idx="903">
                  <c:v>6.2643999999999993</c:v>
                </c:pt>
                <c:pt idx="904">
                  <c:v>24.42342</c:v>
                </c:pt>
                <c:pt idx="905">
                  <c:v>41.302080000000004</c:v>
                </c:pt>
                <c:pt idx="906">
                  <c:v>39.191600000000001</c:v>
                </c:pt>
                <c:pt idx="907">
                  <c:v>32.930420000000005</c:v>
                </c:pt>
                <c:pt idx="908">
                  <c:v>12.0814</c:v>
                </c:pt>
                <c:pt idx="909">
                  <c:v>3.445740000000002</c:v>
                </c:pt>
                <c:pt idx="910">
                  <c:v>-12.11712</c:v>
                </c:pt>
                <c:pt idx="911">
                  <c:v>-19.04186</c:v>
                </c:pt>
                <c:pt idx="912">
                  <c:v>-50.730699999999999</c:v>
                </c:pt>
                <c:pt idx="913">
                  <c:v>-43.400919999999999</c:v>
                </c:pt>
                <c:pt idx="914">
                  <c:v>-54.331000000000003</c:v>
                </c:pt>
                <c:pt idx="915">
                  <c:v>-60.885779999999997</c:v>
                </c:pt>
                <c:pt idx="916">
                  <c:v>-56.186059999999998</c:v>
                </c:pt>
                <c:pt idx="917">
                  <c:v>-36.798760000000001</c:v>
                </c:pt>
                <c:pt idx="918">
                  <c:v>-43.637159999999994</c:v>
                </c:pt>
                <c:pt idx="919">
                  <c:v>-34.537940000000006</c:v>
                </c:pt>
                <c:pt idx="920">
                  <c:v>-23.635440000000003</c:v>
                </c:pt>
                <c:pt idx="921">
                  <c:v>-19.055540000000001</c:v>
                </c:pt>
                <c:pt idx="922">
                  <c:v>-12.19994</c:v>
                </c:pt>
                <c:pt idx="923">
                  <c:v>0.15848000000000012</c:v>
                </c:pt>
                <c:pt idx="924">
                  <c:v>2.56366</c:v>
                </c:pt>
                <c:pt idx="925">
                  <c:v>8.0003400000000013</c:v>
                </c:pt>
                <c:pt idx="926">
                  <c:v>-3.9353599999999984</c:v>
                </c:pt>
                <c:pt idx="927">
                  <c:v>6.7860000000001724E-2</c:v>
                </c:pt>
                <c:pt idx="928">
                  <c:v>-6.037919999999998</c:v>
                </c:pt>
                <c:pt idx="929">
                  <c:v>-26.609379999999998</c:v>
                </c:pt>
                <c:pt idx="930">
                  <c:v>-47.293619999999997</c:v>
                </c:pt>
                <c:pt idx="931">
                  <c:v>-34.324219999999997</c:v>
                </c:pt>
                <c:pt idx="932">
                  <c:v>-39.876579999999997</c:v>
                </c:pt>
                <c:pt idx="933">
                  <c:v>-37.925499999999992</c:v>
                </c:pt>
                <c:pt idx="934">
                  <c:v>-9.0432999999999986</c:v>
                </c:pt>
                <c:pt idx="935">
                  <c:v>7.7484400000000004</c:v>
                </c:pt>
                <c:pt idx="936">
                  <c:v>6.0381799999999997</c:v>
                </c:pt>
                <c:pt idx="937">
                  <c:v>9.882200000000001</c:v>
                </c:pt>
                <c:pt idx="938">
                  <c:v>10.105260000000001</c:v>
                </c:pt>
                <c:pt idx="939">
                  <c:v>5.29148</c:v>
                </c:pt>
                <c:pt idx="940">
                  <c:v>1.4928199999999998</c:v>
                </c:pt>
                <c:pt idx="941">
                  <c:v>-3.1459600000000001</c:v>
                </c:pt>
                <c:pt idx="942">
                  <c:v>-5.7945600000000006</c:v>
                </c:pt>
                <c:pt idx="943">
                  <c:v>-1.0347400000000007</c:v>
                </c:pt>
                <c:pt idx="944">
                  <c:v>-6.6276600000000006</c:v>
                </c:pt>
                <c:pt idx="945">
                  <c:v>-3.3881800000000011</c:v>
                </c:pt>
                <c:pt idx="946">
                  <c:v>-1.6515400000000007</c:v>
                </c:pt>
                <c:pt idx="947">
                  <c:v>-3.7491600000000007</c:v>
                </c:pt>
                <c:pt idx="948">
                  <c:v>-9.7217400000000005</c:v>
                </c:pt>
                <c:pt idx="949">
                  <c:v>-5.5839200000000009</c:v>
                </c:pt>
                <c:pt idx="950">
                  <c:v>-6.3694000000000006</c:v>
                </c:pt>
                <c:pt idx="951">
                  <c:v>7.7558199999999999</c:v>
                </c:pt>
                <c:pt idx="952">
                  <c:v>8.7551400000000008</c:v>
                </c:pt>
                <c:pt idx="953">
                  <c:v>7.245099999999999</c:v>
                </c:pt>
                <c:pt idx="954">
                  <c:v>4.7459200000000008</c:v>
                </c:pt>
                <c:pt idx="955">
                  <c:v>5.0185000000000004</c:v>
                </c:pt>
                <c:pt idx="956">
                  <c:v>10.147739999999999</c:v>
                </c:pt>
                <c:pt idx="957">
                  <c:v>15.373919999999998</c:v>
                </c:pt>
                <c:pt idx="958">
                  <c:v>23.15072</c:v>
                </c:pt>
                <c:pt idx="959">
                  <c:v>35.534979999999997</c:v>
                </c:pt>
                <c:pt idx="960">
                  <c:v>42.658940000000008</c:v>
                </c:pt>
                <c:pt idx="961">
                  <c:v>43.851959999999998</c:v>
                </c:pt>
                <c:pt idx="962">
                  <c:v>49.911520000000003</c:v>
                </c:pt>
                <c:pt idx="963">
                  <c:v>54.399419999999999</c:v>
                </c:pt>
                <c:pt idx="964">
                  <c:v>63.256379999999993</c:v>
                </c:pt>
                <c:pt idx="965">
                  <c:v>64.368600000000001</c:v>
                </c:pt>
                <c:pt idx="966">
                  <c:v>34.520779999999995</c:v>
                </c:pt>
                <c:pt idx="967">
                  <c:v>24.450660000000003</c:v>
                </c:pt>
                <c:pt idx="968">
                  <c:v>15.1197</c:v>
                </c:pt>
                <c:pt idx="969">
                  <c:v>-2.7694000000000001</c:v>
                </c:pt>
                <c:pt idx="970">
                  <c:v>-10.966299999999999</c:v>
                </c:pt>
                <c:pt idx="971">
                  <c:v>5.9311199999999999</c:v>
                </c:pt>
                <c:pt idx="972">
                  <c:v>13.445500000000001</c:v>
                </c:pt>
                <c:pt idx="973">
                  <c:v>25.98272</c:v>
                </c:pt>
                <c:pt idx="974">
                  <c:v>32.671900000000008</c:v>
                </c:pt>
                <c:pt idx="975">
                  <c:v>41.78566</c:v>
                </c:pt>
                <c:pt idx="976">
                  <c:v>48.049220000000005</c:v>
                </c:pt>
                <c:pt idx="977">
                  <c:v>51.291419999999995</c:v>
                </c:pt>
                <c:pt idx="978">
                  <c:v>38.397179999999999</c:v>
                </c:pt>
                <c:pt idx="979">
                  <c:v>32.578699999999998</c:v>
                </c:pt>
                <c:pt idx="980">
                  <c:v>24.27178</c:v>
                </c:pt>
                <c:pt idx="981">
                  <c:v>8.9844200000000001</c:v>
                </c:pt>
                <c:pt idx="982">
                  <c:v>1.8282600000000007</c:v>
                </c:pt>
                <c:pt idx="983">
                  <c:v>12.394079999999999</c:v>
                </c:pt>
                <c:pt idx="984">
                  <c:v>11.49052</c:v>
                </c:pt>
                <c:pt idx="985">
                  <c:v>17.111439999999998</c:v>
                </c:pt>
                <c:pt idx="986">
                  <c:v>24.787459999999999</c:v>
                </c:pt>
                <c:pt idx="987">
                  <c:v>28.38008</c:v>
                </c:pt>
                <c:pt idx="988">
                  <c:v>20.791080000000001</c:v>
                </c:pt>
                <c:pt idx="989">
                  <c:v>31.153780000000001</c:v>
                </c:pt>
                <c:pt idx="990">
                  <c:v>19.922060000000002</c:v>
                </c:pt>
                <c:pt idx="991">
                  <c:v>3.4225800000000022</c:v>
                </c:pt>
                <c:pt idx="992">
                  <c:v>-11.890459999999999</c:v>
                </c:pt>
                <c:pt idx="993">
                  <c:v>-12.876799999999999</c:v>
                </c:pt>
                <c:pt idx="994">
                  <c:v>-31.450779999999998</c:v>
                </c:pt>
                <c:pt idx="995">
                  <c:v>-19.177440000000001</c:v>
                </c:pt>
                <c:pt idx="996">
                  <c:v>0.60667999999999866</c:v>
                </c:pt>
                <c:pt idx="997">
                  <c:v>19.94004</c:v>
                </c:pt>
                <c:pt idx="998">
                  <c:v>9.7017999999999986</c:v>
                </c:pt>
                <c:pt idx="999">
                  <c:v>22.625339999999998</c:v>
                </c:pt>
                <c:pt idx="1000">
                  <c:v>22.53734</c:v>
                </c:pt>
                <c:pt idx="1001">
                  <c:v>7.9683799999999989</c:v>
                </c:pt>
                <c:pt idx="1002">
                  <c:v>-20.297739999999997</c:v>
                </c:pt>
                <c:pt idx="1003">
                  <c:v>-37.304520000000004</c:v>
                </c:pt>
                <c:pt idx="1004">
                  <c:v>-38.97972</c:v>
                </c:pt>
                <c:pt idx="1005">
                  <c:v>-56.693219999999997</c:v>
                </c:pt>
                <c:pt idx="1006">
                  <c:v>-36.528239999999997</c:v>
                </c:pt>
                <c:pt idx="1007">
                  <c:v>-22.427639999999997</c:v>
                </c:pt>
                <c:pt idx="1008">
                  <c:v>4.1029399999999994</c:v>
                </c:pt>
                <c:pt idx="1009">
                  <c:v>-15.823260000000001</c:v>
                </c:pt>
                <c:pt idx="1010">
                  <c:v>-3.7597400000000021</c:v>
                </c:pt>
                <c:pt idx="1011">
                  <c:v>-55.174659999999996</c:v>
                </c:pt>
                <c:pt idx="1012">
                  <c:v>-36.017759999999996</c:v>
                </c:pt>
                <c:pt idx="1013">
                  <c:v>-25.381440000000005</c:v>
                </c:pt>
                <c:pt idx="1014">
                  <c:v>-2.8323200000000002</c:v>
                </c:pt>
                <c:pt idx="1015">
                  <c:v>22.178019999999997</c:v>
                </c:pt>
                <c:pt idx="1016">
                  <c:v>85.270540000000011</c:v>
                </c:pt>
                <c:pt idx="1017">
                  <c:v>86.080979999999983</c:v>
                </c:pt>
                <c:pt idx="1018">
                  <c:v>83.019800000000004</c:v>
                </c:pt>
                <c:pt idx="1019">
                  <c:v>100.37678</c:v>
                </c:pt>
                <c:pt idx="1020">
                  <c:v>106.60386000000001</c:v>
                </c:pt>
                <c:pt idx="1021">
                  <c:v>116.30113999999999</c:v>
                </c:pt>
                <c:pt idx="1022">
                  <c:v>124.88834</c:v>
                </c:pt>
                <c:pt idx="1023">
                  <c:v>137.58221999999998</c:v>
                </c:pt>
                <c:pt idx="1024">
                  <c:v>159.92696000000001</c:v>
                </c:pt>
                <c:pt idx="1025">
                  <c:v>153.18386000000001</c:v>
                </c:pt>
                <c:pt idx="1026">
                  <c:v>158.82532</c:v>
                </c:pt>
                <c:pt idx="1027">
                  <c:v>152.63512000000003</c:v>
                </c:pt>
                <c:pt idx="1028">
                  <c:v>164.72490000000002</c:v>
                </c:pt>
                <c:pt idx="1029">
                  <c:v>158.2406</c:v>
                </c:pt>
                <c:pt idx="1030">
                  <c:v>183.53140000000002</c:v>
                </c:pt>
                <c:pt idx="1031">
                  <c:v>190.96200000000002</c:v>
                </c:pt>
                <c:pt idx="1032">
                  <c:v>199.0958</c:v>
                </c:pt>
                <c:pt idx="1033">
                  <c:v>195.83846</c:v>
                </c:pt>
                <c:pt idx="1034">
                  <c:v>179.07742000000002</c:v>
                </c:pt>
                <c:pt idx="1035">
                  <c:v>147.39486000000002</c:v>
                </c:pt>
                <c:pt idx="1036">
                  <c:v>140.42546000000002</c:v>
                </c:pt>
                <c:pt idx="1037">
                  <c:v>140.48212000000001</c:v>
                </c:pt>
                <c:pt idx="1038">
                  <c:v>142.05534</c:v>
                </c:pt>
                <c:pt idx="1039">
                  <c:v>143.03241999999997</c:v>
                </c:pt>
                <c:pt idx="1040">
                  <c:v>143.01623999999998</c:v>
                </c:pt>
                <c:pt idx="1041">
                  <c:v>131.03466</c:v>
                </c:pt>
                <c:pt idx="1042">
                  <c:v>115.51006000000002</c:v>
                </c:pt>
                <c:pt idx="1043">
                  <c:v>96.423519999999996</c:v>
                </c:pt>
                <c:pt idx="1044">
                  <c:v>86.189520000000002</c:v>
                </c:pt>
                <c:pt idx="1045">
                  <c:v>81.525739999999999</c:v>
                </c:pt>
                <c:pt idx="1046">
                  <c:v>58.363739999999993</c:v>
                </c:pt>
                <c:pt idx="1047">
                  <c:v>53.753040000000013</c:v>
                </c:pt>
                <c:pt idx="1048">
                  <c:v>43.367820000000002</c:v>
                </c:pt>
                <c:pt idx="1049">
                  <c:v>31.548680000000001</c:v>
                </c:pt>
                <c:pt idx="1050">
                  <c:v>13.01418</c:v>
                </c:pt>
                <c:pt idx="1051">
                  <c:v>10.01606</c:v>
                </c:pt>
                <c:pt idx="1052">
                  <c:v>3.379599999999999</c:v>
                </c:pt>
                <c:pt idx="1053">
                  <c:v>3.04508</c:v>
                </c:pt>
                <c:pt idx="1054">
                  <c:v>0.50241999999999987</c:v>
                </c:pt>
                <c:pt idx="1055">
                  <c:v>2.35338</c:v>
                </c:pt>
                <c:pt idx="1056">
                  <c:v>5.1587399999999999</c:v>
                </c:pt>
                <c:pt idx="1057">
                  <c:v>5.8794200000000005</c:v>
                </c:pt>
                <c:pt idx="1058">
                  <c:v>11.00666</c:v>
                </c:pt>
                <c:pt idx="1059">
                  <c:v>14.95984</c:v>
                </c:pt>
                <c:pt idx="1060">
                  <c:v>25.804060000000003</c:v>
                </c:pt>
                <c:pt idx="1061">
                  <c:v>28.25346</c:v>
                </c:pt>
                <c:pt idx="1062">
                  <c:v>36.165440000000004</c:v>
                </c:pt>
                <c:pt idx="1063">
                  <c:v>39.826740000000001</c:v>
                </c:pt>
                <c:pt idx="1064">
                  <c:v>45.670960000000001</c:v>
                </c:pt>
                <c:pt idx="1065">
                  <c:v>45.30742</c:v>
                </c:pt>
                <c:pt idx="1066">
                  <c:v>41.957319999999996</c:v>
                </c:pt>
                <c:pt idx="1067">
                  <c:v>34.566839999999999</c:v>
                </c:pt>
                <c:pt idx="1068">
                  <c:v>29.334180000000003</c:v>
                </c:pt>
                <c:pt idx="1069">
                  <c:v>29.770139999999998</c:v>
                </c:pt>
                <c:pt idx="1070">
                  <c:v>29.215240000000001</c:v>
                </c:pt>
                <c:pt idx="1071">
                  <c:v>32.106119999999997</c:v>
                </c:pt>
                <c:pt idx="1072">
                  <c:v>34.315419999999996</c:v>
                </c:pt>
                <c:pt idx="1073">
                  <c:v>28.745719999999999</c:v>
                </c:pt>
                <c:pt idx="1074">
                  <c:v>22.645780000000002</c:v>
                </c:pt>
                <c:pt idx="1075">
                  <c:v>18.967959999999998</c:v>
                </c:pt>
                <c:pt idx="1076">
                  <c:v>16.538220000000003</c:v>
                </c:pt>
                <c:pt idx="1077">
                  <c:v>31.47448</c:v>
                </c:pt>
                <c:pt idx="1078">
                  <c:v>30.11786</c:v>
                </c:pt>
                <c:pt idx="1079">
                  <c:v>31.201839999999994</c:v>
                </c:pt>
                <c:pt idx="1080">
                  <c:v>24.139119999999998</c:v>
                </c:pt>
                <c:pt idx="1081">
                  <c:v>24.24606</c:v>
                </c:pt>
                <c:pt idx="1082">
                  <c:v>21.284520000000001</c:v>
                </c:pt>
                <c:pt idx="1083">
                  <c:v>38.335419999999999</c:v>
                </c:pt>
                <c:pt idx="1084">
                  <c:v>46.991</c:v>
                </c:pt>
                <c:pt idx="1085">
                  <c:v>59.518959999999993</c:v>
                </c:pt>
                <c:pt idx="1086">
                  <c:v>78.844039999999993</c:v>
                </c:pt>
                <c:pt idx="1087">
                  <c:v>82.215299999999985</c:v>
                </c:pt>
                <c:pt idx="1088">
                  <c:v>80.841799999999992</c:v>
                </c:pt>
                <c:pt idx="1089">
                  <c:v>73.985140000000001</c:v>
                </c:pt>
                <c:pt idx="1090">
                  <c:v>66.401460000000014</c:v>
                </c:pt>
                <c:pt idx="1091">
                  <c:v>49.257899999999999</c:v>
                </c:pt>
                <c:pt idx="1092">
                  <c:v>32.592439999999996</c:v>
                </c:pt>
                <c:pt idx="1093">
                  <c:v>24.43994</c:v>
                </c:pt>
                <c:pt idx="1094">
                  <c:v>25.938260000000003</c:v>
                </c:pt>
                <c:pt idx="1095">
                  <c:v>29.236740000000005</c:v>
                </c:pt>
                <c:pt idx="1096">
                  <c:v>37.628439999999998</c:v>
                </c:pt>
                <c:pt idx="1097">
                  <c:v>50.264379999999996</c:v>
                </c:pt>
                <c:pt idx="1098">
                  <c:v>50.714080000000003</c:v>
                </c:pt>
                <c:pt idx="1099">
                  <c:v>49.309360000000012</c:v>
                </c:pt>
                <c:pt idx="1100">
                  <c:v>43.50562</c:v>
                </c:pt>
                <c:pt idx="1101">
                  <c:v>29.364420000000003</c:v>
                </c:pt>
                <c:pt idx="1102">
                  <c:v>17.76268</c:v>
                </c:pt>
                <c:pt idx="1103">
                  <c:v>10.919080000000001</c:v>
                </c:pt>
                <c:pt idx="1104">
                  <c:v>7.345699999999999</c:v>
                </c:pt>
                <c:pt idx="1105">
                  <c:v>9.8679799999999993</c:v>
                </c:pt>
                <c:pt idx="1106">
                  <c:v>13.443479999999999</c:v>
                </c:pt>
                <c:pt idx="1107">
                  <c:v>13.826079999999999</c:v>
                </c:pt>
                <c:pt idx="1108">
                  <c:v>20.364359999999998</c:v>
                </c:pt>
                <c:pt idx="1109">
                  <c:v>27.119</c:v>
                </c:pt>
                <c:pt idx="1110">
                  <c:v>27.564080000000001</c:v>
                </c:pt>
                <c:pt idx="1111">
                  <c:v>26.795499999999997</c:v>
                </c:pt>
                <c:pt idx="1112">
                  <c:v>26.563359999999999</c:v>
                </c:pt>
                <c:pt idx="1113">
                  <c:v>17.534659999999995</c:v>
                </c:pt>
                <c:pt idx="1114">
                  <c:v>14.98536</c:v>
                </c:pt>
                <c:pt idx="1115">
                  <c:v>19.864799999999999</c:v>
                </c:pt>
                <c:pt idx="1116">
                  <c:v>20.425180000000001</c:v>
                </c:pt>
                <c:pt idx="1117">
                  <c:v>25.013839999999998</c:v>
                </c:pt>
                <c:pt idx="1118">
                  <c:v>34.615719999999996</c:v>
                </c:pt>
                <c:pt idx="1119">
                  <c:v>36.462599999999995</c:v>
                </c:pt>
                <c:pt idx="1120">
                  <c:v>35.383020000000002</c:v>
                </c:pt>
                <c:pt idx="1121">
                  <c:v>40.792140000000003</c:v>
                </c:pt>
                <c:pt idx="1122">
                  <c:v>35.333080000000002</c:v>
                </c:pt>
                <c:pt idx="1123">
                  <c:v>31.486920000000005</c:v>
                </c:pt>
                <c:pt idx="1124">
                  <c:v>27.644440000000003</c:v>
                </c:pt>
                <c:pt idx="1125">
                  <c:v>22.413019999999999</c:v>
                </c:pt>
                <c:pt idx="1126">
                  <c:v>14.666040000000001</c:v>
                </c:pt>
                <c:pt idx="1127">
                  <c:v>10.1784</c:v>
                </c:pt>
                <c:pt idx="1128">
                  <c:v>10.266360000000001</c:v>
                </c:pt>
                <c:pt idx="1129">
                  <c:v>9.6158999999999999</c:v>
                </c:pt>
                <c:pt idx="1130">
                  <c:v>11.632859999999999</c:v>
                </c:pt>
                <c:pt idx="1131">
                  <c:v>10.99202</c:v>
                </c:pt>
                <c:pt idx="1132">
                  <c:v>13.409280000000001</c:v>
                </c:pt>
                <c:pt idx="1133">
                  <c:v>12.321999999999999</c:v>
                </c:pt>
                <c:pt idx="1134">
                  <c:v>12.43046</c:v>
                </c:pt>
                <c:pt idx="1135">
                  <c:v>3.8551600000000001</c:v>
                </c:pt>
                <c:pt idx="1136">
                  <c:v>5.2843</c:v>
                </c:pt>
                <c:pt idx="1137">
                  <c:v>6.6343999999999994</c:v>
                </c:pt>
                <c:pt idx="1138">
                  <c:v>12.42876</c:v>
                </c:pt>
                <c:pt idx="1139">
                  <c:v>16.451419999999999</c:v>
                </c:pt>
                <c:pt idx="1140">
                  <c:v>25.29654</c:v>
                </c:pt>
                <c:pt idx="1141">
                  <c:v>34.90034</c:v>
                </c:pt>
                <c:pt idx="1142">
                  <c:v>40.345299999999995</c:v>
                </c:pt>
                <c:pt idx="1143">
                  <c:v>41.213000000000001</c:v>
                </c:pt>
                <c:pt idx="1144">
                  <c:v>35.489220000000003</c:v>
                </c:pt>
                <c:pt idx="1145">
                  <c:v>27.438080000000003</c:v>
                </c:pt>
                <c:pt idx="1146">
                  <c:v>23.523540000000001</c:v>
                </c:pt>
                <c:pt idx="1147">
                  <c:v>22.96536</c:v>
                </c:pt>
                <c:pt idx="1148">
                  <c:v>25.474060000000001</c:v>
                </c:pt>
                <c:pt idx="1149">
                  <c:v>30.829079999999998</c:v>
                </c:pt>
                <c:pt idx="1150">
                  <c:v>37.024299999999997</c:v>
                </c:pt>
                <c:pt idx="1151">
                  <c:v>30.595799999999997</c:v>
                </c:pt>
                <c:pt idx="1152">
                  <c:v>27.936800000000005</c:v>
                </c:pt>
                <c:pt idx="1153">
                  <c:v>30.8401</c:v>
                </c:pt>
                <c:pt idx="1154">
                  <c:v>34.168260000000004</c:v>
                </c:pt>
                <c:pt idx="1155">
                  <c:v>36.097819999999999</c:v>
                </c:pt>
                <c:pt idx="1156">
                  <c:v>50.184559999999998</c:v>
                </c:pt>
                <c:pt idx="1157">
                  <c:v>63.672820000000002</c:v>
                </c:pt>
                <c:pt idx="1158">
                  <c:v>58.774420000000006</c:v>
                </c:pt>
                <c:pt idx="1159">
                  <c:v>64.443520000000007</c:v>
                </c:pt>
                <c:pt idx="1160">
                  <c:v>65.61778000000001</c:v>
                </c:pt>
                <c:pt idx="1161">
                  <c:v>60.886159999999997</c:v>
                </c:pt>
                <c:pt idx="1162">
                  <c:v>53.730920000000005</c:v>
                </c:pt>
                <c:pt idx="1163">
                  <c:v>46.629239999999996</c:v>
                </c:pt>
                <c:pt idx="1164">
                  <c:v>30.132560000000002</c:v>
                </c:pt>
                <c:pt idx="1165">
                  <c:v>27.544860000000007</c:v>
                </c:pt>
                <c:pt idx="1166">
                  <c:v>22.1387</c:v>
                </c:pt>
                <c:pt idx="1167">
                  <c:v>16.543439999999997</c:v>
                </c:pt>
                <c:pt idx="1168">
                  <c:v>19.4574</c:v>
                </c:pt>
                <c:pt idx="1169">
                  <c:v>22.400079999999999</c:v>
                </c:pt>
                <c:pt idx="1170">
                  <c:v>21.705880000000001</c:v>
                </c:pt>
                <c:pt idx="1171">
                  <c:v>17.830580000000001</c:v>
                </c:pt>
                <c:pt idx="1172">
                  <c:v>14.969200000000001</c:v>
                </c:pt>
                <c:pt idx="1173">
                  <c:v>12.353619999999998</c:v>
                </c:pt>
                <c:pt idx="1174">
                  <c:v>8.8306999999999984</c:v>
                </c:pt>
                <c:pt idx="1175">
                  <c:v>4.3057999999999996</c:v>
                </c:pt>
                <c:pt idx="1176">
                  <c:v>4.6978799999999996</c:v>
                </c:pt>
                <c:pt idx="1177">
                  <c:v>4.9797799999999999</c:v>
                </c:pt>
                <c:pt idx="1178">
                  <c:v>4.4369399999999999</c:v>
                </c:pt>
                <c:pt idx="1179">
                  <c:v>6.9635199999999999</c:v>
                </c:pt>
                <c:pt idx="1180">
                  <c:v>10.21926</c:v>
                </c:pt>
                <c:pt idx="1181">
                  <c:v>5.8406999999999991</c:v>
                </c:pt>
                <c:pt idx="1182">
                  <c:v>4.694799999999999</c:v>
                </c:pt>
                <c:pt idx="1183">
                  <c:v>12.22358</c:v>
                </c:pt>
                <c:pt idx="1184">
                  <c:v>14.165240000000001</c:v>
                </c:pt>
                <c:pt idx="1185">
                  <c:v>20.709399999999999</c:v>
                </c:pt>
                <c:pt idx="1186">
                  <c:v>24.031880000000001</c:v>
                </c:pt>
                <c:pt idx="1187">
                  <c:v>24.548859999999998</c:v>
                </c:pt>
                <c:pt idx="1188">
                  <c:v>18.575699999999998</c:v>
                </c:pt>
                <c:pt idx="1189">
                  <c:v>15.839879999999999</c:v>
                </c:pt>
                <c:pt idx="1190">
                  <c:v>11.168000000000001</c:v>
                </c:pt>
                <c:pt idx="1191">
                  <c:v>19.0976</c:v>
                </c:pt>
                <c:pt idx="1192">
                  <c:v>24.251660000000001</c:v>
                </c:pt>
                <c:pt idx="1193">
                  <c:v>25.45928</c:v>
                </c:pt>
                <c:pt idx="1194">
                  <c:v>19.478480000000001</c:v>
                </c:pt>
                <c:pt idx="1195">
                  <c:v>16.16592</c:v>
                </c:pt>
                <c:pt idx="1196">
                  <c:v>10.3384</c:v>
                </c:pt>
                <c:pt idx="1197">
                  <c:v>4.0242799999999992</c:v>
                </c:pt>
                <c:pt idx="1198">
                  <c:v>2.0351199999999996</c:v>
                </c:pt>
                <c:pt idx="1199">
                  <c:v>6.2755000000000001</c:v>
                </c:pt>
                <c:pt idx="1200">
                  <c:v>7.7110399999999997</c:v>
                </c:pt>
                <c:pt idx="1201">
                  <c:v>7.3223799999999999</c:v>
                </c:pt>
                <c:pt idx="1202">
                  <c:v>12.978980000000002</c:v>
                </c:pt>
                <c:pt idx="1203">
                  <c:v>16.58896</c:v>
                </c:pt>
                <c:pt idx="1204">
                  <c:v>23.660299999999999</c:v>
                </c:pt>
                <c:pt idx="1205">
                  <c:v>21.26812</c:v>
                </c:pt>
                <c:pt idx="1206">
                  <c:v>22.456399999999999</c:v>
                </c:pt>
                <c:pt idx="1207">
                  <c:v>17.360139999999998</c:v>
                </c:pt>
                <c:pt idx="1208">
                  <c:v>10.95336</c:v>
                </c:pt>
                <c:pt idx="1209">
                  <c:v>7.6142599999999998</c:v>
                </c:pt>
                <c:pt idx="1210">
                  <c:v>6.7949200000000003</c:v>
                </c:pt>
                <c:pt idx="1211">
                  <c:v>9.6565200000000004</c:v>
                </c:pt>
                <c:pt idx="1212">
                  <c:v>12.276959999999999</c:v>
                </c:pt>
                <c:pt idx="1213">
                  <c:v>21.118100000000002</c:v>
                </c:pt>
                <c:pt idx="1214">
                  <c:v>17.409320000000001</c:v>
                </c:pt>
                <c:pt idx="1215">
                  <c:v>21.986799999999999</c:v>
                </c:pt>
                <c:pt idx="1216">
                  <c:v>27.482600000000001</c:v>
                </c:pt>
                <c:pt idx="1217">
                  <c:v>32.358140000000006</c:v>
                </c:pt>
                <c:pt idx="1218">
                  <c:v>43.667639999999999</c:v>
                </c:pt>
                <c:pt idx="1219">
                  <c:v>53.296239999999997</c:v>
                </c:pt>
                <c:pt idx="1220">
                  <c:v>81.463999999999999</c:v>
                </c:pt>
                <c:pt idx="1221">
                  <c:v>81.567340000000002</c:v>
                </c:pt>
                <c:pt idx="1222">
                  <c:v>92.779020000000003</c:v>
                </c:pt>
                <c:pt idx="1223">
                  <c:v>87.346199999999996</c:v>
                </c:pt>
                <c:pt idx="1224">
                  <c:v>109.06913999999999</c:v>
                </c:pt>
                <c:pt idx="1225">
                  <c:v>102.65368000000001</c:v>
                </c:pt>
                <c:pt idx="1226">
                  <c:v>103.10805999999999</c:v>
                </c:pt>
                <c:pt idx="1227">
                  <c:v>100.08987999999999</c:v>
                </c:pt>
                <c:pt idx="1228">
                  <c:v>102.13203999999999</c:v>
                </c:pt>
                <c:pt idx="1229">
                  <c:v>76.304099999999991</c:v>
                </c:pt>
                <c:pt idx="1230">
                  <c:v>63.365899999999996</c:v>
                </c:pt>
                <c:pt idx="1231">
                  <c:v>53.578659999999999</c:v>
                </c:pt>
                <c:pt idx="1232">
                  <c:v>42.983819999999994</c:v>
                </c:pt>
                <c:pt idx="1233">
                  <c:v>34.966760000000001</c:v>
                </c:pt>
                <c:pt idx="1234">
                  <c:v>36.013819999999996</c:v>
                </c:pt>
                <c:pt idx="1235">
                  <c:v>32.29654</c:v>
                </c:pt>
                <c:pt idx="1236">
                  <c:v>37.537459999999996</c:v>
                </c:pt>
                <c:pt idx="1237">
                  <c:v>39.291980000000002</c:v>
                </c:pt>
                <c:pt idx="1238">
                  <c:v>35.008899999999997</c:v>
                </c:pt>
                <c:pt idx="1239">
                  <c:v>27.368720000000003</c:v>
                </c:pt>
                <c:pt idx="1240">
                  <c:v>20.987919999999999</c:v>
                </c:pt>
                <c:pt idx="1241">
                  <c:v>14.103119999999999</c:v>
                </c:pt>
                <c:pt idx="1242">
                  <c:v>11.370799999999999</c:v>
                </c:pt>
                <c:pt idx="1243">
                  <c:v>14.304180000000002</c:v>
                </c:pt>
                <c:pt idx="1244">
                  <c:v>20.226179999999999</c:v>
                </c:pt>
                <c:pt idx="1245">
                  <c:v>23.602080000000001</c:v>
                </c:pt>
                <c:pt idx="1246">
                  <c:v>34.703400000000002</c:v>
                </c:pt>
                <c:pt idx="1247">
                  <c:v>38.076900000000002</c:v>
                </c:pt>
                <c:pt idx="1248">
                  <c:v>41.852020000000003</c:v>
                </c:pt>
                <c:pt idx="1249">
                  <c:v>40.645739999999996</c:v>
                </c:pt>
                <c:pt idx="1250">
                  <c:v>39.741579999999999</c:v>
                </c:pt>
                <c:pt idx="1251">
                  <c:v>41.662740000000007</c:v>
                </c:pt>
                <c:pt idx="1252">
                  <c:v>39.234380000000002</c:v>
                </c:pt>
                <c:pt idx="1253">
                  <c:v>30.231759999999998</c:v>
                </c:pt>
                <c:pt idx="1254">
                  <c:v>25.444000000000003</c:v>
                </c:pt>
                <c:pt idx="1255">
                  <c:v>22.338420000000003</c:v>
                </c:pt>
                <c:pt idx="1256">
                  <c:v>11.673459999999999</c:v>
                </c:pt>
                <c:pt idx="1257">
                  <c:v>8.2373600000000007</c:v>
                </c:pt>
                <c:pt idx="1258">
                  <c:v>11.34722</c:v>
                </c:pt>
                <c:pt idx="1259">
                  <c:v>16.69726</c:v>
                </c:pt>
                <c:pt idx="1260">
                  <c:v>20.557480000000002</c:v>
                </c:pt>
                <c:pt idx="1261">
                  <c:v>26.115499999999997</c:v>
                </c:pt>
                <c:pt idx="1262">
                  <c:v>26.181699999999999</c:v>
                </c:pt>
                <c:pt idx="1263">
                  <c:v>24.297080000000001</c:v>
                </c:pt>
                <c:pt idx="1264">
                  <c:v>24.668659999999996</c:v>
                </c:pt>
                <c:pt idx="1265">
                  <c:v>22.848179999999999</c:v>
                </c:pt>
                <c:pt idx="1266">
                  <c:v>18.792200000000001</c:v>
                </c:pt>
                <c:pt idx="1267">
                  <c:v>22.357119999999998</c:v>
                </c:pt>
                <c:pt idx="1268">
                  <c:v>23.190679999999997</c:v>
                </c:pt>
                <c:pt idx="1269">
                  <c:v>20.454160000000002</c:v>
                </c:pt>
                <c:pt idx="1270">
                  <c:v>22.442640000000004</c:v>
                </c:pt>
                <c:pt idx="1271">
                  <c:v>20.075839999999999</c:v>
                </c:pt>
                <c:pt idx="1272">
                  <c:v>15.17928</c:v>
                </c:pt>
                <c:pt idx="1273">
                  <c:v>14.481540000000001</c:v>
                </c:pt>
                <c:pt idx="1274">
                  <c:v>14.935419999999999</c:v>
                </c:pt>
                <c:pt idx="1275">
                  <c:v>13.0458</c:v>
                </c:pt>
                <c:pt idx="1276">
                  <c:v>20.97382</c:v>
                </c:pt>
                <c:pt idx="1277">
                  <c:v>29.187060000000002</c:v>
                </c:pt>
                <c:pt idx="1278">
                  <c:v>31.695260000000001</c:v>
                </c:pt>
                <c:pt idx="1279">
                  <c:v>29.677200000000006</c:v>
                </c:pt>
                <c:pt idx="1280">
                  <c:v>29.087700000000002</c:v>
                </c:pt>
                <c:pt idx="1281">
                  <c:v>22.587219999999999</c:v>
                </c:pt>
                <c:pt idx="1282">
                  <c:v>16.55236</c:v>
                </c:pt>
                <c:pt idx="1283">
                  <c:v>16.142440000000001</c:v>
                </c:pt>
                <c:pt idx="1284">
                  <c:v>19.20036</c:v>
                </c:pt>
                <c:pt idx="1285">
                  <c:v>20.459579999999999</c:v>
                </c:pt>
                <c:pt idx="1286">
                  <c:v>21.50686</c:v>
                </c:pt>
                <c:pt idx="1287">
                  <c:v>21.779260000000001</c:v>
                </c:pt>
                <c:pt idx="1288">
                  <c:v>21.113959999999999</c:v>
                </c:pt>
                <c:pt idx="1289">
                  <c:v>19.25526</c:v>
                </c:pt>
                <c:pt idx="1290">
                  <c:v>16.806660000000001</c:v>
                </c:pt>
                <c:pt idx="1291">
                  <c:v>14.97174</c:v>
                </c:pt>
                <c:pt idx="1292">
                  <c:v>12.787179999999999</c:v>
                </c:pt>
                <c:pt idx="1293">
                  <c:v>12.252140000000001</c:v>
                </c:pt>
                <c:pt idx="1294">
                  <c:v>15.808580000000001</c:v>
                </c:pt>
                <c:pt idx="1295">
                  <c:v>17.97702</c:v>
                </c:pt>
                <c:pt idx="1296">
                  <c:v>20.396679999999996</c:v>
                </c:pt>
                <c:pt idx="1297">
                  <c:v>23.342880000000001</c:v>
                </c:pt>
                <c:pt idx="1298">
                  <c:v>24.797379999999997</c:v>
                </c:pt>
                <c:pt idx="1299">
                  <c:v>24.153219999999997</c:v>
                </c:pt>
                <c:pt idx="1300">
                  <c:v>25.138740000000002</c:v>
                </c:pt>
                <c:pt idx="1301">
                  <c:v>19.524920000000002</c:v>
                </c:pt>
                <c:pt idx="1302">
                  <c:v>17.902660000000001</c:v>
                </c:pt>
                <c:pt idx="1303">
                  <c:v>13.94478</c:v>
                </c:pt>
                <c:pt idx="1304">
                  <c:v>10.31034</c:v>
                </c:pt>
                <c:pt idx="1305">
                  <c:v>5.2683400000000002</c:v>
                </c:pt>
                <c:pt idx="1306">
                  <c:v>7.1924400000000004</c:v>
                </c:pt>
                <c:pt idx="1307">
                  <c:v>4.7808399999999995</c:v>
                </c:pt>
                <c:pt idx="1308">
                  <c:v>4.5564799999999996</c:v>
                </c:pt>
                <c:pt idx="1309">
                  <c:v>4.3364400000000005</c:v>
                </c:pt>
                <c:pt idx="1310">
                  <c:v>5.4230199999999993</c:v>
                </c:pt>
                <c:pt idx="1311">
                  <c:v>6.4885199999999994</c:v>
                </c:pt>
                <c:pt idx="1312">
                  <c:v>11.382259999999999</c:v>
                </c:pt>
                <c:pt idx="1313">
                  <c:v>11.72926</c:v>
                </c:pt>
                <c:pt idx="1314">
                  <c:v>10.154999999999998</c:v>
                </c:pt>
                <c:pt idx="1315">
                  <c:v>10.369319999999998</c:v>
                </c:pt>
                <c:pt idx="1316">
                  <c:v>7.7510199999999996</c:v>
                </c:pt>
                <c:pt idx="1317">
                  <c:v>2.2099800000000003</c:v>
                </c:pt>
                <c:pt idx="1318">
                  <c:v>2.4237200000000003</c:v>
                </c:pt>
                <c:pt idx="1319">
                  <c:v>4.4691799999999997</c:v>
                </c:pt>
                <c:pt idx="1320">
                  <c:v>5.2121599999999999</c:v>
                </c:pt>
                <c:pt idx="1321">
                  <c:v>7.5304599999999997</c:v>
                </c:pt>
                <c:pt idx="1322">
                  <c:v>14.066419999999999</c:v>
                </c:pt>
                <c:pt idx="1323">
                  <c:v>15.235099999999999</c:v>
                </c:pt>
                <c:pt idx="1324">
                  <c:v>17.408619999999999</c:v>
                </c:pt>
                <c:pt idx="1325">
                  <c:v>19.984360000000002</c:v>
                </c:pt>
                <c:pt idx="1326">
                  <c:v>17.45318</c:v>
                </c:pt>
                <c:pt idx="1327">
                  <c:v>13.1675</c:v>
                </c:pt>
                <c:pt idx="1328">
                  <c:v>12.3512</c:v>
                </c:pt>
                <c:pt idx="1329">
                  <c:v>7.9844600000000003</c:v>
                </c:pt>
                <c:pt idx="1330">
                  <c:v>1.9430199999999995</c:v>
                </c:pt>
                <c:pt idx="1331">
                  <c:v>3.3405399999999998</c:v>
                </c:pt>
                <c:pt idx="1332">
                  <c:v>1.8959200000000003</c:v>
                </c:pt>
                <c:pt idx="1333">
                  <c:v>0.13570000000000015</c:v>
                </c:pt>
                <c:pt idx="1334">
                  <c:v>-1.01844</c:v>
                </c:pt>
                <c:pt idx="1335">
                  <c:v>-1.6644200000000002</c:v>
                </c:pt>
                <c:pt idx="1336">
                  <c:v>-3.1196999999999999</c:v>
                </c:pt>
                <c:pt idx="1337">
                  <c:v>-2.2703800000000003</c:v>
                </c:pt>
                <c:pt idx="1338">
                  <c:v>0.2937799999999996</c:v>
                </c:pt>
                <c:pt idx="1339">
                  <c:v>7.3206199999999999</c:v>
                </c:pt>
                <c:pt idx="1340">
                  <c:v>12.203419999999999</c:v>
                </c:pt>
                <c:pt idx="1341">
                  <c:v>15.143879999999999</c:v>
                </c:pt>
                <c:pt idx="1342">
                  <c:v>17.49212</c:v>
                </c:pt>
                <c:pt idx="1343">
                  <c:v>17.388459999999998</c:v>
                </c:pt>
                <c:pt idx="1344">
                  <c:v>14.942059999999998</c:v>
                </c:pt>
                <c:pt idx="1345">
                  <c:v>14.937880000000002</c:v>
                </c:pt>
                <c:pt idx="1346">
                  <c:v>18.076299999999996</c:v>
                </c:pt>
                <c:pt idx="1347">
                  <c:v>23.926840000000002</c:v>
                </c:pt>
                <c:pt idx="1348">
                  <c:v>26.619040000000002</c:v>
                </c:pt>
                <c:pt idx="1349">
                  <c:v>28.253319999999995</c:v>
                </c:pt>
                <c:pt idx="1350">
                  <c:v>29.988319999999998</c:v>
                </c:pt>
                <c:pt idx="1351">
                  <c:v>29.160959999999999</c:v>
                </c:pt>
                <c:pt idx="1352">
                  <c:v>25.50864</c:v>
                </c:pt>
                <c:pt idx="1353">
                  <c:v>30.86016</c:v>
                </c:pt>
                <c:pt idx="1354">
                  <c:v>35.231759999999994</c:v>
                </c:pt>
                <c:pt idx="1355">
                  <c:v>38.139779999999995</c:v>
                </c:pt>
                <c:pt idx="1356">
                  <c:v>38.083919999999999</c:v>
                </c:pt>
                <c:pt idx="1357">
                  <c:v>36.489600000000003</c:v>
                </c:pt>
                <c:pt idx="1358">
                  <c:v>29.01078</c:v>
                </c:pt>
                <c:pt idx="1359">
                  <c:v>24.130559999999996</c:v>
                </c:pt>
                <c:pt idx="1360">
                  <c:v>19.656019999999998</c:v>
                </c:pt>
                <c:pt idx="1361">
                  <c:v>20.450700000000001</c:v>
                </c:pt>
                <c:pt idx="1362">
                  <c:v>22.817460000000001</c:v>
                </c:pt>
                <c:pt idx="1363">
                  <c:v>26.916140000000002</c:v>
                </c:pt>
                <c:pt idx="1364">
                  <c:v>24.254820000000002</c:v>
                </c:pt>
                <c:pt idx="1365">
                  <c:v>23.286040000000003</c:v>
                </c:pt>
                <c:pt idx="1366">
                  <c:v>21.9117</c:v>
                </c:pt>
                <c:pt idx="1367">
                  <c:v>17.788119999999999</c:v>
                </c:pt>
                <c:pt idx="1368">
                  <c:v>14.715520000000001</c:v>
                </c:pt>
                <c:pt idx="1369">
                  <c:v>15.0945</c:v>
                </c:pt>
                <c:pt idx="1370">
                  <c:v>16.372139999999998</c:v>
                </c:pt>
                <c:pt idx="1371">
                  <c:v>13.501940000000001</c:v>
                </c:pt>
                <c:pt idx="1372">
                  <c:v>12.863980000000002</c:v>
                </c:pt>
                <c:pt idx="1373">
                  <c:v>9.7366600000000005</c:v>
                </c:pt>
                <c:pt idx="1374">
                  <c:v>7.659180000000001</c:v>
                </c:pt>
                <c:pt idx="1375">
                  <c:v>6.3562600000000007</c:v>
                </c:pt>
                <c:pt idx="1376">
                  <c:v>6.1159599999999994</c:v>
                </c:pt>
                <c:pt idx="1377">
                  <c:v>6.6398799999999998</c:v>
                </c:pt>
                <c:pt idx="1378">
                  <c:v>8.2130200000000002</c:v>
                </c:pt>
                <c:pt idx="1379">
                  <c:v>8.3824000000000005</c:v>
                </c:pt>
                <c:pt idx="1380">
                  <c:v>8.4845799999999993</c:v>
                </c:pt>
                <c:pt idx="1381">
                  <c:v>9.3717000000000006</c:v>
                </c:pt>
                <c:pt idx="1382">
                  <c:v>8.0161800000000003</c:v>
                </c:pt>
                <c:pt idx="1383">
                  <c:v>5.409460000000001</c:v>
                </c:pt>
                <c:pt idx="1384">
                  <c:v>4.1694800000000001</c:v>
                </c:pt>
                <c:pt idx="1385">
                  <c:v>3.3656000000000006</c:v>
                </c:pt>
                <c:pt idx="1386">
                  <c:v>3.9132199999999999</c:v>
                </c:pt>
                <c:pt idx="1387">
                  <c:v>5.8658999999999999</c:v>
                </c:pt>
                <c:pt idx="1388">
                  <c:v>9.5760400000000008</c:v>
                </c:pt>
                <c:pt idx="1389">
                  <c:v>13.675940000000001</c:v>
                </c:pt>
                <c:pt idx="1390">
                  <c:v>14.260160000000003</c:v>
                </c:pt>
                <c:pt idx="1391">
                  <c:v>12.174379999999999</c:v>
                </c:pt>
                <c:pt idx="1392">
                  <c:v>10.122420000000002</c:v>
                </c:pt>
                <c:pt idx="1393">
                  <c:v>9.2325400000000002</c:v>
                </c:pt>
                <c:pt idx="1394">
                  <c:v>5.5966400000000007</c:v>
                </c:pt>
                <c:pt idx="1395">
                  <c:v>8.5300600000000006</c:v>
                </c:pt>
                <c:pt idx="1396">
                  <c:v>11.2613</c:v>
                </c:pt>
                <c:pt idx="1397">
                  <c:v>14.441979999999997</c:v>
                </c:pt>
                <c:pt idx="1398">
                  <c:v>16.486379999999997</c:v>
                </c:pt>
                <c:pt idx="1399">
                  <c:v>22.986340000000002</c:v>
                </c:pt>
                <c:pt idx="1400">
                  <c:v>25.462820000000001</c:v>
                </c:pt>
                <c:pt idx="1401">
                  <c:v>25.957720000000002</c:v>
                </c:pt>
                <c:pt idx="1402">
                  <c:v>21.501699999999996</c:v>
                </c:pt>
                <c:pt idx="1403">
                  <c:v>18.252139999999997</c:v>
                </c:pt>
                <c:pt idx="1404">
                  <c:v>13.418560000000003</c:v>
                </c:pt>
                <c:pt idx="1405">
                  <c:v>7.28796</c:v>
                </c:pt>
                <c:pt idx="1406">
                  <c:v>7.1030800000000003</c:v>
                </c:pt>
                <c:pt idx="1407">
                  <c:v>9.3604199999999995</c:v>
                </c:pt>
                <c:pt idx="1408">
                  <c:v>14.082319999999999</c:v>
                </c:pt>
                <c:pt idx="1409">
                  <c:v>18.491879999999998</c:v>
                </c:pt>
                <c:pt idx="1410">
                  <c:v>18.902760000000001</c:v>
                </c:pt>
                <c:pt idx="1411">
                  <c:v>16.614740000000001</c:v>
                </c:pt>
                <c:pt idx="1412">
                  <c:v>14.091280000000001</c:v>
                </c:pt>
                <c:pt idx="1413">
                  <c:v>11.873740000000002</c:v>
                </c:pt>
                <c:pt idx="1414">
                  <c:v>12.341939999999999</c:v>
                </c:pt>
                <c:pt idx="1415">
                  <c:v>11.420240000000002</c:v>
                </c:pt>
                <c:pt idx="1416">
                  <c:v>12.317680000000001</c:v>
                </c:pt>
                <c:pt idx="1417">
                  <c:v>18.653280000000002</c:v>
                </c:pt>
                <c:pt idx="1418">
                  <c:v>19.841919999999998</c:v>
                </c:pt>
                <c:pt idx="1419">
                  <c:v>21.136919999999996</c:v>
                </c:pt>
                <c:pt idx="1420">
                  <c:v>26.419339999999998</c:v>
                </c:pt>
                <c:pt idx="1421">
                  <c:v>20.843859999999999</c:v>
                </c:pt>
                <c:pt idx="1422">
                  <c:v>17.237159999999999</c:v>
                </c:pt>
                <c:pt idx="1423">
                  <c:v>11.01214</c:v>
                </c:pt>
                <c:pt idx="1424">
                  <c:v>-4.7112999999999996</c:v>
                </c:pt>
                <c:pt idx="1425">
                  <c:v>-12.185320000000001</c:v>
                </c:pt>
                <c:pt idx="1426">
                  <c:v>-9.2327400000000015</c:v>
                </c:pt>
                <c:pt idx="1427">
                  <c:v>-11.80946</c:v>
                </c:pt>
                <c:pt idx="1428">
                  <c:v>-10.938619999999998</c:v>
                </c:pt>
                <c:pt idx="1429">
                  <c:v>-0.28432000000000029</c:v>
                </c:pt>
                <c:pt idx="1430">
                  <c:v>2.1950799999999999</c:v>
                </c:pt>
                <c:pt idx="1431">
                  <c:v>4.7396399999999996</c:v>
                </c:pt>
                <c:pt idx="1432">
                  <c:v>6.8285</c:v>
                </c:pt>
                <c:pt idx="1433">
                  <c:v>8.3929200000000002</c:v>
                </c:pt>
                <c:pt idx="1434">
                  <c:v>10.785019999999999</c:v>
                </c:pt>
                <c:pt idx="1435">
                  <c:v>11.82338</c:v>
                </c:pt>
                <c:pt idx="1436">
                  <c:v>10.04626</c:v>
                </c:pt>
                <c:pt idx="1437">
                  <c:v>8.8221000000000007</c:v>
                </c:pt>
                <c:pt idx="1438">
                  <c:v>11.243879999999999</c:v>
                </c:pt>
                <c:pt idx="1439">
                  <c:v>9.2119400000000002</c:v>
                </c:pt>
                <c:pt idx="1440">
                  <c:v>9.769499999999999</c:v>
                </c:pt>
                <c:pt idx="1441">
                  <c:v>13.648820000000001</c:v>
                </c:pt>
                <c:pt idx="1442">
                  <c:v>19.146339999999999</c:v>
                </c:pt>
                <c:pt idx="1443">
                  <c:v>14.85848</c:v>
                </c:pt>
                <c:pt idx="1444">
                  <c:v>15.943179999999998</c:v>
                </c:pt>
                <c:pt idx="1445">
                  <c:v>13.944939999999999</c:v>
                </c:pt>
                <c:pt idx="1446">
                  <c:v>15.341800000000001</c:v>
                </c:pt>
                <c:pt idx="1447">
                  <c:v>9.5519999999999996</c:v>
                </c:pt>
                <c:pt idx="1448">
                  <c:v>13.752739999999999</c:v>
                </c:pt>
                <c:pt idx="1449">
                  <c:v>11.141819999999999</c:v>
                </c:pt>
                <c:pt idx="1450">
                  <c:v>10.69012</c:v>
                </c:pt>
                <c:pt idx="1451">
                  <c:v>4.6144600000000002</c:v>
                </c:pt>
                <c:pt idx="1452">
                  <c:v>4.1029800000000005</c:v>
                </c:pt>
                <c:pt idx="1453">
                  <c:v>-0.9222999999999999</c:v>
                </c:pt>
                <c:pt idx="1454">
                  <c:v>-1.1554199999999999</c:v>
                </c:pt>
                <c:pt idx="1455">
                  <c:v>1.0714800000000002</c:v>
                </c:pt>
                <c:pt idx="1456">
                  <c:v>6.0324200000000001</c:v>
                </c:pt>
                <c:pt idx="1457">
                  <c:v>1.1865800000000006</c:v>
                </c:pt>
                <c:pt idx="1458">
                  <c:v>4.8081800000000001</c:v>
                </c:pt>
                <c:pt idx="1459">
                  <c:v>8.3936600000000006</c:v>
                </c:pt>
                <c:pt idx="1460">
                  <c:v>14.089339999999998</c:v>
                </c:pt>
                <c:pt idx="1461">
                  <c:v>15.576220000000001</c:v>
                </c:pt>
                <c:pt idx="1462">
                  <c:v>20.25872</c:v>
                </c:pt>
                <c:pt idx="1463">
                  <c:v>14.7697</c:v>
                </c:pt>
                <c:pt idx="1464">
                  <c:v>4.9617599999999982</c:v>
                </c:pt>
                <c:pt idx="1465">
                  <c:v>-11.351380000000001</c:v>
                </c:pt>
                <c:pt idx="1466">
                  <c:v>-19.037839999999999</c:v>
                </c:pt>
                <c:pt idx="1467">
                  <c:v>-17.981259999999999</c:v>
                </c:pt>
                <c:pt idx="1468">
                  <c:v>-15.23302</c:v>
                </c:pt>
                <c:pt idx="1469">
                  <c:v>-11.357239999999999</c:v>
                </c:pt>
                <c:pt idx="1470">
                  <c:v>-4.87676</c:v>
                </c:pt>
                <c:pt idx="1471">
                  <c:v>-1.5343800000000001</c:v>
                </c:pt>
                <c:pt idx="1472">
                  <c:v>-3.6224400000000001</c:v>
                </c:pt>
                <c:pt idx="1473">
                  <c:v>-2.7472000000000003</c:v>
                </c:pt>
                <c:pt idx="1474">
                  <c:v>2.4002599999999994</c:v>
                </c:pt>
                <c:pt idx="1475">
                  <c:v>5.69116</c:v>
                </c:pt>
                <c:pt idx="1476">
                  <c:v>2.7495800000000004</c:v>
                </c:pt>
                <c:pt idx="1477">
                  <c:v>3.9414799999999999</c:v>
                </c:pt>
                <c:pt idx="1478">
                  <c:v>3.7553999999999994</c:v>
                </c:pt>
                <c:pt idx="1479">
                  <c:v>-0.46860000000000002</c:v>
                </c:pt>
                <c:pt idx="1480">
                  <c:v>-2.2319599999999999</c:v>
                </c:pt>
                <c:pt idx="1481">
                  <c:v>-1.12314</c:v>
                </c:pt>
                <c:pt idx="1482">
                  <c:v>0.91317999999999988</c:v>
                </c:pt>
                <c:pt idx="1483">
                  <c:v>0.60202</c:v>
                </c:pt>
                <c:pt idx="1484">
                  <c:v>1.2415400000000001</c:v>
                </c:pt>
                <c:pt idx="1485">
                  <c:v>3.0152399999999999</c:v>
                </c:pt>
                <c:pt idx="1486">
                  <c:v>6.4808400000000006</c:v>
                </c:pt>
                <c:pt idx="1487">
                  <c:v>6.4417</c:v>
                </c:pt>
                <c:pt idx="1488">
                  <c:v>7.6861199999999998</c:v>
                </c:pt>
                <c:pt idx="1489">
                  <c:v>6.4977999999999998</c:v>
                </c:pt>
                <c:pt idx="1490">
                  <c:v>4.304619999999999</c:v>
                </c:pt>
                <c:pt idx="1491">
                  <c:v>-1.7627800000000005</c:v>
                </c:pt>
                <c:pt idx="1492">
                  <c:v>-4.7369599999999998</c:v>
                </c:pt>
                <c:pt idx="1493">
                  <c:v>-5.5208400000000006</c:v>
                </c:pt>
                <c:pt idx="1494">
                  <c:v>-7.5842800000000015</c:v>
                </c:pt>
                <c:pt idx="1495">
                  <c:v>-7.2563399999999998</c:v>
                </c:pt>
                <c:pt idx="1496">
                  <c:v>-7.4731199999999998</c:v>
                </c:pt>
                <c:pt idx="1497">
                  <c:v>-9.1500599999999999</c:v>
                </c:pt>
                <c:pt idx="1498">
                  <c:v>-4.9335600000000017</c:v>
                </c:pt>
                <c:pt idx="1499">
                  <c:v>-0.51992000000000027</c:v>
                </c:pt>
                <c:pt idx="1500">
                  <c:v>1.1904999999999997</c:v>
                </c:pt>
                <c:pt idx="1501">
                  <c:v>2.5455999999999999</c:v>
                </c:pt>
                <c:pt idx="1502">
                  <c:v>6.1625000000000005</c:v>
                </c:pt>
                <c:pt idx="1503">
                  <c:v>1.5357399999999999</c:v>
                </c:pt>
                <c:pt idx="1504">
                  <c:v>0.57604000000000011</c:v>
                </c:pt>
                <c:pt idx="1505">
                  <c:v>-1.48516</c:v>
                </c:pt>
                <c:pt idx="1506">
                  <c:v>0.36365999999999998</c:v>
                </c:pt>
                <c:pt idx="1507">
                  <c:v>2.05322</c:v>
                </c:pt>
                <c:pt idx="1508">
                  <c:v>3.1412800000000001</c:v>
                </c:pt>
                <c:pt idx="1509">
                  <c:v>5.2923400000000003</c:v>
                </c:pt>
                <c:pt idx="1510">
                  <c:v>6.8596200000000014</c:v>
                </c:pt>
                <c:pt idx="1511">
                  <c:v>7.0333600000000001</c:v>
                </c:pt>
                <c:pt idx="1512">
                  <c:v>2.5261000000000009</c:v>
                </c:pt>
                <c:pt idx="1513">
                  <c:v>-2.5699999999999994</c:v>
                </c:pt>
                <c:pt idx="1514">
                  <c:v>-5.4297599999999999</c:v>
                </c:pt>
                <c:pt idx="1515">
                  <c:v>-9.7203599999999994</c:v>
                </c:pt>
                <c:pt idx="1516">
                  <c:v>-11.6136</c:v>
                </c:pt>
                <c:pt idx="1517">
                  <c:v>-11.659879999999999</c:v>
                </c:pt>
                <c:pt idx="1518">
                  <c:v>-9.6942799999999991</c:v>
                </c:pt>
                <c:pt idx="1519">
                  <c:v>-10.71022</c:v>
                </c:pt>
                <c:pt idx="1520">
                  <c:v>-8.4274199999999997</c:v>
                </c:pt>
                <c:pt idx="1521">
                  <c:v>-6.5011200000000002</c:v>
                </c:pt>
                <c:pt idx="1522">
                  <c:v>-5.41934</c:v>
                </c:pt>
                <c:pt idx="1523">
                  <c:v>-4.6909599999999996</c:v>
                </c:pt>
                <c:pt idx="1524">
                  <c:v>-3.03626</c:v>
                </c:pt>
                <c:pt idx="1525">
                  <c:v>-2.7653599999999998</c:v>
                </c:pt>
                <c:pt idx="1526">
                  <c:v>-3.3155399999999999</c:v>
                </c:pt>
                <c:pt idx="1527">
                  <c:v>2.8880000000000194E-2</c:v>
                </c:pt>
                <c:pt idx="1528">
                  <c:v>2.8500999999999999</c:v>
                </c:pt>
                <c:pt idx="1529">
                  <c:v>-1.1508800000000001</c:v>
                </c:pt>
                <c:pt idx="1530">
                  <c:v>-2.5488799999999996</c:v>
                </c:pt>
                <c:pt idx="1531">
                  <c:v>-0.70263999999999993</c:v>
                </c:pt>
                <c:pt idx="1532">
                  <c:v>-3.1939200000000003</c:v>
                </c:pt>
                <c:pt idx="1533">
                  <c:v>-2.3281199999999997</c:v>
                </c:pt>
                <c:pt idx="1534">
                  <c:v>2.6445400000000001</c:v>
                </c:pt>
                <c:pt idx="1535">
                  <c:v>6.71814</c:v>
                </c:pt>
                <c:pt idx="1536">
                  <c:v>4.1163600000000002</c:v>
                </c:pt>
                <c:pt idx="1537">
                  <c:v>3.2888999999999995</c:v>
                </c:pt>
                <c:pt idx="1538">
                  <c:v>-4.1196600000000005</c:v>
                </c:pt>
                <c:pt idx="1539">
                  <c:v>-3.4935599999999996</c:v>
                </c:pt>
                <c:pt idx="1540">
                  <c:v>-4.0936800000000009</c:v>
                </c:pt>
                <c:pt idx="1541">
                  <c:v>-4.2006800000000002</c:v>
                </c:pt>
                <c:pt idx="1542">
                  <c:v>-5.0708399999999996</c:v>
                </c:pt>
                <c:pt idx="1543">
                  <c:v>9.7900000000000009</c:v>
                </c:pt>
                <c:pt idx="1544">
                  <c:v>12.478060000000003</c:v>
                </c:pt>
                <c:pt idx="1545">
                  <c:v>11.385540000000002</c:v>
                </c:pt>
                <c:pt idx="1546">
                  <c:v>10.738900000000003</c:v>
                </c:pt>
                <c:pt idx="1547">
                  <c:v>13.971460000000002</c:v>
                </c:pt>
                <c:pt idx="1548">
                  <c:v>7.4438800000000018</c:v>
                </c:pt>
                <c:pt idx="1549">
                  <c:v>4.0503600000000004</c:v>
                </c:pt>
                <c:pt idx="1550">
                  <c:v>5.8552600000000004</c:v>
                </c:pt>
                <c:pt idx="1551">
                  <c:v>10.51596</c:v>
                </c:pt>
                <c:pt idx="1552">
                  <c:v>11.43478</c:v>
                </c:pt>
                <c:pt idx="1553">
                  <c:v>11.39804</c:v>
                </c:pt>
                <c:pt idx="1554">
                  <c:v>13.735099999999999</c:v>
                </c:pt>
                <c:pt idx="1555">
                  <c:v>13.149700000000001</c:v>
                </c:pt>
                <c:pt idx="1556">
                  <c:v>11.210980000000001</c:v>
                </c:pt>
                <c:pt idx="1557">
                  <c:v>9.4307400000000001</c:v>
                </c:pt>
                <c:pt idx="1558">
                  <c:v>3.6059600000000005</c:v>
                </c:pt>
                <c:pt idx="1559">
                  <c:v>0.30271999999999988</c:v>
                </c:pt>
                <c:pt idx="1560">
                  <c:v>-1.77176</c:v>
                </c:pt>
                <c:pt idx="1561">
                  <c:v>-1.6055800000000002</c:v>
                </c:pt>
                <c:pt idx="1562">
                  <c:v>0.23573999999999984</c:v>
                </c:pt>
                <c:pt idx="1563">
                  <c:v>4.0979200000000002</c:v>
                </c:pt>
                <c:pt idx="1564">
                  <c:v>6.3845600000000005</c:v>
                </c:pt>
                <c:pt idx="1565">
                  <c:v>7.9304800000000002</c:v>
                </c:pt>
                <c:pt idx="1566">
                  <c:v>5.7376999999999994</c:v>
                </c:pt>
                <c:pt idx="1567">
                  <c:v>3.4574399999999996</c:v>
                </c:pt>
                <c:pt idx="1568">
                  <c:v>0.64641999999999977</c:v>
                </c:pt>
                <c:pt idx="1569">
                  <c:v>-4.6099999999999994</c:v>
                </c:pt>
                <c:pt idx="1570">
                  <c:v>-8.7716399999999997</c:v>
                </c:pt>
                <c:pt idx="1571">
                  <c:v>-7.2454400000000003</c:v>
                </c:pt>
                <c:pt idx="1572">
                  <c:v>-6.3844200000000004</c:v>
                </c:pt>
                <c:pt idx="1573">
                  <c:v>-6.5466600000000001</c:v>
                </c:pt>
                <c:pt idx="1574">
                  <c:v>-5.2663200000000003</c:v>
                </c:pt>
                <c:pt idx="1575">
                  <c:v>-3.5849199999999994</c:v>
                </c:pt>
                <c:pt idx="1576">
                  <c:v>-6.8848799999999999</c:v>
                </c:pt>
                <c:pt idx="1577">
                  <c:v>-10.177680000000001</c:v>
                </c:pt>
                <c:pt idx="1578">
                  <c:v>-15.899660000000001</c:v>
                </c:pt>
                <c:pt idx="1579">
                  <c:v>-18.257179999999998</c:v>
                </c:pt>
                <c:pt idx="1580">
                  <c:v>-24.605259999999998</c:v>
                </c:pt>
                <c:pt idx="1581">
                  <c:v>-20.68394</c:v>
                </c:pt>
                <c:pt idx="1582">
                  <c:v>-21.050940000000004</c:v>
                </c:pt>
                <c:pt idx="1583">
                  <c:v>-10.594359999999998</c:v>
                </c:pt>
                <c:pt idx="1584">
                  <c:v>-9.5587799999999987</c:v>
                </c:pt>
                <c:pt idx="1585">
                  <c:v>-3.4516399999999998</c:v>
                </c:pt>
                <c:pt idx="1586">
                  <c:v>-8.7983799999999999</c:v>
                </c:pt>
                <c:pt idx="1587">
                  <c:v>-5.8691000000000004</c:v>
                </c:pt>
                <c:pt idx="1588">
                  <c:v>-15.23278</c:v>
                </c:pt>
                <c:pt idx="1589">
                  <c:v>-17.789200000000001</c:v>
                </c:pt>
                <c:pt idx="1590">
                  <c:v>-17.994499999999999</c:v>
                </c:pt>
                <c:pt idx="1591">
                  <c:v>-15.061060000000001</c:v>
                </c:pt>
                <c:pt idx="1592">
                  <c:v>-15.817380000000004</c:v>
                </c:pt>
                <c:pt idx="1593">
                  <c:v>-12.582879999999999</c:v>
                </c:pt>
                <c:pt idx="1594">
                  <c:v>-6.8643200000000011</c:v>
                </c:pt>
                <c:pt idx="1595">
                  <c:v>0.63728000000000051</c:v>
                </c:pt>
                <c:pt idx="1596">
                  <c:v>6.8097399999999997</c:v>
                </c:pt>
                <c:pt idx="1597">
                  <c:v>14.731020000000001</c:v>
                </c:pt>
                <c:pt idx="1598">
                  <c:v>18.485220000000002</c:v>
                </c:pt>
                <c:pt idx="1599">
                  <c:v>17.294879999999999</c:v>
                </c:pt>
                <c:pt idx="1600">
                  <c:v>10.136260000000002</c:v>
                </c:pt>
                <c:pt idx="1601">
                  <c:v>2.7739800000000017</c:v>
                </c:pt>
                <c:pt idx="1602">
                  <c:v>-4.898159999999999</c:v>
                </c:pt>
                <c:pt idx="1603">
                  <c:v>2.9540199999999999</c:v>
                </c:pt>
                <c:pt idx="1604">
                  <c:v>3.9359400000000009</c:v>
                </c:pt>
                <c:pt idx="1605">
                  <c:v>8.01004</c:v>
                </c:pt>
                <c:pt idx="1606">
                  <c:v>14.083700000000002</c:v>
                </c:pt>
                <c:pt idx="1607">
                  <c:v>13.423580000000001</c:v>
                </c:pt>
                <c:pt idx="1608">
                  <c:v>-2.7809799999999996</c:v>
                </c:pt>
                <c:pt idx="1609">
                  <c:v>-4.9718199999999992</c:v>
                </c:pt>
                <c:pt idx="1610">
                  <c:v>-12.944220000000001</c:v>
                </c:pt>
                <c:pt idx="1611">
                  <c:v>-12.526900000000001</c:v>
                </c:pt>
                <c:pt idx="1612">
                  <c:v>-13.871559999999999</c:v>
                </c:pt>
                <c:pt idx="1613">
                  <c:v>-8.9937199999999997</c:v>
                </c:pt>
                <c:pt idx="1614">
                  <c:v>-10.402980000000001</c:v>
                </c:pt>
                <c:pt idx="1615">
                  <c:v>-3.3159000000000005</c:v>
                </c:pt>
                <c:pt idx="1616">
                  <c:v>-6.7549799999999989</c:v>
                </c:pt>
                <c:pt idx="1617">
                  <c:v>-4.7788399999999989</c:v>
                </c:pt>
                <c:pt idx="1618">
                  <c:v>0.4362599999999997</c:v>
                </c:pt>
                <c:pt idx="1619">
                  <c:v>-0.54013999999999951</c:v>
                </c:pt>
                <c:pt idx="1620">
                  <c:v>-2.7847400000000002</c:v>
                </c:pt>
                <c:pt idx="1621">
                  <c:v>-6.6272799999999989</c:v>
                </c:pt>
                <c:pt idx="1622">
                  <c:v>-7.3802199999999996</c:v>
                </c:pt>
                <c:pt idx="1623">
                  <c:v>-5.5626800000000003</c:v>
                </c:pt>
                <c:pt idx="1624">
                  <c:v>-2.0375399999999999</c:v>
                </c:pt>
                <c:pt idx="1625">
                  <c:v>-8.7985599999999984</c:v>
                </c:pt>
                <c:pt idx="1626">
                  <c:v>-9.8015600000000003</c:v>
                </c:pt>
                <c:pt idx="1627">
                  <c:v>-9.1609400000000001</c:v>
                </c:pt>
                <c:pt idx="1628">
                  <c:v>-11.82044</c:v>
                </c:pt>
                <c:pt idx="1629">
                  <c:v>-12.270979999999998</c:v>
                </c:pt>
                <c:pt idx="1630">
                  <c:v>-6.9733599999999996</c:v>
                </c:pt>
                <c:pt idx="1631">
                  <c:v>-4.7033800000000001</c:v>
                </c:pt>
                <c:pt idx="1632">
                  <c:v>-5.1929800000000004</c:v>
                </c:pt>
                <c:pt idx="1633">
                  <c:v>-9.95092</c:v>
                </c:pt>
                <c:pt idx="1634">
                  <c:v>-8.8612400000000004</c:v>
                </c:pt>
                <c:pt idx="1635">
                  <c:v>-12.586400000000001</c:v>
                </c:pt>
                <c:pt idx="1636">
                  <c:v>-13.319040000000001</c:v>
                </c:pt>
                <c:pt idx="1637">
                  <c:v>-15.239160000000002</c:v>
                </c:pt>
                <c:pt idx="1638">
                  <c:v>-10.463979999999999</c:v>
                </c:pt>
                <c:pt idx="1639">
                  <c:v>-9.0598600000000005</c:v>
                </c:pt>
                <c:pt idx="1640">
                  <c:v>-4.76478</c:v>
                </c:pt>
                <c:pt idx="1641">
                  <c:v>1.1632400000000001</c:v>
                </c:pt>
                <c:pt idx="1642">
                  <c:v>1.46628</c:v>
                </c:pt>
                <c:pt idx="1643">
                  <c:v>-2.6232999999999995</c:v>
                </c:pt>
                <c:pt idx="1644">
                  <c:v>-5.5385599999999995</c:v>
                </c:pt>
                <c:pt idx="1645">
                  <c:v>-1.62392</c:v>
                </c:pt>
                <c:pt idx="1646">
                  <c:v>-3.9654400000000001</c:v>
                </c:pt>
                <c:pt idx="1647">
                  <c:v>5.2516000000000007</c:v>
                </c:pt>
                <c:pt idx="1648">
                  <c:v>8.8575999999999997</c:v>
                </c:pt>
                <c:pt idx="1649">
                  <c:v>10.25718</c:v>
                </c:pt>
                <c:pt idx="1650">
                  <c:v>9.9965600000000023</c:v>
                </c:pt>
                <c:pt idx="1651">
                  <c:v>7.7217600000000015</c:v>
                </c:pt>
                <c:pt idx="1652">
                  <c:v>0.98481999999999981</c:v>
                </c:pt>
                <c:pt idx="1653">
                  <c:v>3.2924199999999999</c:v>
                </c:pt>
                <c:pt idx="1654">
                  <c:v>-0.25661999999999952</c:v>
                </c:pt>
                <c:pt idx="1655">
                  <c:v>-7.3008600000000001</c:v>
                </c:pt>
                <c:pt idx="1656">
                  <c:v>-3.9873799999999995</c:v>
                </c:pt>
                <c:pt idx="1657">
                  <c:v>-7.1018799999999995</c:v>
                </c:pt>
                <c:pt idx="1658">
                  <c:v>-13.449099999999998</c:v>
                </c:pt>
                <c:pt idx="1659">
                  <c:v>-15.296100000000001</c:v>
                </c:pt>
                <c:pt idx="1660">
                  <c:v>-12.35322</c:v>
                </c:pt>
                <c:pt idx="1661">
                  <c:v>-17.761579999999999</c:v>
                </c:pt>
                <c:pt idx="1662">
                  <c:v>-10.552800000000001</c:v>
                </c:pt>
                <c:pt idx="1663">
                  <c:v>-3.3525200000000006</c:v>
                </c:pt>
                <c:pt idx="1664">
                  <c:v>-5.7000000000009265E-3</c:v>
                </c:pt>
                <c:pt idx="1665">
                  <c:v>4.4711999999999987</c:v>
                </c:pt>
                <c:pt idx="1666">
                  <c:v>5.0778599999999994</c:v>
                </c:pt>
                <c:pt idx="1667">
                  <c:v>4.3672399999999998</c:v>
                </c:pt>
                <c:pt idx="1668">
                  <c:v>-6.0042200000000001</c:v>
                </c:pt>
                <c:pt idx="1669">
                  <c:v>-8.9101999999999997</c:v>
                </c:pt>
                <c:pt idx="1670">
                  <c:v>-9.9036599999999986</c:v>
                </c:pt>
                <c:pt idx="1671">
                  <c:v>-8.8876799999999996</c:v>
                </c:pt>
                <c:pt idx="1672">
                  <c:v>-12.027419999999999</c:v>
                </c:pt>
                <c:pt idx="1673">
                  <c:v>-4.7943200000000008</c:v>
                </c:pt>
                <c:pt idx="1674">
                  <c:v>2.7229399999999999</c:v>
                </c:pt>
                <c:pt idx="1675">
                  <c:v>4.2652799999999997</c:v>
                </c:pt>
                <c:pt idx="1676">
                  <c:v>7.0876999999999999</c:v>
                </c:pt>
                <c:pt idx="1677">
                  <c:v>5.7508400000000002</c:v>
                </c:pt>
                <c:pt idx="1678">
                  <c:v>5.3819599999999994</c:v>
                </c:pt>
                <c:pt idx="1679">
                  <c:v>7.1041399999999992</c:v>
                </c:pt>
                <c:pt idx="1680">
                  <c:v>9.8594400000000011</c:v>
                </c:pt>
                <c:pt idx="1681">
                  <c:v>10.287700000000001</c:v>
                </c:pt>
                <c:pt idx="1682">
                  <c:v>16.259059999999998</c:v>
                </c:pt>
                <c:pt idx="1683">
                  <c:v>16.42268</c:v>
                </c:pt>
                <c:pt idx="1684">
                  <c:v>14.037659999999999</c:v>
                </c:pt>
                <c:pt idx="1685">
                  <c:v>14.265179999999997</c:v>
                </c:pt>
                <c:pt idx="1686">
                  <c:v>10.185599999999999</c:v>
                </c:pt>
                <c:pt idx="1687">
                  <c:v>-4.1490799999999997</c:v>
                </c:pt>
                <c:pt idx="1688">
                  <c:v>-0.62413999999999914</c:v>
                </c:pt>
                <c:pt idx="1689">
                  <c:v>4.165140000000001</c:v>
                </c:pt>
                <c:pt idx="1690">
                  <c:v>9.4435599999999997</c:v>
                </c:pt>
                <c:pt idx="1691">
                  <c:v>23.03998</c:v>
                </c:pt>
                <c:pt idx="1692">
                  <c:v>29.434679999999997</c:v>
                </c:pt>
                <c:pt idx="1693">
                  <c:v>26.871879999999997</c:v>
                </c:pt>
                <c:pt idx="1694">
                  <c:v>15.593540000000001</c:v>
                </c:pt>
                <c:pt idx="1695">
                  <c:v>19.555860000000003</c:v>
                </c:pt>
                <c:pt idx="1696">
                  <c:v>29.848860000000002</c:v>
                </c:pt>
                <c:pt idx="1697">
                  <c:v>43.662439999999997</c:v>
                </c:pt>
                <c:pt idx="1698">
                  <c:v>45.448220000000006</c:v>
                </c:pt>
                <c:pt idx="1699">
                  <c:v>62.535900000000005</c:v>
                </c:pt>
                <c:pt idx="1700">
                  <c:v>53.24362</c:v>
                </c:pt>
                <c:pt idx="1701">
                  <c:v>41.109879999999997</c:v>
                </c:pt>
                <c:pt idx="1702">
                  <c:v>35.969440000000006</c:v>
                </c:pt>
                <c:pt idx="1703">
                  <c:v>36.447220000000002</c:v>
                </c:pt>
                <c:pt idx="1704">
                  <c:v>31.071179999999998</c:v>
                </c:pt>
                <c:pt idx="1705">
                  <c:v>37.069939999999995</c:v>
                </c:pt>
                <c:pt idx="1706">
                  <c:v>40.468620000000001</c:v>
                </c:pt>
                <c:pt idx="1707">
                  <c:v>47.208939999999998</c:v>
                </c:pt>
                <c:pt idx="1708">
                  <c:v>55.564779999999999</c:v>
                </c:pt>
                <c:pt idx="1709">
                  <c:v>55.981039999999993</c:v>
                </c:pt>
                <c:pt idx="1710">
                  <c:v>46.177399999999999</c:v>
                </c:pt>
                <c:pt idx="1711">
                  <c:v>36.763099999999994</c:v>
                </c:pt>
                <c:pt idx="1712">
                  <c:v>29.200799999999997</c:v>
                </c:pt>
                <c:pt idx="1713">
                  <c:v>18.862699999999997</c:v>
                </c:pt>
                <c:pt idx="1714">
                  <c:v>18.68834</c:v>
                </c:pt>
                <c:pt idx="1715">
                  <c:v>23.36356</c:v>
                </c:pt>
                <c:pt idx="1716">
                  <c:v>26.450699999999994</c:v>
                </c:pt>
                <c:pt idx="1717">
                  <c:v>25.431959999999997</c:v>
                </c:pt>
                <c:pt idx="1718">
                  <c:v>30.899419999999999</c:v>
                </c:pt>
                <c:pt idx="1719">
                  <c:v>29.166860000000003</c:v>
                </c:pt>
                <c:pt idx="1720">
                  <c:v>28.550560000000001</c:v>
                </c:pt>
                <c:pt idx="1721">
                  <c:v>29.129460000000002</c:v>
                </c:pt>
                <c:pt idx="1722">
                  <c:v>29.068939999999998</c:v>
                </c:pt>
                <c:pt idx="1723">
                  <c:v>23.694780000000002</c:v>
                </c:pt>
                <c:pt idx="1724">
                  <c:v>20.571940000000001</c:v>
                </c:pt>
                <c:pt idx="1725">
                  <c:v>18.802</c:v>
                </c:pt>
                <c:pt idx="1726">
                  <c:v>9.5481200000000008</c:v>
                </c:pt>
                <c:pt idx="1727">
                  <c:v>3.5205000000000011</c:v>
                </c:pt>
                <c:pt idx="1728">
                  <c:v>1.4987599999999999</c:v>
                </c:pt>
                <c:pt idx="1729">
                  <c:v>4.9084599999999998</c:v>
                </c:pt>
                <c:pt idx="1730">
                  <c:v>3.0497200000000002</c:v>
                </c:pt>
                <c:pt idx="1731">
                  <c:v>9.2117600000000017</c:v>
                </c:pt>
                <c:pt idx="1732">
                  <c:v>16.564260000000001</c:v>
                </c:pt>
                <c:pt idx="1733">
                  <c:v>26.08728</c:v>
                </c:pt>
                <c:pt idx="1734">
                  <c:v>29.358080000000001</c:v>
                </c:pt>
                <c:pt idx="1735">
                  <c:v>27.730039999999995</c:v>
                </c:pt>
                <c:pt idx="1736">
                  <c:v>23.987339999999996</c:v>
                </c:pt>
                <c:pt idx="1737">
                  <c:v>23.382919999999995</c:v>
                </c:pt>
                <c:pt idx="1738">
                  <c:v>20.356639999999999</c:v>
                </c:pt>
                <c:pt idx="1739">
                  <c:v>12.180259999999999</c:v>
                </c:pt>
                <c:pt idx="1740">
                  <c:v>13.38958</c:v>
                </c:pt>
                <c:pt idx="1741">
                  <c:v>18.856079999999999</c:v>
                </c:pt>
                <c:pt idx="1742">
                  <c:v>19.72944</c:v>
                </c:pt>
                <c:pt idx="1743">
                  <c:v>13.697940000000003</c:v>
                </c:pt>
                <c:pt idx="1744">
                  <c:v>13.900000000000002</c:v>
                </c:pt>
                <c:pt idx="1745">
                  <c:v>13.62918</c:v>
                </c:pt>
                <c:pt idx="1746">
                  <c:v>13.105599999999999</c:v>
                </c:pt>
              </c:numCache>
            </c:numRef>
          </c:val>
          <c:smooth val="1"/>
          <c:extLst>
            <c:ext xmlns:c16="http://schemas.microsoft.com/office/drawing/2014/chart" uri="{C3380CC4-5D6E-409C-BE32-E72D297353CC}">
              <c16:uniqueId val="{00000001-B038-4E4F-B5CF-231945A9D081}"/>
            </c:ext>
          </c:extLst>
        </c:ser>
        <c:dLbls>
          <c:showLegendKey val="0"/>
          <c:showVal val="0"/>
          <c:showCatName val="0"/>
          <c:showSerName val="0"/>
          <c:showPercent val="0"/>
          <c:showBubbleSize val="0"/>
        </c:dLbls>
        <c:marker val="1"/>
        <c:smooth val="0"/>
        <c:axId val="2000001506"/>
        <c:axId val="2000001507"/>
      </c:lineChart>
      <c:dateAx>
        <c:axId val="2000001504"/>
        <c:scaling>
          <c:orientation val="minMax"/>
          <c:max val="45830"/>
          <c:min val="45593"/>
        </c:scaling>
        <c:delete val="0"/>
        <c:axPos val="b"/>
        <c:numFmt formatCode="yyyy\-mm" sourceLinked="0"/>
        <c:majorTickMark val="in"/>
        <c:minorTickMark val="none"/>
        <c:tickLblPos val="low"/>
        <c:spPr>
          <a:ln w="3175">
            <a:solidFill>
              <a:srgbClr val="000000"/>
            </a:solidFill>
            <a:prstDash val="solid"/>
          </a:ln>
        </c:spPr>
        <c:txPr>
          <a:bodyPr rot="0" vert="horz"/>
          <a:lstStyle/>
          <a:p>
            <a:pPr>
              <a:defRPr/>
            </a:pPr>
            <a:endParaRPr lang="zh-CN"/>
          </a:p>
        </c:txPr>
        <c:crossAx val="2000001505"/>
        <c:crosses val="autoZero"/>
        <c:auto val="0"/>
        <c:lblOffset val="100"/>
        <c:baseTimeUnit val="days"/>
        <c:majorUnit val="2"/>
        <c:majorTimeUnit val="months"/>
      </c:dateAx>
      <c:valAx>
        <c:axId val="2000001505"/>
        <c:scaling>
          <c:orientation val="minMax"/>
          <c:max val="26000"/>
          <c:min val="18000"/>
        </c:scaling>
        <c:delete val="0"/>
        <c:axPos val="l"/>
        <c:numFmt formatCode="General" sourceLinked="0"/>
        <c:majorTickMark val="in"/>
        <c:minorTickMark val="none"/>
        <c:tickLblPos val="nextTo"/>
        <c:spPr>
          <a:ln w="3175">
            <a:solidFill>
              <a:srgbClr val="000000"/>
            </a:solidFill>
            <a:prstDash val="solid"/>
          </a:ln>
        </c:spPr>
        <c:txPr>
          <a:bodyPr rot="0" vert="horz"/>
          <a:lstStyle/>
          <a:p>
            <a:pPr>
              <a:defRPr/>
            </a:pPr>
            <a:endParaRPr lang="zh-CN"/>
          </a:p>
        </c:txPr>
        <c:crossAx val="2000001504"/>
        <c:crosses val="autoZero"/>
        <c:crossBetween val="between"/>
        <c:majorUnit val="1000"/>
      </c:valAx>
      <c:dateAx>
        <c:axId val="2000001506"/>
        <c:scaling>
          <c:orientation val="minMax"/>
        </c:scaling>
        <c:delete val="1"/>
        <c:axPos val="b"/>
        <c:numFmt formatCode="yyyy\-mm\-dd" sourceLinked="1"/>
        <c:majorTickMark val="out"/>
        <c:minorTickMark val="none"/>
        <c:tickLblPos val="none"/>
        <c:crossAx val="2000001507"/>
        <c:crosses val="autoZero"/>
        <c:auto val="1"/>
        <c:lblOffset val="100"/>
        <c:baseTimeUnit val="days"/>
      </c:dateAx>
      <c:valAx>
        <c:axId val="2000001507"/>
        <c:scaling>
          <c:orientation val="minMax"/>
        </c:scaling>
        <c:delete val="0"/>
        <c:axPos val="r"/>
        <c:numFmt formatCode="General" sourceLinked="0"/>
        <c:majorTickMark val="in"/>
        <c:minorTickMark val="none"/>
        <c:tickLblPos val="nextTo"/>
        <c:spPr>
          <a:ln w="3175">
            <a:solidFill>
              <a:srgbClr val="000000"/>
            </a:solidFill>
            <a:prstDash val="solid"/>
          </a:ln>
        </c:spPr>
        <c:txPr>
          <a:bodyPr rot="0" vert="horz"/>
          <a:lstStyle/>
          <a:p>
            <a:pPr>
              <a:defRPr/>
            </a:pPr>
            <a:endParaRPr lang="zh-CN"/>
          </a:p>
        </c:txPr>
        <c:crossAx val="2000001506"/>
        <c:crosses val="max"/>
        <c:crossBetween val="between"/>
      </c:valAx>
      <c:spPr>
        <a:noFill/>
        <a:ln w="25400">
          <a:noFill/>
        </a:ln>
      </c:spPr>
    </c:plotArea>
    <c:legend>
      <c:legendPos val="b"/>
      <c:layout>
        <c:manualLayout>
          <c:xMode val="edge"/>
          <c:yMode val="edge"/>
          <c:x val="0"/>
          <c:y val="7.0186113099504665E-4"/>
          <c:w val="0.99013583453996501"/>
          <c:h val="0.11094686442833675"/>
        </c:manualLayout>
      </c:layout>
      <c:overlay val="0"/>
      <c:spPr>
        <a:solidFill>
          <a:srgbClr val="FFFFFF"/>
        </a:solidFill>
        <a:ln w="25400">
          <a:noFill/>
        </a:ln>
      </c:spPr>
    </c:legend>
    <c:plotVisOnly val="1"/>
    <c:dispBlanksAs val="gap"/>
    <c:showDLblsOverMax val="0"/>
  </c:chart>
  <c:spPr>
    <a:solidFill>
      <a:srgbClr val="FFFFFF"/>
    </a:solidFill>
    <a:ln w="9525">
      <a:noFill/>
    </a:ln>
  </c:spPr>
  <c:txPr>
    <a:bodyPr/>
    <a:lstStyle/>
    <a:p>
      <a:pPr>
        <a:defRPr sz="600" b="0" i="0" u="none" strike="noStrike" baseline="0">
          <a:solidFill>
            <a:srgbClr val="000000"/>
          </a:solidFill>
          <a:latin typeface="Arial" panose="020B0604020202020204" pitchFamily="34" charset="0"/>
          <a:ea typeface="思源黑体 CN Regular" panose="020B0500000000000000" pitchFamily="34" charset="-122"/>
          <a:cs typeface="Arial" panose="020B0604020202020204" pitchFamily="34" charset="0"/>
        </a:defRPr>
      </a:pPr>
      <a:endParaRPr lang="zh-CN"/>
    </a:p>
  </c:txPr>
  <c:externalData r:id="rId1">
    <c:autoUpdate val="0"/>
  </c:externalData>
  <c:userShapes r:id="rId2"/>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8.6066614554536611E-2"/>
          <c:y val="0.1892884259259259"/>
          <c:w val="0.84311166612647992"/>
          <c:h val="0.74121435185185192"/>
        </c:manualLayout>
      </c:layout>
      <c:barChart>
        <c:barDir val="col"/>
        <c:grouping val="clustered"/>
        <c:varyColors val="0"/>
        <c:ser>
          <c:idx val="0"/>
          <c:order val="0"/>
          <c:tx>
            <c:strRef>
              <c:f>南向资金!$I$6</c:f>
              <c:strCache>
                <c:ptCount val="1"/>
                <c:pt idx="0">
                  <c:v>港股通:买入成交净额(亿人民币，左轴)</c:v>
                </c:pt>
              </c:strCache>
            </c:strRef>
          </c:tx>
          <c:spPr>
            <a:solidFill>
              <a:srgbClr val="7C80C8"/>
            </a:solidFill>
            <a:ln>
              <a:solidFill>
                <a:srgbClr val="7C80C8"/>
              </a:solidFill>
            </a:ln>
          </c:spPr>
          <c:invertIfNegative val="0"/>
          <c:cat>
            <c:numRef>
              <c:f>南向资金!$H$10:$H$117</c:f>
              <c:numCache>
                <c:formatCode>yyyy\-mm</c:formatCode>
                <c:ptCount val="108"/>
                <c:pt idx="0">
                  <c:v>46203</c:v>
                </c:pt>
                <c:pt idx="1">
                  <c:v>46173</c:v>
                </c:pt>
                <c:pt idx="2">
                  <c:v>46142</c:v>
                </c:pt>
                <c:pt idx="3">
                  <c:v>46112</c:v>
                </c:pt>
                <c:pt idx="4">
                  <c:v>46081</c:v>
                </c:pt>
                <c:pt idx="5">
                  <c:v>46053</c:v>
                </c:pt>
                <c:pt idx="6">
                  <c:v>46022</c:v>
                </c:pt>
                <c:pt idx="7">
                  <c:v>45991</c:v>
                </c:pt>
                <c:pt idx="8">
                  <c:v>45961</c:v>
                </c:pt>
                <c:pt idx="9">
                  <c:v>45930</c:v>
                </c:pt>
                <c:pt idx="10">
                  <c:v>45900</c:v>
                </c:pt>
                <c:pt idx="11">
                  <c:v>45869</c:v>
                </c:pt>
                <c:pt idx="12">
                  <c:v>45838</c:v>
                </c:pt>
                <c:pt idx="13">
                  <c:v>45808</c:v>
                </c:pt>
                <c:pt idx="14">
                  <c:v>45777</c:v>
                </c:pt>
                <c:pt idx="15">
                  <c:v>45747</c:v>
                </c:pt>
                <c:pt idx="16">
                  <c:v>45716</c:v>
                </c:pt>
                <c:pt idx="17">
                  <c:v>45688</c:v>
                </c:pt>
                <c:pt idx="18">
                  <c:v>45657</c:v>
                </c:pt>
                <c:pt idx="19">
                  <c:v>45626</c:v>
                </c:pt>
                <c:pt idx="20">
                  <c:v>45596</c:v>
                </c:pt>
                <c:pt idx="21">
                  <c:v>45565</c:v>
                </c:pt>
                <c:pt idx="22">
                  <c:v>45535</c:v>
                </c:pt>
                <c:pt idx="23">
                  <c:v>45504</c:v>
                </c:pt>
                <c:pt idx="24">
                  <c:v>45473</c:v>
                </c:pt>
                <c:pt idx="25">
                  <c:v>45443</c:v>
                </c:pt>
                <c:pt idx="26">
                  <c:v>45412</c:v>
                </c:pt>
                <c:pt idx="27">
                  <c:v>45382</c:v>
                </c:pt>
                <c:pt idx="28">
                  <c:v>45351</c:v>
                </c:pt>
                <c:pt idx="29">
                  <c:v>45322</c:v>
                </c:pt>
                <c:pt idx="30">
                  <c:v>45291</c:v>
                </c:pt>
                <c:pt idx="31">
                  <c:v>45260</c:v>
                </c:pt>
                <c:pt idx="32">
                  <c:v>45230</c:v>
                </c:pt>
                <c:pt idx="33">
                  <c:v>45199</c:v>
                </c:pt>
                <c:pt idx="34">
                  <c:v>45169</c:v>
                </c:pt>
                <c:pt idx="35">
                  <c:v>45138</c:v>
                </c:pt>
                <c:pt idx="36">
                  <c:v>45107</c:v>
                </c:pt>
                <c:pt idx="37">
                  <c:v>45077</c:v>
                </c:pt>
                <c:pt idx="38">
                  <c:v>45046</c:v>
                </c:pt>
                <c:pt idx="39">
                  <c:v>45016</c:v>
                </c:pt>
                <c:pt idx="40">
                  <c:v>44985</c:v>
                </c:pt>
                <c:pt idx="41">
                  <c:v>44957</c:v>
                </c:pt>
                <c:pt idx="42">
                  <c:v>44926</c:v>
                </c:pt>
                <c:pt idx="43">
                  <c:v>44895</c:v>
                </c:pt>
                <c:pt idx="44">
                  <c:v>44865</c:v>
                </c:pt>
                <c:pt idx="45">
                  <c:v>44834</c:v>
                </c:pt>
                <c:pt idx="46">
                  <c:v>44804</c:v>
                </c:pt>
                <c:pt idx="47">
                  <c:v>44773</c:v>
                </c:pt>
                <c:pt idx="48">
                  <c:v>44742</c:v>
                </c:pt>
                <c:pt idx="49">
                  <c:v>44712</c:v>
                </c:pt>
                <c:pt idx="50">
                  <c:v>44681</c:v>
                </c:pt>
                <c:pt idx="51">
                  <c:v>44651</c:v>
                </c:pt>
                <c:pt idx="52">
                  <c:v>44620</c:v>
                </c:pt>
                <c:pt idx="53">
                  <c:v>44592</c:v>
                </c:pt>
                <c:pt idx="54">
                  <c:v>44561</c:v>
                </c:pt>
                <c:pt idx="55">
                  <c:v>44530</c:v>
                </c:pt>
                <c:pt idx="56">
                  <c:v>44500</c:v>
                </c:pt>
                <c:pt idx="57">
                  <c:v>44469</c:v>
                </c:pt>
                <c:pt idx="58">
                  <c:v>44439</c:v>
                </c:pt>
                <c:pt idx="59">
                  <c:v>44408</c:v>
                </c:pt>
                <c:pt idx="60">
                  <c:v>44377</c:v>
                </c:pt>
                <c:pt idx="61">
                  <c:v>44347</c:v>
                </c:pt>
                <c:pt idx="62">
                  <c:v>44316</c:v>
                </c:pt>
                <c:pt idx="63">
                  <c:v>44286</c:v>
                </c:pt>
                <c:pt idx="64">
                  <c:v>44255</c:v>
                </c:pt>
                <c:pt idx="65">
                  <c:v>44227</c:v>
                </c:pt>
                <c:pt idx="66">
                  <c:v>44196</c:v>
                </c:pt>
                <c:pt idx="67">
                  <c:v>44165</c:v>
                </c:pt>
                <c:pt idx="68">
                  <c:v>44135</c:v>
                </c:pt>
                <c:pt idx="69">
                  <c:v>44104</c:v>
                </c:pt>
                <c:pt idx="70">
                  <c:v>44074</c:v>
                </c:pt>
                <c:pt idx="71">
                  <c:v>44043</c:v>
                </c:pt>
                <c:pt idx="72">
                  <c:v>44012</c:v>
                </c:pt>
                <c:pt idx="73">
                  <c:v>43982</c:v>
                </c:pt>
                <c:pt idx="74">
                  <c:v>43951</c:v>
                </c:pt>
                <c:pt idx="75">
                  <c:v>43921</c:v>
                </c:pt>
                <c:pt idx="76">
                  <c:v>43890</c:v>
                </c:pt>
                <c:pt idx="77">
                  <c:v>43861</c:v>
                </c:pt>
                <c:pt idx="78">
                  <c:v>43830</c:v>
                </c:pt>
                <c:pt idx="79">
                  <c:v>43799</c:v>
                </c:pt>
                <c:pt idx="80">
                  <c:v>43769</c:v>
                </c:pt>
                <c:pt idx="81">
                  <c:v>43738</c:v>
                </c:pt>
                <c:pt idx="82">
                  <c:v>43708</c:v>
                </c:pt>
                <c:pt idx="83">
                  <c:v>43677</c:v>
                </c:pt>
                <c:pt idx="84">
                  <c:v>43646</c:v>
                </c:pt>
                <c:pt idx="85">
                  <c:v>43616</c:v>
                </c:pt>
                <c:pt idx="86">
                  <c:v>43585</c:v>
                </c:pt>
                <c:pt idx="87">
                  <c:v>43555</c:v>
                </c:pt>
                <c:pt idx="88">
                  <c:v>43524</c:v>
                </c:pt>
                <c:pt idx="89">
                  <c:v>43496</c:v>
                </c:pt>
                <c:pt idx="90">
                  <c:v>43465</c:v>
                </c:pt>
                <c:pt idx="91">
                  <c:v>43434</c:v>
                </c:pt>
                <c:pt idx="92">
                  <c:v>43404</c:v>
                </c:pt>
                <c:pt idx="93">
                  <c:v>43373</c:v>
                </c:pt>
                <c:pt idx="94">
                  <c:v>43343</c:v>
                </c:pt>
                <c:pt idx="95">
                  <c:v>43312</c:v>
                </c:pt>
                <c:pt idx="96">
                  <c:v>43281</c:v>
                </c:pt>
                <c:pt idx="97">
                  <c:v>43251</c:v>
                </c:pt>
                <c:pt idx="98">
                  <c:v>43220</c:v>
                </c:pt>
                <c:pt idx="99">
                  <c:v>43190</c:v>
                </c:pt>
                <c:pt idx="100">
                  <c:v>43159</c:v>
                </c:pt>
                <c:pt idx="101">
                  <c:v>43131</c:v>
                </c:pt>
                <c:pt idx="102">
                  <c:v>43100</c:v>
                </c:pt>
                <c:pt idx="103">
                  <c:v>43069</c:v>
                </c:pt>
                <c:pt idx="104">
                  <c:v>43039</c:v>
                </c:pt>
                <c:pt idx="105">
                  <c:v>43008</c:v>
                </c:pt>
                <c:pt idx="106">
                  <c:v>42978</c:v>
                </c:pt>
                <c:pt idx="107">
                  <c:v>42947</c:v>
                </c:pt>
              </c:numCache>
            </c:numRef>
          </c:cat>
          <c:val>
            <c:numRef>
              <c:f>南向资金!$I$10:$I$117</c:f>
              <c:numCache>
                <c:formatCode>#,##0.00_ </c:formatCode>
                <c:ptCount val="108"/>
                <c:pt idx="0">
                  <c:v>274.05489999999998</c:v>
                </c:pt>
                <c:pt idx="1">
                  <c:v>-29.8323</c:v>
                </c:pt>
                <c:pt idx="2">
                  <c:v>495.05790000000002</c:v>
                </c:pt>
                <c:pt idx="3">
                  <c:v>546.02080000000001</c:v>
                </c:pt>
                <c:pt idx="4">
                  <c:v>803.20950000000005</c:v>
                </c:pt>
                <c:pt idx="5">
                  <c:v>617.30439999999999</c:v>
                </c:pt>
                <c:pt idx="6">
                  <c:v>208.2473</c:v>
                </c:pt>
                <c:pt idx="7">
                  <c:v>1115.7642000000001</c:v>
                </c:pt>
                <c:pt idx="8">
                  <c:v>848.81</c:v>
                </c:pt>
                <c:pt idx="9">
                  <c:v>1726.5273</c:v>
                </c:pt>
                <c:pt idx="10">
                  <c:v>1032.2849000000001</c:v>
                </c:pt>
                <c:pt idx="11">
                  <c:v>1241.0400999999999</c:v>
                </c:pt>
                <c:pt idx="12">
                  <c:v>734.48109999999997</c:v>
                </c:pt>
                <c:pt idx="13">
                  <c:v>419.9246</c:v>
                </c:pt>
                <c:pt idx="14">
                  <c:v>1574.2212999999999</c:v>
                </c:pt>
                <c:pt idx="15">
                  <c:v>1497.7637999999999</c:v>
                </c:pt>
                <c:pt idx="16">
                  <c:v>1430.3702000000001</c:v>
                </c:pt>
                <c:pt idx="17">
                  <c:v>1185.1113</c:v>
                </c:pt>
                <c:pt idx="18">
                  <c:v>897.40480000000002</c:v>
                </c:pt>
                <c:pt idx="19">
                  <c:v>1160.8667</c:v>
                </c:pt>
                <c:pt idx="20">
                  <c:v>768.81380000000001</c:v>
                </c:pt>
                <c:pt idx="21">
                  <c:v>385.29199999999997</c:v>
                </c:pt>
                <c:pt idx="22">
                  <c:v>384.4511</c:v>
                </c:pt>
                <c:pt idx="23">
                  <c:v>441.51580000000001</c:v>
                </c:pt>
                <c:pt idx="24">
                  <c:v>807.03459999999995</c:v>
                </c:pt>
                <c:pt idx="25">
                  <c:v>645.0068</c:v>
                </c:pt>
                <c:pt idx="26">
                  <c:v>734.89940000000001</c:v>
                </c:pt>
                <c:pt idx="27">
                  <c:v>785.64480000000003</c:v>
                </c:pt>
                <c:pt idx="28">
                  <c:v>223.2225</c:v>
                </c:pt>
                <c:pt idx="29">
                  <c:v>206.1558</c:v>
                </c:pt>
                <c:pt idx="30">
                  <c:v>72.347899999999996</c:v>
                </c:pt>
                <c:pt idx="31">
                  <c:v>170.9787</c:v>
                </c:pt>
                <c:pt idx="32">
                  <c:v>213.8828</c:v>
                </c:pt>
                <c:pt idx="33">
                  <c:v>503.82760000000002</c:v>
                </c:pt>
                <c:pt idx="34">
                  <c:v>696.32159999999999</c:v>
                </c:pt>
                <c:pt idx="35">
                  <c:v>146.37350000000001</c:v>
                </c:pt>
                <c:pt idx="36">
                  <c:v>-53.029699999999998</c:v>
                </c:pt>
                <c:pt idx="37">
                  <c:v>200.41</c:v>
                </c:pt>
                <c:pt idx="38">
                  <c:v>274.33150000000001</c:v>
                </c:pt>
                <c:pt idx="39">
                  <c:v>590.18889999999999</c:v>
                </c:pt>
                <c:pt idx="40">
                  <c:v>73.804199999999994</c:v>
                </c:pt>
                <c:pt idx="41">
                  <c:v>5.0651000000000002</c:v>
                </c:pt>
                <c:pt idx="42">
                  <c:v>84.201899999999995</c:v>
                </c:pt>
                <c:pt idx="43">
                  <c:v>463.77719999999999</c:v>
                </c:pt>
                <c:pt idx="44">
                  <c:v>676.04359999999997</c:v>
                </c:pt>
                <c:pt idx="45">
                  <c:v>311.3802</c:v>
                </c:pt>
                <c:pt idx="46">
                  <c:v>72.441100000000006</c:v>
                </c:pt>
                <c:pt idx="47">
                  <c:v>17.665900000000001</c:v>
                </c:pt>
                <c:pt idx="48">
                  <c:v>456.6705</c:v>
                </c:pt>
                <c:pt idx="49">
                  <c:v>398.55380000000002</c:v>
                </c:pt>
                <c:pt idx="50">
                  <c:v>86.545100000000005</c:v>
                </c:pt>
                <c:pt idx="51">
                  <c:v>396.90010000000001</c:v>
                </c:pt>
                <c:pt idx="52">
                  <c:v>37.228999999999999</c:v>
                </c:pt>
                <c:pt idx="53">
                  <c:v>357.53149999999999</c:v>
                </c:pt>
                <c:pt idx="54">
                  <c:v>407.51990000000001</c:v>
                </c:pt>
                <c:pt idx="55">
                  <c:v>-39.162399999999998</c:v>
                </c:pt>
                <c:pt idx="56">
                  <c:v>80.822000000000003</c:v>
                </c:pt>
                <c:pt idx="57">
                  <c:v>149.91200000000001</c:v>
                </c:pt>
                <c:pt idx="58">
                  <c:v>-164.29669999999999</c:v>
                </c:pt>
                <c:pt idx="59">
                  <c:v>-529.53189999999995</c:v>
                </c:pt>
                <c:pt idx="60">
                  <c:v>41.883299999999998</c:v>
                </c:pt>
                <c:pt idx="61">
                  <c:v>366.34410000000003</c:v>
                </c:pt>
                <c:pt idx="62">
                  <c:v>363.2296</c:v>
                </c:pt>
                <c:pt idx="63">
                  <c:v>-106.3176</c:v>
                </c:pt>
                <c:pt idx="64">
                  <c:v>625.25810000000001</c:v>
                </c:pt>
                <c:pt idx="65">
                  <c:v>2595.2248</c:v>
                </c:pt>
                <c:pt idx="66">
                  <c:v>507.392</c:v>
                </c:pt>
                <c:pt idx="67">
                  <c:v>600.55139999999994</c:v>
                </c:pt>
                <c:pt idx="68">
                  <c:v>614.72500000000002</c:v>
                </c:pt>
                <c:pt idx="69">
                  <c:v>367.07530000000003</c:v>
                </c:pt>
                <c:pt idx="70">
                  <c:v>339.98320000000001</c:v>
                </c:pt>
                <c:pt idx="71">
                  <c:v>823.47529999999995</c:v>
                </c:pt>
                <c:pt idx="72">
                  <c:v>234.7552</c:v>
                </c:pt>
                <c:pt idx="73">
                  <c:v>244.09139999999999</c:v>
                </c:pt>
                <c:pt idx="74">
                  <c:v>177.8723</c:v>
                </c:pt>
                <c:pt idx="75">
                  <c:v>1262.4351999999999</c:v>
                </c:pt>
                <c:pt idx="76">
                  <c:v>545.97349999999994</c:v>
                </c:pt>
                <c:pt idx="77">
                  <c:v>248.4117</c:v>
                </c:pt>
                <c:pt idx="78">
                  <c:v>371.48660000000001</c:v>
                </c:pt>
                <c:pt idx="79">
                  <c:v>266.13650000000001</c:v>
                </c:pt>
                <c:pt idx="80">
                  <c:v>171.7878</c:v>
                </c:pt>
                <c:pt idx="81">
                  <c:v>87.454800000000006</c:v>
                </c:pt>
                <c:pt idx="82">
                  <c:v>526.42619999999999</c:v>
                </c:pt>
                <c:pt idx="83">
                  <c:v>173.328</c:v>
                </c:pt>
                <c:pt idx="84">
                  <c:v>233.35659999999999</c:v>
                </c:pt>
                <c:pt idx="85">
                  <c:v>202.23439999999999</c:v>
                </c:pt>
                <c:pt idx="86">
                  <c:v>113.8138</c:v>
                </c:pt>
                <c:pt idx="87">
                  <c:v>176.43430000000001</c:v>
                </c:pt>
                <c:pt idx="88">
                  <c:v>-74.708799999999997</c:v>
                </c:pt>
                <c:pt idx="89">
                  <c:v>-29.433299999999999</c:v>
                </c:pt>
                <c:pt idx="90">
                  <c:v>28.5077</c:v>
                </c:pt>
                <c:pt idx="91">
                  <c:v>-47.958500000000001</c:v>
                </c:pt>
                <c:pt idx="92">
                  <c:v>81.523799999999994</c:v>
                </c:pt>
                <c:pt idx="93">
                  <c:v>56.661299999999997</c:v>
                </c:pt>
                <c:pt idx="94">
                  <c:v>-241.8125</c:v>
                </c:pt>
                <c:pt idx="95">
                  <c:v>17.4739</c:v>
                </c:pt>
                <c:pt idx="96">
                  <c:v>-89.4529</c:v>
                </c:pt>
                <c:pt idx="97">
                  <c:v>-42.310600000000001</c:v>
                </c:pt>
                <c:pt idx="98">
                  <c:v>-64.9572</c:v>
                </c:pt>
                <c:pt idx="99">
                  <c:v>84.599599999999995</c:v>
                </c:pt>
                <c:pt idx="100">
                  <c:v>259.82</c:v>
                </c:pt>
                <c:pt idx="101">
                  <c:v>628.75670000000002</c:v>
                </c:pt>
                <c:pt idx="102">
                  <c:v>256.91320000000002</c:v>
                </c:pt>
                <c:pt idx="103">
                  <c:v>495.33240000000001</c:v>
                </c:pt>
                <c:pt idx="104">
                  <c:v>283.88150000000002</c:v>
                </c:pt>
                <c:pt idx="105">
                  <c:v>213.7433</c:v>
                </c:pt>
                <c:pt idx="106">
                  <c:v>67.656999999999996</c:v>
                </c:pt>
                <c:pt idx="107">
                  <c:v>283.45280000000002</c:v>
                </c:pt>
              </c:numCache>
            </c:numRef>
          </c:val>
          <c:extLst>
            <c:ext xmlns:c16="http://schemas.microsoft.com/office/drawing/2014/chart" uri="{C3380CC4-5D6E-409C-BE32-E72D297353CC}">
              <c16:uniqueId val="{00000000-500C-3147-99AF-C89BBEB84C87}"/>
            </c:ext>
          </c:extLst>
        </c:ser>
        <c:dLbls>
          <c:showLegendKey val="0"/>
          <c:showVal val="0"/>
          <c:showCatName val="0"/>
          <c:showSerName val="0"/>
          <c:showPercent val="0"/>
          <c:showBubbleSize val="0"/>
        </c:dLbls>
        <c:gapWidth val="150"/>
        <c:axId val="2000001536"/>
        <c:axId val="2000001537"/>
      </c:barChart>
      <c:lineChart>
        <c:grouping val="standard"/>
        <c:varyColors val="0"/>
        <c:ser>
          <c:idx val="1"/>
          <c:order val="1"/>
          <c:tx>
            <c:strRef>
              <c:f>南向资金!$N$9</c:f>
              <c:strCache>
                <c:ptCount val="1"/>
                <c:pt idx="0">
                  <c:v>红利股息率差值：港股通高股息-中证红利(%，右轴)</c:v>
                </c:pt>
              </c:strCache>
            </c:strRef>
          </c:tx>
          <c:spPr>
            <a:ln>
              <a:solidFill>
                <a:srgbClr val="2C3160"/>
              </a:solidFill>
            </a:ln>
          </c:spPr>
          <c:marker>
            <c:symbol val="none"/>
          </c:marker>
          <c:dLbls>
            <c:dLbl>
              <c:idx val="107"/>
              <c:layout>
                <c:manualLayout>
                  <c:x val="-0.13413472222222222"/>
                  <c:y val="1.722268518518529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00C-3147-99AF-C89BBEB84C87}"/>
                </c:ext>
              </c:extLst>
            </c:dLbl>
            <c:numFmt formatCode="#,##0.00_ " sourceLinked="0"/>
            <c:spPr>
              <a:noFill/>
              <a:ln>
                <a:noFill/>
              </a:ln>
              <a:effectLst/>
            </c:spPr>
            <c:txPr>
              <a:bodyPr/>
              <a:lstStyle/>
              <a:p>
                <a:pPr>
                  <a:defRPr b="1">
                    <a:solidFill>
                      <a:srgbClr val="C00000"/>
                    </a:solidFill>
                  </a:defRPr>
                </a:pPr>
                <a:endParaRPr lang="zh-CN"/>
              </a:p>
            </c:txPr>
            <c:showLegendKey val="0"/>
            <c:showVal val="0"/>
            <c:showCatName val="0"/>
            <c:showSerName val="0"/>
            <c:showPercent val="0"/>
            <c:showBubbleSize val="0"/>
            <c:extLst>
              <c:ext xmlns:c15="http://schemas.microsoft.com/office/drawing/2012/chart" uri="{CE6537A1-D6FC-4f65-9D91-7224C49458BB}">
                <c15:showLeaderLines val="1"/>
              </c:ext>
            </c:extLst>
          </c:dLbls>
          <c:cat>
            <c:numRef>
              <c:f>南向资金!$H$10:$H$117</c:f>
              <c:numCache>
                <c:formatCode>yyyy\-mm</c:formatCode>
                <c:ptCount val="108"/>
                <c:pt idx="0">
                  <c:v>46203</c:v>
                </c:pt>
                <c:pt idx="1">
                  <c:v>46173</c:v>
                </c:pt>
                <c:pt idx="2">
                  <c:v>46142</c:v>
                </c:pt>
                <c:pt idx="3">
                  <c:v>46112</c:v>
                </c:pt>
                <c:pt idx="4">
                  <c:v>46081</c:v>
                </c:pt>
                <c:pt idx="5">
                  <c:v>46053</c:v>
                </c:pt>
                <c:pt idx="6">
                  <c:v>46022</c:v>
                </c:pt>
                <c:pt idx="7">
                  <c:v>45991</c:v>
                </c:pt>
                <c:pt idx="8">
                  <c:v>45961</c:v>
                </c:pt>
                <c:pt idx="9">
                  <c:v>45930</c:v>
                </c:pt>
                <c:pt idx="10">
                  <c:v>45900</c:v>
                </c:pt>
                <c:pt idx="11">
                  <c:v>45869</c:v>
                </c:pt>
                <c:pt idx="12">
                  <c:v>45838</c:v>
                </c:pt>
                <c:pt idx="13">
                  <c:v>45808</c:v>
                </c:pt>
                <c:pt idx="14">
                  <c:v>45777</c:v>
                </c:pt>
                <c:pt idx="15">
                  <c:v>45747</c:v>
                </c:pt>
                <c:pt idx="16">
                  <c:v>45716</c:v>
                </c:pt>
                <c:pt idx="17">
                  <c:v>45688</c:v>
                </c:pt>
                <c:pt idx="18">
                  <c:v>45657</c:v>
                </c:pt>
                <c:pt idx="19">
                  <c:v>45626</c:v>
                </c:pt>
                <c:pt idx="20">
                  <c:v>45596</c:v>
                </c:pt>
                <c:pt idx="21">
                  <c:v>45565</c:v>
                </c:pt>
                <c:pt idx="22">
                  <c:v>45535</c:v>
                </c:pt>
                <c:pt idx="23">
                  <c:v>45504</c:v>
                </c:pt>
                <c:pt idx="24">
                  <c:v>45473</c:v>
                </c:pt>
                <c:pt idx="25">
                  <c:v>45443</c:v>
                </c:pt>
                <c:pt idx="26">
                  <c:v>45412</c:v>
                </c:pt>
                <c:pt idx="27">
                  <c:v>45382</c:v>
                </c:pt>
                <c:pt idx="28">
                  <c:v>45351</c:v>
                </c:pt>
                <c:pt idx="29">
                  <c:v>45322</c:v>
                </c:pt>
                <c:pt idx="30">
                  <c:v>45291</c:v>
                </c:pt>
                <c:pt idx="31">
                  <c:v>45260</c:v>
                </c:pt>
                <c:pt idx="32">
                  <c:v>45230</c:v>
                </c:pt>
                <c:pt idx="33">
                  <c:v>45199</c:v>
                </c:pt>
                <c:pt idx="34">
                  <c:v>45169</c:v>
                </c:pt>
                <c:pt idx="35">
                  <c:v>45138</c:v>
                </c:pt>
                <c:pt idx="36">
                  <c:v>45107</c:v>
                </c:pt>
                <c:pt idx="37">
                  <c:v>45077</c:v>
                </c:pt>
                <c:pt idx="38">
                  <c:v>45046</c:v>
                </c:pt>
                <c:pt idx="39">
                  <c:v>45016</c:v>
                </c:pt>
                <c:pt idx="40">
                  <c:v>44985</c:v>
                </c:pt>
                <c:pt idx="41">
                  <c:v>44957</c:v>
                </c:pt>
                <c:pt idx="42">
                  <c:v>44926</c:v>
                </c:pt>
                <c:pt idx="43">
                  <c:v>44895</c:v>
                </c:pt>
                <c:pt idx="44">
                  <c:v>44865</c:v>
                </c:pt>
                <c:pt idx="45">
                  <c:v>44834</c:v>
                </c:pt>
                <c:pt idx="46">
                  <c:v>44804</c:v>
                </c:pt>
                <c:pt idx="47">
                  <c:v>44773</c:v>
                </c:pt>
                <c:pt idx="48">
                  <c:v>44742</c:v>
                </c:pt>
                <c:pt idx="49">
                  <c:v>44712</c:v>
                </c:pt>
                <c:pt idx="50">
                  <c:v>44681</c:v>
                </c:pt>
                <c:pt idx="51">
                  <c:v>44651</c:v>
                </c:pt>
                <c:pt idx="52">
                  <c:v>44620</c:v>
                </c:pt>
                <c:pt idx="53">
                  <c:v>44592</c:v>
                </c:pt>
                <c:pt idx="54">
                  <c:v>44561</c:v>
                </c:pt>
                <c:pt idx="55">
                  <c:v>44530</c:v>
                </c:pt>
                <c:pt idx="56">
                  <c:v>44500</c:v>
                </c:pt>
                <c:pt idx="57">
                  <c:v>44469</c:v>
                </c:pt>
                <c:pt idx="58">
                  <c:v>44439</c:v>
                </c:pt>
                <c:pt idx="59">
                  <c:v>44408</c:v>
                </c:pt>
                <c:pt idx="60">
                  <c:v>44377</c:v>
                </c:pt>
                <c:pt idx="61">
                  <c:v>44347</c:v>
                </c:pt>
                <c:pt idx="62">
                  <c:v>44316</c:v>
                </c:pt>
                <c:pt idx="63">
                  <c:v>44286</c:v>
                </c:pt>
                <c:pt idx="64">
                  <c:v>44255</c:v>
                </c:pt>
                <c:pt idx="65">
                  <c:v>44227</c:v>
                </c:pt>
                <c:pt idx="66">
                  <c:v>44196</c:v>
                </c:pt>
                <c:pt idx="67">
                  <c:v>44165</c:v>
                </c:pt>
                <c:pt idx="68">
                  <c:v>44135</c:v>
                </c:pt>
                <c:pt idx="69">
                  <c:v>44104</c:v>
                </c:pt>
                <c:pt idx="70">
                  <c:v>44074</c:v>
                </c:pt>
                <c:pt idx="71">
                  <c:v>44043</c:v>
                </c:pt>
                <c:pt idx="72">
                  <c:v>44012</c:v>
                </c:pt>
                <c:pt idx="73">
                  <c:v>43982</c:v>
                </c:pt>
                <c:pt idx="74">
                  <c:v>43951</c:v>
                </c:pt>
                <c:pt idx="75">
                  <c:v>43921</c:v>
                </c:pt>
                <c:pt idx="76">
                  <c:v>43890</c:v>
                </c:pt>
                <c:pt idx="77">
                  <c:v>43861</c:v>
                </c:pt>
                <c:pt idx="78">
                  <c:v>43830</c:v>
                </c:pt>
                <c:pt idx="79">
                  <c:v>43799</c:v>
                </c:pt>
                <c:pt idx="80">
                  <c:v>43769</c:v>
                </c:pt>
                <c:pt idx="81">
                  <c:v>43738</c:v>
                </c:pt>
                <c:pt idx="82">
                  <c:v>43708</c:v>
                </c:pt>
                <c:pt idx="83">
                  <c:v>43677</c:v>
                </c:pt>
                <c:pt idx="84">
                  <c:v>43646</c:v>
                </c:pt>
                <c:pt idx="85">
                  <c:v>43616</c:v>
                </c:pt>
                <c:pt idx="86">
                  <c:v>43585</c:v>
                </c:pt>
                <c:pt idx="87">
                  <c:v>43555</c:v>
                </c:pt>
                <c:pt idx="88">
                  <c:v>43524</c:v>
                </c:pt>
                <c:pt idx="89">
                  <c:v>43496</c:v>
                </c:pt>
                <c:pt idx="90">
                  <c:v>43465</c:v>
                </c:pt>
                <c:pt idx="91">
                  <c:v>43434</c:v>
                </c:pt>
                <c:pt idx="92">
                  <c:v>43404</c:v>
                </c:pt>
                <c:pt idx="93">
                  <c:v>43373</c:v>
                </c:pt>
                <c:pt idx="94">
                  <c:v>43343</c:v>
                </c:pt>
                <c:pt idx="95">
                  <c:v>43312</c:v>
                </c:pt>
                <c:pt idx="96">
                  <c:v>43281</c:v>
                </c:pt>
                <c:pt idx="97">
                  <c:v>43251</c:v>
                </c:pt>
                <c:pt idx="98">
                  <c:v>43220</c:v>
                </c:pt>
                <c:pt idx="99">
                  <c:v>43190</c:v>
                </c:pt>
                <c:pt idx="100">
                  <c:v>43159</c:v>
                </c:pt>
                <c:pt idx="101">
                  <c:v>43131</c:v>
                </c:pt>
                <c:pt idx="102">
                  <c:v>43100</c:v>
                </c:pt>
                <c:pt idx="103">
                  <c:v>43069</c:v>
                </c:pt>
                <c:pt idx="104">
                  <c:v>43039</c:v>
                </c:pt>
                <c:pt idx="105">
                  <c:v>43008</c:v>
                </c:pt>
                <c:pt idx="106">
                  <c:v>42978</c:v>
                </c:pt>
                <c:pt idx="107">
                  <c:v>42947</c:v>
                </c:pt>
              </c:numCache>
            </c:numRef>
          </c:cat>
          <c:val>
            <c:numRef>
              <c:f>南向资金!$N$10:$N$117</c:f>
              <c:numCache>
                <c:formatCode>_(* #,##0.00_);_(* \(#,##0.00\);_(* "-"??_);_(@_)</c:formatCode>
                <c:ptCount val="108"/>
                <c:pt idx="0">
                  <c:v>-0.40339999999999954</c:v>
                </c:pt>
                <c:pt idx="1">
                  <c:v>-0.30460000000000065</c:v>
                </c:pt>
                <c:pt idx="2">
                  <c:v>0.63640000000000008</c:v>
                </c:pt>
                <c:pt idx="3">
                  <c:v>0.8512000000000004</c:v>
                </c:pt>
                <c:pt idx="4">
                  <c:v>0.46280000000000054</c:v>
                </c:pt>
                <c:pt idx="5">
                  <c:v>0.7984</c:v>
                </c:pt>
                <c:pt idx="6">
                  <c:v>1.5152999999999999</c:v>
                </c:pt>
                <c:pt idx="7">
                  <c:v>1.2927999999999997</c:v>
                </c:pt>
                <c:pt idx="8">
                  <c:v>1.4504999999999999</c:v>
                </c:pt>
                <c:pt idx="9">
                  <c:v>1.2603</c:v>
                </c:pt>
                <c:pt idx="10">
                  <c:v>1.4289000000000005</c:v>
                </c:pt>
                <c:pt idx="11">
                  <c:v>1.3403</c:v>
                </c:pt>
                <c:pt idx="12">
                  <c:v>2.1665999999999999</c:v>
                </c:pt>
                <c:pt idx="13">
                  <c:v>1.5936000000000003</c:v>
                </c:pt>
                <c:pt idx="14">
                  <c:v>2.3788999999999998</c:v>
                </c:pt>
                <c:pt idx="15">
                  <c:v>1.4627999999999997</c:v>
                </c:pt>
                <c:pt idx="16">
                  <c:v>1.5023</c:v>
                </c:pt>
                <c:pt idx="17">
                  <c:v>2.0590999999999999</c:v>
                </c:pt>
                <c:pt idx="18">
                  <c:v>2.0838999999999999</c:v>
                </c:pt>
                <c:pt idx="19">
                  <c:v>2.2805</c:v>
                </c:pt>
                <c:pt idx="20">
                  <c:v>2.1495000000000006</c:v>
                </c:pt>
                <c:pt idx="21">
                  <c:v>2.2761999999999993</c:v>
                </c:pt>
                <c:pt idx="22">
                  <c:v>1.7361000000000004</c:v>
                </c:pt>
                <c:pt idx="23">
                  <c:v>2.0432999999999995</c:v>
                </c:pt>
                <c:pt idx="24">
                  <c:v>1.2920999999999996</c:v>
                </c:pt>
                <c:pt idx="25">
                  <c:v>1.9392999999999994</c:v>
                </c:pt>
                <c:pt idx="26">
                  <c:v>2.5571000000000002</c:v>
                </c:pt>
                <c:pt idx="27">
                  <c:v>3.0827999999999998</c:v>
                </c:pt>
                <c:pt idx="28">
                  <c:v>3.1821000000000002</c:v>
                </c:pt>
                <c:pt idx="29">
                  <c:v>3.2580999999999998</c:v>
                </c:pt>
                <c:pt idx="30">
                  <c:v>2.9663999999999993</c:v>
                </c:pt>
                <c:pt idx="31">
                  <c:v>3.3299000000000003</c:v>
                </c:pt>
                <c:pt idx="32">
                  <c:v>3.4762000000000004</c:v>
                </c:pt>
                <c:pt idx="33">
                  <c:v>3.1704999999999997</c:v>
                </c:pt>
                <c:pt idx="34">
                  <c:v>3.9247999999999994</c:v>
                </c:pt>
                <c:pt idx="35">
                  <c:v>3.8929</c:v>
                </c:pt>
                <c:pt idx="36">
                  <c:v>1.3966000000000003</c:v>
                </c:pt>
                <c:pt idx="37">
                  <c:v>3.2785999999999991</c:v>
                </c:pt>
                <c:pt idx="38">
                  <c:v>3.5494000000000003</c:v>
                </c:pt>
                <c:pt idx="39">
                  <c:v>3.5910000000000002</c:v>
                </c:pt>
                <c:pt idx="40">
                  <c:v>4.0930000000000009</c:v>
                </c:pt>
                <c:pt idx="41">
                  <c:v>3.8562000000000003</c:v>
                </c:pt>
                <c:pt idx="42">
                  <c:v>4.4709000000000003</c:v>
                </c:pt>
                <c:pt idx="43">
                  <c:v>4.0358000000000001</c:v>
                </c:pt>
                <c:pt idx="44">
                  <c:v>4.8516000000000004</c:v>
                </c:pt>
                <c:pt idx="45">
                  <c:v>4.5383000000000004</c:v>
                </c:pt>
                <c:pt idx="46">
                  <c:v>2.3826999999999989</c:v>
                </c:pt>
                <c:pt idx="47">
                  <c:v>3.7365999999999993</c:v>
                </c:pt>
                <c:pt idx="48">
                  <c:v>5.8081999999999994</c:v>
                </c:pt>
                <c:pt idx="49">
                  <c:v>2.2488999999999999</c:v>
                </c:pt>
                <c:pt idx="50">
                  <c:v>2.6581999999999999</c:v>
                </c:pt>
                <c:pt idx="51">
                  <c:v>2.4802</c:v>
                </c:pt>
                <c:pt idx="52">
                  <c:v>2.4934000000000003</c:v>
                </c:pt>
                <c:pt idx="53">
                  <c:v>2.4641000000000002</c:v>
                </c:pt>
                <c:pt idx="54">
                  <c:v>3.1495000000000006</c:v>
                </c:pt>
                <c:pt idx="55">
                  <c:v>2.7877000000000001</c:v>
                </c:pt>
                <c:pt idx="56">
                  <c:v>2.5509000000000004</c:v>
                </c:pt>
                <c:pt idx="57">
                  <c:v>2.3488000000000007</c:v>
                </c:pt>
                <c:pt idx="58">
                  <c:v>2.0602</c:v>
                </c:pt>
                <c:pt idx="59">
                  <c:v>2.2519999999999998</c:v>
                </c:pt>
                <c:pt idx="60">
                  <c:v>1.6293999999999995</c:v>
                </c:pt>
                <c:pt idx="61">
                  <c:v>1.9779</c:v>
                </c:pt>
                <c:pt idx="62">
                  <c:v>1.5609999999999999</c:v>
                </c:pt>
                <c:pt idx="63">
                  <c:v>1.5084999999999997</c:v>
                </c:pt>
                <c:pt idx="64">
                  <c:v>1.7338000000000005</c:v>
                </c:pt>
                <c:pt idx="65">
                  <c:v>1.9666000000000006</c:v>
                </c:pt>
                <c:pt idx="66">
                  <c:v>1.9061999999999992</c:v>
                </c:pt>
                <c:pt idx="67">
                  <c:v>0.92550000000000043</c:v>
                </c:pt>
                <c:pt idx="68">
                  <c:v>1.3912000000000004</c:v>
                </c:pt>
                <c:pt idx="69">
                  <c:v>1.8238000000000003</c:v>
                </c:pt>
                <c:pt idx="70">
                  <c:v>1.4211</c:v>
                </c:pt>
                <c:pt idx="71">
                  <c:v>1.6583999999999994</c:v>
                </c:pt>
                <c:pt idx="72">
                  <c:v>0.6734</c:v>
                </c:pt>
                <c:pt idx="73">
                  <c:v>1.08</c:v>
                </c:pt>
                <c:pt idx="74">
                  <c:v>1.6164999999999994</c:v>
                </c:pt>
                <c:pt idx="75">
                  <c:v>2.1511000000000005</c:v>
                </c:pt>
                <c:pt idx="76">
                  <c:v>1.7449000000000003</c:v>
                </c:pt>
                <c:pt idx="77">
                  <c:v>1.8947000000000003</c:v>
                </c:pt>
                <c:pt idx="78">
                  <c:v>1.4613000000000005</c:v>
                </c:pt>
                <c:pt idx="79">
                  <c:v>2.0366</c:v>
                </c:pt>
                <c:pt idx="80">
                  <c:v>1.9873000000000003</c:v>
                </c:pt>
                <c:pt idx="81">
                  <c:v>1.9640000000000004</c:v>
                </c:pt>
                <c:pt idx="82">
                  <c:v>2.1353999999999997</c:v>
                </c:pt>
                <c:pt idx="83">
                  <c:v>1.6677999999999997</c:v>
                </c:pt>
                <c:pt idx="84">
                  <c:v>2.2487000000000004</c:v>
                </c:pt>
                <c:pt idx="85">
                  <c:v>2.7656000000000001</c:v>
                </c:pt>
                <c:pt idx="86">
                  <c:v>1.7536999999999994</c:v>
                </c:pt>
                <c:pt idx="87">
                  <c:v>2.1767000000000003</c:v>
                </c:pt>
                <c:pt idx="88">
                  <c:v>2.1403000000000008</c:v>
                </c:pt>
                <c:pt idx="89">
                  <c:v>2.1387</c:v>
                </c:pt>
                <c:pt idx="90">
                  <c:v>2.0415999999999999</c:v>
                </c:pt>
                <c:pt idx="91">
                  <c:v>1.4196999999999997</c:v>
                </c:pt>
                <c:pt idx="92">
                  <c:v>1.8673999999999999</c:v>
                </c:pt>
                <c:pt idx="93">
                  <c:v>1.4836999999999998</c:v>
                </c:pt>
                <c:pt idx="94">
                  <c:v>1.2631999999999999</c:v>
                </c:pt>
                <c:pt idx="95">
                  <c:v>1.3037000000000001</c:v>
                </c:pt>
                <c:pt idx="96">
                  <c:v>-0.65100000000000025</c:v>
                </c:pt>
                <c:pt idx="97">
                  <c:v>0.79020000000000046</c:v>
                </c:pt>
                <c:pt idx="98">
                  <c:v>0.66290000000000004</c:v>
                </c:pt>
                <c:pt idx="99">
                  <c:v>0.73269999999999991</c:v>
                </c:pt>
                <c:pt idx="100">
                  <c:v>0.90129999999999999</c:v>
                </c:pt>
                <c:pt idx="101">
                  <c:v>0.78400000000000025</c:v>
                </c:pt>
                <c:pt idx="102">
                  <c:v>0.99760000000000026</c:v>
                </c:pt>
                <c:pt idx="103">
                  <c:v>1.1376999999999997</c:v>
                </c:pt>
                <c:pt idx="104">
                  <c:v>1.0797000000000003</c:v>
                </c:pt>
                <c:pt idx="105">
                  <c:v>1.1147</c:v>
                </c:pt>
                <c:pt idx="106">
                  <c:v>1.0825999999999998</c:v>
                </c:pt>
                <c:pt idx="107">
                  <c:v>1.1717</c:v>
                </c:pt>
              </c:numCache>
            </c:numRef>
          </c:val>
          <c:smooth val="1"/>
          <c:extLst>
            <c:ext xmlns:c16="http://schemas.microsoft.com/office/drawing/2014/chart" uri="{C3380CC4-5D6E-409C-BE32-E72D297353CC}">
              <c16:uniqueId val="{00000002-500C-3147-99AF-C89BBEB84C87}"/>
            </c:ext>
          </c:extLst>
        </c:ser>
        <c:dLbls>
          <c:showLegendKey val="0"/>
          <c:showVal val="0"/>
          <c:showCatName val="0"/>
          <c:showSerName val="0"/>
          <c:showPercent val="0"/>
          <c:showBubbleSize val="0"/>
        </c:dLbls>
        <c:marker val="1"/>
        <c:smooth val="0"/>
        <c:axId val="2000001538"/>
        <c:axId val="2000001539"/>
      </c:lineChart>
      <c:dateAx>
        <c:axId val="2000001536"/>
        <c:scaling>
          <c:orientation val="minMax"/>
          <c:min val="44927"/>
        </c:scaling>
        <c:delete val="0"/>
        <c:axPos val="b"/>
        <c:numFmt formatCode="yyyy\-mm" sourceLinked="0"/>
        <c:majorTickMark val="in"/>
        <c:minorTickMark val="none"/>
        <c:tickLblPos val="low"/>
        <c:spPr>
          <a:ln w="3175">
            <a:solidFill>
              <a:srgbClr val="000000"/>
            </a:solidFill>
            <a:prstDash val="solid"/>
          </a:ln>
        </c:spPr>
        <c:txPr>
          <a:bodyPr rot="0" vert="horz"/>
          <a:lstStyle/>
          <a:p>
            <a:pPr>
              <a:defRPr/>
            </a:pPr>
            <a:endParaRPr lang="zh-CN"/>
          </a:p>
        </c:txPr>
        <c:crossAx val="2000001537"/>
        <c:crosses val="autoZero"/>
        <c:auto val="0"/>
        <c:lblOffset val="100"/>
        <c:baseTimeUnit val="months"/>
      </c:dateAx>
      <c:valAx>
        <c:axId val="2000001537"/>
        <c:scaling>
          <c:orientation val="minMax"/>
          <c:max val="2000"/>
          <c:min val="-200"/>
        </c:scaling>
        <c:delete val="0"/>
        <c:axPos val="l"/>
        <c:numFmt formatCode="General" sourceLinked="0"/>
        <c:majorTickMark val="in"/>
        <c:minorTickMark val="none"/>
        <c:tickLblPos val="nextTo"/>
        <c:spPr>
          <a:ln w="3175">
            <a:solidFill>
              <a:srgbClr val="000000"/>
            </a:solidFill>
            <a:prstDash val="solid"/>
          </a:ln>
        </c:spPr>
        <c:txPr>
          <a:bodyPr rot="0" vert="horz"/>
          <a:lstStyle/>
          <a:p>
            <a:pPr>
              <a:defRPr/>
            </a:pPr>
            <a:endParaRPr lang="zh-CN"/>
          </a:p>
        </c:txPr>
        <c:crossAx val="2000001536"/>
        <c:crosses val="autoZero"/>
        <c:crossBetween val="between"/>
      </c:valAx>
      <c:valAx>
        <c:axId val="2000001539"/>
        <c:scaling>
          <c:orientation val="minMax"/>
          <c:max val="10"/>
          <c:min val="-1"/>
        </c:scaling>
        <c:delete val="0"/>
        <c:axPos val="r"/>
        <c:numFmt formatCode="#,##0.0_ " sourceLinked="0"/>
        <c:majorTickMark val="out"/>
        <c:minorTickMark val="none"/>
        <c:tickLblPos val="nextTo"/>
        <c:crossAx val="2000001538"/>
        <c:crosses val="max"/>
        <c:crossBetween val="between"/>
      </c:valAx>
      <c:dateAx>
        <c:axId val="2000001538"/>
        <c:scaling>
          <c:orientation val="minMax"/>
        </c:scaling>
        <c:delete val="1"/>
        <c:axPos val="b"/>
        <c:numFmt formatCode="yyyy\-mm" sourceLinked="1"/>
        <c:majorTickMark val="out"/>
        <c:minorTickMark val="none"/>
        <c:tickLblPos val="nextTo"/>
        <c:crossAx val="2000001539"/>
        <c:crosses val="autoZero"/>
        <c:auto val="1"/>
        <c:lblOffset val="100"/>
        <c:baseTimeUnit val="months"/>
      </c:dateAx>
      <c:spPr>
        <a:noFill/>
        <a:ln w="25400">
          <a:noFill/>
        </a:ln>
      </c:spPr>
    </c:plotArea>
    <c:legend>
      <c:legendPos val="b"/>
      <c:layout>
        <c:manualLayout>
          <c:xMode val="edge"/>
          <c:yMode val="edge"/>
          <c:x val="0"/>
          <c:y val="1.3710922273329694E-2"/>
          <c:w val="1"/>
          <c:h val="0.13265787037037036"/>
        </c:manualLayout>
      </c:layout>
      <c:overlay val="0"/>
      <c:spPr>
        <a:solidFill>
          <a:srgbClr val="FFFFFF"/>
        </a:solidFill>
        <a:ln w="25400">
          <a:noFill/>
        </a:ln>
      </c:spPr>
    </c:legend>
    <c:plotVisOnly val="1"/>
    <c:dispBlanksAs val="gap"/>
    <c:showDLblsOverMax val="0"/>
  </c:chart>
  <c:spPr>
    <a:solidFill>
      <a:srgbClr val="FFFFFF"/>
    </a:solidFill>
    <a:ln w="9525">
      <a:noFill/>
    </a:ln>
  </c:spPr>
  <c:txPr>
    <a:bodyPr/>
    <a:lstStyle/>
    <a:p>
      <a:pPr>
        <a:defRPr sz="800" b="0" i="0" u="none" strike="noStrike" baseline="0">
          <a:solidFill>
            <a:srgbClr val="000000"/>
          </a:solidFill>
          <a:latin typeface="Arial" panose="020B0604020202020204" pitchFamily="34" charset="0"/>
          <a:ea typeface="思源黑体 CN Regular" panose="020B0500000000000000" pitchFamily="34" charset="-122"/>
          <a:cs typeface="Arial" panose="020B0604020202020204" pitchFamily="34" charset="0"/>
        </a:defRPr>
      </a:pPr>
      <a:endParaRPr lang="zh-CN"/>
    </a:p>
  </c:txPr>
  <c:externalData r:id="rId1">
    <c:autoUpdate val="0"/>
  </c:externalData>
  <c:userShapes r:id="rId2"/>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8.6066614554536611E-2"/>
          <c:y val="0.13637175925925926"/>
          <c:w val="0.84311166612647992"/>
          <c:h val="0.79413101851851853"/>
        </c:manualLayout>
      </c:layout>
      <c:barChart>
        <c:barDir val="col"/>
        <c:grouping val="clustered"/>
        <c:varyColors val="0"/>
        <c:ser>
          <c:idx val="0"/>
          <c:order val="0"/>
          <c:tx>
            <c:strRef>
              <c:f>南向资金!$I$6</c:f>
              <c:strCache>
                <c:ptCount val="1"/>
                <c:pt idx="0">
                  <c:v>港股通:买入成交净额(亿人民币，左轴)</c:v>
                </c:pt>
              </c:strCache>
            </c:strRef>
          </c:tx>
          <c:spPr>
            <a:solidFill>
              <a:srgbClr val="7C80C8"/>
            </a:solidFill>
            <a:ln>
              <a:solidFill>
                <a:srgbClr val="7C80C8"/>
              </a:solidFill>
              <a:prstDash val="solid"/>
            </a:ln>
          </c:spPr>
          <c:invertIfNegative val="0"/>
          <c:cat>
            <c:numRef>
              <c:f>南向资金!$H$10:$H$117</c:f>
              <c:numCache>
                <c:formatCode>yyyy\-mm</c:formatCode>
                <c:ptCount val="108"/>
                <c:pt idx="0">
                  <c:v>46203</c:v>
                </c:pt>
                <c:pt idx="1">
                  <c:v>46173</c:v>
                </c:pt>
                <c:pt idx="2">
                  <c:v>46142</c:v>
                </c:pt>
                <c:pt idx="3">
                  <c:v>46112</c:v>
                </c:pt>
                <c:pt idx="4">
                  <c:v>46081</c:v>
                </c:pt>
                <c:pt idx="5">
                  <c:v>46053</c:v>
                </c:pt>
                <c:pt idx="6">
                  <c:v>46022</c:v>
                </c:pt>
                <c:pt idx="7">
                  <c:v>45991</c:v>
                </c:pt>
                <c:pt idx="8">
                  <c:v>45961</c:v>
                </c:pt>
                <c:pt idx="9">
                  <c:v>45930</c:v>
                </c:pt>
                <c:pt idx="10">
                  <c:v>45900</c:v>
                </c:pt>
                <c:pt idx="11">
                  <c:v>45869</c:v>
                </c:pt>
                <c:pt idx="12">
                  <c:v>45838</c:v>
                </c:pt>
                <c:pt idx="13">
                  <c:v>45808</c:v>
                </c:pt>
                <c:pt idx="14">
                  <c:v>45777</c:v>
                </c:pt>
                <c:pt idx="15">
                  <c:v>45747</c:v>
                </c:pt>
                <c:pt idx="16">
                  <c:v>45716</c:v>
                </c:pt>
                <c:pt idx="17">
                  <c:v>45688</c:v>
                </c:pt>
                <c:pt idx="18">
                  <c:v>45657</c:v>
                </c:pt>
                <c:pt idx="19">
                  <c:v>45626</c:v>
                </c:pt>
                <c:pt idx="20">
                  <c:v>45596</c:v>
                </c:pt>
                <c:pt idx="21">
                  <c:v>45565</c:v>
                </c:pt>
                <c:pt idx="22">
                  <c:v>45535</c:v>
                </c:pt>
                <c:pt idx="23">
                  <c:v>45504</c:v>
                </c:pt>
                <c:pt idx="24">
                  <c:v>45473</c:v>
                </c:pt>
                <c:pt idx="25">
                  <c:v>45443</c:v>
                </c:pt>
                <c:pt idx="26">
                  <c:v>45412</c:v>
                </c:pt>
                <c:pt idx="27">
                  <c:v>45382</c:v>
                </c:pt>
                <c:pt idx="28">
                  <c:v>45351</c:v>
                </c:pt>
                <c:pt idx="29">
                  <c:v>45322</c:v>
                </c:pt>
                <c:pt idx="30">
                  <c:v>45291</c:v>
                </c:pt>
                <c:pt idx="31">
                  <c:v>45260</c:v>
                </c:pt>
                <c:pt idx="32">
                  <c:v>45230</c:v>
                </c:pt>
                <c:pt idx="33">
                  <c:v>45199</c:v>
                </c:pt>
                <c:pt idx="34">
                  <c:v>45169</c:v>
                </c:pt>
                <c:pt idx="35">
                  <c:v>45138</c:v>
                </c:pt>
                <c:pt idx="36">
                  <c:v>45107</c:v>
                </c:pt>
                <c:pt idx="37">
                  <c:v>45077</c:v>
                </c:pt>
                <c:pt idx="38">
                  <c:v>45046</c:v>
                </c:pt>
                <c:pt idx="39">
                  <c:v>45016</c:v>
                </c:pt>
                <c:pt idx="40">
                  <c:v>44985</c:v>
                </c:pt>
                <c:pt idx="41">
                  <c:v>44957</c:v>
                </c:pt>
                <c:pt idx="42">
                  <c:v>44926</c:v>
                </c:pt>
                <c:pt idx="43">
                  <c:v>44895</c:v>
                </c:pt>
                <c:pt idx="44">
                  <c:v>44865</c:v>
                </c:pt>
                <c:pt idx="45">
                  <c:v>44834</c:v>
                </c:pt>
                <c:pt idx="46">
                  <c:v>44804</c:v>
                </c:pt>
                <c:pt idx="47">
                  <c:v>44773</c:v>
                </c:pt>
                <c:pt idx="48">
                  <c:v>44742</c:v>
                </c:pt>
                <c:pt idx="49">
                  <c:v>44712</c:v>
                </c:pt>
                <c:pt idx="50">
                  <c:v>44681</c:v>
                </c:pt>
                <c:pt idx="51">
                  <c:v>44651</c:v>
                </c:pt>
                <c:pt idx="52">
                  <c:v>44620</c:v>
                </c:pt>
                <c:pt idx="53">
                  <c:v>44592</c:v>
                </c:pt>
                <c:pt idx="54">
                  <c:v>44561</c:v>
                </c:pt>
                <c:pt idx="55">
                  <c:v>44530</c:v>
                </c:pt>
                <c:pt idx="56">
                  <c:v>44500</c:v>
                </c:pt>
                <c:pt idx="57">
                  <c:v>44469</c:v>
                </c:pt>
                <c:pt idx="58">
                  <c:v>44439</c:v>
                </c:pt>
                <c:pt idx="59">
                  <c:v>44408</c:v>
                </c:pt>
                <c:pt idx="60">
                  <c:v>44377</c:v>
                </c:pt>
                <c:pt idx="61">
                  <c:v>44347</c:v>
                </c:pt>
                <c:pt idx="62">
                  <c:v>44316</c:v>
                </c:pt>
                <c:pt idx="63">
                  <c:v>44286</c:v>
                </c:pt>
                <c:pt idx="64">
                  <c:v>44255</c:v>
                </c:pt>
                <c:pt idx="65">
                  <c:v>44227</c:v>
                </c:pt>
                <c:pt idx="66">
                  <c:v>44196</c:v>
                </c:pt>
                <c:pt idx="67">
                  <c:v>44165</c:v>
                </c:pt>
                <c:pt idx="68">
                  <c:v>44135</c:v>
                </c:pt>
                <c:pt idx="69">
                  <c:v>44104</c:v>
                </c:pt>
                <c:pt idx="70">
                  <c:v>44074</c:v>
                </c:pt>
                <c:pt idx="71">
                  <c:v>44043</c:v>
                </c:pt>
                <c:pt idx="72">
                  <c:v>44012</c:v>
                </c:pt>
                <c:pt idx="73">
                  <c:v>43982</c:v>
                </c:pt>
                <c:pt idx="74">
                  <c:v>43951</c:v>
                </c:pt>
                <c:pt idx="75">
                  <c:v>43921</c:v>
                </c:pt>
                <c:pt idx="76">
                  <c:v>43890</c:v>
                </c:pt>
                <c:pt idx="77">
                  <c:v>43861</c:v>
                </c:pt>
                <c:pt idx="78">
                  <c:v>43830</c:v>
                </c:pt>
                <c:pt idx="79">
                  <c:v>43799</c:v>
                </c:pt>
                <c:pt idx="80">
                  <c:v>43769</c:v>
                </c:pt>
                <c:pt idx="81">
                  <c:v>43738</c:v>
                </c:pt>
                <c:pt idx="82">
                  <c:v>43708</c:v>
                </c:pt>
                <c:pt idx="83">
                  <c:v>43677</c:v>
                </c:pt>
                <c:pt idx="84">
                  <c:v>43646</c:v>
                </c:pt>
                <c:pt idx="85">
                  <c:v>43616</c:v>
                </c:pt>
                <c:pt idx="86">
                  <c:v>43585</c:v>
                </c:pt>
                <c:pt idx="87">
                  <c:v>43555</c:v>
                </c:pt>
                <c:pt idx="88">
                  <c:v>43524</c:v>
                </c:pt>
                <c:pt idx="89">
                  <c:v>43496</c:v>
                </c:pt>
                <c:pt idx="90">
                  <c:v>43465</c:v>
                </c:pt>
                <c:pt idx="91">
                  <c:v>43434</c:v>
                </c:pt>
                <c:pt idx="92">
                  <c:v>43404</c:v>
                </c:pt>
                <c:pt idx="93">
                  <c:v>43373</c:v>
                </c:pt>
                <c:pt idx="94">
                  <c:v>43343</c:v>
                </c:pt>
                <c:pt idx="95">
                  <c:v>43312</c:v>
                </c:pt>
                <c:pt idx="96">
                  <c:v>43281</c:v>
                </c:pt>
                <c:pt idx="97">
                  <c:v>43251</c:v>
                </c:pt>
                <c:pt idx="98">
                  <c:v>43220</c:v>
                </c:pt>
                <c:pt idx="99">
                  <c:v>43190</c:v>
                </c:pt>
                <c:pt idx="100">
                  <c:v>43159</c:v>
                </c:pt>
                <c:pt idx="101">
                  <c:v>43131</c:v>
                </c:pt>
                <c:pt idx="102">
                  <c:v>43100</c:v>
                </c:pt>
                <c:pt idx="103">
                  <c:v>43069</c:v>
                </c:pt>
                <c:pt idx="104">
                  <c:v>43039</c:v>
                </c:pt>
                <c:pt idx="105">
                  <c:v>43008</c:v>
                </c:pt>
                <c:pt idx="106">
                  <c:v>42978</c:v>
                </c:pt>
                <c:pt idx="107">
                  <c:v>42947</c:v>
                </c:pt>
              </c:numCache>
            </c:numRef>
          </c:cat>
          <c:val>
            <c:numRef>
              <c:f>南向资金!$I$10:$I$117</c:f>
              <c:numCache>
                <c:formatCode>#,##0.00_ </c:formatCode>
                <c:ptCount val="108"/>
                <c:pt idx="0">
                  <c:v>274.05489999999998</c:v>
                </c:pt>
                <c:pt idx="1">
                  <c:v>-29.8323</c:v>
                </c:pt>
                <c:pt idx="2">
                  <c:v>495.05790000000002</c:v>
                </c:pt>
                <c:pt idx="3">
                  <c:v>546.02080000000001</c:v>
                </c:pt>
                <c:pt idx="4">
                  <c:v>803.20950000000005</c:v>
                </c:pt>
                <c:pt idx="5">
                  <c:v>617.30439999999999</c:v>
                </c:pt>
                <c:pt idx="6">
                  <c:v>208.2473</c:v>
                </c:pt>
                <c:pt idx="7">
                  <c:v>1115.7642000000001</c:v>
                </c:pt>
                <c:pt idx="8">
                  <c:v>848.81</c:v>
                </c:pt>
                <c:pt idx="9">
                  <c:v>1726.5273</c:v>
                </c:pt>
                <c:pt idx="10">
                  <c:v>1032.2849000000001</c:v>
                </c:pt>
                <c:pt idx="11">
                  <c:v>1241.0400999999999</c:v>
                </c:pt>
                <c:pt idx="12">
                  <c:v>734.48109999999997</c:v>
                </c:pt>
                <c:pt idx="13">
                  <c:v>419.9246</c:v>
                </c:pt>
                <c:pt idx="14">
                  <c:v>1574.2212999999999</c:v>
                </c:pt>
                <c:pt idx="15">
                  <c:v>1497.7637999999999</c:v>
                </c:pt>
                <c:pt idx="16">
                  <c:v>1430.3702000000001</c:v>
                </c:pt>
                <c:pt idx="17">
                  <c:v>1185.1113</c:v>
                </c:pt>
                <c:pt idx="18">
                  <c:v>897.40480000000002</c:v>
                </c:pt>
                <c:pt idx="19">
                  <c:v>1160.8667</c:v>
                </c:pt>
                <c:pt idx="20">
                  <c:v>768.81380000000001</c:v>
                </c:pt>
                <c:pt idx="21">
                  <c:v>385.29199999999997</c:v>
                </c:pt>
                <c:pt idx="22">
                  <c:v>384.4511</c:v>
                </c:pt>
                <c:pt idx="23">
                  <c:v>441.51580000000001</c:v>
                </c:pt>
                <c:pt idx="24">
                  <c:v>807.03459999999995</c:v>
                </c:pt>
                <c:pt idx="25">
                  <c:v>645.0068</c:v>
                </c:pt>
                <c:pt idx="26">
                  <c:v>734.89940000000001</c:v>
                </c:pt>
                <c:pt idx="27">
                  <c:v>785.64480000000003</c:v>
                </c:pt>
                <c:pt idx="28">
                  <c:v>223.2225</c:v>
                </c:pt>
                <c:pt idx="29">
                  <c:v>206.1558</c:v>
                </c:pt>
                <c:pt idx="30">
                  <c:v>72.347899999999996</c:v>
                </c:pt>
                <c:pt idx="31">
                  <c:v>170.9787</c:v>
                </c:pt>
                <c:pt idx="32">
                  <c:v>213.8828</c:v>
                </c:pt>
                <c:pt idx="33">
                  <c:v>503.82760000000002</c:v>
                </c:pt>
                <c:pt idx="34">
                  <c:v>696.32159999999999</c:v>
                </c:pt>
                <c:pt idx="35">
                  <c:v>146.37350000000001</c:v>
                </c:pt>
                <c:pt idx="36">
                  <c:v>-53.029699999999998</c:v>
                </c:pt>
                <c:pt idx="37">
                  <c:v>200.41</c:v>
                </c:pt>
                <c:pt idx="38">
                  <c:v>274.33150000000001</c:v>
                </c:pt>
                <c:pt idx="39">
                  <c:v>590.18889999999999</c:v>
                </c:pt>
                <c:pt idx="40">
                  <c:v>73.804199999999994</c:v>
                </c:pt>
                <c:pt idx="41">
                  <c:v>5.0651000000000002</c:v>
                </c:pt>
                <c:pt idx="42">
                  <c:v>84.201899999999995</c:v>
                </c:pt>
                <c:pt idx="43">
                  <c:v>463.77719999999999</c:v>
                </c:pt>
                <c:pt idx="44">
                  <c:v>676.04359999999997</c:v>
                </c:pt>
                <c:pt idx="45">
                  <c:v>311.3802</c:v>
                </c:pt>
                <c:pt idx="46">
                  <c:v>72.441100000000006</c:v>
                </c:pt>
                <c:pt idx="47">
                  <c:v>17.665900000000001</c:v>
                </c:pt>
                <c:pt idx="48">
                  <c:v>456.6705</c:v>
                </c:pt>
                <c:pt idx="49">
                  <c:v>398.55380000000002</c:v>
                </c:pt>
                <c:pt idx="50">
                  <c:v>86.545100000000005</c:v>
                </c:pt>
                <c:pt idx="51">
                  <c:v>396.90010000000001</c:v>
                </c:pt>
                <c:pt idx="52">
                  <c:v>37.228999999999999</c:v>
                </c:pt>
                <c:pt idx="53">
                  <c:v>357.53149999999999</c:v>
                </c:pt>
                <c:pt idx="54">
                  <c:v>407.51990000000001</c:v>
                </c:pt>
                <c:pt idx="55">
                  <c:v>-39.162399999999998</c:v>
                </c:pt>
                <c:pt idx="56">
                  <c:v>80.822000000000003</c:v>
                </c:pt>
                <c:pt idx="57">
                  <c:v>149.91200000000001</c:v>
                </c:pt>
                <c:pt idx="58">
                  <c:v>-164.29669999999999</c:v>
                </c:pt>
                <c:pt idx="59">
                  <c:v>-529.53189999999995</c:v>
                </c:pt>
                <c:pt idx="60">
                  <c:v>41.883299999999998</c:v>
                </c:pt>
                <c:pt idx="61">
                  <c:v>366.34410000000003</c:v>
                </c:pt>
                <c:pt idx="62">
                  <c:v>363.2296</c:v>
                </c:pt>
                <c:pt idx="63">
                  <c:v>-106.3176</c:v>
                </c:pt>
                <c:pt idx="64">
                  <c:v>625.25810000000001</c:v>
                </c:pt>
                <c:pt idx="65">
                  <c:v>2595.2248</c:v>
                </c:pt>
                <c:pt idx="66">
                  <c:v>507.392</c:v>
                </c:pt>
                <c:pt idx="67">
                  <c:v>600.55139999999994</c:v>
                </c:pt>
                <c:pt idx="68">
                  <c:v>614.72500000000002</c:v>
                </c:pt>
                <c:pt idx="69">
                  <c:v>367.07530000000003</c:v>
                </c:pt>
                <c:pt idx="70">
                  <c:v>339.98320000000001</c:v>
                </c:pt>
                <c:pt idx="71">
                  <c:v>823.47529999999995</c:v>
                </c:pt>
                <c:pt idx="72">
                  <c:v>234.7552</c:v>
                </c:pt>
                <c:pt idx="73">
                  <c:v>244.09139999999999</c:v>
                </c:pt>
                <c:pt idx="74">
                  <c:v>177.8723</c:v>
                </c:pt>
                <c:pt idx="75">
                  <c:v>1262.4351999999999</c:v>
                </c:pt>
                <c:pt idx="76">
                  <c:v>545.97349999999994</c:v>
                </c:pt>
                <c:pt idx="77">
                  <c:v>248.4117</c:v>
                </c:pt>
                <c:pt idx="78">
                  <c:v>371.48660000000001</c:v>
                </c:pt>
                <c:pt idx="79">
                  <c:v>266.13650000000001</c:v>
                </c:pt>
                <c:pt idx="80">
                  <c:v>171.7878</c:v>
                </c:pt>
                <c:pt idx="81">
                  <c:v>87.454800000000006</c:v>
                </c:pt>
                <c:pt idx="82">
                  <c:v>526.42619999999999</c:v>
                </c:pt>
                <c:pt idx="83">
                  <c:v>173.328</c:v>
                </c:pt>
                <c:pt idx="84">
                  <c:v>233.35659999999999</c:v>
                </c:pt>
                <c:pt idx="85">
                  <c:v>202.23439999999999</c:v>
                </c:pt>
                <c:pt idx="86">
                  <c:v>113.8138</c:v>
                </c:pt>
                <c:pt idx="87">
                  <c:v>176.43430000000001</c:v>
                </c:pt>
                <c:pt idx="88">
                  <c:v>-74.708799999999997</c:v>
                </c:pt>
                <c:pt idx="89">
                  <c:v>-29.433299999999999</c:v>
                </c:pt>
                <c:pt idx="90">
                  <c:v>28.5077</c:v>
                </c:pt>
                <c:pt idx="91">
                  <c:v>-47.958500000000001</c:v>
                </c:pt>
                <c:pt idx="92">
                  <c:v>81.523799999999994</c:v>
                </c:pt>
                <c:pt idx="93">
                  <c:v>56.661299999999997</c:v>
                </c:pt>
                <c:pt idx="94">
                  <c:v>-241.8125</c:v>
                </c:pt>
                <c:pt idx="95">
                  <c:v>17.4739</c:v>
                </c:pt>
                <c:pt idx="96">
                  <c:v>-89.4529</c:v>
                </c:pt>
                <c:pt idx="97">
                  <c:v>-42.310600000000001</c:v>
                </c:pt>
                <c:pt idx="98">
                  <c:v>-64.9572</c:v>
                </c:pt>
                <c:pt idx="99">
                  <c:v>84.599599999999995</c:v>
                </c:pt>
                <c:pt idx="100">
                  <c:v>259.82</c:v>
                </c:pt>
                <c:pt idx="101">
                  <c:v>628.75670000000002</c:v>
                </c:pt>
                <c:pt idx="102">
                  <c:v>256.91320000000002</c:v>
                </c:pt>
                <c:pt idx="103">
                  <c:v>495.33240000000001</c:v>
                </c:pt>
                <c:pt idx="104">
                  <c:v>283.88150000000002</c:v>
                </c:pt>
                <c:pt idx="105">
                  <c:v>213.7433</c:v>
                </c:pt>
                <c:pt idx="106">
                  <c:v>67.656999999999996</c:v>
                </c:pt>
                <c:pt idx="107">
                  <c:v>283.45280000000002</c:v>
                </c:pt>
              </c:numCache>
            </c:numRef>
          </c:val>
          <c:extLst>
            <c:ext xmlns:c16="http://schemas.microsoft.com/office/drawing/2014/chart" uri="{C3380CC4-5D6E-409C-BE32-E72D297353CC}">
              <c16:uniqueId val="{00000000-171C-084C-9570-7F96087FC68C}"/>
            </c:ext>
          </c:extLst>
        </c:ser>
        <c:dLbls>
          <c:showLegendKey val="0"/>
          <c:showVal val="0"/>
          <c:showCatName val="0"/>
          <c:showSerName val="0"/>
          <c:showPercent val="0"/>
          <c:showBubbleSize val="0"/>
        </c:dLbls>
        <c:gapWidth val="150"/>
        <c:axId val="2000001568"/>
        <c:axId val="2000001569"/>
      </c:barChart>
      <c:lineChart>
        <c:grouping val="standard"/>
        <c:varyColors val="0"/>
        <c:ser>
          <c:idx val="1"/>
          <c:order val="1"/>
          <c:tx>
            <c:strRef>
              <c:f>南向资金!$O$9</c:f>
              <c:strCache>
                <c:ptCount val="1"/>
                <c:pt idx="0">
                  <c:v>红利低波股息率差值：恒生港股通高股息低波动-红利低波(%，右轴)</c:v>
                </c:pt>
              </c:strCache>
            </c:strRef>
          </c:tx>
          <c:spPr>
            <a:ln>
              <a:solidFill>
                <a:srgbClr val="2C3160"/>
              </a:solidFill>
            </a:ln>
          </c:spPr>
          <c:marker>
            <c:symbol val="none"/>
          </c:marker>
          <c:dLbls>
            <c:dLbl>
              <c:idx val="107"/>
              <c:layout>
                <c:manualLayout>
                  <c:x val="-0.10583333333333333"/>
                  <c:y val="5.2916666666666771E-2"/>
                </c:manualLayout>
              </c:layout>
              <c:numFmt formatCode="#,##0.00_ " sourceLinked="0"/>
              <c:spPr>
                <a:noFill/>
                <a:ln>
                  <a:noFill/>
                </a:ln>
                <a:effectLst/>
              </c:spPr>
              <c:txPr>
                <a:bodyPr/>
                <a:lstStyle/>
                <a:p>
                  <a:pPr>
                    <a:defRPr b="1">
                      <a:solidFill>
                        <a:srgbClr val="C00000"/>
                      </a:solidFill>
                    </a:defRPr>
                  </a:pPr>
                  <a:endParaRPr lang="zh-CN"/>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71C-084C-9570-7F96087FC68C}"/>
                </c:ext>
              </c:extLst>
            </c:dLbl>
            <c:numFmt formatCode="#,##0.00_ " sourceLinked="0"/>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1"/>
              </c:ext>
            </c:extLst>
          </c:dLbls>
          <c:cat>
            <c:numRef>
              <c:f>南向资金!$H$10:$H$117</c:f>
              <c:numCache>
                <c:formatCode>yyyy\-mm</c:formatCode>
                <c:ptCount val="108"/>
                <c:pt idx="0">
                  <c:v>46203</c:v>
                </c:pt>
                <c:pt idx="1">
                  <c:v>46173</c:v>
                </c:pt>
                <c:pt idx="2">
                  <c:v>46142</c:v>
                </c:pt>
                <c:pt idx="3">
                  <c:v>46112</c:v>
                </c:pt>
                <c:pt idx="4">
                  <c:v>46081</c:v>
                </c:pt>
                <c:pt idx="5">
                  <c:v>46053</c:v>
                </c:pt>
                <c:pt idx="6">
                  <c:v>46022</c:v>
                </c:pt>
                <c:pt idx="7">
                  <c:v>45991</c:v>
                </c:pt>
                <c:pt idx="8">
                  <c:v>45961</c:v>
                </c:pt>
                <c:pt idx="9">
                  <c:v>45930</c:v>
                </c:pt>
                <c:pt idx="10">
                  <c:v>45900</c:v>
                </c:pt>
                <c:pt idx="11">
                  <c:v>45869</c:v>
                </c:pt>
                <c:pt idx="12">
                  <c:v>45838</c:v>
                </c:pt>
                <c:pt idx="13">
                  <c:v>45808</c:v>
                </c:pt>
                <c:pt idx="14">
                  <c:v>45777</c:v>
                </c:pt>
                <c:pt idx="15">
                  <c:v>45747</c:v>
                </c:pt>
                <c:pt idx="16">
                  <c:v>45716</c:v>
                </c:pt>
                <c:pt idx="17">
                  <c:v>45688</c:v>
                </c:pt>
                <c:pt idx="18">
                  <c:v>45657</c:v>
                </c:pt>
                <c:pt idx="19">
                  <c:v>45626</c:v>
                </c:pt>
                <c:pt idx="20">
                  <c:v>45596</c:v>
                </c:pt>
                <c:pt idx="21">
                  <c:v>45565</c:v>
                </c:pt>
                <c:pt idx="22">
                  <c:v>45535</c:v>
                </c:pt>
                <c:pt idx="23">
                  <c:v>45504</c:v>
                </c:pt>
                <c:pt idx="24">
                  <c:v>45473</c:v>
                </c:pt>
                <c:pt idx="25">
                  <c:v>45443</c:v>
                </c:pt>
                <c:pt idx="26">
                  <c:v>45412</c:v>
                </c:pt>
                <c:pt idx="27">
                  <c:v>45382</c:v>
                </c:pt>
                <c:pt idx="28">
                  <c:v>45351</c:v>
                </c:pt>
                <c:pt idx="29">
                  <c:v>45322</c:v>
                </c:pt>
                <c:pt idx="30">
                  <c:v>45291</c:v>
                </c:pt>
                <c:pt idx="31">
                  <c:v>45260</c:v>
                </c:pt>
                <c:pt idx="32">
                  <c:v>45230</c:v>
                </c:pt>
                <c:pt idx="33">
                  <c:v>45199</c:v>
                </c:pt>
                <c:pt idx="34">
                  <c:v>45169</c:v>
                </c:pt>
                <c:pt idx="35">
                  <c:v>45138</c:v>
                </c:pt>
                <c:pt idx="36">
                  <c:v>45107</c:v>
                </c:pt>
                <c:pt idx="37">
                  <c:v>45077</c:v>
                </c:pt>
                <c:pt idx="38">
                  <c:v>45046</c:v>
                </c:pt>
                <c:pt idx="39">
                  <c:v>45016</c:v>
                </c:pt>
                <c:pt idx="40">
                  <c:v>44985</c:v>
                </c:pt>
                <c:pt idx="41">
                  <c:v>44957</c:v>
                </c:pt>
                <c:pt idx="42">
                  <c:v>44926</c:v>
                </c:pt>
                <c:pt idx="43">
                  <c:v>44895</c:v>
                </c:pt>
                <c:pt idx="44">
                  <c:v>44865</c:v>
                </c:pt>
                <c:pt idx="45">
                  <c:v>44834</c:v>
                </c:pt>
                <c:pt idx="46">
                  <c:v>44804</c:v>
                </c:pt>
                <c:pt idx="47">
                  <c:v>44773</c:v>
                </c:pt>
                <c:pt idx="48">
                  <c:v>44742</c:v>
                </c:pt>
                <c:pt idx="49">
                  <c:v>44712</c:v>
                </c:pt>
                <c:pt idx="50">
                  <c:v>44681</c:v>
                </c:pt>
                <c:pt idx="51">
                  <c:v>44651</c:v>
                </c:pt>
                <c:pt idx="52">
                  <c:v>44620</c:v>
                </c:pt>
                <c:pt idx="53">
                  <c:v>44592</c:v>
                </c:pt>
                <c:pt idx="54">
                  <c:v>44561</c:v>
                </c:pt>
                <c:pt idx="55">
                  <c:v>44530</c:v>
                </c:pt>
                <c:pt idx="56">
                  <c:v>44500</c:v>
                </c:pt>
                <c:pt idx="57">
                  <c:v>44469</c:v>
                </c:pt>
                <c:pt idx="58">
                  <c:v>44439</c:v>
                </c:pt>
                <c:pt idx="59">
                  <c:v>44408</c:v>
                </c:pt>
                <c:pt idx="60">
                  <c:v>44377</c:v>
                </c:pt>
                <c:pt idx="61">
                  <c:v>44347</c:v>
                </c:pt>
                <c:pt idx="62">
                  <c:v>44316</c:v>
                </c:pt>
                <c:pt idx="63">
                  <c:v>44286</c:v>
                </c:pt>
                <c:pt idx="64">
                  <c:v>44255</c:v>
                </c:pt>
                <c:pt idx="65">
                  <c:v>44227</c:v>
                </c:pt>
                <c:pt idx="66">
                  <c:v>44196</c:v>
                </c:pt>
                <c:pt idx="67">
                  <c:v>44165</c:v>
                </c:pt>
                <c:pt idx="68">
                  <c:v>44135</c:v>
                </c:pt>
                <c:pt idx="69">
                  <c:v>44104</c:v>
                </c:pt>
                <c:pt idx="70">
                  <c:v>44074</c:v>
                </c:pt>
                <c:pt idx="71">
                  <c:v>44043</c:v>
                </c:pt>
                <c:pt idx="72">
                  <c:v>44012</c:v>
                </c:pt>
                <c:pt idx="73">
                  <c:v>43982</c:v>
                </c:pt>
                <c:pt idx="74">
                  <c:v>43951</c:v>
                </c:pt>
                <c:pt idx="75">
                  <c:v>43921</c:v>
                </c:pt>
                <c:pt idx="76">
                  <c:v>43890</c:v>
                </c:pt>
                <c:pt idx="77">
                  <c:v>43861</c:v>
                </c:pt>
                <c:pt idx="78">
                  <c:v>43830</c:v>
                </c:pt>
                <c:pt idx="79">
                  <c:v>43799</c:v>
                </c:pt>
                <c:pt idx="80">
                  <c:v>43769</c:v>
                </c:pt>
                <c:pt idx="81">
                  <c:v>43738</c:v>
                </c:pt>
                <c:pt idx="82">
                  <c:v>43708</c:v>
                </c:pt>
                <c:pt idx="83">
                  <c:v>43677</c:v>
                </c:pt>
                <c:pt idx="84">
                  <c:v>43646</c:v>
                </c:pt>
                <c:pt idx="85">
                  <c:v>43616</c:v>
                </c:pt>
                <c:pt idx="86">
                  <c:v>43585</c:v>
                </c:pt>
                <c:pt idx="87">
                  <c:v>43555</c:v>
                </c:pt>
                <c:pt idx="88">
                  <c:v>43524</c:v>
                </c:pt>
                <c:pt idx="89">
                  <c:v>43496</c:v>
                </c:pt>
                <c:pt idx="90">
                  <c:v>43465</c:v>
                </c:pt>
                <c:pt idx="91">
                  <c:v>43434</c:v>
                </c:pt>
                <c:pt idx="92">
                  <c:v>43404</c:v>
                </c:pt>
                <c:pt idx="93">
                  <c:v>43373</c:v>
                </c:pt>
                <c:pt idx="94">
                  <c:v>43343</c:v>
                </c:pt>
                <c:pt idx="95">
                  <c:v>43312</c:v>
                </c:pt>
                <c:pt idx="96">
                  <c:v>43281</c:v>
                </c:pt>
                <c:pt idx="97">
                  <c:v>43251</c:v>
                </c:pt>
                <c:pt idx="98">
                  <c:v>43220</c:v>
                </c:pt>
                <c:pt idx="99">
                  <c:v>43190</c:v>
                </c:pt>
                <c:pt idx="100">
                  <c:v>43159</c:v>
                </c:pt>
                <c:pt idx="101">
                  <c:v>43131</c:v>
                </c:pt>
                <c:pt idx="102">
                  <c:v>43100</c:v>
                </c:pt>
                <c:pt idx="103">
                  <c:v>43069</c:v>
                </c:pt>
                <c:pt idx="104">
                  <c:v>43039</c:v>
                </c:pt>
                <c:pt idx="105">
                  <c:v>43008</c:v>
                </c:pt>
                <c:pt idx="106">
                  <c:v>42978</c:v>
                </c:pt>
                <c:pt idx="107">
                  <c:v>42947</c:v>
                </c:pt>
              </c:numCache>
            </c:numRef>
          </c:cat>
          <c:val>
            <c:numRef>
              <c:f>南向资金!$O$10:$O$117</c:f>
              <c:numCache>
                <c:formatCode>_(* #,##0.00_);_(* \(#,##0.00\);_(* "-"??_);_(@_)</c:formatCode>
                <c:ptCount val="108"/>
                <c:pt idx="0">
                  <c:v>-7.7200000000000379E-2</c:v>
                </c:pt>
                <c:pt idx="1">
                  <c:v>1.5000000000000568E-3</c:v>
                </c:pt>
                <c:pt idx="2">
                  <c:v>1.0129999999999999</c:v>
                </c:pt>
                <c:pt idx="3">
                  <c:v>1.2210000000000001</c:v>
                </c:pt>
                <c:pt idx="4">
                  <c:v>0.89639999999999986</c:v>
                </c:pt>
                <c:pt idx="5">
                  <c:v>1.1074000000000002</c:v>
                </c:pt>
                <c:pt idx="6">
                  <c:v>1.8433000000000002</c:v>
                </c:pt>
                <c:pt idx="7">
                  <c:v>1.7087999999999992</c:v>
                </c:pt>
                <c:pt idx="8">
                  <c:v>1.7498000000000005</c:v>
                </c:pt>
                <c:pt idx="9">
                  <c:v>1.5838000000000001</c:v>
                </c:pt>
                <c:pt idx="10">
                  <c:v>1.7317</c:v>
                </c:pt>
                <c:pt idx="11">
                  <c:v>1.5944000000000003</c:v>
                </c:pt>
                <c:pt idx="12">
                  <c:v>2.6302000000000003</c:v>
                </c:pt>
                <c:pt idx="13">
                  <c:v>1.7272999999999996</c:v>
                </c:pt>
                <c:pt idx="14">
                  <c:v>2.1174999999999997</c:v>
                </c:pt>
                <c:pt idx="15">
                  <c:v>1.2715999999999994</c:v>
                </c:pt>
                <c:pt idx="16">
                  <c:v>1.367</c:v>
                </c:pt>
                <c:pt idx="17">
                  <c:v>1.6764999999999999</c:v>
                </c:pt>
                <c:pt idx="18">
                  <c:v>1.7472000000000003</c:v>
                </c:pt>
                <c:pt idx="19">
                  <c:v>1.8623000000000003</c:v>
                </c:pt>
                <c:pt idx="20">
                  <c:v>1.7273000000000005</c:v>
                </c:pt>
                <c:pt idx="21">
                  <c:v>1.8602000000000007</c:v>
                </c:pt>
                <c:pt idx="22">
                  <c:v>1.4370000000000003</c:v>
                </c:pt>
                <c:pt idx="23">
                  <c:v>1.6734</c:v>
                </c:pt>
                <c:pt idx="24">
                  <c:v>0.81519999999999992</c:v>
                </c:pt>
                <c:pt idx="25">
                  <c:v>1.5865</c:v>
                </c:pt>
                <c:pt idx="26">
                  <c:v>1.7702</c:v>
                </c:pt>
                <c:pt idx="27">
                  <c:v>2.0686</c:v>
                </c:pt>
                <c:pt idx="28">
                  <c:v>2.0148000000000001</c:v>
                </c:pt>
                <c:pt idx="29">
                  <c:v>2.1125999999999996</c:v>
                </c:pt>
                <c:pt idx="30">
                  <c:v>1.5544000000000002</c:v>
                </c:pt>
                <c:pt idx="31">
                  <c:v>1.9433000000000007</c:v>
                </c:pt>
                <c:pt idx="32">
                  <c:v>2.0816999999999997</c:v>
                </c:pt>
                <c:pt idx="33">
                  <c:v>1.942099999999999</c:v>
                </c:pt>
                <c:pt idx="34">
                  <c:v>1.7482999999999995</c:v>
                </c:pt>
                <c:pt idx="35">
                  <c:v>1.6107000000000005</c:v>
                </c:pt>
                <c:pt idx="36">
                  <c:v>9.6099999999999852E-2</c:v>
                </c:pt>
                <c:pt idx="37">
                  <c:v>1.5127999999999995</c:v>
                </c:pt>
                <c:pt idx="38">
                  <c:v>1.7066999999999997</c:v>
                </c:pt>
                <c:pt idx="39">
                  <c:v>1.3939000000000004</c:v>
                </c:pt>
                <c:pt idx="40">
                  <c:v>1.6146000000000011</c:v>
                </c:pt>
                <c:pt idx="41">
                  <c:v>1.423</c:v>
                </c:pt>
                <c:pt idx="42">
                  <c:v>1.8877000000000006</c:v>
                </c:pt>
                <c:pt idx="43">
                  <c:v>2.9724000000000004</c:v>
                </c:pt>
                <c:pt idx="44">
                  <c:v>3.7696000000000005</c:v>
                </c:pt>
                <c:pt idx="45">
                  <c:v>3.539600000000001</c:v>
                </c:pt>
                <c:pt idx="46">
                  <c:v>1.6582999999999997</c:v>
                </c:pt>
                <c:pt idx="47">
                  <c:v>1.9205999999999994</c:v>
                </c:pt>
                <c:pt idx="48">
                  <c:v>4.1044</c:v>
                </c:pt>
                <c:pt idx="49">
                  <c:v>0.98549999999999915</c:v>
                </c:pt>
                <c:pt idx="50">
                  <c:v>1.2547999999999995</c:v>
                </c:pt>
                <c:pt idx="51">
                  <c:v>1.0956999999999999</c:v>
                </c:pt>
                <c:pt idx="52">
                  <c:v>1.1936</c:v>
                </c:pt>
                <c:pt idx="53">
                  <c:v>1.0306000000000006</c:v>
                </c:pt>
                <c:pt idx="54">
                  <c:v>1.4821999999999997</c:v>
                </c:pt>
                <c:pt idx="55">
                  <c:v>1.4957000000000003</c:v>
                </c:pt>
                <c:pt idx="56">
                  <c:v>1.3183000000000007</c:v>
                </c:pt>
                <c:pt idx="57">
                  <c:v>1.4109999999999996</c:v>
                </c:pt>
                <c:pt idx="58">
                  <c:v>0.69810000000000016</c:v>
                </c:pt>
                <c:pt idx="59">
                  <c:v>0.92299999999999915</c:v>
                </c:pt>
                <c:pt idx="60">
                  <c:v>0.1034000000000006</c:v>
                </c:pt>
                <c:pt idx="61">
                  <c:v>1.2267999999999999</c:v>
                </c:pt>
                <c:pt idx="62">
                  <c:v>0.57819999999999983</c:v>
                </c:pt>
                <c:pt idx="63">
                  <c:v>0.79079999999999995</c:v>
                </c:pt>
                <c:pt idx="64">
                  <c:v>0.5378999999999996</c:v>
                </c:pt>
                <c:pt idx="65">
                  <c:v>0.70679999999999943</c:v>
                </c:pt>
                <c:pt idx="66">
                  <c:v>0.85050000000000026</c:v>
                </c:pt>
                <c:pt idx="67">
                  <c:v>1.4196</c:v>
                </c:pt>
                <c:pt idx="68">
                  <c:v>1.5871000000000004</c:v>
                </c:pt>
                <c:pt idx="69">
                  <c:v>1.6845999999999997</c:v>
                </c:pt>
                <c:pt idx="70">
                  <c:v>1.3897999999999993</c:v>
                </c:pt>
                <c:pt idx="71">
                  <c:v>1.3856999999999999</c:v>
                </c:pt>
                <c:pt idx="72">
                  <c:v>1.1532</c:v>
                </c:pt>
                <c:pt idx="73">
                  <c:v>0.6670000000000007</c:v>
                </c:pt>
                <c:pt idx="74">
                  <c:v>0.88070000000000004</c:v>
                </c:pt>
                <c:pt idx="75">
                  <c:v>0.97310000000000052</c:v>
                </c:pt>
                <c:pt idx="76">
                  <c:v>0.7325999999999997</c:v>
                </c:pt>
                <c:pt idx="77">
                  <c:v>0.9612999999999996</c:v>
                </c:pt>
                <c:pt idx="78">
                  <c:v>0.73489999999999966</c:v>
                </c:pt>
                <c:pt idx="79">
                  <c:v>1.3903999999999996</c:v>
                </c:pt>
                <c:pt idx="80">
                  <c:v>1.2259000000000002</c:v>
                </c:pt>
                <c:pt idx="81">
                  <c:v>1.2217000000000002</c:v>
                </c:pt>
                <c:pt idx="82">
                  <c:v>0.82050000000000001</c:v>
                </c:pt>
                <c:pt idx="83">
                  <c:v>0.82670000000000066</c:v>
                </c:pt>
                <c:pt idx="84">
                  <c:v>0.99949999999999939</c:v>
                </c:pt>
                <c:pt idx="85">
                  <c:v>1.7583999999999995</c:v>
                </c:pt>
                <c:pt idx="86">
                  <c:v>0.58509999999999973</c:v>
                </c:pt>
                <c:pt idx="87">
                  <c:v>0.52400000000000002</c:v>
                </c:pt>
                <c:pt idx="88">
                  <c:v>0.74080000000000013</c:v>
                </c:pt>
                <c:pt idx="89">
                  <c:v>0.73880000000000035</c:v>
                </c:pt>
                <c:pt idx="90">
                  <c:v>0.76850000000000041</c:v>
                </c:pt>
                <c:pt idx="91">
                  <c:v>1.2053000000000003</c:v>
                </c:pt>
                <c:pt idx="92">
                  <c:v>1.4882</c:v>
                </c:pt>
                <c:pt idx="93">
                  <c:v>1.4327999999999999</c:v>
                </c:pt>
                <c:pt idx="94">
                  <c:v>2.1251000000000002</c:v>
                </c:pt>
                <c:pt idx="95">
                  <c:v>1.8618000000000001</c:v>
                </c:pt>
                <c:pt idx="96">
                  <c:v>0.79479999999999995</c:v>
                </c:pt>
                <c:pt idx="97">
                  <c:v>2.6709000000000001</c:v>
                </c:pt>
                <c:pt idx="98">
                  <c:v>1.7753000000000001</c:v>
                </c:pt>
                <c:pt idx="99">
                  <c:v>1.8992</c:v>
                </c:pt>
                <c:pt idx="100">
                  <c:v>1.8071000000000002</c:v>
                </c:pt>
                <c:pt idx="101">
                  <c:v>1.6507000000000001</c:v>
                </c:pt>
                <c:pt idx="102">
                  <c:v>1.9167000000000001</c:v>
                </c:pt>
                <c:pt idx="103">
                  <c:v>2.1702999999999997</c:v>
                </c:pt>
                <c:pt idx="104">
                  <c:v>2.1431</c:v>
                </c:pt>
                <c:pt idx="105">
                  <c:v>2.0215999999999998</c:v>
                </c:pt>
                <c:pt idx="106">
                  <c:v>2.4106999999999998</c:v>
                </c:pt>
                <c:pt idx="107">
                  <c:v>1.5554999999999999</c:v>
                </c:pt>
              </c:numCache>
            </c:numRef>
          </c:val>
          <c:smooth val="1"/>
          <c:extLst>
            <c:ext xmlns:c16="http://schemas.microsoft.com/office/drawing/2014/chart" uri="{C3380CC4-5D6E-409C-BE32-E72D297353CC}">
              <c16:uniqueId val="{00000002-171C-084C-9570-7F96087FC68C}"/>
            </c:ext>
          </c:extLst>
        </c:ser>
        <c:dLbls>
          <c:showLegendKey val="0"/>
          <c:showVal val="0"/>
          <c:showCatName val="0"/>
          <c:showSerName val="0"/>
          <c:showPercent val="0"/>
          <c:showBubbleSize val="0"/>
        </c:dLbls>
        <c:marker val="1"/>
        <c:smooth val="0"/>
        <c:axId val="2000001570"/>
        <c:axId val="2000001571"/>
      </c:lineChart>
      <c:dateAx>
        <c:axId val="2000001568"/>
        <c:scaling>
          <c:orientation val="minMax"/>
          <c:min val="44927"/>
        </c:scaling>
        <c:delete val="0"/>
        <c:axPos val="b"/>
        <c:numFmt formatCode="yyyy\-mm" sourceLinked="0"/>
        <c:majorTickMark val="in"/>
        <c:minorTickMark val="none"/>
        <c:tickLblPos val="low"/>
        <c:spPr>
          <a:ln w="3175">
            <a:solidFill>
              <a:srgbClr val="000000"/>
            </a:solidFill>
            <a:prstDash val="solid"/>
          </a:ln>
        </c:spPr>
        <c:txPr>
          <a:bodyPr rot="0" vert="horz"/>
          <a:lstStyle/>
          <a:p>
            <a:pPr>
              <a:defRPr/>
            </a:pPr>
            <a:endParaRPr lang="zh-CN"/>
          </a:p>
        </c:txPr>
        <c:crossAx val="2000001569"/>
        <c:crosses val="autoZero"/>
        <c:auto val="0"/>
        <c:lblOffset val="100"/>
        <c:baseTimeUnit val="months"/>
      </c:dateAx>
      <c:valAx>
        <c:axId val="2000001569"/>
        <c:scaling>
          <c:orientation val="minMax"/>
          <c:max val="2000"/>
          <c:min val="-200"/>
        </c:scaling>
        <c:delete val="0"/>
        <c:axPos val="l"/>
        <c:numFmt formatCode="General" sourceLinked="0"/>
        <c:majorTickMark val="in"/>
        <c:minorTickMark val="none"/>
        <c:tickLblPos val="nextTo"/>
        <c:spPr>
          <a:ln w="3175">
            <a:solidFill>
              <a:srgbClr val="000000"/>
            </a:solidFill>
            <a:prstDash val="solid"/>
          </a:ln>
        </c:spPr>
        <c:txPr>
          <a:bodyPr rot="0" vert="horz"/>
          <a:lstStyle/>
          <a:p>
            <a:pPr>
              <a:defRPr/>
            </a:pPr>
            <a:endParaRPr lang="zh-CN"/>
          </a:p>
        </c:txPr>
        <c:crossAx val="2000001568"/>
        <c:crosses val="autoZero"/>
        <c:crossBetween val="between"/>
      </c:valAx>
      <c:valAx>
        <c:axId val="2000001571"/>
        <c:scaling>
          <c:orientation val="minMax"/>
          <c:max val="4"/>
          <c:min val="-0.4"/>
        </c:scaling>
        <c:delete val="0"/>
        <c:axPos val="r"/>
        <c:numFmt formatCode="#,##0.0_ " sourceLinked="0"/>
        <c:majorTickMark val="out"/>
        <c:minorTickMark val="none"/>
        <c:tickLblPos val="nextTo"/>
        <c:crossAx val="2000001570"/>
        <c:crosses val="max"/>
        <c:crossBetween val="between"/>
        <c:majorUnit val="0.8"/>
      </c:valAx>
      <c:dateAx>
        <c:axId val="2000001570"/>
        <c:scaling>
          <c:orientation val="minMax"/>
        </c:scaling>
        <c:delete val="1"/>
        <c:axPos val="b"/>
        <c:numFmt formatCode="yyyy\-mm" sourceLinked="1"/>
        <c:majorTickMark val="out"/>
        <c:minorTickMark val="none"/>
        <c:tickLblPos val="nextTo"/>
        <c:crossAx val="2000001571"/>
        <c:crossesAt val="0"/>
        <c:auto val="1"/>
        <c:lblOffset val="100"/>
        <c:baseTimeUnit val="months"/>
      </c:dateAx>
      <c:spPr>
        <a:noFill/>
        <a:ln w="25400">
          <a:noFill/>
        </a:ln>
      </c:spPr>
    </c:plotArea>
    <c:legend>
      <c:legendPos val="b"/>
      <c:layout>
        <c:manualLayout>
          <c:xMode val="edge"/>
          <c:yMode val="edge"/>
          <c:x val="0"/>
          <c:y val="1.3710922273329694E-2"/>
          <c:w val="0.97136363636363632"/>
          <c:h val="0.1587560185185185"/>
        </c:manualLayout>
      </c:layout>
      <c:overlay val="0"/>
      <c:spPr>
        <a:noFill/>
        <a:ln w="25400">
          <a:noFill/>
        </a:ln>
      </c:spPr>
    </c:legend>
    <c:plotVisOnly val="1"/>
    <c:dispBlanksAs val="gap"/>
    <c:showDLblsOverMax val="0"/>
  </c:chart>
  <c:spPr>
    <a:solidFill>
      <a:srgbClr val="FFFFFF"/>
    </a:solidFill>
    <a:ln w="9525">
      <a:noFill/>
    </a:ln>
  </c:spPr>
  <c:txPr>
    <a:bodyPr/>
    <a:lstStyle/>
    <a:p>
      <a:pPr>
        <a:defRPr sz="800" b="0" i="0" u="none" strike="noStrike" baseline="0">
          <a:solidFill>
            <a:srgbClr val="000000"/>
          </a:solidFill>
          <a:latin typeface="Arial" panose="020B0604020202020204" pitchFamily="34" charset="0"/>
          <a:ea typeface="思源黑体 CN Regular" panose="020B0500000000000000" pitchFamily="34" charset="-122"/>
          <a:cs typeface="Arial" panose="020B0604020202020204" pitchFamily="34" charset="0"/>
        </a:defRPr>
      </a:pPr>
      <a:endParaRPr lang="zh-CN"/>
    </a:p>
  </c:txPr>
  <c:externalData r:id="rId1">
    <c:autoUpdate val="0"/>
  </c:externalData>
  <c:userShapes r:id="rId2"/>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3.1114063102252086E-2"/>
          <c:y val="0.15285821756356888"/>
          <c:w val="0.89863580246913577"/>
          <c:h val="0.76631325542905859"/>
        </c:manualLayout>
      </c:layout>
      <c:lineChart>
        <c:grouping val="standard"/>
        <c:varyColors val="0"/>
        <c:ser>
          <c:idx val="0"/>
          <c:order val="0"/>
          <c:tx>
            <c:strRef>
              <c:f>'图4-5海外利率&amp;通胀'!$B$1</c:f>
              <c:strCache>
                <c:ptCount val="1"/>
                <c:pt idx="0">
                  <c:v>欧元区:基准利率(主要再融资利率)</c:v>
                </c:pt>
              </c:strCache>
            </c:strRef>
          </c:tx>
          <c:spPr>
            <a:ln w="25400">
              <a:solidFill>
                <a:srgbClr val="7C80C8"/>
              </a:solidFill>
              <a:prstDash val="solid"/>
            </a:ln>
          </c:spPr>
          <c:marker>
            <c:symbol val="none"/>
          </c:marker>
          <c:cat>
            <c:numRef>
              <c:f>'图4-5海外利率&amp;通胀'!$A$5:$A$5696</c:f>
              <c:numCache>
                <c:formatCode>yyyy\-mm\-dd</c:formatCode>
                <c:ptCount val="5692"/>
                <c:pt idx="0">
                  <c:v>46202</c:v>
                </c:pt>
                <c:pt idx="1">
                  <c:v>46201</c:v>
                </c:pt>
                <c:pt idx="2">
                  <c:v>46200</c:v>
                </c:pt>
                <c:pt idx="3">
                  <c:v>46199</c:v>
                </c:pt>
                <c:pt idx="4">
                  <c:v>46198</c:v>
                </c:pt>
                <c:pt idx="5">
                  <c:v>46197</c:v>
                </c:pt>
                <c:pt idx="6">
                  <c:v>46196</c:v>
                </c:pt>
                <c:pt idx="7">
                  <c:v>46195</c:v>
                </c:pt>
                <c:pt idx="8">
                  <c:v>46194</c:v>
                </c:pt>
                <c:pt idx="9">
                  <c:v>46193</c:v>
                </c:pt>
                <c:pt idx="10">
                  <c:v>46192</c:v>
                </c:pt>
                <c:pt idx="11">
                  <c:v>46191</c:v>
                </c:pt>
                <c:pt idx="12">
                  <c:v>46190</c:v>
                </c:pt>
                <c:pt idx="13">
                  <c:v>46189</c:v>
                </c:pt>
                <c:pt idx="14">
                  <c:v>46188</c:v>
                </c:pt>
                <c:pt idx="15">
                  <c:v>46187</c:v>
                </c:pt>
                <c:pt idx="16">
                  <c:v>46186</c:v>
                </c:pt>
                <c:pt idx="17">
                  <c:v>46185</c:v>
                </c:pt>
                <c:pt idx="18">
                  <c:v>46184</c:v>
                </c:pt>
                <c:pt idx="19">
                  <c:v>46183</c:v>
                </c:pt>
                <c:pt idx="20">
                  <c:v>46182</c:v>
                </c:pt>
                <c:pt idx="21">
                  <c:v>46181</c:v>
                </c:pt>
                <c:pt idx="22">
                  <c:v>46180</c:v>
                </c:pt>
                <c:pt idx="23">
                  <c:v>46179</c:v>
                </c:pt>
                <c:pt idx="24">
                  <c:v>46178</c:v>
                </c:pt>
                <c:pt idx="25">
                  <c:v>46177</c:v>
                </c:pt>
                <c:pt idx="26">
                  <c:v>46176</c:v>
                </c:pt>
                <c:pt idx="27">
                  <c:v>46175</c:v>
                </c:pt>
                <c:pt idx="28">
                  <c:v>46174</c:v>
                </c:pt>
                <c:pt idx="29">
                  <c:v>46173</c:v>
                </c:pt>
                <c:pt idx="30">
                  <c:v>46172</c:v>
                </c:pt>
                <c:pt idx="31">
                  <c:v>46171</c:v>
                </c:pt>
                <c:pt idx="32">
                  <c:v>46170</c:v>
                </c:pt>
                <c:pt idx="33">
                  <c:v>46169</c:v>
                </c:pt>
                <c:pt idx="34">
                  <c:v>46168</c:v>
                </c:pt>
                <c:pt idx="35">
                  <c:v>46167</c:v>
                </c:pt>
                <c:pt idx="36">
                  <c:v>46166</c:v>
                </c:pt>
                <c:pt idx="37">
                  <c:v>46165</c:v>
                </c:pt>
                <c:pt idx="38">
                  <c:v>46164</c:v>
                </c:pt>
                <c:pt idx="39">
                  <c:v>46163</c:v>
                </c:pt>
                <c:pt idx="40">
                  <c:v>46162</c:v>
                </c:pt>
                <c:pt idx="41">
                  <c:v>46161</c:v>
                </c:pt>
                <c:pt idx="42">
                  <c:v>46160</c:v>
                </c:pt>
                <c:pt idx="43">
                  <c:v>46159</c:v>
                </c:pt>
                <c:pt idx="44">
                  <c:v>46158</c:v>
                </c:pt>
                <c:pt idx="45">
                  <c:v>46157</c:v>
                </c:pt>
                <c:pt idx="46">
                  <c:v>46156</c:v>
                </c:pt>
                <c:pt idx="47">
                  <c:v>46155</c:v>
                </c:pt>
                <c:pt idx="48">
                  <c:v>46154</c:v>
                </c:pt>
                <c:pt idx="49">
                  <c:v>46153</c:v>
                </c:pt>
                <c:pt idx="50">
                  <c:v>46152</c:v>
                </c:pt>
                <c:pt idx="51">
                  <c:v>46151</c:v>
                </c:pt>
                <c:pt idx="52">
                  <c:v>46150</c:v>
                </c:pt>
                <c:pt idx="53">
                  <c:v>46149</c:v>
                </c:pt>
                <c:pt idx="54">
                  <c:v>46148</c:v>
                </c:pt>
                <c:pt idx="55">
                  <c:v>46147</c:v>
                </c:pt>
                <c:pt idx="56">
                  <c:v>46146</c:v>
                </c:pt>
                <c:pt idx="57">
                  <c:v>46145</c:v>
                </c:pt>
                <c:pt idx="58">
                  <c:v>46144</c:v>
                </c:pt>
                <c:pt idx="59">
                  <c:v>46143</c:v>
                </c:pt>
                <c:pt idx="60">
                  <c:v>46142</c:v>
                </c:pt>
                <c:pt idx="61">
                  <c:v>46141</c:v>
                </c:pt>
                <c:pt idx="62">
                  <c:v>46140</c:v>
                </c:pt>
                <c:pt idx="63">
                  <c:v>46139</c:v>
                </c:pt>
                <c:pt idx="64">
                  <c:v>46138</c:v>
                </c:pt>
                <c:pt idx="65">
                  <c:v>46137</c:v>
                </c:pt>
                <c:pt idx="66">
                  <c:v>46136</c:v>
                </c:pt>
                <c:pt idx="67">
                  <c:v>46135</c:v>
                </c:pt>
                <c:pt idx="68">
                  <c:v>46134</c:v>
                </c:pt>
                <c:pt idx="69">
                  <c:v>46133</c:v>
                </c:pt>
                <c:pt idx="70">
                  <c:v>46132</c:v>
                </c:pt>
                <c:pt idx="71">
                  <c:v>46131</c:v>
                </c:pt>
                <c:pt idx="72">
                  <c:v>46130</c:v>
                </c:pt>
                <c:pt idx="73">
                  <c:v>46129</c:v>
                </c:pt>
                <c:pt idx="74">
                  <c:v>46128</c:v>
                </c:pt>
                <c:pt idx="75">
                  <c:v>46127</c:v>
                </c:pt>
                <c:pt idx="76">
                  <c:v>46126</c:v>
                </c:pt>
                <c:pt idx="77">
                  <c:v>46125</c:v>
                </c:pt>
                <c:pt idx="78">
                  <c:v>46124</c:v>
                </c:pt>
                <c:pt idx="79">
                  <c:v>46123</c:v>
                </c:pt>
                <c:pt idx="80">
                  <c:v>46122</c:v>
                </c:pt>
                <c:pt idx="81">
                  <c:v>46121</c:v>
                </c:pt>
                <c:pt idx="82">
                  <c:v>46120</c:v>
                </c:pt>
                <c:pt idx="83">
                  <c:v>46119</c:v>
                </c:pt>
                <c:pt idx="84">
                  <c:v>46118</c:v>
                </c:pt>
                <c:pt idx="85">
                  <c:v>46117</c:v>
                </c:pt>
                <c:pt idx="86">
                  <c:v>46116</c:v>
                </c:pt>
                <c:pt idx="87">
                  <c:v>46115</c:v>
                </c:pt>
                <c:pt idx="88">
                  <c:v>46114</c:v>
                </c:pt>
                <c:pt idx="89">
                  <c:v>46113</c:v>
                </c:pt>
                <c:pt idx="90">
                  <c:v>46112</c:v>
                </c:pt>
                <c:pt idx="91">
                  <c:v>46111</c:v>
                </c:pt>
                <c:pt idx="92">
                  <c:v>46110</c:v>
                </c:pt>
                <c:pt idx="93">
                  <c:v>46109</c:v>
                </c:pt>
                <c:pt idx="94">
                  <c:v>46108</c:v>
                </c:pt>
                <c:pt idx="95">
                  <c:v>46107</c:v>
                </c:pt>
                <c:pt idx="96">
                  <c:v>46106</c:v>
                </c:pt>
                <c:pt idx="97">
                  <c:v>46105</c:v>
                </c:pt>
                <c:pt idx="98">
                  <c:v>46104</c:v>
                </c:pt>
                <c:pt idx="99">
                  <c:v>46103</c:v>
                </c:pt>
                <c:pt idx="100">
                  <c:v>46102</c:v>
                </c:pt>
                <c:pt idx="101">
                  <c:v>46101</c:v>
                </c:pt>
                <c:pt idx="102">
                  <c:v>46100</c:v>
                </c:pt>
                <c:pt idx="103">
                  <c:v>46099</c:v>
                </c:pt>
                <c:pt idx="104">
                  <c:v>46098</c:v>
                </c:pt>
                <c:pt idx="105">
                  <c:v>46097</c:v>
                </c:pt>
                <c:pt idx="106">
                  <c:v>46096</c:v>
                </c:pt>
                <c:pt idx="107">
                  <c:v>46095</c:v>
                </c:pt>
                <c:pt idx="108">
                  <c:v>46094</c:v>
                </c:pt>
                <c:pt idx="109">
                  <c:v>46093</c:v>
                </c:pt>
                <c:pt idx="110">
                  <c:v>46092</c:v>
                </c:pt>
                <c:pt idx="111">
                  <c:v>46091</c:v>
                </c:pt>
                <c:pt idx="112">
                  <c:v>46090</c:v>
                </c:pt>
                <c:pt idx="113">
                  <c:v>46089</c:v>
                </c:pt>
                <c:pt idx="114">
                  <c:v>46088</c:v>
                </c:pt>
                <c:pt idx="115">
                  <c:v>46087</c:v>
                </c:pt>
                <c:pt idx="116">
                  <c:v>46086</c:v>
                </c:pt>
                <c:pt idx="117">
                  <c:v>46085</c:v>
                </c:pt>
                <c:pt idx="118">
                  <c:v>46084</c:v>
                </c:pt>
                <c:pt idx="119">
                  <c:v>46083</c:v>
                </c:pt>
                <c:pt idx="120">
                  <c:v>46082</c:v>
                </c:pt>
                <c:pt idx="121">
                  <c:v>46081</c:v>
                </c:pt>
                <c:pt idx="122">
                  <c:v>46080</c:v>
                </c:pt>
                <c:pt idx="123">
                  <c:v>46079</c:v>
                </c:pt>
                <c:pt idx="124">
                  <c:v>46078</c:v>
                </c:pt>
                <c:pt idx="125">
                  <c:v>46077</c:v>
                </c:pt>
                <c:pt idx="126">
                  <c:v>46076</c:v>
                </c:pt>
                <c:pt idx="127">
                  <c:v>46075</c:v>
                </c:pt>
                <c:pt idx="128">
                  <c:v>46074</c:v>
                </c:pt>
                <c:pt idx="129">
                  <c:v>46073</c:v>
                </c:pt>
                <c:pt idx="130">
                  <c:v>46072</c:v>
                </c:pt>
                <c:pt idx="131">
                  <c:v>46071</c:v>
                </c:pt>
                <c:pt idx="132">
                  <c:v>46070</c:v>
                </c:pt>
                <c:pt idx="133">
                  <c:v>46069</c:v>
                </c:pt>
                <c:pt idx="134">
                  <c:v>46068</c:v>
                </c:pt>
                <c:pt idx="135">
                  <c:v>46067</c:v>
                </c:pt>
                <c:pt idx="136">
                  <c:v>46066</c:v>
                </c:pt>
                <c:pt idx="137">
                  <c:v>46065</c:v>
                </c:pt>
                <c:pt idx="138">
                  <c:v>46064</c:v>
                </c:pt>
                <c:pt idx="139">
                  <c:v>46063</c:v>
                </c:pt>
                <c:pt idx="140">
                  <c:v>46062</c:v>
                </c:pt>
                <c:pt idx="141">
                  <c:v>46061</c:v>
                </c:pt>
                <c:pt idx="142">
                  <c:v>46060</c:v>
                </c:pt>
                <c:pt idx="143">
                  <c:v>46059</c:v>
                </c:pt>
                <c:pt idx="144">
                  <c:v>46058</c:v>
                </c:pt>
                <c:pt idx="145">
                  <c:v>46057</c:v>
                </c:pt>
                <c:pt idx="146">
                  <c:v>46056</c:v>
                </c:pt>
                <c:pt idx="147">
                  <c:v>46055</c:v>
                </c:pt>
                <c:pt idx="148">
                  <c:v>46054</c:v>
                </c:pt>
                <c:pt idx="149">
                  <c:v>46053</c:v>
                </c:pt>
                <c:pt idx="150">
                  <c:v>46052</c:v>
                </c:pt>
                <c:pt idx="151">
                  <c:v>46051</c:v>
                </c:pt>
                <c:pt idx="152">
                  <c:v>46050</c:v>
                </c:pt>
                <c:pt idx="153">
                  <c:v>46049</c:v>
                </c:pt>
                <c:pt idx="154">
                  <c:v>46048</c:v>
                </c:pt>
                <c:pt idx="155">
                  <c:v>46047</c:v>
                </c:pt>
                <c:pt idx="156">
                  <c:v>46046</c:v>
                </c:pt>
                <c:pt idx="157">
                  <c:v>46045</c:v>
                </c:pt>
                <c:pt idx="158">
                  <c:v>46044</c:v>
                </c:pt>
                <c:pt idx="159">
                  <c:v>46043</c:v>
                </c:pt>
                <c:pt idx="160">
                  <c:v>46042</c:v>
                </c:pt>
                <c:pt idx="161">
                  <c:v>46041</c:v>
                </c:pt>
                <c:pt idx="162">
                  <c:v>46040</c:v>
                </c:pt>
                <c:pt idx="163">
                  <c:v>46039</c:v>
                </c:pt>
                <c:pt idx="164">
                  <c:v>46038</c:v>
                </c:pt>
                <c:pt idx="165">
                  <c:v>46037</c:v>
                </c:pt>
                <c:pt idx="166">
                  <c:v>46036</c:v>
                </c:pt>
                <c:pt idx="167">
                  <c:v>46035</c:v>
                </c:pt>
                <c:pt idx="168">
                  <c:v>46034</c:v>
                </c:pt>
                <c:pt idx="169">
                  <c:v>46033</c:v>
                </c:pt>
                <c:pt idx="170">
                  <c:v>46032</c:v>
                </c:pt>
                <c:pt idx="171">
                  <c:v>46031</c:v>
                </c:pt>
                <c:pt idx="172">
                  <c:v>46030</c:v>
                </c:pt>
                <c:pt idx="173">
                  <c:v>46029</c:v>
                </c:pt>
                <c:pt idx="174">
                  <c:v>46028</c:v>
                </c:pt>
                <c:pt idx="175">
                  <c:v>46027</c:v>
                </c:pt>
                <c:pt idx="176">
                  <c:v>46026</c:v>
                </c:pt>
                <c:pt idx="177">
                  <c:v>46025</c:v>
                </c:pt>
                <c:pt idx="178">
                  <c:v>46024</c:v>
                </c:pt>
                <c:pt idx="179">
                  <c:v>46023</c:v>
                </c:pt>
                <c:pt idx="180">
                  <c:v>46022</c:v>
                </c:pt>
                <c:pt idx="181">
                  <c:v>46021</c:v>
                </c:pt>
                <c:pt idx="182">
                  <c:v>46020</c:v>
                </c:pt>
                <c:pt idx="183">
                  <c:v>46019</c:v>
                </c:pt>
                <c:pt idx="184">
                  <c:v>46018</c:v>
                </c:pt>
                <c:pt idx="185">
                  <c:v>46017</c:v>
                </c:pt>
                <c:pt idx="186">
                  <c:v>46016</c:v>
                </c:pt>
                <c:pt idx="187">
                  <c:v>46015</c:v>
                </c:pt>
                <c:pt idx="188">
                  <c:v>46014</c:v>
                </c:pt>
                <c:pt idx="189">
                  <c:v>46013</c:v>
                </c:pt>
                <c:pt idx="190">
                  <c:v>46012</c:v>
                </c:pt>
                <c:pt idx="191">
                  <c:v>46011</c:v>
                </c:pt>
                <c:pt idx="192">
                  <c:v>46010</c:v>
                </c:pt>
                <c:pt idx="193">
                  <c:v>46009</c:v>
                </c:pt>
                <c:pt idx="194">
                  <c:v>46008</c:v>
                </c:pt>
                <c:pt idx="195">
                  <c:v>46007</c:v>
                </c:pt>
                <c:pt idx="196">
                  <c:v>46006</c:v>
                </c:pt>
                <c:pt idx="197">
                  <c:v>46005</c:v>
                </c:pt>
                <c:pt idx="198">
                  <c:v>46004</c:v>
                </c:pt>
                <c:pt idx="199">
                  <c:v>46003</c:v>
                </c:pt>
                <c:pt idx="200">
                  <c:v>46002</c:v>
                </c:pt>
                <c:pt idx="201">
                  <c:v>46001</c:v>
                </c:pt>
                <c:pt idx="202">
                  <c:v>46000</c:v>
                </c:pt>
                <c:pt idx="203">
                  <c:v>45999</c:v>
                </c:pt>
                <c:pt idx="204">
                  <c:v>45998</c:v>
                </c:pt>
                <c:pt idx="205">
                  <c:v>45997</c:v>
                </c:pt>
                <c:pt idx="206">
                  <c:v>45996</c:v>
                </c:pt>
                <c:pt idx="207">
                  <c:v>45995</c:v>
                </c:pt>
                <c:pt idx="208">
                  <c:v>45994</c:v>
                </c:pt>
                <c:pt idx="209">
                  <c:v>45993</c:v>
                </c:pt>
                <c:pt idx="210">
                  <c:v>45992</c:v>
                </c:pt>
                <c:pt idx="211">
                  <c:v>45991</c:v>
                </c:pt>
                <c:pt idx="212">
                  <c:v>45990</c:v>
                </c:pt>
                <c:pt idx="213">
                  <c:v>45989</c:v>
                </c:pt>
                <c:pt idx="214">
                  <c:v>45988</c:v>
                </c:pt>
                <c:pt idx="215">
                  <c:v>45987</c:v>
                </c:pt>
                <c:pt idx="216">
                  <c:v>45986</c:v>
                </c:pt>
                <c:pt idx="217">
                  <c:v>45985</c:v>
                </c:pt>
                <c:pt idx="218">
                  <c:v>45984</c:v>
                </c:pt>
                <c:pt idx="219">
                  <c:v>45983</c:v>
                </c:pt>
                <c:pt idx="220">
                  <c:v>45982</c:v>
                </c:pt>
                <c:pt idx="221">
                  <c:v>45981</c:v>
                </c:pt>
                <c:pt idx="222">
                  <c:v>45980</c:v>
                </c:pt>
                <c:pt idx="223">
                  <c:v>45979</c:v>
                </c:pt>
                <c:pt idx="224">
                  <c:v>45978</c:v>
                </c:pt>
                <c:pt idx="225">
                  <c:v>45977</c:v>
                </c:pt>
                <c:pt idx="226">
                  <c:v>45976</c:v>
                </c:pt>
                <c:pt idx="227">
                  <c:v>45975</c:v>
                </c:pt>
                <c:pt idx="228">
                  <c:v>45974</c:v>
                </c:pt>
                <c:pt idx="229">
                  <c:v>45973</c:v>
                </c:pt>
                <c:pt idx="230">
                  <c:v>45972</c:v>
                </c:pt>
                <c:pt idx="231">
                  <c:v>45971</c:v>
                </c:pt>
                <c:pt idx="232">
                  <c:v>45970</c:v>
                </c:pt>
                <c:pt idx="233">
                  <c:v>45969</c:v>
                </c:pt>
                <c:pt idx="234">
                  <c:v>45968</c:v>
                </c:pt>
                <c:pt idx="235">
                  <c:v>45967</c:v>
                </c:pt>
                <c:pt idx="236">
                  <c:v>45966</c:v>
                </c:pt>
                <c:pt idx="237">
                  <c:v>45965</c:v>
                </c:pt>
                <c:pt idx="238">
                  <c:v>45964</c:v>
                </c:pt>
                <c:pt idx="239">
                  <c:v>45963</c:v>
                </c:pt>
                <c:pt idx="240">
                  <c:v>45962</c:v>
                </c:pt>
                <c:pt idx="241">
                  <c:v>45961</c:v>
                </c:pt>
                <c:pt idx="242">
                  <c:v>45960</c:v>
                </c:pt>
                <c:pt idx="243">
                  <c:v>45959</c:v>
                </c:pt>
                <c:pt idx="244">
                  <c:v>45958</c:v>
                </c:pt>
                <c:pt idx="245">
                  <c:v>45957</c:v>
                </c:pt>
                <c:pt idx="246">
                  <c:v>45956</c:v>
                </c:pt>
                <c:pt idx="247">
                  <c:v>45955</c:v>
                </c:pt>
                <c:pt idx="248">
                  <c:v>45954</c:v>
                </c:pt>
                <c:pt idx="249">
                  <c:v>45953</c:v>
                </c:pt>
                <c:pt idx="250">
                  <c:v>45952</c:v>
                </c:pt>
                <c:pt idx="251">
                  <c:v>45951</c:v>
                </c:pt>
                <c:pt idx="252">
                  <c:v>45950</c:v>
                </c:pt>
                <c:pt idx="253">
                  <c:v>45949</c:v>
                </c:pt>
                <c:pt idx="254">
                  <c:v>45948</c:v>
                </c:pt>
                <c:pt idx="255">
                  <c:v>45947</c:v>
                </c:pt>
                <c:pt idx="256">
                  <c:v>45946</c:v>
                </c:pt>
                <c:pt idx="257">
                  <c:v>45945</c:v>
                </c:pt>
                <c:pt idx="258">
                  <c:v>45944</c:v>
                </c:pt>
                <c:pt idx="259">
                  <c:v>45943</c:v>
                </c:pt>
                <c:pt idx="260">
                  <c:v>45942</c:v>
                </c:pt>
                <c:pt idx="261">
                  <c:v>45941</c:v>
                </c:pt>
                <c:pt idx="262">
                  <c:v>45940</c:v>
                </c:pt>
                <c:pt idx="263">
                  <c:v>45939</c:v>
                </c:pt>
                <c:pt idx="264">
                  <c:v>45938</c:v>
                </c:pt>
                <c:pt idx="265">
                  <c:v>45937</c:v>
                </c:pt>
                <c:pt idx="266">
                  <c:v>45936</c:v>
                </c:pt>
                <c:pt idx="267">
                  <c:v>45935</c:v>
                </c:pt>
                <c:pt idx="268">
                  <c:v>45934</c:v>
                </c:pt>
                <c:pt idx="269">
                  <c:v>45933</c:v>
                </c:pt>
                <c:pt idx="270">
                  <c:v>45932</c:v>
                </c:pt>
                <c:pt idx="271">
                  <c:v>45931</c:v>
                </c:pt>
                <c:pt idx="272">
                  <c:v>45930</c:v>
                </c:pt>
                <c:pt idx="273">
                  <c:v>45929</c:v>
                </c:pt>
                <c:pt idx="274">
                  <c:v>45928</c:v>
                </c:pt>
                <c:pt idx="275">
                  <c:v>45927</c:v>
                </c:pt>
                <c:pt idx="276">
                  <c:v>45926</c:v>
                </c:pt>
                <c:pt idx="277">
                  <c:v>45925</c:v>
                </c:pt>
                <c:pt idx="278">
                  <c:v>45924</c:v>
                </c:pt>
                <c:pt idx="279">
                  <c:v>45923</c:v>
                </c:pt>
                <c:pt idx="280">
                  <c:v>45922</c:v>
                </c:pt>
                <c:pt idx="281">
                  <c:v>45921</c:v>
                </c:pt>
                <c:pt idx="282">
                  <c:v>45920</c:v>
                </c:pt>
                <c:pt idx="283">
                  <c:v>45919</c:v>
                </c:pt>
                <c:pt idx="284">
                  <c:v>45918</c:v>
                </c:pt>
                <c:pt idx="285">
                  <c:v>45917</c:v>
                </c:pt>
                <c:pt idx="286">
                  <c:v>45916</c:v>
                </c:pt>
                <c:pt idx="287">
                  <c:v>45915</c:v>
                </c:pt>
                <c:pt idx="288">
                  <c:v>45914</c:v>
                </c:pt>
                <c:pt idx="289">
                  <c:v>45913</c:v>
                </c:pt>
                <c:pt idx="290">
                  <c:v>45912</c:v>
                </c:pt>
                <c:pt idx="291">
                  <c:v>45911</c:v>
                </c:pt>
                <c:pt idx="292">
                  <c:v>45910</c:v>
                </c:pt>
                <c:pt idx="293">
                  <c:v>45909</c:v>
                </c:pt>
                <c:pt idx="294">
                  <c:v>45908</c:v>
                </c:pt>
                <c:pt idx="295">
                  <c:v>45907</c:v>
                </c:pt>
                <c:pt idx="296">
                  <c:v>45906</c:v>
                </c:pt>
                <c:pt idx="297">
                  <c:v>45905</c:v>
                </c:pt>
                <c:pt idx="298">
                  <c:v>45904</c:v>
                </c:pt>
                <c:pt idx="299">
                  <c:v>45903</c:v>
                </c:pt>
                <c:pt idx="300">
                  <c:v>45902</c:v>
                </c:pt>
                <c:pt idx="301">
                  <c:v>45901</c:v>
                </c:pt>
                <c:pt idx="302">
                  <c:v>45900</c:v>
                </c:pt>
                <c:pt idx="303">
                  <c:v>45899</c:v>
                </c:pt>
                <c:pt idx="304">
                  <c:v>45898</c:v>
                </c:pt>
                <c:pt idx="305">
                  <c:v>45897</c:v>
                </c:pt>
                <c:pt idx="306">
                  <c:v>45896</c:v>
                </c:pt>
                <c:pt idx="307">
                  <c:v>45895</c:v>
                </c:pt>
                <c:pt idx="308">
                  <c:v>45894</c:v>
                </c:pt>
                <c:pt idx="309">
                  <c:v>45893</c:v>
                </c:pt>
                <c:pt idx="310">
                  <c:v>45892</c:v>
                </c:pt>
                <c:pt idx="311">
                  <c:v>45891</c:v>
                </c:pt>
                <c:pt idx="312">
                  <c:v>45890</c:v>
                </c:pt>
                <c:pt idx="313">
                  <c:v>45889</c:v>
                </c:pt>
                <c:pt idx="314">
                  <c:v>45888</c:v>
                </c:pt>
                <c:pt idx="315">
                  <c:v>45887</c:v>
                </c:pt>
                <c:pt idx="316">
                  <c:v>45886</c:v>
                </c:pt>
                <c:pt idx="317">
                  <c:v>45885</c:v>
                </c:pt>
                <c:pt idx="318">
                  <c:v>45884</c:v>
                </c:pt>
                <c:pt idx="319">
                  <c:v>45883</c:v>
                </c:pt>
                <c:pt idx="320">
                  <c:v>45882</c:v>
                </c:pt>
                <c:pt idx="321">
                  <c:v>45881</c:v>
                </c:pt>
                <c:pt idx="322">
                  <c:v>45880</c:v>
                </c:pt>
                <c:pt idx="323">
                  <c:v>45879</c:v>
                </c:pt>
                <c:pt idx="324">
                  <c:v>45878</c:v>
                </c:pt>
                <c:pt idx="325">
                  <c:v>45877</c:v>
                </c:pt>
                <c:pt idx="326">
                  <c:v>45876</c:v>
                </c:pt>
                <c:pt idx="327">
                  <c:v>45875</c:v>
                </c:pt>
                <c:pt idx="328">
                  <c:v>45874</c:v>
                </c:pt>
                <c:pt idx="329">
                  <c:v>45873</c:v>
                </c:pt>
                <c:pt idx="330">
                  <c:v>45872</c:v>
                </c:pt>
                <c:pt idx="331">
                  <c:v>45871</c:v>
                </c:pt>
                <c:pt idx="332">
                  <c:v>45870</c:v>
                </c:pt>
                <c:pt idx="333">
                  <c:v>45869</c:v>
                </c:pt>
                <c:pt idx="334">
                  <c:v>45868</c:v>
                </c:pt>
                <c:pt idx="335">
                  <c:v>45867</c:v>
                </c:pt>
                <c:pt idx="336">
                  <c:v>45866</c:v>
                </c:pt>
                <c:pt idx="337">
                  <c:v>45865</c:v>
                </c:pt>
                <c:pt idx="338">
                  <c:v>45864</c:v>
                </c:pt>
                <c:pt idx="339">
                  <c:v>45863</c:v>
                </c:pt>
                <c:pt idx="340">
                  <c:v>45862</c:v>
                </c:pt>
                <c:pt idx="341">
                  <c:v>45861</c:v>
                </c:pt>
                <c:pt idx="342">
                  <c:v>45860</c:v>
                </c:pt>
                <c:pt idx="343">
                  <c:v>45859</c:v>
                </c:pt>
                <c:pt idx="344">
                  <c:v>45858</c:v>
                </c:pt>
                <c:pt idx="345">
                  <c:v>45857</c:v>
                </c:pt>
                <c:pt idx="346">
                  <c:v>45856</c:v>
                </c:pt>
                <c:pt idx="347">
                  <c:v>45855</c:v>
                </c:pt>
                <c:pt idx="348">
                  <c:v>45854</c:v>
                </c:pt>
                <c:pt idx="349">
                  <c:v>45853</c:v>
                </c:pt>
                <c:pt idx="350">
                  <c:v>45852</c:v>
                </c:pt>
                <c:pt idx="351">
                  <c:v>45851</c:v>
                </c:pt>
                <c:pt idx="352">
                  <c:v>45850</c:v>
                </c:pt>
                <c:pt idx="353">
                  <c:v>45849</c:v>
                </c:pt>
                <c:pt idx="354">
                  <c:v>45848</c:v>
                </c:pt>
                <c:pt idx="355">
                  <c:v>45847</c:v>
                </c:pt>
                <c:pt idx="356">
                  <c:v>45846</c:v>
                </c:pt>
                <c:pt idx="357">
                  <c:v>45845</c:v>
                </c:pt>
                <c:pt idx="358">
                  <c:v>45844</c:v>
                </c:pt>
                <c:pt idx="359">
                  <c:v>45843</c:v>
                </c:pt>
                <c:pt idx="360">
                  <c:v>45842</c:v>
                </c:pt>
                <c:pt idx="361">
                  <c:v>45841</c:v>
                </c:pt>
                <c:pt idx="362">
                  <c:v>45840</c:v>
                </c:pt>
                <c:pt idx="363">
                  <c:v>45839</c:v>
                </c:pt>
                <c:pt idx="364">
                  <c:v>45838</c:v>
                </c:pt>
                <c:pt idx="365">
                  <c:v>45837</c:v>
                </c:pt>
                <c:pt idx="366">
                  <c:v>45836</c:v>
                </c:pt>
                <c:pt idx="367">
                  <c:v>45835</c:v>
                </c:pt>
                <c:pt idx="368">
                  <c:v>45834</c:v>
                </c:pt>
                <c:pt idx="369">
                  <c:v>45833</c:v>
                </c:pt>
                <c:pt idx="370">
                  <c:v>45832</c:v>
                </c:pt>
                <c:pt idx="371">
                  <c:v>45831</c:v>
                </c:pt>
                <c:pt idx="372">
                  <c:v>45830</c:v>
                </c:pt>
                <c:pt idx="373">
                  <c:v>45829</c:v>
                </c:pt>
                <c:pt idx="374">
                  <c:v>45828</c:v>
                </c:pt>
                <c:pt idx="375">
                  <c:v>45827</c:v>
                </c:pt>
                <c:pt idx="376">
                  <c:v>45826</c:v>
                </c:pt>
                <c:pt idx="377">
                  <c:v>45825</c:v>
                </c:pt>
                <c:pt idx="378">
                  <c:v>45824</c:v>
                </c:pt>
                <c:pt idx="379">
                  <c:v>45823</c:v>
                </c:pt>
                <c:pt idx="380">
                  <c:v>45822</c:v>
                </c:pt>
                <c:pt idx="381">
                  <c:v>45821</c:v>
                </c:pt>
                <c:pt idx="382">
                  <c:v>45820</c:v>
                </c:pt>
                <c:pt idx="383">
                  <c:v>45819</c:v>
                </c:pt>
                <c:pt idx="384">
                  <c:v>45818</c:v>
                </c:pt>
                <c:pt idx="385">
                  <c:v>45817</c:v>
                </c:pt>
                <c:pt idx="386">
                  <c:v>45816</c:v>
                </c:pt>
                <c:pt idx="387">
                  <c:v>45815</c:v>
                </c:pt>
                <c:pt idx="388">
                  <c:v>45814</c:v>
                </c:pt>
                <c:pt idx="389">
                  <c:v>45813</c:v>
                </c:pt>
                <c:pt idx="390">
                  <c:v>45812</c:v>
                </c:pt>
                <c:pt idx="391">
                  <c:v>45811</c:v>
                </c:pt>
                <c:pt idx="392">
                  <c:v>45810</c:v>
                </c:pt>
                <c:pt idx="393">
                  <c:v>45809</c:v>
                </c:pt>
                <c:pt idx="394">
                  <c:v>45808</c:v>
                </c:pt>
                <c:pt idx="395">
                  <c:v>45807</c:v>
                </c:pt>
                <c:pt idx="396">
                  <c:v>45806</c:v>
                </c:pt>
                <c:pt idx="397">
                  <c:v>45805</c:v>
                </c:pt>
                <c:pt idx="398">
                  <c:v>45804</c:v>
                </c:pt>
                <c:pt idx="399">
                  <c:v>45803</c:v>
                </c:pt>
                <c:pt idx="400">
                  <c:v>45802</c:v>
                </c:pt>
                <c:pt idx="401">
                  <c:v>45801</c:v>
                </c:pt>
                <c:pt idx="402">
                  <c:v>45800</c:v>
                </c:pt>
                <c:pt idx="403">
                  <c:v>45799</c:v>
                </c:pt>
                <c:pt idx="404">
                  <c:v>45798</c:v>
                </c:pt>
                <c:pt idx="405">
                  <c:v>45797</c:v>
                </c:pt>
                <c:pt idx="406">
                  <c:v>45796</c:v>
                </c:pt>
                <c:pt idx="407">
                  <c:v>45795</c:v>
                </c:pt>
                <c:pt idx="408">
                  <c:v>45794</c:v>
                </c:pt>
                <c:pt idx="409">
                  <c:v>45793</c:v>
                </c:pt>
                <c:pt idx="410">
                  <c:v>45792</c:v>
                </c:pt>
                <c:pt idx="411">
                  <c:v>45791</c:v>
                </c:pt>
                <c:pt idx="412">
                  <c:v>45790</c:v>
                </c:pt>
                <c:pt idx="413">
                  <c:v>45789</c:v>
                </c:pt>
                <c:pt idx="414">
                  <c:v>45788</c:v>
                </c:pt>
                <c:pt idx="415">
                  <c:v>45787</c:v>
                </c:pt>
                <c:pt idx="416">
                  <c:v>45786</c:v>
                </c:pt>
                <c:pt idx="417">
                  <c:v>45785</c:v>
                </c:pt>
                <c:pt idx="418">
                  <c:v>45784</c:v>
                </c:pt>
                <c:pt idx="419">
                  <c:v>45783</c:v>
                </c:pt>
                <c:pt idx="420">
                  <c:v>45782</c:v>
                </c:pt>
                <c:pt idx="421">
                  <c:v>45781</c:v>
                </c:pt>
                <c:pt idx="422">
                  <c:v>45780</c:v>
                </c:pt>
                <c:pt idx="423">
                  <c:v>45779</c:v>
                </c:pt>
                <c:pt idx="424">
                  <c:v>45778</c:v>
                </c:pt>
                <c:pt idx="425">
                  <c:v>45777</c:v>
                </c:pt>
                <c:pt idx="426">
                  <c:v>45776</c:v>
                </c:pt>
                <c:pt idx="427">
                  <c:v>45775</c:v>
                </c:pt>
                <c:pt idx="428">
                  <c:v>45774</c:v>
                </c:pt>
                <c:pt idx="429">
                  <c:v>45773</c:v>
                </c:pt>
                <c:pt idx="430">
                  <c:v>45772</c:v>
                </c:pt>
                <c:pt idx="431">
                  <c:v>45771</c:v>
                </c:pt>
                <c:pt idx="432">
                  <c:v>45770</c:v>
                </c:pt>
                <c:pt idx="433">
                  <c:v>45769</c:v>
                </c:pt>
                <c:pt idx="434">
                  <c:v>45768</c:v>
                </c:pt>
                <c:pt idx="435">
                  <c:v>45767</c:v>
                </c:pt>
                <c:pt idx="436">
                  <c:v>45766</c:v>
                </c:pt>
                <c:pt idx="437">
                  <c:v>45765</c:v>
                </c:pt>
                <c:pt idx="438">
                  <c:v>45764</c:v>
                </c:pt>
                <c:pt idx="439">
                  <c:v>45763</c:v>
                </c:pt>
                <c:pt idx="440">
                  <c:v>45762</c:v>
                </c:pt>
                <c:pt idx="441">
                  <c:v>45761</c:v>
                </c:pt>
                <c:pt idx="442">
                  <c:v>45760</c:v>
                </c:pt>
                <c:pt idx="443">
                  <c:v>45759</c:v>
                </c:pt>
                <c:pt idx="444">
                  <c:v>45758</c:v>
                </c:pt>
                <c:pt idx="445">
                  <c:v>45757</c:v>
                </c:pt>
                <c:pt idx="446">
                  <c:v>45756</c:v>
                </c:pt>
                <c:pt idx="447">
                  <c:v>45755</c:v>
                </c:pt>
                <c:pt idx="448">
                  <c:v>45754</c:v>
                </c:pt>
                <c:pt idx="449">
                  <c:v>45753</c:v>
                </c:pt>
                <c:pt idx="450">
                  <c:v>45752</c:v>
                </c:pt>
                <c:pt idx="451">
                  <c:v>45751</c:v>
                </c:pt>
                <c:pt idx="452">
                  <c:v>45750</c:v>
                </c:pt>
                <c:pt idx="453">
                  <c:v>45749</c:v>
                </c:pt>
                <c:pt idx="454">
                  <c:v>45748</c:v>
                </c:pt>
                <c:pt idx="455">
                  <c:v>45747</c:v>
                </c:pt>
                <c:pt idx="456">
                  <c:v>45746</c:v>
                </c:pt>
                <c:pt idx="457">
                  <c:v>45745</c:v>
                </c:pt>
                <c:pt idx="458">
                  <c:v>45744</c:v>
                </c:pt>
                <c:pt idx="459">
                  <c:v>45743</c:v>
                </c:pt>
                <c:pt idx="460">
                  <c:v>45742</c:v>
                </c:pt>
                <c:pt idx="461">
                  <c:v>45741</c:v>
                </c:pt>
                <c:pt idx="462">
                  <c:v>45740</c:v>
                </c:pt>
                <c:pt idx="463">
                  <c:v>45739</c:v>
                </c:pt>
                <c:pt idx="464">
                  <c:v>45738</c:v>
                </c:pt>
                <c:pt idx="465">
                  <c:v>45737</c:v>
                </c:pt>
                <c:pt idx="466">
                  <c:v>45736</c:v>
                </c:pt>
                <c:pt idx="467">
                  <c:v>45735</c:v>
                </c:pt>
                <c:pt idx="468">
                  <c:v>45734</c:v>
                </c:pt>
                <c:pt idx="469">
                  <c:v>45733</c:v>
                </c:pt>
                <c:pt idx="470">
                  <c:v>45732</c:v>
                </c:pt>
                <c:pt idx="471">
                  <c:v>45731</c:v>
                </c:pt>
                <c:pt idx="472">
                  <c:v>45730</c:v>
                </c:pt>
                <c:pt idx="473">
                  <c:v>45729</c:v>
                </c:pt>
                <c:pt idx="474">
                  <c:v>45728</c:v>
                </c:pt>
                <c:pt idx="475">
                  <c:v>45727</c:v>
                </c:pt>
                <c:pt idx="476">
                  <c:v>45726</c:v>
                </c:pt>
                <c:pt idx="477">
                  <c:v>45725</c:v>
                </c:pt>
                <c:pt idx="478">
                  <c:v>45724</c:v>
                </c:pt>
                <c:pt idx="479">
                  <c:v>45723</c:v>
                </c:pt>
                <c:pt idx="480">
                  <c:v>45722</c:v>
                </c:pt>
                <c:pt idx="481">
                  <c:v>45721</c:v>
                </c:pt>
                <c:pt idx="482">
                  <c:v>45720</c:v>
                </c:pt>
                <c:pt idx="483">
                  <c:v>45719</c:v>
                </c:pt>
                <c:pt idx="484">
                  <c:v>45718</c:v>
                </c:pt>
                <c:pt idx="485">
                  <c:v>45717</c:v>
                </c:pt>
                <c:pt idx="486">
                  <c:v>45716</c:v>
                </c:pt>
                <c:pt idx="487">
                  <c:v>45715</c:v>
                </c:pt>
                <c:pt idx="488">
                  <c:v>45714</c:v>
                </c:pt>
                <c:pt idx="489">
                  <c:v>45713</c:v>
                </c:pt>
                <c:pt idx="490">
                  <c:v>45712</c:v>
                </c:pt>
                <c:pt idx="491">
                  <c:v>45711</c:v>
                </c:pt>
                <c:pt idx="492">
                  <c:v>45710</c:v>
                </c:pt>
                <c:pt idx="493">
                  <c:v>45709</c:v>
                </c:pt>
                <c:pt idx="494">
                  <c:v>45708</c:v>
                </c:pt>
                <c:pt idx="495">
                  <c:v>45707</c:v>
                </c:pt>
                <c:pt idx="496">
                  <c:v>45706</c:v>
                </c:pt>
                <c:pt idx="497">
                  <c:v>45705</c:v>
                </c:pt>
                <c:pt idx="498">
                  <c:v>45704</c:v>
                </c:pt>
                <c:pt idx="499">
                  <c:v>45703</c:v>
                </c:pt>
                <c:pt idx="500">
                  <c:v>45702</c:v>
                </c:pt>
                <c:pt idx="501">
                  <c:v>45701</c:v>
                </c:pt>
                <c:pt idx="502">
                  <c:v>45700</c:v>
                </c:pt>
                <c:pt idx="503">
                  <c:v>45699</c:v>
                </c:pt>
                <c:pt idx="504">
                  <c:v>45698</c:v>
                </c:pt>
                <c:pt idx="505">
                  <c:v>45697</c:v>
                </c:pt>
                <c:pt idx="506">
                  <c:v>45696</c:v>
                </c:pt>
                <c:pt idx="507">
                  <c:v>45695</c:v>
                </c:pt>
                <c:pt idx="508">
                  <c:v>45694</c:v>
                </c:pt>
                <c:pt idx="509">
                  <c:v>45693</c:v>
                </c:pt>
                <c:pt idx="510">
                  <c:v>45692</c:v>
                </c:pt>
                <c:pt idx="511">
                  <c:v>45691</c:v>
                </c:pt>
                <c:pt idx="512">
                  <c:v>45690</c:v>
                </c:pt>
                <c:pt idx="513">
                  <c:v>45689</c:v>
                </c:pt>
                <c:pt idx="514">
                  <c:v>45688</c:v>
                </c:pt>
                <c:pt idx="515">
                  <c:v>45687</c:v>
                </c:pt>
                <c:pt idx="516">
                  <c:v>45686</c:v>
                </c:pt>
                <c:pt idx="517">
                  <c:v>45685</c:v>
                </c:pt>
                <c:pt idx="518">
                  <c:v>45684</c:v>
                </c:pt>
                <c:pt idx="519">
                  <c:v>45683</c:v>
                </c:pt>
                <c:pt idx="520">
                  <c:v>45682</c:v>
                </c:pt>
                <c:pt idx="521">
                  <c:v>45681</c:v>
                </c:pt>
                <c:pt idx="522">
                  <c:v>45680</c:v>
                </c:pt>
                <c:pt idx="523">
                  <c:v>45679</c:v>
                </c:pt>
                <c:pt idx="524">
                  <c:v>45678</c:v>
                </c:pt>
                <c:pt idx="525">
                  <c:v>45677</c:v>
                </c:pt>
                <c:pt idx="526">
                  <c:v>45676</c:v>
                </c:pt>
                <c:pt idx="527">
                  <c:v>45675</c:v>
                </c:pt>
                <c:pt idx="528">
                  <c:v>45674</c:v>
                </c:pt>
                <c:pt idx="529">
                  <c:v>45673</c:v>
                </c:pt>
                <c:pt idx="530">
                  <c:v>45672</c:v>
                </c:pt>
                <c:pt idx="531">
                  <c:v>45671</c:v>
                </c:pt>
                <c:pt idx="532">
                  <c:v>45670</c:v>
                </c:pt>
                <c:pt idx="533">
                  <c:v>45669</c:v>
                </c:pt>
                <c:pt idx="534">
                  <c:v>45668</c:v>
                </c:pt>
                <c:pt idx="535">
                  <c:v>45667</c:v>
                </c:pt>
                <c:pt idx="536">
                  <c:v>45666</c:v>
                </c:pt>
                <c:pt idx="537">
                  <c:v>45665</c:v>
                </c:pt>
                <c:pt idx="538">
                  <c:v>45664</c:v>
                </c:pt>
                <c:pt idx="539">
                  <c:v>45663</c:v>
                </c:pt>
                <c:pt idx="540">
                  <c:v>45662</c:v>
                </c:pt>
                <c:pt idx="541">
                  <c:v>45661</c:v>
                </c:pt>
                <c:pt idx="542">
                  <c:v>45660</c:v>
                </c:pt>
                <c:pt idx="543">
                  <c:v>45659</c:v>
                </c:pt>
                <c:pt idx="544">
                  <c:v>45658</c:v>
                </c:pt>
                <c:pt idx="545">
                  <c:v>45657</c:v>
                </c:pt>
                <c:pt idx="546">
                  <c:v>45656</c:v>
                </c:pt>
                <c:pt idx="547">
                  <c:v>45655</c:v>
                </c:pt>
                <c:pt idx="548">
                  <c:v>45654</c:v>
                </c:pt>
                <c:pt idx="549">
                  <c:v>45653</c:v>
                </c:pt>
                <c:pt idx="550">
                  <c:v>45652</c:v>
                </c:pt>
                <c:pt idx="551">
                  <c:v>45651</c:v>
                </c:pt>
                <c:pt idx="552">
                  <c:v>45650</c:v>
                </c:pt>
                <c:pt idx="553">
                  <c:v>45649</c:v>
                </c:pt>
                <c:pt idx="554">
                  <c:v>45648</c:v>
                </c:pt>
                <c:pt idx="555">
                  <c:v>45647</c:v>
                </c:pt>
                <c:pt idx="556">
                  <c:v>45646</c:v>
                </c:pt>
                <c:pt idx="557">
                  <c:v>45645</c:v>
                </c:pt>
                <c:pt idx="558">
                  <c:v>45644</c:v>
                </c:pt>
                <c:pt idx="559">
                  <c:v>45643</c:v>
                </c:pt>
                <c:pt idx="560">
                  <c:v>45642</c:v>
                </c:pt>
                <c:pt idx="561">
                  <c:v>45641</c:v>
                </c:pt>
                <c:pt idx="562">
                  <c:v>45640</c:v>
                </c:pt>
                <c:pt idx="563">
                  <c:v>45639</c:v>
                </c:pt>
                <c:pt idx="564">
                  <c:v>45638</c:v>
                </c:pt>
                <c:pt idx="565">
                  <c:v>45637</c:v>
                </c:pt>
                <c:pt idx="566">
                  <c:v>45636</c:v>
                </c:pt>
                <c:pt idx="567">
                  <c:v>45635</c:v>
                </c:pt>
                <c:pt idx="568">
                  <c:v>45634</c:v>
                </c:pt>
                <c:pt idx="569">
                  <c:v>45633</c:v>
                </c:pt>
                <c:pt idx="570">
                  <c:v>45632</c:v>
                </c:pt>
                <c:pt idx="571">
                  <c:v>45631</c:v>
                </c:pt>
                <c:pt idx="572">
                  <c:v>45630</c:v>
                </c:pt>
                <c:pt idx="573">
                  <c:v>45629</c:v>
                </c:pt>
                <c:pt idx="574">
                  <c:v>45628</c:v>
                </c:pt>
                <c:pt idx="575">
                  <c:v>45627</c:v>
                </c:pt>
                <c:pt idx="576">
                  <c:v>45626</c:v>
                </c:pt>
                <c:pt idx="577">
                  <c:v>45625</c:v>
                </c:pt>
                <c:pt idx="578">
                  <c:v>45624</c:v>
                </c:pt>
                <c:pt idx="579">
                  <c:v>45623</c:v>
                </c:pt>
                <c:pt idx="580">
                  <c:v>45622</c:v>
                </c:pt>
                <c:pt idx="581">
                  <c:v>45621</c:v>
                </c:pt>
                <c:pt idx="582">
                  <c:v>45620</c:v>
                </c:pt>
                <c:pt idx="583">
                  <c:v>45619</c:v>
                </c:pt>
                <c:pt idx="584">
                  <c:v>45618</c:v>
                </c:pt>
                <c:pt idx="585">
                  <c:v>45617</c:v>
                </c:pt>
                <c:pt idx="586">
                  <c:v>45616</c:v>
                </c:pt>
                <c:pt idx="587">
                  <c:v>45615</c:v>
                </c:pt>
                <c:pt idx="588">
                  <c:v>45614</c:v>
                </c:pt>
                <c:pt idx="589">
                  <c:v>45613</c:v>
                </c:pt>
                <c:pt idx="590">
                  <c:v>45612</c:v>
                </c:pt>
                <c:pt idx="591">
                  <c:v>45611</c:v>
                </c:pt>
                <c:pt idx="592">
                  <c:v>45610</c:v>
                </c:pt>
                <c:pt idx="593">
                  <c:v>45609</c:v>
                </c:pt>
                <c:pt idx="594">
                  <c:v>45608</c:v>
                </c:pt>
                <c:pt idx="595">
                  <c:v>45607</c:v>
                </c:pt>
                <c:pt idx="596">
                  <c:v>45606</c:v>
                </c:pt>
                <c:pt idx="597">
                  <c:v>45605</c:v>
                </c:pt>
                <c:pt idx="598">
                  <c:v>45604</c:v>
                </c:pt>
                <c:pt idx="599">
                  <c:v>45603</c:v>
                </c:pt>
                <c:pt idx="600">
                  <c:v>45602</c:v>
                </c:pt>
                <c:pt idx="601">
                  <c:v>45601</c:v>
                </c:pt>
                <c:pt idx="602">
                  <c:v>45600</c:v>
                </c:pt>
                <c:pt idx="603">
                  <c:v>45599</c:v>
                </c:pt>
                <c:pt idx="604">
                  <c:v>45598</c:v>
                </c:pt>
                <c:pt idx="605">
                  <c:v>45597</c:v>
                </c:pt>
                <c:pt idx="606">
                  <c:v>45596</c:v>
                </c:pt>
                <c:pt idx="607">
                  <c:v>45595</c:v>
                </c:pt>
                <c:pt idx="608">
                  <c:v>45594</c:v>
                </c:pt>
                <c:pt idx="609">
                  <c:v>45593</c:v>
                </c:pt>
                <c:pt idx="610">
                  <c:v>45592</c:v>
                </c:pt>
                <c:pt idx="611">
                  <c:v>45591</c:v>
                </c:pt>
                <c:pt idx="612">
                  <c:v>45590</c:v>
                </c:pt>
                <c:pt idx="613">
                  <c:v>45589</c:v>
                </c:pt>
                <c:pt idx="614">
                  <c:v>45588</c:v>
                </c:pt>
                <c:pt idx="615">
                  <c:v>45587</c:v>
                </c:pt>
                <c:pt idx="616">
                  <c:v>45586</c:v>
                </c:pt>
                <c:pt idx="617">
                  <c:v>45585</c:v>
                </c:pt>
                <c:pt idx="618">
                  <c:v>45584</c:v>
                </c:pt>
                <c:pt idx="619">
                  <c:v>45583</c:v>
                </c:pt>
                <c:pt idx="620">
                  <c:v>45582</c:v>
                </c:pt>
                <c:pt idx="621">
                  <c:v>45581</c:v>
                </c:pt>
                <c:pt idx="622">
                  <c:v>45580</c:v>
                </c:pt>
                <c:pt idx="623">
                  <c:v>45579</c:v>
                </c:pt>
                <c:pt idx="624">
                  <c:v>45578</c:v>
                </c:pt>
                <c:pt idx="625">
                  <c:v>45577</c:v>
                </c:pt>
                <c:pt idx="626">
                  <c:v>45576</c:v>
                </c:pt>
                <c:pt idx="627">
                  <c:v>45575</c:v>
                </c:pt>
                <c:pt idx="628">
                  <c:v>45574</c:v>
                </c:pt>
                <c:pt idx="629">
                  <c:v>45573</c:v>
                </c:pt>
                <c:pt idx="630">
                  <c:v>45572</c:v>
                </c:pt>
                <c:pt idx="631">
                  <c:v>45571</c:v>
                </c:pt>
                <c:pt idx="632">
                  <c:v>45570</c:v>
                </c:pt>
                <c:pt idx="633">
                  <c:v>45569</c:v>
                </c:pt>
                <c:pt idx="634">
                  <c:v>45568</c:v>
                </c:pt>
                <c:pt idx="635">
                  <c:v>45567</c:v>
                </c:pt>
                <c:pt idx="636">
                  <c:v>45566</c:v>
                </c:pt>
                <c:pt idx="637">
                  <c:v>45565</c:v>
                </c:pt>
                <c:pt idx="638">
                  <c:v>45564</c:v>
                </c:pt>
                <c:pt idx="639">
                  <c:v>45563</c:v>
                </c:pt>
                <c:pt idx="640">
                  <c:v>45562</c:v>
                </c:pt>
                <c:pt idx="641">
                  <c:v>45561</c:v>
                </c:pt>
                <c:pt idx="642">
                  <c:v>45560</c:v>
                </c:pt>
                <c:pt idx="643">
                  <c:v>45559</c:v>
                </c:pt>
                <c:pt idx="644">
                  <c:v>45558</c:v>
                </c:pt>
                <c:pt idx="645">
                  <c:v>45557</c:v>
                </c:pt>
                <c:pt idx="646">
                  <c:v>45556</c:v>
                </c:pt>
                <c:pt idx="647">
                  <c:v>45555</c:v>
                </c:pt>
                <c:pt idx="648">
                  <c:v>45554</c:v>
                </c:pt>
                <c:pt idx="649">
                  <c:v>45553</c:v>
                </c:pt>
                <c:pt idx="650">
                  <c:v>45552</c:v>
                </c:pt>
                <c:pt idx="651">
                  <c:v>45551</c:v>
                </c:pt>
                <c:pt idx="652">
                  <c:v>45550</c:v>
                </c:pt>
                <c:pt idx="653">
                  <c:v>45549</c:v>
                </c:pt>
                <c:pt idx="654">
                  <c:v>45548</c:v>
                </c:pt>
                <c:pt idx="655">
                  <c:v>45547</c:v>
                </c:pt>
                <c:pt idx="656">
                  <c:v>45546</c:v>
                </c:pt>
                <c:pt idx="657">
                  <c:v>45545</c:v>
                </c:pt>
                <c:pt idx="658">
                  <c:v>45544</c:v>
                </c:pt>
                <c:pt idx="659">
                  <c:v>45543</c:v>
                </c:pt>
                <c:pt idx="660">
                  <c:v>45542</c:v>
                </c:pt>
                <c:pt idx="661">
                  <c:v>45541</c:v>
                </c:pt>
                <c:pt idx="662">
                  <c:v>45540</c:v>
                </c:pt>
                <c:pt idx="663">
                  <c:v>45539</c:v>
                </c:pt>
                <c:pt idx="664">
                  <c:v>45538</c:v>
                </c:pt>
                <c:pt idx="665">
                  <c:v>45537</c:v>
                </c:pt>
                <c:pt idx="666">
                  <c:v>45536</c:v>
                </c:pt>
                <c:pt idx="667">
                  <c:v>45535</c:v>
                </c:pt>
                <c:pt idx="668">
                  <c:v>45534</c:v>
                </c:pt>
                <c:pt idx="669">
                  <c:v>45533</c:v>
                </c:pt>
                <c:pt idx="670">
                  <c:v>45532</c:v>
                </c:pt>
                <c:pt idx="671">
                  <c:v>45531</c:v>
                </c:pt>
                <c:pt idx="672">
                  <c:v>45530</c:v>
                </c:pt>
                <c:pt idx="673">
                  <c:v>45529</c:v>
                </c:pt>
                <c:pt idx="674">
                  <c:v>45528</c:v>
                </c:pt>
                <c:pt idx="675">
                  <c:v>45527</c:v>
                </c:pt>
                <c:pt idx="676">
                  <c:v>45526</c:v>
                </c:pt>
                <c:pt idx="677">
                  <c:v>45525</c:v>
                </c:pt>
                <c:pt idx="678">
                  <c:v>45524</c:v>
                </c:pt>
                <c:pt idx="679">
                  <c:v>45523</c:v>
                </c:pt>
                <c:pt idx="680">
                  <c:v>45522</c:v>
                </c:pt>
                <c:pt idx="681">
                  <c:v>45521</c:v>
                </c:pt>
                <c:pt idx="682">
                  <c:v>45520</c:v>
                </c:pt>
                <c:pt idx="683">
                  <c:v>45519</c:v>
                </c:pt>
                <c:pt idx="684">
                  <c:v>45518</c:v>
                </c:pt>
                <c:pt idx="685">
                  <c:v>45517</c:v>
                </c:pt>
                <c:pt idx="686">
                  <c:v>45516</c:v>
                </c:pt>
                <c:pt idx="687">
                  <c:v>45515</c:v>
                </c:pt>
                <c:pt idx="688">
                  <c:v>45514</c:v>
                </c:pt>
                <c:pt idx="689">
                  <c:v>45513</c:v>
                </c:pt>
                <c:pt idx="690">
                  <c:v>45512</c:v>
                </c:pt>
                <c:pt idx="691">
                  <c:v>45511</c:v>
                </c:pt>
                <c:pt idx="692">
                  <c:v>45510</c:v>
                </c:pt>
                <c:pt idx="693">
                  <c:v>45509</c:v>
                </c:pt>
                <c:pt idx="694">
                  <c:v>45508</c:v>
                </c:pt>
                <c:pt idx="695">
                  <c:v>45507</c:v>
                </c:pt>
                <c:pt idx="696">
                  <c:v>45506</c:v>
                </c:pt>
                <c:pt idx="697">
                  <c:v>45505</c:v>
                </c:pt>
                <c:pt idx="698">
                  <c:v>45504</c:v>
                </c:pt>
                <c:pt idx="699">
                  <c:v>45503</c:v>
                </c:pt>
                <c:pt idx="700">
                  <c:v>45502</c:v>
                </c:pt>
                <c:pt idx="701">
                  <c:v>45501</c:v>
                </c:pt>
                <c:pt idx="702">
                  <c:v>45500</c:v>
                </c:pt>
                <c:pt idx="703">
                  <c:v>45499</c:v>
                </c:pt>
                <c:pt idx="704">
                  <c:v>45498</c:v>
                </c:pt>
                <c:pt idx="705">
                  <c:v>45497</c:v>
                </c:pt>
                <c:pt idx="706">
                  <c:v>45496</c:v>
                </c:pt>
                <c:pt idx="707">
                  <c:v>45495</c:v>
                </c:pt>
                <c:pt idx="708">
                  <c:v>45494</c:v>
                </c:pt>
                <c:pt idx="709">
                  <c:v>45493</c:v>
                </c:pt>
                <c:pt idx="710">
                  <c:v>45492</c:v>
                </c:pt>
                <c:pt idx="711">
                  <c:v>45491</c:v>
                </c:pt>
                <c:pt idx="712">
                  <c:v>45490</c:v>
                </c:pt>
                <c:pt idx="713">
                  <c:v>45489</c:v>
                </c:pt>
                <c:pt idx="714">
                  <c:v>45488</c:v>
                </c:pt>
                <c:pt idx="715">
                  <c:v>45487</c:v>
                </c:pt>
                <c:pt idx="716">
                  <c:v>45486</c:v>
                </c:pt>
                <c:pt idx="717">
                  <c:v>45485</c:v>
                </c:pt>
                <c:pt idx="718">
                  <c:v>45484</c:v>
                </c:pt>
                <c:pt idx="719">
                  <c:v>45483</c:v>
                </c:pt>
                <c:pt idx="720">
                  <c:v>45482</c:v>
                </c:pt>
                <c:pt idx="721">
                  <c:v>45481</c:v>
                </c:pt>
                <c:pt idx="722">
                  <c:v>45480</c:v>
                </c:pt>
                <c:pt idx="723">
                  <c:v>45479</c:v>
                </c:pt>
                <c:pt idx="724">
                  <c:v>45478</c:v>
                </c:pt>
                <c:pt idx="725">
                  <c:v>45477</c:v>
                </c:pt>
                <c:pt idx="726">
                  <c:v>45476</c:v>
                </c:pt>
                <c:pt idx="727">
                  <c:v>45475</c:v>
                </c:pt>
                <c:pt idx="728">
                  <c:v>45474</c:v>
                </c:pt>
                <c:pt idx="729">
                  <c:v>45473</c:v>
                </c:pt>
                <c:pt idx="730">
                  <c:v>45472</c:v>
                </c:pt>
                <c:pt idx="731">
                  <c:v>45471</c:v>
                </c:pt>
                <c:pt idx="732">
                  <c:v>45470</c:v>
                </c:pt>
                <c:pt idx="733">
                  <c:v>45469</c:v>
                </c:pt>
                <c:pt idx="734">
                  <c:v>45468</c:v>
                </c:pt>
                <c:pt idx="735">
                  <c:v>45467</c:v>
                </c:pt>
                <c:pt idx="736">
                  <c:v>45466</c:v>
                </c:pt>
                <c:pt idx="737">
                  <c:v>45465</c:v>
                </c:pt>
                <c:pt idx="738">
                  <c:v>45464</c:v>
                </c:pt>
                <c:pt idx="739">
                  <c:v>45463</c:v>
                </c:pt>
                <c:pt idx="740">
                  <c:v>45462</c:v>
                </c:pt>
                <c:pt idx="741">
                  <c:v>45461</c:v>
                </c:pt>
                <c:pt idx="742">
                  <c:v>45460</c:v>
                </c:pt>
                <c:pt idx="743">
                  <c:v>45459</c:v>
                </c:pt>
                <c:pt idx="744">
                  <c:v>45458</c:v>
                </c:pt>
                <c:pt idx="745">
                  <c:v>45457</c:v>
                </c:pt>
                <c:pt idx="746">
                  <c:v>45456</c:v>
                </c:pt>
                <c:pt idx="747">
                  <c:v>45455</c:v>
                </c:pt>
                <c:pt idx="748">
                  <c:v>45454</c:v>
                </c:pt>
                <c:pt idx="749">
                  <c:v>45453</c:v>
                </c:pt>
                <c:pt idx="750">
                  <c:v>45452</c:v>
                </c:pt>
                <c:pt idx="751">
                  <c:v>45451</c:v>
                </c:pt>
                <c:pt idx="752">
                  <c:v>45450</c:v>
                </c:pt>
                <c:pt idx="753">
                  <c:v>45449</c:v>
                </c:pt>
                <c:pt idx="754">
                  <c:v>45448</c:v>
                </c:pt>
                <c:pt idx="755">
                  <c:v>45447</c:v>
                </c:pt>
                <c:pt idx="756">
                  <c:v>45446</c:v>
                </c:pt>
                <c:pt idx="757">
                  <c:v>45445</c:v>
                </c:pt>
                <c:pt idx="758">
                  <c:v>45444</c:v>
                </c:pt>
                <c:pt idx="759">
                  <c:v>45443</c:v>
                </c:pt>
                <c:pt idx="760">
                  <c:v>45442</c:v>
                </c:pt>
                <c:pt idx="761">
                  <c:v>45441</c:v>
                </c:pt>
                <c:pt idx="762">
                  <c:v>45440</c:v>
                </c:pt>
                <c:pt idx="763">
                  <c:v>45439</c:v>
                </c:pt>
                <c:pt idx="764">
                  <c:v>45438</c:v>
                </c:pt>
                <c:pt idx="765">
                  <c:v>45437</c:v>
                </c:pt>
                <c:pt idx="766">
                  <c:v>45436</c:v>
                </c:pt>
                <c:pt idx="767">
                  <c:v>45435</c:v>
                </c:pt>
                <c:pt idx="768">
                  <c:v>45434</c:v>
                </c:pt>
                <c:pt idx="769">
                  <c:v>45433</c:v>
                </c:pt>
                <c:pt idx="770">
                  <c:v>45432</c:v>
                </c:pt>
                <c:pt idx="771">
                  <c:v>45431</c:v>
                </c:pt>
                <c:pt idx="772">
                  <c:v>45430</c:v>
                </c:pt>
                <c:pt idx="773">
                  <c:v>45429</c:v>
                </c:pt>
                <c:pt idx="774">
                  <c:v>45428</c:v>
                </c:pt>
                <c:pt idx="775">
                  <c:v>45427</c:v>
                </c:pt>
                <c:pt idx="776">
                  <c:v>45426</c:v>
                </c:pt>
                <c:pt idx="777">
                  <c:v>45425</c:v>
                </c:pt>
                <c:pt idx="778">
                  <c:v>45424</c:v>
                </c:pt>
                <c:pt idx="779">
                  <c:v>45423</c:v>
                </c:pt>
                <c:pt idx="780">
                  <c:v>45422</c:v>
                </c:pt>
                <c:pt idx="781">
                  <c:v>45421</c:v>
                </c:pt>
                <c:pt idx="782">
                  <c:v>45420</c:v>
                </c:pt>
                <c:pt idx="783">
                  <c:v>45419</c:v>
                </c:pt>
                <c:pt idx="784">
                  <c:v>45418</c:v>
                </c:pt>
                <c:pt idx="785">
                  <c:v>45417</c:v>
                </c:pt>
                <c:pt idx="786">
                  <c:v>45416</c:v>
                </c:pt>
                <c:pt idx="787">
                  <c:v>45415</c:v>
                </c:pt>
                <c:pt idx="788">
                  <c:v>45414</c:v>
                </c:pt>
                <c:pt idx="789">
                  <c:v>45413</c:v>
                </c:pt>
                <c:pt idx="790">
                  <c:v>45412</c:v>
                </c:pt>
                <c:pt idx="791">
                  <c:v>45411</c:v>
                </c:pt>
                <c:pt idx="792">
                  <c:v>45410</c:v>
                </c:pt>
                <c:pt idx="793">
                  <c:v>45409</c:v>
                </c:pt>
                <c:pt idx="794">
                  <c:v>45408</c:v>
                </c:pt>
                <c:pt idx="795">
                  <c:v>45407</c:v>
                </c:pt>
                <c:pt idx="796">
                  <c:v>45406</c:v>
                </c:pt>
                <c:pt idx="797">
                  <c:v>45405</c:v>
                </c:pt>
                <c:pt idx="798">
                  <c:v>45404</c:v>
                </c:pt>
                <c:pt idx="799">
                  <c:v>45403</c:v>
                </c:pt>
                <c:pt idx="800">
                  <c:v>45402</c:v>
                </c:pt>
                <c:pt idx="801">
                  <c:v>45401</c:v>
                </c:pt>
                <c:pt idx="802">
                  <c:v>45400</c:v>
                </c:pt>
                <c:pt idx="803">
                  <c:v>45399</c:v>
                </c:pt>
                <c:pt idx="804">
                  <c:v>45398</c:v>
                </c:pt>
                <c:pt idx="805">
                  <c:v>45397</c:v>
                </c:pt>
                <c:pt idx="806">
                  <c:v>45396</c:v>
                </c:pt>
                <c:pt idx="807">
                  <c:v>45395</c:v>
                </c:pt>
                <c:pt idx="808">
                  <c:v>45394</c:v>
                </c:pt>
                <c:pt idx="809">
                  <c:v>45393</c:v>
                </c:pt>
                <c:pt idx="810">
                  <c:v>45392</c:v>
                </c:pt>
                <c:pt idx="811">
                  <c:v>45391</c:v>
                </c:pt>
                <c:pt idx="812">
                  <c:v>45390</c:v>
                </c:pt>
                <c:pt idx="813">
                  <c:v>45389</c:v>
                </c:pt>
                <c:pt idx="814">
                  <c:v>45388</c:v>
                </c:pt>
                <c:pt idx="815">
                  <c:v>45387</c:v>
                </c:pt>
                <c:pt idx="816">
                  <c:v>45386</c:v>
                </c:pt>
                <c:pt idx="817">
                  <c:v>45385</c:v>
                </c:pt>
                <c:pt idx="818">
                  <c:v>45384</c:v>
                </c:pt>
                <c:pt idx="819">
                  <c:v>45383</c:v>
                </c:pt>
                <c:pt idx="820">
                  <c:v>45382</c:v>
                </c:pt>
                <c:pt idx="821">
                  <c:v>45381</c:v>
                </c:pt>
                <c:pt idx="822">
                  <c:v>45380</c:v>
                </c:pt>
                <c:pt idx="823">
                  <c:v>45379</c:v>
                </c:pt>
                <c:pt idx="824">
                  <c:v>45378</c:v>
                </c:pt>
                <c:pt idx="825">
                  <c:v>45377</c:v>
                </c:pt>
                <c:pt idx="826">
                  <c:v>45376</c:v>
                </c:pt>
                <c:pt idx="827">
                  <c:v>45375</c:v>
                </c:pt>
                <c:pt idx="828">
                  <c:v>45374</c:v>
                </c:pt>
                <c:pt idx="829">
                  <c:v>45373</c:v>
                </c:pt>
                <c:pt idx="830">
                  <c:v>45372</c:v>
                </c:pt>
                <c:pt idx="831">
                  <c:v>45371</c:v>
                </c:pt>
                <c:pt idx="832">
                  <c:v>45370</c:v>
                </c:pt>
                <c:pt idx="833">
                  <c:v>45369</c:v>
                </c:pt>
                <c:pt idx="834">
                  <c:v>45368</c:v>
                </c:pt>
                <c:pt idx="835">
                  <c:v>45367</c:v>
                </c:pt>
                <c:pt idx="836">
                  <c:v>45366</c:v>
                </c:pt>
                <c:pt idx="837">
                  <c:v>45365</c:v>
                </c:pt>
                <c:pt idx="838">
                  <c:v>45364</c:v>
                </c:pt>
                <c:pt idx="839">
                  <c:v>45363</c:v>
                </c:pt>
                <c:pt idx="840">
                  <c:v>45362</c:v>
                </c:pt>
                <c:pt idx="841">
                  <c:v>45361</c:v>
                </c:pt>
                <c:pt idx="842">
                  <c:v>45360</c:v>
                </c:pt>
                <c:pt idx="843">
                  <c:v>45359</c:v>
                </c:pt>
                <c:pt idx="844">
                  <c:v>45358</c:v>
                </c:pt>
                <c:pt idx="845">
                  <c:v>45357</c:v>
                </c:pt>
                <c:pt idx="846">
                  <c:v>45356</c:v>
                </c:pt>
                <c:pt idx="847">
                  <c:v>45355</c:v>
                </c:pt>
                <c:pt idx="848">
                  <c:v>45354</c:v>
                </c:pt>
                <c:pt idx="849">
                  <c:v>45353</c:v>
                </c:pt>
                <c:pt idx="850">
                  <c:v>45352</c:v>
                </c:pt>
                <c:pt idx="851">
                  <c:v>45351</c:v>
                </c:pt>
                <c:pt idx="852">
                  <c:v>45350</c:v>
                </c:pt>
                <c:pt idx="853">
                  <c:v>45349</c:v>
                </c:pt>
                <c:pt idx="854">
                  <c:v>45348</c:v>
                </c:pt>
                <c:pt idx="855">
                  <c:v>45347</c:v>
                </c:pt>
                <c:pt idx="856">
                  <c:v>45346</c:v>
                </c:pt>
                <c:pt idx="857">
                  <c:v>45345</c:v>
                </c:pt>
                <c:pt idx="858">
                  <c:v>45344</c:v>
                </c:pt>
                <c:pt idx="859">
                  <c:v>45343</c:v>
                </c:pt>
                <c:pt idx="860">
                  <c:v>45342</c:v>
                </c:pt>
                <c:pt idx="861">
                  <c:v>45341</c:v>
                </c:pt>
                <c:pt idx="862">
                  <c:v>45340</c:v>
                </c:pt>
                <c:pt idx="863">
                  <c:v>45339</c:v>
                </c:pt>
                <c:pt idx="864">
                  <c:v>45338</c:v>
                </c:pt>
                <c:pt idx="865">
                  <c:v>45337</c:v>
                </c:pt>
                <c:pt idx="866">
                  <c:v>45336</c:v>
                </c:pt>
                <c:pt idx="867">
                  <c:v>45335</c:v>
                </c:pt>
                <c:pt idx="868">
                  <c:v>45334</c:v>
                </c:pt>
                <c:pt idx="869">
                  <c:v>45333</c:v>
                </c:pt>
                <c:pt idx="870">
                  <c:v>45332</c:v>
                </c:pt>
                <c:pt idx="871">
                  <c:v>45331</c:v>
                </c:pt>
                <c:pt idx="872">
                  <c:v>45330</c:v>
                </c:pt>
                <c:pt idx="873">
                  <c:v>45329</c:v>
                </c:pt>
                <c:pt idx="874">
                  <c:v>45328</c:v>
                </c:pt>
                <c:pt idx="875">
                  <c:v>45327</c:v>
                </c:pt>
                <c:pt idx="876">
                  <c:v>45326</c:v>
                </c:pt>
                <c:pt idx="877">
                  <c:v>45325</c:v>
                </c:pt>
                <c:pt idx="878">
                  <c:v>45324</c:v>
                </c:pt>
                <c:pt idx="879">
                  <c:v>45323</c:v>
                </c:pt>
                <c:pt idx="880">
                  <c:v>45322</c:v>
                </c:pt>
                <c:pt idx="881">
                  <c:v>45321</c:v>
                </c:pt>
                <c:pt idx="882">
                  <c:v>45320</c:v>
                </c:pt>
                <c:pt idx="883">
                  <c:v>45319</c:v>
                </c:pt>
                <c:pt idx="884">
                  <c:v>45318</c:v>
                </c:pt>
                <c:pt idx="885">
                  <c:v>45317</c:v>
                </c:pt>
                <c:pt idx="886">
                  <c:v>45316</c:v>
                </c:pt>
                <c:pt idx="887">
                  <c:v>45315</c:v>
                </c:pt>
                <c:pt idx="888">
                  <c:v>45314</c:v>
                </c:pt>
                <c:pt idx="889">
                  <c:v>45313</c:v>
                </c:pt>
                <c:pt idx="890">
                  <c:v>45312</c:v>
                </c:pt>
                <c:pt idx="891">
                  <c:v>45311</c:v>
                </c:pt>
                <c:pt idx="892">
                  <c:v>45310</c:v>
                </c:pt>
                <c:pt idx="893">
                  <c:v>45309</c:v>
                </c:pt>
                <c:pt idx="894">
                  <c:v>45308</c:v>
                </c:pt>
                <c:pt idx="895">
                  <c:v>45307</c:v>
                </c:pt>
                <c:pt idx="896">
                  <c:v>45306</c:v>
                </c:pt>
                <c:pt idx="897">
                  <c:v>45305</c:v>
                </c:pt>
                <c:pt idx="898">
                  <c:v>45304</c:v>
                </c:pt>
                <c:pt idx="899">
                  <c:v>45303</c:v>
                </c:pt>
                <c:pt idx="900">
                  <c:v>45302</c:v>
                </c:pt>
                <c:pt idx="901">
                  <c:v>45301</c:v>
                </c:pt>
                <c:pt idx="902">
                  <c:v>45300</c:v>
                </c:pt>
                <c:pt idx="903">
                  <c:v>45299</c:v>
                </c:pt>
                <c:pt idx="904">
                  <c:v>45298</c:v>
                </c:pt>
                <c:pt idx="905">
                  <c:v>45297</c:v>
                </c:pt>
                <c:pt idx="906">
                  <c:v>45296</c:v>
                </c:pt>
                <c:pt idx="907">
                  <c:v>45295</c:v>
                </c:pt>
                <c:pt idx="908">
                  <c:v>45294</c:v>
                </c:pt>
                <c:pt idx="909">
                  <c:v>45293</c:v>
                </c:pt>
                <c:pt idx="910">
                  <c:v>45292</c:v>
                </c:pt>
                <c:pt idx="911">
                  <c:v>45291</c:v>
                </c:pt>
                <c:pt idx="912">
                  <c:v>45290</c:v>
                </c:pt>
                <c:pt idx="913">
                  <c:v>45289</c:v>
                </c:pt>
                <c:pt idx="914">
                  <c:v>45288</c:v>
                </c:pt>
                <c:pt idx="915">
                  <c:v>45287</c:v>
                </c:pt>
                <c:pt idx="916">
                  <c:v>45286</c:v>
                </c:pt>
                <c:pt idx="917">
                  <c:v>45285</c:v>
                </c:pt>
                <c:pt idx="918">
                  <c:v>45284</c:v>
                </c:pt>
                <c:pt idx="919">
                  <c:v>45283</c:v>
                </c:pt>
                <c:pt idx="920">
                  <c:v>45282</c:v>
                </c:pt>
                <c:pt idx="921">
                  <c:v>45281</c:v>
                </c:pt>
                <c:pt idx="922">
                  <c:v>45280</c:v>
                </c:pt>
                <c:pt idx="923">
                  <c:v>45279</c:v>
                </c:pt>
                <c:pt idx="924">
                  <c:v>45278</c:v>
                </c:pt>
                <c:pt idx="925">
                  <c:v>45277</c:v>
                </c:pt>
                <c:pt idx="926">
                  <c:v>45276</c:v>
                </c:pt>
                <c:pt idx="927">
                  <c:v>45275</c:v>
                </c:pt>
                <c:pt idx="928">
                  <c:v>45274</c:v>
                </c:pt>
                <c:pt idx="929">
                  <c:v>45273</c:v>
                </c:pt>
                <c:pt idx="930">
                  <c:v>45272</c:v>
                </c:pt>
                <c:pt idx="931">
                  <c:v>45271</c:v>
                </c:pt>
                <c:pt idx="932">
                  <c:v>45270</c:v>
                </c:pt>
                <c:pt idx="933">
                  <c:v>45269</c:v>
                </c:pt>
                <c:pt idx="934">
                  <c:v>45268</c:v>
                </c:pt>
                <c:pt idx="935">
                  <c:v>45267</c:v>
                </c:pt>
                <c:pt idx="936">
                  <c:v>45266</c:v>
                </c:pt>
                <c:pt idx="937">
                  <c:v>45265</c:v>
                </c:pt>
                <c:pt idx="938">
                  <c:v>45264</c:v>
                </c:pt>
                <c:pt idx="939">
                  <c:v>45263</c:v>
                </c:pt>
                <c:pt idx="940">
                  <c:v>45262</c:v>
                </c:pt>
                <c:pt idx="941">
                  <c:v>45261</c:v>
                </c:pt>
                <c:pt idx="942">
                  <c:v>45260</c:v>
                </c:pt>
                <c:pt idx="943">
                  <c:v>45259</c:v>
                </c:pt>
                <c:pt idx="944">
                  <c:v>45258</c:v>
                </c:pt>
                <c:pt idx="945">
                  <c:v>45257</c:v>
                </c:pt>
                <c:pt idx="946">
                  <c:v>45256</c:v>
                </c:pt>
                <c:pt idx="947">
                  <c:v>45255</c:v>
                </c:pt>
                <c:pt idx="948">
                  <c:v>45254</c:v>
                </c:pt>
                <c:pt idx="949">
                  <c:v>45253</c:v>
                </c:pt>
                <c:pt idx="950">
                  <c:v>45252</c:v>
                </c:pt>
                <c:pt idx="951">
                  <c:v>45251</c:v>
                </c:pt>
                <c:pt idx="952">
                  <c:v>45250</c:v>
                </c:pt>
                <c:pt idx="953">
                  <c:v>45249</c:v>
                </c:pt>
                <c:pt idx="954">
                  <c:v>45248</c:v>
                </c:pt>
                <c:pt idx="955">
                  <c:v>45247</c:v>
                </c:pt>
                <c:pt idx="956">
                  <c:v>45246</c:v>
                </c:pt>
                <c:pt idx="957">
                  <c:v>45245</c:v>
                </c:pt>
                <c:pt idx="958">
                  <c:v>45244</c:v>
                </c:pt>
                <c:pt idx="959">
                  <c:v>45243</c:v>
                </c:pt>
                <c:pt idx="960">
                  <c:v>45242</c:v>
                </c:pt>
                <c:pt idx="961">
                  <c:v>45241</c:v>
                </c:pt>
                <c:pt idx="962">
                  <c:v>45240</c:v>
                </c:pt>
                <c:pt idx="963">
                  <c:v>45239</c:v>
                </c:pt>
                <c:pt idx="964">
                  <c:v>45238</c:v>
                </c:pt>
                <c:pt idx="965">
                  <c:v>45237</c:v>
                </c:pt>
                <c:pt idx="966">
                  <c:v>45236</c:v>
                </c:pt>
                <c:pt idx="967">
                  <c:v>45235</c:v>
                </c:pt>
                <c:pt idx="968">
                  <c:v>45234</c:v>
                </c:pt>
                <c:pt idx="969">
                  <c:v>45233</c:v>
                </c:pt>
                <c:pt idx="970">
                  <c:v>45232</c:v>
                </c:pt>
                <c:pt idx="971">
                  <c:v>45231</c:v>
                </c:pt>
                <c:pt idx="972">
                  <c:v>45230</c:v>
                </c:pt>
                <c:pt idx="973">
                  <c:v>45229</c:v>
                </c:pt>
                <c:pt idx="974">
                  <c:v>45228</c:v>
                </c:pt>
                <c:pt idx="975">
                  <c:v>45227</c:v>
                </c:pt>
                <c:pt idx="976">
                  <c:v>45226</c:v>
                </c:pt>
                <c:pt idx="977">
                  <c:v>45225</c:v>
                </c:pt>
                <c:pt idx="978">
                  <c:v>45224</c:v>
                </c:pt>
                <c:pt idx="979">
                  <c:v>45223</c:v>
                </c:pt>
                <c:pt idx="980">
                  <c:v>45222</c:v>
                </c:pt>
                <c:pt idx="981">
                  <c:v>45221</c:v>
                </c:pt>
                <c:pt idx="982">
                  <c:v>45220</c:v>
                </c:pt>
                <c:pt idx="983">
                  <c:v>45219</c:v>
                </c:pt>
                <c:pt idx="984">
                  <c:v>45218</c:v>
                </c:pt>
                <c:pt idx="985">
                  <c:v>45217</c:v>
                </c:pt>
                <c:pt idx="986">
                  <c:v>45216</c:v>
                </c:pt>
                <c:pt idx="987">
                  <c:v>45215</c:v>
                </c:pt>
                <c:pt idx="988">
                  <c:v>45214</c:v>
                </c:pt>
                <c:pt idx="989">
                  <c:v>45213</c:v>
                </c:pt>
                <c:pt idx="990">
                  <c:v>45212</c:v>
                </c:pt>
                <c:pt idx="991">
                  <c:v>45211</c:v>
                </c:pt>
                <c:pt idx="992">
                  <c:v>45210</c:v>
                </c:pt>
                <c:pt idx="993">
                  <c:v>45209</c:v>
                </c:pt>
                <c:pt idx="994">
                  <c:v>45208</c:v>
                </c:pt>
                <c:pt idx="995">
                  <c:v>45207</c:v>
                </c:pt>
                <c:pt idx="996">
                  <c:v>45206</c:v>
                </c:pt>
                <c:pt idx="997">
                  <c:v>45205</c:v>
                </c:pt>
                <c:pt idx="998">
                  <c:v>45204</c:v>
                </c:pt>
                <c:pt idx="999">
                  <c:v>45203</c:v>
                </c:pt>
                <c:pt idx="1000">
                  <c:v>45202</c:v>
                </c:pt>
                <c:pt idx="1001">
                  <c:v>45201</c:v>
                </c:pt>
                <c:pt idx="1002">
                  <c:v>45200</c:v>
                </c:pt>
                <c:pt idx="1003">
                  <c:v>45199</c:v>
                </c:pt>
                <c:pt idx="1004">
                  <c:v>45198</c:v>
                </c:pt>
                <c:pt idx="1005">
                  <c:v>45197</c:v>
                </c:pt>
                <c:pt idx="1006">
                  <c:v>45196</c:v>
                </c:pt>
                <c:pt idx="1007">
                  <c:v>45195</c:v>
                </c:pt>
                <c:pt idx="1008">
                  <c:v>45194</c:v>
                </c:pt>
                <c:pt idx="1009">
                  <c:v>45193</c:v>
                </c:pt>
                <c:pt idx="1010">
                  <c:v>45192</c:v>
                </c:pt>
                <c:pt idx="1011">
                  <c:v>45191</c:v>
                </c:pt>
                <c:pt idx="1012">
                  <c:v>45190</c:v>
                </c:pt>
                <c:pt idx="1013">
                  <c:v>45189</c:v>
                </c:pt>
                <c:pt idx="1014">
                  <c:v>45188</c:v>
                </c:pt>
                <c:pt idx="1015">
                  <c:v>45187</c:v>
                </c:pt>
                <c:pt idx="1016">
                  <c:v>45186</c:v>
                </c:pt>
                <c:pt idx="1017">
                  <c:v>45185</c:v>
                </c:pt>
                <c:pt idx="1018">
                  <c:v>45184</c:v>
                </c:pt>
                <c:pt idx="1019">
                  <c:v>45183</c:v>
                </c:pt>
                <c:pt idx="1020">
                  <c:v>45182</c:v>
                </c:pt>
                <c:pt idx="1021">
                  <c:v>45181</c:v>
                </c:pt>
                <c:pt idx="1022">
                  <c:v>45180</c:v>
                </c:pt>
                <c:pt idx="1023">
                  <c:v>45179</c:v>
                </c:pt>
                <c:pt idx="1024">
                  <c:v>45178</c:v>
                </c:pt>
                <c:pt idx="1025">
                  <c:v>45177</c:v>
                </c:pt>
                <c:pt idx="1026">
                  <c:v>45176</c:v>
                </c:pt>
                <c:pt idx="1027">
                  <c:v>45175</c:v>
                </c:pt>
                <c:pt idx="1028">
                  <c:v>45174</c:v>
                </c:pt>
                <c:pt idx="1029">
                  <c:v>45173</c:v>
                </c:pt>
                <c:pt idx="1030">
                  <c:v>45172</c:v>
                </c:pt>
                <c:pt idx="1031">
                  <c:v>45171</c:v>
                </c:pt>
                <c:pt idx="1032">
                  <c:v>45170</c:v>
                </c:pt>
                <c:pt idx="1033">
                  <c:v>45169</c:v>
                </c:pt>
                <c:pt idx="1034">
                  <c:v>45168</c:v>
                </c:pt>
                <c:pt idx="1035">
                  <c:v>45167</c:v>
                </c:pt>
                <c:pt idx="1036">
                  <c:v>45166</c:v>
                </c:pt>
                <c:pt idx="1037">
                  <c:v>45165</c:v>
                </c:pt>
                <c:pt idx="1038">
                  <c:v>45164</c:v>
                </c:pt>
                <c:pt idx="1039">
                  <c:v>45163</c:v>
                </c:pt>
                <c:pt idx="1040">
                  <c:v>45162</c:v>
                </c:pt>
                <c:pt idx="1041">
                  <c:v>45161</c:v>
                </c:pt>
                <c:pt idx="1042">
                  <c:v>45160</c:v>
                </c:pt>
                <c:pt idx="1043">
                  <c:v>45159</c:v>
                </c:pt>
                <c:pt idx="1044">
                  <c:v>45158</c:v>
                </c:pt>
                <c:pt idx="1045">
                  <c:v>45157</c:v>
                </c:pt>
                <c:pt idx="1046">
                  <c:v>45156</c:v>
                </c:pt>
                <c:pt idx="1047">
                  <c:v>45155</c:v>
                </c:pt>
                <c:pt idx="1048">
                  <c:v>45154</c:v>
                </c:pt>
                <c:pt idx="1049">
                  <c:v>45153</c:v>
                </c:pt>
                <c:pt idx="1050">
                  <c:v>45152</c:v>
                </c:pt>
                <c:pt idx="1051">
                  <c:v>45151</c:v>
                </c:pt>
                <c:pt idx="1052">
                  <c:v>45150</c:v>
                </c:pt>
                <c:pt idx="1053">
                  <c:v>45149</c:v>
                </c:pt>
                <c:pt idx="1054">
                  <c:v>45148</c:v>
                </c:pt>
                <c:pt idx="1055">
                  <c:v>45147</c:v>
                </c:pt>
                <c:pt idx="1056">
                  <c:v>45146</c:v>
                </c:pt>
                <c:pt idx="1057">
                  <c:v>45145</c:v>
                </c:pt>
                <c:pt idx="1058">
                  <c:v>45144</c:v>
                </c:pt>
                <c:pt idx="1059">
                  <c:v>45143</c:v>
                </c:pt>
                <c:pt idx="1060">
                  <c:v>45142</c:v>
                </c:pt>
                <c:pt idx="1061">
                  <c:v>45141</c:v>
                </c:pt>
                <c:pt idx="1062">
                  <c:v>45140</c:v>
                </c:pt>
                <c:pt idx="1063">
                  <c:v>45139</c:v>
                </c:pt>
                <c:pt idx="1064">
                  <c:v>45138</c:v>
                </c:pt>
                <c:pt idx="1065">
                  <c:v>45137</c:v>
                </c:pt>
                <c:pt idx="1066">
                  <c:v>45136</c:v>
                </c:pt>
                <c:pt idx="1067">
                  <c:v>45135</c:v>
                </c:pt>
                <c:pt idx="1068">
                  <c:v>45134</c:v>
                </c:pt>
                <c:pt idx="1069">
                  <c:v>45133</c:v>
                </c:pt>
                <c:pt idx="1070">
                  <c:v>45132</c:v>
                </c:pt>
                <c:pt idx="1071">
                  <c:v>45131</c:v>
                </c:pt>
                <c:pt idx="1072">
                  <c:v>45130</c:v>
                </c:pt>
                <c:pt idx="1073">
                  <c:v>45129</c:v>
                </c:pt>
                <c:pt idx="1074">
                  <c:v>45128</c:v>
                </c:pt>
                <c:pt idx="1075">
                  <c:v>45127</c:v>
                </c:pt>
                <c:pt idx="1076">
                  <c:v>45126</c:v>
                </c:pt>
                <c:pt idx="1077">
                  <c:v>45125</c:v>
                </c:pt>
                <c:pt idx="1078">
                  <c:v>45124</c:v>
                </c:pt>
                <c:pt idx="1079">
                  <c:v>45123</c:v>
                </c:pt>
                <c:pt idx="1080">
                  <c:v>45122</c:v>
                </c:pt>
                <c:pt idx="1081">
                  <c:v>45121</c:v>
                </c:pt>
                <c:pt idx="1082">
                  <c:v>45120</c:v>
                </c:pt>
                <c:pt idx="1083">
                  <c:v>45119</c:v>
                </c:pt>
                <c:pt idx="1084">
                  <c:v>45118</c:v>
                </c:pt>
                <c:pt idx="1085">
                  <c:v>45117</c:v>
                </c:pt>
                <c:pt idx="1086">
                  <c:v>45116</c:v>
                </c:pt>
                <c:pt idx="1087">
                  <c:v>45115</c:v>
                </c:pt>
                <c:pt idx="1088">
                  <c:v>45114</c:v>
                </c:pt>
                <c:pt idx="1089">
                  <c:v>45113</c:v>
                </c:pt>
                <c:pt idx="1090">
                  <c:v>45112</c:v>
                </c:pt>
                <c:pt idx="1091">
                  <c:v>45111</c:v>
                </c:pt>
                <c:pt idx="1092">
                  <c:v>45110</c:v>
                </c:pt>
                <c:pt idx="1093">
                  <c:v>45109</c:v>
                </c:pt>
                <c:pt idx="1094">
                  <c:v>45108</c:v>
                </c:pt>
                <c:pt idx="1095">
                  <c:v>45107</c:v>
                </c:pt>
                <c:pt idx="1096">
                  <c:v>45106</c:v>
                </c:pt>
                <c:pt idx="1097">
                  <c:v>45105</c:v>
                </c:pt>
                <c:pt idx="1098">
                  <c:v>45104</c:v>
                </c:pt>
                <c:pt idx="1099">
                  <c:v>45103</c:v>
                </c:pt>
                <c:pt idx="1100">
                  <c:v>45102</c:v>
                </c:pt>
                <c:pt idx="1101">
                  <c:v>45101</c:v>
                </c:pt>
                <c:pt idx="1102">
                  <c:v>45100</c:v>
                </c:pt>
                <c:pt idx="1103">
                  <c:v>45099</c:v>
                </c:pt>
                <c:pt idx="1104">
                  <c:v>45098</c:v>
                </c:pt>
                <c:pt idx="1105">
                  <c:v>45097</c:v>
                </c:pt>
                <c:pt idx="1106">
                  <c:v>45096</c:v>
                </c:pt>
                <c:pt idx="1107">
                  <c:v>45095</c:v>
                </c:pt>
                <c:pt idx="1108">
                  <c:v>45094</c:v>
                </c:pt>
                <c:pt idx="1109">
                  <c:v>45093</c:v>
                </c:pt>
                <c:pt idx="1110">
                  <c:v>45092</c:v>
                </c:pt>
                <c:pt idx="1111">
                  <c:v>45091</c:v>
                </c:pt>
                <c:pt idx="1112">
                  <c:v>45090</c:v>
                </c:pt>
                <c:pt idx="1113">
                  <c:v>45089</c:v>
                </c:pt>
                <c:pt idx="1114">
                  <c:v>45088</c:v>
                </c:pt>
                <c:pt idx="1115">
                  <c:v>45087</c:v>
                </c:pt>
                <c:pt idx="1116">
                  <c:v>45086</c:v>
                </c:pt>
                <c:pt idx="1117">
                  <c:v>45085</c:v>
                </c:pt>
                <c:pt idx="1118">
                  <c:v>45084</c:v>
                </c:pt>
                <c:pt idx="1119">
                  <c:v>45083</c:v>
                </c:pt>
                <c:pt idx="1120">
                  <c:v>45082</c:v>
                </c:pt>
                <c:pt idx="1121">
                  <c:v>45081</c:v>
                </c:pt>
                <c:pt idx="1122">
                  <c:v>45080</c:v>
                </c:pt>
                <c:pt idx="1123">
                  <c:v>45079</c:v>
                </c:pt>
                <c:pt idx="1124">
                  <c:v>45078</c:v>
                </c:pt>
                <c:pt idx="1125">
                  <c:v>45077</c:v>
                </c:pt>
                <c:pt idx="1126">
                  <c:v>45076</c:v>
                </c:pt>
                <c:pt idx="1127">
                  <c:v>45075</c:v>
                </c:pt>
                <c:pt idx="1128">
                  <c:v>45074</c:v>
                </c:pt>
                <c:pt idx="1129">
                  <c:v>45073</c:v>
                </c:pt>
                <c:pt idx="1130">
                  <c:v>45072</c:v>
                </c:pt>
                <c:pt idx="1131">
                  <c:v>45071</c:v>
                </c:pt>
                <c:pt idx="1132">
                  <c:v>45070</c:v>
                </c:pt>
                <c:pt idx="1133">
                  <c:v>45069</c:v>
                </c:pt>
                <c:pt idx="1134">
                  <c:v>45068</c:v>
                </c:pt>
                <c:pt idx="1135">
                  <c:v>45067</c:v>
                </c:pt>
                <c:pt idx="1136">
                  <c:v>45066</c:v>
                </c:pt>
                <c:pt idx="1137">
                  <c:v>45065</c:v>
                </c:pt>
                <c:pt idx="1138">
                  <c:v>45064</c:v>
                </c:pt>
                <c:pt idx="1139">
                  <c:v>45063</c:v>
                </c:pt>
                <c:pt idx="1140">
                  <c:v>45062</c:v>
                </c:pt>
                <c:pt idx="1141">
                  <c:v>45061</c:v>
                </c:pt>
                <c:pt idx="1142">
                  <c:v>45060</c:v>
                </c:pt>
                <c:pt idx="1143">
                  <c:v>45059</c:v>
                </c:pt>
                <c:pt idx="1144">
                  <c:v>45058</c:v>
                </c:pt>
                <c:pt idx="1145">
                  <c:v>45057</c:v>
                </c:pt>
                <c:pt idx="1146">
                  <c:v>45056</c:v>
                </c:pt>
                <c:pt idx="1147">
                  <c:v>45055</c:v>
                </c:pt>
                <c:pt idx="1148">
                  <c:v>45054</c:v>
                </c:pt>
                <c:pt idx="1149">
                  <c:v>45053</c:v>
                </c:pt>
                <c:pt idx="1150">
                  <c:v>45052</c:v>
                </c:pt>
                <c:pt idx="1151">
                  <c:v>45051</c:v>
                </c:pt>
                <c:pt idx="1152">
                  <c:v>45050</c:v>
                </c:pt>
                <c:pt idx="1153">
                  <c:v>45049</c:v>
                </c:pt>
                <c:pt idx="1154">
                  <c:v>45048</c:v>
                </c:pt>
                <c:pt idx="1155">
                  <c:v>45047</c:v>
                </c:pt>
                <c:pt idx="1156">
                  <c:v>45046</c:v>
                </c:pt>
                <c:pt idx="1157">
                  <c:v>45045</c:v>
                </c:pt>
                <c:pt idx="1158">
                  <c:v>45044</c:v>
                </c:pt>
                <c:pt idx="1159">
                  <c:v>45043</c:v>
                </c:pt>
                <c:pt idx="1160">
                  <c:v>45042</c:v>
                </c:pt>
                <c:pt idx="1161">
                  <c:v>45041</c:v>
                </c:pt>
                <c:pt idx="1162">
                  <c:v>45040</c:v>
                </c:pt>
                <c:pt idx="1163">
                  <c:v>45039</c:v>
                </c:pt>
                <c:pt idx="1164">
                  <c:v>45038</c:v>
                </c:pt>
                <c:pt idx="1165">
                  <c:v>45037</c:v>
                </c:pt>
                <c:pt idx="1166">
                  <c:v>45036</c:v>
                </c:pt>
                <c:pt idx="1167">
                  <c:v>45035</c:v>
                </c:pt>
                <c:pt idx="1168">
                  <c:v>45034</c:v>
                </c:pt>
                <c:pt idx="1169">
                  <c:v>45033</c:v>
                </c:pt>
                <c:pt idx="1170">
                  <c:v>45032</c:v>
                </c:pt>
                <c:pt idx="1171">
                  <c:v>45031</c:v>
                </c:pt>
                <c:pt idx="1172">
                  <c:v>45030</c:v>
                </c:pt>
                <c:pt idx="1173">
                  <c:v>45029</c:v>
                </c:pt>
                <c:pt idx="1174">
                  <c:v>45028</c:v>
                </c:pt>
                <c:pt idx="1175">
                  <c:v>45027</c:v>
                </c:pt>
                <c:pt idx="1176">
                  <c:v>45026</c:v>
                </c:pt>
                <c:pt idx="1177">
                  <c:v>45025</c:v>
                </c:pt>
                <c:pt idx="1178">
                  <c:v>45024</c:v>
                </c:pt>
                <c:pt idx="1179">
                  <c:v>45023</c:v>
                </c:pt>
                <c:pt idx="1180">
                  <c:v>45022</c:v>
                </c:pt>
                <c:pt idx="1181">
                  <c:v>45021</c:v>
                </c:pt>
                <c:pt idx="1182">
                  <c:v>45020</c:v>
                </c:pt>
                <c:pt idx="1183">
                  <c:v>45019</c:v>
                </c:pt>
                <c:pt idx="1184">
                  <c:v>45018</c:v>
                </c:pt>
                <c:pt idx="1185">
                  <c:v>45017</c:v>
                </c:pt>
                <c:pt idx="1186">
                  <c:v>45016</c:v>
                </c:pt>
                <c:pt idx="1187">
                  <c:v>45015</c:v>
                </c:pt>
                <c:pt idx="1188">
                  <c:v>45014</c:v>
                </c:pt>
                <c:pt idx="1189">
                  <c:v>45013</c:v>
                </c:pt>
                <c:pt idx="1190">
                  <c:v>45012</c:v>
                </c:pt>
                <c:pt idx="1191">
                  <c:v>45011</c:v>
                </c:pt>
                <c:pt idx="1192">
                  <c:v>45010</c:v>
                </c:pt>
                <c:pt idx="1193">
                  <c:v>45009</c:v>
                </c:pt>
                <c:pt idx="1194">
                  <c:v>45008</c:v>
                </c:pt>
                <c:pt idx="1195">
                  <c:v>45007</c:v>
                </c:pt>
                <c:pt idx="1196">
                  <c:v>45006</c:v>
                </c:pt>
                <c:pt idx="1197">
                  <c:v>45005</c:v>
                </c:pt>
                <c:pt idx="1198">
                  <c:v>45004</c:v>
                </c:pt>
                <c:pt idx="1199">
                  <c:v>45003</c:v>
                </c:pt>
                <c:pt idx="1200">
                  <c:v>45002</c:v>
                </c:pt>
                <c:pt idx="1201">
                  <c:v>45001</c:v>
                </c:pt>
                <c:pt idx="1202">
                  <c:v>45000</c:v>
                </c:pt>
                <c:pt idx="1203">
                  <c:v>44999</c:v>
                </c:pt>
                <c:pt idx="1204">
                  <c:v>44998</c:v>
                </c:pt>
                <c:pt idx="1205">
                  <c:v>44997</c:v>
                </c:pt>
                <c:pt idx="1206">
                  <c:v>44996</c:v>
                </c:pt>
                <c:pt idx="1207">
                  <c:v>44995</c:v>
                </c:pt>
                <c:pt idx="1208">
                  <c:v>44994</c:v>
                </c:pt>
                <c:pt idx="1209">
                  <c:v>44993</c:v>
                </c:pt>
                <c:pt idx="1210">
                  <c:v>44992</c:v>
                </c:pt>
                <c:pt idx="1211">
                  <c:v>44991</c:v>
                </c:pt>
                <c:pt idx="1212">
                  <c:v>44990</c:v>
                </c:pt>
                <c:pt idx="1213">
                  <c:v>44989</c:v>
                </c:pt>
                <c:pt idx="1214">
                  <c:v>44988</c:v>
                </c:pt>
                <c:pt idx="1215">
                  <c:v>44987</c:v>
                </c:pt>
                <c:pt idx="1216">
                  <c:v>44986</c:v>
                </c:pt>
                <c:pt idx="1217">
                  <c:v>44985</c:v>
                </c:pt>
                <c:pt idx="1218">
                  <c:v>44984</c:v>
                </c:pt>
                <c:pt idx="1219">
                  <c:v>44983</c:v>
                </c:pt>
                <c:pt idx="1220">
                  <c:v>44982</c:v>
                </c:pt>
                <c:pt idx="1221">
                  <c:v>44981</c:v>
                </c:pt>
                <c:pt idx="1222">
                  <c:v>44980</c:v>
                </c:pt>
                <c:pt idx="1223">
                  <c:v>44979</c:v>
                </c:pt>
                <c:pt idx="1224">
                  <c:v>44978</c:v>
                </c:pt>
                <c:pt idx="1225">
                  <c:v>44977</c:v>
                </c:pt>
                <c:pt idx="1226">
                  <c:v>44976</c:v>
                </c:pt>
                <c:pt idx="1227">
                  <c:v>44975</c:v>
                </c:pt>
                <c:pt idx="1228">
                  <c:v>44974</c:v>
                </c:pt>
                <c:pt idx="1229">
                  <c:v>44973</c:v>
                </c:pt>
                <c:pt idx="1230">
                  <c:v>44972</c:v>
                </c:pt>
                <c:pt idx="1231">
                  <c:v>44971</c:v>
                </c:pt>
                <c:pt idx="1232">
                  <c:v>44970</c:v>
                </c:pt>
                <c:pt idx="1233">
                  <c:v>44969</c:v>
                </c:pt>
                <c:pt idx="1234">
                  <c:v>44968</c:v>
                </c:pt>
                <c:pt idx="1235">
                  <c:v>44967</c:v>
                </c:pt>
                <c:pt idx="1236">
                  <c:v>44966</c:v>
                </c:pt>
                <c:pt idx="1237">
                  <c:v>44965</c:v>
                </c:pt>
                <c:pt idx="1238">
                  <c:v>44964</c:v>
                </c:pt>
                <c:pt idx="1239">
                  <c:v>44963</c:v>
                </c:pt>
                <c:pt idx="1240">
                  <c:v>44962</c:v>
                </c:pt>
                <c:pt idx="1241">
                  <c:v>44961</c:v>
                </c:pt>
                <c:pt idx="1242">
                  <c:v>44960</c:v>
                </c:pt>
                <c:pt idx="1243">
                  <c:v>44959</c:v>
                </c:pt>
                <c:pt idx="1244">
                  <c:v>44958</c:v>
                </c:pt>
                <c:pt idx="1245">
                  <c:v>44957</c:v>
                </c:pt>
                <c:pt idx="1246">
                  <c:v>44956</c:v>
                </c:pt>
                <c:pt idx="1247">
                  <c:v>44955</c:v>
                </c:pt>
                <c:pt idx="1248">
                  <c:v>44954</c:v>
                </c:pt>
                <c:pt idx="1249">
                  <c:v>44953</c:v>
                </c:pt>
                <c:pt idx="1250">
                  <c:v>44952</c:v>
                </c:pt>
                <c:pt idx="1251">
                  <c:v>44951</c:v>
                </c:pt>
                <c:pt idx="1252">
                  <c:v>44950</c:v>
                </c:pt>
                <c:pt idx="1253">
                  <c:v>44949</c:v>
                </c:pt>
                <c:pt idx="1254">
                  <c:v>44948</c:v>
                </c:pt>
                <c:pt idx="1255">
                  <c:v>44947</c:v>
                </c:pt>
                <c:pt idx="1256">
                  <c:v>44946</c:v>
                </c:pt>
                <c:pt idx="1257">
                  <c:v>44945</c:v>
                </c:pt>
                <c:pt idx="1258">
                  <c:v>44944</c:v>
                </c:pt>
                <c:pt idx="1259">
                  <c:v>44943</c:v>
                </c:pt>
                <c:pt idx="1260">
                  <c:v>44942</c:v>
                </c:pt>
                <c:pt idx="1261">
                  <c:v>44941</c:v>
                </c:pt>
                <c:pt idx="1262">
                  <c:v>44940</c:v>
                </c:pt>
                <c:pt idx="1263">
                  <c:v>44939</c:v>
                </c:pt>
                <c:pt idx="1264">
                  <c:v>44938</c:v>
                </c:pt>
                <c:pt idx="1265">
                  <c:v>44937</c:v>
                </c:pt>
                <c:pt idx="1266">
                  <c:v>44936</c:v>
                </c:pt>
                <c:pt idx="1267">
                  <c:v>44935</c:v>
                </c:pt>
                <c:pt idx="1268">
                  <c:v>44934</c:v>
                </c:pt>
                <c:pt idx="1269">
                  <c:v>44933</c:v>
                </c:pt>
                <c:pt idx="1270">
                  <c:v>44932</c:v>
                </c:pt>
                <c:pt idx="1271">
                  <c:v>44931</c:v>
                </c:pt>
                <c:pt idx="1272">
                  <c:v>44930</c:v>
                </c:pt>
                <c:pt idx="1273">
                  <c:v>44929</c:v>
                </c:pt>
                <c:pt idx="1274">
                  <c:v>44928</c:v>
                </c:pt>
                <c:pt idx="1275">
                  <c:v>44927</c:v>
                </c:pt>
                <c:pt idx="1276">
                  <c:v>44926</c:v>
                </c:pt>
                <c:pt idx="1277">
                  <c:v>44925</c:v>
                </c:pt>
                <c:pt idx="1278">
                  <c:v>44924</c:v>
                </c:pt>
                <c:pt idx="1279">
                  <c:v>44923</c:v>
                </c:pt>
                <c:pt idx="1280">
                  <c:v>44922</c:v>
                </c:pt>
                <c:pt idx="1281">
                  <c:v>44921</c:v>
                </c:pt>
                <c:pt idx="1282">
                  <c:v>44920</c:v>
                </c:pt>
                <c:pt idx="1283">
                  <c:v>44919</c:v>
                </c:pt>
                <c:pt idx="1284">
                  <c:v>44918</c:v>
                </c:pt>
                <c:pt idx="1285">
                  <c:v>44917</c:v>
                </c:pt>
                <c:pt idx="1286">
                  <c:v>44916</c:v>
                </c:pt>
                <c:pt idx="1287">
                  <c:v>44915</c:v>
                </c:pt>
                <c:pt idx="1288">
                  <c:v>44914</c:v>
                </c:pt>
                <c:pt idx="1289">
                  <c:v>44913</c:v>
                </c:pt>
                <c:pt idx="1290">
                  <c:v>44912</c:v>
                </c:pt>
                <c:pt idx="1291">
                  <c:v>44911</c:v>
                </c:pt>
                <c:pt idx="1292">
                  <c:v>44910</c:v>
                </c:pt>
                <c:pt idx="1293">
                  <c:v>44909</c:v>
                </c:pt>
                <c:pt idx="1294">
                  <c:v>44908</c:v>
                </c:pt>
                <c:pt idx="1295">
                  <c:v>44907</c:v>
                </c:pt>
                <c:pt idx="1296">
                  <c:v>44906</c:v>
                </c:pt>
                <c:pt idx="1297">
                  <c:v>44905</c:v>
                </c:pt>
                <c:pt idx="1298">
                  <c:v>44904</c:v>
                </c:pt>
                <c:pt idx="1299">
                  <c:v>44903</c:v>
                </c:pt>
                <c:pt idx="1300">
                  <c:v>44902</c:v>
                </c:pt>
                <c:pt idx="1301">
                  <c:v>44901</c:v>
                </c:pt>
                <c:pt idx="1302">
                  <c:v>44900</c:v>
                </c:pt>
                <c:pt idx="1303">
                  <c:v>44899</c:v>
                </c:pt>
                <c:pt idx="1304">
                  <c:v>44898</c:v>
                </c:pt>
                <c:pt idx="1305">
                  <c:v>44897</c:v>
                </c:pt>
                <c:pt idx="1306">
                  <c:v>44896</c:v>
                </c:pt>
                <c:pt idx="1307">
                  <c:v>44895</c:v>
                </c:pt>
                <c:pt idx="1308">
                  <c:v>44894</c:v>
                </c:pt>
                <c:pt idx="1309">
                  <c:v>44893</c:v>
                </c:pt>
                <c:pt idx="1310">
                  <c:v>44892</c:v>
                </c:pt>
                <c:pt idx="1311">
                  <c:v>44891</c:v>
                </c:pt>
                <c:pt idx="1312">
                  <c:v>44890</c:v>
                </c:pt>
                <c:pt idx="1313">
                  <c:v>44889</c:v>
                </c:pt>
                <c:pt idx="1314">
                  <c:v>44888</c:v>
                </c:pt>
                <c:pt idx="1315">
                  <c:v>44887</c:v>
                </c:pt>
                <c:pt idx="1316">
                  <c:v>44886</c:v>
                </c:pt>
                <c:pt idx="1317">
                  <c:v>44885</c:v>
                </c:pt>
                <c:pt idx="1318">
                  <c:v>44884</c:v>
                </c:pt>
                <c:pt idx="1319">
                  <c:v>44883</c:v>
                </c:pt>
                <c:pt idx="1320">
                  <c:v>44882</c:v>
                </c:pt>
                <c:pt idx="1321">
                  <c:v>44881</c:v>
                </c:pt>
                <c:pt idx="1322">
                  <c:v>44880</c:v>
                </c:pt>
                <c:pt idx="1323">
                  <c:v>44879</c:v>
                </c:pt>
                <c:pt idx="1324">
                  <c:v>44878</c:v>
                </c:pt>
                <c:pt idx="1325">
                  <c:v>44877</c:v>
                </c:pt>
                <c:pt idx="1326">
                  <c:v>44876</c:v>
                </c:pt>
                <c:pt idx="1327">
                  <c:v>44875</c:v>
                </c:pt>
                <c:pt idx="1328">
                  <c:v>44874</c:v>
                </c:pt>
                <c:pt idx="1329">
                  <c:v>44873</c:v>
                </c:pt>
                <c:pt idx="1330">
                  <c:v>44872</c:v>
                </c:pt>
                <c:pt idx="1331">
                  <c:v>44871</c:v>
                </c:pt>
                <c:pt idx="1332">
                  <c:v>44870</c:v>
                </c:pt>
                <c:pt idx="1333">
                  <c:v>44869</c:v>
                </c:pt>
                <c:pt idx="1334">
                  <c:v>44868</c:v>
                </c:pt>
                <c:pt idx="1335">
                  <c:v>44867</c:v>
                </c:pt>
                <c:pt idx="1336">
                  <c:v>44866</c:v>
                </c:pt>
                <c:pt idx="1337">
                  <c:v>44865</c:v>
                </c:pt>
                <c:pt idx="1338">
                  <c:v>44864</c:v>
                </c:pt>
                <c:pt idx="1339">
                  <c:v>44863</c:v>
                </c:pt>
                <c:pt idx="1340">
                  <c:v>44862</c:v>
                </c:pt>
                <c:pt idx="1341">
                  <c:v>44861</c:v>
                </c:pt>
                <c:pt idx="1342">
                  <c:v>44860</c:v>
                </c:pt>
                <c:pt idx="1343">
                  <c:v>44859</c:v>
                </c:pt>
                <c:pt idx="1344">
                  <c:v>44858</c:v>
                </c:pt>
                <c:pt idx="1345">
                  <c:v>44857</c:v>
                </c:pt>
                <c:pt idx="1346">
                  <c:v>44856</c:v>
                </c:pt>
                <c:pt idx="1347">
                  <c:v>44855</c:v>
                </c:pt>
                <c:pt idx="1348">
                  <c:v>44854</c:v>
                </c:pt>
                <c:pt idx="1349">
                  <c:v>44853</c:v>
                </c:pt>
                <c:pt idx="1350">
                  <c:v>44852</c:v>
                </c:pt>
                <c:pt idx="1351">
                  <c:v>44851</c:v>
                </c:pt>
                <c:pt idx="1352">
                  <c:v>44850</c:v>
                </c:pt>
                <c:pt idx="1353">
                  <c:v>44849</c:v>
                </c:pt>
                <c:pt idx="1354">
                  <c:v>44848</c:v>
                </c:pt>
                <c:pt idx="1355">
                  <c:v>44847</c:v>
                </c:pt>
                <c:pt idx="1356">
                  <c:v>44846</c:v>
                </c:pt>
                <c:pt idx="1357">
                  <c:v>44845</c:v>
                </c:pt>
                <c:pt idx="1358">
                  <c:v>44844</c:v>
                </c:pt>
                <c:pt idx="1359">
                  <c:v>44843</c:v>
                </c:pt>
                <c:pt idx="1360">
                  <c:v>44842</c:v>
                </c:pt>
                <c:pt idx="1361">
                  <c:v>44841</c:v>
                </c:pt>
                <c:pt idx="1362">
                  <c:v>44840</c:v>
                </c:pt>
                <c:pt idx="1363">
                  <c:v>44839</c:v>
                </c:pt>
                <c:pt idx="1364">
                  <c:v>44838</c:v>
                </c:pt>
                <c:pt idx="1365">
                  <c:v>44837</c:v>
                </c:pt>
                <c:pt idx="1366">
                  <c:v>44836</c:v>
                </c:pt>
                <c:pt idx="1367">
                  <c:v>44835</c:v>
                </c:pt>
                <c:pt idx="1368">
                  <c:v>44834</c:v>
                </c:pt>
                <c:pt idx="1369">
                  <c:v>44833</c:v>
                </c:pt>
                <c:pt idx="1370">
                  <c:v>44832</c:v>
                </c:pt>
                <c:pt idx="1371">
                  <c:v>44831</c:v>
                </c:pt>
                <c:pt idx="1372">
                  <c:v>44830</c:v>
                </c:pt>
                <c:pt idx="1373">
                  <c:v>44829</c:v>
                </c:pt>
                <c:pt idx="1374">
                  <c:v>44828</c:v>
                </c:pt>
                <c:pt idx="1375">
                  <c:v>44827</c:v>
                </c:pt>
                <c:pt idx="1376">
                  <c:v>44826</c:v>
                </c:pt>
                <c:pt idx="1377">
                  <c:v>44825</c:v>
                </c:pt>
                <c:pt idx="1378">
                  <c:v>44824</c:v>
                </c:pt>
                <c:pt idx="1379">
                  <c:v>44823</c:v>
                </c:pt>
                <c:pt idx="1380">
                  <c:v>44822</c:v>
                </c:pt>
                <c:pt idx="1381">
                  <c:v>44821</c:v>
                </c:pt>
                <c:pt idx="1382">
                  <c:v>44820</c:v>
                </c:pt>
                <c:pt idx="1383">
                  <c:v>44819</c:v>
                </c:pt>
                <c:pt idx="1384">
                  <c:v>44818</c:v>
                </c:pt>
                <c:pt idx="1385">
                  <c:v>44817</c:v>
                </c:pt>
                <c:pt idx="1386">
                  <c:v>44816</c:v>
                </c:pt>
                <c:pt idx="1387">
                  <c:v>44815</c:v>
                </c:pt>
                <c:pt idx="1388">
                  <c:v>44814</c:v>
                </c:pt>
                <c:pt idx="1389">
                  <c:v>44813</c:v>
                </c:pt>
                <c:pt idx="1390">
                  <c:v>44812</c:v>
                </c:pt>
                <c:pt idx="1391">
                  <c:v>44811</c:v>
                </c:pt>
                <c:pt idx="1392">
                  <c:v>44810</c:v>
                </c:pt>
                <c:pt idx="1393">
                  <c:v>44809</c:v>
                </c:pt>
                <c:pt idx="1394">
                  <c:v>44808</c:v>
                </c:pt>
                <c:pt idx="1395">
                  <c:v>44807</c:v>
                </c:pt>
                <c:pt idx="1396">
                  <c:v>44806</c:v>
                </c:pt>
                <c:pt idx="1397">
                  <c:v>44805</c:v>
                </c:pt>
                <c:pt idx="1398">
                  <c:v>44804</c:v>
                </c:pt>
                <c:pt idx="1399">
                  <c:v>44803</c:v>
                </c:pt>
                <c:pt idx="1400">
                  <c:v>44802</c:v>
                </c:pt>
                <c:pt idx="1401">
                  <c:v>44801</c:v>
                </c:pt>
                <c:pt idx="1402">
                  <c:v>44800</c:v>
                </c:pt>
                <c:pt idx="1403">
                  <c:v>44799</c:v>
                </c:pt>
                <c:pt idx="1404">
                  <c:v>44798</c:v>
                </c:pt>
                <c:pt idx="1405">
                  <c:v>44797</c:v>
                </c:pt>
                <c:pt idx="1406">
                  <c:v>44796</c:v>
                </c:pt>
                <c:pt idx="1407">
                  <c:v>44795</c:v>
                </c:pt>
                <c:pt idx="1408">
                  <c:v>44794</c:v>
                </c:pt>
                <c:pt idx="1409">
                  <c:v>44793</c:v>
                </c:pt>
                <c:pt idx="1410">
                  <c:v>44792</c:v>
                </c:pt>
                <c:pt idx="1411">
                  <c:v>44791</c:v>
                </c:pt>
                <c:pt idx="1412">
                  <c:v>44790</c:v>
                </c:pt>
                <c:pt idx="1413">
                  <c:v>44789</c:v>
                </c:pt>
                <c:pt idx="1414">
                  <c:v>44788</c:v>
                </c:pt>
                <c:pt idx="1415">
                  <c:v>44787</c:v>
                </c:pt>
                <c:pt idx="1416">
                  <c:v>44786</c:v>
                </c:pt>
                <c:pt idx="1417">
                  <c:v>44785</c:v>
                </c:pt>
                <c:pt idx="1418">
                  <c:v>44784</c:v>
                </c:pt>
                <c:pt idx="1419">
                  <c:v>44783</c:v>
                </c:pt>
                <c:pt idx="1420">
                  <c:v>44782</c:v>
                </c:pt>
                <c:pt idx="1421">
                  <c:v>44781</c:v>
                </c:pt>
                <c:pt idx="1422">
                  <c:v>44780</c:v>
                </c:pt>
                <c:pt idx="1423">
                  <c:v>44779</c:v>
                </c:pt>
                <c:pt idx="1424">
                  <c:v>44778</c:v>
                </c:pt>
                <c:pt idx="1425">
                  <c:v>44777</c:v>
                </c:pt>
                <c:pt idx="1426">
                  <c:v>44776</c:v>
                </c:pt>
                <c:pt idx="1427">
                  <c:v>44775</c:v>
                </c:pt>
                <c:pt idx="1428">
                  <c:v>44774</c:v>
                </c:pt>
                <c:pt idx="1429">
                  <c:v>44773</c:v>
                </c:pt>
                <c:pt idx="1430">
                  <c:v>44772</c:v>
                </c:pt>
                <c:pt idx="1431">
                  <c:v>44771</c:v>
                </c:pt>
                <c:pt idx="1432">
                  <c:v>44770</c:v>
                </c:pt>
                <c:pt idx="1433">
                  <c:v>44769</c:v>
                </c:pt>
                <c:pt idx="1434">
                  <c:v>44768</c:v>
                </c:pt>
                <c:pt idx="1435">
                  <c:v>44767</c:v>
                </c:pt>
                <c:pt idx="1436">
                  <c:v>44766</c:v>
                </c:pt>
                <c:pt idx="1437">
                  <c:v>44765</c:v>
                </c:pt>
                <c:pt idx="1438">
                  <c:v>44764</c:v>
                </c:pt>
                <c:pt idx="1439">
                  <c:v>44763</c:v>
                </c:pt>
                <c:pt idx="1440">
                  <c:v>44762</c:v>
                </c:pt>
                <c:pt idx="1441">
                  <c:v>44761</c:v>
                </c:pt>
                <c:pt idx="1442">
                  <c:v>44760</c:v>
                </c:pt>
                <c:pt idx="1443">
                  <c:v>44759</c:v>
                </c:pt>
                <c:pt idx="1444">
                  <c:v>44758</c:v>
                </c:pt>
                <c:pt idx="1445">
                  <c:v>44757</c:v>
                </c:pt>
                <c:pt idx="1446">
                  <c:v>44756</c:v>
                </c:pt>
                <c:pt idx="1447">
                  <c:v>44755</c:v>
                </c:pt>
                <c:pt idx="1448">
                  <c:v>44754</c:v>
                </c:pt>
                <c:pt idx="1449">
                  <c:v>44753</c:v>
                </c:pt>
                <c:pt idx="1450">
                  <c:v>44752</c:v>
                </c:pt>
                <c:pt idx="1451">
                  <c:v>44751</c:v>
                </c:pt>
                <c:pt idx="1452">
                  <c:v>44750</c:v>
                </c:pt>
                <c:pt idx="1453">
                  <c:v>44749</c:v>
                </c:pt>
                <c:pt idx="1454">
                  <c:v>44748</c:v>
                </c:pt>
                <c:pt idx="1455">
                  <c:v>44747</c:v>
                </c:pt>
                <c:pt idx="1456">
                  <c:v>44746</c:v>
                </c:pt>
                <c:pt idx="1457">
                  <c:v>44745</c:v>
                </c:pt>
                <c:pt idx="1458">
                  <c:v>44744</c:v>
                </c:pt>
                <c:pt idx="1459">
                  <c:v>44743</c:v>
                </c:pt>
                <c:pt idx="1460">
                  <c:v>44742</c:v>
                </c:pt>
                <c:pt idx="1461">
                  <c:v>44741</c:v>
                </c:pt>
                <c:pt idx="1462">
                  <c:v>44740</c:v>
                </c:pt>
                <c:pt idx="1463">
                  <c:v>44739</c:v>
                </c:pt>
                <c:pt idx="1464">
                  <c:v>44738</c:v>
                </c:pt>
                <c:pt idx="1465">
                  <c:v>44737</c:v>
                </c:pt>
                <c:pt idx="1466">
                  <c:v>44736</c:v>
                </c:pt>
                <c:pt idx="1467">
                  <c:v>44735</c:v>
                </c:pt>
                <c:pt idx="1468">
                  <c:v>44734</c:v>
                </c:pt>
                <c:pt idx="1469">
                  <c:v>44733</c:v>
                </c:pt>
                <c:pt idx="1470">
                  <c:v>44732</c:v>
                </c:pt>
                <c:pt idx="1471">
                  <c:v>44731</c:v>
                </c:pt>
                <c:pt idx="1472">
                  <c:v>44730</c:v>
                </c:pt>
                <c:pt idx="1473">
                  <c:v>44729</c:v>
                </c:pt>
                <c:pt idx="1474">
                  <c:v>44728</c:v>
                </c:pt>
                <c:pt idx="1475">
                  <c:v>44727</c:v>
                </c:pt>
                <c:pt idx="1476">
                  <c:v>44726</c:v>
                </c:pt>
                <c:pt idx="1477">
                  <c:v>44725</c:v>
                </c:pt>
                <c:pt idx="1478">
                  <c:v>44724</c:v>
                </c:pt>
                <c:pt idx="1479">
                  <c:v>44723</c:v>
                </c:pt>
                <c:pt idx="1480">
                  <c:v>44722</c:v>
                </c:pt>
                <c:pt idx="1481">
                  <c:v>44721</c:v>
                </c:pt>
                <c:pt idx="1482">
                  <c:v>44720</c:v>
                </c:pt>
                <c:pt idx="1483">
                  <c:v>44719</c:v>
                </c:pt>
                <c:pt idx="1484">
                  <c:v>44718</c:v>
                </c:pt>
                <c:pt idx="1485">
                  <c:v>44717</c:v>
                </c:pt>
                <c:pt idx="1486">
                  <c:v>44716</c:v>
                </c:pt>
                <c:pt idx="1487">
                  <c:v>44715</c:v>
                </c:pt>
                <c:pt idx="1488">
                  <c:v>44714</c:v>
                </c:pt>
                <c:pt idx="1489">
                  <c:v>44713</c:v>
                </c:pt>
                <c:pt idx="1490">
                  <c:v>44712</c:v>
                </c:pt>
                <c:pt idx="1491">
                  <c:v>44711</c:v>
                </c:pt>
                <c:pt idx="1492">
                  <c:v>44710</c:v>
                </c:pt>
                <c:pt idx="1493">
                  <c:v>44709</c:v>
                </c:pt>
                <c:pt idx="1494">
                  <c:v>44708</c:v>
                </c:pt>
                <c:pt idx="1495">
                  <c:v>44707</c:v>
                </c:pt>
                <c:pt idx="1496">
                  <c:v>44706</c:v>
                </c:pt>
                <c:pt idx="1497">
                  <c:v>44705</c:v>
                </c:pt>
                <c:pt idx="1498">
                  <c:v>44704</c:v>
                </c:pt>
                <c:pt idx="1499">
                  <c:v>44703</c:v>
                </c:pt>
                <c:pt idx="1500">
                  <c:v>44702</c:v>
                </c:pt>
                <c:pt idx="1501">
                  <c:v>44701</c:v>
                </c:pt>
                <c:pt idx="1502">
                  <c:v>44700</c:v>
                </c:pt>
                <c:pt idx="1503">
                  <c:v>44699</c:v>
                </c:pt>
                <c:pt idx="1504">
                  <c:v>44698</c:v>
                </c:pt>
                <c:pt idx="1505">
                  <c:v>44697</c:v>
                </c:pt>
                <c:pt idx="1506">
                  <c:v>44696</c:v>
                </c:pt>
                <c:pt idx="1507">
                  <c:v>44695</c:v>
                </c:pt>
                <c:pt idx="1508">
                  <c:v>44694</c:v>
                </c:pt>
                <c:pt idx="1509">
                  <c:v>44693</c:v>
                </c:pt>
                <c:pt idx="1510">
                  <c:v>44692</c:v>
                </c:pt>
                <c:pt idx="1511">
                  <c:v>44691</c:v>
                </c:pt>
                <c:pt idx="1512">
                  <c:v>44690</c:v>
                </c:pt>
                <c:pt idx="1513">
                  <c:v>44689</c:v>
                </c:pt>
                <c:pt idx="1514">
                  <c:v>44688</c:v>
                </c:pt>
                <c:pt idx="1515">
                  <c:v>44687</c:v>
                </c:pt>
                <c:pt idx="1516">
                  <c:v>44686</c:v>
                </c:pt>
                <c:pt idx="1517">
                  <c:v>44685</c:v>
                </c:pt>
                <c:pt idx="1518">
                  <c:v>44684</c:v>
                </c:pt>
                <c:pt idx="1519">
                  <c:v>44683</c:v>
                </c:pt>
                <c:pt idx="1520">
                  <c:v>44682</c:v>
                </c:pt>
                <c:pt idx="1521">
                  <c:v>44681</c:v>
                </c:pt>
                <c:pt idx="1522">
                  <c:v>44680</c:v>
                </c:pt>
                <c:pt idx="1523">
                  <c:v>44679</c:v>
                </c:pt>
                <c:pt idx="1524">
                  <c:v>44678</c:v>
                </c:pt>
                <c:pt idx="1525">
                  <c:v>44677</c:v>
                </c:pt>
                <c:pt idx="1526">
                  <c:v>44676</c:v>
                </c:pt>
                <c:pt idx="1527">
                  <c:v>44675</c:v>
                </c:pt>
                <c:pt idx="1528">
                  <c:v>44674</c:v>
                </c:pt>
                <c:pt idx="1529">
                  <c:v>44673</c:v>
                </c:pt>
                <c:pt idx="1530">
                  <c:v>44672</c:v>
                </c:pt>
                <c:pt idx="1531">
                  <c:v>44671</c:v>
                </c:pt>
                <c:pt idx="1532">
                  <c:v>44670</c:v>
                </c:pt>
                <c:pt idx="1533">
                  <c:v>44669</c:v>
                </c:pt>
                <c:pt idx="1534">
                  <c:v>44668</c:v>
                </c:pt>
                <c:pt idx="1535">
                  <c:v>44667</c:v>
                </c:pt>
                <c:pt idx="1536">
                  <c:v>44666</c:v>
                </c:pt>
                <c:pt idx="1537">
                  <c:v>44665</c:v>
                </c:pt>
                <c:pt idx="1538">
                  <c:v>44664</c:v>
                </c:pt>
                <c:pt idx="1539">
                  <c:v>44663</c:v>
                </c:pt>
                <c:pt idx="1540">
                  <c:v>44662</c:v>
                </c:pt>
                <c:pt idx="1541">
                  <c:v>44661</c:v>
                </c:pt>
                <c:pt idx="1542">
                  <c:v>44660</c:v>
                </c:pt>
                <c:pt idx="1543">
                  <c:v>44659</c:v>
                </c:pt>
                <c:pt idx="1544">
                  <c:v>44658</c:v>
                </c:pt>
                <c:pt idx="1545">
                  <c:v>44657</c:v>
                </c:pt>
                <c:pt idx="1546">
                  <c:v>44656</c:v>
                </c:pt>
                <c:pt idx="1547">
                  <c:v>44655</c:v>
                </c:pt>
                <c:pt idx="1548">
                  <c:v>44654</c:v>
                </c:pt>
                <c:pt idx="1549">
                  <c:v>44653</c:v>
                </c:pt>
                <c:pt idx="1550">
                  <c:v>44652</c:v>
                </c:pt>
                <c:pt idx="1551">
                  <c:v>44651</c:v>
                </c:pt>
                <c:pt idx="1552">
                  <c:v>44650</c:v>
                </c:pt>
                <c:pt idx="1553">
                  <c:v>44649</c:v>
                </c:pt>
                <c:pt idx="1554">
                  <c:v>44648</c:v>
                </c:pt>
                <c:pt idx="1555">
                  <c:v>44647</c:v>
                </c:pt>
                <c:pt idx="1556">
                  <c:v>44646</c:v>
                </c:pt>
                <c:pt idx="1557">
                  <c:v>44645</c:v>
                </c:pt>
                <c:pt idx="1558">
                  <c:v>44644</c:v>
                </c:pt>
                <c:pt idx="1559">
                  <c:v>44643</c:v>
                </c:pt>
                <c:pt idx="1560">
                  <c:v>44642</c:v>
                </c:pt>
                <c:pt idx="1561">
                  <c:v>44641</c:v>
                </c:pt>
                <c:pt idx="1562">
                  <c:v>44640</c:v>
                </c:pt>
                <c:pt idx="1563">
                  <c:v>44639</c:v>
                </c:pt>
                <c:pt idx="1564">
                  <c:v>44638</c:v>
                </c:pt>
                <c:pt idx="1565">
                  <c:v>44637</c:v>
                </c:pt>
                <c:pt idx="1566">
                  <c:v>44636</c:v>
                </c:pt>
                <c:pt idx="1567">
                  <c:v>44635</c:v>
                </c:pt>
                <c:pt idx="1568">
                  <c:v>44634</c:v>
                </c:pt>
                <c:pt idx="1569">
                  <c:v>44633</c:v>
                </c:pt>
                <c:pt idx="1570">
                  <c:v>44632</c:v>
                </c:pt>
                <c:pt idx="1571">
                  <c:v>44631</c:v>
                </c:pt>
                <c:pt idx="1572">
                  <c:v>44630</c:v>
                </c:pt>
                <c:pt idx="1573">
                  <c:v>44629</c:v>
                </c:pt>
                <c:pt idx="1574">
                  <c:v>44628</c:v>
                </c:pt>
                <c:pt idx="1575">
                  <c:v>44627</c:v>
                </c:pt>
                <c:pt idx="1576">
                  <c:v>44626</c:v>
                </c:pt>
                <c:pt idx="1577">
                  <c:v>44625</c:v>
                </c:pt>
                <c:pt idx="1578">
                  <c:v>44624</c:v>
                </c:pt>
                <c:pt idx="1579">
                  <c:v>44623</c:v>
                </c:pt>
                <c:pt idx="1580">
                  <c:v>44622</c:v>
                </c:pt>
                <c:pt idx="1581">
                  <c:v>44621</c:v>
                </c:pt>
                <c:pt idx="1582">
                  <c:v>44620</c:v>
                </c:pt>
                <c:pt idx="1583">
                  <c:v>44619</c:v>
                </c:pt>
                <c:pt idx="1584">
                  <c:v>44618</c:v>
                </c:pt>
                <c:pt idx="1585">
                  <c:v>44617</c:v>
                </c:pt>
                <c:pt idx="1586">
                  <c:v>44616</c:v>
                </c:pt>
                <c:pt idx="1587">
                  <c:v>44615</c:v>
                </c:pt>
                <c:pt idx="1588">
                  <c:v>44614</c:v>
                </c:pt>
                <c:pt idx="1589">
                  <c:v>44613</c:v>
                </c:pt>
                <c:pt idx="1590">
                  <c:v>44612</c:v>
                </c:pt>
                <c:pt idx="1591">
                  <c:v>44611</c:v>
                </c:pt>
                <c:pt idx="1592">
                  <c:v>44610</c:v>
                </c:pt>
                <c:pt idx="1593">
                  <c:v>44609</c:v>
                </c:pt>
                <c:pt idx="1594">
                  <c:v>44608</c:v>
                </c:pt>
                <c:pt idx="1595">
                  <c:v>44607</c:v>
                </c:pt>
                <c:pt idx="1596">
                  <c:v>44606</c:v>
                </c:pt>
                <c:pt idx="1597">
                  <c:v>44605</c:v>
                </c:pt>
                <c:pt idx="1598">
                  <c:v>44604</c:v>
                </c:pt>
                <c:pt idx="1599">
                  <c:v>44603</c:v>
                </c:pt>
                <c:pt idx="1600">
                  <c:v>44602</c:v>
                </c:pt>
                <c:pt idx="1601">
                  <c:v>44601</c:v>
                </c:pt>
                <c:pt idx="1602">
                  <c:v>44600</c:v>
                </c:pt>
                <c:pt idx="1603">
                  <c:v>44599</c:v>
                </c:pt>
                <c:pt idx="1604">
                  <c:v>44598</c:v>
                </c:pt>
                <c:pt idx="1605">
                  <c:v>44597</c:v>
                </c:pt>
                <c:pt idx="1606">
                  <c:v>44596</c:v>
                </c:pt>
                <c:pt idx="1607">
                  <c:v>44595</c:v>
                </c:pt>
                <c:pt idx="1608">
                  <c:v>44594</c:v>
                </c:pt>
                <c:pt idx="1609">
                  <c:v>44593</c:v>
                </c:pt>
                <c:pt idx="1610">
                  <c:v>44592</c:v>
                </c:pt>
                <c:pt idx="1611">
                  <c:v>44591</c:v>
                </c:pt>
                <c:pt idx="1612">
                  <c:v>44590</c:v>
                </c:pt>
                <c:pt idx="1613">
                  <c:v>44589</c:v>
                </c:pt>
                <c:pt idx="1614">
                  <c:v>44588</c:v>
                </c:pt>
                <c:pt idx="1615">
                  <c:v>44587</c:v>
                </c:pt>
                <c:pt idx="1616">
                  <c:v>44586</c:v>
                </c:pt>
                <c:pt idx="1617">
                  <c:v>44585</c:v>
                </c:pt>
                <c:pt idx="1618">
                  <c:v>44584</c:v>
                </c:pt>
                <c:pt idx="1619">
                  <c:v>44583</c:v>
                </c:pt>
                <c:pt idx="1620">
                  <c:v>44582</c:v>
                </c:pt>
                <c:pt idx="1621">
                  <c:v>44581</c:v>
                </c:pt>
                <c:pt idx="1622">
                  <c:v>44580</c:v>
                </c:pt>
                <c:pt idx="1623">
                  <c:v>44579</c:v>
                </c:pt>
                <c:pt idx="1624">
                  <c:v>44578</c:v>
                </c:pt>
                <c:pt idx="1625">
                  <c:v>44577</c:v>
                </c:pt>
                <c:pt idx="1626">
                  <c:v>44576</c:v>
                </c:pt>
                <c:pt idx="1627">
                  <c:v>44575</c:v>
                </c:pt>
                <c:pt idx="1628">
                  <c:v>44574</c:v>
                </c:pt>
                <c:pt idx="1629">
                  <c:v>44573</c:v>
                </c:pt>
                <c:pt idx="1630">
                  <c:v>44572</c:v>
                </c:pt>
                <c:pt idx="1631">
                  <c:v>44571</c:v>
                </c:pt>
                <c:pt idx="1632">
                  <c:v>44570</c:v>
                </c:pt>
                <c:pt idx="1633">
                  <c:v>44569</c:v>
                </c:pt>
                <c:pt idx="1634">
                  <c:v>44568</c:v>
                </c:pt>
                <c:pt idx="1635">
                  <c:v>44567</c:v>
                </c:pt>
                <c:pt idx="1636">
                  <c:v>44566</c:v>
                </c:pt>
                <c:pt idx="1637">
                  <c:v>44565</c:v>
                </c:pt>
                <c:pt idx="1638">
                  <c:v>44564</c:v>
                </c:pt>
                <c:pt idx="1639">
                  <c:v>44563</c:v>
                </c:pt>
                <c:pt idx="1640">
                  <c:v>44562</c:v>
                </c:pt>
                <c:pt idx="1641">
                  <c:v>44561</c:v>
                </c:pt>
                <c:pt idx="1642">
                  <c:v>44560</c:v>
                </c:pt>
                <c:pt idx="1643">
                  <c:v>44559</c:v>
                </c:pt>
                <c:pt idx="1644">
                  <c:v>44558</c:v>
                </c:pt>
                <c:pt idx="1645">
                  <c:v>44557</c:v>
                </c:pt>
                <c:pt idx="1646">
                  <c:v>44556</c:v>
                </c:pt>
                <c:pt idx="1647">
                  <c:v>44555</c:v>
                </c:pt>
                <c:pt idx="1648">
                  <c:v>44554</c:v>
                </c:pt>
                <c:pt idx="1649">
                  <c:v>44553</c:v>
                </c:pt>
                <c:pt idx="1650">
                  <c:v>44552</c:v>
                </c:pt>
                <c:pt idx="1651">
                  <c:v>44551</c:v>
                </c:pt>
                <c:pt idx="1652">
                  <c:v>44550</c:v>
                </c:pt>
                <c:pt idx="1653">
                  <c:v>44549</c:v>
                </c:pt>
                <c:pt idx="1654">
                  <c:v>44548</c:v>
                </c:pt>
                <c:pt idx="1655">
                  <c:v>44547</c:v>
                </c:pt>
                <c:pt idx="1656">
                  <c:v>44546</c:v>
                </c:pt>
                <c:pt idx="1657">
                  <c:v>44545</c:v>
                </c:pt>
                <c:pt idx="1658">
                  <c:v>44544</c:v>
                </c:pt>
                <c:pt idx="1659">
                  <c:v>44543</c:v>
                </c:pt>
                <c:pt idx="1660">
                  <c:v>44542</c:v>
                </c:pt>
                <c:pt idx="1661">
                  <c:v>44541</c:v>
                </c:pt>
                <c:pt idx="1662">
                  <c:v>44540</c:v>
                </c:pt>
                <c:pt idx="1663">
                  <c:v>44539</c:v>
                </c:pt>
                <c:pt idx="1664">
                  <c:v>44538</c:v>
                </c:pt>
                <c:pt idx="1665">
                  <c:v>44537</c:v>
                </c:pt>
                <c:pt idx="1666">
                  <c:v>44536</c:v>
                </c:pt>
                <c:pt idx="1667">
                  <c:v>44535</c:v>
                </c:pt>
                <c:pt idx="1668">
                  <c:v>44534</c:v>
                </c:pt>
                <c:pt idx="1669">
                  <c:v>44533</c:v>
                </c:pt>
                <c:pt idx="1670">
                  <c:v>44532</c:v>
                </c:pt>
                <c:pt idx="1671">
                  <c:v>44531</c:v>
                </c:pt>
                <c:pt idx="1672">
                  <c:v>44530</c:v>
                </c:pt>
                <c:pt idx="1673">
                  <c:v>44529</c:v>
                </c:pt>
                <c:pt idx="1674">
                  <c:v>44528</c:v>
                </c:pt>
                <c:pt idx="1675">
                  <c:v>44527</c:v>
                </c:pt>
                <c:pt idx="1676">
                  <c:v>44526</c:v>
                </c:pt>
                <c:pt idx="1677">
                  <c:v>44525</c:v>
                </c:pt>
                <c:pt idx="1678">
                  <c:v>44524</c:v>
                </c:pt>
                <c:pt idx="1679">
                  <c:v>44523</c:v>
                </c:pt>
                <c:pt idx="1680">
                  <c:v>44522</c:v>
                </c:pt>
                <c:pt idx="1681">
                  <c:v>44521</c:v>
                </c:pt>
                <c:pt idx="1682">
                  <c:v>44520</c:v>
                </c:pt>
                <c:pt idx="1683">
                  <c:v>44519</c:v>
                </c:pt>
                <c:pt idx="1684">
                  <c:v>44518</c:v>
                </c:pt>
                <c:pt idx="1685">
                  <c:v>44517</c:v>
                </c:pt>
                <c:pt idx="1686">
                  <c:v>44516</c:v>
                </c:pt>
                <c:pt idx="1687">
                  <c:v>44515</c:v>
                </c:pt>
                <c:pt idx="1688">
                  <c:v>44514</c:v>
                </c:pt>
                <c:pt idx="1689">
                  <c:v>44513</c:v>
                </c:pt>
                <c:pt idx="1690">
                  <c:v>44512</c:v>
                </c:pt>
                <c:pt idx="1691">
                  <c:v>44511</c:v>
                </c:pt>
                <c:pt idx="1692">
                  <c:v>44510</c:v>
                </c:pt>
                <c:pt idx="1693">
                  <c:v>44509</c:v>
                </c:pt>
                <c:pt idx="1694">
                  <c:v>44508</c:v>
                </c:pt>
                <c:pt idx="1695">
                  <c:v>44507</c:v>
                </c:pt>
                <c:pt idx="1696">
                  <c:v>44506</c:v>
                </c:pt>
                <c:pt idx="1697">
                  <c:v>44505</c:v>
                </c:pt>
                <c:pt idx="1698">
                  <c:v>44504</c:v>
                </c:pt>
                <c:pt idx="1699">
                  <c:v>44503</c:v>
                </c:pt>
                <c:pt idx="1700">
                  <c:v>44502</c:v>
                </c:pt>
                <c:pt idx="1701">
                  <c:v>44501</c:v>
                </c:pt>
                <c:pt idx="1702">
                  <c:v>44500</c:v>
                </c:pt>
                <c:pt idx="1703">
                  <c:v>44499</c:v>
                </c:pt>
                <c:pt idx="1704">
                  <c:v>44498</c:v>
                </c:pt>
                <c:pt idx="1705">
                  <c:v>44497</c:v>
                </c:pt>
                <c:pt idx="1706">
                  <c:v>44496</c:v>
                </c:pt>
                <c:pt idx="1707">
                  <c:v>44495</c:v>
                </c:pt>
                <c:pt idx="1708">
                  <c:v>44494</c:v>
                </c:pt>
                <c:pt idx="1709">
                  <c:v>44493</c:v>
                </c:pt>
                <c:pt idx="1710">
                  <c:v>44492</c:v>
                </c:pt>
                <c:pt idx="1711">
                  <c:v>44491</c:v>
                </c:pt>
                <c:pt idx="1712">
                  <c:v>44490</c:v>
                </c:pt>
                <c:pt idx="1713">
                  <c:v>44489</c:v>
                </c:pt>
                <c:pt idx="1714">
                  <c:v>44488</c:v>
                </c:pt>
                <c:pt idx="1715">
                  <c:v>44487</c:v>
                </c:pt>
                <c:pt idx="1716">
                  <c:v>44486</c:v>
                </c:pt>
                <c:pt idx="1717">
                  <c:v>44485</c:v>
                </c:pt>
                <c:pt idx="1718">
                  <c:v>44484</c:v>
                </c:pt>
                <c:pt idx="1719">
                  <c:v>44483</c:v>
                </c:pt>
                <c:pt idx="1720">
                  <c:v>44482</c:v>
                </c:pt>
                <c:pt idx="1721">
                  <c:v>44481</c:v>
                </c:pt>
                <c:pt idx="1722">
                  <c:v>44480</c:v>
                </c:pt>
                <c:pt idx="1723">
                  <c:v>44479</c:v>
                </c:pt>
                <c:pt idx="1724">
                  <c:v>44478</c:v>
                </c:pt>
                <c:pt idx="1725">
                  <c:v>44477</c:v>
                </c:pt>
                <c:pt idx="1726">
                  <c:v>44476</c:v>
                </c:pt>
                <c:pt idx="1727">
                  <c:v>44475</c:v>
                </c:pt>
                <c:pt idx="1728">
                  <c:v>44474</c:v>
                </c:pt>
                <c:pt idx="1729">
                  <c:v>44473</c:v>
                </c:pt>
                <c:pt idx="1730">
                  <c:v>44472</c:v>
                </c:pt>
                <c:pt idx="1731">
                  <c:v>44471</c:v>
                </c:pt>
                <c:pt idx="1732">
                  <c:v>44470</c:v>
                </c:pt>
                <c:pt idx="1733">
                  <c:v>44469</c:v>
                </c:pt>
                <c:pt idx="1734">
                  <c:v>44468</c:v>
                </c:pt>
                <c:pt idx="1735">
                  <c:v>44467</c:v>
                </c:pt>
                <c:pt idx="1736">
                  <c:v>44466</c:v>
                </c:pt>
                <c:pt idx="1737">
                  <c:v>44465</c:v>
                </c:pt>
                <c:pt idx="1738">
                  <c:v>44464</c:v>
                </c:pt>
                <c:pt idx="1739">
                  <c:v>44463</c:v>
                </c:pt>
                <c:pt idx="1740">
                  <c:v>44462</c:v>
                </c:pt>
                <c:pt idx="1741">
                  <c:v>44461</c:v>
                </c:pt>
                <c:pt idx="1742">
                  <c:v>44460</c:v>
                </c:pt>
                <c:pt idx="1743">
                  <c:v>44459</c:v>
                </c:pt>
                <c:pt idx="1744">
                  <c:v>44458</c:v>
                </c:pt>
                <c:pt idx="1745">
                  <c:v>44457</c:v>
                </c:pt>
                <c:pt idx="1746">
                  <c:v>44456</c:v>
                </c:pt>
                <c:pt idx="1747">
                  <c:v>44455</c:v>
                </c:pt>
                <c:pt idx="1748">
                  <c:v>44454</c:v>
                </c:pt>
                <c:pt idx="1749">
                  <c:v>44453</c:v>
                </c:pt>
                <c:pt idx="1750">
                  <c:v>44452</c:v>
                </c:pt>
                <c:pt idx="1751">
                  <c:v>44451</c:v>
                </c:pt>
                <c:pt idx="1752">
                  <c:v>44450</c:v>
                </c:pt>
                <c:pt idx="1753">
                  <c:v>44449</c:v>
                </c:pt>
                <c:pt idx="1754">
                  <c:v>44448</c:v>
                </c:pt>
                <c:pt idx="1755">
                  <c:v>44447</c:v>
                </c:pt>
                <c:pt idx="1756">
                  <c:v>44446</c:v>
                </c:pt>
                <c:pt idx="1757">
                  <c:v>44445</c:v>
                </c:pt>
                <c:pt idx="1758">
                  <c:v>44444</c:v>
                </c:pt>
                <c:pt idx="1759">
                  <c:v>44443</c:v>
                </c:pt>
                <c:pt idx="1760">
                  <c:v>44442</c:v>
                </c:pt>
                <c:pt idx="1761">
                  <c:v>44441</c:v>
                </c:pt>
                <c:pt idx="1762">
                  <c:v>44440</c:v>
                </c:pt>
                <c:pt idx="1763">
                  <c:v>44439</c:v>
                </c:pt>
                <c:pt idx="1764">
                  <c:v>44438</c:v>
                </c:pt>
                <c:pt idx="1765">
                  <c:v>44437</c:v>
                </c:pt>
                <c:pt idx="1766">
                  <c:v>44436</c:v>
                </c:pt>
                <c:pt idx="1767">
                  <c:v>44435</c:v>
                </c:pt>
                <c:pt idx="1768">
                  <c:v>44434</c:v>
                </c:pt>
                <c:pt idx="1769">
                  <c:v>44433</c:v>
                </c:pt>
                <c:pt idx="1770">
                  <c:v>44432</c:v>
                </c:pt>
                <c:pt idx="1771">
                  <c:v>44431</c:v>
                </c:pt>
                <c:pt idx="1772">
                  <c:v>44430</c:v>
                </c:pt>
                <c:pt idx="1773">
                  <c:v>44429</c:v>
                </c:pt>
                <c:pt idx="1774">
                  <c:v>44428</c:v>
                </c:pt>
                <c:pt idx="1775">
                  <c:v>44427</c:v>
                </c:pt>
                <c:pt idx="1776">
                  <c:v>44426</c:v>
                </c:pt>
                <c:pt idx="1777">
                  <c:v>44425</c:v>
                </c:pt>
                <c:pt idx="1778">
                  <c:v>44424</c:v>
                </c:pt>
                <c:pt idx="1779">
                  <c:v>44423</c:v>
                </c:pt>
                <c:pt idx="1780">
                  <c:v>44422</c:v>
                </c:pt>
                <c:pt idx="1781">
                  <c:v>44421</c:v>
                </c:pt>
                <c:pt idx="1782">
                  <c:v>44420</c:v>
                </c:pt>
                <c:pt idx="1783">
                  <c:v>44419</c:v>
                </c:pt>
                <c:pt idx="1784">
                  <c:v>44418</c:v>
                </c:pt>
                <c:pt idx="1785">
                  <c:v>44417</c:v>
                </c:pt>
                <c:pt idx="1786">
                  <c:v>44416</c:v>
                </c:pt>
                <c:pt idx="1787">
                  <c:v>44415</c:v>
                </c:pt>
                <c:pt idx="1788">
                  <c:v>44414</c:v>
                </c:pt>
                <c:pt idx="1789">
                  <c:v>44413</c:v>
                </c:pt>
                <c:pt idx="1790">
                  <c:v>44412</c:v>
                </c:pt>
                <c:pt idx="1791">
                  <c:v>44411</c:v>
                </c:pt>
                <c:pt idx="1792">
                  <c:v>44410</c:v>
                </c:pt>
                <c:pt idx="1793">
                  <c:v>44409</c:v>
                </c:pt>
                <c:pt idx="1794">
                  <c:v>44408</c:v>
                </c:pt>
                <c:pt idx="1795">
                  <c:v>44407</c:v>
                </c:pt>
                <c:pt idx="1796">
                  <c:v>44406</c:v>
                </c:pt>
                <c:pt idx="1797">
                  <c:v>44405</c:v>
                </c:pt>
                <c:pt idx="1798">
                  <c:v>44404</c:v>
                </c:pt>
                <c:pt idx="1799">
                  <c:v>44403</c:v>
                </c:pt>
                <c:pt idx="1800">
                  <c:v>44402</c:v>
                </c:pt>
                <c:pt idx="1801">
                  <c:v>44401</c:v>
                </c:pt>
                <c:pt idx="1802">
                  <c:v>44400</c:v>
                </c:pt>
                <c:pt idx="1803">
                  <c:v>44399</c:v>
                </c:pt>
                <c:pt idx="1804">
                  <c:v>44398</c:v>
                </c:pt>
                <c:pt idx="1805">
                  <c:v>44397</c:v>
                </c:pt>
                <c:pt idx="1806">
                  <c:v>44396</c:v>
                </c:pt>
                <c:pt idx="1807">
                  <c:v>44395</c:v>
                </c:pt>
                <c:pt idx="1808">
                  <c:v>44394</c:v>
                </c:pt>
                <c:pt idx="1809">
                  <c:v>44393</c:v>
                </c:pt>
                <c:pt idx="1810">
                  <c:v>44392</c:v>
                </c:pt>
                <c:pt idx="1811">
                  <c:v>44391</c:v>
                </c:pt>
                <c:pt idx="1812">
                  <c:v>44390</c:v>
                </c:pt>
                <c:pt idx="1813">
                  <c:v>44389</c:v>
                </c:pt>
                <c:pt idx="1814">
                  <c:v>44388</c:v>
                </c:pt>
                <c:pt idx="1815">
                  <c:v>44387</c:v>
                </c:pt>
                <c:pt idx="1816">
                  <c:v>44386</c:v>
                </c:pt>
                <c:pt idx="1817">
                  <c:v>44385</c:v>
                </c:pt>
                <c:pt idx="1818">
                  <c:v>44384</c:v>
                </c:pt>
                <c:pt idx="1819">
                  <c:v>44383</c:v>
                </c:pt>
                <c:pt idx="1820">
                  <c:v>44382</c:v>
                </c:pt>
                <c:pt idx="1821">
                  <c:v>44381</c:v>
                </c:pt>
                <c:pt idx="1822">
                  <c:v>44380</c:v>
                </c:pt>
                <c:pt idx="1823">
                  <c:v>44379</c:v>
                </c:pt>
                <c:pt idx="1824">
                  <c:v>44378</c:v>
                </c:pt>
                <c:pt idx="1825">
                  <c:v>44377</c:v>
                </c:pt>
                <c:pt idx="1826">
                  <c:v>44376</c:v>
                </c:pt>
                <c:pt idx="1827">
                  <c:v>44375</c:v>
                </c:pt>
                <c:pt idx="1828">
                  <c:v>44374</c:v>
                </c:pt>
                <c:pt idx="1829">
                  <c:v>44373</c:v>
                </c:pt>
                <c:pt idx="1830">
                  <c:v>44372</c:v>
                </c:pt>
                <c:pt idx="1831">
                  <c:v>44371</c:v>
                </c:pt>
                <c:pt idx="1832">
                  <c:v>44370</c:v>
                </c:pt>
                <c:pt idx="1833">
                  <c:v>44369</c:v>
                </c:pt>
                <c:pt idx="1834">
                  <c:v>44368</c:v>
                </c:pt>
                <c:pt idx="1835">
                  <c:v>44367</c:v>
                </c:pt>
                <c:pt idx="1836">
                  <c:v>44366</c:v>
                </c:pt>
                <c:pt idx="1837">
                  <c:v>44365</c:v>
                </c:pt>
                <c:pt idx="1838">
                  <c:v>44364</c:v>
                </c:pt>
                <c:pt idx="1839">
                  <c:v>44363</c:v>
                </c:pt>
                <c:pt idx="1840">
                  <c:v>44362</c:v>
                </c:pt>
                <c:pt idx="1841">
                  <c:v>44361</c:v>
                </c:pt>
                <c:pt idx="1842">
                  <c:v>44360</c:v>
                </c:pt>
                <c:pt idx="1843">
                  <c:v>44359</c:v>
                </c:pt>
                <c:pt idx="1844">
                  <c:v>44358</c:v>
                </c:pt>
                <c:pt idx="1845">
                  <c:v>44357</c:v>
                </c:pt>
                <c:pt idx="1846">
                  <c:v>44356</c:v>
                </c:pt>
                <c:pt idx="1847">
                  <c:v>44355</c:v>
                </c:pt>
                <c:pt idx="1848">
                  <c:v>44354</c:v>
                </c:pt>
                <c:pt idx="1849">
                  <c:v>44353</c:v>
                </c:pt>
                <c:pt idx="1850">
                  <c:v>44352</c:v>
                </c:pt>
                <c:pt idx="1851">
                  <c:v>44351</c:v>
                </c:pt>
                <c:pt idx="1852">
                  <c:v>44350</c:v>
                </c:pt>
                <c:pt idx="1853">
                  <c:v>44349</c:v>
                </c:pt>
                <c:pt idx="1854">
                  <c:v>44348</c:v>
                </c:pt>
                <c:pt idx="1855">
                  <c:v>44347</c:v>
                </c:pt>
                <c:pt idx="1856">
                  <c:v>44346</c:v>
                </c:pt>
                <c:pt idx="1857">
                  <c:v>44345</c:v>
                </c:pt>
                <c:pt idx="1858">
                  <c:v>44344</c:v>
                </c:pt>
                <c:pt idx="1859">
                  <c:v>44343</c:v>
                </c:pt>
                <c:pt idx="1860">
                  <c:v>44342</c:v>
                </c:pt>
                <c:pt idx="1861">
                  <c:v>44341</c:v>
                </c:pt>
                <c:pt idx="1862">
                  <c:v>44340</c:v>
                </c:pt>
                <c:pt idx="1863">
                  <c:v>44339</c:v>
                </c:pt>
                <c:pt idx="1864">
                  <c:v>44338</c:v>
                </c:pt>
                <c:pt idx="1865">
                  <c:v>44337</c:v>
                </c:pt>
                <c:pt idx="1866">
                  <c:v>44336</c:v>
                </c:pt>
                <c:pt idx="1867">
                  <c:v>44335</c:v>
                </c:pt>
                <c:pt idx="1868">
                  <c:v>44334</c:v>
                </c:pt>
                <c:pt idx="1869">
                  <c:v>44333</c:v>
                </c:pt>
                <c:pt idx="1870">
                  <c:v>44332</c:v>
                </c:pt>
                <c:pt idx="1871">
                  <c:v>44331</c:v>
                </c:pt>
                <c:pt idx="1872">
                  <c:v>44330</c:v>
                </c:pt>
                <c:pt idx="1873">
                  <c:v>44329</c:v>
                </c:pt>
                <c:pt idx="1874">
                  <c:v>44328</c:v>
                </c:pt>
                <c:pt idx="1875">
                  <c:v>44327</c:v>
                </c:pt>
                <c:pt idx="1876">
                  <c:v>44326</c:v>
                </c:pt>
                <c:pt idx="1877">
                  <c:v>44325</c:v>
                </c:pt>
                <c:pt idx="1878">
                  <c:v>44324</c:v>
                </c:pt>
                <c:pt idx="1879">
                  <c:v>44323</c:v>
                </c:pt>
                <c:pt idx="1880">
                  <c:v>44322</c:v>
                </c:pt>
                <c:pt idx="1881">
                  <c:v>44321</c:v>
                </c:pt>
                <c:pt idx="1882">
                  <c:v>44320</c:v>
                </c:pt>
                <c:pt idx="1883">
                  <c:v>44319</c:v>
                </c:pt>
                <c:pt idx="1884">
                  <c:v>44318</c:v>
                </c:pt>
                <c:pt idx="1885">
                  <c:v>44317</c:v>
                </c:pt>
                <c:pt idx="1886">
                  <c:v>44316</c:v>
                </c:pt>
                <c:pt idx="1887">
                  <c:v>44315</c:v>
                </c:pt>
                <c:pt idx="1888">
                  <c:v>44314</c:v>
                </c:pt>
                <c:pt idx="1889">
                  <c:v>44313</c:v>
                </c:pt>
                <c:pt idx="1890">
                  <c:v>44312</c:v>
                </c:pt>
                <c:pt idx="1891">
                  <c:v>44311</c:v>
                </c:pt>
                <c:pt idx="1892">
                  <c:v>44310</c:v>
                </c:pt>
                <c:pt idx="1893">
                  <c:v>44309</c:v>
                </c:pt>
                <c:pt idx="1894">
                  <c:v>44308</c:v>
                </c:pt>
                <c:pt idx="1895">
                  <c:v>44307</c:v>
                </c:pt>
                <c:pt idx="1896">
                  <c:v>44306</c:v>
                </c:pt>
                <c:pt idx="1897">
                  <c:v>44305</c:v>
                </c:pt>
                <c:pt idx="1898">
                  <c:v>44304</c:v>
                </c:pt>
                <c:pt idx="1899">
                  <c:v>44303</c:v>
                </c:pt>
                <c:pt idx="1900">
                  <c:v>44302</c:v>
                </c:pt>
                <c:pt idx="1901">
                  <c:v>44301</c:v>
                </c:pt>
                <c:pt idx="1902">
                  <c:v>44300</c:v>
                </c:pt>
                <c:pt idx="1903">
                  <c:v>44299</c:v>
                </c:pt>
                <c:pt idx="1904">
                  <c:v>44298</c:v>
                </c:pt>
                <c:pt idx="1905">
                  <c:v>44297</c:v>
                </c:pt>
                <c:pt idx="1906">
                  <c:v>44296</c:v>
                </c:pt>
                <c:pt idx="1907">
                  <c:v>44295</c:v>
                </c:pt>
                <c:pt idx="1908">
                  <c:v>44294</c:v>
                </c:pt>
                <c:pt idx="1909">
                  <c:v>44293</c:v>
                </c:pt>
                <c:pt idx="1910">
                  <c:v>44292</c:v>
                </c:pt>
                <c:pt idx="1911">
                  <c:v>44291</c:v>
                </c:pt>
                <c:pt idx="1912">
                  <c:v>44290</c:v>
                </c:pt>
                <c:pt idx="1913">
                  <c:v>44289</c:v>
                </c:pt>
                <c:pt idx="1914">
                  <c:v>44288</c:v>
                </c:pt>
                <c:pt idx="1915">
                  <c:v>44287</c:v>
                </c:pt>
                <c:pt idx="1916">
                  <c:v>44286</c:v>
                </c:pt>
                <c:pt idx="1917">
                  <c:v>44285</c:v>
                </c:pt>
                <c:pt idx="1918">
                  <c:v>44284</c:v>
                </c:pt>
                <c:pt idx="1919">
                  <c:v>44283</c:v>
                </c:pt>
                <c:pt idx="1920">
                  <c:v>44282</c:v>
                </c:pt>
                <c:pt idx="1921">
                  <c:v>44281</c:v>
                </c:pt>
                <c:pt idx="1922">
                  <c:v>44280</c:v>
                </c:pt>
                <c:pt idx="1923">
                  <c:v>44279</c:v>
                </c:pt>
                <c:pt idx="1924">
                  <c:v>44278</c:v>
                </c:pt>
                <c:pt idx="1925">
                  <c:v>44277</c:v>
                </c:pt>
                <c:pt idx="1926">
                  <c:v>44276</c:v>
                </c:pt>
                <c:pt idx="1927">
                  <c:v>44275</c:v>
                </c:pt>
                <c:pt idx="1928">
                  <c:v>44274</c:v>
                </c:pt>
                <c:pt idx="1929">
                  <c:v>44273</c:v>
                </c:pt>
                <c:pt idx="1930">
                  <c:v>44272</c:v>
                </c:pt>
                <c:pt idx="1931">
                  <c:v>44271</c:v>
                </c:pt>
                <c:pt idx="1932">
                  <c:v>44270</c:v>
                </c:pt>
                <c:pt idx="1933">
                  <c:v>44269</c:v>
                </c:pt>
                <c:pt idx="1934">
                  <c:v>44268</c:v>
                </c:pt>
                <c:pt idx="1935">
                  <c:v>44267</c:v>
                </c:pt>
                <c:pt idx="1936">
                  <c:v>44266</c:v>
                </c:pt>
                <c:pt idx="1937">
                  <c:v>44265</c:v>
                </c:pt>
                <c:pt idx="1938">
                  <c:v>44264</c:v>
                </c:pt>
                <c:pt idx="1939">
                  <c:v>44263</c:v>
                </c:pt>
                <c:pt idx="1940">
                  <c:v>44262</c:v>
                </c:pt>
                <c:pt idx="1941">
                  <c:v>44261</c:v>
                </c:pt>
                <c:pt idx="1942">
                  <c:v>44260</c:v>
                </c:pt>
                <c:pt idx="1943">
                  <c:v>44259</c:v>
                </c:pt>
                <c:pt idx="1944">
                  <c:v>44258</c:v>
                </c:pt>
                <c:pt idx="1945">
                  <c:v>44257</c:v>
                </c:pt>
                <c:pt idx="1946">
                  <c:v>44256</c:v>
                </c:pt>
                <c:pt idx="1947">
                  <c:v>44255</c:v>
                </c:pt>
                <c:pt idx="1948">
                  <c:v>44254</c:v>
                </c:pt>
                <c:pt idx="1949">
                  <c:v>44253</c:v>
                </c:pt>
                <c:pt idx="1950">
                  <c:v>44252</c:v>
                </c:pt>
                <c:pt idx="1951">
                  <c:v>44251</c:v>
                </c:pt>
                <c:pt idx="1952">
                  <c:v>44250</c:v>
                </c:pt>
                <c:pt idx="1953">
                  <c:v>44249</c:v>
                </c:pt>
                <c:pt idx="1954">
                  <c:v>44248</c:v>
                </c:pt>
                <c:pt idx="1955">
                  <c:v>44247</c:v>
                </c:pt>
                <c:pt idx="1956">
                  <c:v>44246</c:v>
                </c:pt>
                <c:pt idx="1957">
                  <c:v>44245</c:v>
                </c:pt>
                <c:pt idx="1958">
                  <c:v>44244</c:v>
                </c:pt>
                <c:pt idx="1959">
                  <c:v>44243</c:v>
                </c:pt>
                <c:pt idx="1960">
                  <c:v>44242</c:v>
                </c:pt>
                <c:pt idx="1961">
                  <c:v>44241</c:v>
                </c:pt>
                <c:pt idx="1962">
                  <c:v>44240</c:v>
                </c:pt>
                <c:pt idx="1963">
                  <c:v>44239</c:v>
                </c:pt>
                <c:pt idx="1964">
                  <c:v>44238</c:v>
                </c:pt>
                <c:pt idx="1965">
                  <c:v>44237</c:v>
                </c:pt>
                <c:pt idx="1966">
                  <c:v>44236</c:v>
                </c:pt>
                <c:pt idx="1967">
                  <c:v>44235</c:v>
                </c:pt>
                <c:pt idx="1968">
                  <c:v>44234</c:v>
                </c:pt>
                <c:pt idx="1969">
                  <c:v>44233</c:v>
                </c:pt>
                <c:pt idx="1970">
                  <c:v>44232</c:v>
                </c:pt>
                <c:pt idx="1971">
                  <c:v>44231</c:v>
                </c:pt>
                <c:pt idx="1972">
                  <c:v>44230</c:v>
                </c:pt>
                <c:pt idx="1973">
                  <c:v>44229</c:v>
                </c:pt>
                <c:pt idx="1974">
                  <c:v>44228</c:v>
                </c:pt>
                <c:pt idx="1975">
                  <c:v>44227</c:v>
                </c:pt>
                <c:pt idx="1976">
                  <c:v>44226</c:v>
                </c:pt>
                <c:pt idx="1977">
                  <c:v>44225</c:v>
                </c:pt>
                <c:pt idx="1978">
                  <c:v>44224</c:v>
                </c:pt>
                <c:pt idx="1979">
                  <c:v>44223</c:v>
                </c:pt>
                <c:pt idx="1980">
                  <c:v>44222</c:v>
                </c:pt>
                <c:pt idx="1981">
                  <c:v>44221</c:v>
                </c:pt>
                <c:pt idx="1982">
                  <c:v>44220</c:v>
                </c:pt>
                <c:pt idx="1983">
                  <c:v>44219</c:v>
                </c:pt>
                <c:pt idx="1984">
                  <c:v>44218</c:v>
                </c:pt>
                <c:pt idx="1985">
                  <c:v>44217</c:v>
                </c:pt>
                <c:pt idx="1986">
                  <c:v>44216</c:v>
                </c:pt>
                <c:pt idx="1987">
                  <c:v>44215</c:v>
                </c:pt>
                <c:pt idx="1988">
                  <c:v>44214</c:v>
                </c:pt>
                <c:pt idx="1989">
                  <c:v>44213</c:v>
                </c:pt>
                <c:pt idx="1990">
                  <c:v>44212</c:v>
                </c:pt>
                <c:pt idx="1991">
                  <c:v>44211</c:v>
                </c:pt>
                <c:pt idx="1992">
                  <c:v>44210</c:v>
                </c:pt>
                <c:pt idx="1993">
                  <c:v>44209</c:v>
                </c:pt>
                <c:pt idx="1994">
                  <c:v>44208</c:v>
                </c:pt>
                <c:pt idx="1995">
                  <c:v>44207</c:v>
                </c:pt>
                <c:pt idx="1996">
                  <c:v>44206</c:v>
                </c:pt>
                <c:pt idx="1997">
                  <c:v>44205</c:v>
                </c:pt>
                <c:pt idx="1998">
                  <c:v>44204</c:v>
                </c:pt>
                <c:pt idx="1999">
                  <c:v>44203</c:v>
                </c:pt>
                <c:pt idx="2000">
                  <c:v>44202</c:v>
                </c:pt>
                <c:pt idx="2001">
                  <c:v>44201</c:v>
                </c:pt>
                <c:pt idx="2002">
                  <c:v>44200</c:v>
                </c:pt>
                <c:pt idx="2003">
                  <c:v>44199</c:v>
                </c:pt>
                <c:pt idx="2004">
                  <c:v>44198</c:v>
                </c:pt>
                <c:pt idx="2005">
                  <c:v>44197</c:v>
                </c:pt>
                <c:pt idx="2006">
                  <c:v>44196</c:v>
                </c:pt>
                <c:pt idx="2007">
                  <c:v>44195</c:v>
                </c:pt>
                <c:pt idx="2008">
                  <c:v>44194</c:v>
                </c:pt>
                <c:pt idx="2009">
                  <c:v>44193</c:v>
                </c:pt>
                <c:pt idx="2010">
                  <c:v>44192</c:v>
                </c:pt>
                <c:pt idx="2011">
                  <c:v>44191</c:v>
                </c:pt>
                <c:pt idx="2012">
                  <c:v>44190</c:v>
                </c:pt>
                <c:pt idx="2013">
                  <c:v>44189</c:v>
                </c:pt>
                <c:pt idx="2014">
                  <c:v>44188</c:v>
                </c:pt>
                <c:pt idx="2015">
                  <c:v>44187</c:v>
                </c:pt>
                <c:pt idx="2016">
                  <c:v>44186</c:v>
                </c:pt>
                <c:pt idx="2017">
                  <c:v>44185</c:v>
                </c:pt>
                <c:pt idx="2018">
                  <c:v>44184</c:v>
                </c:pt>
                <c:pt idx="2019">
                  <c:v>44183</c:v>
                </c:pt>
                <c:pt idx="2020">
                  <c:v>44182</c:v>
                </c:pt>
                <c:pt idx="2021">
                  <c:v>44181</c:v>
                </c:pt>
                <c:pt idx="2022">
                  <c:v>44180</c:v>
                </c:pt>
                <c:pt idx="2023">
                  <c:v>44179</c:v>
                </c:pt>
                <c:pt idx="2024">
                  <c:v>44178</c:v>
                </c:pt>
                <c:pt idx="2025">
                  <c:v>44177</c:v>
                </c:pt>
                <c:pt idx="2026">
                  <c:v>44176</c:v>
                </c:pt>
                <c:pt idx="2027">
                  <c:v>44175</c:v>
                </c:pt>
                <c:pt idx="2028">
                  <c:v>44174</c:v>
                </c:pt>
                <c:pt idx="2029">
                  <c:v>44173</c:v>
                </c:pt>
                <c:pt idx="2030">
                  <c:v>44172</c:v>
                </c:pt>
                <c:pt idx="2031">
                  <c:v>44171</c:v>
                </c:pt>
                <c:pt idx="2032">
                  <c:v>44170</c:v>
                </c:pt>
                <c:pt idx="2033">
                  <c:v>44169</c:v>
                </c:pt>
                <c:pt idx="2034">
                  <c:v>44168</c:v>
                </c:pt>
                <c:pt idx="2035">
                  <c:v>44167</c:v>
                </c:pt>
                <c:pt idx="2036">
                  <c:v>44166</c:v>
                </c:pt>
                <c:pt idx="2037">
                  <c:v>44165</c:v>
                </c:pt>
                <c:pt idx="2038">
                  <c:v>44164</c:v>
                </c:pt>
                <c:pt idx="2039">
                  <c:v>44163</c:v>
                </c:pt>
                <c:pt idx="2040">
                  <c:v>44162</c:v>
                </c:pt>
                <c:pt idx="2041">
                  <c:v>44161</c:v>
                </c:pt>
                <c:pt idx="2042">
                  <c:v>44160</c:v>
                </c:pt>
                <c:pt idx="2043">
                  <c:v>44159</c:v>
                </c:pt>
                <c:pt idx="2044">
                  <c:v>44158</c:v>
                </c:pt>
                <c:pt idx="2045">
                  <c:v>44157</c:v>
                </c:pt>
                <c:pt idx="2046">
                  <c:v>44156</c:v>
                </c:pt>
                <c:pt idx="2047">
                  <c:v>44155</c:v>
                </c:pt>
                <c:pt idx="2048">
                  <c:v>44154</c:v>
                </c:pt>
                <c:pt idx="2049">
                  <c:v>44153</c:v>
                </c:pt>
                <c:pt idx="2050">
                  <c:v>44152</c:v>
                </c:pt>
                <c:pt idx="2051">
                  <c:v>44151</c:v>
                </c:pt>
                <c:pt idx="2052">
                  <c:v>44150</c:v>
                </c:pt>
                <c:pt idx="2053">
                  <c:v>44149</c:v>
                </c:pt>
                <c:pt idx="2054">
                  <c:v>44148</c:v>
                </c:pt>
                <c:pt idx="2055">
                  <c:v>44147</c:v>
                </c:pt>
                <c:pt idx="2056">
                  <c:v>44146</c:v>
                </c:pt>
                <c:pt idx="2057">
                  <c:v>44145</c:v>
                </c:pt>
                <c:pt idx="2058">
                  <c:v>44144</c:v>
                </c:pt>
                <c:pt idx="2059">
                  <c:v>44143</c:v>
                </c:pt>
                <c:pt idx="2060">
                  <c:v>44142</c:v>
                </c:pt>
                <c:pt idx="2061">
                  <c:v>44141</c:v>
                </c:pt>
                <c:pt idx="2062">
                  <c:v>44140</c:v>
                </c:pt>
                <c:pt idx="2063">
                  <c:v>44139</c:v>
                </c:pt>
                <c:pt idx="2064">
                  <c:v>44138</c:v>
                </c:pt>
                <c:pt idx="2065">
                  <c:v>44137</c:v>
                </c:pt>
                <c:pt idx="2066">
                  <c:v>44136</c:v>
                </c:pt>
                <c:pt idx="2067">
                  <c:v>44135</c:v>
                </c:pt>
                <c:pt idx="2068">
                  <c:v>44134</c:v>
                </c:pt>
                <c:pt idx="2069">
                  <c:v>44133</c:v>
                </c:pt>
                <c:pt idx="2070">
                  <c:v>44132</c:v>
                </c:pt>
                <c:pt idx="2071">
                  <c:v>44131</c:v>
                </c:pt>
                <c:pt idx="2072">
                  <c:v>44130</c:v>
                </c:pt>
                <c:pt idx="2073">
                  <c:v>44129</c:v>
                </c:pt>
                <c:pt idx="2074">
                  <c:v>44128</c:v>
                </c:pt>
                <c:pt idx="2075">
                  <c:v>44127</c:v>
                </c:pt>
                <c:pt idx="2076">
                  <c:v>44126</c:v>
                </c:pt>
                <c:pt idx="2077">
                  <c:v>44125</c:v>
                </c:pt>
                <c:pt idx="2078">
                  <c:v>44124</c:v>
                </c:pt>
                <c:pt idx="2079">
                  <c:v>44123</c:v>
                </c:pt>
                <c:pt idx="2080">
                  <c:v>44122</c:v>
                </c:pt>
                <c:pt idx="2081">
                  <c:v>44121</c:v>
                </c:pt>
                <c:pt idx="2082">
                  <c:v>44120</c:v>
                </c:pt>
                <c:pt idx="2083">
                  <c:v>44119</c:v>
                </c:pt>
                <c:pt idx="2084">
                  <c:v>44118</c:v>
                </c:pt>
                <c:pt idx="2085">
                  <c:v>44117</c:v>
                </c:pt>
                <c:pt idx="2086">
                  <c:v>44116</c:v>
                </c:pt>
                <c:pt idx="2087">
                  <c:v>44115</c:v>
                </c:pt>
                <c:pt idx="2088">
                  <c:v>44114</c:v>
                </c:pt>
                <c:pt idx="2089">
                  <c:v>44113</c:v>
                </c:pt>
                <c:pt idx="2090">
                  <c:v>44112</c:v>
                </c:pt>
                <c:pt idx="2091">
                  <c:v>44111</c:v>
                </c:pt>
                <c:pt idx="2092">
                  <c:v>44110</c:v>
                </c:pt>
                <c:pt idx="2093">
                  <c:v>44109</c:v>
                </c:pt>
                <c:pt idx="2094">
                  <c:v>44108</c:v>
                </c:pt>
                <c:pt idx="2095">
                  <c:v>44107</c:v>
                </c:pt>
                <c:pt idx="2096">
                  <c:v>44106</c:v>
                </c:pt>
                <c:pt idx="2097">
                  <c:v>44105</c:v>
                </c:pt>
                <c:pt idx="2098">
                  <c:v>44104</c:v>
                </c:pt>
                <c:pt idx="2099">
                  <c:v>44103</c:v>
                </c:pt>
                <c:pt idx="2100">
                  <c:v>44102</c:v>
                </c:pt>
                <c:pt idx="2101">
                  <c:v>44101</c:v>
                </c:pt>
                <c:pt idx="2102">
                  <c:v>44100</c:v>
                </c:pt>
                <c:pt idx="2103">
                  <c:v>44099</c:v>
                </c:pt>
                <c:pt idx="2104">
                  <c:v>44098</c:v>
                </c:pt>
                <c:pt idx="2105">
                  <c:v>44097</c:v>
                </c:pt>
                <c:pt idx="2106">
                  <c:v>44096</c:v>
                </c:pt>
                <c:pt idx="2107">
                  <c:v>44095</c:v>
                </c:pt>
                <c:pt idx="2108">
                  <c:v>44094</c:v>
                </c:pt>
                <c:pt idx="2109">
                  <c:v>44093</c:v>
                </c:pt>
                <c:pt idx="2110">
                  <c:v>44092</c:v>
                </c:pt>
                <c:pt idx="2111">
                  <c:v>44091</c:v>
                </c:pt>
                <c:pt idx="2112">
                  <c:v>44090</c:v>
                </c:pt>
                <c:pt idx="2113">
                  <c:v>44089</c:v>
                </c:pt>
                <c:pt idx="2114">
                  <c:v>44088</c:v>
                </c:pt>
                <c:pt idx="2115">
                  <c:v>44087</c:v>
                </c:pt>
                <c:pt idx="2116">
                  <c:v>44086</c:v>
                </c:pt>
                <c:pt idx="2117">
                  <c:v>44085</c:v>
                </c:pt>
                <c:pt idx="2118">
                  <c:v>44084</c:v>
                </c:pt>
                <c:pt idx="2119">
                  <c:v>44083</c:v>
                </c:pt>
                <c:pt idx="2120">
                  <c:v>44082</c:v>
                </c:pt>
                <c:pt idx="2121">
                  <c:v>44081</c:v>
                </c:pt>
                <c:pt idx="2122">
                  <c:v>44080</c:v>
                </c:pt>
                <c:pt idx="2123">
                  <c:v>44079</c:v>
                </c:pt>
                <c:pt idx="2124">
                  <c:v>44078</c:v>
                </c:pt>
                <c:pt idx="2125">
                  <c:v>44077</c:v>
                </c:pt>
                <c:pt idx="2126">
                  <c:v>44076</c:v>
                </c:pt>
                <c:pt idx="2127">
                  <c:v>44075</c:v>
                </c:pt>
                <c:pt idx="2128">
                  <c:v>44074</c:v>
                </c:pt>
                <c:pt idx="2129">
                  <c:v>44073</c:v>
                </c:pt>
                <c:pt idx="2130">
                  <c:v>44072</c:v>
                </c:pt>
                <c:pt idx="2131">
                  <c:v>44071</c:v>
                </c:pt>
                <c:pt idx="2132">
                  <c:v>44070</c:v>
                </c:pt>
                <c:pt idx="2133">
                  <c:v>44069</c:v>
                </c:pt>
                <c:pt idx="2134">
                  <c:v>44068</c:v>
                </c:pt>
                <c:pt idx="2135">
                  <c:v>44067</c:v>
                </c:pt>
                <c:pt idx="2136">
                  <c:v>44066</c:v>
                </c:pt>
                <c:pt idx="2137">
                  <c:v>44065</c:v>
                </c:pt>
                <c:pt idx="2138">
                  <c:v>44064</c:v>
                </c:pt>
                <c:pt idx="2139">
                  <c:v>44063</c:v>
                </c:pt>
                <c:pt idx="2140">
                  <c:v>44062</c:v>
                </c:pt>
                <c:pt idx="2141">
                  <c:v>44061</c:v>
                </c:pt>
                <c:pt idx="2142">
                  <c:v>44060</c:v>
                </c:pt>
                <c:pt idx="2143">
                  <c:v>44059</c:v>
                </c:pt>
                <c:pt idx="2144">
                  <c:v>44058</c:v>
                </c:pt>
                <c:pt idx="2145">
                  <c:v>44057</c:v>
                </c:pt>
                <c:pt idx="2146">
                  <c:v>44056</c:v>
                </c:pt>
                <c:pt idx="2147">
                  <c:v>44055</c:v>
                </c:pt>
                <c:pt idx="2148">
                  <c:v>44054</c:v>
                </c:pt>
                <c:pt idx="2149">
                  <c:v>44053</c:v>
                </c:pt>
                <c:pt idx="2150">
                  <c:v>44052</c:v>
                </c:pt>
                <c:pt idx="2151">
                  <c:v>44051</c:v>
                </c:pt>
                <c:pt idx="2152">
                  <c:v>44050</c:v>
                </c:pt>
                <c:pt idx="2153">
                  <c:v>44049</c:v>
                </c:pt>
                <c:pt idx="2154">
                  <c:v>44048</c:v>
                </c:pt>
                <c:pt idx="2155">
                  <c:v>44047</c:v>
                </c:pt>
                <c:pt idx="2156">
                  <c:v>44046</c:v>
                </c:pt>
                <c:pt idx="2157">
                  <c:v>44045</c:v>
                </c:pt>
                <c:pt idx="2158">
                  <c:v>44044</c:v>
                </c:pt>
                <c:pt idx="2159">
                  <c:v>44043</c:v>
                </c:pt>
                <c:pt idx="2160">
                  <c:v>44042</c:v>
                </c:pt>
                <c:pt idx="2161">
                  <c:v>44041</c:v>
                </c:pt>
                <c:pt idx="2162">
                  <c:v>44040</c:v>
                </c:pt>
                <c:pt idx="2163">
                  <c:v>44039</c:v>
                </c:pt>
                <c:pt idx="2164">
                  <c:v>44038</c:v>
                </c:pt>
                <c:pt idx="2165">
                  <c:v>44037</c:v>
                </c:pt>
                <c:pt idx="2166">
                  <c:v>44036</c:v>
                </c:pt>
                <c:pt idx="2167">
                  <c:v>44035</c:v>
                </c:pt>
                <c:pt idx="2168">
                  <c:v>44034</c:v>
                </c:pt>
                <c:pt idx="2169">
                  <c:v>44033</c:v>
                </c:pt>
                <c:pt idx="2170">
                  <c:v>44032</c:v>
                </c:pt>
                <c:pt idx="2171">
                  <c:v>44031</c:v>
                </c:pt>
                <c:pt idx="2172">
                  <c:v>44030</c:v>
                </c:pt>
                <c:pt idx="2173">
                  <c:v>44029</c:v>
                </c:pt>
                <c:pt idx="2174">
                  <c:v>44028</c:v>
                </c:pt>
                <c:pt idx="2175">
                  <c:v>44027</c:v>
                </c:pt>
                <c:pt idx="2176">
                  <c:v>44026</c:v>
                </c:pt>
                <c:pt idx="2177">
                  <c:v>44025</c:v>
                </c:pt>
                <c:pt idx="2178">
                  <c:v>44024</c:v>
                </c:pt>
                <c:pt idx="2179">
                  <c:v>44023</c:v>
                </c:pt>
                <c:pt idx="2180">
                  <c:v>44022</c:v>
                </c:pt>
                <c:pt idx="2181">
                  <c:v>44021</c:v>
                </c:pt>
                <c:pt idx="2182">
                  <c:v>44020</c:v>
                </c:pt>
                <c:pt idx="2183">
                  <c:v>44019</c:v>
                </c:pt>
                <c:pt idx="2184">
                  <c:v>44018</c:v>
                </c:pt>
                <c:pt idx="2185">
                  <c:v>44017</c:v>
                </c:pt>
                <c:pt idx="2186">
                  <c:v>44016</c:v>
                </c:pt>
                <c:pt idx="2187">
                  <c:v>44015</c:v>
                </c:pt>
                <c:pt idx="2188">
                  <c:v>44014</c:v>
                </c:pt>
                <c:pt idx="2189">
                  <c:v>44013</c:v>
                </c:pt>
                <c:pt idx="2190">
                  <c:v>44012</c:v>
                </c:pt>
                <c:pt idx="2191">
                  <c:v>44011</c:v>
                </c:pt>
                <c:pt idx="2192">
                  <c:v>44010</c:v>
                </c:pt>
                <c:pt idx="2193">
                  <c:v>44009</c:v>
                </c:pt>
                <c:pt idx="2194">
                  <c:v>44008</c:v>
                </c:pt>
                <c:pt idx="2195">
                  <c:v>44007</c:v>
                </c:pt>
                <c:pt idx="2196">
                  <c:v>44006</c:v>
                </c:pt>
                <c:pt idx="2197">
                  <c:v>44005</c:v>
                </c:pt>
                <c:pt idx="2198">
                  <c:v>44004</c:v>
                </c:pt>
                <c:pt idx="2199">
                  <c:v>44003</c:v>
                </c:pt>
                <c:pt idx="2200">
                  <c:v>44002</c:v>
                </c:pt>
                <c:pt idx="2201">
                  <c:v>44001</c:v>
                </c:pt>
                <c:pt idx="2202">
                  <c:v>44000</c:v>
                </c:pt>
                <c:pt idx="2203">
                  <c:v>43999</c:v>
                </c:pt>
                <c:pt idx="2204">
                  <c:v>43998</c:v>
                </c:pt>
                <c:pt idx="2205">
                  <c:v>43997</c:v>
                </c:pt>
                <c:pt idx="2206">
                  <c:v>43996</c:v>
                </c:pt>
                <c:pt idx="2207">
                  <c:v>43995</c:v>
                </c:pt>
                <c:pt idx="2208">
                  <c:v>43994</c:v>
                </c:pt>
                <c:pt idx="2209">
                  <c:v>43993</c:v>
                </c:pt>
                <c:pt idx="2210">
                  <c:v>43992</c:v>
                </c:pt>
                <c:pt idx="2211">
                  <c:v>43991</c:v>
                </c:pt>
                <c:pt idx="2212">
                  <c:v>43990</c:v>
                </c:pt>
                <c:pt idx="2213">
                  <c:v>43989</c:v>
                </c:pt>
                <c:pt idx="2214">
                  <c:v>43988</c:v>
                </c:pt>
                <c:pt idx="2215">
                  <c:v>43987</c:v>
                </c:pt>
                <c:pt idx="2216">
                  <c:v>43986</c:v>
                </c:pt>
                <c:pt idx="2217">
                  <c:v>43985</c:v>
                </c:pt>
                <c:pt idx="2218">
                  <c:v>43984</c:v>
                </c:pt>
                <c:pt idx="2219">
                  <c:v>43983</c:v>
                </c:pt>
                <c:pt idx="2220">
                  <c:v>43982</c:v>
                </c:pt>
                <c:pt idx="2221">
                  <c:v>43981</c:v>
                </c:pt>
                <c:pt idx="2222">
                  <c:v>43980</c:v>
                </c:pt>
                <c:pt idx="2223">
                  <c:v>43979</c:v>
                </c:pt>
                <c:pt idx="2224">
                  <c:v>43978</c:v>
                </c:pt>
                <c:pt idx="2225">
                  <c:v>43977</c:v>
                </c:pt>
                <c:pt idx="2226">
                  <c:v>43976</c:v>
                </c:pt>
                <c:pt idx="2227">
                  <c:v>43975</c:v>
                </c:pt>
                <c:pt idx="2228">
                  <c:v>43974</c:v>
                </c:pt>
                <c:pt idx="2229">
                  <c:v>43973</c:v>
                </c:pt>
                <c:pt idx="2230">
                  <c:v>43972</c:v>
                </c:pt>
                <c:pt idx="2231">
                  <c:v>43971</c:v>
                </c:pt>
                <c:pt idx="2232">
                  <c:v>43970</c:v>
                </c:pt>
                <c:pt idx="2233">
                  <c:v>43969</c:v>
                </c:pt>
                <c:pt idx="2234">
                  <c:v>43968</c:v>
                </c:pt>
                <c:pt idx="2235">
                  <c:v>43967</c:v>
                </c:pt>
                <c:pt idx="2236">
                  <c:v>43966</c:v>
                </c:pt>
                <c:pt idx="2237">
                  <c:v>43965</c:v>
                </c:pt>
                <c:pt idx="2238">
                  <c:v>43964</c:v>
                </c:pt>
                <c:pt idx="2239">
                  <c:v>43963</c:v>
                </c:pt>
                <c:pt idx="2240">
                  <c:v>43962</c:v>
                </c:pt>
                <c:pt idx="2241">
                  <c:v>43961</c:v>
                </c:pt>
                <c:pt idx="2242">
                  <c:v>43960</c:v>
                </c:pt>
                <c:pt idx="2243">
                  <c:v>43959</c:v>
                </c:pt>
                <c:pt idx="2244">
                  <c:v>43958</c:v>
                </c:pt>
                <c:pt idx="2245">
                  <c:v>43957</c:v>
                </c:pt>
                <c:pt idx="2246">
                  <c:v>43956</c:v>
                </c:pt>
                <c:pt idx="2247">
                  <c:v>43955</c:v>
                </c:pt>
                <c:pt idx="2248">
                  <c:v>43954</c:v>
                </c:pt>
                <c:pt idx="2249">
                  <c:v>43953</c:v>
                </c:pt>
                <c:pt idx="2250">
                  <c:v>43952</c:v>
                </c:pt>
                <c:pt idx="2251">
                  <c:v>43951</c:v>
                </c:pt>
                <c:pt idx="2252">
                  <c:v>43950</c:v>
                </c:pt>
                <c:pt idx="2253">
                  <c:v>43949</c:v>
                </c:pt>
                <c:pt idx="2254">
                  <c:v>43948</c:v>
                </c:pt>
                <c:pt idx="2255">
                  <c:v>43947</c:v>
                </c:pt>
                <c:pt idx="2256">
                  <c:v>43946</c:v>
                </c:pt>
                <c:pt idx="2257">
                  <c:v>43945</c:v>
                </c:pt>
                <c:pt idx="2258">
                  <c:v>43944</c:v>
                </c:pt>
                <c:pt idx="2259">
                  <c:v>43943</c:v>
                </c:pt>
                <c:pt idx="2260">
                  <c:v>43942</c:v>
                </c:pt>
                <c:pt idx="2261">
                  <c:v>43941</c:v>
                </c:pt>
                <c:pt idx="2262">
                  <c:v>43940</c:v>
                </c:pt>
                <c:pt idx="2263">
                  <c:v>43939</c:v>
                </c:pt>
                <c:pt idx="2264">
                  <c:v>43938</c:v>
                </c:pt>
                <c:pt idx="2265">
                  <c:v>43937</c:v>
                </c:pt>
                <c:pt idx="2266">
                  <c:v>43936</c:v>
                </c:pt>
                <c:pt idx="2267">
                  <c:v>43935</c:v>
                </c:pt>
                <c:pt idx="2268">
                  <c:v>43934</c:v>
                </c:pt>
                <c:pt idx="2269">
                  <c:v>43933</c:v>
                </c:pt>
                <c:pt idx="2270">
                  <c:v>43932</c:v>
                </c:pt>
                <c:pt idx="2271">
                  <c:v>43931</c:v>
                </c:pt>
                <c:pt idx="2272">
                  <c:v>43930</c:v>
                </c:pt>
                <c:pt idx="2273">
                  <c:v>43929</c:v>
                </c:pt>
                <c:pt idx="2274">
                  <c:v>43928</c:v>
                </c:pt>
                <c:pt idx="2275">
                  <c:v>43927</c:v>
                </c:pt>
                <c:pt idx="2276">
                  <c:v>43926</c:v>
                </c:pt>
                <c:pt idx="2277">
                  <c:v>43925</c:v>
                </c:pt>
                <c:pt idx="2278">
                  <c:v>43924</c:v>
                </c:pt>
                <c:pt idx="2279">
                  <c:v>43923</c:v>
                </c:pt>
                <c:pt idx="2280">
                  <c:v>43922</c:v>
                </c:pt>
                <c:pt idx="2281">
                  <c:v>43921</c:v>
                </c:pt>
                <c:pt idx="2282">
                  <c:v>43920</c:v>
                </c:pt>
                <c:pt idx="2283">
                  <c:v>43919</c:v>
                </c:pt>
                <c:pt idx="2284">
                  <c:v>43918</c:v>
                </c:pt>
                <c:pt idx="2285">
                  <c:v>43917</c:v>
                </c:pt>
                <c:pt idx="2286">
                  <c:v>43916</c:v>
                </c:pt>
                <c:pt idx="2287">
                  <c:v>43915</c:v>
                </c:pt>
                <c:pt idx="2288">
                  <c:v>43914</c:v>
                </c:pt>
                <c:pt idx="2289">
                  <c:v>43913</c:v>
                </c:pt>
                <c:pt idx="2290">
                  <c:v>43912</c:v>
                </c:pt>
                <c:pt idx="2291">
                  <c:v>43911</c:v>
                </c:pt>
                <c:pt idx="2292">
                  <c:v>43910</c:v>
                </c:pt>
                <c:pt idx="2293">
                  <c:v>43909</c:v>
                </c:pt>
                <c:pt idx="2294">
                  <c:v>43908</c:v>
                </c:pt>
                <c:pt idx="2295">
                  <c:v>43907</c:v>
                </c:pt>
                <c:pt idx="2296">
                  <c:v>43906</c:v>
                </c:pt>
                <c:pt idx="2297">
                  <c:v>43905</c:v>
                </c:pt>
                <c:pt idx="2298">
                  <c:v>43904</c:v>
                </c:pt>
                <c:pt idx="2299">
                  <c:v>43903</c:v>
                </c:pt>
                <c:pt idx="2300">
                  <c:v>43902</c:v>
                </c:pt>
                <c:pt idx="2301">
                  <c:v>43901</c:v>
                </c:pt>
                <c:pt idx="2302">
                  <c:v>43900</c:v>
                </c:pt>
                <c:pt idx="2303">
                  <c:v>43899</c:v>
                </c:pt>
                <c:pt idx="2304">
                  <c:v>43898</c:v>
                </c:pt>
                <c:pt idx="2305">
                  <c:v>43897</c:v>
                </c:pt>
                <c:pt idx="2306">
                  <c:v>43896</c:v>
                </c:pt>
                <c:pt idx="2307">
                  <c:v>43895</c:v>
                </c:pt>
                <c:pt idx="2308">
                  <c:v>43894</c:v>
                </c:pt>
                <c:pt idx="2309">
                  <c:v>43893</c:v>
                </c:pt>
                <c:pt idx="2310">
                  <c:v>43892</c:v>
                </c:pt>
                <c:pt idx="2311">
                  <c:v>43891</c:v>
                </c:pt>
                <c:pt idx="2312">
                  <c:v>43890</c:v>
                </c:pt>
                <c:pt idx="2313">
                  <c:v>43889</c:v>
                </c:pt>
                <c:pt idx="2314">
                  <c:v>43888</c:v>
                </c:pt>
                <c:pt idx="2315">
                  <c:v>43887</c:v>
                </c:pt>
                <c:pt idx="2316">
                  <c:v>43886</c:v>
                </c:pt>
                <c:pt idx="2317">
                  <c:v>43885</c:v>
                </c:pt>
                <c:pt idx="2318">
                  <c:v>43884</c:v>
                </c:pt>
                <c:pt idx="2319">
                  <c:v>43883</c:v>
                </c:pt>
                <c:pt idx="2320">
                  <c:v>43882</c:v>
                </c:pt>
                <c:pt idx="2321">
                  <c:v>43881</c:v>
                </c:pt>
                <c:pt idx="2322">
                  <c:v>43880</c:v>
                </c:pt>
                <c:pt idx="2323">
                  <c:v>43879</c:v>
                </c:pt>
                <c:pt idx="2324">
                  <c:v>43878</c:v>
                </c:pt>
                <c:pt idx="2325">
                  <c:v>43877</c:v>
                </c:pt>
                <c:pt idx="2326">
                  <c:v>43876</c:v>
                </c:pt>
                <c:pt idx="2327">
                  <c:v>43875</c:v>
                </c:pt>
                <c:pt idx="2328">
                  <c:v>43874</c:v>
                </c:pt>
                <c:pt idx="2329">
                  <c:v>43873</c:v>
                </c:pt>
                <c:pt idx="2330">
                  <c:v>43872</c:v>
                </c:pt>
                <c:pt idx="2331">
                  <c:v>43871</c:v>
                </c:pt>
                <c:pt idx="2332">
                  <c:v>43870</c:v>
                </c:pt>
                <c:pt idx="2333">
                  <c:v>43869</c:v>
                </c:pt>
                <c:pt idx="2334">
                  <c:v>43868</c:v>
                </c:pt>
                <c:pt idx="2335">
                  <c:v>43867</c:v>
                </c:pt>
                <c:pt idx="2336">
                  <c:v>43866</c:v>
                </c:pt>
                <c:pt idx="2337">
                  <c:v>43865</c:v>
                </c:pt>
                <c:pt idx="2338">
                  <c:v>43864</c:v>
                </c:pt>
                <c:pt idx="2339">
                  <c:v>43863</c:v>
                </c:pt>
                <c:pt idx="2340">
                  <c:v>43862</c:v>
                </c:pt>
                <c:pt idx="2341">
                  <c:v>43861</c:v>
                </c:pt>
                <c:pt idx="2342">
                  <c:v>43860</c:v>
                </c:pt>
                <c:pt idx="2343">
                  <c:v>43859</c:v>
                </c:pt>
                <c:pt idx="2344">
                  <c:v>43858</c:v>
                </c:pt>
                <c:pt idx="2345">
                  <c:v>43857</c:v>
                </c:pt>
                <c:pt idx="2346">
                  <c:v>43856</c:v>
                </c:pt>
                <c:pt idx="2347">
                  <c:v>43855</c:v>
                </c:pt>
                <c:pt idx="2348">
                  <c:v>43854</c:v>
                </c:pt>
                <c:pt idx="2349">
                  <c:v>43853</c:v>
                </c:pt>
                <c:pt idx="2350">
                  <c:v>43852</c:v>
                </c:pt>
                <c:pt idx="2351">
                  <c:v>43851</c:v>
                </c:pt>
                <c:pt idx="2352">
                  <c:v>43850</c:v>
                </c:pt>
                <c:pt idx="2353">
                  <c:v>43849</c:v>
                </c:pt>
                <c:pt idx="2354">
                  <c:v>43848</c:v>
                </c:pt>
                <c:pt idx="2355">
                  <c:v>43847</c:v>
                </c:pt>
                <c:pt idx="2356">
                  <c:v>43846</c:v>
                </c:pt>
                <c:pt idx="2357">
                  <c:v>43845</c:v>
                </c:pt>
                <c:pt idx="2358">
                  <c:v>43844</c:v>
                </c:pt>
                <c:pt idx="2359">
                  <c:v>43843</c:v>
                </c:pt>
                <c:pt idx="2360">
                  <c:v>43842</c:v>
                </c:pt>
                <c:pt idx="2361">
                  <c:v>43841</c:v>
                </c:pt>
                <c:pt idx="2362">
                  <c:v>43840</c:v>
                </c:pt>
                <c:pt idx="2363">
                  <c:v>43839</c:v>
                </c:pt>
                <c:pt idx="2364">
                  <c:v>43838</c:v>
                </c:pt>
                <c:pt idx="2365">
                  <c:v>43837</c:v>
                </c:pt>
                <c:pt idx="2366">
                  <c:v>43836</c:v>
                </c:pt>
                <c:pt idx="2367">
                  <c:v>43835</c:v>
                </c:pt>
                <c:pt idx="2368">
                  <c:v>43834</c:v>
                </c:pt>
                <c:pt idx="2369">
                  <c:v>43833</c:v>
                </c:pt>
                <c:pt idx="2370">
                  <c:v>43832</c:v>
                </c:pt>
                <c:pt idx="2371">
                  <c:v>43831</c:v>
                </c:pt>
                <c:pt idx="2372">
                  <c:v>43830</c:v>
                </c:pt>
                <c:pt idx="2373">
                  <c:v>43829</c:v>
                </c:pt>
                <c:pt idx="2374">
                  <c:v>43828</c:v>
                </c:pt>
                <c:pt idx="2375">
                  <c:v>43827</c:v>
                </c:pt>
                <c:pt idx="2376">
                  <c:v>43826</c:v>
                </c:pt>
                <c:pt idx="2377">
                  <c:v>43825</c:v>
                </c:pt>
                <c:pt idx="2378">
                  <c:v>43824</c:v>
                </c:pt>
                <c:pt idx="2379">
                  <c:v>43823</c:v>
                </c:pt>
                <c:pt idx="2380">
                  <c:v>43822</c:v>
                </c:pt>
                <c:pt idx="2381">
                  <c:v>43821</c:v>
                </c:pt>
                <c:pt idx="2382">
                  <c:v>43820</c:v>
                </c:pt>
                <c:pt idx="2383">
                  <c:v>43819</c:v>
                </c:pt>
                <c:pt idx="2384">
                  <c:v>43818</c:v>
                </c:pt>
                <c:pt idx="2385">
                  <c:v>43817</c:v>
                </c:pt>
                <c:pt idx="2386">
                  <c:v>43816</c:v>
                </c:pt>
                <c:pt idx="2387">
                  <c:v>43815</c:v>
                </c:pt>
                <c:pt idx="2388">
                  <c:v>43814</c:v>
                </c:pt>
                <c:pt idx="2389">
                  <c:v>43813</c:v>
                </c:pt>
                <c:pt idx="2390">
                  <c:v>43812</c:v>
                </c:pt>
                <c:pt idx="2391">
                  <c:v>43811</c:v>
                </c:pt>
                <c:pt idx="2392">
                  <c:v>43810</c:v>
                </c:pt>
                <c:pt idx="2393">
                  <c:v>43809</c:v>
                </c:pt>
                <c:pt idx="2394">
                  <c:v>43808</c:v>
                </c:pt>
                <c:pt idx="2395">
                  <c:v>43807</c:v>
                </c:pt>
                <c:pt idx="2396">
                  <c:v>43806</c:v>
                </c:pt>
                <c:pt idx="2397">
                  <c:v>43805</c:v>
                </c:pt>
                <c:pt idx="2398">
                  <c:v>43804</c:v>
                </c:pt>
                <c:pt idx="2399">
                  <c:v>43803</c:v>
                </c:pt>
                <c:pt idx="2400">
                  <c:v>43802</c:v>
                </c:pt>
                <c:pt idx="2401">
                  <c:v>43801</c:v>
                </c:pt>
                <c:pt idx="2402">
                  <c:v>43800</c:v>
                </c:pt>
                <c:pt idx="2403">
                  <c:v>43799</c:v>
                </c:pt>
                <c:pt idx="2404">
                  <c:v>43798</c:v>
                </c:pt>
                <c:pt idx="2405">
                  <c:v>43797</c:v>
                </c:pt>
                <c:pt idx="2406">
                  <c:v>43796</c:v>
                </c:pt>
                <c:pt idx="2407">
                  <c:v>43795</c:v>
                </c:pt>
                <c:pt idx="2408">
                  <c:v>43794</c:v>
                </c:pt>
                <c:pt idx="2409">
                  <c:v>43793</c:v>
                </c:pt>
                <c:pt idx="2410">
                  <c:v>43792</c:v>
                </c:pt>
                <c:pt idx="2411">
                  <c:v>43791</c:v>
                </c:pt>
                <c:pt idx="2412">
                  <c:v>43790</c:v>
                </c:pt>
                <c:pt idx="2413">
                  <c:v>43789</c:v>
                </c:pt>
                <c:pt idx="2414">
                  <c:v>43788</c:v>
                </c:pt>
                <c:pt idx="2415">
                  <c:v>43787</c:v>
                </c:pt>
                <c:pt idx="2416">
                  <c:v>43786</c:v>
                </c:pt>
                <c:pt idx="2417">
                  <c:v>43785</c:v>
                </c:pt>
                <c:pt idx="2418">
                  <c:v>43784</c:v>
                </c:pt>
                <c:pt idx="2419">
                  <c:v>43783</c:v>
                </c:pt>
                <c:pt idx="2420">
                  <c:v>43782</c:v>
                </c:pt>
                <c:pt idx="2421">
                  <c:v>43781</c:v>
                </c:pt>
                <c:pt idx="2422">
                  <c:v>43780</c:v>
                </c:pt>
                <c:pt idx="2423">
                  <c:v>43779</c:v>
                </c:pt>
                <c:pt idx="2424">
                  <c:v>43778</c:v>
                </c:pt>
                <c:pt idx="2425">
                  <c:v>43777</c:v>
                </c:pt>
                <c:pt idx="2426">
                  <c:v>43776</c:v>
                </c:pt>
                <c:pt idx="2427">
                  <c:v>43775</c:v>
                </c:pt>
                <c:pt idx="2428">
                  <c:v>43774</c:v>
                </c:pt>
                <c:pt idx="2429">
                  <c:v>43773</c:v>
                </c:pt>
                <c:pt idx="2430">
                  <c:v>43772</c:v>
                </c:pt>
                <c:pt idx="2431">
                  <c:v>43771</c:v>
                </c:pt>
                <c:pt idx="2432">
                  <c:v>43770</c:v>
                </c:pt>
                <c:pt idx="2433">
                  <c:v>43769</c:v>
                </c:pt>
                <c:pt idx="2434">
                  <c:v>43768</c:v>
                </c:pt>
                <c:pt idx="2435">
                  <c:v>43767</c:v>
                </c:pt>
                <c:pt idx="2436">
                  <c:v>43766</c:v>
                </c:pt>
                <c:pt idx="2437">
                  <c:v>43765</c:v>
                </c:pt>
                <c:pt idx="2438">
                  <c:v>43764</c:v>
                </c:pt>
                <c:pt idx="2439">
                  <c:v>43763</c:v>
                </c:pt>
                <c:pt idx="2440">
                  <c:v>43762</c:v>
                </c:pt>
                <c:pt idx="2441">
                  <c:v>43761</c:v>
                </c:pt>
                <c:pt idx="2442">
                  <c:v>43760</c:v>
                </c:pt>
                <c:pt idx="2443">
                  <c:v>43759</c:v>
                </c:pt>
                <c:pt idx="2444">
                  <c:v>43758</c:v>
                </c:pt>
                <c:pt idx="2445">
                  <c:v>43757</c:v>
                </c:pt>
                <c:pt idx="2446">
                  <c:v>43756</c:v>
                </c:pt>
                <c:pt idx="2447">
                  <c:v>43755</c:v>
                </c:pt>
                <c:pt idx="2448">
                  <c:v>43754</c:v>
                </c:pt>
                <c:pt idx="2449">
                  <c:v>43753</c:v>
                </c:pt>
                <c:pt idx="2450">
                  <c:v>43752</c:v>
                </c:pt>
                <c:pt idx="2451">
                  <c:v>43751</c:v>
                </c:pt>
                <c:pt idx="2452">
                  <c:v>43750</c:v>
                </c:pt>
                <c:pt idx="2453">
                  <c:v>43749</c:v>
                </c:pt>
                <c:pt idx="2454">
                  <c:v>43748</c:v>
                </c:pt>
                <c:pt idx="2455">
                  <c:v>43747</c:v>
                </c:pt>
                <c:pt idx="2456">
                  <c:v>43746</c:v>
                </c:pt>
                <c:pt idx="2457">
                  <c:v>43745</c:v>
                </c:pt>
                <c:pt idx="2458">
                  <c:v>43744</c:v>
                </c:pt>
                <c:pt idx="2459">
                  <c:v>43743</c:v>
                </c:pt>
                <c:pt idx="2460">
                  <c:v>43742</c:v>
                </c:pt>
                <c:pt idx="2461">
                  <c:v>43741</c:v>
                </c:pt>
                <c:pt idx="2462">
                  <c:v>43740</c:v>
                </c:pt>
                <c:pt idx="2463">
                  <c:v>43739</c:v>
                </c:pt>
                <c:pt idx="2464">
                  <c:v>43738</c:v>
                </c:pt>
                <c:pt idx="2465">
                  <c:v>43737</c:v>
                </c:pt>
                <c:pt idx="2466">
                  <c:v>43736</c:v>
                </c:pt>
                <c:pt idx="2467">
                  <c:v>43735</c:v>
                </c:pt>
                <c:pt idx="2468">
                  <c:v>43734</c:v>
                </c:pt>
                <c:pt idx="2469">
                  <c:v>43733</c:v>
                </c:pt>
                <c:pt idx="2470">
                  <c:v>43732</c:v>
                </c:pt>
                <c:pt idx="2471">
                  <c:v>43731</c:v>
                </c:pt>
                <c:pt idx="2472">
                  <c:v>43730</c:v>
                </c:pt>
                <c:pt idx="2473">
                  <c:v>43729</c:v>
                </c:pt>
                <c:pt idx="2474">
                  <c:v>43728</c:v>
                </c:pt>
                <c:pt idx="2475">
                  <c:v>43727</c:v>
                </c:pt>
                <c:pt idx="2476">
                  <c:v>43726</c:v>
                </c:pt>
                <c:pt idx="2477">
                  <c:v>43725</c:v>
                </c:pt>
                <c:pt idx="2478">
                  <c:v>43724</c:v>
                </c:pt>
                <c:pt idx="2479">
                  <c:v>43723</c:v>
                </c:pt>
                <c:pt idx="2480">
                  <c:v>43722</c:v>
                </c:pt>
                <c:pt idx="2481">
                  <c:v>43721</c:v>
                </c:pt>
                <c:pt idx="2482">
                  <c:v>43720</c:v>
                </c:pt>
                <c:pt idx="2483">
                  <c:v>43719</c:v>
                </c:pt>
                <c:pt idx="2484">
                  <c:v>43718</c:v>
                </c:pt>
                <c:pt idx="2485">
                  <c:v>43717</c:v>
                </c:pt>
                <c:pt idx="2486">
                  <c:v>43716</c:v>
                </c:pt>
                <c:pt idx="2487">
                  <c:v>43715</c:v>
                </c:pt>
                <c:pt idx="2488">
                  <c:v>43714</c:v>
                </c:pt>
                <c:pt idx="2489">
                  <c:v>43713</c:v>
                </c:pt>
                <c:pt idx="2490">
                  <c:v>43712</c:v>
                </c:pt>
                <c:pt idx="2491">
                  <c:v>43711</c:v>
                </c:pt>
                <c:pt idx="2492">
                  <c:v>43710</c:v>
                </c:pt>
                <c:pt idx="2493">
                  <c:v>43709</c:v>
                </c:pt>
                <c:pt idx="2494">
                  <c:v>43708</c:v>
                </c:pt>
                <c:pt idx="2495">
                  <c:v>43707</c:v>
                </c:pt>
                <c:pt idx="2496">
                  <c:v>43706</c:v>
                </c:pt>
                <c:pt idx="2497">
                  <c:v>43705</c:v>
                </c:pt>
                <c:pt idx="2498">
                  <c:v>43704</c:v>
                </c:pt>
                <c:pt idx="2499">
                  <c:v>43703</c:v>
                </c:pt>
                <c:pt idx="2500">
                  <c:v>43702</c:v>
                </c:pt>
                <c:pt idx="2501">
                  <c:v>43701</c:v>
                </c:pt>
                <c:pt idx="2502">
                  <c:v>43700</c:v>
                </c:pt>
                <c:pt idx="2503">
                  <c:v>43699</c:v>
                </c:pt>
                <c:pt idx="2504">
                  <c:v>43698</c:v>
                </c:pt>
                <c:pt idx="2505">
                  <c:v>43697</c:v>
                </c:pt>
                <c:pt idx="2506">
                  <c:v>43696</c:v>
                </c:pt>
                <c:pt idx="2507">
                  <c:v>43695</c:v>
                </c:pt>
                <c:pt idx="2508">
                  <c:v>43694</c:v>
                </c:pt>
                <c:pt idx="2509">
                  <c:v>43693</c:v>
                </c:pt>
                <c:pt idx="2510">
                  <c:v>43692</c:v>
                </c:pt>
                <c:pt idx="2511">
                  <c:v>43691</c:v>
                </c:pt>
                <c:pt idx="2512">
                  <c:v>43690</c:v>
                </c:pt>
                <c:pt idx="2513">
                  <c:v>43689</c:v>
                </c:pt>
                <c:pt idx="2514">
                  <c:v>43688</c:v>
                </c:pt>
                <c:pt idx="2515">
                  <c:v>43687</c:v>
                </c:pt>
                <c:pt idx="2516">
                  <c:v>43686</c:v>
                </c:pt>
                <c:pt idx="2517">
                  <c:v>43685</c:v>
                </c:pt>
                <c:pt idx="2518">
                  <c:v>43684</c:v>
                </c:pt>
                <c:pt idx="2519">
                  <c:v>43683</c:v>
                </c:pt>
                <c:pt idx="2520">
                  <c:v>43682</c:v>
                </c:pt>
                <c:pt idx="2521">
                  <c:v>43681</c:v>
                </c:pt>
                <c:pt idx="2522">
                  <c:v>43680</c:v>
                </c:pt>
                <c:pt idx="2523">
                  <c:v>43679</c:v>
                </c:pt>
                <c:pt idx="2524">
                  <c:v>43678</c:v>
                </c:pt>
                <c:pt idx="2525">
                  <c:v>43677</c:v>
                </c:pt>
                <c:pt idx="2526">
                  <c:v>43676</c:v>
                </c:pt>
                <c:pt idx="2527">
                  <c:v>43675</c:v>
                </c:pt>
                <c:pt idx="2528">
                  <c:v>43674</c:v>
                </c:pt>
                <c:pt idx="2529">
                  <c:v>43673</c:v>
                </c:pt>
                <c:pt idx="2530">
                  <c:v>43672</c:v>
                </c:pt>
                <c:pt idx="2531">
                  <c:v>43671</c:v>
                </c:pt>
                <c:pt idx="2532">
                  <c:v>43670</c:v>
                </c:pt>
                <c:pt idx="2533">
                  <c:v>43669</c:v>
                </c:pt>
                <c:pt idx="2534">
                  <c:v>43668</c:v>
                </c:pt>
                <c:pt idx="2535">
                  <c:v>43667</c:v>
                </c:pt>
                <c:pt idx="2536">
                  <c:v>43666</c:v>
                </c:pt>
                <c:pt idx="2537">
                  <c:v>43665</c:v>
                </c:pt>
                <c:pt idx="2538">
                  <c:v>43664</c:v>
                </c:pt>
                <c:pt idx="2539">
                  <c:v>43663</c:v>
                </c:pt>
                <c:pt idx="2540">
                  <c:v>43662</c:v>
                </c:pt>
                <c:pt idx="2541">
                  <c:v>43661</c:v>
                </c:pt>
                <c:pt idx="2542">
                  <c:v>43660</c:v>
                </c:pt>
                <c:pt idx="2543">
                  <c:v>43659</c:v>
                </c:pt>
                <c:pt idx="2544">
                  <c:v>43658</c:v>
                </c:pt>
                <c:pt idx="2545">
                  <c:v>43657</c:v>
                </c:pt>
                <c:pt idx="2546">
                  <c:v>43656</c:v>
                </c:pt>
                <c:pt idx="2547">
                  <c:v>43655</c:v>
                </c:pt>
                <c:pt idx="2548">
                  <c:v>43654</c:v>
                </c:pt>
                <c:pt idx="2549">
                  <c:v>43653</c:v>
                </c:pt>
                <c:pt idx="2550">
                  <c:v>43652</c:v>
                </c:pt>
                <c:pt idx="2551">
                  <c:v>43651</c:v>
                </c:pt>
                <c:pt idx="2552">
                  <c:v>43650</c:v>
                </c:pt>
                <c:pt idx="2553">
                  <c:v>43649</c:v>
                </c:pt>
                <c:pt idx="2554">
                  <c:v>43648</c:v>
                </c:pt>
                <c:pt idx="2555">
                  <c:v>43647</c:v>
                </c:pt>
                <c:pt idx="2556">
                  <c:v>43646</c:v>
                </c:pt>
                <c:pt idx="2557">
                  <c:v>43645</c:v>
                </c:pt>
                <c:pt idx="2558">
                  <c:v>43644</c:v>
                </c:pt>
                <c:pt idx="2559">
                  <c:v>43643</c:v>
                </c:pt>
                <c:pt idx="2560">
                  <c:v>43642</c:v>
                </c:pt>
                <c:pt idx="2561">
                  <c:v>43641</c:v>
                </c:pt>
                <c:pt idx="2562">
                  <c:v>43640</c:v>
                </c:pt>
                <c:pt idx="2563">
                  <c:v>43639</c:v>
                </c:pt>
                <c:pt idx="2564">
                  <c:v>43638</c:v>
                </c:pt>
                <c:pt idx="2565">
                  <c:v>43637</c:v>
                </c:pt>
                <c:pt idx="2566">
                  <c:v>43636</c:v>
                </c:pt>
                <c:pt idx="2567">
                  <c:v>43635</c:v>
                </c:pt>
                <c:pt idx="2568">
                  <c:v>43634</c:v>
                </c:pt>
                <c:pt idx="2569">
                  <c:v>43633</c:v>
                </c:pt>
                <c:pt idx="2570">
                  <c:v>43632</c:v>
                </c:pt>
                <c:pt idx="2571">
                  <c:v>43631</c:v>
                </c:pt>
                <c:pt idx="2572">
                  <c:v>43630</c:v>
                </c:pt>
                <c:pt idx="2573">
                  <c:v>43629</c:v>
                </c:pt>
                <c:pt idx="2574">
                  <c:v>43628</c:v>
                </c:pt>
                <c:pt idx="2575">
                  <c:v>43627</c:v>
                </c:pt>
                <c:pt idx="2576">
                  <c:v>43626</c:v>
                </c:pt>
                <c:pt idx="2577">
                  <c:v>43625</c:v>
                </c:pt>
                <c:pt idx="2578">
                  <c:v>43624</c:v>
                </c:pt>
                <c:pt idx="2579">
                  <c:v>43623</c:v>
                </c:pt>
                <c:pt idx="2580">
                  <c:v>43622</c:v>
                </c:pt>
                <c:pt idx="2581">
                  <c:v>43621</c:v>
                </c:pt>
                <c:pt idx="2582">
                  <c:v>43620</c:v>
                </c:pt>
                <c:pt idx="2583">
                  <c:v>43619</c:v>
                </c:pt>
                <c:pt idx="2584">
                  <c:v>43618</c:v>
                </c:pt>
                <c:pt idx="2585">
                  <c:v>43617</c:v>
                </c:pt>
                <c:pt idx="2586">
                  <c:v>43616</c:v>
                </c:pt>
                <c:pt idx="2587">
                  <c:v>43615</c:v>
                </c:pt>
                <c:pt idx="2588">
                  <c:v>43614</c:v>
                </c:pt>
                <c:pt idx="2589">
                  <c:v>43613</c:v>
                </c:pt>
                <c:pt idx="2590">
                  <c:v>43612</c:v>
                </c:pt>
                <c:pt idx="2591">
                  <c:v>43611</c:v>
                </c:pt>
                <c:pt idx="2592">
                  <c:v>43610</c:v>
                </c:pt>
                <c:pt idx="2593">
                  <c:v>43609</c:v>
                </c:pt>
                <c:pt idx="2594">
                  <c:v>43608</c:v>
                </c:pt>
                <c:pt idx="2595">
                  <c:v>43607</c:v>
                </c:pt>
                <c:pt idx="2596">
                  <c:v>43606</c:v>
                </c:pt>
                <c:pt idx="2597">
                  <c:v>43605</c:v>
                </c:pt>
                <c:pt idx="2598">
                  <c:v>43604</c:v>
                </c:pt>
                <c:pt idx="2599">
                  <c:v>43603</c:v>
                </c:pt>
                <c:pt idx="2600">
                  <c:v>43602</c:v>
                </c:pt>
                <c:pt idx="2601">
                  <c:v>43601</c:v>
                </c:pt>
                <c:pt idx="2602">
                  <c:v>43600</c:v>
                </c:pt>
                <c:pt idx="2603">
                  <c:v>43599</c:v>
                </c:pt>
                <c:pt idx="2604">
                  <c:v>43598</c:v>
                </c:pt>
                <c:pt idx="2605">
                  <c:v>43597</c:v>
                </c:pt>
                <c:pt idx="2606">
                  <c:v>43596</c:v>
                </c:pt>
                <c:pt idx="2607">
                  <c:v>43595</c:v>
                </c:pt>
                <c:pt idx="2608">
                  <c:v>43594</c:v>
                </c:pt>
                <c:pt idx="2609">
                  <c:v>43593</c:v>
                </c:pt>
                <c:pt idx="2610">
                  <c:v>43592</c:v>
                </c:pt>
                <c:pt idx="2611">
                  <c:v>43591</c:v>
                </c:pt>
                <c:pt idx="2612">
                  <c:v>43590</c:v>
                </c:pt>
                <c:pt idx="2613">
                  <c:v>43589</c:v>
                </c:pt>
                <c:pt idx="2614">
                  <c:v>43588</c:v>
                </c:pt>
                <c:pt idx="2615">
                  <c:v>43587</c:v>
                </c:pt>
                <c:pt idx="2616">
                  <c:v>43586</c:v>
                </c:pt>
                <c:pt idx="2617">
                  <c:v>43585</c:v>
                </c:pt>
                <c:pt idx="2618">
                  <c:v>43584</c:v>
                </c:pt>
                <c:pt idx="2619">
                  <c:v>43583</c:v>
                </c:pt>
                <c:pt idx="2620">
                  <c:v>43582</c:v>
                </c:pt>
                <c:pt idx="2621">
                  <c:v>43581</c:v>
                </c:pt>
                <c:pt idx="2622">
                  <c:v>43580</c:v>
                </c:pt>
                <c:pt idx="2623">
                  <c:v>43579</c:v>
                </c:pt>
                <c:pt idx="2624">
                  <c:v>43578</c:v>
                </c:pt>
                <c:pt idx="2625">
                  <c:v>43577</c:v>
                </c:pt>
                <c:pt idx="2626">
                  <c:v>43576</c:v>
                </c:pt>
                <c:pt idx="2627">
                  <c:v>43575</c:v>
                </c:pt>
                <c:pt idx="2628">
                  <c:v>43574</c:v>
                </c:pt>
                <c:pt idx="2629">
                  <c:v>43573</c:v>
                </c:pt>
                <c:pt idx="2630">
                  <c:v>43572</c:v>
                </c:pt>
                <c:pt idx="2631">
                  <c:v>43571</c:v>
                </c:pt>
                <c:pt idx="2632">
                  <c:v>43570</c:v>
                </c:pt>
                <c:pt idx="2633">
                  <c:v>43569</c:v>
                </c:pt>
                <c:pt idx="2634">
                  <c:v>43568</c:v>
                </c:pt>
                <c:pt idx="2635">
                  <c:v>43567</c:v>
                </c:pt>
                <c:pt idx="2636">
                  <c:v>43566</c:v>
                </c:pt>
                <c:pt idx="2637">
                  <c:v>43565</c:v>
                </c:pt>
                <c:pt idx="2638">
                  <c:v>43564</c:v>
                </c:pt>
                <c:pt idx="2639">
                  <c:v>43563</c:v>
                </c:pt>
                <c:pt idx="2640">
                  <c:v>43562</c:v>
                </c:pt>
                <c:pt idx="2641">
                  <c:v>43561</c:v>
                </c:pt>
                <c:pt idx="2642">
                  <c:v>43560</c:v>
                </c:pt>
                <c:pt idx="2643">
                  <c:v>43559</c:v>
                </c:pt>
                <c:pt idx="2644">
                  <c:v>43558</c:v>
                </c:pt>
                <c:pt idx="2645">
                  <c:v>43557</c:v>
                </c:pt>
                <c:pt idx="2646">
                  <c:v>43556</c:v>
                </c:pt>
                <c:pt idx="2647">
                  <c:v>43555</c:v>
                </c:pt>
                <c:pt idx="2648">
                  <c:v>43554</c:v>
                </c:pt>
                <c:pt idx="2649">
                  <c:v>43553</c:v>
                </c:pt>
                <c:pt idx="2650">
                  <c:v>43552</c:v>
                </c:pt>
                <c:pt idx="2651">
                  <c:v>43551</c:v>
                </c:pt>
                <c:pt idx="2652">
                  <c:v>43550</c:v>
                </c:pt>
                <c:pt idx="2653">
                  <c:v>43549</c:v>
                </c:pt>
                <c:pt idx="2654">
                  <c:v>43548</c:v>
                </c:pt>
                <c:pt idx="2655">
                  <c:v>43547</c:v>
                </c:pt>
                <c:pt idx="2656">
                  <c:v>43546</c:v>
                </c:pt>
                <c:pt idx="2657">
                  <c:v>43545</c:v>
                </c:pt>
                <c:pt idx="2658">
                  <c:v>43544</c:v>
                </c:pt>
                <c:pt idx="2659">
                  <c:v>43543</c:v>
                </c:pt>
                <c:pt idx="2660">
                  <c:v>43542</c:v>
                </c:pt>
                <c:pt idx="2661">
                  <c:v>43541</c:v>
                </c:pt>
                <c:pt idx="2662">
                  <c:v>43540</c:v>
                </c:pt>
                <c:pt idx="2663">
                  <c:v>43539</c:v>
                </c:pt>
                <c:pt idx="2664">
                  <c:v>43538</c:v>
                </c:pt>
                <c:pt idx="2665">
                  <c:v>43537</c:v>
                </c:pt>
                <c:pt idx="2666">
                  <c:v>43536</c:v>
                </c:pt>
                <c:pt idx="2667">
                  <c:v>43535</c:v>
                </c:pt>
                <c:pt idx="2668">
                  <c:v>43534</c:v>
                </c:pt>
                <c:pt idx="2669">
                  <c:v>43533</c:v>
                </c:pt>
                <c:pt idx="2670">
                  <c:v>43532</c:v>
                </c:pt>
                <c:pt idx="2671">
                  <c:v>43531</c:v>
                </c:pt>
                <c:pt idx="2672">
                  <c:v>43530</c:v>
                </c:pt>
                <c:pt idx="2673">
                  <c:v>43529</c:v>
                </c:pt>
                <c:pt idx="2674">
                  <c:v>43528</c:v>
                </c:pt>
                <c:pt idx="2675">
                  <c:v>43527</c:v>
                </c:pt>
                <c:pt idx="2676">
                  <c:v>43526</c:v>
                </c:pt>
                <c:pt idx="2677">
                  <c:v>43525</c:v>
                </c:pt>
                <c:pt idx="2678">
                  <c:v>43524</c:v>
                </c:pt>
                <c:pt idx="2679">
                  <c:v>43523</c:v>
                </c:pt>
                <c:pt idx="2680">
                  <c:v>43522</c:v>
                </c:pt>
                <c:pt idx="2681">
                  <c:v>43521</c:v>
                </c:pt>
                <c:pt idx="2682">
                  <c:v>43520</c:v>
                </c:pt>
                <c:pt idx="2683">
                  <c:v>43519</c:v>
                </c:pt>
                <c:pt idx="2684">
                  <c:v>43518</c:v>
                </c:pt>
                <c:pt idx="2685">
                  <c:v>43517</c:v>
                </c:pt>
                <c:pt idx="2686">
                  <c:v>43516</c:v>
                </c:pt>
                <c:pt idx="2687">
                  <c:v>43515</c:v>
                </c:pt>
                <c:pt idx="2688">
                  <c:v>43514</c:v>
                </c:pt>
                <c:pt idx="2689">
                  <c:v>43513</c:v>
                </c:pt>
                <c:pt idx="2690">
                  <c:v>43512</c:v>
                </c:pt>
                <c:pt idx="2691">
                  <c:v>43511</c:v>
                </c:pt>
                <c:pt idx="2692">
                  <c:v>43510</c:v>
                </c:pt>
                <c:pt idx="2693">
                  <c:v>43509</c:v>
                </c:pt>
                <c:pt idx="2694">
                  <c:v>43508</c:v>
                </c:pt>
                <c:pt idx="2695">
                  <c:v>43507</c:v>
                </c:pt>
                <c:pt idx="2696">
                  <c:v>43506</c:v>
                </c:pt>
                <c:pt idx="2697">
                  <c:v>43505</c:v>
                </c:pt>
                <c:pt idx="2698">
                  <c:v>43504</c:v>
                </c:pt>
                <c:pt idx="2699">
                  <c:v>43503</c:v>
                </c:pt>
                <c:pt idx="2700">
                  <c:v>43502</c:v>
                </c:pt>
                <c:pt idx="2701">
                  <c:v>43501</c:v>
                </c:pt>
                <c:pt idx="2702">
                  <c:v>43500</c:v>
                </c:pt>
                <c:pt idx="2703">
                  <c:v>43499</c:v>
                </c:pt>
                <c:pt idx="2704">
                  <c:v>43498</c:v>
                </c:pt>
                <c:pt idx="2705">
                  <c:v>43497</c:v>
                </c:pt>
                <c:pt idx="2706">
                  <c:v>43496</c:v>
                </c:pt>
                <c:pt idx="2707">
                  <c:v>43495</c:v>
                </c:pt>
                <c:pt idx="2708">
                  <c:v>43494</c:v>
                </c:pt>
                <c:pt idx="2709">
                  <c:v>43493</c:v>
                </c:pt>
                <c:pt idx="2710">
                  <c:v>43492</c:v>
                </c:pt>
                <c:pt idx="2711">
                  <c:v>43491</c:v>
                </c:pt>
                <c:pt idx="2712">
                  <c:v>43490</c:v>
                </c:pt>
                <c:pt idx="2713">
                  <c:v>43489</c:v>
                </c:pt>
                <c:pt idx="2714">
                  <c:v>43488</c:v>
                </c:pt>
                <c:pt idx="2715">
                  <c:v>43487</c:v>
                </c:pt>
                <c:pt idx="2716">
                  <c:v>43486</c:v>
                </c:pt>
                <c:pt idx="2717">
                  <c:v>43485</c:v>
                </c:pt>
                <c:pt idx="2718">
                  <c:v>43484</c:v>
                </c:pt>
                <c:pt idx="2719">
                  <c:v>43483</c:v>
                </c:pt>
                <c:pt idx="2720">
                  <c:v>43482</c:v>
                </c:pt>
                <c:pt idx="2721">
                  <c:v>43481</c:v>
                </c:pt>
                <c:pt idx="2722">
                  <c:v>43480</c:v>
                </c:pt>
                <c:pt idx="2723">
                  <c:v>43479</c:v>
                </c:pt>
                <c:pt idx="2724">
                  <c:v>43478</c:v>
                </c:pt>
                <c:pt idx="2725">
                  <c:v>43477</c:v>
                </c:pt>
                <c:pt idx="2726">
                  <c:v>43476</c:v>
                </c:pt>
                <c:pt idx="2727">
                  <c:v>43475</c:v>
                </c:pt>
                <c:pt idx="2728">
                  <c:v>43474</c:v>
                </c:pt>
                <c:pt idx="2729">
                  <c:v>43473</c:v>
                </c:pt>
                <c:pt idx="2730">
                  <c:v>43472</c:v>
                </c:pt>
                <c:pt idx="2731">
                  <c:v>43471</c:v>
                </c:pt>
                <c:pt idx="2732">
                  <c:v>43470</c:v>
                </c:pt>
                <c:pt idx="2733">
                  <c:v>43469</c:v>
                </c:pt>
                <c:pt idx="2734">
                  <c:v>43468</c:v>
                </c:pt>
                <c:pt idx="2735">
                  <c:v>43467</c:v>
                </c:pt>
                <c:pt idx="2736">
                  <c:v>43466</c:v>
                </c:pt>
                <c:pt idx="2737">
                  <c:v>43465</c:v>
                </c:pt>
                <c:pt idx="2738">
                  <c:v>43464</c:v>
                </c:pt>
                <c:pt idx="2739">
                  <c:v>43463</c:v>
                </c:pt>
                <c:pt idx="2740">
                  <c:v>43462</c:v>
                </c:pt>
                <c:pt idx="2741">
                  <c:v>43461</c:v>
                </c:pt>
                <c:pt idx="2742">
                  <c:v>43460</c:v>
                </c:pt>
                <c:pt idx="2743">
                  <c:v>43459</c:v>
                </c:pt>
                <c:pt idx="2744">
                  <c:v>43458</c:v>
                </c:pt>
                <c:pt idx="2745">
                  <c:v>43457</c:v>
                </c:pt>
                <c:pt idx="2746">
                  <c:v>43456</c:v>
                </c:pt>
                <c:pt idx="2747">
                  <c:v>43455</c:v>
                </c:pt>
                <c:pt idx="2748">
                  <c:v>43454</c:v>
                </c:pt>
                <c:pt idx="2749">
                  <c:v>43453</c:v>
                </c:pt>
                <c:pt idx="2750">
                  <c:v>43452</c:v>
                </c:pt>
                <c:pt idx="2751">
                  <c:v>43451</c:v>
                </c:pt>
                <c:pt idx="2752">
                  <c:v>43450</c:v>
                </c:pt>
                <c:pt idx="2753">
                  <c:v>43449</c:v>
                </c:pt>
                <c:pt idx="2754">
                  <c:v>43448</c:v>
                </c:pt>
                <c:pt idx="2755">
                  <c:v>43447</c:v>
                </c:pt>
                <c:pt idx="2756">
                  <c:v>43446</c:v>
                </c:pt>
                <c:pt idx="2757">
                  <c:v>43445</c:v>
                </c:pt>
                <c:pt idx="2758">
                  <c:v>43444</c:v>
                </c:pt>
                <c:pt idx="2759">
                  <c:v>43443</c:v>
                </c:pt>
                <c:pt idx="2760">
                  <c:v>43442</c:v>
                </c:pt>
                <c:pt idx="2761">
                  <c:v>43441</c:v>
                </c:pt>
                <c:pt idx="2762">
                  <c:v>43440</c:v>
                </c:pt>
                <c:pt idx="2763">
                  <c:v>43439</c:v>
                </c:pt>
                <c:pt idx="2764">
                  <c:v>43438</c:v>
                </c:pt>
                <c:pt idx="2765">
                  <c:v>43437</c:v>
                </c:pt>
                <c:pt idx="2766">
                  <c:v>43436</c:v>
                </c:pt>
                <c:pt idx="2767">
                  <c:v>43435</c:v>
                </c:pt>
                <c:pt idx="2768">
                  <c:v>43434</c:v>
                </c:pt>
                <c:pt idx="2769">
                  <c:v>43433</c:v>
                </c:pt>
                <c:pt idx="2770">
                  <c:v>43432</c:v>
                </c:pt>
                <c:pt idx="2771">
                  <c:v>43431</c:v>
                </c:pt>
                <c:pt idx="2772">
                  <c:v>43430</c:v>
                </c:pt>
                <c:pt idx="2773">
                  <c:v>43429</c:v>
                </c:pt>
                <c:pt idx="2774">
                  <c:v>43428</c:v>
                </c:pt>
                <c:pt idx="2775">
                  <c:v>43427</c:v>
                </c:pt>
                <c:pt idx="2776">
                  <c:v>43426</c:v>
                </c:pt>
                <c:pt idx="2777">
                  <c:v>43425</c:v>
                </c:pt>
                <c:pt idx="2778">
                  <c:v>43424</c:v>
                </c:pt>
                <c:pt idx="2779">
                  <c:v>43423</c:v>
                </c:pt>
                <c:pt idx="2780">
                  <c:v>43422</c:v>
                </c:pt>
                <c:pt idx="2781">
                  <c:v>43421</c:v>
                </c:pt>
                <c:pt idx="2782">
                  <c:v>43420</c:v>
                </c:pt>
                <c:pt idx="2783">
                  <c:v>43419</c:v>
                </c:pt>
                <c:pt idx="2784">
                  <c:v>43418</c:v>
                </c:pt>
                <c:pt idx="2785">
                  <c:v>43417</c:v>
                </c:pt>
                <c:pt idx="2786">
                  <c:v>43416</c:v>
                </c:pt>
                <c:pt idx="2787">
                  <c:v>43415</c:v>
                </c:pt>
                <c:pt idx="2788">
                  <c:v>43414</c:v>
                </c:pt>
                <c:pt idx="2789">
                  <c:v>43413</c:v>
                </c:pt>
                <c:pt idx="2790">
                  <c:v>43412</c:v>
                </c:pt>
                <c:pt idx="2791">
                  <c:v>43411</c:v>
                </c:pt>
                <c:pt idx="2792">
                  <c:v>43410</c:v>
                </c:pt>
                <c:pt idx="2793">
                  <c:v>43409</c:v>
                </c:pt>
                <c:pt idx="2794">
                  <c:v>43408</c:v>
                </c:pt>
                <c:pt idx="2795">
                  <c:v>43407</c:v>
                </c:pt>
                <c:pt idx="2796">
                  <c:v>43406</c:v>
                </c:pt>
                <c:pt idx="2797">
                  <c:v>43405</c:v>
                </c:pt>
                <c:pt idx="2798">
                  <c:v>43404</c:v>
                </c:pt>
                <c:pt idx="2799">
                  <c:v>43403</c:v>
                </c:pt>
                <c:pt idx="2800">
                  <c:v>43402</c:v>
                </c:pt>
                <c:pt idx="2801">
                  <c:v>43401</c:v>
                </c:pt>
                <c:pt idx="2802">
                  <c:v>43400</c:v>
                </c:pt>
                <c:pt idx="2803">
                  <c:v>43399</c:v>
                </c:pt>
                <c:pt idx="2804">
                  <c:v>43398</c:v>
                </c:pt>
                <c:pt idx="2805">
                  <c:v>43397</c:v>
                </c:pt>
                <c:pt idx="2806">
                  <c:v>43396</c:v>
                </c:pt>
                <c:pt idx="2807">
                  <c:v>43395</c:v>
                </c:pt>
                <c:pt idx="2808">
                  <c:v>43394</c:v>
                </c:pt>
                <c:pt idx="2809">
                  <c:v>43393</c:v>
                </c:pt>
                <c:pt idx="2810">
                  <c:v>43392</c:v>
                </c:pt>
                <c:pt idx="2811">
                  <c:v>43391</c:v>
                </c:pt>
                <c:pt idx="2812">
                  <c:v>43390</c:v>
                </c:pt>
                <c:pt idx="2813">
                  <c:v>43389</c:v>
                </c:pt>
                <c:pt idx="2814">
                  <c:v>43388</c:v>
                </c:pt>
                <c:pt idx="2815">
                  <c:v>43387</c:v>
                </c:pt>
                <c:pt idx="2816">
                  <c:v>43386</c:v>
                </c:pt>
                <c:pt idx="2817">
                  <c:v>43385</c:v>
                </c:pt>
                <c:pt idx="2818">
                  <c:v>43384</c:v>
                </c:pt>
                <c:pt idx="2819">
                  <c:v>43383</c:v>
                </c:pt>
                <c:pt idx="2820">
                  <c:v>43382</c:v>
                </c:pt>
                <c:pt idx="2821">
                  <c:v>43381</c:v>
                </c:pt>
                <c:pt idx="2822">
                  <c:v>43380</c:v>
                </c:pt>
                <c:pt idx="2823">
                  <c:v>43379</c:v>
                </c:pt>
                <c:pt idx="2824">
                  <c:v>43378</c:v>
                </c:pt>
                <c:pt idx="2825">
                  <c:v>43377</c:v>
                </c:pt>
                <c:pt idx="2826">
                  <c:v>43376</c:v>
                </c:pt>
                <c:pt idx="2827">
                  <c:v>43375</c:v>
                </c:pt>
                <c:pt idx="2828">
                  <c:v>43374</c:v>
                </c:pt>
                <c:pt idx="2829">
                  <c:v>43373</c:v>
                </c:pt>
                <c:pt idx="2830">
                  <c:v>43372</c:v>
                </c:pt>
                <c:pt idx="2831">
                  <c:v>43371</c:v>
                </c:pt>
                <c:pt idx="2832">
                  <c:v>43370</c:v>
                </c:pt>
                <c:pt idx="2833">
                  <c:v>43369</c:v>
                </c:pt>
                <c:pt idx="2834">
                  <c:v>43368</c:v>
                </c:pt>
                <c:pt idx="2835">
                  <c:v>43367</c:v>
                </c:pt>
                <c:pt idx="2836">
                  <c:v>43366</c:v>
                </c:pt>
                <c:pt idx="2837">
                  <c:v>43365</c:v>
                </c:pt>
                <c:pt idx="2838">
                  <c:v>43364</c:v>
                </c:pt>
                <c:pt idx="2839">
                  <c:v>43363</c:v>
                </c:pt>
                <c:pt idx="2840">
                  <c:v>43362</c:v>
                </c:pt>
                <c:pt idx="2841">
                  <c:v>43361</c:v>
                </c:pt>
                <c:pt idx="2842">
                  <c:v>43360</c:v>
                </c:pt>
                <c:pt idx="2843">
                  <c:v>43359</c:v>
                </c:pt>
                <c:pt idx="2844">
                  <c:v>43358</c:v>
                </c:pt>
                <c:pt idx="2845">
                  <c:v>43357</c:v>
                </c:pt>
                <c:pt idx="2846">
                  <c:v>43356</c:v>
                </c:pt>
                <c:pt idx="2847">
                  <c:v>43355</c:v>
                </c:pt>
                <c:pt idx="2848">
                  <c:v>43354</c:v>
                </c:pt>
                <c:pt idx="2849">
                  <c:v>43353</c:v>
                </c:pt>
                <c:pt idx="2850">
                  <c:v>43352</c:v>
                </c:pt>
                <c:pt idx="2851">
                  <c:v>43351</c:v>
                </c:pt>
                <c:pt idx="2852">
                  <c:v>43350</c:v>
                </c:pt>
                <c:pt idx="2853">
                  <c:v>43349</c:v>
                </c:pt>
                <c:pt idx="2854">
                  <c:v>43348</c:v>
                </c:pt>
                <c:pt idx="2855">
                  <c:v>43347</c:v>
                </c:pt>
                <c:pt idx="2856">
                  <c:v>43346</c:v>
                </c:pt>
                <c:pt idx="2857">
                  <c:v>43345</c:v>
                </c:pt>
                <c:pt idx="2858">
                  <c:v>43344</c:v>
                </c:pt>
                <c:pt idx="2859">
                  <c:v>43343</c:v>
                </c:pt>
                <c:pt idx="2860">
                  <c:v>43342</c:v>
                </c:pt>
                <c:pt idx="2861">
                  <c:v>43341</c:v>
                </c:pt>
                <c:pt idx="2862">
                  <c:v>43340</c:v>
                </c:pt>
                <c:pt idx="2863">
                  <c:v>43339</c:v>
                </c:pt>
                <c:pt idx="2864">
                  <c:v>43338</c:v>
                </c:pt>
                <c:pt idx="2865">
                  <c:v>43337</c:v>
                </c:pt>
                <c:pt idx="2866">
                  <c:v>43336</c:v>
                </c:pt>
                <c:pt idx="2867">
                  <c:v>43335</c:v>
                </c:pt>
                <c:pt idx="2868">
                  <c:v>43334</c:v>
                </c:pt>
                <c:pt idx="2869">
                  <c:v>43333</c:v>
                </c:pt>
                <c:pt idx="2870">
                  <c:v>43332</c:v>
                </c:pt>
                <c:pt idx="2871">
                  <c:v>43331</c:v>
                </c:pt>
                <c:pt idx="2872">
                  <c:v>43330</c:v>
                </c:pt>
                <c:pt idx="2873">
                  <c:v>43329</c:v>
                </c:pt>
                <c:pt idx="2874">
                  <c:v>43328</c:v>
                </c:pt>
                <c:pt idx="2875">
                  <c:v>43327</c:v>
                </c:pt>
                <c:pt idx="2876">
                  <c:v>43326</c:v>
                </c:pt>
                <c:pt idx="2877">
                  <c:v>43325</c:v>
                </c:pt>
                <c:pt idx="2878">
                  <c:v>43324</c:v>
                </c:pt>
                <c:pt idx="2879">
                  <c:v>43323</c:v>
                </c:pt>
                <c:pt idx="2880">
                  <c:v>43322</c:v>
                </c:pt>
                <c:pt idx="2881">
                  <c:v>43321</c:v>
                </c:pt>
                <c:pt idx="2882">
                  <c:v>43320</c:v>
                </c:pt>
                <c:pt idx="2883">
                  <c:v>43319</c:v>
                </c:pt>
                <c:pt idx="2884">
                  <c:v>43318</c:v>
                </c:pt>
                <c:pt idx="2885">
                  <c:v>43317</c:v>
                </c:pt>
                <c:pt idx="2886">
                  <c:v>43316</c:v>
                </c:pt>
                <c:pt idx="2887">
                  <c:v>43315</c:v>
                </c:pt>
                <c:pt idx="2888">
                  <c:v>43314</c:v>
                </c:pt>
                <c:pt idx="2889">
                  <c:v>43313</c:v>
                </c:pt>
                <c:pt idx="2890">
                  <c:v>43312</c:v>
                </c:pt>
                <c:pt idx="2891">
                  <c:v>43311</c:v>
                </c:pt>
                <c:pt idx="2892">
                  <c:v>43310</c:v>
                </c:pt>
                <c:pt idx="2893">
                  <c:v>43309</c:v>
                </c:pt>
                <c:pt idx="2894">
                  <c:v>43308</c:v>
                </c:pt>
                <c:pt idx="2895">
                  <c:v>43307</c:v>
                </c:pt>
                <c:pt idx="2896">
                  <c:v>43306</c:v>
                </c:pt>
                <c:pt idx="2897">
                  <c:v>43305</c:v>
                </c:pt>
                <c:pt idx="2898">
                  <c:v>43304</c:v>
                </c:pt>
                <c:pt idx="2899">
                  <c:v>43303</c:v>
                </c:pt>
                <c:pt idx="2900">
                  <c:v>43302</c:v>
                </c:pt>
                <c:pt idx="2901">
                  <c:v>43301</c:v>
                </c:pt>
                <c:pt idx="2902">
                  <c:v>43300</c:v>
                </c:pt>
                <c:pt idx="2903">
                  <c:v>43299</c:v>
                </c:pt>
                <c:pt idx="2904">
                  <c:v>43298</c:v>
                </c:pt>
                <c:pt idx="2905">
                  <c:v>43297</c:v>
                </c:pt>
                <c:pt idx="2906">
                  <c:v>43296</c:v>
                </c:pt>
                <c:pt idx="2907">
                  <c:v>43295</c:v>
                </c:pt>
                <c:pt idx="2908">
                  <c:v>43294</c:v>
                </c:pt>
                <c:pt idx="2909">
                  <c:v>43293</c:v>
                </c:pt>
                <c:pt idx="2910">
                  <c:v>43292</c:v>
                </c:pt>
                <c:pt idx="2911">
                  <c:v>43291</c:v>
                </c:pt>
                <c:pt idx="2912">
                  <c:v>43290</c:v>
                </c:pt>
                <c:pt idx="2913">
                  <c:v>43289</c:v>
                </c:pt>
                <c:pt idx="2914">
                  <c:v>43288</c:v>
                </c:pt>
                <c:pt idx="2915">
                  <c:v>43287</c:v>
                </c:pt>
                <c:pt idx="2916">
                  <c:v>43286</c:v>
                </c:pt>
                <c:pt idx="2917">
                  <c:v>43285</c:v>
                </c:pt>
                <c:pt idx="2918">
                  <c:v>43284</c:v>
                </c:pt>
                <c:pt idx="2919">
                  <c:v>43283</c:v>
                </c:pt>
                <c:pt idx="2920">
                  <c:v>43282</c:v>
                </c:pt>
                <c:pt idx="2921">
                  <c:v>43281</c:v>
                </c:pt>
                <c:pt idx="2922">
                  <c:v>43280</c:v>
                </c:pt>
                <c:pt idx="2923">
                  <c:v>43279</c:v>
                </c:pt>
                <c:pt idx="2924">
                  <c:v>43278</c:v>
                </c:pt>
                <c:pt idx="2925">
                  <c:v>43277</c:v>
                </c:pt>
                <c:pt idx="2926">
                  <c:v>43276</c:v>
                </c:pt>
                <c:pt idx="2927">
                  <c:v>43275</c:v>
                </c:pt>
                <c:pt idx="2928">
                  <c:v>43274</c:v>
                </c:pt>
                <c:pt idx="2929">
                  <c:v>43273</c:v>
                </c:pt>
                <c:pt idx="2930">
                  <c:v>43272</c:v>
                </c:pt>
                <c:pt idx="2931">
                  <c:v>43271</c:v>
                </c:pt>
                <c:pt idx="2932">
                  <c:v>43270</c:v>
                </c:pt>
                <c:pt idx="2933">
                  <c:v>43269</c:v>
                </c:pt>
                <c:pt idx="2934">
                  <c:v>43268</c:v>
                </c:pt>
                <c:pt idx="2935">
                  <c:v>43267</c:v>
                </c:pt>
                <c:pt idx="2936">
                  <c:v>43266</c:v>
                </c:pt>
                <c:pt idx="2937">
                  <c:v>43265</c:v>
                </c:pt>
                <c:pt idx="2938">
                  <c:v>43264</c:v>
                </c:pt>
                <c:pt idx="2939">
                  <c:v>43263</c:v>
                </c:pt>
                <c:pt idx="2940">
                  <c:v>43262</c:v>
                </c:pt>
                <c:pt idx="2941">
                  <c:v>43261</c:v>
                </c:pt>
                <c:pt idx="2942">
                  <c:v>43260</c:v>
                </c:pt>
                <c:pt idx="2943">
                  <c:v>43259</c:v>
                </c:pt>
                <c:pt idx="2944">
                  <c:v>43258</c:v>
                </c:pt>
                <c:pt idx="2945">
                  <c:v>43257</c:v>
                </c:pt>
                <c:pt idx="2946">
                  <c:v>43256</c:v>
                </c:pt>
                <c:pt idx="2947">
                  <c:v>43255</c:v>
                </c:pt>
                <c:pt idx="2948">
                  <c:v>43254</c:v>
                </c:pt>
                <c:pt idx="2949">
                  <c:v>43253</c:v>
                </c:pt>
                <c:pt idx="2950">
                  <c:v>43252</c:v>
                </c:pt>
                <c:pt idx="2951">
                  <c:v>43251</c:v>
                </c:pt>
                <c:pt idx="2952">
                  <c:v>43250</c:v>
                </c:pt>
                <c:pt idx="2953">
                  <c:v>43249</c:v>
                </c:pt>
                <c:pt idx="2954">
                  <c:v>43248</c:v>
                </c:pt>
                <c:pt idx="2955">
                  <c:v>43247</c:v>
                </c:pt>
                <c:pt idx="2956">
                  <c:v>43246</c:v>
                </c:pt>
                <c:pt idx="2957">
                  <c:v>43245</c:v>
                </c:pt>
                <c:pt idx="2958">
                  <c:v>43244</c:v>
                </c:pt>
                <c:pt idx="2959">
                  <c:v>43243</c:v>
                </c:pt>
                <c:pt idx="2960">
                  <c:v>43242</c:v>
                </c:pt>
                <c:pt idx="2961">
                  <c:v>43241</c:v>
                </c:pt>
                <c:pt idx="2962">
                  <c:v>43240</c:v>
                </c:pt>
                <c:pt idx="2963">
                  <c:v>43239</c:v>
                </c:pt>
                <c:pt idx="2964">
                  <c:v>43238</c:v>
                </c:pt>
                <c:pt idx="2965">
                  <c:v>43237</c:v>
                </c:pt>
                <c:pt idx="2966">
                  <c:v>43236</c:v>
                </c:pt>
                <c:pt idx="2967">
                  <c:v>43235</c:v>
                </c:pt>
                <c:pt idx="2968">
                  <c:v>43234</c:v>
                </c:pt>
                <c:pt idx="2969">
                  <c:v>43233</c:v>
                </c:pt>
                <c:pt idx="2970">
                  <c:v>43232</c:v>
                </c:pt>
                <c:pt idx="2971">
                  <c:v>43231</c:v>
                </c:pt>
                <c:pt idx="2972">
                  <c:v>43230</c:v>
                </c:pt>
                <c:pt idx="2973">
                  <c:v>43229</c:v>
                </c:pt>
                <c:pt idx="2974">
                  <c:v>43228</c:v>
                </c:pt>
                <c:pt idx="2975">
                  <c:v>43227</c:v>
                </c:pt>
                <c:pt idx="2976">
                  <c:v>43226</c:v>
                </c:pt>
                <c:pt idx="2977">
                  <c:v>43225</c:v>
                </c:pt>
                <c:pt idx="2978">
                  <c:v>43224</c:v>
                </c:pt>
                <c:pt idx="2979">
                  <c:v>43223</c:v>
                </c:pt>
                <c:pt idx="2980">
                  <c:v>43222</c:v>
                </c:pt>
                <c:pt idx="2981">
                  <c:v>43221</c:v>
                </c:pt>
                <c:pt idx="2982">
                  <c:v>43220</c:v>
                </c:pt>
                <c:pt idx="2983">
                  <c:v>43219</c:v>
                </c:pt>
                <c:pt idx="2984">
                  <c:v>43218</c:v>
                </c:pt>
                <c:pt idx="2985">
                  <c:v>43217</c:v>
                </c:pt>
                <c:pt idx="2986">
                  <c:v>43216</c:v>
                </c:pt>
                <c:pt idx="2987">
                  <c:v>43215</c:v>
                </c:pt>
                <c:pt idx="2988">
                  <c:v>43214</c:v>
                </c:pt>
                <c:pt idx="2989">
                  <c:v>43213</c:v>
                </c:pt>
                <c:pt idx="2990">
                  <c:v>43212</c:v>
                </c:pt>
                <c:pt idx="2991">
                  <c:v>43211</c:v>
                </c:pt>
                <c:pt idx="2992">
                  <c:v>43210</c:v>
                </c:pt>
                <c:pt idx="2993">
                  <c:v>43209</c:v>
                </c:pt>
                <c:pt idx="2994">
                  <c:v>43208</c:v>
                </c:pt>
                <c:pt idx="2995">
                  <c:v>43207</c:v>
                </c:pt>
                <c:pt idx="2996">
                  <c:v>43206</c:v>
                </c:pt>
                <c:pt idx="2997">
                  <c:v>43205</c:v>
                </c:pt>
                <c:pt idx="2998">
                  <c:v>43204</c:v>
                </c:pt>
                <c:pt idx="2999">
                  <c:v>43203</c:v>
                </c:pt>
                <c:pt idx="3000">
                  <c:v>43202</c:v>
                </c:pt>
                <c:pt idx="3001">
                  <c:v>43201</c:v>
                </c:pt>
                <c:pt idx="3002">
                  <c:v>43200</c:v>
                </c:pt>
                <c:pt idx="3003">
                  <c:v>43199</c:v>
                </c:pt>
                <c:pt idx="3004">
                  <c:v>43198</c:v>
                </c:pt>
                <c:pt idx="3005">
                  <c:v>43197</c:v>
                </c:pt>
                <c:pt idx="3006">
                  <c:v>43196</c:v>
                </c:pt>
                <c:pt idx="3007">
                  <c:v>43195</c:v>
                </c:pt>
                <c:pt idx="3008">
                  <c:v>43194</c:v>
                </c:pt>
                <c:pt idx="3009">
                  <c:v>43193</c:v>
                </c:pt>
                <c:pt idx="3010">
                  <c:v>43192</c:v>
                </c:pt>
                <c:pt idx="3011">
                  <c:v>43191</c:v>
                </c:pt>
                <c:pt idx="3012">
                  <c:v>43190</c:v>
                </c:pt>
                <c:pt idx="3013">
                  <c:v>43189</c:v>
                </c:pt>
                <c:pt idx="3014">
                  <c:v>43188</c:v>
                </c:pt>
                <c:pt idx="3015">
                  <c:v>43187</c:v>
                </c:pt>
                <c:pt idx="3016">
                  <c:v>43186</c:v>
                </c:pt>
                <c:pt idx="3017">
                  <c:v>43185</c:v>
                </c:pt>
                <c:pt idx="3018">
                  <c:v>43184</c:v>
                </c:pt>
                <c:pt idx="3019">
                  <c:v>43183</c:v>
                </c:pt>
                <c:pt idx="3020">
                  <c:v>43182</c:v>
                </c:pt>
                <c:pt idx="3021">
                  <c:v>43181</c:v>
                </c:pt>
                <c:pt idx="3022">
                  <c:v>43180</c:v>
                </c:pt>
                <c:pt idx="3023">
                  <c:v>43179</c:v>
                </c:pt>
                <c:pt idx="3024">
                  <c:v>43178</c:v>
                </c:pt>
                <c:pt idx="3025">
                  <c:v>43177</c:v>
                </c:pt>
                <c:pt idx="3026">
                  <c:v>43176</c:v>
                </c:pt>
                <c:pt idx="3027">
                  <c:v>43175</c:v>
                </c:pt>
                <c:pt idx="3028">
                  <c:v>43174</c:v>
                </c:pt>
                <c:pt idx="3029">
                  <c:v>43173</c:v>
                </c:pt>
                <c:pt idx="3030">
                  <c:v>43172</c:v>
                </c:pt>
                <c:pt idx="3031">
                  <c:v>43171</c:v>
                </c:pt>
                <c:pt idx="3032">
                  <c:v>43170</c:v>
                </c:pt>
                <c:pt idx="3033">
                  <c:v>43169</c:v>
                </c:pt>
                <c:pt idx="3034">
                  <c:v>43168</c:v>
                </c:pt>
                <c:pt idx="3035">
                  <c:v>43167</c:v>
                </c:pt>
                <c:pt idx="3036">
                  <c:v>43166</c:v>
                </c:pt>
                <c:pt idx="3037">
                  <c:v>43165</c:v>
                </c:pt>
                <c:pt idx="3038">
                  <c:v>43164</c:v>
                </c:pt>
                <c:pt idx="3039">
                  <c:v>43163</c:v>
                </c:pt>
                <c:pt idx="3040">
                  <c:v>43162</c:v>
                </c:pt>
                <c:pt idx="3041">
                  <c:v>43161</c:v>
                </c:pt>
                <c:pt idx="3042">
                  <c:v>43160</c:v>
                </c:pt>
                <c:pt idx="3043">
                  <c:v>43159</c:v>
                </c:pt>
                <c:pt idx="3044">
                  <c:v>43158</c:v>
                </c:pt>
                <c:pt idx="3045">
                  <c:v>43157</c:v>
                </c:pt>
                <c:pt idx="3046">
                  <c:v>43156</c:v>
                </c:pt>
                <c:pt idx="3047">
                  <c:v>43155</c:v>
                </c:pt>
                <c:pt idx="3048">
                  <c:v>43154</c:v>
                </c:pt>
                <c:pt idx="3049">
                  <c:v>43153</c:v>
                </c:pt>
                <c:pt idx="3050">
                  <c:v>43152</c:v>
                </c:pt>
                <c:pt idx="3051">
                  <c:v>43151</c:v>
                </c:pt>
                <c:pt idx="3052">
                  <c:v>43150</c:v>
                </c:pt>
                <c:pt idx="3053">
                  <c:v>43149</c:v>
                </c:pt>
                <c:pt idx="3054">
                  <c:v>43148</c:v>
                </c:pt>
                <c:pt idx="3055">
                  <c:v>43147</c:v>
                </c:pt>
                <c:pt idx="3056">
                  <c:v>43146</c:v>
                </c:pt>
                <c:pt idx="3057">
                  <c:v>43145</c:v>
                </c:pt>
                <c:pt idx="3058">
                  <c:v>43144</c:v>
                </c:pt>
                <c:pt idx="3059">
                  <c:v>43143</c:v>
                </c:pt>
                <c:pt idx="3060">
                  <c:v>43142</c:v>
                </c:pt>
                <c:pt idx="3061">
                  <c:v>43141</c:v>
                </c:pt>
                <c:pt idx="3062">
                  <c:v>43140</c:v>
                </c:pt>
                <c:pt idx="3063">
                  <c:v>43139</c:v>
                </c:pt>
                <c:pt idx="3064">
                  <c:v>43138</c:v>
                </c:pt>
                <c:pt idx="3065">
                  <c:v>43137</c:v>
                </c:pt>
                <c:pt idx="3066">
                  <c:v>43136</c:v>
                </c:pt>
                <c:pt idx="3067">
                  <c:v>43135</c:v>
                </c:pt>
                <c:pt idx="3068">
                  <c:v>43134</c:v>
                </c:pt>
                <c:pt idx="3069">
                  <c:v>43133</c:v>
                </c:pt>
                <c:pt idx="3070">
                  <c:v>43132</c:v>
                </c:pt>
                <c:pt idx="3071">
                  <c:v>43131</c:v>
                </c:pt>
                <c:pt idx="3072">
                  <c:v>43130</c:v>
                </c:pt>
                <c:pt idx="3073">
                  <c:v>43129</c:v>
                </c:pt>
                <c:pt idx="3074">
                  <c:v>43128</c:v>
                </c:pt>
                <c:pt idx="3075">
                  <c:v>43127</c:v>
                </c:pt>
                <c:pt idx="3076">
                  <c:v>43126</c:v>
                </c:pt>
                <c:pt idx="3077">
                  <c:v>43125</c:v>
                </c:pt>
                <c:pt idx="3078">
                  <c:v>43124</c:v>
                </c:pt>
                <c:pt idx="3079">
                  <c:v>43123</c:v>
                </c:pt>
                <c:pt idx="3080">
                  <c:v>43122</c:v>
                </c:pt>
                <c:pt idx="3081">
                  <c:v>43121</c:v>
                </c:pt>
                <c:pt idx="3082">
                  <c:v>43120</c:v>
                </c:pt>
                <c:pt idx="3083">
                  <c:v>43119</c:v>
                </c:pt>
                <c:pt idx="3084">
                  <c:v>43118</c:v>
                </c:pt>
                <c:pt idx="3085">
                  <c:v>43117</c:v>
                </c:pt>
                <c:pt idx="3086">
                  <c:v>43116</c:v>
                </c:pt>
                <c:pt idx="3087">
                  <c:v>43115</c:v>
                </c:pt>
                <c:pt idx="3088">
                  <c:v>43114</c:v>
                </c:pt>
                <c:pt idx="3089">
                  <c:v>43113</c:v>
                </c:pt>
                <c:pt idx="3090">
                  <c:v>43112</c:v>
                </c:pt>
                <c:pt idx="3091">
                  <c:v>43111</c:v>
                </c:pt>
                <c:pt idx="3092">
                  <c:v>43110</c:v>
                </c:pt>
                <c:pt idx="3093">
                  <c:v>43109</c:v>
                </c:pt>
                <c:pt idx="3094">
                  <c:v>43108</c:v>
                </c:pt>
                <c:pt idx="3095">
                  <c:v>43107</c:v>
                </c:pt>
                <c:pt idx="3096">
                  <c:v>43106</c:v>
                </c:pt>
                <c:pt idx="3097">
                  <c:v>43105</c:v>
                </c:pt>
                <c:pt idx="3098">
                  <c:v>43104</c:v>
                </c:pt>
                <c:pt idx="3099">
                  <c:v>43103</c:v>
                </c:pt>
                <c:pt idx="3100">
                  <c:v>43102</c:v>
                </c:pt>
                <c:pt idx="3101">
                  <c:v>43101</c:v>
                </c:pt>
                <c:pt idx="3102">
                  <c:v>43100</c:v>
                </c:pt>
                <c:pt idx="3103">
                  <c:v>43099</c:v>
                </c:pt>
                <c:pt idx="3104">
                  <c:v>43098</c:v>
                </c:pt>
                <c:pt idx="3105">
                  <c:v>43097</c:v>
                </c:pt>
                <c:pt idx="3106">
                  <c:v>43096</c:v>
                </c:pt>
                <c:pt idx="3107">
                  <c:v>43095</c:v>
                </c:pt>
                <c:pt idx="3108">
                  <c:v>43094</c:v>
                </c:pt>
                <c:pt idx="3109">
                  <c:v>43093</c:v>
                </c:pt>
                <c:pt idx="3110">
                  <c:v>43092</c:v>
                </c:pt>
                <c:pt idx="3111">
                  <c:v>43091</c:v>
                </c:pt>
                <c:pt idx="3112">
                  <c:v>43090</c:v>
                </c:pt>
                <c:pt idx="3113">
                  <c:v>43089</c:v>
                </c:pt>
                <c:pt idx="3114">
                  <c:v>43088</c:v>
                </c:pt>
                <c:pt idx="3115">
                  <c:v>43087</c:v>
                </c:pt>
                <c:pt idx="3116">
                  <c:v>43086</c:v>
                </c:pt>
                <c:pt idx="3117">
                  <c:v>43085</c:v>
                </c:pt>
                <c:pt idx="3118">
                  <c:v>43084</c:v>
                </c:pt>
                <c:pt idx="3119">
                  <c:v>43083</c:v>
                </c:pt>
                <c:pt idx="3120">
                  <c:v>43082</c:v>
                </c:pt>
                <c:pt idx="3121">
                  <c:v>43081</c:v>
                </c:pt>
                <c:pt idx="3122">
                  <c:v>43080</c:v>
                </c:pt>
                <c:pt idx="3123">
                  <c:v>43079</c:v>
                </c:pt>
                <c:pt idx="3124">
                  <c:v>43078</c:v>
                </c:pt>
                <c:pt idx="3125">
                  <c:v>43077</c:v>
                </c:pt>
                <c:pt idx="3126">
                  <c:v>43076</c:v>
                </c:pt>
                <c:pt idx="3127">
                  <c:v>43075</c:v>
                </c:pt>
                <c:pt idx="3128">
                  <c:v>43074</c:v>
                </c:pt>
                <c:pt idx="3129">
                  <c:v>43073</c:v>
                </c:pt>
                <c:pt idx="3130">
                  <c:v>43072</c:v>
                </c:pt>
                <c:pt idx="3131">
                  <c:v>43071</c:v>
                </c:pt>
                <c:pt idx="3132">
                  <c:v>43070</c:v>
                </c:pt>
                <c:pt idx="3133">
                  <c:v>43069</c:v>
                </c:pt>
                <c:pt idx="3134">
                  <c:v>43068</c:v>
                </c:pt>
                <c:pt idx="3135">
                  <c:v>43067</c:v>
                </c:pt>
                <c:pt idx="3136">
                  <c:v>43066</c:v>
                </c:pt>
                <c:pt idx="3137">
                  <c:v>43065</c:v>
                </c:pt>
                <c:pt idx="3138">
                  <c:v>43064</c:v>
                </c:pt>
                <c:pt idx="3139">
                  <c:v>43063</c:v>
                </c:pt>
                <c:pt idx="3140">
                  <c:v>43062</c:v>
                </c:pt>
                <c:pt idx="3141">
                  <c:v>43061</c:v>
                </c:pt>
                <c:pt idx="3142">
                  <c:v>43060</c:v>
                </c:pt>
                <c:pt idx="3143">
                  <c:v>43059</c:v>
                </c:pt>
                <c:pt idx="3144">
                  <c:v>43058</c:v>
                </c:pt>
                <c:pt idx="3145">
                  <c:v>43057</c:v>
                </c:pt>
                <c:pt idx="3146">
                  <c:v>43056</c:v>
                </c:pt>
                <c:pt idx="3147">
                  <c:v>43055</c:v>
                </c:pt>
                <c:pt idx="3148">
                  <c:v>43054</c:v>
                </c:pt>
                <c:pt idx="3149">
                  <c:v>43053</c:v>
                </c:pt>
                <c:pt idx="3150">
                  <c:v>43052</c:v>
                </c:pt>
                <c:pt idx="3151">
                  <c:v>43051</c:v>
                </c:pt>
                <c:pt idx="3152">
                  <c:v>43050</c:v>
                </c:pt>
                <c:pt idx="3153">
                  <c:v>43049</c:v>
                </c:pt>
                <c:pt idx="3154">
                  <c:v>43048</c:v>
                </c:pt>
                <c:pt idx="3155">
                  <c:v>43047</c:v>
                </c:pt>
                <c:pt idx="3156">
                  <c:v>43046</c:v>
                </c:pt>
                <c:pt idx="3157">
                  <c:v>43045</c:v>
                </c:pt>
                <c:pt idx="3158">
                  <c:v>43044</c:v>
                </c:pt>
                <c:pt idx="3159">
                  <c:v>43043</c:v>
                </c:pt>
                <c:pt idx="3160">
                  <c:v>43042</c:v>
                </c:pt>
                <c:pt idx="3161">
                  <c:v>43041</c:v>
                </c:pt>
                <c:pt idx="3162">
                  <c:v>43040</c:v>
                </c:pt>
                <c:pt idx="3163">
                  <c:v>43039</c:v>
                </c:pt>
                <c:pt idx="3164">
                  <c:v>43038</c:v>
                </c:pt>
                <c:pt idx="3165">
                  <c:v>43037</c:v>
                </c:pt>
                <c:pt idx="3166">
                  <c:v>43036</c:v>
                </c:pt>
                <c:pt idx="3167">
                  <c:v>43035</c:v>
                </c:pt>
                <c:pt idx="3168">
                  <c:v>43034</c:v>
                </c:pt>
                <c:pt idx="3169">
                  <c:v>43033</c:v>
                </c:pt>
                <c:pt idx="3170">
                  <c:v>43032</c:v>
                </c:pt>
                <c:pt idx="3171">
                  <c:v>43031</c:v>
                </c:pt>
                <c:pt idx="3172">
                  <c:v>43030</c:v>
                </c:pt>
                <c:pt idx="3173">
                  <c:v>43029</c:v>
                </c:pt>
                <c:pt idx="3174">
                  <c:v>43028</c:v>
                </c:pt>
                <c:pt idx="3175">
                  <c:v>43027</c:v>
                </c:pt>
                <c:pt idx="3176">
                  <c:v>43026</c:v>
                </c:pt>
                <c:pt idx="3177">
                  <c:v>43025</c:v>
                </c:pt>
                <c:pt idx="3178">
                  <c:v>43024</c:v>
                </c:pt>
                <c:pt idx="3179">
                  <c:v>43023</c:v>
                </c:pt>
                <c:pt idx="3180">
                  <c:v>43022</c:v>
                </c:pt>
                <c:pt idx="3181">
                  <c:v>43021</c:v>
                </c:pt>
                <c:pt idx="3182">
                  <c:v>43020</c:v>
                </c:pt>
                <c:pt idx="3183">
                  <c:v>43019</c:v>
                </c:pt>
                <c:pt idx="3184">
                  <c:v>43018</c:v>
                </c:pt>
                <c:pt idx="3185">
                  <c:v>43017</c:v>
                </c:pt>
                <c:pt idx="3186">
                  <c:v>43016</c:v>
                </c:pt>
                <c:pt idx="3187">
                  <c:v>43015</c:v>
                </c:pt>
                <c:pt idx="3188">
                  <c:v>43014</c:v>
                </c:pt>
                <c:pt idx="3189">
                  <c:v>43013</c:v>
                </c:pt>
                <c:pt idx="3190">
                  <c:v>43012</c:v>
                </c:pt>
                <c:pt idx="3191">
                  <c:v>43011</c:v>
                </c:pt>
                <c:pt idx="3192">
                  <c:v>43010</c:v>
                </c:pt>
                <c:pt idx="3193">
                  <c:v>43009</c:v>
                </c:pt>
                <c:pt idx="3194">
                  <c:v>43008</c:v>
                </c:pt>
                <c:pt idx="3195">
                  <c:v>43007</c:v>
                </c:pt>
                <c:pt idx="3196">
                  <c:v>43006</c:v>
                </c:pt>
                <c:pt idx="3197">
                  <c:v>43005</c:v>
                </c:pt>
                <c:pt idx="3198">
                  <c:v>43004</c:v>
                </c:pt>
                <c:pt idx="3199">
                  <c:v>43003</c:v>
                </c:pt>
                <c:pt idx="3200">
                  <c:v>43002</c:v>
                </c:pt>
                <c:pt idx="3201">
                  <c:v>43001</c:v>
                </c:pt>
                <c:pt idx="3202">
                  <c:v>43000</c:v>
                </c:pt>
                <c:pt idx="3203">
                  <c:v>42999</c:v>
                </c:pt>
                <c:pt idx="3204">
                  <c:v>42998</c:v>
                </c:pt>
                <c:pt idx="3205">
                  <c:v>42997</c:v>
                </c:pt>
                <c:pt idx="3206">
                  <c:v>42996</c:v>
                </c:pt>
                <c:pt idx="3207">
                  <c:v>42995</c:v>
                </c:pt>
                <c:pt idx="3208">
                  <c:v>42994</c:v>
                </c:pt>
                <c:pt idx="3209">
                  <c:v>42993</c:v>
                </c:pt>
                <c:pt idx="3210">
                  <c:v>42992</c:v>
                </c:pt>
                <c:pt idx="3211">
                  <c:v>42991</c:v>
                </c:pt>
                <c:pt idx="3212">
                  <c:v>42990</c:v>
                </c:pt>
                <c:pt idx="3213">
                  <c:v>42989</c:v>
                </c:pt>
                <c:pt idx="3214">
                  <c:v>42988</c:v>
                </c:pt>
                <c:pt idx="3215">
                  <c:v>42987</c:v>
                </c:pt>
                <c:pt idx="3216">
                  <c:v>42986</c:v>
                </c:pt>
                <c:pt idx="3217">
                  <c:v>42985</c:v>
                </c:pt>
                <c:pt idx="3218">
                  <c:v>42984</c:v>
                </c:pt>
                <c:pt idx="3219">
                  <c:v>42983</c:v>
                </c:pt>
                <c:pt idx="3220">
                  <c:v>42982</c:v>
                </c:pt>
                <c:pt idx="3221">
                  <c:v>42981</c:v>
                </c:pt>
                <c:pt idx="3222">
                  <c:v>42980</c:v>
                </c:pt>
                <c:pt idx="3223">
                  <c:v>42979</c:v>
                </c:pt>
                <c:pt idx="3224">
                  <c:v>42978</c:v>
                </c:pt>
                <c:pt idx="3225">
                  <c:v>42977</c:v>
                </c:pt>
                <c:pt idx="3226">
                  <c:v>42976</c:v>
                </c:pt>
                <c:pt idx="3227">
                  <c:v>42975</c:v>
                </c:pt>
                <c:pt idx="3228">
                  <c:v>42974</c:v>
                </c:pt>
                <c:pt idx="3229">
                  <c:v>42973</c:v>
                </c:pt>
                <c:pt idx="3230">
                  <c:v>42972</c:v>
                </c:pt>
                <c:pt idx="3231">
                  <c:v>42971</c:v>
                </c:pt>
                <c:pt idx="3232">
                  <c:v>42970</c:v>
                </c:pt>
                <c:pt idx="3233">
                  <c:v>42969</c:v>
                </c:pt>
                <c:pt idx="3234">
                  <c:v>42968</c:v>
                </c:pt>
                <c:pt idx="3235">
                  <c:v>42967</c:v>
                </c:pt>
                <c:pt idx="3236">
                  <c:v>42966</c:v>
                </c:pt>
                <c:pt idx="3237">
                  <c:v>42965</c:v>
                </c:pt>
                <c:pt idx="3238">
                  <c:v>42964</c:v>
                </c:pt>
                <c:pt idx="3239">
                  <c:v>42963</c:v>
                </c:pt>
                <c:pt idx="3240">
                  <c:v>42962</c:v>
                </c:pt>
                <c:pt idx="3241">
                  <c:v>42961</c:v>
                </c:pt>
                <c:pt idx="3242">
                  <c:v>42960</c:v>
                </c:pt>
                <c:pt idx="3243">
                  <c:v>42959</c:v>
                </c:pt>
                <c:pt idx="3244">
                  <c:v>42958</c:v>
                </c:pt>
                <c:pt idx="3245">
                  <c:v>42957</c:v>
                </c:pt>
                <c:pt idx="3246">
                  <c:v>42956</c:v>
                </c:pt>
                <c:pt idx="3247">
                  <c:v>42955</c:v>
                </c:pt>
                <c:pt idx="3248">
                  <c:v>42954</c:v>
                </c:pt>
                <c:pt idx="3249">
                  <c:v>42953</c:v>
                </c:pt>
                <c:pt idx="3250">
                  <c:v>42952</c:v>
                </c:pt>
                <c:pt idx="3251">
                  <c:v>42951</c:v>
                </c:pt>
                <c:pt idx="3252">
                  <c:v>42950</c:v>
                </c:pt>
                <c:pt idx="3253">
                  <c:v>42949</c:v>
                </c:pt>
                <c:pt idx="3254">
                  <c:v>42948</c:v>
                </c:pt>
                <c:pt idx="3255">
                  <c:v>42947</c:v>
                </c:pt>
                <c:pt idx="3256">
                  <c:v>42946</c:v>
                </c:pt>
                <c:pt idx="3257">
                  <c:v>42945</c:v>
                </c:pt>
                <c:pt idx="3258">
                  <c:v>42944</c:v>
                </c:pt>
                <c:pt idx="3259">
                  <c:v>42943</c:v>
                </c:pt>
                <c:pt idx="3260">
                  <c:v>42942</c:v>
                </c:pt>
                <c:pt idx="3261">
                  <c:v>42941</c:v>
                </c:pt>
                <c:pt idx="3262">
                  <c:v>42940</c:v>
                </c:pt>
                <c:pt idx="3263">
                  <c:v>42939</c:v>
                </c:pt>
                <c:pt idx="3264">
                  <c:v>42938</c:v>
                </c:pt>
                <c:pt idx="3265">
                  <c:v>42937</c:v>
                </c:pt>
                <c:pt idx="3266">
                  <c:v>42936</c:v>
                </c:pt>
                <c:pt idx="3267">
                  <c:v>42935</c:v>
                </c:pt>
                <c:pt idx="3268">
                  <c:v>42934</c:v>
                </c:pt>
                <c:pt idx="3269">
                  <c:v>42933</c:v>
                </c:pt>
                <c:pt idx="3270">
                  <c:v>42932</c:v>
                </c:pt>
                <c:pt idx="3271">
                  <c:v>42931</c:v>
                </c:pt>
                <c:pt idx="3272">
                  <c:v>42930</c:v>
                </c:pt>
                <c:pt idx="3273">
                  <c:v>42929</c:v>
                </c:pt>
                <c:pt idx="3274">
                  <c:v>42928</c:v>
                </c:pt>
                <c:pt idx="3275">
                  <c:v>42927</c:v>
                </c:pt>
                <c:pt idx="3276">
                  <c:v>42926</c:v>
                </c:pt>
                <c:pt idx="3277">
                  <c:v>42925</c:v>
                </c:pt>
                <c:pt idx="3278">
                  <c:v>42924</c:v>
                </c:pt>
                <c:pt idx="3279">
                  <c:v>42923</c:v>
                </c:pt>
                <c:pt idx="3280">
                  <c:v>42922</c:v>
                </c:pt>
                <c:pt idx="3281">
                  <c:v>42921</c:v>
                </c:pt>
                <c:pt idx="3282">
                  <c:v>42920</c:v>
                </c:pt>
                <c:pt idx="3283">
                  <c:v>42919</c:v>
                </c:pt>
                <c:pt idx="3284">
                  <c:v>42918</c:v>
                </c:pt>
                <c:pt idx="3285">
                  <c:v>42917</c:v>
                </c:pt>
                <c:pt idx="3286">
                  <c:v>42916</c:v>
                </c:pt>
                <c:pt idx="3287">
                  <c:v>42915</c:v>
                </c:pt>
                <c:pt idx="3288">
                  <c:v>42914</c:v>
                </c:pt>
                <c:pt idx="3289">
                  <c:v>42913</c:v>
                </c:pt>
                <c:pt idx="3290">
                  <c:v>42912</c:v>
                </c:pt>
                <c:pt idx="3291">
                  <c:v>42911</c:v>
                </c:pt>
                <c:pt idx="3292">
                  <c:v>42910</c:v>
                </c:pt>
                <c:pt idx="3293">
                  <c:v>42909</c:v>
                </c:pt>
                <c:pt idx="3294">
                  <c:v>42908</c:v>
                </c:pt>
                <c:pt idx="3295">
                  <c:v>42907</c:v>
                </c:pt>
                <c:pt idx="3296">
                  <c:v>42906</c:v>
                </c:pt>
                <c:pt idx="3297">
                  <c:v>42905</c:v>
                </c:pt>
                <c:pt idx="3298">
                  <c:v>42904</c:v>
                </c:pt>
                <c:pt idx="3299">
                  <c:v>42903</c:v>
                </c:pt>
                <c:pt idx="3300">
                  <c:v>42902</c:v>
                </c:pt>
                <c:pt idx="3301">
                  <c:v>42901</c:v>
                </c:pt>
                <c:pt idx="3302">
                  <c:v>42900</c:v>
                </c:pt>
                <c:pt idx="3303">
                  <c:v>42899</c:v>
                </c:pt>
                <c:pt idx="3304">
                  <c:v>42898</c:v>
                </c:pt>
                <c:pt idx="3305">
                  <c:v>42897</c:v>
                </c:pt>
                <c:pt idx="3306">
                  <c:v>42896</c:v>
                </c:pt>
                <c:pt idx="3307">
                  <c:v>42895</c:v>
                </c:pt>
                <c:pt idx="3308">
                  <c:v>42894</c:v>
                </c:pt>
                <c:pt idx="3309">
                  <c:v>42893</c:v>
                </c:pt>
                <c:pt idx="3310">
                  <c:v>42892</c:v>
                </c:pt>
                <c:pt idx="3311">
                  <c:v>42891</c:v>
                </c:pt>
                <c:pt idx="3312">
                  <c:v>42890</c:v>
                </c:pt>
                <c:pt idx="3313">
                  <c:v>42889</c:v>
                </c:pt>
                <c:pt idx="3314">
                  <c:v>42888</c:v>
                </c:pt>
                <c:pt idx="3315">
                  <c:v>42887</c:v>
                </c:pt>
                <c:pt idx="3316">
                  <c:v>42886</c:v>
                </c:pt>
                <c:pt idx="3317">
                  <c:v>42885</c:v>
                </c:pt>
                <c:pt idx="3318">
                  <c:v>42884</c:v>
                </c:pt>
                <c:pt idx="3319">
                  <c:v>42883</c:v>
                </c:pt>
                <c:pt idx="3320">
                  <c:v>42882</c:v>
                </c:pt>
                <c:pt idx="3321">
                  <c:v>42881</c:v>
                </c:pt>
                <c:pt idx="3322">
                  <c:v>42880</c:v>
                </c:pt>
                <c:pt idx="3323">
                  <c:v>42879</c:v>
                </c:pt>
                <c:pt idx="3324">
                  <c:v>42878</c:v>
                </c:pt>
                <c:pt idx="3325">
                  <c:v>42877</c:v>
                </c:pt>
                <c:pt idx="3326">
                  <c:v>42876</c:v>
                </c:pt>
                <c:pt idx="3327">
                  <c:v>42875</c:v>
                </c:pt>
                <c:pt idx="3328">
                  <c:v>42874</c:v>
                </c:pt>
                <c:pt idx="3329">
                  <c:v>42873</c:v>
                </c:pt>
                <c:pt idx="3330">
                  <c:v>42872</c:v>
                </c:pt>
                <c:pt idx="3331">
                  <c:v>42871</c:v>
                </c:pt>
                <c:pt idx="3332">
                  <c:v>42870</c:v>
                </c:pt>
                <c:pt idx="3333">
                  <c:v>42869</c:v>
                </c:pt>
                <c:pt idx="3334">
                  <c:v>42868</c:v>
                </c:pt>
                <c:pt idx="3335">
                  <c:v>42867</c:v>
                </c:pt>
                <c:pt idx="3336">
                  <c:v>42866</c:v>
                </c:pt>
                <c:pt idx="3337">
                  <c:v>42865</c:v>
                </c:pt>
                <c:pt idx="3338">
                  <c:v>42864</c:v>
                </c:pt>
                <c:pt idx="3339">
                  <c:v>42863</c:v>
                </c:pt>
                <c:pt idx="3340">
                  <c:v>42862</c:v>
                </c:pt>
                <c:pt idx="3341">
                  <c:v>42861</c:v>
                </c:pt>
                <c:pt idx="3342">
                  <c:v>42860</c:v>
                </c:pt>
                <c:pt idx="3343">
                  <c:v>42859</c:v>
                </c:pt>
                <c:pt idx="3344">
                  <c:v>42858</c:v>
                </c:pt>
                <c:pt idx="3345">
                  <c:v>42857</c:v>
                </c:pt>
                <c:pt idx="3346">
                  <c:v>42856</c:v>
                </c:pt>
                <c:pt idx="3347">
                  <c:v>42855</c:v>
                </c:pt>
                <c:pt idx="3348">
                  <c:v>42854</c:v>
                </c:pt>
                <c:pt idx="3349">
                  <c:v>42853</c:v>
                </c:pt>
                <c:pt idx="3350">
                  <c:v>42852</c:v>
                </c:pt>
                <c:pt idx="3351">
                  <c:v>42851</c:v>
                </c:pt>
                <c:pt idx="3352">
                  <c:v>42850</c:v>
                </c:pt>
                <c:pt idx="3353">
                  <c:v>42849</c:v>
                </c:pt>
                <c:pt idx="3354">
                  <c:v>42848</c:v>
                </c:pt>
                <c:pt idx="3355">
                  <c:v>42847</c:v>
                </c:pt>
                <c:pt idx="3356">
                  <c:v>42846</c:v>
                </c:pt>
                <c:pt idx="3357">
                  <c:v>42845</c:v>
                </c:pt>
                <c:pt idx="3358">
                  <c:v>42844</c:v>
                </c:pt>
                <c:pt idx="3359">
                  <c:v>42843</c:v>
                </c:pt>
                <c:pt idx="3360">
                  <c:v>42842</c:v>
                </c:pt>
                <c:pt idx="3361">
                  <c:v>42841</c:v>
                </c:pt>
                <c:pt idx="3362">
                  <c:v>42840</c:v>
                </c:pt>
                <c:pt idx="3363">
                  <c:v>42839</c:v>
                </c:pt>
                <c:pt idx="3364">
                  <c:v>42838</c:v>
                </c:pt>
                <c:pt idx="3365">
                  <c:v>42837</c:v>
                </c:pt>
                <c:pt idx="3366">
                  <c:v>42836</c:v>
                </c:pt>
                <c:pt idx="3367">
                  <c:v>42835</c:v>
                </c:pt>
                <c:pt idx="3368">
                  <c:v>42834</c:v>
                </c:pt>
                <c:pt idx="3369">
                  <c:v>42833</c:v>
                </c:pt>
                <c:pt idx="3370">
                  <c:v>42832</c:v>
                </c:pt>
                <c:pt idx="3371">
                  <c:v>42831</c:v>
                </c:pt>
                <c:pt idx="3372">
                  <c:v>42830</c:v>
                </c:pt>
                <c:pt idx="3373">
                  <c:v>42829</c:v>
                </c:pt>
                <c:pt idx="3374">
                  <c:v>42828</c:v>
                </c:pt>
                <c:pt idx="3375">
                  <c:v>42827</c:v>
                </c:pt>
                <c:pt idx="3376">
                  <c:v>42826</c:v>
                </c:pt>
                <c:pt idx="3377">
                  <c:v>42825</c:v>
                </c:pt>
                <c:pt idx="3378">
                  <c:v>42824</c:v>
                </c:pt>
                <c:pt idx="3379">
                  <c:v>42823</c:v>
                </c:pt>
                <c:pt idx="3380">
                  <c:v>42822</c:v>
                </c:pt>
                <c:pt idx="3381">
                  <c:v>42821</c:v>
                </c:pt>
                <c:pt idx="3382">
                  <c:v>42820</c:v>
                </c:pt>
                <c:pt idx="3383">
                  <c:v>42819</c:v>
                </c:pt>
                <c:pt idx="3384">
                  <c:v>42818</c:v>
                </c:pt>
                <c:pt idx="3385">
                  <c:v>42817</c:v>
                </c:pt>
                <c:pt idx="3386">
                  <c:v>42816</c:v>
                </c:pt>
                <c:pt idx="3387">
                  <c:v>42815</c:v>
                </c:pt>
                <c:pt idx="3388">
                  <c:v>42814</c:v>
                </c:pt>
                <c:pt idx="3389">
                  <c:v>42813</c:v>
                </c:pt>
                <c:pt idx="3390">
                  <c:v>42812</c:v>
                </c:pt>
                <c:pt idx="3391">
                  <c:v>42811</c:v>
                </c:pt>
                <c:pt idx="3392">
                  <c:v>42810</c:v>
                </c:pt>
                <c:pt idx="3393">
                  <c:v>42809</c:v>
                </c:pt>
                <c:pt idx="3394">
                  <c:v>42808</c:v>
                </c:pt>
                <c:pt idx="3395">
                  <c:v>42807</c:v>
                </c:pt>
                <c:pt idx="3396">
                  <c:v>42806</c:v>
                </c:pt>
                <c:pt idx="3397">
                  <c:v>42805</c:v>
                </c:pt>
                <c:pt idx="3398">
                  <c:v>42804</c:v>
                </c:pt>
                <c:pt idx="3399">
                  <c:v>42803</c:v>
                </c:pt>
                <c:pt idx="3400">
                  <c:v>42802</c:v>
                </c:pt>
                <c:pt idx="3401">
                  <c:v>42801</c:v>
                </c:pt>
                <c:pt idx="3402">
                  <c:v>42800</c:v>
                </c:pt>
                <c:pt idx="3403">
                  <c:v>42799</c:v>
                </c:pt>
                <c:pt idx="3404">
                  <c:v>42798</c:v>
                </c:pt>
                <c:pt idx="3405">
                  <c:v>42797</c:v>
                </c:pt>
                <c:pt idx="3406">
                  <c:v>42796</c:v>
                </c:pt>
                <c:pt idx="3407">
                  <c:v>42795</c:v>
                </c:pt>
                <c:pt idx="3408">
                  <c:v>42794</c:v>
                </c:pt>
                <c:pt idx="3409">
                  <c:v>42793</c:v>
                </c:pt>
                <c:pt idx="3410">
                  <c:v>42792</c:v>
                </c:pt>
                <c:pt idx="3411">
                  <c:v>42791</c:v>
                </c:pt>
                <c:pt idx="3412">
                  <c:v>42790</c:v>
                </c:pt>
                <c:pt idx="3413">
                  <c:v>42789</c:v>
                </c:pt>
                <c:pt idx="3414">
                  <c:v>42788</c:v>
                </c:pt>
                <c:pt idx="3415">
                  <c:v>42787</c:v>
                </c:pt>
                <c:pt idx="3416">
                  <c:v>42786</c:v>
                </c:pt>
                <c:pt idx="3417">
                  <c:v>42785</c:v>
                </c:pt>
                <c:pt idx="3418">
                  <c:v>42784</c:v>
                </c:pt>
                <c:pt idx="3419">
                  <c:v>42783</c:v>
                </c:pt>
                <c:pt idx="3420">
                  <c:v>42782</c:v>
                </c:pt>
                <c:pt idx="3421">
                  <c:v>42781</c:v>
                </c:pt>
                <c:pt idx="3422">
                  <c:v>42780</c:v>
                </c:pt>
                <c:pt idx="3423">
                  <c:v>42779</c:v>
                </c:pt>
                <c:pt idx="3424">
                  <c:v>42778</c:v>
                </c:pt>
                <c:pt idx="3425">
                  <c:v>42777</c:v>
                </c:pt>
                <c:pt idx="3426">
                  <c:v>42776</c:v>
                </c:pt>
                <c:pt idx="3427">
                  <c:v>42775</c:v>
                </c:pt>
                <c:pt idx="3428">
                  <c:v>42774</c:v>
                </c:pt>
                <c:pt idx="3429">
                  <c:v>42773</c:v>
                </c:pt>
                <c:pt idx="3430">
                  <c:v>42772</c:v>
                </c:pt>
                <c:pt idx="3431">
                  <c:v>42771</c:v>
                </c:pt>
                <c:pt idx="3432">
                  <c:v>42770</c:v>
                </c:pt>
                <c:pt idx="3433">
                  <c:v>42769</c:v>
                </c:pt>
                <c:pt idx="3434">
                  <c:v>42768</c:v>
                </c:pt>
                <c:pt idx="3435">
                  <c:v>42767</c:v>
                </c:pt>
                <c:pt idx="3436">
                  <c:v>42766</c:v>
                </c:pt>
                <c:pt idx="3437">
                  <c:v>42765</c:v>
                </c:pt>
                <c:pt idx="3438">
                  <c:v>42764</c:v>
                </c:pt>
                <c:pt idx="3439">
                  <c:v>42763</c:v>
                </c:pt>
                <c:pt idx="3440">
                  <c:v>42762</c:v>
                </c:pt>
                <c:pt idx="3441">
                  <c:v>42761</c:v>
                </c:pt>
                <c:pt idx="3442">
                  <c:v>42760</c:v>
                </c:pt>
                <c:pt idx="3443">
                  <c:v>42759</c:v>
                </c:pt>
                <c:pt idx="3444">
                  <c:v>42758</c:v>
                </c:pt>
                <c:pt idx="3445">
                  <c:v>42757</c:v>
                </c:pt>
                <c:pt idx="3446">
                  <c:v>42756</c:v>
                </c:pt>
                <c:pt idx="3447">
                  <c:v>42755</c:v>
                </c:pt>
                <c:pt idx="3448">
                  <c:v>42754</c:v>
                </c:pt>
                <c:pt idx="3449">
                  <c:v>42753</c:v>
                </c:pt>
                <c:pt idx="3450">
                  <c:v>42752</c:v>
                </c:pt>
                <c:pt idx="3451">
                  <c:v>42751</c:v>
                </c:pt>
                <c:pt idx="3452">
                  <c:v>42750</c:v>
                </c:pt>
                <c:pt idx="3453">
                  <c:v>42749</c:v>
                </c:pt>
                <c:pt idx="3454">
                  <c:v>42748</c:v>
                </c:pt>
                <c:pt idx="3455">
                  <c:v>42747</c:v>
                </c:pt>
                <c:pt idx="3456">
                  <c:v>42746</c:v>
                </c:pt>
                <c:pt idx="3457">
                  <c:v>42745</c:v>
                </c:pt>
                <c:pt idx="3458">
                  <c:v>42744</c:v>
                </c:pt>
                <c:pt idx="3459">
                  <c:v>42743</c:v>
                </c:pt>
                <c:pt idx="3460">
                  <c:v>42742</c:v>
                </c:pt>
                <c:pt idx="3461">
                  <c:v>42741</c:v>
                </c:pt>
                <c:pt idx="3462">
                  <c:v>42740</c:v>
                </c:pt>
                <c:pt idx="3463">
                  <c:v>42739</c:v>
                </c:pt>
                <c:pt idx="3464">
                  <c:v>42738</c:v>
                </c:pt>
                <c:pt idx="3465">
                  <c:v>42737</c:v>
                </c:pt>
                <c:pt idx="3466">
                  <c:v>42736</c:v>
                </c:pt>
                <c:pt idx="3467">
                  <c:v>42735</c:v>
                </c:pt>
                <c:pt idx="3468">
                  <c:v>42734</c:v>
                </c:pt>
                <c:pt idx="3469">
                  <c:v>42733</c:v>
                </c:pt>
                <c:pt idx="3470">
                  <c:v>42732</c:v>
                </c:pt>
                <c:pt idx="3471">
                  <c:v>42731</c:v>
                </c:pt>
                <c:pt idx="3472">
                  <c:v>42730</c:v>
                </c:pt>
                <c:pt idx="3473">
                  <c:v>42729</c:v>
                </c:pt>
                <c:pt idx="3474">
                  <c:v>42728</c:v>
                </c:pt>
                <c:pt idx="3475">
                  <c:v>42727</c:v>
                </c:pt>
                <c:pt idx="3476">
                  <c:v>42726</c:v>
                </c:pt>
                <c:pt idx="3477">
                  <c:v>42725</c:v>
                </c:pt>
                <c:pt idx="3478">
                  <c:v>42724</c:v>
                </c:pt>
                <c:pt idx="3479">
                  <c:v>42723</c:v>
                </c:pt>
                <c:pt idx="3480">
                  <c:v>42722</c:v>
                </c:pt>
                <c:pt idx="3481">
                  <c:v>42721</c:v>
                </c:pt>
                <c:pt idx="3482">
                  <c:v>42720</c:v>
                </c:pt>
                <c:pt idx="3483">
                  <c:v>42719</c:v>
                </c:pt>
                <c:pt idx="3484">
                  <c:v>42718</c:v>
                </c:pt>
                <c:pt idx="3485">
                  <c:v>42717</c:v>
                </c:pt>
                <c:pt idx="3486">
                  <c:v>42716</c:v>
                </c:pt>
                <c:pt idx="3487">
                  <c:v>42715</c:v>
                </c:pt>
                <c:pt idx="3488">
                  <c:v>42714</c:v>
                </c:pt>
                <c:pt idx="3489">
                  <c:v>42713</c:v>
                </c:pt>
                <c:pt idx="3490">
                  <c:v>42712</c:v>
                </c:pt>
                <c:pt idx="3491">
                  <c:v>42711</c:v>
                </c:pt>
                <c:pt idx="3492">
                  <c:v>42710</c:v>
                </c:pt>
                <c:pt idx="3493">
                  <c:v>42709</c:v>
                </c:pt>
                <c:pt idx="3494">
                  <c:v>42708</c:v>
                </c:pt>
                <c:pt idx="3495">
                  <c:v>42707</c:v>
                </c:pt>
                <c:pt idx="3496">
                  <c:v>42706</c:v>
                </c:pt>
                <c:pt idx="3497">
                  <c:v>42705</c:v>
                </c:pt>
                <c:pt idx="3498">
                  <c:v>42704</c:v>
                </c:pt>
                <c:pt idx="3499">
                  <c:v>42703</c:v>
                </c:pt>
                <c:pt idx="3500">
                  <c:v>42702</c:v>
                </c:pt>
                <c:pt idx="3501">
                  <c:v>42701</c:v>
                </c:pt>
                <c:pt idx="3502">
                  <c:v>42700</c:v>
                </c:pt>
                <c:pt idx="3503">
                  <c:v>42699</c:v>
                </c:pt>
                <c:pt idx="3504">
                  <c:v>42698</c:v>
                </c:pt>
                <c:pt idx="3505">
                  <c:v>42697</c:v>
                </c:pt>
                <c:pt idx="3506">
                  <c:v>42696</c:v>
                </c:pt>
                <c:pt idx="3507">
                  <c:v>42695</c:v>
                </c:pt>
                <c:pt idx="3508">
                  <c:v>42694</c:v>
                </c:pt>
                <c:pt idx="3509">
                  <c:v>42693</c:v>
                </c:pt>
                <c:pt idx="3510">
                  <c:v>42692</c:v>
                </c:pt>
                <c:pt idx="3511">
                  <c:v>42691</c:v>
                </c:pt>
                <c:pt idx="3512">
                  <c:v>42690</c:v>
                </c:pt>
                <c:pt idx="3513">
                  <c:v>42689</c:v>
                </c:pt>
                <c:pt idx="3514">
                  <c:v>42688</c:v>
                </c:pt>
                <c:pt idx="3515">
                  <c:v>42687</c:v>
                </c:pt>
                <c:pt idx="3516">
                  <c:v>42686</c:v>
                </c:pt>
                <c:pt idx="3517">
                  <c:v>42685</c:v>
                </c:pt>
                <c:pt idx="3518">
                  <c:v>42684</c:v>
                </c:pt>
                <c:pt idx="3519">
                  <c:v>42683</c:v>
                </c:pt>
                <c:pt idx="3520">
                  <c:v>42682</c:v>
                </c:pt>
                <c:pt idx="3521">
                  <c:v>42681</c:v>
                </c:pt>
                <c:pt idx="3522">
                  <c:v>42680</c:v>
                </c:pt>
                <c:pt idx="3523">
                  <c:v>42679</c:v>
                </c:pt>
                <c:pt idx="3524">
                  <c:v>42678</c:v>
                </c:pt>
                <c:pt idx="3525">
                  <c:v>42677</c:v>
                </c:pt>
                <c:pt idx="3526">
                  <c:v>42676</c:v>
                </c:pt>
                <c:pt idx="3527">
                  <c:v>42675</c:v>
                </c:pt>
                <c:pt idx="3528">
                  <c:v>42674</c:v>
                </c:pt>
                <c:pt idx="3529">
                  <c:v>42673</c:v>
                </c:pt>
                <c:pt idx="3530">
                  <c:v>42672</c:v>
                </c:pt>
                <c:pt idx="3531">
                  <c:v>42671</c:v>
                </c:pt>
                <c:pt idx="3532">
                  <c:v>42670</c:v>
                </c:pt>
                <c:pt idx="3533">
                  <c:v>42669</c:v>
                </c:pt>
                <c:pt idx="3534">
                  <c:v>42668</c:v>
                </c:pt>
                <c:pt idx="3535">
                  <c:v>42667</c:v>
                </c:pt>
                <c:pt idx="3536">
                  <c:v>42666</c:v>
                </c:pt>
                <c:pt idx="3537">
                  <c:v>42665</c:v>
                </c:pt>
                <c:pt idx="3538">
                  <c:v>42664</c:v>
                </c:pt>
                <c:pt idx="3539">
                  <c:v>42663</c:v>
                </c:pt>
                <c:pt idx="3540">
                  <c:v>42662</c:v>
                </c:pt>
                <c:pt idx="3541">
                  <c:v>42661</c:v>
                </c:pt>
                <c:pt idx="3542">
                  <c:v>42660</c:v>
                </c:pt>
                <c:pt idx="3543">
                  <c:v>42659</c:v>
                </c:pt>
                <c:pt idx="3544">
                  <c:v>42658</c:v>
                </c:pt>
                <c:pt idx="3545">
                  <c:v>42657</c:v>
                </c:pt>
                <c:pt idx="3546">
                  <c:v>42656</c:v>
                </c:pt>
                <c:pt idx="3547">
                  <c:v>42655</c:v>
                </c:pt>
                <c:pt idx="3548">
                  <c:v>42654</c:v>
                </c:pt>
                <c:pt idx="3549">
                  <c:v>42653</c:v>
                </c:pt>
                <c:pt idx="3550">
                  <c:v>42652</c:v>
                </c:pt>
                <c:pt idx="3551">
                  <c:v>42651</c:v>
                </c:pt>
                <c:pt idx="3552">
                  <c:v>42650</c:v>
                </c:pt>
                <c:pt idx="3553">
                  <c:v>42649</c:v>
                </c:pt>
                <c:pt idx="3554">
                  <c:v>42648</c:v>
                </c:pt>
                <c:pt idx="3555">
                  <c:v>42647</c:v>
                </c:pt>
                <c:pt idx="3556">
                  <c:v>42646</c:v>
                </c:pt>
                <c:pt idx="3557">
                  <c:v>42645</c:v>
                </c:pt>
                <c:pt idx="3558">
                  <c:v>42644</c:v>
                </c:pt>
                <c:pt idx="3559">
                  <c:v>42643</c:v>
                </c:pt>
                <c:pt idx="3560">
                  <c:v>42642</c:v>
                </c:pt>
                <c:pt idx="3561">
                  <c:v>42641</c:v>
                </c:pt>
                <c:pt idx="3562">
                  <c:v>42640</c:v>
                </c:pt>
                <c:pt idx="3563">
                  <c:v>42639</c:v>
                </c:pt>
                <c:pt idx="3564">
                  <c:v>42638</c:v>
                </c:pt>
                <c:pt idx="3565">
                  <c:v>42637</c:v>
                </c:pt>
                <c:pt idx="3566">
                  <c:v>42636</c:v>
                </c:pt>
                <c:pt idx="3567">
                  <c:v>42635</c:v>
                </c:pt>
                <c:pt idx="3568">
                  <c:v>42634</c:v>
                </c:pt>
                <c:pt idx="3569">
                  <c:v>42633</c:v>
                </c:pt>
                <c:pt idx="3570">
                  <c:v>42632</c:v>
                </c:pt>
                <c:pt idx="3571">
                  <c:v>42631</c:v>
                </c:pt>
                <c:pt idx="3572">
                  <c:v>42630</c:v>
                </c:pt>
                <c:pt idx="3573">
                  <c:v>42629</c:v>
                </c:pt>
                <c:pt idx="3574">
                  <c:v>42628</c:v>
                </c:pt>
                <c:pt idx="3575">
                  <c:v>42627</c:v>
                </c:pt>
                <c:pt idx="3576">
                  <c:v>42626</c:v>
                </c:pt>
                <c:pt idx="3577">
                  <c:v>42625</c:v>
                </c:pt>
                <c:pt idx="3578">
                  <c:v>42624</c:v>
                </c:pt>
                <c:pt idx="3579">
                  <c:v>42623</c:v>
                </c:pt>
                <c:pt idx="3580">
                  <c:v>42622</c:v>
                </c:pt>
                <c:pt idx="3581">
                  <c:v>42621</c:v>
                </c:pt>
                <c:pt idx="3582">
                  <c:v>42620</c:v>
                </c:pt>
                <c:pt idx="3583">
                  <c:v>42619</c:v>
                </c:pt>
                <c:pt idx="3584">
                  <c:v>42618</c:v>
                </c:pt>
                <c:pt idx="3585">
                  <c:v>42617</c:v>
                </c:pt>
                <c:pt idx="3586">
                  <c:v>42616</c:v>
                </c:pt>
                <c:pt idx="3587">
                  <c:v>42615</c:v>
                </c:pt>
                <c:pt idx="3588">
                  <c:v>42614</c:v>
                </c:pt>
                <c:pt idx="3589">
                  <c:v>42613</c:v>
                </c:pt>
                <c:pt idx="3590">
                  <c:v>42612</c:v>
                </c:pt>
                <c:pt idx="3591">
                  <c:v>42611</c:v>
                </c:pt>
                <c:pt idx="3592">
                  <c:v>42610</c:v>
                </c:pt>
                <c:pt idx="3593">
                  <c:v>42609</c:v>
                </c:pt>
                <c:pt idx="3594">
                  <c:v>42608</c:v>
                </c:pt>
                <c:pt idx="3595">
                  <c:v>42607</c:v>
                </c:pt>
                <c:pt idx="3596">
                  <c:v>42606</c:v>
                </c:pt>
                <c:pt idx="3597">
                  <c:v>42605</c:v>
                </c:pt>
                <c:pt idx="3598">
                  <c:v>42604</c:v>
                </c:pt>
                <c:pt idx="3599">
                  <c:v>42603</c:v>
                </c:pt>
                <c:pt idx="3600">
                  <c:v>42602</c:v>
                </c:pt>
                <c:pt idx="3601">
                  <c:v>42601</c:v>
                </c:pt>
                <c:pt idx="3602">
                  <c:v>42600</c:v>
                </c:pt>
                <c:pt idx="3603">
                  <c:v>42599</c:v>
                </c:pt>
                <c:pt idx="3604">
                  <c:v>42598</c:v>
                </c:pt>
                <c:pt idx="3605">
                  <c:v>42597</c:v>
                </c:pt>
                <c:pt idx="3606">
                  <c:v>42596</c:v>
                </c:pt>
                <c:pt idx="3607">
                  <c:v>42595</c:v>
                </c:pt>
                <c:pt idx="3608">
                  <c:v>42594</c:v>
                </c:pt>
                <c:pt idx="3609">
                  <c:v>42593</c:v>
                </c:pt>
                <c:pt idx="3610">
                  <c:v>42592</c:v>
                </c:pt>
                <c:pt idx="3611">
                  <c:v>42591</c:v>
                </c:pt>
                <c:pt idx="3612">
                  <c:v>42590</c:v>
                </c:pt>
                <c:pt idx="3613">
                  <c:v>42589</c:v>
                </c:pt>
                <c:pt idx="3614">
                  <c:v>42588</c:v>
                </c:pt>
                <c:pt idx="3615">
                  <c:v>42587</c:v>
                </c:pt>
                <c:pt idx="3616">
                  <c:v>42586</c:v>
                </c:pt>
                <c:pt idx="3617">
                  <c:v>42585</c:v>
                </c:pt>
                <c:pt idx="3618">
                  <c:v>42584</c:v>
                </c:pt>
                <c:pt idx="3619">
                  <c:v>42583</c:v>
                </c:pt>
                <c:pt idx="3620">
                  <c:v>42582</c:v>
                </c:pt>
                <c:pt idx="3621">
                  <c:v>42581</c:v>
                </c:pt>
                <c:pt idx="3622">
                  <c:v>42580</c:v>
                </c:pt>
                <c:pt idx="3623">
                  <c:v>42579</c:v>
                </c:pt>
                <c:pt idx="3624">
                  <c:v>42578</c:v>
                </c:pt>
                <c:pt idx="3625">
                  <c:v>42577</c:v>
                </c:pt>
                <c:pt idx="3626">
                  <c:v>42576</c:v>
                </c:pt>
                <c:pt idx="3627">
                  <c:v>42575</c:v>
                </c:pt>
                <c:pt idx="3628">
                  <c:v>42574</c:v>
                </c:pt>
                <c:pt idx="3629">
                  <c:v>42573</c:v>
                </c:pt>
                <c:pt idx="3630">
                  <c:v>42572</c:v>
                </c:pt>
                <c:pt idx="3631">
                  <c:v>42571</c:v>
                </c:pt>
                <c:pt idx="3632">
                  <c:v>42570</c:v>
                </c:pt>
                <c:pt idx="3633">
                  <c:v>42569</c:v>
                </c:pt>
                <c:pt idx="3634">
                  <c:v>42568</c:v>
                </c:pt>
                <c:pt idx="3635">
                  <c:v>42567</c:v>
                </c:pt>
                <c:pt idx="3636">
                  <c:v>42566</c:v>
                </c:pt>
                <c:pt idx="3637">
                  <c:v>42565</c:v>
                </c:pt>
                <c:pt idx="3638">
                  <c:v>42564</c:v>
                </c:pt>
                <c:pt idx="3639">
                  <c:v>42563</c:v>
                </c:pt>
                <c:pt idx="3640">
                  <c:v>42562</c:v>
                </c:pt>
                <c:pt idx="3641">
                  <c:v>42561</c:v>
                </c:pt>
                <c:pt idx="3642">
                  <c:v>42560</c:v>
                </c:pt>
                <c:pt idx="3643">
                  <c:v>42559</c:v>
                </c:pt>
                <c:pt idx="3644">
                  <c:v>42558</c:v>
                </c:pt>
                <c:pt idx="3645">
                  <c:v>42557</c:v>
                </c:pt>
                <c:pt idx="3646">
                  <c:v>42556</c:v>
                </c:pt>
                <c:pt idx="3647">
                  <c:v>42555</c:v>
                </c:pt>
                <c:pt idx="3648">
                  <c:v>42554</c:v>
                </c:pt>
                <c:pt idx="3649">
                  <c:v>42553</c:v>
                </c:pt>
                <c:pt idx="3650">
                  <c:v>42552</c:v>
                </c:pt>
                <c:pt idx="3651">
                  <c:v>42551</c:v>
                </c:pt>
                <c:pt idx="3652">
                  <c:v>42550</c:v>
                </c:pt>
                <c:pt idx="3653">
                  <c:v>42549</c:v>
                </c:pt>
                <c:pt idx="3654">
                  <c:v>42548</c:v>
                </c:pt>
                <c:pt idx="3655">
                  <c:v>42547</c:v>
                </c:pt>
                <c:pt idx="3656">
                  <c:v>42546</c:v>
                </c:pt>
                <c:pt idx="3657">
                  <c:v>42545</c:v>
                </c:pt>
                <c:pt idx="3658">
                  <c:v>42544</c:v>
                </c:pt>
                <c:pt idx="3659">
                  <c:v>42543</c:v>
                </c:pt>
                <c:pt idx="3660">
                  <c:v>42542</c:v>
                </c:pt>
                <c:pt idx="3661">
                  <c:v>42541</c:v>
                </c:pt>
                <c:pt idx="3662">
                  <c:v>42540</c:v>
                </c:pt>
                <c:pt idx="3663">
                  <c:v>42539</c:v>
                </c:pt>
                <c:pt idx="3664">
                  <c:v>42538</c:v>
                </c:pt>
                <c:pt idx="3665">
                  <c:v>42537</c:v>
                </c:pt>
                <c:pt idx="3666">
                  <c:v>42536</c:v>
                </c:pt>
                <c:pt idx="3667">
                  <c:v>42535</c:v>
                </c:pt>
                <c:pt idx="3668">
                  <c:v>42534</c:v>
                </c:pt>
                <c:pt idx="3669">
                  <c:v>42533</c:v>
                </c:pt>
                <c:pt idx="3670">
                  <c:v>42532</c:v>
                </c:pt>
                <c:pt idx="3671">
                  <c:v>42531</c:v>
                </c:pt>
                <c:pt idx="3672">
                  <c:v>42530</c:v>
                </c:pt>
                <c:pt idx="3673">
                  <c:v>42529</c:v>
                </c:pt>
                <c:pt idx="3674">
                  <c:v>42528</c:v>
                </c:pt>
                <c:pt idx="3675">
                  <c:v>42527</c:v>
                </c:pt>
                <c:pt idx="3676">
                  <c:v>42526</c:v>
                </c:pt>
                <c:pt idx="3677">
                  <c:v>42525</c:v>
                </c:pt>
                <c:pt idx="3678">
                  <c:v>42524</c:v>
                </c:pt>
                <c:pt idx="3679">
                  <c:v>42523</c:v>
                </c:pt>
                <c:pt idx="3680">
                  <c:v>42522</c:v>
                </c:pt>
                <c:pt idx="3681">
                  <c:v>42521</c:v>
                </c:pt>
                <c:pt idx="3682">
                  <c:v>42520</c:v>
                </c:pt>
                <c:pt idx="3683">
                  <c:v>42519</c:v>
                </c:pt>
                <c:pt idx="3684">
                  <c:v>42518</c:v>
                </c:pt>
                <c:pt idx="3685">
                  <c:v>42517</c:v>
                </c:pt>
                <c:pt idx="3686">
                  <c:v>42516</c:v>
                </c:pt>
                <c:pt idx="3687">
                  <c:v>42515</c:v>
                </c:pt>
                <c:pt idx="3688">
                  <c:v>42514</c:v>
                </c:pt>
                <c:pt idx="3689">
                  <c:v>42513</c:v>
                </c:pt>
                <c:pt idx="3690">
                  <c:v>42512</c:v>
                </c:pt>
                <c:pt idx="3691">
                  <c:v>42511</c:v>
                </c:pt>
                <c:pt idx="3692">
                  <c:v>42510</c:v>
                </c:pt>
                <c:pt idx="3693">
                  <c:v>42509</c:v>
                </c:pt>
                <c:pt idx="3694">
                  <c:v>42508</c:v>
                </c:pt>
                <c:pt idx="3695">
                  <c:v>42507</c:v>
                </c:pt>
                <c:pt idx="3696">
                  <c:v>42506</c:v>
                </c:pt>
                <c:pt idx="3697">
                  <c:v>42505</c:v>
                </c:pt>
                <c:pt idx="3698">
                  <c:v>42504</c:v>
                </c:pt>
                <c:pt idx="3699">
                  <c:v>42503</c:v>
                </c:pt>
                <c:pt idx="3700">
                  <c:v>42502</c:v>
                </c:pt>
                <c:pt idx="3701">
                  <c:v>42501</c:v>
                </c:pt>
                <c:pt idx="3702">
                  <c:v>42500</c:v>
                </c:pt>
                <c:pt idx="3703">
                  <c:v>42499</c:v>
                </c:pt>
                <c:pt idx="3704">
                  <c:v>42498</c:v>
                </c:pt>
                <c:pt idx="3705">
                  <c:v>42497</c:v>
                </c:pt>
                <c:pt idx="3706">
                  <c:v>42496</c:v>
                </c:pt>
                <c:pt idx="3707">
                  <c:v>42495</c:v>
                </c:pt>
                <c:pt idx="3708">
                  <c:v>42494</c:v>
                </c:pt>
                <c:pt idx="3709">
                  <c:v>42493</c:v>
                </c:pt>
                <c:pt idx="3710">
                  <c:v>42492</c:v>
                </c:pt>
                <c:pt idx="3711">
                  <c:v>42491</c:v>
                </c:pt>
                <c:pt idx="3712">
                  <c:v>42490</c:v>
                </c:pt>
                <c:pt idx="3713">
                  <c:v>42489</c:v>
                </c:pt>
                <c:pt idx="3714">
                  <c:v>42488</c:v>
                </c:pt>
                <c:pt idx="3715">
                  <c:v>42487</c:v>
                </c:pt>
                <c:pt idx="3716">
                  <c:v>42486</c:v>
                </c:pt>
                <c:pt idx="3717">
                  <c:v>42485</c:v>
                </c:pt>
                <c:pt idx="3718">
                  <c:v>42484</c:v>
                </c:pt>
                <c:pt idx="3719">
                  <c:v>42483</c:v>
                </c:pt>
                <c:pt idx="3720">
                  <c:v>42482</c:v>
                </c:pt>
                <c:pt idx="3721">
                  <c:v>42481</c:v>
                </c:pt>
                <c:pt idx="3722">
                  <c:v>42480</c:v>
                </c:pt>
                <c:pt idx="3723">
                  <c:v>42479</c:v>
                </c:pt>
                <c:pt idx="3724">
                  <c:v>42478</c:v>
                </c:pt>
                <c:pt idx="3725">
                  <c:v>42477</c:v>
                </c:pt>
                <c:pt idx="3726">
                  <c:v>42476</c:v>
                </c:pt>
                <c:pt idx="3727">
                  <c:v>42475</c:v>
                </c:pt>
                <c:pt idx="3728">
                  <c:v>42474</c:v>
                </c:pt>
                <c:pt idx="3729">
                  <c:v>42473</c:v>
                </c:pt>
                <c:pt idx="3730">
                  <c:v>42472</c:v>
                </c:pt>
                <c:pt idx="3731">
                  <c:v>42471</c:v>
                </c:pt>
                <c:pt idx="3732">
                  <c:v>42470</c:v>
                </c:pt>
                <c:pt idx="3733">
                  <c:v>42469</c:v>
                </c:pt>
                <c:pt idx="3734">
                  <c:v>42468</c:v>
                </c:pt>
                <c:pt idx="3735">
                  <c:v>42467</c:v>
                </c:pt>
                <c:pt idx="3736">
                  <c:v>42466</c:v>
                </c:pt>
                <c:pt idx="3737">
                  <c:v>42465</c:v>
                </c:pt>
                <c:pt idx="3738">
                  <c:v>42464</c:v>
                </c:pt>
                <c:pt idx="3739">
                  <c:v>42463</c:v>
                </c:pt>
                <c:pt idx="3740">
                  <c:v>42462</c:v>
                </c:pt>
                <c:pt idx="3741">
                  <c:v>42461</c:v>
                </c:pt>
                <c:pt idx="3742">
                  <c:v>42460</c:v>
                </c:pt>
                <c:pt idx="3743">
                  <c:v>42459</c:v>
                </c:pt>
                <c:pt idx="3744">
                  <c:v>42458</c:v>
                </c:pt>
                <c:pt idx="3745">
                  <c:v>42457</c:v>
                </c:pt>
                <c:pt idx="3746">
                  <c:v>42456</c:v>
                </c:pt>
                <c:pt idx="3747">
                  <c:v>42455</c:v>
                </c:pt>
                <c:pt idx="3748">
                  <c:v>42454</c:v>
                </c:pt>
                <c:pt idx="3749">
                  <c:v>42453</c:v>
                </c:pt>
                <c:pt idx="3750">
                  <c:v>42452</c:v>
                </c:pt>
                <c:pt idx="3751">
                  <c:v>42451</c:v>
                </c:pt>
                <c:pt idx="3752">
                  <c:v>42450</c:v>
                </c:pt>
                <c:pt idx="3753">
                  <c:v>42449</c:v>
                </c:pt>
                <c:pt idx="3754">
                  <c:v>42448</c:v>
                </c:pt>
                <c:pt idx="3755">
                  <c:v>42447</c:v>
                </c:pt>
                <c:pt idx="3756">
                  <c:v>42446</c:v>
                </c:pt>
                <c:pt idx="3757">
                  <c:v>42445</c:v>
                </c:pt>
                <c:pt idx="3758">
                  <c:v>42444</c:v>
                </c:pt>
                <c:pt idx="3759">
                  <c:v>42443</c:v>
                </c:pt>
                <c:pt idx="3760">
                  <c:v>42442</c:v>
                </c:pt>
                <c:pt idx="3761">
                  <c:v>42441</c:v>
                </c:pt>
                <c:pt idx="3762">
                  <c:v>42440</c:v>
                </c:pt>
                <c:pt idx="3763">
                  <c:v>42439</c:v>
                </c:pt>
                <c:pt idx="3764">
                  <c:v>42438</c:v>
                </c:pt>
                <c:pt idx="3765">
                  <c:v>42437</c:v>
                </c:pt>
                <c:pt idx="3766">
                  <c:v>42436</c:v>
                </c:pt>
                <c:pt idx="3767">
                  <c:v>42435</c:v>
                </c:pt>
                <c:pt idx="3768">
                  <c:v>42434</c:v>
                </c:pt>
                <c:pt idx="3769">
                  <c:v>42433</c:v>
                </c:pt>
                <c:pt idx="3770">
                  <c:v>42432</c:v>
                </c:pt>
                <c:pt idx="3771">
                  <c:v>42431</c:v>
                </c:pt>
                <c:pt idx="3772">
                  <c:v>42430</c:v>
                </c:pt>
                <c:pt idx="3773">
                  <c:v>42429</c:v>
                </c:pt>
                <c:pt idx="3774">
                  <c:v>42428</c:v>
                </c:pt>
                <c:pt idx="3775">
                  <c:v>42427</c:v>
                </c:pt>
                <c:pt idx="3776">
                  <c:v>42426</c:v>
                </c:pt>
                <c:pt idx="3777">
                  <c:v>42425</c:v>
                </c:pt>
                <c:pt idx="3778">
                  <c:v>42424</c:v>
                </c:pt>
                <c:pt idx="3779">
                  <c:v>42423</c:v>
                </c:pt>
                <c:pt idx="3780">
                  <c:v>42422</c:v>
                </c:pt>
                <c:pt idx="3781">
                  <c:v>42421</c:v>
                </c:pt>
                <c:pt idx="3782">
                  <c:v>42420</c:v>
                </c:pt>
                <c:pt idx="3783">
                  <c:v>42419</c:v>
                </c:pt>
                <c:pt idx="3784">
                  <c:v>42418</c:v>
                </c:pt>
                <c:pt idx="3785">
                  <c:v>42417</c:v>
                </c:pt>
                <c:pt idx="3786">
                  <c:v>42416</c:v>
                </c:pt>
                <c:pt idx="3787">
                  <c:v>42415</c:v>
                </c:pt>
                <c:pt idx="3788">
                  <c:v>42414</c:v>
                </c:pt>
                <c:pt idx="3789">
                  <c:v>42413</c:v>
                </c:pt>
                <c:pt idx="3790">
                  <c:v>42412</c:v>
                </c:pt>
                <c:pt idx="3791">
                  <c:v>42411</c:v>
                </c:pt>
                <c:pt idx="3792">
                  <c:v>42410</c:v>
                </c:pt>
                <c:pt idx="3793">
                  <c:v>42409</c:v>
                </c:pt>
                <c:pt idx="3794">
                  <c:v>42408</c:v>
                </c:pt>
                <c:pt idx="3795">
                  <c:v>42407</c:v>
                </c:pt>
                <c:pt idx="3796">
                  <c:v>42406</c:v>
                </c:pt>
                <c:pt idx="3797">
                  <c:v>42405</c:v>
                </c:pt>
                <c:pt idx="3798">
                  <c:v>42404</c:v>
                </c:pt>
                <c:pt idx="3799">
                  <c:v>42403</c:v>
                </c:pt>
                <c:pt idx="3800">
                  <c:v>42402</c:v>
                </c:pt>
                <c:pt idx="3801">
                  <c:v>42401</c:v>
                </c:pt>
                <c:pt idx="3802">
                  <c:v>42400</c:v>
                </c:pt>
                <c:pt idx="3803">
                  <c:v>42399</c:v>
                </c:pt>
                <c:pt idx="3804">
                  <c:v>42398</c:v>
                </c:pt>
                <c:pt idx="3805">
                  <c:v>42397</c:v>
                </c:pt>
                <c:pt idx="3806">
                  <c:v>42396</c:v>
                </c:pt>
                <c:pt idx="3807">
                  <c:v>42395</c:v>
                </c:pt>
                <c:pt idx="3808">
                  <c:v>42394</c:v>
                </c:pt>
                <c:pt idx="3809">
                  <c:v>42393</c:v>
                </c:pt>
                <c:pt idx="3810">
                  <c:v>42392</c:v>
                </c:pt>
                <c:pt idx="3811">
                  <c:v>42391</c:v>
                </c:pt>
                <c:pt idx="3812">
                  <c:v>42390</c:v>
                </c:pt>
                <c:pt idx="3813">
                  <c:v>42389</c:v>
                </c:pt>
                <c:pt idx="3814">
                  <c:v>42388</c:v>
                </c:pt>
                <c:pt idx="3815">
                  <c:v>42387</c:v>
                </c:pt>
                <c:pt idx="3816">
                  <c:v>42386</c:v>
                </c:pt>
                <c:pt idx="3817">
                  <c:v>42385</c:v>
                </c:pt>
                <c:pt idx="3818">
                  <c:v>42384</c:v>
                </c:pt>
                <c:pt idx="3819">
                  <c:v>42383</c:v>
                </c:pt>
                <c:pt idx="3820">
                  <c:v>42382</c:v>
                </c:pt>
                <c:pt idx="3821">
                  <c:v>42381</c:v>
                </c:pt>
                <c:pt idx="3822">
                  <c:v>42380</c:v>
                </c:pt>
                <c:pt idx="3823">
                  <c:v>42379</c:v>
                </c:pt>
                <c:pt idx="3824">
                  <c:v>42378</c:v>
                </c:pt>
                <c:pt idx="3825">
                  <c:v>42377</c:v>
                </c:pt>
                <c:pt idx="3826">
                  <c:v>42376</c:v>
                </c:pt>
                <c:pt idx="3827">
                  <c:v>42375</c:v>
                </c:pt>
                <c:pt idx="3828">
                  <c:v>42374</c:v>
                </c:pt>
                <c:pt idx="3829">
                  <c:v>42373</c:v>
                </c:pt>
                <c:pt idx="3830">
                  <c:v>42372</c:v>
                </c:pt>
                <c:pt idx="3831">
                  <c:v>42371</c:v>
                </c:pt>
                <c:pt idx="3832">
                  <c:v>42370</c:v>
                </c:pt>
                <c:pt idx="3833">
                  <c:v>42369</c:v>
                </c:pt>
                <c:pt idx="3834">
                  <c:v>42368</c:v>
                </c:pt>
                <c:pt idx="3835">
                  <c:v>42367</c:v>
                </c:pt>
                <c:pt idx="3836">
                  <c:v>42366</c:v>
                </c:pt>
                <c:pt idx="3837">
                  <c:v>42365</c:v>
                </c:pt>
                <c:pt idx="3838">
                  <c:v>42364</c:v>
                </c:pt>
                <c:pt idx="3839">
                  <c:v>42363</c:v>
                </c:pt>
                <c:pt idx="3840">
                  <c:v>42362</c:v>
                </c:pt>
                <c:pt idx="3841">
                  <c:v>42361</c:v>
                </c:pt>
                <c:pt idx="3842">
                  <c:v>42360</c:v>
                </c:pt>
                <c:pt idx="3843">
                  <c:v>42359</c:v>
                </c:pt>
                <c:pt idx="3844">
                  <c:v>42358</c:v>
                </c:pt>
                <c:pt idx="3845">
                  <c:v>42357</c:v>
                </c:pt>
                <c:pt idx="3846">
                  <c:v>42356</c:v>
                </c:pt>
                <c:pt idx="3847">
                  <c:v>42355</c:v>
                </c:pt>
                <c:pt idx="3848">
                  <c:v>42354</c:v>
                </c:pt>
                <c:pt idx="3849">
                  <c:v>42353</c:v>
                </c:pt>
                <c:pt idx="3850">
                  <c:v>42352</c:v>
                </c:pt>
                <c:pt idx="3851">
                  <c:v>42351</c:v>
                </c:pt>
                <c:pt idx="3852">
                  <c:v>42350</c:v>
                </c:pt>
                <c:pt idx="3853">
                  <c:v>42349</c:v>
                </c:pt>
                <c:pt idx="3854">
                  <c:v>42348</c:v>
                </c:pt>
                <c:pt idx="3855">
                  <c:v>42347</c:v>
                </c:pt>
                <c:pt idx="3856">
                  <c:v>42346</c:v>
                </c:pt>
                <c:pt idx="3857">
                  <c:v>42345</c:v>
                </c:pt>
                <c:pt idx="3858">
                  <c:v>42344</c:v>
                </c:pt>
                <c:pt idx="3859">
                  <c:v>42343</c:v>
                </c:pt>
                <c:pt idx="3860">
                  <c:v>42342</c:v>
                </c:pt>
                <c:pt idx="3861">
                  <c:v>42341</c:v>
                </c:pt>
                <c:pt idx="3862">
                  <c:v>42340</c:v>
                </c:pt>
                <c:pt idx="3863">
                  <c:v>42339</c:v>
                </c:pt>
                <c:pt idx="3864">
                  <c:v>42338</c:v>
                </c:pt>
                <c:pt idx="3865">
                  <c:v>42337</c:v>
                </c:pt>
                <c:pt idx="3866">
                  <c:v>42336</c:v>
                </c:pt>
                <c:pt idx="3867">
                  <c:v>42335</c:v>
                </c:pt>
                <c:pt idx="3868">
                  <c:v>42334</c:v>
                </c:pt>
                <c:pt idx="3869">
                  <c:v>42333</c:v>
                </c:pt>
                <c:pt idx="3870">
                  <c:v>42332</c:v>
                </c:pt>
                <c:pt idx="3871">
                  <c:v>42331</c:v>
                </c:pt>
                <c:pt idx="3872">
                  <c:v>42330</c:v>
                </c:pt>
                <c:pt idx="3873">
                  <c:v>42329</c:v>
                </c:pt>
                <c:pt idx="3874">
                  <c:v>42328</c:v>
                </c:pt>
                <c:pt idx="3875">
                  <c:v>42327</c:v>
                </c:pt>
                <c:pt idx="3876">
                  <c:v>42326</c:v>
                </c:pt>
                <c:pt idx="3877">
                  <c:v>42325</c:v>
                </c:pt>
                <c:pt idx="3878">
                  <c:v>42324</c:v>
                </c:pt>
                <c:pt idx="3879">
                  <c:v>42323</c:v>
                </c:pt>
                <c:pt idx="3880">
                  <c:v>42322</c:v>
                </c:pt>
                <c:pt idx="3881">
                  <c:v>42321</c:v>
                </c:pt>
                <c:pt idx="3882">
                  <c:v>42320</c:v>
                </c:pt>
                <c:pt idx="3883">
                  <c:v>42319</c:v>
                </c:pt>
                <c:pt idx="3884">
                  <c:v>42318</c:v>
                </c:pt>
                <c:pt idx="3885">
                  <c:v>42317</c:v>
                </c:pt>
                <c:pt idx="3886">
                  <c:v>42316</c:v>
                </c:pt>
                <c:pt idx="3887">
                  <c:v>42315</c:v>
                </c:pt>
                <c:pt idx="3888">
                  <c:v>42314</c:v>
                </c:pt>
                <c:pt idx="3889">
                  <c:v>42313</c:v>
                </c:pt>
                <c:pt idx="3890">
                  <c:v>42312</c:v>
                </c:pt>
                <c:pt idx="3891">
                  <c:v>42311</c:v>
                </c:pt>
                <c:pt idx="3892">
                  <c:v>42310</c:v>
                </c:pt>
                <c:pt idx="3893">
                  <c:v>42309</c:v>
                </c:pt>
                <c:pt idx="3894">
                  <c:v>42308</c:v>
                </c:pt>
                <c:pt idx="3895">
                  <c:v>42307</c:v>
                </c:pt>
                <c:pt idx="3896">
                  <c:v>42306</c:v>
                </c:pt>
                <c:pt idx="3897">
                  <c:v>42305</c:v>
                </c:pt>
                <c:pt idx="3898">
                  <c:v>42304</c:v>
                </c:pt>
                <c:pt idx="3899">
                  <c:v>42303</c:v>
                </c:pt>
                <c:pt idx="3900">
                  <c:v>42302</c:v>
                </c:pt>
                <c:pt idx="3901">
                  <c:v>42301</c:v>
                </c:pt>
                <c:pt idx="3902">
                  <c:v>42300</c:v>
                </c:pt>
                <c:pt idx="3903">
                  <c:v>42299</c:v>
                </c:pt>
                <c:pt idx="3904">
                  <c:v>42298</c:v>
                </c:pt>
                <c:pt idx="3905">
                  <c:v>42297</c:v>
                </c:pt>
                <c:pt idx="3906">
                  <c:v>42296</c:v>
                </c:pt>
                <c:pt idx="3907">
                  <c:v>42295</c:v>
                </c:pt>
                <c:pt idx="3908">
                  <c:v>42294</c:v>
                </c:pt>
                <c:pt idx="3909">
                  <c:v>42293</c:v>
                </c:pt>
                <c:pt idx="3910">
                  <c:v>42292</c:v>
                </c:pt>
                <c:pt idx="3911">
                  <c:v>42291</c:v>
                </c:pt>
                <c:pt idx="3912">
                  <c:v>42290</c:v>
                </c:pt>
                <c:pt idx="3913">
                  <c:v>42289</c:v>
                </c:pt>
                <c:pt idx="3914">
                  <c:v>42288</c:v>
                </c:pt>
                <c:pt idx="3915">
                  <c:v>42287</c:v>
                </c:pt>
                <c:pt idx="3916">
                  <c:v>42286</c:v>
                </c:pt>
                <c:pt idx="3917">
                  <c:v>42285</c:v>
                </c:pt>
                <c:pt idx="3918">
                  <c:v>42284</c:v>
                </c:pt>
                <c:pt idx="3919">
                  <c:v>42283</c:v>
                </c:pt>
                <c:pt idx="3920">
                  <c:v>42282</c:v>
                </c:pt>
                <c:pt idx="3921">
                  <c:v>42281</c:v>
                </c:pt>
                <c:pt idx="3922">
                  <c:v>42280</c:v>
                </c:pt>
                <c:pt idx="3923">
                  <c:v>42279</c:v>
                </c:pt>
                <c:pt idx="3924">
                  <c:v>42278</c:v>
                </c:pt>
                <c:pt idx="3925">
                  <c:v>42277</c:v>
                </c:pt>
                <c:pt idx="3926">
                  <c:v>42276</c:v>
                </c:pt>
                <c:pt idx="3927">
                  <c:v>42275</c:v>
                </c:pt>
                <c:pt idx="3928">
                  <c:v>42274</c:v>
                </c:pt>
                <c:pt idx="3929">
                  <c:v>42273</c:v>
                </c:pt>
                <c:pt idx="3930">
                  <c:v>42272</c:v>
                </c:pt>
                <c:pt idx="3931">
                  <c:v>42271</c:v>
                </c:pt>
                <c:pt idx="3932">
                  <c:v>42270</c:v>
                </c:pt>
                <c:pt idx="3933">
                  <c:v>42269</c:v>
                </c:pt>
                <c:pt idx="3934">
                  <c:v>42268</c:v>
                </c:pt>
                <c:pt idx="3935">
                  <c:v>42267</c:v>
                </c:pt>
                <c:pt idx="3936">
                  <c:v>42266</c:v>
                </c:pt>
                <c:pt idx="3937">
                  <c:v>42265</c:v>
                </c:pt>
                <c:pt idx="3938">
                  <c:v>42264</c:v>
                </c:pt>
                <c:pt idx="3939">
                  <c:v>42263</c:v>
                </c:pt>
                <c:pt idx="3940">
                  <c:v>42262</c:v>
                </c:pt>
                <c:pt idx="3941">
                  <c:v>42261</c:v>
                </c:pt>
                <c:pt idx="3942">
                  <c:v>42260</c:v>
                </c:pt>
                <c:pt idx="3943">
                  <c:v>42259</c:v>
                </c:pt>
                <c:pt idx="3944">
                  <c:v>42258</c:v>
                </c:pt>
                <c:pt idx="3945">
                  <c:v>42257</c:v>
                </c:pt>
                <c:pt idx="3946">
                  <c:v>42256</c:v>
                </c:pt>
                <c:pt idx="3947">
                  <c:v>42255</c:v>
                </c:pt>
                <c:pt idx="3948">
                  <c:v>42254</c:v>
                </c:pt>
                <c:pt idx="3949">
                  <c:v>42253</c:v>
                </c:pt>
                <c:pt idx="3950">
                  <c:v>42252</c:v>
                </c:pt>
                <c:pt idx="3951">
                  <c:v>42251</c:v>
                </c:pt>
                <c:pt idx="3952">
                  <c:v>42250</c:v>
                </c:pt>
                <c:pt idx="3953">
                  <c:v>42249</c:v>
                </c:pt>
                <c:pt idx="3954">
                  <c:v>42248</c:v>
                </c:pt>
                <c:pt idx="3955">
                  <c:v>42247</c:v>
                </c:pt>
                <c:pt idx="3956">
                  <c:v>42246</c:v>
                </c:pt>
                <c:pt idx="3957">
                  <c:v>42245</c:v>
                </c:pt>
                <c:pt idx="3958">
                  <c:v>42244</c:v>
                </c:pt>
                <c:pt idx="3959">
                  <c:v>42243</c:v>
                </c:pt>
                <c:pt idx="3960">
                  <c:v>42242</c:v>
                </c:pt>
                <c:pt idx="3961">
                  <c:v>42241</c:v>
                </c:pt>
                <c:pt idx="3962">
                  <c:v>42240</c:v>
                </c:pt>
                <c:pt idx="3963">
                  <c:v>42239</c:v>
                </c:pt>
                <c:pt idx="3964">
                  <c:v>42238</c:v>
                </c:pt>
                <c:pt idx="3965">
                  <c:v>42237</c:v>
                </c:pt>
                <c:pt idx="3966">
                  <c:v>42236</c:v>
                </c:pt>
                <c:pt idx="3967">
                  <c:v>42235</c:v>
                </c:pt>
                <c:pt idx="3968">
                  <c:v>42234</c:v>
                </c:pt>
                <c:pt idx="3969">
                  <c:v>42233</c:v>
                </c:pt>
                <c:pt idx="3970">
                  <c:v>42232</c:v>
                </c:pt>
                <c:pt idx="3971">
                  <c:v>42231</c:v>
                </c:pt>
                <c:pt idx="3972">
                  <c:v>42230</c:v>
                </c:pt>
                <c:pt idx="3973">
                  <c:v>42229</c:v>
                </c:pt>
                <c:pt idx="3974">
                  <c:v>42228</c:v>
                </c:pt>
                <c:pt idx="3975">
                  <c:v>42227</c:v>
                </c:pt>
                <c:pt idx="3976">
                  <c:v>42226</c:v>
                </c:pt>
                <c:pt idx="3977">
                  <c:v>42225</c:v>
                </c:pt>
                <c:pt idx="3978">
                  <c:v>42224</c:v>
                </c:pt>
                <c:pt idx="3979">
                  <c:v>42223</c:v>
                </c:pt>
                <c:pt idx="3980">
                  <c:v>42222</c:v>
                </c:pt>
                <c:pt idx="3981">
                  <c:v>42221</c:v>
                </c:pt>
                <c:pt idx="3982">
                  <c:v>42220</c:v>
                </c:pt>
                <c:pt idx="3983">
                  <c:v>42219</c:v>
                </c:pt>
                <c:pt idx="3984">
                  <c:v>42218</c:v>
                </c:pt>
                <c:pt idx="3985">
                  <c:v>42217</c:v>
                </c:pt>
                <c:pt idx="3986">
                  <c:v>42216</c:v>
                </c:pt>
                <c:pt idx="3987">
                  <c:v>42215</c:v>
                </c:pt>
                <c:pt idx="3988">
                  <c:v>42214</c:v>
                </c:pt>
                <c:pt idx="3989">
                  <c:v>42213</c:v>
                </c:pt>
                <c:pt idx="3990">
                  <c:v>42212</c:v>
                </c:pt>
                <c:pt idx="3991">
                  <c:v>42211</c:v>
                </c:pt>
                <c:pt idx="3992">
                  <c:v>42210</c:v>
                </c:pt>
                <c:pt idx="3993">
                  <c:v>42209</c:v>
                </c:pt>
                <c:pt idx="3994">
                  <c:v>42208</c:v>
                </c:pt>
                <c:pt idx="3995">
                  <c:v>42207</c:v>
                </c:pt>
                <c:pt idx="3996">
                  <c:v>42206</c:v>
                </c:pt>
                <c:pt idx="3997">
                  <c:v>42205</c:v>
                </c:pt>
                <c:pt idx="3998">
                  <c:v>42204</c:v>
                </c:pt>
                <c:pt idx="3999">
                  <c:v>42203</c:v>
                </c:pt>
                <c:pt idx="4000">
                  <c:v>42202</c:v>
                </c:pt>
                <c:pt idx="4001">
                  <c:v>42201</c:v>
                </c:pt>
                <c:pt idx="4002">
                  <c:v>42200</c:v>
                </c:pt>
                <c:pt idx="4003">
                  <c:v>42199</c:v>
                </c:pt>
                <c:pt idx="4004">
                  <c:v>42198</c:v>
                </c:pt>
                <c:pt idx="4005">
                  <c:v>42197</c:v>
                </c:pt>
                <c:pt idx="4006">
                  <c:v>42196</c:v>
                </c:pt>
                <c:pt idx="4007">
                  <c:v>42195</c:v>
                </c:pt>
                <c:pt idx="4008">
                  <c:v>42194</c:v>
                </c:pt>
                <c:pt idx="4009">
                  <c:v>42193</c:v>
                </c:pt>
                <c:pt idx="4010">
                  <c:v>42192</c:v>
                </c:pt>
                <c:pt idx="4011">
                  <c:v>42191</c:v>
                </c:pt>
                <c:pt idx="4012">
                  <c:v>42190</c:v>
                </c:pt>
                <c:pt idx="4013">
                  <c:v>42189</c:v>
                </c:pt>
                <c:pt idx="4014">
                  <c:v>42188</c:v>
                </c:pt>
                <c:pt idx="4015">
                  <c:v>42187</c:v>
                </c:pt>
                <c:pt idx="4016">
                  <c:v>42186</c:v>
                </c:pt>
                <c:pt idx="4017">
                  <c:v>42185</c:v>
                </c:pt>
                <c:pt idx="4018">
                  <c:v>42184</c:v>
                </c:pt>
                <c:pt idx="4019">
                  <c:v>42183</c:v>
                </c:pt>
                <c:pt idx="4020">
                  <c:v>42182</c:v>
                </c:pt>
                <c:pt idx="4021">
                  <c:v>42181</c:v>
                </c:pt>
                <c:pt idx="4022">
                  <c:v>42180</c:v>
                </c:pt>
                <c:pt idx="4023">
                  <c:v>42179</c:v>
                </c:pt>
                <c:pt idx="4024">
                  <c:v>42178</c:v>
                </c:pt>
                <c:pt idx="4025">
                  <c:v>42177</c:v>
                </c:pt>
                <c:pt idx="4026">
                  <c:v>42176</c:v>
                </c:pt>
                <c:pt idx="4027">
                  <c:v>42175</c:v>
                </c:pt>
                <c:pt idx="4028">
                  <c:v>42174</c:v>
                </c:pt>
                <c:pt idx="4029">
                  <c:v>42173</c:v>
                </c:pt>
                <c:pt idx="4030">
                  <c:v>42172</c:v>
                </c:pt>
                <c:pt idx="4031">
                  <c:v>42171</c:v>
                </c:pt>
                <c:pt idx="4032">
                  <c:v>42170</c:v>
                </c:pt>
                <c:pt idx="4033">
                  <c:v>42169</c:v>
                </c:pt>
                <c:pt idx="4034">
                  <c:v>42168</c:v>
                </c:pt>
                <c:pt idx="4035">
                  <c:v>42167</c:v>
                </c:pt>
                <c:pt idx="4036">
                  <c:v>42166</c:v>
                </c:pt>
                <c:pt idx="4037">
                  <c:v>42165</c:v>
                </c:pt>
                <c:pt idx="4038">
                  <c:v>42164</c:v>
                </c:pt>
                <c:pt idx="4039">
                  <c:v>42163</c:v>
                </c:pt>
                <c:pt idx="4040">
                  <c:v>42162</c:v>
                </c:pt>
                <c:pt idx="4041">
                  <c:v>42161</c:v>
                </c:pt>
                <c:pt idx="4042">
                  <c:v>42160</c:v>
                </c:pt>
                <c:pt idx="4043">
                  <c:v>42159</c:v>
                </c:pt>
                <c:pt idx="4044">
                  <c:v>42158</c:v>
                </c:pt>
                <c:pt idx="4045">
                  <c:v>42157</c:v>
                </c:pt>
                <c:pt idx="4046">
                  <c:v>42156</c:v>
                </c:pt>
                <c:pt idx="4047">
                  <c:v>42155</c:v>
                </c:pt>
                <c:pt idx="4048">
                  <c:v>42154</c:v>
                </c:pt>
                <c:pt idx="4049">
                  <c:v>42153</c:v>
                </c:pt>
                <c:pt idx="4050">
                  <c:v>42152</c:v>
                </c:pt>
                <c:pt idx="4051">
                  <c:v>42151</c:v>
                </c:pt>
                <c:pt idx="4052">
                  <c:v>42150</c:v>
                </c:pt>
                <c:pt idx="4053">
                  <c:v>42149</c:v>
                </c:pt>
                <c:pt idx="4054">
                  <c:v>42148</c:v>
                </c:pt>
                <c:pt idx="4055">
                  <c:v>42147</c:v>
                </c:pt>
                <c:pt idx="4056">
                  <c:v>42146</c:v>
                </c:pt>
                <c:pt idx="4057">
                  <c:v>42145</c:v>
                </c:pt>
                <c:pt idx="4058">
                  <c:v>42144</c:v>
                </c:pt>
                <c:pt idx="4059">
                  <c:v>42143</c:v>
                </c:pt>
                <c:pt idx="4060">
                  <c:v>42142</c:v>
                </c:pt>
                <c:pt idx="4061">
                  <c:v>42141</c:v>
                </c:pt>
                <c:pt idx="4062">
                  <c:v>42140</c:v>
                </c:pt>
                <c:pt idx="4063">
                  <c:v>42139</c:v>
                </c:pt>
                <c:pt idx="4064">
                  <c:v>42138</c:v>
                </c:pt>
                <c:pt idx="4065">
                  <c:v>42137</c:v>
                </c:pt>
                <c:pt idx="4066">
                  <c:v>42136</c:v>
                </c:pt>
                <c:pt idx="4067">
                  <c:v>42135</c:v>
                </c:pt>
                <c:pt idx="4068">
                  <c:v>42134</c:v>
                </c:pt>
                <c:pt idx="4069">
                  <c:v>42133</c:v>
                </c:pt>
                <c:pt idx="4070">
                  <c:v>42132</c:v>
                </c:pt>
                <c:pt idx="4071">
                  <c:v>42131</c:v>
                </c:pt>
                <c:pt idx="4072">
                  <c:v>42130</c:v>
                </c:pt>
                <c:pt idx="4073">
                  <c:v>42129</c:v>
                </c:pt>
                <c:pt idx="4074">
                  <c:v>42128</c:v>
                </c:pt>
                <c:pt idx="4075">
                  <c:v>42127</c:v>
                </c:pt>
                <c:pt idx="4076">
                  <c:v>42126</c:v>
                </c:pt>
                <c:pt idx="4077">
                  <c:v>42125</c:v>
                </c:pt>
                <c:pt idx="4078">
                  <c:v>42124</c:v>
                </c:pt>
                <c:pt idx="4079">
                  <c:v>42123</c:v>
                </c:pt>
                <c:pt idx="4080">
                  <c:v>42122</c:v>
                </c:pt>
                <c:pt idx="4081">
                  <c:v>42121</c:v>
                </c:pt>
                <c:pt idx="4082">
                  <c:v>42120</c:v>
                </c:pt>
                <c:pt idx="4083">
                  <c:v>42119</c:v>
                </c:pt>
                <c:pt idx="4084">
                  <c:v>42118</c:v>
                </c:pt>
                <c:pt idx="4085">
                  <c:v>42117</c:v>
                </c:pt>
                <c:pt idx="4086">
                  <c:v>42116</c:v>
                </c:pt>
                <c:pt idx="4087">
                  <c:v>42115</c:v>
                </c:pt>
                <c:pt idx="4088">
                  <c:v>42114</c:v>
                </c:pt>
                <c:pt idx="4089">
                  <c:v>42113</c:v>
                </c:pt>
                <c:pt idx="4090">
                  <c:v>42112</c:v>
                </c:pt>
                <c:pt idx="4091">
                  <c:v>42111</c:v>
                </c:pt>
                <c:pt idx="4092">
                  <c:v>42110</c:v>
                </c:pt>
                <c:pt idx="4093">
                  <c:v>42109</c:v>
                </c:pt>
                <c:pt idx="4094">
                  <c:v>42108</c:v>
                </c:pt>
                <c:pt idx="4095">
                  <c:v>42107</c:v>
                </c:pt>
                <c:pt idx="4096">
                  <c:v>42106</c:v>
                </c:pt>
                <c:pt idx="4097">
                  <c:v>42105</c:v>
                </c:pt>
                <c:pt idx="4098">
                  <c:v>42104</c:v>
                </c:pt>
                <c:pt idx="4099">
                  <c:v>42103</c:v>
                </c:pt>
                <c:pt idx="4100">
                  <c:v>42102</c:v>
                </c:pt>
                <c:pt idx="4101">
                  <c:v>42101</c:v>
                </c:pt>
                <c:pt idx="4102">
                  <c:v>42100</c:v>
                </c:pt>
                <c:pt idx="4103">
                  <c:v>42099</c:v>
                </c:pt>
                <c:pt idx="4104">
                  <c:v>42098</c:v>
                </c:pt>
                <c:pt idx="4105">
                  <c:v>42097</c:v>
                </c:pt>
                <c:pt idx="4106">
                  <c:v>42096</c:v>
                </c:pt>
                <c:pt idx="4107">
                  <c:v>42095</c:v>
                </c:pt>
                <c:pt idx="4108">
                  <c:v>42094</c:v>
                </c:pt>
                <c:pt idx="4109">
                  <c:v>42093</c:v>
                </c:pt>
                <c:pt idx="4110">
                  <c:v>42092</c:v>
                </c:pt>
                <c:pt idx="4111">
                  <c:v>42091</c:v>
                </c:pt>
                <c:pt idx="4112">
                  <c:v>42090</c:v>
                </c:pt>
                <c:pt idx="4113">
                  <c:v>42089</c:v>
                </c:pt>
                <c:pt idx="4114">
                  <c:v>42088</c:v>
                </c:pt>
                <c:pt idx="4115">
                  <c:v>42087</c:v>
                </c:pt>
                <c:pt idx="4116">
                  <c:v>42086</c:v>
                </c:pt>
                <c:pt idx="4117">
                  <c:v>42085</c:v>
                </c:pt>
                <c:pt idx="4118">
                  <c:v>42084</c:v>
                </c:pt>
                <c:pt idx="4119">
                  <c:v>42083</c:v>
                </c:pt>
                <c:pt idx="4120">
                  <c:v>42082</c:v>
                </c:pt>
                <c:pt idx="4121">
                  <c:v>42081</c:v>
                </c:pt>
                <c:pt idx="4122">
                  <c:v>42080</c:v>
                </c:pt>
                <c:pt idx="4123">
                  <c:v>42079</c:v>
                </c:pt>
                <c:pt idx="4124">
                  <c:v>42078</c:v>
                </c:pt>
                <c:pt idx="4125">
                  <c:v>42077</c:v>
                </c:pt>
                <c:pt idx="4126">
                  <c:v>42076</c:v>
                </c:pt>
                <c:pt idx="4127">
                  <c:v>42075</c:v>
                </c:pt>
                <c:pt idx="4128">
                  <c:v>42074</c:v>
                </c:pt>
                <c:pt idx="4129">
                  <c:v>42073</c:v>
                </c:pt>
                <c:pt idx="4130">
                  <c:v>42072</c:v>
                </c:pt>
                <c:pt idx="4131">
                  <c:v>42071</c:v>
                </c:pt>
                <c:pt idx="4132">
                  <c:v>42070</c:v>
                </c:pt>
                <c:pt idx="4133">
                  <c:v>42069</c:v>
                </c:pt>
                <c:pt idx="4134">
                  <c:v>42068</c:v>
                </c:pt>
                <c:pt idx="4135">
                  <c:v>42067</c:v>
                </c:pt>
                <c:pt idx="4136">
                  <c:v>42066</c:v>
                </c:pt>
                <c:pt idx="4137">
                  <c:v>42065</c:v>
                </c:pt>
                <c:pt idx="4138">
                  <c:v>42064</c:v>
                </c:pt>
                <c:pt idx="4139">
                  <c:v>42063</c:v>
                </c:pt>
                <c:pt idx="4140">
                  <c:v>42062</c:v>
                </c:pt>
                <c:pt idx="4141">
                  <c:v>42061</c:v>
                </c:pt>
                <c:pt idx="4142">
                  <c:v>42060</c:v>
                </c:pt>
                <c:pt idx="4143">
                  <c:v>42059</c:v>
                </c:pt>
                <c:pt idx="4144">
                  <c:v>42058</c:v>
                </c:pt>
                <c:pt idx="4145">
                  <c:v>42057</c:v>
                </c:pt>
                <c:pt idx="4146">
                  <c:v>42056</c:v>
                </c:pt>
                <c:pt idx="4147">
                  <c:v>42055</c:v>
                </c:pt>
                <c:pt idx="4148">
                  <c:v>42054</c:v>
                </c:pt>
                <c:pt idx="4149">
                  <c:v>42053</c:v>
                </c:pt>
                <c:pt idx="4150">
                  <c:v>42052</c:v>
                </c:pt>
                <c:pt idx="4151">
                  <c:v>42051</c:v>
                </c:pt>
                <c:pt idx="4152">
                  <c:v>42050</c:v>
                </c:pt>
                <c:pt idx="4153">
                  <c:v>42049</c:v>
                </c:pt>
                <c:pt idx="4154">
                  <c:v>42048</c:v>
                </c:pt>
                <c:pt idx="4155">
                  <c:v>42047</c:v>
                </c:pt>
                <c:pt idx="4156">
                  <c:v>42046</c:v>
                </c:pt>
                <c:pt idx="4157">
                  <c:v>42045</c:v>
                </c:pt>
                <c:pt idx="4158">
                  <c:v>42044</c:v>
                </c:pt>
                <c:pt idx="4159">
                  <c:v>42043</c:v>
                </c:pt>
                <c:pt idx="4160">
                  <c:v>42042</c:v>
                </c:pt>
                <c:pt idx="4161">
                  <c:v>42041</c:v>
                </c:pt>
                <c:pt idx="4162">
                  <c:v>42040</c:v>
                </c:pt>
                <c:pt idx="4163">
                  <c:v>42039</c:v>
                </c:pt>
                <c:pt idx="4164">
                  <c:v>42038</c:v>
                </c:pt>
                <c:pt idx="4165">
                  <c:v>42037</c:v>
                </c:pt>
                <c:pt idx="4166">
                  <c:v>42036</c:v>
                </c:pt>
                <c:pt idx="4167">
                  <c:v>42035</c:v>
                </c:pt>
                <c:pt idx="4168">
                  <c:v>42034</c:v>
                </c:pt>
                <c:pt idx="4169">
                  <c:v>42033</c:v>
                </c:pt>
                <c:pt idx="4170">
                  <c:v>42032</c:v>
                </c:pt>
                <c:pt idx="4171">
                  <c:v>42031</c:v>
                </c:pt>
                <c:pt idx="4172">
                  <c:v>42030</c:v>
                </c:pt>
                <c:pt idx="4173">
                  <c:v>42029</c:v>
                </c:pt>
                <c:pt idx="4174">
                  <c:v>42028</c:v>
                </c:pt>
                <c:pt idx="4175">
                  <c:v>42027</c:v>
                </c:pt>
                <c:pt idx="4176">
                  <c:v>42026</c:v>
                </c:pt>
                <c:pt idx="4177">
                  <c:v>42025</c:v>
                </c:pt>
                <c:pt idx="4178">
                  <c:v>42024</c:v>
                </c:pt>
                <c:pt idx="4179">
                  <c:v>42023</c:v>
                </c:pt>
                <c:pt idx="4180">
                  <c:v>42022</c:v>
                </c:pt>
                <c:pt idx="4181">
                  <c:v>42021</c:v>
                </c:pt>
                <c:pt idx="4182">
                  <c:v>42020</c:v>
                </c:pt>
                <c:pt idx="4183">
                  <c:v>42019</c:v>
                </c:pt>
                <c:pt idx="4184">
                  <c:v>42018</c:v>
                </c:pt>
                <c:pt idx="4185">
                  <c:v>42017</c:v>
                </c:pt>
                <c:pt idx="4186">
                  <c:v>42016</c:v>
                </c:pt>
                <c:pt idx="4187">
                  <c:v>42015</c:v>
                </c:pt>
                <c:pt idx="4188">
                  <c:v>42014</c:v>
                </c:pt>
                <c:pt idx="4189">
                  <c:v>42013</c:v>
                </c:pt>
                <c:pt idx="4190">
                  <c:v>42012</c:v>
                </c:pt>
                <c:pt idx="4191">
                  <c:v>42011</c:v>
                </c:pt>
                <c:pt idx="4192">
                  <c:v>42010</c:v>
                </c:pt>
                <c:pt idx="4193">
                  <c:v>42009</c:v>
                </c:pt>
                <c:pt idx="4194">
                  <c:v>42008</c:v>
                </c:pt>
                <c:pt idx="4195">
                  <c:v>42007</c:v>
                </c:pt>
                <c:pt idx="4196">
                  <c:v>42006</c:v>
                </c:pt>
                <c:pt idx="4197">
                  <c:v>42005</c:v>
                </c:pt>
                <c:pt idx="4198">
                  <c:v>42004</c:v>
                </c:pt>
                <c:pt idx="4199">
                  <c:v>42003</c:v>
                </c:pt>
                <c:pt idx="4200">
                  <c:v>42002</c:v>
                </c:pt>
                <c:pt idx="4201">
                  <c:v>42001</c:v>
                </c:pt>
                <c:pt idx="4202">
                  <c:v>42000</c:v>
                </c:pt>
                <c:pt idx="4203">
                  <c:v>41999</c:v>
                </c:pt>
                <c:pt idx="4204">
                  <c:v>41998</c:v>
                </c:pt>
                <c:pt idx="4205">
                  <c:v>41997</c:v>
                </c:pt>
                <c:pt idx="4206">
                  <c:v>41996</c:v>
                </c:pt>
                <c:pt idx="4207">
                  <c:v>41995</c:v>
                </c:pt>
                <c:pt idx="4208">
                  <c:v>41994</c:v>
                </c:pt>
                <c:pt idx="4209">
                  <c:v>41993</c:v>
                </c:pt>
                <c:pt idx="4210">
                  <c:v>41992</c:v>
                </c:pt>
                <c:pt idx="4211">
                  <c:v>41991</c:v>
                </c:pt>
                <c:pt idx="4212">
                  <c:v>41990</c:v>
                </c:pt>
                <c:pt idx="4213">
                  <c:v>41989</c:v>
                </c:pt>
                <c:pt idx="4214">
                  <c:v>41988</c:v>
                </c:pt>
                <c:pt idx="4215">
                  <c:v>41987</c:v>
                </c:pt>
                <c:pt idx="4216">
                  <c:v>41986</c:v>
                </c:pt>
                <c:pt idx="4217">
                  <c:v>41985</c:v>
                </c:pt>
                <c:pt idx="4218">
                  <c:v>41984</c:v>
                </c:pt>
                <c:pt idx="4219">
                  <c:v>41983</c:v>
                </c:pt>
                <c:pt idx="4220">
                  <c:v>41982</c:v>
                </c:pt>
                <c:pt idx="4221">
                  <c:v>41981</c:v>
                </c:pt>
                <c:pt idx="4222">
                  <c:v>41980</c:v>
                </c:pt>
                <c:pt idx="4223">
                  <c:v>41979</c:v>
                </c:pt>
                <c:pt idx="4224">
                  <c:v>41978</c:v>
                </c:pt>
                <c:pt idx="4225">
                  <c:v>41977</c:v>
                </c:pt>
                <c:pt idx="4226">
                  <c:v>41976</c:v>
                </c:pt>
                <c:pt idx="4227">
                  <c:v>41975</c:v>
                </c:pt>
                <c:pt idx="4228">
                  <c:v>41974</c:v>
                </c:pt>
                <c:pt idx="4229">
                  <c:v>41973</c:v>
                </c:pt>
                <c:pt idx="4230">
                  <c:v>41972</c:v>
                </c:pt>
                <c:pt idx="4231">
                  <c:v>41971</c:v>
                </c:pt>
                <c:pt idx="4232">
                  <c:v>41970</c:v>
                </c:pt>
                <c:pt idx="4233">
                  <c:v>41969</c:v>
                </c:pt>
                <c:pt idx="4234">
                  <c:v>41968</c:v>
                </c:pt>
                <c:pt idx="4235">
                  <c:v>41967</c:v>
                </c:pt>
                <c:pt idx="4236">
                  <c:v>41966</c:v>
                </c:pt>
                <c:pt idx="4237">
                  <c:v>41965</c:v>
                </c:pt>
                <c:pt idx="4238">
                  <c:v>41964</c:v>
                </c:pt>
                <c:pt idx="4239">
                  <c:v>41963</c:v>
                </c:pt>
                <c:pt idx="4240">
                  <c:v>41962</c:v>
                </c:pt>
                <c:pt idx="4241">
                  <c:v>41961</c:v>
                </c:pt>
                <c:pt idx="4242">
                  <c:v>41960</c:v>
                </c:pt>
                <c:pt idx="4243">
                  <c:v>41959</c:v>
                </c:pt>
                <c:pt idx="4244">
                  <c:v>41958</c:v>
                </c:pt>
                <c:pt idx="4245">
                  <c:v>41957</c:v>
                </c:pt>
                <c:pt idx="4246">
                  <c:v>41956</c:v>
                </c:pt>
                <c:pt idx="4247">
                  <c:v>41955</c:v>
                </c:pt>
                <c:pt idx="4248">
                  <c:v>41954</c:v>
                </c:pt>
                <c:pt idx="4249">
                  <c:v>41953</c:v>
                </c:pt>
                <c:pt idx="4250">
                  <c:v>41952</c:v>
                </c:pt>
                <c:pt idx="4251">
                  <c:v>41951</c:v>
                </c:pt>
                <c:pt idx="4252">
                  <c:v>41950</c:v>
                </c:pt>
                <c:pt idx="4253">
                  <c:v>41949</c:v>
                </c:pt>
                <c:pt idx="4254">
                  <c:v>41948</c:v>
                </c:pt>
                <c:pt idx="4255">
                  <c:v>41947</c:v>
                </c:pt>
                <c:pt idx="4256">
                  <c:v>41946</c:v>
                </c:pt>
                <c:pt idx="4257">
                  <c:v>41945</c:v>
                </c:pt>
                <c:pt idx="4258">
                  <c:v>41944</c:v>
                </c:pt>
                <c:pt idx="4259">
                  <c:v>41943</c:v>
                </c:pt>
                <c:pt idx="4260">
                  <c:v>41942</c:v>
                </c:pt>
                <c:pt idx="4261">
                  <c:v>41941</c:v>
                </c:pt>
                <c:pt idx="4262">
                  <c:v>41940</c:v>
                </c:pt>
                <c:pt idx="4263">
                  <c:v>41939</c:v>
                </c:pt>
                <c:pt idx="4264">
                  <c:v>41938</c:v>
                </c:pt>
                <c:pt idx="4265">
                  <c:v>41937</c:v>
                </c:pt>
                <c:pt idx="4266">
                  <c:v>41936</c:v>
                </c:pt>
                <c:pt idx="4267">
                  <c:v>41935</c:v>
                </c:pt>
                <c:pt idx="4268">
                  <c:v>41934</c:v>
                </c:pt>
                <c:pt idx="4269">
                  <c:v>41933</c:v>
                </c:pt>
                <c:pt idx="4270">
                  <c:v>41932</c:v>
                </c:pt>
                <c:pt idx="4271">
                  <c:v>41931</c:v>
                </c:pt>
                <c:pt idx="4272">
                  <c:v>41930</c:v>
                </c:pt>
                <c:pt idx="4273">
                  <c:v>41929</c:v>
                </c:pt>
                <c:pt idx="4274">
                  <c:v>41928</c:v>
                </c:pt>
                <c:pt idx="4275">
                  <c:v>41927</c:v>
                </c:pt>
                <c:pt idx="4276">
                  <c:v>41926</c:v>
                </c:pt>
                <c:pt idx="4277">
                  <c:v>41925</c:v>
                </c:pt>
                <c:pt idx="4278">
                  <c:v>41924</c:v>
                </c:pt>
                <c:pt idx="4279">
                  <c:v>41923</c:v>
                </c:pt>
                <c:pt idx="4280">
                  <c:v>41922</c:v>
                </c:pt>
                <c:pt idx="4281">
                  <c:v>41921</c:v>
                </c:pt>
                <c:pt idx="4282">
                  <c:v>41920</c:v>
                </c:pt>
                <c:pt idx="4283">
                  <c:v>41919</c:v>
                </c:pt>
                <c:pt idx="4284">
                  <c:v>41918</c:v>
                </c:pt>
                <c:pt idx="4285">
                  <c:v>41917</c:v>
                </c:pt>
                <c:pt idx="4286">
                  <c:v>41916</c:v>
                </c:pt>
                <c:pt idx="4287">
                  <c:v>41915</c:v>
                </c:pt>
                <c:pt idx="4288">
                  <c:v>41914</c:v>
                </c:pt>
                <c:pt idx="4289">
                  <c:v>41913</c:v>
                </c:pt>
                <c:pt idx="4290">
                  <c:v>41912</c:v>
                </c:pt>
                <c:pt idx="4291">
                  <c:v>41911</c:v>
                </c:pt>
                <c:pt idx="4292">
                  <c:v>41910</c:v>
                </c:pt>
                <c:pt idx="4293">
                  <c:v>41909</c:v>
                </c:pt>
                <c:pt idx="4294">
                  <c:v>41908</c:v>
                </c:pt>
                <c:pt idx="4295">
                  <c:v>41907</c:v>
                </c:pt>
                <c:pt idx="4296">
                  <c:v>41906</c:v>
                </c:pt>
                <c:pt idx="4297">
                  <c:v>41905</c:v>
                </c:pt>
                <c:pt idx="4298">
                  <c:v>41904</c:v>
                </c:pt>
                <c:pt idx="4299">
                  <c:v>41903</c:v>
                </c:pt>
                <c:pt idx="4300">
                  <c:v>41902</c:v>
                </c:pt>
                <c:pt idx="4301">
                  <c:v>41901</c:v>
                </c:pt>
                <c:pt idx="4302">
                  <c:v>41900</c:v>
                </c:pt>
                <c:pt idx="4303">
                  <c:v>41899</c:v>
                </c:pt>
                <c:pt idx="4304">
                  <c:v>41898</c:v>
                </c:pt>
                <c:pt idx="4305">
                  <c:v>41897</c:v>
                </c:pt>
                <c:pt idx="4306">
                  <c:v>41896</c:v>
                </c:pt>
                <c:pt idx="4307">
                  <c:v>41895</c:v>
                </c:pt>
                <c:pt idx="4308">
                  <c:v>41894</c:v>
                </c:pt>
                <c:pt idx="4309">
                  <c:v>41893</c:v>
                </c:pt>
                <c:pt idx="4310">
                  <c:v>41892</c:v>
                </c:pt>
                <c:pt idx="4311">
                  <c:v>41891</c:v>
                </c:pt>
                <c:pt idx="4312">
                  <c:v>41890</c:v>
                </c:pt>
                <c:pt idx="4313">
                  <c:v>41889</c:v>
                </c:pt>
                <c:pt idx="4314">
                  <c:v>41888</c:v>
                </c:pt>
                <c:pt idx="4315">
                  <c:v>41887</c:v>
                </c:pt>
                <c:pt idx="4316">
                  <c:v>41886</c:v>
                </c:pt>
                <c:pt idx="4317">
                  <c:v>41885</c:v>
                </c:pt>
                <c:pt idx="4318">
                  <c:v>41884</c:v>
                </c:pt>
                <c:pt idx="4319">
                  <c:v>41883</c:v>
                </c:pt>
                <c:pt idx="4320">
                  <c:v>41882</c:v>
                </c:pt>
                <c:pt idx="4321">
                  <c:v>41881</c:v>
                </c:pt>
                <c:pt idx="4322">
                  <c:v>41880</c:v>
                </c:pt>
                <c:pt idx="4323">
                  <c:v>41879</c:v>
                </c:pt>
                <c:pt idx="4324">
                  <c:v>41878</c:v>
                </c:pt>
                <c:pt idx="4325">
                  <c:v>41877</c:v>
                </c:pt>
                <c:pt idx="4326">
                  <c:v>41876</c:v>
                </c:pt>
                <c:pt idx="4327">
                  <c:v>41875</c:v>
                </c:pt>
                <c:pt idx="4328">
                  <c:v>41874</c:v>
                </c:pt>
                <c:pt idx="4329">
                  <c:v>41873</c:v>
                </c:pt>
                <c:pt idx="4330">
                  <c:v>41872</c:v>
                </c:pt>
                <c:pt idx="4331">
                  <c:v>41871</c:v>
                </c:pt>
                <c:pt idx="4332">
                  <c:v>41870</c:v>
                </c:pt>
                <c:pt idx="4333">
                  <c:v>41869</c:v>
                </c:pt>
                <c:pt idx="4334">
                  <c:v>41868</c:v>
                </c:pt>
                <c:pt idx="4335">
                  <c:v>41867</c:v>
                </c:pt>
                <c:pt idx="4336">
                  <c:v>41866</c:v>
                </c:pt>
                <c:pt idx="4337">
                  <c:v>41865</c:v>
                </c:pt>
                <c:pt idx="4338">
                  <c:v>41864</c:v>
                </c:pt>
                <c:pt idx="4339">
                  <c:v>41863</c:v>
                </c:pt>
                <c:pt idx="4340">
                  <c:v>41862</c:v>
                </c:pt>
                <c:pt idx="4341">
                  <c:v>41861</c:v>
                </c:pt>
                <c:pt idx="4342">
                  <c:v>41860</c:v>
                </c:pt>
                <c:pt idx="4343">
                  <c:v>41859</c:v>
                </c:pt>
                <c:pt idx="4344">
                  <c:v>41858</c:v>
                </c:pt>
                <c:pt idx="4345">
                  <c:v>41857</c:v>
                </c:pt>
                <c:pt idx="4346">
                  <c:v>41856</c:v>
                </c:pt>
                <c:pt idx="4347">
                  <c:v>41855</c:v>
                </c:pt>
                <c:pt idx="4348">
                  <c:v>41854</c:v>
                </c:pt>
                <c:pt idx="4349">
                  <c:v>41853</c:v>
                </c:pt>
                <c:pt idx="4350">
                  <c:v>41852</c:v>
                </c:pt>
                <c:pt idx="4351">
                  <c:v>41851</c:v>
                </c:pt>
                <c:pt idx="4352">
                  <c:v>41850</c:v>
                </c:pt>
                <c:pt idx="4353">
                  <c:v>41849</c:v>
                </c:pt>
                <c:pt idx="4354">
                  <c:v>41848</c:v>
                </c:pt>
                <c:pt idx="4355">
                  <c:v>41847</c:v>
                </c:pt>
                <c:pt idx="4356">
                  <c:v>41846</c:v>
                </c:pt>
                <c:pt idx="4357">
                  <c:v>41845</c:v>
                </c:pt>
                <c:pt idx="4358">
                  <c:v>41844</c:v>
                </c:pt>
                <c:pt idx="4359">
                  <c:v>41843</c:v>
                </c:pt>
                <c:pt idx="4360">
                  <c:v>41842</c:v>
                </c:pt>
                <c:pt idx="4361">
                  <c:v>41841</c:v>
                </c:pt>
                <c:pt idx="4362">
                  <c:v>41840</c:v>
                </c:pt>
                <c:pt idx="4363">
                  <c:v>41839</c:v>
                </c:pt>
                <c:pt idx="4364">
                  <c:v>41838</c:v>
                </c:pt>
                <c:pt idx="4365">
                  <c:v>41837</c:v>
                </c:pt>
                <c:pt idx="4366">
                  <c:v>41836</c:v>
                </c:pt>
                <c:pt idx="4367">
                  <c:v>41835</c:v>
                </c:pt>
                <c:pt idx="4368">
                  <c:v>41834</c:v>
                </c:pt>
                <c:pt idx="4369">
                  <c:v>41833</c:v>
                </c:pt>
                <c:pt idx="4370">
                  <c:v>41832</c:v>
                </c:pt>
                <c:pt idx="4371">
                  <c:v>41831</c:v>
                </c:pt>
                <c:pt idx="4372">
                  <c:v>41830</c:v>
                </c:pt>
                <c:pt idx="4373">
                  <c:v>41829</c:v>
                </c:pt>
                <c:pt idx="4374">
                  <c:v>41828</c:v>
                </c:pt>
                <c:pt idx="4375">
                  <c:v>41827</c:v>
                </c:pt>
                <c:pt idx="4376">
                  <c:v>41826</c:v>
                </c:pt>
                <c:pt idx="4377">
                  <c:v>41825</c:v>
                </c:pt>
                <c:pt idx="4378">
                  <c:v>41824</c:v>
                </c:pt>
                <c:pt idx="4379">
                  <c:v>41823</c:v>
                </c:pt>
                <c:pt idx="4380">
                  <c:v>41822</c:v>
                </c:pt>
                <c:pt idx="4381">
                  <c:v>41821</c:v>
                </c:pt>
                <c:pt idx="4382">
                  <c:v>41820</c:v>
                </c:pt>
                <c:pt idx="4383">
                  <c:v>41819</c:v>
                </c:pt>
                <c:pt idx="4384">
                  <c:v>41818</c:v>
                </c:pt>
                <c:pt idx="4385">
                  <c:v>41817</c:v>
                </c:pt>
                <c:pt idx="4386">
                  <c:v>41816</c:v>
                </c:pt>
                <c:pt idx="4387">
                  <c:v>41815</c:v>
                </c:pt>
                <c:pt idx="4388">
                  <c:v>41814</c:v>
                </c:pt>
                <c:pt idx="4389">
                  <c:v>41813</c:v>
                </c:pt>
                <c:pt idx="4390">
                  <c:v>41812</c:v>
                </c:pt>
                <c:pt idx="4391">
                  <c:v>41811</c:v>
                </c:pt>
                <c:pt idx="4392">
                  <c:v>41810</c:v>
                </c:pt>
                <c:pt idx="4393">
                  <c:v>41809</c:v>
                </c:pt>
                <c:pt idx="4394">
                  <c:v>41808</c:v>
                </c:pt>
                <c:pt idx="4395">
                  <c:v>41807</c:v>
                </c:pt>
                <c:pt idx="4396">
                  <c:v>41806</c:v>
                </c:pt>
                <c:pt idx="4397">
                  <c:v>41805</c:v>
                </c:pt>
                <c:pt idx="4398">
                  <c:v>41804</c:v>
                </c:pt>
                <c:pt idx="4399">
                  <c:v>41803</c:v>
                </c:pt>
                <c:pt idx="4400">
                  <c:v>41802</c:v>
                </c:pt>
                <c:pt idx="4401">
                  <c:v>41801</c:v>
                </c:pt>
                <c:pt idx="4402">
                  <c:v>41800</c:v>
                </c:pt>
                <c:pt idx="4403">
                  <c:v>41799</c:v>
                </c:pt>
                <c:pt idx="4404">
                  <c:v>41798</c:v>
                </c:pt>
                <c:pt idx="4405">
                  <c:v>41797</c:v>
                </c:pt>
                <c:pt idx="4406">
                  <c:v>41796</c:v>
                </c:pt>
                <c:pt idx="4407">
                  <c:v>41795</c:v>
                </c:pt>
                <c:pt idx="4408">
                  <c:v>41794</c:v>
                </c:pt>
                <c:pt idx="4409">
                  <c:v>41793</c:v>
                </c:pt>
                <c:pt idx="4410">
                  <c:v>41792</c:v>
                </c:pt>
                <c:pt idx="4411">
                  <c:v>41791</c:v>
                </c:pt>
                <c:pt idx="4412">
                  <c:v>41790</c:v>
                </c:pt>
                <c:pt idx="4413">
                  <c:v>41789</c:v>
                </c:pt>
                <c:pt idx="4414">
                  <c:v>41788</c:v>
                </c:pt>
                <c:pt idx="4415">
                  <c:v>41787</c:v>
                </c:pt>
                <c:pt idx="4416">
                  <c:v>41786</c:v>
                </c:pt>
                <c:pt idx="4417">
                  <c:v>41785</c:v>
                </c:pt>
                <c:pt idx="4418">
                  <c:v>41784</c:v>
                </c:pt>
                <c:pt idx="4419">
                  <c:v>41783</c:v>
                </c:pt>
                <c:pt idx="4420">
                  <c:v>41782</c:v>
                </c:pt>
                <c:pt idx="4421">
                  <c:v>41781</c:v>
                </c:pt>
                <c:pt idx="4422">
                  <c:v>41780</c:v>
                </c:pt>
                <c:pt idx="4423">
                  <c:v>41779</c:v>
                </c:pt>
                <c:pt idx="4424">
                  <c:v>41778</c:v>
                </c:pt>
                <c:pt idx="4425">
                  <c:v>41777</c:v>
                </c:pt>
                <c:pt idx="4426">
                  <c:v>41776</c:v>
                </c:pt>
                <c:pt idx="4427">
                  <c:v>41775</c:v>
                </c:pt>
                <c:pt idx="4428">
                  <c:v>41774</c:v>
                </c:pt>
                <c:pt idx="4429">
                  <c:v>41773</c:v>
                </c:pt>
                <c:pt idx="4430">
                  <c:v>41772</c:v>
                </c:pt>
                <c:pt idx="4431">
                  <c:v>41771</c:v>
                </c:pt>
                <c:pt idx="4432">
                  <c:v>41770</c:v>
                </c:pt>
                <c:pt idx="4433">
                  <c:v>41769</c:v>
                </c:pt>
                <c:pt idx="4434">
                  <c:v>41768</c:v>
                </c:pt>
                <c:pt idx="4435">
                  <c:v>41767</c:v>
                </c:pt>
                <c:pt idx="4436">
                  <c:v>41766</c:v>
                </c:pt>
                <c:pt idx="4437">
                  <c:v>41765</c:v>
                </c:pt>
                <c:pt idx="4438">
                  <c:v>41764</c:v>
                </c:pt>
                <c:pt idx="4439">
                  <c:v>41763</c:v>
                </c:pt>
                <c:pt idx="4440">
                  <c:v>41762</c:v>
                </c:pt>
                <c:pt idx="4441">
                  <c:v>41761</c:v>
                </c:pt>
                <c:pt idx="4442">
                  <c:v>41760</c:v>
                </c:pt>
                <c:pt idx="4443">
                  <c:v>41759</c:v>
                </c:pt>
                <c:pt idx="4444">
                  <c:v>41758</c:v>
                </c:pt>
                <c:pt idx="4445">
                  <c:v>41757</c:v>
                </c:pt>
                <c:pt idx="4446">
                  <c:v>41756</c:v>
                </c:pt>
                <c:pt idx="4447">
                  <c:v>41755</c:v>
                </c:pt>
                <c:pt idx="4448">
                  <c:v>41754</c:v>
                </c:pt>
                <c:pt idx="4449">
                  <c:v>41753</c:v>
                </c:pt>
                <c:pt idx="4450">
                  <c:v>41752</c:v>
                </c:pt>
                <c:pt idx="4451">
                  <c:v>41751</c:v>
                </c:pt>
                <c:pt idx="4452">
                  <c:v>41750</c:v>
                </c:pt>
                <c:pt idx="4453">
                  <c:v>41749</c:v>
                </c:pt>
                <c:pt idx="4454">
                  <c:v>41748</c:v>
                </c:pt>
                <c:pt idx="4455">
                  <c:v>41747</c:v>
                </c:pt>
                <c:pt idx="4456">
                  <c:v>41746</c:v>
                </c:pt>
                <c:pt idx="4457">
                  <c:v>41745</c:v>
                </c:pt>
                <c:pt idx="4458">
                  <c:v>41744</c:v>
                </c:pt>
                <c:pt idx="4459">
                  <c:v>41743</c:v>
                </c:pt>
                <c:pt idx="4460">
                  <c:v>41742</c:v>
                </c:pt>
                <c:pt idx="4461">
                  <c:v>41741</c:v>
                </c:pt>
                <c:pt idx="4462">
                  <c:v>41740</c:v>
                </c:pt>
                <c:pt idx="4463">
                  <c:v>41739</c:v>
                </c:pt>
                <c:pt idx="4464">
                  <c:v>41738</c:v>
                </c:pt>
                <c:pt idx="4465">
                  <c:v>41737</c:v>
                </c:pt>
                <c:pt idx="4466">
                  <c:v>41736</c:v>
                </c:pt>
                <c:pt idx="4467">
                  <c:v>41735</c:v>
                </c:pt>
                <c:pt idx="4468">
                  <c:v>41734</c:v>
                </c:pt>
                <c:pt idx="4469">
                  <c:v>41733</c:v>
                </c:pt>
                <c:pt idx="4470">
                  <c:v>41732</c:v>
                </c:pt>
                <c:pt idx="4471">
                  <c:v>41731</c:v>
                </c:pt>
                <c:pt idx="4472">
                  <c:v>41730</c:v>
                </c:pt>
                <c:pt idx="4473">
                  <c:v>41729</c:v>
                </c:pt>
                <c:pt idx="4474">
                  <c:v>41728</c:v>
                </c:pt>
                <c:pt idx="4475">
                  <c:v>41727</c:v>
                </c:pt>
                <c:pt idx="4476">
                  <c:v>41726</c:v>
                </c:pt>
                <c:pt idx="4477">
                  <c:v>41725</c:v>
                </c:pt>
                <c:pt idx="4478">
                  <c:v>41724</c:v>
                </c:pt>
                <c:pt idx="4479">
                  <c:v>41723</c:v>
                </c:pt>
                <c:pt idx="4480">
                  <c:v>41722</c:v>
                </c:pt>
                <c:pt idx="4481">
                  <c:v>41721</c:v>
                </c:pt>
                <c:pt idx="4482">
                  <c:v>41720</c:v>
                </c:pt>
                <c:pt idx="4483">
                  <c:v>41719</c:v>
                </c:pt>
                <c:pt idx="4484">
                  <c:v>41718</c:v>
                </c:pt>
                <c:pt idx="4485">
                  <c:v>41717</c:v>
                </c:pt>
                <c:pt idx="4486">
                  <c:v>41716</c:v>
                </c:pt>
                <c:pt idx="4487">
                  <c:v>41715</c:v>
                </c:pt>
                <c:pt idx="4488">
                  <c:v>41714</c:v>
                </c:pt>
                <c:pt idx="4489">
                  <c:v>41713</c:v>
                </c:pt>
                <c:pt idx="4490">
                  <c:v>41712</c:v>
                </c:pt>
                <c:pt idx="4491">
                  <c:v>41711</c:v>
                </c:pt>
                <c:pt idx="4492">
                  <c:v>41710</c:v>
                </c:pt>
                <c:pt idx="4493">
                  <c:v>41709</c:v>
                </c:pt>
                <c:pt idx="4494">
                  <c:v>41708</c:v>
                </c:pt>
                <c:pt idx="4495">
                  <c:v>41707</c:v>
                </c:pt>
                <c:pt idx="4496">
                  <c:v>41706</c:v>
                </c:pt>
                <c:pt idx="4497">
                  <c:v>41705</c:v>
                </c:pt>
                <c:pt idx="4498">
                  <c:v>41704</c:v>
                </c:pt>
                <c:pt idx="4499">
                  <c:v>41703</c:v>
                </c:pt>
                <c:pt idx="4500">
                  <c:v>41702</c:v>
                </c:pt>
                <c:pt idx="4501">
                  <c:v>41701</c:v>
                </c:pt>
                <c:pt idx="4502">
                  <c:v>41700</c:v>
                </c:pt>
                <c:pt idx="4503">
                  <c:v>41699</c:v>
                </c:pt>
                <c:pt idx="4504">
                  <c:v>41698</c:v>
                </c:pt>
                <c:pt idx="4505">
                  <c:v>41697</c:v>
                </c:pt>
                <c:pt idx="4506">
                  <c:v>41696</c:v>
                </c:pt>
                <c:pt idx="4507">
                  <c:v>41695</c:v>
                </c:pt>
                <c:pt idx="4508">
                  <c:v>41694</c:v>
                </c:pt>
                <c:pt idx="4509">
                  <c:v>41693</c:v>
                </c:pt>
                <c:pt idx="4510">
                  <c:v>41692</c:v>
                </c:pt>
                <c:pt idx="4511">
                  <c:v>41691</c:v>
                </c:pt>
                <c:pt idx="4512">
                  <c:v>41690</c:v>
                </c:pt>
                <c:pt idx="4513">
                  <c:v>41689</c:v>
                </c:pt>
                <c:pt idx="4514">
                  <c:v>41688</c:v>
                </c:pt>
                <c:pt idx="4515">
                  <c:v>41687</c:v>
                </c:pt>
                <c:pt idx="4516">
                  <c:v>41686</c:v>
                </c:pt>
                <c:pt idx="4517">
                  <c:v>41685</c:v>
                </c:pt>
                <c:pt idx="4518">
                  <c:v>41684</c:v>
                </c:pt>
                <c:pt idx="4519">
                  <c:v>41683</c:v>
                </c:pt>
                <c:pt idx="4520">
                  <c:v>41682</c:v>
                </c:pt>
                <c:pt idx="4521">
                  <c:v>41681</c:v>
                </c:pt>
                <c:pt idx="4522">
                  <c:v>41680</c:v>
                </c:pt>
                <c:pt idx="4523">
                  <c:v>41679</c:v>
                </c:pt>
                <c:pt idx="4524">
                  <c:v>41678</c:v>
                </c:pt>
                <c:pt idx="4525">
                  <c:v>41677</c:v>
                </c:pt>
                <c:pt idx="4526">
                  <c:v>41676</c:v>
                </c:pt>
                <c:pt idx="4527">
                  <c:v>41675</c:v>
                </c:pt>
                <c:pt idx="4528">
                  <c:v>41674</c:v>
                </c:pt>
                <c:pt idx="4529">
                  <c:v>41673</c:v>
                </c:pt>
                <c:pt idx="4530">
                  <c:v>41672</c:v>
                </c:pt>
                <c:pt idx="4531">
                  <c:v>41671</c:v>
                </c:pt>
                <c:pt idx="4532">
                  <c:v>41670</c:v>
                </c:pt>
                <c:pt idx="4533">
                  <c:v>41669</c:v>
                </c:pt>
                <c:pt idx="4534">
                  <c:v>41668</c:v>
                </c:pt>
                <c:pt idx="4535">
                  <c:v>41667</c:v>
                </c:pt>
                <c:pt idx="4536">
                  <c:v>41666</c:v>
                </c:pt>
                <c:pt idx="4537">
                  <c:v>41665</c:v>
                </c:pt>
                <c:pt idx="4538">
                  <c:v>41664</c:v>
                </c:pt>
                <c:pt idx="4539">
                  <c:v>41663</c:v>
                </c:pt>
                <c:pt idx="4540">
                  <c:v>41662</c:v>
                </c:pt>
                <c:pt idx="4541">
                  <c:v>41661</c:v>
                </c:pt>
                <c:pt idx="4542">
                  <c:v>41660</c:v>
                </c:pt>
                <c:pt idx="4543">
                  <c:v>41659</c:v>
                </c:pt>
                <c:pt idx="4544">
                  <c:v>41658</c:v>
                </c:pt>
                <c:pt idx="4545">
                  <c:v>41657</c:v>
                </c:pt>
                <c:pt idx="4546">
                  <c:v>41656</c:v>
                </c:pt>
                <c:pt idx="4547">
                  <c:v>41655</c:v>
                </c:pt>
                <c:pt idx="4548">
                  <c:v>41654</c:v>
                </c:pt>
                <c:pt idx="4549">
                  <c:v>41653</c:v>
                </c:pt>
                <c:pt idx="4550">
                  <c:v>41652</c:v>
                </c:pt>
                <c:pt idx="4551">
                  <c:v>41651</c:v>
                </c:pt>
                <c:pt idx="4552">
                  <c:v>41650</c:v>
                </c:pt>
                <c:pt idx="4553">
                  <c:v>41649</c:v>
                </c:pt>
                <c:pt idx="4554">
                  <c:v>41648</c:v>
                </c:pt>
                <c:pt idx="4555">
                  <c:v>41647</c:v>
                </c:pt>
                <c:pt idx="4556">
                  <c:v>41646</c:v>
                </c:pt>
                <c:pt idx="4557">
                  <c:v>41645</c:v>
                </c:pt>
                <c:pt idx="4558">
                  <c:v>41644</c:v>
                </c:pt>
                <c:pt idx="4559">
                  <c:v>41643</c:v>
                </c:pt>
                <c:pt idx="4560">
                  <c:v>41642</c:v>
                </c:pt>
                <c:pt idx="4561">
                  <c:v>41641</c:v>
                </c:pt>
                <c:pt idx="4562">
                  <c:v>41640</c:v>
                </c:pt>
                <c:pt idx="4563">
                  <c:v>41639</c:v>
                </c:pt>
                <c:pt idx="4564">
                  <c:v>41638</c:v>
                </c:pt>
                <c:pt idx="4565">
                  <c:v>41637</c:v>
                </c:pt>
                <c:pt idx="4566">
                  <c:v>41636</c:v>
                </c:pt>
                <c:pt idx="4567">
                  <c:v>41635</c:v>
                </c:pt>
                <c:pt idx="4568">
                  <c:v>41634</c:v>
                </c:pt>
                <c:pt idx="4569">
                  <c:v>41633</c:v>
                </c:pt>
                <c:pt idx="4570">
                  <c:v>41632</c:v>
                </c:pt>
                <c:pt idx="4571">
                  <c:v>41631</c:v>
                </c:pt>
                <c:pt idx="4572">
                  <c:v>41630</c:v>
                </c:pt>
                <c:pt idx="4573">
                  <c:v>41629</c:v>
                </c:pt>
                <c:pt idx="4574">
                  <c:v>41628</c:v>
                </c:pt>
                <c:pt idx="4575">
                  <c:v>41627</c:v>
                </c:pt>
                <c:pt idx="4576">
                  <c:v>41626</c:v>
                </c:pt>
                <c:pt idx="4577">
                  <c:v>41625</c:v>
                </c:pt>
                <c:pt idx="4578">
                  <c:v>41624</c:v>
                </c:pt>
                <c:pt idx="4579">
                  <c:v>41623</c:v>
                </c:pt>
                <c:pt idx="4580">
                  <c:v>41622</c:v>
                </c:pt>
                <c:pt idx="4581">
                  <c:v>41621</c:v>
                </c:pt>
                <c:pt idx="4582">
                  <c:v>41620</c:v>
                </c:pt>
                <c:pt idx="4583">
                  <c:v>41619</c:v>
                </c:pt>
                <c:pt idx="4584">
                  <c:v>41618</c:v>
                </c:pt>
                <c:pt idx="4585">
                  <c:v>41617</c:v>
                </c:pt>
                <c:pt idx="4586">
                  <c:v>41616</c:v>
                </c:pt>
                <c:pt idx="4587">
                  <c:v>41615</c:v>
                </c:pt>
                <c:pt idx="4588">
                  <c:v>41614</c:v>
                </c:pt>
                <c:pt idx="4589">
                  <c:v>41613</c:v>
                </c:pt>
                <c:pt idx="4590">
                  <c:v>41612</c:v>
                </c:pt>
                <c:pt idx="4591">
                  <c:v>41611</c:v>
                </c:pt>
                <c:pt idx="4592">
                  <c:v>41610</c:v>
                </c:pt>
                <c:pt idx="4593">
                  <c:v>41609</c:v>
                </c:pt>
                <c:pt idx="4594">
                  <c:v>41608</c:v>
                </c:pt>
                <c:pt idx="4595">
                  <c:v>41607</c:v>
                </c:pt>
                <c:pt idx="4596">
                  <c:v>41606</c:v>
                </c:pt>
                <c:pt idx="4597">
                  <c:v>41605</c:v>
                </c:pt>
                <c:pt idx="4598">
                  <c:v>41604</c:v>
                </c:pt>
                <c:pt idx="4599">
                  <c:v>41603</c:v>
                </c:pt>
                <c:pt idx="4600">
                  <c:v>41602</c:v>
                </c:pt>
                <c:pt idx="4601">
                  <c:v>41601</c:v>
                </c:pt>
                <c:pt idx="4602">
                  <c:v>41600</c:v>
                </c:pt>
                <c:pt idx="4603">
                  <c:v>41599</c:v>
                </c:pt>
                <c:pt idx="4604">
                  <c:v>41598</c:v>
                </c:pt>
                <c:pt idx="4605">
                  <c:v>41597</c:v>
                </c:pt>
                <c:pt idx="4606">
                  <c:v>41596</c:v>
                </c:pt>
                <c:pt idx="4607">
                  <c:v>41595</c:v>
                </c:pt>
                <c:pt idx="4608">
                  <c:v>41594</c:v>
                </c:pt>
                <c:pt idx="4609">
                  <c:v>41593</c:v>
                </c:pt>
                <c:pt idx="4610">
                  <c:v>41592</c:v>
                </c:pt>
                <c:pt idx="4611">
                  <c:v>41591</c:v>
                </c:pt>
                <c:pt idx="4612">
                  <c:v>41590</c:v>
                </c:pt>
                <c:pt idx="4613">
                  <c:v>41589</c:v>
                </c:pt>
                <c:pt idx="4614">
                  <c:v>41588</c:v>
                </c:pt>
                <c:pt idx="4615">
                  <c:v>41587</c:v>
                </c:pt>
                <c:pt idx="4616">
                  <c:v>41586</c:v>
                </c:pt>
                <c:pt idx="4617">
                  <c:v>41585</c:v>
                </c:pt>
                <c:pt idx="4618">
                  <c:v>41584</c:v>
                </c:pt>
                <c:pt idx="4619">
                  <c:v>41583</c:v>
                </c:pt>
                <c:pt idx="4620">
                  <c:v>41582</c:v>
                </c:pt>
                <c:pt idx="4621">
                  <c:v>41581</c:v>
                </c:pt>
                <c:pt idx="4622">
                  <c:v>41580</c:v>
                </c:pt>
                <c:pt idx="4623">
                  <c:v>41579</c:v>
                </c:pt>
                <c:pt idx="4624">
                  <c:v>41578</c:v>
                </c:pt>
                <c:pt idx="4625">
                  <c:v>41577</c:v>
                </c:pt>
                <c:pt idx="4626">
                  <c:v>41576</c:v>
                </c:pt>
                <c:pt idx="4627">
                  <c:v>41575</c:v>
                </c:pt>
                <c:pt idx="4628">
                  <c:v>41574</c:v>
                </c:pt>
                <c:pt idx="4629">
                  <c:v>41573</c:v>
                </c:pt>
                <c:pt idx="4630">
                  <c:v>41572</c:v>
                </c:pt>
                <c:pt idx="4631">
                  <c:v>41571</c:v>
                </c:pt>
                <c:pt idx="4632">
                  <c:v>41570</c:v>
                </c:pt>
                <c:pt idx="4633">
                  <c:v>41569</c:v>
                </c:pt>
                <c:pt idx="4634">
                  <c:v>41568</c:v>
                </c:pt>
                <c:pt idx="4635">
                  <c:v>41567</c:v>
                </c:pt>
                <c:pt idx="4636">
                  <c:v>41566</c:v>
                </c:pt>
                <c:pt idx="4637">
                  <c:v>41565</c:v>
                </c:pt>
                <c:pt idx="4638">
                  <c:v>41564</c:v>
                </c:pt>
                <c:pt idx="4639">
                  <c:v>41563</c:v>
                </c:pt>
                <c:pt idx="4640">
                  <c:v>41562</c:v>
                </c:pt>
                <c:pt idx="4641">
                  <c:v>41561</c:v>
                </c:pt>
                <c:pt idx="4642">
                  <c:v>41560</c:v>
                </c:pt>
                <c:pt idx="4643">
                  <c:v>41559</c:v>
                </c:pt>
                <c:pt idx="4644">
                  <c:v>41558</c:v>
                </c:pt>
                <c:pt idx="4645">
                  <c:v>41557</c:v>
                </c:pt>
                <c:pt idx="4646">
                  <c:v>41556</c:v>
                </c:pt>
                <c:pt idx="4647">
                  <c:v>41555</c:v>
                </c:pt>
                <c:pt idx="4648">
                  <c:v>41554</c:v>
                </c:pt>
                <c:pt idx="4649">
                  <c:v>41553</c:v>
                </c:pt>
                <c:pt idx="4650">
                  <c:v>41552</c:v>
                </c:pt>
                <c:pt idx="4651">
                  <c:v>41551</c:v>
                </c:pt>
                <c:pt idx="4652">
                  <c:v>41550</c:v>
                </c:pt>
                <c:pt idx="4653">
                  <c:v>41549</c:v>
                </c:pt>
                <c:pt idx="4654">
                  <c:v>41548</c:v>
                </c:pt>
                <c:pt idx="4655">
                  <c:v>41547</c:v>
                </c:pt>
                <c:pt idx="4656">
                  <c:v>41546</c:v>
                </c:pt>
                <c:pt idx="4657">
                  <c:v>41545</c:v>
                </c:pt>
                <c:pt idx="4658">
                  <c:v>41544</c:v>
                </c:pt>
                <c:pt idx="4659">
                  <c:v>41543</c:v>
                </c:pt>
                <c:pt idx="4660">
                  <c:v>41542</c:v>
                </c:pt>
                <c:pt idx="4661">
                  <c:v>41541</c:v>
                </c:pt>
                <c:pt idx="4662">
                  <c:v>41540</c:v>
                </c:pt>
                <c:pt idx="4663">
                  <c:v>41539</c:v>
                </c:pt>
                <c:pt idx="4664">
                  <c:v>41538</c:v>
                </c:pt>
                <c:pt idx="4665">
                  <c:v>41537</c:v>
                </c:pt>
                <c:pt idx="4666">
                  <c:v>41536</c:v>
                </c:pt>
                <c:pt idx="4667">
                  <c:v>41535</c:v>
                </c:pt>
                <c:pt idx="4668">
                  <c:v>41534</c:v>
                </c:pt>
                <c:pt idx="4669">
                  <c:v>41533</c:v>
                </c:pt>
                <c:pt idx="4670">
                  <c:v>41532</c:v>
                </c:pt>
                <c:pt idx="4671">
                  <c:v>41531</c:v>
                </c:pt>
                <c:pt idx="4672">
                  <c:v>41530</c:v>
                </c:pt>
                <c:pt idx="4673">
                  <c:v>41529</c:v>
                </c:pt>
                <c:pt idx="4674">
                  <c:v>41528</c:v>
                </c:pt>
                <c:pt idx="4675">
                  <c:v>41527</c:v>
                </c:pt>
                <c:pt idx="4676">
                  <c:v>41526</c:v>
                </c:pt>
                <c:pt idx="4677">
                  <c:v>41525</c:v>
                </c:pt>
                <c:pt idx="4678">
                  <c:v>41524</c:v>
                </c:pt>
                <c:pt idx="4679">
                  <c:v>41523</c:v>
                </c:pt>
                <c:pt idx="4680">
                  <c:v>41522</c:v>
                </c:pt>
                <c:pt idx="4681">
                  <c:v>41521</c:v>
                </c:pt>
                <c:pt idx="4682">
                  <c:v>41520</c:v>
                </c:pt>
                <c:pt idx="4683">
                  <c:v>41519</c:v>
                </c:pt>
                <c:pt idx="4684">
                  <c:v>41518</c:v>
                </c:pt>
                <c:pt idx="4685">
                  <c:v>41517</c:v>
                </c:pt>
                <c:pt idx="4686">
                  <c:v>41516</c:v>
                </c:pt>
                <c:pt idx="4687">
                  <c:v>41515</c:v>
                </c:pt>
                <c:pt idx="4688">
                  <c:v>41514</c:v>
                </c:pt>
                <c:pt idx="4689">
                  <c:v>41513</c:v>
                </c:pt>
                <c:pt idx="4690">
                  <c:v>41512</c:v>
                </c:pt>
                <c:pt idx="4691">
                  <c:v>41511</c:v>
                </c:pt>
                <c:pt idx="4692">
                  <c:v>41510</c:v>
                </c:pt>
                <c:pt idx="4693">
                  <c:v>41509</c:v>
                </c:pt>
                <c:pt idx="4694">
                  <c:v>41508</c:v>
                </c:pt>
                <c:pt idx="4695">
                  <c:v>41507</c:v>
                </c:pt>
                <c:pt idx="4696">
                  <c:v>41506</c:v>
                </c:pt>
                <c:pt idx="4697">
                  <c:v>41505</c:v>
                </c:pt>
                <c:pt idx="4698">
                  <c:v>41504</c:v>
                </c:pt>
                <c:pt idx="4699">
                  <c:v>41503</c:v>
                </c:pt>
                <c:pt idx="4700">
                  <c:v>41502</c:v>
                </c:pt>
                <c:pt idx="4701">
                  <c:v>41501</c:v>
                </c:pt>
                <c:pt idx="4702">
                  <c:v>41500</c:v>
                </c:pt>
                <c:pt idx="4703">
                  <c:v>41499</c:v>
                </c:pt>
                <c:pt idx="4704">
                  <c:v>41498</c:v>
                </c:pt>
                <c:pt idx="4705">
                  <c:v>41497</c:v>
                </c:pt>
                <c:pt idx="4706">
                  <c:v>41496</c:v>
                </c:pt>
                <c:pt idx="4707">
                  <c:v>41495</c:v>
                </c:pt>
                <c:pt idx="4708">
                  <c:v>41494</c:v>
                </c:pt>
                <c:pt idx="4709">
                  <c:v>41493</c:v>
                </c:pt>
                <c:pt idx="4710">
                  <c:v>41492</c:v>
                </c:pt>
                <c:pt idx="4711">
                  <c:v>41491</c:v>
                </c:pt>
                <c:pt idx="4712">
                  <c:v>41490</c:v>
                </c:pt>
                <c:pt idx="4713">
                  <c:v>41489</c:v>
                </c:pt>
                <c:pt idx="4714">
                  <c:v>41488</c:v>
                </c:pt>
                <c:pt idx="4715">
                  <c:v>41487</c:v>
                </c:pt>
                <c:pt idx="4716">
                  <c:v>41486</c:v>
                </c:pt>
                <c:pt idx="4717">
                  <c:v>41485</c:v>
                </c:pt>
                <c:pt idx="4718">
                  <c:v>41484</c:v>
                </c:pt>
                <c:pt idx="4719">
                  <c:v>41483</c:v>
                </c:pt>
                <c:pt idx="4720">
                  <c:v>41482</c:v>
                </c:pt>
                <c:pt idx="4721">
                  <c:v>41481</c:v>
                </c:pt>
                <c:pt idx="4722">
                  <c:v>41480</c:v>
                </c:pt>
                <c:pt idx="4723">
                  <c:v>41479</c:v>
                </c:pt>
                <c:pt idx="4724">
                  <c:v>41478</c:v>
                </c:pt>
                <c:pt idx="4725">
                  <c:v>41477</c:v>
                </c:pt>
                <c:pt idx="4726">
                  <c:v>41476</c:v>
                </c:pt>
                <c:pt idx="4727">
                  <c:v>41475</c:v>
                </c:pt>
                <c:pt idx="4728">
                  <c:v>41474</c:v>
                </c:pt>
                <c:pt idx="4729">
                  <c:v>41473</c:v>
                </c:pt>
                <c:pt idx="4730">
                  <c:v>41472</c:v>
                </c:pt>
                <c:pt idx="4731">
                  <c:v>41471</c:v>
                </c:pt>
                <c:pt idx="4732">
                  <c:v>41470</c:v>
                </c:pt>
                <c:pt idx="4733">
                  <c:v>41469</c:v>
                </c:pt>
                <c:pt idx="4734">
                  <c:v>41468</c:v>
                </c:pt>
                <c:pt idx="4735">
                  <c:v>41467</c:v>
                </c:pt>
                <c:pt idx="4736">
                  <c:v>41466</c:v>
                </c:pt>
                <c:pt idx="4737">
                  <c:v>41465</c:v>
                </c:pt>
                <c:pt idx="4738">
                  <c:v>41464</c:v>
                </c:pt>
                <c:pt idx="4739">
                  <c:v>41463</c:v>
                </c:pt>
                <c:pt idx="4740">
                  <c:v>41462</c:v>
                </c:pt>
                <c:pt idx="4741">
                  <c:v>41461</c:v>
                </c:pt>
                <c:pt idx="4742">
                  <c:v>41460</c:v>
                </c:pt>
                <c:pt idx="4743">
                  <c:v>41459</c:v>
                </c:pt>
                <c:pt idx="4744">
                  <c:v>41458</c:v>
                </c:pt>
                <c:pt idx="4745">
                  <c:v>41457</c:v>
                </c:pt>
                <c:pt idx="4746">
                  <c:v>41456</c:v>
                </c:pt>
                <c:pt idx="4747">
                  <c:v>41455</c:v>
                </c:pt>
                <c:pt idx="4748">
                  <c:v>41454</c:v>
                </c:pt>
                <c:pt idx="4749">
                  <c:v>41453</c:v>
                </c:pt>
                <c:pt idx="4750">
                  <c:v>41452</c:v>
                </c:pt>
                <c:pt idx="4751">
                  <c:v>41451</c:v>
                </c:pt>
                <c:pt idx="4752">
                  <c:v>41450</c:v>
                </c:pt>
                <c:pt idx="4753">
                  <c:v>41449</c:v>
                </c:pt>
                <c:pt idx="4754">
                  <c:v>41448</c:v>
                </c:pt>
                <c:pt idx="4755">
                  <c:v>41447</c:v>
                </c:pt>
                <c:pt idx="4756">
                  <c:v>41446</c:v>
                </c:pt>
                <c:pt idx="4757">
                  <c:v>41445</c:v>
                </c:pt>
                <c:pt idx="4758">
                  <c:v>41444</c:v>
                </c:pt>
                <c:pt idx="4759">
                  <c:v>41443</c:v>
                </c:pt>
                <c:pt idx="4760">
                  <c:v>41442</c:v>
                </c:pt>
                <c:pt idx="4761">
                  <c:v>41441</c:v>
                </c:pt>
                <c:pt idx="4762">
                  <c:v>41440</c:v>
                </c:pt>
                <c:pt idx="4763">
                  <c:v>41439</c:v>
                </c:pt>
                <c:pt idx="4764">
                  <c:v>41438</c:v>
                </c:pt>
                <c:pt idx="4765">
                  <c:v>41437</c:v>
                </c:pt>
                <c:pt idx="4766">
                  <c:v>41436</c:v>
                </c:pt>
                <c:pt idx="4767">
                  <c:v>41435</c:v>
                </c:pt>
                <c:pt idx="4768">
                  <c:v>41434</c:v>
                </c:pt>
                <c:pt idx="4769">
                  <c:v>41433</c:v>
                </c:pt>
                <c:pt idx="4770">
                  <c:v>41432</c:v>
                </c:pt>
                <c:pt idx="4771">
                  <c:v>41431</c:v>
                </c:pt>
                <c:pt idx="4772">
                  <c:v>41430</c:v>
                </c:pt>
                <c:pt idx="4773">
                  <c:v>41429</c:v>
                </c:pt>
                <c:pt idx="4774">
                  <c:v>41428</c:v>
                </c:pt>
                <c:pt idx="4775">
                  <c:v>41427</c:v>
                </c:pt>
                <c:pt idx="4776">
                  <c:v>41426</c:v>
                </c:pt>
                <c:pt idx="4777">
                  <c:v>41425</c:v>
                </c:pt>
                <c:pt idx="4778">
                  <c:v>41424</c:v>
                </c:pt>
                <c:pt idx="4779">
                  <c:v>41423</c:v>
                </c:pt>
                <c:pt idx="4780">
                  <c:v>41422</c:v>
                </c:pt>
                <c:pt idx="4781">
                  <c:v>41421</c:v>
                </c:pt>
                <c:pt idx="4782">
                  <c:v>41420</c:v>
                </c:pt>
                <c:pt idx="4783">
                  <c:v>41419</c:v>
                </c:pt>
                <c:pt idx="4784">
                  <c:v>41418</c:v>
                </c:pt>
                <c:pt idx="4785">
                  <c:v>41417</c:v>
                </c:pt>
                <c:pt idx="4786">
                  <c:v>41416</c:v>
                </c:pt>
                <c:pt idx="4787">
                  <c:v>41415</c:v>
                </c:pt>
                <c:pt idx="4788">
                  <c:v>41414</c:v>
                </c:pt>
                <c:pt idx="4789">
                  <c:v>41413</c:v>
                </c:pt>
                <c:pt idx="4790">
                  <c:v>41412</c:v>
                </c:pt>
                <c:pt idx="4791">
                  <c:v>41411</c:v>
                </c:pt>
                <c:pt idx="4792">
                  <c:v>41410</c:v>
                </c:pt>
                <c:pt idx="4793">
                  <c:v>41409</c:v>
                </c:pt>
                <c:pt idx="4794">
                  <c:v>41408</c:v>
                </c:pt>
                <c:pt idx="4795">
                  <c:v>41407</c:v>
                </c:pt>
                <c:pt idx="4796">
                  <c:v>41406</c:v>
                </c:pt>
                <c:pt idx="4797">
                  <c:v>41405</c:v>
                </c:pt>
                <c:pt idx="4798">
                  <c:v>41404</c:v>
                </c:pt>
                <c:pt idx="4799">
                  <c:v>41403</c:v>
                </c:pt>
                <c:pt idx="4800">
                  <c:v>41402</c:v>
                </c:pt>
                <c:pt idx="4801">
                  <c:v>41401</c:v>
                </c:pt>
                <c:pt idx="4802">
                  <c:v>41400</c:v>
                </c:pt>
                <c:pt idx="4803">
                  <c:v>41399</c:v>
                </c:pt>
                <c:pt idx="4804">
                  <c:v>41398</c:v>
                </c:pt>
                <c:pt idx="4805">
                  <c:v>41397</c:v>
                </c:pt>
                <c:pt idx="4806">
                  <c:v>41396</c:v>
                </c:pt>
                <c:pt idx="4807">
                  <c:v>41395</c:v>
                </c:pt>
                <c:pt idx="4808">
                  <c:v>41394</c:v>
                </c:pt>
                <c:pt idx="4809">
                  <c:v>41393</c:v>
                </c:pt>
                <c:pt idx="4810">
                  <c:v>41392</c:v>
                </c:pt>
                <c:pt idx="4811">
                  <c:v>41391</c:v>
                </c:pt>
                <c:pt idx="4812">
                  <c:v>41390</c:v>
                </c:pt>
                <c:pt idx="4813">
                  <c:v>41389</c:v>
                </c:pt>
                <c:pt idx="4814">
                  <c:v>41388</c:v>
                </c:pt>
                <c:pt idx="4815">
                  <c:v>41387</c:v>
                </c:pt>
                <c:pt idx="4816">
                  <c:v>41386</c:v>
                </c:pt>
                <c:pt idx="4817">
                  <c:v>41385</c:v>
                </c:pt>
                <c:pt idx="4818">
                  <c:v>41384</c:v>
                </c:pt>
                <c:pt idx="4819">
                  <c:v>41383</c:v>
                </c:pt>
                <c:pt idx="4820">
                  <c:v>41382</c:v>
                </c:pt>
                <c:pt idx="4821">
                  <c:v>41381</c:v>
                </c:pt>
                <c:pt idx="4822">
                  <c:v>41380</c:v>
                </c:pt>
                <c:pt idx="4823">
                  <c:v>41379</c:v>
                </c:pt>
                <c:pt idx="4824">
                  <c:v>41378</c:v>
                </c:pt>
                <c:pt idx="4825">
                  <c:v>41377</c:v>
                </c:pt>
                <c:pt idx="4826">
                  <c:v>41376</c:v>
                </c:pt>
                <c:pt idx="4827">
                  <c:v>41375</c:v>
                </c:pt>
                <c:pt idx="4828">
                  <c:v>41374</c:v>
                </c:pt>
                <c:pt idx="4829">
                  <c:v>41373</c:v>
                </c:pt>
                <c:pt idx="4830">
                  <c:v>41372</c:v>
                </c:pt>
                <c:pt idx="4831">
                  <c:v>41371</c:v>
                </c:pt>
                <c:pt idx="4832">
                  <c:v>41370</c:v>
                </c:pt>
                <c:pt idx="4833">
                  <c:v>41369</c:v>
                </c:pt>
                <c:pt idx="4834">
                  <c:v>41368</c:v>
                </c:pt>
                <c:pt idx="4835">
                  <c:v>41367</c:v>
                </c:pt>
                <c:pt idx="4836">
                  <c:v>41366</c:v>
                </c:pt>
                <c:pt idx="4837">
                  <c:v>41365</c:v>
                </c:pt>
                <c:pt idx="4838">
                  <c:v>41364</c:v>
                </c:pt>
                <c:pt idx="4839">
                  <c:v>41363</c:v>
                </c:pt>
                <c:pt idx="4840">
                  <c:v>41362</c:v>
                </c:pt>
                <c:pt idx="4841">
                  <c:v>41361</c:v>
                </c:pt>
                <c:pt idx="4842">
                  <c:v>41360</c:v>
                </c:pt>
                <c:pt idx="4843">
                  <c:v>41359</c:v>
                </c:pt>
                <c:pt idx="4844">
                  <c:v>41358</c:v>
                </c:pt>
                <c:pt idx="4845">
                  <c:v>41357</c:v>
                </c:pt>
                <c:pt idx="4846">
                  <c:v>41356</c:v>
                </c:pt>
                <c:pt idx="4847">
                  <c:v>41355</c:v>
                </c:pt>
                <c:pt idx="4848">
                  <c:v>41354</c:v>
                </c:pt>
                <c:pt idx="4849">
                  <c:v>41353</c:v>
                </c:pt>
                <c:pt idx="4850">
                  <c:v>41352</c:v>
                </c:pt>
                <c:pt idx="4851">
                  <c:v>41351</c:v>
                </c:pt>
                <c:pt idx="4852">
                  <c:v>41350</c:v>
                </c:pt>
                <c:pt idx="4853">
                  <c:v>41349</c:v>
                </c:pt>
                <c:pt idx="4854">
                  <c:v>41348</c:v>
                </c:pt>
                <c:pt idx="4855">
                  <c:v>41347</c:v>
                </c:pt>
                <c:pt idx="4856">
                  <c:v>41346</c:v>
                </c:pt>
                <c:pt idx="4857">
                  <c:v>41345</c:v>
                </c:pt>
                <c:pt idx="4858">
                  <c:v>41344</c:v>
                </c:pt>
                <c:pt idx="4859">
                  <c:v>41343</c:v>
                </c:pt>
                <c:pt idx="4860">
                  <c:v>41342</c:v>
                </c:pt>
                <c:pt idx="4861">
                  <c:v>41341</c:v>
                </c:pt>
                <c:pt idx="4862">
                  <c:v>41340</c:v>
                </c:pt>
                <c:pt idx="4863">
                  <c:v>41339</c:v>
                </c:pt>
                <c:pt idx="4864">
                  <c:v>41338</c:v>
                </c:pt>
                <c:pt idx="4865">
                  <c:v>41337</c:v>
                </c:pt>
                <c:pt idx="4866">
                  <c:v>41336</c:v>
                </c:pt>
                <c:pt idx="4867">
                  <c:v>41335</c:v>
                </c:pt>
                <c:pt idx="4868">
                  <c:v>41334</c:v>
                </c:pt>
                <c:pt idx="4869">
                  <c:v>41333</c:v>
                </c:pt>
                <c:pt idx="4870">
                  <c:v>41332</c:v>
                </c:pt>
                <c:pt idx="4871">
                  <c:v>41331</c:v>
                </c:pt>
                <c:pt idx="4872">
                  <c:v>41330</c:v>
                </c:pt>
                <c:pt idx="4873">
                  <c:v>41329</c:v>
                </c:pt>
                <c:pt idx="4874">
                  <c:v>41328</c:v>
                </c:pt>
                <c:pt idx="4875">
                  <c:v>41327</c:v>
                </c:pt>
                <c:pt idx="4876">
                  <c:v>41326</c:v>
                </c:pt>
                <c:pt idx="4877">
                  <c:v>41325</c:v>
                </c:pt>
                <c:pt idx="4878">
                  <c:v>41324</c:v>
                </c:pt>
                <c:pt idx="4879">
                  <c:v>41323</c:v>
                </c:pt>
                <c:pt idx="4880">
                  <c:v>41322</c:v>
                </c:pt>
                <c:pt idx="4881">
                  <c:v>41321</c:v>
                </c:pt>
                <c:pt idx="4882">
                  <c:v>41320</c:v>
                </c:pt>
                <c:pt idx="4883">
                  <c:v>41319</c:v>
                </c:pt>
                <c:pt idx="4884">
                  <c:v>41318</c:v>
                </c:pt>
                <c:pt idx="4885">
                  <c:v>41317</c:v>
                </c:pt>
                <c:pt idx="4886">
                  <c:v>41316</c:v>
                </c:pt>
                <c:pt idx="4887">
                  <c:v>41315</c:v>
                </c:pt>
                <c:pt idx="4888">
                  <c:v>41314</c:v>
                </c:pt>
                <c:pt idx="4889">
                  <c:v>41313</c:v>
                </c:pt>
                <c:pt idx="4890">
                  <c:v>41312</c:v>
                </c:pt>
                <c:pt idx="4891">
                  <c:v>41311</c:v>
                </c:pt>
                <c:pt idx="4892">
                  <c:v>41310</c:v>
                </c:pt>
                <c:pt idx="4893">
                  <c:v>41309</c:v>
                </c:pt>
                <c:pt idx="4894">
                  <c:v>41308</c:v>
                </c:pt>
                <c:pt idx="4895">
                  <c:v>41307</c:v>
                </c:pt>
                <c:pt idx="4896">
                  <c:v>41306</c:v>
                </c:pt>
                <c:pt idx="4897">
                  <c:v>41305</c:v>
                </c:pt>
                <c:pt idx="4898">
                  <c:v>41304</c:v>
                </c:pt>
                <c:pt idx="4899">
                  <c:v>41303</c:v>
                </c:pt>
                <c:pt idx="4900">
                  <c:v>41302</c:v>
                </c:pt>
                <c:pt idx="4901">
                  <c:v>41301</c:v>
                </c:pt>
                <c:pt idx="4902">
                  <c:v>41300</c:v>
                </c:pt>
                <c:pt idx="4903">
                  <c:v>41299</c:v>
                </c:pt>
                <c:pt idx="4904">
                  <c:v>41298</c:v>
                </c:pt>
                <c:pt idx="4905">
                  <c:v>41297</c:v>
                </c:pt>
                <c:pt idx="4906">
                  <c:v>41296</c:v>
                </c:pt>
                <c:pt idx="4907">
                  <c:v>41295</c:v>
                </c:pt>
                <c:pt idx="4908">
                  <c:v>41294</c:v>
                </c:pt>
                <c:pt idx="4909">
                  <c:v>41293</c:v>
                </c:pt>
                <c:pt idx="4910">
                  <c:v>41292</c:v>
                </c:pt>
                <c:pt idx="4911">
                  <c:v>41291</c:v>
                </c:pt>
                <c:pt idx="4912">
                  <c:v>41290</c:v>
                </c:pt>
                <c:pt idx="4913">
                  <c:v>41289</c:v>
                </c:pt>
                <c:pt idx="4914">
                  <c:v>41288</c:v>
                </c:pt>
                <c:pt idx="4915">
                  <c:v>41287</c:v>
                </c:pt>
                <c:pt idx="4916">
                  <c:v>41286</c:v>
                </c:pt>
                <c:pt idx="4917">
                  <c:v>41285</c:v>
                </c:pt>
                <c:pt idx="4918">
                  <c:v>41284</c:v>
                </c:pt>
                <c:pt idx="4919">
                  <c:v>41283</c:v>
                </c:pt>
                <c:pt idx="4920">
                  <c:v>41282</c:v>
                </c:pt>
                <c:pt idx="4921">
                  <c:v>41281</c:v>
                </c:pt>
                <c:pt idx="4922">
                  <c:v>41280</c:v>
                </c:pt>
                <c:pt idx="4923">
                  <c:v>41279</c:v>
                </c:pt>
                <c:pt idx="4924">
                  <c:v>41278</c:v>
                </c:pt>
                <c:pt idx="4925">
                  <c:v>41277</c:v>
                </c:pt>
                <c:pt idx="4926">
                  <c:v>41276</c:v>
                </c:pt>
                <c:pt idx="4927">
                  <c:v>41275</c:v>
                </c:pt>
                <c:pt idx="4928">
                  <c:v>41274</c:v>
                </c:pt>
                <c:pt idx="4929">
                  <c:v>41273</c:v>
                </c:pt>
                <c:pt idx="4930">
                  <c:v>41272</c:v>
                </c:pt>
                <c:pt idx="4931">
                  <c:v>41271</c:v>
                </c:pt>
                <c:pt idx="4932">
                  <c:v>41270</c:v>
                </c:pt>
                <c:pt idx="4933">
                  <c:v>41269</c:v>
                </c:pt>
                <c:pt idx="4934">
                  <c:v>41268</c:v>
                </c:pt>
                <c:pt idx="4935">
                  <c:v>41267</c:v>
                </c:pt>
                <c:pt idx="4936">
                  <c:v>41266</c:v>
                </c:pt>
                <c:pt idx="4937">
                  <c:v>41265</c:v>
                </c:pt>
                <c:pt idx="4938">
                  <c:v>41264</c:v>
                </c:pt>
                <c:pt idx="4939">
                  <c:v>41263</c:v>
                </c:pt>
                <c:pt idx="4940">
                  <c:v>41262</c:v>
                </c:pt>
                <c:pt idx="4941">
                  <c:v>41261</c:v>
                </c:pt>
                <c:pt idx="4942">
                  <c:v>41260</c:v>
                </c:pt>
                <c:pt idx="4943">
                  <c:v>41259</c:v>
                </c:pt>
                <c:pt idx="4944">
                  <c:v>41258</c:v>
                </c:pt>
                <c:pt idx="4945">
                  <c:v>41257</c:v>
                </c:pt>
                <c:pt idx="4946">
                  <c:v>41256</c:v>
                </c:pt>
                <c:pt idx="4947">
                  <c:v>41255</c:v>
                </c:pt>
                <c:pt idx="4948">
                  <c:v>41254</c:v>
                </c:pt>
                <c:pt idx="4949">
                  <c:v>41253</c:v>
                </c:pt>
                <c:pt idx="4950">
                  <c:v>41252</c:v>
                </c:pt>
                <c:pt idx="4951">
                  <c:v>41251</c:v>
                </c:pt>
                <c:pt idx="4952">
                  <c:v>41250</c:v>
                </c:pt>
                <c:pt idx="4953">
                  <c:v>41249</c:v>
                </c:pt>
                <c:pt idx="4954">
                  <c:v>41248</c:v>
                </c:pt>
                <c:pt idx="4955">
                  <c:v>41247</c:v>
                </c:pt>
                <c:pt idx="4956">
                  <c:v>41246</c:v>
                </c:pt>
                <c:pt idx="4957">
                  <c:v>41245</c:v>
                </c:pt>
                <c:pt idx="4958">
                  <c:v>41244</c:v>
                </c:pt>
                <c:pt idx="4959">
                  <c:v>41243</c:v>
                </c:pt>
                <c:pt idx="4960">
                  <c:v>41242</c:v>
                </c:pt>
                <c:pt idx="4961">
                  <c:v>41241</c:v>
                </c:pt>
                <c:pt idx="4962">
                  <c:v>41240</c:v>
                </c:pt>
                <c:pt idx="4963">
                  <c:v>41239</c:v>
                </c:pt>
                <c:pt idx="4964">
                  <c:v>41238</c:v>
                </c:pt>
                <c:pt idx="4965">
                  <c:v>41237</c:v>
                </c:pt>
                <c:pt idx="4966">
                  <c:v>41236</c:v>
                </c:pt>
                <c:pt idx="4967">
                  <c:v>41235</c:v>
                </c:pt>
                <c:pt idx="4968">
                  <c:v>41234</c:v>
                </c:pt>
                <c:pt idx="4969">
                  <c:v>41233</c:v>
                </c:pt>
                <c:pt idx="4970">
                  <c:v>41232</c:v>
                </c:pt>
                <c:pt idx="4971">
                  <c:v>41231</c:v>
                </c:pt>
                <c:pt idx="4972">
                  <c:v>41230</c:v>
                </c:pt>
                <c:pt idx="4973">
                  <c:v>41229</c:v>
                </c:pt>
                <c:pt idx="4974">
                  <c:v>41228</c:v>
                </c:pt>
                <c:pt idx="4975">
                  <c:v>41227</c:v>
                </c:pt>
                <c:pt idx="4976">
                  <c:v>41226</c:v>
                </c:pt>
                <c:pt idx="4977">
                  <c:v>41225</c:v>
                </c:pt>
                <c:pt idx="4978">
                  <c:v>41224</c:v>
                </c:pt>
                <c:pt idx="4979">
                  <c:v>41223</c:v>
                </c:pt>
                <c:pt idx="4980">
                  <c:v>41222</c:v>
                </c:pt>
                <c:pt idx="4981">
                  <c:v>41221</c:v>
                </c:pt>
                <c:pt idx="4982">
                  <c:v>41220</c:v>
                </c:pt>
                <c:pt idx="4983">
                  <c:v>41219</c:v>
                </c:pt>
                <c:pt idx="4984">
                  <c:v>41218</c:v>
                </c:pt>
                <c:pt idx="4985">
                  <c:v>41217</c:v>
                </c:pt>
                <c:pt idx="4986">
                  <c:v>41216</c:v>
                </c:pt>
                <c:pt idx="4987">
                  <c:v>41215</c:v>
                </c:pt>
                <c:pt idx="4988">
                  <c:v>41214</c:v>
                </c:pt>
                <c:pt idx="4989">
                  <c:v>41213</c:v>
                </c:pt>
                <c:pt idx="4990">
                  <c:v>41212</c:v>
                </c:pt>
                <c:pt idx="4991">
                  <c:v>41211</c:v>
                </c:pt>
                <c:pt idx="4992">
                  <c:v>41210</c:v>
                </c:pt>
                <c:pt idx="4993">
                  <c:v>41209</c:v>
                </c:pt>
                <c:pt idx="4994">
                  <c:v>41208</c:v>
                </c:pt>
                <c:pt idx="4995">
                  <c:v>41207</c:v>
                </c:pt>
                <c:pt idx="4996">
                  <c:v>41206</c:v>
                </c:pt>
                <c:pt idx="4997">
                  <c:v>41205</c:v>
                </c:pt>
                <c:pt idx="4998">
                  <c:v>41204</c:v>
                </c:pt>
                <c:pt idx="4999">
                  <c:v>41203</c:v>
                </c:pt>
                <c:pt idx="5000">
                  <c:v>41202</c:v>
                </c:pt>
                <c:pt idx="5001">
                  <c:v>41201</c:v>
                </c:pt>
                <c:pt idx="5002">
                  <c:v>41200</c:v>
                </c:pt>
                <c:pt idx="5003">
                  <c:v>41199</c:v>
                </c:pt>
                <c:pt idx="5004">
                  <c:v>41198</c:v>
                </c:pt>
                <c:pt idx="5005">
                  <c:v>41197</c:v>
                </c:pt>
                <c:pt idx="5006">
                  <c:v>41196</c:v>
                </c:pt>
                <c:pt idx="5007">
                  <c:v>41195</c:v>
                </c:pt>
                <c:pt idx="5008">
                  <c:v>41194</c:v>
                </c:pt>
                <c:pt idx="5009">
                  <c:v>41193</c:v>
                </c:pt>
                <c:pt idx="5010">
                  <c:v>41192</c:v>
                </c:pt>
                <c:pt idx="5011">
                  <c:v>41191</c:v>
                </c:pt>
                <c:pt idx="5012">
                  <c:v>41190</c:v>
                </c:pt>
                <c:pt idx="5013">
                  <c:v>41189</c:v>
                </c:pt>
                <c:pt idx="5014">
                  <c:v>41188</c:v>
                </c:pt>
                <c:pt idx="5015">
                  <c:v>41187</c:v>
                </c:pt>
                <c:pt idx="5016">
                  <c:v>41186</c:v>
                </c:pt>
                <c:pt idx="5017">
                  <c:v>41185</c:v>
                </c:pt>
                <c:pt idx="5018">
                  <c:v>41184</c:v>
                </c:pt>
                <c:pt idx="5019">
                  <c:v>41183</c:v>
                </c:pt>
                <c:pt idx="5020">
                  <c:v>41182</c:v>
                </c:pt>
                <c:pt idx="5021">
                  <c:v>41181</c:v>
                </c:pt>
                <c:pt idx="5022">
                  <c:v>41180</c:v>
                </c:pt>
                <c:pt idx="5023">
                  <c:v>41179</c:v>
                </c:pt>
                <c:pt idx="5024">
                  <c:v>41178</c:v>
                </c:pt>
                <c:pt idx="5025">
                  <c:v>41177</c:v>
                </c:pt>
                <c:pt idx="5026">
                  <c:v>41176</c:v>
                </c:pt>
                <c:pt idx="5027">
                  <c:v>41175</c:v>
                </c:pt>
                <c:pt idx="5028">
                  <c:v>41174</c:v>
                </c:pt>
                <c:pt idx="5029">
                  <c:v>41173</c:v>
                </c:pt>
                <c:pt idx="5030">
                  <c:v>41172</c:v>
                </c:pt>
                <c:pt idx="5031">
                  <c:v>41171</c:v>
                </c:pt>
                <c:pt idx="5032">
                  <c:v>41170</c:v>
                </c:pt>
                <c:pt idx="5033">
                  <c:v>41169</c:v>
                </c:pt>
                <c:pt idx="5034">
                  <c:v>41168</c:v>
                </c:pt>
                <c:pt idx="5035">
                  <c:v>41167</c:v>
                </c:pt>
                <c:pt idx="5036">
                  <c:v>41166</c:v>
                </c:pt>
                <c:pt idx="5037">
                  <c:v>41165</c:v>
                </c:pt>
                <c:pt idx="5038">
                  <c:v>41164</c:v>
                </c:pt>
                <c:pt idx="5039">
                  <c:v>41163</c:v>
                </c:pt>
                <c:pt idx="5040">
                  <c:v>41162</c:v>
                </c:pt>
                <c:pt idx="5041">
                  <c:v>41161</c:v>
                </c:pt>
                <c:pt idx="5042">
                  <c:v>41160</c:v>
                </c:pt>
                <c:pt idx="5043">
                  <c:v>41159</c:v>
                </c:pt>
                <c:pt idx="5044">
                  <c:v>41158</c:v>
                </c:pt>
                <c:pt idx="5045">
                  <c:v>41157</c:v>
                </c:pt>
                <c:pt idx="5046">
                  <c:v>41156</c:v>
                </c:pt>
                <c:pt idx="5047">
                  <c:v>41155</c:v>
                </c:pt>
                <c:pt idx="5048">
                  <c:v>41154</c:v>
                </c:pt>
                <c:pt idx="5049">
                  <c:v>41153</c:v>
                </c:pt>
                <c:pt idx="5050">
                  <c:v>41152</c:v>
                </c:pt>
                <c:pt idx="5051">
                  <c:v>41151</c:v>
                </c:pt>
                <c:pt idx="5052">
                  <c:v>41150</c:v>
                </c:pt>
                <c:pt idx="5053">
                  <c:v>41149</c:v>
                </c:pt>
                <c:pt idx="5054">
                  <c:v>41148</c:v>
                </c:pt>
                <c:pt idx="5055">
                  <c:v>41147</c:v>
                </c:pt>
                <c:pt idx="5056">
                  <c:v>41146</c:v>
                </c:pt>
                <c:pt idx="5057">
                  <c:v>41145</c:v>
                </c:pt>
                <c:pt idx="5058">
                  <c:v>41144</c:v>
                </c:pt>
                <c:pt idx="5059">
                  <c:v>41143</c:v>
                </c:pt>
                <c:pt idx="5060">
                  <c:v>41142</c:v>
                </c:pt>
                <c:pt idx="5061">
                  <c:v>41141</c:v>
                </c:pt>
                <c:pt idx="5062">
                  <c:v>41140</c:v>
                </c:pt>
                <c:pt idx="5063">
                  <c:v>41139</c:v>
                </c:pt>
                <c:pt idx="5064">
                  <c:v>41138</c:v>
                </c:pt>
                <c:pt idx="5065">
                  <c:v>41137</c:v>
                </c:pt>
                <c:pt idx="5066">
                  <c:v>41136</c:v>
                </c:pt>
                <c:pt idx="5067">
                  <c:v>41135</c:v>
                </c:pt>
                <c:pt idx="5068">
                  <c:v>41134</c:v>
                </c:pt>
                <c:pt idx="5069">
                  <c:v>41133</c:v>
                </c:pt>
                <c:pt idx="5070">
                  <c:v>41132</c:v>
                </c:pt>
                <c:pt idx="5071">
                  <c:v>41131</c:v>
                </c:pt>
                <c:pt idx="5072">
                  <c:v>41130</c:v>
                </c:pt>
                <c:pt idx="5073">
                  <c:v>41129</c:v>
                </c:pt>
                <c:pt idx="5074">
                  <c:v>41128</c:v>
                </c:pt>
                <c:pt idx="5075">
                  <c:v>41127</c:v>
                </c:pt>
                <c:pt idx="5076">
                  <c:v>41126</c:v>
                </c:pt>
                <c:pt idx="5077">
                  <c:v>41125</c:v>
                </c:pt>
                <c:pt idx="5078">
                  <c:v>41124</c:v>
                </c:pt>
                <c:pt idx="5079">
                  <c:v>41123</c:v>
                </c:pt>
                <c:pt idx="5080">
                  <c:v>41122</c:v>
                </c:pt>
                <c:pt idx="5081">
                  <c:v>41121</c:v>
                </c:pt>
                <c:pt idx="5082">
                  <c:v>41120</c:v>
                </c:pt>
                <c:pt idx="5083">
                  <c:v>41119</c:v>
                </c:pt>
                <c:pt idx="5084">
                  <c:v>41118</c:v>
                </c:pt>
                <c:pt idx="5085">
                  <c:v>41117</c:v>
                </c:pt>
                <c:pt idx="5086">
                  <c:v>41116</c:v>
                </c:pt>
                <c:pt idx="5087">
                  <c:v>41115</c:v>
                </c:pt>
                <c:pt idx="5088">
                  <c:v>41114</c:v>
                </c:pt>
                <c:pt idx="5089">
                  <c:v>41113</c:v>
                </c:pt>
                <c:pt idx="5090">
                  <c:v>41112</c:v>
                </c:pt>
                <c:pt idx="5091">
                  <c:v>41111</c:v>
                </c:pt>
                <c:pt idx="5092">
                  <c:v>41110</c:v>
                </c:pt>
                <c:pt idx="5093">
                  <c:v>41109</c:v>
                </c:pt>
                <c:pt idx="5094">
                  <c:v>41108</c:v>
                </c:pt>
                <c:pt idx="5095">
                  <c:v>41107</c:v>
                </c:pt>
                <c:pt idx="5096">
                  <c:v>41106</c:v>
                </c:pt>
                <c:pt idx="5097">
                  <c:v>41105</c:v>
                </c:pt>
                <c:pt idx="5098">
                  <c:v>41104</c:v>
                </c:pt>
                <c:pt idx="5099">
                  <c:v>41103</c:v>
                </c:pt>
                <c:pt idx="5100">
                  <c:v>41102</c:v>
                </c:pt>
                <c:pt idx="5101">
                  <c:v>41101</c:v>
                </c:pt>
                <c:pt idx="5102">
                  <c:v>41100</c:v>
                </c:pt>
                <c:pt idx="5103">
                  <c:v>41099</c:v>
                </c:pt>
                <c:pt idx="5104">
                  <c:v>41098</c:v>
                </c:pt>
                <c:pt idx="5105">
                  <c:v>41097</c:v>
                </c:pt>
                <c:pt idx="5106">
                  <c:v>41096</c:v>
                </c:pt>
                <c:pt idx="5107">
                  <c:v>41095</c:v>
                </c:pt>
                <c:pt idx="5108">
                  <c:v>41094</c:v>
                </c:pt>
                <c:pt idx="5109">
                  <c:v>41093</c:v>
                </c:pt>
                <c:pt idx="5110">
                  <c:v>41092</c:v>
                </c:pt>
                <c:pt idx="5111">
                  <c:v>41091</c:v>
                </c:pt>
                <c:pt idx="5112">
                  <c:v>41090</c:v>
                </c:pt>
                <c:pt idx="5113">
                  <c:v>41089</c:v>
                </c:pt>
                <c:pt idx="5114">
                  <c:v>41088</c:v>
                </c:pt>
                <c:pt idx="5115">
                  <c:v>41087</c:v>
                </c:pt>
                <c:pt idx="5116">
                  <c:v>41086</c:v>
                </c:pt>
                <c:pt idx="5117">
                  <c:v>41085</c:v>
                </c:pt>
                <c:pt idx="5118">
                  <c:v>41084</c:v>
                </c:pt>
                <c:pt idx="5119">
                  <c:v>41083</c:v>
                </c:pt>
                <c:pt idx="5120">
                  <c:v>41082</c:v>
                </c:pt>
                <c:pt idx="5121">
                  <c:v>41081</c:v>
                </c:pt>
                <c:pt idx="5122">
                  <c:v>41080</c:v>
                </c:pt>
                <c:pt idx="5123">
                  <c:v>41079</c:v>
                </c:pt>
                <c:pt idx="5124">
                  <c:v>41078</c:v>
                </c:pt>
                <c:pt idx="5125">
                  <c:v>41077</c:v>
                </c:pt>
                <c:pt idx="5126">
                  <c:v>41076</c:v>
                </c:pt>
                <c:pt idx="5127">
                  <c:v>41075</c:v>
                </c:pt>
                <c:pt idx="5128">
                  <c:v>41074</c:v>
                </c:pt>
                <c:pt idx="5129">
                  <c:v>41073</c:v>
                </c:pt>
                <c:pt idx="5130">
                  <c:v>41072</c:v>
                </c:pt>
                <c:pt idx="5131">
                  <c:v>41071</c:v>
                </c:pt>
                <c:pt idx="5132">
                  <c:v>41070</c:v>
                </c:pt>
                <c:pt idx="5133">
                  <c:v>41069</c:v>
                </c:pt>
                <c:pt idx="5134">
                  <c:v>41068</c:v>
                </c:pt>
                <c:pt idx="5135">
                  <c:v>41067</c:v>
                </c:pt>
                <c:pt idx="5136">
                  <c:v>41066</c:v>
                </c:pt>
                <c:pt idx="5137">
                  <c:v>41065</c:v>
                </c:pt>
                <c:pt idx="5138">
                  <c:v>41064</c:v>
                </c:pt>
                <c:pt idx="5139">
                  <c:v>41063</c:v>
                </c:pt>
                <c:pt idx="5140">
                  <c:v>41062</c:v>
                </c:pt>
                <c:pt idx="5141">
                  <c:v>41061</c:v>
                </c:pt>
                <c:pt idx="5142">
                  <c:v>41060</c:v>
                </c:pt>
                <c:pt idx="5143">
                  <c:v>41059</c:v>
                </c:pt>
                <c:pt idx="5144">
                  <c:v>41058</c:v>
                </c:pt>
                <c:pt idx="5145">
                  <c:v>41057</c:v>
                </c:pt>
                <c:pt idx="5146">
                  <c:v>41056</c:v>
                </c:pt>
                <c:pt idx="5147">
                  <c:v>41055</c:v>
                </c:pt>
                <c:pt idx="5148">
                  <c:v>41054</c:v>
                </c:pt>
                <c:pt idx="5149">
                  <c:v>41053</c:v>
                </c:pt>
                <c:pt idx="5150">
                  <c:v>41052</c:v>
                </c:pt>
                <c:pt idx="5151">
                  <c:v>41051</c:v>
                </c:pt>
                <c:pt idx="5152">
                  <c:v>41050</c:v>
                </c:pt>
                <c:pt idx="5153">
                  <c:v>41049</c:v>
                </c:pt>
                <c:pt idx="5154">
                  <c:v>41048</c:v>
                </c:pt>
                <c:pt idx="5155">
                  <c:v>41047</c:v>
                </c:pt>
                <c:pt idx="5156">
                  <c:v>41046</c:v>
                </c:pt>
                <c:pt idx="5157">
                  <c:v>41045</c:v>
                </c:pt>
                <c:pt idx="5158">
                  <c:v>41044</c:v>
                </c:pt>
                <c:pt idx="5159">
                  <c:v>41043</c:v>
                </c:pt>
                <c:pt idx="5160">
                  <c:v>41042</c:v>
                </c:pt>
                <c:pt idx="5161">
                  <c:v>41041</c:v>
                </c:pt>
                <c:pt idx="5162">
                  <c:v>41040</c:v>
                </c:pt>
                <c:pt idx="5163">
                  <c:v>41039</c:v>
                </c:pt>
                <c:pt idx="5164">
                  <c:v>41038</c:v>
                </c:pt>
                <c:pt idx="5165">
                  <c:v>41037</c:v>
                </c:pt>
                <c:pt idx="5166">
                  <c:v>41036</c:v>
                </c:pt>
                <c:pt idx="5167">
                  <c:v>41035</c:v>
                </c:pt>
                <c:pt idx="5168">
                  <c:v>41034</c:v>
                </c:pt>
                <c:pt idx="5169">
                  <c:v>41033</c:v>
                </c:pt>
                <c:pt idx="5170">
                  <c:v>41032</c:v>
                </c:pt>
                <c:pt idx="5171">
                  <c:v>41031</c:v>
                </c:pt>
                <c:pt idx="5172">
                  <c:v>41030</c:v>
                </c:pt>
                <c:pt idx="5173">
                  <c:v>41029</c:v>
                </c:pt>
                <c:pt idx="5174">
                  <c:v>41028</c:v>
                </c:pt>
                <c:pt idx="5175">
                  <c:v>41027</c:v>
                </c:pt>
                <c:pt idx="5176">
                  <c:v>41026</c:v>
                </c:pt>
                <c:pt idx="5177">
                  <c:v>41025</c:v>
                </c:pt>
                <c:pt idx="5178">
                  <c:v>41024</c:v>
                </c:pt>
                <c:pt idx="5179">
                  <c:v>41023</c:v>
                </c:pt>
                <c:pt idx="5180">
                  <c:v>41022</c:v>
                </c:pt>
                <c:pt idx="5181">
                  <c:v>41021</c:v>
                </c:pt>
                <c:pt idx="5182">
                  <c:v>41020</c:v>
                </c:pt>
                <c:pt idx="5183">
                  <c:v>41019</c:v>
                </c:pt>
                <c:pt idx="5184">
                  <c:v>41018</c:v>
                </c:pt>
                <c:pt idx="5185">
                  <c:v>41017</c:v>
                </c:pt>
                <c:pt idx="5186">
                  <c:v>41016</c:v>
                </c:pt>
                <c:pt idx="5187">
                  <c:v>41015</c:v>
                </c:pt>
                <c:pt idx="5188">
                  <c:v>41014</c:v>
                </c:pt>
                <c:pt idx="5189">
                  <c:v>41013</c:v>
                </c:pt>
                <c:pt idx="5190">
                  <c:v>41012</c:v>
                </c:pt>
                <c:pt idx="5191">
                  <c:v>41011</c:v>
                </c:pt>
                <c:pt idx="5192">
                  <c:v>41010</c:v>
                </c:pt>
                <c:pt idx="5193">
                  <c:v>41009</c:v>
                </c:pt>
                <c:pt idx="5194">
                  <c:v>41008</c:v>
                </c:pt>
                <c:pt idx="5195">
                  <c:v>41007</c:v>
                </c:pt>
                <c:pt idx="5196">
                  <c:v>41006</c:v>
                </c:pt>
                <c:pt idx="5197">
                  <c:v>41005</c:v>
                </c:pt>
                <c:pt idx="5198">
                  <c:v>41004</c:v>
                </c:pt>
                <c:pt idx="5199">
                  <c:v>41003</c:v>
                </c:pt>
                <c:pt idx="5200">
                  <c:v>41002</c:v>
                </c:pt>
                <c:pt idx="5201">
                  <c:v>41001</c:v>
                </c:pt>
                <c:pt idx="5202">
                  <c:v>41000</c:v>
                </c:pt>
                <c:pt idx="5203">
                  <c:v>40999</c:v>
                </c:pt>
                <c:pt idx="5204">
                  <c:v>40998</c:v>
                </c:pt>
                <c:pt idx="5205">
                  <c:v>40997</c:v>
                </c:pt>
                <c:pt idx="5206">
                  <c:v>40996</c:v>
                </c:pt>
                <c:pt idx="5207">
                  <c:v>40995</c:v>
                </c:pt>
                <c:pt idx="5208">
                  <c:v>40994</c:v>
                </c:pt>
                <c:pt idx="5209">
                  <c:v>40993</c:v>
                </c:pt>
                <c:pt idx="5210">
                  <c:v>40992</c:v>
                </c:pt>
                <c:pt idx="5211">
                  <c:v>40991</c:v>
                </c:pt>
                <c:pt idx="5212">
                  <c:v>40990</c:v>
                </c:pt>
                <c:pt idx="5213">
                  <c:v>40989</c:v>
                </c:pt>
                <c:pt idx="5214">
                  <c:v>40988</c:v>
                </c:pt>
                <c:pt idx="5215">
                  <c:v>40987</c:v>
                </c:pt>
                <c:pt idx="5216">
                  <c:v>40986</c:v>
                </c:pt>
                <c:pt idx="5217">
                  <c:v>40985</c:v>
                </c:pt>
                <c:pt idx="5218">
                  <c:v>40984</c:v>
                </c:pt>
                <c:pt idx="5219">
                  <c:v>40983</c:v>
                </c:pt>
                <c:pt idx="5220">
                  <c:v>40982</c:v>
                </c:pt>
                <c:pt idx="5221">
                  <c:v>40981</c:v>
                </c:pt>
                <c:pt idx="5222">
                  <c:v>40980</c:v>
                </c:pt>
                <c:pt idx="5223">
                  <c:v>40979</c:v>
                </c:pt>
                <c:pt idx="5224">
                  <c:v>40978</c:v>
                </c:pt>
                <c:pt idx="5225">
                  <c:v>40977</c:v>
                </c:pt>
                <c:pt idx="5226">
                  <c:v>40976</c:v>
                </c:pt>
                <c:pt idx="5227">
                  <c:v>40975</c:v>
                </c:pt>
                <c:pt idx="5228">
                  <c:v>40974</c:v>
                </c:pt>
                <c:pt idx="5229">
                  <c:v>40973</c:v>
                </c:pt>
                <c:pt idx="5230">
                  <c:v>40972</c:v>
                </c:pt>
                <c:pt idx="5231">
                  <c:v>40971</c:v>
                </c:pt>
                <c:pt idx="5232">
                  <c:v>40970</c:v>
                </c:pt>
                <c:pt idx="5233">
                  <c:v>40969</c:v>
                </c:pt>
                <c:pt idx="5234">
                  <c:v>40968</c:v>
                </c:pt>
                <c:pt idx="5235">
                  <c:v>40967</c:v>
                </c:pt>
                <c:pt idx="5236">
                  <c:v>40966</c:v>
                </c:pt>
                <c:pt idx="5237">
                  <c:v>40965</c:v>
                </c:pt>
                <c:pt idx="5238">
                  <c:v>40964</c:v>
                </c:pt>
                <c:pt idx="5239">
                  <c:v>40963</c:v>
                </c:pt>
                <c:pt idx="5240">
                  <c:v>40962</c:v>
                </c:pt>
                <c:pt idx="5241">
                  <c:v>40961</c:v>
                </c:pt>
                <c:pt idx="5242">
                  <c:v>40960</c:v>
                </c:pt>
                <c:pt idx="5243">
                  <c:v>40959</c:v>
                </c:pt>
                <c:pt idx="5244">
                  <c:v>40958</c:v>
                </c:pt>
                <c:pt idx="5245">
                  <c:v>40957</c:v>
                </c:pt>
                <c:pt idx="5246">
                  <c:v>40956</c:v>
                </c:pt>
                <c:pt idx="5247">
                  <c:v>40955</c:v>
                </c:pt>
                <c:pt idx="5248">
                  <c:v>40954</c:v>
                </c:pt>
                <c:pt idx="5249">
                  <c:v>40953</c:v>
                </c:pt>
                <c:pt idx="5250">
                  <c:v>40952</c:v>
                </c:pt>
                <c:pt idx="5251">
                  <c:v>40951</c:v>
                </c:pt>
                <c:pt idx="5252">
                  <c:v>40950</c:v>
                </c:pt>
                <c:pt idx="5253">
                  <c:v>40949</c:v>
                </c:pt>
                <c:pt idx="5254">
                  <c:v>40948</c:v>
                </c:pt>
                <c:pt idx="5255">
                  <c:v>40947</c:v>
                </c:pt>
                <c:pt idx="5256">
                  <c:v>40946</c:v>
                </c:pt>
                <c:pt idx="5257">
                  <c:v>40945</c:v>
                </c:pt>
                <c:pt idx="5258">
                  <c:v>40944</c:v>
                </c:pt>
                <c:pt idx="5259">
                  <c:v>40943</c:v>
                </c:pt>
                <c:pt idx="5260">
                  <c:v>40942</c:v>
                </c:pt>
                <c:pt idx="5261">
                  <c:v>40941</c:v>
                </c:pt>
                <c:pt idx="5262">
                  <c:v>40940</c:v>
                </c:pt>
                <c:pt idx="5263">
                  <c:v>40939</c:v>
                </c:pt>
                <c:pt idx="5264">
                  <c:v>40938</c:v>
                </c:pt>
                <c:pt idx="5265">
                  <c:v>40937</c:v>
                </c:pt>
                <c:pt idx="5266">
                  <c:v>40936</c:v>
                </c:pt>
                <c:pt idx="5267">
                  <c:v>40935</c:v>
                </c:pt>
                <c:pt idx="5268">
                  <c:v>40934</c:v>
                </c:pt>
                <c:pt idx="5269">
                  <c:v>40933</c:v>
                </c:pt>
                <c:pt idx="5270">
                  <c:v>40932</c:v>
                </c:pt>
                <c:pt idx="5271">
                  <c:v>40931</c:v>
                </c:pt>
                <c:pt idx="5272">
                  <c:v>40930</c:v>
                </c:pt>
                <c:pt idx="5273">
                  <c:v>40929</c:v>
                </c:pt>
                <c:pt idx="5274">
                  <c:v>40928</c:v>
                </c:pt>
                <c:pt idx="5275">
                  <c:v>40927</c:v>
                </c:pt>
                <c:pt idx="5276">
                  <c:v>40926</c:v>
                </c:pt>
                <c:pt idx="5277">
                  <c:v>40925</c:v>
                </c:pt>
                <c:pt idx="5278">
                  <c:v>40924</c:v>
                </c:pt>
                <c:pt idx="5279">
                  <c:v>40923</c:v>
                </c:pt>
                <c:pt idx="5280">
                  <c:v>40922</c:v>
                </c:pt>
                <c:pt idx="5281">
                  <c:v>40921</c:v>
                </c:pt>
                <c:pt idx="5282">
                  <c:v>40920</c:v>
                </c:pt>
                <c:pt idx="5283">
                  <c:v>40919</c:v>
                </c:pt>
                <c:pt idx="5284">
                  <c:v>40918</c:v>
                </c:pt>
                <c:pt idx="5285">
                  <c:v>40917</c:v>
                </c:pt>
                <c:pt idx="5286">
                  <c:v>40916</c:v>
                </c:pt>
                <c:pt idx="5287">
                  <c:v>40915</c:v>
                </c:pt>
                <c:pt idx="5288">
                  <c:v>40914</c:v>
                </c:pt>
                <c:pt idx="5289">
                  <c:v>40913</c:v>
                </c:pt>
                <c:pt idx="5290">
                  <c:v>40912</c:v>
                </c:pt>
                <c:pt idx="5291">
                  <c:v>40911</c:v>
                </c:pt>
                <c:pt idx="5292">
                  <c:v>40910</c:v>
                </c:pt>
                <c:pt idx="5293">
                  <c:v>40909</c:v>
                </c:pt>
                <c:pt idx="5294">
                  <c:v>40908</c:v>
                </c:pt>
                <c:pt idx="5295">
                  <c:v>40907</c:v>
                </c:pt>
                <c:pt idx="5296">
                  <c:v>40906</c:v>
                </c:pt>
                <c:pt idx="5297">
                  <c:v>40905</c:v>
                </c:pt>
                <c:pt idx="5298">
                  <c:v>40904</c:v>
                </c:pt>
                <c:pt idx="5299">
                  <c:v>40903</c:v>
                </c:pt>
                <c:pt idx="5300">
                  <c:v>40902</c:v>
                </c:pt>
                <c:pt idx="5301">
                  <c:v>40901</c:v>
                </c:pt>
                <c:pt idx="5302">
                  <c:v>40900</c:v>
                </c:pt>
                <c:pt idx="5303">
                  <c:v>40899</c:v>
                </c:pt>
                <c:pt idx="5304">
                  <c:v>40898</c:v>
                </c:pt>
                <c:pt idx="5305">
                  <c:v>40897</c:v>
                </c:pt>
                <c:pt idx="5306">
                  <c:v>40896</c:v>
                </c:pt>
                <c:pt idx="5307">
                  <c:v>40895</c:v>
                </c:pt>
                <c:pt idx="5308">
                  <c:v>40894</c:v>
                </c:pt>
                <c:pt idx="5309">
                  <c:v>40893</c:v>
                </c:pt>
                <c:pt idx="5310">
                  <c:v>40892</c:v>
                </c:pt>
                <c:pt idx="5311">
                  <c:v>40891</c:v>
                </c:pt>
                <c:pt idx="5312">
                  <c:v>40890</c:v>
                </c:pt>
                <c:pt idx="5313">
                  <c:v>40889</c:v>
                </c:pt>
                <c:pt idx="5314">
                  <c:v>40888</c:v>
                </c:pt>
                <c:pt idx="5315">
                  <c:v>40887</c:v>
                </c:pt>
                <c:pt idx="5316">
                  <c:v>40886</c:v>
                </c:pt>
                <c:pt idx="5317">
                  <c:v>40885</c:v>
                </c:pt>
                <c:pt idx="5318">
                  <c:v>40884</c:v>
                </c:pt>
                <c:pt idx="5319">
                  <c:v>40883</c:v>
                </c:pt>
                <c:pt idx="5320">
                  <c:v>40882</c:v>
                </c:pt>
                <c:pt idx="5321">
                  <c:v>40881</c:v>
                </c:pt>
                <c:pt idx="5322">
                  <c:v>40880</c:v>
                </c:pt>
                <c:pt idx="5323">
                  <c:v>40879</c:v>
                </c:pt>
                <c:pt idx="5324">
                  <c:v>40878</c:v>
                </c:pt>
                <c:pt idx="5325">
                  <c:v>40877</c:v>
                </c:pt>
                <c:pt idx="5326">
                  <c:v>40876</c:v>
                </c:pt>
                <c:pt idx="5327">
                  <c:v>40875</c:v>
                </c:pt>
                <c:pt idx="5328">
                  <c:v>40874</c:v>
                </c:pt>
                <c:pt idx="5329">
                  <c:v>40873</c:v>
                </c:pt>
                <c:pt idx="5330">
                  <c:v>40872</c:v>
                </c:pt>
                <c:pt idx="5331">
                  <c:v>40871</c:v>
                </c:pt>
                <c:pt idx="5332">
                  <c:v>40870</c:v>
                </c:pt>
                <c:pt idx="5333">
                  <c:v>40869</c:v>
                </c:pt>
                <c:pt idx="5334">
                  <c:v>40868</c:v>
                </c:pt>
                <c:pt idx="5335">
                  <c:v>40867</c:v>
                </c:pt>
                <c:pt idx="5336">
                  <c:v>40866</c:v>
                </c:pt>
                <c:pt idx="5337">
                  <c:v>40865</c:v>
                </c:pt>
                <c:pt idx="5338">
                  <c:v>40864</c:v>
                </c:pt>
                <c:pt idx="5339">
                  <c:v>40863</c:v>
                </c:pt>
                <c:pt idx="5340">
                  <c:v>40862</c:v>
                </c:pt>
                <c:pt idx="5341">
                  <c:v>40861</c:v>
                </c:pt>
                <c:pt idx="5342">
                  <c:v>40860</c:v>
                </c:pt>
                <c:pt idx="5343">
                  <c:v>40859</c:v>
                </c:pt>
                <c:pt idx="5344">
                  <c:v>40858</c:v>
                </c:pt>
                <c:pt idx="5345">
                  <c:v>40857</c:v>
                </c:pt>
                <c:pt idx="5346">
                  <c:v>40856</c:v>
                </c:pt>
                <c:pt idx="5347">
                  <c:v>40855</c:v>
                </c:pt>
                <c:pt idx="5348">
                  <c:v>40854</c:v>
                </c:pt>
                <c:pt idx="5349">
                  <c:v>40853</c:v>
                </c:pt>
                <c:pt idx="5350">
                  <c:v>40852</c:v>
                </c:pt>
                <c:pt idx="5351">
                  <c:v>40851</c:v>
                </c:pt>
                <c:pt idx="5352">
                  <c:v>40850</c:v>
                </c:pt>
                <c:pt idx="5353">
                  <c:v>40849</c:v>
                </c:pt>
                <c:pt idx="5354">
                  <c:v>40848</c:v>
                </c:pt>
                <c:pt idx="5355">
                  <c:v>40847</c:v>
                </c:pt>
                <c:pt idx="5356">
                  <c:v>40846</c:v>
                </c:pt>
                <c:pt idx="5357">
                  <c:v>40845</c:v>
                </c:pt>
                <c:pt idx="5358">
                  <c:v>40844</c:v>
                </c:pt>
                <c:pt idx="5359">
                  <c:v>40843</c:v>
                </c:pt>
                <c:pt idx="5360">
                  <c:v>40842</c:v>
                </c:pt>
                <c:pt idx="5361">
                  <c:v>40841</c:v>
                </c:pt>
                <c:pt idx="5362">
                  <c:v>40840</c:v>
                </c:pt>
                <c:pt idx="5363">
                  <c:v>40839</c:v>
                </c:pt>
                <c:pt idx="5364">
                  <c:v>40838</c:v>
                </c:pt>
                <c:pt idx="5365">
                  <c:v>40837</c:v>
                </c:pt>
                <c:pt idx="5366">
                  <c:v>40836</c:v>
                </c:pt>
                <c:pt idx="5367">
                  <c:v>40835</c:v>
                </c:pt>
                <c:pt idx="5368">
                  <c:v>40834</c:v>
                </c:pt>
                <c:pt idx="5369">
                  <c:v>40833</c:v>
                </c:pt>
                <c:pt idx="5370">
                  <c:v>40832</c:v>
                </c:pt>
                <c:pt idx="5371">
                  <c:v>40831</c:v>
                </c:pt>
                <c:pt idx="5372">
                  <c:v>40830</c:v>
                </c:pt>
                <c:pt idx="5373">
                  <c:v>40829</c:v>
                </c:pt>
                <c:pt idx="5374">
                  <c:v>40828</c:v>
                </c:pt>
                <c:pt idx="5375">
                  <c:v>40827</c:v>
                </c:pt>
                <c:pt idx="5376">
                  <c:v>40826</c:v>
                </c:pt>
                <c:pt idx="5377">
                  <c:v>40825</c:v>
                </c:pt>
                <c:pt idx="5378">
                  <c:v>40824</c:v>
                </c:pt>
                <c:pt idx="5379">
                  <c:v>40823</c:v>
                </c:pt>
                <c:pt idx="5380">
                  <c:v>40822</c:v>
                </c:pt>
                <c:pt idx="5381">
                  <c:v>40821</c:v>
                </c:pt>
                <c:pt idx="5382">
                  <c:v>40820</c:v>
                </c:pt>
                <c:pt idx="5383">
                  <c:v>40819</c:v>
                </c:pt>
                <c:pt idx="5384">
                  <c:v>40818</c:v>
                </c:pt>
                <c:pt idx="5385">
                  <c:v>40817</c:v>
                </c:pt>
                <c:pt idx="5386">
                  <c:v>40816</c:v>
                </c:pt>
                <c:pt idx="5387">
                  <c:v>40815</c:v>
                </c:pt>
                <c:pt idx="5388">
                  <c:v>40814</c:v>
                </c:pt>
                <c:pt idx="5389">
                  <c:v>40813</c:v>
                </c:pt>
                <c:pt idx="5390">
                  <c:v>40812</c:v>
                </c:pt>
                <c:pt idx="5391">
                  <c:v>40811</c:v>
                </c:pt>
                <c:pt idx="5392">
                  <c:v>40810</c:v>
                </c:pt>
                <c:pt idx="5393">
                  <c:v>40809</c:v>
                </c:pt>
                <c:pt idx="5394">
                  <c:v>40808</c:v>
                </c:pt>
                <c:pt idx="5395">
                  <c:v>40807</c:v>
                </c:pt>
                <c:pt idx="5396">
                  <c:v>40806</c:v>
                </c:pt>
                <c:pt idx="5397">
                  <c:v>40805</c:v>
                </c:pt>
                <c:pt idx="5398">
                  <c:v>40804</c:v>
                </c:pt>
                <c:pt idx="5399">
                  <c:v>40803</c:v>
                </c:pt>
                <c:pt idx="5400">
                  <c:v>40802</c:v>
                </c:pt>
                <c:pt idx="5401">
                  <c:v>40801</c:v>
                </c:pt>
                <c:pt idx="5402">
                  <c:v>40800</c:v>
                </c:pt>
                <c:pt idx="5403">
                  <c:v>40799</c:v>
                </c:pt>
                <c:pt idx="5404">
                  <c:v>40798</c:v>
                </c:pt>
                <c:pt idx="5405">
                  <c:v>40797</c:v>
                </c:pt>
                <c:pt idx="5406">
                  <c:v>40796</c:v>
                </c:pt>
                <c:pt idx="5407">
                  <c:v>40795</c:v>
                </c:pt>
                <c:pt idx="5408">
                  <c:v>40794</c:v>
                </c:pt>
                <c:pt idx="5409">
                  <c:v>40793</c:v>
                </c:pt>
                <c:pt idx="5410">
                  <c:v>40792</c:v>
                </c:pt>
                <c:pt idx="5411">
                  <c:v>40791</c:v>
                </c:pt>
                <c:pt idx="5412">
                  <c:v>40790</c:v>
                </c:pt>
                <c:pt idx="5413">
                  <c:v>40789</c:v>
                </c:pt>
                <c:pt idx="5414">
                  <c:v>40788</c:v>
                </c:pt>
                <c:pt idx="5415">
                  <c:v>40787</c:v>
                </c:pt>
                <c:pt idx="5416">
                  <c:v>40786</c:v>
                </c:pt>
                <c:pt idx="5417">
                  <c:v>40785</c:v>
                </c:pt>
                <c:pt idx="5418">
                  <c:v>40784</c:v>
                </c:pt>
                <c:pt idx="5419">
                  <c:v>40783</c:v>
                </c:pt>
                <c:pt idx="5420">
                  <c:v>40782</c:v>
                </c:pt>
                <c:pt idx="5421">
                  <c:v>40781</c:v>
                </c:pt>
                <c:pt idx="5422">
                  <c:v>40780</c:v>
                </c:pt>
                <c:pt idx="5423">
                  <c:v>40779</c:v>
                </c:pt>
                <c:pt idx="5424">
                  <c:v>40778</c:v>
                </c:pt>
                <c:pt idx="5425">
                  <c:v>40777</c:v>
                </c:pt>
                <c:pt idx="5426">
                  <c:v>40776</c:v>
                </c:pt>
                <c:pt idx="5427">
                  <c:v>40775</c:v>
                </c:pt>
                <c:pt idx="5428">
                  <c:v>40774</c:v>
                </c:pt>
                <c:pt idx="5429">
                  <c:v>40773</c:v>
                </c:pt>
                <c:pt idx="5430">
                  <c:v>40772</c:v>
                </c:pt>
                <c:pt idx="5431">
                  <c:v>40771</c:v>
                </c:pt>
                <c:pt idx="5432">
                  <c:v>40770</c:v>
                </c:pt>
                <c:pt idx="5433">
                  <c:v>40769</c:v>
                </c:pt>
                <c:pt idx="5434">
                  <c:v>40768</c:v>
                </c:pt>
                <c:pt idx="5435">
                  <c:v>40767</c:v>
                </c:pt>
                <c:pt idx="5436">
                  <c:v>40766</c:v>
                </c:pt>
                <c:pt idx="5437">
                  <c:v>40765</c:v>
                </c:pt>
                <c:pt idx="5438">
                  <c:v>40764</c:v>
                </c:pt>
                <c:pt idx="5439">
                  <c:v>40763</c:v>
                </c:pt>
                <c:pt idx="5440">
                  <c:v>40762</c:v>
                </c:pt>
                <c:pt idx="5441">
                  <c:v>40761</c:v>
                </c:pt>
                <c:pt idx="5442">
                  <c:v>40760</c:v>
                </c:pt>
                <c:pt idx="5443">
                  <c:v>40759</c:v>
                </c:pt>
                <c:pt idx="5444">
                  <c:v>40758</c:v>
                </c:pt>
                <c:pt idx="5445">
                  <c:v>40757</c:v>
                </c:pt>
                <c:pt idx="5446">
                  <c:v>40756</c:v>
                </c:pt>
                <c:pt idx="5447">
                  <c:v>40755</c:v>
                </c:pt>
                <c:pt idx="5448">
                  <c:v>40754</c:v>
                </c:pt>
                <c:pt idx="5449">
                  <c:v>40753</c:v>
                </c:pt>
                <c:pt idx="5450">
                  <c:v>40752</c:v>
                </c:pt>
                <c:pt idx="5451">
                  <c:v>40751</c:v>
                </c:pt>
                <c:pt idx="5452">
                  <c:v>40750</c:v>
                </c:pt>
                <c:pt idx="5453">
                  <c:v>40749</c:v>
                </c:pt>
                <c:pt idx="5454">
                  <c:v>40748</c:v>
                </c:pt>
                <c:pt idx="5455">
                  <c:v>40747</c:v>
                </c:pt>
                <c:pt idx="5456">
                  <c:v>40746</c:v>
                </c:pt>
                <c:pt idx="5457">
                  <c:v>40745</c:v>
                </c:pt>
                <c:pt idx="5458">
                  <c:v>40744</c:v>
                </c:pt>
                <c:pt idx="5459">
                  <c:v>40743</c:v>
                </c:pt>
                <c:pt idx="5460">
                  <c:v>40742</c:v>
                </c:pt>
                <c:pt idx="5461">
                  <c:v>40741</c:v>
                </c:pt>
                <c:pt idx="5462">
                  <c:v>40740</c:v>
                </c:pt>
                <c:pt idx="5463">
                  <c:v>40739</c:v>
                </c:pt>
                <c:pt idx="5464">
                  <c:v>40738</c:v>
                </c:pt>
                <c:pt idx="5465">
                  <c:v>40737</c:v>
                </c:pt>
                <c:pt idx="5466">
                  <c:v>40736</c:v>
                </c:pt>
                <c:pt idx="5467">
                  <c:v>40735</c:v>
                </c:pt>
                <c:pt idx="5468">
                  <c:v>40734</c:v>
                </c:pt>
                <c:pt idx="5469">
                  <c:v>40733</c:v>
                </c:pt>
                <c:pt idx="5470">
                  <c:v>40732</c:v>
                </c:pt>
                <c:pt idx="5471">
                  <c:v>40731</c:v>
                </c:pt>
                <c:pt idx="5472">
                  <c:v>40730</c:v>
                </c:pt>
                <c:pt idx="5473">
                  <c:v>40729</c:v>
                </c:pt>
                <c:pt idx="5474">
                  <c:v>40728</c:v>
                </c:pt>
                <c:pt idx="5475">
                  <c:v>40727</c:v>
                </c:pt>
                <c:pt idx="5476">
                  <c:v>40726</c:v>
                </c:pt>
                <c:pt idx="5477">
                  <c:v>40725</c:v>
                </c:pt>
                <c:pt idx="5478">
                  <c:v>40724</c:v>
                </c:pt>
                <c:pt idx="5479">
                  <c:v>40723</c:v>
                </c:pt>
                <c:pt idx="5480">
                  <c:v>40722</c:v>
                </c:pt>
                <c:pt idx="5481">
                  <c:v>40721</c:v>
                </c:pt>
                <c:pt idx="5482">
                  <c:v>40720</c:v>
                </c:pt>
                <c:pt idx="5483">
                  <c:v>40719</c:v>
                </c:pt>
                <c:pt idx="5484">
                  <c:v>40718</c:v>
                </c:pt>
                <c:pt idx="5485">
                  <c:v>40717</c:v>
                </c:pt>
                <c:pt idx="5486">
                  <c:v>40716</c:v>
                </c:pt>
                <c:pt idx="5487">
                  <c:v>40715</c:v>
                </c:pt>
                <c:pt idx="5488">
                  <c:v>40714</c:v>
                </c:pt>
                <c:pt idx="5489">
                  <c:v>40713</c:v>
                </c:pt>
                <c:pt idx="5490">
                  <c:v>40712</c:v>
                </c:pt>
                <c:pt idx="5491">
                  <c:v>40711</c:v>
                </c:pt>
                <c:pt idx="5492">
                  <c:v>40710</c:v>
                </c:pt>
                <c:pt idx="5493">
                  <c:v>40709</c:v>
                </c:pt>
                <c:pt idx="5494">
                  <c:v>40708</c:v>
                </c:pt>
                <c:pt idx="5495">
                  <c:v>40707</c:v>
                </c:pt>
                <c:pt idx="5496">
                  <c:v>40706</c:v>
                </c:pt>
                <c:pt idx="5497">
                  <c:v>40705</c:v>
                </c:pt>
                <c:pt idx="5498">
                  <c:v>40704</c:v>
                </c:pt>
                <c:pt idx="5499">
                  <c:v>40703</c:v>
                </c:pt>
                <c:pt idx="5500">
                  <c:v>40702</c:v>
                </c:pt>
                <c:pt idx="5501">
                  <c:v>40701</c:v>
                </c:pt>
                <c:pt idx="5502">
                  <c:v>40700</c:v>
                </c:pt>
                <c:pt idx="5503">
                  <c:v>40699</c:v>
                </c:pt>
                <c:pt idx="5504">
                  <c:v>40698</c:v>
                </c:pt>
                <c:pt idx="5505">
                  <c:v>40697</c:v>
                </c:pt>
                <c:pt idx="5506">
                  <c:v>40696</c:v>
                </c:pt>
                <c:pt idx="5507">
                  <c:v>40695</c:v>
                </c:pt>
                <c:pt idx="5508">
                  <c:v>40694</c:v>
                </c:pt>
                <c:pt idx="5509">
                  <c:v>40693</c:v>
                </c:pt>
                <c:pt idx="5510">
                  <c:v>40692</c:v>
                </c:pt>
                <c:pt idx="5511">
                  <c:v>40691</c:v>
                </c:pt>
                <c:pt idx="5512">
                  <c:v>40690</c:v>
                </c:pt>
                <c:pt idx="5513">
                  <c:v>40689</c:v>
                </c:pt>
                <c:pt idx="5514">
                  <c:v>40688</c:v>
                </c:pt>
                <c:pt idx="5515">
                  <c:v>40687</c:v>
                </c:pt>
                <c:pt idx="5516">
                  <c:v>40686</c:v>
                </c:pt>
                <c:pt idx="5517">
                  <c:v>40685</c:v>
                </c:pt>
                <c:pt idx="5518">
                  <c:v>40684</c:v>
                </c:pt>
                <c:pt idx="5519">
                  <c:v>40683</c:v>
                </c:pt>
                <c:pt idx="5520">
                  <c:v>40682</c:v>
                </c:pt>
                <c:pt idx="5521">
                  <c:v>40681</c:v>
                </c:pt>
                <c:pt idx="5522">
                  <c:v>40680</c:v>
                </c:pt>
                <c:pt idx="5523">
                  <c:v>40679</c:v>
                </c:pt>
                <c:pt idx="5524">
                  <c:v>40678</c:v>
                </c:pt>
                <c:pt idx="5525">
                  <c:v>40677</c:v>
                </c:pt>
                <c:pt idx="5526">
                  <c:v>40676</c:v>
                </c:pt>
                <c:pt idx="5527">
                  <c:v>40675</c:v>
                </c:pt>
                <c:pt idx="5528">
                  <c:v>40674</c:v>
                </c:pt>
                <c:pt idx="5529">
                  <c:v>40673</c:v>
                </c:pt>
                <c:pt idx="5530">
                  <c:v>40672</c:v>
                </c:pt>
                <c:pt idx="5531">
                  <c:v>40671</c:v>
                </c:pt>
                <c:pt idx="5532">
                  <c:v>40670</c:v>
                </c:pt>
                <c:pt idx="5533">
                  <c:v>40669</c:v>
                </c:pt>
                <c:pt idx="5534">
                  <c:v>40668</c:v>
                </c:pt>
                <c:pt idx="5535">
                  <c:v>40667</c:v>
                </c:pt>
                <c:pt idx="5536">
                  <c:v>40666</c:v>
                </c:pt>
                <c:pt idx="5537">
                  <c:v>40665</c:v>
                </c:pt>
                <c:pt idx="5538">
                  <c:v>40664</c:v>
                </c:pt>
                <c:pt idx="5539">
                  <c:v>40663</c:v>
                </c:pt>
                <c:pt idx="5540">
                  <c:v>40662</c:v>
                </c:pt>
                <c:pt idx="5541">
                  <c:v>40661</c:v>
                </c:pt>
                <c:pt idx="5542">
                  <c:v>40660</c:v>
                </c:pt>
                <c:pt idx="5543">
                  <c:v>40659</c:v>
                </c:pt>
                <c:pt idx="5544">
                  <c:v>40658</c:v>
                </c:pt>
                <c:pt idx="5545">
                  <c:v>40657</c:v>
                </c:pt>
                <c:pt idx="5546">
                  <c:v>40656</c:v>
                </c:pt>
                <c:pt idx="5547">
                  <c:v>40655</c:v>
                </c:pt>
                <c:pt idx="5548">
                  <c:v>40654</c:v>
                </c:pt>
                <c:pt idx="5549">
                  <c:v>40653</c:v>
                </c:pt>
                <c:pt idx="5550">
                  <c:v>40652</c:v>
                </c:pt>
                <c:pt idx="5551">
                  <c:v>40651</c:v>
                </c:pt>
                <c:pt idx="5552">
                  <c:v>40650</c:v>
                </c:pt>
                <c:pt idx="5553">
                  <c:v>40649</c:v>
                </c:pt>
                <c:pt idx="5554">
                  <c:v>40648</c:v>
                </c:pt>
                <c:pt idx="5555">
                  <c:v>40647</c:v>
                </c:pt>
                <c:pt idx="5556">
                  <c:v>40646</c:v>
                </c:pt>
                <c:pt idx="5557">
                  <c:v>40645</c:v>
                </c:pt>
                <c:pt idx="5558">
                  <c:v>40644</c:v>
                </c:pt>
                <c:pt idx="5559">
                  <c:v>40643</c:v>
                </c:pt>
                <c:pt idx="5560">
                  <c:v>40642</c:v>
                </c:pt>
                <c:pt idx="5561">
                  <c:v>40641</c:v>
                </c:pt>
                <c:pt idx="5562">
                  <c:v>40640</c:v>
                </c:pt>
                <c:pt idx="5563">
                  <c:v>40639</c:v>
                </c:pt>
                <c:pt idx="5564">
                  <c:v>40638</c:v>
                </c:pt>
                <c:pt idx="5565">
                  <c:v>40637</c:v>
                </c:pt>
                <c:pt idx="5566">
                  <c:v>40636</c:v>
                </c:pt>
                <c:pt idx="5567">
                  <c:v>40635</c:v>
                </c:pt>
                <c:pt idx="5568">
                  <c:v>40634</c:v>
                </c:pt>
                <c:pt idx="5569">
                  <c:v>40633</c:v>
                </c:pt>
                <c:pt idx="5570">
                  <c:v>40632</c:v>
                </c:pt>
                <c:pt idx="5571">
                  <c:v>40631</c:v>
                </c:pt>
                <c:pt idx="5572">
                  <c:v>40630</c:v>
                </c:pt>
                <c:pt idx="5573">
                  <c:v>40629</c:v>
                </c:pt>
                <c:pt idx="5574">
                  <c:v>40628</c:v>
                </c:pt>
                <c:pt idx="5575">
                  <c:v>40627</c:v>
                </c:pt>
                <c:pt idx="5576">
                  <c:v>40626</c:v>
                </c:pt>
                <c:pt idx="5577">
                  <c:v>40625</c:v>
                </c:pt>
                <c:pt idx="5578">
                  <c:v>40624</c:v>
                </c:pt>
                <c:pt idx="5579">
                  <c:v>40623</c:v>
                </c:pt>
                <c:pt idx="5580">
                  <c:v>40622</c:v>
                </c:pt>
                <c:pt idx="5581">
                  <c:v>40621</c:v>
                </c:pt>
                <c:pt idx="5582">
                  <c:v>40620</c:v>
                </c:pt>
                <c:pt idx="5583">
                  <c:v>40619</c:v>
                </c:pt>
                <c:pt idx="5584">
                  <c:v>40618</c:v>
                </c:pt>
                <c:pt idx="5585">
                  <c:v>40617</c:v>
                </c:pt>
                <c:pt idx="5586">
                  <c:v>40616</c:v>
                </c:pt>
                <c:pt idx="5587">
                  <c:v>40615</c:v>
                </c:pt>
                <c:pt idx="5588">
                  <c:v>40614</c:v>
                </c:pt>
                <c:pt idx="5589">
                  <c:v>40613</c:v>
                </c:pt>
                <c:pt idx="5590">
                  <c:v>40612</c:v>
                </c:pt>
                <c:pt idx="5591">
                  <c:v>40611</c:v>
                </c:pt>
                <c:pt idx="5592">
                  <c:v>40610</c:v>
                </c:pt>
                <c:pt idx="5593">
                  <c:v>40609</c:v>
                </c:pt>
                <c:pt idx="5594">
                  <c:v>40608</c:v>
                </c:pt>
                <c:pt idx="5595">
                  <c:v>40607</c:v>
                </c:pt>
                <c:pt idx="5596">
                  <c:v>40606</c:v>
                </c:pt>
                <c:pt idx="5597">
                  <c:v>40605</c:v>
                </c:pt>
                <c:pt idx="5598">
                  <c:v>40604</c:v>
                </c:pt>
                <c:pt idx="5599">
                  <c:v>40603</c:v>
                </c:pt>
                <c:pt idx="5600">
                  <c:v>40602</c:v>
                </c:pt>
                <c:pt idx="5601">
                  <c:v>40601</c:v>
                </c:pt>
                <c:pt idx="5602">
                  <c:v>40600</c:v>
                </c:pt>
                <c:pt idx="5603">
                  <c:v>40599</c:v>
                </c:pt>
                <c:pt idx="5604">
                  <c:v>40598</c:v>
                </c:pt>
                <c:pt idx="5605">
                  <c:v>40597</c:v>
                </c:pt>
                <c:pt idx="5606">
                  <c:v>40596</c:v>
                </c:pt>
                <c:pt idx="5607">
                  <c:v>40595</c:v>
                </c:pt>
                <c:pt idx="5608">
                  <c:v>40594</c:v>
                </c:pt>
                <c:pt idx="5609">
                  <c:v>40593</c:v>
                </c:pt>
                <c:pt idx="5610">
                  <c:v>40592</c:v>
                </c:pt>
                <c:pt idx="5611">
                  <c:v>40591</c:v>
                </c:pt>
                <c:pt idx="5612">
                  <c:v>40590</c:v>
                </c:pt>
                <c:pt idx="5613">
                  <c:v>40589</c:v>
                </c:pt>
                <c:pt idx="5614">
                  <c:v>40588</c:v>
                </c:pt>
                <c:pt idx="5615">
                  <c:v>40587</c:v>
                </c:pt>
                <c:pt idx="5616">
                  <c:v>40586</c:v>
                </c:pt>
                <c:pt idx="5617">
                  <c:v>40585</c:v>
                </c:pt>
                <c:pt idx="5618">
                  <c:v>40584</c:v>
                </c:pt>
                <c:pt idx="5619">
                  <c:v>40583</c:v>
                </c:pt>
                <c:pt idx="5620">
                  <c:v>40582</c:v>
                </c:pt>
                <c:pt idx="5621">
                  <c:v>40581</c:v>
                </c:pt>
                <c:pt idx="5622">
                  <c:v>40580</c:v>
                </c:pt>
                <c:pt idx="5623">
                  <c:v>40579</c:v>
                </c:pt>
                <c:pt idx="5624">
                  <c:v>40578</c:v>
                </c:pt>
                <c:pt idx="5625">
                  <c:v>40577</c:v>
                </c:pt>
                <c:pt idx="5626">
                  <c:v>40576</c:v>
                </c:pt>
                <c:pt idx="5627">
                  <c:v>40575</c:v>
                </c:pt>
                <c:pt idx="5628">
                  <c:v>40574</c:v>
                </c:pt>
                <c:pt idx="5629">
                  <c:v>40573</c:v>
                </c:pt>
                <c:pt idx="5630">
                  <c:v>40572</c:v>
                </c:pt>
                <c:pt idx="5631">
                  <c:v>40571</c:v>
                </c:pt>
                <c:pt idx="5632">
                  <c:v>40570</c:v>
                </c:pt>
                <c:pt idx="5633">
                  <c:v>40569</c:v>
                </c:pt>
                <c:pt idx="5634">
                  <c:v>40568</c:v>
                </c:pt>
                <c:pt idx="5635">
                  <c:v>40567</c:v>
                </c:pt>
                <c:pt idx="5636">
                  <c:v>40566</c:v>
                </c:pt>
                <c:pt idx="5637">
                  <c:v>40565</c:v>
                </c:pt>
                <c:pt idx="5638">
                  <c:v>40564</c:v>
                </c:pt>
                <c:pt idx="5639">
                  <c:v>40563</c:v>
                </c:pt>
                <c:pt idx="5640">
                  <c:v>40562</c:v>
                </c:pt>
                <c:pt idx="5641">
                  <c:v>40561</c:v>
                </c:pt>
                <c:pt idx="5642">
                  <c:v>40560</c:v>
                </c:pt>
                <c:pt idx="5643">
                  <c:v>40559</c:v>
                </c:pt>
                <c:pt idx="5644">
                  <c:v>40558</c:v>
                </c:pt>
                <c:pt idx="5645">
                  <c:v>40557</c:v>
                </c:pt>
                <c:pt idx="5646">
                  <c:v>40556</c:v>
                </c:pt>
                <c:pt idx="5647">
                  <c:v>40555</c:v>
                </c:pt>
                <c:pt idx="5648">
                  <c:v>40554</c:v>
                </c:pt>
                <c:pt idx="5649">
                  <c:v>40553</c:v>
                </c:pt>
                <c:pt idx="5650">
                  <c:v>40552</c:v>
                </c:pt>
                <c:pt idx="5651">
                  <c:v>40551</c:v>
                </c:pt>
                <c:pt idx="5652">
                  <c:v>40550</c:v>
                </c:pt>
                <c:pt idx="5653">
                  <c:v>40549</c:v>
                </c:pt>
                <c:pt idx="5654">
                  <c:v>40548</c:v>
                </c:pt>
                <c:pt idx="5655">
                  <c:v>40547</c:v>
                </c:pt>
                <c:pt idx="5656">
                  <c:v>40546</c:v>
                </c:pt>
                <c:pt idx="5657">
                  <c:v>40545</c:v>
                </c:pt>
                <c:pt idx="5658">
                  <c:v>40544</c:v>
                </c:pt>
                <c:pt idx="5659">
                  <c:v>40543</c:v>
                </c:pt>
                <c:pt idx="5660">
                  <c:v>40542</c:v>
                </c:pt>
                <c:pt idx="5661">
                  <c:v>40541</c:v>
                </c:pt>
                <c:pt idx="5662">
                  <c:v>40540</c:v>
                </c:pt>
                <c:pt idx="5663">
                  <c:v>40539</c:v>
                </c:pt>
                <c:pt idx="5664">
                  <c:v>40538</c:v>
                </c:pt>
                <c:pt idx="5665">
                  <c:v>40537</c:v>
                </c:pt>
                <c:pt idx="5666">
                  <c:v>40536</c:v>
                </c:pt>
                <c:pt idx="5667">
                  <c:v>40535</c:v>
                </c:pt>
                <c:pt idx="5668">
                  <c:v>40534</c:v>
                </c:pt>
                <c:pt idx="5669">
                  <c:v>40533</c:v>
                </c:pt>
                <c:pt idx="5670">
                  <c:v>40532</c:v>
                </c:pt>
                <c:pt idx="5671">
                  <c:v>40531</c:v>
                </c:pt>
                <c:pt idx="5672">
                  <c:v>40530</c:v>
                </c:pt>
                <c:pt idx="5673">
                  <c:v>40529</c:v>
                </c:pt>
                <c:pt idx="5674">
                  <c:v>40528</c:v>
                </c:pt>
                <c:pt idx="5675">
                  <c:v>40527</c:v>
                </c:pt>
                <c:pt idx="5676">
                  <c:v>40526</c:v>
                </c:pt>
                <c:pt idx="5677">
                  <c:v>40525</c:v>
                </c:pt>
                <c:pt idx="5678">
                  <c:v>40524</c:v>
                </c:pt>
                <c:pt idx="5679">
                  <c:v>40523</c:v>
                </c:pt>
                <c:pt idx="5680">
                  <c:v>40522</c:v>
                </c:pt>
                <c:pt idx="5681">
                  <c:v>40521</c:v>
                </c:pt>
                <c:pt idx="5682">
                  <c:v>40520</c:v>
                </c:pt>
                <c:pt idx="5683">
                  <c:v>40519</c:v>
                </c:pt>
                <c:pt idx="5684">
                  <c:v>40518</c:v>
                </c:pt>
                <c:pt idx="5685">
                  <c:v>40517</c:v>
                </c:pt>
                <c:pt idx="5686">
                  <c:v>40516</c:v>
                </c:pt>
                <c:pt idx="5687">
                  <c:v>40515</c:v>
                </c:pt>
                <c:pt idx="5688">
                  <c:v>40514</c:v>
                </c:pt>
                <c:pt idx="5689">
                  <c:v>40513</c:v>
                </c:pt>
                <c:pt idx="5690">
                  <c:v>40512</c:v>
                </c:pt>
                <c:pt idx="5691">
                  <c:v>40511</c:v>
                </c:pt>
              </c:numCache>
            </c:numRef>
          </c:cat>
          <c:val>
            <c:numRef>
              <c:f>'图4-5海外利率&amp;通胀'!$B$5:$B$5696</c:f>
              <c:numCache>
                <c:formatCode>#,##0.00_ </c:formatCode>
                <c:ptCount val="5692"/>
                <c:pt idx="0">
                  <c:v>2.4</c:v>
                </c:pt>
                <c:pt idx="1">
                  <c:v>2.4</c:v>
                </c:pt>
                <c:pt idx="2">
                  <c:v>2.4</c:v>
                </c:pt>
                <c:pt idx="3">
                  <c:v>2.4</c:v>
                </c:pt>
                <c:pt idx="4">
                  <c:v>2.4</c:v>
                </c:pt>
                <c:pt idx="5">
                  <c:v>2.4</c:v>
                </c:pt>
                <c:pt idx="6">
                  <c:v>2.4</c:v>
                </c:pt>
                <c:pt idx="7">
                  <c:v>2.4</c:v>
                </c:pt>
                <c:pt idx="8">
                  <c:v>2.4</c:v>
                </c:pt>
                <c:pt idx="9">
                  <c:v>2.4</c:v>
                </c:pt>
                <c:pt idx="10">
                  <c:v>2.4</c:v>
                </c:pt>
                <c:pt idx="11">
                  <c:v>2.4</c:v>
                </c:pt>
                <c:pt idx="12">
                  <c:v>2.4</c:v>
                </c:pt>
                <c:pt idx="13">
                  <c:v>2.15</c:v>
                </c:pt>
                <c:pt idx="14">
                  <c:v>2.15</c:v>
                </c:pt>
                <c:pt idx="15">
                  <c:v>2.15</c:v>
                </c:pt>
                <c:pt idx="16">
                  <c:v>2.15</c:v>
                </c:pt>
                <c:pt idx="17">
                  <c:v>2.15</c:v>
                </c:pt>
                <c:pt idx="18">
                  <c:v>2.15</c:v>
                </c:pt>
                <c:pt idx="19">
                  <c:v>2.15</c:v>
                </c:pt>
                <c:pt idx="20">
                  <c:v>2.15</c:v>
                </c:pt>
                <c:pt idx="21">
                  <c:v>2.15</c:v>
                </c:pt>
                <c:pt idx="22">
                  <c:v>2.15</c:v>
                </c:pt>
                <c:pt idx="23">
                  <c:v>2.15</c:v>
                </c:pt>
                <c:pt idx="24">
                  <c:v>2.15</c:v>
                </c:pt>
                <c:pt idx="25">
                  <c:v>2.15</c:v>
                </c:pt>
                <c:pt idx="26">
                  <c:v>2.15</c:v>
                </c:pt>
                <c:pt idx="27">
                  <c:v>2.15</c:v>
                </c:pt>
                <c:pt idx="28">
                  <c:v>2.15</c:v>
                </c:pt>
                <c:pt idx="29">
                  <c:v>2.15</c:v>
                </c:pt>
                <c:pt idx="30">
                  <c:v>2.15</c:v>
                </c:pt>
                <c:pt idx="31">
                  <c:v>2.15</c:v>
                </c:pt>
                <c:pt idx="32">
                  <c:v>2.15</c:v>
                </c:pt>
                <c:pt idx="33">
                  <c:v>2.15</c:v>
                </c:pt>
                <c:pt idx="34">
                  <c:v>2.15</c:v>
                </c:pt>
                <c:pt idx="35">
                  <c:v>2.15</c:v>
                </c:pt>
                <c:pt idx="36">
                  <c:v>2.15</c:v>
                </c:pt>
                <c:pt idx="37">
                  <c:v>2.15</c:v>
                </c:pt>
                <c:pt idx="38">
                  <c:v>2.15</c:v>
                </c:pt>
                <c:pt idx="39">
                  <c:v>2.15</c:v>
                </c:pt>
                <c:pt idx="40">
                  <c:v>2.15</c:v>
                </c:pt>
                <c:pt idx="41">
                  <c:v>2.15</c:v>
                </c:pt>
                <c:pt idx="42">
                  <c:v>2.15</c:v>
                </c:pt>
                <c:pt idx="43">
                  <c:v>2.15</c:v>
                </c:pt>
                <c:pt idx="44">
                  <c:v>2.15</c:v>
                </c:pt>
                <c:pt idx="45">
                  <c:v>2.15</c:v>
                </c:pt>
                <c:pt idx="46">
                  <c:v>2.15</c:v>
                </c:pt>
                <c:pt idx="47">
                  <c:v>2.15</c:v>
                </c:pt>
                <c:pt idx="48">
                  <c:v>2.15</c:v>
                </c:pt>
                <c:pt idx="49">
                  <c:v>2.15</c:v>
                </c:pt>
                <c:pt idx="50">
                  <c:v>2.15</c:v>
                </c:pt>
                <c:pt idx="51">
                  <c:v>2.15</c:v>
                </c:pt>
                <c:pt idx="52">
                  <c:v>2.15</c:v>
                </c:pt>
                <c:pt idx="53">
                  <c:v>2.15</c:v>
                </c:pt>
                <c:pt idx="54">
                  <c:v>2.15</c:v>
                </c:pt>
                <c:pt idx="55">
                  <c:v>2.15</c:v>
                </c:pt>
                <c:pt idx="56">
                  <c:v>2.15</c:v>
                </c:pt>
                <c:pt idx="57">
                  <c:v>2.15</c:v>
                </c:pt>
                <c:pt idx="58">
                  <c:v>2.15</c:v>
                </c:pt>
                <c:pt idx="59">
                  <c:v>2.15</c:v>
                </c:pt>
                <c:pt idx="60">
                  <c:v>2.15</c:v>
                </c:pt>
                <c:pt idx="61">
                  <c:v>2.15</c:v>
                </c:pt>
                <c:pt idx="62">
                  <c:v>2.15</c:v>
                </c:pt>
                <c:pt idx="63">
                  <c:v>2.15</c:v>
                </c:pt>
                <c:pt idx="64">
                  <c:v>2.15</c:v>
                </c:pt>
                <c:pt idx="65">
                  <c:v>2.15</c:v>
                </c:pt>
                <c:pt idx="66">
                  <c:v>2.15</c:v>
                </c:pt>
                <c:pt idx="67">
                  <c:v>2.15</c:v>
                </c:pt>
                <c:pt idx="68">
                  <c:v>2.15</c:v>
                </c:pt>
                <c:pt idx="69">
                  <c:v>2.15</c:v>
                </c:pt>
                <c:pt idx="70">
                  <c:v>2.15</c:v>
                </c:pt>
                <c:pt idx="71">
                  <c:v>2.15</c:v>
                </c:pt>
                <c:pt idx="72">
                  <c:v>2.15</c:v>
                </c:pt>
                <c:pt idx="73">
                  <c:v>2.15</c:v>
                </c:pt>
                <c:pt idx="74">
                  <c:v>2.15</c:v>
                </c:pt>
                <c:pt idx="75">
                  <c:v>2.15</c:v>
                </c:pt>
                <c:pt idx="76">
                  <c:v>2.15</c:v>
                </c:pt>
                <c:pt idx="77">
                  <c:v>2.15</c:v>
                </c:pt>
                <c:pt idx="78">
                  <c:v>2.15</c:v>
                </c:pt>
                <c:pt idx="79">
                  <c:v>2.15</c:v>
                </c:pt>
                <c:pt idx="80">
                  <c:v>2.15</c:v>
                </c:pt>
                <c:pt idx="81">
                  <c:v>2.15</c:v>
                </c:pt>
                <c:pt idx="82">
                  <c:v>2.15</c:v>
                </c:pt>
                <c:pt idx="83">
                  <c:v>2.15</c:v>
                </c:pt>
                <c:pt idx="84">
                  <c:v>2.15</c:v>
                </c:pt>
                <c:pt idx="85">
                  <c:v>2.15</c:v>
                </c:pt>
                <c:pt idx="86">
                  <c:v>2.15</c:v>
                </c:pt>
                <c:pt idx="87">
                  <c:v>2.15</c:v>
                </c:pt>
                <c:pt idx="88">
                  <c:v>2.15</c:v>
                </c:pt>
                <c:pt idx="89">
                  <c:v>2.15</c:v>
                </c:pt>
                <c:pt idx="90">
                  <c:v>2.15</c:v>
                </c:pt>
                <c:pt idx="91">
                  <c:v>2.15</c:v>
                </c:pt>
                <c:pt idx="92">
                  <c:v>2.15</c:v>
                </c:pt>
                <c:pt idx="93">
                  <c:v>2.15</c:v>
                </c:pt>
                <c:pt idx="94">
                  <c:v>2.15</c:v>
                </c:pt>
                <c:pt idx="95">
                  <c:v>2.15</c:v>
                </c:pt>
                <c:pt idx="96">
                  <c:v>2.15</c:v>
                </c:pt>
                <c:pt idx="97">
                  <c:v>2.15</c:v>
                </c:pt>
                <c:pt idx="98">
                  <c:v>2.15</c:v>
                </c:pt>
                <c:pt idx="99">
                  <c:v>2.15</c:v>
                </c:pt>
                <c:pt idx="100">
                  <c:v>2.15</c:v>
                </c:pt>
                <c:pt idx="101">
                  <c:v>2.15</c:v>
                </c:pt>
                <c:pt idx="102">
                  <c:v>2.15</c:v>
                </c:pt>
                <c:pt idx="103">
                  <c:v>2.15</c:v>
                </c:pt>
                <c:pt idx="104">
                  <c:v>2.15</c:v>
                </c:pt>
                <c:pt idx="105">
                  <c:v>2.15</c:v>
                </c:pt>
                <c:pt idx="106">
                  <c:v>2.15</c:v>
                </c:pt>
                <c:pt idx="107">
                  <c:v>2.15</c:v>
                </c:pt>
                <c:pt idx="108">
                  <c:v>2.15</c:v>
                </c:pt>
                <c:pt idx="109">
                  <c:v>2.15</c:v>
                </c:pt>
                <c:pt idx="110">
                  <c:v>2.15</c:v>
                </c:pt>
                <c:pt idx="111">
                  <c:v>2.15</c:v>
                </c:pt>
                <c:pt idx="112">
                  <c:v>2.15</c:v>
                </c:pt>
                <c:pt idx="113">
                  <c:v>2.15</c:v>
                </c:pt>
                <c:pt idx="114">
                  <c:v>2.15</c:v>
                </c:pt>
                <c:pt idx="115">
                  <c:v>2.15</c:v>
                </c:pt>
                <c:pt idx="116">
                  <c:v>2.15</c:v>
                </c:pt>
                <c:pt idx="117">
                  <c:v>2.15</c:v>
                </c:pt>
                <c:pt idx="118">
                  <c:v>2.15</c:v>
                </c:pt>
                <c:pt idx="119">
                  <c:v>2.15</c:v>
                </c:pt>
                <c:pt idx="120">
                  <c:v>2.15</c:v>
                </c:pt>
                <c:pt idx="121">
                  <c:v>2.15</c:v>
                </c:pt>
                <c:pt idx="122">
                  <c:v>2.15</c:v>
                </c:pt>
                <c:pt idx="123">
                  <c:v>2.15</c:v>
                </c:pt>
                <c:pt idx="124">
                  <c:v>2.15</c:v>
                </c:pt>
                <c:pt idx="125">
                  <c:v>2.15</c:v>
                </c:pt>
                <c:pt idx="126">
                  <c:v>2.15</c:v>
                </c:pt>
                <c:pt idx="127">
                  <c:v>2.15</c:v>
                </c:pt>
                <c:pt idx="128">
                  <c:v>2.15</c:v>
                </c:pt>
                <c:pt idx="129">
                  <c:v>2.15</c:v>
                </c:pt>
                <c:pt idx="130">
                  <c:v>2.15</c:v>
                </c:pt>
                <c:pt idx="131">
                  <c:v>2.15</c:v>
                </c:pt>
                <c:pt idx="132">
                  <c:v>2.15</c:v>
                </c:pt>
                <c:pt idx="133">
                  <c:v>2.15</c:v>
                </c:pt>
                <c:pt idx="134">
                  <c:v>2.15</c:v>
                </c:pt>
                <c:pt idx="135">
                  <c:v>2.15</c:v>
                </c:pt>
                <c:pt idx="136">
                  <c:v>2.15</c:v>
                </c:pt>
                <c:pt idx="137">
                  <c:v>2.15</c:v>
                </c:pt>
                <c:pt idx="138">
                  <c:v>2.15</c:v>
                </c:pt>
                <c:pt idx="139">
                  <c:v>2.15</c:v>
                </c:pt>
                <c:pt idx="140">
                  <c:v>2.15</c:v>
                </c:pt>
                <c:pt idx="141">
                  <c:v>2.15</c:v>
                </c:pt>
                <c:pt idx="142">
                  <c:v>2.15</c:v>
                </c:pt>
                <c:pt idx="143">
                  <c:v>2.15</c:v>
                </c:pt>
                <c:pt idx="144">
                  <c:v>2.15</c:v>
                </c:pt>
                <c:pt idx="145">
                  <c:v>2.15</c:v>
                </c:pt>
                <c:pt idx="146">
                  <c:v>2.15</c:v>
                </c:pt>
                <c:pt idx="147">
                  <c:v>2.15</c:v>
                </c:pt>
                <c:pt idx="148">
                  <c:v>2.15</c:v>
                </c:pt>
                <c:pt idx="149">
                  <c:v>2.15</c:v>
                </c:pt>
                <c:pt idx="150">
                  <c:v>2.15</c:v>
                </c:pt>
                <c:pt idx="151">
                  <c:v>2.15</c:v>
                </c:pt>
                <c:pt idx="152">
                  <c:v>2.15</c:v>
                </c:pt>
                <c:pt idx="153">
                  <c:v>2.15</c:v>
                </c:pt>
                <c:pt idx="154">
                  <c:v>2.15</c:v>
                </c:pt>
                <c:pt idx="155">
                  <c:v>2.15</c:v>
                </c:pt>
                <c:pt idx="156">
                  <c:v>2.15</c:v>
                </c:pt>
                <c:pt idx="157">
                  <c:v>2.15</c:v>
                </c:pt>
                <c:pt idx="158">
                  <c:v>2.15</c:v>
                </c:pt>
                <c:pt idx="159">
                  <c:v>2.15</c:v>
                </c:pt>
                <c:pt idx="160">
                  <c:v>2.15</c:v>
                </c:pt>
                <c:pt idx="161">
                  <c:v>2.15</c:v>
                </c:pt>
                <c:pt idx="162">
                  <c:v>2.15</c:v>
                </c:pt>
                <c:pt idx="163">
                  <c:v>2.15</c:v>
                </c:pt>
                <c:pt idx="164">
                  <c:v>2.15</c:v>
                </c:pt>
                <c:pt idx="165">
                  <c:v>2.15</c:v>
                </c:pt>
                <c:pt idx="166">
                  <c:v>2.15</c:v>
                </c:pt>
                <c:pt idx="167">
                  <c:v>2.15</c:v>
                </c:pt>
                <c:pt idx="168">
                  <c:v>2.15</c:v>
                </c:pt>
                <c:pt idx="169">
                  <c:v>2.15</c:v>
                </c:pt>
                <c:pt idx="170">
                  <c:v>2.15</c:v>
                </c:pt>
                <c:pt idx="171">
                  <c:v>2.15</c:v>
                </c:pt>
                <c:pt idx="172">
                  <c:v>2.15</c:v>
                </c:pt>
                <c:pt idx="173">
                  <c:v>2.15</c:v>
                </c:pt>
                <c:pt idx="174">
                  <c:v>2.15</c:v>
                </c:pt>
                <c:pt idx="175">
                  <c:v>2.15</c:v>
                </c:pt>
                <c:pt idx="176">
                  <c:v>2.15</c:v>
                </c:pt>
                <c:pt idx="177">
                  <c:v>2.15</c:v>
                </c:pt>
                <c:pt idx="178">
                  <c:v>2.15</c:v>
                </c:pt>
                <c:pt idx="179">
                  <c:v>2.15</c:v>
                </c:pt>
                <c:pt idx="180">
                  <c:v>2.15</c:v>
                </c:pt>
                <c:pt idx="181">
                  <c:v>2.15</c:v>
                </c:pt>
                <c:pt idx="182">
                  <c:v>2.15</c:v>
                </c:pt>
                <c:pt idx="183">
                  <c:v>2.15</c:v>
                </c:pt>
                <c:pt idx="184">
                  <c:v>2.15</c:v>
                </c:pt>
                <c:pt idx="185">
                  <c:v>2.15</c:v>
                </c:pt>
                <c:pt idx="186">
                  <c:v>2.15</c:v>
                </c:pt>
                <c:pt idx="187">
                  <c:v>2.15</c:v>
                </c:pt>
                <c:pt idx="188">
                  <c:v>2.15</c:v>
                </c:pt>
                <c:pt idx="189">
                  <c:v>2.15</c:v>
                </c:pt>
                <c:pt idx="190">
                  <c:v>2.15</c:v>
                </c:pt>
                <c:pt idx="191">
                  <c:v>2.15</c:v>
                </c:pt>
                <c:pt idx="192">
                  <c:v>2.15</c:v>
                </c:pt>
                <c:pt idx="193">
                  <c:v>2.15</c:v>
                </c:pt>
                <c:pt idx="194">
                  <c:v>2.15</c:v>
                </c:pt>
                <c:pt idx="195">
                  <c:v>2.15</c:v>
                </c:pt>
                <c:pt idx="196">
                  <c:v>2.15</c:v>
                </c:pt>
                <c:pt idx="197">
                  <c:v>2.15</c:v>
                </c:pt>
                <c:pt idx="198">
                  <c:v>2.15</c:v>
                </c:pt>
                <c:pt idx="199">
                  <c:v>2.15</c:v>
                </c:pt>
                <c:pt idx="200">
                  <c:v>2.15</c:v>
                </c:pt>
                <c:pt idx="201">
                  <c:v>2.15</c:v>
                </c:pt>
                <c:pt idx="202">
                  <c:v>2.15</c:v>
                </c:pt>
                <c:pt idx="203">
                  <c:v>2.15</c:v>
                </c:pt>
                <c:pt idx="204">
                  <c:v>2.15</c:v>
                </c:pt>
                <c:pt idx="205">
                  <c:v>2.15</c:v>
                </c:pt>
                <c:pt idx="206">
                  <c:v>2.15</c:v>
                </c:pt>
                <c:pt idx="207">
                  <c:v>2.15</c:v>
                </c:pt>
                <c:pt idx="208">
                  <c:v>2.15</c:v>
                </c:pt>
                <c:pt idx="209">
                  <c:v>2.15</c:v>
                </c:pt>
                <c:pt idx="210">
                  <c:v>2.15</c:v>
                </c:pt>
                <c:pt idx="211">
                  <c:v>2.15</c:v>
                </c:pt>
                <c:pt idx="212">
                  <c:v>2.15</c:v>
                </c:pt>
                <c:pt idx="213">
                  <c:v>2.15</c:v>
                </c:pt>
                <c:pt idx="214">
                  <c:v>2.15</c:v>
                </c:pt>
                <c:pt idx="215">
                  <c:v>2.15</c:v>
                </c:pt>
                <c:pt idx="216">
                  <c:v>2.15</c:v>
                </c:pt>
                <c:pt idx="217">
                  <c:v>2.15</c:v>
                </c:pt>
                <c:pt idx="218">
                  <c:v>2.15</c:v>
                </c:pt>
                <c:pt idx="219">
                  <c:v>2.15</c:v>
                </c:pt>
                <c:pt idx="220">
                  <c:v>2.15</c:v>
                </c:pt>
                <c:pt idx="221">
                  <c:v>2.15</c:v>
                </c:pt>
                <c:pt idx="222">
                  <c:v>2.15</c:v>
                </c:pt>
                <c:pt idx="223">
                  <c:v>2.15</c:v>
                </c:pt>
                <c:pt idx="224">
                  <c:v>2.15</c:v>
                </c:pt>
                <c:pt idx="225">
                  <c:v>2.15</c:v>
                </c:pt>
                <c:pt idx="226">
                  <c:v>2.15</c:v>
                </c:pt>
                <c:pt idx="227">
                  <c:v>2.15</c:v>
                </c:pt>
                <c:pt idx="228">
                  <c:v>2.15</c:v>
                </c:pt>
                <c:pt idx="229">
                  <c:v>2.15</c:v>
                </c:pt>
                <c:pt idx="230">
                  <c:v>2.15</c:v>
                </c:pt>
                <c:pt idx="231">
                  <c:v>2.15</c:v>
                </c:pt>
                <c:pt idx="232">
                  <c:v>2.15</c:v>
                </c:pt>
                <c:pt idx="233">
                  <c:v>2.15</c:v>
                </c:pt>
                <c:pt idx="234">
                  <c:v>2.15</c:v>
                </c:pt>
                <c:pt idx="235">
                  <c:v>2.15</c:v>
                </c:pt>
                <c:pt idx="236">
                  <c:v>2.15</c:v>
                </c:pt>
                <c:pt idx="237">
                  <c:v>2.15</c:v>
                </c:pt>
                <c:pt idx="238">
                  <c:v>2.15</c:v>
                </c:pt>
                <c:pt idx="239">
                  <c:v>2.15</c:v>
                </c:pt>
                <c:pt idx="240">
                  <c:v>2.15</c:v>
                </c:pt>
                <c:pt idx="241">
                  <c:v>2.15</c:v>
                </c:pt>
                <c:pt idx="242">
                  <c:v>2.15</c:v>
                </c:pt>
                <c:pt idx="243">
                  <c:v>2.15</c:v>
                </c:pt>
                <c:pt idx="244">
                  <c:v>2.15</c:v>
                </c:pt>
                <c:pt idx="245">
                  <c:v>2.15</c:v>
                </c:pt>
                <c:pt idx="246">
                  <c:v>2.15</c:v>
                </c:pt>
                <c:pt idx="247">
                  <c:v>2.15</c:v>
                </c:pt>
                <c:pt idx="248">
                  <c:v>2.15</c:v>
                </c:pt>
                <c:pt idx="249">
                  <c:v>2.15</c:v>
                </c:pt>
                <c:pt idx="250">
                  <c:v>2.15</c:v>
                </c:pt>
                <c:pt idx="251">
                  <c:v>2.15</c:v>
                </c:pt>
                <c:pt idx="252">
                  <c:v>2.15</c:v>
                </c:pt>
                <c:pt idx="253">
                  <c:v>2.15</c:v>
                </c:pt>
                <c:pt idx="254">
                  <c:v>2.15</c:v>
                </c:pt>
                <c:pt idx="255">
                  <c:v>2.15</c:v>
                </c:pt>
                <c:pt idx="256">
                  <c:v>2.15</c:v>
                </c:pt>
                <c:pt idx="257">
                  <c:v>2.15</c:v>
                </c:pt>
                <c:pt idx="258">
                  <c:v>2.15</c:v>
                </c:pt>
                <c:pt idx="259">
                  <c:v>2.15</c:v>
                </c:pt>
                <c:pt idx="260">
                  <c:v>2.15</c:v>
                </c:pt>
                <c:pt idx="261">
                  <c:v>2.15</c:v>
                </c:pt>
                <c:pt idx="262">
                  <c:v>2.15</c:v>
                </c:pt>
                <c:pt idx="263">
                  <c:v>2.15</c:v>
                </c:pt>
                <c:pt idx="264">
                  <c:v>2.15</c:v>
                </c:pt>
                <c:pt idx="265">
                  <c:v>2.15</c:v>
                </c:pt>
                <c:pt idx="266">
                  <c:v>2.15</c:v>
                </c:pt>
                <c:pt idx="267">
                  <c:v>2.15</c:v>
                </c:pt>
                <c:pt idx="268">
                  <c:v>2.15</c:v>
                </c:pt>
                <c:pt idx="269">
                  <c:v>2.15</c:v>
                </c:pt>
                <c:pt idx="270">
                  <c:v>2.15</c:v>
                </c:pt>
                <c:pt idx="271">
                  <c:v>2.15</c:v>
                </c:pt>
                <c:pt idx="272">
                  <c:v>2.15</c:v>
                </c:pt>
                <c:pt idx="273">
                  <c:v>2.15</c:v>
                </c:pt>
                <c:pt idx="274">
                  <c:v>2.15</c:v>
                </c:pt>
                <c:pt idx="275">
                  <c:v>2.15</c:v>
                </c:pt>
                <c:pt idx="276">
                  <c:v>2.15</c:v>
                </c:pt>
                <c:pt idx="277">
                  <c:v>2.15</c:v>
                </c:pt>
                <c:pt idx="278">
                  <c:v>2.15</c:v>
                </c:pt>
                <c:pt idx="279">
                  <c:v>2.15</c:v>
                </c:pt>
                <c:pt idx="280">
                  <c:v>2.15</c:v>
                </c:pt>
                <c:pt idx="281">
                  <c:v>2.15</c:v>
                </c:pt>
                <c:pt idx="282">
                  <c:v>2.15</c:v>
                </c:pt>
                <c:pt idx="283">
                  <c:v>2.15</c:v>
                </c:pt>
                <c:pt idx="284">
                  <c:v>2.15</c:v>
                </c:pt>
                <c:pt idx="285">
                  <c:v>2.15</c:v>
                </c:pt>
                <c:pt idx="286">
                  <c:v>2.15</c:v>
                </c:pt>
                <c:pt idx="287">
                  <c:v>2.15</c:v>
                </c:pt>
                <c:pt idx="288">
                  <c:v>2.15</c:v>
                </c:pt>
                <c:pt idx="289">
                  <c:v>2.15</c:v>
                </c:pt>
                <c:pt idx="290">
                  <c:v>2.15</c:v>
                </c:pt>
                <c:pt idx="291">
                  <c:v>2.15</c:v>
                </c:pt>
                <c:pt idx="292">
                  <c:v>2.15</c:v>
                </c:pt>
                <c:pt idx="293">
                  <c:v>2.15</c:v>
                </c:pt>
                <c:pt idx="294">
                  <c:v>2.15</c:v>
                </c:pt>
                <c:pt idx="295">
                  <c:v>2.15</c:v>
                </c:pt>
                <c:pt idx="296">
                  <c:v>2.15</c:v>
                </c:pt>
                <c:pt idx="297">
                  <c:v>2.15</c:v>
                </c:pt>
                <c:pt idx="298">
                  <c:v>2.15</c:v>
                </c:pt>
                <c:pt idx="299">
                  <c:v>2.15</c:v>
                </c:pt>
                <c:pt idx="300">
                  <c:v>2.15</c:v>
                </c:pt>
                <c:pt idx="301">
                  <c:v>2.15</c:v>
                </c:pt>
                <c:pt idx="302">
                  <c:v>2.15</c:v>
                </c:pt>
                <c:pt idx="303">
                  <c:v>2.15</c:v>
                </c:pt>
                <c:pt idx="304">
                  <c:v>2.15</c:v>
                </c:pt>
                <c:pt idx="305">
                  <c:v>2.15</c:v>
                </c:pt>
                <c:pt idx="306">
                  <c:v>2.15</c:v>
                </c:pt>
                <c:pt idx="307">
                  <c:v>2.15</c:v>
                </c:pt>
                <c:pt idx="308">
                  <c:v>2.15</c:v>
                </c:pt>
                <c:pt idx="309">
                  <c:v>2.15</c:v>
                </c:pt>
                <c:pt idx="310">
                  <c:v>2.15</c:v>
                </c:pt>
                <c:pt idx="311">
                  <c:v>2.15</c:v>
                </c:pt>
                <c:pt idx="312">
                  <c:v>2.15</c:v>
                </c:pt>
                <c:pt idx="313">
                  <c:v>2.15</c:v>
                </c:pt>
                <c:pt idx="314">
                  <c:v>2.15</c:v>
                </c:pt>
                <c:pt idx="315">
                  <c:v>2.15</c:v>
                </c:pt>
                <c:pt idx="316">
                  <c:v>2.15</c:v>
                </c:pt>
                <c:pt idx="317">
                  <c:v>2.15</c:v>
                </c:pt>
                <c:pt idx="318">
                  <c:v>2.15</c:v>
                </c:pt>
                <c:pt idx="319">
                  <c:v>2.15</c:v>
                </c:pt>
                <c:pt idx="320">
                  <c:v>2.15</c:v>
                </c:pt>
                <c:pt idx="321">
                  <c:v>2.15</c:v>
                </c:pt>
                <c:pt idx="322">
                  <c:v>2.15</c:v>
                </c:pt>
                <c:pt idx="323">
                  <c:v>2.15</c:v>
                </c:pt>
                <c:pt idx="324">
                  <c:v>2.15</c:v>
                </c:pt>
                <c:pt idx="325">
                  <c:v>2.15</c:v>
                </c:pt>
                <c:pt idx="326">
                  <c:v>2.15</c:v>
                </c:pt>
                <c:pt idx="327">
                  <c:v>2.15</c:v>
                </c:pt>
                <c:pt idx="328">
                  <c:v>2.15</c:v>
                </c:pt>
                <c:pt idx="329">
                  <c:v>2.15</c:v>
                </c:pt>
                <c:pt idx="330">
                  <c:v>2.15</c:v>
                </c:pt>
                <c:pt idx="331">
                  <c:v>2.15</c:v>
                </c:pt>
                <c:pt idx="332">
                  <c:v>2.15</c:v>
                </c:pt>
                <c:pt idx="333">
                  <c:v>2.15</c:v>
                </c:pt>
                <c:pt idx="334">
                  <c:v>2.15</c:v>
                </c:pt>
                <c:pt idx="335">
                  <c:v>2.15</c:v>
                </c:pt>
                <c:pt idx="336">
                  <c:v>2.15</c:v>
                </c:pt>
                <c:pt idx="337">
                  <c:v>2.15</c:v>
                </c:pt>
                <c:pt idx="338">
                  <c:v>2.15</c:v>
                </c:pt>
                <c:pt idx="339">
                  <c:v>2.15</c:v>
                </c:pt>
                <c:pt idx="340">
                  <c:v>2.15</c:v>
                </c:pt>
                <c:pt idx="341">
                  <c:v>2.15</c:v>
                </c:pt>
                <c:pt idx="342">
                  <c:v>2.15</c:v>
                </c:pt>
                <c:pt idx="343">
                  <c:v>2.15</c:v>
                </c:pt>
                <c:pt idx="344">
                  <c:v>2.15</c:v>
                </c:pt>
                <c:pt idx="345">
                  <c:v>2.15</c:v>
                </c:pt>
                <c:pt idx="346">
                  <c:v>2.15</c:v>
                </c:pt>
                <c:pt idx="347">
                  <c:v>2.15</c:v>
                </c:pt>
                <c:pt idx="348">
                  <c:v>2.15</c:v>
                </c:pt>
                <c:pt idx="349">
                  <c:v>2.15</c:v>
                </c:pt>
                <c:pt idx="350">
                  <c:v>2.15</c:v>
                </c:pt>
                <c:pt idx="351">
                  <c:v>2.15</c:v>
                </c:pt>
                <c:pt idx="352">
                  <c:v>2.15</c:v>
                </c:pt>
                <c:pt idx="353">
                  <c:v>2.15</c:v>
                </c:pt>
                <c:pt idx="354">
                  <c:v>2.15</c:v>
                </c:pt>
                <c:pt idx="355">
                  <c:v>2.15</c:v>
                </c:pt>
                <c:pt idx="356">
                  <c:v>2.15</c:v>
                </c:pt>
                <c:pt idx="357">
                  <c:v>2.15</c:v>
                </c:pt>
                <c:pt idx="358">
                  <c:v>2.15</c:v>
                </c:pt>
                <c:pt idx="359">
                  <c:v>2.15</c:v>
                </c:pt>
                <c:pt idx="360">
                  <c:v>2.15</c:v>
                </c:pt>
                <c:pt idx="361">
                  <c:v>2.15</c:v>
                </c:pt>
                <c:pt idx="362">
                  <c:v>2.15</c:v>
                </c:pt>
                <c:pt idx="363">
                  <c:v>2.15</c:v>
                </c:pt>
                <c:pt idx="364">
                  <c:v>2.15</c:v>
                </c:pt>
                <c:pt idx="365">
                  <c:v>2.15</c:v>
                </c:pt>
                <c:pt idx="366">
                  <c:v>2.15</c:v>
                </c:pt>
                <c:pt idx="367">
                  <c:v>2.15</c:v>
                </c:pt>
                <c:pt idx="368">
                  <c:v>2.15</c:v>
                </c:pt>
                <c:pt idx="369">
                  <c:v>2.15</c:v>
                </c:pt>
                <c:pt idx="370">
                  <c:v>2.15</c:v>
                </c:pt>
                <c:pt idx="371">
                  <c:v>2.15</c:v>
                </c:pt>
                <c:pt idx="372">
                  <c:v>2.15</c:v>
                </c:pt>
                <c:pt idx="373">
                  <c:v>2.15</c:v>
                </c:pt>
                <c:pt idx="374">
                  <c:v>2.15</c:v>
                </c:pt>
                <c:pt idx="375">
                  <c:v>2.15</c:v>
                </c:pt>
                <c:pt idx="376">
                  <c:v>2.15</c:v>
                </c:pt>
                <c:pt idx="377">
                  <c:v>2.15</c:v>
                </c:pt>
                <c:pt idx="378">
                  <c:v>2.15</c:v>
                </c:pt>
                <c:pt idx="379">
                  <c:v>2.15</c:v>
                </c:pt>
                <c:pt idx="380">
                  <c:v>2.15</c:v>
                </c:pt>
                <c:pt idx="381">
                  <c:v>2.15</c:v>
                </c:pt>
                <c:pt idx="382">
                  <c:v>2.15</c:v>
                </c:pt>
                <c:pt idx="383">
                  <c:v>2.15</c:v>
                </c:pt>
                <c:pt idx="384">
                  <c:v>2.4</c:v>
                </c:pt>
                <c:pt idx="385">
                  <c:v>2.4</c:v>
                </c:pt>
                <c:pt idx="386">
                  <c:v>2.4</c:v>
                </c:pt>
                <c:pt idx="387">
                  <c:v>2.4</c:v>
                </c:pt>
                <c:pt idx="388">
                  <c:v>2.4</c:v>
                </c:pt>
                <c:pt idx="389">
                  <c:v>2.4</c:v>
                </c:pt>
                <c:pt idx="390">
                  <c:v>2.4</c:v>
                </c:pt>
                <c:pt idx="391">
                  <c:v>2.4</c:v>
                </c:pt>
                <c:pt idx="392">
                  <c:v>2.4</c:v>
                </c:pt>
                <c:pt idx="393">
                  <c:v>2.4</c:v>
                </c:pt>
                <c:pt idx="394">
                  <c:v>2.4</c:v>
                </c:pt>
                <c:pt idx="395">
                  <c:v>2.4</c:v>
                </c:pt>
                <c:pt idx="396">
                  <c:v>2.4</c:v>
                </c:pt>
                <c:pt idx="397">
                  <c:v>2.4</c:v>
                </c:pt>
                <c:pt idx="398">
                  <c:v>2.4</c:v>
                </c:pt>
                <c:pt idx="399">
                  <c:v>2.4</c:v>
                </c:pt>
                <c:pt idx="400">
                  <c:v>2.4</c:v>
                </c:pt>
                <c:pt idx="401">
                  <c:v>2.4</c:v>
                </c:pt>
                <c:pt idx="402">
                  <c:v>2.4</c:v>
                </c:pt>
                <c:pt idx="403">
                  <c:v>2.4</c:v>
                </c:pt>
                <c:pt idx="404">
                  <c:v>2.4</c:v>
                </c:pt>
                <c:pt idx="405">
                  <c:v>2.4</c:v>
                </c:pt>
                <c:pt idx="406">
                  <c:v>2.4</c:v>
                </c:pt>
                <c:pt idx="407">
                  <c:v>2.4</c:v>
                </c:pt>
                <c:pt idx="408">
                  <c:v>2.4</c:v>
                </c:pt>
                <c:pt idx="409">
                  <c:v>2.4</c:v>
                </c:pt>
                <c:pt idx="410">
                  <c:v>2.4</c:v>
                </c:pt>
                <c:pt idx="411">
                  <c:v>2.4</c:v>
                </c:pt>
                <c:pt idx="412">
                  <c:v>2.4</c:v>
                </c:pt>
                <c:pt idx="413">
                  <c:v>2.4</c:v>
                </c:pt>
                <c:pt idx="414">
                  <c:v>2.4</c:v>
                </c:pt>
                <c:pt idx="415">
                  <c:v>2.4</c:v>
                </c:pt>
                <c:pt idx="416">
                  <c:v>2.4</c:v>
                </c:pt>
                <c:pt idx="417">
                  <c:v>2.4</c:v>
                </c:pt>
                <c:pt idx="418">
                  <c:v>2.4</c:v>
                </c:pt>
                <c:pt idx="419">
                  <c:v>2.4</c:v>
                </c:pt>
                <c:pt idx="420">
                  <c:v>2.4</c:v>
                </c:pt>
                <c:pt idx="421">
                  <c:v>2.4</c:v>
                </c:pt>
                <c:pt idx="422">
                  <c:v>2.4</c:v>
                </c:pt>
                <c:pt idx="423">
                  <c:v>2.4</c:v>
                </c:pt>
                <c:pt idx="424">
                  <c:v>2.4</c:v>
                </c:pt>
                <c:pt idx="425">
                  <c:v>2.4</c:v>
                </c:pt>
                <c:pt idx="426">
                  <c:v>2.4</c:v>
                </c:pt>
                <c:pt idx="427">
                  <c:v>2.4</c:v>
                </c:pt>
                <c:pt idx="428">
                  <c:v>2.4</c:v>
                </c:pt>
                <c:pt idx="429">
                  <c:v>2.4</c:v>
                </c:pt>
                <c:pt idx="430">
                  <c:v>2.4</c:v>
                </c:pt>
                <c:pt idx="431">
                  <c:v>2.4</c:v>
                </c:pt>
                <c:pt idx="432">
                  <c:v>2.4</c:v>
                </c:pt>
                <c:pt idx="433">
                  <c:v>2.65</c:v>
                </c:pt>
                <c:pt idx="434">
                  <c:v>2.65</c:v>
                </c:pt>
                <c:pt idx="435">
                  <c:v>2.65</c:v>
                </c:pt>
                <c:pt idx="436">
                  <c:v>2.65</c:v>
                </c:pt>
                <c:pt idx="437">
                  <c:v>2.65</c:v>
                </c:pt>
                <c:pt idx="438">
                  <c:v>2.65</c:v>
                </c:pt>
                <c:pt idx="439">
                  <c:v>2.65</c:v>
                </c:pt>
                <c:pt idx="440">
                  <c:v>2.65</c:v>
                </c:pt>
                <c:pt idx="441">
                  <c:v>2.65</c:v>
                </c:pt>
                <c:pt idx="442">
                  <c:v>2.65</c:v>
                </c:pt>
                <c:pt idx="443">
                  <c:v>2.65</c:v>
                </c:pt>
                <c:pt idx="444">
                  <c:v>2.65</c:v>
                </c:pt>
                <c:pt idx="445">
                  <c:v>2.65</c:v>
                </c:pt>
                <c:pt idx="446">
                  <c:v>2.65</c:v>
                </c:pt>
                <c:pt idx="447">
                  <c:v>2.65</c:v>
                </c:pt>
                <c:pt idx="448">
                  <c:v>2.65</c:v>
                </c:pt>
                <c:pt idx="449">
                  <c:v>2.65</c:v>
                </c:pt>
                <c:pt idx="450">
                  <c:v>2.65</c:v>
                </c:pt>
                <c:pt idx="451">
                  <c:v>2.65</c:v>
                </c:pt>
                <c:pt idx="452">
                  <c:v>2.65</c:v>
                </c:pt>
                <c:pt idx="453">
                  <c:v>2.65</c:v>
                </c:pt>
                <c:pt idx="454">
                  <c:v>2.65</c:v>
                </c:pt>
                <c:pt idx="455">
                  <c:v>2.65</c:v>
                </c:pt>
                <c:pt idx="456">
                  <c:v>2.65</c:v>
                </c:pt>
                <c:pt idx="457">
                  <c:v>2.65</c:v>
                </c:pt>
                <c:pt idx="458">
                  <c:v>2.65</c:v>
                </c:pt>
                <c:pt idx="459">
                  <c:v>2.65</c:v>
                </c:pt>
                <c:pt idx="460">
                  <c:v>2.65</c:v>
                </c:pt>
                <c:pt idx="461">
                  <c:v>2.65</c:v>
                </c:pt>
                <c:pt idx="462">
                  <c:v>2.65</c:v>
                </c:pt>
                <c:pt idx="463">
                  <c:v>2.65</c:v>
                </c:pt>
                <c:pt idx="464">
                  <c:v>2.65</c:v>
                </c:pt>
                <c:pt idx="465">
                  <c:v>2.65</c:v>
                </c:pt>
                <c:pt idx="466">
                  <c:v>2.65</c:v>
                </c:pt>
                <c:pt idx="467">
                  <c:v>2.65</c:v>
                </c:pt>
                <c:pt idx="468">
                  <c:v>2.65</c:v>
                </c:pt>
                <c:pt idx="469">
                  <c:v>2.65</c:v>
                </c:pt>
                <c:pt idx="470">
                  <c:v>2.65</c:v>
                </c:pt>
                <c:pt idx="471">
                  <c:v>2.65</c:v>
                </c:pt>
                <c:pt idx="472">
                  <c:v>2.65</c:v>
                </c:pt>
                <c:pt idx="473">
                  <c:v>2.65</c:v>
                </c:pt>
                <c:pt idx="474">
                  <c:v>2.65</c:v>
                </c:pt>
                <c:pt idx="475">
                  <c:v>2.9</c:v>
                </c:pt>
                <c:pt idx="476">
                  <c:v>2.9</c:v>
                </c:pt>
                <c:pt idx="477">
                  <c:v>2.9</c:v>
                </c:pt>
                <c:pt idx="478">
                  <c:v>2.9</c:v>
                </c:pt>
                <c:pt idx="479">
                  <c:v>2.9</c:v>
                </c:pt>
                <c:pt idx="480">
                  <c:v>2.9</c:v>
                </c:pt>
                <c:pt idx="481">
                  <c:v>2.9</c:v>
                </c:pt>
                <c:pt idx="482">
                  <c:v>2.9</c:v>
                </c:pt>
                <c:pt idx="483">
                  <c:v>2.9</c:v>
                </c:pt>
                <c:pt idx="484">
                  <c:v>2.9</c:v>
                </c:pt>
                <c:pt idx="485">
                  <c:v>2.9</c:v>
                </c:pt>
                <c:pt idx="486">
                  <c:v>2.9</c:v>
                </c:pt>
                <c:pt idx="487">
                  <c:v>2.9</c:v>
                </c:pt>
                <c:pt idx="488">
                  <c:v>2.9</c:v>
                </c:pt>
                <c:pt idx="489">
                  <c:v>2.9</c:v>
                </c:pt>
                <c:pt idx="490">
                  <c:v>2.9</c:v>
                </c:pt>
                <c:pt idx="491">
                  <c:v>2.9</c:v>
                </c:pt>
                <c:pt idx="492">
                  <c:v>2.9</c:v>
                </c:pt>
                <c:pt idx="493">
                  <c:v>2.9</c:v>
                </c:pt>
                <c:pt idx="494">
                  <c:v>2.9</c:v>
                </c:pt>
                <c:pt idx="495">
                  <c:v>2.9</c:v>
                </c:pt>
                <c:pt idx="496">
                  <c:v>2.9</c:v>
                </c:pt>
                <c:pt idx="497">
                  <c:v>2.9</c:v>
                </c:pt>
                <c:pt idx="498">
                  <c:v>2.9</c:v>
                </c:pt>
                <c:pt idx="499">
                  <c:v>2.9</c:v>
                </c:pt>
                <c:pt idx="500">
                  <c:v>2.9</c:v>
                </c:pt>
                <c:pt idx="501">
                  <c:v>2.9</c:v>
                </c:pt>
                <c:pt idx="502">
                  <c:v>2.9</c:v>
                </c:pt>
                <c:pt idx="503">
                  <c:v>2.9</c:v>
                </c:pt>
                <c:pt idx="504">
                  <c:v>2.9</c:v>
                </c:pt>
                <c:pt idx="505">
                  <c:v>2.9</c:v>
                </c:pt>
                <c:pt idx="506">
                  <c:v>2.9</c:v>
                </c:pt>
                <c:pt idx="507">
                  <c:v>2.9</c:v>
                </c:pt>
                <c:pt idx="508">
                  <c:v>2.9</c:v>
                </c:pt>
                <c:pt idx="509">
                  <c:v>2.9</c:v>
                </c:pt>
                <c:pt idx="510">
                  <c:v>3.15</c:v>
                </c:pt>
                <c:pt idx="511">
                  <c:v>3.15</c:v>
                </c:pt>
                <c:pt idx="512">
                  <c:v>3.15</c:v>
                </c:pt>
                <c:pt idx="513">
                  <c:v>3.15</c:v>
                </c:pt>
                <c:pt idx="514">
                  <c:v>3.15</c:v>
                </c:pt>
                <c:pt idx="515">
                  <c:v>3.15</c:v>
                </c:pt>
                <c:pt idx="516">
                  <c:v>3.15</c:v>
                </c:pt>
                <c:pt idx="517">
                  <c:v>3.15</c:v>
                </c:pt>
                <c:pt idx="518">
                  <c:v>3.15</c:v>
                </c:pt>
                <c:pt idx="519">
                  <c:v>3.15</c:v>
                </c:pt>
                <c:pt idx="520">
                  <c:v>3.15</c:v>
                </c:pt>
                <c:pt idx="521">
                  <c:v>3.15</c:v>
                </c:pt>
                <c:pt idx="522">
                  <c:v>3.15</c:v>
                </c:pt>
                <c:pt idx="523">
                  <c:v>3.15</c:v>
                </c:pt>
                <c:pt idx="524">
                  <c:v>3.15</c:v>
                </c:pt>
                <c:pt idx="525">
                  <c:v>3.15</c:v>
                </c:pt>
                <c:pt idx="526">
                  <c:v>3.15</c:v>
                </c:pt>
                <c:pt idx="527">
                  <c:v>3.15</c:v>
                </c:pt>
                <c:pt idx="528">
                  <c:v>3.15</c:v>
                </c:pt>
                <c:pt idx="529">
                  <c:v>3.15</c:v>
                </c:pt>
                <c:pt idx="530">
                  <c:v>3.15</c:v>
                </c:pt>
                <c:pt idx="531">
                  <c:v>3.15</c:v>
                </c:pt>
                <c:pt idx="532">
                  <c:v>3.15</c:v>
                </c:pt>
                <c:pt idx="533">
                  <c:v>3.15</c:v>
                </c:pt>
                <c:pt idx="534">
                  <c:v>3.15</c:v>
                </c:pt>
                <c:pt idx="535">
                  <c:v>3.15</c:v>
                </c:pt>
                <c:pt idx="536">
                  <c:v>3.15</c:v>
                </c:pt>
                <c:pt idx="537">
                  <c:v>3.15</c:v>
                </c:pt>
                <c:pt idx="538">
                  <c:v>3.15</c:v>
                </c:pt>
                <c:pt idx="539">
                  <c:v>3.15</c:v>
                </c:pt>
                <c:pt idx="540">
                  <c:v>3.15</c:v>
                </c:pt>
                <c:pt idx="541">
                  <c:v>3.15</c:v>
                </c:pt>
                <c:pt idx="542">
                  <c:v>3.15</c:v>
                </c:pt>
                <c:pt idx="543">
                  <c:v>3.15</c:v>
                </c:pt>
                <c:pt idx="544">
                  <c:v>3.15</c:v>
                </c:pt>
                <c:pt idx="545">
                  <c:v>3.15</c:v>
                </c:pt>
                <c:pt idx="546">
                  <c:v>3.15</c:v>
                </c:pt>
                <c:pt idx="547">
                  <c:v>3.15</c:v>
                </c:pt>
                <c:pt idx="548">
                  <c:v>3.15</c:v>
                </c:pt>
                <c:pt idx="549">
                  <c:v>3.15</c:v>
                </c:pt>
                <c:pt idx="550">
                  <c:v>3.15</c:v>
                </c:pt>
                <c:pt idx="551">
                  <c:v>3.15</c:v>
                </c:pt>
                <c:pt idx="552">
                  <c:v>3.15</c:v>
                </c:pt>
                <c:pt idx="553">
                  <c:v>3.15</c:v>
                </c:pt>
                <c:pt idx="554">
                  <c:v>3.15</c:v>
                </c:pt>
                <c:pt idx="555">
                  <c:v>3.15</c:v>
                </c:pt>
                <c:pt idx="556">
                  <c:v>3.15</c:v>
                </c:pt>
                <c:pt idx="557">
                  <c:v>3.15</c:v>
                </c:pt>
                <c:pt idx="558">
                  <c:v>3.15</c:v>
                </c:pt>
                <c:pt idx="559">
                  <c:v>3.4</c:v>
                </c:pt>
                <c:pt idx="560">
                  <c:v>3.4</c:v>
                </c:pt>
                <c:pt idx="561">
                  <c:v>3.4</c:v>
                </c:pt>
                <c:pt idx="562">
                  <c:v>3.4</c:v>
                </c:pt>
                <c:pt idx="563">
                  <c:v>3.4</c:v>
                </c:pt>
                <c:pt idx="564">
                  <c:v>3.4</c:v>
                </c:pt>
                <c:pt idx="565">
                  <c:v>3.4</c:v>
                </c:pt>
                <c:pt idx="566">
                  <c:v>3.4</c:v>
                </c:pt>
                <c:pt idx="567">
                  <c:v>3.4</c:v>
                </c:pt>
                <c:pt idx="568">
                  <c:v>3.4</c:v>
                </c:pt>
                <c:pt idx="569">
                  <c:v>3.4</c:v>
                </c:pt>
                <c:pt idx="570">
                  <c:v>3.4</c:v>
                </c:pt>
                <c:pt idx="571">
                  <c:v>3.4</c:v>
                </c:pt>
                <c:pt idx="572">
                  <c:v>3.4</c:v>
                </c:pt>
                <c:pt idx="573">
                  <c:v>3.4</c:v>
                </c:pt>
                <c:pt idx="574">
                  <c:v>3.4</c:v>
                </c:pt>
                <c:pt idx="575">
                  <c:v>3.4</c:v>
                </c:pt>
                <c:pt idx="576">
                  <c:v>3.4</c:v>
                </c:pt>
                <c:pt idx="577">
                  <c:v>3.4</c:v>
                </c:pt>
                <c:pt idx="578">
                  <c:v>3.4</c:v>
                </c:pt>
                <c:pt idx="579">
                  <c:v>3.4</c:v>
                </c:pt>
                <c:pt idx="580">
                  <c:v>3.4</c:v>
                </c:pt>
                <c:pt idx="581">
                  <c:v>3.4</c:v>
                </c:pt>
                <c:pt idx="582">
                  <c:v>3.4</c:v>
                </c:pt>
                <c:pt idx="583">
                  <c:v>3.4</c:v>
                </c:pt>
                <c:pt idx="584">
                  <c:v>3.4</c:v>
                </c:pt>
                <c:pt idx="585">
                  <c:v>3.4</c:v>
                </c:pt>
                <c:pt idx="586">
                  <c:v>3.4</c:v>
                </c:pt>
                <c:pt idx="587">
                  <c:v>3.4</c:v>
                </c:pt>
                <c:pt idx="588">
                  <c:v>3.4</c:v>
                </c:pt>
                <c:pt idx="589">
                  <c:v>3.4</c:v>
                </c:pt>
                <c:pt idx="590">
                  <c:v>3.4</c:v>
                </c:pt>
                <c:pt idx="591">
                  <c:v>3.4</c:v>
                </c:pt>
                <c:pt idx="592">
                  <c:v>3.4</c:v>
                </c:pt>
                <c:pt idx="593">
                  <c:v>3.4</c:v>
                </c:pt>
                <c:pt idx="594">
                  <c:v>3.4</c:v>
                </c:pt>
                <c:pt idx="595">
                  <c:v>3.4</c:v>
                </c:pt>
                <c:pt idx="596">
                  <c:v>3.4</c:v>
                </c:pt>
                <c:pt idx="597">
                  <c:v>3.4</c:v>
                </c:pt>
                <c:pt idx="598">
                  <c:v>3.4</c:v>
                </c:pt>
                <c:pt idx="599">
                  <c:v>3.4</c:v>
                </c:pt>
                <c:pt idx="600">
                  <c:v>3.4</c:v>
                </c:pt>
                <c:pt idx="601">
                  <c:v>3.4</c:v>
                </c:pt>
                <c:pt idx="602">
                  <c:v>3.4</c:v>
                </c:pt>
                <c:pt idx="603">
                  <c:v>3.4</c:v>
                </c:pt>
                <c:pt idx="604">
                  <c:v>3.4</c:v>
                </c:pt>
                <c:pt idx="605">
                  <c:v>3.4</c:v>
                </c:pt>
                <c:pt idx="606">
                  <c:v>3.4</c:v>
                </c:pt>
                <c:pt idx="607">
                  <c:v>3.4</c:v>
                </c:pt>
                <c:pt idx="608">
                  <c:v>3.4</c:v>
                </c:pt>
                <c:pt idx="609">
                  <c:v>3.4</c:v>
                </c:pt>
                <c:pt idx="610">
                  <c:v>3.4</c:v>
                </c:pt>
                <c:pt idx="611">
                  <c:v>3.4</c:v>
                </c:pt>
                <c:pt idx="612">
                  <c:v>3.4</c:v>
                </c:pt>
                <c:pt idx="613">
                  <c:v>3.4</c:v>
                </c:pt>
                <c:pt idx="614">
                  <c:v>3.4</c:v>
                </c:pt>
                <c:pt idx="615">
                  <c:v>3.65</c:v>
                </c:pt>
                <c:pt idx="616">
                  <c:v>3.65</c:v>
                </c:pt>
                <c:pt idx="617">
                  <c:v>3.65</c:v>
                </c:pt>
                <c:pt idx="618">
                  <c:v>3.65</c:v>
                </c:pt>
                <c:pt idx="619">
                  <c:v>3.65</c:v>
                </c:pt>
                <c:pt idx="620">
                  <c:v>3.65</c:v>
                </c:pt>
                <c:pt idx="621">
                  <c:v>3.65</c:v>
                </c:pt>
                <c:pt idx="622">
                  <c:v>3.65</c:v>
                </c:pt>
                <c:pt idx="623">
                  <c:v>3.65</c:v>
                </c:pt>
                <c:pt idx="624">
                  <c:v>3.65</c:v>
                </c:pt>
                <c:pt idx="625">
                  <c:v>3.65</c:v>
                </c:pt>
                <c:pt idx="626">
                  <c:v>3.65</c:v>
                </c:pt>
                <c:pt idx="627">
                  <c:v>3.65</c:v>
                </c:pt>
                <c:pt idx="628">
                  <c:v>3.65</c:v>
                </c:pt>
                <c:pt idx="629">
                  <c:v>3.65</c:v>
                </c:pt>
                <c:pt idx="630">
                  <c:v>3.65</c:v>
                </c:pt>
                <c:pt idx="631">
                  <c:v>3.65</c:v>
                </c:pt>
                <c:pt idx="632">
                  <c:v>3.65</c:v>
                </c:pt>
                <c:pt idx="633">
                  <c:v>3.65</c:v>
                </c:pt>
                <c:pt idx="634">
                  <c:v>3.65</c:v>
                </c:pt>
                <c:pt idx="635">
                  <c:v>3.65</c:v>
                </c:pt>
                <c:pt idx="636">
                  <c:v>3.65</c:v>
                </c:pt>
                <c:pt idx="637">
                  <c:v>3.65</c:v>
                </c:pt>
                <c:pt idx="638">
                  <c:v>3.65</c:v>
                </c:pt>
                <c:pt idx="639">
                  <c:v>3.65</c:v>
                </c:pt>
                <c:pt idx="640">
                  <c:v>3.65</c:v>
                </c:pt>
                <c:pt idx="641">
                  <c:v>3.65</c:v>
                </c:pt>
                <c:pt idx="642">
                  <c:v>3.65</c:v>
                </c:pt>
                <c:pt idx="643">
                  <c:v>3.65</c:v>
                </c:pt>
                <c:pt idx="644">
                  <c:v>3.65</c:v>
                </c:pt>
                <c:pt idx="645">
                  <c:v>3.65</c:v>
                </c:pt>
                <c:pt idx="646">
                  <c:v>3.65</c:v>
                </c:pt>
                <c:pt idx="647">
                  <c:v>3.65</c:v>
                </c:pt>
                <c:pt idx="648">
                  <c:v>3.65</c:v>
                </c:pt>
                <c:pt idx="649">
                  <c:v>3.65</c:v>
                </c:pt>
                <c:pt idx="650">
                  <c:v>4.25</c:v>
                </c:pt>
                <c:pt idx="651">
                  <c:v>4.25</c:v>
                </c:pt>
                <c:pt idx="652">
                  <c:v>4.25</c:v>
                </c:pt>
                <c:pt idx="653">
                  <c:v>4.25</c:v>
                </c:pt>
                <c:pt idx="654">
                  <c:v>4.25</c:v>
                </c:pt>
                <c:pt idx="655">
                  <c:v>4.25</c:v>
                </c:pt>
                <c:pt idx="656">
                  <c:v>4.25</c:v>
                </c:pt>
                <c:pt idx="657">
                  <c:v>4.25</c:v>
                </c:pt>
                <c:pt idx="658">
                  <c:v>4.25</c:v>
                </c:pt>
                <c:pt idx="659">
                  <c:v>4.25</c:v>
                </c:pt>
                <c:pt idx="660">
                  <c:v>4.25</c:v>
                </c:pt>
                <c:pt idx="661">
                  <c:v>4.25</c:v>
                </c:pt>
                <c:pt idx="662">
                  <c:v>4.25</c:v>
                </c:pt>
                <c:pt idx="663">
                  <c:v>4.25</c:v>
                </c:pt>
                <c:pt idx="664">
                  <c:v>4.25</c:v>
                </c:pt>
                <c:pt idx="665">
                  <c:v>4.25</c:v>
                </c:pt>
                <c:pt idx="666">
                  <c:v>4.25</c:v>
                </c:pt>
                <c:pt idx="667">
                  <c:v>4.25</c:v>
                </c:pt>
                <c:pt idx="668">
                  <c:v>4.25</c:v>
                </c:pt>
                <c:pt idx="669">
                  <c:v>4.25</c:v>
                </c:pt>
                <c:pt idx="670">
                  <c:v>4.25</c:v>
                </c:pt>
                <c:pt idx="671">
                  <c:v>4.25</c:v>
                </c:pt>
                <c:pt idx="672">
                  <c:v>4.25</c:v>
                </c:pt>
                <c:pt idx="673">
                  <c:v>4.25</c:v>
                </c:pt>
                <c:pt idx="674">
                  <c:v>4.25</c:v>
                </c:pt>
                <c:pt idx="675">
                  <c:v>4.25</c:v>
                </c:pt>
                <c:pt idx="676">
                  <c:v>4.25</c:v>
                </c:pt>
                <c:pt idx="677">
                  <c:v>4.25</c:v>
                </c:pt>
                <c:pt idx="678">
                  <c:v>4.25</c:v>
                </c:pt>
                <c:pt idx="679">
                  <c:v>4.25</c:v>
                </c:pt>
                <c:pt idx="680">
                  <c:v>4.25</c:v>
                </c:pt>
                <c:pt idx="681">
                  <c:v>4.25</c:v>
                </c:pt>
                <c:pt idx="682">
                  <c:v>4.25</c:v>
                </c:pt>
                <c:pt idx="683">
                  <c:v>4.25</c:v>
                </c:pt>
                <c:pt idx="684">
                  <c:v>4.25</c:v>
                </c:pt>
                <c:pt idx="685">
                  <c:v>4.25</c:v>
                </c:pt>
                <c:pt idx="686">
                  <c:v>4.25</c:v>
                </c:pt>
                <c:pt idx="687">
                  <c:v>4.25</c:v>
                </c:pt>
                <c:pt idx="688">
                  <c:v>4.25</c:v>
                </c:pt>
                <c:pt idx="689">
                  <c:v>4.25</c:v>
                </c:pt>
                <c:pt idx="690">
                  <c:v>4.25</c:v>
                </c:pt>
                <c:pt idx="691">
                  <c:v>4.25</c:v>
                </c:pt>
                <c:pt idx="692">
                  <c:v>4.25</c:v>
                </c:pt>
                <c:pt idx="693">
                  <c:v>4.25</c:v>
                </c:pt>
                <c:pt idx="694">
                  <c:v>4.25</c:v>
                </c:pt>
                <c:pt idx="695">
                  <c:v>4.25</c:v>
                </c:pt>
                <c:pt idx="696">
                  <c:v>4.25</c:v>
                </c:pt>
                <c:pt idx="697">
                  <c:v>4.25</c:v>
                </c:pt>
                <c:pt idx="698">
                  <c:v>4.25</c:v>
                </c:pt>
                <c:pt idx="699">
                  <c:v>4.25</c:v>
                </c:pt>
                <c:pt idx="700">
                  <c:v>4.25</c:v>
                </c:pt>
                <c:pt idx="701">
                  <c:v>4.25</c:v>
                </c:pt>
                <c:pt idx="702">
                  <c:v>4.25</c:v>
                </c:pt>
                <c:pt idx="703">
                  <c:v>4.25</c:v>
                </c:pt>
                <c:pt idx="704">
                  <c:v>4.25</c:v>
                </c:pt>
                <c:pt idx="705">
                  <c:v>4.25</c:v>
                </c:pt>
                <c:pt idx="706">
                  <c:v>4.25</c:v>
                </c:pt>
                <c:pt idx="707">
                  <c:v>4.25</c:v>
                </c:pt>
                <c:pt idx="708">
                  <c:v>4.25</c:v>
                </c:pt>
                <c:pt idx="709">
                  <c:v>4.25</c:v>
                </c:pt>
                <c:pt idx="710">
                  <c:v>4.25</c:v>
                </c:pt>
                <c:pt idx="711">
                  <c:v>4.25</c:v>
                </c:pt>
                <c:pt idx="712">
                  <c:v>4.25</c:v>
                </c:pt>
                <c:pt idx="713">
                  <c:v>4.25</c:v>
                </c:pt>
                <c:pt idx="714">
                  <c:v>4.25</c:v>
                </c:pt>
                <c:pt idx="715">
                  <c:v>4.25</c:v>
                </c:pt>
                <c:pt idx="716">
                  <c:v>4.25</c:v>
                </c:pt>
                <c:pt idx="717">
                  <c:v>4.25</c:v>
                </c:pt>
                <c:pt idx="718">
                  <c:v>4.25</c:v>
                </c:pt>
                <c:pt idx="719">
                  <c:v>4.25</c:v>
                </c:pt>
                <c:pt idx="720">
                  <c:v>4.25</c:v>
                </c:pt>
                <c:pt idx="721">
                  <c:v>4.25</c:v>
                </c:pt>
                <c:pt idx="722">
                  <c:v>4.25</c:v>
                </c:pt>
                <c:pt idx="723">
                  <c:v>4.25</c:v>
                </c:pt>
                <c:pt idx="724">
                  <c:v>4.25</c:v>
                </c:pt>
                <c:pt idx="725">
                  <c:v>4.25</c:v>
                </c:pt>
                <c:pt idx="726">
                  <c:v>4.25</c:v>
                </c:pt>
                <c:pt idx="727">
                  <c:v>4.25</c:v>
                </c:pt>
                <c:pt idx="728">
                  <c:v>4.25</c:v>
                </c:pt>
                <c:pt idx="729">
                  <c:v>4.25</c:v>
                </c:pt>
                <c:pt idx="730">
                  <c:v>4.25</c:v>
                </c:pt>
                <c:pt idx="731">
                  <c:v>4.25</c:v>
                </c:pt>
                <c:pt idx="732">
                  <c:v>4.25</c:v>
                </c:pt>
                <c:pt idx="733">
                  <c:v>4.25</c:v>
                </c:pt>
                <c:pt idx="734">
                  <c:v>4.25</c:v>
                </c:pt>
                <c:pt idx="735">
                  <c:v>4.25</c:v>
                </c:pt>
                <c:pt idx="736">
                  <c:v>4.25</c:v>
                </c:pt>
                <c:pt idx="737">
                  <c:v>4.25</c:v>
                </c:pt>
                <c:pt idx="738">
                  <c:v>4.25</c:v>
                </c:pt>
                <c:pt idx="739">
                  <c:v>4.25</c:v>
                </c:pt>
                <c:pt idx="740">
                  <c:v>4.25</c:v>
                </c:pt>
                <c:pt idx="741">
                  <c:v>4.25</c:v>
                </c:pt>
                <c:pt idx="742">
                  <c:v>4.25</c:v>
                </c:pt>
                <c:pt idx="743">
                  <c:v>4.25</c:v>
                </c:pt>
                <c:pt idx="744">
                  <c:v>4.25</c:v>
                </c:pt>
                <c:pt idx="745">
                  <c:v>4.25</c:v>
                </c:pt>
                <c:pt idx="746">
                  <c:v>4.25</c:v>
                </c:pt>
                <c:pt idx="747">
                  <c:v>4.25</c:v>
                </c:pt>
                <c:pt idx="748">
                  <c:v>4.5</c:v>
                </c:pt>
                <c:pt idx="749">
                  <c:v>4.5</c:v>
                </c:pt>
                <c:pt idx="750">
                  <c:v>4.5</c:v>
                </c:pt>
                <c:pt idx="751">
                  <c:v>4.5</c:v>
                </c:pt>
                <c:pt idx="752">
                  <c:v>4.5</c:v>
                </c:pt>
                <c:pt idx="753">
                  <c:v>4.5</c:v>
                </c:pt>
                <c:pt idx="754">
                  <c:v>4.5</c:v>
                </c:pt>
                <c:pt idx="755">
                  <c:v>4.5</c:v>
                </c:pt>
                <c:pt idx="756">
                  <c:v>4.5</c:v>
                </c:pt>
                <c:pt idx="757">
                  <c:v>4.5</c:v>
                </c:pt>
                <c:pt idx="758">
                  <c:v>4.5</c:v>
                </c:pt>
                <c:pt idx="759">
                  <c:v>4.5</c:v>
                </c:pt>
                <c:pt idx="760">
                  <c:v>4.5</c:v>
                </c:pt>
                <c:pt idx="761">
                  <c:v>4.5</c:v>
                </c:pt>
                <c:pt idx="762">
                  <c:v>4.5</c:v>
                </c:pt>
                <c:pt idx="763">
                  <c:v>4.5</c:v>
                </c:pt>
                <c:pt idx="764">
                  <c:v>4.5</c:v>
                </c:pt>
                <c:pt idx="765">
                  <c:v>4.5</c:v>
                </c:pt>
                <c:pt idx="766">
                  <c:v>4.5</c:v>
                </c:pt>
                <c:pt idx="767">
                  <c:v>4.5</c:v>
                </c:pt>
                <c:pt idx="768">
                  <c:v>4.5</c:v>
                </c:pt>
                <c:pt idx="769">
                  <c:v>4.5</c:v>
                </c:pt>
                <c:pt idx="770">
                  <c:v>4.5</c:v>
                </c:pt>
                <c:pt idx="771">
                  <c:v>4.5</c:v>
                </c:pt>
                <c:pt idx="772">
                  <c:v>4.5</c:v>
                </c:pt>
                <c:pt idx="773">
                  <c:v>4.5</c:v>
                </c:pt>
                <c:pt idx="774">
                  <c:v>4.5</c:v>
                </c:pt>
                <c:pt idx="775">
                  <c:v>4.5</c:v>
                </c:pt>
                <c:pt idx="776">
                  <c:v>4.5</c:v>
                </c:pt>
                <c:pt idx="777">
                  <c:v>4.5</c:v>
                </c:pt>
                <c:pt idx="778">
                  <c:v>4.5</c:v>
                </c:pt>
                <c:pt idx="779">
                  <c:v>4.5</c:v>
                </c:pt>
                <c:pt idx="780">
                  <c:v>4.5</c:v>
                </c:pt>
                <c:pt idx="781">
                  <c:v>4.5</c:v>
                </c:pt>
                <c:pt idx="782">
                  <c:v>4.5</c:v>
                </c:pt>
                <c:pt idx="783">
                  <c:v>4.5</c:v>
                </c:pt>
                <c:pt idx="784">
                  <c:v>4.5</c:v>
                </c:pt>
                <c:pt idx="785">
                  <c:v>4.5</c:v>
                </c:pt>
                <c:pt idx="786">
                  <c:v>4.5</c:v>
                </c:pt>
                <c:pt idx="787">
                  <c:v>4.5</c:v>
                </c:pt>
                <c:pt idx="788">
                  <c:v>4.5</c:v>
                </c:pt>
                <c:pt idx="789">
                  <c:v>4.5</c:v>
                </c:pt>
                <c:pt idx="790">
                  <c:v>4.5</c:v>
                </c:pt>
                <c:pt idx="791">
                  <c:v>4.5</c:v>
                </c:pt>
                <c:pt idx="792">
                  <c:v>4.5</c:v>
                </c:pt>
                <c:pt idx="793">
                  <c:v>4.5</c:v>
                </c:pt>
                <c:pt idx="794">
                  <c:v>4.5</c:v>
                </c:pt>
                <c:pt idx="795">
                  <c:v>4.5</c:v>
                </c:pt>
                <c:pt idx="796">
                  <c:v>4.5</c:v>
                </c:pt>
                <c:pt idx="797">
                  <c:v>4.5</c:v>
                </c:pt>
                <c:pt idx="798">
                  <c:v>4.5</c:v>
                </c:pt>
                <c:pt idx="799">
                  <c:v>4.5</c:v>
                </c:pt>
                <c:pt idx="800">
                  <c:v>4.5</c:v>
                </c:pt>
                <c:pt idx="801">
                  <c:v>4.5</c:v>
                </c:pt>
                <c:pt idx="802">
                  <c:v>4.5</c:v>
                </c:pt>
                <c:pt idx="803">
                  <c:v>4.5</c:v>
                </c:pt>
                <c:pt idx="804">
                  <c:v>4.5</c:v>
                </c:pt>
                <c:pt idx="805">
                  <c:v>4.5</c:v>
                </c:pt>
                <c:pt idx="806">
                  <c:v>4.5</c:v>
                </c:pt>
                <c:pt idx="807">
                  <c:v>4.5</c:v>
                </c:pt>
                <c:pt idx="808">
                  <c:v>4.5</c:v>
                </c:pt>
                <c:pt idx="809">
                  <c:v>4.5</c:v>
                </c:pt>
                <c:pt idx="810">
                  <c:v>4.5</c:v>
                </c:pt>
                <c:pt idx="811">
                  <c:v>4.5</c:v>
                </c:pt>
                <c:pt idx="812">
                  <c:v>4.5</c:v>
                </c:pt>
                <c:pt idx="813">
                  <c:v>4.5</c:v>
                </c:pt>
                <c:pt idx="814">
                  <c:v>4.5</c:v>
                </c:pt>
                <c:pt idx="815">
                  <c:v>4.5</c:v>
                </c:pt>
                <c:pt idx="816">
                  <c:v>4.5</c:v>
                </c:pt>
                <c:pt idx="817">
                  <c:v>4.5</c:v>
                </c:pt>
                <c:pt idx="818">
                  <c:v>4.5</c:v>
                </c:pt>
                <c:pt idx="819">
                  <c:v>4.5</c:v>
                </c:pt>
                <c:pt idx="820">
                  <c:v>4.5</c:v>
                </c:pt>
                <c:pt idx="821">
                  <c:v>4.5</c:v>
                </c:pt>
                <c:pt idx="822">
                  <c:v>4.5</c:v>
                </c:pt>
                <c:pt idx="823">
                  <c:v>4.5</c:v>
                </c:pt>
                <c:pt idx="824">
                  <c:v>4.5</c:v>
                </c:pt>
                <c:pt idx="825">
                  <c:v>4.5</c:v>
                </c:pt>
                <c:pt idx="826">
                  <c:v>4.5</c:v>
                </c:pt>
                <c:pt idx="827">
                  <c:v>4.5</c:v>
                </c:pt>
                <c:pt idx="828">
                  <c:v>4.5</c:v>
                </c:pt>
                <c:pt idx="829">
                  <c:v>4.5</c:v>
                </c:pt>
                <c:pt idx="830">
                  <c:v>4.5</c:v>
                </c:pt>
                <c:pt idx="831">
                  <c:v>4.5</c:v>
                </c:pt>
                <c:pt idx="832">
                  <c:v>4.5</c:v>
                </c:pt>
                <c:pt idx="833">
                  <c:v>4.5</c:v>
                </c:pt>
                <c:pt idx="834">
                  <c:v>4.5</c:v>
                </c:pt>
                <c:pt idx="835">
                  <c:v>4.5</c:v>
                </c:pt>
                <c:pt idx="836">
                  <c:v>4.5</c:v>
                </c:pt>
                <c:pt idx="837">
                  <c:v>4.5</c:v>
                </c:pt>
                <c:pt idx="838">
                  <c:v>4.5</c:v>
                </c:pt>
                <c:pt idx="839">
                  <c:v>4.5</c:v>
                </c:pt>
                <c:pt idx="840">
                  <c:v>4.5</c:v>
                </c:pt>
                <c:pt idx="841">
                  <c:v>4.5</c:v>
                </c:pt>
                <c:pt idx="842">
                  <c:v>4.5</c:v>
                </c:pt>
                <c:pt idx="843">
                  <c:v>4.5</c:v>
                </c:pt>
                <c:pt idx="844">
                  <c:v>4.5</c:v>
                </c:pt>
                <c:pt idx="845">
                  <c:v>4.5</c:v>
                </c:pt>
                <c:pt idx="846">
                  <c:v>4.5</c:v>
                </c:pt>
                <c:pt idx="847">
                  <c:v>4.5</c:v>
                </c:pt>
                <c:pt idx="848">
                  <c:v>4.5</c:v>
                </c:pt>
                <c:pt idx="849">
                  <c:v>4.5</c:v>
                </c:pt>
                <c:pt idx="850">
                  <c:v>4.5</c:v>
                </c:pt>
                <c:pt idx="851">
                  <c:v>4.5</c:v>
                </c:pt>
                <c:pt idx="852">
                  <c:v>4.5</c:v>
                </c:pt>
                <c:pt idx="853">
                  <c:v>4.5</c:v>
                </c:pt>
                <c:pt idx="854">
                  <c:v>4.5</c:v>
                </c:pt>
                <c:pt idx="855">
                  <c:v>4.5</c:v>
                </c:pt>
                <c:pt idx="856">
                  <c:v>4.5</c:v>
                </c:pt>
                <c:pt idx="857">
                  <c:v>4.5</c:v>
                </c:pt>
                <c:pt idx="858">
                  <c:v>4.5</c:v>
                </c:pt>
                <c:pt idx="859">
                  <c:v>4.5</c:v>
                </c:pt>
                <c:pt idx="860">
                  <c:v>4.5</c:v>
                </c:pt>
                <c:pt idx="861">
                  <c:v>4.5</c:v>
                </c:pt>
                <c:pt idx="862">
                  <c:v>4.5</c:v>
                </c:pt>
                <c:pt idx="863">
                  <c:v>4.5</c:v>
                </c:pt>
                <c:pt idx="864">
                  <c:v>4.5</c:v>
                </c:pt>
                <c:pt idx="865">
                  <c:v>4.5</c:v>
                </c:pt>
                <c:pt idx="866">
                  <c:v>4.5</c:v>
                </c:pt>
                <c:pt idx="867">
                  <c:v>4.5</c:v>
                </c:pt>
                <c:pt idx="868">
                  <c:v>4.5</c:v>
                </c:pt>
                <c:pt idx="869">
                  <c:v>4.5</c:v>
                </c:pt>
                <c:pt idx="870">
                  <c:v>4.5</c:v>
                </c:pt>
                <c:pt idx="871">
                  <c:v>4.5</c:v>
                </c:pt>
                <c:pt idx="872">
                  <c:v>4.5</c:v>
                </c:pt>
                <c:pt idx="873">
                  <c:v>4.5</c:v>
                </c:pt>
                <c:pt idx="874">
                  <c:v>4.5</c:v>
                </c:pt>
                <c:pt idx="875">
                  <c:v>4.5</c:v>
                </c:pt>
                <c:pt idx="876">
                  <c:v>4.5</c:v>
                </c:pt>
                <c:pt idx="877">
                  <c:v>4.5</c:v>
                </c:pt>
                <c:pt idx="878">
                  <c:v>4.5</c:v>
                </c:pt>
                <c:pt idx="879">
                  <c:v>4.5</c:v>
                </c:pt>
                <c:pt idx="880">
                  <c:v>4.5</c:v>
                </c:pt>
                <c:pt idx="881">
                  <c:v>4.5</c:v>
                </c:pt>
                <c:pt idx="882">
                  <c:v>4.5</c:v>
                </c:pt>
                <c:pt idx="883">
                  <c:v>4.5</c:v>
                </c:pt>
                <c:pt idx="884">
                  <c:v>4.5</c:v>
                </c:pt>
                <c:pt idx="885">
                  <c:v>4.5</c:v>
                </c:pt>
                <c:pt idx="886">
                  <c:v>4.5</c:v>
                </c:pt>
                <c:pt idx="887">
                  <c:v>4.5</c:v>
                </c:pt>
                <c:pt idx="888">
                  <c:v>4.5</c:v>
                </c:pt>
                <c:pt idx="889">
                  <c:v>4.5</c:v>
                </c:pt>
                <c:pt idx="890">
                  <c:v>4.5</c:v>
                </c:pt>
                <c:pt idx="891">
                  <c:v>4.5</c:v>
                </c:pt>
                <c:pt idx="892">
                  <c:v>4.5</c:v>
                </c:pt>
                <c:pt idx="893">
                  <c:v>4.5</c:v>
                </c:pt>
                <c:pt idx="894">
                  <c:v>4.5</c:v>
                </c:pt>
                <c:pt idx="895">
                  <c:v>4.5</c:v>
                </c:pt>
                <c:pt idx="896">
                  <c:v>4.5</c:v>
                </c:pt>
                <c:pt idx="897">
                  <c:v>4.5</c:v>
                </c:pt>
                <c:pt idx="898">
                  <c:v>4.5</c:v>
                </c:pt>
                <c:pt idx="899">
                  <c:v>4.5</c:v>
                </c:pt>
                <c:pt idx="900">
                  <c:v>4.5</c:v>
                </c:pt>
                <c:pt idx="901">
                  <c:v>4.5</c:v>
                </c:pt>
                <c:pt idx="902">
                  <c:v>4.5</c:v>
                </c:pt>
                <c:pt idx="903">
                  <c:v>4.5</c:v>
                </c:pt>
                <c:pt idx="904">
                  <c:v>4.5</c:v>
                </c:pt>
                <c:pt idx="905">
                  <c:v>4.5</c:v>
                </c:pt>
                <c:pt idx="906">
                  <c:v>4.5</c:v>
                </c:pt>
                <c:pt idx="907">
                  <c:v>4.5</c:v>
                </c:pt>
                <c:pt idx="908">
                  <c:v>4.5</c:v>
                </c:pt>
                <c:pt idx="909">
                  <c:v>4.5</c:v>
                </c:pt>
                <c:pt idx="910">
                  <c:v>4.5</c:v>
                </c:pt>
                <c:pt idx="911">
                  <c:v>4.5</c:v>
                </c:pt>
                <c:pt idx="912">
                  <c:v>4.5</c:v>
                </c:pt>
                <c:pt idx="913">
                  <c:v>4.5</c:v>
                </c:pt>
                <c:pt idx="914">
                  <c:v>4.5</c:v>
                </c:pt>
                <c:pt idx="915">
                  <c:v>4.5</c:v>
                </c:pt>
                <c:pt idx="916">
                  <c:v>4.5</c:v>
                </c:pt>
                <c:pt idx="917">
                  <c:v>4.5</c:v>
                </c:pt>
                <c:pt idx="918">
                  <c:v>4.5</c:v>
                </c:pt>
                <c:pt idx="919">
                  <c:v>4.5</c:v>
                </c:pt>
                <c:pt idx="920">
                  <c:v>4.5</c:v>
                </c:pt>
                <c:pt idx="921">
                  <c:v>4.5</c:v>
                </c:pt>
                <c:pt idx="922">
                  <c:v>4.5</c:v>
                </c:pt>
                <c:pt idx="923">
                  <c:v>4.5</c:v>
                </c:pt>
                <c:pt idx="924">
                  <c:v>4.5</c:v>
                </c:pt>
                <c:pt idx="925">
                  <c:v>4.5</c:v>
                </c:pt>
                <c:pt idx="926">
                  <c:v>4.5</c:v>
                </c:pt>
                <c:pt idx="927">
                  <c:v>4.5</c:v>
                </c:pt>
                <c:pt idx="928">
                  <c:v>4.5</c:v>
                </c:pt>
                <c:pt idx="929">
                  <c:v>4.5</c:v>
                </c:pt>
                <c:pt idx="930">
                  <c:v>4.5</c:v>
                </c:pt>
                <c:pt idx="931">
                  <c:v>4.5</c:v>
                </c:pt>
                <c:pt idx="932">
                  <c:v>4.5</c:v>
                </c:pt>
                <c:pt idx="933">
                  <c:v>4.5</c:v>
                </c:pt>
                <c:pt idx="934">
                  <c:v>4.5</c:v>
                </c:pt>
                <c:pt idx="935">
                  <c:v>4.5</c:v>
                </c:pt>
                <c:pt idx="936">
                  <c:v>4.5</c:v>
                </c:pt>
                <c:pt idx="937">
                  <c:v>4.5</c:v>
                </c:pt>
                <c:pt idx="938">
                  <c:v>4.5</c:v>
                </c:pt>
                <c:pt idx="939">
                  <c:v>4.5</c:v>
                </c:pt>
                <c:pt idx="940">
                  <c:v>4.5</c:v>
                </c:pt>
                <c:pt idx="941">
                  <c:v>4.5</c:v>
                </c:pt>
                <c:pt idx="942">
                  <c:v>4.5</c:v>
                </c:pt>
                <c:pt idx="943">
                  <c:v>4.5</c:v>
                </c:pt>
                <c:pt idx="944">
                  <c:v>4.5</c:v>
                </c:pt>
                <c:pt idx="945">
                  <c:v>4.5</c:v>
                </c:pt>
                <c:pt idx="946">
                  <c:v>4.5</c:v>
                </c:pt>
                <c:pt idx="947">
                  <c:v>4.5</c:v>
                </c:pt>
                <c:pt idx="948">
                  <c:v>4.5</c:v>
                </c:pt>
                <c:pt idx="949">
                  <c:v>4.5</c:v>
                </c:pt>
                <c:pt idx="950">
                  <c:v>4.5</c:v>
                </c:pt>
                <c:pt idx="951">
                  <c:v>4.5</c:v>
                </c:pt>
                <c:pt idx="952">
                  <c:v>4.5</c:v>
                </c:pt>
                <c:pt idx="953">
                  <c:v>4.5</c:v>
                </c:pt>
                <c:pt idx="954">
                  <c:v>4.5</c:v>
                </c:pt>
                <c:pt idx="955">
                  <c:v>4.5</c:v>
                </c:pt>
                <c:pt idx="956">
                  <c:v>4.5</c:v>
                </c:pt>
                <c:pt idx="957">
                  <c:v>4.5</c:v>
                </c:pt>
                <c:pt idx="958">
                  <c:v>4.5</c:v>
                </c:pt>
                <c:pt idx="959">
                  <c:v>4.5</c:v>
                </c:pt>
                <c:pt idx="960">
                  <c:v>4.5</c:v>
                </c:pt>
                <c:pt idx="961">
                  <c:v>4.5</c:v>
                </c:pt>
                <c:pt idx="962">
                  <c:v>4.5</c:v>
                </c:pt>
                <c:pt idx="963">
                  <c:v>4.5</c:v>
                </c:pt>
                <c:pt idx="964">
                  <c:v>4.5</c:v>
                </c:pt>
                <c:pt idx="965">
                  <c:v>4.5</c:v>
                </c:pt>
                <c:pt idx="966">
                  <c:v>4.5</c:v>
                </c:pt>
                <c:pt idx="967">
                  <c:v>4.5</c:v>
                </c:pt>
                <c:pt idx="968">
                  <c:v>4.5</c:v>
                </c:pt>
                <c:pt idx="969">
                  <c:v>4.5</c:v>
                </c:pt>
                <c:pt idx="970">
                  <c:v>4.5</c:v>
                </c:pt>
                <c:pt idx="971">
                  <c:v>4.5</c:v>
                </c:pt>
                <c:pt idx="972">
                  <c:v>4.5</c:v>
                </c:pt>
                <c:pt idx="973">
                  <c:v>4.5</c:v>
                </c:pt>
                <c:pt idx="974">
                  <c:v>4.5</c:v>
                </c:pt>
                <c:pt idx="975">
                  <c:v>4.5</c:v>
                </c:pt>
                <c:pt idx="976">
                  <c:v>4.5</c:v>
                </c:pt>
                <c:pt idx="977">
                  <c:v>4.5</c:v>
                </c:pt>
                <c:pt idx="978">
                  <c:v>4.5</c:v>
                </c:pt>
                <c:pt idx="979">
                  <c:v>4.5</c:v>
                </c:pt>
                <c:pt idx="980">
                  <c:v>4.5</c:v>
                </c:pt>
                <c:pt idx="981">
                  <c:v>4.5</c:v>
                </c:pt>
                <c:pt idx="982">
                  <c:v>4.5</c:v>
                </c:pt>
                <c:pt idx="983">
                  <c:v>4.5</c:v>
                </c:pt>
                <c:pt idx="984">
                  <c:v>4.5</c:v>
                </c:pt>
                <c:pt idx="985">
                  <c:v>4.5</c:v>
                </c:pt>
                <c:pt idx="986">
                  <c:v>4.5</c:v>
                </c:pt>
                <c:pt idx="987">
                  <c:v>4.5</c:v>
                </c:pt>
                <c:pt idx="988">
                  <c:v>4.5</c:v>
                </c:pt>
                <c:pt idx="989">
                  <c:v>4.5</c:v>
                </c:pt>
                <c:pt idx="990">
                  <c:v>4.5</c:v>
                </c:pt>
                <c:pt idx="991">
                  <c:v>4.5</c:v>
                </c:pt>
                <c:pt idx="992">
                  <c:v>4.5</c:v>
                </c:pt>
                <c:pt idx="993">
                  <c:v>4.5</c:v>
                </c:pt>
                <c:pt idx="994">
                  <c:v>4.5</c:v>
                </c:pt>
                <c:pt idx="995">
                  <c:v>4.5</c:v>
                </c:pt>
                <c:pt idx="996">
                  <c:v>4.5</c:v>
                </c:pt>
                <c:pt idx="997">
                  <c:v>4.5</c:v>
                </c:pt>
                <c:pt idx="998">
                  <c:v>4.5</c:v>
                </c:pt>
                <c:pt idx="999">
                  <c:v>4.5</c:v>
                </c:pt>
                <c:pt idx="1000">
                  <c:v>4.5</c:v>
                </c:pt>
                <c:pt idx="1001">
                  <c:v>4.5</c:v>
                </c:pt>
                <c:pt idx="1002">
                  <c:v>4.5</c:v>
                </c:pt>
                <c:pt idx="1003">
                  <c:v>4.5</c:v>
                </c:pt>
                <c:pt idx="1004">
                  <c:v>4.5</c:v>
                </c:pt>
                <c:pt idx="1005">
                  <c:v>4.5</c:v>
                </c:pt>
                <c:pt idx="1006">
                  <c:v>4.5</c:v>
                </c:pt>
                <c:pt idx="1007">
                  <c:v>4.5</c:v>
                </c:pt>
                <c:pt idx="1008">
                  <c:v>4.5</c:v>
                </c:pt>
                <c:pt idx="1009">
                  <c:v>4.5</c:v>
                </c:pt>
                <c:pt idx="1010">
                  <c:v>4.5</c:v>
                </c:pt>
                <c:pt idx="1011">
                  <c:v>4.5</c:v>
                </c:pt>
                <c:pt idx="1012">
                  <c:v>4.5</c:v>
                </c:pt>
                <c:pt idx="1013">
                  <c:v>4.5</c:v>
                </c:pt>
                <c:pt idx="1014">
                  <c:v>4.25</c:v>
                </c:pt>
                <c:pt idx="1015">
                  <c:v>4.25</c:v>
                </c:pt>
                <c:pt idx="1016">
                  <c:v>4.25</c:v>
                </c:pt>
                <c:pt idx="1017">
                  <c:v>4.25</c:v>
                </c:pt>
                <c:pt idx="1018">
                  <c:v>4.25</c:v>
                </c:pt>
                <c:pt idx="1019">
                  <c:v>4.25</c:v>
                </c:pt>
                <c:pt idx="1020">
                  <c:v>4.25</c:v>
                </c:pt>
                <c:pt idx="1021">
                  <c:v>4.25</c:v>
                </c:pt>
                <c:pt idx="1022">
                  <c:v>4.25</c:v>
                </c:pt>
                <c:pt idx="1023">
                  <c:v>4.25</c:v>
                </c:pt>
                <c:pt idx="1024">
                  <c:v>4.25</c:v>
                </c:pt>
                <c:pt idx="1025">
                  <c:v>4.25</c:v>
                </c:pt>
                <c:pt idx="1026">
                  <c:v>4.25</c:v>
                </c:pt>
                <c:pt idx="1027">
                  <c:v>4.25</c:v>
                </c:pt>
                <c:pt idx="1028">
                  <c:v>4.25</c:v>
                </c:pt>
                <c:pt idx="1029">
                  <c:v>4.25</c:v>
                </c:pt>
                <c:pt idx="1030">
                  <c:v>4.25</c:v>
                </c:pt>
                <c:pt idx="1031">
                  <c:v>4.25</c:v>
                </c:pt>
                <c:pt idx="1032">
                  <c:v>4.25</c:v>
                </c:pt>
                <c:pt idx="1033">
                  <c:v>4.25</c:v>
                </c:pt>
                <c:pt idx="1034">
                  <c:v>4.25</c:v>
                </c:pt>
                <c:pt idx="1035">
                  <c:v>4.25</c:v>
                </c:pt>
                <c:pt idx="1036">
                  <c:v>4.25</c:v>
                </c:pt>
                <c:pt idx="1037">
                  <c:v>4.25</c:v>
                </c:pt>
                <c:pt idx="1038">
                  <c:v>4.25</c:v>
                </c:pt>
                <c:pt idx="1039">
                  <c:v>4.25</c:v>
                </c:pt>
                <c:pt idx="1040">
                  <c:v>4.25</c:v>
                </c:pt>
                <c:pt idx="1041">
                  <c:v>4.25</c:v>
                </c:pt>
                <c:pt idx="1042">
                  <c:v>4.25</c:v>
                </c:pt>
                <c:pt idx="1043">
                  <c:v>4.25</c:v>
                </c:pt>
                <c:pt idx="1044">
                  <c:v>4.25</c:v>
                </c:pt>
                <c:pt idx="1045">
                  <c:v>4.25</c:v>
                </c:pt>
                <c:pt idx="1046">
                  <c:v>4.25</c:v>
                </c:pt>
                <c:pt idx="1047">
                  <c:v>4.25</c:v>
                </c:pt>
                <c:pt idx="1048">
                  <c:v>4.25</c:v>
                </c:pt>
                <c:pt idx="1049">
                  <c:v>4.25</c:v>
                </c:pt>
                <c:pt idx="1050">
                  <c:v>4.25</c:v>
                </c:pt>
                <c:pt idx="1051">
                  <c:v>4.25</c:v>
                </c:pt>
                <c:pt idx="1052">
                  <c:v>4.25</c:v>
                </c:pt>
                <c:pt idx="1053">
                  <c:v>4.25</c:v>
                </c:pt>
                <c:pt idx="1054">
                  <c:v>4.25</c:v>
                </c:pt>
                <c:pt idx="1055">
                  <c:v>4.25</c:v>
                </c:pt>
                <c:pt idx="1056">
                  <c:v>4.25</c:v>
                </c:pt>
                <c:pt idx="1057">
                  <c:v>4.25</c:v>
                </c:pt>
                <c:pt idx="1058">
                  <c:v>4.25</c:v>
                </c:pt>
                <c:pt idx="1059">
                  <c:v>4.25</c:v>
                </c:pt>
                <c:pt idx="1060">
                  <c:v>4.25</c:v>
                </c:pt>
                <c:pt idx="1061">
                  <c:v>4.25</c:v>
                </c:pt>
                <c:pt idx="1062">
                  <c:v>4.25</c:v>
                </c:pt>
                <c:pt idx="1063">
                  <c:v>4</c:v>
                </c:pt>
                <c:pt idx="1064">
                  <c:v>4</c:v>
                </c:pt>
                <c:pt idx="1065">
                  <c:v>4</c:v>
                </c:pt>
                <c:pt idx="1066">
                  <c:v>4</c:v>
                </c:pt>
                <c:pt idx="1067">
                  <c:v>4</c:v>
                </c:pt>
                <c:pt idx="1068">
                  <c:v>4</c:v>
                </c:pt>
                <c:pt idx="1069">
                  <c:v>4</c:v>
                </c:pt>
                <c:pt idx="1070">
                  <c:v>4</c:v>
                </c:pt>
                <c:pt idx="1071">
                  <c:v>4</c:v>
                </c:pt>
                <c:pt idx="1072">
                  <c:v>4</c:v>
                </c:pt>
                <c:pt idx="1073">
                  <c:v>4</c:v>
                </c:pt>
                <c:pt idx="1074">
                  <c:v>4</c:v>
                </c:pt>
                <c:pt idx="1075">
                  <c:v>4</c:v>
                </c:pt>
                <c:pt idx="1076">
                  <c:v>4</c:v>
                </c:pt>
                <c:pt idx="1077">
                  <c:v>4</c:v>
                </c:pt>
                <c:pt idx="1078">
                  <c:v>4</c:v>
                </c:pt>
                <c:pt idx="1079">
                  <c:v>4</c:v>
                </c:pt>
                <c:pt idx="1080">
                  <c:v>4</c:v>
                </c:pt>
                <c:pt idx="1081">
                  <c:v>4</c:v>
                </c:pt>
                <c:pt idx="1082">
                  <c:v>4</c:v>
                </c:pt>
                <c:pt idx="1083">
                  <c:v>4</c:v>
                </c:pt>
                <c:pt idx="1084">
                  <c:v>4</c:v>
                </c:pt>
                <c:pt idx="1085">
                  <c:v>4</c:v>
                </c:pt>
                <c:pt idx="1086">
                  <c:v>4</c:v>
                </c:pt>
                <c:pt idx="1087">
                  <c:v>4</c:v>
                </c:pt>
                <c:pt idx="1088">
                  <c:v>4</c:v>
                </c:pt>
                <c:pt idx="1089">
                  <c:v>4</c:v>
                </c:pt>
                <c:pt idx="1090">
                  <c:v>4</c:v>
                </c:pt>
                <c:pt idx="1091">
                  <c:v>4</c:v>
                </c:pt>
                <c:pt idx="1092">
                  <c:v>4</c:v>
                </c:pt>
                <c:pt idx="1093">
                  <c:v>4</c:v>
                </c:pt>
                <c:pt idx="1094">
                  <c:v>4</c:v>
                </c:pt>
                <c:pt idx="1095">
                  <c:v>4</c:v>
                </c:pt>
                <c:pt idx="1096">
                  <c:v>4</c:v>
                </c:pt>
                <c:pt idx="1097">
                  <c:v>4</c:v>
                </c:pt>
                <c:pt idx="1098">
                  <c:v>4</c:v>
                </c:pt>
                <c:pt idx="1099">
                  <c:v>4</c:v>
                </c:pt>
                <c:pt idx="1100">
                  <c:v>4</c:v>
                </c:pt>
                <c:pt idx="1101">
                  <c:v>4</c:v>
                </c:pt>
                <c:pt idx="1102">
                  <c:v>4</c:v>
                </c:pt>
                <c:pt idx="1103">
                  <c:v>4</c:v>
                </c:pt>
                <c:pt idx="1104">
                  <c:v>4</c:v>
                </c:pt>
                <c:pt idx="1105">
                  <c:v>3.75</c:v>
                </c:pt>
                <c:pt idx="1106">
                  <c:v>3.75</c:v>
                </c:pt>
                <c:pt idx="1107">
                  <c:v>3.75</c:v>
                </c:pt>
                <c:pt idx="1108">
                  <c:v>3.75</c:v>
                </c:pt>
                <c:pt idx="1109">
                  <c:v>3.75</c:v>
                </c:pt>
                <c:pt idx="1110">
                  <c:v>3.75</c:v>
                </c:pt>
                <c:pt idx="1111">
                  <c:v>3.75</c:v>
                </c:pt>
                <c:pt idx="1112">
                  <c:v>3.75</c:v>
                </c:pt>
                <c:pt idx="1113">
                  <c:v>3.75</c:v>
                </c:pt>
                <c:pt idx="1114">
                  <c:v>3.75</c:v>
                </c:pt>
                <c:pt idx="1115">
                  <c:v>3.75</c:v>
                </c:pt>
                <c:pt idx="1116">
                  <c:v>3.75</c:v>
                </c:pt>
                <c:pt idx="1117">
                  <c:v>3.75</c:v>
                </c:pt>
                <c:pt idx="1118">
                  <c:v>3.75</c:v>
                </c:pt>
                <c:pt idx="1119">
                  <c:v>3.75</c:v>
                </c:pt>
                <c:pt idx="1120">
                  <c:v>3.75</c:v>
                </c:pt>
                <c:pt idx="1121">
                  <c:v>3.75</c:v>
                </c:pt>
                <c:pt idx="1122">
                  <c:v>3.75</c:v>
                </c:pt>
                <c:pt idx="1123">
                  <c:v>3.75</c:v>
                </c:pt>
                <c:pt idx="1124">
                  <c:v>3.75</c:v>
                </c:pt>
                <c:pt idx="1125">
                  <c:v>3.75</c:v>
                </c:pt>
                <c:pt idx="1126">
                  <c:v>3.75</c:v>
                </c:pt>
                <c:pt idx="1127">
                  <c:v>3.75</c:v>
                </c:pt>
                <c:pt idx="1128">
                  <c:v>3.75</c:v>
                </c:pt>
                <c:pt idx="1129">
                  <c:v>3.75</c:v>
                </c:pt>
                <c:pt idx="1130">
                  <c:v>3.75</c:v>
                </c:pt>
                <c:pt idx="1131">
                  <c:v>3.75</c:v>
                </c:pt>
                <c:pt idx="1132">
                  <c:v>3.75</c:v>
                </c:pt>
                <c:pt idx="1133">
                  <c:v>3.75</c:v>
                </c:pt>
                <c:pt idx="1134">
                  <c:v>3.75</c:v>
                </c:pt>
                <c:pt idx="1135">
                  <c:v>3.75</c:v>
                </c:pt>
                <c:pt idx="1136">
                  <c:v>3.75</c:v>
                </c:pt>
                <c:pt idx="1137">
                  <c:v>3.75</c:v>
                </c:pt>
                <c:pt idx="1138">
                  <c:v>3.75</c:v>
                </c:pt>
                <c:pt idx="1139">
                  <c:v>3.75</c:v>
                </c:pt>
                <c:pt idx="1140">
                  <c:v>3.75</c:v>
                </c:pt>
                <c:pt idx="1141">
                  <c:v>3.75</c:v>
                </c:pt>
                <c:pt idx="1142">
                  <c:v>3.75</c:v>
                </c:pt>
                <c:pt idx="1143">
                  <c:v>3.75</c:v>
                </c:pt>
                <c:pt idx="1144">
                  <c:v>3.75</c:v>
                </c:pt>
                <c:pt idx="1145">
                  <c:v>3.75</c:v>
                </c:pt>
                <c:pt idx="1146">
                  <c:v>3.75</c:v>
                </c:pt>
                <c:pt idx="1147">
                  <c:v>3.5</c:v>
                </c:pt>
                <c:pt idx="1148">
                  <c:v>3.5</c:v>
                </c:pt>
                <c:pt idx="1149">
                  <c:v>3.5</c:v>
                </c:pt>
                <c:pt idx="1150">
                  <c:v>3.5</c:v>
                </c:pt>
                <c:pt idx="1151">
                  <c:v>3.5</c:v>
                </c:pt>
                <c:pt idx="1152">
                  <c:v>3.5</c:v>
                </c:pt>
                <c:pt idx="1153">
                  <c:v>3.5</c:v>
                </c:pt>
                <c:pt idx="1154">
                  <c:v>3.5</c:v>
                </c:pt>
                <c:pt idx="1155">
                  <c:v>3.5</c:v>
                </c:pt>
                <c:pt idx="1156">
                  <c:v>3.5</c:v>
                </c:pt>
                <c:pt idx="1157">
                  <c:v>3.5</c:v>
                </c:pt>
                <c:pt idx="1158">
                  <c:v>3.5</c:v>
                </c:pt>
                <c:pt idx="1159">
                  <c:v>3.5</c:v>
                </c:pt>
                <c:pt idx="1160">
                  <c:v>3.5</c:v>
                </c:pt>
                <c:pt idx="1161">
                  <c:v>3.5</c:v>
                </c:pt>
                <c:pt idx="1162">
                  <c:v>3.5</c:v>
                </c:pt>
                <c:pt idx="1163">
                  <c:v>3.5</c:v>
                </c:pt>
                <c:pt idx="1164">
                  <c:v>3.5</c:v>
                </c:pt>
                <c:pt idx="1165">
                  <c:v>3.5</c:v>
                </c:pt>
                <c:pt idx="1166">
                  <c:v>3.5</c:v>
                </c:pt>
                <c:pt idx="1167">
                  <c:v>3.5</c:v>
                </c:pt>
                <c:pt idx="1168">
                  <c:v>3.5</c:v>
                </c:pt>
                <c:pt idx="1169">
                  <c:v>3.5</c:v>
                </c:pt>
                <c:pt idx="1170">
                  <c:v>3.5</c:v>
                </c:pt>
                <c:pt idx="1171">
                  <c:v>3.5</c:v>
                </c:pt>
                <c:pt idx="1172">
                  <c:v>3.5</c:v>
                </c:pt>
                <c:pt idx="1173">
                  <c:v>3.5</c:v>
                </c:pt>
                <c:pt idx="1174">
                  <c:v>3.5</c:v>
                </c:pt>
                <c:pt idx="1175">
                  <c:v>3.5</c:v>
                </c:pt>
                <c:pt idx="1176">
                  <c:v>3.5</c:v>
                </c:pt>
                <c:pt idx="1177">
                  <c:v>3.5</c:v>
                </c:pt>
                <c:pt idx="1178">
                  <c:v>3.5</c:v>
                </c:pt>
                <c:pt idx="1179">
                  <c:v>3.5</c:v>
                </c:pt>
                <c:pt idx="1180">
                  <c:v>3.5</c:v>
                </c:pt>
                <c:pt idx="1181">
                  <c:v>3.5</c:v>
                </c:pt>
                <c:pt idx="1182">
                  <c:v>3.5</c:v>
                </c:pt>
                <c:pt idx="1183">
                  <c:v>3.5</c:v>
                </c:pt>
                <c:pt idx="1184">
                  <c:v>3.5</c:v>
                </c:pt>
                <c:pt idx="1185">
                  <c:v>3.5</c:v>
                </c:pt>
                <c:pt idx="1186">
                  <c:v>3.5</c:v>
                </c:pt>
                <c:pt idx="1187">
                  <c:v>3.5</c:v>
                </c:pt>
                <c:pt idx="1188">
                  <c:v>3.5</c:v>
                </c:pt>
                <c:pt idx="1189">
                  <c:v>3.5</c:v>
                </c:pt>
                <c:pt idx="1190">
                  <c:v>3.5</c:v>
                </c:pt>
                <c:pt idx="1191">
                  <c:v>3.5</c:v>
                </c:pt>
                <c:pt idx="1192">
                  <c:v>3.5</c:v>
                </c:pt>
                <c:pt idx="1193">
                  <c:v>3.5</c:v>
                </c:pt>
                <c:pt idx="1194">
                  <c:v>3.5</c:v>
                </c:pt>
                <c:pt idx="1195">
                  <c:v>3.5</c:v>
                </c:pt>
                <c:pt idx="1196">
                  <c:v>3</c:v>
                </c:pt>
                <c:pt idx="1197">
                  <c:v>3</c:v>
                </c:pt>
                <c:pt idx="1198">
                  <c:v>3</c:v>
                </c:pt>
                <c:pt idx="1199">
                  <c:v>3</c:v>
                </c:pt>
                <c:pt idx="1200">
                  <c:v>3</c:v>
                </c:pt>
                <c:pt idx="1201">
                  <c:v>3</c:v>
                </c:pt>
                <c:pt idx="1202">
                  <c:v>3</c:v>
                </c:pt>
                <c:pt idx="1203">
                  <c:v>3</c:v>
                </c:pt>
                <c:pt idx="1204">
                  <c:v>3</c:v>
                </c:pt>
                <c:pt idx="1205">
                  <c:v>3</c:v>
                </c:pt>
                <c:pt idx="1206">
                  <c:v>3</c:v>
                </c:pt>
                <c:pt idx="1207">
                  <c:v>3</c:v>
                </c:pt>
                <c:pt idx="1208">
                  <c:v>3</c:v>
                </c:pt>
                <c:pt idx="1209">
                  <c:v>3</c:v>
                </c:pt>
                <c:pt idx="1210">
                  <c:v>3</c:v>
                </c:pt>
                <c:pt idx="1211">
                  <c:v>3</c:v>
                </c:pt>
                <c:pt idx="1212">
                  <c:v>3</c:v>
                </c:pt>
                <c:pt idx="1213">
                  <c:v>3</c:v>
                </c:pt>
                <c:pt idx="1214">
                  <c:v>3</c:v>
                </c:pt>
                <c:pt idx="1215">
                  <c:v>3</c:v>
                </c:pt>
                <c:pt idx="1216">
                  <c:v>3</c:v>
                </c:pt>
                <c:pt idx="1217">
                  <c:v>3</c:v>
                </c:pt>
                <c:pt idx="1218">
                  <c:v>3</c:v>
                </c:pt>
                <c:pt idx="1219">
                  <c:v>3</c:v>
                </c:pt>
                <c:pt idx="1220">
                  <c:v>3</c:v>
                </c:pt>
                <c:pt idx="1221">
                  <c:v>3</c:v>
                </c:pt>
                <c:pt idx="1222">
                  <c:v>3</c:v>
                </c:pt>
                <c:pt idx="1223">
                  <c:v>3</c:v>
                </c:pt>
                <c:pt idx="1224">
                  <c:v>3</c:v>
                </c:pt>
                <c:pt idx="1225">
                  <c:v>3</c:v>
                </c:pt>
                <c:pt idx="1226">
                  <c:v>3</c:v>
                </c:pt>
                <c:pt idx="1227">
                  <c:v>3</c:v>
                </c:pt>
                <c:pt idx="1228">
                  <c:v>3</c:v>
                </c:pt>
                <c:pt idx="1229">
                  <c:v>3</c:v>
                </c:pt>
                <c:pt idx="1230">
                  <c:v>3</c:v>
                </c:pt>
                <c:pt idx="1231">
                  <c:v>3</c:v>
                </c:pt>
                <c:pt idx="1232">
                  <c:v>3</c:v>
                </c:pt>
                <c:pt idx="1233">
                  <c:v>3</c:v>
                </c:pt>
                <c:pt idx="1234">
                  <c:v>3</c:v>
                </c:pt>
                <c:pt idx="1235">
                  <c:v>3</c:v>
                </c:pt>
                <c:pt idx="1236">
                  <c:v>3</c:v>
                </c:pt>
                <c:pt idx="1237">
                  <c:v>3</c:v>
                </c:pt>
                <c:pt idx="1238">
                  <c:v>2.5</c:v>
                </c:pt>
                <c:pt idx="1239">
                  <c:v>2.5</c:v>
                </c:pt>
                <c:pt idx="1240">
                  <c:v>2.5</c:v>
                </c:pt>
                <c:pt idx="1241">
                  <c:v>2.5</c:v>
                </c:pt>
                <c:pt idx="1242">
                  <c:v>2.5</c:v>
                </c:pt>
                <c:pt idx="1243">
                  <c:v>2.5</c:v>
                </c:pt>
                <c:pt idx="1244">
                  <c:v>2.5</c:v>
                </c:pt>
                <c:pt idx="1245">
                  <c:v>2.5</c:v>
                </c:pt>
                <c:pt idx="1246">
                  <c:v>2.5</c:v>
                </c:pt>
                <c:pt idx="1247">
                  <c:v>2.5</c:v>
                </c:pt>
                <c:pt idx="1248">
                  <c:v>2.5</c:v>
                </c:pt>
                <c:pt idx="1249">
                  <c:v>2.5</c:v>
                </c:pt>
                <c:pt idx="1250">
                  <c:v>2.5</c:v>
                </c:pt>
                <c:pt idx="1251">
                  <c:v>2.5</c:v>
                </c:pt>
                <c:pt idx="1252">
                  <c:v>2.5</c:v>
                </c:pt>
                <c:pt idx="1253">
                  <c:v>2.5</c:v>
                </c:pt>
                <c:pt idx="1254">
                  <c:v>2.5</c:v>
                </c:pt>
                <c:pt idx="1255">
                  <c:v>2.5</c:v>
                </c:pt>
                <c:pt idx="1256">
                  <c:v>2.5</c:v>
                </c:pt>
                <c:pt idx="1257">
                  <c:v>2.5</c:v>
                </c:pt>
                <c:pt idx="1258">
                  <c:v>2.5</c:v>
                </c:pt>
                <c:pt idx="1259">
                  <c:v>2.5</c:v>
                </c:pt>
                <c:pt idx="1260">
                  <c:v>2.5</c:v>
                </c:pt>
                <c:pt idx="1261">
                  <c:v>2.5</c:v>
                </c:pt>
                <c:pt idx="1262">
                  <c:v>2.5</c:v>
                </c:pt>
                <c:pt idx="1263">
                  <c:v>2.5</c:v>
                </c:pt>
                <c:pt idx="1264">
                  <c:v>2.5</c:v>
                </c:pt>
                <c:pt idx="1265">
                  <c:v>2.5</c:v>
                </c:pt>
                <c:pt idx="1266">
                  <c:v>2.5</c:v>
                </c:pt>
                <c:pt idx="1267">
                  <c:v>2.5</c:v>
                </c:pt>
                <c:pt idx="1268">
                  <c:v>2.5</c:v>
                </c:pt>
                <c:pt idx="1269">
                  <c:v>2.5</c:v>
                </c:pt>
                <c:pt idx="1270">
                  <c:v>2.5</c:v>
                </c:pt>
                <c:pt idx="1271">
                  <c:v>2.5</c:v>
                </c:pt>
                <c:pt idx="1272">
                  <c:v>2.5</c:v>
                </c:pt>
                <c:pt idx="1273">
                  <c:v>2.5</c:v>
                </c:pt>
                <c:pt idx="1274">
                  <c:v>2.5</c:v>
                </c:pt>
                <c:pt idx="1275">
                  <c:v>2.5</c:v>
                </c:pt>
                <c:pt idx="1276">
                  <c:v>2.5</c:v>
                </c:pt>
                <c:pt idx="1277">
                  <c:v>2.5</c:v>
                </c:pt>
                <c:pt idx="1278">
                  <c:v>2.5</c:v>
                </c:pt>
                <c:pt idx="1279">
                  <c:v>2.5</c:v>
                </c:pt>
                <c:pt idx="1280">
                  <c:v>2.5</c:v>
                </c:pt>
                <c:pt idx="1281">
                  <c:v>2.5</c:v>
                </c:pt>
                <c:pt idx="1282">
                  <c:v>2.5</c:v>
                </c:pt>
                <c:pt idx="1283">
                  <c:v>2.5</c:v>
                </c:pt>
                <c:pt idx="1284">
                  <c:v>2.5</c:v>
                </c:pt>
                <c:pt idx="1285">
                  <c:v>2.5</c:v>
                </c:pt>
                <c:pt idx="1286">
                  <c:v>2.5</c:v>
                </c:pt>
                <c:pt idx="1287">
                  <c:v>2</c:v>
                </c:pt>
                <c:pt idx="1288">
                  <c:v>2</c:v>
                </c:pt>
                <c:pt idx="1289">
                  <c:v>2</c:v>
                </c:pt>
                <c:pt idx="1290">
                  <c:v>2</c:v>
                </c:pt>
                <c:pt idx="1291">
                  <c:v>2</c:v>
                </c:pt>
                <c:pt idx="1292">
                  <c:v>2</c:v>
                </c:pt>
                <c:pt idx="1293">
                  <c:v>2</c:v>
                </c:pt>
                <c:pt idx="1294">
                  <c:v>2</c:v>
                </c:pt>
                <c:pt idx="1295">
                  <c:v>2</c:v>
                </c:pt>
                <c:pt idx="1296">
                  <c:v>2</c:v>
                </c:pt>
                <c:pt idx="1297">
                  <c:v>2</c:v>
                </c:pt>
                <c:pt idx="1298">
                  <c:v>2</c:v>
                </c:pt>
                <c:pt idx="1299">
                  <c:v>2</c:v>
                </c:pt>
                <c:pt idx="1300">
                  <c:v>2</c:v>
                </c:pt>
                <c:pt idx="1301">
                  <c:v>2</c:v>
                </c:pt>
                <c:pt idx="1302">
                  <c:v>2</c:v>
                </c:pt>
                <c:pt idx="1303">
                  <c:v>2</c:v>
                </c:pt>
                <c:pt idx="1304">
                  <c:v>2</c:v>
                </c:pt>
                <c:pt idx="1305">
                  <c:v>2</c:v>
                </c:pt>
                <c:pt idx="1306">
                  <c:v>2</c:v>
                </c:pt>
                <c:pt idx="1307">
                  <c:v>2</c:v>
                </c:pt>
                <c:pt idx="1308">
                  <c:v>2</c:v>
                </c:pt>
                <c:pt idx="1309">
                  <c:v>2</c:v>
                </c:pt>
                <c:pt idx="1310">
                  <c:v>2</c:v>
                </c:pt>
                <c:pt idx="1311">
                  <c:v>2</c:v>
                </c:pt>
                <c:pt idx="1312">
                  <c:v>2</c:v>
                </c:pt>
                <c:pt idx="1313">
                  <c:v>2</c:v>
                </c:pt>
                <c:pt idx="1314">
                  <c:v>2</c:v>
                </c:pt>
                <c:pt idx="1315">
                  <c:v>2</c:v>
                </c:pt>
                <c:pt idx="1316">
                  <c:v>2</c:v>
                </c:pt>
                <c:pt idx="1317">
                  <c:v>2</c:v>
                </c:pt>
                <c:pt idx="1318">
                  <c:v>2</c:v>
                </c:pt>
                <c:pt idx="1319">
                  <c:v>2</c:v>
                </c:pt>
                <c:pt idx="1320">
                  <c:v>2</c:v>
                </c:pt>
                <c:pt idx="1321">
                  <c:v>2</c:v>
                </c:pt>
                <c:pt idx="1322">
                  <c:v>2</c:v>
                </c:pt>
                <c:pt idx="1323">
                  <c:v>2</c:v>
                </c:pt>
                <c:pt idx="1324">
                  <c:v>2</c:v>
                </c:pt>
                <c:pt idx="1325">
                  <c:v>2</c:v>
                </c:pt>
                <c:pt idx="1326">
                  <c:v>2</c:v>
                </c:pt>
                <c:pt idx="1327">
                  <c:v>2</c:v>
                </c:pt>
                <c:pt idx="1328">
                  <c:v>2</c:v>
                </c:pt>
                <c:pt idx="1329">
                  <c:v>2</c:v>
                </c:pt>
                <c:pt idx="1330">
                  <c:v>2</c:v>
                </c:pt>
                <c:pt idx="1331">
                  <c:v>2</c:v>
                </c:pt>
                <c:pt idx="1332">
                  <c:v>2</c:v>
                </c:pt>
                <c:pt idx="1333">
                  <c:v>2</c:v>
                </c:pt>
                <c:pt idx="1334">
                  <c:v>2</c:v>
                </c:pt>
                <c:pt idx="1335">
                  <c:v>2</c:v>
                </c:pt>
                <c:pt idx="1336">
                  <c:v>1.25</c:v>
                </c:pt>
                <c:pt idx="1337">
                  <c:v>1.25</c:v>
                </c:pt>
                <c:pt idx="1338">
                  <c:v>1.25</c:v>
                </c:pt>
                <c:pt idx="1339">
                  <c:v>1.25</c:v>
                </c:pt>
                <c:pt idx="1340">
                  <c:v>1.25</c:v>
                </c:pt>
                <c:pt idx="1341">
                  <c:v>1.25</c:v>
                </c:pt>
                <c:pt idx="1342">
                  <c:v>1.25</c:v>
                </c:pt>
                <c:pt idx="1343">
                  <c:v>1.25</c:v>
                </c:pt>
                <c:pt idx="1344">
                  <c:v>1.25</c:v>
                </c:pt>
                <c:pt idx="1345">
                  <c:v>1.25</c:v>
                </c:pt>
                <c:pt idx="1346">
                  <c:v>1.25</c:v>
                </c:pt>
                <c:pt idx="1347">
                  <c:v>1.25</c:v>
                </c:pt>
                <c:pt idx="1348">
                  <c:v>1.25</c:v>
                </c:pt>
                <c:pt idx="1349">
                  <c:v>1.25</c:v>
                </c:pt>
                <c:pt idx="1350">
                  <c:v>1.25</c:v>
                </c:pt>
                <c:pt idx="1351">
                  <c:v>1.25</c:v>
                </c:pt>
                <c:pt idx="1352">
                  <c:v>1.25</c:v>
                </c:pt>
                <c:pt idx="1353">
                  <c:v>1.25</c:v>
                </c:pt>
                <c:pt idx="1354">
                  <c:v>1.25</c:v>
                </c:pt>
                <c:pt idx="1355">
                  <c:v>1.25</c:v>
                </c:pt>
                <c:pt idx="1356">
                  <c:v>1.25</c:v>
                </c:pt>
                <c:pt idx="1357">
                  <c:v>1.25</c:v>
                </c:pt>
                <c:pt idx="1358">
                  <c:v>1.25</c:v>
                </c:pt>
                <c:pt idx="1359">
                  <c:v>1.25</c:v>
                </c:pt>
                <c:pt idx="1360">
                  <c:v>1.25</c:v>
                </c:pt>
                <c:pt idx="1361">
                  <c:v>1.25</c:v>
                </c:pt>
                <c:pt idx="1362">
                  <c:v>1.25</c:v>
                </c:pt>
                <c:pt idx="1363">
                  <c:v>1.25</c:v>
                </c:pt>
                <c:pt idx="1364">
                  <c:v>1.25</c:v>
                </c:pt>
                <c:pt idx="1365">
                  <c:v>1.25</c:v>
                </c:pt>
                <c:pt idx="1366">
                  <c:v>1.25</c:v>
                </c:pt>
                <c:pt idx="1367">
                  <c:v>1.25</c:v>
                </c:pt>
                <c:pt idx="1368">
                  <c:v>1.25</c:v>
                </c:pt>
                <c:pt idx="1369">
                  <c:v>1.25</c:v>
                </c:pt>
                <c:pt idx="1370">
                  <c:v>1.25</c:v>
                </c:pt>
                <c:pt idx="1371">
                  <c:v>1.25</c:v>
                </c:pt>
                <c:pt idx="1372">
                  <c:v>1.25</c:v>
                </c:pt>
                <c:pt idx="1373">
                  <c:v>1.25</c:v>
                </c:pt>
                <c:pt idx="1374">
                  <c:v>1.25</c:v>
                </c:pt>
                <c:pt idx="1375">
                  <c:v>1.25</c:v>
                </c:pt>
                <c:pt idx="1376">
                  <c:v>1.25</c:v>
                </c:pt>
                <c:pt idx="1377">
                  <c:v>1.25</c:v>
                </c:pt>
                <c:pt idx="1378">
                  <c:v>1.25</c:v>
                </c:pt>
                <c:pt idx="1379">
                  <c:v>1.25</c:v>
                </c:pt>
                <c:pt idx="1380">
                  <c:v>1.25</c:v>
                </c:pt>
                <c:pt idx="1381">
                  <c:v>1.25</c:v>
                </c:pt>
                <c:pt idx="1382">
                  <c:v>1.25</c:v>
                </c:pt>
                <c:pt idx="1383">
                  <c:v>1.25</c:v>
                </c:pt>
                <c:pt idx="1384">
                  <c:v>1.25</c:v>
                </c:pt>
                <c:pt idx="1385">
                  <c:v>0.5</c:v>
                </c:pt>
                <c:pt idx="1386">
                  <c:v>0.5</c:v>
                </c:pt>
                <c:pt idx="1387">
                  <c:v>0.5</c:v>
                </c:pt>
                <c:pt idx="1388">
                  <c:v>0.5</c:v>
                </c:pt>
                <c:pt idx="1389">
                  <c:v>0.5</c:v>
                </c:pt>
                <c:pt idx="1390">
                  <c:v>0.5</c:v>
                </c:pt>
                <c:pt idx="1391">
                  <c:v>0.5</c:v>
                </c:pt>
                <c:pt idx="1392">
                  <c:v>0.5</c:v>
                </c:pt>
                <c:pt idx="1393">
                  <c:v>0.5</c:v>
                </c:pt>
                <c:pt idx="1394">
                  <c:v>0.5</c:v>
                </c:pt>
                <c:pt idx="1395">
                  <c:v>0.5</c:v>
                </c:pt>
                <c:pt idx="1396">
                  <c:v>0.5</c:v>
                </c:pt>
                <c:pt idx="1397">
                  <c:v>0.5</c:v>
                </c:pt>
                <c:pt idx="1398">
                  <c:v>0.5</c:v>
                </c:pt>
                <c:pt idx="1399">
                  <c:v>0.5</c:v>
                </c:pt>
                <c:pt idx="1400">
                  <c:v>0.5</c:v>
                </c:pt>
                <c:pt idx="1401">
                  <c:v>0.5</c:v>
                </c:pt>
                <c:pt idx="1402">
                  <c:v>0.5</c:v>
                </c:pt>
                <c:pt idx="1403">
                  <c:v>0.5</c:v>
                </c:pt>
                <c:pt idx="1404">
                  <c:v>0.5</c:v>
                </c:pt>
                <c:pt idx="1405">
                  <c:v>0.5</c:v>
                </c:pt>
                <c:pt idx="1406">
                  <c:v>0.5</c:v>
                </c:pt>
                <c:pt idx="1407">
                  <c:v>0.5</c:v>
                </c:pt>
                <c:pt idx="1408">
                  <c:v>0.5</c:v>
                </c:pt>
                <c:pt idx="1409">
                  <c:v>0.5</c:v>
                </c:pt>
                <c:pt idx="1410">
                  <c:v>0.5</c:v>
                </c:pt>
                <c:pt idx="1411">
                  <c:v>0.5</c:v>
                </c:pt>
                <c:pt idx="1412">
                  <c:v>0.5</c:v>
                </c:pt>
                <c:pt idx="1413">
                  <c:v>0.5</c:v>
                </c:pt>
                <c:pt idx="1414">
                  <c:v>0.5</c:v>
                </c:pt>
                <c:pt idx="1415">
                  <c:v>0.5</c:v>
                </c:pt>
                <c:pt idx="1416">
                  <c:v>0.5</c:v>
                </c:pt>
                <c:pt idx="1417">
                  <c:v>0.5</c:v>
                </c:pt>
                <c:pt idx="1418">
                  <c:v>0.5</c:v>
                </c:pt>
                <c:pt idx="1419">
                  <c:v>0.5</c:v>
                </c:pt>
                <c:pt idx="1420">
                  <c:v>0.5</c:v>
                </c:pt>
                <c:pt idx="1421">
                  <c:v>0.5</c:v>
                </c:pt>
                <c:pt idx="1422">
                  <c:v>0.5</c:v>
                </c:pt>
                <c:pt idx="1423">
                  <c:v>0.5</c:v>
                </c:pt>
                <c:pt idx="1424">
                  <c:v>0.5</c:v>
                </c:pt>
                <c:pt idx="1425">
                  <c:v>0.5</c:v>
                </c:pt>
                <c:pt idx="1426">
                  <c:v>0.5</c:v>
                </c:pt>
                <c:pt idx="1427">
                  <c:v>0.5</c:v>
                </c:pt>
                <c:pt idx="1428">
                  <c:v>0.5</c:v>
                </c:pt>
                <c:pt idx="1429">
                  <c:v>0.5</c:v>
                </c:pt>
                <c:pt idx="1430">
                  <c:v>0.5</c:v>
                </c:pt>
                <c:pt idx="1431">
                  <c:v>0.5</c:v>
                </c:pt>
                <c:pt idx="1432">
                  <c:v>0.5</c:v>
                </c:pt>
                <c:pt idx="1433">
                  <c:v>0.5</c:v>
                </c:pt>
                <c:pt idx="1434">
                  <c:v>0</c:v>
                </c:pt>
                <c:pt idx="1435">
                  <c:v>0</c:v>
                </c:pt>
                <c:pt idx="1436">
                  <c:v>0</c:v>
                </c:pt>
                <c:pt idx="1437">
                  <c:v>0</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0</c:v>
                </c:pt>
                <c:pt idx="1451">
                  <c:v>0</c:v>
                </c:pt>
                <c:pt idx="1452">
                  <c:v>0</c:v>
                </c:pt>
                <c:pt idx="1453">
                  <c:v>0</c:v>
                </c:pt>
                <c:pt idx="1454">
                  <c:v>0</c:v>
                </c:pt>
                <c:pt idx="1455">
                  <c:v>0</c:v>
                </c:pt>
                <c:pt idx="1456">
                  <c:v>0</c:v>
                </c:pt>
                <c:pt idx="1457">
                  <c:v>0</c:v>
                </c:pt>
                <c:pt idx="1458">
                  <c:v>0</c:v>
                </c:pt>
                <c:pt idx="1459">
                  <c:v>0</c:v>
                </c:pt>
                <c:pt idx="1460">
                  <c:v>0</c:v>
                </c:pt>
                <c:pt idx="1461">
                  <c:v>0</c:v>
                </c:pt>
                <c:pt idx="1462">
                  <c:v>0</c:v>
                </c:pt>
                <c:pt idx="1463">
                  <c:v>0</c:v>
                </c:pt>
                <c:pt idx="1464">
                  <c:v>0</c:v>
                </c:pt>
                <c:pt idx="1465">
                  <c:v>0</c:v>
                </c:pt>
                <c:pt idx="1466">
                  <c:v>0</c:v>
                </c:pt>
                <c:pt idx="1467">
                  <c:v>0</c:v>
                </c:pt>
                <c:pt idx="1468">
                  <c:v>0</c:v>
                </c:pt>
                <c:pt idx="1469">
                  <c:v>0</c:v>
                </c:pt>
                <c:pt idx="1470">
                  <c:v>0</c:v>
                </c:pt>
                <c:pt idx="1471">
                  <c:v>0</c:v>
                </c:pt>
                <c:pt idx="1472">
                  <c:v>0</c:v>
                </c:pt>
                <c:pt idx="1473">
                  <c:v>0</c:v>
                </c:pt>
                <c:pt idx="1474">
                  <c:v>0</c:v>
                </c:pt>
                <c:pt idx="1475">
                  <c:v>0</c:v>
                </c:pt>
                <c:pt idx="1476">
                  <c:v>0</c:v>
                </c:pt>
                <c:pt idx="1477">
                  <c:v>0</c:v>
                </c:pt>
                <c:pt idx="1478">
                  <c:v>0</c:v>
                </c:pt>
                <c:pt idx="1479">
                  <c:v>0</c:v>
                </c:pt>
                <c:pt idx="1480">
                  <c:v>0</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0</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c:v>
                </c:pt>
                <c:pt idx="1631">
                  <c:v>0</c:v>
                </c:pt>
                <c:pt idx="1632">
                  <c:v>0</c:v>
                </c:pt>
                <c:pt idx="1633">
                  <c:v>0</c:v>
                </c:pt>
                <c:pt idx="1634">
                  <c:v>0</c:v>
                </c:pt>
                <c:pt idx="1635">
                  <c:v>0</c:v>
                </c:pt>
                <c:pt idx="1636">
                  <c:v>0</c:v>
                </c:pt>
                <c:pt idx="1637">
                  <c:v>0</c:v>
                </c:pt>
                <c:pt idx="1638">
                  <c:v>0</c:v>
                </c:pt>
                <c:pt idx="1639">
                  <c:v>0</c:v>
                </c:pt>
                <c:pt idx="1640">
                  <c:v>0</c:v>
                </c:pt>
                <c:pt idx="1641">
                  <c:v>0</c:v>
                </c:pt>
                <c:pt idx="1642">
                  <c:v>0</c:v>
                </c:pt>
                <c:pt idx="1643">
                  <c:v>0</c:v>
                </c:pt>
                <c:pt idx="1644">
                  <c:v>0</c:v>
                </c:pt>
                <c:pt idx="1645">
                  <c:v>0</c:v>
                </c:pt>
                <c:pt idx="1646">
                  <c:v>0</c:v>
                </c:pt>
                <c:pt idx="1647">
                  <c:v>0</c:v>
                </c:pt>
                <c:pt idx="1648">
                  <c:v>0</c:v>
                </c:pt>
                <c:pt idx="1649">
                  <c:v>0</c:v>
                </c:pt>
                <c:pt idx="1650">
                  <c:v>0</c:v>
                </c:pt>
                <c:pt idx="1651">
                  <c:v>0</c:v>
                </c:pt>
                <c:pt idx="1652">
                  <c:v>0</c:v>
                </c:pt>
                <c:pt idx="1653">
                  <c:v>0</c:v>
                </c:pt>
                <c:pt idx="1654">
                  <c:v>0</c:v>
                </c:pt>
                <c:pt idx="1655">
                  <c:v>0</c:v>
                </c:pt>
                <c:pt idx="1656">
                  <c:v>0</c:v>
                </c:pt>
                <c:pt idx="1657">
                  <c:v>0</c:v>
                </c:pt>
                <c:pt idx="1658">
                  <c:v>0</c:v>
                </c:pt>
                <c:pt idx="1659">
                  <c:v>0</c:v>
                </c:pt>
                <c:pt idx="1660">
                  <c:v>0</c:v>
                </c:pt>
                <c:pt idx="1661">
                  <c:v>0</c:v>
                </c:pt>
                <c:pt idx="1662">
                  <c:v>0</c:v>
                </c:pt>
                <c:pt idx="1663">
                  <c:v>0</c:v>
                </c:pt>
                <c:pt idx="1664">
                  <c:v>0</c:v>
                </c:pt>
                <c:pt idx="1665">
                  <c:v>0</c:v>
                </c:pt>
                <c:pt idx="1666">
                  <c:v>0</c:v>
                </c:pt>
                <c:pt idx="1667">
                  <c:v>0</c:v>
                </c:pt>
                <c:pt idx="1668">
                  <c:v>0</c:v>
                </c:pt>
                <c:pt idx="1669">
                  <c:v>0</c:v>
                </c:pt>
                <c:pt idx="1670">
                  <c:v>0</c:v>
                </c:pt>
                <c:pt idx="1671">
                  <c:v>0</c:v>
                </c:pt>
                <c:pt idx="1672">
                  <c:v>0</c:v>
                </c:pt>
                <c:pt idx="1673">
                  <c:v>0</c:v>
                </c:pt>
                <c:pt idx="1674">
                  <c:v>0</c:v>
                </c:pt>
                <c:pt idx="1675">
                  <c:v>0</c:v>
                </c:pt>
                <c:pt idx="1676">
                  <c:v>0</c:v>
                </c:pt>
                <c:pt idx="1677">
                  <c:v>0</c:v>
                </c:pt>
                <c:pt idx="1678">
                  <c:v>0</c:v>
                </c:pt>
                <c:pt idx="1679">
                  <c:v>0</c:v>
                </c:pt>
                <c:pt idx="1680">
                  <c:v>0</c:v>
                </c:pt>
                <c:pt idx="1681">
                  <c:v>0</c:v>
                </c:pt>
                <c:pt idx="1682">
                  <c:v>0</c:v>
                </c:pt>
                <c:pt idx="1683">
                  <c:v>0</c:v>
                </c:pt>
                <c:pt idx="1684">
                  <c:v>0</c:v>
                </c:pt>
                <c:pt idx="1685">
                  <c:v>0</c:v>
                </c:pt>
                <c:pt idx="1686">
                  <c:v>0</c:v>
                </c:pt>
                <c:pt idx="1687">
                  <c:v>0</c:v>
                </c:pt>
                <c:pt idx="1688">
                  <c:v>0</c:v>
                </c:pt>
                <c:pt idx="1689">
                  <c:v>0</c:v>
                </c:pt>
                <c:pt idx="1690">
                  <c:v>0</c:v>
                </c:pt>
                <c:pt idx="1691">
                  <c:v>0</c:v>
                </c:pt>
                <c:pt idx="1692">
                  <c:v>0</c:v>
                </c:pt>
                <c:pt idx="1693">
                  <c:v>0</c:v>
                </c:pt>
                <c:pt idx="1694">
                  <c:v>0</c:v>
                </c:pt>
                <c:pt idx="1695">
                  <c:v>0</c:v>
                </c:pt>
                <c:pt idx="1696">
                  <c:v>0</c:v>
                </c:pt>
                <c:pt idx="1697">
                  <c:v>0</c:v>
                </c:pt>
                <c:pt idx="1698">
                  <c:v>0</c:v>
                </c:pt>
                <c:pt idx="1699">
                  <c:v>0</c:v>
                </c:pt>
                <c:pt idx="1700">
                  <c:v>0</c:v>
                </c:pt>
                <c:pt idx="1701">
                  <c:v>0</c:v>
                </c:pt>
                <c:pt idx="1702">
                  <c:v>0</c:v>
                </c:pt>
                <c:pt idx="1703">
                  <c:v>0</c:v>
                </c:pt>
                <c:pt idx="1704">
                  <c:v>0</c:v>
                </c:pt>
                <c:pt idx="1705">
                  <c:v>0</c:v>
                </c:pt>
                <c:pt idx="1706">
                  <c:v>0</c:v>
                </c:pt>
                <c:pt idx="1707">
                  <c:v>0</c:v>
                </c:pt>
                <c:pt idx="1708">
                  <c:v>0</c:v>
                </c:pt>
                <c:pt idx="1709">
                  <c:v>0</c:v>
                </c:pt>
                <c:pt idx="1710">
                  <c:v>0</c:v>
                </c:pt>
                <c:pt idx="1711">
                  <c:v>0</c:v>
                </c:pt>
                <c:pt idx="1712">
                  <c:v>0</c:v>
                </c:pt>
                <c:pt idx="1713">
                  <c:v>0</c:v>
                </c:pt>
                <c:pt idx="1714">
                  <c:v>0</c:v>
                </c:pt>
                <c:pt idx="1715">
                  <c:v>0</c:v>
                </c:pt>
                <c:pt idx="1716">
                  <c:v>0</c:v>
                </c:pt>
                <c:pt idx="1717">
                  <c:v>0</c:v>
                </c:pt>
                <c:pt idx="1718">
                  <c:v>0</c:v>
                </c:pt>
                <c:pt idx="1719">
                  <c:v>0</c:v>
                </c:pt>
                <c:pt idx="1720">
                  <c:v>0</c:v>
                </c:pt>
                <c:pt idx="1721">
                  <c:v>0</c:v>
                </c:pt>
                <c:pt idx="1722">
                  <c:v>0</c:v>
                </c:pt>
                <c:pt idx="1723">
                  <c:v>0</c:v>
                </c:pt>
                <c:pt idx="1724">
                  <c:v>0</c:v>
                </c:pt>
                <c:pt idx="1725">
                  <c:v>0</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c:v>
                </c:pt>
                <c:pt idx="1754">
                  <c:v>0</c:v>
                </c:pt>
                <c:pt idx="1755">
                  <c:v>0</c:v>
                </c:pt>
                <c:pt idx="1756">
                  <c:v>0</c:v>
                </c:pt>
                <c:pt idx="1757">
                  <c:v>0</c:v>
                </c:pt>
                <c:pt idx="1758">
                  <c:v>0</c:v>
                </c:pt>
                <c:pt idx="1759">
                  <c:v>0</c:v>
                </c:pt>
                <c:pt idx="1760">
                  <c:v>0</c:v>
                </c:pt>
                <c:pt idx="1761">
                  <c:v>0</c:v>
                </c:pt>
                <c:pt idx="1762">
                  <c:v>0</c:v>
                </c:pt>
                <c:pt idx="1763">
                  <c:v>0</c:v>
                </c:pt>
                <c:pt idx="1764">
                  <c:v>0</c:v>
                </c:pt>
                <c:pt idx="1765">
                  <c:v>0</c:v>
                </c:pt>
                <c:pt idx="1766">
                  <c:v>0</c:v>
                </c:pt>
                <c:pt idx="1767">
                  <c:v>0</c:v>
                </c:pt>
                <c:pt idx="1768">
                  <c:v>0</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0</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0</c:v>
                </c:pt>
                <c:pt idx="2147">
                  <c:v>0</c:v>
                </c:pt>
                <c:pt idx="2148">
                  <c:v>0</c:v>
                </c:pt>
                <c:pt idx="2149">
                  <c:v>0</c:v>
                </c:pt>
                <c:pt idx="2150">
                  <c:v>0</c:v>
                </c:pt>
                <c:pt idx="2151">
                  <c:v>0</c:v>
                </c:pt>
                <c:pt idx="2152">
                  <c:v>0</c:v>
                </c:pt>
                <c:pt idx="2153">
                  <c:v>0</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c:v>
                </c:pt>
                <c:pt idx="2350">
                  <c:v>0</c:v>
                </c:pt>
                <c:pt idx="2351">
                  <c:v>0</c:v>
                </c:pt>
                <c:pt idx="2352">
                  <c:v>0</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0</c:v>
                </c:pt>
                <c:pt idx="2367">
                  <c:v>0</c:v>
                </c:pt>
                <c:pt idx="2368">
                  <c:v>0</c:v>
                </c:pt>
                <c:pt idx="2369">
                  <c:v>0</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0</c:v>
                </c:pt>
                <c:pt idx="2386">
                  <c:v>0</c:v>
                </c:pt>
                <c:pt idx="2387">
                  <c:v>0</c:v>
                </c:pt>
                <c:pt idx="2388">
                  <c:v>0</c:v>
                </c:pt>
                <c:pt idx="2389">
                  <c:v>0</c:v>
                </c:pt>
                <c:pt idx="2390">
                  <c:v>0</c:v>
                </c:pt>
                <c:pt idx="2391">
                  <c:v>0</c:v>
                </c:pt>
                <c:pt idx="2392">
                  <c:v>0</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0</c:v>
                </c:pt>
                <c:pt idx="2468">
                  <c:v>0</c:v>
                </c:pt>
                <c:pt idx="2469">
                  <c:v>0</c:v>
                </c:pt>
                <c:pt idx="2470">
                  <c:v>0</c:v>
                </c:pt>
                <c:pt idx="2471">
                  <c:v>0</c:v>
                </c:pt>
                <c:pt idx="2472">
                  <c:v>0</c:v>
                </c:pt>
                <c:pt idx="2473">
                  <c:v>0</c:v>
                </c:pt>
                <c:pt idx="2474">
                  <c:v>0</c:v>
                </c:pt>
                <c:pt idx="2475">
                  <c:v>0</c:v>
                </c:pt>
                <c:pt idx="2476">
                  <c:v>0</c:v>
                </c:pt>
                <c:pt idx="2477">
                  <c:v>0</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0</c:v>
                </c:pt>
                <c:pt idx="2492">
                  <c:v>0</c:v>
                </c:pt>
                <c:pt idx="2493">
                  <c:v>0</c:v>
                </c:pt>
                <c:pt idx="2494">
                  <c:v>0</c:v>
                </c:pt>
                <c:pt idx="2495">
                  <c:v>0</c:v>
                </c:pt>
                <c:pt idx="2496">
                  <c:v>0</c:v>
                </c:pt>
                <c:pt idx="2497">
                  <c:v>0</c:v>
                </c:pt>
                <c:pt idx="2498">
                  <c:v>0</c:v>
                </c:pt>
                <c:pt idx="2499">
                  <c:v>0</c:v>
                </c:pt>
                <c:pt idx="2500">
                  <c:v>0</c:v>
                </c:pt>
                <c:pt idx="2501">
                  <c:v>0</c:v>
                </c:pt>
                <c:pt idx="2502">
                  <c:v>0</c:v>
                </c:pt>
                <c:pt idx="2503">
                  <c:v>0</c:v>
                </c:pt>
                <c:pt idx="2504">
                  <c:v>0</c:v>
                </c:pt>
                <c:pt idx="2505">
                  <c:v>0</c:v>
                </c:pt>
                <c:pt idx="2506">
                  <c:v>0</c:v>
                </c:pt>
                <c:pt idx="2507">
                  <c:v>0</c:v>
                </c:pt>
                <c:pt idx="2508">
                  <c:v>0</c:v>
                </c:pt>
                <c:pt idx="2509">
                  <c:v>0</c:v>
                </c:pt>
                <c:pt idx="2510">
                  <c:v>0</c:v>
                </c:pt>
                <c:pt idx="2511">
                  <c:v>0</c:v>
                </c:pt>
                <c:pt idx="2512">
                  <c:v>0</c:v>
                </c:pt>
                <c:pt idx="2513">
                  <c:v>0</c:v>
                </c:pt>
                <c:pt idx="2514">
                  <c:v>0</c:v>
                </c:pt>
                <c:pt idx="2515">
                  <c:v>0</c:v>
                </c:pt>
                <c:pt idx="2516">
                  <c:v>0</c:v>
                </c:pt>
                <c:pt idx="2517">
                  <c:v>0</c:v>
                </c:pt>
                <c:pt idx="2518">
                  <c:v>0</c:v>
                </c:pt>
                <c:pt idx="2519">
                  <c:v>0</c:v>
                </c:pt>
                <c:pt idx="2520">
                  <c:v>0</c:v>
                </c:pt>
                <c:pt idx="2521">
                  <c:v>0</c:v>
                </c:pt>
                <c:pt idx="2522">
                  <c:v>0</c:v>
                </c:pt>
                <c:pt idx="2523">
                  <c:v>0</c:v>
                </c:pt>
                <c:pt idx="2524">
                  <c:v>0</c:v>
                </c:pt>
                <c:pt idx="2525">
                  <c:v>0</c:v>
                </c:pt>
                <c:pt idx="2526">
                  <c:v>0</c:v>
                </c:pt>
                <c:pt idx="2527">
                  <c:v>0</c:v>
                </c:pt>
                <c:pt idx="2528">
                  <c:v>0</c:v>
                </c:pt>
                <c:pt idx="2529">
                  <c:v>0</c:v>
                </c:pt>
                <c:pt idx="2530">
                  <c:v>0</c:v>
                </c:pt>
                <c:pt idx="2531">
                  <c:v>0</c:v>
                </c:pt>
                <c:pt idx="2532">
                  <c:v>0</c:v>
                </c:pt>
                <c:pt idx="2533">
                  <c:v>0</c:v>
                </c:pt>
                <c:pt idx="2534">
                  <c:v>0</c:v>
                </c:pt>
                <c:pt idx="2535">
                  <c:v>0</c:v>
                </c:pt>
                <c:pt idx="2536">
                  <c:v>0</c:v>
                </c:pt>
                <c:pt idx="2537">
                  <c:v>0</c:v>
                </c:pt>
                <c:pt idx="2538">
                  <c:v>0</c:v>
                </c:pt>
                <c:pt idx="2539">
                  <c:v>0</c:v>
                </c:pt>
                <c:pt idx="2540">
                  <c:v>0</c:v>
                </c:pt>
                <c:pt idx="2541">
                  <c:v>0</c:v>
                </c:pt>
                <c:pt idx="2542">
                  <c:v>0</c:v>
                </c:pt>
                <c:pt idx="2543">
                  <c:v>0</c:v>
                </c:pt>
                <c:pt idx="2544">
                  <c:v>0</c:v>
                </c:pt>
                <c:pt idx="2545">
                  <c:v>0</c:v>
                </c:pt>
                <c:pt idx="2546">
                  <c:v>0</c:v>
                </c:pt>
                <c:pt idx="2547">
                  <c:v>0</c:v>
                </c:pt>
                <c:pt idx="2548">
                  <c:v>0</c:v>
                </c:pt>
                <c:pt idx="2549">
                  <c:v>0</c:v>
                </c:pt>
                <c:pt idx="2550">
                  <c:v>0</c:v>
                </c:pt>
                <c:pt idx="2551">
                  <c:v>0</c:v>
                </c:pt>
                <c:pt idx="2552">
                  <c:v>0</c:v>
                </c:pt>
                <c:pt idx="2553">
                  <c:v>0</c:v>
                </c:pt>
                <c:pt idx="2554">
                  <c:v>0</c:v>
                </c:pt>
                <c:pt idx="2555">
                  <c:v>0</c:v>
                </c:pt>
                <c:pt idx="2556">
                  <c:v>0</c:v>
                </c:pt>
                <c:pt idx="2557">
                  <c:v>0</c:v>
                </c:pt>
                <c:pt idx="2558">
                  <c:v>0</c:v>
                </c:pt>
                <c:pt idx="2559">
                  <c:v>0</c:v>
                </c:pt>
                <c:pt idx="2560">
                  <c:v>0</c:v>
                </c:pt>
                <c:pt idx="2561">
                  <c:v>0</c:v>
                </c:pt>
                <c:pt idx="2562">
                  <c:v>0</c:v>
                </c:pt>
                <c:pt idx="2563">
                  <c:v>0</c:v>
                </c:pt>
                <c:pt idx="2564">
                  <c:v>0</c:v>
                </c:pt>
                <c:pt idx="2565">
                  <c:v>0</c:v>
                </c:pt>
                <c:pt idx="2566">
                  <c:v>0</c:v>
                </c:pt>
                <c:pt idx="2567">
                  <c:v>0</c:v>
                </c:pt>
                <c:pt idx="2568">
                  <c:v>0</c:v>
                </c:pt>
                <c:pt idx="2569">
                  <c:v>0</c:v>
                </c:pt>
                <c:pt idx="2570">
                  <c:v>0</c:v>
                </c:pt>
                <c:pt idx="2571">
                  <c:v>0</c:v>
                </c:pt>
                <c:pt idx="2572">
                  <c:v>0</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c:v>
                </c:pt>
                <c:pt idx="2787">
                  <c:v>0</c:v>
                </c:pt>
                <c:pt idx="2788">
                  <c:v>0</c:v>
                </c:pt>
                <c:pt idx="2789">
                  <c:v>0</c:v>
                </c:pt>
                <c:pt idx="2790">
                  <c:v>0</c:v>
                </c:pt>
                <c:pt idx="2791">
                  <c:v>0</c:v>
                </c:pt>
                <c:pt idx="2792">
                  <c:v>0</c:v>
                </c:pt>
                <c:pt idx="2793">
                  <c:v>0</c:v>
                </c:pt>
                <c:pt idx="2794">
                  <c:v>0</c:v>
                </c:pt>
                <c:pt idx="2795">
                  <c:v>0</c:v>
                </c:pt>
                <c:pt idx="2796">
                  <c:v>0</c:v>
                </c:pt>
                <c:pt idx="2797">
                  <c:v>0</c:v>
                </c:pt>
                <c:pt idx="2798">
                  <c:v>0</c:v>
                </c:pt>
                <c:pt idx="2799">
                  <c:v>0</c:v>
                </c:pt>
                <c:pt idx="2800">
                  <c:v>0</c:v>
                </c:pt>
                <c:pt idx="2801">
                  <c:v>0</c:v>
                </c:pt>
                <c:pt idx="2802">
                  <c:v>0</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0</c:v>
                </c:pt>
                <c:pt idx="2820">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5">
                  <c:v>0</c:v>
                </c:pt>
                <c:pt idx="2846">
                  <c:v>0</c:v>
                </c:pt>
                <c:pt idx="2847">
                  <c:v>0</c:v>
                </c:pt>
                <c:pt idx="2848">
                  <c:v>0</c:v>
                </c:pt>
                <c:pt idx="2849">
                  <c:v>0</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0</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0</c:v>
                </c:pt>
                <c:pt idx="3132">
                  <c:v>0</c:v>
                </c:pt>
                <c:pt idx="3133">
                  <c:v>0</c:v>
                </c:pt>
                <c:pt idx="3134">
                  <c:v>0</c:v>
                </c:pt>
                <c:pt idx="3135">
                  <c:v>0</c:v>
                </c:pt>
                <c:pt idx="3136">
                  <c:v>0</c:v>
                </c:pt>
                <c:pt idx="3137">
                  <c:v>0</c:v>
                </c:pt>
                <c:pt idx="3138">
                  <c:v>0</c:v>
                </c:pt>
                <c:pt idx="3139">
                  <c:v>0</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2">
                  <c:v>0</c:v>
                </c:pt>
                <c:pt idx="3153">
                  <c:v>0</c:v>
                </c:pt>
                <c:pt idx="3154">
                  <c:v>0</c:v>
                </c:pt>
                <c:pt idx="3155">
                  <c:v>0</c:v>
                </c:pt>
                <c:pt idx="3156">
                  <c:v>0</c:v>
                </c:pt>
                <c:pt idx="3157">
                  <c:v>0</c:v>
                </c:pt>
                <c:pt idx="3158">
                  <c:v>0</c:v>
                </c:pt>
                <c:pt idx="3159">
                  <c:v>0</c:v>
                </c:pt>
                <c:pt idx="3160">
                  <c:v>0</c:v>
                </c:pt>
                <c:pt idx="3161">
                  <c:v>0</c:v>
                </c:pt>
                <c:pt idx="3162">
                  <c:v>0</c:v>
                </c:pt>
                <c:pt idx="3163">
                  <c:v>0</c:v>
                </c:pt>
                <c:pt idx="3164">
                  <c:v>0</c:v>
                </c:pt>
                <c:pt idx="3165">
                  <c:v>0</c:v>
                </c:pt>
                <c:pt idx="3166">
                  <c:v>0</c:v>
                </c:pt>
                <c:pt idx="3167">
                  <c:v>0</c:v>
                </c:pt>
                <c:pt idx="3168">
                  <c:v>0</c:v>
                </c:pt>
                <c:pt idx="3169">
                  <c:v>0</c:v>
                </c:pt>
                <c:pt idx="3170">
                  <c:v>0</c:v>
                </c:pt>
                <c:pt idx="3171">
                  <c:v>0</c:v>
                </c:pt>
                <c:pt idx="3172">
                  <c:v>0</c:v>
                </c:pt>
                <c:pt idx="3173">
                  <c:v>0</c:v>
                </c:pt>
                <c:pt idx="3174">
                  <c:v>0</c:v>
                </c:pt>
                <c:pt idx="3175">
                  <c:v>0</c:v>
                </c:pt>
                <c:pt idx="3176">
                  <c:v>0</c:v>
                </c:pt>
                <c:pt idx="3177">
                  <c:v>0</c:v>
                </c:pt>
                <c:pt idx="3178">
                  <c:v>0</c:v>
                </c:pt>
                <c:pt idx="3179">
                  <c:v>0</c:v>
                </c:pt>
                <c:pt idx="3180">
                  <c:v>0</c:v>
                </c:pt>
                <c:pt idx="3181">
                  <c:v>0</c:v>
                </c:pt>
                <c:pt idx="3182">
                  <c:v>0</c:v>
                </c:pt>
                <c:pt idx="3183">
                  <c:v>0</c:v>
                </c:pt>
                <c:pt idx="3184">
                  <c:v>0</c:v>
                </c:pt>
                <c:pt idx="3185">
                  <c:v>0</c:v>
                </c:pt>
                <c:pt idx="3186">
                  <c:v>0</c:v>
                </c:pt>
                <c:pt idx="3187">
                  <c:v>0</c:v>
                </c:pt>
                <c:pt idx="3188">
                  <c:v>0</c:v>
                </c:pt>
                <c:pt idx="3189">
                  <c:v>0</c:v>
                </c:pt>
                <c:pt idx="3190">
                  <c:v>0</c:v>
                </c:pt>
                <c:pt idx="3191">
                  <c:v>0</c:v>
                </c:pt>
                <c:pt idx="3192">
                  <c:v>0</c:v>
                </c:pt>
                <c:pt idx="3193">
                  <c:v>0</c:v>
                </c:pt>
                <c:pt idx="3194">
                  <c:v>0</c:v>
                </c:pt>
                <c:pt idx="3195">
                  <c:v>0</c:v>
                </c:pt>
                <c:pt idx="3196">
                  <c:v>0</c:v>
                </c:pt>
                <c:pt idx="3197">
                  <c:v>0</c:v>
                </c:pt>
                <c:pt idx="3198">
                  <c:v>0</c:v>
                </c:pt>
                <c:pt idx="3199">
                  <c:v>0</c:v>
                </c:pt>
                <c:pt idx="3200">
                  <c:v>0</c:v>
                </c:pt>
                <c:pt idx="3201">
                  <c:v>0</c:v>
                </c:pt>
                <c:pt idx="3202">
                  <c:v>0</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0">
                  <c:v>0</c:v>
                </c:pt>
                <c:pt idx="3221">
                  <c:v>0</c:v>
                </c:pt>
                <c:pt idx="3222">
                  <c:v>0</c:v>
                </c:pt>
                <c:pt idx="3223">
                  <c:v>0</c:v>
                </c:pt>
                <c:pt idx="3224">
                  <c:v>0</c:v>
                </c:pt>
                <c:pt idx="3225">
                  <c:v>0</c:v>
                </c:pt>
                <c:pt idx="3226">
                  <c:v>0</c:v>
                </c:pt>
                <c:pt idx="3227">
                  <c:v>0</c:v>
                </c:pt>
                <c:pt idx="3228">
                  <c:v>0</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0</c:v>
                </c:pt>
                <c:pt idx="3257">
                  <c:v>0</c:v>
                </c:pt>
                <c:pt idx="3258">
                  <c:v>0</c:v>
                </c:pt>
                <c:pt idx="3259">
                  <c:v>0</c:v>
                </c:pt>
                <c:pt idx="3260">
                  <c:v>0</c:v>
                </c:pt>
                <c:pt idx="3261">
                  <c:v>0</c:v>
                </c:pt>
                <c:pt idx="3262">
                  <c:v>0</c:v>
                </c:pt>
                <c:pt idx="3263">
                  <c:v>0</c:v>
                </c:pt>
                <c:pt idx="3264">
                  <c:v>0</c:v>
                </c:pt>
                <c:pt idx="3265">
                  <c:v>0</c:v>
                </c:pt>
                <c:pt idx="3266">
                  <c:v>0</c:v>
                </c:pt>
                <c:pt idx="3267">
                  <c:v>0</c:v>
                </c:pt>
                <c:pt idx="3268">
                  <c:v>0</c:v>
                </c:pt>
                <c:pt idx="3269">
                  <c:v>0</c:v>
                </c:pt>
                <c:pt idx="3270">
                  <c:v>0</c:v>
                </c:pt>
                <c:pt idx="3271">
                  <c:v>0</c:v>
                </c:pt>
                <c:pt idx="3272">
                  <c:v>0</c:v>
                </c:pt>
                <c:pt idx="3273">
                  <c:v>0</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0</c:v>
                </c:pt>
                <c:pt idx="3293">
                  <c:v>0</c:v>
                </c:pt>
                <c:pt idx="3294">
                  <c:v>0</c:v>
                </c:pt>
                <c:pt idx="3295">
                  <c:v>0</c:v>
                </c:pt>
                <c:pt idx="3296">
                  <c:v>0</c:v>
                </c:pt>
                <c:pt idx="3297">
                  <c:v>0</c:v>
                </c:pt>
                <c:pt idx="3298">
                  <c:v>0</c:v>
                </c:pt>
                <c:pt idx="3299">
                  <c:v>0</c:v>
                </c:pt>
                <c:pt idx="3300">
                  <c:v>0</c:v>
                </c:pt>
                <c:pt idx="3301">
                  <c:v>0</c:v>
                </c:pt>
                <c:pt idx="3302">
                  <c:v>0</c:v>
                </c:pt>
                <c:pt idx="3303">
                  <c:v>0</c:v>
                </c:pt>
                <c:pt idx="3304">
                  <c:v>0</c:v>
                </c:pt>
                <c:pt idx="3305">
                  <c:v>0</c:v>
                </c:pt>
                <c:pt idx="3306">
                  <c:v>0</c:v>
                </c:pt>
                <c:pt idx="3307">
                  <c:v>0</c:v>
                </c:pt>
                <c:pt idx="3308">
                  <c:v>0</c:v>
                </c:pt>
                <c:pt idx="3309">
                  <c:v>0</c:v>
                </c:pt>
                <c:pt idx="3310">
                  <c:v>0</c:v>
                </c:pt>
                <c:pt idx="3311">
                  <c:v>0</c:v>
                </c:pt>
                <c:pt idx="3312">
                  <c:v>0</c:v>
                </c:pt>
                <c:pt idx="3313">
                  <c:v>0</c:v>
                </c:pt>
                <c:pt idx="3314">
                  <c:v>0</c:v>
                </c:pt>
                <c:pt idx="3315">
                  <c:v>0</c:v>
                </c:pt>
                <c:pt idx="3316">
                  <c:v>0</c:v>
                </c:pt>
                <c:pt idx="3317">
                  <c:v>0</c:v>
                </c:pt>
                <c:pt idx="3318">
                  <c:v>0</c:v>
                </c:pt>
                <c:pt idx="3319">
                  <c:v>0</c:v>
                </c:pt>
                <c:pt idx="3320">
                  <c:v>0</c:v>
                </c:pt>
                <c:pt idx="3321">
                  <c:v>0</c:v>
                </c:pt>
                <c:pt idx="3322">
                  <c:v>0</c:v>
                </c:pt>
                <c:pt idx="3323">
                  <c:v>0</c:v>
                </c:pt>
                <c:pt idx="3324">
                  <c:v>0</c:v>
                </c:pt>
                <c:pt idx="3325">
                  <c:v>0</c:v>
                </c:pt>
                <c:pt idx="3326">
                  <c:v>0</c:v>
                </c:pt>
                <c:pt idx="3327">
                  <c:v>0</c:v>
                </c:pt>
                <c:pt idx="3328">
                  <c:v>0</c:v>
                </c:pt>
                <c:pt idx="3329">
                  <c:v>0</c:v>
                </c:pt>
                <c:pt idx="3330">
                  <c:v>0</c:v>
                </c:pt>
                <c:pt idx="3331">
                  <c:v>0</c:v>
                </c:pt>
                <c:pt idx="3332">
                  <c:v>0</c:v>
                </c:pt>
                <c:pt idx="3333">
                  <c:v>0</c:v>
                </c:pt>
                <c:pt idx="3334">
                  <c:v>0</c:v>
                </c:pt>
                <c:pt idx="3335">
                  <c:v>0</c:v>
                </c:pt>
                <c:pt idx="3336">
                  <c:v>0</c:v>
                </c:pt>
                <c:pt idx="3337">
                  <c:v>0</c:v>
                </c:pt>
                <c:pt idx="3338">
                  <c:v>0</c:v>
                </c:pt>
                <c:pt idx="3339">
                  <c:v>0</c:v>
                </c:pt>
                <c:pt idx="3340">
                  <c:v>0</c:v>
                </c:pt>
                <c:pt idx="3341">
                  <c:v>0</c:v>
                </c:pt>
                <c:pt idx="3342">
                  <c:v>0</c:v>
                </c:pt>
                <c:pt idx="3343">
                  <c:v>0</c:v>
                </c:pt>
                <c:pt idx="3344">
                  <c:v>0</c:v>
                </c:pt>
                <c:pt idx="3345">
                  <c:v>0</c:v>
                </c:pt>
                <c:pt idx="3346">
                  <c:v>0</c:v>
                </c:pt>
                <c:pt idx="3347">
                  <c:v>0</c:v>
                </c:pt>
                <c:pt idx="3348">
                  <c:v>0</c:v>
                </c:pt>
                <c:pt idx="3349">
                  <c:v>0</c:v>
                </c:pt>
                <c:pt idx="3350">
                  <c:v>0</c:v>
                </c:pt>
                <c:pt idx="3351">
                  <c:v>0</c:v>
                </c:pt>
                <c:pt idx="3352">
                  <c:v>0</c:v>
                </c:pt>
                <c:pt idx="3353">
                  <c:v>0</c:v>
                </c:pt>
                <c:pt idx="3354">
                  <c:v>0</c:v>
                </c:pt>
                <c:pt idx="3355">
                  <c:v>0</c:v>
                </c:pt>
                <c:pt idx="3356">
                  <c:v>0</c:v>
                </c:pt>
                <c:pt idx="3357">
                  <c:v>0</c:v>
                </c:pt>
                <c:pt idx="3358">
                  <c:v>0</c:v>
                </c:pt>
                <c:pt idx="3359">
                  <c:v>0</c:v>
                </c:pt>
                <c:pt idx="3360">
                  <c:v>0</c:v>
                </c:pt>
                <c:pt idx="3361">
                  <c:v>0</c:v>
                </c:pt>
                <c:pt idx="3362">
                  <c:v>0</c:v>
                </c:pt>
                <c:pt idx="3363">
                  <c:v>0</c:v>
                </c:pt>
                <c:pt idx="3364">
                  <c:v>0</c:v>
                </c:pt>
                <c:pt idx="3365">
                  <c:v>0</c:v>
                </c:pt>
                <c:pt idx="3366">
                  <c:v>0</c:v>
                </c:pt>
                <c:pt idx="3367">
                  <c:v>0</c:v>
                </c:pt>
                <c:pt idx="3368">
                  <c:v>0</c:v>
                </c:pt>
                <c:pt idx="3369">
                  <c:v>0</c:v>
                </c:pt>
                <c:pt idx="3370">
                  <c:v>0</c:v>
                </c:pt>
                <c:pt idx="3371">
                  <c:v>0</c:v>
                </c:pt>
                <c:pt idx="3372">
                  <c:v>0</c:v>
                </c:pt>
                <c:pt idx="3373">
                  <c:v>0</c:v>
                </c:pt>
                <c:pt idx="3374">
                  <c:v>0</c:v>
                </c:pt>
                <c:pt idx="3375">
                  <c:v>0</c:v>
                </c:pt>
                <c:pt idx="3376">
                  <c:v>0</c:v>
                </c:pt>
                <c:pt idx="3377">
                  <c:v>0</c:v>
                </c:pt>
                <c:pt idx="3378">
                  <c:v>0</c:v>
                </c:pt>
                <c:pt idx="3379">
                  <c:v>0</c:v>
                </c:pt>
                <c:pt idx="3380">
                  <c:v>0</c:v>
                </c:pt>
                <c:pt idx="3381">
                  <c:v>0</c:v>
                </c:pt>
                <c:pt idx="3382">
                  <c:v>0</c:v>
                </c:pt>
                <c:pt idx="3383">
                  <c:v>0</c:v>
                </c:pt>
                <c:pt idx="3384">
                  <c:v>0</c:v>
                </c:pt>
                <c:pt idx="3385">
                  <c:v>0</c:v>
                </c:pt>
                <c:pt idx="3386">
                  <c:v>0</c:v>
                </c:pt>
                <c:pt idx="3387">
                  <c:v>0</c:v>
                </c:pt>
                <c:pt idx="3388">
                  <c:v>0</c:v>
                </c:pt>
                <c:pt idx="3389">
                  <c:v>0</c:v>
                </c:pt>
                <c:pt idx="3390">
                  <c:v>0</c:v>
                </c:pt>
                <c:pt idx="3391">
                  <c:v>0</c:v>
                </c:pt>
                <c:pt idx="3392">
                  <c:v>0</c:v>
                </c:pt>
                <c:pt idx="3393">
                  <c:v>0</c:v>
                </c:pt>
                <c:pt idx="3394">
                  <c:v>0</c:v>
                </c:pt>
                <c:pt idx="3395">
                  <c:v>0</c:v>
                </c:pt>
                <c:pt idx="3396">
                  <c:v>0</c:v>
                </c:pt>
                <c:pt idx="3397">
                  <c:v>0</c:v>
                </c:pt>
                <c:pt idx="3398">
                  <c:v>0</c:v>
                </c:pt>
                <c:pt idx="3399">
                  <c:v>0</c:v>
                </c:pt>
                <c:pt idx="3400">
                  <c:v>0</c:v>
                </c:pt>
                <c:pt idx="3401">
                  <c:v>0</c:v>
                </c:pt>
                <c:pt idx="3402">
                  <c:v>0</c:v>
                </c:pt>
                <c:pt idx="3403">
                  <c:v>0</c:v>
                </c:pt>
                <c:pt idx="3404">
                  <c:v>0</c:v>
                </c:pt>
                <c:pt idx="3405">
                  <c:v>0</c:v>
                </c:pt>
                <c:pt idx="3406">
                  <c:v>0</c:v>
                </c:pt>
                <c:pt idx="3407">
                  <c:v>0</c:v>
                </c:pt>
                <c:pt idx="3408">
                  <c:v>0</c:v>
                </c:pt>
                <c:pt idx="3409">
                  <c:v>0</c:v>
                </c:pt>
                <c:pt idx="3410">
                  <c:v>0</c:v>
                </c:pt>
                <c:pt idx="3411">
                  <c:v>0</c:v>
                </c:pt>
                <c:pt idx="3412">
                  <c:v>0</c:v>
                </c:pt>
                <c:pt idx="3413">
                  <c:v>0</c:v>
                </c:pt>
                <c:pt idx="3414">
                  <c:v>0</c:v>
                </c:pt>
                <c:pt idx="3415">
                  <c:v>0</c:v>
                </c:pt>
                <c:pt idx="3416">
                  <c:v>0</c:v>
                </c:pt>
                <c:pt idx="3417">
                  <c:v>0</c:v>
                </c:pt>
                <c:pt idx="3418">
                  <c:v>0</c:v>
                </c:pt>
                <c:pt idx="3419">
                  <c:v>0</c:v>
                </c:pt>
                <c:pt idx="3420">
                  <c:v>0</c:v>
                </c:pt>
                <c:pt idx="3421">
                  <c:v>0</c:v>
                </c:pt>
                <c:pt idx="3422">
                  <c:v>0</c:v>
                </c:pt>
                <c:pt idx="3423">
                  <c:v>0</c:v>
                </c:pt>
                <c:pt idx="3424">
                  <c:v>0</c:v>
                </c:pt>
                <c:pt idx="3425">
                  <c:v>0</c:v>
                </c:pt>
                <c:pt idx="3426">
                  <c:v>0</c:v>
                </c:pt>
                <c:pt idx="3427">
                  <c:v>0</c:v>
                </c:pt>
                <c:pt idx="3428">
                  <c:v>0</c:v>
                </c:pt>
                <c:pt idx="3429">
                  <c:v>0</c:v>
                </c:pt>
                <c:pt idx="3430">
                  <c:v>0</c:v>
                </c:pt>
                <c:pt idx="3431">
                  <c:v>0</c:v>
                </c:pt>
                <c:pt idx="3432">
                  <c:v>0</c:v>
                </c:pt>
                <c:pt idx="3433">
                  <c:v>0</c:v>
                </c:pt>
                <c:pt idx="3434">
                  <c:v>0</c:v>
                </c:pt>
                <c:pt idx="3435">
                  <c:v>0</c:v>
                </c:pt>
                <c:pt idx="3436">
                  <c:v>0</c:v>
                </c:pt>
                <c:pt idx="3437">
                  <c:v>0</c:v>
                </c:pt>
                <c:pt idx="3438">
                  <c:v>0</c:v>
                </c:pt>
                <c:pt idx="3439">
                  <c:v>0</c:v>
                </c:pt>
                <c:pt idx="3440">
                  <c:v>0</c:v>
                </c:pt>
                <c:pt idx="3441">
                  <c:v>0</c:v>
                </c:pt>
                <c:pt idx="3442">
                  <c:v>0</c:v>
                </c:pt>
                <c:pt idx="3443">
                  <c:v>0</c:v>
                </c:pt>
                <c:pt idx="3444">
                  <c:v>0</c:v>
                </c:pt>
                <c:pt idx="3445">
                  <c:v>0</c:v>
                </c:pt>
                <c:pt idx="3446">
                  <c:v>0</c:v>
                </c:pt>
                <c:pt idx="3447">
                  <c:v>0</c:v>
                </c:pt>
                <c:pt idx="3448">
                  <c:v>0</c:v>
                </c:pt>
                <c:pt idx="3449">
                  <c:v>0</c:v>
                </c:pt>
                <c:pt idx="3450">
                  <c:v>0</c:v>
                </c:pt>
                <c:pt idx="3451">
                  <c:v>0</c:v>
                </c:pt>
                <c:pt idx="3452">
                  <c:v>0</c:v>
                </c:pt>
                <c:pt idx="3453">
                  <c:v>0</c:v>
                </c:pt>
                <c:pt idx="3454">
                  <c:v>0</c:v>
                </c:pt>
                <c:pt idx="3455">
                  <c:v>0</c:v>
                </c:pt>
                <c:pt idx="3456">
                  <c:v>0</c:v>
                </c:pt>
                <c:pt idx="3457">
                  <c:v>0</c:v>
                </c:pt>
                <c:pt idx="3458">
                  <c:v>0</c:v>
                </c:pt>
                <c:pt idx="3459">
                  <c:v>0</c:v>
                </c:pt>
                <c:pt idx="3460">
                  <c:v>0</c:v>
                </c:pt>
                <c:pt idx="3461">
                  <c:v>0</c:v>
                </c:pt>
                <c:pt idx="3462">
                  <c:v>0</c:v>
                </c:pt>
                <c:pt idx="3463">
                  <c:v>0</c:v>
                </c:pt>
                <c:pt idx="3464">
                  <c:v>0</c:v>
                </c:pt>
                <c:pt idx="3465">
                  <c:v>0</c:v>
                </c:pt>
                <c:pt idx="3466">
                  <c:v>0</c:v>
                </c:pt>
                <c:pt idx="3467">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0</c:v>
                </c:pt>
                <c:pt idx="3485">
                  <c:v>0</c:v>
                </c:pt>
                <c:pt idx="3486">
                  <c:v>0</c:v>
                </c:pt>
                <c:pt idx="3487">
                  <c:v>0</c:v>
                </c:pt>
                <c:pt idx="3488">
                  <c:v>0</c:v>
                </c:pt>
                <c:pt idx="3489">
                  <c:v>0</c:v>
                </c:pt>
                <c:pt idx="3490">
                  <c:v>0</c:v>
                </c:pt>
                <c:pt idx="3491">
                  <c:v>0</c:v>
                </c:pt>
                <c:pt idx="3492">
                  <c:v>0</c:v>
                </c:pt>
                <c:pt idx="3493">
                  <c:v>0</c:v>
                </c:pt>
                <c:pt idx="3494">
                  <c:v>0</c:v>
                </c:pt>
                <c:pt idx="3495">
                  <c:v>0</c:v>
                </c:pt>
                <c:pt idx="3496">
                  <c:v>0</c:v>
                </c:pt>
                <c:pt idx="3497">
                  <c:v>0</c:v>
                </c:pt>
                <c:pt idx="3498">
                  <c:v>0</c:v>
                </c:pt>
                <c:pt idx="3499">
                  <c:v>0</c:v>
                </c:pt>
                <c:pt idx="3500">
                  <c:v>0</c:v>
                </c:pt>
                <c:pt idx="3501">
                  <c:v>0</c:v>
                </c:pt>
                <c:pt idx="3502">
                  <c:v>0</c:v>
                </c:pt>
                <c:pt idx="3503">
                  <c:v>0</c:v>
                </c:pt>
                <c:pt idx="3504">
                  <c:v>0</c:v>
                </c:pt>
                <c:pt idx="3505">
                  <c:v>0</c:v>
                </c:pt>
                <c:pt idx="3506">
                  <c:v>0</c:v>
                </c:pt>
                <c:pt idx="3507">
                  <c:v>0</c:v>
                </c:pt>
                <c:pt idx="3508">
                  <c:v>0</c:v>
                </c:pt>
                <c:pt idx="3509">
                  <c:v>0</c:v>
                </c:pt>
                <c:pt idx="3510">
                  <c:v>0</c:v>
                </c:pt>
                <c:pt idx="3511">
                  <c:v>0</c:v>
                </c:pt>
                <c:pt idx="3512">
                  <c:v>0</c:v>
                </c:pt>
                <c:pt idx="3513">
                  <c:v>0</c:v>
                </c:pt>
                <c:pt idx="3514">
                  <c:v>0</c:v>
                </c:pt>
                <c:pt idx="3515">
                  <c:v>0</c:v>
                </c:pt>
                <c:pt idx="3516">
                  <c:v>0</c:v>
                </c:pt>
                <c:pt idx="3517">
                  <c:v>0</c:v>
                </c:pt>
                <c:pt idx="3518">
                  <c:v>0</c:v>
                </c:pt>
                <c:pt idx="3519">
                  <c:v>0</c:v>
                </c:pt>
                <c:pt idx="3520">
                  <c:v>0</c:v>
                </c:pt>
                <c:pt idx="3521">
                  <c:v>0</c:v>
                </c:pt>
                <c:pt idx="3522">
                  <c:v>0</c:v>
                </c:pt>
                <c:pt idx="3523">
                  <c:v>0</c:v>
                </c:pt>
                <c:pt idx="3524">
                  <c:v>0</c:v>
                </c:pt>
                <c:pt idx="3525">
                  <c:v>0</c:v>
                </c:pt>
                <c:pt idx="3526">
                  <c:v>0</c:v>
                </c:pt>
                <c:pt idx="3527">
                  <c:v>0</c:v>
                </c:pt>
                <c:pt idx="3528">
                  <c:v>0</c:v>
                </c:pt>
                <c:pt idx="3529">
                  <c:v>0</c:v>
                </c:pt>
                <c:pt idx="3530">
                  <c:v>0</c:v>
                </c:pt>
                <c:pt idx="3531">
                  <c:v>0</c:v>
                </c:pt>
                <c:pt idx="3532">
                  <c:v>0</c:v>
                </c:pt>
                <c:pt idx="3533">
                  <c:v>0</c:v>
                </c:pt>
                <c:pt idx="3534">
                  <c:v>0</c:v>
                </c:pt>
                <c:pt idx="3535">
                  <c:v>0</c:v>
                </c:pt>
                <c:pt idx="3536">
                  <c:v>0</c:v>
                </c:pt>
                <c:pt idx="3537">
                  <c:v>0</c:v>
                </c:pt>
                <c:pt idx="3538">
                  <c:v>0</c:v>
                </c:pt>
                <c:pt idx="3539">
                  <c:v>0</c:v>
                </c:pt>
                <c:pt idx="3540">
                  <c:v>0</c:v>
                </c:pt>
                <c:pt idx="3541">
                  <c:v>0</c:v>
                </c:pt>
                <c:pt idx="3542">
                  <c:v>0</c:v>
                </c:pt>
                <c:pt idx="3543">
                  <c:v>0</c:v>
                </c:pt>
                <c:pt idx="3544">
                  <c:v>0</c:v>
                </c:pt>
                <c:pt idx="3545">
                  <c:v>0</c:v>
                </c:pt>
                <c:pt idx="3546">
                  <c:v>0</c:v>
                </c:pt>
                <c:pt idx="3547">
                  <c:v>0</c:v>
                </c:pt>
                <c:pt idx="3548">
                  <c:v>0</c:v>
                </c:pt>
                <c:pt idx="3549">
                  <c:v>0</c:v>
                </c:pt>
                <c:pt idx="3550">
                  <c:v>0</c:v>
                </c:pt>
                <c:pt idx="3551">
                  <c:v>0</c:v>
                </c:pt>
                <c:pt idx="3552">
                  <c:v>0</c:v>
                </c:pt>
                <c:pt idx="3553">
                  <c:v>0</c:v>
                </c:pt>
                <c:pt idx="3554">
                  <c:v>0</c:v>
                </c:pt>
                <c:pt idx="3555">
                  <c:v>0</c:v>
                </c:pt>
                <c:pt idx="3556">
                  <c:v>0</c:v>
                </c:pt>
                <c:pt idx="3557">
                  <c:v>0</c:v>
                </c:pt>
                <c:pt idx="3558">
                  <c:v>0</c:v>
                </c:pt>
                <c:pt idx="3559">
                  <c:v>0</c:v>
                </c:pt>
                <c:pt idx="3560">
                  <c:v>0</c:v>
                </c:pt>
                <c:pt idx="3561">
                  <c:v>0</c:v>
                </c:pt>
                <c:pt idx="3562">
                  <c:v>0</c:v>
                </c:pt>
                <c:pt idx="3563">
                  <c:v>0</c:v>
                </c:pt>
                <c:pt idx="3564">
                  <c:v>0</c:v>
                </c:pt>
                <c:pt idx="3565">
                  <c:v>0</c:v>
                </c:pt>
                <c:pt idx="3566">
                  <c:v>0</c:v>
                </c:pt>
                <c:pt idx="3567">
                  <c:v>0</c:v>
                </c:pt>
                <c:pt idx="3568">
                  <c:v>0</c:v>
                </c:pt>
                <c:pt idx="3569">
                  <c:v>0</c:v>
                </c:pt>
                <c:pt idx="3570">
                  <c:v>0</c:v>
                </c:pt>
                <c:pt idx="3571">
                  <c:v>0</c:v>
                </c:pt>
                <c:pt idx="3572">
                  <c:v>0</c:v>
                </c:pt>
                <c:pt idx="3573">
                  <c:v>0</c:v>
                </c:pt>
                <c:pt idx="3574">
                  <c:v>0</c:v>
                </c:pt>
                <c:pt idx="3575">
                  <c:v>0</c:v>
                </c:pt>
                <c:pt idx="3576">
                  <c:v>0</c:v>
                </c:pt>
                <c:pt idx="3577">
                  <c:v>0</c:v>
                </c:pt>
                <c:pt idx="3578">
                  <c:v>0</c:v>
                </c:pt>
                <c:pt idx="3579">
                  <c:v>0</c:v>
                </c:pt>
                <c:pt idx="3580">
                  <c:v>0</c:v>
                </c:pt>
                <c:pt idx="3581">
                  <c:v>0</c:v>
                </c:pt>
                <c:pt idx="3582">
                  <c:v>0</c:v>
                </c:pt>
                <c:pt idx="3583">
                  <c:v>0</c:v>
                </c:pt>
                <c:pt idx="3584">
                  <c:v>0</c:v>
                </c:pt>
                <c:pt idx="3585">
                  <c:v>0</c:v>
                </c:pt>
                <c:pt idx="3586">
                  <c:v>0</c:v>
                </c:pt>
                <c:pt idx="3587">
                  <c:v>0</c:v>
                </c:pt>
                <c:pt idx="3588">
                  <c:v>0</c:v>
                </c:pt>
                <c:pt idx="3589">
                  <c:v>0</c:v>
                </c:pt>
                <c:pt idx="3590">
                  <c:v>0</c:v>
                </c:pt>
                <c:pt idx="3591">
                  <c:v>0</c:v>
                </c:pt>
                <c:pt idx="3592">
                  <c:v>0</c:v>
                </c:pt>
                <c:pt idx="3593">
                  <c:v>0</c:v>
                </c:pt>
                <c:pt idx="3594">
                  <c:v>0</c:v>
                </c:pt>
                <c:pt idx="3595">
                  <c:v>0</c:v>
                </c:pt>
                <c:pt idx="3596">
                  <c:v>0</c:v>
                </c:pt>
                <c:pt idx="3597">
                  <c:v>0</c:v>
                </c:pt>
                <c:pt idx="3598">
                  <c:v>0</c:v>
                </c:pt>
                <c:pt idx="3599">
                  <c:v>0</c:v>
                </c:pt>
                <c:pt idx="3600">
                  <c:v>0</c:v>
                </c:pt>
                <c:pt idx="3601">
                  <c:v>0</c:v>
                </c:pt>
                <c:pt idx="3602">
                  <c:v>0</c:v>
                </c:pt>
                <c:pt idx="3603">
                  <c:v>0</c:v>
                </c:pt>
                <c:pt idx="3604">
                  <c:v>0</c:v>
                </c:pt>
                <c:pt idx="3605">
                  <c:v>0</c:v>
                </c:pt>
                <c:pt idx="3606">
                  <c:v>0</c:v>
                </c:pt>
                <c:pt idx="3607">
                  <c:v>0</c:v>
                </c:pt>
                <c:pt idx="3608">
                  <c:v>0</c:v>
                </c:pt>
                <c:pt idx="3609">
                  <c:v>0</c:v>
                </c:pt>
                <c:pt idx="3610">
                  <c:v>0</c:v>
                </c:pt>
                <c:pt idx="3611">
                  <c:v>0</c:v>
                </c:pt>
                <c:pt idx="3612">
                  <c:v>0</c:v>
                </c:pt>
                <c:pt idx="3613">
                  <c:v>0</c:v>
                </c:pt>
                <c:pt idx="3614">
                  <c:v>0</c:v>
                </c:pt>
                <c:pt idx="3615">
                  <c:v>0</c:v>
                </c:pt>
                <c:pt idx="3616">
                  <c:v>0</c:v>
                </c:pt>
                <c:pt idx="3617">
                  <c:v>0</c:v>
                </c:pt>
                <c:pt idx="3618">
                  <c:v>0</c:v>
                </c:pt>
                <c:pt idx="3619">
                  <c:v>0</c:v>
                </c:pt>
                <c:pt idx="3620">
                  <c:v>0</c:v>
                </c:pt>
                <c:pt idx="3621">
                  <c:v>0</c:v>
                </c:pt>
                <c:pt idx="3622">
                  <c:v>0</c:v>
                </c:pt>
                <c:pt idx="3623">
                  <c:v>0</c:v>
                </c:pt>
                <c:pt idx="3624">
                  <c:v>0</c:v>
                </c:pt>
                <c:pt idx="3625">
                  <c:v>0</c:v>
                </c:pt>
                <c:pt idx="3626">
                  <c:v>0</c:v>
                </c:pt>
                <c:pt idx="3627">
                  <c:v>0</c:v>
                </c:pt>
                <c:pt idx="3628">
                  <c:v>0</c:v>
                </c:pt>
                <c:pt idx="3629">
                  <c:v>0</c:v>
                </c:pt>
                <c:pt idx="3630">
                  <c:v>0</c:v>
                </c:pt>
                <c:pt idx="3631">
                  <c:v>0</c:v>
                </c:pt>
                <c:pt idx="3632">
                  <c:v>0</c:v>
                </c:pt>
                <c:pt idx="3633">
                  <c:v>0</c:v>
                </c:pt>
                <c:pt idx="3634">
                  <c:v>0</c:v>
                </c:pt>
                <c:pt idx="3635">
                  <c:v>0</c:v>
                </c:pt>
                <c:pt idx="3636">
                  <c:v>0</c:v>
                </c:pt>
                <c:pt idx="3637">
                  <c:v>0</c:v>
                </c:pt>
                <c:pt idx="3638">
                  <c:v>0</c:v>
                </c:pt>
                <c:pt idx="3639">
                  <c:v>0</c:v>
                </c:pt>
                <c:pt idx="3640">
                  <c:v>0</c:v>
                </c:pt>
                <c:pt idx="3641">
                  <c:v>0</c:v>
                </c:pt>
                <c:pt idx="3642">
                  <c:v>0</c:v>
                </c:pt>
                <c:pt idx="3643">
                  <c:v>0</c:v>
                </c:pt>
                <c:pt idx="3644">
                  <c:v>0</c:v>
                </c:pt>
                <c:pt idx="3645">
                  <c:v>0</c:v>
                </c:pt>
                <c:pt idx="3646">
                  <c:v>0</c:v>
                </c:pt>
                <c:pt idx="3647">
                  <c:v>0</c:v>
                </c:pt>
                <c:pt idx="3648">
                  <c:v>0</c:v>
                </c:pt>
                <c:pt idx="3649">
                  <c:v>0</c:v>
                </c:pt>
                <c:pt idx="3650">
                  <c:v>0</c:v>
                </c:pt>
                <c:pt idx="3651">
                  <c:v>0</c:v>
                </c:pt>
                <c:pt idx="3652">
                  <c:v>0</c:v>
                </c:pt>
                <c:pt idx="3653">
                  <c:v>0</c:v>
                </c:pt>
                <c:pt idx="3654">
                  <c:v>0</c:v>
                </c:pt>
                <c:pt idx="3655">
                  <c:v>0</c:v>
                </c:pt>
                <c:pt idx="3656">
                  <c:v>0</c:v>
                </c:pt>
                <c:pt idx="3657">
                  <c:v>0</c:v>
                </c:pt>
                <c:pt idx="3658">
                  <c:v>0</c:v>
                </c:pt>
                <c:pt idx="3659">
                  <c:v>0</c:v>
                </c:pt>
                <c:pt idx="3660">
                  <c:v>0</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c:v>
                </c:pt>
                <c:pt idx="3675">
                  <c:v>0</c:v>
                </c:pt>
                <c:pt idx="3676">
                  <c:v>0</c:v>
                </c:pt>
                <c:pt idx="3677">
                  <c:v>0</c:v>
                </c:pt>
                <c:pt idx="3678">
                  <c:v>0</c:v>
                </c:pt>
                <c:pt idx="3679">
                  <c:v>0</c:v>
                </c:pt>
                <c:pt idx="3680">
                  <c:v>0</c:v>
                </c:pt>
                <c:pt idx="3681">
                  <c:v>0</c:v>
                </c:pt>
                <c:pt idx="3682">
                  <c:v>0</c:v>
                </c:pt>
                <c:pt idx="3683">
                  <c:v>0</c:v>
                </c:pt>
                <c:pt idx="3684">
                  <c:v>0</c:v>
                </c:pt>
                <c:pt idx="3685">
                  <c:v>0</c:v>
                </c:pt>
                <c:pt idx="3686">
                  <c:v>0</c:v>
                </c:pt>
                <c:pt idx="3687">
                  <c:v>0</c:v>
                </c:pt>
                <c:pt idx="3688">
                  <c:v>0</c:v>
                </c:pt>
                <c:pt idx="3689">
                  <c:v>0</c:v>
                </c:pt>
                <c:pt idx="3690">
                  <c:v>0</c:v>
                </c:pt>
                <c:pt idx="3691">
                  <c:v>0</c:v>
                </c:pt>
                <c:pt idx="3692">
                  <c:v>0</c:v>
                </c:pt>
                <c:pt idx="3693">
                  <c:v>0</c:v>
                </c:pt>
                <c:pt idx="3694">
                  <c:v>0</c:v>
                </c:pt>
                <c:pt idx="3695">
                  <c:v>0</c:v>
                </c:pt>
                <c:pt idx="3696">
                  <c:v>0</c:v>
                </c:pt>
                <c:pt idx="3697">
                  <c:v>0</c:v>
                </c:pt>
                <c:pt idx="3698">
                  <c:v>0</c:v>
                </c:pt>
                <c:pt idx="3699">
                  <c:v>0</c:v>
                </c:pt>
                <c:pt idx="3700">
                  <c:v>0</c:v>
                </c:pt>
                <c:pt idx="3701">
                  <c:v>0</c:v>
                </c:pt>
                <c:pt idx="3702">
                  <c:v>0</c:v>
                </c:pt>
                <c:pt idx="3703">
                  <c:v>0</c:v>
                </c:pt>
                <c:pt idx="3704">
                  <c:v>0</c:v>
                </c:pt>
                <c:pt idx="3705">
                  <c:v>0</c:v>
                </c:pt>
                <c:pt idx="3706">
                  <c:v>0</c:v>
                </c:pt>
                <c:pt idx="3707">
                  <c:v>0</c:v>
                </c:pt>
                <c:pt idx="3708">
                  <c:v>0</c:v>
                </c:pt>
                <c:pt idx="3709">
                  <c:v>0</c:v>
                </c:pt>
                <c:pt idx="3710">
                  <c:v>0</c:v>
                </c:pt>
                <c:pt idx="3711">
                  <c:v>0</c:v>
                </c:pt>
                <c:pt idx="3712">
                  <c:v>0</c:v>
                </c:pt>
                <c:pt idx="3713">
                  <c:v>0</c:v>
                </c:pt>
                <c:pt idx="3714">
                  <c:v>0</c:v>
                </c:pt>
                <c:pt idx="3715">
                  <c:v>0</c:v>
                </c:pt>
                <c:pt idx="3716">
                  <c:v>0</c:v>
                </c:pt>
                <c:pt idx="3717">
                  <c:v>0</c:v>
                </c:pt>
                <c:pt idx="3718">
                  <c:v>0</c:v>
                </c:pt>
                <c:pt idx="3719">
                  <c:v>0</c:v>
                </c:pt>
                <c:pt idx="3720">
                  <c:v>0</c:v>
                </c:pt>
                <c:pt idx="3721">
                  <c:v>0</c:v>
                </c:pt>
                <c:pt idx="3722">
                  <c:v>0</c:v>
                </c:pt>
                <c:pt idx="3723">
                  <c:v>0</c:v>
                </c:pt>
                <c:pt idx="3724">
                  <c:v>0</c:v>
                </c:pt>
                <c:pt idx="3725">
                  <c:v>0</c:v>
                </c:pt>
                <c:pt idx="3726">
                  <c:v>0</c:v>
                </c:pt>
                <c:pt idx="3727">
                  <c:v>0</c:v>
                </c:pt>
                <c:pt idx="3728">
                  <c:v>0</c:v>
                </c:pt>
                <c:pt idx="3729">
                  <c:v>0</c:v>
                </c:pt>
                <c:pt idx="3730">
                  <c:v>0</c:v>
                </c:pt>
                <c:pt idx="3731">
                  <c:v>0</c:v>
                </c:pt>
                <c:pt idx="3732">
                  <c:v>0</c:v>
                </c:pt>
                <c:pt idx="3733">
                  <c:v>0</c:v>
                </c:pt>
                <c:pt idx="3734">
                  <c:v>0</c:v>
                </c:pt>
                <c:pt idx="3735">
                  <c:v>0</c:v>
                </c:pt>
                <c:pt idx="3736">
                  <c:v>0</c:v>
                </c:pt>
                <c:pt idx="3737">
                  <c:v>0</c:v>
                </c:pt>
                <c:pt idx="3738">
                  <c:v>0</c:v>
                </c:pt>
                <c:pt idx="3739">
                  <c:v>0</c:v>
                </c:pt>
                <c:pt idx="3740">
                  <c:v>0</c:v>
                </c:pt>
                <c:pt idx="3741">
                  <c:v>0</c:v>
                </c:pt>
                <c:pt idx="3742">
                  <c:v>0</c:v>
                </c:pt>
                <c:pt idx="3743">
                  <c:v>0</c:v>
                </c:pt>
                <c:pt idx="3744">
                  <c:v>0</c:v>
                </c:pt>
                <c:pt idx="3745">
                  <c:v>0</c:v>
                </c:pt>
                <c:pt idx="3746">
                  <c:v>0</c:v>
                </c:pt>
                <c:pt idx="3747">
                  <c:v>0</c:v>
                </c:pt>
                <c:pt idx="3748">
                  <c:v>0</c:v>
                </c:pt>
                <c:pt idx="3749">
                  <c:v>0</c:v>
                </c:pt>
                <c:pt idx="3750">
                  <c:v>0</c:v>
                </c:pt>
                <c:pt idx="3751">
                  <c:v>0</c:v>
                </c:pt>
                <c:pt idx="3752">
                  <c:v>0</c:v>
                </c:pt>
                <c:pt idx="3753">
                  <c:v>0</c:v>
                </c:pt>
                <c:pt idx="3754">
                  <c:v>0</c:v>
                </c:pt>
                <c:pt idx="3755">
                  <c:v>0</c:v>
                </c:pt>
                <c:pt idx="3756">
                  <c:v>0</c:v>
                </c:pt>
                <c:pt idx="3757">
                  <c:v>0</c:v>
                </c:pt>
                <c:pt idx="3758">
                  <c:v>0.05</c:v>
                </c:pt>
                <c:pt idx="3759">
                  <c:v>0.05</c:v>
                </c:pt>
                <c:pt idx="3760">
                  <c:v>0.05</c:v>
                </c:pt>
                <c:pt idx="3761">
                  <c:v>0.05</c:v>
                </c:pt>
                <c:pt idx="3762">
                  <c:v>0.05</c:v>
                </c:pt>
                <c:pt idx="3763">
                  <c:v>0.05</c:v>
                </c:pt>
                <c:pt idx="3764">
                  <c:v>0.05</c:v>
                </c:pt>
                <c:pt idx="3765">
                  <c:v>0.05</c:v>
                </c:pt>
                <c:pt idx="3766">
                  <c:v>0.05</c:v>
                </c:pt>
                <c:pt idx="3767">
                  <c:v>0.05</c:v>
                </c:pt>
                <c:pt idx="3768">
                  <c:v>0.05</c:v>
                </c:pt>
                <c:pt idx="3769">
                  <c:v>0.05</c:v>
                </c:pt>
                <c:pt idx="3770">
                  <c:v>0.05</c:v>
                </c:pt>
                <c:pt idx="3771">
                  <c:v>0.05</c:v>
                </c:pt>
                <c:pt idx="3772">
                  <c:v>0.05</c:v>
                </c:pt>
                <c:pt idx="3773">
                  <c:v>0.05</c:v>
                </c:pt>
                <c:pt idx="3774">
                  <c:v>0.05</c:v>
                </c:pt>
                <c:pt idx="3775">
                  <c:v>0.05</c:v>
                </c:pt>
                <c:pt idx="3776">
                  <c:v>0.05</c:v>
                </c:pt>
                <c:pt idx="3777">
                  <c:v>0.05</c:v>
                </c:pt>
                <c:pt idx="3778">
                  <c:v>0.05</c:v>
                </c:pt>
                <c:pt idx="3779">
                  <c:v>0.05</c:v>
                </c:pt>
                <c:pt idx="3780">
                  <c:v>0.05</c:v>
                </c:pt>
                <c:pt idx="3781">
                  <c:v>0.05</c:v>
                </c:pt>
                <c:pt idx="3782">
                  <c:v>0.05</c:v>
                </c:pt>
                <c:pt idx="3783">
                  <c:v>0.05</c:v>
                </c:pt>
                <c:pt idx="3784">
                  <c:v>0.05</c:v>
                </c:pt>
                <c:pt idx="3785">
                  <c:v>0.05</c:v>
                </c:pt>
                <c:pt idx="3786">
                  <c:v>0.05</c:v>
                </c:pt>
                <c:pt idx="3787">
                  <c:v>0.05</c:v>
                </c:pt>
                <c:pt idx="3788">
                  <c:v>0.05</c:v>
                </c:pt>
                <c:pt idx="3789">
                  <c:v>0.05</c:v>
                </c:pt>
                <c:pt idx="3790">
                  <c:v>0.05</c:v>
                </c:pt>
                <c:pt idx="3791">
                  <c:v>0.05</c:v>
                </c:pt>
                <c:pt idx="3792">
                  <c:v>0.05</c:v>
                </c:pt>
                <c:pt idx="3793">
                  <c:v>0.05</c:v>
                </c:pt>
                <c:pt idx="3794">
                  <c:v>0.05</c:v>
                </c:pt>
                <c:pt idx="3795">
                  <c:v>0.05</c:v>
                </c:pt>
                <c:pt idx="3796">
                  <c:v>0.05</c:v>
                </c:pt>
                <c:pt idx="3797">
                  <c:v>0.05</c:v>
                </c:pt>
                <c:pt idx="3798">
                  <c:v>0.05</c:v>
                </c:pt>
                <c:pt idx="3799">
                  <c:v>0.05</c:v>
                </c:pt>
                <c:pt idx="3800">
                  <c:v>0.05</c:v>
                </c:pt>
                <c:pt idx="3801">
                  <c:v>0.05</c:v>
                </c:pt>
                <c:pt idx="3802">
                  <c:v>0.05</c:v>
                </c:pt>
                <c:pt idx="3803">
                  <c:v>0.05</c:v>
                </c:pt>
                <c:pt idx="3804">
                  <c:v>0.05</c:v>
                </c:pt>
                <c:pt idx="3805">
                  <c:v>0.05</c:v>
                </c:pt>
                <c:pt idx="3806">
                  <c:v>0.05</c:v>
                </c:pt>
                <c:pt idx="3807">
                  <c:v>0.05</c:v>
                </c:pt>
                <c:pt idx="3808">
                  <c:v>0.05</c:v>
                </c:pt>
                <c:pt idx="3809">
                  <c:v>0.05</c:v>
                </c:pt>
                <c:pt idx="3810">
                  <c:v>0.05</c:v>
                </c:pt>
                <c:pt idx="3811">
                  <c:v>0.05</c:v>
                </c:pt>
                <c:pt idx="3812">
                  <c:v>0.05</c:v>
                </c:pt>
                <c:pt idx="3813">
                  <c:v>0.05</c:v>
                </c:pt>
                <c:pt idx="3814">
                  <c:v>0.05</c:v>
                </c:pt>
                <c:pt idx="3815">
                  <c:v>0.05</c:v>
                </c:pt>
                <c:pt idx="3816">
                  <c:v>0.05</c:v>
                </c:pt>
                <c:pt idx="3817">
                  <c:v>0.05</c:v>
                </c:pt>
                <c:pt idx="3818">
                  <c:v>0.05</c:v>
                </c:pt>
                <c:pt idx="3819">
                  <c:v>0.05</c:v>
                </c:pt>
                <c:pt idx="3820">
                  <c:v>0.05</c:v>
                </c:pt>
                <c:pt idx="3821">
                  <c:v>0.05</c:v>
                </c:pt>
                <c:pt idx="3822">
                  <c:v>0.05</c:v>
                </c:pt>
                <c:pt idx="3823">
                  <c:v>0.05</c:v>
                </c:pt>
                <c:pt idx="3824">
                  <c:v>0.05</c:v>
                </c:pt>
                <c:pt idx="3825">
                  <c:v>0.05</c:v>
                </c:pt>
                <c:pt idx="3826">
                  <c:v>0.05</c:v>
                </c:pt>
                <c:pt idx="3827">
                  <c:v>0.05</c:v>
                </c:pt>
                <c:pt idx="3828">
                  <c:v>0.05</c:v>
                </c:pt>
                <c:pt idx="3829">
                  <c:v>0.05</c:v>
                </c:pt>
                <c:pt idx="3830">
                  <c:v>0.05</c:v>
                </c:pt>
                <c:pt idx="3831">
                  <c:v>0.05</c:v>
                </c:pt>
                <c:pt idx="3832">
                  <c:v>0.05</c:v>
                </c:pt>
                <c:pt idx="3833">
                  <c:v>0.05</c:v>
                </c:pt>
                <c:pt idx="3834">
                  <c:v>0.05</c:v>
                </c:pt>
                <c:pt idx="3835">
                  <c:v>0.05</c:v>
                </c:pt>
                <c:pt idx="3836">
                  <c:v>0.05</c:v>
                </c:pt>
                <c:pt idx="3837">
                  <c:v>0.05</c:v>
                </c:pt>
                <c:pt idx="3838">
                  <c:v>0.05</c:v>
                </c:pt>
                <c:pt idx="3839">
                  <c:v>0.05</c:v>
                </c:pt>
                <c:pt idx="3840">
                  <c:v>0.05</c:v>
                </c:pt>
                <c:pt idx="3841">
                  <c:v>0.05</c:v>
                </c:pt>
                <c:pt idx="3842">
                  <c:v>0.05</c:v>
                </c:pt>
                <c:pt idx="3843">
                  <c:v>0.05</c:v>
                </c:pt>
                <c:pt idx="3844">
                  <c:v>0.05</c:v>
                </c:pt>
                <c:pt idx="3845">
                  <c:v>0.05</c:v>
                </c:pt>
                <c:pt idx="3846">
                  <c:v>0.05</c:v>
                </c:pt>
                <c:pt idx="3847">
                  <c:v>0.05</c:v>
                </c:pt>
                <c:pt idx="3848">
                  <c:v>0.05</c:v>
                </c:pt>
                <c:pt idx="3849">
                  <c:v>0.05</c:v>
                </c:pt>
                <c:pt idx="3850">
                  <c:v>0.05</c:v>
                </c:pt>
                <c:pt idx="3851">
                  <c:v>0.05</c:v>
                </c:pt>
                <c:pt idx="3852">
                  <c:v>0.05</c:v>
                </c:pt>
                <c:pt idx="3853">
                  <c:v>0.05</c:v>
                </c:pt>
                <c:pt idx="3854">
                  <c:v>0.05</c:v>
                </c:pt>
                <c:pt idx="3855">
                  <c:v>0.05</c:v>
                </c:pt>
                <c:pt idx="3856">
                  <c:v>0.05</c:v>
                </c:pt>
                <c:pt idx="3857">
                  <c:v>0.05</c:v>
                </c:pt>
                <c:pt idx="3858">
                  <c:v>0.05</c:v>
                </c:pt>
                <c:pt idx="3859">
                  <c:v>0.05</c:v>
                </c:pt>
                <c:pt idx="3860">
                  <c:v>0.05</c:v>
                </c:pt>
                <c:pt idx="3861">
                  <c:v>0.05</c:v>
                </c:pt>
                <c:pt idx="3862">
                  <c:v>0.05</c:v>
                </c:pt>
                <c:pt idx="3863">
                  <c:v>0.05</c:v>
                </c:pt>
                <c:pt idx="3864">
                  <c:v>0.05</c:v>
                </c:pt>
                <c:pt idx="3865">
                  <c:v>0.05</c:v>
                </c:pt>
                <c:pt idx="3866">
                  <c:v>0.05</c:v>
                </c:pt>
                <c:pt idx="3867">
                  <c:v>0.05</c:v>
                </c:pt>
                <c:pt idx="3868">
                  <c:v>0.05</c:v>
                </c:pt>
                <c:pt idx="3869">
                  <c:v>0.05</c:v>
                </c:pt>
                <c:pt idx="3870">
                  <c:v>0.05</c:v>
                </c:pt>
                <c:pt idx="3871">
                  <c:v>0.05</c:v>
                </c:pt>
                <c:pt idx="3872">
                  <c:v>0.05</c:v>
                </c:pt>
                <c:pt idx="3873">
                  <c:v>0.05</c:v>
                </c:pt>
                <c:pt idx="3874">
                  <c:v>0.05</c:v>
                </c:pt>
                <c:pt idx="3875">
                  <c:v>0.05</c:v>
                </c:pt>
                <c:pt idx="3876">
                  <c:v>0.05</c:v>
                </c:pt>
                <c:pt idx="3877">
                  <c:v>0.05</c:v>
                </c:pt>
                <c:pt idx="3878">
                  <c:v>0.05</c:v>
                </c:pt>
                <c:pt idx="3879">
                  <c:v>0.05</c:v>
                </c:pt>
                <c:pt idx="3880">
                  <c:v>0.05</c:v>
                </c:pt>
                <c:pt idx="3881">
                  <c:v>0.05</c:v>
                </c:pt>
                <c:pt idx="3882">
                  <c:v>0.05</c:v>
                </c:pt>
                <c:pt idx="3883">
                  <c:v>0.05</c:v>
                </c:pt>
                <c:pt idx="3884">
                  <c:v>0.05</c:v>
                </c:pt>
                <c:pt idx="3885">
                  <c:v>0.05</c:v>
                </c:pt>
                <c:pt idx="3886">
                  <c:v>0.05</c:v>
                </c:pt>
                <c:pt idx="3887">
                  <c:v>0.05</c:v>
                </c:pt>
                <c:pt idx="3888">
                  <c:v>0.05</c:v>
                </c:pt>
                <c:pt idx="3889">
                  <c:v>0.05</c:v>
                </c:pt>
                <c:pt idx="3890">
                  <c:v>0.05</c:v>
                </c:pt>
                <c:pt idx="3891">
                  <c:v>0.05</c:v>
                </c:pt>
                <c:pt idx="3892">
                  <c:v>0.05</c:v>
                </c:pt>
                <c:pt idx="3893">
                  <c:v>0.05</c:v>
                </c:pt>
                <c:pt idx="3894">
                  <c:v>0.05</c:v>
                </c:pt>
                <c:pt idx="3895">
                  <c:v>0.05</c:v>
                </c:pt>
                <c:pt idx="3896">
                  <c:v>0.05</c:v>
                </c:pt>
                <c:pt idx="3897">
                  <c:v>0.05</c:v>
                </c:pt>
                <c:pt idx="3898">
                  <c:v>0.05</c:v>
                </c:pt>
                <c:pt idx="3899">
                  <c:v>0.05</c:v>
                </c:pt>
                <c:pt idx="3900">
                  <c:v>0.05</c:v>
                </c:pt>
                <c:pt idx="3901">
                  <c:v>0.05</c:v>
                </c:pt>
                <c:pt idx="3902">
                  <c:v>0.05</c:v>
                </c:pt>
                <c:pt idx="3903">
                  <c:v>0.05</c:v>
                </c:pt>
                <c:pt idx="3904">
                  <c:v>0.05</c:v>
                </c:pt>
                <c:pt idx="3905">
                  <c:v>0.05</c:v>
                </c:pt>
                <c:pt idx="3906">
                  <c:v>0.05</c:v>
                </c:pt>
                <c:pt idx="3907">
                  <c:v>0.05</c:v>
                </c:pt>
                <c:pt idx="3908">
                  <c:v>0.05</c:v>
                </c:pt>
                <c:pt idx="3909">
                  <c:v>0.05</c:v>
                </c:pt>
                <c:pt idx="3910">
                  <c:v>0.05</c:v>
                </c:pt>
                <c:pt idx="3911">
                  <c:v>0.05</c:v>
                </c:pt>
                <c:pt idx="3912">
                  <c:v>0.05</c:v>
                </c:pt>
                <c:pt idx="3913">
                  <c:v>0.05</c:v>
                </c:pt>
                <c:pt idx="3914">
                  <c:v>0.05</c:v>
                </c:pt>
                <c:pt idx="3915">
                  <c:v>0.05</c:v>
                </c:pt>
                <c:pt idx="3916">
                  <c:v>0.05</c:v>
                </c:pt>
                <c:pt idx="3917">
                  <c:v>0.05</c:v>
                </c:pt>
                <c:pt idx="3918">
                  <c:v>0.05</c:v>
                </c:pt>
                <c:pt idx="3919">
                  <c:v>0.05</c:v>
                </c:pt>
                <c:pt idx="3920">
                  <c:v>0.05</c:v>
                </c:pt>
                <c:pt idx="3921">
                  <c:v>0.05</c:v>
                </c:pt>
                <c:pt idx="3922">
                  <c:v>0.05</c:v>
                </c:pt>
                <c:pt idx="3923">
                  <c:v>0.05</c:v>
                </c:pt>
                <c:pt idx="3924">
                  <c:v>0.05</c:v>
                </c:pt>
                <c:pt idx="3925">
                  <c:v>0.05</c:v>
                </c:pt>
                <c:pt idx="3926">
                  <c:v>0.05</c:v>
                </c:pt>
                <c:pt idx="3927">
                  <c:v>0.05</c:v>
                </c:pt>
                <c:pt idx="3928">
                  <c:v>0.05</c:v>
                </c:pt>
                <c:pt idx="3929">
                  <c:v>0.05</c:v>
                </c:pt>
                <c:pt idx="3930">
                  <c:v>0.05</c:v>
                </c:pt>
                <c:pt idx="3931">
                  <c:v>0.05</c:v>
                </c:pt>
                <c:pt idx="3932">
                  <c:v>0.05</c:v>
                </c:pt>
                <c:pt idx="3933">
                  <c:v>0.05</c:v>
                </c:pt>
                <c:pt idx="3934">
                  <c:v>0.05</c:v>
                </c:pt>
                <c:pt idx="3935">
                  <c:v>0.05</c:v>
                </c:pt>
                <c:pt idx="3936">
                  <c:v>0.05</c:v>
                </c:pt>
                <c:pt idx="3937">
                  <c:v>0.05</c:v>
                </c:pt>
                <c:pt idx="3938">
                  <c:v>0.05</c:v>
                </c:pt>
                <c:pt idx="3939">
                  <c:v>0.05</c:v>
                </c:pt>
                <c:pt idx="3940">
                  <c:v>0.05</c:v>
                </c:pt>
                <c:pt idx="3941">
                  <c:v>0.05</c:v>
                </c:pt>
                <c:pt idx="3942">
                  <c:v>0.05</c:v>
                </c:pt>
                <c:pt idx="3943">
                  <c:v>0.05</c:v>
                </c:pt>
                <c:pt idx="3944">
                  <c:v>0.05</c:v>
                </c:pt>
                <c:pt idx="3945">
                  <c:v>0.05</c:v>
                </c:pt>
                <c:pt idx="3946">
                  <c:v>0.05</c:v>
                </c:pt>
                <c:pt idx="3947">
                  <c:v>0.05</c:v>
                </c:pt>
                <c:pt idx="3948">
                  <c:v>0.05</c:v>
                </c:pt>
                <c:pt idx="3949">
                  <c:v>0.05</c:v>
                </c:pt>
                <c:pt idx="3950">
                  <c:v>0.05</c:v>
                </c:pt>
                <c:pt idx="3951">
                  <c:v>0.05</c:v>
                </c:pt>
                <c:pt idx="3952">
                  <c:v>0.05</c:v>
                </c:pt>
                <c:pt idx="3953">
                  <c:v>0.05</c:v>
                </c:pt>
                <c:pt idx="3954">
                  <c:v>0.05</c:v>
                </c:pt>
                <c:pt idx="3955">
                  <c:v>0.05</c:v>
                </c:pt>
                <c:pt idx="3956">
                  <c:v>0.05</c:v>
                </c:pt>
                <c:pt idx="3957">
                  <c:v>0.05</c:v>
                </c:pt>
                <c:pt idx="3958">
                  <c:v>0.05</c:v>
                </c:pt>
                <c:pt idx="3959">
                  <c:v>0.05</c:v>
                </c:pt>
                <c:pt idx="3960">
                  <c:v>0.05</c:v>
                </c:pt>
                <c:pt idx="3961">
                  <c:v>0.05</c:v>
                </c:pt>
                <c:pt idx="3962">
                  <c:v>0.05</c:v>
                </c:pt>
                <c:pt idx="3963">
                  <c:v>0.05</c:v>
                </c:pt>
                <c:pt idx="3964">
                  <c:v>0.05</c:v>
                </c:pt>
                <c:pt idx="3965">
                  <c:v>0.05</c:v>
                </c:pt>
                <c:pt idx="3966">
                  <c:v>0.05</c:v>
                </c:pt>
                <c:pt idx="3967">
                  <c:v>0.05</c:v>
                </c:pt>
                <c:pt idx="3968">
                  <c:v>0.05</c:v>
                </c:pt>
                <c:pt idx="3969">
                  <c:v>0.05</c:v>
                </c:pt>
                <c:pt idx="3970">
                  <c:v>0.05</c:v>
                </c:pt>
                <c:pt idx="3971">
                  <c:v>0.05</c:v>
                </c:pt>
                <c:pt idx="3972">
                  <c:v>0.05</c:v>
                </c:pt>
                <c:pt idx="3973">
                  <c:v>0.05</c:v>
                </c:pt>
                <c:pt idx="3974">
                  <c:v>0.05</c:v>
                </c:pt>
                <c:pt idx="3975">
                  <c:v>0.05</c:v>
                </c:pt>
                <c:pt idx="3976">
                  <c:v>0.05</c:v>
                </c:pt>
                <c:pt idx="3977">
                  <c:v>0.05</c:v>
                </c:pt>
                <c:pt idx="3978">
                  <c:v>0.05</c:v>
                </c:pt>
                <c:pt idx="3979">
                  <c:v>0.05</c:v>
                </c:pt>
                <c:pt idx="3980">
                  <c:v>0.05</c:v>
                </c:pt>
                <c:pt idx="3981">
                  <c:v>0.05</c:v>
                </c:pt>
                <c:pt idx="3982">
                  <c:v>0.05</c:v>
                </c:pt>
                <c:pt idx="3983">
                  <c:v>0.05</c:v>
                </c:pt>
                <c:pt idx="3984">
                  <c:v>0.05</c:v>
                </c:pt>
                <c:pt idx="3985">
                  <c:v>0.05</c:v>
                </c:pt>
                <c:pt idx="3986">
                  <c:v>0.05</c:v>
                </c:pt>
                <c:pt idx="3987">
                  <c:v>0.05</c:v>
                </c:pt>
                <c:pt idx="3988">
                  <c:v>0.05</c:v>
                </c:pt>
                <c:pt idx="3989">
                  <c:v>0.05</c:v>
                </c:pt>
                <c:pt idx="3990">
                  <c:v>0.05</c:v>
                </c:pt>
                <c:pt idx="3991">
                  <c:v>0.05</c:v>
                </c:pt>
                <c:pt idx="3992">
                  <c:v>0.05</c:v>
                </c:pt>
                <c:pt idx="3993">
                  <c:v>0.05</c:v>
                </c:pt>
                <c:pt idx="3994">
                  <c:v>0.05</c:v>
                </c:pt>
                <c:pt idx="3995">
                  <c:v>0.05</c:v>
                </c:pt>
                <c:pt idx="3996">
                  <c:v>0.05</c:v>
                </c:pt>
                <c:pt idx="3997">
                  <c:v>0.05</c:v>
                </c:pt>
                <c:pt idx="3998">
                  <c:v>0.05</c:v>
                </c:pt>
                <c:pt idx="3999">
                  <c:v>0.05</c:v>
                </c:pt>
                <c:pt idx="4000">
                  <c:v>0.05</c:v>
                </c:pt>
                <c:pt idx="4001">
                  <c:v>0.05</c:v>
                </c:pt>
                <c:pt idx="4002">
                  <c:v>0.05</c:v>
                </c:pt>
                <c:pt idx="4003">
                  <c:v>0.05</c:v>
                </c:pt>
                <c:pt idx="4004">
                  <c:v>0.05</c:v>
                </c:pt>
                <c:pt idx="4005">
                  <c:v>0.05</c:v>
                </c:pt>
                <c:pt idx="4006">
                  <c:v>0.05</c:v>
                </c:pt>
                <c:pt idx="4007">
                  <c:v>0.05</c:v>
                </c:pt>
                <c:pt idx="4008">
                  <c:v>0.05</c:v>
                </c:pt>
                <c:pt idx="4009">
                  <c:v>0.05</c:v>
                </c:pt>
                <c:pt idx="4010">
                  <c:v>0.05</c:v>
                </c:pt>
                <c:pt idx="4011">
                  <c:v>0.05</c:v>
                </c:pt>
                <c:pt idx="4012">
                  <c:v>0.05</c:v>
                </c:pt>
                <c:pt idx="4013">
                  <c:v>0.05</c:v>
                </c:pt>
                <c:pt idx="4014">
                  <c:v>0.05</c:v>
                </c:pt>
                <c:pt idx="4015">
                  <c:v>0.05</c:v>
                </c:pt>
                <c:pt idx="4016">
                  <c:v>0.05</c:v>
                </c:pt>
                <c:pt idx="4017">
                  <c:v>0.05</c:v>
                </c:pt>
                <c:pt idx="4018">
                  <c:v>0.05</c:v>
                </c:pt>
                <c:pt idx="4019">
                  <c:v>0.05</c:v>
                </c:pt>
                <c:pt idx="4020">
                  <c:v>0.05</c:v>
                </c:pt>
                <c:pt idx="4021">
                  <c:v>0.05</c:v>
                </c:pt>
                <c:pt idx="4022">
                  <c:v>0.05</c:v>
                </c:pt>
                <c:pt idx="4023">
                  <c:v>0.05</c:v>
                </c:pt>
                <c:pt idx="4024">
                  <c:v>0.05</c:v>
                </c:pt>
                <c:pt idx="4025">
                  <c:v>0.05</c:v>
                </c:pt>
                <c:pt idx="4026">
                  <c:v>0.05</c:v>
                </c:pt>
                <c:pt idx="4027">
                  <c:v>0.05</c:v>
                </c:pt>
                <c:pt idx="4028">
                  <c:v>0.05</c:v>
                </c:pt>
                <c:pt idx="4029">
                  <c:v>0.05</c:v>
                </c:pt>
                <c:pt idx="4030">
                  <c:v>0.05</c:v>
                </c:pt>
                <c:pt idx="4031">
                  <c:v>0.05</c:v>
                </c:pt>
                <c:pt idx="4032">
                  <c:v>0.05</c:v>
                </c:pt>
                <c:pt idx="4033">
                  <c:v>0.05</c:v>
                </c:pt>
                <c:pt idx="4034">
                  <c:v>0.05</c:v>
                </c:pt>
                <c:pt idx="4035">
                  <c:v>0.05</c:v>
                </c:pt>
                <c:pt idx="4036">
                  <c:v>0.05</c:v>
                </c:pt>
                <c:pt idx="4037">
                  <c:v>0.05</c:v>
                </c:pt>
                <c:pt idx="4038">
                  <c:v>0.05</c:v>
                </c:pt>
                <c:pt idx="4039">
                  <c:v>0.05</c:v>
                </c:pt>
                <c:pt idx="4040">
                  <c:v>0.05</c:v>
                </c:pt>
                <c:pt idx="4041">
                  <c:v>0.05</c:v>
                </c:pt>
                <c:pt idx="4042">
                  <c:v>0.05</c:v>
                </c:pt>
                <c:pt idx="4043">
                  <c:v>0.05</c:v>
                </c:pt>
                <c:pt idx="4044">
                  <c:v>0.05</c:v>
                </c:pt>
                <c:pt idx="4045">
                  <c:v>0.05</c:v>
                </c:pt>
                <c:pt idx="4046">
                  <c:v>0.05</c:v>
                </c:pt>
                <c:pt idx="4047">
                  <c:v>0.05</c:v>
                </c:pt>
                <c:pt idx="4048">
                  <c:v>0.05</c:v>
                </c:pt>
                <c:pt idx="4049">
                  <c:v>0.05</c:v>
                </c:pt>
                <c:pt idx="4050">
                  <c:v>0.05</c:v>
                </c:pt>
                <c:pt idx="4051">
                  <c:v>0.05</c:v>
                </c:pt>
                <c:pt idx="4052">
                  <c:v>0.05</c:v>
                </c:pt>
                <c:pt idx="4053">
                  <c:v>0.05</c:v>
                </c:pt>
                <c:pt idx="4054">
                  <c:v>0.05</c:v>
                </c:pt>
                <c:pt idx="4055">
                  <c:v>0.05</c:v>
                </c:pt>
                <c:pt idx="4056">
                  <c:v>0.05</c:v>
                </c:pt>
                <c:pt idx="4057">
                  <c:v>0.05</c:v>
                </c:pt>
                <c:pt idx="4058">
                  <c:v>0.05</c:v>
                </c:pt>
                <c:pt idx="4059">
                  <c:v>0.05</c:v>
                </c:pt>
                <c:pt idx="4060">
                  <c:v>0.05</c:v>
                </c:pt>
                <c:pt idx="4061">
                  <c:v>0.05</c:v>
                </c:pt>
                <c:pt idx="4062">
                  <c:v>0.05</c:v>
                </c:pt>
                <c:pt idx="4063">
                  <c:v>0.05</c:v>
                </c:pt>
                <c:pt idx="4064">
                  <c:v>0.05</c:v>
                </c:pt>
                <c:pt idx="4065">
                  <c:v>0.05</c:v>
                </c:pt>
                <c:pt idx="4066">
                  <c:v>0.05</c:v>
                </c:pt>
                <c:pt idx="4067">
                  <c:v>0.05</c:v>
                </c:pt>
                <c:pt idx="4068">
                  <c:v>0.05</c:v>
                </c:pt>
                <c:pt idx="4069">
                  <c:v>0.05</c:v>
                </c:pt>
                <c:pt idx="4070">
                  <c:v>0.05</c:v>
                </c:pt>
                <c:pt idx="4071">
                  <c:v>0.05</c:v>
                </c:pt>
                <c:pt idx="4072">
                  <c:v>0.05</c:v>
                </c:pt>
                <c:pt idx="4073">
                  <c:v>0.05</c:v>
                </c:pt>
                <c:pt idx="4074">
                  <c:v>0.05</c:v>
                </c:pt>
                <c:pt idx="4075">
                  <c:v>0.05</c:v>
                </c:pt>
                <c:pt idx="4076">
                  <c:v>0.05</c:v>
                </c:pt>
                <c:pt idx="4077">
                  <c:v>0.05</c:v>
                </c:pt>
                <c:pt idx="4078">
                  <c:v>0.05</c:v>
                </c:pt>
                <c:pt idx="4079">
                  <c:v>0.05</c:v>
                </c:pt>
                <c:pt idx="4080">
                  <c:v>0.05</c:v>
                </c:pt>
                <c:pt idx="4081">
                  <c:v>0.05</c:v>
                </c:pt>
                <c:pt idx="4082">
                  <c:v>0.05</c:v>
                </c:pt>
                <c:pt idx="4083">
                  <c:v>0.05</c:v>
                </c:pt>
                <c:pt idx="4084">
                  <c:v>0.05</c:v>
                </c:pt>
                <c:pt idx="4085">
                  <c:v>0.05</c:v>
                </c:pt>
                <c:pt idx="4086">
                  <c:v>0.05</c:v>
                </c:pt>
                <c:pt idx="4087">
                  <c:v>0.05</c:v>
                </c:pt>
                <c:pt idx="4088">
                  <c:v>0.05</c:v>
                </c:pt>
                <c:pt idx="4089">
                  <c:v>0.05</c:v>
                </c:pt>
                <c:pt idx="4090">
                  <c:v>0.05</c:v>
                </c:pt>
                <c:pt idx="4091">
                  <c:v>0.05</c:v>
                </c:pt>
                <c:pt idx="4092">
                  <c:v>0.05</c:v>
                </c:pt>
                <c:pt idx="4093">
                  <c:v>0.05</c:v>
                </c:pt>
                <c:pt idx="4094">
                  <c:v>0.05</c:v>
                </c:pt>
                <c:pt idx="4095">
                  <c:v>0.05</c:v>
                </c:pt>
                <c:pt idx="4096">
                  <c:v>0.05</c:v>
                </c:pt>
                <c:pt idx="4097">
                  <c:v>0.05</c:v>
                </c:pt>
                <c:pt idx="4098">
                  <c:v>0.05</c:v>
                </c:pt>
                <c:pt idx="4099">
                  <c:v>0.05</c:v>
                </c:pt>
                <c:pt idx="4100">
                  <c:v>0.05</c:v>
                </c:pt>
                <c:pt idx="4101">
                  <c:v>0.05</c:v>
                </c:pt>
                <c:pt idx="4102">
                  <c:v>0.05</c:v>
                </c:pt>
                <c:pt idx="4103">
                  <c:v>0.05</c:v>
                </c:pt>
                <c:pt idx="4104">
                  <c:v>0.05</c:v>
                </c:pt>
                <c:pt idx="4105">
                  <c:v>0.05</c:v>
                </c:pt>
                <c:pt idx="4106">
                  <c:v>0.05</c:v>
                </c:pt>
                <c:pt idx="4107">
                  <c:v>0.05</c:v>
                </c:pt>
                <c:pt idx="4108">
                  <c:v>0.05</c:v>
                </c:pt>
                <c:pt idx="4109">
                  <c:v>0.05</c:v>
                </c:pt>
                <c:pt idx="4110">
                  <c:v>0.05</c:v>
                </c:pt>
                <c:pt idx="4111">
                  <c:v>0.05</c:v>
                </c:pt>
                <c:pt idx="4112">
                  <c:v>0.05</c:v>
                </c:pt>
                <c:pt idx="4113">
                  <c:v>0.05</c:v>
                </c:pt>
                <c:pt idx="4114">
                  <c:v>0.05</c:v>
                </c:pt>
                <c:pt idx="4115">
                  <c:v>0.05</c:v>
                </c:pt>
                <c:pt idx="4116">
                  <c:v>0.05</c:v>
                </c:pt>
                <c:pt idx="4117">
                  <c:v>0.05</c:v>
                </c:pt>
                <c:pt idx="4118">
                  <c:v>0.05</c:v>
                </c:pt>
                <c:pt idx="4119">
                  <c:v>0.05</c:v>
                </c:pt>
                <c:pt idx="4120">
                  <c:v>0.05</c:v>
                </c:pt>
                <c:pt idx="4121">
                  <c:v>0.05</c:v>
                </c:pt>
                <c:pt idx="4122">
                  <c:v>0.05</c:v>
                </c:pt>
                <c:pt idx="4123">
                  <c:v>0.05</c:v>
                </c:pt>
                <c:pt idx="4124">
                  <c:v>0.05</c:v>
                </c:pt>
                <c:pt idx="4125">
                  <c:v>0.05</c:v>
                </c:pt>
                <c:pt idx="4126">
                  <c:v>0.05</c:v>
                </c:pt>
                <c:pt idx="4127">
                  <c:v>0.05</c:v>
                </c:pt>
                <c:pt idx="4128">
                  <c:v>0.05</c:v>
                </c:pt>
                <c:pt idx="4129">
                  <c:v>0.05</c:v>
                </c:pt>
                <c:pt idx="4130">
                  <c:v>0.05</c:v>
                </c:pt>
                <c:pt idx="4131">
                  <c:v>0.05</c:v>
                </c:pt>
                <c:pt idx="4132">
                  <c:v>0.05</c:v>
                </c:pt>
                <c:pt idx="4133">
                  <c:v>0.05</c:v>
                </c:pt>
                <c:pt idx="4134">
                  <c:v>0.05</c:v>
                </c:pt>
                <c:pt idx="4135">
                  <c:v>0.05</c:v>
                </c:pt>
                <c:pt idx="4136">
                  <c:v>0.05</c:v>
                </c:pt>
                <c:pt idx="4137">
                  <c:v>0.05</c:v>
                </c:pt>
                <c:pt idx="4138">
                  <c:v>0.05</c:v>
                </c:pt>
                <c:pt idx="4139">
                  <c:v>0.05</c:v>
                </c:pt>
                <c:pt idx="4140">
                  <c:v>0.05</c:v>
                </c:pt>
                <c:pt idx="4141">
                  <c:v>0.05</c:v>
                </c:pt>
                <c:pt idx="4142">
                  <c:v>0.05</c:v>
                </c:pt>
                <c:pt idx="4143">
                  <c:v>0.05</c:v>
                </c:pt>
                <c:pt idx="4144">
                  <c:v>0.05</c:v>
                </c:pt>
                <c:pt idx="4145">
                  <c:v>0.05</c:v>
                </c:pt>
                <c:pt idx="4146">
                  <c:v>0.05</c:v>
                </c:pt>
                <c:pt idx="4147">
                  <c:v>0.05</c:v>
                </c:pt>
                <c:pt idx="4148">
                  <c:v>0.05</c:v>
                </c:pt>
                <c:pt idx="4149">
                  <c:v>0.05</c:v>
                </c:pt>
                <c:pt idx="4150">
                  <c:v>0.05</c:v>
                </c:pt>
                <c:pt idx="4151">
                  <c:v>0.05</c:v>
                </c:pt>
                <c:pt idx="4152">
                  <c:v>0.05</c:v>
                </c:pt>
                <c:pt idx="4153">
                  <c:v>0.05</c:v>
                </c:pt>
                <c:pt idx="4154">
                  <c:v>0.05</c:v>
                </c:pt>
                <c:pt idx="4155">
                  <c:v>0.05</c:v>
                </c:pt>
                <c:pt idx="4156">
                  <c:v>0.05</c:v>
                </c:pt>
                <c:pt idx="4157">
                  <c:v>0.05</c:v>
                </c:pt>
                <c:pt idx="4158">
                  <c:v>0.05</c:v>
                </c:pt>
                <c:pt idx="4159">
                  <c:v>0.05</c:v>
                </c:pt>
                <c:pt idx="4160">
                  <c:v>0.05</c:v>
                </c:pt>
                <c:pt idx="4161">
                  <c:v>0.05</c:v>
                </c:pt>
                <c:pt idx="4162">
                  <c:v>0.05</c:v>
                </c:pt>
                <c:pt idx="4163">
                  <c:v>0.05</c:v>
                </c:pt>
                <c:pt idx="4164">
                  <c:v>0.05</c:v>
                </c:pt>
                <c:pt idx="4165">
                  <c:v>0.05</c:v>
                </c:pt>
                <c:pt idx="4166">
                  <c:v>0.05</c:v>
                </c:pt>
                <c:pt idx="4167">
                  <c:v>0.05</c:v>
                </c:pt>
                <c:pt idx="4168">
                  <c:v>0.05</c:v>
                </c:pt>
                <c:pt idx="4169">
                  <c:v>0.05</c:v>
                </c:pt>
                <c:pt idx="4170">
                  <c:v>0.05</c:v>
                </c:pt>
                <c:pt idx="4171">
                  <c:v>0.05</c:v>
                </c:pt>
                <c:pt idx="4172">
                  <c:v>0.05</c:v>
                </c:pt>
                <c:pt idx="4173">
                  <c:v>0.05</c:v>
                </c:pt>
                <c:pt idx="4174">
                  <c:v>0.05</c:v>
                </c:pt>
                <c:pt idx="4175">
                  <c:v>0.05</c:v>
                </c:pt>
                <c:pt idx="4176">
                  <c:v>0.05</c:v>
                </c:pt>
                <c:pt idx="4177">
                  <c:v>0.05</c:v>
                </c:pt>
                <c:pt idx="4178">
                  <c:v>0.05</c:v>
                </c:pt>
                <c:pt idx="4179">
                  <c:v>0.05</c:v>
                </c:pt>
                <c:pt idx="4180">
                  <c:v>0.05</c:v>
                </c:pt>
                <c:pt idx="4181">
                  <c:v>0.05</c:v>
                </c:pt>
                <c:pt idx="4182">
                  <c:v>0.05</c:v>
                </c:pt>
                <c:pt idx="4183">
                  <c:v>0.05</c:v>
                </c:pt>
                <c:pt idx="4184">
                  <c:v>0.05</c:v>
                </c:pt>
                <c:pt idx="4185">
                  <c:v>0.05</c:v>
                </c:pt>
                <c:pt idx="4186">
                  <c:v>0.05</c:v>
                </c:pt>
                <c:pt idx="4187">
                  <c:v>0.05</c:v>
                </c:pt>
                <c:pt idx="4188">
                  <c:v>0.05</c:v>
                </c:pt>
                <c:pt idx="4189">
                  <c:v>0.05</c:v>
                </c:pt>
                <c:pt idx="4190">
                  <c:v>0.05</c:v>
                </c:pt>
                <c:pt idx="4191">
                  <c:v>0.05</c:v>
                </c:pt>
                <c:pt idx="4192">
                  <c:v>0.05</c:v>
                </c:pt>
                <c:pt idx="4193">
                  <c:v>0.05</c:v>
                </c:pt>
                <c:pt idx="4194">
                  <c:v>0.05</c:v>
                </c:pt>
                <c:pt idx="4195">
                  <c:v>0.05</c:v>
                </c:pt>
                <c:pt idx="4196">
                  <c:v>0.05</c:v>
                </c:pt>
                <c:pt idx="4197">
                  <c:v>0.05</c:v>
                </c:pt>
                <c:pt idx="4198">
                  <c:v>0.05</c:v>
                </c:pt>
                <c:pt idx="4199">
                  <c:v>0.05</c:v>
                </c:pt>
                <c:pt idx="4200">
                  <c:v>0.05</c:v>
                </c:pt>
                <c:pt idx="4201">
                  <c:v>0.05</c:v>
                </c:pt>
                <c:pt idx="4202">
                  <c:v>0.05</c:v>
                </c:pt>
                <c:pt idx="4203">
                  <c:v>0.05</c:v>
                </c:pt>
                <c:pt idx="4204">
                  <c:v>0.05</c:v>
                </c:pt>
                <c:pt idx="4205">
                  <c:v>0.05</c:v>
                </c:pt>
                <c:pt idx="4206">
                  <c:v>0.05</c:v>
                </c:pt>
                <c:pt idx="4207">
                  <c:v>0.05</c:v>
                </c:pt>
                <c:pt idx="4208">
                  <c:v>0.05</c:v>
                </c:pt>
                <c:pt idx="4209">
                  <c:v>0.05</c:v>
                </c:pt>
                <c:pt idx="4210">
                  <c:v>0.05</c:v>
                </c:pt>
                <c:pt idx="4211">
                  <c:v>0.05</c:v>
                </c:pt>
                <c:pt idx="4212">
                  <c:v>0.05</c:v>
                </c:pt>
                <c:pt idx="4213">
                  <c:v>0.05</c:v>
                </c:pt>
                <c:pt idx="4214">
                  <c:v>0.05</c:v>
                </c:pt>
                <c:pt idx="4215">
                  <c:v>0.05</c:v>
                </c:pt>
                <c:pt idx="4216">
                  <c:v>0.05</c:v>
                </c:pt>
                <c:pt idx="4217">
                  <c:v>0.05</c:v>
                </c:pt>
                <c:pt idx="4218">
                  <c:v>0.05</c:v>
                </c:pt>
                <c:pt idx="4219">
                  <c:v>0.05</c:v>
                </c:pt>
                <c:pt idx="4220">
                  <c:v>0.05</c:v>
                </c:pt>
                <c:pt idx="4221">
                  <c:v>0.05</c:v>
                </c:pt>
                <c:pt idx="4222">
                  <c:v>0.05</c:v>
                </c:pt>
                <c:pt idx="4223">
                  <c:v>0.05</c:v>
                </c:pt>
                <c:pt idx="4224">
                  <c:v>0.05</c:v>
                </c:pt>
                <c:pt idx="4225">
                  <c:v>0.05</c:v>
                </c:pt>
                <c:pt idx="4226">
                  <c:v>0.05</c:v>
                </c:pt>
                <c:pt idx="4227">
                  <c:v>0.05</c:v>
                </c:pt>
                <c:pt idx="4228">
                  <c:v>0.05</c:v>
                </c:pt>
                <c:pt idx="4229">
                  <c:v>0.05</c:v>
                </c:pt>
                <c:pt idx="4230">
                  <c:v>0.05</c:v>
                </c:pt>
                <c:pt idx="4231">
                  <c:v>0.05</c:v>
                </c:pt>
                <c:pt idx="4232">
                  <c:v>0.05</c:v>
                </c:pt>
                <c:pt idx="4233">
                  <c:v>0.05</c:v>
                </c:pt>
                <c:pt idx="4234">
                  <c:v>0.05</c:v>
                </c:pt>
                <c:pt idx="4235">
                  <c:v>0.05</c:v>
                </c:pt>
                <c:pt idx="4236">
                  <c:v>0.05</c:v>
                </c:pt>
                <c:pt idx="4237">
                  <c:v>0.05</c:v>
                </c:pt>
                <c:pt idx="4238">
                  <c:v>0.05</c:v>
                </c:pt>
                <c:pt idx="4239">
                  <c:v>0.05</c:v>
                </c:pt>
                <c:pt idx="4240">
                  <c:v>0.05</c:v>
                </c:pt>
                <c:pt idx="4241">
                  <c:v>0.05</c:v>
                </c:pt>
                <c:pt idx="4242">
                  <c:v>0.05</c:v>
                </c:pt>
                <c:pt idx="4243">
                  <c:v>0.05</c:v>
                </c:pt>
                <c:pt idx="4244">
                  <c:v>0.05</c:v>
                </c:pt>
                <c:pt idx="4245">
                  <c:v>0.05</c:v>
                </c:pt>
                <c:pt idx="4246">
                  <c:v>0.05</c:v>
                </c:pt>
                <c:pt idx="4247">
                  <c:v>0.05</c:v>
                </c:pt>
                <c:pt idx="4248">
                  <c:v>0.05</c:v>
                </c:pt>
                <c:pt idx="4249">
                  <c:v>0.05</c:v>
                </c:pt>
                <c:pt idx="4250">
                  <c:v>0.05</c:v>
                </c:pt>
                <c:pt idx="4251">
                  <c:v>0.05</c:v>
                </c:pt>
                <c:pt idx="4252">
                  <c:v>0.05</c:v>
                </c:pt>
                <c:pt idx="4253">
                  <c:v>0.05</c:v>
                </c:pt>
                <c:pt idx="4254">
                  <c:v>0.05</c:v>
                </c:pt>
                <c:pt idx="4255">
                  <c:v>0.05</c:v>
                </c:pt>
                <c:pt idx="4256">
                  <c:v>0.05</c:v>
                </c:pt>
                <c:pt idx="4257">
                  <c:v>0.05</c:v>
                </c:pt>
                <c:pt idx="4258">
                  <c:v>0.05</c:v>
                </c:pt>
                <c:pt idx="4259">
                  <c:v>0.05</c:v>
                </c:pt>
                <c:pt idx="4260">
                  <c:v>0.05</c:v>
                </c:pt>
                <c:pt idx="4261">
                  <c:v>0.05</c:v>
                </c:pt>
                <c:pt idx="4262">
                  <c:v>0.05</c:v>
                </c:pt>
                <c:pt idx="4263">
                  <c:v>0.05</c:v>
                </c:pt>
                <c:pt idx="4264">
                  <c:v>0.05</c:v>
                </c:pt>
                <c:pt idx="4265">
                  <c:v>0.05</c:v>
                </c:pt>
                <c:pt idx="4266">
                  <c:v>0.05</c:v>
                </c:pt>
                <c:pt idx="4267">
                  <c:v>0.05</c:v>
                </c:pt>
                <c:pt idx="4268">
                  <c:v>0.05</c:v>
                </c:pt>
                <c:pt idx="4269">
                  <c:v>0.05</c:v>
                </c:pt>
                <c:pt idx="4270">
                  <c:v>0.05</c:v>
                </c:pt>
                <c:pt idx="4271">
                  <c:v>0.05</c:v>
                </c:pt>
                <c:pt idx="4272">
                  <c:v>0.05</c:v>
                </c:pt>
                <c:pt idx="4273">
                  <c:v>0.05</c:v>
                </c:pt>
                <c:pt idx="4274">
                  <c:v>0.05</c:v>
                </c:pt>
                <c:pt idx="4275">
                  <c:v>0.05</c:v>
                </c:pt>
                <c:pt idx="4276">
                  <c:v>0.05</c:v>
                </c:pt>
                <c:pt idx="4277">
                  <c:v>0.05</c:v>
                </c:pt>
                <c:pt idx="4278">
                  <c:v>0.05</c:v>
                </c:pt>
                <c:pt idx="4279">
                  <c:v>0.05</c:v>
                </c:pt>
                <c:pt idx="4280">
                  <c:v>0.05</c:v>
                </c:pt>
                <c:pt idx="4281">
                  <c:v>0.05</c:v>
                </c:pt>
                <c:pt idx="4282">
                  <c:v>0.05</c:v>
                </c:pt>
                <c:pt idx="4283">
                  <c:v>0.05</c:v>
                </c:pt>
                <c:pt idx="4284">
                  <c:v>0.05</c:v>
                </c:pt>
                <c:pt idx="4285">
                  <c:v>0.05</c:v>
                </c:pt>
                <c:pt idx="4286">
                  <c:v>0.05</c:v>
                </c:pt>
                <c:pt idx="4287">
                  <c:v>0.05</c:v>
                </c:pt>
                <c:pt idx="4288">
                  <c:v>0.05</c:v>
                </c:pt>
                <c:pt idx="4289">
                  <c:v>0.05</c:v>
                </c:pt>
                <c:pt idx="4290">
                  <c:v>0.05</c:v>
                </c:pt>
                <c:pt idx="4291">
                  <c:v>0.05</c:v>
                </c:pt>
                <c:pt idx="4292">
                  <c:v>0.05</c:v>
                </c:pt>
                <c:pt idx="4293">
                  <c:v>0.05</c:v>
                </c:pt>
                <c:pt idx="4294">
                  <c:v>0.05</c:v>
                </c:pt>
                <c:pt idx="4295">
                  <c:v>0.05</c:v>
                </c:pt>
                <c:pt idx="4296">
                  <c:v>0.05</c:v>
                </c:pt>
                <c:pt idx="4297">
                  <c:v>0.05</c:v>
                </c:pt>
                <c:pt idx="4298">
                  <c:v>0.05</c:v>
                </c:pt>
                <c:pt idx="4299">
                  <c:v>0.05</c:v>
                </c:pt>
                <c:pt idx="4300">
                  <c:v>0.05</c:v>
                </c:pt>
                <c:pt idx="4301">
                  <c:v>0.05</c:v>
                </c:pt>
                <c:pt idx="4302">
                  <c:v>0.05</c:v>
                </c:pt>
                <c:pt idx="4303">
                  <c:v>0.05</c:v>
                </c:pt>
                <c:pt idx="4304">
                  <c:v>0.05</c:v>
                </c:pt>
                <c:pt idx="4305">
                  <c:v>0.05</c:v>
                </c:pt>
                <c:pt idx="4306">
                  <c:v>0.05</c:v>
                </c:pt>
                <c:pt idx="4307">
                  <c:v>0.05</c:v>
                </c:pt>
                <c:pt idx="4308">
                  <c:v>0.05</c:v>
                </c:pt>
                <c:pt idx="4309">
                  <c:v>0.05</c:v>
                </c:pt>
                <c:pt idx="4310">
                  <c:v>0.05</c:v>
                </c:pt>
                <c:pt idx="4311">
                  <c:v>0.15</c:v>
                </c:pt>
                <c:pt idx="4312">
                  <c:v>0.15</c:v>
                </c:pt>
                <c:pt idx="4313">
                  <c:v>0.15</c:v>
                </c:pt>
                <c:pt idx="4314">
                  <c:v>0.15</c:v>
                </c:pt>
                <c:pt idx="4315">
                  <c:v>0.15</c:v>
                </c:pt>
                <c:pt idx="4316">
                  <c:v>0.15</c:v>
                </c:pt>
                <c:pt idx="4317">
                  <c:v>0.15</c:v>
                </c:pt>
                <c:pt idx="4318">
                  <c:v>0.15</c:v>
                </c:pt>
                <c:pt idx="4319">
                  <c:v>0.15</c:v>
                </c:pt>
                <c:pt idx="4320">
                  <c:v>0.15</c:v>
                </c:pt>
                <c:pt idx="4321">
                  <c:v>0.15</c:v>
                </c:pt>
                <c:pt idx="4322">
                  <c:v>0.15</c:v>
                </c:pt>
                <c:pt idx="4323">
                  <c:v>0.15</c:v>
                </c:pt>
                <c:pt idx="4324">
                  <c:v>0.15</c:v>
                </c:pt>
                <c:pt idx="4325">
                  <c:v>0.15</c:v>
                </c:pt>
                <c:pt idx="4326">
                  <c:v>0.15</c:v>
                </c:pt>
                <c:pt idx="4327">
                  <c:v>0.15</c:v>
                </c:pt>
                <c:pt idx="4328">
                  <c:v>0.15</c:v>
                </c:pt>
                <c:pt idx="4329">
                  <c:v>0.15</c:v>
                </c:pt>
                <c:pt idx="4330">
                  <c:v>0.15</c:v>
                </c:pt>
                <c:pt idx="4331">
                  <c:v>0.15</c:v>
                </c:pt>
                <c:pt idx="4332">
                  <c:v>0.15</c:v>
                </c:pt>
                <c:pt idx="4333">
                  <c:v>0.15</c:v>
                </c:pt>
                <c:pt idx="4334">
                  <c:v>0.15</c:v>
                </c:pt>
                <c:pt idx="4335">
                  <c:v>0.15</c:v>
                </c:pt>
                <c:pt idx="4336">
                  <c:v>0.15</c:v>
                </c:pt>
                <c:pt idx="4337">
                  <c:v>0.15</c:v>
                </c:pt>
                <c:pt idx="4338">
                  <c:v>0.15</c:v>
                </c:pt>
                <c:pt idx="4339">
                  <c:v>0.15</c:v>
                </c:pt>
                <c:pt idx="4340">
                  <c:v>0.15</c:v>
                </c:pt>
                <c:pt idx="4341">
                  <c:v>0.15</c:v>
                </c:pt>
                <c:pt idx="4342">
                  <c:v>0.15</c:v>
                </c:pt>
                <c:pt idx="4343">
                  <c:v>0.15</c:v>
                </c:pt>
                <c:pt idx="4344">
                  <c:v>0.15</c:v>
                </c:pt>
                <c:pt idx="4345">
                  <c:v>0.15</c:v>
                </c:pt>
                <c:pt idx="4346">
                  <c:v>0.15</c:v>
                </c:pt>
                <c:pt idx="4347">
                  <c:v>0.15</c:v>
                </c:pt>
                <c:pt idx="4348">
                  <c:v>0.15</c:v>
                </c:pt>
                <c:pt idx="4349">
                  <c:v>0.15</c:v>
                </c:pt>
                <c:pt idx="4350">
                  <c:v>0.15</c:v>
                </c:pt>
                <c:pt idx="4351">
                  <c:v>0.15</c:v>
                </c:pt>
                <c:pt idx="4352">
                  <c:v>0.15</c:v>
                </c:pt>
                <c:pt idx="4353">
                  <c:v>0.15</c:v>
                </c:pt>
                <c:pt idx="4354">
                  <c:v>0.15</c:v>
                </c:pt>
                <c:pt idx="4355">
                  <c:v>0.15</c:v>
                </c:pt>
                <c:pt idx="4356">
                  <c:v>0.15</c:v>
                </c:pt>
                <c:pt idx="4357">
                  <c:v>0.15</c:v>
                </c:pt>
                <c:pt idx="4358">
                  <c:v>0.15</c:v>
                </c:pt>
                <c:pt idx="4359">
                  <c:v>0.15</c:v>
                </c:pt>
                <c:pt idx="4360">
                  <c:v>0.15</c:v>
                </c:pt>
                <c:pt idx="4361">
                  <c:v>0.15</c:v>
                </c:pt>
                <c:pt idx="4362">
                  <c:v>0.15</c:v>
                </c:pt>
                <c:pt idx="4363">
                  <c:v>0.15</c:v>
                </c:pt>
                <c:pt idx="4364">
                  <c:v>0.15</c:v>
                </c:pt>
                <c:pt idx="4365">
                  <c:v>0.15</c:v>
                </c:pt>
                <c:pt idx="4366">
                  <c:v>0.15</c:v>
                </c:pt>
                <c:pt idx="4367">
                  <c:v>0.15</c:v>
                </c:pt>
                <c:pt idx="4368">
                  <c:v>0.15</c:v>
                </c:pt>
                <c:pt idx="4369">
                  <c:v>0.15</c:v>
                </c:pt>
                <c:pt idx="4370">
                  <c:v>0.15</c:v>
                </c:pt>
                <c:pt idx="4371">
                  <c:v>0.15</c:v>
                </c:pt>
                <c:pt idx="4372">
                  <c:v>0.15</c:v>
                </c:pt>
                <c:pt idx="4373">
                  <c:v>0.15</c:v>
                </c:pt>
                <c:pt idx="4374">
                  <c:v>0.15</c:v>
                </c:pt>
                <c:pt idx="4375">
                  <c:v>0.15</c:v>
                </c:pt>
                <c:pt idx="4376">
                  <c:v>0.15</c:v>
                </c:pt>
                <c:pt idx="4377">
                  <c:v>0.15</c:v>
                </c:pt>
                <c:pt idx="4378">
                  <c:v>0.15</c:v>
                </c:pt>
                <c:pt idx="4379">
                  <c:v>0.15</c:v>
                </c:pt>
                <c:pt idx="4380">
                  <c:v>0.15</c:v>
                </c:pt>
                <c:pt idx="4381">
                  <c:v>0.15</c:v>
                </c:pt>
                <c:pt idx="4382">
                  <c:v>0.15</c:v>
                </c:pt>
                <c:pt idx="4383">
                  <c:v>0.15</c:v>
                </c:pt>
                <c:pt idx="4384">
                  <c:v>0.15</c:v>
                </c:pt>
                <c:pt idx="4385">
                  <c:v>0.15</c:v>
                </c:pt>
                <c:pt idx="4386">
                  <c:v>0.15</c:v>
                </c:pt>
                <c:pt idx="4387">
                  <c:v>0.15</c:v>
                </c:pt>
                <c:pt idx="4388">
                  <c:v>0.15</c:v>
                </c:pt>
                <c:pt idx="4389">
                  <c:v>0.15</c:v>
                </c:pt>
                <c:pt idx="4390">
                  <c:v>0.15</c:v>
                </c:pt>
                <c:pt idx="4391">
                  <c:v>0.15</c:v>
                </c:pt>
                <c:pt idx="4392">
                  <c:v>0.15</c:v>
                </c:pt>
                <c:pt idx="4393">
                  <c:v>0.15</c:v>
                </c:pt>
                <c:pt idx="4394">
                  <c:v>0.15</c:v>
                </c:pt>
                <c:pt idx="4395">
                  <c:v>0.15</c:v>
                </c:pt>
                <c:pt idx="4396">
                  <c:v>0.15</c:v>
                </c:pt>
                <c:pt idx="4397">
                  <c:v>0.15</c:v>
                </c:pt>
                <c:pt idx="4398">
                  <c:v>0.15</c:v>
                </c:pt>
                <c:pt idx="4399">
                  <c:v>0.15</c:v>
                </c:pt>
                <c:pt idx="4400">
                  <c:v>0.15</c:v>
                </c:pt>
                <c:pt idx="4401">
                  <c:v>0.15</c:v>
                </c:pt>
                <c:pt idx="4402">
                  <c:v>0.25</c:v>
                </c:pt>
                <c:pt idx="4403">
                  <c:v>0.25</c:v>
                </c:pt>
                <c:pt idx="4404">
                  <c:v>0.25</c:v>
                </c:pt>
                <c:pt idx="4405">
                  <c:v>0.25</c:v>
                </c:pt>
                <c:pt idx="4406">
                  <c:v>0.25</c:v>
                </c:pt>
                <c:pt idx="4407">
                  <c:v>0.25</c:v>
                </c:pt>
                <c:pt idx="4408">
                  <c:v>0.25</c:v>
                </c:pt>
                <c:pt idx="4409">
                  <c:v>0.25</c:v>
                </c:pt>
                <c:pt idx="4410">
                  <c:v>0.25</c:v>
                </c:pt>
                <c:pt idx="4411">
                  <c:v>0.25</c:v>
                </c:pt>
                <c:pt idx="4412">
                  <c:v>0.25</c:v>
                </c:pt>
                <c:pt idx="4413">
                  <c:v>0.25</c:v>
                </c:pt>
                <c:pt idx="4414">
                  <c:v>0.25</c:v>
                </c:pt>
                <c:pt idx="4415">
                  <c:v>0.25</c:v>
                </c:pt>
                <c:pt idx="4416">
                  <c:v>0.25</c:v>
                </c:pt>
                <c:pt idx="4417">
                  <c:v>0.25</c:v>
                </c:pt>
                <c:pt idx="4418">
                  <c:v>0.25</c:v>
                </c:pt>
                <c:pt idx="4419">
                  <c:v>0.25</c:v>
                </c:pt>
                <c:pt idx="4420">
                  <c:v>0.25</c:v>
                </c:pt>
                <c:pt idx="4421">
                  <c:v>0.25</c:v>
                </c:pt>
                <c:pt idx="4422">
                  <c:v>0.25</c:v>
                </c:pt>
                <c:pt idx="4423">
                  <c:v>0.25</c:v>
                </c:pt>
                <c:pt idx="4424">
                  <c:v>0.25</c:v>
                </c:pt>
                <c:pt idx="4425">
                  <c:v>0.25</c:v>
                </c:pt>
                <c:pt idx="4426">
                  <c:v>0.25</c:v>
                </c:pt>
                <c:pt idx="4427">
                  <c:v>0.25</c:v>
                </c:pt>
                <c:pt idx="4428">
                  <c:v>0.25</c:v>
                </c:pt>
                <c:pt idx="4429">
                  <c:v>0.25</c:v>
                </c:pt>
                <c:pt idx="4430">
                  <c:v>0.25</c:v>
                </c:pt>
                <c:pt idx="4431">
                  <c:v>0.25</c:v>
                </c:pt>
                <c:pt idx="4432">
                  <c:v>0.25</c:v>
                </c:pt>
                <c:pt idx="4433">
                  <c:v>0.25</c:v>
                </c:pt>
                <c:pt idx="4434">
                  <c:v>0.25</c:v>
                </c:pt>
                <c:pt idx="4435">
                  <c:v>0.25</c:v>
                </c:pt>
                <c:pt idx="4436">
                  <c:v>0.25</c:v>
                </c:pt>
                <c:pt idx="4437">
                  <c:v>0.25</c:v>
                </c:pt>
                <c:pt idx="4438">
                  <c:v>0.25</c:v>
                </c:pt>
                <c:pt idx="4439">
                  <c:v>0.25</c:v>
                </c:pt>
                <c:pt idx="4440">
                  <c:v>0.25</c:v>
                </c:pt>
                <c:pt idx="4441">
                  <c:v>0.25</c:v>
                </c:pt>
                <c:pt idx="4442">
                  <c:v>0.25</c:v>
                </c:pt>
                <c:pt idx="4443">
                  <c:v>0.25</c:v>
                </c:pt>
                <c:pt idx="4444">
                  <c:v>0.25</c:v>
                </c:pt>
                <c:pt idx="4445">
                  <c:v>0.25</c:v>
                </c:pt>
                <c:pt idx="4446">
                  <c:v>0.25</c:v>
                </c:pt>
                <c:pt idx="4447">
                  <c:v>0.25</c:v>
                </c:pt>
                <c:pt idx="4448">
                  <c:v>0.25</c:v>
                </c:pt>
                <c:pt idx="4449">
                  <c:v>0.25</c:v>
                </c:pt>
                <c:pt idx="4450">
                  <c:v>0.25</c:v>
                </c:pt>
                <c:pt idx="4451">
                  <c:v>0.25</c:v>
                </c:pt>
                <c:pt idx="4452">
                  <c:v>0.25</c:v>
                </c:pt>
                <c:pt idx="4453">
                  <c:v>0.25</c:v>
                </c:pt>
                <c:pt idx="4454">
                  <c:v>0.25</c:v>
                </c:pt>
                <c:pt idx="4455">
                  <c:v>0.25</c:v>
                </c:pt>
                <c:pt idx="4456">
                  <c:v>0.25</c:v>
                </c:pt>
                <c:pt idx="4457">
                  <c:v>0.25</c:v>
                </c:pt>
                <c:pt idx="4458">
                  <c:v>0.25</c:v>
                </c:pt>
                <c:pt idx="4459">
                  <c:v>0.25</c:v>
                </c:pt>
                <c:pt idx="4460">
                  <c:v>0.25</c:v>
                </c:pt>
                <c:pt idx="4461">
                  <c:v>0.25</c:v>
                </c:pt>
                <c:pt idx="4462">
                  <c:v>0.25</c:v>
                </c:pt>
                <c:pt idx="4463">
                  <c:v>0.25</c:v>
                </c:pt>
                <c:pt idx="4464">
                  <c:v>0.25</c:v>
                </c:pt>
                <c:pt idx="4465">
                  <c:v>0.25</c:v>
                </c:pt>
                <c:pt idx="4466">
                  <c:v>0.25</c:v>
                </c:pt>
                <c:pt idx="4467">
                  <c:v>0.25</c:v>
                </c:pt>
                <c:pt idx="4468">
                  <c:v>0.25</c:v>
                </c:pt>
                <c:pt idx="4469">
                  <c:v>0.25</c:v>
                </c:pt>
                <c:pt idx="4470">
                  <c:v>0.25</c:v>
                </c:pt>
                <c:pt idx="4471">
                  <c:v>0.25</c:v>
                </c:pt>
                <c:pt idx="4472">
                  <c:v>0.25</c:v>
                </c:pt>
                <c:pt idx="4473">
                  <c:v>0.25</c:v>
                </c:pt>
                <c:pt idx="4474">
                  <c:v>0.25</c:v>
                </c:pt>
                <c:pt idx="4475">
                  <c:v>0.25</c:v>
                </c:pt>
                <c:pt idx="4476">
                  <c:v>0.25</c:v>
                </c:pt>
                <c:pt idx="4477">
                  <c:v>0.25</c:v>
                </c:pt>
                <c:pt idx="4478">
                  <c:v>0.25</c:v>
                </c:pt>
                <c:pt idx="4479">
                  <c:v>0.25</c:v>
                </c:pt>
                <c:pt idx="4480">
                  <c:v>0.25</c:v>
                </c:pt>
                <c:pt idx="4481">
                  <c:v>0.25</c:v>
                </c:pt>
                <c:pt idx="4482">
                  <c:v>0.25</c:v>
                </c:pt>
                <c:pt idx="4483">
                  <c:v>0.25</c:v>
                </c:pt>
                <c:pt idx="4484">
                  <c:v>0.25</c:v>
                </c:pt>
                <c:pt idx="4485">
                  <c:v>0.25</c:v>
                </c:pt>
                <c:pt idx="4486">
                  <c:v>0.25</c:v>
                </c:pt>
                <c:pt idx="4487">
                  <c:v>0.25</c:v>
                </c:pt>
                <c:pt idx="4488">
                  <c:v>0.25</c:v>
                </c:pt>
                <c:pt idx="4489">
                  <c:v>0.25</c:v>
                </c:pt>
                <c:pt idx="4490">
                  <c:v>0.25</c:v>
                </c:pt>
                <c:pt idx="4491">
                  <c:v>0.25</c:v>
                </c:pt>
                <c:pt idx="4492">
                  <c:v>0.25</c:v>
                </c:pt>
                <c:pt idx="4493">
                  <c:v>0.25</c:v>
                </c:pt>
                <c:pt idx="4494">
                  <c:v>0.25</c:v>
                </c:pt>
                <c:pt idx="4495">
                  <c:v>0.25</c:v>
                </c:pt>
                <c:pt idx="4496">
                  <c:v>0.25</c:v>
                </c:pt>
                <c:pt idx="4497">
                  <c:v>0.25</c:v>
                </c:pt>
                <c:pt idx="4498">
                  <c:v>0.25</c:v>
                </c:pt>
                <c:pt idx="4499">
                  <c:v>0.25</c:v>
                </c:pt>
                <c:pt idx="4500">
                  <c:v>0.25</c:v>
                </c:pt>
                <c:pt idx="4501">
                  <c:v>0.25</c:v>
                </c:pt>
                <c:pt idx="4502">
                  <c:v>0.25</c:v>
                </c:pt>
                <c:pt idx="4503">
                  <c:v>0.25</c:v>
                </c:pt>
                <c:pt idx="4504">
                  <c:v>0.25</c:v>
                </c:pt>
                <c:pt idx="4505">
                  <c:v>0.25</c:v>
                </c:pt>
                <c:pt idx="4506">
                  <c:v>0.25</c:v>
                </c:pt>
                <c:pt idx="4507">
                  <c:v>0.25</c:v>
                </c:pt>
                <c:pt idx="4508">
                  <c:v>0.25</c:v>
                </c:pt>
                <c:pt idx="4509">
                  <c:v>0.25</c:v>
                </c:pt>
                <c:pt idx="4510">
                  <c:v>0.25</c:v>
                </c:pt>
                <c:pt idx="4511">
                  <c:v>0.25</c:v>
                </c:pt>
                <c:pt idx="4512">
                  <c:v>0.25</c:v>
                </c:pt>
                <c:pt idx="4513">
                  <c:v>0.25</c:v>
                </c:pt>
                <c:pt idx="4514">
                  <c:v>0.25</c:v>
                </c:pt>
                <c:pt idx="4515">
                  <c:v>0.25</c:v>
                </c:pt>
                <c:pt idx="4516">
                  <c:v>0.25</c:v>
                </c:pt>
                <c:pt idx="4517">
                  <c:v>0.25</c:v>
                </c:pt>
                <c:pt idx="4518">
                  <c:v>0.25</c:v>
                </c:pt>
                <c:pt idx="4519">
                  <c:v>0.25</c:v>
                </c:pt>
                <c:pt idx="4520">
                  <c:v>0.25</c:v>
                </c:pt>
                <c:pt idx="4521">
                  <c:v>0.25</c:v>
                </c:pt>
                <c:pt idx="4522">
                  <c:v>0.25</c:v>
                </c:pt>
                <c:pt idx="4523">
                  <c:v>0.25</c:v>
                </c:pt>
                <c:pt idx="4524">
                  <c:v>0.25</c:v>
                </c:pt>
                <c:pt idx="4525">
                  <c:v>0.25</c:v>
                </c:pt>
                <c:pt idx="4526">
                  <c:v>0.25</c:v>
                </c:pt>
                <c:pt idx="4527">
                  <c:v>0.25</c:v>
                </c:pt>
                <c:pt idx="4528">
                  <c:v>0.25</c:v>
                </c:pt>
                <c:pt idx="4529">
                  <c:v>0.25</c:v>
                </c:pt>
                <c:pt idx="4530">
                  <c:v>0.25</c:v>
                </c:pt>
                <c:pt idx="4531">
                  <c:v>0.25</c:v>
                </c:pt>
                <c:pt idx="4532">
                  <c:v>0.25</c:v>
                </c:pt>
                <c:pt idx="4533">
                  <c:v>0.25</c:v>
                </c:pt>
                <c:pt idx="4534">
                  <c:v>0.25</c:v>
                </c:pt>
                <c:pt idx="4535">
                  <c:v>0.25</c:v>
                </c:pt>
                <c:pt idx="4536">
                  <c:v>0.25</c:v>
                </c:pt>
                <c:pt idx="4537">
                  <c:v>0.25</c:v>
                </c:pt>
                <c:pt idx="4538">
                  <c:v>0.25</c:v>
                </c:pt>
                <c:pt idx="4539">
                  <c:v>0.25</c:v>
                </c:pt>
                <c:pt idx="4540">
                  <c:v>0.25</c:v>
                </c:pt>
                <c:pt idx="4541">
                  <c:v>0.25</c:v>
                </c:pt>
                <c:pt idx="4542">
                  <c:v>0.25</c:v>
                </c:pt>
                <c:pt idx="4543">
                  <c:v>0.25</c:v>
                </c:pt>
                <c:pt idx="4544">
                  <c:v>0.25</c:v>
                </c:pt>
                <c:pt idx="4545">
                  <c:v>0.25</c:v>
                </c:pt>
                <c:pt idx="4546">
                  <c:v>0.25</c:v>
                </c:pt>
                <c:pt idx="4547">
                  <c:v>0.25</c:v>
                </c:pt>
                <c:pt idx="4548">
                  <c:v>0.25</c:v>
                </c:pt>
                <c:pt idx="4549">
                  <c:v>0.25</c:v>
                </c:pt>
                <c:pt idx="4550">
                  <c:v>0.25</c:v>
                </c:pt>
                <c:pt idx="4551">
                  <c:v>0.25</c:v>
                </c:pt>
                <c:pt idx="4552">
                  <c:v>0.25</c:v>
                </c:pt>
                <c:pt idx="4553">
                  <c:v>0.25</c:v>
                </c:pt>
                <c:pt idx="4554">
                  <c:v>0.25</c:v>
                </c:pt>
                <c:pt idx="4555">
                  <c:v>0.25</c:v>
                </c:pt>
                <c:pt idx="4556">
                  <c:v>0.25</c:v>
                </c:pt>
                <c:pt idx="4557">
                  <c:v>0.25</c:v>
                </c:pt>
                <c:pt idx="4558">
                  <c:v>0.25</c:v>
                </c:pt>
                <c:pt idx="4559">
                  <c:v>0.25</c:v>
                </c:pt>
                <c:pt idx="4560">
                  <c:v>0.25</c:v>
                </c:pt>
                <c:pt idx="4561">
                  <c:v>0.25</c:v>
                </c:pt>
                <c:pt idx="4562">
                  <c:v>0.25</c:v>
                </c:pt>
                <c:pt idx="4563">
                  <c:v>0.25</c:v>
                </c:pt>
                <c:pt idx="4564">
                  <c:v>0.25</c:v>
                </c:pt>
                <c:pt idx="4565">
                  <c:v>0.25</c:v>
                </c:pt>
                <c:pt idx="4566">
                  <c:v>0.25</c:v>
                </c:pt>
                <c:pt idx="4567">
                  <c:v>0.25</c:v>
                </c:pt>
                <c:pt idx="4568">
                  <c:v>0.25</c:v>
                </c:pt>
                <c:pt idx="4569">
                  <c:v>0.25</c:v>
                </c:pt>
                <c:pt idx="4570">
                  <c:v>0.25</c:v>
                </c:pt>
                <c:pt idx="4571">
                  <c:v>0.25</c:v>
                </c:pt>
                <c:pt idx="4572">
                  <c:v>0.25</c:v>
                </c:pt>
                <c:pt idx="4573">
                  <c:v>0.25</c:v>
                </c:pt>
                <c:pt idx="4574">
                  <c:v>0.25</c:v>
                </c:pt>
                <c:pt idx="4575">
                  <c:v>0.25</c:v>
                </c:pt>
                <c:pt idx="4576">
                  <c:v>0.25</c:v>
                </c:pt>
                <c:pt idx="4577">
                  <c:v>0.25</c:v>
                </c:pt>
                <c:pt idx="4578">
                  <c:v>0.25</c:v>
                </c:pt>
                <c:pt idx="4579">
                  <c:v>0.25</c:v>
                </c:pt>
                <c:pt idx="4580">
                  <c:v>0.25</c:v>
                </c:pt>
                <c:pt idx="4581">
                  <c:v>0.25</c:v>
                </c:pt>
                <c:pt idx="4582">
                  <c:v>0.25</c:v>
                </c:pt>
                <c:pt idx="4583">
                  <c:v>0.25</c:v>
                </c:pt>
                <c:pt idx="4584">
                  <c:v>0.25</c:v>
                </c:pt>
                <c:pt idx="4585">
                  <c:v>0.25</c:v>
                </c:pt>
                <c:pt idx="4586">
                  <c:v>0.25</c:v>
                </c:pt>
                <c:pt idx="4587">
                  <c:v>0.25</c:v>
                </c:pt>
                <c:pt idx="4588">
                  <c:v>0.25</c:v>
                </c:pt>
                <c:pt idx="4589">
                  <c:v>0.25</c:v>
                </c:pt>
                <c:pt idx="4590">
                  <c:v>0.25</c:v>
                </c:pt>
                <c:pt idx="4591">
                  <c:v>0.25</c:v>
                </c:pt>
                <c:pt idx="4592">
                  <c:v>0.25</c:v>
                </c:pt>
                <c:pt idx="4593">
                  <c:v>0.25</c:v>
                </c:pt>
                <c:pt idx="4594">
                  <c:v>0.25</c:v>
                </c:pt>
                <c:pt idx="4595">
                  <c:v>0.25</c:v>
                </c:pt>
                <c:pt idx="4596">
                  <c:v>0.25</c:v>
                </c:pt>
                <c:pt idx="4597">
                  <c:v>0.25</c:v>
                </c:pt>
                <c:pt idx="4598">
                  <c:v>0.25</c:v>
                </c:pt>
                <c:pt idx="4599">
                  <c:v>0.25</c:v>
                </c:pt>
                <c:pt idx="4600">
                  <c:v>0.25</c:v>
                </c:pt>
                <c:pt idx="4601">
                  <c:v>0.25</c:v>
                </c:pt>
                <c:pt idx="4602">
                  <c:v>0.25</c:v>
                </c:pt>
                <c:pt idx="4603">
                  <c:v>0.25</c:v>
                </c:pt>
                <c:pt idx="4604">
                  <c:v>0.25</c:v>
                </c:pt>
                <c:pt idx="4605">
                  <c:v>0.25</c:v>
                </c:pt>
                <c:pt idx="4606">
                  <c:v>0.25</c:v>
                </c:pt>
                <c:pt idx="4607">
                  <c:v>0.25</c:v>
                </c:pt>
                <c:pt idx="4608">
                  <c:v>0.25</c:v>
                </c:pt>
                <c:pt idx="4609">
                  <c:v>0.25</c:v>
                </c:pt>
                <c:pt idx="4610">
                  <c:v>0.25</c:v>
                </c:pt>
                <c:pt idx="4611">
                  <c:v>0.25</c:v>
                </c:pt>
                <c:pt idx="4612">
                  <c:v>0.5</c:v>
                </c:pt>
                <c:pt idx="4613">
                  <c:v>0.5</c:v>
                </c:pt>
                <c:pt idx="4614">
                  <c:v>0.5</c:v>
                </c:pt>
                <c:pt idx="4615">
                  <c:v>0.5</c:v>
                </c:pt>
                <c:pt idx="4616">
                  <c:v>0.5</c:v>
                </c:pt>
                <c:pt idx="4617">
                  <c:v>0.5</c:v>
                </c:pt>
                <c:pt idx="4618">
                  <c:v>0.5</c:v>
                </c:pt>
                <c:pt idx="4619">
                  <c:v>0.5</c:v>
                </c:pt>
                <c:pt idx="4620">
                  <c:v>0.5</c:v>
                </c:pt>
                <c:pt idx="4621">
                  <c:v>0.5</c:v>
                </c:pt>
                <c:pt idx="4622">
                  <c:v>0.5</c:v>
                </c:pt>
                <c:pt idx="4623">
                  <c:v>0.5</c:v>
                </c:pt>
                <c:pt idx="4624">
                  <c:v>0.5</c:v>
                </c:pt>
                <c:pt idx="4625">
                  <c:v>0.5</c:v>
                </c:pt>
                <c:pt idx="4626">
                  <c:v>0.5</c:v>
                </c:pt>
                <c:pt idx="4627">
                  <c:v>0.5</c:v>
                </c:pt>
                <c:pt idx="4628">
                  <c:v>0.5</c:v>
                </c:pt>
                <c:pt idx="4629">
                  <c:v>0.5</c:v>
                </c:pt>
                <c:pt idx="4630">
                  <c:v>0.5</c:v>
                </c:pt>
                <c:pt idx="4631">
                  <c:v>0.5</c:v>
                </c:pt>
                <c:pt idx="4632">
                  <c:v>0.5</c:v>
                </c:pt>
                <c:pt idx="4633">
                  <c:v>0.5</c:v>
                </c:pt>
                <c:pt idx="4634">
                  <c:v>0.5</c:v>
                </c:pt>
                <c:pt idx="4635">
                  <c:v>0.5</c:v>
                </c:pt>
                <c:pt idx="4636">
                  <c:v>0.5</c:v>
                </c:pt>
                <c:pt idx="4637">
                  <c:v>0.5</c:v>
                </c:pt>
                <c:pt idx="4638">
                  <c:v>0.5</c:v>
                </c:pt>
                <c:pt idx="4639">
                  <c:v>0.5</c:v>
                </c:pt>
                <c:pt idx="4640">
                  <c:v>0.5</c:v>
                </c:pt>
                <c:pt idx="4641">
                  <c:v>0.5</c:v>
                </c:pt>
                <c:pt idx="4642">
                  <c:v>0.5</c:v>
                </c:pt>
                <c:pt idx="4643">
                  <c:v>0.5</c:v>
                </c:pt>
                <c:pt idx="4644">
                  <c:v>0.5</c:v>
                </c:pt>
                <c:pt idx="4645">
                  <c:v>0.5</c:v>
                </c:pt>
                <c:pt idx="4646">
                  <c:v>0.5</c:v>
                </c:pt>
                <c:pt idx="4647">
                  <c:v>0.5</c:v>
                </c:pt>
                <c:pt idx="4648">
                  <c:v>0.5</c:v>
                </c:pt>
                <c:pt idx="4649">
                  <c:v>0.5</c:v>
                </c:pt>
                <c:pt idx="4650">
                  <c:v>0.5</c:v>
                </c:pt>
                <c:pt idx="4651">
                  <c:v>0.5</c:v>
                </c:pt>
                <c:pt idx="4652">
                  <c:v>0.5</c:v>
                </c:pt>
                <c:pt idx="4653">
                  <c:v>0.5</c:v>
                </c:pt>
                <c:pt idx="4654">
                  <c:v>0.5</c:v>
                </c:pt>
                <c:pt idx="4655">
                  <c:v>0.5</c:v>
                </c:pt>
                <c:pt idx="4656">
                  <c:v>0.5</c:v>
                </c:pt>
                <c:pt idx="4657">
                  <c:v>0.5</c:v>
                </c:pt>
                <c:pt idx="4658">
                  <c:v>0.5</c:v>
                </c:pt>
                <c:pt idx="4659">
                  <c:v>0.5</c:v>
                </c:pt>
                <c:pt idx="4660">
                  <c:v>0.5</c:v>
                </c:pt>
                <c:pt idx="4661">
                  <c:v>0.5</c:v>
                </c:pt>
                <c:pt idx="4662">
                  <c:v>0.5</c:v>
                </c:pt>
                <c:pt idx="4663">
                  <c:v>0.5</c:v>
                </c:pt>
                <c:pt idx="4664">
                  <c:v>0.5</c:v>
                </c:pt>
                <c:pt idx="4665">
                  <c:v>0.5</c:v>
                </c:pt>
                <c:pt idx="4666">
                  <c:v>0.5</c:v>
                </c:pt>
                <c:pt idx="4667">
                  <c:v>0.5</c:v>
                </c:pt>
                <c:pt idx="4668">
                  <c:v>0.5</c:v>
                </c:pt>
                <c:pt idx="4669">
                  <c:v>0.5</c:v>
                </c:pt>
                <c:pt idx="4670">
                  <c:v>0.5</c:v>
                </c:pt>
                <c:pt idx="4671">
                  <c:v>0.5</c:v>
                </c:pt>
                <c:pt idx="4672">
                  <c:v>0.5</c:v>
                </c:pt>
                <c:pt idx="4673">
                  <c:v>0.5</c:v>
                </c:pt>
                <c:pt idx="4674">
                  <c:v>0.5</c:v>
                </c:pt>
                <c:pt idx="4675">
                  <c:v>0.5</c:v>
                </c:pt>
                <c:pt idx="4676">
                  <c:v>0.5</c:v>
                </c:pt>
                <c:pt idx="4677">
                  <c:v>0.5</c:v>
                </c:pt>
                <c:pt idx="4678">
                  <c:v>0.5</c:v>
                </c:pt>
                <c:pt idx="4679">
                  <c:v>0.5</c:v>
                </c:pt>
                <c:pt idx="4680">
                  <c:v>0.5</c:v>
                </c:pt>
                <c:pt idx="4681">
                  <c:v>0.5</c:v>
                </c:pt>
                <c:pt idx="4682">
                  <c:v>0.5</c:v>
                </c:pt>
                <c:pt idx="4683">
                  <c:v>0.5</c:v>
                </c:pt>
                <c:pt idx="4684">
                  <c:v>0.5</c:v>
                </c:pt>
                <c:pt idx="4685">
                  <c:v>0.5</c:v>
                </c:pt>
                <c:pt idx="4686">
                  <c:v>0.5</c:v>
                </c:pt>
                <c:pt idx="4687">
                  <c:v>0.5</c:v>
                </c:pt>
                <c:pt idx="4688">
                  <c:v>0.5</c:v>
                </c:pt>
                <c:pt idx="4689">
                  <c:v>0.5</c:v>
                </c:pt>
                <c:pt idx="4690">
                  <c:v>0.5</c:v>
                </c:pt>
                <c:pt idx="4691">
                  <c:v>0.5</c:v>
                </c:pt>
                <c:pt idx="4692">
                  <c:v>0.5</c:v>
                </c:pt>
                <c:pt idx="4693">
                  <c:v>0.5</c:v>
                </c:pt>
                <c:pt idx="4694">
                  <c:v>0.5</c:v>
                </c:pt>
                <c:pt idx="4695">
                  <c:v>0.5</c:v>
                </c:pt>
                <c:pt idx="4696">
                  <c:v>0.5</c:v>
                </c:pt>
                <c:pt idx="4697">
                  <c:v>0.5</c:v>
                </c:pt>
                <c:pt idx="4698">
                  <c:v>0.5</c:v>
                </c:pt>
                <c:pt idx="4699">
                  <c:v>0.5</c:v>
                </c:pt>
                <c:pt idx="4700">
                  <c:v>0.5</c:v>
                </c:pt>
                <c:pt idx="4701">
                  <c:v>0.5</c:v>
                </c:pt>
                <c:pt idx="4702">
                  <c:v>0.5</c:v>
                </c:pt>
                <c:pt idx="4703">
                  <c:v>0.5</c:v>
                </c:pt>
                <c:pt idx="4704">
                  <c:v>0.5</c:v>
                </c:pt>
                <c:pt idx="4705">
                  <c:v>0.5</c:v>
                </c:pt>
                <c:pt idx="4706">
                  <c:v>0.5</c:v>
                </c:pt>
                <c:pt idx="4707">
                  <c:v>0.5</c:v>
                </c:pt>
                <c:pt idx="4708">
                  <c:v>0.5</c:v>
                </c:pt>
                <c:pt idx="4709">
                  <c:v>0.5</c:v>
                </c:pt>
                <c:pt idx="4710">
                  <c:v>0.5</c:v>
                </c:pt>
                <c:pt idx="4711">
                  <c:v>0.5</c:v>
                </c:pt>
                <c:pt idx="4712">
                  <c:v>0.5</c:v>
                </c:pt>
                <c:pt idx="4713">
                  <c:v>0.5</c:v>
                </c:pt>
                <c:pt idx="4714">
                  <c:v>0.5</c:v>
                </c:pt>
                <c:pt idx="4715">
                  <c:v>0.5</c:v>
                </c:pt>
                <c:pt idx="4716">
                  <c:v>0.5</c:v>
                </c:pt>
                <c:pt idx="4717">
                  <c:v>0.5</c:v>
                </c:pt>
                <c:pt idx="4718">
                  <c:v>0.5</c:v>
                </c:pt>
                <c:pt idx="4719">
                  <c:v>0.5</c:v>
                </c:pt>
                <c:pt idx="4720">
                  <c:v>0.5</c:v>
                </c:pt>
                <c:pt idx="4721">
                  <c:v>0.5</c:v>
                </c:pt>
                <c:pt idx="4722">
                  <c:v>0.5</c:v>
                </c:pt>
                <c:pt idx="4723">
                  <c:v>0.5</c:v>
                </c:pt>
                <c:pt idx="4724">
                  <c:v>0.5</c:v>
                </c:pt>
                <c:pt idx="4725">
                  <c:v>0.5</c:v>
                </c:pt>
                <c:pt idx="4726">
                  <c:v>0.5</c:v>
                </c:pt>
                <c:pt idx="4727">
                  <c:v>0.5</c:v>
                </c:pt>
                <c:pt idx="4728">
                  <c:v>0.5</c:v>
                </c:pt>
                <c:pt idx="4729">
                  <c:v>0.5</c:v>
                </c:pt>
                <c:pt idx="4730">
                  <c:v>0.5</c:v>
                </c:pt>
                <c:pt idx="4731">
                  <c:v>0.5</c:v>
                </c:pt>
                <c:pt idx="4732">
                  <c:v>0.5</c:v>
                </c:pt>
                <c:pt idx="4733">
                  <c:v>0.5</c:v>
                </c:pt>
                <c:pt idx="4734">
                  <c:v>0.5</c:v>
                </c:pt>
                <c:pt idx="4735">
                  <c:v>0.5</c:v>
                </c:pt>
                <c:pt idx="4736">
                  <c:v>0.5</c:v>
                </c:pt>
                <c:pt idx="4737">
                  <c:v>0.5</c:v>
                </c:pt>
                <c:pt idx="4738">
                  <c:v>0.5</c:v>
                </c:pt>
                <c:pt idx="4739">
                  <c:v>0.5</c:v>
                </c:pt>
                <c:pt idx="4740">
                  <c:v>0.5</c:v>
                </c:pt>
                <c:pt idx="4741">
                  <c:v>0.5</c:v>
                </c:pt>
                <c:pt idx="4742">
                  <c:v>0.5</c:v>
                </c:pt>
                <c:pt idx="4743">
                  <c:v>0.5</c:v>
                </c:pt>
                <c:pt idx="4744">
                  <c:v>0.5</c:v>
                </c:pt>
                <c:pt idx="4745">
                  <c:v>0.5</c:v>
                </c:pt>
                <c:pt idx="4746">
                  <c:v>0.5</c:v>
                </c:pt>
                <c:pt idx="4747">
                  <c:v>0.5</c:v>
                </c:pt>
                <c:pt idx="4748">
                  <c:v>0.5</c:v>
                </c:pt>
                <c:pt idx="4749">
                  <c:v>0.5</c:v>
                </c:pt>
                <c:pt idx="4750">
                  <c:v>0.5</c:v>
                </c:pt>
                <c:pt idx="4751">
                  <c:v>0.5</c:v>
                </c:pt>
                <c:pt idx="4752">
                  <c:v>0.5</c:v>
                </c:pt>
                <c:pt idx="4753">
                  <c:v>0.5</c:v>
                </c:pt>
                <c:pt idx="4754">
                  <c:v>0.5</c:v>
                </c:pt>
                <c:pt idx="4755">
                  <c:v>0.5</c:v>
                </c:pt>
                <c:pt idx="4756">
                  <c:v>0.5</c:v>
                </c:pt>
                <c:pt idx="4757">
                  <c:v>0.5</c:v>
                </c:pt>
                <c:pt idx="4758">
                  <c:v>0.5</c:v>
                </c:pt>
                <c:pt idx="4759">
                  <c:v>0.5</c:v>
                </c:pt>
                <c:pt idx="4760">
                  <c:v>0.5</c:v>
                </c:pt>
                <c:pt idx="4761">
                  <c:v>0.5</c:v>
                </c:pt>
                <c:pt idx="4762">
                  <c:v>0.5</c:v>
                </c:pt>
                <c:pt idx="4763">
                  <c:v>0.5</c:v>
                </c:pt>
                <c:pt idx="4764">
                  <c:v>0.5</c:v>
                </c:pt>
                <c:pt idx="4765">
                  <c:v>0.5</c:v>
                </c:pt>
                <c:pt idx="4766">
                  <c:v>0.5</c:v>
                </c:pt>
                <c:pt idx="4767">
                  <c:v>0.5</c:v>
                </c:pt>
                <c:pt idx="4768">
                  <c:v>0.5</c:v>
                </c:pt>
                <c:pt idx="4769">
                  <c:v>0.5</c:v>
                </c:pt>
                <c:pt idx="4770">
                  <c:v>0.5</c:v>
                </c:pt>
                <c:pt idx="4771">
                  <c:v>0.5</c:v>
                </c:pt>
                <c:pt idx="4772">
                  <c:v>0.5</c:v>
                </c:pt>
                <c:pt idx="4773">
                  <c:v>0.5</c:v>
                </c:pt>
                <c:pt idx="4774">
                  <c:v>0.5</c:v>
                </c:pt>
                <c:pt idx="4775">
                  <c:v>0.5</c:v>
                </c:pt>
                <c:pt idx="4776">
                  <c:v>0.5</c:v>
                </c:pt>
                <c:pt idx="4777">
                  <c:v>0.5</c:v>
                </c:pt>
                <c:pt idx="4778">
                  <c:v>0.5</c:v>
                </c:pt>
                <c:pt idx="4779">
                  <c:v>0.5</c:v>
                </c:pt>
                <c:pt idx="4780">
                  <c:v>0.5</c:v>
                </c:pt>
                <c:pt idx="4781">
                  <c:v>0.5</c:v>
                </c:pt>
                <c:pt idx="4782">
                  <c:v>0.5</c:v>
                </c:pt>
                <c:pt idx="4783">
                  <c:v>0.5</c:v>
                </c:pt>
                <c:pt idx="4784">
                  <c:v>0.5</c:v>
                </c:pt>
                <c:pt idx="4785">
                  <c:v>0.5</c:v>
                </c:pt>
                <c:pt idx="4786">
                  <c:v>0.5</c:v>
                </c:pt>
                <c:pt idx="4787">
                  <c:v>0.5</c:v>
                </c:pt>
                <c:pt idx="4788">
                  <c:v>0.5</c:v>
                </c:pt>
                <c:pt idx="4789">
                  <c:v>0.5</c:v>
                </c:pt>
                <c:pt idx="4790">
                  <c:v>0.5</c:v>
                </c:pt>
                <c:pt idx="4791">
                  <c:v>0.5</c:v>
                </c:pt>
                <c:pt idx="4792">
                  <c:v>0.5</c:v>
                </c:pt>
                <c:pt idx="4793">
                  <c:v>0.5</c:v>
                </c:pt>
                <c:pt idx="4794">
                  <c:v>0.5</c:v>
                </c:pt>
                <c:pt idx="4795">
                  <c:v>0.5</c:v>
                </c:pt>
                <c:pt idx="4796">
                  <c:v>0.5</c:v>
                </c:pt>
                <c:pt idx="4797">
                  <c:v>0.5</c:v>
                </c:pt>
                <c:pt idx="4798">
                  <c:v>0.5</c:v>
                </c:pt>
                <c:pt idx="4799">
                  <c:v>0.5</c:v>
                </c:pt>
                <c:pt idx="4800">
                  <c:v>0.5</c:v>
                </c:pt>
                <c:pt idx="4801">
                  <c:v>0.75</c:v>
                </c:pt>
                <c:pt idx="4802">
                  <c:v>0.75</c:v>
                </c:pt>
                <c:pt idx="4803">
                  <c:v>0.75</c:v>
                </c:pt>
                <c:pt idx="4804">
                  <c:v>0.75</c:v>
                </c:pt>
                <c:pt idx="4805">
                  <c:v>0.75</c:v>
                </c:pt>
                <c:pt idx="4806">
                  <c:v>0.75</c:v>
                </c:pt>
                <c:pt idx="4807">
                  <c:v>0.75</c:v>
                </c:pt>
                <c:pt idx="4808">
                  <c:v>0.75</c:v>
                </c:pt>
                <c:pt idx="4809">
                  <c:v>0.75</c:v>
                </c:pt>
                <c:pt idx="4810">
                  <c:v>0.75</c:v>
                </c:pt>
                <c:pt idx="4811">
                  <c:v>0.75</c:v>
                </c:pt>
                <c:pt idx="4812">
                  <c:v>0.75</c:v>
                </c:pt>
                <c:pt idx="4813">
                  <c:v>0.75</c:v>
                </c:pt>
                <c:pt idx="4814">
                  <c:v>0.75</c:v>
                </c:pt>
                <c:pt idx="4815">
                  <c:v>0.75</c:v>
                </c:pt>
                <c:pt idx="4816">
                  <c:v>0.75</c:v>
                </c:pt>
                <c:pt idx="4817">
                  <c:v>0.75</c:v>
                </c:pt>
                <c:pt idx="4818">
                  <c:v>0.75</c:v>
                </c:pt>
                <c:pt idx="4819">
                  <c:v>0.75</c:v>
                </c:pt>
                <c:pt idx="4820">
                  <c:v>0.75</c:v>
                </c:pt>
                <c:pt idx="4821">
                  <c:v>0.75</c:v>
                </c:pt>
                <c:pt idx="4822">
                  <c:v>0.75</c:v>
                </c:pt>
                <c:pt idx="4823">
                  <c:v>0.75</c:v>
                </c:pt>
                <c:pt idx="4824">
                  <c:v>0.75</c:v>
                </c:pt>
                <c:pt idx="4825">
                  <c:v>0.75</c:v>
                </c:pt>
                <c:pt idx="4826">
                  <c:v>0.75</c:v>
                </c:pt>
                <c:pt idx="4827">
                  <c:v>0.75</c:v>
                </c:pt>
                <c:pt idx="4828">
                  <c:v>0.75</c:v>
                </c:pt>
                <c:pt idx="4829">
                  <c:v>0.75</c:v>
                </c:pt>
                <c:pt idx="4830">
                  <c:v>0.75</c:v>
                </c:pt>
                <c:pt idx="4831">
                  <c:v>0.75</c:v>
                </c:pt>
                <c:pt idx="4832">
                  <c:v>0.75</c:v>
                </c:pt>
                <c:pt idx="4833">
                  <c:v>0.75</c:v>
                </c:pt>
                <c:pt idx="4834">
                  <c:v>0.75</c:v>
                </c:pt>
                <c:pt idx="4835">
                  <c:v>0.75</c:v>
                </c:pt>
                <c:pt idx="4836">
                  <c:v>0.75</c:v>
                </c:pt>
                <c:pt idx="4837">
                  <c:v>0.75</c:v>
                </c:pt>
                <c:pt idx="4838">
                  <c:v>0.75</c:v>
                </c:pt>
                <c:pt idx="4839">
                  <c:v>0.75</c:v>
                </c:pt>
                <c:pt idx="4840">
                  <c:v>0.75</c:v>
                </c:pt>
                <c:pt idx="4841">
                  <c:v>0.75</c:v>
                </c:pt>
                <c:pt idx="4842">
                  <c:v>0.75</c:v>
                </c:pt>
                <c:pt idx="4843">
                  <c:v>0.75</c:v>
                </c:pt>
                <c:pt idx="4844">
                  <c:v>0.75</c:v>
                </c:pt>
                <c:pt idx="4845">
                  <c:v>0.75</c:v>
                </c:pt>
                <c:pt idx="4846">
                  <c:v>0.75</c:v>
                </c:pt>
                <c:pt idx="4847">
                  <c:v>0.75</c:v>
                </c:pt>
                <c:pt idx="4848">
                  <c:v>0.75</c:v>
                </c:pt>
                <c:pt idx="4849">
                  <c:v>0.75</c:v>
                </c:pt>
                <c:pt idx="4850">
                  <c:v>0.75</c:v>
                </c:pt>
                <c:pt idx="4851">
                  <c:v>0.75</c:v>
                </c:pt>
                <c:pt idx="4852">
                  <c:v>0.75</c:v>
                </c:pt>
                <c:pt idx="4853">
                  <c:v>0.75</c:v>
                </c:pt>
                <c:pt idx="4854">
                  <c:v>0.75</c:v>
                </c:pt>
                <c:pt idx="4855">
                  <c:v>0.75</c:v>
                </c:pt>
                <c:pt idx="4856">
                  <c:v>0.75</c:v>
                </c:pt>
                <c:pt idx="4857">
                  <c:v>0.75</c:v>
                </c:pt>
                <c:pt idx="4858">
                  <c:v>0.75</c:v>
                </c:pt>
                <c:pt idx="4859">
                  <c:v>0.75</c:v>
                </c:pt>
                <c:pt idx="4860">
                  <c:v>0.75</c:v>
                </c:pt>
                <c:pt idx="4861">
                  <c:v>0.75</c:v>
                </c:pt>
                <c:pt idx="4862">
                  <c:v>0.75</c:v>
                </c:pt>
                <c:pt idx="4863">
                  <c:v>0.75</c:v>
                </c:pt>
                <c:pt idx="4864">
                  <c:v>0.75</c:v>
                </c:pt>
                <c:pt idx="4865">
                  <c:v>0.75</c:v>
                </c:pt>
                <c:pt idx="4866">
                  <c:v>0.75</c:v>
                </c:pt>
                <c:pt idx="4867">
                  <c:v>0.75</c:v>
                </c:pt>
                <c:pt idx="4868">
                  <c:v>0.75</c:v>
                </c:pt>
                <c:pt idx="4869">
                  <c:v>0.75</c:v>
                </c:pt>
                <c:pt idx="4870">
                  <c:v>0.75</c:v>
                </c:pt>
                <c:pt idx="4871">
                  <c:v>0.75</c:v>
                </c:pt>
                <c:pt idx="4872">
                  <c:v>0.75</c:v>
                </c:pt>
                <c:pt idx="4873">
                  <c:v>0.75</c:v>
                </c:pt>
                <c:pt idx="4874">
                  <c:v>0.75</c:v>
                </c:pt>
                <c:pt idx="4875">
                  <c:v>0.75</c:v>
                </c:pt>
                <c:pt idx="4876">
                  <c:v>0.75</c:v>
                </c:pt>
                <c:pt idx="4877">
                  <c:v>0.75</c:v>
                </c:pt>
                <c:pt idx="4878">
                  <c:v>0.75</c:v>
                </c:pt>
                <c:pt idx="4879">
                  <c:v>0.75</c:v>
                </c:pt>
                <c:pt idx="4880">
                  <c:v>0.75</c:v>
                </c:pt>
                <c:pt idx="4881">
                  <c:v>0.75</c:v>
                </c:pt>
                <c:pt idx="4882">
                  <c:v>0.75</c:v>
                </c:pt>
                <c:pt idx="4883">
                  <c:v>0.75</c:v>
                </c:pt>
                <c:pt idx="4884">
                  <c:v>0.75</c:v>
                </c:pt>
                <c:pt idx="4885">
                  <c:v>0.75</c:v>
                </c:pt>
                <c:pt idx="4886">
                  <c:v>0.75</c:v>
                </c:pt>
                <c:pt idx="4887">
                  <c:v>0.75</c:v>
                </c:pt>
                <c:pt idx="4888">
                  <c:v>0.75</c:v>
                </c:pt>
                <c:pt idx="4889">
                  <c:v>0.75</c:v>
                </c:pt>
                <c:pt idx="4890">
                  <c:v>0.75</c:v>
                </c:pt>
                <c:pt idx="4891">
                  <c:v>0.75</c:v>
                </c:pt>
                <c:pt idx="4892">
                  <c:v>0.75</c:v>
                </c:pt>
                <c:pt idx="4893">
                  <c:v>0.75</c:v>
                </c:pt>
                <c:pt idx="4894">
                  <c:v>0.75</c:v>
                </c:pt>
                <c:pt idx="4895">
                  <c:v>0.75</c:v>
                </c:pt>
                <c:pt idx="4896">
                  <c:v>0.75</c:v>
                </c:pt>
                <c:pt idx="4897">
                  <c:v>0.75</c:v>
                </c:pt>
                <c:pt idx="4898">
                  <c:v>0.75</c:v>
                </c:pt>
                <c:pt idx="4899">
                  <c:v>0.75</c:v>
                </c:pt>
                <c:pt idx="4900">
                  <c:v>0.75</c:v>
                </c:pt>
                <c:pt idx="4901">
                  <c:v>0.75</c:v>
                </c:pt>
                <c:pt idx="4902">
                  <c:v>0.75</c:v>
                </c:pt>
                <c:pt idx="4903">
                  <c:v>0.75</c:v>
                </c:pt>
                <c:pt idx="4904">
                  <c:v>0.75</c:v>
                </c:pt>
                <c:pt idx="4905">
                  <c:v>0.75</c:v>
                </c:pt>
                <c:pt idx="4906">
                  <c:v>0.75</c:v>
                </c:pt>
                <c:pt idx="4907">
                  <c:v>0.75</c:v>
                </c:pt>
                <c:pt idx="4908">
                  <c:v>0.75</c:v>
                </c:pt>
                <c:pt idx="4909">
                  <c:v>0.75</c:v>
                </c:pt>
                <c:pt idx="4910">
                  <c:v>0.75</c:v>
                </c:pt>
                <c:pt idx="4911">
                  <c:v>0.75</c:v>
                </c:pt>
                <c:pt idx="4912">
                  <c:v>0.75</c:v>
                </c:pt>
                <c:pt idx="4913">
                  <c:v>0.75</c:v>
                </c:pt>
                <c:pt idx="4914">
                  <c:v>0.75</c:v>
                </c:pt>
                <c:pt idx="4915">
                  <c:v>0.75</c:v>
                </c:pt>
                <c:pt idx="4916">
                  <c:v>0.75</c:v>
                </c:pt>
                <c:pt idx="4917">
                  <c:v>0.75</c:v>
                </c:pt>
                <c:pt idx="4918">
                  <c:v>0.75</c:v>
                </c:pt>
                <c:pt idx="4919">
                  <c:v>0.75</c:v>
                </c:pt>
                <c:pt idx="4920">
                  <c:v>0.75</c:v>
                </c:pt>
                <c:pt idx="4921">
                  <c:v>0.75</c:v>
                </c:pt>
                <c:pt idx="4922">
                  <c:v>0.75</c:v>
                </c:pt>
                <c:pt idx="4923">
                  <c:v>0.75</c:v>
                </c:pt>
                <c:pt idx="4924">
                  <c:v>0.75</c:v>
                </c:pt>
                <c:pt idx="4925">
                  <c:v>0.75</c:v>
                </c:pt>
                <c:pt idx="4926">
                  <c:v>0.75</c:v>
                </c:pt>
                <c:pt idx="4927">
                  <c:v>0.75</c:v>
                </c:pt>
                <c:pt idx="4928">
                  <c:v>0.75</c:v>
                </c:pt>
                <c:pt idx="4929">
                  <c:v>0.75</c:v>
                </c:pt>
                <c:pt idx="4930">
                  <c:v>0.75</c:v>
                </c:pt>
                <c:pt idx="4931">
                  <c:v>0.75</c:v>
                </c:pt>
                <c:pt idx="4932">
                  <c:v>0.75</c:v>
                </c:pt>
                <c:pt idx="4933">
                  <c:v>0.75</c:v>
                </c:pt>
                <c:pt idx="4934">
                  <c:v>0.75</c:v>
                </c:pt>
                <c:pt idx="4935">
                  <c:v>0.75</c:v>
                </c:pt>
                <c:pt idx="4936">
                  <c:v>0.75</c:v>
                </c:pt>
                <c:pt idx="4937">
                  <c:v>0.75</c:v>
                </c:pt>
                <c:pt idx="4938">
                  <c:v>0.75</c:v>
                </c:pt>
                <c:pt idx="4939">
                  <c:v>0.75</c:v>
                </c:pt>
                <c:pt idx="4940">
                  <c:v>0.75</c:v>
                </c:pt>
                <c:pt idx="4941">
                  <c:v>0.75</c:v>
                </c:pt>
                <c:pt idx="4942">
                  <c:v>0.75</c:v>
                </c:pt>
                <c:pt idx="4943">
                  <c:v>0.75</c:v>
                </c:pt>
                <c:pt idx="4944">
                  <c:v>0.75</c:v>
                </c:pt>
                <c:pt idx="4945">
                  <c:v>0.75</c:v>
                </c:pt>
                <c:pt idx="4946">
                  <c:v>0.75</c:v>
                </c:pt>
                <c:pt idx="4947">
                  <c:v>0.75</c:v>
                </c:pt>
                <c:pt idx="4948">
                  <c:v>0.75</c:v>
                </c:pt>
                <c:pt idx="4949">
                  <c:v>0.75</c:v>
                </c:pt>
                <c:pt idx="4950">
                  <c:v>0.75</c:v>
                </c:pt>
                <c:pt idx="4951">
                  <c:v>0.75</c:v>
                </c:pt>
                <c:pt idx="4952">
                  <c:v>0.75</c:v>
                </c:pt>
                <c:pt idx="4953">
                  <c:v>0.75</c:v>
                </c:pt>
                <c:pt idx="4954">
                  <c:v>0.75</c:v>
                </c:pt>
                <c:pt idx="4955">
                  <c:v>0.75</c:v>
                </c:pt>
                <c:pt idx="4956">
                  <c:v>0.75</c:v>
                </c:pt>
                <c:pt idx="4957">
                  <c:v>0.75</c:v>
                </c:pt>
                <c:pt idx="4958">
                  <c:v>0.75</c:v>
                </c:pt>
                <c:pt idx="4959">
                  <c:v>0.75</c:v>
                </c:pt>
                <c:pt idx="4960">
                  <c:v>0.75</c:v>
                </c:pt>
                <c:pt idx="4961">
                  <c:v>0.75</c:v>
                </c:pt>
                <c:pt idx="4962">
                  <c:v>0.75</c:v>
                </c:pt>
                <c:pt idx="4963">
                  <c:v>0.75</c:v>
                </c:pt>
                <c:pt idx="4964">
                  <c:v>0.75</c:v>
                </c:pt>
                <c:pt idx="4965">
                  <c:v>0.75</c:v>
                </c:pt>
                <c:pt idx="4966">
                  <c:v>0.75</c:v>
                </c:pt>
                <c:pt idx="4967">
                  <c:v>0.75</c:v>
                </c:pt>
                <c:pt idx="4968">
                  <c:v>0.75</c:v>
                </c:pt>
                <c:pt idx="4969">
                  <c:v>0.75</c:v>
                </c:pt>
                <c:pt idx="4970">
                  <c:v>0.75</c:v>
                </c:pt>
                <c:pt idx="4971">
                  <c:v>0.75</c:v>
                </c:pt>
                <c:pt idx="4972">
                  <c:v>0.75</c:v>
                </c:pt>
                <c:pt idx="4973">
                  <c:v>0.75</c:v>
                </c:pt>
                <c:pt idx="4974">
                  <c:v>0.75</c:v>
                </c:pt>
                <c:pt idx="4975">
                  <c:v>0.75</c:v>
                </c:pt>
                <c:pt idx="4976">
                  <c:v>0.75</c:v>
                </c:pt>
                <c:pt idx="4977">
                  <c:v>0.75</c:v>
                </c:pt>
                <c:pt idx="4978">
                  <c:v>0.75</c:v>
                </c:pt>
                <c:pt idx="4979">
                  <c:v>0.75</c:v>
                </c:pt>
                <c:pt idx="4980">
                  <c:v>0.75</c:v>
                </c:pt>
                <c:pt idx="4981">
                  <c:v>0.75</c:v>
                </c:pt>
                <c:pt idx="4982">
                  <c:v>0.75</c:v>
                </c:pt>
                <c:pt idx="4983">
                  <c:v>0.75</c:v>
                </c:pt>
                <c:pt idx="4984">
                  <c:v>0.75</c:v>
                </c:pt>
                <c:pt idx="4985">
                  <c:v>0.75</c:v>
                </c:pt>
                <c:pt idx="4986">
                  <c:v>0.75</c:v>
                </c:pt>
                <c:pt idx="4987">
                  <c:v>0.75</c:v>
                </c:pt>
                <c:pt idx="4988">
                  <c:v>0.75</c:v>
                </c:pt>
                <c:pt idx="4989">
                  <c:v>0.75</c:v>
                </c:pt>
                <c:pt idx="4990">
                  <c:v>0.75</c:v>
                </c:pt>
                <c:pt idx="4991">
                  <c:v>0.75</c:v>
                </c:pt>
                <c:pt idx="4992">
                  <c:v>0.75</c:v>
                </c:pt>
                <c:pt idx="4993">
                  <c:v>0.75</c:v>
                </c:pt>
                <c:pt idx="4994">
                  <c:v>0.75</c:v>
                </c:pt>
                <c:pt idx="4995">
                  <c:v>0.75</c:v>
                </c:pt>
                <c:pt idx="4996">
                  <c:v>0.75</c:v>
                </c:pt>
                <c:pt idx="4997">
                  <c:v>0.75</c:v>
                </c:pt>
                <c:pt idx="4998">
                  <c:v>0.75</c:v>
                </c:pt>
                <c:pt idx="4999">
                  <c:v>0.75</c:v>
                </c:pt>
                <c:pt idx="5000">
                  <c:v>0.75</c:v>
                </c:pt>
                <c:pt idx="5001">
                  <c:v>0.75</c:v>
                </c:pt>
                <c:pt idx="5002">
                  <c:v>0.75</c:v>
                </c:pt>
                <c:pt idx="5003">
                  <c:v>0.75</c:v>
                </c:pt>
                <c:pt idx="5004">
                  <c:v>0.75</c:v>
                </c:pt>
                <c:pt idx="5005">
                  <c:v>0.75</c:v>
                </c:pt>
                <c:pt idx="5006">
                  <c:v>0.75</c:v>
                </c:pt>
                <c:pt idx="5007">
                  <c:v>0.75</c:v>
                </c:pt>
                <c:pt idx="5008">
                  <c:v>0.75</c:v>
                </c:pt>
                <c:pt idx="5009">
                  <c:v>0.75</c:v>
                </c:pt>
                <c:pt idx="5010">
                  <c:v>0.75</c:v>
                </c:pt>
                <c:pt idx="5011">
                  <c:v>0.75</c:v>
                </c:pt>
                <c:pt idx="5012">
                  <c:v>0.75</c:v>
                </c:pt>
                <c:pt idx="5013">
                  <c:v>0.75</c:v>
                </c:pt>
                <c:pt idx="5014">
                  <c:v>0.75</c:v>
                </c:pt>
                <c:pt idx="5015">
                  <c:v>0.75</c:v>
                </c:pt>
                <c:pt idx="5016">
                  <c:v>0.75</c:v>
                </c:pt>
                <c:pt idx="5017">
                  <c:v>0.75</c:v>
                </c:pt>
                <c:pt idx="5018">
                  <c:v>0.75</c:v>
                </c:pt>
                <c:pt idx="5019">
                  <c:v>0.75</c:v>
                </c:pt>
                <c:pt idx="5020">
                  <c:v>0.75</c:v>
                </c:pt>
                <c:pt idx="5021">
                  <c:v>0.75</c:v>
                </c:pt>
                <c:pt idx="5022">
                  <c:v>0.75</c:v>
                </c:pt>
                <c:pt idx="5023">
                  <c:v>0.75</c:v>
                </c:pt>
                <c:pt idx="5024">
                  <c:v>0.75</c:v>
                </c:pt>
                <c:pt idx="5025">
                  <c:v>0.75</c:v>
                </c:pt>
                <c:pt idx="5026">
                  <c:v>0.75</c:v>
                </c:pt>
                <c:pt idx="5027">
                  <c:v>0.75</c:v>
                </c:pt>
                <c:pt idx="5028">
                  <c:v>0.75</c:v>
                </c:pt>
                <c:pt idx="5029">
                  <c:v>0.75</c:v>
                </c:pt>
                <c:pt idx="5030">
                  <c:v>0.75</c:v>
                </c:pt>
                <c:pt idx="5031">
                  <c:v>0.75</c:v>
                </c:pt>
                <c:pt idx="5032">
                  <c:v>0.75</c:v>
                </c:pt>
                <c:pt idx="5033">
                  <c:v>0.75</c:v>
                </c:pt>
                <c:pt idx="5034">
                  <c:v>0.75</c:v>
                </c:pt>
                <c:pt idx="5035">
                  <c:v>0.75</c:v>
                </c:pt>
                <c:pt idx="5036">
                  <c:v>0.75</c:v>
                </c:pt>
                <c:pt idx="5037">
                  <c:v>0.75</c:v>
                </c:pt>
                <c:pt idx="5038">
                  <c:v>0.75</c:v>
                </c:pt>
                <c:pt idx="5039">
                  <c:v>0.75</c:v>
                </c:pt>
                <c:pt idx="5040">
                  <c:v>0.75</c:v>
                </c:pt>
                <c:pt idx="5041">
                  <c:v>0.75</c:v>
                </c:pt>
                <c:pt idx="5042">
                  <c:v>0.75</c:v>
                </c:pt>
                <c:pt idx="5043">
                  <c:v>0.75</c:v>
                </c:pt>
                <c:pt idx="5044">
                  <c:v>0.75</c:v>
                </c:pt>
                <c:pt idx="5045">
                  <c:v>0.75</c:v>
                </c:pt>
                <c:pt idx="5046">
                  <c:v>0.75</c:v>
                </c:pt>
                <c:pt idx="5047">
                  <c:v>0.75</c:v>
                </c:pt>
                <c:pt idx="5048">
                  <c:v>0.75</c:v>
                </c:pt>
                <c:pt idx="5049">
                  <c:v>0.75</c:v>
                </c:pt>
                <c:pt idx="5050">
                  <c:v>0.75</c:v>
                </c:pt>
                <c:pt idx="5051">
                  <c:v>0.75</c:v>
                </c:pt>
                <c:pt idx="5052">
                  <c:v>0.75</c:v>
                </c:pt>
                <c:pt idx="5053">
                  <c:v>0.75</c:v>
                </c:pt>
                <c:pt idx="5054">
                  <c:v>0.75</c:v>
                </c:pt>
                <c:pt idx="5055">
                  <c:v>0.75</c:v>
                </c:pt>
                <c:pt idx="5056">
                  <c:v>0.75</c:v>
                </c:pt>
                <c:pt idx="5057">
                  <c:v>0.75</c:v>
                </c:pt>
                <c:pt idx="5058">
                  <c:v>0.75</c:v>
                </c:pt>
                <c:pt idx="5059">
                  <c:v>0.75</c:v>
                </c:pt>
                <c:pt idx="5060">
                  <c:v>0.75</c:v>
                </c:pt>
                <c:pt idx="5061">
                  <c:v>0.75</c:v>
                </c:pt>
                <c:pt idx="5062">
                  <c:v>0.75</c:v>
                </c:pt>
                <c:pt idx="5063">
                  <c:v>0.75</c:v>
                </c:pt>
                <c:pt idx="5064">
                  <c:v>0.75</c:v>
                </c:pt>
                <c:pt idx="5065">
                  <c:v>0.75</c:v>
                </c:pt>
                <c:pt idx="5066">
                  <c:v>0.75</c:v>
                </c:pt>
                <c:pt idx="5067">
                  <c:v>0.75</c:v>
                </c:pt>
                <c:pt idx="5068">
                  <c:v>0.75</c:v>
                </c:pt>
                <c:pt idx="5069">
                  <c:v>0.75</c:v>
                </c:pt>
                <c:pt idx="5070">
                  <c:v>0.75</c:v>
                </c:pt>
                <c:pt idx="5071">
                  <c:v>0.75</c:v>
                </c:pt>
                <c:pt idx="5072">
                  <c:v>0.75</c:v>
                </c:pt>
                <c:pt idx="5073">
                  <c:v>0.75</c:v>
                </c:pt>
                <c:pt idx="5074">
                  <c:v>0.75</c:v>
                </c:pt>
                <c:pt idx="5075">
                  <c:v>0.75</c:v>
                </c:pt>
                <c:pt idx="5076">
                  <c:v>0.75</c:v>
                </c:pt>
                <c:pt idx="5077">
                  <c:v>0.75</c:v>
                </c:pt>
                <c:pt idx="5078">
                  <c:v>0.75</c:v>
                </c:pt>
                <c:pt idx="5079">
                  <c:v>0.75</c:v>
                </c:pt>
                <c:pt idx="5080">
                  <c:v>0.75</c:v>
                </c:pt>
                <c:pt idx="5081">
                  <c:v>0.75</c:v>
                </c:pt>
                <c:pt idx="5082">
                  <c:v>0.75</c:v>
                </c:pt>
                <c:pt idx="5083">
                  <c:v>0.75</c:v>
                </c:pt>
                <c:pt idx="5084">
                  <c:v>0.75</c:v>
                </c:pt>
                <c:pt idx="5085">
                  <c:v>0.75</c:v>
                </c:pt>
                <c:pt idx="5086">
                  <c:v>0.75</c:v>
                </c:pt>
                <c:pt idx="5087">
                  <c:v>0.75</c:v>
                </c:pt>
                <c:pt idx="5088">
                  <c:v>0.75</c:v>
                </c:pt>
                <c:pt idx="5089">
                  <c:v>0.75</c:v>
                </c:pt>
                <c:pt idx="5090">
                  <c:v>0.75</c:v>
                </c:pt>
                <c:pt idx="5091">
                  <c:v>0.75</c:v>
                </c:pt>
                <c:pt idx="5092">
                  <c:v>0.75</c:v>
                </c:pt>
                <c:pt idx="5093">
                  <c:v>0.75</c:v>
                </c:pt>
                <c:pt idx="5094">
                  <c:v>0.75</c:v>
                </c:pt>
                <c:pt idx="5095">
                  <c:v>0.75</c:v>
                </c:pt>
                <c:pt idx="5096">
                  <c:v>0.75</c:v>
                </c:pt>
                <c:pt idx="5097">
                  <c:v>0.75</c:v>
                </c:pt>
                <c:pt idx="5098">
                  <c:v>0.75</c:v>
                </c:pt>
                <c:pt idx="5099">
                  <c:v>0.75</c:v>
                </c:pt>
                <c:pt idx="5100">
                  <c:v>0.75</c:v>
                </c:pt>
                <c:pt idx="5101">
                  <c:v>0.75</c:v>
                </c:pt>
                <c:pt idx="5102">
                  <c:v>1</c:v>
                </c:pt>
                <c:pt idx="5103">
                  <c:v>1</c:v>
                </c:pt>
                <c:pt idx="5104">
                  <c:v>1</c:v>
                </c:pt>
                <c:pt idx="5105">
                  <c:v>1</c:v>
                </c:pt>
                <c:pt idx="5106">
                  <c:v>1</c:v>
                </c:pt>
                <c:pt idx="5107">
                  <c:v>1</c:v>
                </c:pt>
                <c:pt idx="5108">
                  <c:v>1</c:v>
                </c:pt>
                <c:pt idx="5109">
                  <c:v>1</c:v>
                </c:pt>
                <c:pt idx="5110">
                  <c:v>1</c:v>
                </c:pt>
                <c:pt idx="5111">
                  <c:v>1</c:v>
                </c:pt>
                <c:pt idx="5112">
                  <c:v>1</c:v>
                </c:pt>
                <c:pt idx="5113">
                  <c:v>1</c:v>
                </c:pt>
                <c:pt idx="5114">
                  <c:v>1</c:v>
                </c:pt>
                <c:pt idx="5115">
                  <c:v>1</c:v>
                </c:pt>
                <c:pt idx="5116">
                  <c:v>1</c:v>
                </c:pt>
                <c:pt idx="5117">
                  <c:v>1</c:v>
                </c:pt>
                <c:pt idx="5118">
                  <c:v>1</c:v>
                </c:pt>
                <c:pt idx="5119">
                  <c:v>1</c:v>
                </c:pt>
                <c:pt idx="5120">
                  <c:v>1</c:v>
                </c:pt>
                <c:pt idx="5121">
                  <c:v>1</c:v>
                </c:pt>
                <c:pt idx="5122">
                  <c:v>1</c:v>
                </c:pt>
                <c:pt idx="5123">
                  <c:v>1</c:v>
                </c:pt>
                <c:pt idx="5124">
                  <c:v>1</c:v>
                </c:pt>
                <c:pt idx="5125">
                  <c:v>1</c:v>
                </c:pt>
                <c:pt idx="5126">
                  <c:v>1</c:v>
                </c:pt>
                <c:pt idx="5127">
                  <c:v>1</c:v>
                </c:pt>
                <c:pt idx="5128">
                  <c:v>1</c:v>
                </c:pt>
                <c:pt idx="5129">
                  <c:v>1</c:v>
                </c:pt>
                <c:pt idx="5130">
                  <c:v>1</c:v>
                </c:pt>
                <c:pt idx="5131">
                  <c:v>1</c:v>
                </c:pt>
                <c:pt idx="5132">
                  <c:v>1</c:v>
                </c:pt>
                <c:pt idx="5133">
                  <c:v>1</c:v>
                </c:pt>
                <c:pt idx="5134">
                  <c:v>1</c:v>
                </c:pt>
                <c:pt idx="5135">
                  <c:v>1</c:v>
                </c:pt>
                <c:pt idx="5136">
                  <c:v>1</c:v>
                </c:pt>
                <c:pt idx="5137">
                  <c:v>1</c:v>
                </c:pt>
                <c:pt idx="5138">
                  <c:v>1</c:v>
                </c:pt>
                <c:pt idx="5139">
                  <c:v>1</c:v>
                </c:pt>
                <c:pt idx="5140">
                  <c:v>1</c:v>
                </c:pt>
                <c:pt idx="5141">
                  <c:v>1</c:v>
                </c:pt>
                <c:pt idx="5142">
                  <c:v>1</c:v>
                </c:pt>
                <c:pt idx="5143">
                  <c:v>1</c:v>
                </c:pt>
                <c:pt idx="5144">
                  <c:v>1</c:v>
                </c:pt>
                <c:pt idx="5145">
                  <c:v>1</c:v>
                </c:pt>
                <c:pt idx="5146">
                  <c:v>1</c:v>
                </c:pt>
                <c:pt idx="5147">
                  <c:v>1</c:v>
                </c:pt>
                <c:pt idx="5148">
                  <c:v>1</c:v>
                </c:pt>
                <c:pt idx="5149">
                  <c:v>1</c:v>
                </c:pt>
                <c:pt idx="5150">
                  <c:v>1</c:v>
                </c:pt>
                <c:pt idx="5151">
                  <c:v>1</c:v>
                </c:pt>
                <c:pt idx="5152">
                  <c:v>1</c:v>
                </c:pt>
                <c:pt idx="5153">
                  <c:v>1</c:v>
                </c:pt>
                <c:pt idx="5154">
                  <c:v>1</c:v>
                </c:pt>
                <c:pt idx="5155">
                  <c:v>1</c:v>
                </c:pt>
                <c:pt idx="5156">
                  <c:v>1</c:v>
                </c:pt>
                <c:pt idx="5157">
                  <c:v>1</c:v>
                </c:pt>
                <c:pt idx="5158">
                  <c:v>1</c:v>
                </c:pt>
                <c:pt idx="5159">
                  <c:v>1</c:v>
                </c:pt>
                <c:pt idx="5160">
                  <c:v>1</c:v>
                </c:pt>
                <c:pt idx="5161">
                  <c:v>1</c:v>
                </c:pt>
                <c:pt idx="5162">
                  <c:v>1</c:v>
                </c:pt>
                <c:pt idx="5163">
                  <c:v>1</c:v>
                </c:pt>
                <c:pt idx="5164">
                  <c:v>1</c:v>
                </c:pt>
                <c:pt idx="5165">
                  <c:v>1</c:v>
                </c:pt>
                <c:pt idx="5166">
                  <c:v>1</c:v>
                </c:pt>
                <c:pt idx="5167">
                  <c:v>1</c:v>
                </c:pt>
                <c:pt idx="5168">
                  <c:v>1</c:v>
                </c:pt>
                <c:pt idx="5169">
                  <c:v>1</c:v>
                </c:pt>
                <c:pt idx="5170">
                  <c:v>1</c:v>
                </c:pt>
                <c:pt idx="5171">
                  <c:v>1</c:v>
                </c:pt>
                <c:pt idx="5172">
                  <c:v>1</c:v>
                </c:pt>
                <c:pt idx="5173">
                  <c:v>1</c:v>
                </c:pt>
                <c:pt idx="5174">
                  <c:v>1</c:v>
                </c:pt>
                <c:pt idx="5175">
                  <c:v>1</c:v>
                </c:pt>
                <c:pt idx="5176">
                  <c:v>1</c:v>
                </c:pt>
                <c:pt idx="5177">
                  <c:v>1</c:v>
                </c:pt>
                <c:pt idx="5178">
                  <c:v>1</c:v>
                </c:pt>
                <c:pt idx="5179">
                  <c:v>1</c:v>
                </c:pt>
                <c:pt idx="5180">
                  <c:v>1</c:v>
                </c:pt>
                <c:pt idx="5181">
                  <c:v>1</c:v>
                </c:pt>
                <c:pt idx="5182">
                  <c:v>1</c:v>
                </c:pt>
                <c:pt idx="5183">
                  <c:v>1</c:v>
                </c:pt>
                <c:pt idx="5184">
                  <c:v>1</c:v>
                </c:pt>
                <c:pt idx="5185">
                  <c:v>1</c:v>
                </c:pt>
                <c:pt idx="5186">
                  <c:v>1</c:v>
                </c:pt>
                <c:pt idx="5187">
                  <c:v>1</c:v>
                </c:pt>
                <c:pt idx="5188">
                  <c:v>1</c:v>
                </c:pt>
                <c:pt idx="5189">
                  <c:v>1</c:v>
                </c:pt>
                <c:pt idx="5190">
                  <c:v>1</c:v>
                </c:pt>
                <c:pt idx="5191">
                  <c:v>1</c:v>
                </c:pt>
                <c:pt idx="5192">
                  <c:v>1</c:v>
                </c:pt>
                <c:pt idx="5193">
                  <c:v>1</c:v>
                </c:pt>
                <c:pt idx="5194">
                  <c:v>1</c:v>
                </c:pt>
                <c:pt idx="5195">
                  <c:v>1</c:v>
                </c:pt>
                <c:pt idx="5196">
                  <c:v>1</c:v>
                </c:pt>
                <c:pt idx="5197">
                  <c:v>1</c:v>
                </c:pt>
                <c:pt idx="5198">
                  <c:v>1</c:v>
                </c:pt>
                <c:pt idx="5199">
                  <c:v>1</c:v>
                </c:pt>
                <c:pt idx="5200">
                  <c:v>1</c:v>
                </c:pt>
                <c:pt idx="5201">
                  <c:v>1</c:v>
                </c:pt>
                <c:pt idx="5202">
                  <c:v>1</c:v>
                </c:pt>
                <c:pt idx="5203">
                  <c:v>1</c:v>
                </c:pt>
                <c:pt idx="5204">
                  <c:v>1</c:v>
                </c:pt>
                <c:pt idx="5205">
                  <c:v>1</c:v>
                </c:pt>
                <c:pt idx="5206">
                  <c:v>1</c:v>
                </c:pt>
                <c:pt idx="5207">
                  <c:v>1</c:v>
                </c:pt>
                <c:pt idx="5208">
                  <c:v>1</c:v>
                </c:pt>
                <c:pt idx="5209">
                  <c:v>1</c:v>
                </c:pt>
                <c:pt idx="5210">
                  <c:v>1</c:v>
                </c:pt>
                <c:pt idx="5211">
                  <c:v>1</c:v>
                </c:pt>
                <c:pt idx="5212">
                  <c:v>1</c:v>
                </c:pt>
                <c:pt idx="5213">
                  <c:v>1</c:v>
                </c:pt>
                <c:pt idx="5214">
                  <c:v>1</c:v>
                </c:pt>
                <c:pt idx="5215">
                  <c:v>1</c:v>
                </c:pt>
                <c:pt idx="5216">
                  <c:v>1</c:v>
                </c:pt>
                <c:pt idx="5217">
                  <c:v>1</c:v>
                </c:pt>
                <c:pt idx="5218">
                  <c:v>1</c:v>
                </c:pt>
                <c:pt idx="5219">
                  <c:v>1</c:v>
                </c:pt>
                <c:pt idx="5220">
                  <c:v>1</c:v>
                </c:pt>
                <c:pt idx="5221">
                  <c:v>1</c:v>
                </c:pt>
                <c:pt idx="5222">
                  <c:v>1</c:v>
                </c:pt>
                <c:pt idx="5223">
                  <c:v>1</c:v>
                </c:pt>
                <c:pt idx="5224">
                  <c:v>1</c:v>
                </c:pt>
                <c:pt idx="5225">
                  <c:v>1</c:v>
                </c:pt>
                <c:pt idx="5226">
                  <c:v>1</c:v>
                </c:pt>
                <c:pt idx="5227">
                  <c:v>1</c:v>
                </c:pt>
                <c:pt idx="5228">
                  <c:v>1</c:v>
                </c:pt>
                <c:pt idx="5229">
                  <c:v>1</c:v>
                </c:pt>
                <c:pt idx="5230">
                  <c:v>1</c:v>
                </c:pt>
                <c:pt idx="5231">
                  <c:v>1</c:v>
                </c:pt>
                <c:pt idx="5232">
                  <c:v>1</c:v>
                </c:pt>
                <c:pt idx="5233">
                  <c:v>1</c:v>
                </c:pt>
                <c:pt idx="5234">
                  <c:v>1</c:v>
                </c:pt>
                <c:pt idx="5235">
                  <c:v>1</c:v>
                </c:pt>
                <c:pt idx="5236">
                  <c:v>1</c:v>
                </c:pt>
                <c:pt idx="5237">
                  <c:v>1</c:v>
                </c:pt>
                <c:pt idx="5238">
                  <c:v>1</c:v>
                </c:pt>
                <c:pt idx="5239">
                  <c:v>1</c:v>
                </c:pt>
                <c:pt idx="5240">
                  <c:v>1</c:v>
                </c:pt>
                <c:pt idx="5241">
                  <c:v>1</c:v>
                </c:pt>
                <c:pt idx="5242">
                  <c:v>1</c:v>
                </c:pt>
                <c:pt idx="5243">
                  <c:v>1</c:v>
                </c:pt>
                <c:pt idx="5244">
                  <c:v>1</c:v>
                </c:pt>
                <c:pt idx="5245">
                  <c:v>1</c:v>
                </c:pt>
                <c:pt idx="5246">
                  <c:v>1</c:v>
                </c:pt>
                <c:pt idx="5247">
                  <c:v>1</c:v>
                </c:pt>
                <c:pt idx="5248">
                  <c:v>1</c:v>
                </c:pt>
                <c:pt idx="5249">
                  <c:v>1</c:v>
                </c:pt>
                <c:pt idx="5250">
                  <c:v>1</c:v>
                </c:pt>
                <c:pt idx="5251">
                  <c:v>1</c:v>
                </c:pt>
                <c:pt idx="5252">
                  <c:v>1</c:v>
                </c:pt>
                <c:pt idx="5253">
                  <c:v>1</c:v>
                </c:pt>
                <c:pt idx="5254">
                  <c:v>1</c:v>
                </c:pt>
                <c:pt idx="5255">
                  <c:v>1</c:v>
                </c:pt>
                <c:pt idx="5256">
                  <c:v>1</c:v>
                </c:pt>
                <c:pt idx="5257">
                  <c:v>1</c:v>
                </c:pt>
                <c:pt idx="5258">
                  <c:v>1</c:v>
                </c:pt>
                <c:pt idx="5259">
                  <c:v>1</c:v>
                </c:pt>
                <c:pt idx="5260">
                  <c:v>1</c:v>
                </c:pt>
                <c:pt idx="5261">
                  <c:v>1</c:v>
                </c:pt>
                <c:pt idx="5262">
                  <c:v>1</c:v>
                </c:pt>
                <c:pt idx="5263">
                  <c:v>1</c:v>
                </c:pt>
                <c:pt idx="5264">
                  <c:v>1</c:v>
                </c:pt>
                <c:pt idx="5265">
                  <c:v>1</c:v>
                </c:pt>
                <c:pt idx="5266">
                  <c:v>1</c:v>
                </c:pt>
                <c:pt idx="5267">
                  <c:v>1</c:v>
                </c:pt>
                <c:pt idx="5268">
                  <c:v>1</c:v>
                </c:pt>
                <c:pt idx="5269">
                  <c:v>1</c:v>
                </c:pt>
                <c:pt idx="5270">
                  <c:v>1</c:v>
                </c:pt>
                <c:pt idx="5271">
                  <c:v>1</c:v>
                </c:pt>
                <c:pt idx="5272">
                  <c:v>1</c:v>
                </c:pt>
                <c:pt idx="5273">
                  <c:v>1</c:v>
                </c:pt>
                <c:pt idx="5274">
                  <c:v>1</c:v>
                </c:pt>
                <c:pt idx="5275">
                  <c:v>1</c:v>
                </c:pt>
                <c:pt idx="5276">
                  <c:v>1</c:v>
                </c:pt>
                <c:pt idx="5277">
                  <c:v>1</c:v>
                </c:pt>
                <c:pt idx="5278">
                  <c:v>1</c:v>
                </c:pt>
                <c:pt idx="5279">
                  <c:v>1</c:v>
                </c:pt>
                <c:pt idx="5280">
                  <c:v>1</c:v>
                </c:pt>
                <c:pt idx="5281">
                  <c:v>1</c:v>
                </c:pt>
                <c:pt idx="5282">
                  <c:v>1</c:v>
                </c:pt>
                <c:pt idx="5283">
                  <c:v>1</c:v>
                </c:pt>
                <c:pt idx="5284">
                  <c:v>1</c:v>
                </c:pt>
                <c:pt idx="5285">
                  <c:v>1</c:v>
                </c:pt>
                <c:pt idx="5286">
                  <c:v>1</c:v>
                </c:pt>
                <c:pt idx="5287">
                  <c:v>1</c:v>
                </c:pt>
                <c:pt idx="5288">
                  <c:v>1</c:v>
                </c:pt>
                <c:pt idx="5289">
                  <c:v>1</c:v>
                </c:pt>
                <c:pt idx="5290">
                  <c:v>1</c:v>
                </c:pt>
                <c:pt idx="5291">
                  <c:v>1</c:v>
                </c:pt>
                <c:pt idx="5292">
                  <c:v>1</c:v>
                </c:pt>
                <c:pt idx="5293">
                  <c:v>1</c:v>
                </c:pt>
                <c:pt idx="5294">
                  <c:v>1</c:v>
                </c:pt>
                <c:pt idx="5295">
                  <c:v>1</c:v>
                </c:pt>
                <c:pt idx="5296">
                  <c:v>1</c:v>
                </c:pt>
                <c:pt idx="5297">
                  <c:v>1</c:v>
                </c:pt>
                <c:pt idx="5298">
                  <c:v>1</c:v>
                </c:pt>
                <c:pt idx="5299">
                  <c:v>1</c:v>
                </c:pt>
                <c:pt idx="5300">
                  <c:v>1</c:v>
                </c:pt>
                <c:pt idx="5301">
                  <c:v>1</c:v>
                </c:pt>
                <c:pt idx="5302">
                  <c:v>1</c:v>
                </c:pt>
                <c:pt idx="5303">
                  <c:v>1</c:v>
                </c:pt>
                <c:pt idx="5304">
                  <c:v>1</c:v>
                </c:pt>
                <c:pt idx="5305">
                  <c:v>1</c:v>
                </c:pt>
                <c:pt idx="5306">
                  <c:v>1</c:v>
                </c:pt>
                <c:pt idx="5307">
                  <c:v>1</c:v>
                </c:pt>
                <c:pt idx="5308">
                  <c:v>1</c:v>
                </c:pt>
                <c:pt idx="5309">
                  <c:v>1</c:v>
                </c:pt>
                <c:pt idx="5310">
                  <c:v>1</c:v>
                </c:pt>
                <c:pt idx="5311">
                  <c:v>1</c:v>
                </c:pt>
                <c:pt idx="5312">
                  <c:v>1.25</c:v>
                </c:pt>
                <c:pt idx="5313">
                  <c:v>1.25</c:v>
                </c:pt>
                <c:pt idx="5314">
                  <c:v>1.25</c:v>
                </c:pt>
                <c:pt idx="5315">
                  <c:v>1.25</c:v>
                </c:pt>
                <c:pt idx="5316">
                  <c:v>1.25</c:v>
                </c:pt>
                <c:pt idx="5317">
                  <c:v>1.25</c:v>
                </c:pt>
                <c:pt idx="5318">
                  <c:v>1.25</c:v>
                </c:pt>
                <c:pt idx="5319">
                  <c:v>1.25</c:v>
                </c:pt>
                <c:pt idx="5320">
                  <c:v>1.25</c:v>
                </c:pt>
                <c:pt idx="5321">
                  <c:v>1.25</c:v>
                </c:pt>
                <c:pt idx="5322">
                  <c:v>1.25</c:v>
                </c:pt>
                <c:pt idx="5323">
                  <c:v>1.25</c:v>
                </c:pt>
                <c:pt idx="5324">
                  <c:v>1.25</c:v>
                </c:pt>
                <c:pt idx="5325">
                  <c:v>1.25</c:v>
                </c:pt>
                <c:pt idx="5326">
                  <c:v>1.25</c:v>
                </c:pt>
                <c:pt idx="5327">
                  <c:v>1.25</c:v>
                </c:pt>
                <c:pt idx="5328">
                  <c:v>1.25</c:v>
                </c:pt>
                <c:pt idx="5329">
                  <c:v>1.25</c:v>
                </c:pt>
                <c:pt idx="5330">
                  <c:v>1.25</c:v>
                </c:pt>
                <c:pt idx="5331">
                  <c:v>1.25</c:v>
                </c:pt>
                <c:pt idx="5332">
                  <c:v>1.25</c:v>
                </c:pt>
                <c:pt idx="5333">
                  <c:v>1.25</c:v>
                </c:pt>
                <c:pt idx="5334">
                  <c:v>1.25</c:v>
                </c:pt>
                <c:pt idx="5335">
                  <c:v>1.25</c:v>
                </c:pt>
                <c:pt idx="5336">
                  <c:v>1.25</c:v>
                </c:pt>
                <c:pt idx="5337">
                  <c:v>1.25</c:v>
                </c:pt>
                <c:pt idx="5338">
                  <c:v>1.25</c:v>
                </c:pt>
                <c:pt idx="5339">
                  <c:v>1.25</c:v>
                </c:pt>
                <c:pt idx="5340">
                  <c:v>1.25</c:v>
                </c:pt>
                <c:pt idx="5341">
                  <c:v>1.25</c:v>
                </c:pt>
                <c:pt idx="5342">
                  <c:v>1.25</c:v>
                </c:pt>
                <c:pt idx="5343">
                  <c:v>1.25</c:v>
                </c:pt>
                <c:pt idx="5344">
                  <c:v>1.25</c:v>
                </c:pt>
                <c:pt idx="5345">
                  <c:v>1.25</c:v>
                </c:pt>
                <c:pt idx="5346">
                  <c:v>1.25</c:v>
                </c:pt>
                <c:pt idx="5347">
                  <c:v>1.5</c:v>
                </c:pt>
                <c:pt idx="5348">
                  <c:v>1.5</c:v>
                </c:pt>
                <c:pt idx="5349">
                  <c:v>1.5</c:v>
                </c:pt>
                <c:pt idx="5350">
                  <c:v>1.5</c:v>
                </c:pt>
                <c:pt idx="5351">
                  <c:v>1.5</c:v>
                </c:pt>
                <c:pt idx="5352">
                  <c:v>1.5</c:v>
                </c:pt>
                <c:pt idx="5353">
                  <c:v>1.5</c:v>
                </c:pt>
                <c:pt idx="5354">
                  <c:v>1.5</c:v>
                </c:pt>
                <c:pt idx="5355">
                  <c:v>1.5</c:v>
                </c:pt>
                <c:pt idx="5356">
                  <c:v>1.5</c:v>
                </c:pt>
                <c:pt idx="5357">
                  <c:v>1.5</c:v>
                </c:pt>
                <c:pt idx="5358">
                  <c:v>1.5</c:v>
                </c:pt>
                <c:pt idx="5359">
                  <c:v>1.5</c:v>
                </c:pt>
                <c:pt idx="5360">
                  <c:v>1.5</c:v>
                </c:pt>
                <c:pt idx="5361">
                  <c:v>1.5</c:v>
                </c:pt>
                <c:pt idx="5362">
                  <c:v>1.5</c:v>
                </c:pt>
                <c:pt idx="5363">
                  <c:v>1.5</c:v>
                </c:pt>
                <c:pt idx="5364">
                  <c:v>1.5</c:v>
                </c:pt>
                <c:pt idx="5365">
                  <c:v>1.5</c:v>
                </c:pt>
                <c:pt idx="5366">
                  <c:v>1.5</c:v>
                </c:pt>
                <c:pt idx="5367">
                  <c:v>1.5</c:v>
                </c:pt>
                <c:pt idx="5368">
                  <c:v>1.5</c:v>
                </c:pt>
                <c:pt idx="5369">
                  <c:v>1.5</c:v>
                </c:pt>
                <c:pt idx="5370">
                  <c:v>1.5</c:v>
                </c:pt>
                <c:pt idx="5371">
                  <c:v>1.5</c:v>
                </c:pt>
                <c:pt idx="5372">
                  <c:v>1.5</c:v>
                </c:pt>
                <c:pt idx="5373">
                  <c:v>1.5</c:v>
                </c:pt>
                <c:pt idx="5374">
                  <c:v>1.5</c:v>
                </c:pt>
                <c:pt idx="5375">
                  <c:v>1.5</c:v>
                </c:pt>
                <c:pt idx="5376">
                  <c:v>1.5</c:v>
                </c:pt>
                <c:pt idx="5377">
                  <c:v>1.5</c:v>
                </c:pt>
                <c:pt idx="5378">
                  <c:v>1.5</c:v>
                </c:pt>
                <c:pt idx="5379">
                  <c:v>1.5</c:v>
                </c:pt>
                <c:pt idx="5380">
                  <c:v>1.5</c:v>
                </c:pt>
                <c:pt idx="5381">
                  <c:v>1.5</c:v>
                </c:pt>
                <c:pt idx="5382">
                  <c:v>1.5</c:v>
                </c:pt>
                <c:pt idx="5383">
                  <c:v>1.5</c:v>
                </c:pt>
                <c:pt idx="5384">
                  <c:v>1.5</c:v>
                </c:pt>
                <c:pt idx="5385">
                  <c:v>1.5</c:v>
                </c:pt>
                <c:pt idx="5386">
                  <c:v>1.5</c:v>
                </c:pt>
                <c:pt idx="5387">
                  <c:v>1.5</c:v>
                </c:pt>
                <c:pt idx="5388">
                  <c:v>1.5</c:v>
                </c:pt>
                <c:pt idx="5389">
                  <c:v>1.5</c:v>
                </c:pt>
                <c:pt idx="5390">
                  <c:v>1.5</c:v>
                </c:pt>
                <c:pt idx="5391">
                  <c:v>1.5</c:v>
                </c:pt>
                <c:pt idx="5392">
                  <c:v>1.5</c:v>
                </c:pt>
                <c:pt idx="5393">
                  <c:v>1.5</c:v>
                </c:pt>
                <c:pt idx="5394">
                  <c:v>1.5</c:v>
                </c:pt>
                <c:pt idx="5395">
                  <c:v>1.5</c:v>
                </c:pt>
                <c:pt idx="5396">
                  <c:v>1.5</c:v>
                </c:pt>
                <c:pt idx="5397">
                  <c:v>1.5</c:v>
                </c:pt>
                <c:pt idx="5398">
                  <c:v>1.5</c:v>
                </c:pt>
                <c:pt idx="5399">
                  <c:v>1.5</c:v>
                </c:pt>
                <c:pt idx="5400">
                  <c:v>1.5</c:v>
                </c:pt>
                <c:pt idx="5401">
                  <c:v>1.5</c:v>
                </c:pt>
                <c:pt idx="5402">
                  <c:v>1.5</c:v>
                </c:pt>
                <c:pt idx="5403">
                  <c:v>1.5</c:v>
                </c:pt>
                <c:pt idx="5404">
                  <c:v>1.5</c:v>
                </c:pt>
                <c:pt idx="5405">
                  <c:v>1.5</c:v>
                </c:pt>
                <c:pt idx="5406">
                  <c:v>1.5</c:v>
                </c:pt>
                <c:pt idx="5407">
                  <c:v>1.5</c:v>
                </c:pt>
                <c:pt idx="5408">
                  <c:v>1.5</c:v>
                </c:pt>
                <c:pt idx="5409">
                  <c:v>1.5</c:v>
                </c:pt>
                <c:pt idx="5410">
                  <c:v>1.5</c:v>
                </c:pt>
                <c:pt idx="5411">
                  <c:v>1.5</c:v>
                </c:pt>
                <c:pt idx="5412">
                  <c:v>1.5</c:v>
                </c:pt>
                <c:pt idx="5413">
                  <c:v>1.5</c:v>
                </c:pt>
                <c:pt idx="5414">
                  <c:v>1.5</c:v>
                </c:pt>
                <c:pt idx="5415">
                  <c:v>1.5</c:v>
                </c:pt>
                <c:pt idx="5416">
                  <c:v>1.5</c:v>
                </c:pt>
                <c:pt idx="5417">
                  <c:v>1.5</c:v>
                </c:pt>
                <c:pt idx="5418">
                  <c:v>1.5</c:v>
                </c:pt>
                <c:pt idx="5419">
                  <c:v>1.5</c:v>
                </c:pt>
                <c:pt idx="5420">
                  <c:v>1.5</c:v>
                </c:pt>
                <c:pt idx="5421">
                  <c:v>1.5</c:v>
                </c:pt>
                <c:pt idx="5422">
                  <c:v>1.5</c:v>
                </c:pt>
                <c:pt idx="5423">
                  <c:v>1.5</c:v>
                </c:pt>
                <c:pt idx="5424">
                  <c:v>1.5</c:v>
                </c:pt>
                <c:pt idx="5425">
                  <c:v>1.5</c:v>
                </c:pt>
                <c:pt idx="5426">
                  <c:v>1.5</c:v>
                </c:pt>
                <c:pt idx="5427">
                  <c:v>1.5</c:v>
                </c:pt>
                <c:pt idx="5428">
                  <c:v>1.5</c:v>
                </c:pt>
                <c:pt idx="5429">
                  <c:v>1.5</c:v>
                </c:pt>
                <c:pt idx="5430">
                  <c:v>1.5</c:v>
                </c:pt>
                <c:pt idx="5431">
                  <c:v>1.5</c:v>
                </c:pt>
                <c:pt idx="5432">
                  <c:v>1.5</c:v>
                </c:pt>
                <c:pt idx="5433">
                  <c:v>1.5</c:v>
                </c:pt>
                <c:pt idx="5434">
                  <c:v>1.5</c:v>
                </c:pt>
                <c:pt idx="5435">
                  <c:v>1.5</c:v>
                </c:pt>
                <c:pt idx="5436">
                  <c:v>1.5</c:v>
                </c:pt>
                <c:pt idx="5437">
                  <c:v>1.5</c:v>
                </c:pt>
                <c:pt idx="5438">
                  <c:v>1.5</c:v>
                </c:pt>
                <c:pt idx="5439">
                  <c:v>1.5</c:v>
                </c:pt>
                <c:pt idx="5440">
                  <c:v>1.5</c:v>
                </c:pt>
                <c:pt idx="5441">
                  <c:v>1.5</c:v>
                </c:pt>
                <c:pt idx="5442">
                  <c:v>1.5</c:v>
                </c:pt>
                <c:pt idx="5443">
                  <c:v>1.5</c:v>
                </c:pt>
                <c:pt idx="5444">
                  <c:v>1.5</c:v>
                </c:pt>
                <c:pt idx="5445">
                  <c:v>1.5</c:v>
                </c:pt>
                <c:pt idx="5446">
                  <c:v>1.5</c:v>
                </c:pt>
                <c:pt idx="5447">
                  <c:v>1.5</c:v>
                </c:pt>
                <c:pt idx="5448">
                  <c:v>1.5</c:v>
                </c:pt>
                <c:pt idx="5449">
                  <c:v>1.5</c:v>
                </c:pt>
                <c:pt idx="5450">
                  <c:v>1.5</c:v>
                </c:pt>
                <c:pt idx="5451">
                  <c:v>1.5</c:v>
                </c:pt>
                <c:pt idx="5452">
                  <c:v>1.5</c:v>
                </c:pt>
                <c:pt idx="5453">
                  <c:v>1.5</c:v>
                </c:pt>
                <c:pt idx="5454">
                  <c:v>1.5</c:v>
                </c:pt>
                <c:pt idx="5455">
                  <c:v>1.5</c:v>
                </c:pt>
                <c:pt idx="5456">
                  <c:v>1.5</c:v>
                </c:pt>
                <c:pt idx="5457">
                  <c:v>1.5</c:v>
                </c:pt>
                <c:pt idx="5458">
                  <c:v>1.5</c:v>
                </c:pt>
                <c:pt idx="5459">
                  <c:v>1.5</c:v>
                </c:pt>
                <c:pt idx="5460">
                  <c:v>1.5</c:v>
                </c:pt>
                <c:pt idx="5461">
                  <c:v>1.5</c:v>
                </c:pt>
                <c:pt idx="5462">
                  <c:v>1.5</c:v>
                </c:pt>
                <c:pt idx="5463">
                  <c:v>1.5</c:v>
                </c:pt>
                <c:pt idx="5464">
                  <c:v>1.5</c:v>
                </c:pt>
                <c:pt idx="5465">
                  <c:v>1.5</c:v>
                </c:pt>
                <c:pt idx="5466">
                  <c:v>1.25</c:v>
                </c:pt>
                <c:pt idx="5467">
                  <c:v>1.25</c:v>
                </c:pt>
                <c:pt idx="5468">
                  <c:v>1.25</c:v>
                </c:pt>
                <c:pt idx="5469">
                  <c:v>1.25</c:v>
                </c:pt>
                <c:pt idx="5470">
                  <c:v>1.25</c:v>
                </c:pt>
                <c:pt idx="5471">
                  <c:v>1.25</c:v>
                </c:pt>
                <c:pt idx="5472">
                  <c:v>1.25</c:v>
                </c:pt>
                <c:pt idx="5473">
                  <c:v>1.25</c:v>
                </c:pt>
                <c:pt idx="5474">
                  <c:v>1.25</c:v>
                </c:pt>
                <c:pt idx="5475">
                  <c:v>1.25</c:v>
                </c:pt>
                <c:pt idx="5476">
                  <c:v>1.25</c:v>
                </c:pt>
                <c:pt idx="5477">
                  <c:v>1.25</c:v>
                </c:pt>
                <c:pt idx="5478">
                  <c:v>1.25</c:v>
                </c:pt>
                <c:pt idx="5479">
                  <c:v>1.25</c:v>
                </c:pt>
                <c:pt idx="5480">
                  <c:v>1.25</c:v>
                </c:pt>
                <c:pt idx="5481">
                  <c:v>1.25</c:v>
                </c:pt>
                <c:pt idx="5482">
                  <c:v>1.25</c:v>
                </c:pt>
                <c:pt idx="5483">
                  <c:v>1.25</c:v>
                </c:pt>
                <c:pt idx="5484">
                  <c:v>1.25</c:v>
                </c:pt>
                <c:pt idx="5485">
                  <c:v>1.25</c:v>
                </c:pt>
                <c:pt idx="5486">
                  <c:v>1.25</c:v>
                </c:pt>
                <c:pt idx="5487">
                  <c:v>1.25</c:v>
                </c:pt>
                <c:pt idx="5488">
                  <c:v>1.25</c:v>
                </c:pt>
                <c:pt idx="5489">
                  <c:v>1.25</c:v>
                </c:pt>
                <c:pt idx="5490">
                  <c:v>1.25</c:v>
                </c:pt>
                <c:pt idx="5491">
                  <c:v>1.25</c:v>
                </c:pt>
                <c:pt idx="5492">
                  <c:v>1.25</c:v>
                </c:pt>
                <c:pt idx="5493">
                  <c:v>1.25</c:v>
                </c:pt>
                <c:pt idx="5494">
                  <c:v>1.25</c:v>
                </c:pt>
                <c:pt idx="5495">
                  <c:v>1.25</c:v>
                </c:pt>
                <c:pt idx="5496">
                  <c:v>1.25</c:v>
                </c:pt>
                <c:pt idx="5497">
                  <c:v>1.25</c:v>
                </c:pt>
                <c:pt idx="5498">
                  <c:v>1.25</c:v>
                </c:pt>
                <c:pt idx="5499">
                  <c:v>1.25</c:v>
                </c:pt>
                <c:pt idx="5500">
                  <c:v>1.25</c:v>
                </c:pt>
                <c:pt idx="5501">
                  <c:v>1.25</c:v>
                </c:pt>
                <c:pt idx="5502">
                  <c:v>1.25</c:v>
                </c:pt>
                <c:pt idx="5503">
                  <c:v>1.25</c:v>
                </c:pt>
                <c:pt idx="5504">
                  <c:v>1.25</c:v>
                </c:pt>
                <c:pt idx="5505">
                  <c:v>1.25</c:v>
                </c:pt>
                <c:pt idx="5506">
                  <c:v>1.25</c:v>
                </c:pt>
                <c:pt idx="5507">
                  <c:v>1.25</c:v>
                </c:pt>
                <c:pt idx="5508">
                  <c:v>1.25</c:v>
                </c:pt>
                <c:pt idx="5509">
                  <c:v>1.25</c:v>
                </c:pt>
                <c:pt idx="5510">
                  <c:v>1.25</c:v>
                </c:pt>
                <c:pt idx="5511">
                  <c:v>1.25</c:v>
                </c:pt>
                <c:pt idx="5512">
                  <c:v>1.25</c:v>
                </c:pt>
                <c:pt idx="5513">
                  <c:v>1.25</c:v>
                </c:pt>
                <c:pt idx="5514">
                  <c:v>1.25</c:v>
                </c:pt>
                <c:pt idx="5515">
                  <c:v>1.25</c:v>
                </c:pt>
                <c:pt idx="5516">
                  <c:v>1.25</c:v>
                </c:pt>
                <c:pt idx="5517">
                  <c:v>1.25</c:v>
                </c:pt>
                <c:pt idx="5518">
                  <c:v>1.25</c:v>
                </c:pt>
                <c:pt idx="5519">
                  <c:v>1.25</c:v>
                </c:pt>
                <c:pt idx="5520">
                  <c:v>1.25</c:v>
                </c:pt>
                <c:pt idx="5521">
                  <c:v>1.25</c:v>
                </c:pt>
                <c:pt idx="5522">
                  <c:v>1.25</c:v>
                </c:pt>
                <c:pt idx="5523">
                  <c:v>1.25</c:v>
                </c:pt>
                <c:pt idx="5524">
                  <c:v>1.25</c:v>
                </c:pt>
                <c:pt idx="5525">
                  <c:v>1.25</c:v>
                </c:pt>
                <c:pt idx="5526">
                  <c:v>1.25</c:v>
                </c:pt>
                <c:pt idx="5527">
                  <c:v>1.25</c:v>
                </c:pt>
                <c:pt idx="5528">
                  <c:v>1.25</c:v>
                </c:pt>
                <c:pt idx="5529">
                  <c:v>1.25</c:v>
                </c:pt>
                <c:pt idx="5530">
                  <c:v>1.25</c:v>
                </c:pt>
                <c:pt idx="5531">
                  <c:v>1.25</c:v>
                </c:pt>
                <c:pt idx="5532">
                  <c:v>1.25</c:v>
                </c:pt>
                <c:pt idx="5533">
                  <c:v>1.25</c:v>
                </c:pt>
                <c:pt idx="5534">
                  <c:v>1.25</c:v>
                </c:pt>
                <c:pt idx="5535">
                  <c:v>1.25</c:v>
                </c:pt>
                <c:pt idx="5536">
                  <c:v>1.25</c:v>
                </c:pt>
                <c:pt idx="5537">
                  <c:v>1.25</c:v>
                </c:pt>
                <c:pt idx="5538">
                  <c:v>1.25</c:v>
                </c:pt>
                <c:pt idx="5539">
                  <c:v>1.25</c:v>
                </c:pt>
                <c:pt idx="5540">
                  <c:v>1.25</c:v>
                </c:pt>
                <c:pt idx="5541">
                  <c:v>1.25</c:v>
                </c:pt>
                <c:pt idx="5542">
                  <c:v>1.25</c:v>
                </c:pt>
                <c:pt idx="5543">
                  <c:v>1.25</c:v>
                </c:pt>
                <c:pt idx="5544">
                  <c:v>1.25</c:v>
                </c:pt>
                <c:pt idx="5545">
                  <c:v>1.25</c:v>
                </c:pt>
                <c:pt idx="5546">
                  <c:v>1.25</c:v>
                </c:pt>
                <c:pt idx="5547">
                  <c:v>1.25</c:v>
                </c:pt>
                <c:pt idx="5548">
                  <c:v>1.25</c:v>
                </c:pt>
                <c:pt idx="5549">
                  <c:v>1.25</c:v>
                </c:pt>
                <c:pt idx="5550">
                  <c:v>1.25</c:v>
                </c:pt>
                <c:pt idx="5551">
                  <c:v>1.25</c:v>
                </c:pt>
                <c:pt idx="5552">
                  <c:v>1.25</c:v>
                </c:pt>
                <c:pt idx="5553">
                  <c:v>1.25</c:v>
                </c:pt>
                <c:pt idx="5554">
                  <c:v>1.25</c:v>
                </c:pt>
                <c:pt idx="5555">
                  <c:v>1.25</c:v>
                </c:pt>
                <c:pt idx="5556">
                  <c:v>1.25</c:v>
                </c:pt>
                <c:pt idx="5557">
                  <c:v>1</c:v>
                </c:pt>
                <c:pt idx="5558">
                  <c:v>1</c:v>
                </c:pt>
                <c:pt idx="5559">
                  <c:v>1</c:v>
                </c:pt>
                <c:pt idx="5560">
                  <c:v>1</c:v>
                </c:pt>
                <c:pt idx="5561">
                  <c:v>1</c:v>
                </c:pt>
                <c:pt idx="5562">
                  <c:v>1</c:v>
                </c:pt>
                <c:pt idx="5563">
                  <c:v>1</c:v>
                </c:pt>
                <c:pt idx="5564">
                  <c:v>1</c:v>
                </c:pt>
                <c:pt idx="5565">
                  <c:v>1</c:v>
                </c:pt>
                <c:pt idx="5566">
                  <c:v>1</c:v>
                </c:pt>
                <c:pt idx="5567">
                  <c:v>1</c:v>
                </c:pt>
                <c:pt idx="5568">
                  <c:v>1</c:v>
                </c:pt>
                <c:pt idx="5569">
                  <c:v>1</c:v>
                </c:pt>
                <c:pt idx="5570">
                  <c:v>1</c:v>
                </c:pt>
                <c:pt idx="5571">
                  <c:v>1</c:v>
                </c:pt>
                <c:pt idx="5572">
                  <c:v>1</c:v>
                </c:pt>
                <c:pt idx="5573">
                  <c:v>1</c:v>
                </c:pt>
                <c:pt idx="5574">
                  <c:v>1</c:v>
                </c:pt>
                <c:pt idx="5575">
                  <c:v>1</c:v>
                </c:pt>
                <c:pt idx="5576">
                  <c:v>1</c:v>
                </c:pt>
                <c:pt idx="5577">
                  <c:v>1</c:v>
                </c:pt>
                <c:pt idx="5578">
                  <c:v>1</c:v>
                </c:pt>
                <c:pt idx="5579">
                  <c:v>1</c:v>
                </c:pt>
                <c:pt idx="5580">
                  <c:v>1</c:v>
                </c:pt>
                <c:pt idx="5581">
                  <c:v>1</c:v>
                </c:pt>
                <c:pt idx="5582">
                  <c:v>1</c:v>
                </c:pt>
                <c:pt idx="5583">
                  <c:v>1</c:v>
                </c:pt>
                <c:pt idx="5584">
                  <c:v>1</c:v>
                </c:pt>
                <c:pt idx="5585">
                  <c:v>1</c:v>
                </c:pt>
                <c:pt idx="5586">
                  <c:v>1</c:v>
                </c:pt>
                <c:pt idx="5587">
                  <c:v>1</c:v>
                </c:pt>
                <c:pt idx="5588">
                  <c:v>1</c:v>
                </c:pt>
                <c:pt idx="5589">
                  <c:v>1</c:v>
                </c:pt>
                <c:pt idx="5590">
                  <c:v>1</c:v>
                </c:pt>
                <c:pt idx="5591">
                  <c:v>1</c:v>
                </c:pt>
                <c:pt idx="5592">
                  <c:v>1</c:v>
                </c:pt>
                <c:pt idx="5593">
                  <c:v>1</c:v>
                </c:pt>
                <c:pt idx="5594">
                  <c:v>1</c:v>
                </c:pt>
                <c:pt idx="5595">
                  <c:v>1</c:v>
                </c:pt>
                <c:pt idx="5596">
                  <c:v>1</c:v>
                </c:pt>
                <c:pt idx="5597">
                  <c:v>1</c:v>
                </c:pt>
                <c:pt idx="5598">
                  <c:v>1</c:v>
                </c:pt>
                <c:pt idx="5599">
                  <c:v>1</c:v>
                </c:pt>
                <c:pt idx="5600">
                  <c:v>1</c:v>
                </c:pt>
                <c:pt idx="5601">
                  <c:v>1</c:v>
                </c:pt>
                <c:pt idx="5602">
                  <c:v>1</c:v>
                </c:pt>
                <c:pt idx="5603">
                  <c:v>1</c:v>
                </c:pt>
                <c:pt idx="5604">
                  <c:v>1</c:v>
                </c:pt>
                <c:pt idx="5605">
                  <c:v>1</c:v>
                </c:pt>
                <c:pt idx="5606">
                  <c:v>1</c:v>
                </c:pt>
                <c:pt idx="5607">
                  <c:v>1</c:v>
                </c:pt>
                <c:pt idx="5608">
                  <c:v>1</c:v>
                </c:pt>
                <c:pt idx="5609">
                  <c:v>1</c:v>
                </c:pt>
                <c:pt idx="5610">
                  <c:v>1</c:v>
                </c:pt>
                <c:pt idx="5611">
                  <c:v>1</c:v>
                </c:pt>
                <c:pt idx="5612">
                  <c:v>1</c:v>
                </c:pt>
                <c:pt idx="5613">
                  <c:v>1</c:v>
                </c:pt>
                <c:pt idx="5614">
                  <c:v>1</c:v>
                </c:pt>
                <c:pt idx="5615">
                  <c:v>1</c:v>
                </c:pt>
                <c:pt idx="5616">
                  <c:v>1</c:v>
                </c:pt>
                <c:pt idx="5617">
                  <c:v>1</c:v>
                </c:pt>
                <c:pt idx="5618">
                  <c:v>1</c:v>
                </c:pt>
                <c:pt idx="5619">
                  <c:v>1</c:v>
                </c:pt>
                <c:pt idx="5620">
                  <c:v>1</c:v>
                </c:pt>
                <c:pt idx="5621">
                  <c:v>1</c:v>
                </c:pt>
                <c:pt idx="5622">
                  <c:v>1</c:v>
                </c:pt>
                <c:pt idx="5623">
                  <c:v>1</c:v>
                </c:pt>
                <c:pt idx="5624">
                  <c:v>1</c:v>
                </c:pt>
                <c:pt idx="5625">
                  <c:v>1</c:v>
                </c:pt>
                <c:pt idx="5626">
                  <c:v>1</c:v>
                </c:pt>
                <c:pt idx="5627">
                  <c:v>1</c:v>
                </c:pt>
                <c:pt idx="5628">
                  <c:v>1</c:v>
                </c:pt>
                <c:pt idx="5629">
                  <c:v>1</c:v>
                </c:pt>
                <c:pt idx="5630">
                  <c:v>1</c:v>
                </c:pt>
                <c:pt idx="5631">
                  <c:v>1</c:v>
                </c:pt>
                <c:pt idx="5632">
                  <c:v>1</c:v>
                </c:pt>
                <c:pt idx="5633">
                  <c:v>1</c:v>
                </c:pt>
                <c:pt idx="5634">
                  <c:v>1</c:v>
                </c:pt>
                <c:pt idx="5635">
                  <c:v>1</c:v>
                </c:pt>
                <c:pt idx="5636">
                  <c:v>1</c:v>
                </c:pt>
                <c:pt idx="5637">
                  <c:v>1</c:v>
                </c:pt>
                <c:pt idx="5638">
                  <c:v>1</c:v>
                </c:pt>
                <c:pt idx="5639">
                  <c:v>1</c:v>
                </c:pt>
                <c:pt idx="5640">
                  <c:v>1</c:v>
                </c:pt>
                <c:pt idx="5641">
                  <c:v>1</c:v>
                </c:pt>
                <c:pt idx="5642">
                  <c:v>1</c:v>
                </c:pt>
                <c:pt idx="5643">
                  <c:v>1</c:v>
                </c:pt>
                <c:pt idx="5644">
                  <c:v>1</c:v>
                </c:pt>
                <c:pt idx="5645">
                  <c:v>1</c:v>
                </c:pt>
                <c:pt idx="5646">
                  <c:v>1</c:v>
                </c:pt>
                <c:pt idx="5647">
                  <c:v>1</c:v>
                </c:pt>
                <c:pt idx="5648">
                  <c:v>1</c:v>
                </c:pt>
                <c:pt idx="5649">
                  <c:v>1</c:v>
                </c:pt>
                <c:pt idx="5650">
                  <c:v>1</c:v>
                </c:pt>
                <c:pt idx="5651">
                  <c:v>1</c:v>
                </c:pt>
                <c:pt idx="5652">
                  <c:v>1</c:v>
                </c:pt>
                <c:pt idx="5653">
                  <c:v>1</c:v>
                </c:pt>
                <c:pt idx="5654">
                  <c:v>1</c:v>
                </c:pt>
                <c:pt idx="5655">
                  <c:v>1</c:v>
                </c:pt>
                <c:pt idx="5656">
                  <c:v>1</c:v>
                </c:pt>
                <c:pt idx="5657">
                  <c:v>1</c:v>
                </c:pt>
                <c:pt idx="5658">
                  <c:v>1</c:v>
                </c:pt>
                <c:pt idx="5659">
                  <c:v>1</c:v>
                </c:pt>
                <c:pt idx="5660">
                  <c:v>1</c:v>
                </c:pt>
                <c:pt idx="5661">
                  <c:v>1</c:v>
                </c:pt>
                <c:pt idx="5662">
                  <c:v>1</c:v>
                </c:pt>
                <c:pt idx="5663">
                  <c:v>1</c:v>
                </c:pt>
                <c:pt idx="5664">
                  <c:v>1</c:v>
                </c:pt>
                <c:pt idx="5665">
                  <c:v>1</c:v>
                </c:pt>
                <c:pt idx="5666">
                  <c:v>1</c:v>
                </c:pt>
                <c:pt idx="5667">
                  <c:v>1</c:v>
                </c:pt>
                <c:pt idx="5668">
                  <c:v>1</c:v>
                </c:pt>
                <c:pt idx="5669">
                  <c:v>1</c:v>
                </c:pt>
                <c:pt idx="5670">
                  <c:v>1</c:v>
                </c:pt>
                <c:pt idx="5671">
                  <c:v>1</c:v>
                </c:pt>
                <c:pt idx="5672">
                  <c:v>1</c:v>
                </c:pt>
                <c:pt idx="5673">
                  <c:v>1</c:v>
                </c:pt>
                <c:pt idx="5674">
                  <c:v>1</c:v>
                </c:pt>
                <c:pt idx="5675">
                  <c:v>1</c:v>
                </c:pt>
                <c:pt idx="5676">
                  <c:v>1</c:v>
                </c:pt>
                <c:pt idx="5677">
                  <c:v>1</c:v>
                </c:pt>
                <c:pt idx="5678">
                  <c:v>1</c:v>
                </c:pt>
                <c:pt idx="5679">
                  <c:v>1</c:v>
                </c:pt>
                <c:pt idx="5680">
                  <c:v>1</c:v>
                </c:pt>
                <c:pt idx="5681">
                  <c:v>1</c:v>
                </c:pt>
                <c:pt idx="5682">
                  <c:v>1</c:v>
                </c:pt>
                <c:pt idx="5683">
                  <c:v>1</c:v>
                </c:pt>
                <c:pt idx="5684">
                  <c:v>1</c:v>
                </c:pt>
                <c:pt idx="5685">
                  <c:v>1</c:v>
                </c:pt>
                <c:pt idx="5686">
                  <c:v>1</c:v>
                </c:pt>
                <c:pt idx="5687">
                  <c:v>1</c:v>
                </c:pt>
                <c:pt idx="5688">
                  <c:v>1</c:v>
                </c:pt>
                <c:pt idx="5689">
                  <c:v>1</c:v>
                </c:pt>
                <c:pt idx="5690">
                  <c:v>1</c:v>
                </c:pt>
                <c:pt idx="5691">
                  <c:v>1</c:v>
                </c:pt>
              </c:numCache>
            </c:numRef>
          </c:val>
          <c:smooth val="0"/>
          <c:extLst>
            <c:ext xmlns:c16="http://schemas.microsoft.com/office/drawing/2014/chart" uri="{C3380CC4-5D6E-409C-BE32-E72D297353CC}">
              <c16:uniqueId val="{00000000-46F3-F24E-A73A-EA57DD5D5848}"/>
            </c:ext>
          </c:extLst>
        </c:ser>
        <c:ser>
          <c:idx val="1"/>
          <c:order val="1"/>
          <c:tx>
            <c:strRef>
              <c:f>'图4-5海外利率&amp;通胀'!$C$1</c:f>
              <c:strCache>
                <c:ptCount val="1"/>
                <c:pt idx="0">
                  <c:v>欧元区:存款便利利率(隔夜存款利率)</c:v>
                </c:pt>
              </c:strCache>
            </c:strRef>
          </c:tx>
          <c:spPr>
            <a:ln w="25400">
              <a:solidFill>
                <a:srgbClr val="2C3160"/>
              </a:solidFill>
              <a:prstDash val="solid"/>
            </a:ln>
          </c:spPr>
          <c:marker>
            <c:symbol val="none"/>
          </c:marker>
          <c:cat>
            <c:numRef>
              <c:f>'图4-5海外利率&amp;通胀'!$A$5:$A$5696</c:f>
              <c:numCache>
                <c:formatCode>yyyy\-mm\-dd</c:formatCode>
                <c:ptCount val="5692"/>
                <c:pt idx="0">
                  <c:v>46202</c:v>
                </c:pt>
                <c:pt idx="1">
                  <c:v>46201</c:v>
                </c:pt>
                <c:pt idx="2">
                  <c:v>46200</c:v>
                </c:pt>
                <c:pt idx="3">
                  <c:v>46199</c:v>
                </c:pt>
                <c:pt idx="4">
                  <c:v>46198</c:v>
                </c:pt>
                <c:pt idx="5">
                  <c:v>46197</c:v>
                </c:pt>
                <c:pt idx="6">
                  <c:v>46196</c:v>
                </c:pt>
                <c:pt idx="7">
                  <c:v>46195</c:v>
                </c:pt>
                <c:pt idx="8">
                  <c:v>46194</c:v>
                </c:pt>
                <c:pt idx="9">
                  <c:v>46193</c:v>
                </c:pt>
                <c:pt idx="10">
                  <c:v>46192</c:v>
                </c:pt>
                <c:pt idx="11">
                  <c:v>46191</c:v>
                </c:pt>
                <c:pt idx="12">
                  <c:v>46190</c:v>
                </c:pt>
                <c:pt idx="13">
                  <c:v>46189</c:v>
                </c:pt>
                <c:pt idx="14">
                  <c:v>46188</c:v>
                </c:pt>
                <c:pt idx="15">
                  <c:v>46187</c:v>
                </c:pt>
                <c:pt idx="16">
                  <c:v>46186</c:v>
                </c:pt>
                <c:pt idx="17">
                  <c:v>46185</c:v>
                </c:pt>
                <c:pt idx="18">
                  <c:v>46184</c:v>
                </c:pt>
                <c:pt idx="19">
                  <c:v>46183</c:v>
                </c:pt>
                <c:pt idx="20">
                  <c:v>46182</c:v>
                </c:pt>
                <c:pt idx="21">
                  <c:v>46181</c:v>
                </c:pt>
                <c:pt idx="22">
                  <c:v>46180</c:v>
                </c:pt>
                <c:pt idx="23">
                  <c:v>46179</c:v>
                </c:pt>
                <c:pt idx="24">
                  <c:v>46178</c:v>
                </c:pt>
                <c:pt idx="25">
                  <c:v>46177</c:v>
                </c:pt>
                <c:pt idx="26">
                  <c:v>46176</c:v>
                </c:pt>
                <c:pt idx="27">
                  <c:v>46175</c:v>
                </c:pt>
                <c:pt idx="28">
                  <c:v>46174</c:v>
                </c:pt>
                <c:pt idx="29">
                  <c:v>46173</c:v>
                </c:pt>
                <c:pt idx="30">
                  <c:v>46172</c:v>
                </c:pt>
                <c:pt idx="31">
                  <c:v>46171</c:v>
                </c:pt>
                <c:pt idx="32">
                  <c:v>46170</c:v>
                </c:pt>
                <c:pt idx="33">
                  <c:v>46169</c:v>
                </c:pt>
                <c:pt idx="34">
                  <c:v>46168</c:v>
                </c:pt>
                <c:pt idx="35">
                  <c:v>46167</c:v>
                </c:pt>
                <c:pt idx="36">
                  <c:v>46166</c:v>
                </c:pt>
                <c:pt idx="37">
                  <c:v>46165</c:v>
                </c:pt>
                <c:pt idx="38">
                  <c:v>46164</c:v>
                </c:pt>
                <c:pt idx="39">
                  <c:v>46163</c:v>
                </c:pt>
                <c:pt idx="40">
                  <c:v>46162</c:v>
                </c:pt>
                <c:pt idx="41">
                  <c:v>46161</c:v>
                </c:pt>
                <c:pt idx="42">
                  <c:v>46160</c:v>
                </c:pt>
                <c:pt idx="43">
                  <c:v>46159</c:v>
                </c:pt>
                <c:pt idx="44">
                  <c:v>46158</c:v>
                </c:pt>
                <c:pt idx="45">
                  <c:v>46157</c:v>
                </c:pt>
                <c:pt idx="46">
                  <c:v>46156</c:v>
                </c:pt>
                <c:pt idx="47">
                  <c:v>46155</c:v>
                </c:pt>
                <c:pt idx="48">
                  <c:v>46154</c:v>
                </c:pt>
                <c:pt idx="49">
                  <c:v>46153</c:v>
                </c:pt>
                <c:pt idx="50">
                  <c:v>46152</c:v>
                </c:pt>
                <c:pt idx="51">
                  <c:v>46151</c:v>
                </c:pt>
                <c:pt idx="52">
                  <c:v>46150</c:v>
                </c:pt>
                <c:pt idx="53">
                  <c:v>46149</c:v>
                </c:pt>
                <c:pt idx="54">
                  <c:v>46148</c:v>
                </c:pt>
                <c:pt idx="55">
                  <c:v>46147</c:v>
                </c:pt>
                <c:pt idx="56">
                  <c:v>46146</c:v>
                </c:pt>
                <c:pt idx="57">
                  <c:v>46145</c:v>
                </c:pt>
                <c:pt idx="58">
                  <c:v>46144</c:v>
                </c:pt>
                <c:pt idx="59">
                  <c:v>46143</c:v>
                </c:pt>
                <c:pt idx="60">
                  <c:v>46142</c:v>
                </c:pt>
                <c:pt idx="61">
                  <c:v>46141</c:v>
                </c:pt>
                <c:pt idx="62">
                  <c:v>46140</c:v>
                </c:pt>
                <c:pt idx="63">
                  <c:v>46139</c:v>
                </c:pt>
                <c:pt idx="64">
                  <c:v>46138</c:v>
                </c:pt>
                <c:pt idx="65">
                  <c:v>46137</c:v>
                </c:pt>
                <c:pt idx="66">
                  <c:v>46136</c:v>
                </c:pt>
                <c:pt idx="67">
                  <c:v>46135</c:v>
                </c:pt>
                <c:pt idx="68">
                  <c:v>46134</c:v>
                </c:pt>
                <c:pt idx="69">
                  <c:v>46133</c:v>
                </c:pt>
                <c:pt idx="70">
                  <c:v>46132</c:v>
                </c:pt>
                <c:pt idx="71">
                  <c:v>46131</c:v>
                </c:pt>
                <c:pt idx="72">
                  <c:v>46130</c:v>
                </c:pt>
                <c:pt idx="73">
                  <c:v>46129</c:v>
                </c:pt>
                <c:pt idx="74">
                  <c:v>46128</c:v>
                </c:pt>
                <c:pt idx="75">
                  <c:v>46127</c:v>
                </c:pt>
                <c:pt idx="76">
                  <c:v>46126</c:v>
                </c:pt>
                <c:pt idx="77">
                  <c:v>46125</c:v>
                </c:pt>
                <c:pt idx="78">
                  <c:v>46124</c:v>
                </c:pt>
                <c:pt idx="79">
                  <c:v>46123</c:v>
                </c:pt>
                <c:pt idx="80">
                  <c:v>46122</c:v>
                </c:pt>
                <c:pt idx="81">
                  <c:v>46121</c:v>
                </c:pt>
                <c:pt idx="82">
                  <c:v>46120</c:v>
                </c:pt>
                <c:pt idx="83">
                  <c:v>46119</c:v>
                </c:pt>
                <c:pt idx="84">
                  <c:v>46118</c:v>
                </c:pt>
                <c:pt idx="85">
                  <c:v>46117</c:v>
                </c:pt>
                <c:pt idx="86">
                  <c:v>46116</c:v>
                </c:pt>
                <c:pt idx="87">
                  <c:v>46115</c:v>
                </c:pt>
                <c:pt idx="88">
                  <c:v>46114</c:v>
                </c:pt>
                <c:pt idx="89">
                  <c:v>46113</c:v>
                </c:pt>
                <c:pt idx="90">
                  <c:v>46112</c:v>
                </c:pt>
                <c:pt idx="91">
                  <c:v>46111</c:v>
                </c:pt>
                <c:pt idx="92">
                  <c:v>46110</c:v>
                </c:pt>
                <c:pt idx="93">
                  <c:v>46109</c:v>
                </c:pt>
                <c:pt idx="94">
                  <c:v>46108</c:v>
                </c:pt>
                <c:pt idx="95">
                  <c:v>46107</c:v>
                </c:pt>
                <c:pt idx="96">
                  <c:v>46106</c:v>
                </c:pt>
                <c:pt idx="97">
                  <c:v>46105</c:v>
                </c:pt>
                <c:pt idx="98">
                  <c:v>46104</c:v>
                </c:pt>
                <c:pt idx="99">
                  <c:v>46103</c:v>
                </c:pt>
                <c:pt idx="100">
                  <c:v>46102</c:v>
                </c:pt>
                <c:pt idx="101">
                  <c:v>46101</c:v>
                </c:pt>
                <c:pt idx="102">
                  <c:v>46100</c:v>
                </c:pt>
                <c:pt idx="103">
                  <c:v>46099</c:v>
                </c:pt>
                <c:pt idx="104">
                  <c:v>46098</c:v>
                </c:pt>
                <c:pt idx="105">
                  <c:v>46097</c:v>
                </c:pt>
                <c:pt idx="106">
                  <c:v>46096</c:v>
                </c:pt>
                <c:pt idx="107">
                  <c:v>46095</c:v>
                </c:pt>
                <c:pt idx="108">
                  <c:v>46094</c:v>
                </c:pt>
                <c:pt idx="109">
                  <c:v>46093</c:v>
                </c:pt>
                <c:pt idx="110">
                  <c:v>46092</c:v>
                </c:pt>
                <c:pt idx="111">
                  <c:v>46091</c:v>
                </c:pt>
                <c:pt idx="112">
                  <c:v>46090</c:v>
                </c:pt>
                <c:pt idx="113">
                  <c:v>46089</c:v>
                </c:pt>
                <c:pt idx="114">
                  <c:v>46088</c:v>
                </c:pt>
                <c:pt idx="115">
                  <c:v>46087</c:v>
                </c:pt>
                <c:pt idx="116">
                  <c:v>46086</c:v>
                </c:pt>
                <c:pt idx="117">
                  <c:v>46085</c:v>
                </c:pt>
                <c:pt idx="118">
                  <c:v>46084</c:v>
                </c:pt>
                <c:pt idx="119">
                  <c:v>46083</c:v>
                </c:pt>
                <c:pt idx="120">
                  <c:v>46082</c:v>
                </c:pt>
                <c:pt idx="121">
                  <c:v>46081</c:v>
                </c:pt>
                <c:pt idx="122">
                  <c:v>46080</c:v>
                </c:pt>
                <c:pt idx="123">
                  <c:v>46079</c:v>
                </c:pt>
                <c:pt idx="124">
                  <c:v>46078</c:v>
                </c:pt>
                <c:pt idx="125">
                  <c:v>46077</c:v>
                </c:pt>
                <c:pt idx="126">
                  <c:v>46076</c:v>
                </c:pt>
                <c:pt idx="127">
                  <c:v>46075</c:v>
                </c:pt>
                <c:pt idx="128">
                  <c:v>46074</c:v>
                </c:pt>
                <c:pt idx="129">
                  <c:v>46073</c:v>
                </c:pt>
                <c:pt idx="130">
                  <c:v>46072</c:v>
                </c:pt>
                <c:pt idx="131">
                  <c:v>46071</c:v>
                </c:pt>
                <c:pt idx="132">
                  <c:v>46070</c:v>
                </c:pt>
                <c:pt idx="133">
                  <c:v>46069</c:v>
                </c:pt>
                <c:pt idx="134">
                  <c:v>46068</c:v>
                </c:pt>
                <c:pt idx="135">
                  <c:v>46067</c:v>
                </c:pt>
                <c:pt idx="136">
                  <c:v>46066</c:v>
                </c:pt>
                <c:pt idx="137">
                  <c:v>46065</c:v>
                </c:pt>
                <c:pt idx="138">
                  <c:v>46064</c:v>
                </c:pt>
                <c:pt idx="139">
                  <c:v>46063</c:v>
                </c:pt>
                <c:pt idx="140">
                  <c:v>46062</c:v>
                </c:pt>
                <c:pt idx="141">
                  <c:v>46061</c:v>
                </c:pt>
                <c:pt idx="142">
                  <c:v>46060</c:v>
                </c:pt>
                <c:pt idx="143">
                  <c:v>46059</c:v>
                </c:pt>
                <c:pt idx="144">
                  <c:v>46058</c:v>
                </c:pt>
                <c:pt idx="145">
                  <c:v>46057</c:v>
                </c:pt>
                <c:pt idx="146">
                  <c:v>46056</c:v>
                </c:pt>
                <c:pt idx="147">
                  <c:v>46055</c:v>
                </c:pt>
                <c:pt idx="148">
                  <c:v>46054</c:v>
                </c:pt>
                <c:pt idx="149">
                  <c:v>46053</c:v>
                </c:pt>
                <c:pt idx="150">
                  <c:v>46052</c:v>
                </c:pt>
                <c:pt idx="151">
                  <c:v>46051</c:v>
                </c:pt>
                <c:pt idx="152">
                  <c:v>46050</c:v>
                </c:pt>
                <c:pt idx="153">
                  <c:v>46049</c:v>
                </c:pt>
                <c:pt idx="154">
                  <c:v>46048</c:v>
                </c:pt>
                <c:pt idx="155">
                  <c:v>46047</c:v>
                </c:pt>
                <c:pt idx="156">
                  <c:v>46046</c:v>
                </c:pt>
                <c:pt idx="157">
                  <c:v>46045</c:v>
                </c:pt>
                <c:pt idx="158">
                  <c:v>46044</c:v>
                </c:pt>
                <c:pt idx="159">
                  <c:v>46043</c:v>
                </c:pt>
                <c:pt idx="160">
                  <c:v>46042</c:v>
                </c:pt>
                <c:pt idx="161">
                  <c:v>46041</c:v>
                </c:pt>
                <c:pt idx="162">
                  <c:v>46040</c:v>
                </c:pt>
                <c:pt idx="163">
                  <c:v>46039</c:v>
                </c:pt>
                <c:pt idx="164">
                  <c:v>46038</c:v>
                </c:pt>
                <c:pt idx="165">
                  <c:v>46037</c:v>
                </c:pt>
                <c:pt idx="166">
                  <c:v>46036</c:v>
                </c:pt>
                <c:pt idx="167">
                  <c:v>46035</c:v>
                </c:pt>
                <c:pt idx="168">
                  <c:v>46034</c:v>
                </c:pt>
                <c:pt idx="169">
                  <c:v>46033</c:v>
                </c:pt>
                <c:pt idx="170">
                  <c:v>46032</c:v>
                </c:pt>
                <c:pt idx="171">
                  <c:v>46031</c:v>
                </c:pt>
                <c:pt idx="172">
                  <c:v>46030</c:v>
                </c:pt>
                <c:pt idx="173">
                  <c:v>46029</c:v>
                </c:pt>
                <c:pt idx="174">
                  <c:v>46028</c:v>
                </c:pt>
                <c:pt idx="175">
                  <c:v>46027</c:v>
                </c:pt>
                <c:pt idx="176">
                  <c:v>46026</c:v>
                </c:pt>
                <c:pt idx="177">
                  <c:v>46025</c:v>
                </c:pt>
                <c:pt idx="178">
                  <c:v>46024</c:v>
                </c:pt>
                <c:pt idx="179">
                  <c:v>46023</c:v>
                </c:pt>
                <c:pt idx="180">
                  <c:v>46022</c:v>
                </c:pt>
                <c:pt idx="181">
                  <c:v>46021</c:v>
                </c:pt>
                <c:pt idx="182">
                  <c:v>46020</c:v>
                </c:pt>
                <c:pt idx="183">
                  <c:v>46019</c:v>
                </c:pt>
                <c:pt idx="184">
                  <c:v>46018</c:v>
                </c:pt>
                <c:pt idx="185">
                  <c:v>46017</c:v>
                </c:pt>
                <c:pt idx="186">
                  <c:v>46016</c:v>
                </c:pt>
                <c:pt idx="187">
                  <c:v>46015</c:v>
                </c:pt>
                <c:pt idx="188">
                  <c:v>46014</c:v>
                </c:pt>
                <c:pt idx="189">
                  <c:v>46013</c:v>
                </c:pt>
                <c:pt idx="190">
                  <c:v>46012</c:v>
                </c:pt>
                <c:pt idx="191">
                  <c:v>46011</c:v>
                </c:pt>
                <c:pt idx="192">
                  <c:v>46010</c:v>
                </c:pt>
                <c:pt idx="193">
                  <c:v>46009</c:v>
                </c:pt>
                <c:pt idx="194">
                  <c:v>46008</c:v>
                </c:pt>
                <c:pt idx="195">
                  <c:v>46007</c:v>
                </c:pt>
                <c:pt idx="196">
                  <c:v>46006</c:v>
                </c:pt>
                <c:pt idx="197">
                  <c:v>46005</c:v>
                </c:pt>
                <c:pt idx="198">
                  <c:v>46004</c:v>
                </c:pt>
                <c:pt idx="199">
                  <c:v>46003</c:v>
                </c:pt>
                <c:pt idx="200">
                  <c:v>46002</c:v>
                </c:pt>
                <c:pt idx="201">
                  <c:v>46001</c:v>
                </c:pt>
                <c:pt idx="202">
                  <c:v>46000</c:v>
                </c:pt>
                <c:pt idx="203">
                  <c:v>45999</c:v>
                </c:pt>
                <c:pt idx="204">
                  <c:v>45998</c:v>
                </c:pt>
                <c:pt idx="205">
                  <c:v>45997</c:v>
                </c:pt>
                <c:pt idx="206">
                  <c:v>45996</c:v>
                </c:pt>
                <c:pt idx="207">
                  <c:v>45995</c:v>
                </c:pt>
                <c:pt idx="208">
                  <c:v>45994</c:v>
                </c:pt>
                <c:pt idx="209">
                  <c:v>45993</c:v>
                </c:pt>
                <c:pt idx="210">
                  <c:v>45992</c:v>
                </c:pt>
                <c:pt idx="211">
                  <c:v>45991</c:v>
                </c:pt>
                <c:pt idx="212">
                  <c:v>45990</c:v>
                </c:pt>
                <c:pt idx="213">
                  <c:v>45989</c:v>
                </c:pt>
                <c:pt idx="214">
                  <c:v>45988</c:v>
                </c:pt>
                <c:pt idx="215">
                  <c:v>45987</c:v>
                </c:pt>
                <c:pt idx="216">
                  <c:v>45986</c:v>
                </c:pt>
                <c:pt idx="217">
                  <c:v>45985</c:v>
                </c:pt>
                <c:pt idx="218">
                  <c:v>45984</c:v>
                </c:pt>
                <c:pt idx="219">
                  <c:v>45983</c:v>
                </c:pt>
                <c:pt idx="220">
                  <c:v>45982</c:v>
                </c:pt>
                <c:pt idx="221">
                  <c:v>45981</c:v>
                </c:pt>
                <c:pt idx="222">
                  <c:v>45980</c:v>
                </c:pt>
                <c:pt idx="223">
                  <c:v>45979</c:v>
                </c:pt>
                <c:pt idx="224">
                  <c:v>45978</c:v>
                </c:pt>
                <c:pt idx="225">
                  <c:v>45977</c:v>
                </c:pt>
                <c:pt idx="226">
                  <c:v>45976</c:v>
                </c:pt>
                <c:pt idx="227">
                  <c:v>45975</c:v>
                </c:pt>
                <c:pt idx="228">
                  <c:v>45974</c:v>
                </c:pt>
                <c:pt idx="229">
                  <c:v>45973</c:v>
                </c:pt>
                <c:pt idx="230">
                  <c:v>45972</c:v>
                </c:pt>
                <c:pt idx="231">
                  <c:v>45971</c:v>
                </c:pt>
                <c:pt idx="232">
                  <c:v>45970</c:v>
                </c:pt>
                <c:pt idx="233">
                  <c:v>45969</c:v>
                </c:pt>
                <c:pt idx="234">
                  <c:v>45968</c:v>
                </c:pt>
                <c:pt idx="235">
                  <c:v>45967</c:v>
                </c:pt>
                <c:pt idx="236">
                  <c:v>45966</c:v>
                </c:pt>
                <c:pt idx="237">
                  <c:v>45965</c:v>
                </c:pt>
                <c:pt idx="238">
                  <c:v>45964</c:v>
                </c:pt>
                <c:pt idx="239">
                  <c:v>45963</c:v>
                </c:pt>
                <c:pt idx="240">
                  <c:v>45962</c:v>
                </c:pt>
                <c:pt idx="241">
                  <c:v>45961</c:v>
                </c:pt>
                <c:pt idx="242">
                  <c:v>45960</c:v>
                </c:pt>
                <c:pt idx="243">
                  <c:v>45959</c:v>
                </c:pt>
                <c:pt idx="244">
                  <c:v>45958</c:v>
                </c:pt>
                <c:pt idx="245">
                  <c:v>45957</c:v>
                </c:pt>
                <c:pt idx="246">
                  <c:v>45956</c:v>
                </c:pt>
                <c:pt idx="247">
                  <c:v>45955</c:v>
                </c:pt>
                <c:pt idx="248">
                  <c:v>45954</c:v>
                </c:pt>
                <c:pt idx="249">
                  <c:v>45953</c:v>
                </c:pt>
                <c:pt idx="250">
                  <c:v>45952</c:v>
                </c:pt>
                <c:pt idx="251">
                  <c:v>45951</c:v>
                </c:pt>
                <c:pt idx="252">
                  <c:v>45950</c:v>
                </c:pt>
                <c:pt idx="253">
                  <c:v>45949</c:v>
                </c:pt>
                <c:pt idx="254">
                  <c:v>45948</c:v>
                </c:pt>
                <c:pt idx="255">
                  <c:v>45947</c:v>
                </c:pt>
                <c:pt idx="256">
                  <c:v>45946</c:v>
                </c:pt>
                <c:pt idx="257">
                  <c:v>45945</c:v>
                </c:pt>
                <c:pt idx="258">
                  <c:v>45944</c:v>
                </c:pt>
                <c:pt idx="259">
                  <c:v>45943</c:v>
                </c:pt>
                <c:pt idx="260">
                  <c:v>45942</c:v>
                </c:pt>
                <c:pt idx="261">
                  <c:v>45941</c:v>
                </c:pt>
                <c:pt idx="262">
                  <c:v>45940</c:v>
                </c:pt>
                <c:pt idx="263">
                  <c:v>45939</c:v>
                </c:pt>
                <c:pt idx="264">
                  <c:v>45938</c:v>
                </c:pt>
                <c:pt idx="265">
                  <c:v>45937</c:v>
                </c:pt>
                <c:pt idx="266">
                  <c:v>45936</c:v>
                </c:pt>
                <c:pt idx="267">
                  <c:v>45935</c:v>
                </c:pt>
                <c:pt idx="268">
                  <c:v>45934</c:v>
                </c:pt>
                <c:pt idx="269">
                  <c:v>45933</c:v>
                </c:pt>
                <c:pt idx="270">
                  <c:v>45932</c:v>
                </c:pt>
                <c:pt idx="271">
                  <c:v>45931</c:v>
                </c:pt>
                <c:pt idx="272">
                  <c:v>45930</c:v>
                </c:pt>
                <c:pt idx="273">
                  <c:v>45929</c:v>
                </c:pt>
                <c:pt idx="274">
                  <c:v>45928</c:v>
                </c:pt>
                <c:pt idx="275">
                  <c:v>45927</c:v>
                </c:pt>
                <c:pt idx="276">
                  <c:v>45926</c:v>
                </c:pt>
                <c:pt idx="277">
                  <c:v>45925</c:v>
                </c:pt>
                <c:pt idx="278">
                  <c:v>45924</c:v>
                </c:pt>
                <c:pt idx="279">
                  <c:v>45923</c:v>
                </c:pt>
                <c:pt idx="280">
                  <c:v>45922</c:v>
                </c:pt>
                <c:pt idx="281">
                  <c:v>45921</c:v>
                </c:pt>
                <c:pt idx="282">
                  <c:v>45920</c:v>
                </c:pt>
                <c:pt idx="283">
                  <c:v>45919</c:v>
                </c:pt>
                <c:pt idx="284">
                  <c:v>45918</c:v>
                </c:pt>
                <c:pt idx="285">
                  <c:v>45917</c:v>
                </c:pt>
                <c:pt idx="286">
                  <c:v>45916</c:v>
                </c:pt>
                <c:pt idx="287">
                  <c:v>45915</c:v>
                </c:pt>
                <c:pt idx="288">
                  <c:v>45914</c:v>
                </c:pt>
                <c:pt idx="289">
                  <c:v>45913</c:v>
                </c:pt>
                <c:pt idx="290">
                  <c:v>45912</c:v>
                </c:pt>
                <c:pt idx="291">
                  <c:v>45911</c:v>
                </c:pt>
                <c:pt idx="292">
                  <c:v>45910</c:v>
                </c:pt>
                <c:pt idx="293">
                  <c:v>45909</c:v>
                </c:pt>
                <c:pt idx="294">
                  <c:v>45908</c:v>
                </c:pt>
                <c:pt idx="295">
                  <c:v>45907</c:v>
                </c:pt>
                <c:pt idx="296">
                  <c:v>45906</c:v>
                </c:pt>
                <c:pt idx="297">
                  <c:v>45905</c:v>
                </c:pt>
                <c:pt idx="298">
                  <c:v>45904</c:v>
                </c:pt>
                <c:pt idx="299">
                  <c:v>45903</c:v>
                </c:pt>
                <c:pt idx="300">
                  <c:v>45902</c:v>
                </c:pt>
                <c:pt idx="301">
                  <c:v>45901</c:v>
                </c:pt>
                <c:pt idx="302">
                  <c:v>45900</c:v>
                </c:pt>
                <c:pt idx="303">
                  <c:v>45899</c:v>
                </c:pt>
                <c:pt idx="304">
                  <c:v>45898</c:v>
                </c:pt>
                <c:pt idx="305">
                  <c:v>45897</c:v>
                </c:pt>
                <c:pt idx="306">
                  <c:v>45896</c:v>
                </c:pt>
                <c:pt idx="307">
                  <c:v>45895</c:v>
                </c:pt>
                <c:pt idx="308">
                  <c:v>45894</c:v>
                </c:pt>
                <c:pt idx="309">
                  <c:v>45893</c:v>
                </c:pt>
                <c:pt idx="310">
                  <c:v>45892</c:v>
                </c:pt>
                <c:pt idx="311">
                  <c:v>45891</c:v>
                </c:pt>
                <c:pt idx="312">
                  <c:v>45890</c:v>
                </c:pt>
                <c:pt idx="313">
                  <c:v>45889</c:v>
                </c:pt>
                <c:pt idx="314">
                  <c:v>45888</c:v>
                </c:pt>
                <c:pt idx="315">
                  <c:v>45887</c:v>
                </c:pt>
                <c:pt idx="316">
                  <c:v>45886</c:v>
                </c:pt>
                <c:pt idx="317">
                  <c:v>45885</c:v>
                </c:pt>
                <c:pt idx="318">
                  <c:v>45884</c:v>
                </c:pt>
                <c:pt idx="319">
                  <c:v>45883</c:v>
                </c:pt>
                <c:pt idx="320">
                  <c:v>45882</c:v>
                </c:pt>
                <c:pt idx="321">
                  <c:v>45881</c:v>
                </c:pt>
                <c:pt idx="322">
                  <c:v>45880</c:v>
                </c:pt>
                <c:pt idx="323">
                  <c:v>45879</c:v>
                </c:pt>
                <c:pt idx="324">
                  <c:v>45878</c:v>
                </c:pt>
                <c:pt idx="325">
                  <c:v>45877</c:v>
                </c:pt>
                <c:pt idx="326">
                  <c:v>45876</c:v>
                </c:pt>
                <c:pt idx="327">
                  <c:v>45875</c:v>
                </c:pt>
                <c:pt idx="328">
                  <c:v>45874</c:v>
                </c:pt>
                <c:pt idx="329">
                  <c:v>45873</c:v>
                </c:pt>
                <c:pt idx="330">
                  <c:v>45872</c:v>
                </c:pt>
                <c:pt idx="331">
                  <c:v>45871</c:v>
                </c:pt>
                <c:pt idx="332">
                  <c:v>45870</c:v>
                </c:pt>
                <c:pt idx="333">
                  <c:v>45869</c:v>
                </c:pt>
                <c:pt idx="334">
                  <c:v>45868</c:v>
                </c:pt>
                <c:pt idx="335">
                  <c:v>45867</c:v>
                </c:pt>
                <c:pt idx="336">
                  <c:v>45866</c:v>
                </c:pt>
                <c:pt idx="337">
                  <c:v>45865</c:v>
                </c:pt>
                <c:pt idx="338">
                  <c:v>45864</c:v>
                </c:pt>
                <c:pt idx="339">
                  <c:v>45863</c:v>
                </c:pt>
                <c:pt idx="340">
                  <c:v>45862</c:v>
                </c:pt>
                <c:pt idx="341">
                  <c:v>45861</c:v>
                </c:pt>
                <c:pt idx="342">
                  <c:v>45860</c:v>
                </c:pt>
                <c:pt idx="343">
                  <c:v>45859</c:v>
                </c:pt>
                <c:pt idx="344">
                  <c:v>45858</c:v>
                </c:pt>
                <c:pt idx="345">
                  <c:v>45857</c:v>
                </c:pt>
                <c:pt idx="346">
                  <c:v>45856</c:v>
                </c:pt>
                <c:pt idx="347">
                  <c:v>45855</c:v>
                </c:pt>
                <c:pt idx="348">
                  <c:v>45854</c:v>
                </c:pt>
                <c:pt idx="349">
                  <c:v>45853</c:v>
                </c:pt>
                <c:pt idx="350">
                  <c:v>45852</c:v>
                </c:pt>
                <c:pt idx="351">
                  <c:v>45851</c:v>
                </c:pt>
                <c:pt idx="352">
                  <c:v>45850</c:v>
                </c:pt>
                <c:pt idx="353">
                  <c:v>45849</c:v>
                </c:pt>
                <c:pt idx="354">
                  <c:v>45848</c:v>
                </c:pt>
                <c:pt idx="355">
                  <c:v>45847</c:v>
                </c:pt>
                <c:pt idx="356">
                  <c:v>45846</c:v>
                </c:pt>
                <c:pt idx="357">
                  <c:v>45845</c:v>
                </c:pt>
                <c:pt idx="358">
                  <c:v>45844</c:v>
                </c:pt>
                <c:pt idx="359">
                  <c:v>45843</c:v>
                </c:pt>
                <c:pt idx="360">
                  <c:v>45842</c:v>
                </c:pt>
                <c:pt idx="361">
                  <c:v>45841</c:v>
                </c:pt>
                <c:pt idx="362">
                  <c:v>45840</c:v>
                </c:pt>
                <c:pt idx="363">
                  <c:v>45839</c:v>
                </c:pt>
                <c:pt idx="364">
                  <c:v>45838</c:v>
                </c:pt>
                <c:pt idx="365">
                  <c:v>45837</c:v>
                </c:pt>
                <c:pt idx="366">
                  <c:v>45836</c:v>
                </c:pt>
                <c:pt idx="367">
                  <c:v>45835</c:v>
                </c:pt>
                <c:pt idx="368">
                  <c:v>45834</c:v>
                </c:pt>
                <c:pt idx="369">
                  <c:v>45833</c:v>
                </c:pt>
                <c:pt idx="370">
                  <c:v>45832</c:v>
                </c:pt>
                <c:pt idx="371">
                  <c:v>45831</c:v>
                </c:pt>
                <c:pt idx="372">
                  <c:v>45830</c:v>
                </c:pt>
                <c:pt idx="373">
                  <c:v>45829</c:v>
                </c:pt>
                <c:pt idx="374">
                  <c:v>45828</c:v>
                </c:pt>
                <c:pt idx="375">
                  <c:v>45827</c:v>
                </c:pt>
                <c:pt idx="376">
                  <c:v>45826</c:v>
                </c:pt>
                <c:pt idx="377">
                  <c:v>45825</c:v>
                </c:pt>
                <c:pt idx="378">
                  <c:v>45824</c:v>
                </c:pt>
                <c:pt idx="379">
                  <c:v>45823</c:v>
                </c:pt>
                <c:pt idx="380">
                  <c:v>45822</c:v>
                </c:pt>
                <c:pt idx="381">
                  <c:v>45821</c:v>
                </c:pt>
                <c:pt idx="382">
                  <c:v>45820</c:v>
                </c:pt>
                <c:pt idx="383">
                  <c:v>45819</c:v>
                </c:pt>
                <c:pt idx="384">
                  <c:v>45818</c:v>
                </c:pt>
                <c:pt idx="385">
                  <c:v>45817</c:v>
                </c:pt>
                <c:pt idx="386">
                  <c:v>45816</c:v>
                </c:pt>
                <c:pt idx="387">
                  <c:v>45815</c:v>
                </c:pt>
                <c:pt idx="388">
                  <c:v>45814</c:v>
                </c:pt>
                <c:pt idx="389">
                  <c:v>45813</c:v>
                </c:pt>
                <c:pt idx="390">
                  <c:v>45812</c:v>
                </c:pt>
                <c:pt idx="391">
                  <c:v>45811</c:v>
                </c:pt>
                <c:pt idx="392">
                  <c:v>45810</c:v>
                </c:pt>
                <c:pt idx="393">
                  <c:v>45809</c:v>
                </c:pt>
                <c:pt idx="394">
                  <c:v>45808</c:v>
                </c:pt>
                <c:pt idx="395">
                  <c:v>45807</c:v>
                </c:pt>
                <c:pt idx="396">
                  <c:v>45806</c:v>
                </c:pt>
                <c:pt idx="397">
                  <c:v>45805</c:v>
                </c:pt>
                <c:pt idx="398">
                  <c:v>45804</c:v>
                </c:pt>
                <c:pt idx="399">
                  <c:v>45803</c:v>
                </c:pt>
                <c:pt idx="400">
                  <c:v>45802</c:v>
                </c:pt>
                <c:pt idx="401">
                  <c:v>45801</c:v>
                </c:pt>
                <c:pt idx="402">
                  <c:v>45800</c:v>
                </c:pt>
                <c:pt idx="403">
                  <c:v>45799</c:v>
                </c:pt>
                <c:pt idx="404">
                  <c:v>45798</c:v>
                </c:pt>
                <c:pt idx="405">
                  <c:v>45797</c:v>
                </c:pt>
                <c:pt idx="406">
                  <c:v>45796</c:v>
                </c:pt>
                <c:pt idx="407">
                  <c:v>45795</c:v>
                </c:pt>
                <c:pt idx="408">
                  <c:v>45794</c:v>
                </c:pt>
                <c:pt idx="409">
                  <c:v>45793</c:v>
                </c:pt>
                <c:pt idx="410">
                  <c:v>45792</c:v>
                </c:pt>
                <c:pt idx="411">
                  <c:v>45791</c:v>
                </c:pt>
                <c:pt idx="412">
                  <c:v>45790</c:v>
                </c:pt>
                <c:pt idx="413">
                  <c:v>45789</c:v>
                </c:pt>
                <c:pt idx="414">
                  <c:v>45788</c:v>
                </c:pt>
                <c:pt idx="415">
                  <c:v>45787</c:v>
                </c:pt>
                <c:pt idx="416">
                  <c:v>45786</c:v>
                </c:pt>
                <c:pt idx="417">
                  <c:v>45785</c:v>
                </c:pt>
                <c:pt idx="418">
                  <c:v>45784</c:v>
                </c:pt>
                <c:pt idx="419">
                  <c:v>45783</c:v>
                </c:pt>
                <c:pt idx="420">
                  <c:v>45782</c:v>
                </c:pt>
                <c:pt idx="421">
                  <c:v>45781</c:v>
                </c:pt>
                <c:pt idx="422">
                  <c:v>45780</c:v>
                </c:pt>
                <c:pt idx="423">
                  <c:v>45779</c:v>
                </c:pt>
                <c:pt idx="424">
                  <c:v>45778</c:v>
                </c:pt>
                <c:pt idx="425">
                  <c:v>45777</c:v>
                </c:pt>
                <c:pt idx="426">
                  <c:v>45776</c:v>
                </c:pt>
                <c:pt idx="427">
                  <c:v>45775</c:v>
                </c:pt>
                <c:pt idx="428">
                  <c:v>45774</c:v>
                </c:pt>
                <c:pt idx="429">
                  <c:v>45773</c:v>
                </c:pt>
                <c:pt idx="430">
                  <c:v>45772</c:v>
                </c:pt>
                <c:pt idx="431">
                  <c:v>45771</c:v>
                </c:pt>
                <c:pt idx="432">
                  <c:v>45770</c:v>
                </c:pt>
                <c:pt idx="433">
                  <c:v>45769</c:v>
                </c:pt>
                <c:pt idx="434">
                  <c:v>45768</c:v>
                </c:pt>
                <c:pt idx="435">
                  <c:v>45767</c:v>
                </c:pt>
                <c:pt idx="436">
                  <c:v>45766</c:v>
                </c:pt>
                <c:pt idx="437">
                  <c:v>45765</c:v>
                </c:pt>
                <c:pt idx="438">
                  <c:v>45764</c:v>
                </c:pt>
                <c:pt idx="439">
                  <c:v>45763</c:v>
                </c:pt>
                <c:pt idx="440">
                  <c:v>45762</c:v>
                </c:pt>
                <c:pt idx="441">
                  <c:v>45761</c:v>
                </c:pt>
                <c:pt idx="442">
                  <c:v>45760</c:v>
                </c:pt>
                <c:pt idx="443">
                  <c:v>45759</c:v>
                </c:pt>
                <c:pt idx="444">
                  <c:v>45758</c:v>
                </c:pt>
                <c:pt idx="445">
                  <c:v>45757</c:v>
                </c:pt>
                <c:pt idx="446">
                  <c:v>45756</c:v>
                </c:pt>
                <c:pt idx="447">
                  <c:v>45755</c:v>
                </c:pt>
                <c:pt idx="448">
                  <c:v>45754</c:v>
                </c:pt>
                <c:pt idx="449">
                  <c:v>45753</c:v>
                </c:pt>
                <c:pt idx="450">
                  <c:v>45752</c:v>
                </c:pt>
                <c:pt idx="451">
                  <c:v>45751</c:v>
                </c:pt>
                <c:pt idx="452">
                  <c:v>45750</c:v>
                </c:pt>
                <c:pt idx="453">
                  <c:v>45749</c:v>
                </c:pt>
                <c:pt idx="454">
                  <c:v>45748</c:v>
                </c:pt>
                <c:pt idx="455">
                  <c:v>45747</c:v>
                </c:pt>
                <c:pt idx="456">
                  <c:v>45746</c:v>
                </c:pt>
                <c:pt idx="457">
                  <c:v>45745</c:v>
                </c:pt>
                <c:pt idx="458">
                  <c:v>45744</c:v>
                </c:pt>
                <c:pt idx="459">
                  <c:v>45743</c:v>
                </c:pt>
                <c:pt idx="460">
                  <c:v>45742</c:v>
                </c:pt>
                <c:pt idx="461">
                  <c:v>45741</c:v>
                </c:pt>
                <c:pt idx="462">
                  <c:v>45740</c:v>
                </c:pt>
                <c:pt idx="463">
                  <c:v>45739</c:v>
                </c:pt>
                <c:pt idx="464">
                  <c:v>45738</c:v>
                </c:pt>
                <c:pt idx="465">
                  <c:v>45737</c:v>
                </c:pt>
                <c:pt idx="466">
                  <c:v>45736</c:v>
                </c:pt>
                <c:pt idx="467">
                  <c:v>45735</c:v>
                </c:pt>
                <c:pt idx="468">
                  <c:v>45734</c:v>
                </c:pt>
                <c:pt idx="469">
                  <c:v>45733</c:v>
                </c:pt>
                <c:pt idx="470">
                  <c:v>45732</c:v>
                </c:pt>
                <c:pt idx="471">
                  <c:v>45731</c:v>
                </c:pt>
                <c:pt idx="472">
                  <c:v>45730</c:v>
                </c:pt>
                <c:pt idx="473">
                  <c:v>45729</c:v>
                </c:pt>
                <c:pt idx="474">
                  <c:v>45728</c:v>
                </c:pt>
                <c:pt idx="475">
                  <c:v>45727</c:v>
                </c:pt>
                <c:pt idx="476">
                  <c:v>45726</c:v>
                </c:pt>
                <c:pt idx="477">
                  <c:v>45725</c:v>
                </c:pt>
                <c:pt idx="478">
                  <c:v>45724</c:v>
                </c:pt>
                <c:pt idx="479">
                  <c:v>45723</c:v>
                </c:pt>
                <c:pt idx="480">
                  <c:v>45722</c:v>
                </c:pt>
                <c:pt idx="481">
                  <c:v>45721</c:v>
                </c:pt>
                <c:pt idx="482">
                  <c:v>45720</c:v>
                </c:pt>
                <c:pt idx="483">
                  <c:v>45719</c:v>
                </c:pt>
                <c:pt idx="484">
                  <c:v>45718</c:v>
                </c:pt>
                <c:pt idx="485">
                  <c:v>45717</c:v>
                </c:pt>
                <c:pt idx="486">
                  <c:v>45716</c:v>
                </c:pt>
                <c:pt idx="487">
                  <c:v>45715</c:v>
                </c:pt>
                <c:pt idx="488">
                  <c:v>45714</c:v>
                </c:pt>
                <c:pt idx="489">
                  <c:v>45713</c:v>
                </c:pt>
                <c:pt idx="490">
                  <c:v>45712</c:v>
                </c:pt>
                <c:pt idx="491">
                  <c:v>45711</c:v>
                </c:pt>
                <c:pt idx="492">
                  <c:v>45710</c:v>
                </c:pt>
                <c:pt idx="493">
                  <c:v>45709</c:v>
                </c:pt>
                <c:pt idx="494">
                  <c:v>45708</c:v>
                </c:pt>
                <c:pt idx="495">
                  <c:v>45707</c:v>
                </c:pt>
                <c:pt idx="496">
                  <c:v>45706</c:v>
                </c:pt>
                <c:pt idx="497">
                  <c:v>45705</c:v>
                </c:pt>
                <c:pt idx="498">
                  <c:v>45704</c:v>
                </c:pt>
                <c:pt idx="499">
                  <c:v>45703</c:v>
                </c:pt>
                <c:pt idx="500">
                  <c:v>45702</c:v>
                </c:pt>
                <c:pt idx="501">
                  <c:v>45701</c:v>
                </c:pt>
                <c:pt idx="502">
                  <c:v>45700</c:v>
                </c:pt>
                <c:pt idx="503">
                  <c:v>45699</c:v>
                </c:pt>
                <c:pt idx="504">
                  <c:v>45698</c:v>
                </c:pt>
                <c:pt idx="505">
                  <c:v>45697</c:v>
                </c:pt>
                <c:pt idx="506">
                  <c:v>45696</c:v>
                </c:pt>
                <c:pt idx="507">
                  <c:v>45695</c:v>
                </c:pt>
                <c:pt idx="508">
                  <c:v>45694</c:v>
                </c:pt>
                <c:pt idx="509">
                  <c:v>45693</c:v>
                </c:pt>
                <c:pt idx="510">
                  <c:v>45692</c:v>
                </c:pt>
                <c:pt idx="511">
                  <c:v>45691</c:v>
                </c:pt>
                <c:pt idx="512">
                  <c:v>45690</c:v>
                </c:pt>
                <c:pt idx="513">
                  <c:v>45689</c:v>
                </c:pt>
                <c:pt idx="514">
                  <c:v>45688</c:v>
                </c:pt>
                <c:pt idx="515">
                  <c:v>45687</c:v>
                </c:pt>
                <c:pt idx="516">
                  <c:v>45686</c:v>
                </c:pt>
                <c:pt idx="517">
                  <c:v>45685</c:v>
                </c:pt>
                <c:pt idx="518">
                  <c:v>45684</c:v>
                </c:pt>
                <c:pt idx="519">
                  <c:v>45683</c:v>
                </c:pt>
                <c:pt idx="520">
                  <c:v>45682</c:v>
                </c:pt>
                <c:pt idx="521">
                  <c:v>45681</c:v>
                </c:pt>
                <c:pt idx="522">
                  <c:v>45680</c:v>
                </c:pt>
                <c:pt idx="523">
                  <c:v>45679</c:v>
                </c:pt>
                <c:pt idx="524">
                  <c:v>45678</c:v>
                </c:pt>
                <c:pt idx="525">
                  <c:v>45677</c:v>
                </c:pt>
                <c:pt idx="526">
                  <c:v>45676</c:v>
                </c:pt>
                <c:pt idx="527">
                  <c:v>45675</c:v>
                </c:pt>
                <c:pt idx="528">
                  <c:v>45674</c:v>
                </c:pt>
                <c:pt idx="529">
                  <c:v>45673</c:v>
                </c:pt>
                <c:pt idx="530">
                  <c:v>45672</c:v>
                </c:pt>
                <c:pt idx="531">
                  <c:v>45671</c:v>
                </c:pt>
                <c:pt idx="532">
                  <c:v>45670</c:v>
                </c:pt>
                <c:pt idx="533">
                  <c:v>45669</c:v>
                </c:pt>
                <c:pt idx="534">
                  <c:v>45668</c:v>
                </c:pt>
                <c:pt idx="535">
                  <c:v>45667</c:v>
                </c:pt>
                <c:pt idx="536">
                  <c:v>45666</c:v>
                </c:pt>
                <c:pt idx="537">
                  <c:v>45665</c:v>
                </c:pt>
                <c:pt idx="538">
                  <c:v>45664</c:v>
                </c:pt>
                <c:pt idx="539">
                  <c:v>45663</c:v>
                </c:pt>
                <c:pt idx="540">
                  <c:v>45662</c:v>
                </c:pt>
                <c:pt idx="541">
                  <c:v>45661</c:v>
                </c:pt>
                <c:pt idx="542">
                  <c:v>45660</c:v>
                </c:pt>
                <c:pt idx="543">
                  <c:v>45659</c:v>
                </c:pt>
                <c:pt idx="544">
                  <c:v>45658</c:v>
                </c:pt>
                <c:pt idx="545">
                  <c:v>45657</c:v>
                </c:pt>
                <c:pt idx="546">
                  <c:v>45656</c:v>
                </c:pt>
                <c:pt idx="547">
                  <c:v>45655</c:v>
                </c:pt>
                <c:pt idx="548">
                  <c:v>45654</c:v>
                </c:pt>
                <c:pt idx="549">
                  <c:v>45653</c:v>
                </c:pt>
                <c:pt idx="550">
                  <c:v>45652</c:v>
                </c:pt>
                <c:pt idx="551">
                  <c:v>45651</c:v>
                </c:pt>
                <c:pt idx="552">
                  <c:v>45650</c:v>
                </c:pt>
                <c:pt idx="553">
                  <c:v>45649</c:v>
                </c:pt>
                <c:pt idx="554">
                  <c:v>45648</c:v>
                </c:pt>
                <c:pt idx="555">
                  <c:v>45647</c:v>
                </c:pt>
                <c:pt idx="556">
                  <c:v>45646</c:v>
                </c:pt>
                <c:pt idx="557">
                  <c:v>45645</c:v>
                </c:pt>
                <c:pt idx="558">
                  <c:v>45644</c:v>
                </c:pt>
                <c:pt idx="559">
                  <c:v>45643</c:v>
                </c:pt>
                <c:pt idx="560">
                  <c:v>45642</c:v>
                </c:pt>
                <c:pt idx="561">
                  <c:v>45641</c:v>
                </c:pt>
                <c:pt idx="562">
                  <c:v>45640</c:v>
                </c:pt>
                <c:pt idx="563">
                  <c:v>45639</c:v>
                </c:pt>
                <c:pt idx="564">
                  <c:v>45638</c:v>
                </c:pt>
                <c:pt idx="565">
                  <c:v>45637</c:v>
                </c:pt>
                <c:pt idx="566">
                  <c:v>45636</c:v>
                </c:pt>
                <c:pt idx="567">
                  <c:v>45635</c:v>
                </c:pt>
                <c:pt idx="568">
                  <c:v>45634</c:v>
                </c:pt>
                <c:pt idx="569">
                  <c:v>45633</c:v>
                </c:pt>
                <c:pt idx="570">
                  <c:v>45632</c:v>
                </c:pt>
                <c:pt idx="571">
                  <c:v>45631</c:v>
                </c:pt>
                <c:pt idx="572">
                  <c:v>45630</c:v>
                </c:pt>
                <c:pt idx="573">
                  <c:v>45629</c:v>
                </c:pt>
                <c:pt idx="574">
                  <c:v>45628</c:v>
                </c:pt>
                <c:pt idx="575">
                  <c:v>45627</c:v>
                </c:pt>
                <c:pt idx="576">
                  <c:v>45626</c:v>
                </c:pt>
                <c:pt idx="577">
                  <c:v>45625</c:v>
                </c:pt>
                <c:pt idx="578">
                  <c:v>45624</c:v>
                </c:pt>
                <c:pt idx="579">
                  <c:v>45623</c:v>
                </c:pt>
                <c:pt idx="580">
                  <c:v>45622</c:v>
                </c:pt>
                <c:pt idx="581">
                  <c:v>45621</c:v>
                </c:pt>
                <c:pt idx="582">
                  <c:v>45620</c:v>
                </c:pt>
                <c:pt idx="583">
                  <c:v>45619</c:v>
                </c:pt>
                <c:pt idx="584">
                  <c:v>45618</c:v>
                </c:pt>
                <c:pt idx="585">
                  <c:v>45617</c:v>
                </c:pt>
                <c:pt idx="586">
                  <c:v>45616</c:v>
                </c:pt>
                <c:pt idx="587">
                  <c:v>45615</c:v>
                </c:pt>
                <c:pt idx="588">
                  <c:v>45614</c:v>
                </c:pt>
                <c:pt idx="589">
                  <c:v>45613</c:v>
                </c:pt>
                <c:pt idx="590">
                  <c:v>45612</c:v>
                </c:pt>
                <c:pt idx="591">
                  <c:v>45611</c:v>
                </c:pt>
                <c:pt idx="592">
                  <c:v>45610</c:v>
                </c:pt>
                <c:pt idx="593">
                  <c:v>45609</c:v>
                </c:pt>
                <c:pt idx="594">
                  <c:v>45608</c:v>
                </c:pt>
                <c:pt idx="595">
                  <c:v>45607</c:v>
                </c:pt>
                <c:pt idx="596">
                  <c:v>45606</c:v>
                </c:pt>
                <c:pt idx="597">
                  <c:v>45605</c:v>
                </c:pt>
                <c:pt idx="598">
                  <c:v>45604</c:v>
                </c:pt>
                <c:pt idx="599">
                  <c:v>45603</c:v>
                </c:pt>
                <c:pt idx="600">
                  <c:v>45602</c:v>
                </c:pt>
                <c:pt idx="601">
                  <c:v>45601</c:v>
                </c:pt>
                <c:pt idx="602">
                  <c:v>45600</c:v>
                </c:pt>
                <c:pt idx="603">
                  <c:v>45599</c:v>
                </c:pt>
                <c:pt idx="604">
                  <c:v>45598</c:v>
                </c:pt>
                <c:pt idx="605">
                  <c:v>45597</c:v>
                </c:pt>
                <c:pt idx="606">
                  <c:v>45596</c:v>
                </c:pt>
                <c:pt idx="607">
                  <c:v>45595</c:v>
                </c:pt>
                <c:pt idx="608">
                  <c:v>45594</c:v>
                </c:pt>
                <c:pt idx="609">
                  <c:v>45593</c:v>
                </c:pt>
                <c:pt idx="610">
                  <c:v>45592</c:v>
                </c:pt>
                <c:pt idx="611">
                  <c:v>45591</c:v>
                </c:pt>
                <c:pt idx="612">
                  <c:v>45590</c:v>
                </c:pt>
                <c:pt idx="613">
                  <c:v>45589</c:v>
                </c:pt>
                <c:pt idx="614">
                  <c:v>45588</c:v>
                </c:pt>
                <c:pt idx="615">
                  <c:v>45587</c:v>
                </c:pt>
                <c:pt idx="616">
                  <c:v>45586</c:v>
                </c:pt>
                <c:pt idx="617">
                  <c:v>45585</c:v>
                </c:pt>
                <c:pt idx="618">
                  <c:v>45584</c:v>
                </c:pt>
                <c:pt idx="619">
                  <c:v>45583</c:v>
                </c:pt>
                <c:pt idx="620">
                  <c:v>45582</c:v>
                </c:pt>
                <c:pt idx="621">
                  <c:v>45581</c:v>
                </c:pt>
                <c:pt idx="622">
                  <c:v>45580</c:v>
                </c:pt>
                <c:pt idx="623">
                  <c:v>45579</c:v>
                </c:pt>
                <c:pt idx="624">
                  <c:v>45578</c:v>
                </c:pt>
                <c:pt idx="625">
                  <c:v>45577</c:v>
                </c:pt>
                <c:pt idx="626">
                  <c:v>45576</c:v>
                </c:pt>
                <c:pt idx="627">
                  <c:v>45575</c:v>
                </c:pt>
                <c:pt idx="628">
                  <c:v>45574</c:v>
                </c:pt>
                <c:pt idx="629">
                  <c:v>45573</c:v>
                </c:pt>
                <c:pt idx="630">
                  <c:v>45572</c:v>
                </c:pt>
                <c:pt idx="631">
                  <c:v>45571</c:v>
                </c:pt>
                <c:pt idx="632">
                  <c:v>45570</c:v>
                </c:pt>
                <c:pt idx="633">
                  <c:v>45569</c:v>
                </c:pt>
                <c:pt idx="634">
                  <c:v>45568</c:v>
                </c:pt>
                <c:pt idx="635">
                  <c:v>45567</c:v>
                </c:pt>
                <c:pt idx="636">
                  <c:v>45566</c:v>
                </c:pt>
                <c:pt idx="637">
                  <c:v>45565</c:v>
                </c:pt>
                <c:pt idx="638">
                  <c:v>45564</c:v>
                </c:pt>
                <c:pt idx="639">
                  <c:v>45563</c:v>
                </c:pt>
                <c:pt idx="640">
                  <c:v>45562</c:v>
                </c:pt>
                <c:pt idx="641">
                  <c:v>45561</c:v>
                </c:pt>
                <c:pt idx="642">
                  <c:v>45560</c:v>
                </c:pt>
                <c:pt idx="643">
                  <c:v>45559</c:v>
                </c:pt>
                <c:pt idx="644">
                  <c:v>45558</c:v>
                </c:pt>
                <c:pt idx="645">
                  <c:v>45557</c:v>
                </c:pt>
                <c:pt idx="646">
                  <c:v>45556</c:v>
                </c:pt>
                <c:pt idx="647">
                  <c:v>45555</c:v>
                </c:pt>
                <c:pt idx="648">
                  <c:v>45554</c:v>
                </c:pt>
                <c:pt idx="649">
                  <c:v>45553</c:v>
                </c:pt>
                <c:pt idx="650">
                  <c:v>45552</c:v>
                </c:pt>
                <c:pt idx="651">
                  <c:v>45551</c:v>
                </c:pt>
                <c:pt idx="652">
                  <c:v>45550</c:v>
                </c:pt>
                <c:pt idx="653">
                  <c:v>45549</c:v>
                </c:pt>
                <c:pt idx="654">
                  <c:v>45548</c:v>
                </c:pt>
                <c:pt idx="655">
                  <c:v>45547</c:v>
                </c:pt>
                <c:pt idx="656">
                  <c:v>45546</c:v>
                </c:pt>
                <c:pt idx="657">
                  <c:v>45545</c:v>
                </c:pt>
                <c:pt idx="658">
                  <c:v>45544</c:v>
                </c:pt>
                <c:pt idx="659">
                  <c:v>45543</c:v>
                </c:pt>
                <c:pt idx="660">
                  <c:v>45542</c:v>
                </c:pt>
                <c:pt idx="661">
                  <c:v>45541</c:v>
                </c:pt>
                <c:pt idx="662">
                  <c:v>45540</c:v>
                </c:pt>
                <c:pt idx="663">
                  <c:v>45539</c:v>
                </c:pt>
                <c:pt idx="664">
                  <c:v>45538</c:v>
                </c:pt>
                <c:pt idx="665">
                  <c:v>45537</c:v>
                </c:pt>
                <c:pt idx="666">
                  <c:v>45536</c:v>
                </c:pt>
                <c:pt idx="667">
                  <c:v>45535</c:v>
                </c:pt>
                <c:pt idx="668">
                  <c:v>45534</c:v>
                </c:pt>
                <c:pt idx="669">
                  <c:v>45533</c:v>
                </c:pt>
                <c:pt idx="670">
                  <c:v>45532</c:v>
                </c:pt>
                <c:pt idx="671">
                  <c:v>45531</c:v>
                </c:pt>
                <c:pt idx="672">
                  <c:v>45530</c:v>
                </c:pt>
                <c:pt idx="673">
                  <c:v>45529</c:v>
                </c:pt>
                <c:pt idx="674">
                  <c:v>45528</c:v>
                </c:pt>
                <c:pt idx="675">
                  <c:v>45527</c:v>
                </c:pt>
                <c:pt idx="676">
                  <c:v>45526</c:v>
                </c:pt>
                <c:pt idx="677">
                  <c:v>45525</c:v>
                </c:pt>
                <c:pt idx="678">
                  <c:v>45524</c:v>
                </c:pt>
                <c:pt idx="679">
                  <c:v>45523</c:v>
                </c:pt>
                <c:pt idx="680">
                  <c:v>45522</c:v>
                </c:pt>
                <c:pt idx="681">
                  <c:v>45521</c:v>
                </c:pt>
                <c:pt idx="682">
                  <c:v>45520</c:v>
                </c:pt>
                <c:pt idx="683">
                  <c:v>45519</c:v>
                </c:pt>
                <c:pt idx="684">
                  <c:v>45518</c:v>
                </c:pt>
                <c:pt idx="685">
                  <c:v>45517</c:v>
                </c:pt>
                <c:pt idx="686">
                  <c:v>45516</c:v>
                </c:pt>
                <c:pt idx="687">
                  <c:v>45515</c:v>
                </c:pt>
                <c:pt idx="688">
                  <c:v>45514</c:v>
                </c:pt>
                <c:pt idx="689">
                  <c:v>45513</c:v>
                </c:pt>
                <c:pt idx="690">
                  <c:v>45512</c:v>
                </c:pt>
                <c:pt idx="691">
                  <c:v>45511</c:v>
                </c:pt>
                <c:pt idx="692">
                  <c:v>45510</c:v>
                </c:pt>
                <c:pt idx="693">
                  <c:v>45509</c:v>
                </c:pt>
                <c:pt idx="694">
                  <c:v>45508</c:v>
                </c:pt>
                <c:pt idx="695">
                  <c:v>45507</c:v>
                </c:pt>
                <c:pt idx="696">
                  <c:v>45506</c:v>
                </c:pt>
                <c:pt idx="697">
                  <c:v>45505</c:v>
                </c:pt>
                <c:pt idx="698">
                  <c:v>45504</c:v>
                </c:pt>
                <c:pt idx="699">
                  <c:v>45503</c:v>
                </c:pt>
                <c:pt idx="700">
                  <c:v>45502</c:v>
                </c:pt>
                <c:pt idx="701">
                  <c:v>45501</c:v>
                </c:pt>
                <c:pt idx="702">
                  <c:v>45500</c:v>
                </c:pt>
                <c:pt idx="703">
                  <c:v>45499</c:v>
                </c:pt>
                <c:pt idx="704">
                  <c:v>45498</c:v>
                </c:pt>
                <c:pt idx="705">
                  <c:v>45497</c:v>
                </c:pt>
                <c:pt idx="706">
                  <c:v>45496</c:v>
                </c:pt>
                <c:pt idx="707">
                  <c:v>45495</c:v>
                </c:pt>
                <c:pt idx="708">
                  <c:v>45494</c:v>
                </c:pt>
                <c:pt idx="709">
                  <c:v>45493</c:v>
                </c:pt>
                <c:pt idx="710">
                  <c:v>45492</c:v>
                </c:pt>
                <c:pt idx="711">
                  <c:v>45491</c:v>
                </c:pt>
                <c:pt idx="712">
                  <c:v>45490</c:v>
                </c:pt>
                <c:pt idx="713">
                  <c:v>45489</c:v>
                </c:pt>
                <c:pt idx="714">
                  <c:v>45488</c:v>
                </c:pt>
                <c:pt idx="715">
                  <c:v>45487</c:v>
                </c:pt>
                <c:pt idx="716">
                  <c:v>45486</c:v>
                </c:pt>
                <c:pt idx="717">
                  <c:v>45485</c:v>
                </c:pt>
                <c:pt idx="718">
                  <c:v>45484</c:v>
                </c:pt>
                <c:pt idx="719">
                  <c:v>45483</c:v>
                </c:pt>
                <c:pt idx="720">
                  <c:v>45482</c:v>
                </c:pt>
                <c:pt idx="721">
                  <c:v>45481</c:v>
                </c:pt>
                <c:pt idx="722">
                  <c:v>45480</c:v>
                </c:pt>
                <c:pt idx="723">
                  <c:v>45479</c:v>
                </c:pt>
                <c:pt idx="724">
                  <c:v>45478</c:v>
                </c:pt>
                <c:pt idx="725">
                  <c:v>45477</c:v>
                </c:pt>
                <c:pt idx="726">
                  <c:v>45476</c:v>
                </c:pt>
                <c:pt idx="727">
                  <c:v>45475</c:v>
                </c:pt>
                <c:pt idx="728">
                  <c:v>45474</c:v>
                </c:pt>
                <c:pt idx="729">
                  <c:v>45473</c:v>
                </c:pt>
                <c:pt idx="730">
                  <c:v>45472</c:v>
                </c:pt>
                <c:pt idx="731">
                  <c:v>45471</c:v>
                </c:pt>
                <c:pt idx="732">
                  <c:v>45470</c:v>
                </c:pt>
                <c:pt idx="733">
                  <c:v>45469</c:v>
                </c:pt>
                <c:pt idx="734">
                  <c:v>45468</c:v>
                </c:pt>
                <c:pt idx="735">
                  <c:v>45467</c:v>
                </c:pt>
                <c:pt idx="736">
                  <c:v>45466</c:v>
                </c:pt>
                <c:pt idx="737">
                  <c:v>45465</c:v>
                </c:pt>
                <c:pt idx="738">
                  <c:v>45464</c:v>
                </c:pt>
                <c:pt idx="739">
                  <c:v>45463</c:v>
                </c:pt>
                <c:pt idx="740">
                  <c:v>45462</c:v>
                </c:pt>
                <c:pt idx="741">
                  <c:v>45461</c:v>
                </c:pt>
                <c:pt idx="742">
                  <c:v>45460</c:v>
                </c:pt>
                <c:pt idx="743">
                  <c:v>45459</c:v>
                </c:pt>
                <c:pt idx="744">
                  <c:v>45458</c:v>
                </c:pt>
                <c:pt idx="745">
                  <c:v>45457</c:v>
                </c:pt>
                <c:pt idx="746">
                  <c:v>45456</c:v>
                </c:pt>
                <c:pt idx="747">
                  <c:v>45455</c:v>
                </c:pt>
                <c:pt idx="748">
                  <c:v>45454</c:v>
                </c:pt>
                <c:pt idx="749">
                  <c:v>45453</c:v>
                </c:pt>
                <c:pt idx="750">
                  <c:v>45452</c:v>
                </c:pt>
                <c:pt idx="751">
                  <c:v>45451</c:v>
                </c:pt>
                <c:pt idx="752">
                  <c:v>45450</c:v>
                </c:pt>
                <c:pt idx="753">
                  <c:v>45449</c:v>
                </c:pt>
                <c:pt idx="754">
                  <c:v>45448</c:v>
                </c:pt>
                <c:pt idx="755">
                  <c:v>45447</c:v>
                </c:pt>
                <c:pt idx="756">
                  <c:v>45446</c:v>
                </c:pt>
                <c:pt idx="757">
                  <c:v>45445</c:v>
                </c:pt>
                <c:pt idx="758">
                  <c:v>45444</c:v>
                </c:pt>
                <c:pt idx="759">
                  <c:v>45443</c:v>
                </c:pt>
                <c:pt idx="760">
                  <c:v>45442</c:v>
                </c:pt>
                <c:pt idx="761">
                  <c:v>45441</c:v>
                </c:pt>
                <c:pt idx="762">
                  <c:v>45440</c:v>
                </c:pt>
                <c:pt idx="763">
                  <c:v>45439</c:v>
                </c:pt>
                <c:pt idx="764">
                  <c:v>45438</c:v>
                </c:pt>
                <c:pt idx="765">
                  <c:v>45437</c:v>
                </c:pt>
                <c:pt idx="766">
                  <c:v>45436</c:v>
                </c:pt>
                <c:pt idx="767">
                  <c:v>45435</c:v>
                </c:pt>
                <c:pt idx="768">
                  <c:v>45434</c:v>
                </c:pt>
                <c:pt idx="769">
                  <c:v>45433</c:v>
                </c:pt>
                <c:pt idx="770">
                  <c:v>45432</c:v>
                </c:pt>
                <c:pt idx="771">
                  <c:v>45431</c:v>
                </c:pt>
                <c:pt idx="772">
                  <c:v>45430</c:v>
                </c:pt>
                <c:pt idx="773">
                  <c:v>45429</c:v>
                </c:pt>
                <c:pt idx="774">
                  <c:v>45428</c:v>
                </c:pt>
                <c:pt idx="775">
                  <c:v>45427</c:v>
                </c:pt>
                <c:pt idx="776">
                  <c:v>45426</c:v>
                </c:pt>
                <c:pt idx="777">
                  <c:v>45425</c:v>
                </c:pt>
                <c:pt idx="778">
                  <c:v>45424</c:v>
                </c:pt>
                <c:pt idx="779">
                  <c:v>45423</c:v>
                </c:pt>
                <c:pt idx="780">
                  <c:v>45422</c:v>
                </c:pt>
                <c:pt idx="781">
                  <c:v>45421</c:v>
                </c:pt>
                <c:pt idx="782">
                  <c:v>45420</c:v>
                </c:pt>
                <c:pt idx="783">
                  <c:v>45419</c:v>
                </c:pt>
                <c:pt idx="784">
                  <c:v>45418</c:v>
                </c:pt>
                <c:pt idx="785">
                  <c:v>45417</c:v>
                </c:pt>
                <c:pt idx="786">
                  <c:v>45416</c:v>
                </c:pt>
                <c:pt idx="787">
                  <c:v>45415</c:v>
                </c:pt>
                <c:pt idx="788">
                  <c:v>45414</c:v>
                </c:pt>
                <c:pt idx="789">
                  <c:v>45413</c:v>
                </c:pt>
                <c:pt idx="790">
                  <c:v>45412</c:v>
                </c:pt>
                <c:pt idx="791">
                  <c:v>45411</c:v>
                </c:pt>
                <c:pt idx="792">
                  <c:v>45410</c:v>
                </c:pt>
                <c:pt idx="793">
                  <c:v>45409</c:v>
                </c:pt>
                <c:pt idx="794">
                  <c:v>45408</c:v>
                </c:pt>
                <c:pt idx="795">
                  <c:v>45407</c:v>
                </c:pt>
                <c:pt idx="796">
                  <c:v>45406</c:v>
                </c:pt>
                <c:pt idx="797">
                  <c:v>45405</c:v>
                </c:pt>
                <c:pt idx="798">
                  <c:v>45404</c:v>
                </c:pt>
                <c:pt idx="799">
                  <c:v>45403</c:v>
                </c:pt>
                <c:pt idx="800">
                  <c:v>45402</c:v>
                </c:pt>
                <c:pt idx="801">
                  <c:v>45401</c:v>
                </c:pt>
                <c:pt idx="802">
                  <c:v>45400</c:v>
                </c:pt>
                <c:pt idx="803">
                  <c:v>45399</c:v>
                </c:pt>
                <c:pt idx="804">
                  <c:v>45398</c:v>
                </c:pt>
                <c:pt idx="805">
                  <c:v>45397</c:v>
                </c:pt>
                <c:pt idx="806">
                  <c:v>45396</c:v>
                </c:pt>
                <c:pt idx="807">
                  <c:v>45395</c:v>
                </c:pt>
                <c:pt idx="808">
                  <c:v>45394</c:v>
                </c:pt>
                <c:pt idx="809">
                  <c:v>45393</c:v>
                </c:pt>
                <c:pt idx="810">
                  <c:v>45392</c:v>
                </c:pt>
                <c:pt idx="811">
                  <c:v>45391</c:v>
                </c:pt>
                <c:pt idx="812">
                  <c:v>45390</c:v>
                </c:pt>
                <c:pt idx="813">
                  <c:v>45389</c:v>
                </c:pt>
                <c:pt idx="814">
                  <c:v>45388</c:v>
                </c:pt>
                <c:pt idx="815">
                  <c:v>45387</c:v>
                </c:pt>
                <c:pt idx="816">
                  <c:v>45386</c:v>
                </c:pt>
                <c:pt idx="817">
                  <c:v>45385</c:v>
                </c:pt>
                <c:pt idx="818">
                  <c:v>45384</c:v>
                </c:pt>
                <c:pt idx="819">
                  <c:v>45383</c:v>
                </c:pt>
                <c:pt idx="820">
                  <c:v>45382</c:v>
                </c:pt>
                <c:pt idx="821">
                  <c:v>45381</c:v>
                </c:pt>
                <c:pt idx="822">
                  <c:v>45380</c:v>
                </c:pt>
                <c:pt idx="823">
                  <c:v>45379</c:v>
                </c:pt>
                <c:pt idx="824">
                  <c:v>45378</c:v>
                </c:pt>
                <c:pt idx="825">
                  <c:v>45377</c:v>
                </c:pt>
                <c:pt idx="826">
                  <c:v>45376</c:v>
                </c:pt>
                <c:pt idx="827">
                  <c:v>45375</c:v>
                </c:pt>
                <c:pt idx="828">
                  <c:v>45374</c:v>
                </c:pt>
                <c:pt idx="829">
                  <c:v>45373</c:v>
                </c:pt>
                <c:pt idx="830">
                  <c:v>45372</c:v>
                </c:pt>
                <c:pt idx="831">
                  <c:v>45371</c:v>
                </c:pt>
                <c:pt idx="832">
                  <c:v>45370</c:v>
                </c:pt>
                <c:pt idx="833">
                  <c:v>45369</c:v>
                </c:pt>
                <c:pt idx="834">
                  <c:v>45368</c:v>
                </c:pt>
                <c:pt idx="835">
                  <c:v>45367</c:v>
                </c:pt>
                <c:pt idx="836">
                  <c:v>45366</c:v>
                </c:pt>
                <c:pt idx="837">
                  <c:v>45365</c:v>
                </c:pt>
                <c:pt idx="838">
                  <c:v>45364</c:v>
                </c:pt>
                <c:pt idx="839">
                  <c:v>45363</c:v>
                </c:pt>
                <c:pt idx="840">
                  <c:v>45362</c:v>
                </c:pt>
                <c:pt idx="841">
                  <c:v>45361</c:v>
                </c:pt>
                <c:pt idx="842">
                  <c:v>45360</c:v>
                </c:pt>
                <c:pt idx="843">
                  <c:v>45359</c:v>
                </c:pt>
                <c:pt idx="844">
                  <c:v>45358</c:v>
                </c:pt>
                <c:pt idx="845">
                  <c:v>45357</c:v>
                </c:pt>
                <c:pt idx="846">
                  <c:v>45356</c:v>
                </c:pt>
                <c:pt idx="847">
                  <c:v>45355</c:v>
                </c:pt>
                <c:pt idx="848">
                  <c:v>45354</c:v>
                </c:pt>
                <c:pt idx="849">
                  <c:v>45353</c:v>
                </c:pt>
                <c:pt idx="850">
                  <c:v>45352</c:v>
                </c:pt>
                <c:pt idx="851">
                  <c:v>45351</c:v>
                </c:pt>
                <c:pt idx="852">
                  <c:v>45350</c:v>
                </c:pt>
                <c:pt idx="853">
                  <c:v>45349</c:v>
                </c:pt>
                <c:pt idx="854">
                  <c:v>45348</c:v>
                </c:pt>
                <c:pt idx="855">
                  <c:v>45347</c:v>
                </c:pt>
                <c:pt idx="856">
                  <c:v>45346</c:v>
                </c:pt>
                <c:pt idx="857">
                  <c:v>45345</c:v>
                </c:pt>
                <c:pt idx="858">
                  <c:v>45344</c:v>
                </c:pt>
                <c:pt idx="859">
                  <c:v>45343</c:v>
                </c:pt>
                <c:pt idx="860">
                  <c:v>45342</c:v>
                </c:pt>
                <c:pt idx="861">
                  <c:v>45341</c:v>
                </c:pt>
                <c:pt idx="862">
                  <c:v>45340</c:v>
                </c:pt>
                <c:pt idx="863">
                  <c:v>45339</c:v>
                </c:pt>
                <c:pt idx="864">
                  <c:v>45338</c:v>
                </c:pt>
                <c:pt idx="865">
                  <c:v>45337</c:v>
                </c:pt>
                <c:pt idx="866">
                  <c:v>45336</c:v>
                </c:pt>
                <c:pt idx="867">
                  <c:v>45335</c:v>
                </c:pt>
                <c:pt idx="868">
                  <c:v>45334</c:v>
                </c:pt>
                <c:pt idx="869">
                  <c:v>45333</c:v>
                </c:pt>
                <c:pt idx="870">
                  <c:v>45332</c:v>
                </c:pt>
                <c:pt idx="871">
                  <c:v>45331</c:v>
                </c:pt>
                <c:pt idx="872">
                  <c:v>45330</c:v>
                </c:pt>
                <c:pt idx="873">
                  <c:v>45329</c:v>
                </c:pt>
                <c:pt idx="874">
                  <c:v>45328</c:v>
                </c:pt>
                <c:pt idx="875">
                  <c:v>45327</c:v>
                </c:pt>
                <c:pt idx="876">
                  <c:v>45326</c:v>
                </c:pt>
                <c:pt idx="877">
                  <c:v>45325</c:v>
                </c:pt>
                <c:pt idx="878">
                  <c:v>45324</c:v>
                </c:pt>
                <c:pt idx="879">
                  <c:v>45323</c:v>
                </c:pt>
                <c:pt idx="880">
                  <c:v>45322</c:v>
                </c:pt>
                <c:pt idx="881">
                  <c:v>45321</c:v>
                </c:pt>
                <c:pt idx="882">
                  <c:v>45320</c:v>
                </c:pt>
                <c:pt idx="883">
                  <c:v>45319</c:v>
                </c:pt>
                <c:pt idx="884">
                  <c:v>45318</c:v>
                </c:pt>
                <c:pt idx="885">
                  <c:v>45317</c:v>
                </c:pt>
                <c:pt idx="886">
                  <c:v>45316</c:v>
                </c:pt>
                <c:pt idx="887">
                  <c:v>45315</c:v>
                </c:pt>
                <c:pt idx="888">
                  <c:v>45314</c:v>
                </c:pt>
                <c:pt idx="889">
                  <c:v>45313</c:v>
                </c:pt>
                <c:pt idx="890">
                  <c:v>45312</c:v>
                </c:pt>
                <c:pt idx="891">
                  <c:v>45311</c:v>
                </c:pt>
                <c:pt idx="892">
                  <c:v>45310</c:v>
                </c:pt>
                <c:pt idx="893">
                  <c:v>45309</c:v>
                </c:pt>
                <c:pt idx="894">
                  <c:v>45308</c:v>
                </c:pt>
                <c:pt idx="895">
                  <c:v>45307</c:v>
                </c:pt>
                <c:pt idx="896">
                  <c:v>45306</c:v>
                </c:pt>
                <c:pt idx="897">
                  <c:v>45305</c:v>
                </c:pt>
                <c:pt idx="898">
                  <c:v>45304</c:v>
                </c:pt>
                <c:pt idx="899">
                  <c:v>45303</c:v>
                </c:pt>
                <c:pt idx="900">
                  <c:v>45302</c:v>
                </c:pt>
                <c:pt idx="901">
                  <c:v>45301</c:v>
                </c:pt>
                <c:pt idx="902">
                  <c:v>45300</c:v>
                </c:pt>
                <c:pt idx="903">
                  <c:v>45299</c:v>
                </c:pt>
                <c:pt idx="904">
                  <c:v>45298</c:v>
                </c:pt>
                <c:pt idx="905">
                  <c:v>45297</c:v>
                </c:pt>
                <c:pt idx="906">
                  <c:v>45296</c:v>
                </c:pt>
                <c:pt idx="907">
                  <c:v>45295</c:v>
                </c:pt>
                <c:pt idx="908">
                  <c:v>45294</c:v>
                </c:pt>
                <c:pt idx="909">
                  <c:v>45293</c:v>
                </c:pt>
                <c:pt idx="910">
                  <c:v>45292</c:v>
                </c:pt>
                <c:pt idx="911">
                  <c:v>45291</c:v>
                </c:pt>
                <c:pt idx="912">
                  <c:v>45290</c:v>
                </c:pt>
                <c:pt idx="913">
                  <c:v>45289</c:v>
                </c:pt>
                <c:pt idx="914">
                  <c:v>45288</c:v>
                </c:pt>
                <c:pt idx="915">
                  <c:v>45287</c:v>
                </c:pt>
                <c:pt idx="916">
                  <c:v>45286</c:v>
                </c:pt>
                <c:pt idx="917">
                  <c:v>45285</c:v>
                </c:pt>
                <c:pt idx="918">
                  <c:v>45284</c:v>
                </c:pt>
                <c:pt idx="919">
                  <c:v>45283</c:v>
                </c:pt>
                <c:pt idx="920">
                  <c:v>45282</c:v>
                </c:pt>
                <c:pt idx="921">
                  <c:v>45281</c:v>
                </c:pt>
                <c:pt idx="922">
                  <c:v>45280</c:v>
                </c:pt>
                <c:pt idx="923">
                  <c:v>45279</c:v>
                </c:pt>
                <c:pt idx="924">
                  <c:v>45278</c:v>
                </c:pt>
                <c:pt idx="925">
                  <c:v>45277</c:v>
                </c:pt>
                <c:pt idx="926">
                  <c:v>45276</c:v>
                </c:pt>
                <c:pt idx="927">
                  <c:v>45275</c:v>
                </c:pt>
                <c:pt idx="928">
                  <c:v>45274</c:v>
                </c:pt>
                <c:pt idx="929">
                  <c:v>45273</c:v>
                </c:pt>
                <c:pt idx="930">
                  <c:v>45272</c:v>
                </c:pt>
                <c:pt idx="931">
                  <c:v>45271</c:v>
                </c:pt>
                <c:pt idx="932">
                  <c:v>45270</c:v>
                </c:pt>
                <c:pt idx="933">
                  <c:v>45269</c:v>
                </c:pt>
                <c:pt idx="934">
                  <c:v>45268</c:v>
                </c:pt>
                <c:pt idx="935">
                  <c:v>45267</c:v>
                </c:pt>
                <c:pt idx="936">
                  <c:v>45266</c:v>
                </c:pt>
                <c:pt idx="937">
                  <c:v>45265</c:v>
                </c:pt>
                <c:pt idx="938">
                  <c:v>45264</c:v>
                </c:pt>
                <c:pt idx="939">
                  <c:v>45263</c:v>
                </c:pt>
                <c:pt idx="940">
                  <c:v>45262</c:v>
                </c:pt>
                <c:pt idx="941">
                  <c:v>45261</c:v>
                </c:pt>
                <c:pt idx="942">
                  <c:v>45260</c:v>
                </c:pt>
                <c:pt idx="943">
                  <c:v>45259</c:v>
                </c:pt>
                <c:pt idx="944">
                  <c:v>45258</c:v>
                </c:pt>
                <c:pt idx="945">
                  <c:v>45257</c:v>
                </c:pt>
                <c:pt idx="946">
                  <c:v>45256</c:v>
                </c:pt>
                <c:pt idx="947">
                  <c:v>45255</c:v>
                </c:pt>
                <c:pt idx="948">
                  <c:v>45254</c:v>
                </c:pt>
                <c:pt idx="949">
                  <c:v>45253</c:v>
                </c:pt>
                <c:pt idx="950">
                  <c:v>45252</c:v>
                </c:pt>
                <c:pt idx="951">
                  <c:v>45251</c:v>
                </c:pt>
                <c:pt idx="952">
                  <c:v>45250</c:v>
                </c:pt>
                <c:pt idx="953">
                  <c:v>45249</c:v>
                </c:pt>
                <c:pt idx="954">
                  <c:v>45248</c:v>
                </c:pt>
                <c:pt idx="955">
                  <c:v>45247</c:v>
                </c:pt>
                <c:pt idx="956">
                  <c:v>45246</c:v>
                </c:pt>
                <c:pt idx="957">
                  <c:v>45245</c:v>
                </c:pt>
                <c:pt idx="958">
                  <c:v>45244</c:v>
                </c:pt>
                <c:pt idx="959">
                  <c:v>45243</c:v>
                </c:pt>
                <c:pt idx="960">
                  <c:v>45242</c:v>
                </c:pt>
                <c:pt idx="961">
                  <c:v>45241</c:v>
                </c:pt>
                <c:pt idx="962">
                  <c:v>45240</c:v>
                </c:pt>
                <c:pt idx="963">
                  <c:v>45239</c:v>
                </c:pt>
                <c:pt idx="964">
                  <c:v>45238</c:v>
                </c:pt>
                <c:pt idx="965">
                  <c:v>45237</c:v>
                </c:pt>
                <c:pt idx="966">
                  <c:v>45236</c:v>
                </c:pt>
                <c:pt idx="967">
                  <c:v>45235</c:v>
                </c:pt>
                <c:pt idx="968">
                  <c:v>45234</c:v>
                </c:pt>
                <c:pt idx="969">
                  <c:v>45233</c:v>
                </c:pt>
                <c:pt idx="970">
                  <c:v>45232</c:v>
                </c:pt>
                <c:pt idx="971">
                  <c:v>45231</c:v>
                </c:pt>
                <c:pt idx="972">
                  <c:v>45230</c:v>
                </c:pt>
                <c:pt idx="973">
                  <c:v>45229</c:v>
                </c:pt>
                <c:pt idx="974">
                  <c:v>45228</c:v>
                </c:pt>
                <c:pt idx="975">
                  <c:v>45227</c:v>
                </c:pt>
                <c:pt idx="976">
                  <c:v>45226</c:v>
                </c:pt>
                <c:pt idx="977">
                  <c:v>45225</c:v>
                </c:pt>
                <c:pt idx="978">
                  <c:v>45224</c:v>
                </c:pt>
                <c:pt idx="979">
                  <c:v>45223</c:v>
                </c:pt>
                <c:pt idx="980">
                  <c:v>45222</c:v>
                </c:pt>
                <c:pt idx="981">
                  <c:v>45221</c:v>
                </c:pt>
                <c:pt idx="982">
                  <c:v>45220</c:v>
                </c:pt>
                <c:pt idx="983">
                  <c:v>45219</c:v>
                </c:pt>
                <c:pt idx="984">
                  <c:v>45218</c:v>
                </c:pt>
                <c:pt idx="985">
                  <c:v>45217</c:v>
                </c:pt>
                <c:pt idx="986">
                  <c:v>45216</c:v>
                </c:pt>
                <c:pt idx="987">
                  <c:v>45215</c:v>
                </c:pt>
                <c:pt idx="988">
                  <c:v>45214</c:v>
                </c:pt>
                <c:pt idx="989">
                  <c:v>45213</c:v>
                </c:pt>
                <c:pt idx="990">
                  <c:v>45212</c:v>
                </c:pt>
                <c:pt idx="991">
                  <c:v>45211</c:v>
                </c:pt>
                <c:pt idx="992">
                  <c:v>45210</c:v>
                </c:pt>
                <c:pt idx="993">
                  <c:v>45209</c:v>
                </c:pt>
                <c:pt idx="994">
                  <c:v>45208</c:v>
                </c:pt>
                <c:pt idx="995">
                  <c:v>45207</c:v>
                </c:pt>
                <c:pt idx="996">
                  <c:v>45206</c:v>
                </c:pt>
                <c:pt idx="997">
                  <c:v>45205</c:v>
                </c:pt>
                <c:pt idx="998">
                  <c:v>45204</c:v>
                </c:pt>
                <c:pt idx="999">
                  <c:v>45203</c:v>
                </c:pt>
                <c:pt idx="1000">
                  <c:v>45202</c:v>
                </c:pt>
                <c:pt idx="1001">
                  <c:v>45201</c:v>
                </c:pt>
                <c:pt idx="1002">
                  <c:v>45200</c:v>
                </c:pt>
                <c:pt idx="1003">
                  <c:v>45199</c:v>
                </c:pt>
                <c:pt idx="1004">
                  <c:v>45198</c:v>
                </c:pt>
                <c:pt idx="1005">
                  <c:v>45197</c:v>
                </c:pt>
                <c:pt idx="1006">
                  <c:v>45196</c:v>
                </c:pt>
                <c:pt idx="1007">
                  <c:v>45195</c:v>
                </c:pt>
                <c:pt idx="1008">
                  <c:v>45194</c:v>
                </c:pt>
                <c:pt idx="1009">
                  <c:v>45193</c:v>
                </c:pt>
                <c:pt idx="1010">
                  <c:v>45192</c:v>
                </c:pt>
                <c:pt idx="1011">
                  <c:v>45191</c:v>
                </c:pt>
                <c:pt idx="1012">
                  <c:v>45190</c:v>
                </c:pt>
                <c:pt idx="1013">
                  <c:v>45189</c:v>
                </c:pt>
                <c:pt idx="1014">
                  <c:v>45188</c:v>
                </c:pt>
                <c:pt idx="1015">
                  <c:v>45187</c:v>
                </c:pt>
                <c:pt idx="1016">
                  <c:v>45186</c:v>
                </c:pt>
                <c:pt idx="1017">
                  <c:v>45185</c:v>
                </c:pt>
                <c:pt idx="1018">
                  <c:v>45184</c:v>
                </c:pt>
                <c:pt idx="1019">
                  <c:v>45183</c:v>
                </c:pt>
                <c:pt idx="1020">
                  <c:v>45182</c:v>
                </c:pt>
                <c:pt idx="1021">
                  <c:v>45181</c:v>
                </c:pt>
                <c:pt idx="1022">
                  <c:v>45180</c:v>
                </c:pt>
                <c:pt idx="1023">
                  <c:v>45179</c:v>
                </c:pt>
                <c:pt idx="1024">
                  <c:v>45178</c:v>
                </c:pt>
                <c:pt idx="1025">
                  <c:v>45177</c:v>
                </c:pt>
                <c:pt idx="1026">
                  <c:v>45176</c:v>
                </c:pt>
                <c:pt idx="1027">
                  <c:v>45175</c:v>
                </c:pt>
                <c:pt idx="1028">
                  <c:v>45174</c:v>
                </c:pt>
                <c:pt idx="1029">
                  <c:v>45173</c:v>
                </c:pt>
                <c:pt idx="1030">
                  <c:v>45172</c:v>
                </c:pt>
                <c:pt idx="1031">
                  <c:v>45171</c:v>
                </c:pt>
                <c:pt idx="1032">
                  <c:v>45170</c:v>
                </c:pt>
                <c:pt idx="1033">
                  <c:v>45169</c:v>
                </c:pt>
                <c:pt idx="1034">
                  <c:v>45168</c:v>
                </c:pt>
                <c:pt idx="1035">
                  <c:v>45167</c:v>
                </c:pt>
                <c:pt idx="1036">
                  <c:v>45166</c:v>
                </c:pt>
                <c:pt idx="1037">
                  <c:v>45165</c:v>
                </c:pt>
                <c:pt idx="1038">
                  <c:v>45164</c:v>
                </c:pt>
                <c:pt idx="1039">
                  <c:v>45163</c:v>
                </c:pt>
                <c:pt idx="1040">
                  <c:v>45162</c:v>
                </c:pt>
                <c:pt idx="1041">
                  <c:v>45161</c:v>
                </c:pt>
                <c:pt idx="1042">
                  <c:v>45160</c:v>
                </c:pt>
                <c:pt idx="1043">
                  <c:v>45159</c:v>
                </c:pt>
                <c:pt idx="1044">
                  <c:v>45158</c:v>
                </c:pt>
                <c:pt idx="1045">
                  <c:v>45157</c:v>
                </c:pt>
                <c:pt idx="1046">
                  <c:v>45156</c:v>
                </c:pt>
                <c:pt idx="1047">
                  <c:v>45155</c:v>
                </c:pt>
                <c:pt idx="1048">
                  <c:v>45154</c:v>
                </c:pt>
                <c:pt idx="1049">
                  <c:v>45153</c:v>
                </c:pt>
                <c:pt idx="1050">
                  <c:v>45152</c:v>
                </c:pt>
                <c:pt idx="1051">
                  <c:v>45151</c:v>
                </c:pt>
                <c:pt idx="1052">
                  <c:v>45150</c:v>
                </c:pt>
                <c:pt idx="1053">
                  <c:v>45149</c:v>
                </c:pt>
                <c:pt idx="1054">
                  <c:v>45148</c:v>
                </c:pt>
                <c:pt idx="1055">
                  <c:v>45147</c:v>
                </c:pt>
                <c:pt idx="1056">
                  <c:v>45146</c:v>
                </c:pt>
                <c:pt idx="1057">
                  <c:v>45145</c:v>
                </c:pt>
                <c:pt idx="1058">
                  <c:v>45144</c:v>
                </c:pt>
                <c:pt idx="1059">
                  <c:v>45143</c:v>
                </c:pt>
                <c:pt idx="1060">
                  <c:v>45142</c:v>
                </c:pt>
                <c:pt idx="1061">
                  <c:v>45141</c:v>
                </c:pt>
                <c:pt idx="1062">
                  <c:v>45140</c:v>
                </c:pt>
                <c:pt idx="1063">
                  <c:v>45139</c:v>
                </c:pt>
                <c:pt idx="1064">
                  <c:v>45138</c:v>
                </c:pt>
                <c:pt idx="1065">
                  <c:v>45137</c:v>
                </c:pt>
                <c:pt idx="1066">
                  <c:v>45136</c:v>
                </c:pt>
                <c:pt idx="1067">
                  <c:v>45135</c:v>
                </c:pt>
                <c:pt idx="1068">
                  <c:v>45134</c:v>
                </c:pt>
                <c:pt idx="1069">
                  <c:v>45133</c:v>
                </c:pt>
                <c:pt idx="1070">
                  <c:v>45132</c:v>
                </c:pt>
                <c:pt idx="1071">
                  <c:v>45131</c:v>
                </c:pt>
                <c:pt idx="1072">
                  <c:v>45130</c:v>
                </c:pt>
                <c:pt idx="1073">
                  <c:v>45129</c:v>
                </c:pt>
                <c:pt idx="1074">
                  <c:v>45128</c:v>
                </c:pt>
                <c:pt idx="1075">
                  <c:v>45127</c:v>
                </c:pt>
                <c:pt idx="1076">
                  <c:v>45126</c:v>
                </c:pt>
                <c:pt idx="1077">
                  <c:v>45125</c:v>
                </c:pt>
                <c:pt idx="1078">
                  <c:v>45124</c:v>
                </c:pt>
                <c:pt idx="1079">
                  <c:v>45123</c:v>
                </c:pt>
                <c:pt idx="1080">
                  <c:v>45122</c:v>
                </c:pt>
                <c:pt idx="1081">
                  <c:v>45121</c:v>
                </c:pt>
                <c:pt idx="1082">
                  <c:v>45120</c:v>
                </c:pt>
                <c:pt idx="1083">
                  <c:v>45119</c:v>
                </c:pt>
                <c:pt idx="1084">
                  <c:v>45118</c:v>
                </c:pt>
                <c:pt idx="1085">
                  <c:v>45117</c:v>
                </c:pt>
                <c:pt idx="1086">
                  <c:v>45116</c:v>
                </c:pt>
                <c:pt idx="1087">
                  <c:v>45115</c:v>
                </c:pt>
                <c:pt idx="1088">
                  <c:v>45114</c:v>
                </c:pt>
                <c:pt idx="1089">
                  <c:v>45113</c:v>
                </c:pt>
                <c:pt idx="1090">
                  <c:v>45112</c:v>
                </c:pt>
                <c:pt idx="1091">
                  <c:v>45111</c:v>
                </c:pt>
                <c:pt idx="1092">
                  <c:v>45110</c:v>
                </c:pt>
                <c:pt idx="1093">
                  <c:v>45109</c:v>
                </c:pt>
                <c:pt idx="1094">
                  <c:v>45108</c:v>
                </c:pt>
                <c:pt idx="1095">
                  <c:v>45107</c:v>
                </c:pt>
                <c:pt idx="1096">
                  <c:v>45106</c:v>
                </c:pt>
                <c:pt idx="1097">
                  <c:v>45105</c:v>
                </c:pt>
                <c:pt idx="1098">
                  <c:v>45104</c:v>
                </c:pt>
                <c:pt idx="1099">
                  <c:v>45103</c:v>
                </c:pt>
                <c:pt idx="1100">
                  <c:v>45102</c:v>
                </c:pt>
                <c:pt idx="1101">
                  <c:v>45101</c:v>
                </c:pt>
                <c:pt idx="1102">
                  <c:v>45100</c:v>
                </c:pt>
                <c:pt idx="1103">
                  <c:v>45099</c:v>
                </c:pt>
                <c:pt idx="1104">
                  <c:v>45098</c:v>
                </c:pt>
                <c:pt idx="1105">
                  <c:v>45097</c:v>
                </c:pt>
                <c:pt idx="1106">
                  <c:v>45096</c:v>
                </c:pt>
                <c:pt idx="1107">
                  <c:v>45095</c:v>
                </c:pt>
                <c:pt idx="1108">
                  <c:v>45094</c:v>
                </c:pt>
                <c:pt idx="1109">
                  <c:v>45093</c:v>
                </c:pt>
                <c:pt idx="1110">
                  <c:v>45092</c:v>
                </c:pt>
                <c:pt idx="1111">
                  <c:v>45091</c:v>
                </c:pt>
                <c:pt idx="1112">
                  <c:v>45090</c:v>
                </c:pt>
                <c:pt idx="1113">
                  <c:v>45089</c:v>
                </c:pt>
                <c:pt idx="1114">
                  <c:v>45088</c:v>
                </c:pt>
                <c:pt idx="1115">
                  <c:v>45087</c:v>
                </c:pt>
                <c:pt idx="1116">
                  <c:v>45086</c:v>
                </c:pt>
                <c:pt idx="1117">
                  <c:v>45085</c:v>
                </c:pt>
                <c:pt idx="1118">
                  <c:v>45084</c:v>
                </c:pt>
                <c:pt idx="1119">
                  <c:v>45083</c:v>
                </c:pt>
                <c:pt idx="1120">
                  <c:v>45082</c:v>
                </c:pt>
                <c:pt idx="1121">
                  <c:v>45081</c:v>
                </c:pt>
                <c:pt idx="1122">
                  <c:v>45080</c:v>
                </c:pt>
                <c:pt idx="1123">
                  <c:v>45079</c:v>
                </c:pt>
                <c:pt idx="1124">
                  <c:v>45078</c:v>
                </c:pt>
                <c:pt idx="1125">
                  <c:v>45077</c:v>
                </c:pt>
                <c:pt idx="1126">
                  <c:v>45076</c:v>
                </c:pt>
                <c:pt idx="1127">
                  <c:v>45075</c:v>
                </c:pt>
                <c:pt idx="1128">
                  <c:v>45074</c:v>
                </c:pt>
                <c:pt idx="1129">
                  <c:v>45073</c:v>
                </c:pt>
                <c:pt idx="1130">
                  <c:v>45072</c:v>
                </c:pt>
                <c:pt idx="1131">
                  <c:v>45071</c:v>
                </c:pt>
                <c:pt idx="1132">
                  <c:v>45070</c:v>
                </c:pt>
                <c:pt idx="1133">
                  <c:v>45069</c:v>
                </c:pt>
                <c:pt idx="1134">
                  <c:v>45068</c:v>
                </c:pt>
                <c:pt idx="1135">
                  <c:v>45067</c:v>
                </c:pt>
                <c:pt idx="1136">
                  <c:v>45066</c:v>
                </c:pt>
                <c:pt idx="1137">
                  <c:v>45065</c:v>
                </c:pt>
                <c:pt idx="1138">
                  <c:v>45064</c:v>
                </c:pt>
                <c:pt idx="1139">
                  <c:v>45063</c:v>
                </c:pt>
                <c:pt idx="1140">
                  <c:v>45062</c:v>
                </c:pt>
                <c:pt idx="1141">
                  <c:v>45061</c:v>
                </c:pt>
                <c:pt idx="1142">
                  <c:v>45060</c:v>
                </c:pt>
                <c:pt idx="1143">
                  <c:v>45059</c:v>
                </c:pt>
                <c:pt idx="1144">
                  <c:v>45058</c:v>
                </c:pt>
                <c:pt idx="1145">
                  <c:v>45057</c:v>
                </c:pt>
                <c:pt idx="1146">
                  <c:v>45056</c:v>
                </c:pt>
                <c:pt idx="1147">
                  <c:v>45055</c:v>
                </c:pt>
                <c:pt idx="1148">
                  <c:v>45054</c:v>
                </c:pt>
                <c:pt idx="1149">
                  <c:v>45053</c:v>
                </c:pt>
                <c:pt idx="1150">
                  <c:v>45052</c:v>
                </c:pt>
                <c:pt idx="1151">
                  <c:v>45051</c:v>
                </c:pt>
                <c:pt idx="1152">
                  <c:v>45050</c:v>
                </c:pt>
                <c:pt idx="1153">
                  <c:v>45049</c:v>
                </c:pt>
                <c:pt idx="1154">
                  <c:v>45048</c:v>
                </c:pt>
                <c:pt idx="1155">
                  <c:v>45047</c:v>
                </c:pt>
                <c:pt idx="1156">
                  <c:v>45046</c:v>
                </c:pt>
                <c:pt idx="1157">
                  <c:v>45045</c:v>
                </c:pt>
                <c:pt idx="1158">
                  <c:v>45044</c:v>
                </c:pt>
                <c:pt idx="1159">
                  <c:v>45043</c:v>
                </c:pt>
                <c:pt idx="1160">
                  <c:v>45042</c:v>
                </c:pt>
                <c:pt idx="1161">
                  <c:v>45041</c:v>
                </c:pt>
                <c:pt idx="1162">
                  <c:v>45040</c:v>
                </c:pt>
                <c:pt idx="1163">
                  <c:v>45039</c:v>
                </c:pt>
                <c:pt idx="1164">
                  <c:v>45038</c:v>
                </c:pt>
                <c:pt idx="1165">
                  <c:v>45037</c:v>
                </c:pt>
                <c:pt idx="1166">
                  <c:v>45036</c:v>
                </c:pt>
                <c:pt idx="1167">
                  <c:v>45035</c:v>
                </c:pt>
                <c:pt idx="1168">
                  <c:v>45034</c:v>
                </c:pt>
                <c:pt idx="1169">
                  <c:v>45033</c:v>
                </c:pt>
                <c:pt idx="1170">
                  <c:v>45032</c:v>
                </c:pt>
                <c:pt idx="1171">
                  <c:v>45031</c:v>
                </c:pt>
                <c:pt idx="1172">
                  <c:v>45030</c:v>
                </c:pt>
                <c:pt idx="1173">
                  <c:v>45029</c:v>
                </c:pt>
                <c:pt idx="1174">
                  <c:v>45028</c:v>
                </c:pt>
                <c:pt idx="1175">
                  <c:v>45027</c:v>
                </c:pt>
                <c:pt idx="1176">
                  <c:v>45026</c:v>
                </c:pt>
                <c:pt idx="1177">
                  <c:v>45025</c:v>
                </c:pt>
                <c:pt idx="1178">
                  <c:v>45024</c:v>
                </c:pt>
                <c:pt idx="1179">
                  <c:v>45023</c:v>
                </c:pt>
                <c:pt idx="1180">
                  <c:v>45022</c:v>
                </c:pt>
                <c:pt idx="1181">
                  <c:v>45021</c:v>
                </c:pt>
                <c:pt idx="1182">
                  <c:v>45020</c:v>
                </c:pt>
                <c:pt idx="1183">
                  <c:v>45019</c:v>
                </c:pt>
                <c:pt idx="1184">
                  <c:v>45018</c:v>
                </c:pt>
                <c:pt idx="1185">
                  <c:v>45017</c:v>
                </c:pt>
                <c:pt idx="1186">
                  <c:v>45016</c:v>
                </c:pt>
                <c:pt idx="1187">
                  <c:v>45015</c:v>
                </c:pt>
                <c:pt idx="1188">
                  <c:v>45014</c:v>
                </c:pt>
                <c:pt idx="1189">
                  <c:v>45013</c:v>
                </c:pt>
                <c:pt idx="1190">
                  <c:v>45012</c:v>
                </c:pt>
                <c:pt idx="1191">
                  <c:v>45011</c:v>
                </c:pt>
                <c:pt idx="1192">
                  <c:v>45010</c:v>
                </c:pt>
                <c:pt idx="1193">
                  <c:v>45009</c:v>
                </c:pt>
                <c:pt idx="1194">
                  <c:v>45008</c:v>
                </c:pt>
                <c:pt idx="1195">
                  <c:v>45007</c:v>
                </c:pt>
                <c:pt idx="1196">
                  <c:v>45006</c:v>
                </c:pt>
                <c:pt idx="1197">
                  <c:v>45005</c:v>
                </c:pt>
                <c:pt idx="1198">
                  <c:v>45004</c:v>
                </c:pt>
                <c:pt idx="1199">
                  <c:v>45003</c:v>
                </c:pt>
                <c:pt idx="1200">
                  <c:v>45002</c:v>
                </c:pt>
                <c:pt idx="1201">
                  <c:v>45001</c:v>
                </c:pt>
                <c:pt idx="1202">
                  <c:v>45000</c:v>
                </c:pt>
                <c:pt idx="1203">
                  <c:v>44999</c:v>
                </c:pt>
                <c:pt idx="1204">
                  <c:v>44998</c:v>
                </c:pt>
                <c:pt idx="1205">
                  <c:v>44997</c:v>
                </c:pt>
                <c:pt idx="1206">
                  <c:v>44996</c:v>
                </c:pt>
                <c:pt idx="1207">
                  <c:v>44995</c:v>
                </c:pt>
                <c:pt idx="1208">
                  <c:v>44994</c:v>
                </c:pt>
                <c:pt idx="1209">
                  <c:v>44993</c:v>
                </c:pt>
                <c:pt idx="1210">
                  <c:v>44992</c:v>
                </c:pt>
                <c:pt idx="1211">
                  <c:v>44991</c:v>
                </c:pt>
                <c:pt idx="1212">
                  <c:v>44990</c:v>
                </c:pt>
                <c:pt idx="1213">
                  <c:v>44989</c:v>
                </c:pt>
                <c:pt idx="1214">
                  <c:v>44988</c:v>
                </c:pt>
                <c:pt idx="1215">
                  <c:v>44987</c:v>
                </c:pt>
                <c:pt idx="1216">
                  <c:v>44986</c:v>
                </c:pt>
                <c:pt idx="1217">
                  <c:v>44985</c:v>
                </c:pt>
                <c:pt idx="1218">
                  <c:v>44984</c:v>
                </c:pt>
                <c:pt idx="1219">
                  <c:v>44983</c:v>
                </c:pt>
                <c:pt idx="1220">
                  <c:v>44982</c:v>
                </c:pt>
                <c:pt idx="1221">
                  <c:v>44981</c:v>
                </c:pt>
                <c:pt idx="1222">
                  <c:v>44980</c:v>
                </c:pt>
                <c:pt idx="1223">
                  <c:v>44979</c:v>
                </c:pt>
                <c:pt idx="1224">
                  <c:v>44978</c:v>
                </c:pt>
                <c:pt idx="1225">
                  <c:v>44977</c:v>
                </c:pt>
                <c:pt idx="1226">
                  <c:v>44976</c:v>
                </c:pt>
                <c:pt idx="1227">
                  <c:v>44975</c:v>
                </c:pt>
                <c:pt idx="1228">
                  <c:v>44974</c:v>
                </c:pt>
                <c:pt idx="1229">
                  <c:v>44973</c:v>
                </c:pt>
                <c:pt idx="1230">
                  <c:v>44972</c:v>
                </c:pt>
                <c:pt idx="1231">
                  <c:v>44971</c:v>
                </c:pt>
                <c:pt idx="1232">
                  <c:v>44970</c:v>
                </c:pt>
                <c:pt idx="1233">
                  <c:v>44969</c:v>
                </c:pt>
                <c:pt idx="1234">
                  <c:v>44968</c:v>
                </c:pt>
                <c:pt idx="1235">
                  <c:v>44967</c:v>
                </c:pt>
                <c:pt idx="1236">
                  <c:v>44966</c:v>
                </c:pt>
                <c:pt idx="1237">
                  <c:v>44965</c:v>
                </c:pt>
                <c:pt idx="1238">
                  <c:v>44964</c:v>
                </c:pt>
                <c:pt idx="1239">
                  <c:v>44963</c:v>
                </c:pt>
                <c:pt idx="1240">
                  <c:v>44962</c:v>
                </c:pt>
                <c:pt idx="1241">
                  <c:v>44961</c:v>
                </c:pt>
                <c:pt idx="1242">
                  <c:v>44960</c:v>
                </c:pt>
                <c:pt idx="1243">
                  <c:v>44959</c:v>
                </c:pt>
                <c:pt idx="1244">
                  <c:v>44958</c:v>
                </c:pt>
                <c:pt idx="1245">
                  <c:v>44957</c:v>
                </c:pt>
                <c:pt idx="1246">
                  <c:v>44956</c:v>
                </c:pt>
                <c:pt idx="1247">
                  <c:v>44955</c:v>
                </c:pt>
                <c:pt idx="1248">
                  <c:v>44954</c:v>
                </c:pt>
                <c:pt idx="1249">
                  <c:v>44953</c:v>
                </c:pt>
                <c:pt idx="1250">
                  <c:v>44952</c:v>
                </c:pt>
                <c:pt idx="1251">
                  <c:v>44951</c:v>
                </c:pt>
                <c:pt idx="1252">
                  <c:v>44950</c:v>
                </c:pt>
                <c:pt idx="1253">
                  <c:v>44949</c:v>
                </c:pt>
                <c:pt idx="1254">
                  <c:v>44948</c:v>
                </c:pt>
                <c:pt idx="1255">
                  <c:v>44947</c:v>
                </c:pt>
                <c:pt idx="1256">
                  <c:v>44946</c:v>
                </c:pt>
                <c:pt idx="1257">
                  <c:v>44945</c:v>
                </c:pt>
                <c:pt idx="1258">
                  <c:v>44944</c:v>
                </c:pt>
                <c:pt idx="1259">
                  <c:v>44943</c:v>
                </c:pt>
                <c:pt idx="1260">
                  <c:v>44942</c:v>
                </c:pt>
                <c:pt idx="1261">
                  <c:v>44941</c:v>
                </c:pt>
                <c:pt idx="1262">
                  <c:v>44940</c:v>
                </c:pt>
                <c:pt idx="1263">
                  <c:v>44939</c:v>
                </c:pt>
                <c:pt idx="1264">
                  <c:v>44938</c:v>
                </c:pt>
                <c:pt idx="1265">
                  <c:v>44937</c:v>
                </c:pt>
                <c:pt idx="1266">
                  <c:v>44936</c:v>
                </c:pt>
                <c:pt idx="1267">
                  <c:v>44935</c:v>
                </c:pt>
                <c:pt idx="1268">
                  <c:v>44934</c:v>
                </c:pt>
                <c:pt idx="1269">
                  <c:v>44933</c:v>
                </c:pt>
                <c:pt idx="1270">
                  <c:v>44932</c:v>
                </c:pt>
                <c:pt idx="1271">
                  <c:v>44931</c:v>
                </c:pt>
                <c:pt idx="1272">
                  <c:v>44930</c:v>
                </c:pt>
                <c:pt idx="1273">
                  <c:v>44929</c:v>
                </c:pt>
                <c:pt idx="1274">
                  <c:v>44928</c:v>
                </c:pt>
                <c:pt idx="1275">
                  <c:v>44927</c:v>
                </c:pt>
                <c:pt idx="1276">
                  <c:v>44926</c:v>
                </c:pt>
                <c:pt idx="1277">
                  <c:v>44925</c:v>
                </c:pt>
                <c:pt idx="1278">
                  <c:v>44924</c:v>
                </c:pt>
                <c:pt idx="1279">
                  <c:v>44923</c:v>
                </c:pt>
                <c:pt idx="1280">
                  <c:v>44922</c:v>
                </c:pt>
                <c:pt idx="1281">
                  <c:v>44921</c:v>
                </c:pt>
                <c:pt idx="1282">
                  <c:v>44920</c:v>
                </c:pt>
                <c:pt idx="1283">
                  <c:v>44919</c:v>
                </c:pt>
                <c:pt idx="1284">
                  <c:v>44918</c:v>
                </c:pt>
                <c:pt idx="1285">
                  <c:v>44917</c:v>
                </c:pt>
                <c:pt idx="1286">
                  <c:v>44916</c:v>
                </c:pt>
                <c:pt idx="1287">
                  <c:v>44915</c:v>
                </c:pt>
                <c:pt idx="1288">
                  <c:v>44914</c:v>
                </c:pt>
                <c:pt idx="1289">
                  <c:v>44913</c:v>
                </c:pt>
                <c:pt idx="1290">
                  <c:v>44912</c:v>
                </c:pt>
                <c:pt idx="1291">
                  <c:v>44911</c:v>
                </c:pt>
                <c:pt idx="1292">
                  <c:v>44910</c:v>
                </c:pt>
                <c:pt idx="1293">
                  <c:v>44909</c:v>
                </c:pt>
                <c:pt idx="1294">
                  <c:v>44908</c:v>
                </c:pt>
                <c:pt idx="1295">
                  <c:v>44907</c:v>
                </c:pt>
                <c:pt idx="1296">
                  <c:v>44906</c:v>
                </c:pt>
                <c:pt idx="1297">
                  <c:v>44905</c:v>
                </c:pt>
                <c:pt idx="1298">
                  <c:v>44904</c:v>
                </c:pt>
                <c:pt idx="1299">
                  <c:v>44903</c:v>
                </c:pt>
                <c:pt idx="1300">
                  <c:v>44902</c:v>
                </c:pt>
                <c:pt idx="1301">
                  <c:v>44901</c:v>
                </c:pt>
                <c:pt idx="1302">
                  <c:v>44900</c:v>
                </c:pt>
                <c:pt idx="1303">
                  <c:v>44899</c:v>
                </c:pt>
                <c:pt idx="1304">
                  <c:v>44898</c:v>
                </c:pt>
                <c:pt idx="1305">
                  <c:v>44897</c:v>
                </c:pt>
                <c:pt idx="1306">
                  <c:v>44896</c:v>
                </c:pt>
                <c:pt idx="1307">
                  <c:v>44895</c:v>
                </c:pt>
                <c:pt idx="1308">
                  <c:v>44894</c:v>
                </c:pt>
                <c:pt idx="1309">
                  <c:v>44893</c:v>
                </c:pt>
                <c:pt idx="1310">
                  <c:v>44892</c:v>
                </c:pt>
                <c:pt idx="1311">
                  <c:v>44891</c:v>
                </c:pt>
                <c:pt idx="1312">
                  <c:v>44890</c:v>
                </c:pt>
                <c:pt idx="1313">
                  <c:v>44889</c:v>
                </c:pt>
                <c:pt idx="1314">
                  <c:v>44888</c:v>
                </c:pt>
                <c:pt idx="1315">
                  <c:v>44887</c:v>
                </c:pt>
                <c:pt idx="1316">
                  <c:v>44886</c:v>
                </c:pt>
                <c:pt idx="1317">
                  <c:v>44885</c:v>
                </c:pt>
                <c:pt idx="1318">
                  <c:v>44884</c:v>
                </c:pt>
                <c:pt idx="1319">
                  <c:v>44883</c:v>
                </c:pt>
                <c:pt idx="1320">
                  <c:v>44882</c:v>
                </c:pt>
                <c:pt idx="1321">
                  <c:v>44881</c:v>
                </c:pt>
                <c:pt idx="1322">
                  <c:v>44880</c:v>
                </c:pt>
                <c:pt idx="1323">
                  <c:v>44879</c:v>
                </c:pt>
                <c:pt idx="1324">
                  <c:v>44878</c:v>
                </c:pt>
                <c:pt idx="1325">
                  <c:v>44877</c:v>
                </c:pt>
                <c:pt idx="1326">
                  <c:v>44876</c:v>
                </c:pt>
                <c:pt idx="1327">
                  <c:v>44875</c:v>
                </c:pt>
                <c:pt idx="1328">
                  <c:v>44874</c:v>
                </c:pt>
                <c:pt idx="1329">
                  <c:v>44873</c:v>
                </c:pt>
                <c:pt idx="1330">
                  <c:v>44872</c:v>
                </c:pt>
                <c:pt idx="1331">
                  <c:v>44871</c:v>
                </c:pt>
                <c:pt idx="1332">
                  <c:v>44870</c:v>
                </c:pt>
                <c:pt idx="1333">
                  <c:v>44869</c:v>
                </c:pt>
                <c:pt idx="1334">
                  <c:v>44868</c:v>
                </c:pt>
                <c:pt idx="1335">
                  <c:v>44867</c:v>
                </c:pt>
                <c:pt idx="1336">
                  <c:v>44866</c:v>
                </c:pt>
                <c:pt idx="1337">
                  <c:v>44865</c:v>
                </c:pt>
                <c:pt idx="1338">
                  <c:v>44864</c:v>
                </c:pt>
                <c:pt idx="1339">
                  <c:v>44863</c:v>
                </c:pt>
                <c:pt idx="1340">
                  <c:v>44862</c:v>
                </c:pt>
                <c:pt idx="1341">
                  <c:v>44861</c:v>
                </c:pt>
                <c:pt idx="1342">
                  <c:v>44860</c:v>
                </c:pt>
                <c:pt idx="1343">
                  <c:v>44859</c:v>
                </c:pt>
                <c:pt idx="1344">
                  <c:v>44858</c:v>
                </c:pt>
                <c:pt idx="1345">
                  <c:v>44857</c:v>
                </c:pt>
                <c:pt idx="1346">
                  <c:v>44856</c:v>
                </c:pt>
                <c:pt idx="1347">
                  <c:v>44855</c:v>
                </c:pt>
                <c:pt idx="1348">
                  <c:v>44854</c:v>
                </c:pt>
                <c:pt idx="1349">
                  <c:v>44853</c:v>
                </c:pt>
                <c:pt idx="1350">
                  <c:v>44852</c:v>
                </c:pt>
                <c:pt idx="1351">
                  <c:v>44851</c:v>
                </c:pt>
                <c:pt idx="1352">
                  <c:v>44850</c:v>
                </c:pt>
                <c:pt idx="1353">
                  <c:v>44849</c:v>
                </c:pt>
                <c:pt idx="1354">
                  <c:v>44848</c:v>
                </c:pt>
                <c:pt idx="1355">
                  <c:v>44847</c:v>
                </c:pt>
                <c:pt idx="1356">
                  <c:v>44846</c:v>
                </c:pt>
                <c:pt idx="1357">
                  <c:v>44845</c:v>
                </c:pt>
                <c:pt idx="1358">
                  <c:v>44844</c:v>
                </c:pt>
                <c:pt idx="1359">
                  <c:v>44843</c:v>
                </c:pt>
                <c:pt idx="1360">
                  <c:v>44842</c:v>
                </c:pt>
                <c:pt idx="1361">
                  <c:v>44841</c:v>
                </c:pt>
                <c:pt idx="1362">
                  <c:v>44840</c:v>
                </c:pt>
                <c:pt idx="1363">
                  <c:v>44839</c:v>
                </c:pt>
                <c:pt idx="1364">
                  <c:v>44838</c:v>
                </c:pt>
                <c:pt idx="1365">
                  <c:v>44837</c:v>
                </c:pt>
                <c:pt idx="1366">
                  <c:v>44836</c:v>
                </c:pt>
                <c:pt idx="1367">
                  <c:v>44835</c:v>
                </c:pt>
                <c:pt idx="1368">
                  <c:v>44834</c:v>
                </c:pt>
                <c:pt idx="1369">
                  <c:v>44833</c:v>
                </c:pt>
                <c:pt idx="1370">
                  <c:v>44832</c:v>
                </c:pt>
                <c:pt idx="1371">
                  <c:v>44831</c:v>
                </c:pt>
                <c:pt idx="1372">
                  <c:v>44830</c:v>
                </c:pt>
                <c:pt idx="1373">
                  <c:v>44829</c:v>
                </c:pt>
                <c:pt idx="1374">
                  <c:v>44828</c:v>
                </c:pt>
                <c:pt idx="1375">
                  <c:v>44827</c:v>
                </c:pt>
                <c:pt idx="1376">
                  <c:v>44826</c:v>
                </c:pt>
                <c:pt idx="1377">
                  <c:v>44825</c:v>
                </c:pt>
                <c:pt idx="1378">
                  <c:v>44824</c:v>
                </c:pt>
                <c:pt idx="1379">
                  <c:v>44823</c:v>
                </c:pt>
                <c:pt idx="1380">
                  <c:v>44822</c:v>
                </c:pt>
                <c:pt idx="1381">
                  <c:v>44821</c:v>
                </c:pt>
                <c:pt idx="1382">
                  <c:v>44820</c:v>
                </c:pt>
                <c:pt idx="1383">
                  <c:v>44819</c:v>
                </c:pt>
                <c:pt idx="1384">
                  <c:v>44818</c:v>
                </c:pt>
                <c:pt idx="1385">
                  <c:v>44817</c:v>
                </c:pt>
                <c:pt idx="1386">
                  <c:v>44816</c:v>
                </c:pt>
                <c:pt idx="1387">
                  <c:v>44815</c:v>
                </c:pt>
                <c:pt idx="1388">
                  <c:v>44814</c:v>
                </c:pt>
                <c:pt idx="1389">
                  <c:v>44813</c:v>
                </c:pt>
                <c:pt idx="1390">
                  <c:v>44812</c:v>
                </c:pt>
                <c:pt idx="1391">
                  <c:v>44811</c:v>
                </c:pt>
                <c:pt idx="1392">
                  <c:v>44810</c:v>
                </c:pt>
                <c:pt idx="1393">
                  <c:v>44809</c:v>
                </c:pt>
                <c:pt idx="1394">
                  <c:v>44808</c:v>
                </c:pt>
                <c:pt idx="1395">
                  <c:v>44807</c:v>
                </c:pt>
                <c:pt idx="1396">
                  <c:v>44806</c:v>
                </c:pt>
                <c:pt idx="1397">
                  <c:v>44805</c:v>
                </c:pt>
                <c:pt idx="1398">
                  <c:v>44804</c:v>
                </c:pt>
                <c:pt idx="1399">
                  <c:v>44803</c:v>
                </c:pt>
                <c:pt idx="1400">
                  <c:v>44802</c:v>
                </c:pt>
                <c:pt idx="1401">
                  <c:v>44801</c:v>
                </c:pt>
                <c:pt idx="1402">
                  <c:v>44800</c:v>
                </c:pt>
                <c:pt idx="1403">
                  <c:v>44799</c:v>
                </c:pt>
                <c:pt idx="1404">
                  <c:v>44798</c:v>
                </c:pt>
                <c:pt idx="1405">
                  <c:v>44797</c:v>
                </c:pt>
                <c:pt idx="1406">
                  <c:v>44796</c:v>
                </c:pt>
                <c:pt idx="1407">
                  <c:v>44795</c:v>
                </c:pt>
                <c:pt idx="1408">
                  <c:v>44794</c:v>
                </c:pt>
                <c:pt idx="1409">
                  <c:v>44793</c:v>
                </c:pt>
                <c:pt idx="1410">
                  <c:v>44792</c:v>
                </c:pt>
                <c:pt idx="1411">
                  <c:v>44791</c:v>
                </c:pt>
                <c:pt idx="1412">
                  <c:v>44790</c:v>
                </c:pt>
                <c:pt idx="1413">
                  <c:v>44789</c:v>
                </c:pt>
                <c:pt idx="1414">
                  <c:v>44788</c:v>
                </c:pt>
                <c:pt idx="1415">
                  <c:v>44787</c:v>
                </c:pt>
                <c:pt idx="1416">
                  <c:v>44786</c:v>
                </c:pt>
                <c:pt idx="1417">
                  <c:v>44785</c:v>
                </c:pt>
                <c:pt idx="1418">
                  <c:v>44784</c:v>
                </c:pt>
                <c:pt idx="1419">
                  <c:v>44783</c:v>
                </c:pt>
                <c:pt idx="1420">
                  <c:v>44782</c:v>
                </c:pt>
                <c:pt idx="1421">
                  <c:v>44781</c:v>
                </c:pt>
                <c:pt idx="1422">
                  <c:v>44780</c:v>
                </c:pt>
                <c:pt idx="1423">
                  <c:v>44779</c:v>
                </c:pt>
                <c:pt idx="1424">
                  <c:v>44778</c:v>
                </c:pt>
                <c:pt idx="1425">
                  <c:v>44777</c:v>
                </c:pt>
                <c:pt idx="1426">
                  <c:v>44776</c:v>
                </c:pt>
                <c:pt idx="1427">
                  <c:v>44775</c:v>
                </c:pt>
                <c:pt idx="1428">
                  <c:v>44774</c:v>
                </c:pt>
                <c:pt idx="1429">
                  <c:v>44773</c:v>
                </c:pt>
                <c:pt idx="1430">
                  <c:v>44772</c:v>
                </c:pt>
                <c:pt idx="1431">
                  <c:v>44771</c:v>
                </c:pt>
                <c:pt idx="1432">
                  <c:v>44770</c:v>
                </c:pt>
                <c:pt idx="1433">
                  <c:v>44769</c:v>
                </c:pt>
                <c:pt idx="1434">
                  <c:v>44768</c:v>
                </c:pt>
                <c:pt idx="1435">
                  <c:v>44767</c:v>
                </c:pt>
                <c:pt idx="1436">
                  <c:v>44766</c:v>
                </c:pt>
                <c:pt idx="1437">
                  <c:v>44765</c:v>
                </c:pt>
                <c:pt idx="1438">
                  <c:v>44764</c:v>
                </c:pt>
                <c:pt idx="1439">
                  <c:v>44763</c:v>
                </c:pt>
                <c:pt idx="1440">
                  <c:v>44762</c:v>
                </c:pt>
                <c:pt idx="1441">
                  <c:v>44761</c:v>
                </c:pt>
                <c:pt idx="1442">
                  <c:v>44760</c:v>
                </c:pt>
                <c:pt idx="1443">
                  <c:v>44759</c:v>
                </c:pt>
                <c:pt idx="1444">
                  <c:v>44758</c:v>
                </c:pt>
                <c:pt idx="1445">
                  <c:v>44757</c:v>
                </c:pt>
                <c:pt idx="1446">
                  <c:v>44756</c:v>
                </c:pt>
                <c:pt idx="1447">
                  <c:v>44755</c:v>
                </c:pt>
                <c:pt idx="1448">
                  <c:v>44754</c:v>
                </c:pt>
                <c:pt idx="1449">
                  <c:v>44753</c:v>
                </c:pt>
                <c:pt idx="1450">
                  <c:v>44752</c:v>
                </c:pt>
                <c:pt idx="1451">
                  <c:v>44751</c:v>
                </c:pt>
                <c:pt idx="1452">
                  <c:v>44750</c:v>
                </c:pt>
                <c:pt idx="1453">
                  <c:v>44749</c:v>
                </c:pt>
                <c:pt idx="1454">
                  <c:v>44748</c:v>
                </c:pt>
                <c:pt idx="1455">
                  <c:v>44747</c:v>
                </c:pt>
                <c:pt idx="1456">
                  <c:v>44746</c:v>
                </c:pt>
                <c:pt idx="1457">
                  <c:v>44745</c:v>
                </c:pt>
                <c:pt idx="1458">
                  <c:v>44744</c:v>
                </c:pt>
                <c:pt idx="1459">
                  <c:v>44743</c:v>
                </c:pt>
                <c:pt idx="1460">
                  <c:v>44742</c:v>
                </c:pt>
                <c:pt idx="1461">
                  <c:v>44741</c:v>
                </c:pt>
                <c:pt idx="1462">
                  <c:v>44740</c:v>
                </c:pt>
                <c:pt idx="1463">
                  <c:v>44739</c:v>
                </c:pt>
                <c:pt idx="1464">
                  <c:v>44738</c:v>
                </c:pt>
                <c:pt idx="1465">
                  <c:v>44737</c:v>
                </c:pt>
                <c:pt idx="1466">
                  <c:v>44736</c:v>
                </c:pt>
                <c:pt idx="1467">
                  <c:v>44735</c:v>
                </c:pt>
                <c:pt idx="1468">
                  <c:v>44734</c:v>
                </c:pt>
                <c:pt idx="1469">
                  <c:v>44733</c:v>
                </c:pt>
                <c:pt idx="1470">
                  <c:v>44732</c:v>
                </c:pt>
                <c:pt idx="1471">
                  <c:v>44731</c:v>
                </c:pt>
                <c:pt idx="1472">
                  <c:v>44730</c:v>
                </c:pt>
                <c:pt idx="1473">
                  <c:v>44729</c:v>
                </c:pt>
                <c:pt idx="1474">
                  <c:v>44728</c:v>
                </c:pt>
                <c:pt idx="1475">
                  <c:v>44727</c:v>
                </c:pt>
                <c:pt idx="1476">
                  <c:v>44726</c:v>
                </c:pt>
                <c:pt idx="1477">
                  <c:v>44725</c:v>
                </c:pt>
                <c:pt idx="1478">
                  <c:v>44724</c:v>
                </c:pt>
                <c:pt idx="1479">
                  <c:v>44723</c:v>
                </c:pt>
                <c:pt idx="1480">
                  <c:v>44722</c:v>
                </c:pt>
                <c:pt idx="1481">
                  <c:v>44721</c:v>
                </c:pt>
                <c:pt idx="1482">
                  <c:v>44720</c:v>
                </c:pt>
                <c:pt idx="1483">
                  <c:v>44719</c:v>
                </c:pt>
                <c:pt idx="1484">
                  <c:v>44718</c:v>
                </c:pt>
                <c:pt idx="1485">
                  <c:v>44717</c:v>
                </c:pt>
                <c:pt idx="1486">
                  <c:v>44716</c:v>
                </c:pt>
                <c:pt idx="1487">
                  <c:v>44715</c:v>
                </c:pt>
                <c:pt idx="1488">
                  <c:v>44714</c:v>
                </c:pt>
                <c:pt idx="1489">
                  <c:v>44713</c:v>
                </c:pt>
                <c:pt idx="1490">
                  <c:v>44712</c:v>
                </c:pt>
                <c:pt idx="1491">
                  <c:v>44711</c:v>
                </c:pt>
                <c:pt idx="1492">
                  <c:v>44710</c:v>
                </c:pt>
                <c:pt idx="1493">
                  <c:v>44709</c:v>
                </c:pt>
                <c:pt idx="1494">
                  <c:v>44708</c:v>
                </c:pt>
                <c:pt idx="1495">
                  <c:v>44707</c:v>
                </c:pt>
                <c:pt idx="1496">
                  <c:v>44706</c:v>
                </c:pt>
                <c:pt idx="1497">
                  <c:v>44705</c:v>
                </c:pt>
                <c:pt idx="1498">
                  <c:v>44704</c:v>
                </c:pt>
                <c:pt idx="1499">
                  <c:v>44703</c:v>
                </c:pt>
                <c:pt idx="1500">
                  <c:v>44702</c:v>
                </c:pt>
                <c:pt idx="1501">
                  <c:v>44701</c:v>
                </c:pt>
                <c:pt idx="1502">
                  <c:v>44700</c:v>
                </c:pt>
                <c:pt idx="1503">
                  <c:v>44699</c:v>
                </c:pt>
                <c:pt idx="1504">
                  <c:v>44698</c:v>
                </c:pt>
                <c:pt idx="1505">
                  <c:v>44697</c:v>
                </c:pt>
                <c:pt idx="1506">
                  <c:v>44696</c:v>
                </c:pt>
                <c:pt idx="1507">
                  <c:v>44695</c:v>
                </c:pt>
                <c:pt idx="1508">
                  <c:v>44694</c:v>
                </c:pt>
                <c:pt idx="1509">
                  <c:v>44693</c:v>
                </c:pt>
                <c:pt idx="1510">
                  <c:v>44692</c:v>
                </c:pt>
                <c:pt idx="1511">
                  <c:v>44691</c:v>
                </c:pt>
                <c:pt idx="1512">
                  <c:v>44690</c:v>
                </c:pt>
                <c:pt idx="1513">
                  <c:v>44689</c:v>
                </c:pt>
                <c:pt idx="1514">
                  <c:v>44688</c:v>
                </c:pt>
                <c:pt idx="1515">
                  <c:v>44687</c:v>
                </c:pt>
                <c:pt idx="1516">
                  <c:v>44686</c:v>
                </c:pt>
                <c:pt idx="1517">
                  <c:v>44685</c:v>
                </c:pt>
                <c:pt idx="1518">
                  <c:v>44684</c:v>
                </c:pt>
                <c:pt idx="1519">
                  <c:v>44683</c:v>
                </c:pt>
                <c:pt idx="1520">
                  <c:v>44682</c:v>
                </c:pt>
                <c:pt idx="1521">
                  <c:v>44681</c:v>
                </c:pt>
                <c:pt idx="1522">
                  <c:v>44680</c:v>
                </c:pt>
                <c:pt idx="1523">
                  <c:v>44679</c:v>
                </c:pt>
                <c:pt idx="1524">
                  <c:v>44678</c:v>
                </c:pt>
                <c:pt idx="1525">
                  <c:v>44677</c:v>
                </c:pt>
                <c:pt idx="1526">
                  <c:v>44676</c:v>
                </c:pt>
                <c:pt idx="1527">
                  <c:v>44675</c:v>
                </c:pt>
                <c:pt idx="1528">
                  <c:v>44674</c:v>
                </c:pt>
                <c:pt idx="1529">
                  <c:v>44673</c:v>
                </c:pt>
                <c:pt idx="1530">
                  <c:v>44672</c:v>
                </c:pt>
                <c:pt idx="1531">
                  <c:v>44671</c:v>
                </c:pt>
                <c:pt idx="1532">
                  <c:v>44670</c:v>
                </c:pt>
                <c:pt idx="1533">
                  <c:v>44669</c:v>
                </c:pt>
                <c:pt idx="1534">
                  <c:v>44668</c:v>
                </c:pt>
                <c:pt idx="1535">
                  <c:v>44667</c:v>
                </c:pt>
                <c:pt idx="1536">
                  <c:v>44666</c:v>
                </c:pt>
                <c:pt idx="1537">
                  <c:v>44665</c:v>
                </c:pt>
                <c:pt idx="1538">
                  <c:v>44664</c:v>
                </c:pt>
                <c:pt idx="1539">
                  <c:v>44663</c:v>
                </c:pt>
                <c:pt idx="1540">
                  <c:v>44662</c:v>
                </c:pt>
                <c:pt idx="1541">
                  <c:v>44661</c:v>
                </c:pt>
                <c:pt idx="1542">
                  <c:v>44660</c:v>
                </c:pt>
                <c:pt idx="1543">
                  <c:v>44659</c:v>
                </c:pt>
                <c:pt idx="1544">
                  <c:v>44658</c:v>
                </c:pt>
                <c:pt idx="1545">
                  <c:v>44657</c:v>
                </c:pt>
                <c:pt idx="1546">
                  <c:v>44656</c:v>
                </c:pt>
                <c:pt idx="1547">
                  <c:v>44655</c:v>
                </c:pt>
                <c:pt idx="1548">
                  <c:v>44654</c:v>
                </c:pt>
                <c:pt idx="1549">
                  <c:v>44653</c:v>
                </c:pt>
                <c:pt idx="1550">
                  <c:v>44652</c:v>
                </c:pt>
                <c:pt idx="1551">
                  <c:v>44651</c:v>
                </c:pt>
                <c:pt idx="1552">
                  <c:v>44650</c:v>
                </c:pt>
                <c:pt idx="1553">
                  <c:v>44649</c:v>
                </c:pt>
                <c:pt idx="1554">
                  <c:v>44648</c:v>
                </c:pt>
                <c:pt idx="1555">
                  <c:v>44647</c:v>
                </c:pt>
                <c:pt idx="1556">
                  <c:v>44646</c:v>
                </c:pt>
                <c:pt idx="1557">
                  <c:v>44645</c:v>
                </c:pt>
                <c:pt idx="1558">
                  <c:v>44644</c:v>
                </c:pt>
                <c:pt idx="1559">
                  <c:v>44643</c:v>
                </c:pt>
                <c:pt idx="1560">
                  <c:v>44642</c:v>
                </c:pt>
                <c:pt idx="1561">
                  <c:v>44641</c:v>
                </c:pt>
                <c:pt idx="1562">
                  <c:v>44640</c:v>
                </c:pt>
                <c:pt idx="1563">
                  <c:v>44639</c:v>
                </c:pt>
                <c:pt idx="1564">
                  <c:v>44638</c:v>
                </c:pt>
                <c:pt idx="1565">
                  <c:v>44637</c:v>
                </c:pt>
                <c:pt idx="1566">
                  <c:v>44636</c:v>
                </c:pt>
                <c:pt idx="1567">
                  <c:v>44635</c:v>
                </c:pt>
                <c:pt idx="1568">
                  <c:v>44634</c:v>
                </c:pt>
                <c:pt idx="1569">
                  <c:v>44633</c:v>
                </c:pt>
                <c:pt idx="1570">
                  <c:v>44632</c:v>
                </c:pt>
                <c:pt idx="1571">
                  <c:v>44631</c:v>
                </c:pt>
                <c:pt idx="1572">
                  <c:v>44630</c:v>
                </c:pt>
                <c:pt idx="1573">
                  <c:v>44629</c:v>
                </c:pt>
                <c:pt idx="1574">
                  <c:v>44628</c:v>
                </c:pt>
                <c:pt idx="1575">
                  <c:v>44627</c:v>
                </c:pt>
                <c:pt idx="1576">
                  <c:v>44626</c:v>
                </c:pt>
                <c:pt idx="1577">
                  <c:v>44625</c:v>
                </c:pt>
                <c:pt idx="1578">
                  <c:v>44624</c:v>
                </c:pt>
                <c:pt idx="1579">
                  <c:v>44623</c:v>
                </c:pt>
                <c:pt idx="1580">
                  <c:v>44622</c:v>
                </c:pt>
                <c:pt idx="1581">
                  <c:v>44621</c:v>
                </c:pt>
                <c:pt idx="1582">
                  <c:v>44620</c:v>
                </c:pt>
                <c:pt idx="1583">
                  <c:v>44619</c:v>
                </c:pt>
                <c:pt idx="1584">
                  <c:v>44618</c:v>
                </c:pt>
                <c:pt idx="1585">
                  <c:v>44617</c:v>
                </c:pt>
                <c:pt idx="1586">
                  <c:v>44616</c:v>
                </c:pt>
                <c:pt idx="1587">
                  <c:v>44615</c:v>
                </c:pt>
                <c:pt idx="1588">
                  <c:v>44614</c:v>
                </c:pt>
                <c:pt idx="1589">
                  <c:v>44613</c:v>
                </c:pt>
                <c:pt idx="1590">
                  <c:v>44612</c:v>
                </c:pt>
                <c:pt idx="1591">
                  <c:v>44611</c:v>
                </c:pt>
                <c:pt idx="1592">
                  <c:v>44610</c:v>
                </c:pt>
                <c:pt idx="1593">
                  <c:v>44609</c:v>
                </c:pt>
                <c:pt idx="1594">
                  <c:v>44608</c:v>
                </c:pt>
                <c:pt idx="1595">
                  <c:v>44607</c:v>
                </c:pt>
                <c:pt idx="1596">
                  <c:v>44606</c:v>
                </c:pt>
                <c:pt idx="1597">
                  <c:v>44605</c:v>
                </c:pt>
                <c:pt idx="1598">
                  <c:v>44604</c:v>
                </c:pt>
                <c:pt idx="1599">
                  <c:v>44603</c:v>
                </c:pt>
                <c:pt idx="1600">
                  <c:v>44602</c:v>
                </c:pt>
                <c:pt idx="1601">
                  <c:v>44601</c:v>
                </c:pt>
                <c:pt idx="1602">
                  <c:v>44600</c:v>
                </c:pt>
                <c:pt idx="1603">
                  <c:v>44599</c:v>
                </c:pt>
                <c:pt idx="1604">
                  <c:v>44598</c:v>
                </c:pt>
                <c:pt idx="1605">
                  <c:v>44597</c:v>
                </c:pt>
                <c:pt idx="1606">
                  <c:v>44596</c:v>
                </c:pt>
                <c:pt idx="1607">
                  <c:v>44595</c:v>
                </c:pt>
                <c:pt idx="1608">
                  <c:v>44594</c:v>
                </c:pt>
                <c:pt idx="1609">
                  <c:v>44593</c:v>
                </c:pt>
                <c:pt idx="1610">
                  <c:v>44592</c:v>
                </c:pt>
                <c:pt idx="1611">
                  <c:v>44591</c:v>
                </c:pt>
                <c:pt idx="1612">
                  <c:v>44590</c:v>
                </c:pt>
                <c:pt idx="1613">
                  <c:v>44589</c:v>
                </c:pt>
                <c:pt idx="1614">
                  <c:v>44588</c:v>
                </c:pt>
                <c:pt idx="1615">
                  <c:v>44587</c:v>
                </c:pt>
                <c:pt idx="1616">
                  <c:v>44586</c:v>
                </c:pt>
                <c:pt idx="1617">
                  <c:v>44585</c:v>
                </c:pt>
                <c:pt idx="1618">
                  <c:v>44584</c:v>
                </c:pt>
                <c:pt idx="1619">
                  <c:v>44583</c:v>
                </c:pt>
                <c:pt idx="1620">
                  <c:v>44582</c:v>
                </c:pt>
                <c:pt idx="1621">
                  <c:v>44581</c:v>
                </c:pt>
                <c:pt idx="1622">
                  <c:v>44580</c:v>
                </c:pt>
                <c:pt idx="1623">
                  <c:v>44579</c:v>
                </c:pt>
                <c:pt idx="1624">
                  <c:v>44578</c:v>
                </c:pt>
                <c:pt idx="1625">
                  <c:v>44577</c:v>
                </c:pt>
                <c:pt idx="1626">
                  <c:v>44576</c:v>
                </c:pt>
                <c:pt idx="1627">
                  <c:v>44575</c:v>
                </c:pt>
                <c:pt idx="1628">
                  <c:v>44574</c:v>
                </c:pt>
                <c:pt idx="1629">
                  <c:v>44573</c:v>
                </c:pt>
                <c:pt idx="1630">
                  <c:v>44572</c:v>
                </c:pt>
                <c:pt idx="1631">
                  <c:v>44571</c:v>
                </c:pt>
                <c:pt idx="1632">
                  <c:v>44570</c:v>
                </c:pt>
                <c:pt idx="1633">
                  <c:v>44569</c:v>
                </c:pt>
                <c:pt idx="1634">
                  <c:v>44568</c:v>
                </c:pt>
                <c:pt idx="1635">
                  <c:v>44567</c:v>
                </c:pt>
                <c:pt idx="1636">
                  <c:v>44566</c:v>
                </c:pt>
                <c:pt idx="1637">
                  <c:v>44565</c:v>
                </c:pt>
                <c:pt idx="1638">
                  <c:v>44564</c:v>
                </c:pt>
                <c:pt idx="1639">
                  <c:v>44563</c:v>
                </c:pt>
                <c:pt idx="1640">
                  <c:v>44562</c:v>
                </c:pt>
                <c:pt idx="1641">
                  <c:v>44561</c:v>
                </c:pt>
                <c:pt idx="1642">
                  <c:v>44560</c:v>
                </c:pt>
                <c:pt idx="1643">
                  <c:v>44559</c:v>
                </c:pt>
                <c:pt idx="1644">
                  <c:v>44558</c:v>
                </c:pt>
                <c:pt idx="1645">
                  <c:v>44557</c:v>
                </c:pt>
                <c:pt idx="1646">
                  <c:v>44556</c:v>
                </c:pt>
                <c:pt idx="1647">
                  <c:v>44555</c:v>
                </c:pt>
                <c:pt idx="1648">
                  <c:v>44554</c:v>
                </c:pt>
                <c:pt idx="1649">
                  <c:v>44553</c:v>
                </c:pt>
                <c:pt idx="1650">
                  <c:v>44552</c:v>
                </c:pt>
                <c:pt idx="1651">
                  <c:v>44551</c:v>
                </c:pt>
                <c:pt idx="1652">
                  <c:v>44550</c:v>
                </c:pt>
                <c:pt idx="1653">
                  <c:v>44549</c:v>
                </c:pt>
                <c:pt idx="1654">
                  <c:v>44548</c:v>
                </c:pt>
                <c:pt idx="1655">
                  <c:v>44547</c:v>
                </c:pt>
                <c:pt idx="1656">
                  <c:v>44546</c:v>
                </c:pt>
                <c:pt idx="1657">
                  <c:v>44545</c:v>
                </c:pt>
                <c:pt idx="1658">
                  <c:v>44544</c:v>
                </c:pt>
                <c:pt idx="1659">
                  <c:v>44543</c:v>
                </c:pt>
                <c:pt idx="1660">
                  <c:v>44542</c:v>
                </c:pt>
                <c:pt idx="1661">
                  <c:v>44541</c:v>
                </c:pt>
                <c:pt idx="1662">
                  <c:v>44540</c:v>
                </c:pt>
                <c:pt idx="1663">
                  <c:v>44539</c:v>
                </c:pt>
                <c:pt idx="1664">
                  <c:v>44538</c:v>
                </c:pt>
                <c:pt idx="1665">
                  <c:v>44537</c:v>
                </c:pt>
                <c:pt idx="1666">
                  <c:v>44536</c:v>
                </c:pt>
                <c:pt idx="1667">
                  <c:v>44535</c:v>
                </c:pt>
                <c:pt idx="1668">
                  <c:v>44534</c:v>
                </c:pt>
                <c:pt idx="1669">
                  <c:v>44533</c:v>
                </c:pt>
                <c:pt idx="1670">
                  <c:v>44532</c:v>
                </c:pt>
                <c:pt idx="1671">
                  <c:v>44531</c:v>
                </c:pt>
                <c:pt idx="1672">
                  <c:v>44530</c:v>
                </c:pt>
                <c:pt idx="1673">
                  <c:v>44529</c:v>
                </c:pt>
                <c:pt idx="1674">
                  <c:v>44528</c:v>
                </c:pt>
                <c:pt idx="1675">
                  <c:v>44527</c:v>
                </c:pt>
                <c:pt idx="1676">
                  <c:v>44526</c:v>
                </c:pt>
                <c:pt idx="1677">
                  <c:v>44525</c:v>
                </c:pt>
                <c:pt idx="1678">
                  <c:v>44524</c:v>
                </c:pt>
                <c:pt idx="1679">
                  <c:v>44523</c:v>
                </c:pt>
                <c:pt idx="1680">
                  <c:v>44522</c:v>
                </c:pt>
                <c:pt idx="1681">
                  <c:v>44521</c:v>
                </c:pt>
                <c:pt idx="1682">
                  <c:v>44520</c:v>
                </c:pt>
                <c:pt idx="1683">
                  <c:v>44519</c:v>
                </c:pt>
                <c:pt idx="1684">
                  <c:v>44518</c:v>
                </c:pt>
                <c:pt idx="1685">
                  <c:v>44517</c:v>
                </c:pt>
                <c:pt idx="1686">
                  <c:v>44516</c:v>
                </c:pt>
                <c:pt idx="1687">
                  <c:v>44515</c:v>
                </c:pt>
                <c:pt idx="1688">
                  <c:v>44514</c:v>
                </c:pt>
                <c:pt idx="1689">
                  <c:v>44513</c:v>
                </c:pt>
                <c:pt idx="1690">
                  <c:v>44512</c:v>
                </c:pt>
                <c:pt idx="1691">
                  <c:v>44511</c:v>
                </c:pt>
                <c:pt idx="1692">
                  <c:v>44510</c:v>
                </c:pt>
                <c:pt idx="1693">
                  <c:v>44509</c:v>
                </c:pt>
                <c:pt idx="1694">
                  <c:v>44508</c:v>
                </c:pt>
                <c:pt idx="1695">
                  <c:v>44507</c:v>
                </c:pt>
                <c:pt idx="1696">
                  <c:v>44506</c:v>
                </c:pt>
                <c:pt idx="1697">
                  <c:v>44505</c:v>
                </c:pt>
                <c:pt idx="1698">
                  <c:v>44504</c:v>
                </c:pt>
                <c:pt idx="1699">
                  <c:v>44503</c:v>
                </c:pt>
                <c:pt idx="1700">
                  <c:v>44502</c:v>
                </c:pt>
                <c:pt idx="1701">
                  <c:v>44501</c:v>
                </c:pt>
                <c:pt idx="1702">
                  <c:v>44500</c:v>
                </c:pt>
                <c:pt idx="1703">
                  <c:v>44499</c:v>
                </c:pt>
                <c:pt idx="1704">
                  <c:v>44498</c:v>
                </c:pt>
                <c:pt idx="1705">
                  <c:v>44497</c:v>
                </c:pt>
                <c:pt idx="1706">
                  <c:v>44496</c:v>
                </c:pt>
                <c:pt idx="1707">
                  <c:v>44495</c:v>
                </c:pt>
                <c:pt idx="1708">
                  <c:v>44494</c:v>
                </c:pt>
                <c:pt idx="1709">
                  <c:v>44493</c:v>
                </c:pt>
                <c:pt idx="1710">
                  <c:v>44492</c:v>
                </c:pt>
                <c:pt idx="1711">
                  <c:v>44491</c:v>
                </c:pt>
                <c:pt idx="1712">
                  <c:v>44490</c:v>
                </c:pt>
                <c:pt idx="1713">
                  <c:v>44489</c:v>
                </c:pt>
                <c:pt idx="1714">
                  <c:v>44488</c:v>
                </c:pt>
                <c:pt idx="1715">
                  <c:v>44487</c:v>
                </c:pt>
                <c:pt idx="1716">
                  <c:v>44486</c:v>
                </c:pt>
                <c:pt idx="1717">
                  <c:v>44485</c:v>
                </c:pt>
                <c:pt idx="1718">
                  <c:v>44484</c:v>
                </c:pt>
                <c:pt idx="1719">
                  <c:v>44483</c:v>
                </c:pt>
                <c:pt idx="1720">
                  <c:v>44482</c:v>
                </c:pt>
                <c:pt idx="1721">
                  <c:v>44481</c:v>
                </c:pt>
                <c:pt idx="1722">
                  <c:v>44480</c:v>
                </c:pt>
                <c:pt idx="1723">
                  <c:v>44479</c:v>
                </c:pt>
                <c:pt idx="1724">
                  <c:v>44478</c:v>
                </c:pt>
                <c:pt idx="1725">
                  <c:v>44477</c:v>
                </c:pt>
                <c:pt idx="1726">
                  <c:v>44476</c:v>
                </c:pt>
                <c:pt idx="1727">
                  <c:v>44475</c:v>
                </c:pt>
                <c:pt idx="1728">
                  <c:v>44474</c:v>
                </c:pt>
                <c:pt idx="1729">
                  <c:v>44473</c:v>
                </c:pt>
                <c:pt idx="1730">
                  <c:v>44472</c:v>
                </c:pt>
                <c:pt idx="1731">
                  <c:v>44471</c:v>
                </c:pt>
                <c:pt idx="1732">
                  <c:v>44470</c:v>
                </c:pt>
                <c:pt idx="1733">
                  <c:v>44469</c:v>
                </c:pt>
                <c:pt idx="1734">
                  <c:v>44468</c:v>
                </c:pt>
                <c:pt idx="1735">
                  <c:v>44467</c:v>
                </c:pt>
                <c:pt idx="1736">
                  <c:v>44466</c:v>
                </c:pt>
                <c:pt idx="1737">
                  <c:v>44465</c:v>
                </c:pt>
                <c:pt idx="1738">
                  <c:v>44464</c:v>
                </c:pt>
                <c:pt idx="1739">
                  <c:v>44463</c:v>
                </c:pt>
                <c:pt idx="1740">
                  <c:v>44462</c:v>
                </c:pt>
                <c:pt idx="1741">
                  <c:v>44461</c:v>
                </c:pt>
                <c:pt idx="1742">
                  <c:v>44460</c:v>
                </c:pt>
                <c:pt idx="1743">
                  <c:v>44459</c:v>
                </c:pt>
                <c:pt idx="1744">
                  <c:v>44458</c:v>
                </c:pt>
                <c:pt idx="1745">
                  <c:v>44457</c:v>
                </c:pt>
                <c:pt idx="1746">
                  <c:v>44456</c:v>
                </c:pt>
                <c:pt idx="1747">
                  <c:v>44455</c:v>
                </c:pt>
                <c:pt idx="1748">
                  <c:v>44454</c:v>
                </c:pt>
                <c:pt idx="1749">
                  <c:v>44453</c:v>
                </c:pt>
                <c:pt idx="1750">
                  <c:v>44452</c:v>
                </c:pt>
                <c:pt idx="1751">
                  <c:v>44451</c:v>
                </c:pt>
                <c:pt idx="1752">
                  <c:v>44450</c:v>
                </c:pt>
                <c:pt idx="1753">
                  <c:v>44449</c:v>
                </c:pt>
                <c:pt idx="1754">
                  <c:v>44448</c:v>
                </c:pt>
                <c:pt idx="1755">
                  <c:v>44447</c:v>
                </c:pt>
                <c:pt idx="1756">
                  <c:v>44446</c:v>
                </c:pt>
                <c:pt idx="1757">
                  <c:v>44445</c:v>
                </c:pt>
                <c:pt idx="1758">
                  <c:v>44444</c:v>
                </c:pt>
                <c:pt idx="1759">
                  <c:v>44443</c:v>
                </c:pt>
                <c:pt idx="1760">
                  <c:v>44442</c:v>
                </c:pt>
                <c:pt idx="1761">
                  <c:v>44441</c:v>
                </c:pt>
                <c:pt idx="1762">
                  <c:v>44440</c:v>
                </c:pt>
                <c:pt idx="1763">
                  <c:v>44439</c:v>
                </c:pt>
                <c:pt idx="1764">
                  <c:v>44438</c:v>
                </c:pt>
                <c:pt idx="1765">
                  <c:v>44437</c:v>
                </c:pt>
                <c:pt idx="1766">
                  <c:v>44436</c:v>
                </c:pt>
                <c:pt idx="1767">
                  <c:v>44435</c:v>
                </c:pt>
                <c:pt idx="1768">
                  <c:v>44434</c:v>
                </c:pt>
                <c:pt idx="1769">
                  <c:v>44433</c:v>
                </c:pt>
                <c:pt idx="1770">
                  <c:v>44432</c:v>
                </c:pt>
                <c:pt idx="1771">
                  <c:v>44431</c:v>
                </c:pt>
                <c:pt idx="1772">
                  <c:v>44430</c:v>
                </c:pt>
                <c:pt idx="1773">
                  <c:v>44429</c:v>
                </c:pt>
                <c:pt idx="1774">
                  <c:v>44428</c:v>
                </c:pt>
                <c:pt idx="1775">
                  <c:v>44427</c:v>
                </c:pt>
                <c:pt idx="1776">
                  <c:v>44426</c:v>
                </c:pt>
                <c:pt idx="1777">
                  <c:v>44425</c:v>
                </c:pt>
                <c:pt idx="1778">
                  <c:v>44424</c:v>
                </c:pt>
                <c:pt idx="1779">
                  <c:v>44423</c:v>
                </c:pt>
                <c:pt idx="1780">
                  <c:v>44422</c:v>
                </c:pt>
                <c:pt idx="1781">
                  <c:v>44421</c:v>
                </c:pt>
                <c:pt idx="1782">
                  <c:v>44420</c:v>
                </c:pt>
                <c:pt idx="1783">
                  <c:v>44419</c:v>
                </c:pt>
                <c:pt idx="1784">
                  <c:v>44418</c:v>
                </c:pt>
                <c:pt idx="1785">
                  <c:v>44417</c:v>
                </c:pt>
                <c:pt idx="1786">
                  <c:v>44416</c:v>
                </c:pt>
                <c:pt idx="1787">
                  <c:v>44415</c:v>
                </c:pt>
                <c:pt idx="1788">
                  <c:v>44414</c:v>
                </c:pt>
                <c:pt idx="1789">
                  <c:v>44413</c:v>
                </c:pt>
                <c:pt idx="1790">
                  <c:v>44412</c:v>
                </c:pt>
                <c:pt idx="1791">
                  <c:v>44411</c:v>
                </c:pt>
                <c:pt idx="1792">
                  <c:v>44410</c:v>
                </c:pt>
                <c:pt idx="1793">
                  <c:v>44409</c:v>
                </c:pt>
                <c:pt idx="1794">
                  <c:v>44408</c:v>
                </c:pt>
                <c:pt idx="1795">
                  <c:v>44407</c:v>
                </c:pt>
                <c:pt idx="1796">
                  <c:v>44406</c:v>
                </c:pt>
                <c:pt idx="1797">
                  <c:v>44405</c:v>
                </c:pt>
                <c:pt idx="1798">
                  <c:v>44404</c:v>
                </c:pt>
                <c:pt idx="1799">
                  <c:v>44403</c:v>
                </c:pt>
                <c:pt idx="1800">
                  <c:v>44402</c:v>
                </c:pt>
                <c:pt idx="1801">
                  <c:v>44401</c:v>
                </c:pt>
                <c:pt idx="1802">
                  <c:v>44400</c:v>
                </c:pt>
                <c:pt idx="1803">
                  <c:v>44399</c:v>
                </c:pt>
                <c:pt idx="1804">
                  <c:v>44398</c:v>
                </c:pt>
                <c:pt idx="1805">
                  <c:v>44397</c:v>
                </c:pt>
                <c:pt idx="1806">
                  <c:v>44396</c:v>
                </c:pt>
                <c:pt idx="1807">
                  <c:v>44395</c:v>
                </c:pt>
                <c:pt idx="1808">
                  <c:v>44394</c:v>
                </c:pt>
                <c:pt idx="1809">
                  <c:v>44393</c:v>
                </c:pt>
                <c:pt idx="1810">
                  <c:v>44392</c:v>
                </c:pt>
                <c:pt idx="1811">
                  <c:v>44391</c:v>
                </c:pt>
                <c:pt idx="1812">
                  <c:v>44390</c:v>
                </c:pt>
                <c:pt idx="1813">
                  <c:v>44389</c:v>
                </c:pt>
                <c:pt idx="1814">
                  <c:v>44388</c:v>
                </c:pt>
                <c:pt idx="1815">
                  <c:v>44387</c:v>
                </c:pt>
                <c:pt idx="1816">
                  <c:v>44386</c:v>
                </c:pt>
                <c:pt idx="1817">
                  <c:v>44385</c:v>
                </c:pt>
                <c:pt idx="1818">
                  <c:v>44384</c:v>
                </c:pt>
                <c:pt idx="1819">
                  <c:v>44383</c:v>
                </c:pt>
                <c:pt idx="1820">
                  <c:v>44382</c:v>
                </c:pt>
                <c:pt idx="1821">
                  <c:v>44381</c:v>
                </c:pt>
                <c:pt idx="1822">
                  <c:v>44380</c:v>
                </c:pt>
                <c:pt idx="1823">
                  <c:v>44379</c:v>
                </c:pt>
                <c:pt idx="1824">
                  <c:v>44378</c:v>
                </c:pt>
                <c:pt idx="1825">
                  <c:v>44377</c:v>
                </c:pt>
                <c:pt idx="1826">
                  <c:v>44376</c:v>
                </c:pt>
                <c:pt idx="1827">
                  <c:v>44375</c:v>
                </c:pt>
                <c:pt idx="1828">
                  <c:v>44374</c:v>
                </c:pt>
                <c:pt idx="1829">
                  <c:v>44373</c:v>
                </c:pt>
                <c:pt idx="1830">
                  <c:v>44372</c:v>
                </c:pt>
                <c:pt idx="1831">
                  <c:v>44371</c:v>
                </c:pt>
                <c:pt idx="1832">
                  <c:v>44370</c:v>
                </c:pt>
                <c:pt idx="1833">
                  <c:v>44369</c:v>
                </c:pt>
                <c:pt idx="1834">
                  <c:v>44368</c:v>
                </c:pt>
                <c:pt idx="1835">
                  <c:v>44367</c:v>
                </c:pt>
                <c:pt idx="1836">
                  <c:v>44366</c:v>
                </c:pt>
                <c:pt idx="1837">
                  <c:v>44365</c:v>
                </c:pt>
                <c:pt idx="1838">
                  <c:v>44364</c:v>
                </c:pt>
                <c:pt idx="1839">
                  <c:v>44363</c:v>
                </c:pt>
                <c:pt idx="1840">
                  <c:v>44362</c:v>
                </c:pt>
                <c:pt idx="1841">
                  <c:v>44361</c:v>
                </c:pt>
                <c:pt idx="1842">
                  <c:v>44360</c:v>
                </c:pt>
                <c:pt idx="1843">
                  <c:v>44359</c:v>
                </c:pt>
                <c:pt idx="1844">
                  <c:v>44358</c:v>
                </c:pt>
                <c:pt idx="1845">
                  <c:v>44357</c:v>
                </c:pt>
                <c:pt idx="1846">
                  <c:v>44356</c:v>
                </c:pt>
                <c:pt idx="1847">
                  <c:v>44355</c:v>
                </c:pt>
                <c:pt idx="1848">
                  <c:v>44354</c:v>
                </c:pt>
                <c:pt idx="1849">
                  <c:v>44353</c:v>
                </c:pt>
                <c:pt idx="1850">
                  <c:v>44352</c:v>
                </c:pt>
                <c:pt idx="1851">
                  <c:v>44351</c:v>
                </c:pt>
                <c:pt idx="1852">
                  <c:v>44350</c:v>
                </c:pt>
                <c:pt idx="1853">
                  <c:v>44349</c:v>
                </c:pt>
                <c:pt idx="1854">
                  <c:v>44348</c:v>
                </c:pt>
                <c:pt idx="1855">
                  <c:v>44347</c:v>
                </c:pt>
                <c:pt idx="1856">
                  <c:v>44346</c:v>
                </c:pt>
                <c:pt idx="1857">
                  <c:v>44345</c:v>
                </c:pt>
                <c:pt idx="1858">
                  <c:v>44344</c:v>
                </c:pt>
                <c:pt idx="1859">
                  <c:v>44343</c:v>
                </c:pt>
                <c:pt idx="1860">
                  <c:v>44342</c:v>
                </c:pt>
                <c:pt idx="1861">
                  <c:v>44341</c:v>
                </c:pt>
                <c:pt idx="1862">
                  <c:v>44340</c:v>
                </c:pt>
                <c:pt idx="1863">
                  <c:v>44339</c:v>
                </c:pt>
                <c:pt idx="1864">
                  <c:v>44338</c:v>
                </c:pt>
                <c:pt idx="1865">
                  <c:v>44337</c:v>
                </c:pt>
                <c:pt idx="1866">
                  <c:v>44336</c:v>
                </c:pt>
                <c:pt idx="1867">
                  <c:v>44335</c:v>
                </c:pt>
                <c:pt idx="1868">
                  <c:v>44334</c:v>
                </c:pt>
                <c:pt idx="1869">
                  <c:v>44333</c:v>
                </c:pt>
                <c:pt idx="1870">
                  <c:v>44332</c:v>
                </c:pt>
                <c:pt idx="1871">
                  <c:v>44331</c:v>
                </c:pt>
                <c:pt idx="1872">
                  <c:v>44330</c:v>
                </c:pt>
                <c:pt idx="1873">
                  <c:v>44329</c:v>
                </c:pt>
                <c:pt idx="1874">
                  <c:v>44328</c:v>
                </c:pt>
                <c:pt idx="1875">
                  <c:v>44327</c:v>
                </c:pt>
                <c:pt idx="1876">
                  <c:v>44326</c:v>
                </c:pt>
                <c:pt idx="1877">
                  <c:v>44325</c:v>
                </c:pt>
                <c:pt idx="1878">
                  <c:v>44324</c:v>
                </c:pt>
                <c:pt idx="1879">
                  <c:v>44323</c:v>
                </c:pt>
                <c:pt idx="1880">
                  <c:v>44322</c:v>
                </c:pt>
                <c:pt idx="1881">
                  <c:v>44321</c:v>
                </c:pt>
                <c:pt idx="1882">
                  <c:v>44320</c:v>
                </c:pt>
                <c:pt idx="1883">
                  <c:v>44319</c:v>
                </c:pt>
                <c:pt idx="1884">
                  <c:v>44318</c:v>
                </c:pt>
                <c:pt idx="1885">
                  <c:v>44317</c:v>
                </c:pt>
                <c:pt idx="1886">
                  <c:v>44316</c:v>
                </c:pt>
                <c:pt idx="1887">
                  <c:v>44315</c:v>
                </c:pt>
                <c:pt idx="1888">
                  <c:v>44314</c:v>
                </c:pt>
                <c:pt idx="1889">
                  <c:v>44313</c:v>
                </c:pt>
                <c:pt idx="1890">
                  <c:v>44312</c:v>
                </c:pt>
                <c:pt idx="1891">
                  <c:v>44311</c:v>
                </c:pt>
                <c:pt idx="1892">
                  <c:v>44310</c:v>
                </c:pt>
                <c:pt idx="1893">
                  <c:v>44309</c:v>
                </c:pt>
                <c:pt idx="1894">
                  <c:v>44308</c:v>
                </c:pt>
                <c:pt idx="1895">
                  <c:v>44307</c:v>
                </c:pt>
                <c:pt idx="1896">
                  <c:v>44306</c:v>
                </c:pt>
                <c:pt idx="1897">
                  <c:v>44305</c:v>
                </c:pt>
                <c:pt idx="1898">
                  <c:v>44304</c:v>
                </c:pt>
                <c:pt idx="1899">
                  <c:v>44303</c:v>
                </c:pt>
                <c:pt idx="1900">
                  <c:v>44302</c:v>
                </c:pt>
                <c:pt idx="1901">
                  <c:v>44301</c:v>
                </c:pt>
                <c:pt idx="1902">
                  <c:v>44300</c:v>
                </c:pt>
                <c:pt idx="1903">
                  <c:v>44299</c:v>
                </c:pt>
                <c:pt idx="1904">
                  <c:v>44298</c:v>
                </c:pt>
                <c:pt idx="1905">
                  <c:v>44297</c:v>
                </c:pt>
                <c:pt idx="1906">
                  <c:v>44296</c:v>
                </c:pt>
                <c:pt idx="1907">
                  <c:v>44295</c:v>
                </c:pt>
                <c:pt idx="1908">
                  <c:v>44294</c:v>
                </c:pt>
                <c:pt idx="1909">
                  <c:v>44293</c:v>
                </c:pt>
                <c:pt idx="1910">
                  <c:v>44292</c:v>
                </c:pt>
                <c:pt idx="1911">
                  <c:v>44291</c:v>
                </c:pt>
                <c:pt idx="1912">
                  <c:v>44290</c:v>
                </c:pt>
                <c:pt idx="1913">
                  <c:v>44289</c:v>
                </c:pt>
                <c:pt idx="1914">
                  <c:v>44288</c:v>
                </c:pt>
                <c:pt idx="1915">
                  <c:v>44287</c:v>
                </c:pt>
                <c:pt idx="1916">
                  <c:v>44286</c:v>
                </c:pt>
                <c:pt idx="1917">
                  <c:v>44285</c:v>
                </c:pt>
                <c:pt idx="1918">
                  <c:v>44284</c:v>
                </c:pt>
                <c:pt idx="1919">
                  <c:v>44283</c:v>
                </c:pt>
                <c:pt idx="1920">
                  <c:v>44282</c:v>
                </c:pt>
                <c:pt idx="1921">
                  <c:v>44281</c:v>
                </c:pt>
                <c:pt idx="1922">
                  <c:v>44280</c:v>
                </c:pt>
                <c:pt idx="1923">
                  <c:v>44279</c:v>
                </c:pt>
                <c:pt idx="1924">
                  <c:v>44278</c:v>
                </c:pt>
                <c:pt idx="1925">
                  <c:v>44277</c:v>
                </c:pt>
                <c:pt idx="1926">
                  <c:v>44276</c:v>
                </c:pt>
                <c:pt idx="1927">
                  <c:v>44275</c:v>
                </c:pt>
                <c:pt idx="1928">
                  <c:v>44274</c:v>
                </c:pt>
                <c:pt idx="1929">
                  <c:v>44273</c:v>
                </c:pt>
                <c:pt idx="1930">
                  <c:v>44272</c:v>
                </c:pt>
                <c:pt idx="1931">
                  <c:v>44271</c:v>
                </c:pt>
                <c:pt idx="1932">
                  <c:v>44270</c:v>
                </c:pt>
                <c:pt idx="1933">
                  <c:v>44269</c:v>
                </c:pt>
                <c:pt idx="1934">
                  <c:v>44268</c:v>
                </c:pt>
                <c:pt idx="1935">
                  <c:v>44267</c:v>
                </c:pt>
                <c:pt idx="1936">
                  <c:v>44266</c:v>
                </c:pt>
                <c:pt idx="1937">
                  <c:v>44265</c:v>
                </c:pt>
                <c:pt idx="1938">
                  <c:v>44264</c:v>
                </c:pt>
                <c:pt idx="1939">
                  <c:v>44263</c:v>
                </c:pt>
                <c:pt idx="1940">
                  <c:v>44262</c:v>
                </c:pt>
                <c:pt idx="1941">
                  <c:v>44261</c:v>
                </c:pt>
                <c:pt idx="1942">
                  <c:v>44260</c:v>
                </c:pt>
                <c:pt idx="1943">
                  <c:v>44259</c:v>
                </c:pt>
                <c:pt idx="1944">
                  <c:v>44258</c:v>
                </c:pt>
                <c:pt idx="1945">
                  <c:v>44257</c:v>
                </c:pt>
                <c:pt idx="1946">
                  <c:v>44256</c:v>
                </c:pt>
                <c:pt idx="1947">
                  <c:v>44255</c:v>
                </c:pt>
                <c:pt idx="1948">
                  <c:v>44254</c:v>
                </c:pt>
                <c:pt idx="1949">
                  <c:v>44253</c:v>
                </c:pt>
                <c:pt idx="1950">
                  <c:v>44252</c:v>
                </c:pt>
                <c:pt idx="1951">
                  <c:v>44251</c:v>
                </c:pt>
                <c:pt idx="1952">
                  <c:v>44250</c:v>
                </c:pt>
                <c:pt idx="1953">
                  <c:v>44249</c:v>
                </c:pt>
                <c:pt idx="1954">
                  <c:v>44248</c:v>
                </c:pt>
                <c:pt idx="1955">
                  <c:v>44247</c:v>
                </c:pt>
                <c:pt idx="1956">
                  <c:v>44246</c:v>
                </c:pt>
                <c:pt idx="1957">
                  <c:v>44245</c:v>
                </c:pt>
                <c:pt idx="1958">
                  <c:v>44244</c:v>
                </c:pt>
                <c:pt idx="1959">
                  <c:v>44243</c:v>
                </c:pt>
                <c:pt idx="1960">
                  <c:v>44242</c:v>
                </c:pt>
                <c:pt idx="1961">
                  <c:v>44241</c:v>
                </c:pt>
                <c:pt idx="1962">
                  <c:v>44240</c:v>
                </c:pt>
                <c:pt idx="1963">
                  <c:v>44239</c:v>
                </c:pt>
                <c:pt idx="1964">
                  <c:v>44238</c:v>
                </c:pt>
                <c:pt idx="1965">
                  <c:v>44237</c:v>
                </c:pt>
                <c:pt idx="1966">
                  <c:v>44236</c:v>
                </c:pt>
                <c:pt idx="1967">
                  <c:v>44235</c:v>
                </c:pt>
                <c:pt idx="1968">
                  <c:v>44234</c:v>
                </c:pt>
                <c:pt idx="1969">
                  <c:v>44233</c:v>
                </c:pt>
                <c:pt idx="1970">
                  <c:v>44232</c:v>
                </c:pt>
                <c:pt idx="1971">
                  <c:v>44231</c:v>
                </c:pt>
                <c:pt idx="1972">
                  <c:v>44230</c:v>
                </c:pt>
                <c:pt idx="1973">
                  <c:v>44229</c:v>
                </c:pt>
                <c:pt idx="1974">
                  <c:v>44228</c:v>
                </c:pt>
                <c:pt idx="1975">
                  <c:v>44227</c:v>
                </c:pt>
                <c:pt idx="1976">
                  <c:v>44226</c:v>
                </c:pt>
                <c:pt idx="1977">
                  <c:v>44225</c:v>
                </c:pt>
                <c:pt idx="1978">
                  <c:v>44224</c:v>
                </c:pt>
                <c:pt idx="1979">
                  <c:v>44223</c:v>
                </c:pt>
                <c:pt idx="1980">
                  <c:v>44222</c:v>
                </c:pt>
                <c:pt idx="1981">
                  <c:v>44221</c:v>
                </c:pt>
                <c:pt idx="1982">
                  <c:v>44220</c:v>
                </c:pt>
                <c:pt idx="1983">
                  <c:v>44219</c:v>
                </c:pt>
                <c:pt idx="1984">
                  <c:v>44218</c:v>
                </c:pt>
                <c:pt idx="1985">
                  <c:v>44217</c:v>
                </c:pt>
                <c:pt idx="1986">
                  <c:v>44216</c:v>
                </c:pt>
                <c:pt idx="1987">
                  <c:v>44215</c:v>
                </c:pt>
                <c:pt idx="1988">
                  <c:v>44214</c:v>
                </c:pt>
                <c:pt idx="1989">
                  <c:v>44213</c:v>
                </c:pt>
                <c:pt idx="1990">
                  <c:v>44212</c:v>
                </c:pt>
                <c:pt idx="1991">
                  <c:v>44211</c:v>
                </c:pt>
                <c:pt idx="1992">
                  <c:v>44210</c:v>
                </c:pt>
                <c:pt idx="1993">
                  <c:v>44209</c:v>
                </c:pt>
                <c:pt idx="1994">
                  <c:v>44208</c:v>
                </c:pt>
                <c:pt idx="1995">
                  <c:v>44207</c:v>
                </c:pt>
                <c:pt idx="1996">
                  <c:v>44206</c:v>
                </c:pt>
                <c:pt idx="1997">
                  <c:v>44205</c:v>
                </c:pt>
                <c:pt idx="1998">
                  <c:v>44204</c:v>
                </c:pt>
                <c:pt idx="1999">
                  <c:v>44203</c:v>
                </c:pt>
                <c:pt idx="2000">
                  <c:v>44202</c:v>
                </c:pt>
                <c:pt idx="2001">
                  <c:v>44201</c:v>
                </c:pt>
                <c:pt idx="2002">
                  <c:v>44200</c:v>
                </c:pt>
                <c:pt idx="2003">
                  <c:v>44199</c:v>
                </c:pt>
                <c:pt idx="2004">
                  <c:v>44198</c:v>
                </c:pt>
                <c:pt idx="2005">
                  <c:v>44197</c:v>
                </c:pt>
                <c:pt idx="2006">
                  <c:v>44196</c:v>
                </c:pt>
                <c:pt idx="2007">
                  <c:v>44195</c:v>
                </c:pt>
                <c:pt idx="2008">
                  <c:v>44194</c:v>
                </c:pt>
                <c:pt idx="2009">
                  <c:v>44193</c:v>
                </c:pt>
                <c:pt idx="2010">
                  <c:v>44192</c:v>
                </c:pt>
                <c:pt idx="2011">
                  <c:v>44191</c:v>
                </c:pt>
                <c:pt idx="2012">
                  <c:v>44190</c:v>
                </c:pt>
                <c:pt idx="2013">
                  <c:v>44189</c:v>
                </c:pt>
                <c:pt idx="2014">
                  <c:v>44188</c:v>
                </c:pt>
                <c:pt idx="2015">
                  <c:v>44187</c:v>
                </c:pt>
                <c:pt idx="2016">
                  <c:v>44186</c:v>
                </c:pt>
                <c:pt idx="2017">
                  <c:v>44185</c:v>
                </c:pt>
                <c:pt idx="2018">
                  <c:v>44184</c:v>
                </c:pt>
                <c:pt idx="2019">
                  <c:v>44183</c:v>
                </c:pt>
                <c:pt idx="2020">
                  <c:v>44182</c:v>
                </c:pt>
                <c:pt idx="2021">
                  <c:v>44181</c:v>
                </c:pt>
                <c:pt idx="2022">
                  <c:v>44180</c:v>
                </c:pt>
                <c:pt idx="2023">
                  <c:v>44179</c:v>
                </c:pt>
                <c:pt idx="2024">
                  <c:v>44178</c:v>
                </c:pt>
                <c:pt idx="2025">
                  <c:v>44177</c:v>
                </c:pt>
                <c:pt idx="2026">
                  <c:v>44176</c:v>
                </c:pt>
                <c:pt idx="2027">
                  <c:v>44175</c:v>
                </c:pt>
                <c:pt idx="2028">
                  <c:v>44174</c:v>
                </c:pt>
                <c:pt idx="2029">
                  <c:v>44173</c:v>
                </c:pt>
                <c:pt idx="2030">
                  <c:v>44172</c:v>
                </c:pt>
                <c:pt idx="2031">
                  <c:v>44171</c:v>
                </c:pt>
                <c:pt idx="2032">
                  <c:v>44170</c:v>
                </c:pt>
                <c:pt idx="2033">
                  <c:v>44169</c:v>
                </c:pt>
                <c:pt idx="2034">
                  <c:v>44168</c:v>
                </c:pt>
                <c:pt idx="2035">
                  <c:v>44167</c:v>
                </c:pt>
                <c:pt idx="2036">
                  <c:v>44166</c:v>
                </c:pt>
                <c:pt idx="2037">
                  <c:v>44165</c:v>
                </c:pt>
                <c:pt idx="2038">
                  <c:v>44164</c:v>
                </c:pt>
                <c:pt idx="2039">
                  <c:v>44163</c:v>
                </c:pt>
                <c:pt idx="2040">
                  <c:v>44162</c:v>
                </c:pt>
                <c:pt idx="2041">
                  <c:v>44161</c:v>
                </c:pt>
                <c:pt idx="2042">
                  <c:v>44160</c:v>
                </c:pt>
                <c:pt idx="2043">
                  <c:v>44159</c:v>
                </c:pt>
                <c:pt idx="2044">
                  <c:v>44158</c:v>
                </c:pt>
                <c:pt idx="2045">
                  <c:v>44157</c:v>
                </c:pt>
                <c:pt idx="2046">
                  <c:v>44156</c:v>
                </c:pt>
                <c:pt idx="2047">
                  <c:v>44155</c:v>
                </c:pt>
                <c:pt idx="2048">
                  <c:v>44154</c:v>
                </c:pt>
                <c:pt idx="2049">
                  <c:v>44153</c:v>
                </c:pt>
                <c:pt idx="2050">
                  <c:v>44152</c:v>
                </c:pt>
                <c:pt idx="2051">
                  <c:v>44151</c:v>
                </c:pt>
                <c:pt idx="2052">
                  <c:v>44150</c:v>
                </c:pt>
                <c:pt idx="2053">
                  <c:v>44149</c:v>
                </c:pt>
                <c:pt idx="2054">
                  <c:v>44148</c:v>
                </c:pt>
                <c:pt idx="2055">
                  <c:v>44147</c:v>
                </c:pt>
                <c:pt idx="2056">
                  <c:v>44146</c:v>
                </c:pt>
                <c:pt idx="2057">
                  <c:v>44145</c:v>
                </c:pt>
                <c:pt idx="2058">
                  <c:v>44144</c:v>
                </c:pt>
                <c:pt idx="2059">
                  <c:v>44143</c:v>
                </c:pt>
                <c:pt idx="2060">
                  <c:v>44142</c:v>
                </c:pt>
                <c:pt idx="2061">
                  <c:v>44141</c:v>
                </c:pt>
                <c:pt idx="2062">
                  <c:v>44140</c:v>
                </c:pt>
                <c:pt idx="2063">
                  <c:v>44139</c:v>
                </c:pt>
                <c:pt idx="2064">
                  <c:v>44138</c:v>
                </c:pt>
                <c:pt idx="2065">
                  <c:v>44137</c:v>
                </c:pt>
                <c:pt idx="2066">
                  <c:v>44136</c:v>
                </c:pt>
                <c:pt idx="2067">
                  <c:v>44135</c:v>
                </c:pt>
                <c:pt idx="2068">
                  <c:v>44134</c:v>
                </c:pt>
                <c:pt idx="2069">
                  <c:v>44133</c:v>
                </c:pt>
                <c:pt idx="2070">
                  <c:v>44132</c:v>
                </c:pt>
                <c:pt idx="2071">
                  <c:v>44131</c:v>
                </c:pt>
                <c:pt idx="2072">
                  <c:v>44130</c:v>
                </c:pt>
                <c:pt idx="2073">
                  <c:v>44129</c:v>
                </c:pt>
                <c:pt idx="2074">
                  <c:v>44128</c:v>
                </c:pt>
                <c:pt idx="2075">
                  <c:v>44127</c:v>
                </c:pt>
                <c:pt idx="2076">
                  <c:v>44126</c:v>
                </c:pt>
                <c:pt idx="2077">
                  <c:v>44125</c:v>
                </c:pt>
                <c:pt idx="2078">
                  <c:v>44124</c:v>
                </c:pt>
                <c:pt idx="2079">
                  <c:v>44123</c:v>
                </c:pt>
                <c:pt idx="2080">
                  <c:v>44122</c:v>
                </c:pt>
                <c:pt idx="2081">
                  <c:v>44121</c:v>
                </c:pt>
                <c:pt idx="2082">
                  <c:v>44120</c:v>
                </c:pt>
                <c:pt idx="2083">
                  <c:v>44119</c:v>
                </c:pt>
                <c:pt idx="2084">
                  <c:v>44118</c:v>
                </c:pt>
                <c:pt idx="2085">
                  <c:v>44117</c:v>
                </c:pt>
                <c:pt idx="2086">
                  <c:v>44116</c:v>
                </c:pt>
                <c:pt idx="2087">
                  <c:v>44115</c:v>
                </c:pt>
                <c:pt idx="2088">
                  <c:v>44114</c:v>
                </c:pt>
                <c:pt idx="2089">
                  <c:v>44113</c:v>
                </c:pt>
                <c:pt idx="2090">
                  <c:v>44112</c:v>
                </c:pt>
                <c:pt idx="2091">
                  <c:v>44111</c:v>
                </c:pt>
                <c:pt idx="2092">
                  <c:v>44110</c:v>
                </c:pt>
                <c:pt idx="2093">
                  <c:v>44109</c:v>
                </c:pt>
                <c:pt idx="2094">
                  <c:v>44108</c:v>
                </c:pt>
                <c:pt idx="2095">
                  <c:v>44107</c:v>
                </c:pt>
                <c:pt idx="2096">
                  <c:v>44106</c:v>
                </c:pt>
                <c:pt idx="2097">
                  <c:v>44105</c:v>
                </c:pt>
                <c:pt idx="2098">
                  <c:v>44104</c:v>
                </c:pt>
                <c:pt idx="2099">
                  <c:v>44103</c:v>
                </c:pt>
                <c:pt idx="2100">
                  <c:v>44102</c:v>
                </c:pt>
                <c:pt idx="2101">
                  <c:v>44101</c:v>
                </c:pt>
                <c:pt idx="2102">
                  <c:v>44100</c:v>
                </c:pt>
                <c:pt idx="2103">
                  <c:v>44099</c:v>
                </c:pt>
                <c:pt idx="2104">
                  <c:v>44098</c:v>
                </c:pt>
                <c:pt idx="2105">
                  <c:v>44097</c:v>
                </c:pt>
                <c:pt idx="2106">
                  <c:v>44096</c:v>
                </c:pt>
                <c:pt idx="2107">
                  <c:v>44095</c:v>
                </c:pt>
                <c:pt idx="2108">
                  <c:v>44094</c:v>
                </c:pt>
                <c:pt idx="2109">
                  <c:v>44093</c:v>
                </c:pt>
                <c:pt idx="2110">
                  <c:v>44092</c:v>
                </c:pt>
                <c:pt idx="2111">
                  <c:v>44091</c:v>
                </c:pt>
                <c:pt idx="2112">
                  <c:v>44090</c:v>
                </c:pt>
                <c:pt idx="2113">
                  <c:v>44089</c:v>
                </c:pt>
                <c:pt idx="2114">
                  <c:v>44088</c:v>
                </c:pt>
                <c:pt idx="2115">
                  <c:v>44087</c:v>
                </c:pt>
                <c:pt idx="2116">
                  <c:v>44086</c:v>
                </c:pt>
                <c:pt idx="2117">
                  <c:v>44085</c:v>
                </c:pt>
                <c:pt idx="2118">
                  <c:v>44084</c:v>
                </c:pt>
                <c:pt idx="2119">
                  <c:v>44083</c:v>
                </c:pt>
                <c:pt idx="2120">
                  <c:v>44082</c:v>
                </c:pt>
                <c:pt idx="2121">
                  <c:v>44081</c:v>
                </c:pt>
                <c:pt idx="2122">
                  <c:v>44080</c:v>
                </c:pt>
                <c:pt idx="2123">
                  <c:v>44079</c:v>
                </c:pt>
                <c:pt idx="2124">
                  <c:v>44078</c:v>
                </c:pt>
                <c:pt idx="2125">
                  <c:v>44077</c:v>
                </c:pt>
                <c:pt idx="2126">
                  <c:v>44076</c:v>
                </c:pt>
                <c:pt idx="2127">
                  <c:v>44075</c:v>
                </c:pt>
                <c:pt idx="2128">
                  <c:v>44074</c:v>
                </c:pt>
                <c:pt idx="2129">
                  <c:v>44073</c:v>
                </c:pt>
                <c:pt idx="2130">
                  <c:v>44072</c:v>
                </c:pt>
                <c:pt idx="2131">
                  <c:v>44071</c:v>
                </c:pt>
                <c:pt idx="2132">
                  <c:v>44070</c:v>
                </c:pt>
                <c:pt idx="2133">
                  <c:v>44069</c:v>
                </c:pt>
                <c:pt idx="2134">
                  <c:v>44068</c:v>
                </c:pt>
                <c:pt idx="2135">
                  <c:v>44067</c:v>
                </c:pt>
                <c:pt idx="2136">
                  <c:v>44066</c:v>
                </c:pt>
                <c:pt idx="2137">
                  <c:v>44065</c:v>
                </c:pt>
                <c:pt idx="2138">
                  <c:v>44064</c:v>
                </c:pt>
                <c:pt idx="2139">
                  <c:v>44063</c:v>
                </c:pt>
                <c:pt idx="2140">
                  <c:v>44062</c:v>
                </c:pt>
                <c:pt idx="2141">
                  <c:v>44061</c:v>
                </c:pt>
                <c:pt idx="2142">
                  <c:v>44060</c:v>
                </c:pt>
                <c:pt idx="2143">
                  <c:v>44059</c:v>
                </c:pt>
                <c:pt idx="2144">
                  <c:v>44058</c:v>
                </c:pt>
                <c:pt idx="2145">
                  <c:v>44057</c:v>
                </c:pt>
                <c:pt idx="2146">
                  <c:v>44056</c:v>
                </c:pt>
                <c:pt idx="2147">
                  <c:v>44055</c:v>
                </c:pt>
                <c:pt idx="2148">
                  <c:v>44054</c:v>
                </c:pt>
                <c:pt idx="2149">
                  <c:v>44053</c:v>
                </c:pt>
                <c:pt idx="2150">
                  <c:v>44052</c:v>
                </c:pt>
                <c:pt idx="2151">
                  <c:v>44051</c:v>
                </c:pt>
                <c:pt idx="2152">
                  <c:v>44050</c:v>
                </c:pt>
                <c:pt idx="2153">
                  <c:v>44049</c:v>
                </c:pt>
                <c:pt idx="2154">
                  <c:v>44048</c:v>
                </c:pt>
                <c:pt idx="2155">
                  <c:v>44047</c:v>
                </c:pt>
                <c:pt idx="2156">
                  <c:v>44046</c:v>
                </c:pt>
                <c:pt idx="2157">
                  <c:v>44045</c:v>
                </c:pt>
                <c:pt idx="2158">
                  <c:v>44044</c:v>
                </c:pt>
                <c:pt idx="2159">
                  <c:v>44043</c:v>
                </c:pt>
                <c:pt idx="2160">
                  <c:v>44042</c:v>
                </c:pt>
                <c:pt idx="2161">
                  <c:v>44041</c:v>
                </c:pt>
                <c:pt idx="2162">
                  <c:v>44040</c:v>
                </c:pt>
                <c:pt idx="2163">
                  <c:v>44039</c:v>
                </c:pt>
                <c:pt idx="2164">
                  <c:v>44038</c:v>
                </c:pt>
                <c:pt idx="2165">
                  <c:v>44037</c:v>
                </c:pt>
                <c:pt idx="2166">
                  <c:v>44036</c:v>
                </c:pt>
                <c:pt idx="2167">
                  <c:v>44035</c:v>
                </c:pt>
                <c:pt idx="2168">
                  <c:v>44034</c:v>
                </c:pt>
                <c:pt idx="2169">
                  <c:v>44033</c:v>
                </c:pt>
                <c:pt idx="2170">
                  <c:v>44032</c:v>
                </c:pt>
                <c:pt idx="2171">
                  <c:v>44031</c:v>
                </c:pt>
                <c:pt idx="2172">
                  <c:v>44030</c:v>
                </c:pt>
                <c:pt idx="2173">
                  <c:v>44029</c:v>
                </c:pt>
                <c:pt idx="2174">
                  <c:v>44028</c:v>
                </c:pt>
                <c:pt idx="2175">
                  <c:v>44027</c:v>
                </c:pt>
                <c:pt idx="2176">
                  <c:v>44026</c:v>
                </c:pt>
                <c:pt idx="2177">
                  <c:v>44025</c:v>
                </c:pt>
                <c:pt idx="2178">
                  <c:v>44024</c:v>
                </c:pt>
                <c:pt idx="2179">
                  <c:v>44023</c:v>
                </c:pt>
                <c:pt idx="2180">
                  <c:v>44022</c:v>
                </c:pt>
                <c:pt idx="2181">
                  <c:v>44021</c:v>
                </c:pt>
                <c:pt idx="2182">
                  <c:v>44020</c:v>
                </c:pt>
                <c:pt idx="2183">
                  <c:v>44019</c:v>
                </c:pt>
                <c:pt idx="2184">
                  <c:v>44018</c:v>
                </c:pt>
                <c:pt idx="2185">
                  <c:v>44017</c:v>
                </c:pt>
                <c:pt idx="2186">
                  <c:v>44016</c:v>
                </c:pt>
                <c:pt idx="2187">
                  <c:v>44015</c:v>
                </c:pt>
                <c:pt idx="2188">
                  <c:v>44014</c:v>
                </c:pt>
                <c:pt idx="2189">
                  <c:v>44013</c:v>
                </c:pt>
                <c:pt idx="2190">
                  <c:v>44012</c:v>
                </c:pt>
                <c:pt idx="2191">
                  <c:v>44011</c:v>
                </c:pt>
                <c:pt idx="2192">
                  <c:v>44010</c:v>
                </c:pt>
                <c:pt idx="2193">
                  <c:v>44009</c:v>
                </c:pt>
                <c:pt idx="2194">
                  <c:v>44008</c:v>
                </c:pt>
                <c:pt idx="2195">
                  <c:v>44007</c:v>
                </c:pt>
                <c:pt idx="2196">
                  <c:v>44006</c:v>
                </c:pt>
                <c:pt idx="2197">
                  <c:v>44005</c:v>
                </c:pt>
                <c:pt idx="2198">
                  <c:v>44004</c:v>
                </c:pt>
                <c:pt idx="2199">
                  <c:v>44003</c:v>
                </c:pt>
                <c:pt idx="2200">
                  <c:v>44002</c:v>
                </c:pt>
                <c:pt idx="2201">
                  <c:v>44001</c:v>
                </c:pt>
                <c:pt idx="2202">
                  <c:v>44000</c:v>
                </c:pt>
                <c:pt idx="2203">
                  <c:v>43999</c:v>
                </c:pt>
                <c:pt idx="2204">
                  <c:v>43998</c:v>
                </c:pt>
                <c:pt idx="2205">
                  <c:v>43997</c:v>
                </c:pt>
                <c:pt idx="2206">
                  <c:v>43996</c:v>
                </c:pt>
                <c:pt idx="2207">
                  <c:v>43995</c:v>
                </c:pt>
                <c:pt idx="2208">
                  <c:v>43994</c:v>
                </c:pt>
                <c:pt idx="2209">
                  <c:v>43993</c:v>
                </c:pt>
                <c:pt idx="2210">
                  <c:v>43992</c:v>
                </c:pt>
                <c:pt idx="2211">
                  <c:v>43991</c:v>
                </c:pt>
                <c:pt idx="2212">
                  <c:v>43990</c:v>
                </c:pt>
                <c:pt idx="2213">
                  <c:v>43989</c:v>
                </c:pt>
                <c:pt idx="2214">
                  <c:v>43988</c:v>
                </c:pt>
                <c:pt idx="2215">
                  <c:v>43987</c:v>
                </c:pt>
                <c:pt idx="2216">
                  <c:v>43986</c:v>
                </c:pt>
                <c:pt idx="2217">
                  <c:v>43985</c:v>
                </c:pt>
                <c:pt idx="2218">
                  <c:v>43984</c:v>
                </c:pt>
                <c:pt idx="2219">
                  <c:v>43983</c:v>
                </c:pt>
                <c:pt idx="2220">
                  <c:v>43982</c:v>
                </c:pt>
                <c:pt idx="2221">
                  <c:v>43981</c:v>
                </c:pt>
                <c:pt idx="2222">
                  <c:v>43980</c:v>
                </c:pt>
                <c:pt idx="2223">
                  <c:v>43979</c:v>
                </c:pt>
                <c:pt idx="2224">
                  <c:v>43978</c:v>
                </c:pt>
                <c:pt idx="2225">
                  <c:v>43977</c:v>
                </c:pt>
                <c:pt idx="2226">
                  <c:v>43976</c:v>
                </c:pt>
                <c:pt idx="2227">
                  <c:v>43975</c:v>
                </c:pt>
                <c:pt idx="2228">
                  <c:v>43974</c:v>
                </c:pt>
                <c:pt idx="2229">
                  <c:v>43973</c:v>
                </c:pt>
                <c:pt idx="2230">
                  <c:v>43972</c:v>
                </c:pt>
                <c:pt idx="2231">
                  <c:v>43971</c:v>
                </c:pt>
                <c:pt idx="2232">
                  <c:v>43970</c:v>
                </c:pt>
                <c:pt idx="2233">
                  <c:v>43969</c:v>
                </c:pt>
                <c:pt idx="2234">
                  <c:v>43968</c:v>
                </c:pt>
                <c:pt idx="2235">
                  <c:v>43967</c:v>
                </c:pt>
                <c:pt idx="2236">
                  <c:v>43966</c:v>
                </c:pt>
                <c:pt idx="2237">
                  <c:v>43965</c:v>
                </c:pt>
                <c:pt idx="2238">
                  <c:v>43964</c:v>
                </c:pt>
                <c:pt idx="2239">
                  <c:v>43963</c:v>
                </c:pt>
                <c:pt idx="2240">
                  <c:v>43962</c:v>
                </c:pt>
                <c:pt idx="2241">
                  <c:v>43961</c:v>
                </c:pt>
                <c:pt idx="2242">
                  <c:v>43960</c:v>
                </c:pt>
                <c:pt idx="2243">
                  <c:v>43959</c:v>
                </c:pt>
                <c:pt idx="2244">
                  <c:v>43958</c:v>
                </c:pt>
                <c:pt idx="2245">
                  <c:v>43957</c:v>
                </c:pt>
                <c:pt idx="2246">
                  <c:v>43956</c:v>
                </c:pt>
                <c:pt idx="2247">
                  <c:v>43955</c:v>
                </c:pt>
                <c:pt idx="2248">
                  <c:v>43954</c:v>
                </c:pt>
                <c:pt idx="2249">
                  <c:v>43953</c:v>
                </c:pt>
                <c:pt idx="2250">
                  <c:v>43952</c:v>
                </c:pt>
                <c:pt idx="2251">
                  <c:v>43951</c:v>
                </c:pt>
                <c:pt idx="2252">
                  <c:v>43950</c:v>
                </c:pt>
                <c:pt idx="2253">
                  <c:v>43949</c:v>
                </c:pt>
                <c:pt idx="2254">
                  <c:v>43948</c:v>
                </c:pt>
                <c:pt idx="2255">
                  <c:v>43947</c:v>
                </c:pt>
                <c:pt idx="2256">
                  <c:v>43946</c:v>
                </c:pt>
                <c:pt idx="2257">
                  <c:v>43945</c:v>
                </c:pt>
                <c:pt idx="2258">
                  <c:v>43944</c:v>
                </c:pt>
                <c:pt idx="2259">
                  <c:v>43943</c:v>
                </c:pt>
                <c:pt idx="2260">
                  <c:v>43942</c:v>
                </c:pt>
                <c:pt idx="2261">
                  <c:v>43941</c:v>
                </c:pt>
                <c:pt idx="2262">
                  <c:v>43940</c:v>
                </c:pt>
                <c:pt idx="2263">
                  <c:v>43939</c:v>
                </c:pt>
                <c:pt idx="2264">
                  <c:v>43938</c:v>
                </c:pt>
                <c:pt idx="2265">
                  <c:v>43937</c:v>
                </c:pt>
                <c:pt idx="2266">
                  <c:v>43936</c:v>
                </c:pt>
                <c:pt idx="2267">
                  <c:v>43935</c:v>
                </c:pt>
                <c:pt idx="2268">
                  <c:v>43934</c:v>
                </c:pt>
                <c:pt idx="2269">
                  <c:v>43933</c:v>
                </c:pt>
                <c:pt idx="2270">
                  <c:v>43932</c:v>
                </c:pt>
                <c:pt idx="2271">
                  <c:v>43931</c:v>
                </c:pt>
                <c:pt idx="2272">
                  <c:v>43930</c:v>
                </c:pt>
                <c:pt idx="2273">
                  <c:v>43929</c:v>
                </c:pt>
                <c:pt idx="2274">
                  <c:v>43928</c:v>
                </c:pt>
                <c:pt idx="2275">
                  <c:v>43927</c:v>
                </c:pt>
                <c:pt idx="2276">
                  <c:v>43926</c:v>
                </c:pt>
                <c:pt idx="2277">
                  <c:v>43925</c:v>
                </c:pt>
                <c:pt idx="2278">
                  <c:v>43924</c:v>
                </c:pt>
                <c:pt idx="2279">
                  <c:v>43923</c:v>
                </c:pt>
                <c:pt idx="2280">
                  <c:v>43922</c:v>
                </c:pt>
                <c:pt idx="2281">
                  <c:v>43921</c:v>
                </c:pt>
                <c:pt idx="2282">
                  <c:v>43920</c:v>
                </c:pt>
                <c:pt idx="2283">
                  <c:v>43919</c:v>
                </c:pt>
                <c:pt idx="2284">
                  <c:v>43918</c:v>
                </c:pt>
                <c:pt idx="2285">
                  <c:v>43917</c:v>
                </c:pt>
                <c:pt idx="2286">
                  <c:v>43916</c:v>
                </c:pt>
                <c:pt idx="2287">
                  <c:v>43915</c:v>
                </c:pt>
                <c:pt idx="2288">
                  <c:v>43914</c:v>
                </c:pt>
                <c:pt idx="2289">
                  <c:v>43913</c:v>
                </c:pt>
                <c:pt idx="2290">
                  <c:v>43912</c:v>
                </c:pt>
                <c:pt idx="2291">
                  <c:v>43911</c:v>
                </c:pt>
                <c:pt idx="2292">
                  <c:v>43910</c:v>
                </c:pt>
                <c:pt idx="2293">
                  <c:v>43909</c:v>
                </c:pt>
                <c:pt idx="2294">
                  <c:v>43908</c:v>
                </c:pt>
                <c:pt idx="2295">
                  <c:v>43907</c:v>
                </c:pt>
                <c:pt idx="2296">
                  <c:v>43906</c:v>
                </c:pt>
                <c:pt idx="2297">
                  <c:v>43905</c:v>
                </c:pt>
                <c:pt idx="2298">
                  <c:v>43904</c:v>
                </c:pt>
                <c:pt idx="2299">
                  <c:v>43903</c:v>
                </c:pt>
                <c:pt idx="2300">
                  <c:v>43902</c:v>
                </c:pt>
                <c:pt idx="2301">
                  <c:v>43901</c:v>
                </c:pt>
                <c:pt idx="2302">
                  <c:v>43900</c:v>
                </c:pt>
                <c:pt idx="2303">
                  <c:v>43899</c:v>
                </c:pt>
                <c:pt idx="2304">
                  <c:v>43898</c:v>
                </c:pt>
                <c:pt idx="2305">
                  <c:v>43897</c:v>
                </c:pt>
                <c:pt idx="2306">
                  <c:v>43896</c:v>
                </c:pt>
                <c:pt idx="2307">
                  <c:v>43895</c:v>
                </c:pt>
                <c:pt idx="2308">
                  <c:v>43894</c:v>
                </c:pt>
                <c:pt idx="2309">
                  <c:v>43893</c:v>
                </c:pt>
                <c:pt idx="2310">
                  <c:v>43892</c:v>
                </c:pt>
                <c:pt idx="2311">
                  <c:v>43891</c:v>
                </c:pt>
                <c:pt idx="2312">
                  <c:v>43890</c:v>
                </c:pt>
                <c:pt idx="2313">
                  <c:v>43889</c:v>
                </c:pt>
                <c:pt idx="2314">
                  <c:v>43888</c:v>
                </c:pt>
                <c:pt idx="2315">
                  <c:v>43887</c:v>
                </c:pt>
                <c:pt idx="2316">
                  <c:v>43886</c:v>
                </c:pt>
                <c:pt idx="2317">
                  <c:v>43885</c:v>
                </c:pt>
                <c:pt idx="2318">
                  <c:v>43884</c:v>
                </c:pt>
                <c:pt idx="2319">
                  <c:v>43883</c:v>
                </c:pt>
                <c:pt idx="2320">
                  <c:v>43882</c:v>
                </c:pt>
                <c:pt idx="2321">
                  <c:v>43881</c:v>
                </c:pt>
                <c:pt idx="2322">
                  <c:v>43880</c:v>
                </c:pt>
                <c:pt idx="2323">
                  <c:v>43879</c:v>
                </c:pt>
                <c:pt idx="2324">
                  <c:v>43878</c:v>
                </c:pt>
                <c:pt idx="2325">
                  <c:v>43877</c:v>
                </c:pt>
                <c:pt idx="2326">
                  <c:v>43876</c:v>
                </c:pt>
                <c:pt idx="2327">
                  <c:v>43875</c:v>
                </c:pt>
                <c:pt idx="2328">
                  <c:v>43874</c:v>
                </c:pt>
                <c:pt idx="2329">
                  <c:v>43873</c:v>
                </c:pt>
                <c:pt idx="2330">
                  <c:v>43872</c:v>
                </c:pt>
                <c:pt idx="2331">
                  <c:v>43871</c:v>
                </c:pt>
                <c:pt idx="2332">
                  <c:v>43870</c:v>
                </c:pt>
                <c:pt idx="2333">
                  <c:v>43869</c:v>
                </c:pt>
                <c:pt idx="2334">
                  <c:v>43868</c:v>
                </c:pt>
                <c:pt idx="2335">
                  <c:v>43867</c:v>
                </c:pt>
                <c:pt idx="2336">
                  <c:v>43866</c:v>
                </c:pt>
                <c:pt idx="2337">
                  <c:v>43865</c:v>
                </c:pt>
                <c:pt idx="2338">
                  <c:v>43864</c:v>
                </c:pt>
                <c:pt idx="2339">
                  <c:v>43863</c:v>
                </c:pt>
                <c:pt idx="2340">
                  <c:v>43862</c:v>
                </c:pt>
                <c:pt idx="2341">
                  <c:v>43861</c:v>
                </c:pt>
                <c:pt idx="2342">
                  <c:v>43860</c:v>
                </c:pt>
                <c:pt idx="2343">
                  <c:v>43859</c:v>
                </c:pt>
                <c:pt idx="2344">
                  <c:v>43858</c:v>
                </c:pt>
                <c:pt idx="2345">
                  <c:v>43857</c:v>
                </c:pt>
                <c:pt idx="2346">
                  <c:v>43856</c:v>
                </c:pt>
                <c:pt idx="2347">
                  <c:v>43855</c:v>
                </c:pt>
                <c:pt idx="2348">
                  <c:v>43854</c:v>
                </c:pt>
                <c:pt idx="2349">
                  <c:v>43853</c:v>
                </c:pt>
                <c:pt idx="2350">
                  <c:v>43852</c:v>
                </c:pt>
                <c:pt idx="2351">
                  <c:v>43851</c:v>
                </c:pt>
                <c:pt idx="2352">
                  <c:v>43850</c:v>
                </c:pt>
                <c:pt idx="2353">
                  <c:v>43849</c:v>
                </c:pt>
                <c:pt idx="2354">
                  <c:v>43848</c:v>
                </c:pt>
                <c:pt idx="2355">
                  <c:v>43847</c:v>
                </c:pt>
                <c:pt idx="2356">
                  <c:v>43846</c:v>
                </c:pt>
                <c:pt idx="2357">
                  <c:v>43845</c:v>
                </c:pt>
                <c:pt idx="2358">
                  <c:v>43844</c:v>
                </c:pt>
                <c:pt idx="2359">
                  <c:v>43843</c:v>
                </c:pt>
                <c:pt idx="2360">
                  <c:v>43842</c:v>
                </c:pt>
                <c:pt idx="2361">
                  <c:v>43841</c:v>
                </c:pt>
                <c:pt idx="2362">
                  <c:v>43840</c:v>
                </c:pt>
                <c:pt idx="2363">
                  <c:v>43839</c:v>
                </c:pt>
                <c:pt idx="2364">
                  <c:v>43838</c:v>
                </c:pt>
                <c:pt idx="2365">
                  <c:v>43837</c:v>
                </c:pt>
                <c:pt idx="2366">
                  <c:v>43836</c:v>
                </c:pt>
                <c:pt idx="2367">
                  <c:v>43835</c:v>
                </c:pt>
                <c:pt idx="2368">
                  <c:v>43834</c:v>
                </c:pt>
                <c:pt idx="2369">
                  <c:v>43833</c:v>
                </c:pt>
                <c:pt idx="2370">
                  <c:v>43832</c:v>
                </c:pt>
                <c:pt idx="2371">
                  <c:v>43831</c:v>
                </c:pt>
                <c:pt idx="2372">
                  <c:v>43830</c:v>
                </c:pt>
                <c:pt idx="2373">
                  <c:v>43829</c:v>
                </c:pt>
                <c:pt idx="2374">
                  <c:v>43828</c:v>
                </c:pt>
                <c:pt idx="2375">
                  <c:v>43827</c:v>
                </c:pt>
                <c:pt idx="2376">
                  <c:v>43826</c:v>
                </c:pt>
                <c:pt idx="2377">
                  <c:v>43825</c:v>
                </c:pt>
                <c:pt idx="2378">
                  <c:v>43824</c:v>
                </c:pt>
                <c:pt idx="2379">
                  <c:v>43823</c:v>
                </c:pt>
                <c:pt idx="2380">
                  <c:v>43822</c:v>
                </c:pt>
                <c:pt idx="2381">
                  <c:v>43821</c:v>
                </c:pt>
                <c:pt idx="2382">
                  <c:v>43820</c:v>
                </c:pt>
                <c:pt idx="2383">
                  <c:v>43819</c:v>
                </c:pt>
                <c:pt idx="2384">
                  <c:v>43818</c:v>
                </c:pt>
                <c:pt idx="2385">
                  <c:v>43817</c:v>
                </c:pt>
                <c:pt idx="2386">
                  <c:v>43816</c:v>
                </c:pt>
                <c:pt idx="2387">
                  <c:v>43815</c:v>
                </c:pt>
                <c:pt idx="2388">
                  <c:v>43814</c:v>
                </c:pt>
                <c:pt idx="2389">
                  <c:v>43813</c:v>
                </c:pt>
                <c:pt idx="2390">
                  <c:v>43812</c:v>
                </c:pt>
                <c:pt idx="2391">
                  <c:v>43811</c:v>
                </c:pt>
                <c:pt idx="2392">
                  <c:v>43810</c:v>
                </c:pt>
                <c:pt idx="2393">
                  <c:v>43809</c:v>
                </c:pt>
                <c:pt idx="2394">
                  <c:v>43808</c:v>
                </c:pt>
                <c:pt idx="2395">
                  <c:v>43807</c:v>
                </c:pt>
                <c:pt idx="2396">
                  <c:v>43806</c:v>
                </c:pt>
                <c:pt idx="2397">
                  <c:v>43805</c:v>
                </c:pt>
                <c:pt idx="2398">
                  <c:v>43804</c:v>
                </c:pt>
                <c:pt idx="2399">
                  <c:v>43803</c:v>
                </c:pt>
                <c:pt idx="2400">
                  <c:v>43802</c:v>
                </c:pt>
                <c:pt idx="2401">
                  <c:v>43801</c:v>
                </c:pt>
                <c:pt idx="2402">
                  <c:v>43800</c:v>
                </c:pt>
                <c:pt idx="2403">
                  <c:v>43799</c:v>
                </c:pt>
                <c:pt idx="2404">
                  <c:v>43798</c:v>
                </c:pt>
                <c:pt idx="2405">
                  <c:v>43797</c:v>
                </c:pt>
                <c:pt idx="2406">
                  <c:v>43796</c:v>
                </c:pt>
                <c:pt idx="2407">
                  <c:v>43795</c:v>
                </c:pt>
                <c:pt idx="2408">
                  <c:v>43794</c:v>
                </c:pt>
                <c:pt idx="2409">
                  <c:v>43793</c:v>
                </c:pt>
                <c:pt idx="2410">
                  <c:v>43792</c:v>
                </c:pt>
                <c:pt idx="2411">
                  <c:v>43791</c:v>
                </c:pt>
                <c:pt idx="2412">
                  <c:v>43790</c:v>
                </c:pt>
                <c:pt idx="2413">
                  <c:v>43789</c:v>
                </c:pt>
                <c:pt idx="2414">
                  <c:v>43788</c:v>
                </c:pt>
                <c:pt idx="2415">
                  <c:v>43787</c:v>
                </c:pt>
                <c:pt idx="2416">
                  <c:v>43786</c:v>
                </c:pt>
                <c:pt idx="2417">
                  <c:v>43785</c:v>
                </c:pt>
                <c:pt idx="2418">
                  <c:v>43784</c:v>
                </c:pt>
                <c:pt idx="2419">
                  <c:v>43783</c:v>
                </c:pt>
                <c:pt idx="2420">
                  <c:v>43782</c:v>
                </c:pt>
                <c:pt idx="2421">
                  <c:v>43781</c:v>
                </c:pt>
                <c:pt idx="2422">
                  <c:v>43780</c:v>
                </c:pt>
                <c:pt idx="2423">
                  <c:v>43779</c:v>
                </c:pt>
                <c:pt idx="2424">
                  <c:v>43778</c:v>
                </c:pt>
                <c:pt idx="2425">
                  <c:v>43777</c:v>
                </c:pt>
                <c:pt idx="2426">
                  <c:v>43776</c:v>
                </c:pt>
                <c:pt idx="2427">
                  <c:v>43775</c:v>
                </c:pt>
                <c:pt idx="2428">
                  <c:v>43774</c:v>
                </c:pt>
                <c:pt idx="2429">
                  <c:v>43773</c:v>
                </c:pt>
                <c:pt idx="2430">
                  <c:v>43772</c:v>
                </c:pt>
                <c:pt idx="2431">
                  <c:v>43771</c:v>
                </c:pt>
                <c:pt idx="2432">
                  <c:v>43770</c:v>
                </c:pt>
                <c:pt idx="2433">
                  <c:v>43769</c:v>
                </c:pt>
                <c:pt idx="2434">
                  <c:v>43768</c:v>
                </c:pt>
                <c:pt idx="2435">
                  <c:v>43767</c:v>
                </c:pt>
                <c:pt idx="2436">
                  <c:v>43766</c:v>
                </c:pt>
                <c:pt idx="2437">
                  <c:v>43765</c:v>
                </c:pt>
                <c:pt idx="2438">
                  <c:v>43764</c:v>
                </c:pt>
                <c:pt idx="2439">
                  <c:v>43763</c:v>
                </c:pt>
                <c:pt idx="2440">
                  <c:v>43762</c:v>
                </c:pt>
                <c:pt idx="2441">
                  <c:v>43761</c:v>
                </c:pt>
                <c:pt idx="2442">
                  <c:v>43760</c:v>
                </c:pt>
                <c:pt idx="2443">
                  <c:v>43759</c:v>
                </c:pt>
                <c:pt idx="2444">
                  <c:v>43758</c:v>
                </c:pt>
                <c:pt idx="2445">
                  <c:v>43757</c:v>
                </c:pt>
                <c:pt idx="2446">
                  <c:v>43756</c:v>
                </c:pt>
                <c:pt idx="2447">
                  <c:v>43755</c:v>
                </c:pt>
                <c:pt idx="2448">
                  <c:v>43754</c:v>
                </c:pt>
                <c:pt idx="2449">
                  <c:v>43753</c:v>
                </c:pt>
                <c:pt idx="2450">
                  <c:v>43752</c:v>
                </c:pt>
                <c:pt idx="2451">
                  <c:v>43751</c:v>
                </c:pt>
                <c:pt idx="2452">
                  <c:v>43750</c:v>
                </c:pt>
                <c:pt idx="2453">
                  <c:v>43749</c:v>
                </c:pt>
                <c:pt idx="2454">
                  <c:v>43748</c:v>
                </c:pt>
                <c:pt idx="2455">
                  <c:v>43747</c:v>
                </c:pt>
                <c:pt idx="2456">
                  <c:v>43746</c:v>
                </c:pt>
                <c:pt idx="2457">
                  <c:v>43745</c:v>
                </c:pt>
                <c:pt idx="2458">
                  <c:v>43744</c:v>
                </c:pt>
                <c:pt idx="2459">
                  <c:v>43743</c:v>
                </c:pt>
                <c:pt idx="2460">
                  <c:v>43742</c:v>
                </c:pt>
                <c:pt idx="2461">
                  <c:v>43741</c:v>
                </c:pt>
                <c:pt idx="2462">
                  <c:v>43740</c:v>
                </c:pt>
                <c:pt idx="2463">
                  <c:v>43739</c:v>
                </c:pt>
                <c:pt idx="2464">
                  <c:v>43738</c:v>
                </c:pt>
                <c:pt idx="2465">
                  <c:v>43737</c:v>
                </c:pt>
                <c:pt idx="2466">
                  <c:v>43736</c:v>
                </c:pt>
                <c:pt idx="2467">
                  <c:v>43735</c:v>
                </c:pt>
                <c:pt idx="2468">
                  <c:v>43734</c:v>
                </c:pt>
                <c:pt idx="2469">
                  <c:v>43733</c:v>
                </c:pt>
                <c:pt idx="2470">
                  <c:v>43732</c:v>
                </c:pt>
                <c:pt idx="2471">
                  <c:v>43731</c:v>
                </c:pt>
                <c:pt idx="2472">
                  <c:v>43730</c:v>
                </c:pt>
                <c:pt idx="2473">
                  <c:v>43729</c:v>
                </c:pt>
                <c:pt idx="2474">
                  <c:v>43728</c:v>
                </c:pt>
                <c:pt idx="2475">
                  <c:v>43727</c:v>
                </c:pt>
                <c:pt idx="2476">
                  <c:v>43726</c:v>
                </c:pt>
                <c:pt idx="2477">
                  <c:v>43725</c:v>
                </c:pt>
                <c:pt idx="2478">
                  <c:v>43724</c:v>
                </c:pt>
                <c:pt idx="2479">
                  <c:v>43723</c:v>
                </c:pt>
                <c:pt idx="2480">
                  <c:v>43722</c:v>
                </c:pt>
                <c:pt idx="2481">
                  <c:v>43721</c:v>
                </c:pt>
                <c:pt idx="2482">
                  <c:v>43720</c:v>
                </c:pt>
                <c:pt idx="2483">
                  <c:v>43719</c:v>
                </c:pt>
                <c:pt idx="2484">
                  <c:v>43718</c:v>
                </c:pt>
                <c:pt idx="2485">
                  <c:v>43717</c:v>
                </c:pt>
                <c:pt idx="2486">
                  <c:v>43716</c:v>
                </c:pt>
                <c:pt idx="2487">
                  <c:v>43715</c:v>
                </c:pt>
                <c:pt idx="2488">
                  <c:v>43714</c:v>
                </c:pt>
                <c:pt idx="2489">
                  <c:v>43713</c:v>
                </c:pt>
                <c:pt idx="2490">
                  <c:v>43712</c:v>
                </c:pt>
                <c:pt idx="2491">
                  <c:v>43711</c:v>
                </c:pt>
                <c:pt idx="2492">
                  <c:v>43710</c:v>
                </c:pt>
                <c:pt idx="2493">
                  <c:v>43709</c:v>
                </c:pt>
                <c:pt idx="2494">
                  <c:v>43708</c:v>
                </c:pt>
                <c:pt idx="2495">
                  <c:v>43707</c:v>
                </c:pt>
                <c:pt idx="2496">
                  <c:v>43706</c:v>
                </c:pt>
                <c:pt idx="2497">
                  <c:v>43705</c:v>
                </c:pt>
                <c:pt idx="2498">
                  <c:v>43704</c:v>
                </c:pt>
                <c:pt idx="2499">
                  <c:v>43703</c:v>
                </c:pt>
                <c:pt idx="2500">
                  <c:v>43702</c:v>
                </c:pt>
                <c:pt idx="2501">
                  <c:v>43701</c:v>
                </c:pt>
                <c:pt idx="2502">
                  <c:v>43700</c:v>
                </c:pt>
                <c:pt idx="2503">
                  <c:v>43699</c:v>
                </c:pt>
                <c:pt idx="2504">
                  <c:v>43698</c:v>
                </c:pt>
                <c:pt idx="2505">
                  <c:v>43697</c:v>
                </c:pt>
                <c:pt idx="2506">
                  <c:v>43696</c:v>
                </c:pt>
                <c:pt idx="2507">
                  <c:v>43695</c:v>
                </c:pt>
                <c:pt idx="2508">
                  <c:v>43694</c:v>
                </c:pt>
                <c:pt idx="2509">
                  <c:v>43693</c:v>
                </c:pt>
                <c:pt idx="2510">
                  <c:v>43692</c:v>
                </c:pt>
                <c:pt idx="2511">
                  <c:v>43691</c:v>
                </c:pt>
                <c:pt idx="2512">
                  <c:v>43690</c:v>
                </c:pt>
                <c:pt idx="2513">
                  <c:v>43689</c:v>
                </c:pt>
                <c:pt idx="2514">
                  <c:v>43688</c:v>
                </c:pt>
                <c:pt idx="2515">
                  <c:v>43687</c:v>
                </c:pt>
                <c:pt idx="2516">
                  <c:v>43686</c:v>
                </c:pt>
                <c:pt idx="2517">
                  <c:v>43685</c:v>
                </c:pt>
                <c:pt idx="2518">
                  <c:v>43684</c:v>
                </c:pt>
                <c:pt idx="2519">
                  <c:v>43683</c:v>
                </c:pt>
                <c:pt idx="2520">
                  <c:v>43682</c:v>
                </c:pt>
                <c:pt idx="2521">
                  <c:v>43681</c:v>
                </c:pt>
                <c:pt idx="2522">
                  <c:v>43680</c:v>
                </c:pt>
                <c:pt idx="2523">
                  <c:v>43679</c:v>
                </c:pt>
                <c:pt idx="2524">
                  <c:v>43678</c:v>
                </c:pt>
                <c:pt idx="2525">
                  <c:v>43677</c:v>
                </c:pt>
                <c:pt idx="2526">
                  <c:v>43676</c:v>
                </c:pt>
                <c:pt idx="2527">
                  <c:v>43675</c:v>
                </c:pt>
                <c:pt idx="2528">
                  <c:v>43674</c:v>
                </c:pt>
                <c:pt idx="2529">
                  <c:v>43673</c:v>
                </c:pt>
                <c:pt idx="2530">
                  <c:v>43672</c:v>
                </c:pt>
                <c:pt idx="2531">
                  <c:v>43671</c:v>
                </c:pt>
                <c:pt idx="2532">
                  <c:v>43670</c:v>
                </c:pt>
                <c:pt idx="2533">
                  <c:v>43669</c:v>
                </c:pt>
                <c:pt idx="2534">
                  <c:v>43668</c:v>
                </c:pt>
                <c:pt idx="2535">
                  <c:v>43667</c:v>
                </c:pt>
                <c:pt idx="2536">
                  <c:v>43666</c:v>
                </c:pt>
                <c:pt idx="2537">
                  <c:v>43665</c:v>
                </c:pt>
                <c:pt idx="2538">
                  <c:v>43664</c:v>
                </c:pt>
                <c:pt idx="2539">
                  <c:v>43663</c:v>
                </c:pt>
                <c:pt idx="2540">
                  <c:v>43662</c:v>
                </c:pt>
                <c:pt idx="2541">
                  <c:v>43661</c:v>
                </c:pt>
                <c:pt idx="2542">
                  <c:v>43660</c:v>
                </c:pt>
                <c:pt idx="2543">
                  <c:v>43659</c:v>
                </c:pt>
                <c:pt idx="2544">
                  <c:v>43658</c:v>
                </c:pt>
                <c:pt idx="2545">
                  <c:v>43657</c:v>
                </c:pt>
                <c:pt idx="2546">
                  <c:v>43656</c:v>
                </c:pt>
                <c:pt idx="2547">
                  <c:v>43655</c:v>
                </c:pt>
                <c:pt idx="2548">
                  <c:v>43654</c:v>
                </c:pt>
                <c:pt idx="2549">
                  <c:v>43653</c:v>
                </c:pt>
                <c:pt idx="2550">
                  <c:v>43652</c:v>
                </c:pt>
                <c:pt idx="2551">
                  <c:v>43651</c:v>
                </c:pt>
                <c:pt idx="2552">
                  <c:v>43650</c:v>
                </c:pt>
                <c:pt idx="2553">
                  <c:v>43649</c:v>
                </c:pt>
                <c:pt idx="2554">
                  <c:v>43648</c:v>
                </c:pt>
                <c:pt idx="2555">
                  <c:v>43647</c:v>
                </c:pt>
                <c:pt idx="2556">
                  <c:v>43646</c:v>
                </c:pt>
                <c:pt idx="2557">
                  <c:v>43645</c:v>
                </c:pt>
                <c:pt idx="2558">
                  <c:v>43644</c:v>
                </c:pt>
                <c:pt idx="2559">
                  <c:v>43643</c:v>
                </c:pt>
                <c:pt idx="2560">
                  <c:v>43642</c:v>
                </c:pt>
                <c:pt idx="2561">
                  <c:v>43641</c:v>
                </c:pt>
                <c:pt idx="2562">
                  <c:v>43640</c:v>
                </c:pt>
                <c:pt idx="2563">
                  <c:v>43639</c:v>
                </c:pt>
                <c:pt idx="2564">
                  <c:v>43638</c:v>
                </c:pt>
                <c:pt idx="2565">
                  <c:v>43637</c:v>
                </c:pt>
                <c:pt idx="2566">
                  <c:v>43636</c:v>
                </c:pt>
                <c:pt idx="2567">
                  <c:v>43635</c:v>
                </c:pt>
                <c:pt idx="2568">
                  <c:v>43634</c:v>
                </c:pt>
                <c:pt idx="2569">
                  <c:v>43633</c:v>
                </c:pt>
                <c:pt idx="2570">
                  <c:v>43632</c:v>
                </c:pt>
                <c:pt idx="2571">
                  <c:v>43631</c:v>
                </c:pt>
                <c:pt idx="2572">
                  <c:v>43630</c:v>
                </c:pt>
                <c:pt idx="2573">
                  <c:v>43629</c:v>
                </c:pt>
                <c:pt idx="2574">
                  <c:v>43628</c:v>
                </c:pt>
                <c:pt idx="2575">
                  <c:v>43627</c:v>
                </c:pt>
                <c:pt idx="2576">
                  <c:v>43626</c:v>
                </c:pt>
                <c:pt idx="2577">
                  <c:v>43625</c:v>
                </c:pt>
                <c:pt idx="2578">
                  <c:v>43624</c:v>
                </c:pt>
                <c:pt idx="2579">
                  <c:v>43623</c:v>
                </c:pt>
                <c:pt idx="2580">
                  <c:v>43622</c:v>
                </c:pt>
                <c:pt idx="2581">
                  <c:v>43621</c:v>
                </c:pt>
                <c:pt idx="2582">
                  <c:v>43620</c:v>
                </c:pt>
                <c:pt idx="2583">
                  <c:v>43619</c:v>
                </c:pt>
                <c:pt idx="2584">
                  <c:v>43618</c:v>
                </c:pt>
                <c:pt idx="2585">
                  <c:v>43617</c:v>
                </c:pt>
                <c:pt idx="2586">
                  <c:v>43616</c:v>
                </c:pt>
                <c:pt idx="2587">
                  <c:v>43615</c:v>
                </c:pt>
                <c:pt idx="2588">
                  <c:v>43614</c:v>
                </c:pt>
                <c:pt idx="2589">
                  <c:v>43613</c:v>
                </c:pt>
                <c:pt idx="2590">
                  <c:v>43612</c:v>
                </c:pt>
                <c:pt idx="2591">
                  <c:v>43611</c:v>
                </c:pt>
                <c:pt idx="2592">
                  <c:v>43610</c:v>
                </c:pt>
                <c:pt idx="2593">
                  <c:v>43609</c:v>
                </c:pt>
                <c:pt idx="2594">
                  <c:v>43608</c:v>
                </c:pt>
                <c:pt idx="2595">
                  <c:v>43607</c:v>
                </c:pt>
                <c:pt idx="2596">
                  <c:v>43606</c:v>
                </c:pt>
                <c:pt idx="2597">
                  <c:v>43605</c:v>
                </c:pt>
                <c:pt idx="2598">
                  <c:v>43604</c:v>
                </c:pt>
                <c:pt idx="2599">
                  <c:v>43603</c:v>
                </c:pt>
                <c:pt idx="2600">
                  <c:v>43602</c:v>
                </c:pt>
                <c:pt idx="2601">
                  <c:v>43601</c:v>
                </c:pt>
                <c:pt idx="2602">
                  <c:v>43600</c:v>
                </c:pt>
                <c:pt idx="2603">
                  <c:v>43599</c:v>
                </c:pt>
                <c:pt idx="2604">
                  <c:v>43598</c:v>
                </c:pt>
                <c:pt idx="2605">
                  <c:v>43597</c:v>
                </c:pt>
                <c:pt idx="2606">
                  <c:v>43596</c:v>
                </c:pt>
                <c:pt idx="2607">
                  <c:v>43595</c:v>
                </c:pt>
                <c:pt idx="2608">
                  <c:v>43594</c:v>
                </c:pt>
                <c:pt idx="2609">
                  <c:v>43593</c:v>
                </c:pt>
                <c:pt idx="2610">
                  <c:v>43592</c:v>
                </c:pt>
                <c:pt idx="2611">
                  <c:v>43591</c:v>
                </c:pt>
                <c:pt idx="2612">
                  <c:v>43590</c:v>
                </c:pt>
                <c:pt idx="2613">
                  <c:v>43589</c:v>
                </c:pt>
                <c:pt idx="2614">
                  <c:v>43588</c:v>
                </c:pt>
                <c:pt idx="2615">
                  <c:v>43587</c:v>
                </c:pt>
                <c:pt idx="2616">
                  <c:v>43586</c:v>
                </c:pt>
                <c:pt idx="2617">
                  <c:v>43585</c:v>
                </c:pt>
                <c:pt idx="2618">
                  <c:v>43584</c:v>
                </c:pt>
                <c:pt idx="2619">
                  <c:v>43583</c:v>
                </c:pt>
                <c:pt idx="2620">
                  <c:v>43582</c:v>
                </c:pt>
                <c:pt idx="2621">
                  <c:v>43581</c:v>
                </c:pt>
                <c:pt idx="2622">
                  <c:v>43580</c:v>
                </c:pt>
                <c:pt idx="2623">
                  <c:v>43579</c:v>
                </c:pt>
                <c:pt idx="2624">
                  <c:v>43578</c:v>
                </c:pt>
                <c:pt idx="2625">
                  <c:v>43577</c:v>
                </c:pt>
                <c:pt idx="2626">
                  <c:v>43576</c:v>
                </c:pt>
                <c:pt idx="2627">
                  <c:v>43575</c:v>
                </c:pt>
                <c:pt idx="2628">
                  <c:v>43574</c:v>
                </c:pt>
                <c:pt idx="2629">
                  <c:v>43573</c:v>
                </c:pt>
                <c:pt idx="2630">
                  <c:v>43572</c:v>
                </c:pt>
                <c:pt idx="2631">
                  <c:v>43571</c:v>
                </c:pt>
                <c:pt idx="2632">
                  <c:v>43570</c:v>
                </c:pt>
                <c:pt idx="2633">
                  <c:v>43569</c:v>
                </c:pt>
                <c:pt idx="2634">
                  <c:v>43568</c:v>
                </c:pt>
                <c:pt idx="2635">
                  <c:v>43567</c:v>
                </c:pt>
                <c:pt idx="2636">
                  <c:v>43566</c:v>
                </c:pt>
                <c:pt idx="2637">
                  <c:v>43565</c:v>
                </c:pt>
                <c:pt idx="2638">
                  <c:v>43564</c:v>
                </c:pt>
                <c:pt idx="2639">
                  <c:v>43563</c:v>
                </c:pt>
                <c:pt idx="2640">
                  <c:v>43562</c:v>
                </c:pt>
                <c:pt idx="2641">
                  <c:v>43561</c:v>
                </c:pt>
                <c:pt idx="2642">
                  <c:v>43560</c:v>
                </c:pt>
                <c:pt idx="2643">
                  <c:v>43559</c:v>
                </c:pt>
                <c:pt idx="2644">
                  <c:v>43558</c:v>
                </c:pt>
                <c:pt idx="2645">
                  <c:v>43557</c:v>
                </c:pt>
                <c:pt idx="2646">
                  <c:v>43556</c:v>
                </c:pt>
                <c:pt idx="2647">
                  <c:v>43555</c:v>
                </c:pt>
                <c:pt idx="2648">
                  <c:v>43554</c:v>
                </c:pt>
                <c:pt idx="2649">
                  <c:v>43553</c:v>
                </c:pt>
                <c:pt idx="2650">
                  <c:v>43552</c:v>
                </c:pt>
                <c:pt idx="2651">
                  <c:v>43551</c:v>
                </c:pt>
                <c:pt idx="2652">
                  <c:v>43550</c:v>
                </c:pt>
                <c:pt idx="2653">
                  <c:v>43549</c:v>
                </c:pt>
                <c:pt idx="2654">
                  <c:v>43548</c:v>
                </c:pt>
                <c:pt idx="2655">
                  <c:v>43547</c:v>
                </c:pt>
                <c:pt idx="2656">
                  <c:v>43546</c:v>
                </c:pt>
                <c:pt idx="2657">
                  <c:v>43545</c:v>
                </c:pt>
                <c:pt idx="2658">
                  <c:v>43544</c:v>
                </c:pt>
                <c:pt idx="2659">
                  <c:v>43543</c:v>
                </c:pt>
                <c:pt idx="2660">
                  <c:v>43542</c:v>
                </c:pt>
                <c:pt idx="2661">
                  <c:v>43541</c:v>
                </c:pt>
                <c:pt idx="2662">
                  <c:v>43540</c:v>
                </c:pt>
                <c:pt idx="2663">
                  <c:v>43539</c:v>
                </c:pt>
                <c:pt idx="2664">
                  <c:v>43538</c:v>
                </c:pt>
                <c:pt idx="2665">
                  <c:v>43537</c:v>
                </c:pt>
                <c:pt idx="2666">
                  <c:v>43536</c:v>
                </c:pt>
                <c:pt idx="2667">
                  <c:v>43535</c:v>
                </c:pt>
                <c:pt idx="2668">
                  <c:v>43534</c:v>
                </c:pt>
                <c:pt idx="2669">
                  <c:v>43533</c:v>
                </c:pt>
                <c:pt idx="2670">
                  <c:v>43532</c:v>
                </c:pt>
                <c:pt idx="2671">
                  <c:v>43531</c:v>
                </c:pt>
                <c:pt idx="2672">
                  <c:v>43530</c:v>
                </c:pt>
                <c:pt idx="2673">
                  <c:v>43529</c:v>
                </c:pt>
                <c:pt idx="2674">
                  <c:v>43528</c:v>
                </c:pt>
                <c:pt idx="2675">
                  <c:v>43527</c:v>
                </c:pt>
                <c:pt idx="2676">
                  <c:v>43526</c:v>
                </c:pt>
                <c:pt idx="2677">
                  <c:v>43525</c:v>
                </c:pt>
                <c:pt idx="2678">
                  <c:v>43524</c:v>
                </c:pt>
                <c:pt idx="2679">
                  <c:v>43523</c:v>
                </c:pt>
                <c:pt idx="2680">
                  <c:v>43522</c:v>
                </c:pt>
                <c:pt idx="2681">
                  <c:v>43521</c:v>
                </c:pt>
                <c:pt idx="2682">
                  <c:v>43520</c:v>
                </c:pt>
                <c:pt idx="2683">
                  <c:v>43519</c:v>
                </c:pt>
                <c:pt idx="2684">
                  <c:v>43518</c:v>
                </c:pt>
                <c:pt idx="2685">
                  <c:v>43517</c:v>
                </c:pt>
                <c:pt idx="2686">
                  <c:v>43516</c:v>
                </c:pt>
                <c:pt idx="2687">
                  <c:v>43515</c:v>
                </c:pt>
                <c:pt idx="2688">
                  <c:v>43514</c:v>
                </c:pt>
                <c:pt idx="2689">
                  <c:v>43513</c:v>
                </c:pt>
                <c:pt idx="2690">
                  <c:v>43512</c:v>
                </c:pt>
                <c:pt idx="2691">
                  <c:v>43511</c:v>
                </c:pt>
                <c:pt idx="2692">
                  <c:v>43510</c:v>
                </c:pt>
                <c:pt idx="2693">
                  <c:v>43509</c:v>
                </c:pt>
                <c:pt idx="2694">
                  <c:v>43508</c:v>
                </c:pt>
                <c:pt idx="2695">
                  <c:v>43507</c:v>
                </c:pt>
                <c:pt idx="2696">
                  <c:v>43506</c:v>
                </c:pt>
                <c:pt idx="2697">
                  <c:v>43505</c:v>
                </c:pt>
                <c:pt idx="2698">
                  <c:v>43504</c:v>
                </c:pt>
                <c:pt idx="2699">
                  <c:v>43503</c:v>
                </c:pt>
                <c:pt idx="2700">
                  <c:v>43502</c:v>
                </c:pt>
                <c:pt idx="2701">
                  <c:v>43501</c:v>
                </c:pt>
                <c:pt idx="2702">
                  <c:v>43500</c:v>
                </c:pt>
                <c:pt idx="2703">
                  <c:v>43499</c:v>
                </c:pt>
                <c:pt idx="2704">
                  <c:v>43498</c:v>
                </c:pt>
                <c:pt idx="2705">
                  <c:v>43497</c:v>
                </c:pt>
                <c:pt idx="2706">
                  <c:v>43496</c:v>
                </c:pt>
                <c:pt idx="2707">
                  <c:v>43495</c:v>
                </c:pt>
                <c:pt idx="2708">
                  <c:v>43494</c:v>
                </c:pt>
                <c:pt idx="2709">
                  <c:v>43493</c:v>
                </c:pt>
                <c:pt idx="2710">
                  <c:v>43492</c:v>
                </c:pt>
                <c:pt idx="2711">
                  <c:v>43491</c:v>
                </c:pt>
                <c:pt idx="2712">
                  <c:v>43490</c:v>
                </c:pt>
                <c:pt idx="2713">
                  <c:v>43489</c:v>
                </c:pt>
                <c:pt idx="2714">
                  <c:v>43488</c:v>
                </c:pt>
                <c:pt idx="2715">
                  <c:v>43487</c:v>
                </c:pt>
                <c:pt idx="2716">
                  <c:v>43486</c:v>
                </c:pt>
                <c:pt idx="2717">
                  <c:v>43485</c:v>
                </c:pt>
                <c:pt idx="2718">
                  <c:v>43484</c:v>
                </c:pt>
                <c:pt idx="2719">
                  <c:v>43483</c:v>
                </c:pt>
                <c:pt idx="2720">
                  <c:v>43482</c:v>
                </c:pt>
                <c:pt idx="2721">
                  <c:v>43481</c:v>
                </c:pt>
                <c:pt idx="2722">
                  <c:v>43480</c:v>
                </c:pt>
                <c:pt idx="2723">
                  <c:v>43479</c:v>
                </c:pt>
                <c:pt idx="2724">
                  <c:v>43478</c:v>
                </c:pt>
                <c:pt idx="2725">
                  <c:v>43477</c:v>
                </c:pt>
                <c:pt idx="2726">
                  <c:v>43476</c:v>
                </c:pt>
                <c:pt idx="2727">
                  <c:v>43475</c:v>
                </c:pt>
                <c:pt idx="2728">
                  <c:v>43474</c:v>
                </c:pt>
                <c:pt idx="2729">
                  <c:v>43473</c:v>
                </c:pt>
                <c:pt idx="2730">
                  <c:v>43472</c:v>
                </c:pt>
                <c:pt idx="2731">
                  <c:v>43471</c:v>
                </c:pt>
                <c:pt idx="2732">
                  <c:v>43470</c:v>
                </c:pt>
                <c:pt idx="2733">
                  <c:v>43469</c:v>
                </c:pt>
                <c:pt idx="2734">
                  <c:v>43468</c:v>
                </c:pt>
                <c:pt idx="2735">
                  <c:v>43467</c:v>
                </c:pt>
                <c:pt idx="2736">
                  <c:v>43466</c:v>
                </c:pt>
                <c:pt idx="2737">
                  <c:v>43465</c:v>
                </c:pt>
                <c:pt idx="2738">
                  <c:v>43464</c:v>
                </c:pt>
                <c:pt idx="2739">
                  <c:v>43463</c:v>
                </c:pt>
                <c:pt idx="2740">
                  <c:v>43462</c:v>
                </c:pt>
                <c:pt idx="2741">
                  <c:v>43461</c:v>
                </c:pt>
                <c:pt idx="2742">
                  <c:v>43460</c:v>
                </c:pt>
                <c:pt idx="2743">
                  <c:v>43459</c:v>
                </c:pt>
                <c:pt idx="2744">
                  <c:v>43458</c:v>
                </c:pt>
                <c:pt idx="2745">
                  <c:v>43457</c:v>
                </c:pt>
                <c:pt idx="2746">
                  <c:v>43456</c:v>
                </c:pt>
                <c:pt idx="2747">
                  <c:v>43455</c:v>
                </c:pt>
                <c:pt idx="2748">
                  <c:v>43454</c:v>
                </c:pt>
                <c:pt idx="2749">
                  <c:v>43453</c:v>
                </c:pt>
                <c:pt idx="2750">
                  <c:v>43452</c:v>
                </c:pt>
                <c:pt idx="2751">
                  <c:v>43451</c:v>
                </c:pt>
                <c:pt idx="2752">
                  <c:v>43450</c:v>
                </c:pt>
                <c:pt idx="2753">
                  <c:v>43449</c:v>
                </c:pt>
                <c:pt idx="2754">
                  <c:v>43448</c:v>
                </c:pt>
                <c:pt idx="2755">
                  <c:v>43447</c:v>
                </c:pt>
                <c:pt idx="2756">
                  <c:v>43446</c:v>
                </c:pt>
                <c:pt idx="2757">
                  <c:v>43445</c:v>
                </c:pt>
                <c:pt idx="2758">
                  <c:v>43444</c:v>
                </c:pt>
                <c:pt idx="2759">
                  <c:v>43443</c:v>
                </c:pt>
                <c:pt idx="2760">
                  <c:v>43442</c:v>
                </c:pt>
                <c:pt idx="2761">
                  <c:v>43441</c:v>
                </c:pt>
                <c:pt idx="2762">
                  <c:v>43440</c:v>
                </c:pt>
                <c:pt idx="2763">
                  <c:v>43439</c:v>
                </c:pt>
                <c:pt idx="2764">
                  <c:v>43438</c:v>
                </c:pt>
                <c:pt idx="2765">
                  <c:v>43437</c:v>
                </c:pt>
                <c:pt idx="2766">
                  <c:v>43436</c:v>
                </c:pt>
                <c:pt idx="2767">
                  <c:v>43435</c:v>
                </c:pt>
                <c:pt idx="2768">
                  <c:v>43434</c:v>
                </c:pt>
                <c:pt idx="2769">
                  <c:v>43433</c:v>
                </c:pt>
                <c:pt idx="2770">
                  <c:v>43432</c:v>
                </c:pt>
                <c:pt idx="2771">
                  <c:v>43431</c:v>
                </c:pt>
                <c:pt idx="2772">
                  <c:v>43430</c:v>
                </c:pt>
                <c:pt idx="2773">
                  <c:v>43429</c:v>
                </c:pt>
                <c:pt idx="2774">
                  <c:v>43428</c:v>
                </c:pt>
                <c:pt idx="2775">
                  <c:v>43427</c:v>
                </c:pt>
                <c:pt idx="2776">
                  <c:v>43426</c:v>
                </c:pt>
                <c:pt idx="2777">
                  <c:v>43425</c:v>
                </c:pt>
                <c:pt idx="2778">
                  <c:v>43424</c:v>
                </c:pt>
                <c:pt idx="2779">
                  <c:v>43423</c:v>
                </c:pt>
                <c:pt idx="2780">
                  <c:v>43422</c:v>
                </c:pt>
                <c:pt idx="2781">
                  <c:v>43421</c:v>
                </c:pt>
                <c:pt idx="2782">
                  <c:v>43420</c:v>
                </c:pt>
                <c:pt idx="2783">
                  <c:v>43419</c:v>
                </c:pt>
                <c:pt idx="2784">
                  <c:v>43418</c:v>
                </c:pt>
                <c:pt idx="2785">
                  <c:v>43417</c:v>
                </c:pt>
                <c:pt idx="2786">
                  <c:v>43416</c:v>
                </c:pt>
                <c:pt idx="2787">
                  <c:v>43415</c:v>
                </c:pt>
                <c:pt idx="2788">
                  <c:v>43414</c:v>
                </c:pt>
                <c:pt idx="2789">
                  <c:v>43413</c:v>
                </c:pt>
                <c:pt idx="2790">
                  <c:v>43412</c:v>
                </c:pt>
                <c:pt idx="2791">
                  <c:v>43411</c:v>
                </c:pt>
                <c:pt idx="2792">
                  <c:v>43410</c:v>
                </c:pt>
                <c:pt idx="2793">
                  <c:v>43409</c:v>
                </c:pt>
                <c:pt idx="2794">
                  <c:v>43408</c:v>
                </c:pt>
                <c:pt idx="2795">
                  <c:v>43407</c:v>
                </c:pt>
                <c:pt idx="2796">
                  <c:v>43406</c:v>
                </c:pt>
                <c:pt idx="2797">
                  <c:v>43405</c:v>
                </c:pt>
                <c:pt idx="2798">
                  <c:v>43404</c:v>
                </c:pt>
                <c:pt idx="2799">
                  <c:v>43403</c:v>
                </c:pt>
                <c:pt idx="2800">
                  <c:v>43402</c:v>
                </c:pt>
                <c:pt idx="2801">
                  <c:v>43401</c:v>
                </c:pt>
                <c:pt idx="2802">
                  <c:v>43400</c:v>
                </c:pt>
                <c:pt idx="2803">
                  <c:v>43399</c:v>
                </c:pt>
                <c:pt idx="2804">
                  <c:v>43398</c:v>
                </c:pt>
                <c:pt idx="2805">
                  <c:v>43397</c:v>
                </c:pt>
                <c:pt idx="2806">
                  <c:v>43396</c:v>
                </c:pt>
                <c:pt idx="2807">
                  <c:v>43395</c:v>
                </c:pt>
                <c:pt idx="2808">
                  <c:v>43394</c:v>
                </c:pt>
                <c:pt idx="2809">
                  <c:v>43393</c:v>
                </c:pt>
                <c:pt idx="2810">
                  <c:v>43392</c:v>
                </c:pt>
                <c:pt idx="2811">
                  <c:v>43391</c:v>
                </c:pt>
                <c:pt idx="2812">
                  <c:v>43390</c:v>
                </c:pt>
                <c:pt idx="2813">
                  <c:v>43389</c:v>
                </c:pt>
                <c:pt idx="2814">
                  <c:v>43388</c:v>
                </c:pt>
                <c:pt idx="2815">
                  <c:v>43387</c:v>
                </c:pt>
                <c:pt idx="2816">
                  <c:v>43386</c:v>
                </c:pt>
                <c:pt idx="2817">
                  <c:v>43385</c:v>
                </c:pt>
                <c:pt idx="2818">
                  <c:v>43384</c:v>
                </c:pt>
                <c:pt idx="2819">
                  <c:v>43383</c:v>
                </c:pt>
                <c:pt idx="2820">
                  <c:v>43382</c:v>
                </c:pt>
                <c:pt idx="2821">
                  <c:v>43381</c:v>
                </c:pt>
                <c:pt idx="2822">
                  <c:v>43380</c:v>
                </c:pt>
                <c:pt idx="2823">
                  <c:v>43379</c:v>
                </c:pt>
                <c:pt idx="2824">
                  <c:v>43378</c:v>
                </c:pt>
                <c:pt idx="2825">
                  <c:v>43377</c:v>
                </c:pt>
                <c:pt idx="2826">
                  <c:v>43376</c:v>
                </c:pt>
                <c:pt idx="2827">
                  <c:v>43375</c:v>
                </c:pt>
                <c:pt idx="2828">
                  <c:v>43374</c:v>
                </c:pt>
                <c:pt idx="2829">
                  <c:v>43373</c:v>
                </c:pt>
                <c:pt idx="2830">
                  <c:v>43372</c:v>
                </c:pt>
                <c:pt idx="2831">
                  <c:v>43371</c:v>
                </c:pt>
                <c:pt idx="2832">
                  <c:v>43370</c:v>
                </c:pt>
                <c:pt idx="2833">
                  <c:v>43369</c:v>
                </c:pt>
                <c:pt idx="2834">
                  <c:v>43368</c:v>
                </c:pt>
                <c:pt idx="2835">
                  <c:v>43367</c:v>
                </c:pt>
                <c:pt idx="2836">
                  <c:v>43366</c:v>
                </c:pt>
                <c:pt idx="2837">
                  <c:v>43365</c:v>
                </c:pt>
                <c:pt idx="2838">
                  <c:v>43364</c:v>
                </c:pt>
                <c:pt idx="2839">
                  <c:v>43363</c:v>
                </c:pt>
                <c:pt idx="2840">
                  <c:v>43362</c:v>
                </c:pt>
                <c:pt idx="2841">
                  <c:v>43361</c:v>
                </c:pt>
                <c:pt idx="2842">
                  <c:v>43360</c:v>
                </c:pt>
                <c:pt idx="2843">
                  <c:v>43359</c:v>
                </c:pt>
                <c:pt idx="2844">
                  <c:v>43358</c:v>
                </c:pt>
                <c:pt idx="2845">
                  <c:v>43357</c:v>
                </c:pt>
                <c:pt idx="2846">
                  <c:v>43356</c:v>
                </c:pt>
                <c:pt idx="2847">
                  <c:v>43355</c:v>
                </c:pt>
                <c:pt idx="2848">
                  <c:v>43354</c:v>
                </c:pt>
                <c:pt idx="2849">
                  <c:v>43353</c:v>
                </c:pt>
                <c:pt idx="2850">
                  <c:v>43352</c:v>
                </c:pt>
                <c:pt idx="2851">
                  <c:v>43351</c:v>
                </c:pt>
                <c:pt idx="2852">
                  <c:v>43350</c:v>
                </c:pt>
                <c:pt idx="2853">
                  <c:v>43349</c:v>
                </c:pt>
                <c:pt idx="2854">
                  <c:v>43348</c:v>
                </c:pt>
                <c:pt idx="2855">
                  <c:v>43347</c:v>
                </c:pt>
                <c:pt idx="2856">
                  <c:v>43346</c:v>
                </c:pt>
                <c:pt idx="2857">
                  <c:v>43345</c:v>
                </c:pt>
                <c:pt idx="2858">
                  <c:v>43344</c:v>
                </c:pt>
                <c:pt idx="2859">
                  <c:v>43343</c:v>
                </c:pt>
                <c:pt idx="2860">
                  <c:v>43342</c:v>
                </c:pt>
                <c:pt idx="2861">
                  <c:v>43341</c:v>
                </c:pt>
                <c:pt idx="2862">
                  <c:v>43340</c:v>
                </c:pt>
                <c:pt idx="2863">
                  <c:v>43339</c:v>
                </c:pt>
                <c:pt idx="2864">
                  <c:v>43338</c:v>
                </c:pt>
                <c:pt idx="2865">
                  <c:v>43337</c:v>
                </c:pt>
                <c:pt idx="2866">
                  <c:v>43336</c:v>
                </c:pt>
                <c:pt idx="2867">
                  <c:v>43335</c:v>
                </c:pt>
                <c:pt idx="2868">
                  <c:v>43334</c:v>
                </c:pt>
                <c:pt idx="2869">
                  <c:v>43333</c:v>
                </c:pt>
                <c:pt idx="2870">
                  <c:v>43332</c:v>
                </c:pt>
                <c:pt idx="2871">
                  <c:v>43331</c:v>
                </c:pt>
                <c:pt idx="2872">
                  <c:v>43330</c:v>
                </c:pt>
                <c:pt idx="2873">
                  <c:v>43329</c:v>
                </c:pt>
                <c:pt idx="2874">
                  <c:v>43328</c:v>
                </c:pt>
                <c:pt idx="2875">
                  <c:v>43327</c:v>
                </c:pt>
                <c:pt idx="2876">
                  <c:v>43326</c:v>
                </c:pt>
                <c:pt idx="2877">
                  <c:v>43325</c:v>
                </c:pt>
                <c:pt idx="2878">
                  <c:v>43324</c:v>
                </c:pt>
                <c:pt idx="2879">
                  <c:v>43323</c:v>
                </c:pt>
                <c:pt idx="2880">
                  <c:v>43322</c:v>
                </c:pt>
                <c:pt idx="2881">
                  <c:v>43321</c:v>
                </c:pt>
                <c:pt idx="2882">
                  <c:v>43320</c:v>
                </c:pt>
                <c:pt idx="2883">
                  <c:v>43319</c:v>
                </c:pt>
                <c:pt idx="2884">
                  <c:v>43318</c:v>
                </c:pt>
                <c:pt idx="2885">
                  <c:v>43317</c:v>
                </c:pt>
                <c:pt idx="2886">
                  <c:v>43316</c:v>
                </c:pt>
                <c:pt idx="2887">
                  <c:v>43315</c:v>
                </c:pt>
                <c:pt idx="2888">
                  <c:v>43314</c:v>
                </c:pt>
                <c:pt idx="2889">
                  <c:v>43313</c:v>
                </c:pt>
                <c:pt idx="2890">
                  <c:v>43312</c:v>
                </c:pt>
                <c:pt idx="2891">
                  <c:v>43311</c:v>
                </c:pt>
                <c:pt idx="2892">
                  <c:v>43310</c:v>
                </c:pt>
                <c:pt idx="2893">
                  <c:v>43309</c:v>
                </c:pt>
                <c:pt idx="2894">
                  <c:v>43308</c:v>
                </c:pt>
                <c:pt idx="2895">
                  <c:v>43307</c:v>
                </c:pt>
                <c:pt idx="2896">
                  <c:v>43306</c:v>
                </c:pt>
                <c:pt idx="2897">
                  <c:v>43305</c:v>
                </c:pt>
                <c:pt idx="2898">
                  <c:v>43304</c:v>
                </c:pt>
                <c:pt idx="2899">
                  <c:v>43303</c:v>
                </c:pt>
                <c:pt idx="2900">
                  <c:v>43302</c:v>
                </c:pt>
                <c:pt idx="2901">
                  <c:v>43301</c:v>
                </c:pt>
                <c:pt idx="2902">
                  <c:v>43300</c:v>
                </c:pt>
                <c:pt idx="2903">
                  <c:v>43299</c:v>
                </c:pt>
                <c:pt idx="2904">
                  <c:v>43298</c:v>
                </c:pt>
                <c:pt idx="2905">
                  <c:v>43297</c:v>
                </c:pt>
                <c:pt idx="2906">
                  <c:v>43296</c:v>
                </c:pt>
                <c:pt idx="2907">
                  <c:v>43295</c:v>
                </c:pt>
                <c:pt idx="2908">
                  <c:v>43294</c:v>
                </c:pt>
                <c:pt idx="2909">
                  <c:v>43293</c:v>
                </c:pt>
                <c:pt idx="2910">
                  <c:v>43292</c:v>
                </c:pt>
                <c:pt idx="2911">
                  <c:v>43291</c:v>
                </c:pt>
                <c:pt idx="2912">
                  <c:v>43290</c:v>
                </c:pt>
                <c:pt idx="2913">
                  <c:v>43289</c:v>
                </c:pt>
                <c:pt idx="2914">
                  <c:v>43288</c:v>
                </c:pt>
                <c:pt idx="2915">
                  <c:v>43287</c:v>
                </c:pt>
                <c:pt idx="2916">
                  <c:v>43286</c:v>
                </c:pt>
                <c:pt idx="2917">
                  <c:v>43285</c:v>
                </c:pt>
                <c:pt idx="2918">
                  <c:v>43284</c:v>
                </c:pt>
                <c:pt idx="2919">
                  <c:v>43283</c:v>
                </c:pt>
                <c:pt idx="2920">
                  <c:v>43282</c:v>
                </c:pt>
                <c:pt idx="2921">
                  <c:v>43281</c:v>
                </c:pt>
                <c:pt idx="2922">
                  <c:v>43280</c:v>
                </c:pt>
                <c:pt idx="2923">
                  <c:v>43279</c:v>
                </c:pt>
                <c:pt idx="2924">
                  <c:v>43278</c:v>
                </c:pt>
                <c:pt idx="2925">
                  <c:v>43277</c:v>
                </c:pt>
                <c:pt idx="2926">
                  <c:v>43276</c:v>
                </c:pt>
                <c:pt idx="2927">
                  <c:v>43275</c:v>
                </c:pt>
                <c:pt idx="2928">
                  <c:v>43274</c:v>
                </c:pt>
                <c:pt idx="2929">
                  <c:v>43273</c:v>
                </c:pt>
                <c:pt idx="2930">
                  <c:v>43272</c:v>
                </c:pt>
                <c:pt idx="2931">
                  <c:v>43271</c:v>
                </c:pt>
                <c:pt idx="2932">
                  <c:v>43270</c:v>
                </c:pt>
                <c:pt idx="2933">
                  <c:v>43269</c:v>
                </c:pt>
                <c:pt idx="2934">
                  <c:v>43268</c:v>
                </c:pt>
                <c:pt idx="2935">
                  <c:v>43267</c:v>
                </c:pt>
                <c:pt idx="2936">
                  <c:v>43266</c:v>
                </c:pt>
                <c:pt idx="2937">
                  <c:v>43265</c:v>
                </c:pt>
                <c:pt idx="2938">
                  <c:v>43264</c:v>
                </c:pt>
                <c:pt idx="2939">
                  <c:v>43263</c:v>
                </c:pt>
                <c:pt idx="2940">
                  <c:v>43262</c:v>
                </c:pt>
                <c:pt idx="2941">
                  <c:v>43261</c:v>
                </c:pt>
                <c:pt idx="2942">
                  <c:v>43260</c:v>
                </c:pt>
                <c:pt idx="2943">
                  <c:v>43259</c:v>
                </c:pt>
                <c:pt idx="2944">
                  <c:v>43258</c:v>
                </c:pt>
                <c:pt idx="2945">
                  <c:v>43257</c:v>
                </c:pt>
                <c:pt idx="2946">
                  <c:v>43256</c:v>
                </c:pt>
                <c:pt idx="2947">
                  <c:v>43255</c:v>
                </c:pt>
                <c:pt idx="2948">
                  <c:v>43254</c:v>
                </c:pt>
                <c:pt idx="2949">
                  <c:v>43253</c:v>
                </c:pt>
                <c:pt idx="2950">
                  <c:v>43252</c:v>
                </c:pt>
                <c:pt idx="2951">
                  <c:v>43251</c:v>
                </c:pt>
                <c:pt idx="2952">
                  <c:v>43250</c:v>
                </c:pt>
                <c:pt idx="2953">
                  <c:v>43249</c:v>
                </c:pt>
                <c:pt idx="2954">
                  <c:v>43248</c:v>
                </c:pt>
                <c:pt idx="2955">
                  <c:v>43247</c:v>
                </c:pt>
                <c:pt idx="2956">
                  <c:v>43246</c:v>
                </c:pt>
                <c:pt idx="2957">
                  <c:v>43245</c:v>
                </c:pt>
                <c:pt idx="2958">
                  <c:v>43244</c:v>
                </c:pt>
                <c:pt idx="2959">
                  <c:v>43243</c:v>
                </c:pt>
                <c:pt idx="2960">
                  <c:v>43242</c:v>
                </c:pt>
                <c:pt idx="2961">
                  <c:v>43241</c:v>
                </c:pt>
                <c:pt idx="2962">
                  <c:v>43240</c:v>
                </c:pt>
                <c:pt idx="2963">
                  <c:v>43239</c:v>
                </c:pt>
                <c:pt idx="2964">
                  <c:v>43238</c:v>
                </c:pt>
                <c:pt idx="2965">
                  <c:v>43237</c:v>
                </c:pt>
                <c:pt idx="2966">
                  <c:v>43236</c:v>
                </c:pt>
                <c:pt idx="2967">
                  <c:v>43235</c:v>
                </c:pt>
                <c:pt idx="2968">
                  <c:v>43234</c:v>
                </c:pt>
                <c:pt idx="2969">
                  <c:v>43233</c:v>
                </c:pt>
                <c:pt idx="2970">
                  <c:v>43232</c:v>
                </c:pt>
                <c:pt idx="2971">
                  <c:v>43231</c:v>
                </c:pt>
                <c:pt idx="2972">
                  <c:v>43230</c:v>
                </c:pt>
                <c:pt idx="2973">
                  <c:v>43229</c:v>
                </c:pt>
                <c:pt idx="2974">
                  <c:v>43228</c:v>
                </c:pt>
                <c:pt idx="2975">
                  <c:v>43227</c:v>
                </c:pt>
                <c:pt idx="2976">
                  <c:v>43226</c:v>
                </c:pt>
                <c:pt idx="2977">
                  <c:v>43225</c:v>
                </c:pt>
                <c:pt idx="2978">
                  <c:v>43224</c:v>
                </c:pt>
                <c:pt idx="2979">
                  <c:v>43223</c:v>
                </c:pt>
                <c:pt idx="2980">
                  <c:v>43222</c:v>
                </c:pt>
                <c:pt idx="2981">
                  <c:v>43221</c:v>
                </c:pt>
                <c:pt idx="2982">
                  <c:v>43220</c:v>
                </c:pt>
                <c:pt idx="2983">
                  <c:v>43219</c:v>
                </c:pt>
                <c:pt idx="2984">
                  <c:v>43218</c:v>
                </c:pt>
                <c:pt idx="2985">
                  <c:v>43217</c:v>
                </c:pt>
                <c:pt idx="2986">
                  <c:v>43216</c:v>
                </c:pt>
                <c:pt idx="2987">
                  <c:v>43215</c:v>
                </c:pt>
                <c:pt idx="2988">
                  <c:v>43214</c:v>
                </c:pt>
                <c:pt idx="2989">
                  <c:v>43213</c:v>
                </c:pt>
                <c:pt idx="2990">
                  <c:v>43212</c:v>
                </c:pt>
                <c:pt idx="2991">
                  <c:v>43211</c:v>
                </c:pt>
                <c:pt idx="2992">
                  <c:v>43210</c:v>
                </c:pt>
                <c:pt idx="2993">
                  <c:v>43209</c:v>
                </c:pt>
                <c:pt idx="2994">
                  <c:v>43208</c:v>
                </c:pt>
                <c:pt idx="2995">
                  <c:v>43207</c:v>
                </c:pt>
                <c:pt idx="2996">
                  <c:v>43206</c:v>
                </c:pt>
                <c:pt idx="2997">
                  <c:v>43205</c:v>
                </c:pt>
                <c:pt idx="2998">
                  <c:v>43204</c:v>
                </c:pt>
                <c:pt idx="2999">
                  <c:v>43203</c:v>
                </c:pt>
                <c:pt idx="3000">
                  <c:v>43202</c:v>
                </c:pt>
                <c:pt idx="3001">
                  <c:v>43201</c:v>
                </c:pt>
                <c:pt idx="3002">
                  <c:v>43200</c:v>
                </c:pt>
                <c:pt idx="3003">
                  <c:v>43199</c:v>
                </c:pt>
                <c:pt idx="3004">
                  <c:v>43198</c:v>
                </c:pt>
                <c:pt idx="3005">
                  <c:v>43197</c:v>
                </c:pt>
                <c:pt idx="3006">
                  <c:v>43196</c:v>
                </c:pt>
                <c:pt idx="3007">
                  <c:v>43195</c:v>
                </c:pt>
                <c:pt idx="3008">
                  <c:v>43194</c:v>
                </c:pt>
                <c:pt idx="3009">
                  <c:v>43193</c:v>
                </c:pt>
                <c:pt idx="3010">
                  <c:v>43192</c:v>
                </c:pt>
                <c:pt idx="3011">
                  <c:v>43191</c:v>
                </c:pt>
                <c:pt idx="3012">
                  <c:v>43190</c:v>
                </c:pt>
                <c:pt idx="3013">
                  <c:v>43189</c:v>
                </c:pt>
                <c:pt idx="3014">
                  <c:v>43188</c:v>
                </c:pt>
                <c:pt idx="3015">
                  <c:v>43187</c:v>
                </c:pt>
                <c:pt idx="3016">
                  <c:v>43186</c:v>
                </c:pt>
                <c:pt idx="3017">
                  <c:v>43185</c:v>
                </c:pt>
                <c:pt idx="3018">
                  <c:v>43184</c:v>
                </c:pt>
                <c:pt idx="3019">
                  <c:v>43183</c:v>
                </c:pt>
                <c:pt idx="3020">
                  <c:v>43182</c:v>
                </c:pt>
                <c:pt idx="3021">
                  <c:v>43181</c:v>
                </c:pt>
                <c:pt idx="3022">
                  <c:v>43180</c:v>
                </c:pt>
                <c:pt idx="3023">
                  <c:v>43179</c:v>
                </c:pt>
                <c:pt idx="3024">
                  <c:v>43178</c:v>
                </c:pt>
                <c:pt idx="3025">
                  <c:v>43177</c:v>
                </c:pt>
                <c:pt idx="3026">
                  <c:v>43176</c:v>
                </c:pt>
                <c:pt idx="3027">
                  <c:v>43175</c:v>
                </c:pt>
                <c:pt idx="3028">
                  <c:v>43174</c:v>
                </c:pt>
                <c:pt idx="3029">
                  <c:v>43173</c:v>
                </c:pt>
                <c:pt idx="3030">
                  <c:v>43172</c:v>
                </c:pt>
                <c:pt idx="3031">
                  <c:v>43171</c:v>
                </c:pt>
                <c:pt idx="3032">
                  <c:v>43170</c:v>
                </c:pt>
                <c:pt idx="3033">
                  <c:v>43169</c:v>
                </c:pt>
                <c:pt idx="3034">
                  <c:v>43168</c:v>
                </c:pt>
                <c:pt idx="3035">
                  <c:v>43167</c:v>
                </c:pt>
                <c:pt idx="3036">
                  <c:v>43166</c:v>
                </c:pt>
                <c:pt idx="3037">
                  <c:v>43165</c:v>
                </c:pt>
                <c:pt idx="3038">
                  <c:v>43164</c:v>
                </c:pt>
                <c:pt idx="3039">
                  <c:v>43163</c:v>
                </c:pt>
                <c:pt idx="3040">
                  <c:v>43162</c:v>
                </c:pt>
                <c:pt idx="3041">
                  <c:v>43161</c:v>
                </c:pt>
                <c:pt idx="3042">
                  <c:v>43160</c:v>
                </c:pt>
                <c:pt idx="3043">
                  <c:v>43159</c:v>
                </c:pt>
                <c:pt idx="3044">
                  <c:v>43158</c:v>
                </c:pt>
                <c:pt idx="3045">
                  <c:v>43157</c:v>
                </c:pt>
                <c:pt idx="3046">
                  <c:v>43156</c:v>
                </c:pt>
                <c:pt idx="3047">
                  <c:v>43155</c:v>
                </c:pt>
                <c:pt idx="3048">
                  <c:v>43154</c:v>
                </c:pt>
                <c:pt idx="3049">
                  <c:v>43153</c:v>
                </c:pt>
                <c:pt idx="3050">
                  <c:v>43152</c:v>
                </c:pt>
                <c:pt idx="3051">
                  <c:v>43151</c:v>
                </c:pt>
                <c:pt idx="3052">
                  <c:v>43150</c:v>
                </c:pt>
                <c:pt idx="3053">
                  <c:v>43149</c:v>
                </c:pt>
                <c:pt idx="3054">
                  <c:v>43148</c:v>
                </c:pt>
                <c:pt idx="3055">
                  <c:v>43147</c:v>
                </c:pt>
                <c:pt idx="3056">
                  <c:v>43146</c:v>
                </c:pt>
                <c:pt idx="3057">
                  <c:v>43145</c:v>
                </c:pt>
                <c:pt idx="3058">
                  <c:v>43144</c:v>
                </c:pt>
                <c:pt idx="3059">
                  <c:v>43143</c:v>
                </c:pt>
                <c:pt idx="3060">
                  <c:v>43142</c:v>
                </c:pt>
                <c:pt idx="3061">
                  <c:v>43141</c:v>
                </c:pt>
                <c:pt idx="3062">
                  <c:v>43140</c:v>
                </c:pt>
                <c:pt idx="3063">
                  <c:v>43139</c:v>
                </c:pt>
                <c:pt idx="3064">
                  <c:v>43138</c:v>
                </c:pt>
                <c:pt idx="3065">
                  <c:v>43137</c:v>
                </c:pt>
                <c:pt idx="3066">
                  <c:v>43136</c:v>
                </c:pt>
                <c:pt idx="3067">
                  <c:v>43135</c:v>
                </c:pt>
                <c:pt idx="3068">
                  <c:v>43134</c:v>
                </c:pt>
                <c:pt idx="3069">
                  <c:v>43133</c:v>
                </c:pt>
                <c:pt idx="3070">
                  <c:v>43132</c:v>
                </c:pt>
                <c:pt idx="3071">
                  <c:v>43131</c:v>
                </c:pt>
                <c:pt idx="3072">
                  <c:v>43130</c:v>
                </c:pt>
                <c:pt idx="3073">
                  <c:v>43129</c:v>
                </c:pt>
                <c:pt idx="3074">
                  <c:v>43128</c:v>
                </c:pt>
                <c:pt idx="3075">
                  <c:v>43127</c:v>
                </c:pt>
                <c:pt idx="3076">
                  <c:v>43126</c:v>
                </c:pt>
                <c:pt idx="3077">
                  <c:v>43125</c:v>
                </c:pt>
                <c:pt idx="3078">
                  <c:v>43124</c:v>
                </c:pt>
                <c:pt idx="3079">
                  <c:v>43123</c:v>
                </c:pt>
                <c:pt idx="3080">
                  <c:v>43122</c:v>
                </c:pt>
                <c:pt idx="3081">
                  <c:v>43121</c:v>
                </c:pt>
                <c:pt idx="3082">
                  <c:v>43120</c:v>
                </c:pt>
                <c:pt idx="3083">
                  <c:v>43119</c:v>
                </c:pt>
                <c:pt idx="3084">
                  <c:v>43118</c:v>
                </c:pt>
                <c:pt idx="3085">
                  <c:v>43117</c:v>
                </c:pt>
                <c:pt idx="3086">
                  <c:v>43116</c:v>
                </c:pt>
                <c:pt idx="3087">
                  <c:v>43115</c:v>
                </c:pt>
                <c:pt idx="3088">
                  <c:v>43114</c:v>
                </c:pt>
                <c:pt idx="3089">
                  <c:v>43113</c:v>
                </c:pt>
                <c:pt idx="3090">
                  <c:v>43112</c:v>
                </c:pt>
                <c:pt idx="3091">
                  <c:v>43111</c:v>
                </c:pt>
                <c:pt idx="3092">
                  <c:v>43110</c:v>
                </c:pt>
                <c:pt idx="3093">
                  <c:v>43109</c:v>
                </c:pt>
                <c:pt idx="3094">
                  <c:v>43108</c:v>
                </c:pt>
                <c:pt idx="3095">
                  <c:v>43107</c:v>
                </c:pt>
                <c:pt idx="3096">
                  <c:v>43106</c:v>
                </c:pt>
                <c:pt idx="3097">
                  <c:v>43105</c:v>
                </c:pt>
                <c:pt idx="3098">
                  <c:v>43104</c:v>
                </c:pt>
                <c:pt idx="3099">
                  <c:v>43103</c:v>
                </c:pt>
                <c:pt idx="3100">
                  <c:v>43102</c:v>
                </c:pt>
                <c:pt idx="3101">
                  <c:v>43101</c:v>
                </c:pt>
                <c:pt idx="3102">
                  <c:v>43100</c:v>
                </c:pt>
                <c:pt idx="3103">
                  <c:v>43099</c:v>
                </c:pt>
                <c:pt idx="3104">
                  <c:v>43098</c:v>
                </c:pt>
                <c:pt idx="3105">
                  <c:v>43097</c:v>
                </c:pt>
                <c:pt idx="3106">
                  <c:v>43096</c:v>
                </c:pt>
                <c:pt idx="3107">
                  <c:v>43095</c:v>
                </c:pt>
                <c:pt idx="3108">
                  <c:v>43094</c:v>
                </c:pt>
                <c:pt idx="3109">
                  <c:v>43093</c:v>
                </c:pt>
                <c:pt idx="3110">
                  <c:v>43092</c:v>
                </c:pt>
                <c:pt idx="3111">
                  <c:v>43091</c:v>
                </c:pt>
                <c:pt idx="3112">
                  <c:v>43090</c:v>
                </c:pt>
                <c:pt idx="3113">
                  <c:v>43089</c:v>
                </c:pt>
                <c:pt idx="3114">
                  <c:v>43088</c:v>
                </c:pt>
                <c:pt idx="3115">
                  <c:v>43087</c:v>
                </c:pt>
                <c:pt idx="3116">
                  <c:v>43086</c:v>
                </c:pt>
                <c:pt idx="3117">
                  <c:v>43085</c:v>
                </c:pt>
                <c:pt idx="3118">
                  <c:v>43084</c:v>
                </c:pt>
                <c:pt idx="3119">
                  <c:v>43083</c:v>
                </c:pt>
                <c:pt idx="3120">
                  <c:v>43082</c:v>
                </c:pt>
                <c:pt idx="3121">
                  <c:v>43081</c:v>
                </c:pt>
                <c:pt idx="3122">
                  <c:v>43080</c:v>
                </c:pt>
                <c:pt idx="3123">
                  <c:v>43079</c:v>
                </c:pt>
                <c:pt idx="3124">
                  <c:v>43078</c:v>
                </c:pt>
                <c:pt idx="3125">
                  <c:v>43077</c:v>
                </c:pt>
                <c:pt idx="3126">
                  <c:v>43076</c:v>
                </c:pt>
                <c:pt idx="3127">
                  <c:v>43075</c:v>
                </c:pt>
                <c:pt idx="3128">
                  <c:v>43074</c:v>
                </c:pt>
                <c:pt idx="3129">
                  <c:v>43073</c:v>
                </c:pt>
                <c:pt idx="3130">
                  <c:v>43072</c:v>
                </c:pt>
                <c:pt idx="3131">
                  <c:v>43071</c:v>
                </c:pt>
                <c:pt idx="3132">
                  <c:v>43070</c:v>
                </c:pt>
                <c:pt idx="3133">
                  <c:v>43069</c:v>
                </c:pt>
                <c:pt idx="3134">
                  <c:v>43068</c:v>
                </c:pt>
                <c:pt idx="3135">
                  <c:v>43067</c:v>
                </c:pt>
                <c:pt idx="3136">
                  <c:v>43066</c:v>
                </c:pt>
                <c:pt idx="3137">
                  <c:v>43065</c:v>
                </c:pt>
                <c:pt idx="3138">
                  <c:v>43064</c:v>
                </c:pt>
                <c:pt idx="3139">
                  <c:v>43063</c:v>
                </c:pt>
                <c:pt idx="3140">
                  <c:v>43062</c:v>
                </c:pt>
                <c:pt idx="3141">
                  <c:v>43061</c:v>
                </c:pt>
                <c:pt idx="3142">
                  <c:v>43060</c:v>
                </c:pt>
                <c:pt idx="3143">
                  <c:v>43059</c:v>
                </c:pt>
                <c:pt idx="3144">
                  <c:v>43058</c:v>
                </c:pt>
                <c:pt idx="3145">
                  <c:v>43057</c:v>
                </c:pt>
                <c:pt idx="3146">
                  <c:v>43056</c:v>
                </c:pt>
                <c:pt idx="3147">
                  <c:v>43055</c:v>
                </c:pt>
                <c:pt idx="3148">
                  <c:v>43054</c:v>
                </c:pt>
                <c:pt idx="3149">
                  <c:v>43053</c:v>
                </c:pt>
                <c:pt idx="3150">
                  <c:v>43052</c:v>
                </c:pt>
                <c:pt idx="3151">
                  <c:v>43051</c:v>
                </c:pt>
                <c:pt idx="3152">
                  <c:v>43050</c:v>
                </c:pt>
                <c:pt idx="3153">
                  <c:v>43049</c:v>
                </c:pt>
                <c:pt idx="3154">
                  <c:v>43048</c:v>
                </c:pt>
                <c:pt idx="3155">
                  <c:v>43047</c:v>
                </c:pt>
                <c:pt idx="3156">
                  <c:v>43046</c:v>
                </c:pt>
                <c:pt idx="3157">
                  <c:v>43045</c:v>
                </c:pt>
                <c:pt idx="3158">
                  <c:v>43044</c:v>
                </c:pt>
                <c:pt idx="3159">
                  <c:v>43043</c:v>
                </c:pt>
                <c:pt idx="3160">
                  <c:v>43042</c:v>
                </c:pt>
                <c:pt idx="3161">
                  <c:v>43041</c:v>
                </c:pt>
                <c:pt idx="3162">
                  <c:v>43040</c:v>
                </c:pt>
                <c:pt idx="3163">
                  <c:v>43039</c:v>
                </c:pt>
                <c:pt idx="3164">
                  <c:v>43038</c:v>
                </c:pt>
                <c:pt idx="3165">
                  <c:v>43037</c:v>
                </c:pt>
                <c:pt idx="3166">
                  <c:v>43036</c:v>
                </c:pt>
                <c:pt idx="3167">
                  <c:v>43035</c:v>
                </c:pt>
                <c:pt idx="3168">
                  <c:v>43034</c:v>
                </c:pt>
                <c:pt idx="3169">
                  <c:v>43033</c:v>
                </c:pt>
                <c:pt idx="3170">
                  <c:v>43032</c:v>
                </c:pt>
                <c:pt idx="3171">
                  <c:v>43031</c:v>
                </c:pt>
                <c:pt idx="3172">
                  <c:v>43030</c:v>
                </c:pt>
                <c:pt idx="3173">
                  <c:v>43029</c:v>
                </c:pt>
                <c:pt idx="3174">
                  <c:v>43028</c:v>
                </c:pt>
                <c:pt idx="3175">
                  <c:v>43027</c:v>
                </c:pt>
                <c:pt idx="3176">
                  <c:v>43026</c:v>
                </c:pt>
                <c:pt idx="3177">
                  <c:v>43025</c:v>
                </c:pt>
                <c:pt idx="3178">
                  <c:v>43024</c:v>
                </c:pt>
                <c:pt idx="3179">
                  <c:v>43023</c:v>
                </c:pt>
                <c:pt idx="3180">
                  <c:v>43022</c:v>
                </c:pt>
                <c:pt idx="3181">
                  <c:v>43021</c:v>
                </c:pt>
                <c:pt idx="3182">
                  <c:v>43020</c:v>
                </c:pt>
                <c:pt idx="3183">
                  <c:v>43019</c:v>
                </c:pt>
                <c:pt idx="3184">
                  <c:v>43018</c:v>
                </c:pt>
                <c:pt idx="3185">
                  <c:v>43017</c:v>
                </c:pt>
                <c:pt idx="3186">
                  <c:v>43016</c:v>
                </c:pt>
                <c:pt idx="3187">
                  <c:v>43015</c:v>
                </c:pt>
                <c:pt idx="3188">
                  <c:v>43014</c:v>
                </c:pt>
                <c:pt idx="3189">
                  <c:v>43013</c:v>
                </c:pt>
                <c:pt idx="3190">
                  <c:v>43012</c:v>
                </c:pt>
                <c:pt idx="3191">
                  <c:v>43011</c:v>
                </c:pt>
                <c:pt idx="3192">
                  <c:v>43010</c:v>
                </c:pt>
                <c:pt idx="3193">
                  <c:v>43009</c:v>
                </c:pt>
                <c:pt idx="3194">
                  <c:v>43008</c:v>
                </c:pt>
                <c:pt idx="3195">
                  <c:v>43007</c:v>
                </c:pt>
                <c:pt idx="3196">
                  <c:v>43006</c:v>
                </c:pt>
                <c:pt idx="3197">
                  <c:v>43005</c:v>
                </c:pt>
                <c:pt idx="3198">
                  <c:v>43004</c:v>
                </c:pt>
                <c:pt idx="3199">
                  <c:v>43003</c:v>
                </c:pt>
                <c:pt idx="3200">
                  <c:v>43002</c:v>
                </c:pt>
                <c:pt idx="3201">
                  <c:v>43001</c:v>
                </c:pt>
                <c:pt idx="3202">
                  <c:v>43000</c:v>
                </c:pt>
                <c:pt idx="3203">
                  <c:v>42999</c:v>
                </c:pt>
                <c:pt idx="3204">
                  <c:v>42998</c:v>
                </c:pt>
                <c:pt idx="3205">
                  <c:v>42997</c:v>
                </c:pt>
                <c:pt idx="3206">
                  <c:v>42996</c:v>
                </c:pt>
                <c:pt idx="3207">
                  <c:v>42995</c:v>
                </c:pt>
                <c:pt idx="3208">
                  <c:v>42994</c:v>
                </c:pt>
                <c:pt idx="3209">
                  <c:v>42993</c:v>
                </c:pt>
                <c:pt idx="3210">
                  <c:v>42992</c:v>
                </c:pt>
                <c:pt idx="3211">
                  <c:v>42991</c:v>
                </c:pt>
                <c:pt idx="3212">
                  <c:v>42990</c:v>
                </c:pt>
                <c:pt idx="3213">
                  <c:v>42989</c:v>
                </c:pt>
                <c:pt idx="3214">
                  <c:v>42988</c:v>
                </c:pt>
                <c:pt idx="3215">
                  <c:v>42987</c:v>
                </c:pt>
                <c:pt idx="3216">
                  <c:v>42986</c:v>
                </c:pt>
                <c:pt idx="3217">
                  <c:v>42985</c:v>
                </c:pt>
                <c:pt idx="3218">
                  <c:v>42984</c:v>
                </c:pt>
                <c:pt idx="3219">
                  <c:v>42983</c:v>
                </c:pt>
                <c:pt idx="3220">
                  <c:v>42982</c:v>
                </c:pt>
                <c:pt idx="3221">
                  <c:v>42981</c:v>
                </c:pt>
                <c:pt idx="3222">
                  <c:v>42980</c:v>
                </c:pt>
                <c:pt idx="3223">
                  <c:v>42979</c:v>
                </c:pt>
                <c:pt idx="3224">
                  <c:v>42978</c:v>
                </c:pt>
                <c:pt idx="3225">
                  <c:v>42977</c:v>
                </c:pt>
                <c:pt idx="3226">
                  <c:v>42976</c:v>
                </c:pt>
                <c:pt idx="3227">
                  <c:v>42975</c:v>
                </c:pt>
                <c:pt idx="3228">
                  <c:v>42974</c:v>
                </c:pt>
                <c:pt idx="3229">
                  <c:v>42973</c:v>
                </c:pt>
                <c:pt idx="3230">
                  <c:v>42972</c:v>
                </c:pt>
                <c:pt idx="3231">
                  <c:v>42971</c:v>
                </c:pt>
                <c:pt idx="3232">
                  <c:v>42970</c:v>
                </c:pt>
                <c:pt idx="3233">
                  <c:v>42969</c:v>
                </c:pt>
                <c:pt idx="3234">
                  <c:v>42968</c:v>
                </c:pt>
                <c:pt idx="3235">
                  <c:v>42967</c:v>
                </c:pt>
                <c:pt idx="3236">
                  <c:v>42966</c:v>
                </c:pt>
                <c:pt idx="3237">
                  <c:v>42965</c:v>
                </c:pt>
                <c:pt idx="3238">
                  <c:v>42964</c:v>
                </c:pt>
                <c:pt idx="3239">
                  <c:v>42963</c:v>
                </c:pt>
                <c:pt idx="3240">
                  <c:v>42962</c:v>
                </c:pt>
                <c:pt idx="3241">
                  <c:v>42961</c:v>
                </c:pt>
                <c:pt idx="3242">
                  <c:v>42960</c:v>
                </c:pt>
                <c:pt idx="3243">
                  <c:v>42959</c:v>
                </c:pt>
                <c:pt idx="3244">
                  <c:v>42958</c:v>
                </c:pt>
                <c:pt idx="3245">
                  <c:v>42957</c:v>
                </c:pt>
                <c:pt idx="3246">
                  <c:v>42956</c:v>
                </c:pt>
                <c:pt idx="3247">
                  <c:v>42955</c:v>
                </c:pt>
                <c:pt idx="3248">
                  <c:v>42954</c:v>
                </c:pt>
                <c:pt idx="3249">
                  <c:v>42953</c:v>
                </c:pt>
                <c:pt idx="3250">
                  <c:v>42952</c:v>
                </c:pt>
                <c:pt idx="3251">
                  <c:v>42951</c:v>
                </c:pt>
                <c:pt idx="3252">
                  <c:v>42950</c:v>
                </c:pt>
                <c:pt idx="3253">
                  <c:v>42949</c:v>
                </c:pt>
                <c:pt idx="3254">
                  <c:v>42948</c:v>
                </c:pt>
                <c:pt idx="3255">
                  <c:v>42947</c:v>
                </c:pt>
                <c:pt idx="3256">
                  <c:v>42946</c:v>
                </c:pt>
                <c:pt idx="3257">
                  <c:v>42945</c:v>
                </c:pt>
                <c:pt idx="3258">
                  <c:v>42944</c:v>
                </c:pt>
                <c:pt idx="3259">
                  <c:v>42943</c:v>
                </c:pt>
                <c:pt idx="3260">
                  <c:v>42942</c:v>
                </c:pt>
                <c:pt idx="3261">
                  <c:v>42941</c:v>
                </c:pt>
                <c:pt idx="3262">
                  <c:v>42940</c:v>
                </c:pt>
                <c:pt idx="3263">
                  <c:v>42939</c:v>
                </c:pt>
                <c:pt idx="3264">
                  <c:v>42938</c:v>
                </c:pt>
                <c:pt idx="3265">
                  <c:v>42937</c:v>
                </c:pt>
                <c:pt idx="3266">
                  <c:v>42936</c:v>
                </c:pt>
                <c:pt idx="3267">
                  <c:v>42935</c:v>
                </c:pt>
                <c:pt idx="3268">
                  <c:v>42934</c:v>
                </c:pt>
                <c:pt idx="3269">
                  <c:v>42933</c:v>
                </c:pt>
                <c:pt idx="3270">
                  <c:v>42932</c:v>
                </c:pt>
                <c:pt idx="3271">
                  <c:v>42931</c:v>
                </c:pt>
                <c:pt idx="3272">
                  <c:v>42930</c:v>
                </c:pt>
                <c:pt idx="3273">
                  <c:v>42929</c:v>
                </c:pt>
                <c:pt idx="3274">
                  <c:v>42928</c:v>
                </c:pt>
                <c:pt idx="3275">
                  <c:v>42927</c:v>
                </c:pt>
                <c:pt idx="3276">
                  <c:v>42926</c:v>
                </c:pt>
                <c:pt idx="3277">
                  <c:v>42925</c:v>
                </c:pt>
                <c:pt idx="3278">
                  <c:v>42924</c:v>
                </c:pt>
                <c:pt idx="3279">
                  <c:v>42923</c:v>
                </c:pt>
                <c:pt idx="3280">
                  <c:v>42922</c:v>
                </c:pt>
                <c:pt idx="3281">
                  <c:v>42921</c:v>
                </c:pt>
                <c:pt idx="3282">
                  <c:v>42920</c:v>
                </c:pt>
                <c:pt idx="3283">
                  <c:v>42919</c:v>
                </c:pt>
                <c:pt idx="3284">
                  <c:v>42918</c:v>
                </c:pt>
                <c:pt idx="3285">
                  <c:v>42917</c:v>
                </c:pt>
                <c:pt idx="3286">
                  <c:v>42916</c:v>
                </c:pt>
                <c:pt idx="3287">
                  <c:v>42915</c:v>
                </c:pt>
                <c:pt idx="3288">
                  <c:v>42914</c:v>
                </c:pt>
                <c:pt idx="3289">
                  <c:v>42913</c:v>
                </c:pt>
                <c:pt idx="3290">
                  <c:v>42912</c:v>
                </c:pt>
                <c:pt idx="3291">
                  <c:v>42911</c:v>
                </c:pt>
                <c:pt idx="3292">
                  <c:v>42910</c:v>
                </c:pt>
                <c:pt idx="3293">
                  <c:v>42909</c:v>
                </c:pt>
                <c:pt idx="3294">
                  <c:v>42908</c:v>
                </c:pt>
                <c:pt idx="3295">
                  <c:v>42907</c:v>
                </c:pt>
                <c:pt idx="3296">
                  <c:v>42906</c:v>
                </c:pt>
                <c:pt idx="3297">
                  <c:v>42905</c:v>
                </c:pt>
                <c:pt idx="3298">
                  <c:v>42904</c:v>
                </c:pt>
                <c:pt idx="3299">
                  <c:v>42903</c:v>
                </c:pt>
                <c:pt idx="3300">
                  <c:v>42902</c:v>
                </c:pt>
                <c:pt idx="3301">
                  <c:v>42901</c:v>
                </c:pt>
                <c:pt idx="3302">
                  <c:v>42900</c:v>
                </c:pt>
                <c:pt idx="3303">
                  <c:v>42899</c:v>
                </c:pt>
                <c:pt idx="3304">
                  <c:v>42898</c:v>
                </c:pt>
                <c:pt idx="3305">
                  <c:v>42897</c:v>
                </c:pt>
                <c:pt idx="3306">
                  <c:v>42896</c:v>
                </c:pt>
                <c:pt idx="3307">
                  <c:v>42895</c:v>
                </c:pt>
                <c:pt idx="3308">
                  <c:v>42894</c:v>
                </c:pt>
                <c:pt idx="3309">
                  <c:v>42893</c:v>
                </c:pt>
                <c:pt idx="3310">
                  <c:v>42892</c:v>
                </c:pt>
                <c:pt idx="3311">
                  <c:v>42891</c:v>
                </c:pt>
                <c:pt idx="3312">
                  <c:v>42890</c:v>
                </c:pt>
                <c:pt idx="3313">
                  <c:v>42889</c:v>
                </c:pt>
                <c:pt idx="3314">
                  <c:v>42888</c:v>
                </c:pt>
                <c:pt idx="3315">
                  <c:v>42887</c:v>
                </c:pt>
                <c:pt idx="3316">
                  <c:v>42886</c:v>
                </c:pt>
                <c:pt idx="3317">
                  <c:v>42885</c:v>
                </c:pt>
                <c:pt idx="3318">
                  <c:v>42884</c:v>
                </c:pt>
                <c:pt idx="3319">
                  <c:v>42883</c:v>
                </c:pt>
                <c:pt idx="3320">
                  <c:v>42882</c:v>
                </c:pt>
                <c:pt idx="3321">
                  <c:v>42881</c:v>
                </c:pt>
                <c:pt idx="3322">
                  <c:v>42880</c:v>
                </c:pt>
                <c:pt idx="3323">
                  <c:v>42879</c:v>
                </c:pt>
                <c:pt idx="3324">
                  <c:v>42878</c:v>
                </c:pt>
                <c:pt idx="3325">
                  <c:v>42877</c:v>
                </c:pt>
                <c:pt idx="3326">
                  <c:v>42876</c:v>
                </c:pt>
                <c:pt idx="3327">
                  <c:v>42875</c:v>
                </c:pt>
                <c:pt idx="3328">
                  <c:v>42874</c:v>
                </c:pt>
                <c:pt idx="3329">
                  <c:v>42873</c:v>
                </c:pt>
                <c:pt idx="3330">
                  <c:v>42872</c:v>
                </c:pt>
                <c:pt idx="3331">
                  <c:v>42871</c:v>
                </c:pt>
                <c:pt idx="3332">
                  <c:v>42870</c:v>
                </c:pt>
                <c:pt idx="3333">
                  <c:v>42869</c:v>
                </c:pt>
                <c:pt idx="3334">
                  <c:v>42868</c:v>
                </c:pt>
                <c:pt idx="3335">
                  <c:v>42867</c:v>
                </c:pt>
                <c:pt idx="3336">
                  <c:v>42866</c:v>
                </c:pt>
                <c:pt idx="3337">
                  <c:v>42865</c:v>
                </c:pt>
                <c:pt idx="3338">
                  <c:v>42864</c:v>
                </c:pt>
                <c:pt idx="3339">
                  <c:v>42863</c:v>
                </c:pt>
                <c:pt idx="3340">
                  <c:v>42862</c:v>
                </c:pt>
                <c:pt idx="3341">
                  <c:v>42861</c:v>
                </c:pt>
                <c:pt idx="3342">
                  <c:v>42860</c:v>
                </c:pt>
                <c:pt idx="3343">
                  <c:v>42859</c:v>
                </c:pt>
                <c:pt idx="3344">
                  <c:v>42858</c:v>
                </c:pt>
                <c:pt idx="3345">
                  <c:v>42857</c:v>
                </c:pt>
                <c:pt idx="3346">
                  <c:v>42856</c:v>
                </c:pt>
                <c:pt idx="3347">
                  <c:v>42855</c:v>
                </c:pt>
                <c:pt idx="3348">
                  <c:v>42854</c:v>
                </c:pt>
                <c:pt idx="3349">
                  <c:v>42853</c:v>
                </c:pt>
                <c:pt idx="3350">
                  <c:v>42852</c:v>
                </c:pt>
                <c:pt idx="3351">
                  <c:v>42851</c:v>
                </c:pt>
                <c:pt idx="3352">
                  <c:v>42850</c:v>
                </c:pt>
                <c:pt idx="3353">
                  <c:v>42849</c:v>
                </c:pt>
                <c:pt idx="3354">
                  <c:v>42848</c:v>
                </c:pt>
                <c:pt idx="3355">
                  <c:v>42847</c:v>
                </c:pt>
                <c:pt idx="3356">
                  <c:v>42846</c:v>
                </c:pt>
                <c:pt idx="3357">
                  <c:v>42845</c:v>
                </c:pt>
                <c:pt idx="3358">
                  <c:v>42844</c:v>
                </c:pt>
                <c:pt idx="3359">
                  <c:v>42843</c:v>
                </c:pt>
                <c:pt idx="3360">
                  <c:v>42842</c:v>
                </c:pt>
                <c:pt idx="3361">
                  <c:v>42841</c:v>
                </c:pt>
                <c:pt idx="3362">
                  <c:v>42840</c:v>
                </c:pt>
                <c:pt idx="3363">
                  <c:v>42839</c:v>
                </c:pt>
                <c:pt idx="3364">
                  <c:v>42838</c:v>
                </c:pt>
                <c:pt idx="3365">
                  <c:v>42837</c:v>
                </c:pt>
                <c:pt idx="3366">
                  <c:v>42836</c:v>
                </c:pt>
                <c:pt idx="3367">
                  <c:v>42835</c:v>
                </c:pt>
                <c:pt idx="3368">
                  <c:v>42834</c:v>
                </c:pt>
                <c:pt idx="3369">
                  <c:v>42833</c:v>
                </c:pt>
                <c:pt idx="3370">
                  <c:v>42832</c:v>
                </c:pt>
                <c:pt idx="3371">
                  <c:v>42831</c:v>
                </c:pt>
                <c:pt idx="3372">
                  <c:v>42830</c:v>
                </c:pt>
                <c:pt idx="3373">
                  <c:v>42829</c:v>
                </c:pt>
                <c:pt idx="3374">
                  <c:v>42828</c:v>
                </c:pt>
                <c:pt idx="3375">
                  <c:v>42827</c:v>
                </c:pt>
                <c:pt idx="3376">
                  <c:v>42826</c:v>
                </c:pt>
                <c:pt idx="3377">
                  <c:v>42825</c:v>
                </c:pt>
                <c:pt idx="3378">
                  <c:v>42824</c:v>
                </c:pt>
                <c:pt idx="3379">
                  <c:v>42823</c:v>
                </c:pt>
                <c:pt idx="3380">
                  <c:v>42822</c:v>
                </c:pt>
                <c:pt idx="3381">
                  <c:v>42821</c:v>
                </c:pt>
                <c:pt idx="3382">
                  <c:v>42820</c:v>
                </c:pt>
                <c:pt idx="3383">
                  <c:v>42819</c:v>
                </c:pt>
                <c:pt idx="3384">
                  <c:v>42818</c:v>
                </c:pt>
                <c:pt idx="3385">
                  <c:v>42817</c:v>
                </c:pt>
                <c:pt idx="3386">
                  <c:v>42816</c:v>
                </c:pt>
                <c:pt idx="3387">
                  <c:v>42815</c:v>
                </c:pt>
                <c:pt idx="3388">
                  <c:v>42814</c:v>
                </c:pt>
                <c:pt idx="3389">
                  <c:v>42813</c:v>
                </c:pt>
                <c:pt idx="3390">
                  <c:v>42812</c:v>
                </c:pt>
                <c:pt idx="3391">
                  <c:v>42811</c:v>
                </c:pt>
                <c:pt idx="3392">
                  <c:v>42810</c:v>
                </c:pt>
                <c:pt idx="3393">
                  <c:v>42809</c:v>
                </c:pt>
                <c:pt idx="3394">
                  <c:v>42808</c:v>
                </c:pt>
                <c:pt idx="3395">
                  <c:v>42807</c:v>
                </c:pt>
                <c:pt idx="3396">
                  <c:v>42806</c:v>
                </c:pt>
                <c:pt idx="3397">
                  <c:v>42805</c:v>
                </c:pt>
                <c:pt idx="3398">
                  <c:v>42804</c:v>
                </c:pt>
                <c:pt idx="3399">
                  <c:v>42803</c:v>
                </c:pt>
                <c:pt idx="3400">
                  <c:v>42802</c:v>
                </c:pt>
                <c:pt idx="3401">
                  <c:v>42801</c:v>
                </c:pt>
                <c:pt idx="3402">
                  <c:v>42800</c:v>
                </c:pt>
                <c:pt idx="3403">
                  <c:v>42799</c:v>
                </c:pt>
                <c:pt idx="3404">
                  <c:v>42798</c:v>
                </c:pt>
                <c:pt idx="3405">
                  <c:v>42797</c:v>
                </c:pt>
                <c:pt idx="3406">
                  <c:v>42796</c:v>
                </c:pt>
                <c:pt idx="3407">
                  <c:v>42795</c:v>
                </c:pt>
                <c:pt idx="3408">
                  <c:v>42794</c:v>
                </c:pt>
                <c:pt idx="3409">
                  <c:v>42793</c:v>
                </c:pt>
                <c:pt idx="3410">
                  <c:v>42792</c:v>
                </c:pt>
                <c:pt idx="3411">
                  <c:v>42791</c:v>
                </c:pt>
                <c:pt idx="3412">
                  <c:v>42790</c:v>
                </c:pt>
                <c:pt idx="3413">
                  <c:v>42789</c:v>
                </c:pt>
                <c:pt idx="3414">
                  <c:v>42788</c:v>
                </c:pt>
                <c:pt idx="3415">
                  <c:v>42787</c:v>
                </c:pt>
                <c:pt idx="3416">
                  <c:v>42786</c:v>
                </c:pt>
                <c:pt idx="3417">
                  <c:v>42785</c:v>
                </c:pt>
                <c:pt idx="3418">
                  <c:v>42784</c:v>
                </c:pt>
                <c:pt idx="3419">
                  <c:v>42783</c:v>
                </c:pt>
                <c:pt idx="3420">
                  <c:v>42782</c:v>
                </c:pt>
                <c:pt idx="3421">
                  <c:v>42781</c:v>
                </c:pt>
                <c:pt idx="3422">
                  <c:v>42780</c:v>
                </c:pt>
                <c:pt idx="3423">
                  <c:v>42779</c:v>
                </c:pt>
                <c:pt idx="3424">
                  <c:v>42778</c:v>
                </c:pt>
                <c:pt idx="3425">
                  <c:v>42777</c:v>
                </c:pt>
                <c:pt idx="3426">
                  <c:v>42776</c:v>
                </c:pt>
                <c:pt idx="3427">
                  <c:v>42775</c:v>
                </c:pt>
                <c:pt idx="3428">
                  <c:v>42774</c:v>
                </c:pt>
                <c:pt idx="3429">
                  <c:v>42773</c:v>
                </c:pt>
                <c:pt idx="3430">
                  <c:v>42772</c:v>
                </c:pt>
                <c:pt idx="3431">
                  <c:v>42771</c:v>
                </c:pt>
                <c:pt idx="3432">
                  <c:v>42770</c:v>
                </c:pt>
                <c:pt idx="3433">
                  <c:v>42769</c:v>
                </c:pt>
                <c:pt idx="3434">
                  <c:v>42768</c:v>
                </c:pt>
                <c:pt idx="3435">
                  <c:v>42767</c:v>
                </c:pt>
                <c:pt idx="3436">
                  <c:v>42766</c:v>
                </c:pt>
                <c:pt idx="3437">
                  <c:v>42765</c:v>
                </c:pt>
                <c:pt idx="3438">
                  <c:v>42764</c:v>
                </c:pt>
                <c:pt idx="3439">
                  <c:v>42763</c:v>
                </c:pt>
                <c:pt idx="3440">
                  <c:v>42762</c:v>
                </c:pt>
                <c:pt idx="3441">
                  <c:v>42761</c:v>
                </c:pt>
                <c:pt idx="3442">
                  <c:v>42760</c:v>
                </c:pt>
                <c:pt idx="3443">
                  <c:v>42759</c:v>
                </c:pt>
                <c:pt idx="3444">
                  <c:v>42758</c:v>
                </c:pt>
                <c:pt idx="3445">
                  <c:v>42757</c:v>
                </c:pt>
                <c:pt idx="3446">
                  <c:v>42756</c:v>
                </c:pt>
                <c:pt idx="3447">
                  <c:v>42755</c:v>
                </c:pt>
                <c:pt idx="3448">
                  <c:v>42754</c:v>
                </c:pt>
                <c:pt idx="3449">
                  <c:v>42753</c:v>
                </c:pt>
                <c:pt idx="3450">
                  <c:v>42752</c:v>
                </c:pt>
                <c:pt idx="3451">
                  <c:v>42751</c:v>
                </c:pt>
                <c:pt idx="3452">
                  <c:v>42750</c:v>
                </c:pt>
                <c:pt idx="3453">
                  <c:v>42749</c:v>
                </c:pt>
                <c:pt idx="3454">
                  <c:v>42748</c:v>
                </c:pt>
                <c:pt idx="3455">
                  <c:v>42747</c:v>
                </c:pt>
                <c:pt idx="3456">
                  <c:v>42746</c:v>
                </c:pt>
                <c:pt idx="3457">
                  <c:v>42745</c:v>
                </c:pt>
                <c:pt idx="3458">
                  <c:v>42744</c:v>
                </c:pt>
                <c:pt idx="3459">
                  <c:v>42743</c:v>
                </c:pt>
                <c:pt idx="3460">
                  <c:v>42742</c:v>
                </c:pt>
                <c:pt idx="3461">
                  <c:v>42741</c:v>
                </c:pt>
                <c:pt idx="3462">
                  <c:v>42740</c:v>
                </c:pt>
                <c:pt idx="3463">
                  <c:v>42739</c:v>
                </c:pt>
                <c:pt idx="3464">
                  <c:v>42738</c:v>
                </c:pt>
                <c:pt idx="3465">
                  <c:v>42737</c:v>
                </c:pt>
                <c:pt idx="3466">
                  <c:v>42736</c:v>
                </c:pt>
                <c:pt idx="3467">
                  <c:v>42735</c:v>
                </c:pt>
                <c:pt idx="3468">
                  <c:v>42734</c:v>
                </c:pt>
                <c:pt idx="3469">
                  <c:v>42733</c:v>
                </c:pt>
                <c:pt idx="3470">
                  <c:v>42732</c:v>
                </c:pt>
                <c:pt idx="3471">
                  <c:v>42731</c:v>
                </c:pt>
                <c:pt idx="3472">
                  <c:v>42730</c:v>
                </c:pt>
                <c:pt idx="3473">
                  <c:v>42729</c:v>
                </c:pt>
                <c:pt idx="3474">
                  <c:v>42728</c:v>
                </c:pt>
                <c:pt idx="3475">
                  <c:v>42727</c:v>
                </c:pt>
                <c:pt idx="3476">
                  <c:v>42726</c:v>
                </c:pt>
                <c:pt idx="3477">
                  <c:v>42725</c:v>
                </c:pt>
                <c:pt idx="3478">
                  <c:v>42724</c:v>
                </c:pt>
                <c:pt idx="3479">
                  <c:v>42723</c:v>
                </c:pt>
                <c:pt idx="3480">
                  <c:v>42722</c:v>
                </c:pt>
                <c:pt idx="3481">
                  <c:v>42721</c:v>
                </c:pt>
                <c:pt idx="3482">
                  <c:v>42720</c:v>
                </c:pt>
                <c:pt idx="3483">
                  <c:v>42719</c:v>
                </c:pt>
                <c:pt idx="3484">
                  <c:v>42718</c:v>
                </c:pt>
                <c:pt idx="3485">
                  <c:v>42717</c:v>
                </c:pt>
                <c:pt idx="3486">
                  <c:v>42716</c:v>
                </c:pt>
                <c:pt idx="3487">
                  <c:v>42715</c:v>
                </c:pt>
                <c:pt idx="3488">
                  <c:v>42714</c:v>
                </c:pt>
                <c:pt idx="3489">
                  <c:v>42713</c:v>
                </c:pt>
                <c:pt idx="3490">
                  <c:v>42712</c:v>
                </c:pt>
                <c:pt idx="3491">
                  <c:v>42711</c:v>
                </c:pt>
                <c:pt idx="3492">
                  <c:v>42710</c:v>
                </c:pt>
                <c:pt idx="3493">
                  <c:v>42709</c:v>
                </c:pt>
                <c:pt idx="3494">
                  <c:v>42708</c:v>
                </c:pt>
                <c:pt idx="3495">
                  <c:v>42707</c:v>
                </c:pt>
                <c:pt idx="3496">
                  <c:v>42706</c:v>
                </c:pt>
                <c:pt idx="3497">
                  <c:v>42705</c:v>
                </c:pt>
                <c:pt idx="3498">
                  <c:v>42704</c:v>
                </c:pt>
                <c:pt idx="3499">
                  <c:v>42703</c:v>
                </c:pt>
                <c:pt idx="3500">
                  <c:v>42702</c:v>
                </c:pt>
                <c:pt idx="3501">
                  <c:v>42701</c:v>
                </c:pt>
                <c:pt idx="3502">
                  <c:v>42700</c:v>
                </c:pt>
                <c:pt idx="3503">
                  <c:v>42699</c:v>
                </c:pt>
                <c:pt idx="3504">
                  <c:v>42698</c:v>
                </c:pt>
                <c:pt idx="3505">
                  <c:v>42697</c:v>
                </c:pt>
                <c:pt idx="3506">
                  <c:v>42696</c:v>
                </c:pt>
                <c:pt idx="3507">
                  <c:v>42695</c:v>
                </c:pt>
                <c:pt idx="3508">
                  <c:v>42694</c:v>
                </c:pt>
                <c:pt idx="3509">
                  <c:v>42693</c:v>
                </c:pt>
                <c:pt idx="3510">
                  <c:v>42692</c:v>
                </c:pt>
                <c:pt idx="3511">
                  <c:v>42691</c:v>
                </c:pt>
                <c:pt idx="3512">
                  <c:v>42690</c:v>
                </c:pt>
                <c:pt idx="3513">
                  <c:v>42689</c:v>
                </c:pt>
                <c:pt idx="3514">
                  <c:v>42688</c:v>
                </c:pt>
                <c:pt idx="3515">
                  <c:v>42687</c:v>
                </c:pt>
                <c:pt idx="3516">
                  <c:v>42686</c:v>
                </c:pt>
                <c:pt idx="3517">
                  <c:v>42685</c:v>
                </c:pt>
                <c:pt idx="3518">
                  <c:v>42684</c:v>
                </c:pt>
                <c:pt idx="3519">
                  <c:v>42683</c:v>
                </c:pt>
                <c:pt idx="3520">
                  <c:v>42682</c:v>
                </c:pt>
                <c:pt idx="3521">
                  <c:v>42681</c:v>
                </c:pt>
                <c:pt idx="3522">
                  <c:v>42680</c:v>
                </c:pt>
                <c:pt idx="3523">
                  <c:v>42679</c:v>
                </c:pt>
                <c:pt idx="3524">
                  <c:v>42678</c:v>
                </c:pt>
                <c:pt idx="3525">
                  <c:v>42677</c:v>
                </c:pt>
                <c:pt idx="3526">
                  <c:v>42676</c:v>
                </c:pt>
                <c:pt idx="3527">
                  <c:v>42675</c:v>
                </c:pt>
                <c:pt idx="3528">
                  <c:v>42674</c:v>
                </c:pt>
                <c:pt idx="3529">
                  <c:v>42673</c:v>
                </c:pt>
                <c:pt idx="3530">
                  <c:v>42672</c:v>
                </c:pt>
                <c:pt idx="3531">
                  <c:v>42671</c:v>
                </c:pt>
                <c:pt idx="3532">
                  <c:v>42670</c:v>
                </c:pt>
                <c:pt idx="3533">
                  <c:v>42669</c:v>
                </c:pt>
                <c:pt idx="3534">
                  <c:v>42668</c:v>
                </c:pt>
                <c:pt idx="3535">
                  <c:v>42667</c:v>
                </c:pt>
                <c:pt idx="3536">
                  <c:v>42666</c:v>
                </c:pt>
                <c:pt idx="3537">
                  <c:v>42665</c:v>
                </c:pt>
                <c:pt idx="3538">
                  <c:v>42664</c:v>
                </c:pt>
                <c:pt idx="3539">
                  <c:v>42663</c:v>
                </c:pt>
                <c:pt idx="3540">
                  <c:v>42662</c:v>
                </c:pt>
                <c:pt idx="3541">
                  <c:v>42661</c:v>
                </c:pt>
                <c:pt idx="3542">
                  <c:v>42660</c:v>
                </c:pt>
                <c:pt idx="3543">
                  <c:v>42659</c:v>
                </c:pt>
                <c:pt idx="3544">
                  <c:v>42658</c:v>
                </c:pt>
                <c:pt idx="3545">
                  <c:v>42657</c:v>
                </c:pt>
                <c:pt idx="3546">
                  <c:v>42656</c:v>
                </c:pt>
                <c:pt idx="3547">
                  <c:v>42655</c:v>
                </c:pt>
                <c:pt idx="3548">
                  <c:v>42654</c:v>
                </c:pt>
                <c:pt idx="3549">
                  <c:v>42653</c:v>
                </c:pt>
                <c:pt idx="3550">
                  <c:v>42652</c:v>
                </c:pt>
                <c:pt idx="3551">
                  <c:v>42651</c:v>
                </c:pt>
                <c:pt idx="3552">
                  <c:v>42650</c:v>
                </c:pt>
                <c:pt idx="3553">
                  <c:v>42649</c:v>
                </c:pt>
                <c:pt idx="3554">
                  <c:v>42648</c:v>
                </c:pt>
                <c:pt idx="3555">
                  <c:v>42647</c:v>
                </c:pt>
                <c:pt idx="3556">
                  <c:v>42646</c:v>
                </c:pt>
                <c:pt idx="3557">
                  <c:v>42645</c:v>
                </c:pt>
                <c:pt idx="3558">
                  <c:v>42644</c:v>
                </c:pt>
                <c:pt idx="3559">
                  <c:v>42643</c:v>
                </c:pt>
                <c:pt idx="3560">
                  <c:v>42642</c:v>
                </c:pt>
                <c:pt idx="3561">
                  <c:v>42641</c:v>
                </c:pt>
                <c:pt idx="3562">
                  <c:v>42640</c:v>
                </c:pt>
                <c:pt idx="3563">
                  <c:v>42639</c:v>
                </c:pt>
                <c:pt idx="3564">
                  <c:v>42638</c:v>
                </c:pt>
                <c:pt idx="3565">
                  <c:v>42637</c:v>
                </c:pt>
                <c:pt idx="3566">
                  <c:v>42636</c:v>
                </c:pt>
                <c:pt idx="3567">
                  <c:v>42635</c:v>
                </c:pt>
                <c:pt idx="3568">
                  <c:v>42634</c:v>
                </c:pt>
                <c:pt idx="3569">
                  <c:v>42633</c:v>
                </c:pt>
                <c:pt idx="3570">
                  <c:v>42632</c:v>
                </c:pt>
                <c:pt idx="3571">
                  <c:v>42631</c:v>
                </c:pt>
                <c:pt idx="3572">
                  <c:v>42630</c:v>
                </c:pt>
                <c:pt idx="3573">
                  <c:v>42629</c:v>
                </c:pt>
                <c:pt idx="3574">
                  <c:v>42628</c:v>
                </c:pt>
                <c:pt idx="3575">
                  <c:v>42627</c:v>
                </c:pt>
                <c:pt idx="3576">
                  <c:v>42626</c:v>
                </c:pt>
                <c:pt idx="3577">
                  <c:v>42625</c:v>
                </c:pt>
                <c:pt idx="3578">
                  <c:v>42624</c:v>
                </c:pt>
                <c:pt idx="3579">
                  <c:v>42623</c:v>
                </c:pt>
                <c:pt idx="3580">
                  <c:v>42622</c:v>
                </c:pt>
                <c:pt idx="3581">
                  <c:v>42621</c:v>
                </c:pt>
                <c:pt idx="3582">
                  <c:v>42620</c:v>
                </c:pt>
                <c:pt idx="3583">
                  <c:v>42619</c:v>
                </c:pt>
                <c:pt idx="3584">
                  <c:v>42618</c:v>
                </c:pt>
                <c:pt idx="3585">
                  <c:v>42617</c:v>
                </c:pt>
                <c:pt idx="3586">
                  <c:v>42616</c:v>
                </c:pt>
                <c:pt idx="3587">
                  <c:v>42615</c:v>
                </c:pt>
                <c:pt idx="3588">
                  <c:v>42614</c:v>
                </c:pt>
                <c:pt idx="3589">
                  <c:v>42613</c:v>
                </c:pt>
                <c:pt idx="3590">
                  <c:v>42612</c:v>
                </c:pt>
                <c:pt idx="3591">
                  <c:v>42611</c:v>
                </c:pt>
                <c:pt idx="3592">
                  <c:v>42610</c:v>
                </c:pt>
                <c:pt idx="3593">
                  <c:v>42609</c:v>
                </c:pt>
                <c:pt idx="3594">
                  <c:v>42608</c:v>
                </c:pt>
                <c:pt idx="3595">
                  <c:v>42607</c:v>
                </c:pt>
                <c:pt idx="3596">
                  <c:v>42606</c:v>
                </c:pt>
                <c:pt idx="3597">
                  <c:v>42605</c:v>
                </c:pt>
                <c:pt idx="3598">
                  <c:v>42604</c:v>
                </c:pt>
                <c:pt idx="3599">
                  <c:v>42603</c:v>
                </c:pt>
                <c:pt idx="3600">
                  <c:v>42602</c:v>
                </c:pt>
                <c:pt idx="3601">
                  <c:v>42601</c:v>
                </c:pt>
                <c:pt idx="3602">
                  <c:v>42600</c:v>
                </c:pt>
                <c:pt idx="3603">
                  <c:v>42599</c:v>
                </c:pt>
                <c:pt idx="3604">
                  <c:v>42598</c:v>
                </c:pt>
                <c:pt idx="3605">
                  <c:v>42597</c:v>
                </c:pt>
                <c:pt idx="3606">
                  <c:v>42596</c:v>
                </c:pt>
                <c:pt idx="3607">
                  <c:v>42595</c:v>
                </c:pt>
                <c:pt idx="3608">
                  <c:v>42594</c:v>
                </c:pt>
                <c:pt idx="3609">
                  <c:v>42593</c:v>
                </c:pt>
                <c:pt idx="3610">
                  <c:v>42592</c:v>
                </c:pt>
                <c:pt idx="3611">
                  <c:v>42591</c:v>
                </c:pt>
                <c:pt idx="3612">
                  <c:v>42590</c:v>
                </c:pt>
                <c:pt idx="3613">
                  <c:v>42589</c:v>
                </c:pt>
                <c:pt idx="3614">
                  <c:v>42588</c:v>
                </c:pt>
                <c:pt idx="3615">
                  <c:v>42587</c:v>
                </c:pt>
                <c:pt idx="3616">
                  <c:v>42586</c:v>
                </c:pt>
                <c:pt idx="3617">
                  <c:v>42585</c:v>
                </c:pt>
                <c:pt idx="3618">
                  <c:v>42584</c:v>
                </c:pt>
                <c:pt idx="3619">
                  <c:v>42583</c:v>
                </c:pt>
                <c:pt idx="3620">
                  <c:v>42582</c:v>
                </c:pt>
                <c:pt idx="3621">
                  <c:v>42581</c:v>
                </c:pt>
                <c:pt idx="3622">
                  <c:v>42580</c:v>
                </c:pt>
                <c:pt idx="3623">
                  <c:v>42579</c:v>
                </c:pt>
                <c:pt idx="3624">
                  <c:v>42578</c:v>
                </c:pt>
                <c:pt idx="3625">
                  <c:v>42577</c:v>
                </c:pt>
                <c:pt idx="3626">
                  <c:v>42576</c:v>
                </c:pt>
                <c:pt idx="3627">
                  <c:v>42575</c:v>
                </c:pt>
                <c:pt idx="3628">
                  <c:v>42574</c:v>
                </c:pt>
                <c:pt idx="3629">
                  <c:v>42573</c:v>
                </c:pt>
                <c:pt idx="3630">
                  <c:v>42572</c:v>
                </c:pt>
                <c:pt idx="3631">
                  <c:v>42571</c:v>
                </c:pt>
                <c:pt idx="3632">
                  <c:v>42570</c:v>
                </c:pt>
                <c:pt idx="3633">
                  <c:v>42569</c:v>
                </c:pt>
                <c:pt idx="3634">
                  <c:v>42568</c:v>
                </c:pt>
                <c:pt idx="3635">
                  <c:v>42567</c:v>
                </c:pt>
                <c:pt idx="3636">
                  <c:v>42566</c:v>
                </c:pt>
                <c:pt idx="3637">
                  <c:v>42565</c:v>
                </c:pt>
                <c:pt idx="3638">
                  <c:v>42564</c:v>
                </c:pt>
                <c:pt idx="3639">
                  <c:v>42563</c:v>
                </c:pt>
                <c:pt idx="3640">
                  <c:v>42562</c:v>
                </c:pt>
                <c:pt idx="3641">
                  <c:v>42561</c:v>
                </c:pt>
                <c:pt idx="3642">
                  <c:v>42560</c:v>
                </c:pt>
                <c:pt idx="3643">
                  <c:v>42559</c:v>
                </c:pt>
                <c:pt idx="3644">
                  <c:v>42558</c:v>
                </c:pt>
                <c:pt idx="3645">
                  <c:v>42557</c:v>
                </c:pt>
                <c:pt idx="3646">
                  <c:v>42556</c:v>
                </c:pt>
                <c:pt idx="3647">
                  <c:v>42555</c:v>
                </c:pt>
                <c:pt idx="3648">
                  <c:v>42554</c:v>
                </c:pt>
                <c:pt idx="3649">
                  <c:v>42553</c:v>
                </c:pt>
                <c:pt idx="3650">
                  <c:v>42552</c:v>
                </c:pt>
                <c:pt idx="3651">
                  <c:v>42551</c:v>
                </c:pt>
                <c:pt idx="3652">
                  <c:v>42550</c:v>
                </c:pt>
                <c:pt idx="3653">
                  <c:v>42549</c:v>
                </c:pt>
                <c:pt idx="3654">
                  <c:v>42548</c:v>
                </c:pt>
                <c:pt idx="3655">
                  <c:v>42547</c:v>
                </c:pt>
                <c:pt idx="3656">
                  <c:v>42546</c:v>
                </c:pt>
                <c:pt idx="3657">
                  <c:v>42545</c:v>
                </c:pt>
                <c:pt idx="3658">
                  <c:v>42544</c:v>
                </c:pt>
                <c:pt idx="3659">
                  <c:v>42543</c:v>
                </c:pt>
                <c:pt idx="3660">
                  <c:v>42542</c:v>
                </c:pt>
                <c:pt idx="3661">
                  <c:v>42541</c:v>
                </c:pt>
                <c:pt idx="3662">
                  <c:v>42540</c:v>
                </c:pt>
                <c:pt idx="3663">
                  <c:v>42539</c:v>
                </c:pt>
                <c:pt idx="3664">
                  <c:v>42538</c:v>
                </c:pt>
                <c:pt idx="3665">
                  <c:v>42537</c:v>
                </c:pt>
                <c:pt idx="3666">
                  <c:v>42536</c:v>
                </c:pt>
                <c:pt idx="3667">
                  <c:v>42535</c:v>
                </c:pt>
                <c:pt idx="3668">
                  <c:v>42534</c:v>
                </c:pt>
                <c:pt idx="3669">
                  <c:v>42533</c:v>
                </c:pt>
                <c:pt idx="3670">
                  <c:v>42532</c:v>
                </c:pt>
                <c:pt idx="3671">
                  <c:v>42531</c:v>
                </c:pt>
                <c:pt idx="3672">
                  <c:v>42530</c:v>
                </c:pt>
                <c:pt idx="3673">
                  <c:v>42529</c:v>
                </c:pt>
                <c:pt idx="3674">
                  <c:v>42528</c:v>
                </c:pt>
                <c:pt idx="3675">
                  <c:v>42527</c:v>
                </c:pt>
                <c:pt idx="3676">
                  <c:v>42526</c:v>
                </c:pt>
                <c:pt idx="3677">
                  <c:v>42525</c:v>
                </c:pt>
                <c:pt idx="3678">
                  <c:v>42524</c:v>
                </c:pt>
                <c:pt idx="3679">
                  <c:v>42523</c:v>
                </c:pt>
                <c:pt idx="3680">
                  <c:v>42522</c:v>
                </c:pt>
                <c:pt idx="3681">
                  <c:v>42521</c:v>
                </c:pt>
                <c:pt idx="3682">
                  <c:v>42520</c:v>
                </c:pt>
                <c:pt idx="3683">
                  <c:v>42519</c:v>
                </c:pt>
                <c:pt idx="3684">
                  <c:v>42518</c:v>
                </c:pt>
                <c:pt idx="3685">
                  <c:v>42517</c:v>
                </c:pt>
                <c:pt idx="3686">
                  <c:v>42516</c:v>
                </c:pt>
                <c:pt idx="3687">
                  <c:v>42515</c:v>
                </c:pt>
                <c:pt idx="3688">
                  <c:v>42514</c:v>
                </c:pt>
                <c:pt idx="3689">
                  <c:v>42513</c:v>
                </c:pt>
                <c:pt idx="3690">
                  <c:v>42512</c:v>
                </c:pt>
                <c:pt idx="3691">
                  <c:v>42511</c:v>
                </c:pt>
                <c:pt idx="3692">
                  <c:v>42510</c:v>
                </c:pt>
                <c:pt idx="3693">
                  <c:v>42509</c:v>
                </c:pt>
                <c:pt idx="3694">
                  <c:v>42508</c:v>
                </c:pt>
                <c:pt idx="3695">
                  <c:v>42507</c:v>
                </c:pt>
                <c:pt idx="3696">
                  <c:v>42506</c:v>
                </c:pt>
                <c:pt idx="3697">
                  <c:v>42505</c:v>
                </c:pt>
                <c:pt idx="3698">
                  <c:v>42504</c:v>
                </c:pt>
                <c:pt idx="3699">
                  <c:v>42503</c:v>
                </c:pt>
                <c:pt idx="3700">
                  <c:v>42502</c:v>
                </c:pt>
                <c:pt idx="3701">
                  <c:v>42501</c:v>
                </c:pt>
                <c:pt idx="3702">
                  <c:v>42500</c:v>
                </c:pt>
                <c:pt idx="3703">
                  <c:v>42499</c:v>
                </c:pt>
                <c:pt idx="3704">
                  <c:v>42498</c:v>
                </c:pt>
                <c:pt idx="3705">
                  <c:v>42497</c:v>
                </c:pt>
                <c:pt idx="3706">
                  <c:v>42496</c:v>
                </c:pt>
                <c:pt idx="3707">
                  <c:v>42495</c:v>
                </c:pt>
                <c:pt idx="3708">
                  <c:v>42494</c:v>
                </c:pt>
                <c:pt idx="3709">
                  <c:v>42493</c:v>
                </c:pt>
                <c:pt idx="3710">
                  <c:v>42492</c:v>
                </c:pt>
                <c:pt idx="3711">
                  <c:v>42491</c:v>
                </c:pt>
                <c:pt idx="3712">
                  <c:v>42490</c:v>
                </c:pt>
                <c:pt idx="3713">
                  <c:v>42489</c:v>
                </c:pt>
                <c:pt idx="3714">
                  <c:v>42488</c:v>
                </c:pt>
                <c:pt idx="3715">
                  <c:v>42487</c:v>
                </c:pt>
                <c:pt idx="3716">
                  <c:v>42486</c:v>
                </c:pt>
                <c:pt idx="3717">
                  <c:v>42485</c:v>
                </c:pt>
                <c:pt idx="3718">
                  <c:v>42484</c:v>
                </c:pt>
                <c:pt idx="3719">
                  <c:v>42483</c:v>
                </c:pt>
                <c:pt idx="3720">
                  <c:v>42482</c:v>
                </c:pt>
                <c:pt idx="3721">
                  <c:v>42481</c:v>
                </c:pt>
                <c:pt idx="3722">
                  <c:v>42480</c:v>
                </c:pt>
                <c:pt idx="3723">
                  <c:v>42479</c:v>
                </c:pt>
                <c:pt idx="3724">
                  <c:v>42478</c:v>
                </c:pt>
                <c:pt idx="3725">
                  <c:v>42477</c:v>
                </c:pt>
                <c:pt idx="3726">
                  <c:v>42476</c:v>
                </c:pt>
                <c:pt idx="3727">
                  <c:v>42475</c:v>
                </c:pt>
                <c:pt idx="3728">
                  <c:v>42474</c:v>
                </c:pt>
                <c:pt idx="3729">
                  <c:v>42473</c:v>
                </c:pt>
                <c:pt idx="3730">
                  <c:v>42472</c:v>
                </c:pt>
                <c:pt idx="3731">
                  <c:v>42471</c:v>
                </c:pt>
                <c:pt idx="3732">
                  <c:v>42470</c:v>
                </c:pt>
                <c:pt idx="3733">
                  <c:v>42469</c:v>
                </c:pt>
                <c:pt idx="3734">
                  <c:v>42468</c:v>
                </c:pt>
                <c:pt idx="3735">
                  <c:v>42467</c:v>
                </c:pt>
                <c:pt idx="3736">
                  <c:v>42466</c:v>
                </c:pt>
                <c:pt idx="3737">
                  <c:v>42465</c:v>
                </c:pt>
                <c:pt idx="3738">
                  <c:v>42464</c:v>
                </c:pt>
                <c:pt idx="3739">
                  <c:v>42463</c:v>
                </c:pt>
                <c:pt idx="3740">
                  <c:v>42462</c:v>
                </c:pt>
                <c:pt idx="3741">
                  <c:v>42461</c:v>
                </c:pt>
                <c:pt idx="3742">
                  <c:v>42460</c:v>
                </c:pt>
                <c:pt idx="3743">
                  <c:v>42459</c:v>
                </c:pt>
                <c:pt idx="3744">
                  <c:v>42458</c:v>
                </c:pt>
                <c:pt idx="3745">
                  <c:v>42457</c:v>
                </c:pt>
                <c:pt idx="3746">
                  <c:v>42456</c:v>
                </c:pt>
                <c:pt idx="3747">
                  <c:v>42455</c:v>
                </c:pt>
                <c:pt idx="3748">
                  <c:v>42454</c:v>
                </c:pt>
                <c:pt idx="3749">
                  <c:v>42453</c:v>
                </c:pt>
                <c:pt idx="3750">
                  <c:v>42452</c:v>
                </c:pt>
                <c:pt idx="3751">
                  <c:v>42451</c:v>
                </c:pt>
                <c:pt idx="3752">
                  <c:v>42450</c:v>
                </c:pt>
                <c:pt idx="3753">
                  <c:v>42449</c:v>
                </c:pt>
                <c:pt idx="3754">
                  <c:v>42448</c:v>
                </c:pt>
                <c:pt idx="3755">
                  <c:v>42447</c:v>
                </c:pt>
                <c:pt idx="3756">
                  <c:v>42446</c:v>
                </c:pt>
                <c:pt idx="3757">
                  <c:v>42445</c:v>
                </c:pt>
                <c:pt idx="3758">
                  <c:v>42444</c:v>
                </c:pt>
                <c:pt idx="3759">
                  <c:v>42443</c:v>
                </c:pt>
                <c:pt idx="3760">
                  <c:v>42442</c:v>
                </c:pt>
                <c:pt idx="3761">
                  <c:v>42441</c:v>
                </c:pt>
                <c:pt idx="3762">
                  <c:v>42440</c:v>
                </c:pt>
                <c:pt idx="3763">
                  <c:v>42439</c:v>
                </c:pt>
                <c:pt idx="3764">
                  <c:v>42438</c:v>
                </c:pt>
                <c:pt idx="3765">
                  <c:v>42437</c:v>
                </c:pt>
                <c:pt idx="3766">
                  <c:v>42436</c:v>
                </c:pt>
                <c:pt idx="3767">
                  <c:v>42435</c:v>
                </c:pt>
                <c:pt idx="3768">
                  <c:v>42434</c:v>
                </c:pt>
                <c:pt idx="3769">
                  <c:v>42433</c:v>
                </c:pt>
                <c:pt idx="3770">
                  <c:v>42432</c:v>
                </c:pt>
                <c:pt idx="3771">
                  <c:v>42431</c:v>
                </c:pt>
                <c:pt idx="3772">
                  <c:v>42430</c:v>
                </c:pt>
                <c:pt idx="3773">
                  <c:v>42429</c:v>
                </c:pt>
                <c:pt idx="3774">
                  <c:v>42428</c:v>
                </c:pt>
                <c:pt idx="3775">
                  <c:v>42427</c:v>
                </c:pt>
                <c:pt idx="3776">
                  <c:v>42426</c:v>
                </c:pt>
                <c:pt idx="3777">
                  <c:v>42425</c:v>
                </c:pt>
                <c:pt idx="3778">
                  <c:v>42424</c:v>
                </c:pt>
                <c:pt idx="3779">
                  <c:v>42423</c:v>
                </c:pt>
                <c:pt idx="3780">
                  <c:v>42422</c:v>
                </c:pt>
                <c:pt idx="3781">
                  <c:v>42421</c:v>
                </c:pt>
                <c:pt idx="3782">
                  <c:v>42420</c:v>
                </c:pt>
                <c:pt idx="3783">
                  <c:v>42419</c:v>
                </c:pt>
                <c:pt idx="3784">
                  <c:v>42418</c:v>
                </c:pt>
                <c:pt idx="3785">
                  <c:v>42417</c:v>
                </c:pt>
                <c:pt idx="3786">
                  <c:v>42416</c:v>
                </c:pt>
                <c:pt idx="3787">
                  <c:v>42415</c:v>
                </c:pt>
                <c:pt idx="3788">
                  <c:v>42414</c:v>
                </c:pt>
                <c:pt idx="3789">
                  <c:v>42413</c:v>
                </c:pt>
                <c:pt idx="3790">
                  <c:v>42412</c:v>
                </c:pt>
                <c:pt idx="3791">
                  <c:v>42411</c:v>
                </c:pt>
                <c:pt idx="3792">
                  <c:v>42410</c:v>
                </c:pt>
                <c:pt idx="3793">
                  <c:v>42409</c:v>
                </c:pt>
                <c:pt idx="3794">
                  <c:v>42408</c:v>
                </c:pt>
                <c:pt idx="3795">
                  <c:v>42407</c:v>
                </c:pt>
                <c:pt idx="3796">
                  <c:v>42406</c:v>
                </c:pt>
                <c:pt idx="3797">
                  <c:v>42405</c:v>
                </c:pt>
                <c:pt idx="3798">
                  <c:v>42404</c:v>
                </c:pt>
                <c:pt idx="3799">
                  <c:v>42403</c:v>
                </c:pt>
                <c:pt idx="3800">
                  <c:v>42402</c:v>
                </c:pt>
                <c:pt idx="3801">
                  <c:v>42401</c:v>
                </c:pt>
                <c:pt idx="3802">
                  <c:v>42400</c:v>
                </c:pt>
                <c:pt idx="3803">
                  <c:v>42399</c:v>
                </c:pt>
                <c:pt idx="3804">
                  <c:v>42398</c:v>
                </c:pt>
                <c:pt idx="3805">
                  <c:v>42397</c:v>
                </c:pt>
                <c:pt idx="3806">
                  <c:v>42396</c:v>
                </c:pt>
                <c:pt idx="3807">
                  <c:v>42395</c:v>
                </c:pt>
                <c:pt idx="3808">
                  <c:v>42394</c:v>
                </c:pt>
                <c:pt idx="3809">
                  <c:v>42393</c:v>
                </c:pt>
                <c:pt idx="3810">
                  <c:v>42392</c:v>
                </c:pt>
                <c:pt idx="3811">
                  <c:v>42391</c:v>
                </c:pt>
                <c:pt idx="3812">
                  <c:v>42390</c:v>
                </c:pt>
                <c:pt idx="3813">
                  <c:v>42389</c:v>
                </c:pt>
                <c:pt idx="3814">
                  <c:v>42388</c:v>
                </c:pt>
                <c:pt idx="3815">
                  <c:v>42387</c:v>
                </c:pt>
                <c:pt idx="3816">
                  <c:v>42386</c:v>
                </c:pt>
                <c:pt idx="3817">
                  <c:v>42385</c:v>
                </c:pt>
                <c:pt idx="3818">
                  <c:v>42384</c:v>
                </c:pt>
                <c:pt idx="3819">
                  <c:v>42383</c:v>
                </c:pt>
                <c:pt idx="3820">
                  <c:v>42382</c:v>
                </c:pt>
                <c:pt idx="3821">
                  <c:v>42381</c:v>
                </c:pt>
                <c:pt idx="3822">
                  <c:v>42380</c:v>
                </c:pt>
                <c:pt idx="3823">
                  <c:v>42379</c:v>
                </c:pt>
                <c:pt idx="3824">
                  <c:v>42378</c:v>
                </c:pt>
                <c:pt idx="3825">
                  <c:v>42377</c:v>
                </c:pt>
                <c:pt idx="3826">
                  <c:v>42376</c:v>
                </c:pt>
                <c:pt idx="3827">
                  <c:v>42375</c:v>
                </c:pt>
                <c:pt idx="3828">
                  <c:v>42374</c:v>
                </c:pt>
                <c:pt idx="3829">
                  <c:v>42373</c:v>
                </c:pt>
                <c:pt idx="3830">
                  <c:v>42372</c:v>
                </c:pt>
                <c:pt idx="3831">
                  <c:v>42371</c:v>
                </c:pt>
                <c:pt idx="3832">
                  <c:v>42370</c:v>
                </c:pt>
                <c:pt idx="3833">
                  <c:v>42369</c:v>
                </c:pt>
                <c:pt idx="3834">
                  <c:v>42368</c:v>
                </c:pt>
                <c:pt idx="3835">
                  <c:v>42367</c:v>
                </c:pt>
                <c:pt idx="3836">
                  <c:v>42366</c:v>
                </c:pt>
                <c:pt idx="3837">
                  <c:v>42365</c:v>
                </c:pt>
                <c:pt idx="3838">
                  <c:v>42364</c:v>
                </c:pt>
                <c:pt idx="3839">
                  <c:v>42363</c:v>
                </c:pt>
                <c:pt idx="3840">
                  <c:v>42362</c:v>
                </c:pt>
                <c:pt idx="3841">
                  <c:v>42361</c:v>
                </c:pt>
                <c:pt idx="3842">
                  <c:v>42360</c:v>
                </c:pt>
                <c:pt idx="3843">
                  <c:v>42359</c:v>
                </c:pt>
                <c:pt idx="3844">
                  <c:v>42358</c:v>
                </c:pt>
                <c:pt idx="3845">
                  <c:v>42357</c:v>
                </c:pt>
                <c:pt idx="3846">
                  <c:v>42356</c:v>
                </c:pt>
                <c:pt idx="3847">
                  <c:v>42355</c:v>
                </c:pt>
                <c:pt idx="3848">
                  <c:v>42354</c:v>
                </c:pt>
                <c:pt idx="3849">
                  <c:v>42353</c:v>
                </c:pt>
                <c:pt idx="3850">
                  <c:v>42352</c:v>
                </c:pt>
                <c:pt idx="3851">
                  <c:v>42351</c:v>
                </c:pt>
                <c:pt idx="3852">
                  <c:v>42350</c:v>
                </c:pt>
                <c:pt idx="3853">
                  <c:v>42349</c:v>
                </c:pt>
                <c:pt idx="3854">
                  <c:v>42348</c:v>
                </c:pt>
                <c:pt idx="3855">
                  <c:v>42347</c:v>
                </c:pt>
                <c:pt idx="3856">
                  <c:v>42346</c:v>
                </c:pt>
                <c:pt idx="3857">
                  <c:v>42345</c:v>
                </c:pt>
                <c:pt idx="3858">
                  <c:v>42344</c:v>
                </c:pt>
                <c:pt idx="3859">
                  <c:v>42343</c:v>
                </c:pt>
                <c:pt idx="3860">
                  <c:v>42342</c:v>
                </c:pt>
                <c:pt idx="3861">
                  <c:v>42341</c:v>
                </c:pt>
                <c:pt idx="3862">
                  <c:v>42340</c:v>
                </c:pt>
                <c:pt idx="3863">
                  <c:v>42339</c:v>
                </c:pt>
                <c:pt idx="3864">
                  <c:v>42338</c:v>
                </c:pt>
                <c:pt idx="3865">
                  <c:v>42337</c:v>
                </c:pt>
                <c:pt idx="3866">
                  <c:v>42336</c:v>
                </c:pt>
                <c:pt idx="3867">
                  <c:v>42335</c:v>
                </c:pt>
                <c:pt idx="3868">
                  <c:v>42334</c:v>
                </c:pt>
                <c:pt idx="3869">
                  <c:v>42333</c:v>
                </c:pt>
                <c:pt idx="3870">
                  <c:v>42332</c:v>
                </c:pt>
                <c:pt idx="3871">
                  <c:v>42331</c:v>
                </c:pt>
                <c:pt idx="3872">
                  <c:v>42330</c:v>
                </c:pt>
                <c:pt idx="3873">
                  <c:v>42329</c:v>
                </c:pt>
                <c:pt idx="3874">
                  <c:v>42328</c:v>
                </c:pt>
                <c:pt idx="3875">
                  <c:v>42327</c:v>
                </c:pt>
                <c:pt idx="3876">
                  <c:v>42326</c:v>
                </c:pt>
                <c:pt idx="3877">
                  <c:v>42325</c:v>
                </c:pt>
                <c:pt idx="3878">
                  <c:v>42324</c:v>
                </c:pt>
                <c:pt idx="3879">
                  <c:v>42323</c:v>
                </c:pt>
                <c:pt idx="3880">
                  <c:v>42322</c:v>
                </c:pt>
                <c:pt idx="3881">
                  <c:v>42321</c:v>
                </c:pt>
                <c:pt idx="3882">
                  <c:v>42320</c:v>
                </c:pt>
                <c:pt idx="3883">
                  <c:v>42319</c:v>
                </c:pt>
                <c:pt idx="3884">
                  <c:v>42318</c:v>
                </c:pt>
                <c:pt idx="3885">
                  <c:v>42317</c:v>
                </c:pt>
                <c:pt idx="3886">
                  <c:v>42316</c:v>
                </c:pt>
                <c:pt idx="3887">
                  <c:v>42315</c:v>
                </c:pt>
                <c:pt idx="3888">
                  <c:v>42314</c:v>
                </c:pt>
                <c:pt idx="3889">
                  <c:v>42313</c:v>
                </c:pt>
                <c:pt idx="3890">
                  <c:v>42312</c:v>
                </c:pt>
                <c:pt idx="3891">
                  <c:v>42311</c:v>
                </c:pt>
                <c:pt idx="3892">
                  <c:v>42310</c:v>
                </c:pt>
                <c:pt idx="3893">
                  <c:v>42309</c:v>
                </c:pt>
                <c:pt idx="3894">
                  <c:v>42308</c:v>
                </c:pt>
                <c:pt idx="3895">
                  <c:v>42307</c:v>
                </c:pt>
                <c:pt idx="3896">
                  <c:v>42306</c:v>
                </c:pt>
                <c:pt idx="3897">
                  <c:v>42305</c:v>
                </c:pt>
                <c:pt idx="3898">
                  <c:v>42304</c:v>
                </c:pt>
                <c:pt idx="3899">
                  <c:v>42303</c:v>
                </c:pt>
                <c:pt idx="3900">
                  <c:v>42302</c:v>
                </c:pt>
                <c:pt idx="3901">
                  <c:v>42301</c:v>
                </c:pt>
                <c:pt idx="3902">
                  <c:v>42300</c:v>
                </c:pt>
                <c:pt idx="3903">
                  <c:v>42299</c:v>
                </c:pt>
                <c:pt idx="3904">
                  <c:v>42298</c:v>
                </c:pt>
                <c:pt idx="3905">
                  <c:v>42297</c:v>
                </c:pt>
                <c:pt idx="3906">
                  <c:v>42296</c:v>
                </c:pt>
                <c:pt idx="3907">
                  <c:v>42295</c:v>
                </c:pt>
                <c:pt idx="3908">
                  <c:v>42294</c:v>
                </c:pt>
                <c:pt idx="3909">
                  <c:v>42293</c:v>
                </c:pt>
                <c:pt idx="3910">
                  <c:v>42292</c:v>
                </c:pt>
                <c:pt idx="3911">
                  <c:v>42291</c:v>
                </c:pt>
                <c:pt idx="3912">
                  <c:v>42290</c:v>
                </c:pt>
                <c:pt idx="3913">
                  <c:v>42289</c:v>
                </c:pt>
                <c:pt idx="3914">
                  <c:v>42288</c:v>
                </c:pt>
                <c:pt idx="3915">
                  <c:v>42287</c:v>
                </c:pt>
                <c:pt idx="3916">
                  <c:v>42286</c:v>
                </c:pt>
                <c:pt idx="3917">
                  <c:v>42285</c:v>
                </c:pt>
                <c:pt idx="3918">
                  <c:v>42284</c:v>
                </c:pt>
                <c:pt idx="3919">
                  <c:v>42283</c:v>
                </c:pt>
                <c:pt idx="3920">
                  <c:v>42282</c:v>
                </c:pt>
                <c:pt idx="3921">
                  <c:v>42281</c:v>
                </c:pt>
                <c:pt idx="3922">
                  <c:v>42280</c:v>
                </c:pt>
                <c:pt idx="3923">
                  <c:v>42279</c:v>
                </c:pt>
                <c:pt idx="3924">
                  <c:v>42278</c:v>
                </c:pt>
                <c:pt idx="3925">
                  <c:v>42277</c:v>
                </c:pt>
                <c:pt idx="3926">
                  <c:v>42276</c:v>
                </c:pt>
                <c:pt idx="3927">
                  <c:v>42275</c:v>
                </c:pt>
                <c:pt idx="3928">
                  <c:v>42274</c:v>
                </c:pt>
                <c:pt idx="3929">
                  <c:v>42273</c:v>
                </c:pt>
                <c:pt idx="3930">
                  <c:v>42272</c:v>
                </c:pt>
                <c:pt idx="3931">
                  <c:v>42271</c:v>
                </c:pt>
                <c:pt idx="3932">
                  <c:v>42270</c:v>
                </c:pt>
                <c:pt idx="3933">
                  <c:v>42269</c:v>
                </c:pt>
                <c:pt idx="3934">
                  <c:v>42268</c:v>
                </c:pt>
                <c:pt idx="3935">
                  <c:v>42267</c:v>
                </c:pt>
                <c:pt idx="3936">
                  <c:v>42266</c:v>
                </c:pt>
                <c:pt idx="3937">
                  <c:v>42265</c:v>
                </c:pt>
                <c:pt idx="3938">
                  <c:v>42264</c:v>
                </c:pt>
                <c:pt idx="3939">
                  <c:v>42263</c:v>
                </c:pt>
                <c:pt idx="3940">
                  <c:v>42262</c:v>
                </c:pt>
                <c:pt idx="3941">
                  <c:v>42261</c:v>
                </c:pt>
                <c:pt idx="3942">
                  <c:v>42260</c:v>
                </c:pt>
                <c:pt idx="3943">
                  <c:v>42259</c:v>
                </c:pt>
                <c:pt idx="3944">
                  <c:v>42258</c:v>
                </c:pt>
                <c:pt idx="3945">
                  <c:v>42257</c:v>
                </c:pt>
                <c:pt idx="3946">
                  <c:v>42256</c:v>
                </c:pt>
                <c:pt idx="3947">
                  <c:v>42255</c:v>
                </c:pt>
                <c:pt idx="3948">
                  <c:v>42254</c:v>
                </c:pt>
                <c:pt idx="3949">
                  <c:v>42253</c:v>
                </c:pt>
                <c:pt idx="3950">
                  <c:v>42252</c:v>
                </c:pt>
                <c:pt idx="3951">
                  <c:v>42251</c:v>
                </c:pt>
                <c:pt idx="3952">
                  <c:v>42250</c:v>
                </c:pt>
                <c:pt idx="3953">
                  <c:v>42249</c:v>
                </c:pt>
                <c:pt idx="3954">
                  <c:v>42248</c:v>
                </c:pt>
                <c:pt idx="3955">
                  <c:v>42247</c:v>
                </c:pt>
                <c:pt idx="3956">
                  <c:v>42246</c:v>
                </c:pt>
                <c:pt idx="3957">
                  <c:v>42245</c:v>
                </c:pt>
                <c:pt idx="3958">
                  <c:v>42244</c:v>
                </c:pt>
                <c:pt idx="3959">
                  <c:v>42243</c:v>
                </c:pt>
                <c:pt idx="3960">
                  <c:v>42242</c:v>
                </c:pt>
                <c:pt idx="3961">
                  <c:v>42241</c:v>
                </c:pt>
                <c:pt idx="3962">
                  <c:v>42240</c:v>
                </c:pt>
                <c:pt idx="3963">
                  <c:v>42239</c:v>
                </c:pt>
                <c:pt idx="3964">
                  <c:v>42238</c:v>
                </c:pt>
                <c:pt idx="3965">
                  <c:v>42237</c:v>
                </c:pt>
                <c:pt idx="3966">
                  <c:v>42236</c:v>
                </c:pt>
                <c:pt idx="3967">
                  <c:v>42235</c:v>
                </c:pt>
                <c:pt idx="3968">
                  <c:v>42234</c:v>
                </c:pt>
                <c:pt idx="3969">
                  <c:v>42233</c:v>
                </c:pt>
                <c:pt idx="3970">
                  <c:v>42232</c:v>
                </c:pt>
                <c:pt idx="3971">
                  <c:v>42231</c:v>
                </c:pt>
                <c:pt idx="3972">
                  <c:v>42230</c:v>
                </c:pt>
                <c:pt idx="3973">
                  <c:v>42229</c:v>
                </c:pt>
                <c:pt idx="3974">
                  <c:v>42228</c:v>
                </c:pt>
                <c:pt idx="3975">
                  <c:v>42227</c:v>
                </c:pt>
                <c:pt idx="3976">
                  <c:v>42226</c:v>
                </c:pt>
                <c:pt idx="3977">
                  <c:v>42225</c:v>
                </c:pt>
                <c:pt idx="3978">
                  <c:v>42224</c:v>
                </c:pt>
                <c:pt idx="3979">
                  <c:v>42223</c:v>
                </c:pt>
                <c:pt idx="3980">
                  <c:v>42222</c:v>
                </c:pt>
                <c:pt idx="3981">
                  <c:v>42221</c:v>
                </c:pt>
                <c:pt idx="3982">
                  <c:v>42220</c:v>
                </c:pt>
                <c:pt idx="3983">
                  <c:v>42219</c:v>
                </c:pt>
                <c:pt idx="3984">
                  <c:v>42218</c:v>
                </c:pt>
                <c:pt idx="3985">
                  <c:v>42217</c:v>
                </c:pt>
                <c:pt idx="3986">
                  <c:v>42216</c:v>
                </c:pt>
                <c:pt idx="3987">
                  <c:v>42215</c:v>
                </c:pt>
                <c:pt idx="3988">
                  <c:v>42214</c:v>
                </c:pt>
                <c:pt idx="3989">
                  <c:v>42213</c:v>
                </c:pt>
                <c:pt idx="3990">
                  <c:v>42212</c:v>
                </c:pt>
                <c:pt idx="3991">
                  <c:v>42211</c:v>
                </c:pt>
                <c:pt idx="3992">
                  <c:v>42210</c:v>
                </c:pt>
                <c:pt idx="3993">
                  <c:v>42209</c:v>
                </c:pt>
                <c:pt idx="3994">
                  <c:v>42208</c:v>
                </c:pt>
                <c:pt idx="3995">
                  <c:v>42207</c:v>
                </c:pt>
                <c:pt idx="3996">
                  <c:v>42206</c:v>
                </c:pt>
                <c:pt idx="3997">
                  <c:v>42205</c:v>
                </c:pt>
                <c:pt idx="3998">
                  <c:v>42204</c:v>
                </c:pt>
                <c:pt idx="3999">
                  <c:v>42203</c:v>
                </c:pt>
                <c:pt idx="4000">
                  <c:v>42202</c:v>
                </c:pt>
                <c:pt idx="4001">
                  <c:v>42201</c:v>
                </c:pt>
                <c:pt idx="4002">
                  <c:v>42200</c:v>
                </c:pt>
                <c:pt idx="4003">
                  <c:v>42199</c:v>
                </c:pt>
                <c:pt idx="4004">
                  <c:v>42198</c:v>
                </c:pt>
                <c:pt idx="4005">
                  <c:v>42197</c:v>
                </c:pt>
                <c:pt idx="4006">
                  <c:v>42196</c:v>
                </c:pt>
                <c:pt idx="4007">
                  <c:v>42195</c:v>
                </c:pt>
                <c:pt idx="4008">
                  <c:v>42194</c:v>
                </c:pt>
                <c:pt idx="4009">
                  <c:v>42193</c:v>
                </c:pt>
                <c:pt idx="4010">
                  <c:v>42192</c:v>
                </c:pt>
                <c:pt idx="4011">
                  <c:v>42191</c:v>
                </c:pt>
                <c:pt idx="4012">
                  <c:v>42190</c:v>
                </c:pt>
                <c:pt idx="4013">
                  <c:v>42189</c:v>
                </c:pt>
                <c:pt idx="4014">
                  <c:v>42188</c:v>
                </c:pt>
                <c:pt idx="4015">
                  <c:v>42187</c:v>
                </c:pt>
                <c:pt idx="4016">
                  <c:v>42186</c:v>
                </c:pt>
                <c:pt idx="4017">
                  <c:v>42185</c:v>
                </c:pt>
                <c:pt idx="4018">
                  <c:v>42184</c:v>
                </c:pt>
                <c:pt idx="4019">
                  <c:v>42183</c:v>
                </c:pt>
                <c:pt idx="4020">
                  <c:v>42182</c:v>
                </c:pt>
                <c:pt idx="4021">
                  <c:v>42181</c:v>
                </c:pt>
                <c:pt idx="4022">
                  <c:v>42180</c:v>
                </c:pt>
                <c:pt idx="4023">
                  <c:v>42179</c:v>
                </c:pt>
                <c:pt idx="4024">
                  <c:v>42178</c:v>
                </c:pt>
                <c:pt idx="4025">
                  <c:v>42177</c:v>
                </c:pt>
                <c:pt idx="4026">
                  <c:v>42176</c:v>
                </c:pt>
                <c:pt idx="4027">
                  <c:v>42175</c:v>
                </c:pt>
                <c:pt idx="4028">
                  <c:v>42174</c:v>
                </c:pt>
                <c:pt idx="4029">
                  <c:v>42173</c:v>
                </c:pt>
                <c:pt idx="4030">
                  <c:v>42172</c:v>
                </c:pt>
                <c:pt idx="4031">
                  <c:v>42171</c:v>
                </c:pt>
                <c:pt idx="4032">
                  <c:v>42170</c:v>
                </c:pt>
                <c:pt idx="4033">
                  <c:v>42169</c:v>
                </c:pt>
                <c:pt idx="4034">
                  <c:v>42168</c:v>
                </c:pt>
                <c:pt idx="4035">
                  <c:v>42167</c:v>
                </c:pt>
                <c:pt idx="4036">
                  <c:v>42166</c:v>
                </c:pt>
                <c:pt idx="4037">
                  <c:v>42165</c:v>
                </c:pt>
                <c:pt idx="4038">
                  <c:v>42164</c:v>
                </c:pt>
                <c:pt idx="4039">
                  <c:v>42163</c:v>
                </c:pt>
                <c:pt idx="4040">
                  <c:v>42162</c:v>
                </c:pt>
                <c:pt idx="4041">
                  <c:v>42161</c:v>
                </c:pt>
                <c:pt idx="4042">
                  <c:v>42160</c:v>
                </c:pt>
                <c:pt idx="4043">
                  <c:v>42159</c:v>
                </c:pt>
                <c:pt idx="4044">
                  <c:v>42158</c:v>
                </c:pt>
                <c:pt idx="4045">
                  <c:v>42157</c:v>
                </c:pt>
                <c:pt idx="4046">
                  <c:v>42156</c:v>
                </c:pt>
                <c:pt idx="4047">
                  <c:v>42155</c:v>
                </c:pt>
                <c:pt idx="4048">
                  <c:v>42154</c:v>
                </c:pt>
                <c:pt idx="4049">
                  <c:v>42153</c:v>
                </c:pt>
                <c:pt idx="4050">
                  <c:v>42152</c:v>
                </c:pt>
                <c:pt idx="4051">
                  <c:v>42151</c:v>
                </c:pt>
                <c:pt idx="4052">
                  <c:v>42150</c:v>
                </c:pt>
                <c:pt idx="4053">
                  <c:v>42149</c:v>
                </c:pt>
                <c:pt idx="4054">
                  <c:v>42148</c:v>
                </c:pt>
                <c:pt idx="4055">
                  <c:v>42147</c:v>
                </c:pt>
                <c:pt idx="4056">
                  <c:v>42146</c:v>
                </c:pt>
                <c:pt idx="4057">
                  <c:v>42145</c:v>
                </c:pt>
                <c:pt idx="4058">
                  <c:v>42144</c:v>
                </c:pt>
                <c:pt idx="4059">
                  <c:v>42143</c:v>
                </c:pt>
                <c:pt idx="4060">
                  <c:v>42142</c:v>
                </c:pt>
                <c:pt idx="4061">
                  <c:v>42141</c:v>
                </c:pt>
                <c:pt idx="4062">
                  <c:v>42140</c:v>
                </c:pt>
                <c:pt idx="4063">
                  <c:v>42139</c:v>
                </c:pt>
                <c:pt idx="4064">
                  <c:v>42138</c:v>
                </c:pt>
                <c:pt idx="4065">
                  <c:v>42137</c:v>
                </c:pt>
                <c:pt idx="4066">
                  <c:v>42136</c:v>
                </c:pt>
                <c:pt idx="4067">
                  <c:v>42135</c:v>
                </c:pt>
                <c:pt idx="4068">
                  <c:v>42134</c:v>
                </c:pt>
                <c:pt idx="4069">
                  <c:v>42133</c:v>
                </c:pt>
                <c:pt idx="4070">
                  <c:v>42132</c:v>
                </c:pt>
                <c:pt idx="4071">
                  <c:v>42131</c:v>
                </c:pt>
                <c:pt idx="4072">
                  <c:v>42130</c:v>
                </c:pt>
                <c:pt idx="4073">
                  <c:v>42129</c:v>
                </c:pt>
                <c:pt idx="4074">
                  <c:v>42128</c:v>
                </c:pt>
                <c:pt idx="4075">
                  <c:v>42127</c:v>
                </c:pt>
                <c:pt idx="4076">
                  <c:v>42126</c:v>
                </c:pt>
                <c:pt idx="4077">
                  <c:v>42125</c:v>
                </c:pt>
                <c:pt idx="4078">
                  <c:v>42124</c:v>
                </c:pt>
                <c:pt idx="4079">
                  <c:v>42123</c:v>
                </c:pt>
                <c:pt idx="4080">
                  <c:v>42122</c:v>
                </c:pt>
                <c:pt idx="4081">
                  <c:v>42121</c:v>
                </c:pt>
                <c:pt idx="4082">
                  <c:v>42120</c:v>
                </c:pt>
                <c:pt idx="4083">
                  <c:v>42119</c:v>
                </c:pt>
                <c:pt idx="4084">
                  <c:v>42118</c:v>
                </c:pt>
                <c:pt idx="4085">
                  <c:v>42117</c:v>
                </c:pt>
                <c:pt idx="4086">
                  <c:v>42116</c:v>
                </c:pt>
                <c:pt idx="4087">
                  <c:v>42115</c:v>
                </c:pt>
                <c:pt idx="4088">
                  <c:v>42114</c:v>
                </c:pt>
                <c:pt idx="4089">
                  <c:v>42113</c:v>
                </c:pt>
                <c:pt idx="4090">
                  <c:v>42112</c:v>
                </c:pt>
                <c:pt idx="4091">
                  <c:v>42111</c:v>
                </c:pt>
                <c:pt idx="4092">
                  <c:v>42110</c:v>
                </c:pt>
                <c:pt idx="4093">
                  <c:v>42109</c:v>
                </c:pt>
                <c:pt idx="4094">
                  <c:v>42108</c:v>
                </c:pt>
                <c:pt idx="4095">
                  <c:v>42107</c:v>
                </c:pt>
                <c:pt idx="4096">
                  <c:v>42106</c:v>
                </c:pt>
                <c:pt idx="4097">
                  <c:v>42105</c:v>
                </c:pt>
                <c:pt idx="4098">
                  <c:v>42104</c:v>
                </c:pt>
                <c:pt idx="4099">
                  <c:v>42103</c:v>
                </c:pt>
                <c:pt idx="4100">
                  <c:v>42102</c:v>
                </c:pt>
                <c:pt idx="4101">
                  <c:v>42101</c:v>
                </c:pt>
                <c:pt idx="4102">
                  <c:v>42100</c:v>
                </c:pt>
                <c:pt idx="4103">
                  <c:v>42099</c:v>
                </c:pt>
                <c:pt idx="4104">
                  <c:v>42098</c:v>
                </c:pt>
                <c:pt idx="4105">
                  <c:v>42097</c:v>
                </c:pt>
                <c:pt idx="4106">
                  <c:v>42096</c:v>
                </c:pt>
                <c:pt idx="4107">
                  <c:v>42095</c:v>
                </c:pt>
                <c:pt idx="4108">
                  <c:v>42094</c:v>
                </c:pt>
                <c:pt idx="4109">
                  <c:v>42093</c:v>
                </c:pt>
                <c:pt idx="4110">
                  <c:v>42092</c:v>
                </c:pt>
                <c:pt idx="4111">
                  <c:v>42091</c:v>
                </c:pt>
                <c:pt idx="4112">
                  <c:v>42090</c:v>
                </c:pt>
                <c:pt idx="4113">
                  <c:v>42089</c:v>
                </c:pt>
                <c:pt idx="4114">
                  <c:v>42088</c:v>
                </c:pt>
                <c:pt idx="4115">
                  <c:v>42087</c:v>
                </c:pt>
                <c:pt idx="4116">
                  <c:v>42086</c:v>
                </c:pt>
                <c:pt idx="4117">
                  <c:v>42085</c:v>
                </c:pt>
                <c:pt idx="4118">
                  <c:v>42084</c:v>
                </c:pt>
                <c:pt idx="4119">
                  <c:v>42083</c:v>
                </c:pt>
                <c:pt idx="4120">
                  <c:v>42082</c:v>
                </c:pt>
                <c:pt idx="4121">
                  <c:v>42081</c:v>
                </c:pt>
                <c:pt idx="4122">
                  <c:v>42080</c:v>
                </c:pt>
                <c:pt idx="4123">
                  <c:v>42079</c:v>
                </c:pt>
                <c:pt idx="4124">
                  <c:v>42078</c:v>
                </c:pt>
                <c:pt idx="4125">
                  <c:v>42077</c:v>
                </c:pt>
                <c:pt idx="4126">
                  <c:v>42076</c:v>
                </c:pt>
                <c:pt idx="4127">
                  <c:v>42075</c:v>
                </c:pt>
                <c:pt idx="4128">
                  <c:v>42074</c:v>
                </c:pt>
                <c:pt idx="4129">
                  <c:v>42073</c:v>
                </c:pt>
                <c:pt idx="4130">
                  <c:v>42072</c:v>
                </c:pt>
                <c:pt idx="4131">
                  <c:v>42071</c:v>
                </c:pt>
                <c:pt idx="4132">
                  <c:v>42070</c:v>
                </c:pt>
                <c:pt idx="4133">
                  <c:v>42069</c:v>
                </c:pt>
                <c:pt idx="4134">
                  <c:v>42068</c:v>
                </c:pt>
                <c:pt idx="4135">
                  <c:v>42067</c:v>
                </c:pt>
                <c:pt idx="4136">
                  <c:v>42066</c:v>
                </c:pt>
                <c:pt idx="4137">
                  <c:v>42065</c:v>
                </c:pt>
                <c:pt idx="4138">
                  <c:v>42064</c:v>
                </c:pt>
                <c:pt idx="4139">
                  <c:v>42063</c:v>
                </c:pt>
                <c:pt idx="4140">
                  <c:v>42062</c:v>
                </c:pt>
                <c:pt idx="4141">
                  <c:v>42061</c:v>
                </c:pt>
                <c:pt idx="4142">
                  <c:v>42060</c:v>
                </c:pt>
                <c:pt idx="4143">
                  <c:v>42059</c:v>
                </c:pt>
                <c:pt idx="4144">
                  <c:v>42058</c:v>
                </c:pt>
                <c:pt idx="4145">
                  <c:v>42057</c:v>
                </c:pt>
                <c:pt idx="4146">
                  <c:v>42056</c:v>
                </c:pt>
                <c:pt idx="4147">
                  <c:v>42055</c:v>
                </c:pt>
                <c:pt idx="4148">
                  <c:v>42054</c:v>
                </c:pt>
                <c:pt idx="4149">
                  <c:v>42053</c:v>
                </c:pt>
                <c:pt idx="4150">
                  <c:v>42052</c:v>
                </c:pt>
                <c:pt idx="4151">
                  <c:v>42051</c:v>
                </c:pt>
                <c:pt idx="4152">
                  <c:v>42050</c:v>
                </c:pt>
                <c:pt idx="4153">
                  <c:v>42049</c:v>
                </c:pt>
                <c:pt idx="4154">
                  <c:v>42048</c:v>
                </c:pt>
                <c:pt idx="4155">
                  <c:v>42047</c:v>
                </c:pt>
                <c:pt idx="4156">
                  <c:v>42046</c:v>
                </c:pt>
                <c:pt idx="4157">
                  <c:v>42045</c:v>
                </c:pt>
                <c:pt idx="4158">
                  <c:v>42044</c:v>
                </c:pt>
                <c:pt idx="4159">
                  <c:v>42043</c:v>
                </c:pt>
                <c:pt idx="4160">
                  <c:v>42042</c:v>
                </c:pt>
                <c:pt idx="4161">
                  <c:v>42041</c:v>
                </c:pt>
                <c:pt idx="4162">
                  <c:v>42040</c:v>
                </c:pt>
                <c:pt idx="4163">
                  <c:v>42039</c:v>
                </c:pt>
                <c:pt idx="4164">
                  <c:v>42038</c:v>
                </c:pt>
                <c:pt idx="4165">
                  <c:v>42037</c:v>
                </c:pt>
                <c:pt idx="4166">
                  <c:v>42036</c:v>
                </c:pt>
                <c:pt idx="4167">
                  <c:v>42035</c:v>
                </c:pt>
                <c:pt idx="4168">
                  <c:v>42034</c:v>
                </c:pt>
                <c:pt idx="4169">
                  <c:v>42033</c:v>
                </c:pt>
                <c:pt idx="4170">
                  <c:v>42032</c:v>
                </c:pt>
                <c:pt idx="4171">
                  <c:v>42031</c:v>
                </c:pt>
                <c:pt idx="4172">
                  <c:v>42030</c:v>
                </c:pt>
                <c:pt idx="4173">
                  <c:v>42029</c:v>
                </c:pt>
                <c:pt idx="4174">
                  <c:v>42028</c:v>
                </c:pt>
                <c:pt idx="4175">
                  <c:v>42027</c:v>
                </c:pt>
                <c:pt idx="4176">
                  <c:v>42026</c:v>
                </c:pt>
                <c:pt idx="4177">
                  <c:v>42025</c:v>
                </c:pt>
                <c:pt idx="4178">
                  <c:v>42024</c:v>
                </c:pt>
                <c:pt idx="4179">
                  <c:v>42023</c:v>
                </c:pt>
                <c:pt idx="4180">
                  <c:v>42022</c:v>
                </c:pt>
                <c:pt idx="4181">
                  <c:v>42021</c:v>
                </c:pt>
                <c:pt idx="4182">
                  <c:v>42020</c:v>
                </c:pt>
                <c:pt idx="4183">
                  <c:v>42019</c:v>
                </c:pt>
                <c:pt idx="4184">
                  <c:v>42018</c:v>
                </c:pt>
                <c:pt idx="4185">
                  <c:v>42017</c:v>
                </c:pt>
                <c:pt idx="4186">
                  <c:v>42016</c:v>
                </c:pt>
                <c:pt idx="4187">
                  <c:v>42015</c:v>
                </c:pt>
                <c:pt idx="4188">
                  <c:v>42014</c:v>
                </c:pt>
                <c:pt idx="4189">
                  <c:v>42013</c:v>
                </c:pt>
                <c:pt idx="4190">
                  <c:v>42012</c:v>
                </c:pt>
                <c:pt idx="4191">
                  <c:v>42011</c:v>
                </c:pt>
                <c:pt idx="4192">
                  <c:v>42010</c:v>
                </c:pt>
                <c:pt idx="4193">
                  <c:v>42009</c:v>
                </c:pt>
                <c:pt idx="4194">
                  <c:v>42008</c:v>
                </c:pt>
                <c:pt idx="4195">
                  <c:v>42007</c:v>
                </c:pt>
                <c:pt idx="4196">
                  <c:v>42006</c:v>
                </c:pt>
                <c:pt idx="4197">
                  <c:v>42005</c:v>
                </c:pt>
                <c:pt idx="4198">
                  <c:v>42004</c:v>
                </c:pt>
                <c:pt idx="4199">
                  <c:v>42003</c:v>
                </c:pt>
                <c:pt idx="4200">
                  <c:v>42002</c:v>
                </c:pt>
                <c:pt idx="4201">
                  <c:v>42001</c:v>
                </c:pt>
                <c:pt idx="4202">
                  <c:v>42000</c:v>
                </c:pt>
                <c:pt idx="4203">
                  <c:v>41999</c:v>
                </c:pt>
                <c:pt idx="4204">
                  <c:v>41998</c:v>
                </c:pt>
                <c:pt idx="4205">
                  <c:v>41997</c:v>
                </c:pt>
                <c:pt idx="4206">
                  <c:v>41996</c:v>
                </c:pt>
                <c:pt idx="4207">
                  <c:v>41995</c:v>
                </c:pt>
                <c:pt idx="4208">
                  <c:v>41994</c:v>
                </c:pt>
                <c:pt idx="4209">
                  <c:v>41993</c:v>
                </c:pt>
                <c:pt idx="4210">
                  <c:v>41992</c:v>
                </c:pt>
                <c:pt idx="4211">
                  <c:v>41991</c:v>
                </c:pt>
                <c:pt idx="4212">
                  <c:v>41990</c:v>
                </c:pt>
                <c:pt idx="4213">
                  <c:v>41989</c:v>
                </c:pt>
                <c:pt idx="4214">
                  <c:v>41988</c:v>
                </c:pt>
                <c:pt idx="4215">
                  <c:v>41987</c:v>
                </c:pt>
                <c:pt idx="4216">
                  <c:v>41986</c:v>
                </c:pt>
                <c:pt idx="4217">
                  <c:v>41985</c:v>
                </c:pt>
                <c:pt idx="4218">
                  <c:v>41984</c:v>
                </c:pt>
                <c:pt idx="4219">
                  <c:v>41983</c:v>
                </c:pt>
                <c:pt idx="4220">
                  <c:v>41982</c:v>
                </c:pt>
                <c:pt idx="4221">
                  <c:v>41981</c:v>
                </c:pt>
                <c:pt idx="4222">
                  <c:v>41980</c:v>
                </c:pt>
                <c:pt idx="4223">
                  <c:v>41979</c:v>
                </c:pt>
                <c:pt idx="4224">
                  <c:v>41978</c:v>
                </c:pt>
                <c:pt idx="4225">
                  <c:v>41977</c:v>
                </c:pt>
                <c:pt idx="4226">
                  <c:v>41976</c:v>
                </c:pt>
                <c:pt idx="4227">
                  <c:v>41975</c:v>
                </c:pt>
                <c:pt idx="4228">
                  <c:v>41974</c:v>
                </c:pt>
                <c:pt idx="4229">
                  <c:v>41973</c:v>
                </c:pt>
                <c:pt idx="4230">
                  <c:v>41972</c:v>
                </c:pt>
                <c:pt idx="4231">
                  <c:v>41971</c:v>
                </c:pt>
                <c:pt idx="4232">
                  <c:v>41970</c:v>
                </c:pt>
                <c:pt idx="4233">
                  <c:v>41969</c:v>
                </c:pt>
                <c:pt idx="4234">
                  <c:v>41968</c:v>
                </c:pt>
                <c:pt idx="4235">
                  <c:v>41967</c:v>
                </c:pt>
                <c:pt idx="4236">
                  <c:v>41966</c:v>
                </c:pt>
                <c:pt idx="4237">
                  <c:v>41965</c:v>
                </c:pt>
                <c:pt idx="4238">
                  <c:v>41964</c:v>
                </c:pt>
                <c:pt idx="4239">
                  <c:v>41963</c:v>
                </c:pt>
                <c:pt idx="4240">
                  <c:v>41962</c:v>
                </c:pt>
                <c:pt idx="4241">
                  <c:v>41961</c:v>
                </c:pt>
                <c:pt idx="4242">
                  <c:v>41960</c:v>
                </c:pt>
                <c:pt idx="4243">
                  <c:v>41959</c:v>
                </c:pt>
                <c:pt idx="4244">
                  <c:v>41958</c:v>
                </c:pt>
                <c:pt idx="4245">
                  <c:v>41957</c:v>
                </c:pt>
                <c:pt idx="4246">
                  <c:v>41956</c:v>
                </c:pt>
                <c:pt idx="4247">
                  <c:v>41955</c:v>
                </c:pt>
                <c:pt idx="4248">
                  <c:v>41954</c:v>
                </c:pt>
                <c:pt idx="4249">
                  <c:v>41953</c:v>
                </c:pt>
                <c:pt idx="4250">
                  <c:v>41952</c:v>
                </c:pt>
                <c:pt idx="4251">
                  <c:v>41951</c:v>
                </c:pt>
                <c:pt idx="4252">
                  <c:v>41950</c:v>
                </c:pt>
                <c:pt idx="4253">
                  <c:v>41949</c:v>
                </c:pt>
                <c:pt idx="4254">
                  <c:v>41948</c:v>
                </c:pt>
                <c:pt idx="4255">
                  <c:v>41947</c:v>
                </c:pt>
                <c:pt idx="4256">
                  <c:v>41946</c:v>
                </c:pt>
                <c:pt idx="4257">
                  <c:v>41945</c:v>
                </c:pt>
                <c:pt idx="4258">
                  <c:v>41944</c:v>
                </c:pt>
                <c:pt idx="4259">
                  <c:v>41943</c:v>
                </c:pt>
                <c:pt idx="4260">
                  <c:v>41942</c:v>
                </c:pt>
                <c:pt idx="4261">
                  <c:v>41941</c:v>
                </c:pt>
                <c:pt idx="4262">
                  <c:v>41940</c:v>
                </c:pt>
                <c:pt idx="4263">
                  <c:v>41939</c:v>
                </c:pt>
                <c:pt idx="4264">
                  <c:v>41938</c:v>
                </c:pt>
                <c:pt idx="4265">
                  <c:v>41937</c:v>
                </c:pt>
                <c:pt idx="4266">
                  <c:v>41936</c:v>
                </c:pt>
                <c:pt idx="4267">
                  <c:v>41935</c:v>
                </c:pt>
                <c:pt idx="4268">
                  <c:v>41934</c:v>
                </c:pt>
                <c:pt idx="4269">
                  <c:v>41933</c:v>
                </c:pt>
                <c:pt idx="4270">
                  <c:v>41932</c:v>
                </c:pt>
                <c:pt idx="4271">
                  <c:v>41931</c:v>
                </c:pt>
                <c:pt idx="4272">
                  <c:v>41930</c:v>
                </c:pt>
                <c:pt idx="4273">
                  <c:v>41929</c:v>
                </c:pt>
                <c:pt idx="4274">
                  <c:v>41928</c:v>
                </c:pt>
                <c:pt idx="4275">
                  <c:v>41927</c:v>
                </c:pt>
                <c:pt idx="4276">
                  <c:v>41926</c:v>
                </c:pt>
                <c:pt idx="4277">
                  <c:v>41925</c:v>
                </c:pt>
                <c:pt idx="4278">
                  <c:v>41924</c:v>
                </c:pt>
                <c:pt idx="4279">
                  <c:v>41923</c:v>
                </c:pt>
                <c:pt idx="4280">
                  <c:v>41922</c:v>
                </c:pt>
                <c:pt idx="4281">
                  <c:v>41921</c:v>
                </c:pt>
                <c:pt idx="4282">
                  <c:v>41920</c:v>
                </c:pt>
                <c:pt idx="4283">
                  <c:v>41919</c:v>
                </c:pt>
                <c:pt idx="4284">
                  <c:v>41918</c:v>
                </c:pt>
                <c:pt idx="4285">
                  <c:v>41917</c:v>
                </c:pt>
                <c:pt idx="4286">
                  <c:v>41916</c:v>
                </c:pt>
                <c:pt idx="4287">
                  <c:v>41915</c:v>
                </c:pt>
                <c:pt idx="4288">
                  <c:v>41914</c:v>
                </c:pt>
                <c:pt idx="4289">
                  <c:v>41913</c:v>
                </c:pt>
                <c:pt idx="4290">
                  <c:v>41912</c:v>
                </c:pt>
                <c:pt idx="4291">
                  <c:v>41911</c:v>
                </c:pt>
                <c:pt idx="4292">
                  <c:v>41910</c:v>
                </c:pt>
                <c:pt idx="4293">
                  <c:v>41909</c:v>
                </c:pt>
                <c:pt idx="4294">
                  <c:v>41908</c:v>
                </c:pt>
                <c:pt idx="4295">
                  <c:v>41907</c:v>
                </c:pt>
                <c:pt idx="4296">
                  <c:v>41906</c:v>
                </c:pt>
                <c:pt idx="4297">
                  <c:v>41905</c:v>
                </c:pt>
                <c:pt idx="4298">
                  <c:v>41904</c:v>
                </c:pt>
                <c:pt idx="4299">
                  <c:v>41903</c:v>
                </c:pt>
                <c:pt idx="4300">
                  <c:v>41902</c:v>
                </c:pt>
                <c:pt idx="4301">
                  <c:v>41901</c:v>
                </c:pt>
                <c:pt idx="4302">
                  <c:v>41900</c:v>
                </c:pt>
                <c:pt idx="4303">
                  <c:v>41899</c:v>
                </c:pt>
                <c:pt idx="4304">
                  <c:v>41898</c:v>
                </c:pt>
                <c:pt idx="4305">
                  <c:v>41897</c:v>
                </c:pt>
                <c:pt idx="4306">
                  <c:v>41896</c:v>
                </c:pt>
                <c:pt idx="4307">
                  <c:v>41895</c:v>
                </c:pt>
                <c:pt idx="4308">
                  <c:v>41894</c:v>
                </c:pt>
                <c:pt idx="4309">
                  <c:v>41893</c:v>
                </c:pt>
                <c:pt idx="4310">
                  <c:v>41892</c:v>
                </c:pt>
                <c:pt idx="4311">
                  <c:v>41891</c:v>
                </c:pt>
                <c:pt idx="4312">
                  <c:v>41890</c:v>
                </c:pt>
                <c:pt idx="4313">
                  <c:v>41889</c:v>
                </c:pt>
                <c:pt idx="4314">
                  <c:v>41888</c:v>
                </c:pt>
                <c:pt idx="4315">
                  <c:v>41887</c:v>
                </c:pt>
                <c:pt idx="4316">
                  <c:v>41886</c:v>
                </c:pt>
                <c:pt idx="4317">
                  <c:v>41885</c:v>
                </c:pt>
                <c:pt idx="4318">
                  <c:v>41884</c:v>
                </c:pt>
                <c:pt idx="4319">
                  <c:v>41883</c:v>
                </c:pt>
                <c:pt idx="4320">
                  <c:v>41882</c:v>
                </c:pt>
                <c:pt idx="4321">
                  <c:v>41881</c:v>
                </c:pt>
                <c:pt idx="4322">
                  <c:v>41880</c:v>
                </c:pt>
                <c:pt idx="4323">
                  <c:v>41879</c:v>
                </c:pt>
                <c:pt idx="4324">
                  <c:v>41878</c:v>
                </c:pt>
                <c:pt idx="4325">
                  <c:v>41877</c:v>
                </c:pt>
                <c:pt idx="4326">
                  <c:v>41876</c:v>
                </c:pt>
                <c:pt idx="4327">
                  <c:v>41875</c:v>
                </c:pt>
                <c:pt idx="4328">
                  <c:v>41874</c:v>
                </c:pt>
                <c:pt idx="4329">
                  <c:v>41873</c:v>
                </c:pt>
                <c:pt idx="4330">
                  <c:v>41872</c:v>
                </c:pt>
                <c:pt idx="4331">
                  <c:v>41871</c:v>
                </c:pt>
                <c:pt idx="4332">
                  <c:v>41870</c:v>
                </c:pt>
                <c:pt idx="4333">
                  <c:v>41869</c:v>
                </c:pt>
                <c:pt idx="4334">
                  <c:v>41868</c:v>
                </c:pt>
                <c:pt idx="4335">
                  <c:v>41867</c:v>
                </c:pt>
                <c:pt idx="4336">
                  <c:v>41866</c:v>
                </c:pt>
                <c:pt idx="4337">
                  <c:v>41865</c:v>
                </c:pt>
                <c:pt idx="4338">
                  <c:v>41864</c:v>
                </c:pt>
                <c:pt idx="4339">
                  <c:v>41863</c:v>
                </c:pt>
                <c:pt idx="4340">
                  <c:v>41862</c:v>
                </c:pt>
                <c:pt idx="4341">
                  <c:v>41861</c:v>
                </c:pt>
                <c:pt idx="4342">
                  <c:v>41860</c:v>
                </c:pt>
                <c:pt idx="4343">
                  <c:v>41859</c:v>
                </c:pt>
                <c:pt idx="4344">
                  <c:v>41858</c:v>
                </c:pt>
                <c:pt idx="4345">
                  <c:v>41857</c:v>
                </c:pt>
                <c:pt idx="4346">
                  <c:v>41856</c:v>
                </c:pt>
                <c:pt idx="4347">
                  <c:v>41855</c:v>
                </c:pt>
                <c:pt idx="4348">
                  <c:v>41854</c:v>
                </c:pt>
                <c:pt idx="4349">
                  <c:v>41853</c:v>
                </c:pt>
                <c:pt idx="4350">
                  <c:v>41852</c:v>
                </c:pt>
                <c:pt idx="4351">
                  <c:v>41851</c:v>
                </c:pt>
                <c:pt idx="4352">
                  <c:v>41850</c:v>
                </c:pt>
                <c:pt idx="4353">
                  <c:v>41849</c:v>
                </c:pt>
                <c:pt idx="4354">
                  <c:v>41848</c:v>
                </c:pt>
                <c:pt idx="4355">
                  <c:v>41847</c:v>
                </c:pt>
                <c:pt idx="4356">
                  <c:v>41846</c:v>
                </c:pt>
                <c:pt idx="4357">
                  <c:v>41845</c:v>
                </c:pt>
                <c:pt idx="4358">
                  <c:v>41844</c:v>
                </c:pt>
                <c:pt idx="4359">
                  <c:v>41843</c:v>
                </c:pt>
                <c:pt idx="4360">
                  <c:v>41842</c:v>
                </c:pt>
                <c:pt idx="4361">
                  <c:v>41841</c:v>
                </c:pt>
                <c:pt idx="4362">
                  <c:v>41840</c:v>
                </c:pt>
                <c:pt idx="4363">
                  <c:v>41839</c:v>
                </c:pt>
                <c:pt idx="4364">
                  <c:v>41838</c:v>
                </c:pt>
                <c:pt idx="4365">
                  <c:v>41837</c:v>
                </c:pt>
                <c:pt idx="4366">
                  <c:v>41836</c:v>
                </c:pt>
                <c:pt idx="4367">
                  <c:v>41835</c:v>
                </c:pt>
                <c:pt idx="4368">
                  <c:v>41834</c:v>
                </c:pt>
                <c:pt idx="4369">
                  <c:v>41833</c:v>
                </c:pt>
                <c:pt idx="4370">
                  <c:v>41832</c:v>
                </c:pt>
                <c:pt idx="4371">
                  <c:v>41831</c:v>
                </c:pt>
                <c:pt idx="4372">
                  <c:v>41830</c:v>
                </c:pt>
                <c:pt idx="4373">
                  <c:v>41829</c:v>
                </c:pt>
                <c:pt idx="4374">
                  <c:v>41828</c:v>
                </c:pt>
                <c:pt idx="4375">
                  <c:v>41827</c:v>
                </c:pt>
                <c:pt idx="4376">
                  <c:v>41826</c:v>
                </c:pt>
                <c:pt idx="4377">
                  <c:v>41825</c:v>
                </c:pt>
                <c:pt idx="4378">
                  <c:v>41824</c:v>
                </c:pt>
                <c:pt idx="4379">
                  <c:v>41823</c:v>
                </c:pt>
                <c:pt idx="4380">
                  <c:v>41822</c:v>
                </c:pt>
                <c:pt idx="4381">
                  <c:v>41821</c:v>
                </c:pt>
                <c:pt idx="4382">
                  <c:v>41820</c:v>
                </c:pt>
                <c:pt idx="4383">
                  <c:v>41819</c:v>
                </c:pt>
                <c:pt idx="4384">
                  <c:v>41818</c:v>
                </c:pt>
                <c:pt idx="4385">
                  <c:v>41817</c:v>
                </c:pt>
                <c:pt idx="4386">
                  <c:v>41816</c:v>
                </c:pt>
                <c:pt idx="4387">
                  <c:v>41815</c:v>
                </c:pt>
                <c:pt idx="4388">
                  <c:v>41814</c:v>
                </c:pt>
                <c:pt idx="4389">
                  <c:v>41813</c:v>
                </c:pt>
                <c:pt idx="4390">
                  <c:v>41812</c:v>
                </c:pt>
                <c:pt idx="4391">
                  <c:v>41811</c:v>
                </c:pt>
                <c:pt idx="4392">
                  <c:v>41810</c:v>
                </c:pt>
                <c:pt idx="4393">
                  <c:v>41809</c:v>
                </c:pt>
                <c:pt idx="4394">
                  <c:v>41808</c:v>
                </c:pt>
                <c:pt idx="4395">
                  <c:v>41807</c:v>
                </c:pt>
                <c:pt idx="4396">
                  <c:v>41806</c:v>
                </c:pt>
                <c:pt idx="4397">
                  <c:v>41805</c:v>
                </c:pt>
                <c:pt idx="4398">
                  <c:v>41804</c:v>
                </c:pt>
                <c:pt idx="4399">
                  <c:v>41803</c:v>
                </c:pt>
                <c:pt idx="4400">
                  <c:v>41802</c:v>
                </c:pt>
                <c:pt idx="4401">
                  <c:v>41801</c:v>
                </c:pt>
                <c:pt idx="4402">
                  <c:v>41800</c:v>
                </c:pt>
                <c:pt idx="4403">
                  <c:v>41799</c:v>
                </c:pt>
                <c:pt idx="4404">
                  <c:v>41798</c:v>
                </c:pt>
                <c:pt idx="4405">
                  <c:v>41797</c:v>
                </c:pt>
                <c:pt idx="4406">
                  <c:v>41796</c:v>
                </c:pt>
                <c:pt idx="4407">
                  <c:v>41795</c:v>
                </c:pt>
                <c:pt idx="4408">
                  <c:v>41794</c:v>
                </c:pt>
                <c:pt idx="4409">
                  <c:v>41793</c:v>
                </c:pt>
                <c:pt idx="4410">
                  <c:v>41792</c:v>
                </c:pt>
                <c:pt idx="4411">
                  <c:v>41791</c:v>
                </c:pt>
                <c:pt idx="4412">
                  <c:v>41790</c:v>
                </c:pt>
                <c:pt idx="4413">
                  <c:v>41789</c:v>
                </c:pt>
                <c:pt idx="4414">
                  <c:v>41788</c:v>
                </c:pt>
                <c:pt idx="4415">
                  <c:v>41787</c:v>
                </c:pt>
                <c:pt idx="4416">
                  <c:v>41786</c:v>
                </c:pt>
                <c:pt idx="4417">
                  <c:v>41785</c:v>
                </c:pt>
                <c:pt idx="4418">
                  <c:v>41784</c:v>
                </c:pt>
                <c:pt idx="4419">
                  <c:v>41783</c:v>
                </c:pt>
                <c:pt idx="4420">
                  <c:v>41782</c:v>
                </c:pt>
                <c:pt idx="4421">
                  <c:v>41781</c:v>
                </c:pt>
                <c:pt idx="4422">
                  <c:v>41780</c:v>
                </c:pt>
                <c:pt idx="4423">
                  <c:v>41779</c:v>
                </c:pt>
                <c:pt idx="4424">
                  <c:v>41778</c:v>
                </c:pt>
                <c:pt idx="4425">
                  <c:v>41777</c:v>
                </c:pt>
                <c:pt idx="4426">
                  <c:v>41776</c:v>
                </c:pt>
                <c:pt idx="4427">
                  <c:v>41775</c:v>
                </c:pt>
                <c:pt idx="4428">
                  <c:v>41774</c:v>
                </c:pt>
                <c:pt idx="4429">
                  <c:v>41773</c:v>
                </c:pt>
                <c:pt idx="4430">
                  <c:v>41772</c:v>
                </c:pt>
                <c:pt idx="4431">
                  <c:v>41771</c:v>
                </c:pt>
                <c:pt idx="4432">
                  <c:v>41770</c:v>
                </c:pt>
                <c:pt idx="4433">
                  <c:v>41769</c:v>
                </c:pt>
                <c:pt idx="4434">
                  <c:v>41768</c:v>
                </c:pt>
                <c:pt idx="4435">
                  <c:v>41767</c:v>
                </c:pt>
                <c:pt idx="4436">
                  <c:v>41766</c:v>
                </c:pt>
                <c:pt idx="4437">
                  <c:v>41765</c:v>
                </c:pt>
                <c:pt idx="4438">
                  <c:v>41764</c:v>
                </c:pt>
                <c:pt idx="4439">
                  <c:v>41763</c:v>
                </c:pt>
                <c:pt idx="4440">
                  <c:v>41762</c:v>
                </c:pt>
                <c:pt idx="4441">
                  <c:v>41761</c:v>
                </c:pt>
                <c:pt idx="4442">
                  <c:v>41760</c:v>
                </c:pt>
                <c:pt idx="4443">
                  <c:v>41759</c:v>
                </c:pt>
                <c:pt idx="4444">
                  <c:v>41758</c:v>
                </c:pt>
                <c:pt idx="4445">
                  <c:v>41757</c:v>
                </c:pt>
                <c:pt idx="4446">
                  <c:v>41756</c:v>
                </c:pt>
                <c:pt idx="4447">
                  <c:v>41755</c:v>
                </c:pt>
                <c:pt idx="4448">
                  <c:v>41754</c:v>
                </c:pt>
                <c:pt idx="4449">
                  <c:v>41753</c:v>
                </c:pt>
                <c:pt idx="4450">
                  <c:v>41752</c:v>
                </c:pt>
                <c:pt idx="4451">
                  <c:v>41751</c:v>
                </c:pt>
                <c:pt idx="4452">
                  <c:v>41750</c:v>
                </c:pt>
                <c:pt idx="4453">
                  <c:v>41749</c:v>
                </c:pt>
                <c:pt idx="4454">
                  <c:v>41748</c:v>
                </c:pt>
                <c:pt idx="4455">
                  <c:v>41747</c:v>
                </c:pt>
                <c:pt idx="4456">
                  <c:v>41746</c:v>
                </c:pt>
                <c:pt idx="4457">
                  <c:v>41745</c:v>
                </c:pt>
                <c:pt idx="4458">
                  <c:v>41744</c:v>
                </c:pt>
                <c:pt idx="4459">
                  <c:v>41743</c:v>
                </c:pt>
                <c:pt idx="4460">
                  <c:v>41742</c:v>
                </c:pt>
                <c:pt idx="4461">
                  <c:v>41741</c:v>
                </c:pt>
                <c:pt idx="4462">
                  <c:v>41740</c:v>
                </c:pt>
                <c:pt idx="4463">
                  <c:v>41739</c:v>
                </c:pt>
                <c:pt idx="4464">
                  <c:v>41738</c:v>
                </c:pt>
                <c:pt idx="4465">
                  <c:v>41737</c:v>
                </c:pt>
                <c:pt idx="4466">
                  <c:v>41736</c:v>
                </c:pt>
                <c:pt idx="4467">
                  <c:v>41735</c:v>
                </c:pt>
                <c:pt idx="4468">
                  <c:v>41734</c:v>
                </c:pt>
                <c:pt idx="4469">
                  <c:v>41733</c:v>
                </c:pt>
                <c:pt idx="4470">
                  <c:v>41732</c:v>
                </c:pt>
                <c:pt idx="4471">
                  <c:v>41731</c:v>
                </c:pt>
                <c:pt idx="4472">
                  <c:v>41730</c:v>
                </c:pt>
                <c:pt idx="4473">
                  <c:v>41729</c:v>
                </c:pt>
                <c:pt idx="4474">
                  <c:v>41728</c:v>
                </c:pt>
                <c:pt idx="4475">
                  <c:v>41727</c:v>
                </c:pt>
                <c:pt idx="4476">
                  <c:v>41726</c:v>
                </c:pt>
                <c:pt idx="4477">
                  <c:v>41725</c:v>
                </c:pt>
                <c:pt idx="4478">
                  <c:v>41724</c:v>
                </c:pt>
                <c:pt idx="4479">
                  <c:v>41723</c:v>
                </c:pt>
                <c:pt idx="4480">
                  <c:v>41722</c:v>
                </c:pt>
                <c:pt idx="4481">
                  <c:v>41721</c:v>
                </c:pt>
                <c:pt idx="4482">
                  <c:v>41720</c:v>
                </c:pt>
                <c:pt idx="4483">
                  <c:v>41719</c:v>
                </c:pt>
                <c:pt idx="4484">
                  <c:v>41718</c:v>
                </c:pt>
                <c:pt idx="4485">
                  <c:v>41717</c:v>
                </c:pt>
                <c:pt idx="4486">
                  <c:v>41716</c:v>
                </c:pt>
                <c:pt idx="4487">
                  <c:v>41715</c:v>
                </c:pt>
                <c:pt idx="4488">
                  <c:v>41714</c:v>
                </c:pt>
                <c:pt idx="4489">
                  <c:v>41713</c:v>
                </c:pt>
                <c:pt idx="4490">
                  <c:v>41712</c:v>
                </c:pt>
                <c:pt idx="4491">
                  <c:v>41711</c:v>
                </c:pt>
                <c:pt idx="4492">
                  <c:v>41710</c:v>
                </c:pt>
                <c:pt idx="4493">
                  <c:v>41709</c:v>
                </c:pt>
                <c:pt idx="4494">
                  <c:v>41708</c:v>
                </c:pt>
                <c:pt idx="4495">
                  <c:v>41707</c:v>
                </c:pt>
                <c:pt idx="4496">
                  <c:v>41706</c:v>
                </c:pt>
                <c:pt idx="4497">
                  <c:v>41705</c:v>
                </c:pt>
                <c:pt idx="4498">
                  <c:v>41704</c:v>
                </c:pt>
                <c:pt idx="4499">
                  <c:v>41703</c:v>
                </c:pt>
                <c:pt idx="4500">
                  <c:v>41702</c:v>
                </c:pt>
                <c:pt idx="4501">
                  <c:v>41701</c:v>
                </c:pt>
                <c:pt idx="4502">
                  <c:v>41700</c:v>
                </c:pt>
                <c:pt idx="4503">
                  <c:v>41699</c:v>
                </c:pt>
                <c:pt idx="4504">
                  <c:v>41698</c:v>
                </c:pt>
                <c:pt idx="4505">
                  <c:v>41697</c:v>
                </c:pt>
                <c:pt idx="4506">
                  <c:v>41696</c:v>
                </c:pt>
                <c:pt idx="4507">
                  <c:v>41695</c:v>
                </c:pt>
                <c:pt idx="4508">
                  <c:v>41694</c:v>
                </c:pt>
                <c:pt idx="4509">
                  <c:v>41693</c:v>
                </c:pt>
                <c:pt idx="4510">
                  <c:v>41692</c:v>
                </c:pt>
                <c:pt idx="4511">
                  <c:v>41691</c:v>
                </c:pt>
                <c:pt idx="4512">
                  <c:v>41690</c:v>
                </c:pt>
                <c:pt idx="4513">
                  <c:v>41689</c:v>
                </c:pt>
                <c:pt idx="4514">
                  <c:v>41688</c:v>
                </c:pt>
                <c:pt idx="4515">
                  <c:v>41687</c:v>
                </c:pt>
                <c:pt idx="4516">
                  <c:v>41686</c:v>
                </c:pt>
                <c:pt idx="4517">
                  <c:v>41685</c:v>
                </c:pt>
                <c:pt idx="4518">
                  <c:v>41684</c:v>
                </c:pt>
                <c:pt idx="4519">
                  <c:v>41683</c:v>
                </c:pt>
                <c:pt idx="4520">
                  <c:v>41682</c:v>
                </c:pt>
                <c:pt idx="4521">
                  <c:v>41681</c:v>
                </c:pt>
                <c:pt idx="4522">
                  <c:v>41680</c:v>
                </c:pt>
                <c:pt idx="4523">
                  <c:v>41679</c:v>
                </c:pt>
                <c:pt idx="4524">
                  <c:v>41678</c:v>
                </c:pt>
                <c:pt idx="4525">
                  <c:v>41677</c:v>
                </c:pt>
                <c:pt idx="4526">
                  <c:v>41676</c:v>
                </c:pt>
                <c:pt idx="4527">
                  <c:v>41675</c:v>
                </c:pt>
                <c:pt idx="4528">
                  <c:v>41674</c:v>
                </c:pt>
                <c:pt idx="4529">
                  <c:v>41673</c:v>
                </c:pt>
                <c:pt idx="4530">
                  <c:v>41672</c:v>
                </c:pt>
                <c:pt idx="4531">
                  <c:v>41671</c:v>
                </c:pt>
                <c:pt idx="4532">
                  <c:v>41670</c:v>
                </c:pt>
                <c:pt idx="4533">
                  <c:v>41669</c:v>
                </c:pt>
                <c:pt idx="4534">
                  <c:v>41668</c:v>
                </c:pt>
                <c:pt idx="4535">
                  <c:v>41667</c:v>
                </c:pt>
                <c:pt idx="4536">
                  <c:v>41666</c:v>
                </c:pt>
                <c:pt idx="4537">
                  <c:v>41665</c:v>
                </c:pt>
                <c:pt idx="4538">
                  <c:v>41664</c:v>
                </c:pt>
                <c:pt idx="4539">
                  <c:v>41663</c:v>
                </c:pt>
                <c:pt idx="4540">
                  <c:v>41662</c:v>
                </c:pt>
                <c:pt idx="4541">
                  <c:v>41661</c:v>
                </c:pt>
                <c:pt idx="4542">
                  <c:v>41660</c:v>
                </c:pt>
                <c:pt idx="4543">
                  <c:v>41659</c:v>
                </c:pt>
                <c:pt idx="4544">
                  <c:v>41658</c:v>
                </c:pt>
                <c:pt idx="4545">
                  <c:v>41657</c:v>
                </c:pt>
                <c:pt idx="4546">
                  <c:v>41656</c:v>
                </c:pt>
                <c:pt idx="4547">
                  <c:v>41655</c:v>
                </c:pt>
                <c:pt idx="4548">
                  <c:v>41654</c:v>
                </c:pt>
                <c:pt idx="4549">
                  <c:v>41653</c:v>
                </c:pt>
                <c:pt idx="4550">
                  <c:v>41652</c:v>
                </c:pt>
                <c:pt idx="4551">
                  <c:v>41651</c:v>
                </c:pt>
                <c:pt idx="4552">
                  <c:v>41650</c:v>
                </c:pt>
                <c:pt idx="4553">
                  <c:v>41649</c:v>
                </c:pt>
                <c:pt idx="4554">
                  <c:v>41648</c:v>
                </c:pt>
                <c:pt idx="4555">
                  <c:v>41647</c:v>
                </c:pt>
                <c:pt idx="4556">
                  <c:v>41646</c:v>
                </c:pt>
                <c:pt idx="4557">
                  <c:v>41645</c:v>
                </c:pt>
                <c:pt idx="4558">
                  <c:v>41644</c:v>
                </c:pt>
                <c:pt idx="4559">
                  <c:v>41643</c:v>
                </c:pt>
                <c:pt idx="4560">
                  <c:v>41642</c:v>
                </c:pt>
                <c:pt idx="4561">
                  <c:v>41641</c:v>
                </c:pt>
                <c:pt idx="4562">
                  <c:v>41640</c:v>
                </c:pt>
                <c:pt idx="4563">
                  <c:v>41639</c:v>
                </c:pt>
                <c:pt idx="4564">
                  <c:v>41638</c:v>
                </c:pt>
                <c:pt idx="4565">
                  <c:v>41637</c:v>
                </c:pt>
                <c:pt idx="4566">
                  <c:v>41636</c:v>
                </c:pt>
                <c:pt idx="4567">
                  <c:v>41635</c:v>
                </c:pt>
                <c:pt idx="4568">
                  <c:v>41634</c:v>
                </c:pt>
                <c:pt idx="4569">
                  <c:v>41633</c:v>
                </c:pt>
                <c:pt idx="4570">
                  <c:v>41632</c:v>
                </c:pt>
                <c:pt idx="4571">
                  <c:v>41631</c:v>
                </c:pt>
                <c:pt idx="4572">
                  <c:v>41630</c:v>
                </c:pt>
                <c:pt idx="4573">
                  <c:v>41629</c:v>
                </c:pt>
                <c:pt idx="4574">
                  <c:v>41628</c:v>
                </c:pt>
                <c:pt idx="4575">
                  <c:v>41627</c:v>
                </c:pt>
                <c:pt idx="4576">
                  <c:v>41626</c:v>
                </c:pt>
                <c:pt idx="4577">
                  <c:v>41625</c:v>
                </c:pt>
                <c:pt idx="4578">
                  <c:v>41624</c:v>
                </c:pt>
                <c:pt idx="4579">
                  <c:v>41623</c:v>
                </c:pt>
                <c:pt idx="4580">
                  <c:v>41622</c:v>
                </c:pt>
                <c:pt idx="4581">
                  <c:v>41621</c:v>
                </c:pt>
                <c:pt idx="4582">
                  <c:v>41620</c:v>
                </c:pt>
                <c:pt idx="4583">
                  <c:v>41619</c:v>
                </c:pt>
                <c:pt idx="4584">
                  <c:v>41618</c:v>
                </c:pt>
                <c:pt idx="4585">
                  <c:v>41617</c:v>
                </c:pt>
                <c:pt idx="4586">
                  <c:v>41616</c:v>
                </c:pt>
                <c:pt idx="4587">
                  <c:v>41615</c:v>
                </c:pt>
                <c:pt idx="4588">
                  <c:v>41614</c:v>
                </c:pt>
                <c:pt idx="4589">
                  <c:v>41613</c:v>
                </c:pt>
                <c:pt idx="4590">
                  <c:v>41612</c:v>
                </c:pt>
                <c:pt idx="4591">
                  <c:v>41611</c:v>
                </c:pt>
                <c:pt idx="4592">
                  <c:v>41610</c:v>
                </c:pt>
                <c:pt idx="4593">
                  <c:v>41609</c:v>
                </c:pt>
                <c:pt idx="4594">
                  <c:v>41608</c:v>
                </c:pt>
                <c:pt idx="4595">
                  <c:v>41607</c:v>
                </c:pt>
                <c:pt idx="4596">
                  <c:v>41606</c:v>
                </c:pt>
                <c:pt idx="4597">
                  <c:v>41605</c:v>
                </c:pt>
                <c:pt idx="4598">
                  <c:v>41604</c:v>
                </c:pt>
                <c:pt idx="4599">
                  <c:v>41603</c:v>
                </c:pt>
                <c:pt idx="4600">
                  <c:v>41602</c:v>
                </c:pt>
                <c:pt idx="4601">
                  <c:v>41601</c:v>
                </c:pt>
                <c:pt idx="4602">
                  <c:v>41600</c:v>
                </c:pt>
                <c:pt idx="4603">
                  <c:v>41599</c:v>
                </c:pt>
                <c:pt idx="4604">
                  <c:v>41598</c:v>
                </c:pt>
                <c:pt idx="4605">
                  <c:v>41597</c:v>
                </c:pt>
                <c:pt idx="4606">
                  <c:v>41596</c:v>
                </c:pt>
                <c:pt idx="4607">
                  <c:v>41595</c:v>
                </c:pt>
                <c:pt idx="4608">
                  <c:v>41594</c:v>
                </c:pt>
                <c:pt idx="4609">
                  <c:v>41593</c:v>
                </c:pt>
                <c:pt idx="4610">
                  <c:v>41592</c:v>
                </c:pt>
                <c:pt idx="4611">
                  <c:v>41591</c:v>
                </c:pt>
                <c:pt idx="4612">
                  <c:v>41590</c:v>
                </c:pt>
                <c:pt idx="4613">
                  <c:v>41589</c:v>
                </c:pt>
                <c:pt idx="4614">
                  <c:v>41588</c:v>
                </c:pt>
                <c:pt idx="4615">
                  <c:v>41587</c:v>
                </c:pt>
                <c:pt idx="4616">
                  <c:v>41586</c:v>
                </c:pt>
                <c:pt idx="4617">
                  <c:v>41585</c:v>
                </c:pt>
                <c:pt idx="4618">
                  <c:v>41584</c:v>
                </c:pt>
                <c:pt idx="4619">
                  <c:v>41583</c:v>
                </c:pt>
                <c:pt idx="4620">
                  <c:v>41582</c:v>
                </c:pt>
                <c:pt idx="4621">
                  <c:v>41581</c:v>
                </c:pt>
                <c:pt idx="4622">
                  <c:v>41580</c:v>
                </c:pt>
                <c:pt idx="4623">
                  <c:v>41579</c:v>
                </c:pt>
                <c:pt idx="4624">
                  <c:v>41578</c:v>
                </c:pt>
                <c:pt idx="4625">
                  <c:v>41577</c:v>
                </c:pt>
                <c:pt idx="4626">
                  <c:v>41576</c:v>
                </c:pt>
                <c:pt idx="4627">
                  <c:v>41575</c:v>
                </c:pt>
                <c:pt idx="4628">
                  <c:v>41574</c:v>
                </c:pt>
                <c:pt idx="4629">
                  <c:v>41573</c:v>
                </c:pt>
                <c:pt idx="4630">
                  <c:v>41572</c:v>
                </c:pt>
                <c:pt idx="4631">
                  <c:v>41571</c:v>
                </c:pt>
                <c:pt idx="4632">
                  <c:v>41570</c:v>
                </c:pt>
                <c:pt idx="4633">
                  <c:v>41569</c:v>
                </c:pt>
                <c:pt idx="4634">
                  <c:v>41568</c:v>
                </c:pt>
                <c:pt idx="4635">
                  <c:v>41567</c:v>
                </c:pt>
                <c:pt idx="4636">
                  <c:v>41566</c:v>
                </c:pt>
                <c:pt idx="4637">
                  <c:v>41565</c:v>
                </c:pt>
                <c:pt idx="4638">
                  <c:v>41564</c:v>
                </c:pt>
                <c:pt idx="4639">
                  <c:v>41563</c:v>
                </c:pt>
                <c:pt idx="4640">
                  <c:v>41562</c:v>
                </c:pt>
                <c:pt idx="4641">
                  <c:v>41561</c:v>
                </c:pt>
                <c:pt idx="4642">
                  <c:v>41560</c:v>
                </c:pt>
                <c:pt idx="4643">
                  <c:v>41559</c:v>
                </c:pt>
                <c:pt idx="4644">
                  <c:v>41558</c:v>
                </c:pt>
                <c:pt idx="4645">
                  <c:v>41557</c:v>
                </c:pt>
                <c:pt idx="4646">
                  <c:v>41556</c:v>
                </c:pt>
                <c:pt idx="4647">
                  <c:v>41555</c:v>
                </c:pt>
                <c:pt idx="4648">
                  <c:v>41554</c:v>
                </c:pt>
                <c:pt idx="4649">
                  <c:v>41553</c:v>
                </c:pt>
                <c:pt idx="4650">
                  <c:v>41552</c:v>
                </c:pt>
                <c:pt idx="4651">
                  <c:v>41551</c:v>
                </c:pt>
                <c:pt idx="4652">
                  <c:v>41550</c:v>
                </c:pt>
                <c:pt idx="4653">
                  <c:v>41549</c:v>
                </c:pt>
                <c:pt idx="4654">
                  <c:v>41548</c:v>
                </c:pt>
                <c:pt idx="4655">
                  <c:v>41547</c:v>
                </c:pt>
                <c:pt idx="4656">
                  <c:v>41546</c:v>
                </c:pt>
                <c:pt idx="4657">
                  <c:v>41545</c:v>
                </c:pt>
                <c:pt idx="4658">
                  <c:v>41544</c:v>
                </c:pt>
                <c:pt idx="4659">
                  <c:v>41543</c:v>
                </c:pt>
                <c:pt idx="4660">
                  <c:v>41542</c:v>
                </c:pt>
                <c:pt idx="4661">
                  <c:v>41541</c:v>
                </c:pt>
                <c:pt idx="4662">
                  <c:v>41540</c:v>
                </c:pt>
                <c:pt idx="4663">
                  <c:v>41539</c:v>
                </c:pt>
                <c:pt idx="4664">
                  <c:v>41538</c:v>
                </c:pt>
                <c:pt idx="4665">
                  <c:v>41537</c:v>
                </c:pt>
                <c:pt idx="4666">
                  <c:v>41536</c:v>
                </c:pt>
                <c:pt idx="4667">
                  <c:v>41535</c:v>
                </c:pt>
                <c:pt idx="4668">
                  <c:v>41534</c:v>
                </c:pt>
                <c:pt idx="4669">
                  <c:v>41533</c:v>
                </c:pt>
                <c:pt idx="4670">
                  <c:v>41532</c:v>
                </c:pt>
                <c:pt idx="4671">
                  <c:v>41531</c:v>
                </c:pt>
                <c:pt idx="4672">
                  <c:v>41530</c:v>
                </c:pt>
                <c:pt idx="4673">
                  <c:v>41529</c:v>
                </c:pt>
                <c:pt idx="4674">
                  <c:v>41528</c:v>
                </c:pt>
                <c:pt idx="4675">
                  <c:v>41527</c:v>
                </c:pt>
                <c:pt idx="4676">
                  <c:v>41526</c:v>
                </c:pt>
                <c:pt idx="4677">
                  <c:v>41525</c:v>
                </c:pt>
                <c:pt idx="4678">
                  <c:v>41524</c:v>
                </c:pt>
                <c:pt idx="4679">
                  <c:v>41523</c:v>
                </c:pt>
                <c:pt idx="4680">
                  <c:v>41522</c:v>
                </c:pt>
                <c:pt idx="4681">
                  <c:v>41521</c:v>
                </c:pt>
                <c:pt idx="4682">
                  <c:v>41520</c:v>
                </c:pt>
                <c:pt idx="4683">
                  <c:v>41519</c:v>
                </c:pt>
                <c:pt idx="4684">
                  <c:v>41518</c:v>
                </c:pt>
                <c:pt idx="4685">
                  <c:v>41517</c:v>
                </c:pt>
                <c:pt idx="4686">
                  <c:v>41516</c:v>
                </c:pt>
                <c:pt idx="4687">
                  <c:v>41515</c:v>
                </c:pt>
                <c:pt idx="4688">
                  <c:v>41514</c:v>
                </c:pt>
                <c:pt idx="4689">
                  <c:v>41513</c:v>
                </c:pt>
                <c:pt idx="4690">
                  <c:v>41512</c:v>
                </c:pt>
                <c:pt idx="4691">
                  <c:v>41511</c:v>
                </c:pt>
                <c:pt idx="4692">
                  <c:v>41510</c:v>
                </c:pt>
                <c:pt idx="4693">
                  <c:v>41509</c:v>
                </c:pt>
                <c:pt idx="4694">
                  <c:v>41508</c:v>
                </c:pt>
                <c:pt idx="4695">
                  <c:v>41507</c:v>
                </c:pt>
                <c:pt idx="4696">
                  <c:v>41506</c:v>
                </c:pt>
                <c:pt idx="4697">
                  <c:v>41505</c:v>
                </c:pt>
                <c:pt idx="4698">
                  <c:v>41504</c:v>
                </c:pt>
                <c:pt idx="4699">
                  <c:v>41503</c:v>
                </c:pt>
                <c:pt idx="4700">
                  <c:v>41502</c:v>
                </c:pt>
                <c:pt idx="4701">
                  <c:v>41501</c:v>
                </c:pt>
                <c:pt idx="4702">
                  <c:v>41500</c:v>
                </c:pt>
                <c:pt idx="4703">
                  <c:v>41499</c:v>
                </c:pt>
                <c:pt idx="4704">
                  <c:v>41498</c:v>
                </c:pt>
                <c:pt idx="4705">
                  <c:v>41497</c:v>
                </c:pt>
                <c:pt idx="4706">
                  <c:v>41496</c:v>
                </c:pt>
                <c:pt idx="4707">
                  <c:v>41495</c:v>
                </c:pt>
                <c:pt idx="4708">
                  <c:v>41494</c:v>
                </c:pt>
                <c:pt idx="4709">
                  <c:v>41493</c:v>
                </c:pt>
                <c:pt idx="4710">
                  <c:v>41492</c:v>
                </c:pt>
                <c:pt idx="4711">
                  <c:v>41491</c:v>
                </c:pt>
                <c:pt idx="4712">
                  <c:v>41490</c:v>
                </c:pt>
                <c:pt idx="4713">
                  <c:v>41489</c:v>
                </c:pt>
                <c:pt idx="4714">
                  <c:v>41488</c:v>
                </c:pt>
                <c:pt idx="4715">
                  <c:v>41487</c:v>
                </c:pt>
                <c:pt idx="4716">
                  <c:v>41486</c:v>
                </c:pt>
                <c:pt idx="4717">
                  <c:v>41485</c:v>
                </c:pt>
                <c:pt idx="4718">
                  <c:v>41484</c:v>
                </c:pt>
                <c:pt idx="4719">
                  <c:v>41483</c:v>
                </c:pt>
                <c:pt idx="4720">
                  <c:v>41482</c:v>
                </c:pt>
                <c:pt idx="4721">
                  <c:v>41481</c:v>
                </c:pt>
                <c:pt idx="4722">
                  <c:v>41480</c:v>
                </c:pt>
                <c:pt idx="4723">
                  <c:v>41479</c:v>
                </c:pt>
                <c:pt idx="4724">
                  <c:v>41478</c:v>
                </c:pt>
                <c:pt idx="4725">
                  <c:v>41477</c:v>
                </c:pt>
                <c:pt idx="4726">
                  <c:v>41476</c:v>
                </c:pt>
                <c:pt idx="4727">
                  <c:v>41475</c:v>
                </c:pt>
                <c:pt idx="4728">
                  <c:v>41474</c:v>
                </c:pt>
                <c:pt idx="4729">
                  <c:v>41473</c:v>
                </c:pt>
                <c:pt idx="4730">
                  <c:v>41472</c:v>
                </c:pt>
                <c:pt idx="4731">
                  <c:v>41471</c:v>
                </c:pt>
                <c:pt idx="4732">
                  <c:v>41470</c:v>
                </c:pt>
                <c:pt idx="4733">
                  <c:v>41469</c:v>
                </c:pt>
                <c:pt idx="4734">
                  <c:v>41468</c:v>
                </c:pt>
                <c:pt idx="4735">
                  <c:v>41467</c:v>
                </c:pt>
                <c:pt idx="4736">
                  <c:v>41466</c:v>
                </c:pt>
                <c:pt idx="4737">
                  <c:v>41465</c:v>
                </c:pt>
                <c:pt idx="4738">
                  <c:v>41464</c:v>
                </c:pt>
                <c:pt idx="4739">
                  <c:v>41463</c:v>
                </c:pt>
                <c:pt idx="4740">
                  <c:v>41462</c:v>
                </c:pt>
                <c:pt idx="4741">
                  <c:v>41461</c:v>
                </c:pt>
                <c:pt idx="4742">
                  <c:v>41460</c:v>
                </c:pt>
                <c:pt idx="4743">
                  <c:v>41459</c:v>
                </c:pt>
                <c:pt idx="4744">
                  <c:v>41458</c:v>
                </c:pt>
                <c:pt idx="4745">
                  <c:v>41457</c:v>
                </c:pt>
                <c:pt idx="4746">
                  <c:v>41456</c:v>
                </c:pt>
                <c:pt idx="4747">
                  <c:v>41455</c:v>
                </c:pt>
                <c:pt idx="4748">
                  <c:v>41454</c:v>
                </c:pt>
                <c:pt idx="4749">
                  <c:v>41453</c:v>
                </c:pt>
                <c:pt idx="4750">
                  <c:v>41452</c:v>
                </c:pt>
                <c:pt idx="4751">
                  <c:v>41451</c:v>
                </c:pt>
                <c:pt idx="4752">
                  <c:v>41450</c:v>
                </c:pt>
                <c:pt idx="4753">
                  <c:v>41449</c:v>
                </c:pt>
                <c:pt idx="4754">
                  <c:v>41448</c:v>
                </c:pt>
                <c:pt idx="4755">
                  <c:v>41447</c:v>
                </c:pt>
                <c:pt idx="4756">
                  <c:v>41446</c:v>
                </c:pt>
                <c:pt idx="4757">
                  <c:v>41445</c:v>
                </c:pt>
                <c:pt idx="4758">
                  <c:v>41444</c:v>
                </c:pt>
                <c:pt idx="4759">
                  <c:v>41443</c:v>
                </c:pt>
                <c:pt idx="4760">
                  <c:v>41442</c:v>
                </c:pt>
                <c:pt idx="4761">
                  <c:v>41441</c:v>
                </c:pt>
                <c:pt idx="4762">
                  <c:v>41440</c:v>
                </c:pt>
                <c:pt idx="4763">
                  <c:v>41439</c:v>
                </c:pt>
                <c:pt idx="4764">
                  <c:v>41438</c:v>
                </c:pt>
                <c:pt idx="4765">
                  <c:v>41437</c:v>
                </c:pt>
                <c:pt idx="4766">
                  <c:v>41436</c:v>
                </c:pt>
                <c:pt idx="4767">
                  <c:v>41435</c:v>
                </c:pt>
                <c:pt idx="4768">
                  <c:v>41434</c:v>
                </c:pt>
                <c:pt idx="4769">
                  <c:v>41433</c:v>
                </c:pt>
                <c:pt idx="4770">
                  <c:v>41432</c:v>
                </c:pt>
                <c:pt idx="4771">
                  <c:v>41431</c:v>
                </c:pt>
                <c:pt idx="4772">
                  <c:v>41430</c:v>
                </c:pt>
                <c:pt idx="4773">
                  <c:v>41429</c:v>
                </c:pt>
                <c:pt idx="4774">
                  <c:v>41428</c:v>
                </c:pt>
                <c:pt idx="4775">
                  <c:v>41427</c:v>
                </c:pt>
                <c:pt idx="4776">
                  <c:v>41426</c:v>
                </c:pt>
                <c:pt idx="4777">
                  <c:v>41425</c:v>
                </c:pt>
                <c:pt idx="4778">
                  <c:v>41424</c:v>
                </c:pt>
                <c:pt idx="4779">
                  <c:v>41423</c:v>
                </c:pt>
                <c:pt idx="4780">
                  <c:v>41422</c:v>
                </c:pt>
                <c:pt idx="4781">
                  <c:v>41421</c:v>
                </c:pt>
                <c:pt idx="4782">
                  <c:v>41420</c:v>
                </c:pt>
                <c:pt idx="4783">
                  <c:v>41419</c:v>
                </c:pt>
                <c:pt idx="4784">
                  <c:v>41418</c:v>
                </c:pt>
                <c:pt idx="4785">
                  <c:v>41417</c:v>
                </c:pt>
                <c:pt idx="4786">
                  <c:v>41416</c:v>
                </c:pt>
                <c:pt idx="4787">
                  <c:v>41415</c:v>
                </c:pt>
                <c:pt idx="4788">
                  <c:v>41414</c:v>
                </c:pt>
                <c:pt idx="4789">
                  <c:v>41413</c:v>
                </c:pt>
                <c:pt idx="4790">
                  <c:v>41412</c:v>
                </c:pt>
                <c:pt idx="4791">
                  <c:v>41411</c:v>
                </c:pt>
                <c:pt idx="4792">
                  <c:v>41410</c:v>
                </c:pt>
                <c:pt idx="4793">
                  <c:v>41409</c:v>
                </c:pt>
                <c:pt idx="4794">
                  <c:v>41408</c:v>
                </c:pt>
                <c:pt idx="4795">
                  <c:v>41407</c:v>
                </c:pt>
                <c:pt idx="4796">
                  <c:v>41406</c:v>
                </c:pt>
                <c:pt idx="4797">
                  <c:v>41405</c:v>
                </c:pt>
                <c:pt idx="4798">
                  <c:v>41404</c:v>
                </c:pt>
                <c:pt idx="4799">
                  <c:v>41403</c:v>
                </c:pt>
                <c:pt idx="4800">
                  <c:v>41402</c:v>
                </c:pt>
                <c:pt idx="4801">
                  <c:v>41401</c:v>
                </c:pt>
                <c:pt idx="4802">
                  <c:v>41400</c:v>
                </c:pt>
                <c:pt idx="4803">
                  <c:v>41399</c:v>
                </c:pt>
                <c:pt idx="4804">
                  <c:v>41398</c:v>
                </c:pt>
                <c:pt idx="4805">
                  <c:v>41397</c:v>
                </c:pt>
                <c:pt idx="4806">
                  <c:v>41396</c:v>
                </c:pt>
                <c:pt idx="4807">
                  <c:v>41395</c:v>
                </c:pt>
                <c:pt idx="4808">
                  <c:v>41394</c:v>
                </c:pt>
                <c:pt idx="4809">
                  <c:v>41393</c:v>
                </c:pt>
                <c:pt idx="4810">
                  <c:v>41392</c:v>
                </c:pt>
                <c:pt idx="4811">
                  <c:v>41391</c:v>
                </c:pt>
                <c:pt idx="4812">
                  <c:v>41390</c:v>
                </c:pt>
                <c:pt idx="4813">
                  <c:v>41389</c:v>
                </c:pt>
                <c:pt idx="4814">
                  <c:v>41388</c:v>
                </c:pt>
                <c:pt idx="4815">
                  <c:v>41387</c:v>
                </c:pt>
                <c:pt idx="4816">
                  <c:v>41386</c:v>
                </c:pt>
                <c:pt idx="4817">
                  <c:v>41385</c:v>
                </c:pt>
                <c:pt idx="4818">
                  <c:v>41384</c:v>
                </c:pt>
                <c:pt idx="4819">
                  <c:v>41383</c:v>
                </c:pt>
                <c:pt idx="4820">
                  <c:v>41382</c:v>
                </c:pt>
                <c:pt idx="4821">
                  <c:v>41381</c:v>
                </c:pt>
                <c:pt idx="4822">
                  <c:v>41380</c:v>
                </c:pt>
                <c:pt idx="4823">
                  <c:v>41379</c:v>
                </c:pt>
                <c:pt idx="4824">
                  <c:v>41378</c:v>
                </c:pt>
                <c:pt idx="4825">
                  <c:v>41377</c:v>
                </c:pt>
                <c:pt idx="4826">
                  <c:v>41376</c:v>
                </c:pt>
                <c:pt idx="4827">
                  <c:v>41375</c:v>
                </c:pt>
                <c:pt idx="4828">
                  <c:v>41374</c:v>
                </c:pt>
                <c:pt idx="4829">
                  <c:v>41373</c:v>
                </c:pt>
                <c:pt idx="4830">
                  <c:v>41372</c:v>
                </c:pt>
                <c:pt idx="4831">
                  <c:v>41371</c:v>
                </c:pt>
                <c:pt idx="4832">
                  <c:v>41370</c:v>
                </c:pt>
                <c:pt idx="4833">
                  <c:v>41369</c:v>
                </c:pt>
                <c:pt idx="4834">
                  <c:v>41368</c:v>
                </c:pt>
                <c:pt idx="4835">
                  <c:v>41367</c:v>
                </c:pt>
                <c:pt idx="4836">
                  <c:v>41366</c:v>
                </c:pt>
                <c:pt idx="4837">
                  <c:v>41365</c:v>
                </c:pt>
                <c:pt idx="4838">
                  <c:v>41364</c:v>
                </c:pt>
                <c:pt idx="4839">
                  <c:v>41363</c:v>
                </c:pt>
                <c:pt idx="4840">
                  <c:v>41362</c:v>
                </c:pt>
                <c:pt idx="4841">
                  <c:v>41361</c:v>
                </c:pt>
                <c:pt idx="4842">
                  <c:v>41360</c:v>
                </c:pt>
                <c:pt idx="4843">
                  <c:v>41359</c:v>
                </c:pt>
                <c:pt idx="4844">
                  <c:v>41358</c:v>
                </c:pt>
                <c:pt idx="4845">
                  <c:v>41357</c:v>
                </c:pt>
                <c:pt idx="4846">
                  <c:v>41356</c:v>
                </c:pt>
                <c:pt idx="4847">
                  <c:v>41355</c:v>
                </c:pt>
                <c:pt idx="4848">
                  <c:v>41354</c:v>
                </c:pt>
                <c:pt idx="4849">
                  <c:v>41353</c:v>
                </c:pt>
                <c:pt idx="4850">
                  <c:v>41352</c:v>
                </c:pt>
                <c:pt idx="4851">
                  <c:v>41351</c:v>
                </c:pt>
                <c:pt idx="4852">
                  <c:v>41350</c:v>
                </c:pt>
                <c:pt idx="4853">
                  <c:v>41349</c:v>
                </c:pt>
                <c:pt idx="4854">
                  <c:v>41348</c:v>
                </c:pt>
                <c:pt idx="4855">
                  <c:v>41347</c:v>
                </c:pt>
                <c:pt idx="4856">
                  <c:v>41346</c:v>
                </c:pt>
                <c:pt idx="4857">
                  <c:v>41345</c:v>
                </c:pt>
                <c:pt idx="4858">
                  <c:v>41344</c:v>
                </c:pt>
                <c:pt idx="4859">
                  <c:v>41343</c:v>
                </c:pt>
                <c:pt idx="4860">
                  <c:v>41342</c:v>
                </c:pt>
                <c:pt idx="4861">
                  <c:v>41341</c:v>
                </c:pt>
                <c:pt idx="4862">
                  <c:v>41340</c:v>
                </c:pt>
                <c:pt idx="4863">
                  <c:v>41339</c:v>
                </c:pt>
                <c:pt idx="4864">
                  <c:v>41338</c:v>
                </c:pt>
                <c:pt idx="4865">
                  <c:v>41337</c:v>
                </c:pt>
                <c:pt idx="4866">
                  <c:v>41336</c:v>
                </c:pt>
                <c:pt idx="4867">
                  <c:v>41335</c:v>
                </c:pt>
                <c:pt idx="4868">
                  <c:v>41334</c:v>
                </c:pt>
                <c:pt idx="4869">
                  <c:v>41333</c:v>
                </c:pt>
                <c:pt idx="4870">
                  <c:v>41332</c:v>
                </c:pt>
                <c:pt idx="4871">
                  <c:v>41331</c:v>
                </c:pt>
                <c:pt idx="4872">
                  <c:v>41330</c:v>
                </c:pt>
                <c:pt idx="4873">
                  <c:v>41329</c:v>
                </c:pt>
                <c:pt idx="4874">
                  <c:v>41328</c:v>
                </c:pt>
                <c:pt idx="4875">
                  <c:v>41327</c:v>
                </c:pt>
                <c:pt idx="4876">
                  <c:v>41326</c:v>
                </c:pt>
                <c:pt idx="4877">
                  <c:v>41325</c:v>
                </c:pt>
                <c:pt idx="4878">
                  <c:v>41324</c:v>
                </c:pt>
                <c:pt idx="4879">
                  <c:v>41323</c:v>
                </c:pt>
                <c:pt idx="4880">
                  <c:v>41322</c:v>
                </c:pt>
                <c:pt idx="4881">
                  <c:v>41321</c:v>
                </c:pt>
                <c:pt idx="4882">
                  <c:v>41320</c:v>
                </c:pt>
                <c:pt idx="4883">
                  <c:v>41319</c:v>
                </c:pt>
                <c:pt idx="4884">
                  <c:v>41318</c:v>
                </c:pt>
                <c:pt idx="4885">
                  <c:v>41317</c:v>
                </c:pt>
                <c:pt idx="4886">
                  <c:v>41316</c:v>
                </c:pt>
                <c:pt idx="4887">
                  <c:v>41315</c:v>
                </c:pt>
                <c:pt idx="4888">
                  <c:v>41314</c:v>
                </c:pt>
                <c:pt idx="4889">
                  <c:v>41313</c:v>
                </c:pt>
                <c:pt idx="4890">
                  <c:v>41312</c:v>
                </c:pt>
                <c:pt idx="4891">
                  <c:v>41311</c:v>
                </c:pt>
                <c:pt idx="4892">
                  <c:v>41310</c:v>
                </c:pt>
                <c:pt idx="4893">
                  <c:v>41309</c:v>
                </c:pt>
                <c:pt idx="4894">
                  <c:v>41308</c:v>
                </c:pt>
                <c:pt idx="4895">
                  <c:v>41307</c:v>
                </c:pt>
                <c:pt idx="4896">
                  <c:v>41306</c:v>
                </c:pt>
                <c:pt idx="4897">
                  <c:v>41305</c:v>
                </c:pt>
                <c:pt idx="4898">
                  <c:v>41304</c:v>
                </c:pt>
                <c:pt idx="4899">
                  <c:v>41303</c:v>
                </c:pt>
                <c:pt idx="4900">
                  <c:v>41302</c:v>
                </c:pt>
                <c:pt idx="4901">
                  <c:v>41301</c:v>
                </c:pt>
                <c:pt idx="4902">
                  <c:v>41300</c:v>
                </c:pt>
                <c:pt idx="4903">
                  <c:v>41299</c:v>
                </c:pt>
                <c:pt idx="4904">
                  <c:v>41298</c:v>
                </c:pt>
                <c:pt idx="4905">
                  <c:v>41297</c:v>
                </c:pt>
                <c:pt idx="4906">
                  <c:v>41296</c:v>
                </c:pt>
                <c:pt idx="4907">
                  <c:v>41295</c:v>
                </c:pt>
                <c:pt idx="4908">
                  <c:v>41294</c:v>
                </c:pt>
                <c:pt idx="4909">
                  <c:v>41293</c:v>
                </c:pt>
                <c:pt idx="4910">
                  <c:v>41292</c:v>
                </c:pt>
                <c:pt idx="4911">
                  <c:v>41291</c:v>
                </c:pt>
                <c:pt idx="4912">
                  <c:v>41290</c:v>
                </c:pt>
                <c:pt idx="4913">
                  <c:v>41289</c:v>
                </c:pt>
                <c:pt idx="4914">
                  <c:v>41288</c:v>
                </c:pt>
                <c:pt idx="4915">
                  <c:v>41287</c:v>
                </c:pt>
                <c:pt idx="4916">
                  <c:v>41286</c:v>
                </c:pt>
                <c:pt idx="4917">
                  <c:v>41285</c:v>
                </c:pt>
                <c:pt idx="4918">
                  <c:v>41284</c:v>
                </c:pt>
                <c:pt idx="4919">
                  <c:v>41283</c:v>
                </c:pt>
                <c:pt idx="4920">
                  <c:v>41282</c:v>
                </c:pt>
                <c:pt idx="4921">
                  <c:v>41281</c:v>
                </c:pt>
                <c:pt idx="4922">
                  <c:v>41280</c:v>
                </c:pt>
                <c:pt idx="4923">
                  <c:v>41279</c:v>
                </c:pt>
                <c:pt idx="4924">
                  <c:v>41278</c:v>
                </c:pt>
                <c:pt idx="4925">
                  <c:v>41277</c:v>
                </c:pt>
                <c:pt idx="4926">
                  <c:v>41276</c:v>
                </c:pt>
                <c:pt idx="4927">
                  <c:v>41275</c:v>
                </c:pt>
                <c:pt idx="4928">
                  <c:v>41274</c:v>
                </c:pt>
                <c:pt idx="4929">
                  <c:v>41273</c:v>
                </c:pt>
                <c:pt idx="4930">
                  <c:v>41272</c:v>
                </c:pt>
                <c:pt idx="4931">
                  <c:v>41271</c:v>
                </c:pt>
                <c:pt idx="4932">
                  <c:v>41270</c:v>
                </c:pt>
                <c:pt idx="4933">
                  <c:v>41269</c:v>
                </c:pt>
                <c:pt idx="4934">
                  <c:v>41268</c:v>
                </c:pt>
                <c:pt idx="4935">
                  <c:v>41267</c:v>
                </c:pt>
                <c:pt idx="4936">
                  <c:v>41266</c:v>
                </c:pt>
                <c:pt idx="4937">
                  <c:v>41265</c:v>
                </c:pt>
                <c:pt idx="4938">
                  <c:v>41264</c:v>
                </c:pt>
                <c:pt idx="4939">
                  <c:v>41263</c:v>
                </c:pt>
                <c:pt idx="4940">
                  <c:v>41262</c:v>
                </c:pt>
                <c:pt idx="4941">
                  <c:v>41261</c:v>
                </c:pt>
                <c:pt idx="4942">
                  <c:v>41260</c:v>
                </c:pt>
                <c:pt idx="4943">
                  <c:v>41259</c:v>
                </c:pt>
                <c:pt idx="4944">
                  <c:v>41258</c:v>
                </c:pt>
                <c:pt idx="4945">
                  <c:v>41257</c:v>
                </c:pt>
                <c:pt idx="4946">
                  <c:v>41256</c:v>
                </c:pt>
                <c:pt idx="4947">
                  <c:v>41255</c:v>
                </c:pt>
                <c:pt idx="4948">
                  <c:v>41254</c:v>
                </c:pt>
                <c:pt idx="4949">
                  <c:v>41253</c:v>
                </c:pt>
                <c:pt idx="4950">
                  <c:v>41252</c:v>
                </c:pt>
                <c:pt idx="4951">
                  <c:v>41251</c:v>
                </c:pt>
                <c:pt idx="4952">
                  <c:v>41250</c:v>
                </c:pt>
                <c:pt idx="4953">
                  <c:v>41249</c:v>
                </c:pt>
                <c:pt idx="4954">
                  <c:v>41248</c:v>
                </c:pt>
                <c:pt idx="4955">
                  <c:v>41247</c:v>
                </c:pt>
                <c:pt idx="4956">
                  <c:v>41246</c:v>
                </c:pt>
                <c:pt idx="4957">
                  <c:v>41245</c:v>
                </c:pt>
                <c:pt idx="4958">
                  <c:v>41244</c:v>
                </c:pt>
                <c:pt idx="4959">
                  <c:v>41243</c:v>
                </c:pt>
                <c:pt idx="4960">
                  <c:v>41242</c:v>
                </c:pt>
                <c:pt idx="4961">
                  <c:v>41241</c:v>
                </c:pt>
                <c:pt idx="4962">
                  <c:v>41240</c:v>
                </c:pt>
                <c:pt idx="4963">
                  <c:v>41239</c:v>
                </c:pt>
                <c:pt idx="4964">
                  <c:v>41238</c:v>
                </c:pt>
                <c:pt idx="4965">
                  <c:v>41237</c:v>
                </c:pt>
                <c:pt idx="4966">
                  <c:v>41236</c:v>
                </c:pt>
                <c:pt idx="4967">
                  <c:v>41235</c:v>
                </c:pt>
                <c:pt idx="4968">
                  <c:v>41234</c:v>
                </c:pt>
                <c:pt idx="4969">
                  <c:v>41233</c:v>
                </c:pt>
                <c:pt idx="4970">
                  <c:v>41232</c:v>
                </c:pt>
                <c:pt idx="4971">
                  <c:v>41231</c:v>
                </c:pt>
                <c:pt idx="4972">
                  <c:v>41230</c:v>
                </c:pt>
                <c:pt idx="4973">
                  <c:v>41229</c:v>
                </c:pt>
                <c:pt idx="4974">
                  <c:v>41228</c:v>
                </c:pt>
                <c:pt idx="4975">
                  <c:v>41227</c:v>
                </c:pt>
                <c:pt idx="4976">
                  <c:v>41226</c:v>
                </c:pt>
                <c:pt idx="4977">
                  <c:v>41225</c:v>
                </c:pt>
                <c:pt idx="4978">
                  <c:v>41224</c:v>
                </c:pt>
                <c:pt idx="4979">
                  <c:v>41223</c:v>
                </c:pt>
                <c:pt idx="4980">
                  <c:v>41222</c:v>
                </c:pt>
                <c:pt idx="4981">
                  <c:v>41221</c:v>
                </c:pt>
                <c:pt idx="4982">
                  <c:v>41220</c:v>
                </c:pt>
                <c:pt idx="4983">
                  <c:v>41219</c:v>
                </c:pt>
                <c:pt idx="4984">
                  <c:v>41218</c:v>
                </c:pt>
                <c:pt idx="4985">
                  <c:v>41217</c:v>
                </c:pt>
                <c:pt idx="4986">
                  <c:v>41216</c:v>
                </c:pt>
                <c:pt idx="4987">
                  <c:v>41215</c:v>
                </c:pt>
                <c:pt idx="4988">
                  <c:v>41214</c:v>
                </c:pt>
                <c:pt idx="4989">
                  <c:v>41213</c:v>
                </c:pt>
                <c:pt idx="4990">
                  <c:v>41212</c:v>
                </c:pt>
                <c:pt idx="4991">
                  <c:v>41211</c:v>
                </c:pt>
                <c:pt idx="4992">
                  <c:v>41210</c:v>
                </c:pt>
                <c:pt idx="4993">
                  <c:v>41209</c:v>
                </c:pt>
                <c:pt idx="4994">
                  <c:v>41208</c:v>
                </c:pt>
                <c:pt idx="4995">
                  <c:v>41207</c:v>
                </c:pt>
                <c:pt idx="4996">
                  <c:v>41206</c:v>
                </c:pt>
                <c:pt idx="4997">
                  <c:v>41205</c:v>
                </c:pt>
                <c:pt idx="4998">
                  <c:v>41204</c:v>
                </c:pt>
                <c:pt idx="4999">
                  <c:v>41203</c:v>
                </c:pt>
                <c:pt idx="5000">
                  <c:v>41202</c:v>
                </c:pt>
                <c:pt idx="5001">
                  <c:v>41201</c:v>
                </c:pt>
                <c:pt idx="5002">
                  <c:v>41200</c:v>
                </c:pt>
                <c:pt idx="5003">
                  <c:v>41199</c:v>
                </c:pt>
                <c:pt idx="5004">
                  <c:v>41198</c:v>
                </c:pt>
                <c:pt idx="5005">
                  <c:v>41197</c:v>
                </c:pt>
                <c:pt idx="5006">
                  <c:v>41196</c:v>
                </c:pt>
                <c:pt idx="5007">
                  <c:v>41195</c:v>
                </c:pt>
                <c:pt idx="5008">
                  <c:v>41194</c:v>
                </c:pt>
                <c:pt idx="5009">
                  <c:v>41193</c:v>
                </c:pt>
                <c:pt idx="5010">
                  <c:v>41192</c:v>
                </c:pt>
                <c:pt idx="5011">
                  <c:v>41191</c:v>
                </c:pt>
                <c:pt idx="5012">
                  <c:v>41190</c:v>
                </c:pt>
                <c:pt idx="5013">
                  <c:v>41189</c:v>
                </c:pt>
                <c:pt idx="5014">
                  <c:v>41188</c:v>
                </c:pt>
                <c:pt idx="5015">
                  <c:v>41187</c:v>
                </c:pt>
                <c:pt idx="5016">
                  <c:v>41186</c:v>
                </c:pt>
                <c:pt idx="5017">
                  <c:v>41185</c:v>
                </c:pt>
                <c:pt idx="5018">
                  <c:v>41184</c:v>
                </c:pt>
                <c:pt idx="5019">
                  <c:v>41183</c:v>
                </c:pt>
                <c:pt idx="5020">
                  <c:v>41182</c:v>
                </c:pt>
                <c:pt idx="5021">
                  <c:v>41181</c:v>
                </c:pt>
                <c:pt idx="5022">
                  <c:v>41180</c:v>
                </c:pt>
                <c:pt idx="5023">
                  <c:v>41179</c:v>
                </c:pt>
                <c:pt idx="5024">
                  <c:v>41178</c:v>
                </c:pt>
                <c:pt idx="5025">
                  <c:v>41177</c:v>
                </c:pt>
                <c:pt idx="5026">
                  <c:v>41176</c:v>
                </c:pt>
                <c:pt idx="5027">
                  <c:v>41175</c:v>
                </c:pt>
                <c:pt idx="5028">
                  <c:v>41174</c:v>
                </c:pt>
                <c:pt idx="5029">
                  <c:v>41173</c:v>
                </c:pt>
                <c:pt idx="5030">
                  <c:v>41172</c:v>
                </c:pt>
                <c:pt idx="5031">
                  <c:v>41171</c:v>
                </c:pt>
                <c:pt idx="5032">
                  <c:v>41170</c:v>
                </c:pt>
                <c:pt idx="5033">
                  <c:v>41169</c:v>
                </c:pt>
                <c:pt idx="5034">
                  <c:v>41168</c:v>
                </c:pt>
                <c:pt idx="5035">
                  <c:v>41167</c:v>
                </c:pt>
                <c:pt idx="5036">
                  <c:v>41166</c:v>
                </c:pt>
                <c:pt idx="5037">
                  <c:v>41165</c:v>
                </c:pt>
                <c:pt idx="5038">
                  <c:v>41164</c:v>
                </c:pt>
                <c:pt idx="5039">
                  <c:v>41163</c:v>
                </c:pt>
                <c:pt idx="5040">
                  <c:v>41162</c:v>
                </c:pt>
                <c:pt idx="5041">
                  <c:v>41161</c:v>
                </c:pt>
                <c:pt idx="5042">
                  <c:v>41160</c:v>
                </c:pt>
                <c:pt idx="5043">
                  <c:v>41159</c:v>
                </c:pt>
                <c:pt idx="5044">
                  <c:v>41158</c:v>
                </c:pt>
                <c:pt idx="5045">
                  <c:v>41157</c:v>
                </c:pt>
                <c:pt idx="5046">
                  <c:v>41156</c:v>
                </c:pt>
                <c:pt idx="5047">
                  <c:v>41155</c:v>
                </c:pt>
                <c:pt idx="5048">
                  <c:v>41154</c:v>
                </c:pt>
                <c:pt idx="5049">
                  <c:v>41153</c:v>
                </c:pt>
                <c:pt idx="5050">
                  <c:v>41152</c:v>
                </c:pt>
                <c:pt idx="5051">
                  <c:v>41151</c:v>
                </c:pt>
                <c:pt idx="5052">
                  <c:v>41150</c:v>
                </c:pt>
                <c:pt idx="5053">
                  <c:v>41149</c:v>
                </c:pt>
                <c:pt idx="5054">
                  <c:v>41148</c:v>
                </c:pt>
                <c:pt idx="5055">
                  <c:v>41147</c:v>
                </c:pt>
                <c:pt idx="5056">
                  <c:v>41146</c:v>
                </c:pt>
                <c:pt idx="5057">
                  <c:v>41145</c:v>
                </c:pt>
                <c:pt idx="5058">
                  <c:v>41144</c:v>
                </c:pt>
                <c:pt idx="5059">
                  <c:v>41143</c:v>
                </c:pt>
                <c:pt idx="5060">
                  <c:v>41142</c:v>
                </c:pt>
                <c:pt idx="5061">
                  <c:v>41141</c:v>
                </c:pt>
                <c:pt idx="5062">
                  <c:v>41140</c:v>
                </c:pt>
                <c:pt idx="5063">
                  <c:v>41139</c:v>
                </c:pt>
                <c:pt idx="5064">
                  <c:v>41138</c:v>
                </c:pt>
                <c:pt idx="5065">
                  <c:v>41137</c:v>
                </c:pt>
                <c:pt idx="5066">
                  <c:v>41136</c:v>
                </c:pt>
                <c:pt idx="5067">
                  <c:v>41135</c:v>
                </c:pt>
                <c:pt idx="5068">
                  <c:v>41134</c:v>
                </c:pt>
                <c:pt idx="5069">
                  <c:v>41133</c:v>
                </c:pt>
                <c:pt idx="5070">
                  <c:v>41132</c:v>
                </c:pt>
                <c:pt idx="5071">
                  <c:v>41131</c:v>
                </c:pt>
                <c:pt idx="5072">
                  <c:v>41130</c:v>
                </c:pt>
                <c:pt idx="5073">
                  <c:v>41129</c:v>
                </c:pt>
                <c:pt idx="5074">
                  <c:v>41128</c:v>
                </c:pt>
                <c:pt idx="5075">
                  <c:v>41127</c:v>
                </c:pt>
                <c:pt idx="5076">
                  <c:v>41126</c:v>
                </c:pt>
                <c:pt idx="5077">
                  <c:v>41125</c:v>
                </c:pt>
                <c:pt idx="5078">
                  <c:v>41124</c:v>
                </c:pt>
                <c:pt idx="5079">
                  <c:v>41123</c:v>
                </c:pt>
                <c:pt idx="5080">
                  <c:v>41122</c:v>
                </c:pt>
                <c:pt idx="5081">
                  <c:v>41121</c:v>
                </c:pt>
                <c:pt idx="5082">
                  <c:v>41120</c:v>
                </c:pt>
                <c:pt idx="5083">
                  <c:v>41119</c:v>
                </c:pt>
                <c:pt idx="5084">
                  <c:v>41118</c:v>
                </c:pt>
                <c:pt idx="5085">
                  <c:v>41117</c:v>
                </c:pt>
                <c:pt idx="5086">
                  <c:v>41116</c:v>
                </c:pt>
                <c:pt idx="5087">
                  <c:v>41115</c:v>
                </c:pt>
                <c:pt idx="5088">
                  <c:v>41114</c:v>
                </c:pt>
                <c:pt idx="5089">
                  <c:v>41113</c:v>
                </c:pt>
                <c:pt idx="5090">
                  <c:v>41112</c:v>
                </c:pt>
                <c:pt idx="5091">
                  <c:v>41111</c:v>
                </c:pt>
                <c:pt idx="5092">
                  <c:v>41110</c:v>
                </c:pt>
                <c:pt idx="5093">
                  <c:v>41109</c:v>
                </c:pt>
                <c:pt idx="5094">
                  <c:v>41108</c:v>
                </c:pt>
                <c:pt idx="5095">
                  <c:v>41107</c:v>
                </c:pt>
                <c:pt idx="5096">
                  <c:v>41106</c:v>
                </c:pt>
                <c:pt idx="5097">
                  <c:v>41105</c:v>
                </c:pt>
                <c:pt idx="5098">
                  <c:v>41104</c:v>
                </c:pt>
                <c:pt idx="5099">
                  <c:v>41103</c:v>
                </c:pt>
                <c:pt idx="5100">
                  <c:v>41102</c:v>
                </c:pt>
                <c:pt idx="5101">
                  <c:v>41101</c:v>
                </c:pt>
                <c:pt idx="5102">
                  <c:v>41100</c:v>
                </c:pt>
                <c:pt idx="5103">
                  <c:v>41099</c:v>
                </c:pt>
                <c:pt idx="5104">
                  <c:v>41098</c:v>
                </c:pt>
                <c:pt idx="5105">
                  <c:v>41097</c:v>
                </c:pt>
                <c:pt idx="5106">
                  <c:v>41096</c:v>
                </c:pt>
                <c:pt idx="5107">
                  <c:v>41095</c:v>
                </c:pt>
                <c:pt idx="5108">
                  <c:v>41094</c:v>
                </c:pt>
                <c:pt idx="5109">
                  <c:v>41093</c:v>
                </c:pt>
                <c:pt idx="5110">
                  <c:v>41092</c:v>
                </c:pt>
                <c:pt idx="5111">
                  <c:v>41091</c:v>
                </c:pt>
                <c:pt idx="5112">
                  <c:v>41090</c:v>
                </c:pt>
                <c:pt idx="5113">
                  <c:v>41089</c:v>
                </c:pt>
                <c:pt idx="5114">
                  <c:v>41088</c:v>
                </c:pt>
                <c:pt idx="5115">
                  <c:v>41087</c:v>
                </c:pt>
                <c:pt idx="5116">
                  <c:v>41086</c:v>
                </c:pt>
                <c:pt idx="5117">
                  <c:v>41085</c:v>
                </c:pt>
                <c:pt idx="5118">
                  <c:v>41084</c:v>
                </c:pt>
                <c:pt idx="5119">
                  <c:v>41083</c:v>
                </c:pt>
                <c:pt idx="5120">
                  <c:v>41082</c:v>
                </c:pt>
                <c:pt idx="5121">
                  <c:v>41081</c:v>
                </c:pt>
                <c:pt idx="5122">
                  <c:v>41080</c:v>
                </c:pt>
                <c:pt idx="5123">
                  <c:v>41079</c:v>
                </c:pt>
                <c:pt idx="5124">
                  <c:v>41078</c:v>
                </c:pt>
                <c:pt idx="5125">
                  <c:v>41077</c:v>
                </c:pt>
                <c:pt idx="5126">
                  <c:v>41076</c:v>
                </c:pt>
                <c:pt idx="5127">
                  <c:v>41075</c:v>
                </c:pt>
                <c:pt idx="5128">
                  <c:v>41074</c:v>
                </c:pt>
                <c:pt idx="5129">
                  <c:v>41073</c:v>
                </c:pt>
                <c:pt idx="5130">
                  <c:v>41072</c:v>
                </c:pt>
                <c:pt idx="5131">
                  <c:v>41071</c:v>
                </c:pt>
                <c:pt idx="5132">
                  <c:v>41070</c:v>
                </c:pt>
                <c:pt idx="5133">
                  <c:v>41069</c:v>
                </c:pt>
                <c:pt idx="5134">
                  <c:v>41068</c:v>
                </c:pt>
                <c:pt idx="5135">
                  <c:v>41067</c:v>
                </c:pt>
                <c:pt idx="5136">
                  <c:v>41066</c:v>
                </c:pt>
                <c:pt idx="5137">
                  <c:v>41065</c:v>
                </c:pt>
                <c:pt idx="5138">
                  <c:v>41064</c:v>
                </c:pt>
                <c:pt idx="5139">
                  <c:v>41063</c:v>
                </c:pt>
                <c:pt idx="5140">
                  <c:v>41062</c:v>
                </c:pt>
                <c:pt idx="5141">
                  <c:v>41061</c:v>
                </c:pt>
                <c:pt idx="5142">
                  <c:v>41060</c:v>
                </c:pt>
                <c:pt idx="5143">
                  <c:v>41059</c:v>
                </c:pt>
                <c:pt idx="5144">
                  <c:v>41058</c:v>
                </c:pt>
                <c:pt idx="5145">
                  <c:v>41057</c:v>
                </c:pt>
                <c:pt idx="5146">
                  <c:v>41056</c:v>
                </c:pt>
                <c:pt idx="5147">
                  <c:v>41055</c:v>
                </c:pt>
                <c:pt idx="5148">
                  <c:v>41054</c:v>
                </c:pt>
                <c:pt idx="5149">
                  <c:v>41053</c:v>
                </c:pt>
                <c:pt idx="5150">
                  <c:v>41052</c:v>
                </c:pt>
                <c:pt idx="5151">
                  <c:v>41051</c:v>
                </c:pt>
                <c:pt idx="5152">
                  <c:v>41050</c:v>
                </c:pt>
                <c:pt idx="5153">
                  <c:v>41049</c:v>
                </c:pt>
                <c:pt idx="5154">
                  <c:v>41048</c:v>
                </c:pt>
                <c:pt idx="5155">
                  <c:v>41047</c:v>
                </c:pt>
                <c:pt idx="5156">
                  <c:v>41046</c:v>
                </c:pt>
                <c:pt idx="5157">
                  <c:v>41045</c:v>
                </c:pt>
                <c:pt idx="5158">
                  <c:v>41044</c:v>
                </c:pt>
                <c:pt idx="5159">
                  <c:v>41043</c:v>
                </c:pt>
                <c:pt idx="5160">
                  <c:v>41042</c:v>
                </c:pt>
                <c:pt idx="5161">
                  <c:v>41041</c:v>
                </c:pt>
                <c:pt idx="5162">
                  <c:v>41040</c:v>
                </c:pt>
                <c:pt idx="5163">
                  <c:v>41039</c:v>
                </c:pt>
                <c:pt idx="5164">
                  <c:v>41038</c:v>
                </c:pt>
                <c:pt idx="5165">
                  <c:v>41037</c:v>
                </c:pt>
                <c:pt idx="5166">
                  <c:v>41036</c:v>
                </c:pt>
                <c:pt idx="5167">
                  <c:v>41035</c:v>
                </c:pt>
                <c:pt idx="5168">
                  <c:v>41034</c:v>
                </c:pt>
                <c:pt idx="5169">
                  <c:v>41033</c:v>
                </c:pt>
                <c:pt idx="5170">
                  <c:v>41032</c:v>
                </c:pt>
                <c:pt idx="5171">
                  <c:v>41031</c:v>
                </c:pt>
                <c:pt idx="5172">
                  <c:v>41030</c:v>
                </c:pt>
                <c:pt idx="5173">
                  <c:v>41029</c:v>
                </c:pt>
                <c:pt idx="5174">
                  <c:v>41028</c:v>
                </c:pt>
                <c:pt idx="5175">
                  <c:v>41027</c:v>
                </c:pt>
                <c:pt idx="5176">
                  <c:v>41026</c:v>
                </c:pt>
                <c:pt idx="5177">
                  <c:v>41025</c:v>
                </c:pt>
                <c:pt idx="5178">
                  <c:v>41024</c:v>
                </c:pt>
                <c:pt idx="5179">
                  <c:v>41023</c:v>
                </c:pt>
                <c:pt idx="5180">
                  <c:v>41022</c:v>
                </c:pt>
                <c:pt idx="5181">
                  <c:v>41021</c:v>
                </c:pt>
                <c:pt idx="5182">
                  <c:v>41020</c:v>
                </c:pt>
                <c:pt idx="5183">
                  <c:v>41019</c:v>
                </c:pt>
                <c:pt idx="5184">
                  <c:v>41018</c:v>
                </c:pt>
                <c:pt idx="5185">
                  <c:v>41017</c:v>
                </c:pt>
                <c:pt idx="5186">
                  <c:v>41016</c:v>
                </c:pt>
                <c:pt idx="5187">
                  <c:v>41015</c:v>
                </c:pt>
                <c:pt idx="5188">
                  <c:v>41014</c:v>
                </c:pt>
                <c:pt idx="5189">
                  <c:v>41013</c:v>
                </c:pt>
                <c:pt idx="5190">
                  <c:v>41012</c:v>
                </c:pt>
                <c:pt idx="5191">
                  <c:v>41011</c:v>
                </c:pt>
                <c:pt idx="5192">
                  <c:v>41010</c:v>
                </c:pt>
                <c:pt idx="5193">
                  <c:v>41009</c:v>
                </c:pt>
                <c:pt idx="5194">
                  <c:v>41008</c:v>
                </c:pt>
                <c:pt idx="5195">
                  <c:v>41007</c:v>
                </c:pt>
                <c:pt idx="5196">
                  <c:v>41006</c:v>
                </c:pt>
                <c:pt idx="5197">
                  <c:v>41005</c:v>
                </c:pt>
                <c:pt idx="5198">
                  <c:v>41004</c:v>
                </c:pt>
                <c:pt idx="5199">
                  <c:v>41003</c:v>
                </c:pt>
                <c:pt idx="5200">
                  <c:v>41002</c:v>
                </c:pt>
                <c:pt idx="5201">
                  <c:v>41001</c:v>
                </c:pt>
                <c:pt idx="5202">
                  <c:v>41000</c:v>
                </c:pt>
                <c:pt idx="5203">
                  <c:v>40999</c:v>
                </c:pt>
                <c:pt idx="5204">
                  <c:v>40998</c:v>
                </c:pt>
                <c:pt idx="5205">
                  <c:v>40997</c:v>
                </c:pt>
                <c:pt idx="5206">
                  <c:v>40996</c:v>
                </c:pt>
                <c:pt idx="5207">
                  <c:v>40995</c:v>
                </c:pt>
                <c:pt idx="5208">
                  <c:v>40994</c:v>
                </c:pt>
                <c:pt idx="5209">
                  <c:v>40993</c:v>
                </c:pt>
                <c:pt idx="5210">
                  <c:v>40992</c:v>
                </c:pt>
                <c:pt idx="5211">
                  <c:v>40991</c:v>
                </c:pt>
                <c:pt idx="5212">
                  <c:v>40990</c:v>
                </c:pt>
                <c:pt idx="5213">
                  <c:v>40989</c:v>
                </c:pt>
                <c:pt idx="5214">
                  <c:v>40988</c:v>
                </c:pt>
                <c:pt idx="5215">
                  <c:v>40987</c:v>
                </c:pt>
                <c:pt idx="5216">
                  <c:v>40986</c:v>
                </c:pt>
                <c:pt idx="5217">
                  <c:v>40985</c:v>
                </c:pt>
                <c:pt idx="5218">
                  <c:v>40984</c:v>
                </c:pt>
                <c:pt idx="5219">
                  <c:v>40983</c:v>
                </c:pt>
                <c:pt idx="5220">
                  <c:v>40982</c:v>
                </c:pt>
                <c:pt idx="5221">
                  <c:v>40981</c:v>
                </c:pt>
                <c:pt idx="5222">
                  <c:v>40980</c:v>
                </c:pt>
                <c:pt idx="5223">
                  <c:v>40979</c:v>
                </c:pt>
                <c:pt idx="5224">
                  <c:v>40978</c:v>
                </c:pt>
                <c:pt idx="5225">
                  <c:v>40977</c:v>
                </c:pt>
                <c:pt idx="5226">
                  <c:v>40976</c:v>
                </c:pt>
                <c:pt idx="5227">
                  <c:v>40975</c:v>
                </c:pt>
                <c:pt idx="5228">
                  <c:v>40974</c:v>
                </c:pt>
                <c:pt idx="5229">
                  <c:v>40973</c:v>
                </c:pt>
                <c:pt idx="5230">
                  <c:v>40972</c:v>
                </c:pt>
                <c:pt idx="5231">
                  <c:v>40971</c:v>
                </c:pt>
                <c:pt idx="5232">
                  <c:v>40970</c:v>
                </c:pt>
                <c:pt idx="5233">
                  <c:v>40969</c:v>
                </c:pt>
                <c:pt idx="5234">
                  <c:v>40968</c:v>
                </c:pt>
                <c:pt idx="5235">
                  <c:v>40967</c:v>
                </c:pt>
                <c:pt idx="5236">
                  <c:v>40966</c:v>
                </c:pt>
                <c:pt idx="5237">
                  <c:v>40965</c:v>
                </c:pt>
                <c:pt idx="5238">
                  <c:v>40964</c:v>
                </c:pt>
                <c:pt idx="5239">
                  <c:v>40963</c:v>
                </c:pt>
                <c:pt idx="5240">
                  <c:v>40962</c:v>
                </c:pt>
                <c:pt idx="5241">
                  <c:v>40961</c:v>
                </c:pt>
                <c:pt idx="5242">
                  <c:v>40960</c:v>
                </c:pt>
                <c:pt idx="5243">
                  <c:v>40959</c:v>
                </c:pt>
                <c:pt idx="5244">
                  <c:v>40958</c:v>
                </c:pt>
                <c:pt idx="5245">
                  <c:v>40957</c:v>
                </c:pt>
                <c:pt idx="5246">
                  <c:v>40956</c:v>
                </c:pt>
                <c:pt idx="5247">
                  <c:v>40955</c:v>
                </c:pt>
                <c:pt idx="5248">
                  <c:v>40954</c:v>
                </c:pt>
                <c:pt idx="5249">
                  <c:v>40953</c:v>
                </c:pt>
                <c:pt idx="5250">
                  <c:v>40952</c:v>
                </c:pt>
                <c:pt idx="5251">
                  <c:v>40951</c:v>
                </c:pt>
                <c:pt idx="5252">
                  <c:v>40950</c:v>
                </c:pt>
                <c:pt idx="5253">
                  <c:v>40949</c:v>
                </c:pt>
                <c:pt idx="5254">
                  <c:v>40948</c:v>
                </c:pt>
                <c:pt idx="5255">
                  <c:v>40947</c:v>
                </c:pt>
                <c:pt idx="5256">
                  <c:v>40946</c:v>
                </c:pt>
                <c:pt idx="5257">
                  <c:v>40945</c:v>
                </c:pt>
                <c:pt idx="5258">
                  <c:v>40944</c:v>
                </c:pt>
                <c:pt idx="5259">
                  <c:v>40943</c:v>
                </c:pt>
                <c:pt idx="5260">
                  <c:v>40942</c:v>
                </c:pt>
                <c:pt idx="5261">
                  <c:v>40941</c:v>
                </c:pt>
                <c:pt idx="5262">
                  <c:v>40940</c:v>
                </c:pt>
                <c:pt idx="5263">
                  <c:v>40939</c:v>
                </c:pt>
                <c:pt idx="5264">
                  <c:v>40938</c:v>
                </c:pt>
                <c:pt idx="5265">
                  <c:v>40937</c:v>
                </c:pt>
                <c:pt idx="5266">
                  <c:v>40936</c:v>
                </c:pt>
                <c:pt idx="5267">
                  <c:v>40935</c:v>
                </c:pt>
                <c:pt idx="5268">
                  <c:v>40934</c:v>
                </c:pt>
                <c:pt idx="5269">
                  <c:v>40933</c:v>
                </c:pt>
                <c:pt idx="5270">
                  <c:v>40932</c:v>
                </c:pt>
                <c:pt idx="5271">
                  <c:v>40931</c:v>
                </c:pt>
                <c:pt idx="5272">
                  <c:v>40930</c:v>
                </c:pt>
                <c:pt idx="5273">
                  <c:v>40929</c:v>
                </c:pt>
                <c:pt idx="5274">
                  <c:v>40928</c:v>
                </c:pt>
                <c:pt idx="5275">
                  <c:v>40927</c:v>
                </c:pt>
                <c:pt idx="5276">
                  <c:v>40926</c:v>
                </c:pt>
                <c:pt idx="5277">
                  <c:v>40925</c:v>
                </c:pt>
                <c:pt idx="5278">
                  <c:v>40924</c:v>
                </c:pt>
                <c:pt idx="5279">
                  <c:v>40923</c:v>
                </c:pt>
                <c:pt idx="5280">
                  <c:v>40922</c:v>
                </c:pt>
                <c:pt idx="5281">
                  <c:v>40921</c:v>
                </c:pt>
                <c:pt idx="5282">
                  <c:v>40920</c:v>
                </c:pt>
                <c:pt idx="5283">
                  <c:v>40919</c:v>
                </c:pt>
                <c:pt idx="5284">
                  <c:v>40918</c:v>
                </c:pt>
                <c:pt idx="5285">
                  <c:v>40917</c:v>
                </c:pt>
                <c:pt idx="5286">
                  <c:v>40916</c:v>
                </c:pt>
                <c:pt idx="5287">
                  <c:v>40915</c:v>
                </c:pt>
                <c:pt idx="5288">
                  <c:v>40914</c:v>
                </c:pt>
                <c:pt idx="5289">
                  <c:v>40913</c:v>
                </c:pt>
                <c:pt idx="5290">
                  <c:v>40912</c:v>
                </c:pt>
                <c:pt idx="5291">
                  <c:v>40911</c:v>
                </c:pt>
                <c:pt idx="5292">
                  <c:v>40910</c:v>
                </c:pt>
                <c:pt idx="5293">
                  <c:v>40909</c:v>
                </c:pt>
                <c:pt idx="5294">
                  <c:v>40908</c:v>
                </c:pt>
                <c:pt idx="5295">
                  <c:v>40907</c:v>
                </c:pt>
                <c:pt idx="5296">
                  <c:v>40906</c:v>
                </c:pt>
                <c:pt idx="5297">
                  <c:v>40905</c:v>
                </c:pt>
                <c:pt idx="5298">
                  <c:v>40904</c:v>
                </c:pt>
                <c:pt idx="5299">
                  <c:v>40903</c:v>
                </c:pt>
                <c:pt idx="5300">
                  <c:v>40902</c:v>
                </c:pt>
                <c:pt idx="5301">
                  <c:v>40901</c:v>
                </c:pt>
                <c:pt idx="5302">
                  <c:v>40900</c:v>
                </c:pt>
                <c:pt idx="5303">
                  <c:v>40899</c:v>
                </c:pt>
                <c:pt idx="5304">
                  <c:v>40898</c:v>
                </c:pt>
                <c:pt idx="5305">
                  <c:v>40897</c:v>
                </c:pt>
                <c:pt idx="5306">
                  <c:v>40896</c:v>
                </c:pt>
                <c:pt idx="5307">
                  <c:v>40895</c:v>
                </c:pt>
                <c:pt idx="5308">
                  <c:v>40894</c:v>
                </c:pt>
                <c:pt idx="5309">
                  <c:v>40893</c:v>
                </c:pt>
                <c:pt idx="5310">
                  <c:v>40892</c:v>
                </c:pt>
                <c:pt idx="5311">
                  <c:v>40891</c:v>
                </c:pt>
                <c:pt idx="5312">
                  <c:v>40890</c:v>
                </c:pt>
                <c:pt idx="5313">
                  <c:v>40889</c:v>
                </c:pt>
                <c:pt idx="5314">
                  <c:v>40888</c:v>
                </c:pt>
                <c:pt idx="5315">
                  <c:v>40887</c:v>
                </c:pt>
                <c:pt idx="5316">
                  <c:v>40886</c:v>
                </c:pt>
                <c:pt idx="5317">
                  <c:v>40885</c:v>
                </c:pt>
                <c:pt idx="5318">
                  <c:v>40884</c:v>
                </c:pt>
                <c:pt idx="5319">
                  <c:v>40883</c:v>
                </c:pt>
                <c:pt idx="5320">
                  <c:v>40882</c:v>
                </c:pt>
                <c:pt idx="5321">
                  <c:v>40881</c:v>
                </c:pt>
                <c:pt idx="5322">
                  <c:v>40880</c:v>
                </c:pt>
                <c:pt idx="5323">
                  <c:v>40879</c:v>
                </c:pt>
                <c:pt idx="5324">
                  <c:v>40878</c:v>
                </c:pt>
                <c:pt idx="5325">
                  <c:v>40877</c:v>
                </c:pt>
                <c:pt idx="5326">
                  <c:v>40876</c:v>
                </c:pt>
                <c:pt idx="5327">
                  <c:v>40875</c:v>
                </c:pt>
                <c:pt idx="5328">
                  <c:v>40874</c:v>
                </c:pt>
                <c:pt idx="5329">
                  <c:v>40873</c:v>
                </c:pt>
                <c:pt idx="5330">
                  <c:v>40872</c:v>
                </c:pt>
                <c:pt idx="5331">
                  <c:v>40871</c:v>
                </c:pt>
                <c:pt idx="5332">
                  <c:v>40870</c:v>
                </c:pt>
                <c:pt idx="5333">
                  <c:v>40869</c:v>
                </c:pt>
                <c:pt idx="5334">
                  <c:v>40868</c:v>
                </c:pt>
                <c:pt idx="5335">
                  <c:v>40867</c:v>
                </c:pt>
                <c:pt idx="5336">
                  <c:v>40866</c:v>
                </c:pt>
                <c:pt idx="5337">
                  <c:v>40865</c:v>
                </c:pt>
                <c:pt idx="5338">
                  <c:v>40864</c:v>
                </c:pt>
                <c:pt idx="5339">
                  <c:v>40863</c:v>
                </c:pt>
                <c:pt idx="5340">
                  <c:v>40862</c:v>
                </c:pt>
                <c:pt idx="5341">
                  <c:v>40861</c:v>
                </c:pt>
                <c:pt idx="5342">
                  <c:v>40860</c:v>
                </c:pt>
                <c:pt idx="5343">
                  <c:v>40859</c:v>
                </c:pt>
                <c:pt idx="5344">
                  <c:v>40858</c:v>
                </c:pt>
                <c:pt idx="5345">
                  <c:v>40857</c:v>
                </c:pt>
                <c:pt idx="5346">
                  <c:v>40856</c:v>
                </c:pt>
                <c:pt idx="5347">
                  <c:v>40855</c:v>
                </c:pt>
                <c:pt idx="5348">
                  <c:v>40854</c:v>
                </c:pt>
                <c:pt idx="5349">
                  <c:v>40853</c:v>
                </c:pt>
                <c:pt idx="5350">
                  <c:v>40852</c:v>
                </c:pt>
                <c:pt idx="5351">
                  <c:v>40851</c:v>
                </c:pt>
                <c:pt idx="5352">
                  <c:v>40850</c:v>
                </c:pt>
                <c:pt idx="5353">
                  <c:v>40849</c:v>
                </c:pt>
                <c:pt idx="5354">
                  <c:v>40848</c:v>
                </c:pt>
                <c:pt idx="5355">
                  <c:v>40847</c:v>
                </c:pt>
                <c:pt idx="5356">
                  <c:v>40846</c:v>
                </c:pt>
                <c:pt idx="5357">
                  <c:v>40845</c:v>
                </c:pt>
                <c:pt idx="5358">
                  <c:v>40844</c:v>
                </c:pt>
                <c:pt idx="5359">
                  <c:v>40843</c:v>
                </c:pt>
                <c:pt idx="5360">
                  <c:v>40842</c:v>
                </c:pt>
                <c:pt idx="5361">
                  <c:v>40841</c:v>
                </c:pt>
                <c:pt idx="5362">
                  <c:v>40840</c:v>
                </c:pt>
                <c:pt idx="5363">
                  <c:v>40839</c:v>
                </c:pt>
                <c:pt idx="5364">
                  <c:v>40838</c:v>
                </c:pt>
                <c:pt idx="5365">
                  <c:v>40837</c:v>
                </c:pt>
                <c:pt idx="5366">
                  <c:v>40836</c:v>
                </c:pt>
                <c:pt idx="5367">
                  <c:v>40835</c:v>
                </c:pt>
                <c:pt idx="5368">
                  <c:v>40834</c:v>
                </c:pt>
                <c:pt idx="5369">
                  <c:v>40833</c:v>
                </c:pt>
                <c:pt idx="5370">
                  <c:v>40832</c:v>
                </c:pt>
                <c:pt idx="5371">
                  <c:v>40831</c:v>
                </c:pt>
                <c:pt idx="5372">
                  <c:v>40830</c:v>
                </c:pt>
                <c:pt idx="5373">
                  <c:v>40829</c:v>
                </c:pt>
                <c:pt idx="5374">
                  <c:v>40828</c:v>
                </c:pt>
                <c:pt idx="5375">
                  <c:v>40827</c:v>
                </c:pt>
                <c:pt idx="5376">
                  <c:v>40826</c:v>
                </c:pt>
                <c:pt idx="5377">
                  <c:v>40825</c:v>
                </c:pt>
                <c:pt idx="5378">
                  <c:v>40824</c:v>
                </c:pt>
                <c:pt idx="5379">
                  <c:v>40823</c:v>
                </c:pt>
                <c:pt idx="5380">
                  <c:v>40822</c:v>
                </c:pt>
                <c:pt idx="5381">
                  <c:v>40821</c:v>
                </c:pt>
                <c:pt idx="5382">
                  <c:v>40820</c:v>
                </c:pt>
                <c:pt idx="5383">
                  <c:v>40819</c:v>
                </c:pt>
                <c:pt idx="5384">
                  <c:v>40818</c:v>
                </c:pt>
                <c:pt idx="5385">
                  <c:v>40817</c:v>
                </c:pt>
                <c:pt idx="5386">
                  <c:v>40816</c:v>
                </c:pt>
                <c:pt idx="5387">
                  <c:v>40815</c:v>
                </c:pt>
                <c:pt idx="5388">
                  <c:v>40814</c:v>
                </c:pt>
                <c:pt idx="5389">
                  <c:v>40813</c:v>
                </c:pt>
                <c:pt idx="5390">
                  <c:v>40812</c:v>
                </c:pt>
                <c:pt idx="5391">
                  <c:v>40811</c:v>
                </c:pt>
                <c:pt idx="5392">
                  <c:v>40810</c:v>
                </c:pt>
                <c:pt idx="5393">
                  <c:v>40809</c:v>
                </c:pt>
                <c:pt idx="5394">
                  <c:v>40808</c:v>
                </c:pt>
                <c:pt idx="5395">
                  <c:v>40807</c:v>
                </c:pt>
                <c:pt idx="5396">
                  <c:v>40806</c:v>
                </c:pt>
                <c:pt idx="5397">
                  <c:v>40805</c:v>
                </c:pt>
                <c:pt idx="5398">
                  <c:v>40804</c:v>
                </c:pt>
                <c:pt idx="5399">
                  <c:v>40803</c:v>
                </c:pt>
                <c:pt idx="5400">
                  <c:v>40802</c:v>
                </c:pt>
                <c:pt idx="5401">
                  <c:v>40801</c:v>
                </c:pt>
                <c:pt idx="5402">
                  <c:v>40800</c:v>
                </c:pt>
                <c:pt idx="5403">
                  <c:v>40799</c:v>
                </c:pt>
                <c:pt idx="5404">
                  <c:v>40798</c:v>
                </c:pt>
                <c:pt idx="5405">
                  <c:v>40797</c:v>
                </c:pt>
                <c:pt idx="5406">
                  <c:v>40796</c:v>
                </c:pt>
                <c:pt idx="5407">
                  <c:v>40795</c:v>
                </c:pt>
                <c:pt idx="5408">
                  <c:v>40794</c:v>
                </c:pt>
                <c:pt idx="5409">
                  <c:v>40793</c:v>
                </c:pt>
                <c:pt idx="5410">
                  <c:v>40792</c:v>
                </c:pt>
                <c:pt idx="5411">
                  <c:v>40791</c:v>
                </c:pt>
                <c:pt idx="5412">
                  <c:v>40790</c:v>
                </c:pt>
                <c:pt idx="5413">
                  <c:v>40789</c:v>
                </c:pt>
                <c:pt idx="5414">
                  <c:v>40788</c:v>
                </c:pt>
                <c:pt idx="5415">
                  <c:v>40787</c:v>
                </c:pt>
                <c:pt idx="5416">
                  <c:v>40786</c:v>
                </c:pt>
                <c:pt idx="5417">
                  <c:v>40785</c:v>
                </c:pt>
                <c:pt idx="5418">
                  <c:v>40784</c:v>
                </c:pt>
                <c:pt idx="5419">
                  <c:v>40783</c:v>
                </c:pt>
                <c:pt idx="5420">
                  <c:v>40782</c:v>
                </c:pt>
                <c:pt idx="5421">
                  <c:v>40781</c:v>
                </c:pt>
                <c:pt idx="5422">
                  <c:v>40780</c:v>
                </c:pt>
                <c:pt idx="5423">
                  <c:v>40779</c:v>
                </c:pt>
                <c:pt idx="5424">
                  <c:v>40778</c:v>
                </c:pt>
                <c:pt idx="5425">
                  <c:v>40777</c:v>
                </c:pt>
                <c:pt idx="5426">
                  <c:v>40776</c:v>
                </c:pt>
                <c:pt idx="5427">
                  <c:v>40775</c:v>
                </c:pt>
                <c:pt idx="5428">
                  <c:v>40774</c:v>
                </c:pt>
                <c:pt idx="5429">
                  <c:v>40773</c:v>
                </c:pt>
                <c:pt idx="5430">
                  <c:v>40772</c:v>
                </c:pt>
                <c:pt idx="5431">
                  <c:v>40771</c:v>
                </c:pt>
                <c:pt idx="5432">
                  <c:v>40770</c:v>
                </c:pt>
                <c:pt idx="5433">
                  <c:v>40769</c:v>
                </c:pt>
                <c:pt idx="5434">
                  <c:v>40768</c:v>
                </c:pt>
                <c:pt idx="5435">
                  <c:v>40767</c:v>
                </c:pt>
                <c:pt idx="5436">
                  <c:v>40766</c:v>
                </c:pt>
                <c:pt idx="5437">
                  <c:v>40765</c:v>
                </c:pt>
                <c:pt idx="5438">
                  <c:v>40764</c:v>
                </c:pt>
                <c:pt idx="5439">
                  <c:v>40763</c:v>
                </c:pt>
                <c:pt idx="5440">
                  <c:v>40762</c:v>
                </c:pt>
                <c:pt idx="5441">
                  <c:v>40761</c:v>
                </c:pt>
                <c:pt idx="5442">
                  <c:v>40760</c:v>
                </c:pt>
                <c:pt idx="5443">
                  <c:v>40759</c:v>
                </c:pt>
                <c:pt idx="5444">
                  <c:v>40758</c:v>
                </c:pt>
                <c:pt idx="5445">
                  <c:v>40757</c:v>
                </c:pt>
                <c:pt idx="5446">
                  <c:v>40756</c:v>
                </c:pt>
                <c:pt idx="5447">
                  <c:v>40755</c:v>
                </c:pt>
                <c:pt idx="5448">
                  <c:v>40754</c:v>
                </c:pt>
                <c:pt idx="5449">
                  <c:v>40753</c:v>
                </c:pt>
                <c:pt idx="5450">
                  <c:v>40752</c:v>
                </c:pt>
                <c:pt idx="5451">
                  <c:v>40751</c:v>
                </c:pt>
                <c:pt idx="5452">
                  <c:v>40750</c:v>
                </c:pt>
                <c:pt idx="5453">
                  <c:v>40749</c:v>
                </c:pt>
                <c:pt idx="5454">
                  <c:v>40748</c:v>
                </c:pt>
                <c:pt idx="5455">
                  <c:v>40747</c:v>
                </c:pt>
                <c:pt idx="5456">
                  <c:v>40746</c:v>
                </c:pt>
                <c:pt idx="5457">
                  <c:v>40745</c:v>
                </c:pt>
                <c:pt idx="5458">
                  <c:v>40744</c:v>
                </c:pt>
                <c:pt idx="5459">
                  <c:v>40743</c:v>
                </c:pt>
                <c:pt idx="5460">
                  <c:v>40742</c:v>
                </c:pt>
                <c:pt idx="5461">
                  <c:v>40741</c:v>
                </c:pt>
                <c:pt idx="5462">
                  <c:v>40740</c:v>
                </c:pt>
                <c:pt idx="5463">
                  <c:v>40739</c:v>
                </c:pt>
                <c:pt idx="5464">
                  <c:v>40738</c:v>
                </c:pt>
                <c:pt idx="5465">
                  <c:v>40737</c:v>
                </c:pt>
                <c:pt idx="5466">
                  <c:v>40736</c:v>
                </c:pt>
                <c:pt idx="5467">
                  <c:v>40735</c:v>
                </c:pt>
                <c:pt idx="5468">
                  <c:v>40734</c:v>
                </c:pt>
                <c:pt idx="5469">
                  <c:v>40733</c:v>
                </c:pt>
                <c:pt idx="5470">
                  <c:v>40732</c:v>
                </c:pt>
                <c:pt idx="5471">
                  <c:v>40731</c:v>
                </c:pt>
                <c:pt idx="5472">
                  <c:v>40730</c:v>
                </c:pt>
                <c:pt idx="5473">
                  <c:v>40729</c:v>
                </c:pt>
                <c:pt idx="5474">
                  <c:v>40728</c:v>
                </c:pt>
                <c:pt idx="5475">
                  <c:v>40727</c:v>
                </c:pt>
                <c:pt idx="5476">
                  <c:v>40726</c:v>
                </c:pt>
                <c:pt idx="5477">
                  <c:v>40725</c:v>
                </c:pt>
                <c:pt idx="5478">
                  <c:v>40724</c:v>
                </c:pt>
                <c:pt idx="5479">
                  <c:v>40723</c:v>
                </c:pt>
                <c:pt idx="5480">
                  <c:v>40722</c:v>
                </c:pt>
                <c:pt idx="5481">
                  <c:v>40721</c:v>
                </c:pt>
                <c:pt idx="5482">
                  <c:v>40720</c:v>
                </c:pt>
                <c:pt idx="5483">
                  <c:v>40719</c:v>
                </c:pt>
                <c:pt idx="5484">
                  <c:v>40718</c:v>
                </c:pt>
                <c:pt idx="5485">
                  <c:v>40717</c:v>
                </c:pt>
                <c:pt idx="5486">
                  <c:v>40716</c:v>
                </c:pt>
                <c:pt idx="5487">
                  <c:v>40715</c:v>
                </c:pt>
                <c:pt idx="5488">
                  <c:v>40714</c:v>
                </c:pt>
                <c:pt idx="5489">
                  <c:v>40713</c:v>
                </c:pt>
                <c:pt idx="5490">
                  <c:v>40712</c:v>
                </c:pt>
                <c:pt idx="5491">
                  <c:v>40711</c:v>
                </c:pt>
                <c:pt idx="5492">
                  <c:v>40710</c:v>
                </c:pt>
                <c:pt idx="5493">
                  <c:v>40709</c:v>
                </c:pt>
                <c:pt idx="5494">
                  <c:v>40708</c:v>
                </c:pt>
                <c:pt idx="5495">
                  <c:v>40707</c:v>
                </c:pt>
                <c:pt idx="5496">
                  <c:v>40706</c:v>
                </c:pt>
                <c:pt idx="5497">
                  <c:v>40705</c:v>
                </c:pt>
                <c:pt idx="5498">
                  <c:v>40704</c:v>
                </c:pt>
                <c:pt idx="5499">
                  <c:v>40703</c:v>
                </c:pt>
                <c:pt idx="5500">
                  <c:v>40702</c:v>
                </c:pt>
                <c:pt idx="5501">
                  <c:v>40701</c:v>
                </c:pt>
                <c:pt idx="5502">
                  <c:v>40700</c:v>
                </c:pt>
                <c:pt idx="5503">
                  <c:v>40699</c:v>
                </c:pt>
                <c:pt idx="5504">
                  <c:v>40698</c:v>
                </c:pt>
                <c:pt idx="5505">
                  <c:v>40697</c:v>
                </c:pt>
                <c:pt idx="5506">
                  <c:v>40696</c:v>
                </c:pt>
                <c:pt idx="5507">
                  <c:v>40695</c:v>
                </c:pt>
                <c:pt idx="5508">
                  <c:v>40694</c:v>
                </c:pt>
                <c:pt idx="5509">
                  <c:v>40693</c:v>
                </c:pt>
                <c:pt idx="5510">
                  <c:v>40692</c:v>
                </c:pt>
                <c:pt idx="5511">
                  <c:v>40691</c:v>
                </c:pt>
                <c:pt idx="5512">
                  <c:v>40690</c:v>
                </c:pt>
                <c:pt idx="5513">
                  <c:v>40689</c:v>
                </c:pt>
                <c:pt idx="5514">
                  <c:v>40688</c:v>
                </c:pt>
                <c:pt idx="5515">
                  <c:v>40687</c:v>
                </c:pt>
                <c:pt idx="5516">
                  <c:v>40686</c:v>
                </c:pt>
                <c:pt idx="5517">
                  <c:v>40685</c:v>
                </c:pt>
                <c:pt idx="5518">
                  <c:v>40684</c:v>
                </c:pt>
                <c:pt idx="5519">
                  <c:v>40683</c:v>
                </c:pt>
                <c:pt idx="5520">
                  <c:v>40682</c:v>
                </c:pt>
                <c:pt idx="5521">
                  <c:v>40681</c:v>
                </c:pt>
                <c:pt idx="5522">
                  <c:v>40680</c:v>
                </c:pt>
                <c:pt idx="5523">
                  <c:v>40679</c:v>
                </c:pt>
                <c:pt idx="5524">
                  <c:v>40678</c:v>
                </c:pt>
                <c:pt idx="5525">
                  <c:v>40677</c:v>
                </c:pt>
                <c:pt idx="5526">
                  <c:v>40676</c:v>
                </c:pt>
                <c:pt idx="5527">
                  <c:v>40675</c:v>
                </c:pt>
                <c:pt idx="5528">
                  <c:v>40674</c:v>
                </c:pt>
                <c:pt idx="5529">
                  <c:v>40673</c:v>
                </c:pt>
                <c:pt idx="5530">
                  <c:v>40672</c:v>
                </c:pt>
                <c:pt idx="5531">
                  <c:v>40671</c:v>
                </c:pt>
                <c:pt idx="5532">
                  <c:v>40670</c:v>
                </c:pt>
                <c:pt idx="5533">
                  <c:v>40669</c:v>
                </c:pt>
                <c:pt idx="5534">
                  <c:v>40668</c:v>
                </c:pt>
                <c:pt idx="5535">
                  <c:v>40667</c:v>
                </c:pt>
                <c:pt idx="5536">
                  <c:v>40666</c:v>
                </c:pt>
                <c:pt idx="5537">
                  <c:v>40665</c:v>
                </c:pt>
                <c:pt idx="5538">
                  <c:v>40664</c:v>
                </c:pt>
                <c:pt idx="5539">
                  <c:v>40663</c:v>
                </c:pt>
                <c:pt idx="5540">
                  <c:v>40662</c:v>
                </c:pt>
                <c:pt idx="5541">
                  <c:v>40661</c:v>
                </c:pt>
                <c:pt idx="5542">
                  <c:v>40660</c:v>
                </c:pt>
                <c:pt idx="5543">
                  <c:v>40659</c:v>
                </c:pt>
                <c:pt idx="5544">
                  <c:v>40658</c:v>
                </c:pt>
                <c:pt idx="5545">
                  <c:v>40657</c:v>
                </c:pt>
                <c:pt idx="5546">
                  <c:v>40656</c:v>
                </c:pt>
                <c:pt idx="5547">
                  <c:v>40655</c:v>
                </c:pt>
                <c:pt idx="5548">
                  <c:v>40654</c:v>
                </c:pt>
                <c:pt idx="5549">
                  <c:v>40653</c:v>
                </c:pt>
                <c:pt idx="5550">
                  <c:v>40652</c:v>
                </c:pt>
                <c:pt idx="5551">
                  <c:v>40651</c:v>
                </c:pt>
                <c:pt idx="5552">
                  <c:v>40650</c:v>
                </c:pt>
                <c:pt idx="5553">
                  <c:v>40649</c:v>
                </c:pt>
                <c:pt idx="5554">
                  <c:v>40648</c:v>
                </c:pt>
                <c:pt idx="5555">
                  <c:v>40647</c:v>
                </c:pt>
                <c:pt idx="5556">
                  <c:v>40646</c:v>
                </c:pt>
                <c:pt idx="5557">
                  <c:v>40645</c:v>
                </c:pt>
                <c:pt idx="5558">
                  <c:v>40644</c:v>
                </c:pt>
                <c:pt idx="5559">
                  <c:v>40643</c:v>
                </c:pt>
                <c:pt idx="5560">
                  <c:v>40642</c:v>
                </c:pt>
                <c:pt idx="5561">
                  <c:v>40641</c:v>
                </c:pt>
                <c:pt idx="5562">
                  <c:v>40640</c:v>
                </c:pt>
                <c:pt idx="5563">
                  <c:v>40639</c:v>
                </c:pt>
                <c:pt idx="5564">
                  <c:v>40638</c:v>
                </c:pt>
                <c:pt idx="5565">
                  <c:v>40637</c:v>
                </c:pt>
                <c:pt idx="5566">
                  <c:v>40636</c:v>
                </c:pt>
                <c:pt idx="5567">
                  <c:v>40635</c:v>
                </c:pt>
                <c:pt idx="5568">
                  <c:v>40634</c:v>
                </c:pt>
                <c:pt idx="5569">
                  <c:v>40633</c:v>
                </c:pt>
                <c:pt idx="5570">
                  <c:v>40632</c:v>
                </c:pt>
                <c:pt idx="5571">
                  <c:v>40631</c:v>
                </c:pt>
                <c:pt idx="5572">
                  <c:v>40630</c:v>
                </c:pt>
                <c:pt idx="5573">
                  <c:v>40629</c:v>
                </c:pt>
                <c:pt idx="5574">
                  <c:v>40628</c:v>
                </c:pt>
                <c:pt idx="5575">
                  <c:v>40627</c:v>
                </c:pt>
                <c:pt idx="5576">
                  <c:v>40626</c:v>
                </c:pt>
                <c:pt idx="5577">
                  <c:v>40625</c:v>
                </c:pt>
                <c:pt idx="5578">
                  <c:v>40624</c:v>
                </c:pt>
                <c:pt idx="5579">
                  <c:v>40623</c:v>
                </c:pt>
                <c:pt idx="5580">
                  <c:v>40622</c:v>
                </c:pt>
                <c:pt idx="5581">
                  <c:v>40621</c:v>
                </c:pt>
                <c:pt idx="5582">
                  <c:v>40620</c:v>
                </c:pt>
                <c:pt idx="5583">
                  <c:v>40619</c:v>
                </c:pt>
                <c:pt idx="5584">
                  <c:v>40618</c:v>
                </c:pt>
                <c:pt idx="5585">
                  <c:v>40617</c:v>
                </c:pt>
                <c:pt idx="5586">
                  <c:v>40616</c:v>
                </c:pt>
                <c:pt idx="5587">
                  <c:v>40615</c:v>
                </c:pt>
                <c:pt idx="5588">
                  <c:v>40614</c:v>
                </c:pt>
                <c:pt idx="5589">
                  <c:v>40613</c:v>
                </c:pt>
                <c:pt idx="5590">
                  <c:v>40612</c:v>
                </c:pt>
                <c:pt idx="5591">
                  <c:v>40611</c:v>
                </c:pt>
                <c:pt idx="5592">
                  <c:v>40610</c:v>
                </c:pt>
                <c:pt idx="5593">
                  <c:v>40609</c:v>
                </c:pt>
                <c:pt idx="5594">
                  <c:v>40608</c:v>
                </c:pt>
                <c:pt idx="5595">
                  <c:v>40607</c:v>
                </c:pt>
                <c:pt idx="5596">
                  <c:v>40606</c:v>
                </c:pt>
                <c:pt idx="5597">
                  <c:v>40605</c:v>
                </c:pt>
                <c:pt idx="5598">
                  <c:v>40604</c:v>
                </c:pt>
                <c:pt idx="5599">
                  <c:v>40603</c:v>
                </c:pt>
                <c:pt idx="5600">
                  <c:v>40602</c:v>
                </c:pt>
                <c:pt idx="5601">
                  <c:v>40601</c:v>
                </c:pt>
                <c:pt idx="5602">
                  <c:v>40600</c:v>
                </c:pt>
                <c:pt idx="5603">
                  <c:v>40599</c:v>
                </c:pt>
                <c:pt idx="5604">
                  <c:v>40598</c:v>
                </c:pt>
                <c:pt idx="5605">
                  <c:v>40597</c:v>
                </c:pt>
                <c:pt idx="5606">
                  <c:v>40596</c:v>
                </c:pt>
                <c:pt idx="5607">
                  <c:v>40595</c:v>
                </c:pt>
                <c:pt idx="5608">
                  <c:v>40594</c:v>
                </c:pt>
                <c:pt idx="5609">
                  <c:v>40593</c:v>
                </c:pt>
                <c:pt idx="5610">
                  <c:v>40592</c:v>
                </c:pt>
                <c:pt idx="5611">
                  <c:v>40591</c:v>
                </c:pt>
                <c:pt idx="5612">
                  <c:v>40590</c:v>
                </c:pt>
                <c:pt idx="5613">
                  <c:v>40589</c:v>
                </c:pt>
                <c:pt idx="5614">
                  <c:v>40588</c:v>
                </c:pt>
                <c:pt idx="5615">
                  <c:v>40587</c:v>
                </c:pt>
                <c:pt idx="5616">
                  <c:v>40586</c:v>
                </c:pt>
                <c:pt idx="5617">
                  <c:v>40585</c:v>
                </c:pt>
                <c:pt idx="5618">
                  <c:v>40584</c:v>
                </c:pt>
                <c:pt idx="5619">
                  <c:v>40583</c:v>
                </c:pt>
                <c:pt idx="5620">
                  <c:v>40582</c:v>
                </c:pt>
                <c:pt idx="5621">
                  <c:v>40581</c:v>
                </c:pt>
                <c:pt idx="5622">
                  <c:v>40580</c:v>
                </c:pt>
                <c:pt idx="5623">
                  <c:v>40579</c:v>
                </c:pt>
                <c:pt idx="5624">
                  <c:v>40578</c:v>
                </c:pt>
                <c:pt idx="5625">
                  <c:v>40577</c:v>
                </c:pt>
                <c:pt idx="5626">
                  <c:v>40576</c:v>
                </c:pt>
                <c:pt idx="5627">
                  <c:v>40575</c:v>
                </c:pt>
                <c:pt idx="5628">
                  <c:v>40574</c:v>
                </c:pt>
                <c:pt idx="5629">
                  <c:v>40573</c:v>
                </c:pt>
                <c:pt idx="5630">
                  <c:v>40572</c:v>
                </c:pt>
                <c:pt idx="5631">
                  <c:v>40571</c:v>
                </c:pt>
                <c:pt idx="5632">
                  <c:v>40570</c:v>
                </c:pt>
                <c:pt idx="5633">
                  <c:v>40569</c:v>
                </c:pt>
                <c:pt idx="5634">
                  <c:v>40568</c:v>
                </c:pt>
                <c:pt idx="5635">
                  <c:v>40567</c:v>
                </c:pt>
                <c:pt idx="5636">
                  <c:v>40566</c:v>
                </c:pt>
                <c:pt idx="5637">
                  <c:v>40565</c:v>
                </c:pt>
                <c:pt idx="5638">
                  <c:v>40564</c:v>
                </c:pt>
                <c:pt idx="5639">
                  <c:v>40563</c:v>
                </c:pt>
                <c:pt idx="5640">
                  <c:v>40562</c:v>
                </c:pt>
                <c:pt idx="5641">
                  <c:v>40561</c:v>
                </c:pt>
                <c:pt idx="5642">
                  <c:v>40560</c:v>
                </c:pt>
                <c:pt idx="5643">
                  <c:v>40559</c:v>
                </c:pt>
                <c:pt idx="5644">
                  <c:v>40558</c:v>
                </c:pt>
                <c:pt idx="5645">
                  <c:v>40557</c:v>
                </c:pt>
                <c:pt idx="5646">
                  <c:v>40556</c:v>
                </c:pt>
                <c:pt idx="5647">
                  <c:v>40555</c:v>
                </c:pt>
                <c:pt idx="5648">
                  <c:v>40554</c:v>
                </c:pt>
                <c:pt idx="5649">
                  <c:v>40553</c:v>
                </c:pt>
                <c:pt idx="5650">
                  <c:v>40552</c:v>
                </c:pt>
                <c:pt idx="5651">
                  <c:v>40551</c:v>
                </c:pt>
                <c:pt idx="5652">
                  <c:v>40550</c:v>
                </c:pt>
                <c:pt idx="5653">
                  <c:v>40549</c:v>
                </c:pt>
                <c:pt idx="5654">
                  <c:v>40548</c:v>
                </c:pt>
                <c:pt idx="5655">
                  <c:v>40547</c:v>
                </c:pt>
                <c:pt idx="5656">
                  <c:v>40546</c:v>
                </c:pt>
                <c:pt idx="5657">
                  <c:v>40545</c:v>
                </c:pt>
                <c:pt idx="5658">
                  <c:v>40544</c:v>
                </c:pt>
                <c:pt idx="5659">
                  <c:v>40543</c:v>
                </c:pt>
                <c:pt idx="5660">
                  <c:v>40542</c:v>
                </c:pt>
                <c:pt idx="5661">
                  <c:v>40541</c:v>
                </c:pt>
                <c:pt idx="5662">
                  <c:v>40540</c:v>
                </c:pt>
                <c:pt idx="5663">
                  <c:v>40539</c:v>
                </c:pt>
                <c:pt idx="5664">
                  <c:v>40538</c:v>
                </c:pt>
                <c:pt idx="5665">
                  <c:v>40537</c:v>
                </c:pt>
                <c:pt idx="5666">
                  <c:v>40536</c:v>
                </c:pt>
                <c:pt idx="5667">
                  <c:v>40535</c:v>
                </c:pt>
                <c:pt idx="5668">
                  <c:v>40534</c:v>
                </c:pt>
                <c:pt idx="5669">
                  <c:v>40533</c:v>
                </c:pt>
                <c:pt idx="5670">
                  <c:v>40532</c:v>
                </c:pt>
                <c:pt idx="5671">
                  <c:v>40531</c:v>
                </c:pt>
                <c:pt idx="5672">
                  <c:v>40530</c:v>
                </c:pt>
                <c:pt idx="5673">
                  <c:v>40529</c:v>
                </c:pt>
                <c:pt idx="5674">
                  <c:v>40528</c:v>
                </c:pt>
                <c:pt idx="5675">
                  <c:v>40527</c:v>
                </c:pt>
                <c:pt idx="5676">
                  <c:v>40526</c:v>
                </c:pt>
                <c:pt idx="5677">
                  <c:v>40525</c:v>
                </c:pt>
                <c:pt idx="5678">
                  <c:v>40524</c:v>
                </c:pt>
                <c:pt idx="5679">
                  <c:v>40523</c:v>
                </c:pt>
                <c:pt idx="5680">
                  <c:v>40522</c:v>
                </c:pt>
                <c:pt idx="5681">
                  <c:v>40521</c:v>
                </c:pt>
                <c:pt idx="5682">
                  <c:v>40520</c:v>
                </c:pt>
                <c:pt idx="5683">
                  <c:v>40519</c:v>
                </c:pt>
                <c:pt idx="5684">
                  <c:v>40518</c:v>
                </c:pt>
                <c:pt idx="5685">
                  <c:v>40517</c:v>
                </c:pt>
                <c:pt idx="5686">
                  <c:v>40516</c:v>
                </c:pt>
                <c:pt idx="5687">
                  <c:v>40515</c:v>
                </c:pt>
                <c:pt idx="5688">
                  <c:v>40514</c:v>
                </c:pt>
                <c:pt idx="5689">
                  <c:v>40513</c:v>
                </c:pt>
                <c:pt idx="5690">
                  <c:v>40512</c:v>
                </c:pt>
                <c:pt idx="5691">
                  <c:v>40511</c:v>
                </c:pt>
              </c:numCache>
            </c:numRef>
          </c:cat>
          <c:val>
            <c:numRef>
              <c:f>'图4-5海外利率&amp;通胀'!$C$5:$C$5696</c:f>
              <c:numCache>
                <c:formatCode>#,##0.00_ </c:formatCode>
                <c:ptCount val="5692"/>
                <c:pt idx="0">
                  <c:v>2.25</c:v>
                </c:pt>
                <c:pt idx="1">
                  <c:v>2.25</c:v>
                </c:pt>
                <c:pt idx="2">
                  <c:v>2.25</c:v>
                </c:pt>
                <c:pt idx="3">
                  <c:v>2.25</c:v>
                </c:pt>
                <c:pt idx="4">
                  <c:v>2.25</c:v>
                </c:pt>
                <c:pt idx="5">
                  <c:v>2.25</c:v>
                </c:pt>
                <c:pt idx="6">
                  <c:v>2.25</c:v>
                </c:pt>
                <c:pt idx="7">
                  <c:v>2.25</c:v>
                </c:pt>
                <c:pt idx="8">
                  <c:v>2.25</c:v>
                </c:pt>
                <c:pt idx="9">
                  <c:v>2.25</c:v>
                </c:pt>
                <c:pt idx="10">
                  <c:v>2.25</c:v>
                </c:pt>
                <c:pt idx="11">
                  <c:v>2.25</c:v>
                </c:pt>
                <c:pt idx="12">
                  <c:v>2.25</c:v>
                </c:pt>
                <c:pt idx="13">
                  <c:v>2</c:v>
                </c:pt>
                <c:pt idx="14">
                  <c:v>2</c:v>
                </c:pt>
                <c:pt idx="15">
                  <c:v>2</c:v>
                </c:pt>
                <c:pt idx="16">
                  <c:v>2</c:v>
                </c:pt>
                <c:pt idx="17">
                  <c:v>2</c:v>
                </c:pt>
                <c:pt idx="18">
                  <c:v>2</c:v>
                </c:pt>
                <c:pt idx="19">
                  <c:v>2</c:v>
                </c:pt>
                <c:pt idx="20">
                  <c:v>2</c:v>
                </c:pt>
                <c:pt idx="21">
                  <c:v>2</c:v>
                </c:pt>
                <c:pt idx="22">
                  <c:v>2</c:v>
                </c:pt>
                <c:pt idx="23">
                  <c:v>2</c:v>
                </c:pt>
                <c:pt idx="24">
                  <c:v>2</c:v>
                </c:pt>
                <c:pt idx="25">
                  <c:v>2</c:v>
                </c:pt>
                <c:pt idx="26">
                  <c:v>2</c:v>
                </c:pt>
                <c:pt idx="27">
                  <c:v>2</c:v>
                </c:pt>
                <c:pt idx="28">
                  <c:v>2</c:v>
                </c:pt>
                <c:pt idx="29">
                  <c:v>2</c:v>
                </c:pt>
                <c:pt idx="30">
                  <c:v>2</c:v>
                </c:pt>
                <c:pt idx="31">
                  <c:v>2</c:v>
                </c:pt>
                <c:pt idx="32">
                  <c:v>2</c:v>
                </c:pt>
                <c:pt idx="33">
                  <c:v>2</c:v>
                </c:pt>
                <c:pt idx="34">
                  <c:v>2</c:v>
                </c:pt>
                <c:pt idx="35">
                  <c:v>2</c:v>
                </c:pt>
                <c:pt idx="36">
                  <c:v>2</c:v>
                </c:pt>
                <c:pt idx="37">
                  <c:v>2</c:v>
                </c:pt>
                <c:pt idx="38">
                  <c:v>2</c:v>
                </c:pt>
                <c:pt idx="39">
                  <c:v>2</c:v>
                </c:pt>
                <c:pt idx="40">
                  <c:v>2</c:v>
                </c:pt>
                <c:pt idx="41">
                  <c:v>2</c:v>
                </c:pt>
                <c:pt idx="42">
                  <c:v>2</c:v>
                </c:pt>
                <c:pt idx="43">
                  <c:v>2</c:v>
                </c:pt>
                <c:pt idx="44">
                  <c:v>2</c:v>
                </c:pt>
                <c:pt idx="45">
                  <c:v>2</c:v>
                </c:pt>
                <c:pt idx="46">
                  <c:v>2</c:v>
                </c:pt>
                <c:pt idx="47">
                  <c:v>2</c:v>
                </c:pt>
                <c:pt idx="48">
                  <c:v>2</c:v>
                </c:pt>
                <c:pt idx="49">
                  <c:v>2</c:v>
                </c:pt>
                <c:pt idx="50">
                  <c:v>2</c:v>
                </c:pt>
                <c:pt idx="51">
                  <c:v>2</c:v>
                </c:pt>
                <c:pt idx="52">
                  <c:v>2</c:v>
                </c:pt>
                <c:pt idx="53">
                  <c:v>2</c:v>
                </c:pt>
                <c:pt idx="54">
                  <c:v>2</c:v>
                </c:pt>
                <c:pt idx="55">
                  <c:v>2</c:v>
                </c:pt>
                <c:pt idx="56">
                  <c:v>2</c:v>
                </c:pt>
                <c:pt idx="57">
                  <c:v>2</c:v>
                </c:pt>
                <c:pt idx="58">
                  <c:v>2</c:v>
                </c:pt>
                <c:pt idx="59">
                  <c:v>2</c:v>
                </c:pt>
                <c:pt idx="60">
                  <c:v>2</c:v>
                </c:pt>
                <c:pt idx="61">
                  <c:v>2</c:v>
                </c:pt>
                <c:pt idx="62">
                  <c:v>2</c:v>
                </c:pt>
                <c:pt idx="63">
                  <c:v>2</c:v>
                </c:pt>
                <c:pt idx="64">
                  <c:v>2</c:v>
                </c:pt>
                <c:pt idx="65">
                  <c:v>2</c:v>
                </c:pt>
                <c:pt idx="66">
                  <c:v>2</c:v>
                </c:pt>
                <c:pt idx="67">
                  <c:v>2</c:v>
                </c:pt>
                <c:pt idx="68">
                  <c:v>2</c:v>
                </c:pt>
                <c:pt idx="69">
                  <c:v>2</c:v>
                </c:pt>
                <c:pt idx="70">
                  <c:v>2</c:v>
                </c:pt>
                <c:pt idx="71">
                  <c:v>2</c:v>
                </c:pt>
                <c:pt idx="72">
                  <c:v>2</c:v>
                </c:pt>
                <c:pt idx="73">
                  <c:v>2</c:v>
                </c:pt>
                <c:pt idx="74">
                  <c:v>2</c:v>
                </c:pt>
                <c:pt idx="75">
                  <c:v>2</c:v>
                </c:pt>
                <c:pt idx="76">
                  <c:v>2</c:v>
                </c:pt>
                <c:pt idx="77">
                  <c:v>2</c:v>
                </c:pt>
                <c:pt idx="78">
                  <c:v>2</c:v>
                </c:pt>
                <c:pt idx="79">
                  <c:v>2</c:v>
                </c:pt>
                <c:pt idx="80">
                  <c:v>2</c:v>
                </c:pt>
                <c:pt idx="81">
                  <c:v>2</c:v>
                </c:pt>
                <c:pt idx="82">
                  <c:v>2</c:v>
                </c:pt>
                <c:pt idx="83">
                  <c:v>2</c:v>
                </c:pt>
                <c:pt idx="84">
                  <c:v>2</c:v>
                </c:pt>
                <c:pt idx="85">
                  <c:v>2</c:v>
                </c:pt>
                <c:pt idx="86">
                  <c:v>2</c:v>
                </c:pt>
                <c:pt idx="87">
                  <c:v>2</c:v>
                </c:pt>
                <c:pt idx="88">
                  <c:v>2</c:v>
                </c:pt>
                <c:pt idx="89">
                  <c:v>2</c:v>
                </c:pt>
                <c:pt idx="90">
                  <c:v>2</c:v>
                </c:pt>
                <c:pt idx="91">
                  <c:v>2</c:v>
                </c:pt>
                <c:pt idx="92">
                  <c:v>2</c:v>
                </c:pt>
                <c:pt idx="93">
                  <c:v>2</c:v>
                </c:pt>
                <c:pt idx="94">
                  <c:v>2</c:v>
                </c:pt>
                <c:pt idx="95">
                  <c:v>2</c:v>
                </c:pt>
                <c:pt idx="96">
                  <c:v>2</c:v>
                </c:pt>
                <c:pt idx="97">
                  <c:v>2</c:v>
                </c:pt>
                <c:pt idx="98">
                  <c:v>2</c:v>
                </c:pt>
                <c:pt idx="99">
                  <c:v>2</c:v>
                </c:pt>
                <c:pt idx="100">
                  <c:v>2</c:v>
                </c:pt>
                <c:pt idx="101">
                  <c:v>2</c:v>
                </c:pt>
                <c:pt idx="102">
                  <c:v>2</c:v>
                </c:pt>
                <c:pt idx="103">
                  <c:v>2</c:v>
                </c:pt>
                <c:pt idx="104">
                  <c:v>2</c:v>
                </c:pt>
                <c:pt idx="105">
                  <c:v>2</c:v>
                </c:pt>
                <c:pt idx="106">
                  <c:v>2</c:v>
                </c:pt>
                <c:pt idx="107">
                  <c:v>2</c:v>
                </c:pt>
                <c:pt idx="108">
                  <c:v>2</c:v>
                </c:pt>
                <c:pt idx="109">
                  <c:v>2</c:v>
                </c:pt>
                <c:pt idx="110">
                  <c:v>2</c:v>
                </c:pt>
                <c:pt idx="111">
                  <c:v>2</c:v>
                </c:pt>
                <c:pt idx="112">
                  <c:v>2</c:v>
                </c:pt>
                <c:pt idx="113">
                  <c:v>2</c:v>
                </c:pt>
                <c:pt idx="114">
                  <c:v>2</c:v>
                </c:pt>
                <c:pt idx="115">
                  <c:v>2</c:v>
                </c:pt>
                <c:pt idx="116">
                  <c:v>2</c:v>
                </c:pt>
                <c:pt idx="117">
                  <c:v>2</c:v>
                </c:pt>
                <c:pt idx="118">
                  <c:v>2</c:v>
                </c:pt>
                <c:pt idx="119">
                  <c:v>2</c:v>
                </c:pt>
                <c:pt idx="120">
                  <c:v>2</c:v>
                </c:pt>
                <c:pt idx="121">
                  <c:v>2</c:v>
                </c:pt>
                <c:pt idx="122">
                  <c:v>2</c:v>
                </c:pt>
                <c:pt idx="123">
                  <c:v>2</c:v>
                </c:pt>
                <c:pt idx="124">
                  <c:v>2</c:v>
                </c:pt>
                <c:pt idx="125">
                  <c:v>2</c:v>
                </c:pt>
                <c:pt idx="126">
                  <c:v>2</c:v>
                </c:pt>
                <c:pt idx="127">
                  <c:v>2</c:v>
                </c:pt>
                <c:pt idx="128">
                  <c:v>2</c:v>
                </c:pt>
                <c:pt idx="129">
                  <c:v>2</c:v>
                </c:pt>
                <c:pt idx="130">
                  <c:v>2</c:v>
                </c:pt>
                <c:pt idx="131">
                  <c:v>2</c:v>
                </c:pt>
                <c:pt idx="132">
                  <c:v>2</c:v>
                </c:pt>
                <c:pt idx="133">
                  <c:v>2</c:v>
                </c:pt>
                <c:pt idx="134">
                  <c:v>2</c:v>
                </c:pt>
                <c:pt idx="135">
                  <c:v>2</c:v>
                </c:pt>
                <c:pt idx="136">
                  <c:v>2</c:v>
                </c:pt>
                <c:pt idx="137">
                  <c:v>2</c:v>
                </c:pt>
                <c:pt idx="138">
                  <c:v>2</c:v>
                </c:pt>
                <c:pt idx="139">
                  <c:v>2</c:v>
                </c:pt>
                <c:pt idx="140">
                  <c:v>2</c:v>
                </c:pt>
                <c:pt idx="141">
                  <c:v>2</c:v>
                </c:pt>
                <c:pt idx="142">
                  <c:v>2</c:v>
                </c:pt>
                <c:pt idx="143">
                  <c:v>2</c:v>
                </c:pt>
                <c:pt idx="144">
                  <c:v>2</c:v>
                </c:pt>
                <c:pt idx="145">
                  <c:v>2</c:v>
                </c:pt>
                <c:pt idx="146">
                  <c:v>2</c:v>
                </c:pt>
                <c:pt idx="147">
                  <c:v>2</c:v>
                </c:pt>
                <c:pt idx="148">
                  <c:v>2</c:v>
                </c:pt>
                <c:pt idx="149">
                  <c:v>2</c:v>
                </c:pt>
                <c:pt idx="150">
                  <c:v>2</c:v>
                </c:pt>
                <c:pt idx="151">
                  <c:v>2</c:v>
                </c:pt>
                <c:pt idx="152">
                  <c:v>2</c:v>
                </c:pt>
                <c:pt idx="153">
                  <c:v>2</c:v>
                </c:pt>
                <c:pt idx="154">
                  <c:v>2</c:v>
                </c:pt>
                <c:pt idx="155">
                  <c:v>2</c:v>
                </c:pt>
                <c:pt idx="156">
                  <c:v>2</c:v>
                </c:pt>
                <c:pt idx="157">
                  <c:v>2</c:v>
                </c:pt>
                <c:pt idx="158">
                  <c:v>2</c:v>
                </c:pt>
                <c:pt idx="159">
                  <c:v>2</c:v>
                </c:pt>
                <c:pt idx="160">
                  <c:v>2</c:v>
                </c:pt>
                <c:pt idx="161">
                  <c:v>2</c:v>
                </c:pt>
                <c:pt idx="162">
                  <c:v>2</c:v>
                </c:pt>
                <c:pt idx="163">
                  <c:v>2</c:v>
                </c:pt>
                <c:pt idx="164">
                  <c:v>2</c:v>
                </c:pt>
                <c:pt idx="165">
                  <c:v>2</c:v>
                </c:pt>
                <c:pt idx="166">
                  <c:v>2</c:v>
                </c:pt>
                <c:pt idx="167">
                  <c:v>2</c:v>
                </c:pt>
                <c:pt idx="168">
                  <c:v>2</c:v>
                </c:pt>
                <c:pt idx="169">
                  <c:v>2</c:v>
                </c:pt>
                <c:pt idx="170">
                  <c:v>2</c:v>
                </c:pt>
                <c:pt idx="171">
                  <c:v>2</c:v>
                </c:pt>
                <c:pt idx="172">
                  <c:v>2</c:v>
                </c:pt>
                <c:pt idx="173">
                  <c:v>2</c:v>
                </c:pt>
                <c:pt idx="174">
                  <c:v>2</c:v>
                </c:pt>
                <c:pt idx="175">
                  <c:v>2</c:v>
                </c:pt>
                <c:pt idx="176">
                  <c:v>2</c:v>
                </c:pt>
                <c:pt idx="177">
                  <c:v>2</c:v>
                </c:pt>
                <c:pt idx="178">
                  <c:v>2</c:v>
                </c:pt>
                <c:pt idx="179">
                  <c:v>2</c:v>
                </c:pt>
                <c:pt idx="180">
                  <c:v>2</c:v>
                </c:pt>
                <c:pt idx="181">
                  <c:v>2</c:v>
                </c:pt>
                <c:pt idx="182">
                  <c:v>2</c:v>
                </c:pt>
                <c:pt idx="183">
                  <c:v>2</c:v>
                </c:pt>
                <c:pt idx="184">
                  <c:v>2</c:v>
                </c:pt>
                <c:pt idx="185">
                  <c:v>2</c:v>
                </c:pt>
                <c:pt idx="186">
                  <c:v>2</c:v>
                </c:pt>
                <c:pt idx="187">
                  <c:v>2</c:v>
                </c:pt>
                <c:pt idx="188">
                  <c:v>2</c:v>
                </c:pt>
                <c:pt idx="189">
                  <c:v>2</c:v>
                </c:pt>
                <c:pt idx="190">
                  <c:v>2</c:v>
                </c:pt>
                <c:pt idx="191">
                  <c:v>2</c:v>
                </c:pt>
                <c:pt idx="192">
                  <c:v>2</c:v>
                </c:pt>
                <c:pt idx="193">
                  <c:v>2</c:v>
                </c:pt>
                <c:pt idx="194">
                  <c:v>2</c:v>
                </c:pt>
                <c:pt idx="195">
                  <c:v>2</c:v>
                </c:pt>
                <c:pt idx="196">
                  <c:v>2</c:v>
                </c:pt>
                <c:pt idx="197">
                  <c:v>2</c:v>
                </c:pt>
                <c:pt idx="198">
                  <c:v>2</c:v>
                </c:pt>
                <c:pt idx="199">
                  <c:v>2</c:v>
                </c:pt>
                <c:pt idx="200">
                  <c:v>2</c:v>
                </c:pt>
                <c:pt idx="201">
                  <c:v>2</c:v>
                </c:pt>
                <c:pt idx="202">
                  <c:v>2</c:v>
                </c:pt>
                <c:pt idx="203">
                  <c:v>2</c:v>
                </c:pt>
                <c:pt idx="204">
                  <c:v>2</c:v>
                </c:pt>
                <c:pt idx="205">
                  <c:v>2</c:v>
                </c:pt>
                <c:pt idx="206">
                  <c:v>2</c:v>
                </c:pt>
                <c:pt idx="207">
                  <c:v>2</c:v>
                </c:pt>
                <c:pt idx="208">
                  <c:v>2</c:v>
                </c:pt>
                <c:pt idx="209">
                  <c:v>2</c:v>
                </c:pt>
                <c:pt idx="210">
                  <c:v>2</c:v>
                </c:pt>
                <c:pt idx="211">
                  <c:v>2</c:v>
                </c:pt>
                <c:pt idx="212">
                  <c:v>2</c:v>
                </c:pt>
                <c:pt idx="213">
                  <c:v>2</c:v>
                </c:pt>
                <c:pt idx="214">
                  <c:v>2</c:v>
                </c:pt>
                <c:pt idx="215">
                  <c:v>2</c:v>
                </c:pt>
                <c:pt idx="216">
                  <c:v>2</c:v>
                </c:pt>
                <c:pt idx="217">
                  <c:v>2</c:v>
                </c:pt>
                <c:pt idx="218">
                  <c:v>2</c:v>
                </c:pt>
                <c:pt idx="219">
                  <c:v>2</c:v>
                </c:pt>
                <c:pt idx="220">
                  <c:v>2</c:v>
                </c:pt>
                <c:pt idx="221">
                  <c:v>2</c:v>
                </c:pt>
                <c:pt idx="222">
                  <c:v>2</c:v>
                </c:pt>
                <c:pt idx="223">
                  <c:v>2</c:v>
                </c:pt>
                <c:pt idx="224">
                  <c:v>2</c:v>
                </c:pt>
                <c:pt idx="225">
                  <c:v>2</c:v>
                </c:pt>
                <c:pt idx="226">
                  <c:v>2</c:v>
                </c:pt>
                <c:pt idx="227">
                  <c:v>2</c:v>
                </c:pt>
                <c:pt idx="228">
                  <c:v>2</c:v>
                </c:pt>
                <c:pt idx="229">
                  <c:v>2</c:v>
                </c:pt>
                <c:pt idx="230">
                  <c:v>2</c:v>
                </c:pt>
                <c:pt idx="231">
                  <c:v>2</c:v>
                </c:pt>
                <c:pt idx="232">
                  <c:v>2</c:v>
                </c:pt>
                <c:pt idx="233">
                  <c:v>2</c:v>
                </c:pt>
                <c:pt idx="234">
                  <c:v>2</c:v>
                </c:pt>
                <c:pt idx="235">
                  <c:v>2</c:v>
                </c:pt>
                <c:pt idx="236">
                  <c:v>2</c:v>
                </c:pt>
                <c:pt idx="237">
                  <c:v>2</c:v>
                </c:pt>
                <c:pt idx="238">
                  <c:v>2</c:v>
                </c:pt>
                <c:pt idx="239">
                  <c:v>2</c:v>
                </c:pt>
                <c:pt idx="240">
                  <c:v>2</c:v>
                </c:pt>
                <c:pt idx="241">
                  <c:v>2</c:v>
                </c:pt>
                <c:pt idx="242">
                  <c:v>2</c:v>
                </c:pt>
                <c:pt idx="243">
                  <c:v>2</c:v>
                </c:pt>
                <c:pt idx="244">
                  <c:v>2</c:v>
                </c:pt>
                <c:pt idx="245">
                  <c:v>2</c:v>
                </c:pt>
                <c:pt idx="246">
                  <c:v>2</c:v>
                </c:pt>
                <c:pt idx="247">
                  <c:v>2</c:v>
                </c:pt>
                <c:pt idx="248">
                  <c:v>2</c:v>
                </c:pt>
                <c:pt idx="249">
                  <c:v>2</c:v>
                </c:pt>
                <c:pt idx="250">
                  <c:v>2</c:v>
                </c:pt>
                <c:pt idx="251">
                  <c:v>2</c:v>
                </c:pt>
                <c:pt idx="252">
                  <c:v>2</c:v>
                </c:pt>
                <c:pt idx="253">
                  <c:v>2</c:v>
                </c:pt>
                <c:pt idx="254">
                  <c:v>2</c:v>
                </c:pt>
                <c:pt idx="255">
                  <c:v>2</c:v>
                </c:pt>
                <c:pt idx="256">
                  <c:v>2</c:v>
                </c:pt>
                <c:pt idx="257">
                  <c:v>2</c:v>
                </c:pt>
                <c:pt idx="258">
                  <c:v>2</c:v>
                </c:pt>
                <c:pt idx="259">
                  <c:v>2</c:v>
                </c:pt>
                <c:pt idx="260">
                  <c:v>2</c:v>
                </c:pt>
                <c:pt idx="261">
                  <c:v>2</c:v>
                </c:pt>
                <c:pt idx="262">
                  <c:v>2</c:v>
                </c:pt>
                <c:pt idx="263">
                  <c:v>2</c:v>
                </c:pt>
                <c:pt idx="264">
                  <c:v>2</c:v>
                </c:pt>
                <c:pt idx="265">
                  <c:v>2</c:v>
                </c:pt>
                <c:pt idx="266">
                  <c:v>2</c:v>
                </c:pt>
                <c:pt idx="267">
                  <c:v>2</c:v>
                </c:pt>
                <c:pt idx="268">
                  <c:v>2</c:v>
                </c:pt>
                <c:pt idx="269">
                  <c:v>2</c:v>
                </c:pt>
                <c:pt idx="270">
                  <c:v>2</c:v>
                </c:pt>
                <c:pt idx="271">
                  <c:v>2</c:v>
                </c:pt>
                <c:pt idx="272">
                  <c:v>2</c:v>
                </c:pt>
                <c:pt idx="273">
                  <c:v>2</c:v>
                </c:pt>
                <c:pt idx="274">
                  <c:v>2</c:v>
                </c:pt>
                <c:pt idx="275">
                  <c:v>2</c:v>
                </c:pt>
                <c:pt idx="276">
                  <c:v>2</c:v>
                </c:pt>
                <c:pt idx="277">
                  <c:v>2</c:v>
                </c:pt>
                <c:pt idx="278">
                  <c:v>2</c:v>
                </c:pt>
                <c:pt idx="279">
                  <c:v>2</c:v>
                </c:pt>
                <c:pt idx="280">
                  <c:v>2</c:v>
                </c:pt>
                <c:pt idx="281">
                  <c:v>2</c:v>
                </c:pt>
                <c:pt idx="282">
                  <c:v>2</c:v>
                </c:pt>
                <c:pt idx="283">
                  <c:v>2</c:v>
                </c:pt>
                <c:pt idx="284">
                  <c:v>2</c:v>
                </c:pt>
                <c:pt idx="285">
                  <c:v>2</c:v>
                </c:pt>
                <c:pt idx="286">
                  <c:v>2</c:v>
                </c:pt>
                <c:pt idx="287">
                  <c:v>2</c:v>
                </c:pt>
                <c:pt idx="288">
                  <c:v>2</c:v>
                </c:pt>
                <c:pt idx="289">
                  <c:v>2</c:v>
                </c:pt>
                <c:pt idx="290">
                  <c:v>2</c:v>
                </c:pt>
                <c:pt idx="291">
                  <c:v>2</c:v>
                </c:pt>
                <c:pt idx="292">
                  <c:v>2</c:v>
                </c:pt>
                <c:pt idx="293">
                  <c:v>2</c:v>
                </c:pt>
                <c:pt idx="294">
                  <c:v>2</c:v>
                </c:pt>
                <c:pt idx="295">
                  <c:v>2</c:v>
                </c:pt>
                <c:pt idx="296">
                  <c:v>2</c:v>
                </c:pt>
                <c:pt idx="297">
                  <c:v>2</c:v>
                </c:pt>
                <c:pt idx="298">
                  <c:v>2</c:v>
                </c:pt>
                <c:pt idx="299">
                  <c:v>2</c:v>
                </c:pt>
                <c:pt idx="300">
                  <c:v>2</c:v>
                </c:pt>
                <c:pt idx="301">
                  <c:v>2</c:v>
                </c:pt>
                <c:pt idx="302">
                  <c:v>2</c:v>
                </c:pt>
                <c:pt idx="303">
                  <c:v>2</c:v>
                </c:pt>
                <c:pt idx="304">
                  <c:v>2</c:v>
                </c:pt>
                <c:pt idx="305">
                  <c:v>2</c:v>
                </c:pt>
                <c:pt idx="306">
                  <c:v>2</c:v>
                </c:pt>
                <c:pt idx="307">
                  <c:v>2</c:v>
                </c:pt>
                <c:pt idx="308">
                  <c:v>2</c:v>
                </c:pt>
                <c:pt idx="309">
                  <c:v>2</c:v>
                </c:pt>
                <c:pt idx="310">
                  <c:v>2</c:v>
                </c:pt>
                <c:pt idx="311">
                  <c:v>2</c:v>
                </c:pt>
                <c:pt idx="312">
                  <c:v>2</c:v>
                </c:pt>
                <c:pt idx="313">
                  <c:v>2</c:v>
                </c:pt>
                <c:pt idx="314">
                  <c:v>2</c:v>
                </c:pt>
                <c:pt idx="315">
                  <c:v>2</c:v>
                </c:pt>
                <c:pt idx="316">
                  <c:v>2</c:v>
                </c:pt>
                <c:pt idx="317">
                  <c:v>2</c:v>
                </c:pt>
                <c:pt idx="318">
                  <c:v>2</c:v>
                </c:pt>
                <c:pt idx="319">
                  <c:v>2</c:v>
                </c:pt>
                <c:pt idx="320">
                  <c:v>2</c:v>
                </c:pt>
                <c:pt idx="321">
                  <c:v>2</c:v>
                </c:pt>
                <c:pt idx="322">
                  <c:v>2</c:v>
                </c:pt>
                <c:pt idx="323">
                  <c:v>2</c:v>
                </c:pt>
                <c:pt idx="324">
                  <c:v>2</c:v>
                </c:pt>
                <c:pt idx="325">
                  <c:v>2</c:v>
                </c:pt>
                <c:pt idx="326">
                  <c:v>2</c:v>
                </c:pt>
                <c:pt idx="327">
                  <c:v>2</c:v>
                </c:pt>
                <c:pt idx="328">
                  <c:v>2</c:v>
                </c:pt>
                <c:pt idx="329">
                  <c:v>2</c:v>
                </c:pt>
                <c:pt idx="330">
                  <c:v>2</c:v>
                </c:pt>
                <c:pt idx="331">
                  <c:v>2</c:v>
                </c:pt>
                <c:pt idx="332">
                  <c:v>2</c:v>
                </c:pt>
                <c:pt idx="333">
                  <c:v>2</c:v>
                </c:pt>
                <c:pt idx="334">
                  <c:v>2</c:v>
                </c:pt>
                <c:pt idx="335">
                  <c:v>2</c:v>
                </c:pt>
                <c:pt idx="336">
                  <c:v>2</c:v>
                </c:pt>
                <c:pt idx="337">
                  <c:v>2</c:v>
                </c:pt>
                <c:pt idx="338">
                  <c:v>2</c:v>
                </c:pt>
                <c:pt idx="339">
                  <c:v>2</c:v>
                </c:pt>
                <c:pt idx="340">
                  <c:v>2</c:v>
                </c:pt>
                <c:pt idx="341">
                  <c:v>2</c:v>
                </c:pt>
                <c:pt idx="342">
                  <c:v>2</c:v>
                </c:pt>
                <c:pt idx="343">
                  <c:v>2</c:v>
                </c:pt>
                <c:pt idx="344">
                  <c:v>2</c:v>
                </c:pt>
                <c:pt idx="345">
                  <c:v>2</c:v>
                </c:pt>
                <c:pt idx="346">
                  <c:v>2</c:v>
                </c:pt>
                <c:pt idx="347">
                  <c:v>2</c:v>
                </c:pt>
                <c:pt idx="348">
                  <c:v>2</c:v>
                </c:pt>
                <c:pt idx="349">
                  <c:v>2</c:v>
                </c:pt>
                <c:pt idx="350">
                  <c:v>2</c:v>
                </c:pt>
                <c:pt idx="351">
                  <c:v>2</c:v>
                </c:pt>
                <c:pt idx="352">
                  <c:v>2</c:v>
                </c:pt>
                <c:pt idx="353">
                  <c:v>2</c:v>
                </c:pt>
                <c:pt idx="354">
                  <c:v>2</c:v>
                </c:pt>
                <c:pt idx="355">
                  <c:v>2</c:v>
                </c:pt>
                <c:pt idx="356">
                  <c:v>2</c:v>
                </c:pt>
                <c:pt idx="357">
                  <c:v>2</c:v>
                </c:pt>
                <c:pt idx="358">
                  <c:v>2</c:v>
                </c:pt>
                <c:pt idx="359">
                  <c:v>2</c:v>
                </c:pt>
                <c:pt idx="360">
                  <c:v>2</c:v>
                </c:pt>
                <c:pt idx="361">
                  <c:v>2</c:v>
                </c:pt>
                <c:pt idx="362">
                  <c:v>2</c:v>
                </c:pt>
                <c:pt idx="363">
                  <c:v>2</c:v>
                </c:pt>
                <c:pt idx="364">
                  <c:v>2</c:v>
                </c:pt>
                <c:pt idx="365">
                  <c:v>2</c:v>
                </c:pt>
                <c:pt idx="366">
                  <c:v>2</c:v>
                </c:pt>
                <c:pt idx="367">
                  <c:v>2</c:v>
                </c:pt>
                <c:pt idx="368">
                  <c:v>2</c:v>
                </c:pt>
                <c:pt idx="369">
                  <c:v>2</c:v>
                </c:pt>
                <c:pt idx="370">
                  <c:v>2</c:v>
                </c:pt>
                <c:pt idx="371">
                  <c:v>2</c:v>
                </c:pt>
                <c:pt idx="372">
                  <c:v>2</c:v>
                </c:pt>
                <c:pt idx="373">
                  <c:v>2</c:v>
                </c:pt>
                <c:pt idx="374">
                  <c:v>2</c:v>
                </c:pt>
                <c:pt idx="375">
                  <c:v>2</c:v>
                </c:pt>
                <c:pt idx="376">
                  <c:v>2</c:v>
                </c:pt>
                <c:pt idx="377">
                  <c:v>2</c:v>
                </c:pt>
                <c:pt idx="378">
                  <c:v>2</c:v>
                </c:pt>
                <c:pt idx="379">
                  <c:v>2</c:v>
                </c:pt>
                <c:pt idx="380">
                  <c:v>2</c:v>
                </c:pt>
                <c:pt idx="381">
                  <c:v>2</c:v>
                </c:pt>
                <c:pt idx="382">
                  <c:v>2</c:v>
                </c:pt>
                <c:pt idx="383">
                  <c:v>2</c:v>
                </c:pt>
                <c:pt idx="384">
                  <c:v>2.25</c:v>
                </c:pt>
                <c:pt idx="385">
                  <c:v>2.25</c:v>
                </c:pt>
                <c:pt idx="386">
                  <c:v>2.25</c:v>
                </c:pt>
                <c:pt idx="387">
                  <c:v>2.25</c:v>
                </c:pt>
                <c:pt idx="388">
                  <c:v>2.25</c:v>
                </c:pt>
                <c:pt idx="389">
                  <c:v>2.25</c:v>
                </c:pt>
                <c:pt idx="390">
                  <c:v>2.25</c:v>
                </c:pt>
                <c:pt idx="391">
                  <c:v>2.25</c:v>
                </c:pt>
                <c:pt idx="392">
                  <c:v>2.25</c:v>
                </c:pt>
                <c:pt idx="393">
                  <c:v>2.25</c:v>
                </c:pt>
                <c:pt idx="394">
                  <c:v>2.25</c:v>
                </c:pt>
                <c:pt idx="395">
                  <c:v>2.25</c:v>
                </c:pt>
                <c:pt idx="396">
                  <c:v>2.25</c:v>
                </c:pt>
                <c:pt idx="397">
                  <c:v>2.25</c:v>
                </c:pt>
                <c:pt idx="398">
                  <c:v>2.25</c:v>
                </c:pt>
                <c:pt idx="399">
                  <c:v>2.25</c:v>
                </c:pt>
                <c:pt idx="400">
                  <c:v>2.25</c:v>
                </c:pt>
                <c:pt idx="401">
                  <c:v>2.25</c:v>
                </c:pt>
                <c:pt idx="402">
                  <c:v>2.25</c:v>
                </c:pt>
                <c:pt idx="403">
                  <c:v>2.25</c:v>
                </c:pt>
                <c:pt idx="404">
                  <c:v>2.25</c:v>
                </c:pt>
                <c:pt idx="405">
                  <c:v>2.25</c:v>
                </c:pt>
                <c:pt idx="406">
                  <c:v>2.25</c:v>
                </c:pt>
                <c:pt idx="407">
                  <c:v>2.25</c:v>
                </c:pt>
                <c:pt idx="408">
                  <c:v>2.25</c:v>
                </c:pt>
                <c:pt idx="409">
                  <c:v>2.25</c:v>
                </c:pt>
                <c:pt idx="410">
                  <c:v>2.25</c:v>
                </c:pt>
                <c:pt idx="411">
                  <c:v>2.25</c:v>
                </c:pt>
                <c:pt idx="412">
                  <c:v>2.25</c:v>
                </c:pt>
                <c:pt idx="413">
                  <c:v>2.25</c:v>
                </c:pt>
                <c:pt idx="414">
                  <c:v>2.25</c:v>
                </c:pt>
                <c:pt idx="415">
                  <c:v>2.25</c:v>
                </c:pt>
                <c:pt idx="416">
                  <c:v>2.25</c:v>
                </c:pt>
                <c:pt idx="417">
                  <c:v>2.25</c:v>
                </c:pt>
                <c:pt idx="418">
                  <c:v>2.25</c:v>
                </c:pt>
                <c:pt idx="419">
                  <c:v>2.25</c:v>
                </c:pt>
                <c:pt idx="420">
                  <c:v>2.25</c:v>
                </c:pt>
                <c:pt idx="421">
                  <c:v>2.25</c:v>
                </c:pt>
                <c:pt idx="422">
                  <c:v>2.25</c:v>
                </c:pt>
                <c:pt idx="423">
                  <c:v>2.25</c:v>
                </c:pt>
                <c:pt idx="424">
                  <c:v>2.25</c:v>
                </c:pt>
                <c:pt idx="425">
                  <c:v>2.25</c:v>
                </c:pt>
                <c:pt idx="426">
                  <c:v>2.25</c:v>
                </c:pt>
                <c:pt idx="427">
                  <c:v>2.25</c:v>
                </c:pt>
                <c:pt idx="428">
                  <c:v>2.25</c:v>
                </c:pt>
                <c:pt idx="429">
                  <c:v>2.25</c:v>
                </c:pt>
                <c:pt idx="430">
                  <c:v>2.25</c:v>
                </c:pt>
                <c:pt idx="431">
                  <c:v>2.25</c:v>
                </c:pt>
                <c:pt idx="432">
                  <c:v>2.25</c:v>
                </c:pt>
                <c:pt idx="433">
                  <c:v>2.5</c:v>
                </c:pt>
                <c:pt idx="434">
                  <c:v>2.5</c:v>
                </c:pt>
                <c:pt idx="435">
                  <c:v>2.5</c:v>
                </c:pt>
                <c:pt idx="436">
                  <c:v>2.5</c:v>
                </c:pt>
                <c:pt idx="437">
                  <c:v>2.5</c:v>
                </c:pt>
                <c:pt idx="438">
                  <c:v>2.5</c:v>
                </c:pt>
                <c:pt idx="439">
                  <c:v>2.5</c:v>
                </c:pt>
                <c:pt idx="440">
                  <c:v>2.5</c:v>
                </c:pt>
                <c:pt idx="441">
                  <c:v>2.5</c:v>
                </c:pt>
                <c:pt idx="442">
                  <c:v>2.5</c:v>
                </c:pt>
                <c:pt idx="443">
                  <c:v>2.5</c:v>
                </c:pt>
                <c:pt idx="444">
                  <c:v>2.5</c:v>
                </c:pt>
                <c:pt idx="445">
                  <c:v>2.5</c:v>
                </c:pt>
                <c:pt idx="446">
                  <c:v>2.5</c:v>
                </c:pt>
                <c:pt idx="447">
                  <c:v>2.5</c:v>
                </c:pt>
                <c:pt idx="448">
                  <c:v>2.5</c:v>
                </c:pt>
                <c:pt idx="449">
                  <c:v>2.5</c:v>
                </c:pt>
                <c:pt idx="450">
                  <c:v>2.5</c:v>
                </c:pt>
                <c:pt idx="451">
                  <c:v>2.5</c:v>
                </c:pt>
                <c:pt idx="452">
                  <c:v>2.5</c:v>
                </c:pt>
                <c:pt idx="453">
                  <c:v>2.5</c:v>
                </c:pt>
                <c:pt idx="454">
                  <c:v>2.5</c:v>
                </c:pt>
                <c:pt idx="455">
                  <c:v>2.5</c:v>
                </c:pt>
                <c:pt idx="456">
                  <c:v>2.5</c:v>
                </c:pt>
                <c:pt idx="457">
                  <c:v>2.5</c:v>
                </c:pt>
                <c:pt idx="458">
                  <c:v>2.5</c:v>
                </c:pt>
                <c:pt idx="459">
                  <c:v>2.5</c:v>
                </c:pt>
                <c:pt idx="460">
                  <c:v>2.5</c:v>
                </c:pt>
                <c:pt idx="461">
                  <c:v>2.5</c:v>
                </c:pt>
                <c:pt idx="462">
                  <c:v>2.5</c:v>
                </c:pt>
                <c:pt idx="463">
                  <c:v>2.5</c:v>
                </c:pt>
                <c:pt idx="464">
                  <c:v>2.5</c:v>
                </c:pt>
                <c:pt idx="465">
                  <c:v>2.5</c:v>
                </c:pt>
                <c:pt idx="466">
                  <c:v>2.5</c:v>
                </c:pt>
                <c:pt idx="467">
                  <c:v>2.5</c:v>
                </c:pt>
                <c:pt idx="468">
                  <c:v>2.5</c:v>
                </c:pt>
                <c:pt idx="469">
                  <c:v>2.5</c:v>
                </c:pt>
                <c:pt idx="470">
                  <c:v>2.5</c:v>
                </c:pt>
                <c:pt idx="471">
                  <c:v>2.5</c:v>
                </c:pt>
                <c:pt idx="472">
                  <c:v>2.5</c:v>
                </c:pt>
                <c:pt idx="473">
                  <c:v>2.5</c:v>
                </c:pt>
                <c:pt idx="474">
                  <c:v>2.5</c:v>
                </c:pt>
                <c:pt idx="475">
                  <c:v>2.75</c:v>
                </c:pt>
                <c:pt idx="476">
                  <c:v>2.75</c:v>
                </c:pt>
                <c:pt idx="477">
                  <c:v>2.75</c:v>
                </c:pt>
                <c:pt idx="478">
                  <c:v>2.75</c:v>
                </c:pt>
                <c:pt idx="479">
                  <c:v>2.75</c:v>
                </c:pt>
                <c:pt idx="480">
                  <c:v>2.75</c:v>
                </c:pt>
                <c:pt idx="481">
                  <c:v>2.75</c:v>
                </c:pt>
                <c:pt idx="482">
                  <c:v>2.75</c:v>
                </c:pt>
                <c:pt idx="483">
                  <c:v>2.75</c:v>
                </c:pt>
                <c:pt idx="484">
                  <c:v>2.75</c:v>
                </c:pt>
                <c:pt idx="485">
                  <c:v>2.75</c:v>
                </c:pt>
                <c:pt idx="486">
                  <c:v>2.75</c:v>
                </c:pt>
                <c:pt idx="487">
                  <c:v>2.75</c:v>
                </c:pt>
                <c:pt idx="488">
                  <c:v>2.75</c:v>
                </c:pt>
                <c:pt idx="489">
                  <c:v>2.75</c:v>
                </c:pt>
                <c:pt idx="490">
                  <c:v>2.75</c:v>
                </c:pt>
                <c:pt idx="491">
                  <c:v>2.75</c:v>
                </c:pt>
                <c:pt idx="492">
                  <c:v>2.75</c:v>
                </c:pt>
                <c:pt idx="493">
                  <c:v>2.75</c:v>
                </c:pt>
                <c:pt idx="494">
                  <c:v>2.75</c:v>
                </c:pt>
                <c:pt idx="495">
                  <c:v>2.75</c:v>
                </c:pt>
                <c:pt idx="496">
                  <c:v>2.75</c:v>
                </c:pt>
                <c:pt idx="497">
                  <c:v>2.75</c:v>
                </c:pt>
                <c:pt idx="498">
                  <c:v>2.75</c:v>
                </c:pt>
                <c:pt idx="499">
                  <c:v>2.75</c:v>
                </c:pt>
                <c:pt idx="500">
                  <c:v>2.75</c:v>
                </c:pt>
                <c:pt idx="501">
                  <c:v>2.75</c:v>
                </c:pt>
                <c:pt idx="502">
                  <c:v>2.75</c:v>
                </c:pt>
                <c:pt idx="503">
                  <c:v>2.75</c:v>
                </c:pt>
                <c:pt idx="504">
                  <c:v>2.75</c:v>
                </c:pt>
                <c:pt idx="505">
                  <c:v>2.75</c:v>
                </c:pt>
                <c:pt idx="506">
                  <c:v>2.75</c:v>
                </c:pt>
                <c:pt idx="507">
                  <c:v>2.75</c:v>
                </c:pt>
                <c:pt idx="508">
                  <c:v>2.75</c:v>
                </c:pt>
                <c:pt idx="509">
                  <c:v>2.75</c:v>
                </c:pt>
                <c:pt idx="510">
                  <c:v>3</c:v>
                </c:pt>
                <c:pt idx="511">
                  <c:v>3</c:v>
                </c:pt>
                <c:pt idx="512">
                  <c:v>3</c:v>
                </c:pt>
                <c:pt idx="513">
                  <c:v>3</c:v>
                </c:pt>
                <c:pt idx="514">
                  <c:v>3</c:v>
                </c:pt>
                <c:pt idx="515">
                  <c:v>3</c:v>
                </c:pt>
                <c:pt idx="516">
                  <c:v>3</c:v>
                </c:pt>
                <c:pt idx="517">
                  <c:v>3</c:v>
                </c:pt>
                <c:pt idx="518">
                  <c:v>3</c:v>
                </c:pt>
                <c:pt idx="519">
                  <c:v>3</c:v>
                </c:pt>
                <c:pt idx="520">
                  <c:v>3</c:v>
                </c:pt>
                <c:pt idx="521">
                  <c:v>3</c:v>
                </c:pt>
                <c:pt idx="522">
                  <c:v>3</c:v>
                </c:pt>
                <c:pt idx="523">
                  <c:v>3</c:v>
                </c:pt>
                <c:pt idx="524">
                  <c:v>3</c:v>
                </c:pt>
                <c:pt idx="525">
                  <c:v>3</c:v>
                </c:pt>
                <c:pt idx="526">
                  <c:v>3</c:v>
                </c:pt>
                <c:pt idx="527">
                  <c:v>3</c:v>
                </c:pt>
                <c:pt idx="528">
                  <c:v>3</c:v>
                </c:pt>
                <c:pt idx="529">
                  <c:v>3</c:v>
                </c:pt>
                <c:pt idx="530">
                  <c:v>3</c:v>
                </c:pt>
                <c:pt idx="531">
                  <c:v>3</c:v>
                </c:pt>
                <c:pt idx="532">
                  <c:v>3</c:v>
                </c:pt>
                <c:pt idx="533">
                  <c:v>3</c:v>
                </c:pt>
                <c:pt idx="534">
                  <c:v>3</c:v>
                </c:pt>
                <c:pt idx="535">
                  <c:v>3</c:v>
                </c:pt>
                <c:pt idx="536">
                  <c:v>3</c:v>
                </c:pt>
                <c:pt idx="537">
                  <c:v>3</c:v>
                </c:pt>
                <c:pt idx="538">
                  <c:v>3</c:v>
                </c:pt>
                <c:pt idx="539">
                  <c:v>3</c:v>
                </c:pt>
                <c:pt idx="540">
                  <c:v>3</c:v>
                </c:pt>
                <c:pt idx="541">
                  <c:v>3</c:v>
                </c:pt>
                <c:pt idx="542">
                  <c:v>3</c:v>
                </c:pt>
                <c:pt idx="543">
                  <c:v>3</c:v>
                </c:pt>
                <c:pt idx="544">
                  <c:v>3</c:v>
                </c:pt>
                <c:pt idx="545">
                  <c:v>3</c:v>
                </c:pt>
                <c:pt idx="546">
                  <c:v>3</c:v>
                </c:pt>
                <c:pt idx="547">
                  <c:v>3</c:v>
                </c:pt>
                <c:pt idx="548">
                  <c:v>3</c:v>
                </c:pt>
                <c:pt idx="549">
                  <c:v>3</c:v>
                </c:pt>
                <c:pt idx="550">
                  <c:v>3</c:v>
                </c:pt>
                <c:pt idx="551">
                  <c:v>3</c:v>
                </c:pt>
                <c:pt idx="552">
                  <c:v>3</c:v>
                </c:pt>
                <c:pt idx="553">
                  <c:v>3</c:v>
                </c:pt>
                <c:pt idx="554">
                  <c:v>3</c:v>
                </c:pt>
                <c:pt idx="555">
                  <c:v>3</c:v>
                </c:pt>
                <c:pt idx="556">
                  <c:v>3</c:v>
                </c:pt>
                <c:pt idx="557">
                  <c:v>3</c:v>
                </c:pt>
                <c:pt idx="558">
                  <c:v>3</c:v>
                </c:pt>
                <c:pt idx="559">
                  <c:v>3.25</c:v>
                </c:pt>
                <c:pt idx="560">
                  <c:v>3.25</c:v>
                </c:pt>
                <c:pt idx="561">
                  <c:v>3.25</c:v>
                </c:pt>
                <c:pt idx="562">
                  <c:v>3.25</c:v>
                </c:pt>
                <c:pt idx="563">
                  <c:v>3.25</c:v>
                </c:pt>
                <c:pt idx="564">
                  <c:v>3.25</c:v>
                </c:pt>
                <c:pt idx="565">
                  <c:v>3.25</c:v>
                </c:pt>
                <c:pt idx="566">
                  <c:v>3.25</c:v>
                </c:pt>
                <c:pt idx="567">
                  <c:v>3.25</c:v>
                </c:pt>
                <c:pt idx="568">
                  <c:v>3.25</c:v>
                </c:pt>
                <c:pt idx="569">
                  <c:v>3.25</c:v>
                </c:pt>
                <c:pt idx="570">
                  <c:v>3.25</c:v>
                </c:pt>
                <c:pt idx="571">
                  <c:v>3.25</c:v>
                </c:pt>
                <c:pt idx="572">
                  <c:v>3.25</c:v>
                </c:pt>
                <c:pt idx="573">
                  <c:v>3.25</c:v>
                </c:pt>
                <c:pt idx="574">
                  <c:v>3.25</c:v>
                </c:pt>
                <c:pt idx="575">
                  <c:v>3.25</c:v>
                </c:pt>
                <c:pt idx="576">
                  <c:v>3.25</c:v>
                </c:pt>
                <c:pt idx="577">
                  <c:v>3.25</c:v>
                </c:pt>
                <c:pt idx="578">
                  <c:v>3.25</c:v>
                </c:pt>
                <c:pt idx="579">
                  <c:v>3.25</c:v>
                </c:pt>
                <c:pt idx="580">
                  <c:v>3.25</c:v>
                </c:pt>
                <c:pt idx="581">
                  <c:v>3.25</c:v>
                </c:pt>
                <c:pt idx="582">
                  <c:v>3.25</c:v>
                </c:pt>
                <c:pt idx="583">
                  <c:v>3.25</c:v>
                </c:pt>
                <c:pt idx="584">
                  <c:v>3.25</c:v>
                </c:pt>
                <c:pt idx="585">
                  <c:v>3.25</c:v>
                </c:pt>
                <c:pt idx="586">
                  <c:v>3.25</c:v>
                </c:pt>
                <c:pt idx="587">
                  <c:v>3.25</c:v>
                </c:pt>
                <c:pt idx="588">
                  <c:v>3.25</c:v>
                </c:pt>
                <c:pt idx="589">
                  <c:v>3.25</c:v>
                </c:pt>
                <c:pt idx="590">
                  <c:v>3.25</c:v>
                </c:pt>
                <c:pt idx="591">
                  <c:v>3.25</c:v>
                </c:pt>
                <c:pt idx="592">
                  <c:v>3.25</c:v>
                </c:pt>
                <c:pt idx="593">
                  <c:v>3.25</c:v>
                </c:pt>
                <c:pt idx="594">
                  <c:v>3.25</c:v>
                </c:pt>
                <c:pt idx="595">
                  <c:v>3.25</c:v>
                </c:pt>
                <c:pt idx="596">
                  <c:v>3.25</c:v>
                </c:pt>
                <c:pt idx="597">
                  <c:v>3.25</c:v>
                </c:pt>
                <c:pt idx="598">
                  <c:v>3.25</c:v>
                </c:pt>
                <c:pt idx="599">
                  <c:v>3.25</c:v>
                </c:pt>
                <c:pt idx="600">
                  <c:v>3.25</c:v>
                </c:pt>
                <c:pt idx="601">
                  <c:v>3.25</c:v>
                </c:pt>
                <c:pt idx="602">
                  <c:v>3.25</c:v>
                </c:pt>
                <c:pt idx="603">
                  <c:v>3.25</c:v>
                </c:pt>
                <c:pt idx="604">
                  <c:v>3.25</c:v>
                </c:pt>
                <c:pt idx="605">
                  <c:v>3.25</c:v>
                </c:pt>
                <c:pt idx="606">
                  <c:v>3.25</c:v>
                </c:pt>
                <c:pt idx="607">
                  <c:v>3.25</c:v>
                </c:pt>
                <c:pt idx="608">
                  <c:v>3.25</c:v>
                </c:pt>
                <c:pt idx="609">
                  <c:v>3.25</c:v>
                </c:pt>
                <c:pt idx="610">
                  <c:v>3.25</c:v>
                </c:pt>
                <c:pt idx="611">
                  <c:v>3.25</c:v>
                </c:pt>
                <c:pt idx="612">
                  <c:v>3.25</c:v>
                </c:pt>
                <c:pt idx="613">
                  <c:v>3.25</c:v>
                </c:pt>
                <c:pt idx="614">
                  <c:v>3.25</c:v>
                </c:pt>
                <c:pt idx="615">
                  <c:v>3.5</c:v>
                </c:pt>
                <c:pt idx="616">
                  <c:v>3.5</c:v>
                </c:pt>
                <c:pt idx="617">
                  <c:v>3.5</c:v>
                </c:pt>
                <c:pt idx="618">
                  <c:v>3.5</c:v>
                </c:pt>
                <c:pt idx="619">
                  <c:v>3.5</c:v>
                </c:pt>
                <c:pt idx="620">
                  <c:v>3.5</c:v>
                </c:pt>
                <c:pt idx="621">
                  <c:v>3.5</c:v>
                </c:pt>
                <c:pt idx="622">
                  <c:v>3.5</c:v>
                </c:pt>
                <c:pt idx="623">
                  <c:v>3.5</c:v>
                </c:pt>
                <c:pt idx="624">
                  <c:v>3.5</c:v>
                </c:pt>
                <c:pt idx="625">
                  <c:v>3.5</c:v>
                </c:pt>
                <c:pt idx="626">
                  <c:v>3.5</c:v>
                </c:pt>
                <c:pt idx="627">
                  <c:v>3.5</c:v>
                </c:pt>
                <c:pt idx="628">
                  <c:v>3.5</c:v>
                </c:pt>
                <c:pt idx="629">
                  <c:v>3.5</c:v>
                </c:pt>
                <c:pt idx="630">
                  <c:v>3.5</c:v>
                </c:pt>
                <c:pt idx="631">
                  <c:v>3.5</c:v>
                </c:pt>
                <c:pt idx="632">
                  <c:v>3.5</c:v>
                </c:pt>
                <c:pt idx="633">
                  <c:v>3.5</c:v>
                </c:pt>
                <c:pt idx="634">
                  <c:v>3.5</c:v>
                </c:pt>
                <c:pt idx="635">
                  <c:v>3.5</c:v>
                </c:pt>
                <c:pt idx="636">
                  <c:v>3.5</c:v>
                </c:pt>
                <c:pt idx="637">
                  <c:v>3.5</c:v>
                </c:pt>
                <c:pt idx="638">
                  <c:v>3.5</c:v>
                </c:pt>
                <c:pt idx="639">
                  <c:v>3.5</c:v>
                </c:pt>
                <c:pt idx="640">
                  <c:v>3.5</c:v>
                </c:pt>
                <c:pt idx="641">
                  <c:v>3.5</c:v>
                </c:pt>
                <c:pt idx="642">
                  <c:v>3.5</c:v>
                </c:pt>
                <c:pt idx="643">
                  <c:v>3.5</c:v>
                </c:pt>
                <c:pt idx="644">
                  <c:v>3.5</c:v>
                </c:pt>
                <c:pt idx="645">
                  <c:v>3.5</c:v>
                </c:pt>
                <c:pt idx="646">
                  <c:v>3.5</c:v>
                </c:pt>
                <c:pt idx="647">
                  <c:v>3.5</c:v>
                </c:pt>
                <c:pt idx="648">
                  <c:v>3.5</c:v>
                </c:pt>
                <c:pt idx="649">
                  <c:v>3.5</c:v>
                </c:pt>
                <c:pt idx="650">
                  <c:v>3.75</c:v>
                </c:pt>
                <c:pt idx="651">
                  <c:v>3.75</c:v>
                </c:pt>
                <c:pt idx="652">
                  <c:v>3.75</c:v>
                </c:pt>
                <c:pt idx="653">
                  <c:v>3.75</c:v>
                </c:pt>
                <c:pt idx="654">
                  <c:v>3.75</c:v>
                </c:pt>
                <c:pt idx="655">
                  <c:v>3.75</c:v>
                </c:pt>
                <c:pt idx="656">
                  <c:v>3.75</c:v>
                </c:pt>
                <c:pt idx="657">
                  <c:v>3.75</c:v>
                </c:pt>
                <c:pt idx="658">
                  <c:v>3.75</c:v>
                </c:pt>
                <c:pt idx="659">
                  <c:v>3.75</c:v>
                </c:pt>
                <c:pt idx="660">
                  <c:v>3.75</c:v>
                </c:pt>
                <c:pt idx="661">
                  <c:v>3.75</c:v>
                </c:pt>
                <c:pt idx="662">
                  <c:v>3.75</c:v>
                </c:pt>
                <c:pt idx="663">
                  <c:v>3.75</c:v>
                </c:pt>
                <c:pt idx="664">
                  <c:v>3.75</c:v>
                </c:pt>
                <c:pt idx="665">
                  <c:v>3.75</c:v>
                </c:pt>
                <c:pt idx="666">
                  <c:v>3.75</c:v>
                </c:pt>
                <c:pt idx="667">
                  <c:v>3.75</c:v>
                </c:pt>
                <c:pt idx="668">
                  <c:v>3.75</c:v>
                </c:pt>
                <c:pt idx="669">
                  <c:v>3.75</c:v>
                </c:pt>
                <c:pt idx="670">
                  <c:v>3.75</c:v>
                </c:pt>
                <c:pt idx="671">
                  <c:v>3.75</c:v>
                </c:pt>
                <c:pt idx="672">
                  <c:v>3.75</c:v>
                </c:pt>
                <c:pt idx="673">
                  <c:v>3.75</c:v>
                </c:pt>
                <c:pt idx="674">
                  <c:v>3.75</c:v>
                </c:pt>
                <c:pt idx="675">
                  <c:v>3.75</c:v>
                </c:pt>
                <c:pt idx="676">
                  <c:v>3.75</c:v>
                </c:pt>
                <c:pt idx="677">
                  <c:v>3.75</c:v>
                </c:pt>
                <c:pt idx="678">
                  <c:v>3.75</c:v>
                </c:pt>
                <c:pt idx="679">
                  <c:v>3.75</c:v>
                </c:pt>
                <c:pt idx="680">
                  <c:v>3.75</c:v>
                </c:pt>
                <c:pt idx="681">
                  <c:v>3.75</c:v>
                </c:pt>
                <c:pt idx="682">
                  <c:v>3.75</c:v>
                </c:pt>
                <c:pt idx="683">
                  <c:v>3.75</c:v>
                </c:pt>
                <c:pt idx="684">
                  <c:v>3.75</c:v>
                </c:pt>
                <c:pt idx="685">
                  <c:v>3.75</c:v>
                </c:pt>
                <c:pt idx="686">
                  <c:v>3.75</c:v>
                </c:pt>
                <c:pt idx="687">
                  <c:v>3.75</c:v>
                </c:pt>
                <c:pt idx="688">
                  <c:v>3.75</c:v>
                </c:pt>
                <c:pt idx="689">
                  <c:v>3.75</c:v>
                </c:pt>
                <c:pt idx="690">
                  <c:v>3.75</c:v>
                </c:pt>
                <c:pt idx="691">
                  <c:v>3.75</c:v>
                </c:pt>
                <c:pt idx="692">
                  <c:v>3.75</c:v>
                </c:pt>
                <c:pt idx="693">
                  <c:v>3.75</c:v>
                </c:pt>
                <c:pt idx="694">
                  <c:v>3.75</c:v>
                </c:pt>
                <c:pt idx="695">
                  <c:v>3.75</c:v>
                </c:pt>
                <c:pt idx="696">
                  <c:v>3.75</c:v>
                </c:pt>
                <c:pt idx="697">
                  <c:v>3.75</c:v>
                </c:pt>
                <c:pt idx="698">
                  <c:v>3.75</c:v>
                </c:pt>
                <c:pt idx="699">
                  <c:v>3.75</c:v>
                </c:pt>
                <c:pt idx="700">
                  <c:v>3.75</c:v>
                </c:pt>
                <c:pt idx="701">
                  <c:v>3.75</c:v>
                </c:pt>
                <c:pt idx="702">
                  <c:v>3.75</c:v>
                </c:pt>
                <c:pt idx="703">
                  <c:v>3.75</c:v>
                </c:pt>
                <c:pt idx="704">
                  <c:v>3.75</c:v>
                </c:pt>
                <c:pt idx="705">
                  <c:v>3.75</c:v>
                </c:pt>
                <c:pt idx="706">
                  <c:v>3.75</c:v>
                </c:pt>
                <c:pt idx="707">
                  <c:v>3.75</c:v>
                </c:pt>
                <c:pt idx="708">
                  <c:v>3.75</c:v>
                </c:pt>
                <c:pt idx="709">
                  <c:v>3.75</c:v>
                </c:pt>
                <c:pt idx="710">
                  <c:v>3.75</c:v>
                </c:pt>
                <c:pt idx="711">
                  <c:v>3.75</c:v>
                </c:pt>
                <c:pt idx="712">
                  <c:v>3.75</c:v>
                </c:pt>
                <c:pt idx="713">
                  <c:v>3.75</c:v>
                </c:pt>
                <c:pt idx="714">
                  <c:v>3.75</c:v>
                </c:pt>
                <c:pt idx="715">
                  <c:v>3.75</c:v>
                </c:pt>
                <c:pt idx="716">
                  <c:v>3.75</c:v>
                </c:pt>
                <c:pt idx="717">
                  <c:v>3.75</c:v>
                </c:pt>
                <c:pt idx="718">
                  <c:v>3.75</c:v>
                </c:pt>
                <c:pt idx="719">
                  <c:v>3.75</c:v>
                </c:pt>
                <c:pt idx="720">
                  <c:v>3.75</c:v>
                </c:pt>
                <c:pt idx="721">
                  <c:v>3.75</c:v>
                </c:pt>
                <c:pt idx="722">
                  <c:v>3.75</c:v>
                </c:pt>
                <c:pt idx="723">
                  <c:v>3.75</c:v>
                </c:pt>
                <c:pt idx="724">
                  <c:v>3.75</c:v>
                </c:pt>
                <c:pt idx="725">
                  <c:v>3.75</c:v>
                </c:pt>
                <c:pt idx="726">
                  <c:v>3.75</c:v>
                </c:pt>
                <c:pt idx="727">
                  <c:v>3.75</c:v>
                </c:pt>
                <c:pt idx="728">
                  <c:v>3.75</c:v>
                </c:pt>
                <c:pt idx="729">
                  <c:v>3.75</c:v>
                </c:pt>
                <c:pt idx="730">
                  <c:v>3.75</c:v>
                </c:pt>
                <c:pt idx="731">
                  <c:v>3.75</c:v>
                </c:pt>
                <c:pt idx="732">
                  <c:v>3.75</c:v>
                </c:pt>
                <c:pt idx="733">
                  <c:v>3.75</c:v>
                </c:pt>
                <c:pt idx="734">
                  <c:v>3.75</c:v>
                </c:pt>
                <c:pt idx="735">
                  <c:v>3.75</c:v>
                </c:pt>
                <c:pt idx="736">
                  <c:v>3.75</c:v>
                </c:pt>
                <c:pt idx="737">
                  <c:v>3.75</c:v>
                </c:pt>
                <c:pt idx="738">
                  <c:v>3.75</c:v>
                </c:pt>
                <c:pt idx="739">
                  <c:v>3.75</c:v>
                </c:pt>
                <c:pt idx="740">
                  <c:v>3.75</c:v>
                </c:pt>
                <c:pt idx="741">
                  <c:v>3.75</c:v>
                </c:pt>
                <c:pt idx="742">
                  <c:v>3.75</c:v>
                </c:pt>
                <c:pt idx="743">
                  <c:v>3.75</c:v>
                </c:pt>
                <c:pt idx="744">
                  <c:v>3.75</c:v>
                </c:pt>
                <c:pt idx="745">
                  <c:v>3.75</c:v>
                </c:pt>
                <c:pt idx="746">
                  <c:v>3.75</c:v>
                </c:pt>
                <c:pt idx="747">
                  <c:v>3.75</c:v>
                </c:pt>
                <c:pt idx="748">
                  <c:v>4</c:v>
                </c:pt>
                <c:pt idx="749">
                  <c:v>4</c:v>
                </c:pt>
                <c:pt idx="750">
                  <c:v>4</c:v>
                </c:pt>
                <c:pt idx="751">
                  <c:v>4</c:v>
                </c:pt>
                <c:pt idx="752">
                  <c:v>4</c:v>
                </c:pt>
                <c:pt idx="753">
                  <c:v>4</c:v>
                </c:pt>
                <c:pt idx="754">
                  <c:v>4</c:v>
                </c:pt>
                <c:pt idx="755">
                  <c:v>4</c:v>
                </c:pt>
                <c:pt idx="756">
                  <c:v>4</c:v>
                </c:pt>
                <c:pt idx="757">
                  <c:v>4</c:v>
                </c:pt>
                <c:pt idx="758">
                  <c:v>4</c:v>
                </c:pt>
                <c:pt idx="759">
                  <c:v>4</c:v>
                </c:pt>
                <c:pt idx="760">
                  <c:v>4</c:v>
                </c:pt>
                <c:pt idx="761">
                  <c:v>4</c:v>
                </c:pt>
                <c:pt idx="762">
                  <c:v>4</c:v>
                </c:pt>
                <c:pt idx="763">
                  <c:v>4</c:v>
                </c:pt>
                <c:pt idx="764">
                  <c:v>4</c:v>
                </c:pt>
                <c:pt idx="765">
                  <c:v>4</c:v>
                </c:pt>
                <c:pt idx="766">
                  <c:v>4</c:v>
                </c:pt>
                <c:pt idx="767">
                  <c:v>4</c:v>
                </c:pt>
                <c:pt idx="768">
                  <c:v>4</c:v>
                </c:pt>
                <c:pt idx="769">
                  <c:v>4</c:v>
                </c:pt>
                <c:pt idx="770">
                  <c:v>4</c:v>
                </c:pt>
                <c:pt idx="771">
                  <c:v>4</c:v>
                </c:pt>
                <c:pt idx="772">
                  <c:v>4</c:v>
                </c:pt>
                <c:pt idx="773">
                  <c:v>4</c:v>
                </c:pt>
                <c:pt idx="774">
                  <c:v>4</c:v>
                </c:pt>
                <c:pt idx="775">
                  <c:v>4</c:v>
                </c:pt>
                <c:pt idx="776">
                  <c:v>4</c:v>
                </c:pt>
                <c:pt idx="777">
                  <c:v>4</c:v>
                </c:pt>
                <c:pt idx="778">
                  <c:v>4</c:v>
                </c:pt>
                <c:pt idx="779">
                  <c:v>4</c:v>
                </c:pt>
                <c:pt idx="780">
                  <c:v>4</c:v>
                </c:pt>
                <c:pt idx="781">
                  <c:v>4</c:v>
                </c:pt>
                <c:pt idx="782">
                  <c:v>4</c:v>
                </c:pt>
                <c:pt idx="783">
                  <c:v>4</c:v>
                </c:pt>
                <c:pt idx="784">
                  <c:v>4</c:v>
                </c:pt>
                <c:pt idx="785">
                  <c:v>4</c:v>
                </c:pt>
                <c:pt idx="786">
                  <c:v>4</c:v>
                </c:pt>
                <c:pt idx="787">
                  <c:v>4</c:v>
                </c:pt>
                <c:pt idx="788">
                  <c:v>4</c:v>
                </c:pt>
                <c:pt idx="789">
                  <c:v>4</c:v>
                </c:pt>
                <c:pt idx="790">
                  <c:v>4</c:v>
                </c:pt>
                <c:pt idx="791">
                  <c:v>4</c:v>
                </c:pt>
                <c:pt idx="792">
                  <c:v>4</c:v>
                </c:pt>
                <c:pt idx="793">
                  <c:v>4</c:v>
                </c:pt>
                <c:pt idx="794">
                  <c:v>4</c:v>
                </c:pt>
                <c:pt idx="795">
                  <c:v>4</c:v>
                </c:pt>
                <c:pt idx="796">
                  <c:v>4</c:v>
                </c:pt>
                <c:pt idx="797">
                  <c:v>4</c:v>
                </c:pt>
                <c:pt idx="798">
                  <c:v>4</c:v>
                </c:pt>
                <c:pt idx="799">
                  <c:v>4</c:v>
                </c:pt>
                <c:pt idx="800">
                  <c:v>4</c:v>
                </c:pt>
                <c:pt idx="801">
                  <c:v>4</c:v>
                </c:pt>
                <c:pt idx="802">
                  <c:v>4</c:v>
                </c:pt>
                <c:pt idx="803">
                  <c:v>4</c:v>
                </c:pt>
                <c:pt idx="804">
                  <c:v>4</c:v>
                </c:pt>
                <c:pt idx="805">
                  <c:v>4</c:v>
                </c:pt>
                <c:pt idx="806">
                  <c:v>4</c:v>
                </c:pt>
                <c:pt idx="807">
                  <c:v>4</c:v>
                </c:pt>
                <c:pt idx="808">
                  <c:v>4</c:v>
                </c:pt>
                <c:pt idx="809">
                  <c:v>4</c:v>
                </c:pt>
                <c:pt idx="810">
                  <c:v>4</c:v>
                </c:pt>
                <c:pt idx="811">
                  <c:v>4</c:v>
                </c:pt>
                <c:pt idx="812">
                  <c:v>4</c:v>
                </c:pt>
                <c:pt idx="813">
                  <c:v>4</c:v>
                </c:pt>
                <c:pt idx="814">
                  <c:v>4</c:v>
                </c:pt>
                <c:pt idx="815">
                  <c:v>4</c:v>
                </c:pt>
                <c:pt idx="816">
                  <c:v>4</c:v>
                </c:pt>
                <c:pt idx="817">
                  <c:v>4</c:v>
                </c:pt>
                <c:pt idx="818">
                  <c:v>4</c:v>
                </c:pt>
                <c:pt idx="819">
                  <c:v>4</c:v>
                </c:pt>
                <c:pt idx="820">
                  <c:v>4</c:v>
                </c:pt>
                <c:pt idx="821">
                  <c:v>4</c:v>
                </c:pt>
                <c:pt idx="822">
                  <c:v>4</c:v>
                </c:pt>
                <c:pt idx="823">
                  <c:v>4</c:v>
                </c:pt>
                <c:pt idx="824">
                  <c:v>4</c:v>
                </c:pt>
                <c:pt idx="825">
                  <c:v>4</c:v>
                </c:pt>
                <c:pt idx="826">
                  <c:v>4</c:v>
                </c:pt>
                <c:pt idx="827">
                  <c:v>4</c:v>
                </c:pt>
                <c:pt idx="828">
                  <c:v>4</c:v>
                </c:pt>
                <c:pt idx="829">
                  <c:v>4</c:v>
                </c:pt>
                <c:pt idx="830">
                  <c:v>4</c:v>
                </c:pt>
                <c:pt idx="831">
                  <c:v>4</c:v>
                </c:pt>
                <c:pt idx="832">
                  <c:v>4</c:v>
                </c:pt>
                <c:pt idx="833">
                  <c:v>4</c:v>
                </c:pt>
                <c:pt idx="834">
                  <c:v>4</c:v>
                </c:pt>
                <c:pt idx="835">
                  <c:v>4</c:v>
                </c:pt>
                <c:pt idx="836">
                  <c:v>4</c:v>
                </c:pt>
                <c:pt idx="837">
                  <c:v>4</c:v>
                </c:pt>
                <c:pt idx="838">
                  <c:v>4</c:v>
                </c:pt>
                <c:pt idx="839">
                  <c:v>4</c:v>
                </c:pt>
                <c:pt idx="840">
                  <c:v>4</c:v>
                </c:pt>
                <c:pt idx="841">
                  <c:v>4</c:v>
                </c:pt>
                <c:pt idx="842">
                  <c:v>4</c:v>
                </c:pt>
                <c:pt idx="843">
                  <c:v>4</c:v>
                </c:pt>
                <c:pt idx="844">
                  <c:v>4</c:v>
                </c:pt>
                <c:pt idx="845">
                  <c:v>4</c:v>
                </c:pt>
                <c:pt idx="846">
                  <c:v>4</c:v>
                </c:pt>
                <c:pt idx="847">
                  <c:v>4</c:v>
                </c:pt>
                <c:pt idx="848">
                  <c:v>4</c:v>
                </c:pt>
                <c:pt idx="849">
                  <c:v>4</c:v>
                </c:pt>
                <c:pt idx="850">
                  <c:v>4</c:v>
                </c:pt>
                <c:pt idx="851">
                  <c:v>4</c:v>
                </c:pt>
                <c:pt idx="852">
                  <c:v>4</c:v>
                </c:pt>
                <c:pt idx="853">
                  <c:v>4</c:v>
                </c:pt>
                <c:pt idx="854">
                  <c:v>4</c:v>
                </c:pt>
                <c:pt idx="855">
                  <c:v>4</c:v>
                </c:pt>
                <c:pt idx="856">
                  <c:v>4</c:v>
                </c:pt>
                <c:pt idx="857">
                  <c:v>4</c:v>
                </c:pt>
                <c:pt idx="858">
                  <c:v>4</c:v>
                </c:pt>
                <c:pt idx="859">
                  <c:v>4</c:v>
                </c:pt>
                <c:pt idx="860">
                  <c:v>4</c:v>
                </c:pt>
                <c:pt idx="861">
                  <c:v>4</c:v>
                </c:pt>
                <c:pt idx="862">
                  <c:v>4</c:v>
                </c:pt>
                <c:pt idx="863">
                  <c:v>4</c:v>
                </c:pt>
                <c:pt idx="864">
                  <c:v>4</c:v>
                </c:pt>
                <c:pt idx="865">
                  <c:v>4</c:v>
                </c:pt>
                <c:pt idx="866">
                  <c:v>4</c:v>
                </c:pt>
                <c:pt idx="867">
                  <c:v>4</c:v>
                </c:pt>
                <c:pt idx="868">
                  <c:v>4</c:v>
                </c:pt>
                <c:pt idx="869">
                  <c:v>4</c:v>
                </c:pt>
                <c:pt idx="870">
                  <c:v>4</c:v>
                </c:pt>
                <c:pt idx="871">
                  <c:v>4</c:v>
                </c:pt>
                <c:pt idx="872">
                  <c:v>4</c:v>
                </c:pt>
                <c:pt idx="873">
                  <c:v>4</c:v>
                </c:pt>
                <c:pt idx="874">
                  <c:v>4</c:v>
                </c:pt>
                <c:pt idx="875">
                  <c:v>4</c:v>
                </c:pt>
                <c:pt idx="876">
                  <c:v>4</c:v>
                </c:pt>
                <c:pt idx="877">
                  <c:v>4</c:v>
                </c:pt>
                <c:pt idx="878">
                  <c:v>4</c:v>
                </c:pt>
                <c:pt idx="879">
                  <c:v>4</c:v>
                </c:pt>
                <c:pt idx="880">
                  <c:v>4</c:v>
                </c:pt>
                <c:pt idx="881">
                  <c:v>4</c:v>
                </c:pt>
                <c:pt idx="882">
                  <c:v>4</c:v>
                </c:pt>
                <c:pt idx="883">
                  <c:v>4</c:v>
                </c:pt>
                <c:pt idx="884">
                  <c:v>4</c:v>
                </c:pt>
                <c:pt idx="885">
                  <c:v>4</c:v>
                </c:pt>
                <c:pt idx="886">
                  <c:v>4</c:v>
                </c:pt>
                <c:pt idx="887">
                  <c:v>4</c:v>
                </c:pt>
                <c:pt idx="888">
                  <c:v>4</c:v>
                </c:pt>
                <c:pt idx="889">
                  <c:v>4</c:v>
                </c:pt>
                <c:pt idx="890">
                  <c:v>4</c:v>
                </c:pt>
                <c:pt idx="891">
                  <c:v>4</c:v>
                </c:pt>
                <c:pt idx="892">
                  <c:v>4</c:v>
                </c:pt>
                <c:pt idx="893">
                  <c:v>4</c:v>
                </c:pt>
                <c:pt idx="894">
                  <c:v>4</c:v>
                </c:pt>
                <c:pt idx="895">
                  <c:v>4</c:v>
                </c:pt>
                <c:pt idx="896">
                  <c:v>4</c:v>
                </c:pt>
                <c:pt idx="897">
                  <c:v>4</c:v>
                </c:pt>
                <c:pt idx="898">
                  <c:v>4</c:v>
                </c:pt>
                <c:pt idx="899">
                  <c:v>4</c:v>
                </c:pt>
                <c:pt idx="900">
                  <c:v>4</c:v>
                </c:pt>
                <c:pt idx="901">
                  <c:v>4</c:v>
                </c:pt>
                <c:pt idx="902">
                  <c:v>4</c:v>
                </c:pt>
                <c:pt idx="903">
                  <c:v>4</c:v>
                </c:pt>
                <c:pt idx="904">
                  <c:v>4</c:v>
                </c:pt>
                <c:pt idx="905">
                  <c:v>4</c:v>
                </c:pt>
                <c:pt idx="906">
                  <c:v>4</c:v>
                </c:pt>
                <c:pt idx="907">
                  <c:v>4</c:v>
                </c:pt>
                <c:pt idx="908">
                  <c:v>4</c:v>
                </c:pt>
                <c:pt idx="909">
                  <c:v>4</c:v>
                </c:pt>
                <c:pt idx="910">
                  <c:v>4</c:v>
                </c:pt>
                <c:pt idx="911">
                  <c:v>4</c:v>
                </c:pt>
                <c:pt idx="912">
                  <c:v>4</c:v>
                </c:pt>
                <c:pt idx="913">
                  <c:v>4</c:v>
                </c:pt>
                <c:pt idx="914">
                  <c:v>4</c:v>
                </c:pt>
                <c:pt idx="915">
                  <c:v>4</c:v>
                </c:pt>
                <c:pt idx="916">
                  <c:v>4</c:v>
                </c:pt>
                <c:pt idx="917">
                  <c:v>4</c:v>
                </c:pt>
                <c:pt idx="918">
                  <c:v>4</c:v>
                </c:pt>
                <c:pt idx="919">
                  <c:v>4</c:v>
                </c:pt>
                <c:pt idx="920">
                  <c:v>4</c:v>
                </c:pt>
                <c:pt idx="921">
                  <c:v>4</c:v>
                </c:pt>
                <c:pt idx="922">
                  <c:v>4</c:v>
                </c:pt>
                <c:pt idx="923">
                  <c:v>4</c:v>
                </c:pt>
                <c:pt idx="924">
                  <c:v>4</c:v>
                </c:pt>
                <c:pt idx="925">
                  <c:v>4</c:v>
                </c:pt>
                <c:pt idx="926">
                  <c:v>4</c:v>
                </c:pt>
                <c:pt idx="927">
                  <c:v>4</c:v>
                </c:pt>
                <c:pt idx="928">
                  <c:v>4</c:v>
                </c:pt>
                <c:pt idx="929">
                  <c:v>4</c:v>
                </c:pt>
                <c:pt idx="930">
                  <c:v>4</c:v>
                </c:pt>
                <c:pt idx="931">
                  <c:v>4</c:v>
                </c:pt>
                <c:pt idx="932">
                  <c:v>4</c:v>
                </c:pt>
                <c:pt idx="933">
                  <c:v>4</c:v>
                </c:pt>
                <c:pt idx="934">
                  <c:v>4</c:v>
                </c:pt>
                <c:pt idx="935">
                  <c:v>4</c:v>
                </c:pt>
                <c:pt idx="936">
                  <c:v>4</c:v>
                </c:pt>
                <c:pt idx="937">
                  <c:v>4</c:v>
                </c:pt>
                <c:pt idx="938">
                  <c:v>4</c:v>
                </c:pt>
                <c:pt idx="939">
                  <c:v>4</c:v>
                </c:pt>
                <c:pt idx="940">
                  <c:v>4</c:v>
                </c:pt>
                <c:pt idx="941">
                  <c:v>4</c:v>
                </c:pt>
                <c:pt idx="942">
                  <c:v>4</c:v>
                </c:pt>
                <c:pt idx="943">
                  <c:v>4</c:v>
                </c:pt>
                <c:pt idx="944">
                  <c:v>4</c:v>
                </c:pt>
                <c:pt idx="945">
                  <c:v>4</c:v>
                </c:pt>
                <c:pt idx="946">
                  <c:v>4</c:v>
                </c:pt>
                <c:pt idx="947">
                  <c:v>4</c:v>
                </c:pt>
                <c:pt idx="948">
                  <c:v>4</c:v>
                </c:pt>
                <c:pt idx="949">
                  <c:v>4</c:v>
                </c:pt>
                <c:pt idx="950">
                  <c:v>4</c:v>
                </c:pt>
                <c:pt idx="951">
                  <c:v>4</c:v>
                </c:pt>
                <c:pt idx="952">
                  <c:v>4</c:v>
                </c:pt>
                <c:pt idx="953">
                  <c:v>4</c:v>
                </c:pt>
                <c:pt idx="954">
                  <c:v>4</c:v>
                </c:pt>
                <c:pt idx="955">
                  <c:v>4</c:v>
                </c:pt>
                <c:pt idx="956">
                  <c:v>4</c:v>
                </c:pt>
                <c:pt idx="957">
                  <c:v>4</c:v>
                </c:pt>
                <c:pt idx="958">
                  <c:v>4</c:v>
                </c:pt>
                <c:pt idx="959">
                  <c:v>4</c:v>
                </c:pt>
                <c:pt idx="960">
                  <c:v>4</c:v>
                </c:pt>
                <c:pt idx="961">
                  <c:v>4</c:v>
                </c:pt>
                <c:pt idx="962">
                  <c:v>4</c:v>
                </c:pt>
                <c:pt idx="963">
                  <c:v>4</c:v>
                </c:pt>
                <c:pt idx="964">
                  <c:v>4</c:v>
                </c:pt>
                <c:pt idx="965">
                  <c:v>4</c:v>
                </c:pt>
                <c:pt idx="966">
                  <c:v>4</c:v>
                </c:pt>
                <c:pt idx="967">
                  <c:v>4</c:v>
                </c:pt>
                <c:pt idx="968">
                  <c:v>4</c:v>
                </c:pt>
                <c:pt idx="969">
                  <c:v>4</c:v>
                </c:pt>
                <c:pt idx="970">
                  <c:v>4</c:v>
                </c:pt>
                <c:pt idx="971">
                  <c:v>4</c:v>
                </c:pt>
                <c:pt idx="972">
                  <c:v>4</c:v>
                </c:pt>
                <c:pt idx="973">
                  <c:v>4</c:v>
                </c:pt>
                <c:pt idx="974">
                  <c:v>4</c:v>
                </c:pt>
                <c:pt idx="975">
                  <c:v>4</c:v>
                </c:pt>
                <c:pt idx="976">
                  <c:v>4</c:v>
                </c:pt>
                <c:pt idx="977">
                  <c:v>4</c:v>
                </c:pt>
                <c:pt idx="978">
                  <c:v>4</c:v>
                </c:pt>
                <c:pt idx="979">
                  <c:v>4</c:v>
                </c:pt>
                <c:pt idx="980">
                  <c:v>4</c:v>
                </c:pt>
                <c:pt idx="981">
                  <c:v>4</c:v>
                </c:pt>
                <c:pt idx="982">
                  <c:v>4</c:v>
                </c:pt>
                <c:pt idx="983">
                  <c:v>4</c:v>
                </c:pt>
                <c:pt idx="984">
                  <c:v>4</c:v>
                </c:pt>
                <c:pt idx="985">
                  <c:v>4</c:v>
                </c:pt>
                <c:pt idx="986">
                  <c:v>4</c:v>
                </c:pt>
                <c:pt idx="987">
                  <c:v>4</c:v>
                </c:pt>
                <c:pt idx="988">
                  <c:v>4</c:v>
                </c:pt>
                <c:pt idx="989">
                  <c:v>4</c:v>
                </c:pt>
                <c:pt idx="990">
                  <c:v>4</c:v>
                </c:pt>
                <c:pt idx="991">
                  <c:v>4</c:v>
                </c:pt>
                <c:pt idx="992">
                  <c:v>4</c:v>
                </c:pt>
                <c:pt idx="993">
                  <c:v>4</c:v>
                </c:pt>
                <c:pt idx="994">
                  <c:v>4</c:v>
                </c:pt>
                <c:pt idx="995">
                  <c:v>4</c:v>
                </c:pt>
                <c:pt idx="996">
                  <c:v>4</c:v>
                </c:pt>
                <c:pt idx="997">
                  <c:v>4</c:v>
                </c:pt>
                <c:pt idx="998">
                  <c:v>4</c:v>
                </c:pt>
                <c:pt idx="999">
                  <c:v>4</c:v>
                </c:pt>
                <c:pt idx="1000">
                  <c:v>4</c:v>
                </c:pt>
                <c:pt idx="1001">
                  <c:v>4</c:v>
                </c:pt>
                <c:pt idx="1002">
                  <c:v>4</c:v>
                </c:pt>
                <c:pt idx="1003">
                  <c:v>4</c:v>
                </c:pt>
                <c:pt idx="1004">
                  <c:v>4</c:v>
                </c:pt>
                <c:pt idx="1005">
                  <c:v>4</c:v>
                </c:pt>
                <c:pt idx="1006">
                  <c:v>4</c:v>
                </c:pt>
                <c:pt idx="1007">
                  <c:v>4</c:v>
                </c:pt>
                <c:pt idx="1008">
                  <c:v>4</c:v>
                </c:pt>
                <c:pt idx="1009">
                  <c:v>4</c:v>
                </c:pt>
                <c:pt idx="1010">
                  <c:v>4</c:v>
                </c:pt>
                <c:pt idx="1011">
                  <c:v>4</c:v>
                </c:pt>
                <c:pt idx="1012">
                  <c:v>4</c:v>
                </c:pt>
                <c:pt idx="1013">
                  <c:v>4</c:v>
                </c:pt>
                <c:pt idx="1014">
                  <c:v>3.75</c:v>
                </c:pt>
                <c:pt idx="1015">
                  <c:v>3.75</c:v>
                </c:pt>
                <c:pt idx="1016">
                  <c:v>3.75</c:v>
                </c:pt>
                <c:pt idx="1017">
                  <c:v>3.75</c:v>
                </c:pt>
                <c:pt idx="1018">
                  <c:v>3.75</c:v>
                </c:pt>
                <c:pt idx="1019">
                  <c:v>3.75</c:v>
                </c:pt>
                <c:pt idx="1020">
                  <c:v>3.75</c:v>
                </c:pt>
                <c:pt idx="1021">
                  <c:v>3.75</c:v>
                </c:pt>
                <c:pt idx="1022">
                  <c:v>3.75</c:v>
                </c:pt>
                <c:pt idx="1023">
                  <c:v>3.75</c:v>
                </c:pt>
                <c:pt idx="1024">
                  <c:v>3.75</c:v>
                </c:pt>
                <c:pt idx="1025">
                  <c:v>3.75</c:v>
                </c:pt>
                <c:pt idx="1026">
                  <c:v>3.75</c:v>
                </c:pt>
                <c:pt idx="1027">
                  <c:v>3.75</c:v>
                </c:pt>
                <c:pt idx="1028">
                  <c:v>3.75</c:v>
                </c:pt>
                <c:pt idx="1029">
                  <c:v>3.75</c:v>
                </c:pt>
                <c:pt idx="1030">
                  <c:v>3.75</c:v>
                </c:pt>
                <c:pt idx="1031">
                  <c:v>3.75</c:v>
                </c:pt>
                <c:pt idx="1032">
                  <c:v>3.75</c:v>
                </c:pt>
                <c:pt idx="1033">
                  <c:v>3.75</c:v>
                </c:pt>
                <c:pt idx="1034">
                  <c:v>3.75</c:v>
                </c:pt>
                <c:pt idx="1035">
                  <c:v>3.75</c:v>
                </c:pt>
                <c:pt idx="1036">
                  <c:v>3.75</c:v>
                </c:pt>
                <c:pt idx="1037">
                  <c:v>3.75</c:v>
                </c:pt>
                <c:pt idx="1038">
                  <c:v>3.75</c:v>
                </c:pt>
                <c:pt idx="1039">
                  <c:v>3.75</c:v>
                </c:pt>
                <c:pt idx="1040">
                  <c:v>3.75</c:v>
                </c:pt>
                <c:pt idx="1041">
                  <c:v>3.75</c:v>
                </c:pt>
                <c:pt idx="1042">
                  <c:v>3.75</c:v>
                </c:pt>
                <c:pt idx="1043">
                  <c:v>3.75</c:v>
                </c:pt>
                <c:pt idx="1044">
                  <c:v>3.75</c:v>
                </c:pt>
                <c:pt idx="1045">
                  <c:v>3.75</c:v>
                </c:pt>
                <c:pt idx="1046">
                  <c:v>3.75</c:v>
                </c:pt>
                <c:pt idx="1047">
                  <c:v>3.75</c:v>
                </c:pt>
                <c:pt idx="1048">
                  <c:v>3.75</c:v>
                </c:pt>
                <c:pt idx="1049">
                  <c:v>3.75</c:v>
                </c:pt>
                <c:pt idx="1050">
                  <c:v>3.75</c:v>
                </c:pt>
                <c:pt idx="1051">
                  <c:v>3.75</c:v>
                </c:pt>
                <c:pt idx="1052">
                  <c:v>3.75</c:v>
                </c:pt>
                <c:pt idx="1053">
                  <c:v>3.75</c:v>
                </c:pt>
                <c:pt idx="1054">
                  <c:v>3.75</c:v>
                </c:pt>
                <c:pt idx="1055">
                  <c:v>3.75</c:v>
                </c:pt>
                <c:pt idx="1056">
                  <c:v>3.75</c:v>
                </c:pt>
                <c:pt idx="1057">
                  <c:v>3.75</c:v>
                </c:pt>
                <c:pt idx="1058">
                  <c:v>3.75</c:v>
                </c:pt>
                <c:pt idx="1059">
                  <c:v>3.75</c:v>
                </c:pt>
                <c:pt idx="1060">
                  <c:v>3.75</c:v>
                </c:pt>
                <c:pt idx="1061">
                  <c:v>3.75</c:v>
                </c:pt>
                <c:pt idx="1062">
                  <c:v>3.75</c:v>
                </c:pt>
                <c:pt idx="1063">
                  <c:v>3.5</c:v>
                </c:pt>
                <c:pt idx="1064">
                  <c:v>3.5</c:v>
                </c:pt>
                <c:pt idx="1065">
                  <c:v>3.5</c:v>
                </c:pt>
                <c:pt idx="1066">
                  <c:v>3.5</c:v>
                </c:pt>
                <c:pt idx="1067">
                  <c:v>3.5</c:v>
                </c:pt>
                <c:pt idx="1068">
                  <c:v>3.5</c:v>
                </c:pt>
                <c:pt idx="1069">
                  <c:v>3.5</c:v>
                </c:pt>
                <c:pt idx="1070">
                  <c:v>3.5</c:v>
                </c:pt>
                <c:pt idx="1071">
                  <c:v>3.5</c:v>
                </c:pt>
                <c:pt idx="1072">
                  <c:v>3.5</c:v>
                </c:pt>
                <c:pt idx="1073">
                  <c:v>3.5</c:v>
                </c:pt>
                <c:pt idx="1074">
                  <c:v>3.5</c:v>
                </c:pt>
                <c:pt idx="1075">
                  <c:v>3.5</c:v>
                </c:pt>
                <c:pt idx="1076">
                  <c:v>3.5</c:v>
                </c:pt>
                <c:pt idx="1077">
                  <c:v>3.5</c:v>
                </c:pt>
                <c:pt idx="1078">
                  <c:v>3.5</c:v>
                </c:pt>
                <c:pt idx="1079">
                  <c:v>3.5</c:v>
                </c:pt>
                <c:pt idx="1080">
                  <c:v>3.5</c:v>
                </c:pt>
                <c:pt idx="1081">
                  <c:v>3.5</c:v>
                </c:pt>
                <c:pt idx="1082">
                  <c:v>3.5</c:v>
                </c:pt>
                <c:pt idx="1083">
                  <c:v>3.5</c:v>
                </c:pt>
                <c:pt idx="1084">
                  <c:v>3.5</c:v>
                </c:pt>
                <c:pt idx="1085">
                  <c:v>3.5</c:v>
                </c:pt>
                <c:pt idx="1086">
                  <c:v>3.5</c:v>
                </c:pt>
                <c:pt idx="1087">
                  <c:v>3.5</c:v>
                </c:pt>
                <c:pt idx="1088">
                  <c:v>3.5</c:v>
                </c:pt>
                <c:pt idx="1089">
                  <c:v>3.5</c:v>
                </c:pt>
                <c:pt idx="1090">
                  <c:v>3.5</c:v>
                </c:pt>
                <c:pt idx="1091">
                  <c:v>3.5</c:v>
                </c:pt>
                <c:pt idx="1092">
                  <c:v>3.5</c:v>
                </c:pt>
                <c:pt idx="1093">
                  <c:v>3.5</c:v>
                </c:pt>
                <c:pt idx="1094">
                  <c:v>3.5</c:v>
                </c:pt>
                <c:pt idx="1095">
                  <c:v>3.5</c:v>
                </c:pt>
                <c:pt idx="1096">
                  <c:v>3.5</c:v>
                </c:pt>
                <c:pt idx="1097">
                  <c:v>3.5</c:v>
                </c:pt>
                <c:pt idx="1098">
                  <c:v>3.5</c:v>
                </c:pt>
                <c:pt idx="1099">
                  <c:v>3.5</c:v>
                </c:pt>
                <c:pt idx="1100">
                  <c:v>3.5</c:v>
                </c:pt>
                <c:pt idx="1101">
                  <c:v>3.5</c:v>
                </c:pt>
                <c:pt idx="1102">
                  <c:v>3.5</c:v>
                </c:pt>
                <c:pt idx="1103">
                  <c:v>3.5</c:v>
                </c:pt>
                <c:pt idx="1104">
                  <c:v>3.5</c:v>
                </c:pt>
                <c:pt idx="1105">
                  <c:v>3.25</c:v>
                </c:pt>
                <c:pt idx="1106">
                  <c:v>3.25</c:v>
                </c:pt>
                <c:pt idx="1107">
                  <c:v>3.25</c:v>
                </c:pt>
                <c:pt idx="1108">
                  <c:v>3.25</c:v>
                </c:pt>
                <c:pt idx="1109">
                  <c:v>3.25</c:v>
                </c:pt>
                <c:pt idx="1110">
                  <c:v>3.25</c:v>
                </c:pt>
                <c:pt idx="1111">
                  <c:v>3.25</c:v>
                </c:pt>
                <c:pt idx="1112">
                  <c:v>3.25</c:v>
                </c:pt>
                <c:pt idx="1113">
                  <c:v>3.25</c:v>
                </c:pt>
                <c:pt idx="1114">
                  <c:v>3.25</c:v>
                </c:pt>
                <c:pt idx="1115">
                  <c:v>3.25</c:v>
                </c:pt>
                <c:pt idx="1116">
                  <c:v>3.25</c:v>
                </c:pt>
                <c:pt idx="1117">
                  <c:v>3.25</c:v>
                </c:pt>
                <c:pt idx="1118">
                  <c:v>3.25</c:v>
                </c:pt>
                <c:pt idx="1119">
                  <c:v>3.25</c:v>
                </c:pt>
                <c:pt idx="1120">
                  <c:v>3.25</c:v>
                </c:pt>
                <c:pt idx="1121">
                  <c:v>3.25</c:v>
                </c:pt>
                <c:pt idx="1122">
                  <c:v>3.25</c:v>
                </c:pt>
                <c:pt idx="1123">
                  <c:v>3.25</c:v>
                </c:pt>
                <c:pt idx="1124">
                  <c:v>3.25</c:v>
                </c:pt>
                <c:pt idx="1125">
                  <c:v>3.25</c:v>
                </c:pt>
                <c:pt idx="1126">
                  <c:v>3.25</c:v>
                </c:pt>
                <c:pt idx="1127">
                  <c:v>3.25</c:v>
                </c:pt>
                <c:pt idx="1128">
                  <c:v>3.25</c:v>
                </c:pt>
                <c:pt idx="1129">
                  <c:v>3.25</c:v>
                </c:pt>
                <c:pt idx="1130">
                  <c:v>3.25</c:v>
                </c:pt>
                <c:pt idx="1131">
                  <c:v>3.25</c:v>
                </c:pt>
                <c:pt idx="1132">
                  <c:v>3.25</c:v>
                </c:pt>
                <c:pt idx="1133">
                  <c:v>3.25</c:v>
                </c:pt>
                <c:pt idx="1134">
                  <c:v>3.25</c:v>
                </c:pt>
                <c:pt idx="1135">
                  <c:v>3.25</c:v>
                </c:pt>
                <c:pt idx="1136">
                  <c:v>3.25</c:v>
                </c:pt>
                <c:pt idx="1137">
                  <c:v>3.25</c:v>
                </c:pt>
                <c:pt idx="1138">
                  <c:v>3.25</c:v>
                </c:pt>
                <c:pt idx="1139">
                  <c:v>3.25</c:v>
                </c:pt>
                <c:pt idx="1140">
                  <c:v>3.25</c:v>
                </c:pt>
                <c:pt idx="1141">
                  <c:v>3.25</c:v>
                </c:pt>
                <c:pt idx="1142">
                  <c:v>3.25</c:v>
                </c:pt>
                <c:pt idx="1143">
                  <c:v>3.25</c:v>
                </c:pt>
                <c:pt idx="1144">
                  <c:v>3.25</c:v>
                </c:pt>
                <c:pt idx="1145">
                  <c:v>3.25</c:v>
                </c:pt>
                <c:pt idx="1146">
                  <c:v>3.25</c:v>
                </c:pt>
                <c:pt idx="1147">
                  <c:v>3</c:v>
                </c:pt>
                <c:pt idx="1148">
                  <c:v>3</c:v>
                </c:pt>
                <c:pt idx="1149">
                  <c:v>3</c:v>
                </c:pt>
                <c:pt idx="1150">
                  <c:v>3</c:v>
                </c:pt>
                <c:pt idx="1151">
                  <c:v>3</c:v>
                </c:pt>
                <c:pt idx="1152">
                  <c:v>3</c:v>
                </c:pt>
                <c:pt idx="1153">
                  <c:v>3</c:v>
                </c:pt>
                <c:pt idx="1154">
                  <c:v>3</c:v>
                </c:pt>
                <c:pt idx="1155">
                  <c:v>3</c:v>
                </c:pt>
                <c:pt idx="1156">
                  <c:v>3</c:v>
                </c:pt>
                <c:pt idx="1157">
                  <c:v>3</c:v>
                </c:pt>
                <c:pt idx="1158">
                  <c:v>3</c:v>
                </c:pt>
                <c:pt idx="1159">
                  <c:v>3</c:v>
                </c:pt>
                <c:pt idx="1160">
                  <c:v>3</c:v>
                </c:pt>
                <c:pt idx="1161">
                  <c:v>3</c:v>
                </c:pt>
                <c:pt idx="1162">
                  <c:v>3</c:v>
                </c:pt>
                <c:pt idx="1163">
                  <c:v>3</c:v>
                </c:pt>
                <c:pt idx="1164">
                  <c:v>3</c:v>
                </c:pt>
                <c:pt idx="1165">
                  <c:v>3</c:v>
                </c:pt>
                <c:pt idx="1166">
                  <c:v>3</c:v>
                </c:pt>
                <c:pt idx="1167">
                  <c:v>3</c:v>
                </c:pt>
                <c:pt idx="1168">
                  <c:v>3</c:v>
                </c:pt>
                <c:pt idx="1169">
                  <c:v>3</c:v>
                </c:pt>
                <c:pt idx="1170">
                  <c:v>3</c:v>
                </c:pt>
                <c:pt idx="1171">
                  <c:v>3</c:v>
                </c:pt>
                <c:pt idx="1172">
                  <c:v>3</c:v>
                </c:pt>
                <c:pt idx="1173">
                  <c:v>3</c:v>
                </c:pt>
                <c:pt idx="1174">
                  <c:v>3</c:v>
                </c:pt>
                <c:pt idx="1175">
                  <c:v>3</c:v>
                </c:pt>
                <c:pt idx="1176">
                  <c:v>3</c:v>
                </c:pt>
                <c:pt idx="1177">
                  <c:v>3</c:v>
                </c:pt>
                <c:pt idx="1178">
                  <c:v>3</c:v>
                </c:pt>
                <c:pt idx="1179">
                  <c:v>3</c:v>
                </c:pt>
                <c:pt idx="1180">
                  <c:v>3</c:v>
                </c:pt>
                <c:pt idx="1181">
                  <c:v>3</c:v>
                </c:pt>
                <c:pt idx="1182">
                  <c:v>3</c:v>
                </c:pt>
                <c:pt idx="1183">
                  <c:v>3</c:v>
                </c:pt>
                <c:pt idx="1184">
                  <c:v>3</c:v>
                </c:pt>
                <c:pt idx="1185">
                  <c:v>3</c:v>
                </c:pt>
                <c:pt idx="1186">
                  <c:v>3</c:v>
                </c:pt>
                <c:pt idx="1187">
                  <c:v>3</c:v>
                </c:pt>
                <c:pt idx="1188">
                  <c:v>3</c:v>
                </c:pt>
                <c:pt idx="1189">
                  <c:v>3</c:v>
                </c:pt>
                <c:pt idx="1190">
                  <c:v>3</c:v>
                </c:pt>
                <c:pt idx="1191">
                  <c:v>3</c:v>
                </c:pt>
                <c:pt idx="1192">
                  <c:v>3</c:v>
                </c:pt>
                <c:pt idx="1193">
                  <c:v>3</c:v>
                </c:pt>
                <c:pt idx="1194">
                  <c:v>3</c:v>
                </c:pt>
                <c:pt idx="1195">
                  <c:v>3</c:v>
                </c:pt>
                <c:pt idx="1196">
                  <c:v>2.5</c:v>
                </c:pt>
                <c:pt idx="1197">
                  <c:v>2.5</c:v>
                </c:pt>
                <c:pt idx="1198">
                  <c:v>2.5</c:v>
                </c:pt>
                <c:pt idx="1199">
                  <c:v>2.5</c:v>
                </c:pt>
                <c:pt idx="1200">
                  <c:v>2.5</c:v>
                </c:pt>
                <c:pt idx="1201">
                  <c:v>2.5</c:v>
                </c:pt>
                <c:pt idx="1202">
                  <c:v>2.5</c:v>
                </c:pt>
                <c:pt idx="1203">
                  <c:v>2.5</c:v>
                </c:pt>
                <c:pt idx="1204">
                  <c:v>2.5</c:v>
                </c:pt>
                <c:pt idx="1205">
                  <c:v>2.5</c:v>
                </c:pt>
                <c:pt idx="1206">
                  <c:v>2.5</c:v>
                </c:pt>
                <c:pt idx="1207">
                  <c:v>2.5</c:v>
                </c:pt>
                <c:pt idx="1208">
                  <c:v>2.5</c:v>
                </c:pt>
                <c:pt idx="1209">
                  <c:v>2.5</c:v>
                </c:pt>
                <c:pt idx="1210">
                  <c:v>2.5</c:v>
                </c:pt>
                <c:pt idx="1211">
                  <c:v>2.5</c:v>
                </c:pt>
                <c:pt idx="1212">
                  <c:v>2.5</c:v>
                </c:pt>
                <c:pt idx="1213">
                  <c:v>2.5</c:v>
                </c:pt>
                <c:pt idx="1214">
                  <c:v>2.5</c:v>
                </c:pt>
                <c:pt idx="1215">
                  <c:v>2.5</c:v>
                </c:pt>
                <c:pt idx="1216">
                  <c:v>2.5</c:v>
                </c:pt>
                <c:pt idx="1217">
                  <c:v>2.5</c:v>
                </c:pt>
                <c:pt idx="1218">
                  <c:v>2.5</c:v>
                </c:pt>
                <c:pt idx="1219">
                  <c:v>2.5</c:v>
                </c:pt>
                <c:pt idx="1220">
                  <c:v>2.5</c:v>
                </c:pt>
                <c:pt idx="1221">
                  <c:v>2.5</c:v>
                </c:pt>
                <c:pt idx="1222">
                  <c:v>2.5</c:v>
                </c:pt>
                <c:pt idx="1223">
                  <c:v>2.5</c:v>
                </c:pt>
                <c:pt idx="1224">
                  <c:v>2.5</c:v>
                </c:pt>
                <c:pt idx="1225">
                  <c:v>2.5</c:v>
                </c:pt>
                <c:pt idx="1226">
                  <c:v>2.5</c:v>
                </c:pt>
                <c:pt idx="1227">
                  <c:v>2.5</c:v>
                </c:pt>
                <c:pt idx="1228">
                  <c:v>2.5</c:v>
                </c:pt>
                <c:pt idx="1229">
                  <c:v>2.5</c:v>
                </c:pt>
                <c:pt idx="1230">
                  <c:v>2.5</c:v>
                </c:pt>
                <c:pt idx="1231">
                  <c:v>2.5</c:v>
                </c:pt>
                <c:pt idx="1232">
                  <c:v>2.5</c:v>
                </c:pt>
                <c:pt idx="1233">
                  <c:v>2.5</c:v>
                </c:pt>
                <c:pt idx="1234">
                  <c:v>2.5</c:v>
                </c:pt>
                <c:pt idx="1235">
                  <c:v>2.5</c:v>
                </c:pt>
                <c:pt idx="1236">
                  <c:v>2.5</c:v>
                </c:pt>
                <c:pt idx="1237">
                  <c:v>2.5</c:v>
                </c:pt>
                <c:pt idx="1238">
                  <c:v>2</c:v>
                </c:pt>
                <c:pt idx="1239">
                  <c:v>2</c:v>
                </c:pt>
                <c:pt idx="1240">
                  <c:v>2</c:v>
                </c:pt>
                <c:pt idx="1241">
                  <c:v>2</c:v>
                </c:pt>
                <c:pt idx="1242">
                  <c:v>2</c:v>
                </c:pt>
                <c:pt idx="1243">
                  <c:v>2</c:v>
                </c:pt>
                <c:pt idx="1244">
                  <c:v>2</c:v>
                </c:pt>
                <c:pt idx="1245">
                  <c:v>2</c:v>
                </c:pt>
                <c:pt idx="1246">
                  <c:v>2</c:v>
                </c:pt>
                <c:pt idx="1247">
                  <c:v>2</c:v>
                </c:pt>
                <c:pt idx="1248">
                  <c:v>2</c:v>
                </c:pt>
                <c:pt idx="1249">
                  <c:v>2</c:v>
                </c:pt>
                <c:pt idx="1250">
                  <c:v>2</c:v>
                </c:pt>
                <c:pt idx="1251">
                  <c:v>2</c:v>
                </c:pt>
                <c:pt idx="1252">
                  <c:v>2</c:v>
                </c:pt>
                <c:pt idx="1253">
                  <c:v>2</c:v>
                </c:pt>
                <c:pt idx="1254">
                  <c:v>2</c:v>
                </c:pt>
                <c:pt idx="1255">
                  <c:v>2</c:v>
                </c:pt>
                <c:pt idx="1256">
                  <c:v>2</c:v>
                </c:pt>
                <c:pt idx="1257">
                  <c:v>2</c:v>
                </c:pt>
                <c:pt idx="1258">
                  <c:v>2</c:v>
                </c:pt>
                <c:pt idx="1259">
                  <c:v>2</c:v>
                </c:pt>
                <c:pt idx="1260">
                  <c:v>2</c:v>
                </c:pt>
                <c:pt idx="1261">
                  <c:v>2</c:v>
                </c:pt>
                <c:pt idx="1262">
                  <c:v>2</c:v>
                </c:pt>
                <c:pt idx="1263">
                  <c:v>2</c:v>
                </c:pt>
                <c:pt idx="1264">
                  <c:v>2</c:v>
                </c:pt>
                <c:pt idx="1265">
                  <c:v>2</c:v>
                </c:pt>
                <c:pt idx="1266">
                  <c:v>2</c:v>
                </c:pt>
                <c:pt idx="1267">
                  <c:v>2</c:v>
                </c:pt>
                <c:pt idx="1268">
                  <c:v>2</c:v>
                </c:pt>
                <c:pt idx="1269">
                  <c:v>2</c:v>
                </c:pt>
                <c:pt idx="1270">
                  <c:v>2</c:v>
                </c:pt>
                <c:pt idx="1271">
                  <c:v>2</c:v>
                </c:pt>
                <c:pt idx="1272">
                  <c:v>2</c:v>
                </c:pt>
                <c:pt idx="1273">
                  <c:v>2</c:v>
                </c:pt>
                <c:pt idx="1274">
                  <c:v>2</c:v>
                </c:pt>
                <c:pt idx="1275">
                  <c:v>2</c:v>
                </c:pt>
                <c:pt idx="1276">
                  <c:v>2</c:v>
                </c:pt>
                <c:pt idx="1277">
                  <c:v>2</c:v>
                </c:pt>
                <c:pt idx="1278">
                  <c:v>2</c:v>
                </c:pt>
                <c:pt idx="1279">
                  <c:v>2</c:v>
                </c:pt>
                <c:pt idx="1280">
                  <c:v>2</c:v>
                </c:pt>
                <c:pt idx="1281">
                  <c:v>2</c:v>
                </c:pt>
                <c:pt idx="1282">
                  <c:v>2</c:v>
                </c:pt>
                <c:pt idx="1283">
                  <c:v>2</c:v>
                </c:pt>
                <c:pt idx="1284">
                  <c:v>2</c:v>
                </c:pt>
                <c:pt idx="1285">
                  <c:v>2</c:v>
                </c:pt>
                <c:pt idx="1286">
                  <c:v>2</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0.75</c:v>
                </c:pt>
                <c:pt idx="1337">
                  <c:v>0.75</c:v>
                </c:pt>
                <c:pt idx="1338">
                  <c:v>0.75</c:v>
                </c:pt>
                <c:pt idx="1339">
                  <c:v>0.75</c:v>
                </c:pt>
                <c:pt idx="1340">
                  <c:v>0.75</c:v>
                </c:pt>
                <c:pt idx="1341">
                  <c:v>0.75</c:v>
                </c:pt>
                <c:pt idx="1342">
                  <c:v>0.75</c:v>
                </c:pt>
                <c:pt idx="1343">
                  <c:v>0.75</c:v>
                </c:pt>
                <c:pt idx="1344">
                  <c:v>0.75</c:v>
                </c:pt>
                <c:pt idx="1345">
                  <c:v>0.75</c:v>
                </c:pt>
                <c:pt idx="1346">
                  <c:v>0.75</c:v>
                </c:pt>
                <c:pt idx="1347">
                  <c:v>0.75</c:v>
                </c:pt>
                <c:pt idx="1348">
                  <c:v>0.75</c:v>
                </c:pt>
                <c:pt idx="1349">
                  <c:v>0.75</c:v>
                </c:pt>
                <c:pt idx="1350">
                  <c:v>0.75</c:v>
                </c:pt>
                <c:pt idx="1351">
                  <c:v>0.75</c:v>
                </c:pt>
                <c:pt idx="1352">
                  <c:v>0.75</c:v>
                </c:pt>
                <c:pt idx="1353">
                  <c:v>0.75</c:v>
                </c:pt>
                <c:pt idx="1354">
                  <c:v>0.75</c:v>
                </c:pt>
                <c:pt idx="1355">
                  <c:v>0.75</c:v>
                </c:pt>
                <c:pt idx="1356">
                  <c:v>0.75</c:v>
                </c:pt>
                <c:pt idx="1357">
                  <c:v>0.75</c:v>
                </c:pt>
                <c:pt idx="1358">
                  <c:v>0.75</c:v>
                </c:pt>
                <c:pt idx="1359">
                  <c:v>0.75</c:v>
                </c:pt>
                <c:pt idx="1360">
                  <c:v>0.75</c:v>
                </c:pt>
                <c:pt idx="1361">
                  <c:v>0.75</c:v>
                </c:pt>
                <c:pt idx="1362">
                  <c:v>0.75</c:v>
                </c:pt>
                <c:pt idx="1363">
                  <c:v>0.75</c:v>
                </c:pt>
                <c:pt idx="1364">
                  <c:v>0.75</c:v>
                </c:pt>
                <c:pt idx="1365">
                  <c:v>0.75</c:v>
                </c:pt>
                <c:pt idx="1366">
                  <c:v>0.75</c:v>
                </c:pt>
                <c:pt idx="1367">
                  <c:v>0.75</c:v>
                </c:pt>
                <c:pt idx="1368">
                  <c:v>0.75</c:v>
                </c:pt>
                <c:pt idx="1369">
                  <c:v>0.75</c:v>
                </c:pt>
                <c:pt idx="1370">
                  <c:v>0.75</c:v>
                </c:pt>
                <c:pt idx="1371">
                  <c:v>0.75</c:v>
                </c:pt>
                <c:pt idx="1372">
                  <c:v>0.75</c:v>
                </c:pt>
                <c:pt idx="1373">
                  <c:v>0.75</c:v>
                </c:pt>
                <c:pt idx="1374">
                  <c:v>0.75</c:v>
                </c:pt>
                <c:pt idx="1375">
                  <c:v>0.75</c:v>
                </c:pt>
                <c:pt idx="1376">
                  <c:v>0.75</c:v>
                </c:pt>
                <c:pt idx="1377">
                  <c:v>0.75</c:v>
                </c:pt>
                <c:pt idx="1378">
                  <c:v>0.75</c:v>
                </c:pt>
                <c:pt idx="1379">
                  <c:v>0.75</c:v>
                </c:pt>
                <c:pt idx="1380">
                  <c:v>0.75</c:v>
                </c:pt>
                <c:pt idx="1381">
                  <c:v>0.75</c:v>
                </c:pt>
                <c:pt idx="1382">
                  <c:v>0.75</c:v>
                </c:pt>
                <c:pt idx="1383">
                  <c:v>0.75</c:v>
                </c:pt>
                <c:pt idx="1384">
                  <c:v>0.75</c:v>
                </c:pt>
                <c:pt idx="1385">
                  <c:v>0</c:v>
                </c:pt>
                <c:pt idx="1386">
                  <c:v>0</c:v>
                </c:pt>
                <c:pt idx="1387">
                  <c:v>0</c:v>
                </c:pt>
                <c:pt idx="1388">
                  <c:v>0</c:v>
                </c:pt>
                <c:pt idx="1389">
                  <c:v>0</c:v>
                </c:pt>
                <c:pt idx="1390">
                  <c:v>0</c:v>
                </c:pt>
                <c:pt idx="1391">
                  <c:v>0</c:v>
                </c:pt>
                <c:pt idx="1392">
                  <c:v>0</c:v>
                </c:pt>
                <c:pt idx="1393">
                  <c:v>0</c:v>
                </c:pt>
                <c:pt idx="1394">
                  <c:v>0</c:v>
                </c:pt>
                <c:pt idx="1395">
                  <c:v>0</c:v>
                </c:pt>
                <c:pt idx="1396">
                  <c:v>0</c:v>
                </c:pt>
                <c:pt idx="1397">
                  <c:v>0</c:v>
                </c:pt>
                <c:pt idx="1398">
                  <c:v>0</c:v>
                </c:pt>
                <c:pt idx="1399">
                  <c:v>0</c:v>
                </c:pt>
                <c:pt idx="1400">
                  <c:v>0</c:v>
                </c:pt>
                <c:pt idx="1401">
                  <c:v>0</c:v>
                </c:pt>
                <c:pt idx="1402">
                  <c:v>0</c:v>
                </c:pt>
                <c:pt idx="1403">
                  <c:v>0</c:v>
                </c:pt>
                <c:pt idx="1404">
                  <c:v>0</c:v>
                </c:pt>
                <c:pt idx="1405">
                  <c:v>0</c:v>
                </c:pt>
                <c:pt idx="1406">
                  <c:v>0</c:v>
                </c:pt>
                <c:pt idx="1407">
                  <c:v>0</c:v>
                </c:pt>
                <c:pt idx="1408">
                  <c:v>0</c:v>
                </c:pt>
                <c:pt idx="1409">
                  <c:v>0</c:v>
                </c:pt>
                <c:pt idx="1410">
                  <c:v>0</c:v>
                </c:pt>
                <c:pt idx="1411">
                  <c:v>0</c:v>
                </c:pt>
                <c:pt idx="1412">
                  <c:v>0</c:v>
                </c:pt>
                <c:pt idx="1413">
                  <c:v>0</c:v>
                </c:pt>
                <c:pt idx="1414">
                  <c:v>0</c:v>
                </c:pt>
                <c:pt idx="1415">
                  <c:v>0</c:v>
                </c:pt>
                <c:pt idx="1416">
                  <c:v>0</c:v>
                </c:pt>
                <c:pt idx="1417">
                  <c:v>0</c:v>
                </c:pt>
                <c:pt idx="1418">
                  <c:v>0</c:v>
                </c:pt>
                <c:pt idx="1419">
                  <c:v>0</c:v>
                </c:pt>
                <c:pt idx="1420">
                  <c:v>0</c:v>
                </c:pt>
                <c:pt idx="1421">
                  <c:v>0</c:v>
                </c:pt>
                <c:pt idx="1422">
                  <c:v>0</c:v>
                </c:pt>
                <c:pt idx="1423">
                  <c:v>0</c:v>
                </c:pt>
                <c:pt idx="1424">
                  <c:v>0</c:v>
                </c:pt>
                <c:pt idx="1425">
                  <c:v>0</c:v>
                </c:pt>
                <c:pt idx="1426">
                  <c:v>0</c:v>
                </c:pt>
                <c:pt idx="1427">
                  <c:v>0</c:v>
                </c:pt>
                <c:pt idx="1428">
                  <c:v>0</c:v>
                </c:pt>
                <c:pt idx="1429">
                  <c:v>0</c:v>
                </c:pt>
                <c:pt idx="1430">
                  <c:v>0</c:v>
                </c:pt>
                <c:pt idx="1431">
                  <c:v>0</c:v>
                </c:pt>
                <c:pt idx="1432">
                  <c:v>0</c:v>
                </c:pt>
                <c:pt idx="1433">
                  <c:v>0</c:v>
                </c:pt>
                <c:pt idx="1434">
                  <c:v>-0.5</c:v>
                </c:pt>
                <c:pt idx="1435">
                  <c:v>-0.5</c:v>
                </c:pt>
                <c:pt idx="1436">
                  <c:v>-0.5</c:v>
                </c:pt>
                <c:pt idx="1437">
                  <c:v>-0.5</c:v>
                </c:pt>
                <c:pt idx="1438">
                  <c:v>-0.5</c:v>
                </c:pt>
                <c:pt idx="1439">
                  <c:v>-0.5</c:v>
                </c:pt>
                <c:pt idx="1440">
                  <c:v>-0.5</c:v>
                </c:pt>
                <c:pt idx="1441">
                  <c:v>-0.5</c:v>
                </c:pt>
                <c:pt idx="1442">
                  <c:v>-0.5</c:v>
                </c:pt>
                <c:pt idx="1443">
                  <c:v>-0.5</c:v>
                </c:pt>
                <c:pt idx="1444">
                  <c:v>-0.5</c:v>
                </c:pt>
                <c:pt idx="1445">
                  <c:v>-0.5</c:v>
                </c:pt>
                <c:pt idx="1446">
                  <c:v>-0.5</c:v>
                </c:pt>
                <c:pt idx="1447">
                  <c:v>-0.5</c:v>
                </c:pt>
                <c:pt idx="1448">
                  <c:v>-0.5</c:v>
                </c:pt>
                <c:pt idx="1449">
                  <c:v>-0.5</c:v>
                </c:pt>
                <c:pt idx="1450">
                  <c:v>-0.5</c:v>
                </c:pt>
                <c:pt idx="1451">
                  <c:v>-0.5</c:v>
                </c:pt>
                <c:pt idx="1452">
                  <c:v>-0.5</c:v>
                </c:pt>
                <c:pt idx="1453">
                  <c:v>-0.5</c:v>
                </c:pt>
                <c:pt idx="1454">
                  <c:v>-0.5</c:v>
                </c:pt>
                <c:pt idx="1455">
                  <c:v>-0.5</c:v>
                </c:pt>
                <c:pt idx="1456">
                  <c:v>-0.5</c:v>
                </c:pt>
                <c:pt idx="1457">
                  <c:v>-0.5</c:v>
                </c:pt>
                <c:pt idx="1458">
                  <c:v>-0.5</c:v>
                </c:pt>
                <c:pt idx="1459">
                  <c:v>-0.5</c:v>
                </c:pt>
                <c:pt idx="1460">
                  <c:v>-0.5</c:v>
                </c:pt>
                <c:pt idx="1461">
                  <c:v>-0.5</c:v>
                </c:pt>
                <c:pt idx="1462">
                  <c:v>-0.5</c:v>
                </c:pt>
                <c:pt idx="1463">
                  <c:v>-0.5</c:v>
                </c:pt>
                <c:pt idx="1464">
                  <c:v>-0.5</c:v>
                </c:pt>
                <c:pt idx="1465">
                  <c:v>-0.5</c:v>
                </c:pt>
                <c:pt idx="1466">
                  <c:v>-0.5</c:v>
                </c:pt>
                <c:pt idx="1467">
                  <c:v>-0.5</c:v>
                </c:pt>
                <c:pt idx="1468">
                  <c:v>-0.5</c:v>
                </c:pt>
                <c:pt idx="1469">
                  <c:v>-0.5</c:v>
                </c:pt>
                <c:pt idx="1470">
                  <c:v>-0.5</c:v>
                </c:pt>
                <c:pt idx="1471">
                  <c:v>-0.5</c:v>
                </c:pt>
                <c:pt idx="1472">
                  <c:v>-0.5</c:v>
                </c:pt>
                <c:pt idx="1473">
                  <c:v>-0.5</c:v>
                </c:pt>
                <c:pt idx="1474">
                  <c:v>-0.5</c:v>
                </c:pt>
                <c:pt idx="1475">
                  <c:v>-0.5</c:v>
                </c:pt>
                <c:pt idx="1476">
                  <c:v>-0.5</c:v>
                </c:pt>
                <c:pt idx="1477">
                  <c:v>-0.5</c:v>
                </c:pt>
                <c:pt idx="1478">
                  <c:v>-0.5</c:v>
                </c:pt>
                <c:pt idx="1479">
                  <c:v>-0.5</c:v>
                </c:pt>
                <c:pt idx="1480">
                  <c:v>-0.5</c:v>
                </c:pt>
                <c:pt idx="1481">
                  <c:v>-0.5</c:v>
                </c:pt>
                <c:pt idx="1482">
                  <c:v>-0.5</c:v>
                </c:pt>
                <c:pt idx="1483">
                  <c:v>-0.5</c:v>
                </c:pt>
                <c:pt idx="1484">
                  <c:v>-0.5</c:v>
                </c:pt>
                <c:pt idx="1485">
                  <c:v>-0.5</c:v>
                </c:pt>
                <c:pt idx="1486">
                  <c:v>-0.5</c:v>
                </c:pt>
                <c:pt idx="1487">
                  <c:v>-0.5</c:v>
                </c:pt>
                <c:pt idx="1488">
                  <c:v>-0.5</c:v>
                </c:pt>
                <c:pt idx="1489">
                  <c:v>-0.5</c:v>
                </c:pt>
                <c:pt idx="1490">
                  <c:v>-0.5</c:v>
                </c:pt>
                <c:pt idx="1491">
                  <c:v>-0.5</c:v>
                </c:pt>
                <c:pt idx="1492">
                  <c:v>-0.5</c:v>
                </c:pt>
                <c:pt idx="1493">
                  <c:v>-0.5</c:v>
                </c:pt>
                <c:pt idx="1494">
                  <c:v>-0.5</c:v>
                </c:pt>
                <c:pt idx="1495">
                  <c:v>-0.5</c:v>
                </c:pt>
                <c:pt idx="1496">
                  <c:v>-0.5</c:v>
                </c:pt>
                <c:pt idx="1497">
                  <c:v>-0.5</c:v>
                </c:pt>
                <c:pt idx="1498">
                  <c:v>-0.5</c:v>
                </c:pt>
                <c:pt idx="1499">
                  <c:v>-0.5</c:v>
                </c:pt>
                <c:pt idx="1500">
                  <c:v>-0.5</c:v>
                </c:pt>
                <c:pt idx="1501">
                  <c:v>-0.5</c:v>
                </c:pt>
                <c:pt idx="1502">
                  <c:v>-0.5</c:v>
                </c:pt>
                <c:pt idx="1503">
                  <c:v>-0.5</c:v>
                </c:pt>
                <c:pt idx="1504">
                  <c:v>-0.5</c:v>
                </c:pt>
                <c:pt idx="1505">
                  <c:v>-0.5</c:v>
                </c:pt>
                <c:pt idx="1506">
                  <c:v>-0.5</c:v>
                </c:pt>
                <c:pt idx="1507">
                  <c:v>-0.5</c:v>
                </c:pt>
                <c:pt idx="1508">
                  <c:v>-0.5</c:v>
                </c:pt>
                <c:pt idx="1509">
                  <c:v>-0.5</c:v>
                </c:pt>
                <c:pt idx="1510">
                  <c:v>-0.5</c:v>
                </c:pt>
                <c:pt idx="1511">
                  <c:v>-0.5</c:v>
                </c:pt>
                <c:pt idx="1512">
                  <c:v>-0.5</c:v>
                </c:pt>
                <c:pt idx="1513">
                  <c:v>-0.5</c:v>
                </c:pt>
                <c:pt idx="1514">
                  <c:v>-0.5</c:v>
                </c:pt>
                <c:pt idx="1515">
                  <c:v>-0.5</c:v>
                </c:pt>
                <c:pt idx="1516">
                  <c:v>-0.5</c:v>
                </c:pt>
                <c:pt idx="1517">
                  <c:v>-0.5</c:v>
                </c:pt>
                <c:pt idx="1518">
                  <c:v>-0.5</c:v>
                </c:pt>
                <c:pt idx="1519">
                  <c:v>-0.5</c:v>
                </c:pt>
                <c:pt idx="1520">
                  <c:v>-0.5</c:v>
                </c:pt>
                <c:pt idx="1521">
                  <c:v>-0.5</c:v>
                </c:pt>
                <c:pt idx="1522">
                  <c:v>-0.5</c:v>
                </c:pt>
                <c:pt idx="1523">
                  <c:v>-0.5</c:v>
                </c:pt>
                <c:pt idx="1524">
                  <c:v>-0.5</c:v>
                </c:pt>
                <c:pt idx="1525">
                  <c:v>-0.5</c:v>
                </c:pt>
                <c:pt idx="1526">
                  <c:v>-0.5</c:v>
                </c:pt>
                <c:pt idx="1527">
                  <c:v>-0.5</c:v>
                </c:pt>
                <c:pt idx="1528">
                  <c:v>-0.5</c:v>
                </c:pt>
                <c:pt idx="1529">
                  <c:v>-0.5</c:v>
                </c:pt>
                <c:pt idx="1530">
                  <c:v>-0.5</c:v>
                </c:pt>
                <c:pt idx="1531">
                  <c:v>-0.5</c:v>
                </c:pt>
                <c:pt idx="1532">
                  <c:v>-0.5</c:v>
                </c:pt>
                <c:pt idx="1533">
                  <c:v>-0.5</c:v>
                </c:pt>
                <c:pt idx="1534">
                  <c:v>-0.5</c:v>
                </c:pt>
                <c:pt idx="1535">
                  <c:v>-0.5</c:v>
                </c:pt>
                <c:pt idx="1536">
                  <c:v>-0.5</c:v>
                </c:pt>
                <c:pt idx="1537">
                  <c:v>-0.5</c:v>
                </c:pt>
                <c:pt idx="1538">
                  <c:v>-0.5</c:v>
                </c:pt>
                <c:pt idx="1539">
                  <c:v>-0.5</c:v>
                </c:pt>
                <c:pt idx="1540">
                  <c:v>-0.5</c:v>
                </c:pt>
                <c:pt idx="1541">
                  <c:v>-0.5</c:v>
                </c:pt>
                <c:pt idx="1542">
                  <c:v>-0.5</c:v>
                </c:pt>
                <c:pt idx="1543">
                  <c:v>-0.5</c:v>
                </c:pt>
                <c:pt idx="1544">
                  <c:v>-0.5</c:v>
                </c:pt>
                <c:pt idx="1545">
                  <c:v>-0.5</c:v>
                </c:pt>
                <c:pt idx="1546">
                  <c:v>-0.5</c:v>
                </c:pt>
                <c:pt idx="1547">
                  <c:v>-0.5</c:v>
                </c:pt>
                <c:pt idx="1548">
                  <c:v>-0.5</c:v>
                </c:pt>
                <c:pt idx="1549">
                  <c:v>-0.5</c:v>
                </c:pt>
                <c:pt idx="1550">
                  <c:v>-0.5</c:v>
                </c:pt>
                <c:pt idx="1551">
                  <c:v>-0.5</c:v>
                </c:pt>
                <c:pt idx="1552">
                  <c:v>-0.5</c:v>
                </c:pt>
                <c:pt idx="1553">
                  <c:v>-0.5</c:v>
                </c:pt>
                <c:pt idx="1554">
                  <c:v>-0.5</c:v>
                </c:pt>
                <c:pt idx="1555">
                  <c:v>-0.5</c:v>
                </c:pt>
                <c:pt idx="1556">
                  <c:v>-0.5</c:v>
                </c:pt>
                <c:pt idx="1557">
                  <c:v>-0.5</c:v>
                </c:pt>
                <c:pt idx="1558">
                  <c:v>-0.5</c:v>
                </c:pt>
                <c:pt idx="1559">
                  <c:v>-0.5</c:v>
                </c:pt>
                <c:pt idx="1560">
                  <c:v>-0.5</c:v>
                </c:pt>
                <c:pt idx="1561">
                  <c:v>-0.5</c:v>
                </c:pt>
                <c:pt idx="1562">
                  <c:v>-0.5</c:v>
                </c:pt>
                <c:pt idx="1563">
                  <c:v>-0.5</c:v>
                </c:pt>
                <c:pt idx="1564">
                  <c:v>-0.5</c:v>
                </c:pt>
                <c:pt idx="1565">
                  <c:v>-0.5</c:v>
                </c:pt>
                <c:pt idx="1566">
                  <c:v>-0.5</c:v>
                </c:pt>
                <c:pt idx="1567">
                  <c:v>-0.5</c:v>
                </c:pt>
                <c:pt idx="1568">
                  <c:v>-0.5</c:v>
                </c:pt>
                <c:pt idx="1569">
                  <c:v>-0.5</c:v>
                </c:pt>
                <c:pt idx="1570">
                  <c:v>-0.5</c:v>
                </c:pt>
                <c:pt idx="1571">
                  <c:v>-0.5</c:v>
                </c:pt>
                <c:pt idx="1572">
                  <c:v>-0.5</c:v>
                </c:pt>
                <c:pt idx="1573">
                  <c:v>-0.5</c:v>
                </c:pt>
                <c:pt idx="1574">
                  <c:v>-0.5</c:v>
                </c:pt>
                <c:pt idx="1575">
                  <c:v>-0.5</c:v>
                </c:pt>
                <c:pt idx="1576">
                  <c:v>-0.5</c:v>
                </c:pt>
                <c:pt idx="1577">
                  <c:v>-0.5</c:v>
                </c:pt>
                <c:pt idx="1578">
                  <c:v>-0.5</c:v>
                </c:pt>
                <c:pt idx="1579">
                  <c:v>-0.5</c:v>
                </c:pt>
                <c:pt idx="1580">
                  <c:v>-0.5</c:v>
                </c:pt>
                <c:pt idx="1581">
                  <c:v>-0.5</c:v>
                </c:pt>
                <c:pt idx="1582">
                  <c:v>-0.5</c:v>
                </c:pt>
                <c:pt idx="1583">
                  <c:v>-0.5</c:v>
                </c:pt>
                <c:pt idx="1584">
                  <c:v>-0.5</c:v>
                </c:pt>
                <c:pt idx="1585">
                  <c:v>-0.5</c:v>
                </c:pt>
                <c:pt idx="1586">
                  <c:v>-0.5</c:v>
                </c:pt>
                <c:pt idx="1587">
                  <c:v>-0.5</c:v>
                </c:pt>
                <c:pt idx="1588">
                  <c:v>-0.5</c:v>
                </c:pt>
                <c:pt idx="1589">
                  <c:v>-0.5</c:v>
                </c:pt>
                <c:pt idx="1590">
                  <c:v>-0.5</c:v>
                </c:pt>
                <c:pt idx="1591">
                  <c:v>-0.5</c:v>
                </c:pt>
                <c:pt idx="1592">
                  <c:v>-0.5</c:v>
                </c:pt>
                <c:pt idx="1593">
                  <c:v>-0.5</c:v>
                </c:pt>
                <c:pt idx="1594">
                  <c:v>-0.5</c:v>
                </c:pt>
                <c:pt idx="1595">
                  <c:v>-0.5</c:v>
                </c:pt>
                <c:pt idx="1596">
                  <c:v>-0.5</c:v>
                </c:pt>
                <c:pt idx="1597">
                  <c:v>-0.5</c:v>
                </c:pt>
                <c:pt idx="1598">
                  <c:v>-0.5</c:v>
                </c:pt>
                <c:pt idx="1599">
                  <c:v>-0.5</c:v>
                </c:pt>
                <c:pt idx="1600">
                  <c:v>-0.5</c:v>
                </c:pt>
                <c:pt idx="1601">
                  <c:v>-0.5</c:v>
                </c:pt>
                <c:pt idx="1602">
                  <c:v>-0.5</c:v>
                </c:pt>
                <c:pt idx="1603">
                  <c:v>-0.5</c:v>
                </c:pt>
                <c:pt idx="1604">
                  <c:v>-0.5</c:v>
                </c:pt>
                <c:pt idx="1605">
                  <c:v>-0.5</c:v>
                </c:pt>
                <c:pt idx="1606">
                  <c:v>-0.5</c:v>
                </c:pt>
                <c:pt idx="1607">
                  <c:v>-0.5</c:v>
                </c:pt>
                <c:pt idx="1608">
                  <c:v>-0.5</c:v>
                </c:pt>
                <c:pt idx="1609">
                  <c:v>-0.5</c:v>
                </c:pt>
                <c:pt idx="1610">
                  <c:v>-0.5</c:v>
                </c:pt>
                <c:pt idx="1611">
                  <c:v>-0.5</c:v>
                </c:pt>
                <c:pt idx="1612">
                  <c:v>-0.5</c:v>
                </c:pt>
                <c:pt idx="1613">
                  <c:v>-0.5</c:v>
                </c:pt>
                <c:pt idx="1614">
                  <c:v>-0.5</c:v>
                </c:pt>
                <c:pt idx="1615">
                  <c:v>-0.5</c:v>
                </c:pt>
                <c:pt idx="1616">
                  <c:v>-0.5</c:v>
                </c:pt>
                <c:pt idx="1617">
                  <c:v>-0.5</c:v>
                </c:pt>
                <c:pt idx="1618">
                  <c:v>-0.5</c:v>
                </c:pt>
                <c:pt idx="1619">
                  <c:v>-0.5</c:v>
                </c:pt>
                <c:pt idx="1620">
                  <c:v>-0.5</c:v>
                </c:pt>
                <c:pt idx="1621">
                  <c:v>-0.5</c:v>
                </c:pt>
                <c:pt idx="1622">
                  <c:v>-0.5</c:v>
                </c:pt>
                <c:pt idx="1623">
                  <c:v>-0.5</c:v>
                </c:pt>
                <c:pt idx="1624">
                  <c:v>-0.5</c:v>
                </c:pt>
                <c:pt idx="1625">
                  <c:v>-0.5</c:v>
                </c:pt>
                <c:pt idx="1626">
                  <c:v>-0.5</c:v>
                </c:pt>
                <c:pt idx="1627">
                  <c:v>-0.5</c:v>
                </c:pt>
                <c:pt idx="1628">
                  <c:v>-0.5</c:v>
                </c:pt>
                <c:pt idx="1629">
                  <c:v>-0.5</c:v>
                </c:pt>
                <c:pt idx="1630">
                  <c:v>-0.5</c:v>
                </c:pt>
                <c:pt idx="1631">
                  <c:v>-0.5</c:v>
                </c:pt>
                <c:pt idx="1632">
                  <c:v>-0.5</c:v>
                </c:pt>
                <c:pt idx="1633">
                  <c:v>-0.5</c:v>
                </c:pt>
                <c:pt idx="1634">
                  <c:v>-0.5</c:v>
                </c:pt>
                <c:pt idx="1635">
                  <c:v>-0.5</c:v>
                </c:pt>
                <c:pt idx="1636">
                  <c:v>-0.5</c:v>
                </c:pt>
                <c:pt idx="1637">
                  <c:v>-0.5</c:v>
                </c:pt>
                <c:pt idx="1638">
                  <c:v>-0.5</c:v>
                </c:pt>
                <c:pt idx="1639">
                  <c:v>-0.5</c:v>
                </c:pt>
                <c:pt idx="1640">
                  <c:v>-0.5</c:v>
                </c:pt>
                <c:pt idx="1641">
                  <c:v>-0.5</c:v>
                </c:pt>
                <c:pt idx="1642">
                  <c:v>-0.5</c:v>
                </c:pt>
                <c:pt idx="1643">
                  <c:v>-0.5</c:v>
                </c:pt>
                <c:pt idx="1644">
                  <c:v>-0.5</c:v>
                </c:pt>
                <c:pt idx="1645">
                  <c:v>-0.5</c:v>
                </c:pt>
                <c:pt idx="1646">
                  <c:v>-0.5</c:v>
                </c:pt>
                <c:pt idx="1647">
                  <c:v>-0.5</c:v>
                </c:pt>
                <c:pt idx="1648">
                  <c:v>-0.5</c:v>
                </c:pt>
                <c:pt idx="1649">
                  <c:v>-0.5</c:v>
                </c:pt>
                <c:pt idx="1650">
                  <c:v>-0.5</c:v>
                </c:pt>
                <c:pt idx="1651">
                  <c:v>-0.5</c:v>
                </c:pt>
                <c:pt idx="1652">
                  <c:v>-0.5</c:v>
                </c:pt>
                <c:pt idx="1653">
                  <c:v>-0.5</c:v>
                </c:pt>
                <c:pt idx="1654">
                  <c:v>-0.5</c:v>
                </c:pt>
                <c:pt idx="1655">
                  <c:v>-0.5</c:v>
                </c:pt>
                <c:pt idx="1656">
                  <c:v>-0.5</c:v>
                </c:pt>
                <c:pt idx="1657">
                  <c:v>-0.5</c:v>
                </c:pt>
                <c:pt idx="1658">
                  <c:v>-0.5</c:v>
                </c:pt>
                <c:pt idx="1659">
                  <c:v>-0.5</c:v>
                </c:pt>
                <c:pt idx="1660">
                  <c:v>-0.5</c:v>
                </c:pt>
                <c:pt idx="1661">
                  <c:v>-0.5</c:v>
                </c:pt>
                <c:pt idx="1662">
                  <c:v>-0.5</c:v>
                </c:pt>
                <c:pt idx="1663">
                  <c:v>-0.5</c:v>
                </c:pt>
                <c:pt idx="1664">
                  <c:v>-0.5</c:v>
                </c:pt>
                <c:pt idx="1665">
                  <c:v>-0.5</c:v>
                </c:pt>
                <c:pt idx="1666">
                  <c:v>-0.5</c:v>
                </c:pt>
                <c:pt idx="1667">
                  <c:v>-0.5</c:v>
                </c:pt>
                <c:pt idx="1668">
                  <c:v>-0.5</c:v>
                </c:pt>
                <c:pt idx="1669">
                  <c:v>-0.5</c:v>
                </c:pt>
                <c:pt idx="1670">
                  <c:v>-0.5</c:v>
                </c:pt>
                <c:pt idx="1671">
                  <c:v>-0.5</c:v>
                </c:pt>
                <c:pt idx="1672">
                  <c:v>-0.5</c:v>
                </c:pt>
                <c:pt idx="1673">
                  <c:v>-0.5</c:v>
                </c:pt>
                <c:pt idx="1674">
                  <c:v>-0.5</c:v>
                </c:pt>
                <c:pt idx="1675">
                  <c:v>-0.5</c:v>
                </c:pt>
                <c:pt idx="1676">
                  <c:v>-0.5</c:v>
                </c:pt>
                <c:pt idx="1677">
                  <c:v>-0.5</c:v>
                </c:pt>
                <c:pt idx="1678">
                  <c:v>-0.5</c:v>
                </c:pt>
                <c:pt idx="1679">
                  <c:v>-0.5</c:v>
                </c:pt>
                <c:pt idx="1680">
                  <c:v>-0.5</c:v>
                </c:pt>
                <c:pt idx="1681">
                  <c:v>-0.5</c:v>
                </c:pt>
                <c:pt idx="1682">
                  <c:v>-0.5</c:v>
                </c:pt>
                <c:pt idx="1683">
                  <c:v>-0.5</c:v>
                </c:pt>
                <c:pt idx="1684">
                  <c:v>-0.5</c:v>
                </c:pt>
                <c:pt idx="1685">
                  <c:v>-0.5</c:v>
                </c:pt>
                <c:pt idx="1686">
                  <c:v>-0.5</c:v>
                </c:pt>
                <c:pt idx="1687">
                  <c:v>-0.5</c:v>
                </c:pt>
                <c:pt idx="1688">
                  <c:v>-0.5</c:v>
                </c:pt>
                <c:pt idx="1689">
                  <c:v>-0.5</c:v>
                </c:pt>
                <c:pt idx="1690">
                  <c:v>-0.5</c:v>
                </c:pt>
                <c:pt idx="1691">
                  <c:v>-0.5</c:v>
                </c:pt>
                <c:pt idx="1692">
                  <c:v>-0.5</c:v>
                </c:pt>
                <c:pt idx="1693">
                  <c:v>-0.5</c:v>
                </c:pt>
                <c:pt idx="1694">
                  <c:v>-0.5</c:v>
                </c:pt>
                <c:pt idx="1695">
                  <c:v>-0.5</c:v>
                </c:pt>
                <c:pt idx="1696">
                  <c:v>-0.5</c:v>
                </c:pt>
                <c:pt idx="1697">
                  <c:v>-0.5</c:v>
                </c:pt>
                <c:pt idx="1698">
                  <c:v>-0.5</c:v>
                </c:pt>
                <c:pt idx="1699">
                  <c:v>-0.5</c:v>
                </c:pt>
                <c:pt idx="1700">
                  <c:v>-0.5</c:v>
                </c:pt>
                <c:pt idx="1701">
                  <c:v>-0.5</c:v>
                </c:pt>
                <c:pt idx="1702">
                  <c:v>-0.5</c:v>
                </c:pt>
                <c:pt idx="1703">
                  <c:v>-0.5</c:v>
                </c:pt>
                <c:pt idx="1704">
                  <c:v>-0.5</c:v>
                </c:pt>
                <c:pt idx="1705">
                  <c:v>-0.5</c:v>
                </c:pt>
                <c:pt idx="1706">
                  <c:v>-0.5</c:v>
                </c:pt>
                <c:pt idx="1707">
                  <c:v>-0.5</c:v>
                </c:pt>
                <c:pt idx="1708">
                  <c:v>-0.5</c:v>
                </c:pt>
                <c:pt idx="1709">
                  <c:v>-0.5</c:v>
                </c:pt>
                <c:pt idx="1710">
                  <c:v>-0.5</c:v>
                </c:pt>
                <c:pt idx="1711">
                  <c:v>-0.5</c:v>
                </c:pt>
                <c:pt idx="1712">
                  <c:v>-0.5</c:v>
                </c:pt>
                <c:pt idx="1713">
                  <c:v>-0.5</c:v>
                </c:pt>
                <c:pt idx="1714">
                  <c:v>-0.5</c:v>
                </c:pt>
                <c:pt idx="1715">
                  <c:v>-0.5</c:v>
                </c:pt>
                <c:pt idx="1716">
                  <c:v>-0.5</c:v>
                </c:pt>
                <c:pt idx="1717">
                  <c:v>-0.5</c:v>
                </c:pt>
                <c:pt idx="1718">
                  <c:v>-0.5</c:v>
                </c:pt>
                <c:pt idx="1719">
                  <c:v>-0.5</c:v>
                </c:pt>
                <c:pt idx="1720">
                  <c:v>-0.5</c:v>
                </c:pt>
                <c:pt idx="1721">
                  <c:v>-0.5</c:v>
                </c:pt>
                <c:pt idx="1722">
                  <c:v>-0.5</c:v>
                </c:pt>
                <c:pt idx="1723">
                  <c:v>-0.5</c:v>
                </c:pt>
                <c:pt idx="1724">
                  <c:v>-0.5</c:v>
                </c:pt>
                <c:pt idx="1725">
                  <c:v>-0.5</c:v>
                </c:pt>
                <c:pt idx="1726">
                  <c:v>-0.5</c:v>
                </c:pt>
                <c:pt idx="1727">
                  <c:v>-0.5</c:v>
                </c:pt>
                <c:pt idx="1728">
                  <c:v>-0.5</c:v>
                </c:pt>
                <c:pt idx="1729">
                  <c:v>-0.5</c:v>
                </c:pt>
                <c:pt idx="1730">
                  <c:v>-0.5</c:v>
                </c:pt>
                <c:pt idx="1731">
                  <c:v>-0.5</c:v>
                </c:pt>
                <c:pt idx="1732">
                  <c:v>-0.5</c:v>
                </c:pt>
                <c:pt idx="1733">
                  <c:v>-0.5</c:v>
                </c:pt>
                <c:pt idx="1734">
                  <c:v>-0.5</c:v>
                </c:pt>
                <c:pt idx="1735">
                  <c:v>-0.5</c:v>
                </c:pt>
                <c:pt idx="1736">
                  <c:v>-0.5</c:v>
                </c:pt>
                <c:pt idx="1737">
                  <c:v>-0.5</c:v>
                </c:pt>
                <c:pt idx="1738">
                  <c:v>-0.5</c:v>
                </c:pt>
                <c:pt idx="1739">
                  <c:v>-0.5</c:v>
                </c:pt>
                <c:pt idx="1740">
                  <c:v>-0.5</c:v>
                </c:pt>
                <c:pt idx="1741">
                  <c:v>-0.5</c:v>
                </c:pt>
                <c:pt idx="1742">
                  <c:v>-0.5</c:v>
                </c:pt>
                <c:pt idx="1743">
                  <c:v>-0.5</c:v>
                </c:pt>
                <c:pt idx="1744">
                  <c:v>-0.5</c:v>
                </c:pt>
                <c:pt idx="1745">
                  <c:v>-0.5</c:v>
                </c:pt>
                <c:pt idx="1746">
                  <c:v>-0.5</c:v>
                </c:pt>
                <c:pt idx="1747">
                  <c:v>-0.5</c:v>
                </c:pt>
                <c:pt idx="1748">
                  <c:v>-0.5</c:v>
                </c:pt>
                <c:pt idx="1749">
                  <c:v>-0.5</c:v>
                </c:pt>
                <c:pt idx="1750">
                  <c:v>-0.5</c:v>
                </c:pt>
                <c:pt idx="1751">
                  <c:v>-0.5</c:v>
                </c:pt>
                <c:pt idx="1752">
                  <c:v>-0.5</c:v>
                </c:pt>
                <c:pt idx="1753">
                  <c:v>-0.5</c:v>
                </c:pt>
                <c:pt idx="1754">
                  <c:v>-0.5</c:v>
                </c:pt>
                <c:pt idx="1755">
                  <c:v>-0.5</c:v>
                </c:pt>
                <c:pt idx="1756">
                  <c:v>-0.5</c:v>
                </c:pt>
                <c:pt idx="1757">
                  <c:v>-0.5</c:v>
                </c:pt>
                <c:pt idx="1758">
                  <c:v>-0.5</c:v>
                </c:pt>
                <c:pt idx="1759">
                  <c:v>-0.5</c:v>
                </c:pt>
                <c:pt idx="1760">
                  <c:v>-0.5</c:v>
                </c:pt>
                <c:pt idx="1761">
                  <c:v>-0.5</c:v>
                </c:pt>
                <c:pt idx="1762">
                  <c:v>-0.5</c:v>
                </c:pt>
                <c:pt idx="1763">
                  <c:v>-0.5</c:v>
                </c:pt>
                <c:pt idx="1764">
                  <c:v>-0.5</c:v>
                </c:pt>
                <c:pt idx="1765">
                  <c:v>-0.5</c:v>
                </c:pt>
                <c:pt idx="1766">
                  <c:v>-0.5</c:v>
                </c:pt>
                <c:pt idx="1767">
                  <c:v>-0.5</c:v>
                </c:pt>
                <c:pt idx="1768">
                  <c:v>-0.5</c:v>
                </c:pt>
                <c:pt idx="1769">
                  <c:v>-0.5</c:v>
                </c:pt>
                <c:pt idx="1770">
                  <c:v>-0.5</c:v>
                </c:pt>
                <c:pt idx="1771">
                  <c:v>-0.5</c:v>
                </c:pt>
                <c:pt idx="1772">
                  <c:v>-0.5</c:v>
                </c:pt>
                <c:pt idx="1773">
                  <c:v>-0.5</c:v>
                </c:pt>
                <c:pt idx="1774">
                  <c:v>-0.5</c:v>
                </c:pt>
                <c:pt idx="1775">
                  <c:v>-0.5</c:v>
                </c:pt>
                <c:pt idx="1776">
                  <c:v>-0.5</c:v>
                </c:pt>
                <c:pt idx="1777">
                  <c:v>-0.5</c:v>
                </c:pt>
                <c:pt idx="1778">
                  <c:v>-0.5</c:v>
                </c:pt>
                <c:pt idx="1779">
                  <c:v>-0.5</c:v>
                </c:pt>
                <c:pt idx="1780">
                  <c:v>-0.5</c:v>
                </c:pt>
                <c:pt idx="1781">
                  <c:v>-0.5</c:v>
                </c:pt>
                <c:pt idx="1782">
                  <c:v>-0.5</c:v>
                </c:pt>
                <c:pt idx="1783">
                  <c:v>-0.5</c:v>
                </c:pt>
                <c:pt idx="1784">
                  <c:v>-0.5</c:v>
                </c:pt>
                <c:pt idx="1785">
                  <c:v>-0.5</c:v>
                </c:pt>
                <c:pt idx="1786">
                  <c:v>-0.5</c:v>
                </c:pt>
                <c:pt idx="1787">
                  <c:v>-0.5</c:v>
                </c:pt>
                <c:pt idx="1788">
                  <c:v>-0.5</c:v>
                </c:pt>
                <c:pt idx="1789">
                  <c:v>-0.5</c:v>
                </c:pt>
                <c:pt idx="1790">
                  <c:v>-0.5</c:v>
                </c:pt>
                <c:pt idx="1791">
                  <c:v>-0.5</c:v>
                </c:pt>
                <c:pt idx="1792">
                  <c:v>-0.5</c:v>
                </c:pt>
                <c:pt idx="1793">
                  <c:v>-0.5</c:v>
                </c:pt>
                <c:pt idx="1794">
                  <c:v>-0.5</c:v>
                </c:pt>
                <c:pt idx="1795">
                  <c:v>-0.5</c:v>
                </c:pt>
                <c:pt idx="1796">
                  <c:v>-0.5</c:v>
                </c:pt>
                <c:pt idx="1797">
                  <c:v>-0.5</c:v>
                </c:pt>
                <c:pt idx="1798">
                  <c:v>-0.5</c:v>
                </c:pt>
                <c:pt idx="1799">
                  <c:v>-0.5</c:v>
                </c:pt>
                <c:pt idx="1800">
                  <c:v>-0.5</c:v>
                </c:pt>
                <c:pt idx="1801">
                  <c:v>-0.5</c:v>
                </c:pt>
                <c:pt idx="1802">
                  <c:v>-0.5</c:v>
                </c:pt>
                <c:pt idx="1803">
                  <c:v>-0.5</c:v>
                </c:pt>
                <c:pt idx="1804">
                  <c:v>-0.5</c:v>
                </c:pt>
                <c:pt idx="1805">
                  <c:v>-0.5</c:v>
                </c:pt>
                <c:pt idx="1806">
                  <c:v>-0.5</c:v>
                </c:pt>
                <c:pt idx="1807">
                  <c:v>-0.5</c:v>
                </c:pt>
                <c:pt idx="1808">
                  <c:v>-0.5</c:v>
                </c:pt>
                <c:pt idx="1809">
                  <c:v>-0.5</c:v>
                </c:pt>
                <c:pt idx="1810">
                  <c:v>-0.5</c:v>
                </c:pt>
                <c:pt idx="1811">
                  <c:v>-0.5</c:v>
                </c:pt>
                <c:pt idx="1812">
                  <c:v>-0.5</c:v>
                </c:pt>
                <c:pt idx="1813">
                  <c:v>-0.5</c:v>
                </c:pt>
                <c:pt idx="1814">
                  <c:v>-0.5</c:v>
                </c:pt>
                <c:pt idx="1815">
                  <c:v>-0.5</c:v>
                </c:pt>
                <c:pt idx="1816">
                  <c:v>-0.5</c:v>
                </c:pt>
                <c:pt idx="1817">
                  <c:v>-0.5</c:v>
                </c:pt>
                <c:pt idx="1818">
                  <c:v>-0.5</c:v>
                </c:pt>
                <c:pt idx="1819">
                  <c:v>-0.5</c:v>
                </c:pt>
                <c:pt idx="1820">
                  <c:v>-0.5</c:v>
                </c:pt>
                <c:pt idx="1821">
                  <c:v>-0.5</c:v>
                </c:pt>
                <c:pt idx="1822">
                  <c:v>-0.5</c:v>
                </c:pt>
                <c:pt idx="1823">
                  <c:v>-0.5</c:v>
                </c:pt>
                <c:pt idx="1824">
                  <c:v>-0.5</c:v>
                </c:pt>
                <c:pt idx="1825">
                  <c:v>-0.5</c:v>
                </c:pt>
                <c:pt idx="1826">
                  <c:v>-0.5</c:v>
                </c:pt>
                <c:pt idx="1827">
                  <c:v>-0.5</c:v>
                </c:pt>
                <c:pt idx="1828">
                  <c:v>-0.5</c:v>
                </c:pt>
                <c:pt idx="1829">
                  <c:v>-0.5</c:v>
                </c:pt>
                <c:pt idx="1830">
                  <c:v>-0.5</c:v>
                </c:pt>
                <c:pt idx="1831">
                  <c:v>-0.5</c:v>
                </c:pt>
                <c:pt idx="1832">
                  <c:v>-0.5</c:v>
                </c:pt>
                <c:pt idx="1833">
                  <c:v>-0.5</c:v>
                </c:pt>
                <c:pt idx="1834">
                  <c:v>-0.5</c:v>
                </c:pt>
                <c:pt idx="1835">
                  <c:v>-0.5</c:v>
                </c:pt>
                <c:pt idx="1836">
                  <c:v>-0.5</c:v>
                </c:pt>
                <c:pt idx="1837">
                  <c:v>-0.5</c:v>
                </c:pt>
                <c:pt idx="1838">
                  <c:v>-0.5</c:v>
                </c:pt>
                <c:pt idx="1839">
                  <c:v>-0.5</c:v>
                </c:pt>
                <c:pt idx="1840">
                  <c:v>-0.5</c:v>
                </c:pt>
                <c:pt idx="1841">
                  <c:v>-0.5</c:v>
                </c:pt>
                <c:pt idx="1842">
                  <c:v>-0.5</c:v>
                </c:pt>
                <c:pt idx="1843">
                  <c:v>-0.5</c:v>
                </c:pt>
                <c:pt idx="1844">
                  <c:v>-0.5</c:v>
                </c:pt>
                <c:pt idx="1845">
                  <c:v>-0.5</c:v>
                </c:pt>
                <c:pt idx="1846">
                  <c:v>-0.5</c:v>
                </c:pt>
                <c:pt idx="1847">
                  <c:v>-0.5</c:v>
                </c:pt>
                <c:pt idx="1848">
                  <c:v>-0.5</c:v>
                </c:pt>
                <c:pt idx="1849">
                  <c:v>-0.5</c:v>
                </c:pt>
                <c:pt idx="1850">
                  <c:v>-0.5</c:v>
                </c:pt>
                <c:pt idx="1851">
                  <c:v>-0.5</c:v>
                </c:pt>
                <c:pt idx="1852">
                  <c:v>-0.5</c:v>
                </c:pt>
                <c:pt idx="1853">
                  <c:v>-0.5</c:v>
                </c:pt>
                <c:pt idx="1854">
                  <c:v>-0.5</c:v>
                </c:pt>
                <c:pt idx="1855">
                  <c:v>-0.5</c:v>
                </c:pt>
                <c:pt idx="1856">
                  <c:v>-0.5</c:v>
                </c:pt>
                <c:pt idx="1857">
                  <c:v>-0.5</c:v>
                </c:pt>
                <c:pt idx="1858">
                  <c:v>-0.5</c:v>
                </c:pt>
                <c:pt idx="1859">
                  <c:v>-0.5</c:v>
                </c:pt>
                <c:pt idx="1860">
                  <c:v>-0.5</c:v>
                </c:pt>
                <c:pt idx="1861">
                  <c:v>-0.5</c:v>
                </c:pt>
                <c:pt idx="1862">
                  <c:v>-0.5</c:v>
                </c:pt>
                <c:pt idx="1863">
                  <c:v>-0.5</c:v>
                </c:pt>
                <c:pt idx="1864">
                  <c:v>-0.5</c:v>
                </c:pt>
                <c:pt idx="1865">
                  <c:v>-0.5</c:v>
                </c:pt>
                <c:pt idx="1866">
                  <c:v>-0.5</c:v>
                </c:pt>
                <c:pt idx="1867">
                  <c:v>-0.5</c:v>
                </c:pt>
                <c:pt idx="1868">
                  <c:v>-0.5</c:v>
                </c:pt>
                <c:pt idx="1869">
                  <c:v>-0.5</c:v>
                </c:pt>
                <c:pt idx="1870">
                  <c:v>-0.5</c:v>
                </c:pt>
                <c:pt idx="1871">
                  <c:v>-0.5</c:v>
                </c:pt>
                <c:pt idx="1872">
                  <c:v>-0.5</c:v>
                </c:pt>
                <c:pt idx="1873">
                  <c:v>-0.5</c:v>
                </c:pt>
                <c:pt idx="1874">
                  <c:v>-0.5</c:v>
                </c:pt>
                <c:pt idx="1875">
                  <c:v>-0.5</c:v>
                </c:pt>
                <c:pt idx="1876">
                  <c:v>-0.5</c:v>
                </c:pt>
                <c:pt idx="1877">
                  <c:v>-0.5</c:v>
                </c:pt>
                <c:pt idx="1878">
                  <c:v>-0.5</c:v>
                </c:pt>
                <c:pt idx="1879">
                  <c:v>-0.5</c:v>
                </c:pt>
                <c:pt idx="1880">
                  <c:v>-0.5</c:v>
                </c:pt>
                <c:pt idx="1881">
                  <c:v>-0.5</c:v>
                </c:pt>
                <c:pt idx="1882">
                  <c:v>-0.5</c:v>
                </c:pt>
                <c:pt idx="1883">
                  <c:v>-0.5</c:v>
                </c:pt>
                <c:pt idx="1884">
                  <c:v>-0.5</c:v>
                </c:pt>
                <c:pt idx="1885">
                  <c:v>-0.5</c:v>
                </c:pt>
                <c:pt idx="1886">
                  <c:v>-0.5</c:v>
                </c:pt>
                <c:pt idx="1887">
                  <c:v>-0.5</c:v>
                </c:pt>
                <c:pt idx="1888">
                  <c:v>-0.5</c:v>
                </c:pt>
                <c:pt idx="1889">
                  <c:v>-0.5</c:v>
                </c:pt>
                <c:pt idx="1890">
                  <c:v>-0.5</c:v>
                </c:pt>
                <c:pt idx="1891">
                  <c:v>-0.5</c:v>
                </c:pt>
                <c:pt idx="1892">
                  <c:v>-0.5</c:v>
                </c:pt>
                <c:pt idx="1893">
                  <c:v>-0.5</c:v>
                </c:pt>
                <c:pt idx="1894">
                  <c:v>-0.5</c:v>
                </c:pt>
                <c:pt idx="1895">
                  <c:v>-0.5</c:v>
                </c:pt>
                <c:pt idx="1896">
                  <c:v>-0.5</c:v>
                </c:pt>
                <c:pt idx="1897">
                  <c:v>-0.5</c:v>
                </c:pt>
                <c:pt idx="1898">
                  <c:v>-0.5</c:v>
                </c:pt>
                <c:pt idx="1899">
                  <c:v>-0.5</c:v>
                </c:pt>
                <c:pt idx="1900">
                  <c:v>-0.5</c:v>
                </c:pt>
                <c:pt idx="1901">
                  <c:v>-0.5</c:v>
                </c:pt>
                <c:pt idx="1902">
                  <c:v>-0.5</c:v>
                </c:pt>
                <c:pt idx="1903">
                  <c:v>-0.5</c:v>
                </c:pt>
                <c:pt idx="1904">
                  <c:v>-0.5</c:v>
                </c:pt>
                <c:pt idx="1905">
                  <c:v>-0.5</c:v>
                </c:pt>
                <c:pt idx="1906">
                  <c:v>-0.5</c:v>
                </c:pt>
                <c:pt idx="1907">
                  <c:v>-0.5</c:v>
                </c:pt>
                <c:pt idx="1908">
                  <c:v>-0.5</c:v>
                </c:pt>
                <c:pt idx="1909">
                  <c:v>-0.5</c:v>
                </c:pt>
                <c:pt idx="1910">
                  <c:v>-0.5</c:v>
                </c:pt>
                <c:pt idx="1911">
                  <c:v>-0.5</c:v>
                </c:pt>
                <c:pt idx="1912">
                  <c:v>-0.5</c:v>
                </c:pt>
                <c:pt idx="1913">
                  <c:v>-0.5</c:v>
                </c:pt>
                <c:pt idx="1914">
                  <c:v>-0.5</c:v>
                </c:pt>
                <c:pt idx="1915">
                  <c:v>-0.5</c:v>
                </c:pt>
                <c:pt idx="1916">
                  <c:v>-0.5</c:v>
                </c:pt>
                <c:pt idx="1917">
                  <c:v>-0.5</c:v>
                </c:pt>
                <c:pt idx="1918">
                  <c:v>-0.5</c:v>
                </c:pt>
                <c:pt idx="1919">
                  <c:v>-0.5</c:v>
                </c:pt>
                <c:pt idx="1920">
                  <c:v>-0.5</c:v>
                </c:pt>
                <c:pt idx="1921">
                  <c:v>-0.5</c:v>
                </c:pt>
                <c:pt idx="1922">
                  <c:v>-0.5</c:v>
                </c:pt>
                <c:pt idx="1923">
                  <c:v>-0.5</c:v>
                </c:pt>
                <c:pt idx="1924">
                  <c:v>-0.5</c:v>
                </c:pt>
                <c:pt idx="1925">
                  <c:v>-0.5</c:v>
                </c:pt>
                <c:pt idx="1926">
                  <c:v>-0.5</c:v>
                </c:pt>
                <c:pt idx="1927">
                  <c:v>-0.5</c:v>
                </c:pt>
                <c:pt idx="1928">
                  <c:v>-0.5</c:v>
                </c:pt>
                <c:pt idx="1929">
                  <c:v>-0.5</c:v>
                </c:pt>
                <c:pt idx="1930">
                  <c:v>-0.5</c:v>
                </c:pt>
                <c:pt idx="1931">
                  <c:v>-0.5</c:v>
                </c:pt>
                <c:pt idx="1932">
                  <c:v>-0.5</c:v>
                </c:pt>
                <c:pt idx="1933">
                  <c:v>-0.5</c:v>
                </c:pt>
                <c:pt idx="1934">
                  <c:v>-0.5</c:v>
                </c:pt>
                <c:pt idx="1935">
                  <c:v>-0.5</c:v>
                </c:pt>
                <c:pt idx="1936">
                  <c:v>-0.5</c:v>
                </c:pt>
                <c:pt idx="1937">
                  <c:v>-0.5</c:v>
                </c:pt>
                <c:pt idx="1938">
                  <c:v>-0.5</c:v>
                </c:pt>
                <c:pt idx="1939">
                  <c:v>-0.5</c:v>
                </c:pt>
                <c:pt idx="1940">
                  <c:v>-0.5</c:v>
                </c:pt>
                <c:pt idx="1941">
                  <c:v>-0.5</c:v>
                </c:pt>
                <c:pt idx="1942">
                  <c:v>-0.5</c:v>
                </c:pt>
                <c:pt idx="1943">
                  <c:v>-0.5</c:v>
                </c:pt>
                <c:pt idx="1944">
                  <c:v>-0.5</c:v>
                </c:pt>
                <c:pt idx="1945">
                  <c:v>-0.5</c:v>
                </c:pt>
                <c:pt idx="1946">
                  <c:v>-0.5</c:v>
                </c:pt>
                <c:pt idx="1947">
                  <c:v>-0.5</c:v>
                </c:pt>
                <c:pt idx="1948">
                  <c:v>-0.5</c:v>
                </c:pt>
                <c:pt idx="1949">
                  <c:v>-0.5</c:v>
                </c:pt>
                <c:pt idx="1950">
                  <c:v>-0.5</c:v>
                </c:pt>
                <c:pt idx="1951">
                  <c:v>-0.5</c:v>
                </c:pt>
                <c:pt idx="1952">
                  <c:v>-0.5</c:v>
                </c:pt>
                <c:pt idx="1953">
                  <c:v>-0.5</c:v>
                </c:pt>
                <c:pt idx="1954">
                  <c:v>-0.5</c:v>
                </c:pt>
                <c:pt idx="1955">
                  <c:v>-0.5</c:v>
                </c:pt>
                <c:pt idx="1956">
                  <c:v>-0.5</c:v>
                </c:pt>
                <c:pt idx="1957">
                  <c:v>-0.5</c:v>
                </c:pt>
                <c:pt idx="1958">
                  <c:v>-0.5</c:v>
                </c:pt>
                <c:pt idx="1959">
                  <c:v>-0.5</c:v>
                </c:pt>
                <c:pt idx="1960">
                  <c:v>-0.5</c:v>
                </c:pt>
                <c:pt idx="1961">
                  <c:v>-0.5</c:v>
                </c:pt>
                <c:pt idx="1962">
                  <c:v>-0.5</c:v>
                </c:pt>
                <c:pt idx="1963">
                  <c:v>-0.5</c:v>
                </c:pt>
                <c:pt idx="1964">
                  <c:v>-0.5</c:v>
                </c:pt>
                <c:pt idx="1965">
                  <c:v>-0.5</c:v>
                </c:pt>
                <c:pt idx="1966">
                  <c:v>-0.5</c:v>
                </c:pt>
                <c:pt idx="1967">
                  <c:v>-0.5</c:v>
                </c:pt>
                <c:pt idx="1968">
                  <c:v>-0.5</c:v>
                </c:pt>
                <c:pt idx="1969">
                  <c:v>-0.5</c:v>
                </c:pt>
                <c:pt idx="1970">
                  <c:v>-0.5</c:v>
                </c:pt>
                <c:pt idx="1971">
                  <c:v>-0.5</c:v>
                </c:pt>
                <c:pt idx="1972">
                  <c:v>-0.5</c:v>
                </c:pt>
                <c:pt idx="1973">
                  <c:v>-0.5</c:v>
                </c:pt>
                <c:pt idx="1974">
                  <c:v>-0.5</c:v>
                </c:pt>
                <c:pt idx="1975">
                  <c:v>-0.5</c:v>
                </c:pt>
                <c:pt idx="1976">
                  <c:v>-0.5</c:v>
                </c:pt>
                <c:pt idx="1977">
                  <c:v>-0.5</c:v>
                </c:pt>
                <c:pt idx="1978">
                  <c:v>-0.5</c:v>
                </c:pt>
                <c:pt idx="1979">
                  <c:v>-0.5</c:v>
                </c:pt>
                <c:pt idx="1980">
                  <c:v>-0.5</c:v>
                </c:pt>
                <c:pt idx="1981">
                  <c:v>-0.5</c:v>
                </c:pt>
                <c:pt idx="1982">
                  <c:v>-0.5</c:v>
                </c:pt>
                <c:pt idx="1983">
                  <c:v>-0.5</c:v>
                </c:pt>
                <c:pt idx="1984">
                  <c:v>-0.5</c:v>
                </c:pt>
                <c:pt idx="1985">
                  <c:v>-0.5</c:v>
                </c:pt>
                <c:pt idx="1986">
                  <c:v>-0.5</c:v>
                </c:pt>
                <c:pt idx="1987">
                  <c:v>-0.5</c:v>
                </c:pt>
                <c:pt idx="1988">
                  <c:v>-0.5</c:v>
                </c:pt>
                <c:pt idx="1989">
                  <c:v>-0.5</c:v>
                </c:pt>
                <c:pt idx="1990">
                  <c:v>-0.5</c:v>
                </c:pt>
                <c:pt idx="1991">
                  <c:v>-0.5</c:v>
                </c:pt>
                <c:pt idx="1992">
                  <c:v>-0.5</c:v>
                </c:pt>
                <c:pt idx="1993">
                  <c:v>-0.5</c:v>
                </c:pt>
                <c:pt idx="1994">
                  <c:v>-0.5</c:v>
                </c:pt>
                <c:pt idx="1995">
                  <c:v>-0.5</c:v>
                </c:pt>
                <c:pt idx="1996">
                  <c:v>-0.5</c:v>
                </c:pt>
                <c:pt idx="1997">
                  <c:v>-0.5</c:v>
                </c:pt>
                <c:pt idx="1998">
                  <c:v>-0.5</c:v>
                </c:pt>
                <c:pt idx="1999">
                  <c:v>-0.5</c:v>
                </c:pt>
                <c:pt idx="2000">
                  <c:v>-0.5</c:v>
                </c:pt>
                <c:pt idx="2001">
                  <c:v>-0.5</c:v>
                </c:pt>
                <c:pt idx="2002">
                  <c:v>-0.5</c:v>
                </c:pt>
                <c:pt idx="2003">
                  <c:v>-0.5</c:v>
                </c:pt>
                <c:pt idx="2004">
                  <c:v>-0.5</c:v>
                </c:pt>
                <c:pt idx="2005">
                  <c:v>-0.5</c:v>
                </c:pt>
                <c:pt idx="2006">
                  <c:v>-0.5</c:v>
                </c:pt>
                <c:pt idx="2007">
                  <c:v>-0.5</c:v>
                </c:pt>
                <c:pt idx="2008">
                  <c:v>-0.5</c:v>
                </c:pt>
                <c:pt idx="2009">
                  <c:v>-0.5</c:v>
                </c:pt>
                <c:pt idx="2010">
                  <c:v>-0.5</c:v>
                </c:pt>
                <c:pt idx="2011">
                  <c:v>-0.5</c:v>
                </c:pt>
                <c:pt idx="2012">
                  <c:v>-0.5</c:v>
                </c:pt>
                <c:pt idx="2013">
                  <c:v>-0.5</c:v>
                </c:pt>
                <c:pt idx="2014">
                  <c:v>-0.5</c:v>
                </c:pt>
                <c:pt idx="2015">
                  <c:v>-0.5</c:v>
                </c:pt>
                <c:pt idx="2016">
                  <c:v>-0.5</c:v>
                </c:pt>
                <c:pt idx="2017">
                  <c:v>-0.5</c:v>
                </c:pt>
                <c:pt idx="2018">
                  <c:v>-0.5</c:v>
                </c:pt>
                <c:pt idx="2019">
                  <c:v>-0.5</c:v>
                </c:pt>
                <c:pt idx="2020">
                  <c:v>-0.5</c:v>
                </c:pt>
                <c:pt idx="2021">
                  <c:v>-0.5</c:v>
                </c:pt>
                <c:pt idx="2022">
                  <c:v>-0.5</c:v>
                </c:pt>
                <c:pt idx="2023">
                  <c:v>-0.5</c:v>
                </c:pt>
                <c:pt idx="2024">
                  <c:v>-0.5</c:v>
                </c:pt>
                <c:pt idx="2025">
                  <c:v>-0.5</c:v>
                </c:pt>
                <c:pt idx="2026">
                  <c:v>-0.5</c:v>
                </c:pt>
                <c:pt idx="2027">
                  <c:v>-0.5</c:v>
                </c:pt>
                <c:pt idx="2028">
                  <c:v>-0.5</c:v>
                </c:pt>
                <c:pt idx="2029">
                  <c:v>-0.5</c:v>
                </c:pt>
                <c:pt idx="2030">
                  <c:v>-0.5</c:v>
                </c:pt>
                <c:pt idx="2031">
                  <c:v>-0.5</c:v>
                </c:pt>
                <c:pt idx="2032">
                  <c:v>-0.5</c:v>
                </c:pt>
                <c:pt idx="2033">
                  <c:v>-0.5</c:v>
                </c:pt>
                <c:pt idx="2034">
                  <c:v>-0.5</c:v>
                </c:pt>
                <c:pt idx="2035">
                  <c:v>-0.5</c:v>
                </c:pt>
                <c:pt idx="2036">
                  <c:v>-0.5</c:v>
                </c:pt>
                <c:pt idx="2037">
                  <c:v>-0.5</c:v>
                </c:pt>
                <c:pt idx="2038">
                  <c:v>-0.5</c:v>
                </c:pt>
                <c:pt idx="2039">
                  <c:v>-0.5</c:v>
                </c:pt>
                <c:pt idx="2040">
                  <c:v>-0.5</c:v>
                </c:pt>
                <c:pt idx="2041">
                  <c:v>-0.5</c:v>
                </c:pt>
                <c:pt idx="2042">
                  <c:v>-0.5</c:v>
                </c:pt>
                <c:pt idx="2043">
                  <c:v>-0.5</c:v>
                </c:pt>
                <c:pt idx="2044">
                  <c:v>-0.5</c:v>
                </c:pt>
                <c:pt idx="2045">
                  <c:v>-0.5</c:v>
                </c:pt>
                <c:pt idx="2046">
                  <c:v>-0.5</c:v>
                </c:pt>
                <c:pt idx="2047">
                  <c:v>-0.5</c:v>
                </c:pt>
                <c:pt idx="2048">
                  <c:v>-0.5</c:v>
                </c:pt>
                <c:pt idx="2049">
                  <c:v>-0.5</c:v>
                </c:pt>
                <c:pt idx="2050">
                  <c:v>-0.5</c:v>
                </c:pt>
                <c:pt idx="2051">
                  <c:v>-0.5</c:v>
                </c:pt>
                <c:pt idx="2052">
                  <c:v>-0.5</c:v>
                </c:pt>
                <c:pt idx="2053">
                  <c:v>-0.5</c:v>
                </c:pt>
                <c:pt idx="2054">
                  <c:v>-0.5</c:v>
                </c:pt>
                <c:pt idx="2055">
                  <c:v>-0.5</c:v>
                </c:pt>
                <c:pt idx="2056">
                  <c:v>-0.5</c:v>
                </c:pt>
                <c:pt idx="2057">
                  <c:v>-0.5</c:v>
                </c:pt>
                <c:pt idx="2058">
                  <c:v>-0.5</c:v>
                </c:pt>
                <c:pt idx="2059">
                  <c:v>-0.5</c:v>
                </c:pt>
                <c:pt idx="2060">
                  <c:v>-0.5</c:v>
                </c:pt>
                <c:pt idx="2061">
                  <c:v>-0.5</c:v>
                </c:pt>
                <c:pt idx="2062">
                  <c:v>-0.5</c:v>
                </c:pt>
                <c:pt idx="2063">
                  <c:v>-0.5</c:v>
                </c:pt>
                <c:pt idx="2064">
                  <c:v>-0.5</c:v>
                </c:pt>
                <c:pt idx="2065">
                  <c:v>-0.5</c:v>
                </c:pt>
                <c:pt idx="2066">
                  <c:v>-0.5</c:v>
                </c:pt>
                <c:pt idx="2067">
                  <c:v>-0.5</c:v>
                </c:pt>
                <c:pt idx="2068">
                  <c:v>-0.5</c:v>
                </c:pt>
                <c:pt idx="2069">
                  <c:v>-0.5</c:v>
                </c:pt>
                <c:pt idx="2070">
                  <c:v>-0.5</c:v>
                </c:pt>
                <c:pt idx="2071">
                  <c:v>-0.5</c:v>
                </c:pt>
                <c:pt idx="2072">
                  <c:v>-0.5</c:v>
                </c:pt>
                <c:pt idx="2073">
                  <c:v>-0.5</c:v>
                </c:pt>
                <c:pt idx="2074">
                  <c:v>-0.5</c:v>
                </c:pt>
                <c:pt idx="2075">
                  <c:v>-0.5</c:v>
                </c:pt>
                <c:pt idx="2076">
                  <c:v>-0.5</c:v>
                </c:pt>
                <c:pt idx="2077">
                  <c:v>-0.5</c:v>
                </c:pt>
                <c:pt idx="2078">
                  <c:v>-0.5</c:v>
                </c:pt>
                <c:pt idx="2079">
                  <c:v>-0.5</c:v>
                </c:pt>
                <c:pt idx="2080">
                  <c:v>-0.5</c:v>
                </c:pt>
                <c:pt idx="2081">
                  <c:v>-0.5</c:v>
                </c:pt>
                <c:pt idx="2082">
                  <c:v>-0.5</c:v>
                </c:pt>
                <c:pt idx="2083">
                  <c:v>-0.5</c:v>
                </c:pt>
                <c:pt idx="2084">
                  <c:v>-0.5</c:v>
                </c:pt>
                <c:pt idx="2085">
                  <c:v>-0.5</c:v>
                </c:pt>
                <c:pt idx="2086">
                  <c:v>-0.5</c:v>
                </c:pt>
                <c:pt idx="2087">
                  <c:v>-0.5</c:v>
                </c:pt>
                <c:pt idx="2088">
                  <c:v>-0.5</c:v>
                </c:pt>
                <c:pt idx="2089">
                  <c:v>-0.5</c:v>
                </c:pt>
                <c:pt idx="2090">
                  <c:v>-0.5</c:v>
                </c:pt>
                <c:pt idx="2091">
                  <c:v>-0.5</c:v>
                </c:pt>
                <c:pt idx="2092">
                  <c:v>-0.5</c:v>
                </c:pt>
                <c:pt idx="2093">
                  <c:v>-0.5</c:v>
                </c:pt>
                <c:pt idx="2094">
                  <c:v>-0.5</c:v>
                </c:pt>
                <c:pt idx="2095">
                  <c:v>-0.5</c:v>
                </c:pt>
                <c:pt idx="2096">
                  <c:v>-0.5</c:v>
                </c:pt>
                <c:pt idx="2097">
                  <c:v>-0.5</c:v>
                </c:pt>
                <c:pt idx="2098">
                  <c:v>-0.5</c:v>
                </c:pt>
                <c:pt idx="2099">
                  <c:v>-0.5</c:v>
                </c:pt>
                <c:pt idx="2100">
                  <c:v>-0.5</c:v>
                </c:pt>
                <c:pt idx="2101">
                  <c:v>-0.5</c:v>
                </c:pt>
                <c:pt idx="2102">
                  <c:v>-0.5</c:v>
                </c:pt>
                <c:pt idx="2103">
                  <c:v>-0.5</c:v>
                </c:pt>
                <c:pt idx="2104">
                  <c:v>-0.5</c:v>
                </c:pt>
                <c:pt idx="2105">
                  <c:v>-0.5</c:v>
                </c:pt>
                <c:pt idx="2106">
                  <c:v>-0.5</c:v>
                </c:pt>
                <c:pt idx="2107">
                  <c:v>-0.5</c:v>
                </c:pt>
                <c:pt idx="2108">
                  <c:v>-0.5</c:v>
                </c:pt>
                <c:pt idx="2109">
                  <c:v>-0.5</c:v>
                </c:pt>
                <c:pt idx="2110">
                  <c:v>-0.5</c:v>
                </c:pt>
                <c:pt idx="2111">
                  <c:v>-0.5</c:v>
                </c:pt>
                <c:pt idx="2112">
                  <c:v>-0.5</c:v>
                </c:pt>
                <c:pt idx="2113">
                  <c:v>-0.5</c:v>
                </c:pt>
                <c:pt idx="2114">
                  <c:v>-0.5</c:v>
                </c:pt>
                <c:pt idx="2115">
                  <c:v>-0.5</c:v>
                </c:pt>
                <c:pt idx="2116">
                  <c:v>-0.5</c:v>
                </c:pt>
                <c:pt idx="2117">
                  <c:v>-0.5</c:v>
                </c:pt>
                <c:pt idx="2118">
                  <c:v>-0.5</c:v>
                </c:pt>
                <c:pt idx="2119">
                  <c:v>-0.5</c:v>
                </c:pt>
                <c:pt idx="2120">
                  <c:v>-0.5</c:v>
                </c:pt>
                <c:pt idx="2121">
                  <c:v>-0.5</c:v>
                </c:pt>
                <c:pt idx="2122">
                  <c:v>-0.5</c:v>
                </c:pt>
                <c:pt idx="2123">
                  <c:v>-0.5</c:v>
                </c:pt>
                <c:pt idx="2124">
                  <c:v>-0.5</c:v>
                </c:pt>
                <c:pt idx="2125">
                  <c:v>-0.5</c:v>
                </c:pt>
                <c:pt idx="2126">
                  <c:v>-0.5</c:v>
                </c:pt>
                <c:pt idx="2127">
                  <c:v>-0.5</c:v>
                </c:pt>
                <c:pt idx="2128">
                  <c:v>-0.5</c:v>
                </c:pt>
                <c:pt idx="2129">
                  <c:v>-0.5</c:v>
                </c:pt>
                <c:pt idx="2130">
                  <c:v>-0.5</c:v>
                </c:pt>
                <c:pt idx="2131">
                  <c:v>-0.5</c:v>
                </c:pt>
                <c:pt idx="2132">
                  <c:v>-0.5</c:v>
                </c:pt>
                <c:pt idx="2133">
                  <c:v>-0.5</c:v>
                </c:pt>
                <c:pt idx="2134">
                  <c:v>-0.5</c:v>
                </c:pt>
                <c:pt idx="2135">
                  <c:v>-0.5</c:v>
                </c:pt>
                <c:pt idx="2136">
                  <c:v>-0.5</c:v>
                </c:pt>
                <c:pt idx="2137">
                  <c:v>-0.5</c:v>
                </c:pt>
                <c:pt idx="2138">
                  <c:v>-0.5</c:v>
                </c:pt>
                <c:pt idx="2139">
                  <c:v>-0.5</c:v>
                </c:pt>
                <c:pt idx="2140">
                  <c:v>-0.5</c:v>
                </c:pt>
                <c:pt idx="2141">
                  <c:v>-0.5</c:v>
                </c:pt>
                <c:pt idx="2142">
                  <c:v>-0.5</c:v>
                </c:pt>
                <c:pt idx="2143">
                  <c:v>-0.5</c:v>
                </c:pt>
                <c:pt idx="2144">
                  <c:v>-0.5</c:v>
                </c:pt>
                <c:pt idx="2145">
                  <c:v>-0.5</c:v>
                </c:pt>
                <c:pt idx="2146">
                  <c:v>-0.5</c:v>
                </c:pt>
                <c:pt idx="2147">
                  <c:v>-0.5</c:v>
                </c:pt>
                <c:pt idx="2148">
                  <c:v>-0.5</c:v>
                </c:pt>
                <c:pt idx="2149">
                  <c:v>-0.5</c:v>
                </c:pt>
                <c:pt idx="2150">
                  <c:v>-0.5</c:v>
                </c:pt>
                <c:pt idx="2151">
                  <c:v>-0.5</c:v>
                </c:pt>
                <c:pt idx="2152">
                  <c:v>-0.5</c:v>
                </c:pt>
                <c:pt idx="2153">
                  <c:v>-0.5</c:v>
                </c:pt>
                <c:pt idx="2154">
                  <c:v>-0.5</c:v>
                </c:pt>
                <c:pt idx="2155">
                  <c:v>-0.5</c:v>
                </c:pt>
                <c:pt idx="2156">
                  <c:v>-0.5</c:v>
                </c:pt>
                <c:pt idx="2157">
                  <c:v>-0.5</c:v>
                </c:pt>
                <c:pt idx="2158">
                  <c:v>-0.5</c:v>
                </c:pt>
                <c:pt idx="2159">
                  <c:v>-0.5</c:v>
                </c:pt>
                <c:pt idx="2160">
                  <c:v>-0.5</c:v>
                </c:pt>
                <c:pt idx="2161">
                  <c:v>-0.5</c:v>
                </c:pt>
                <c:pt idx="2162">
                  <c:v>-0.5</c:v>
                </c:pt>
                <c:pt idx="2163">
                  <c:v>-0.5</c:v>
                </c:pt>
                <c:pt idx="2164">
                  <c:v>-0.5</c:v>
                </c:pt>
                <c:pt idx="2165">
                  <c:v>-0.5</c:v>
                </c:pt>
                <c:pt idx="2166">
                  <c:v>-0.5</c:v>
                </c:pt>
                <c:pt idx="2167">
                  <c:v>-0.5</c:v>
                </c:pt>
                <c:pt idx="2168">
                  <c:v>-0.5</c:v>
                </c:pt>
                <c:pt idx="2169">
                  <c:v>-0.5</c:v>
                </c:pt>
                <c:pt idx="2170">
                  <c:v>-0.5</c:v>
                </c:pt>
                <c:pt idx="2171">
                  <c:v>-0.5</c:v>
                </c:pt>
                <c:pt idx="2172">
                  <c:v>-0.5</c:v>
                </c:pt>
                <c:pt idx="2173">
                  <c:v>-0.5</c:v>
                </c:pt>
                <c:pt idx="2174">
                  <c:v>-0.5</c:v>
                </c:pt>
                <c:pt idx="2175">
                  <c:v>-0.5</c:v>
                </c:pt>
                <c:pt idx="2176">
                  <c:v>-0.5</c:v>
                </c:pt>
                <c:pt idx="2177">
                  <c:v>-0.5</c:v>
                </c:pt>
                <c:pt idx="2178">
                  <c:v>-0.5</c:v>
                </c:pt>
                <c:pt idx="2179">
                  <c:v>-0.5</c:v>
                </c:pt>
                <c:pt idx="2180">
                  <c:v>-0.5</c:v>
                </c:pt>
                <c:pt idx="2181">
                  <c:v>-0.5</c:v>
                </c:pt>
                <c:pt idx="2182">
                  <c:v>-0.5</c:v>
                </c:pt>
                <c:pt idx="2183">
                  <c:v>-0.5</c:v>
                </c:pt>
                <c:pt idx="2184">
                  <c:v>-0.5</c:v>
                </c:pt>
                <c:pt idx="2185">
                  <c:v>-0.5</c:v>
                </c:pt>
                <c:pt idx="2186">
                  <c:v>-0.5</c:v>
                </c:pt>
                <c:pt idx="2187">
                  <c:v>-0.5</c:v>
                </c:pt>
                <c:pt idx="2188">
                  <c:v>-0.5</c:v>
                </c:pt>
                <c:pt idx="2189">
                  <c:v>-0.5</c:v>
                </c:pt>
                <c:pt idx="2190">
                  <c:v>-0.5</c:v>
                </c:pt>
                <c:pt idx="2191">
                  <c:v>-0.5</c:v>
                </c:pt>
                <c:pt idx="2192">
                  <c:v>-0.5</c:v>
                </c:pt>
                <c:pt idx="2193">
                  <c:v>-0.5</c:v>
                </c:pt>
                <c:pt idx="2194">
                  <c:v>-0.5</c:v>
                </c:pt>
                <c:pt idx="2195">
                  <c:v>-0.5</c:v>
                </c:pt>
                <c:pt idx="2196">
                  <c:v>-0.5</c:v>
                </c:pt>
                <c:pt idx="2197">
                  <c:v>-0.5</c:v>
                </c:pt>
                <c:pt idx="2198">
                  <c:v>-0.5</c:v>
                </c:pt>
                <c:pt idx="2199">
                  <c:v>-0.5</c:v>
                </c:pt>
                <c:pt idx="2200">
                  <c:v>-0.5</c:v>
                </c:pt>
                <c:pt idx="2201">
                  <c:v>-0.5</c:v>
                </c:pt>
                <c:pt idx="2202">
                  <c:v>-0.5</c:v>
                </c:pt>
                <c:pt idx="2203">
                  <c:v>-0.5</c:v>
                </c:pt>
                <c:pt idx="2204">
                  <c:v>-0.5</c:v>
                </c:pt>
                <c:pt idx="2205">
                  <c:v>-0.5</c:v>
                </c:pt>
                <c:pt idx="2206">
                  <c:v>-0.5</c:v>
                </c:pt>
                <c:pt idx="2207">
                  <c:v>-0.5</c:v>
                </c:pt>
                <c:pt idx="2208">
                  <c:v>-0.5</c:v>
                </c:pt>
                <c:pt idx="2209">
                  <c:v>-0.5</c:v>
                </c:pt>
                <c:pt idx="2210">
                  <c:v>-0.5</c:v>
                </c:pt>
                <c:pt idx="2211">
                  <c:v>-0.5</c:v>
                </c:pt>
                <c:pt idx="2212">
                  <c:v>-0.5</c:v>
                </c:pt>
                <c:pt idx="2213">
                  <c:v>-0.5</c:v>
                </c:pt>
                <c:pt idx="2214">
                  <c:v>-0.5</c:v>
                </c:pt>
                <c:pt idx="2215">
                  <c:v>-0.5</c:v>
                </c:pt>
                <c:pt idx="2216">
                  <c:v>-0.5</c:v>
                </c:pt>
                <c:pt idx="2217">
                  <c:v>-0.5</c:v>
                </c:pt>
                <c:pt idx="2218">
                  <c:v>-0.5</c:v>
                </c:pt>
                <c:pt idx="2219">
                  <c:v>-0.5</c:v>
                </c:pt>
                <c:pt idx="2220">
                  <c:v>-0.5</c:v>
                </c:pt>
                <c:pt idx="2221">
                  <c:v>-0.5</c:v>
                </c:pt>
                <c:pt idx="2222">
                  <c:v>-0.5</c:v>
                </c:pt>
                <c:pt idx="2223">
                  <c:v>-0.5</c:v>
                </c:pt>
                <c:pt idx="2224">
                  <c:v>-0.5</c:v>
                </c:pt>
                <c:pt idx="2225">
                  <c:v>-0.5</c:v>
                </c:pt>
                <c:pt idx="2226">
                  <c:v>-0.5</c:v>
                </c:pt>
                <c:pt idx="2227">
                  <c:v>-0.5</c:v>
                </c:pt>
                <c:pt idx="2228">
                  <c:v>-0.5</c:v>
                </c:pt>
                <c:pt idx="2229">
                  <c:v>-0.5</c:v>
                </c:pt>
                <c:pt idx="2230">
                  <c:v>-0.5</c:v>
                </c:pt>
                <c:pt idx="2231">
                  <c:v>-0.5</c:v>
                </c:pt>
                <c:pt idx="2232">
                  <c:v>-0.5</c:v>
                </c:pt>
                <c:pt idx="2233">
                  <c:v>-0.5</c:v>
                </c:pt>
                <c:pt idx="2234">
                  <c:v>-0.5</c:v>
                </c:pt>
                <c:pt idx="2235">
                  <c:v>-0.5</c:v>
                </c:pt>
                <c:pt idx="2236">
                  <c:v>-0.5</c:v>
                </c:pt>
                <c:pt idx="2237">
                  <c:v>-0.5</c:v>
                </c:pt>
                <c:pt idx="2238">
                  <c:v>-0.5</c:v>
                </c:pt>
                <c:pt idx="2239">
                  <c:v>-0.5</c:v>
                </c:pt>
                <c:pt idx="2240">
                  <c:v>-0.5</c:v>
                </c:pt>
                <c:pt idx="2241">
                  <c:v>-0.5</c:v>
                </c:pt>
                <c:pt idx="2242">
                  <c:v>-0.5</c:v>
                </c:pt>
                <c:pt idx="2243">
                  <c:v>-0.5</c:v>
                </c:pt>
                <c:pt idx="2244">
                  <c:v>-0.5</c:v>
                </c:pt>
                <c:pt idx="2245">
                  <c:v>-0.5</c:v>
                </c:pt>
                <c:pt idx="2246">
                  <c:v>-0.5</c:v>
                </c:pt>
                <c:pt idx="2247">
                  <c:v>-0.5</c:v>
                </c:pt>
                <c:pt idx="2248">
                  <c:v>-0.5</c:v>
                </c:pt>
                <c:pt idx="2249">
                  <c:v>-0.5</c:v>
                </c:pt>
                <c:pt idx="2250">
                  <c:v>-0.5</c:v>
                </c:pt>
                <c:pt idx="2251">
                  <c:v>-0.5</c:v>
                </c:pt>
                <c:pt idx="2252">
                  <c:v>-0.5</c:v>
                </c:pt>
                <c:pt idx="2253">
                  <c:v>-0.5</c:v>
                </c:pt>
                <c:pt idx="2254">
                  <c:v>-0.5</c:v>
                </c:pt>
                <c:pt idx="2255">
                  <c:v>-0.5</c:v>
                </c:pt>
                <c:pt idx="2256">
                  <c:v>-0.5</c:v>
                </c:pt>
                <c:pt idx="2257">
                  <c:v>-0.5</c:v>
                </c:pt>
                <c:pt idx="2258">
                  <c:v>-0.5</c:v>
                </c:pt>
                <c:pt idx="2259">
                  <c:v>-0.5</c:v>
                </c:pt>
                <c:pt idx="2260">
                  <c:v>-0.5</c:v>
                </c:pt>
                <c:pt idx="2261">
                  <c:v>-0.5</c:v>
                </c:pt>
                <c:pt idx="2262">
                  <c:v>-0.5</c:v>
                </c:pt>
                <c:pt idx="2263">
                  <c:v>-0.5</c:v>
                </c:pt>
                <c:pt idx="2264">
                  <c:v>-0.5</c:v>
                </c:pt>
                <c:pt idx="2265">
                  <c:v>-0.5</c:v>
                </c:pt>
                <c:pt idx="2266">
                  <c:v>-0.5</c:v>
                </c:pt>
                <c:pt idx="2267">
                  <c:v>-0.5</c:v>
                </c:pt>
                <c:pt idx="2268">
                  <c:v>-0.5</c:v>
                </c:pt>
                <c:pt idx="2269">
                  <c:v>-0.5</c:v>
                </c:pt>
                <c:pt idx="2270">
                  <c:v>-0.5</c:v>
                </c:pt>
                <c:pt idx="2271">
                  <c:v>-0.5</c:v>
                </c:pt>
                <c:pt idx="2272">
                  <c:v>-0.5</c:v>
                </c:pt>
                <c:pt idx="2273">
                  <c:v>-0.5</c:v>
                </c:pt>
                <c:pt idx="2274">
                  <c:v>-0.5</c:v>
                </c:pt>
                <c:pt idx="2275">
                  <c:v>-0.5</c:v>
                </c:pt>
                <c:pt idx="2276">
                  <c:v>-0.5</c:v>
                </c:pt>
                <c:pt idx="2277">
                  <c:v>-0.5</c:v>
                </c:pt>
                <c:pt idx="2278">
                  <c:v>-0.5</c:v>
                </c:pt>
                <c:pt idx="2279">
                  <c:v>-0.5</c:v>
                </c:pt>
                <c:pt idx="2280">
                  <c:v>-0.5</c:v>
                </c:pt>
                <c:pt idx="2281">
                  <c:v>-0.5</c:v>
                </c:pt>
                <c:pt idx="2282">
                  <c:v>-0.5</c:v>
                </c:pt>
                <c:pt idx="2283">
                  <c:v>-0.5</c:v>
                </c:pt>
                <c:pt idx="2284">
                  <c:v>-0.5</c:v>
                </c:pt>
                <c:pt idx="2285">
                  <c:v>-0.5</c:v>
                </c:pt>
                <c:pt idx="2286">
                  <c:v>-0.5</c:v>
                </c:pt>
                <c:pt idx="2287">
                  <c:v>-0.5</c:v>
                </c:pt>
                <c:pt idx="2288">
                  <c:v>-0.5</c:v>
                </c:pt>
                <c:pt idx="2289">
                  <c:v>-0.5</c:v>
                </c:pt>
                <c:pt idx="2290">
                  <c:v>-0.5</c:v>
                </c:pt>
                <c:pt idx="2291">
                  <c:v>-0.5</c:v>
                </c:pt>
                <c:pt idx="2292">
                  <c:v>-0.5</c:v>
                </c:pt>
                <c:pt idx="2293">
                  <c:v>-0.5</c:v>
                </c:pt>
                <c:pt idx="2294">
                  <c:v>-0.5</c:v>
                </c:pt>
                <c:pt idx="2295">
                  <c:v>-0.5</c:v>
                </c:pt>
                <c:pt idx="2296">
                  <c:v>-0.5</c:v>
                </c:pt>
                <c:pt idx="2297">
                  <c:v>-0.5</c:v>
                </c:pt>
                <c:pt idx="2298">
                  <c:v>-0.5</c:v>
                </c:pt>
                <c:pt idx="2299">
                  <c:v>-0.5</c:v>
                </c:pt>
                <c:pt idx="2300">
                  <c:v>-0.5</c:v>
                </c:pt>
                <c:pt idx="2301">
                  <c:v>-0.5</c:v>
                </c:pt>
                <c:pt idx="2302">
                  <c:v>-0.5</c:v>
                </c:pt>
                <c:pt idx="2303">
                  <c:v>-0.5</c:v>
                </c:pt>
                <c:pt idx="2304">
                  <c:v>-0.5</c:v>
                </c:pt>
                <c:pt idx="2305">
                  <c:v>-0.5</c:v>
                </c:pt>
                <c:pt idx="2306">
                  <c:v>-0.5</c:v>
                </c:pt>
                <c:pt idx="2307">
                  <c:v>-0.5</c:v>
                </c:pt>
                <c:pt idx="2308">
                  <c:v>-0.5</c:v>
                </c:pt>
                <c:pt idx="2309">
                  <c:v>-0.5</c:v>
                </c:pt>
                <c:pt idx="2310">
                  <c:v>-0.5</c:v>
                </c:pt>
                <c:pt idx="2311">
                  <c:v>-0.5</c:v>
                </c:pt>
                <c:pt idx="2312">
                  <c:v>-0.5</c:v>
                </c:pt>
                <c:pt idx="2313">
                  <c:v>-0.5</c:v>
                </c:pt>
                <c:pt idx="2314">
                  <c:v>-0.5</c:v>
                </c:pt>
                <c:pt idx="2315">
                  <c:v>-0.5</c:v>
                </c:pt>
                <c:pt idx="2316">
                  <c:v>-0.5</c:v>
                </c:pt>
                <c:pt idx="2317">
                  <c:v>-0.5</c:v>
                </c:pt>
                <c:pt idx="2318">
                  <c:v>-0.5</c:v>
                </c:pt>
                <c:pt idx="2319">
                  <c:v>-0.5</c:v>
                </c:pt>
                <c:pt idx="2320">
                  <c:v>-0.5</c:v>
                </c:pt>
                <c:pt idx="2321">
                  <c:v>-0.5</c:v>
                </c:pt>
                <c:pt idx="2322">
                  <c:v>-0.5</c:v>
                </c:pt>
                <c:pt idx="2323">
                  <c:v>-0.5</c:v>
                </c:pt>
                <c:pt idx="2324">
                  <c:v>-0.5</c:v>
                </c:pt>
                <c:pt idx="2325">
                  <c:v>-0.5</c:v>
                </c:pt>
                <c:pt idx="2326">
                  <c:v>-0.5</c:v>
                </c:pt>
                <c:pt idx="2327">
                  <c:v>-0.5</c:v>
                </c:pt>
                <c:pt idx="2328">
                  <c:v>-0.5</c:v>
                </c:pt>
                <c:pt idx="2329">
                  <c:v>-0.5</c:v>
                </c:pt>
                <c:pt idx="2330">
                  <c:v>-0.5</c:v>
                </c:pt>
                <c:pt idx="2331">
                  <c:v>-0.5</c:v>
                </c:pt>
                <c:pt idx="2332">
                  <c:v>-0.5</c:v>
                </c:pt>
                <c:pt idx="2333">
                  <c:v>-0.5</c:v>
                </c:pt>
                <c:pt idx="2334">
                  <c:v>-0.5</c:v>
                </c:pt>
                <c:pt idx="2335">
                  <c:v>-0.5</c:v>
                </c:pt>
                <c:pt idx="2336">
                  <c:v>-0.5</c:v>
                </c:pt>
                <c:pt idx="2337">
                  <c:v>-0.5</c:v>
                </c:pt>
                <c:pt idx="2338">
                  <c:v>-0.5</c:v>
                </c:pt>
                <c:pt idx="2339">
                  <c:v>-0.5</c:v>
                </c:pt>
                <c:pt idx="2340">
                  <c:v>-0.5</c:v>
                </c:pt>
                <c:pt idx="2341">
                  <c:v>-0.5</c:v>
                </c:pt>
                <c:pt idx="2342">
                  <c:v>-0.5</c:v>
                </c:pt>
                <c:pt idx="2343">
                  <c:v>-0.5</c:v>
                </c:pt>
                <c:pt idx="2344">
                  <c:v>-0.5</c:v>
                </c:pt>
                <c:pt idx="2345">
                  <c:v>-0.5</c:v>
                </c:pt>
                <c:pt idx="2346">
                  <c:v>-0.5</c:v>
                </c:pt>
                <c:pt idx="2347">
                  <c:v>-0.5</c:v>
                </c:pt>
                <c:pt idx="2348">
                  <c:v>-0.5</c:v>
                </c:pt>
                <c:pt idx="2349">
                  <c:v>-0.5</c:v>
                </c:pt>
                <c:pt idx="2350">
                  <c:v>-0.5</c:v>
                </c:pt>
                <c:pt idx="2351">
                  <c:v>-0.5</c:v>
                </c:pt>
                <c:pt idx="2352">
                  <c:v>-0.5</c:v>
                </c:pt>
                <c:pt idx="2353">
                  <c:v>-0.5</c:v>
                </c:pt>
                <c:pt idx="2354">
                  <c:v>-0.5</c:v>
                </c:pt>
                <c:pt idx="2355">
                  <c:v>-0.5</c:v>
                </c:pt>
                <c:pt idx="2356">
                  <c:v>-0.5</c:v>
                </c:pt>
                <c:pt idx="2357">
                  <c:v>-0.5</c:v>
                </c:pt>
                <c:pt idx="2358">
                  <c:v>-0.5</c:v>
                </c:pt>
                <c:pt idx="2359">
                  <c:v>-0.5</c:v>
                </c:pt>
                <c:pt idx="2360">
                  <c:v>-0.5</c:v>
                </c:pt>
                <c:pt idx="2361">
                  <c:v>-0.5</c:v>
                </c:pt>
                <c:pt idx="2362">
                  <c:v>-0.5</c:v>
                </c:pt>
                <c:pt idx="2363">
                  <c:v>-0.5</c:v>
                </c:pt>
                <c:pt idx="2364">
                  <c:v>-0.5</c:v>
                </c:pt>
                <c:pt idx="2365">
                  <c:v>-0.5</c:v>
                </c:pt>
                <c:pt idx="2366">
                  <c:v>-0.5</c:v>
                </c:pt>
                <c:pt idx="2367">
                  <c:v>-0.5</c:v>
                </c:pt>
                <c:pt idx="2368">
                  <c:v>-0.5</c:v>
                </c:pt>
                <c:pt idx="2369">
                  <c:v>-0.5</c:v>
                </c:pt>
                <c:pt idx="2370">
                  <c:v>-0.5</c:v>
                </c:pt>
                <c:pt idx="2371">
                  <c:v>-0.5</c:v>
                </c:pt>
                <c:pt idx="2372">
                  <c:v>-0.5</c:v>
                </c:pt>
                <c:pt idx="2373">
                  <c:v>-0.5</c:v>
                </c:pt>
                <c:pt idx="2374">
                  <c:v>-0.5</c:v>
                </c:pt>
                <c:pt idx="2375">
                  <c:v>-0.5</c:v>
                </c:pt>
                <c:pt idx="2376">
                  <c:v>-0.5</c:v>
                </c:pt>
                <c:pt idx="2377">
                  <c:v>-0.5</c:v>
                </c:pt>
                <c:pt idx="2378">
                  <c:v>-0.5</c:v>
                </c:pt>
                <c:pt idx="2379">
                  <c:v>-0.5</c:v>
                </c:pt>
                <c:pt idx="2380">
                  <c:v>-0.5</c:v>
                </c:pt>
                <c:pt idx="2381">
                  <c:v>-0.5</c:v>
                </c:pt>
                <c:pt idx="2382">
                  <c:v>-0.5</c:v>
                </c:pt>
                <c:pt idx="2383">
                  <c:v>-0.5</c:v>
                </c:pt>
                <c:pt idx="2384">
                  <c:v>-0.5</c:v>
                </c:pt>
                <c:pt idx="2385">
                  <c:v>-0.5</c:v>
                </c:pt>
                <c:pt idx="2386">
                  <c:v>-0.5</c:v>
                </c:pt>
                <c:pt idx="2387">
                  <c:v>-0.5</c:v>
                </c:pt>
                <c:pt idx="2388">
                  <c:v>-0.5</c:v>
                </c:pt>
                <c:pt idx="2389">
                  <c:v>-0.5</c:v>
                </c:pt>
                <c:pt idx="2390">
                  <c:v>-0.5</c:v>
                </c:pt>
                <c:pt idx="2391">
                  <c:v>-0.5</c:v>
                </c:pt>
                <c:pt idx="2392">
                  <c:v>-0.5</c:v>
                </c:pt>
                <c:pt idx="2393">
                  <c:v>-0.5</c:v>
                </c:pt>
                <c:pt idx="2394">
                  <c:v>-0.5</c:v>
                </c:pt>
                <c:pt idx="2395">
                  <c:v>-0.5</c:v>
                </c:pt>
                <c:pt idx="2396">
                  <c:v>-0.5</c:v>
                </c:pt>
                <c:pt idx="2397">
                  <c:v>-0.5</c:v>
                </c:pt>
                <c:pt idx="2398">
                  <c:v>-0.5</c:v>
                </c:pt>
                <c:pt idx="2399">
                  <c:v>-0.5</c:v>
                </c:pt>
                <c:pt idx="2400">
                  <c:v>-0.5</c:v>
                </c:pt>
                <c:pt idx="2401">
                  <c:v>-0.5</c:v>
                </c:pt>
                <c:pt idx="2402">
                  <c:v>-0.5</c:v>
                </c:pt>
                <c:pt idx="2403">
                  <c:v>-0.5</c:v>
                </c:pt>
                <c:pt idx="2404">
                  <c:v>-0.5</c:v>
                </c:pt>
                <c:pt idx="2405">
                  <c:v>-0.5</c:v>
                </c:pt>
                <c:pt idx="2406">
                  <c:v>-0.5</c:v>
                </c:pt>
                <c:pt idx="2407">
                  <c:v>-0.5</c:v>
                </c:pt>
                <c:pt idx="2408">
                  <c:v>-0.5</c:v>
                </c:pt>
                <c:pt idx="2409">
                  <c:v>-0.5</c:v>
                </c:pt>
                <c:pt idx="2410">
                  <c:v>-0.5</c:v>
                </c:pt>
                <c:pt idx="2411">
                  <c:v>-0.5</c:v>
                </c:pt>
                <c:pt idx="2412">
                  <c:v>-0.5</c:v>
                </c:pt>
                <c:pt idx="2413">
                  <c:v>-0.5</c:v>
                </c:pt>
                <c:pt idx="2414">
                  <c:v>-0.5</c:v>
                </c:pt>
                <c:pt idx="2415">
                  <c:v>-0.5</c:v>
                </c:pt>
                <c:pt idx="2416">
                  <c:v>-0.5</c:v>
                </c:pt>
                <c:pt idx="2417">
                  <c:v>-0.5</c:v>
                </c:pt>
                <c:pt idx="2418">
                  <c:v>-0.5</c:v>
                </c:pt>
                <c:pt idx="2419">
                  <c:v>-0.5</c:v>
                </c:pt>
                <c:pt idx="2420">
                  <c:v>-0.5</c:v>
                </c:pt>
                <c:pt idx="2421">
                  <c:v>-0.5</c:v>
                </c:pt>
                <c:pt idx="2422">
                  <c:v>-0.5</c:v>
                </c:pt>
                <c:pt idx="2423">
                  <c:v>-0.5</c:v>
                </c:pt>
                <c:pt idx="2424">
                  <c:v>-0.5</c:v>
                </c:pt>
                <c:pt idx="2425">
                  <c:v>-0.5</c:v>
                </c:pt>
                <c:pt idx="2426">
                  <c:v>-0.5</c:v>
                </c:pt>
                <c:pt idx="2427">
                  <c:v>-0.5</c:v>
                </c:pt>
                <c:pt idx="2428">
                  <c:v>-0.5</c:v>
                </c:pt>
                <c:pt idx="2429">
                  <c:v>-0.5</c:v>
                </c:pt>
                <c:pt idx="2430">
                  <c:v>-0.5</c:v>
                </c:pt>
                <c:pt idx="2431">
                  <c:v>-0.5</c:v>
                </c:pt>
                <c:pt idx="2432">
                  <c:v>-0.5</c:v>
                </c:pt>
                <c:pt idx="2433">
                  <c:v>-0.5</c:v>
                </c:pt>
                <c:pt idx="2434">
                  <c:v>-0.5</c:v>
                </c:pt>
                <c:pt idx="2435">
                  <c:v>-0.5</c:v>
                </c:pt>
                <c:pt idx="2436">
                  <c:v>-0.5</c:v>
                </c:pt>
                <c:pt idx="2437">
                  <c:v>-0.5</c:v>
                </c:pt>
                <c:pt idx="2438">
                  <c:v>-0.5</c:v>
                </c:pt>
                <c:pt idx="2439">
                  <c:v>-0.5</c:v>
                </c:pt>
                <c:pt idx="2440">
                  <c:v>-0.5</c:v>
                </c:pt>
                <c:pt idx="2441">
                  <c:v>-0.5</c:v>
                </c:pt>
                <c:pt idx="2442">
                  <c:v>-0.5</c:v>
                </c:pt>
                <c:pt idx="2443">
                  <c:v>-0.5</c:v>
                </c:pt>
                <c:pt idx="2444">
                  <c:v>-0.5</c:v>
                </c:pt>
                <c:pt idx="2445">
                  <c:v>-0.5</c:v>
                </c:pt>
                <c:pt idx="2446">
                  <c:v>-0.5</c:v>
                </c:pt>
                <c:pt idx="2447">
                  <c:v>-0.5</c:v>
                </c:pt>
                <c:pt idx="2448">
                  <c:v>-0.5</c:v>
                </c:pt>
                <c:pt idx="2449">
                  <c:v>-0.5</c:v>
                </c:pt>
                <c:pt idx="2450">
                  <c:v>-0.5</c:v>
                </c:pt>
                <c:pt idx="2451">
                  <c:v>-0.5</c:v>
                </c:pt>
                <c:pt idx="2452">
                  <c:v>-0.5</c:v>
                </c:pt>
                <c:pt idx="2453">
                  <c:v>-0.5</c:v>
                </c:pt>
                <c:pt idx="2454">
                  <c:v>-0.5</c:v>
                </c:pt>
                <c:pt idx="2455">
                  <c:v>-0.5</c:v>
                </c:pt>
                <c:pt idx="2456">
                  <c:v>-0.5</c:v>
                </c:pt>
                <c:pt idx="2457">
                  <c:v>-0.5</c:v>
                </c:pt>
                <c:pt idx="2458">
                  <c:v>-0.5</c:v>
                </c:pt>
                <c:pt idx="2459">
                  <c:v>-0.5</c:v>
                </c:pt>
                <c:pt idx="2460">
                  <c:v>-0.5</c:v>
                </c:pt>
                <c:pt idx="2461">
                  <c:v>-0.5</c:v>
                </c:pt>
                <c:pt idx="2462">
                  <c:v>-0.5</c:v>
                </c:pt>
                <c:pt idx="2463">
                  <c:v>-0.5</c:v>
                </c:pt>
                <c:pt idx="2464">
                  <c:v>-0.5</c:v>
                </c:pt>
                <c:pt idx="2465">
                  <c:v>-0.5</c:v>
                </c:pt>
                <c:pt idx="2466">
                  <c:v>-0.5</c:v>
                </c:pt>
                <c:pt idx="2467">
                  <c:v>-0.5</c:v>
                </c:pt>
                <c:pt idx="2468">
                  <c:v>-0.5</c:v>
                </c:pt>
                <c:pt idx="2469">
                  <c:v>-0.5</c:v>
                </c:pt>
                <c:pt idx="2470">
                  <c:v>-0.5</c:v>
                </c:pt>
                <c:pt idx="2471">
                  <c:v>-0.5</c:v>
                </c:pt>
                <c:pt idx="2472">
                  <c:v>-0.5</c:v>
                </c:pt>
                <c:pt idx="2473">
                  <c:v>-0.5</c:v>
                </c:pt>
                <c:pt idx="2474">
                  <c:v>-0.5</c:v>
                </c:pt>
                <c:pt idx="2475">
                  <c:v>-0.5</c:v>
                </c:pt>
                <c:pt idx="2476">
                  <c:v>-0.5</c:v>
                </c:pt>
                <c:pt idx="2477">
                  <c:v>-0.4</c:v>
                </c:pt>
                <c:pt idx="2478">
                  <c:v>-0.4</c:v>
                </c:pt>
                <c:pt idx="2479">
                  <c:v>-0.4</c:v>
                </c:pt>
                <c:pt idx="2480">
                  <c:v>-0.4</c:v>
                </c:pt>
                <c:pt idx="2481">
                  <c:v>-0.4</c:v>
                </c:pt>
                <c:pt idx="2482">
                  <c:v>-0.4</c:v>
                </c:pt>
                <c:pt idx="2483">
                  <c:v>-0.4</c:v>
                </c:pt>
                <c:pt idx="2484">
                  <c:v>-0.4</c:v>
                </c:pt>
                <c:pt idx="2485">
                  <c:v>-0.4</c:v>
                </c:pt>
                <c:pt idx="2486">
                  <c:v>-0.4</c:v>
                </c:pt>
                <c:pt idx="2487">
                  <c:v>-0.4</c:v>
                </c:pt>
                <c:pt idx="2488">
                  <c:v>-0.4</c:v>
                </c:pt>
                <c:pt idx="2489">
                  <c:v>-0.4</c:v>
                </c:pt>
                <c:pt idx="2490">
                  <c:v>-0.4</c:v>
                </c:pt>
                <c:pt idx="2491">
                  <c:v>-0.4</c:v>
                </c:pt>
                <c:pt idx="2492">
                  <c:v>-0.4</c:v>
                </c:pt>
                <c:pt idx="2493">
                  <c:v>-0.4</c:v>
                </c:pt>
                <c:pt idx="2494">
                  <c:v>-0.4</c:v>
                </c:pt>
                <c:pt idx="2495">
                  <c:v>-0.4</c:v>
                </c:pt>
                <c:pt idx="2496">
                  <c:v>-0.4</c:v>
                </c:pt>
                <c:pt idx="2497">
                  <c:v>-0.4</c:v>
                </c:pt>
                <c:pt idx="2498">
                  <c:v>-0.4</c:v>
                </c:pt>
                <c:pt idx="2499">
                  <c:v>-0.4</c:v>
                </c:pt>
                <c:pt idx="2500">
                  <c:v>-0.4</c:v>
                </c:pt>
                <c:pt idx="2501">
                  <c:v>-0.4</c:v>
                </c:pt>
                <c:pt idx="2502">
                  <c:v>-0.4</c:v>
                </c:pt>
                <c:pt idx="2503">
                  <c:v>-0.4</c:v>
                </c:pt>
                <c:pt idx="2504">
                  <c:v>-0.4</c:v>
                </c:pt>
                <c:pt idx="2505">
                  <c:v>-0.4</c:v>
                </c:pt>
                <c:pt idx="2506">
                  <c:v>-0.4</c:v>
                </c:pt>
                <c:pt idx="2507">
                  <c:v>-0.4</c:v>
                </c:pt>
                <c:pt idx="2508">
                  <c:v>-0.4</c:v>
                </c:pt>
                <c:pt idx="2509">
                  <c:v>-0.4</c:v>
                </c:pt>
                <c:pt idx="2510">
                  <c:v>-0.4</c:v>
                </c:pt>
                <c:pt idx="2511">
                  <c:v>-0.4</c:v>
                </c:pt>
                <c:pt idx="2512">
                  <c:v>-0.4</c:v>
                </c:pt>
                <c:pt idx="2513">
                  <c:v>-0.4</c:v>
                </c:pt>
                <c:pt idx="2514">
                  <c:v>-0.4</c:v>
                </c:pt>
                <c:pt idx="2515">
                  <c:v>-0.4</c:v>
                </c:pt>
                <c:pt idx="2516">
                  <c:v>-0.4</c:v>
                </c:pt>
                <c:pt idx="2517">
                  <c:v>-0.4</c:v>
                </c:pt>
                <c:pt idx="2518">
                  <c:v>-0.4</c:v>
                </c:pt>
                <c:pt idx="2519">
                  <c:v>-0.4</c:v>
                </c:pt>
                <c:pt idx="2520">
                  <c:v>-0.4</c:v>
                </c:pt>
                <c:pt idx="2521">
                  <c:v>-0.4</c:v>
                </c:pt>
                <c:pt idx="2522">
                  <c:v>-0.4</c:v>
                </c:pt>
                <c:pt idx="2523">
                  <c:v>-0.4</c:v>
                </c:pt>
                <c:pt idx="2524">
                  <c:v>-0.4</c:v>
                </c:pt>
                <c:pt idx="2525">
                  <c:v>-0.4</c:v>
                </c:pt>
                <c:pt idx="2526">
                  <c:v>-0.4</c:v>
                </c:pt>
                <c:pt idx="2527">
                  <c:v>-0.4</c:v>
                </c:pt>
                <c:pt idx="2528">
                  <c:v>-0.4</c:v>
                </c:pt>
                <c:pt idx="2529">
                  <c:v>-0.4</c:v>
                </c:pt>
                <c:pt idx="2530">
                  <c:v>-0.4</c:v>
                </c:pt>
                <c:pt idx="2531">
                  <c:v>-0.4</c:v>
                </c:pt>
                <c:pt idx="2532">
                  <c:v>-0.4</c:v>
                </c:pt>
                <c:pt idx="2533">
                  <c:v>-0.4</c:v>
                </c:pt>
                <c:pt idx="2534">
                  <c:v>-0.4</c:v>
                </c:pt>
                <c:pt idx="2535">
                  <c:v>-0.4</c:v>
                </c:pt>
                <c:pt idx="2536">
                  <c:v>-0.4</c:v>
                </c:pt>
                <c:pt idx="2537">
                  <c:v>-0.4</c:v>
                </c:pt>
                <c:pt idx="2538">
                  <c:v>-0.4</c:v>
                </c:pt>
                <c:pt idx="2539">
                  <c:v>-0.4</c:v>
                </c:pt>
                <c:pt idx="2540">
                  <c:v>-0.4</c:v>
                </c:pt>
                <c:pt idx="2541">
                  <c:v>-0.4</c:v>
                </c:pt>
                <c:pt idx="2542">
                  <c:v>-0.4</c:v>
                </c:pt>
                <c:pt idx="2543">
                  <c:v>-0.4</c:v>
                </c:pt>
                <c:pt idx="2544">
                  <c:v>-0.4</c:v>
                </c:pt>
                <c:pt idx="2545">
                  <c:v>-0.4</c:v>
                </c:pt>
                <c:pt idx="2546">
                  <c:v>-0.4</c:v>
                </c:pt>
                <c:pt idx="2547">
                  <c:v>-0.4</c:v>
                </c:pt>
                <c:pt idx="2548">
                  <c:v>-0.4</c:v>
                </c:pt>
                <c:pt idx="2549">
                  <c:v>-0.4</c:v>
                </c:pt>
                <c:pt idx="2550">
                  <c:v>-0.4</c:v>
                </c:pt>
                <c:pt idx="2551">
                  <c:v>-0.4</c:v>
                </c:pt>
                <c:pt idx="2552">
                  <c:v>-0.4</c:v>
                </c:pt>
                <c:pt idx="2553">
                  <c:v>-0.4</c:v>
                </c:pt>
                <c:pt idx="2554">
                  <c:v>-0.4</c:v>
                </c:pt>
                <c:pt idx="2555">
                  <c:v>-0.4</c:v>
                </c:pt>
                <c:pt idx="2556">
                  <c:v>-0.4</c:v>
                </c:pt>
                <c:pt idx="2557">
                  <c:v>-0.4</c:v>
                </c:pt>
                <c:pt idx="2558">
                  <c:v>-0.4</c:v>
                </c:pt>
                <c:pt idx="2559">
                  <c:v>-0.4</c:v>
                </c:pt>
                <c:pt idx="2560">
                  <c:v>-0.4</c:v>
                </c:pt>
                <c:pt idx="2561">
                  <c:v>-0.4</c:v>
                </c:pt>
                <c:pt idx="2562">
                  <c:v>-0.4</c:v>
                </c:pt>
                <c:pt idx="2563">
                  <c:v>-0.4</c:v>
                </c:pt>
                <c:pt idx="2564">
                  <c:v>-0.4</c:v>
                </c:pt>
                <c:pt idx="2565">
                  <c:v>-0.4</c:v>
                </c:pt>
                <c:pt idx="2566">
                  <c:v>-0.4</c:v>
                </c:pt>
                <c:pt idx="2567">
                  <c:v>-0.4</c:v>
                </c:pt>
                <c:pt idx="2568">
                  <c:v>-0.4</c:v>
                </c:pt>
                <c:pt idx="2569">
                  <c:v>-0.4</c:v>
                </c:pt>
                <c:pt idx="2570">
                  <c:v>-0.4</c:v>
                </c:pt>
                <c:pt idx="2571">
                  <c:v>-0.4</c:v>
                </c:pt>
                <c:pt idx="2572">
                  <c:v>-0.4</c:v>
                </c:pt>
                <c:pt idx="2573">
                  <c:v>-0.4</c:v>
                </c:pt>
                <c:pt idx="2574">
                  <c:v>-0.4</c:v>
                </c:pt>
                <c:pt idx="2575">
                  <c:v>-0.4</c:v>
                </c:pt>
                <c:pt idx="2576">
                  <c:v>-0.4</c:v>
                </c:pt>
                <c:pt idx="2577">
                  <c:v>-0.4</c:v>
                </c:pt>
                <c:pt idx="2578">
                  <c:v>-0.4</c:v>
                </c:pt>
                <c:pt idx="2579">
                  <c:v>-0.4</c:v>
                </c:pt>
                <c:pt idx="2580">
                  <c:v>-0.4</c:v>
                </c:pt>
                <c:pt idx="2581">
                  <c:v>-0.4</c:v>
                </c:pt>
                <c:pt idx="2582">
                  <c:v>-0.4</c:v>
                </c:pt>
                <c:pt idx="2583">
                  <c:v>-0.4</c:v>
                </c:pt>
                <c:pt idx="2584">
                  <c:v>-0.4</c:v>
                </c:pt>
                <c:pt idx="2585">
                  <c:v>-0.4</c:v>
                </c:pt>
                <c:pt idx="2586">
                  <c:v>-0.4</c:v>
                </c:pt>
                <c:pt idx="2587">
                  <c:v>-0.4</c:v>
                </c:pt>
                <c:pt idx="2588">
                  <c:v>-0.4</c:v>
                </c:pt>
                <c:pt idx="2589">
                  <c:v>-0.4</c:v>
                </c:pt>
                <c:pt idx="2590">
                  <c:v>-0.4</c:v>
                </c:pt>
                <c:pt idx="2591">
                  <c:v>-0.4</c:v>
                </c:pt>
                <c:pt idx="2592">
                  <c:v>-0.4</c:v>
                </c:pt>
                <c:pt idx="2593">
                  <c:v>-0.4</c:v>
                </c:pt>
                <c:pt idx="2594">
                  <c:v>-0.4</c:v>
                </c:pt>
                <c:pt idx="2595">
                  <c:v>-0.4</c:v>
                </c:pt>
                <c:pt idx="2596">
                  <c:v>-0.4</c:v>
                </c:pt>
                <c:pt idx="2597">
                  <c:v>-0.4</c:v>
                </c:pt>
                <c:pt idx="2598">
                  <c:v>-0.4</c:v>
                </c:pt>
                <c:pt idx="2599">
                  <c:v>-0.4</c:v>
                </c:pt>
                <c:pt idx="2600">
                  <c:v>-0.4</c:v>
                </c:pt>
                <c:pt idx="2601">
                  <c:v>-0.4</c:v>
                </c:pt>
                <c:pt idx="2602">
                  <c:v>-0.4</c:v>
                </c:pt>
                <c:pt idx="2603">
                  <c:v>-0.4</c:v>
                </c:pt>
                <c:pt idx="2604">
                  <c:v>-0.4</c:v>
                </c:pt>
                <c:pt idx="2605">
                  <c:v>-0.4</c:v>
                </c:pt>
                <c:pt idx="2606">
                  <c:v>-0.4</c:v>
                </c:pt>
                <c:pt idx="2607">
                  <c:v>-0.4</c:v>
                </c:pt>
                <c:pt idx="2608">
                  <c:v>-0.4</c:v>
                </c:pt>
                <c:pt idx="2609">
                  <c:v>-0.4</c:v>
                </c:pt>
                <c:pt idx="2610">
                  <c:v>-0.4</c:v>
                </c:pt>
                <c:pt idx="2611">
                  <c:v>-0.4</c:v>
                </c:pt>
                <c:pt idx="2612">
                  <c:v>-0.4</c:v>
                </c:pt>
                <c:pt idx="2613">
                  <c:v>-0.4</c:v>
                </c:pt>
                <c:pt idx="2614">
                  <c:v>-0.4</c:v>
                </c:pt>
                <c:pt idx="2615">
                  <c:v>-0.4</c:v>
                </c:pt>
                <c:pt idx="2616">
                  <c:v>-0.4</c:v>
                </c:pt>
                <c:pt idx="2617">
                  <c:v>-0.4</c:v>
                </c:pt>
                <c:pt idx="2618">
                  <c:v>-0.4</c:v>
                </c:pt>
                <c:pt idx="2619">
                  <c:v>-0.4</c:v>
                </c:pt>
                <c:pt idx="2620">
                  <c:v>-0.4</c:v>
                </c:pt>
                <c:pt idx="2621">
                  <c:v>-0.4</c:v>
                </c:pt>
                <c:pt idx="2622">
                  <c:v>-0.4</c:v>
                </c:pt>
                <c:pt idx="2623">
                  <c:v>-0.4</c:v>
                </c:pt>
                <c:pt idx="2624">
                  <c:v>-0.4</c:v>
                </c:pt>
                <c:pt idx="2625">
                  <c:v>-0.4</c:v>
                </c:pt>
                <c:pt idx="2626">
                  <c:v>-0.4</c:v>
                </c:pt>
                <c:pt idx="2627">
                  <c:v>-0.4</c:v>
                </c:pt>
                <c:pt idx="2628">
                  <c:v>-0.4</c:v>
                </c:pt>
                <c:pt idx="2629">
                  <c:v>-0.4</c:v>
                </c:pt>
                <c:pt idx="2630">
                  <c:v>-0.4</c:v>
                </c:pt>
                <c:pt idx="2631">
                  <c:v>-0.4</c:v>
                </c:pt>
                <c:pt idx="2632">
                  <c:v>-0.4</c:v>
                </c:pt>
                <c:pt idx="2633">
                  <c:v>-0.4</c:v>
                </c:pt>
                <c:pt idx="2634">
                  <c:v>-0.4</c:v>
                </c:pt>
                <c:pt idx="2635">
                  <c:v>-0.4</c:v>
                </c:pt>
                <c:pt idx="2636">
                  <c:v>-0.4</c:v>
                </c:pt>
                <c:pt idx="2637">
                  <c:v>-0.4</c:v>
                </c:pt>
                <c:pt idx="2638">
                  <c:v>-0.4</c:v>
                </c:pt>
                <c:pt idx="2639">
                  <c:v>-0.4</c:v>
                </c:pt>
                <c:pt idx="2640">
                  <c:v>-0.4</c:v>
                </c:pt>
                <c:pt idx="2641">
                  <c:v>-0.4</c:v>
                </c:pt>
                <c:pt idx="2642">
                  <c:v>-0.4</c:v>
                </c:pt>
                <c:pt idx="2643">
                  <c:v>-0.4</c:v>
                </c:pt>
                <c:pt idx="2644">
                  <c:v>-0.4</c:v>
                </c:pt>
                <c:pt idx="2645">
                  <c:v>-0.4</c:v>
                </c:pt>
                <c:pt idx="2646">
                  <c:v>-0.4</c:v>
                </c:pt>
                <c:pt idx="2647">
                  <c:v>-0.4</c:v>
                </c:pt>
                <c:pt idx="2648">
                  <c:v>-0.4</c:v>
                </c:pt>
                <c:pt idx="2649">
                  <c:v>-0.4</c:v>
                </c:pt>
                <c:pt idx="2650">
                  <c:v>-0.4</c:v>
                </c:pt>
                <c:pt idx="2651">
                  <c:v>-0.4</c:v>
                </c:pt>
                <c:pt idx="2652">
                  <c:v>-0.4</c:v>
                </c:pt>
                <c:pt idx="2653">
                  <c:v>-0.4</c:v>
                </c:pt>
                <c:pt idx="2654">
                  <c:v>-0.4</c:v>
                </c:pt>
                <c:pt idx="2655">
                  <c:v>-0.4</c:v>
                </c:pt>
                <c:pt idx="2656">
                  <c:v>-0.4</c:v>
                </c:pt>
                <c:pt idx="2657">
                  <c:v>-0.4</c:v>
                </c:pt>
                <c:pt idx="2658">
                  <c:v>-0.4</c:v>
                </c:pt>
                <c:pt idx="2659">
                  <c:v>-0.4</c:v>
                </c:pt>
                <c:pt idx="2660">
                  <c:v>-0.4</c:v>
                </c:pt>
                <c:pt idx="2661">
                  <c:v>-0.4</c:v>
                </c:pt>
                <c:pt idx="2662">
                  <c:v>-0.4</c:v>
                </c:pt>
                <c:pt idx="2663">
                  <c:v>-0.4</c:v>
                </c:pt>
                <c:pt idx="2664">
                  <c:v>-0.4</c:v>
                </c:pt>
                <c:pt idx="2665">
                  <c:v>-0.4</c:v>
                </c:pt>
                <c:pt idx="2666">
                  <c:v>-0.4</c:v>
                </c:pt>
                <c:pt idx="2667">
                  <c:v>-0.4</c:v>
                </c:pt>
                <c:pt idx="2668">
                  <c:v>-0.4</c:v>
                </c:pt>
                <c:pt idx="2669">
                  <c:v>-0.4</c:v>
                </c:pt>
                <c:pt idx="2670">
                  <c:v>-0.4</c:v>
                </c:pt>
                <c:pt idx="2671">
                  <c:v>-0.4</c:v>
                </c:pt>
                <c:pt idx="2672">
                  <c:v>-0.4</c:v>
                </c:pt>
                <c:pt idx="2673">
                  <c:v>-0.4</c:v>
                </c:pt>
                <c:pt idx="2674">
                  <c:v>-0.4</c:v>
                </c:pt>
                <c:pt idx="2675">
                  <c:v>-0.4</c:v>
                </c:pt>
                <c:pt idx="2676">
                  <c:v>-0.4</c:v>
                </c:pt>
                <c:pt idx="2677">
                  <c:v>-0.4</c:v>
                </c:pt>
                <c:pt idx="2678">
                  <c:v>-0.4</c:v>
                </c:pt>
                <c:pt idx="2679">
                  <c:v>-0.4</c:v>
                </c:pt>
                <c:pt idx="2680">
                  <c:v>-0.4</c:v>
                </c:pt>
                <c:pt idx="2681">
                  <c:v>-0.4</c:v>
                </c:pt>
                <c:pt idx="2682">
                  <c:v>-0.4</c:v>
                </c:pt>
                <c:pt idx="2683">
                  <c:v>-0.4</c:v>
                </c:pt>
                <c:pt idx="2684">
                  <c:v>-0.4</c:v>
                </c:pt>
                <c:pt idx="2685">
                  <c:v>-0.4</c:v>
                </c:pt>
                <c:pt idx="2686">
                  <c:v>-0.4</c:v>
                </c:pt>
                <c:pt idx="2687">
                  <c:v>-0.4</c:v>
                </c:pt>
                <c:pt idx="2688">
                  <c:v>-0.4</c:v>
                </c:pt>
                <c:pt idx="2689">
                  <c:v>-0.4</c:v>
                </c:pt>
                <c:pt idx="2690">
                  <c:v>-0.4</c:v>
                </c:pt>
                <c:pt idx="2691">
                  <c:v>-0.4</c:v>
                </c:pt>
                <c:pt idx="2692">
                  <c:v>-0.4</c:v>
                </c:pt>
                <c:pt idx="2693">
                  <c:v>-0.4</c:v>
                </c:pt>
                <c:pt idx="2694">
                  <c:v>-0.4</c:v>
                </c:pt>
                <c:pt idx="2695">
                  <c:v>-0.4</c:v>
                </c:pt>
                <c:pt idx="2696">
                  <c:v>-0.4</c:v>
                </c:pt>
                <c:pt idx="2697">
                  <c:v>-0.4</c:v>
                </c:pt>
                <c:pt idx="2698">
                  <c:v>-0.4</c:v>
                </c:pt>
                <c:pt idx="2699">
                  <c:v>-0.4</c:v>
                </c:pt>
                <c:pt idx="2700">
                  <c:v>-0.4</c:v>
                </c:pt>
                <c:pt idx="2701">
                  <c:v>-0.4</c:v>
                </c:pt>
                <c:pt idx="2702">
                  <c:v>-0.4</c:v>
                </c:pt>
                <c:pt idx="2703">
                  <c:v>-0.4</c:v>
                </c:pt>
                <c:pt idx="2704">
                  <c:v>-0.4</c:v>
                </c:pt>
                <c:pt idx="2705">
                  <c:v>-0.4</c:v>
                </c:pt>
                <c:pt idx="2706">
                  <c:v>-0.4</c:v>
                </c:pt>
                <c:pt idx="2707">
                  <c:v>-0.4</c:v>
                </c:pt>
                <c:pt idx="2708">
                  <c:v>-0.4</c:v>
                </c:pt>
                <c:pt idx="2709">
                  <c:v>-0.4</c:v>
                </c:pt>
                <c:pt idx="2710">
                  <c:v>-0.4</c:v>
                </c:pt>
                <c:pt idx="2711">
                  <c:v>-0.4</c:v>
                </c:pt>
                <c:pt idx="2712">
                  <c:v>-0.4</c:v>
                </c:pt>
                <c:pt idx="2713">
                  <c:v>-0.4</c:v>
                </c:pt>
                <c:pt idx="2714">
                  <c:v>-0.4</c:v>
                </c:pt>
                <c:pt idx="2715">
                  <c:v>-0.4</c:v>
                </c:pt>
                <c:pt idx="2716">
                  <c:v>-0.4</c:v>
                </c:pt>
                <c:pt idx="2717">
                  <c:v>-0.4</c:v>
                </c:pt>
                <c:pt idx="2718">
                  <c:v>-0.4</c:v>
                </c:pt>
                <c:pt idx="2719">
                  <c:v>-0.4</c:v>
                </c:pt>
                <c:pt idx="2720">
                  <c:v>-0.4</c:v>
                </c:pt>
                <c:pt idx="2721">
                  <c:v>-0.4</c:v>
                </c:pt>
                <c:pt idx="2722">
                  <c:v>-0.4</c:v>
                </c:pt>
                <c:pt idx="2723">
                  <c:v>-0.4</c:v>
                </c:pt>
                <c:pt idx="2724">
                  <c:v>-0.4</c:v>
                </c:pt>
                <c:pt idx="2725">
                  <c:v>-0.4</c:v>
                </c:pt>
                <c:pt idx="2726">
                  <c:v>-0.4</c:v>
                </c:pt>
                <c:pt idx="2727">
                  <c:v>-0.4</c:v>
                </c:pt>
                <c:pt idx="2728">
                  <c:v>-0.4</c:v>
                </c:pt>
                <c:pt idx="2729">
                  <c:v>-0.4</c:v>
                </c:pt>
                <c:pt idx="2730">
                  <c:v>-0.4</c:v>
                </c:pt>
                <c:pt idx="2731">
                  <c:v>-0.4</c:v>
                </c:pt>
                <c:pt idx="2732">
                  <c:v>-0.4</c:v>
                </c:pt>
                <c:pt idx="2733">
                  <c:v>-0.4</c:v>
                </c:pt>
                <c:pt idx="2734">
                  <c:v>-0.4</c:v>
                </c:pt>
                <c:pt idx="2735">
                  <c:v>-0.4</c:v>
                </c:pt>
                <c:pt idx="2736">
                  <c:v>-0.4</c:v>
                </c:pt>
                <c:pt idx="2737">
                  <c:v>-0.4</c:v>
                </c:pt>
                <c:pt idx="2738">
                  <c:v>-0.4</c:v>
                </c:pt>
                <c:pt idx="2739">
                  <c:v>-0.4</c:v>
                </c:pt>
                <c:pt idx="2740">
                  <c:v>-0.4</c:v>
                </c:pt>
                <c:pt idx="2741">
                  <c:v>-0.4</c:v>
                </c:pt>
                <c:pt idx="2742">
                  <c:v>-0.4</c:v>
                </c:pt>
                <c:pt idx="2743">
                  <c:v>-0.4</c:v>
                </c:pt>
                <c:pt idx="2744">
                  <c:v>-0.4</c:v>
                </c:pt>
                <c:pt idx="2745">
                  <c:v>-0.4</c:v>
                </c:pt>
                <c:pt idx="2746">
                  <c:v>-0.4</c:v>
                </c:pt>
                <c:pt idx="2747">
                  <c:v>-0.4</c:v>
                </c:pt>
                <c:pt idx="2748">
                  <c:v>-0.4</c:v>
                </c:pt>
                <c:pt idx="2749">
                  <c:v>-0.4</c:v>
                </c:pt>
                <c:pt idx="2750">
                  <c:v>-0.4</c:v>
                </c:pt>
                <c:pt idx="2751">
                  <c:v>-0.4</c:v>
                </c:pt>
                <c:pt idx="2752">
                  <c:v>-0.4</c:v>
                </c:pt>
                <c:pt idx="2753">
                  <c:v>-0.4</c:v>
                </c:pt>
                <c:pt idx="2754">
                  <c:v>-0.4</c:v>
                </c:pt>
                <c:pt idx="2755">
                  <c:v>-0.4</c:v>
                </c:pt>
                <c:pt idx="2756">
                  <c:v>-0.4</c:v>
                </c:pt>
                <c:pt idx="2757">
                  <c:v>-0.4</c:v>
                </c:pt>
                <c:pt idx="2758">
                  <c:v>-0.4</c:v>
                </c:pt>
                <c:pt idx="2759">
                  <c:v>-0.4</c:v>
                </c:pt>
                <c:pt idx="2760">
                  <c:v>-0.4</c:v>
                </c:pt>
                <c:pt idx="2761">
                  <c:v>-0.4</c:v>
                </c:pt>
                <c:pt idx="2762">
                  <c:v>-0.4</c:v>
                </c:pt>
                <c:pt idx="2763">
                  <c:v>-0.4</c:v>
                </c:pt>
                <c:pt idx="2764">
                  <c:v>-0.4</c:v>
                </c:pt>
                <c:pt idx="2765">
                  <c:v>-0.4</c:v>
                </c:pt>
                <c:pt idx="2766">
                  <c:v>-0.4</c:v>
                </c:pt>
                <c:pt idx="2767">
                  <c:v>-0.4</c:v>
                </c:pt>
                <c:pt idx="2768">
                  <c:v>-0.4</c:v>
                </c:pt>
                <c:pt idx="2769">
                  <c:v>-0.4</c:v>
                </c:pt>
                <c:pt idx="2770">
                  <c:v>-0.4</c:v>
                </c:pt>
                <c:pt idx="2771">
                  <c:v>-0.4</c:v>
                </c:pt>
                <c:pt idx="2772">
                  <c:v>-0.4</c:v>
                </c:pt>
                <c:pt idx="2773">
                  <c:v>-0.4</c:v>
                </c:pt>
                <c:pt idx="2774">
                  <c:v>-0.4</c:v>
                </c:pt>
                <c:pt idx="2775">
                  <c:v>-0.4</c:v>
                </c:pt>
                <c:pt idx="2776">
                  <c:v>-0.4</c:v>
                </c:pt>
                <c:pt idx="2777">
                  <c:v>-0.4</c:v>
                </c:pt>
                <c:pt idx="2778">
                  <c:v>-0.4</c:v>
                </c:pt>
                <c:pt idx="2779">
                  <c:v>-0.4</c:v>
                </c:pt>
                <c:pt idx="2780">
                  <c:v>-0.4</c:v>
                </c:pt>
                <c:pt idx="2781">
                  <c:v>-0.4</c:v>
                </c:pt>
                <c:pt idx="2782">
                  <c:v>-0.4</c:v>
                </c:pt>
                <c:pt idx="2783">
                  <c:v>-0.4</c:v>
                </c:pt>
                <c:pt idx="2784">
                  <c:v>-0.4</c:v>
                </c:pt>
                <c:pt idx="2785">
                  <c:v>-0.4</c:v>
                </c:pt>
                <c:pt idx="2786">
                  <c:v>-0.4</c:v>
                </c:pt>
                <c:pt idx="2787">
                  <c:v>-0.4</c:v>
                </c:pt>
                <c:pt idx="2788">
                  <c:v>-0.4</c:v>
                </c:pt>
                <c:pt idx="2789">
                  <c:v>-0.4</c:v>
                </c:pt>
                <c:pt idx="2790">
                  <c:v>-0.4</c:v>
                </c:pt>
                <c:pt idx="2791">
                  <c:v>-0.4</c:v>
                </c:pt>
                <c:pt idx="2792">
                  <c:v>-0.4</c:v>
                </c:pt>
                <c:pt idx="2793">
                  <c:v>-0.4</c:v>
                </c:pt>
                <c:pt idx="2794">
                  <c:v>-0.4</c:v>
                </c:pt>
                <c:pt idx="2795">
                  <c:v>-0.4</c:v>
                </c:pt>
                <c:pt idx="2796">
                  <c:v>-0.4</c:v>
                </c:pt>
                <c:pt idx="2797">
                  <c:v>-0.4</c:v>
                </c:pt>
                <c:pt idx="2798">
                  <c:v>-0.4</c:v>
                </c:pt>
                <c:pt idx="2799">
                  <c:v>-0.4</c:v>
                </c:pt>
                <c:pt idx="2800">
                  <c:v>-0.4</c:v>
                </c:pt>
                <c:pt idx="2801">
                  <c:v>-0.4</c:v>
                </c:pt>
                <c:pt idx="2802">
                  <c:v>-0.4</c:v>
                </c:pt>
                <c:pt idx="2803">
                  <c:v>-0.4</c:v>
                </c:pt>
                <c:pt idx="2804">
                  <c:v>-0.4</c:v>
                </c:pt>
                <c:pt idx="2805">
                  <c:v>-0.4</c:v>
                </c:pt>
                <c:pt idx="2806">
                  <c:v>-0.4</c:v>
                </c:pt>
                <c:pt idx="2807">
                  <c:v>-0.4</c:v>
                </c:pt>
                <c:pt idx="2808">
                  <c:v>-0.4</c:v>
                </c:pt>
                <c:pt idx="2809">
                  <c:v>-0.4</c:v>
                </c:pt>
                <c:pt idx="2810">
                  <c:v>-0.4</c:v>
                </c:pt>
                <c:pt idx="2811">
                  <c:v>-0.4</c:v>
                </c:pt>
                <c:pt idx="2812">
                  <c:v>-0.4</c:v>
                </c:pt>
                <c:pt idx="2813">
                  <c:v>-0.4</c:v>
                </c:pt>
                <c:pt idx="2814">
                  <c:v>-0.4</c:v>
                </c:pt>
                <c:pt idx="2815">
                  <c:v>-0.4</c:v>
                </c:pt>
                <c:pt idx="2816">
                  <c:v>-0.4</c:v>
                </c:pt>
                <c:pt idx="2817">
                  <c:v>-0.4</c:v>
                </c:pt>
                <c:pt idx="2818">
                  <c:v>-0.4</c:v>
                </c:pt>
                <c:pt idx="2819">
                  <c:v>-0.4</c:v>
                </c:pt>
                <c:pt idx="2820">
                  <c:v>-0.4</c:v>
                </c:pt>
                <c:pt idx="2821">
                  <c:v>-0.4</c:v>
                </c:pt>
                <c:pt idx="2822">
                  <c:v>-0.4</c:v>
                </c:pt>
                <c:pt idx="2823">
                  <c:v>-0.4</c:v>
                </c:pt>
                <c:pt idx="2824">
                  <c:v>-0.4</c:v>
                </c:pt>
                <c:pt idx="2825">
                  <c:v>-0.4</c:v>
                </c:pt>
                <c:pt idx="2826">
                  <c:v>-0.4</c:v>
                </c:pt>
                <c:pt idx="2827">
                  <c:v>-0.4</c:v>
                </c:pt>
                <c:pt idx="2828">
                  <c:v>-0.4</c:v>
                </c:pt>
                <c:pt idx="2829">
                  <c:v>-0.4</c:v>
                </c:pt>
                <c:pt idx="2830">
                  <c:v>-0.4</c:v>
                </c:pt>
                <c:pt idx="2831">
                  <c:v>-0.4</c:v>
                </c:pt>
                <c:pt idx="2832">
                  <c:v>-0.4</c:v>
                </c:pt>
                <c:pt idx="2833">
                  <c:v>-0.4</c:v>
                </c:pt>
                <c:pt idx="2834">
                  <c:v>-0.4</c:v>
                </c:pt>
                <c:pt idx="2835">
                  <c:v>-0.4</c:v>
                </c:pt>
                <c:pt idx="2836">
                  <c:v>-0.4</c:v>
                </c:pt>
                <c:pt idx="2837">
                  <c:v>-0.4</c:v>
                </c:pt>
                <c:pt idx="2838">
                  <c:v>-0.4</c:v>
                </c:pt>
                <c:pt idx="2839">
                  <c:v>-0.4</c:v>
                </c:pt>
                <c:pt idx="2840">
                  <c:v>-0.4</c:v>
                </c:pt>
                <c:pt idx="2841">
                  <c:v>-0.4</c:v>
                </c:pt>
                <c:pt idx="2842">
                  <c:v>-0.4</c:v>
                </c:pt>
                <c:pt idx="2843">
                  <c:v>-0.4</c:v>
                </c:pt>
                <c:pt idx="2844">
                  <c:v>-0.4</c:v>
                </c:pt>
                <c:pt idx="2845">
                  <c:v>-0.4</c:v>
                </c:pt>
                <c:pt idx="2846">
                  <c:v>-0.4</c:v>
                </c:pt>
                <c:pt idx="2847">
                  <c:v>-0.4</c:v>
                </c:pt>
                <c:pt idx="2848">
                  <c:v>-0.4</c:v>
                </c:pt>
                <c:pt idx="2849">
                  <c:v>-0.4</c:v>
                </c:pt>
                <c:pt idx="2850">
                  <c:v>-0.4</c:v>
                </c:pt>
                <c:pt idx="2851">
                  <c:v>-0.4</c:v>
                </c:pt>
                <c:pt idx="2852">
                  <c:v>-0.4</c:v>
                </c:pt>
                <c:pt idx="2853">
                  <c:v>-0.4</c:v>
                </c:pt>
                <c:pt idx="2854">
                  <c:v>-0.4</c:v>
                </c:pt>
                <c:pt idx="2855">
                  <c:v>-0.4</c:v>
                </c:pt>
                <c:pt idx="2856">
                  <c:v>-0.4</c:v>
                </c:pt>
                <c:pt idx="2857">
                  <c:v>-0.4</c:v>
                </c:pt>
                <c:pt idx="2858">
                  <c:v>-0.4</c:v>
                </c:pt>
                <c:pt idx="2859">
                  <c:v>-0.4</c:v>
                </c:pt>
                <c:pt idx="2860">
                  <c:v>-0.4</c:v>
                </c:pt>
                <c:pt idx="2861">
                  <c:v>-0.4</c:v>
                </c:pt>
                <c:pt idx="2862">
                  <c:v>-0.4</c:v>
                </c:pt>
                <c:pt idx="2863">
                  <c:v>-0.4</c:v>
                </c:pt>
                <c:pt idx="2864">
                  <c:v>-0.4</c:v>
                </c:pt>
                <c:pt idx="2865">
                  <c:v>-0.4</c:v>
                </c:pt>
                <c:pt idx="2866">
                  <c:v>-0.4</c:v>
                </c:pt>
                <c:pt idx="2867">
                  <c:v>-0.4</c:v>
                </c:pt>
                <c:pt idx="2868">
                  <c:v>-0.4</c:v>
                </c:pt>
                <c:pt idx="2869">
                  <c:v>-0.4</c:v>
                </c:pt>
                <c:pt idx="2870">
                  <c:v>-0.4</c:v>
                </c:pt>
                <c:pt idx="2871">
                  <c:v>-0.4</c:v>
                </c:pt>
                <c:pt idx="2872">
                  <c:v>-0.4</c:v>
                </c:pt>
                <c:pt idx="2873">
                  <c:v>-0.4</c:v>
                </c:pt>
                <c:pt idx="2874">
                  <c:v>-0.4</c:v>
                </c:pt>
                <c:pt idx="2875">
                  <c:v>-0.4</c:v>
                </c:pt>
                <c:pt idx="2876">
                  <c:v>-0.4</c:v>
                </c:pt>
                <c:pt idx="2877">
                  <c:v>-0.4</c:v>
                </c:pt>
                <c:pt idx="2878">
                  <c:v>-0.4</c:v>
                </c:pt>
                <c:pt idx="2879">
                  <c:v>-0.4</c:v>
                </c:pt>
                <c:pt idx="2880">
                  <c:v>-0.4</c:v>
                </c:pt>
                <c:pt idx="2881">
                  <c:v>-0.4</c:v>
                </c:pt>
                <c:pt idx="2882">
                  <c:v>-0.4</c:v>
                </c:pt>
                <c:pt idx="2883">
                  <c:v>-0.4</c:v>
                </c:pt>
                <c:pt idx="2884">
                  <c:v>-0.4</c:v>
                </c:pt>
                <c:pt idx="2885">
                  <c:v>-0.4</c:v>
                </c:pt>
                <c:pt idx="2886">
                  <c:v>-0.4</c:v>
                </c:pt>
                <c:pt idx="2887">
                  <c:v>-0.4</c:v>
                </c:pt>
                <c:pt idx="2888">
                  <c:v>-0.4</c:v>
                </c:pt>
                <c:pt idx="2889">
                  <c:v>-0.4</c:v>
                </c:pt>
                <c:pt idx="2890">
                  <c:v>-0.4</c:v>
                </c:pt>
                <c:pt idx="2891">
                  <c:v>-0.4</c:v>
                </c:pt>
                <c:pt idx="2892">
                  <c:v>-0.4</c:v>
                </c:pt>
                <c:pt idx="2893">
                  <c:v>-0.4</c:v>
                </c:pt>
                <c:pt idx="2894">
                  <c:v>-0.4</c:v>
                </c:pt>
                <c:pt idx="2895">
                  <c:v>-0.4</c:v>
                </c:pt>
                <c:pt idx="2896">
                  <c:v>-0.4</c:v>
                </c:pt>
                <c:pt idx="2897">
                  <c:v>-0.4</c:v>
                </c:pt>
                <c:pt idx="2898">
                  <c:v>-0.4</c:v>
                </c:pt>
                <c:pt idx="2899">
                  <c:v>-0.4</c:v>
                </c:pt>
                <c:pt idx="2900">
                  <c:v>-0.4</c:v>
                </c:pt>
                <c:pt idx="2901">
                  <c:v>-0.4</c:v>
                </c:pt>
                <c:pt idx="2902">
                  <c:v>-0.4</c:v>
                </c:pt>
                <c:pt idx="2903">
                  <c:v>-0.4</c:v>
                </c:pt>
                <c:pt idx="2904">
                  <c:v>-0.4</c:v>
                </c:pt>
                <c:pt idx="2905">
                  <c:v>-0.4</c:v>
                </c:pt>
                <c:pt idx="2906">
                  <c:v>-0.4</c:v>
                </c:pt>
                <c:pt idx="2907">
                  <c:v>-0.4</c:v>
                </c:pt>
                <c:pt idx="2908">
                  <c:v>-0.4</c:v>
                </c:pt>
                <c:pt idx="2909">
                  <c:v>-0.4</c:v>
                </c:pt>
                <c:pt idx="2910">
                  <c:v>-0.4</c:v>
                </c:pt>
                <c:pt idx="2911">
                  <c:v>-0.4</c:v>
                </c:pt>
                <c:pt idx="2912">
                  <c:v>-0.4</c:v>
                </c:pt>
                <c:pt idx="2913">
                  <c:v>-0.4</c:v>
                </c:pt>
                <c:pt idx="2914">
                  <c:v>-0.4</c:v>
                </c:pt>
                <c:pt idx="2915">
                  <c:v>-0.4</c:v>
                </c:pt>
                <c:pt idx="2916">
                  <c:v>-0.4</c:v>
                </c:pt>
                <c:pt idx="2917">
                  <c:v>-0.4</c:v>
                </c:pt>
                <c:pt idx="2918">
                  <c:v>-0.4</c:v>
                </c:pt>
                <c:pt idx="2919">
                  <c:v>-0.4</c:v>
                </c:pt>
                <c:pt idx="2920">
                  <c:v>-0.4</c:v>
                </c:pt>
                <c:pt idx="2921">
                  <c:v>-0.4</c:v>
                </c:pt>
                <c:pt idx="2922">
                  <c:v>-0.4</c:v>
                </c:pt>
                <c:pt idx="2923">
                  <c:v>-0.4</c:v>
                </c:pt>
                <c:pt idx="2924">
                  <c:v>-0.4</c:v>
                </c:pt>
                <c:pt idx="2925">
                  <c:v>-0.4</c:v>
                </c:pt>
                <c:pt idx="2926">
                  <c:v>-0.4</c:v>
                </c:pt>
                <c:pt idx="2927">
                  <c:v>-0.4</c:v>
                </c:pt>
                <c:pt idx="2928">
                  <c:v>-0.4</c:v>
                </c:pt>
                <c:pt idx="2929">
                  <c:v>-0.4</c:v>
                </c:pt>
                <c:pt idx="2930">
                  <c:v>-0.4</c:v>
                </c:pt>
                <c:pt idx="2931">
                  <c:v>-0.4</c:v>
                </c:pt>
                <c:pt idx="2932">
                  <c:v>-0.4</c:v>
                </c:pt>
                <c:pt idx="2933">
                  <c:v>-0.4</c:v>
                </c:pt>
                <c:pt idx="2934">
                  <c:v>-0.4</c:v>
                </c:pt>
                <c:pt idx="2935">
                  <c:v>-0.4</c:v>
                </c:pt>
                <c:pt idx="2936">
                  <c:v>-0.4</c:v>
                </c:pt>
                <c:pt idx="2937">
                  <c:v>-0.4</c:v>
                </c:pt>
                <c:pt idx="2938">
                  <c:v>-0.4</c:v>
                </c:pt>
                <c:pt idx="2939">
                  <c:v>-0.4</c:v>
                </c:pt>
                <c:pt idx="2940">
                  <c:v>-0.4</c:v>
                </c:pt>
                <c:pt idx="2941">
                  <c:v>-0.4</c:v>
                </c:pt>
                <c:pt idx="2942">
                  <c:v>-0.4</c:v>
                </c:pt>
                <c:pt idx="2943">
                  <c:v>-0.4</c:v>
                </c:pt>
                <c:pt idx="2944">
                  <c:v>-0.4</c:v>
                </c:pt>
                <c:pt idx="2945">
                  <c:v>-0.4</c:v>
                </c:pt>
                <c:pt idx="2946">
                  <c:v>-0.4</c:v>
                </c:pt>
                <c:pt idx="2947">
                  <c:v>-0.4</c:v>
                </c:pt>
                <c:pt idx="2948">
                  <c:v>-0.4</c:v>
                </c:pt>
                <c:pt idx="2949">
                  <c:v>-0.4</c:v>
                </c:pt>
                <c:pt idx="2950">
                  <c:v>-0.4</c:v>
                </c:pt>
                <c:pt idx="2951">
                  <c:v>-0.4</c:v>
                </c:pt>
                <c:pt idx="2952">
                  <c:v>-0.4</c:v>
                </c:pt>
                <c:pt idx="2953">
                  <c:v>-0.4</c:v>
                </c:pt>
                <c:pt idx="2954">
                  <c:v>-0.4</c:v>
                </c:pt>
                <c:pt idx="2955">
                  <c:v>-0.4</c:v>
                </c:pt>
                <c:pt idx="2956">
                  <c:v>-0.4</c:v>
                </c:pt>
                <c:pt idx="2957">
                  <c:v>-0.4</c:v>
                </c:pt>
                <c:pt idx="2958">
                  <c:v>-0.4</c:v>
                </c:pt>
                <c:pt idx="2959">
                  <c:v>-0.4</c:v>
                </c:pt>
                <c:pt idx="2960">
                  <c:v>-0.4</c:v>
                </c:pt>
                <c:pt idx="2961">
                  <c:v>-0.4</c:v>
                </c:pt>
                <c:pt idx="2962">
                  <c:v>-0.4</c:v>
                </c:pt>
                <c:pt idx="2963">
                  <c:v>-0.4</c:v>
                </c:pt>
                <c:pt idx="2964">
                  <c:v>-0.4</c:v>
                </c:pt>
                <c:pt idx="2965">
                  <c:v>-0.4</c:v>
                </c:pt>
                <c:pt idx="2966">
                  <c:v>-0.4</c:v>
                </c:pt>
                <c:pt idx="2967">
                  <c:v>-0.4</c:v>
                </c:pt>
                <c:pt idx="2968">
                  <c:v>-0.4</c:v>
                </c:pt>
                <c:pt idx="2969">
                  <c:v>-0.4</c:v>
                </c:pt>
                <c:pt idx="2970">
                  <c:v>-0.4</c:v>
                </c:pt>
                <c:pt idx="2971">
                  <c:v>-0.4</c:v>
                </c:pt>
                <c:pt idx="2972">
                  <c:v>-0.4</c:v>
                </c:pt>
                <c:pt idx="2973">
                  <c:v>-0.4</c:v>
                </c:pt>
                <c:pt idx="2974">
                  <c:v>-0.4</c:v>
                </c:pt>
                <c:pt idx="2975">
                  <c:v>-0.4</c:v>
                </c:pt>
                <c:pt idx="2976">
                  <c:v>-0.4</c:v>
                </c:pt>
                <c:pt idx="2977">
                  <c:v>-0.4</c:v>
                </c:pt>
                <c:pt idx="2978">
                  <c:v>-0.4</c:v>
                </c:pt>
                <c:pt idx="2979">
                  <c:v>-0.4</c:v>
                </c:pt>
                <c:pt idx="2980">
                  <c:v>-0.4</c:v>
                </c:pt>
                <c:pt idx="2981">
                  <c:v>-0.4</c:v>
                </c:pt>
                <c:pt idx="2982">
                  <c:v>-0.4</c:v>
                </c:pt>
                <c:pt idx="2983">
                  <c:v>-0.4</c:v>
                </c:pt>
                <c:pt idx="2984">
                  <c:v>-0.4</c:v>
                </c:pt>
                <c:pt idx="2985">
                  <c:v>-0.4</c:v>
                </c:pt>
                <c:pt idx="2986">
                  <c:v>-0.4</c:v>
                </c:pt>
                <c:pt idx="2987">
                  <c:v>-0.4</c:v>
                </c:pt>
                <c:pt idx="2988">
                  <c:v>-0.4</c:v>
                </c:pt>
                <c:pt idx="2989">
                  <c:v>-0.4</c:v>
                </c:pt>
                <c:pt idx="2990">
                  <c:v>-0.4</c:v>
                </c:pt>
                <c:pt idx="2991">
                  <c:v>-0.4</c:v>
                </c:pt>
                <c:pt idx="2992">
                  <c:v>-0.4</c:v>
                </c:pt>
                <c:pt idx="2993">
                  <c:v>-0.4</c:v>
                </c:pt>
                <c:pt idx="2994">
                  <c:v>-0.4</c:v>
                </c:pt>
                <c:pt idx="2995">
                  <c:v>-0.4</c:v>
                </c:pt>
                <c:pt idx="2996">
                  <c:v>-0.4</c:v>
                </c:pt>
                <c:pt idx="2997">
                  <c:v>-0.4</c:v>
                </c:pt>
                <c:pt idx="2998">
                  <c:v>-0.4</c:v>
                </c:pt>
                <c:pt idx="2999">
                  <c:v>-0.4</c:v>
                </c:pt>
                <c:pt idx="3000">
                  <c:v>-0.4</c:v>
                </c:pt>
                <c:pt idx="3001">
                  <c:v>-0.4</c:v>
                </c:pt>
                <c:pt idx="3002">
                  <c:v>-0.4</c:v>
                </c:pt>
                <c:pt idx="3003">
                  <c:v>-0.4</c:v>
                </c:pt>
                <c:pt idx="3004">
                  <c:v>-0.4</c:v>
                </c:pt>
                <c:pt idx="3005">
                  <c:v>-0.4</c:v>
                </c:pt>
                <c:pt idx="3006">
                  <c:v>-0.4</c:v>
                </c:pt>
                <c:pt idx="3007">
                  <c:v>-0.4</c:v>
                </c:pt>
                <c:pt idx="3008">
                  <c:v>-0.4</c:v>
                </c:pt>
                <c:pt idx="3009">
                  <c:v>-0.4</c:v>
                </c:pt>
                <c:pt idx="3010">
                  <c:v>-0.4</c:v>
                </c:pt>
                <c:pt idx="3011">
                  <c:v>-0.4</c:v>
                </c:pt>
                <c:pt idx="3012">
                  <c:v>-0.4</c:v>
                </c:pt>
                <c:pt idx="3013">
                  <c:v>-0.4</c:v>
                </c:pt>
                <c:pt idx="3014">
                  <c:v>-0.4</c:v>
                </c:pt>
                <c:pt idx="3015">
                  <c:v>-0.4</c:v>
                </c:pt>
                <c:pt idx="3016">
                  <c:v>-0.4</c:v>
                </c:pt>
                <c:pt idx="3017">
                  <c:v>-0.4</c:v>
                </c:pt>
                <c:pt idx="3018">
                  <c:v>-0.4</c:v>
                </c:pt>
                <c:pt idx="3019">
                  <c:v>-0.4</c:v>
                </c:pt>
                <c:pt idx="3020">
                  <c:v>-0.4</c:v>
                </c:pt>
                <c:pt idx="3021">
                  <c:v>-0.4</c:v>
                </c:pt>
                <c:pt idx="3022">
                  <c:v>-0.4</c:v>
                </c:pt>
                <c:pt idx="3023">
                  <c:v>-0.4</c:v>
                </c:pt>
                <c:pt idx="3024">
                  <c:v>-0.4</c:v>
                </c:pt>
                <c:pt idx="3025">
                  <c:v>-0.4</c:v>
                </c:pt>
                <c:pt idx="3026">
                  <c:v>-0.4</c:v>
                </c:pt>
                <c:pt idx="3027">
                  <c:v>-0.4</c:v>
                </c:pt>
                <c:pt idx="3028">
                  <c:v>-0.4</c:v>
                </c:pt>
                <c:pt idx="3029">
                  <c:v>-0.4</c:v>
                </c:pt>
                <c:pt idx="3030">
                  <c:v>-0.4</c:v>
                </c:pt>
                <c:pt idx="3031">
                  <c:v>-0.4</c:v>
                </c:pt>
                <c:pt idx="3032">
                  <c:v>-0.4</c:v>
                </c:pt>
                <c:pt idx="3033">
                  <c:v>-0.4</c:v>
                </c:pt>
                <c:pt idx="3034">
                  <c:v>-0.4</c:v>
                </c:pt>
                <c:pt idx="3035">
                  <c:v>-0.4</c:v>
                </c:pt>
                <c:pt idx="3036">
                  <c:v>-0.4</c:v>
                </c:pt>
                <c:pt idx="3037">
                  <c:v>-0.4</c:v>
                </c:pt>
                <c:pt idx="3038">
                  <c:v>-0.4</c:v>
                </c:pt>
                <c:pt idx="3039">
                  <c:v>-0.4</c:v>
                </c:pt>
                <c:pt idx="3040">
                  <c:v>-0.4</c:v>
                </c:pt>
                <c:pt idx="3041">
                  <c:v>-0.4</c:v>
                </c:pt>
                <c:pt idx="3042">
                  <c:v>-0.4</c:v>
                </c:pt>
                <c:pt idx="3043">
                  <c:v>-0.4</c:v>
                </c:pt>
                <c:pt idx="3044">
                  <c:v>-0.4</c:v>
                </c:pt>
                <c:pt idx="3045">
                  <c:v>-0.4</c:v>
                </c:pt>
                <c:pt idx="3046">
                  <c:v>-0.4</c:v>
                </c:pt>
                <c:pt idx="3047">
                  <c:v>-0.4</c:v>
                </c:pt>
                <c:pt idx="3048">
                  <c:v>-0.4</c:v>
                </c:pt>
                <c:pt idx="3049">
                  <c:v>-0.4</c:v>
                </c:pt>
                <c:pt idx="3050">
                  <c:v>-0.4</c:v>
                </c:pt>
                <c:pt idx="3051">
                  <c:v>-0.4</c:v>
                </c:pt>
                <c:pt idx="3052">
                  <c:v>-0.4</c:v>
                </c:pt>
                <c:pt idx="3053">
                  <c:v>-0.4</c:v>
                </c:pt>
                <c:pt idx="3054">
                  <c:v>-0.4</c:v>
                </c:pt>
                <c:pt idx="3055">
                  <c:v>-0.4</c:v>
                </c:pt>
                <c:pt idx="3056">
                  <c:v>-0.4</c:v>
                </c:pt>
                <c:pt idx="3057">
                  <c:v>-0.4</c:v>
                </c:pt>
                <c:pt idx="3058">
                  <c:v>-0.4</c:v>
                </c:pt>
                <c:pt idx="3059">
                  <c:v>-0.4</c:v>
                </c:pt>
                <c:pt idx="3060">
                  <c:v>-0.4</c:v>
                </c:pt>
                <c:pt idx="3061">
                  <c:v>-0.4</c:v>
                </c:pt>
                <c:pt idx="3062">
                  <c:v>-0.4</c:v>
                </c:pt>
                <c:pt idx="3063">
                  <c:v>-0.4</c:v>
                </c:pt>
                <c:pt idx="3064">
                  <c:v>-0.4</c:v>
                </c:pt>
                <c:pt idx="3065">
                  <c:v>-0.4</c:v>
                </c:pt>
                <c:pt idx="3066">
                  <c:v>-0.4</c:v>
                </c:pt>
                <c:pt idx="3067">
                  <c:v>-0.4</c:v>
                </c:pt>
                <c:pt idx="3068">
                  <c:v>-0.4</c:v>
                </c:pt>
                <c:pt idx="3069">
                  <c:v>-0.4</c:v>
                </c:pt>
                <c:pt idx="3070">
                  <c:v>-0.4</c:v>
                </c:pt>
                <c:pt idx="3071">
                  <c:v>-0.4</c:v>
                </c:pt>
                <c:pt idx="3072">
                  <c:v>-0.4</c:v>
                </c:pt>
                <c:pt idx="3073">
                  <c:v>-0.4</c:v>
                </c:pt>
                <c:pt idx="3074">
                  <c:v>-0.4</c:v>
                </c:pt>
                <c:pt idx="3075">
                  <c:v>-0.4</c:v>
                </c:pt>
                <c:pt idx="3076">
                  <c:v>-0.4</c:v>
                </c:pt>
                <c:pt idx="3077">
                  <c:v>-0.4</c:v>
                </c:pt>
                <c:pt idx="3078">
                  <c:v>-0.4</c:v>
                </c:pt>
                <c:pt idx="3079">
                  <c:v>-0.4</c:v>
                </c:pt>
                <c:pt idx="3080">
                  <c:v>-0.4</c:v>
                </c:pt>
                <c:pt idx="3081">
                  <c:v>-0.4</c:v>
                </c:pt>
                <c:pt idx="3082">
                  <c:v>-0.4</c:v>
                </c:pt>
                <c:pt idx="3083">
                  <c:v>-0.4</c:v>
                </c:pt>
                <c:pt idx="3084">
                  <c:v>-0.4</c:v>
                </c:pt>
                <c:pt idx="3085">
                  <c:v>-0.4</c:v>
                </c:pt>
                <c:pt idx="3086">
                  <c:v>-0.4</c:v>
                </c:pt>
                <c:pt idx="3087">
                  <c:v>-0.4</c:v>
                </c:pt>
                <c:pt idx="3088">
                  <c:v>-0.4</c:v>
                </c:pt>
                <c:pt idx="3089">
                  <c:v>-0.4</c:v>
                </c:pt>
                <c:pt idx="3090">
                  <c:v>-0.4</c:v>
                </c:pt>
                <c:pt idx="3091">
                  <c:v>-0.4</c:v>
                </c:pt>
                <c:pt idx="3092">
                  <c:v>-0.4</c:v>
                </c:pt>
                <c:pt idx="3093">
                  <c:v>-0.4</c:v>
                </c:pt>
                <c:pt idx="3094">
                  <c:v>-0.4</c:v>
                </c:pt>
                <c:pt idx="3095">
                  <c:v>-0.4</c:v>
                </c:pt>
                <c:pt idx="3096">
                  <c:v>-0.4</c:v>
                </c:pt>
                <c:pt idx="3097">
                  <c:v>-0.4</c:v>
                </c:pt>
                <c:pt idx="3098">
                  <c:v>-0.4</c:v>
                </c:pt>
                <c:pt idx="3099">
                  <c:v>-0.4</c:v>
                </c:pt>
                <c:pt idx="3100">
                  <c:v>-0.4</c:v>
                </c:pt>
                <c:pt idx="3101">
                  <c:v>-0.4</c:v>
                </c:pt>
                <c:pt idx="3102">
                  <c:v>-0.4</c:v>
                </c:pt>
                <c:pt idx="3103">
                  <c:v>-0.4</c:v>
                </c:pt>
                <c:pt idx="3104">
                  <c:v>-0.4</c:v>
                </c:pt>
                <c:pt idx="3105">
                  <c:v>-0.4</c:v>
                </c:pt>
                <c:pt idx="3106">
                  <c:v>-0.4</c:v>
                </c:pt>
                <c:pt idx="3107">
                  <c:v>-0.4</c:v>
                </c:pt>
                <c:pt idx="3108">
                  <c:v>-0.4</c:v>
                </c:pt>
                <c:pt idx="3109">
                  <c:v>-0.4</c:v>
                </c:pt>
                <c:pt idx="3110">
                  <c:v>-0.4</c:v>
                </c:pt>
                <c:pt idx="3111">
                  <c:v>-0.4</c:v>
                </c:pt>
                <c:pt idx="3112">
                  <c:v>-0.4</c:v>
                </c:pt>
                <c:pt idx="3113">
                  <c:v>-0.4</c:v>
                </c:pt>
                <c:pt idx="3114">
                  <c:v>-0.4</c:v>
                </c:pt>
                <c:pt idx="3115">
                  <c:v>-0.4</c:v>
                </c:pt>
                <c:pt idx="3116">
                  <c:v>-0.4</c:v>
                </c:pt>
                <c:pt idx="3117">
                  <c:v>-0.4</c:v>
                </c:pt>
                <c:pt idx="3118">
                  <c:v>-0.4</c:v>
                </c:pt>
                <c:pt idx="3119">
                  <c:v>-0.4</c:v>
                </c:pt>
                <c:pt idx="3120">
                  <c:v>-0.4</c:v>
                </c:pt>
                <c:pt idx="3121">
                  <c:v>-0.4</c:v>
                </c:pt>
                <c:pt idx="3122">
                  <c:v>-0.4</c:v>
                </c:pt>
                <c:pt idx="3123">
                  <c:v>-0.4</c:v>
                </c:pt>
                <c:pt idx="3124">
                  <c:v>-0.4</c:v>
                </c:pt>
                <c:pt idx="3125">
                  <c:v>-0.4</c:v>
                </c:pt>
                <c:pt idx="3126">
                  <c:v>-0.4</c:v>
                </c:pt>
                <c:pt idx="3127">
                  <c:v>-0.4</c:v>
                </c:pt>
                <c:pt idx="3128">
                  <c:v>-0.4</c:v>
                </c:pt>
                <c:pt idx="3129">
                  <c:v>-0.4</c:v>
                </c:pt>
                <c:pt idx="3130">
                  <c:v>-0.4</c:v>
                </c:pt>
                <c:pt idx="3131">
                  <c:v>-0.4</c:v>
                </c:pt>
                <c:pt idx="3132">
                  <c:v>-0.4</c:v>
                </c:pt>
                <c:pt idx="3133">
                  <c:v>-0.4</c:v>
                </c:pt>
                <c:pt idx="3134">
                  <c:v>-0.4</c:v>
                </c:pt>
                <c:pt idx="3135">
                  <c:v>-0.4</c:v>
                </c:pt>
                <c:pt idx="3136">
                  <c:v>-0.4</c:v>
                </c:pt>
                <c:pt idx="3137">
                  <c:v>-0.4</c:v>
                </c:pt>
                <c:pt idx="3138">
                  <c:v>-0.4</c:v>
                </c:pt>
                <c:pt idx="3139">
                  <c:v>-0.4</c:v>
                </c:pt>
                <c:pt idx="3140">
                  <c:v>-0.4</c:v>
                </c:pt>
                <c:pt idx="3141">
                  <c:v>-0.4</c:v>
                </c:pt>
                <c:pt idx="3142">
                  <c:v>-0.4</c:v>
                </c:pt>
                <c:pt idx="3143">
                  <c:v>-0.4</c:v>
                </c:pt>
                <c:pt idx="3144">
                  <c:v>-0.4</c:v>
                </c:pt>
                <c:pt idx="3145">
                  <c:v>-0.4</c:v>
                </c:pt>
                <c:pt idx="3146">
                  <c:v>-0.4</c:v>
                </c:pt>
                <c:pt idx="3147">
                  <c:v>-0.4</c:v>
                </c:pt>
                <c:pt idx="3148">
                  <c:v>-0.4</c:v>
                </c:pt>
                <c:pt idx="3149">
                  <c:v>-0.4</c:v>
                </c:pt>
                <c:pt idx="3150">
                  <c:v>-0.4</c:v>
                </c:pt>
                <c:pt idx="3151">
                  <c:v>-0.4</c:v>
                </c:pt>
                <c:pt idx="3152">
                  <c:v>-0.4</c:v>
                </c:pt>
                <c:pt idx="3153">
                  <c:v>-0.4</c:v>
                </c:pt>
                <c:pt idx="3154">
                  <c:v>-0.4</c:v>
                </c:pt>
                <c:pt idx="3155">
                  <c:v>-0.4</c:v>
                </c:pt>
                <c:pt idx="3156">
                  <c:v>-0.4</c:v>
                </c:pt>
                <c:pt idx="3157">
                  <c:v>-0.4</c:v>
                </c:pt>
                <c:pt idx="3158">
                  <c:v>-0.4</c:v>
                </c:pt>
                <c:pt idx="3159">
                  <c:v>-0.4</c:v>
                </c:pt>
                <c:pt idx="3160">
                  <c:v>-0.4</c:v>
                </c:pt>
                <c:pt idx="3161">
                  <c:v>-0.4</c:v>
                </c:pt>
                <c:pt idx="3162">
                  <c:v>-0.4</c:v>
                </c:pt>
                <c:pt idx="3163">
                  <c:v>-0.4</c:v>
                </c:pt>
                <c:pt idx="3164">
                  <c:v>-0.4</c:v>
                </c:pt>
                <c:pt idx="3165">
                  <c:v>-0.4</c:v>
                </c:pt>
                <c:pt idx="3166">
                  <c:v>-0.4</c:v>
                </c:pt>
                <c:pt idx="3167">
                  <c:v>-0.4</c:v>
                </c:pt>
                <c:pt idx="3168">
                  <c:v>-0.4</c:v>
                </c:pt>
                <c:pt idx="3169">
                  <c:v>-0.4</c:v>
                </c:pt>
                <c:pt idx="3170">
                  <c:v>-0.4</c:v>
                </c:pt>
                <c:pt idx="3171">
                  <c:v>-0.4</c:v>
                </c:pt>
                <c:pt idx="3172">
                  <c:v>-0.4</c:v>
                </c:pt>
                <c:pt idx="3173">
                  <c:v>-0.4</c:v>
                </c:pt>
                <c:pt idx="3174">
                  <c:v>-0.4</c:v>
                </c:pt>
                <c:pt idx="3175">
                  <c:v>-0.4</c:v>
                </c:pt>
                <c:pt idx="3176">
                  <c:v>-0.4</c:v>
                </c:pt>
                <c:pt idx="3177">
                  <c:v>-0.4</c:v>
                </c:pt>
                <c:pt idx="3178">
                  <c:v>-0.4</c:v>
                </c:pt>
                <c:pt idx="3179">
                  <c:v>-0.4</c:v>
                </c:pt>
                <c:pt idx="3180">
                  <c:v>-0.4</c:v>
                </c:pt>
                <c:pt idx="3181">
                  <c:v>-0.4</c:v>
                </c:pt>
                <c:pt idx="3182">
                  <c:v>-0.4</c:v>
                </c:pt>
                <c:pt idx="3183">
                  <c:v>-0.4</c:v>
                </c:pt>
                <c:pt idx="3184">
                  <c:v>-0.4</c:v>
                </c:pt>
                <c:pt idx="3185">
                  <c:v>-0.4</c:v>
                </c:pt>
                <c:pt idx="3186">
                  <c:v>-0.4</c:v>
                </c:pt>
                <c:pt idx="3187">
                  <c:v>-0.4</c:v>
                </c:pt>
                <c:pt idx="3188">
                  <c:v>-0.4</c:v>
                </c:pt>
                <c:pt idx="3189">
                  <c:v>-0.4</c:v>
                </c:pt>
                <c:pt idx="3190">
                  <c:v>-0.4</c:v>
                </c:pt>
                <c:pt idx="3191">
                  <c:v>-0.4</c:v>
                </c:pt>
                <c:pt idx="3192">
                  <c:v>-0.4</c:v>
                </c:pt>
                <c:pt idx="3193">
                  <c:v>-0.4</c:v>
                </c:pt>
                <c:pt idx="3194">
                  <c:v>-0.4</c:v>
                </c:pt>
                <c:pt idx="3195">
                  <c:v>-0.4</c:v>
                </c:pt>
                <c:pt idx="3196">
                  <c:v>-0.4</c:v>
                </c:pt>
                <c:pt idx="3197">
                  <c:v>-0.4</c:v>
                </c:pt>
                <c:pt idx="3198">
                  <c:v>-0.4</c:v>
                </c:pt>
                <c:pt idx="3199">
                  <c:v>-0.4</c:v>
                </c:pt>
                <c:pt idx="3200">
                  <c:v>-0.4</c:v>
                </c:pt>
                <c:pt idx="3201">
                  <c:v>-0.4</c:v>
                </c:pt>
                <c:pt idx="3202">
                  <c:v>-0.4</c:v>
                </c:pt>
                <c:pt idx="3203">
                  <c:v>-0.4</c:v>
                </c:pt>
                <c:pt idx="3204">
                  <c:v>-0.4</c:v>
                </c:pt>
                <c:pt idx="3205">
                  <c:v>-0.4</c:v>
                </c:pt>
                <c:pt idx="3206">
                  <c:v>-0.4</c:v>
                </c:pt>
                <c:pt idx="3207">
                  <c:v>-0.4</c:v>
                </c:pt>
                <c:pt idx="3208">
                  <c:v>-0.4</c:v>
                </c:pt>
                <c:pt idx="3209">
                  <c:v>-0.4</c:v>
                </c:pt>
                <c:pt idx="3210">
                  <c:v>-0.4</c:v>
                </c:pt>
                <c:pt idx="3211">
                  <c:v>-0.4</c:v>
                </c:pt>
                <c:pt idx="3212">
                  <c:v>-0.4</c:v>
                </c:pt>
                <c:pt idx="3213">
                  <c:v>-0.4</c:v>
                </c:pt>
                <c:pt idx="3214">
                  <c:v>-0.4</c:v>
                </c:pt>
                <c:pt idx="3215">
                  <c:v>-0.4</c:v>
                </c:pt>
                <c:pt idx="3216">
                  <c:v>-0.4</c:v>
                </c:pt>
                <c:pt idx="3217">
                  <c:v>-0.4</c:v>
                </c:pt>
                <c:pt idx="3218">
                  <c:v>-0.4</c:v>
                </c:pt>
                <c:pt idx="3219">
                  <c:v>-0.4</c:v>
                </c:pt>
                <c:pt idx="3220">
                  <c:v>-0.4</c:v>
                </c:pt>
                <c:pt idx="3221">
                  <c:v>-0.4</c:v>
                </c:pt>
                <c:pt idx="3222">
                  <c:v>-0.4</c:v>
                </c:pt>
                <c:pt idx="3223">
                  <c:v>-0.4</c:v>
                </c:pt>
                <c:pt idx="3224">
                  <c:v>-0.4</c:v>
                </c:pt>
                <c:pt idx="3225">
                  <c:v>-0.4</c:v>
                </c:pt>
                <c:pt idx="3226">
                  <c:v>-0.4</c:v>
                </c:pt>
                <c:pt idx="3227">
                  <c:v>-0.4</c:v>
                </c:pt>
                <c:pt idx="3228">
                  <c:v>-0.4</c:v>
                </c:pt>
                <c:pt idx="3229">
                  <c:v>-0.4</c:v>
                </c:pt>
                <c:pt idx="3230">
                  <c:v>-0.4</c:v>
                </c:pt>
                <c:pt idx="3231">
                  <c:v>-0.4</c:v>
                </c:pt>
                <c:pt idx="3232">
                  <c:v>-0.4</c:v>
                </c:pt>
                <c:pt idx="3233">
                  <c:v>-0.4</c:v>
                </c:pt>
                <c:pt idx="3234">
                  <c:v>-0.4</c:v>
                </c:pt>
                <c:pt idx="3235">
                  <c:v>-0.4</c:v>
                </c:pt>
                <c:pt idx="3236">
                  <c:v>-0.4</c:v>
                </c:pt>
                <c:pt idx="3237">
                  <c:v>-0.4</c:v>
                </c:pt>
                <c:pt idx="3238">
                  <c:v>-0.4</c:v>
                </c:pt>
                <c:pt idx="3239">
                  <c:v>-0.4</c:v>
                </c:pt>
                <c:pt idx="3240">
                  <c:v>-0.4</c:v>
                </c:pt>
                <c:pt idx="3241">
                  <c:v>-0.4</c:v>
                </c:pt>
                <c:pt idx="3242">
                  <c:v>-0.4</c:v>
                </c:pt>
                <c:pt idx="3243">
                  <c:v>-0.4</c:v>
                </c:pt>
                <c:pt idx="3244">
                  <c:v>-0.4</c:v>
                </c:pt>
                <c:pt idx="3245">
                  <c:v>-0.4</c:v>
                </c:pt>
                <c:pt idx="3246">
                  <c:v>-0.4</c:v>
                </c:pt>
                <c:pt idx="3247">
                  <c:v>-0.4</c:v>
                </c:pt>
                <c:pt idx="3248">
                  <c:v>-0.4</c:v>
                </c:pt>
                <c:pt idx="3249">
                  <c:v>-0.4</c:v>
                </c:pt>
                <c:pt idx="3250">
                  <c:v>-0.4</c:v>
                </c:pt>
                <c:pt idx="3251">
                  <c:v>-0.4</c:v>
                </c:pt>
                <c:pt idx="3252">
                  <c:v>-0.4</c:v>
                </c:pt>
                <c:pt idx="3253">
                  <c:v>-0.4</c:v>
                </c:pt>
                <c:pt idx="3254">
                  <c:v>-0.4</c:v>
                </c:pt>
                <c:pt idx="3255">
                  <c:v>-0.4</c:v>
                </c:pt>
                <c:pt idx="3256">
                  <c:v>-0.4</c:v>
                </c:pt>
                <c:pt idx="3257">
                  <c:v>-0.4</c:v>
                </c:pt>
                <c:pt idx="3258">
                  <c:v>-0.4</c:v>
                </c:pt>
                <c:pt idx="3259">
                  <c:v>-0.4</c:v>
                </c:pt>
                <c:pt idx="3260">
                  <c:v>-0.4</c:v>
                </c:pt>
                <c:pt idx="3261">
                  <c:v>-0.4</c:v>
                </c:pt>
                <c:pt idx="3262">
                  <c:v>-0.4</c:v>
                </c:pt>
                <c:pt idx="3263">
                  <c:v>-0.4</c:v>
                </c:pt>
                <c:pt idx="3264">
                  <c:v>-0.4</c:v>
                </c:pt>
                <c:pt idx="3265">
                  <c:v>-0.4</c:v>
                </c:pt>
                <c:pt idx="3266">
                  <c:v>-0.4</c:v>
                </c:pt>
                <c:pt idx="3267">
                  <c:v>-0.4</c:v>
                </c:pt>
                <c:pt idx="3268">
                  <c:v>-0.4</c:v>
                </c:pt>
                <c:pt idx="3269">
                  <c:v>-0.4</c:v>
                </c:pt>
                <c:pt idx="3270">
                  <c:v>-0.4</c:v>
                </c:pt>
                <c:pt idx="3271">
                  <c:v>-0.4</c:v>
                </c:pt>
                <c:pt idx="3272">
                  <c:v>-0.4</c:v>
                </c:pt>
                <c:pt idx="3273">
                  <c:v>-0.4</c:v>
                </c:pt>
                <c:pt idx="3274">
                  <c:v>-0.4</c:v>
                </c:pt>
                <c:pt idx="3275">
                  <c:v>-0.4</c:v>
                </c:pt>
                <c:pt idx="3276">
                  <c:v>-0.4</c:v>
                </c:pt>
                <c:pt idx="3277">
                  <c:v>-0.4</c:v>
                </c:pt>
                <c:pt idx="3278">
                  <c:v>-0.4</c:v>
                </c:pt>
                <c:pt idx="3279">
                  <c:v>-0.4</c:v>
                </c:pt>
                <c:pt idx="3280">
                  <c:v>-0.4</c:v>
                </c:pt>
                <c:pt idx="3281">
                  <c:v>-0.4</c:v>
                </c:pt>
                <c:pt idx="3282">
                  <c:v>-0.4</c:v>
                </c:pt>
                <c:pt idx="3283">
                  <c:v>-0.4</c:v>
                </c:pt>
                <c:pt idx="3284">
                  <c:v>-0.4</c:v>
                </c:pt>
                <c:pt idx="3285">
                  <c:v>-0.4</c:v>
                </c:pt>
                <c:pt idx="3286">
                  <c:v>-0.4</c:v>
                </c:pt>
                <c:pt idx="3287">
                  <c:v>-0.4</c:v>
                </c:pt>
                <c:pt idx="3288">
                  <c:v>-0.4</c:v>
                </c:pt>
                <c:pt idx="3289">
                  <c:v>-0.4</c:v>
                </c:pt>
                <c:pt idx="3290">
                  <c:v>-0.4</c:v>
                </c:pt>
                <c:pt idx="3291">
                  <c:v>-0.4</c:v>
                </c:pt>
                <c:pt idx="3292">
                  <c:v>-0.4</c:v>
                </c:pt>
                <c:pt idx="3293">
                  <c:v>-0.4</c:v>
                </c:pt>
                <c:pt idx="3294">
                  <c:v>-0.4</c:v>
                </c:pt>
                <c:pt idx="3295">
                  <c:v>-0.4</c:v>
                </c:pt>
                <c:pt idx="3296">
                  <c:v>-0.4</c:v>
                </c:pt>
                <c:pt idx="3297">
                  <c:v>-0.4</c:v>
                </c:pt>
                <c:pt idx="3298">
                  <c:v>-0.4</c:v>
                </c:pt>
                <c:pt idx="3299">
                  <c:v>-0.4</c:v>
                </c:pt>
                <c:pt idx="3300">
                  <c:v>-0.4</c:v>
                </c:pt>
                <c:pt idx="3301">
                  <c:v>-0.4</c:v>
                </c:pt>
                <c:pt idx="3302">
                  <c:v>-0.4</c:v>
                </c:pt>
                <c:pt idx="3303">
                  <c:v>-0.4</c:v>
                </c:pt>
                <c:pt idx="3304">
                  <c:v>-0.4</c:v>
                </c:pt>
                <c:pt idx="3305">
                  <c:v>-0.4</c:v>
                </c:pt>
                <c:pt idx="3306">
                  <c:v>-0.4</c:v>
                </c:pt>
                <c:pt idx="3307">
                  <c:v>-0.4</c:v>
                </c:pt>
                <c:pt idx="3308">
                  <c:v>-0.4</c:v>
                </c:pt>
                <c:pt idx="3309">
                  <c:v>-0.4</c:v>
                </c:pt>
                <c:pt idx="3310">
                  <c:v>-0.4</c:v>
                </c:pt>
                <c:pt idx="3311">
                  <c:v>-0.4</c:v>
                </c:pt>
                <c:pt idx="3312">
                  <c:v>-0.4</c:v>
                </c:pt>
                <c:pt idx="3313">
                  <c:v>-0.4</c:v>
                </c:pt>
                <c:pt idx="3314">
                  <c:v>-0.4</c:v>
                </c:pt>
                <c:pt idx="3315">
                  <c:v>-0.4</c:v>
                </c:pt>
                <c:pt idx="3316">
                  <c:v>-0.4</c:v>
                </c:pt>
                <c:pt idx="3317">
                  <c:v>-0.4</c:v>
                </c:pt>
                <c:pt idx="3318">
                  <c:v>-0.4</c:v>
                </c:pt>
                <c:pt idx="3319">
                  <c:v>-0.4</c:v>
                </c:pt>
                <c:pt idx="3320">
                  <c:v>-0.4</c:v>
                </c:pt>
                <c:pt idx="3321">
                  <c:v>-0.4</c:v>
                </c:pt>
                <c:pt idx="3322">
                  <c:v>-0.4</c:v>
                </c:pt>
                <c:pt idx="3323">
                  <c:v>-0.4</c:v>
                </c:pt>
                <c:pt idx="3324">
                  <c:v>-0.4</c:v>
                </c:pt>
                <c:pt idx="3325">
                  <c:v>-0.4</c:v>
                </c:pt>
                <c:pt idx="3326">
                  <c:v>-0.4</c:v>
                </c:pt>
                <c:pt idx="3327">
                  <c:v>-0.4</c:v>
                </c:pt>
                <c:pt idx="3328">
                  <c:v>-0.4</c:v>
                </c:pt>
                <c:pt idx="3329">
                  <c:v>-0.4</c:v>
                </c:pt>
                <c:pt idx="3330">
                  <c:v>-0.4</c:v>
                </c:pt>
                <c:pt idx="3331">
                  <c:v>-0.4</c:v>
                </c:pt>
                <c:pt idx="3332">
                  <c:v>-0.4</c:v>
                </c:pt>
                <c:pt idx="3333">
                  <c:v>-0.4</c:v>
                </c:pt>
                <c:pt idx="3334">
                  <c:v>-0.4</c:v>
                </c:pt>
                <c:pt idx="3335">
                  <c:v>-0.4</c:v>
                </c:pt>
                <c:pt idx="3336">
                  <c:v>-0.4</c:v>
                </c:pt>
                <c:pt idx="3337">
                  <c:v>-0.4</c:v>
                </c:pt>
                <c:pt idx="3338">
                  <c:v>-0.4</c:v>
                </c:pt>
                <c:pt idx="3339">
                  <c:v>-0.4</c:v>
                </c:pt>
                <c:pt idx="3340">
                  <c:v>-0.4</c:v>
                </c:pt>
                <c:pt idx="3341">
                  <c:v>-0.4</c:v>
                </c:pt>
                <c:pt idx="3342">
                  <c:v>-0.4</c:v>
                </c:pt>
                <c:pt idx="3343">
                  <c:v>-0.4</c:v>
                </c:pt>
                <c:pt idx="3344">
                  <c:v>-0.4</c:v>
                </c:pt>
                <c:pt idx="3345">
                  <c:v>-0.4</c:v>
                </c:pt>
                <c:pt idx="3346">
                  <c:v>-0.4</c:v>
                </c:pt>
                <c:pt idx="3347">
                  <c:v>-0.4</c:v>
                </c:pt>
                <c:pt idx="3348">
                  <c:v>-0.4</c:v>
                </c:pt>
                <c:pt idx="3349">
                  <c:v>-0.4</c:v>
                </c:pt>
                <c:pt idx="3350">
                  <c:v>-0.4</c:v>
                </c:pt>
                <c:pt idx="3351">
                  <c:v>-0.4</c:v>
                </c:pt>
                <c:pt idx="3352">
                  <c:v>-0.4</c:v>
                </c:pt>
                <c:pt idx="3353">
                  <c:v>-0.4</c:v>
                </c:pt>
                <c:pt idx="3354">
                  <c:v>-0.4</c:v>
                </c:pt>
                <c:pt idx="3355">
                  <c:v>-0.4</c:v>
                </c:pt>
                <c:pt idx="3356">
                  <c:v>-0.4</c:v>
                </c:pt>
                <c:pt idx="3357">
                  <c:v>-0.4</c:v>
                </c:pt>
                <c:pt idx="3358">
                  <c:v>-0.4</c:v>
                </c:pt>
                <c:pt idx="3359">
                  <c:v>-0.4</c:v>
                </c:pt>
                <c:pt idx="3360">
                  <c:v>-0.4</c:v>
                </c:pt>
                <c:pt idx="3361">
                  <c:v>-0.4</c:v>
                </c:pt>
                <c:pt idx="3362">
                  <c:v>-0.4</c:v>
                </c:pt>
                <c:pt idx="3363">
                  <c:v>-0.4</c:v>
                </c:pt>
                <c:pt idx="3364">
                  <c:v>-0.4</c:v>
                </c:pt>
                <c:pt idx="3365">
                  <c:v>-0.4</c:v>
                </c:pt>
                <c:pt idx="3366">
                  <c:v>-0.4</c:v>
                </c:pt>
                <c:pt idx="3367">
                  <c:v>-0.4</c:v>
                </c:pt>
                <c:pt idx="3368">
                  <c:v>-0.4</c:v>
                </c:pt>
                <c:pt idx="3369">
                  <c:v>-0.4</c:v>
                </c:pt>
                <c:pt idx="3370">
                  <c:v>-0.4</c:v>
                </c:pt>
                <c:pt idx="3371">
                  <c:v>-0.4</c:v>
                </c:pt>
                <c:pt idx="3372">
                  <c:v>-0.4</c:v>
                </c:pt>
                <c:pt idx="3373">
                  <c:v>-0.4</c:v>
                </c:pt>
                <c:pt idx="3374">
                  <c:v>-0.4</c:v>
                </c:pt>
                <c:pt idx="3375">
                  <c:v>-0.4</c:v>
                </c:pt>
                <c:pt idx="3376">
                  <c:v>-0.4</c:v>
                </c:pt>
                <c:pt idx="3377">
                  <c:v>-0.4</c:v>
                </c:pt>
                <c:pt idx="3378">
                  <c:v>-0.4</c:v>
                </c:pt>
                <c:pt idx="3379">
                  <c:v>-0.4</c:v>
                </c:pt>
                <c:pt idx="3380">
                  <c:v>-0.4</c:v>
                </c:pt>
                <c:pt idx="3381">
                  <c:v>-0.4</c:v>
                </c:pt>
                <c:pt idx="3382">
                  <c:v>-0.4</c:v>
                </c:pt>
                <c:pt idx="3383">
                  <c:v>-0.4</c:v>
                </c:pt>
                <c:pt idx="3384">
                  <c:v>-0.4</c:v>
                </c:pt>
                <c:pt idx="3385">
                  <c:v>-0.4</c:v>
                </c:pt>
                <c:pt idx="3386">
                  <c:v>-0.4</c:v>
                </c:pt>
                <c:pt idx="3387">
                  <c:v>-0.4</c:v>
                </c:pt>
                <c:pt idx="3388">
                  <c:v>-0.4</c:v>
                </c:pt>
                <c:pt idx="3389">
                  <c:v>-0.4</c:v>
                </c:pt>
                <c:pt idx="3390">
                  <c:v>-0.4</c:v>
                </c:pt>
                <c:pt idx="3391">
                  <c:v>-0.4</c:v>
                </c:pt>
                <c:pt idx="3392">
                  <c:v>-0.4</c:v>
                </c:pt>
                <c:pt idx="3393">
                  <c:v>-0.4</c:v>
                </c:pt>
                <c:pt idx="3394">
                  <c:v>-0.4</c:v>
                </c:pt>
                <c:pt idx="3395">
                  <c:v>-0.4</c:v>
                </c:pt>
                <c:pt idx="3396">
                  <c:v>-0.4</c:v>
                </c:pt>
                <c:pt idx="3397">
                  <c:v>-0.4</c:v>
                </c:pt>
                <c:pt idx="3398">
                  <c:v>-0.4</c:v>
                </c:pt>
                <c:pt idx="3399">
                  <c:v>-0.4</c:v>
                </c:pt>
                <c:pt idx="3400">
                  <c:v>-0.4</c:v>
                </c:pt>
                <c:pt idx="3401">
                  <c:v>-0.4</c:v>
                </c:pt>
                <c:pt idx="3402">
                  <c:v>-0.4</c:v>
                </c:pt>
                <c:pt idx="3403">
                  <c:v>-0.4</c:v>
                </c:pt>
                <c:pt idx="3404">
                  <c:v>-0.4</c:v>
                </c:pt>
                <c:pt idx="3405">
                  <c:v>-0.4</c:v>
                </c:pt>
                <c:pt idx="3406">
                  <c:v>-0.4</c:v>
                </c:pt>
                <c:pt idx="3407">
                  <c:v>-0.4</c:v>
                </c:pt>
                <c:pt idx="3408">
                  <c:v>-0.4</c:v>
                </c:pt>
                <c:pt idx="3409">
                  <c:v>-0.4</c:v>
                </c:pt>
                <c:pt idx="3410">
                  <c:v>-0.4</c:v>
                </c:pt>
                <c:pt idx="3411">
                  <c:v>-0.4</c:v>
                </c:pt>
                <c:pt idx="3412">
                  <c:v>-0.4</c:v>
                </c:pt>
                <c:pt idx="3413">
                  <c:v>-0.4</c:v>
                </c:pt>
                <c:pt idx="3414">
                  <c:v>-0.4</c:v>
                </c:pt>
                <c:pt idx="3415">
                  <c:v>-0.4</c:v>
                </c:pt>
                <c:pt idx="3416">
                  <c:v>-0.4</c:v>
                </c:pt>
                <c:pt idx="3417">
                  <c:v>-0.4</c:v>
                </c:pt>
                <c:pt idx="3418">
                  <c:v>-0.4</c:v>
                </c:pt>
                <c:pt idx="3419">
                  <c:v>-0.4</c:v>
                </c:pt>
                <c:pt idx="3420">
                  <c:v>-0.4</c:v>
                </c:pt>
                <c:pt idx="3421">
                  <c:v>-0.4</c:v>
                </c:pt>
                <c:pt idx="3422">
                  <c:v>-0.4</c:v>
                </c:pt>
                <c:pt idx="3423">
                  <c:v>-0.4</c:v>
                </c:pt>
                <c:pt idx="3424">
                  <c:v>-0.4</c:v>
                </c:pt>
                <c:pt idx="3425">
                  <c:v>-0.4</c:v>
                </c:pt>
                <c:pt idx="3426">
                  <c:v>-0.4</c:v>
                </c:pt>
                <c:pt idx="3427">
                  <c:v>-0.4</c:v>
                </c:pt>
                <c:pt idx="3428">
                  <c:v>-0.4</c:v>
                </c:pt>
                <c:pt idx="3429">
                  <c:v>-0.4</c:v>
                </c:pt>
                <c:pt idx="3430">
                  <c:v>-0.4</c:v>
                </c:pt>
                <c:pt idx="3431">
                  <c:v>-0.4</c:v>
                </c:pt>
                <c:pt idx="3432">
                  <c:v>-0.4</c:v>
                </c:pt>
                <c:pt idx="3433">
                  <c:v>-0.4</c:v>
                </c:pt>
                <c:pt idx="3434">
                  <c:v>-0.4</c:v>
                </c:pt>
                <c:pt idx="3435">
                  <c:v>-0.4</c:v>
                </c:pt>
                <c:pt idx="3436">
                  <c:v>-0.4</c:v>
                </c:pt>
                <c:pt idx="3437">
                  <c:v>-0.4</c:v>
                </c:pt>
                <c:pt idx="3438">
                  <c:v>-0.4</c:v>
                </c:pt>
                <c:pt idx="3439">
                  <c:v>-0.4</c:v>
                </c:pt>
                <c:pt idx="3440">
                  <c:v>-0.4</c:v>
                </c:pt>
                <c:pt idx="3441">
                  <c:v>-0.4</c:v>
                </c:pt>
                <c:pt idx="3442">
                  <c:v>-0.4</c:v>
                </c:pt>
                <c:pt idx="3443">
                  <c:v>-0.4</c:v>
                </c:pt>
                <c:pt idx="3444">
                  <c:v>-0.4</c:v>
                </c:pt>
                <c:pt idx="3445">
                  <c:v>-0.4</c:v>
                </c:pt>
                <c:pt idx="3446">
                  <c:v>-0.4</c:v>
                </c:pt>
                <c:pt idx="3447">
                  <c:v>-0.4</c:v>
                </c:pt>
                <c:pt idx="3448">
                  <c:v>-0.4</c:v>
                </c:pt>
                <c:pt idx="3449">
                  <c:v>-0.4</c:v>
                </c:pt>
                <c:pt idx="3450">
                  <c:v>-0.4</c:v>
                </c:pt>
                <c:pt idx="3451">
                  <c:v>-0.4</c:v>
                </c:pt>
                <c:pt idx="3452">
                  <c:v>-0.4</c:v>
                </c:pt>
                <c:pt idx="3453">
                  <c:v>-0.4</c:v>
                </c:pt>
                <c:pt idx="3454">
                  <c:v>-0.4</c:v>
                </c:pt>
                <c:pt idx="3455">
                  <c:v>-0.4</c:v>
                </c:pt>
                <c:pt idx="3456">
                  <c:v>-0.4</c:v>
                </c:pt>
                <c:pt idx="3457">
                  <c:v>-0.4</c:v>
                </c:pt>
                <c:pt idx="3458">
                  <c:v>-0.4</c:v>
                </c:pt>
                <c:pt idx="3459">
                  <c:v>-0.4</c:v>
                </c:pt>
                <c:pt idx="3460">
                  <c:v>-0.4</c:v>
                </c:pt>
                <c:pt idx="3461">
                  <c:v>-0.4</c:v>
                </c:pt>
                <c:pt idx="3462">
                  <c:v>-0.4</c:v>
                </c:pt>
                <c:pt idx="3463">
                  <c:v>-0.4</c:v>
                </c:pt>
                <c:pt idx="3464">
                  <c:v>-0.4</c:v>
                </c:pt>
                <c:pt idx="3465">
                  <c:v>-0.4</c:v>
                </c:pt>
                <c:pt idx="3466">
                  <c:v>-0.4</c:v>
                </c:pt>
                <c:pt idx="3467">
                  <c:v>-0.4</c:v>
                </c:pt>
                <c:pt idx="3468">
                  <c:v>-0.4</c:v>
                </c:pt>
                <c:pt idx="3469">
                  <c:v>-0.4</c:v>
                </c:pt>
                <c:pt idx="3470">
                  <c:v>-0.4</c:v>
                </c:pt>
                <c:pt idx="3471">
                  <c:v>-0.4</c:v>
                </c:pt>
                <c:pt idx="3472">
                  <c:v>-0.4</c:v>
                </c:pt>
                <c:pt idx="3473">
                  <c:v>-0.4</c:v>
                </c:pt>
                <c:pt idx="3474">
                  <c:v>-0.4</c:v>
                </c:pt>
                <c:pt idx="3475">
                  <c:v>-0.4</c:v>
                </c:pt>
                <c:pt idx="3476">
                  <c:v>-0.4</c:v>
                </c:pt>
                <c:pt idx="3477">
                  <c:v>-0.4</c:v>
                </c:pt>
                <c:pt idx="3478">
                  <c:v>-0.4</c:v>
                </c:pt>
                <c:pt idx="3479">
                  <c:v>-0.4</c:v>
                </c:pt>
                <c:pt idx="3480">
                  <c:v>-0.4</c:v>
                </c:pt>
                <c:pt idx="3481">
                  <c:v>-0.4</c:v>
                </c:pt>
                <c:pt idx="3482">
                  <c:v>-0.4</c:v>
                </c:pt>
                <c:pt idx="3483">
                  <c:v>-0.4</c:v>
                </c:pt>
                <c:pt idx="3484">
                  <c:v>-0.4</c:v>
                </c:pt>
                <c:pt idx="3485">
                  <c:v>-0.4</c:v>
                </c:pt>
                <c:pt idx="3486">
                  <c:v>-0.4</c:v>
                </c:pt>
                <c:pt idx="3487">
                  <c:v>-0.4</c:v>
                </c:pt>
                <c:pt idx="3488">
                  <c:v>-0.4</c:v>
                </c:pt>
                <c:pt idx="3489">
                  <c:v>-0.4</c:v>
                </c:pt>
                <c:pt idx="3490">
                  <c:v>-0.4</c:v>
                </c:pt>
                <c:pt idx="3491">
                  <c:v>-0.4</c:v>
                </c:pt>
                <c:pt idx="3492">
                  <c:v>-0.4</c:v>
                </c:pt>
                <c:pt idx="3493">
                  <c:v>-0.4</c:v>
                </c:pt>
                <c:pt idx="3494">
                  <c:v>-0.4</c:v>
                </c:pt>
                <c:pt idx="3495">
                  <c:v>-0.4</c:v>
                </c:pt>
                <c:pt idx="3496">
                  <c:v>-0.4</c:v>
                </c:pt>
                <c:pt idx="3497">
                  <c:v>-0.4</c:v>
                </c:pt>
                <c:pt idx="3498">
                  <c:v>-0.4</c:v>
                </c:pt>
                <c:pt idx="3499">
                  <c:v>-0.4</c:v>
                </c:pt>
                <c:pt idx="3500">
                  <c:v>-0.4</c:v>
                </c:pt>
                <c:pt idx="3501">
                  <c:v>-0.4</c:v>
                </c:pt>
                <c:pt idx="3502">
                  <c:v>-0.4</c:v>
                </c:pt>
                <c:pt idx="3503">
                  <c:v>-0.4</c:v>
                </c:pt>
                <c:pt idx="3504">
                  <c:v>-0.4</c:v>
                </c:pt>
                <c:pt idx="3505">
                  <c:v>-0.4</c:v>
                </c:pt>
                <c:pt idx="3506">
                  <c:v>-0.4</c:v>
                </c:pt>
                <c:pt idx="3507">
                  <c:v>-0.4</c:v>
                </c:pt>
                <c:pt idx="3508">
                  <c:v>-0.4</c:v>
                </c:pt>
                <c:pt idx="3509">
                  <c:v>-0.4</c:v>
                </c:pt>
                <c:pt idx="3510">
                  <c:v>-0.4</c:v>
                </c:pt>
                <c:pt idx="3511">
                  <c:v>-0.4</c:v>
                </c:pt>
                <c:pt idx="3512">
                  <c:v>-0.4</c:v>
                </c:pt>
                <c:pt idx="3513">
                  <c:v>-0.4</c:v>
                </c:pt>
                <c:pt idx="3514">
                  <c:v>-0.4</c:v>
                </c:pt>
                <c:pt idx="3515">
                  <c:v>-0.4</c:v>
                </c:pt>
                <c:pt idx="3516">
                  <c:v>-0.4</c:v>
                </c:pt>
                <c:pt idx="3517">
                  <c:v>-0.4</c:v>
                </c:pt>
                <c:pt idx="3518">
                  <c:v>-0.4</c:v>
                </c:pt>
                <c:pt idx="3519">
                  <c:v>-0.4</c:v>
                </c:pt>
                <c:pt idx="3520">
                  <c:v>-0.4</c:v>
                </c:pt>
                <c:pt idx="3521">
                  <c:v>-0.4</c:v>
                </c:pt>
                <c:pt idx="3522">
                  <c:v>-0.4</c:v>
                </c:pt>
                <c:pt idx="3523">
                  <c:v>-0.4</c:v>
                </c:pt>
                <c:pt idx="3524">
                  <c:v>-0.4</c:v>
                </c:pt>
                <c:pt idx="3525">
                  <c:v>-0.4</c:v>
                </c:pt>
                <c:pt idx="3526">
                  <c:v>-0.4</c:v>
                </c:pt>
                <c:pt idx="3527">
                  <c:v>-0.4</c:v>
                </c:pt>
                <c:pt idx="3528">
                  <c:v>-0.4</c:v>
                </c:pt>
                <c:pt idx="3529">
                  <c:v>-0.4</c:v>
                </c:pt>
                <c:pt idx="3530">
                  <c:v>-0.4</c:v>
                </c:pt>
                <c:pt idx="3531">
                  <c:v>-0.4</c:v>
                </c:pt>
                <c:pt idx="3532">
                  <c:v>-0.4</c:v>
                </c:pt>
                <c:pt idx="3533">
                  <c:v>-0.4</c:v>
                </c:pt>
                <c:pt idx="3534">
                  <c:v>-0.4</c:v>
                </c:pt>
                <c:pt idx="3535">
                  <c:v>-0.4</c:v>
                </c:pt>
                <c:pt idx="3536">
                  <c:v>-0.4</c:v>
                </c:pt>
                <c:pt idx="3537">
                  <c:v>-0.4</c:v>
                </c:pt>
                <c:pt idx="3538">
                  <c:v>-0.4</c:v>
                </c:pt>
                <c:pt idx="3539">
                  <c:v>-0.4</c:v>
                </c:pt>
                <c:pt idx="3540">
                  <c:v>-0.4</c:v>
                </c:pt>
                <c:pt idx="3541">
                  <c:v>-0.4</c:v>
                </c:pt>
                <c:pt idx="3542">
                  <c:v>-0.4</c:v>
                </c:pt>
                <c:pt idx="3543">
                  <c:v>-0.4</c:v>
                </c:pt>
                <c:pt idx="3544">
                  <c:v>-0.4</c:v>
                </c:pt>
                <c:pt idx="3545">
                  <c:v>-0.4</c:v>
                </c:pt>
                <c:pt idx="3546">
                  <c:v>-0.4</c:v>
                </c:pt>
                <c:pt idx="3547">
                  <c:v>-0.4</c:v>
                </c:pt>
                <c:pt idx="3548">
                  <c:v>-0.4</c:v>
                </c:pt>
                <c:pt idx="3549">
                  <c:v>-0.4</c:v>
                </c:pt>
                <c:pt idx="3550">
                  <c:v>-0.4</c:v>
                </c:pt>
                <c:pt idx="3551">
                  <c:v>-0.4</c:v>
                </c:pt>
                <c:pt idx="3552">
                  <c:v>-0.4</c:v>
                </c:pt>
                <c:pt idx="3553">
                  <c:v>-0.4</c:v>
                </c:pt>
                <c:pt idx="3554">
                  <c:v>-0.4</c:v>
                </c:pt>
                <c:pt idx="3555">
                  <c:v>-0.4</c:v>
                </c:pt>
                <c:pt idx="3556">
                  <c:v>-0.4</c:v>
                </c:pt>
                <c:pt idx="3557">
                  <c:v>-0.4</c:v>
                </c:pt>
                <c:pt idx="3558">
                  <c:v>-0.4</c:v>
                </c:pt>
                <c:pt idx="3559">
                  <c:v>-0.4</c:v>
                </c:pt>
                <c:pt idx="3560">
                  <c:v>-0.4</c:v>
                </c:pt>
                <c:pt idx="3561">
                  <c:v>-0.4</c:v>
                </c:pt>
                <c:pt idx="3562">
                  <c:v>-0.4</c:v>
                </c:pt>
                <c:pt idx="3563">
                  <c:v>-0.4</c:v>
                </c:pt>
                <c:pt idx="3564">
                  <c:v>-0.4</c:v>
                </c:pt>
                <c:pt idx="3565">
                  <c:v>-0.4</c:v>
                </c:pt>
                <c:pt idx="3566">
                  <c:v>-0.4</c:v>
                </c:pt>
                <c:pt idx="3567">
                  <c:v>-0.4</c:v>
                </c:pt>
                <c:pt idx="3568">
                  <c:v>-0.4</c:v>
                </c:pt>
                <c:pt idx="3569">
                  <c:v>-0.4</c:v>
                </c:pt>
                <c:pt idx="3570">
                  <c:v>-0.4</c:v>
                </c:pt>
                <c:pt idx="3571">
                  <c:v>-0.4</c:v>
                </c:pt>
                <c:pt idx="3572">
                  <c:v>-0.4</c:v>
                </c:pt>
                <c:pt idx="3573">
                  <c:v>-0.4</c:v>
                </c:pt>
                <c:pt idx="3574">
                  <c:v>-0.4</c:v>
                </c:pt>
                <c:pt idx="3575">
                  <c:v>-0.4</c:v>
                </c:pt>
                <c:pt idx="3576">
                  <c:v>-0.4</c:v>
                </c:pt>
                <c:pt idx="3577">
                  <c:v>-0.4</c:v>
                </c:pt>
                <c:pt idx="3578">
                  <c:v>-0.4</c:v>
                </c:pt>
                <c:pt idx="3579">
                  <c:v>-0.4</c:v>
                </c:pt>
                <c:pt idx="3580">
                  <c:v>-0.4</c:v>
                </c:pt>
                <c:pt idx="3581">
                  <c:v>-0.4</c:v>
                </c:pt>
                <c:pt idx="3582">
                  <c:v>-0.4</c:v>
                </c:pt>
                <c:pt idx="3583">
                  <c:v>-0.4</c:v>
                </c:pt>
                <c:pt idx="3584">
                  <c:v>-0.4</c:v>
                </c:pt>
                <c:pt idx="3585">
                  <c:v>-0.4</c:v>
                </c:pt>
                <c:pt idx="3586">
                  <c:v>-0.4</c:v>
                </c:pt>
                <c:pt idx="3587">
                  <c:v>-0.4</c:v>
                </c:pt>
                <c:pt idx="3588">
                  <c:v>-0.4</c:v>
                </c:pt>
                <c:pt idx="3589">
                  <c:v>-0.4</c:v>
                </c:pt>
                <c:pt idx="3590">
                  <c:v>-0.4</c:v>
                </c:pt>
                <c:pt idx="3591">
                  <c:v>-0.4</c:v>
                </c:pt>
                <c:pt idx="3592">
                  <c:v>-0.4</c:v>
                </c:pt>
                <c:pt idx="3593">
                  <c:v>-0.4</c:v>
                </c:pt>
                <c:pt idx="3594">
                  <c:v>-0.4</c:v>
                </c:pt>
                <c:pt idx="3595">
                  <c:v>-0.4</c:v>
                </c:pt>
                <c:pt idx="3596">
                  <c:v>-0.4</c:v>
                </c:pt>
                <c:pt idx="3597">
                  <c:v>-0.4</c:v>
                </c:pt>
                <c:pt idx="3598">
                  <c:v>-0.4</c:v>
                </c:pt>
                <c:pt idx="3599">
                  <c:v>-0.4</c:v>
                </c:pt>
                <c:pt idx="3600">
                  <c:v>-0.4</c:v>
                </c:pt>
                <c:pt idx="3601">
                  <c:v>-0.4</c:v>
                </c:pt>
                <c:pt idx="3602">
                  <c:v>-0.4</c:v>
                </c:pt>
                <c:pt idx="3603">
                  <c:v>-0.4</c:v>
                </c:pt>
                <c:pt idx="3604">
                  <c:v>-0.4</c:v>
                </c:pt>
                <c:pt idx="3605">
                  <c:v>-0.4</c:v>
                </c:pt>
                <c:pt idx="3606">
                  <c:v>-0.4</c:v>
                </c:pt>
                <c:pt idx="3607">
                  <c:v>-0.4</c:v>
                </c:pt>
                <c:pt idx="3608">
                  <c:v>-0.4</c:v>
                </c:pt>
                <c:pt idx="3609">
                  <c:v>-0.4</c:v>
                </c:pt>
                <c:pt idx="3610">
                  <c:v>-0.4</c:v>
                </c:pt>
                <c:pt idx="3611">
                  <c:v>-0.4</c:v>
                </c:pt>
                <c:pt idx="3612">
                  <c:v>-0.4</c:v>
                </c:pt>
                <c:pt idx="3613">
                  <c:v>-0.4</c:v>
                </c:pt>
                <c:pt idx="3614">
                  <c:v>-0.4</c:v>
                </c:pt>
                <c:pt idx="3615">
                  <c:v>-0.4</c:v>
                </c:pt>
                <c:pt idx="3616">
                  <c:v>-0.4</c:v>
                </c:pt>
                <c:pt idx="3617">
                  <c:v>-0.4</c:v>
                </c:pt>
                <c:pt idx="3618">
                  <c:v>-0.4</c:v>
                </c:pt>
                <c:pt idx="3619">
                  <c:v>-0.4</c:v>
                </c:pt>
                <c:pt idx="3620">
                  <c:v>-0.4</c:v>
                </c:pt>
                <c:pt idx="3621">
                  <c:v>-0.4</c:v>
                </c:pt>
                <c:pt idx="3622">
                  <c:v>-0.4</c:v>
                </c:pt>
                <c:pt idx="3623">
                  <c:v>-0.4</c:v>
                </c:pt>
                <c:pt idx="3624">
                  <c:v>-0.4</c:v>
                </c:pt>
                <c:pt idx="3625">
                  <c:v>-0.4</c:v>
                </c:pt>
                <c:pt idx="3626">
                  <c:v>-0.4</c:v>
                </c:pt>
                <c:pt idx="3627">
                  <c:v>-0.4</c:v>
                </c:pt>
                <c:pt idx="3628">
                  <c:v>-0.4</c:v>
                </c:pt>
                <c:pt idx="3629">
                  <c:v>-0.4</c:v>
                </c:pt>
                <c:pt idx="3630">
                  <c:v>-0.4</c:v>
                </c:pt>
                <c:pt idx="3631">
                  <c:v>-0.4</c:v>
                </c:pt>
                <c:pt idx="3632">
                  <c:v>-0.4</c:v>
                </c:pt>
                <c:pt idx="3633">
                  <c:v>-0.4</c:v>
                </c:pt>
                <c:pt idx="3634">
                  <c:v>-0.4</c:v>
                </c:pt>
                <c:pt idx="3635">
                  <c:v>-0.4</c:v>
                </c:pt>
                <c:pt idx="3636">
                  <c:v>-0.4</c:v>
                </c:pt>
                <c:pt idx="3637">
                  <c:v>-0.4</c:v>
                </c:pt>
                <c:pt idx="3638">
                  <c:v>-0.4</c:v>
                </c:pt>
                <c:pt idx="3639">
                  <c:v>-0.4</c:v>
                </c:pt>
                <c:pt idx="3640">
                  <c:v>-0.4</c:v>
                </c:pt>
                <c:pt idx="3641">
                  <c:v>-0.4</c:v>
                </c:pt>
                <c:pt idx="3642">
                  <c:v>-0.4</c:v>
                </c:pt>
                <c:pt idx="3643">
                  <c:v>-0.4</c:v>
                </c:pt>
                <c:pt idx="3644">
                  <c:v>-0.4</c:v>
                </c:pt>
                <c:pt idx="3645">
                  <c:v>-0.4</c:v>
                </c:pt>
                <c:pt idx="3646">
                  <c:v>-0.4</c:v>
                </c:pt>
                <c:pt idx="3647">
                  <c:v>-0.4</c:v>
                </c:pt>
                <c:pt idx="3648">
                  <c:v>-0.4</c:v>
                </c:pt>
                <c:pt idx="3649">
                  <c:v>-0.4</c:v>
                </c:pt>
                <c:pt idx="3650">
                  <c:v>-0.4</c:v>
                </c:pt>
                <c:pt idx="3651">
                  <c:v>-0.4</c:v>
                </c:pt>
                <c:pt idx="3652">
                  <c:v>-0.4</c:v>
                </c:pt>
                <c:pt idx="3653">
                  <c:v>-0.4</c:v>
                </c:pt>
                <c:pt idx="3654">
                  <c:v>-0.4</c:v>
                </c:pt>
                <c:pt idx="3655">
                  <c:v>-0.4</c:v>
                </c:pt>
                <c:pt idx="3656">
                  <c:v>-0.4</c:v>
                </c:pt>
                <c:pt idx="3657">
                  <c:v>-0.4</c:v>
                </c:pt>
                <c:pt idx="3658">
                  <c:v>-0.4</c:v>
                </c:pt>
                <c:pt idx="3659">
                  <c:v>-0.4</c:v>
                </c:pt>
                <c:pt idx="3660">
                  <c:v>-0.4</c:v>
                </c:pt>
                <c:pt idx="3661">
                  <c:v>-0.4</c:v>
                </c:pt>
                <c:pt idx="3662">
                  <c:v>-0.4</c:v>
                </c:pt>
                <c:pt idx="3663">
                  <c:v>-0.4</c:v>
                </c:pt>
                <c:pt idx="3664">
                  <c:v>-0.4</c:v>
                </c:pt>
                <c:pt idx="3665">
                  <c:v>-0.4</c:v>
                </c:pt>
                <c:pt idx="3666">
                  <c:v>-0.4</c:v>
                </c:pt>
                <c:pt idx="3667">
                  <c:v>-0.4</c:v>
                </c:pt>
                <c:pt idx="3668">
                  <c:v>-0.4</c:v>
                </c:pt>
                <c:pt idx="3669">
                  <c:v>-0.4</c:v>
                </c:pt>
                <c:pt idx="3670">
                  <c:v>-0.4</c:v>
                </c:pt>
                <c:pt idx="3671">
                  <c:v>-0.4</c:v>
                </c:pt>
                <c:pt idx="3672">
                  <c:v>-0.4</c:v>
                </c:pt>
                <c:pt idx="3673">
                  <c:v>-0.4</c:v>
                </c:pt>
                <c:pt idx="3674">
                  <c:v>-0.4</c:v>
                </c:pt>
                <c:pt idx="3675">
                  <c:v>-0.4</c:v>
                </c:pt>
                <c:pt idx="3676">
                  <c:v>-0.4</c:v>
                </c:pt>
                <c:pt idx="3677">
                  <c:v>-0.4</c:v>
                </c:pt>
                <c:pt idx="3678">
                  <c:v>-0.4</c:v>
                </c:pt>
                <c:pt idx="3679">
                  <c:v>-0.4</c:v>
                </c:pt>
                <c:pt idx="3680">
                  <c:v>-0.4</c:v>
                </c:pt>
                <c:pt idx="3681">
                  <c:v>-0.4</c:v>
                </c:pt>
                <c:pt idx="3682">
                  <c:v>-0.4</c:v>
                </c:pt>
                <c:pt idx="3683">
                  <c:v>-0.4</c:v>
                </c:pt>
                <c:pt idx="3684">
                  <c:v>-0.4</c:v>
                </c:pt>
                <c:pt idx="3685">
                  <c:v>-0.4</c:v>
                </c:pt>
                <c:pt idx="3686">
                  <c:v>-0.4</c:v>
                </c:pt>
                <c:pt idx="3687">
                  <c:v>-0.4</c:v>
                </c:pt>
                <c:pt idx="3688">
                  <c:v>-0.4</c:v>
                </c:pt>
                <c:pt idx="3689">
                  <c:v>-0.4</c:v>
                </c:pt>
                <c:pt idx="3690">
                  <c:v>-0.4</c:v>
                </c:pt>
                <c:pt idx="3691">
                  <c:v>-0.4</c:v>
                </c:pt>
                <c:pt idx="3692">
                  <c:v>-0.4</c:v>
                </c:pt>
                <c:pt idx="3693">
                  <c:v>-0.4</c:v>
                </c:pt>
                <c:pt idx="3694">
                  <c:v>-0.4</c:v>
                </c:pt>
                <c:pt idx="3695">
                  <c:v>-0.4</c:v>
                </c:pt>
                <c:pt idx="3696">
                  <c:v>-0.4</c:v>
                </c:pt>
                <c:pt idx="3697">
                  <c:v>-0.4</c:v>
                </c:pt>
                <c:pt idx="3698">
                  <c:v>-0.4</c:v>
                </c:pt>
                <c:pt idx="3699">
                  <c:v>-0.4</c:v>
                </c:pt>
                <c:pt idx="3700">
                  <c:v>-0.4</c:v>
                </c:pt>
                <c:pt idx="3701">
                  <c:v>-0.4</c:v>
                </c:pt>
                <c:pt idx="3702">
                  <c:v>-0.4</c:v>
                </c:pt>
                <c:pt idx="3703">
                  <c:v>-0.4</c:v>
                </c:pt>
                <c:pt idx="3704">
                  <c:v>-0.4</c:v>
                </c:pt>
                <c:pt idx="3705">
                  <c:v>-0.4</c:v>
                </c:pt>
                <c:pt idx="3706">
                  <c:v>-0.4</c:v>
                </c:pt>
                <c:pt idx="3707">
                  <c:v>-0.4</c:v>
                </c:pt>
                <c:pt idx="3708">
                  <c:v>-0.4</c:v>
                </c:pt>
                <c:pt idx="3709">
                  <c:v>-0.4</c:v>
                </c:pt>
                <c:pt idx="3710">
                  <c:v>-0.4</c:v>
                </c:pt>
                <c:pt idx="3711">
                  <c:v>-0.4</c:v>
                </c:pt>
                <c:pt idx="3712">
                  <c:v>-0.4</c:v>
                </c:pt>
                <c:pt idx="3713">
                  <c:v>-0.4</c:v>
                </c:pt>
                <c:pt idx="3714">
                  <c:v>-0.4</c:v>
                </c:pt>
                <c:pt idx="3715">
                  <c:v>-0.4</c:v>
                </c:pt>
                <c:pt idx="3716">
                  <c:v>-0.4</c:v>
                </c:pt>
                <c:pt idx="3717">
                  <c:v>-0.4</c:v>
                </c:pt>
                <c:pt idx="3718">
                  <c:v>-0.4</c:v>
                </c:pt>
                <c:pt idx="3719">
                  <c:v>-0.4</c:v>
                </c:pt>
                <c:pt idx="3720">
                  <c:v>-0.4</c:v>
                </c:pt>
                <c:pt idx="3721">
                  <c:v>-0.4</c:v>
                </c:pt>
                <c:pt idx="3722">
                  <c:v>-0.4</c:v>
                </c:pt>
                <c:pt idx="3723">
                  <c:v>-0.4</c:v>
                </c:pt>
                <c:pt idx="3724">
                  <c:v>-0.4</c:v>
                </c:pt>
                <c:pt idx="3725">
                  <c:v>-0.4</c:v>
                </c:pt>
                <c:pt idx="3726">
                  <c:v>-0.4</c:v>
                </c:pt>
                <c:pt idx="3727">
                  <c:v>-0.4</c:v>
                </c:pt>
                <c:pt idx="3728">
                  <c:v>-0.4</c:v>
                </c:pt>
                <c:pt idx="3729">
                  <c:v>-0.4</c:v>
                </c:pt>
                <c:pt idx="3730">
                  <c:v>-0.4</c:v>
                </c:pt>
                <c:pt idx="3731">
                  <c:v>-0.4</c:v>
                </c:pt>
                <c:pt idx="3732">
                  <c:v>-0.4</c:v>
                </c:pt>
                <c:pt idx="3733">
                  <c:v>-0.4</c:v>
                </c:pt>
                <c:pt idx="3734">
                  <c:v>-0.4</c:v>
                </c:pt>
                <c:pt idx="3735">
                  <c:v>-0.4</c:v>
                </c:pt>
                <c:pt idx="3736">
                  <c:v>-0.4</c:v>
                </c:pt>
                <c:pt idx="3737">
                  <c:v>-0.4</c:v>
                </c:pt>
                <c:pt idx="3738">
                  <c:v>-0.4</c:v>
                </c:pt>
                <c:pt idx="3739">
                  <c:v>-0.4</c:v>
                </c:pt>
                <c:pt idx="3740">
                  <c:v>-0.4</c:v>
                </c:pt>
                <c:pt idx="3741">
                  <c:v>-0.4</c:v>
                </c:pt>
                <c:pt idx="3742">
                  <c:v>-0.4</c:v>
                </c:pt>
                <c:pt idx="3743">
                  <c:v>-0.4</c:v>
                </c:pt>
                <c:pt idx="3744">
                  <c:v>-0.4</c:v>
                </c:pt>
                <c:pt idx="3745">
                  <c:v>-0.4</c:v>
                </c:pt>
                <c:pt idx="3746">
                  <c:v>-0.4</c:v>
                </c:pt>
                <c:pt idx="3747">
                  <c:v>-0.4</c:v>
                </c:pt>
                <c:pt idx="3748">
                  <c:v>-0.4</c:v>
                </c:pt>
                <c:pt idx="3749">
                  <c:v>-0.4</c:v>
                </c:pt>
                <c:pt idx="3750">
                  <c:v>-0.4</c:v>
                </c:pt>
                <c:pt idx="3751">
                  <c:v>-0.4</c:v>
                </c:pt>
                <c:pt idx="3752">
                  <c:v>-0.4</c:v>
                </c:pt>
                <c:pt idx="3753">
                  <c:v>-0.4</c:v>
                </c:pt>
                <c:pt idx="3754">
                  <c:v>-0.4</c:v>
                </c:pt>
                <c:pt idx="3755">
                  <c:v>-0.4</c:v>
                </c:pt>
                <c:pt idx="3756">
                  <c:v>-0.4</c:v>
                </c:pt>
                <c:pt idx="3757">
                  <c:v>-0.4</c:v>
                </c:pt>
                <c:pt idx="3758">
                  <c:v>-0.3</c:v>
                </c:pt>
                <c:pt idx="3759">
                  <c:v>-0.3</c:v>
                </c:pt>
                <c:pt idx="3760">
                  <c:v>-0.3</c:v>
                </c:pt>
                <c:pt idx="3761">
                  <c:v>-0.3</c:v>
                </c:pt>
                <c:pt idx="3762">
                  <c:v>-0.3</c:v>
                </c:pt>
                <c:pt idx="3763">
                  <c:v>-0.3</c:v>
                </c:pt>
                <c:pt idx="3764">
                  <c:v>-0.3</c:v>
                </c:pt>
                <c:pt idx="3765">
                  <c:v>-0.3</c:v>
                </c:pt>
                <c:pt idx="3766">
                  <c:v>-0.3</c:v>
                </c:pt>
                <c:pt idx="3767">
                  <c:v>-0.3</c:v>
                </c:pt>
                <c:pt idx="3768">
                  <c:v>-0.3</c:v>
                </c:pt>
                <c:pt idx="3769">
                  <c:v>-0.3</c:v>
                </c:pt>
                <c:pt idx="3770">
                  <c:v>-0.3</c:v>
                </c:pt>
                <c:pt idx="3771">
                  <c:v>-0.3</c:v>
                </c:pt>
                <c:pt idx="3772">
                  <c:v>-0.3</c:v>
                </c:pt>
                <c:pt idx="3773">
                  <c:v>-0.3</c:v>
                </c:pt>
                <c:pt idx="3774">
                  <c:v>-0.3</c:v>
                </c:pt>
                <c:pt idx="3775">
                  <c:v>-0.3</c:v>
                </c:pt>
                <c:pt idx="3776">
                  <c:v>-0.3</c:v>
                </c:pt>
                <c:pt idx="3777">
                  <c:v>-0.3</c:v>
                </c:pt>
                <c:pt idx="3778">
                  <c:v>-0.3</c:v>
                </c:pt>
                <c:pt idx="3779">
                  <c:v>-0.3</c:v>
                </c:pt>
                <c:pt idx="3780">
                  <c:v>-0.3</c:v>
                </c:pt>
                <c:pt idx="3781">
                  <c:v>-0.3</c:v>
                </c:pt>
                <c:pt idx="3782">
                  <c:v>-0.3</c:v>
                </c:pt>
                <c:pt idx="3783">
                  <c:v>-0.3</c:v>
                </c:pt>
                <c:pt idx="3784">
                  <c:v>-0.3</c:v>
                </c:pt>
                <c:pt idx="3785">
                  <c:v>-0.3</c:v>
                </c:pt>
                <c:pt idx="3786">
                  <c:v>-0.3</c:v>
                </c:pt>
                <c:pt idx="3787">
                  <c:v>-0.3</c:v>
                </c:pt>
                <c:pt idx="3788">
                  <c:v>-0.3</c:v>
                </c:pt>
                <c:pt idx="3789">
                  <c:v>-0.3</c:v>
                </c:pt>
                <c:pt idx="3790">
                  <c:v>-0.3</c:v>
                </c:pt>
                <c:pt idx="3791">
                  <c:v>-0.3</c:v>
                </c:pt>
                <c:pt idx="3792">
                  <c:v>-0.3</c:v>
                </c:pt>
                <c:pt idx="3793">
                  <c:v>-0.3</c:v>
                </c:pt>
                <c:pt idx="3794">
                  <c:v>-0.3</c:v>
                </c:pt>
                <c:pt idx="3795">
                  <c:v>-0.3</c:v>
                </c:pt>
                <c:pt idx="3796">
                  <c:v>-0.3</c:v>
                </c:pt>
                <c:pt idx="3797">
                  <c:v>-0.3</c:v>
                </c:pt>
                <c:pt idx="3798">
                  <c:v>-0.3</c:v>
                </c:pt>
                <c:pt idx="3799">
                  <c:v>-0.3</c:v>
                </c:pt>
                <c:pt idx="3800">
                  <c:v>-0.3</c:v>
                </c:pt>
                <c:pt idx="3801">
                  <c:v>-0.3</c:v>
                </c:pt>
                <c:pt idx="3802">
                  <c:v>-0.3</c:v>
                </c:pt>
                <c:pt idx="3803">
                  <c:v>-0.3</c:v>
                </c:pt>
                <c:pt idx="3804">
                  <c:v>-0.3</c:v>
                </c:pt>
                <c:pt idx="3805">
                  <c:v>-0.3</c:v>
                </c:pt>
                <c:pt idx="3806">
                  <c:v>-0.3</c:v>
                </c:pt>
                <c:pt idx="3807">
                  <c:v>-0.3</c:v>
                </c:pt>
                <c:pt idx="3808">
                  <c:v>-0.3</c:v>
                </c:pt>
                <c:pt idx="3809">
                  <c:v>-0.3</c:v>
                </c:pt>
                <c:pt idx="3810">
                  <c:v>-0.3</c:v>
                </c:pt>
                <c:pt idx="3811">
                  <c:v>-0.3</c:v>
                </c:pt>
                <c:pt idx="3812">
                  <c:v>-0.3</c:v>
                </c:pt>
                <c:pt idx="3813">
                  <c:v>-0.3</c:v>
                </c:pt>
                <c:pt idx="3814">
                  <c:v>-0.3</c:v>
                </c:pt>
                <c:pt idx="3815">
                  <c:v>-0.3</c:v>
                </c:pt>
                <c:pt idx="3816">
                  <c:v>-0.3</c:v>
                </c:pt>
                <c:pt idx="3817">
                  <c:v>-0.3</c:v>
                </c:pt>
                <c:pt idx="3818">
                  <c:v>-0.3</c:v>
                </c:pt>
                <c:pt idx="3819">
                  <c:v>-0.3</c:v>
                </c:pt>
                <c:pt idx="3820">
                  <c:v>-0.3</c:v>
                </c:pt>
                <c:pt idx="3821">
                  <c:v>-0.3</c:v>
                </c:pt>
                <c:pt idx="3822">
                  <c:v>-0.3</c:v>
                </c:pt>
                <c:pt idx="3823">
                  <c:v>-0.3</c:v>
                </c:pt>
                <c:pt idx="3824">
                  <c:v>-0.3</c:v>
                </c:pt>
                <c:pt idx="3825">
                  <c:v>-0.3</c:v>
                </c:pt>
                <c:pt idx="3826">
                  <c:v>-0.3</c:v>
                </c:pt>
                <c:pt idx="3827">
                  <c:v>-0.3</c:v>
                </c:pt>
                <c:pt idx="3828">
                  <c:v>-0.3</c:v>
                </c:pt>
                <c:pt idx="3829">
                  <c:v>-0.3</c:v>
                </c:pt>
                <c:pt idx="3830">
                  <c:v>-0.3</c:v>
                </c:pt>
                <c:pt idx="3831">
                  <c:v>-0.3</c:v>
                </c:pt>
                <c:pt idx="3832">
                  <c:v>-0.3</c:v>
                </c:pt>
                <c:pt idx="3833">
                  <c:v>-0.3</c:v>
                </c:pt>
                <c:pt idx="3834">
                  <c:v>-0.3</c:v>
                </c:pt>
                <c:pt idx="3835">
                  <c:v>-0.3</c:v>
                </c:pt>
                <c:pt idx="3836">
                  <c:v>-0.3</c:v>
                </c:pt>
                <c:pt idx="3837">
                  <c:v>-0.3</c:v>
                </c:pt>
                <c:pt idx="3838">
                  <c:v>-0.3</c:v>
                </c:pt>
                <c:pt idx="3839">
                  <c:v>-0.3</c:v>
                </c:pt>
                <c:pt idx="3840">
                  <c:v>-0.3</c:v>
                </c:pt>
                <c:pt idx="3841">
                  <c:v>-0.3</c:v>
                </c:pt>
                <c:pt idx="3842">
                  <c:v>-0.3</c:v>
                </c:pt>
                <c:pt idx="3843">
                  <c:v>-0.3</c:v>
                </c:pt>
                <c:pt idx="3844">
                  <c:v>-0.3</c:v>
                </c:pt>
                <c:pt idx="3845">
                  <c:v>-0.3</c:v>
                </c:pt>
                <c:pt idx="3846">
                  <c:v>-0.3</c:v>
                </c:pt>
                <c:pt idx="3847">
                  <c:v>-0.3</c:v>
                </c:pt>
                <c:pt idx="3848">
                  <c:v>-0.3</c:v>
                </c:pt>
                <c:pt idx="3849">
                  <c:v>-0.3</c:v>
                </c:pt>
                <c:pt idx="3850">
                  <c:v>-0.3</c:v>
                </c:pt>
                <c:pt idx="3851">
                  <c:v>-0.3</c:v>
                </c:pt>
                <c:pt idx="3852">
                  <c:v>-0.3</c:v>
                </c:pt>
                <c:pt idx="3853">
                  <c:v>-0.3</c:v>
                </c:pt>
                <c:pt idx="3854">
                  <c:v>-0.3</c:v>
                </c:pt>
                <c:pt idx="3855">
                  <c:v>-0.3</c:v>
                </c:pt>
                <c:pt idx="3856">
                  <c:v>-0.2</c:v>
                </c:pt>
                <c:pt idx="3857">
                  <c:v>-0.2</c:v>
                </c:pt>
                <c:pt idx="3858">
                  <c:v>-0.2</c:v>
                </c:pt>
                <c:pt idx="3859">
                  <c:v>-0.2</c:v>
                </c:pt>
                <c:pt idx="3860">
                  <c:v>-0.2</c:v>
                </c:pt>
                <c:pt idx="3861">
                  <c:v>-0.2</c:v>
                </c:pt>
                <c:pt idx="3862">
                  <c:v>-0.2</c:v>
                </c:pt>
                <c:pt idx="3863">
                  <c:v>-0.2</c:v>
                </c:pt>
                <c:pt idx="3864">
                  <c:v>-0.2</c:v>
                </c:pt>
                <c:pt idx="3865">
                  <c:v>-0.2</c:v>
                </c:pt>
                <c:pt idx="3866">
                  <c:v>-0.2</c:v>
                </c:pt>
                <c:pt idx="3867">
                  <c:v>-0.2</c:v>
                </c:pt>
                <c:pt idx="3868">
                  <c:v>-0.2</c:v>
                </c:pt>
                <c:pt idx="3869">
                  <c:v>-0.2</c:v>
                </c:pt>
                <c:pt idx="3870">
                  <c:v>-0.2</c:v>
                </c:pt>
                <c:pt idx="3871">
                  <c:v>-0.2</c:v>
                </c:pt>
                <c:pt idx="3872">
                  <c:v>-0.2</c:v>
                </c:pt>
                <c:pt idx="3873">
                  <c:v>-0.2</c:v>
                </c:pt>
                <c:pt idx="3874">
                  <c:v>-0.2</c:v>
                </c:pt>
                <c:pt idx="3875">
                  <c:v>-0.2</c:v>
                </c:pt>
                <c:pt idx="3876">
                  <c:v>-0.2</c:v>
                </c:pt>
                <c:pt idx="3877">
                  <c:v>-0.2</c:v>
                </c:pt>
                <c:pt idx="3878">
                  <c:v>-0.2</c:v>
                </c:pt>
                <c:pt idx="3879">
                  <c:v>-0.2</c:v>
                </c:pt>
                <c:pt idx="3880">
                  <c:v>-0.2</c:v>
                </c:pt>
                <c:pt idx="3881">
                  <c:v>-0.2</c:v>
                </c:pt>
                <c:pt idx="3882">
                  <c:v>-0.2</c:v>
                </c:pt>
                <c:pt idx="3883">
                  <c:v>-0.2</c:v>
                </c:pt>
                <c:pt idx="3884">
                  <c:v>-0.2</c:v>
                </c:pt>
                <c:pt idx="3885">
                  <c:v>-0.2</c:v>
                </c:pt>
                <c:pt idx="3886">
                  <c:v>-0.2</c:v>
                </c:pt>
                <c:pt idx="3887">
                  <c:v>-0.2</c:v>
                </c:pt>
                <c:pt idx="3888">
                  <c:v>-0.2</c:v>
                </c:pt>
                <c:pt idx="3889">
                  <c:v>-0.2</c:v>
                </c:pt>
                <c:pt idx="3890">
                  <c:v>-0.2</c:v>
                </c:pt>
                <c:pt idx="3891">
                  <c:v>-0.2</c:v>
                </c:pt>
                <c:pt idx="3892">
                  <c:v>-0.2</c:v>
                </c:pt>
                <c:pt idx="3893">
                  <c:v>-0.2</c:v>
                </c:pt>
                <c:pt idx="3894">
                  <c:v>-0.2</c:v>
                </c:pt>
                <c:pt idx="3895">
                  <c:v>-0.2</c:v>
                </c:pt>
                <c:pt idx="3896">
                  <c:v>-0.2</c:v>
                </c:pt>
                <c:pt idx="3897">
                  <c:v>-0.2</c:v>
                </c:pt>
                <c:pt idx="3898">
                  <c:v>-0.2</c:v>
                </c:pt>
                <c:pt idx="3899">
                  <c:v>-0.2</c:v>
                </c:pt>
                <c:pt idx="3900">
                  <c:v>-0.2</c:v>
                </c:pt>
                <c:pt idx="3901">
                  <c:v>-0.2</c:v>
                </c:pt>
                <c:pt idx="3902">
                  <c:v>-0.2</c:v>
                </c:pt>
                <c:pt idx="3903">
                  <c:v>-0.2</c:v>
                </c:pt>
                <c:pt idx="3904">
                  <c:v>-0.2</c:v>
                </c:pt>
                <c:pt idx="3905">
                  <c:v>-0.2</c:v>
                </c:pt>
                <c:pt idx="3906">
                  <c:v>-0.2</c:v>
                </c:pt>
                <c:pt idx="3907">
                  <c:v>-0.2</c:v>
                </c:pt>
                <c:pt idx="3908">
                  <c:v>-0.2</c:v>
                </c:pt>
                <c:pt idx="3909">
                  <c:v>-0.2</c:v>
                </c:pt>
                <c:pt idx="3910">
                  <c:v>-0.2</c:v>
                </c:pt>
                <c:pt idx="3911">
                  <c:v>-0.2</c:v>
                </c:pt>
                <c:pt idx="3912">
                  <c:v>-0.2</c:v>
                </c:pt>
                <c:pt idx="3913">
                  <c:v>-0.2</c:v>
                </c:pt>
                <c:pt idx="3914">
                  <c:v>-0.2</c:v>
                </c:pt>
                <c:pt idx="3915">
                  <c:v>-0.2</c:v>
                </c:pt>
                <c:pt idx="3916">
                  <c:v>-0.2</c:v>
                </c:pt>
                <c:pt idx="3917">
                  <c:v>-0.2</c:v>
                </c:pt>
                <c:pt idx="3918">
                  <c:v>-0.2</c:v>
                </c:pt>
                <c:pt idx="3919">
                  <c:v>-0.2</c:v>
                </c:pt>
                <c:pt idx="3920">
                  <c:v>-0.2</c:v>
                </c:pt>
                <c:pt idx="3921">
                  <c:v>-0.2</c:v>
                </c:pt>
                <c:pt idx="3922">
                  <c:v>-0.2</c:v>
                </c:pt>
                <c:pt idx="3923">
                  <c:v>-0.2</c:v>
                </c:pt>
                <c:pt idx="3924">
                  <c:v>-0.2</c:v>
                </c:pt>
                <c:pt idx="3925">
                  <c:v>-0.2</c:v>
                </c:pt>
                <c:pt idx="3926">
                  <c:v>-0.2</c:v>
                </c:pt>
                <c:pt idx="3927">
                  <c:v>-0.2</c:v>
                </c:pt>
                <c:pt idx="3928">
                  <c:v>-0.2</c:v>
                </c:pt>
                <c:pt idx="3929">
                  <c:v>-0.2</c:v>
                </c:pt>
                <c:pt idx="3930">
                  <c:v>-0.2</c:v>
                </c:pt>
                <c:pt idx="3931">
                  <c:v>-0.2</c:v>
                </c:pt>
                <c:pt idx="3932">
                  <c:v>-0.2</c:v>
                </c:pt>
                <c:pt idx="3933">
                  <c:v>-0.2</c:v>
                </c:pt>
                <c:pt idx="3934">
                  <c:v>-0.2</c:v>
                </c:pt>
                <c:pt idx="3935">
                  <c:v>-0.2</c:v>
                </c:pt>
                <c:pt idx="3936">
                  <c:v>-0.2</c:v>
                </c:pt>
                <c:pt idx="3937">
                  <c:v>-0.2</c:v>
                </c:pt>
                <c:pt idx="3938">
                  <c:v>-0.2</c:v>
                </c:pt>
                <c:pt idx="3939">
                  <c:v>-0.2</c:v>
                </c:pt>
                <c:pt idx="3940">
                  <c:v>-0.2</c:v>
                </c:pt>
                <c:pt idx="3941">
                  <c:v>-0.2</c:v>
                </c:pt>
                <c:pt idx="3942">
                  <c:v>-0.2</c:v>
                </c:pt>
                <c:pt idx="3943">
                  <c:v>-0.2</c:v>
                </c:pt>
                <c:pt idx="3944">
                  <c:v>-0.2</c:v>
                </c:pt>
                <c:pt idx="3945">
                  <c:v>-0.2</c:v>
                </c:pt>
                <c:pt idx="3946">
                  <c:v>-0.2</c:v>
                </c:pt>
                <c:pt idx="3947">
                  <c:v>-0.2</c:v>
                </c:pt>
                <c:pt idx="3948">
                  <c:v>-0.2</c:v>
                </c:pt>
                <c:pt idx="3949">
                  <c:v>-0.2</c:v>
                </c:pt>
                <c:pt idx="3950">
                  <c:v>-0.2</c:v>
                </c:pt>
                <c:pt idx="3951">
                  <c:v>-0.2</c:v>
                </c:pt>
                <c:pt idx="3952">
                  <c:v>-0.2</c:v>
                </c:pt>
                <c:pt idx="3953">
                  <c:v>-0.2</c:v>
                </c:pt>
                <c:pt idx="3954">
                  <c:v>-0.2</c:v>
                </c:pt>
                <c:pt idx="3955">
                  <c:v>-0.2</c:v>
                </c:pt>
                <c:pt idx="3956">
                  <c:v>-0.2</c:v>
                </c:pt>
                <c:pt idx="3957">
                  <c:v>-0.2</c:v>
                </c:pt>
                <c:pt idx="3958">
                  <c:v>-0.2</c:v>
                </c:pt>
                <c:pt idx="3959">
                  <c:v>-0.2</c:v>
                </c:pt>
                <c:pt idx="3960">
                  <c:v>-0.2</c:v>
                </c:pt>
                <c:pt idx="3961">
                  <c:v>-0.2</c:v>
                </c:pt>
                <c:pt idx="3962">
                  <c:v>-0.2</c:v>
                </c:pt>
                <c:pt idx="3963">
                  <c:v>-0.2</c:v>
                </c:pt>
                <c:pt idx="3964">
                  <c:v>-0.2</c:v>
                </c:pt>
                <c:pt idx="3965">
                  <c:v>-0.2</c:v>
                </c:pt>
                <c:pt idx="3966">
                  <c:v>-0.2</c:v>
                </c:pt>
                <c:pt idx="3967">
                  <c:v>-0.2</c:v>
                </c:pt>
                <c:pt idx="3968">
                  <c:v>-0.2</c:v>
                </c:pt>
                <c:pt idx="3969">
                  <c:v>-0.2</c:v>
                </c:pt>
                <c:pt idx="3970">
                  <c:v>-0.2</c:v>
                </c:pt>
                <c:pt idx="3971">
                  <c:v>-0.2</c:v>
                </c:pt>
                <c:pt idx="3972">
                  <c:v>-0.2</c:v>
                </c:pt>
                <c:pt idx="3973">
                  <c:v>-0.2</c:v>
                </c:pt>
                <c:pt idx="3974">
                  <c:v>-0.2</c:v>
                </c:pt>
                <c:pt idx="3975">
                  <c:v>-0.2</c:v>
                </c:pt>
                <c:pt idx="3976">
                  <c:v>-0.2</c:v>
                </c:pt>
                <c:pt idx="3977">
                  <c:v>-0.2</c:v>
                </c:pt>
                <c:pt idx="3978">
                  <c:v>-0.2</c:v>
                </c:pt>
                <c:pt idx="3979">
                  <c:v>-0.2</c:v>
                </c:pt>
                <c:pt idx="3980">
                  <c:v>-0.2</c:v>
                </c:pt>
                <c:pt idx="3981">
                  <c:v>-0.2</c:v>
                </c:pt>
                <c:pt idx="3982">
                  <c:v>-0.2</c:v>
                </c:pt>
                <c:pt idx="3983">
                  <c:v>-0.2</c:v>
                </c:pt>
                <c:pt idx="3984">
                  <c:v>-0.2</c:v>
                </c:pt>
                <c:pt idx="3985">
                  <c:v>-0.2</c:v>
                </c:pt>
                <c:pt idx="3986">
                  <c:v>-0.2</c:v>
                </c:pt>
                <c:pt idx="3987">
                  <c:v>-0.2</c:v>
                </c:pt>
                <c:pt idx="3988">
                  <c:v>-0.2</c:v>
                </c:pt>
                <c:pt idx="3989">
                  <c:v>-0.2</c:v>
                </c:pt>
                <c:pt idx="3990">
                  <c:v>-0.2</c:v>
                </c:pt>
                <c:pt idx="3991">
                  <c:v>-0.2</c:v>
                </c:pt>
                <c:pt idx="3992">
                  <c:v>-0.2</c:v>
                </c:pt>
                <c:pt idx="3993">
                  <c:v>-0.2</c:v>
                </c:pt>
                <c:pt idx="3994">
                  <c:v>-0.2</c:v>
                </c:pt>
                <c:pt idx="3995">
                  <c:v>-0.2</c:v>
                </c:pt>
                <c:pt idx="3996">
                  <c:v>-0.2</c:v>
                </c:pt>
                <c:pt idx="3997">
                  <c:v>-0.2</c:v>
                </c:pt>
                <c:pt idx="3998">
                  <c:v>-0.2</c:v>
                </c:pt>
                <c:pt idx="3999">
                  <c:v>-0.2</c:v>
                </c:pt>
                <c:pt idx="4000">
                  <c:v>-0.2</c:v>
                </c:pt>
                <c:pt idx="4001">
                  <c:v>-0.2</c:v>
                </c:pt>
                <c:pt idx="4002">
                  <c:v>-0.2</c:v>
                </c:pt>
                <c:pt idx="4003">
                  <c:v>-0.2</c:v>
                </c:pt>
                <c:pt idx="4004">
                  <c:v>-0.2</c:v>
                </c:pt>
                <c:pt idx="4005">
                  <c:v>-0.2</c:v>
                </c:pt>
                <c:pt idx="4006">
                  <c:v>-0.2</c:v>
                </c:pt>
                <c:pt idx="4007">
                  <c:v>-0.2</c:v>
                </c:pt>
                <c:pt idx="4008">
                  <c:v>-0.2</c:v>
                </c:pt>
                <c:pt idx="4009">
                  <c:v>-0.2</c:v>
                </c:pt>
                <c:pt idx="4010">
                  <c:v>-0.2</c:v>
                </c:pt>
                <c:pt idx="4011">
                  <c:v>-0.2</c:v>
                </c:pt>
                <c:pt idx="4012">
                  <c:v>-0.2</c:v>
                </c:pt>
                <c:pt idx="4013">
                  <c:v>-0.2</c:v>
                </c:pt>
                <c:pt idx="4014">
                  <c:v>-0.2</c:v>
                </c:pt>
                <c:pt idx="4015">
                  <c:v>-0.2</c:v>
                </c:pt>
                <c:pt idx="4016">
                  <c:v>-0.2</c:v>
                </c:pt>
                <c:pt idx="4017">
                  <c:v>-0.2</c:v>
                </c:pt>
                <c:pt idx="4018">
                  <c:v>-0.2</c:v>
                </c:pt>
                <c:pt idx="4019">
                  <c:v>-0.2</c:v>
                </c:pt>
                <c:pt idx="4020">
                  <c:v>-0.2</c:v>
                </c:pt>
                <c:pt idx="4021">
                  <c:v>-0.2</c:v>
                </c:pt>
                <c:pt idx="4022">
                  <c:v>-0.2</c:v>
                </c:pt>
                <c:pt idx="4023">
                  <c:v>-0.2</c:v>
                </c:pt>
                <c:pt idx="4024">
                  <c:v>-0.2</c:v>
                </c:pt>
                <c:pt idx="4025">
                  <c:v>-0.2</c:v>
                </c:pt>
                <c:pt idx="4026">
                  <c:v>-0.2</c:v>
                </c:pt>
                <c:pt idx="4027">
                  <c:v>-0.2</c:v>
                </c:pt>
                <c:pt idx="4028">
                  <c:v>-0.2</c:v>
                </c:pt>
                <c:pt idx="4029">
                  <c:v>-0.2</c:v>
                </c:pt>
                <c:pt idx="4030">
                  <c:v>-0.2</c:v>
                </c:pt>
                <c:pt idx="4031">
                  <c:v>-0.2</c:v>
                </c:pt>
                <c:pt idx="4032">
                  <c:v>-0.2</c:v>
                </c:pt>
                <c:pt idx="4033">
                  <c:v>-0.2</c:v>
                </c:pt>
                <c:pt idx="4034">
                  <c:v>-0.2</c:v>
                </c:pt>
                <c:pt idx="4035">
                  <c:v>-0.2</c:v>
                </c:pt>
                <c:pt idx="4036">
                  <c:v>-0.2</c:v>
                </c:pt>
                <c:pt idx="4037">
                  <c:v>-0.2</c:v>
                </c:pt>
                <c:pt idx="4038">
                  <c:v>-0.2</c:v>
                </c:pt>
                <c:pt idx="4039">
                  <c:v>-0.2</c:v>
                </c:pt>
                <c:pt idx="4040">
                  <c:v>-0.2</c:v>
                </c:pt>
                <c:pt idx="4041">
                  <c:v>-0.2</c:v>
                </c:pt>
                <c:pt idx="4042">
                  <c:v>-0.2</c:v>
                </c:pt>
                <c:pt idx="4043">
                  <c:v>-0.2</c:v>
                </c:pt>
                <c:pt idx="4044">
                  <c:v>-0.2</c:v>
                </c:pt>
                <c:pt idx="4045">
                  <c:v>-0.2</c:v>
                </c:pt>
                <c:pt idx="4046">
                  <c:v>-0.2</c:v>
                </c:pt>
                <c:pt idx="4047">
                  <c:v>-0.2</c:v>
                </c:pt>
                <c:pt idx="4048">
                  <c:v>-0.2</c:v>
                </c:pt>
                <c:pt idx="4049">
                  <c:v>-0.2</c:v>
                </c:pt>
                <c:pt idx="4050">
                  <c:v>-0.2</c:v>
                </c:pt>
                <c:pt idx="4051">
                  <c:v>-0.2</c:v>
                </c:pt>
                <c:pt idx="4052">
                  <c:v>-0.2</c:v>
                </c:pt>
                <c:pt idx="4053">
                  <c:v>-0.2</c:v>
                </c:pt>
                <c:pt idx="4054">
                  <c:v>-0.2</c:v>
                </c:pt>
                <c:pt idx="4055">
                  <c:v>-0.2</c:v>
                </c:pt>
                <c:pt idx="4056">
                  <c:v>-0.2</c:v>
                </c:pt>
                <c:pt idx="4057">
                  <c:v>-0.2</c:v>
                </c:pt>
                <c:pt idx="4058">
                  <c:v>-0.2</c:v>
                </c:pt>
                <c:pt idx="4059">
                  <c:v>-0.2</c:v>
                </c:pt>
                <c:pt idx="4060">
                  <c:v>-0.2</c:v>
                </c:pt>
                <c:pt idx="4061">
                  <c:v>-0.2</c:v>
                </c:pt>
                <c:pt idx="4062">
                  <c:v>-0.2</c:v>
                </c:pt>
                <c:pt idx="4063">
                  <c:v>-0.2</c:v>
                </c:pt>
                <c:pt idx="4064">
                  <c:v>-0.2</c:v>
                </c:pt>
                <c:pt idx="4065">
                  <c:v>-0.2</c:v>
                </c:pt>
                <c:pt idx="4066">
                  <c:v>-0.2</c:v>
                </c:pt>
                <c:pt idx="4067">
                  <c:v>-0.2</c:v>
                </c:pt>
                <c:pt idx="4068">
                  <c:v>-0.2</c:v>
                </c:pt>
                <c:pt idx="4069">
                  <c:v>-0.2</c:v>
                </c:pt>
                <c:pt idx="4070">
                  <c:v>-0.2</c:v>
                </c:pt>
                <c:pt idx="4071">
                  <c:v>-0.2</c:v>
                </c:pt>
                <c:pt idx="4072">
                  <c:v>-0.2</c:v>
                </c:pt>
                <c:pt idx="4073">
                  <c:v>-0.2</c:v>
                </c:pt>
                <c:pt idx="4074">
                  <c:v>-0.2</c:v>
                </c:pt>
                <c:pt idx="4075">
                  <c:v>-0.2</c:v>
                </c:pt>
                <c:pt idx="4076">
                  <c:v>-0.2</c:v>
                </c:pt>
                <c:pt idx="4077">
                  <c:v>-0.2</c:v>
                </c:pt>
                <c:pt idx="4078">
                  <c:v>-0.2</c:v>
                </c:pt>
                <c:pt idx="4079">
                  <c:v>-0.2</c:v>
                </c:pt>
                <c:pt idx="4080">
                  <c:v>-0.2</c:v>
                </c:pt>
                <c:pt idx="4081">
                  <c:v>-0.2</c:v>
                </c:pt>
                <c:pt idx="4082">
                  <c:v>-0.2</c:v>
                </c:pt>
                <c:pt idx="4083">
                  <c:v>-0.2</c:v>
                </c:pt>
                <c:pt idx="4084">
                  <c:v>-0.2</c:v>
                </c:pt>
                <c:pt idx="4085">
                  <c:v>-0.2</c:v>
                </c:pt>
                <c:pt idx="4086">
                  <c:v>-0.2</c:v>
                </c:pt>
                <c:pt idx="4087">
                  <c:v>-0.2</c:v>
                </c:pt>
                <c:pt idx="4088">
                  <c:v>-0.2</c:v>
                </c:pt>
                <c:pt idx="4089">
                  <c:v>-0.2</c:v>
                </c:pt>
                <c:pt idx="4090">
                  <c:v>-0.2</c:v>
                </c:pt>
                <c:pt idx="4091">
                  <c:v>-0.2</c:v>
                </c:pt>
                <c:pt idx="4092">
                  <c:v>-0.2</c:v>
                </c:pt>
                <c:pt idx="4093">
                  <c:v>-0.2</c:v>
                </c:pt>
                <c:pt idx="4094">
                  <c:v>-0.2</c:v>
                </c:pt>
                <c:pt idx="4095">
                  <c:v>-0.2</c:v>
                </c:pt>
                <c:pt idx="4096">
                  <c:v>-0.2</c:v>
                </c:pt>
                <c:pt idx="4097">
                  <c:v>-0.2</c:v>
                </c:pt>
                <c:pt idx="4098">
                  <c:v>-0.2</c:v>
                </c:pt>
                <c:pt idx="4099">
                  <c:v>-0.2</c:v>
                </c:pt>
                <c:pt idx="4100">
                  <c:v>-0.2</c:v>
                </c:pt>
                <c:pt idx="4101">
                  <c:v>-0.2</c:v>
                </c:pt>
                <c:pt idx="4102">
                  <c:v>-0.2</c:v>
                </c:pt>
                <c:pt idx="4103">
                  <c:v>-0.2</c:v>
                </c:pt>
                <c:pt idx="4104">
                  <c:v>-0.2</c:v>
                </c:pt>
                <c:pt idx="4105">
                  <c:v>-0.2</c:v>
                </c:pt>
                <c:pt idx="4106">
                  <c:v>-0.2</c:v>
                </c:pt>
                <c:pt idx="4107">
                  <c:v>-0.2</c:v>
                </c:pt>
                <c:pt idx="4108">
                  <c:v>-0.2</c:v>
                </c:pt>
                <c:pt idx="4109">
                  <c:v>-0.2</c:v>
                </c:pt>
                <c:pt idx="4110">
                  <c:v>-0.2</c:v>
                </c:pt>
                <c:pt idx="4111">
                  <c:v>-0.2</c:v>
                </c:pt>
                <c:pt idx="4112">
                  <c:v>-0.2</c:v>
                </c:pt>
                <c:pt idx="4113">
                  <c:v>-0.2</c:v>
                </c:pt>
                <c:pt idx="4114">
                  <c:v>-0.2</c:v>
                </c:pt>
                <c:pt idx="4115">
                  <c:v>-0.2</c:v>
                </c:pt>
                <c:pt idx="4116">
                  <c:v>-0.2</c:v>
                </c:pt>
                <c:pt idx="4117">
                  <c:v>-0.2</c:v>
                </c:pt>
                <c:pt idx="4118">
                  <c:v>-0.2</c:v>
                </c:pt>
                <c:pt idx="4119">
                  <c:v>-0.2</c:v>
                </c:pt>
                <c:pt idx="4120">
                  <c:v>-0.2</c:v>
                </c:pt>
                <c:pt idx="4121">
                  <c:v>-0.2</c:v>
                </c:pt>
                <c:pt idx="4122">
                  <c:v>-0.2</c:v>
                </c:pt>
                <c:pt idx="4123">
                  <c:v>-0.2</c:v>
                </c:pt>
                <c:pt idx="4124">
                  <c:v>-0.2</c:v>
                </c:pt>
                <c:pt idx="4125">
                  <c:v>-0.2</c:v>
                </c:pt>
                <c:pt idx="4126">
                  <c:v>-0.2</c:v>
                </c:pt>
                <c:pt idx="4127">
                  <c:v>-0.2</c:v>
                </c:pt>
                <c:pt idx="4128">
                  <c:v>-0.2</c:v>
                </c:pt>
                <c:pt idx="4129">
                  <c:v>-0.2</c:v>
                </c:pt>
                <c:pt idx="4130">
                  <c:v>-0.2</c:v>
                </c:pt>
                <c:pt idx="4131">
                  <c:v>-0.2</c:v>
                </c:pt>
                <c:pt idx="4132">
                  <c:v>-0.2</c:v>
                </c:pt>
                <c:pt idx="4133">
                  <c:v>-0.2</c:v>
                </c:pt>
                <c:pt idx="4134">
                  <c:v>-0.2</c:v>
                </c:pt>
                <c:pt idx="4135">
                  <c:v>-0.2</c:v>
                </c:pt>
                <c:pt idx="4136">
                  <c:v>-0.2</c:v>
                </c:pt>
                <c:pt idx="4137">
                  <c:v>-0.2</c:v>
                </c:pt>
                <c:pt idx="4138">
                  <c:v>-0.2</c:v>
                </c:pt>
                <c:pt idx="4139">
                  <c:v>-0.2</c:v>
                </c:pt>
                <c:pt idx="4140">
                  <c:v>-0.2</c:v>
                </c:pt>
                <c:pt idx="4141">
                  <c:v>-0.2</c:v>
                </c:pt>
                <c:pt idx="4142">
                  <c:v>-0.2</c:v>
                </c:pt>
                <c:pt idx="4143">
                  <c:v>-0.2</c:v>
                </c:pt>
                <c:pt idx="4144">
                  <c:v>-0.2</c:v>
                </c:pt>
                <c:pt idx="4145">
                  <c:v>-0.2</c:v>
                </c:pt>
                <c:pt idx="4146">
                  <c:v>-0.2</c:v>
                </c:pt>
                <c:pt idx="4147">
                  <c:v>-0.2</c:v>
                </c:pt>
                <c:pt idx="4148">
                  <c:v>-0.2</c:v>
                </c:pt>
                <c:pt idx="4149">
                  <c:v>-0.2</c:v>
                </c:pt>
                <c:pt idx="4150">
                  <c:v>-0.2</c:v>
                </c:pt>
                <c:pt idx="4151">
                  <c:v>-0.2</c:v>
                </c:pt>
                <c:pt idx="4152">
                  <c:v>-0.2</c:v>
                </c:pt>
                <c:pt idx="4153">
                  <c:v>-0.2</c:v>
                </c:pt>
                <c:pt idx="4154">
                  <c:v>-0.2</c:v>
                </c:pt>
                <c:pt idx="4155">
                  <c:v>-0.2</c:v>
                </c:pt>
                <c:pt idx="4156">
                  <c:v>-0.2</c:v>
                </c:pt>
                <c:pt idx="4157">
                  <c:v>-0.2</c:v>
                </c:pt>
                <c:pt idx="4158">
                  <c:v>-0.2</c:v>
                </c:pt>
                <c:pt idx="4159">
                  <c:v>-0.2</c:v>
                </c:pt>
                <c:pt idx="4160">
                  <c:v>-0.2</c:v>
                </c:pt>
                <c:pt idx="4161">
                  <c:v>-0.2</c:v>
                </c:pt>
                <c:pt idx="4162">
                  <c:v>-0.2</c:v>
                </c:pt>
                <c:pt idx="4163">
                  <c:v>-0.2</c:v>
                </c:pt>
                <c:pt idx="4164">
                  <c:v>-0.2</c:v>
                </c:pt>
                <c:pt idx="4165">
                  <c:v>-0.2</c:v>
                </c:pt>
                <c:pt idx="4166">
                  <c:v>-0.2</c:v>
                </c:pt>
                <c:pt idx="4167">
                  <c:v>-0.2</c:v>
                </c:pt>
                <c:pt idx="4168">
                  <c:v>-0.2</c:v>
                </c:pt>
                <c:pt idx="4169">
                  <c:v>-0.2</c:v>
                </c:pt>
                <c:pt idx="4170">
                  <c:v>-0.2</c:v>
                </c:pt>
                <c:pt idx="4171">
                  <c:v>-0.2</c:v>
                </c:pt>
                <c:pt idx="4172">
                  <c:v>-0.2</c:v>
                </c:pt>
                <c:pt idx="4173">
                  <c:v>-0.2</c:v>
                </c:pt>
                <c:pt idx="4174">
                  <c:v>-0.2</c:v>
                </c:pt>
                <c:pt idx="4175">
                  <c:v>-0.2</c:v>
                </c:pt>
                <c:pt idx="4176">
                  <c:v>-0.2</c:v>
                </c:pt>
                <c:pt idx="4177">
                  <c:v>-0.2</c:v>
                </c:pt>
                <c:pt idx="4178">
                  <c:v>-0.2</c:v>
                </c:pt>
                <c:pt idx="4179">
                  <c:v>-0.2</c:v>
                </c:pt>
                <c:pt idx="4180">
                  <c:v>-0.2</c:v>
                </c:pt>
                <c:pt idx="4181">
                  <c:v>-0.2</c:v>
                </c:pt>
                <c:pt idx="4182">
                  <c:v>-0.2</c:v>
                </c:pt>
                <c:pt idx="4183">
                  <c:v>-0.2</c:v>
                </c:pt>
                <c:pt idx="4184">
                  <c:v>-0.2</c:v>
                </c:pt>
                <c:pt idx="4185">
                  <c:v>-0.2</c:v>
                </c:pt>
                <c:pt idx="4186">
                  <c:v>-0.2</c:v>
                </c:pt>
                <c:pt idx="4187">
                  <c:v>-0.2</c:v>
                </c:pt>
                <c:pt idx="4188">
                  <c:v>-0.2</c:v>
                </c:pt>
                <c:pt idx="4189">
                  <c:v>-0.2</c:v>
                </c:pt>
                <c:pt idx="4190">
                  <c:v>-0.2</c:v>
                </c:pt>
                <c:pt idx="4191">
                  <c:v>-0.2</c:v>
                </c:pt>
                <c:pt idx="4192">
                  <c:v>-0.2</c:v>
                </c:pt>
                <c:pt idx="4193">
                  <c:v>-0.2</c:v>
                </c:pt>
                <c:pt idx="4194">
                  <c:v>-0.2</c:v>
                </c:pt>
                <c:pt idx="4195">
                  <c:v>-0.2</c:v>
                </c:pt>
                <c:pt idx="4196">
                  <c:v>-0.2</c:v>
                </c:pt>
                <c:pt idx="4197">
                  <c:v>-0.2</c:v>
                </c:pt>
                <c:pt idx="4198">
                  <c:v>-0.2</c:v>
                </c:pt>
                <c:pt idx="4199">
                  <c:v>-0.2</c:v>
                </c:pt>
                <c:pt idx="4200">
                  <c:v>-0.2</c:v>
                </c:pt>
                <c:pt idx="4201">
                  <c:v>-0.2</c:v>
                </c:pt>
                <c:pt idx="4202">
                  <c:v>-0.2</c:v>
                </c:pt>
                <c:pt idx="4203">
                  <c:v>-0.2</c:v>
                </c:pt>
                <c:pt idx="4204">
                  <c:v>-0.2</c:v>
                </c:pt>
                <c:pt idx="4205">
                  <c:v>-0.2</c:v>
                </c:pt>
                <c:pt idx="4206">
                  <c:v>-0.2</c:v>
                </c:pt>
                <c:pt idx="4207">
                  <c:v>-0.2</c:v>
                </c:pt>
                <c:pt idx="4208">
                  <c:v>-0.2</c:v>
                </c:pt>
                <c:pt idx="4209">
                  <c:v>-0.2</c:v>
                </c:pt>
                <c:pt idx="4210">
                  <c:v>-0.2</c:v>
                </c:pt>
                <c:pt idx="4211">
                  <c:v>-0.2</c:v>
                </c:pt>
                <c:pt idx="4212">
                  <c:v>-0.2</c:v>
                </c:pt>
                <c:pt idx="4213">
                  <c:v>-0.2</c:v>
                </c:pt>
                <c:pt idx="4214">
                  <c:v>-0.2</c:v>
                </c:pt>
                <c:pt idx="4215">
                  <c:v>-0.2</c:v>
                </c:pt>
                <c:pt idx="4216">
                  <c:v>-0.2</c:v>
                </c:pt>
                <c:pt idx="4217">
                  <c:v>-0.2</c:v>
                </c:pt>
                <c:pt idx="4218">
                  <c:v>-0.2</c:v>
                </c:pt>
                <c:pt idx="4219">
                  <c:v>-0.2</c:v>
                </c:pt>
                <c:pt idx="4220">
                  <c:v>-0.2</c:v>
                </c:pt>
                <c:pt idx="4221">
                  <c:v>-0.2</c:v>
                </c:pt>
                <c:pt idx="4222">
                  <c:v>-0.2</c:v>
                </c:pt>
                <c:pt idx="4223">
                  <c:v>-0.2</c:v>
                </c:pt>
                <c:pt idx="4224">
                  <c:v>-0.2</c:v>
                </c:pt>
                <c:pt idx="4225">
                  <c:v>-0.2</c:v>
                </c:pt>
                <c:pt idx="4226">
                  <c:v>-0.2</c:v>
                </c:pt>
                <c:pt idx="4227">
                  <c:v>-0.2</c:v>
                </c:pt>
                <c:pt idx="4228">
                  <c:v>-0.2</c:v>
                </c:pt>
                <c:pt idx="4229">
                  <c:v>-0.2</c:v>
                </c:pt>
                <c:pt idx="4230">
                  <c:v>-0.2</c:v>
                </c:pt>
                <c:pt idx="4231">
                  <c:v>-0.2</c:v>
                </c:pt>
                <c:pt idx="4232">
                  <c:v>-0.2</c:v>
                </c:pt>
                <c:pt idx="4233">
                  <c:v>-0.2</c:v>
                </c:pt>
                <c:pt idx="4234">
                  <c:v>-0.2</c:v>
                </c:pt>
                <c:pt idx="4235">
                  <c:v>-0.2</c:v>
                </c:pt>
                <c:pt idx="4236">
                  <c:v>-0.2</c:v>
                </c:pt>
                <c:pt idx="4237">
                  <c:v>-0.2</c:v>
                </c:pt>
                <c:pt idx="4238">
                  <c:v>-0.2</c:v>
                </c:pt>
                <c:pt idx="4239">
                  <c:v>-0.2</c:v>
                </c:pt>
                <c:pt idx="4240">
                  <c:v>-0.2</c:v>
                </c:pt>
                <c:pt idx="4241">
                  <c:v>-0.2</c:v>
                </c:pt>
                <c:pt idx="4242">
                  <c:v>-0.2</c:v>
                </c:pt>
                <c:pt idx="4243">
                  <c:v>-0.2</c:v>
                </c:pt>
                <c:pt idx="4244">
                  <c:v>-0.2</c:v>
                </c:pt>
                <c:pt idx="4245">
                  <c:v>-0.2</c:v>
                </c:pt>
                <c:pt idx="4246">
                  <c:v>-0.2</c:v>
                </c:pt>
                <c:pt idx="4247">
                  <c:v>-0.2</c:v>
                </c:pt>
                <c:pt idx="4248">
                  <c:v>-0.2</c:v>
                </c:pt>
                <c:pt idx="4249">
                  <c:v>-0.2</c:v>
                </c:pt>
                <c:pt idx="4250">
                  <c:v>-0.2</c:v>
                </c:pt>
                <c:pt idx="4251">
                  <c:v>-0.2</c:v>
                </c:pt>
                <c:pt idx="4252">
                  <c:v>-0.2</c:v>
                </c:pt>
                <c:pt idx="4253">
                  <c:v>-0.2</c:v>
                </c:pt>
                <c:pt idx="4254">
                  <c:v>-0.2</c:v>
                </c:pt>
                <c:pt idx="4255">
                  <c:v>-0.2</c:v>
                </c:pt>
                <c:pt idx="4256">
                  <c:v>-0.2</c:v>
                </c:pt>
                <c:pt idx="4257">
                  <c:v>-0.2</c:v>
                </c:pt>
                <c:pt idx="4258">
                  <c:v>-0.2</c:v>
                </c:pt>
                <c:pt idx="4259">
                  <c:v>-0.2</c:v>
                </c:pt>
                <c:pt idx="4260">
                  <c:v>-0.2</c:v>
                </c:pt>
                <c:pt idx="4261">
                  <c:v>-0.2</c:v>
                </c:pt>
                <c:pt idx="4262">
                  <c:v>-0.2</c:v>
                </c:pt>
                <c:pt idx="4263">
                  <c:v>-0.2</c:v>
                </c:pt>
                <c:pt idx="4264">
                  <c:v>-0.2</c:v>
                </c:pt>
                <c:pt idx="4265">
                  <c:v>-0.2</c:v>
                </c:pt>
                <c:pt idx="4266">
                  <c:v>-0.2</c:v>
                </c:pt>
                <c:pt idx="4267">
                  <c:v>-0.2</c:v>
                </c:pt>
                <c:pt idx="4268">
                  <c:v>-0.2</c:v>
                </c:pt>
                <c:pt idx="4269">
                  <c:v>-0.2</c:v>
                </c:pt>
                <c:pt idx="4270">
                  <c:v>-0.2</c:v>
                </c:pt>
                <c:pt idx="4271">
                  <c:v>-0.2</c:v>
                </c:pt>
                <c:pt idx="4272">
                  <c:v>-0.2</c:v>
                </c:pt>
                <c:pt idx="4273">
                  <c:v>-0.2</c:v>
                </c:pt>
                <c:pt idx="4274">
                  <c:v>-0.2</c:v>
                </c:pt>
                <c:pt idx="4275">
                  <c:v>-0.2</c:v>
                </c:pt>
                <c:pt idx="4276">
                  <c:v>-0.2</c:v>
                </c:pt>
                <c:pt idx="4277">
                  <c:v>-0.2</c:v>
                </c:pt>
                <c:pt idx="4278">
                  <c:v>-0.2</c:v>
                </c:pt>
                <c:pt idx="4279">
                  <c:v>-0.2</c:v>
                </c:pt>
                <c:pt idx="4280">
                  <c:v>-0.2</c:v>
                </c:pt>
                <c:pt idx="4281">
                  <c:v>-0.2</c:v>
                </c:pt>
                <c:pt idx="4282">
                  <c:v>-0.2</c:v>
                </c:pt>
                <c:pt idx="4283">
                  <c:v>-0.2</c:v>
                </c:pt>
                <c:pt idx="4284">
                  <c:v>-0.2</c:v>
                </c:pt>
                <c:pt idx="4285">
                  <c:v>-0.2</c:v>
                </c:pt>
                <c:pt idx="4286">
                  <c:v>-0.2</c:v>
                </c:pt>
                <c:pt idx="4287">
                  <c:v>-0.2</c:v>
                </c:pt>
                <c:pt idx="4288">
                  <c:v>-0.2</c:v>
                </c:pt>
                <c:pt idx="4289">
                  <c:v>-0.2</c:v>
                </c:pt>
                <c:pt idx="4290">
                  <c:v>-0.2</c:v>
                </c:pt>
                <c:pt idx="4291">
                  <c:v>-0.2</c:v>
                </c:pt>
                <c:pt idx="4292">
                  <c:v>-0.2</c:v>
                </c:pt>
                <c:pt idx="4293">
                  <c:v>-0.2</c:v>
                </c:pt>
                <c:pt idx="4294">
                  <c:v>-0.2</c:v>
                </c:pt>
                <c:pt idx="4295">
                  <c:v>-0.2</c:v>
                </c:pt>
                <c:pt idx="4296">
                  <c:v>-0.2</c:v>
                </c:pt>
                <c:pt idx="4297">
                  <c:v>-0.2</c:v>
                </c:pt>
                <c:pt idx="4298">
                  <c:v>-0.2</c:v>
                </c:pt>
                <c:pt idx="4299">
                  <c:v>-0.2</c:v>
                </c:pt>
                <c:pt idx="4300">
                  <c:v>-0.2</c:v>
                </c:pt>
                <c:pt idx="4301">
                  <c:v>-0.2</c:v>
                </c:pt>
                <c:pt idx="4302">
                  <c:v>-0.2</c:v>
                </c:pt>
                <c:pt idx="4303">
                  <c:v>-0.2</c:v>
                </c:pt>
                <c:pt idx="4304">
                  <c:v>-0.2</c:v>
                </c:pt>
                <c:pt idx="4305">
                  <c:v>-0.2</c:v>
                </c:pt>
                <c:pt idx="4306">
                  <c:v>-0.2</c:v>
                </c:pt>
                <c:pt idx="4307">
                  <c:v>-0.2</c:v>
                </c:pt>
                <c:pt idx="4308">
                  <c:v>-0.2</c:v>
                </c:pt>
                <c:pt idx="4309">
                  <c:v>-0.2</c:v>
                </c:pt>
                <c:pt idx="4310">
                  <c:v>-0.2</c:v>
                </c:pt>
                <c:pt idx="4311">
                  <c:v>-0.1</c:v>
                </c:pt>
                <c:pt idx="4312">
                  <c:v>-0.1</c:v>
                </c:pt>
                <c:pt idx="4313">
                  <c:v>-0.1</c:v>
                </c:pt>
                <c:pt idx="4314">
                  <c:v>-0.1</c:v>
                </c:pt>
                <c:pt idx="4315">
                  <c:v>-0.1</c:v>
                </c:pt>
                <c:pt idx="4316">
                  <c:v>-0.1</c:v>
                </c:pt>
                <c:pt idx="4317">
                  <c:v>-0.1</c:v>
                </c:pt>
                <c:pt idx="4318">
                  <c:v>-0.1</c:v>
                </c:pt>
                <c:pt idx="4319">
                  <c:v>-0.1</c:v>
                </c:pt>
                <c:pt idx="4320">
                  <c:v>-0.1</c:v>
                </c:pt>
                <c:pt idx="4321">
                  <c:v>-0.1</c:v>
                </c:pt>
                <c:pt idx="4322">
                  <c:v>-0.1</c:v>
                </c:pt>
                <c:pt idx="4323">
                  <c:v>-0.1</c:v>
                </c:pt>
                <c:pt idx="4324">
                  <c:v>-0.1</c:v>
                </c:pt>
                <c:pt idx="4325">
                  <c:v>-0.1</c:v>
                </c:pt>
                <c:pt idx="4326">
                  <c:v>-0.1</c:v>
                </c:pt>
                <c:pt idx="4327">
                  <c:v>-0.1</c:v>
                </c:pt>
                <c:pt idx="4328">
                  <c:v>-0.1</c:v>
                </c:pt>
                <c:pt idx="4329">
                  <c:v>-0.1</c:v>
                </c:pt>
                <c:pt idx="4330">
                  <c:v>-0.1</c:v>
                </c:pt>
                <c:pt idx="4331">
                  <c:v>-0.1</c:v>
                </c:pt>
                <c:pt idx="4332">
                  <c:v>-0.1</c:v>
                </c:pt>
                <c:pt idx="4333">
                  <c:v>-0.1</c:v>
                </c:pt>
                <c:pt idx="4334">
                  <c:v>-0.1</c:v>
                </c:pt>
                <c:pt idx="4335">
                  <c:v>-0.1</c:v>
                </c:pt>
                <c:pt idx="4336">
                  <c:v>-0.1</c:v>
                </c:pt>
                <c:pt idx="4337">
                  <c:v>-0.1</c:v>
                </c:pt>
                <c:pt idx="4338">
                  <c:v>-0.1</c:v>
                </c:pt>
                <c:pt idx="4339">
                  <c:v>-0.1</c:v>
                </c:pt>
                <c:pt idx="4340">
                  <c:v>-0.1</c:v>
                </c:pt>
                <c:pt idx="4341">
                  <c:v>-0.1</c:v>
                </c:pt>
                <c:pt idx="4342">
                  <c:v>-0.1</c:v>
                </c:pt>
                <c:pt idx="4343">
                  <c:v>-0.1</c:v>
                </c:pt>
                <c:pt idx="4344">
                  <c:v>-0.1</c:v>
                </c:pt>
                <c:pt idx="4345">
                  <c:v>-0.1</c:v>
                </c:pt>
                <c:pt idx="4346">
                  <c:v>-0.1</c:v>
                </c:pt>
                <c:pt idx="4347">
                  <c:v>-0.1</c:v>
                </c:pt>
                <c:pt idx="4348">
                  <c:v>-0.1</c:v>
                </c:pt>
                <c:pt idx="4349">
                  <c:v>-0.1</c:v>
                </c:pt>
                <c:pt idx="4350">
                  <c:v>-0.1</c:v>
                </c:pt>
                <c:pt idx="4351">
                  <c:v>-0.1</c:v>
                </c:pt>
                <c:pt idx="4352">
                  <c:v>-0.1</c:v>
                </c:pt>
                <c:pt idx="4353">
                  <c:v>-0.1</c:v>
                </c:pt>
                <c:pt idx="4354">
                  <c:v>-0.1</c:v>
                </c:pt>
                <c:pt idx="4355">
                  <c:v>-0.1</c:v>
                </c:pt>
                <c:pt idx="4356">
                  <c:v>-0.1</c:v>
                </c:pt>
                <c:pt idx="4357">
                  <c:v>-0.1</c:v>
                </c:pt>
                <c:pt idx="4358">
                  <c:v>-0.1</c:v>
                </c:pt>
                <c:pt idx="4359">
                  <c:v>-0.1</c:v>
                </c:pt>
                <c:pt idx="4360">
                  <c:v>-0.1</c:v>
                </c:pt>
                <c:pt idx="4361">
                  <c:v>-0.1</c:v>
                </c:pt>
                <c:pt idx="4362">
                  <c:v>-0.1</c:v>
                </c:pt>
                <c:pt idx="4363">
                  <c:v>-0.1</c:v>
                </c:pt>
                <c:pt idx="4364">
                  <c:v>-0.1</c:v>
                </c:pt>
                <c:pt idx="4365">
                  <c:v>-0.1</c:v>
                </c:pt>
                <c:pt idx="4366">
                  <c:v>-0.1</c:v>
                </c:pt>
                <c:pt idx="4367">
                  <c:v>-0.1</c:v>
                </c:pt>
                <c:pt idx="4368">
                  <c:v>-0.1</c:v>
                </c:pt>
                <c:pt idx="4369">
                  <c:v>-0.1</c:v>
                </c:pt>
                <c:pt idx="4370">
                  <c:v>-0.1</c:v>
                </c:pt>
                <c:pt idx="4371">
                  <c:v>-0.1</c:v>
                </c:pt>
                <c:pt idx="4372">
                  <c:v>-0.1</c:v>
                </c:pt>
                <c:pt idx="4373">
                  <c:v>-0.1</c:v>
                </c:pt>
                <c:pt idx="4374">
                  <c:v>-0.1</c:v>
                </c:pt>
                <c:pt idx="4375">
                  <c:v>-0.1</c:v>
                </c:pt>
                <c:pt idx="4376">
                  <c:v>-0.1</c:v>
                </c:pt>
                <c:pt idx="4377">
                  <c:v>-0.1</c:v>
                </c:pt>
                <c:pt idx="4378">
                  <c:v>-0.1</c:v>
                </c:pt>
                <c:pt idx="4379">
                  <c:v>-0.1</c:v>
                </c:pt>
                <c:pt idx="4380">
                  <c:v>-0.1</c:v>
                </c:pt>
                <c:pt idx="4381">
                  <c:v>-0.1</c:v>
                </c:pt>
                <c:pt idx="4382">
                  <c:v>-0.1</c:v>
                </c:pt>
                <c:pt idx="4383">
                  <c:v>-0.1</c:v>
                </c:pt>
                <c:pt idx="4384">
                  <c:v>-0.1</c:v>
                </c:pt>
                <c:pt idx="4385">
                  <c:v>-0.1</c:v>
                </c:pt>
                <c:pt idx="4386">
                  <c:v>-0.1</c:v>
                </c:pt>
                <c:pt idx="4387">
                  <c:v>-0.1</c:v>
                </c:pt>
                <c:pt idx="4388">
                  <c:v>-0.1</c:v>
                </c:pt>
                <c:pt idx="4389">
                  <c:v>-0.1</c:v>
                </c:pt>
                <c:pt idx="4390">
                  <c:v>-0.1</c:v>
                </c:pt>
                <c:pt idx="4391">
                  <c:v>-0.1</c:v>
                </c:pt>
                <c:pt idx="4392">
                  <c:v>-0.1</c:v>
                </c:pt>
                <c:pt idx="4393">
                  <c:v>-0.1</c:v>
                </c:pt>
                <c:pt idx="4394">
                  <c:v>-0.1</c:v>
                </c:pt>
                <c:pt idx="4395">
                  <c:v>-0.1</c:v>
                </c:pt>
                <c:pt idx="4396">
                  <c:v>-0.1</c:v>
                </c:pt>
                <c:pt idx="4397">
                  <c:v>-0.1</c:v>
                </c:pt>
                <c:pt idx="4398">
                  <c:v>-0.1</c:v>
                </c:pt>
                <c:pt idx="4399">
                  <c:v>-0.1</c:v>
                </c:pt>
                <c:pt idx="4400">
                  <c:v>-0.1</c:v>
                </c:pt>
                <c:pt idx="4401">
                  <c:v>-0.1</c:v>
                </c:pt>
                <c:pt idx="4402">
                  <c:v>0</c:v>
                </c:pt>
                <c:pt idx="4403">
                  <c:v>0</c:v>
                </c:pt>
                <c:pt idx="4404">
                  <c:v>0</c:v>
                </c:pt>
                <c:pt idx="4405">
                  <c:v>0</c:v>
                </c:pt>
                <c:pt idx="4406">
                  <c:v>0</c:v>
                </c:pt>
                <c:pt idx="4407">
                  <c:v>0</c:v>
                </c:pt>
                <c:pt idx="4408">
                  <c:v>0</c:v>
                </c:pt>
                <c:pt idx="4409">
                  <c:v>0</c:v>
                </c:pt>
                <c:pt idx="4410">
                  <c:v>0</c:v>
                </c:pt>
                <c:pt idx="4411">
                  <c:v>0</c:v>
                </c:pt>
                <c:pt idx="4412">
                  <c:v>0</c:v>
                </c:pt>
                <c:pt idx="4413">
                  <c:v>0</c:v>
                </c:pt>
                <c:pt idx="4414">
                  <c:v>0</c:v>
                </c:pt>
                <c:pt idx="4415">
                  <c:v>0</c:v>
                </c:pt>
                <c:pt idx="4416">
                  <c:v>0</c:v>
                </c:pt>
                <c:pt idx="4417">
                  <c:v>0</c:v>
                </c:pt>
                <c:pt idx="4418">
                  <c:v>0</c:v>
                </c:pt>
                <c:pt idx="4419">
                  <c:v>0</c:v>
                </c:pt>
                <c:pt idx="4420">
                  <c:v>0</c:v>
                </c:pt>
                <c:pt idx="4421">
                  <c:v>0</c:v>
                </c:pt>
                <c:pt idx="4422">
                  <c:v>0</c:v>
                </c:pt>
                <c:pt idx="4423">
                  <c:v>0</c:v>
                </c:pt>
                <c:pt idx="4424">
                  <c:v>0</c:v>
                </c:pt>
                <c:pt idx="4425">
                  <c:v>0</c:v>
                </c:pt>
                <c:pt idx="4426">
                  <c:v>0</c:v>
                </c:pt>
                <c:pt idx="4427">
                  <c:v>0</c:v>
                </c:pt>
                <c:pt idx="4428">
                  <c:v>0</c:v>
                </c:pt>
                <c:pt idx="4429">
                  <c:v>0</c:v>
                </c:pt>
                <c:pt idx="4430">
                  <c:v>0</c:v>
                </c:pt>
                <c:pt idx="4431">
                  <c:v>0</c:v>
                </c:pt>
                <c:pt idx="4432">
                  <c:v>0</c:v>
                </c:pt>
                <c:pt idx="4433">
                  <c:v>0</c:v>
                </c:pt>
                <c:pt idx="4434">
                  <c:v>0</c:v>
                </c:pt>
                <c:pt idx="4435">
                  <c:v>0</c:v>
                </c:pt>
                <c:pt idx="4436">
                  <c:v>0</c:v>
                </c:pt>
                <c:pt idx="4437">
                  <c:v>0</c:v>
                </c:pt>
                <c:pt idx="4438">
                  <c:v>0</c:v>
                </c:pt>
                <c:pt idx="4439">
                  <c:v>0</c:v>
                </c:pt>
                <c:pt idx="4440">
                  <c:v>0</c:v>
                </c:pt>
                <c:pt idx="4441">
                  <c:v>0</c:v>
                </c:pt>
                <c:pt idx="4442">
                  <c:v>0</c:v>
                </c:pt>
                <c:pt idx="4443">
                  <c:v>0</c:v>
                </c:pt>
                <c:pt idx="4444">
                  <c:v>0</c:v>
                </c:pt>
                <c:pt idx="4445">
                  <c:v>0</c:v>
                </c:pt>
                <c:pt idx="4446">
                  <c:v>0</c:v>
                </c:pt>
                <c:pt idx="4447">
                  <c:v>0</c:v>
                </c:pt>
                <c:pt idx="4448">
                  <c:v>0</c:v>
                </c:pt>
                <c:pt idx="4449">
                  <c:v>0</c:v>
                </c:pt>
                <c:pt idx="4450">
                  <c:v>0</c:v>
                </c:pt>
                <c:pt idx="4451">
                  <c:v>0</c:v>
                </c:pt>
                <c:pt idx="4452">
                  <c:v>0</c:v>
                </c:pt>
                <c:pt idx="4453">
                  <c:v>0</c:v>
                </c:pt>
                <c:pt idx="4454">
                  <c:v>0</c:v>
                </c:pt>
                <c:pt idx="4455">
                  <c:v>0</c:v>
                </c:pt>
                <c:pt idx="4456">
                  <c:v>0</c:v>
                </c:pt>
                <c:pt idx="4457">
                  <c:v>0</c:v>
                </c:pt>
                <c:pt idx="4458">
                  <c:v>0</c:v>
                </c:pt>
                <c:pt idx="4459">
                  <c:v>0</c:v>
                </c:pt>
                <c:pt idx="4460">
                  <c:v>0</c:v>
                </c:pt>
                <c:pt idx="4461">
                  <c:v>0</c:v>
                </c:pt>
                <c:pt idx="4462">
                  <c:v>0</c:v>
                </c:pt>
                <c:pt idx="4463">
                  <c:v>0</c:v>
                </c:pt>
                <c:pt idx="4464">
                  <c:v>0</c:v>
                </c:pt>
                <c:pt idx="4465">
                  <c:v>0</c:v>
                </c:pt>
                <c:pt idx="4466">
                  <c:v>0</c:v>
                </c:pt>
                <c:pt idx="4467">
                  <c:v>0</c:v>
                </c:pt>
                <c:pt idx="4468">
                  <c:v>0</c:v>
                </c:pt>
                <c:pt idx="4469">
                  <c:v>0</c:v>
                </c:pt>
                <c:pt idx="4470">
                  <c:v>0</c:v>
                </c:pt>
                <c:pt idx="4471">
                  <c:v>0</c:v>
                </c:pt>
                <c:pt idx="4472">
                  <c:v>0</c:v>
                </c:pt>
                <c:pt idx="4473">
                  <c:v>0</c:v>
                </c:pt>
                <c:pt idx="4474">
                  <c:v>0</c:v>
                </c:pt>
                <c:pt idx="4475">
                  <c:v>0</c:v>
                </c:pt>
                <c:pt idx="4476">
                  <c:v>0</c:v>
                </c:pt>
                <c:pt idx="4477">
                  <c:v>0</c:v>
                </c:pt>
                <c:pt idx="4478">
                  <c:v>0</c:v>
                </c:pt>
                <c:pt idx="4479">
                  <c:v>0</c:v>
                </c:pt>
                <c:pt idx="4480">
                  <c:v>0</c:v>
                </c:pt>
                <c:pt idx="4481">
                  <c:v>0</c:v>
                </c:pt>
                <c:pt idx="4482">
                  <c:v>0</c:v>
                </c:pt>
                <c:pt idx="4483">
                  <c:v>0</c:v>
                </c:pt>
                <c:pt idx="4484">
                  <c:v>0</c:v>
                </c:pt>
                <c:pt idx="4485">
                  <c:v>0</c:v>
                </c:pt>
                <c:pt idx="4486">
                  <c:v>0</c:v>
                </c:pt>
                <c:pt idx="4487">
                  <c:v>0</c:v>
                </c:pt>
                <c:pt idx="4488">
                  <c:v>0</c:v>
                </c:pt>
                <c:pt idx="4489">
                  <c:v>0</c:v>
                </c:pt>
                <c:pt idx="4490">
                  <c:v>0</c:v>
                </c:pt>
                <c:pt idx="4491">
                  <c:v>0</c:v>
                </c:pt>
                <c:pt idx="4492">
                  <c:v>0</c:v>
                </c:pt>
                <c:pt idx="4493">
                  <c:v>0</c:v>
                </c:pt>
                <c:pt idx="4494">
                  <c:v>0</c:v>
                </c:pt>
                <c:pt idx="4495">
                  <c:v>0</c:v>
                </c:pt>
                <c:pt idx="4496">
                  <c:v>0</c:v>
                </c:pt>
                <c:pt idx="4497">
                  <c:v>0</c:v>
                </c:pt>
                <c:pt idx="4498">
                  <c:v>0</c:v>
                </c:pt>
                <c:pt idx="4499">
                  <c:v>0</c:v>
                </c:pt>
                <c:pt idx="4500">
                  <c:v>0</c:v>
                </c:pt>
                <c:pt idx="4501">
                  <c:v>0</c:v>
                </c:pt>
                <c:pt idx="4502">
                  <c:v>0</c:v>
                </c:pt>
                <c:pt idx="4503">
                  <c:v>0</c:v>
                </c:pt>
                <c:pt idx="4504">
                  <c:v>0</c:v>
                </c:pt>
                <c:pt idx="4505">
                  <c:v>0</c:v>
                </c:pt>
                <c:pt idx="4506">
                  <c:v>0</c:v>
                </c:pt>
                <c:pt idx="4507">
                  <c:v>0</c:v>
                </c:pt>
                <c:pt idx="4508">
                  <c:v>0</c:v>
                </c:pt>
                <c:pt idx="4509">
                  <c:v>0</c:v>
                </c:pt>
                <c:pt idx="4510">
                  <c:v>0</c:v>
                </c:pt>
                <c:pt idx="4511">
                  <c:v>0</c:v>
                </c:pt>
                <c:pt idx="4512">
                  <c:v>0</c:v>
                </c:pt>
                <c:pt idx="4513">
                  <c:v>0</c:v>
                </c:pt>
                <c:pt idx="4514">
                  <c:v>0</c:v>
                </c:pt>
                <c:pt idx="4515">
                  <c:v>0</c:v>
                </c:pt>
                <c:pt idx="4516">
                  <c:v>0</c:v>
                </c:pt>
                <c:pt idx="4517">
                  <c:v>0</c:v>
                </c:pt>
                <c:pt idx="4518">
                  <c:v>0</c:v>
                </c:pt>
                <c:pt idx="4519">
                  <c:v>0</c:v>
                </c:pt>
                <c:pt idx="4520">
                  <c:v>0</c:v>
                </c:pt>
                <c:pt idx="4521">
                  <c:v>0</c:v>
                </c:pt>
                <c:pt idx="4522">
                  <c:v>0</c:v>
                </c:pt>
                <c:pt idx="4523">
                  <c:v>0</c:v>
                </c:pt>
                <c:pt idx="4524">
                  <c:v>0</c:v>
                </c:pt>
                <c:pt idx="4525">
                  <c:v>0</c:v>
                </c:pt>
                <c:pt idx="4526">
                  <c:v>0</c:v>
                </c:pt>
                <c:pt idx="4527">
                  <c:v>0</c:v>
                </c:pt>
                <c:pt idx="4528">
                  <c:v>0</c:v>
                </c:pt>
                <c:pt idx="4529">
                  <c:v>0</c:v>
                </c:pt>
                <c:pt idx="4530">
                  <c:v>0</c:v>
                </c:pt>
                <c:pt idx="4531">
                  <c:v>0</c:v>
                </c:pt>
                <c:pt idx="4532">
                  <c:v>0</c:v>
                </c:pt>
                <c:pt idx="4533">
                  <c:v>0</c:v>
                </c:pt>
                <c:pt idx="4534">
                  <c:v>0</c:v>
                </c:pt>
                <c:pt idx="4535">
                  <c:v>0</c:v>
                </c:pt>
                <c:pt idx="4536">
                  <c:v>0</c:v>
                </c:pt>
                <c:pt idx="4537">
                  <c:v>0</c:v>
                </c:pt>
                <c:pt idx="4538">
                  <c:v>0</c:v>
                </c:pt>
                <c:pt idx="4539">
                  <c:v>0</c:v>
                </c:pt>
                <c:pt idx="4540">
                  <c:v>0</c:v>
                </c:pt>
                <c:pt idx="4541">
                  <c:v>0</c:v>
                </c:pt>
                <c:pt idx="4542">
                  <c:v>0</c:v>
                </c:pt>
                <c:pt idx="4543">
                  <c:v>0</c:v>
                </c:pt>
                <c:pt idx="4544">
                  <c:v>0</c:v>
                </c:pt>
                <c:pt idx="4545">
                  <c:v>0</c:v>
                </c:pt>
                <c:pt idx="4546">
                  <c:v>0</c:v>
                </c:pt>
                <c:pt idx="4547">
                  <c:v>0</c:v>
                </c:pt>
                <c:pt idx="4548">
                  <c:v>0</c:v>
                </c:pt>
                <c:pt idx="4549">
                  <c:v>0</c:v>
                </c:pt>
                <c:pt idx="4550">
                  <c:v>0</c:v>
                </c:pt>
                <c:pt idx="4551">
                  <c:v>0</c:v>
                </c:pt>
                <c:pt idx="4552">
                  <c:v>0</c:v>
                </c:pt>
                <c:pt idx="4553">
                  <c:v>0</c:v>
                </c:pt>
                <c:pt idx="4554">
                  <c:v>0</c:v>
                </c:pt>
                <c:pt idx="4555">
                  <c:v>0</c:v>
                </c:pt>
                <c:pt idx="4556">
                  <c:v>0</c:v>
                </c:pt>
                <c:pt idx="4557">
                  <c:v>0</c:v>
                </c:pt>
                <c:pt idx="4558">
                  <c:v>0</c:v>
                </c:pt>
                <c:pt idx="4559">
                  <c:v>0</c:v>
                </c:pt>
                <c:pt idx="4560">
                  <c:v>0</c:v>
                </c:pt>
                <c:pt idx="4561">
                  <c:v>0</c:v>
                </c:pt>
                <c:pt idx="4562">
                  <c:v>0</c:v>
                </c:pt>
                <c:pt idx="4563">
                  <c:v>0</c:v>
                </c:pt>
                <c:pt idx="4564">
                  <c:v>0</c:v>
                </c:pt>
                <c:pt idx="4565">
                  <c:v>0</c:v>
                </c:pt>
                <c:pt idx="4566">
                  <c:v>0</c:v>
                </c:pt>
                <c:pt idx="4567">
                  <c:v>0</c:v>
                </c:pt>
                <c:pt idx="4568">
                  <c:v>0</c:v>
                </c:pt>
                <c:pt idx="4569">
                  <c:v>0</c:v>
                </c:pt>
                <c:pt idx="4570">
                  <c:v>0</c:v>
                </c:pt>
                <c:pt idx="4571">
                  <c:v>0</c:v>
                </c:pt>
                <c:pt idx="4572">
                  <c:v>0</c:v>
                </c:pt>
                <c:pt idx="4573">
                  <c:v>0</c:v>
                </c:pt>
                <c:pt idx="4574">
                  <c:v>0</c:v>
                </c:pt>
                <c:pt idx="4575">
                  <c:v>0</c:v>
                </c:pt>
                <c:pt idx="4576">
                  <c:v>0</c:v>
                </c:pt>
                <c:pt idx="4577">
                  <c:v>0</c:v>
                </c:pt>
                <c:pt idx="4578">
                  <c:v>0</c:v>
                </c:pt>
                <c:pt idx="4579">
                  <c:v>0</c:v>
                </c:pt>
                <c:pt idx="4580">
                  <c:v>0</c:v>
                </c:pt>
                <c:pt idx="4581">
                  <c:v>0</c:v>
                </c:pt>
                <c:pt idx="4582">
                  <c:v>0</c:v>
                </c:pt>
                <c:pt idx="4583">
                  <c:v>0</c:v>
                </c:pt>
                <c:pt idx="4584">
                  <c:v>0</c:v>
                </c:pt>
                <c:pt idx="4585">
                  <c:v>0</c:v>
                </c:pt>
                <c:pt idx="4586">
                  <c:v>0</c:v>
                </c:pt>
                <c:pt idx="4587">
                  <c:v>0</c:v>
                </c:pt>
                <c:pt idx="4588">
                  <c:v>0</c:v>
                </c:pt>
                <c:pt idx="4589">
                  <c:v>0</c:v>
                </c:pt>
                <c:pt idx="4590">
                  <c:v>0</c:v>
                </c:pt>
                <c:pt idx="4591">
                  <c:v>0</c:v>
                </c:pt>
                <c:pt idx="4592">
                  <c:v>0</c:v>
                </c:pt>
                <c:pt idx="4593">
                  <c:v>0</c:v>
                </c:pt>
                <c:pt idx="4594">
                  <c:v>0</c:v>
                </c:pt>
                <c:pt idx="4595">
                  <c:v>0</c:v>
                </c:pt>
                <c:pt idx="4596">
                  <c:v>0</c:v>
                </c:pt>
                <c:pt idx="4597">
                  <c:v>0</c:v>
                </c:pt>
                <c:pt idx="4598">
                  <c:v>0</c:v>
                </c:pt>
                <c:pt idx="4599">
                  <c:v>0</c:v>
                </c:pt>
                <c:pt idx="4600">
                  <c:v>0</c:v>
                </c:pt>
                <c:pt idx="4601">
                  <c:v>0</c:v>
                </c:pt>
                <c:pt idx="4602">
                  <c:v>0</c:v>
                </c:pt>
                <c:pt idx="4603">
                  <c:v>0</c:v>
                </c:pt>
                <c:pt idx="4604">
                  <c:v>0</c:v>
                </c:pt>
                <c:pt idx="4605">
                  <c:v>0</c:v>
                </c:pt>
                <c:pt idx="4606">
                  <c:v>0</c:v>
                </c:pt>
                <c:pt idx="4607">
                  <c:v>0</c:v>
                </c:pt>
                <c:pt idx="4608">
                  <c:v>0</c:v>
                </c:pt>
                <c:pt idx="4609">
                  <c:v>0</c:v>
                </c:pt>
                <c:pt idx="4610">
                  <c:v>0</c:v>
                </c:pt>
                <c:pt idx="4611">
                  <c:v>0</c:v>
                </c:pt>
                <c:pt idx="4612">
                  <c:v>0</c:v>
                </c:pt>
                <c:pt idx="4613">
                  <c:v>0</c:v>
                </c:pt>
                <c:pt idx="4614">
                  <c:v>0</c:v>
                </c:pt>
                <c:pt idx="4615">
                  <c:v>0</c:v>
                </c:pt>
                <c:pt idx="4616">
                  <c:v>0</c:v>
                </c:pt>
                <c:pt idx="4617">
                  <c:v>0</c:v>
                </c:pt>
                <c:pt idx="4618">
                  <c:v>0</c:v>
                </c:pt>
                <c:pt idx="4619">
                  <c:v>0</c:v>
                </c:pt>
                <c:pt idx="4620">
                  <c:v>0</c:v>
                </c:pt>
                <c:pt idx="4621">
                  <c:v>0</c:v>
                </c:pt>
                <c:pt idx="4622">
                  <c:v>0</c:v>
                </c:pt>
                <c:pt idx="4623">
                  <c:v>0</c:v>
                </c:pt>
                <c:pt idx="4624">
                  <c:v>0</c:v>
                </c:pt>
                <c:pt idx="4625">
                  <c:v>0</c:v>
                </c:pt>
                <c:pt idx="4626">
                  <c:v>0</c:v>
                </c:pt>
                <c:pt idx="4627">
                  <c:v>0</c:v>
                </c:pt>
                <c:pt idx="4628">
                  <c:v>0</c:v>
                </c:pt>
                <c:pt idx="4629">
                  <c:v>0</c:v>
                </c:pt>
                <c:pt idx="4630">
                  <c:v>0</c:v>
                </c:pt>
                <c:pt idx="4631">
                  <c:v>0</c:v>
                </c:pt>
                <c:pt idx="4632">
                  <c:v>0</c:v>
                </c:pt>
                <c:pt idx="4633">
                  <c:v>0</c:v>
                </c:pt>
                <c:pt idx="4634">
                  <c:v>0</c:v>
                </c:pt>
                <c:pt idx="4635">
                  <c:v>0</c:v>
                </c:pt>
                <c:pt idx="4636">
                  <c:v>0</c:v>
                </c:pt>
                <c:pt idx="4637">
                  <c:v>0</c:v>
                </c:pt>
                <c:pt idx="4638">
                  <c:v>0</c:v>
                </c:pt>
                <c:pt idx="4639">
                  <c:v>0</c:v>
                </c:pt>
                <c:pt idx="4640">
                  <c:v>0</c:v>
                </c:pt>
                <c:pt idx="4641">
                  <c:v>0</c:v>
                </c:pt>
                <c:pt idx="4642">
                  <c:v>0</c:v>
                </c:pt>
                <c:pt idx="4643">
                  <c:v>0</c:v>
                </c:pt>
                <c:pt idx="4644">
                  <c:v>0</c:v>
                </c:pt>
                <c:pt idx="4645">
                  <c:v>0</c:v>
                </c:pt>
                <c:pt idx="4646">
                  <c:v>0</c:v>
                </c:pt>
                <c:pt idx="4647">
                  <c:v>0</c:v>
                </c:pt>
                <c:pt idx="4648">
                  <c:v>0</c:v>
                </c:pt>
                <c:pt idx="4649">
                  <c:v>0</c:v>
                </c:pt>
                <c:pt idx="4650">
                  <c:v>0</c:v>
                </c:pt>
                <c:pt idx="4651">
                  <c:v>0</c:v>
                </c:pt>
                <c:pt idx="4652">
                  <c:v>0</c:v>
                </c:pt>
                <c:pt idx="4653">
                  <c:v>0</c:v>
                </c:pt>
                <c:pt idx="4654">
                  <c:v>0</c:v>
                </c:pt>
                <c:pt idx="4655">
                  <c:v>0</c:v>
                </c:pt>
                <c:pt idx="4656">
                  <c:v>0</c:v>
                </c:pt>
                <c:pt idx="4657">
                  <c:v>0</c:v>
                </c:pt>
                <c:pt idx="4658">
                  <c:v>0</c:v>
                </c:pt>
                <c:pt idx="4659">
                  <c:v>0</c:v>
                </c:pt>
                <c:pt idx="4660">
                  <c:v>0</c:v>
                </c:pt>
                <c:pt idx="4661">
                  <c:v>0</c:v>
                </c:pt>
                <c:pt idx="4662">
                  <c:v>0</c:v>
                </c:pt>
                <c:pt idx="4663">
                  <c:v>0</c:v>
                </c:pt>
                <c:pt idx="4664">
                  <c:v>0</c:v>
                </c:pt>
                <c:pt idx="4665">
                  <c:v>0</c:v>
                </c:pt>
                <c:pt idx="4666">
                  <c:v>0</c:v>
                </c:pt>
                <c:pt idx="4667">
                  <c:v>0</c:v>
                </c:pt>
                <c:pt idx="4668">
                  <c:v>0</c:v>
                </c:pt>
                <c:pt idx="4669">
                  <c:v>0</c:v>
                </c:pt>
                <c:pt idx="4670">
                  <c:v>0</c:v>
                </c:pt>
                <c:pt idx="4671">
                  <c:v>0</c:v>
                </c:pt>
                <c:pt idx="4672">
                  <c:v>0</c:v>
                </c:pt>
                <c:pt idx="4673">
                  <c:v>0</c:v>
                </c:pt>
                <c:pt idx="4674">
                  <c:v>0</c:v>
                </c:pt>
                <c:pt idx="4675">
                  <c:v>0</c:v>
                </c:pt>
                <c:pt idx="4676">
                  <c:v>0</c:v>
                </c:pt>
                <c:pt idx="4677">
                  <c:v>0</c:v>
                </c:pt>
                <c:pt idx="4678">
                  <c:v>0</c:v>
                </c:pt>
                <c:pt idx="4679">
                  <c:v>0</c:v>
                </c:pt>
                <c:pt idx="4680">
                  <c:v>0</c:v>
                </c:pt>
                <c:pt idx="4681">
                  <c:v>0</c:v>
                </c:pt>
                <c:pt idx="4682">
                  <c:v>0</c:v>
                </c:pt>
                <c:pt idx="4683">
                  <c:v>0</c:v>
                </c:pt>
                <c:pt idx="4684">
                  <c:v>0</c:v>
                </c:pt>
                <c:pt idx="4685">
                  <c:v>0</c:v>
                </c:pt>
                <c:pt idx="4686">
                  <c:v>0</c:v>
                </c:pt>
                <c:pt idx="4687">
                  <c:v>0</c:v>
                </c:pt>
                <c:pt idx="4688">
                  <c:v>0</c:v>
                </c:pt>
                <c:pt idx="4689">
                  <c:v>0</c:v>
                </c:pt>
                <c:pt idx="4690">
                  <c:v>0</c:v>
                </c:pt>
                <c:pt idx="4691">
                  <c:v>0</c:v>
                </c:pt>
                <c:pt idx="4692">
                  <c:v>0</c:v>
                </c:pt>
                <c:pt idx="4693">
                  <c:v>0</c:v>
                </c:pt>
                <c:pt idx="4694">
                  <c:v>0</c:v>
                </c:pt>
                <c:pt idx="4695">
                  <c:v>0</c:v>
                </c:pt>
                <c:pt idx="4696">
                  <c:v>0</c:v>
                </c:pt>
                <c:pt idx="4697">
                  <c:v>0</c:v>
                </c:pt>
                <c:pt idx="4698">
                  <c:v>0</c:v>
                </c:pt>
                <c:pt idx="4699">
                  <c:v>0</c:v>
                </c:pt>
                <c:pt idx="4700">
                  <c:v>0</c:v>
                </c:pt>
                <c:pt idx="4701">
                  <c:v>0</c:v>
                </c:pt>
                <c:pt idx="4702">
                  <c:v>0</c:v>
                </c:pt>
                <c:pt idx="4703">
                  <c:v>0</c:v>
                </c:pt>
                <c:pt idx="4704">
                  <c:v>0</c:v>
                </c:pt>
                <c:pt idx="4705">
                  <c:v>0</c:v>
                </c:pt>
                <c:pt idx="4706">
                  <c:v>0</c:v>
                </c:pt>
                <c:pt idx="4707">
                  <c:v>0</c:v>
                </c:pt>
                <c:pt idx="4708">
                  <c:v>0</c:v>
                </c:pt>
                <c:pt idx="4709">
                  <c:v>0</c:v>
                </c:pt>
                <c:pt idx="4710">
                  <c:v>0</c:v>
                </c:pt>
                <c:pt idx="4711">
                  <c:v>0</c:v>
                </c:pt>
                <c:pt idx="4712">
                  <c:v>0</c:v>
                </c:pt>
                <c:pt idx="4713">
                  <c:v>0</c:v>
                </c:pt>
                <c:pt idx="4714">
                  <c:v>0</c:v>
                </c:pt>
                <c:pt idx="4715">
                  <c:v>0</c:v>
                </c:pt>
                <c:pt idx="4716">
                  <c:v>0</c:v>
                </c:pt>
                <c:pt idx="4717">
                  <c:v>0</c:v>
                </c:pt>
                <c:pt idx="4718">
                  <c:v>0</c:v>
                </c:pt>
                <c:pt idx="4719">
                  <c:v>0</c:v>
                </c:pt>
                <c:pt idx="4720">
                  <c:v>0</c:v>
                </c:pt>
                <c:pt idx="4721">
                  <c:v>0</c:v>
                </c:pt>
                <c:pt idx="4722">
                  <c:v>0</c:v>
                </c:pt>
                <c:pt idx="4723">
                  <c:v>0</c:v>
                </c:pt>
                <c:pt idx="4724">
                  <c:v>0</c:v>
                </c:pt>
                <c:pt idx="4725">
                  <c:v>0</c:v>
                </c:pt>
                <c:pt idx="4726">
                  <c:v>0</c:v>
                </c:pt>
                <c:pt idx="4727">
                  <c:v>0</c:v>
                </c:pt>
                <c:pt idx="4728">
                  <c:v>0</c:v>
                </c:pt>
                <c:pt idx="4729">
                  <c:v>0</c:v>
                </c:pt>
                <c:pt idx="4730">
                  <c:v>0</c:v>
                </c:pt>
                <c:pt idx="4731">
                  <c:v>0</c:v>
                </c:pt>
                <c:pt idx="4732">
                  <c:v>0</c:v>
                </c:pt>
                <c:pt idx="4733">
                  <c:v>0</c:v>
                </c:pt>
                <c:pt idx="4734">
                  <c:v>0</c:v>
                </c:pt>
                <c:pt idx="4735">
                  <c:v>0</c:v>
                </c:pt>
                <c:pt idx="4736">
                  <c:v>0</c:v>
                </c:pt>
                <c:pt idx="4737">
                  <c:v>0</c:v>
                </c:pt>
                <c:pt idx="4738">
                  <c:v>0</c:v>
                </c:pt>
                <c:pt idx="4739">
                  <c:v>0</c:v>
                </c:pt>
                <c:pt idx="4740">
                  <c:v>0</c:v>
                </c:pt>
                <c:pt idx="4741">
                  <c:v>0</c:v>
                </c:pt>
                <c:pt idx="4742">
                  <c:v>0</c:v>
                </c:pt>
                <c:pt idx="4743">
                  <c:v>0</c:v>
                </c:pt>
                <c:pt idx="4744">
                  <c:v>0</c:v>
                </c:pt>
                <c:pt idx="4745">
                  <c:v>0</c:v>
                </c:pt>
                <c:pt idx="4746">
                  <c:v>0</c:v>
                </c:pt>
                <c:pt idx="4747">
                  <c:v>0</c:v>
                </c:pt>
                <c:pt idx="4748">
                  <c:v>0</c:v>
                </c:pt>
                <c:pt idx="4749">
                  <c:v>0</c:v>
                </c:pt>
                <c:pt idx="4750">
                  <c:v>0</c:v>
                </c:pt>
                <c:pt idx="4751">
                  <c:v>0</c:v>
                </c:pt>
                <c:pt idx="4752">
                  <c:v>0</c:v>
                </c:pt>
                <c:pt idx="4753">
                  <c:v>0</c:v>
                </c:pt>
                <c:pt idx="4754">
                  <c:v>0</c:v>
                </c:pt>
                <c:pt idx="4755">
                  <c:v>0</c:v>
                </c:pt>
                <c:pt idx="4756">
                  <c:v>0</c:v>
                </c:pt>
                <c:pt idx="4757">
                  <c:v>0</c:v>
                </c:pt>
                <c:pt idx="4758">
                  <c:v>0</c:v>
                </c:pt>
                <c:pt idx="4759">
                  <c:v>0</c:v>
                </c:pt>
                <c:pt idx="4760">
                  <c:v>0</c:v>
                </c:pt>
                <c:pt idx="4761">
                  <c:v>0</c:v>
                </c:pt>
                <c:pt idx="4762">
                  <c:v>0</c:v>
                </c:pt>
                <c:pt idx="4763">
                  <c:v>0</c:v>
                </c:pt>
                <c:pt idx="4764">
                  <c:v>0</c:v>
                </c:pt>
                <c:pt idx="4765">
                  <c:v>0</c:v>
                </c:pt>
                <c:pt idx="4766">
                  <c:v>0</c:v>
                </c:pt>
                <c:pt idx="4767">
                  <c:v>0</c:v>
                </c:pt>
                <c:pt idx="4768">
                  <c:v>0</c:v>
                </c:pt>
                <c:pt idx="4769">
                  <c:v>0</c:v>
                </c:pt>
                <c:pt idx="4770">
                  <c:v>0</c:v>
                </c:pt>
                <c:pt idx="4771">
                  <c:v>0</c:v>
                </c:pt>
                <c:pt idx="4772">
                  <c:v>0</c:v>
                </c:pt>
                <c:pt idx="4773">
                  <c:v>0</c:v>
                </c:pt>
                <c:pt idx="4774">
                  <c:v>0</c:v>
                </c:pt>
                <c:pt idx="4775">
                  <c:v>0</c:v>
                </c:pt>
                <c:pt idx="4776">
                  <c:v>0</c:v>
                </c:pt>
                <c:pt idx="4777">
                  <c:v>0</c:v>
                </c:pt>
                <c:pt idx="4778">
                  <c:v>0</c:v>
                </c:pt>
                <c:pt idx="4779">
                  <c:v>0</c:v>
                </c:pt>
                <c:pt idx="4780">
                  <c:v>0</c:v>
                </c:pt>
                <c:pt idx="4781">
                  <c:v>0</c:v>
                </c:pt>
                <c:pt idx="4782">
                  <c:v>0</c:v>
                </c:pt>
                <c:pt idx="4783">
                  <c:v>0</c:v>
                </c:pt>
                <c:pt idx="4784">
                  <c:v>0</c:v>
                </c:pt>
                <c:pt idx="4785">
                  <c:v>0</c:v>
                </c:pt>
                <c:pt idx="4786">
                  <c:v>0</c:v>
                </c:pt>
                <c:pt idx="4787">
                  <c:v>0</c:v>
                </c:pt>
                <c:pt idx="4788">
                  <c:v>0</c:v>
                </c:pt>
                <c:pt idx="4789">
                  <c:v>0</c:v>
                </c:pt>
                <c:pt idx="4790">
                  <c:v>0</c:v>
                </c:pt>
                <c:pt idx="4791">
                  <c:v>0</c:v>
                </c:pt>
                <c:pt idx="4792">
                  <c:v>0</c:v>
                </c:pt>
                <c:pt idx="4793">
                  <c:v>0</c:v>
                </c:pt>
                <c:pt idx="4794">
                  <c:v>0</c:v>
                </c:pt>
                <c:pt idx="4795">
                  <c:v>0</c:v>
                </c:pt>
                <c:pt idx="4796">
                  <c:v>0</c:v>
                </c:pt>
                <c:pt idx="4797">
                  <c:v>0</c:v>
                </c:pt>
                <c:pt idx="4798">
                  <c:v>0</c:v>
                </c:pt>
                <c:pt idx="4799">
                  <c:v>0</c:v>
                </c:pt>
                <c:pt idx="4800">
                  <c:v>0</c:v>
                </c:pt>
                <c:pt idx="4801">
                  <c:v>0</c:v>
                </c:pt>
                <c:pt idx="4802">
                  <c:v>0</c:v>
                </c:pt>
                <c:pt idx="4803">
                  <c:v>0</c:v>
                </c:pt>
                <c:pt idx="4804">
                  <c:v>0</c:v>
                </c:pt>
                <c:pt idx="4805">
                  <c:v>0</c:v>
                </c:pt>
                <c:pt idx="4806">
                  <c:v>0</c:v>
                </c:pt>
                <c:pt idx="4807">
                  <c:v>0</c:v>
                </c:pt>
                <c:pt idx="4808">
                  <c:v>0</c:v>
                </c:pt>
                <c:pt idx="4809">
                  <c:v>0</c:v>
                </c:pt>
                <c:pt idx="4810">
                  <c:v>0</c:v>
                </c:pt>
                <c:pt idx="4811">
                  <c:v>0</c:v>
                </c:pt>
                <c:pt idx="4812">
                  <c:v>0</c:v>
                </c:pt>
                <c:pt idx="4813">
                  <c:v>0</c:v>
                </c:pt>
                <c:pt idx="4814">
                  <c:v>0</c:v>
                </c:pt>
                <c:pt idx="4815">
                  <c:v>0</c:v>
                </c:pt>
                <c:pt idx="4816">
                  <c:v>0</c:v>
                </c:pt>
                <c:pt idx="4817">
                  <c:v>0</c:v>
                </c:pt>
                <c:pt idx="4818">
                  <c:v>0</c:v>
                </c:pt>
                <c:pt idx="4819">
                  <c:v>0</c:v>
                </c:pt>
                <c:pt idx="4820">
                  <c:v>0</c:v>
                </c:pt>
                <c:pt idx="4821">
                  <c:v>0</c:v>
                </c:pt>
                <c:pt idx="4822">
                  <c:v>0</c:v>
                </c:pt>
                <c:pt idx="4823">
                  <c:v>0</c:v>
                </c:pt>
                <c:pt idx="4824">
                  <c:v>0</c:v>
                </c:pt>
                <c:pt idx="4825">
                  <c:v>0</c:v>
                </c:pt>
                <c:pt idx="4826">
                  <c:v>0</c:v>
                </c:pt>
                <c:pt idx="4827">
                  <c:v>0</c:v>
                </c:pt>
                <c:pt idx="4828">
                  <c:v>0</c:v>
                </c:pt>
                <c:pt idx="4829">
                  <c:v>0</c:v>
                </c:pt>
                <c:pt idx="4830">
                  <c:v>0</c:v>
                </c:pt>
                <c:pt idx="4831">
                  <c:v>0</c:v>
                </c:pt>
                <c:pt idx="4832">
                  <c:v>0</c:v>
                </c:pt>
                <c:pt idx="4833">
                  <c:v>0</c:v>
                </c:pt>
                <c:pt idx="4834">
                  <c:v>0</c:v>
                </c:pt>
                <c:pt idx="4835">
                  <c:v>0</c:v>
                </c:pt>
                <c:pt idx="4836">
                  <c:v>0</c:v>
                </c:pt>
                <c:pt idx="4837">
                  <c:v>0</c:v>
                </c:pt>
                <c:pt idx="4838">
                  <c:v>0</c:v>
                </c:pt>
                <c:pt idx="4839">
                  <c:v>0</c:v>
                </c:pt>
                <c:pt idx="4840">
                  <c:v>0</c:v>
                </c:pt>
                <c:pt idx="4841">
                  <c:v>0</c:v>
                </c:pt>
                <c:pt idx="4842">
                  <c:v>0</c:v>
                </c:pt>
                <c:pt idx="4843">
                  <c:v>0</c:v>
                </c:pt>
                <c:pt idx="4844">
                  <c:v>0</c:v>
                </c:pt>
                <c:pt idx="4845">
                  <c:v>0</c:v>
                </c:pt>
                <c:pt idx="4846">
                  <c:v>0</c:v>
                </c:pt>
                <c:pt idx="4847">
                  <c:v>0</c:v>
                </c:pt>
                <c:pt idx="4848">
                  <c:v>0</c:v>
                </c:pt>
                <c:pt idx="4849">
                  <c:v>0</c:v>
                </c:pt>
                <c:pt idx="4850">
                  <c:v>0</c:v>
                </c:pt>
                <c:pt idx="4851">
                  <c:v>0</c:v>
                </c:pt>
                <c:pt idx="4852">
                  <c:v>0</c:v>
                </c:pt>
                <c:pt idx="4853">
                  <c:v>0</c:v>
                </c:pt>
                <c:pt idx="4854">
                  <c:v>0</c:v>
                </c:pt>
                <c:pt idx="4855">
                  <c:v>0</c:v>
                </c:pt>
                <c:pt idx="4856">
                  <c:v>0</c:v>
                </c:pt>
                <c:pt idx="4857">
                  <c:v>0</c:v>
                </c:pt>
                <c:pt idx="4858">
                  <c:v>0</c:v>
                </c:pt>
                <c:pt idx="4859">
                  <c:v>0</c:v>
                </c:pt>
                <c:pt idx="4860">
                  <c:v>0</c:v>
                </c:pt>
                <c:pt idx="4861">
                  <c:v>0</c:v>
                </c:pt>
                <c:pt idx="4862">
                  <c:v>0</c:v>
                </c:pt>
                <c:pt idx="4863">
                  <c:v>0</c:v>
                </c:pt>
                <c:pt idx="4864">
                  <c:v>0</c:v>
                </c:pt>
                <c:pt idx="4865">
                  <c:v>0</c:v>
                </c:pt>
                <c:pt idx="4866">
                  <c:v>0</c:v>
                </c:pt>
                <c:pt idx="4867">
                  <c:v>0</c:v>
                </c:pt>
                <c:pt idx="4868">
                  <c:v>0</c:v>
                </c:pt>
                <c:pt idx="4869">
                  <c:v>0</c:v>
                </c:pt>
                <c:pt idx="4870">
                  <c:v>0</c:v>
                </c:pt>
                <c:pt idx="4871">
                  <c:v>0</c:v>
                </c:pt>
                <c:pt idx="4872">
                  <c:v>0</c:v>
                </c:pt>
                <c:pt idx="4873">
                  <c:v>0</c:v>
                </c:pt>
                <c:pt idx="4874">
                  <c:v>0</c:v>
                </c:pt>
                <c:pt idx="4875">
                  <c:v>0</c:v>
                </c:pt>
                <c:pt idx="4876">
                  <c:v>0</c:v>
                </c:pt>
                <c:pt idx="4877">
                  <c:v>0</c:v>
                </c:pt>
                <c:pt idx="4878">
                  <c:v>0</c:v>
                </c:pt>
                <c:pt idx="4879">
                  <c:v>0</c:v>
                </c:pt>
                <c:pt idx="4880">
                  <c:v>0</c:v>
                </c:pt>
                <c:pt idx="4881">
                  <c:v>0</c:v>
                </c:pt>
                <c:pt idx="4882">
                  <c:v>0</c:v>
                </c:pt>
                <c:pt idx="4883">
                  <c:v>0</c:v>
                </c:pt>
                <c:pt idx="4884">
                  <c:v>0</c:v>
                </c:pt>
                <c:pt idx="4885">
                  <c:v>0</c:v>
                </c:pt>
                <c:pt idx="4886">
                  <c:v>0</c:v>
                </c:pt>
                <c:pt idx="4887">
                  <c:v>0</c:v>
                </c:pt>
                <c:pt idx="4888">
                  <c:v>0</c:v>
                </c:pt>
                <c:pt idx="4889">
                  <c:v>0</c:v>
                </c:pt>
                <c:pt idx="4890">
                  <c:v>0</c:v>
                </c:pt>
                <c:pt idx="4891">
                  <c:v>0</c:v>
                </c:pt>
                <c:pt idx="4892">
                  <c:v>0</c:v>
                </c:pt>
                <c:pt idx="4893">
                  <c:v>0</c:v>
                </c:pt>
                <c:pt idx="4894">
                  <c:v>0</c:v>
                </c:pt>
                <c:pt idx="4895">
                  <c:v>0</c:v>
                </c:pt>
                <c:pt idx="4896">
                  <c:v>0</c:v>
                </c:pt>
                <c:pt idx="4897">
                  <c:v>0</c:v>
                </c:pt>
                <c:pt idx="4898">
                  <c:v>0</c:v>
                </c:pt>
                <c:pt idx="4899">
                  <c:v>0</c:v>
                </c:pt>
                <c:pt idx="4900">
                  <c:v>0</c:v>
                </c:pt>
                <c:pt idx="4901">
                  <c:v>0</c:v>
                </c:pt>
                <c:pt idx="4902">
                  <c:v>0</c:v>
                </c:pt>
                <c:pt idx="4903">
                  <c:v>0</c:v>
                </c:pt>
                <c:pt idx="4904">
                  <c:v>0</c:v>
                </c:pt>
                <c:pt idx="4905">
                  <c:v>0</c:v>
                </c:pt>
                <c:pt idx="4906">
                  <c:v>0</c:v>
                </c:pt>
                <c:pt idx="4907">
                  <c:v>0</c:v>
                </c:pt>
                <c:pt idx="4908">
                  <c:v>0</c:v>
                </c:pt>
                <c:pt idx="4909">
                  <c:v>0</c:v>
                </c:pt>
                <c:pt idx="4910">
                  <c:v>0</c:v>
                </c:pt>
                <c:pt idx="4911">
                  <c:v>0</c:v>
                </c:pt>
                <c:pt idx="4912">
                  <c:v>0</c:v>
                </c:pt>
                <c:pt idx="4913">
                  <c:v>0</c:v>
                </c:pt>
                <c:pt idx="4914">
                  <c:v>0</c:v>
                </c:pt>
                <c:pt idx="4915">
                  <c:v>0</c:v>
                </c:pt>
                <c:pt idx="4916">
                  <c:v>0</c:v>
                </c:pt>
                <c:pt idx="4917">
                  <c:v>0</c:v>
                </c:pt>
                <c:pt idx="4918">
                  <c:v>0</c:v>
                </c:pt>
                <c:pt idx="4919">
                  <c:v>0</c:v>
                </c:pt>
                <c:pt idx="4920">
                  <c:v>0</c:v>
                </c:pt>
                <c:pt idx="4921">
                  <c:v>0</c:v>
                </c:pt>
                <c:pt idx="4922">
                  <c:v>0</c:v>
                </c:pt>
                <c:pt idx="4923">
                  <c:v>0</c:v>
                </c:pt>
                <c:pt idx="4924">
                  <c:v>0</c:v>
                </c:pt>
                <c:pt idx="4925">
                  <c:v>0</c:v>
                </c:pt>
                <c:pt idx="4926">
                  <c:v>0</c:v>
                </c:pt>
                <c:pt idx="4927">
                  <c:v>0</c:v>
                </c:pt>
                <c:pt idx="4928">
                  <c:v>0</c:v>
                </c:pt>
                <c:pt idx="4929">
                  <c:v>0</c:v>
                </c:pt>
                <c:pt idx="4930">
                  <c:v>0</c:v>
                </c:pt>
                <c:pt idx="4931">
                  <c:v>0</c:v>
                </c:pt>
                <c:pt idx="4932">
                  <c:v>0</c:v>
                </c:pt>
                <c:pt idx="4933">
                  <c:v>0</c:v>
                </c:pt>
                <c:pt idx="4934">
                  <c:v>0</c:v>
                </c:pt>
                <c:pt idx="4935">
                  <c:v>0</c:v>
                </c:pt>
                <c:pt idx="4936">
                  <c:v>0</c:v>
                </c:pt>
                <c:pt idx="4937">
                  <c:v>0</c:v>
                </c:pt>
                <c:pt idx="4938">
                  <c:v>0</c:v>
                </c:pt>
                <c:pt idx="4939">
                  <c:v>0</c:v>
                </c:pt>
                <c:pt idx="4940">
                  <c:v>0</c:v>
                </c:pt>
                <c:pt idx="4941">
                  <c:v>0</c:v>
                </c:pt>
                <c:pt idx="4942">
                  <c:v>0</c:v>
                </c:pt>
                <c:pt idx="4943">
                  <c:v>0</c:v>
                </c:pt>
                <c:pt idx="4944">
                  <c:v>0</c:v>
                </c:pt>
                <c:pt idx="4945">
                  <c:v>0</c:v>
                </c:pt>
                <c:pt idx="4946">
                  <c:v>0</c:v>
                </c:pt>
                <c:pt idx="4947">
                  <c:v>0</c:v>
                </c:pt>
                <c:pt idx="4948">
                  <c:v>0</c:v>
                </c:pt>
                <c:pt idx="4949">
                  <c:v>0</c:v>
                </c:pt>
                <c:pt idx="4950">
                  <c:v>0</c:v>
                </c:pt>
                <c:pt idx="4951">
                  <c:v>0</c:v>
                </c:pt>
                <c:pt idx="4952">
                  <c:v>0</c:v>
                </c:pt>
                <c:pt idx="4953">
                  <c:v>0</c:v>
                </c:pt>
                <c:pt idx="4954">
                  <c:v>0</c:v>
                </c:pt>
                <c:pt idx="4955">
                  <c:v>0</c:v>
                </c:pt>
                <c:pt idx="4956">
                  <c:v>0</c:v>
                </c:pt>
                <c:pt idx="4957">
                  <c:v>0</c:v>
                </c:pt>
                <c:pt idx="4958">
                  <c:v>0</c:v>
                </c:pt>
                <c:pt idx="4959">
                  <c:v>0</c:v>
                </c:pt>
                <c:pt idx="4960">
                  <c:v>0</c:v>
                </c:pt>
                <c:pt idx="4961">
                  <c:v>0</c:v>
                </c:pt>
                <c:pt idx="4962">
                  <c:v>0</c:v>
                </c:pt>
                <c:pt idx="4963">
                  <c:v>0</c:v>
                </c:pt>
                <c:pt idx="4964">
                  <c:v>0</c:v>
                </c:pt>
                <c:pt idx="4965">
                  <c:v>0</c:v>
                </c:pt>
                <c:pt idx="4966">
                  <c:v>0</c:v>
                </c:pt>
                <c:pt idx="4967">
                  <c:v>0</c:v>
                </c:pt>
                <c:pt idx="4968">
                  <c:v>0</c:v>
                </c:pt>
                <c:pt idx="4969">
                  <c:v>0</c:v>
                </c:pt>
                <c:pt idx="4970">
                  <c:v>0</c:v>
                </c:pt>
                <c:pt idx="4971">
                  <c:v>0</c:v>
                </c:pt>
                <c:pt idx="4972">
                  <c:v>0</c:v>
                </c:pt>
                <c:pt idx="4973">
                  <c:v>0</c:v>
                </c:pt>
                <c:pt idx="4974">
                  <c:v>0</c:v>
                </c:pt>
                <c:pt idx="4975">
                  <c:v>0</c:v>
                </c:pt>
                <c:pt idx="4976">
                  <c:v>0</c:v>
                </c:pt>
                <c:pt idx="4977">
                  <c:v>0</c:v>
                </c:pt>
                <c:pt idx="4978">
                  <c:v>0</c:v>
                </c:pt>
                <c:pt idx="4979">
                  <c:v>0</c:v>
                </c:pt>
                <c:pt idx="4980">
                  <c:v>0</c:v>
                </c:pt>
                <c:pt idx="4981">
                  <c:v>0</c:v>
                </c:pt>
                <c:pt idx="4982">
                  <c:v>0</c:v>
                </c:pt>
                <c:pt idx="4983">
                  <c:v>0</c:v>
                </c:pt>
                <c:pt idx="4984">
                  <c:v>0</c:v>
                </c:pt>
                <c:pt idx="4985">
                  <c:v>0</c:v>
                </c:pt>
                <c:pt idx="4986">
                  <c:v>0</c:v>
                </c:pt>
                <c:pt idx="4987">
                  <c:v>0</c:v>
                </c:pt>
                <c:pt idx="4988">
                  <c:v>0</c:v>
                </c:pt>
                <c:pt idx="4989">
                  <c:v>0</c:v>
                </c:pt>
                <c:pt idx="4990">
                  <c:v>0</c:v>
                </c:pt>
                <c:pt idx="4991">
                  <c:v>0</c:v>
                </c:pt>
                <c:pt idx="4992">
                  <c:v>0</c:v>
                </c:pt>
                <c:pt idx="4993">
                  <c:v>0</c:v>
                </c:pt>
                <c:pt idx="4994">
                  <c:v>0</c:v>
                </c:pt>
                <c:pt idx="4995">
                  <c:v>0</c:v>
                </c:pt>
                <c:pt idx="4996">
                  <c:v>0</c:v>
                </c:pt>
                <c:pt idx="4997">
                  <c:v>0</c:v>
                </c:pt>
                <c:pt idx="4998">
                  <c:v>0</c:v>
                </c:pt>
                <c:pt idx="4999">
                  <c:v>0</c:v>
                </c:pt>
                <c:pt idx="5000">
                  <c:v>0</c:v>
                </c:pt>
                <c:pt idx="5001">
                  <c:v>0</c:v>
                </c:pt>
                <c:pt idx="5002">
                  <c:v>0</c:v>
                </c:pt>
                <c:pt idx="5003">
                  <c:v>0</c:v>
                </c:pt>
                <c:pt idx="5004">
                  <c:v>0</c:v>
                </c:pt>
                <c:pt idx="5005">
                  <c:v>0</c:v>
                </c:pt>
                <c:pt idx="5006">
                  <c:v>0</c:v>
                </c:pt>
                <c:pt idx="5007">
                  <c:v>0</c:v>
                </c:pt>
                <c:pt idx="5008">
                  <c:v>0</c:v>
                </c:pt>
                <c:pt idx="5009">
                  <c:v>0</c:v>
                </c:pt>
                <c:pt idx="5010">
                  <c:v>0</c:v>
                </c:pt>
                <c:pt idx="5011">
                  <c:v>0</c:v>
                </c:pt>
                <c:pt idx="5012">
                  <c:v>0</c:v>
                </c:pt>
                <c:pt idx="5013">
                  <c:v>0</c:v>
                </c:pt>
                <c:pt idx="5014">
                  <c:v>0</c:v>
                </c:pt>
                <c:pt idx="5015">
                  <c:v>0</c:v>
                </c:pt>
                <c:pt idx="5016">
                  <c:v>0</c:v>
                </c:pt>
                <c:pt idx="5017">
                  <c:v>0</c:v>
                </c:pt>
                <c:pt idx="5018">
                  <c:v>0</c:v>
                </c:pt>
                <c:pt idx="5019">
                  <c:v>0</c:v>
                </c:pt>
                <c:pt idx="5020">
                  <c:v>0</c:v>
                </c:pt>
                <c:pt idx="5021">
                  <c:v>0</c:v>
                </c:pt>
                <c:pt idx="5022">
                  <c:v>0</c:v>
                </c:pt>
                <c:pt idx="5023">
                  <c:v>0</c:v>
                </c:pt>
                <c:pt idx="5024">
                  <c:v>0</c:v>
                </c:pt>
                <c:pt idx="5025">
                  <c:v>0</c:v>
                </c:pt>
                <c:pt idx="5026">
                  <c:v>0</c:v>
                </c:pt>
                <c:pt idx="5027">
                  <c:v>0</c:v>
                </c:pt>
                <c:pt idx="5028">
                  <c:v>0</c:v>
                </c:pt>
                <c:pt idx="5029">
                  <c:v>0</c:v>
                </c:pt>
                <c:pt idx="5030">
                  <c:v>0</c:v>
                </c:pt>
                <c:pt idx="5031">
                  <c:v>0</c:v>
                </c:pt>
                <c:pt idx="5032">
                  <c:v>0</c:v>
                </c:pt>
                <c:pt idx="5033">
                  <c:v>0</c:v>
                </c:pt>
                <c:pt idx="5034">
                  <c:v>0</c:v>
                </c:pt>
                <c:pt idx="5035">
                  <c:v>0</c:v>
                </c:pt>
                <c:pt idx="5036">
                  <c:v>0</c:v>
                </c:pt>
                <c:pt idx="5037">
                  <c:v>0</c:v>
                </c:pt>
                <c:pt idx="5038">
                  <c:v>0</c:v>
                </c:pt>
                <c:pt idx="5039">
                  <c:v>0</c:v>
                </c:pt>
                <c:pt idx="5040">
                  <c:v>0</c:v>
                </c:pt>
                <c:pt idx="5041">
                  <c:v>0</c:v>
                </c:pt>
                <c:pt idx="5042">
                  <c:v>0</c:v>
                </c:pt>
                <c:pt idx="5043">
                  <c:v>0</c:v>
                </c:pt>
                <c:pt idx="5044">
                  <c:v>0</c:v>
                </c:pt>
                <c:pt idx="5045">
                  <c:v>0</c:v>
                </c:pt>
                <c:pt idx="5046">
                  <c:v>0</c:v>
                </c:pt>
                <c:pt idx="5047">
                  <c:v>0</c:v>
                </c:pt>
                <c:pt idx="5048">
                  <c:v>0</c:v>
                </c:pt>
                <c:pt idx="5049">
                  <c:v>0</c:v>
                </c:pt>
                <c:pt idx="5050">
                  <c:v>0</c:v>
                </c:pt>
                <c:pt idx="5051">
                  <c:v>0</c:v>
                </c:pt>
                <c:pt idx="5052">
                  <c:v>0</c:v>
                </c:pt>
                <c:pt idx="5053">
                  <c:v>0</c:v>
                </c:pt>
                <c:pt idx="5054">
                  <c:v>0</c:v>
                </c:pt>
                <c:pt idx="5055">
                  <c:v>0</c:v>
                </c:pt>
                <c:pt idx="5056">
                  <c:v>0</c:v>
                </c:pt>
                <c:pt idx="5057">
                  <c:v>0</c:v>
                </c:pt>
                <c:pt idx="5058">
                  <c:v>0</c:v>
                </c:pt>
                <c:pt idx="5059">
                  <c:v>0</c:v>
                </c:pt>
                <c:pt idx="5060">
                  <c:v>0</c:v>
                </c:pt>
                <c:pt idx="5061">
                  <c:v>0</c:v>
                </c:pt>
                <c:pt idx="5062">
                  <c:v>0</c:v>
                </c:pt>
                <c:pt idx="5063">
                  <c:v>0</c:v>
                </c:pt>
                <c:pt idx="5064">
                  <c:v>0</c:v>
                </c:pt>
                <c:pt idx="5065">
                  <c:v>0</c:v>
                </c:pt>
                <c:pt idx="5066">
                  <c:v>0</c:v>
                </c:pt>
                <c:pt idx="5067">
                  <c:v>0</c:v>
                </c:pt>
                <c:pt idx="5068">
                  <c:v>0</c:v>
                </c:pt>
                <c:pt idx="5069">
                  <c:v>0</c:v>
                </c:pt>
                <c:pt idx="5070">
                  <c:v>0</c:v>
                </c:pt>
                <c:pt idx="5071">
                  <c:v>0</c:v>
                </c:pt>
                <c:pt idx="5072">
                  <c:v>0</c:v>
                </c:pt>
                <c:pt idx="5073">
                  <c:v>0</c:v>
                </c:pt>
                <c:pt idx="5074">
                  <c:v>0</c:v>
                </c:pt>
                <c:pt idx="5075">
                  <c:v>0</c:v>
                </c:pt>
                <c:pt idx="5076">
                  <c:v>0</c:v>
                </c:pt>
                <c:pt idx="5077">
                  <c:v>0</c:v>
                </c:pt>
                <c:pt idx="5078">
                  <c:v>0</c:v>
                </c:pt>
                <c:pt idx="5079">
                  <c:v>0</c:v>
                </c:pt>
                <c:pt idx="5080">
                  <c:v>0</c:v>
                </c:pt>
                <c:pt idx="5081">
                  <c:v>0</c:v>
                </c:pt>
                <c:pt idx="5082">
                  <c:v>0</c:v>
                </c:pt>
                <c:pt idx="5083">
                  <c:v>0</c:v>
                </c:pt>
                <c:pt idx="5084">
                  <c:v>0</c:v>
                </c:pt>
                <c:pt idx="5085">
                  <c:v>0</c:v>
                </c:pt>
                <c:pt idx="5086">
                  <c:v>0</c:v>
                </c:pt>
                <c:pt idx="5087">
                  <c:v>0</c:v>
                </c:pt>
                <c:pt idx="5088">
                  <c:v>0</c:v>
                </c:pt>
                <c:pt idx="5089">
                  <c:v>0</c:v>
                </c:pt>
                <c:pt idx="5090">
                  <c:v>0</c:v>
                </c:pt>
                <c:pt idx="5091">
                  <c:v>0</c:v>
                </c:pt>
                <c:pt idx="5092">
                  <c:v>0</c:v>
                </c:pt>
                <c:pt idx="5093">
                  <c:v>0</c:v>
                </c:pt>
                <c:pt idx="5094">
                  <c:v>0</c:v>
                </c:pt>
                <c:pt idx="5095">
                  <c:v>0</c:v>
                </c:pt>
                <c:pt idx="5096">
                  <c:v>0</c:v>
                </c:pt>
                <c:pt idx="5097">
                  <c:v>0</c:v>
                </c:pt>
                <c:pt idx="5098">
                  <c:v>0</c:v>
                </c:pt>
                <c:pt idx="5099">
                  <c:v>0</c:v>
                </c:pt>
                <c:pt idx="5100">
                  <c:v>0</c:v>
                </c:pt>
                <c:pt idx="5101">
                  <c:v>0</c:v>
                </c:pt>
                <c:pt idx="5102">
                  <c:v>0.25</c:v>
                </c:pt>
                <c:pt idx="5103">
                  <c:v>0.25</c:v>
                </c:pt>
                <c:pt idx="5104">
                  <c:v>0.25</c:v>
                </c:pt>
                <c:pt idx="5105">
                  <c:v>0.25</c:v>
                </c:pt>
                <c:pt idx="5106">
                  <c:v>0.25</c:v>
                </c:pt>
                <c:pt idx="5107">
                  <c:v>0.25</c:v>
                </c:pt>
                <c:pt idx="5108">
                  <c:v>0.25</c:v>
                </c:pt>
                <c:pt idx="5109">
                  <c:v>0.25</c:v>
                </c:pt>
                <c:pt idx="5110">
                  <c:v>0.25</c:v>
                </c:pt>
                <c:pt idx="5111">
                  <c:v>0.25</c:v>
                </c:pt>
                <c:pt idx="5112">
                  <c:v>0.25</c:v>
                </c:pt>
                <c:pt idx="5113">
                  <c:v>0.25</c:v>
                </c:pt>
                <c:pt idx="5114">
                  <c:v>0.25</c:v>
                </c:pt>
                <c:pt idx="5115">
                  <c:v>0.25</c:v>
                </c:pt>
                <c:pt idx="5116">
                  <c:v>0.25</c:v>
                </c:pt>
                <c:pt idx="5117">
                  <c:v>0.25</c:v>
                </c:pt>
                <c:pt idx="5118">
                  <c:v>0.25</c:v>
                </c:pt>
                <c:pt idx="5119">
                  <c:v>0.25</c:v>
                </c:pt>
                <c:pt idx="5120">
                  <c:v>0.25</c:v>
                </c:pt>
                <c:pt idx="5121">
                  <c:v>0.25</c:v>
                </c:pt>
                <c:pt idx="5122">
                  <c:v>0.25</c:v>
                </c:pt>
                <c:pt idx="5123">
                  <c:v>0.25</c:v>
                </c:pt>
                <c:pt idx="5124">
                  <c:v>0.25</c:v>
                </c:pt>
                <c:pt idx="5125">
                  <c:v>0.25</c:v>
                </c:pt>
                <c:pt idx="5126">
                  <c:v>0.25</c:v>
                </c:pt>
                <c:pt idx="5127">
                  <c:v>0.25</c:v>
                </c:pt>
                <c:pt idx="5128">
                  <c:v>0.25</c:v>
                </c:pt>
                <c:pt idx="5129">
                  <c:v>0.25</c:v>
                </c:pt>
                <c:pt idx="5130">
                  <c:v>0.25</c:v>
                </c:pt>
                <c:pt idx="5131">
                  <c:v>0.25</c:v>
                </c:pt>
                <c:pt idx="5132">
                  <c:v>0.25</c:v>
                </c:pt>
                <c:pt idx="5133">
                  <c:v>0.25</c:v>
                </c:pt>
                <c:pt idx="5134">
                  <c:v>0.25</c:v>
                </c:pt>
                <c:pt idx="5135">
                  <c:v>0.25</c:v>
                </c:pt>
                <c:pt idx="5136">
                  <c:v>0.25</c:v>
                </c:pt>
                <c:pt idx="5137">
                  <c:v>0.25</c:v>
                </c:pt>
                <c:pt idx="5138">
                  <c:v>0.25</c:v>
                </c:pt>
                <c:pt idx="5139">
                  <c:v>0.25</c:v>
                </c:pt>
                <c:pt idx="5140">
                  <c:v>0.25</c:v>
                </c:pt>
                <c:pt idx="5141">
                  <c:v>0.25</c:v>
                </c:pt>
                <c:pt idx="5142">
                  <c:v>0.25</c:v>
                </c:pt>
                <c:pt idx="5143">
                  <c:v>0.25</c:v>
                </c:pt>
                <c:pt idx="5144">
                  <c:v>0.25</c:v>
                </c:pt>
                <c:pt idx="5145">
                  <c:v>0.25</c:v>
                </c:pt>
                <c:pt idx="5146">
                  <c:v>0.25</c:v>
                </c:pt>
                <c:pt idx="5147">
                  <c:v>0.25</c:v>
                </c:pt>
                <c:pt idx="5148">
                  <c:v>0.25</c:v>
                </c:pt>
                <c:pt idx="5149">
                  <c:v>0.25</c:v>
                </c:pt>
                <c:pt idx="5150">
                  <c:v>0.25</c:v>
                </c:pt>
                <c:pt idx="5151">
                  <c:v>0.25</c:v>
                </c:pt>
                <c:pt idx="5152">
                  <c:v>0.25</c:v>
                </c:pt>
                <c:pt idx="5153">
                  <c:v>0.25</c:v>
                </c:pt>
                <c:pt idx="5154">
                  <c:v>0.25</c:v>
                </c:pt>
                <c:pt idx="5155">
                  <c:v>0.25</c:v>
                </c:pt>
                <c:pt idx="5156">
                  <c:v>0.25</c:v>
                </c:pt>
                <c:pt idx="5157">
                  <c:v>0.25</c:v>
                </c:pt>
                <c:pt idx="5158">
                  <c:v>0.25</c:v>
                </c:pt>
                <c:pt idx="5159">
                  <c:v>0.25</c:v>
                </c:pt>
                <c:pt idx="5160">
                  <c:v>0.25</c:v>
                </c:pt>
                <c:pt idx="5161">
                  <c:v>0.25</c:v>
                </c:pt>
                <c:pt idx="5162">
                  <c:v>0.25</c:v>
                </c:pt>
                <c:pt idx="5163">
                  <c:v>0.25</c:v>
                </c:pt>
                <c:pt idx="5164">
                  <c:v>0.25</c:v>
                </c:pt>
                <c:pt idx="5165">
                  <c:v>0.25</c:v>
                </c:pt>
                <c:pt idx="5166">
                  <c:v>0.25</c:v>
                </c:pt>
                <c:pt idx="5167">
                  <c:v>0.25</c:v>
                </c:pt>
                <c:pt idx="5168">
                  <c:v>0.25</c:v>
                </c:pt>
                <c:pt idx="5169">
                  <c:v>0.25</c:v>
                </c:pt>
                <c:pt idx="5170">
                  <c:v>0.25</c:v>
                </c:pt>
                <c:pt idx="5171">
                  <c:v>0.25</c:v>
                </c:pt>
                <c:pt idx="5172">
                  <c:v>0.25</c:v>
                </c:pt>
                <c:pt idx="5173">
                  <c:v>0.25</c:v>
                </c:pt>
                <c:pt idx="5174">
                  <c:v>0.25</c:v>
                </c:pt>
                <c:pt idx="5175">
                  <c:v>0.25</c:v>
                </c:pt>
                <c:pt idx="5176">
                  <c:v>0.25</c:v>
                </c:pt>
                <c:pt idx="5177">
                  <c:v>0.25</c:v>
                </c:pt>
                <c:pt idx="5178">
                  <c:v>0.25</c:v>
                </c:pt>
                <c:pt idx="5179">
                  <c:v>0.25</c:v>
                </c:pt>
                <c:pt idx="5180">
                  <c:v>0.25</c:v>
                </c:pt>
                <c:pt idx="5181">
                  <c:v>0.25</c:v>
                </c:pt>
                <c:pt idx="5182">
                  <c:v>0.25</c:v>
                </c:pt>
                <c:pt idx="5183">
                  <c:v>0.25</c:v>
                </c:pt>
                <c:pt idx="5184">
                  <c:v>0.25</c:v>
                </c:pt>
                <c:pt idx="5185">
                  <c:v>0.25</c:v>
                </c:pt>
                <c:pt idx="5186">
                  <c:v>0.25</c:v>
                </c:pt>
                <c:pt idx="5187">
                  <c:v>0.25</c:v>
                </c:pt>
                <c:pt idx="5188">
                  <c:v>0.25</c:v>
                </c:pt>
                <c:pt idx="5189">
                  <c:v>0.25</c:v>
                </c:pt>
                <c:pt idx="5190">
                  <c:v>0.25</c:v>
                </c:pt>
                <c:pt idx="5191">
                  <c:v>0.25</c:v>
                </c:pt>
                <c:pt idx="5192">
                  <c:v>0.25</c:v>
                </c:pt>
                <c:pt idx="5193">
                  <c:v>0.25</c:v>
                </c:pt>
                <c:pt idx="5194">
                  <c:v>0.25</c:v>
                </c:pt>
                <c:pt idx="5195">
                  <c:v>0.25</c:v>
                </c:pt>
                <c:pt idx="5196">
                  <c:v>0.25</c:v>
                </c:pt>
                <c:pt idx="5197">
                  <c:v>0.25</c:v>
                </c:pt>
                <c:pt idx="5198">
                  <c:v>0.25</c:v>
                </c:pt>
                <c:pt idx="5199">
                  <c:v>0.25</c:v>
                </c:pt>
                <c:pt idx="5200">
                  <c:v>0.25</c:v>
                </c:pt>
                <c:pt idx="5201">
                  <c:v>0.25</c:v>
                </c:pt>
                <c:pt idx="5202">
                  <c:v>0.25</c:v>
                </c:pt>
                <c:pt idx="5203">
                  <c:v>0.25</c:v>
                </c:pt>
                <c:pt idx="5204">
                  <c:v>0.25</c:v>
                </c:pt>
                <c:pt idx="5205">
                  <c:v>0.25</c:v>
                </c:pt>
                <c:pt idx="5206">
                  <c:v>0.25</c:v>
                </c:pt>
                <c:pt idx="5207">
                  <c:v>0.25</c:v>
                </c:pt>
                <c:pt idx="5208">
                  <c:v>0.25</c:v>
                </c:pt>
                <c:pt idx="5209">
                  <c:v>0.25</c:v>
                </c:pt>
                <c:pt idx="5210">
                  <c:v>0.25</c:v>
                </c:pt>
                <c:pt idx="5211">
                  <c:v>0.25</c:v>
                </c:pt>
                <c:pt idx="5212">
                  <c:v>0.25</c:v>
                </c:pt>
                <c:pt idx="5213">
                  <c:v>0.25</c:v>
                </c:pt>
                <c:pt idx="5214">
                  <c:v>0.25</c:v>
                </c:pt>
                <c:pt idx="5215">
                  <c:v>0.25</c:v>
                </c:pt>
                <c:pt idx="5216">
                  <c:v>0.25</c:v>
                </c:pt>
                <c:pt idx="5217">
                  <c:v>0.25</c:v>
                </c:pt>
                <c:pt idx="5218">
                  <c:v>0.25</c:v>
                </c:pt>
                <c:pt idx="5219">
                  <c:v>0.25</c:v>
                </c:pt>
                <c:pt idx="5220">
                  <c:v>0.25</c:v>
                </c:pt>
                <c:pt idx="5221">
                  <c:v>0.25</c:v>
                </c:pt>
                <c:pt idx="5222">
                  <c:v>0.25</c:v>
                </c:pt>
                <c:pt idx="5223">
                  <c:v>0.25</c:v>
                </c:pt>
                <c:pt idx="5224">
                  <c:v>0.25</c:v>
                </c:pt>
                <c:pt idx="5225">
                  <c:v>0.25</c:v>
                </c:pt>
                <c:pt idx="5226">
                  <c:v>0.25</c:v>
                </c:pt>
                <c:pt idx="5227">
                  <c:v>0.25</c:v>
                </c:pt>
                <c:pt idx="5228">
                  <c:v>0.25</c:v>
                </c:pt>
                <c:pt idx="5229">
                  <c:v>0.25</c:v>
                </c:pt>
                <c:pt idx="5230">
                  <c:v>0.25</c:v>
                </c:pt>
                <c:pt idx="5231">
                  <c:v>0.25</c:v>
                </c:pt>
                <c:pt idx="5232">
                  <c:v>0.25</c:v>
                </c:pt>
                <c:pt idx="5233">
                  <c:v>0.25</c:v>
                </c:pt>
                <c:pt idx="5234">
                  <c:v>0.25</c:v>
                </c:pt>
                <c:pt idx="5235">
                  <c:v>0.25</c:v>
                </c:pt>
                <c:pt idx="5236">
                  <c:v>0.25</c:v>
                </c:pt>
                <c:pt idx="5237">
                  <c:v>0.25</c:v>
                </c:pt>
                <c:pt idx="5238">
                  <c:v>0.25</c:v>
                </c:pt>
                <c:pt idx="5239">
                  <c:v>0.25</c:v>
                </c:pt>
                <c:pt idx="5240">
                  <c:v>0.25</c:v>
                </c:pt>
                <c:pt idx="5241">
                  <c:v>0.25</c:v>
                </c:pt>
                <c:pt idx="5242">
                  <c:v>0.25</c:v>
                </c:pt>
                <c:pt idx="5243">
                  <c:v>0.25</c:v>
                </c:pt>
                <c:pt idx="5244">
                  <c:v>0.25</c:v>
                </c:pt>
                <c:pt idx="5245">
                  <c:v>0.25</c:v>
                </c:pt>
                <c:pt idx="5246">
                  <c:v>0.25</c:v>
                </c:pt>
                <c:pt idx="5247">
                  <c:v>0.25</c:v>
                </c:pt>
                <c:pt idx="5248">
                  <c:v>0.25</c:v>
                </c:pt>
                <c:pt idx="5249">
                  <c:v>0.25</c:v>
                </c:pt>
                <c:pt idx="5250">
                  <c:v>0.25</c:v>
                </c:pt>
                <c:pt idx="5251">
                  <c:v>0.25</c:v>
                </c:pt>
                <c:pt idx="5252">
                  <c:v>0.25</c:v>
                </c:pt>
                <c:pt idx="5253">
                  <c:v>0.25</c:v>
                </c:pt>
                <c:pt idx="5254">
                  <c:v>0.25</c:v>
                </c:pt>
                <c:pt idx="5255">
                  <c:v>0.25</c:v>
                </c:pt>
                <c:pt idx="5256">
                  <c:v>0.25</c:v>
                </c:pt>
                <c:pt idx="5257">
                  <c:v>0.25</c:v>
                </c:pt>
                <c:pt idx="5258">
                  <c:v>0.25</c:v>
                </c:pt>
                <c:pt idx="5259">
                  <c:v>0.25</c:v>
                </c:pt>
                <c:pt idx="5260">
                  <c:v>0.25</c:v>
                </c:pt>
                <c:pt idx="5261">
                  <c:v>0.25</c:v>
                </c:pt>
                <c:pt idx="5262">
                  <c:v>0.25</c:v>
                </c:pt>
                <c:pt idx="5263">
                  <c:v>0.25</c:v>
                </c:pt>
                <c:pt idx="5264">
                  <c:v>0.25</c:v>
                </c:pt>
                <c:pt idx="5265">
                  <c:v>0.25</c:v>
                </c:pt>
                <c:pt idx="5266">
                  <c:v>0.25</c:v>
                </c:pt>
                <c:pt idx="5267">
                  <c:v>0.25</c:v>
                </c:pt>
                <c:pt idx="5268">
                  <c:v>0.25</c:v>
                </c:pt>
                <c:pt idx="5269">
                  <c:v>0.25</c:v>
                </c:pt>
                <c:pt idx="5270">
                  <c:v>0.25</c:v>
                </c:pt>
                <c:pt idx="5271">
                  <c:v>0.25</c:v>
                </c:pt>
                <c:pt idx="5272">
                  <c:v>0.25</c:v>
                </c:pt>
                <c:pt idx="5273">
                  <c:v>0.25</c:v>
                </c:pt>
                <c:pt idx="5274">
                  <c:v>0.25</c:v>
                </c:pt>
                <c:pt idx="5275">
                  <c:v>0.25</c:v>
                </c:pt>
                <c:pt idx="5276">
                  <c:v>0.25</c:v>
                </c:pt>
                <c:pt idx="5277">
                  <c:v>0.25</c:v>
                </c:pt>
                <c:pt idx="5278">
                  <c:v>0.25</c:v>
                </c:pt>
                <c:pt idx="5279">
                  <c:v>0.25</c:v>
                </c:pt>
                <c:pt idx="5280">
                  <c:v>0.25</c:v>
                </c:pt>
                <c:pt idx="5281">
                  <c:v>0.25</c:v>
                </c:pt>
                <c:pt idx="5282">
                  <c:v>0.25</c:v>
                </c:pt>
                <c:pt idx="5283">
                  <c:v>0.25</c:v>
                </c:pt>
                <c:pt idx="5284">
                  <c:v>0.25</c:v>
                </c:pt>
                <c:pt idx="5285">
                  <c:v>0.25</c:v>
                </c:pt>
                <c:pt idx="5286">
                  <c:v>0.25</c:v>
                </c:pt>
                <c:pt idx="5287">
                  <c:v>0.25</c:v>
                </c:pt>
                <c:pt idx="5288">
                  <c:v>0.25</c:v>
                </c:pt>
                <c:pt idx="5289">
                  <c:v>0.25</c:v>
                </c:pt>
                <c:pt idx="5290">
                  <c:v>0.25</c:v>
                </c:pt>
                <c:pt idx="5291">
                  <c:v>0.25</c:v>
                </c:pt>
                <c:pt idx="5292">
                  <c:v>0.25</c:v>
                </c:pt>
                <c:pt idx="5293">
                  <c:v>0.25</c:v>
                </c:pt>
                <c:pt idx="5294">
                  <c:v>0.25</c:v>
                </c:pt>
                <c:pt idx="5295">
                  <c:v>0.25</c:v>
                </c:pt>
                <c:pt idx="5296">
                  <c:v>0.25</c:v>
                </c:pt>
                <c:pt idx="5297">
                  <c:v>0.25</c:v>
                </c:pt>
                <c:pt idx="5298">
                  <c:v>0.25</c:v>
                </c:pt>
                <c:pt idx="5299">
                  <c:v>0.25</c:v>
                </c:pt>
                <c:pt idx="5300">
                  <c:v>0.25</c:v>
                </c:pt>
                <c:pt idx="5301">
                  <c:v>0.25</c:v>
                </c:pt>
                <c:pt idx="5302">
                  <c:v>0.25</c:v>
                </c:pt>
                <c:pt idx="5303">
                  <c:v>0.25</c:v>
                </c:pt>
                <c:pt idx="5304">
                  <c:v>0.25</c:v>
                </c:pt>
                <c:pt idx="5305">
                  <c:v>0.25</c:v>
                </c:pt>
                <c:pt idx="5306">
                  <c:v>0.25</c:v>
                </c:pt>
                <c:pt idx="5307">
                  <c:v>0.25</c:v>
                </c:pt>
                <c:pt idx="5308">
                  <c:v>0.25</c:v>
                </c:pt>
                <c:pt idx="5309">
                  <c:v>0.25</c:v>
                </c:pt>
                <c:pt idx="5310">
                  <c:v>0.25</c:v>
                </c:pt>
                <c:pt idx="5311">
                  <c:v>0.25</c:v>
                </c:pt>
                <c:pt idx="5312">
                  <c:v>0.5</c:v>
                </c:pt>
                <c:pt idx="5313">
                  <c:v>0.5</c:v>
                </c:pt>
                <c:pt idx="5314">
                  <c:v>0.5</c:v>
                </c:pt>
                <c:pt idx="5315">
                  <c:v>0.5</c:v>
                </c:pt>
                <c:pt idx="5316">
                  <c:v>0.5</c:v>
                </c:pt>
                <c:pt idx="5317">
                  <c:v>0.5</c:v>
                </c:pt>
                <c:pt idx="5318">
                  <c:v>0.5</c:v>
                </c:pt>
                <c:pt idx="5319">
                  <c:v>0.5</c:v>
                </c:pt>
                <c:pt idx="5320">
                  <c:v>0.5</c:v>
                </c:pt>
                <c:pt idx="5321">
                  <c:v>0.5</c:v>
                </c:pt>
                <c:pt idx="5322">
                  <c:v>0.5</c:v>
                </c:pt>
                <c:pt idx="5323">
                  <c:v>0.5</c:v>
                </c:pt>
                <c:pt idx="5324">
                  <c:v>0.5</c:v>
                </c:pt>
                <c:pt idx="5325">
                  <c:v>0.5</c:v>
                </c:pt>
                <c:pt idx="5326">
                  <c:v>0.5</c:v>
                </c:pt>
                <c:pt idx="5327">
                  <c:v>0.5</c:v>
                </c:pt>
                <c:pt idx="5328">
                  <c:v>0.5</c:v>
                </c:pt>
                <c:pt idx="5329">
                  <c:v>0.5</c:v>
                </c:pt>
                <c:pt idx="5330">
                  <c:v>0.5</c:v>
                </c:pt>
                <c:pt idx="5331">
                  <c:v>0.5</c:v>
                </c:pt>
                <c:pt idx="5332">
                  <c:v>0.5</c:v>
                </c:pt>
                <c:pt idx="5333">
                  <c:v>0.5</c:v>
                </c:pt>
                <c:pt idx="5334">
                  <c:v>0.5</c:v>
                </c:pt>
                <c:pt idx="5335">
                  <c:v>0.5</c:v>
                </c:pt>
                <c:pt idx="5336">
                  <c:v>0.5</c:v>
                </c:pt>
                <c:pt idx="5337">
                  <c:v>0.5</c:v>
                </c:pt>
                <c:pt idx="5338">
                  <c:v>0.5</c:v>
                </c:pt>
                <c:pt idx="5339">
                  <c:v>0.5</c:v>
                </c:pt>
                <c:pt idx="5340">
                  <c:v>0.5</c:v>
                </c:pt>
                <c:pt idx="5341">
                  <c:v>0.5</c:v>
                </c:pt>
                <c:pt idx="5342">
                  <c:v>0.5</c:v>
                </c:pt>
                <c:pt idx="5343">
                  <c:v>0.5</c:v>
                </c:pt>
                <c:pt idx="5344">
                  <c:v>0.5</c:v>
                </c:pt>
                <c:pt idx="5345">
                  <c:v>0.5</c:v>
                </c:pt>
                <c:pt idx="5346">
                  <c:v>0.5</c:v>
                </c:pt>
                <c:pt idx="5347">
                  <c:v>0.75</c:v>
                </c:pt>
                <c:pt idx="5348">
                  <c:v>0.75</c:v>
                </c:pt>
                <c:pt idx="5349">
                  <c:v>0.75</c:v>
                </c:pt>
                <c:pt idx="5350">
                  <c:v>0.75</c:v>
                </c:pt>
                <c:pt idx="5351">
                  <c:v>0.75</c:v>
                </c:pt>
                <c:pt idx="5352">
                  <c:v>0.75</c:v>
                </c:pt>
                <c:pt idx="5353">
                  <c:v>0.75</c:v>
                </c:pt>
                <c:pt idx="5354">
                  <c:v>0.75</c:v>
                </c:pt>
                <c:pt idx="5355">
                  <c:v>0.75</c:v>
                </c:pt>
                <c:pt idx="5356">
                  <c:v>0.75</c:v>
                </c:pt>
                <c:pt idx="5357">
                  <c:v>0.75</c:v>
                </c:pt>
                <c:pt idx="5358">
                  <c:v>0.75</c:v>
                </c:pt>
                <c:pt idx="5359">
                  <c:v>0.75</c:v>
                </c:pt>
                <c:pt idx="5360">
                  <c:v>0.75</c:v>
                </c:pt>
                <c:pt idx="5361">
                  <c:v>0.75</c:v>
                </c:pt>
                <c:pt idx="5362">
                  <c:v>0.75</c:v>
                </c:pt>
                <c:pt idx="5363">
                  <c:v>0.75</c:v>
                </c:pt>
                <c:pt idx="5364">
                  <c:v>0.75</c:v>
                </c:pt>
                <c:pt idx="5365">
                  <c:v>0.75</c:v>
                </c:pt>
                <c:pt idx="5366">
                  <c:v>0.75</c:v>
                </c:pt>
                <c:pt idx="5367">
                  <c:v>0.75</c:v>
                </c:pt>
                <c:pt idx="5368">
                  <c:v>0.75</c:v>
                </c:pt>
                <c:pt idx="5369">
                  <c:v>0.75</c:v>
                </c:pt>
                <c:pt idx="5370">
                  <c:v>0.75</c:v>
                </c:pt>
                <c:pt idx="5371">
                  <c:v>0.75</c:v>
                </c:pt>
                <c:pt idx="5372">
                  <c:v>0.75</c:v>
                </c:pt>
                <c:pt idx="5373">
                  <c:v>0.75</c:v>
                </c:pt>
                <c:pt idx="5374">
                  <c:v>0.75</c:v>
                </c:pt>
                <c:pt idx="5375">
                  <c:v>0.75</c:v>
                </c:pt>
                <c:pt idx="5376">
                  <c:v>0.75</c:v>
                </c:pt>
                <c:pt idx="5377">
                  <c:v>0.75</c:v>
                </c:pt>
                <c:pt idx="5378">
                  <c:v>0.75</c:v>
                </c:pt>
                <c:pt idx="5379">
                  <c:v>0.75</c:v>
                </c:pt>
                <c:pt idx="5380">
                  <c:v>0.75</c:v>
                </c:pt>
                <c:pt idx="5381">
                  <c:v>0.75</c:v>
                </c:pt>
                <c:pt idx="5382">
                  <c:v>0.75</c:v>
                </c:pt>
                <c:pt idx="5383">
                  <c:v>0.75</c:v>
                </c:pt>
                <c:pt idx="5384">
                  <c:v>0.75</c:v>
                </c:pt>
                <c:pt idx="5385">
                  <c:v>0.75</c:v>
                </c:pt>
                <c:pt idx="5386">
                  <c:v>0.75</c:v>
                </c:pt>
                <c:pt idx="5387">
                  <c:v>0.75</c:v>
                </c:pt>
                <c:pt idx="5388">
                  <c:v>0.75</c:v>
                </c:pt>
                <c:pt idx="5389">
                  <c:v>0.75</c:v>
                </c:pt>
                <c:pt idx="5390">
                  <c:v>0.75</c:v>
                </c:pt>
                <c:pt idx="5391">
                  <c:v>0.75</c:v>
                </c:pt>
                <c:pt idx="5392">
                  <c:v>0.75</c:v>
                </c:pt>
                <c:pt idx="5393">
                  <c:v>0.75</c:v>
                </c:pt>
                <c:pt idx="5394">
                  <c:v>0.75</c:v>
                </c:pt>
                <c:pt idx="5395">
                  <c:v>0.75</c:v>
                </c:pt>
                <c:pt idx="5396">
                  <c:v>0.75</c:v>
                </c:pt>
                <c:pt idx="5397">
                  <c:v>0.75</c:v>
                </c:pt>
                <c:pt idx="5398">
                  <c:v>0.75</c:v>
                </c:pt>
                <c:pt idx="5399">
                  <c:v>0.75</c:v>
                </c:pt>
                <c:pt idx="5400">
                  <c:v>0.75</c:v>
                </c:pt>
                <c:pt idx="5401">
                  <c:v>0.75</c:v>
                </c:pt>
                <c:pt idx="5402">
                  <c:v>0.75</c:v>
                </c:pt>
                <c:pt idx="5403">
                  <c:v>0.75</c:v>
                </c:pt>
                <c:pt idx="5404">
                  <c:v>0.75</c:v>
                </c:pt>
                <c:pt idx="5405">
                  <c:v>0.75</c:v>
                </c:pt>
                <c:pt idx="5406">
                  <c:v>0.75</c:v>
                </c:pt>
                <c:pt idx="5407">
                  <c:v>0.75</c:v>
                </c:pt>
                <c:pt idx="5408">
                  <c:v>0.75</c:v>
                </c:pt>
                <c:pt idx="5409">
                  <c:v>0.75</c:v>
                </c:pt>
                <c:pt idx="5410">
                  <c:v>0.75</c:v>
                </c:pt>
                <c:pt idx="5411">
                  <c:v>0.75</c:v>
                </c:pt>
                <c:pt idx="5412">
                  <c:v>0.75</c:v>
                </c:pt>
                <c:pt idx="5413">
                  <c:v>0.75</c:v>
                </c:pt>
                <c:pt idx="5414">
                  <c:v>0.75</c:v>
                </c:pt>
                <c:pt idx="5415">
                  <c:v>0.75</c:v>
                </c:pt>
                <c:pt idx="5416">
                  <c:v>0.75</c:v>
                </c:pt>
                <c:pt idx="5417">
                  <c:v>0.75</c:v>
                </c:pt>
                <c:pt idx="5418">
                  <c:v>0.75</c:v>
                </c:pt>
                <c:pt idx="5419">
                  <c:v>0.75</c:v>
                </c:pt>
                <c:pt idx="5420">
                  <c:v>0.75</c:v>
                </c:pt>
                <c:pt idx="5421">
                  <c:v>0.75</c:v>
                </c:pt>
                <c:pt idx="5422">
                  <c:v>0.75</c:v>
                </c:pt>
                <c:pt idx="5423">
                  <c:v>0.75</c:v>
                </c:pt>
                <c:pt idx="5424">
                  <c:v>0.75</c:v>
                </c:pt>
                <c:pt idx="5425">
                  <c:v>0.75</c:v>
                </c:pt>
                <c:pt idx="5426">
                  <c:v>0.75</c:v>
                </c:pt>
                <c:pt idx="5427">
                  <c:v>0.75</c:v>
                </c:pt>
                <c:pt idx="5428">
                  <c:v>0.75</c:v>
                </c:pt>
                <c:pt idx="5429">
                  <c:v>0.75</c:v>
                </c:pt>
                <c:pt idx="5430">
                  <c:v>0.75</c:v>
                </c:pt>
                <c:pt idx="5431">
                  <c:v>0.75</c:v>
                </c:pt>
                <c:pt idx="5432">
                  <c:v>0.75</c:v>
                </c:pt>
                <c:pt idx="5433">
                  <c:v>0.75</c:v>
                </c:pt>
                <c:pt idx="5434">
                  <c:v>0.75</c:v>
                </c:pt>
                <c:pt idx="5435">
                  <c:v>0.75</c:v>
                </c:pt>
                <c:pt idx="5436">
                  <c:v>0.75</c:v>
                </c:pt>
                <c:pt idx="5437">
                  <c:v>0.75</c:v>
                </c:pt>
                <c:pt idx="5438">
                  <c:v>0.75</c:v>
                </c:pt>
                <c:pt idx="5439">
                  <c:v>0.75</c:v>
                </c:pt>
                <c:pt idx="5440">
                  <c:v>0.75</c:v>
                </c:pt>
                <c:pt idx="5441">
                  <c:v>0.75</c:v>
                </c:pt>
                <c:pt idx="5442">
                  <c:v>0.75</c:v>
                </c:pt>
                <c:pt idx="5443">
                  <c:v>0.75</c:v>
                </c:pt>
                <c:pt idx="5444">
                  <c:v>0.75</c:v>
                </c:pt>
                <c:pt idx="5445">
                  <c:v>0.75</c:v>
                </c:pt>
                <c:pt idx="5446">
                  <c:v>0.75</c:v>
                </c:pt>
                <c:pt idx="5447">
                  <c:v>0.75</c:v>
                </c:pt>
                <c:pt idx="5448">
                  <c:v>0.75</c:v>
                </c:pt>
                <c:pt idx="5449">
                  <c:v>0.75</c:v>
                </c:pt>
                <c:pt idx="5450">
                  <c:v>0.75</c:v>
                </c:pt>
                <c:pt idx="5451">
                  <c:v>0.75</c:v>
                </c:pt>
                <c:pt idx="5452">
                  <c:v>0.75</c:v>
                </c:pt>
                <c:pt idx="5453">
                  <c:v>0.75</c:v>
                </c:pt>
                <c:pt idx="5454">
                  <c:v>0.75</c:v>
                </c:pt>
                <c:pt idx="5455">
                  <c:v>0.75</c:v>
                </c:pt>
                <c:pt idx="5456">
                  <c:v>0.75</c:v>
                </c:pt>
                <c:pt idx="5457">
                  <c:v>0.75</c:v>
                </c:pt>
                <c:pt idx="5458">
                  <c:v>0.75</c:v>
                </c:pt>
                <c:pt idx="5459">
                  <c:v>0.75</c:v>
                </c:pt>
                <c:pt idx="5460">
                  <c:v>0.75</c:v>
                </c:pt>
                <c:pt idx="5461">
                  <c:v>0.75</c:v>
                </c:pt>
                <c:pt idx="5462">
                  <c:v>0.75</c:v>
                </c:pt>
                <c:pt idx="5463">
                  <c:v>0.75</c:v>
                </c:pt>
                <c:pt idx="5464">
                  <c:v>0.75</c:v>
                </c:pt>
                <c:pt idx="5465">
                  <c:v>0.75</c:v>
                </c:pt>
                <c:pt idx="5466">
                  <c:v>0.5</c:v>
                </c:pt>
                <c:pt idx="5467">
                  <c:v>0.5</c:v>
                </c:pt>
                <c:pt idx="5468">
                  <c:v>0.5</c:v>
                </c:pt>
                <c:pt idx="5469">
                  <c:v>0.5</c:v>
                </c:pt>
                <c:pt idx="5470">
                  <c:v>0.5</c:v>
                </c:pt>
                <c:pt idx="5471">
                  <c:v>0.5</c:v>
                </c:pt>
                <c:pt idx="5472">
                  <c:v>0.5</c:v>
                </c:pt>
                <c:pt idx="5473">
                  <c:v>0.5</c:v>
                </c:pt>
                <c:pt idx="5474">
                  <c:v>0.5</c:v>
                </c:pt>
                <c:pt idx="5475">
                  <c:v>0.5</c:v>
                </c:pt>
                <c:pt idx="5476">
                  <c:v>0.5</c:v>
                </c:pt>
                <c:pt idx="5477">
                  <c:v>0.5</c:v>
                </c:pt>
                <c:pt idx="5478">
                  <c:v>0.5</c:v>
                </c:pt>
                <c:pt idx="5479">
                  <c:v>0.5</c:v>
                </c:pt>
                <c:pt idx="5480">
                  <c:v>0.5</c:v>
                </c:pt>
                <c:pt idx="5481">
                  <c:v>0.5</c:v>
                </c:pt>
                <c:pt idx="5482">
                  <c:v>0.5</c:v>
                </c:pt>
                <c:pt idx="5483">
                  <c:v>0.5</c:v>
                </c:pt>
                <c:pt idx="5484">
                  <c:v>0.5</c:v>
                </c:pt>
                <c:pt idx="5485">
                  <c:v>0.5</c:v>
                </c:pt>
                <c:pt idx="5486">
                  <c:v>0.5</c:v>
                </c:pt>
                <c:pt idx="5487">
                  <c:v>0.5</c:v>
                </c:pt>
                <c:pt idx="5488">
                  <c:v>0.5</c:v>
                </c:pt>
                <c:pt idx="5489">
                  <c:v>0.5</c:v>
                </c:pt>
                <c:pt idx="5490">
                  <c:v>0.5</c:v>
                </c:pt>
                <c:pt idx="5491">
                  <c:v>0.5</c:v>
                </c:pt>
                <c:pt idx="5492">
                  <c:v>0.5</c:v>
                </c:pt>
                <c:pt idx="5493">
                  <c:v>0.5</c:v>
                </c:pt>
                <c:pt idx="5494">
                  <c:v>0.5</c:v>
                </c:pt>
                <c:pt idx="5495">
                  <c:v>0.5</c:v>
                </c:pt>
                <c:pt idx="5496">
                  <c:v>0.5</c:v>
                </c:pt>
                <c:pt idx="5497">
                  <c:v>0.5</c:v>
                </c:pt>
                <c:pt idx="5498">
                  <c:v>0.5</c:v>
                </c:pt>
                <c:pt idx="5499">
                  <c:v>0.5</c:v>
                </c:pt>
                <c:pt idx="5500">
                  <c:v>0.5</c:v>
                </c:pt>
                <c:pt idx="5501">
                  <c:v>0.5</c:v>
                </c:pt>
                <c:pt idx="5502">
                  <c:v>0.5</c:v>
                </c:pt>
                <c:pt idx="5503">
                  <c:v>0.5</c:v>
                </c:pt>
                <c:pt idx="5504">
                  <c:v>0.5</c:v>
                </c:pt>
                <c:pt idx="5505">
                  <c:v>0.5</c:v>
                </c:pt>
                <c:pt idx="5506">
                  <c:v>0.5</c:v>
                </c:pt>
                <c:pt idx="5507">
                  <c:v>0.5</c:v>
                </c:pt>
                <c:pt idx="5508">
                  <c:v>0.5</c:v>
                </c:pt>
                <c:pt idx="5509">
                  <c:v>0.5</c:v>
                </c:pt>
                <c:pt idx="5510">
                  <c:v>0.5</c:v>
                </c:pt>
                <c:pt idx="5511">
                  <c:v>0.5</c:v>
                </c:pt>
                <c:pt idx="5512">
                  <c:v>0.5</c:v>
                </c:pt>
                <c:pt idx="5513">
                  <c:v>0.5</c:v>
                </c:pt>
                <c:pt idx="5514">
                  <c:v>0.5</c:v>
                </c:pt>
                <c:pt idx="5515">
                  <c:v>0.5</c:v>
                </c:pt>
                <c:pt idx="5516">
                  <c:v>0.5</c:v>
                </c:pt>
                <c:pt idx="5517">
                  <c:v>0.5</c:v>
                </c:pt>
                <c:pt idx="5518">
                  <c:v>0.5</c:v>
                </c:pt>
                <c:pt idx="5519">
                  <c:v>0.5</c:v>
                </c:pt>
                <c:pt idx="5520">
                  <c:v>0.5</c:v>
                </c:pt>
                <c:pt idx="5521">
                  <c:v>0.5</c:v>
                </c:pt>
                <c:pt idx="5522">
                  <c:v>0.5</c:v>
                </c:pt>
                <c:pt idx="5523">
                  <c:v>0.5</c:v>
                </c:pt>
                <c:pt idx="5524">
                  <c:v>0.5</c:v>
                </c:pt>
                <c:pt idx="5525">
                  <c:v>0.5</c:v>
                </c:pt>
                <c:pt idx="5526">
                  <c:v>0.5</c:v>
                </c:pt>
                <c:pt idx="5527">
                  <c:v>0.5</c:v>
                </c:pt>
                <c:pt idx="5528">
                  <c:v>0.5</c:v>
                </c:pt>
                <c:pt idx="5529">
                  <c:v>0.5</c:v>
                </c:pt>
                <c:pt idx="5530">
                  <c:v>0.5</c:v>
                </c:pt>
                <c:pt idx="5531">
                  <c:v>0.5</c:v>
                </c:pt>
                <c:pt idx="5532">
                  <c:v>0.5</c:v>
                </c:pt>
                <c:pt idx="5533">
                  <c:v>0.5</c:v>
                </c:pt>
                <c:pt idx="5534">
                  <c:v>0.5</c:v>
                </c:pt>
                <c:pt idx="5535">
                  <c:v>0.5</c:v>
                </c:pt>
                <c:pt idx="5536">
                  <c:v>0.5</c:v>
                </c:pt>
                <c:pt idx="5537">
                  <c:v>0.5</c:v>
                </c:pt>
                <c:pt idx="5538">
                  <c:v>0.5</c:v>
                </c:pt>
                <c:pt idx="5539">
                  <c:v>0.5</c:v>
                </c:pt>
                <c:pt idx="5540">
                  <c:v>0.5</c:v>
                </c:pt>
                <c:pt idx="5541">
                  <c:v>0.5</c:v>
                </c:pt>
                <c:pt idx="5542">
                  <c:v>0.5</c:v>
                </c:pt>
                <c:pt idx="5543">
                  <c:v>0.5</c:v>
                </c:pt>
                <c:pt idx="5544">
                  <c:v>0.5</c:v>
                </c:pt>
                <c:pt idx="5545">
                  <c:v>0.5</c:v>
                </c:pt>
                <c:pt idx="5546">
                  <c:v>0.5</c:v>
                </c:pt>
                <c:pt idx="5547">
                  <c:v>0.5</c:v>
                </c:pt>
                <c:pt idx="5548">
                  <c:v>0.5</c:v>
                </c:pt>
                <c:pt idx="5549">
                  <c:v>0.5</c:v>
                </c:pt>
                <c:pt idx="5550">
                  <c:v>0.5</c:v>
                </c:pt>
                <c:pt idx="5551">
                  <c:v>0.5</c:v>
                </c:pt>
                <c:pt idx="5552">
                  <c:v>0.5</c:v>
                </c:pt>
                <c:pt idx="5553">
                  <c:v>0.5</c:v>
                </c:pt>
                <c:pt idx="5554">
                  <c:v>0.5</c:v>
                </c:pt>
                <c:pt idx="5555">
                  <c:v>0.5</c:v>
                </c:pt>
                <c:pt idx="5556">
                  <c:v>0.5</c:v>
                </c:pt>
                <c:pt idx="5557">
                  <c:v>0.25</c:v>
                </c:pt>
                <c:pt idx="5558">
                  <c:v>0.25</c:v>
                </c:pt>
                <c:pt idx="5559">
                  <c:v>0.25</c:v>
                </c:pt>
                <c:pt idx="5560">
                  <c:v>0.25</c:v>
                </c:pt>
                <c:pt idx="5561">
                  <c:v>0.25</c:v>
                </c:pt>
                <c:pt idx="5562">
                  <c:v>0.25</c:v>
                </c:pt>
                <c:pt idx="5563">
                  <c:v>0.25</c:v>
                </c:pt>
                <c:pt idx="5564">
                  <c:v>0.25</c:v>
                </c:pt>
                <c:pt idx="5565">
                  <c:v>0.25</c:v>
                </c:pt>
                <c:pt idx="5566">
                  <c:v>0.25</c:v>
                </c:pt>
                <c:pt idx="5567">
                  <c:v>0.25</c:v>
                </c:pt>
                <c:pt idx="5568">
                  <c:v>0.25</c:v>
                </c:pt>
                <c:pt idx="5569">
                  <c:v>0.25</c:v>
                </c:pt>
                <c:pt idx="5570">
                  <c:v>0.25</c:v>
                </c:pt>
                <c:pt idx="5571">
                  <c:v>0.25</c:v>
                </c:pt>
                <c:pt idx="5572">
                  <c:v>0.25</c:v>
                </c:pt>
                <c:pt idx="5573">
                  <c:v>0.25</c:v>
                </c:pt>
                <c:pt idx="5574">
                  <c:v>0.25</c:v>
                </c:pt>
                <c:pt idx="5575">
                  <c:v>0.25</c:v>
                </c:pt>
                <c:pt idx="5576">
                  <c:v>0.25</c:v>
                </c:pt>
                <c:pt idx="5577">
                  <c:v>0.25</c:v>
                </c:pt>
                <c:pt idx="5578">
                  <c:v>0.25</c:v>
                </c:pt>
                <c:pt idx="5579">
                  <c:v>0.25</c:v>
                </c:pt>
                <c:pt idx="5580">
                  <c:v>0.25</c:v>
                </c:pt>
                <c:pt idx="5581">
                  <c:v>0.25</c:v>
                </c:pt>
                <c:pt idx="5582">
                  <c:v>0.25</c:v>
                </c:pt>
                <c:pt idx="5583">
                  <c:v>0.25</c:v>
                </c:pt>
                <c:pt idx="5584">
                  <c:v>0.25</c:v>
                </c:pt>
                <c:pt idx="5585">
                  <c:v>0.25</c:v>
                </c:pt>
                <c:pt idx="5586">
                  <c:v>0.25</c:v>
                </c:pt>
                <c:pt idx="5587">
                  <c:v>0.25</c:v>
                </c:pt>
                <c:pt idx="5588">
                  <c:v>0.25</c:v>
                </c:pt>
                <c:pt idx="5589">
                  <c:v>0.25</c:v>
                </c:pt>
                <c:pt idx="5590">
                  <c:v>0.25</c:v>
                </c:pt>
                <c:pt idx="5591">
                  <c:v>0.25</c:v>
                </c:pt>
                <c:pt idx="5592">
                  <c:v>0.25</c:v>
                </c:pt>
                <c:pt idx="5593">
                  <c:v>0.25</c:v>
                </c:pt>
                <c:pt idx="5594">
                  <c:v>0.25</c:v>
                </c:pt>
                <c:pt idx="5595">
                  <c:v>0.25</c:v>
                </c:pt>
                <c:pt idx="5596">
                  <c:v>0.25</c:v>
                </c:pt>
                <c:pt idx="5597">
                  <c:v>0.25</c:v>
                </c:pt>
                <c:pt idx="5598">
                  <c:v>0.25</c:v>
                </c:pt>
                <c:pt idx="5599">
                  <c:v>0.25</c:v>
                </c:pt>
                <c:pt idx="5600">
                  <c:v>0.25</c:v>
                </c:pt>
                <c:pt idx="5601">
                  <c:v>0.25</c:v>
                </c:pt>
                <c:pt idx="5602">
                  <c:v>0.25</c:v>
                </c:pt>
                <c:pt idx="5603">
                  <c:v>0.25</c:v>
                </c:pt>
                <c:pt idx="5604">
                  <c:v>0.25</c:v>
                </c:pt>
                <c:pt idx="5605">
                  <c:v>0.25</c:v>
                </c:pt>
                <c:pt idx="5606">
                  <c:v>0.25</c:v>
                </c:pt>
                <c:pt idx="5607">
                  <c:v>0.25</c:v>
                </c:pt>
                <c:pt idx="5608">
                  <c:v>0.25</c:v>
                </c:pt>
                <c:pt idx="5609">
                  <c:v>0.25</c:v>
                </c:pt>
                <c:pt idx="5610">
                  <c:v>0.25</c:v>
                </c:pt>
                <c:pt idx="5611">
                  <c:v>0.25</c:v>
                </c:pt>
                <c:pt idx="5612">
                  <c:v>0.25</c:v>
                </c:pt>
                <c:pt idx="5613">
                  <c:v>0.25</c:v>
                </c:pt>
                <c:pt idx="5614">
                  <c:v>0.25</c:v>
                </c:pt>
                <c:pt idx="5615">
                  <c:v>0.25</c:v>
                </c:pt>
                <c:pt idx="5616">
                  <c:v>0.25</c:v>
                </c:pt>
                <c:pt idx="5617">
                  <c:v>0.25</c:v>
                </c:pt>
                <c:pt idx="5618">
                  <c:v>0.25</c:v>
                </c:pt>
                <c:pt idx="5619">
                  <c:v>0.25</c:v>
                </c:pt>
                <c:pt idx="5620">
                  <c:v>0.25</c:v>
                </c:pt>
                <c:pt idx="5621">
                  <c:v>0.25</c:v>
                </c:pt>
                <c:pt idx="5622">
                  <c:v>0.25</c:v>
                </c:pt>
                <c:pt idx="5623">
                  <c:v>0.25</c:v>
                </c:pt>
                <c:pt idx="5624">
                  <c:v>0.25</c:v>
                </c:pt>
                <c:pt idx="5625">
                  <c:v>0.25</c:v>
                </c:pt>
                <c:pt idx="5626">
                  <c:v>0.25</c:v>
                </c:pt>
                <c:pt idx="5627">
                  <c:v>0.25</c:v>
                </c:pt>
                <c:pt idx="5628">
                  <c:v>0.25</c:v>
                </c:pt>
                <c:pt idx="5629">
                  <c:v>0.25</c:v>
                </c:pt>
                <c:pt idx="5630">
                  <c:v>0.25</c:v>
                </c:pt>
                <c:pt idx="5631">
                  <c:v>0.25</c:v>
                </c:pt>
                <c:pt idx="5632">
                  <c:v>0.25</c:v>
                </c:pt>
                <c:pt idx="5633">
                  <c:v>0.25</c:v>
                </c:pt>
                <c:pt idx="5634">
                  <c:v>0.25</c:v>
                </c:pt>
                <c:pt idx="5635">
                  <c:v>0.25</c:v>
                </c:pt>
                <c:pt idx="5636">
                  <c:v>0.25</c:v>
                </c:pt>
                <c:pt idx="5637">
                  <c:v>0.25</c:v>
                </c:pt>
                <c:pt idx="5638">
                  <c:v>0.25</c:v>
                </c:pt>
                <c:pt idx="5639">
                  <c:v>0.25</c:v>
                </c:pt>
                <c:pt idx="5640">
                  <c:v>0.25</c:v>
                </c:pt>
                <c:pt idx="5641">
                  <c:v>0.25</c:v>
                </c:pt>
                <c:pt idx="5642">
                  <c:v>0.25</c:v>
                </c:pt>
                <c:pt idx="5643">
                  <c:v>0.25</c:v>
                </c:pt>
                <c:pt idx="5644">
                  <c:v>0.25</c:v>
                </c:pt>
                <c:pt idx="5645">
                  <c:v>0.25</c:v>
                </c:pt>
                <c:pt idx="5646">
                  <c:v>0.25</c:v>
                </c:pt>
                <c:pt idx="5647">
                  <c:v>0.25</c:v>
                </c:pt>
                <c:pt idx="5648">
                  <c:v>0.25</c:v>
                </c:pt>
                <c:pt idx="5649">
                  <c:v>0.25</c:v>
                </c:pt>
                <c:pt idx="5650">
                  <c:v>0.25</c:v>
                </c:pt>
                <c:pt idx="5651">
                  <c:v>0.25</c:v>
                </c:pt>
                <c:pt idx="5652">
                  <c:v>0.25</c:v>
                </c:pt>
                <c:pt idx="5653">
                  <c:v>0.25</c:v>
                </c:pt>
                <c:pt idx="5654">
                  <c:v>0.25</c:v>
                </c:pt>
                <c:pt idx="5655">
                  <c:v>0.25</c:v>
                </c:pt>
                <c:pt idx="5656">
                  <c:v>0.25</c:v>
                </c:pt>
                <c:pt idx="5657">
                  <c:v>0.25</c:v>
                </c:pt>
                <c:pt idx="5658">
                  <c:v>0.25</c:v>
                </c:pt>
                <c:pt idx="5659">
                  <c:v>0.25</c:v>
                </c:pt>
                <c:pt idx="5660">
                  <c:v>0.25</c:v>
                </c:pt>
                <c:pt idx="5661">
                  <c:v>0.25</c:v>
                </c:pt>
                <c:pt idx="5662">
                  <c:v>0.25</c:v>
                </c:pt>
                <c:pt idx="5663">
                  <c:v>0.25</c:v>
                </c:pt>
                <c:pt idx="5664">
                  <c:v>0.25</c:v>
                </c:pt>
                <c:pt idx="5665">
                  <c:v>0.25</c:v>
                </c:pt>
                <c:pt idx="5666">
                  <c:v>0.25</c:v>
                </c:pt>
                <c:pt idx="5667">
                  <c:v>0.25</c:v>
                </c:pt>
                <c:pt idx="5668">
                  <c:v>0.25</c:v>
                </c:pt>
                <c:pt idx="5669">
                  <c:v>0.25</c:v>
                </c:pt>
                <c:pt idx="5670">
                  <c:v>0.25</c:v>
                </c:pt>
                <c:pt idx="5671">
                  <c:v>0.25</c:v>
                </c:pt>
                <c:pt idx="5672">
                  <c:v>0.25</c:v>
                </c:pt>
                <c:pt idx="5673">
                  <c:v>0.25</c:v>
                </c:pt>
                <c:pt idx="5674">
                  <c:v>0.25</c:v>
                </c:pt>
                <c:pt idx="5675">
                  <c:v>0.25</c:v>
                </c:pt>
                <c:pt idx="5676">
                  <c:v>0.25</c:v>
                </c:pt>
                <c:pt idx="5677">
                  <c:v>0.25</c:v>
                </c:pt>
                <c:pt idx="5678">
                  <c:v>0.25</c:v>
                </c:pt>
                <c:pt idx="5679">
                  <c:v>0.25</c:v>
                </c:pt>
                <c:pt idx="5680">
                  <c:v>0.25</c:v>
                </c:pt>
                <c:pt idx="5681">
                  <c:v>0.25</c:v>
                </c:pt>
                <c:pt idx="5682">
                  <c:v>0.25</c:v>
                </c:pt>
                <c:pt idx="5683">
                  <c:v>0.25</c:v>
                </c:pt>
                <c:pt idx="5684">
                  <c:v>0.25</c:v>
                </c:pt>
                <c:pt idx="5685">
                  <c:v>0.25</c:v>
                </c:pt>
                <c:pt idx="5686">
                  <c:v>0.25</c:v>
                </c:pt>
                <c:pt idx="5687">
                  <c:v>0.25</c:v>
                </c:pt>
                <c:pt idx="5688">
                  <c:v>0.25</c:v>
                </c:pt>
                <c:pt idx="5689">
                  <c:v>0.25</c:v>
                </c:pt>
                <c:pt idx="5690">
                  <c:v>0.25</c:v>
                </c:pt>
                <c:pt idx="5691">
                  <c:v>0.25</c:v>
                </c:pt>
              </c:numCache>
            </c:numRef>
          </c:val>
          <c:smooth val="0"/>
          <c:extLst>
            <c:ext xmlns:c16="http://schemas.microsoft.com/office/drawing/2014/chart" uri="{C3380CC4-5D6E-409C-BE32-E72D297353CC}">
              <c16:uniqueId val="{00000001-46F3-F24E-A73A-EA57DD5D5848}"/>
            </c:ext>
          </c:extLst>
        </c:ser>
        <c:ser>
          <c:idx val="2"/>
          <c:order val="2"/>
          <c:tx>
            <c:strRef>
              <c:f>'图4-5海外利率&amp;通胀'!$D$1</c:f>
              <c:strCache>
                <c:ptCount val="1"/>
                <c:pt idx="0">
                  <c:v>欧元区:边际贷款便利利率(隔夜贷款利率)</c:v>
                </c:pt>
              </c:strCache>
            </c:strRef>
          </c:tx>
          <c:spPr>
            <a:ln w="25400">
              <a:solidFill>
                <a:srgbClr val="D9D9D9"/>
              </a:solidFill>
              <a:prstDash val="solid"/>
            </a:ln>
          </c:spPr>
          <c:marker>
            <c:symbol val="none"/>
          </c:marker>
          <c:cat>
            <c:numRef>
              <c:f>'图4-5海外利率&amp;通胀'!$A$5:$A$5696</c:f>
              <c:numCache>
                <c:formatCode>yyyy\-mm\-dd</c:formatCode>
                <c:ptCount val="5692"/>
                <c:pt idx="0">
                  <c:v>46202</c:v>
                </c:pt>
                <c:pt idx="1">
                  <c:v>46201</c:v>
                </c:pt>
                <c:pt idx="2">
                  <c:v>46200</c:v>
                </c:pt>
                <c:pt idx="3">
                  <c:v>46199</c:v>
                </c:pt>
                <c:pt idx="4">
                  <c:v>46198</c:v>
                </c:pt>
                <c:pt idx="5">
                  <c:v>46197</c:v>
                </c:pt>
                <c:pt idx="6">
                  <c:v>46196</c:v>
                </c:pt>
                <c:pt idx="7">
                  <c:v>46195</c:v>
                </c:pt>
                <c:pt idx="8">
                  <c:v>46194</c:v>
                </c:pt>
                <c:pt idx="9">
                  <c:v>46193</c:v>
                </c:pt>
                <c:pt idx="10">
                  <c:v>46192</c:v>
                </c:pt>
                <c:pt idx="11">
                  <c:v>46191</c:v>
                </c:pt>
                <c:pt idx="12">
                  <c:v>46190</c:v>
                </c:pt>
                <c:pt idx="13">
                  <c:v>46189</c:v>
                </c:pt>
                <c:pt idx="14">
                  <c:v>46188</c:v>
                </c:pt>
                <c:pt idx="15">
                  <c:v>46187</c:v>
                </c:pt>
                <c:pt idx="16">
                  <c:v>46186</c:v>
                </c:pt>
                <c:pt idx="17">
                  <c:v>46185</c:v>
                </c:pt>
                <c:pt idx="18">
                  <c:v>46184</c:v>
                </c:pt>
                <c:pt idx="19">
                  <c:v>46183</c:v>
                </c:pt>
                <c:pt idx="20">
                  <c:v>46182</c:v>
                </c:pt>
                <c:pt idx="21">
                  <c:v>46181</c:v>
                </c:pt>
                <c:pt idx="22">
                  <c:v>46180</c:v>
                </c:pt>
                <c:pt idx="23">
                  <c:v>46179</c:v>
                </c:pt>
                <c:pt idx="24">
                  <c:v>46178</c:v>
                </c:pt>
                <c:pt idx="25">
                  <c:v>46177</c:v>
                </c:pt>
                <c:pt idx="26">
                  <c:v>46176</c:v>
                </c:pt>
                <c:pt idx="27">
                  <c:v>46175</c:v>
                </c:pt>
                <c:pt idx="28">
                  <c:v>46174</c:v>
                </c:pt>
                <c:pt idx="29">
                  <c:v>46173</c:v>
                </c:pt>
                <c:pt idx="30">
                  <c:v>46172</c:v>
                </c:pt>
                <c:pt idx="31">
                  <c:v>46171</c:v>
                </c:pt>
                <c:pt idx="32">
                  <c:v>46170</c:v>
                </c:pt>
                <c:pt idx="33">
                  <c:v>46169</c:v>
                </c:pt>
                <c:pt idx="34">
                  <c:v>46168</c:v>
                </c:pt>
                <c:pt idx="35">
                  <c:v>46167</c:v>
                </c:pt>
                <c:pt idx="36">
                  <c:v>46166</c:v>
                </c:pt>
                <c:pt idx="37">
                  <c:v>46165</c:v>
                </c:pt>
                <c:pt idx="38">
                  <c:v>46164</c:v>
                </c:pt>
                <c:pt idx="39">
                  <c:v>46163</c:v>
                </c:pt>
                <c:pt idx="40">
                  <c:v>46162</c:v>
                </c:pt>
                <c:pt idx="41">
                  <c:v>46161</c:v>
                </c:pt>
                <c:pt idx="42">
                  <c:v>46160</c:v>
                </c:pt>
                <c:pt idx="43">
                  <c:v>46159</c:v>
                </c:pt>
                <c:pt idx="44">
                  <c:v>46158</c:v>
                </c:pt>
                <c:pt idx="45">
                  <c:v>46157</c:v>
                </c:pt>
                <c:pt idx="46">
                  <c:v>46156</c:v>
                </c:pt>
                <c:pt idx="47">
                  <c:v>46155</c:v>
                </c:pt>
                <c:pt idx="48">
                  <c:v>46154</c:v>
                </c:pt>
                <c:pt idx="49">
                  <c:v>46153</c:v>
                </c:pt>
                <c:pt idx="50">
                  <c:v>46152</c:v>
                </c:pt>
                <c:pt idx="51">
                  <c:v>46151</c:v>
                </c:pt>
                <c:pt idx="52">
                  <c:v>46150</c:v>
                </c:pt>
                <c:pt idx="53">
                  <c:v>46149</c:v>
                </c:pt>
                <c:pt idx="54">
                  <c:v>46148</c:v>
                </c:pt>
                <c:pt idx="55">
                  <c:v>46147</c:v>
                </c:pt>
                <c:pt idx="56">
                  <c:v>46146</c:v>
                </c:pt>
                <c:pt idx="57">
                  <c:v>46145</c:v>
                </c:pt>
                <c:pt idx="58">
                  <c:v>46144</c:v>
                </c:pt>
                <c:pt idx="59">
                  <c:v>46143</c:v>
                </c:pt>
                <c:pt idx="60">
                  <c:v>46142</c:v>
                </c:pt>
                <c:pt idx="61">
                  <c:v>46141</c:v>
                </c:pt>
                <c:pt idx="62">
                  <c:v>46140</c:v>
                </c:pt>
                <c:pt idx="63">
                  <c:v>46139</c:v>
                </c:pt>
                <c:pt idx="64">
                  <c:v>46138</c:v>
                </c:pt>
                <c:pt idx="65">
                  <c:v>46137</c:v>
                </c:pt>
                <c:pt idx="66">
                  <c:v>46136</c:v>
                </c:pt>
                <c:pt idx="67">
                  <c:v>46135</c:v>
                </c:pt>
                <c:pt idx="68">
                  <c:v>46134</c:v>
                </c:pt>
                <c:pt idx="69">
                  <c:v>46133</c:v>
                </c:pt>
                <c:pt idx="70">
                  <c:v>46132</c:v>
                </c:pt>
                <c:pt idx="71">
                  <c:v>46131</c:v>
                </c:pt>
                <c:pt idx="72">
                  <c:v>46130</c:v>
                </c:pt>
                <c:pt idx="73">
                  <c:v>46129</c:v>
                </c:pt>
                <c:pt idx="74">
                  <c:v>46128</c:v>
                </c:pt>
                <c:pt idx="75">
                  <c:v>46127</c:v>
                </c:pt>
                <c:pt idx="76">
                  <c:v>46126</c:v>
                </c:pt>
                <c:pt idx="77">
                  <c:v>46125</c:v>
                </c:pt>
                <c:pt idx="78">
                  <c:v>46124</c:v>
                </c:pt>
                <c:pt idx="79">
                  <c:v>46123</c:v>
                </c:pt>
                <c:pt idx="80">
                  <c:v>46122</c:v>
                </c:pt>
                <c:pt idx="81">
                  <c:v>46121</c:v>
                </c:pt>
                <c:pt idx="82">
                  <c:v>46120</c:v>
                </c:pt>
                <c:pt idx="83">
                  <c:v>46119</c:v>
                </c:pt>
                <c:pt idx="84">
                  <c:v>46118</c:v>
                </c:pt>
                <c:pt idx="85">
                  <c:v>46117</c:v>
                </c:pt>
                <c:pt idx="86">
                  <c:v>46116</c:v>
                </c:pt>
                <c:pt idx="87">
                  <c:v>46115</c:v>
                </c:pt>
                <c:pt idx="88">
                  <c:v>46114</c:v>
                </c:pt>
                <c:pt idx="89">
                  <c:v>46113</c:v>
                </c:pt>
                <c:pt idx="90">
                  <c:v>46112</c:v>
                </c:pt>
                <c:pt idx="91">
                  <c:v>46111</c:v>
                </c:pt>
                <c:pt idx="92">
                  <c:v>46110</c:v>
                </c:pt>
                <c:pt idx="93">
                  <c:v>46109</c:v>
                </c:pt>
                <c:pt idx="94">
                  <c:v>46108</c:v>
                </c:pt>
                <c:pt idx="95">
                  <c:v>46107</c:v>
                </c:pt>
                <c:pt idx="96">
                  <c:v>46106</c:v>
                </c:pt>
                <c:pt idx="97">
                  <c:v>46105</c:v>
                </c:pt>
                <c:pt idx="98">
                  <c:v>46104</c:v>
                </c:pt>
                <c:pt idx="99">
                  <c:v>46103</c:v>
                </c:pt>
                <c:pt idx="100">
                  <c:v>46102</c:v>
                </c:pt>
                <c:pt idx="101">
                  <c:v>46101</c:v>
                </c:pt>
                <c:pt idx="102">
                  <c:v>46100</c:v>
                </c:pt>
                <c:pt idx="103">
                  <c:v>46099</c:v>
                </c:pt>
                <c:pt idx="104">
                  <c:v>46098</c:v>
                </c:pt>
                <c:pt idx="105">
                  <c:v>46097</c:v>
                </c:pt>
                <c:pt idx="106">
                  <c:v>46096</c:v>
                </c:pt>
                <c:pt idx="107">
                  <c:v>46095</c:v>
                </c:pt>
                <c:pt idx="108">
                  <c:v>46094</c:v>
                </c:pt>
                <c:pt idx="109">
                  <c:v>46093</c:v>
                </c:pt>
                <c:pt idx="110">
                  <c:v>46092</c:v>
                </c:pt>
                <c:pt idx="111">
                  <c:v>46091</c:v>
                </c:pt>
                <c:pt idx="112">
                  <c:v>46090</c:v>
                </c:pt>
                <c:pt idx="113">
                  <c:v>46089</c:v>
                </c:pt>
                <c:pt idx="114">
                  <c:v>46088</c:v>
                </c:pt>
                <c:pt idx="115">
                  <c:v>46087</c:v>
                </c:pt>
                <c:pt idx="116">
                  <c:v>46086</c:v>
                </c:pt>
                <c:pt idx="117">
                  <c:v>46085</c:v>
                </c:pt>
                <c:pt idx="118">
                  <c:v>46084</c:v>
                </c:pt>
                <c:pt idx="119">
                  <c:v>46083</c:v>
                </c:pt>
                <c:pt idx="120">
                  <c:v>46082</c:v>
                </c:pt>
                <c:pt idx="121">
                  <c:v>46081</c:v>
                </c:pt>
                <c:pt idx="122">
                  <c:v>46080</c:v>
                </c:pt>
                <c:pt idx="123">
                  <c:v>46079</c:v>
                </c:pt>
                <c:pt idx="124">
                  <c:v>46078</c:v>
                </c:pt>
                <c:pt idx="125">
                  <c:v>46077</c:v>
                </c:pt>
                <c:pt idx="126">
                  <c:v>46076</c:v>
                </c:pt>
                <c:pt idx="127">
                  <c:v>46075</c:v>
                </c:pt>
                <c:pt idx="128">
                  <c:v>46074</c:v>
                </c:pt>
                <c:pt idx="129">
                  <c:v>46073</c:v>
                </c:pt>
                <c:pt idx="130">
                  <c:v>46072</c:v>
                </c:pt>
                <c:pt idx="131">
                  <c:v>46071</c:v>
                </c:pt>
                <c:pt idx="132">
                  <c:v>46070</c:v>
                </c:pt>
                <c:pt idx="133">
                  <c:v>46069</c:v>
                </c:pt>
                <c:pt idx="134">
                  <c:v>46068</c:v>
                </c:pt>
                <c:pt idx="135">
                  <c:v>46067</c:v>
                </c:pt>
                <c:pt idx="136">
                  <c:v>46066</c:v>
                </c:pt>
                <c:pt idx="137">
                  <c:v>46065</c:v>
                </c:pt>
                <c:pt idx="138">
                  <c:v>46064</c:v>
                </c:pt>
                <c:pt idx="139">
                  <c:v>46063</c:v>
                </c:pt>
                <c:pt idx="140">
                  <c:v>46062</c:v>
                </c:pt>
                <c:pt idx="141">
                  <c:v>46061</c:v>
                </c:pt>
                <c:pt idx="142">
                  <c:v>46060</c:v>
                </c:pt>
                <c:pt idx="143">
                  <c:v>46059</c:v>
                </c:pt>
                <c:pt idx="144">
                  <c:v>46058</c:v>
                </c:pt>
                <c:pt idx="145">
                  <c:v>46057</c:v>
                </c:pt>
                <c:pt idx="146">
                  <c:v>46056</c:v>
                </c:pt>
                <c:pt idx="147">
                  <c:v>46055</c:v>
                </c:pt>
                <c:pt idx="148">
                  <c:v>46054</c:v>
                </c:pt>
                <c:pt idx="149">
                  <c:v>46053</c:v>
                </c:pt>
                <c:pt idx="150">
                  <c:v>46052</c:v>
                </c:pt>
                <c:pt idx="151">
                  <c:v>46051</c:v>
                </c:pt>
                <c:pt idx="152">
                  <c:v>46050</c:v>
                </c:pt>
                <c:pt idx="153">
                  <c:v>46049</c:v>
                </c:pt>
                <c:pt idx="154">
                  <c:v>46048</c:v>
                </c:pt>
                <c:pt idx="155">
                  <c:v>46047</c:v>
                </c:pt>
                <c:pt idx="156">
                  <c:v>46046</c:v>
                </c:pt>
                <c:pt idx="157">
                  <c:v>46045</c:v>
                </c:pt>
                <c:pt idx="158">
                  <c:v>46044</c:v>
                </c:pt>
                <c:pt idx="159">
                  <c:v>46043</c:v>
                </c:pt>
                <c:pt idx="160">
                  <c:v>46042</c:v>
                </c:pt>
                <c:pt idx="161">
                  <c:v>46041</c:v>
                </c:pt>
                <c:pt idx="162">
                  <c:v>46040</c:v>
                </c:pt>
                <c:pt idx="163">
                  <c:v>46039</c:v>
                </c:pt>
                <c:pt idx="164">
                  <c:v>46038</c:v>
                </c:pt>
                <c:pt idx="165">
                  <c:v>46037</c:v>
                </c:pt>
                <c:pt idx="166">
                  <c:v>46036</c:v>
                </c:pt>
                <c:pt idx="167">
                  <c:v>46035</c:v>
                </c:pt>
                <c:pt idx="168">
                  <c:v>46034</c:v>
                </c:pt>
                <c:pt idx="169">
                  <c:v>46033</c:v>
                </c:pt>
                <c:pt idx="170">
                  <c:v>46032</c:v>
                </c:pt>
                <c:pt idx="171">
                  <c:v>46031</c:v>
                </c:pt>
                <c:pt idx="172">
                  <c:v>46030</c:v>
                </c:pt>
                <c:pt idx="173">
                  <c:v>46029</c:v>
                </c:pt>
                <c:pt idx="174">
                  <c:v>46028</c:v>
                </c:pt>
                <c:pt idx="175">
                  <c:v>46027</c:v>
                </c:pt>
                <c:pt idx="176">
                  <c:v>46026</c:v>
                </c:pt>
                <c:pt idx="177">
                  <c:v>46025</c:v>
                </c:pt>
                <c:pt idx="178">
                  <c:v>46024</c:v>
                </c:pt>
                <c:pt idx="179">
                  <c:v>46023</c:v>
                </c:pt>
                <c:pt idx="180">
                  <c:v>46022</c:v>
                </c:pt>
                <c:pt idx="181">
                  <c:v>46021</c:v>
                </c:pt>
                <c:pt idx="182">
                  <c:v>46020</c:v>
                </c:pt>
                <c:pt idx="183">
                  <c:v>46019</c:v>
                </c:pt>
                <c:pt idx="184">
                  <c:v>46018</c:v>
                </c:pt>
                <c:pt idx="185">
                  <c:v>46017</c:v>
                </c:pt>
                <c:pt idx="186">
                  <c:v>46016</c:v>
                </c:pt>
                <c:pt idx="187">
                  <c:v>46015</c:v>
                </c:pt>
                <c:pt idx="188">
                  <c:v>46014</c:v>
                </c:pt>
                <c:pt idx="189">
                  <c:v>46013</c:v>
                </c:pt>
                <c:pt idx="190">
                  <c:v>46012</c:v>
                </c:pt>
                <c:pt idx="191">
                  <c:v>46011</c:v>
                </c:pt>
                <c:pt idx="192">
                  <c:v>46010</c:v>
                </c:pt>
                <c:pt idx="193">
                  <c:v>46009</c:v>
                </c:pt>
                <c:pt idx="194">
                  <c:v>46008</c:v>
                </c:pt>
                <c:pt idx="195">
                  <c:v>46007</c:v>
                </c:pt>
                <c:pt idx="196">
                  <c:v>46006</c:v>
                </c:pt>
                <c:pt idx="197">
                  <c:v>46005</c:v>
                </c:pt>
                <c:pt idx="198">
                  <c:v>46004</c:v>
                </c:pt>
                <c:pt idx="199">
                  <c:v>46003</c:v>
                </c:pt>
                <c:pt idx="200">
                  <c:v>46002</c:v>
                </c:pt>
                <c:pt idx="201">
                  <c:v>46001</c:v>
                </c:pt>
                <c:pt idx="202">
                  <c:v>46000</c:v>
                </c:pt>
                <c:pt idx="203">
                  <c:v>45999</c:v>
                </c:pt>
                <c:pt idx="204">
                  <c:v>45998</c:v>
                </c:pt>
                <c:pt idx="205">
                  <c:v>45997</c:v>
                </c:pt>
                <c:pt idx="206">
                  <c:v>45996</c:v>
                </c:pt>
                <c:pt idx="207">
                  <c:v>45995</c:v>
                </c:pt>
                <c:pt idx="208">
                  <c:v>45994</c:v>
                </c:pt>
                <c:pt idx="209">
                  <c:v>45993</c:v>
                </c:pt>
                <c:pt idx="210">
                  <c:v>45992</c:v>
                </c:pt>
                <c:pt idx="211">
                  <c:v>45991</c:v>
                </c:pt>
                <c:pt idx="212">
                  <c:v>45990</c:v>
                </c:pt>
                <c:pt idx="213">
                  <c:v>45989</c:v>
                </c:pt>
                <c:pt idx="214">
                  <c:v>45988</c:v>
                </c:pt>
                <c:pt idx="215">
                  <c:v>45987</c:v>
                </c:pt>
                <c:pt idx="216">
                  <c:v>45986</c:v>
                </c:pt>
                <c:pt idx="217">
                  <c:v>45985</c:v>
                </c:pt>
                <c:pt idx="218">
                  <c:v>45984</c:v>
                </c:pt>
                <c:pt idx="219">
                  <c:v>45983</c:v>
                </c:pt>
                <c:pt idx="220">
                  <c:v>45982</c:v>
                </c:pt>
                <c:pt idx="221">
                  <c:v>45981</c:v>
                </c:pt>
                <c:pt idx="222">
                  <c:v>45980</c:v>
                </c:pt>
                <c:pt idx="223">
                  <c:v>45979</c:v>
                </c:pt>
                <c:pt idx="224">
                  <c:v>45978</c:v>
                </c:pt>
                <c:pt idx="225">
                  <c:v>45977</c:v>
                </c:pt>
                <c:pt idx="226">
                  <c:v>45976</c:v>
                </c:pt>
                <c:pt idx="227">
                  <c:v>45975</c:v>
                </c:pt>
                <c:pt idx="228">
                  <c:v>45974</c:v>
                </c:pt>
                <c:pt idx="229">
                  <c:v>45973</c:v>
                </c:pt>
                <c:pt idx="230">
                  <c:v>45972</c:v>
                </c:pt>
                <c:pt idx="231">
                  <c:v>45971</c:v>
                </c:pt>
                <c:pt idx="232">
                  <c:v>45970</c:v>
                </c:pt>
                <c:pt idx="233">
                  <c:v>45969</c:v>
                </c:pt>
                <c:pt idx="234">
                  <c:v>45968</c:v>
                </c:pt>
                <c:pt idx="235">
                  <c:v>45967</c:v>
                </c:pt>
                <c:pt idx="236">
                  <c:v>45966</c:v>
                </c:pt>
                <c:pt idx="237">
                  <c:v>45965</c:v>
                </c:pt>
                <c:pt idx="238">
                  <c:v>45964</c:v>
                </c:pt>
                <c:pt idx="239">
                  <c:v>45963</c:v>
                </c:pt>
                <c:pt idx="240">
                  <c:v>45962</c:v>
                </c:pt>
                <c:pt idx="241">
                  <c:v>45961</c:v>
                </c:pt>
                <c:pt idx="242">
                  <c:v>45960</c:v>
                </c:pt>
                <c:pt idx="243">
                  <c:v>45959</c:v>
                </c:pt>
                <c:pt idx="244">
                  <c:v>45958</c:v>
                </c:pt>
                <c:pt idx="245">
                  <c:v>45957</c:v>
                </c:pt>
                <c:pt idx="246">
                  <c:v>45956</c:v>
                </c:pt>
                <c:pt idx="247">
                  <c:v>45955</c:v>
                </c:pt>
                <c:pt idx="248">
                  <c:v>45954</c:v>
                </c:pt>
                <c:pt idx="249">
                  <c:v>45953</c:v>
                </c:pt>
                <c:pt idx="250">
                  <c:v>45952</c:v>
                </c:pt>
                <c:pt idx="251">
                  <c:v>45951</c:v>
                </c:pt>
                <c:pt idx="252">
                  <c:v>45950</c:v>
                </c:pt>
                <c:pt idx="253">
                  <c:v>45949</c:v>
                </c:pt>
                <c:pt idx="254">
                  <c:v>45948</c:v>
                </c:pt>
                <c:pt idx="255">
                  <c:v>45947</c:v>
                </c:pt>
                <c:pt idx="256">
                  <c:v>45946</c:v>
                </c:pt>
                <c:pt idx="257">
                  <c:v>45945</c:v>
                </c:pt>
                <c:pt idx="258">
                  <c:v>45944</c:v>
                </c:pt>
                <c:pt idx="259">
                  <c:v>45943</c:v>
                </c:pt>
                <c:pt idx="260">
                  <c:v>45942</c:v>
                </c:pt>
                <c:pt idx="261">
                  <c:v>45941</c:v>
                </c:pt>
                <c:pt idx="262">
                  <c:v>45940</c:v>
                </c:pt>
                <c:pt idx="263">
                  <c:v>45939</c:v>
                </c:pt>
                <c:pt idx="264">
                  <c:v>45938</c:v>
                </c:pt>
                <c:pt idx="265">
                  <c:v>45937</c:v>
                </c:pt>
                <c:pt idx="266">
                  <c:v>45936</c:v>
                </c:pt>
                <c:pt idx="267">
                  <c:v>45935</c:v>
                </c:pt>
                <c:pt idx="268">
                  <c:v>45934</c:v>
                </c:pt>
                <c:pt idx="269">
                  <c:v>45933</c:v>
                </c:pt>
                <c:pt idx="270">
                  <c:v>45932</c:v>
                </c:pt>
                <c:pt idx="271">
                  <c:v>45931</c:v>
                </c:pt>
                <c:pt idx="272">
                  <c:v>45930</c:v>
                </c:pt>
                <c:pt idx="273">
                  <c:v>45929</c:v>
                </c:pt>
                <c:pt idx="274">
                  <c:v>45928</c:v>
                </c:pt>
                <c:pt idx="275">
                  <c:v>45927</c:v>
                </c:pt>
                <c:pt idx="276">
                  <c:v>45926</c:v>
                </c:pt>
                <c:pt idx="277">
                  <c:v>45925</c:v>
                </c:pt>
                <c:pt idx="278">
                  <c:v>45924</c:v>
                </c:pt>
                <c:pt idx="279">
                  <c:v>45923</c:v>
                </c:pt>
                <c:pt idx="280">
                  <c:v>45922</c:v>
                </c:pt>
                <c:pt idx="281">
                  <c:v>45921</c:v>
                </c:pt>
                <c:pt idx="282">
                  <c:v>45920</c:v>
                </c:pt>
                <c:pt idx="283">
                  <c:v>45919</c:v>
                </c:pt>
                <c:pt idx="284">
                  <c:v>45918</c:v>
                </c:pt>
                <c:pt idx="285">
                  <c:v>45917</c:v>
                </c:pt>
                <c:pt idx="286">
                  <c:v>45916</c:v>
                </c:pt>
                <c:pt idx="287">
                  <c:v>45915</c:v>
                </c:pt>
                <c:pt idx="288">
                  <c:v>45914</c:v>
                </c:pt>
                <c:pt idx="289">
                  <c:v>45913</c:v>
                </c:pt>
                <c:pt idx="290">
                  <c:v>45912</c:v>
                </c:pt>
                <c:pt idx="291">
                  <c:v>45911</c:v>
                </c:pt>
                <c:pt idx="292">
                  <c:v>45910</c:v>
                </c:pt>
                <c:pt idx="293">
                  <c:v>45909</c:v>
                </c:pt>
                <c:pt idx="294">
                  <c:v>45908</c:v>
                </c:pt>
                <c:pt idx="295">
                  <c:v>45907</c:v>
                </c:pt>
                <c:pt idx="296">
                  <c:v>45906</c:v>
                </c:pt>
                <c:pt idx="297">
                  <c:v>45905</c:v>
                </c:pt>
                <c:pt idx="298">
                  <c:v>45904</c:v>
                </c:pt>
                <c:pt idx="299">
                  <c:v>45903</c:v>
                </c:pt>
                <c:pt idx="300">
                  <c:v>45902</c:v>
                </c:pt>
                <c:pt idx="301">
                  <c:v>45901</c:v>
                </c:pt>
                <c:pt idx="302">
                  <c:v>45900</c:v>
                </c:pt>
                <c:pt idx="303">
                  <c:v>45899</c:v>
                </c:pt>
                <c:pt idx="304">
                  <c:v>45898</c:v>
                </c:pt>
                <c:pt idx="305">
                  <c:v>45897</c:v>
                </c:pt>
                <c:pt idx="306">
                  <c:v>45896</c:v>
                </c:pt>
                <c:pt idx="307">
                  <c:v>45895</c:v>
                </c:pt>
                <c:pt idx="308">
                  <c:v>45894</c:v>
                </c:pt>
                <c:pt idx="309">
                  <c:v>45893</c:v>
                </c:pt>
                <c:pt idx="310">
                  <c:v>45892</c:v>
                </c:pt>
                <c:pt idx="311">
                  <c:v>45891</c:v>
                </c:pt>
                <c:pt idx="312">
                  <c:v>45890</c:v>
                </c:pt>
                <c:pt idx="313">
                  <c:v>45889</c:v>
                </c:pt>
                <c:pt idx="314">
                  <c:v>45888</c:v>
                </c:pt>
                <c:pt idx="315">
                  <c:v>45887</c:v>
                </c:pt>
                <c:pt idx="316">
                  <c:v>45886</c:v>
                </c:pt>
                <c:pt idx="317">
                  <c:v>45885</c:v>
                </c:pt>
                <c:pt idx="318">
                  <c:v>45884</c:v>
                </c:pt>
                <c:pt idx="319">
                  <c:v>45883</c:v>
                </c:pt>
                <c:pt idx="320">
                  <c:v>45882</c:v>
                </c:pt>
                <c:pt idx="321">
                  <c:v>45881</c:v>
                </c:pt>
                <c:pt idx="322">
                  <c:v>45880</c:v>
                </c:pt>
                <c:pt idx="323">
                  <c:v>45879</c:v>
                </c:pt>
                <c:pt idx="324">
                  <c:v>45878</c:v>
                </c:pt>
                <c:pt idx="325">
                  <c:v>45877</c:v>
                </c:pt>
                <c:pt idx="326">
                  <c:v>45876</c:v>
                </c:pt>
                <c:pt idx="327">
                  <c:v>45875</c:v>
                </c:pt>
                <c:pt idx="328">
                  <c:v>45874</c:v>
                </c:pt>
                <c:pt idx="329">
                  <c:v>45873</c:v>
                </c:pt>
                <c:pt idx="330">
                  <c:v>45872</c:v>
                </c:pt>
                <c:pt idx="331">
                  <c:v>45871</c:v>
                </c:pt>
                <c:pt idx="332">
                  <c:v>45870</c:v>
                </c:pt>
                <c:pt idx="333">
                  <c:v>45869</c:v>
                </c:pt>
                <c:pt idx="334">
                  <c:v>45868</c:v>
                </c:pt>
                <c:pt idx="335">
                  <c:v>45867</c:v>
                </c:pt>
                <c:pt idx="336">
                  <c:v>45866</c:v>
                </c:pt>
                <c:pt idx="337">
                  <c:v>45865</c:v>
                </c:pt>
                <c:pt idx="338">
                  <c:v>45864</c:v>
                </c:pt>
                <c:pt idx="339">
                  <c:v>45863</c:v>
                </c:pt>
                <c:pt idx="340">
                  <c:v>45862</c:v>
                </c:pt>
                <c:pt idx="341">
                  <c:v>45861</c:v>
                </c:pt>
                <c:pt idx="342">
                  <c:v>45860</c:v>
                </c:pt>
                <c:pt idx="343">
                  <c:v>45859</c:v>
                </c:pt>
                <c:pt idx="344">
                  <c:v>45858</c:v>
                </c:pt>
                <c:pt idx="345">
                  <c:v>45857</c:v>
                </c:pt>
                <c:pt idx="346">
                  <c:v>45856</c:v>
                </c:pt>
                <c:pt idx="347">
                  <c:v>45855</c:v>
                </c:pt>
                <c:pt idx="348">
                  <c:v>45854</c:v>
                </c:pt>
                <c:pt idx="349">
                  <c:v>45853</c:v>
                </c:pt>
                <c:pt idx="350">
                  <c:v>45852</c:v>
                </c:pt>
                <c:pt idx="351">
                  <c:v>45851</c:v>
                </c:pt>
                <c:pt idx="352">
                  <c:v>45850</c:v>
                </c:pt>
                <c:pt idx="353">
                  <c:v>45849</c:v>
                </c:pt>
                <c:pt idx="354">
                  <c:v>45848</c:v>
                </c:pt>
                <c:pt idx="355">
                  <c:v>45847</c:v>
                </c:pt>
                <c:pt idx="356">
                  <c:v>45846</c:v>
                </c:pt>
                <c:pt idx="357">
                  <c:v>45845</c:v>
                </c:pt>
                <c:pt idx="358">
                  <c:v>45844</c:v>
                </c:pt>
                <c:pt idx="359">
                  <c:v>45843</c:v>
                </c:pt>
                <c:pt idx="360">
                  <c:v>45842</c:v>
                </c:pt>
                <c:pt idx="361">
                  <c:v>45841</c:v>
                </c:pt>
                <c:pt idx="362">
                  <c:v>45840</c:v>
                </c:pt>
                <c:pt idx="363">
                  <c:v>45839</c:v>
                </c:pt>
                <c:pt idx="364">
                  <c:v>45838</c:v>
                </c:pt>
                <c:pt idx="365">
                  <c:v>45837</c:v>
                </c:pt>
                <c:pt idx="366">
                  <c:v>45836</c:v>
                </c:pt>
                <c:pt idx="367">
                  <c:v>45835</c:v>
                </c:pt>
                <c:pt idx="368">
                  <c:v>45834</c:v>
                </c:pt>
                <c:pt idx="369">
                  <c:v>45833</c:v>
                </c:pt>
                <c:pt idx="370">
                  <c:v>45832</c:v>
                </c:pt>
                <c:pt idx="371">
                  <c:v>45831</c:v>
                </c:pt>
                <c:pt idx="372">
                  <c:v>45830</c:v>
                </c:pt>
                <c:pt idx="373">
                  <c:v>45829</c:v>
                </c:pt>
                <c:pt idx="374">
                  <c:v>45828</c:v>
                </c:pt>
                <c:pt idx="375">
                  <c:v>45827</c:v>
                </c:pt>
                <c:pt idx="376">
                  <c:v>45826</c:v>
                </c:pt>
                <c:pt idx="377">
                  <c:v>45825</c:v>
                </c:pt>
                <c:pt idx="378">
                  <c:v>45824</c:v>
                </c:pt>
                <c:pt idx="379">
                  <c:v>45823</c:v>
                </c:pt>
                <c:pt idx="380">
                  <c:v>45822</c:v>
                </c:pt>
                <c:pt idx="381">
                  <c:v>45821</c:v>
                </c:pt>
                <c:pt idx="382">
                  <c:v>45820</c:v>
                </c:pt>
                <c:pt idx="383">
                  <c:v>45819</c:v>
                </c:pt>
                <c:pt idx="384">
                  <c:v>45818</c:v>
                </c:pt>
                <c:pt idx="385">
                  <c:v>45817</c:v>
                </c:pt>
                <c:pt idx="386">
                  <c:v>45816</c:v>
                </c:pt>
                <c:pt idx="387">
                  <c:v>45815</c:v>
                </c:pt>
                <c:pt idx="388">
                  <c:v>45814</c:v>
                </c:pt>
                <c:pt idx="389">
                  <c:v>45813</c:v>
                </c:pt>
                <c:pt idx="390">
                  <c:v>45812</c:v>
                </c:pt>
                <c:pt idx="391">
                  <c:v>45811</c:v>
                </c:pt>
                <c:pt idx="392">
                  <c:v>45810</c:v>
                </c:pt>
                <c:pt idx="393">
                  <c:v>45809</c:v>
                </c:pt>
                <c:pt idx="394">
                  <c:v>45808</c:v>
                </c:pt>
                <c:pt idx="395">
                  <c:v>45807</c:v>
                </c:pt>
                <c:pt idx="396">
                  <c:v>45806</c:v>
                </c:pt>
                <c:pt idx="397">
                  <c:v>45805</c:v>
                </c:pt>
                <c:pt idx="398">
                  <c:v>45804</c:v>
                </c:pt>
                <c:pt idx="399">
                  <c:v>45803</c:v>
                </c:pt>
                <c:pt idx="400">
                  <c:v>45802</c:v>
                </c:pt>
                <c:pt idx="401">
                  <c:v>45801</c:v>
                </c:pt>
                <c:pt idx="402">
                  <c:v>45800</c:v>
                </c:pt>
                <c:pt idx="403">
                  <c:v>45799</c:v>
                </c:pt>
                <c:pt idx="404">
                  <c:v>45798</c:v>
                </c:pt>
                <c:pt idx="405">
                  <c:v>45797</c:v>
                </c:pt>
                <c:pt idx="406">
                  <c:v>45796</c:v>
                </c:pt>
                <c:pt idx="407">
                  <c:v>45795</c:v>
                </c:pt>
                <c:pt idx="408">
                  <c:v>45794</c:v>
                </c:pt>
                <c:pt idx="409">
                  <c:v>45793</c:v>
                </c:pt>
                <c:pt idx="410">
                  <c:v>45792</c:v>
                </c:pt>
                <c:pt idx="411">
                  <c:v>45791</c:v>
                </c:pt>
                <c:pt idx="412">
                  <c:v>45790</c:v>
                </c:pt>
                <c:pt idx="413">
                  <c:v>45789</c:v>
                </c:pt>
                <c:pt idx="414">
                  <c:v>45788</c:v>
                </c:pt>
                <c:pt idx="415">
                  <c:v>45787</c:v>
                </c:pt>
                <c:pt idx="416">
                  <c:v>45786</c:v>
                </c:pt>
                <c:pt idx="417">
                  <c:v>45785</c:v>
                </c:pt>
                <c:pt idx="418">
                  <c:v>45784</c:v>
                </c:pt>
                <c:pt idx="419">
                  <c:v>45783</c:v>
                </c:pt>
                <c:pt idx="420">
                  <c:v>45782</c:v>
                </c:pt>
                <c:pt idx="421">
                  <c:v>45781</c:v>
                </c:pt>
                <c:pt idx="422">
                  <c:v>45780</c:v>
                </c:pt>
                <c:pt idx="423">
                  <c:v>45779</c:v>
                </c:pt>
                <c:pt idx="424">
                  <c:v>45778</c:v>
                </c:pt>
                <c:pt idx="425">
                  <c:v>45777</c:v>
                </c:pt>
                <c:pt idx="426">
                  <c:v>45776</c:v>
                </c:pt>
                <c:pt idx="427">
                  <c:v>45775</c:v>
                </c:pt>
                <c:pt idx="428">
                  <c:v>45774</c:v>
                </c:pt>
                <c:pt idx="429">
                  <c:v>45773</c:v>
                </c:pt>
                <c:pt idx="430">
                  <c:v>45772</c:v>
                </c:pt>
                <c:pt idx="431">
                  <c:v>45771</c:v>
                </c:pt>
                <c:pt idx="432">
                  <c:v>45770</c:v>
                </c:pt>
                <c:pt idx="433">
                  <c:v>45769</c:v>
                </c:pt>
                <c:pt idx="434">
                  <c:v>45768</c:v>
                </c:pt>
                <c:pt idx="435">
                  <c:v>45767</c:v>
                </c:pt>
                <c:pt idx="436">
                  <c:v>45766</c:v>
                </c:pt>
                <c:pt idx="437">
                  <c:v>45765</c:v>
                </c:pt>
                <c:pt idx="438">
                  <c:v>45764</c:v>
                </c:pt>
                <c:pt idx="439">
                  <c:v>45763</c:v>
                </c:pt>
                <c:pt idx="440">
                  <c:v>45762</c:v>
                </c:pt>
                <c:pt idx="441">
                  <c:v>45761</c:v>
                </c:pt>
                <c:pt idx="442">
                  <c:v>45760</c:v>
                </c:pt>
                <c:pt idx="443">
                  <c:v>45759</c:v>
                </c:pt>
                <c:pt idx="444">
                  <c:v>45758</c:v>
                </c:pt>
                <c:pt idx="445">
                  <c:v>45757</c:v>
                </c:pt>
                <c:pt idx="446">
                  <c:v>45756</c:v>
                </c:pt>
                <c:pt idx="447">
                  <c:v>45755</c:v>
                </c:pt>
                <c:pt idx="448">
                  <c:v>45754</c:v>
                </c:pt>
                <c:pt idx="449">
                  <c:v>45753</c:v>
                </c:pt>
                <c:pt idx="450">
                  <c:v>45752</c:v>
                </c:pt>
                <c:pt idx="451">
                  <c:v>45751</c:v>
                </c:pt>
                <c:pt idx="452">
                  <c:v>45750</c:v>
                </c:pt>
                <c:pt idx="453">
                  <c:v>45749</c:v>
                </c:pt>
                <c:pt idx="454">
                  <c:v>45748</c:v>
                </c:pt>
                <c:pt idx="455">
                  <c:v>45747</c:v>
                </c:pt>
                <c:pt idx="456">
                  <c:v>45746</c:v>
                </c:pt>
                <c:pt idx="457">
                  <c:v>45745</c:v>
                </c:pt>
                <c:pt idx="458">
                  <c:v>45744</c:v>
                </c:pt>
                <c:pt idx="459">
                  <c:v>45743</c:v>
                </c:pt>
                <c:pt idx="460">
                  <c:v>45742</c:v>
                </c:pt>
                <c:pt idx="461">
                  <c:v>45741</c:v>
                </c:pt>
                <c:pt idx="462">
                  <c:v>45740</c:v>
                </c:pt>
                <c:pt idx="463">
                  <c:v>45739</c:v>
                </c:pt>
                <c:pt idx="464">
                  <c:v>45738</c:v>
                </c:pt>
                <c:pt idx="465">
                  <c:v>45737</c:v>
                </c:pt>
                <c:pt idx="466">
                  <c:v>45736</c:v>
                </c:pt>
                <c:pt idx="467">
                  <c:v>45735</c:v>
                </c:pt>
                <c:pt idx="468">
                  <c:v>45734</c:v>
                </c:pt>
                <c:pt idx="469">
                  <c:v>45733</c:v>
                </c:pt>
                <c:pt idx="470">
                  <c:v>45732</c:v>
                </c:pt>
                <c:pt idx="471">
                  <c:v>45731</c:v>
                </c:pt>
                <c:pt idx="472">
                  <c:v>45730</c:v>
                </c:pt>
                <c:pt idx="473">
                  <c:v>45729</c:v>
                </c:pt>
                <c:pt idx="474">
                  <c:v>45728</c:v>
                </c:pt>
                <c:pt idx="475">
                  <c:v>45727</c:v>
                </c:pt>
                <c:pt idx="476">
                  <c:v>45726</c:v>
                </c:pt>
                <c:pt idx="477">
                  <c:v>45725</c:v>
                </c:pt>
                <c:pt idx="478">
                  <c:v>45724</c:v>
                </c:pt>
                <c:pt idx="479">
                  <c:v>45723</c:v>
                </c:pt>
                <c:pt idx="480">
                  <c:v>45722</c:v>
                </c:pt>
                <c:pt idx="481">
                  <c:v>45721</c:v>
                </c:pt>
                <c:pt idx="482">
                  <c:v>45720</c:v>
                </c:pt>
                <c:pt idx="483">
                  <c:v>45719</c:v>
                </c:pt>
                <c:pt idx="484">
                  <c:v>45718</c:v>
                </c:pt>
                <c:pt idx="485">
                  <c:v>45717</c:v>
                </c:pt>
                <c:pt idx="486">
                  <c:v>45716</c:v>
                </c:pt>
                <c:pt idx="487">
                  <c:v>45715</c:v>
                </c:pt>
                <c:pt idx="488">
                  <c:v>45714</c:v>
                </c:pt>
                <c:pt idx="489">
                  <c:v>45713</c:v>
                </c:pt>
                <c:pt idx="490">
                  <c:v>45712</c:v>
                </c:pt>
                <c:pt idx="491">
                  <c:v>45711</c:v>
                </c:pt>
                <c:pt idx="492">
                  <c:v>45710</c:v>
                </c:pt>
                <c:pt idx="493">
                  <c:v>45709</c:v>
                </c:pt>
                <c:pt idx="494">
                  <c:v>45708</c:v>
                </c:pt>
                <c:pt idx="495">
                  <c:v>45707</c:v>
                </c:pt>
                <c:pt idx="496">
                  <c:v>45706</c:v>
                </c:pt>
                <c:pt idx="497">
                  <c:v>45705</c:v>
                </c:pt>
                <c:pt idx="498">
                  <c:v>45704</c:v>
                </c:pt>
                <c:pt idx="499">
                  <c:v>45703</c:v>
                </c:pt>
                <c:pt idx="500">
                  <c:v>45702</c:v>
                </c:pt>
                <c:pt idx="501">
                  <c:v>45701</c:v>
                </c:pt>
                <c:pt idx="502">
                  <c:v>45700</c:v>
                </c:pt>
                <c:pt idx="503">
                  <c:v>45699</c:v>
                </c:pt>
                <c:pt idx="504">
                  <c:v>45698</c:v>
                </c:pt>
                <c:pt idx="505">
                  <c:v>45697</c:v>
                </c:pt>
                <c:pt idx="506">
                  <c:v>45696</c:v>
                </c:pt>
                <c:pt idx="507">
                  <c:v>45695</c:v>
                </c:pt>
                <c:pt idx="508">
                  <c:v>45694</c:v>
                </c:pt>
                <c:pt idx="509">
                  <c:v>45693</c:v>
                </c:pt>
                <c:pt idx="510">
                  <c:v>45692</c:v>
                </c:pt>
                <c:pt idx="511">
                  <c:v>45691</c:v>
                </c:pt>
                <c:pt idx="512">
                  <c:v>45690</c:v>
                </c:pt>
                <c:pt idx="513">
                  <c:v>45689</c:v>
                </c:pt>
                <c:pt idx="514">
                  <c:v>45688</c:v>
                </c:pt>
                <c:pt idx="515">
                  <c:v>45687</c:v>
                </c:pt>
                <c:pt idx="516">
                  <c:v>45686</c:v>
                </c:pt>
                <c:pt idx="517">
                  <c:v>45685</c:v>
                </c:pt>
                <c:pt idx="518">
                  <c:v>45684</c:v>
                </c:pt>
                <c:pt idx="519">
                  <c:v>45683</c:v>
                </c:pt>
                <c:pt idx="520">
                  <c:v>45682</c:v>
                </c:pt>
                <c:pt idx="521">
                  <c:v>45681</c:v>
                </c:pt>
                <c:pt idx="522">
                  <c:v>45680</c:v>
                </c:pt>
                <c:pt idx="523">
                  <c:v>45679</c:v>
                </c:pt>
                <c:pt idx="524">
                  <c:v>45678</c:v>
                </c:pt>
                <c:pt idx="525">
                  <c:v>45677</c:v>
                </c:pt>
                <c:pt idx="526">
                  <c:v>45676</c:v>
                </c:pt>
                <c:pt idx="527">
                  <c:v>45675</c:v>
                </c:pt>
                <c:pt idx="528">
                  <c:v>45674</c:v>
                </c:pt>
                <c:pt idx="529">
                  <c:v>45673</c:v>
                </c:pt>
                <c:pt idx="530">
                  <c:v>45672</c:v>
                </c:pt>
                <c:pt idx="531">
                  <c:v>45671</c:v>
                </c:pt>
                <c:pt idx="532">
                  <c:v>45670</c:v>
                </c:pt>
                <c:pt idx="533">
                  <c:v>45669</c:v>
                </c:pt>
                <c:pt idx="534">
                  <c:v>45668</c:v>
                </c:pt>
                <c:pt idx="535">
                  <c:v>45667</c:v>
                </c:pt>
                <c:pt idx="536">
                  <c:v>45666</c:v>
                </c:pt>
                <c:pt idx="537">
                  <c:v>45665</c:v>
                </c:pt>
                <c:pt idx="538">
                  <c:v>45664</c:v>
                </c:pt>
                <c:pt idx="539">
                  <c:v>45663</c:v>
                </c:pt>
                <c:pt idx="540">
                  <c:v>45662</c:v>
                </c:pt>
                <c:pt idx="541">
                  <c:v>45661</c:v>
                </c:pt>
                <c:pt idx="542">
                  <c:v>45660</c:v>
                </c:pt>
                <c:pt idx="543">
                  <c:v>45659</c:v>
                </c:pt>
                <c:pt idx="544">
                  <c:v>45658</c:v>
                </c:pt>
                <c:pt idx="545">
                  <c:v>45657</c:v>
                </c:pt>
                <c:pt idx="546">
                  <c:v>45656</c:v>
                </c:pt>
                <c:pt idx="547">
                  <c:v>45655</c:v>
                </c:pt>
                <c:pt idx="548">
                  <c:v>45654</c:v>
                </c:pt>
                <c:pt idx="549">
                  <c:v>45653</c:v>
                </c:pt>
                <c:pt idx="550">
                  <c:v>45652</c:v>
                </c:pt>
                <c:pt idx="551">
                  <c:v>45651</c:v>
                </c:pt>
                <c:pt idx="552">
                  <c:v>45650</c:v>
                </c:pt>
                <c:pt idx="553">
                  <c:v>45649</c:v>
                </c:pt>
                <c:pt idx="554">
                  <c:v>45648</c:v>
                </c:pt>
                <c:pt idx="555">
                  <c:v>45647</c:v>
                </c:pt>
                <c:pt idx="556">
                  <c:v>45646</c:v>
                </c:pt>
                <c:pt idx="557">
                  <c:v>45645</c:v>
                </c:pt>
                <c:pt idx="558">
                  <c:v>45644</c:v>
                </c:pt>
                <c:pt idx="559">
                  <c:v>45643</c:v>
                </c:pt>
                <c:pt idx="560">
                  <c:v>45642</c:v>
                </c:pt>
                <c:pt idx="561">
                  <c:v>45641</c:v>
                </c:pt>
                <c:pt idx="562">
                  <c:v>45640</c:v>
                </c:pt>
                <c:pt idx="563">
                  <c:v>45639</c:v>
                </c:pt>
                <c:pt idx="564">
                  <c:v>45638</c:v>
                </c:pt>
                <c:pt idx="565">
                  <c:v>45637</c:v>
                </c:pt>
                <c:pt idx="566">
                  <c:v>45636</c:v>
                </c:pt>
                <c:pt idx="567">
                  <c:v>45635</c:v>
                </c:pt>
                <c:pt idx="568">
                  <c:v>45634</c:v>
                </c:pt>
                <c:pt idx="569">
                  <c:v>45633</c:v>
                </c:pt>
                <c:pt idx="570">
                  <c:v>45632</c:v>
                </c:pt>
                <c:pt idx="571">
                  <c:v>45631</c:v>
                </c:pt>
                <c:pt idx="572">
                  <c:v>45630</c:v>
                </c:pt>
                <c:pt idx="573">
                  <c:v>45629</c:v>
                </c:pt>
                <c:pt idx="574">
                  <c:v>45628</c:v>
                </c:pt>
                <c:pt idx="575">
                  <c:v>45627</c:v>
                </c:pt>
                <c:pt idx="576">
                  <c:v>45626</c:v>
                </c:pt>
                <c:pt idx="577">
                  <c:v>45625</c:v>
                </c:pt>
                <c:pt idx="578">
                  <c:v>45624</c:v>
                </c:pt>
                <c:pt idx="579">
                  <c:v>45623</c:v>
                </c:pt>
                <c:pt idx="580">
                  <c:v>45622</c:v>
                </c:pt>
                <c:pt idx="581">
                  <c:v>45621</c:v>
                </c:pt>
                <c:pt idx="582">
                  <c:v>45620</c:v>
                </c:pt>
                <c:pt idx="583">
                  <c:v>45619</c:v>
                </c:pt>
                <c:pt idx="584">
                  <c:v>45618</c:v>
                </c:pt>
                <c:pt idx="585">
                  <c:v>45617</c:v>
                </c:pt>
                <c:pt idx="586">
                  <c:v>45616</c:v>
                </c:pt>
                <c:pt idx="587">
                  <c:v>45615</c:v>
                </c:pt>
                <c:pt idx="588">
                  <c:v>45614</c:v>
                </c:pt>
                <c:pt idx="589">
                  <c:v>45613</c:v>
                </c:pt>
                <c:pt idx="590">
                  <c:v>45612</c:v>
                </c:pt>
                <c:pt idx="591">
                  <c:v>45611</c:v>
                </c:pt>
                <c:pt idx="592">
                  <c:v>45610</c:v>
                </c:pt>
                <c:pt idx="593">
                  <c:v>45609</c:v>
                </c:pt>
                <c:pt idx="594">
                  <c:v>45608</c:v>
                </c:pt>
                <c:pt idx="595">
                  <c:v>45607</c:v>
                </c:pt>
                <c:pt idx="596">
                  <c:v>45606</c:v>
                </c:pt>
                <c:pt idx="597">
                  <c:v>45605</c:v>
                </c:pt>
                <c:pt idx="598">
                  <c:v>45604</c:v>
                </c:pt>
                <c:pt idx="599">
                  <c:v>45603</c:v>
                </c:pt>
                <c:pt idx="600">
                  <c:v>45602</c:v>
                </c:pt>
                <c:pt idx="601">
                  <c:v>45601</c:v>
                </c:pt>
                <c:pt idx="602">
                  <c:v>45600</c:v>
                </c:pt>
                <c:pt idx="603">
                  <c:v>45599</c:v>
                </c:pt>
                <c:pt idx="604">
                  <c:v>45598</c:v>
                </c:pt>
                <c:pt idx="605">
                  <c:v>45597</c:v>
                </c:pt>
                <c:pt idx="606">
                  <c:v>45596</c:v>
                </c:pt>
                <c:pt idx="607">
                  <c:v>45595</c:v>
                </c:pt>
                <c:pt idx="608">
                  <c:v>45594</c:v>
                </c:pt>
                <c:pt idx="609">
                  <c:v>45593</c:v>
                </c:pt>
                <c:pt idx="610">
                  <c:v>45592</c:v>
                </c:pt>
                <c:pt idx="611">
                  <c:v>45591</c:v>
                </c:pt>
                <c:pt idx="612">
                  <c:v>45590</c:v>
                </c:pt>
                <c:pt idx="613">
                  <c:v>45589</c:v>
                </c:pt>
                <c:pt idx="614">
                  <c:v>45588</c:v>
                </c:pt>
                <c:pt idx="615">
                  <c:v>45587</c:v>
                </c:pt>
                <c:pt idx="616">
                  <c:v>45586</c:v>
                </c:pt>
                <c:pt idx="617">
                  <c:v>45585</c:v>
                </c:pt>
                <c:pt idx="618">
                  <c:v>45584</c:v>
                </c:pt>
                <c:pt idx="619">
                  <c:v>45583</c:v>
                </c:pt>
                <c:pt idx="620">
                  <c:v>45582</c:v>
                </c:pt>
                <c:pt idx="621">
                  <c:v>45581</c:v>
                </c:pt>
                <c:pt idx="622">
                  <c:v>45580</c:v>
                </c:pt>
                <c:pt idx="623">
                  <c:v>45579</c:v>
                </c:pt>
                <c:pt idx="624">
                  <c:v>45578</c:v>
                </c:pt>
                <c:pt idx="625">
                  <c:v>45577</c:v>
                </c:pt>
                <c:pt idx="626">
                  <c:v>45576</c:v>
                </c:pt>
                <c:pt idx="627">
                  <c:v>45575</c:v>
                </c:pt>
                <c:pt idx="628">
                  <c:v>45574</c:v>
                </c:pt>
                <c:pt idx="629">
                  <c:v>45573</c:v>
                </c:pt>
                <c:pt idx="630">
                  <c:v>45572</c:v>
                </c:pt>
                <c:pt idx="631">
                  <c:v>45571</c:v>
                </c:pt>
                <c:pt idx="632">
                  <c:v>45570</c:v>
                </c:pt>
                <c:pt idx="633">
                  <c:v>45569</c:v>
                </c:pt>
                <c:pt idx="634">
                  <c:v>45568</c:v>
                </c:pt>
                <c:pt idx="635">
                  <c:v>45567</c:v>
                </c:pt>
                <c:pt idx="636">
                  <c:v>45566</c:v>
                </c:pt>
                <c:pt idx="637">
                  <c:v>45565</c:v>
                </c:pt>
                <c:pt idx="638">
                  <c:v>45564</c:v>
                </c:pt>
                <c:pt idx="639">
                  <c:v>45563</c:v>
                </c:pt>
                <c:pt idx="640">
                  <c:v>45562</c:v>
                </c:pt>
                <c:pt idx="641">
                  <c:v>45561</c:v>
                </c:pt>
                <c:pt idx="642">
                  <c:v>45560</c:v>
                </c:pt>
                <c:pt idx="643">
                  <c:v>45559</c:v>
                </c:pt>
                <c:pt idx="644">
                  <c:v>45558</c:v>
                </c:pt>
                <c:pt idx="645">
                  <c:v>45557</c:v>
                </c:pt>
                <c:pt idx="646">
                  <c:v>45556</c:v>
                </c:pt>
                <c:pt idx="647">
                  <c:v>45555</c:v>
                </c:pt>
                <c:pt idx="648">
                  <c:v>45554</c:v>
                </c:pt>
                <c:pt idx="649">
                  <c:v>45553</c:v>
                </c:pt>
                <c:pt idx="650">
                  <c:v>45552</c:v>
                </c:pt>
                <c:pt idx="651">
                  <c:v>45551</c:v>
                </c:pt>
                <c:pt idx="652">
                  <c:v>45550</c:v>
                </c:pt>
                <c:pt idx="653">
                  <c:v>45549</c:v>
                </c:pt>
                <c:pt idx="654">
                  <c:v>45548</c:v>
                </c:pt>
                <c:pt idx="655">
                  <c:v>45547</c:v>
                </c:pt>
                <c:pt idx="656">
                  <c:v>45546</c:v>
                </c:pt>
                <c:pt idx="657">
                  <c:v>45545</c:v>
                </c:pt>
                <c:pt idx="658">
                  <c:v>45544</c:v>
                </c:pt>
                <c:pt idx="659">
                  <c:v>45543</c:v>
                </c:pt>
                <c:pt idx="660">
                  <c:v>45542</c:v>
                </c:pt>
                <c:pt idx="661">
                  <c:v>45541</c:v>
                </c:pt>
                <c:pt idx="662">
                  <c:v>45540</c:v>
                </c:pt>
                <c:pt idx="663">
                  <c:v>45539</c:v>
                </c:pt>
                <c:pt idx="664">
                  <c:v>45538</c:v>
                </c:pt>
                <c:pt idx="665">
                  <c:v>45537</c:v>
                </c:pt>
                <c:pt idx="666">
                  <c:v>45536</c:v>
                </c:pt>
                <c:pt idx="667">
                  <c:v>45535</c:v>
                </c:pt>
                <c:pt idx="668">
                  <c:v>45534</c:v>
                </c:pt>
                <c:pt idx="669">
                  <c:v>45533</c:v>
                </c:pt>
                <c:pt idx="670">
                  <c:v>45532</c:v>
                </c:pt>
                <c:pt idx="671">
                  <c:v>45531</c:v>
                </c:pt>
                <c:pt idx="672">
                  <c:v>45530</c:v>
                </c:pt>
                <c:pt idx="673">
                  <c:v>45529</c:v>
                </c:pt>
                <c:pt idx="674">
                  <c:v>45528</c:v>
                </c:pt>
                <c:pt idx="675">
                  <c:v>45527</c:v>
                </c:pt>
                <c:pt idx="676">
                  <c:v>45526</c:v>
                </c:pt>
                <c:pt idx="677">
                  <c:v>45525</c:v>
                </c:pt>
                <c:pt idx="678">
                  <c:v>45524</c:v>
                </c:pt>
                <c:pt idx="679">
                  <c:v>45523</c:v>
                </c:pt>
                <c:pt idx="680">
                  <c:v>45522</c:v>
                </c:pt>
                <c:pt idx="681">
                  <c:v>45521</c:v>
                </c:pt>
                <c:pt idx="682">
                  <c:v>45520</c:v>
                </c:pt>
                <c:pt idx="683">
                  <c:v>45519</c:v>
                </c:pt>
                <c:pt idx="684">
                  <c:v>45518</c:v>
                </c:pt>
                <c:pt idx="685">
                  <c:v>45517</c:v>
                </c:pt>
                <c:pt idx="686">
                  <c:v>45516</c:v>
                </c:pt>
                <c:pt idx="687">
                  <c:v>45515</c:v>
                </c:pt>
                <c:pt idx="688">
                  <c:v>45514</c:v>
                </c:pt>
                <c:pt idx="689">
                  <c:v>45513</c:v>
                </c:pt>
                <c:pt idx="690">
                  <c:v>45512</c:v>
                </c:pt>
                <c:pt idx="691">
                  <c:v>45511</c:v>
                </c:pt>
                <c:pt idx="692">
                  <c:v>45510</c:v>
                </c:pt>
                <c:pt idx="693">
                  <c:v>45509</c:v>
                </c:pt>
                <c:pt idx="694">
                  <c:v>45508</c:v>
                </c:pt>
                <c:pt idx="695">
                  <c:v>45507</c:v>
                </c:pt>
                <c:pt idx="696">
                  <c:v>45506</c:v>
                </c:pt>
                <c:pt idx="697">
                  <c:v>45505</c:v>
                </c:pt>
                <c:pt idx="698">
                  <c:v>45504</c:v>
                </c:pt>
                <c:pt idx="699">
                  <c:v>45503</c:v>
                </c:pt>
                <c:pt idx="700">
                  <c:v>45502</c:v>
                </c:pt>
                <c:pt idx="701">
                  <c:v>45501</c:v>
                </c:pt>
                <c:pt idx="702">
                  <c:v>45500</c:v>
                </c:pt>
                <c:pt idx="703">
                  <c:v>45499</c:v>
                </c:pt>
                <c:pt idx="704">
                  <c:v>45498</c:v>
                </c:pt>
                <c:pt idx="705">
                  <c:v>45497</c:v>
                </c:pt>
                <c:pt idx="706">
                  <c:v>45496</c:v>
                </c:pt>
                <c:pt idx="707">
                  <c:v>45495</c:v>
                </c:pt>
                <c:pt idx="708">
                  <c:v>45494</c:v>
                </c:pt>
                <c:pt idx="709">
                  <c:v>45493</c:v>
                </c:pt>
                <c:pt idx="710">
                  <c:v>45492</c:v>
                </c:pt>
                <c:pt idx="711">
                  <c:v>45491</c:v>
                </c:pt>
                <c:pt idx="712">
                  <c:v>45490</c:v>
                </c:pt>
                <c:pt idx="713">
                  <c:v>45489</c:v>
                </c:pt>
                <c:pt idx="714">
                  <c:v>45488</c:v>
                </c:pt>
                <c:pt idx="715">
                  <c:v>45487</c:v>
                </c:pt>
                <c:pt idx="716">
                  <c:v>45486</c:v>
                </c:pt>
                <c:pt idx="717">
                  <c:v>45485</c:v>
                </c:pt>
                <c:pt idx="718">
                  <c:v>45484</c:v>
                </c:pt>
                <c:pt idx="719">
                  <c:v>45483</c:v>
                </c:pt>
                <c:pt idx="720">
                  <c:v>45482</c:v>
                </c:pt>
                <c:pt idx="721">
                  <c:v>45481</c:v>
                </c:pt>
                <c:pt idx="722">
                  <c:v>45480</c:v>
                </c:pt>
                <c:pt idx="723">
                  <c:v>45479</c:v>
                </c:pt>
                <c:pt idx="724">
                  <c:v>45478</c:v>
                </c:pt>
                <c:pt idx="725">
                  <c:v>45477</c:v>
                </c:pt>
                <c:pt idx="726">
                  <c:v>45476</c:v>
                </c:pt>
                <c:pt idx="727">
                  <c:v>45475</c:v>
                </c:pt>
                <c:pt idx="728">
                  <c:v>45474</c:v>
                </c:pt>
                <c:pt idx="729">
                  <c:v>45473</c:v>
                </c:pt>
                <c:pt idx="730">
                  <c:v>45472</c:v>
                </c:pt>
                <c:pt idx="731">
                  <c:v>45471</c:v>
                </c:pt>
                <c:pt idx="732">
                  <c:v>45470</c:v>
                </c:pt>
                <c:pt idx="733">
                  <c:v>45469</c:v>
                </c:pt>
                <c:pt idx="734">
                  <c:v>45468</c:v>
                </c:pt>
                <c:pt idx="735">
                  <c:v>45467</c:v>
                </c:pt>
                <c:pt idx="736">
                  <c:v>45466</c:v>
                </c:pt>
                <c:pt idx="737">
                  <c:v>45465</c:v>
                </c:pt>
                <c:pt idx="738">
                  <c:v>45464</c:v>
                </c:pt>
                <c:pt idx="739">
                  <c:v>45463</c:v>
                </c:pt>
                <c:pt idx="740">
                  <c:v>45462</c:v>
                </c:pt>
                <c:pt idx="741">
                  <c:v>45461</c:v>
                </c:pt>
                <c:pt idx="742">
                  <c:v>45460</c:v>
                </c:pt>
                <c:pt idx="743">
                  <c:v>45459</c:v>
                </c:pt>
                <c:pt idx="744">
                  <c:v>45458</c:v>
                </c:pt>
                <c:pt idx="745">
                  <c:v>45457</c:v>
                </c:pt>
                <c:pt idx="746">
                  <c:v>45456</c:v>
                </c:pt>
                <c:pt idx="747">
                  <c:v>45455</c:v>
                </c:pt>
                <c:pt idx="748">
                  <c:v>45454</c:v>
                </c:pt>
                <c:pt idx="749">
                  <c:v>45453</c:v>
                </c:pt>
                <c:pt idx="750">
                  <c:v>45452</c:v>
                </c:pt>
                <c:pt idx="751">
                  <c:v>45451</c:v>
                </c:pt>
                <c:pt idx="752">
                  <c:v>45450</c:v>
                </c:pt>
                <c:pt idx="753">
                  <c:v>45449</c:v>
                </c:pt>
                <c:pt idx="754">
                  <c:v>45448</c:v>
                </c:pt>
                <c:pt idx="755">
                  <c:v>45447</c:v>
                </c:pt>
                <c:pt idx="756">
                  <c:v>45446</c:v>
                </c:pt>
                <c:pt idx="757">
                  <c:v>45445</c:v>
                </c:pt>
                <c:pt idx="758">
                  <c:v>45444</c:v>
                </c:pt>
                <c:pt idx="759">
                  <c:v>45443</c:v>
                </c:pt>
                <c:pt idx="760">
                  <c:v>45442</c:v>
                </c:pt>
                <c:pt idx="761">
                  <c:v>45441</c:v>
                </c:pt>
                <c:pt idx="762">
                  <c:v>45440</c:v>
                </c:pt>
                <c:pt idx="763">
                  <c:v>45439</c:v>
                </c:pt>
                <c:pt idx="764">
                  <c:v>45438</c:v>
                </c:pt>
                <c:pt idx="765">
                  <c:v>45437</c:v>
                </c:pt>
                <c:pt idx="766">
                  <c:v>45436</c:v>
                </c:pt>
                <c:pt idx="767">
                  <c:v>45435</c:v>
                </c:pt>
                <c:pt idx="768">
                  <c:v>45434</c:v>
                </c:pt>
                <c:pt idx="769">
                  <c:v>45433</c:v>
                </c:pt>
                <c:pt idx="770">
                  <c:v>45432</c:v>
                </c:pt>
                <c:pt idx="771">
                  <c:v>45431</c:v>
                </c:pt>
                <c:pt idx="772">
                  <c:v>45430</c:v>
                </c:pt>
                <c:pt idx="773">
                  <c:v>45429</c:v>
                </c:pt>
                <c:pt idx="774">
                  <c:v>45428</c:v>
                </c:pt>
                <c:pt idx="775">
                  <c:v>45427</c:v>
                </c:pt>
                <c:pt idx="776">
                  <c:v>45426</c:v>
                </c:pt>
                <c:pt idx="777">
                  <c:v>45425</c:v>
                </c:pt>
                <c:pt idx="778">
                  <c:v>45424</c:v>
                </c:pt>
                <c:pt idx="779">
                  <c:v>45423</c:v>
                </c:pt>
                <c:pt idx="780">
                  <c:v>45422</c:v>
                </c:pt>
                <c:pt idx="781">
                  <c:v>45421</c:v>
                </c:pt>
                <c:pt idx="782">
                  <c:v>45420</c:v>
                </c:pt>
                <c:pt idx="783">
                  <c:v>45419</c:v>
                </c:pt>
                <c:pt idx="784">
                  <c:v>45418</c:v>
                </c:pt>
                <c:pt idx="785">
                  <c:v>45417</c:v>
                </c:pt>
                <c:pt idx="786">
                  <c:v>45416</c:v>
                </c:pt>
                <c:pt idx="787">
                  <c:v>45415</c:v>
                </c:pt>
                <c:pt idx="788">
                  <c:v>45414</c:v>
                </c:pt>
                <c:pt idx="789">
                  <c:v>45413</c:v>
                </c:pt>
                <c:pt idx="790">
                  <c:v>45412</c:v>
                </c:pt>
                <c:pt idx="791">
                  <c:v>45411</c:v>
                </c:pt>
                <c:pt idx="792">
                  <c:v>45410</c:v>
                </c:pt>
                <c:pt idx="793">
                  <c:v>45409</c:v>
                </c:pt>
                <c:pt idx="794">
                  <c:v>45408</c:v>
                </c:pt>
                <c:pt idx="795">
                  <c:v>45407</c:v>
                </c:pt>
                <c:pt idx="796">
                  <c:v>45406</c:v>
                </c:pt>
                <c:pt idx="797">
                  <c:v>45405</c:v>
                </c:pt>
                <c:pt idx="798">
                  <c:v>45404</c:v>
                </c:pt>
                <c:pt idx="799">
                  <c:v>45403</c:v>
                </c:pt>
                <c:pt idx="800">
                  <c:v>45402</c:v>
                </c:pt>
                <c:pt idx="801">
                  <c:v>45401</c:v>
                </c:pt>
                <c:pt idx="802">
                  <c:v>45400</c:v>
                </c:pt>
                <c:pt idx="803">
                  <c:v>45399</c:v>
                </c:pt>
                <c:pt idx="804">
                  <c:v>45398</c:v>
                </c:pt>
                <c:pt idx="805">
                  <c:v>45397</c:v>
                </c:pt>
                <c:pt idx="806">
                  <c:v>45396</c:v>
                </c:pt>
                <c:pt idx="807">
                  <c:v>45395</c:v>
                </c:pt>
                <c:pt idx="808">
                  <c:v>45394</c:v>
                </c:pt>
                <c:pt idx="809">
                  <c:v>45393</c:v>
                </c:pt>
                <c:pt idx="810">
                  <c:v>45392</c:v>
                </c:pt>
                <c:pt idx="811">
                  <c:v>45391</c:v>
                </c:pt>
                <c:pt idx="812">
                  <c:v>45390</c:v>
                </c:pt>
                <c:pt idx="813">
                  <c:v>45389</c:v>
                </c:pt>
                <c:pt idx="814">
                  <c:v>45388</c:v>
                </c:pt>
                <c:pt idx="815">
                  <c:v>45387</c:v>
                </c:pt>
                <c:pt idx="816">
                  <c:v>45386</c:v>
                </c:pt>
                <c:pt idx="817">
                  <c:v>45385</c:v>
                </c:pt>
                <c:pt idx="818">
                  <c:v>45384</c:v>
                </c:pt>
                <c:pt idx="819">
                  <c:v>45383</c:v>
                </c:pt>
                <c:pt idx="820">
                  <c:v>45382</c:v>
                </c:pt>
                <c:pt idx="821">
                  <c:v>45381</c:v>
                </c:pt>
                <c:pt idx="822">
                  <c:v>45380</c:v>
                </c:pt>
                <c:pt idx="823">
                  <c:v>45379</c:v>
                </c:pt>
                <c:pt idx="824">
                  <c:v>45378</c:v>
                </c:pt>
                <c:pt idx="825">
                  <c:v>45377</c:v>
                </c:pt>
                <c:pt idx="826">
                  <c:v>45376</c:v>
                </c:pt>
                <c:pt idx="827">
                  <c:v>45375</c:v>
                </c:pt>
                <c:pt idx="828">
                  <c:v>45374</c:v>
                </c:pt>
                <c:pt idx="829">
                  <c:v>45373</c:v>
                </c:pt>
                <c:pt idx="830">
                  <c:v>45372</c:v>
                </c:pt>
                <c:pt idx="831">
                  <c:v>45371</c:v>
                </c:pt>
                <c:pt idx="832">
                  <c:v>45370</c:v>
                </c:pt>
                <c:pt idx="833">
                  <c:v>45369</c:v>
                </c:pt>
                <c:pt idx="834">
                  <c:v>45368</c:v>
                </c:pt>
                <c:pt idx="835">
                  <c:v>45367</c:v>
                </c:pt>
                <c:pt idx="836">
                  <c:v>45366</c:v>
                </c:pt>
                <c:pt idx="837">
                  <c:v>45365</c:v>
                </c:pt>
                <c:pt idx="838">
                  <c:v>45364</c:v>
                </c:pt>
                <c:pt idx="839">
                  <c:v>45363</c:v>
                </c:pt>
                <c:pt idx="840">
                  <c:v>45362</c:v>
                </c:pt>
                <c:pt idx="841">
                  <c:v>45361</c:v>
                </c:pt>
                <c:pt idx="842">
                  <c:v>45360</c:v>
                </c:pt>
                <c:pt idx="843">
                  <c:v>45359</c:v>
                </c:pt>
                <c:pt idx="844">
                  <c:v>45358</c:v>
                </c:pt>
                <c:pt idx="845">
                  <c:v>45357</c:v>
                </c:pt>
                <c:pt idx="846">
                  <c:v>45356</c:v>
                </c:pt>
                <c:pt idx="847">
                  <c:v>45355</c:v>
                </c:pt>
                <c:pt idx="848">
                  <c:v>45354</c:v>
                </c:pt>
                <c:pt idx="849">
                  <c:v>45353</c:v>
                </c:pt>
                <c:pt idx="850">
                  <c:v>45352</c:v>
                </c:pt>
                <c:pt idx="851">
                  <c:v>45351</c:v>
                </c:pt>
                <c:pt idx="852">
                  <c:v>45350</c:v>
                </c:pt>
                <c:pt idx="853">
                  <c:v>45349</c:v>
                </c:pt>
                <c:pt idx="854">
                  <c:v>45348</c:v>
                </c:pt>
                <c:pt idx="855">
                  <c:v>45347</c:v>
                </c:pt>
                <c:pt idx="856">
                  <c:v>45346</c:v>
                </c:pt>
                <c:pt idx="857">
                  <c:v>45345</c:v>
                </c:pt>
                <c:pt idx="858">
                  <c:v>45344</c:v>
                </c:pt>
                <c:pt idx="859">
                  <c:v>45343</c:v>
                </c:pt>
                <c:pt idx="860">
                  <c:v>45342</c:v>
                </c:pt>
                <c:pt idx="861">
                  <c:v>45341</c:v>
                </c:pt>
                <c:pt idx="862">
                  <c:v>45340</c:v>
                </c:pt>
                <c:pt idx="863">
                  <c:v>45339</c:v>
                </c:pt>
                <c:pt idx="864">
                  <c:v>45338</c:v>
                </c:pt>
                <c:pt idx="865">
                  <c:v>45337</c:v>
                </c:pt>
                <c:pt idx="866">
                  <c:v>45336</c:v>
                </c:pt>
                <c:pt idx="867">
                  <c:v>45335</c:v>
                </c:pt>
                <c:pt idx="868">
                  <c:v>45334</c:v>
                </c:pt>
                <c:pt idx="869">
                  <c:v>45333</c:v>
                </c:pt>
                <c:pt idx="870">
                  <c:v>45332</c:v>
                </c:pt>
                <c:pt idx="871">
                  <c:v>45331</c:v>
                </c:pt>
                <c:pt idx="872">
                  <c:v>45330</c:v>
                </c:pt>
                <c:pt idx="873">
                  <c:v>45329</c:v>
                </c:pt>
                <c:pt idx="874">
                  <c:v>45328</c:v>
                </c:pt>
                <c:pt idx="875">
                  <c:v>45327</c:v>
                </c:pt>
                <c:pt idx="876">
                  <c:v>45326</c:v>
                </c:pt>
                <c:pt idx="877">
                  <c:v>45325</c:v>
                </c:pt>
                <c:pt idx="878">
                  <c:v>45324</c:v>
                </c:pt>
                <c:pt idx="879">
                  <c:v>45323</c:v>
                </c:pt>
                <c:pt idx="880">
                  <c:v>45322</c:v>
                </c:pt>
                <c:pt idx="881">
                  <c:v>45321</c:v>
                </c:pt>
                <c:pt idx="882">
                  <c:v>45320</c:v>
                </c:pt>
                <c:pt idx="883">
                  <c:v>45319</c:v>
                </c:pt>
                <c:pt idx="884">
                  <c:v>45318</c:v>
                </c:pt>
                <c:pt idx="885">
                  <c:v>45317</c:v>
                </c:pt>
                <c:pt idx="886">
                  <c:v>45316</c:v>
                </c:pt>
                <c:pt idx="887">
                  <c:v>45315</c:v>
                </c:pt>
                <c:pt idx="888">
                  <c:v>45314</c:v>
                </c:pt>
                <c:pt idx="889">
                  <c:v>45313</c:v>
                </c:pt>
                <c:pt idx="890">
                  <c:v>45312</c:v>
                </c:pt>
                <c:pt idx="891">
                  <c:v>45311</c:v>
                </c:pt>
                <c:pt idx="892">
                  <c:v>45310</c:v>
                </c:pt>
                <c:pt idx="893">
                  <c:v>45309</c:v>
                </c:pt>
                <c:pt idx="894">
                  <c:v>45308</c:v>
                </c:pt>
                <c:pt idx="895">
                  <c:v>45307</c:v>
                </c:pt>
                <c:pt idx="896">
                  <c:v>45306</c:v>
                </c:pt>
                <c:pt idx="897">
                  <c:v>45305</c:v>
                </c:pt>
                <c:pt idx="898">
                  <c:v>45304</c:v>
                </c:pt>
                <c:pt idx="899">
                  <c:v>45303</c:v>
                </c:pt>
                <c:pt idx="900">
                  <c:v>45302</c:v>
                </c:pt>
                <c:pt idx="901">
                  <c:v>45301</c:v>
                </c:pt>
                <c:pt idx="902">
                  <c:v>45300</c:v>
                </c:pt>
                <c:pt idx="903">
                  <c:v>45299</c:v>
                </c:pt>
                <c:pt idx="904">
                  <c:v>45298</c:v>
                </c:pt>
                <c:pt idx="905">
                  <c:v>45297</c:v>
                </c:pt>
                <c:pt idx="906">
                  <c:v>45296</c:v>
                </c:pt>
                <c:pt idx="907">
                  <c:v>45295</c:v>
                </c:pt>
                <c:pt idx="908">
                  <c:v>45294</c:v>
                </c:pt>
                <c:pt idx="909">
                  <c:v>45293</c:v>
                </c:pt>
                <c:pt idx="910">
                  <c:v>45292</c:v>
                </c:pt>
                <c:pt idx="911">
                  <c:v>45291</c:v>
                </c:pt>
                <c:pt idx="912">
                  <c:v>45290</c:v>
                </c:pt>
                <c:pt idx="913">
                  <c:v>45289</c:v>
                </c:pt>
                <c:pt idx="914">
                  <c:v>45288</c:v>
                </c:pt>
                <c:pt idx="915">
                  <c:v>45287</c:v>
                </c:pt>
                <c:pt idx="916">
                  <c:v>45286</c:v>
                </c:pt>
                <c:pt idx="917">
                  <c:v>45285</c:v>
                </c:pt>
                <c:pt idx="918">
                  <c:v>45284</c:v>
                </c:pt>
                <c:pt idx="919">
                  <c:v>45283</c:v>
                </c:pt>
                <c:pt idx="920">
                  <c:v>45282</c:v>
                </c:pt>
                <c:pt idx="921">
                  <c:v>45281</c:v>
                </c:pt>
                <c:pt idx="922">
                  <c:v>45280</c:v>
                </c:pt>
                <c:pt idx="923">
                  <c:v>45279</c:v>
                </c:pt>
                <c:pt idx="924">
                  <c:v>45278</c:v>
                </c:pt>
                <c:pt idx="925">
                  <c:v>45277</c:v>
                </c:pt>
                <c:pt idx="926">
                  <c:v>45276</c:v>
                </c:pt>
                <c:pt idx="927">
                  <c:v>45275</c:v>
                </c:pt>
                <c:pt idx="928">
                  <c:v>45274</c:v>
                </c:pt>
                <c:pt idx="929">
                  <c:v>45273</c:v>
                </c:pt>
                <c:pt idx="930">
                  <c:v>45272</c:v>
                </c:pt>
                <c:pt idx="931">
                  <c:v>45271</c:v>
                </c:pt>
                <c:pt idx="932">
                  <c:v>45270</c:v>
                </c:pt>
                <c:pt idx="933">
                  <c:v>45269</c:v>
                </c:pt>
                <c:pt idx="934">
                  <c:v>45268</c:v>
                </c:pt>
                <c:pt idx="935">
                  <c:v>45267</c:v>
                </c:pt>
                <c:pt idx="936">
                  <c:v>45266</c:v>
                </c:pt>
                <c:pt idx="937">
                  <c:v>45265</c:v>
                </c:pt>
                <c:pt idx="938">
                  <c:v>45264</c:v>
                </c:pt>
                <c:pt idx="939">
                  <c:v>45263</c:v>
                </c:pt>
                <c:pt idx="940">
                  <c:v>45262</c:v>
                </c:pt>
                <c:pt idx="941">
                  <c:v>45261</c:v>
                </c:pt>
                <c:pt idx="942">
                  <c:v>45260</c:v>
                </c:pt>
                <c:pt idx="943">
                  <c:v>45259</c:v>
                </c:pt>
                <c:pt idx="944">
                  <c:v>45258</c:v>
                </c:pt>
                <c:pt idx="945">
                  <c:v>45257</c:v>
                </c:pt>
                <c:pt idx="946">
                  <c:v>45256</c:v>
                </c:pt>
                <c:pt idx="947">
                  <c:v>45255</c:v>
                </c:pt>
                <c:pt idx="948">
                  <c:v>45254</c:v>
                </c:pt>
                <c:pt idx="949">
                  <c:v>45253</c:v>
                </c:pt>
                <c:pt idx="950">
                  <c:v>45252</c:v>
                </c:pt>
                <c:pt idx="951">
                  <c:v>45251</c:v>
                </c:pt>
                <c:pt idx="952">
                  <c:v>45250</c:v>
                </c:pt>
                <c:pt idx="953">
                  <c:v>45249</c:v>
                </c:pt>
                <c:pt idx="954">
                  <c:v>45248</c:v>
                </c:pt>
                <c:pt idx="955">
                  <c:v>45247</c:v>
                </c:pt>
                <c:pt idx="956">
                  <c:v>45246</c:v>
                </c:pt>
                <c:pt idx="957">
                  <c:v>45245</c:v>
                </c:pt>
                <c:pt idx="958">
                  <c:v>45244</c:v>
                </c:pt>
                <c:pt idx="959">
                  <c:v>45243</c:v>
                </c:pt>
                <c:pt idx="960">
                  <c:v>45242</c:v>
                </c:pt>
                <c:pt idx="961">
                  <c:v>45241</c:v>
                </c:pt>
                <c:pt idx="962">
                  <c:v>45240</c:v>
                </c:pt>
                <c:pt idx="963">
                  <c:v>45239</c:v>
                </c:pt>
                <c:pt idx="964">
                  <c:v>45238</c:v>
                </c:pt>
                <c:pt idx="965">
                  <c:v>45237</c:v>
                </c:pt>
                <c:pt idx="966">
                  <c:v>45236</c:v>
                </c:pt>
                <c:pt idx="967">
                  <c:v>45235</c:v>
                </c:pt>
                <c:pt idx="968">
                  <c:v>45234</c:v>
                </c:pt>
                <c:pt idx="969">
                  <c:v>45233</c:v>
                </c:pt>
                <c:pt idx="970">
                  <c:v>45232</c:v>
                </c:pt>
                <c:pt idx="971">
                  <c:v>45231</c:v>
                </c:pt>
                <c:pt idx="972">
                  <c:v>45230</c:v>
                </c:pt>
                <c:pt idx="973">
                  <c:v>45229</c:v>
                </c:pt>
                <c:pt idx="974">
                  <c:v>45228</c:v>
                </c:pt>
                <c:pt idx="975">
                  <c:v>45227</c:v>
                </c:pt>
                <c:pt idx="976">
                  <c:v>45226</c:v>
                </c:pt>
                <c:pt idx="977">
                  <c:v>45225</c:v>
                </c:pt>
                <c:pt idx="978">
                  <c:v>45224</c:v>
                </c:pt>
                <c:pt idx="979">
                  <c:v>45223</c:v>
                </c:pt>
                <c:pt idx="980">
                  <c:v>45222</c:v>
                </c:pt>
                <c:pt idx="981">
                  <c:v>45221</c:v>
                </c:pt>
                <c:pt idx="982">
                  <c:v>45220</c:v>
                </c:pt>
                <c:pt idx="983">
                  <c:v>45219</c:v>
                </c:pt>
                <c:pt idx="984">
                  <c:v>45218</c:v>
                </c:pt>
                <c:pt idx="985">
                  <c:v>45217</c:v>
                </c:pt>
                <c:pt idx="986">
                  <c:v>45216</c:v>
                </c:pt>
                <c:pt idx="987">
                  <c:v>45215</c:v>
                </c:pt>
                <c:pt idx="988">
                  <c:v>45214</c:v>
                </c:pt>
                <c:pt idx="989">
                  <c:v>45213</c:v>
                </c:pt>
                <c:pt idx="990">
                  <c:v>45212</c:v>
                </c:pt>
                <c:pt idx="991">
                  <c:v>45211</c:v>
                </c:pt>
                <c:pt idx="992">
                  <c:v>45210</c:v>
                </c:pt>
                <c:pt idx="993">
                  <c:v>45209</c:v>
                </c:pt>
                <c:pt idx="994">
                  <c:v>45208</c:v>
                </c:pt>
                <c:pt idx="995">
                  <c:v>45207</c:v>
                </c:pt>
                <c:pt idx="996">
                  <c:v>45206</c:v>
                </c:pt>
                <c:pt idx="997">
                  <c:v>45205</c:v>
                </c:pt>
                <c:pt idx="998">
                  <c:v>45204</c:v>
                </c:pt>
                <c:pt idx="999">
                  <c:v>45203</c:v>
                </c:pt>
                <c:pt idx="1000">
                  <c:v>45202</c:v>
                </c:pt>
                <c:pt idx="1001">
                  <c:v>45201</c:v>
                </c:pt>
                <c:pt idx="1002">
                  <c:v>45200</c:v>
                </c:pt>
                <c:pt idx="1003">
                  <c:v>45199</c:v>
                </c:pt>
                <c:pt idx="1004">
                  <c:v>45198</c:v>
                </c:pt>
                <c:pt idx="1005">
                  <c:v>45197</c:v>
                </c:pt>
                <c:pt idx="1006">
                  <c:v>45196</c:v>
                </c:pt>
                <c:pt idx="1007">
                  <c:v>45195</c:v>
                </c:pt>
                <c:pt idx="1008">
                  <c:v>45194</c:v>
                </c:pt>
                <c:pt idx="1009">
                  <c:v>45193</c:v>
                </c:pt>
                <c:pt idx="1010">
                  <c:v>45192</c:v>
                </c:pt>
                <c:pt idx="1011">
                  <c:v>45191</c:v>
                </c:pt>
                <c:pt idx="1012">
                  <c:v>45190</c:v>
                </c:pt>
                <c:pt idx="1013">
                  <c:v>45189</c:v>
                </c:pt>
                <c:pt idx="1014">
                  <c:v>45188</c:v>
                </c:pt>
                <c:pt idx="1015">
                  <c:v>45187</c:v>
                </c:pt>
                <c:pt idx="1016">
                  <c:v>45186</c:v>
                </c:pt>
                <c:pt idx="1017">
                  <c:v>45185</c:v>
                </c:pt>
                <c:pt idx="1018">
                  <c:v>45184</c:v>
                </c:pt>
                <c:pt idx="1019">
                  <c:v>45183</c:v>
                </c:pt>
                <c:pt idx="1020">
                  <c:v>45182</c:v>
                </c:pt>
                <c:pt idx="1021">
                  <c:v>45181</c:v>
                </c:pt>
                <c:pt idx="1022">
                  <c:v>45180</c:v>
                </c:pt>
                <c:pt idx="1023">
                  <c:v>45179</c:v>
                </c:pt>
                <c:pt idx="1024">
                  <c:v>45178</c:v>
                </c:pt>
                <c:pt idx="1025">
                  <c:v>45177</c:v>
                </c:pt>
                <c:pt idx="1026">
                  <c:v>45176</c:v>
                </c:pt>
                <c:pt idx="1027">
                  <c:v>45175</c:v>
                </c:pt>
                <c:pt idx="1028">
                  <c:v>45174</c:v>
                </c:pt>
                <c:pt idx="1029">
                  <c:v>45173</c:v>
                </c:pt>
                <c:pt idx="1030">
                  <c:v>45172</c:v>
                </c:pt>
                <c:pt idx="1031">
                  <c:v>45171</c:v>
                </c:pt>
                <c:pt idx="1032">
                  <c:v>45170</c:v>
                </c:pt>
                <c:pt idx="1033">
                  <c:v>45169</c:v>
                </c:pt>
                <c:pt idx="1034">
                  <c:v>45168</c:v>
                </c:pt>
                <c:pt idx="1035">
                  <c:v>45167</c:v>
                </c:pt>
                <c:pt idx="1036">
                  <c:v>45166</c:v>
                </c:pt>
                <c:pt idx="1037">
                  <c:v>45165</c:v>
                </c:pt>
                <c:pt idx="1038">
                  <c:v>45164</c:v>
                </c:pt>
                <c:pt idx="1039">
                  <c:v>45163</c:v>
                </c:pt>
                <c:pt idx="1040">
                  <c:v>45162</c:v>
                </c:pt>
                <c:pt idx="1041">
                  <c:v>45161</c:v>
                </c:pt>
                <c:pt idx="1042">
                  <c:v>45160</c:v>
                </c:pt>
                <c:pt idx="1043">
                  <c:v>45159</c:v>
                </c:pt>
                <c:pt idx="1044">
                  <c:v>45158</c:v>
                </c:pt>
                <c:pt idx="1045">
                  <c:v>45157</c:v>
                </c:pt>
                <c:pt idx="1046">
                  <c:v>45156</c:v>
                </c:pt>
                <c:pt idx="1047">
                  <c:v>45155</c:v>
                </c:pt>
                <c:pt idx="1048">
                  <c:v>45154</c:v>
                </c:pt>
                <c:pt idx="1049">
                  <c:v>45153</c:v>
                </c:pt>
                <c:pt idx="1050">
                  <c:v>45152</c:v>
                </c:pt>
                <c:pt idx="1051">
                  <c:v>45151</c:v>
                </c:pt>
                <c:pt idx="1052">
                  <c:v>45150</c:v>
                </c:pt>
                <c:pt idx="1053">
                  <c:v>45149</c:v>
                </c:pt>
                <c:pt idx="1054">
                  <c:v>45148</c:v>
                </c:pt>
                <c:pt idx="1055">
                  <c:v>45147</c:v>
                </c:pt>
                <c:pt idx="1056">
                  <c:v>45146</c:v>
                </c:pt>
                <c:pt idx="1057">
                  <c:v>45145</c:v>
                </c:pt>
                <c:pt idx="1058">
                  <c:v>45144</c:v>
                </c:pt>
                <c:pt idx="1059">
                  <c:v>45143</c:v>
                </c:pt>
                <c:pt idx="1060">
                  <c:v>45142</c:v>
                </c:pt>
                <c:pt idx="1061">
                  <c:v>45141</c:v>
                </c:pt>
                <c:pt idx="1062">
                  <c:v>45140</c:v>
                </c:pt>
                <c:pt idx="1063">
                  <c:v>45139</c:v>
                </c:pt>
                <c:pt idx="1064">
                  <c:v>45138</c:v>
                </c:pt>
                <c:pt idx="1065">
                  <c:v>45137</c:v>
                </c:pt>
                <c:pt idx="1066">
                  <c:v>45136</c:v>
                </c:pt>
                <c:pt idx="1067">
                  <c:v>45135</c:v>
                </c:pt>
                <c:pt idx="1068">
                  <c:v>45134</c:v>
                </c:pt>
                <c:pt idx="1069">
                  <c:v>45133</c:v>
                </c:pt>
                <c:pt idx="1070">
                  <c:v>45132</c:v>
                </c:pt>
                <c:pt idx="1071">
                  <c:v>45131</c:v>
                </c:pt>
                <c:pt idx="1072">
                  <c:v>45130</c:v>
                </c:pt>
                <c:pt idx="1073">
                  <c:v>45129</c:v>
                </c:pt>
                <c:pt idx="1074">
                  <c:v>45128</c:v>
                </c:pt>
                <c:pt idx="1075">
                  <c:v>45127</c:v>
                </c:pt>
                <c:pt idx="1076">
                  <c:v>45126</c:v>
                </c:pt>
                <c:pt idx="1077">
                  <c:v>45125</c:v>
                </c:pt>
                <c:pt idx="1078">
                  <c:v>45124</c:v>
                </c:pt>
                <c:pt idx="1079">
                  <c:v>45123</c:v>
                </c:pt>
                <c:pt idx="1080">
                  <c:v>45122</c:v>
                </c:pt>
                <c:pt idx="1081">
                  <c:v>45121</c:v>
                </c:pt>
                <c:pt idx="1082">
                  <c:v>45120</c:v>
                </c:pt>
                <c:pt idx="1083">
                  <c:v>45119</c:v>
                </c:pt>
                <c:pt idx="1084">
                  <c:v>45118</c:v>
                </c:pt>
                <c:pt idx="1085">
                  <c:v>45117</c:v>
                </c:pt>
                <c:pt idx="1086">
                  <c:v>45116</c:v>
                </c:pt>
                <c:pt idx="1087">
                  <c:v>45115</c:v>
                </c:pt>
                <c:pt idx="1088">
                  <c:v>45114</c:v>
                </c:pt>
                <c:pt idx="1089">
                  <c:v>45113</c:v>
                </c:pt>
                <c:pt idx="1090">
                  <c:v>45112</c:v>
                </c:pt>
                <c:pt idx="1091">
                  <c:v>45111</c:v>
                </c:pt>
                <c:pt idx="1092">
                  <c:v>45110</c:v>
                </c:pt>
                <c:pt idx="1093">
                  <c:v>45109</c:v>
                </c:pt>
                <c:pt idx="1094">
                  <c:v>45108</c:v>
                </c:pt>
                <c:pt idx="1095">
                  <c:v>45107</c:v>
                </c:pt>
                <c:pt idx="1096">
                  <c:v>45106</c:v>
                </c:pt>
                <c:pt idx="1097">
                  <c:v>45105</c:v>
                </c:pt>
                <c:pt idx="1098">
                  <c:v>45104</c:v>
                </c:pt>
                <c:pt idx="1099">
                  <c:v>45103</c:v>
                </c:pt>
                <c:pt idx="1100">
                  <c:v>45102</c:v>
                </c:pt>
                <c:pt idx="1101">
                  <c:v>45101</c:v>
                </c:pt>
                <c:pt idx="1102">
                  <c:v>45100</c:v>
                </c:pt>
                <c:pt idx="1103">
                  <c:v>45099</c:v>
                </c:pt>
                <c:pt idx="1104">
                  <c:v>45098</c:v>
                </c:pt>
                <c:pt idx="1105">
                  <c:v>45097</c:v>
                </c:pt>
                <c:pt idx="1106">
                  <c:v>45096</c:v>
                </c:pt>
                <c:pt idx="1107">
                  <c:v>45095</c:v>
                </c:pt>
                <c:pt idx="1108">
                  <c:v>45094</c:v>
                </c:pt>
                <c:pt idx="1109">
                  <c:v>45093</c:v>
                </c:pt>
                <c:pt idx="1110">
                  <c:v>45092</c:v>
                </c:pt>
                <c:pt idx="1111">
                  <c:v>45091</c:v>
                </c:pt>
                <c:pt idx="1112">
                  <c:v>45090</c:v>
                </c:pt>
                <c:pt idx="1113">
                  <c:v>45089</c:v>
                </c:pt>
                <c:pt idx="1114">
                  <c:v>45088</c:v>
                </c:pt>
                <c:pt idx="1115">
                  <c:v>45087</c:v>
                </c:pt>
                <c:pt idx="1116">
                  <c:v>45086</c:v>
                </c:pt>
                <c:pt idx="1117">
                  <c:v>45085</c:v>
                </c:pt>
                <c:pt idx="1118">
                  <c:v>45084</c:v>
                </c:pt>
                <c:pt idx="1119">
                  <c:v>45083</c:v>
                </c:pt>
                <c:pt idx="1120">
                  <c:v>45082</c:v>
                </c:pt>
                <c:pt idx="1121">
                  <c:v>45081</c:v>
                </c:pt>
                <c:pt idx="1122">
                  <c:v>45080</c:v>
                </c:pt>
                <c:pt idx="1123">
                  <c:v>45079</c:v>
                </c:pt>
                <c:pt idx="1124">
                  <c:v>45078</c:v>
                </c:pt>
                <c:pt idx="1125">
                  <c:v>45077</c:v>
                </c:pt>
                <c:pt idx="1126">
                  <c:v>45076</c:v>
                </c:pt>
                <c:pt idx="1127">
                  <c:v>45075</c:v>
                </c:pt>
                <c:pt idx="1128">
                  <c:v>45074</c:v>
                </c:pt>
                <c:pt idx="1129">
                  <c:v>45073</c:v>
                </c:pt>
                <c:pt idx="1130">
                  <c:v>45072</c:v>
                </c:pt>
                <c:pt idx="1131">
                  <c:v>45071</c:v>
                </c:pt>
                <c:pt idx="1132">
                  <c:v>45070</c:v>
                </c:pt>
                <c:pt idx="1133">
                  <c:v>45069</c:v>
                </c:pt>
                <c:pt idx="1134">
                  <c:v>45068</c:v>
                </c:pt>
                <c:pt idx="1135">
                  <c:v>45067</c:v>
                </c:pt>
                <c:pt idx="1136">
                  <c:v>45066</c:v>
                </c:pt>
                <c:pt idx="1137">
                  <c:v>45065</c:v>
                </c:pt>
                <c:pt idx="1138">
                  <c:v>45064</c:v>
                </c:pt>
                <c:pt idx="1139">
                  <c:v>45063</c:v>
                </c:pt>
                <c:pt idx="1140">
                  <c:v>45062</c:v>
                </c:pt>
                <c:pt idx="1141">
                  <c:v>45061</c:v>
                </c:pt>
                <c:pt idx="1142">
                  <c:v>45060</c:v>
                </c:pt>
                <c:pt idx="1143">
                  <c:v>45059</c:v>
                </c:pt>
                <c:pt idx="1144">
                  <c:v>45058</c:v>
                </c:pt>
                <c:pt idx="1145">
                  <c:v>45057</c:v>
                </c:pt>
                <c:pt idx="1146">
                  <c:v>45056</c:v>
                </c:pt>
                <c:pt idx="1147">
                  <c:v>45055</c:v>
                </c:pt>
                <c:pt idx="1148">
                  <c:v>45054</c:v>
                </c:pt>
                <c:pt idx="1149">
                  <c:v>45053</c:v>
                </c:pt>
                <c:pt idx="1150">
                  <c:v>45052</c:v>
                </c:pt>
                <c:pt idx="1151">
                  <c:v>45051</c:v>
                </c:pt>
                <c:pt idx="1152">
                  <c:v>45050</c:v>
                </c:pt>
                <c:pt idx="1153">
                  <c:v>45049</c:v>
                </c:pt>
                <c:pt idx="1154">
                  <c:v>45048</c:v>
                </c:pt>
                <c:pt idx="1155">
                  <c:v>45047</c:v>
                </c:pt>
                <c:pt idx="1156">
                  <c:v>45046</c:v>
                </c:pt>
                <c:pt idx="1157">
                  <c:v>45045</c:v>
                </c:pt>
                <c:pt idx="1158">
                  <c:v>45044</c:v>
                </c:pt>
                <c:pt idx="1159">
                  <c:v>45043</c:v>
                </c:pt>
                <c:pt idx="1160">
                  <c:v>45042</c:v>
                </c:pt>
                <c:pt idx="1161">
                  <c:v>45041</c:v>
                </c:pt>
                <c:pt idx="1162">
                  <c:v>45040</c:v>
                </c:pt>
                <c:pt idx="1163">
                  <c:v>45039</c:v>
                </c:pt>
                <c:pt idx="1164">
                  <c:v>45038</c:v>
                </c:pt>
                <c:pt idx="1165">
                  <c:v>45037</c:v>
                </c:pt>
                <c:pt idx="1166">
                  <c:v>45036</c:v>
                </c:pt>
                <c:pt idx="1167">
                  <c:v>45035</c:v>
                </c:pt>
                <c:pt idx="1168">
                  <c:v>45034</c:v>
                </c:pt>
                <c:pt idx="1169">
                  <c:v>45033</c:v>
                </c:pt>
                <c:pt idx="1170">
                  <c:v>45032</c:v>
                </c:pt>
                <c:pt idx="1171">
                  <c:v>45031</c:v>
                </c:pt>
                <c:pt idx="1172">
                  <c:v>45030</c:v>
                </c:pt>
                <c:pt idx="1173">
                  <c:v>45029</c:v>
                </c:pt>
                <c:pt idx="1174">
                  <c:v>45028</c:v>
                </c:pt>
                <c:pt idx="1175">
                  <c:v>45027</c:v>
                </c:pt>
                <c:pt idx="1176">
                  <c:v>45026</c:v>
                </c:pt>
                <c:pt idx="1177">
                  <c:v>45025</c:v>
                </c:pt>
                <c:pt idx="1178">
                  <c:v>45024</c:v>
                </c:pt>
                <c:pt idx="1179">
                  <c:v>45023</c:v>
                </c:pt>
                <c:pt idx="1180">
                  <c:v>45022</c:v>
                </c:pt>
                <c:pt idx="1181">
                  <c:v>45021</c:v>
                </c:pt>
                <c:pt idx="1182">
                  <c:v>45020</c:v>
                </c:pt>
                <c:pt idx="1183">
                  <c:v>45019</c:v>
                </c:pt>
                <c:pt idx="1184">
                  <c:v>45018</c:v>
                </c:pt>
                <c:pt idx="1185">
                  <c:v>45017</c:v>
                </c:pt>
                <c:pt idx="1186">
                  <c:v>45016</c:v>
                </c:pt>
                <c:pt idx="1187">
                  <c:v>45015</c:v>
                </c:pt>
                <c:pt idx="1188">
                  <c:v>45014</c:v>
                </c:pt>
                <c:pt idx="1189">
                  <c:v>45013</c:v>
                </c:pt>
                <c:pt idx="1190">
                  <c:v>45012</c:v>
                </c:pt>
                <c:pt idx="1191">
                  <c:v>45011</c:v>
                </c:pt>
                <c:pt idx="1192">
                  <c:v>45010</c:v>
                </c:pt>
                <c:pt idx="1193">
                  <c:v>45009</c:v>
                </c:pt>
                <c:pt idx="1194">
                  <c:v>45008</c:v>
                </c:pt>
                <c:pt idx="1195">
                  <c:v>45007</c:v>
                </c:pt>
                <c:pt idx="1196">
                  <c:v>45006</c:v>
                </c:pt>
                <c:pt idx="1197">
                  <c:v>45005</c:v>
                </c:pt>
                <c:pt idx="1198">
                  <c:v>45004</c:v>
                </c:pt>
                <c:pt idx="1199">
                  <c:v>45003</c:v>
                </c:pt>
                <c:pt idx="1200">
                  <c:v>45002</c:v>
                </c:pt>
                <c:pt idx="1201">
                  <c:v>45001</c:v>
                </c:pt>
                <c:pt idx="1202">
                  <c:v>45000</c:v>
                </c:pt>
                <c:pt idx="1203">
                  <c:v>44999</c:v>
                </c:pt>
                <c:pt idx="1204">
                  <c:v>44998</c:v>
                </c:pt>
                <c:pt idx="1205">
                  <c:v>44997</c:v>
                </c:pt>
                <c:pt idx="1206">
                  <c:v>44996</c:v>
                </c:pt>
                <c:pt idx="1207">
                  <c:v>44995</c:v>
                </c:pt>
                <c:pt idx="1208">
                  <c:v>44994</c:v>
                </c:pt>
                <c:pt idx="1209">
                  <c:v>44993</c:v>
                </c:pt>
                <c:pt idx="1210">
                  <c:v>44992</c:v>
                </c:pt>
                <c:pt idx="1211">
                  <c:v>44991</c:v>
                </c:pt>
                <c:pt idx="1212">
                  <c:v>44990</c:v>
                </c:pt>
                <c:pt idx="1213">
                  <c:v>44989</c:v>
                </c:pt>
                <c:pt idx="1214">
                  <c:v>44988</c:v>
                </c:pt>
                <c:pt idx="1215">
                  <c:v>44987</c:v>
                </c:pt>
                <c:pt idx="1216">
                  <c:v>44986</c:v>
                </c:pt>
                <c:pt idx="1217">
                  <c:v>44985</c:v>
                </c:pt>
                <c:pt idx="1218">
                  <c:v>44984</c:v>
                </c:pt>
                <c:pt idx="1219">
                  <c:v>44983</c:v>
                </c:pt>
                <c:pt idx="1220">
                  <c:v>44982</c:v>
                </c:pt>
                <c:pt idx="1221">
                  <c:v>44981</c:v>
                </c:pt>
                <c:pt idx="1222">
                  <c:v>44980</c:v>
                </c:pt>
                <c:pt idx="1223">
                  <c:v>44979</c:v>
                </c:pt>
                <c:pt idx="1224">
                  <c:v>44978</c:v>
                </c:pt>
                <c:pt idx="1225">
                  <c:v>44977</c:v>
                </c:pt>
                <c:pt idx="1226">
                  <c:v>44976</c:v>
                </c:pt>
                <c:pt idx="1227">
                  <c:v>44975</c:v>
                </c:pt>
                <c:pt idx="1228">
                  <c:v>44974</c:v>
                </c:pt>
                <c:pt idx="1229">
                  <c:v>44973</c:v>
                </c:pt>
                <c:pt idx="1230">
                  <c:v>44972</c:v>
                </c:pt>
                <c:pt idx="1231">
                  <c:v>44971</c:v>
                </c:pt>
                <c:pt idx="1232">
                  <c:v>44970</c:v>
                </c:pt>
                <c:pt idx="1233">
                  <c:v>44969</c:v>
                </c:pt>
                <c:pt idx="1234">
                  <c:v>44968</c:v>
                </c:pt>
                <c:pt idx="1235">
                  <c:v>44967</c:v>
                </c:pt>
                <c:pt idx="1236">
                  <c:v>44966</c:v>
                </c:pt>
                <c:pt idx="1237">
                  <c:v>44965</c:v>
                </c:pt>
                <c:pt idx="1238">
                  <c:v>44964</c:v>
                </c:pt>
                <c:pt idx="1239">
                  <c:v>44963</c:v>
                </c:pt>
                <c:pt idx="1240">
                  <c:v>44962</c:v>
                </c:pt>
                <c:pt idx="1241">
                  <c:v>44961</c:v>
                </c:pt>
                <c:pt idx="1242">
                  <c:v>44960</c:v>
                </c:pt>
                <c:pt idx="1243">
                  <c:v>44959</c:v>
                </c:pt>
                <c:pt idx="1244">
                  <c:v>44958</c:v>
                </c:pt>
                <c:pt idx="1245">
                  <c:v>44957</c:v>
                </c:pt>
                <c:pt idx="1246">
                  <c:v>44956</c:v>
                </c:pt>
                <c:pt idx="1247">
                  <c:v>44955</c:v>
                </c:pt>
                <c:pt idx="1248">
                  <c:v>44954</c:v>
                </c:pt>
                <c:pt idx="1249">
                  <c:v>44953</c:v>
                </c:pt>
                <c:pt idx="1250">
                  <c:v>44952</c:v>
                </c:pt>
                <c:pt idx="1251">
                  <c:v>44951</c:v>
                </c:pt>
                <c:pt idx="1252">
                  <c:v>44950</c:v>
                </c:pt>
                <c:pt idx="1253">
                  <c:v>44949</c:v>
                </c:pt>
                <c:pt idx="1254">
                  <c:v>44948</c:v>
                </c:pt>
                <c:pt idx="1255">
                  <c:v>44947</c:v>
                </c:pt>
                <c:pt idx="1256">
                  <c:v>44946</c:v>
                </c:pt>
                <c:pt idx="1257">
                  <c:v>44945</c:v>
                </c:pt>
                <c:pt idx="1258">
                  <c:v>44944</c:v>
                </c:pt>
                <c:pt idx="1259">
                  <c:v>44943</c:v>
                </c:pt>
                <c:pt idx="1260">
                  <c:v>44942</c:v>
                </c:pt>
                <c:pt idx="1261">
                  <c:v>44941</c:v>
                </c:pt>
                <c:pt idx="1262">
                  <c:v>44940</c:v>
                </c:pt>
                <c:pt idx="1263">
                  <c:v>44939</c:v>
                </c:pt>
                <c:pt idx="1264">
                  <c:v>44938</c:v>
                </c:pt>
                <c:pt idx="1265">
                  <c:v>44937</c:v>
                </c:pt>
                <c:pt idx="1266">
                  <c:v>44936</c:v>
                </c:pt>
                <c:pt idx="1267">
                  <c:v>44935</c:v>
                </c:pt>
                <c:pt idx="1268">
                  <c:v>44934</c:v>
                </c:pt>
                <c:pt idx="1269">
                  <c:v>44933</c:v>
                </c:pt>
                <c:pt idx="1270">
                  <c:v>44932</c:v>
                </c:pt>
                <c:pt idx="1271">
                  <c:v>44931</c:v>
                </c:pt>
                <c:pt idx="1272">
                  <c:v>44930</c:v>
                </c:pt>
                <c:pt idx="1273">
                  <c:v>44929</c:v>
                </c:pt>
                <c:pt idx="1274">
                  <c:v>44928</c:v>
                </c:pt>
                <c:pt idx="1275">
                  <c:v>44927</c:v>
                </c:pt>
                <c:pt idx="1276">
                  <c:v>44926</c:v>
                </c:pt>
                <c:pt idx="1277">
                  <c:v>44925</c:v>
                </c:pt>
                <c:pt idx="1278">
                  <c:v>44924</c:v>
                </c:pt>
                <c:pt idx="1279">
                  <c:v>44923</c:v>
                </c:pt>
                <c:pt idx="1280">
                  <c:v>44922</c:v>
                </c:pt>
                <c:pt idx="1281">
                  <c:v>44921</c:v>
                </c:pt>
                <c:pt idx="1282">
                  <c:v>44920</c:v>
                </c:pt>
                <c:pt idx="1283">
                  <c:v>44919</c:v>
                </c:pt>
                <c:pt idx="1284">
                  <c:v>44918</c:v>
                </c:pt>
                <c:pt idx="1285">
                  <c:v>44917</c:v>
                </c:pt>
                <c:pt idx="1286">
                  <c:v>44916</c:v>
                </c:pt>
                <c:pt idx="1287">
                  <c:v>44915</c:v>
                </c:pt>
                <c:pt idx="1288">
                  <c:v>44914</c:v>
                </c:pt>
                <c:pt idx="1289">
                  <c:v>44913</c:v>
                </c:pt>
                <c:pt idx="1290">
                  <c:v>44912</c:v>
                </c:pt>
                <c:pt idx="1291">
                  <c:v>44911</c:v>
                </c:pt>
                <c:pt idx="1292">
                  <c:v>44910</c:v>
                </c:pt>
                <c:pt idx="1293">
                  <c:v>44909</c:v>
                </c:pt>
                <c:pt idx="1294">
                  <c:v>44908</c:v>
                </c:pt>
                <c:pt idx="1295">
                  <c:v>44907</c:v>
                </c:pt>
                <c:pt idx="1296">
                  <c:v>44906</c:v>
                </c:pt>
                <c:pt idx="1297">
                  <c:v>44905</c:v>
                </c:pt>
                <c:pt idx="1298">
                  <c:v>44904</c:v>
                </c:pt>
                <c:pt idx="1299">
                  <c:v>44903</c:v>
                </c:pt>
                <c:pt idx="1300">
                  <c:v>44902</c:v>
                </c:pt>
                <c:pt idx="1301">
                  <c:v>44901</c:v>
                </c:pt>
                <c:pt idx="1302">
                  <c:v>44900</c:v>
                </c:pt>
                <c:pt idx="1303">
                  <c:v>44899</c:v>
                </c:pt>
                <c:pt idx="1304">
                  <c:v>44898</c:v>
                </c:pt>
                <c:pt idx="1305">
                  <c:v>44897</c:v>
                </c:pt>
                <c:pt idx="1306">
                  <c:v>44896</c:v>
                </c:pt>
                <c:pt idx="1307">
                  <c:v>44895</c:v>
                </c:pt>
                <c:pt idx="1308">
                  <c:v>44894</c:v>
                </c:pt>
                <c:pt idx="1309">
                  <c:v>44893</c:v>
                </c:pt>
                <c:pt idx="1310">
                  <c:v>44892</c:v>
                </c:pt>
                <c:pt idx="1311">
                  <c:v>44891</c:v>
                </c:pt>
                <c:pt idx="1312">
                  <c:v>44890</c:v>
                </c:pt>
                <c:pt idx="1313">
                  <c:v>44889</c:v>
                </c:pt>
                <c:pt idx="1314">
                  <c:v>44888</c:v>
                </c:pt>
                <c:pt idx="1315">
                  <c:v>44887</c:v>
                </c:pt>
                <c:pt idx="1316">
                  <c:v>44886</c:v>
                </c:pt>
                <c:pt idx="1317">
                  <c:v>44885</c:v>
                </c:pt>
                <c:pt idx="1318">
                  <c:v>44884</c:v>
                </c:pt>
                <c:pt idx="1319">
                  <c:v>44883</c:v>
                </c:pt>
                <c:pt idx="1320">
                  <c:v>44882</c:v>
                </c:pt>
                <c:pt idx="1321">
                  <c:v>44881</c:v>
                </c:pt>
                <c:pt idx="1322">
                  <c:v>44880</c:v>
                </c:pt>
                <c:pt idx="1323">
                  <c:v>44879</c:v>
                </c:pt>
                <c:pt idx="1324">
                  <c:v>44878</c:v>
                </c:pt>
                <c:pt idx="1325">
                  <c:v>44877</c:v>
                </c:pt>
                <c:pt idx="1326">
                  <c:v>44876</c:v>
                </c:pt>
                <c:pt idx="1327">
                  <c:v>44875</c:v>
                </c:pt>
                <c:pt idx="1328">
                  <c:v>44874</c:v>
                </c:pt>
                <c:pt idx="1329">
                  <c:v>44873</c:v>
                </c:pt>
                <c:pt idx="1330">
                  <c:v>44872</c:v>
                </c:pt>
                <c:pt idx="1331">
                  <c:v>44871</c:v>
                </c:pt>
                <c:pt idx="1332">
                  <c:v>44870</c:v>
                </c:pt>
                <c:pt idx="1333">
                  <c:v>44869</c:v>
                </c:pt>
                <c:pt idx="1334">
                  <c:v>44868</c:v>
                </c:pt>
                <c:pt idx="1335">
                  <c:v>44867</c:v>
                </c:pt>
                <c:pt idx="1336">
                  <c:v>44866</c:v>
                </c:pt>
                <c:pt idx="1337">
                  <c:v>44865</c:v>
                </c:pt>
                <c:pt idx="1338">
                  <c:v>44864</c:v>
                </c:pt>
                <c:pt idx="1339">
                  <c:v>44863</c:v>
                </c:pt>
                <c:pt idx="1340">
                  <c:v>44862</c:v>
                </c:pt>
                <c:pt idx="1341">
                  <c:v>44861</c:v>
                </c:pt>
                <c:pt idx="1342">
                  <c:v>44860</c:v>
                </c:pt>
                <c:pt idx="1343">
                  <c:v>44859</c:v>
                </c:pt>
                <c:pt idx="1344">
                  <c:v>44858</c:v>
                </c:pt>
                <c:pt idx="1345">
                  <c:v>44857</c:v>
                </c:pt>
                <c:pt idx="1346">
                  <c:v>44856</c:v>
                </c:pt>
                <c:pt idx="1347">
                  <c:v>44855</c:v>
                </c:pt>
                <c:pt idx="1348">
                  <c:v>44854</c:v>
                </c:pt>
                <c:pt idx="1349">
                  <c:v>44853</c:v>
                </c:pt>
                <c:pt idx="1350">
                  <c:v>44852</c:v>
                </c:pt>
                <c:pt idx="1351">
                  <c:v>44851</c:v>
                </c:pt>
                <c:pt idx="1352">
                  <c:v>44850</c:v>
                </c:pt>
                <c:pt idx="1353">
                  <c:v>44849</c:v>
                </c:pt>
                <c:pt idx="1354">
                  <c:v>44848</c:v>
                </c:pt>
                <c:pt idx="1355">
                  <c:v>44847</c:v>
                </c:pt>
                <c:pt idx="1356">
                  <c:v>44846</c:v>
                </c:pt>
                <c:pt idx="1357">
                  <c:v>44845</c:v>
                </c:pt>
                <c:pt idx="1358">
                  <c:v>44844</c:v>
                </c:pt>
                <c:pt idx="1359">
                  <c:v>44843</c:v>
                </c:pt>
                <c:pt idx="1360">
                  <c:v>44842</c:v>
                </c:pt>
                <c:pt idx="1361">
                  <c:v>44841</c:v>
                </c:pt>
                <c:pt idx="1362">
                  <c:v>44840</c:v>
                </c:pt>
                <c:pt idx="1363">
                  <c:v>44839</c:v>
                </c:pt>
                <c:pt idx="1364">
                  <c:v>44838</c:v>
                </c:pt>
                <c:pt idx="1365">
                  <c:v>44837</c:v>
                </c:pt>
                <c:pt idx="1366">
                  <c:v>44836</c:v>
                </c:pt>
                <c:pt idx="1367">
                  <c:v>44835</c:v>
                </c:pt>
                <c:pt idx="1368">
                  <c:v>44834</c:v>
                </c:pt>
                <c:pt idx="1369">
                  <c:v>44833</c:v>
                </c:pt>
                <c:pt idx="1370">
                  <c:v>44832</c:v>
                </c:pt>
                <c:pt idx="1371">
                  <c:v>44831</c:v>
                </c:pt>
                <c:pt idx="1372">
                  <c:v>44830</c:v>
                </c:pt>
                <c:pt idx="1373">
                  <c:v>44829</c:v>
                </c:pt>
                <c:pt idx="1374">
                  <c:v>44828</c:v>
                </c:pt>
                <c:pt idx="1375">
                  <c:v>44827</c:v>
                </c:pt>
                <c:pt idx="1376">
                  <c:v>44826</c:v>
                </c:pt>
                <c:pt idx="1377">
                  <c:v>44825</c:v>
                </c:pt>
                <c:pt idx="1378">
                  <c:v>44824</c:v>
                </c:pt>
                <c:pt idx="1379">
                  <c:v>44823</c:v>
                </c:pt>
                <c:pt idx="1380">
                  <c:v>44822</c:v>
                </c:pt>
                <c:pt idx="1381">
                  <c:v>44821</c:v>
                </c:pt>
                <c:pt idx="1382">
                  <c:v>44820</c:v>
                </c:pt>
                <c:pt idx="1383">
                  <c:v>44819</c:v>
                </c:pt>
                <c:pt idx="1384">
                  <c:v>44818</c:v>
                </c:pt>
                <c:pt idx="1385">
                  <c:v>44817</c:v>
                </c:pt>
                <c:pt idx="1386">
                  <c:v>44816</c:v>
                </c:pt>
                <c:pt idx="1387">
                  <c:v>44815</c:v>
                </c:pt>
                <c:pt idx="1388">
                  <c:v>44814</c:v>
                </c:pt>
                <c:pt idx="1389">
                  <c:v>44813</c:v>
                </c:pt>
                <c:pt idx="1390">
                  <c:v>44812</c:v>
                </c:pt>
                <c:pt idx="1391">
                  <c:v>44811</c:v>
                </c:pt>
                <c:pt idx="1392">
                  <c:v>44810</c:v>
                </c:pt>
                <c:pt idx="1393">
                  <c:v>44809</c:v>
                </c:pt>
                <c:pt idx="1394">
                  <c:v>44808</c:v>
                </c:pt>
                <c:pt idx="1395">
                  <c:v>44807</c:v>
                </c:pt>
                <c:pt idx="1396">
                  <c:v>44806</c:v>
                </c:pt>
                <c:pt idx="1397">
                  <c:v>44805</c:v>
                </c:pt>
                <c:pt idx="1398">
                  <c:v>44804</c:v>
                </c:pt>
                <c:pt idx="1399">
                  <c:v>44803</c:v>
                </c:pt>
                <c:pt idx="1400">
                  <c:v>44802</c:v>
                </c:pt>
                <c:pt idx="1401">
                  <c:v>44801</c:v>
                </c:pt>
                <c:pt idx="1402">
                  <c:v>44800</c:v>
                </c:pt>
                <c:pt idx="1403">
                  <c:v>44799</c:v>
                </c:pt>
                <c:pt idx="1404">
                  <c:v>44798</c:v>
                </c:pt>
                <c:pt idx="1405">
                  <c:v>44797</c:v>
                </c:pt>
                <c:pt idx="1406">
                  <c:v>44796</c:v>
                </c:pt>
                <c:pt idx="1407">
                  <c:v>44795</c:v>
                </c:pt>
                <c:pt idx="1408">
                  <c:v>44794</c:v>
                </c:pt>
                <c:pt idx="1409">
                  <c:v>44793</c:v>
                </c:pt>
                <c:pt idx="1410">
                  <c:v>44792</c:v>
                </c:pt>
                <c:pt idx="1411">
                  <c:v>44791</c:v>
                </c:pt>
                <c:pt idx="1412">
                  <c:v>44790</c:v>
                </c:pt>
                <c:pt idx="1413">
                  <c:v>44789</c:v>
                </c:pt>
                <c:pt idx="1414">
                  <c:v>44788</c:v>
                </c:pt>
                <c:pt idx="1415">
                  <c:v>44787</c:v>
                </c:pt>
                <c:pt idx="1416">
                  <c:v>44786</c:v>
                </c:pt>
                <c:pt idx="1417">
                  <c:v>44785</c:v>
                </c:pt>
                <c:pt idx="1418">
                  <c:v>44784</c:v>
                </c:pt>
                <c:pt idx="1419">
                  <c:v>44783</c:v>
                </c:pt>
                <c:pt idx="1420">
                  <c:v>44782</c:v>
                </c:pt>
                <c:pt idx="1421">
                  <c:v>44781</c:v>
                </c:pt>
                <c:pt idx="1422">
                  <c:v>44780</c:v>
                </c:pt>
                <c:pt idx="1423">
                  <c:v>44779</c:v>
                </c:pt>
                <c:pt idx="1424">
                  <c:v>44778</c:v>
                </c:pt>
                <c:pt idx="1425">
                  <c:v>44777</c:v>
                </c:pt>
                <c:pt idx="1426">
                  <c:v>44776</c:v>
                </c:pt>
                <c:pt idx="1427">
                  <c:v>44775</c:v>
                </c:pt>
                <c:pt idx="1428">
                  <c:v>44774</c:v>
                </c:pt>
                <c:pt idx="1429">
                  <c:v>44773</c:v>
                </c:pt>
                <c:pt idx="1430">
                  <c:v>44772</c:v>
                </c:pt>
                <c:pt idx="1431">
                  <c:v>44771</c:v>
                </c:pt>
                <c:pt idx="1432">
                  <c:v>44770</c:v>
                </c:pt>
                <c:pt idx="1433">
                  <c:v>44769</c:v>
                </c:pt>
                <c:pt idx="1434">
                  <c:v>44768</c:v>
                </c:pt>
                <c:pt idx="1435">
                  <c:v>44767</c:v>
                </c:pt>
                <c:pt idx="1436">
                  <c:v>44766</c:v>
                </c:pt>
                <c:pt idx="1437">
                  <c:v>44765</c:v>
                </c:pt>
                <c:pt idx="1438">
                  <c:v>44764</c:v>
                </c:pt>
                <c:pt idx="1439">
                  <c:v>44763</c:v>
                </c:pt>
                <c:pt idx="1440">
                  <c:v>44762</c:v>
                </c:pt>
                <c:pt idx="1441">
                  <c:v>44761</c:v>
                </c:pt>
                <c:pt idx="1442">
                  <c:v>44760</c:v>
                </c:pt>
                <c:pt idx="1443">
                  <c:v>44759</c:v>
                </c:pt>
                <c:pt idx="1444">
                  <c:v>44758</c:v>
                </c:pt>
                <c:pt idx="1445">
                  <c:v>44757</c:v>
                </c:pt>
                <c:pt idx="1446">
                  <c:v>44756</c:v>
                </c:pt>
                <c:pt idx="1447">
                  <c:v>44755</c:v>
                </c:pt>
                <c:pt idx="1448">
                  <c:v>44754</c:v>
                </c:pt>
                <c:pt idx="1449">
                  <c:v>44753</c:v>
                </c:pt>
                <c:pt idx="1450">
                  <c:v>44752</c:v>
                </c:pt>
                <c:pt idx="1451">
                  <c:v>44751</c:v>
                </c:pt>
                <c:pt idx="1452">
                  <c:v>44750</c:v>
                </c:pt>
                <c:pt idx="1453">
                  <c:v>44749</c:v>
                </c:pt>
                <c:pt idx="1454">
                  <c:v>44748</c:v>
                </c:pt>
                <c:pt idx="1455">
                  <c:v>44747</c:v>
                </c:pt>
                <c:pt idx="1456">
                  <c:v>44746</c:v>
                </c:pt>
                <c:pt idx="1457">
                  <c:v>44745</c:v>
                </c:pt>
                <c:pt idx="1458">
                  <c:v>44744</c:v>
                </c:pt>
                <c:pt idx="1459">
                  <c:v>44743</c:v>
                </c:pt>
                <c:pt idx="1460">
                  <c:v>44742</c:v>
                </c:pt>
                <c:pt idx="1461">
                  <c:v>44741</c:v>
                </c:pt>
                <c:pt idx="1462">
                  <c:v>44740</c:v>
                </c:pt>
                <c:pt idx="1463">
                  <c:v>44739</c:v>
                </c:pt>
                <c:pt idx="1464">
                  <c:v>44738</c:v>
                </c:pt>
                <c:pt idx="1465">
                  <c:v>44737</c:v>
                </c:pt>
                <c:pt idx="1466">
                  <c:v>44736</c:v>
                </c:pt>
                <c:pt idx="1467">
                  <c:v>44735</c:v>
                </c:pt>
                <c:pt idx="1468">
                  <c:v>44734</c:v>
                </c:pt>
                <c:pt idx="1469">
                  <c:v>44733</c:v>
                </c:pt>
                <c:pt idx="1470">
                  <c:v>44732</c:v>
                </c:pt>
                <c:pt idx="1471">
                  <c:v>44731</c:v>
                </c:pt>
                <c:pt idx="1472">
                  <c:v>44730</c:v>
                </c:pt>
                <c:pt idx="1473">
                  <c:v>44729</c:v>
                </c:pt>
                <c:pt idx="1474">
                  <c:v>44728</c:v>
                </c:pt>
                <c:pt idx="1475">
                  <c:v>44727</c:v>
                </c:pt>
                <c:pt idx="1476">
                  <c:v>44726</c:v>
                </c:pt>
                <c:pt idx="1477">
                  <c:v>44725</c:v>
                </c:pt>
                <c:pt idx="1478">
                  <c:v>44724</c:v>
                </c:pt>
                <c:pt idx="1479">
                  <c:v>44723</c:v>
                </c:pt>
                <c:pt idx="1480">
                  <c:v>44722</c:v>
                </c:pt>
                <c:pt idx="1481">
                  <c:v>44721</c:v>
                </c:pt>
                <c:pt idx="1482">
                  <c:v>44720</c:v>
                </c:pt>
                <c:pt idx="1483">
                  <c:v>44719</c:v>
                </c:pt>
                <c:pt idx="1484">
                  <c:v>44718</c:v>
                </c:pt>
                <c:pt idx="1485">
                  <c:v>44717</c:v>
                </c:pt>
                <c:pt idx="1486">
                  <c:v>44716</c:v>
                </c:pt>
                <c:pt idx="1487">
                  <c:v>44715</c:v>
                </c:pt>
                <c:pt idx="1488">
                  <c:v>44714</c:v>
                </c:pt>
                <c:pt idx="1489">
                  <c:v>44713</c:v>
                </c:pt>
                <c:pt idx="1490">
                  <c:v>44712</c:v>
                </c:pt>
                <c:pt idx="1491">
                  <c:v>44711</c:v>
                </c:pt>
                <c:pt idx="1492">
                  <c:v>44710</c:v>
                </c:pt>
                <c:pt idx="1493">
                  <c:v>44709</c:v>
                </c:pt>
                <c:pt idx="1494">
                  <c:v>44708</c:v>
                </c:pt>
                <c:pt idx="1495">
                  <c:v>44707</c:v>
                </c:pt>
                <c:pt idx="1496">
                  <c:v>44706</c:v>
                </c:pt>
                <c:pt idx="1497">
                  <c:v>44705</c:v>
                </c:pt>
                <c:pt idx="1498">
                  <c:v>44704</c:v>
                </c:pt>
                <c:pt idx="1499">
                  <c:v>44703</c:v>
                </c:pt>
                <c:pt idx="1500">
                  <c:v>44702</c:v>
                </c:pt>
                <c:pt idx="1501">
                  <c:v>44701</c:v>
                </c:pt>
                <c:pt idx="1502">
                  <c:v>44700</c:v>
                </c:pt>
                <c:pt idx="1503">
                  <c:v>44699</c:v>
                </c:pt>
                <c:pt idx="1504">
                  <c:v>44698</c:v>
                </c:pt>
                <c:pt idx="1505">
                  <c:v>44697</c:v>
                </c:pt>
                <c:pt idx="1506">
                  <c:v>44696</c:v>
                </c:pt>
                <c:pt idx="1507">
                  <c:v>44695</c:v>
                </c:pt>
                <c:pt idx="1508">
                  <c:v>44694</c:v>
                </c:pt>
                <c:pt idx="1509">
                  <c:v>44693</c:v>
                </c:pt>
                <c:pt idx="1510">
                  <c:v>44692</c:v>
                </c:pt>
                <c:pt idx="1511">
                  <c:v>44691</c:v>
                </c:pt>
                <c:pt idx="1512">
                  <c:v>44690</c:v>
                </c:pt>
                <c:pt idx="1513">
                  <c:v>44689</c:v>
                </c:pt>
                <c:pt idx="1514">
                  <c:v>44688</c:v>
                </c:pt>
                <c:pt idx="1515">
                  <c:v>44687</c:v>
                </c:pt>
                <c:pt idx="1516">
                  <c:v>44686</c:v>
                </c:pt>
                <c:pt idx="1517">
                  <c:v>44685</c:v>
                </c:pt>
                <c:pt idx="1518">
                  <c:v>44684</c:v>
                </c:pt>
                <c:pt idx="1519">
                  <c:v>44683</c:v>
                </c:pt>
                <c:pt idx="1520">
                  <c:v>44682</c:v>
                </c:pt>
                <c:pt idx="1521">
                  <c:v>44681</c:v>
                </c:pt>
                <c:pt idx="1522">
                  <c:v>44680</c:v>
                </c:pt>
                <c:pt idx="1523">
                  <c:v>44679</c:v>
                </c:pt>
                <c:pt idx="1524">
                  <c:v>44678</c:v>
                </c:pt>
                <c:pt idx="1525">
                  <c:v>44677</c:v>
                </c:pt>
                <c:pt idx="1526">
                  <c:v>44676</c:v>
                </c:pt>
                <c:pt idx="1527">
                  <c:v>44675</c:v>
                </c:pt>
                <c:pt idx="1528">
                  <c:v>44674</c:v>
                </c:pt>
                <c:pt idx="1529">
                  <c:v>44673</c:v>
                </c:pt>
                <c:pt idx="1530">
                  <c:v>44672</c:v>
                </c:pt>
                <c:pt idx="1531">
                  <c:v>44671</c:v>
                </c:pt>
                <c:pt idx="1532">
                  <c:v>44670</c:v>
                </c:pt>
                <c:pt idx="1533">
                  <c:v>44669</c:v>
                </c:pt>
                <c:pt idx="1534">
                  <c:v>44668</c:v>
                </c:pt>
                <c:pt idx="1535">
                  <c:v>44667</c:v>
                </c:pt>
                <c:pt idx="1536">
                  <c:v>44666</c:v>
                </c:pt>
                <c:pt idx="1537">
                  <c:v>44665</c:v>
                </c:pt>
                <c:pt idx="1538">
                  <c:v>44664</c:v>
                </c:pt>
                <c:pt idx="1539">
                  <c:v>44663</c:v>
                </c:pt>
                <c:pt idx="1540">
                  <c:v>44662</c:v>
                </c:pt>
                <c:pt idx="1541">
                  <c:v>44661</c:v>
                </c:pt>
                <c:pt idx="1542">
                  <c:v>44660</c:v>
                </c:pt>
                <c:pt idx="1543">
                  <c:v>44659</c:v>
                </c:pt>
                <c:pt idx="1544">
                  <c:v>44658</c:v>
                </c:pt>
                <c:pt idx="1545">
                  <c:v>44657</c:v>
                </c:pt>
                <c:pt idx="1546">
                  <c:v>44656</c:v>
                </c:pt>
                <c:pt idx="1547">
                  <c:v>44655</c:v>
                </c:pt>
                <c:pt idx="1548">
                  <c:v>44654</c:v>
                </c:pt>
                <c:pt idx="1549">
                  <c:v>44653</c:v>
                </c:pt>
                <c:pt idx="1550">
                  <c:v>44652</c:v>
                </c:pt>
                <c:pt idx="1551">
                  <c:v>44651</c:v>
                </c:pt>
                <c:pt idx="1552">
                  <c:v>44650</c:v>
                </c:pt>
                <c:pt idx="1553">
                  <c:v>44649</c:v>
                </c:pt>
                <c:pt idx="1554">
                  <c:v>44648</c:v>
                </c:pt>
                <c:pt idx="1555">
                  <c:v>44647</c:v>
                </c:pt>
                <c:pt idx="1556">
                  <c:v>44646</c:v>
                </c:pt>
                <c:pt idx="1557">
                  <c:v>44645</c:v>
                </c:pt>
                <c:pt idx="1558">
                  <c:v>44644</c:v>
                </c:pt>
                <c:pt idx="1559">
                  <c:v>44643</c:v>
                </c:pt>
                <c:pt idx="1560">
                  <c:v>44642</c:v>
                </c:pt>
                <c:pt idx="1561">
                  <c:v>44641</c:v>
                </c:pt>
                <c:pt idx="1562">
                  <c:v>44640</c:v>
                </c:pt>
                <c:pt idx="1563">
                  <c:v>44639</c:v>
                </c:pt>
                <c:pt idx="1564">
                  <c:v>44638</c:v>
                </c:pt>
                <c:pt idx="1565">
                  <c:v>44637</c:v>
                </c:pt>
                <c:pt idx="1566">
                  <c:v>44636</c:v>
                </c:pt>
                <c:pt idx="1567">
                  <c:v>44635</c:v>
                </c:pt>
                <c:pt idx="1568">
                  <c:v>44634</c:v>
                </c:pt>
                <c:pt idx="1569">
                  <c:v>44633</c:v>
                </c:pt>
                <c:pt idx="1570">
                  <c:v>44632</c:v>
                </c:pt>
                <c:pt idx="1571">
                  <c:v>44631</c:v>
                </c:pt>
                <c:pt idx="1572">
                  <c:v>44630</c:v>
                </c:pt>
                <c:pt idx="1573">
                  <c:v>44629</c:v>
                </c:pt>
                <c:pt idx="1574">
                  <c:v>44628</c:v>
                </c:pt>
                <c:pt idx="1575">
                  <c:v>44627</c:v>
                </c:pt>
                <c:pt idx="1576">
                  <c:v>44626</c:v>
                </c:pt>
                <c:pt idx="1577">
                  <c:v>44625</c:v>
                </c:pt>
                <c:pt idx="1578">
                  <c:v>44624</c:v>
                </c:pt>
                <c:pt idx="1579">
                  <c:v>44623</c:v>
                </c:pt>
                <c:pt idx="1580">
                  <c:v>44622</c:v>
                </c:pt>
                <c:pt idx="1581">
                  <c:v>44621</c:v>
                </c:pt>
                <c:pt idx="1582">
                  <c:v>44620</c:v>
                </c:pt>
                <c:pt idx="1583">
                  <c:v>44619</c:v>
                </c:pt>
                <c:pt idx="1584">
                  <c:v>44618</c:v>
                </c:pt>
                <c:pt idx="1585">
                  <c:v>44617</c:v>
                </c:pt>
                <c:pt idx="1586">
                  <c:v>44616</c:v>
                </c:pt>
                <c:pt idx="1587">
                  <c:v>44615</c:v>
                </c:pt>
                <c:pt idx="1588">
                  <c:v>44614</c:v>
                </c:pt>
                <c:pt idx="1589">
                  <c:v>44613</c:v>
                </c:pt>
                <c:pt idx="1590">
                  <c:v>44612</c:v>
                </c:pt>
                <c:pt idx="1591">
                  <c:v>44611</c:v>
                </c:pt>
                <c:pt idx="1592">
                  <c:v>44610</c:v>
                </c:pt>
                <c:pt idx="1593">
                  <c:v>44609</c:v>
                </c:pt>
                <c:pt idx="1594">
                  <c:v>44608</c:v>
                </c:pt>
                <c:pt idx="1595">
                  <c:v>44607</c:v>
                </c:pt>
                <c:pt idx="1596">
                  <c:v>44606</c:v>
                </c:pt>
                <c:pt idx="1597">
                  <c:v>44605</c:v>
                </c:pt>
                <c:pt idx="1598">
                  <c:v>44604</c:v>
                </c:pt>
                <c:pt idx="1599">
                  <c:v>44603</c:v>
                </c:pt>
                <c:pt idx="1600">
                  <c:v>44602</c:v>
                </c:pt>
                <c:pt idx="1601">
                  <c:v>44601</c:v>
                </c:pt>
                <c:pt idx="1602">
                  <c:v>44600</c:v>
                </c:pt>
                <c:pt idx="1603">
                  <c:v>44599</c:v>
                </c:pt>
                <c:pt idx="1604">
                  <c:v>44598</c:v>
                </c:pt>
                <c:pt idx="1605">
                  <c:v>44597</c:v>
                </c:pt>
                <c:pt idx="1606">
                  <c:v>44596</c:v>
                </c:pt>
                <c:pt idx="1607">
                  <c:v>44595</c:v>
                </c:pt>
                <c:pt idx="1608">
                  <c:v>44594</c:v>
                </c:pt>
                <c:pt idx="1609">
                  <c:v>44593</c:v>
                </c:pt>
                <c:pt idx="1610">
                  <c:v>44592</c:v>
                </c:pt>
                <c:pt idx="1611">
                  <c:v>44591</c:v>
                </c:pt>
                <c:pt idx="1612">
                  <c:v>44590</c:v>
                </c:pt>
                <c:pt idx="1613">
                  <c:v>44589</c:v>
                </c:pt>
                <c:pt idx="1614">
                  <c:v>44588</c:v>
                </c:pt>
                <c:pt idx="1615">
                  <c:v>44587</c:v>
                </c:pt>
                <c:pt idx="1616">
                  <c:v>44586</c:v>
                </c:pt>
                <c:pt idx="1617">
                  <c:v>44585</c:v>
                </c:pt>
                <c:pt idx="1618">
                  <c:v>44584</c:v>
                </c:pt>
                <c:pt idx="1619">
                  <c:v>44583</c:v>
                </c:pt>
                <c:pt idx="1620">
                  <c:v>44582</c:v>
                </c:pt>
                <c:pt idx="1621">
                  <c:v>44581</c:v>
                </c:pt>
                <c:pt idx="1622">
                  <c:v>44580</c:v>
                </c:pt>
                <c:pt idx="1623">
                  <c:v>44579</c:v>
                </c:pt>
                <c:pt idx="1624">
                  <c:v>44578</c:v>
                </c:pt>
                <c:pt idx="1625">
                  <c:v>44577</c:v>
                </c:pt>
                <c:pt idx="1626">
                  <c:v>44576</c:v>
                </c:pt>
                <c:pt idx="1627">
                  <c:v>44575</c:v>
                </c:pt>
                <c:pt idx="1628">
                  <c:v>44574</c:v>
                </c:pt>
                <c:pt idx="1629">
                  <c:v>44573</c:v>
                </c:pt>
                <c:pt idx="1630">
                  <c:v>44572</c:v>
                </c:pt>
                <c:pt idx="1631">
                  <c:v>44571</c:v>
                </c:pt>
                <c:pt idx="1632">
                  <c:v>44570</c:v>
                </c:pt>
                <c:pt idx="1633">
                  <c:v>44569</c:v>
                </c:pt>
                <c:pt idx="1634">
                  <c:v>44568</c:v>
                </c:pt>
                <c:pt idx="1635">
                  <c:v>44567</c:v>
                </c:pt>
                <c:pt idx="1636">
                  <c:v>44566</c:v>
                </c:pt>
                <c:pt idx="1637">
                  <c:v>44565</c:v>
                </c:pt>
                <c:pt idx="1638">
                  <c:v>44564</c:v>
                </c:pt>
                <c:pt idx="1639">
                  <c:v>44563</c:v>
                </c:pt>
                <c:pt idx="1640">
                  <c:v>44562</c:v>
                </c:pt>
                <c:pt idx="1641">
                  <c:v>44561</c:v>
                </c:pt>
                <c:pt idx="1642">
                  <c:v>44560</c:v>
                </c:pt>
                <c:pt idx="1643">
                  <c:v>44559</c:v>
                </c:pt>
                <c:pt idx="1644">
                  <c:v>44558</c:v>
                </c:pt>
                <c:pt idx="1645">
                  <c:v>44557</c:v>
                </c:pt>
                <c:pt idx="1646">
                  <c:v>44556</c:v>
                </c:pt>
                <c:pt idx="1647">
                  <c:v>44555</c:v>
                </c:pt>
                <c:pt idx="1648">
                  <c:v>44554</c:v>
                </c:pt>
                <c:pt idx="1649">
                  <c:v>44553</c:v>
                </c:pt>
                <c:pt idx="1650">
                  <c:v>44552</c:v>
                </c:pt>
                <c:pt idx="1651">
                  <c:v>44551</c:v>
                </c:pt>
                <c:pt idx="1652">
                  <c:v>44550</c:v>
                </c:pt>
                <c:pt idx="1653">
                  <c:v>44549</c:v>
                </c:pt>
                <c:pt idx="1654">
                  <c:v>44548</c:v>
                </c:pt>
                <c:pt idx="1655">
                  <c:v>44547</c:v>
                </c:pt>
                <c:pt idx="1656">
                  <c:v>44546</c:v>
                </c:pt>
                <c:pt idx="1657">
                  <c:v>44545</c:v>
                </c:pt>
                <c:pt idx="1658">
                  <c:v>44544</c:v>
                </c:pt>
                <c:pt idx="1659">
                  <c:v>44543</c:v>
                </c:pt>
                <c:pt idx="1660">
                  <c:v>44542</c:v>
                </c:pt>
                <c:pt idx="1661">
                  <c:v>44541</c:v>
                </c:pt>
                <c:pt idx="1662">
                  <c:v>44540</c:v>
                </c:pt>
                <c:pt idx="1663">
                  <c:v>44539</c:v>
                </c:pt>
                <c:pt idx="1664">
                  <c:v>44538</c:v>
                </c:pt>
                <c:pt idx="1665">
                  <c:v>44537</c:v>
                </c:pt>
                <c:pt idx="1666">
                  <c:v>44536</c:v>
                </c:pt>
                <c:pt idx="1667">
                  <c:v>44535</c:v>
                </c:pt>
                <c:pt idx="1668">
                  <c:v>44534</c:v>
                </c:pt>
                <c:pt idx="1669">
                  <c:v>44533</c:v>
                </c:pt>
                <c:pt idx="1670">
                  <c:v>44532</c:v>
                </c:pt>
                <c:pt idx="1671">
                  <c:v>44531</c:v>
                </c:pt>
                <c:pt idx="1672">
                  <c:v>44530</c:v>
                </c:pt>
                <c:pt idx="1673">
                  <c:v>44529</c:v>
                </c:pt>
                <c:pt idx="1674">
                  <c:v>44528</c:v>
                </c:pt>
                <c:pt idx="1675">
                  <c:v>44527</c:v>
                </c:pt>
                <c:pt idx="1676">
                  <c:v>44526</c:v>
                </c:pt>
                <c:pt idx="1677">
                  <c:v>44525</c:v>
                </c:pt>
                <c:pt idx="1678">
                  <c:v>44524</c:v>
                </c:pt>
                <c:pt idx="1679">
                  <c:v>44523</c:v>
                </c:pt>
                <c:pt idx="1680">
                  <c:v>44522</c:v>
                </c:pt>
                <c:pt idx="1681">
                  <c:v>44521</c:v>
                </c:pt>
                <c:pt idx="1682">
                  <c:v>44520</c:v>
                </c:pt>
                <c:pt idx="1683">
                  <c:v>44519</c:v>
                </c:pt>
                <c:pt idx="1684">
                  <c:v>44518</c:v>
                </c:pt>
                <c:pt idx="1685">
                  <c:v>44517</c:v>
                </c:pt>
                <c:pt idx="1686">
                  <c:v>44516</c:v>
                </c:pt>
                <c:pt idx="1687">
                  <c:v>44515</c:v>
                </c:pt>
                <c:pt idx="1688">
                  <c:v>44514</c:v>
                </c:pt>
                <c:pt idx="1689">
                  <c:v>44513</c:v>
                </c:pt>
                <c:pt idx="1690">
                  <c:v>44512</c:v>
                </c:pt>
                <c:pt idx="1691">
                  <c:v>44511</c:v>
                </c:pt>
                <c:pt idx="1692">
                  <c:v>44510</c:v>
                </c:pt>
                <c:pt idx="1693">
                  <c:v>44509</c:v>
                </c:pt>
                <c:pt idx="1694">
                  <c:v>44508</c:v>
                </c:pt>
                <c:pt idx="1695">
                  <c:v>44507</c:v>
                </c:pt>
                <c:pt idx="1696">
                  <c:v>44506</c:v>
                </c:pt>
                <c:pt idx="1697">
                  <c:v>44505</c:v>
                </c:pt>
                <c:pt idx="1698">
                  <c:v>44504</c:v>
                </c:pt>
                <c:pt idx="1699">
                  <c:v>44503</c:v>
                </c:pt>
                <c:pt idx="1700">
                  <c:v>44502</c:v>
                </c:pt>
                <c:pt idx="1701">
                  <c:v>44501</c:v>
                </c:pt>
                <c:pt idx="1702">
                  <c:v>44500</c:v>
                </c:pt>
                <c:pt idx="1703">
                  <c:v>44499</c:v>
                </c:pt>
                <c:pt idx="1704">
                  <c:v>44498</c:v>
                </c:pt>
                <c:pt idx="1705">
                  <c:v>44497</c:v>
                </c:pt>
                <c:pt idx="1706">
                  <c:v>44496</c:v>
                </c:pt>
                <c:pt idx="1707">
                  <c:v>44495</c:v>
                </c:pt>
                <c:pt idx="1708">
                  <c:v>44494</c:v>
                </c:pt>
                <c:pt idx="1709">
                  <c:v>44493</c:v>
                </c:pt>
                <c:pt idx="1710">
                  <c:v>44492</c:v>
                </c:pt>
                <c:pt idx="1711">
                  <c:v>44491</c:v>
                </c:pt>
                <c:pt idx="1712">
                  <c:v>44490</c:v>
                </c:pt>
                <c:pt idx="1713">
                  <c:v>44489</c:v>
                </c:pt>
                <c:pt idx="1714">
                  <c:v>44488</c:v>
                </c:pt>
                <c:pt idx="1715">
                  <c:v>44487</c:v>
                </c:pt>
                <c:pt idx="1716">
                  <c:v>44486</c:v>
                </c:pt>
                <c:pt idx="1717">
                  <c:v>44485</c:v>
                </c:pt>
                <c:pt idx="1718">
                  <c:v>44484</c:v>
                </c:pt>
                <c:pt idx="1719">
                  <c:v>44483</c:v>
                </c:pt>
                <c:pt idx="1720">
                  <c:v>44482</c:v>
                </c:pt>
                <c:pt idx="1721">
                  <c:v>44481</c:v>
                </c:pt>
                <c:pt idx="1722">
                  <c:v>44480</c:v>
                </c:pt>
                <c:pt idx="1723">
                  <c:v>44479</c:v>
                </c:pt>
                <c:pt idx="1724">
                  <c:v>44478</c:v>
                </c:pt>
                <c:pt idx="1725">
                  <c:v>44477</c:v>
                </c:pt>
                <c:pt idx="1726">
                  <c:v>44476</c:v>
                </c:pt>
                <c:pt idx="1727">
                  <c:v>44475</c:v>
                </c:pt>
                <c:pt idx="1728">
                  <c:v>44474</c:v>
                </c:pt>
                <c:pt idx="1729">
                  <c:v>44473</c:v>
                </c:pt>
                <c:pt idx="1730">
                  <c:v>44472</c:v>
                </c:pt>
                <c:pt idx="1731">
                  <c:v>44471</c:v>
                </c:pt>
                <c:pt idx="1732">
                  <c:v>44470</c:v>
                </c:pt>
                <c:pt idx="1733">
                  <c:v>44469</c:v>
                </c:pt>
                <c:pt idx="1734">
                  <c:v>44468</c:v>
                </c:pt>
                <c:pt idx="1735">
                  <c:v>44467</c:v>
                </c:pt>
                <c:pt idx="1736">
                  <c:v>44466</c:v>
                </c:pt>
                <c:pt idx="1737">
                  <c:v>44465</c:v>
                </c:pt>
                <c:pt idx="1738">
                  <c:v>44464</c:v>
                </c:pt>
                <c:pt idx="1739">
                  <c:v>44463</c:v>
                </c:pt>
                <c:pt idx="1740">
                  <c:v>44462</c:v>
                </c:pt>
                <c:pt idx="1741">
                  <c:v>44461</c:v>
                </c:pt>
                <c:pt idx="1742">
                  <c:v>44460</c:v>
                </c:pt>
                <c:pt idx="1743">
                  <c:v>44459</c:v>
                </c:pt>
                <c:pt idx="1744">
                  <c:v>44458</c:v>
                </c:pt>
                <c:pt idx="1745">
                  <c:v>44457</c:v>
                </c:pt>
                <c:pt idx="1746">
                  <c:v>44456</c:v>
                </c:pt>
                <c:pt idx="1747">
                  <c:v>44455</c:v>
                </c:pt>
                <c:pt idx="1748">
                  <c:v>44454</c:v>
                </c:pt>
                <c:pt idx="1749">
                  <c:v>44453</c:v>
                </c:pt>
                <c:pt idx="1750">
                  <c:v>44452</c:v>
                </c:pt>
                <c:pt idx="1751">
                  <c:v>44451</c:v>
                </c:pt>
                <c:pt idx="1752">
                  <c:v>44450</c:v>
                </c:pt>
                <c:pt idx="1753">
                  <c:v>44449</c:v>
                </c:pt>
                <c:pt idx="1754">
                  <c:v>44448</c:v>
                </c:pt>
                <c:pt idx="1755">
                  <c:v>44447</c:v>
                </c:pt>
                <c:pt idx="1756">
                  <c:v>44446</c:v>
                </c:pt>
                <c:pt idx="1757">
                  <c:v>44445</c:v>
                </c:pt>
                <c:pt idx="1758">
                  <c:v>44444</c:v>
                </c:pt>
                <c:pt idx="1759">
                  <c:v>44443</c:v>
                </c:pt>
                <c:pt idx="1760">
                  <c:v>44442</c:v>
                </c:pt>
                <c:pt idx="1761">
                  <c:v>44441</c:v>
                </c:pt>
                <c:pt idx="1762">
                  <c:v>44440</c:v>
                </c:pt>
                <c:pt idx="1763">
                  <c:v>44439</c:v>
                </c:pt>
                <c:pt idx="1764">
                  <c:v>44438</c:v>
                </c:pt>
                <c:pt idx="1765">
                  <c:v>44437</c:v>
                </c:pt>
                <c:pt idx="1766">
                  <c:v>44436</c:v>
                </c:pt>
                <c:pt idx="1767">
                  <c:v>44435</c:v>
                </c:pt>
                <c:pt idx="1768">
                  <c:v>44434</c:v>
                </c:pt>
                <c:pt idx="1769">
                  <c:v>44433</c:v>
                </c:pt>
                <c:pt idx="1770">
                  <c:v>44432</c:v>
                </c:pt>
                <c:pt idx="1771">
                  <c:v>44431</c:v>
                </c:pt>
                <c:pt idx="1772">
                  <c:v>44430</c:v>
                </c:pt>
                <c:pt idx="1773">
                  <c:v>44429</c:v>
                </c:pt>
                <c:pt idx="1774">
                  <c:v>44428</c:v>
                </c:pt>
                <c:pt idx="1775">
                  <c:v>44427</c:v>
                </c:pt>
                <c:pt idx="1776">
                  <c:v>44426</c:v>
                </c:pt>
                <c:pt idx="1777">
                  <c:v>44425</c:v>
                </c:pt>
                <c:pt idx="1778">
                  <c:v>44424</c:v>
                </c:pt>
                <c:pt idx="1779">
                  <c:v>44423</c:v>
                </c:pt>
                <c:pt idx="1780">
                  <c:v>44422</c:v>
                </c:pt>
                <c:pt idx="1781">
                  <c:v>44421</c:v>
                </c:pt>
                <c:pt idx="1782">
                  <c:v>44420</c:v>
                </c:pt>
                <c:pt idx="1783">
                  <c:v>44419</c:v>
                </c:pt>
                <c:pt idx="1784">
                  <c:v>44418</c:v>
                </c:pt>
                <c:pt idx="1785">
                  <c:v>44417</c:v>
                </c:pt>
                <c:pt idx="1786">
                  <c:v>44416</c:v>
                </c:pt>
                <c:pt idx="1787">
                  <c:v>44415</c:v>
                </c:pt>
                <c:pt idx="1788">
                  <c:v>44414</c:v>
                </c:pt>
                <c:pt idx="1789">
                  <c:v>44413</c:v>
                </c:pt>
                <c:pt idx="1790">
                  <c:v>44412</c:v>
                </c:pt>
                <c:pt idx="1791">
                  <c:v>44411</c:v>
                </c:pt>
                <c:pt idx="1792">
                  <c:v>44410</c:v>
                </c:pt>
                <c:pt idx="1793">
                  <c:v>44409</c:v>
                </c:pt>
                <c:pt idx="1794">
                  <c:v>44408</c:v>
                </c:pt>
                <c:pt idx="1795">
                  <c:v>44407</c:v>
                </c:pt>
                <c:pt idx="1796">
                  <c:v>44406</c:v>
                </c:pt>
                <c:pt idx="1797">
                  <c:v>44405</c:v>
                </c:pt>
                <c:pt idx="1798">
                  <c:v>44404</c:v>
                </c:pt>
                <c:pt idx="1799">
                  <c:v>44403</c:v>
                </c:pt>
                <c:pt idx="1800">
                  <c:v>44402</c:v>
                </c:pt>
                <c:pt idx="1801">
                  <c:v>44401</c:v>
                </c:pt>
                <c:pt idx="1802">
                  <c:v>44400</c:v>
                </c:pt>
                <c:pt idx="1803">
                  <c:v>44399</c:v>
                </c:pt>
                <c:pt idx="1804">
                  <c:v>44398</c:v>
                </c:pt>
                <c:pt idx="1805">
                  <c:v>44397</c:v>
                </c:pt>
                <c:pt idx="1806">
                  <c:v>44396</c:v>
                </c:pt>
                <c:pt idx="1807">
                  <c:v>44395</c:v>
                </c:pt>
                <c:pt idx="1808">
                  <c:v>44394</c:v>
                </c:pt>
                <c:pt idx="1809">
                  <c:v>44393</c:v>
                </c:pt>
                <c:pt idx="1810">
                  <c:v>44392</c:v>
                </c:pt>
                <c:pt idx="1811">
                  <c:v>44391</c:v>
                </c:pt>
                <c:pt idx="1812">
                  <c:v>44390</c:v>
                </c:pt>
                <c:pt idx="1813">
                  <c:v>44389</c:v>
                </c:pt>
                <c:pt idx="1814">
                  <c:v>44388</c:v>
                </c:pt>
                <c:pt idx="1815">
                  <c:v>44387</c:v>
                </c:pt>
                <c:pt idx="1816">
                  <c:v>44386</c:v>
                </c:pt>
                <c:pt idx="1817">
                  <c:v>44385</c:v>
                </c:pt>
                <c:pt idx="1818">
                  <c:v>44384</c:v>
                </c:pt>
                <c:pt idx="1819">
                  <c:v>44383</c:v>
                </c:pt>
                <c:pt idx="1820">
                  <c:v>44382</c:v>
                </c:pt>
                <c:pt idx="1821">
                  <c:v>44381</c:v>
                </c:pt>
                <c:pt idx="1822">
                  <c:v>44380</c:v>
                </c:pt>
                <c:pt idx="1823">
                  <c:v>44379</c:v>
                </c:pt>
                <c:pt idx="1824">
                  <c:v>44378</c:v>
                </c:pt>
                <c:pt idx="1825">
                  <c:v>44377</c:v>
                </c:pt>
                <c:pt idx="1826">
                  <c:v>44376</c:v>
                </c:pt>
                <c:pt idx="1827">
                  <c:v>44375</c:v>
                </c:pt>
                <c:pt idx="1828">
                  <c:v>44374</c:v>
                </c:pt>
                <c:pt idx="1829">
                  <c:v>44373</c:v>
                </c:pt>
                <c:pt idx="1830">
                  <c:v>44372</c:v>
                </c:pt>
                <c:pt idx="1831">
                  <c:v>44371</c:v>
                </c:pt>
                <c:pt idx="1832">
                  <c:v>44370</c:v>
                </c:pt>
                <c:pt idx="1833">
                  <c:v>44369</c:v>
                </c:pt>
                <c:pt idx="1834">
                  <c:v>44368</c:v>
                </c:pt>
                <c:pt idx="1835">
                  <c:v>44367</c:v>
                </c:pt>
                <c:pt idx="1836">
                  <c:v>44366</c:v>
                </c:pt>
                <c:pt idx="1837">
                  <c:v>44365</c:v>
                </c:pt>
                <c:pt idx="1838">
                  <c:v>44364</c:v>
                </c:pt>
                <c:pt idx="1839">
                  <c:v>44363</c:v>
                </c:pt>
                <c:pt idx="1840">
                  <c:v>44362</c:v>
                </c:pt>
                <c:pt idx="1841">
                  <c:v>44361</c:v>
                </c:pt>
                <c:pt idx="1842">
                  <c:v>44360</c:v>
                </c:pt>
                <c:pt idx="1843">
                  <c:v>44359</c:v>
                </c:pt>
                <c:pt idx="1844">
                  <c:v>44358</c:v>
                </c:pt>
                <c:pt idx="1845">
                  <c:v>44357</c:v>
                </c:pt>
                <c:pt idx="1846">
                  <c:v>44356</c:v>
                </c:pt>
                <c:pt idx="1847">
                  <c:v>44355</c:v>
                </c:pt>
                <c:pt idx="1848">
                  <c:v>44354</c:v>
                </c:pt>
                <c:pt idx="1849">
                  <c:v>44353</c:v>
                </c:pt>
                <c:pt idx="1850">
                  <c:v>44352</c:v>
                </c:pt>
                <c:pt idx="1851">
                  <c:v>44351</c:v>
                </c:pt>
                <c:pt idx="1852">
                  <c:v>44350</c:v>
                </c:pt>
                <c:pt idx="1853">
                  <c:v>44349</c:v>
                </c:pt>
                <c:pt idx="1854">
                  <c:v>44348</c:v>
                </c:pt>
                <c:pt idx="1855">
                  <c:v>44347</c:v>
                </c:pt>
                <c:pt idx="1856">
                  <c:v>44346</c:v>
                </c:pt>
                <c:pt idx="1857">
                  <c:v>44345</c:v>
                </c:pt>
                <c:pt idx="1858">
                  <c:v>44344</c:v>
                </c:pt>
                <c:pt idx="1859">
                  <c:v>44343</c:v>
                </c:pt>
                <c:pt idx="1860">
                  <c:v>44342</c:v>
                </c:pt>
                <c:pt idx="1861">
                  <c:v>44341</c:v>
                </c:pt>
                <c:pt idx="1862">
                  <c:v>44340</c:v>
                </c:pt>
                <c:pt idx="1863">
                  <c:v>44339</c:v>
                </c:pt>
                <c:pt idx="1864">
                  <c:v>44338</c:v>
                </c:pt>
                <c:pt idx="1865">
                  <c:v>44337</c:v>
                </c:pt>
                <c:pt idx="1866">
                  <c:v>44336</c:v>
                </c:pt>
                <c:pt idx="1867">
                  <c:v>44335</c:v>
                </c:pt>
                <c:pt idx="1868">
                  <c:v>44334</c:v>
                </c:pt>
                <c:pt idx="1869">
                  <c:v>44333</c:v>
                </c:pt>
                <c:pt idx="1870">
                  <c:v>44332</c:v>
                </c:pt>
                <c:pt idx="1871">
                  <c:v>44331</c:v>
                </c:pt>
                <c:pt idx="1872">
                  <c:v>44330</c:v>
                </c:pt>
                <c:pt idx="1873">
                  <c:v>44329</c:v>
                </c:pt>
                <c:pt idx="1874">
                  <c:v>44328</c:v>
                </c:pt>
                <c:pt idx="1875">
                  <c:v>44327</c:v>
                </c:pt>
                <c:pt idx="1876">
                  <c:v>44326</c:v>
                </c:pt>
                <c:pt idx="1877">
                  <c:v>44325</c:v>
                </c:pt>
                <c:pt idx="1878">
                  <c:v>44324</c:v>
                </c:pt>
                <c:pt idx="1879">
                  <c:v>44323</c:v>
                </c:pt>
                <c:pt idx="1880">
                  <c:v>44322</c:v>
                </c:pt>
                <c:pt idx="1881">
                  <c:v>44321</c:v>
                </c:pt>
                <c:pt idx="1882">
                  <c:v>44320</c:v>
                </c:pt>
                <c:pt idx="1883">
                  <c:v>44319</c:v>
                </c:pt>
                <c:pt idx="1884">
                  <c:v>44318</c:v>
                </c:pt>
                <c:pt idx="1885">
                  <c:v>44317</c:v>
                </c:pt>
                <c:pt idx="1886">
                  <c:v>44316</c:v>
                </c:pt>
                <c:pt idx="1887">
                  <c:v>44315</c:v>
                </c:pt>
                <c:pt idx="1888">
                  <c:v>44314</c:v>
                </c:pt>
                <c:pt idx="1889">
                  <c:v>44313</c:v>
                </c:pt>
                <c:pt idx="1890">
                  <c:v>44312</c:v>
                </c:pt>
                <c:pt idx="1891">
                  <c:v>44311</c:v>
                </c:pt>
                <c:pt idx="1892">
                  <c:v>44310</c:v>
                </c:pt>
                <c:pt idx="1893">
                  <c:v>44309</c:v>
                </c:pt>
                <c:pt idx="1894">
                  <c:v>44308</c:v>
                </c:pt>
                <c:pt idx="1895">
                  <c:v>44307</c:v>
                </c:pt>
                <c:pt idx="1896">
                  <c:v>44306</c:v>
                </c:pt>
                <c:pt idx="1897">
                  <c:v>44305</c:v>
                </c:pt>
                <c:pt idx="1898">
                  <c:v>44304</c:v>
                </c:pt>
                <c:pt idx="1899">
                  <c:v>44303</c:v>
                </c:pt>
                <c:pt idx="1900">
                  <c:v>44302</c:v>
                </c:pt>
                <c:pt idx="1901">
                  <c:v>44301</c:v>
                </c:pt>
                <c:pt idx="1902">
                  <c:v>44300</c:v>
                </c:pt>
                <c:pt idx="1903">
                  <c:v>44299</c:v>
                </c:pt>
                <c:pt idx="1904">
                  <c:v>44298</c:v>
                </c:pt>
                <c:pt idx="1905">
                  <c:v>44297</c:v>
                </c:pt>
                <c:pt idx="1906">
                  <c:v>44296</c:v>
                </c:pt>
                <c:pt idx="1907">
                  <c:v>44295</c:v>
                </c:pt>
                <c:pt idx="1908">
                  <c:v>44294</c:v>
                </c:pt>
                <c:pt idx="1909">
                  <c:v>44293</c:v>
                </c:pt>
                <c:pt idx="1910">
                  <c:v>44292</c:v>
                </c:pt>
                <c:pt idx="1911">
                  <c:v>44291</c:v>
                </c:pt>
                <c:pt idx="1912">
                  <c:v>44290</c:v>
                </c:pt>
                <c:pt idx="1913">
                  <c:v>44289</c:v>
                </c:pt>
                <c:pt idx="1914">
                  <c:v>44288</c:v>
                </c:pt>
                <c:pt idx="1915">
                  <c:v>44287</c:v>
                </c:pt>
                <c:pt idx="1916">
                  <c:v>44286</c:v>
                </c:pt>
                <c:pt idx="1917">
                  <c:v>44285</c:v>
                </c:pt>
                <c:pt idx="1918">
                  <c:v>44284</c:v>
                </c:pt>
                <c:pt idx="1919">
                  <c:v>44283</c:v>
                </c:pt>
                <c:pt idx="1920">
                  <c:v>44282</c:v>
                </c:pt>
                <c:pt idx="1921">
                  <c:v>44281</c:v>
                </c:pt>
                <c:pt idx="1922">
                  <c:v>44280</c:v>
                </c:pt>
                <c:pt idx="1923">
                  <c:v>44279</c:v>
                </c:pt>
                <c:pt idx="1924">
                  <c:v>44278</c:v>
                </c:pt>
                <c:pt idx="1925">
                  <c:v>44277</c:v>
                </c:pt>
                <c:pt idx="1926">
                  <c:v>44276</c:v>
                </c:pt>
                <c:pt idx="1927">
                  <c:v>44275</c:v>
                </c:pt>
                <c:pt idx="1928">
                  <c:v>44274</c:v>
                </c:pt>
                <c:pt idx="1929">
                  <c:v>44273</c:v>
                </c:pt>
                <c:pt idx="1930">
                  <c:v>44272</c:v>
                </c:pt>
                <c:pt idx="1931">
                  <c:v>44271</c:v>
                </c:pt>
                <c:pt idx="1932">
                  <c:v>44270</c:v>
                </c:pt>
                <c:pt idx="1933">
                  <c:v>44269</c:v>
                </c:pt>
                <c:pt idx="1934">
                  <c:v>44268</c:v>
                </c:pt>
                <c:pt idx="1935">
                  <c:v>44267</c:v>
                </c:pt>
                <c:pt idx="1936">
                  <c:v>44266</c:v>
                </c:pt>
                <c:pt idx="1937">
                  <c:v>44265</c:v>
                </c:pt>
                <c:pt idx="1938">
                  <c:v>44264</c:v>
                </c:pt>
                <c:pt idx="1939">
                  <c:v>44263</c:v>
                </c:pt>
                <c:pt idx="1940">
                  <c:v>44262</c:v>
                </c:pt>
                <c:pt idx="1941">
                  <c:v>44261</c:v>
                </c:pt>
                <c:pt idx="1942">
                  <c:v>44260</c:v>
                </c:pt>
                <c:pt idx="1943">
                  <c:v>44259</c:v>
                </c:pt>
                <c:pt idx="1944">
                  <c:v>44258</c:v>
                </c:pt>
                <c:pt idx="1945">
                  <c:v>44257</c:v>
                </c:pt>
                <c:pt idx="1946">
                  <c:v>44256</c:v>
                </c:pt>
                <c:pt idx="1947">
                  <c:v>44255</c:v>
                </c:pt>
                <c:pt idx="1948">
                  <c:v>44254</c:v>
                </c:pt>
                <c:pt idx="1949">
                  <c:v>44253</c:v>
                </c:pt>
                <c:pt idx="1950">
                  <c:v>44252</c:v>
                </c:pt>
                <c:pt idx="1951">
                  <c:v>44251</c:v>
                </c:pt>
                <c:pt idx="1952">
                  <c:v>44250</c:v>
                </c:pt>
                <c:pt idx="1953">
                  <c:v>44249</c:v>
                </c:pt>
                <c:pt idx="1954">
                  <c:v>44248</c:v>
                </c:pt>
                <c:pt idx="1955">
                  <c:v>44247</c:v>
                </c:pt>
                <c:pt idx="1956">
                  <c:v>44246</c:v>
                </c:pt>
                <c:pt idx="1957">
                  <c:v>44245</c:v>
                </c:pt>
                <c:pt idx="1958">
                  <c:v>44244</c:v>
                </c:pt>
                <c:pt idx="1959">
                  <c:v>44243</c:v>
                </c:pt>
                <c:pt idx="1960">
                  <c:v>44242</c:v>
                </c:pt>
                <c:pt idx="1961">
                  <c:v>44241</c:v>
                </c:pt>
                <c:pt idx="1962">
                  <c:v>44240</c:v>
                </c:pt>
                <c:pt idx="1963">
                  <c:v>44239</c:v>
                </c:pt>
                <c:pt idx="1964">
                  <c:v>44238</c:v>
                </c:pt>
                <c:pt idx="1965">
                  <c:v>44237</c:v>
                </c:pt>
                <c:pt idx="1966">
                  <c:v>44236</c:v>
                </c:pt>
                <c:pt idx="1967">
                  <c:v>44235</c:v>
                </c:pt>
                <c:pt idx="1968">
                  <c:v>44234</c:v>
                </c:pt>
                <c:pt idx="1969">
                  <c:v>44233</c:v>
                </c:pt>
                <c:pt idx="1970">
                  <c:v>44232</c:v>
                </c:pt>
                <c:pt idx="1971">
                  <c:v>44231</c:v>
                </c:pt>
                <c:pt idx="1972">
                  <c:v>44230</c:v>
                </c:pt>
                <c:pt idx="1973">
                  <c:v>44229</c:v>
                </c:pt>
                <c:pt idx="1974">
                  <c:v>44228</c:v>
                </c:pt>
                <c:pt idx="1975">
                  <c:v>44227</c:v>
                </c:pt>
                <c:pt idx="1976">
                  <c:v>44226</c:v>
                </c:pt>
                <c:pt idx="1977">
                  <c:v>44225</c:v>
                </c:pt>
                <c:pt idx="1978">
                  <c:v>44224</c:v>
                </c:pt>
                <c:pt idx="1979">
                  <c:v>44223</c:v>
                </c:pt>
                <c:pt idx="1980">
                  <c:v>44222</c:v>
                </c:pt>
                <c:pt idx="1981">
                  <c:v>44221</c:v>
                </c:pt>
                <c:pt idx="1982">
                  <c:v>44220</c:v>
                </c:pt>
                <c:pt idx="1983">
                  <c:v>44219</c:v>
                </c:pt>
                <c:pt idx="1984">
                  <c:v>44218</c:v>
                </c:pt>
                <c:pt idx="1985">
                  <c:v>44217</c:v>
                </c:pt>
                <c:pt idx="1986">
                  <c:v>44216</c:v>
                </c:pt>
                <c:pt idx="1987">
                  <c:v>44215</c:v>
                </c:pt>
                <c:pt idx="1988">
                  <c:v>44214</c:v>
                </c:pt>
                <c:pt idx="1989">
                  <c:v>44213</c:v>
                </c:pt>
                <c:pt idx="1990">
                  <c:v>44212</c:v>
                </c:pt>
                <c:pt idx="1991">
                  <c:v>44211</c:v>
                </c:pt>
                <c:pt idx="1992">
                  <c:v>44210</c:v>
                </c:pt>
                <c:pt idx="1993">
                  <c:v>44209</c:v>
                </c:pt>
                <c:pt idx="1994">
                  <c:v>44208</c:v>
                </c:pt>
                <c:pt idx="1995">
                  <c:v>44207</c:v>
                </c:pt>
                <c:pt idx="1996">
                  <c:v>44206</c:v>
                </c:pt>
                <c:pt idx="1997">
                  <c:v>44205</c:v>
                </c:pt>
                <c:pt idx="1998">
                  <c:v>44204</c:v>
                </c:pt>
                <c:pt idx="1999">
                  <c:v>44203</c:v>
                </c:pt>
                <c:pt idx="2000">
                  <c:v>44202</c:v>
                </c:pt>
                <c:pt idx="2001">
                  <c:v>44201</c:v>
                </c:pt>
                <c:pt idx="2002">
                  <c:v>44200</c:v>
                </c:pt>
                <c:pt idx="2003">
                  <c:v>44199</c:v>
                </c:pt>
                <c:pt idx="2004">
                  <c:v>44198</c:v>
                </c:pt>
                <c:pt idx="2005">
                  <c:v>44197</c:v>
                </c:pt>
                <c:pt idx="2006">
                  <c:v>44196</c:v>
                </c:pt>
                <c:pt idx="2007">
                  <c:v>44195</c:v>
                </c:pt>
                <c:pt idx="2008">
                  <c:v>44194</c:v>
                </c:pt>
                <c:pt idx="2009">
                  <c:v>44193</c:v>
                </c:pt>
                <c:pt idx="2010">
                  <c:v>44192</c:v>
                </c:pt>
                <c:pt idx="2011">
                  <c:v>44191</c:v>
                </c:pt>
                <c:pt idx="2012">
                  <c:v>44190</c:v>
                </c:pt>
                <c:pt idx="2013">
                  <c:v>44189</c:v>
                </c:pt>
                <c:pt idx="2014">
                  <c:v>44188</c:v>
                </c:pt>
                <c:pt idx="2015">
                  <c:v>44187</c:v>
                </c:pt>
                <c:pt idx="2016">
                  <c:v>44186</c:v>
                </c:pt>
                <c:pt idx="2017">
                  <c:v>44185</c:v>
                </c:pt>
                <c:pt idx="2018">
                  <c:v>44184</c:v>
                </c:pt>
                <c:pt idx="2019">
                  <c:v>44183</c:v>
                </c:pt>
                <c:pt idx="2020">
                  <c:v>44182</c:v>
                </c:pt>
                <c:pt idx="2021">
                  <c:v>44181</c:v>
                </c:pt>
                <c:pt idx="2022">
                  <c:v>44180</c:v>
                </c:pt>
                <c:pt idx="2023">
                  <c:v>44179</c:v>
                </c:pt>
                <c:pt idx="2024">
                  <c:v>44178</c:v>
                </c:pt>
                <c:pt idx="2025">
                  <c:v>44177</c:v>
                </c:pt>
                <c:pt idx="2026">
                  <c:v>44176</c:v>
                </c:pt>
                <c:pt idx="2027">
                  <c:v>44175</c:v>
                </c:pt>
                <c:pt idx="2028">
                  <c:v>44174</c:v>
                </c:pt>
                <c:pt idx="2029">
                  <c:v>44173</c:v>
                </c:pt>
                <c:pt idx="2030">
                  <c:v>44172</c:v>
                </c:pt>
                <c:pt idx="2031">
                  <c:v>44171</c:v>
                </c:pt>
                <c:pt idx="2032">
                  <c:v>44170</c:v>
                </c:pt>
                <c:pt idx="2033">
                  <c:v>44169</c:v>
                </c:pt>
                <c:pt idx="2034">
                  <c:v>44168</c:v>
                </c:pt>
                <c:pt idx="2035">
                  <c:v>44167</c:v>
                </c:pt>
                <c:pt idx="2036">
                  <c:v>44166</c:v>
                </c:pt>
                <c:pt idx="2037">
                  <c:v>44165</c:v>
                </c:pt>
                <c:pt idx="2038">
                  <c:v>44164</c:v>
                </c:pt>
                <c:pt idx="2039">
                  <c:v>44163</c:v>
                </c:pt>
                <c:pt idx="2040">
                  <c:v>44162</c:v>
                </c:pt>
                <c:pt idx="2041">
                  <c:v>44161</c:v>
                </c:pt>
                <c:pt idx="2042">
                  <c:v>44160</c:v>
                </c:pt>
                <c:pt idx="2043">
                  <c:v>44159</c:v>
                </c:pt>
                <c:pt idx="2044">
                  <c:v>44158</c:v>
                </c:pt>
                <c:pt idx="2045">
                  <c:v>44157</c:v>
                </c:pt>
                <c:pt idx="2046">
                  <c:v>44156</c:v>
                </c:pt>
                <c:pt idx="2047">
                  <c:v>44155</c:v>
                </c:pt>
                <c:pt idx="2048">
                  <c:v>44154</c:v>
                </c:pt>
                <c:pt idx="2049">
                  <c:v>44153</c:v>
                </c:pt>
                <c:pt idx="2050">
                  <c:v>44152</c:v>
                </c:pt>
                <c:pt idx="2051">
                  <c:v>44151</c:v>
                </c:pt>
                <c:pt idx="2052">
                  <c:v>44150</c:v>
                </c:pt>
                <c:pt idx="2053">
                  <c:v>44149</c:v>
                </c:pt>
                <c:pt idx="2054">
                  <c:v>44148</c:v>
                </c:pt>
                <c:pt idx="2055">
                  <c:v>44147</c:v>
                </c:pt>
                <c:pt idx="2056">
                  <c:v>44146</c:v>
                </c:pt>
                <c:pt idx="2057">
                  <c:v>44145</c:v>
                </c:pt>
                <c:pt idx="2058">
                  <c:v>44144</c:v>
                </c:pt>
                <c:pt idx="2059">
                  <c:v>44143</c:v>
                </c:pt>
                <c:pt idx="2060">
                  <c:v>44142</c:v>
                </c:pt>
                <c:pt idx="2061">
                  <c:v>44141</c:v>
                </c:pt>
                <c:pt idx="2062">
                  <c:v>44140</c:v>
                </c:pt>
                <c:pt idx="2063">
                  <c:v>44139</c:v>
                </c:pt>
                <c:pt idx="2064">
                  <c:v>44138</c:v>
                </c:pt>
                <c:pt idx="2065">
                  <c:v>44137</c:v>
                </c:pt>
                <c:pt idx="2066">
                  <c:v>44136</c:v>
                </c:pt>
                <c:pt idx="2067">
                  <c:v>44135</c:v>
                </c:pt>
                <c:pt idx="2068">
                  <c:v>44134</c:v>
                </c:pt>
                <c:pt idx="2069">
                  <c:v>44133</c:v>
                </c:pt>
                <c:pt idx="2070">
                  <c:v>44132</c:v>
                </c:pt>
                <c:pt idx="2071">
                  <c:v>44131</c:v>
                </c:pt>
                <c:pt idx="2072">
                  <c:v>44130</c:v>
                </c:pt>
                <c:pt idx="2073">
                  <c:v>44129</c:v>
                </c:pt>
                <c:pt idx="2074">
                  <c:v>44128</c:v>
                </c:pt>
                <c:pt idx="2075">
                  <c:v>44127</c:v>
                </c:pt>
                <c:pt idx="2076">
                  <c:v>44126</c:v>
                </c:pt>
                <c:pt idx="2077">
                  <c:v>44125</c:v>
                </c:pt>
                <c:pt idx="2078">
                  <c:v>44124</c:v>
                </c:pt>
                <c:pt idx="2079">
                  <c:v>44123</c:v>
                </c:pt>
                <c:pt idx="2080">
                  <c:v>44122</c:v>
                </c:pt>
                <c:pt idx="2081">
                  <c:v>44121</c:v>
                </c:pt>
                <c:pt idx="2082">
                  <c:v>44120</c:v>
                </c:pt>
                <c:pt idx="2083">
                  <c:v>44119</c:v>
                </c:pt>
                <c:pt idx="2084">
                  <c:v>44118</c:v>
                </c:pt>
                <c:pt idx="2085">
                  <c:v>44117</c:v>
                </c:pt>
                <c:pt idx="2086">
                  <c:v>44116</c:v>
                </c:pt>
                <c:pt idx="2087">
                  <c:v>44115</c:v>
                </c:pt>
                <c:pt idx="2088">
                  <c:v>44114</c:v>
                </c:pt>
                <c:pt idx="2089">
                  <c:v>44113</c:v>
                </c:pt>
                <c:pt idx="2090">
                  <c:v>44112</c:v>
                </c:pt>
                <c:pt idx="2091">
                  <c:v>44111</c:v>
                </c:pt>
                <c:pt idx="2092">
                  <c:v>44110</c:v>
                </c:pt>
                <c:pt idx="2093">
                  <c:v>44109</c:v>
                </c:pt>
                <c:pt idx="2094">
                  <c:v>44108</c:v>
                </c:pt>
                <c:pt idx="2095">
                  <c:v>44107</c:v>
                </c:pt>
                <c:pt idx="2096">
                  <c:v>44106</c:v>
                </c:pt>
                <c:pt idx="2097">
                  <c:v>44105</c:v>
                </c:pt>
                <c:pt idx="2098">
                  <c:v>44104</c:v>
                </c:pt>
                <c:pt idx="2099">
                  <c:v>44103</c:v>
                </c:pt>
                <c:pt idx="2100">
                  <c:v>44102</c:v>
                </c:pt>
                <c:pt idx="2101">
                  <c:v>44101</c:v>
                </c:pt>
                <c:pt idx="2102">
                  <c:v>44100</c:v>
                </c:pt>
                <c:pt idx="2103">
                  <c:v>44099</c:v>
                </c:pt>
                <c:pt idx="2104">
                  <c:v>44098</c:v>
                </c:pt>
                <c:pt idx="2105">
                  <c:v>44097</c:v>
                </c:pt>
                <c:pt idx="2106">
                  <c:v>44096</c:v>
                </c:pt>
                <c:pt idx="2107">
                  <c:v>44095</c:v>
                </c:pt>
                <c:pt idx="2108">
                  <c:v>44094</c:v>
                </c:pt>
                <c:pt idx="2109">
                  <c:v>44093</c:v>
                </c:pt>
                <c:pt idx="2110">
                  <c:v>44092</c:v>
                </c:pt>
                <c:pt idx="2111">
                  <c:v>44091</c:v>
                </c:pt>
                <c:pt idx="2112">
                  <c:v>44090</c:v>
                </c:pt>
                <c:pt idx="2113">
                  <c:v>44089</c:v>
                </c:pt>
                <c:pt idx="2114">
                  <c:v>44088</c:v>
                </c:pt>
                <c:pt idx="2115">
                  <c:v>44087</c:v>
                </c:pt>
                <c:pt idx="2116">
                  <c:v>44086</c:v>
                </c:pt>
                <c:pt idx="2117">
                  <c:v>44085</c:v>
                </c:pt>
                <c:pt idx="2118">
                  <c:v>44084</c:v>
                </c:pt>
                <c:pt idx="2119">
                  <c:v>44083</c:v>
                </c:pt>
                <c:pt idx="2120">
                  <c:v>44082</c:v>
                </c:pt>
                <c:pt idx="2121">
                  <c:v>44081</c:v>
                </c:pt>
                <c:pt idx="2122">
                  <c:v>44080</c:v>
                </c:pt>
                <c:pt idx="2123">
                  <c:v>44079</c:v>
                </c:pt>
                <c:pt idx="2124">
                  <c:v>44078</c:v>
                </c:pt>
                <c:pt idx="2125">
                  <c:v>44077</c:v>
                </c:pt>
                <c:pt idx="2126">
                  <c:v>44076</c:v>
                </c:pt>
                <c:pt idx="2127">
                  <c:v>44075</c:v>
                </c:pt>
                <c:pt idx="2128">
                  <c:v>44074</c:v>
                </c:pt>
                <c:pt idx="2129">
                  <c:v>44073</c:v>
                </c:pt>
                <c:pt idx="2130">
                  <c:v>44072</c:v>
                </c:pt>
                <c:pt idx="2131">
                  <c:v>44071</c:v>
                </c:pt>
                <c:pt idx="2132">
                  <c:v>44070</c:v>
                </c:pt>
                <c:pt idx="2133">
                  <c:v>44069</c:v>
                </c:pt>
                <c:pt idx="2134">
                  <c:v>44068</c:v>
                </c:pt>
                <c:pt idx="2135">
                  <c:v>44067</c:v>
                </c:pt>
                <c:pt idx="2136">
                  <c:v>44066</c:v>
                </c:pt>
                <c:pt idx="2137">
                  <c:v>44065</c:v>
                </c:pt>
                <c:pt idx="2138">
                  <c:v>44064</c:v>
                </c:pt>
                <c:pt idx="2139">
                  <c:v>44063</c:v>
                </c:pt>
                <c:pt idx="2140">
                  <c:v>44062</c:v>
                </c:pt>
                <c:pt idx="2141">
                  <c:v>44061</c:v>
                </c:pt>
                <c:pt idx="2142">
                  <c:v>44060</c:v>
                </c:pt>
                <c:pt idx="2143">
                  <c:v>44059</c:v>
                </c:pt>
                <c:pt idx="2144">
                  <c:v>44058</c:v>
                </c:pt>
                <c:pt idx="2145">
                  <c:v>44057</c:v>
                </c:pt>
                <c:pt idx="2146">
                  <c:v>44056</c:v>
                </c:pt>
                <c:pt idx="2147">
                  <c:v>44055</c:v>
                </c:pt>
                <c:pt idx="2148">
                  <c:v>44054</c:v>
                </c:pt>
                <c:pt idx="2149">
                  <c:v>44053</c:v>
                </c:pt>
                <c:pt idx="2150">
                  <c:v>44052</c:v>
                </c:pt>
                <c:pt idx="2151">
                  <c:v>44051</c:v>
                </c:pt>
                <c:pt idx="2152">
                  <c:v>44050</c:v>
                </c:pt>
                <c:pt idx="2153">
                  <c:v>44049</c:v>
                </c:pt>
                <c:pt idx="2154">
                  <c:v>44048</c:v>
                </c:pt>
                <c:pt idx="2155">
                  <c:v>44047</c:v>
                </c:pt>
                <c:pt idx="2156">
                  <c:v>44046</c:v>
                </c:pt>
                <c:pt idx="2157">
                  <c:v>44045</c:v>
                </c:pt>
                <c:pt idx="2158">
                  <c:v>44044</c:v>
                </c:pt>
                <c:pt idx="2159">
                  <c:v>44043</c:v>
                </c:pt>
                <c:pt idx="2160">
                  <c:v>44042</c:v>
                </c:pt>
                <c:pt idx="2161">
                  <c:v>44041</c:v>
                </c:pt>
                <c:pt idx="2162">
                  <c:v>44040</c:v>
                </c:pt>
                <c:pt idx="2163">
                  <c:v>44039</c:v>
                </c:pt>
                <c:pt idx="2164">
                  <c:v>44038</c:v>
                </c:pt>
                <c:pt idx="2165">
                  <c:v>44037</c:v>
                </c:pt>
                <c:pt idx="2166">
                  <c:v>44036</c:v>
                </c:pt>
                <c:pt idx="2167">
                  <c:v>44035</c:v>
                </c:pt>
                <c:pt idx="2168">
                  <c:v>44034</c:v>
                </c:pt>
                <c:pt idx="2169">
                  <c:v>44033</c:v>
                </c:pt>
                <c:pt idx="2170">
                  <c:v>44032</c:v>
                </c:pt>
                <c:pt idx="2171">
                  <c:v>44031</c:v>
                </c:pt>
                <c:pt idx="2172">
                  <c:v>44030</c:v>
                </c:pt>
                <c:pt idx="2173">
                  <c:v>44029</c:v>
                </c:pt>
                <c:pt idx="2174">
                  <c:v>44028</c:v>
                </c:pt>
                <c:pt idx="2175">
                  <c:v>44027</c:v>
                </c:pt>
                <c:pt idx="2176">
                  <c:v>44026</c:v>
                </c:pt>
                <c:pt idx="2177">
                  <c:v>44025</c:v>
                </c:pt>
                <c:pt idx="2178">
                  <c:v>44024</c:v>
                </c:pt>
                <c:pt idx="2179">
                  <c:v>44023</c:v>
                </c:pt>
                <c:pt idx="2180">
                  <c:v>44022</c:v>
                </c:pt>
                <c:pt idx="2181">
                  <c:v>44021</c:v>
                </c:pt>
                <c:pt idx="2182">
                  <c:v>44020</c:v>
                </c:pt>
                <c:pt idx="2183">
                  <c:v>44019</c:v>
                </c:pt>
                <c:pt idx="2184">
                  <c:v>44018</c:v>
                </c:pt>
                <c:pt idx="2185">
                  <c:v>44017</c:v>
                </c:pt>
                <c:pt idx="2186">
                  <c:v>44016</c:v>
                </c:pt>
                <c:pt idx="2187">
                  <c:v>44015</c:v>
                </c:pt>
                <c:pt idx="2188">
                  <c:v>44014</c:v>
                </c:pt>
                <c:pt idx="2189">
                  <c:v>44013</c:v>
                </c:pt>
                <c:pt idx="2190">
                  <c:v>44012</c:v>
                </c:pt>
                <c:pt idx="2191">
                  <c:v>44011</c:v>
                </c:pt>
                <c:pt idx="2192">
                  <c:v>44010</c:v>
                </c:pt>
                <c:pt idx="2193">
                  <c:v>44009</c:v>
                </c:pt>
                <c:pt idx="2194">
                  <c:v>44008</c:v>
                </c:pt>
                <c:pt idx="2195">
                  <c:v>44007</c:v>
                </c:pt>
                <c:pt idx="2196">
                  <c:v>44006</c:v>
                </c:pt>
                <c:pt idx="2197">
                  <c:v>44005</c:v>
                </c:pt>
                <c:pt idx="2198">
                  <c:v>44004</c:v>
                </c:pt>
                <c:pt idx="2199">
                  <c:v>44003</c:v>
                </c:pt>
                <c:pt idx="2200">
                  <c:v>44002</c:v>
                </c:pt>
                <c:pt idx="2201">
                  <c:v>44001</c:v>
                </c:pt>
                <c:pt idx="2202">
                  <c:v>44000</c:v>
                </c:pt>
                <c:pt idx="2203">
                  <c:v>43999</c:v>
                </c:pt>
                <c:pt idx="2204">
                  <c:v>43998</c:v>
                </c:pt>
                <c:pt idx="2205">
                  <c:v>43997</c:v>
                </c:pt>
                <c:pt idx="2206">
                  <c:v>43996</c:v>
                </c:pt>
                <c:pt idx="2207">
                  <c:v>43995</c:v>
                </c:pt>
                <c:pt idx="2208">
                  <c:v>43994</c:v>
                </c:pt>
                <c:pt idx="2209">
                  <c:v>43993</c:v>
                </c:pt>
                <c:pt idx="2210">
                  <c:v>43992</c:v>
                </c:pt>
                <c:pt idx="2211">
                  <c:v>43991</c:v>
                </c:pt>
                <c:pt idx="2212">
                  <c:v>43990</c:v>
                </c:pt>
                <c:pt idx="2213">
                  <c:v>43989</c:v>
                </c:pt>
                <c:pt idx="2214">
                  <c:v>43988</c:v>
                </c:pt>
                <c:pt idx="2215">
                  <c:v>43987</c:v>
                </c:pt>
                <c:pt idx="2216">
                  <c:v>43986</c:v>
                </c:pt>
                <c:pt idx="2217">
                  <c:v>43985</c:v>
                </c:pt>
                <c:pt idx="2218">
                  <c:v>43984</c:v>
                </c:pt>
                <c:pt idx="2219">
                  <c:v>43983</c:v>
                </c:pt>
                <c:pt idx="2220">
                  <c:v>43982</c:v>
                </c:pt>
                <c:pt idx="2221">
                  <c:v>43981</c:v>
                </c:pt>
                <c:pt idx="2222">
                  <c:v>43980</c:v>
                </c:pt>
                <c:pt idx="2223">
                  <c:v>43979</c:v>
                </c:pt>
                <c:pt idx="2224">
                  <c:v>43978</c:v>
                </c:pt>
                <c:pt idx="2225">
                  <c:v>43977</c:v>
                </c:pt>
                <c:pt idx="2226">
                  <c:v>43976</c:v>
                </c:pt>
                <c:pt idx="2227">
                  <c:v>43975</c:v>
                </c:pt>
                <c:pt idx="2228">
                  <c:v>43974</c:v>
                </c:pt>
                <c:pt idx="2229">
                  <c:v>43973</c:v>
                </c:pt>
                <c:pt idx="2230">
                  <c:v>43972</c:v>
                </c:pt>
                <c:pt idx="2231">
                  <c:v>43971</c:v>
                </c:pt>
                <c:pt idx="2232">
                  <c:v>43970</c:v>
                </c:pt>
                <c:pt idx="2233">
                  <c:v>43969</c:v>
                </c:pt>
                <c:pt idx="2234">
                  <c:v>43968</c:v>
                </c:pt>
                <c:pt idx="2235">
                  <c:v>43967</c:v>
                </c:pt>
                <c:pt idx="2236">
                  <c:v>43966</c:v>
                </c:pt>
                <c:pt idx="2237">
                  <c:v>43965</c:v>
                </c:pt>
                <c:pt idx="2238">
                  <c:v>43964</c:v>
                </c:pt>
                <c:pt idx="2239">
                  <c:v>43963</c:v>
                </c:pt>
                <c:pt idx="2240">
                  <c:v>43962</c:v>
                </c:pt>
                <c:pt idx="2241">
                  <c:v>43961</c:v>
                </c:pt>
                <c:pt idx="2242">
                  <c:v>43960</c:v>
                </c:pt>
                <c:pt idx="2243">
                  <c:v>43959</c:v>
                </c:pt>
                <c:pt idx="2244">
                  <c:v>43958</c:v>
                </c:pt>
                <c:pt idx="2245">
                  <c:v>43957</c:v>
                </c:pt>
                <c:pt idx="2246">
                  <c:v>43956</c:v>
                </c:pt>
                <c:pt idx="2247">
                  <c:v>43955</c:v>
                </c:pt>
                <c:pt idx="2248">
                  <c:v>43954</c:v>
                </c:pt>
                <c:pt idx="2249">
                  <c:v>43953</c:v>
                </c:pt>
                <c:pt idx="2250">
                  <c:v>43952</c:v>
                </c:pt>
                <c:pt idx="2251">
                  <c:v>43951</c:v>
                </c:pt>
                <c:pt idx="2252">
                  <c:v>43950</c:v>
                </c:pt>
                <c:pt idx="2253">
                  <c:v>43949</c:v>
                </c:pt>
                <c:pt idx="2254">
                  <c:v>43948</c:v>
                </c:pt>
                <c:pt idx="2255">
                  <c:v>43947</c:v>
                </c:pt>
                <c:pt idx="2256">
                  <c:v>43946</c:v>
                </c:pt>
                <c:pt idx="2257">
                  <c:v>43945</c:v>
                </c:pt>
                <c:pt idx="2258">
                  <c:v>43944</c:v>
                </c:pt>
                <c:pt idx="2259">
                  <c:v>43943</c:v>
                </c:pt>
                <c:pt idx="2260">
                  <c:v>43942</c:v>
                </c:pt>
                <c:pt idx="2261">
                  <c:v>43941</c:v>
                </c:pt>
                <c:pt idx="2262">
                  <c:v>43940</c:v>
                </c:pt>
                <c:pt idx="2263">
                  <c:v>43939</c:v>
                </c:pt>
                <c:pt idx="2264">
                  <c:v>43938</c:v>
                </c:pt>
                <c:pt idx="2265">
                  <c:v>43937</c:v>
                </c:pt>
                <c:pt idx="2266">
                  <c:v>43936</c:v>
                </c:pt>
                <c:pt idx="2267">
                  <c:v>43935</c:v>
                </c:pt>
                <c:pt idx="2268">
                  <c:v>43934</c:v>
                </c:pt>
                <c:pt idx="2269">
                  <c:v>43933</c:v>
                </c:pt>
                <c:pt idx="2270">
                  <c:v>43932</c:v>
                </c:pt>
                <c:pt idx="2271">
                  <c:v>43931</c:v>
                </c:pt>
                <c:pt idx="2272">
                  <c:v>43930</c:v>
                </c:pt>
                <c:pt idx="2273">
                  <c:v>43929</c:v>
                </c:pt>
                <c:pt idx="2274">
                  <c:v>43928</c:v>
                </c:pt>
                <c:pt idx="2275">
                  <c:v>43927</c:v>
                </c:pt>
                <c:pt idx="2276">
                  <c:v>43926</c:v>
                </c:pt>
                <c:pt idx="2277">
                  <c:v>43925</c:v>
                </c:pt>
                <c:pt idx="2278">
                  <c:v>43924</c:v>
                </c:pt>
                <c:pt idx="2279">
                  <c:v>43923</c:v>
                </c:pt>
                <c:pt idx="2280">
                  <c:v>43922</c:v>
                </c:pt>
                <c:pt idx="2281">
                  <c:v>43921</c:v>
                </c:pt>
                <c:pt idx="2282">
                  <c:v>43920</c:v>
                </c:pt>
                <c:pt idx="2283">
                  <c:v>43919</c:v>
                </c:pt>
                <c:pt idx="2284">
                  <c:v>43918</c:v>
                </c:pt>
                <c:pt idx="2285">
                  <c:v>43917</c:v>
                </c:pt>
                <c:pt idx="2286">
                  <c:v>43916</c:v>
                </c:pt>
                <c:pt idx="2287">
                  <c:v>43915</c:v>
                </c:pt>
                <c:pt idx="2288">
                  <c:v>43914</c:v>
                </c:pt>
                <c:pt idx="2289">
                  <c:v>43913</c:v>
                </c:pt>
                <c:pt idx="2290">
                  <c:v>43912</c:v>
                </c:pt>
                <c:pt idx="2291">
                  <c:v>43911</c:v>
                </c:pt>
                <c:pt idx="2292">
                  <c:v>43910</c:v>
                </c:pt>
                <c:pt idx="2293">
                  <c:v>43909</c:v>
                </c:pt>
                <c:pt idx="2294">
                  <c:v>43908</c:v>
                </c:pt>
                <c:pt idx="2295">
                  <c:v>43907</c:v>
                </c:pt>
                <c:pt idx="2296">
                  <c:v>43906</c:v>
                </c:pt>
                <c:pt idx="2297">
                  <c:v>43905</c:v>
                </c:pt>
                <c:pt idx="2298">
                  <c:v>43904</c:v>
                </c:pt>
                <c:pt idx="2299">
                  <c:v>43903</c:v>
                </c:pt>
                <c:pt idx="2300">
                  <c:v>43902</c:v>
                </c:pt>
                <c:pt idx="2301">
                  <c:v>43901</c:v>
                </c:pt>
                <c:pt idx="2302">
                  <c:v>43900</c:v>
                </c:pt>
                <c:pt idx="2303">
                  <c:v>43899</c:v>
                </c:pt>
                <c:pt idx="2304">
                  <c:v>43898</c:v>
                </c:pt>
                <c:pt idx="2305">
                  <c:v>43897</c:v>
                </c:pt>
                <c:pt idx="2306">
                  <c:v>43896</c:v>
                </c:pt>
                <c:pt idx="2307">
                  <c:v>43895</c:v>
                </c:pt>
                <c:pt idx="2308">
                  <c:v>43894</c:v>
                </c:pt>
                <c:pt idx="2309">
                  <c:v>43893</c:v>
                </c:pt>
                <c:pt idx="2310">
                  <c:v>43892</c:v>
                </c:pt>
                <c:pt idx="2311">
                  <c:v>43891</c:v>
                </c:pt>
                <c:pt idx="2312">
                  <c:v>43890</c:v>
                </c:pt>
                <c:pt idx="2313">
                  <c:v>43889</c:v>
                </c:pt>
                <c:pt idx="2314">
                  <c:v>43888</c:v>
                </c:pt>
                <c:pt idx="2315">
                  <c:v>43887</c:v>
                </c:pt>
                <c:pt idx="2316">
                  <c:v>43886</c:v>
                </c:pt>
                <c:pt idx="2317">
                  <c:v>43885</c:v>
                </c:pt>
                <c:pt idx="2318">
                  <c:v>43884</c:v>
                </c:pt>
                <c:pt idx="2319">
                  <c:v>43883</c:v>
                </c:pt>
                <c:pt idx="2320">
                  <c:v>43882</c:v>
                </c:pt>
                <c:pt idx="2321">
                  <c:v>43881</c:v>
                </c:pt>
                <c:pt idx="2322">
                  <c:v>43880</c:v>
                </c:pt>
                <c:pt idx="2323">
                  <c:v>43879</c:v>
                </c:pt>
                <c:pt idx="2324">
                  <c:v>43878</c:v>
                </c:pt>
                <c:pt idx="2325">
                  <c:v>43877</c:v>
                </c:pt>
                <c:pt idx="2326">
                  <c:v>43876</c:v>
                </c:pt>
                <c:pt idx="2327">
                  <c:v>43875</c:v>
                </c:pt>
                <c:pt idx="2328">
                  <c:v>43874</c:v>
                </c:pt>
                <c:pt idx="2329">
                  <c:v>43873</c:v>
                </c:pt>
                <c:pt idx="2330">
                  <c:v>43872</c:v>
                </c:pt>
                <c:pt idx="2331">
                  <c:v>43871</c:v>
                </c:pt>
                <c:pt idx="2332">
                  <c:v>43870</c:v>
                </c:pt>
                <c:pt idx="2333">
                  <c:v>43869</c:v>
                </c:pt>
                <c:pt idx="2334">
                  <c:v>43868</c:v>
                </c:pt>
                <c:pt idx="2335">
                  <c:v>43867</c:v>
                </c:pt>
                <c:pt idx="2336">
                  <c:v>43866</c:v>
                </c:pt>
                <c:pt idx="2337">
                  <c:v>43865</c:v>
                </c:pt>
                <c:pt idx="2338">
                  <c:v>43864</c:v>
                </c:pt>
                <c:pt idx="2339">
                  <c:v>43863</c:v>
                </c:pt>
                <c:pt idx="2340">
                  <c:v>43862</c:v>
                </c:pt>
                <c:pt idx="2341">
                  <c:v>43861</c:v>
                </c:pt>
                <c:pt idx="2342">
                  <c:v>43860</c:v>
                </c:pt>
                <c:pt idx="2343">
                  <c:v>43859</c:v>
                </c:pt>
                <c:pt idx="2344">
                  <c:v>43858</c:v>
                </c:pt>
                <c:pt idx="2345">
                  <c:v>43857</c:v>
                </c:pt>
                <c:pt idx="2346">
                  <c:v>43856</c:v>
                </c:pt>
                <c:pt idx="2347">
                  <c:v>43855</c:v>
                </c:pt>
                <c:pt idx="2348">
                  <c:v>43854</c:v>
                </c:pt>
                <c:pt idx="2349">
                  <c:v>43853</c:v>
                </c:pt>
                <c:pt idx="2350">
                  <c:v>43852</c:v>
                </c:pt>
                <c:pt idx="2351">
                  <c:v>43851</c:v>
                </c:pt>
                <c:pt idx="2352">
                  <c:v>43850</c:v>
                </c:pt>
                <c:pt idx="2353">
                  <c:v>43849</c:v>
                </c:pt>
                <c:pt idx="2354">
                  <c:v>43848</c:v>
                </c:pt>
                <c:pt idx="2355">
                  <c:v>43847</c:v>
                </c:pt>
                <c:pt idx="2356">
                  <c:v>43846</c:v>
                </c:pt>
                <c:pt idx="2357">
                  <c:v>43845</c:v>
                </c:pt>
                <c:pt idx="2358">
                  <c:v>43844</c:v>
                </c:pt>
                <c:pt idx="2359">
                  <c:v>43843</c:v>
                </c:pt>
                <c:pt idx="2360">
                  <c:v>43842</c:v>
                </c:pt>
                <c:pt idx="2361">
                  <c:v>43841</c:v>
                </c:pt>
                <c:pt idx="2362">
                  <c:v>43840</c:v>
                </c:pt>
                <c:pt idx="2363">
                  <c:v>43839</c:v>
                </c:pt>
                <c:pt idx="2364">
                  <c:v>43838</c:v>
                </c:pt>
                <c:pt idx="2365">
                  <c:v>43837</c:v>
                </c:pt>
                <c:pt idx="2366">
                  <c:v>43836</c:v>
                </c:pt>
                <c:pt idx="2367">
                  <c:v>43835</c:v>
                </c:pt>
                <c:pt idx="2368">
                  <c:v>43834</c:v>
                </c:pt>
                <c:pt idx="2369">
                  <c:v>43833</c:v>
                </c:pt>
                <c:pt idx="2370">
                  <c:v>43832</c:v>
                </c:pt>
                <c:pt idx="2371">
                  <c:v>43831</c:v>
                </c:pt>
                <c:pt idx="2372">
                  <c:v>43830</c:v>
                </c:pt>
                <c:pt idx="2373">
                  <c:v>43829</c:v>
                </c:pt>
                <c:pt idx="2374">
                  <c:v>43828</c:v>
                </c:pt>
                <c:pt idx="2375">
                  <c:v>43827</c:v>
                </c:pt>
                <c:pt idx="2376">
                  <c:v>43826</c:v>
                </c:pt>
                <c:pt idx="2377">
                  <c:v>43825</c:v>
                </c:pt>
                <c:pt idx="2378">
                  <c:v>43824</c:v>
                </c:pt>
                <c:pt idx="2379">
                  <c:v>43823</c:v>
                </c:pt>
                <c:pt idx="2380">
                  <c:v>43822</c:v>
                </c:pt>
                <c:pt idx="2381">
                  <c:v>43821</c:v>
                </c:pt>
                <c:pt idx="2382">
                  <c:v>43820</c:v>
                </c:pt>
                <c:pt idx="2383">
                  <c:v>43819</c:v>
                </c:pt>
                <c:pt idx="2384">
                  <c:v>43818</c:v>
                </c:pt>
                <c:pt idx="2385">
                  <c:v>43817</c:v>
                </c:pt>
                <c:pt idx="2386">
                  <c:v>43816</c:v>
                </c:pt>
                <c:pt idx="2387">
                  <c:v>43815</c:v>
                </c:pt>
                <c:pt idx="2388">
                  <c:v>43814</c:v>
                </c:pt>
                <c:pt idx="2389">
                  <c:v>43813</c:v>
                </c:pt>
                <c:pt idx="2390">
                  <c:v>43812</c:v>
                </c:pt>
                <c:pt idx="2391">
                  <c:v>43811</c:v>
                </c:pt>
                <c:pt idx="2392">
                  <c:v>43810</c:v>
                </c:pt>
                <c:pt idx="2393">
                  <c:v>43809</c:v>
                </c:pt>
                <c:pt idx="2394">
                  <c:v>43808</c:v>
                </c:pt>
                <c:pt idx="2395">
                  <c:v>43807</c:v>
                </c:pt>
                <c:pt idx="2396">
                  <c:v>43806</c:v>
                </c:pt>
                <c:pt idx="2397">
                  <c:v>43805</c:v>
                </c:pt>
                <c:pt idx="2398">
                  <c:v>43804</c:v>
                </c:pt>
                <c:pt idx="2399">
                  <c:v>43803</c:v>
                </c:pt>
                <c:pt idx="2400">
                  <c:v>43802</c:v>
                </c:pt>
                <c:pt idx="2401">
                  <c:v>43801</c:v>
                </c:pt>
                <c:pt idx="2402">
                  <c:v>43800</c:v>
                </c:pt>
                <c:pt idx="2403">
                  <c:v>43799</c:v>
                </c:pt>
                <c:pt idx="2404">
                  <c:v>43798</c:v>
                </c:pt>
                <c:pt idx="2405">
                  <c:v>43797</c:v>
                </c:pt>
                <c:pt idx="2406">
                  <c:v>43796</c:v>
                </c:pt>
                <c:pt idx="2407">
                  <c:v>43795</c:v>
                </c:pt>
                <c:pt idx="2408">
                  <c:v>43794</c:v>
                </c:pt>
                <c:pt idx="2409">
                  <c:v>43793</c:v>
                </c:pt>
                <c:pt idx="2410">
                  <c:v>43792</c:v>
                </c:pt>
                <c:pt idx="2411">
                  <c:v>43791</c:v>
                </c:pt>
                <c:pt idx="2412">
                  <c:v>43790</c:v>
                </c:pt>
                <c:pt idx="2413">
                  <c:v>43789</c:v>
                </c:pt>
                <c:pt idx="2414">
                  <c:v>43788</c:v>
                </c:pt>
                <c:pt idx="2415">
                  <c:v>43787</c:v>
                </c:pt>
                <c:pt idx="2416">
                  <c:v>43786</c:v>
                </c:pt>
                <c:pt idx="2417">
                  <c:v>43785</c:v>
                </c:pt>
                <c:pt idx="2418">
                  <c:v>43784</c:v>
                </c:pt>
                <c:pt idx="2419">
                  <c:v>43783</c:v>
                </c:pt>
                <c:pt idx="2420">
                  <c:v>43782</c:v>
                </c:pt>
                <c:pt idx="2421">
                  <c:v>43781</c:v>
                </c:pt>
                <c:pt idx="2422">
                  <c:v>43780</c:v>
                </c:pt>
                <c:pt idx="2423">
                  <c:v>43779</c:v>
                </c:pt>
                <c:pt idx="2424">
                  <c:v>43778</c:v>
                </c:pt>
                <c:pt idx="2425">
                  <c:v>43777</c:v>
                </c:pt>
                <c:pt idx="2426">
                  <c:v>43776</c:v>
                </c:pt>
                <c:pt idx="2427">
                  <c:v>43775</c:v>
                </c:pt>
                <c:pt idx="2428">
                  <c:v>43774</c:v>
                </c:pt>
                <c:pt idx="2429">
                  <c:v>43773</c:v>
                </c:pt>
                <c:pt idx="2430">
                  <c:v>43772</c:v>
                </c:pt>
                <c:pt idx="2431">
                  <c:v>43771</c:v>
                </c:pt>
                <c:pt idx="2432">
                  <c:v>43770</c:v>
                </c:pt>
                <c:pt idx="2433">
                  <c:v>43769</c:v>
                </c:pt>
                <c:pt idx="2434">
                  <c:v>43768</c:v>
                </c:pt>
                <c:pt idx="2435">
                  <c:v>43767</c:v>
                </c:pt>
                <c:pt idx="2436">
                  <c:v>43766</c:v>
                </c:pt>
                <c:pt idx="2437">
                  <c:v>43765</c:v>
                </c:pt>
                <c:pt idx="2438">
                  <c:v>43764</c:v>
                </c:pt>
                <c:pt idx="2439">
                  <c:v>43763</c:v>
                </c:pt>
                <c:pt idx="2440">
                  <c:v>43762</c:v>
                </c:pt>
                <c:pt idx="2441">
                  <c:v>43761</c:v>
                </c:pt>
                <c:pt idx="2442">
                  <c:v>43760</c:v>
                </c:pt>
                <c:pt idx="2443">
                  <c:v>43759</c:v>
                </c:pt>
                <c:pt idx="2444">
                  <c:v>43758</c:v>
                </c:pt>
                <c:pt idx="2445">
                  <c:v>43757</c:v>
                </c:pt>
                <c:pt idx="2446">
                  <c:v>43756</c:v>
                </c:pt>
                <c:pt idx="2447">
                  <c:v>43755</c:v>
                </c:pt>
                <c:pt idx="2448">
                  <c:v>43754</c:v>
                </c:pt>
                <c:pt idx="2449">
                  <c:v>43753</c:v>
                </c:pt>
                <c:pt idx="2450">
                  <c:v>43752</c:v>
                </c:pt>
                <c:pt idx="2451">
                  <c:v>43751</c:v>
                </c:pt>
                <c:pt idx="2452">
                  <c:v>43750</c:v>
                </c:pt>
                <c:pt idx="2453">
                  <c:v>43749</c:v>
                </c:pt>
                <c:pt idx="2454">
                  <c:v>43748</c:v>
                </c:pt>
                <c:pt idx="2455">
                  <c:v>43747</c:v>
                </c:pt>
                <c:pt idx="2456">
                  <c:v>43746</c:v>
                </c:pt>
                <c:pt idx="2457">
                  <c:v>43745</c:v>
                </c:pt>
                <c:pt idx="2458">
                  <c:v>43744</c:v>
                </c:pt>
                <c:pt idx="2459">
                  <c:v>43743</c:v>
                </c:pt>
                <c:pt idx="2460">
                  <c:v>43742</c:v>
                </c:pt>
                <c:pt idx="2461">
                  <c:v>43741</c:v>
                </c:pt>
                <c:pt idx="2462">
                  <c:v>43740</c:v>
                </c:pt>
                <c:pt idx="2463">
                  <c:v>43739</c:v>
                </c:pt>
                <c:pt idx="2464">
                  <c:v>43738</c:v>
                </c:pt>
                <c:pt idx="2465">
                  <c:v>43737</c:v>
                </c:pt>
                <c:pt idx="2466">
                  <c:v>43736</c:v>
                </c:pt>
                <c:pt idx="2467">
                  <c:v>43735</c:v>
                </c:pt>
                <c:pt idx="2468">
                  <c:v>43734</c:v>
                </c:pt>
                <c:pt idx="2469">
                  <c:v>43733</c:v>
                </c:pt>
                <c:pt idx="2470">
                  <c:v>43732</c:v>
                </c:pt>
                <c:pt idx="2471">
                  <c:v>43731</c:v>
                </c:pt>
                <c:pt idx="2472">
                  <c:v>43730</c:v>
                </c:pt>
                <c:pt idx="2473">
                  <c:v>43729</c:v>
                </c:pt>
                <c:pt idx="2474">
                  <c:v>43728</c:v>
                </c:pt>
                <c:pt idx="2475">
                  <c:v>43727</c:v>
                </c:pt>
                <c:pt idx="2476">
                  <c:v>43726</c:v>
                </c:pt>
                <c:pt idx="2477">
                  <c:v>43725</c:v>
                </c:pt>
                <c:pt idx="2478">
                  <c:v>43724</c:v>
                </c:pt>
                <c:pt idx="2479">
                  <c:v>43723</c:v>
                </c:pt>
                <c:pt idx="2480">
                  <c:v>43722</c:v>
                </c:pt>
                <c:pt idx="2481">
                  <c:v>43721</c:v>
                </c:pt>
                <c:pt idx="2482">
                  <c:v>43720</c:v>
                </c:pt>
                <c:pt idx="2483">
                  <c:v>43719</c:v>
                </c:pt>
                <c:pt idx="2484">
                  <c:v>43718</c:v>
                </c:pt>
                <c:pt idx="2485">
                  <c:v>43717</c:v>
                </c:pt>
                <c:pt idx="2486">
                  <c:v>43716</c:v>
                </c:pt>
                <c:pt idx="2487">
                  <c:v>43715</c:v>
                </c:pt>
                <c:pt idx="2488">
                  <c:v>43714</c:v>
                </c:pt>
                <c:pt idx="2489">
                  <c:v>43713</c:v>
                </c:pt>
                <c:pt idx="2490">
                  <c:v>43712</c:v>
                </c:pt>
                <c:pt idx="2491">
                  <c:v>43711</c:v>
                </c:pt>
                <c:pt idx="2492">
                  <c:v>43710</c:v>
                </c:pt>
                <c:pt idx="2493">
                  <c:v>43709</c:v>
                </c:pt>
                <c:pt idx="2494">
                  <c:v>43708</c:v>
                </c:pt>
                <c:pt idx="2495">
                  <c:v>43707</c:v>
                </c:pt>
                <c:pt idx="2496">
                  <c:v>43706</c:v>
                </c:pt>
                <c:pt idx="2497">
                  <c:v>43705</c:v>
                </c:pt>
                <c:pt idx="2498">
                  <c:v>43704</c:v>
                </c:pt>
                <c:pt idx="2499">
                  <c:v>43703</c:v>
                </c:pt>
                <c:pt idx="2500">
                  <c:v>43702</c:v>
                </c:pt>
                <c:pt idx="2501">
                  <c:v>43701</c:v>
                </c:pt>
                <c:pt idx="2502">
                  <c:v>43700</c:v>
                </c:pt>
                <c:pt idx="2503">
                  <c:v>43699</c:v>
                </c:pt>
                <c:pt idx="2504">
                  <c:v>43698</c:v>
                </c:pt>
                <c:pt idx="2505">
                  <c:v>43697</c:v>
                </c:pt>
                <c:pt idx="2506">
                  <c:v>43696</c:v>
                </c:pt>
                <c:pt idx="2507">
                  <c:v>43695</c:v>
                </c:pt>
                <c:pt idx="2508">
                  <c:v>43694</c:v>
                </c:pt>
                <c:pt idx="2509">
                  <c:v>43693</c:v>
                </c:pt>
                <c:pt idx="2510">
                  <c:v>43692</c:v>
                </c:pt>
                <c:pt idx="2511">
                  <c:v>43691</c:v>
                </c:pt>
                <c:pt idx="2512">
                  <c:v>43690</c:v>
                </c:pt>
                <c:pt idx="2513">
                  <c:v>43689</c:v>
                </c:pt>
                <c:pt idx="2514">
                  <c:v>43688</c:v>
                </c:pt>
                <c:pt idx="2515">
                  <c:v>43687</c:v>
                </c:pt>
                <c:pt idx="2516">
                  <c:v>43686</c:v>
                </c:pt>
                <c:pt idx="2517">
                  <c:v>43685</c:v>
                </c:pt>
                <c:pt idx="2518">
                  <c:v>43684</c:v>
                </c:pt>
                <c:pt idx="2519">
                  <c:v>43683</c:v>
                </c:pt>
                <c:pt idx="2520">
                  <c:v>43682</c:v>
                </c:pt>
                <c:pt idx="2521">
                  <c:v>43681</c:v>
                </c:pt>
                <c:pt idx="2522">
                  <c:v>43680</c:v>
                </c:pt>
                <c:pt idx="2523">
                  <c:v>43679</c:v>
                </c:pt>
                <c:pt idx="2524">
                  <c:v>43678</c:v>
                </c:pt>
                <c:pt idx="2525">
                  <c:v>43677</c:v>
                </c:pt>
                <c:pt idx="2526">
                  <c:v>43676</c:v>
                </c:pt>
                <c:pt idx="2527">
                  <c:v>43675</c:v>
                </c:pt>
                <c:pt idx="2528">
                  <c:v>43674</c:v>
                </c:pt>
                <c:pt idx="2529">
                  <c:v>43673</c:v>
                </c:pt>
                <c:pt idx="2530">
                  <c:v>43672</c:v>
                </c:pt>
                <c:pt idx="2531">
                  <c:v>43671</c:v>
                </c:pt>
                <c:pt idx="2532">
                  <c:v>43670</c:v>
                </c:pt>
                <c:pt idx="2533">
                  <c:v>43669</c:v>
                </c:pt>
                <c:pt idx="2534">
                  <c:v>43668</c:v>
                </c:pt>
                <c:pt idx="2535">
                  <c:v>43667</c:v>
                </c:pt>
                <c:pt idx="2536">
                  <c:v>43666</c:v>
                </c:pt>
                <c:pt idx="2537">
                  <c:v>43665</c:v>
                </c:pt>
                <c:pt idx="2538">
                  <c:v>43664</c:v>
                </c:pt>
                <c:pt idx="2539">
                  <c:v>43663</c:v>
                </c:pt>
                <c:pt idx="2540">
                  <c:v>43662</c:v>
                </c:pt>
                <c:pt idx="2541">
                  <c:v>43661</c:v>
                </c:pt>
                <c:pt idx="2542">
                  <c:v>43660</c:v>
                </c:pt>
                <c:pt idx="2543">
                  <c:v>43659</c:v>
                </c:pt>
                <c:pt idx="2544">
                  <c:v>43658</c:v>
                </c:pt>
                <c:pt idx="2545">
                  <c:v>43657</c:v>
                </c:pt>
                <c:pt idx="2546">
                  <c:v>43656</c:v>
                </c:pt>
                <c:pt idx="2547">
                  <c:v>43655</c:v>
                </c:pt>
                <c:pt idx="2548">
                  <c:v>43654</c:v>
                </c:pt>
                <c:pt idx="2549">
                  <c:v>43653</c:v>
                </c:pt>
                <c:pt idx="2550">
                  <c:v>43652</c:v>
                </c:pt>
                <c:pt idx="2551">
                  <c:v>43651</c:v>
                </c:pt>
                <c:pt idx="2552">
                  <c:v>43650</c:v>
                </c:pt>
                <c:pt idx="2553">
                  <c:v>43649</c:v>
                </c:pt>
                <c:pt idx="2554">
                  <c:v>43648</c:v>
                </c:pt>
                <c:pt idx="2555">
                  <c:v>43647</c:v>
                </c:pt>
                <c:pt idx="2556">
                  <c:v>43646</c:v>
                </c:pt>
                <c:pt idx="2557">
                  <c:v>43645</c:v>
                </c:pt>
                <c:pt idx="2558">
                  <c:v>43644</c:v>
                </c:pt>
                <c:pt idx="2559">
                  <c:v>43643</c:v>
                </c:pt>
                <c:pt idx="2560">
                  <c:v>43642</c:v>
                </c:pt>
                <c:pt idx="2561">
                  <c:v>43641</c:v>
                </c:pt>
                <c:pt idx="2562">
                  <c:v>43640</c:v>
                </c:pt>
                <c:pt idx="2563">
                  <c:v>43639</c:v>
                </c:pt>
                <c:pt idx="2564">
                  <c:v>43638</c:v>
                </c:pt>
                <c:pt idx="2565">
                  <c:v>43637</c:v>
                </c:pt>
                <c:pt idx="2566">
                  <c:v>43636</c:v>
                </c:pt>
                <c:pt idx="2567">
                  <c:v>43635</c:v>
                </c:pt>
                <c:pt idx="2568">
                  <c:v>43634</c:v>
                </c:pt>
                <c:pt idx="2569">
                  <c:v>43633</c:v>
                </c:pt>
                <c:pt idx="2570">
                  <c:v>43632</c:v>
                </c:pt>
                <c:pt idx="2571">
                  <c:v>43631</c:v>
                </c:pt>
                <c:pt idx="2572">
                  <c:v>43630</c:v>
                </c:pt>
                <c:pt idx="2573">
                  <c:v>43629</c:v>
                </c:pt>
                <c:pt idx="2574">
                  <c:v>43628</c:v>
                </c:pt>
                <c:pt idx="2575">
                  <c:v>43627</c:v>
                </c:pt>
                <c:pt idx="2576">
                  <c:v>43626</c:v>
                </c:pt>
                <c:pt idx="2577">
                  <c:v>43625</c:v>
                </c:pt>
                <c:pt idx="2578">
                  <c:v>43624</c:v>
                </c:pt>
                <c:pt idx="2579">
                  <c:v>43623</c:v>
                </c:pt>
                <c:pt idx="2580">
                  <c:v>43622</c:v>
                </c:pt>
                <c:pt idx="2581">
                  <c:v>43621</c:v>
                </c:pt>
                <c:pt idx="2582">
                  <c:v>43620</c:v>
                </c:pt>
                <c:pt idx="2583">
                  <c:v>43619</c:v>
                </c:pt>
                <c:pt idx="2584">
                  <c:v>43618</c:v>
                </c:pt>
                <c:pt idx="2585">
                  <c:v>43617</c:v>
                </c:pt>
                <c:pt idx="2586">
                  <c:v>43616</c:v>
                </c:pt>
                <c:pt idx="2587">
                  <c:v>43615</c:v>
                </c:pt>
                <c:pt idx="2588">
                  <c:v>43614</c:v>
                </c:pt>
                <c:pt idx="2589">
                  <c:v>43613</c:v>
                </c:pt>
                <c:pt idx="2590">
                  <c:v>43612</c:v>
                </c:pt>
                <c:pt idx="2591">
                  <c:v>43611</c:v>
                </c:pt>
                <c:pt idx="2592">
                  <c:v>43610</c:v>
                </c:pt>
                <c:pt idx="2593">
                  <c:v>43609</c:v>
                </c:pt>
                <c:pt idx="2594">
                  <c:v>43608</c:v>
                </c:pt>
                <c:pt idx="2595">
                  <c:v>43607</c:v>
                </c:pt>
                <c:pt idx="2596">
                  <c:v>43606</c:v>
                </c:pt>
                <c:pt idx="2597">
                  <c:v>43605</c:v>
                </c:pt>
                <c:pt idx="2598">
                  <c:v>43604</c:v>
                </c:pt>
                <c:pt idx="2599">
                  <c:v>43603</c:v>
                </c:pt>
                <c:pt idx="2600">
                  <c:v>43602</c:v>
                </c:pt>
                <c:pt idx="2601">
                  <c:v>43601</c:v>
                </c:pt>
                <c:pt idx="2602">
                  <c:v>43600</c:v>
                </c:pt>
                <c:pt idx="2603">
                  <c:v>43599</c:v>
                </c:pt>
                <c:pt idx="2604">
                  <c:v>43598</c:v>
                </c:pt>
                <c:pt idx="2605">
                  <c:v>43597</c:v>
                </c:pt>
                <c:pt idx="2606">
                  <c:v>43596</c:v>
                </c:pt>
                <c:pt idx="2607">
                  <c:v>43595</c:v>
                </c:pt>
                <c:pt idx="2608">
                  <c:v>43594</c:v>
                </c:pt>
                <c:pt idx="2609">
                  <c:v>43593</c:v>
                </c:pt>
                <c:pt idx="2610">
                  <c:v>43592</c:v>
                </c:pt>
                <c:pt idx="2611">
                  <c:v>43591</c:v>
                </c:pt>
                <c:pt idx="2612">
                  <c:v>43590</c:v>
                </c:pt>
                <c:pt idx="2613">
                  <c:v>43589</c:v>
                </c:pt>
                <c:pt idx="2614">
                  <c:v>43588</c:v>
                </c:pt>
                <c:pt idx="2615">
                  <c:v>43587</c:v>
                </c:pt>
                <c:pt idx="2616">
                  <c:v>43586</c:v>
                </c:pt>
                <c:pt idx="2617">
                  <c:v>43585</c:v>
                </c:pt>
                <c:pt idx="2618">
                  <c:v>43584</c:v>
                </c:pt>
                <c:pt idx="2619">
                  <c:v>43583</c:v>
                </c:pt>
                <c:pt idx="2620">
                  <c:v>43582</c:v>
                </c:pt>
                <c:pt idx="2621">
                  <c:v>43581</c:v>
                </c:pt>
                <c:pt idx="2622">
                  <c:v>43580</c:v>
                </c:pt>
                <c:pt idx="2623">
                  <c:v>43579</c:v>
                </c:pt>
                <c:pt idx="2624">
                  <c:v>43578</c:v>
                </c:pt>
                <c:pt idx="2625">
                  <c:v>43577</c:v>
                </c:pt>
                <c:pt idx="2626">
                  <c:v>43576</c:v>
                </c:pt>
                <c:pt idx="2627">
                  <c:v>43575</c:v>
                </c:pt>
                <c:pt idx="2628">
                  <c:v>43574</c:v>
                </c:pt>
                <c:pt idx="2629">
                  <c:v>43573</c:v>
                </c:pt>
                <c:pt idx="2630">
                  <c:v>43572</c:v>
                </c:pt>
                <c:pt idx="2631">
                  <c:v>43571</c:v>
                </c:pt>
                <c:pt idx="2632">
                  <c:v>43570</c:v>
                </c:pt>
                <c:pt idx="2633">
                  <c:v>43569</c:v>
                </c:pt>
                <c:pt idx="2634">
                  <c:v>43568</c:v>
                </c:pt>
                <c:pt idx="2635">
                  <c:v>43567</c:v>
                </c:pt>
                <c:pt idx="2636">
                  <c:v>43566</c:v>
                </c:pt>
                <c:pt idx="2637">
                  <c:v>43565</c:v>
                </c:pt>
                <c:pt idx="2638">
                  <c:v>43564</c:v>
                </c:pt>
                <c:pt idx="2639">
                  <c:v>43563</c:v>
                </c:pt>
                <c:pt idx="2640">
                  <c:v>43562</c:v>
                </c:pt>
                <c:pt idx="2641">
                  <c:v>43561</c:v>
                </c:pt>
                <c:pt idx="2642">
                  <c:v>43560</c:v>
                </c:pt>
                <c:pt idx="2643">
                  <c:v>43559</c:v>
                </c:pt>
                <c:pt idx="2644">
                  <c:v>43558</c:v>
                </c:pt>
                <c:pt idx="2645">
                  <c:v>43557</c:v>
                </c:pt>
                <c:pt idx="2646">
                  <c:v>43556</c:v>
                </c:pt>
                <c:pt idx="2647">
                  <c:v>43555</c:v>
                </c:pt>
                <c:pt idx="2648">
                  <c:v>43554</c:v>
                </c:pt>
                <c:pt idx="2649">
                  <c:v>43553</c:v>
                </c:pt>
                <c:pt idx="2650">
                  <c:v>43552</c:v>
                </c:pt>
                <c:pt idx="2651">
                  <c:v>43551</c:v>
                </c:pt>
                <c:pt idx="2652">
                  <c:v>43550</c:v>
                </c:pt>
                <c:pt idx="2653">
                  <c:v>43549</c:v>
                </c:pt>
                <c:pt idx="2654">
                  <c:v>43548</c:v>
                </c:pt>
                <c:pt idx="2655">
                  <c:v>43547</c:v>
                </c:pt>
                <c:pt idx="2656">
                  <c:v>43546</c:v>
                </c:pt>
                <c:pt idx="2657">
                  <c:v>43545</c:v>
                </c:pt>
                <c:pt idx="2658">
                  <c:v>43544</c:v>
                </c:pt>
                <c:pt idx="2659">
                  <c:v>43543</c:v>
                </c:pt>
                <c:pt idx="2660">
                  <c:v>43542</c:v>
                </c:pt>
                <c:pt idx="2661">
                  <c:v>43541</c:v>
                </c:pt>
                <c:pt idx="2662">
                  <c:v>43540</c:v>
                </c:pt>
                <c:pt idx="2663">
                  <c:v>43539</c:v>
                </c:pt>
                <c:pt idx="2664">
                  <c:v>43538</c:v>
                </c:pt>
                <c:pt idx="2665">
                  <c:v>43537</c:v>
                </c:pt>
                <c:pt idx="2666">
                  <c:v>43536</c:v>
                </c:pt>
                <c:pt idx="2667">
                  <c:v>43535</c:v>
                </c:pt>
                <c:pt idx="2668">
                  <c:v>43534</c:v>
                </c:pt>
                <c:pt idx="2669">
                  <c:v>43533</c:v>
                </c:pt>
                <c:pt idx="2670">
                  <c:v>43532</c:v>
                </c:pt>
                <c:pt idx="2671">
                  <c:v>43531</c:v>
                </c:pt>
                <c:pt idx="2672">
                  <c:v>43530</c:v>
                </c:pt>
                <c:pt idx="2673">
                  <c:v>43529</c:v>
                </c:pt>
                <c:pt idx="2674">
                  <c:v>43528</c:v>
                </c:pt>
                <c:pt idx="2675">
                  <c:v>43527</c:v>
                </c:pt>
                <c:pt idx="2676">
                  <c:v>43526</c:v>
                </c:pt>
                <c:pt idx="2677">
                  <c:v>43525</c:v>
                </c:pt>
                <c:pt idx="2678">
                  <c:v>43524</c:v>
                </c:pt>
                <c:pt idx="2679">
                  <c:v>43523</c:v>
                </c:pt>
                <c:pt idx="2680">
                  <c:v>43522</c:v>
                </c:pt>
                <c:pt idx="2681">
                  <c:v>43521</c:v>
                </c:pt>
                <c:pt idx="2682">
                  <c:v>43520</c:v>
                </c:pt>
                <c:pt idx="2683">
                  <c:v>43519</c:v>
                </c:pt>
                <c:pt idx="2684">
                  <c:v>43518</c:v>
                </c:pt>
                <c:pt idx="2685">
                  <c:v>43517</c:v>
                </c:pt>
                <c:pt idx="2686">
                  <c:v>43516</c:v>
                </c:pt>
                <c:pt idx="2687">
                  <c:v>43515</c:v>
                </c:pt>
                <c:pt idx="2688">
                  <c:v>43514</c:v>
                </c:pt>
                <c:pt idx="2689">
                  <c:v>43513</c:v>
                </c:pt>
                <c:pt idx="2690">
                  <c:v>43512</c:v>
                </c:pt>
                <c:pt idx="2691">
                  <c:v>43511</c:v>
                </c:pt>
                <c:pt idx="2692">
                  <c:v>43510</c:v>
                </c:pt>
                <c:pt idx="2693">
                  <c:v>43509</c:v>
                </c:pt>
                <c:pt idx="2694">
                  <c:v>43508</c:v>
                </c:pt>
                <c:pt idx="2695">
                  <c:v>43507</c:v>
                </c:pt>
                <c:pt idx="2696">
                  <c:v>43506</c:v>
                </c:pt>
                <c:pt idx="2697">
                  <c:v>43505</c:v>
                </c:pt>
                <c:pt idx="2698">
                  <c:v>43504</c:v>
                </c:pt>
                <c:pt idx="2699">
                  <c:v>43503</c:v>
                </c:pt>
                <c:pt idx="2700">
                  <c:v>43502</c:v>
                </c:pt>
                <c:pt idx="2701">
                  <c:v>43501</c:v>
                </c:pt>
                <c:pt idx="2702">
                  <c:v>43500</c:v>
                </c:pt>
                <c:pt idx="2703">
                  <c:v>43499</c:v>
                </c:pt>
                <c:pt idx="2704">
                  <c:v>43498</c:v>
                </c:pt>
                <c:pt idx="2705">
                  <c:v>43497</c:v>
                </c:pt>
                <c:pt idx="2706">
                  <c:v>43496</c:v>
                </c:pt>
                <c:pt idx="2707">
                  <c:v>43495</c:v>
                </c:pt>
                <c:pt idx="2708">
                  <c:v>43494</c:v>
                </c:pt>
                <c:pt idx="2709">
                  <c:v>43493</c:v>
                </c:pt>
                <c:pt idx="2710">
                  <c:v>43492</c:v>
                </c:pt>
                <c:pt idx="2711">
                  <c:v>43491</c:v>
                </c:pt>
                <c:pt idx="2712">
                  <c:v>43490</c:v>
                </c:pt>
                <c:pt idx="2713">
                  <c:v>43489</c:v>
                </c:pt>
                <c:pt idx="2714">
                  <c:v>43488</c:v>
                </c:pt>
                <c:pt idx="2715">
                  <c:v>43487</c:v>
                </c:pt>
                <c:pt idx="2716">
                  <c:v>43486</c:v>
                </c:pt>
                <c:pt idx="2717">
                  <c:v>43485</c:v>
                </c:pt>
                <c:pt idx="2718">
                  <c:v>43484</c:v>
                </c:pt>
                <c:pt idx="2719">
                  <c:v>43483</c:v>
                </c:pt>
                <c:pt idx="2720">
                  <c:v>43482</c:v>
                </c:pt>
                <c:pt idx="2721">
                  <c:v>43481</c:v>
                </c:pt>
                <c:pt idx="2722">
                  <c:v>43480</c:v>
                </c:pt>
                <c:pt idx="2723">
                  <c:v>43479</c:v>
                </c:pt>
                <c:pt idx="2724">
                  <c:v>43478</c:v>
                </c:pt>
                <c:pt idx="2725">
                  <c:v>43477</c:v>
                </c:pt>
                <c:pt idx="2726">
                  <c:v>43476</c:v>
                </c:pt>
                <c:pt idx="2727">
                  <c:v>43475</c:v>
                </c:pt>
                <c:pt idx="2728">
                  <c:v>43474</c:v>
                </c:pt>
                <c:pt idx="2729">
                  <c:v>43473</c:v>
                </c:pt>
                <c:pt idx="2730">
                  <c:v>43472</c:v>
                </c:pt>
                <c:pt idx="2731">
                  <c:v>43471</c:v>
                </c:pt>
                <c:pt idx="2732">
                  <c:v>43470</c:v>
                </c:pt>
                <c:pt idx="2733">
                  <c:v>43469</c:v>
                </c:pt>
                <c:pt idx="2734">
                  <c:v>43468</c:v>
                </c:pt>
                <c:pt idx="2735">
                  <c:v>43467</c:v>
                </c:pt>
                <c:pt idx="2736">
                  <c:v>43466</c:v>
                </c:pt>
                <c:pt idx="2737">
                  <c:v>43465</c:v>
                </c:pt>
                <c:pt idx="2738">
                  <c:v>43464</c:v>
                </c:pt>
                <c:pt idx="2739">
                  <c:v>43463</c:v>
                </c:pt>
                <c:pt idx="2740">
                  <c:v>43462</c:v>
                </c:pt>
                <c:pt idx="2741">
                  <c:v>43461</c:v>
                </c:pt>
                <c:pt idx="2742">
                  <c:v>43460</c:v>
                </c:pt>
                <c:pt idx="2743">
                  <c:v>43459</c:v>
                </c:pt>
                <c:pt idx="2744">
                  <c:v>43458</c:v>
                </c:pt>
                <c:pt idx="2745">
                  <c:v>43457</c:v>
                </c:pt>
                <c:pt idx="2746">
                  <c:v>43456</c:v>
                </c:pt>
                <c:pt idx="2747">
                  <c:v>43455</c:v>
                </c:pt>
                <c:pt idx="2748">
                  <c:v>43454</c:v>
                </c:pt>
                <c:pt idx="2749">
                  <c:v>43453</c:v>
                </c:pt>
                <c:pt idx="2750">
                  <c:v>43452</c:v>
                </c:pt>
                <c:pt idx="2751">
                  <c:v>43451</c:v>
                </c:pt>
                <c:pt idx="2752">
                  <c:v>43450</c:v>
                </c:pt>
                <c:pt idx="2753">
                  <c:v>43449</c:v>
                </c:pt>
                <c:pt idx="2754">
                  <c:v>43448</c:v>
                </c:pt>
                <c:pt idx="2755">
                  <c:v>43447</c:v>
                </c:pt>
                <c:pt idx="2756">
                  <c:v>43446</c:v>
                </c:pt>
                <c:pt idx="2757">
                  <c:v>43445</c:v>
                </c:pt>
                <c:pt idx="2758">
                  <c:v>43444</c:v>
                </c:pt>
                <c:pt idx="2759">
                  <c:v>43443</c:v>
                </c:pt>
                <c:pt idx="2760">
                  <c:v>43442</c:v>
                </c:pt>
                <c:pt idx="2761">
                  <c:v>43441</c:v>
                </c:pt>
                <c:pt idx="2762">
                  <c:v>43440</c:v>
                </c:pt>
                <c:pt idx="2763">
                  <c:v>43439</c:v>
                </c:pt>
                <c:pt idx="2764">
                  <c:v>43438</c:v>
                </c:pt>
                <c:pt idx="2765">
                  <c:v>43437</c:v>
                </c:pt>
                <c:pt idx="2766">
                  <c:v>43436</c:v>
                </c:pt>
                <c:pt idx="2767">
                  <c:v>43435</c:v>
                </c:pt>
                <c:pt idx="2768">
                  <c:v>43434</c:v>
                </c:pt>
                <c:pt idx="2769">
                  <c:v>43433</c:v>
                </c:pt>
                <c:pt idx="2770">
                  <c:v>43432</c:v>
                </c:pt>
                <c:pt idx="2771">
                  <c:v>43431</c:v>
                </c:pt>
                <c:pt idx="2772">
                  <c:v>43430</c:v>
                </c:pt>
                <c:pt idx="2773">
                  <c:v>43429</c:v>
                </c:pt>
                <c:pt idx="2774">
                  <c:v>43428</c:v>
                </c:pt>
                <c:pt idx="2775">
                  <c:v>43427</c:v>
                </c:pt>
                <c:pt idx="2776">
                  <c:v>43426</c:v>
                </c:pt>
                <c:pt idx="2777">
                  <c:v>43425</c:v>
                </c:pt>
                <c:pt idx="2778">
                  <c:v>43424</c:v>
                </c:pt>
                <c:pt idx="2779">
                  <c:v>43423</c:v>
                </c:pt>
                <c:pt idx="2780">
                  <c:v>43422</c:v>
                </c:pt>
                <c:pt idx="2781">
                  <c:v>43421</c:v>
                </c:pt>
                <c:pt idx="2782">
                  <c:v>43420</c:v>
                </c:pt>
                <c:pt idx="2783">
                  <c:v>43419</c:v>
                </c:pt>
                <c:pt idx="2784">
                  <c:v>43418</c:v>
                </c:pt>
                <c:pt idx="2785">
                  <c:v>43417</c:v>
                </c:pt>
                <c:pt idx="2786">
                  <c:v>43416</c:v>
                </c:pt>
                <c:pt idx="2787">
                  <c:v>43415</c:v>
                </c:pt>
                <c:pt idx="2788">
                  <c:v>43414</c:v>
                </c:pt>
                <c:pt idx="2789">
                  <c:v>43413</c:v>
                </c:pt>
                <c:pt idx="2790">
                  <c:v>43412</c:v>
                </c:pt>
                <c:pt idx="2791">
                  <c:v>43411</c:v>
                </c:pt>
                <c:pt idx="2792">
                  <c:v>43410</c:v>
                </c:pt>
                <c:pt idx="2793">
                  <c:v>43409</c:v>
                </c:pt>
                <c:pt idx="2794">
                  <c:v>43408</c:v>
                </c:pt>
                <c:pt idx="2795">
                  <c:v>43407</c:v>
                </c:pt>
                <c:pt idx="2796">
                  <c:v>43406</c:v>
                </c:pt>
                <c:pt idx="2797">
                  <c:v>43405</c:v>
                </c:pt>
                <c:pt idx="2798">
                  <c:v>43404</c:v>
                </c:pt>
                <c:pt idx="2799">
                  <c:v>43403</c:v>
                </c:pt>
                <c:pt idx="2800">
                  <c:v>43402</c:v>
                </c:pt>
                <c:pt idx="2801">
                  <c:v>43401</c:v>
                </c:pt>
                <c:pt idx="2802">
                  <c:v>43400</c:v>
                </c:pt>
                <c:pt idx="2803">
                  <c:v>43399</c:v>
                </c:pt>
                <c:pt idx="2804">
                  <c:v>43398</c:v>
                </c:pt>
                <c:pt idx="2805">
                  <c:v>43397</c:v>
                </c:pt>
                <c:pt idx="2806">
                  <c:v>43396</c:v>
                </c:pt>
                <c:pt idx="2807">
                  <c:v>43395</c:v>
                </c:pt>
                <c:pt idx="2808">
                  <c:v>43394</c:v>
                </c:pt>
                <c:pt idx="2809">
                  <c:v>43393</c:v>
                </c:pt>
                <c:pt idx="2810">
                  <c:v>43392</c:v>
                </c:pt>
                <c:pt idx="2811">
                  <c:v>43391</c:v>
                </c:pt>
                <c:pt idx="2812">
                  <c:v>43390</c:v>
                </c:pt>
                <c:pt idx="2813">
                  <c:v>43389</c:v>
                </c:pt>
                <c:pt idx="2814">
                  <c:v>43388</c:v>
                </c:pt>
                <c:pt idx="2815">
                  <c:v>43387</c:v>
                </c:pt>
                <c:pt idx="2816">
                  <c:v>43386</c:v>
                </c:pt>
                <c:pt idx="2817">
                  <c:v>43385</c:v>
                </c:pt>
                <c:pt idx="2818">
                  <c:v>43384</c:v>
                </c:pt>
                <c:pt idx="2819">
                  <c:v>43383</c:v>
                </c:pt>
                <c:pt idx="2820">
                  <c:v>43382</c:v>
                </c:pt>
                <c:pt idx="2821">
                  <c:v>43381</c:v>
                </c:pt>
                <c:pt idx="2822">
                  <c:v>43380</c:v>
                </c:pt>
                <c:pt idx="2823">
                  <c:v>43379</c:v>
                </c:pt>
                <c:pt idx="2824">
                  <c:v>43378</c:v>
                </c:pt>
                <c:pt idx="2825">
                  <c:v>43377</c:v>
                </c:pt>
                <c:pt idx="2826">
                  <c:v>43376</c:v>
                </c:pt>
                <c:pt idx="2827">
                  <c:v>43375</c:v>
                </c:pt>
                <c:pt idx="2828">
                  <c:v>43374</c:v>
                </c:pt>
                <c:pt idx="2829">
                  <c:v>43373</c:v>
                </c:pt>
                <c:pt idx="2830">
                  <c:v>43372</c:v>
                </c:pt>
                <c:pt idx="2831">
                  <c:v>43371</c:v>
                </c:pt>
                <c:pt idx="2832">
                  <c:v>43370</c:v>
                </c:pt>
                <c:pt idx="2833">
                  <c:v>43369</c:v>
                </c:pt>
                <c:pt idx="2834">
                  <c:v>43368</c:v>
                </c:pt>
                <c:pt idx="2835">
                  <c:v>43367</c:v>
                </c:pt>
                <c:pt idx="2836">
                  <c:v>43366</c:v>
                </c:pt>
                <c:pt idx="2837">
                  <c:v>43365</c:v>
                </c:pt>
                <c:pt idx="2838">
                  <c:v>43364</c:v>
                </c:pt>
                <c:pt idx="2839">
                  <c:v>43363</c:v>
                </c:pt>
                <c:pt idx="2840">
                  <c:v>43362</c:v>
                </c:pt>
                <c:pt idx="2841">
                  <c:v>43361</c:v>
                </c:pt>
                <c:pt idx="2842">
                  <c:v>43360</c:v>
                </c:pt>
                <c:pt idx="2843">
                  <c:v>43359</c:v>
                </c:pt>
                <c:pt idx="2844">
                  <c:v>43358</c:v>
                </c:pt>
                <c:pt idx="2845">
                  <c:v>43357</c:v>
                </c:pt>
                <c:pt idx="2846">
                  <c:v>43356</c:v>
                </c:pt>
                <c:pt idx="2847">
                  <c:v>43355</c:v>
                </c:pt>
                <c:pt idx="2848">
                  <c:v>43354</c:v>
                </c:pt>
                <c:pt idx="2849">
                  <c:v>43353</c:v>
                </c:pt>
                <c:pt idx="2850">
                  <c:v>43352</c:v>
                </c:pt>
                <c:pt idx="2851">
                  <c:v>43351</c:v>
                </c:pt>
                <c:pt idx="2852">
                  <c:v>43350</c:v>
                </c:pt>
                <c:pt idx="2853">
                  <c:v>43349</c:v>
                </c:pt>
                <c:pt idx="2854">
                  <c:v>43348</c:v>
                </c:pt>
                <c:pt idx="2855">
                  <c:v>43347</c:v>
                </c:pt>
                <c:pt idx="2856">
                  <c:v>43346</c:v>
                </c:pt>
                <c:pt idx="2857">
                  <c:v>43345</c:v>
                </c:pt>
                <c:pt idx="2858">
                  <c:v>43344</c:v>
                </c:pt>
                <c:pt idx="2859">
                  <c:v>43343</c:v>
                </c:pt>
                <c:pt idx="2860">
                  <c:v>43342</c:v>
                </c:pt>
                <c:pt idx="2861">
                  <c:v>43341</c:v>
                </c:pt>
                <c:pt idx="2862">
                  <c:v>43340</c:v>
                </c:pt>
                <c:pt idx="2863">
                  <c:v>43339</c:v>
                </c:pt>
                <c:pt idx="2864">
                  <c:v>43338</c:v>
                </c:pt>
                <c:pt idx="2865">
                  <c:v>43337</c:v>
                </c:pt>
                <c:pt idx="2866">
                  <c:v>43336</c:v>
                </c:pt>
                <c:pt idx="2867">
                  <c:v>43335</c:v>
                </c:pt>
                <c:pt idx="2868">
                  <c:v>43334</c:v>
                </c:pt>
                <c:pt idx="2869">
                  <c:v>43333</c:v>
                </c:pt>
                <c:pt idx="2870">
                  <c:v>43332</c:v>
                </c:pt>
                <c:pt idx="2871">
                  <c:v>43331</c:v>
                </c:pt>
                <c:pt idx="2872">
                  <c:v>43330</c:v>
                </c:pt>
                <c:pt idx="2873">
                  <c:v>43329</c:v>
                </c:pt>
                <c:pt idx="2874">
                  <c:v>43328</c:v>
                </c:pt>
                <c:pt idx="2875">
                  <c:v>43327</c:v>
                </c:pt>
                <c:pt idx="2876">
                  <c:v>43326</c:v>
                </c:pt>
                <c:pt idx="2877">
                  <c:v>43325</c:v>
                </c:pt>
                <c:pt idx="2878">
                  <c:v>43324</c:v>
                </c:pt>
                <c:pt idx="2879">
                  <c:v>43323</c:v>
                </c:pt>
                <c:pt idx="2880">
                  <c:v>43322</c:v>
                </c:pt>
                <c:pt idx="2881">
                  <c:v>43321</c:v>
                </c:pt>
                <c:pt idx="2882">
                  <c:v>43320</c:v>
                </c:pt>
                <c:pt idx="2883">
                  <c:v>43319</c:v>
                </c:pt>
                <c:pt idx="2884">
                  <c:v>43318</c:v>
                </c:pt>
                <c:pt idx="2885">
                  <c:v>43317</c:v>
                </c:pt>
                <c:pt idx="2886">
                  <c:v>43316</c:v>
                </c:pt>
                <c:pt idx="2887">
                  <c:v>43315</c:v>
                </c:pt>
                <c:pt idx="2888">
                  <c:v>43314</c:v>
                </c:pt>
                <c:pt idx="2889">
                  <c:v>43313</c:v>
                </c:pt>
                <c:pt idx="2890">
                  <c:v>43312</c:v>
                </c:pt>
                <c:pt idx="2891">
                  <c:v>43311</c:v>
                </c:pt>
                <c:pt idx="2892">
                  <c:v>43310</c:v>
                </c:pt>
                <c:pt idx="2893">
                  <c:v>43309</c:v>
                </c:pt>
                <c:pt idx="2894">
                  <c:v>43308</c:v>
                </c:pt>
                <c:pt idx="2895">
                  <c:v>43307</c:v>
                </c:pt>
                <c:pt idx="2896">
                  <c:v>43306</c:v>
                </c:pt>
                <c:pt idx="2897">
                  <c:v>43305</c:v>
                </c:pt>
                <c:pt idx="2898">
                  <c:v>43304</c:v>
                </c:pt>
                <c:pt idx="2899">
                  <c:v>43303</c:v>
                </c:pt>
                <c:pt idx="2900">
                  <c:v>43302</c:v>
                </c:pt>
                <c:pt idx="2901">
                  <c:v>43301</c:v>
                </c:pt>
                <c:pt idx="2902">
                  <c:v>43300</c:v>
                </c:pt>
                <c:pt idx="2903">
                  <c:v>43299</c:v>
                </c:pt>
                <c:pt idx="2904">
                  <c:v>43298</c:v>
                </c:pt>
                <c:pt idx="2905">
                  <c:v>43297</c:v>
                </c:pt>
                <c:pt idx="2906">
                  <c:v>43296</c:v>
                </c:pt>
                <c:pt idx="2907">
                  <c:v>43295</c:v>
                </c:pt>
                <c:pt idx="2908">
                  <c:v>43294</c:v>
                </c:pt>
                <c:pt idx="2909">
                  <c:v>43293</c:v>
                </c:pt>
                <c:pt idx="2910">
                  <c:v>43292</c:v>
                </c:pt>
                <c:pt idx="2911">
                  <c:v>43291</c:v>
                </c:pt>
                <c:pt idx="2912">
                  <c:v>43290</c:v>
                </c:pt>
                <c:pt idx="2913">
                  <c:v>43289</c:v>
                </c:pt>
                <c:pt idx="2914">
                  <c:v>43288</c:v>
                </c:pt>
                <c:pt idx="2915">
                  <c:v>43287</c:v>
                </c:pt>
                <c:pt idx="2916">
                  <c:v>43286</c:v>
                </c:pt>
                <c:pt idx="2917">
                  <c:v>43285</c:v>
                </c:pt>
                <c:pt idx="2918">
                  <c:v>43284</c:v>
                </c:pt>
                <c:pt idx="2919">
                  <c:v>43283</c:v>
                </c:pt>
                <c:pt idx="2920">
                  <c:v>43282</c:v>
                </c:pt>
                <c:pt idx="2921">
                  <c:v>43281</c:v>
                </c:pt>
                <c:pt idx="2922">
                  <c:v>43280</c:v>
                </c:pt>
                <c:pt idx="2923">
                  <c:v>43279</c:v>
                </c:pt>
                <c:pt idx="2924">
                  <c:v>43278</c:v>
                </c:pt>
                <c:pt idx="2925">
                  <c:v>43277</c:v>
                </c:pt>
                <c:pt idx="2926">
                  <c:v>43276</c:v>
                </c:pt>
                <c:pt idx="2927">
                  <c:v>43275</c:v>
                </c:pt>
                <c:pt idx="2928">
                  <c:v>43274</c:v>
                </c:pt>
                <c:pt idx="2929">
                  <c:v>43273</c:v>
                </c:pt>
                <c:pt idx="2930">
                  <c:v>43272</c:v>
                </c:pt>
                <c:pt idx="2931">
                  <c:v>43271</c:v>
                </c:pt>
                <c:pt idx="2932">
                  <c:v>43270</c:v>
                </c:pt>
                <c:pt idx="2933">
                  <c:v>43269</c:v>
                </c:pt>
                <c:pt idx="2934">
                  <c:v>43268</c:v>
                </c:pt>
                <c:pt idx="2935">
                  <c:v>43267</c:v>
                </c:pt>
                <c:pt idx="2936">
                  <c:v>43266</c:v>
                </c:pt>
                <c:pt idx="2937">
                  <c:v>43265</c:v>
                </c:pt>
                <c:pt idx="2938">
                  <c:v>43264</c:v>
                </c:pt>
                <c:pt idx="2939">
                  <c:v>43263</c:v>
                </c:pt>
                <c:pt idx="2940">
                  <c:v>43262</c:v>
                </c:pt>
                <c:pt idx="2941">
                  <c:v>43261</c:v>
                </c:pt>
                <c:pt idx="2942">
                  <c:v>43260</c:v>
                </c:pt>
                <c:pt idx="2943">
                  <c:v>43259</c:v>
                </c:pt>
                <c:pt idx="2944">
                  <c:v>43258</c:v>
                </c:pt>
                <c:pt idx="2945">
                  <c:v>43257</c:v>
                </c:pt>
                <c:pt idx="2946">
                  <c:v>43256</c:v>
                </c:pt>
                <c:pt idx="2947">
                  <c:v>43255</c:v>
                </c:pt>
                <c:pt idx="2948">
                  <c:v>43254</c:v>
                </c:pt>
                <c:pt idx="2949">
                  <c:v>43253</c:v>
                </c:pt>
                <c:pt idx="2950">
                  <c:v>43252</c:v>
                </c:pt>
                <c:pt idx="2951">
                  <c:v>43251</c:v>
                </c:pt>
                <c:pt idx="2952">
                  <c:v>43250</c:v>
                </c:pt>
                <c:pt idx="2953">
                  <c:v>43249</c:v>
                </c:pt>
                <c:pt idx="2954">
                  <c:v>43248</c:v>
                </c:pt>
                <c:pt idx="2955">
                  <c:v>43247</c:v>
                </c:pt>
                <c:pt idx="2956">
                  <c:v>43246</c:v>
                </c:pt>
                <c:pt idx="2957">
                  <c:v>43245</c:v>
                </c:pt>
                <c:pt idx="2958">
                  <c:v>43244</c:v>
                </c:pt>
                <c:pt idx="2959">
                  <c:v>43243</c:v>
                </c:pt>
                <c:pt idx="2960">
                  <c:v>43242</c:v>
                </c:pt>
                <c:pt idx="2961">
                  <c:v>43241</c:v>
                </c:pt>
                <c:pt idx="2962">
                  <c:v>43240</c:v>
                </c:pt>
                <c:pt idx="2963">
                  <c:v>43239</c:v>
                </c:pt>
                <c:pt idx="2964">
                  <c:v>43238</c:v>
                </c:pt>
                <c:pt idx="2965">
                  <c:v>43237</c:v>
                </c:pt>
                <c:pt idx="2966">
                  <c:v>43236</c:v>
                </c:pt>
                <c:pt idx="2967">
                  <c:v>43235</c:v>
                </c:pt>
                <c:pt idx="2968">
                  <c:v>43234</c:v>
                </c:pt>
                <c:pt idx="2969">
                  <c:v>43233</c:v>
                </c:pt>
                <c:pt idx="2970">
                  <c:v>43232</c:v>
                </c:pt>
                <c:pt idx="2971">
                  <c:v>43231</c:v>
                </c:pt>
                <c:pt idx="2972">
                  <c:v>43230</c:v>
                </c:pt>
                <c:pt idx="2973">
                  <c:v>43229</c:v>
                </c:pt>
                <c:pt idx="2974">
                  <c:v>43228</c:v>
                </c:pt>
                <c:pt idx="2975">
                  <c:v>43227</c:v>
                </c:pt>
                <c:pt idx="2976">
                  <c:v>43226</c:v>
                </c:pt>
                <c:pt idx="2977">
                  <c:v>43225</c:v>
                </c:pt>
                <c:pt idx="2978">
                  <c:v>43224</c:v>
                </c:pt>
                <c:pt idx="2979">
                  <c:v>43223</c:v>
                </c:pt>
                <c:pt idx="2980">
                  <c:v>43222</c:v>
                </c:pt>
                <c:pt idx="2981">
                  <c:v>43221</c:v>
                </c:pt>
                <c:pt idx="2982">
                  <c:v>43220</c:v>
                </c:pt>
                <c:pt idx="2983">
                  <c:v>43219</c:v>
                </c:pt>
                <c:pt idx="2984">
                  <c:v>43218</c:v>
                </c:pt>
                <c:pt idx="2985">
                  <c:v>43217</c:v>
                </c:pt>
                <c:pt idx="2986">
                  <c:v>43216</c:v>
                </c:pt>
                <c:pt idx="2987">
                  <c:v>43215</c:v>
                </c:pt>
                <c:pt idx="2988">
                  <c:v>43214</c:v>
                </c:pt>
                <c:pt idx="2989">
                  <c:v>43213</c:v>
                </c:pt>
                <c:pt idx="2990">
                  <c:v>43212</c:v>
                </c:pt>
                <c:pt idx="2991">
                  <c:v>43211</c:v>
                </c:pt>
                <c:pt idx="2992">
                  <c:v>43210</c:v>
                </c:pt>
                <c:pt idx="2993">
                  <c:v>43209</c:v>
                </c:pt>
                <c:pt idx="2994">
                  <c:v>43208</c:v>
                </c:pt>
                <c:pt idx="2995">
                  <c:v>43207</c:v>
                </c:pt>
                <c:pt idx="2996">
                  <c:v>43206</c:v>
                </c:pt>
                <c:pt idx="2997">
                  <c:v>43205</c:v>
                </c:pt>
                <c:pt idx="2998">
                  <c:v>43204</c:v>
                </c:pt>
                <c:pt idx="2999">
                  <c:v>43203</c:v>
                </c:pt>
                <c:pt idx="3000">
                  <c:v>43202</c:v>
                </c:pt>
                <c:pt idx="3001">
                  <c:v>43201</c:v>
                </c:pt>
                <c:pt idx="3002">
                  <c:v>43200</c:v>
                </c:pt>
                <c:pt idx="3003">
                  <c:v>43199</c:v>
                </c:pt>
                <c:pt idx="3004">
                  <c:v>43198</c:v>
                </c:pt>
                <c:pt idx="3005">
                  <c:v>43197</c:v>
                </c:pt>
                <c:pt idx="3006">
                  <c:v>43196</c:v>
                </c:pt>
                <c:pt idx="3007">
                  <c:v>43195</c:v>
                </c:pt>
                <c:pt idx="3008">
                  <c:v>43194</c:v>
                </c:pt>
                <c:pt idx="3009">
                  <c:v>43193</c:v>
                </c:pt>
                <c:pt idx="3010">
                  <c:v>43192</c:v>
                </c:pt>
                <c:pt idx="3011">
                  <c:v>43191</c:v>
                </c:pt>
                <c:pt idx="3012">
                  <c:v>43190</c:v>
                </c:pt>
                <c:pt idx="3013">
                  <c:v>43189</c:v>
                </c:pt>
                <c:pt idx="3014">
                  <c:v>43188</c:v>
                </c:pt>
                <c:pt idx="3015">
                  <c:v>43187</c:v>
                </c:pt>
                <c:pt idx="3016">
                  <c:v>43186</c:v>
                </c:pt>
                <c:pt idx="3017">
                  <c:v>43185</c:v>
                </c:pt>
                <c:pt idx="3018">
                  <c:v>43184</c:v>
                </c:pt>
                <c:pt idx="3019">
                  <c:v>43183</c:v>
                </c:pt>
                <c:pt idx="3020">
                  <c:v>43182</c:v>
                </c:pt>
                <c:pt idx="3021">
                  <c:v>43181</c:v>
                </c:pt>
                <c:pt idx="3022">
                  <c:v>43180</c:v>
                </c:pt>
                <c:pt idx="3023">
                  <c:v>43179</c:v>
                </c:pt>
                <c:pt idx="3024">
                  <c:v>43178</c:v>
                </c:pt>
                <c:pt idx="3025">
                  <c:v>43177</c:v>
                </c:pt>
                <c:pt idx="3026">
                  <c:v>43176</c:v>
                </c:pt>
                <c:pt idx="3027">
                  <c:v>43175</c:v>
                </c:pt>
                <c:pt idx="3028">
                  <c:v>43174</c:v>
                </c:pt>
                <c:pt idx="3029">
                  <c:v>43173</c:v>
                </c:pt>
                <c:pt idx="3030">
                  <c:v>43172</c:v>
                </c:pt>
                <c:pt idx="3031">
                  <c:v>43171</c:v>
                </c:pt>
                <c:pt idx="3032">
                  <c:v>43170</c:v>
                </c:pt>
                <c:pt idx="3033">
                  <c:v>43169</c:v>
                </c:pt>
                <c:pt idx="3034">
                  <c:v>43168</c:v>
                </c:pt>
                <c:pt idx="3035">
                  <c:v>43167</c:v>
                </c:pt>
                <c:pt idx="3036">
                  <c:v>43166</c:v>
                </c:pt>
                <c:pt idx="3037">
                  <c:v>43165</c:v>
                </c:pt>
                <c:pt idx="3038">
                  <c:v>43164</c:v>
                </c:pt>
                <c:pt idx="3039">
                  <c:v>43163</c:v>
                </c:pt>
                <c:pt idx="3040">
                  <c:v>43162</c:v>
                </c:pt>
                <c:pt idx="3041">
                  <c:v>43161</c:v>
                </c:pt>
                <c:pt idx="3042">
                  <c:v>43160</c:v>
                </c:pt>
                <c:pt idx="3043">
                  <c:v>43159</c:v>
                </c:pt>
                <c:pt idx="3044">
                  <c:v>43158</c:v>
                </c:pt>
                <c:pt idx="3045">
                  <c:v>43157</c:v>
                </c:pt>
                <c:pt idx="3046">
                  <c:v>43156</c:v>
                </c:pt>
                <c:pt idx="3047">
                  <c:v>43155</c:v>
                </c:pt>
                <c:pt idx="3048">
                  <c:v>43154</c:v>
                </c:pt>
                <c:pt idx="3049">
                  <c:v>43153</c:v>
                </c:pt>
                <c:pt idx="3050">
                  <c:v>43152</c:v>
                </c:pt>
                <c:pt idx="3051">
                  <c:v>43151</c:v>
                </c:pt>
                <c:pt idx="3052">
                  <c:v>43150</c:v>
                </c:pt>
                <c:pt idx="3053">
                  <c:v>43149</c:v>
                </c:pt>
                <c:pt idx="3054">
                  <c:v>43148</c:v>
                </c:pt>
                <c:pt idx="3055">
                  <c:v>43147</c:v>
                </c:pt>
                <c:pt idx="3056">
                  <c:v>43146</c:v>
                </c:pt>
                <c:pt idx="3057">
                  <c:v>43145</c:v>
                </c:pt>
                <c:pt idx="3058">
                  <c:v>43144</c:v>
                </c:pt>
                <c:pt idx="3059">
                  <c:v>43143</c:v>
                </c:pt>
                <c:pt idx="3060">
                  <c:v>43142</c:v>
                </c:pt>
                <c:pt idx="3061">
                  <c:v>43141</c:v>
                </c:pt>
                <c:pt idx="3062">
                  <c:v>43140</c:v>
                </c:pt>
                <c:pt idx="3063">
                  <c:v>43139</c:v>
                </c:pt>
                <c:pt idx="3064">
                  <c:v>43138</c:v>
                </c:pt>
                <c:pt idx="3065">
                  <c:v>43137</c:v>
                </c:pt>
                <c:pt idx="3066">
                  <c:v>43136</c:v>
                </c:pt>
                <c:pt idx="3067">
                  <c:v>43135</c:v>
                </c:pt>
                <c:pt idx="3068">
                  <c:v>43134</c:v>
                </c:pt>
                <c:pt idx="3069">
                  <c:v>43133</c:v>
                </c:pt>
                <c:pt idx="3070">
                  <c:v>43132</c:v>
                </c:pt>
                <c:pt idx="3071">
                  <c:v>43131</c:v>
                </c:pt>
                <c:pt idx="3072">
                  <c:v>43130</c:v>
                </c:pt>
                <c:pt idx="3073">
                  <c:v>43129</c:v>
                </c:pt>
                <c:pt idx="3074">
                  <c:v>43128</c:v>
                </c:pt>
                <c:pt idx="3075">
                  <c:v>43127</c:v>
                </c:pt>
                <c:pt idx="3076">
                  <c:v>43126</c:v>
                </c:pt>
                <c:pt idx="3077">
                  <c:v>43125</c:v>
                </c:pt>
                <c:pt idx="3078">
                  <c:v>43124</c:v>
                </c:pt>
                <c:pt idx="3079">
                  <c:v>43123</c:v>
                </c:pt>
                <c:pt idx="3080">
                  <c:v>43122</c:v>
                </c:pt>
                <c:pt idx="3081">
                  <c:v>43121</c:v>
                </c:pt>
                <c:pt idx="3082">
                  <c:v>43120</c:v>
                </c:pt>
                <c:pt idx="3083">
                  <c:v>43119</c:v>
                </c:pt>
                <c:pt idx="3084">
                  <c:v>43118</c:v>
                </c:pt>
                <c:pt idx="3085">
                  <c:v>43117</c:v>
                </c:pt>
                <c:pt idx="3086">
                  <c:v>43116</c:v>
                </c:pt>
                <c:pt idx="3087">
                  <c:v>43115</c:v>
                </c:pt>
                <c:pt idx="3088">
                  <c:v>43114</c:v>
                </c:pt>
                <c:pt idx="3089">
                  <c:v>43113</c:v>
                </c:pt>
                <c:pt idx="3090">
                  <c:v>43112</c:v>
                </c:pt>
                <c:pt idx="3091">
                  <c:v>43111</c:v>
                </c:pt>
                <c:pt idx="3092">
                  <c:v>43110</c:v>
                </c:pt>
                <c:pt idx="3093">
                  <c:v>43109</c:v>
                </c:pt>
                <c:pt idx="3094">
                  <c:v>43108</c:v>
                </c:pt>
                <c:pt idx="3095">
                  <c:v>43107</c:v>
                </c:pt>
                <c:pt idx="3096">
                  <c:v>43106</c:v>
                </c:pt>
                <c:pt idx="3097">
                  <c:v>43105</c:v>
                </c:pt>
                <c:pt idx="3098">
                  <c:v>43104</c:v>
                </c:pt>
                <c:pt idx="3099">
                  <c:v>43103</c:v>
                </c:pt>
                <c:pt idx="3100">
                  <c:v>43102</c:v>
                </c:pt>
                <c:pt idx="3101">
                  <c:v>43101</c:v>
                </c:pt>
                <c:pt idx="3102">
                  <c:v>43100</c:v>
                </c:pt>
                <c:pt idx="3103">
                  <c:v>43099</c:v>
                </c:pt>
                <c:pt idx="3104">
                  <c:v>43098</c:v>
                </c:pt>
                <c:pt idx="3105">
                  <c:v>43097</c:v>
                </c:pt>
                <c:pt idx="3106">
                  <c:v>43096</c:v>
                </c:pt>
                <c:pt idx="3107">
                  <c:v>43095</c:v>
                </c:pt>
                <c:pt idx="3108">
                  <c:v>43094</c:v>
                </c:pt>
                <c:pt idx="3109">
                  <c:v>43093</c:v>
                </c:pt>
                <c:pt idx="3110">
                  <c:v>43092</c:v>
                </c:pt>
                <c:pt idx="3111">
                  <c:v>43091</c:v>
                </c:pt>
                <c:pt idx="3112">
                  <c:v>43090</c:v>
                </c:pt>
                <c:pt idx="3113">
                  <c:v>43089</c:v>
                </c:pt>
                <c:pt idx="3114">
                  <c:v>43088</c:v>
                </c:pt>
                <c:pt idx="3115">
                  <c:v>43087</c:v>
                </c:pt>
                <c:pt idx="3116">
                  <c:v>43086</c:v>
                </c:pt>
                <c:pt idx="3117">
                  <c:v>43085</c:v>
                </c:pt>
                <c:pt idx="3118">
                  <c:v>43084</c:v>
                </c:pt>
                <c:pt idx="3119">
                  <c:v>43083</c:v>
                </c:pt>
                <c:pt idx="3120">
                  <c:v>43082</c:v>
                </c:pt>
                <c:pt idx="3121">
                  <c:v>43081</c:v>
                </c:pt>
                <c:pt idx="3122">
                  <c:v>43080</c:v>
                </c:pt>
                <c:pt idx="3123">
                  <c:v>43079</c:v>
                </c:pt>
                <c:pt idx="3124">
                  <c:v>43078</c:v>
                </c:pt>
                <c:pt idx="3125">
                  <c:v>43077</c:v>
                </c:pt>
                <c:pt idx="3126">
                  <c:v>43076</c:v>
                </c:pt>
                <c:pt idx="3127">
                  <c:v>43075</c:v>
                </c:pt>
                <c:pt idx="3128">
                  <c:v>43074</c:v>
                </c:pt>
                <c:pt idx="3129">
                  <c:v>43073</c:v>
                </c:pt>
                <c:pt idx="3130">
                  <c:v>43072</c:v>
                </c:pt>
                <c:pt idx="3131">
                  <c:v>43071</c:v>
                </c:pt>
                <c:pt idx="3132">
                  <c:v>43070</c:v>
                </c:pt>
                <c:pt idx="3133">
                  <c:v>43069</c:v>
                </c:pt>
                <c:pt idx="3134">
                  <c:v>43068</c:v>
                </c:pt>
                <c:pt idx="3135">
                  <c:v>43067</c:v>
                </c:pt>
                <c:pt idx="3136">
                  <c:v>43066</c:v>
                </c:pt>
                <c:pt idx="3137">
                  <c:v>43065</c:v>
                </c:pt>
                <c:pt idx="3138">
                  <c:v>43064</c:v>
                </c:pt>
                <c:pt idx="3139">
                  <c:v>43063</c:v>
                </c:pt>
                <c:pt idx="3140">
                  <c:v>43062</c:v>
                </c:pt>
                <c:pt idx="3141">
                  <c:v>43061</c:v>
                </c:pt>
                <c:pt idx="3142">
                  <c:v>43060</c:v>
                </c:pt>
                <c:pt idx="3143">
                  <c:v>43059</c:v>
                </c:pt>
                <c:pt idx="3144">
                  <c:v>43058</c:v>
                </c:pt>
                <c:pt idx="3145">
                  <c:v>43057</c:v>
                </c:pt>
                <c:pt idx="3146">
                  <c:v>43056</c:v>
                </c:pt>
                <c:pt idx="3147">
                  <c:v>43055</c:v>
                </c:pt>
                <c:pt idx="3148">
                  <c:v>43054</c:v>
                </c:pt>
                <c:pt idx="3149">
                  <c:v>43053</c:v>
                </c:pt>
                <c:pt idx="3150">
                  <c:v>43052</c:v>
                </c:pt>
                <c:pt idx="3151">
                  <c:v>43051</c:v>
                </c:pt>
                <c:pt idx="3152">
                  <c:v>43050</c:v>
                </c:pt>
                <c:pt idx="3153">
                  <c:v>43049</c:v>
                </c:pt>
                <c:pt idx="3154">
                  <c:v>43048</c:v>
                </c:pt>
                <c:pt idx="3155">
                  <c:v>43047</c:v>
                </c:pt>
                <c:pt idx="3156">
                  <c:v>43046</c:v>
                </c:pt>
                <c:pt idx="3157">
                  <c:v>43045</c:v>
                </c:pt>
                <c:pt idx="3158">
                  <c:v>43044</c:v>
                </c:pt>
                <c:pt idx="3159">
                  <c:v>43043</c:v>
                </c:pt>
                <c:pt idx="3160">
                  <c:v>43042</c:v>
                </c:pt>
                <c:pt idx="3161">
                  <c:v>43041</c:v>
                </c:pt>
                <c:pt idx="3162">
                  <c:v>43040</c:v>
                </c:pt>
                <c:pt idx="3163">
                  <c:v>43039</c:v>
                </c:pt>
                <c:pt idx="3164">
                  <c:v>43038</c:v>
                </c:pt>
                <c:pt idx="3165">
                  <c:v>43037</c:v>
                </c:pt>
                <c:pt idx="3166">
                  <c:v>43036</c:v>
                </c:pt>
                <c:pt idx="3167">
                  <c:v>43035</c:v>
                </c:pt>
                <c:pt idx="3168">
                  <c:v>43034</c:v>
                </c:pt>
                <c:pt idx="3169">
                  <c:v>43033</c:v>
                </c:pt>
                <c:pt idx="3170">
                  <c:v>43032</c:v>
                </c:pt>
                <c:pt idx="3171">
                  <c:v>43031</c:v>
                </c:pt>
                <c:pt idx="3172">
                  <c:v>43030</c:v>
                </c:pt>
                <c:pt idx="3173">
                  <c:v>43029</c:v>
                </c:pt>
                <c:pt idx="3174">
                  <c:v>43028</c:v>
                </c:pt>
                <c:pt idx="3175">
                  <c:v>43027</c:v>
                </c:pt>
                <c:pt idx="3176">
                  <c:v>43026</c:v>
                </c:pt>
                <c:pt idx="3177">
                  <c:v>43025</c:v>
                </c:pt>
                <c:pt idx="3178">
                  <c:v>43024</c:v>
                </c:pt>
                <c:pt idx="3179">
                  <c:v>43023</c:v>
                </c:pt>
                <c:pt idx="3180">
                  <c:v>43022</c:v>
                </c:pt>
                <c:pt idx="3181">
                  <c:v>43021</c:v>
                </c:pt>
                <c:pt idx="3182">
                  <c:v>43020</c:v>
                </c:pt>
                <c:pt idx="3183">
                  <c:v>43019</c:v>
                </c:pt>
                <c:pt idx="3184">
                  <c:v>43018</c:v>
                </c:pt>
                <c:pt idx="3185">
                  <c:v>43017</c:v>
                </c:pt>
                <c:pt idx="3186">
                  <c:v>43016</c:v>
                </c:pt>
                <c:pt idx="3187">
                  <c:v>43015</c:v>
                </c:pt>
                <c:pt idx="3188">
                  <c:v>43014</c:v>
                </c:pt>
                <c:pt idx="3189">
                  <c:v>43013</c:v>
                </c:pt>
                <c:pt idx="3190">
                  <c:v>43012</c:v>
                </c:pt>
                <c:pt idx="3191">
                  <c:v>43011</c:v>
                </c:pt>
                <c:pt idx="3192">
                  <c:v>43010</c:v>
                </c:pt>
                <c:pt idx="3193">
                  <c:v>43009</c:v>
                </c:pt>
                <c:pt idx="3194">
                  <c:v>43008</c:v>
                </c:pt>
                <c:pt idx="3195">
                  <c:v>43007</c:v>
                </c:pt>
                <c:pt idx="3196">
                  <c:v>43006</c:v>
                </c:pt>
                <c:pt idx="3197">
                  <c:v>43005</c:v>
                </c:pt>
                <c:pt idx="3198">
                  <c:v>43004</c:v>
                </c:pt>
                <c:pt idx="3199">
                  <c:v>43003</c:v>
                </c:pt>
                <c:pt idx="3200">
                  <c:v>43002</c:v>
                </c:pt>
                <c:pt idx="3201">
                  <c:v>43001</c:v>
                </c:pt>
                <c:pt idx="3202">
                  <c:v>43000</c:v>
                </c:pt>
                <c:pt idx="3203">
                  <c:v>42999</c:v>
                </c:pt>
                <c:pt idx="3204">
                  <c:v>42998</c:v>
                </c:pt>
                <c:pt idx="3205">
                  <c:v>42997</c:v>
                </c:pt>
                <c:pt idx="3206">
                  <c:v>42996</c:v>
                </c:pt>
                <c:pt idx="3207">
                  <c:v>42995</c:v>
                </c:pt>
                <c:pt idx="3208">
                  <c:v>42994</c:v>
                </c:pt>
                <c:pt idx="3209">
                  <c:v>42993</c:v>
                </c:pt>
                <c:pt idx="3210">
                  <c:v>42992</c:v>
                </c:pt>
                <c:pt idx="3211">
                  <c:v>42991</c:v>
                </c:pt>
                <c:pt idx="3212">
                  <c:v>42990</c:v>
                </c:pt>
                <c:pt idx="3213">
                  <c:v>42989</c:v>
                </c:pt>
                <c:pt idx="3214">
                  <c:v>42988</c:v>
                </c:pt>
                <c:pt idx="3215">
                  <c:v>42987</c:v>
                </c:pt>
                <c:pt idx="3216">
                  <c:v>42986</c:v>
                </c:pt>
                <c:pt idx="3217">
                  <c:v>42985</c:v>
                </c:pt>
                <c:pt idx="3218">
                  <c:v>42984</c:v>
                </c:pt>
                <c:pt idx="3219">
                  <c:v>42983</c:v>
                </c:pt>
                <c:pt idx="3220">
                  <c:v>42982</c:v>
                </c:pt>
                <c:pt idx="3221">
                  <c:v>42981</c:v>
                </c:pt>
                <c:pt idx="3222">
                  <c:v>42980</c:v>
                </c:pt>
                <c:pt idx="3223">
                  <c:v>42979</c:v>
                </c:pt>
                <c:pt idx="3224">
                  <c:v>42978</c:v>
                </c:pt>
                <c:pt idx="3225">
                  <c:v>42977</c:v>
                </c:pt>
                <c:pt idx="3226">
                  <c:v>42976</c:v>
                </c:pt>
                <c:pt idx="3227">
                  <c:v>42975</c:v>
                </c:pt>
                <c:pt idx="3228">
                  <c:v>42974</c:v>
                </c:pt>
                <c:pt idx="3229">
                  <c:v>42973</c:v>
                </c:pt>
                <c:pt idx="3230">
                  <c:v>42972</c:v>
                </c:pt>
                <c:pt idx="3231">
                  <c:v>42971</c:v>
                </c:pt>
                <c:pt idx="3232">
                  <c:v>42970</c:v>
                </c:pt>
                <c:pt idx="3233">
                  <c:v>42969</c:v>
                </c:pt>
                <c:pt idx="3234">
                  <c:v>42968</c:v>
                </c:pt>
                <c:pt idx="3235">
                  <c:v>42967</c:v>
                </c:pt>
                <c:pt idx="3236">
                  <c:v>42966</c:v>
                </c:pt>
                <c:pt idx="3237">
                  <c:v>42965</c:v>
                </c:pt>
                <c:pt idx="3238">
                  <c:v>42964</c:v>
                </c:pt>
                <c:pt idx="3239">
                  <c:v>42963</c:v>
                </c:pt>
                <c:pt idx="3240">
                  <c:v>42962</c:v>
                </c:pt>
                <c:pt idx="3241">
                  <c:v>42961</c:v>
                </c:pt>
                <c:pt idx="3242">
                  <c:v>42960</c:v>
                </c:pt>
                <c:pt idx="3243">
                  <c:v>42959</c:v>
                </c:pt>
                <c:pt idx="3244">
                  <c:v>42958</c:v>
                </c:pt>
                <c:pt idx="3245">
                  <c:v>42957</c:v>
                </c:pt>
                <c:pt idx="3246">
                  <c:v>42956</c:v>
                </c:pt>
                <c:pt idx="3247">
                  <c:v>42955</c:v>
                </c:pt>
                <c:pt idx="3248">
                  <c:v>42954</c:v>
                </c:pt>
                <c:pt idx="3249">
                  <c:v>42953</c:v>
                </c:pt>
                <c:pt idx="3250">
                  <c:v>42952</c:v>
                </c:pt>
                <c:pt idx="3251">
                  <c:v>42951</c:v>
                </c:pt>
                <c:pt idx="3252">
                  <c:v>42950</c:v>
                </c:pt>
                <c:pt idx="3253">
                  <c:v>42949</c:v>
                </c:pt>
                <c:pt idx="3254">
                  <c:v>42948</c:v>
                </c:pt>
                <c:pt idx="3255">
                  <c:v>42947</c:v>
                </c:pt>
                <c:pt idx="3256">
                  <c:v>42946</c:v>
                </c:pt>
                <c:pt idx="3257">
                  <c:v>42945</c:v>
                </c:pt>
                <c:pt idx="3258">
                  <c:v>42944</c:v>
                </c:pt>
                <c:pt idx="3259">
                  <c:v>42943</c:v>
                </c:pt>
                <c:pt idx="3260">
                  <c:v>42942</c:v>
                </c:pt>
                <c:pt idx="3261">
                  <c:v>42941</c:v>
                </c:pt>
                <c:pt idx="3262">
                  <c:v>42940</c:v>
                </c:pt>
                <c:pt idx="3263">
                  <c:v>42939</c:v>
                </c:pt>
                <c:pt idx="3264">
                  <c:v>42938</c:v>
                </c:pt>
                <c:pt idx="3265">
                  <c:v>42937</c:v>
                </c:pt>
                <c:pt idx="3266">
                  <c:v>42936</c:v>
                </c:pt>
                <c:pt idx="3267">
                  <c:v>42935</c:v>
                </c:pt>
                <c:pt idx="3268">
                  <c:v>42934</c:v>
                </c:pt>
                <c:pt idx="3269">
                  <c:v>42933</c:v>
                </c:pt>
                <c:pt idx="3270">
                  <c:v>42932</c:v>
                </c:pt>
                <c:pt idx="3271">
                  <c:v>42931</c:v>
                </c:pt>
                <c:pt idx="3272">
                  <c:v>42930</c:v>
                </c:pt>
                <c:pt idx="3273">
                  <c:v>42929</c:v>
                </c:pt>
                <c:pt idx="3274">
                  <c:v>42928</c:v>
                </c:pt>
                <c:pt idx="3275">
                  <c:v>42927</c:v>
                </c:pt>
                <c:pt idx="3276">
                  <c:v>42926</c:v>
                </c:pt>
                <c:pt idx="3277">
                  <c:v>42925</c:v>
                </c:pt>
                <c:pt idx="3278">
                  <c:v>42924</c:v>
                </c:pt>
                <c:pt idx="3279">
                  <c:v>42923</c:v>
                </c:pt>
                <c:pt idx="3280">
                  <c:v>42922</c:v>
                </c:pt>
                <c:pt idx="3281">
                  <c:v>42921</c:v>
                </c:pt>
                <c:pt idx="3282">
                  <c:v>42920</c:v>
                </c:pt>
                <c:pt idx="3283">
                  <c:v>42919</c:v>
                </c:pt>
                <c:pt idx="3284">
                  <c:v>42918</c:v>
                </c:pt>
                <c:pt idx="3285">
                  <c:v>42917</c:v>
                </c:pt>
                <c:pt idx="3286">
                  <c:v>42916</c:v>
                </c:pt>
                <c:pt idx="3287">
                  <c:v>42915</c:v>
                </c:pt>
                <c:pt idx="3288">
                  <c:v>42914</c:v>
                </c:pt>
                <c:pt idx="3289">
                  <c:v>42913</c:v>
                </c:pt>
                <c:pt idx="3290">
                  <c:v>42912</c:v>
                </c:pt>
                <c:pt idx="3291">
                  <c:v>42911</c:v>
                </c:pt>
                <c:pt idx="3292">
                  <c:v>42910</c:v>
                </c:pt>
                <c:pt idx="3293">
                  <c:v>42909</c:v>
                </c:pt>
                <c:pt idx="3294">
                  <c:v>42908</c:v>
                </c:pt>
                <c:pt idx="3295">
                  <c:v>42907</c:v>
                </c:pt>
                <c:pt idx="3296">
                  <c:v>42906</c:v>
                </c:pt>
                <c:pt idx="3297">
                  <c:v>42905</c:v>
                </c:pt>
                <c:pt idx="3298">
                  <c:v>42904</c:v>
                </c:pt>
                <c:pt idx="3299">
                  <c:v>42903</c:v>
                </c:pt>
                <c:pt idx="3300">
                  <c:v>42902</c:v>
                </c:pt>
                <c:pt idx="3301">
                  <c:v>42901</c:v>
                </c:pt>
                <c:pt idx="3302">
                  <c:v>42900</c:v>
                </c:pt>
                <c:pt idx="3303">
                  <c:v>42899</c:v>
                </c:pt>
                <c:pt idx="3304">
                  <c:v>42898</c:v>
                </c:pt>
                <c:pt idx="3305">
                  <c:v>42897</c:v>
                </c:pt>
                <c:pt idx="3306">
                  <c:v>42896</c:v>
                </c:pt>
                <c:pt idx="3307">
                  <c:v>42895</c:v>
                </c:pt>
                <c:pt idx="3308">
                  <c:v>42894</c:v>
                </c:pt>
                <c:pt idx="3309">
                  <c:v>42893</c:v>
                </c:pt>
                <c:pt idx="3310">
                  <c:v>42892</c:v>
                </c:pt>
                <c:pt idx="3311">
                  <c:v>42891</c:v>
                </c:pt>
                <c:pt idx="3312">
                  <c:v>42890</c:v>
                </c:pt>
                <c:pt idx="3313">
                  <c:v>42889</c:v>
                </c:pt>
                <c:pt idx="3314">
                  <c:v>42888</c:v>
                </c:pt>
                <c:pt idx="3315">
                  <c:v>42887</c:v>
                </c:pt>
                <c:pt idx="3316">
                  <c:v>42886</c:v>
                </c:pt>
                <c:pt idx="3317">
                  <c:v>42885</c:v>
                </c:pt>
                <c:pt idx="3318">
                  <c:v>42884</c:v>
                </c:pt>
                <c:pt idx="3319">
                  <c:v>42883</c:v>
                </c:pt>
                <c:pt idx="3320">
                  <c:v>42882</c:v>
                </c:pt>
                <c:pt idx="3321">
                  <c:v>42881</c:v>
                </c:pt>
                <c:pt idx="3322">
                  <c:v>42880</c:v>
                </c:pt>
                <c:pt idx="3323">
                  <c:v>42879</c:v>
                </c:pt>
                <c:pt idx="3324">
                  <c:v>42878</c:v>
                </c:pt>
                <c:pt idx="3325">
                  <c:v>42877</c:v>
                </c:pt>
                <c:pt idx="3326">
                  <c:v>42876</c:v>
                </c:pt>
                <c:pt idx="3327">
                  <c:v>42875</c:v>
                </c:pt>
                <c:pt idx="3328">
                  <c:v>42874</c:v>
                </c:pt>
                <c:pt idx="3329">
                  <c:v>42873</c:v>
                </c:pt>
                <c:pt idx="3330">
                  <c:v>42872</c:v>
                </c:pt>
                <c:pt idx="3331">
                  <c:v>42871</c:v>
                </c:pt>
                <c:pt idx="3332">
                  <c:v>42870</c:v>
                </c:pt>
                <c:pt idx="3333">
                  <c:v>42869</c:v>
                </c:pt>
                <c:pt idx="3334">
                  <c:v>42868</c:v>
                </c:pt>
                <c:pt idx="3335">
                  <c:v>42867</c:v>
                </c:pt>
                <c:pt idx="3336">
                  <c:v>42866</c:v>
                </c:pt>
                <c:pt idx="3337">
                  <c:v>42865</c:v>
                </c:pt>
                <c:pt idx="3338">
                  <c:v>42864</c:v>
                </c:pt>
                <c:pt idx="3339">
                  <c:v>42863</c:v>
                </c:pt>
                <c:pt idx="3340">
                  <c:v>42862</c:v>
                </c:pt>
                <c:pt idx="3341">
                  <c:v>42861</c:v>
                </c:pt>
                <c:pt idx="3342">
                  <c:v>42860</c:v>
                </c:pt>
                <c:pt idx="3343">
                  <c:v>42859</c:v>
                </c:pt>
                <c:pt idx="3344">
                  <c:v>42858</c:v>
                </c:pt>
                <c:pt idx="3345">
                  <c:v>42857</c:v>
                </c:pt>
                <c:pt idx="3346">
                  <c:v>42856</c:v>
                </c:pt>
                <c:pt idx="3347">
                  <c:v>42855</c:v>
                </c:pt>
                <c:pt idx="3348">
                  <c:v>42854</c:v>
                </c:pt>
                <c:pt idx="3349">
                  <c:v>42853</c:v>
                </c:pt>
                <c:pt idx="3350">
                  <c:v>42852</c:v>
                </c:pt>
                <c:pt idx="3351">
                  <c:v>42851</c:v>
                </c:pt>
                <c:pt idx="3352">
                  <c:v>42850</c:v>
                </c:pt>
                <c:pt idx="3353">
                  <c:v>42849</c:v>
                </c:pt>
                <c:pt idx="3354">
                  <c:v>42848</c:v>
                </c:pt>
                <c:pt idx="3355">
                  <c:v>42847</c:v>
                </c:pt>
                <c:pt idx="3356">
                  <c:v>42846</c:v>
                </c:pt>
                <c:pt idx="3357">
                  <c:v>42845</c:v>
                </c:pt>
                <c:pt idx="3358">
                  <c:v>42844</c:v>
                </c:pt>
                <c:pt idx="3359">
                  <c:v>42843</c:v>
                </c:pt>
                <c:pt idx="3360">
                  <c:v>42842</c:v>
                </c:pt>
                <c:pt idx="3361">
                  <c:v>42841</c:v>
                </c:pt>
                <c:pt idx="3362">
                  <c:v>42840</c:v>
                </c:pt>
                <c:pt idx="3363">
                  <c:v>42839</c:v>
                </c:pt>
                <c:pt idx="3364">
                  <c:v>42838</c:v>
                </c:pt>
                <c:pt idx="3365">
                  <c:v>42837</c:v>
                </c:pt>
                <c:pt idx="3366">
                  <c:v>42836</c:v>
                </c:pt>
                <c:pt idx="3367">
                  <c:v>42835</c:v>
                </c:pt>
                <c:pt idx="3368">
                  <c:v>42834</c:v>
                </c:pt>
                <c:pt idx="3369">
                  <c:v>42833</c:v>
                </c:pt>
                <c:pt idx="3370">
                  <c:v>42832</c:v>
                </c:pt>
                <c:pt idx="3371">
                  <c:v>42831</c:v>
                </c:pt>
                <c:pt idx="3372">
                  <c:v>42830</c:v>
                </c:pt>
                <c:pt idx="3373">
                  <c:v>42829</c:v>
                </c:pt>
                <c:pt idx="3374">
                  <c:v>42828</c:v>
                </c:pt>
                <c:pt idx="3375">
                  <c:v>42827</c:v>
                </c:pt>
                <c:pt idx="3376">
                  <c:v>42826</c:v>
                </c:pt>
                <c:pt idx="3377">
                  <c:v>42825</c:v>
                </c:pt>
                <c:pt idx="3378">
                  <c:v>42824</c:v>
                </c:pt>
                <c:pt idx="3379">
                  <c:v>42823</c:v>
                </c:pt>
                <c:pt idx="3380">
                  <c:v>42822</c:v>
                </c:pt>
                <c:pt idx="3381">
                  <c:v>42821</c:v>
                </c:pt>
                <c:pt idx="3382">
                  <c:v>42820</c:v>
                </c:pt>
                <c:pt idx="3383">
                  <c:v>42819</c:v>
                </c:pt>
                <c:pt idx="3384">
                  <c:v>42818</c:v>
                </c:pt>
                <c:pt idx="3385">
                  <c:v>42817</c:v>
                </c:pt>
                <c:pt idx="3386">
                  <c:v>42816</c:v>
                </c:pt>
                <c:pt idx="3387">
                  <c:v>42815</c:v>
                </c:pt>
                <c:pt idx="3388">
                  <c:v>42814</c:v>
                </c:pt>
                <c:pt idx="3389">
                  <c:v>42813</c:v>
                </c:pt>
                <c:pt idx="3390">
                  <c:v>42812</c:v>
                </c:pt>
                <c:pt idx="3391">
                  <c:v>42811</c:v>
                </c:pt>
                <c:pt idx="3392">
                  <c:v>42810</c:v>
                </c:pt>
                <c:pt idx="3393">
                  <c:v>42809</c:v>
                </c:pt>
                <c:pt idx="3394">
                  <c:v>42808</c:v>
                </c:pt>
                <c:pt idx="3395">
                  <c:v>42807</c:v>
                </c:pt>
                <c:pt idx="3396">
                  <c:v>42806</c:v>
                </c:pt>
                <c:pt idx="3397">
                  <c:v>42805</c:v>
                </c:pt>
                <c:pt idx="3398">
                  <c:v>42804</c:v>
                </c:pt>
                <c:pt idx="3399">
                  <c:v>42803</c:v>
                </c:pt>
                <c:pt idx="3400">
                  <c:v>42802</c:v>
                </c:pt>
                <c:pt idx="3401">
                  <c:v>42801</c:v>
                </c:pt>
                <c:pt idx="3402">
                  <c:v>42800</c:v>
                </c:pt>
                <c:pt idx="3403">
                  <c:v>42799</c:v>
                </c:pt>
                <c:pt idx="3404">
                  <c:v>42798</c:v>
                </c:pt>
                <c:pt idx="3405">
                  <c:v>42797</c:v>
                </c:pt>
                <c:pt idx="3406">
                  <c:v>42796</c:v>
                </c:pt>
                <c:pt idx="3407">
                  <c:v>42795</c:v>
                </c:pt>
                <c:pt idx="3408">
                  <c:v>42794</c:v>
                </c:pt>
                <c:pt idx="3409">
                  <c:v>42793</c:v>
                </c:pt>
                <c:pt idx="3410">
                  <c:v>42792</c:v>
                </c:pt>
                <c:pt idx="3411">
                  <c:v>42791</c:v>
                </c:pt>
                <c:pt idx="3412">
                  <c:v>42790</c:v>
                </c:pt>
                <c:pt idx="3413">
                  <c:v>42789</c:v>
                </c:pt>
                <c:pt idx="3414">
                  <c:v>42788</c:v>
                </c:pt>
                <c:pt idx="3415">
                  <c:v>42787</c:v>
                </c:pt>
                <c:pt idx="3416">
                  <c:v>42786</c:v>
                </c:pt>
                <c:pt idx="3417">
                  <c:v>42785</c:v>
                </c:pt>
                <c:pt idx="3418">
                  <c:v>42784</c:v>
                </c:pt>
                <c:pt idx="3419">
                  <c:v>42783</c:v>
                </c:pt>
                <c:pt idx="3420">
                  <c:v>42782</c:v>
                </c:pt>
                <c:pt idx="3421">
                  <c:v>42781</c:v>
                </c:pt>
                <c:pt idx="3422">
                  <c:v>42780</c:v>
                </c:pt>
                <c:pt idx="3423">
                  <c:v>42779</c:v>
                </c:pt>
                <c:pt idx="3424">
                  <c:v>42778</c:v>
                </c:pt>
                <c:pt idx="3425">
                  <c:v>42777</c:v>
                </c:pt>
                <c:pt idx="3426">
                  <c:v>42776</c:v>
                </c:pt>
                <c:pt idx="3427">
                  <c:v>42775</c:v>
                </c:pt>
                <c:pt idx="3428">
                  <c:v>42774</c:v>
                </c:pt>
                <c:pt idx="3429">
                  <c:v>42773</c:v>
                </c:pt>
                <c:pt idx="3430">
                  <c:v>42772</c:v>
                </c:pt>
                <c:pt idx="3431">
                  <c:v>42771</c:v>
                </c:pt>
                <c:pt idx="3432">
                  <c:v>42770</c:v>
                </c:pt>
                <c:pt idx="3433">
                  <c:v>42769</c:v>
                </c:pt>
                <c:pt idx="3434">
                  <c:v>42768</c:v>
                </c:pt>
                <c:pt idx="3435">
                  <c:v>42767</c:v>
                </c:pt>
                <c:pt idx="3436">
                  <c:v>42766</c:v>
                </c:pt>
                <c:pt idx="3437">
                  <c:v>42765</c:v>
                </c:pt>
                <c:pt idx="3438">
                  <c:v>42764</c:v>
                </c:pt>
                <c:pt idx="3439">
                  <c:v>42763</c:v>
                </c:pt>
                <c:pt idx="3440">
                  <c:v>42762</c:v>
                </c:pt>
                <c:pt idx="3441">
                  <c:v>42761</c:v>
                </c:pt>
                <c:pt idx="3442">
                  <c:v>42760</c:v>
                </c:pt>
                <c:pt idx="3443">
                  <c:v>42759</c:v>
                </c:pt>
                <c:pt idx="3444">
                  <c:v>42758</c:v>
                </c:pt>
                <c:pt idx="3445">
                  <c:v>42757</c:v>
                </c:pt>
                <c:pt idx="3446">
                  <c:v>42756</c:v>
                </c:pt>
                <c:pt idx="3447">
                  <c:v>42755</c:v>
                </c:pt>
                <c:pt idx="3448">
                  <c:v>42754</c:v>
                </c:pt>
                <c:pt idx="3449">
                  <c:v>42753</c:v>
                </c:pt>
                <c:pt idx="3450">
                  <c:v>42752</c:v>
                </c:pt>
                <c:pt idx="3451">
                  <c:v>42751</c:v>
                </c:pt>
                <c:pt idx="3452">
                  <c:v>42750</c:v>
                </c:pt>
                <c:pt idx="3453">
                  <c:v>42749</c:v>
                </c:pt>
                <c:pt idx="3454">
                  <c:v>42748</c:v>
                </c:pt>
                <c:pt idx="3455">
                  <c:v>42747</c:v>
                </c:pt>
                <c:pt idx="3456">
                  <c:v>42746</c:v>
                </c:pt>
                <c:pt idx="3457">
                  <c:v>42745</c:v>
                </c:pt>
                <c:pt idx="3458">
                  <c:v>42744</c:v>
                </c:pt>
                <c:pt idx="3459">
                  <c:v>42743</c:v>
                </c:pt>
                <c:pt idx="3460">
                  <c:v>42742</c:v>
                </c:pt>
                <c:pt idx="3461">
                  <c:v>42741</c:v>
                </c:pt>
                <c:pt idx="3462">
                  <c:v>42740</c:v>
                </c:pt>
                <c:pt idx="3463">
                  <c:v>42739</c:v>
                </c:pt>
                <c:pt idx="3464">
                  <c:v>42738</c:v>
                </c:pt>
                <c:pt idx="3465">
                  <c:v>42737</c:v>
                </c:pt>
                <c:pt idx="3466">
                  <c:v>42736</c:v>
                </c:pt>
                <c:pt idx="3467">
                  <c:v>42735</c:v>
                </c:pt>
                <c:pt idx="3468">
                  <c:v>42734</c:v>
                </c:pt>
                <c:pt idx="3469">
                  <c:v>42733</c:v>
                </c:pt>
                <c:pt idx="3470">
                  <c:v>42732</c:v>
                </c:pt>
                <c:pt idx="3471">
                  <c:v>42731</c:v>
                </c:pt>
                <c:pt idx="3472">
                  <c:v>42730</c:v>
                </c:pt>
                <c:pt idx="3473">
                  <c:v>42729</c:v>
                </c:pt>
                <c:pt idx="3474">
                  <c:v>42728</c:v>
                </c:pt>
                <c:pt idx="3475">
                  <c:v>42727</c:v>
                </c:pt>
                <c:pt idx="3476">
                  <c:v>42726</c:v>
                </c:pt>
                <c:pt idx="3477">
                  <c:v>42725</c:v>
                </c:pt>
                <c:pt idx="3478">
                  <c:v>42724</c:v>
                </c:pt>
                <c:pt idx="3479">
                  <c:v>42723</c:v>
                </c:pt>
                <c:pt idx="3480">
                  <c:v>42722</c:v>
                </c:pt>
                <c:pt idx="3481">
                  <c:v>42721</c:v>
                </c:pt>
                <c:pt idx="3482">
                  <c:v>42720</c:v>
                </c:pt>
                <c:pt idx="3483">
                  <c:v>42719</c:v>
                </c:pt>
                <c:pt idx="3484">
                  <c:v>42718</c:v>
                </c:pt>
                <c:pt idx="3485">
                  <c:v>42717</c:v>
                </c:pt>
                <c:pt idx="3486">
                  <c:v>42716</c:v>
                </c:pt>
                <c:pt idx="3487">
                  <c:v>42715</c:v>
                </c:pt>
                <c:pt idx="3488">
                  <c:v>42714</c:v>
                </c:pt>
                <c:pt idx="3489">
                  <c:v>42713</c:v>
                </c:pt>
                <c:pt idx="3490">
                  <c:v>42712</c:v>
                </c:pt>
                <c:pt idx="3491">
                  <c:v>42711</c:v>
                </c:pt>
                <c:pt idx="3492">
                  <c:v>42710</c:v>
                </c:pt>
                <c:pt idx="3493">
                  <c:v>42709</c:v>
                </c:pt>
                <c:pt idx="3494">
                  <c:v>42708</c:v>
                </c:pt>
                <c:pt idx="3495">
                  <c:v>42707</c:v>
                </c:pt>
                <c:pt idx="3496">
                  <c:v>42706</c:v>
                </c:pt>
                <c:pt idx="3497">
                  <c:v>42705</c:v>
                </c:pt>
                <c:pt idx="3498">
                  <c:v>42704</c:v>
                </c:pt>
                <c:pt idx="3499">
                  <c:v>42703</c:v>
                </c:pt>
                <c:pt idx="3500">
                  <c:v>42702</c:v>
                </c:pt>
                <c:pt idx="3501">
                  <c:v>42701</c:v>
                </c:pt>
                <c:pt idx="3502">
                  <c:v>42700</c:v>
                </c:pt>
                <c:pt idx="3503">
                  <c:v>42699</c:v>
                </c:pt>
                <c:pt idx="3504">
                  <c:v>42698</c:v>
                </c:pt>
                <c:pt idx="3505">
                  <c:v>42697</c:v>
                </c:pt>
                <c:pt idx="3506">
                  <c:v>42696</c:v>
                </c:pt>
                <c:pt idx="3507">
                  <c:v>42695</c:v>
                </c:pt>
                <c:pt idx="3508">
                  <c:v>42694</c:v>
                </c:pt>
                <c:pt idx="3509">
                  <c:v>42693</c:v>
                </c:pt>
                <c:pt idx="3510">
                  <c:v>42692</c:v>
                </c:pt>
                <c:pt idx="3511">
                  <c:v>42691</c:v>
                </c:pt>
                <c:pt idx="3512">
                  <c:v>42690</c:v>
                </c:pt>
                <c:pt idx="3513">
                  <c:v>42689</c:v>
                </c:pt>
                <c:pt idx="3514">
                  <c:v>42688</c:v>
                </c:pt>
                <c:pt idx="3515">
                  <c:v>42687</c:v>
                </c:pt>
                <c:pt idx="3516">
                  <c:v>42686</c:v>
                </c:pt>
                <c:pt idx="3517">
                  <c:v>42685</c:v>
                </c:pt>
                <c:pt idx="3518">
                  <c:v>42684</c:v>
                </c:pt>
                <c:pt idx="3519">
                  <c:v>42683</c:v>
                </c:pt>
                <c:pt idx="3520">
                  <c:v>42682</c:v>
                </c:pt>
                <c:pt idx="3521">
                  <c:v>42681</c:v>
                </c:pt>
                <c:pt idx="3522">
                  <c:v>42680</c:v>
                </c:pt>
                <c:pt idx="3523">
                  <c:v>42679</c:v>
                </c:pt>
                <c:pt idx="3524">
                  <c:v>42678</c:v>
                </c:pt>
                <c:pt idx="3525">
                  <c:v>42677</c:v>
                </c:pt>
                <c:pt idx="3526">
                  <c:v>42676</c:v>
                </c:pt>
                <c:pt idx="3527">
                  <c:v>42675</c:v>
                </c:pt>
                <c:pt idx="3528">
                  <c:v>42674</c:v>
                </c:pt>
                <c:pt idx="3529">
                  <c:v>42673</c:v>
                </c:pt>
                <c:pt idx="3530">
                  <c:v>42672</c:v>
                </c:pt>
                <c:pt idx="3531">
                  <c:v>42671</c:v>
                </c:pt>
                <c:pt idx="3532">
                  <c:v>42670</c:v>
                </c:pt>
                <c:pt idx="3533">
                  <c:v>42669</c:v>
                </c:pt>
                <c:pt idx="3534">
                  <c:v>42668</c:v>
                </c:pt>
                <c:pt idx="3535">
                  <c:v>42667</c:v>
                </c:pt>
                <c:pt idx="3536">
                  <c:v>42666</c:v>
                </c:pt>
                <c:pt idx="3537">
                  <c:v>42665</c:v>
                </c:pt>
                <c:pt idx="3538">
                  <c:v>42664</c:v>
                </c:pt>
                <c:pt idx="3539">
                  <c:v>42663</c:v>
                </c:pt>
                <c:pt idx="3540">
                  <c:v>42662</c:v>
                </c:pt>
                <c:pt idx="3541">
                  <c:v>42661</c:v>
                </c:pt>
                <c:pt idx="3542">
                  <c:v>42660</c:v>
                </c:pt>
                <c:pt idx="3543">
                  <c:v>42659</c:v>
                </c:pt>
                <c:pt idx="3544">
                  <c:v>42658</c:v>
                </c:pt>
                <c:pt idx="3545">
                  <c:v>42657</c:v>
                </c:pt>
                <c:pt idx="3546">
                  <c:v>42656</c:v>
                </c:pt>
                <c:pt idx="3547">
                  <c:v>42655</c:v>
                </c:pt>
                <c:pt idx="3548">
                  <c:v>42654</c:v>
                </c:pt>
                <c:pt idx="3549">
                  <c:v>42653</c:v>
                </c:pt>
                <c:pt idx="3550">
                  <c:v>42652</c:v>
                </c:pt>
                <c:pt idx="3551">
                  <c:v>42651</c:v>
                </c:pt>
                <c:pt idx="3552">
                  <c:v>42650</c:v>
                </c:pt>
                <c:pt idx="3553">
                  <c:v>42649</c:v>
                </c:pt>
                <c:pt idx="3554">
                  <c:v>42648</c:v>
                </c:pt>
                <c:pt idx="3555">
                  <c:v>42647</c:v>
                </c:pt>
                <c:pt idx="3556">
                  <c:v>42646</c:v>
                </c:pt>
                <c:pt idx="3557">
                  <c:v>42645</c:v>
                </c:pt>
                <c:pt idx="3558">
                  <c:v>42644</c:v>
                </c:pt>
                <c:pt idx="3559">
                  <c:v>42643</c:v>
                </c:pt>
                <c:pt idx="3560">
                  <c:v>42642</c:v>
                </c:pt>
                <c:pt idx="3561">
                  <c:v>42641</c:v>
                </c:pt>
                <c:pt idx="3562">
                  <c:v>42640</c:v>
                </c:pt>
                <c:pt idx="3563">
                  <c:v>42639</c:v>
                </c:pt>
                <c:pt idx="3564">
                  <c:v>42638</c:v>
                </c:pt>
                <c:pt idx="3565">
                  <c:v>42637</c:v>
                </c:pt>
                <c:pt idx="3566">
                  <c:v>42636</c:v>
                </c:pt>
                <c:pt idx="3567">
                  <c:v>42635</c:v>
                </c:pt>
                <c:pt idx="3568">
                  <c:v>42634</c:v>
                </c:pt>
                <c:pt idx="3569">
                  <c:v>42633</c:v>
                </c:pt>
                <c:pt idx="3570">
                  <c:v>42632</c:v>
                </c:pt>
                <c:pt idx="3571">
                  <c:v>42631</c:v>
                </c:pt>
                <c:pt idx="3572">
                  <c:v>42630</c:v>
                </c:pt>
                <c:pt idx="3573">
                  <c:v>42629</c:v>
                </c:pt>
                <c:pt idx="3574">
                  <c:v>42628</c:v>
                </c:pt>
                <c:pt idx="3575">
                  <c:v>42627</c:v>
                </c:pt>
                <c:pt idx="3576">
                  <c:v>42626</c:v>
                </c:pt>
                <c:pt idx="3577">
                  <c:v>42625</c:v>
                </c:pt>
                <c:pt idx="3578">
                  <c:v>42624</c:v>
                </c:pt>
                <c:pt idx="3579">
                  <c:v>42623</c:v>
                </c:pt>
                <c:pt idx="3580">
                  <c:v>42622</c:v>
                </c:pt>
                <c:pt idx="3581">
                  <c:v>42621</c:v>
                </c:pt>
                <c:pt idx="3582">
                  <c:v>42620</c:v>
                </c:pt>
                <c:pt idx="3583">
                  <c:v>42619</c:v>
                </c:pt>
                <c:pt idx="3584">
                  <c:v>42618</c:v>
                </c:pt>
                <c:pt idx="3585">
                  <c:v>42617</c:v>
                </c:pt>
                <c:pt idx="3586">
                  <c:v>42616</c:v>
                </c:pt>
                <c:pt idx="3587">
                  <c:v>42615</c:v>
                </c:pt>
                <c:pt idx="3588">
                  <c:v>42614</c:v>
                </c:pt>
                <c:pt idx="3589">
                  <c:v>42613</c:v>
                </c:pt>
                <c:pt idx="3590">
                  <c:v>42612</c:v>
                </c:pt>
                <c:pt idx="3591">
                  <c:v>42611</c:v>
                </c:pt>
                <c:pt idx="3592">
                  <c:v>42610</c:v>
                </c:pt>
                <c:pt idx="3593">
                  <c:v>42609</c:v>
                </c:pt>
                <c:pt idx="3594">
                  <c:v>42608</c:v>
                </c:pt>
                <c:pt idx="3595">
                  <c:v>42607</c:v>
                </c:pt>
                <c:pt idx="3596">
                  <c:v>42606</c:v>
                </c:pt>
                <c:pt idx="3597">
                  <c:v>42605</c:v>
                </c:pt>
                <c:pt idx="3598">
                  <c:v>42604</c:v>
                </c:pt>
                <c:pt idx="3599">
                  <c:v>42603</c:v>
                </c:pt>
                <c:pt idx="3600">
                  <c:v>42602</c:v>
                </c:pt>
                <c:pt idx="3601">
                  <c:v>42601</c:v>
                </c:pt>
                <c:pt idx="3602">
                  <c:v>42600</c:v>
                </c:pt>
                <c:pt idx="3603">
                  <c:v>42599</c:v>
                </c:pt>
                <c:pt idx="3604">
                  <c:v>42598</c:v>
                </c:pt>
                <c:pt idx="3605">
                  <c:v>42597</c:v>
                </c:pt>
                <c:pt idx="3606">
                  <c:v>42596</c:v>
                </c:pt>
                <c:pt idx="3607">
                  <c:v>42595</c:v>
                </c:pt>
                <c:pt idx="3608">
                  <c:v>42594</c:v>
                </c:pt>
                <c:pt idx="3609">
                  <c:v>42593</c:v>
                </c:pt>
                <c:pt idx="3610">
                  <c:v>42592</c:v>
                </c:pt>
                <c:pt idx="3611">
                  <c:v>42591</c:v>
                </c:pt>
                <c:pt idx="3612">
                  <c:v>42590</c:v>
                </c:pt>
                <c:pt idx="3613">
                  <c:v>42589</c:v>
                </c:pt>
                <c:pt idx="3614">
                  <c:v>42588</c:v>
                </c:pt>
                <c:pt idx="3615">
                  <c:v>42587</c:v>
                </c:pt>
                <c:pt idx="3616">
                  <c:v>42586</c:v>
                </c:pt>
                <c:pt idx="3617">
                  <c:v>42585</c:v>
                </c:pt>
                <c:pt idx="3618">
                  <c:v>42584</c:v>
                </c:pt>
                <c:pt idx="3619">
                  <c:v>42583</c:v>
                </c:pt>
                <c:pt idx="3620">
                  <c:v>42582</c:v>
                </c:pt>
                <c:pt idx="3621">
                  <c:v>42581</c:v>
                </c:pt>
                <c:pt idx="3622">
                  <c:v>42580</c:v>
                </c:pt>
                <c:pt idx="3623">
                  <c:v>42579</c:v>
                </c:pt>
                <c:pt idx="3624">
                  <c:v>42578</c:v>
                </c:pt>
                <c:pt idx="3625">
                  <c:v>42577</c:v>
                </c:pt>
                <c:pt idx="3626">
                  <c:v>42576</c:v>
                </c:pt>
                <c:pt idx="3627">
                  <c:v>42575</c:v>
                </c:pt>
                <c:pt idx="3628">
                  <c:v>42574</c:v>
                </c:pt>
                <c:pt idx="3629">
                  <c:v>42573</c:v>
                </c:pt>
                <c:pt idx="3630">
                  <c:v>42572</c:v>
                </c:pt>
                <c:pt idx="3631">
                  <c:v>42571</c:v>
                </c:pt>
                <c:pt idx="3632">
                  <c:v>42570</c:v>
                </c:pt>
                <c:pt idx="3633">
                  <c:v>42569</c:v>
                </c:pt>
                <c:pt idx="3634">
                  <c:v>42568</c:v>
                </c:pt>
                <c:pt idx="3635">
                  <c:v>42567</c:v>
                </c:pt>
                <c:pt idx="3636">
                  <c:v>42566</c:v>
                </c:pt>
                <c:pt idx="3637">
                  <c:v>42565</c:v>
                </c:pt>
                <c:pt idx="3638">
                  <c:v>42564</c:v>
                </c:pt>
                <c:pt idx="3639">
                  <c:v>42563</c:v>
                </c:pt>
                <c:pt idx="3640">
                  <c:v>42562</c:v>
                </c:pt>
                <c:pt idx="3641">
                  <c:v>42561</c:v>
                </c:pt>
                <c:pt idx="3642">
                  <c:v>42560</c:v>
                </c:pt>
                <c:pt idx="3643">
                  <c:v>42559</c:v>
                </c:pt>
                <c:pt idx="3644">
                  <c:v>42558</c:v>
                </c:pt>
                <c:pt idx="3645">
                  <c:v>42557</c:v>
                </c:pt>
                <c:pt idx="3646">
                  <c:v>42556</c:v>
                </c:pt>
                <c:pt idx="3647">
                  <c:v>42555</c:v>
                </c:pt>
                <c:pt idx="3648">
                  <c:v>42554</c:v>
                </c:pt>
                <c:pt idx="3649">
                  <c:v>42553</c:v>
                </c:pt>
                <c:pt idx="3650">
                  <c:v>42552</c:v>
                </c:pt>
                <c:pt idx="3651">
                  <c:v>42551</c:v>
                </c:pt>
                <c:pt idx="3652">
                  <c:v>42550</c:v>
                </c:pt>
                <c:pt idx="3653">
                  <c:v>42549</c:v>
                </c:pt>
                <c:pt idx="3654">
                  <c:v>42548</c:v>
                </c:pt>
                <c:pt idx="3655">
                  <c:v>42547</c:v>
                </c:pt>
                <c:pt idx="3656">
                  <c:v>42546</c:v>
                </c:pt>
                <c:pt idx="3657">
                  <c:v>42545</c:v>
                </c:pt>
                <c:pt idx="3658">
                  <c:v>42544</c:v>
                </c:pt>
                <c:pt idx="3659">
                  <c:v>42543</c:v>
                </c:pt>
                <c:pt idx="3660">
                  <c:v>42542</c:v>
                </c:pt>
                <c:pt idx="3661">
                  <c:v>42541</c:v>
                </c:pt>
                <c:pt idx="3662">
                  <c:v>42540</c:v>
                </c:pt>
                <c:pt idx="3663">
                  <c:v>42539</c:v>
                </c:pt>
                <c:pt idx="3664">
                  <c:v>42538</c:v>
                </c:pt>
                <c:pt idx="3665">
                  <c:v>42537</c:v>
                </c:pt>
                <c:pt idx="3666">
                  <c:v>42536</c:v>
                </c:pt>
                <c:pt idx="3667">
                  <c:v>42535</c:v>
                </c:pt>
                <c:pt idx="3668">
                  <c:v>42534</c:v>
                </c:pt>
                <c:pt idx="3669">
                  <c:v>42533</c:v>
                </c:pt>
                <c:pt idx="3670">
                  <c:v>42532</c:v>
                </c:pt>
                <c:pt idx="3671">
                  <c:v>42531</c:v>
                </c:pt>
                <c:pt idx="3672">
                  <c:v>42530</c:v>
                </c:pt>
                <c:pt idx="3673">
                  <c:v>42529</c:v>
                </c:pt>
                <c:pt idx="3674">
                  <c:v>42528</c:v>
                </c:pt>
                <c:pt idx="3675">
                  <c:v>42527</c:v>
                </c:pt>
                <c:pt idx="3676">
                  <c:v>42526</c:v>
                </c:pt>
                <c:pt idx="3677">
                  <c:v>42525</c:v>
                </c:pt>
                <c:pt idx="3678">
                  <c:v>42524</c:v>
                </c:pt>
                <c:pt idx="3679">
                  <c:v>42523</c:v>
                </c:pt>
                <c:pt idx="3680">
                  <c:v>42522</c:v>
                </c:pt>
                <c:pt idx="3681">
                  <c:v>42521</c:v>
                </c:pt>
                <c:pt idx="3682">
                  <c:v>42520</c:v>
                </c:pt>
                <c:pt idx="3683">
                  <c:v>42519</c:v>
                </c:pt>
                <c:pt idx="3684">
                  <c:v>42518</c:v>
                </c:pt>
                <c:pt idx="3685">
                  <c:v>42517</c:v>
                </c:pt>
                <c:pt idx="3686">
                  <c:v>42516</c:v>
                </c:pt>
                <c:pt idx="3687">
                  <c:v>42515</c:v>
                </c:pt>
                <c:pt idx="3688">
                  <c:v>42514</c:v>
                </c:pt>
                <c:pt idx="3689">
                  <c:v>42513</c:v>
                </c:pt>
                <c:pt idx="3690">
                  <c:v>42512</c:v>
                </c:pt>
                <c:pt idx="3691">
                  <c:v>42511</c:v>
                </c:pt>
                <c:pt idx="3692">
                  <c:v>42510</c:v>
                </c:pt>
                <c:pt idx="3693">
                  <c:v>42509</c:v>
                </c:pt>
                <c:pt idx="3694">
                  <c:v>42508</c:v>
                </c:pt>
                <c:pt idx="3695">
                  <c:v>42507</c:v>
                </c:pt>
                <c:pt idx="3696">
                  <c:v>42506</c:v>
                </c:pt>
                <c:pt idx="3697">
                  <c:v>42505</c:v>
                </c:pt>
                <c:pt idx="3698">
                  <c:v>42504</c:v>
                </c:pt>
                <c:pt idx="3699">
                  <c:v>42503</c:v>
                </c:pt>
                <c:pt idx="3700">
                  <c:v>42502</c:v>
                </c:pt>
                <c:pt idx="3701">
                  <c:v>42501</c:v>
                </c:pt>
                <c:pt idx="3702">
                  <c:v>42500</c:v>
                </c:pt>
                <c:pt idx="3703">
                  <c:v>42499</c:v>
                </c:pt>
                <c:pt idx="3704">
                  <c:v>42498</c:v>
                </c:pt>
                <c:pt idx="3705">
                  <c:v>42497</c:v>
                </c:pt>
                <c:pt idx="3706">
                  <c:v>42496</c:v>
                </c:pt>
                <c:pt idx="3707">
                  <c:v>42495</c:v>
                </c:pt>
                <c:pt idx="3708">
                  <c:v>42494</c:v>
                </c:pt>
                <c:pt idx="3709">
                  <c:v>42493</c:v>
                </c:pt>
                <c:pt idx="3710">
                  <c:v>42492</c:v>
                </c:pt>
                <c:pt idx="3711">
                  <c:v>42491</c:v>
                </c:pt>
                <c:pt idx="3712">
                  <c:v>42490</c:v>
                </c:pt>
                <c:pt idx="3713">
                  <c:v>42489</c:v>
                </c:pt>
                <c:pt idx="3714">
                  <c:v>42488</c:v>
                </c:pt>
                <c:pt idx="3715">
                  <c:v>42487</c:v>
                </c:pt>
                <c:pt idx="3716">
                  <c:v>42486</c:v>
                </c:pt>
                <c:pt idx="3717">
                  <c:v>42485</c:v>
                </c:pt>
                <c:pt idx="3718">
                  <c:v>42484</c:v>
                </c:pt>
                <c:pt idx="3719">
                  <c:v>42483</c:v>
                </c:pt>
                <c:pt idx="3720">
                  <c:v>42482</c:v>
                </c:pt>
                <c:pt idx="3721">
                  <c:v>42481</c:v>
                </c:pt>
                <c:pt idx="3722">
                  <c:v>42480</c:v>
                </c:pt>
                <c:pt idx="3723">
                  <c:v>42479</c:v>
                </c:pt>
                <c:pt idx="3724">
                  <c:v>42478</c:v>
                </c:pt>
                <c:pt idx="3725">
                  <c:v>42477</c:v>
                </c:pt>
                <c:pt idx="3726">
                  <c:v>42476</c:v>
                </c:pt>
                <c:pt idx="3727">
                  <c:v>42475</c:v>
                </c:pt>
                <c:pt idx="3728">
                  <c:v>42474</c:v>
                </c:pt>
                <c:pt idx="3729">
                  <c:v>42473</c:v>
                </c:pt>
                <c:pt idx="3730">
                  <c:v>42472</c:v>
                </c:pt>
                <c:pt idx="3731">
                  <c:v>42471</c:v>
                </c:pt>
                <c:pt idx="3732">
                  <c:v>42470</c:v>
                </c:pt>
                <c:pt idx="3733">
                  <c:v>42469</c:v>
                </c:pt>
                <c:pt idx="3734">
                  <c:v>42468</c:v>
                </c:pt>
                <c:pt idx="3735">
                  <c:v>42467</c:v>
                </c:pt>
                <c:pt idx="3736">
                  <c:v>42466</c:v>
                </c:pt>
                <c:pt idx="3737">
                  <c:v>42465</c:v>
                </c:pt>
                <c:pt idx="3738">
                  <c:v>42464</c:v>
                </c:pt>
                <c:pt idx="3739">
                  <c:v>42463</c:v>
                </c:pt>
                <c:pt idx="3740">
                  <c:v>42462</c:v>
                </c:pt>
                <c:pt idx="3741">
                  <c:v>42461</c:v>
                </c:pt>
                <c:pt idx="3742">
                  <c:v>42460</c:v>
                </c:pt>
                <c:pt idx="3743">
                  <c:v>42459</c:v>
                </c:pt>
                <c:pt idx="3744">
                  <c:v>42458</c:v>
                </c:pt>
                <c:pt idx="3745">
                  <c:v>42457</c:v>
                </c:pt>
                <c:pt idx="3746">
                  <c:v>42456</c:v>
                </c:pt>
                <c:pt idx="3747">
                  <c:v>42455</c:v>
                </c:pt>
                <c:pt idx="3748">
                  <c:v>42454</c:v>
                </c:pt>
                <c:pt idx="3749">
                  <c:v>42453</c:v>
                </c:pt>
                <c:pt idx="3750">
                  <c:v>42452</c:v>
                </c:pt>
                <c:pt idx="3751">
                  <c:v>42451</c:v>
                </c:pt>
                <c:pt idx="3752">
                  <c:v>42450</c:v>
                </c:pt>
                <c:pt idx="3753">
                  <c:v>42449</c:v>
                </c:pt>
                <c:pt idx="3754">
                  <c:v>42448</c:v>
                </c:pt>
                <c:pt idx="3755">
                  <c:v>42447</c:v>
                </c:pt>
                <c:pt idx="3756">
                  <c:v>42446</c:v>
                </c:pt>
                <c:pt idx="3757">
                  <c:v>42445</c:v>
                </c:pt>
                <c:pt idx="3758">
                  <c:v>42444</c:v>
                </c:pt>
                <c:pt idx="3759">
                  <c:v>42443</c:v>
                </c:pt>
                <c:pt idx="3760">
                  <c:v>42442</c:v>
                </c:pt>
                <c:pt idx="3761">
                  <c:v>42441</c:v>
                </c:pt>
                <c:pt idx="3762">
                  <c:v>42440</c:v>
                </c:pt>
                <c:pt idx="3763">
                  <c:v>42439</c:v>
                </c:pt>
                <c:pt idx="3764">
                  <c:v>42438</c:v>
                </c:pt>
                <c:pt idx="3765">
                  <c:v>42437</c:v>
                </c:pt>
                <c:pt idx="3766">
                  <c:v>42436</c:v>
                </c:pt>
                <c:pt idx="3767">
                  <c:v>42435</c:v>
                </c:pt>
                <c:pt idx="3768">
                  <c:v>42434</c:v>
                </c:pt>
                <c:pt idx="3769">
                  <c:v>42433</c:v>
                </c:pt>
                <c:pt idx="3770">
                  <c:v>42432</c:v>
                </c:pt>
                <c:pt idx="3771">
                  <c:v>42431</c:v>
                </c:pt>
                <c:pt idx="3772">
                  <c:v>42430</c:v>
                </c:pt>
                <c:pt idx="3773">
                  <c:v>42429</c:v>
                </c:pt>
                <c:pt idx="3774">
                  <c:v>42428</c:v>
                </c:pt>
                <c:pt idx="3775">
                  <c:v>42427</c:v>
                </c:pt>
                <c:pt idx="3776">
                  <c:v>42426</c:v>
                </c:pt>
                <c:pt idx="3777">
                  <c:v>42425</c:v>
                </c:pt>
                <c:pt idx="3778">
                  <c:v>42424</c:v>
                </c:pt>
                <c:pt idx="3779">
                  <c:v>42423</c:v>
                </c:pt>
                <c:pt idx="3780">
                  <c:v>42422</c:v>
                </c:pt>
                <c:pt idx="3781">
                  <c:v>42421</c:v>
                </c:pt>
                <c:pt idx="3782">
                  <c:v>42420</c:v>
                </c:pt>
                <c:pt idx="3783">
                  <c:v>42419</c:v>
                </c:pt>
                <c:pt idx="3784">
                  <c:v>42418</c:v>
                </c:pt>
                <c:pt idx="3785">
                  <c:v>42417</c:v>
                </c:pt>
                <c:pt idx="3786">
                  <c:v>42416</c:v>
                </c:pt>
                <c:pt idx="3787">
                  <c:v>42415</c:v>
                </c:pt>
                <c:pt idx="3788">
                  <c:v>42414</c:v>
                </c:pt>
                <c:pt idx="3789">
                  <c:v>42413</c:v>
                </c:pt>
                <c:pt idx="3790">
                  <c:v>42412</c:v>
                </c:pt>
                <c:pt idx="3791">
                  <c:v>42411</c:v>
                </c:pt>
                <c:pt idx="3792">
                  <c:v>42410</c:v>
                </c:pt>
                <c:pt idx="3793">
                  <c:v>42409</c:v>
                </c:pt>
                <c:pt idx="3794">
                  <c:v>42408</c:v>
                </c:pt>
                <c:pt idx="3795">
                  <c:v>42407</c:v>
                </c:pt>
                <c:pt idx="3796">
                  <c:v>42406</c:v>
                </c:pt>
                <c:pt idx="3797">
                  <c:v>42405</c:v>
                </c:pt>
                <c:pt idx="3798">
                  <c:v>42404</c:v>
                </c:pt>
                <c:pt idx="3799">
                  <c:v>42403</c:v>
                </c:pt>
                <c:pt idx="3800">
                  <c:v>42402</c:v>
                </c:pt>
                <c:pt idx="3801">
                  <c:v>42401</c:v>
                </c:pt>
                <c:pt idx="3802">
                  <c:v>42400</c:v>
                </c:pt>
                <c:pt idx="3803">
                  <c:v>42399</c:v>
                </c:pt>
                <c:pt idx="3804">
                  <c:v>42398</c:v>
                </c:pt>
                <c:pt idx="3805">
                  <c:v>42397</c:v>
                </c:pt>
                <c:pt idx="3806">
                  <c:v>42396</c:v>
                </c:pt>
                <c:pt idx="3807">
                  <c:v>42395</c:v>
                </c:pt>
                <c:pt idx="3808">
                  <c:v>42394</c:v>
                </c:pt>
                <c:pt idx="3809">
                  <c:v>42393</c:v>
                </c:pt>
                <c:pt idx="3810">
                  <c:v>42392</c:v>
                </c:pt>
                <c:pt idx="3811">
                  <c:v>42391</c:v>
                </c:pt>
                <c:pt idx="3812">
                  <c:v>42390</c:v>
                </c:pt>
                <c:pt idx="3813">
                  <c:v>42389</c:v>
                </c:pt>
                <c:pt idx="3814">
                  <c:v>42388</c:v>
                </c:pt>
                <c:pt idx="3815">
                  <c:v>42387</c:v>
                </c:pt>
                <c:pt idx="3816">
                  <c:v>42386</c:v>
                </c:pt>
                <c:pt idx="3817">
                  <c:v>42385</c:v>
                </c:pt>
                <c:pt idx="3818">
                  <c:v>42384</c:v>
                </c:pt>
                <c:pt idx="3819">
                  <c:v>42383</c:v>
                </c:pt>
                <c:pt idx="3820">
                  <c:v>42382</c:v>
                </c:pt>
                <c:pt idx="3821">
                  <c:v>42381</c:v>
                </c:pt>
                <c:pt idx="3822">
                  <c:v>42380</c:v>
                </c:pt>
                <c:pt idx="3823">
                  <c:v>42379</c:v>
                </c:pt>
                <c:pt idx="3824">
                  <c:v>42378</c:v>
                </c:pt>
                <c:pt idx="3825">
                  <c:v>42377</c:v>
                </c:pt>
                <c:pt idx="3826">
                  <c:v>42376</c:v>
                </c:pt>
                <c:pt idx="3827">
                  <c:v>42375</c:v>
                </c:pt>
                <c:pt idx="3828">
                  <c:v>42374</c:v>
                </c:pt>
                <c:pt idx="3829">
                  <c:v>42373</c:v>
                </c:pt>
                <c:pt idx="3830">
                  <c:v>42372</c:v>
                </c:pt>
                <c:pt idx="3831">
                  <c:v>42371</c:v>
                </c:pt>
                <c:pt idx="3832">
                  <c:v>42370</c:v>
                </c:pt>
                <c:pt idx="3833">
                  <c:v>42369</c:v>
                </c:pt>
                <c:pt idx="3834">
                  <c:v>42368</c:v>
                </c:pt>
                <c:pt idx="3835">
                  <c:v>42367</c:v>
                </c:pt>
                <c:pt idx="3836">
                  <c:v>42366</c:v>
                </c:pt>
                <c:pt idx="3837">
                  <c:v>42365</c:v>
                </c:pt>
                <c:pt idx="3838">
                  <c:v>42364</c:v>
                </c:pt>
                <c:pt idx="3839">
                  <c:v>42363</c:v>
                </c:pt>
                <c:pt idx="3840">
                  <c:v>42362</c:v>
                </c:pt>
                <c:pt idx="3841">
                  <c:v>42361</c:v>
                </c:pt>
                <c:pt idx="3842">
                  <c:v>42360</c:v>
                </c:pt>
                <c:pt idx="3843">
                  <c:v>42359</c:v>
                </c:pt>
                <c:pt idx="3844">
                  <c:v>42358</c:v>
                </c:pt>
                <c:pt idx="3845">
                  <c:v>42357</c:v>
                </c:pt>
                <c:pt idx="3846">
                  <c:v>42356</c:v>
                </c:pt>
                <c:pt idx="3847">
                  <c:v>42355</c:v>
                </c:pt>
                <c:pt idx="3848">
                  <c:v>42354</c:v>
                </c:pt>
                <c:pt idx="3849">
                  <c:v>42353</c:v>
                </c:pt>
                <c:pt idx="3850">
                  <c:v>42352</c:v>
                </c:pt>
                <c:pt idx="3851">
                  <c:v>42351</c:v>
                </c:pt>
                <c:pt idx="3852">
                  <c:v>42350</c:v>
                </c:pt>
                <c:pt idx="3853">
                  <c:v>42349</c:v>
                </c:pt>
                <c:pt idx="3854">
                  <c:v>42348</c:v>
                </c:pt>
                <c:pt idx="3855">
                  <c:v>42347</c:v>
                </c:pt>
                <c:pt idx="3856">
                  <c:v>42346</c:v>
                </c:pt>
                <c:pt idx="3857">
                  <c:v>42345</c:v>
                </c:pt>
                <c:pt idx="3858">
                  <c:v>42344</c:v>
                </c:pt>
                <c:pt idx="3859">
                  <c:v>42343</c:v>
                </c:pt>
                <c:pt idx="3860">
                  <c:v>42342</c:v>
                </c:pt>
                <c:pt idx="3861">
                  <c:v>42341</c:v>
                </c:pt>
                <c:pt idx="3862">
                  <c:v>42340</c:v>
                </c:pt>
                <c:pt idx="3863">
                  <c:v>42339</c:v>
                </c:pt>
                <c:pt idx="3864">
                  <c:v>42338</c:v>
                </c:pt>
                <c:pt idx="3865">
                  <c:v>42337</c:v>
                </c:pt>
                <c:pt idx="3866">
                  <c:v>42336</c:v>
                </c:pt>
                <c:pt idx="3867">
                  <c:v>42335</c:v>
                </c:pt>
                <c:pt idx="3868">
                  <c:v>42334</c:v>
                </c:pt>
                <c:pt idx="3869">
                  <c:v>42333</c:v>
                </c:pt>
                <c:pt idx="3870">
                  <c:v>42332</c:v>
                </c:pt>
                <c:pt idx="3871">
                  <c:v>42331</c:v>
                </c:pt>
                <c:pt idx="3872">
                  <c:v>42330</c:v>
                </c:pt>
                <c:pt idx="3873">
                  <c:v>42329</c:v>
                </c:pt>
                <c:pt idx="3874">
                  <c:v>42328</c:v>
                </c:pt>
                <c:pt idx="3875">
                  <c:v>42327</c:v>
                </c:pt>
                <c:pt idx="3876">
                  <c:v>42326</c:v>
                </c:pt>
                <c:pt idx="3877">
                  <c:v>42325</c:v>
                </c:pt>
                <c:pt idx="3878">
                  <c:v>42324</c:v>
                </c:pt>
                <c:pt idx="3879">
                  <c:v>42323</c:v>
                </c:pt>
                <c:pt idx="3880">
                  <c:v>42322</c:v>
                </c:pt>
                <c:pt idx="3881">
                  <c:v>42321</c:v>
                </c:pt>
                <c:pt idx="3882">
                  <c:v>42320</c:v>
                </c:pt>
                <c:pt idx="3883">
                  <c:v>42319</c:v>
                </c:pt>
                <c:pt idx="3884">
                  <c:v>42318</c:v>
                </c:pt>
                <c:pt idx="3885">
                  <c:v>42317</c:v>
                </c:pt>
                <c:pt idx="3886">
                  <c:v>42316</c:v>
                </c:pt>
                <c:pt idx="3887">
                  <c:v>42315</c:v>
                </c:pt>
                <c:pt idx="3888">
                  <c:v>42314</c:v>
                </c:pt>
                <c:pt idx="3889">
                  <c:v>42313</c:v>
                </c:pt>
                <c:pt idx="3890">
                  <c:v>42312</c:v>
                </c:pt>
                <c:pt idx="3891">
                  <c:v>42311</c:v>
                </c:pt>
                <c:pt idx="3892">
                  <c:v>42310</c:v>
                </c:pt>
                <c:pt idx="3893">
                  <c:v>42309</c:v>
                </c:pt>
                <c:pt idx="3894">
                  <c:v>42308</c:v>
                </c:pt>
                <c:pt idx="3895">
                  <c:v>42307</c:v>
                </c:pt>
                <c:pt idx="3896">
                  <c:v>42306</c:v>
                </c:pt>
                <c:pt idx="3897">
                  <c:v>42305</c:v>
                </c:pt>
                <c:pt idx="3898">
                  <c:v>42304</c:v>
                </c:pt>
                <c:pt idx="3899">
                  <c:v>42303</c:v>
                </c:pt>
                <c:pt idx="3900">
                  <c:v>42302</c:v>
                </c:pt>
                <c:pt idx="3901">
                  <c:v>42301</c:v>
                </c:pt>
                <c:pt idx="3902">
                  <c:v>42300</c:v>
                </c:pt>
                <c:pt idx="3903">
                  <c:v>42299</c:v>
                </c:pt>
                <c:pt idx="3904">
                  <c:v>42298</c:v>
                </c:pt>
                <c:pt idx="3905">
                  <c:v>42297</c:v>
                </c:pt>
                <c:pt idx="3906">
                  <c:v>42296</c:v>
                </c:pt>
                <c:pt idx="3907">
                  <c:v>42295</c:v>
                </c:pt>
                <c:pt idx="3908">
                  <c:v>42294</c:v>
                </c:pt>
                <c:pt idx="3909">
                  <c:v>42293</c:v>
                </c:pt>
                <c:pt idx="3910">
                  <c:v>42292</c:v>
                </c:pt>
                <c:pt idx="3911">
                  <c:v>42291</c:v>
                </c:pt>
                <c:pt idx="3912">
                  <c:v>42290</c:v>
                </c:pt>
                <c:pt idx="3913">
                  <c:v>42289</c:v>
                </c:pt>
                <c:pt idx="3914">
                  <c:v>42288</c:v>
                </c:pt>
                <c:pt idx="3915">
                  <c:v>42287</c:v>
                </c:pt>
                <c:pt idx="3916">
                  <c:v>42286</c:v>
                </c:pt>
                <c:pt idx="3917">
                  <c:v>42285</c:v>
                </c:pt>
                <c:pt idx="3918">
                  <c:v>42284</c:v>
                </c:pt>
                <c:pt idx="3919">
                  <c:v>42283</c:v>
                </c:pt>
                <c:pt idx="3920">
                  <c:v>42282</c:v>
                </c:pt>
                <c:pt idx="3921">
                  <c:v>42281</c:v>
                </c:pt>
                <c:pt idx="3922">
                  <c:v>42280</c:v>
                </c:pt>
                <c:pt idx="3923">
                  <c:v>42279</c:v>
                </c:pt>
                <c:pt idx="3924">
                  <c:v>42278</c:v>
                </c:pt>
                <c:pt idx="3925">
                  <c:v>42277</c:v>
                </c:pt>
                <c:pt idx="3926">
                  <c:v>42276</c:v>
                </c:pt>
                <c:pt idx="3927">
                  <c:v>42275</c:v>
                </c:pt>
                <c:pt idx="3928">
                  <c:v>42274</c:v>
                </c:pt>
                <c:pt idx="3929">
                  <c:v>42273</c:v>
                </c:pt>
                <c:pt idx="3930">
                  <c:v>42272</c:v>
                </c:pt>
                <c:pt idx="3931">
                  <c:v>42271</c:v>
                </c:pt>
                <c:pt idx="3932">
                  <c:v>42270</c:v>
                </c:pt>
                <c:pt idx="3933">
                  <c:v>42269</c:v>
                </c:pt>
                <c:pt idx="3934">
                  <c:v>42268</c:v>
                </c:pt>
                <c:pt idx="3935">
                  <c:v>42267</c:v>
                </c:pt>
                <c:pt idx="3936">
                  <c:v>42266</c:v>
                </c:pt>
                <c:pt idx="3937">
                  <c:v>42265</c:v>
                </c:pt>
                <c:pt idx="3938">
                  <c:v>42264</c:v>
                </c:pt>
                <c:pt idx="3939">
                  <c:v>42263</c:v>
                </c:pt>
                <c:pt idx="3940">
                  <c:v>42262</c:v>
                </c:pt>
                <c:pt idx="3941">
                  <c:v>42261</c:v>
                </c:pt>
                <c:pt idx="3942">
                  <c:v>42260</c:v>
                </c:pt>
                <c:pt idx="3943">
                  <c:v>42259</c:v>
                </c:pt>
                <c:pt idx="3944">
                  <c:v>42258</c:v>
                </c:pt>
                <c:pt idx="3945">
                  <c:v>42257</c:v>
                </c:pt>
                <c:pt idx="3946">
                  <c:v>42256</c:v>
                </c:pt>
                <c:pt idx="3947">
                  <c:v>42255</c:v>
                </c:pt>
                <c:pt idx="3948">
                  <c:v>42254</c:v>
                </c:pt>
                <c:pt idx="3949">
                  <c:v>42253</c:v>
                </c:pt>
                <c:pt idx="3950">
                  <c:v>42252</c:v>
                </c:pt>
                <c:pt idx="3951">
                  <c:v>42251</c:v>
                </c:pt>
                <c:pt idx="3952">
                  <c:v>42250</c:v>
                </c:pt>
                <c:pt idx="3953">
                  <c:v>42249</c:v>
                </c:pt>
                <c:pt idx="3954">
                  <c:v>42248</c:v>
                </c:pt>
                <c:pt idx="3955">
                  <c:v>42247</c:v>
                </c:pt>
                <c:pt idx="3956">
                  <c:v>42246</c:v>
                </c:pt>
                <c:pt idx="3957">
                  <c:v>42245</c:v>
                </c:pt>
                <c:pt idx="3958">
                  <c:v>42244</c:v>
                </c:pt>
                <c:pt idx="3959">
                  <c:v>42243</c:v>
                </c:pt>
                <c:pt idx="3960">
                  <c:v>42242</c:v>
                </c:pt>
                <c:pt idx="3961">
                  <c:v>42241</c:v>
                </c:pt>
                <c:pt idx="3962">
                  <c:v>42240</c:v>
                </c:pt>
                <c:pt idx="3963">
                  <c:v>42239</c:v>
                </c:pt>
                <c:pt idx="3964">
                  <c:v>42238</c:v>
                </c:pt>
                <c:pt idx="3965">
                  <c:v>42237</c:v>
                </c:pt>
                <c:pt idx="3966">
                  <c:v>42236</c:v>
                </c:pt>
                <c:pt idx="3967">
                  <c:v>42235</c:v>
                </c:pt>
                <c:pt idx="3968">
                  <c:v>42234</c:v>
                </c:pt>
                <c:pt idx="3969">
                  <c:v>42233</c:v>
                </c:pt>
                <c:pt idx="3970">
                  <c:v>42232</c:v>
                </c:pt>
                <c:pt idx="3971">
                  <c:v>42231</c:v>
                </c:pt>
                <c:pt idx="3972">
                  <c:v>42230</c:v>
                </c:pt>
                <c:pt idx="3973">
                  <c:v>42229</c:v>
                </c:pt>
                <c:pt idx="3974">
                  <c:v>42228</c:v>
                </c:pt>
                <c:pt idx="3975">
                  <c:v>42227</c:v>
                </c:pt>
                <c:pt idx="3976">
                  <c:v>42226</c:v>
                </c:pt>
                <c:pt idx="3977">
                  <c:v>42225</c:v>
                </c:pt>
                <c:pt idx="3978">
                  <c:v>42224</c:v>
                </c:pt>
                <c:pt idx="3979">
                  <c:v>42223</c:v>
                </c:pt>
                <c:pt idx="3980">
                  <c:v>42222</c:v>
                </c:pt>
                <c:pt idx="3981">
                  <c:v>42221</c:v>
                </c:pt>
                <c:pt idx="3982">
                  <c:v>42220</c:v>
                </c:pt>
                <c:pt idx="3983">
                  <c:v>42219</c:v>
                </c:pt>
                <c:pt idx="3984">
                  <c:v>42218</c:v>
                </c:pt>
                <c:pt idx="3985">
                  <c:v>42217</c:v>
                </c:pt>
                <c:pt idx="3986">
                  <c:v>42216</c:v>
                </c:pt>
                <c:pt idx="3987">
                  <c:v>42215</c:v>
                </c:pt>
                <c:pt idx="3988">
                  <c:v>42214</c:v>
                </c:pt>
                <c:pt idx="3989">
                  <c:v>42213</c:v>
                </c:pt>
                <c:pt idx="3990">
                  <c:v>42212</c:v>
                </c:pt>
                <c:pt idx="3991">
                  <c:v>42211</c:v>
                </c:pt>
                <c:pt idx="3992">
                  <c:v>42210</c:v>
                </c:pt>
                <c:pt idx="3993">
                  <c:v>42209</c:v>
                </c:pt>
                <c:pt idx="3994">
                  <c:v>42208</c:v>
                </c:pt>
                <c:pt idx="3995">
                  <c:v>42207</c:v>
                </c:pt>
                <c:pt idx="3996">
                  <c:v>42206</c:v>
                </c:pt>
                <c:pt idx="3997">
                  <c:v>42205</c:v>
                </c:pt>
                <c:pt idx="3998">
                  <c:v>42204</c:v>
                </c:pt>
                <c:pt idx="3999">
                  <c:v>42203</c:v>
                </c:pt>
                <c:pt idx="4000">
                  <c:v>42202</c:v>
                </c:pt>
                <c:pt idx="4001">
                  <c:v>42201</c:v>
                </c:pt>
                <c:pt idx="4002">
                  <c:v>42200</c:v>
                </c:pt>
                <c:pt idx="4003">
                  <c:v>42199</c:v>
                </c:pt>
                <c:pt idx="4004">
                  <c:v>42198</c:v>
                </c:pt>
                <c:pt idx="4005">
                  <c:v>42197</c:v>
                </c:pt>
                <c:pt idx="4006">
                  <c:v>42196</c:v>
                </c:pt>
                <c:pt idx="4007">
                  <c:v>42195</c:v>
                </c:pt>
                <c:pt idx="4008">
                  <c:v>42194</c:v>
                </c:pt>
                <c:pt idx="4009">
                  <c:v>42193</c:v>
                </c:pt>
                <c:pt idx="4010">
                  <c:v>42192</c:v>
                </c:pt>
                <c:pt idx="4011">
                  <c:v>42191</c:v>
                </c:pt>
                <c:pt idx="4012">
                  <c:v>42190</c:v>
                </c:pt>
                <c:pt idx="4013">
                  <c:v>42189</c:v>
                </c:pt>
                <c:pt idx="4014">
                  <c:v>42188</c:v>
                </c:pt>
                <c:pt idx="4015">
                  <c:v>42187</c:v>
                </c:pt>
                <c:pt idx="4016">
                  <c:v>42186</c:v>
                </c:pt>
                <c:pt idx="4017">
                  <c:v>42185</c:v>
                </c:pt>
                <c:pt idx="4018">
                  <c:v>42184</c:v>
                </c:pt>
                <c:pt idx="4019">
                  <c:v>42183</c:v>
                </c:pt>
                <c:pt idx="4020">
                  <c:v>42182</c:v>
                </c:pt>
                <c:pt idx="4021">
                  <c:v>42181</c:v>
                </c:pt>
                <c:pt idx="4022">
                  <c:v>42180</c:v>
                </c:pt>
                <c:pt idx="4023">
                  <c:v>42179</c:v>
                </c:pt>
                <c:pt idx="4024">
                  <c:v>42178</c:v>
                </c:pt>
                <c:pt idx="4025">
                  <c:v>42177</c:v>
                </c:pt>
                <c:pt idx="4026">
                  <c:v>42176</c:v>
                </c:pt>
                <c:pt idx="4027">
                  <c:v>42175</c:v>
                </c:pt>
                <c:pt idx="4028">
                  <c:v>42174</c:v>
                </c:pt>
                <c:pt idx="4029">
                  <c:v>42173</c:v>
                </c:pt>
                <c:pt idx="4030">
                  <c:v>42172</c:v>
                </c:pt>
                <c:pt idx="4031">
                  <c:v>42171</c:v>
                </c:pt>
                <c:pt idx="4032">
                  <c:v>42170</c:v>
                </c:pt>
                <c:pt idx="4033">
                  <c:v>42169</c:v>
                </c:pt>
                <c:pt idx="4034">
                  <c:v>42168</c:v>
                </c:pt>
                <c:pt idx="4035">
                  <c:v>42167</c:v>
                </c:pt>
                <c:pt idx="4036">
                  <c:v>42166</c:v>
                </c:pt>
                <c:pt idx="4037">
                  <c:v>42165</c:v>
                </c:pt>
                <c:pt idx="4038">
                  <c:v>42164</c:v>
                </c:pt>
                <c:pt idx="4039">
                  <c:v>42163</c:v>
                </c:pt>
                <c:pt idx="4040">
                  <c:v>42162</c:v>
                </c:pt>
                <c:pt idx="4041">
                  <c:v>42161</c:v>
                </c:pt>
                <c:pt idx="4042">
                  <c:v>42160</c:v>
                </c:pt>
                <c:pt idx="4043">
                  <c:v>42159</c:v>
                </c:pt>
                <c:pt idx="4044">
                  <c:v>42158</c:v>
                </c:pt>
                <c:pt idx="4045">
                  <c:v>42157</c:v>
                </c:pt>
                <c:pt idx="4046">
                  <c:v>42156</c:v>
                </c:pt>
                <c:pt idx="4047">
                  <c:v>42155</c:v>
                </c:pt>
                <c:pt idx="4048">
                  <c:v>42154</c:v>
                </c:pt>
                <c:pt idx="4049">
                  <c:v>42153</c:v>
                </c:pt>
                <c:pt idx="4050">
                  <c:v>42152</c:v>
                </c:pt>
                <c:pt idx="4051">
                  <c:v>42151</c:v>
                </c:pt>
                <c:pt idx="4052">
                  <c:v>42150</c:v>
                </c:pt>
                <c:pt idx="4053">
                  <c:v>42149</c:v>
                </c:pt>
                <c:pt idx="4054">
                  <c:v>42148</c:v>
                </c:pt>
                <c:pt idx="4055">
                  <c:v>42147</c:v>
                </c:pt>
                <c:pt idx="4056">
                  <c:v>42146</c:v>
                </c:pt>
                <c:pt idx="4057">
                  <c:v>42145</c:v>
                </c:pt>
                <c:pt idx="4058">
                  <c:v>42144</c:v>
                </c:pt>
                <c:pt idx="4059">
                  <c:v>42143</c:v>
                </c:pt>
                <c:pt idx="4060">
                  <c:v>42142</c:v>
                </c:pt>
                <c:pt idx="4061">
                  <c:v>42141</c:v>
                </c:pt>
                <c:pt idx="4062">
                  <c:v>42140</c:v>
                </c:pt>
                <c:pt idx="4063">
                  <c:v>42139</c:v>
                </c:pt>
                <c:pt idx="4064">
                  <c:v>42138</c:v>
                </c:pt>
                <c:pt idx="4065">
                  <c:v>42137</c:v>
                </c:pt>
                <c:pt idx="4066">
                  <c:v>42136</c:v>
                </c:pt>
                <c:pt idx="4067">
                  <c:v>42135</c:v>
                </c:pt>
                <c:pt idx="4068">
                  <c:v>42134</c:v>
                </c:pt>
                <c:pt idx="4069">
                  <c:v>42133</c:v>
                </c:pt>
                <c:pt idx="4070">
                  <c:v>42132</c:v>
                </c:pt>
                <c:pt idx="4071">
                  <c:v>42131</c:v>
                </c:pt>
                <c:pt idx="4072">
                  <c:v>42130</c:v>
                </c:pt>
                <c:pt idx="4073">
                  <c:v>42129</c:v>
                </c:pt>
                <c:pt idx="4074">
                  <c:v>42128</c:v>
                </c:pt>
                <c:pt idx="4075">
                  <c:v>42127</c:v>
                </c:pt>
                <c:pt idx="4076">
                  <c:v>42126</c:v>
                </c:pt>
                <c:pt idx="4077">
                  <c:v>42125</c:v>
                </c:pt>
                <c:pt idx="4078">
                  <c:v>42124</c:v>
                </c:pt>
                <c:pt idx="4079">
                  <c:v>42123</c:v>
                </c:pt>
                <c:pt idx="4080">
                  <c:v>42122</c:v>
                </c:pt>
                <c:pt idx="4081">
                  <c:v>42121</c:v>
                </c:pt>
                <c:pt idx="4082">
                  <c:v>42120</c:v>
                </c:pt>
                <c:pt idx="4083">
                  <c:v>42119</c:v>
                </c:pt>
                <c:pt idx="4084">
                  <c:v>42118</c:v>
                </c:pt>
                <c:pt idx="4085">
                  <c:v>42117</c:v>
                </c:pt>
                <c:pt idx="4086">
                  <c:v>42116</c:v>
                </c:pt>
                <c:pt idx="4087">
                  <c:v>42115</c:v>
                </c:pt>
                <c:pt idx="4088">
                  <c:v>42114</c:v>
                </c:pt>
                <c:pt idx="4089">
                  <c:v>42113</c:v>
                </c:pt>
                <c:pt idx="4090">
                  <c:v>42112</c:v>
                </c:pt>
                <c:pt idx="4091">
                  <c:v>42111</c:v>
                </c:pt>
                <c:pt idx="4092">
                  <c:v>42110</c:v>
                </c:pt>
                <c:pt idx="4093">
                  <c:v>42109</c:v>
                </c:pt>
                <c:pt idx="4094">
                  <c:v>42108</c:v>
                </c:pt>
                <c:pt idx="4095">
                  <c:v>42107</c:v>
                </c:pt>
                <c:pt idx="4096">
                  <c:v>42106</c:v>
                </c:pt>
                <c:pt idx="4097">
                  <c:v>42105</c:v>
                </c:pt>
                <c:pt idx="4098">
                  <c:v>42104</c:v>
                </c:pt>
                <c:pt idx="4099">
                  <c:v>42103</c:v>
                </c:pt>
                <c:pt idx="4100">
                  <c:v>42102</c:v>
                </c:pt>
                <c:pt idx="4101">
                  <c:v>42101</c:v>
                </c:pt>
                <c:pt idx="4102">
                  <c:v>42100</c:v>
                </c:pt>
                <c:pt idx="4103">
                  <c:v>42099</c:v>
                </c:pt>
                <c:pt idx="4104">
                  <c:v>42098</c:v>
                </c:pt>
                <c:pt idx="4105">
                  <c:v>42097</c:v>
                </c:pt>
                <c:pt idx="4106">
                  <c:v>42096</c:v>
                </c:pt>
                <c:pt idx="4107">
                  <c:v>42095</c:v>
                </c:pt>
                <c:pt idx="4108">
                  <c:v>42094</c:v>
                </c:pt>
                <c:pt idx="4109">
                  <c:v>42093</c:v>
                </c:pt>
                <c:pt idx="4110">
                  <c:v>42092</c:v>
                </c:pt>
                <c:pt idx="4111">
                  <c:v>42091</c:v>
                </c:pt>
                <c:pt idx="4112">
                  <c:v>42090</c:v>
                </c:pt>
                <c:pt idx="4113">
                  <c:v>42089</c:v>
                </c:pt>
                <c:pt idx="4114">
                  <c:v>42088</c:v>
                </c:pt>
                <c:pt idx="4115">
                  <c:v>42087</c:v>
                </c:pt>
                <c:pt idx="4116">
                  <c:v>42086</c:v>
                </c:pt>
                <c:pt idx="4117">
                  <c:v>42085</c:v>
                </c:pt>
                <c:pt idx="4118">
                  <c:v>42084</c:v>
                </c:pt>
                <c:pt idx="4119">
                  <c:v>42083</c:v>
                </c:pt>
                <c:pt idx="4120">
                  <c:v>42082</c:v>
                </c:pt>
                <c:pt idx="4121">
                  <c:v>42081</c:v>
                </c:pt>
                <c:pt idx="4122">
                  <c:v>42080</c:v>
                </c:pt>
                <c:pt idx="4123">
                  <c:v>42079</c:v>
                </c:pt>
                <c:pt idx="4124">
                  <c:v>42078</c:v>
                </c:pt>
                <c:pt idx="4125">
                  <c:v>42077</c:v>
                </c:pt>
                <c:pt idx="4126">
                  <c:v>42076</c:v>
                </c:pt>
                <c:pt idx="4127">
                  <c:v>42075</c:v>
                </c:pt>
                <c:pt idx="4128">
                  <c:v>42074</c:v>
                </c:pt>
                <c:pt idx="4129">
                  <c:v>42073</c:v>
                </c:pt>
                <c:pt idx="4130">
                  <c:v>42072</c:v>
                </c:pt>
                <c:pt idx="4131">
                  <c:v>42071</c:v>
                </c:pt>
                <c:pt idx="4132">
                  <c:v>42070</c:v>
                </c:pt>
                <c:pt idx="4133">
                  <c:v>42069</c:v>
                </c:pt>
                <c:pt idx="4134">
                  <c:v>42068</c:v>
                </c:pt>
                <c:pt idx="4135">
                  <c:v>42067</c:v>
                </c:pt>
                <c:pt idx="4136">
                  <c:v>42066</c:v>
                </c:pt>
                <c:pt idx="4137">
                  <c:v>42065</c:v>
                </c:pt>
                <c:pt idx="4138">
                  <c:v>42064</c:v>
                </c:pt>
                <c:pt idx="4139">
                  <c:v>42063</c:v>
                </c:pt>
                <c:pt idx="4140">
                  <c:v>42062</c:v>
                </c:pt>
                <c:pt idx="4141">
                  <c:v>42061</c:v>
                </c:pt>
                <c:pt idx="4142">
                  <c:v>42060</c:v>
                </c:pt>
                <c:pt idx="4143">
                  <c:v>42059</c:v>
                </c:pt>
                <c:pt idx="4144">
                  <c:v>42058</c:v>
                </c:pt>
                <c:pt idx="4145">
                  <c:v>42057</c:v>
                </c:pt>
                <c:pt idx="4146">
                  <c:v>42056</c:v>
                </c:pt>
                <c:pt idx="4147">
                  <c:v>42055</c:v>
                </c:pt>
                <c:pt idx="4148">
                  <c:v>42054</c:v>
                </c:pt>
                <c:pt idx="4149">
                  <c:v>42053</c:v>
                </c:pt>
                <c:pt idx="4150">
                  <c:v>42052</c:v>
                </c:pt>
                <c:pt idx="4151">
                  <c:v>42051</c:v>
                </c:pt>
                <c:pt idx="4152">
                  <c:v>42050</c:v>
                </c:pt>
                <c:pt idx="4153">
                  <c:v>42049</c:v>
                </c:pt>
                <c:pt idx="4154">
                  <c:v>42048</c:v>
                </c:pt>
                <c:pt idx="4155">
                  <c:v>42047</c:v>
                </c:pt>
                <c:pt idx="4156">
                  <c:v>42046</c:v>
                </c:pt>
                <c:pt idx="4157">
                  <c:v>42045</c:v>
                </c:pt>
                <c:pt idx="4158">
                  <c:v>42044</c:v>
                </c:pt>
                <c:pt idx="4159">
                  <c:v>42043</c:v>
                </c:pt>
                <c:pt idx="4160">
                  <c:v>42042</c:v>
                </c:pt>
                <c:pt idx="4161">
                  <c:v>42041</c:v>
                </c:pt>
                <c:pt idx="4162">
                  <c:v>42040</c:v>
                </c:pt>
                <c:pt idx="4163">
                  <c:v>42039</c:v>
                </c:pt>
                <c:pt idx="4164">
                  <c:v>42038</c:v>
                </c:pt>
                <c:pt idx="4165">
                  <c:v>42037</c:v>
                </c:pt>
                <c:pt idx="4166">
                  <c:v>42036</c:v>
                </c:pt>
                <c:pt idx="4167">
                  <c:v>42035</c:v>
                </c:pt>
                <c:pt idx="4168">
                  <c:v>42034</c:v>
                </c:pt>
                <c:pt idx="4169">
                  <c:v>42033</c:v>
                </c:pt>
                <c:pt idx="4170">
                  <c:v>42032</c:v>
                </c:pt>
                <c:pt idx="4171">
                  <c:v>42031</c:v>
                </c:pt>
                <c:pt idx="4172">
                  <c:v>42030</c:v>
                </c:pt>
                <c:pt idx="4173">
                  <c:v>42029</c:v>
                </c:pt>
                <c:pt idx="4174">
                  <c:v>42028</c:v>
                </c:pt>
                <c:pt idx="4175">
                  <c:v>42027</c:v>
                </c:pt>
                <c:pt idx="4176">
                  <c:v>42026</c:v>
                </c:pt>
                <c:pt idx="4177">
                  <c:v>42025</c:v>
                </c:pt>
                <c:pt idx="4178">
                  <c:v>42024</c:v>
                </c:pt>
                <c:pt idx="4179">
                  <c:v>42023</c:v>
                </c:pt>
                <c:pt idx="4180">
                  <c:v>42022</c:v>
                </c:pt>
                <c:pt idx="4181">
                  <c:v>42021</c:v>
                </c:pt>
                <c:pt idx="4182">
                  <c:v>42020</c:v>
                </c:pt>
                <c:pt idx="4183">
                  <c:v>42019</c:v>
                </c:pt>
                <c:pt idx="4184">
                  <c:v>42018</c:v>
                </c:pt>
                <c:pt idx="4185">
                  <c:v>42017</c:v>
                </c:pt>
                <c:pt idx="4186">
                  <c:v>42016</c:v>
                </c:pt>
                <c:pt idx="4187">
                  <c:v>42015</c:v>
                </c:pt>
                <c:pt idx="4188">
                  <c:v>42014</c:v>
                </c:pt>
                <c:pt idx="4189">
                  <c:v>42013</c:v>
                </c:pt>
                <c:pt idx="4190">
                  <c:v>42012</c:v>
                </c:pt>
                <c:pt idx="4191">
                  <c:v>42011</c:v>
                </c:pt>
                <c:pt idx="4192">
                  <c:v>42010</c:v>
                </c:pt>
                <c:pt idx="4193">
                  <c:v>42009</c:v>
                </c:pt>
                <c:pt idx="4194">
                  <c:v>42008</c:v>
                </c:pt>
                <c:pt idx="4195">
                  <c:v>42007</c:v>
                </c:pt>
                <c:pt idx="4196">
                  <c:v>42006</c:v>
                </c:pt>
                <c:pt idx="4197">
                  <c:v>42005</c:v>
                </c:pt>
                <c:pt idx="4198">
                  <c:v>42004</c:v>
                </c:pt>
                <c:pt idx="4199">
                  <c:v>42003</c:v>
                </c:pt>
                <c:pt idx="4200">
                  <c:v>42002</c:v>
                </c:pt>
                <c:pt idx="4201">
                  <c:v>42001</c:v>
                </c:pt>
                <c:pt idx="4202">
                  <c:v>42000</c:v>
                </c:pt>
                <c:pt idx="4203">
                  <c:v>41999</c:v>
                </c:pt>
                <c:pt idx="4204">
                  <c:v>41998</c:v>
                </c:pt>
                <c:pt idx="4205">
                  <c:v>41997</c:v>
                </c:pt>
                <c:pt idx="4206">
                  <c:v>41996</c:v>
                </c:pt>
                <c:pt idx="4207">
                  <c:v>41995</c:v>
                </c:pt>
                <c:pt idx="4208">
                  <c:v>41994</c:v>
                </c:pt>
                <c:pt idx="4209">
                  <c:v>41993</c:v>
                </c:pt>
                <c:pt idx="4210">
                  <c:v>41992</c:v>
                </c:pt>
                <c:pt idx="4211">
                  <c:v>41991</c:v>
                </c:pt>
                <c:pt idx="4212">
                  <c:v>41990</c:v>
                </c:pt>
                <c:pt idx="4213">
                  <c:v>41989</c:v>
                </c:pt>
                <c:pt idx="4214">
                  <c:v>41988</c:v>
                </c:pt>
                <c:pt idx="4215">
                  <c:v>41987</c:v>
                </c:pt>
                <c:pt idx="4216">
                  <c:v>41986</c:v>
                </c:pt>
                <c:pt idx="4217">
                  <c:v>41985</c:v>
                </c:pt>
                <c:pt idx="4218">
                  <c:v>41984</c:v>
                </c:pt>
                <c:pt idx="4219">
                  <c:v>41983</c:v>
                </c:pt>
                <c:pt idx="4220">
                  <c:v>41982</c:v>
                </c:pt>
                <c:pt idx="4221">
                  <c:v>41981</c:v>
                </c:pt>
                <c:pt idx="4222">
                  <c:v>41980</c:v>
                </c:pt>
                <c:pt idx="4223">
                  <c:v>41979</c:v>
                </c:pt>
                <c:pt idx="4224">
                  <c:v>41978</c:v>
                </c:pt>
                <c:pt idx="4225">
                  <c:v>41977</c:v>
                </c:pt>
                <c:pt idx="4226">
                  <c:v>41976</c:v>
                </c:pt>
                <c:pt idx="4227">
                  <c:v>41975</c:v>
                </c:pt>
                <c:pt idx="4228">
                  <c:v>41974</c:v>
                </c:pt>
                <c:pt idx="4229">
                  <c:v>41973</c:v>
                </c:pt>
                <c:pt idx="4230">
                  <c:v>41972</c:v>
                </c:pt>
                <c:pt idx="4231">
                  <c:v>41971</c:v>
                </c:pt>
                <c:pt idx="4232">
                  <c:v>41970</c:v>
                </c:pt>
                <c:pt idx="4233">
                  <c:v>41969</c:v>
                </c:pt>
                <c:pt idx="4234">
                  <c:v>41968</c:v>
                </c:pt>
                <c:pt idx="4235">
                  <c:v>41967</c:v>
                </c:pt>
                <c:pt idx="4236">
                  <c:v>41966</c:v>
                </c:pt>
                <c:pt idx="4237">
                  <c:v>41965</c:v>
                </c:pt>
                <c:pt idx="4238">
                  <c:v>41964</c:v>
                </c:pt>
                <c:pt idx="4239">
                  <c:v>41963</c:v>
                </c:pt>
                <c:pt idx="4240">
                  <c:v>41962</c:v>
                </c:pt>
                <c:pt idx="4241">
                  <c:v>41961</c:v>
                </c:pt>
                <c:pt idx="4242">
                  <c:v>41960</c:v>
                </c:pt>
                <c:pt idx="4243">
                  <c:v>41959</c:v>
                </c:pt>
                <c:pt idx="4244">
                  <c:v>41958</c:v>
                </c:pt>
                <c:pt idx="4245">
                  <c:v>41957</c:v>
                </c:pt>
                <c:pt idx="4246">
                  <c:v>41956</c:v>
                </c:pt>
                <c:pt idx="4247">
                  <c:v>41955</c:v>
                </c:pt>
                <c:pt idx="4248">
                  <c:v>41954</c:v>
                </c:pt>
                <c:pt idx="4249">
                  <c:v>41953</c:v>
                </c:pt>
                <c:pt idx="4250">
                  <c:v>41952</c:v>
                </c:pt>
                <c:pt idx="4251">
                  <c:v>41951</c:v>
                </c:pt>
                <c:pt idx="4252">
                  <c:v>41950</c:v>
                </c:pt>
                <c:pt idx="4253">
                  <c:v>41949</c:v>
                </c:pt>
                <c:pt idx="4254">
                  <c:v>41948</c:v>
                </c:pt>
                <c:pt idx="4255">
                  <c:v>41947</c:v>
                </c:pt>
                <c:pt idx="4256">
                  <c:v>41946</c:v>
                </c:pt>
                <c:pt idx="4257">
                  <c:v>41945</c:v>
                </c:pt>
                <c:pt idx="4258">
                  <c:v>41944</c:v>
                </c:pt>
                <c:pt idx="4259">
                  <c:v>41943</c:v>
                </c:pt>
                <c:pt idx="4260">
                  <c:v>41942</c:v>
                </c:pt>
                <c:pt idx="4261">
                  <c:v>41941</c:v>
                </c:pt>
                <c:pt idx="4262">
                  <c:v>41940</c:v>
                </c:pt>
                <c:pt idx="4263">
                  <c:v>41939</c:v>
                </c:pt>
                <c:pt idx="4264">
                  <c:v>41938</c:v>
                </c:pt>
                <c:pt idx="4265">
                  <c:v>41937</c:v>
                </c:pt>
                <c:pt idx="4266">
                  <c:v>41936</c:v>
                </c:pt>
                <c:pt idx="4267">
                  <c:v>41935</c:v>
                </c:pt>
                <c:pt idx="4268">
                  <c:v>41934</c:v>
                </c:pt>
                <c:pt idx="4269">
                  <c:v>41933</c:v>
                </c:pt>
                <c:pt idx="4270">
                  <c:v>41932</c:v>
                </c:pt>
                <c:pt idx="4271">
                  <c:v>41931</c:v>
                </c:pt>
                <c:pt idx="4272">
                  <c:v>41930</c:v>
                </c:pt>
                <c:pt idx="4273">
                  <c:v>41929</c:v>
                </c:pt>
                <c:pt idx="4274">
                  <c:v>41928</c:v>
                </c:pt>
                <c:pt idx="4275">
                  <c:v>41927</c:v>
                </c:pt>
                <c:pt idx="4276">
                  <c:v>41926</c:v>
                </c:pt>
                <c:pt idx="4277">
                  <c:v>41925</c:v>
                </c:pt>
                <c:pt idx="4278">
                  <c:v>41924</c:v>
                </c:pt>
                <c:pt idx="4279">
                  <c:v>41923</c:v>
                </c:pt>
                <c:pt idx="4280">
                  <c:v>41922</c:v>
                </c:pt>
                <c:pt idx="4281">
                  <c:v>41921</c:v>
                </c:pt>
                <c:pt idx="4282">
                  <c:v>41920</c:v>
                </c:pt>
                <c:pt idx="4283">
                  <c:v>41919</c:v>
                </c:pt>
                <c:pt idx="4284">
                  <c:v>41918</c:v>
                </c:pt>
                <c:pt idx="4285">
                  <c:v>41917</c:v>
                </c:pt>
                <c:pt idx="4286">
                  <c:v>41916</c:v>
                </c:pt>
                <c:pt idx="4287">
                  <c:v>41915</c:v>
                </c:pt>
                <c:pt idx="4288">
                  <c:v>41914</c:v>
                </c:pt>
                <c:pt idx="4289">
                  <c:v>41913</c:v>
                </c:pt>
                <c:pt idx="4290">
                  <c:v>41912</c:v>
                </c:pt>
                <c:pt idx="4291">
                  <c:v>41911</c:v>
                </c:pt>
                <c:pt idx="4292">
                  <c:v>41910</c:v>
                </c:pt>
                <c:pt idx="4293">
                  <c:v>41909</c:v>
                </c:pt>
                <c:pt idx="4294">
                  <c:v>41908</c:v>
                </c:pt>
                <c:pt idx="4295">
                  <c:v>41907</c:v>
                </c:pt>
                <c:pt idx="4296">
                  <c:v>41906</c:v>
                </c:pt>
                <c:pt idx="4297">
                  <c:v>41905</c:v>
                </c:pt>
                <c:pt idx="4298">
                  <c:v>41904</c:v>
                </c:pt>
                <c:pt idx="4299">
                  <c:v>41903</c:v>
                </c:pt>
                <c:pt idx="4300">
                  <c:v>41902</c:v>
                </c:pt>
                <c:pt idx="4301">
                  <c:v>41901</c:v>
                </c:pt>
                <c:pt idx="4302">
                  <c:v>41900</c:v>
                </c:pt>
                <c:pt idx="4303">
                  <c:v>41899</c:v>
                </c:pt>
                <c:pt idx="4304">
                  <c:v>41898</c:v>
                </c:pt>
                <c:pt idx="4305">
                  <c:v>41897</c:v>
                </c:pt>
                <c:pt idx="4306">
                  <c:v>41896</c:v>
                </c:pt>
                <c:pt idx="4307">
                  <c:v>41895</c:v>
                </c:pt>
                <c:pt idx="4308">
                  <c:v>41894</c:v>
                </c:pt>
                <c:pt idx="4309">
                  <c:v>41893</c:v>
                </c:pt>
                <c:pt idx="4310">
                  <c:v>41892</c:v>
                </c:pt>
                <c:pt idx="4311">
                  <c:v>41891</c:v>
                </c:pt>
                <c:pt idx="4312">
                  <c:v>41890</c:v>
                </c:pt>
                <c:pt idx="4313">
                  <c:v>41889</c:v>
                </c:pt>
                <c:pt idx="4314">
                  <c:v>41888</c:v>
                </c:pt>
                <c:pt idx="4315">
                  <c:v>41887</c:v>
                </c:pt>
                <c:pt idx="4316">
                  <c:v>41886</c:v>
                </c:pt>
                <c:pt idx="4317">
                  <c:v>41885</c:v>
                </c:pt>
                <c:pt idx="4318">
                  <c:v>41884</c:v>
                </c:pt>
                <c:pt idx="4319">
                  <c:v>41883</c:v>
                </c:pt>
                <c:pt idx="4320">
                  <c:v>41882</c:v>
                </c:pt>
                <c:pt idx="4321">
                  <c:v>41881</c:v>
                </c:pt>
                <c:pt idx="4322">
                  <c:v>41880</c:v>
                </c:pt>
                <c:pt idx="4323">
                  <c:v>41879</c:v>
                </c:pt>
                <c:pt idx="4324">
                  <c:v>41878</c:v>
                </c:pt>
                <c:pt idx="4325">
                  <c:v>41877</c:v>
                </c:pt>
                <c:pt idx="4326">
                  <c:v>41876</c:v>
                </c:pt>
                <c:pt idx="4327">
                  <c:v>41875</c:v>
                </c:pt>
                <c:pt idx="4328">
                  <c:v>41874</c:v>
                </c:pt>
                <c:pt idx="4329">
                  <c:v>41873</c:v>
                </c:pt>
                <c:pt idx="4330">
                  <c:v>41872</c:v>
                </c:pt>
                <c:pt idx="4331">
                  <c:v>41871</c:v>
                </c:pt>
                <c:pt idx="4332">
                  <c:v>41870</c:v>
                </c:pt>
                <c:pt idx="4333">
                  <c:v>41869</c:v>
                </c:pt>
                <c:pt idx="4334">
                  <c:v>41868</c:v>
                </c:pt>
                <c:pt idx="4335">
                  <c:v>41867</c:v>
                </c:pt>
                <c:pt idx="4336">
                  <c:v>41866</c:v>
                </c:pt>
                <c:pt idx="4337">
                  <c:v>41865</c:v>
                </c:pt>
                <c:pt idx="4338">
                  <c:v>41864</c:v>
                </c:pt>
                <c:pt idx="4339">
                  <c:v>41863</c:v>
                </c:pt>
                <c:pt idx="4340">
                  <c:v>41862</c:v>
                </c:pt>
                <c:pt idx="4341">
                  <c:v>41861</c:v>
                </c:pt>
                <c:pt idx="4342">
                  <c:v>41860</c:v>
                </c:pt>
                <c:pt idx="4343">
                  <c:v>41859</c:v>
                </c:pt>
                <c:pt idx="4344">
                  <c:v>41858</c:v>
                </c:pt>
                <c:pt idx="4345">
                  <c:v>41857</c:v>
                </c:pt>
                <c:pt idx="4346">
                  <c:v>41856</c:v>
                </c:pt>
                <c:pt idx="4347">
                  <c:v>41855</c:v>
                </c:pt>
                <c:pt idx="4348">
                  <c:v>41854</c:v>
                </c:pt>
                <c:pt idx="4349">
                  <c:v>41853</c:v>
                </c:pt>
                <c:pt idx="4350">
                  <c:v>41852</c:v>
                </c:pt>
                <c:pt idx="4351">
                  <c:v>41851</c:v>
                </c:pt>
                <c:pt idx="4352">
                  <c:v>41850</c:v>
                </c:pt>
                <c:pt idx="4353">
                  <c:v>41849</c:v>
                </c:pt>
                <c:pt idx="4354">
                  <c:v>41848</c:v>
                </c:pt>
                <c:pt idx="4355">
                  <c:v>41847</c:v>
                </c:pt>
                <c:pt idx="4356">
                  <c:v>41846</c:v>
                </c:pt>
                <c:pt idx="4357">
                  <c:v>41845</c:v>
                </c:pt>
                <c:pt idx="4358">
                  <c:v>41844</c:v>
                </c:pt>
                <c:pt idx="4359">
                  <c:v>41843</c:v>
                </c:pt>
                <c:pt idx="4360">
                  <c:v>41842</c:v>
                </c:pt>
                <c:pt idx="4361">
                  <c:v>41841</c:v>
                </c:pt>
                <c:pt idx="4362">
                  <c:v>41840</c:v>
                </c:pt>
                <c:pt idx="4363">
                  <c:v>41839</c:v>
                </c:pt>
                <c:pt idx="4364">
                  <c:v>41838</c:v>
                </c:pt>
                <c:pt idx="4365">
                  <c:v>41837</c:v>
                </c:pt>
                <c:pt idx="4366">
                  <c:v>41836</c:v>
                </c:pt>
                <c:pt idx="4367">
                  <c:v>41835</c:v>
                </c:pt>
                <c:pt idx="4368">
                  <c:v>41834</c:v>
                </c:pt>
                <c:pt idx="4369">
                  <c:v>41833</c:v>
                </c:pt>
                <c:pt idx="4370">
                  <c:v>41832</c:v>
                </c:pt>
                <c:pt idx="4371">
                  <c:v>41831</c:v>
                </c:pt>
                <c:pt idx="4372">
                  <c:v>41830</c:v>
                </c:pt>
                <c:pt idx="4373">
                  <c:v>41829</c:v>
                </c:pt>
                <c:pt idx="4374">
                  <c:v>41828</c:v>
                </c:pt>
                <c:pt idx="4375">
                  <c:v>41827</c:v>
                </c:pt>
                <c:pt idx="4376">
                  <c:v>41826</c:v>
                </c:pt>
                <c:pt idx="4377">
                  <c:v>41825</c:v>
                </c:pt>
                <c:pt idx="4378">
                  <c:v>41824</c:v>
                </c:pt>
                <c:pt idx="4379">
                  <c:v>41823</c:v>
                </c:pt>
                <c:pt idx="4380">
                  <c:v>41822</c:v>
                </c:pt>
                <c:pt idx="4381">
                  <c:v>41821</c:v>
                </c:pt>
                <c:pt idx="4382">
                  <c:v>41820</c:v>
                </c:pt>
                <c:pt idx="4383">
                  <c:v>41819</c:v>
                </c:pt>
                <c:pt idx="4384">
                  <c:v>41818</c:v>
                </c:pt>
                <c:pt idx="4385">
                  <c:v>41817</c:v>
                </c:pt>
                <c:pt idx="4386">
                  <c:v>41816</c:v>
                </c:pt>
                <c:pt idx="4387">
                  <c:v>41815</c:v>
                </c:pt>
                <c:pt idx="4388">
                  <c:v>41814</c:v>
                </c:pt>
                <c:pt idx="4389">
                  <c:v>41813</c:v>
                </c:pt>
                <c:pt idx="4390">
                  <c:v>41812</c:v>
                </c:pt>
                <c:pt idx="4391">
                  <c:v>41811</c:v>
                </c:pt>
                <c:pt idx="4392">
                  <c:v>41810</c:v>
                </c:pt>
                <c:pt idx="4393">
                  <c:v>41809</c:v>
                </c:pt>
                <c:pt idx="4394">
                  <c:v>41808</c:v>
                </c:pt>
                <c:pt idx="4395">
                  <c:v>41807</c:v>
                </c:pt>
                <c:pt idx="4396">
                  <c:v>41806</c:v>
                </c:pt>
                <c:pt idx="4397">
                  <c:v>41805</c:v>
                </c:pt>
                <c:pt idx="4398">
                  <c:v>41804</c:v>
                </c:pt>
                <c:pt idx="4399">
                  <c:v>41803</c:v>
                </c:pt>
                <c:pt idx="4400">
                  <c:v>41802</c:v>
                </c:pt>
                <c:pt idx="4401">
                  <c:v>41801</c:v>
                </c:pt>
                <c:pt idx="4402">
                  <c:v>41800</c:v>
                </c:pt>
                <c:pt idx="4403">
                  <c:v>41799</c:v>
                </c:pt>
                <c:pt idx="4404">
                  <c:v>41798</c:v>
                </c:pt>
                <c:pt idx="4405">
                  <c:v>41797</c:v>
                </c:pt>
                <c:pt idx="4406">
                  <c:v>41796</c:v>
                </c:pt>
                <c:pt idx="4407">
                  <c:v>41795</c:v>
                </c:pt>
                <c:pt idx="4408">
                  <c:v>41794</c:v>
                </c:pt>
                <c:pt idx="4409">
                  <c:v>41793</c:v>
                </c:pt>
                <c:pt idx="4410">
                  <c:v>41792</c:v>
                </c:pt>
                <c:pt idx="4411">
                  <c:v>41791</c:v>
                </c:pt>
                <c:pt idx="4412">
                  <c:v>41790</c:v>
                </c:pt>
                <c:pt idx="4413">
                  <c:v>41789</c:v>
                </c:pt>
                <c:pt idx="4414">
                  <c:v>41788</c:v>
                </c:pt>
                <c:pt idx="4415">
                  <c:v>41787</c:v>
                </c:pt>
                <c:pt idx="4416">
                  <c:v>41786</c:v>
                </c:pt>
                <c:pt idx="4417">
                  <c:v>41785</c:v>
                </c:pt>
                <c:pt idx="4418">
                  <c:v>41784</c:v>
                </c:pt>
                <c:pt idx="4419">
                  <c:v>41783</c:v>
                </c:pt>
                <c:pt idx="4420">
                  <c:v>41782</c:v>
                </c:pt>
                <c:pt idx="4421">
                  <c:v>41781</c:v>
                </c:pt>
                <c:pt idx="4422">
                  <c:v>41780</c:v>
                </c:pt>
                <c:pt idx="4423">
                  <c:v>41779</c:v>
                </c:pt>
                <c:pt idx="4424">
                  <c:v>41778</c:v>
                </c:pt>
                <c:pt idx="4425">
                  <c:v>41777</c:v>
                </c:pt>
                <c:pt idx="4426">
                  <c:v>41776</c:v>
                </c:pt>
                <c:pt idx="4427">
                  <c:v>41775</c:v>
                </c:pt>
                <c:pt idx="4428">
                  <c:v>41774</c:v>
                </c:pt>
                <c:pt idx="4429">
                  <c:v>41773</c:v>
                </c:pt>
                <c:pt idx="4430">
                  <c:v>41772</c:v>
                </c:pt>
                <c:pt idx="4431">
                  <c:v>41771</c:v>
                </c:pt>
                <c:pt idx="4432">
                  <c:v>41770</c:v>
                </c:pt>
                <c:pt idx="4433">
                  <c:v>41769</c:v>
                </c:pt>
                <c:pt idx="4434">
                  <c:v>41768</c:v>
                </c:pt>
                <c:pt idx="4435">
                  <c:v>41767</c:v>
                </c:pt>
                <c:pt idx="4436">
                  <c:v>41766</c:v>
                </c:pt>
                <c:pt idx="4437">
                  <c:v>41765</c:v>
                </c:pt>
                <c:pt idx="4438">
                  <c:v>41764</c:v>
                </c:pt>
                <c:pt idx="4439">
                  <c:v>41763</c:v>
                </c:pt>
                <c:pt idx="4440">
                  <c:v>41762</c:v>
                </c:pt>
                <c:pt idx="4441">
                  <c:v>41761</c:v>
                </c:pt>
                <c:pt idx="4442">
                  <c:v>41760</c:v>
                </c:pt>
                <c:pt idx="4443">
                  <c:v>41759</c:v>
                </c:pt>
                <c:pt idx="4444">
                  <c:v>41758</c:v>
                </c:pt>
                <c:pt idx="4445">
                  <c:v>41757</c:v>
                </c:pt>
                <c:pt idx="4446">
                  <c:v>41756</c:v>
                </c:pt>
                <c:pt idx="4447">
                  <c:v>41755</c:v>
                </c:pt>
                <c:pt idx="4448">
                  <c:v>41754</c:v>
                </c:pt>
                <c:pt idx="4449">
                  <c:v>41753</c:v>
                </c:pt>
                <c:pt idx="4450">
                  <c:v>41752</c:v>
                </c:pt>
                <c:pt idx="4451">
                  <c:v>41751</c:v>
                </c:pt>
                <c:pt idx="4452">
                  <c:v>41750</c:v>
                </c:pt>
                <c:pt idx="4453">
                  <c:v>41749</c:v>
                </c:pt>
                <c:pt idx="4454">
                  <c:v>41748</c:v>
                </c:pt>
                <c:pt idx="4455">
                  <c:v>41747</c:v>
                </c:pt>
                <c:pt idx="4456">
                  <c:v>41746</c:v>
                </c:pt>
                <c:pt idx="4457">
                  <c:v>41745</c:v>
                </c:pt>
                <c:pt idx="4458">
                  <c:v>41744</c:v>
                </c:pt>
                <c:pt idx="4459">
                  <c:v>41743</c:v>
                </c:pt>
                <c:pt idx="4460">
                  <c:v>41742</c:v>
                </c:pt>
                <c:pt idx="4461">
                  <c:v>41741</c:v>
                </c:pt>
                <c:pt idx="4462">
                  <c:v>41740</c:v>
                </c:pt>
                <c:pt idx="4463">
                  <c:v>41739</c:v>
                </c:pt>
                <c:pt idx="4464">
                  <c:v>41738</c:v>
                </c:pt>
                <c:pt idx="4465">
                  <c:v>41737</c:v>
                </c:pt>
                <c:pt idx="4466">
                  <c:v>41736</c:v>
                </c:pt>
                <c:pt idx="4467">
                  <c:v>41735</c:v>
                </c:pt>
                <c:pt idx="4468">
                  <c:v>41734</c:v>
                </c:pt>
                <c:pt idx="4469">
                  <c:v>41733</c:v>
                </c:pt>
                <c:pt idx="4470">
                  <c:v>41732</c:v>
                </c:pt>
                <c:pt idx="4471">
                  <c:v>41731</c:v>
                </c:pt>
                <c:pt idx="4472">
                  <c:v>41730</c:v>
                </c:pt>
                <c:pt idx="4473">
                  <c:v>41729</c:v>
                </c:pt>
                <c:pt idx="4474">
                  <c:v>41728</c:v>
                </c:pt>
                <c:pt idx="4475">
                  <c:v>41727</c:v>
                </c:pt>
                <c:pt idx="4476">
                  <c:v>41726</c:v>
                </c:pt>
                <c:pt idx="4477">
                  <c:v>41725</c:v>
                </c:pt>
                <c:pt idx="4478">
                  <c:v>41724</c:v>
                </c:pt>
                <c:pt idx="4479">
                  <c:v>41723</c:v>
                </c:pt>
                <c:pt idx="4480">
                  <c:v>41722</c:v>
                </c:pt>
                <c:pt idx="4481">
                  <c:v>41721</c:v>
                </c:pt>
                <c:pt idx="4482">
                  <c:v>41720</c:v>
                </c:pt>
                <c:pt idx="4483">
                  <c:v>41719</c:v>
                </c:pt>
                <c:pt idx="4484">
                  <c:v>41718</c:v>
                </c:pt>
                <c:pt idx="4485">
                  <c:v>41717</c:v>
                </c:pt>
                <c:pt idx="4486">
                  <c:v>41716</c:v>
                </c:pt>
                <c:pt idx="4487">
                  <c:v>41715</c:v>
                </c:pt>
                <c:pt idx="4488">
                  <c:v>41714</c:v>
                </c:pt>
                <c:pt idx="4489">
                  <c:v>41713</c:v>
                </c:pt>
                <c:pt idx="4490">
                  <c:v>41712</c:v>
                </c:pt>
                <c:pt idx="4491">
                  <c:v>41711</c:v>
                </c:pt>
                <c:pt idx="4492">
                  <c:v>41710</c:v>
                </c:pt>
                <c:pt idx="4493">
                  <c:v>41709</c:v>
                </c:pt>
                <c:pt idx="4494">
                  <c:v>41708</c:v>
                </c:pt>
                <c:pt idx="4495">
                  <c:v>41707</c:v>
                </c:pt>
                <c:pt idx="4496">
                  <c:v>41706</c:v>
                </c:pt>
                <c:pt idx="4497">
                  <c:v>41705</c:v>
                </c:pt>
                <c:pt idx="4498">
                  <c:v>41704</c:v>
                </c:pt>
                <c:pt idx="4499">
                  <c:v>41703</c:v>
                </c:pt>
                <c:pt idx="4500">
                  <c:v>41702</c:v>
                </c:pt>
                <c:pt idx="4501">
                  <c:v>41701</c:v>
                </c:pt>
                <c:pt idx="4502">
                  <c:v>41700</c:v>
                </c:pt>
                <c:pt idx="4503">
                  <c:v>41699</c:v>
                </c:pt>
                <c:pt idx="4504">
                  <c:v>41698</c:v>
                </c:pt>
                <c:pt idx="4505">
                  <c:v>41697</c:v>
                </c:pt>
                <c:pt idx="4506">
                  <c:v>41696</c:v>
                </c:pt>
                <c:pt idx="4507">
                  <c:v>41695</c:v>
                </c:pt>
                <c:pt idx="4508">
                  <c:v>41694</c:v>
                </c:pt>
                <c:pt idx="4509">
                  <c:v>41693</c:v>
                </c:pt>
                <c:pt idx="4510">
                  <c:v>41692</c:v>
                </c:pt>
                <c:pt idx="4511">
                  <c:v>41691</c:v>
                </c:pt>
                <c:pt idx="4512">
                  <c:v>41690</c:v>
                </c:pt>
                <c:pt idx="4513">
                  <c:v>41689</c:v>
                </c:pt>
                <c:pt idx="4514">
                  <c:v>41688</c:v>
                </c:pt>
                <c:pt idx="4515">
                  <c:v>41687</c:v>
                </c:pt>
                <c:pt idx="4516">
                  <c:v>41686</c:v>
                </c:pt>
                <c:pt idx="4517">
                  <c:v>41685</c:v>
                </c:pt>
                <c:pt idx="4518">
                  <c:v>41684</c:v>
                </c:pt>
                <c:pt idx="4519">
                  <c:v>41683</c:v>
                </c:pt>
                <c:pt idx="4520">
                  <c:v>41682</c:v>
                </c:pt>
                <c:pt idx="4521">
                  <c:v>41681</c:v>
                </c:pt>
                <c:pt idx="4522">
                  <c:v>41680</c:v>
                </c:pt>
                <c:pt idx="4523">
                  <c:v>41679</c:v>
                </c:pt>
                <c:pt idx="4524">
                  <c:v>41678</c:v>
                </c:pt>
                <c:pt idx="4525">
                  <c:v>41677</c:v>
                </c:pt>
                <c:pt idx="4526">
                  <c:v>41676</c:v>
                </c:pt>
                <c:pt idx="4527">
                  <c:v>41675</c:v>
                </c:pt>
                <c:pt idx="4528">
                  <c:v>41674</c:v>
                </c:pt>
                <c:pt idx="4529">
                  <c:v>41673</c:v>
                </c:pt>
                <c:pt idx="4530">
                  <c:v>41672</c:v>
                </c:pt>
                <c:pt idx="4531">
                  <c:v>41671</c:v>
                </c:pt>
                <c:pt idx="4532">
                  <c:v>41670</c:v>
                </c:pt>
                <c:pt idx="4533">
                  <c:v>41669</c:v>
                </c:pt>
                <c:pt idx="4534">
                  <c:v>41668</c:v>
                </c:pt>
                <c:pt idx="4535">
                  <c:v>41667</c:v>
                </c:pt>
                <c:pt idx="4536">
                  <c:v>41666</c:v>
                </c:pt>
                <c:pt idx="4537">
                  <c:v>41665</c:v>
                </c:pt>
                <c:pt idx="4538">
                  <c:v>41664</c:v>
                </c:pt>
                <c:pt idx="4539">
                  <c:v>41663</c:v>
                </c:pt>
                <c:pt idx="4540">
                  <c:v>41662</c:v>
                </c:pt>
                <c:pt idx="4541">
                  <c:v>41661</c:v>
                </c:pt>
                <c:pt idx="4542">
                  <c:v>41660</c:v>
                </c:pt>
                <c:pt idx="4543">
                  <c:v>41659</c:v>
                </c:pt>
                <c:pt idx="4544">
                  <c:v>41658</c:v>
                </c:pt>
                <c:pt idx="4545">
                  <c:v>41657</c:v>
                </c:pt>
                <c:pt idx="4546">
                  <c:v>41656</c:v>
                </c:pt>
                <c:pt idx="4547">
                  <c:v>41655</c:v>
                </c:pt>
                <c:pt idx="4548">
                  <c:v>41654</c:v>
                </c:pt>
                <c:pt idx="4549">
                  <c:v>41653</c:v>
                </c:pt>
                <c:pt idx="4550">
                  <c:v>41652</c:v>
                </c:pt>
                <c:pt idx="4551">
                  <c:v>41651</c:v>
                </c:pt>
                <c:pt idx="4552">
                  <c:v>41650</c:v>
                </c:pt>
                <c:pt idx="4553">
                  <c:v>41649</c:v>
                </c:pt>
                <c:pt idx="4554">
                  <c:v>41648</c:v>
                </c:pt>
                <c:pt idx="4555">
                  <c:v>41647</c:v>
                </c:pt>
                <c:pt idx="4556">
                  <c:v>41646</c:v>
                </c:pt>
                <c:pt idx="4557">
                  <c:v>41645</c:v>
                </c:pt>
                <c:pt idx="4558">
                  <c:v>41644</c:v>
                </c:pt>
                <c:pt idx="4559">
                  <c:v>41643</c:v>
                </c:pt>
                <c:pt idx="4560">
                  <c:v>41642</c:v>
                </c:pt>
                <c:pt idx="4561">
                  <c:v>41641</c:v>
                </c:pt>
                <c:pt idx="4562">
                  <c:v>41640</c:v>
                </c:pt>
                <c:pt idx="4563">
                  <c:v>41639</c:v>
                </c:pt>
                <c:pt idx="4564">
                  <c:v>41638</c:v>
                </c:pt>
                <c:pt idx="4565">
                  <c:v>41637</c:v>
                </c:pt>
                <c:pt idx="4566">
                  <c:v>41636</c:v>
                </c:pt>
                <c:pt idx="4567">
                  <c:v>41635</c:v>
                </c:pt>
                <c:pt idx="4568">
                  <c:v>41634</c:v>
                </c:pt>
                <c:pt idx="4569">
                  <c:v>41633</c:v>
                </c:pt>
                <c:pt idx="4570">
                  <c:v>41632</c:v>
                </c:pt>
                <c:pt idx="4571">
                  <c:v>41631</c:v>
                </c:pt>
                <c:pt idx="4572">
                  <c:v>41630</c:v>
                </c:pt>
                <c:pt idx="4573">
                  <c:v>41629</c:v>
                </c:pt>
                <c:pt idx="4574">
                  <c:v>41628</c:v>
                </c:pt>
                <c:pt idx="4575">
                  <c:v>41627</c:v>
                </c:pt>
                <c:pt idx="4576">
                  <c:v>41626</c:v>
                </c:pt>
                <c:pt idx="4577">
                  <c:v>41625</c:v>
                </c:pt>
                <c:pt idx="4578">
                  <c:v>41624</c:v>
                </c:pt>
                <c:pt idx="4579">
                  <c:v>41623</c:v>
                </c:pt>
                <c:pt idx="4580">
                  <c:v>41622</c:v>
                </c:pt>
                <c:pt idx="4581">
                  <c:v>41621</c:v>
                </c:pt>
                <c:pt idx="4582">
                  <c:v>41620</c:v>
                </c:pt>
                <c:pt idx="4583">
                  <c:v>41619</c:v>
                </c:pt>
                <c:pt idx="4584">
                  <c:v>41618</c:v>
                </c:pt>
                <c:pt idx="4585">
                  <c:v>41617</c:v>
                </c:pt>
                <c:pt idx="4586">
                  <c:v>41616</c:v>
                </c:pt>
                <c:pt idx="4587">
                  <c:v>41615</c:v>
                </c:pt>
                <c:pt idx="4588">
                  <c:v>41614</c:v>
                </c:pt>
                <c:pt idx="4589">
                  <c:v>41613</c:v>
                </c:pt>
                <c:pt idx="4590">
                  <c:v>41612</c:v>
                </c:pt>
                <c:pt idx="4591">
                  <c:v>41611</c:v>
                </c:pt>
                <c:pt idx="4592">
                  <c:v>41610</c:v>
                </c:pt>
                <c:pt idx="4593">
                  <c:v>41609</c:v>
                </c:pt>
                <c:pt idx="4594">
                  <c:v>41608</c:v>
                </c:pt>
                <c:pt idx="4595">
                  <c:v>41607</c:v>
                </c:pt>
                <c:pt idx="4596">
                  <c:v>41606</c:v>
                </c:pt>
                <c:pt idx="4597">
                  <c:v>41605</c:v>
                </c:pt>
                <c:pt idx="4598">
                  <c:v>41604</c:v>
                </c:pt>
                <c:pt idx="4599">
                  <c:v>41603</c:v>
                </c:pt>
                <c:pt idx="4600">
                  <c:v>41602</c:v>
                </c:pt>
                <c:pt idx="4601">
                  <c:v>41601</c:v>
                </c:pt>
                <c:pt idx="4602">
                  <c:v>41600</c:v>
                </c:pt>
                <c:pt idx="4603">
                  <c:v>41599</c:v>
                </c:pt>
                <c:pt idx="4604">
                  <c:v>41598</c:v>
                </c:pt>
                <c:pt idx="4605">
                  <c:v>41597</c:v>
                </c:pt>
                <c:pt idx="4606">
                  <c:v>41596</c:v>
                </c:pt>
                <c:pt idx="4607">
                  <c:v>41595</c:v>
                </c:pt>
                <c:pt idx="4608">
                  <c:v>41594</c:v>
                </c:pt>
                <c:pt idx="4609">
                  <c:v>41593</c:v>
                </c:pt>
                <c:pt idx="4610">
                  <c:v>41592</c:v>
                </c:pt>
                <c:pt idx="4611">
                  <c:v>41591</c:v>
                </c:pt>
                <c:pt idx="4612">
                  <c:v>41590</c:v>
                </c:pt>
                <c:pt idx="4613">
                  <c:v>41589</c:v>
                </c:pt>
                <c:pt idx="4614">
                  <c:v>41588</c:v>
                </c:pt>
                <c:pt idx="4615">
                  <c:v>41587</c:v>
                </c:pt>
                <c:pt idx="4616">
                  <c:v>41586</c:v>
                </c:pt>
                <c:pt idx="4617">
                  <c:v>41585</c:v>
                </c:pt>
                <c:pt idx="4618">
                  <c:v>41584</c:v>
                </c:pt>
                <c:pt idx="4619">
                  <c:v>41583</c:v>
                </c:pt>
                <c:pt idx="4620">
                  <c:v>41582</c:v>
                </c:pt>
                <c:pt idx="4621">
                  <c:v>41581</c:v>
                </c:pt>
                <c:pt idx="4622">
                  <c:v>41580</c:v>
                </c:pt>
                <c:pt idx="4623">
                  <c:v>41579</c:v>
                </c:pt>
                <c:pt idx="4624">
                  <c:v>41578</c:v>
                </c:pt>
                <c:pt idx="4625">
                  <c:v>41577</c:v>
                </c:pt>
                <c:pt idx="4626">
                  <c:v>41576</c:v>
                </c:pt>
                <c:pt idx="4627">
                  <c:v>41575</c:v>
                </c:pt>
                <c:pt idx="4628">
                  <c:v>41574</c:v>
                </c:pt>
                <c:pt idx="4629">
                  <c:v>41573</c:v>
                </c:pt>
                <c:pt idx="4630">
                  <c:v>41572</c:v>
                </c:pt>
                <c:pt idx="4631">
                  <c:v>41571</c:v>
                </c:pt>
                <c:pt idx="4632">
                  <c:v>41570</c:v>
                </c:pt>
                <c:pt idx="4633">
                  <c:v>41569</c:v>
                </c:pt>
                <c:pt idx="4634">
                  <c:v>41568</c:v>
                </c:pt>
                <c:pt idx="4635">
                  <c:v>41567</c:v>
                </c:pt>
                <c:pt idx="4636">
                  <c:v>41566</c:v>
                </c:pt>
                <c:pt idx="4637">
                  <c:v>41565</c:v>
                </c:pt>
                <c:pt idx="4638">
                  <c:v>41564</c:v>
                </c:pt>
                <c:pt idx="4639">
                  <c:v>41563</c:v>
                </c:pt>
                <c:pt idx="4640">
                  <c:v>41562</c:v>
                </c:pt>
                <c:pt idx="4641">
                  <c:v>41561</c:v>
                </c:pt>
                <c:pt idx="4642">
                  <c:v>41560</c:v>
                </c:pt>
                <c:pt idx="4643">
                  <c:v>41559</c:v>
                </c:pt>
                <c:pt idx="4644">
                  <c:v>41558</c:v>
                </c:pt>
                <c:pt idx="4645">
                  <c:v>41557</c:v>
                </c:pt>
                <c:pt idx="4646">
                  <c:v>41556</c:v>
                </c:pt>
                <c:pt idx="4647">
                  <c:v>41555</c:v>
                </c:pt>
                <c:pt idx="4648">
                  <c:v>41554</c:v>
                </c:pt>
                <c:pt idx="4649">
                  <c:v>41553</c:v>
                </c:pt>
                <c:pt idx="4650">
                  <c:v>41552</c:v>
                </c:pt>
                <c:pt idx="4651">
                  <c:v>41551</c:v>
                </c:pt>
                <c:pt idx="4652">
                  <c:v>41550</c:v>
                </c:pt>
                <c:pt idx="4653">
                  <c:v>41549</c:v>
                </c:pt>
                <c:pt idx="4654">
                  <c:v>41548</c:v>
                </c:pt>
                <c:pt idx="4655">
                  <c:v>41547</c:v>
                </c:pt>
                <c:pt idx="4656">
                  <c:v>41546</c:v>
                </c:pt>
                <c:pt idx="4657">
                  <c:v>41545</c:v>
                </c:pt>
                <c:pt idx="4658">
                  <c:v>41544</c:v>
                </c:pt>
                <c:pt idx="4659">
                  <c:v>41543</c:v>
                </c:pt>
                <c:pt idx="4660">
                  <c:v>41542</c:v>
                </c:pt>
                <c:pt idx="4661">
                  <c:v>41541</c:v>
                </c:pt>
                <c:pt idx="4662">
                  <c:v>41540</c:v>
                </c:pt>
                <c:pt idx="4663">
                  <c:v>41539</c:v>
                </c:pt>
                <c:pt idx="4664">
                  <c:v>41538</c:v>
                </c:pt>
                <c:pt idx="4665">
                  <c:v>41537</c:v>
                </c:pt>
                <c:pt idx="4666">
                  <c:v>41536</c:v>
                </c:pt>
                <c:pt idx="4667">
                  <c:v>41535</c:v>
                </c:pt>
                <c:pt idx="4668">
                  <c:v>41534</c:v>
                </c:pt>
                <c:pt idx="4669">
                  <c:v>41533</c:v>
                </c:pt>
                <c:pt idx="4670">
                  <c:v>41532</c:v>
                </c:pt>
                <c:pt idx="4671">
                  <c:v>41531</c:v>
                </c:pt>
                <c:pt idx="4672">
                  <c:v>41530</c:v>
                </c:pt>
                <c:pt idx="4673">
                  <c:v>41529</c:v>
                </c:pt>
                <c:pt idx="4674">
                  <c:v>41528</c:v>
                </c:pt>
                <c:pt idx="4675">
                  <c:v>41527</c:v>
                </c:pt>
                <c:pt idx="4676">
                  <c:v>41526</c:v>
                </c:pt>
                <c:pt idx="4677">
                  <c:v>41525</c:v>
                </c:pt>
                <c:pt idx="4678">
                  <c:v>41524</c:v>
                </c:pt>
                <c:pt idx="4679">
                  <c:v>41523</c:v>
                </c:pt>
                <c:pt idx="4680">
                  <c:v>41522</c:v>
                </c:pt>
                <c:pt idx="4681">
                  <c:v>41521</c:v>
                </c:pt>
                <c:pt idx="4682">
                  <c:v>41520</c:v>
                </c:pt>
                <c:pt idx="4683">
                  <c:v>41519</c:v>
                </c:pt>
                <c:pt idx="4684">
                  <c:v>41518</c:v>
                </c:pt>
                <c:pt idx="4685">
                  <c:v>41517</c:v>
                </c:pt>
                <c:pt idx="4686">
                  <c:v>41516</c:v>
                </c:pt>
                <c:pt idx="4687">
                  <c:v>41515</c:v>
                </c:pt>
                <c:pt idx="4688">
                  <c:v>41514</c:v>
                </c:pt>
                <c:pt idx="4689">
                  <c:v>41513</c:v>
                </c:pt>
                <c:pt idx="4690">
                  <c:v>41512</c:v>
                </c:pt>
                <c:pt idx="4691">
                  <c:v>41511</c:v>
                </c:pt>
                <c:pt idx="4692">
                  <c:v>41510</c:v>
                </c:pt>
                <c:pt idx="4693">
                  <c:v>41509</c:v>
                </c:pt>
                <c:pt idx="4694">
                  <c:v>41508</c:v>
                </c:pt>
                <c:pt idx="4695">
                  <c:v>41507</c:v>
                </c:pt>
                <c:pt idx="4696">
                  <c:v>41506</c:v>
                </c:pt>
                <c:pt idx="4697">
                  <c:v>41505</c:v>
                </c:pt>
                <c:pt idx="4698">
                  <c:v>41504</c:v>
                </c:pt>
                <c:pt idx="4699">
                  <c:v>41503</c:v>
                </c:pt>
                <c:pt idx="4700">
                  <c:v>41502</c:v>
                </c:pt>
                <c:pt idx="4701">
                  <c:v>41501</c:v>
                </c:pt>
                <c:pt idx="4702">
                  <c:v>41500</c:v>
                </c:pt>
                <c:pt idx="4703">
                  <c:v>41499</c:v>
                </c:pt>
                <c:pt idx="4704">
                  <c:v>41498</c:v>
                </c:pt>
                <c:pt idx="4705">
                  <c:v>41497</c:v>
                </c:pt>
                <c:pt idx="4706">
                  <c:v>41496</c:v>
                </c:pt>
                <c:pt idx="4707">
                  <c:v>41495</c:v>
                </c:pt>
                <c:pt idx="4708">
                  <c:v>41494</c:v>
                </c:pt>
                <c:pt idx="4709">
                  <c:v>41493</c:v>
                </c:pt>
                <c:pt idx="4710">
                  <c:v>41492</c:v>
                </c:pt>
                <c:pt idx="4711">
                  <c:v>41491</c:v>
                </c:pt>
                <c:pt idx="4712">
                  <c:v>41490</c:v>
                </c:pt>
                <c:pt idx="4713">
                  <c:v>41489</c:v>
                </c:pt>
                <c:pt idx="4714">
                  <c:v>41488</c:v>
                </c:pt>
                <c:pt idx="4715">
                  <c:v>41487</c:v>
                </c:pt>
                <c:pt idx="4716">
                  <c:v>41486</c:v>
                </c:pt>
                <c:pt idx="4717">
                  <c:v>41485</c:v>
                </c:pt>
                <c:pt idx="4718">
                  <c:v>41484</c:v>
                </c:pt>
                <c:pt idx="4719">
                  <c:v>41483</c:v>
                </c:pt>
                <c:pt idx="4720">
                  <c:v>41482</c:v>
                </c:pt>
                <c:pt idx="4721">
                  <c:v>41481</c:v>
                </c:pt>
                <c:pt idx="4722">
                  <c:v>41480</c:v>
                </c:pt>
                <c:pt idx="4723">
                  <c:v>41479</c:v>
                </c:pt>
                <c:pt idx="4724">
                  <c:v>41478</c:v>
                </c:pt>
                <c:pt idx="4725">
                  <c:v>41477</c:v>
                </c:pt>
                <c:pt idx="4726">
                  <c:v>41476</c:v>
                </c:pt>
                <c:pt idx="4727">
                  <c:v>41475</c:v>
                </c:pt>
                <c:pt idx="4728">
                  <c:v>41474</c:v>
                </c:pt>
                <c:pt idx="4729">
                  <c:v>41473</c:v>
                </c:pt>
                <c:pt idx="4730">
                  <c:v>41472</c:v>
                </c:pt>
                <c:pt idx="4731">
                  <c:v>41471</c:v>
                </c:pt>
                <c:pt idx="4732">
                  <c:v>41470</c:v>
                </c:pt>
                <c:pt idx="4733">
                  <c:v>41469</c:v>
                </c:pt>
                <c:pt idx="4734">
                  <c:v>41468</c:v>
                </c:pt>
                <c:pt idx="4735">
                  <c:v>41467</c:v>
                </c:pt>
                <c:pt idx="4736">
                  <c:v>41466</c:v>
                </c:pt>
                <c:pt idx="4737">
                  <c:v>41465</c:v>
                </c:pt>
                <c:pt idx="4738">
                  <c:v>41464</c:v>
                </c:pt>
                <c:pt idx="4739">
                  <c:v>41463</c:v>
                </c:pt>
                <c:pt idx="4740">
                  <c:v>41462</c:v>
                </c:pt>
                <c:pt idx="4741">
                  <c:v>41461</c:v>
                </c:pt>
                <c:pt idx="4742">
                  <c:v>41460</c:v>
                </c:pt>
                <c:pt idx="4743">
                  <c:v>41459</c:v>
                </c:pt>
                <c:pt idx="4744">
                  <c:v>41458</c:v>
                </c:pt>
                <c:pt idx="4745">
                  <c:v>41457</c:v>
                </c:pt>
                <c:pt idx="4746">
                  <c:v>41456</c:v>
                </c:pt>
                <c:pt idx="4747">
                  <c:v>41455</c:v>
                </c:pt>
                <c:pt idx="4748">
                  <c:v>41454</c:v>
                </c:pt>
                <c:pt idx="4749">
                  <c:v>41453</c:v>
                </c:pt>
                <c:pt idx="4750">
                  <c:v>41452</c:v>
                </c:pt>
                <c:pt idx="4751">
                  <c:v>41451</c:v>
                </c:pt>
                <c:pt idx="4752">
                  <c:v>41450</c:v>
                </c:pt>
                <c:pt idx="4753">
                  <c:v>41449</c:v>
                </c:pt>
                <c:pt idx="4754">
                  <c:v>41448</c:v>
                </c:pt>
                <c:pt idx="4755">
                  <c:v>41447</c:v>
                </c:pt>
                <c:pt idx="4756">
                  <c:v>41446</c:v>
                </c:pt>
                <c:pt idx="4757">
                  <c:v>41445</c:v>
                </c:pt>
                <c:pt idx="4758">
                  <c:v>41444</c:v>
                </c:pt>
                <c:pt idx="4759">
                  <c:v>41443</c:v>
                </c:pt>
                <c:pt idx="4760">
                  <c:v>41442</c:v>
                </c:pt>
                <c:pt idx="4761">
                  <c:v>41441</c:v>
                </c:pt>
                <c:pt idx="4762">
                  <c:v>41440</c:v>
                </c:pt>
                <c:pt idx="4763">
                  <c:v>41439</c:v>
                </c:pt>
                <c:pt idx="4764">
                  <c:v>41438</c:v>
                </c:pt>
                <c:pt idx="4765">
                  <c:v>41437</c:v>
                </c:pt>
                <c:pt idx="4766">
                  <c:v>41436</c:v>
                </c:pt>
                <c:pt idx="4767">
                  <c:v>41435</c:v>
                </c:pt>
                <c:pt idx="4768">
                  <c:v>41434</c:v>
                </c:pt>
                <c:pt idx="4769">
                  <c:v>41433</c:v>
                </c:pt>
                <c:pt idx="4770">
                  <c:v>41432</c:v>
                </c:pt>
                <c:pt idx="4771">
                  <c:v>41431</c:v>
                </c:pt>
                <c:pt idx="4772">
                  <c:v>41430</c:v>
                </c:pt>
                <c:pt idx="4773">
                  <c:v>41429</c:v>
                </c:pt>
                <c:pt idx="4774">
                  <c:v>41428</c:v>
                </c:pt>
                <c:pt idx="4775">
                  <c:v>41427</c:v>
                </c:pt>
                <c:pt idx="4776">
                  <c:v>41426</c:v>
                </c:pt>
                <c:pt idx="4777">
                  <c:v>41425</c:v>
                </c:pt>
                <c:pt idx="4778">
                  <c:v>41424</c:v>
                </c:pt>
                <c:pt idx="4779">
                  <c:v>41423</c:v>
                </c:pt>
                <c:pt idx="4780">
                  <c:v>41422</c:v>
                </c:pt>
                <c:pt idx="4781">
                  <c:v>41421</c:v>
                </c:pt>
                <c:pt idx="4782">
                  <c:v>41420</c:v>
                </c:pt>
                <c:pt idx="4783">
                  <c:v>41419</c:v>
                </c:pt>
                <c:pt idx="4784">
                  <c:v>41418</c:v>
                </c:pt>
                <c:pt idx="4785">
                  <c:v>41417</c:v>
                </c:pt>
                <c:pt idx="4786">
                  <c:v>41416</c:v>
                </c:pt>
                <c:pt idx="4787">
                  <c:v>41415</c:v>
                </c:pt>
                <c:pt idx="4788">
                  <c:v>41414</c:v>
                </c:pt>
                <c:pt idx="4789">
                  <c:v>41413</c:v>
                </c:pt>
                <c:pt idx="4790">
                  <c:v>41412</c:v>
                </c:pt>
                <c:pt idx="4791">
                  <c:v>41411</c:v>
                </c:pt>
                <c:pt idx="4792">
                  <c:v>41410</c:v>
                </c:pt>
                <c:pt idx="4793">
                  <c:v>41409</c:v>
                </c:pt>
                <c:pt idx="4794">
                  <c:v>41408</c:v>
                </c:pt>
                <c:pt idx="4795">
                  <c:v>41407</c:v>
                </c:pt>
                <c:pt idx="4796">
                  <c:v>41406</c:v>
                </c:pt>
                <c:pt idx="4797">
                  <c:v>41405</c:v>
                </c:pt>
                <c:pt idx="4798">
                  <c:v>41404</c:v>
                </c:pt>
                <c:pt idx="4799">
                  <c:v>41403</c:v>
                </c:pt>
                <c:pt idx="4800">
                  <c:v>41402</c:v>
                </c:pt>
                <c:pt idx="4801">
                  <c:v>41401</c:v>
                </c:pt>
                <c:pt idx="4802">
                  <c:v>41400</c:v>
                </c:pt>
                <c:pt idx="4803">
                  <c:v>41399</c:v>
                </c:pt>
                <c:pt idx="4804">
                  <c:v>41398</c:v>
                </c:pt>
                <c:pt idx="4805">
                  <c:v>41397</c:v>
                </c:pt>
                <c:pt idx="4806">
                  <c:v>41396</c:v>
                </c:pt>
                <c:pt idx="4807">
                  <c:v>41395</c:v>
                </c:pt>
                <c:pt idx="4808">
                  <c:v>41394</c:v>
                </c:pt>
                <c:pt idx="4809">
                  <c:v>41393</c:v>
                </c:pt>
                <c:pt idx="4810">
                  <c:v>41392</c:v>
                </c:pt>
                <c:pt idx="4811">
                  <c:v>41391</c:v>
                </c:pt>
                <c:pt idx="4812">
                  <c:v>41390</c:v>
                </c:pt>
                <c:pt idx="4813">
                  <c:v>41389</c:v>
                </c:pt>
                <c:pt idx="4814">
                  <c:v>41388</c:v>
                </c:pt>
                <c:pt idx="4815">
                  <c:v>41387</c:v>
                </c:pt>
                <c:pt idx="4816">
                  <c:v>41386</c:v>
                </c:pt>
                <c:pt idx="4817">
                  <c:v>41385</c:v>
                </c:pt>
                <c:pt idx="4818">
                  <c:v>41384</c:v>
                </c:pt>
                <c:pt idx="4819">
                  <c:v>41383</c:v>
                </c:pt>
                <c:pt idx="4820">
                  <c:v>41382</c:v>
                </c:pt>
                <c:pt idx="4821">
                  <c:v>41381</c:v>
                </c:pt>
                <c:pt idx="4822">
                  <c:v>41380</c:v>
                </c:pt>
                <c:pt idx="4823">
                  <c:v>41379</c:v>
                </c:pt>
                <c:pt idx="4824">
                  <c:v>41378</c:v>
                </c:pt>
                <c:pt idx="4825">
                  <c:v>41377</c:v>
                </c:pt>
                <c:pt idx="4826">
                  <c:v>41376</c:v>
                </c:pt>
                <c:pt idx="4827">
                  <c:v>41375</c:v>
                </c:pt>
                <c:pt idx="4828">
                  <c:v>41374</c:v>
                </c:pt>
                <c:pt idx="4829">
                  <c:v>41373</c:v>
                </c:pt>
                <c:pt idx="4830">
                  <c:v>41372</c:v>
                </c:pt>
                <c:pt idx="4831">
                  <c:v>41371</c:v>
                </c:pt>
                <c:pt idx="4832">
                  <c:v>41370</c:v>
                </c:pt>
                <c:pt idx="4833">
                  <c:v>41369</c:v>
                </c:pt>
                <c:pt idx="4834">
                  <c:v>41368</c:v>
                </c:pt>
                <c:pt idx="4835">
                  <c:v>41367</c:v>
                </c:pt>
                <c:pt idx="4836">
                  <c:v>41366</c:v>
                </c:pt>
                <c:pt idx="4837">
                  <c:v>41365</c:v>
                </c:pt>
                <c:pt idx="4838">
                  <c:v>41364</c:v>
                </c:pt>
                <c:pt idx="4839">
                  <c:v>41363</c:v>
                </c:pt>
                <c:pt idx="4840">
                  <c:v>41362</c:v>
                </c:pt>
                <c:pt idx="4841">
                  <c:v>41361</c:v>
                </c:pt>
                <c:pt idx="4842">
                  <c:v>41360</c:v>
                </c:pt>
                <c:pt idx="4843">
                  <c:v>41359</c:v>
                </c:pt>
                <c:pt idx="4844">
                  <c:v>41358</c:v>
                </c:pt>
                <c:pt idx="4845">
                  <c:v>41357</c:v>
                </c:pt>
                <c:pt idx="4846">
                  <c:v>41356</c:v>
                </c:pt>
                <c:pt idx="4847">
                  <c:v>41355</c:v>
                </c:pt>
                <c:pt idx="4848">
                  <c:v>41354</c:v>
                </c:pt>
                <c:pt idx="4849">
                  <c:v>41353</c:v>
                </c:pt>
                <c:pt idx="4850">
                  <c:v>41352</c:v>
                </c:pt>
                <c:pt idx="4851">
                  <c:v>41351</c:v>
                </c:pt>
                <c:pt idx="4852">
                  <c:v>41350</c:v>
                </c:pt>
                <c:pt idx="4853">
                  <c:v>41349</c:v>
                </c:pt>
                <c:pt idx="4854">
                  <c:v>41348</c:v>
                </c:pt>
                <c:pt idx="4855">
                  <c:v>41347</c:v>
                </c:pt>
                <c:pt idx="4856">
                  <c:v>41346</c:v>
                </c:pt>
                <c:pt idx="4857">
                  <c:v>41345</c:v>
                </c:pt>
                <c:pt idx="4858">
                  <c:v>41344</c:v>
                </c:pt>
                <c:pt idx="4859">
                  <c:v>41343</c:v>
                </c:pt>
                <c:pt idx="4860">
                  <c:v>41342</c:v>
                </c:pt>
                <c:pt idx="4861">
                  <c:v>41341</c:v>
                </c:pt>
                <c:pt idx="4862">
                  <c:v>41340</c:v>
                </c:pt>
                <c:pt idx="4863">
                  <c:v>41339</c:v>
                </c:pt>
                <c:pt idx="4864">
                  <c:v>41338</c:v>
                </c:pt>
                <c:pt idx="4865">
                  <c:v>41337</c:v>
                </c:pt>
                <c:pt idx="4866">
                  <c:v>41336</c:v>
                </c:pt>
                <c:pt idx="4867">
                  <c:v>41335</c:v>
                </c:pt>
                <c:pt idx="4868">
                  <c:v>41334</c:v>
                </c:pt>
                <c:pt idx="4869">
                  <c:v>41333</c:v>
                </c:pt>
                <c:pt idx="4870">
                  <c:v>41332</c:v>
                </c:pt>
                <c:pt idx="4871">
                  <c:v>41331</c:v>
                </c:pt>
                <c:pt idx="4872">
                  <c:v>41330</c:v>
                </c:pt>
                <c:pt idx="4873">
                  <c:v>41329</c:v>
                </c:pt>
                <c:pt idx="4874">
                  <c:v>41328</c:v>
                </c:pt>
                <c:pt idx="4875">
                  <c:v>41327</c:v>
                </c:pt>
                <c:pt idx="4876">
                  <c:v>41326</c:v>
                </c:pt>
                <c:pt idx="4877">
                  <c:v>41325</c:v>
                </c:pt>
                <c:pt idx="4878">
                  <c:v>41324</c:v>
                </c:pt>
                <c:pt idx="4879">
                  <c:v>41323</c:v>
                </c:pt>
                <c:pt idx="4880">
                  <c:v>41322</c:v>
                </c:pt>
                <c:pt idx="4881">
                  <c:v>41321</c:v>
                </c:pt>
                <c:pt idx="4882">
                  <c:v>41320</c:v>
                </c:pt>
                <c:pt idx="4883">
                  <c:v>41319</c:v>
                </c:pt>
                <c:pt idx="4884">
                  <c:v>41318</c:v>
                </c:pt>
                <c:pt idx="4885">
                  <c:v>41317</c:v>
                </c:pt>
                <c:pt idx="4886">
                  <c:v>41316</c:v>
                </c:pt>
                <c:pt idx="4887">
                  <c:v>41315</c:v>
                </c:pt>
                <c:pt idx="4888">
                  <c:v>41314</c:v>
                </c:pt>
                <c:pt idx="4889">
                  <c:v>41313</c:v>
                </c:pt>
                <c:pt idx="4890">
                  <c:v>41312</c:v>
                </c:pt>
                <c:pt idx="4891">
                  <c:v>41311</c:v>
                </c:pt>
                <c:pt idx="4892">
                  <c:v>41310</c:v>
                </c:pt>
                <c:pt idx="4893">
                  <c:v>41309</c:v>
                </c:pt>
                <c:pt idx="4894">
                  <c:v>41308</c:v>
                </c:pt>
                <c:pt idx="4895">
                  <c:v>41307</c:v>
                </c:pt>
                <c:pt idx="4896">
                  <c:v>41306</c:v>
                </c:pt>
                <c:pt idx="4897">
                  <c:v>41305</c:v>
                </c:pt>
                <c:pt idx="4898">
                  <c:v>41304</c:v>
                </c:pt>
                <c:pt idx="4899">
                  <c:v>41303</c:v>
                </c:pt>
                <c:pt idx="4900">
                  <c:v>41302</c:v>
                </c:pt>
                <c:pt idx="4901">
                  <c:v>41301</c:v>
                </c:pt>
                <c:pt idx="4902">
                  <c:v>41300</c:v>
                </c:pt>
                <c:pt idx="4903">
                  <c:v>41299</c:v>
                </c:pt>
                <c:pt idx="4904">
                  <c:v>41298</c:v>
                </c:pt>
                <c:pt idx="4905">
                  <c:v>41297</c:v>
                </c:pt>
                <c:pt idx="4906">
                  <c:v>41296</c:v>
                </c:pt>
                <c:pt idx="4907">
                  <c:v>41295</c:v>
                </c:pt>
                <c:pt idx="4908">
                  <c:v>41294</c:v>
                </c:pt>
                <c:pt idx="4909">
                  <c:v>41293</c:v>
                </c:pt>
                <c:pt idx="4910">
                  <c:v>41292</c:v>
                </c:pt>
                <c:pt idx="4911">
                  <c:v>41291</c:v>
                </c:pt>
                <c:pt idx="4912">
                  <c:v>41290</c:v>
                </c:pt>
                <c:pt idx="4913">
                  <c:v>41289</c:v>
                </c:pt>
                <c:pt idx="4914">
                  <c:v>41288</c:v>
                </c:pt>
                <c:pt idx="4915">
                  <c:v>41287</c:v>
                </c:pt>
                <c:pt idx="4916">
                  <c:v>41286</c:v>
                </c:pt>
                <c:pt idx="4917">
                  <c:v>41285</c:v>
                </c:pt>
                <c:pt idx="4918">
                  <c:v>41284</c:v>
                </c:pt>
                <c:pt idx="4919">
                  <c:v>41283</c:v>
                </c:pt>
                <c:pt idx="4920">
                  <c:v>41282</c:v>
                </c:pt>
                <c:pt idx="4921">
                  <c:v>41281</c:v>
                </c:pt>
                <c:pt idx="4922">
                  <c:v>41280</c:v>
                </c:pt>
                <c:pt idx="4923">
                  <c:v>41279</c:v>
                </c:pt>
                <c:pt idx="4924">
                  <c:v>41278</c:v>
                </c:pt>
                <c:pt idx="4925">
                  <c:v>41277</c:v>
                </c:pt>
                <c:pt idx="4926">
                  <c:v>41276</c:v>
                </c:pt>
                <c:pt idx="4927">
                  <c:v>41275</c:v>
                </c:pt>
                <c:pt idx="4928">
                  <c:v>41274</c:v>
                </c:pt>
                <c:pt idx="4929">
                  <c:v>41273</c:v>
                </c:pt>
                <c:pt idx="4930">
                  <c:v>41272</c:v>
                </c:pt>
                <c:pt idx="4931">
                  <c:v>41271</c:v>
                </c:pt>
                <c:pt idx="4932">
                  <c:v>41270</c:v>
                </c:pt>
                <c:pt idx="4933">
                  <c:v>41269</c:v>
                </c:pt>
                <c:pt idx="4934">
                  <c:v>41268</c:v>
                </c:pt>
                <c:pt idx="4935">
                  <c:v>41267</c:v>
                </c:pt>
                <c:pt idx="4936">
                  <c:v>41266</c:v>
                </c:pt>
                <c:pt idx="4937">
                  <c:v>41265</c:v>
                </c:pt>
                <c:pt idx="4938">
                  <c:v>41264</c:v>
                </c:pt>
                <c:pt idx="4939">
                  <c:v>41263</c:v>
                </c:pt>
                <c:pt idx="4940">
                  <c:v>41262</c:v>
                </c:pt>
                <c:pt idx="4941">
                  <c:v>41261</c:v>
                </c:pt>
                <c:pt idx="4942">
                  <c:v>41260</c:v>
                </c:pt>
                <c:pt idx="4943">
                  <c:v>41259</c:v>
                </c:pt>
                <c:pt idx="4944">
                  <c:v>41258</c:v>
                </c:pt>
                <c:pt idx="4945">
                  <c:v>41257</c:v>
                </c:pt>
                <c:pt idx="4946">
                  <c:v>41256</c:v>
                </c:pt>
                <c:pt idx="4947">
                  <c:v>41255</c:v>
                </c:pt>
                <c:pt idx="4948">
                  <c:v>41254</c:v>
                </c:pt>
                <c:pt idx="4949">
                  <c:v>41253</c:v>
                </c:pt>
                <c:pt idx="4950">
                  <c:v>41252</c:v>
                </c:pt>
                <c:pt idx="4951">
                  <c:v>41251</c:v>
                </c:pt>
                <c:pt idx="4952">
                  <c:v>41250</c:v>
                </c:pt>
                <c:pt idx="4953">
                  <c:v>41249</c:v>
                </c:pt>
                <c:pt idx="4954">
                  <c:v>41248</c:v>
                </c:pt>
                <c:pt idx="4955">
                  <c:v>41247</c:v>
                </c:pt>
                <c:pt idx="4956">
                  <c:v>41246</c:v>
                </c:pt>
                <c:pt idx="4957">
                  <c:v>41245</c:v>
                </c:pt>
                <c:pt idx="4958">
                  <c:v>41244</c:v>
                </c:pt>
                <c:pt idx="4959">
                  <c:v>41243</c:v>
                </c:pt>
                <c:pt idx="4960">
                  <c:v>41242</c:v>
                </c:pt>
                <c:pt idx="4961">
                  <c:v>41241</c:v>
                </c:pt>
                <c:pt idx="4962">
                  <c:v>41240</c:v>
                </c:pt>
                <c:pt idx="4963">
                  <c:v>41239</c:v>
                </c:pt>
                <c:pt idx="4964">
                  <c:v>41238</c:v>
                </c:pt>
                <c:pt idx="4965">
                  <c:v>41237</c:v>
                </c:pt>
                <c:pt idx="4966">
                  <c:v>41236</c:v>
                </c:pt>
                <c:pt idx="4967">
                  <c:v>41235</c:v>
                </c:pt>
                <c:pt idx="4968">
                  <c:v>41234</c:v>
                </c:pt>
                <c:pt idx="4969">
                  <c:v>41233</c:v>
                </c:pt>
                <c:pt idx="4970">
                  <c:v>41232</c:v>
                </c:pt>
                <c:pt idx="4971">
                  <c:v>41231</c:v>
                </c:pt>
                <c:pt idx="4972">
                  <c:v>41230</c:v>
                </c:pt>
                <c:pt idx="4973">
                  <c:v>41229</c:v>
                </c:pt>
                <c:pt idx="4974">
                  <c:v>41228</c:v>
                </c:pt>
                <c:pt idx="4975">
                  <c:v>41227</c:v>
                </c:pt>
                <c:pt idx="4976">
                  <c:v>41226</c:v>
                </c:pt>
                <c:pt idx="4977">
                  <c:v>41225</c:v>
                </c:pt>
                <c:pt idx="4978">
                  <c:v>41224</c:v>
                </c:pt>
                <c:pt idx="4979">
                  <c:v>41223</c:v>
                </c:pt>
                <c:pt idx="4980">
                  <c:v>41222</c:v>
                </c:pt>
                <c:pt idx="4981">
                  <c:v>41221</c:v>
                </c:pt>
                <c:pt idx="4982">
                  <c:v>41220</c:v>
                </c:pt>
                <c:pt idx="4983">
                  <c:v>41219</c:v>
                </c:pt>
                <c:pt idx="4984">
                  <c:v>41218</c:v>
                </c:pt>
                <c:pt idx="4985">
                  <c:v>41217</c:v>
                </c:pt>
                <c:pt idx="4986">
                  <c:v>41216</c:v>
                </c:pt>
                <c:pt idx="4987">
                  <c:v>41215</c:v>
                </c:pt>
                <c:pt idx="4988">
                  <c:v>41214</c:v>
                </c:pt>
                <c:pt idx="4989">
                  <c:v>41213</c:v>
                </c:pt>
                <c:pt idx="4990">
                  <c:v>41212</c:v>
                </c:pt>
                <c:pt idx="4991">
                  <c:v>41211</c:v>
                </c:pt>
                <c:pt idx="4992">
                  <c:v>41210</c:v>
                </c:pt>
                <c:pt idx="4993">
                  <c:v>41209</c:v>
                </c:pt>
                <c:pt idx="4994">
                  <c:v>41208</c:v>
                </c:pt>
                <c:pt idx="4995">
                  <c:v>41207</c:v>
                </c:pt>
                <c:pt idx="4996">
                  <c:v>41206</c:v>
                </c:pt>
                <c:pt idx="4997">
                  <c:v>41205</c:v>
                </c:pt>
                <c:pt idx="4998">
                  <c:v>41204</c:v>
                </c:pt>
                <c:pt idx="4999">
                  <c:v>41203</c:v>
                </c:pt>
                <c:pt idx="5000">
                  <c:v>41202</c:v>
                </c:pt>
                <c:pt idx="5001">
                  <c:v>41201</c:v>
                </c:pt>
                <c:pt idx="5002">
                  <c:v>41200</c:v>
                </c:pt>
                <c:pt idx="5003">
                  <c:v>41199</c:v>
                </c:pt>
                <c:pt idx="5004">
                  <c:v>41198</c:v>
                </c:pt>
                <c:pt idx="5005">
                  <c:v>41197</c:v>
                </c:pt>
                <c:pt idx="5006">
                  <c:v>41196</c:v>
                </c:pt>
                <c:pt idx="5007">
                  <c:v>41195</c:v>
                </c:pt>
                <c:pt idx="5008">
                  <c:v>41194</c:v>
                </c:pt>
                <c:pt idx="5009">
                  <c:v>41193</c:v>
                </c:pt>
                <c:pt idx="5010">
                  <c:v>41192</c:v>
                </c:pt>
                <c:pt idx="5011">
                  <c:v>41191</c:v>
                </c:pt>
                <c:pt idx="5012">
                  <c:v>41190</c:v>
                </c:pt>
                <c:pt idx="5013">
                  <c:v>41189</c:v>
                </c:pt>
                <c:pt idx="5014">
                  <c:v>41188</c:v>
                </c:pt>
                <c:pt idx="5015">
                  <c:v>41187</c:v>
                </c:pt>
                <c:pt idx="5016">
                  <c:v>41186</c:v>
                </c:pt>
                <c:pt idx="5017">
                  <c:v>41185</c:v>
                </c:pt>
                <c:pt idx="5018">
                  <c:v>41184</c:v>
                </c:pt>
                <c:pt idx="5019">
                  <c:v>41183</c:v>
                </c:pt>
                <c:pt idx="5020">
                  <c:v>41182</c:v>
                </c:pt>
                <c:pt idx="5021">
                  <c:v>41181</c:v>
                </c:pt>
                <c:pt idx="5022">
                  <c:v>41180</c:v>
                </c:pt>
                <c:pt idx="5023">
                  <c:v>41179</c:v>
                </c:pt>
                <c:pt idx="5024">
                  <c:v>41178</c:v>
                </c:pt>
                <c:pt idx="5025">
                  <c:v>41177</c:v>
                </c:pt>
                <c:pt idx="5026">
                  <c:v>41176</c:v>
                </c:pt>
                <c:pt idx="5027">
                  <c:v>41175</c:v>
                </c:pt>
                <c:pt idx="5028">
                  <c:v>41174</c:v>
                </c:pt>
                <c:pt idx="5029">
                  <c:v>41173</c:v>
                </c:pt>
                <c:pt idx="5030">
                  <c:v>41172</c:v>
                </c:pt>
                <c:pt idx="5031">
                  <c:v>41171</c:v>
                </c:pt>
                <c:pt idx="5032">
                  <c:v>41170</c:v>
                </c:pt>
                <c:pt idx="5033">
                  <c:v>41169</c:v>
                </c:pt>
                <c:pt idx="5034">
                  <c:v>41168</c:v>
                </c:pt>
                <c:pt idx="5035">
                  <c:v>41167</c:v>
                </c:pt>
                <c:pt idx="5036">
                  <c:v>41166</c:v>
                </c:pt>
                <c:pt idx="5037">
                  <c:v>41165</c:v>
                </c:pt>
                <c:pt idx="5038">
                  <c:v>41164</c:v>
                </c:pt>
                <c:pt idx="5039">
                  <c:v>41163</c:v>
                </c:pt>
                <c:pt idx="5040">
                  <c:v>41162</c:v>
                </c:pt>
                <c:pt idx="5041">
                  <c:v>41161</c:v>
                </c:pt>
                <c:pt idx="5042">
                  <c:v>41160</c:v>
                </c:pt>
                <c:pt idx="5043">
                  <c:v>41159</c:v>
                </c:pt>
                <c:pt idx="5044">
                  <c:v>41158</c:v>
                </c:pt>
                <c:pt idx="5045">
                  <c:v>41157</c:v>
                </c:pt>
                <c:pt idx="5046">
                  <c:v>41156</c:v>
                </c:pt>
                <c:pt idx="5047">
                  <c:v>41155</c:v>
                </c:pt>
                <c:pt idx="5048">
                  <c:v>41154</c:v>
                </c:pt>
                <c:pt idx="5049">
                  <c:v>41153</c:v>
                </c:pt>
                <c:pt idx="5050">
                  <c:v>41152</c:v>
                </c:pt>
                <c:pt idx="5051">
                  <c:v>41151</c:v>
                </c:pt>
                <c:pt idx="5052">
                  <c:v>41150</c:v>
                </c:pt>
                <c:pt idx="5053">
                  <c:v>41149</c:v>
                </c:pt>
                <c:pt idx="5054">
                  <c:v>41148</c:v>
                </c:pt>
                <c:pt idx="5055">
                  <c:v>41147</c:v>
                </c:pt>
                <c:pt idx="5056">
                  <c:v>41146</c:v>
                </c:pt>
                <c:pt idx="5057">
                  <c:v>41145</c:v>
                </c:pt>
                <c:pt idx="5058">
                  <c:v>41144</c:v>
                </c:pt>
                <c:pt idx="5059">
                  <c:v>41143</c:v>
                </c:pt>
                <c:pt idx="5060">
                  <c:v>41142</c:v>
                </c:pt>
                <c:pt idx="5061">
                  <c:v>41141</c:v>
                </c:pt>
                <c:pt idx="5062">
                  <c:v>41140</c:v>
                </c:pt>
                <c:pt idx="5063">
                  <c:v>41139</c:v>
                </c:pt>
                <c:pt idx="5064">
                  <c:v>41138</c:v>
                </c:pt>
                <c:pt idx="5065">
                  <c:v>41137</c:v>
                </c:pt>
                <c:pt idx="5066">
                  <c:v>41136</c:v>
                </c:pt>
                <c:pt idx="5067">
                  <c:v>41135</c:v>
                </c:pt>
                <c:pt idx="5068">
                  <c:v>41134</c:v>
                </c:pt>
                <c:pt idx="5069">
                  <c:v>41133</c:v>
                </c:pt>
                <c:pt idx="5070">
                  <c:v>41132</c:v>
                </c:pt>
                <c:pt idx="5071">
                  <c:v>41131</c:v>
                </c:pt>
                <c:pt idx="5072">
                  <c:v>41130</c:v>
                </c:pt>
                <c:pt idx="5073">
                  <c:v>41129</c:v>
                </c:pt>
                <c:pt idx="5074">
                  <c:v>41128</c:v>
                </c:pt>
                <c:pt idx="5075">
                  <c:v>41127</c:v>
                </c:pt>
                <c:pt idx="5076">
                  <c:v>41126</c:v>
                </c:pt>
                <c:pt idx="5077">
                  <c:v>41125</c:v>
                </c:pt>
                <c:pt idx="5078">
                  <c:v>41124</c:v>
                </c:pt>
                <c:pt idx="5079">
                  <c:v>41123</c:v>
                </c:pt>
                <c:pt idx="5080">
                  <c:v>41122</c:v>
                </c:pt>
                <c:pt idx="5081">
                  <c:v>41121</c:v>
                </c:pt>
                <c:pt idx="5082">
                  <c:v>41120</c:v>
                </c:pt>
                <c:pt idx="5083">
                  <c:v>41119</c:v>
                </c:pt>
                <c:pt idx="5084">
                  <c:v>41118</c:v>
                </c:pt>
                <c:pt idx="5085">
                  <c:v>41117</c:v>
                </c:pt>
                <c:pt idx="5086">
                  <c:v>41116</c:v>
                </c:pt>
                <c:pt idx="5087">
                  <c:v>41115</c:v>
                </c:pt>
                <c:pt idx="5088">
                  <c:v>41114</c:v>
                </c:pt>
                <c:pt idx="5089">
                  <c:v>41113</c:v>
                </c:pt>
                <c:pt idx="5090">
                  <c:v>41112</c:v>
                </c:pt>
                <c:pt idx="5091">
                  <c:v>41111</c:v>
                </c:pt>
                <c:pt idx="5092">
                  <c:v>41110</c:v>
                </c:pt>
                <c:pt idx="5093">
                  <c:v>41109</c:v>
                </c:pt>
                <c:pt idx="5094">
                  <c:v>41108</c:v>
                </c:pt>
                <c:pt idx="5095">
                  <c:v>41107</c:v>
                </c:pt>
                <c:pt idx="5096">
                  <c:v>41106</c:v>
                </c:pt>
                <c:pt idx="5097">
                  <c:v>41105</c:v>
                </c:pt>
                <c:pt idx="5098">
                  <c:v>41104</c:v>
                </c:pt>
                <c:pt idx="5099">
                  <c:v>41103</c:v>
                </c:pt>
                <c:pt idx="5100">
                  <c:v>41102</c:v>
                </c:pt>
                <c:pt idx="5101">
                  <c:v>41101</c:v>
                </c:pt>
                <c:pt idx="5102">
                  <c:v>41100</c:v>
                </c:pt>
                <c:pt idx="5103">
                  <c:v>41099</c:v>
                </c:pt>
                <c:pt idx="5104">
                  <c:v>41098</c:v>
                </c:pt>
                <c:pt idx="5105">
                  <c:v>41097</c:v>
                </c:pt>
                <c:pt idx="5106">
                  <c:v>41096</c:v>
                </c:pt>
                <c:pt idx="5107">
                  <c:v>41095</c:v>
                </c:pt>
                <c:pt idx="5108">
                  <c:v>41094</c:v>
                </c:pt>
                <c:pt idx="5109">
                  <c:v>41093</c:v>
                </c:pt>
                <c:pt idx="5110">
                  <c:v>41092</c:v>
                </c:pt>
                <c:pt idx="5111">
                  <c:v>41091</c:v>
                </c:pt>
                <c:pt idx="5112">
                  <c:v>41090</c:v>
                </c:pt>
                <c:pt idx="5113">
                  <c:v>41089</c:v>
                </c:pt>
                <c:pt idx="5114">
                  <c:v>41088</c:v>
                </c:pt>
                <c:pt idx="5115">
                  <c:v>41087</c:v>
                </c:pt>
                <c:pt idx="5116">
                  <c:v>41086</c:v>
                </c:pt>
                <c:pt idx="5117">
                  <c:v>41085</c:v>
                </c:pt>
                <c:pt idx="5118">
                  <c:v>41084</c:v>
                </c:pt>
                <c:pt idx="5119">
                  <c:v>41083</c:v>
                </c:pt>
                <c:pt idx="5120">
                  <c:v>41082</c:v>
                </c:pt>
                <c:pt idx="5121">
                  <c:v>41081</c:v>
                </c:pt>
                <c:pt idx="5122">
                  <c:v>41080</c:v>
                </c:pt>
                <c:pt idx="5123">
                  <c:v>41079</c:v>
                </c:pt>
                <c:pt idx="5124">
                  <c:v>41078</c:v>
                </c:pt>
                <c:pt idx="5125">
                  <c:v>41077</c:v>
                </c:pt>
                <c:pt idx="5126">
                  <c:v>41076</c:v>
                </c:pt>
                <c:pt idx="5127">
                  <c:v>41075</c:v>
                </c:pt>
                <c:pt idx="5128">
                  <c:v>41074</c:v>
                </c:pt>
                <c:pt idx="5129">
                  <c:v>41073</c:v>
                </c:pt>
                <c:pt idx="5130">
                  <c:v>41072</c:v>
                </c:pt>
                <c:pt idx="5131">
                  <c:v>41071</c:v>
                </c:pt>
                <c:pt idx="5132">
                  <c:v>41070</c:v>
                </c:pt>
                <c:pt idx="5133">
                  <c:v>41069</c:v>
                </c:pt>
                <c:pt idx="5134">
                  <c:v>41068</c:v>
                </c:pt>
                <c:pt idx="5135">
                  <c:v>41067</c:v>
                </c:pt>
                <c:pt idx="5136">
                  <c:v>41066</c:v>
                </c:pt>
                <c:pt idx="5137">
                  <c:v>41065</c:v>
                </c:pt>
                <c:pt idx="5138">
                  <c:v>41064</c:v>
                </c:pt>
                <c:pt idx="5139">
                  <c:v>41063</c:v>
                </c:pt>
                <c:pt idx="5140">
                  <c:v>41062</c:v>
                </c:pt>
                <c:pt idx="5141">
                  <c:v>41061</c:v>
                </c:pt>
                <c:pt idx="5142">
                  <c:v>41060</c:v>
                </c:pt>
                <c:pt idx="5143">
                  <c:v>41059</c:v>
                </c:pt>
                <c:pt idx="5144">
                  <c:v>41058</c:v>
                </c:pt>
                <c:pt idx="5145">
                  <c:v>41057</c:v>
                </c:pt>
                <c:pt idx="5146">
                  <c:v>41056</c:v>
                </c:pt>
                <c:pt idx="5147">
                  <c:v>41055</c:v>
                </c:pt>
                <c:pt idx="5148">
                  <c:v>41054</c:v>
                </c:pt>
                <c:pt idx="5149">
                  <c:v>41053</c:v>
                </c:pt>
                <c:pt idx="5150">
                  <c:v>41052</c:v>
                </c:pt>
                <c:pt idx="5151">
                  <c:v>41051</c:v>
                </c:pt>
                <c:pt idx="5152">
                  <c:v>41050</c:v>
                </c:pt>
                <c:pt idx="5153">
                  <c:v>41049</c:v>
                </c:pt>
                <c:pt idx="5154">
                  <c:v>41048</c:v>
                </c:pt>
                <c:pt idx="5155">
                  <c:v>41047</c:v>
                </c:pt>
                <c:pt idx="5156">
                  <c:v>41046</c:v>
                </c:pt>
                <c:pt idx="5157">
                  <c:v>41045</c:v>
                </c:pt>
                <c:pt idx="5158">
                  <c:v>41044</c:v>
                </c:pt>
                <c:pt idx="5159">
                  <c:v>41043</c:v>
                </c:pt>
                <c:pt idx="5160">
                  <c:v>41042</c:v>
                </c:pt>
                <c:pt idx="5161">
                  <c:v>41041</c:v>
                </c:pt>
                <c:pt idx="5162">
                  <c:v>41040</c:v>
                </c:pt>
                <c:pt idx="5163">
                  <c:v>41039</c:v>
                </c:pt>
                <c:pt idx="5164">
                  <c:v>41038</c:v>
                </c:pt>
                <c:pt idx="5165">
                  <c:v>41037</c:v>
                </c:pt>
                <c:pt idx="5166">
                  <c:v>41036</c:v>
                </c:pt>
                <c:pt idx="5167">
                  <c:v>41035</c:v>
                </c:pt>
                <c:pt idx="5168">
                  <c:v>41034</c:v>
                </c:pt>
                <c:pt idx="5169">
                  <c:v>41033</c:v>
                </c:pt>
                <c:pt idx="5170">
                  <c:v>41032</c:v>
                </c:pt>
                <c:pt idx="5171">
                  <c:v>41031</c:v>
                </c:pt>
                <c:pt idx="5172">
                  <c:v>41030</c:v>
                </c:pt>
                <c:pt idx="5173">
                  <c:v>41029</c:v>
                </c:pt>
                <c:pt idx="5174">
                  <c:v>41028</c:v>
                </c:pt>
                <c:pt idx="5175">
                  <c:v>41027</c:v>
                </c:pt>
                <c:pt idx="5176">
                  <c:v>41026</c:v>
                </c:pt>
                <c:pt idx="5177">
                  <c:v>41025</c:v>
                </c:pt>
                <c:pt idx="5178">
                  <c:v>41024</c:v>
                </c:pt>
                <c:pt idx="5179">
                  <c:v>41023</c:v>
                </c:pt>
                <c:pt idx="5180">
                  <c:v>41022</c:v>
                </c:pt>
                <c:pt idx="5181">
                  <c:v>41021</c:v>
                </c:pt>
                <c:pt idx="5182">
                  <c:v>41020</c:v>
                </c:pt>
                <c:pt idx="5183">
                  <c:v>41019</c:v>
                </c:pt>
                <c:pt idx="5184">
                  <c:v>41018</c:v>
                </c:pt>
                <c:pt idx="5185">
                  <c:v>41017</c:v>
                </c:pt>
                <c:pt idx="5186">
                  <c:v>41016</c:v>
                </c:pt>
                <c:pt idx="5187">
                  <c:v>41015</c:v>
                </c:pt>
                <c:pt idx="5188">
                  <c:v>41014</c:v>
                </c:pt>
                <c:pt idx="5189">
                  <c:v>41013</c:v>
                </c:pt>
                <c:pt idx="5190">
                  <c:v>41012</c:v>
                </c:pt>
                <c:pt idx="5191">
                  <c:v>41011</c:v>
                </c:pt>
                <c:pt idx="5192">
                  <c:v>41010</c:v>
                </c:pt>
                <c:pt idx="5193">
                  <c:v>41009</c:v>
                </c:pt>
                <c:pt idx="5194">
                  <c:v>41008</c:v>
                </c:pt>
                <c:pt idx="5195">
                  <c:v>41007</c:v>
                </c:pt>
                <c:pt idx="5196">
                  <c:v>41006</c:v>
                </c:pt>
                <c:pt idx="5197">
                  <c:v>41005</c:v>
                </c:pt>
                <c:pt idx="5198">
                  <c:v>41004</c:v>
                </c:pt>
                <c:pt idx="5199">
                  <c:v>41003</c:v>
                </c:pt>
                <c:pt idx="5200">
                  <c:v>41002</c:v>
                </c:pt>
                <c:pt idx="5201">
                  <c:v>41001</c:v>
                </c:pt>
                <c:pt idx="5202">
                  <c:v>41000</c:v>
                </c:pt>
                <c:pt idx="5203">
                  <c:v>40999</c:v>
                </c:pt>
                <c:pt idx="5204">
                  <c:v>40998</c:v>
                </c:pt>
                <c:pt idx="5205">
                  <c:v>40997</c:v>
                </c:pt>
                <c:pt idx="5206">
                  <c:v>40996</c:v>
                </c:pt>
                <c:pt idx="5207">
                  <c:v>40995</c:v>
                </c:pt>
                <c:pt idx="5208">
                  <c:v>40994</c:v>
                </c:pt>
                <c:pt idx="5209">
                  <c:v>40993</c:v>
                </c:pt>
                <c:pt idx="5210">
                  <c:v>40992</c:v>
                </c:pt>
                <c:pt idx="5211">
                  <c:v>40991</c:v>
                </c:pt>
                <c:pt idx="5212">
                  <c:v>40990</c:v>
                </c:pt>
                <c:pt idx="5213">
                  <c:v>40989</c:v>
                </c:pt>
                <c:pt idx="5214">
                  <c:v>40988</c:v>
                </c:pt>
                <c:pt idx="5215">
                  <c:v>40987</c:v>
                </c:pt>
                <c:pt idx="5216">
                  <c:v>40986</c:v>
                </c:pt>
                <c:pt idx="5217">
                  <c:v>40985</c:v>
                </c:pt>
                <c:pt idx="5218">
                  <c:v>40984</c:v>
                </c:pt>
                <c:pt idx="5219">
                  <c:v>40983</c:v>
                </c:pt>
                <c:pt idx="5220">
                  <c:v>40982</c:v>
                </c:pt>
                <c:pt idx="5221">
                  <c:v>40981</c:v>
                </c:pt>
                <c:pt idx="5222">
                  <c:v>40980</c:v>
                </c:pt>
                <c:pt idx="5223">
                  <c:v>40979</c:v>
                </c:pt>
                <c:pt idx="5224">
                  <c:v>40978</c:v>
                </c:pt>
                <c:pt idx="5225">
                  <c:v>40977</c:v>
                </c:pt>
                <c:pt idx="5226">
                  <c:v>40976</c:v>
                </c:pt>
                <c:pt idx="5227">
                  <c:v>40975</c:v>
                </c:pt>
                <c:pt idx="5228">
                  <c:v>40974</c:v>
                </c:pt>
                <c:pt idx="5229">
                  <c:v>40973</c:v>
                </c:pt>
                <c:pt idx="5230">
                  <c:v>40972</c:v>
                </c:pt>
                <c:pt idx="5231">
                  <c:v>40971</c:v>
                </c:pt>
                <c:pt idx="5232">
                  <c:v>40970</c:v>
                </c:pt>
                <c:pt idx="5233">
                  <c:v>40969</c:v>
                </c:pt>
                <c:pt idx="5234">
                  <c:v>40968</c:v>
                </c:pt>
                <c:pt idx="5235">
                  <c:v>40967</c:v>
                </c:pt>
                <c:pt idx="5236">
                  <c:v>40966</c:v>
                </c:pt>
                <c:pt idx="5237">
                  <c:v>40965</c:v>
                </c:pt>
                <c:pt idx="5238">
                  <c:v>40964</c:v>
                </c:pt>
                <c:pt idx="5239">
                  <c:v>40963</c:v>
                </c:pt>
                <c:pt idx="5240">
                  <c:v>40962</c:v>
                </c:pt>
                <c:pt idx="5241">
                  <c:v>40961</c:v>
                </c:pt>
                <c:pt idx="5242">
                  <c:v>40960</c:v>
                </c:pt>
                <c:pt idx="5243">
                  <c:v>40959</c:v>
                </c:pt>
                <c:pt idx="5244">
                  <c:v>40958</c:v>
                </c:pt>
                <c:pt idx="5245">
                  <c:v>40957</c:v>
                </c:pt>
                <c:pt idx="5246">
                  <c:v>40956</c:v>
                </c:pt>
                <c:pt idx="5247">
                  <c:v>40955</c:v>
                </c:pt>
                <c:pt idx="5248">
                  <c:v>40954</c:v>
                </c:pt>
                <c:pt idx="5249">
                  <c:v>40953</c:v>
                </c:pt>
                <c:pt idx="5250">
                  <c:v>40952</c:v>
                </c:pt>
                <c:pt idx="5251">
                  <c:v>40951</c:v>
                </c:pt>
                <c:pt idx="5252">
                  <c:v>40950</c:v>
                </c:pt>
                <c:pt idx="5253">
                  <c:v>40949</c:v>
                </c:pt>
                <c:pt idx="5254">
                  <c:v>40948</c:v>
                </c:pt>
                <c:pt idx="5255">
                  <c:v>40947</c:v>
                </c:pt>
                <c:pt idx="5256">
                  <c:v>40946</c:v>
                </c:pt>
                <c:pt idx="5257">
                  <c:v>40945</c:v>
                </c:pt>
                <c:pt idx="5258">
                  <c:v>40944</c:v>
                </c:pt>
                <c:pt idx="5259">
                  <c:v>40943</c:v>
                </c:pt>
                <c:pt idx="5260">
                  <c:v>40942</c:v>
                </c:pt>
                <c:pt idx="5261">
                  <c:v>40941</c:v>
                </c:pt>
                <c:pt idx="5262">
                  <c:v>40940</c:v>
                </c:pt>
                <c:pt idx="5263">
                  <c:v>40939</c:v>
                </c:pt>
                <c:pt idx="5264">
                  <c:v>40938</c:v>
                </c:pt>
                <c:pt idx="5265">
                  <c:v>40937</c:v>
                </c:pt>
                <c:pt idx="5266">
                  <c:v>40936</c:v>
                </c:pt>
                <c:pt idx="5267">
                  <c:v>40935</c:v>
                </c:pt>
                <c:pt idx="5268">
                  <c:v>40934</c:v>
                </c:pt>
                <c:pt idx="5269">
                  <c:v>40933</c:v>
                </c:pt>
                <c:pt idx="5270">
                  <c:v>40932</c:v>
                </c:pt>
                <c:pt idx="5271">
                  <c:v>40931</c:v>
                </c:pt>
                <c:pt idx="5272">
                  <c:v>40930</c:v>
                </c:pt>
                <c:pt idx="5273">
                  <c:v>40929</c:v>
                </c:pt>
                <c:pt idx="5274">
                  <c:v>40928</c:v>
                </c:pt>
                <c:pt idx="5275">
                  <c:v>40927</c:v>
                </c:pt>
                <c:pt idx="5276">
                  <c:v>40926</c:v>
                </c:pt>
                <c:pt idx="5277">
                  <c:v>40925</c:v>
                </c:pt>
                <c:pt idx="5278">
                  <c:v>40924</c:v>
                </c:pt>
                <c:pt idx="5279">
                  <c:v>40923</c:v>
                </c:pt>
                <c:pt idx="5280">
                  <c:v>40922</c:v>
                </c:pt>
                <c:pt idx="5281">
                  <c:v>40921</c:v>
                </c:pt>
                <c:pt idx="5282">
                  <c:v>40920</c:v>
                </c:pt>
                <c:pt idx="5283">
                  <c:v>40919</c:v>
                </c:pt>
                <c:pt idx="5284">
                  <c:v>40918</c:v>
                </c:pt>
                <c:pt idx="5285">
                  <c:v>40917</c:v>
                </c:pt>
                <c:pt idx="5286">
                  <c:v>40916</c:v>
                </c:pt>
                <c:pt idx="5287">
                  <c:v>40915</c:v>
                </c:pt>
                <c:pt idx="5288">
                  <c:v>40914</c:v>
                </c:pt>
                <c:pt idx="5289">
                  <c:v>40913</c:v>
                </c:pt>
                <c:pt idx="5290">
                  <c:v>40912</c:v>
                </c:pt>
                <c:pt idx="5291">
                  <c:v>40911</c:v>
                </c:pt>
                <c:pt idx="5292">
                  <c:v>40910</c:v>
                </c:pt>
                <c:pt idx="5293">
                  <c:v>40909</c:v>
                </c:pt>
                <c:pt idx="5294">
                  <c:v>40908</c:v>
                </c:pt>
                <c:pt idx="5295">
                  <c:v>40907</c:v>
                </c:pt>
                <c:pt idx="5296">
                  <c:v>40906</c:v>
                </c:pt>
                <c:pt idx="5297">
                  <c:v>40905</c:v>
                </c:pt>
                <c:pt idx="5298">
                  <c:v>40904</c:v>
                </c:pt>
                <c:pt idx="5299">
                  <c:v>40903</c:v>
                </c:pt>
                <c:pt idx="5300">
                  <c:v>40902</c:v>
                </c:pt>
                <c:pt idx="5301">
                  <c:v>40901</c:v>
                </c:pt>
                <c:pt idx="5302">
                  <c:v>40900</c:v>
                </c:pt>
                <c:pt idx="5303">
                  <c:v>40899</c:v>
                </c:pt>
                <c:pt idx="5304">
                  <c:v>40898</c:v>
                </c:pt>
                <c:pt idx="5305">
                  <c:v>40897</c:v>
                </c:pt>
                <c:pt idx="5306">
                  <c:v>40896</c:v>
                </c:pt>
                <c:pt idx="5307">
                  <c:v>40895</c:v>
                </c:pt>
                <c:pt idx="5308">
                  <c:v>40894</c:v>
                </c:pt>
                <c:pt idx="5309">
                  <c:v>40893</c:v>
                </c:pt>
                <c:pt idx="5310">
                  <c:v>40892</c:v>
                </c:pt>
                <c:pt idx="5311">
                  <c:v>40891</c:v>
                </c:pt>
                <c:pt idx="5312">
                  <c:v>40890</c:v>
                </c:pt>
                <c:pt idx="5313">
                  <c:v>40889</c:v>
                </c:pt>
                <c:pt idx="5314">
                  <c:v>40888</c:v>
                </c:pt>
                <c:pt idx="5315">
                  <c:v>40887</c:v>
                </c:pt>
                <c:pt idx="5316">
                  <c:v>40886</c:v>
                </c:pt>
                <c:pt idx="5317">
                  <c:v>40885</c:v>
                </c:pt>
                <c:pt idx="5318">
                  <c:v>40884</c:v>
                </c:pt>
                <c:pt idx="5319">
                  <c:v>40883</c:v>
                </c:pt>
                <c:pt idx="5320">
                  <c:v>40882</c:v>
                </c:pt>
                <c:pt idx="5321">
                  <c:v>40881</c:v>
                </c:pt>
                <c:pt idx="5322">
                  <c:v>40880</c:v>
                </c:pt>
                <c:pt idx="5323">
                  <c:v>40879</c:v>
                </c:pt>
                <c:pt idx="5324">
                  <c:v>40878</c:v>
                </c:pt>
                <c:pt idx="5325">
                  <c:v>40877</c:v>
                </c:pt>
                <c:pt idx="5326">
                  <c:v>40876</c:v>
                </c:pt>
                <c:pt idx="5327">
                  <c:v>40875</c:v>
                </c:pt>
                <c:pt idx="5328">
                  <c:v>40874</c:v>
                </c:pt>
                <c:pt idx="5329">
                  <c:v>40873</c:v>
                </c:pt>
                <c:pt idx="5330">
                  <c:v>40872</c:v>
                </c:pt>
                <c:pt idx="5331">
                  <c:v>40871</c:v>
                </c:pt>
                <c:pt idx="5332">
                  <c:v>40870</c:v>
                </c:pt>
                <c:pt idx="5333">
                  <c:v>40869</c:v>
                </c:pt>
                <c:pt idx="5334">
                  <c:v>40868</c:v>
                </c:pt>
                <c:pt idx="5335">
                  <c:v>40867</c:v>
                </c:pt>
                <c:pt idx="5336">
                  <c:v>40866</c:v>
                </c:pt>
                <c:pt idx="5337">
                  <c:v>40865</c:v>
                </c:pt>
                <c:pt idx="5338">
                  <c:v>40864</c:v>
                </c:pt>
                <c:pt idx="5339">
                  <c:v>40863</c:v>
                </c:pt>
                <c:pt idx="5340">
                  <c:v>40862</c:v>
                </c:pt>
                <c:pt idx="5341">
                  <c:v>40861</c:v>
                </c:pt>
                <c:pt idx="5342">
                  <c:v>40860</c:v>
                </c:pt>
                <c:pt idx="5343">
                  <c:v>40859</c:v>
                </c:pt>
                <c:pt idx="5344">
                  <c:v>40858</c:v>
                </c:pt>
                <c:pt idx="5345">
                  <c:v>40857</c:v>
                </c:pt>
                <c:pt idx="5346">
                  <c:v>40856</c:v>
                </c:pt>
                <c:pt idx="5347">
                  <c:v>40855</c:v>
                </c:pt>
                <c:pt idx="5348">
                  <c:v>40854</c:v>
                </c:pt>
                <c:pt idx="5349">
                  <c:v>40853</c:v>
                </c:pt>
                <c:pt idx="5350">
                  <c:v>40852</c:v>
                </c:pt>
                <c:pt idx="5351">
                  <c:v>40851</c:v>
                </c:pt>
                <c:pt idx="5352">
                  <c:v>40850</c:v>
                </c:pt>
                <c:pt idx="5353">
                  <c:v>40849</c:v>
                </c:pt>
                <c:pt idx="5354">
                  <c:v>40848</c:v>
                </c:pt>
                <c:pt idx="5355">
                  <c:v>40847</c:v>
                </c:pt>
                <c:pt idx="5356">
                  <c:v>40846</c:v>
                </c:pt>
                <c:pt idx="5357">
                  <c:v>40845</c:v>
                </c:pt>
                <c:pt idx="5358">
                  <c:v>40844</c:v>
                </c:pt>
                <c:pt idx="5359">
                  <c:v>40843</c:v>
                </c:pt>
                <c:pt idx="5360">
                  <c:v>40842</c:v>
                </c:pt>
                <c:pt idx="5361">
                  <c:v>40841</c:v>
                </c:pt>
                <c:pt idx="5362">
                  <c:v>40840</c:v>
                </c:pt>
                <c:pt idx="5363">
                  <c:v>40839</c:v>
                </c:pt>
                <c:pt idx="5364">
                  <c:v>40838</c:v>
                </c:pt>
                <c:pt idx="5365">
                  <c:v>40837</c:v>
                </c:pt>
                <c:pt idx="5366">
                  <c:v>40836</c:v>
                </c:pt>
                <c:pt idx="5367">
                  <c:v>40835</c:v>
                </c:pt>
                <c:pt idx="5368">
                  <c:v>40834</c:v>
                </c:pt>
                <c:pt idx="5369">
                  <c:v>40833</c:v>
                </c:pt>
                <c:pt idx="5370">
                  <c:v>40832</c:v>
                </c:pt>
                <c:pt idx="5371">
                  <c:v>40831</c:v>
                </c:pt>
                <c:pt idx="5372">
                  <c:v>40830</c:v>
                </c:pt>
                <c:pt idx="5373">
                  <c:v>40829</c:v>
                </c:pt>
                <c:pt idx="5374">
                  <c:v>40828</c:v>
                </c:pt>
                <c:pt idx="5375">
                  <c:v>40827</c:v>
                </c:pt>
                <c:pt idx="5376">
                  <c:v>40826</c:v>
                </c:pt>
                <c:pt idx="5377">
                  <c:v>40825</c:v>
                </c:pt>
                <c:pt idx="5378">
                  <c:v>40824</c:v>
                </c:pt>
                <c:pt idx="5379">
                  <c:v>40823</c:v>
                </c:pt>
                <c:pt idx="5380">
                  <c:v>40822</c:v>
                </c:pt>
                <c:pt idx="5381">
                  <c:v>40821</c:v>
                </c:pt>
                <c:pt idx="5382">
                  <c:v>40820</c:v>
                </c:pt>
                <c:pt idx="5383">
                  <c:v>40819</c:v>
                </c:pt>
                <c:pt idx="5384">
                  <c:v>40818</c:v>
                </c:pt>
                <c:pt idx="5385">
                  <c:v>40817</c:v>
                </c:pt>
                <c:pt idx="5386">
                  <c:v>40816</c:v>
                </c:pt>
                <c:pt idx="5387">
                  <c:v>40815</c:v>
                </c:pt>
                <c:pt idx="5388">
                  <c:v>40814</c:v>
                </c:pt>
                <c:pt idx="5389">
                  <c:v>40813</c:v>
                </c:pt>
                <c:pt idx="5390">
                  <c:v>40812</c:v>
                </c:pt>
                <c:pt idx="5391">
                  <c:v>40811</c:v>
                </c:pt>
                <c:pt idx="5392">
                  <c:v>40810</c:v>
                </c:pt>
                <c:pt idx="5393">
                  <c:v>40809</c:v>
                </c:pt>
                <c:pt idx="5394">
                  <c:v>40808</c:v>
                </c:pt>
                <c:pt idx="5395">
                  <c:v>40807</c:v>
                </c:pt>
                <c:pt idx="5396">
                  <c:v>40806</c:v>
                </c:pt>
                <c:pt idx="5397">
                  <c:v>40805</c:v>
                </c:pt>
                <c:pt idx="5398">
                  <c:v>40804</c:v>
                </c:pt>
                <c:pt idx="5399">
                  <c:v>40803</c:v>
                </c:pt>
                <c:pt idx="5400">
                  <c:v>40802</c:v>
                </c:pt>
                <c:pt idx="5401">
                  <c:v>40801</c:v>
                </c:pt>
                <c:pt idx="5402">
                  <c:v>40800</c:v>
                </c:pt>
                <c:pt idx="5403">
                  <c:v>40799</c:v>
                </c:pt>
                <c:pt idx="5404">
                  <c:v>40798</c:v>
                </c:pt>
                <c:pt idx="5405">
                  <c:v>40797</c:v>
                </c:pt>
                <c:pt idx="5406">
                  <c:v>40796</c:v>
                </c:pt>
                <c:pt idx="5407">
                  <c:v>40795</c:v>
                </c:pt>
                <c:pt idx="5408">
                  <c:v>40794</c:v>
                </c:pt>
                <c:pt idx="5409">
                  <c:v>40793</c:v>
                </c:pt>
                <c:pt idx="5410">
                  <c:v>40792</c:v>
                </c:pt>
                <c:pt idx="5411">
                  <c:v>40791</c:v>
                </c:pt>
                <c:pt idx="5412">
                  <c:v>40790</c:v>
                </c:pt>
                <c:pt idx="5413">
                  <c:v>40789</c:v>
                </c:pt>
                <c:pt idx="5414">
                  <c:v>40788</c:v>
                </c:pt>
                <c:pt idx="5415">
                  <c:v>40787</c:v>
                </c:pt>
                <c:pt idx="5416">
                  <c:v>40786</c:v>
                </c:pt>
                <c:pt idx="5417">
                  <c:v>40785</c:v>
                </c:pt>
                <c:pt idx="5418">
                  <c:v>40784</c:v>
                </c:pt>
                <c:pt idx="5419">
                  <c:v>40783</c:v>
                </c:pt>
                <c:pt idx="5420">
                  <c:v>40782</c:v>
                </c:pt>
                <c:pt idx="5421">
                  <c:v>40781</c:v>
                </c:pt>
                <c:pt idx="5422">
                  <c:v>40780</c:v>
                </c:pt>
                <c:pt idx="5423">
                  <c:v>40779</c:v>
                </c:pt>
                <c:pt idx="5424">
                  <c:v>40778</c:v>
                </c:pt>
                <c:pt idx="5425">
                  <c:v>40777</c:v>
                </c:pt>
                <c:pt idx="5426">
                  <c:v>40776</c:v>
                </c:pt>
                <c:pt idx="5427">
                  <c:v>40775</c:v>
                </c:pt>
                <c:pt idx="5428">
                  <c:v>40774</c:v>
                </c:pt>
                <c:pt idx="5429">
                  <c:v>40773</c:v>
                </c:pt>
                <c:pt idx="5430">
                  <c:v>40772</c:v>
                </c:pt>
                <c:pt idx="5431">
                  <c:v>40771</c:v>
                </c:pt>
                <c:pt idx="5432">
                  <c:v>40770</c:v>
                </c:pt>
                <c:pt idx="5433">
                  <c:v>40769</c:v>
                </c:pt>
                <c:pt idx="5434">
                  <c:v>40768</c:v>
                </c:pt>
                <c:pt idx="5435">
                  <c:v>40767</c:v>
                </c:pt>
                <c:pt idx="5436">
                  <c:v>40766</c:v>
                </c:pt>
                <c:pt idx="5437">
                  <c:v>40765</c:v>
                </c:pt>
                <c:pt idx="5438">
                  <c:v>40764</c:v>
                </c:pt>
                <c:pt idx="5439">
                  <c:v>40763</c:v>
                </c:pt>
                <c:pt idx="5440">
                  <c:v>40762</c:v>
                </c:pt>
                <c:pt idx="5441">
                  <c:v>40761</c:v>
                </c:pt>
                <c:pt idx="5442">
                  <c:v>40760</c:v>
                </c:pt>
                <c:pt idx="5443">
                  <c:v>40759</c:v>
                </c:pt>
                <c:pt idx="5444">
                  <c:v>40758</c:v>
                </c:pt>
                <c:pt idx="5445">
                  <c:v>40757</c:v>
                </c:pt>
                <c:pt idx="5446">
                  <c:v>40756</c:v>
                </c:pt>
                <c:pt idx="5447">
                  <c:v>40755</c:v>
                </c:pt>
                <c:pt idx="5448">
                  <c:v>40754</c:v>
                </c:pt>
                <c:pt idx="5449">
                  <c:v>40753</c:v>
                </c:pt>
                <c:pt idx="5450">
                  <c:v>40752</c:v>
                </c:pt>
                <c:pt idx="5451">
                  <c:v>40751</c:v>
                </c:pt>
                <c:pt idx="5452">
                  <c:v>40750</c:v>
                </c:pt>
                <c:pt idx="5453">
                  <c:v>40749</c:v>
                </c:pt>
                <c:pt idx="5454">
                  <c:v>40748</c:v>
                </c:pt>
                <c:pt idx="5455">
                  <c:v>40747</c:v>
                </c:pt>
                <c:pt idx="5456">
                  <c:v>40746</c:v>
                </c:pt>
                <c:pt idx="5457">
                  <c:v>40745</c:v>
                </c:pt>
                <c:pt idx="5458">
                  <c:v>40744</c:v>
                </c:pt>
                <c:pt idx="5459">
                  <c:v>40743</c:v>
                </c:pt>
                <c:pt idx="5460">
                  <c:v>40742</c:v>
                </c:pt>
                <c:pt idx="5461">
                  <c:v>40741</c:v>
                </c:pt>
                <c:pt idx="5462">
                  <c:v>40740</c:v>
                </c:pt>
                <c:pt idx="5463">
                  <c:v>40739</c:v>
                </c:pt>
                <c:pt idx="5464">
                  <c:v>40738</c:v>
                </c:pt>
                <c:pt idx="5465">
                  <c:v>40737</c:v>
                </c:pt>
                <c:pt idx="5466">
                  <c:v>40736</c:v>
                </c:pt>
                <c:pt idx="5467">
                  <c:v>40735</c:v>
                </c:pt>
                <c:pt idx="5468">
                  <c:v>40734</c:v>
                </c:pt>
                <c:pt idx="5469">
                  <c:v>40733</c:v>
                </c:pt>
                <c:pt idx="5470">
                  <c:v>40732</c:v>
                </c:pt>
                <c:pt idx="5471">
                  <c:v>40731</c:v>
                </c:pt>
                <c:pt idx="5472">
                  <c:v>40730</c:v>
                </c:pt>
                <c:pt idx="5473">
                  <c:v>40729</c:v>
                </c:pt>
                <c:pt idx="5474">
                  <c:v>40728</c:v>
                </c:pt>
                <c:pt idx="5475">
                  <c:v>40727</c:v>
                </c:pt>
                <c:pt idx="5476">
                  <c:v>40726</c:v>
                </c:pt>
                <c:pt idx="5477">
                  <c:v>40725</c:v>
                </c:pt>
                <c:pt idx="5478">
                  <c:v>40724</c:v>
                </c:pt>
                <c:pt idx="5479">
                  <c:v>40723</c:v>
                </c:pt>
                <c:pt idx="5480">
                  <c:v>40722</c:v>
                </c:pt>
                <c:pt idx="5481">
                  <c:v>40721</c:v>
                </c:pt>
                <c:pt idx="5482">
                  <c:v>40720</c:v>
                </c:pt>
                <c:pt idx="5483">
                  <c:v>40719</c:v>
                </c:pt>
                <c:pt idx="5484">
                  <c:v>40718</c:v>
                </c:pt>
                <c:pt idx="5485">
                  <c:v>40717</c:v>
                </c:pt>
                <c:pt idx="5486">
                  <c:v>40716</c:v>
                </c:pt>
                <c:pt idx="5487">
                  <c:v>40715</c:v>
                </c:pt>
                <c:pt idx="5488">
                  <c:v>40714</c:v>
                </c:pt>
                <c:pt idx="5489">
                  <c:v>40713</c:v>
                </c:pt>
                <c:pt idx="5490">
                  <c:v>40712</c:v>
                </c:pt>
                <c:pt idx="5491">
                  <c:v>40711</c:v>
                </c:pt>
                <c:pt idx="5492">
                  <c:v>40710</c:v>
                </c:pt>
                <c:pt idx="5493">
                  <c:v>40709</c:v>
                </c:pt>
                <c:pt idx="5494">
                  <c:v>40708</c:v>
                </c:pt>
                <c:pt idx="5495">
                  <c:v>40707</c:v>
                </c:pt>
                <c:pt idx="5496">
                  <c:v>40706</c:v>
                </c:pt>
                <c:pt idx="5497">
                  <c:v>40705</c:v>
                </c:pt>
                <c:pt idx="5498">
                  <c:v>40704</c:v>
                </c:pt>
                <c:pt idx="5499">
                  <c:v>40703</c:v>
                </c:pt>
                <c:pt idx="5500">
                  <c:v>40702</c:v>
                </c:pt>
                <c:pt idx="5501">
                  <c:v>40701</c:v>
                </c:pt>
                <c:pt idx="5502">
                  <c:v>40700</c:v>
                </c:pt>
                <c:pt idx="5503">
                  <c:v>40699</c:v>
                </c:pt>
                <c:pt idx="5504">
                  <c:v>40698</c:v>
                </c:pt>
                <c:pt idx="5505">
                  <c:v>40697</c:v>
                </c:pt>
                <c:pt idx="5506">
                  <c:v>40696</c:v>
                </c:pt>
                <c:pt idx="5507">
                  <c:v>40695</c:v>
                </c:pt>
                <c:pt idx="5508">
                  <c:v>40694</c:v>
                </c:pt>
                <c:pt idx="5509">
                  <c:v>40693</c:v>
                </c:pt>
                <c:pt idx="5510">
                  <c:v>40692</c:v>
                </c:pt>
                <c:pt idx="5511">
                  <c:v>40691</c:v>
                </c:pt>
                <c:pt idx="5512">
                  <c:v>40690</c:v>
                </c:pt>
                <c:pt idx="5513">
                  <c:v>40689</c:v>
                </c:pt>
                <c:pt idx="5514">
                  <c:v>40688</c:v>
                </c:pt>
                <c:pt idx="5515">
                  <c:v>40687</c:v>
                </c:pt>
                <c:pt idx="5516">
                  <c:v>40686</c:v>
                </c:pt>
                <c:pt idx="5517">
                  <c:v>40685</c:v>
                </c:pt>
                <c:pt idx="5518">
                  <c:v>40684</c:v>
                </c:pt>
                <c:pt idx="5519">
                  <c:v>40683</c:v>
                </c:pt>
                <c:pt idx="5520">
                  <c:v>40682</c:v>
                </c:pt>
                <c:pt idx="5521">
                  <c:v>40681</c:v>
                </c:pt>
                <c:pt idx="5522">
                  <c:v>40680</c:v>
                </c:pt>
                <c:pt idx="5523">
                  <c:v>40679</c:v>
                </c:pt>
                <c:pt idx="5524">
                  <c:v>40678</c:v>
                </c:pt>
                <c:pt idx="5525">
                  <c:v>40677</c:v>
                </c:pt>
                <c:pt idx="5526">
                  <c:v>40676</c:v>
                </c:pt>
                <c:pt idx="5527">
                  <c:v>40675</c:v>
                </c:pt>
                <c:pt idx="5528">
                  <c:v>40674</c:v>
                </c:pt>
                <c:pt idx="5529">
                  <c:v>40673</c:v>
                </c:pt>
                <c:pt idx="5530">
                  <c:v>40672</c:v>
                </c:pt>
                <c:pt idx="5531">
                  <c:v>40671</c:v>
                </c:pt>
                <c:pt idx="5532">
                  <c:v>40670</c:v>
                </c:pt>
                <c:pt idx="5533">
                  <c:v>40669</c:v>
                </c:pt>
                <c:pt idx="5534">
                  <c:v>40668</c:v>
                </c:pt>
                <c:pt idx="5535">
                  <c:v>40667</c:v>
                </c:pt>
                <c:pt idx="5536">
                  <c:v>40666</c:v>
                </c:pt>
                <c:pt idx="5537">
                  <c:v>40665</c:v>
                </c:pt>
                <c:pt idx="5538">
                  <c:v>40664</c:v>
                </c:pt>
                <c:pt idx="5539">
                  <c:v>40663</c:v>
                </c:pt>
                <c:pt idx="5540">
                  <c:v>40662</c:v>
                </c:pt>
                <c:pt idx="5541">
                  <c:v>40661</c:v>
                </c:pt>
                <c:pt idx="5542">
                  <c:v>40660</c:v>
                </c:pt>
                <c:pt idx="5543">
                  <c:v>40659</c:v>
                </c:pt>
                <c:pt idx="5544">
                  <c:v>40658</c:v>
                </c:pt>
                <c:pt idx="5545">
                  <c:v>40657</c:v>
                </c:pt>
                <c:pt idx="5546">
                  <c:v>40656</c:v>
                </c:pt>
                <c:pt idx="5547">
                  <c:v>40655</c:v>
                </c:pt>
                <c:pt idx="5548">
                  <c:v>40654</c:v>
                </c:pt>
                <c:pt idx="5549">
                  <c:v>40653</c:v>
                </c:pt>
                <c:pt idx="5550">
                  <c:v>40652</c:v>
                </c:pt>
                <c:pt idx="5551">
                  <c:v>40651</c:v>
                </c:pt>
                <c:pt idx="5552">
                  <c:v>40650</c:v>
                </c:pt>
                <c:pt idx="5553">
                  <c:v>40649</c:v>
                </c:pt>
                <c:pt idx="5554">
                  <c:v>40648</c:v>
                </c:pt>
                <c:pt idx="5555">
                  <c:v>40647</c:v>
                </c:pt>
                <c:pt idx="5556">
                  <c:v>40646</c:v>
                </c:pt>
                <c:pt idx="5557">
                  <c:v>40645</c:v>
                </c:pt>
                <c:pt idx="5558">
                  <c:v>40644</c:v>
                </c:pt>
                <c:pt idx="5559">
                  <c:v>40643</c:v>
                </c:pt>
                <c:pt idx="5560">
                  <c:v>40642</c:v>
                </c:pt>
                <c:pt idx="5561">
                  <c:v>40641</c:v>
                </c:pt>
                <c:pt idx="5562">
                  <c:v>40640</c:v>
                </c:pt>
                <c:pt idx="5563">
                  <c:v>40639</c:v>
                </c:pt>
                <c:pt idx="5564">
                  <c:v>40638</c:v>
                </c:pt>
                <c:pt idx="5565">
                  <c:v>40637</c:v>
                </c:pt>
                <c:pt idx="5566">
                  <c:v>40636</c:v>
                </c:pt>
                <c:pt idx="5567">
                  <c:v>40635</c:v>
                </c:pt>
                <c:pt idx="5568">
                  <c:v>40634</c:v>
                </c:pt>
                <c:pt idx="5569">
                  <c:v>40633</c:v>
                </c:pt>
                <c:pt idx="5570">
                  <c:v>40632</c:v>
                </c:pt>
                <c:pt idx="5571">
                  <c:v>40631</c:v>
                </c:pt>
                <c:pt idx="5572">
                  <c:v>40630</c:v>
                </c:pt>
                <c:pt idx="5573">
                  <c:v>40629</c:v>
                </c:pt>
                <c:pt idx="5574">
                  <c:v>40628</c:v>
                </c:pt>
                <c:pt idx="5575">
                  <c:v>40627</c:v>
                </c:pt>
                <c:pt idx="5576">
                  <c:v>40626</c:v>
                </c:pt>
                <c:pt idx="5577">
                  <c:v>40625</c:v>
                </c:pt>
                <c:pt idx="5578">
                  <c:v>40624</c:v>
                </c:pt>
                <c:pt idx="5579">
                  <c:v>40623</c:v>
                </c:pt>
                <c:pt idx="5580">
                  <c:v>40622</c:v>
                </c:pt>
                <c:pt idx="5581">
                  <c:v>40621</c:v>
                </c:pt>
                <c:pt idx="5582">
                  <c:v>40620</c:v>
                </c:pt>
                <c:pt idx="5583">
                  <c:v>40619</c:v>
                </c:pt>
                <c:pt idx="5584">
                  <c:v>40618</c:v>
                </c:pt>
                <c:pt idx="5585">
                  <c:v>40617</c:v>
                </c:pt>
                <c:pt idx="5586">
                  <c:v>40616</c:v>
                </c:pt>
                <c:pt idx="5587">
                  <c:v>40615</c:v>
                </c:pt>
                <c:pt idx="5588">
                  <c:v>40614</c:v>
                </c:pt>
                <c:pt idx="5589">
                  <c:v>40613</c:v>
                </c:pt>
                <c:pt idx="5590">
                  <c:v>40612</c:v>
                </c:pt>
                <c:pt idx="5591">
                  <c:v>40611</c:v>
                </c:pt>
                <c:pt idx="5592">
                  <c:v>40610</c:v>
                </c:pt>
                <c:pt idx="5593">
                  <c:v>40609</c:v>
                </c:pt>
                <c:pt idx="5594">
                  <c:v>40608</c:v>
                </c:pt>
                <c:pt idx="5595">
                  <c:v>40607</c:v>
                </c:pt>
                <c:pt idx="5596">
                  <c:v>40606</c:v>
                </c:pt>
                <c:pt idx="5597">
                  <c:v>40605</c:v>
                </c:pt>
                <c:pt idx="5598">
                  <c:v>40604</c:v>
                </c:pt>
                <c:pt idx="5599">
                  <c:v>40603</c:v>
                </c:pt>
                <c:pt idx="5600">
                  <c:v>40602</c:v>
                </c:pt>
                <c:pt idx="5601">
                  <c:v>40601</c:v>
                </c:pt>
                <c:pt idx="5602">
                  <c:v>40600</c:v>
                </c:pt>
                <c:pt idx="5603">
                  <c:v>40599</c:v>
                </c:pt>
                <c:pt idx="5604">
                  <c:v>40598</c:v>
                </c:pt>
                <c:pt idx="5605">
                  <c:v>40597</c:v>
                </c:pt>
                <c:pt idx="5606">
                  <c:v>40596</c:v>
                </c:pt>
                <c:pt idx="5607">
                  <c:v>40595</c:v>
                </c:pt>
                <c:pt idx="5608">
                  <c:v>40594</c:v>
                </c:pt>
                <c:pt idx="5609">
                  <c:v>40593</c:v>
                </c:pt>
                <c:pt idx="5610">
                  <c:v>40592</c:v>
                </c:pt>
                <c:pt idx="5611">
                  <c:v>40591</c:v>
                </c:pt>
                <c:pt idx="5612">
                  <c:v>40590</c:v>
                </c:pt>
                <c:pt idx="5613">
                  <c:v>40589</c:v>
                </c:pt>
                <c:pt idx="5614">
                  <c:v>40588</c:v>
                </c:pt>
                <c:pt idx="5615">
                  <c:v>40587</c:v>
                </c:pt>
                <c:pt idx="5616">
                  <c:v>40586</c:v>
                </c:pt>
                <c:pt idx="5617">
                  <c:v>40585</c:v>
                </c:pt>
                <c:pt idx="5618">
                  <c:v>40584</c:v>
                </c:pt>
                <c:pt idx="5619">
                  <c:v>40583</c:v>
                </c:pt>
                <c:pt idx="5620">
                  <c:v>40582</c:v>
                </c:pt>
                <c:pt idx="5621">
                  <c:v>40581</c:v>
                </c:pt>
                <c:pt idx="5622">
                  <c:v>40580</c:v>
                </c:pt>
                <c:pt idx="5623">
                  <c:v>40579</c:v>
                </c:pt>
                <c:pt idx="5624">
                  <c:v>40578</c:v>
                </c:pt>
                <c:pt idx="5625">
                  <c:v>40577</c:v>
                </c:pt>
                <c:pt idx="5626">
                  <c:v>40576</c:v>
                </c:pt>
                <c:pt idx="5627">
                  <c:v>40575</c:v>
                </c:pt>
                <c:pt idx="5628">
                  <c:v>40574</c:v>
                </c:pt>
                <c:pt idx="5629">
                  <c:v>40573</c:v>
                </c:pt>
                <c:pt idx="5630">
                  <c:v>40572</c:v>
                </c:pt>
                <c:pt idx="5631">
                  <c:v>40571</c:v>
                </c:pt>
                <c:pt idx="5632">
                  <c:v>40570</c:v>
                </c:pt>
                <c:pt idx="5633">
                  <c:v>40569</c:v>
                </c:pt>
                <c:pt idx="5634">
                  <c:v>40568</c:v>
                </c:pt>
                <c:pt idx="5635">
                  <c:v>40567</c:v>
                </c:pt>
                <c:pt idx="5636">
                  <c:v>40566</c:v>
                </c:pt>
                <c:pt idx="5637">
                  <c:v>40565</c:v>
                </c:pt>
                <c:pt idx="5638">
                  <c:v>40564</c:v>
                </c:pt>
                <c:pt idx="5639">
                  <c:v>40563</c:v>
                </c:pt>
                <c:pt idx="5640">
                  <c:v>40562</c:v>
                </c:pt>
                <c:pt idx="5641">
                  <c:v>40561</c:v>
                </c:pt>
                <c:pt idx="5642">
                  <c:v>40560</c:v>
                </c:pt>
                <c:pt idx="5643">
                  <c:v>40559</c:v>
                </c:pt>
                <c:pt idx="5644">
                  <c:v>40558</c:v>
                </c:pt>
                <c:pt idx="5645">
                  <c:v>40557</c:v>
                </c:pt>
                <c:pt idx="5646">
                  <c:v>40556</c:v>
                </c:pt>
                <c:pt idx="5647">
                  <c:v>40555</c:v>
                </c:pt>
                <c:pt idx="5648">
                  <c:v>40554</c:v>
                </c:pt>
                <c:pt idx="5649">
                  <c:v>40553</c:v>
                </c:pt>
                <c:pt idx="5650">
                  <c:v>40552</c:v>
                </c:pt>
                <c:pt idx="5651">
                  <c:v>40551</c:v>
                </c:pt>
                <c:pt idx="5652">
                  <c:v>40550</c:v>
                </c:pt>
                <c:pt idx="5653">
                  <c:v>40549</c:v>
                </c:pt>
                <c:pt idx="5654">
                  <c:v>40548</c:v>
                </c:pt>
                <c:pt idx="5655">
                  <c:v>40547</c:v>
                </c:pt>
                <c:pt idx="5656">
                  <c:v>40546</c:v>
                </c:pt>
                <c:pt idx="5657">
                  <c:v>40545</c:v>
                </c:pt>
                <c:pt idx="5658">
                  <c:v>40544</c:v>
                </c:pt>
                <c:pt idx="5659">
                  <c:v>40543</c:v>
                </c:pt>
                <c:pt idx="5660">
                  <c:v>40542</c:v>
                </c:pt>
                <c:pt idx="5661">
                  <c:v>40541</c:v>
                </c:pt>
                <c:pt idx="5662">
                  <c:v>40540</c:v>
                </c:pt>
                <c:pt idx="5663">
                  <c:v>40539</c:v>
                </c:pt>
                <c:pt idx="5664">
                  <c:v>40538</c:v>
                </c:pt>
                <c:pt idx="5665">
                  <c:v>40537</c:v>
                </c:pt>
                <c:pt idx="5666">
                  <c:v>40536</c:v>
                </c:pt>
                <c:pt idx="5667">
                  <c:v>40535</c:v>
                </c:pt>
                <c:pt idx="5668">
                  <c:v>40534</c:v>
                </c:pt>
                <c:pt idx="5669">
                  <c:v>40533</c:v>
                </c:pt>
                <c:pt idx="5670">
                  <c:v>40532</c:v>
                </c:pt>
                <c:pt idx="5671">
                  <c:v>40531</c:v>
                </c:pt>
                <c:pt idx="5672">
                  <c:v>40530</c:v>
                </c:pt>
                <c:pt idx="5673">
                  <c:v>40529</c:v>
                </c:pt>
                <c:pt idx="5674">
                  <c:v>40528</c:v>
                </c:pt>
                <c:pt idx="5675">
                  <c:v>40527</c:v>
                </c:pt>
                <c:pt idx="5676">
                  <c:v>40526</c:v>
                </c:pt>
                <c:pt idx="5677">
                  <c:v>40525</c:v>
                </c:pt>
                <c:pt idx="5678">
                  <c:v>40524</c:v>
                </c:pt>
                <c:pt idx="5679">
                  <c:v>40523</c:v>
                </c:pt>
                <c:pt idx="5680">
                  <c:v>40522</c:v>
                </c:pt>
                <c:pt idx="5681">
                  <c:v>40521</c:v>
                </c:pt>
                <c:pt idx="5682">
                  <c:v>40520</c:v>
                </c:pt>
                <c:pt idx="5683">
                  <c:v>40519</c:v>
                </c:pt>
                <c:pt idx="5684">
                  <c:v>40518</c:v>
                </c:pt>
                <c:pt idx="5685">
                  <c:v>40517</c:v>
                </c:pt>
                <c:pt idx="5686">
                  <c:v>40516</c:v>
                </c:pt>
                <c:pt idx="5687">
                  <c:v>40515</c:v>
                </c:pt>
                <c:pt idx="5688">
                  <c:v>40514</c:v>
                </c:pt>
                <c:pt idx="5689">
                  <c:v>40513</c:v>
                </c:pt>
                <c:pt idx="5690">
                  <c:v>40512</c:v>
                </c:pt>
                <c:pt idx="5691">
                  <c:v>40511</c:v>
                </c:pt>
              </c:numCache>
            </c:numRef>
          </c:cat>
          <c:val>
            <c:numRef>
              <c:f>'图4-5海外利率&amp;通胀'!$D$5:$D$5696</c:f>
              <c:numCache>
                <c:formatCode>#,##0.00_ </c:formatCode>
                <c:ptCount val="5692"/>
                <c:pt idx="0">
                  <c:v>2.65</c:v>
                </c:pt>
                <c:pt idx="1">
                  <c:v>2.65</c:v>
                </c:pt>
                <c:pt idx="2">
                  <c:v>2.65</c:v>
                </c:pt>
                <c:pt idx="3">
                  <c:v>2.65</c:v>
                </c:pt>
                <c:pt idx="4">
                  <c:v>2.65</c:v>
                </c:pt>
                <c:pt idx="5">
                  <c:v>2.65</c:v>
                </c:pt>
                <c:pt idx="6">
                  <c:v>2.65</c:v>
                </c:pt>
                <c:pt idx="7">
                  <c:v>2.65</c:v>
                </c:pt>
                <c:pt idx="8">
                  <c:v>2.65</c:v>
                </c:pt>
                <c:pt idx="9">
                  <c:v>2.65</c:v>
                </c:pt>
                <c:pt idx="10">
                  <c:v>2.65</c:v>
                </c:pt>
                <c:pt idx="11">
                  <c:v>2.65</c:v>
                </c:pt>
                <c:pt idx="12">
                  <c:v>2.65</c:v>
                </c:pt>
                <c:pt idx="13">
                  <c:v>2.4</c:v>
                </c:pt>
                <c:pt idx="14">
                  <c:v>2.4</c:v>
                </c:pt>
                <c:pt idx="15">
                  <c:v>2.4</c:v>
                </c:pt>
                <c:pt idx="16">
                  <c:v>2.4</c:v>
                </c:pt>
                <c:pt idx="17">
                  <c:v>2.4</c:v>
                </c:pt>
                <c:pt idx="18">
                  <c:v>2.4</c:v>
                </c:pt>
                <c:pt idx="19">
                  <c:v>2.4</c:v>
                </c:pt>
                <c:pt idx="20">
                  <c:v>2.4</c:v>
                </c:pt>
                <c:pt idx="21">
                  <c:v>2.4</c:v>
                </c:pt>
                <c:pt idx="22">
                  <c:v>2.4</c:v>
                </c:pt>
                <c:pt idx="23">
                  <c:v>2.4</c:v>
                </c:pt>
                <c:pt idx="24">
                  <c:v>2.4</c:v>
                </c:pt>
                <c:pt idx="25">
                  <c:v>2.4</c:v>
                </c:pt>
                <c:pt idx="26">
                  <c:v>2.4</c:v>
                </c:pt>
                <c:pt idx="27">
                  <c:v>2.4</c:v>
                </c:pt>
                <c:pt idx="28">
                  <c:v>2.4</c:v>
                </c:pt>
                <c:pt idx="29">
                  <c:v>2.4</c:v>
                </c:pt>
                <c:pt idx="30">
                  <c:v>2.4</c:v>
                </c:pt>
                <c:pt idx="31">
                  <c:v>2.4</c:v>
                </c:pt>
                <c:pt idx="32">
                  <c:v>2.4</c:v>
                </c:pt>
                <c:pt idx="33">
                  <c:v>2.4</c:v>
                </c:pt>
                <c:pt idx="34">
                  <c:v>2.4</c:v>
                </c:pt>
                <c:pt idx="35">
                  <c:v>2.4</c:v>
                </c:pt>
                <c:pt idx="36">
                  <c:v>2.4</c:v>
                </c:pt>
                <c:pt idx="37">
                  <c:v>2.4</c:v>
                </c:pt>
                <c:pt idx="38">
                  <c:v>2.4</c:v>
                </c:pt>
                <c:pt idx="39">
                  <c:v>2.4</c:v>
                </c:pt>
                <c:pt idx="40">
                  <c:v>2.4</c:v>
                </c:pt>
                <c:pt idx="41">
                  <c:v>2.4</c:v>
                </c:pt>
                <c:pt idx="42">
                  <c:v>2.4</c:v>
                </c:pt>
                <c:pt idx="43">
                  <c:v>2.4</c:v>
                </c:pt>
                <c:pt idx="44">
                  <c:v>2.4</c:v>
                </c:pt>
                <c:pt idx="45">
                  <c:v>2.4</c:v>
                </c:pt>
                <c:pt idx="46">
                  <c:v>2.4</c:v>
                </c:pt>
                <c:pt idx="47">
                  <c:v>2.4</c:v>
                </c:pt>
                <c:pt idx="48">
                  <c:v>2.4</c:v>
                </c:pt>
                <c:pt idx="49">
                  <c:v>2.4</c:v>
                </c:pt>
                <c:pt idx="50">
                  <c:v>2.4</c:v>
                </c:pt>
                <c:pt idx="51">
                  <c:v>2.4</c:v>
                </c:pt>
                <c:pt idx="52">
                  <c:v>2.4</c:v>
                </c:pt>
                <c:pt idx="53">
                  <c:v>2.4</c:v>
                </c:pt>
                <c:pt idx="54">
                  <c:v>2.4</c:v>
                </c:pt>
                <c:pt idx="55">
                  <c:v>2.4</c:v>
                </c:pt>
                <c:pt idx="56">
                  <c:v>2.4</c:v>
                </c:pt>
                <c:pt idx="57">
                  <c:v>2.4</c:v>
                </c:pt>
                <c:pt idx="58">
                  <c:v>2.4</c:v>
                </c:pt>
                <c:pt idx="59">
                  <c:v>2.4</c:v>
                </c:pt>
                <c:pt idx="60">
                  <c:v>2.4</c:v>
                </c:pt>
                <c:pt idx="61">
                  <c:v>2.4</c:v>
                </c:pt>
                <c:pt idx="62">
                  <c:v>2.4</c:v>
                </c:pt>
                <c:pt idx="63">
                  <c:v>2.4</c:v>
                </c:pt>
                <c:pt idx="64">
                  <c:v>2.4</c:v>
                </c:pt>
                <c:pt idx="65">
                  <c:v>2.4</c:v>
                </c:pt>
                <c:pt idx="66">
                  <c:v>2.4</c:v>
                </c:pt>
                <c:pt idx="67">
                  <c:v>2.4</c:v>
                </c:pt>
                <c:pt idx="68">
                  <c:v>2.4</c:v>
                </c:pt>
                <c:pt idx="69">
                  <c:v>2.4</c:v>
                </c:pt>
                <c:pt idx="70">
                  <c:v>2.4</c:v>
                </c:pt>
                <c:pt idx="71">
                  <c:v>2.4</c:v>
                </c:pt>
                <c:pt idx="72">
                  <c:v>2.4</c:v>
                </c:pt>
                <c:pt idx="73">
                  <c:v>2.4</c:v>
                </c:pt>
                <c:pt idx="74">
                  <c:v>2.4</c:v>
                </c:pt>
                <c:pt idx="75">
                  <c:v>2.4</c:v>
                </c:pt>
                <c:pt idx="76">
                  <c:v>2.4</c:v>
                </c:pt>
                <c:pt idx="77">
                  <c:v>2.4</c:v>
                </c:pt>
                <c:pt idx="78">
                  <c:v>2.4</c:v>
                </c:pt>
                <c:pt idx="79">
                  <c:v>2.4</c:v>
                </c:pt>
                <c:pt idx="80">
                  <c:v>2.4</c:v>
                </c:pt>
                <c:pt idx="81">
                  <c:v>2.4</c:v>
                </c:pt>
                <c:pt idx="82">
                  <c:v>2.4</c:v>
                </c:pt>
                <c:pt idx="83">
                  <c:v>2.4</c:v>
                </c:pt>
                <c:pt idx="84">
                  <c:v>2.4</c:v>
                </c:pt>
                <c:pt idx="85">
                  <c:v>2.4</c:v>
                </c:pt>
                <c:pt idx="86">
                  <c:v>2.4</c:v>
                </c:pt>
                <c:pt idx="87">
                  <c:v>2.4</c:v>
                </c:pt>
                <c:pt idx="88">
                  <c:v>2.4</c:v>
                </c:pt>
                <c:pt idx="89">
                  <c:v>2.4</c:v>
                </c:pt>
                <c:pt idx="90">
                  <c:v>2.4</c:v>
                </c:pt>
                <c:pt idx="91">
                  <c:v>2.4</c:v>
                </c:pt>
                <c:pt idx="92">
                  <c:v>2.4</c:v>
                </c:pt>
                <c:pt idx="93">
                  <c:v>2.4</c:v>
                </c:pt>
                <c:pt idx="94">
                  <c:v>2.4</c:v>
                </c:pt>
                <c:pt idx="95">
                  <c:v>2.4</c:v>
                </c:pt>
                <c:pt idx="96">
                  <c:v>2.4</c:v>
                </c:pt>
                <c:pt idx="97">
                  <c:v>2.4</c:v>
                </c:pt>
                <c:pt idx="98">
                  <c:v>2.4</c:v>
                </c:pt>
                <c:pt idx="99">
                  <c:v>2.4</c:v>
                </c:pt>
                <c:pt idx="100">
                  <c:v>2.4</c:v>
                </c:pt>
                <c:pt idx="101">
                  <c:v>2.4</c:v>
                </c:pt>
                <c:pt idx="102">
                  <c:v>2.4</c:v>
                </c:pt>
                <c:pt idx="103">
                  <c:v>2.4</c:v>
                </c:pt>
                <c:pt idx="104">
                  <c:v>2.4</c:v>
                </c:pt>
                <c:pt idx="105">
                  <c:v>2.4</c:v>
                </c:pt>
                <c:pt idx="106">
                  <c:v>2.4</c:v>
                </c:pt>
                <c:pt idx="107">
                  <c:v>2.4</c:v>
                </c:pt>
                <c:pt idx="108">
                  <c:v>2.4</c:v>
                </c:pt>
                <c:pt idx="109">
                  <c:v>2.4</c:v>
                </c:pt>
                <c:pt idx="110">
                  <c:v>2.4</c:v>
                </c:pt>
                <c:pt idx="111">
                  <c:v>2.4</c:v>
                </c:pt>
                <c:pt idx="112">
                  <c:v>2.4</c:v>
                </c:pt>
                <c:pt idx="113">
                  <c:v>2.4</c:v>
                </c:pt>
                <c:pt idx="114">
                  <c:v>2.4</c:v>
                </c:pt>
                <c:pt idx="115">
                  <c:v>2.4</c:v>
                </c:pt>
                <c:pt idx="116">
                  <c:v>2.4</c:v>
                </c:pt>
                <c:pt idx="117">
                  <c:v>2.4</c:v>
                </c:pt>
                <c:pt idx="118">
                  <c:v>2.4</c:v>
                </c:pt>
                <c:pt idx="119">
                  <c:v>2.4</c:v>
                </c:pt>
                <c:pt idx="120">
                  <c:v>2.4</c:v>
                </c:pt>
                <c:pt idx="121">
                  <c:v>2.4</c:v>
                </c:pt>
                <c:pt idx="122">
                  <c:v>2.4</c:v>
                </c:pt>
                <c:pt idx="123">
                  <c:v>2.4</c:v>
                </c:pt>
                <c:pt idx="124">
                  <c:v>2.4</c:v>
                </c:pt>
                <c:pt idx="125">
                  <c:v>2.4</c:v>
                </c:pt>
                <c:pt idx="126">
                  <c:v>2.4</c:v>
                </c:pt>
                <c:pt idx="127">
                  <c:v>2.4</c:v>
                </c:pt>
                <c:pt idx="128">
                  <c:v>2.4</c:v>
                </c:pt>
                <c:pt idx="129">
                  <c:v>2.4</c:v>
                </c:pt>
                <c:pt idx="130">
                  <c:v>2.4</c:v>
                </c:pt>
                <c:pt idx="131">
                  <c:v>2.4</c:v>
                </c:pt>
                <c:pt idx="132">
                  <c:v>2.4</c:v>
                </c:pt>
                <c:pt idx="133">
                  <c:v>2.4</c:v>
                </c:pt>
                <c:pt idx="134">
                  <c:v>2.4</c:v>
                </c:pt>
                <c:pt idx="135">
                  <c:v>2.4</c:v>
                </c:pt>
                <c:pt idx="136">
                  <c:v>2.4</c:v>
                </c:pt>
                <c:pt idx="137">
                  <c:v>2.4</c:v>
                </c:pt>
                <c:pt idx="138">
                  <c:v>2.4</c:v>
                </c:pt>
                <c:pt idx="139">
                  <c:v>2.4</c:v>
                </c:pt>
                <c:pt idx="140">
                  <c:v>2.4</c:v>
                </c:pt>
                <c:pt idx="141">
                  <c:v>2.4</c:v>
                </c:pt>
                <c:pt idx="142">
                  <c:v>2.4</c:v>
                </c:pt>
                <c:pt idx="143">
                  <c:v>2.4</c:v>
                </c:pt>
                <c:pt idx="144">
                  <c:v>2.4</c:v>
                </c:pt>
                <c:pt idx="145">
                  <c:v>2.4</c:v>
                </c:pt>
                <c:pt idx="146">
                  <c:v>2.4</c:v>
                </c:pt>
                <c:pt idx="147">
                  <c:v>2.4</c:v>
                </c:pt>
                <c:pt idx="148">
                  <c:v>2.4</c:v>
                </c:pt>
                <c:pt idx="149">
                  <c:v>2.4</c:v>
                </c:pt>
                <c:pt idx="150">
                  <c:v>2.4</c:v>
                </c:pt>
                <c:pt idx="151">
                  <c:v>2.4</c:v>
                </c:pt>
                <c:pt idx="152">
                  <c:v>2.4</c:v>
                </c:pt>
                <c:pt idx="153">
                  <c:v>2.4</c:v>
                </c:pt>
                <c:pt idx="154">
                  <c:v>2.4</c:v>
                </c:pt>
                <c:pt idx="155">
                  <c:v>2.4</c:v>
                </c:pt>
                <c:pt idx="156">
                  <c:v>2.4</c:v>
                </c:pt>
                <c:pt idx="157">
                  <c:v>2.4</c:v>
                </c:pt>
                <c:pt idx="158">
                  <c:v>2.4</c:v>
                </c:pt>
                <c:pt idx="159">
                  <c:v>2.4</c:v>
                </c:pt>
                <c:pt idx="160">
                  <c:v>2.4</c:v>
                </c:pt>
                <c:pt idx="161">
                  <c:v>2.4</c:v>
                </c:pt>
                <c:pt idx="162">
                  <c:v>2.4</c:v>
                </c:pt>
                <c:pt idx="163">
                  <c:v>2.4</c:v>
                </c:pt>
                <c:pt idx="164">
                  <c:v>2.4</c:v>
                </c:pt>
                <c:pt idx="165">
                  <c:v>2.4</c:v>
                </c:pt>
                <c:pt idx="166">
                  <c:v>2.4</c:v>
                </c:pt>
                <c:pt idx="167">
                  <c:v>2.4</c:v>
                </c:pt>
                <c:pt idx="168">
                  <c:v>2.4</c:v>
                </c:pt>
                <c:pt idx="169">
                  <c:v>2.4</c:v>
                </c:pt>
                <c:pt idx="170">
                  <c:v>2.4</c:v>
                </c:pt>
                <c:pt idx="171">
                  <c:v>2.4</c:v>
                </c:pt>
                <c:pt idx="172">
                  <c:v>2.4</c:v>
                </c:pt>
                <c:pt idx="173">
                  <c:v>2.4</c:v>
                </c:pt>
                <c:pt idx="174">
                  <c:v>2.4</c:v>
                </c:pt>
                <c:pt idx="175">
                  <c:v>2.4</c:v>
                </c:pt>
                <c:pt idx="176">
                  <c:v>2.4</c:v>
                </c:pt>
                <c:pt idx="177">
                  <c:v>2.4</c:v>
                </c:pt>
                <c:pt idx="178">
                  <c:v>2.4</c:v>
                </c:pt>
                <c:pt idx="179">
                  <c:v>2.4</c:v>
                </c:pt>
                <c:pt idx="180">
                  <c:v>2.4</c:v>
                </c:pt>
                <c:pt idx="181">
                  <c:v>2.4</c:v>
                </c:pt>
                <c:pt idx="182">
                  <c:v>2.4</c:v>
                </c:pt>
                <c:pt idx="183">
                  <c:v>2.4</c:v>
                </c:pt>
                <c:pt idx="184">
                  <c:v>2.4</c:v>
                </c:pt>
                <c:pt idx="185">
                  <c:v>2.4</c:v>
                </c:pt>
                <c:pt idx="186">
                  <c:v>2.4</c:v>
                </c:pt>
                <c:pt idx="187">
                  <c:v>2.4</c:v>
                </c:pt>
                <c:pt idx="188">
                  <c:v>2.4</c:v>
                </c:pt>
                <c:pt idx="189">
                  <c:v>2.4</c:v>
                </c:pt>
                <c:pt idx="190">
                  <c:v>2.4</c:v>
                </c:pt>
                <c:pt idx="191">
                  <c:v>2.4</c:v>
                </c:pt>
                <c:pt idx="192">
                  <c:v>2.4</c:v>
                </c:pt>
                <c:pt idx="193">
                  <c:v>2.4</c:v>
                </c:pt>
                <c:pt idx="194">
                  <c:v>2.4</c:v>
                </c:pt>
                <c:pt idx="195">
                  <c:v>2.4</c:v>
                </c:pt>
                <c:pt idx="196">
                  <c:v>2.4</c:v>
                </c:pt>
                <c:pt idx="197">
                  <c:v>2.4</c:v>
                </c:pt>
                <c:pt idx="198">
                  <c:v>2.4</c:v>
                </c:pt>
                <c:pt idx="199">
                  <c:v>2.4</c:v>
                </c:pt>
                <c:pt idx="200">
                  <c:v>2.4</c:v>
                </c:pt>
                <c:pt idx="201">
                  <c:v>2.4</c:v>
                </c:pt>
                <c:pt idx="202">
                  <c:v>2.4</c:v>
                </c:pt>
                <c:pt idx="203">
                  <c:v>2.4</c:v>
                </c:pt>
                <c:pt idx="204">
                  <c:v>2.4</c:v>
                </c:pt>
                <c:pt idx="205">
                  <c:v>2.4</c:v>
                </c:pt>
                <c:pt idx="206">
                  <c:v>2.4</c:v>
                </c:pt>
                <c:pt idx="207">
                  <c:v>2.4</c:v>
                </c:pt>
                <c:pt idx="208">
                  <c:v>2.4</c:v>
                </c:pt>
                <c:pt idx="209">
                  <c:v>2.4</c:v>
                </c:pt>
                <c:pt idx="210">
                  <c:v>2.4</c:v>
                </c:pt>
                <c:pt idx="211">
                  <c:v>2.4</c:v>
                </c:pt>
                <c:pt idx="212">
                  <c:v>2.4</c:v>
                </c:pt>
                <c:pt idx="213">
                  <c:v>2.4</c:v>
                </c:pt>
                <c:pt idx="214">
                  <c:v>2.4</c:v>
                </c:pt>
                <c:pt idx="215">
                  <c:v>2.4</c:v>
                </c:pt>
                <c:pt idx="216">
                  <c:v>2.4</c:v>
                </c:pt>
                <c:pt idx="217">
                  <c:v>2.4</c:v>
                </c:pt>
                <c:pt idx="218">
                  <c:v>2.4</c:v>
                </c:pt>
                <c:pt idx="219">
                  <c:v>2.4</c:v>
                </c:pt>
                <c:pt idx="220">
                  <c:v>2.4</c:v>
                </c:pt>
                <c:pt idx="221">
                  <c:v>2.4</c:v>
                </c:pt>
                <c:pt idx="222">
                  <c:v>2.4</c:v>
                </c:pt>
                <c:pt idx="223">
                  <c:v>2.4</c:v>
                </c:pt>
                <c:pt idx="224">
                  <c:v>2.4</c:v>
                </c:pt>
                <c:pt idx="225">
                  <c:v>2.4</c:v>
                </c:pt>
                <c:pt idx="226">
                  <c:v>2.4</c:v>
                </c:pt>
                <c:pt idx="227">
                  <c:v>2.4</c:v>
                </c:pt>
                <c:pt idx="228">
                  <c:v>2.4</c:v>
                </c:pt>
                <c:pt idx="229">
                  <c:v>2.4</c:v>
                </c:pt>
                <c:pt idx="230">
                  <c:v>2.4</c:v>
                </c:pt>
                <c:pt idx="231">
                  <c:v>2.4</c:v>
                </c:pt>
                <c:pt idx="232">
                  <c:v>2.4</c:v>
                </c:pt>
                <c:pt idx="233">
                  <c:v>2.4</c:v>
                </c:pt>
                <c:pt idx="234">
                  <c:v>2.4</c:v>
                </c:pt>
                <c:pt idx="235">
                  <c:v>2.4</c:v>
                </c:pt>
                <c:pt idx="236">
                  <c:v>2.4</c:v>
                </c:pt>
                <c:pt idx="237">
                  <c:v>2.4</c:v>
                </c:pt>
                <c:pt idx="238">
                  <c:v>2.4</c:v>
                </c:pt>
                <c:pt idx="239">
                  <c:v>2.4</c:v>
                </c:pt>
                <c:pt idx="240">
                  <c:v>2.4</c:v>
                </c:pt>
                <c:pt idx="241">
                  <c:v>2.4</c:v>
                </c:pt>
                <c:pt idx="242">
                  <c:v>2.4</c:v>
                </c:pt>
                <c:pt idx="243">
                  <c:v>2.4</c:v>
                </c:pt>
                <c:pt idx="244">
                  <c:v>2.4</c:v>
                </c:pt>
                <c:pt idx="245">
                  <c:v>2.4</c:v>
                </c:pt>
                <c:pt idx="246">
                  <c:v>2.4</c:v>
                </c:pt>
                <c:pt idx="247">
                  <c:v>2.4</c:v>
                </c:pt>
                <c:pt idx="248">
                  <c:v>2.4</c:v>
                </c:pt>
                <c:pt idx="249">
                  <c:v>2.4</c:v>
                </c:pt>
                <c:pt idx="250">
                  <c:v>2.4</c:v>
                </c:pt>
                <c:pt idx="251">
                  <c:v>2.4</c:v>
                </c:pt>
                <c:pt idx="252">
                  <c:v>2.4</c:v>
                </c:pt>
                <c:pt idx="253">
                  <c:v>2.4</c:v>
                </c:pt>
                <c:pt idx="254">
                  <c:v>2.4</c:v>
                </c:pt>
                <c:pt idx="255">
                  <c:v>2.4</c:v>
                </c:pt>
                <c:pt idx="256">
                  <c:v>2.4</c:v>
                </c:pt>
                <c:pt idx="257">
                  <c:v>2.4</c:v>
                </c:pt>
                <c:pt idx="258">
                  <c:v>2.4</c:v>
                </c:pt>
                <c:pt idx="259">
                  <c:v>2.4</c:v>
                </c:pt>
                <c:pt idx="260">
                  <c:v>2.4</c:v>
                </c:pt>
                <c:pt idx="261">
                  <c:v>2.4</c:v>
                </c:pt>
                <c:pt idx="262">
                  <c:v>2.4</c:v>
                </c:pt>
                <c:pt idx="263">
                  <c:v>2.4</c:v>
                </c:pt>
                <c:pt idx="264">
                  <c:v>2.4</c:v>
                </c:pt>
                <c:pt idx="265">
                  <c:v>2.4</c:v>
                </c:pt>
                <c:pt idx="266">
                  <c:v>2.4</c:v>
                </c:pt>
                <c:pt idx="267">
                  <c:v>2.4</c:v>
                </c:pt>
                <c:pt idx="268">
                  <c:v>2.4</c:v>
                </c:pt>
                <c:pt idx="269">
                  <c:v>2.4</c:v>
                </c:pt>
                <c:pt idx="270">
                  <c:v>2.4</c:v>
                </c:pt>
                <c:pt idx="271">
                  <c:v>2.4</c:v>
                </c:pt>
                <c:pt idx="272">
                  <c:v>2.4</c:v>
                </c:pt>
                <c:pt idx="273">
                  <c:v>2.4</c:v>
                </c:pt>
                <c:pt idx="274">
                  <c:v>2.4</c:v>
                </c:pt>
                <c:pt idx="275">
                  <c:v>2.4</c:v>
                </c:pt>
                <c:pt idx="276">
                  <c:v>2.4</c:v>
                </c:pt>
                <c:pt idx="277">
                  <c:v>2.4</c:v>
                </c:pt>
                <c:pt idx="278">
                  <c:v>2.4</c:v>
                </c:pt>
                <c:pt idx="279">
                  <c:v>2.4</c:v>
                </c:pt>
                <c:pt idx="280">
                  <c:v>2.4</c:v>
                </c:pt>
                <c:pt idx="281">
                  <c:v>2.4</c:v>
                </c:pt>
                <c:pt idx="282">
                  <c:v>2.4</c:v>
                </c:pt>
                <c:pt idx="283">
                  <c:v>2.4</c:v>
                </c:pt>
                <c:pt idx="284">
                  <c:v>2.4</c:v>
                </c:pt>
                <c:pt idx="285">
                  <c:v>2.4</c:v>
                </c:pt>
                <c:pt idx="286">
                  <c:v>2.4</c:v>
                </c:pt>
                <c:pt idx="287">
                  <c:v>2.4</c:v>
                </c:pt>
                <c:pt idx="288">
                  <c:v>2.4</c:v>
                </c:pt>
                <c:pt idx="289">
                  <c:v>2.4</c:v>
                </c:pt>
                <c:pt idx="290">
                  <c:v>2.4</c:v>
                </c:pt>
                <c:pt idx="291">
                  <c:v>2.4</c:v>
                </c:pt>
                <c:pt idx="292">
                  <c:v>2.4</c:v>
                </c:pt>
                <c:pt idx="293">
                  <c:v>2.4</c:v>
                </c:pt>
                <c:pt idx="294">
                  <c:v>2.4</c:v>
                </c:pt>
                <c:pt idx="295">
                  <c:v>2.4</c:v>
                </c:pt>
                <c:pt idx="296">
                  <c:v>2.4</c:v>
                </c:pt>
                <c:pt idx="297">
                  <c:v>2.4</c:v>
                </c:pt>
                <c:pt idx="298">
                  <c:v>2.4</c:v>
                </c:pt>
                <c:pt idx="299">
                  <c:v>2.4</c:v>
                </c:pt>
                <c:pt idx="300">
                  <c:v>2.4</c:v>
                </c:pt>
                <c:pt idx="301">
                  <c:v>2.4</c:v>
                </c:pt>
                <c:pt idx="302">
                  <c:v>2.4</c:v>
                </c:pt>
                <c:pt idx="303">
                  <c:v>2.4</c:v>
                </c:pt>
                <c:pt idx="304">
                  <c:v>2.4</c:v>
                </c:pt>
                <c:pt idx="305">
                  <c:v>2.4</c:v>
                </c:pt>
                <c:pt idx="306">
                  <c:v>2.4</c:v>
                </c:pt>
                <c:pt idx="307">
                  <c:v>2.4</c:v>
                </c:pt>
                <c:pt idx="308">
                  <c:v>2.4</c:v>
                </c:pt>
                <c:pt idx="309">
                  <c:v>2.4</c:v>
                </c:pt>
                <c:pt idx="310">
                  <c:v>2.4</c:v>
                </c:pt>
                <c:pt idx="311">
                  <c:v>2.4</c:v>
                </c:pt>
                <c:pt idx="312">
                  <c:v>2.4</c:v>
                </c:pt>
                <c:pt idx="313">
                  <c:v>2.4</c:v>
                </c:pt>
                <c:pt idx="314">
                  <c:v>2.4</c:v>
                </c:pt>
                <c:pt idx="315">
                  <c:v>2.4</c:v>
                </c:pt>
                <c:pt idx="316">
                  <c:v>2.4</c:v>
                </c:pt>
                <c:pt idx="317">
                  <c:v>2.4</c:v>
                </c:pt>
                <c:pt idx="318">
                  <c:v>2.4</c:v>
                </c:pt>
                <c:pt idx="319">
                  <c:v>2.4</c:v>
                </c:pt>
                <c:pt idx="320">
                  <c:v>2.4</c:v>
                </c:pt>
                <c:pt idx="321">
                  <c:v>2.4</c:v>
                </c:pt>
                <c:pt idx="322">
                  <c:v>2.4</c:v>
                </c:pt>
                <c:pt idx="323">
                  <c:v>2.4</c:v>
                </c:pt>
                <c:pt idx="324">
                  <c:v>2.4</c:v>
                </c:pt>
                <c:pt idx="325">
                  <c:v>2.4</c:v>
                </c:pt>
                <c:pt idx="326">
                  <c:v>2.4</c:v>
                </c:pt>
                <c:pt idx="327">
                  <c:v>2.4</c:v>
                </c:pt>
                <c:pt idx="328">
                  <c:v>2.4</c:v>
                </c:pt>
                <c:pt idx="329">
                  <c:v>2.4</c:v>
                </c:pt>
                <c:pt idx="330">
                  <c:v>2.4</c:v>
                </c:pt>
                <c:pt idx="331">
                  <c:v>2.4</c:v>
                </c:pt>
                <c:pt idx="332">
                  <c:v>2.4</c:v>
                </c:pt>
                <c:pt idx="333">
                  <c:v>2.4</c:v>
                </c:pt>
                <c:pt idx="334">
                  <c:v>2.4</c:v>
                </c:pt>
                <c:pt idx="335">
                  <c:v>2.4</c:v>
                </c:pt>
                <c:pt idx="336">
                  <c:v>2.4</c:v>
                </c:pt>
                <c:pt idx="337">
                  <c:v>2.4</c:v>
                </c:pt>
                <c:pt idx="338">
                  <c:v>2.4</c:v>
                </c:pt>
                <c:pt idx="339">
                  <c:v>2.4</c:v>
                </c:pt>
                <c:pt idx="340">
                  <c:v>2.4</c:v>
                </c:pt>
                <c:pt idx="341">
                  <c:v>2.4</c:v>
                </c:pt>
                <c:pt idx="342">
                  <c:v>2.4</c:v>
                </c:pt>
                <c:pt idx="343">
                  <c:v>2.4</c:v>
                </c:pt>
                <c:pt idx="344">
                  <c:v>2.4</c:v>
                </c:pt>
                <c:pt idx="345">
                  <c:v>2.4</c:v>
                </c:pt>
                <c:pt idx="346">
                  <c:v>2.4</c:v>
                </c:pt>
                <c:pt idx="347">
                  <c:v>2.4</c:v>
                </c:pt>
                <c:pt idx="348">
                  <c:v>2.4</c:v>
                </c:pt>
                <c:pt idx="349">
                  <c:v>2.4</c:v>
                </c:pt>
                <c:pt idx="350">
                  <c:v>2.4</c:v>
                </c:pt>
                <c:pt idx="351">
                  <c:v>2.4</c:v>
                </c:pt>
                <c:pt idx="352">
                  <c:v>2.4</c:v>
                </c:pt>
                <c:pt idx="353">
                  <c:v>2.4</c:v>
                </c:pt>
                <c:pt idx="354">
                  <c:v>2.4</c:v>
                </c:pt>
                <c:pt idx="355">
                  <c:v>2.4</c:v>
                </c:pt>
                <c:pt idx="356">
                  <c:v>2.4</c:v>
                </c:pt>
                <c:pt idx="357">
                  <c:v>2.4</c:v>
                </c:pt>
                <c:pt idx="358">
                  <c:v>2.4</c:v>
                </c:pt>
                <c:pt idx="359">
                  <c:v>2.4</c:v>
                </c:pt>
                <c:pt idx="360">
                  <c:v>2.4</c:v>
                </c:pt>
                <c:pt idx="361">
                  <c:v>2.4</c:v>
                </c:pt>
                <c:pt idx="362">
                  <c:v>2.4</c:v>
                </c:pt>
                <c:pt idx="363">
                  <c:v>2.4</c:v>
                </c:pt>
                <c:pt idx="364">
                  <c:v>2.4</c:v>
                </c:pt>
                <c:pt idx="365">
                  <c:v>2.4</c:v>
                </c:pt>
                <c:pt idx="366">
                  <c:v>2.4</c:v>
                </c:pt>
                <c:pt idx="367">
                  <c:v>2.4</c:v>
                </c:pt>
                <c:pt idx="368">
                  <c:v>2.4</c:v>
                </c:pt>
                <c:pt idx="369">
                  <c:v>2.4</c:v>
                </c:pt>
                <c:pt idx="370">
                  <c:v>2.4</c:v>
                </c:pt>
                <c:pt idx="371">
                  <c:v>2.4</c:v>
                </c:pt>
                <c:pt idx="372">
                  <c:v>2.4</c:v>
                </c:pt>
                <c:pt idx="373">
                  <c:v>2.4</c:v>
                </c:pt>
                <c:pt idx="374">
                  <c:v>2.4</c:v>
                </c:pt>
                <c:pt idx="375">
                  <c:v>2.4</c:v>
                </c:pt>
                <c:pt idx="376">
                  <c:v>2.4</c:v>
                </c:pt>
                <c:pt idx="377">
                  <c:v>2.4</c:v>
                </c:pt>
                <c:pt idx="378">
                  <c:v>2.4</c:v>
                </c:pt>
                <c:pt idx="379">
                  <c:v>2.4</c:v>
                </c:pt>
                <c:pt idx="380">
                  <c:v>2.4</c:v>
                </c:pt>
                <c:pt idx="381">
                  <c:v>2.4</c:v>
                </c:pt>
                <c:pt idx="382">
                  <c:v>2.4</c:v>
                </c:pt>
                <c:pt idx="383">
                  <c:v>2.4</c:v>
                </c:pt>
                <c:pt idx="384">
                  <c:v>2.65</c:v>
                </c:pt>
                <c:pt idx="385">
                  <c:v>2.65</c:v>
                </c:pt>
                <c:pt idx="386">
                  <c:v>2.65</c:v>
                </c:pt>
                <c:pt idx="387">
                  <c:v>2.65</c:v>
                </c:pt>
                <c:pt idx="388">
                  <c:v>2.65</c:v>
                </c:pt>
                <c:pt idx="389">
                  <c:v>2.65</c:v>
                </c:pt>
                <c:pt idx="390">
                  <c:v>2.65</c:v>
                </c:pt>
                <c:pt idx="391">
                  <c:v>2.65</c:v>
                </c:pt>
                <c:pt idx="392">
                  <c:v>2.65</c:v>
                </c:pt>
                <c:pt idx="393">
                  <c:v>2.65</c:v>
                </c:pt>
                <c:pt idx="394">
                  <c:v>2.65</c:v>
                </c:pt>
                <c:pt idx="395">
                  <c:v>2.65</c:v>
                </c:pt>
                <c:pt idx="396">
                  <c:v>2.65</c:v>
                </c:pt>
                <c:pt idx="397">
                  <c:v>2.65</c:v>
                </c:pt>
                <c:pt idx="398">
                  <c:v>2.65</c:v>
                </c:pt>
                <c:pt idx="399">
                  <c:v>2.65</c:v>
                </c:pt>
                <c:pt idx="400">
                  <c:v>2.65</c:v>
                </c:pt>
                <c:pt idx="401">
                  <c:v>2.65</c:v>
                </c:pt>
                <c:pt idx="402">
                  <c:v>2.65</c:v>
                </c:pt>
                <c:pt idx="403">
                  <c:v>2.65</c:v>
                </c:pt>
                <c:pt idx="404">
                  <c:v>2.65</c:v>
                </c:pt>
                <c:pt idx="405">
                  <c:v>2.65</c:v>
                </c:pt>
                <c:pt idx="406">
                  <c:v>2.65</c:v>
                </c:pt>
                <c:pt idx="407">
                  <c:v>2.65</c:v>
                </c:pt>
                <c:pt idx="408">
                  <c:v>2.65</c:v>
                </c:pt>
                <c:pt idx="409">
                  <c:v>2.65</c:v>
                </c:pt>
                <c:pt idx="410">
                  <c:v>2.65</c:v>
                </c:pt>
                <c:pt idx="411">
                  <c:v>2.65</c:v>
                </c:pt>
                <c:pt idx="412">
                  <c:v>2.65</c:v>
                </c:pt>
                <c:pt idx="413">
                  <c:v>2.65</c:v>
                </c:pt>
                <c:pt idx="414">
                  <c:v>2.65</c:v>
                </c:pt>
                <c:pt idx="415">
                  <c:v>2.65</c:v>
                </c:pt>
                <c:pt idx="416">
                  <c:v>2.65</c:v>
                </c:pt>
                <c:pt idx="417">
                  <c:v>2.65</c:v>
                </c:pt>
                <c:pt idx="418">
                  <c:v>2.65</c:v>
                </c:pt>
                <c:pt idx="419">
                  <c:v>2.65</c:v>
                </c:pt>
                <c:pt idx="420">
                  <c:v>2.65</c:v>
                </c:pt>
                <c:pt idx="421">
                  <c:v>2.65</c:v>
                </c:pt>
                <c:pt idx="422">
                  <c:v>2.65</c:v>
                </c:pt>
                <c:pt idx="423">
                  <c:v>2.65</c:v>
                </c:pt>
                <c:pt idx="424">
                  <c:v>2.65</c:v>
                </c:pt>
                <c:pt idx="425">
                  <c:v>2.65</c:v>
                </c:pt>
                <c:pt idx="426">
                  <c:v>2.65</c:v>
                </c:pt>
                <c:pt idx="427">
                  <c:v>2.65</c:v>
                </c:pt>
                <c:pt idx="428">
                  <c:v>2.65</c:v>
                </c:pt>
                <c:pt idx="429">
                  <c:v>2.65</c:v>
                </c:pt>
                <c:pt idx="430">
                  <c:v>2.65</c:v>
                </c:pt>
                <c:pt idx="431">
                  <c:v>2.65</c:v>
                </c:pt>
                <c:pt idx="432">
                  <c:v>2.65</c:v>
                </c:pt>
                <c:pt idx="433">
                  <c:v>2.9</c:v>
                </c:pt>
                <c:pt idx="434">
                  <c:v>2.9</c:v>
                </c:pt>
                <c:pt idx="435">
                  <c:v>2.9</c:v>
                </c:pt>
                <c:pt idx="436">
                  <c:v>2.9</c:v>
                </c:pt>
                <c:pt idx="437">
                  <c:v>2.9</c:v>
                </c:pt>
                <c:pt idx="438">
                  <c:v>2.9</c:v>
                </c:pt>
                <c:pt idx="439">
                  <c:v>2.9</c:v>
                </c:pt>
                <c:pt idx="440">
                  <c:v>2.9</c:v>
                </c:pt>
                <c:pt idx="441">
                  <c:v>2.9</c:v>
                </c:pt>
                <c:pt idx="442">
                  <c:v>2.9</c:v>
                </c:pt>
                <c:pt idx="443">
                  <c:v>2.9</c:v>
                </c:pt>
                <c:pt idx="444">
                  <c:v>2.9</c:v>
                </c:pt>
                <c:pt idx="445">
                  <c:v>2.9</c:v>
                </c:pt>
                <c:pt idx="446">
                  <c:v>2.9</c:v>
                </c:pt>
                <c:pt idx="447">
                  <c:v>2.9</c:v>
                </c:pt>
                <c:pt idx="448">
                  <c:v>2.9</c:v>
                </c:pt>
                <c:pt idx="449">
                  <c:v>2.9</c:v>
                </c:pt>
                <c:pt idx="450">
                  <c:v>2.9</c:v>
                </c:pt>
                <c:pt idx="451">
                  <c:v>2.9</c:v>
                </c:pt>
                <c:pt idx="452">
                  <c:v>2.9</c:v>
                </c:pt>
                <c:pt idx="453">
                  <c:v>2.9</c:v>
                </c:pt>
                <c:pt idx="454">
                  <c:v>2.9</c:v>
                </c:pt>
                <c:pt idx="455">
                  <c:v>2.9</c:v>
                </c:pt>
                <c:pt idx="456">
                  <c:v>2.9</c:v>
                </c:pt>
                <c:pt idx="457">
                  <c:v>2.9</c:v>
                </c:pt>
                <c:pt idx="458">
                  <c:v>2.9</c:v>
                </c:pt>
                <c:pt idx="459">
                  <c:v>2.9</c:v>
                </c:pt>
                <c:pt idx="460">
                  <c:v>2.9</c:v>
                </c:pt>
                <c:pt idx="461">
                  <c:v>2.9</c:v>
                </c:pt>
                <c:pt idx="462">
                  <c:v>2.9</c:v>
                </c:pt>
                <c:pt idx="463">
                  <c:v>2.9</c:v>
                </c:pt>
                <c:pt idx="464">
                  <c:v>2.9</c:v>
                </c:pt>
                <c:pt idx="465">
                  <c:v>2.9</c:v>
                </c:pt>
                <c:pt idx="466">
                  <c:v>2.9</c:v>
                </c:pt>
                <c:pt idx="467">
                  <c:v>2.9</c:v>
                </c:pt>
                <c:pt idx="468">
                  <c:v>2.9</c:v>
                </c:pt>
                <c:pt idx="469">
                  <c:v>2.9</c:v>
                </c:pt>
                <c:pt idx="470">
                  <c:v>2.9</c:v>
                </c:pt>
                <c:pt idx="471">
                  <c:v>2.9</c:v>
                </c:pt>
                <c:pt idx="472">
                  <c:v>2.9</c:v>
                </c:pt>
                <c:pt idx="473">
                  <c:v>2.9</c:v>
                </c:pt>
                <c:pt idx="474">
                  <c:v>2.9</c:v>
                </c:pt>
                <c:pt idx="475">
                  <c:v>3.15</c:v>
                </c:pt>
                <c:pt idx="476">
                  <c:v>3.15</c:v>
                </c:pt>
                <c:pt idx="477">
                  <c:v>3.15</c:v>
                </c:pt>
                <c:pt idx="478">
                  <c:v>3.15</c:v>
                </c:pt>
                <c:pt idx="479">
                  <c:v>3.15</c:v>
                </c:pt>
                <c:pt idx="480">
                  <c:v>3.15</c:v>
                </c:pt>
                <c:pt idx="481">
                  <c:v>3.15</c:v>
                </c:pt>
                <c:pt idx="482">
                  <c:v>3.15</c:v>
                </c:pt>
                <c:pt idx="483">
                  <c:v>3.15</c:v>
                </c:pt>
                <c:pt idx="484">
                  <c:v>3.15</c:v>
                </c:pt>
                <c:pt idx="485">
                  <c:v>3.15</c:v>
                </c:pt>
                <c:pt idx="486">
                  <c:v>3.15</c:v>
                </c:pt>
                <c:pt idx="487">
                  <c:v>3.15</c:v>
                </c:pt>
                <c:pt idx="488">
                  <c:v>3.15</c:v>
                </c:pt>
                <c:pt idx="489">
                  <c:v>3.15</c:v>
                </c:pt>
                <c:pt idx="490">
                  <c:v>3.15</c:v>
                </c:pt>
                <c:pt idx="491">
                  <c:v>3.15</c:v>
                </c:pt>
                <c:pt idx="492">
                  <c:v>3.15</c:v>
                </c:pt>
                <c:pt idx="493">
                  <c:v>3.15</c:v>
                </c:pt>
                <c:pt idx="494">
                  <c:v>3.15</c:v>
                </c:pt>
                <c:pt idx="495">
                  <c:v>3.15</c:v>
                </c:pt>
                <c:pt idx="496">
                  <c:v>3.15</c:v>
                </c:pt>
                <c:pt idx="497">
                  <c:v>3.15</c:v>
                </c:pt>
                <c:pt idx="498">
                  <c:v>3.15</c:v>
                </c:pt>
                <c:pt idx="499">
                  <c:v>3.15</c:v>
                </c:pt>
                <c:pt idx="500">
                  <c:v>3.15</c:v>
                </c:pt>
                <c:pt idx="501">
                  <c:v>3.15</c:v>
                </c:pt>
                <c:pt idx="502">
                  <c:v>3.15</c:v>
                </c:pt>
                <c:pt idx="503">
                  <c:v>3.15</c:v>
                </c:pt>
                <c:pt idx="504">
                  <c:v>3.15</c:v>
                </c:pt>
                <c:pt idx="505">
                  <c:v>3.15</c:v>
                </c:pt>
                <c:pt idx="506">
                  <c:v>3.15</c:v>
                </c:pt>
                <c:pt idx="507">
                  <c:v>3.15</c:v>
                </c:pt>
                <c:pt idx="508">
                  <c:v>3.15</c:v>
                </c:pt>
                <c:pt idx="509">
                  <c:v>3.15</c:v>
                </c:pt>
                <c:pt idx="510">
                  <c:v>3.4</c:v>
                </c:pt>
                <c:pt idx="511">
                  <c:v>3.4</c:v>
                </c:pt>
                <c:pt idx="512">
                  <c:v>3.4</c:v>
                </c:pt>
                <c:pt idx="513">
                  <c:v>3.4</c:v>
                </c:pt>
                <c:pt idx="514">
                  <c:v>3.4</c:v>
                </c:pt>
                <c:pt idx="515">
                  <c:v>3.4</c:v>
                </c:pt>
                <c:pt idx="516">
                  <c:v>3.4</c:v>
                </c:pt>
                <c:pt idx="517">
                  <c:v>3.4</c:v>
                </c:pt>
                <c:pt idx="518">
                  <c:v>3.4</c:v>
                </c:pt>
                <c:pt idx="519">
                  <c:v>3.4</c:v>
                </c:pt>
                <c:pt idx="520">
                  <c:v>3.4</c:v>
                </c:pt>
                <c:pt idx="521">
                  <c:v>3.4</c:v>
                </c:pt>
                <c:pt idx="522">
                  <c:v>3.4</c:v>
                </c:pt>
                <c:pt idx="523">
                  <c:v>3.4</c:v>
                </c:pt>
                <c:pt idx="524">
                  <c:v>3.4</c:v>
                </c:pt>
                <c:pt idx="525">
                  <c:v>3.4</c:v>
                </c:pt>
                <c:pt idx="526">
                  <c:v>3.4</c:v>
                </c:pt>
                <c:pt idx="527">
                  <c:v>3.4</c:v>
                </c:pt>
                <c:pt idx="528">
                  <c:v>3.4</c:v>
                </c:pt>
                <c:pt idx="529">
                  <c:v>3.4</c:v>
                </c:pt>
                <c:pt idx="530">
                  <c:v>3.4</c:v>
                </c:pt>
                <c:pt idx="531">
                  <c:v>3.4</c:v>
                </c:pt>
                <c:pt idx="532">
                  <c:v>3.4</c:v>
                </c:pt>
                <c:pt idx="533">
                  <c:v>3.4</c:v>
                </c:pt>
                <c:pt idx="534">
                  <c:v>3.4</c:v>
                </c:pt>
                <c:pt idx="535">
                  <c:v>3.4</c:v>
                </c:pt>
                <c:pt idx="536">
                  <c:v>3.4</c:v>
                </c:pt>
                <c:pt idx="537">
                  <c:v>3.4</c:v>
                </c:pt>
                <c:pt idx="538">
                  <c:v>3.4</c:v>
                </c:pt>
                <c:pt idx="539">
                  <c:v>3.4</c:v>
                </c:pt>
                <c:pt idx="540">
                  <c:v>3.4</c:v>
                </c:pt>
                <c:pt idx="541">
                  <c:v>3.4</c:v>
                </c:pt>
                <c:pt idx="542">
                  <c:v>3.4</c:v>
                </c:pt>
                <c:pt idx="543">
                  <c:v>3.4</c:v>
                </c:pt>
                <c:pt idx="544">
                  <c:v>3.4</c:v>
                </c:pt>
                <c:pt idx="545">
                  <c:v>3.4</c:v>
                </c:pt>
                <c:pt idx="546">
                  <c:v>3.4</c:v>
                </c:pt>
                <c:pt idx="547">
                  <c:v>3.4</c:v>
                </c:pt>
                <c:pt idx="548">
                  <c:v>3.4</c:v>
                </c:pt>
                <c:pt idx="549">
                  <c:v>3.4</c:v>
                </c:pt>
                <c:pt idx="550">
                  <c:v>3.4</c:v>
                </c:pt>
                <c:pt idx="551">
                  <c:v>3.4</c:v>
                </c:pt>
                <c:pt idx="552">
                  <c:v>3.4</c:v>
                </c:pt>
                <c:pt idx="553">
                  <c:v>3.4</c:v>
                </c:pt>
                <c:pt idx="554">
                  <c:v>3.4</c:v>
                </c:pt>
                <c:pt idx="555">
                  <c:v>3.4</c:v>
                </c:pt>
                <c:pt idx="556">
                  <c:v>3.4</c:v>
                </c:pt>
                <c:pt idx="557">
                  <c:v>3.4</c:v>
                </c:pt>
                <c:pt idx="558">
                  <c:v>3.4</c:v>
                </c:pt>
                <c:pt idx="559">
                  <c:v>3.65</c:v>
                </c:pt>
                <c:pt idx="560">
                  <c:v>3.65</c:v>
                </c:pt>
                <c:pt idx="561">
                  <c:v>3.65</c:v>
                </c:pt>
                <c:pt idx="562">
                  <c:v>3.65</c:v>
                </c:pt>
                <c:pt idx="563">
                  <c:v>3.65</c:v>
                </c:pt>
                <c:pt idx="564">
                  <c:v>3.65</c:v>
                </c:pt>
                <c:pt idx="565">
                  <c:v>3.65</c:v>
                </c:pt>
                <c:pt idx="566">
                  <c:v>3.65</c:v>
                </c:pt>
                <c:pt idx="567">
                  <c:v>3.65</c:v>
                </c:pt>
                <c:pt idx="568">
                  <c:v>3.65</c:v>
                </c:pt>
                <c:pt idx="569">
                  <c:v>3.65</c:v>
                </c:pt>
                <c:pt idx="570">
                  <c:v>3.65</c:v>
                </c:pt>
                <c:pt idx="571">
                  <c:v>3.65</c:v>
                </c:pt>
                <c:pt idx="572">
                  <c:v>3.65</c:v>
                </c:pt>
                <c:pt idx="573">
                  <c:v>3.65</c:v>
                </c:pt>
                <c:pt idx="574">
                  <c:v>3.65</c:v>
                </c:pt>
                <c:pt idx="575">
                  <c:v>3.65</c:v>
                </c:pt>
                <c:pt idx="576">
                  <c:v>3.65</c:v>
                </c:pt>
                <c:pt idx="577">
                  <c:v>3.65</c:v>
                </c:pt>
                <c:pt idx="578">
                  <c:v>3.65</c:v>
                </c:pt>
                <c:pt idx="579">
                  <c:v>3.65</c:v>
                </c:pt>
                <c:pt idx="580">
                  <c:v>3.65</c:v>
                </c:pt>
                <c:pt idx="581">
                  <c:v>3.65</c:v>
                </c:pt>
                <c:pt idx="582">
                  <c:v>3.65</c:v>
                </c:pt>
                <c:pt idx="583">
                  <c:v>3.65</c:v>
                </c:pt>
                <c:pt idx="584">
                  <c:v>3.65</c:v>
                </c:pt>
                <c:pt idx="585">
                  <c:v>3.65</c:v>
                </c:pt>
                <c:pt idx="586">
                  <c:v>3.65</c:v>
                </c:pt>
                <c:pt idx="587">
                  <c:v>3.65</c:v>
                </c:pt>
                <c:pt idx="588">
                  <c:v>3.65</c:v>
                </c:pt>
                <c:pt idx="589">
                  <c:v>3.65</c:v>
                </c:pt>
                <c:pt idx="590">
                  <c:v>3.65</c:v>
                </c:pt>
                <c:pt idx="591">
                  <c:v>3.65</c:v>
                </c:pt>
                <c:pt idx="592">
                  <c:v>3.65</c:v>
                </c:pt>
                <c:pt idx="593">
                  <c:v>3.65</c:v>
                </c:pt>
                <c:pt idx="594">
                  <c:v>3.65</c:v>
                </c:pt>
                <c:pt idx="595">
                  <c:v>3.65</c:v>
                </c:pt>
                <c:pt idx="596">
                  <c:v>3.65</c:v>
                </c:pt>
                <c:pt idx="597">
                  <c:v>3.65</c:v>
                </c:pt>
                <c:pt idx="598">
                  <c:v>3.65</c:v>
                </c:pt>
                <c:pt idx="599">
                  <c:v>3.65</c:v>
                </c:pt>
                <c:pt idx="600">
                  <c:v>3.65</c:v>
                </c:pt>
                <c:pt idx="601">
                  <c:v>3.65</c:v>
                </c:pt>
                <c:pt idx="602">
                  <c:v>3.65</c:v>
                </c:pt>
                <c:pt idx="603">
                  <c:v>3.65</c:v>
                </c:pt>
                <c:pt idx="604">
                  <c:v>3.65</c:v>
                </c:pt>
                <c:pt idx="605">
                  <c:v>3.65</c:v>
                </c:pt>
                <c:pt idx="606">
                  <c:v>3.65</c:v>
                </c:pt>
                <c:pt idx="607">
                  <c:v>3.65</c:v>
                </c:pt>
                <c:pt idx="608">
                  <c:v>3.65</c:v>
                </c:pt>
                <c:pt idx="609">
                  <c:v>3.65</c:v>
                </c:pt>
                <c:pt idx="610">
                  <c:v>3.65</c:v>
                </c:pt>
                <c:pt idx="611">
                  <c:v>3.65</c:v>
                </c:pt>
                <c:pt idx="612">
                  <c:v>3.65</c:v>
                </c:pt>
                <c:pt idx="613">
                  <c:v>3.65</c:v>
                </c:pt>
                <c:pt idx="614">
                  <c:v>3.65</c:v>
                </c:pt>
                <c:pt idx="615">
                  <c:v>3.9</c:v>
                </c:pt>
                <c:pt idx="616">
                  <c:v>3.9</c:v>
                </c:pt>
                <c:pt idx="617">
                  <c:v>3.9</c:v>
                </c:pt>
                <c:pt idx="618">
                  <c:v>3.9</c:v>
                </c:pt>
                <c:pt idx="619">
                  <c:v>3.9</c:v>
                </c:pt>
                <c:pt idx="620">
                  <c:v>3.9</c:v>
                </c:pt>
                <c:pt idx="621">
                  <c:v>3.9</c:v>
                </c:pt>
                <c:pt idx="622">
                  <c:v>3.9</c:v>
                </c:pt>
                <c:pt idx="623">
                  <c:v>3.9</c:v>
                </c:pt>
                <c:pt idx="624">
                  <c:v>3.9</c:v>
                </c:pt>
                <c:pt idx="625">
                  <c:v>3.9</c:v>
                </c:pt>
                <c:pt idx="626">
                  <c:v>3.9</c:v>
                </c:pt>
                <c:pt idx="627">
                  <c:v>3.9</c:v>
                </c:pt>
                <c:pt idx="628">
                  <c:v>3.9</c:v>
                </c:pt>
                <c:pt idx="629">
                  <c:v>3.9</c:v>
                </c:pt>
                <c:pt idx="630">
                  <c:v>3.9</c:v>
                </c:pt>
                <c:pt idx="631">
                  <c:v>3.9</c:v>
                </c:pt>
                <c:pt idx="632">
                  <c:v>3.9</c:v>
                </c:pt>
                <c:pt idx="633">
                  <c:v>3.9</c:v>
                </c:pt>
                <c:pt idx="634">
                  <c:v>3.9</c:v>
                </c:pt>
                <c:pt idx="635">
                  <c:v>3.9</c:v>
                </c:pt>
                <c:pt idx="636">
                  <c:v>3.9</c:v>
                </c:pt>
                <c:pt idx="637">
                  <c:v>3.9</c:v>
                </c:pt>
                <c:pt idx="638">
                  <c:v>3.9</c:v>
                </c:pt>
                <c:pt idx="639">
                  <c:v>3.9</c:v>
                </c:pt>
                <c:pt idx="640">
                  <c:v>3.9</c:v>
                </c:pt>
                <c:pt idx="641">
                  <c:v>3.9</c:v>
                </c:pt>
                <c:pt idx="642">
                  <c:v>3.9</c:v>
                </c:pt>
                <c:pt idx="643">
                  <c:v>3.9</c:v>
                </c:pt>
                <c:pt idx="644">
                  <c:v>3.9</c:v>
                </c:pt>
                <c:pt idx="645">
                  <c:v>3.9</c:v>
                </c:pt>
                <c:pt idx="646">
                  <c:v>3.9</c:v>
                </c:pt>
                <c:pt idx="647">
                  <c:v>3.9</c:v>
                </c:pt>
                <c:pt idx="648">
                  <c:v>3.9</c:v>
                </c:pt>
                <c:pt idx="649">
                  <c:v>3.9</c:v>
                </c:pt>
                <c:pt idx="650">
                  <c:v>4.5</c:v>
                </c:pt>
                <c:pt idx="651">
                  <c:v>4.5</c:v>
                </c:pt>
                <c:pt idx="652">
                  <c:v>4.5</c:v>
                </c:pt>
                <c:pt idx="653">
                  <c:v>4.5</c:v>
                </c:pt>
                <c:pt idx="654">
                  <c:v>4.5</c:v>
                </c:pt>
                <c:pt idx="655">
                  <c:v>4.5</c:v>
                </c:pt>
                <c:pt idx="656">
                  <c:v>4.5</c:v>
                </c:pt>
                <c:pt idx="657">
                  <c:v>4.5</c:v>
                </c:pt>
                <c:pt idx="658">
                  <c:v>4.5</c:v>
                </c:pt>
                <c:pt idx="659">
                  <c:v>4.5</c:v>
                </c:pt>
                <c:pt idx="660">
                  <c:v>4.5</c:v>
                </c:pt>
                <c:pt idx="661">
                  <c:v>4.5</c:v>
                </c:pt>
                <c:pt idx="662">
                  <c:v>4.5</c:v>
                </c:pt>
                <c:pt idx="663">
                  <c:v>4.5</c:v>
                </c:pt>
                <c:pt idx="664">
                  <c:v>4.5</c:v>
                </c:pt>
                <c:pt idx="665">
                  <c:v>4.5</c:v>
                </c:pt>
                <c:pt idx="666">
                  <c:v>4.5</c:v>
                </c:pt>
                <c:pt idx="667">
                  <c:v>4.5</c:v>
                </c:pt>
                <c:pt idx="668">
                  <c:v>4.5</c:v>
                </c:pt>
                <c:pt idx="669">
                  <c:v>4.5</c:v>
                </c:pt>
                <c:pt idx="670">
                  <c:v>4.5</c:v>
                </c:pt>
                <c:pt idx="671">
                  <c:v>4.5</c:v>
                </c:pt>
                <c:pt idx="672">
                  <c:v>4.5</c:v>
                </c:pt>
                <c:pt idx="673">
                  <c:v>4.5</c:v>
                </c:pt>
                <c:pt idx="674">
                  <c:v>4.5</c:v>
                </c:pt>
                <c:pt idx="675">
                  <c:v>4.5</c:v>
                </c:pt>
                <c:pt idx="676">
                  <c:v>4.5</c:v>
                </c:pt>
                <c:pt idx="677">
                  <c:v>4.5</c:v>
                </c:pt>
                <c:pt idx="678">
                  <c:v>4.5</c:v>
                </c:pt>
                <c:pt idx="679">
                  <c:v>4.5</c:v>
                </c:pt>
                <c:pt idx="680">
                  <c:v>4.5</c:v>
                </c:pt>
                <c:pt idx="681">
                  <c:v>4.5</c:v>
                </c:pt>
                <c:pt idx="682">
                  <c:v>4.5</c:v>
                </c:pt>
                <c:pt idx="683">
                  <c:v>4.5</c:v>
                </c:pt>
                <c:pt idx="684">
                  <c:v>4.5</c:v>
                </c:pt>
                <c:pt idx="685">
                  <c:v>4.5</c:v>
                </c:pt>
                <c:pt idx="686">
                  <c:v>4.5</c:v>
                </c:pt>
                <c:pt idx="687">
                  <c:v>4.5</c:v>
                </c:pt>
                <c:pt idx="688">
                  <c:v>4.5</c:v>
                </c:pt>
                <c:pt idx="689">
                  <c:v>4.5</c:v>
                </c:pt>
                <c:pt idx="690">
                  <c:v>4.5</c:v>
                </c:pt>
                <c:pt idx="691">
                  <c:v>4.5</c:v>
                </c:pt>
                <c:pt idx="692">
                  <c:v>4.5</c:v>
                </c:pt>
                <c:pt idx="693">
                  <c:v>4.5</c:v>
                </c:pt>
                <c:pt idx="694">
                  <c:v>4.5</c:v>
                </c:pt>
                <c:pt idx="695">
                  <c:v>4.5</c:v>
                </c:pt>
                <c:pt idx="696">
                  <c:v>4.5</c:v>
                </c:pt>
                <c:pt idx="697">
                  <c:v>4.5</c:v>
                </c:pt>
                <c:pt idx="698">
                  <c:v>4.5</c:v>
                </c:pt>
                <c:pt idx="699">
                  <c:v>4.5</c:v>
                </c:pt>
                <c:pt idx="700">
                  <c:v>4.5</c:v>
                </c:pt>
                <c:pt idx="701">
                  <c:v>4.5</c:v>
                </c:pt>
                <c:pt idx="702">
                  <c:v>4.5</c:v>
                </c:pt>
                <c:pt idx="703">
                  <c:v>4.5</c:v>
                </c:pt>
                <c:pt idx="704">
                  <c:v>4.5</c:v>
                </c:pt>
                <c:pt idx="705">
                  <c:v>4.5</c:v>
                </c:pt>
                <c:pt idx="706">
                  <c:v>4.5</c:v>
                </c:pt>
                <c:pt idx="707">
                  <c:v>4.5</c:v>
                </c:pt>
                <c:pt idx="708">
                  <c:v>4.5</c:v>
                </c:pt>
                <c:pt idx="709">
                  <c:v>4.5</c:v>
                </c:pt>
                <c:pt idx="710">
                  <c:v>4.5</c:v>
                </c:pt>
                <c:pt idx="711">
                  <c:v>4.5</c:v>
                </c:pt>
                <c:pt idx="712">
                  <c:v>4.5</c:v>
                </c:pt>
                <c:pt idx="713">
                  <c:v>4.5</c:v>
                </c:pt>
                <c:pt idx="714">
                  <c:v>4.5</c:v>
                </c:pt>
                <c:pt idx="715">
                  <c:v>4.5</c:v>
                </c:pt>
                <c:pt idx="716">
                  <c:v>4.5</c:v>
                </c:pt>
                <c:pt idx="717">
                  <c:v>4.5</c:v>
                </c:pt>
                <c:pt idx="718">
                  <c:v>4.5</c:v>
                </c:pt>
                <c:pt idx="719">
                  <c:v>4.5</c:v>
                </c:pt>
                <c:pt idx="720">
                  <c:v>4.5</c:v>
                </c:pt>
                <c:pt idx="721">
                  <c:v>4.5</c:v>
                </c:pt>
                <c:pt idx="722">
                  <c:v>4.5</c:v>
                </c:pt>
                <c:pt idx="723">
                  <c:v>4.5</c:v>
                </c:pt>
                <c:pt idx="724">
                  <c:v>4.5</c:v>
                </c:pt>
                <c:pt idx="725">
                  <c:v>4.5</c:v>
                </c:pt>
                <c:pt idx="726">
                  <c:v>4.5</c:v>
                </c:pt>
                <c:pt idx="727">
                  <c:v>4.5</c:v>
                </c:pt>
                <c:pt idx="728">
                  <c:v>4.5</c:v>
                </c:pt>
                <c:pt idx="729">
                  <c:v>4.5</c:v>
                </c:pt>
                <c:pt idx="730">
                  <c:v>4.5</c:v>
                </c:pt>
                <c:pt idx="731">
                  <c:v>4.5</c:v>
                </c:pt>
                <c:pt idx="732">
                  <c:v>4.5</c:v>
                </c:pt>
                <c:pt idx="733">
                  <c:v>4.5</c:v>
                </c:pt>
                <c:pt idx="734">
                  <c:v>4.5</c:v>
                </c:pt>
                <c:pt idx="735">
                  <c:v>4.5</c:v>
                </c:pt>
                <c:pt idx="736">
                  <c:v>4.5</c:v>
                </c:pt>
                <c:pt idx="737">
                  <c:v>4.5</c:v>
                </c:pt>
                <c:pt idx="738">
                  <c:v>4.5</c:v>
                </c:pt>
                <c:pt idx="739">
                  <c:v>4.5</c:v>
                </c:pt>
                <c:pt idx="740">
                  <c:v>4.5</c:v>
                </c:pt>
                <c:pt idx="741">
                  <c:v>4.5</c:v>
                </c:pt>
                <c:pt idx="742">
                  <c:v>4.5</c:v>
                </c:pt>
                <c:pt idx="743">
                  <c:v>4.5</c:v>
                </c:pt>
                <c:pt idx="744">
                  <c:v>4.5</c:v>
                </c:pt>
                <c:pt idx="745">
                  <c:v>4.5</c:v>
                </c:pt>
                <c:pt idx="746">
                  <c:v>4.5</c:v>
                </c:pt>
                <c:pt idx="747">
                  <c:v>4.5</c:v>
                </c:pt>
                <c:pt idx="748">
                  <c:v>4.75</c:v>
                </c:pt>
                <c:pt idx="749">
                  <c:v>4.75</c:v>
                </c:pt>
                <c:pt idx="750">
                  <c:v>4.75</c:v>
                </c:pt>
                <c:pt idx="751">
                  <c:v>4.75</c:v>
                </c:pt>
                <c:pt idx="752">
                  <c:v>4.75</c:v>
                </c:pt>
                <c:pt idx="753">
                  <c:v>4.75</c:v>
                </c:pt>
                <c:pt idx="754">
                  <c:v>4.75</c:v>
                </c:pt>
                <c:pt idx="755">
                  <c:v>4.75</c:v>
                </c:pt>
                <c:pt idx="756">
                  <c:v>4.75</c:v>
                </c:pt>
                <c:pt idx="757">
                  <c:v>4.75</c:v>
                </c:pt>
                <c:pt idx="758">
                  <c:v>4.75</c:v>
                </c:pt>
                <c:pt idx="759">
                  <c:v>4.75</c:v>
                </c:pt>
                <c:pt idx="760">
                  <c:v>4.75</c:v>
                </c:pt>
                <c:pt idx="761">
                  <c:v>4.75</c:v>
                </c:pt>
                <c:pt idx="762">
                  <c:v>4.75</c:v>
                </c:pt>
                <c:pt idx="763">
                  <c:v>4.75</c:v>
                </c:pt>
                <c:pt idx="764">
                  <c:v>4.75</c:v>
                </c:pt>
                <c:pt idx="765">
                  <c:v>4.75</c:v>
                </c:pt>
                <c:pt idx="766">
                  <c:v>4.75</c:v>
                </c:pt>
                <c:pt idx="767">
                  <c:v>4.75</c:v>
                </c:pt>
                <c:pt idx="768">
                  <c:v>4.75</c:v>
                </c:pt>
                <c:pt idx="769">
                  <c:v>4.75</c:v>
                </c:pt>
                <c:pt idx="770">
                  <c:v>4.75</c:v>
                </c:pt>
                <c:pt idx="771">
                  <c:v>4.75</c:v>
                </c:pt>
                <c:pt idx="772">
                  <c:v>4.75</c:v>
                </c:pt>
                <c:pt idx="773">
                  <c:v>4.75</c:v>
                </c:pt>
                <c:pt idx="774">
                  <c:v>4.75</c:v>
                </c:pt>
                <c:pt idx="775">
                  <c:v>4.75</c:v>
                </c:pt>
                <c:pt idx="776">
                  <c:v>4.75</c:v>
                </c:pt>
                <c:pt idx="777">
                  <c:v>4.75</c:v>
                </c:pt>
                <c:pt idx="778">
                  <c:v>4.75</c:v>
                </c:pt>
                <c:pt idx="779">
                  <c:v>4.75</c:v>
                </c:pt>
                <c:pt idx="780">
                  <c:v>4.75</c:v>
                </c:pt>
                <c:pt idx="781">
                  <c:v>4.75</c:v>
                </c:pt>
                <c:pt idx="782">
                  <c:v>4.75</c:v>
                </c:pt>
                <c:pt idx="783">
                  <c:v>4.75</c:v>
                </c:pt>
                <c:pt idx="784">
                  <c:v>4.75</c:v>
                </c:pt>
                <c:pt idx="785">
                  <c:v>4.75</c:v>
                </c:pt>
                <c:pt idx="786">
                  <c:v>4.75</c:v>
                </c:pt>
                <c:pt idx="787">
                  <c:v>4.75</c:v>
                </c:pt>
                <c:pt idx="788">
                  <c:v>4.75</c:v>
                </c:pt>
                <c:pt idx="789">
                  <c:v>4.75</c:v>
                </c:pt>
                <c:pt idx="790">
                  <c:v>4.75</c:v>
                </c:pt>
                <c:pt idx="791">
                  <c:v>4.75</c:v>
                </c:pt>
                <c:pt idx="792">
                  <c:v>4.75</c:v>
                </c:pt>
                <c:pt idx="793">
                  <c:v>4.75</c:v>
                </c:pt>
                <c:pt idx="794">
                  <c:v>4.75</c:v>
                </c:pt>
                <c:pt idx="795">
                  <c:v>4.75</c:v>
                </c:pt>
                <c:pt idx="796">
                  <c:v>4.75</c:v>
                </c:pt>
                <c:pt idx="797">
                  <c:v>4.75</c:v>
                </c:pt>
                <c:pt idx="798">
                  <c:v>4.75</c:v>
                </c:pt>
                <c:pt idx="799">
                  <c:v>4.75</c:v>
                </c:pt>
                <c:pt idx="800">
                  <c:v>4.75</c:v>
                </c:pt>
                <c:pt idx="801">
                  <c:v>4.75</c:v>
                </c:pt>
                <c:pt idx="802">
                  <c:v>4.75</c:v>
                </c:pt>
                <c:pt idx="803">
                  <c:v>4.75</c:v>
                </c:pt>
                <c:pt idx="804">
                  <c:v>4.75</c:v>
                </c:pt>
                <c:pt idx="805">
                  <c:v>4.75</c:v>
                </c:pt>
                <c:pt idx="806">
                  <c:v>4.75</c:v>
                </c:pt>
                <c:pt idx="807">
                  <c:v>4.75</c:v>
                </c:pt>
                <c:pt idx="808">
                  <c:v>4.75</c:v>
                </c:pt>
                <c:pt idx="809">
                  <c:v>4.75</c:v>
                </c:pt>
                <c:pt idx="810">
                  <c:v>4.75</c:v>
                </c:pt>
                <c:pt idx="811">
                  <c:v>4.75</c:v>
                </c:pt>
                <c:pt idx="812">
                  <c:v>4.75</c:v>
                </c:pt>
                <c:pt idx="813">
                  <c:v>4.75</c:v>
                </c:pt>
                <c:pt idx="814">
                  <c:v>4.75</c:v>
                </c:pt>
                <c:pt idx="815">
                  <c:v>4.75</c:v>
                </c:pt>
                <c:pt idx="816">
                  <c:v>4.75</c:v>
                </c:pt>
                <c:pt idx="817">
                  <c:v>4.75</c:v>
                </c:pt>
                <c:pt idx="818">
                  <c:v>4.75</c:v>
                </c:pt>
                <c:pt idx="819">
                  <c:v>4.75</c:v>
                </c:pt>
                <c:pt idx="820">
                  <c:v>4.75</c:v>
                </c:pt>
                <c:pt idx="821">
                  <c:v>4.75</c:v>
                </c:pt>
                <c:pt idx="822">
                  <c:v>4.75</c:v>
                </c:pt>
                <c:pt idx="823">
                  <c:v>4.75</c:v>
                </c:pt>
                <c:pt idx="824">
                  <c:v>4.75</c:v>
                </c:pt>
                <c:pt idx="825">
                  <c:v>4.75</c:v>
                </c:pt>
                <c:pt idx="826">
                  <c:v>4.75</c:v>
                </c:pt>
                <c:pt idx="827">
                  <c:v>4.75</c:v>
                </c:pt>
                <c:pt idx="828">
                  <c:v>4.75</c:v>
                </c:pt>
                <c:pt idx="829">
                  <c:v>4.75</c:v>
                </c:pt>
                <c:pt idx="830">
                  <c:v>4.75</c:v>
                </c:pt>
                <c:pt idx="831">
                  <c:v>4.75</c:v>
                </c:pt>
                <c:pt idx="832">
                  <c:v>4.75</c:v>
                </c:pt>
                <c:pt idx="833">
                  <c:v>4.75</c:v>
                </c:pt>
                <c:pt idx="834">
                  <c:v>4.75</c:v>
                </c:pt>
                <c:pt idx="835">
                  <c:v>4.75</c:v>
                </c:pt>
                <c:pt idx="836">
                  <c:v>4.75</c:v>
                </c:pt>
                <c:pt idx="837">
                  <c:v>4.75</c:v>
                </c:pt>
                <c:pt idx="838">
                  <c:v>4.75</c:v>
                </c:pt>
                <c:pt idx="839">
                  <c:v>4.75</c:v>
                </c:pt>
                <c:pt idx="840">
                  <c:v>4.75</c:v>
                </c:pt>
                <c:pt idx="841">
                  <c:v>4.75</c:v>
                </c:pt>
                <c:pt idx="842">
                  <c:v>4.75</c:v>
                </c:pt>
                <c:pt idx="843">
                  <c:v>4.75</c:v>
                </c:pt>
                <c:pt idx="844">
                  <c:v>4.75</c:v>
                </c:pt>
                <c:pt idx="845">
                  <c:v>4.75</c:v>
                </c:pt>
                <c:pt idx="846">
                  <c:v>4.75</c:v>
                </c:pt>
                <c:pt idx="847">
                  <c:v>4.75</c:v>
                </c:pt>
                <c:pt idx="848">
                  <c:v>4.75</c:v>
                </c:pt>
                <c:pt idx="849">
                  <c:v>4.75</c:v>
                </c:pt>
                <c:pt idx="850">
                  <c:v>4.75</c:v>
                </c:pt>
                <c:pt idx="851">
                  <c:v>4.75</c:v>
                </c:pt>
                <c:pt idx="852">
                  <c:v>4.75</c:v>
                </c:pt>
                <c:pt idx="853">
                  <c:v>4.75</c:v>
                </c:pt>
                <c:pt idx="854">
                  <c:v>4.75</c:v>
                </c:pt>
                <c:pt idx="855">
                  <c:v>4.75</c:v>
                </c:pt>
                <c:pt idx="856">
                  <c:v>4.75</c:v>
                </c:pt>
                <c:pt idx="857">
                  <c:v>4.75</c:v>
                </c:pt>
                <c:pt idx="858">
                  <c:v>4.75</c:v>
                </c:pt>
                <c:pt idx="859">
                  <c:v>4.75</c:v>
                </c:pt>
                <c:pt idx="860">
                  <c:v>4.75</c:v>
                </c:pt>
                <c:pt idx="861">
                  <c:v>4.75</c:v>
                </c:pt>
                <c:pt idx="862">
                  <c:v>4.75</c:v>
                </c:pt>
                <c:pt idx="863">
                  <c:v>4.75</c:v>
                </c:pt>
                <c:pt idx="864">
                  <c:v>4.75</c:v>
                </c:pt>
                <c:pt idx="865">
                  <c:v>4.75</c:v>
                </c:pt>
                <c:pt idx="866">
                  <c:v>4.75</c:v>
                </c:pt>
                <c:pt idx="867">
                  <c:v>4.75</c:v>
                </c:pt>
                <c:pt idx="868">
                  <c:v>4.75</c:v>
                </c:pt>
                <c:pt idx="869">
                  <c:v>4.75</c:v>
                </c:pt>
                <c:pt idx="870">
                  <c:v>4.75</c:v>
                </c:pt>
                <c:pt idx="871">
                  <c:v>4.75</c:v>
                </c:pt>
                <c:pt idx="872">
                  <c:v>4.75</c:v>
                </c:pt>
                <c:pt idx="873">
                  <c:v>4.75</c:v>
                </c:pt>
                <c:pt idx="874">
                  <c:v>4.75</c:v>
                </c:pt>
                <c:pt idx="875">
                  <c:v>4.75</c:v>
                </c:pt>
                <c:pt idx="876">
                  <c:v>4.75</c:v>
                </c:pt>
                <c:pt idx="877">
                  <c:v>4.75</c:v>
                </c:pt>
                <c:pt idx="878">
                  <c:v>4.75</c:v>
                </c:pt>
                <c:pt idx="879">
                  <c:v>4.75</c:v>
                </c:pt>
                <c:pt idx="880">
                  <c:v>4.75</c:v>
                </c:pt>
                <c:pt idx="881">
                  <c:v>4.75</c:v>
                </c:pt>
                <c:pt idx="882">
                  <c:v>4.75</c:v>
                </c:pt>
                <c:pt idx="883">
                  <c:v>4.75</c:v>
                </c:pt>
                <c:pt idx="884">
                  <c:v>4.75</c:v>
                </c:pt>
                <c:pt idx="885">
                  <c:v>4.75</c:v>
                </c:pt>
                <c:pt idx="886">
                  <c:v>4.75</c:v>
                </c:pt>
                <c:pt idx="887">
                  <c:v>4.75</c:v>
                </c:pt>
                <c:pt idx="888">
                  <c:v>4.75</c:v>
                </c:pt>
                <c:pt idx="889">
                  <c:v>4.75</c:v>
                </c:pt>
                <c:pt idx="890">
                  <c:v>4.75</c:v>
                </c:pt>
                <c:pt idx="891">
                  <c:v>4.75</c:v>
                </c:pt>
                <c:pt idx="892">
                  <c:v>4.75</c:v>
                </c:pt>
                <c:pt idx="893">
                  <c:v>4.75</c:v>
                </c:pt>
                <c:pt idx="894">
                  <c:v>4.75</c:v>
                </c:pt>
                <c:pt idx="895">
                  <c:v>4.75</c:v>
                </c:pt>
                <c:pt idx="896">
                  <c:v>4.75</c:v>
                </c:pt>
                <c:pt idx="897">
                  <c:v>4.75</c:v>
                </c:pt>
                <c:pt idx="898">
                  <c:v>4.75</c:v>
                </c:pt>
                <c:pt idx="899">
                  <c:v>4.75</c:v>
                </c:pt>
                <c:pt idx="900">
                  <c:v>4.75</c:v>
                </c:pt>
                <c:pt idx="901">
                  <c:v>4.75</c:v>
                </c:pt>
                <c:pt idx="902">
                  <c:v>4.75</c:v>
                </c:pt>
                <c:pt idx="903">
                  <c:v>4.75</c:v>
                </c:pt>
                <c:pt idx="904">
                  <c:v>4.75</c:v>
                </c:pt>
                <c:pt idx="905">
                  <c:v>4.75</c:v>
                </c:pt>
                <c:pt idx="906">
                  <c:v>4.75</c:v>
                </c:pt>
                <c:pt idx="907">
                  <c:v>4.75</c:v>
                </c:pt>
                <c:pt idx="908">
                  <c:v>4.75</c:v>
                </c:pt>
                <c:pt idx="909">
                  <c:v>4.75</c:v>
                </c:pt>
                <c:pt idx="910">
                  <c:v>4.75</c:v>
                </c:pt>
                <c:pt idx="911">
                  <c:v>4.75</c:v>
                </c:pt>
                <c:pt idx="912">
                  <c:v>4.75</c:v>
                </c:pt>
                <c:pt idx="913">
                  <c:v>4.75</c:v>
                </c:pt>
                <c:pt idx="914">
                  <c:v>4.75</c:v>
                </c:pt>
                <c:pt idx="915">
                  <c:v>4.75</c:v>
                </c:pt>
                <c:pt idx="916">
                  <c:v>4.75</c:v>
                </c:pt>
                <c:pt idx="917">
                  <c:v>4.75</c:v>
                </c:pt>
                <c:pt idx="918">
                  <c:v>4.75</c:v>
                </c:pt>
                <c:pt idx="919">
                  <c:v>4.75</c:v>
                </c:pt>
                <c:pt idx="920">
                  <c:v>4.75</c:v>
                </c:pt>
                <c:pt idx="921">
                  <c:v>4.75</c:v>
                </c:pt>
                <c:pt idx="922">
                  <c:v>4.75</c:v>
                </c:pt>
                <c:pt idx="923">
                  <c:v>4.75</c:v>
                </c:pt>
                <c:pt idx="924">
                  <c:v>4.75</c:v>
                </c:pt>
                <c:pt idx="925">
                  <c:v>4.75</c:v>
                </c:pt>
                <c:pt idx="926">
                  <c:v>4.75</c:v>
                </c:pt>
                <c:pt idx="927">
                  <c:v>4.75</c:v>
                </c:pt>
                <c:pt idx="928">
                  <c:v>4.75</c:v>
                </c:pt>
                <c:pt idx="929">
                  <c:v>4.75</c:v>
                </c:pt>
                <c:pt idx="930">
                  <c:v>4.75</c:v>
                </c:pt>
                <c:pt idx="931">
                  <c:v>4.75</c:v>
                </c:pt>
                <c:pt idx="932">
                  <c:v>4.75</c:v>
                </c:pt>
                <c:pt idx="933">
                  <c:v>4.75</c:v>
                </c:pt>
                <c:pt idx="934">
                  <c:v>4.75</c:v>
                </c:pt>
                <c:pt idx="935">
                  <c:v>4.75</c:v>
                </c:pt>
                <c:pt idx="936">
                  <c:v>4.75</c:v>
                </c:pt>
                <c:pt idx="937">
                  <c:v>4.75</c:v>
                </c:pt>
                <c:pt idx="938">
                  <c:v>4.75</c:v>
                </c:pt>
                <c:pt idx="939">
                  <c:v>4.75</c:v>
                </c:pt>
                <c:pt idx="940">
                  <c:v>4.75</c:v>
                </c:pt>
                <c:pt idx="941">
                  <c:v>4.75</c:v>
                </c:pt>
                <c:pt idx="942">
                  <c:v>4.75</c:v>
                </c:pt>
                <c:pt idx="943">
                  <c:v>4.75</c:v>
                </c:pt>
                <c:pt idx="944">
                  <c:v>4.75</c:v>
                </c:pt>
                <c:pt idx="945">
                  <c:v>4.75</c:v>
                </c:pt>
                <c:pt idx="946">
                  <c:v>4.75</c:v>
                </c:pt>
                <c:pt idx="947">
                  <c:v>4.75</c:v>
                </c:pt>
                <c:pt idx="948">
                  <c:v>4.75</c:v>
                </c:pt>
                <c:pt idx="949">
                  <c:v>4.75</c:v>
                </c:pt>
                <c:pt idx="950">
                  <c:v>4.75</c:v>
                </c:pt>
                <c:pt idx="951">
                  <c:v>4.75</c:v>
                </c:pt>
                <c:pt idx="952">
                  <c:v>4.75</c:v>
                </c:pt>
                <c:pt idx="953">
                  <c:v>4.75</c:v>
                </c:pt>
                <c:pt idx="954">
                  <c:v>4.75</c:v>
                </c:pt>
                <c:pt idx="955">
                  <c:v>4.75</c:v>
                </c:pt>
                <c:pt idx="956">
                  <c:v>4.75</c:v>
                </c:pt>
                <c:pt idx="957">
                  <c:v>4.75</c:v>
                </c:pt>
                <c:pt idx="958">
                  <c:v>4.75</c:v>
                </c:pt>
                <c:pt idx="959">
                  <c:v>4.75</c:v>
                </c:pt>
                <c:pt idx="960">
                  <c:v>4.75</c:v>
                </c:pt>
                <c:pt idx="961">
                  <c:v>4.75</c:v>
                </c:pt>
                <c:pt idx="962">
                  <c:v>4.75</c:v>
                </c:pt>
                <c:pt idx="963">
                  <c:v>4.75</c:v>
                </c:pt>
                <c:pt idx="964">
                  <c:v>4.75</c:v>
                </c:pt>
                <c:pt idx="965">
                  <c:v>4.75</c:v>
                </c:pt>
                <c:pt idx="966">
                  <c:v>4.75</c:v>
                </c:pt>
                <c:pt idx="967">
                  <c:v>4.75</c:v>
                </c:pt>
                <c:pt idx="968">
                  <c:v>4.75</c:v>
                </c:pt>
                <c:pt idx="969">
                  <c:v>4.75</c:v>
                </c:pt>
                <c:pt idx="970">
                  <c:v>4.75</c:v>
                </c:pt>
                <c:pt idx="971">
                  <c:v>4.75</c:v>
                </c:pt>
                <c:pt idx="972">
                  <c:v>4.75</c:v>
                </c:pt>
                <c:pt idx="973">
                  <c:v>4.75</c:v>
                </c:pt>
                <c:pt idx="974">
                  <c:v>4.75</c:v>
                </c:pt>
                <c:pt idx="975">
                  <c:v>4.75</c:v>
                </c:pt>
                <c:pt idx="976">
                  <c:v>4.75</c:v>
                </c:pt>
                <c:pt idx="977">
                  <c:v>4.75</c:v>
                </c:pt>
                <c:pt idx="978">
                  <c:v>4.75</c:v>
                </c:pt>
                <c:pt idx="979">
                  <c:v>4.75</c:v>
                </c:pt>
                <c:pt idx="980">
                  <c:v>4.75</c:v>
                </c:pt>
                <c:pt idx="981">
                  <c:v>4.75</c:v>
                </c:pt>
                <c:pt idx="982">
                  <c:v>4.75</c:v>
                </c:pt>
                <c:pt idx="983">
                  <c:v>4.75</c:v>
                </c:pt>
                <c:pt idx="984">
                  <c:v>4.75</c:v>
                </c:pt>
                <c:pt idx="985">
                  <c:v>4.75</c:v>
                </c:pt>
                <c:pt idx="986">
                  <c:v>4.75</c:v>
                </c:pt>
                <c:pt idx="987">
                  <c:v>4.75</c:v>
                </c:pt>
                <c:pt idx="988">
                  <c:v>4.75</c:v>
                </c:pt>
                <c:pt idx="989">
                  <c:v>4.75</c:v>
                </c:pt>
                <c:pt idx="990">
                  <c:v>4.75</c:v>
                </c:pt>
                <c:pt idx="991">
                  <c:v>4.75</c:v>
                </c:pt>
                <c:pt idx="992">
                  <c:v>4.75</c:v>
                </c:pt>
                <c:pt idx="993">
                  <c:v>4.75</c:v>
                </c:pt>
                <c:pt idx="994">
                  <c:v>4.75</c:v>
                </c:pt>
                <c:pt idx="995">
                  <c:v>4.75</c:v>
                </c:pt>
                <c:pt idx="996">
                  <c:v>4.75</c:v>
                </c:pt>
                <c:pt idx="997">
                  <c:v>4.75</c:v>
                </c:pt>
                <c:pt idx="998">
                  <c:v>4.75</c:v>
                </c:pt>
                <c:pt idx="999">
                  <c:v>4.75</c:v>
                </c:pt>
                <c:pt idx="1000">
                  <c:v>4.75</c:v>
                </c:pt>
                <c:pt idx="1001">
                  <c:v>4.75</c:v>
                </c:pt>
                <c:pt idx="1002">
                  <c:v>4.75</c:v>
                </c:pt>
                <c:pt idx="1003">
                  <c:v>4.75</c:v>
                </c:pt>
                <c:pt idx="1004">
                  <c:v>4.75</c:v>
                </c:pt>
                <c:pt idx="1005">
                  <c:v>4.75</c:v>
                </c:pt>
                <c:pt idx="1006">
                  <c:v>4.75</c:v>
                </c:pt>
                <c:pt idx="1007">
                  <c:v>4.75</c:v>
                </c:pt>
                <c:pt idx="1008">
                  <c:v>4.75</c:v>
                </c:pt>
                <c:pt idx="1009">
                  <c:v>4.75</c:v>
                </c:pt>
                <c:pt idx="1010">
                  <c:v>4.75</c:v>
                </c:pt>
                <c:pt idx="1011">
                  <c:v>4.75</c:v>
                </c:pt>
                <c:pt idx="1012">
                  <c:v>4.75</c:v>
                </c:pt>
                <c:pt idx="1013">
                  <c:v>4.75</c:v>
                </c:pt>
                <c:pt idx="1014">
                  <c:v>4.5</c:v>
                </c:pt>
                <c:pt idx="1015">
                  <c:v>4.5</c:v>
                </c:pt>
                <c:pt idx="1016">
                  <c:v>4.5</c:v>
                </c:pt>
                <c:pt idx="1017">
                  <c:v>4.5</c:v>
                </c:pt>
                <c:pt idx="1018">
                  <c:v>4.5</c:v>
                </c:pt>
                <c:pt idx="1019">
                  <c:v>4.5</c:v>
                </c:pt>
                <c:pt idx="1020">
                  <c:v>4.5</c:v>
                </c:pt>
                <c:pt idx="1021">
                  <c:v>4.5</c:v>
                </c:pt>
                <c:pt idx="1022">
                  <c:v>4.5</c:v>
                </c:pt>
                <c:pt idx="1023">
                  <c:v>4.5</c:v>
                </c:pt>
                <c:pt idx="1024">
                  <c:v>4.5</c:v>
                </c:pt>
                <c:pt idx="1025">
                  <c:v>4.5</c:v>
                </c:pt>
                <c:pt idx="1026">
                  <c:v>4.5</c:v>
                </c:pt>
                <c:pt idx="1027">
                  <c:v>4.5</c:v>
                </c:pt>
                <c:pt idx="1028">
                  <c:v>4.5</c:v>
                </c:pt>
                <c:pt idx="1029">
                  <c:v>4.5</c:v>
                </c:pt>
                <c:pt idx="1030">
                  <c:v>4.5</c:v>
                </c:pt>
                <c:pt idx="1031">
                  <c:v>4.5</c:v>
                </c:pt>
                <c:pt idx="1032">
                  <c:v>4.5</c:v>
                </c:pt>
                <c:pt idx="1033">
                  <c:v>4.5</c:v>
                </c:pt>
                <c:pt idx="1034">
                  <c:v>4.5</c:v>
                </c:pt>
                <c:pt idx="1035">
                  <c:v>4.5</c:v>
                </c:pt>
                <c:pt idx="1036">
                  <c:v>4.5</c:v>
                </c:pt>
                <c:pt idx="1037">
                  <c:v>4.5</c:v>
                </c:pt>
                <c:pt idx="1038">
                  <c:v>4.5</c:v>
                </c:pt>
                <c:pt idx="1039">
                  <c:v>4.5</c:v>
                </c:pt>
                <c:pt idx="1040">
                  <c:v>4.5</c:v>
                </c:pt>
                <c:pt idx="1041">
                  <c:v>4.5</c:v>
                </c:pt>
                <c:pt idx="1042">
                  <c:v>4.5</c:v>
                </c:pt>
                <c:pt idx="1043">
                  <c:v>4.5</c:v>
                </c:pt>
                <c:pt idx="1044">
                  <c:v>4.5</c:v>
                </c:pt>
                <c:pt idx="1045">
                  <c:v>4.5</c:v>
                </c:pt>
                <c:pt idx="1046">
                  <c:v>4.5</c:v>
                </c:pt>
                <c:pt idx="1047">
                  <c:v>4.5</c:v>
                </c:pt>
                <c:pt idx="1048">
                  <c:v>4.5</c:v>
                </c:pt>
                <c:pt idx="1049">
                  <c:v>4.5</c:v>
                </c:pt>
                <c:pt idx="1050">
                  <c:v>4.5</c:v>
                </c:pt>
                <c:pt idx="1051">
                  <c:v>4.5</c:v>
                </c:pt>
                <c:pt idx="1052">
                  <c:v>4.5</c:v>
                </c:pt>
                <c:pt idx="1053">
                  <c:v>4.5</c:v>
                </c:pt>
                <c:pt idx="1054">
                  <c:v>4.5</c:v>
                </c:pt>
                <c:pt idx="1055">
                  <c:v>4.5</c:v>
                </c:pt>
                <c:pt idx="1056">
                  <c:v>4.5</c:v>
                </c:pt>
                <c:pt idx="1057">
                  <c:v>4.5</c:v>
                </c:pt>
                <c:pt idx="1058">
                  <c:v>4.5</c:v>
                </c:pt>
                <c:pt idx="1059">
                  <c:v>4.5</c:v>
                </c:pt>
                <c:pt idx="1060">
                  <c:v>4.5</c:v>
                </c:pt>
                <c:pt idx="1061">
                  <c:v>4.5</c:v>
                </c:pt>
                <c:pt idx="1062">
                  <c:v>4.5</c:v>
                </c:pt>
                <c:pt idx="1063">
                  <c:v>4.25</c:v>
                </c:pt>
                <c:pt idx="1064">
                  <c:v>4.25</c:v>
                </c:pt>
                <c:pt idx="1065">
                  <c:v>4.25</c:v>
                </c:pt>
                <c:pt idx="1066">
                  <c:v>4.25</c:v>
                </c:pt>
                <c:pt idx="1067">
                  <c:v>4.25</c:v>
                </c:pt>
                <c:pt idx="1068">
                  <c:v>4.25</c:v>
                </c:pt>
                <c:pt idx="1069">
                  <c:v>4.25</c:v>
                </c:pt>
                <c:pt idx="1070">
                  <c:v>4.25</c:v>
                </c:pt>
                <c:pt idx="1071">
                  <c:v>4.25</c:v>
                </c:pt>
                <c:pt idx="1072">
                  <c:v>4.25</c:v>
                </c:pt>
                <c:pt idx="1073">
                  <c:v>4.25</c:v>
                </c:pt>
                <c:pt idx="1074">
                  <c:v>4.25</c:v>
                </c:pt>
                <c:pt idx="1075">
                  <c:v>4.25</c:v>
                </c:pt>
                <c:pt idx="1076">
                  <c:v>4.25</c:v>
                </c:pt>
                <c:pt idx="1077">
                  <c:v>4.25</c:v>
                </c:pt>
                <c:pt idx="1078">
                  <c:v>4.25</c:v>
                </c:pt>
                <c:pt idx="1079">
                  <c:v>4.25</c:v>
                </c:pt>
                <c:pt idx="1080">
                  <c:v>4.25</c:v>
                </c:pt>
                <c:pt idx="1081">
                  <c:v>4.25</c:v>
                </c:pt>
                <c:pt idx="1082">
                  <c:v>4.25</c:v>
                </c:pt>
                <c:pt idx="1083">
                  <c:v>4.25</c:v>
                </c:pt>
                <c:pt idx="1084">
                  <c:v>4.25</c:v>
                </c:pt>
                <c:pt idx="1085">
                  <c:v>4.25</c:v>
                </c:pt>
                <c:pt idx="1086">
                  <c:v>4.25</c:v>
                </c:pt>
                <c:pt idx="1087">
                  <c:v>4.25</c:v>
                </c:pt>
                <c:pt idx="1088">
                  <c:v>4.25</c:v>
                </c:pt>
                <c:pt idx="1089">
                  <c:v>4.25</c:v>
                </c:pt>
                <c:pt idx="1090">
                  <c:v>4.25</c:v>
                </c:pt>
                <c:pt idx="1091">
                  <c:v>4.25</c:v>
                </c:pt>
                <c:pt idx="1092">
                  <c:v>4.25</c:v>
                </c:pt>
                <c:pt idx="1093">
                  <c:v>4.25</c:v>
                </c:pt>
                <c:pt idx="1094">
                  <c:v>4.25</c:v>
                </c:pt>
                <c:pt idx="1095">
                  <c:v>4.25</c:v>
                </c:pt>
                <c:pt idx="1096">
                  <c:v>4.25</c:v>
                </c:pt>
                <c:pt idx="1097">
                  <c:v>4.25</c:v>
                </c:pt>
                <c:pt idx="1098">
                  <c:v>4.25</c:v>
                </c:pt>
                <c:pt idx="1099">
                  <c:v>4.25</c:v>
                </c:pt>
                <c:pt idx="1100">
                  <c:v>4.25</c:v>
                </c:pt>
                <c:pt idx="1101">
                  <c:v>4.25</c:v>
                </c:pt>
                <c:pt idx="1102">
                  <c:v>4.25</c:v>
                </c:pt>
                <c:pt idx="1103">
                  <c:v>4.25</c:v>
                </c:pt>
                <c:pt idx="1104">
                  <c:v>4.25</c:v>
                </c:pt>
                <c:pt idx="1105">
                  <c:v>4</c:v>
                </c:pt>
                <c:pt idx="1106">
                  <c:v>4</c:v>
                </c:pt>
                <c:pt idx="1107">
                  <c:v>4</c:v>
                </c:pt>
                <c:pt idx="1108">
                  <c:v>4</c:v>
                </c:pt>
                <c:pt idx="1109">
                  <c:v>4</c:v>
                </c:pt>
                <c:pt idx="1110">
                  <c:v>4</c:v>
                </c:pt>
                <c:pt idx="1111">
                  <c:v>4</c:v>
                </c:pt>
                <c:pt idx="1112">
                  <c:v>4</c:v>
                </c:pt>
                <c:pt idx="1113">
                  <c:v>4</c:v>
                </c:pt>
                <c:pt idx="1114">
                  <c:v>4</c:v>
                </c:pt>
                <c:pt idx="1115">
                  <c:v>4</c:v>
                </c:pt>
                <c:pt idx="1116">
                  <c:v>4</c:v>
                </c:pt>
                <c:pt idx="1117">
                  <c:v>4</c:v>
                </c:pt>
                <c:pt idx="1118">
                  <c:v>4</c:v>
                </c:pt>
                <c:pt idx="1119">
                  <c:v>4</c:v>
                </c:pt>
                <c:pt idx="1120">
                  <c:v>4</c:v>
                </c:pt>
                <c:pt idx="1121">
                  <c:v>4</c:v>
                </c:pt>
                <c:pt idx="1122">
                  <c:v>4</c:v>
                </c:pt>
                <c:pt idx="1123">
                  <c:v>4</c:v>
                </c:pt>
                <c:pt idx="1124">
                  <c:v>4</c:v>
                </c:pt>
                <c:pt idx="1125">
                  <c:v>4</c:v>
                </c:pt>
                <c:pt idx="1126">
                  <c:v>4</c:v>
                </c:pt>
                <c:pt idx="1127">
                  <c:v>4</c:v>
                </c:pt>
                <c:pt idx="1128">
                  <c:v>4</c:v>
                </c:pt>
                <c:pt idx="1129">
                  <c:v>4</c:v>
                </c:pt>
                <c:pt idx="1130">
                  <c:v>4</c:v>
                </c:pt>
                <c:pt idx="1131">
                  <c:v>4</c:v>
                </c:pt>
                <c:pt idx="1132">
                  <c:v>4</c:v>
                </c:pt>
                <c:pt idx="1133">
                  <c:v>4</c:v>
                </c:pt>
                <c:pt idx="1134">
                  <c:v>4</c:v>
                </c:pt>
                <c:pt idx="1135">
                  <c:v>4</c:v>
                </c:pt>
                <c:pt idx="1136">
                  <c:v>4</c:v>
                </c:pt>
                <c:pt idx="1137">
                  <c:v>4</c:v>
                </c:pt>
                <c:pt idx="1138">
                  <c:v>4</c:v>
                </c:pt>
                <c:pt idx="1139">
                  <c:v>4</c:v>
                </c:pt>
                <c:pt idx="1140">
                  <c:v>4</c:v>
                </c:pt>
                <c:pt idx="1141">
                  <c:v>4</c:v>
                </c:pt>
                <c:pt idx="1142">
                  <c:v>4</c:v>
                </c:pt>
                <c:pt idx="1143">
                  <c:v>4</c:v>
                </c:pt>
                <c:pt idx="1144">
                  <c:v>4</c:v>
                </c:pt>
                <c:pt idx="1145">
                  <c:v>4</c:v>
                </c:pt>
                <c:pt idx="1146">
                  <c:v>4</c:v>
                </c:pt>
                <c:pt idx="1147">
                  <c:v>3.75</c:v>
                </c:pt>
                <c:pt idx="1148">
                  <c:v>3.75</c:v>
                </c:pt>
                <c:pt idx="1149">
                  <c:v>3.75</c:v>
                </c:pt>
                <c:pt idx="1150">
                  <c:v>3.75</c:v>
                </c:pt>
                <c:pt idx="1151">
                  <c:v>3.75</c:v>
                </c:pt>
                <c:pt idx="1152">
                  <c:v>3.75</c:v>
                </c:pt>
                <c:pt idx="1153">
                  <c:v>3.75</c:v>
                </c:pt>
                <c:pt idx="1154">
                  <c:v>3.75</c:v>
                </c:pt>
                <c:pt idx="1155">
                  <c:v>3.75</c:v>
                </c:pt>
                <c:pt idx="1156">
                  <c:v>3.75</c:v>
                </c:pt>
                <c:pt idx="1157">
                  <c:v>3.75</c:v>
                </c:pt>
                <c:pt idx="1158">
                  <c:v>3.75</c:v>
                </c:pt>
                <c:pt idx="1159">
                  <c:v>3.75</c:v>
                </c:pt>
                <c:pt idx="1160">
                  <c:v>3.75</c:v>
                </c:pt>
                <c:pt idx="1161">
                  <c:v>3.75</c:v>
                </c:pt>
                <c:pt idx="1162">
                  <c:v>3.75</c:v>
                </c:pt>
                <c:pt idx="1163">
                  <c:v>3.75</c:v>
                </c:pt>
                <c:pt idx="1164">
                  <c:v>3.75</c:v>
                </c:pt>
                <c:pt idx="1165">
                  <c:v>3.75</c:v>
                </c:pt>
                <c:pt idx="1166">
                  <c:v>3.75</c:v>
                </c:pt>
                <c:pt idx="1167">
                  <c:v>3.75</c:v>
                </c:pt>
                <c:pt idx="1168">
                  <c:v>3.75</c:v>
                </c:pt>
                <c:pt idx="1169">
                  <c:v>3.75</c:v>
                </c:pt>
                <c:pt idx="1170">
                  <c:v>3.75</c:v>
                </c:pt>
                <c:pt idx="1171">
                  <c:v>3.75</c:v>
                </c:pt>
                <c:pt idx="1172">
                  <c:v>3.75</c:v>
                </c:pt>
                <c:pt idx="1173">
                  <c:v>3.75</c:v>
                </c:pt>
                <c:pt idx="1174">
                  <c:v>3.75</c:v>
                </c:pt>
                <c:pt idx="1175">
                  <c:v>3.75</c:v>
                </c:pt>
                <c:pt idx="1176">
                  <c:v>3.75</c:v>
                </c:pt>
                <c:pt idx="1177">
                  <c:v>3.75</c:v>
                </c:pt>
                <c:pt idx="1178">
                  <c:v>3.75</c:v>
                </c:pt>
                <c:pt idx="1179">
                  <c:v>3.75</c:v>
                </c:pt>
                <c:pt idx="1180">
                  <c:v>3.75</c:v>
                </c:pt>
                <c:pt idx="1181">
                  <c:v>3.75</c:v>
                </c:pt>
                <c:pt idx="1182">
                  <c:v>3.75</c:v>
                </c:pt>
                <c:pt idx="1183">
                  <c:v>3.75</c:v>
                </c:pt>
                <c:pt idx="1184">
                  <c:v>3.75</c:v>
                </c:pt>
                <c:pt idx="1185">
                  <c:v>3.75</c:v>
                </c:pt>
                <c:pt idx="1186">
                  <c:v>3.75</c:v>
                </c:pt>
                <c:pt idx="1187">
                  <c:v>3.75</c:v>
                </c:pt>
                <c:pt idx="1188">
                  <c:v>3.75</c:v>
                </c:pt>
                <c:pt idx="1189">
                  <c:v>3.75</c:v>
                </c:pt>
                <c:pt idx="1190">
                  <c:v>3.75</c:v>
                </c:pt>
                <c:pt idx="1191">
                  <c:v>3.75</c:v>
                </c:pt>
                <c:pt idx="1192">
                  <c:v>3.75</c:v>
                </c:pt>
                <c:pt idx="1193">
                  <c:v>3.75</c:v>
                </c:pt>
                <c:pt idx="1194">
                  <c:v>3.75</c:v>
                </c:pt>
                <c:pt idx="1195">
                  <c:v>3.75</c:v>
                </c:pt>
                <c:pt idx="1196">
                  <c:v>3.25</c:v>
                </c:pt>
                <c:pt idx="1197">
                  <c:v>3.25</c:v>
                </c:pt>
                <c:pt idx="1198">
                  <c:v>3.25</c:v>
                </c:pt>
                <c:pt idx="1199">
                  <c:v>3.25</c:v>
                </c:pt>
                <c:pt idx="1200">
                  <c:v>3.25</c:v>
                </c:pt>
                <c:pt idx="1201">
                  <c:v>3.25</c:v>
                </c:pt>
                <c:pt idx="1202">
                  <c:v>3.25</c:v>
                </c:pt>
                <c:pt idx="1203">
                  <c:v>3.25</c:v>
                </c:pt>
                <c:pt idx="1204">
                  <c:v>3.25</c:v>
                </c:pt>
                <c:pt idx="1205">
                  <c:v>3.25</c:v>
                </c:pt>
                <c:pt idx="1206">
                  <c:v>3.25</c:v>
                </c:pt>
                <c:pt idx="1207">
                  <c:v>3.25</c:v>
                </c:pt>
                <c:pt idx="1208">
                  <c:v>3.25</c:v>
                </c:pt>
                <c:pt idx="1209">
                  <c:v>3.25</c:v>
                </c:pt>
                <c:pt idx="1210">
                  <c:v>3.25</c:v>
                </c:pt>
                <c:pt idx="1211">
                  <c:v>3.25</c:v>
                </c:pt>
                <c:pt idx="1212">
                  <c:v>3.25</c:v>
                </c:pt>
                <c:pt idx="1213">
                  <c:v>3.25</c:v>
                </c:pt>
                <c:pt idx="1214">
                  <c:v>3.25</c:v>
                </c:pt>
                <c:pt idx="1215">
                  <c:v>3.25</c:v>
                </c:pt>
                <c:pt idx="1216">
                  <c:v>3.25</c:v>
                </c:pt>
                <c:pt idx="1217">
                  <c:v>3.25</c:v>
                </c:pt>
                <c:pt idx="1218">
                  <c:v>3.25</c:v>
                </c:pt>
                <c:pt idx="1219">
                  <c:v>3.25</c:v>
                </c:pt>
                <c:pt idx="1220">
                  <c:v>3.25</c:v>
                </c:pt>
                <c:pt idx="1221">
                  <c:v>3.25</c:v>
                </c:pt>
                <c:pt idx="1222">
                  <c:v>3.25</c:v>
                </c:pt>
                <c:pt idx="1223">
                  <c:v>3.25</c:v>
                </c:pt>
                <c:pt idx="1224">
                  <c:v>3.25</c:v>
                </c:pt>
                <c:pt idx="1225">
                  <c:v>3.25</c:v>
                </c:pt>
                <c:pt idx="1226">
                  <c:v>3.25</c:v>
                </c:pt>
                <c:pt idx="1227">
                  <c:v>3.25</c:v>
                </c:pt>
                <c:pt idx="1228">
                  <c:v>3.25</c:v>
                </c:pt>
                <c:pt idx="1229">
                  <c:v>3.25</c:v>
                </c:pt>
                <c:pt idx="1230">
                  <c:v>3.25</c:v>
                </c:pt>
                <c:pt idx="1231">
                  <c:v>3.25</c:v>
                </c:pt>
                <c:pt idx="1232">
                  <c:v>3.25</c:v>
                </c:pt>
                <c:pt idx="1233">
                  <c:v>3.25</c:v>
                </c:pt>
                <c:pt idx="1234">
                  <c:v>3.25</c:v>
                </c:pt>
                <c:pt idx="1235">
                  <c:v>3.25</c:v>
                </c:pt>
                <c:pt idx="1236">
                  <c:v>3.25</c:v>
                </c:pt>
                <c:pt idx="1237">
                  <c:v>3.25</c:v>
                </c:pt>
                <c:pt idx="1238">
                  <c:v>2.75</c:v>
                </c:pt>
                <c:pt idx="1239">
                  <c:v>2.75</c:v>
                </c:pt>
                <c:pt idx="1240">
                  <c:v>2.75</c:v>
                </c:pt>
                <c:pt idx="1241">
                  <c:v>2.75</c:v>
                </c:pt>
                <c:pt idx="1242">
                  <c:v>2.75</c:v>
                </c:pt>
                <c:pt idx="1243">
                  <c:v>2.75</c:v>
                </c:pt>
                <c:pt idx="1244">
                  <c:v>2.75</c:v>
                </c:pt>
                <c:pt idx="1245">
                  <c:v>2.75</c:v>
                </c:pt>
                <c:pt idx="1246">
                  <c:v>2.75</c:v>
                </c:pt>
                <c:pt idx="1247">
                  <c:v>2.75</c:v>
                </c:pt>
                <c:pt idx="1248">
                  <c:v>2.75</c:v>
                </c:pt>
                <c:pt idx="1249">
                  <c:v>2.75</c:v>
                </c:pt>
                <c:pt idx="1250">
                  <c:v>2.75</c:v>
                </c:pt>
                <c:pt idx="1251">
                  <c:v>2.75</c:v>
                </c:pt>
                <c:pt idx="1252">
                  <c:v>2.75</c:v>
                </c:pt>
                <c:pt idx="1253">
                  <c:v>2.75</c:v>
                </c:pt>
                <c:pt idx="1254">
                  <c:v>2.75</c:v>
                </c:pt>
                <c:pt idx="1255">
                  <c:v>2.75</c:v>
                </c:pt>
                <c:pt idx="1256">
                  <c:v>2.75</c:v>
                </c:pt>
                <c:pt idx="1257">
                  <c:v>2.75</c:v>
                </c:pt>
                <c:pt idx="1258">
                  <c:v>2.75</c:v>
                </c:pt>
                <c:pt idx="1259">
                  <c:v>2.75</c:v>
                </c:pt>
                <c:pt idx="1260">
                  <c:v>2.75</c:v>
                </c:pt>
                <c:pt idx="1261">
                  <c:v>2.75</c:v>
                </c:pt>
                <c:pt idx="1262">
                  <c:v>2.75</c:v>
                </c:pt>
                <c:pt idx="1263">
                  <c:v>2.75</c:v>
                </c:pt>
                <c:pt idx="1264">
                  <c:v>2.75</c:v>
                </c:pt>
                <c:pt idx="1265">
                  <c:v>2.75</c:v>
                </c:pt>
                <c:pt idx="1266">
                  <c:v>2.75</c:v>
                </c:pt>
                <c:pt idx="1267">
                  <c:v>2.75</c:v>
                </c:pt>
                <c:pt idx="1268">
                  <c:v>2.75</c:v>
                </c:pt>
                <c:pt idx="1269">
                  <c:v>2.75</c:v>
                </c:pt>
                <c:pt idx="1270">
                  <c:v>2.75</c:v>
                </c:pt>
                <c:pt idx="1271">
                  <c:v>2.75</c:v>
                </c:pt>
                <c:pt idx="1272">
                  <c:v>2.75</c:v>
                </c:pt>
                <c:pt idx="1273">
                  <c:v>2.75</c:v>
                </c:pt>
                <c:pt idx="1274">
                  <c:v>2.75</c:v>
                </c:pt>
                <c:pt idx="1275">
                  <c:v>2.75</c:v>
                </c:pt>
                <c:pt idx="1276">
                  <c:v>2.75</c:v>
                </c:pt>
                <c:pt idx="1277">
                  <c:v>2.75</c:v>
                </c:pt>
                <c:pt idx="1278">
                  <c:v>2.75</c:v>
                </c:pt>
                <c:pt idx="1279">
                  <c:v>2.75</c:v>
                </c:pt>
                <c:pt idx="1280">
                  <c:v>2.75</c:v>
                </c:pt>
                <c:pt idx="1281">
                  <c:v>2.75</c:v>
                </c:pt>
                <c:pt idx="1282">
                  <c:v>2.75</c:v>
                </c:pt>
                <c:pt idx="1283">
                  <c:v>2.75</c:v>
                </c:pt>
                <c:pt idx="1284">
                  <c:v>2.75</c:v>
                </c:pt>
                <c:pt idx="1285">
                  <c:v>2.75</c:v>
                </c:pt>
                <c:pt idx="1286">
                  <c:v>2.75</c:v>
                </c:pt>
                <c:pt idx="1287">
                  <c:v>2.25</c:v>
                </c:pt>
                <c:pt idx="1288">
                  <c:v>2.25</c:v>
                </c:pt>
                <c:pt idx="1289">
                  <c:v>2.25</c:v>
                </c:pt>
                <c:pt idx="1290">
                  <c:v>2.25</c:v>
                </c:pt>
                <c:pt idx="1291">
                  <c:v>2.25</c:v>
                </c:pt>
                <c:pt idx="1292">
                  <c:v>2.25</c:v>
                </c:pt>
                <c:pt idx="1293">
                  <c:v>2.25</c:v>
                </c:pt>
                <c:pt idx="1294">
                  <c:v>2.25</c:v>
                </c:pt>
                <c:pt idx="1295">
                  <c:v>2.25</c:v>
                </c:pt>
                <c:pt idx="1296">
                  <c:v>2.25</c:v>
                </c:pt>
                <c:pt idx="1297">
                  <c:v>2.25</c:v>
                </c:pt>
                <c:pt idx="1298">
                  <c:v>2.25</c:v>
                </c:pt>
                <c:pt idx="1299">
                  <c:v>2.25</c:v>
                </c:pt>
                <c:pt idx="1300">
                  <c:v>2.25</c:v>
                </c:pt>
                <c:pt idx="1301">
                  <c:v>2.25</c:v>
                </c:pt>
                <c:pt idx="1302">
                  <c:v>2.25</c:v>
                </c:pt>
                <c:pt idx="1303">
                  <c:v>2.25</c:v>
                </c:pt>
                <c:pt idx="1304">
                  <c:v>2.25</c:v>
                </c:pt>
                <c:pt idx="1305">
                  <c:v>2.25</c:v>
                </c:pt>
                <c:pt idx="1306">
                  <c:v>2.25</c:v>
                </c:pt>
                <c:pt idx="1307">
                  <c:v>2.25</c:v>
                </c:pt>
                <c:pt idx="1308">
                  <c:v>2.25</c:v>
                </c:pt>
                <c:pt idx="1309">
                  <c:v>2.25</c:v>
                </c:pt>
                <c:pt idx="1310">
                  <c:v>2.25</c:v>
                </c:pt>
                <c:pt idx="1311">
                  <c:v>2.25</c:v>
                </c:pt>
                <c:pt idx="1312">
                  <c:v>2.25</c:v>
                </c:pt>
                <c:pt idx="1313">
                  <c:v>2.25</c:v>
                </c:pt>
                <c:pt idx="1314">
                  <c:v>2.25</c:v>
                </c:pt>
                <c:pt idx="1315">
                  <c:v>2.25</c:v>
                </c:pt>
                <c:pt idx="1316">
                  <c:v>2.25</c:v>
                </c:pt>
                <c:pt idx="1317">
                  <c:v>2.25</c:v>
                </c:pt>
                <c:pt idx="1318">
                  <c:v>2.25</c:v>
                </c:pt>
                <c:pt idx="1319">
                  <c:v>2.25</c:v>
                </c:pt>
                <c:pt idx="1320">
                  <c:v>2.25</c:v>
                </c:pt>
                <c:pt idx="1321">
                  <c:v>2.25</c:v>
                </c:pt>
                <c:pt idx="1322">
                  <c:v>2.25</c:v>
                </c:pt>
                <c:pt idx="1323">
                  <c:v>2.25</c:v>
                </c:pt>
                <c:pt idx="1324">
                  <c:v>2.25</c:v>
                </c:pt>
                <c:pt idx="1325">
                  <c:v>2.25</c:v>
                </c:pt>
                <c:pt idx="1326">
                  <c:v>2.25</c:v>
                </c:pt>
                <c:pt idx="1327">
                  <c:v>2.25</c:v>
                </c:pt>
                <c:pt idx="1328">
                  <c:v>2.25</c:v>
                </c:pt>
                <c:pt idx="1329">
                  <c:v>2.25</c:v>
                </c:pt>
                <c:pt idx="1330">
                  <c:v>2.25</c:v>
                </c:pt>
                <c:pt idx="1331">
                  <c:v>2.25</c:v>
                </c:pt>
                <c:pt idx="1332">
                  <c:v>2.25</c:v>
                </c:pt>
                <c:pt idx="1333">
                  <c:v>2.25</c:v>
                </c:pt>
                <c:pt idx="1334">
                  <c:v>2.25</c:v>
                </c:pt>
                <c:pt idx="1335">
                  <c:v>2.25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0.75</c:v>
                </c:pt>
                <c:pt idx="1386">
                  <c:v>0.75</c:v>
                </c:pt>
                <c:pt idx="1387">
                  <c:v>0.75</c:v>
                </c:pt>
                <c:pt idx="1388">
                  <c:v>0.75</c:v>
                </c:pt>
                <c:pt idx="1389">
                  <c:v>0.75</c:v>
                </c:pt>
                <c:pt idx="1390">
                  <c:v>0.75</c:v>
                </c:pt>
                <c:pt idx="1391">
                  <c:v>0.75</c:v>
                </c:pt>
                <c:pt idx="1392">
                  <c:v>0.75</c:v>
                </c:pt>
                <c:pt idx="1393">
                  <c:v>0.75</c:v>
                </c:pt>
                <c:pt idx="1394">
                  <c:v>0.75</c:v>
                </c:pt>
                <c:pt idx="1395">
                  <c:v>0.75</c:v>
                </c:pt>
                <c:pt idx="1396">
                  <c:v>0.75</c:v>
                </c:pt>
                <c:pt idx="1397">
                  <c:v>0.75</c:v>
                </c:pt>
                <c:pt idx="1398">
                  <c:v>0.75</c:v>
                </c:pt>
                <c:pt idx="1399">
                  <c:v>0.75</c:v>
                </c:pt>
                <c:pt idx="1400">
                  <c:v>0.75</c:v>
                </c:pt>
                <c:pt idx="1401">
                  <c:v>0.75</c:v>
                </c:pt>
                <c:pt idx="1402">
                  <c:v>0.75</c:v>
                </c:pt>
                <c:pt idx="1403">
                  <c:v>0.75</c:v>
                </c:pt>
                <c:pt idx="1404">
                  <c:v>0.75</c:v>
                </c:pt>
                <c:pt idx="1405">
                  <c:v>0.75</c:v>
                </c:pt>
                <c:pt idx="1406">
                  <c:v>0.75</c:v>
                </c:pt>
                <c:pt idx="1407">
                  <c:v>0.75</c:v>
                </c:pt>
                <c:pt idx="1408">
                  <c:v>0.75</c:v>
                </c:pt>
                <c:pt idx="1409">
                  <c:v>0.75</c:v>
                </c:pt>
                <c:pt idx="1410">
                  <c:v>0.75</c:v>
                </c:pt>
                <c:pt idx="1411">
                  <c:v>0.75</c:v>
                </c:pt>
                <c:pt idx="1412">
                  <c:v>0.75</c:v>
                </c:pt>
                <c:pt idx="1413">
                  <c:v>0.75</c:v>
                </c:pt>
                <c:pt idx="1414">
                  <c:v>0.75</c:v>
                </c:pt>
                <c:pt idx="1415">
                  <c:v>0.75</c:v>
                </c:pt>
                <c:pt idx="1416">
                  <c:v>0.75</c:v>
                </c:pt>
                <c:pt idx="1417">
                  <c:v>0.75</c:v>
                </c:pt>
                <c:pt idx="1418">
                  <c:v>0.75</c:v>
                </c:pt>
                <c:pt idx="1419">
                  <c:v>0.75</c:v>
                </c:pt>
                <c:pt idx="1420">
                  <c:v>0.75</c:v>
                </c:pt>
                <c:pt idx="1421">
                  <c:v>0.75</c:v>
                </c:pt>
                <c:pt idx="1422">
                  <c:v>0.75</c:v>
                </c:pt>
                <c:pt idx="1423">
                  <c:v>0.75</c:v>
                </c:pt>
                <c:pt idx="1424">
                  <c:v>0.75</c:v>
                </c:pt>
                <c:pt idx="1425">
                  <c:v>0.75</c:v>
                </c:pt>
                <c:pt idx="1426">
                  <c:v>0.75</c:v>
                </c:pt>
                <c:pt idx="1427">
                  <c:v>0.75</c:v>
                </c:pt>
                <c:pt idx="1428">
                  <c:v>0.75</c:v>
                </c:pt>
                <c:pt idx="1429">
                  <c:v>0.75</c:v>
                </c:pt>
                <c:pt idx="1430">
                  <c:v>0.75</c:v>
                </c:pt>
                <c:pt idx="1431">
                  <c:v>0.75</c:v>
                </c:pt>
                <c:pt idx="1432">
                  <c:v>0.75</c:v>
                </c:pt>
                <c:pt idx="1433">
                  <c:v>0.75</c:v>
                </c:pt>
                <c:pt idx="1434">
                  <c:v>0.25</c:v>
                </c:pt>
                <c:pt idx="1435">
                  <c:v>0.25</c:v>
                </c:pt>
                <c:pt idx="1436">
                  <c:v>0.25</c:v>
                </c:pt>
                <c:pt idx="1437">
                  <c:v>0.25</c:v>
                </c:pt>
                <c:pt idx="1438">
                  <c:v>0.25</c:v>
                </c:pt>
                <c:pt idx="1439">
                  <c:v>0.25</c:v>
                </c:pt>
                <c:pt idx="1440">
                  <c:v>0.25</c:v>
                </c:pt>
                <c:pt idx="1441">
                  <c:v>0.25</c:v>
                </c:pt>
                <c:pt idx="1442">
                  <c:v>0.25</c:v>
                </c:pt>
                <c:pt idx="1443">
                  <c:v>0.25</c:v>
                </c:pt>
                <c:pt idx="1444">
                  <c:v>0.25</c:v>
                </c:pt>
                <c:pt idx="1445">
                  <c:v>0.25</c:v>
                </c:pt>
                <c:pt idx="1446">
                  <c:v>0.25</c:v>
                </c:pt>
                <c:pt idx="1447">
                  <c:v>0.25</c:v>
                </c:pt>
                <c:pt idx="1448">
                  <c:v>0.25</c:v>
                </c:pt>
                <c:pt idx="1449">
                  <c:v>0.25</c:v>
                </c:pt>
                <c:pt idx="1450">
                  <c:v>0.25</c:v>
                </c:pt>
                <c:pt idx="1451">
                  <c:v>0.25</c:v>
                </c:pt>
                <c:pt idx="1452">
                  <c:v>0.25</c:v>
                </c:pt>
                <c:pt idx="1453">
                  <c:v>0.25</c:v>
                </c:pt>
                <c:pt idx="1454">
                  <c:v>0.25</c:v>
                </c:pt>
                <c:pt idx="1455">
                  <c:v>0.25</c:v>
                </c:pt>
                <c:pt idx="1456">
                  <c:v>0.25</c:v>
                </c:pt>
                <c:pt idx="1457">
                  <c:v>0.25</c:v>
                </c:pt>
                <c:pt idx="1458">
                  <c:v>0.25</c:v>
                </c:pt>
                <c:pt idx="1459">
                  <c:v>0.25</c:v>
                </c:pt>
                <c:pt idx="1460">
                  <c:v>0.25</c:v>
                </c:pt>
                <c:pt idx="1461">
                  <c:v>0.25</c:v>
                </c:pt>
                <c:pt idx="1462">
                  <c:v>0.25</c:v>
                </c:pt>
                <c:pt idx="1463">
                  <c:v>0.25</c:v>
                </c:pt>
                <c:pt idx="1464">
                  <c:v>0.25</c:v>
                </c:pt>
                <c:pt idx="1465">
                  <c:v>0.25</c:v>
                </c:pt>
                <c:pt idx="1466">
                  <c:v>0.25</c:v>
                </c:pt>
                <c:pt idx="1467">
                  <c:v>0.25</c:v>
                </c:pt>
                <c:pt idx="1468">
                  <c:v>0.25</c:v>
                </c:pt>
                <c:pt idx="1469">
                  <c:v>0.25</c:v>
                </c:pt>
                <c:pt idx="1470">
                  <c:v>0.25</c:v>
                </c:pt>
                <c:pt idx="1471">
                  <c:v>0.25</c:v>
                </c:pt>
                <c:pt idx="1472">
                  <c:v>0.25</c:v>
                </c:pt>
                <c:pt idx="1473">
                  <c:v>0.25</c:v>
                </c:pt>
                <c:pt idx="1474">
                  <c:v>0.25</c:v>
                </c:pt>
                <c:pt idx="1475">
                  <c:v>0.25</c:v>
                </c:pt>
                <c:pt idx="1476">
                  <c:v>0.25</c:v>
                </c:pt>
                <c:pt idx="1477">
                  <c:v>0.25</c:v>
                </c:pt>
                <c:pt idx="1478">
                  <c:v>0.25</c:v>
                </c:pt>
                <c:pt idx="1479">
                  <c:v>0.25</c:v>
                </c:pt>
                <c:pt idx="1480">
                  <c:v>0.25</c:v>
                </c:pt>
                <c:pt idx="1481">
                  <c:v>0.25</c:v>
                </c:pt>
                <c:pt idx="1482">
                  <c:v>0.25</c:v>
                </c:pt>
                <c:pt idx="1483">
                  <c:v>0.25</c:v>
                </c:pt>
                <c:pt idx="1484">
                  <c:v>0.25</c:v>
                </c:pt>
                <c:pt idx="1485">
                  <c:v>0.25</c:v>
                </c:pt>
                <c:pt idx="1486">
                  <c:v>0.25</c:v>
                </c:pt>
                <c:pt idx="1487">
                  <c:v>0.25</c:v>
                </c:pt>
                <c:pt idx="1488">
                  <c:v>0.25</c:v>
                </c:pt>
                <c:pt idx="1489">
                  <c:v>0.25</c:v>
                </c:pt>
                <c:pt idx="1490">
                  <c:v>0.25</c:v>
                </c:pt>
                <c:pt idx="1491">
                  <c:v>0.25</c:v>
                </c:pt>
                <c:pt idx="1492">
                  <c:v>0.25</c:v>
                </c:pt>
                <c:pt idx="1493">
                  <c:v>0.25</c:v>
                </c:pt>
                <c:pt idx="1494">
                  <c:v>0.25</c:v>
                </c:pt>
                <c:pt idx="1495">
                  <c:v>0.25</c:v>
                </c:pt>
                <c:pt idx="1496">
                  <c:v>0.25</c:v>
                </c:pt>
                <c:pt idx="1497">
                  <c:v>0.25</c:v>
                </c:pt>
                <c:pt idx="1498">
                  <c:v>0.25</c:v>
                </c:pt>
                <c:pt idx="1499">
                  <c:v>0.25</c:v>
                </c:pt>
                <c:pt idx="1500">
                  <c:v>0.25</c:v>
                </c:pt>
                <c:pt idx="1501">
                  <c:v>0.25</c:v>
                </c:pt>
                <c:pt idx="1502">
                  <c:v>0.25</c:v>
                </c:pt>
                <c:pt idx="1503">
                  <c:v>0.25</c:v>
                </c:pt>
                <c:pt idx="1504">
                  <c:v>0.25</c:v>
                </c:pt>
                <c:pt idx="1505">
                  <c:v>0.25</c:v>
                </c:pt>
                <c:pt idx="1506">
                  <c:v>0.25</c:v>
                </c:pt>
                <c:pt idx="1507">
                  <c:v>0.25</c:v>
                </c:pt>
                <c:pt idx="1508">
                  <c:v>0.25</c:v>
                </c:pt>
                <c:pt idx="1509">
                  <c:v>0.25</c:v>
                </c:pt>
                <c:pt idx="1510">
                  <c:v>0.25</c:v>
                </c:pt>
                <c:pt idx="1511">
                  <c:v>0.25</c:v>
                </c:pt>
                <c:pt idx="1512">
                  <c:v>0.25</c:v>
                </c:pt>
                <c:pt idx="1513">
                  <c:v>0.25</c:v>
                </c:pt>
                <c:pt idx="1514">
                  <c:v>0.25</c:v>
                </c:pt>
                <c:pt idx="1515">
                  <c:v>0.25</c:v>
                </c:pt>
                <c:pt idx="1516">
                  <c:v>0.25</c:v>
                </c:pt>
                <c:pt idx="1517">
                  <c:v>0.25</c:v>
                </c:pt>
                <c:pt idx="1518">
                  <c:v>0.25</c:v>
                </c:pt>
                <c:pt idx="1519">
                  <c:v>0.25</c:v>
                </c:pt>
                <c:pt idx="1520">
                  <c:v>0.25</c:v>
                </c:pt>
                <c:pt idx="1521">
                  <c:v>0.25</c:v>
                </c:pt>
                <c:pt idx="1522">
                  <c:v>0.25</c:v>
                </c:pt>
                <c:pt idx="1523">
                  <c:v>0.25</c:v>
                </c:pt>
                <c:pt idx="1524">
                  <c:v>0.25</c:v>
                </c:pt>
                <c:pt idx="1525">
                  <c:v>0.25</c:v>
                </c:pt>
                <c:pt idx="1526">
                  <c:v>0.25</c:v>
                </c:pt>
                <c:pt idx="1527">
                  <c:v>0.25</c:v>
                </c:pt>
                <c:pt idx="1528">
                  <c:v>0.25</c:v>
                </c:pt>
                <c:pt idx="1529">
                  <c:v>0.25</c:v>
                </c:pt>
                <c:pt idx="1530">
                  <c:v>0.25</c:v>
                </c:pt>
                <c:pt idx="1531">
                  <c:v>0.25</c:v>
                </c:pt>
                <c:pt idx="1532">
                  <c:v>0.25</c:v>
                </c:pt>
                <c:pt idx="1533">
                  <c:v>0.25</c:v>
                </c:pt>
                <c:pt idx="1534">
                  <c:v>0.25</c:v>
                </c:pt>
                <c:pt idx="1535">
                  <c:v>0.25</c:v>
                </c:pt>
                <c:pt idx="1536">
                  <c:v>0.25</c:v>
                </c:pt>
                <c:pt idx="1537">
                  <c:v>0.25</c:v>
                </c:pt>
                <c:pt idx="1538">
                  <c:v>0.25</c:v>
                </c:pt>
                <c:pt idx="1539">
                  <c:v>0.25</c:v>
                </c:pt>
                <c:pt idx="1540">
                  <c:v>0.25</c:v>
                </c:pt>
                <c:pt idx="1541">
                  <c:v>0.25</c:v>
                </c:pt>
                <c:pt idx="1542">
                  <c:v>0.25</c:v>
                </c:pt>
                <c:pt idx="1543">
                  <c:v>0.25</c:v>
                </c:pt>
                <c:pt idx="1544">
                  <c:v>0.25</c:v>
                </c:pt>
                <c:pt idx="1545">
                  <c:v>0.25</c:v>
                </c:pt>
                <c:pt idx="1546">
                  <c:v>0.25</c:v>
                </c:pt>
                <c:pt idx="1547">
                  <c:v>0.25</c:v>
                </c:pt>
                <c:pt idx="1548">
                  <c:v>0.25</c:v>
                </c:pt>
                <c:pt idx="1549">
                  <c:v>0.25</c:v>
                </c:pt>
                <c:pt idx="1550">
                  <c:v>0.25</c:v>
                </c:pt>
                <c:pt idx="1551">
                  <c:v>0.25</c:v>
                </c:pt>
                <c:pt idx="1552">
                  <c:v>0.25</c:v>
                </c:pt>
                <c:pt idx="1553">
                  <c:v>0.25</c:v>
                </c:pt>
                <c:pt idx="1554">
                  <c:v>0.25</c:v>
                </c:pt>
                <c:pt idx="1555">
                  <c:v>0.25</c:v>
                </c:pt>
                <c:pt idx="1556">
                  <c:v>0.25</c:v>
                </c:pt>
                <c:pt idx="1557">
                  <c:v>0.25</c:v>
                </c:pt>
                <c:pt idx="1558">
                  <c:v>0.25</c:v>
                </c:pt>
                <c:pt idx="1559">
                  <c:v>0.25</c:v>
                </c:pt>
                <c:pt idx="1560">
                  <c:v>0.25</c:v>
                </c:pt>
                <c:pt idx="1561">
                  <c:v>0.25</c:v>
                </c:pt>
                <c:pt idx="1562">
                  <c:v>0.25</c:v>
                </c:pt>
                <c:pt idx="1563">
                  <c:v>0.25</c:v>
                </c:pt>
                <c:pt idx="1564">
                  <c:v>0.25</c:v>
                </c:pt>
                <c:pt idx="1565">
                  <c:v>0.25</c:v>
                </c:pt>
                <c:pt idx="1566">
                  <c:v>0.25</c:v>
                </c:pt>
                <c:pt idx="1567">
                  <c:v>0.25</c:v>
                </c:pt>
                <c:pt idx="1568">
                  <c:v>0.25</c:v>
                </c:pt>
                <c:pt idx="1569">
                  <c:v>0.25</c:v>
                </c:pt>
                <c:pt idx="1570">
                  <c:v>0.25</c:v>
                </c:pt>
                <c:pt idx="1571">
                  <c:v>0.25</c:v>
                </c:pt>
                <c:pt idx="1572">
                  <c:v>0.25</c:v>
                </c:pt>
                <c:pt idx="1573">
                  <c:v>0.25</c:v>
                </c:pt>
                <c:pt idx="1574">
                  <c:v>0.25</c:v>
                </c:pt>
                <c:pt idx="1575">
                  <c:v>0.25</c:v>
                </c:pt>
                <c:pt idx="1576">
                  <c:v>0.25</c:v>
                </c:pt>
                <c:pt idx="1577">
                  <c:v>0.25</c:v>
                </c:pt>
                <c:pt idx="1578">
                  <c:v>0.25</c:v>
                </c:pt>
                <c:pt idx="1579">
                  <c:v>0.25</c:v>
                </c:pt>
                <c:pt idx="1580">
                  <c:v>0.25</c:v>
                </c:pt>
                <c:pt idx="1581">
                  <c:v>0.25</c:v>
                </c:pt>
                <c:pt idx="1582">
                  <c:v>0.25</c:v>
                </c:pt>
                <c:pt idx="1583">
                  <c:v>0.25</c:v>
                </c:pt>
                <c:pt idx="1584">
                  <c:v>0.25</c:v>
                </c:pt>
                <c:pt idx="1585">
                  <c:v>0.25</c:v>
                </c:pt>
                <c:pt idx="1586">
                  <c:v>0.25</c:v>
                </c:pt>
                <c:pt idx="1587">
                  <c:v>0.25</c:v>
                </c:pt>
                <c:pt idx="1588">
                  <c:v>0.25</c:v>
                </c:pt>
                <c:pt idx="1589">
                  <c:v>0.25</c:v>
                </c:pt>
                <c:pt idx="1590">
                  <c:v>0.25</c:v>
                </c:pt>
                <c:pt idx="1591">
                  <c:v>0.25</c:v>
                </c:pt>
                <c:pt idx="1592">
                  <c:v>0.25</c:v>
                </c:pt>
                <c:pt idx="1593">
                  <c:v>0.25</c:v>
                </c:pt>
                <c:pt idx="1594">
                  <c:v>0.25</c:v>
                </c:pt>
                <c:pt idx="1595">
                  <c:v>0.25</c:v>
                </c:pt>
                <c:pt idx="1596">
                  <c:v>0.25</c:v>
                </c:pt>
                <c:pt idx="1597">
                  <c:v>0.25</c:v>
                </c:pt>
                <c:pt idx="1598">
                  <c:v>0.25</c:v>
                </c:pt>
                <c:pt idx="1599">
                  <c:v>0.25</c:v>
                </c:pt>
                <c:pt idx="1600">
                  <c:v>0.25</c:v>
                </c:pt>
                <c:pt idx="1601">
                  <c:v>0.25</c:v>
                </c:pt>
                <c:pt idx="1602">
                  <c:v>0.25</c:v>
                </c:pt>
                <c:pt idx="1603">
                  <c:v>0.25</c:v>
                </c:pt>
                <c:pt idx="1604">
                  <c:v>0.25</c:v>
                </c:pt>
                <c:pt idx="1605">
                  <c:v>0.25</c:v>
                </c:pt>
                <c:pt idx="1606">
                  <c:v>0.25</c:v>
                </c:pt>
                <c:pt idx="1607">
                  <c:v>0.25</c:v>
                </c:pt>
                <c:pt idx="1608">
                  <c:v>0.25</c:v>
                </c:pt>
                <c:pt idx="1609">
                  <c:v>0.25</c:v>
                </c:pt>
                <c:pt idx="1610">
                  <c:v>0.25</c:v>
                </c:pt>
                <c:pt idx="1611">
                  <c:v>0.25</c:v>
                </c:pt>
                <c:pt idx="1612">
                  <c:v>0.25</c:v>
                </c:pt>
                <c:pt idx="1613">
                  <c:v>0.25</c:v>
                </c:pt>
                <c:pt idx="1614">
                  <c:v>0.25</c:v>
                </c:pt>
                <c:pt idx="1615">
                  <c:v>0.25</c:v>
                </c:pt>
                <c:pt idx="1616">
                  <c:v>0.25</c:v>
                </c:pt>
                <c:pt idx="1617">
                  <c:v>0.25</c:v>
                </c:pt>
                <c:pt idx="1618">
                  <c:v>0.25</c:v>
                </c:pt>
                <c:pt idx="1619">
                  <c:v>0.25</c:v>
                </c:pt>
                <c:pt idx="1620">
                  <c:v>0.25</c:v>
                </c:pt>
                <c:pt idx="1621">
                  <c:v>0.25</c:v>
                </c:pt>
                <c:pt idx="1622">
                  <c:v>0.25</c:v>
                </c:pt>
                <c:pt idx="1623">
                  <c:v>0.25</c:v>
                </c:pt>
                <c:pt idx="1624">
                  <c:v>0.25</c:v>
                </c:pt>
                <c:pt idx="1625">
                  <c:v>0.25</c:v>
                </c:pt>
                <c:pt idx="1626">
                  <c:v>0.25</c:v>
                </c:pt>
                <c:pt idx="1627">
                  <c:v>0.25</c:v>
                </c:pt>
                <c:pt idx="1628">
                  <c:v>0.25</c:v>
                </c:pt>
                <c:pt idx="1629">
                  <c:v>0.25</c:v>
                </c:pt>
                <c:pt idx="1630">
                  <c:v>0.25</c:v>
                </c:pt>
                <c:pt idx="1631">
                  <c:v>0.25</c:v>
                </c:pt>
                <c:pt idx="1632">
                  <c:v>0.25</c:v>
                </c:pt>
                <c:pt idx="1633">
                  <c:v>0.25</c:v>
                </c:pt>
                <c:pt idx="1634">
                  <c:v>0.25</c:v>
                </c:pt>
                <c:pt idx="1635">
                  <c:v>0.25</c:v>
                </c:pt>
                <c:pt idx="1636">
                  <c:v>0.25</c:v>
                </c:pt>
                <c:pt idx="1637">
                  <c:v>0.25</c:v>
                </c:pt>
                <c:pt idx="1638">
                  <c:v>0.25</c:v>
                </c:pt>
                <c:pt idx="1639">
                  <c:v>0.25</c:v>
                </c:pt>
                <c:pt idx="1640">
                  <c:v>0.25</c:v>
                </c:pt>
                <c:pt idx="1641">
                  <c:v>0.25</c:v>
                </c:pt>
                <c:pt idx="1642">
                  <c:v>0.25</c:v>
                </c:pt>
                <c:pt idx="1643">
                  <c:v>0.25</c:v>
                </c:pt>
                <c:pt idx="1644">
                  <c:v>0.25</c:v>
                </c:pt>
                <c:pt idx="1645">
                  <c:v>0.25</c:v>
                </c:pt>
                <c:pt idx="1646">
                  <c:v>0.25</c:v>
                </c:pt>
                <c:pt idx="1647">
                  <c:v>0.25</c:v>
                </c:pt>
                <c:pt idx="1648">
                  <c:v>0.25</c:v>
                </c:pt>
                <c:pt idx="1649">
                  <c:v>0.25</c:v>
                </c:pt>
                <c:pt idx="1650">
                  <c:v>0.25</c:v>
                </c:pt>
                <c:pt idx="1651">
                  <c:v>0.25</c:v>
                </c:pt>
                <c:pt idx="1652">
                  <c:v>0.25</c:v>
                </c:pt>
                <c:pt idx="1653">
                  <c:v>0.25</c:v>
                </c:pt>
                <c:pt idx="1654">
                  <c:v>0.25</c:v>
                </c:pt>
                <c:pt idx="1655">
                  <c:v>0.25</c:v>
                </c:pt>
                <c:pt idx="1656">
                  <c:v>0.25</c:v>
                </c:pt>
                <c:pt idx="1657">
                  <c:v>0.25</c:v>
                </c:pt>
                <c:pt idx="1658">
                  <c:v>0.25</c:v>
                </c:pt>
                <c:pt idx="1659">
                  <c:v>0.25</c:v>
                </c:pt>
                <c:pt idx="1660">
                  <c:v>0.25</c:v>
                </c:pt>
                <c:pt idx="1661">
                  <c:v>0.25</c:v>
                </c:pt>
                <c:pt idx="1662">
                  <c:v>0.25</c:v>
                </c:pt>
                <c:pt idx="1663">
                  <c:v>0.25</c:v>
                </c:pt>
                <c:pt idx="1664">
                  <c:v>0.25</c:v>
                </c:pt>
                <c:pt idx="1665">
                  <c:v>0.25</c:v>
                </c:pt>
                <c:pt idx="1666">
                  <c:v>0.25</c:v>
                </c:pt>
                <c:pt idx="1667">
                  <c:v>0.25</c:v>
                </c:pt>
                <c:pt idx="1668">
                  <c:v>0.25</c:v>
                </c:pt>
                <c:pt idx="1669">
                  <c:v>0.25</c:v>
                </c:pt>
                <c:pt idx="1670">
                  <c:v>0.25</c:v>
                </c:pt>
                <c:pt idx="1671">
                  <c:v>0.25</c:v>
                </c:pt>
                <c:pt idx="1672">
                  <c:v>0.25</c:v>
                </c:pt>
                <c:pt idx="1673">
                  <c:v>0.25</c:v>
                </c:pt>
                <c:pt idx="1674">
                  <c:v>0.25</c:v>
                </c:pt>
                <c:pt idx="1675">
                  <c:v>0.25</c:v>
                </c:pt>
                <c:pt idx="1676">
                  <c:v>0.25</c:v>
                </c:pt>
                <c:pt idx="1677">
                  <c:v>0.25</c:v>
                </c:pt>
                <c:pt idx="1678">
                  <c:v>0.25</c:v>
                </c:pt>
                <c:pt idx="1679">
                  <c:v>0.25</c:v>
                </c:pt>
                <c:pt idx="1680">
                  <c:v>0.25</c:v>
                </c:pt>
                <c:pt idx="1681">
                  <c:v>0.25</c:v>
                </c:pt>
                <c:pt idx="1682">
                  <c:v>0.25</c:v>
                </c:pt>
                <c:pt idx="1683">
                  <c:v>0.25</c:v>
                </c:pt>
                <c:pt idx="1684">
                  <c:v>0.25</c:v>
                </c:pt>
                <c:pt idx="1685">
                  <c:v>0.25</c:v>
                </c:pt>
                <c:pt idx="1686">
                  <c:v>0.25</c:v>
                </c:pt>
                <c:pt idx="1687">
                  <c:v>0.25</c:v>
                </c:pt>
                <c:pt idx="1688">
                  <c:v>0.25</c:v>
                </c:pt>
                <c:pt idx="1689">
                  <c:v>0.25</c:v>
                </c:pt>
                <c:pt idx="1690">
                  <c:v>0.25</c:v>
                </c:pt>
                <c:pt idx="1691">
                  <c:v>0.25</c:v>
                </c:pt>
                <c:pt idx="1692">
                  <c:v>0.25</c:v>
                </c:pt>
                <c:pt idx="1693">
                  <c:v>0.25</c:v>
                </c:pt>
                <c:pt idx="1694">
                  <c:v>0.25</c:v>
                </c:pt>
                <c:pt idx="1695">
                  <c:v>0.25</c:v>
                </c:pt>
                <c:pt idx="1696">
                  <c:v>0.25</c:v>
                </c:pt>
                <c:pt idx="1697">
                  <c:v>0.25</c:v>
                </c:pt>
                <c:pt idx="1698">
                  <c:v>0.25</c:v>
                </c:pt>
                <c:pt idx="1699">
                  <c:v>0.25</c:v>
                </c:pt>
                <c:pt idx="1700">
                  <c:v>0.25</c:v>
                </c:pt>
                <c:pt idx="1701">
                  <c:v>0.25</c:v>
                </c:pt>
                <c:pt idx="1702">
                  <c:v>0.25</c:v>
                </c:pt>
                <c:pt idx="1703">
                  <c:v>0.25</c:v>
                </c:pt>
                <c:pt idx="1704">
                  <c:v>0.25</c:v>
                </c:pt>
                <c:pt idx="1705">
                  <c:v>0.25</c:v>
                </c:pt>
                <c:pt idx="1706">
                  <c:v>0.25</c:v>
                </c:pt>
                <c:pt idx="1707">
                  <c:v>0.25</c:v>
                </c:pt>
                <c:pt idx="1708">
                  <c:v>0.25</c:v>
                </c:pt>
                <c:pt idx="1709">
                  <c:v>0.25</c:v>
                </c:pt>
                <c:pt idx="1710">
                  <c:v>0.25</c:v>
                </c:pt>
                <c:pt idx="1711">
                  <c:v>0.25</c:v>
                </c:pt>
                <c:pt idx="1712">
                  <c:v>0.25</c:v>
                </c:pt>
                <c:pt idx="1713">
                  <c:v>0.25</c:v>
                </c:pt>
                <c:pt idx="1714">
                  <c:v>0.25</c:v>
                </c:pt>
                <c:pt idx="1715">
                  <c:v>0.25</c:v>
                </c:pt>
                <c:pt idx="1716">
                  <c:v>0.25</c:v>
                </c:pt>
                <c:pt idx="1717">
                  <c:v>0.25</c:v>
                </c:pt>
                <c:pt idx="1718">
                  <c:v>0.25</c:v>
                </c:pt>
                <c:pt idx="1719">
                  <c:v>0.25</c:v>
                </c:pt>
                <c:pt idx="1720">
                  <c:v>0.25</c:v>
                </c:pt>
                <c:pt idx="1721">
                  <c:v>0.25</c:v>
                </c:pt>
                <c:pt idx="1722">
                  <c:v>0.25</c:v>
                </c:pt>
                <c:pt idx="1723">
                  <c:v>0.25</c:v>
                </c:pt>
                <c:pt idx="1724">
                  <c:v>0.25</c:v>
                </c:pt>
                <c:pt idx="1725">
                  <c:v>0.25</c:v>
                </c:pt>
                <c:pt idx="1726">
                  <c:v>0.25</c:v>
                </c:pt>
                <c:pt idx="1727">
                  <c:v>0.25</c:v>
                </c:pt>
                <c:pt idx="1728">
                  <c:v>0.25</c:v>
                </c:pt>
                <c:pt idx="1729">
                  <c:v>0.25</c:v>
                </c:pt>
                <c:pt idx="1730">
                  <c:v>0.25</c:v>
                </c:pt>
                <c:pt idx="1731">
                  <c:v>0.25</c:v>
                </c:pt>
                <c:pt idx="1732">
                  <c:v>0.25</c:v>
                </c:pt>
                <c:pt idx="1733">
                  <c:v>0.25</c:v>
                </c:pt>
                <c:pt idx="1734">
                  <c:v>0.25</c:v>
                </c:pt>
                <c:pt idx="1735">
                  <c:v>0.25</c:v>
                </c:pt>
                <c:pt idx="1736">
                  <c:v>0.25</c:v>
                </c:pt>
                <c:pt idx="1737">
                  <c:v>0.25</c:v>
                </c:pt>
                <c:pt idx="1738">
                  <c:v>0.25</c:v>
                </c:pt>
                <c:pt idx="1739">
                  <c:v>0.25</c:v>
                </c:pt>
                <c:pt idx="1740">
                  <c:v>0.25</c:v>
                </c:pt>
                <c:pt idx="1741">
                  <c:v>0.25</c:v>
                </c:pt>
                <c:pt idx="1742">
                  <c:v>0.25</c:v>
                </c:pt>
                <c:pt idx="1743">
                  <c:v>0.25</c:v>
                </c:pt>
                <c:pt idx="1744">
                  <c:v>0.25</c:v>
                </c:pt>
                <c:pt idx="1745">
                  <c:v>0.25</c:v>
                </c:pt>
                <c:pt idx="1746">
                  <c:v>0.25</c:v>
                </c:pt>
                <c:pt idx="1747">
                  <c:v>0.25</c:v>
                </c:pt>
                <c:pt idx="1748">
                  <c:v>0.25</c:v>
                </c:pt>
                <c:pt idx="1749">
                  <c:v>0.25</c:v>
                </c:pt>
                <c:pt idx="1750">
                  <c:v>0.25</c:v>
                </c:pt>
                <c:pt idx="1751">
                  <c:v>0.25</c:v>
                </c:pt>
                <c:pt idx="1752">
                  <c:v>0.25</c:v>
                </c:pt>
                <c:pt idx="1753">
                  <c:v>0.25</c:v>
                </c:pt>
                <c:pt idx="1754">
                  <c:v>0.25</c:v>
                </c:pt>
                <c:pt idx="1755">
                  <c:v>0.25</c:v>
                </c:pt>
                <c:pt idx="1756">
                  <c:v>0.25</c:v>
                </c:pt>
                <c:pt idx="1757">
                  <c:v>0.25</c:v>
                </c:pt>
                <c:pt idx="1758">
                  <c:v>0.25</c:v>
                </c:pt>
                <c:pt idx="1759">
                  <c:v>0.25</c:v>
                </c:pt>
                <c:pt idx="1760">
                  <c:v>0.25</c:v>
                </c:pt>
                <c:pt idx="1761">
                  <c:v>0.25</c:v>
                </c:pt>
                <c:pt idx="1762">
                  <c:v>0.25</c:v>
                </c:pt>
                <c:pt idx="1763">
                  <c:v>0.25</c:v>
                </c:pt>
                <c:pt idx="1764">
                  <c:v>0.25</c:v>
                </c:pt>
                <c:pt idx="1765">
                  <c:v>0.25</c:v>
                </c:pt>
                <c:pt idx="1766">
                  <c:v>0.25</c:v>
                </c:pt>
                <c:pt idx="1767">
                  <c:v>0.25</c:v>
                </c:pt>
                <c:pt idx="1768">
                  <c:v>0.25</c:v>
                </c:pt>
                <c:pt idx="1769">
                  <c:v>0.25</c:v>
                </c:pt>
                <c:pt idx="1770">
                  <c:v>0.25</c:v>
                </c:pt>
                <c:pt idx="1771">
                  <c:v>0.25</c:v>
                </c:pt>
                <c:pt idx="1772">
                  <c:v>0.25</c:v>
                </c:pt>
                <c:pt idx="1773">
                  <c:v>0.25</c:v>
                </c:pt>
                <c:pt idx="1774">
                  <c:v>0.25</c:v>
                </c:pt>
                <c:pt idx="1775">
                  <c:v>0.25</c:v>
                </c:pt>
                <c:pt idx="1776">
                  <c:v>0.25</c:v>
                </c:pt>
                <c:pt idx="1777">
                  <c:v>0.25</c:v>
                </c:pt>
                <c:pt idx="1778">
                  <c:v>0.25</c:v>
                </c:pt>
                <c:pt idx="1779">
                  <c:v>0.25</c:v>
                </c:pt>
                <c:pt idx="1780">
                  <c:v>0.25</c:v>
                </c:pt>
                <c:pt idx="1781">
                  <c:v>0.25</c:v>
                </c:pt>
                <c:pt idx="1782">
                  <c:v>0.25</c:v>
                </c:pt>
                <c:pt idx="1783">
                  <c:v>0.25</c:v>
                </c:pt>
                <c:pt idx="1784">
                  <c:v>0.25</c:v>
                </c:pt>
                <c:pt idx="1785">
                  <c:v>0.25</c:v>
                </c:pt>
                <c:pt idx="1786">
                  <c:v>0.25</c:v>
                </c:pt>
                <c:pt idx="1787">
                  <c:v>0.25</c:v>
                </c:pt>
                <c:pt idx="1788">
                  <c:v>0.25</c:v>
                </c:pt>
                <c:pt idx="1789">
                  <c:v>0.25</c:v>
                </c:pt>
                <c:pt idx="1790">
                  <c:v>0.25</c:v>
                </c:pt>
                <c:pt idx="1791">
                  <c:v>0.25</c:v>
                </c:pt>
                <c:pt idx="1792">
                  <c:v>0.25</c:v>
                </c:pt>
                <c:pt idx="1793">
                  <c:v>0.25</c:v>
                </c:pt>
                <c:pt idx="1794">
                  <c:v>0.25</c:v>
                </c:pt>
                <c:pt idx="1795">
                  <c:v>0.25</c:v>
                </c:pt>
                <c:pt idx="1796">
                  <c:v>0.25</c:v>
                </c:pt>
                <c:pt idx="1797">
                  <c:v>0.25</c:v>
                </c:pt>
                <c:pt idx="1798">
                  <c:v>0.25</c:v>
                </c:pt>
                <c:pt idx="1799">
                  <c:v>0.25</c:v>
                </c:pt>
                <c:pt idx="1800">
                  <c:v>0.25</c:v>
                </c:pt>
                <c:pt idx="1801">
                  <c:v>0.25</c:v>
                </c:pt>
                <c:pt idx="1802">
                  <c:v>0.25</c:v>
                </c:pt>
                <c:pt idx="1803">
                  <c:v>0.25</c:v>
                </c:pt>
                <c:pt idx="1804">
                  <c:v>0.25</c:v>
                </c:pt>
                <c:pt idx="1805">
                  <c:v>0.25</c:v>
                </c:pt>
                <c:pt idx="1806">
                  <c:v>0.25</c:v>
                </c:pt>
                <c:pt idx="1807">
                  <c:v>0.25</c:v>
                </c:pt>
                <c:pt idx="1808">
                  <c:v>0.25</c:v>
                </c:pt>
                <c:pt idx="1809">
                  <c:v>0.25</c:v>
                </c:pt>
                <c:pt idx="1810">
                  <c:v>0.25</c:v>
                </c:pt>
                <c:pt idx="1811">
                  <c:v>0.25</c:v>
                </c:pt>
                <c:pt idx="1812">
                  <c:v>0.25</c:v>
                </c:pt>
                <c:pt idx="1813">
                  <c:v>0.25</c:v>
                </c:pt>
                <c:pt idx="1814">
                  <c:v>0.25</c:v>
                </c:pt>
                <c:pt idx="1815">
                  <c:v>0.25</c:v>
                </c:pt>
                <c:pt idx="1816">
                  <c:v>0.25</c:v>
                </c:pt>
                <c:pt idx="1817">
                  <c:v>0.25</c:v>
                </c:pt>
                <c:pt idx="1818">
                  <c:v>0.25</c:v>
                </c:pt>
                <c:pt idx="1819">
                  <c:v>0.25</c:v>
                </c:pt>
                <c:pt idx="1820">
                  <c:v>0.25</c:v>
                </c:pt>
                <c:pt idx="1821">
                  <c:v>0.25</c:v>
                </c:pt>
                <c:pt idx="1822">
                  <c:v>0.25</c:v>
                </c:pt>
                <c:pt idx="1823">
                  <c:v>0.25</c:v>
                </c:pt>
                <c:pt idx="1824">
                  <c:v>0.25</c:v>
                </c:pt>
                <c:pt idx="1825">
                  <c:v>0.25</c:v>
                </c:pt>
                <c:pt idx="1826">
                  <c:v>0.25</c:v>
                </c:pt>
                <c:pt idx="1827">
                  <c:v>0.25</c:v>
                </c:pt>
                <c:pt idx="1828">
                  <c:v>0.25</c:v>
                </c:pt>
                <c:pt idx="1829">
                  <c:v>0.25</c:v>
                </c:pt>
                <c:pt idx="1830">
                  <c:v>0.25</c:v>
                </c:pt>
                <c:pt idx="1831">
                  <c:v>0.25</c:v>
                </c:pt>
                <c:pt idx="1832">
                  <c:v>0.25</c:v>
                </c:pt>
                <c:pt idx="1833">
                  <c:v>0.25</c:v>
                </c:pt>
                <c:pt idx="1834">
                  <c:v>0.25</c:v>
                </c:pt>
                <c:pt idx="1835">
                  <c:v>0.25</c:v>
                </c:pt>
                <c:pt idx="1836">
                  <c:v>0.25</c:v>
                </c:pt>
                <c:pt idx="1837">
                  <c:v>0.25</c:v>
                </c:pt>
                <c:pt idx="1838">
                  <c:v>0.25</c:v>
                </c:pt>
                <c:pt idx="1839">
                  <c:v>0.25</c:v>
                </c:pt>
                <c:pt idx="1840">
                  <c:v>0.25</c:v>
                </c:pt>
                <c:pt idx="1841">
                  <c:v>0.25</c:v>
                </c:pt>
                <c:pt idx="1842">
                  <c:v>0.25</c:v>
                </c:pt>
                <c:pt idx="1843">
                  <c:v>0.25</c:v>
                </c:pt>
                <c:pt idx="1844">
                  <c:v>0.25</c:v>
                </c:pt>
                <c:pt idx="1845">
                  <c:v>0.25</c:v>
                </c:pt>
                <c:pt idx="1846">
                  <c:v>0.25</c:v>
                </c:pt>
                <c:pt idx="1847">
                  <c:v>0.25</c:v>
                </c:pt>
                <c:pt idx="1848">
                  <c:v>0.25</c:v>
                </c:pt>
                <c:pt idx="1849">
                  <c:v>0.25</c:v>
                </c:pt>
                <c:pt idx="1850">
                  <c:v>0.25</c:v>
                </c:pt>
                <c:pt idx="1851">
                  <c:v>0.25</c:v>
                </c:pt>
                <c:pt idx="1852">
                  <c:v>0.25</c:v>
                </c:pt>
                <c:pt idx="1853">
                  <c:v>0.25</c:v>
                </c:pt>
                <c:pt idx="1854">
                  <c:v>0.25</c:v>
                </c:pt>
                <c:pt idx="1855">
                  <c:v>0.25</c:v>
                </c:pt>
                <c:pt idx="1856">
                  <c:v>0.25</c:v>
                </c:pt>
                <c:pt idx="1857">
                  <c:v>0.25</c:v>
                </c:pt>
                <c:pt idx="1858">
                  <c:v>0.25</c:v>
                </c:pt>
                <c:pt idx="1859">
                  <c:v>0.25</c:v>
                </c:pt>
                <c:pt idx="1860">
                  <c:v>0.25</c:v>
                </c:pt>
                <c:pt idx="1861">
                  <c:v>0.25</c:v>
                </c:pt>
                <c:pt idx="1862">
                  <c:v>0.25</c:v>
                </c:pt>
                <c:pt idx="1863">
                  <c:v>0.25</c:v>
                </c:pt>
                <c:pt idx="1864">
                  <c:v>0.25</c:v>
                </c:pt>
                <c:pt idx="1865">
                  <c:v>0.25</c:v>
                </c:pt>
                <c:pt idx="1866">
                  <c:v>0.25</c:v>
                </c:pt>
                <c:pt idx="1867">
                  <c:v>0.25</c:v>
                </c:pt>
                <c:pt idx="1868">
                  <c:v>0.25</c:v>
                </c:pt>
                <c:pt idx="1869">
                  <c:v>0.25</c:v>
                </c:pt>
                <c:pt idx="1870">
                  <c:v>0.25</c:v>
                </c:pt>
                <c:pt idx="1871">
                  <c:v>0.25</c:v>
                </c:pt>
                <c:pt idx="1872">
                  <c:v>0.25</c:v>
                </c:pt>
                <c:pt idx="1873">
                  <c:v>0.25</c:v>
                </c:pt>
                <c:pt idx="1874">
                  <c:v>0.25</c:v>
                </c:pt>
                <c:pt idx="1875">
                  <c:v>0.25</c:v>
                </c:pt>
                <c:pt idx="1876">
                  <c:v>0.25</c:v>
                </c:pt>
                <c:pt idx="1877">
                  <c:v>0.25</c:v>
                </c:pt>
                <c:pt idx="1878">
                  <c:v>0.25</c:v>
                </c:pt>
                <c:pt idx="1879">
                  <c:v>0.25</c:v>
                </c:pt>
                <c:pt idx="1880">
                  <c:v>0.25</c:v>
                </c:pt>
                <c:pt idx="1881">
                  <c:v>0.25</c:v>
                </c:pt>
                <c:pt idx="1882">
                  <c:v>0.25</c:v>
                </c:pt>
                <c:pt idx="1883">
                  <c:v>0.25</c:v>
                </c:pt>
                <c:pt idx="1884">
                  <c:v>0.25</c:v>
                </c:pt>
                <c:pt idx="1885">
                  <c:v>0.25</c:v>
                </c:pt>
                <c:pt idx="1886">
                  <c:v>0.25</c:v>
                </c:pt>
                <c:pt idx="1887">
                  <c:v>0.25</c:v>
                </c:pt>
                <c:pt idx="1888">
                  <c:v>0.25</c:v>
                </c:pt>
                <c:pt idx="1889">
                  <c:v>0.25</c:v>
                </c:pt>
                <c:pt idx="1890">
                  <c:v>0.25</c:v>
                </c:pt>
                <c:pt idx="1891">
                  <c:v>0.25</c:v>
                </c:pt>
                <c:pt idx="1892">
                  <c:v>0.25</c:v>
                </c:pt>
                <c:pt idx="1893">
                  <c:v>0.25</c:v>
                </c:pt>
                <c:pt idx="1894">
                  <c:v>0.25</c:v>
                </c:pt>
                <c:pt idx="1895">
                  <c:v>0.25</c:v>
                </c:pt>
                <c:pt idx="1896">
                  <c:v>0.25</c:v>
                </c:pt>
                <c:pt idx="1897">
                  <c:v>0.25</c:v>
                </c:pt>
                <c:pt idx="1898">
                  <c:v>0.25</c:v>
                </c:pt>
                <c:pt idx="1899">
                  <c:v>0.25</c:v>
                </c:pt>
                <c:pt idx="1900">
                  <c:v>0.25</c:v>
                </c:pt>
                <c:pt idx="1901">
                  <c:v>0.25</c:v>
                </c:pt>
                <c:pt idx="1902">
                  <c:v>0.25</c:v>
                </c:pt>
                <c:pt idx="1903">
                  <c:v>0.25</c:v>
                </c:pt>
                <c:pt idx="1904">
                  <c:v>0.25</c:v>
                </c:pt>
                <c:pt idx="1905">
                  <c:v>0.25</c:v>
                </c:pt>
                <c:pt idx="1906">
                  <c:v>0.25</c:v>
                </c:pt>
                <c:pt idx="1907">
                  <c:v>0.25</c:v>
                </c:pt>
                <c:pt idx="1908">
                  <c:v>0.25</c:v>
                </c:pt>
                <c:pt idx="1909">
                  <c:v>0.25</c:v>
                </c:pt>
                <c:pt idx="1910">
                  <c:v>0.25</c:v>
                </c:pt>
                <c:pt idx="1911">
                  <c:v>0.25</c:v>
                </c:pt>
                <c:pt idx="1912">
                  <c:v>0.25</c:v>
                </c:pt>
                <c:pt idx="1913">
                  <c:v>0.25</c:v>
                </c:pt>
                <c:pt idx="1914">
                  <c:v>0.25</c:v>
                </c:pt>
                <c:pt idx="1915">
                  <c:v>0.25</c:v>
                </c:pt>
                <c:pt idx="1916">
                  <c:v>0.25</c:v>
                </c:pt>
                <c:pt idx="1917">
                  <c:v>0.25</c:v>
                </c:pt>
                <c:pt idx="1918">
                  <c:v>0.25</c:v>
                </c:pt>
                <c:pt idx="1919">
                  <c:v>0.25</c:v>
                </c:pt>
                <c:pt idx="1920">
                  <c:v>0.25</c:v>
                </c:pt>
                <c:pt idx="1921">
                  <c:v>0.25</c:v>
                </c:pt>
                <c:pt idx="1922">
                  <c:v>0.25</c:v>
                </c:pt>
                <c:pt idx="1923">
                  <c:v>0.25</c:v>
                </c:pt>
                <c:pt idx="1924">
                  <c:v>0.25</c:v>
                </c:pt>
                <c:pt idx="1925">
                  <c:v>0.25</c:v>
                </c:pt>
                <c:pt idx="1926">
                  <c:v>0.25</c:v>
                </c:pt>
                <c:pt idx="1927">
                  <c:v>0.25</c:v>
                </c:pt>
                <c:pt idx="1928">
                  <c:v>0.25</c:v>
                </c:pt>
                <c:pt idx="1929">
                  <c:v>0.25</c:v>
                </c:pt>
                <c:pt idx="1930">
                  <c:v>0.25</c:v>
                </c:pt>
                <c:pt idx="1931">
                  <c:v>0.25</c:v>
                </c:pt>
                <c:pt idx="1932">
                  <c:v>0.25</c:v>
                </c:pt>
                <c:pt idx="1933">
                  <c:v>0.25</c:v>
                </c:pt>
                <c:pt idx="1934">
                  <c:v>0.25</c:v>
                </c:pt>
                <c:pt idx="1935">
                  <c:v>0.25</c:v>
                </c:pt>
                <c:pt idx="1936">
                  <c:v>0.25</c:v>
                </c:pt>
                <c:pt idx="1937">
                  <c:v>0.25</c:v>
                </c:pt>
                <c:pt idx="1938">
                  <c:v>0.25</c:v>
                </c:pt>
                <c:pt idx="1939">
                  <c:v>0.25</c:v>
                </c:pt>
                <c:pt idx="1940">
                  <c:v>0.25</c:v>
                </c:pt>
                <c:pt idx="1941">
                  <c:v>0.25</c:v>
                </c:pt>
                <c:pt idx="1942">
                  <c:v>0.25</c:v>
                </c:pt>
                <c:pt idx="1943">
                  <c:v>0.25</c:v>
                </c:pt>
                <c:pt idx="1944">
                  <c:v>0.25</c:v>
                </c:pt>
                <c:pt idx="1945">
                  <c:v>0.25</c:v>
                </c:pt>
                <c:pt idx="1946">
                  <c:v>0.25</c:v>
                </c:pt>
                <c:pt idx="1947">
                  <c:v>0.25</c:v>
                </c:pt>
                <c:pt idx="1948">
                  <c:v>0.25</c:v>
                </c:pt>
                <c:pt idx="1949">
                  <c:v>0.25</c:v>
                </c:pt>
                <c:pt idx="1950">
                  <c:v>0.25</c:v>
                </c:pt>
                <c:pt idx="1951">
                  <c:v>0.25</c:v>
                </c:pt>
                <c:pt idx="1952">
                  <c:v>0.25</c:v>
                </c:pt>
                <c:pt idx="1953">
                  <c:v>0.25</c:v>
                </c:pt>
                <c:pt idx="1954">
                  <c:v>0.25</c:v>
                </c:pt>
                <c:pt idx="1955">
                  <c:v>0.25</c:v>
                </c:pt>
                <c:pt idx="1956">
                  <c:v>0.25</c:v>
                </c:pt>
                <c:pt idx="1957">
                  <c:v>0.25</c:v>
                </c:pt>
                <c:pt idx="1958">
                  <c:v>0.25</c:v>
                </c:pt>
                <c:pt idx="1959">
                  <c:v>0.25</c:v>
                </c:pt>
                <c:pt idx="1960">
                  <c:v>0.25</c:v>
                </c:pt>
                <c:pt idx="1961">
                  <c:v>0.25</c:v>
                </c:pt>
                <c:pt idx="1962">
                  <c:v>0.25</c:v>
                </c:pt>
                <c:pt idx="1963">
                  <c:v>0.25</c:v>
                </c:pt>
                <c:pt idx="1964">
                  <c:v>0.25</c:v>
                </c:pt>
                <c:pt idx="1965">
                  <c:v>0.25</c:v>
                </c:pt>
                <c:pt idx="1966">
                  <c:v>0.25</c:v>
                </c:pt>
                <c:pt idx="1967">
                  <c:v>0.25</c:v>
                </c:pt>
                <c:pt idx="1968">
                  <c:v>0.25</c:v>
                </c:pt>
                <c:pt idx="1969">
                  <c:v>0.25</c:v>
                </c:pt>
                <c:pt idx="1970">
                  <c:v>0.25</c:v>
                </c:pt>
                <c:pt idx="1971">
                  <c:v>0.25</c:v>
                </c:pt>
                <c:pt idx="1972">
                  <c:v>0.25</c:v>
                </c:pt>
                <c:pt idx="1973">
                  <c:v>0.25</c:v>
                </c:pt>
                <c:pt idx="1974">
                  <c:v>0.25</c:v>
                </c:pt>
                <c:pt idx="1975">
                  <c:v>0.25</c:v>
                </c:pt>
                <c:pt idx="1976">
                  <c:v>0.25</c:v>
                </c:pt>
                <c:pt idx="1977">
                  <c:v>0.25</c:v>
                </c:pt>
                <c:pt idx="1978">
                  <c:v>0.25</c:v>
                </c:pt>
                <c:pt idx="1979">
                  <c:v>0.25</c:v>
                </c:pt>
                <c:pt idx="1980">
                  <c:v>0.25</c:v>
                </c:pt>
                <c:pt idx="1981">
                  <c:v>0.25</c:v>
                </c:pt>
                <c:pt idx="1982">
                  <c:v>0.25</c:v>
                </c:pt>
                <c:pt idx="1983">
                  <c:v>0.25</c:v>
                </c:pt>
                <c:pt idx="1984">
                  <c:v>0.25</c:v>
                </c:pt>
                <c:pt idx="1985">
                  <c:v>0.25</c:v>
                </c:pt>
                <c:pt idx="1986">
                  <c:v>0.25</c:v>
                </c:pt>
                <c:pt idx="1987">
                  <c:v>0.25</c:v>
                </c:pt>
                <c:pt idx="1988">
                  <c:v>0.25</c:v>
                </c:pt>
                <c:pt idx="1989">
                  <c:v>0.25</c:v>
                </c:pt>
                <c:pt idx="1990">
                  <c:v>0.25</c:v>
                </c:pt>
                <c:pt idx="1991">
                  <c:v>0.25</c:v>
                </c:pt>
                <c:pt idx="1992">
                  <c:v>0.25</c:v>
                </c:pt>
                <c:pt idx="1993">
                  <c:v>0.25</c:v>
                </c:pt>
                <c:pt idx="1994">
                  <c:v>0.25</c:v>
                </c:pt>
                <c:pt idx="1995">
                  <c:v>0.25</c:v>
                </c:pt>
                <c:pt idx="1996">
                  <c:v>0.25</c:v>
                </c:pt>
                <c:pt idx="1997">
                  <c:v>0.25</c:v>
                </c:pt>
                <c:pt idx="1998">
                  <c:v>0.25</c:v>
                </c:pt>
                <c:pt idx="1999">
                  <c:v>0.25</c:v>
                </c:pt>
                <c:pt idx="2000">
                  <c:v>0.25</c:v>
                </c:pt>
                <c:pt idx="2001">
                  <c:v>0.25</c:v>
                </c:pt>
                <c:pt idx="2002">
                  <c:v>0.25</c:v>
                </c:pt>
                <c:pt idx="2003">
                  <c:v>0.25</c:v>
                </c:pt>
                <c:pt idx="2004">
                  <c:v>0.25</c:v>
                </c:pt>
                <c:pt idx="2005">
                  <c:v>0.25</c:v>
                </c:pt>
                <c:pt idx="2006">
                  <c:v>0.25</c:v>
                </c:pt>
                <c:pt idx="2007">
                  <c:v>0.25</c:v>
                </c:pt>
                <c:pt idx="2008">
                  <c:v>0.25</c:v>
                </c:pt>
                <c:pt idx="2009">
                  <c:v>0.25</c:v>
                </c:pt>
                <c:pt idx="2010">
                  <c:v>0.25</c:v>
                </c:pt>
                <c:pt idx="2011">
                  <c:v>0.25</c:v>
                </c:pt>
                <c:pt idx="2012">
                  <c:v>0.25</c:v>
                </c:pt>
                <c:pt idx="2013">
                  <c:v>0.25</c:v>
                </c:pt>
                <c:pt idx="2014">
                  <c:v>0.25</c:v>
                </c:pt>
                <c:pt idx="2015">
                  <c:v>0.25</c:v>
                </c:pt>
                <c:pt idx="2016">
                  <c:v>0.25</c:v>
                </c:pt>
                <c:pt idx="2017">
                  <c:v>0.25</c:v>
                </c:pt>
                <c:pt idx="2018">
                  <c:v>0.25</c:v>
                </c:pt>
                <c:pt idx="2019">
                  <c:v>0.25</c:v>
                </c:pt>
                <c:pt idx="2020">
                  <c:v>0.25</c:v>
                </c:pt>
                <c:pt idx="2021">
                  <c:v>0.25</c:v>
                </c:pt>
                <c:pt idx="2022">
                  <c:v>0.25</c:v>
                </c:pt>
                <c:pt idx="2023">
                  <c:v>0.25</c:v>
                </c:pt>
                <c:pt idx="2024">
                  <c:v>0.25</c:v>
                </c:pt>
                <c:pt idx="2025">
                  <c:v>0.25</c:v>
                </c:pt>
                <c:pt idx="2026">
                  <c:v>0.25</c:v>
                </c:pt>
                <c:pt idx="2027">
                  <c:v>0.25</c:v>
                </c:pt>
                <c:pt idx="2028">
                  <c:v>0.25</c:v>
                </c:pt>
                <c:pt idx="2029">
                  <c:v>0.25</c:v>
                </c:pt>
                <c:pt idx="2030">
                  <c:v>0.25</c:v>
                </c:pt>
                <c:pt idx="2031">
                  <c:v>0.25</c:v>
                </c:pt>
                <c:pt idx="2032">
                  <c:v>0.25</c:v>
                </c:pt>
                <c:pt idx="2033">
                  <c:v>0.25</c:v>
                </c:pt>
                <c:pt idx="2034">
                  <c:v>0.25</c:v>
                </c:pt>
                <c:pt idx="2035">
                  <c:v>0.25</c:v>
                </c:pt>
                <c:pt idx="2036">
                  <c:v>0.25</c:v>
                </c:pt>
                <c:pt idx="2037">
                  <c:v>0.25</c:v>
                </c:pt>
                <c:pt idx="2038">
                  <c:v>0.25</c:v>
                </c:pt>
                <c:pt idx="2039">
                  <c:v>0.25</c:v>
                </c:pt>
                <c:pt idx="2040">
                  <c:v>0.25</c:v>
                </c:pt>
                <c:pt idx="2041">
                  <c:v>0.25</c:v>
                </c:pt>
                <c:pt idx="2042">
                  <c:v>0.25</c:v>
                </c:pt>
                <c:pt idx="2043">
                  <c:v>0.25</c:v>
                </c:pt>
                <c:pt idx="2044">
                  <c:v>0.25</c:v>
                </c:pt>
                <c:pt idx="2045">
                  <c:v>0.25</c:v>
                </c:pt>
                <c:pt idx="2046">
                  <c:v>0.25</c:v>
                </c:pt>
                <c:pt idx="2047">
                  <c:v>0.25</c:v>
                </c:pt>
                <c:pt idx="2048">
                  <c:v>0.25</c:v>
                </c:pt>
                <c:pt idx="2049">
                  <c:v>0.25</c:v>
                </c:pt>
                <c:pt idx="2050">
                  <c:v>0.25</c:v>
                </c:pt>
                <c:pt idx="2051">
                  <c:v>0.25</c:v>
                </c:pt>
                <c:pt idx="2052">
                  <c:v>0.25</c:v>
                </c:pt>
                <c:pt idx="2053">
                  <c:v>0.25</c:v>
                </c:pt>
                <c:pt idx="2054">
                  <c:v>0.25</c:v>
                </c:pt>
                <c:pt idx="2055">
                  <c:v>0.25</c:v>
                </c:pt>
                <c:pt idx="2056">
                  <c:v>0.25</c:v>
                </c:pt>
                <c:pt idx="2057">
                  <c:v>0.25</c:v>
                </c:pt>
                <c:pt idx="2058">
                  <c:v>0.25</c:v>
                </c:pt>
                <c:pt idx="2059">
                  <c:v>0.25</c:v>
                </c:pt>
                <c:pt idx="2060">
                  <c:v>0.25</c:v>
                </c:pt>
                <c:pt idx="2061">
                  <c:v>0.25</c:v>
                </c:pt>
                <c:pt idx="2062">
                  <c:v>0.25</c:v>
                </c:pt>
                <c:pt idx="2063">
                  <c:v>0.25</c:v>
                </c:pt>
                <c:pt idx="2064">
                  <c:v>0.25</c:v>
                </c:pt>
                <c:pt idx="2065">
                  <c:v>0.25</c:v>
                </c:pt>
                <c:pt idx="2066">
                  <c:v>0.25</c:v>
                </c:pt>
                <c:pt idx="2067">
                  <c:v>0.25</c:v>
                </c:pt>
                <c:pt idx="2068">
                  <c:v>0.25</c:v>
                </c:pt>
                <c:pt idx="2069">
                  <c:v>0.25</c:v>
                </c:pt>
                <c:pt idx="2070">
                  <c:v>0.25</c:v>
                </c:pt>
                <c:pt idx="2071">
                  <c:v>0.25</c:v>
                </c:pt>
                <c:pt idx="2072">
                  <c:v>0.25</c:v>
                </c:pt>
                <c:pt idx="2073">
                  <c:v>0.25</c:v>
                </c:pt>
                <c:pt idx="2074">
                  <c:v>0.25</c:v>
                </c:pt>
                <c:pt idx="2075">
                  <c:v>0.25</c:v>
                </c:pt>
                <c:pt idx="2076">
                  <c:v>0.25</c:v>
                </c:pt>
                <c:pt idx="2077">
                  <c:v>0.25</c:v>
                </c:pt>
                <c:pt idx="2078">
                  <c:v>0.25</c:v>
                </c:pt>
                <c:pt idx="2079">
                  <c:v>0.25</c:v>
                </c:pt>
                <c:pt idx="2080">
                  <c:v>0.25</c:v>
                </c:pt>
                <c:pt idx="2081">
                  <c:v>0.25</c:v>
                </c:pt>
                <c:pt idx="2082">
                  <c:v>0.25</c:v>
                </c:pt>
                <c:pt idx="2083">
                  <c:v>0.25</c:v>
                </c:pt>
                <c:pt idx="2084">
                  <c:v>0.25</c:v>
                </c:pt>
                <c:pt idx="2085">
                  <c:v>0.25</c:v>
                </c:pt>
                <c:pt idx="2086">
                  <c:v>0.25</c:v>
                </c:pt>
                <c:pt idx="2087">
                  <c:v>0.25</c:v>
                </c:pt>
                <c:pt idx="2088">
                  <c:v>0.25</c:v>
                </c:pt>
                <c:pt idx="2089">
                  <c:v>0.25</c:v>
                </c:pt>
                <c:pt idx="2090">
                  <c:v>0.25</c:v>
                </c:pt>
                <c:pt idx="2091">
                  <c:v>0.25</c:v>
                </c:pt>
                <c:pt idx="2092">
                  <c:v>0.25</c:v>
                </c:pt>
                <c:pt idx="2093">
                  <c:v>0.25</c:v>
                </c:pt>
                <c:pt idx="2094">
                  <c:v>0.25</c:v>
                </c:pt>
                <c:pt idx="2095">
                  <c:v>0.25</c:v>
                </c:pt>
                <c:pt idx="2096">
                  <c:v>0.25</c:v>
                </c:pt>
                <c:pt idx="2097">
                  <c:v>0.25</c:v>
                </c:pt>
                <c:pt idx="2098">
                  <c:v>0.25</c:v>
                </c:pt>
                <c:pt idx="2099">
                  <c:v>0.25</c:v>
                </c:pt>
                <c:pt idx="2100">
                  <c:v>0.25</c:v>
                </c:pt>
                <c:pt idx="2101">
                  <c:v>0.25</c:v>
                </c:pt>
                <c:pt idx="2102">
                  <c:v>0.25</c:v>
                </c:pt>
                <c:pt idx="2103">
                  <c:v>0.25</c:v>
                </c:pt>
                <c:pt idx="2104">
                  <c:v>0.25</c:v>
                </c:pt>
                <c:pt idx="2105">
                  <c:v>0.25</c:v>
                </c:pt>
                <c:pt idx="2106">
                  <c:v>0.25</c:v>
                </c:pt>
                <c:pt idx="2107">
                  <c:v>0.25</c:v>
                </c:pt>
                <c:pt idx="2108">
                  <c:v>0.25</c:v>
                </c:pt>
                <c:pt idx="2109">
                  <c:v>0.25</c:v>
                </c:pt>
                <c:pt idx="2110">
                  <c:v>0.25</c:v>
                </c:pt>
                <c:pt idx="2111">
                  <c:v>0.25</c:v>
                </c:pt>
                <c:pt idx="2112">
                  <c:v>0.25</c:v>
                </c:pt>
                <c:pt idx="2113">
                  <c:v>0.25</c:v>
                </c:pt>
                <c:pt idx="2114">
                  <c:v>0.25</c:v>
                </c:pt>
                <c:pt idx="2115">
                  <c:v>0.25</c:v>
                </c:pt>
                <c:pt idx="2116">
                  <c:v>0.25</c:v>
                </c:pt>
                <c:pt idx="2117">
                  <c:v>0.25</c:v>
                </c:pt>
                <c:pt idx="2118">
                  <c:v>0.25</c:v>
                </c:pt>
                <c:pt idx="2119">
                  <c:v>0.25</c:v>
                </c:pt>
                <c:pt idx="2120">
                  <c:v>0.25</c:v>
                </c:pt>
                <c:pt idx="2121">
                  <c:v>0.25</c:v>
                </c:pt>
                <c:pt idx="2122">
                  <c:v>0.25</c:v>
                </c:pt>
                <c:pt idx="2123">
                  <c:v>0.25</c:v>
                </c:pt>
                <c:pt idx="2124">
                  <c:v>0.25</c:v>
                </c:pt>
                <c:pt idx="2125">
                  <c:v>0.25</c:v>
                </c:pt>
                <c:pt idx="2126">
                  <c:v>0.25</c:v>
                </c:pt>
                <c:pt idx="2127">
                  <c:v>0.25</c:v>
                </c:pt>
                <c:pt idx="2128">
                  <c:v>0.25</c:v>
                </c:pt>
                <c:pt idx="2129">
                  <c:v>0.25</c:v>
                </c:pt>
                <c:pt idx="2130">
                  <c:v>0.25</c:v>
                </c:pt>
                <c:pt idx="2131">
                  <c:v>0.25</c:v>
                </c:pt>
                <c:pt idx="2132">
                  <c:v>0.25</c:v>
                </c:pt>
                <c:pt idx="2133">
                  <c:v>0.25</c:v>
                </c:pt>
                <c:pt idx="2134">
                  <c:v>0.25</c:v>
                </c:pt>
                <c:pt idx="2135">
                  <c:v>0.25</c:v>
                </c:pt>
                <c:pt idx="2136">
                  <c:v>0.25</c:v>
                </c:pt>
                <c:pt idx="2137">
                  <c:v>0.25</c:v>
                </c:pt>
                <c:pt idx="2138">
                  <c:v>0.25</c:v>
                </c:pt>
                <c:pt idx="2139">
                  <c:v>0.25</c:v>
                </c:pt>
                <c:pt idx="2140">
                  <c:v>0.25</c:v>
                </c:pt>
                <c:pt idx="2141">
                  <c:v>0.25</c:v>
                </c:pt>
                <c:pt idx="2142">
                  <c:v>0.25</c:v>
                </c:pt>
                <c:pt idx="2143">
                  <c:v>0.25</c:v>
                </c:pt>
                <c:pt idx="2144">
                  <c:v>0.25</c:v>
                </c:pt>
                <c:pt idx="2145">
                  <c:v>0.25</c:v>
                </c:pt>
                <c:pt idx="2146">
                  <c:v>0.25</c:v>
                </c:pt>
                <c:pt idx="2147">
                  <c:v>0.25</c:v>
                </c:pt>
                <c:pt idx="2148">
                  <c:v>0.25</c:v>
                </c:pt>
                <c:pt idx="2149">
                  <c:v>0.25</c:v>
                </c:pt>
                <c:pt idx="2150">
                  <c:v>0.25</c:v>
                </c:pt>
                <c:pt idx="2151">
                  <c:v>0.25</c:v>
                </c:pt>
                <c:pt idx="2152">
                  <c:v>0.25</c:v>
                </c:pt>
                <c:pt idx="2153">
                  <c:v>0.25</c:v>
                </c:pt>
                <c:pt idx="2154">
                  <c:v>0.25</c:v>
                </c:pt>
                <c:pt idx="2155">
                  <c:v>0.25</c:v>
                </c:pt>
                <c:pt idx="2156">
                  <c:v>0.25</c:v>
                </c:pt>
                <c:pt idx="2157">
                  <c:v>0.25</c:v>
                </c:pt>
                <c:pt idx="2158">
                  <c:v>0.25</c:v>
                </c:pt>
                <c:pt idx="2159">
                  <c:v>0.25</c:v>
                </c:pt>
                <c:pt idx="2160">
                  <c:v>0.25</c:v>
                </c:pt>
                <c:pt idx="2161">
                  <c:v>0.25</c:v>
                </c:pt>
                <c:pt idx="2162">
                  <c:v>0.25</c:v>
                </c:pt>
                <c:pt idx="2163">
                  <c:v>0.25</c:v>
                </c:pt>
                <c:pt idx="2164">
                  <c:v>0.25</c:v>
                </c:pt>
                <c:pt idx="2165">
                  <c:v>0.25</c:v>
                </c:pt>
                <c:pt idx="2166">
                  <c:v>0.25</c:v>
                </c:pt>
                <c:pt idx="2167">
                  <c:v>0.25</c:v>
                </c:pt>
                <c:pt idx="2168">
                  <c:v>0.25</c:v>
                </c:pt>
                <c:pt idx="2169">
                  <c:v>0.25</c:v>
                </c:pt>
                <c:pt idx="2170">
                  <c:v>0.25</c:v>
                </c:pt>
                <c:pt idx="2171">
                  <c:v>0.25</c:v>
                </c:pt>
                <c:pt idx="2172">
                  <c:v>0.25</c:v>
                </c:pt>
                <c:pt idx="2173">
                  <c:v>0.25</c:v>
                </c:pt>
                <c:pt idx="2174">
                  <c:v>0.25</c:v>
                </c:pt>
                <c:pt idx="2175">
                  <c:v>0.25</c:v>
                </c:pt>
                <c:pt idx="2176">
                  <c:v>0.25</c:v>
                </c:pt>
                <c:pt idx="2177">
                  <c:v>0.25</c:v>
                </c:pt>
                <c:pt idx="2178">
                  <c:v>0.25</c:v>
                </c:pt>
                <c:pt idx="2179">
                  <c:v>0.25</c:v>
                </c:pt>
                <c:pt idx="2180">
                  <c:v>0.25</c:v>
                </c:pt>
                <c:pt idx="2181">
                  <c:v>0.25</c:v>
                </c:pt>
                <c:pt idx="2182">
                  <c:v>0.25</c:v>
                </c:pt>
                <c:pt idx="2183">
                  <c:v>0.25</c:v>
                </c:pt>
                <c:pt idx="2184">
                  <c:v>0.25</c:v>
                </c:pt>
                <c:pt idx="2185">
                  <c:v>0.25</c:v>
                </c:pt>
                <c:pt idx="2186">
                  <c:v>0.25</c:v>
                </c:pt>
                <c:pt idx="2187">
                  <c:v>0.25</c:v>
                </c:pt>
                <c:pt idx="2188">
                  <c:v>0.25</c:v>
                </c:pt>
                <c:pt idx="2189">
                  <c:v>0.25</c:v>
                </c:pt>
                <c:pt idx="2190">
                  <c:v>0.25</c:v>
                </c:pt>
                <c:pt idx="2191">
                  <c:v>0.25</c:v>
                </c:pt>
                <c:pt idx="2192">
                  <c:v>0.25</c:v>
                </c:pt>
                <c:pt idx="2193">
                  <c:v>0.25</c:v>
                </c:pt>
                <c:pt idx="2194">
                  <c:v>0.25</c:v>
                </c:pt>
                <c:pt idx="2195">
                  <c:v>0.25</c:v>
                </c:pt>
                <c:pt idx="2196">
                  <c:v>0.25</c:v>
                </c:pt>
                <c:pt idx="2197">
                  <c:v>0.25</c:v>
                </c:pt>
                <c:pt idx="2198">
                  <c:v>0.25</c:v>
                </c:pt>
                <c:pt idx="2199">
                  <c:v>0.25</c:v>
                </c:pt>
                <c:pt idx="2200">
                  <c:v>0.25</c:v>
                </c:pt>
                <c:pt idx="2201">
                  <c:v>0.25</c:v>
                </c:pt>
                <c:pt idx="2202">
                  <c:v>0.25</c:v>
                </c:pt>
                <c:pt idx="2203">
                  <c:v>0.25</c:v>
                </c:pt>
                <c:pt idx="2204">
                  <c:v>0.25</c:v>
                </c:pt>
                <c:pt idx="2205">
                  <c:v>0.25</c:v>
                </c:pt>
                <c:pt idx="2206">
                  <c:v>0.25</c:v>
                </c:pt>
                <c:pt idx="2207">
                  <c:v>0.25</c:v>
                </c:pt>
                <c:pt idx="2208">
                  <c:v>0.25</c:v>
                </c:pt>
                <c:pt idx="2209">
                  <c:v>0.25</c:v>
                </c:pt>
                <c:pt idx="2210">
                  <c:v>0.25</c:v>
                </c:pt>
                <c:pt idx="2211">
                  <c:v>0.25</c:v>
                </c:pt>
                <c:pt idx="2212">
                  <c:v>0.25</c:v>
                </c:pt>
                <c:pt idx="2213">
                  <c:v>0.25</c:v>
                </c:pt>
                <c:pt idx="2214">
                  <c:v>0.25</c:v>
                </c:pt>
                <c:pt idx="2215">
                  <c:v>0.25</c:v>
                </c:pt>
                <c:pt idx="2216">
                  <c:v>0.25</c:v>
                </c:pt>
                <c:pt idx="2217">
                  <c:v>0.25</c:v>
                </c:pt>
                <c:pt idx="2218">
                  <c:v>0.25</c:v>
                </c:pt>
                <c:pt idx="2219">
                  <c:v>0.25</c:v>
                </c:pt>
                <c:pt idx="2220">
                  <c:v>0.25</c:v>
                </c:pt>
                <c:pt idx="2221">
                  <c:v>0.25</c:v>
                </c:pt>
                <c:pt idx="2222">
                  <c:v>0.25</c:v>
                </c:pt>
                <c:pt idx="2223">
                  <c:v>0.25</c:v>
                </c:pt>
                <c:pt idx="2224">
                  <c:v>0.25</c:v>
                </c:pt>
                <c:pt idx="2225">
                  <c:v>0.25</c:v>
                </c:pt>
                <c:pt idx="2226">
                  <c:v>0.25</c:v>
                </c:pt>
                <c:pt idx="2227">
                  <c:v>0.25</c:v>
                </c:pt>
                <c:pt idx="2228">
                  <c:v>0.25</c:v>
                </c:pt>
                <c:pt idx="2229">
                  <c:v>0.25</c:v>
                </c:pt>
                <c:pt idx="2230">
                  <c:v>0.25</c:v>
                </c:pt>
                <c:pt idx="2231">
                  <c:v>0.25</c:v>
                </c:pt>
                <c:pt idx="2232">
                  <c:v>0.25</c:v>
                </c:pt>
                <c:pt idx="2233">
                  <c:v>0.25</c:v>
                </c:pt>
                <c:pt idx="2234">
                  <c:v>0.25</c:v>
                </c:pt>
                <c:pt idx="2235">
                  <c:v>0.25</c:v>
                </c:pt>
                <c:pt idx="2236">
                  <c:v>0.25</c:v>
                </c:pt>
                <c:pt idx="2237">
                  <c:v>0.25</c:v>
                </c:pt>
                <c:pt idx="2238">
                  <c:v>0.25</c:v>
                </c:pt>
                <c:pt idx="2239">
                  <c:v>0.25</c:v>
                </c:pt>
                <c:pt idx="2240">
                  <c:v>0.25</c:v>
                </c:pt>
                <c:pt idx="2241">
                  <c:v>0.25</c:v>
                </c:pt>
                <c:pt idx="2242">
                  <c:v>0.25</c:v>
                </c:pt>
                <c:pt idx="2243">
                  <c:v>0.25</c:v>
                </c:pt>
                <c:pt idx="2244">
                  <c:v>0.25</c:v>
                </c:pt>
                <c:pt idx="2245">
                  <c:v>0.25</c:v>
                </c:pt>
                <c:pt idx="2246">
                  <c:v>0.25</c:v>
                </c:pt>
                <c:pt idx="2247">
                  <c:v>0.25</c:v>
                </c:pt>
                <c:pt idx="2248">
                  <c:v>0.25</c:v>
                </c:pt>
                <c:pt idx="2249">
                  <c:v>0.25</c:v>
                </c:pt>
                <c:pt idx="2250">
                  <c:v>0.25</c:v>
                </c:pt>
                <c:pt idx="2251">
                  <c:v>0.25</c:v>
                </c:pt>
                <c:pt idx="2252">
                  <c:v>0.25</c:v>
                </c:pt>
                <c:pt idx="2253">
                  <c:v>0.25</c:v>
                </c:pt>
                <c:pt idx="2254">
                  <c:v>0.25</c:v>
                </c:pt>
                <c:pt idx="2255">
                  <c:v>0.25</c:v>
                </c:pt>
                <c:pt idx="2256">
                  <c:v>0.25</c:v>
                </c:pt>
                <c:pt idx="2257">
                  <c:v>0.25</c:v>
                </c:pt>
                <c:pt idx="2258">
                  <c:v>0.25</c:v>
                </c:pt>
                <c:pt idx="2259">
                  <c:v>0.25</c:v>
                </c:pt>
                <c:pt idx="2260">
                  <c:v>0.25</c:v>
                </c:pt>
                <c:pt idx="2261">
                  <c:v>0.25</c:v>
                </c:pt>
                <c:pt idx="2262">
                  <c:v>0.25</c:v>
                </c:pt>
                <c:pt idx="2263">
                  <c:v>0.25</c:v>
                </c:pt>
                <c:pt idx="2264">
                  <c:v>0.25</c:v>
                </c:pt>
                <c:pt idx="2265">
                  <c:v>0.25</c:v>
                </c:pt>
                <c:pt idx="2266">
                  <c:v>0.25</c:v>
                </c:pt>
                <c:pt idx="2267">
                  <c:v>0.25</c:v>
                </c:pt>
                <c:pt idx="2268">
                  <c:v>0.25</c:v>
                </c:pt>
                <c:pt idx="2269">
                  <c:v>0.25</c:v>
                </c:pt>
                <c:pt idx="2270">
                  <c:v>0.25</c:v>
                </c:pt>
                <c:pt idx="2271">
                  <c:v>0.25</c:v>
                </c:pt>
                <c:pt idx="2272">
                  <c:v>0.25</c:v>
                </c:pt>
                <c:pt idx="2273">
                  <c:v>0.25</c:v>
                </c:pt>
                <c:pt idx="2274">
                  <c:v>0.25</c:v>
                </c:pt>
                <c:pt idx="2275">
                  <c:v>0.25</c:v>
                </c:pt>
                <c:pt idx="2276">
                  <c:v>0.25</c:v>
                </c:pt>
                <c:pt idx="2277">
                  <c:v>0.25</c:v>
                </c:pt>
                <c:pt idx="2278">
                  <c:v>0.25</c:v>
                </c:pt>
                <c:pt idx="2279">
                  <c:v>0.25</c:v>
                </c:pt>
                <c:pt idx="2280">
                  <c:v>0.25</c:v>
                </c:pt>
                <c:pt idx="2281">
                  <c:v>0.25</c:v>
                </c:pt>
                <c:pt idx="2282">
                  <c:v>0.25</c:v>
                </c:pt>
                <c:pt idx="2283">
                  <c:v>0.25</c:v>
                </c:pt>
                <c:pt idx="2284">
                  <c:v>0.25</c:v>
                </c:pt>
                <c:pt idx="2285">
                  <c:v>0.25</c:v>
                </c:pt>
                <c:pt idx="2286">
                  <c:v>0.25</c:v>
                </c:pt>
                <c:pt idx="2287">
                  <c:v>0.25</c:v>
                </c:pt>
                <c:pt idx="2288">
                  <c:v>0.25</c:v>
                </c:pt>
                <c:pt idx="2289">
                  <c:v>0.25</c:v>
                </c:pt>
                <c:pt idx="2290">
                  <c:v>0.25</c:v>
                </c:pt>
                <c:pt idx="2291">
                  <c:v>0.25</c:v>
                </c:pt>
                <c:pt idx="2292">
                  <c:v>0.25</c:v>
                </c:pt>
                <c:pt idx="2293">
                  <c:v>0.25</c:v>
                </c:pt>
                <c:pt idx="2294">
                  <c:v>0.25</c:v>
                </c:pt>
                <c:pt idx="2295">
                  <c:v>0.25</c:v>
                </c:pt>
                <c:pt idx="2296">
                  <c:v>0.25</c:v>
                </c:pt>
                <c:pt idx="2297">
                  <c:v>0.25</c:v>
                </c:pt>
                <c:pt idx="2298">
                  <c:v>0.25</c:v>
                </c:pt>
                <c:pt idx="2299">
                  <c:v>0.25</c:v>
                </c:pt>
                <c:pt idx="2300">
                  <c:v>0.25</c:v>
                </c:pt>
                <c:pt idx="2301">
                  <c:v>0.25</c:v>
                </c:pt>
                <c:pt idx="2302">
                  <c:v>0.25</c:v>
                </c:pt>
                <c:pt idx="2303">
                  <c:v>0.25</c:v>
                </c:pt>
                <c:pt idx="2304">
                  <c:v>0.25</c:v>
                </c:pt>
                <c:pt idx="2305">
                  <c:v>0.25</c:v>
                </c:pt>
                <c:pt idx="2306">
                  <c:v>0.25</c:v>
                </c:pt>
                <c:pt idx="2307">
                  <c:v>0.25</c:v>
                </c:pt>
                <c:pt idx="2308">
                  <c:v>0.25</c:v>
                </c:pt>
                <c:pt idx="2309">
                  <c:v>0.25</c:v>
                </c:pt>
                <c:pt idx="2310">
                  <c:v>0.25</c:v>
                </c:pt>
                <c:pt idx="2311">
                  <c:v>0.25</c:v>
                </c:pt>
                <c:pt idx="2312">
                  <c:v>0.25</c:v>
                </c:pt>
                <c:pt idx="2313">
                  <c:v>0.25</c:v>
                </c:pt>
                <c:pt idx="2314">
                  <c:v>0.25</c:v>
                </c:pt>
                <c:pt idx="2315">
                  <c:v>0.25</c:v>
                </c:pt>
                <c:pt idx="2316">
                  <c:v>0.25</c:v>
                </c:pt>
                <c:pt idx="2317">
                  <c:v>0.25</c:v>
                </c:pt>
                <c:pt idx="2318">
                  <c:v>0.25</c:v>
                </c:pt>
                <c:pt idx="2319">
                  <c:v>0.25</c:v>
                </c:pt>
                <c:pt idx="2320">
                  <c:v>0.25</c:v>
                </c:pt>
                <c:pt idx="2321">
                  <c:v>0.25</c:v>
                </c:pt>
                <c:pt idx="2322">
                  <c:v>0.25</c:v>
                </c:pt>
                <c:pt idx="2323">
                  <c:v>0.25</c:v>
                </c:pt>
                <c:pt idx="2324">
                  <c:v>0.25</c:v>
                </c:pt>
                <c:pt idx="2325">
                  <c:v>0.25</c:v>
                </c:pt>
                <c:pt idx="2326">
                  <c:v>0.25</c:v>
                </c:pt>
                <c:pt idx="2327">
                  <c:v>0.25</c:v>
                </c:pt>
                <c:pt idx="2328">
                  <c:v>0.25</c:v>
                </c:pt>
                <c:pt idx="2329">
                  <c:v>0.25</c:v>
                </c:pt>
                <c:pt idx="2330">
                  <c:v>0.25</c:v>
                </c:pt>
                <c:pt idx="2331">
                  <c:v>0.25</c:v>
                </c:pt>
                <c:pt idx="2332">
                  <c:v>0.25</c:v>
                </c:pt>
                <c:pt idx="2333">
                  <c:v>0.25</c:v>
                </c:pt>
                <c:pt idx="2334">
                  <c:v>0.25</c:v>
                </c:pt>
                <c:pt idx="2335">
                  <c:v>0.25</c:v>
                </c:pt>
                <c:pt idx="2336">
                  <c:v>0.25</c:v>
                </c:pt>
                <c:pt idx="2337">
                  <c:v>0.25</c:v>
                </c:pt>
                <c:pt idx="2338">
                  <c:v>0.25</c:v>
                </c:pt>
                <c:pt idx="2339">
                  <c:v>0.25</c:v>
                </c:pt>
                <c:pt idx="2340">
                  <c:v>0.25</c:v>
                </c:pt>
                <c:pt idx="2341">
                  <c:v>0.25</c:v>
                </c:pt>
                <c:pt idx="2342">
                  <c:v>0.25</c:v>
                </c:pt>
                <c:pt idx="2343">
                  <c:v>0.25</c:v>
                </c:pt>
                <c:pt idx="2344">
                  <c:v>0.25</c:v>
                </c:pt>
                <c:pt idx="2345">
                  <c:v>0.25</c:v>
                </c:pt>
                <c:pt idx="2346">
                  <c:v>0.25</c:v>
                </c:pt>
                <c:pt idx="2347">
                  <c:v>0.25</c:v>
                </c:pt>
                <c:pt idx="2348">
                  <c:v>0.25</c:v>
                </c:pt>
                <c:pt idx="2349">
                  <c:v>0.25</c:v>
                </c:pt>
                <c:pt idx="2350">
                  <c:v>0.25</c:v>
                </c:pt>
                <c:pt idx="2351">
                  <c:v>0.25</c:v>
                </c:pt>
                <c:pt idx="2352">
                  <c:v>0.25</c:v>
                </c:pt>
                <c:pt idx="2353">
                  <c:v>0.25</c:v>
                </c:pt>
                <c:pt idx="2354">
                  <c:v>0.25</c:v>
                </c:pt>
                <c:pt idx="2355">
                  <c:v>0.25</c:v>
                </c:pt>
                <c:pt idx="2356">
                  <c:v>0.25</c:v>
                </c:pt>
                <c:pt idx="2357">
                  <c:v>0.25</c:v>
                </c:pt>
                <c:pt idx="2358">
                  <c:v>0.25</c:v>
                </c:pt>
                <c:pt idx="2359">
                  <c:v>0.25</c:v>
                </c:pt>
                <c:pt idx="2360">
                  <c:v>0.25</c:v>
                </c:pt>
                <c:pt idx="2361">
                  <c:v>0.25</c:v>
                </c:pt>
                <c:pt idx="2362">
                  <c:v>0.25</c:v>
                </c:pt>
                <c:pt idx="2363">
                  <c:v>0.25</c:v>
                </c:pt>
                <c:pt idx="2364">
                  <c:v>0.25</c:v>
                </c:pt>
                <c:pt idx="2365">
                  <c:v>0.25</c:v>
                </c:pt>
                <c:pt idx="2366">
                  <c:v>0.25</c:v>
                </c:pt>
                <c:pt idx="2367">
                  <c:v>0.25</c:v>
                </c:pt>
                <c:pt idx="2368">
                  <c:v>0.25</c:v>
                </c:pt>
                <c:pt idx="2369">
                  <c:v>0.25</c:v>
                </c:pt>
                <c:pt idx="2370">
                  <c:v>0.25</c:v>
                </c:pt>
                <c:pt idx="2371">
                  <c:v>0.25</c:v>
                </c:pt>
                <c:pt idx="2372">
                  <c:v>0.25</c:v>
                </c:pt>
                <c:pt idx="2373">
                  <c:v>0.25</c:v>
                </c:pt>
                <c:pt idx="2374">
                  <c:v>0.25</c:v>
                </c:pt>
                <c:pt idx="2375">
                  <c:v>0.25</c:v>
                </c:pt>
                <c:pt idx="2376">
                  <c:v>0.25</c:v>
                </c:pt>
                <c:pt idx="2377">
                  <c:v>0.25</c:v>
                </c:pt>
                <c:pt idx="2378">
                  <c:v>0.25</c:v>
                </c:pt>
                <c:pt idx="2379">
                  <c:v>0.25</c:v>
                </c:pt>
                <c:pt idx="2380">
                  <c:v>0.25</c:v>
                </c:pt>
                <c:pt idx="2381">
                  <c:v>0.25</c:v>
                </c:pt>
                <c:pt idx="2382">
                  <c:v>0.25</c:v>
                </c:pt>
                <c:pt idx="2383">
                  <c:v>0.25</c:v>
                </c:pt>
                <c:pt idx="2384">
                  <c:v>0.25</c:v>
                </c:pt>
                <c:pt idx="2385">
                  <c:v>0.25</c:v>
                </c:pt>
                <c:pt idx="2386">
                  <c:v>0.25</c:v>
                </c:pt>
                <c:pt idx="2387">
                  <c:v>0.25</c:v>
                </c:pt>
                <c:pt idx="2388">
                  <c:v>0.25</c:v>
                </c:pt>
                <c:pt idx="2389">
                  <c:v>0.25</c:v>
                </c:pt>
                <c:pt idx="2390">
                  <c:v>0.25</c:v>
                </c:pt>
                <c:pt idx="2391">
                  <c:v>0.25</c:v>
                </c:pt>
                <c:pt idx="2392">
                  <c:v>0.25</c:v>
                </c:pt>
                <c:pt idx="2393">
                  <c:v>0.25</c:v>
                </c:pt>
                <c:pt idx="2394">
                  <c:v>0.25</c:v>
                </c:pt>
                <c:pt idx="2395">
                  <c:v>0.25</c:v>
                </c:pt>
                <c:pt idx="2396">
                  <c:v>0.25</c:v>
                </c:pt>
                <c:pt idx="2397">
                  <c:v>0.25</c:v>
                </c:pt>
                <c:pt idx="2398">
                  <c:v>0.25</c:v>
                </c:pt>
                <c:pt idx="2399">
                  <c:v>0.25</c:v>
                </c:pt>
                <c:pt idx="2400">
                  <c:v>0.25</c:v>
                </c:pt>
                <c:pt idx="2401">
                  <c:v>0.25</c:v>
                </c:pt>
                <c:pt idx="2402">
                  <c:v>0.25</c:v>
                </c:pt>
                <c:pt idx="2403">
                  <c:v>0.25</c:v>
                </c:pt>
                <c:pt idx="2404">
                  <c:v>0.25</c:v>
                </c:pt>
                <c:pt idx="2405">
                  <c:v>0.25</c:v>
                </c:pt>
                <c:pt idx="2406">
                  <c:v>0.25</c:v>
                </c:pt>
                <c:pt idx="2407">
                  <c:v>0.25</c:v>
                </c:pt>
                <c:pt idx="2408">
                  <c:v>0.25</c:v>
                </c:pt>
                <c:pt idx="2409">
                  <c:v>0.25</c:v>
                </c:pt>
                <c:pt idx="2410">
                  <c:v>0.25</c:v>
                </c:pt>
                <c:pt idx="2411">
                  <c:v>0.25</c:v>
                </c:pt>
                <c:pt idx="2412">
                  <c:v>0.25</c:v>
                </c:pt>
                <c:pt idx="2413">
                  <c:v>0.25</c:v>
                </c:pt>
                <c:pt idx="2414">
                  <c:v>0.25</c:v>
                </c:pt>
                <c:pt idx="2415">
                  <c:v>0.25</c:v>
                </c:pt>
                <c:pt idx="2416">
                  <c:v>0.25</c:v>
                </c:pt>
                <c:pt idx="2417">
                  <c:v>0.25</c:v>
                </c:pt>
                <c:pt idx="2418">
                  <c:v>0.25</c:v>
                </c:pt>
                <c:pt idx="2419">
                  <c:v>0.25</c:v>
                </c:pt>
                <c:pt idx="2420">
                  <c:v>0.25</c:v>
                </c:pt>
                <c:pt idx="2421">
                  <c:v>0.25</c:v>
                </c:pt>
                <c:pt idx="2422">
                  <c:v>0.25</c:v>
                </c:pt>
                <c:pt idx="2423">
                  <c:v>0.25</c:v>
                </c:pt>
                <c:pt idx="2424">
                  <c:v>0.25</c:v>
                </c:pt>
                <c:pt idx="2425">
                  <c:v>0.25</c:v>
                </c:pt>
                <c:pt idx="2426">
                  <c:v>0.25</c:v>
                </c:pt>
                <c:pt idx="2427">
                  <c:v>0.25</c:v>
                </c:pt>
                <c:pt idx="2428">
                  <c:v>0.25</c:v>
                </c:pt>
                <c:pt idx="2429">
                  <c:v>0.25</c:v>
                </c:pt>
                <c:pt idx="2430">
                  <c:v>0.25</c:v>
                </c:pt>
                <c:pt idx="2431">
                  <c:v>0.25</c:v>
                </c:pt>
                <c:pt idx="2432">
                  <c:v>0.25</c:v>
                </c:pt>
                <c:pt idx="2433">
                  <c:v>0.25</c:v>
                </c:pt>
                <c:pt idx="2434">
                  <c:v>0.25</c:v>
                </c:pt>
                <c:pt idx="2435">
                  <c:v>0.25</c:v>
                </c:pt>
                <c:pt idx="2436">
                  <c:v>0.25</c:v>
                </c:pt>
                <c:pt idx="2437">
                  <c:v>0.25</c:v>
                </c:pt>
                <c:pt idx="2438">
                  <c:v>0.25</c:v>
                </c:pt>
                <c:pt idx="2439">
                  <c:v>0.25</c:v>
                </c:pt>
                <c:pt idx="2440">
                  <c:v>0.25</c:v>
                </c:pt>
                <c:pt idx="2441">
                  <c:v>0.25</c:v>
                </c:pt>
                <c:pt idx="2442">
                  <c:v>0.25</c:v>
                </c:pt>
                <c:pt idx="2443">
                  <c:v>0.25</c:v>
                </c:pt>
                <c:pt idx="2444">
                  <c:v>0.25</c:v>
                </c:pt>
                <c:pt idx="2445">
                  <c:v>0.25</c:v>
                </c:pt>
                <c:pt idx="2446">
                  <c:v>0.25</c:v>
                </c:pt>
                <c:pt idx="2447">
                  <c:v>0.25</c:v>
                </c:pt>
                <c:pt idx="2448">
                  <c:v>0.25</c:v>
                </c:pt>
                <c:pt idx="2449">
                  <c:v>0.25</c:v>
                </c:pt>
                <c:pt idx="2450">
                  <c:v>0.25</c:v>
                </c:pt>
                <c:pt idx="2451">
                  <c:v>0.25</c:v>
                </c:pt>
                <c:pt idx="2452">
                  <c:v>0.25</c:v>
                </c:pt>
                <c:pt idx="2453">
                  <c:v>0.25</c:v>
                </c:pt>
                <c:pt idx="2454">
                  <c:v>0.25</c:v>
                </c:pt>
                <c:pt idx="2455">
                  <c:v>0.25</c:v>
                </c:pt>
                <c:pt idx="2456">
                  <c:v>0.25</c:v>
                </c:pt>
                <c:pt idx="2457">
                  <c:v>0.25</c:v>
                </c:pt>
                <c:pt idx="2458">
                  <c:v>0.25</c:v>
                </c:pt>
                <c:pt idx="2459">
                  <c:v>0.25</c:v>
                </c:pt>
                <c:pt idx="2460">
                  <c:v>0.25</c:v>
                </c:pt>
                <c:pt idx="2461">
                  <c:v>0.25</c:v>
                </c:pt>
                <c:pt idx="2462">
                  <c:v>0.25</c:v>
                </c:pt>
                <c:pt idx="2463">
                  <c:v>0.25</c:v>
                </c:pt>
                <c:pt idx="2464">
                  <c:v>0.25</c:v>
                </c:pt>
                <c:pt idx="2465">
                  <c:v>0.25</c:v>
                </c:pt>
                <c:pt idx="2466">
                  <c:v>0.25</c:v>
                </c:pt>
                <c:pt idx="2467">
                  <c:v>0.25</c:v>
                </c:pt>
                <c:pt idx="2468">
                  <c:v>0.25</c:v>
                </c:pt>
                <c:pt idx="2469">
                  <c:v>0.25</c:v>
                </c:pt>
                <c:pt idx="2470">
                  <c:v>0.25</c:v>
                </c:pt>
                <c:pt idx="2471">
                  <c:v>0.25</c:v>
                </c:pt>
                <c:pt idx="2472">
                  <c:v>0.25</c:v>
                </c:pt>
                <c:pt idx="2473">
                  <c:v>0.25</c:v>
                </c:pt>
                <c:pt idx="2474">
                  <c:v>0.25</c:v>
                </c:pt>
                <c:pt idx="2475">
                  <c:v>0.25</c:v>
                </c:pt>
                <c:pt idx="2476">
                  <c:v>0.25</c:v>
                </c:pt>
                <c:pt idx="2477">
                  <c:v>0.25</c:v>
                </c:pt>
                <c:pt idx="2478">
                  <c:v>0.25</c:v>
                </c:pt>
                <c:pt idx="2479">
                  <c:v>0.25</c:v>
                </c:pt>
                <c:pt idx="2480">
                  <c:v>0.25</c:v>
                </c:pt>
                <c:pt idx="2481">
                  <c:v>0.25</c:v>
                </c:pt>
                <c:pt idx="2482">
                  <c:v>0.25</c:v>
                </c:pt>
                <c:pt idx="2483">
                  <c:v>0.25</c:v>
                </c:pt>
                <c:pt idx="2484">
                  <c:v>0.25</c:v>
                </c:pt>
                <c:pt idx="2485">
                  <c:v>0.25</c:v>
                </c:pt>
                <c:pt idx="2486">
                  <c:v>0.25</c:v>
                </c:pt>
                <c:pt idx="2487">
                  <c:v>0.25</c:v>
                </c:pt>
                <c:pt idx="2488">
                  <c:v>0.25</c:v>
                </c:pt>
                <c:pt idx="2489">
                  <c:v>0.25</c:v>
                </c:pt>
                <c:pt idx="2490">
                  <c:v>0.25</c:v>
                </c:pt>
                <c:pt idx="2491">
                  <c:v>0.25</c:v>
                </c:pt>
                <c:pt idx="2492">
                  <c:v>0.25</c:v>
                </c:pt>
                <c:pt idx="2493">
                  <c:v>0.25</c:v>
                </c:pt>
                <c:pt idx="2494">
                  <c:v>0.25</c:v>
                </c:pt>
                <c:pt idx="2495">
                  <c:v>0.25</c:v>
                </c:pt>
                <c:pt idx="2496">
                  <c:v>0.25</c:v>
                </c:pt>
                <c:pt idx="2497">
                  <c:v>0.25</c:v>
                </c:pt>
                <c:pt idx="2498">
                  <c:v>0.25</c:v>
                </c:pt>
                <c:pt idx="2499">
                  <c:v>0.25</c:v>
                </c:pt>
                <c:pt idx="2500">
                  <c:v>0.25</c:v>
                </c:pt>
                <c:pt idx="2501">
                  <c:v>0.25</c:v>
                </c:pt>
                <c:pt idx="2502">
                  <c:v>0.25</c:v>
                </c:pt>
                <c:pt idx="2503">
                  <c:v>0.25</c:v>
                </c:pt>
                <c:pt idx="2504">
                  <c:v>0.25</c:v>
                </c:pt>
                <c:pt idx="2505">
                  <c:v>0.25</c:v>
                </c:pt>
                <c:pt idx="2506">
                  <c:v>0.25</c:v>
                </c:pt>
                <c:pt idx="2507">
                  <c:v>0.25</c:v>
                </c:pt>
                <c:pt idx="2508">
                  <c:v>0.25</c:v>
                </c:pt>
                <c:pt idx="2509">
                  <c:v>0.25</c:v>
                </c:pt>
                <c:pt idx="2510">
                  <c:v>0.25</c:v>
                </c:pt>
                <c:pt idx="2511">
                  <c:v>0.25</c:v>
                </c:pt>
                <c:pt idx="2512">
                  <c:v>0.25</c:v>
                </c:pt>
                <c:pt idx="2513">
                  <c:v>0.25</c:v>
                </c:pt>
                <c:pt idx="2514">
                  <c:v>0.25</c:v>
                </c:pt>
                <c:pt idx="2515">
                  <c:v>0.25</c:v>
                </c:pt>
                <c:pt idx="2516">
                  <c:v>0.25</c:v>
                </c:pt>
                <c:pt idx="2517">
                  <c:v>0.25</c:v>
                </c:pt>
                <c:pt idx="2518">
                  <c:v>0.25</c:v>
                </c:pt>
                <c:pt idx="2519">
                  <c:v>0.25</c:v>
                </c:pt>
                <c:pt idx="2520">
                  <c:v>0.25</c:v>
                </c:pt>
                <c:pt idx="2521">
                  <c:v>0.25</c:v>
                </c:pt>
                <c:pt idx="2522">
                  <c:v>0.25</c:v>
                </c:pt>
                <c:pt idx="2523">
                  <c:v>0.25</c:v>
                </c:pt>
                <c:pt idx="2524">
                  <c:v>0.25</c:v>
                </c:pt>
                <c:pt idx="2525">
                  <c:v>0.25</c:v>
                </c:pt>
                <c:pt idx="2526">
                  <c:v>0.25</c:v>
                </c:pt>
                <c:pt idx="2527">
                  <c:v>0.25</c:v>
                </c:pt>
                <c:pt idx="2528">
                  <c:v>0.25</c:v>
                </c:pt>
                <c:pt idx="2529">
                  <c:v>0.25</c:v>
                </c:pt>
                <c:pt idx="2530">
                  <c:v>0.25</c:v>
                </c:pt>
                <c:pt idx="2531">
                  <c:v>0.25</c:v>
                </c:pt>
                <c:pt idx="2532">
                  <c:v>0.25</c:v>
                </c:pt>
                <c:pt idx="2533">
                  <c:v>0.25</c:v>
                </c:pt>
                <c:pt idx="2534">
                  <c:v>0.25</c:v>
                </c:pt>
                <c:pt idx="2535">
                  <c:v>0.25</c:v>
                </c:pt>
                <c:pt idx="2536">
                  <c:v>0.25</c:v>
                </c:pt>
                <c:pt idx="2537">
                  <c:v>0.25</c:v>
                </c:pt>
                <c:pt idx="2538">
                  <c:v>0.25</c:v>
                </c:pt>
                <c:pt idx="2539">
                  <c:v>0.25</c:v>
                </c:pt>
                <c:pt idx="2540">
                  <c:v>0.25</c:v>
                </c:pt>
                <c:pt idx="2541">
                  <c:v>0.25</c:v>
                </c:pt>
                <c:pt idx="2542">
                  <c:v>0.25</c:v>
                </c:pt>
                <c:pt idx="2543">
                  <c:v>0.25</c:v>
                </c:pt>
                <c:pt idx="2544">
                  <c:v>0.25</c:v>
                </c:pt>
                <c:pt idx="2545">
                  <c:v>0.25</c:v>
                </c:pt>
                <c:pt idx="2546">
                  <c:v>0.25</c:v>
                </c:pt>
                <c:pt idx="2547">
                  <c:v>0.25</c:v>
                </c:pt>
                <c:pt idx="2548">
                  <c:v>0.25</c:v>
                </c:pt>
                <c:pt idx="2549">
                  <c:v>0.25</c:v>
                </c:pt>
                <c:pt idx="2550">
                  <c:v>0.25</c:v>
                </c:pt>
                <c:pt idx="2551">
                  <c:v>0.25</c:v>
                </c:pt>
                <c:pt idx="2552">
                  <c:v>0.25</c:v>
                </c:pt>
                <c:pt idx="2553">
                  <c:v>0.25</c:v>
                </c:pt>
                <c:pt idx="2554">
                  <c:v>0.25</c:v>
                </c:pt>
                <c:pt idx="2555">
                  <c:v>0.25</c:v>
                </c:pt>
                <c:pt idx="2556">
                  <c:v>0.25</c:v>
                </c:pt>
                <c:pt idx="2557">
                  <c:v>0.25</c:v>
                </c:pt>
                <c:pt idx="2558">
                  <c:v>0.25</c:v>
                </c:pt>
                <c:pt idx="2559">
                  <c:v>0.25</c:v>
                </c:pt>
                <c:pt idx="2560">
                  <c:v>0.25</c:v>
                </c:pt>
                <c:pt idx="2561">
                  <c:v>0.25</c:v>
                </c:pt>
                <c:pt idx="2562">
                  <c:v>0.25</c:v>
                </c:pt>
                <c:pt idx="2563">
                  <c:v>0.25</c:v>
                </c:pt>
                <c:pt idx="2564">
                  <c:v>0.25</c:v>
                </c:pt>
                <c:pt idx="2565">
                  <c:v>0.25</c:v>
                </c:pt>
                <c:pt idx="2566">
                  <c:v>0.25</c:v>
                </c:pt>
                <c:pt idx="2567">
                  <c:v>0.25</c:v>
                </c:pt>
                <c:pt idx="2568">
                  <c:v>0.25</c:v>
                </c:pt>
                <c:pt idx="2569">
                  <c:v>0.25</c:v>
                </c:pt>
                <c:pt idx="2570">
                  <c:v>0.25</c:v>
                </c:pt>
                <c:pt idx="2571">
                  <c:v>0.25</c:v>
                </c:pt>
                <c:pt idx="2572">
                  <c:v>0.25</c:v>
                </c:pt>
                <c:pt idx="2573">
                  <c:v>0.25</c:v>
                </c:pt>
                <c:pt idx="2574">
                  <c:v>0.25</c:v>
                </c:pt>
                <c:pt idx="2575">
                  <c:v>0.25</c:v>
                </c:pt>
                <c:pt idx="2576">
                  <c:v>0.25</c:v>
                </c:pt>
                <c:pt idx="2577">
                  <c:v>0.25</c:v>
                </c:pt>
                <c:pt idx="2578">
                  <c:v>0.25</c:v>
                </c:pt>
                <c:pt idx="2579">
                  <c:v>0.25</c:v>
                </c:pt>
                <c:pt idx="2580">
                  <c:v>0.25</c:v>
                </c:pt>
                <c:pt idx="2581">
                  <c:v>0.25</c:v>
                </c:pt>
                <c:pt idx="2582">
                  <c:v>0.25</c:v>
                </c:pt>
                <c:pt idx="2583">
                  <c:v>0.25</c:v>
                </c:pt>
                <c:pt idx="2584">
                  <c:v>0.25</c:v>
                </c:pt>
                <c:pt idx="2585">
                  <c:v>0.25</c:v>
                </c:pt>
                <c:pt idx="2586">
                  <c:v>0.25</c:v>
                </c:pt>
                <c:pt idx="2587">
                  <c:v>0.25</c:v>
                </c:pt>
                <c:pt idx="2588">
                  <c:v>0.25</c:v>
                </c:pt>
                <c:pt idx="2589">
                  <c:v>0.25</c:v>
                </c:pt>
                <c:pt idx="2590">
                  <c:v>0.25</c:v>
                </c:pt>
                <c:pt idx="2591">
                  <c:v>0.25</c:v>
                </c:pt>
                <c:pt idx="2592">
                  <c:v>0.25</c:v>
                </c:pt>
                <c:pt idx="2593">
                  <c:v>0.25</c:v>
                </c:pt>
                <c:pt idx="2594">
                  <c:v>0.25</c:v>
                </c:pt>
                <c:pt idx="2595">
                  <c:v>0.25</c:v>
                </c:pt>
                <c:pt idx="2596">
                  <c:v>0.25</c:v>
                </c:pt>
                <c:pt idx="2597">
                  <c:v>0.25</c:v>
                </c:pt>
                <c:pt idx="2598">
                  <c:v>0.25</c:v>
                </c:pt>
                <c:pt idx="2599">
                  <c:v>0.25</c:v>
                </c:pt>
                <c:pt idx="2600">
                  <c:v>0.25</c:v>
                </c:pt>
                <c:pt idx="2601">
                  <c:v>0.25</c:v>
                </c:pt>
                <c:pt idx="2602">
                  <c:v>0.25</c:v>
                </c:pt>
                <c:pt idx="2603">
                  <c:v>0.25</c:v>
                </c:pt>
                <c:pt idx="2604">
                  <c:v>0.25</c:v>
                </c:pt>
                <c:pt idx="2605">
                  <c:v>0.25</c:v>
                </c:pt>
                <c:pt idx="2606">
                  <c:v>0.25</c:v>
                </c:pt>
                <c:pt idx="2607">
                  <c:v>0.25</c:v>
                </c:pt>
                <c:pt idx="2608">
                  <c:v>0.25</c:v>
                </c:pt>
                <c:pt idx="2609">
                  <c:v>0.25</c:v>
                </c:pt>
                <c:pt idx="2610">
                  <c:v>0.25</c:v>
                </c:pt>
                <c:pt idx="2611">
                  <c:v>0.25</c:v>
                </c:pt>
                <c:pt idx="2612">
                  <c:v>0.25</c:v>
                </c:pt>
                <c:pt idx="2613">
                  <c:v>0.25</c:v>
                </c:pt>
                <c:pt idx="2614">
                  <c:v>0.25</c:v>
                </c:pt>
                <c:pt idx="2615">
                  <c:v>0.25</c:v>
                </c:pt>
                <c:pt idx="2616">
                  <c:v>0.25</c:v>
                </c:pt>
                <c:pt idx="2617">
                  <c:v>0.25</c:v>
                </c:pt>
                <c:pt idx="2618">
                  <c:v>0.25</c:v>
                </c:pt>
                <c:pt idx="2619">
                  <c:v>0.25</c:v>
                </c:pt>
                <c:pt idx="2620">
                  <c:v>0.25</c:v>
                </c:pt>
                <c:pt idx="2621">
                  <c:v>0.25</c:v>
                </c:pt>
                <c:pt idx="2622">
                  <c:v>0.25</c:v>
                </c:pt>
                <c:pt idx="2623">
                  <c:v>0.25</c:v>
                </c:pt>
                <c:pt idx="2624">
                  <c:v>0.25</c:v>
                </c:pt>
                <c:pt idx="2625">
                  <c:v>0.25</c:v>
                </c:pt>
                <c:pt idx="2626">
                  <c:v>0.25</c:v>
                </c:pt>
                <c:pt idx="2627">
                  <c:v>0.25</c:v>
                </c:pt>
                <c:pt idx="2628">
                  <c:v>0.25</c:v>
                </c:pt>
                <c:pt idx="2629">
                  <c:v>0.25</c:v>
                </c:pt>
                <c:pt idx="2630">
                  <c:v>0.25</c:v>
                </c:pt>
                <c:pt idx="2631">
                  <c:v>0.25</c:v>
                </c:pt>
                <c:pt idx="2632">
                  <c:v>0.25</c:v>
                </c:pt>
                <c:pt idx="2633">
                  <c:v>0.25</c:v>
                </c:pt>
                <c:pt idx="2634">
                  <c:v>0.25</c:v>
                </c:pt>
                <c:pt idx="2635">
                  <c:v>0.25</c:v>
                </c:pt>
                <c:pt idx="2636">
                  <c:v>0.25</c:v>
                </c:pt>
                <c:pt idx="2637">
                  <c:v>0.25</c:v>
                </c:pt>
                <c:pt idx="2638">
                  <c:v>0.25</c:v>
                </c:pt>
                <c:pt idx="2639">
                  <c:v>0.25</c:v>
                </c:pt>
                <c:pt idx="2640">
                  <c:v>0.25</c:v>
                </c:pt>
                <c:pt idx="2641">
                  <c:v>0.25</c:v>
                </c:pt>
                <c:pt idx="2642">
                  <c:v>0.25</c:v>
                </c:pt>
                <c:pt idx="2643">
                  <c:v>0.25</c:v>
                </c:pt>
                <c:pt idx="2644">
                  <c:v>0.25</c:v>
                </c:pt>
                <c:pt idx="2645">
                  <c:v>0.25</c:v>
                </c:pt>
                <c:pt idx="2646">
                  <c:v>0.25</c:v>
                </c:pt>
                <c:pt idx="2647">
                  <c:v>0.25</c:v>
                </c:pt>
                <c:pt idx="2648">
                  <c:v>0.25</c:v>
                </c:pt>
                <c:pt idx="2649">
                  <c:v>0.25</c:v>
                </c:pt>
                <c:pt idx="2650">
                  <c:v>0.25</c:v>
                </c:pt>
                <c:pt idx="2651">
                  <c:v>0.25</c:v>
                </c:pt>
                <c:pt idx="2652">
                  <c:v>0.25</c:v>
                </c:pt>
                <c:pt idx="2653">
                  <c:v>0.25</c:v>
                </c:pt>
                <c:pt idx="2654">
                  <c:v>0.25</c:v>
                </c:pt>
                <c:pt idx="2655">
                  <c:v>0.25</c:v>
                </c:pt>
                <c:pt idx="2656">
                  <c:v>0.25</c:v>
                </c:pt>
                <c:pt idx="2657">
                  <c:v>0.25</c:v>
                </c:pt>
                <c:pt idx="2658">
                  <c:v>0.25</c:v>
                </c:pt>
                <c:pt idx="2659">
                  <c:v>0.25</c:v>
                </c:pt>
                <c:pt idx="2660">
                  <c:v>0.25</c:v>
                </c:pt>
                <c:pt idx="2661">
                  <c:v>0.25</c:v>
                </c:pt>
                <c:pt idx="2662">
                  <c:v>0.25</c:v>
                </c:pt>
                <c:pt idx="2663">
                  <c:v>0.25</c:v>
                </c:pt>
                <c:pt idx="2664">
                  <c:v>0.25</c:v>
                </c:pt>
                <c:pt idx="2665">
                  <c:v>0.25</c:v>
                </c:pt>
                <c:pt idx="2666">
                  <c:v>0.25</c:v>
                </c:pt>
                <c:pt idx="2667">
                  <c:v>0.25</c:v>
                </c:pt>
                <c:pt idx="2668">
                  <c:v>0.25</c:v>
                </c:pt>
                <c:pt idx="2669">
                  <c:v>0.25</c:v>
                </c:pt>
                <c:pt idx="2670">
                  <c:v>0.25</c:v>
                </c:pt>
                <c:pt idx="2671">
                  <c:v>0.25</c:v>
                </c:pt>
                <c:pt idx="2672">
                  <c:v>0.25</c:v>
                </c:pt>
                <c:pt idx="2673">
                  <c:v>0.25</c:v>
                </c:pt>
                <c:pt idx="2674">
                  <c:v>0.25</c:v>
                </c:pt>
                <c:pt idx="2675">
                  <c:v>0.25</c:v>
                </c:pt>
                <c:pt idx="2676">
                  <c:v>0.25</c:v>
                </c:pt>
                <c:pt idx="2677">
                  <c:v>0.25</c:v>
                </c:pt>
                <c:pt idx="2678">
                  <c:v>0.25</c:v>
                </c:pt>
                <c:pt idx="2679">
                  <c:v>0.25</c:v>
                </c:pt>
                <c:pt idx="2680">
                  <c:v>0.25</c:v>
                </c:pt>
                <c:pt idx="2681">
                  <c:v>0.25</c:v>
                </c:pt>
                <c:pt idx="2682">
                  <c:v>0.25</c:v>
                </c:pt>
                <c:pt idx="2683">
                  <c:v>0.25</c:v>
                </c:pt>
                <c:pt idx="2684">
                  <c:v>0.25</c:v>
                </c:pt>
                <c:pt idx="2685">
                  <c:v>0.25</c:v>
                </c:pt>
                <c:pt idx="2686">
                  <c:v>0.25</c:v>
                </c:pt>
                <c:pt idx="2687">
                  <c:v>0.25</c:v>
                </c:pt>
                <c:pt idx="2688">
                  <c:v>0.25</c:v>
                </c:pt>
                <c:pt idx="2689">
                  <c:v>0.25</c:v>
                </c:pt>
                <c:pt idx="2690">
                  <c:v>0.25</c:v>
                </c:pt>
                <c:pt idx="2691">
                  <c:v>0.25</c:v>
                </c:pt>
                <c:pt idx="2692">
                  <c:v>0.25</c:v>
                </c:pt>
                <c:pt idx="2693">
                  <c:v>0.25</c:v>
                </c:pt>
                <c:pt idx="2694">
                  <c:v>0.25</c:v>
                </c:pt>
                <c:pt idx="2695">
                  <c:v>0.25</c:v>
                </c:pt>
                <c:pt idx="2696">
                  <c:v>0.25</c:v>
                </c:pt>
                <c:pt idx="2697">
                  <c:v>0.25</c:v>
                </c:pt>
                <c:pt idx="2698">
                  <c:v>0.25</c:v>
                </c:pt>
                <c:pt idx="2699">
                  <c:v>0.25</c:v>
                </c:pt>
                <c:pt idx="2700">
                  <c:v>0.25</c:v>
                </c:pt>
                <c:pt idx="2701">
                  <c:v>0.25</c:v>
                </c:pt>
                <c:pt idx="2702">
                  <c:v>0.25</c:v>
                </c:pt>
                <c:pt idx="2703">
                  <c:v>0.25</c:v>
                </c:pt>
                <c:pt idx="2704">
                  <c:v>0.25</c:v>
                </c:pt>
                <c:pt idx="2705">
                  <c:v>0.25</c:v>
                </c:pt>
                <c:pt idx="2706">
                  <c:v>0.25</c:v>
                </c:pt>
                <c:pt idx="2707">
                  <c:v>0.25</c:v>
                </c:pt>
                <c:pt idx="2708">
                  <c:v>0.25</c:v>
                </c:pt>
                <c:pt idx="2709">
                  <c:v>0.25</c:v>
                </c:pt>
                <c:pt idx="2710">
                  <c:v>0.25</c:v>
                </c:pt>
                <c:pt idx="2711">
                  <c:v>0.25</c:v>
                </c:pt>
                <c:pt idx="2712">
                  <c:v>0.25</c:v>
                </c:pt>
                <c:pt idx="2713">
                  <c:v>0.25</c:v>
                </c:pt>
                <c:pt idx="2714">
                  <c:v>0.25</c:v>
                </c:pt>
                <c:pt idx="2715">
                  <c:v>0.25</c:v>
                </c:pt>
                <c:pt idx="2716">
                  <c:v>0.25</c:v>
                </c:pt>
                <c:pt idx="2717">
                  <c:v>0.25</c:v>
                </c:pt>
                <c:pt idx="2718">
                  <c:v>0.25</c:v>
                </c:pt>
                <c:pt idx="2719">
                  <c:v>0.25</c:v>
                </c:pt>
                <c:pt idx="2720">
                  <c:v>0.25</c:v>
                </c:pt>
                <c:pt idx="2721">
                  <c:v>0.25</c:v>
                </c:pt>
                <c:pt idx="2722">
                  <c:v>0.25</c:v>
                </c:pt>
                <c:pt idx="2723">
                  <c:v>0.25</c:v>
                </c:pt>
                <c:pt idx="2724">
                  <c:v>0.25</c:v>
                </c:pt>
                <c:pt idx="2725">
                  <c:v>0.25</c:v>
                </c:pt>
                <c:pt idx="2726">
                  <c:v>0.25</c:v>
                </c:pt>
                <c:pt idx="2727">
                  <c:v>0.25</c:v>
                </c:pt>
                <c:pt idx="2728">
                  <c:v>0.25</c:v>
                </c:pt>
                <c:pt idx="2729">
                  <c:v>0.25</c:v>
                </c:pt>
                <c:pt idx="2730">
                  <c:v>0.25</c:v>
                </c:pt>
                <c:pt idx="2731">
                  <c:v>0.25</c:v>
                </c:pt>
                <c:pt idx="2732">
                  <c:v>0.25</c:v>
                </c:pt>
                <c:pt idx="2733">
                  <c:v>0.25</c:v>
                </c:pt>
                <c:pt idx="2734">
                  <c:v>0.25</c:v>
                </c:pt>
                <c:pt idx="2735">
                  <c:v>0.25</c:v>
                </c:pt>
                <c:pt idx="2736">
                  <c:v>0.25</c:v>
                </c:pt>
                <c:pt idx="2737">
                  <c:v>0.25</c:v>
                </c:pt>
                <c:pt idx="2738">
                  <c:v>0.25</c:v>
                </c:pt>
                <c:pt idx="2739">
                  <c:v>0.25</c:v>
                </c:pt>
                <c:pt idx="2740">
                  <c:v>0.25</c:v>
                </c:pt>
                <c:pt idx="2741">
                  <c:v>0.25</c:v>
                </c:pt>
                <c:pt idx="2742">
                  <c:v>0.25</c:v>
                </c:pt>
                <c:pt idx="2743">
                  <c:v>0.25</c:v>
                </c:pt>
                <c:pt idx="2744">
                  <c:v>0.25</c:v>
                </c:pt>
                <c:pt idx="2745">
                  <c:v>0.25</c:v>
                </c:pt>
                <c:pt idx="2746">
                  <c:v>0.25</c:v>
                </c:pt>
                <c:pt idx="2747">
                  <c:v>0.25</c:v>
                </c:pt>
                <c:pt idx="2748">
                  <c:v>0.25</c:v>
                </c:pt>
                <c:pt idx="2749">
                  <c:v>0.25</c:v>
                </c:pt>
                <c:pt idx="2750">
                  <c:v>0.25</c:v>
                </c:pt>
                <c:pt idx="2751">
                  <c:v>0.25</c:v>
                </c:pt>
                <c:pt idx="2752">
                  <c:v>0.25</c:v>
                </c:pt>
                <c:pt idx="2753">
                  <c:v>0.25</c:v>
                </c:pt>
                <c:pt idx="2754">
                  <c:v>0.25</c:v>
                </c:pt>
                <c:pt idx="2755">
                  <c:v>0.25</c:v>
                </c:pt>
                <c:pt idx="2756">
                  <c:v>0.25</c:v>
                </c:pt>
                <c:pt idx="2757">
                  <c:v>0.25</c:v>
                </c:pt>
                <c:pt idx="2758">
                  <c:v>0.25</c:v>
                </c:pt>
                <c:pt idx="2759">
                  <c:v>0.25</c:v>
                </c:pt>
                <c:pt idx="2760">
                  <c:v>0.25</c:v>
                </c:pt>
                <c:pt idx="2761">
                  <c:v>0.25</c:v>
                </c:pt>
                <c:pt idx="2762">
                  <c:v>0.25</c:v>
                </c:pt>
                <c:pt idx="2763">
                  <c:v>0.25</c:v>
                </c:pt>
                <c:pt idx="2764">
                  <c:v>0.25</c:v>
                </c:pt>
                <c:pt idx="2765">
                  <c:v>0.25</c:v>
                </c:pt>
                <c:pt idx="2766">
                  <c:v>0.25</c:v>
                </c:pt>
                <c:pt idx="2767">
                  <c:v>0.25</c:v>
                </c:pt>
                <c:pt idx="2768">
                  <c:v>0.25</c:v>
                </c:pt>
                <c:pt idx="2769">
                  <c:v>0.25</c:v>
                </c:pt>
                <c:pt idx="2770">
                  <c:v>0.25</c:v>
                </c:pt>
                <c:pt idx="2771">
                  <c:v>0.25</c:v>
                </c:pt>
                <c:pt idx="2772">
                  <c:v>0.25</c:v>
                </c:pt>
                <c:pt idx="2773">
                  <c:v>0.25</c:v>
                </c:pt>
                <c:pt idx="2774">
                  <c:v>0.25</c:v>
                </c:pt>
                <c:pt idx="2775">
                  <c:v>0.25</c:v>
                </c:pt>
                <c:pt idx="2776">
                  <c:v>0.25</c:v>
                </c:pt>
                <c:pt idx="2777">
                  <c:v>0.25</c:v>
                </c:pt>
                <c:pt idx="2778">
                  <c:v>0.25</c:v>
                </c:pt>
                <c:pt idx="2779">
                  <c:v>0.25</c:v>
                </c:pt>
                <c:pt idx="2780">
                  <c:v>0.25</c:v>
                </c:pt>
                <c:pt idx="2781">
                  <c:v>0.25</c:v>
                </c:pt>
                <c:pt idx="2782">
                  <c:v>0.25</c:v>
                </c:pt>
                <c:pt idx="2783">
                  <c:v>0.25</c:v>
                </c:pt>
                <c:pt idx="2784">
                  <c:v>0.25</c:v>
                </c:pt>
                <c:pt idx="2785">
                  <c:v>0.25</c:v>
                </c:pt>
                <c:pt idx="2786">
                  <c:v>0.25</c:v>
                </c:pt>
                <c:pt idx="2787">
                  <c:v>0.25</c:v>
                </c:pt>
                <c:pt idx="2788">
                  <c:v>0.25</c:v>
                </c:pt>
                <c:pt idx="2789">
                  <c:v>0.25</c:v>
                </c:pt>
                <c:pt idx="2790">
                  <c:v>0.25</c:v>
                </c:pt>
                <c:pt idx="2791">
                  <c:v>0.25</c:v>
                </c:pt>
                <c:pt idx="2792">
                  <c:v>0.25</c:v>
                </c:pt>
                <c:pt idx="2793">
                  <c:v>0.25</c:v>
                </c:pt>
                <c:pt idx="2794">
                  <c:v>0.25</c:v>
                </c:pt>
                <c:pt idx="2795">
                  <c:v>0.25</c:v>
                </c:pt>
                <c:pt idx="2796">
                  <c:v>0.25</c:v>
                </c:pt>
                <c:pt idx="2797">
                  <c:v>0.25</c:v>
                </c:pt>
                <c:pt idx="2798">
                  <c:v>0.25</c:v>
                </c:pt>
                <c:pt idx="2799">
                  <c:v>0.25</c:v>
                </c:pt>
                <c:pt idx="2800">
                  <c:v>0.25</c:v>
                </c:pt>
                <c:pt idx="2801">
                  <c:v>0.25</c:v>
                </c:pt>
                <c:pt idx="2802">
                  <c:v>0.25</c:v>
                </c:pt>
                <c:pt idx="2803">
                  <c:v>0.25</c:v>
                </c:pt>
                <c:pt idx="2804">
                  <c:v>0.25</c:v>
                </c:pt>
                <c:pt idx="2805">
                  <c:v>0.25</c:v>
                </c:pt>
                <c:pt idx="2806">
                  <c:v>0.25</c:v>
                </c:pt>
                <c:pt idx="2807">
                  <c:v>0.25</c:v>
                </c:pt>
                <c:pt idx="2808">
                  <c:v>0.25</c:v>
                </c:pt>
                <c:pt idx="2809">
                  <c:v>0.25</c:v>
                </c:pt>
                <c:pt idx="2810">
                  <c:v>0.25</c:v>
                </c:pt>
                <c:pt idx="2811">
                  <c:v>0.25</c:v>
                </c:pt>
                <c:pt idx="2812">
                  <c:v>0.25</c:v>
                </c:pt>
                <c:pt idx="2813">
                  <c:v>0.25</c:v>
                </c:pt>
                <c:pt idx="2814">
                  <c:v>0.25</c:v>
                </c:pt>
                <c:pt idx="2815">
                  <c:v>0.25</c:v>
                </c:pt>
                <c:pt idx="2816">
                  <c:v>0.25</c:v>
                </c:pt>
                <c:pt idx="2817">
                  <c:v>0.25</c:v>
                </c:pt>
                <c:pt idx="2818">
                  <c:v>0.25</c:v>
                </c:pt>
                <c:pt idx="2819">
                  <c:v>0.25</c:v>
                </c:pt>
                <c:pt idx="2820">
                  <c:v>0.25</c:v>
                </c:pt>
                <c:pt idx="2821">
                  <c:v>0.25</c:v>
                </c:pt>
                <c:pt idx="2822">
                  <c:v>0.25</c:v>
                </c:pt>
                <c:pt idx="2823">
                  <c:v>0.25</c:v>
                </c:pt>
                <c:pt idx="2824">
                  <c:v>0.25</c:v>
                </c:pt>
                <c:pt idx="2825">
                  <c:v>0.25</c:v>
                </c:pt>
                <c:pt idx="2826">
                  <c:v>0.25</c:v>
                </c:pt>
                <c:pt idx="2827">
                  <c:v>0.25</c:v>
                </c:pt>
                <c:pt idx="2828">
                  <c:v>0.25</c:v>
                </c:pt>
                <c:pt idx="2829">
                  <c:v>0.25</c:v>
                </c:pt>
                <c:pt idx="2830">
                  <c:v>0.25</c:v>
                </c:pt>
                <c:pt idx="2831">
                  <c:v>0.25</c:v>
                </c:pt>
                <c:pt idx="2832">
                  <c:v>0.25</c:v>
                </c:pt>
                <c:pt idx="2833">
                  <c:v>0.25</c:v>
                </c:pt>
                <c:pt idx="2834">
                  <c:v>0.25</c:v>
                </c:pt>
                <c:pt idx="2835">
                  <c:v>0.25</c:v>
                </c:pt>
                <c:pt idx="2836">
                  <c:v>0.25</c:v>
                </c:pt>
                <c:pt idx="2837">
                  <c:v>0.25</c:v>
                </c:pt>
                <c:pt idx="2838">
                  <c:v>0.25</c:v>
                </c:pt>
                <c:pt idx="2839">
                  <c:v>0.25</c:v>
                </c:pt>
                <c:pt idx="2840">
                  <c:v>0.25</c:v>
                </c:pt>
                <c:pt idx="2841">
                  <c:v>0.25</c:v>
                </c:pt>
                <c:pt idx="2842">
                  <c:v>0.25</c:v>
                </c:pt>
                <c:pt idx="2843">
                  <c:v>0.25</c:v>
                </c:pt>
                <c:pt idx="2844">
                  <c:v>0.25</c:v>
                </c:pt>
                <c:pt idx="2845">
                  <c:v>0.25</c:v>
                </c:pt>
                <c:pt idx="2846">
                  <c:v>0.25</c:v>
                </c:pt>
                <c:pt idx="2847">
                  <c:v>0.25</c:v>
                </c:pt>
                <c:pt idx="2848">
                  <c:v>0.25</c:v>
                </c:pt>
                <c:pt idx="2849">
                  <c:v>0.25</c:v>
                </c:pt>
                <c:pt idx="2850">
                  <c:v>0.25</c:v>
                </c:pt>
                <c:pt idx="2851">
                  <c:v>0.25</c:v>
                </c:pt>
                <c:pt idx="2852">
                  <c:v>0.25</c:v>
                </c:pt>
                <c:pt idx="2853">
                  <c:v>0.25</c:v>
                </c:pt>
                <c:pt idx="2854">
                  <c:v>0.25</c:v>
                </c:pt>
                <c:pt idx="2855">
                  <c:v>0.25</c:v>
                </c:pt>
                <c:pt idx="2856">
                  <c:v>0.25</c:v>
                </c:pt>
                <c:pt idx="2857">
                  <c:v>0.25</c:v>
                </c:pt>
                <c:pt idx="2858">
                  <c:v>0.25</c:v>
                </c:pt>
                <c:pt idx="2859">
                  <c:v>0.25</c:v>
                </c:pt>
                <c:pt idx="2860">
                  <c:v>0.25</c:v>
                </c:pt>
                <c:pt idx="2861">
                  <c:v>0.25</c:v>
                </c:pt>
                <c:pt idx="2862">
                  <c:v>0.25</c:v>
                </c:pt>
                <c:pt idx="2863">
                  <c:v>0.25</c:v>
                </c:pt>
                <c:pt idx="2864">
                  <c:v>0.25</c:v>
                </c:pt>
                <c:pt idx="2865">
                  <c:v>0.25</c:v>
                </c:pt>
                <c:pt idx="2866">
                  <c:v>0.25</c:v>
                </c:pt>
                <c:pt idx="2867">
                  <c:v>0.25</c:v>
                </c:pt>
                <c:pt idx="2868">
                  <c:v>0.25</c:v>
                </c:pt>
                <c:pt idx="2869">
                  <c:v>0.25</c:v>
                </c:pt>
                <c:pt idx="2870">
                  <c:v>0.25</c:v>
                </c:pt>
                <c:pt idx="2871">
                  <c:v>0.25</c:v>
                </c:pt>
                <c:pt idx="2872">
                  <c:v>0.25</c:v>
                </c:pt>
                <c:pt idx="2873">
                  <c:v>0.25</c:v>
                </c:pt>
                <c:pt idx="2874">
                  <c:v>0.25</c:v>
                </c:pt>
                <c:pt idx="2875">
                  <c:v>0.25</c:v>
                </c:pt>
                <c:pt idx="2876">
                  <c:v>0.25</c:v>
                </c:pt>
                <c:pt idx="2877">
                  <c:v>0.25</c:v>
                </c:pt>
                <c:pt idx="2878">
                  <c:v>0.25</c:v>
                </c:pt>
                <c:pt idx="2879">
                  <c:v>0.25</c:v>
                </c:pt>
                <c:pt idx="2880">
                  <c:v>0.25</c:v>
                </c:pt>
                <c:pt idx="2881">
                  <c:v>0.25</c:v>
                </c:pt>
                <c:pt idx="2882">
                  <c:v>0.25</c:v>
                </c:pt>
                <c:pt idx="2883">
                  <c:v>0.25</c:v>
                </c:pt>
                <c:pt idx="2884">
                  <c:v>0.25</c:v>
                </c:pt>
                <c:pt idx="2885">
                  <c:v>0.25</c:v>
                </c:pt>
                <c:pt idx="2886">
                  <c:v>0.25</c:v>
                </c:pt>
                <c:pt idx="2887">
                  <c:v>0.25</c:v>
                </c:pt>
                <c:pt idx="2888">
                  <c:v>0.25</c:v>
                </c:pt>
                <c:pt idx="2889">
                  <c:v>0.25</c:v>
                </c:pt>
                <c:pt idx="2890">
                  <c:v>0.25</c:v>
                </c:pt>
                <c:pt idx="2891">
                  <c:v>0.25</c:v>
                </c:pt>
                <c:pt idx="2892">
                  <c:v>0.25</c:v>
                </c:pt>
                <c:pt idx="2893">
                  <c:v>0.25</c:v>
                </c:pt>
                <c:pt idx="2894">
                  <c:v>0.25</c:v>
                </c:pt>
                <c:pt idx="2895">
                  <c:v>0.25</c:v>
                </c:pt>
                <c:pt idx="2896">
                  <c:v>0.25</c:v>
                </c:pt>
                <c:pt idx="2897">
                  <c:v>0.25</c:v>
                </c:pt>
                <c:pt idx="2898">
                  <c:v>0.25</c:v>
                </c:pt>
                <c:pt idx="2899">
                  <c:v>0.25</c:v>
                </c:pt>
                <c:pt idx="2900">
                  <c:v>0.25</c:v>
                </c:pt>
                <c:pt idx="2901">
                  <c:v>0.25</c:v>
                </c:pt>
                <c:pt idx="2902">
                  <c:v>0.25</c:v>
                </c:pt>
                <c:pt idx="2903">
                  <c:v>0.25</c:v>
                </c:pt>
                <c:pt idx="2904">
                  <c:v>0.25</c:v>
                </c:pt>
                <c:pt idx="2905">
                  <c:v>0.25</c:v>
                </c:pt>
                <c:pt idx="2906">
                  <c:v>0.25</c:v>
                </c:pt>
                <c:pt idx="2907">
                  <c:v>0.25</c:v>
                </c:pt>
                <c:pt idx="2908">
                  <c:v>0.25</c:v>
                </c:pt>
                <c:pt idx="2909">
                  <c:v>0.25</c:v>
                </c:pt>
                <c:pt idx="2910">
                  <c:v>0.25</c:v>
                </c:pt>
                <c:pt idx="2911">
                  <c:v>0.25</c:v>
                </c:pt>
                <c:pt idx="2912">
                  <c:v>0.25</c:v>
                </c:pt>
                <c:pt idx="2913">
                  <c:v>0.25</c:v>
                </c:pt>
                <c:pt idx="2914">
                  <c:v>0.25</c:v>
                </c:pt>
                <c:pt idx="2915">
                  <c:v>0.25</c:v>
                </c:pt>
                <c:pt idx="2916">
                  <c:v>0.25</c:v>
                </c:pt>
                <c:pt idx="2917">
                  <c:v>0.25</c:v>
                </c:pt>
                <c:pt idx="2918">
                  <c:v>0.25</c:v>
                </c:pt>
                <c:pt idx="2919">
                  <c:v>0.25</c:v>
                </c:pt>
                <c:pt idx="2920">
                  <c:v>0.25</c:v>
                </c:pt>
                <c:pt idx="2921">
                  <c:v>0.25</c:v>
                </c:pt>
                <c:pt idx="2922">
                  <c:v>0.25</c:v>
                </c:pt>
                <c:pt idx="2923">
                  <c:v>0.25</c:v>
                </c:pt>
                <c:pt idx="2924">
                  <c:v>0.25</c:v>
                </c:pt>
                <c:pt idx="2925">
                  <c:v>0.25</c:v>
                </c:pt>
                <c:pt idx="2926">
                  <c:v>0.25</c:v>
                </c:pt>
                <c:pt idx="2927">
                  <c:v>0.25</c:v>
                </c:pt>
                <c:pt idx="2928">
                  <c:v>0.25</c:v>
                </c:pt>
                <c:pt idx="2929">
                  <c:v>0.25</c:v>
                </c:pt>
                <c:pt idx="2930">
                  <c:v>0.25</c:v>
                </c:pt>
                <c:pt idx="2931">
                  <c:v>0.25</c:v>
                </c:pt>
                <c:pt idx="2932">
                  <c:v>0.25</c:v>
                </c:pt>
                <c:pt idx="2933">
                  <c:v>0.25</c:v>
                </c:pt>
                <c:pt idx="2934">
                  <c:v>0.25</c:v>
                </c:pt>
                <c:pt idx="2935">
                  <c:v>0.25</c:v>
                </c:pt>
                <c:pt idx="2936">
                  <c:v>0.25</c:v>
                </c:pt>
                <c:pt idx="2937">
                  <c:v>0.25</c:v>
                </c:pt>
                <c:pt idx="2938">
                  <c:v>0.25</c:v>
                </c:pt>
                <c:pt idx="2939">
                  <c:v>0.25</c:v>
                </c:pt>
                <c:pt idx="2940">
                  <c:v>0.25</c:v>
                </c:pt>
                <c:pt idx="2941">
                  <c:v>0.25</c:v>
                </c:pt>
                <c:pt idx="2942">
                  <c:v>0.25</c:v>
                </c:pt>
                <c:pt idx="2943">
                  <c:v>0.25</c:v>
                </c:pt>
                <c:pt idx="2944">
                  <c:v>0.25</c:v>
                </c:pt>
                <c:pt idx="2945">
                  <c:v>0.25</c:v>
                </c:pt>
                <c:pt idx="2946">
                  <c:v>0.25</c:v>
                </c:pt>
                <c:pt idx="2947">
                  <c:v>0.25</c:v>
                </c:pt>
                <c:pt idx="2948">
                  <c:v>0.25</c:v>
                </c:pt>
                <c:pt idx="2949">
                  <c:v>0.25</c:v>
                </c:pt>
                <c:pt idx="2950">
                  <c:v>0.25</c:v>
                </c:pt>
                <c:pt idx="2951">
                  <c:v>0.25</c:v>
                </c:pt>
                <c:pt idx="2952">
                  <c:v>0.25</c:v>
                </c:pt>
                <c:pt idx="2953">
                  <c:v>0.25</c:v>
                </c:pt>
                <c:pt idx="2954">
                  <c:v>0.25</c:v>
                </c:pt>
                <c:pt idx="2955">
                  <c:v>0.25</c:v>
                </c:pt>
                <c:pt idx="2956">
                  <c:v>0.25</c:v>
                </c:pt>
                <c:pt idx="2957">
                  <c:v>0.25</c:v>
                </c:pt>
                <c:pt idx="2958">
                  <c:v>0.25</c:v>
                </c:pt>
                <c:pt idx="2959">
                  <c:v>0.25</c:v>
                </c:pt>
                <c:pt idx="2960">
                  <c:v>0.25</c:v>
                </c:pt>
                <c:pt idx="2961">
                  <c:v>0.25</c:v>
                </c:pt>
                <c:pt idx="2962">
                  <c:v>0.25</c:v>
                </c:pt>
                <c:pt idx="2963">
                  <c:v>0.25</c:v>
                </c:pt>
                <c:pt idx="2964">
                  <c:v>0.25</c:v>
                </c:pt>
                <c:pt idx="2965">
                  <c:v>0.25</c:v>
                </c:pt>
                <c:pt idx="2966">
                  <c:v>0.25</c:v>
                </c:pt>
                <c:pt idx="2967">
                  <c:v>0.25</c:v>
                </c:pt>
                <c:pt idx="2968">
                  <c:v>0.25</c:v>
                </c:pt>
                <c:pt idx="2969">
                  <c:v>0.25</c:v>
                </c:pt>
                <c:pt idx="2970">
                  <c:v>0.25</c:v>
                </c:pt>
                <c:pt idx="2971">
                  <c:v>0.25</c:v>
                </c:pt>
                <c:pt idx="2972">
                  <c:v>0.25</c:v>
                </c:pt>
                <c:pt idx="2973">
                  <c:v>0.25</c:v>
                </c:pt>
                <c:pt idx="2974">
                  <c:v>0.25</c:v>
                </c:pt>
                <c:pt idx="2975">
                  <c:v>0.25</c:v>
                </c:pt>
                <c:pt idx="2976">
                  <c:v>0.25</c:v>
                </c:pt>
                <c:pt idx="2977">
                  <c:v>0.25</c:v>
                </c:pt>
                <c:pt idx="2978">
                  <c:v>0.25</c:v>
                </c:pt>
                <c:pt idx="2979">
                  <c:v>0.25</c:v>
                </c:pt>
                <c:pt idx="2980">
                  <c:v>0.25</c:v>
                </c:pt>
                <c:pt idx="2981">
                  <c:v>0.25</c:v>
                </c:pt>
                <c:pt idx="2982">
                  <c:v>0.25</c:v>
                </c:pt>
                <c:pt idx="2983">
                  <c:v>0.25</c:v>
                </c:pt>
                <c:pt idx="2984">
                  <c:v>0.25</c:v>
                </c:pt>
                <c:pt idx="2985">
                  <c:v>0.25</c:v>
                </c:pt>
                <c:pt idx="2986">
                  <c:v>0.25</c:v>
                </c:pt>
                <c:pt idx="2987">
                  <c:v>0.25</c:v>
                </c:pt>
                <c:pt idx="2988">
                  <c:v>0.25</c:v>
                </c:pt>
                <c:pt idx="2989">
                  <c:v>0.25</c:v>
                </c:pt>
                <c:pt idx="2990">
                  <c:v>0.25</c:v>
                </c:pt>
                <c:pt idx="2991">
                  <c:v>0.25</c:v>
                </c:pt>
                <c:pt idx="2992">
                  <c:v>0.25</c:v>
                </c:pt>
                <c:pt idx="2993">
                  <c:v>0.25</c:v>
                </c:pt>
                <c:pt idx="2994">
                  <c:v>0.25</c:v>
                </c:pt>
                <c:pt idx="2995">
                  <c:v>0.25</c:v>
                </c:pt>
                <c:pt idx="2996">
                  <c:v>0.25</c:v>
                </c:pt>
                <c:pt idx="2997">
                  <c:v>0.25</c:v>
                </c:pt>
                <c:pt idx="2998">
                  <c:v>0.25</c:v>
                </c:pt>
                <c:pt idx="2999">
                  <c:v>0.25</c:v>
                </c:pt>
                <c:pt idx="3000">
                  <c:v>0.25</c:v>
                </c:pt>
                <c:pt idx="3001">
                  <c:v>0.25</c:v>
                </c:pt>
                <c:pt idx="3002">
                  <c:v>0.25</c:v>
                </c:pt>
                <c:pt idx="3003">
                  <c:v>0.25</c:v>
                </c:pt>
                <c:pt idx="3004">
                  <c:v>0.25</c:v>
                </c:pt>
                <c:pt idx="3005">
                  <c:v>0.25</c:v>
                </c:pt>
                <c:pt idx="3006">
                  <c:v>0.25</c:v>
                </c:pt>
                <c:pt idx="3007">
                  <c:v>0.25</c:v>
                </c:pt>
                <c:pt idx="3008">
                  <c:v>0.25</c:v>
                </c:pt>
                <c:pt idx="3009">
                  <c:v>0.25</c:v>
                </c:pt>
                <c:pt idx="3010">
                  <c:v>0.25</c:v>
                </c:pt>
                <c:pt idx="3011">
                  <c:v>0.25</c:v>
                </c:pt>
                <c:pt idx="3012">
                  <c:v>0.25</c:v>
                </c:pt>
                <c:pt idx="3013">
                  <c:v>0.25</c:v>
                </c:pt>
                <c:pt idx="3014">
                  <c:v>0.25</c:v>
                </c:pt>
                <c:pt idx="3015">
                  <c:v>0.25</c:v>
                </c:pt>
                <c:pt idx="3016">
                  <c:v>0.25</c:v>
                </c:pt>
                <c:pt idx="3017">
                  <c:v>0.25</c:v>
                </c:pt>
                <c:pt idx="3018">
                  <c:v>0.25</c:v>
                </c:pt>
                <c:pt idx="3019">
                  <c:v>0.25</c:v>
                </c:pt>
                <c:pt idx="3020">
                  <c:v>0.25</c:v>
                </c:pt>
                <c:pt idx="3021">
                  <c:v>0.25</c:v>
                </c:pt>
                <c:pt idx="3022">
                  <c:v>0.25</c:v>
                </c:pt>
                <c:pt idx="3023">
                  <c:v>0.25</c:v>
                </c:pt>
                <c:pt idx="3024">
                  <c:v>0.25</c:v>
                </c:pt>
                <c:pt idx="3025">
                  <c:v>0.25</c:v>
                </c:pt>
                <c:pt idx="3026">
                  <c:v>0.25</c:v>
                </c:pt>
                <c:pt idx="3027">
                  <c:v>0.25</c:v>
                </c:pt>
                <c:pt idx="3028">
                  <c:v>0.25</c:v>
                </c:pt>
                <c:pt idx="3029">
                  <c:v>0.25</c:v>
                </c:pt>
                <c:pt idx="3030">
                  <c:v>0.25</c:v>
                </c:pt>
                <c:pt idx="3031">
                  <c:v>0.25</c:v>
                </c:pt>
                <c:pt idx="3032">
                  <c:v>0.25</c:v>
                </c:pt>
                <c:pt idx="3033">
                  <c:v>0.25</c:v>
                </c:pt>
                <c:pt idx="3034">
                  <c:v>0.25</c:v>
                </c:pt>
                <c:pt idx="3035">
                  <c:v>0.25</c:v>
                </c:pt>
                <c:pt idx="3036">
                  <c:v>0.25</c:v>
                </c:pt>
                <c:pt idx="3037">
                  <c:v>0.25</c:v>
                </c:pt>
                <c:pt idx="3038">
                  <c:v>0.25</c:v>
                </c:pt>
                <c:pt idx="3039">
                  <c:v>0.25</c:v>
                </c:pt>
                <c:pt idx="3040">
                  <c:v>0.25</c:v>
                </c:pt>
                <c:pt idx="3041">
                  <c:v>0.25</c:v>
                </c:pt>
                <c:pt idx="3042">
                  <c:v>0.25</c:v>
                </c:pt>
                <c:pt idx="3043">
                  <c:v>0.25</c:v>
                </c:pt>
                <c:pt idx="3044">
                  <c:v>0.25</c:v>
                </c:pt>
                <c:pt idx="3045">
                  <c:v>0.25</c:v>
                </c:pt>
                <c:pt idx="3046">
                  <c:v>0.25</c:v>
                </c:pt>
                <c:pt idx="3047">
                  <c:v>0.25</c:v>
                </c:pt>
                <c:pt idx="3048">
                  <c:v>0.25</c:v>
                </c:pt>
                <c:pt idx="3049">
                  <c:v>0.25</c:v>
                </c:pt>
                <c:pt idx="3050">
                  <c:v>0.25</c:v>
                </c:pt>
                <c:pt idx="3051">
                  <c:v>0.25</c:v>
                </c:pt>
                <c:pt idx="3052">
                  <c:v>0.25</c:v>
                </c:pt>
                <c:pt idx="3053">
                  <c:v>0.25</c:v>
                </c:pt>
                <c:pt idx="3054">
                  <c:v>0.25</c:v>
                </c:pt>
                <c:pt idx="3055">
                  <c:v>0.25</c:v>
                </c:pt>
                <c:pt idx="3056">
                  <c:v>0.25</c:v>
                </c:pt>
                <c:pt idx="3057">
                  <c:v>0.25</c:v>
                </c:pt>
                <c:pt idx="3058">
                  <c:v>0.25</c:v>
                </c:pt>
                <c:pt idx="3059">
                  <c:v>0.25</c:v>
                </c:pt>
                <c:pt idx="3060">
                  <c:v>0.25</c:v>
                </c:pt>
                <c:pt idx="3061">
                  <c:v>0.25</c:v>
                </c:pt>
                <c:pt idx="3062">
                  <c:v>0.25</c:v>
                </c:pt>
                <c:pt idx="3063">
                  <c:v>0.25</c:v>
                </c:pt>
                <c:pt idx="3064">
                  <c:v>0.25</c:v>
                </c:pt>
                <c:pt idx="3065">
                  <c:v>0.25</c:v>
                </c:pt>
                <c:pt idx="3066">
                  <c:v>0.25</c:v>
                </c:pt>
                <c:pt idx="3067">
                  <c:v>0.25</c:v>
                </c:pt>
                <c:pt idx="3068">
                  <c:v>0.25</c:v>
                </c:pt>
                <c:pt idx="3069">
                  <c:v>0.25</c:v>
                </c:pt>
                <c:pt idx="3070">
                  <c:v>0.25</c:v>
                </c:pt>
                <c:pt idx="3071">
                  <c:v>0.25</c:v>
                </c:pt>
                <c:pt idx="3072">
                  <c:v>0.25</c:v>
                </c:pt>
                <c:pt idx="3073">
                  <c:v>0.25</c:v>
                </c:pt>
                <c:pt idx="3074">
                  <c:v>0.25</c:v>
                </c:pt>
                <c:pt idx="3075">
                  <c:v>0.25</c:v>
                </c:pt>
                <c:pt idx="3076">
                  <c:v>0.25</c:v>
                </c:pt>
                <c:pt idx="3077">
                  <c:v>0.25</c:v>
                </c:pt>
                <c:pt idx="3078">
                  <c:v>0.25</c:v>
                </c:pt>
                <c:pt idx="3079">
                  <c:v>0.25</c:v>
                </c:pt>
                <c:pt idx="3080">
                  <c:v>0.25</c:v>
                </c:pt>
                <c:pt idx="3081">
                  <c:v>0.25</c:v>
                </c:pt>
                <c:pt idx="3082">
                  <c:v>0.25</c:v>
                </c:pt>
                <c:pt idx="3083">
                  <c:v>0.25</c:v>
                </c:pt>
                <c:pt idx="3084">
                  <c:v>0.25</c:v>
                </c:pt>
                <c:pt idx="3085">
                  <c:v>0.25</c:v>
                </c:pt>
                <c:pt idx="3086">
                  <c:v>0.25</c:v>
                </c:pt>
                <c:pt idx="3087">
                  <c:v>0.25</c:v>
                </c:pt>
                <c:pt idx="3088">
                  <c:v>0.25</c:v>
                </c:pt>
                <c:pt idx="3089">
                  <c:v>0.25</c:v>
                </c:pt>
                <c:pt idx="3090">
                  <c:v>0.25</c:v>
                </c:pt>
                <c:pt idx="3091">
                  <c:v>0.25</c:v>
                </c:pt>
                <c:pt idx="3092">
                  <c:v>0.25</c:v>
                </c:pt>
                <c:pt idx="3093">
                  <c:v>0.25</c:v>
                </c:pt>
                <c:pt idx="3094">
                  <c:v>0.25</c:v>
                </c:pt>
                <c:pt idx="3095">
                  <c:v>0.25</c:v>
                </c:pt>
                <c:pt idx="3096">
                  <c:v>0.25</c:v>
                </c:pt>
                <c:pt idx="3097">
                  <c:v>0.25</c:v>
                </c:pt>
                <c:pt idx="3098">
                  <c:v>0.25</c:v>
                </c:pt>
                <c:pt idx="3099">
                  <c:v>0.25</c:v>
                </c:pt>
                <c:pt idx="3100">
                  <c:v>0.25</c:v>
                </c:pt>
                <c:pt idx="3101">
                  <c:v>0.25</c:v>
                </c:pt>
                <c:pt idx="3102">
                  <c:v>0.25</c:v>
                </c:pt>
                <c:pt idx="3103">
                  <c:v>0.25</c:v>
                </c:pt>
                <c:pt idx="3104">
                  <c:v>0.25</c:v>
                </c:pt>
                <c:pt idx="3105">
                  <c:v>0.25</c:v>
                </c:pt>
                <c:pt idx="3106">
                  <c:v>0.25</c:v>
                </c:pt>
                <c:pt idx="3107">
                  <c:v>0.25</c:v>
                </c:pt>
                <c:pt idx="3108">
                  <c:v>0.25</c:v>
                </c:pt>
                <c:pt idx="3109">
                  <c:v>0.25</c:v>
                </c:pt>
                <c:pt idx="3110">
                  <c:v>0.25</c:v>
                </c:pt>
                <c:pt idx="3111">
                  <c:v>0.25</c:v>
                </c:pt>
                <c:pt idx="3112">
                  <c:v>0.25</c:v>
                </c:pt>
                <c:pt idx="3113">
                  <c:v>0.25</c:v>
                </c:pt>
                <c:pt idx="3114">
                  <c:v>0.25</c:v>
                </c:pt>
                <c:pt idx="3115">
                  <c:v>0.25</c:v>
                </c:pt>
                <c:pt idx="3116">
                  <c:v>0.25</c:v>
                </c:pt>
                <c:pt idx="3117">
                  <c:v>0.25</c:v>
                </c:pt>
                <c:pt idx="3118">
                  <c:v>0.25</c:v>
                </c:pt>
                <c:pt idx="3119">
                  <c:v>0.25</c:v>
                </c:pt>
                <c:pt idx="3120">
                  <c:v>0.25</c:v>
                </c:pt>
                <c:pt idx="3121">
                  <c:v>0.25</c:v>
                </c:pt>
                <c:pt idx="3122">
                  <c:v>0.25</c:v>
                </c:pt>
                <c:pt idx="3123">
                  <c:v>0.25</c:v>
                </c:pt>
                <c:pt idx="3124">
                  <c:v>0.25</c:v>
                </c:pt>
                <c:pt idx="3125">
                  <c:v>0.25</c:v>
                </c:pt>
                <c:pt idx="3126">
                  <c:v>0.25</c:v>
                </c:pt>
                <c:pt idx="3127">
                  <c:v>0.25</c:v>
                </c:pt>
                <c:pt idx="3128">
                  <c:v>0.25</c:v>
                </c:pt>
                <c:pt idx="3129">
                  <c:v>0.25</c:v>
                </c:pt>
                <c:pt idx="3130">
                  <c:v>0.25</c:v>
                </c:pt>
                <c:pt idx="3131">
                  <c:v>0.25</c:v>
                </c:pt>
                <c:pt idx="3132">
                  <c:v>0.25</c:v>
                </c:pt>
                <c:pt idx="3133">
                  <c:v>0.25</c:v>
                </c:pt>
                <c:pt idx="3134">
                  <c:v>0.25</c:v>
                </c:pt>
                <c:pt idx="3135">
                  <c:v>0.25</c:v>
                </c:pt>
                <c:pt idx="3136">
                  <c:v>0.25</c:v>
                </c:pt>
                <c:pt idx="3137">
                  <c:v>0.25</c:v>
                </c:pt>
                <c:pt idx="3138">
                  <c:v>0.25</c:v>
                </c:pt>
                <c:pt idx="3139">
                  <c:v>0.25</c:v>
                </c:pt>
                <c:pt idx="3140">
                  <c:v>0.25</c:v>
                </c:pt>
                <c:pt idx="3141">
                  <c:v>0.25</c:v>
                </c:pt>
                <c:pt idx="3142">
                  <c:v>0.25</c:v>
                </c:pt>
                <c:pt idx="3143">
                  <c:v>0.25</c:v>
                </c:pt>
                <c:pt idx="3144">
                  <c:v>0.25</c:v>
                </c:pt>
                <c:pt idx="3145">
                  <c:v>0.25</c:v>
                </c:pt>
                <c:pt idx="3146">
                  <c:v>0.25</c:v>
                </c:pt>
                <c:pt idx="3147">
                  <c:v>0.25</c:v>
                </c:pt>
                <c:pt idx="3148">
                  <c:v>0.25</c:v>
                </c:pt>
                <c:pt idx="3149">
                  <c:v>0.25</c:v>
                </c:pt>
                <c:pt idx="3150">
                  <c:v>0.25</c:v>
                </c:pt>
                <c:pt idx="3151">
                  <c:v>0.25</c:v>
                </c:pt>
                <c:pt idx="3152">
                  <c:v>0.25</c:v>
                </c:pt>
                <c:pt idx="3153">
                  <c:v>0.25</c:v>
                </c:pt>
                <c:pt idx="3154">
                  <c:v>0.25</c:v>
                </c:pt>
                <c:pt idx="3155">
                  <c:v>0.25</c:v>
                </c:pt>
                <c:pt idx="3156">
                  <c:v>0.25</c:v>
                </c:pt>
                <c:pt idx="3157">
                  <c:v>0.25</c:v>
                </c:pt>
                <c:pt idx="3158">
                  <c:v>0.25</c:v>
                </c:pt>
                <c:pt idx="3159">
                  <c:v>0.25</c:v>
                </c:pt>
                <c:pt idx="3160">
                  <c:v>0.25</c:v>
                </c:pt>
                <c:pt idx="3161">
                  <c:v>0.25</c:v>
                </c:pt>
                <c:pt idx="3162">
                  <c:v>0.25</c:v>
                </c:pt>
                <c:pt idx="3163">
                  <c:v>0.25</c:v>
                </c:pt>
                <c:pt idx="3164">
                  <c:v>0.25</c:v>
                </c:pt>
                <c:pt idx="3165">
                  <c:v>0.25</c:v>
                </c:pt>
                <c:pt idx="3166">
                  <c:v>0.25</c:v>
                </c:pt>
                <c:pt idx="3167">
                  <c:v>0.25</c:v>
                </c:pt>
                <c:pt idx="3168">
                  <c:v>0.25</c:v>
                </c:pt>
                <c:pt idx="3169">
                  <c:v>0.25</c:v>
                </c:pt>
                <c:pt idx="3170">
                  <c:v>0.25</c:v>
                </c:pt>
                <c:pt idx="3171">
                  <c:v>0.25</c:v>
                </c:pt>
                <c:pt idx="3172">
                  <c:v>0.25</c:v>
                </c:pt>
                <c:pt idx="3173">
                  <c:v>0.25</c:v>
                </c:pt>
                <c:pt idx="3174">
                  <c:v>0.25</c:v>
                </c:pt>
                <c:pt idx="3175">
                  <c:v>0.25</c:v>
                </c:pt>
                <c:pt idx="3176">
                  <c:v>0.25</c:v>
                </c:pt>
                <c:pt idx="3177">
                  <c:v>0.25</c:v>
                </c:pt>
                <c:pt idx="3178">
                  <c:v>0.25</c:v>
                </c:pt>
                <c:pt idx="3179">
                  <c:v>0.25</c:v>
                </c:pt>
                <c:pt idx="3180">
                  <c:v>0.25</c:v>
                </c:pt>
                <c:pt idx="3181">
                  <c:v>0.25</c:v>
                </c:pt>
                <c:pt idx="3182">
                  <c:v>0.25</c:v>
                </c:pt>
                <c:pt idx="3183">
                  <c:v>0.25</c:v>
                </c:pt>
                <c:pt idx="3184">
                  <c:v>0.25</c:v>
                </c:pt>
                <c:pt idx="3185">
                  <c:v>0.25</c:v>
                </c:pt>
                <c:pt idx="3186">
                  <c:v>0.25</c:v>
                </c:pt>
                <c:pt idx="3187">
                  <c:v>0.25</c:v>
                </c:pt>
                <c:pt idx="3188">
                  <c:v>0.25</c:v>
                </c:pt>
                <c:pt idx="3189">
                  <c:v>0.25</c:v>
                </c:pt>
                <c:pt idx="3190">
                  <c:v>0.25</c:v>
                </c:pt>
                <c:pt idx="3191">
                  <c:v>0.25</c:v>
                </c:pt>
                <c:pt idx="3192">
                  <c:v>0.25</c:v>
                </c:pt>
                <c:pt idx="3193">
                  <c:v>0.25</c:v>
                </c:pt>
                <c:pt idx="3194">
                  <c:v>0.25</c:v>
                </c:pt>
                <c:pt idx="3195">
                  <c:v>0.25</c:v>
                </c:pt>
                <c:pt idx="3196">
                  <c:v>0.25</c:v>
                </c:pt>
                <c:pt idx="3197">
                  <c:v>0.25</c:v>
                </c:pt>
                <c:pt idx="3198">
                  <c:v>0.25</c:v>
                </c:pt>
                <c:pt idx="3199">
                  <c:v>0.25</c:v>
                </c:pt>
                <c:pt idx="3200">
                  <c:v>0.25</c:v>
                </c:pt>
                <c:pt idx="3201">
                  <c:v>0.25</c:v>
                </c:pt>
                <c:pt idx="3202">
                  <c:v>0.25</c:v>
                </c:pt>
                <c:pt idx="3203">
                  <c:v>0.25</c:v>
                </c:pt>
                <c:pt idx="3204">
                  <c:v>0.25</c:v>
                </c:pt>
                <c:pt idx="3205">
                  <c:v>0.25</c:v>
                </c:pt>
                <c:pt idx="3206">
                  <c:v>0.25</c:v>
                </c:pt>
                <c:pt idx="3207">
                  <c:v>0.25</c:v>
                </c:pt>
                <c:pt idx="3208">
                  <c:v>0.25</c:v>
                </c:pt>
                <c:pt idx="3209">
                  <c:v>0.25</c:v>
                </c:pt>
                <c:pt idx="3210">
                  <c:v>0.25</c:v>
                </c:pt>
                <c:pt idx="3211">
                  <c:v>0.25</c:v>
                </c:pt>
                <c:pt idx="3212">
                  <c:v>0.25</c:v>
                </c:pt>
                <c:pt idx="3213">
                  <c:v>0.25</c:v>
                </c:pt>
                <c:pt idx="3214">
                  <c:v>0.25</c:v>
                </c:pt>
                <c:pt idx="3215">
                  <c:v>0.25</c:v>
                </c:pt>
                <c:pt idx="3216">
                  <c:v>0.25</c:v>
                </c:pt>
                <c:pt idx="3217">
                  <c:v>0.25</c:v>
                </c:pt>
                <c:pt idx="3218">
                  <c:v>0.25</c:v>
                </c:pt>
                <c:pt idx="3219">
                  <c:v>0.25</c:v>
                </c:pt>
                <c:pt idx="3220">
                  <c:v>0.25</c:v>
                </c:pt>
                <c:pt idx="3221">
                  <c:v>0.25</c:v>
                </c:pt>
                <c:pt idx="3222">
                  <c:v>0.25</c:v>
                </c:pt>
                <c:pt idx="3223">
                  <c:v>0.25</c:v>
                </c:pt>
                <c:pt idx="3224">
                  <c:v>0.25</c:v>
                </c:pt>
                <c:pt idx="3225">
                  <c:v>0.25</c:v>
                </c:pt>
                <c:pt idx="3226">
                  <c:v>0.25</c:v>
                </c:pt>
                <c:pt idx="3227">
                  <c:v>0.25</c:v>
                </c:pt>
                <c:pt idx="3228">
                  <c:v>0.25</c:v>
                </c:pt>
                <c:pt idx="3229">
                  <c:v>0.25</c:v>
                </c:pt>
                <c:pt idx="3230">
                  <c:v>0.25</c:v>
                </c:pt>
                <c:pt idx="3231">
                  <c:v>0.25</c:v>
                </c:pt>
                <c:pt idx="3232">
                  <c:v>0.25</c:v>
                </c:pt>
                <c:pt idx="3233">
                  <c:v>0.25</c:v>
                </c:pt>
                <c:pt idx="3234">
                  <c:v>0.25</c:v>
                </c:pt>
                <c:pt idx="3235">
                  <c:v>0.25</c:v>
                </c:pt>
                <c:pt idx="3236">
                  <c:v>0.25</c:v>
                </c:pt>
                <c:pt idx="3237">
                  <c:v>0.25</c:v>
                </c:pt>
                <c:pt idx="3238">
                  <c:v>0.25</c:v>
                </c:pt>
                <c:pt idx="3239">
                  <c:v>0.25</c:v>
                </c:pt>
                <c:pt idx="3240">
                  <c:v>0.25</c:v>
                </c:pt>
                <c:pt idx="3241">
                  <c:v>0.25</c:v>
                </c:pt>
                <c:pt idx="3242">
                  <c:v>0.25</c:v>
                </c:pt>
                <c:pt idx="3243">
                  <c:v>0.25</c:v>
                </c:pt>
                <c:pt idx="3244">
                  <c:v>0.25</c:v>
                </c:pt>
                <c:pt idx="3245">
                  <c:v>0.25</c:v>
                </c:pt>
                <c:pt idx="3246">
                  <c:v>0.25</c:v>
                </c:pt>
                <c:pt idx="3247">
                  <c:v>0.25</c:v>
                </c:pt>
                <c:pt idx="3248">
                  <c:v>0.25</c:v>
                </c:pt>
                <c:pt idx="3249">
                  <c:v>0.25</c:v>
                </c:pt>
                <c:pt idx="3250">
                  <c:v>0.25</c:v>
                </c:pt>
                <c:pt idx="3251">
                  <c:v>0.25</c:v>
                </c:pt>
                <c:pt idx="3252">
                  <c:v>0.25</c:v>
                </c:pt>
                <c:pt idx="3253">
                  <c:v>0.25</c:v>
                </c:pt>
                <c:pt idx="3254">
                  <c:v>0.25</c:v>
                </c:pt>
                <c:pt idx="3255">
                  <c:v>0.25</c:v>
                </c:pt>
                <c:pt idx="3256">
                  <c:v>0.25</c:v>
                </c:pt>
                <c:pt idx="3257">
                  <c:v>0.25</c:v>
                </c:pt>
                <c:pt idx="3258">
                  <c:v>0.25</c:v>
                </c:pt>
                <c:pt idx="3259">
                  <c:v>0.25</c:v>
                </c:pt>
                <c:pt idx="3260">
                  <c:v>0.25</c:v>
                </c:pt>
                <c:pt idx="3261">
                  <c:v>0.25</c:v>
                </c:pt>
                <c:pt idx="3262">
                  <c:v>0.25</c:v>
                </c:pt>
                <c:pt idx="3263">
                  <c:v>0.25</c:v>
                </c:pt>
                <c:pt idx="3264">
                  <c:v>0.25</c:v>
                </c:pt>
                <c:pt idx="3265">
                  <c:v>0.25</c:v>
                </c:pt>
                <c:pt idx="3266">
                  <c:v>0.25</c:v>
                </c:pt>
                <c:pt idx="3267">
                  <c:v>0.25</c:v>
                </c:pt>
                <c:pt idx="3268">
                  <c:v>0.25</c:v>
                </c:pt>
                <c:pt idx="3269">
                  <c:v>0.25</c:v>
                </c:pt>
                <c:pt idx="3270">
                  <c:v>0.25</c:v>
                </c:pt>
                <c:pt idx="3271">
                  <c:v>0.25</c:v>
                </c:pt>
                <c:pt idx="3272">
                  <c:v>0.25</c:v>
                </c:pt>
                <c:pt idx="3273">
                  <c:v>0.25</c:v>
                </c:pt>
                <c:pt idx="3274">
                  <c:v>0.25</c:v>
                </c:pt>
                <c:pt idx="3275">
                  <c:v>0.25</c:v>
                </c:pt>
                <c:pt idx="3276">
                  <c:v>0.25</c:v>
                </c:pt>
                <c:pt idx="3277">
                  <c:v>0.25</c:v>
                </c:pt>
                <c:pt idx="3278">
                  <c:v>0.25</c:v>
                </c:pt>
                <c:pt idx="3279">
                  <c:v>0.25</c:v>
                </c:pt>
                <c:pt idx="3280">
                  <c:v>0.25</c:v>
                </c:pt>
                <c:pt idx="3281">
                  <c:v>0.25</c:v>
                </c:pt>
                <c:pt idx="3282">
                  <c:v>0.25</c:v>
                </c:pt>
                <c:pt idx="3283">
                  <c:v>0.25</c:v>
                </c:pt>
                <c:pt idx="3284">
                  <c:v>0.25</c:v>
                </c:pt>
                <c:pt idx="3285">
                  <c:v>0.25</c:v>
                </c:pt>
                <c:pt idx="3286">
                  <c:v>0.25</c:v>
                </c:pt>
                <c:pt idx="3287">
                  <c:v>0.25</c:v>
                </c:pt>
                <c:pt idx="3288">
                  <c:v>0.25</c:v>
                </c:pt>
                <c:pt idx="3289">
                  <c:v>0.25</c:v>
                </c:pt>
                <c:pt idx="3290">
                  <c:v>0.25</c:v>
                </c:pt>
                <c:pt idx="3291">
                  <c:v>0.25</c:v>
                </c:pt>
                <c:pt idx="3292">
                  <c:v>0.25</c:v>
                </c:pt>
                <c:pt idx="3293">
                  <c:v>0.25</c:v>
                </c:pt>
                <c:pt idx="3294">
                  <c:v>0.25</c:v>
                </c:pt>
                <c:pt idx="3295">
                  <c:v>0.25</c:v>
                </c:pt>
                <c:pt idx="3296">
                  <c:v>0.25</c:v>
                </c:pt>
                <c:pt idx="3297">
                  <c:v>0.25</c:v>
                </c:pt>
                <c:pt idx="3298">
                  <c:v>0.25</c:v>
                </c:pt>
                <c:pt idx="3299">
                  <c:v>0.25</c:v>
                </c:pt>
                <c:pt idx="3300">
                  <c:v>0.25</c:v>
                </c:pt>
                <c:pt idx="3301">
                  <c:v>0.25</c:v>
                </c:pt>
                <c:pt idx="3302">
                  <c:v>0.25</c:v>
                </c:pt>
                <c:pt idx="3303">
                  <c:v>0.25</c:v>
                </c:pt>
                <c:pt idx="3304">
                  <c:v>0.25</c:v>
                </c:pt>
                <c:pt idx="3305">
                  <c:v>0.25</c:v>
                </c:pt>
                <c:pt idx="3306">
                  <c:v>0.25</c:v>
                </c:pt>
                <c:pt idx="3307">
                  <c:v>0.25</c:v>
                </c:pt>
                <c:pt idx="3308">
                  <c:v>0.25</c:v>
                </c:pt>
                <c:pt idx="3309">
                  <c:v>0.25</c:v>
                </c:pt>
                <c:pt idx="3310">
                  <c:v>0.25</c:v>
                </c:pt>
                <c:pt idx="3311">
                  <c:v>0.25</c:v>
                </c:pt>
                <c:pt idx="3312">
                  <c:v>0.25</c:v>
                </c:pt>
                <c:pt idx="3313">
                  <c:v>0.25</c:v>
                </c:pt>
                <c:pt idx="3314">
                  <c:v>0.25</c:v>
                </c:pt>
                <c:pt idx="3315">
                  <c:v>0.25</c:v>
                </c:pt>
                <c:pt idx="3316">
                  <c:v>0.25</c:v>
                </c:pt>
                <c:pt idx="3317">
                  <c:v>0.25</c:v>
                </c:pt>
                <c:pt idx="3318">
                  <c:v>0.25</c:v>
                </c:pt>
                <c:pt idx="3319">
                  <c:v>0.25</c:v>
                </c:pt>
                <c:pt idx="3320">
                  <c:v>0.25</c:v>
                </c:pt>
                <c:pt idx="3321">
                  <c:v>0.25</c:v>
                </c:pt>
                <c:pt idx="3322">
                  <c:v>0.25</c:v>
                </c:pt>
                <c:pt idx="3323">
                  <c:v>0.25</c:v>
                </c:pt>
                <c:pt idx="3324">
                  <c:v>0.25</c:v>
                </c:pt>
                <c:pt idx="3325">
                  <c:v>0.25</c:v>
                </c:pt>
                <c:pt idx="3326">
                  <c:v>0.25</c:v>
                </c:pt>
                <c:pt idx="3327">
                  <c:v>0.25</c:v>
                </c:pt>
                <c:pt idx="3328">
                  <c:v>0.25</c:v>
                </c:pt>
                <c:pt idx="3329">
                  <c:v>0.25</c:v>
                </c:pt>
                <c:pt idx="3330">
                  <c:v>0.25</c:v>
                </c:pt>
                <c:pt idx="3331">
                  <c:v>0.25</c:v>
                </c:pt>
                <c:pt idx="3332">
                  <c:v>0.25</c:v>
                </c:pt>
                <c:pt idx="3333">
                  <c:v>0.25</c:v>
                </c:pt>
                <c:pt idx="3334">
                  <c:v>0.25</c:v>
                </c:pt>
                <c:pt idx="3335">
                  <c:v>0.25</c:v>
                </c:pt>
                <c:pt idx="3336">
                  <c:v>0.25</c:v>
                </c:pt>
                <c:pt idx="3337">
                  <c:v>0.25</c:v>
                </c:pt>
                <c:pt idx="3338">
                  <c:v>0.25</c:v>
                </c:pt>
                <c:pt idx="3339">
                  <c:v>0.25</c:v>
                </c:pt>
                <c:pt idx="3340">
                  <c:v>0.25</c:v>
                </c:pt>
                <c:pt idx="3341">
                  <c:v>0.25</c:v>
                </c:pt>
                <c:pt idx="3342">
                  <c:v>0.25</c:v>
                </c:pt>
                <c:pt idx="3343">
                  <c:v>0.25</c:v>
                </c:pt>
                <c:pt idx="3344">
                  <c:v>0.25</c:v>
                </c:pt>
                <c:pt idx="3345">
                  <c:v>0.25</c:v>
                </c:pt>
                <c:pt idx="3346">
                  <c:v>0.25</c:v>
                </c:pt>
                <c:pt idx="3347">
                  <c:v>0.25</c:v>
                </c:pt>
                <c:pt idx="3348">
                  <c:v>0.25</c:v>
                </c:pt>
                <c:pt idx="3349">
                  <c:v>0.25</c:v>
                </c:pt>
                <c:pt idx="3350">
                  <c:v>0.25</c:v>
                </c:pt>
                <c:pt idx="3351">
                  <c:v>0.25</c:v>
                </c:pt>
                <c:pt idx="3352">
                  <c:v>0.25</c:v>
                </c:pt>
                <c:pt idx="3353">
                  <c:v>0.25</c:v>
                </c:pt>
                <c:pt idx="3354">
                  <c:v>0.25</c:v>
                </c:pt>
                <c:pt idx="3355">
                  <c:v>0.25</c:v>
                </c:pt>
                <c:pt idx="3356">
                  <c:v>0.25</c:v>
                </c:pt>
                <c:pt idx="3357">
                  <c:v>0.25</c:v>
                </c:pt>
                <c:pt idx="3358">
                  <c:v>0.25</c:v>
                </c:pt>
                <c:pt idx="3359">
                  <c:v>0.25</c:v>
                </c:pt>
                <c:pt idx="3360">
                  <c:v>0.25</c:v>
                </c:pt>
                <c:pt idx="3361">
                  <c:v>0.25</c:v>
                </c:pt>
                <c:pt idx="3362">
                  <c:v>0.25</c:v>
                </c:pt>
                <c:pt idx="3363">
                  <c:v>0.25</c:v>
                </c:pt>
                <c:pt idx="3364">
                  <c:v>0.25</c:v>
                </c:pt>
                <c:pt idx="3365">
                  <c:v>0.25</c:v>
                </c:pt>
                <c:pt idx="3366">
                  <c:v>0.25</c:v>
                </c:pt>
                <c:pt idx="3367">
                  <c:v>0.25</c:v>
                </c:pt>
                <c:pt idx="3368">
                  <c:v>0.25</c:v>
                </c:pt>
                <c:pt idx="3369">
                  <c:v>0.25</c:v>
                </c:pt>
                <c:pt idx="3370">
                  <c:v>0.25</c:v>
                </c:pt>
                <c:pt idx="3371">
                  <c:v>0.25</c:v>
                </c:pt>
                <c:pt idx="3372">
                  <c:v>0.25</c:v>
                </c:pt>
                <c:pt idx="3373">
                  <c:v>0.25</c:v>
                </c:pt>
                <c:pt idx="3374">
                  <c:v>0.25</c:v>
                </c:pt>
                <c:pt idx="3375">
                  <c:v>0.25</c:v>
                </c:pt>
                <c:pt idx="3376">
                  <c:v>0.25</c:v>
                </c:pt>
                <c:pt idx="3377">
                  <c:v>0.25</c:v>
                </c:pt>
                <c:pt idx="3378">
                  <c:v>0.25</c:v>
                </c:pt>
                <c:pt idx="3379">
                  <c:v>0.25</c:v>
                </c:pt>
                <c:pt idx="3380">
                  <c:v>0.25</c:v>
                </c:pt>
                <c:pt idx="3381">
                  <c:v>0.25</c:v>
                </c:pt>
                <c:pt idx="3382">
                  <c:v>0.25</c:v>
                </c:pt>
                <c:pt idx="3383">
                  <c:v>0.25</c:v>
                </c:pt>
                <c:pt idx="3384">
                  <c:v>0.25</c:v>
                </c:pt>
                <c:pt idx="3385">
                  <c:v>0.25</c:v>
                </c:pt>
                <c:pt idx="3386">
                  <c:v>0.25</c:v>
                </c:pt>
                <c:pt idx="3387">
                  <c:v>0.25</c:v>
                </c:pt>
                <c:pt idx="3388">
                  <c:v>0.25</c:v>
                </c:pt>
                <c:pt idx="3389">
                  <c:v>0.25</c:v>
                </c:pt>
                <c:pt idx="3390">
                  <c:v>0.25</c:v>
                </c:pt>
                <c:pt idx="3391">
                  <c:v>0.25</c:v>
                </c:pt>
                <c:pt idx="3392">
                  <c:v>0.25</c:v>
                </c:pt>
                <c:pt idx="3393">
                  <c:v>0.25</c:v>
                </c:pt>
                <c:pt idx="3394">
                  <c:v>0.25</c:v>
                </c:pt>
                <c:pt idx="3395">
                  <c:v>0.25</c:v>
                </c:pt>
                <c:pt idx="3396">
                  <c:v>0.25</c:v>
                </c:pt>
                <c:pt idx="3397">
                  <c:v>0.25</c:v>
                </c:pt>
                <c:pt idx="3398">
                  <c:v>0.25</c:v>
                </c:pt>
                <c:pt idx="3399">
                  <c:v>0.25</c:v>
                </c:pt>
                <c:pt idx="3400">
                  <c:v>0.25</c:v>
                </c:pt>
                <c:pt idx="3401">
                  <c:v>0.25</c:v>
                </c:pt>
                <c:pt idx="3402">
                  <c:v>0.25</c:v>
                </c:pt>
                <c:pt idx="3403">
                  <c:v>0.25</c:v>
                </c:pt>
                <c:pt idx="3404">
                  <c:v>0.25</c:v>
                </c:pt>
                <c:pt idx="3405">
                  <c:v>0.25</c:v>
                </c:pt>
                <c:pt idx="3406">
                  <c:v>0.25</c:v>
                </c:pt>
                <c:pt idx="3407">
                  <c:v>0.25</c:v>
                </c:pt>
                <c:pt idx="3408">
                  <c:v>0.25</c:v>
                </c:pt>
                <c:pt idx="3409">
                  <c:v>0.25</c:v>
                </c:pt>
                <c:pt idx="3410">
                  <c:v>0.25</c:v>
                </c:pt>
                <c:pt idx="3411">
                  <c:v>0.25</c:v>
                </c:pt>
                <c:pt idx="3412">
                  <c:v>0.25</c:v>
                </c:pt>
                <c:pt idx="3413">
                  <c:v>0.25</c:v>
                </c:pt>
                <c:pt idx="3414">
                  <c:v>0.25</c:v>
                </c:pt>
                <c:pt idx="3415">
                  <c:v>0.25</c:v>
                </c:pt>
                <c:pt idx="3416">
                  <c:v>0.25</c:v>
                </c:pt>
                <c:pt idx="3417">
                  <c:v>0.25</c:v>
                </c:pt>
                <c:pt idx="3418">
                  <c:v>0.25</c:v>
                </c:pt>
                <c:pt idx="3419">
                  <c:v>0.25</c:v>
                </c:pt>
                <c:pt idx="3420">
                  <c:v>0.25</c:v>
                </c:pt>
                <c:pt idx="3421">
                  <c:v>0.25</c:v>
                </c:pt>
                <c:pt idx="3422">
                  <c:v>0.25</c:v>
                </c:pt>
                <c:pt idx="3423">
                  <c:v>0.25</c:v>
                </c:pt>
                <c:pt idx="3424">
                  <c:v>0.25</c:v>
                </c:pt>
                <c:pt idx="3425">
                  <c:v>0.25</c:v>
                </c:pt>
                <c:pt idx="3426">
                  <c:v>0.25</c:v>
                </c:pt>
                <c:pt idx="3427">
                  <c:v>0.25</c:v>
                </c:pt>
                <c:pt idx="3428">
                  <c:v>0.25</c:v>
                </c:pt>
                <c:pt idx="3429">
                  <c:v>0.25</c:v>
                </c:pt>
                <c:pt idx="3430">
                  <c:v>0.25</c:v>
                </c:pt>
                <c:pt idx="3431">
                  <c:v>0.25</c:v>
                </c:pt>
                <c:pt idx="3432">
                  <c:v>0.25</c:v>
                </c:pt>
                <c:pt idx="3433">
                  <c:v>0.25</c:v>
                </c:pt>
                <c:pt idx="3434">
                  <c:v>0.25</c:v>
                </c:pt>
                <c:pt idx="3435">
                  <c:v>0.25</c:v>
                </c:pt>
                <c:pt idx="3436">
                  <c:v>0.25</c:v>
                </c:pt>
                <c:pt idx="3437">
                  <c:v>0.25</c:v>
                </c:pt>
                <c:pt idx="3438">
                  <c:v>0.25</c:v>
                </c:pt>
                <c:pt idx="3439">
                  <c:v>0.25</c:v>
                </c:pt>
                <c:pt idx="3440">
                  <c:v>0.25</c:v>
                </c:pt>
                <c:pt idx="3441">
                  <c:v>0.25</c:v>
                </c:pt>
                <c:pt idx="3442">
                  <c:v>0.25</c:v>
                </c:pt>
                <c:pt idx="3443">
                  <c:v>0.25</c:v>
                </c:pt>
                <c:pt idx="3444">
                  <c:v>0.25</c:v>
                </c:pt>
                <c:pt idx="3445">
                  <c:v>0.25</c:v>
                </c:pt>
                <c:pt idx="3446">
                  <c:v>0.25</c:v>
                </c:pt>
                <c:pt idx="3447">
                  <c:v>0.25</c:v>
                </c:pt>
                <c:pt idx="3448">
                  <c:v>0.25</c:v>
                </c:pt>
                <c:pt idx="3449">
                  <c:v>0.25</c:v>
                </c:pt>
                <c:pt idx="3450">
                  <c:v>0.25</c:v>
                </c:pt>
                <c:pt idx="3451">
                  <c:v>0.25</c:v>
                </c:pt>
                <c:pt idx="3452">
                  <c:v>0.25</c:v>
                </c:pt>
                <c:pt idx="3453">
                  <c:v>0.25</c:v>
                </c:pt>
                <c:pt idx="3454">
                  <c:v>0.25</c:v>
                </c:pt>
                <c:pt idx="3455">
                  <c:v>0.25</c:v>
                </c:pt>
                <c:pt idx="3456">
                  <c:v>0.25</c:v>
                </c:pt>
                <c:pt idx="3457">
                  <c:v>0.25</c:v>
                </c:pt>
                <c:pt idx="3458">
                  <c:v>0.25</c:v>
                </c:pt>
                <c:pt idx="3459">
                  <c:v>0.25</c:v>
                </c:pt>
                <c:pt idx="3460">
                  <c:v>0.25</c:v>
                </c:pt>
                <c:pt idx="3461">
                  <c:v>0.25</c:v>
                </c:pt>
                <c:pt idx="3462">
                  <c:v>0.25</c:v>
                </c:pt>
                <c:pt idx="3463">
                  <c:v>0.25</c:v>
                </c:pt>
                <c:pt idx="3464">
                  <c:v>0.25</c:v>
                </c:pt>
                <c:pt idx="3465">
                  <c:v>0.25</c:v>
                </c:pt>
                <c:pt idx="3466">
                  <c:v>0.25</c:v>
                </c:pt>
                <c:pt idx="3467">
                  <c:v>0.25</c:v>
                </c:pt>
                <c:pt idx="3468">
                  <c:v>0.25</c:v>
                </c:pt>
                <c:pt idx="3469">
                  <c:v>0.25</c:v>
                </c:pt>
                <c:pt idx="3470">
                  <c:v>0.25</c:v>
                </c:pt>
                <c:pt idx="3471">
                  <c:v>0.25</c:v>
                </c:pt>
                <c:pt idx="3472">
                  <c:v>0.25</c:v>
                </c:pt>
                <c:pt idx="3473">
                  <c:v>0.25</c:v>
                </c:pt>
                <c:pt idx="3474">
                  <c:v>0.25</c:v>
                </c:pt>
                <c:pt idx="3475">
                  <c:v>0.25</c:v>
                </c:pt>
                <c:pt idx="3476">
                  <c:v>0.25</c:v>
                </c:pt>
                <c:pt idx="3477">
                  <c:v>0.25</c:v>
                </c:pt>
                <c:pt idx="3478">
                  <c:v>0.25</c:v>
                </c:pt>
                <c:pt idx="3479">
                  <c:v>0.25</c:v>
                </c:pt>
                <c:pt idx="3480">
                  <c:v>0.25</c:v>
                </c:pt>
                <c:pt idx="3481">
                  <c:v>0.25</c:v>
                </c:pt>
                <c:pt idx="3482">
                  <c:v>0.25</c:v>
                </c:pt>
                <c:pt idx="3483">
                  <c:v>0.25</c:v>
                </c:pt>
                <c:pt idx="3484">
                  <c:v>0.25</c:v>
                </c:pt>
                <c:pt idx="3485">
                  <c:v>0.25</c:v>
                </c:pt>
                <c:pt idx="3486">
                  <c:v>0.25</c:v>
                </c:pt>
                <c:pt idx="3487">
                  <c:v>0.25</c:v>
                </c:pt>
                <c:pt idx="3488">
                  <c:v>0.25</c:v>
                </c:pt>
                <c:pt idx="3489">
                  <c:v>0.25</c:v>
                </c:pt>
                <c:pt idx="3490">
                  <c:v>0.25</c:v>
                </c:pt>
                <c:pt idx="3491">
                  <c:v>0.25</c:v>
                </c:pt>
                <c:pt idx="3492">
                  <c:v>0.25</c:v>
                </c:pt>
                <c:pt idx="3493">
                  <c:v>0.25</c:v>
                </c:pt>
                <c:pt idx="3494">
                  <c:v>0.25</c:v>
                </c:pt>
                <c:pt idx="3495">
                  <c:v>0.25</c:v>
                </c:pt>
                <c:pt idx="3496">
                  <c:v>0.25</c:v>
                </c:pt>
                <c:pt idx="3497">
                  <c:v>0.25</c:v>
                </c:pt>
                <c:pt idx="3498">
                  <c:v>0.25</c:v>
                </c:pt>
                <c:pt idx="3499">
                  <c:v>0.25</c:v>
                </c:pt>
                <c:pt idx="3500">
                  <c:v>0.25</c:v>
                </c:pt>
                <c:pt idx="3501">
                  <c:v>0.25</c:v>
                </c:pt>
                <c:pt idx="3502">
                  <c:v>0.25</c:v>
                </c:pt>
                <c:pt idx="3503">
                  <c:v>0.25</c:v>
                </c:pt>
                <c:pt idx="3504">
                  <c:v>0.25</c:v>
                </c:pt>
                <c:pt idx="3505">
                  <c:v>0.25</c:v>
                </c:pt>
                <c:pt idx="3506">
                  <c:v>0.25</c:v>
                </c:pt>
                <c:pt idx="3507">
                  <c:v>0.25</c:v>
                </c:pt>
                <c:pt idx="3508">
                  <c:v>0.25</c:v>
                </c:pt>
                <c:pt idx="3509">
                  <c:v>0.25</c:v>
                </c:pt>
                <c:pt idx="3510">
                  <c:v>0.25</c:v>
                </c:pt>
                <c:pt idx="3511">
                  <c:v>0.25</c:v>
                </c:pt>
                <c:pt idx="3512">
                  <c:v>0.25</c:v>
                </c:pt>
                <c:pt idx="3513">
                  <c:v>0.25</c:v>
                </c:pt>
                <c:pt idx="3514">
                  <c:v>0.25</c:v>
                </c:pt>
                <c:pt idx="3515">
                  <c:v>0.25</c:v>
                </c:pt>
                <c:pt idx="3516">
                  <c:v>0.25</c:v>
                </c:pt>
                <c:pt idx="3517">
                  <c:v>0.25</c:v>
                </c:pt>
                <c:pt idx="3518">
                  <c:v>0.25</c:v>
                </c:pt>
                <c:pt idx="3519">
                  <c:v>0.25</c:v>
                </c:pt>
                <c:pt idx="3520">
                  <c:v>0.25</c:v>
                </c:pt>
                <c:pt idx="3521">
                  <c:v>0.25</c:v>
                </c:pt>
                <c:pt idx="3522">
                  <c:v>0.25</c:v>
                </c:pt>
                <c:pt idx="3523">
                  <c:v>0.25</c:v>
                </c:pt>
                <c:pt idx="3524">
                  <c:v>0.25</c:v>
                </c:pt>
                <c:pt idx="3525">
                  <c:v>0.25</c:v>
                </c:pt>
                <c:pt idx="3526">
                  <c:v>0.25</c:v>
                </c:pt>
                <c:pt idx="3527">
                  <c:v>0.25</c:v>
                </c:pt>
                <c:pt idx="3528">
                  <c:v>0.25</c:v>
                </c:pt>
                <c:pt idx="3529">
                  <c:v>0.25</c:v>
                </c:pt>
                <c:pt idx="3530">
                  <c:v>0.25</c:v>
                </c:pt>
                <c:pt idx="3531">
                  <c:v>0.25</c:v>
                </c:pt>
                <c:pt idx="3532">
                  <c:v>0.25</c:v>
                </c:pt>
                <c:pt idx="3533">
                  <c:v>0.25</c:v>
                </c:pt>
                <c:pt idx="3534">
                  <c:v>0.25</c:v>
                </c:pt>
                <c:pt idx="3535">
                  <c:v>0.25</c:v>
                </c:pt>
                <c:pt idx="3536">
                  <c:v>0.25</c:v>
                </c:pt>
                <c:pt idx="3537">
                  <c:v>0.25</c:v>
                </c:pt>
                <c:pt idx="3538">
                  <c:v>0.25</c:v>
                </c:pt>
                <c:pt idx="3539">
                  <c:v>0.25</c:v>
                </c:pt>
                <c:pt idx="3540">
                  <c:v>0.25</c:v>
                </c:pt>
                <c:pt idx="3541">
                  <c:v>0.25</c:v>
                </c:pt>
                <c:pt idx="3542">
                  <c:v>0.25</c:v>
                </c:pt>
                <c:pt idx="3543">
                  <c:v>0.25</c:v>
                </c:pt>
                <c:pt idx="3544">
                  <c:v>0.25</c:v>
                </c:pt>
                <c:pt idx="3545">
                  <c:v>0.25</c:v>
                </c:pt>
                <c:pt idx="3546">
                  <c:v>0.25</c:v>
                </c:pt>
                <c:pt idx="3547">
                  <c:v>0.25</c:v>
                </c:pt>
                <c:pt idx="3548">
                  <c:v>0.25</c:v>
                </c:pt>
                <c:pt idx="3549">
                  <c:v>0.25</c:v>
                </c:pt>
                <c:pt idx="3550">
                  <c:v>0.25</c:v>
                </c:pt>
                <c:pt idx="3551">
                  <c:v>0.25</c:v>
                </c:pt>
                <c:pt idx="3552">
                  <c:v>0.25</c:v>
                </c:pt>
                <c:pt idx="3553">
                  <c:v>0.25</c:v>
                </c:pt>
                <c:pt idx="3554">
                  <c:v>0.25</c:v>
                </c:pt>
                <c:pt idx="3555">
                  <c:v>0.25</c:v>
                </c:pt>
                <c:pt idx="3556">
                  <c:v>0.25</c:v>
                </c:pt>
                <c:pt idx="3557">
                  <c:v>0.25</c:v>
                </c:pt>
                <c:pt idx="3558">
                  <c:v>0.25</c:v>
                </c:pt>
                <c:pt idx="3559">
                  <c:v>0.25</c:v>
                </c:pt>
                <c:pt idx="3560">
                  <c:v>0.25</c:v>
                </c:pt>
                <c:pt idx="3561">
                  <c:v>0.25</c:v>
                </c:pt>
                <c:pt idx="3562">
                  <c:v>0.25</c:v>
                </c:pt>
                <c:pt idx="3563">
                  <c:v>0.25</c:v>
                </c:pt>
                <c:pt idx="3564">
                  <c:v>0.25</c:v>
                </c:pt>
                <c:pt idx="3565">
                  <c:v>0.25</c:v>
                </c:pt>
                <c:pt idx="3566">
                  <c:v>0.25</c:v>
                </c:pt>
                <c:pt idx="3567">
                  <c:v>0.25</c:v>
                </c:pt>
                <c:pt idx="3568">
                  <c:v>0.25</c:v>
                </c:pt>
                <c:pt idx="3569">
                  <c:v>0.25</c:v>
                </c:pt>
                <c:pt idx="3570">
                  <c:v>0.25</c:v>
                </c:pt>
                <c:pt idx="3571">
                  <c:v>0.25</c:v>
                </c:pt>
                <c:pt idx="3572">
                  <c:v>0.25</c:v>
                </c:pt>
                <c:pt idx="3573">
                  <c:v>0.25</c:v>
                </c:pt>
                <c:pt idx="3574">
                  <c:v>0.25</c:v>
                </c:pt>
                <c:pt idx="3575">
                  <c:v>0.25</c:v>
                </c:pt>
                <c:pt idx="3576">
                  <c:v>0.25</c:v>
                </c:pt>
                <c:pt idx="3577">
                  <c:v>0.25</c:v>
                </c:pt>
                <c:pt idx="3578">
                  <c:v>0.25</c:v>
                </c:pt>
                <c:pt idx="3579">
                  <c:v>0.25</c:v>
                </c:pt>
                <c:pt idx="3580">
                  <c:v>0.25</c:v>
                </c:pt>
                <c:pt idx="3581">
                  <c:v>0.25</c:v>
                </c:pt>
                <c:pt idx="3582">
                  <c:v>0.25</c:v>
                </c:pt>
                <c:pt idx="3583">
                  <c:v>0.25</c:v>
                </c:pt>
                <c:pt idx="3584">
                  <c:v>0.25</c:v>
                </c:pt>
                <c:pt idx="3585">
                  <c:v>0.25</c:v>
                </c:pt>
                <c:pt idx="3586">
                  <c:v>0.25</c:v>
                </c:pt>
                <c:pt idx="3587">
                  <c:v>0.25</c:v>
                </c:pt>
                <c:pt idx="3588">
                  <c:v>0.25</c:v>
                </c:pt>
                <c:pt idx="3589">
                  <c:v>0.25</c:v>
                </c:pt>
                <c:pt idx="3590">
                  <c:v>0.25</c:v>
                </c:pt>
                <c:pt idx="3591">
                  <c:v>0.25</c:v>
                </c:pt>
                <c:pt idx="3592">
                  <c:v>0.25</c:v>
                </c:pt>
                <c:pt idx="3593">
                  <c:v>0.25</c:v>
                </c:pt>
                <c:pt idx="3594">
                  <c:v>0.25</c:v>
                </c:pt>
                <c:pt idx="3595">
                  <c:v>0.25</c:v>
                </c:pt>
                <c:pt idx="3596">
                  <c:v>0.25</c:v>
                </c:pt>
                <c:pt idx="3597">
                  <c:v>0.25</c:v>
                </c:pt>
                <c:pt idx="3598">
                  <c:v>0.25</c:v>
                </c:pt>
                <c:pt idx="3599">
                  <c:v>0.25</c:v>
                </c:pt>
                <c:pt idx="3600">
                  <c:v>0.25</c:v>
                </c:pt>
                <c:pt idx="3601">
                  <c:v>0.25</c:v>
                </c:pt>
                <c:pt idx="3602">
                  <c:v>0.25</c:v>
                </c:pt>
                <c:pt idx="3603">
                  <c:v>0.25</c:v>
                </c:pt>
                <c:pt idx="3604">
                  <c:v>0.25</c:v>
                </c:pt>
                <c:pt idx="3605">
                  <c:v>0.25</c:v>
                </c:pt>
                <c:pt idx="3606">
                  <c:v>0.25</c:v>
                </c:pt>
                <c:pt idx="3607">
                  <c:v>0.25</c:v>
                </c:pt>
                <c:pt idx="3608">
                  <c:v>0.25</c:v>
                </c:pt>
                <c:pt idx="3609">
                  <c:v>0.25</c:v>
                </c:pt>
                <c:pt idx="3610">
                  <c:v>0.25</c:v>
                </c:pt>
                <c:pt idx="3611">
                  <c:v>0.25</c:v>
                </c:pt>
                <c:pt idx="3612">
                  <c:v>0.25</c:v>
                </c:pt>
                <c:pt idx="3613">
                  <c:v>0.25</c:v>
                </c:pt>
                <c:pt idx="3614">
                  <c:v>0.25</c:v>
                </c:pt>
                <c:pt idx="3615">
                  <c:v>0.25</c:v>
                </c:pt>
                <c:pt idx="3616">
                  <c:v>0.25</c:v>
                </c:pt>
                <c:pt idx="3617">
                  <c:v>0.25</c:v>
                </c:pt>
                <c:pt idx="3618">
                  <c:v>0.25</c:v>
                </c:pt>
                <c:pt idx="3619">
                  <c:v>0.25</c:v>
                </c:pt>
                <c:pt idx="3620">
                  <c:v>0.25</c:v>
                </c:pt>
                <c:pt idx="3621">
                  <c:v>0.25</c:v>
                </c:pt>
                <c:pt idx="3622">
                  <c:v>0.25</c:v>
                </c:pt>
                <c:pt idx="3623">
                  <c:v>0.25</c:v>
                </c:pt>
                <c:pt idx="3624">
                  <c:v>0.25</c:v>
                </c:pt>
                <c:pt idx="3625">
                  <c:v>0.25</c:v>
                </c:pt>
                <c:pt idx="3626">
                  <c:v>0.25</c:v>
                </c:pt>
                <c:pt idx="3627">
                  <c:v>0.25</c:v>
                </c:pt>
                <c:pt idx="3628">
                  <c:v>0.25</c:v>
                </c:pt>
                <c:pt idx="3629">
                  <c:v>0.25</c:v>
                </c:pt>
                <c:pt idx="3630">
                  <c:v>0.25</c:v>
                </c:pt>
                <c:pt idx="3631">
                  <c:v>0.25</c:v>
                </c:pt>
                <c:pt idx="3632">
                  <c:v>0.25</c:v>
                </c:pt>
                <c:pt idx="3633">
                  <c:v>0.25</c:v>
                </c:pt>
                <c:pt idx="3634">
                  <c:v>0.25</c:v>
                </c:pt>
                <c:pt idx="3635">
                  <c:v>0.25</c:v>
                </c:pt>
                <c:pt idx="3636">
                  <c:v>0.25</c:v>
                </c:pt>
                <c:pt idx="3637">
                  <c:v>0.25</c:v>
                </c:pt>
                <c:pt idx="3638">
                  <c:v>0.25</c:v>
                </c:pt>
                <c:pt idx="3639">
                  <c:v>0.25</c:v>
                </c:pt>
                <c:pt idx="3640">
                  <c:v>0.25</c:v>
                </c:pt>
                <c:pt idx="3641">
                  <c:v>0.25</c:v>
                </c:pt>
                <c:pt idx="3642">
                  <c:v>0.25</c:v>
                </c:pt>
                <c:pt idx="3643">
                  <c:v>0.25</c:v>
                </c:pt>
                <c:pt idx="3644">
                  <c:v>0.25</c:v>
                </c:pt>
                <c:pt idx="3645">
                  <c:v>0.25</c:v>
                </c:pt>
                <c:pt idx="3646">
                  <c:v>0.25</c:v>
                </c:pt>
                <c:pt idx="3647">
                  <c:v>0.25</c:v>
                </c:pt>
                <c:pt idx="3648">
                  <c:v>0.25</c:v>
                </c:pt>
                <c:pt idx="3649">
                  <c:v>0.25</c:v>
                </c:pt>
                <c:pt idx="3650">
                  <c:v>0.25</c:v>
                </c:pt>
                <c:pt idx="3651">
                  <c:v>0.25</c:v>
                </c:pt>
                <c:pt idx="3652">
                  <c:v>0.25</c:v>
                </c:pt>
                <c:pt idx="3653">
                  <c:v>0.25</c:v>
                </c:pt>
                <c:pt idx="3654">
                  <c:v>0.25</c:v>
                </c:pt>
                <c:pt idx="3655">
                  <c:v>0.25</c:v>
                </c:pt>
                <c:pt idx="3656">
                  <c:v>0.25</c:v>
                </c:pt>
                <c:pt idx="3657">
                  <c:v>0.25</c:v>
                </c:pt>
                <c:pt idx="3658">
                  <c:v>0.25</c:v>
                </c:pt>
                <c:pt idx="3659">
                  <c:v>0.25</c:v>
                </c:pt>
                <c:pt idx="3660">
                  <c:v>0.25</c:v>
                </c:pt>
                <c:pt idx="3661">
                  <c:v>0.25</c:v>
                </c:pt>
                <c:pt idx="3662">
                  <c:v>0.25</c:v>
                </c:pt>
                <c:pt idx="3663">
                  <c:v>0.25</c:v>
                </c:pt>
                <c:pt idx="3664">
                  <c:v>0.25</c:v>
                </c:pt>
                <c:pt idx="3665">
                  <c:v>0.25</c:v>
                </c:pt>
                <c:pt idx="3666">
                  <c:v>0.25</c:v>
                </c:pt>
                <c:pt idx="3667">
                  <c:v>0.25</c:v>
                </c:pt>
                <c:pt idx="3668">
                  <c:v>0.25</c:v>
                </c:pt>
                <c:pt idx="3669">
                  <c:v>0.25</c:v>
                </c:pt>
                <c:pt idx="3670">
                  <c:v>0.25</c:v>
                </c:pt>
                <c:pt idx="3671">
                  <c:v>0.25</c:v>
                </c:pt>
                <c:pt idx="3672">
                  <c:v>0.25</c:v>
                </c:pt>
                <c:pt idx="3673">
                  <c:v>0.25</c:v>
                </c:pt>
                <c:pt idx="3674">
                  <c:v>0.25</c:v>
                </c:pt>
                <c:pt idx="3675">
                  <c:v>0.25</c:v>
                </c:pt>
                <c:pt idx="3676">
                  <c:v>0.25</c:v>
                </c:pt>
                <c:pt idx="3677">
                  <c:v>0.25</c:v>
                </c:pt>
                <c:pt idx="3678">
                  <c:v>0.25</c:v>
                </c:pt>
                <c:pt idx="3679">
                  <c:v>0.25</c:v>
                </c:pt>
                <c:pt idx="3680">
                  <c:v>0.25</c:v>
                </c:pt>
                <c:pt idx="3681">
                  <c:v>0.25</c:v>
                </c:pt>
                <c:pt idx="3682">
                  <c:v>0.25</c:v>
                </c:pt>
                <c:pt idx="3683">
                  <c:v>0.25</c:v>
                </c:pt>
                <c:pt idx="3684">
                  <c:v>0.25</c:v>
                </c:pt>
                <c:pt idx="3685">
                  <c:v>0.25</c:v>
                </c:pt>
                <c:pt idx="3686">
                  <c:v>0.25</c:v>
                </c:pt>
                <c:pt idx="3687">
                  <c:v>0.25</c:v>
                </c:pt>
                <c:pt idx="3688">
                  <c:v>0.25</c:v>
                </c:pt>
                <c:pt idx="3689">
                  <c:v>0.25</c:v>
                </c:pt>
                <c:pt idx="3690">
                  <c:v>0.25</c:v>
                </c:pt>
                <c:pt idx="3691">
                  <c:v>0.25</c:v>
                </c:pt>
                <c:pt idx="3692">
                  <c:v>0.25</c:v>
                </c:pt>
                <c:pt idx="3693">
                  <c:v>0.25</c:v>
                </c:pt>
                <c:pt idx="3694">
                  <c:v>0.25</c:v>
                </c:pt>
                <c:pt idx="3695">
                  <c:v>0.25</c:v>
                </c:pt>
                <c:pt idx="3696">
                  <c:v>0.25</c:v>
                </c:pt>
                <c:pt idx="3697">
                  <c:v>0.25</c:v>
                </c:pt>
                <c:pt idx="3698">
                  <c:v>0.25</c:v>
                </c:pt>
                <c:pt idx="3699">
                  <c:v>0.25</c:v>
                </c:pt>
                <c:pt idx="3700">
                  <c:v>0.25</c:v>
                </c:pt>
                <c:pt idx="3701">
                  <c:v>0.25</c:v>
                </c:pt>
                <c:pt idx="3702">
                  <c:v>0.25</c:v>
                </c:pt>
                <c:pt idx="3703">
                  <c:v>0.25</c:v>
                </c:pt>
                <c:pt idx="3704">
                  <c:v>0.25</c:v>
                </c:pt>
                <c:pt idx="3705">
                  <c:v>0.25</c:v>
                </c:pt>
                <c:pt idx="3706">
                  <c:v>0.25</c:v>
                </c:pt>
                <c:pt idx="3707">
                  <c:v>0.25</c:v>
                </c:pt>
                <c:pt idx="3708">
                  <c:v>0.25</c:v>
                </c:pt>
                <c:pt idx="3709">
                  <c:v>0.25</c:v>
                </c:pt>
                <c:pt idx="3710">
                  <c:v>0.25</c:v>
                </c:pt>
                <c:pt idx="3711">
                  <c:v>0.25</c:v>
                </c:pt>
                <c:pt idx="3712">
                  <c:v>0.25</c:v>
                </c:pt>
                <c:pt idx="3713">
                  <c:v>0.25</c:v>
                </c:pt>
                <c:pt idx="3714">
                  <c:v>0.25</c:v>
                </c:pt>
                <c:pt idx="3715">
                  <c:v>0.25</c:v>
                </c:pt>
                <c:pt idx="3716">
                  <c:v>0.25</c:v>
                </c:pt>
                <c:pt idx="3717">
                  <c:v>0.25</c:v>
                </c:pt>
                <c:pt idx="3718">
                  <c:v>0.25</c:v>
                </c:pt>
                <c:pt idx="3719">
                  <c:v>0.25</c:v>
                </c:pt>
                <c:pt idx="3720">
                  <c:v>0.25</c:v>
                </c:pt>
                <c:pt idx="3721">
                  <c:v>0.25</c:v>
                </c:pt>
                <c:pt idx="3722">
                  <c:v>0.25</c:v>
                </c:pt>
                <c:pt idx="3723">
                  <c:v>0.25</c:v>
                </c:pt>
                <c:pt idx="3724">
                  <c:v>0.25</c:v>
                </c:pt>
                <c:pt idx="3725">
                  <c:v>0.25</c:v>
                </c:pt>
                <c:pt idx="3726">
                  <c:v>0.25</c:v>
                </c:pt>
                <c:pt idx="3727">
                  <c:v>0.25</c:v>
                </c:pt>
                <c:pt idx="3728">
                  <c:v>0.25</c:v>
                </c:pt>
                <c:pt idx="3729">
                  <c:v>0.25</c:v>
                </c:pt>
                <c:pt idx="3730">
                  <c:v>0.25</c:v>
                </c:pt>
                <c:pt idx="3731">
                  <c:v>0.25</c:v>
                </c:pt>
                <c:pt idx="3732">
                  <c:v>0.25</c:v>
                </c:pt>
                <c:pt idx="3733">
                  <c:v>0.25</c:v>
                </c:pt>
                <c:pt idx="3734">
                  <c:v>0.25</c:v>
                </c:pt>
                <c:pt idx="3735">
                  <c:v>0.25</c:v>
                </c:pt>
                <c:pt idx="3736">
                  <c:v>0.25</c:v>
                </c:pt>
                <c:pt idx="3737">
                  <c:v>0.25</c:v>
                </c:pt>
                <c:pt idx="3738">
                  <c:v>0.25</c:v>
                </c:pt>
                <c:pt idx="3739">
                  <c:v>0.25</c:v>
                </c:pt>
                <c:pt idx="3740">
                  <c:v>0.25</c:v>
                </c:pt>
                <c:pt idx="3741">
                  <c:v>0.25</c:v>
                </c:pt>
                <c:pt idx="3742">
                  <c:v>0.25</c:v>
                </c:pt>
                <c:pt idx="3743">
                  <c:v>0.25</c:v>
                </c:pt>
                <c:pt idx="3744">
                  <c:v>0.25</c:v>
                </c:pt>
                <c:pt idx="3745">
                  <c:v>0.25</c:v>
                </c:pt>
                <c:pt idx="3746">
                  <c:v>0.25</c:v>
                </c:pt>
                <c:pt idx="3747">
                  <c:v>0.25</c:v>
                </c:pt>
                <c:pt idx="3748">
                  <c:v>0.25</c:v>
                </c:pt>
                <c:pt idx="3749">
                  <c:v>0.25</c:v>
                </c:pt>
                <c:pt idx="3750">
                  <c:v>0.25</c:v>
                </c:pt>
                <c:pt idx="3751">
                  <c:v>0.25</c:v>
                </c:pt>
                <c:pt idx="3752">
                  <c:v>0.25</c:v>
                </c:pt>
                <c:pt idx="3753">
                  <c:v>0.25</c:v>
                </c:pt>
                <c:pt idx="3754">
                  <c:v>0.25</c:v>
                </c:pt>
                <c:pt idx="3755">
                  <c:v>0.25</c:v>
                </c:pt>
                <c:pt idx="3756">
                  <c:v>0.25</c:v>
                </c:pt>
                <c:pt idx="3757">
                  <c:v>0.25</c:v>
                </c:pt>
                <c:pt idx="3758">
                  <c:v>0.3</c:v>
                </c:pt>
                <c:pt idx="3759">
                  <c:v>0.3</c:v>
                </c:pt>
                <c:pt idx="3760">
                  <c:v>0.3</c:v>
                </c:pt>
                <c:pt idx="3761">
                  <c:v>0.3</c:v>
                </c:pt>
                <c:pt idx="3762">
                  <c:v>0.3</c:v>
                </c:pt>
                <c:pt idx="3763">
                  <c:v>0.3</c:v>
                </c:pt>
                <c:pt idx="3764">
                  <c:v>0.3</c:v>
                </c:pt>
                <c:pt idx="3765">
                  <c:v>0.3</c:v>
                </c:pt>
                <c:pt idx="3766">
                  <c:v>0.3</c:v>
                </c:pt>
                <c:pt idx="3767">
                  <c:v>0.3</c:v>
                </c:pt>
                <c:pt idx="3768">
                  <c:v>0.3</c:v>
                </c:pt>
                <c:pt idx="3769">
                  <c:v>0.3</c:v>
                </c:pt>
                <c:pt idx="3770">
                  <c:v>0.3</c:v>
                </c:pt>
                <c:pt idx="3771">
                  <c:v>0.3</c:v>
                </c:pt>
                <c:pt idx="3772">
                  <c:v>0.3</c:v>
                </c:pt>
                <c:pt idx="3773">
                  <c:v>0.3</c:v>
                </c:pt>
                <c:pt idx="3774">
                  <c:v>0.3</c:v>
                </c:pt>
                <c:pt idx="3775">
                  <c:v>0.3</c:v>
                </c:pt>
                <c:pt idx="3776">
                  <c:v>0.3</c:v>
                </c:pt>
                <c:pt idx="3777">
                  <c:v>0.3</c:v>
                </c:pt>
                <c:pt idx="3778">
                  <c:v>0.3</c:v>
                </c:pt>
                <c:pt idx="3779">
                  <c:v>0.3</c:v>
                </c:pt>
                <c:pt idx="3780">
                  <c:v>0.3</c:v>
                </c:pt>
                <c:pt idx="3781">
                  <c:v>0.3</c:v>
                </c:pt>
                <c:pt idx="3782">
                  <c:v>0.3</c:v>
                </c:pt>
                <c:pt idx="3783">
                  <c:v>0.3</c:v>
                </c:pt>
                <c:pt idx="3784">
                  <c:v>0.3</c:v>
                </c:pt>
                <c:pt idx="3785">
                  <c:v>0.3</c:v>
                </c:pt>
                <c:pt idx="3786">
                  <c:v>0.3</c:v>
                </c:pt>
                <c:pt idx="3787">
                  <c:v>0.3</c:v>
                </c:pt>
                <c:pt idx="3788">
                  <c:v>0.3</c:v>
                </c:pt>
                <c:pt idx="3789">
                  <c:v>0.3</c:v>
                </c:pt>
                <c:pt idx="3790">
                  <c:v>0.3</c:v>
                </c:pt>
                <c:pt idx="3791">
                  <c:v>0.3</c:v>
                </c:pt>
                <c:pt idx="3792">
                  <c:v>0.3</c:v>
                </c:pt>
                <c:pt idx="3793">
                  <c:v>0.3</c:v>
                </c:pt>
                <c:pt idx="3794">
                  <c:v>0.3</c:v>
                </c:pt>
                <c:pt idx="3795">
                  <c:v>0.3</c:v>
                </c:pt>
                <c:pt idx="3796">
                  <c:v>0.3</c:v>
                </c:pt>
                <c:pt idx="3797">
                  <c:v>0.3</c:v>
                </c:pt>
                <c:pt idx="3798">
                  <c:v>0.3</c:v>
                </c:pt>
                <c:pt idx="3799">
                  <c:v>0.3</c:v>
                </c:pt>
                <c:pt idx="3800">
                  <c:v>0.3</c:v>
                </c:pt>
                <c:pt idx="3801">
                  <c:v>0.3</c:v>
                </c:pt>
                <c:pt idx="3802">
                  <c:v>0.3</c:v>
                </c:pt>
                <c:pt idx="3803">
                  <c:v>0.3</c:v>
                </c:pt>
                <c:pt idx="3804">
                  <c:v>0.3</c:v>
                </c:pt>
                <c:pt idx="3805">
                  <c:v>0.3</c:v>
                </c:pt>
                <c:pt idx="3806">
                  <c:v>0.3</c:v>
                </c:pt>
                <c:pt idx="3807">
                  <c:v>0.3</c:v>
                </c:pt>
                <c:pt idx="3808">
                  <c:v>0.3</c:v>
                </c:pt>
                <c:pt idx="3809">
                  <c:v>0.3</c:v>
                </c:pt>
                <c:pt idx="3810">
                  <c:v>0.3</c:v>
                </c:pt>
                <c:pt idx="3811">
                  <c:v>0.3</c:v>
                </c:pt>
                <c:pt idx="3812">
                  <c:v>0.3</c:v>
                </c:pt>
                <c:pt idx="3813">
                  <c:v>0.3</c:v>
                </c:pt>
                <c:pt idx="3814">
                  <c:v>0.3</c:v>
                </c:pt>
                <c:pt idx="3815">
                  <c:v>0.3</c:v>
                </c:pt>
                <c:pt idx="3816">
                  <c:v>0.3</c:v>
                </c:pt>
                <c:pt idx="3817">
                  <c:v>0.3</c:v>
                </c:pt>
                <c:pt idx="3818">
                  <c:v>0.3</c:v>
                </c:pt>
                <c:pt idx="3819">
                  <c:v>0.3</c:v>
                </c:pt>
                <c:pt idx="3820">
                  <c:v>0.3</c:v>
                </c:pt>
                <c:pt idx="3821">
                  <c:v>0.3</c:v>
                </c:pt>
                <c:pt idx="3822">
                  <c:v>0.3</c:v>
                </c:pt>
                <c:pt idx="3823">
                  <c:v>0.3</c:v>
                </c:pt>
                <c:pt idx="3824">
                  <c:v>0.3</c:v>
                </c:pt>
                <c:pt idx="3825">
                  <c:v>0.3</c:v>
                </c:pt>
                <c:pt idx="3826">
                  <c:v>0.3</c:v>
                </c:pt>
                <c:pt idx="3827">
                  <c:v>0.3</c:v>
                </c:pt>
                <c:pt idx="3828">
                  <c:v>0.3</c:v>
                </c:pt>
                <c:pt idx="3829">
                  <c:v>0.3</c:v>
                </c:pt>
                <c:pt idx="3830">
                  <c:v>0.3</c:v>
                </c:pt>
                <c:pt idx="3831">
                  <c:v>0.3</c:v>
                </c:pt>
                <c:pt idx="3832">
                  <c:v>0.3</c:v>
                </c:pt>
                <c:pt idx="3833">
                  <c:v>0.3</c:v>
                </c:pt>
                <c:pt idx="3834">
                  <c:v>0.3</c:v>
                </c:pt>
                <c:pt idx="3835">
                  <c:v>0.3</c:v>
                </c:pt>
                <c:pt idx="3836">
                  <c:v>0.3</c:v>
                </c:pt>
                <c:pt idx="3837">
                  <c:v>0.3</c:v>
                </c:pt>
                <c:pt idx="3838">
                  <c:v>0.3</c:v>
                </c:pt>
                <c:pt idx="3839">
                  <c:v>0.3</c:v>
                </c:pt>
                <c:pt idx="3840">
                  <c:v>0.3</c:v>
                </c:pt>
                <c:pt idx="3841">
                  <c:v>0.3</c:v>
                </c:pt>
                <c:pt idx="3842">
                  <c:v>0.3</c:v>
                </c:pt>
                <c:pt idx="3843">
                  <c:v>0.3</c:v>
                </c:pt>
                <c:pt idx="3844">
                  <c:v>0.3</c:v>
                </c:pt>
                <c:pt idx="3845">
                  <c:v>0.3</c:v>
                </c:pt>
                <c:pt idx="3846">
                  <c:v>0.3</c:v>
                </c:pt>
                <c:pt idx="3847">
                  <c:v>0.3</c:v>
                </c:pt>
                <c:pt idx="3848">
                  <c:v>0.3</c:v>
                </c:pt>
                <c:pt idx="3849">
                  <c:v>0.3</c:v>
                </c:pt>
                <c:pt idx="3850">
                  <c:v>0.3</c:v>
                </c:pt>
                <c:pt idx="3851">
                  <c:v>0.3</c:v>
                </c:pt>
                <c:pt idx="3852">
                  <c:v>0.3</c:v>
                </c:pt>
                <c:pt idx="3853">
                  <c:v>0.3</c:v>
                </c:pt>
                <c:pt idx="3854">
                  <c:v>0.3</c:v>
                </c:pt>
                <c:pt idx="3855">
                  <c:v>0.3</c:v>
                </c:pt>
                <c:pt idx="3856">
                  <c:v>0.3</c:v>
                </c:pt>
                <c:pt idx="3857">
                  <c:v>0.3</c:v>
                </c:pt>
                <c:pt idx="3858">
                  <c:v>0.3</c:v>
                </c:pt>
                <c:pt idx="3859">
                  <c:v>0.3</c:v>
                </c:pt>
                <c:pt idx="3860">
                  <c:v>0.3</c:v>
                </c:pt>
                <c:pt idx="3861">
                  <c:v>0.3</c:v>
                </c:pt>
                <c:pt idx="3862">
                  <c:v>0.3</c:v>
                </c:pt>
                <c:pt idx="3863">
                  <c:v>0.3</c:v>
                </c:pt>
                <c:pt idx="3864">
                  <c:v>0.3</c:v>
                </c:pt>
                <c:pt idx="3865">
                  <c:v>0.3</c:v>
                </c:pt>
                <c:pt idx="3866">
                  <c:v>0.3</c:v>
                </c:pt>
                <c:pt idx="3867">
                  <c:v>0.3</c:v>
                </c:pt>
                <c:pt idx="3868">
                  <c:v>0.3</c:v>
                </c:pt>
                <c:pt idx="3869">
                  <c:v>0.3</c:v>
                </c:pt>
                <c:pt idx="3870">
                  <c:v>0.3</c:v>
                </c:pt>
                <c:pt idx="3871">
                  <c:v>0.3</c:v>
                </c:pt>
                <c:pt idx="3872">
                  <c:v>0.3</c:v>
                </c:pt>
                <c:pt idx="3873">
                  <c:v>0.3</c:v>
                </c:pt>
                <c:pt idx="3874">
                  <c:v>0.3</c:v>
                </c:pt>
                <c:pt idx="3875">
                  <c:v>0.3</c:v>
                </c:pt>
                <c:pt idx="3876">
                  <c:v>0.3</c:v>
                </c:pt>
                <c:pt idx="3877">
                  <c:v>0.3</c:v>
                </c:pt>
                <c:pt idx="3878">
                  <c:v>0.3</c:v>
                </c:pt>
                <c:pt idx="3879">
                  <c:v>0.3</c:v>
                </c:pt>
                <c:pt idx="3880">
                  <c:v>0.3</c:v>
                </c:pt>
                <c:pt idx="3881">
                  <c:v>0.3</c:v>
                </c:pt>
                <c:pt idx="3882">
                  <c:v>0.3</c:v>
                </c:pt>
                <c:pt idx="3883">
                  <c:v>0.3</c:v>
                </c:pt>
                <c:pt idx="3884">
                  <c:v>0.3</c:v>
                </c:pt>
                <c:pt idx="3885">
                  <c:v>0.3</c:v>
                </c:pt>
                <c:pt idx="3886">
                  <c:v>0.3</c:v>
                </c:pt>
                <c:pt idx="3887">
                  <c:v>0.3</c:v>
                </c:pt>
                <c:pt idx="3888">
                  <c:v>0.3</c:v>
                </c:pt>
                <c:pt idx="3889">
                  <c:v>0.3</c:v>
                </c:pt>
                <c:pt idx="3890">
                  <c:v>0.3</c:v>
                </c:pt>
                <c:pt idx="3891">
                  <c:v>0.3</c:v>
                </c:pt>
                <c:pt idx="3892">
                  <c:v>0.3</c:v>
                </c:pt>
                <c:pt idx="3893">
                  <c:v>0.3</c:v>
                </c:pt>
                <c:pt idx="3894">
                  <c:v>0.3</c:v>
                </c:pt>
                <c:pt idx="3895">
                  <c:v>0.3</c:v>
                </c:pt>
                <c:pt idx="3896">
                  <c:v>0.3</c:v>
                </c:pt>
                <c:pt idx="3897">
                  <c:v>0.3</c:v>
                </c:pt>
                <c:pt idx="3898">
                  <c:v>0.3</c:v>
                </c:pt>
                <c:pt idx="3899">
                  <c:v>0.3</c:v>
                </c:pt>
                <c:pt idx="3900">
                  <c:v>0.3</c:v>
                </c:pt>
                <c:pt idx="3901">
                  <c:v>0.3</c:v>
                </c:pt>
                <c:pt idx="3902">
                  <c:v>0.3</c:v>
                </c:pt>
                <c:pt idx="3903">
                  <c:v>0.3</c:v>
                </c:pt>
                <c:pt idx="3904">
                  <c:v>0.3</c:v>
                </c:pt>
                <c:pt idx="3905">
                  <c:v>0.3</c:v>
                </c:pt>
                <c:pt idx="3906">
                  <c:v>0.3</c:v>
                </c:pt>
                <c:pt idx="3907">
                  <c:v>0.3</c:v>
                </c:pt>
                <c:pt idx="3908">
                  <c:v>0.3</c:v>
                </c:pt>
                <c:pt idx="3909">
                  <c:v>0.3</c:v>
                </c:pt>
                <c:pt idx="3910">
                  <c:v>0.3</c:v>
                </c:pt>
                <c:pt idx="3911">
                  <c:v>0.3</c:v>
                </c:pt>
                <c:pt idx="3912">
                  <c:v>0.3</c:v>
                </c:pt>
                <c:pt idx="3913">
                  <c:v>0.3</c:v>
                </c:pt>
                <c:pt idx="3914">
                  <c:v>0.3</c:v>
                </c:pt>
                <c:pt idx="3915">
                  <c:v>0.3</c:v>
                </c:pt>
                <c:pt idx="3916">
                  <c:v>0.3</c:v>
                </c:pt>
                <c:pt idx="3917">
                  <c:v>0.3</c:v>
                </c:pt>
                <c:pt idx="3918">
                  <c:v>0.3</c:v>
                </c:pt>
                <c:pt idx="3919">
                  <c:v>0.3</c:v>
                </c:pt>
                <c:pt idx="3920">
                  <c:v>0.3</c:v>
                </c:pt>
                <c:pt idx="3921">
                  <c:v>0.3</c:v>
                </c:pt>
                <c:pt idx="3922">
                  <c:v>0.3</c:v>
                </c:pt>
                <c:pt idx="3923">
                  <c:v>0.3</c:v>
                </c:pt>
                <c:pt idx="3924">
                  <c:v>0.3</c:v>
                </c:pt>
                <c:pt idx="3925">
                  <c:v>0.3</c:v>
                </c:pt>
                <c:pt idx="3926">
                  <c:v>0.3</c:v>
                </c:pt>
                <c:pt idx="3927">
                  <c:v>0.3</c:v>
                </c:pt>
                <c:pt idx="3928">
                  <c:v>0.3</c:v>
                </c:pt>
                <c:pt idx="3929">
                  <c:v>0.3</c:v>
                </c:pt>
                <c:pt idx="3930">
                  <c:v>0.3</c:v>
                </c:pt>
                <c:pt idx="3931">
                  <c:v>0.3</c:v>
                </c:pt>
                <c:pt idx="3932">
                  <c:v>0.3</c:v>
                </c:pt>
                <c:pt idx="3933">
                  <c:v>0.3</c:v>
                </c:pt>
                <c:pt idx="3934">
                  <c:v>0.3</c:v>
                </c:pt>
                <c:pt idx="3935">
                  <c:v>0.3</c:v>
                </c:pt>
                <c:pt idx="3936">
                  <c:v>0.3</c:v>
                </c:pt>
                <c:pt idx="3937">
                  <c:v>0.3</c:v>
                </c:pt>
                <c:pt idx="3938">
                  <c:v>0.3</c:v>
                </c:pt>
                <c:pt idx="3939">
                  <c:v>0.3</c:v>
                </c:pt>
                <c:pt idx="3940">
                  <c:v>0.3</c:v>
                </c:pt>
                <c:pt idx="3941">
                  <c:v>0.3</c:v>
                </c:pt>
                <c:pt idx="3942">
                  <c:v>0.3</c:v>
                </c:pt>
                <c:pt idx="3943">
                  <c:v>0.3</c:v>
                </c:pt>
                <c:pt idx="3944">
                  <c:v>0.3</c:v>
                </c:pt>
                <c:pt idx="3945">
                  <c:v>0.3</c:v>
                </c:pt>
                <c:pt idx="3946">
                  <c:v>0.3</c:v>
                </c:pt>
                <c:pt idx="3947">
                  <c:v>0.3</c:v>
                </c:pt>
                <c:pt idx="3948">
                  <c:v>0.3</c:v>
                </c:pt>
                <c:pt idx="3949">
                  <c:v>0.3</c:v>
                </c:pt>
                <c:pt idx="3950">
                  <c:v>0.3</c:v>
                </c:pt>
                <c:pt idx="3951">
                  <c:v>0.3</c:v>
                </c:pt>
                <c:pt idx="3952">
                  <c:v>0.3</c:v>
                </c:pt>
                <c:pt idx="3953">
                  <c:v>0.3</c:v>
                </c:pt>
                <c:pt idx="3954">
                  <c:v>0.3</c:v>
                </c:pt>
                <c:pt idx="3955">
                  <c:v>0.3</c:v>
                </c:pt>
                <c:pt idx="3956">
                  <c:v>0.3</c:v>
                </c:pt>
                <c:pt idx="3957">
                  <c:v>0.3</c:v>
                </c:pt>
                <c:pt idx="3958">
                  <c:v>0.3</c:v>
                </c:pt>
                <c:pt idx="3959">
                  <c:v>0.3</c:v>
                </c:pt>
                <c:pt idx="3960">
                  <c:v>0.3</c:v>
                </c:pt>
                <c:pt idx="3961">
                  <c:v>0.3</c:v>
                </c:pt>
                <c:pt idx="3962">
                  <c:v>0.3</c:v>
                </c:pt>
                <c:pt idx="3963">
                  <c:v>0.3</c:v>
                </c:pt>
                <c:pt idx="3964">
                  <c:v>0.3</c:v>
                </c:pt>
                <c:pt idx="3965">
                  <c:v>0.3</c:v>
                </c:pt>
                <c:pt idx="3966">
                  <c:v>0.3</c:v>
                </c:pt>
                <c:pt idx="3967">
                  <c:v>0.3</c:v>
                </c:pt>
                <c:pt idx="3968">
                  <c:v>0.3</c:v>
                </c:pt>
                <c:pt idx="3969">
                  <c:v>0.3</c:v>
                </c:pt>
                <c:pt idx="3970">
                  <c:v>0.3</c:v>
                </c:pt>
                <c:pt idx="3971">
                  <c:v>0.3</c:v>
                </c:pt>
                <c:pt idx="3972">
                  <c:v>0.3</c:v>
                </c:pt>
                <c:pt idx="3973">
                  <c:v>0.3</c:v>
                </c:pt>
                <c:pt idx="3974">
                  <c:v>0.3</c:v>
                </c:pt>
                <c:pt idx="3975">
                  <c:v>0.3</c:v>
                </c:pt>
                <c:pt idx="3976">
                  <c:v>0.3</c:v>
                </c:pt>
                <c:pt idx="3977">
                  <c:v>0.3</c:v>
                </c:pt>
                <c:pt idx="3978">
                  <c:v>0.3</c:v>
                </c:pt>
                <c:pt idx="3979">
                  <c:v>0.3</c:v>
                </c:pt>
                <c:pt idx="3980">
                  <c:v>0.3</c:v>
                </c:pt>
                <c:pt idx="3981">
                  <c:v>0.3</c:v>
                </c:pt>
                <c:pt idx="3982">
                  <c:v>0.3</c:v>
                </c:pt>
                <c:pt idx="3983">
                  <c:v>0.3</c:v>
                </c:pt>
                <c:pt idx="3984">
                  <c:v>0.3</c:v>
                </c:pt>
                <c:pt idx="3985">
                  <c:v>0.3</c:v>
                </c:pt>
                <c:pt idx="3986">
                  <c:v>0.3</c:v>
                </c:pt>
                <c:pt idx="3987">
                  <c:v>0.3</c:v>
                </c:pt>
                <c:pt idx="3988">
                  <c:v>0.3</c:v>
                </c:pt>
                <c:pt idx="3989">
                  <c:v>0.3</c:v>
                </c:pt>
                <c:pt idx="3990">
                  <c:v>0.3</c:v>
                </c:pt>
                <c:pt idx="3991">
                  <c:v>0.3</c:v>
                </c:pt>
                <c:pt idx="3992">
                  <c:v>0.3</c:v>
                </c:pt>
                <c:pt idx="3993">
                  <c:v>0.3</c:v>
                </c:pt>
                <c:pt idx="3994">
                  <c:v>0.3</c:v>
                </c:pt>
                <c:pt idx="3995">
                  <c:v>0.3</c:v>
                </c:pt>
                <c:pt idx="3996">
                  <c:v>0.3</c:v>
                </c:pt>
                <c:pt idx="3997">
                  <c:v>0.3</c:v>
                </c:pt>
                <c:pt idx="3998">
                  <c:v>0.3</c:v>
                </c:pt>
                <c:pt idx="3999">
                  <c:v>0.3</c:v>
                </c:pt>
                <c:pt idx="4000">
                  <c:v>0.3</c:v>
                </c:pt>
                <c:pt idx="4001">
                  <c:v>0.3</c:v>
                </c:pt>
                <c:pt idx="4002">
                  <c:v>0.3</c:v>
                </c:pt>
                <c:pt idx="4003">
                  <c:v>0.3</c:v>
                </c:pt>
                <c:pt idx="4004">
                  <c:v>0.3</c:v>
                </c:pt>
                <c:pt idx="4005">
                  <c:v>0.3</c:v>
                </c:pt>
                <c:pt idx="4006">
                  <c:v>0.3</c:v>
                </c:pt>
                <c:pt idx="4007">
                  <c:v>0.3</c:v>
                </c:pt>
                <c:pt idx="4008">
                  <c:v>0.3</c:v>
                </c:pt>
                <c:pt idx="4009">
                  <c:v>0.3</c:v>
                </c:pt>
                <c:pt idx="4010">
                  <c:v>0.3</c:v>
                </c:pt>
                <c:pt idx="4011">
                  <c:v>0.3</c:v>
                </c:pt>
                <c:pt idx="4012">
                  <c:v>0.3</c:v>
                </c:pt>
                <c:pt idx="4013">
                  <c:v>0.3</c:v>
                </c:pt>
                <c:pt idx="4014">
                  <c:v>0.3</c:v>
                </c:pt>
                <c:pt idx="4015">
                  <c:v>0.3</c:v>
                </c:pt>
                <c:pt idx="4016">
                  <c:v>0.3</c:v>
                </c:pt>
                <c:pt idx="4017">
                  <c:v>0.3</c:v>
                </c:pt>
                <c:pt idx="4018">
                  <c:v>0.3</c:v>
                </c:pt>
                <c:pt idx="4019">
                  <c:v>0.3</c:v>
                </c:pt>
                <c:pt idx="4020">
                  <c:v>0.3</c:v>
                </c:pt>
                <c:pt idx="4021">
                  <c:v>0.3</c:v>
                </c:pt>
                <c:pt idx="4022">
                  <c:v>0.3</c:v>
                </c:pt>
                <c:pt idx="4023">
                  <c:v>0.3</c:v>
                </c:pt>
                <c:pt idx="4024">
                  <c:v>0.3</c:v>
                </c:pt>
                <c:pt idx="4025">
                  <c:v>0.3</c:v>
                </c:pt>
                <c:pt idx="4026">
                  <c:v>0.3</c:v>
                </c:pt>
                <c:pt idx="4027">
                  <c:v>0.3</c:v>
                </c:pt>
                <c:pt idx="4028">
                  <c:v>0.3</c:v>
                </c:pt>
                <c:pt idx="4029">
                  <c:v>0.3</c:v>
                </c:pt>
                <c:pt idx="4030">
                  <c:v>0.3</c:v>
                </c:pt>
                <c:pt idx="4031">
                  <c:v>0.3</c:v>
                </c:pt>
                <c:pt idx="4032">
                  <c:v>0.3</c:v>
                </c:pt>
                <c:pt idx="4033">
                  <c:v>0.3</c:v>
                </c:pt>
                <c:pt idx="4034">
                  <c:v>0.3</c:v>
                </c:pt>
                <c:pt idx="4035">
                  <c:v>0.3</c:v>
                </c:pt>
                <c:pt idx="4036">
                  <c:v>0.3</c:v>
                </c:pt>
                <c:pt idx="4037">
                  <c:v>0.3</c:v>
                </c:pt>
                <c:pt idx="4038">
                  <c:v>0.3</c:v>
                </c:pt>
                <c:pt idx="4039">
                  <c:v>0.3</c:v>
                </c:pt>
                <c:pt idx="4040">
                  <c:v>0.3</c:v>
                </c:pt>
                <c:pt idx="4041">
                  <c:v>0.3</c:v>
                </c:pt>
                <c:pt idx="4042">
                  <c:v>0.3</c:v>
                </c:pt>
                <c:pt idx="4043">
                  <c:v>0.3</c:v>
                </c:pt>
                <c:pt idx="4044">
                  <c:v>0.3</c:v>
                </c:pt>
                <c:pt idx="4045">
                  <c:v>0.3</c:v>
                </c:pt>
                <c:pt idx="4046">
                  <c:v>0.3</c:v>
                </c:pt>
                <c:pt idx="4047">
                  <c:v>0.3</c:v>
                </c:pt>
                <c:pt idx="4048">
                  <c:v>0.3</c:v>
                </c:pt>
                <c:pt idx="4049">
                  <c:v>0.3</c:v>
                </c:pt>
                <c:pt idx="4050">
                  <c:v>0.3</c:v>
                </c:pt>
                <c:pt idx="4051">
                  <c:v>0.3</c:v>
                </c:pt>
                <c:pt idx="4052">
                  <c:v>0.3</c:v>
                </c:pt>
                <c:pt idx="4053">
                  <c:v>0.3</c:v>
                </c:pt>
                <c:pt idx="4054">
                  <c:v>0.3</c:v>
                </c:pt>
                <c:pt idx="4055">
                  <c:v>0.3</c:v>
                </c:pt>
                <c:pt idx="4056">
                  <c:v>0.3</c:v>
                </c:pt>
                <c:pt idx="4057">
                  <c:v>0.3</c:v>
                </c:pt>
                <c:pt idx="4058">
                  <c:v>0.3</c:v>
                </c:pt>
                <c:pt idx="4059">
                  <c:v>0.3</c:v>
                </c:pt>
                <c:pt idx="4060">
                  <c:v>0.3</c:v>
                </c:pt>
                <c:pt idx="4061">
                  <c:v>0.3</c:v>
                </c:pt>
                <c:pt idx="4062">
                  <c:v>0.3</c:v>
                </c:pt>
                <c:pt idx="4063">
                  <c:v>0.3</c:v>
                </c:pt>
                <c:pt idx="4064">
                  <c:v>0.3</c:v>
                </c:pt>
                <c:pt idx="4065">
                  <c:v>0.3</c:v>
                </c:pt>
                <c:pt idx="4066">
                  <c:v>0.3</c:v>
                </c:pt>
                <c:pt idx="4067">
                  <c:v>0.3</c:v>
                </c:pt>
                <c:pt idx="4068">
                  <c:v>0.3</c:v>
                </c:pt>
                <c:pt idx="4069">
                  <c:v>0.3</c:v>
                </c:pt>
                <c:pt idx="4070">
                  <c:v>0.3</c:v>
                </c:pt>
                <c:pt idx="4071">
                  <c:v>0.3</c:v>
                </c:pt>
                <c:pt idx="4072">
                  <c:v>0.3</c:v>
                </c:pt>
                <c:pt idx="4073">
                  <c:v>0.3</c:v>
                </c:pt>
                <c:pt idx="4074">
                  <c:v>0.3</c:v>
                </c:pt>
                <c:pt idx="4075">
                  <c:v>0.3</c:v>
                </c:pt>
                <c:pt idx="4076">
                  <c:v>0.3</c:v>
                </c:pt>
                <c:pt idx="4077">
                  <c:v>0.3</c:v>
                </c:pt>
                <c:pt idx="4078">
                  <c:v>0.3</c:v>
                </c:pt>
                <c:pt idx="4079">
                  <c:v>0.3</c:v>
                </c:pt>
                <c:pt idx="4080">
                  <c:v>0.3</c:v>
                </c:pt>
                <c:pt idx="4081">
                  <c:v>0.3</c:v>
                </c:pt>
                <c:pt idx="4082">
                  <c:v>0.3</c:v>
                </c:pt>
                <c:pt idx="4083">
                  <c:v>0.3</c:v>
                </c:pt>
                <c:pt idx="4084">
                  <c:v>0.3</c:v>
                </c:pt>
                <c:pt idx="4085">
                  <c:v>0.3</c:v>
                </c:pt>
                <c:pt idx="4086">
                  <c:v>0.3</c:v>
                </c:pt>
                <c:pt idx="4087">
                  <c:v>0.3</c:v>
                </c:pt>
                <c:pt idx="4088">
                  <c:v>0.3</c:v>
                </c:pt>
                <c:pt idx="4089">
                  <c:v>0.3</c:v>
                </c:pt>
                <c:pt idx="4090">
                  <c:v>0.3</c:v>
                </c:pt>
                <c:pt idx="4091">
                  <c:v>0.3</c:v>
                </c:pt>
                <c:pt idx="4092">
                  <c:v>0.3</c:v>
                </c:pt>
                <c:pt idx="4093">
                  <c:v>0.3</c:v>
                </c:pt>
                <c:pt idx="4094">
                  <c:v>0.3</c:v>
                </c:pt>
                <c:pt idx="4095">
                  <c:v>0.3</c:v>
                </c:pt>
                <c:pt idx="4096">
                  <c:v>0.3</c:v>
                </c:pt>
                <c:pt idx="4097">
                  <c:v>0.3</c:v>
                </c:pt>
                <c:pt idx="4098">
                  <c:v>0.3</c:v>
                </c:pt>
                <c:pt idx="4099">
                  <c:v>0.3</c:v>
                </c:pt>
                <c:pt idx="4100">
                  <c:v>0.3</c:v>
                </c:pt>
                <c:pt idx="4101">
                  <c:v>0.3</c:v>
                </c:pt>
                <c:pt idx="4102">
                  <c:v>0.3</c:v>
                </c:pt>
                <c:pt idx="4103">
                  <c:v>0.3</c:v>
                </c:pt>
                <c:pt idx="4104">
                  <c:v>0.3</c:v>
                </c:pt>
                <c:pt idx="4105">
                  <c:v>0.3</c:v>
                </c:pt>
                <c:pt idx="4106">
                  <c:v>0.3</c:v>
                </c:pt>
                <c:pt idx="4107">
                  <c:v>0.3</c:v>
                </c:pt>
                <c:pt idx="4108">
                  <c:v>0.3</c:v>
                </c:pt>
                <c:pt idx="4109">
                  <c:v>0.3</c:v>
                </c:pt>
                <c:pt idx="4110">
                  <c:v>0.3</c:v>
                </c:pt>
                <c:pt idx="4111">
                  <c:v>0.3</c:v>
                </c:pt>
                <c:pt idx="4112">
                  <c:v>0.3</c:v>
                </c:pt>
                <c:pt idx="4113">
                  <c:v>0.3</c:v>
                </c:pt>
                <c:pt idx="4114">
                  <c:v>0.3</c:v>
                </c:pt>
                <c:pt idx="4115">
                  <c:v>0.3</c:v>
                </c:pt>
                <c:pt idx="4116">
                  <c:v>0.3</c:v>
                </c:pt>
                <c:pt idx="4117">
                  <c:v>0.3</c:v>
                </c:pt>
                <c:pt idx="4118">
                  <c:v>0.3</c:v>
                </c:pt>
                <c:pt idx="4119">
                  <c:v>0.3</c:v>
                </c:pt>
                <c:pt idx="4120">
                  <c:v>0.3</c:v>
                </c:pt>
                <c:pt idx="4121">
                  <c:v>0.3</c:v>
                </c:pt>
                <c:pt idx="4122">
                  <c:v>0.3</c:v>
                </c:pt>
                <c:pt idx="4123">
                  <c:v>0.3</c:v>
                </c:pt>
                <c:pt idx="4124">
                  <c:v>0.3</c:v>
                </c:pt>
                <c:pt idx="4125">
                  <c:v>0.3</c:v>
                </c:pt>
                <c:pt idx="4126">
                  <c:v>0.3</c:v>
                </c:pt>
                <c:pt idx="4127">
                  <c:v>0.3</c:v>
                </c:pt>
                <c:pt idx="4128">
                  <c:v>0.3</c:v>
                </c:pt>
                <c:pt idx="4129">
                  <c:v>0.3</c:v>
                </c:pt>
                <c:pt idx="4130">
                  <c:v>0.3</c:v>
                </c:pt>
                <c:pt idx="4131">
                  <c:v>0.3</c:v>
                </c:pt>
                <c:pt idx="4132">
                  <c:v>0.3</c:v>
                </c:pt>
                <c:pt idx="4133">
                  <c:v>0.3</c:v>
                </c:pt>
                <c:pt idx="4134">
                  <c:v>0.3</c:v>
                </c:pt>
                <c:pt idx="4135">
                  <c:v>0.3</c:v>
                </c:pt>
                <c:pt idx="4136">
                  <c:v>0.3</c:v>
                </c:pt>
                <c:pt idx="4137">
                  <c:v>0.3</c:v>
                </c:pt>
                <c:pt idx="4138">
                  <c:v>0.3</c:v>
                </c:pt>
                <c:pt idx="4139">
                  <c:v>0.3</c:v>
                </c:pt>
                <c:pt idx="4140">
                  <c:v>0.3</c:v>
                </c:pt>
                <c:pt idx="4141">
                  <c:v>0.3</c:v>
                </c:pt>
                <c:pt idx="4142">
                  <c:v>0.3</c:v>
                </c:pt>
                <c:pt idx="4143">
                  <c:v>0.3</c:v>
                </c:pt>
                <c:pt idx="4144">
                  <c:v>0.3</c:v>
                </c:pt>
                <c:pt idx="4145">
                  <c:v>0.3</c:v>
                </c:pt>
                <c:pt idx="4146">
                  <c:v>0.3</c:v>
                </c:pt>
                <c:pt idx="4147">
                  <c:v>0.3</c:v>
                </c:pt>
                <c:pt idx="4148">
                  <c:v>0.3</c:v>
                </c:pt>
                <c:pt idx="4149">
                  <c:v>0.3</c:v>
                </c:pt>
                <c:pt idx="4150">
                  <c:v>0.3</c:v>
                </c:pt>
                <c:pt idx="4151">
                  <c:v>0.3</c:v>
                </c:pt>
                <c:pt idx="4152">
                  <c:v>0.3</c:v>
                </c:pt>
                <c:pt idx="4153">
                  <c:v>0.3</c:v>
                </c:pt>
                <c:pt idx="4154">
                  <c:v>0.3</c:v>
                </c:pt>
                <c:pt idx="4155">
                  <c:v>0.3</c:v>
                </c:pt>
                <c:pt idx="4156">
                  <c:v>0.3</c:v>
                </c:pt>
                <c:pt idx="4157">
                  <c:v>0.3</c:v>
                </c:pt>
                <c:pt idx="4158">
                  <c:v>0.3</c:v>
                </c:pt>
                <c:pt idx="4159">
                  <c:v>0.3</c:v>
                </c:pt>
                <c:pt idx="4160">
                  <c:v>0.3</c:v>
                </c:pt>
                <c:pt idx="4161">
                  <c:v>0.3</c:v>
                </c:pt>
                <c:pt idx="4162">
                  <c:v>0.3</c:v>
                </c:pt>
                <c:pt idx="4163">
                  <c:v>0.3</c:v>
                </c:pt>
                <c:pt idx="4164">
                  <c:v>0.3</c:v>
                </c:pt>
                <c:pt idx="4165">
                  <c:v>0.3</c:v>
                </c:pt>
                <c:pt idx="4166">
                  <c:v>0.3</c:v>
                </c:pt>
                <c:pt idx="4167">
                  <c:v>0.3</c:v>
                </c:pt>
                <c:pt idx="4168">
                  <c:v>0.3</c:v>
                </c:pt>
                <c:pt idx="4169">
                  <c:v>0.3</c:v>
                </c:pt>
                <c:pt idx="4170">
                  <c:v>0.3</c:v>
                </c:pt>
                <c:pt idx="4171">
                  <c:v>0.3</c:v>
                </c:pt>
                <c:pt idx="4172">
                  <c:v>0.3</c:v>
                </c:pt>
                <c:pt idx="4173">
                  <c:v>0.3</c:v>
                </c:pt>
                <c:pt idx="4174">
                  <c:v>0.3</c:v>
                </c:pt>
                <c:pt idx="4175">
                  <c:v>0.3</c:v>
                </c:pt>
                <c:pt idx="4176">
                  <c:v>0.3</c:v>
                </c:pt>
                <c:pt idx="4177">
                  <c:v>0.3</c:v>
                </c:pt>
                <c:pt idx="4178">
                  <c:v>0.3</c:v>
                </c:pt>
                <c:pt idx="4179">
                  <c:v>0.3</c:v>
                </c:pt>
                <c:pt idx="4180">
                  <c:v>0.3</c:v>
                </c:pt>
                <c:pt idx="4181">
                  <c:v>0.3</c:v>
                </c:pt>
                <c:pt idx="4182">
                  <c:v>0.3</c:v>
                </c:pt>
                <c:pt idx="4183">
                  <c:v>0.3</c:v>
                </c:pt>
                <c:pt idx="4184">
                  <c:v>0.3</c:v>
                </c:pt>
                <c:pt idx="4185">
                  <c:v>0.3</c:v>
                </c:pt>
                <c:pt idx="4186">
                  <c:v>0.3</c:v>
                </c:pt>
                <c:pt idx="4187">
                  <c:v>0.3</c:v>
                </c:pt>
                <c:pt idx="4188">
                  <c:v>0.3</c:v>
                </c:pt>
                <c:pt idx="4189">
                  <c:v>0.3</c:v>
                </c:pt>
                <c:pt idx="4190">
                  <c:v>0.3</c:v>
                </c:pt>
                <c:pt idx="4191">
                  <c:v>0.3</c:v>
                </c:pt>
                <c:pt idx="4192">
                  <c:v>0.3</c:v>
                </c:pt>
                <c:pt idx="4193">
                  <c:v>0.3</c:v>
                </c:pt>
                <c:pt idx="4194">
                  <c:v>0.3</c:v>
                </c:pt>
                <c:pt idx="4195">
                  <c:v>0.3</c:v>
                </c:pt>
                <c:pt idx="4196">
                  <c:v>0.3</c:v>
                </c:pt>
                <c:pt idx="4197">
                  <c:v>0.3</c:v>
                </c:pt>
                <c:pt idx="4198">
                  <c:v>0.3</c:v>
                </c:pt>
                <c:pt idx="4199">
                  <c:v>0.3</c:v>
                </c:pt>
                <c:pt idx="4200">
                  <c:v>0.3</c:v>
                </c:pt>
                <c:pt idx="4201">
                  <c:v>0.3</c:v>
                </c:pt>
                <c:pt idx="4202">
                  <c:v>0.3</c:v>
                </c:pt>
                <c:pt idx="4203">
                  <c:v>0.3</c:v>
                </c:pt>
                <c:pt idx="4204">
                  <c:v>0.3</c:v>
                </c:pt>
                <c:pt idx="4205">
                  <c:v>0.3</c:v>
                </c:pt>
                <c:pt idx="4206">
                  <c:v>0.3</c:v>
                </c:pt>
                <c:pt idx="4207">
                  <c:v>0.3</c:v>
                </c:pt>
                <c:pt idx="4208">
                  <c:v>0.3</c:v>
                </c:pt>
                <c:pt idx="4209">
                  <c:v>0.3</c:v>
                </c:pt>
                <c:pt idx="4210">
                  <c:v>0.3</c:v>
                </c:pt>
                <c:pt idx="4211">
                  <c:v>0.3</c:v>
                </c:pt>
                <c:pt idx="4212">
                  <c:v>0.3</c:v>
                </c:pt>
                <c:pt idx="4213">
                  <c:v>0.3</c:v>
                </c:pt>
                <c:pt idx="4214">
                  <c:v>0.3</c:v>
                </c:pt>
                <c:pt idx="4215">
                  <c:v>0.3</c:v>
                </c:pt>
                <c:pt idx="4216">
                  <c:v>0.3</c:v>
                </c:pt>
                <c:pt idx="4217">
                  <c:v>0.3</c:v>
                </c:pt>
                <c:pt idx="4218">
                  <c:v>0.3</c:v>
                </c:pt>
                <c:pt idx="4219">
                  <c:v>0.3</c:v>
                </c:pt>
                <c:pt idx="4220">
                  <c:v>0.3</c:v>
                </c:pt>
                <c:pt idx="4221">
                  <c:v>0.3</c:v>
                </c:pt>
                <c:pt idx="4222">
                  <c:v>0.3</c:v>
                </c:pt>
                <c:pt idx="4223">
                  <c:v>0.3</c:v>
                </c:pt>
                <c:pt idx="4224">
                  <c:v>0.3</c:v>
                </c:pt>
                <c:pt idx="4225">
                  <c:v>0.3</c:v>
                </c:pt>
                <c:pt idx="4226">
                  <c:v>0.3</c:v>
                </c:pt>
                <c:pt idx="4227">
                  <c:v>0.3</c:v>
                </c:pt>
                <c:pt idx="4228">
                  <c:v>0.3</c:v>
                </c:pt>
                <c:pt idx="4229">
                  <c:v>0.3</c:v>
                </c:pt>
                <c:pt idx="4230">
                  <c:v>0.3</c:v>
                </c:pt>
                <c:pt idx="4231">
                  <c:v>0.3</c:v>
                </c:pt>
                <c:pt idx="4232">
                  <c:v>0.3</c:v>
                </c:pt>
                <c:pt idx="4233">
                  <c:v>0.3</c:v>
                </c:pt>
                <c:pt idx="4234">
                  <c:v>0.3</c:v>
                </c:pt>
                <c:pt idx="4235">
                  <c:v>0.3</c:v>
                </c:pt>
                <c:pt idx="4236">
                  <c:v>0.3</c:v>
                </c:pt>
                <c:pt idx="4237">
                  <c:v>0.3</c:v>
                </c:pt>
                <c:pt idx="4238">
                  <c:v>0.3</c:v>
                </c:pt>
                <c:pt idx="4239">
                  <c:v>0.3</c:v>
                </c:pt>
                <c:pt idx="4240">
                  <c:v>0.3</c:v>
                </c:pt>
                <c:pt idx="4241">
                  <c:v>0.3</c:v>
                </c:pt>
                <c:pt idx="4242">
                  <c:v>0.3</c:v>
                </c:pt>
                <c:pt idx="4243">
                  <c:v>0.3</c:v>
                </c:pt>
                <c:pt idx="4244">
                  <c:v>0.3</c:v>
                </c:pt>
                <c:pt idx="4245">
                  <c:v>0.3</c:v>
                </c:pt>
                <c:pt idx="4246">
                  <c:v>0.3</c:v>
                </c:pt>
                <c:pt idx="4247">
                  <c:v>0.3</c:v>
                </c:pt>
                <c:pt idx="4248">
                  <c:v>0.3</c:v>
                </c:pt>
                <c:pt idx="4249">
                  <c:v>0.3</c:v>
                </c:pt>
                <c:pt idx="4250">
                  <c:v>0.3</c:v>
                </c:pt>
                <c:pt idx="4251">
                  <c:v>0.3</c:v>
                </c:pt>
                <c:pt idx="4252">
                  <c:v>0.3</c:v>
                </c:pt>
                <c:pt idx="4253">
                  <c:v>0.3</c:v>
                </c:pt>
                <c:pt idx="4254">
                  <c:v>0.3</c:v>
                </c:pt>
                <c:pt idx="4255">
                  <c:v>0.3</c:v>
                </c:pt>
                <c:pt idx="4256">
                  <c:v>0.3</c:v>
                </c:pt>
                <c:pt idx="4257">
                  <c:v>0.3</c:v>
                </c:pt>
                <c:pt idx="4258">
                  <c:v>0.3</c:v>
                </c:pt>
                <c:pt idx="4259">
                  <c:v>0.3</c:v>
                </c:pt>
                <c:pt idx="4260">
                  <c:v>0.3</c:v>
                </c:pt>
                <c:pt idx="4261">
                  <c:v>0.3</c:v>
                </c:pt>
                <c:pt idx="4262">
                  <c:v>0.3</c:v>
                </c:pt>
                <c:pt idx="4263">
                  <c:v>0.3</c:v>
                </c:pt>
                <c:pt idx="4264">
                  <c:v>0.3</c:v>
                </c:pt>
                <c:pt idx="4265">
                  <c:v>0.3</c:v>
                </c:pt>
                <c:pt idx="4266">
                  <c:v>0.3</c:v>
                </c:pt>
                <c:pt idx="4267">
                  <c:v>0.3</c:v>
                </c:pt>
                <c:pt idx="4268">
                  <c:v>0.3</c:v>
                </c:pt>
                <c:pt idx="4269">
                  <c:v>0.3</c:v>
                </c:pt>
                <c:pt idx="4270">
                  <c:v>0.3</c:v>
                </c:pt>
                <c:pt idx="4271">
                  <c:v>0.3</c:v>
                </c:pt>
                <c:pt idx="4272">
                  <c:v>0.3</c:v>
                </c:pt>
                <c:pt idx="4273">
                  <c:v>0.3</c:v>
                </c:pt>
                <c:pt idx="4274">
                  <c:v>0.3</c:v>
                </c:pt>
                <c:pt idx="4275">
                  <c:v>0.3</c:v>
                </c:pt>
                <c:pt idx="4276">
                  <c:v>0.3</c:v>
                </c:pt>
                <c:pt idx="4277">
                  <c:v>0.3</c:v>
                </c:pt>
                <c:pt idx="4278">
                  <c:v>0.3</c:v>
                </c:pt>
                <c:pt idx="4279">
                  <c:v>0.3</c:v>
                </c:pt>
                <c:pt idx="4280">
                  <c:v>0.3</c:v>
                </c:pt>
                <c:pt idx="4281">
                  <c:v>0.3</c:v>
                </c:pt>
                <c:pt idx="4282">
                  <c:v>0.3</c:v>
                </c:pt>
                <c:pt idx="4283">
                  <c:v>0.3</c:v>
                </c:pt>
                <c:pt idx="4284">
                  <c:v>0.3</c:v>
                </c:pt>
                <c:pt idx="4285">
                  <c:v>0.3</c:v>
                </c:pt>
                <c:pt idx="4286">
                  <c:v>0.3</c:v>
                </c:pt>
                <c:pt idx="4287">
                  <c:v>0.3</c:v>
                </c:pt>
                <c:pt idx="4288">
                  <c:v>0.3</c:v>
                </c:pt>
                <c:pt idx="4289">
                  <c:v>0.3</c:v>
                </c:pt>
                <c:pt idx="4290">
                  <c:v>0.3</c:v>
                </c:pt>
                <c:pt idx="4291">
                  <c:v>0.3</c:v>
                </c:pt>
                <c:pt idx="4292">
                  <c:v>0.3</c:v>
                </c:pt>
                <c:pt idx="4293">
                  <c:v>0.3</c:v>
                </c:pt>
                <c:pt idx="4294">
                  <c:v>0.3</c:v>
                </c:pt>
                <c:pt idx="4295">
                  <c:v>0.3</c:v>
                </c:pt>
                <c:pt idx="4296">
                  <c:v>0.3</c:v>
                </c:pt>
                <c:pt idx="4297">
                  <c:v>0.3</c:v>
                </c:pt>
                <c:pt idx="4298">
                  <c:v>0.3</c:v>
                </c:pt>
                <c:pt idx="4299">
                  <c:v>0.3</c:v>
                </c:pt>
                <c:pt idx="4300">
                  <c:v>0.3</c:v>
                </c:pt>
                <c:pt idx="4301">
                  <c:v>0.3</c:v>
                </c:pt>
                <c:pt idx="4302">
                  <c:v>0.3</c:v>
                </c:pt>
                <c:pt idx="4303">
                  <c:v>0.3</c:v>
                </c:pt>
                <c:pt idx="4304">
                  <c:v>0.3</c:v>
                </c:pt>
                <c:pt idx="4305">
                  <c:v>0.3</c:v>
                </c:pt>
                <c:pt idx="4306">
                  <c:v>0.3</c:v>
                </c:pt>
                <c:pt idx="4307">
                  <c:v>0.3</c:v>
                </c:pt>
                <c:pt idx="4308">
                  <c:v>0.3</c:v>
                </c:pt>
                <c:pt idx="4309">
                  <c:v>0.3</c:v>
                </c:pt>
                <c:pt idx="4310">
                  <c:v>0.3</c:v>
                </c:pt>
                <c:pt idx="4311">
                  <c:v>0.4</c:v>
                </c:pt>
                <c:pt idx="4312">
                  <c:v>0.4</c:v>
                </c:pt>
                <c:pt idx="4313">
                  <c:v>0.4</c:v>
                </c:pt>
                <c:pt idx="4314">
                  <c:v>0.4</c:v>
                </c:pt>
                <c:pt idx="4315">
                  <c:v>0.4</c:v>
                </c:pt>
                <c:pt idx="4316">
                  <c:v>0.4</c:v>
                </c:pt>
                <c:pt idx="4317">
                  <c:v>0.4</c:v>
                </c:pt>
                <c:pt idx="4318">
                  <c:v>0.4</c:v>
                </c:pt>
                <c:pt idx="4319">
                  <c:v>0.4</c:v>
                </c:pt>
                <c:pt idx="4320">
                  <c:v>0.4</c:v>
                </c:pt>
                <c:pt idx="4321">
                  <c:v>0.4</c:v>
                </c:pt>
                <c:pt idx="4322">
                  <c:v>0.4</c:v>
                </c:pt>
                <c:pt idx="4323">
                  <c:v>0.4</c:v>
                </c:pt>
                <c:pt idx="4324">
                  <c:v>0.4</c:v>
                </c:pt>
                <c:pt idx="4325">
                  <c:v>0.4</c:v>
                </c:pt>
                <c:pt idx="4326">
                  <c:v>0.4</c:v>
                </c:pt>
                <c:pt idx="4327">
                  <c:v>0.4</c:v>
                </c:pt>
                <c:pt idx="4328">
                  <c:v>0.4</c:v>
                </c:pt>
                <c:pt idx="4329">
                  <c:v>0.4</c:v>
                </c:pt>
                <c:pt idx="4330">
                  <c:v>0.4</c:v>
                </c:pt>
                <c:pt idx="4331">
                  <c:v>0.4</c:v>
                </c:pt>
                <c:pt idx="4332">
                  <c:v>0.4</c:v>
                </c:pt>
                <c:pt idx="4333">
                  <c:v>0.4</c:v>
                </c:pt>
                <c:pt idx="4334">
                  <c:v>0.4</c:v>
                </c:pt>
                <c:pt idx="4335">
                  <c:v>0.4</c:v>
                </c:pt>
                <c:pt idx="4336">
                  <c:v>0.4</c:v>
                </c:pt>
                <c:pt idx="4337">
                  <c:v>0.4</c:v>
                </c:pt>
                <c:pt idx="4338">
                  <c:v>0.4</c:v>
                </c:pt>
                <c:pt idx="4339">
                  <c:v>0.4</c:v>
                </c:pt>
                <c:pt idx="4340">
                  <c:v>0.4</c:v>
                </c:pt>
                <c:pt idx="4341">
                  <c:v>0.4</c:v>
                </c:pt>
                <c:pt idx="4342">
                  <c:v>0.4</c:v>
                </c:pt>
                <c:pt idx="4343">
                  <c:v>0.4</c:v>
                </c:pt>
                <c:pt idx="4344">
                  <c:v>0.4</c:v>
                </c:pt>
                <c:pt idx="4345">
                  <c:v>0.4</c:v>
                </c:pt>
                <c:pt idx="4346">
                  <c:v>0.4</c:v>
                </c:pt>
                <c:pt idx="4347">
                  <c:v>0.4</c:v>
                </c:pt>
                <c:pt idx="4348">
                  <c:v>0.4</c:v>
                </c:pt>
                <c:pt idx="4349">
                  <c:v>0.4</c:v>
                </c:pt>
                <c:pt idx="4350">
                  <c:v>0.4</c:v>
                </c:pt>
                <c:pt idx="4351">
                  <c:v>0.4</c:v>
                </c:pt>
                <c:pt idx="4352">
                  <c:v>0.4</c:v>
                </c:pt>
                <c:pt idx="4353">
                  <c:v>0.4</c:v>
                </c:pt>
                <c:pt idx="4354">
                  <c:v>0.4</c:v>
                </c:pt>
                <c:pt idx="4355">
                  <c:v>0.4</c:v>
                </c:pt>
                <c:pt idx="4356">
                  <c:v>0.4</c:v>
                </c:pt>
                <c:pt idx="4357">
                  <c:v>0.4</c:v>
                </c:pt>
                <c:pt idx="4358">
                  <c:v>0.4</c:v>
                </c:pt>
                <c:pt idx="4359">
                  <c:v>0.4</c:v>
                </c:pt>
                <c:pt idx="4360">
                  <c:v>0.4</c:v>
                </c:pt>
                <c:pt idx="4361">
                  <c:v>0.4</c:v>
                </c:pt>
                <c:pt idx="4362">
                  <c:v>0.4</c:v>
                </c:pt>
                <c:pt idx="4363">
                  <c:v>0.4</c:v>
                </c:pt>
                <c:pt idx="4364">
                  <c:v>0.4</c:v>
                </c:pt>
                <c:pt idx="4365">
                  <c:v>0.4</c:v>
                </c:pt>
                <c:pt idx="4366">
                  <c:v>0.4</c:v>
                </c:pt>
                <c:pt idx="4367">
                  <c:v>0.4</c:v>
                </c:pt>
                <c:pt idx="4368">
                  <c:v>0.4</c:v>
                </c:pt>
                <c:pt idx="4369">
                  <c:v>0.4</c:v>
                </c:pt>
                <c:pt idx="4370">
                  <c:v>0.4</c:v>
                </c:pt>
                <c:pt idx="4371">
                  <c:v>0.4</c:v>
                </c:pt>
                <c:pt idx="4372">
                  <c:v>0.4</c:v>
                </c:pt>
                <c:pt idx="4373">
                  <c:v>0.4</c:v>
                </c:pt>
                <c:pt idx="4374">
                  <c:v>0.4</c:v>
                </c:pt>
                <c:pt idx="4375">
                  <c:v>0.4</c:v>
                </c:pt>
                <c:pt idx="4376">
                  <c:v>0.4</c:v>
                </c:pt>
                <c:pt idx="4377">
                  <c:v>0.4</c:v>
                </c:pt>
                <c:pt idx="4378">
                  <c:v>0.4</c:v>
                </c:pt>
                <c:pt idx="4379">
                  <c:v>0.4</c:v>
                </c:pt>
                <c:pt idx="4380">
                  <c:v>0.4</c:v>
                </c:pt>
                <c:pt idx="4381">
                  <c:v>0.4</c:v>
                </c:pt>
                <c:pt idx="4382">
                  <c:v>0.4</c:v>
                </c:pt>
                <c:pt idx="4383">
                  <c:v>0.4</c:v>
                </c:pt>
                <c:pt idx="4384">
                  <c:v>0.4</c:v>
                </c:pt>
                <c:pt idx="4385">
                  <c:v>0.4</c:v>
                </c:pt>
                <c:pt idx="4386">
                  <c:v>0.4</c:v>
                </c:pt>
                <c:pt idx="4387">
                  <c:v>0.4</c:v>
                </c:pt>
                <c:pt idx="4388">
                  <c:v>0.4</c:v>
                </c:pt>
                <c:pt idx="4389">
                  <c:v>0.4</c:v>
                </c:pt>
                <c:pt idx="4390">
                  <c:v>0.4</c:v>
                </c:pt>
                <c:pt idx="4391">
                  <c:v>0.4</c:v>
                </c:pt>
                <c:pt idx="4392">
                  <c:v>0.4</c:v>
                </c:pt>
                <c:pt idx="4393">
                  <c:v>0.4</c:v>
                </c:pt>
                <c:pt idx="4394">
                  <c:v>0.4</c:v>
                </c:pt>
                <c:pt idx="4395">
                  <c:v>0.4</c:v>
                </c:pt>
                <c:pt idx="4396">
                  <c:v>0.4</c:v>
                </c:pt>
                <c:pt idx="4397">
                  <c:v>0.4</c:v>
                </c:pt>
                <c:pt idx="4398">
                  <c:v>0.4</c:v>
                </c:pt>
                <c:pt idx="4399">
                  <c:v>0.4</c:v>
                </c:pt>
                <c:pt idx="4400">
                  <c:v>0.4</c:v>
                </c:pt>
                <c:pt idx="4401">
                  <c:v>0.4</c:v>
                </c:pt>
                <c:pt idx="4402">
                  <c:v>0.75</c:v>
                </c:pt>
                <c:pt idx="4403">
                  <c:v>0.75</c:v>
                </c:pt>
                <c:pt idx="4404">
                  <c:v>0.75</c:v>
                </c:pt>
                <c:pt idx="4405">
                  <c:v>0.75</c:v>
                </c:pt>
                <c:pt idx="4406">
                  <c:v>0.75</c:v>
                </c:pt>
                <c:pt idx="4407">
                  <c:v>0.75</c:v>
                </c:pt>
                <c:pt idx="4408">
                  <c:v>0.75</c:v>
                </c:pt>
                <c:pt idx="4409">
                  <c:v>0.75</c:v>
                </c:pt>
                <c:pt idx="4410">
                  <c:v>0.75</c:v>
                </c:pt>
                <c:pt idx="4411">
                  <c:v>0.75</c:v>
                </c:pt>
                <c:pt idx="4412">
                  <c:v>0.75</c:v>
                </c:pt>
                <c:pt idx="4413">
                  <c:v>0.75</c:v>
                </c:pt>
                <c:pt idx="4414">
                  <c:v>0.75</c:v>
                </c:pt>
                <c:pt idx="4415">
                  <c:v>0.75</c:v>
                </c:pt>
                <c:pt idx="4416">
                  <c:v>0.75</c:v>
                </c:pt>
                <c:pt idx="4417">
                  <c:v>0.75</c:v>
                </c:pt>
                <c:pt idx="4418">
                  <c:v>0.75</c:v>
                </c:pt>
                <c:pt idx="4419">
                  <c:v>0.75</c:v>
                </c:pt>
                <c:pt idx="4420">
                  <c:v>0.75</c:v>
                </c:pt>
                <c:pt idx="4421">
                  <c:v>0.75</c:v>
                </c:pt>
                <c:pt idx="4422">
                  <c:v>0.75</c:v>
                </c:pt>
                <c:pt idx="4423">
                  <c:v>0.75</c:v>
                </c:pt>
                <c:pt idx="4424">
                  <c:v>0.75</c:v>
                </c:pt>
                <c:pt idx="4425">
                  <c:v>0.75</c:v>
                </c:pt>
                <c:pt idx="4426">
                  <c:v>0.75</c:v>
                </c:pt>
                <c:pt idx="4427">
                  <c:v>0.75</c:v>
                </c:pt>
                <c:pt idx="4428">
                  <c:v>0.75</c:v>
                </c:pt>
                <c:pt idx="4429">
                  <c:v>0.75</c:v>
                </c:pt>
                <c:pt idx="4430">
                  <c:v>0.75</c:v>
                </c:pt>
                <c:pt idx="4431">
                  <c:v>0.75</c:v>
                </c:pt>
                <c:pt idx="4432">
                  <c:v>0.75</c:v>
                </c:pt>
                <c:pt idx="4433">
                  <c:v>0.75</c:v>
                </c:pt>
                <c:pt idx="4434">
                  <c:v>0.75</c:v>
                </c:pt>
                <c:pt idx="4435">
                  <c:v>0.75</c:v>
                </c:pt>
                <c:pt idx="4436">
                  <c:v>0.75</c:v>
                </c:pt>
                <c:pt idx="4437">
                  <c:v>0.75</c:v>
                </c:pt>
                <c:pt idx="4438">
                  <c:v>0.75</c:v>
                </c:pt>
                <c:pt idx="4439">
                  <c:v>0.75</c:v>
                </c:pt>
                <c:pt idx="4440">
                  <c:v>0.75</c:v>
                </c:pt>
                <c:pt idx="4441">
                  <c:v>0.75</c:v>
                </c:pt>
                <c:pt idx="4442">
                  <c:v>0.75</c:v>
                </c:pt>
                <c:pt idx="4443">
                  <c:v>0.75</c:v>
                </c:pt>
                <c:pt idx="4444">
                  <c:v>0.75</c:v>
                </c:pt>
                <c:pt idx="4445">
                  <c:v>0.75</c:v>
                </c:pt>
                <c:pt idx="4446">
                  <c:v>0.75</c:v>
                </c:pt>
                <c:pt idx="4447">
                  <c:v>0.75</c:v>
                </c:pt>
                <c:pt idx="4448">
                  <c:v>0.75</c:v>
                </c:pt>
                <c:pt idx="4449">
                  <c:v>0.75</c:v>
                </c:pt>
                <c:pt idx="4450">
                  <c:v>0.75</c:v>
                </c:pt>
                <c:pt idx="4451">
                  <c:v>0.75</c:v>
                </c:pt>
                <c:pt idx="4452">
                  <c:v>0.75</c:v>
                </c:pt>
                <c:pt idx="4453">
                  <c:v>0.75</c:v>
                </c:pt>
                <c:pt idx="4454">
                  <c:v>0.75</c:v>
                </c:pt>
                <c:pt idx="4455">
                  <c:v>0.75</c:v>
                </c:pt>
                <c:pt idx="4456">
                  <c:v>0.75</c:v>
                </c:pt>
                <c:pt idx="4457">
                  <c:v>0.75</c:v>
                </c:pt>
                <c:pt idx="4458">
                  <c:v>0.75</c:v>
                </c:pt>
                <c:pt idx="4459">
                  <c:v>0.75</c:v>
                </c:pt>
                <c:pt idx="4460">
                  <c:v>0.75</c:v>
                </c:pt>
                <c:pt idx="4461">
                  <c:v>0.75</c:v>
                </c:pt>
                <c:pt idx="4462">
                  <c:v>0.75</c:v>
                </c:pt>
                <c:pt idx="4463">
                  <c:v>0.75</c:v>
                </c:pt>
                <c:pt idx="4464">
                  <c:v>0.75</c:v>
                </c:pt>
                <c:pt idx="4465">
                  <c:v>0.75</c:v>
                </c:pt>
                <c:pt idx="4466">
                  <c:v>0.75</c:v>
                </c:pt>
                <c:pt idx="4467">
                  <c:v>0.75</c:v>
                </c:pt>
                <c:pt idx="4468">
                  <c:v>0.75</c:v>
                </c:pt>
                <c:pt idx="4469">
                  <c:v>0.75</c:v>
                </c:pt>
                <c:pt idx="4470">
                  <c:v>0.75</c:v>
                </c:pt>
                <c:pt idx="4471">
                  <c:v>0.75</c:v>
                </c:pt>
                <c:pt idx="4472">
                  <c:v>0.75</c:v>
                </c:pt>
                <c:pt idx="4473">
                  <c:v>0.75</c:v>
                </c:pt>
                <c:pt idx="4474">
                  <c:v>0.75</c:v>
                </c:pt>
                <c:pt idx="4475">
                  <c:v>0.75</c:v>
                </c:pt>
                <c:pt idx="4476">
                  <c:v>0.75</c:v>
                </c:pt>
                <c:pt idx="4477">
                  <c:v>0.75</c:v>
                </c:pt>
                <c:pt idx="4478">
                  <c:v>0.75</c:v>
                </c:pt>
                <c:pt idx="4479">
                  <c:v>0.75</c:v>
                </c:pt>
                <c:pt idx="4480">
                  <c:v>0.75</c:v>
                </c:pt>
                <c:pt idx="4481">
                  <c:v>0.75</c:v>
                </c:pt>
                <c:pt idx="4482">
                  <c:v>0.75</c:v>
                </c:pt>
                <c:pt idx="4483">
                  <c:v>0.75</c:v>
                </c:pt>
                <c:pt idx="4484">
                  <c:v>0.75</c:v>
                </c:pt>
                <c:pt idx="4485">
                  <c:v>0.75</c:v>
                </c:pt>
                <c:pt idx="4486">
                  <c:v>0.75</c:v>
                </c:pt>
                <c:pt idx="4487">
                  <c:v>0.75</c:v>
                </c:pt>
                <c:pt idx="4488">
                  <c:v>0.75</c:v>
                </c:pt>
                <c:pt idx="4489">
                  <c:v>0.75</c:v>
                </c:pt>
                <c:pt idx="4490">
                  <c:v>0.75</c:v>
                </c:pt>
                <c:pt idx="4491">
                  <c:v>0.75</c:v>
                </c:pt>
                <c:pt idx="4492">
                  <c:v>0.75</c:v>
                </c:pt>
                <c:pt idx="4493">
                  <c:v>0.75</c:v>
                </c:pt>
                <c:pt idx="4494">
                  <c:v>0.75</c:v>
                </c:pt>
                <c:pt idx="4495">
                  <c:v>0.75</c:v>
                </c:pt>
                <c:pt idx="4496">
                  <c:v>0.75</c:v>
                </c:pt>
                <c:pt idx="4497">
                  <c:v>0.75</c:v>
                </c:pt>
                <c:pt idx="4498">
                  <c:v>0.75</c:v>
                </c:pt>
                <c:pt idx="4499">
                  <c:v>0.75</c:v>
                </c:pt>
                <c:pt idx="4500">
                  <c:v>0.75</c:v>
                </c:pt>
                <c:pt idx="4501">
                  <c:v>0.75</c:v>
                </c:pt>
                <c:pt idx="4502">
                  <c:v>0.75</c:v>
                </c:pt>
                <c:pt idx="4503">
                  <c:v>0.75</c:v>
                </c:pt>
                <c:pt idx="4504">
                  <c:v>0.75</c:v>
                </c:pt>
                <c:pt idx="4505">
                  <c:v>0.75</c:v>
                </c:pt>
                <c:pt idx="4506">
                  <c:v>0.75</c:v>
                </c:pt>
                <c:pt idx="4507">
                  <c:v>0.75</c:v>
                </c:pt>
                <c:pt idx="4508">
                  <c:v>0.75</c:v>
                </c:pt>
                <c:pt idx="4509">
                  <c:v>0.75</c:v>
                </c:pt>
                <c:pt idx="4510">
                  <c:v>0.75</c:v>
                </c:pt>
                <c:pt idx="4511">
                  <c:v>0.75</c:v>
                </c:pt>
                <c:pt idx="4512">
                  <c:v>0.75</c:v>
                </c:pt>
                <c:pt idx="4513">
                  <c:v>0.75</c:v>
                </c:pt>
                <c:pt idx="4514">
                  <c:v>0.75</c:v>
                </c:pt>
                <c:pt idx="4515">
                  <c:v>0.75</c:v>
                </c:pt>
                <c:pt idx="4516">
                  <c:v>0.75</c:v>
                </c:pt>
                <c:pt idx="4517">
                  <c:v>0.75</c:v>
                </c:pt>
                <c:pt idx="4518">
                  <c:v>0.75</c:v>
                </c:pt>
                <c:pt idx="4519">
                  <c:v>0.75</c:v>
                </c:pt>
                <c:pt idx="4520">
                  <c:v>0.75</c:v>
                </c:pt>
                <c:pt idx="4521">
                  <c:v>0.75</c:v>
                </c:pt>
                <c:pt idx="4522">
                  <c:v>0.75</c:v>
                </c:pt>
                <c:pt idx="4523">
                  <c:v>0.75</c:v>
                </c:pt>
                <c:pt idx="4524">
                  <c:v>0.75</c:v>
                </c:pt>
                <c:pt idx="4525">
                  <c:v>0.75</c:v>
                </c:pt>
                <c:pt idx="4526">
                  <c:v>0.75</c:v>
                </c:pt>
                <c:pt idx="4527">
                  <c:v>0.75</c:v>
                </c:pt>
                <c:pt idx="4528">
                  <c:v>0.75</c:v>
                </c:pt>
                <c:pt idx="4529">
                  <c:v>0.75</c:v>
                </c:pt>
                <c:pt idx="4530">
                  <c:v>0.75</c:v>
                </c:pt>
                <c:pt idx="4531">
                  <c:v>0.75</c:v>
                </c:pt>
                <c:pt idx="4532">
                  <c:v>0.75</c:v>
                </c:pt>
                <c:pt idx="4533">
                  <c:v>0.75</c:v>
                </c:pt>
                <c:pt idx="4534">
                  <c:v>0.75</c:v>
                </c:pt>
                <c:pt idx="4535">
                  <c:v>0.75</c:v>
                </c:pt>
                <c:pt idx="4536">
                  <c:v>0.75</c:v>
                </c:pt>
                <c:pt idx="4537">
                  <c:v>0.75</c:v>
                </c:pt>
                <c:pt idx="4538">
                  <c:v>0.75</c:v>
                </c:pt>
                <c:pt idx="4539">
                  <c:v>0.75</c:v>
                </c:pt>
                <c:pt idx="4540">
                  <c:v>0.75</c:v>
                </c:pt>
                <c:pt idx="4541">
                  <c:v>0.75</c:v>
                </c:pt>
                <c:pt idx="4542">
                  <c:v>0.75</c:v>
                </c:pt>
                <c:pt idx="4543">
                  <c:v>0.75</c:v>
                </c:pt>
                <c:pt idx="4544">
                  <c:v>0.75</c:v>
                </c:pt>
                <c:pt idx="4545">
                  <c:v>0.75</c:v>
                </c:pt>
                <c:pt idx="4546">
                  <c:v>0.75</c:v>
                </c:pt>
                <c:pt idx="4547">
                  <c:v>0.75</c:v>
                </c:pt>
                <c:pt idx="4548">
                  <c:v>0.75</c:v>
                </c:pt>
                <c:pt idx="4549">
                  <c:v>0.75</c:v>
                </c:pt>
                <c:pt idx="4550">
                  <c:v>0.75</c:v>
                </c:pt>
                <c:pt idx="4551">
                  <c:v>0.75</c:v>
                </c:pt>
                <c:pt idx="4552">
                  <c:v>0.75</c:v>
                </c:pt>
                <c:pt idx="4553">
                  <c:v>0.75</c:v>
                </c:pt>
                <c:pt idx="4554">
                  <c:v>0.75</c:v>
                </c:pt>
                <c:pt idx="4555">
                  <c:v>0.75</c:v>
                </c:pt>
                <c:pt idx="4556">
                  <c:v>0.75</c:v>
                </c:pt>
                <c:pt idx="4557">
                  <c:v>0.75</c:v>
                </c:pt>
                <c:pt idx="4558">
                  <c:v>0.75</c:v>
                </c:pt>
                <c:pt idx="4559">
                  <c:v>0.75</c:v>
                </c:pt>
                <c:pt idx="4560">
                  <c:v>0.75</c:v>
                </c:pt>
                <c:pt idx="4561">
                  <c:v>0.75</c:v>
                </c:pt>
                <c:pt idx="4562">
                  <c:v>0.75</c:v>
                </c:pt>
                <c:pt idx="4563">
                  <c:v>0.75</c:v>
                </c:pt>
                <c:pt idx="4564">
                  <c:v>0.75</c:v>
                </c:pt>
                <c:pt idx="4565">
                  <c:v>0.75</c:v>
                </c:pt>
                <c:pt idx="4566">
                  <c:v>0.75</c:v>
                </c:pt>
                <c:pt idx="4567">
                  <c:v>0.75</c:v>
                </c:pt>
                <c:pt idx="4568">
                  <c:v>0.75</c:v>
                </c:pt>
                <c:pt idx="4569">
                  <c:v>0.75</c:v>
                </c:pt>
                <c:pt idx="4570">
                  <c:v>0.75</c:v>
                </c:pt>
                <c:pt idx="4571">
                  <c:v>0.75</c:v>
                </c:pt>
                <c:pt idx="4572">
                  <c:v>0.75</c:v>
                </c:pt>
                <c:pt idx="4573">
                  <c:v>0.75</c:v>
                </c:pt>
                <c:pt idx="4574">
                  <c:v>0.75</c:v>
                </c:pt>
                <c:pt idx="4575">
                  <c:v>0.75</c:v>
                </c:pt>
                <c:pt idx="4576">
                  <c:v>0.75</c:v>
                </c:pt>
                <c:pt idx="4577">
                  <c:v>0.75</c:v>
                </c:pt>
                <c:pt idx="4578">
                  <c:v>0.75</c:v>
                </c:pt>
                <c:pt idx="4579">
                  <c:v>0.75</c:v>
                </c:pt>
                <c:pt idx="4580">
                  <c:v>0.75</c:v>
                </c:pt>
                <c:pt idx="4581">
                  <c:v>0.75</c:v>
                </c:pt>
                <c:pt idx="4582">
                  <c:v>0.75</c:v>
                </c:pt>
                <c:pt idx="4583">
                  <c:v>0.75</c:v>
                </c:pt>
                <c:pt idx="4584">
                  <c:v>0.75</c:v>
                </c:pt>
                <c:pt idx="4585">
                  <c:v>0.75</c:v>
                </c:pt>
                <c:pt idx="4586">
                  <c:v>0.75</c:v>
                </c:pt>
                <c:pt idx="4587">
                  <c:v>0.75</c:v>
                </c:pt>
                <c:pt idx="4588">
                  <c:v>0.75</c:v>
                </c:pt>
                <c:pt idx="4589">
                  <c:v>0.75</c:v>
                </c:pt>
                <c:pt idx="4590">
                  <c:v>0.75</c:v>
                </c:pt>
                <c:pt idx="4591">
                  <c:v>0.75</c:v>
                </c:pt>
                <c:pt idx="4592">
                  <c:v>0.75</c:v>
                </c:pt>
                <c:pt idx="4593">
                  <c:v>0.75</c:v>
                </c:pt>
                <c:pt idx="4594">
                  <c:v>0.75</c:v>
                </c:pt>
                <c:pt idx="4595">
                  <c:v>0.75</c:v>
                </c:pt>
                <c:pt idx="4596">
                  <c:v>0.75</c:v>
                </c:pt>
                <c:pt idx="4597">
                  <c:v>0.75</c:v>
                </c:pt>
                <c:pt idx="4598">
                  <c:v>0.75</c:v>
                </c:pt>
                <c:pt idx="4599">
                  <c:v>0.75</c:v>
                </c:pt>
                <c:pt idx="4600">
                  <c:v>0.75</c:v>
                </c:pt>
                <c:pt idx="4601">
                  <c:v>0.75</c:v>
                </c:pt>
                <c:pt idx="4602">
                  <c:v>0.75</c:v>
                </c:pt>
                <c:pt idx="4603">
                  <c:v>0.75</c:v>
                </c:pt>
                <c:pt idx="4604">
                  <c:v>0.75</c:v>
                </c:pt>
                <c:pt idx="4605">
                  <c:v>0.75</c:v>
                </c:pt>
                <c:pt idx="4606">
                  <c:v>0.75</c:v>
                </c:pt>
                <c:pt idx="4607">
                  <c:v>0.75</c:v>
                </c:pt>
                <c:pt idx="4608">
                  <c:v>0.75</c:v>
                </c:pt>
                <c:pt idx="4609">
                  <c:v>0.75</c:v>
                </c:pt>
                <c:pt idx="4610">
                  <c:v>0.75</c:v>
                </c:pt>
                <c:pt idx="4611">
                  <c:v>0.75</c:v>
                </c:pt>
                <c:pt idx="4612">
                  <c:v>1</c:v>
                </c:pt>
                <c:pt idx="4613">
                  <c:v>1</c:v>
                </c:pt>
                <c:pt idx="4614">
                  <c:v>1</c:v>
                </c:pt>
                <c:pt idx="4615">
                  <c:v>1</c:v>
                </c:pt>
                <c:pt idx="4616">
                  <c:v>1</c:v>
                </c:pt>
                <c:pt idx="4617">
                  <c:v>1</c:v>
                </c:pt>
                <c:pt idx="4618">
                  <c:v>1</c:v>
                </c:pt>
                <c:pt idx="4619">
                  <c:v>1</c:v>
                </c:pt>
                <c:pt idx="4620">
                  <c:v>1</c:v>
                </c:pt>
                <c:pt idx="4621">
                  <c:v>1</c:v>
                </c:pt>
                <c:pt idx="4622">
                  <c:v>1</c:v>
                </c:pt>
                <c:pt idx="4623">
                  <c:v>1</c:v>
                </c:pt>
                <c:pt idx="4624">
                  <c:v>1</c:v>
                </c:pt>
                <c:pt idx="4625">
                  <c:v>1</c:v>
                </c:pt>
                <c:pt idx="4626">
                  <c:v>1</c:v>
                </c:pt>
                <c:pt idx="4627">
                  <c:v>1</c:v>
                </c:pt>
                <c:pt idx="4628">
                  <c:v>1</c:v>
                </c:pt>
                <c:pt idx="4629">
                  <c:v>1</c:v>
                </c:pt>
                <c:pt idx="4630">
                  <c:v>1</c:v>
                </c:pt>
                <c:pt idx="4631">
                  <c:v>1</c:v>
                </c:pt>
                <c:pt idx="4632">
                  <c:v>1</c:v>
                </c:pt>
                <c:pt idx="4633">
                  <c:v>1</c:v>
                </c:pt>
                <c:pt idx="4634">
                  <c:v>1</c:v>
                </c:pt>
                <c:pt idx="4635">
                  <c:v>1</c:v>
                </c:pt>
                <c:pt idx="4636">
                  <c:v>1</c:v>
                </c:pt>
                <c:pt idx="4637">
                  <c:v>1</c:v>
                </c:pt>
                <c:pt idx="4638">
                  <c:v>1</c:v>
                </c:pt>
                <c:pt idx="4639">
                  <c:v>1</c:v>
                </c:pt>
                <c:pt idx="4640">
                  <c:v>1</c:v>
                </c:pt>
                <c:pt idx="4641">
                  <c:v>1</c:v>
                </c:pt>
                <c:pt idx="4642">
                  <c:v>1</c:v>
                </c:pt>
                <c:pt idx="4643">
                  <c:v>1</c:v>
                </c:pt>
                <c:pt idx="4644">
                  <c:v>1</c:v>
                </c:pt>
                <c:pt idx="4645">
                  <c:v>1</c:v>
                </c:pt>
                <c:pt idx="4646">
                  <c:v>1</c:v>
                </c:pt>
                <c:pt idx="4647">
                  <c:v>1</c:v>
                </c:pt>
                <c:pt idx="4648">
                  <c:v>1</c:v>
                </c:pt>
                <c:pt idx="4649">
                  <c:v>1</c:v>
                </c:pt>
                <c:pt idx="4650">
                  <c:v>1</c:v>
                </c:pt>
                <c:pt idx="4651">
                  <c:v>1</c:v>
                </c:pt>
                <c:pt idx="4652">
                  <c:v>1</c:v>
                </c:pt>
                <c:pt idx="4653">
                  <c:v>1</c:v>
                </c:pt>
                <c:pt idx="4654">
                  <c:v>1</c:v>
                </c:pt>
                <c:pt idx="4655">
                  <c:v>1</c:v>
                </c:pt>
                <c:pt idx="4656">
                  <c:v>1</c:v>
                </c:pt>
                <c:pt idx="4657">
                  <c:v>1</c:v>
                </c:pt>
                <c:pt idx="4658">
                  <c:v>1</c:v>
                </c:pt>
                <c:pt idx="4659">
                  <c:v>1</c:v>
                </c:pt>
                <c:pt idx="4660">
                  <c:v>1</c:v>
                </c:pt>
                <c:pt idx="4661">
                  <c:v>1</c:v>
                </c:pt>
                <c:pt idx="4662">
                  <c:v>1</c:v>
                </c:pt>
                <c:pt idx="4663">
                  <c:v>1</c:v>
                </c:pt>
                <c:pt idx="4664">
                  <c:v>1</c:v>
                </c:pt>
                <c:pt idx="4665">
                  <c:v>1</c:v>
                </c:pt>
                <c:pt idx="4666">
                  <c:v>1</c:v>
                </c:pt>
                <c:pt idx="4667">
                  <c:v>1</c:v>
                </c:pt>
                <c:pt idx="4668">
                  <c:v>1</c:v>
                </c:pt>
                <c:pt idx="4669">
                  <c:v>1</c:v>
                </c:pt>
                <c:pt idx="4670">
                  <c:v>1</c:v>
                </c:pt>
                <c:pt idx="4671">
                  <c:v>1</c:v>
                </c:pt>
                <c:pt idx="4672">
                  <c:v>1</c:v>
                </c:pt>
                <c:pt idx="4673">
                  <c:v>1</c:v>
                </c:pt>
                <c:pt idx="4674">
                  <c:v>1</c:v>
                </c:pt>
                <c:pt idx="4675">
                  <c:v>1</c:v>
                </c:pt>
                <c:pt idx="4676">
                  <c:v>1</c:v>
                </c:pt>
                <c:pt idx="4677">
                  <c:v>1</c:v>
                </c:pt>
                <c:pt idx="4678">
                  <c:v>1</c:v>
                </c:pt>
                <c:pt idx="4679">
                  <c:v>1</c:v>
                </c:pt>
                <c:pt idx="4680">
                  <c:v>1</c:v>
                </c:pt>
                <c:pt idx="4681">
                  <c:v>1</c:v>
                </c:pt>
                <c:pt idx="4682">
                  <c:v>1</c:v>
                </c:pt>
                <c:pt idx="4683">
                  <c:v>1</c:v>
                </c:pt>
                <c:pt idx="4684">
                  <c:v>1</c:v>
                </c:pt>
                <c:pt idx="4685">
                  <c:v>1</c:v>
                </c:pt>
                <c:pt idx="4686">
                  <c:v>1</c:v>
                </c:pt>
                <c:pt idx="4687">
                  <c:v>1</c:v>
                </c:pt>
                <c:pt idx="4688">
                  <c:v>1</c:v>
                </c:pt>
                <c:pt idx="4689">
                  <c:v>1</c:v>
                </c:pt>
                <c:pt idx="4690">
                  <c:v>1</c:v>
                </c:pt>
                <c:pt idx="4691">
                  <c:v>1</c:v>
                </c:pt>
                <c:pt idx="4692">
                  <c:v>1</c:v>
                </c:pt>
                <c:pt idx="4693">
                  <c:v>1</c:v>
                </c:pt>
                <c:pt idx="4694">
                  <c:v>1</c:v>
                </c:pt>
                <c:pt idx="4695">
                  <c:v>1</c:v>
                </c:pt>
                <c:pt idx="4696">
                  <c:v>1</c:v>
                </c:pt>
                <c:pt idx="4697">
                  <c:v>1</c:v>
                </c:pt>
                <c:pt idx="4698">
                  <c:v>1</c:v>
                </c:pt>
                <c:pt idx="4699">
                  <c:v>1</c:v>
                </c:pt>
                <c:pt idx="4700">
                  <c:v>1</c:v>
                </c:pt>
                <c:pt idx="4701">
                  <c:v>1</c:v>
                </c:pt>
                <c:pt idx="4702">
                  <c:v>1</c:v>
                </c:pt>
                <c:pt idx="4703">
                  <c:v>1</c:v>
                </c:pt>
                <c:pt idx="4704">
                  <c:v>1</c:v>
                </c:pt>
                <c:pt idx="4705">
                  <c:v>1</c:v>
                </c:pt>
                <c:pt idx="4706">
                  <c:v>1</c:v>
                </c:pt>
                <c:pt idx="4707">
                  <c:v>1</c:v>
                </c:pt>
                <c:pt idx="4708">
                  <c:v>1</c:v>
                </c:pt>
                <c:pt idx="4709">
                  <c:v>1</c:v>
                </c:pt>
                <c:pt idx="4710">
                  <c:v>1</c:v>
                </c:pt>
                <c:pt idx="4711">
                  <c:v>1</c:v>
                </c:pt>
                <c:pt idx="4712">
                  <c:v>1</c:v>
                </c:pt>
                <c:pt idx="4713">
                  <c:v>1</c:v>
                </c:pt>
                <c:pt idx="4714">
                  <c:v>1</c:v>
                </c:pt>
                <c:pt idx="4715">
                  <c:v>1</c:v>
                </c:pt>
                <c:pt idx="4716">
                  <c:v>1</c:v>
                </c:pt>
                <c:pt idx="4717">
                  <c:v>1</c:v>
                </c:pt>
                <c:pt idx="4718">
                  <c:v>1</c:v>
                </c:pt>
                <c:pt idx="4719">
                  <c:v>1</c:v>
                </c:pt>
                <c:pt idx="4720">
                  <c:v>1</c:v>
                </c:pt>
                <c:pt idx="4721">
                  <c:v>1</c:v>
                </c:pt>
                <c:pt idx="4722">
                  <c:v>1</c:v>
                </c:pt>
                <c:pt idx="4723">
                  <c:v>1</c:v>
                </c:pt>
                <c:pt idx="4724">
                  <c:v>1</c:v>
                </c:pt>
                <c:pt idx="4725">
                  <c:v>1</c:v>
                </c:pt>
                <c:pt idx="4726">
                  <c:v>1</c:v>
                </c:pt>
                <c:pt idx="4727">
                  <c:v>1</c:v>
                </c:pt>
                <c:pt idx="4728">
                  <c:v>1</c:v>
                </c:pt>
                <c:pt idx="4729">
                  <c:v>1</c:v>
                </c:pt>
                <c:pt idx="4730">
                  <c:v>1</c:v>
                </c:pt>
                <c:pt idx="4731">
                  <c:v>1</c:v>
                </c:pt>
                <c:pt idx="4732">
                  <c:v>1</c:v>
                </c:pt>
                <c:pt idx="4733">
                  <c:v>1</c:v>
                </c:pt>
                <c:pt idx="4734">
                  <c:v>1</c:v>
                </c:pt>
                <c:pt idx="4735">
                  <c:v>1</c:v>
                </c:pt>
                <c:pt idx="4736">
                  <c:v>1</c:v>
                </c:pt>
                <c:pt idx="4737">
                  <c:v>1</c:v>
                </c:pt>
                <c:pt idx="4738">
                  <c:v>1</c:v>
                </c:pt>
                <c:pt idx="4739">
                  <c:v>1</c:v>
                </c:pt>
                <c:pt idx="4740">
                  <c:v>1</c:v>
                </c:pt>
                <c:pt idx="4741">
                  <c:v>1</c:v>
                </c:pt>
                <c:pt idx="4742">
                  <c:v>1</c:v>
                </c:pt>
                <c:pt idx="4743">
                  <c:v>1</c:v>
                </c:pt>
                <c:pt idx="4744">
                  <c:v>1</c:v>
                </c:pt>
                <c:pt idx="4745">
                  <c:v>1</c:v>
                </c:pt>
                <c:pt idx="4746">
                  <c:v>1</c:v>
                </c:pt>
                <c:pt idx="4747">
                  <c:v>1</c:v>
                </c:pt>
                <c:pt idx="4748">
                  <c:v>1</c:v>
                </c:pt>
                <c:pt idx="4749">
                  <c:v>1</c:v>
                </c:pt>
                <c:pt idx="4750">
                  <c:v>1</c:v>
                </c:pt>
                <c:pt idx="4751">
                  <c:v>1</c:v>
                </c:pt>
                <c:pt idx="4752">
                  <c:v>1</c:v>
                </c:pt>
                <c:pt idx="4753">
                  <c:v>1</c:v>
                </c:pt>
                <c:pt idx="4754">
                  <c:v>1</c:v>
                </c:pt>
                <c:pt idx="4755">
                  <c:v>1</c:v>
                </c:pt>
                <c:pt idx="4756">
                  <c:v>1</c:v>
                </c:pt>
                <c:pt idx="4757">
                  <c:v>1</c:v>
                </c:pt>
                <c:pt idx="4758">
                  <c:v>1</c:v>
                </c:pt>
                <c:pt idx="4759">
                  <c:v>1</c:v>
                </c:pt>
                <c:pt idx="4760">
                  <c:v>1</c:v>
                </c:pt>
                <c:pt idx="4761">
                  <c:v>1</c:v>
                </c:pt>
                <c:pt idx="4762">
                  <c:v>1</c:v>
                </c:pt>
                <c:pt idx="4763">
                  <c:v>1</c:v>
                </c:pt>
                <c:pt idx="4764">
                  <c:v>1</c:v>
                </c:pt>
                <c:pt idx="4765">
                  <c:v>1</c:v>
                </c:pt>
                <c:pt idx="4766">
                  <c:v>1</c:v>
                </c:pt>
                <c:pt idx="4767">
                  <c:v>1</c:v>
                </c:pt>
                <c:pt idx="4768">
                  <c:v>1</c:v>
                </c:pt>
                <c:pt idx="4769">
                  <c:v>1</c:v>
                </c:pt>
                <c:pt idx="4770">
                  <c:v>1</c:v>
                </c:pt>
                <c:pt idx="4771">
                  <c:v>1</c:v>
                </c:pt>
                <c:pt idx="4772">
                  <c:v>1</c:v>
                </c:pt>
                <c:pt idx="4773">
                  <c:v>1</c:v>
                </c:pt>
                <c:pt idx="4774">
                  <c:v>1</c:v>
                </c:pt>
                <c:pt idx="4775">
                  <c:v>1</c:v>
                </c:pt>
                <c:pt idx="4776">
                  <c:v>1</c:v>
                </c:pt>
                <c:pt idx="4777">
                  <c:v>1</c:v>
                </c:pt>
                <c:pt idx="4778">
                  <c:v>1</c:v>
                </c:pt>
                <c:pt idx="4779">
                  <c:v>1</c:v>
                </c:pt>
                <c:pt idx="4780">
                  <c:v>1</c:v>
                </c:pt>
                <c:pt idx="4781">
                  <c:v>1</c:v>
                </c:pt>
                <c:pt idx="4782">
                  <c:v>1</c:v>
                </c:pt>
                <c:pt idx="4783">
                  <c:v>1</c:v>
                </c:pt>
                <c:pt idx="4784">
                  <c:v>1</c:v>
                </c:pt>
                <c:pt idx="4785">
                  <c:v>1</c:v>
                </c:pt>
                <c:pt idx="4786">
                  <c:v>1</c:v>
                </c:pt>
                <c:pt idx="4787">
                  <c:v>1</c:v>
                </c:pt>
                <c:pt idx="4788">
                  <c:v>1</c:v>
                </c:pt>
                <c:pt idx="4789">
                  <c:v>1</c:v>
                </c:pt>
                <c:pt idx="4790">
                  <c:v>1</c:v>
                </c:pt>
                <c:pt idx="4791">
                  <c:v>1</c:v>
                </c:pt>
                <c:pt idx="4792">
                  <c:v>1</c:v>
                </c:pt>
                <c:pt idx="4793">
                  <c:v>1</c:v>
                </c:pt>
                <c:pt idx="4794">
                  <c:v>1</c:v>
                </c:pt>
                <c:pt idx="4795">
                  <c:v>1</c:v>
                </c:pt>
                <c:pt idx="4796">
                  <c:v>1</c:v>
                </c:pt>
                <c:pt idx="4797">
                  <c:v>1</c:v>
                </c:pt>
                <c:pt idx="4798">
                  <c:v>1</c:v>
                </c:pt>
                <c:pt idx="4799">
                  <c:v>1</c:v>
                </c:pt>
                <c:pt idx="4800">
                  <c:v>1</c:v>
                </c:pt>
                <c:pt idx="4801">
                  <c:v>1.5</c:v>
                </c:pt>
                <c:pt idx="4802">
                  <c:v>1.5</c:v>
                </c:pt>
                <c:pt idx="4803">
                  <c:v>1.5</c:v>
                </c:pt>
                <c:pt idx="4804">
                  <c:v>1.5</c:v>
                </c:pt>
                <c:pt idx="4805">
                  <c:v>1.5</c:v>
                </c:pt>
                <c:pt idx="4806">
                  <c:v>1.5</c:v>
                </c:pt>
                <c:pt idx="4807">
                  <c:v>1.5</c:v>
                </c:pt>
                <c:pt idx="4808">
                  <c:v>1.5</c:v>
                </c:pt>
                <c:pt idx="4809">
                  <c:v>1.5</c:v>
                </c:pt>
                <c:pt idx="4810">
                  <c:v>1.5</c:v>
                </c:pt>
                <c:pt idx="4811">
                  <c:v>1.5</c:v>
                </c:pt>
                <c:pt idx="4812">
                  <c:v>1.5</c:v>
                </c:pt>
                <c:pt idx="4813">
                  <c:v>1.5</c:v>
                </c:pt>
                <c:pt idx="4814">
                  <c:v>1.5</c:v>
                </c:pt>
                <c:pt idx="4815">
                  <c:v>1.5</c:v>
                </c:pt>
                <c:pt idx="4816">
                  <c:v>1.5</c:v>
                </c:pt>
                <c:pt idx="4817">
                  <c:v>1.5</c:v>
                </c:pt>
                <c:pt idx="4818">
                  <c:v>1.5</c:v>
                </c:pt>
                <c:pt idx="4819">
                  <c:v>1.5</c:v>
                </c:pt>
                <c:pt idx="4820">
                  <c:v>1.5</c:v>
                </c:pt>
                <c:pt idx="4821">
                  <c:v>1.5</c:v>
                </c:pt>
                <c:pt idx="4822">
                  <c:v>1.5</c:v>
                </c:pt>
                <c:pt idx="4823">
                  <c:v>1.5</c:v>
                </c:pt>
                <c:pt idx="4824">
                  <c:v>1.5</c:v>
                </c:pt>
                <c:pt idx="4825">
                  <c:v>1.5</c:v>
                </c:pt>
                <c:pt idx="4826">
                  <c:v>1.5</c:v>
                </c:pt>
                <c:pt idx="4827">
                  <c:v>1.5</c:v>
                </c:pt>
                <c:pt idx="4828">
                  <c:v>1.5</c:v>
                </c:pt>
                <c:pt idx="4829">
                  <c:v>1.5</c:v>
                </c:pt>
                <c:pt idx="4830">
                  <c:v>1.5</c:v>
                </c:pt>
                <c:pt idx="4831">
                  <c:v>1.5</c:v>
                </c:pt>
                <c:pt idx="4832">
                  <c:v>1.5</c:v>
                </c:pt>
                <c:pt idx="4833">
                  <c:v>1.5</c:v>
                </c:pt>
                <c:pt idx="4834">
                  <c:v>1.5</c:v>
                </c:pt>
                <c:pt idx="4835">
                  <c:v>1.5</c:v>
                </c:pt>
                <c:pt idx="4836">
                  <c:v>1.5</c:v>
                </c:pt>
                <c:pt idx="4837">
                  <c:v>1.5</c:v>
                </c:pt>
                <c:pt idx="4838">
                  <c:v>1.5</c:v>
                </c:pt>
                <c:pt idx="4839">
                  <c:v>1.5</c:v>
                </c:pt>
                <c:pt idx="4840">
                  <c:v>1.5</c:v>
                </c:pt>
                <c:pt idx="4841">
                  <c:v>1.5</c:v>
                </c:pt>
                <c:pt idx="4842">
                  <c:v>1.5</c:v>
                </c:pt>
                <c:pt idx="4843">
                  <c:v>1.5</c:v>
                </c:pt>
                <c:pt idx="4844">
                  <c:v>1.5</c:v>
                </c:pt>
                <c:pt idx="4845">
                  <c:v>1.5</c:v>
                </c:pt>
                <c:pt idx="4846">
                  <c:v>1.5</c:v>
                </c:pt>
                <c:pt idx="4847">
                  <c:v>1.5</c:v>
                </c:pt>
                <c:pt idx="4848">
                  <c:v>1.5</c:v>
                </c:pt>
                <c:pt idx="4849">
                  <c:v>1.5</c:v>
                </c:pt>
                <c:pt idx="4850">
                  <c:v>1.5</c:v>
                </c:pt>
                <c:pt idx="4851">
                  <c:v>1.5</c:v>
                </c:pt>
                <c:pt idx="4852">
                  <c:v>1.5</c:v>
                </c:pt>
                <c:pt idx="4853">
                  <c:v>1.5</c:v>
                </c:pt>
                <c:pt idx="4854">
                  <c:v>1.5</c:v>
                </c:pt>
                <c:pt idx="4855">
                  <c:v>1.5</c:v>
                </c:pt>
                <c:pt idx="4856">
                  <c:v>1.5</c:v>
                </c:pt>
                <c:pt idx="4857">
                  <c:v>1.5</c:v>
                </c:pt>
                <c:pt idx="4858">
                  <c:v>1.5</c:v>
                </c:pt>
                <c:pt idx="4859">
                  <c:v>1.5</c:v>
                </c:pt>
                <c:pt idx="4860">
                  <c:v>1.5</c:v>
                </c:pt>
                <c:pt idx="4861">
                  <c:v>1.5</c:v>
                </c:pt>
                <c:pt idx="4862">
                  <c:v>1.5</c:v>
                </c:pt>
                <c:pt idx="4863">
                  <c:v>1.5</c:v>
                </c:pt>
                <c:pt idx="4864">
                  <c:v>1.5</c:v>
                </c:pt>
                <c:pt idx="4865">
                  <c:v>1.5</c:v>
                </c:pt>
                <c:pt idx="4866">
                  <c:v>1.5</c:v>
                </c:pt>
                <c:pt idx="4867">
                  <c:v>1.5</c:v>
                </c:pt>
                <c:pt idx="4868">
                  <c:v>1.5</c:v>
                </c:pt>
                <c:pt idx="4869">
                  <c:v>1.5</c:v>
                </c:pt>
                <c:pt idx="4870">
                  <c:v>1.5</c:v>
                </c:pt>
                <c:pt idx="4871">
                  <c:v>1.5</c:v>
                </c:pt>
                <c:pt idx="4872">
                  <c:v>1.5</c:v>
                </c:pt>
                <c:pt idx="4873">
                  <c:v>1.5</c:v>
                </c:pt>
                <c:pt idx="4874">
                  <c:v>1.5</c:v>
                </c:pt>
                <c:pt idx="4875">
                  <c:v>1.5</c:v>
                </c:pt>
                <c:pt idx="4876">
                  <c:v>1.5</c:v>
                </c:pt>
                <c:pt idx="4877">
                  <c:v>1.5</c:v>
                </c:pt>
                <c:pt idx="4878">
                  <c:v>1.5</c:v>
                </c:pt>
                <c:pt idx="4879">
                  <c:v>1.5</c:v>
                </c:pt>
                <c:pt idx="4880">
                  <c:v>1.5</c:v>
                </c:pt>
                <c:pt idx="4881">
                  <c:v>1.5</c:v>
                </c:pt>
                <c:pt idx="4882">
                  <c:v>1.5</c:v>
                </c:pt>
                <c:pt idx="4883">
                  <c:v>1.5</c:v>
                </c:pt>
                <c:pt idx="4884">
                  <c:v>1.5</c:v>
                </c:pt>
                <c:pt idx="4885">
                  <c:v>1.5</c:v>
                </c:pt>
                <c:pt idx="4886">
                  <c:v>1.5</c:v>
                </c:pt>
                <c:pt idx="4887">
                  <c:v>1.5</c:v>
                </c:pt>
                <c:pt idx="4888">
                  <c:v>1.5</c:v>
                </c:pt>
                <c:pt idx="4889">
                  <c:v>1.5</c:v>
                </c:pt>
                <c:pt idx="4890">
                  <c:v>1.5</c:v>
                </c:pt>
                <c:pt idx="4891">
                  <c:v>1.5</c:v>
                </c:pt>
                <c:pt idx="4892">
                  <c:v>1.5</c:v>
                </c:pt>
                <c:pt idx="4893">
                  <c:v>1.5</c:v>
                </c:pt>
                <c:pt idx="4894">
                  <c:v>1.5</c:v>
                </c:pt>
                <c:pt idx="4895">
                  <c:v>1.5</c:v>
                </c:pt>
                <c:pt idx="4896">
                  <c:v>1.5</c:v>
                </c:pt>
                <c:pt idx="4897">
                  <c:v>1.5</c:v>
                </c:pt>
                <c:pt idx="4898">
                  <c:v>1.5</c:v>
                </c:pt>
                <c:pt idx="4899">
                  <c:v>1.5</c:v>
                </c:pt>
                <c:pt idx="4900">
                  <c:v>1.5</c:v>
                </c:pt>
                <c:pt idx="4901">
                  <c:v>1.5</c:v>
                </c:pt>
                <c:pt idx="4902">
                  <c:v>1.5</c:v>
                </c:pt>
                <c:pt idx="4903">
                  <c:v>1.5</c:v>
                </c:pt>
                <c:pt idx="4904">
                  <c:v>1.5</c:v>
                </c:pt>
                <c:pt idx="4905">
                  <c:v>1.5</c:v>
                </c:pt>
                <c:pt idx="4906">
                  <c:v>1.5</c:v>
                </c:pt>
                <c:pt idx="4907">
                  <c:v>1.5</c:v>
                </c:pt>
                <c:pt idx="4908">
                  <c:v>1.5</c:v>
                </c:pt>
                <c:pt idx="4909">
                  <c:v>1.5</c:v>
                </c:pt>
                <c:pt idx="4910">
                  <c:v>1.5</c:v>
                </c:pt>
                <c:pt idx="4911">
                  <c:v>1.5</c:v>
                </c:pt>
                <c:pt idx="4912">
                  <c:v>1.5</c:v>
                </c:pt>
                <c:pt idx="4913">
                  <c:v>1.5</c:v>
                </c:pt>
                <c:pt idx="4914">
                  <c:v>1.5</c:v>
                </c:pt>
                <c:pt idx="4915">
                  <c:v>1.5</c:v>
                </c:pt>
                <c:pt idx="4916">
                  <c:v>1.5</c:v>
                </c:pt>
                <c:pt idx="4917">
                  <c:v>1.5</c:v>
                </c:pt>
                <c:pt idx="4918">
                  <c:v>1.5</c:v>
                </c:pt>
                <c:pt idx="4919">
                  <c:v>1.5</c:v>
                </c:pt>
                <c:pt idx="4920">
                  <c:v>1.5</c:v>
                </c:pt>
                <c:pt idx="4921">
                  <c:v>1.5</c:v>
                </c:pt>
                <c:pt idx="4922">
                  <c:v>1.5</c:v>
                </c:pt>
                <c:pt idx="4923">
                  <c:v>1.5</c:v>
                </c:pt>
                <c:pt idx="4924">
                  <c:v>1.5</c:v>
                </c:pt>
                <c:pt idx="4925">
                  <c:v>1.5</c:v>
                </c:pt>
                <c:pt idx="4926">
                  <c:v>1.5</c:v>
                </c:pt>
                <c:pt idx="4927">
                  <c:v>1.5</c:v>
                </c:pt>
                <c:pt idx="4928">
                  <c:v>1.5</c:v>
                </c:pt>
                <c:pt idx="4929">
                  <c:v>1.5</c:v>
                </c:pt>
                <c:pt idx="4930">
                  <c:v>1.5</c:v>
                </c:pt>
                <c:pt idx="4931">
                  <c:v>1.5</c:v>
                </c:pt>
                <c:pt idx="4932">
                  <c:v>1.5</c:v>
                </c:pt>
                <c:pt idx="4933">
                  <c:v>1.5</c:v>
                </c:pt>
                <c:pt idx="4934">
                  <c:v>1.5</c:v>
                </c:pt>
                <c:pt idx="4935">
                  <c:v>1.5</c:v>
                </c:pt>
                <c:pt idx="4936">
                  <c:v>1.5</c:v>
                </c:pt>
                <c:pt idx="4937">
                  <c:v>1.5</c:v>
                </c:pt>
                <c:pt idx="4938">
                  <c:v>1.5</c:v>
                </c:pt>
                <c:pt idx="4939">
                  <c:v>1.5</c:v>
                </c:pt>
                <c:pt idx="4940">
                  <c:v>1.5</c:v>
                </c:pt>
                <c:pt idx="4941">
                  <c:v>1.5</c:v>
                </c:pt>
                <c:pt idx="4942">
                  <c:v>1.5</c:v>
                </c:pt>
                <c:pt idx="4943">
                  <c:v>1.5</c:v>
                </c:pt>
                <c:pt idx="4944">
                  <c:v>1.5</c:v>
                </c:pt>
                <c:pt idx="4945">
                  <c:v>1.5</c:v>
                </c:pt>
                <c:pt idx="4946">
                  <c:v>1.5</c:v>
                </c:pt>
                <c:pt idx="4947">
                  <c:v>1.5</c:v>
                </c:pt>
                <c:pt idx="4948">
                  <c:v>1.5</c:v>
                </c:pt>
                <c:pt idx="4949">
                  <c:v>1.5</c:v>
                </c:pt>
                <c:pt idx="4950">
                  <c:v>1.5</c:v>
                </c:pt>
                <c:pt idx="4951">
                  <c:v>1.5</c:v>
                </c:pt>
                <c:pt idx="4952">
                  <c:v>1.5</c:v>
                </c:pt>
                <c:pt idx="4953">
                  <c:v>1.5</c:v>
                </c:pt>
                <c:pt idx="4954">
                  <c:v>1.5</c:v>
                </c:pt>
                <c:pt idx="4955">
                  <c:v>1.5</c:v>
                </c:pt>
                <c:pt idx="4956">
                  <c:v>1.5</c:v>
                </c:pt>
                <c:pt idx="4957">
                  <c:v>1.5</c:v>
                </c:pt>
                <c:pt idx="4958">
                  <c:v>1.5</c:v>
                </c:pt>
                <c:pt idx="4959">
                  <c:v>1.5</c:v>
                </c:pt>
                <c:pt idx="4960">
                  <c:v>1.5</c:v>
                </c:pt>
                <c:pt idx="4961">
                  <c:v>1.5</c:v>
                </c:pt>
                <c:pt idx="4962">
                  <c:v>1.5</c:v>
                </c:pt>
                <c:pt idx="4963">
                  <c:v>1.5</c:v>
                </c:pt>
                <c:pt idx="4964">
                  <c:v>1.5</c:v>
                </c:pt>
                <c:pt idx="4965">
                  <c:v>1.5</c:v>
                </c:pt>
                <c:pt idx="4966">
                  <c:v>1.5</c:v>
                </c:pt>
                <c:pt idx="4967">
                  <c:v>1.5</c:v>
                </c:pt>
                <c:pt idx="4968">
                  <c:v>1.5</c:v>
                </c:pt>
                <c:pt idx="4969">
                  <c:v>1.5</c:v>
                </c:pt>
                <c:pt idx="4970">
                  <c:v>1.5</c:v>
                </c:pt>
                <c:pt idx="4971">
                  <c:v>1.5</c:v>
                </c:pt>
                <c:pt idx="4972">
                  <c:v>1.5</c:v>
                </c:pt>
                <c:pt idx="4973">
                  <c:v>1.5</c:v>
                </c:pt>
                <c:pt idx="4974">
                  <c:v>1.5</c:v>
                </c:pt>
                <c:pt idx="4975">
                  <c:v>1.5</c:v>
                </c:pt>
                <c:pt idx="4976">
                  <c:v>1.5</c:v>
                </c:pt>
                <c:pt idx="4977">
                  <c:v>1.5</c:v>
                </c:pt>
                <c:pt idx="4978">
                  <c:v>1.5</c:v>
                </c:pt>
                <c:pt idx="4979">
                  <c:v>1.5</c:v>
                </c:pt>
                <c:pt idx="4980">
                  <c:v>1.5</c:v>
                </c:pt>
                <c:pt idx="4981">
                  <c:v>1.5</c:v>
                </c:pt>
                <c:pt idx="4982">
                  <c:v>1.5</c:v>
                </c:pt>
                <c:pt idx="4983">
                  <c:v>1.5</c:v>
                </c:pt>
                <c:pt idx="4984">
                  <c:v>1.5</c:v>
                </c:pt>
                <c:pt idx="4985">
                  <c:v>1.5</c:v>
                </c:pt>
                <c:pt idx="4986">
                  <c:v>1.5</c:v>
                </c:pt>
                <c:pt idx="4987">
                  <c:v>1.5</c:v>
                </c:pt>
                <c:pt idx="4988">
                  <c:v>1.5</c:v>
                </c:pt>
                <c:pt idx="4989">
                  <c:v>1.5</c:v>
                </c:pt>
                <c:pt idx="4990">
                  <c:v>1.5</c:v>
                </c:pt>
                <c:pt idx="4991">
                  <c:v>1.5</c:v>
                </c:pt>
                <c:pt idx="4992">
                  <c:v>1.5</c:v>
                </c:pt>
                <c:pt idx="4993">
                  <c:v>1.5</c:v>
                </c:pt>
                <c:pt idx="4994">
                  <c:v>1.5</c:v>
                </c:pt>
                <c:pt idx="4995">
                  <c:v>1.5</c:v>
                </c:pt>
                <c:pt idx="4996">
                  <c:v>1.5</c:v>
                </c:pt>
                <c:pt idx="4997">
                  <c:v>1.5</c:v>
                </c:pt>
                <c:pt idx="4998">
                  <c:v>1.5</c:v>
                </c:pt>
                <c:pt idx="4999">
                  <c:v>1.5</c:v>
                </c:pt>
                <c:pt idx="5000">
                  <c:v>1.5</c:v>
                </c:pt>
                <c:pt idx="5001">
                  <c:v>1.5</c:v>
                </c:pt>
                <c:pt idx="5002">
                  <c:v>1.5</c:v>
                </c:pt>
                <c:pt idx="5003">
                  <c:v>1.5</c:v>
                </c:pt>
                <c:pt idx="5004">
                  <c:v>1.5</c:v>
                </c:pt>
                <c:pt idx="5005">
                  <c:v>1.5</c:v>
                </c:pt>
                <c:pt idx="5006">
                  <c:v>1.5</c:v>
                </c:pt>
                <c:pt idx="5007">
                  <c:v>1.5</c:v>
                </c:pt>
                <c:pt idx="5008">
                  <c:v>1.5</c:v>
                </c:pt>
                <c:pt idx="5009">
                  <c:v>1.5</c:v>
                </c:pt>
                <c:pt idx="5010">
                  <c:v>1.5</c:v>
                </c:pt>
                <c:pt idx="5011">
                  <c:v>1.5</c:v>
                </c:pt>
                <c:pt idx="5012">
                  <c:v>1.5</c:v>
                </c:pt>
                <c:pt idx="5013">
                  <c:v>1.5</c:v>
                </c:pt>
                <c:pt idx="5014">
                  <c:v>1.5</c:v>
                </c:pt>
                <c:pt idx="5015">
                  <c:v>1.5</c:v>
                </c:pt>
                <c:pt idx="5016">
                  <c:v>1.5</c:v>
                </c:pt>
                <c:pt idx="5017">
                  <c:v>1.5</c:v>
                </c:pt>
                <c:pt idx="5018">
                  <c:v>1.5</c:v>
                </c:pt>
                <c:pt idx="5019">
                  <c:v>1.5</c:v>
                </c:pt>
                <c:pt idx="5020">
                  <c:v>1.5</c:v>
                </c:pt>
                <c:pt idx="5021">
                  <c:v>1.5</c:v>
                </c:pt>
                <c:pt idx="5022">
                  <c:v>1.5</c:v>
                </c:pt>
                <c:pt idx="5023">
                  <c:v>1.5</c:v>
                </c:pt>
                <c:pt idx="5024">
                  <c:v>1.5</c:v>
                </c:pt>
                <c:pt idx="5025">
                  <c:v>1.5</c:v>
                </c:pt>
                <c:pt idx="5026">
                  <c:v>1.5</c:v>
                </c:pt>
                <c:pt idx="5027">
                  <c:v>1.5</c:v>
                </c:pt>
                <c:pt idx="5028">
                  <c:v>1.5</c:v>
                </c:pt>
                <c:pt idx="5029">
                  <c:v>1.5</c:v>
                </c:pt>
                <c:pt idx="5030">
                  <c:v>1.5</c:v>
                </c:pt>
                <c:pt idx="5031">
                  <c:v>1.5</c:v>
                </c:pt>
                <c:pt idx="5032">
                  <c:v>1.5</c:v>
                </c:pt>
                <c:pt idx="5033">
                  <c:v>1.5</c:v>
                </c:pt>
                <c:pt idx="5034">
                  <c:v>1.5</c:v>
                </c:pt>
                <c:pt idx="5035">
                  <c:v>1.5</c:v>
                </c:pt>
                <c:pt idx="5036">
                  <c:v>1.5</c:v>
                </c:pt>
                <c:pt idx="5037">
                  <c:v>1.5</c:v>
                </c:pt>
                <c:pt idx="5038">
                  <c:v>1.5</c:v>
                </c:pt>
                <c:pt idx="5039">
                  <c:v>1.5</c:v>
                </c:pt>
                <c:pt idx="5040">
                  <c:v>1.5</c:v>
                </c:pt>
                <c:pt idx="5041">
                  <c:v>1.5</c:v>
                </c:pt>
                <c:pt idx="5042">
                  <c:v>1.5</c:v>
                </c:pt>
                <c:pt idx="5043">
                  <c:v>1.5</c:v>
                </c:pt>
                <c:pt idx="5044">
                  <c:v>1.5</c:v>
                </c:pt>
                <c:pt idx="5045">
                  <c:v>1.5</c:v>
                </c:pt>
                <c:pt idx="5046">
                  <c:v>1.5</c:v>
                </c:pt>
                <c:pt idx="5047">
                  <c:v>1.5</c:v>
                </c:pt>
                <c:pt idx="5048">
                  <c:v>1.5</c:v>
                </c:pt>
                <c:pt idx="5049">
                  <c:v>1.5</c:v>
                </c:pt>
                <c:pt idx="5050">
                  <c:v>1.5</c:v>
                </c:pt>
                <c:pt idx="5051">
                  <c:v>1.5</c:v>
                </c:pt>
                <c:pt idx="5052">
                  <c:v>1.5</c:v>
                </c:pt>
                <c:pt idx="5053">
                  <c:v>1.5</c:v>
                </c:pt>
                <c:pt idx="5054">
                  <c:v>1.5</c:v>
                </c:pt>
                <c:pt idx="5055">
                  <c:v>1.5</c:v>
                </c:pt>
                <c:pt idx="5056">
                  <c:v>1.5</c:v>
                </c:pt>
                <c:pt idx="5057">
                  <c:v>1.5</c:v>
                </c:pt>
                <c:pt idx="5058">
                  <c:v>1.5</c:v>
                </c:pt>
                <c:pt idx="5059">
                  <c:v>1.5</c:v>
                </c:pt>
                <c:pt idx="5060">
                  <c:v>1.5</c:v>
                </c:pt>
                <c:pt idx="5061">
                  <c:v>1.5</c:v>
                </c:pt>
                <c:pt idx="5062">
                  <c:v>1.5</c:v>
                </c:pt>
                <c:pt idx="5063">
                  <c:v>1.5</c:v>
                </c:pt>
                <c:pt idx="5064">
                  <c:v>1.5</c:v>
                </c:pt>
                <c:pt idx="5065">
                  <c:v>1.5</c:v>
                </c:pt>
                <c:pt idx="5066">
                  <c:v>1.5</c:v>
                </c:pt>
                <c:pt idx="5067">
                  <c:v>1.5</c:v>
                </c:pt>
                <c:pt idx="5068">
                  <c:v>1.5</c:v>
                </c:pt>
                <c:pt idx="5069">
                  <c:v>1.5</c:v>
                </c:pt>
                <c:pt idx="5070">
                  <c:v>1.5</c:v>
                </c:pt>
                <c:pt idx="5071">
                  <c:v>1.5</c:v>
                </c:pt>
                <c:pt idx="5072">
                  <c:v>1.5</c:v>
                </c:pt>
                <c:pt idx="5073">
                  <c:v>1.5</c:v>
                </c:pt>
                <c:pt idx="5074">
                  <c:v>1.5</c:v>
                </c:pt>
                <c:pt idx="5075">
                  <c:v>1.5</c:v>
                </c:pt>
                <c:pt idx="5076">
                  <c:v>1.5</c:v>
                </c:pt>
                <c:pt idx="5077">
                  <c:v>1.5</c:v>
                </c:pt>
                <c:pt idx="5078">
                  <c:v>1.5</c:v>
                </c:pt>
                <c:pt idx="5079">
                  <c:v>1.5</c:v>
                </c:pt>
                <c:pt idx="5080">
                  <c:v>1.5</c:v>
                </c:pt>
                <c:pt idx="5081">
                  <c:v>1.5</c:v>
                </c:pt>
                <c:pt idx="5082">
                  <c:v>1.5</c:v>
                </c:pt>
                <c:pt idx="5083">
                  <c:v>1.5</c:v>
                </c:pt>
                <c:pt idx="5084">
                  <c:v>1.5</c:v>
                </c:pt>
                <c:pt idx="5085">
                  <c:v>1.5</c:v>
                </c:pt>
                <c:pt idx="5086">
                  <c:v>1.5</c:v>
                </c:pt>
                <c:pt idx="5087">
                  <c:v>1.5</c:v>
                </c:pt>
                <c:pt idx="5088">
                  <c:v>1.5</c:v>
                </c:pt>
                <c:pt idx="5089">
                  <c:v>1.5</c:v>
                </c:pt>
                <c:pt idx="5090">
                  <c:v>1.5</c:v>
                </c:pt>
                <c:pt idx="5091">
                  <c:v>1.5</c:v>
                </c:pt>
                <c:pt idx="5092">
                  <c:v>1.5</c:v>
                </c:pt>
                <c:pt idx="5093">
                  <c:v>1.5</c:v>
                </c:pt>
                <c:pt idx="5094">
                  <c:v>1.5</c:v>
                </c:pt>
                <c:pt idx="5095">
                  <c:v>1.5</c:v>
                </c:pt>
                <c:pt idx="5096">
                  <c:v>1.5</c:v>
                </c:pt>
                <c:pt idx="5097">
                  <c:v>1.5</c:v>
                </c:pt>
                <c:pt idx="5098">
                  <c:v>1.5</c:v>
                </c:pt>
                <c:pt idx="5099">
                  <c:v>1.5</c:v>
                </c:pt>
                <c:pt idx="5100">
                  <c:v>1.5</c:v>
                </c:pt>
                <c:pt idx="5101">
                  <c:v>1.5</c:v>
                </c:pt>
                <c:pt idx="5102">
                  <c:v>1.75</c:v>
                </c:pt>
                <c:pt idx="5103">
                  <c:v>1.75</c:v>
                </c:pt>
                <c:pt idx="5104">
                  <c:v>1.75</c:v>
                </c:pt>
                <c:pt idx="5105">
                  <c:v>1.75</c:v>
                </c:pt>
                <c:pt idx="5106">
                  <c:v>1.75</c:v>
                </c:pt>
                <c:pt idx="5107">
                  <c:v>1.75</c:v>
                </c:pt>
                <c:pt idx="5108">
                  <c:v>1.75</c:v>
                </c:pt>
                <c:pt idx="5109">
                  <c:v>1.75</c:v>
                </c:pt>
                <c:pt idx="5110">
                  <c:v>1.75</c:v>
                </c:pt>
                <c:pt idx="5111">
                  <c:v>1.75</c:v>
                </c:pt>
                <c:pt idx="5112">
                  <c:v>1.75</c:v>
                </c:pt>
                <c:pt idx="5113">
                  <c:v>1.75</c:v>
                </c:pt>
                <c:pt idx="5114">
                  <c:v>1.75</c:v>
                </c:pt>
                <c:pt idx="5115">
                  <c:v>1.75</c:v>
                </c:pt>
                <c:pt idx="5116">
                  <c:v>1.75</c:v>
                </c:pt>
                <c:pt idx="5117">
                  <c:v>1.75</c:v>
                </c:pt>
                <c:pt idx="5118">
                  <c:v>1.75</c:v>
                </c:pt>
                <c:pt idx="5119">
                  <c:v>1.75</c:v>
                </c:pt>
                <c:pt idx="5120">
                  <c:v>1.75</c:v>
                </c:pt>
                <c:pt idx="5121">
                  <c:v>1.75</c:v>
                </c:pt>
                <c:pt idx="5122">
                  <c:v>1.75</c:v>
                </c:pt>
                <c:pt idx="5123">
                  <c:v>1.75</c:v>
                </c:pt>
                <c:pt idx="5124">
                  <c:v>1.75</c:v>
                </c:pt>
                <c:pt idx="5125">
                  <c:v>1.75</c:v>
                </c:pt>
                <c:pt idx="5126">
                  <c:v>1.75</c:v>
                </c:pt>
                <c:pt idx="5127">
                  <c:v>1.75</c:v>
                </c:pt>
                <c:pt idx="5128">
                  <c:v>1.75</c:v>
                </c:pt>
                <c:pt idx="5129">
                  <c:v>1.75</c:v>
                </c:pt>
                <c:pt idx="5130">
                  <c:v>1.75</c:v>
                </c:pt>
                <c:pt idx="5131">
                  <c:v>1.75</c:v>
                </c:pt>
                <c:pt idx="5132">
                  <c:v>1.75</c:v>
                </c:pt>
                <c:pt idx="5133">
                  <c:v>1.75</c:v>
                </c:pt>
                <c:pt idx="5134">
                  <c:v>1.75</c:v>
                </c:pt>
                <c:pt idx="5135">
                  <c:v>1.75</c:v>
                </c:pt>
                <c:pt idx="5136">
                  <c:v>1.75</c:v>
                </c:pt>
                <c:pt idx="5137">
                  <c:v>1.75</c:v>
                </c:pt>
                <c:pt idx="5138">
                  <c:v>1.75</c:v>
                </c:pt>
                <c:pt idx="5139">
                  <c:v>1.75</c:v>
                </c:pt>
                <c:pt idx="5140">
                  <c:v>1.75</c:v>
                </c:pt>
                <c:pt idx="5141">
                  <c:v>1.75</c:v>
                </c:pt>
                <c:pt idx="5142">
                  <c:v>1.75</c:v>
                </c:pt>
                <c:pt idx="5143">
                  <c:v>1.75</c:v>
                </c:pt>
                <c:pt idx="5144">
                  <c:v>1.75</c:v>
                </c:pt>
                <c:pt idx="5145">
                  <c:v>1.75</c:v>
                </c:pt>
                <c:pt idx="5146">
                  <c:v>1.75</c:v>
                </c:pt>
                <c:pt idx="5147">
                  <c:v>1.75</c:v>
                </c:pt>
                <c:pt idx="5148">
                  <c:v>1.75</c:v>
                </c:pt>
                <c:pt idx="5149">
                  <c:v>1.75</c:v>
                </c:pt>
                <c:pt idx="5150">
                  <c:v>1.75</c:v>
                </c:pt>
                <c:pt idx="5151">
                  <c:v>1.75</c:v>
                </c:pt>
                <c:pt idx="5152">
                  <c:v>1.75</c:v>
                </c:pt>
                <c:pt idx="5153">
                  <c:v>1.75</c:v>
                </c:pt>
                <c:pt idx="5154">
                  <c:v>1.75</c:v>
                </c:pt>
                <c:pt idx="5155">
                  <c:v>1.75</c:v>
                </c:pt>
                <c:pt idx="5156">
                  <c:v>1.75</c:v>
                </c:pt>
                <c:pt idx="5157">
                  <c:v>1.75</c:v>
                </c:pt>
                <c:pt idx="5158">
                  <c:v>1.75</c:v>
                </c:pt>
                <c:pt idx="5159">
                  <c:v>1.75</c:v>
                </c:pt>
                <c:pt idx="5160">
                  <c:v>1.75</c:v>
                </c:pt>
                <c:pt idx="5161">
                  <c:v>1.75</c:v>
                </c:pt>
                <c:pt idx="5162">
                  <c:v>1.75</c:v>
                </c:pt>
                <c:pt idx="5163">
                  <c:v>1.75</c:v>
                </c:pt>
                <c:pt idx="5164">
                  <c:v>1.75</c:v>
                </c:pt>
                <c:pt idx="5165">
                  <c:v>1.75</c:v>
                </c:pt>
                <c:pt idx="5166">
                  <c:v>1.75</c:v>
                </c:pt>
                <c:pt idx="5167">
                  <c:v>1.75</c:v>
                </c:pt>
                <c:pt idx="5168">
                  <c:v>1.75</c:v>
                </c:pt>
                <c:pt idx="5169">
                  <c:v>1.75</c:v>
                </c:pt>
                <c:pt idx="5170">
                  <c:v>1.75</c:v>
                </c:pt>
                <c:pt idx="5171">
                  <c:v>1.75</c:v>
                </c:pt>
                <c:pt idx="5172">
                  <c:v>1.75</c:v>
                </c:pt>
                <c:pt idx="5173">
                  <c:v>1.75</c:v>
                </c:pt>
                <c:pt idx="5174">
                  <c:v>1.75</c:v>
                </c:pt>
                <c:pt idx="5175">
                  <c:v>1.75</c:v>
                </c:pt>
                <c:pt idx="5176">
                  <c:v>1.75</c:v>
                </c:pt>
                <c:pt idx="5177">
                  <c:v>1.75</c:v>
                </c:pt>
                <c:pt idx="5178">
                  <c:v>1.75</c:v>
                </c:pt>
                <c:pt idx="5179">
                  <c:v>1.75</c:v>
                </c:pt>
                <c:pt idx="5180">
                  <c:v>1.75</c:v>
                </c:pt>
                <c:pt idx="5181">
                  <c:v>1.75</c:v>
                </c:pt>
                <c:pt idx="5182">
                  <c:v>1.75</c:v>
                </c:pt>
                <c:pt idx="5183">
                  <c:v>1.75</c:v>
                </c:pt>
                <c:pt idx="5184">
                  <c:v>1.75</c:v>
                </c:pt>
                <c:pt idx="5185">
                  <c:v>1.75</c:v>
                </c:pt>
                <c:pt idx="5186">
                  <c:v>1.75</c:v>
                </c:pt>
                <c:pt idx="5187">
                  <c:v>1.75</c:v>
                </c:pt>
                <c:pt idx="5188">
                  <c:v>1.75</c:v>
                </c:pt>
                <c:pt idx="5189">
                  <c:v>1.75</c:v>
                </c:pt>
                <c:pt idx="5190">
                  <c:v>1.75</c:v>
                </c:pt>
                <c:pt idx="5191">
                  <c:v>1.75</c:v>
                </c:pt>
                <c:pt idx="5192">
                  <c:v>1.75</c:v>
                </c:pt>
                <c:pt idx="5193">
                  <c:v>1.75</c:v>
                </c:pt>
                <c:pt idx="5194">
                  <c:v>1.75</c:v>
                </c:pt>
                <c:pt idx="5195">
                  <c:v>1.75</c:v>
                </c:pt>
                <c:pt idx="5196">
                  <c:v>1.75</c:v>
                </c:pt>
                <c:pt idx="5197">
                  <c:v>1.75</c:v>
                </c:pt>
                <c:pt idx="5198">
                  <c:v>1.75</c:v>
                </c:pt>
                <c:pt idx="5199">
                  <c:v>1.75</c:v>
                </c:pt>
                <c:pt idx="5200">
                  <c:v>1.75</c:v>
                </c:pt>
                <c:pt idx="5201">
                  <c:v>1.75</c:v>
                </c:pt>
                <c:pt idx="5202">
                  <c:v>1.75</c:v>
                </c:pt>
                <c:pt idx="5203">
                  <c:v>1.75</c:v>
                </c:pt>
                <c:pt idx="5204">
                  <c:v>1.75</c:v>
                </c:pt>
                <c:pt idx="5205">
                  <c:v>1.75</c:v>
                </c:pt>
                <c:pt idx="5206">
                  <c:v>1.75</c:v>
                </c:pt>
                <c:pt idx="5207">
                  <c:v>1.75</c:v>
                </c:pt>
                <c:pt idx="5208">
                  <c:v>1.75</c:v>
                </c:pt>
                <c:pt idx="5209">
                  <c:v>1.75</c:v>
                </c:pt>
                <c:pt idx="5210">
                  <c:v>1.75</c:v>
                </c:pt>
                <c:pt idx="5211">
                  <c:v>1.75</c:v>
                </c:pt>
                <c:pt idx="5212">
                  <c:v>1.75</c:v>
                </c:pt>
                <c:pt idx="5213">
                  <c:v>1.75</c:v>
                </c:pt>
                <c:pt idx="5214">
                  <c:v>1.75</c:v>
                </c:pt>
                <c:pt idx="5215">
                  <c:v>1.75</c:v>
                </c:pt>
                <c:pt idx="5216">
                  <c:v>1.75</c:v>
                </c:pt>
                <c:pt idx="5217">
                  <c:v>1.75</c:v>
                </c:pt>
                <c:pt idx="5218">
                  <c:v>1.75</c:v>
                </c:pt>
                <c:pt idx="5219">
                  <c:v>1.75</c:v>
                </c:pt>
                <c:pt idx="5220">
                  <c:v>1.75</c:v>
                </c:pt>
                <c:pt idx="5221">
                  <c:v>1.75</c:v>
                </c:pt>
                <c:pt idx="5222">
                  <c:v>1.75</c:v>
                </c:pt>
                <c:pt idx="5223">
                  <c:v>1.75</c:v>
                </c:pt>
                <c:pt idx="5224">
                  <c:v>1.75</c:v>
                </c:pt>
                <c:pt idx="5225">
                  <c:v>1.75</c:v>
                </c:pt>
                <c:pt idx="5226">
                  <c:v>1.75</c:v>
                </c:pt>
                <c:pt idx="5227">
                  <c:v>1.75</c:v>
                </c:pt>
                <c:pt idx="5228">
                  <c:v>1.75</c:v>
                </c:pt>
                <c:pt idx="5229">
                  <c:v>1.75</c:v>
                </c:pt>
                <c:pt idx="5230">
                  <c:v>1.75</c:v>
                </c:pt>
                <c:pt idx="5231">
                  <c:v>1.75</c:v>
                </c:pt>
                <c:pt idx="5232">
                  <c:v>1.75</c:v>
                </c:pt>
                <c:pt idx="5233">
                  <c:v>1.75</c:v>
                </c:pt>
                <c:pt idx="5234">
                  <c:v>1.75</c:v>
                </c:pt>
                <c:pt idx="5235">
                  <c:v>1.75</c:v>
                </c:pt>
                <c:pt idx="5236">
                  <c:v>1.75</c:v>
                </c:pt>
                <c:pt idx="5237">
                  <c:v>1.75</c:v>
                </c:pt>
                <c:pt idx="5238">
                  <c:v>1.75</c:v>
                </c:pt>
                <c:pt idx="5239">
                  <c:v>1.75</c:v>
                </c:pt>
                <c:pt idx="5240">
                  <c:v>1.75</c:v>
                </c:pt>
                <c:pt idx="5241">
                  <c:v>1.75</c:v>
                </c:pt>
                <c:pt idx="5242">
                  <c:v>1.75</c:v>
                </c:pt>
                <c:pt idx="5243">
                  <c:v>1.75</c:v>
                </c:pt>
                <c:pt idx="5244">
                  <c:v>1.75</c:v>
                </c:pt>
                <c:pt idx="5245">
                  <c:v>1.75</c:v>
                </c:pt>
                <c:pt idx="5246">
                  <c:v>1.75</c:v>
                </c:pt>
                <c:pt idx="5247">
                  <c:v>1.75</c:v>
                </c:pt>
                <c:pt idx="5248">
                  <c:v>1.75</c:v>
                </c:pt>
                <c:pt idx="5249">
                  <c:v>1.75</c:v>
                </c:pt>
                <c:pt idx="5250">
                  <c:v>1.75</c:v>
                </c:pt>
                <c:pt idx="5251">
                  <c:v>1.75</c:v>
                </c:pt>
                <c:pt idx="5252">
                  <c:v>1.75</c:v>
                </c:pt>
                <c:pt idx="5253">
                  <c:v>1.75</c:v>
                </c:pt>
                <c:pt idx="5254">
                  <c:v>1.75</c:v>
                </c:pt>
                <c:pt idx="5255">
                  <c:v>1.75</c:v>
                </c:pt>
                <c:pt idx="5256">
                  <c:v>1.75</c:v>
                </c:pt>
                <c:pt idx="5257">
                  <c:v>1.75</c:v>
                </c:pt>
                <c:pt idx="5258">
                  <c:v>1.75</c:v>
                </c:pt>
                <c:pt idx="5259">
                  <c:v>1.75</c:v>
                </c:pt>
                <c:pt idx="5260">
                  <c:v>1.75</c:v>
                </c:pt>
                <c:pt idx="5261">
                  <c:v>1.75</c:v>
                </c:pt>
                <c:pt idx="5262">
                  <c:v>1.75</c:v>
                </c:pt>
                <c:pt idx="5263">
                  <c:v>1.75</c:v>
                </c:pt>
                <c:pt idx="5264">
                  <c:v>1.75</c:v>
                </c:pt>
                <c:pt idx="5265">
                  <c:v>1.75</c:v>
                </c:pt>
                <c:pt idx="5266">
                  <c:v>1.75</c:v>
                </c:pt>
                <c:pt idx="5267">
                  <c:v>1.75</c:v>
                </c:pt>
                <c:pt idx="5268">
                  <c:v>1.75</c:v>
                </c:pt>
                <c:pt idx="5269">
                  <c:v>1.75</c:v>
                </c:pt>
                <c:pt idx="5270">
                  <c:v>1.75</c:v>
                </c:pt>
                <c:pt idx="5271">
                  <c:v>1.75</c:v>
                </c:pt>
                <c:pt idx="5272">
                  <c:v>1.75</c:v>
                </c:pt>
                <c:pt idx="5273">
                  <c:v>1.75</c:v>
                </c:pt>
                <c:pt idx="5274">
                  <c:v>1.75</c:v>
                </c:pt>
                <c:pt idx="5275">
                  <c:v>1.75</c:v>
                </c:pt>
                <c:pt idx="5276">
                  <c:v>1.75</c:v>
                </c:pt>
                <c:pt idx="5277">
                  <c:v>1.75</c:v>
                </c:pt>
                <c:pt idx="5278">
                  <c:v>1.75</c:v>
                </c:pt>
                <c:pt idx="5279">
                  <c:v>1.75</c:v>
                </c:pt>
                <c:pt idx="5280">
                  <c:v>1.75</c:v>
                </c:pt>
                <c:pt idx="5281">
                  <c:v>1.75</c:v>
                </c:pt>
                <c:pt idx="5282">
                  <c:v>1.75</c:v>
                </c:pt>
                <c:pt idx="5283">
                  <c:v>1.75</c:v>
                </c:pt>
                <c:pt idx="5284">
                  <c:v>1.75</c:v>
                </c:pt>
                <c:pt idx="5285">
                  <c:v>1.75</c:v>
                </c:pt>
                <c:pt idx="5286">
                  <c:v>1.75</c:v>
                </c:pt>
                <c:pt idx="5287">
                  <c:v>1.75</c:v>
                </c:pt>
                <c:pt idx="5288">
                  <c:v>1.75</c:v>
                </c:pt>
                <c:pt idx="5289">
                  <c:v>1.75</c:v>
                </c:pt>
                <c:pt idx="5290">
                  <c:v>1.75</c:v>
                </c:pt>
                <c:pt idx="5291">
                  <c:v>1.75</c:v>
                </c:pt>
                <c:pt idx="5292">
                  <c:v>1.75</c:v>
                </c:pt>
                <c:pt idx="5293">
                  <c:v>1.75</c:v>
                </c:pt>
                <c:pt idx="5294">
                  <c:v>1.75</c:v>
                </c:pt>
                <c:pt idx="5295">
                  <c:v>1.75</c:v>
                </c:pt>
                <c:pt idx="5296">
                  <c:v>1.75</c:v>
                </c:pt>
                <c:pt idx="5297">
                  <c:v>1.75</c:v>
                </c:pt>
                <c:pt idx="5298">
                  <c:v>1.75</c:v>
                </c:pt>
                <c:pt idx="5299">
                  <c:v>1.75</c:v>
                </c:pt>
                <c:pt idx="5300">
                  <c:v>1.75</c:v>
                </c:pt>
                <c:pt idx="5301">
                  <c:v>1.75</c:v>
                </c:pt>
                <c:pt idx="5302">
                  <c:v>1.75</c:v>
                </c:pt>
                <c:pt idx="5303">
                  <c:v>1.75</c:v>
                </c:pt>
                <c:pt idx="5304">
                  <c:v>1.75</c:v>
                </c:pt>
                <c:pt idx="5305">
                  <c:v>1.75</c:v>
                </c:pt>
                <c:pt idx="5306">
                  <c:v>1.75</c:v>
                </c:pt>
                <c:pt idx="5307">
                  <c:v>1.75</c:v>
                </c:pt>
                <c:pt idx="5308">
                  <c:v>1.75</c:v>
                </c:pt>
                <c:pt idx="5309">
                  <c:v>1.75</c:v>
                </c:pt>
                <c:pt idx="5310">
                  <c:v>1.75</c:v>
                </c:pt>
                <c:pt idx="5311">
                  <c:v>1.75</c:v>
                </c:pt>
                <c:pt idx="5312">
                  <c:v>2</c:v>
                </c:pt>
                <c:pt idx="5313">
                  <c:v>2</c:v>
                </c:pt>
                <c:pt idx="5314">
                  <c:v>2</c:v>
                </c:pt>
                <c:pt idx="5315">
                  <c:v>2</c:v>
                </c:pt>
                <c:pt idx="5316">
                  <c:v>2</c:v>
                </c:pt>
                <c:pt idx="5317">
                  <c:v>2</c:v>
                </c:pt>
                <c:pt idx="5318">
                  <c:v>2</c:v>
                </c:pt>
                <c:pt idx="5319">
                  <c:v>2</c:v>
                </c:pt>
                <c:pt idx="5320">
                  <c:v>2</c:v>
                </c:pt>
                <c:pt idx="5321">
                  <c:v>2</c:v>
                </c:pt>
                <c:pt idx="5322">
                  <c:v>2</c:v>
                </c:pt>
                <c:pt idx="5323">
                  <c:v>2</c:v>
                </c:pt>
                <c:pt idx="5324">
                  <c:v>2</c:v>
                </c:pt>
                <c:pt idx="5325">
                  <c:v>2</c:v>
                </c:pt>
                <c:pt idx="5326">
                  <c:v>2</c:v>
                </c:pt>
                <c:pt idx="5327">
                  <c:v>2</c:v>
                </c:pt>
                <c:pt idx="5328">
                  <c:v>2</c:v>
                </c:pt>
                <c:pt idx="5329">
                  <c:v>2</c:v>
                </c:pt>
                <c:pt idx="5330">
                  <c:v>2</c:v>
                </c:pt>
                <c:pt idx="5331">
                  <c:v>2</c:v>
                </c:pt>
                <c:pt idx="5332">
                  <c:v>2</c:v>
                </c:pt>
                <c:pt idx="5333">
                  <c:v>2</c:v>
                </c:pt>
                <c:pt idx="5334">
                  <c:v>2</c:v>
                </c:pt>
                <c:pt idx="5335">
                  <c:v>2</c:v>
                </c:pt>
                <c:pt idx="5336">
                  <c:v>2</c:v>
                </c:pt>
                <c:pt idx="5337">
                  <c:v>2</c:v>
                </c:pt>
                <c:pt idx="5338">
                  <c:v>2</c:v>
                </c:pt>
                <c:pt idx="5339">
                  <c:v>2</c:v>
                </c:pt>
                <c:pt idx="5340">
                  <c:v>2</c:v>
                </c:pt>
                <c:pt idx="5341">
                  <c:v>2</c:v>
                </c:pt>
                <c:pt idx="5342">
                  <c:v>2</c:v>
                </c:pt>
                <c:pt idx="5343">
                  <c:v>2</c:v>
                </c:pt>
                <c:pt idx="5344">
                  <c:v>2</c:v>
                </c:pt>
                <c:pt idx="5345">
                  <c:v>2</c:v>
                </c:pt>
                <c:pt idx="5346">
                  <c:v>2</c:v>
                </c:pt>
                <c:pt idx="5347">
                  <c:v>2.25</c:v>
                </c:pt>
                <c:pt idx="5348">
                  <c:v>2.25</c:v>
                </c:pt>
                <c:pt idx="5349">
                  <c:v>2.25</c:v>
                </c:pt>
                <c:pt idx="5350">
                  <c:v>2.25</c:v>
                </c:pt>
                <c:pt idx="5351">
                  <c:v>2.25</c:v>
                </c:pt>
                <c:pt idx="5352">
                  <c:v>2.25</c:v>
                </c:pt>
                <c:pt idx="5353">
                  <c:v>2.25</c:v>
                </c:pt>
                <c:pt idx="5354">
                  <c:v>2.25</c:v>
                </c:pt>
                <c:pt idx="5355">
                  <c:v>2.25</c:v>
                </c:pt>
                <c:pt idx="5356">
                  <c:v>2.25</c:v>
                </c:pt>
                <c:pt idx="5357">
                  <c:v>2.25</c:v>
                </c:pt>
                <c:pt idx="5358">
                  <c:v>2.25</c:v>
                </c:pt>
                <c:pt idx="5359">
                  <c:v>2.25</c:v>
                </c:pt>
                <c:pt idx="5360">
                  <c:v>2.25</c:v>
                </c:pt>
                <c:pt idx="5361">
                  <c:v>2.25</c:v>
                </c:pt>
                <c:pt idx="5362">
                  <c:v>2.25</c:v>
                </c:pt>
                <c:pt idx="5363">
                  <c:v>2.25</c:v>
                </c:pt>
                <c:pt idx="5364">
                  <c:v>2.25</c:v>
                </c:pt>
                <c:pt idx="5365">
                  <c:v>2.25</c:v>
                </c:pt>
                <c:pt idx="5366">
                  <c:v>2.25</c:v>
                </c:pt>
                <c:pt idx="5367">
                  <c:v>2.25</c:v>
                </c:pt>
                <c:pt idx="5368">
                  <c:v>2.25</c:v>
                </c:pt>
                <c:pt idx="5369">
                  <c:v>2.25</c:v>
                </c:pt>
                <c:pt idx="5370">
                  <c:v>2.25</c:v>
                </c:pt>
                <c:pt idx="5371">
                  <c:v>2.25</c:v>
                </c:pt>
                <c:pt idx="5372">
                  <c:v>2.25</c:v>
                </c:pt>
                <c:pt idx="5373">
                  <c:v>2.25</c:v>
                </c:pt>
                <c:pt idx="5374">
                  <c:v>2.25</c:v>
                </c:pt>
                <c:pt idx="5375">
                  <c:v>2.25</c:v>
                </c:pt>
                <c:pt idx="5376">
                  <c:v>2.25</c:v>
                </c:pt>
                <c:pt idx="5377">
                  <c:v>2.25</c:v>
                </c:pt>
                <c:pt idx="5378">
                  <c:v>2.25</c:v>
                </c:pt>
                <c:pt idx="5379">
                  <c:v>2.25</c:v>
                </c:pt>
                <c:pt idx="5380">
                  <c:v>2.25</c:v>
                </c:pt>
                <c:pt idx="5381">
                  <c:v>2.25</c:v>
                </c:pt>
                <c:pt idx="5382">
                  <c:v>2.25</c:v>
                </c:pt>
                <c:pt idx="5383">
                  <c:v>2.25</c:v>
                </c:pt>
                <c:pt idx="5384">
                  <c:v>2.25</c:v>
                </c:pt>
                <c:pt idx="5385">
                  <c:v>2.25</c:v>
                </c:pt>
                <c:pt idx="5386">
                  <c:v>2.25</c:v>
                </c:pt>
                <c:pt idx="5387">
                  <c:v>2.25</c:v>
                </c:pt>
                <c:pt idx="5388">
                  <c:v>2.25</c:v>
                </c:pt>
                <c:pt idx="5389">
                  <c:v>2.25</c:v>
                </c:pt>
                <c:pt idx="5390">
                  <c:v>2.25</c:v>
                </c:pt>
                <c:pt idx="5391">
                  <c:v>2.25</c:v>
                </c:pt>
                <c:pt idx="5392">
                  <c:v>2.25</c:v>
                </c:pt>
                <c:pt idx="5393">
                  <c:v>2.25</c:v>
                </c:pt>
                <c:pt idx="5394">
                  <c:v>2.25</c:v>
                </c:pt>
                <c:pt idx="5395">
                  <c:v>2.25</c:v>
                </c:pt>
                <c:pt idx="5396">
                  <c:v>2.25</c:v>
                </c:pt>
                <c:pt idx="5397">
                  <c:v>2.25</c:v>
                </c:pt>
                <c:pt idx="5398">
                  <c:v>2.25</c:v>
                </c:pt>
                <c:pt idx="5399">
                  <c:v>2.25</c:v>
                </c:pt>
                <c:pt idx="5400">
                  <c:v>2.25</c:v>
                </c:pt>
                <c:pt idx="5401">
                  <c:v>2.25</c:v>
                </c:pt>
                <c:pt idx="5402">
                  <c:v>2.25</c:v>
                </c:pt>
                <c:pt idx="5403">
                  <c:v>2.25</c:v>
                </c:pt>
                <c:pt idx="5404">
                  <c:v>2.25</c:v>
                </c:pt>
                <c:pt idx="5405">
                  <c:v>2.25</c:v>
                </c:pt>
                <c:pt idx="5406">
                  <c:v>2.25</c:v>
                </c:pt>
                <c:pt idx="5407">
                  <c:v>2.25</c:v>
                </c:pt>
                <c:pt idx="5408">
                  <c:v>2.25</c:v>
                </c:pt>
                <c:pt idx="5409">
                  <c:v>2.25</c:v>
                </c:pt>
                <c:pt idx="5410">
                  <c:v>2.25</c:v>
                </c:pt>
                <c:pt idx="5411">
                  <c:v>2.25</c:v>
                </c:pt>
                <c:pt idx="5412">
                  <c:v>2.25</c:v>
                </c:pt>
                <c:pt idx="5413">
                  <c:v>2.25</c:v>
                </c:pt>
                <c:pt idx="5414">
                  <c:v>2.25</c:v>
                </c:pt>
                <c:pt idx="5415">
                  <c:v>2.25</c:v>
                </c:pt>
                <c:pt idx="5416">
                  <c:v>2.25</c:v>
                </c:pt>
                <c:pt idx="5417">
                  <c:v>2.25</c:v>
                </c:pt>
                <c:pt idx="5418">
                  <c:v>2.25</c:v>
                </c:pt>
                <c:pt idx="5419">
                  <c:v>2.25</c:v>
                </c:pt>
                <c:pt idx="5420">
                  <c:v>2.25</c:v>
                </c:pt>
                <c:pt idx="5421">
                  <c:v>2.25</c:v>
                </c:pt>
                <c:pt idx="5422">
                  <c:v>2.25</c:v>
                </c:pt>
                <c:pt idx="5423">
                  <c:v>2.25</c:v>
                </c:pt>
                <c:pt idx="5424">
                  <c:v>2.25</c:v>
                </c:pt>
                <c:pt idx="5425">
                  <c:v>2.25</c:v>
                </c:pt>
                <c:pt idx="5426">
                  <c:v>2.25</c:v>
                </c:pt>
                <c:pt idx="5427">
                  <c:v>2.25</c:v>
                </c:pt>
                <c:pt idx="5428">
                  <c:v>2.25</c:v>
                </c:pt>
                <c:pt idx="5429">
                  <c:v>2.25</c:v>
                </c:pt>
                <c:pt idx="5430">
                  <c:v>2.25</c:v>
                </c:pt>
                <c:pt idx="5431">
                  <c:v>2.25</c:v>
                </c:pt>
                <c:pt idx="5432">
                  <c:v>2.25</c:v>
                </c:pt>
                <c:pt idx="5433">
                  <c:v>2.25</c:v>
                </c:pt>
                <c:pt idx="5434">
                  <c:v>2.25</c:v>
                </c:pt>
                <c:pt idx="5435">
                  <c:v>2.25</c:v>
                </c:pt>
                <c:pt idx="5436">
                  <c:v>2.25</c:v>
                </c:pt>
                <c:pt idx="5437">
                  <c:v>2.25</c:v>
                </c:pt>
                <c:pt idx="5438">
                  <c:v>2.25</c:v>
                </c:pt>
                <c:pt idx="5439">
                  <c:v>2.25</c:v>
                </c:pt>
                <c:pt idx="5440">
                  <c:v>2.25</c:v>
                </c:pt>
                <c:pt idx="5441">
                  <c:v>2.25</c:v>
                </c:pt>
                <c:pt idx="5442">
                  <c:v>2.25</c:v>
                </c:pt>
                <c:pt idx="5443">
                  <c:v>2.25</c:v>
                </c:pt>
                <c:pt idx="5444">
                  <c:v>2.25</c:v>
                </c:pt>
                <c:pt idx="5445">
                  <c:v>2.25</c:v>
                </c:pt>
                <c:pt idx="5446">
                  <c:v>2.25</c:v>
                </c:pt>
                <c:pt idx="5447">
                  <c:v>2.25</c:v>
                </c:pt>
                <c:pt idx="5448">
                  <c:v>2.25</c:v>
                </c:pt>
                <c:pt idx="5449">
                  <c:v>2.25</c:v>
                </c:pt>
                <c:pt idx="5450">
                  <c:v>2.25</c:v>
                </c:pt>
                <c:pt idx="5451">
                  <c:v>2.25</c:v>
                </c:pt>
                <c:pt idx="5452">
                  <c:v>2.25</c:v>
                </c:pt>
                <c:pt idx="5453">
                  <c:v>2.25</c:v>
                </c:pt>
                <c:pt idx="5454">
                  <c:v>2.25</c:v>
                </c:pt>
                <c:pt idx="5455">
                  <c:v>2.25</c:v>
                </c:pt>
                <c:pt idx="5456">
                  <c:v>2.25</c:v>
                </c:pt>
                <c:pt idx="5457">
                  <c:v>2.25</c:v>
                </c:pt>
                <c:pt idx="5458">
                  <c:v>2.25</c:v>
                </c:pt>
                <c:pt idx="5459">
                  <c:v>2.25</c:v>
                </c:pt>
                <c:pt idx="5460">
                  <c:v>2.25</c:v>
                </c:pt>
                <c:pt idx="5461">
                  <c:v>2.25</c:v>
                </c:pt>
                <c:pt idx="5462">
                  <c:v>2.25</c:v>
                </c:pt>
                <c:pt idx="5463">
                  <c:v>2.25</c:v>
                </c:pt>
                <c:pt idx="5464">
                  <c:v>2.25</c:v>
                </c:pt>
                <c:pt idx="5465">
                  <c:v>2.25</c:v>
                </c:pt>
                <c:pt idx="5466">
                  <c:v>2</c:v>
                </c:pt>
                <c:pt idx="5467">
                  <c:v>2</c:v>
                </c:pt>
                <c:pt idx="5468">
                  <c:v>2</c:v>
                </c:pt>
                <c:pt idx="5469">
                  <c:v>2</c:v>
                </c:pt>
                <c:pt idx="5470">
                  <c:v>2</c:v>
                </c:pt>
                <c:pt idx="5471">
                  <c:v>2</c:v>
                </c:pt>
                <c:pt idx="5472">
                  <c:v>2</c:v>
                </c:pt>
                <c:pt idx="5473">
                  <c:v>2</c:v>
                </c:pt>
                <c:pt idx="5474">
                  <c:v>2</c:v>
                </c:pt>
                <c:pt idx="5475">
                  <c:v>2</c:v>
                </c:pt>
                <c:pt idx="5476">
                  <c:v>2</c:v>
                </c:pt>
                <c:pt idx="5477">
                  <c:v>2</c:v>
                </c:pt>
                <c:pt idx="5478">
                  <c:v>2</c:v>
                </c:pt>
                <c:pt idx="5479">
                  <c:v>2</c:v>
                </c:pt>
                <c:pt idx="5480">
                  <c:v>2</c:v>
                </c:pt>
                <c:pt idx="5481">
                  <c:v>2</c:v>
                </c:pt>
                <c:pt idx="5482">
                  <c:v>2</c:v>
                </c:pt>
                <c:pt idx="5483">
                  <c:v>2</c:v>
                </c:pt>
                <c:pt idx="5484">
                  <c:v>2</c:v>
                </c:pt>
                <c:pt idx="5485">
                  <c:v>2</c:v>
                </c:pt>
                <c:pt idx="5486">
                  <c:v>2</c:v>
                </c:pt>
                <c:pt idx="5487">
                  <c:v>2</c:v>
                </c:pt>
                <c:pt idx="5488">
                  <c:v>2</c:v>
                </c:pt>
                <c:pt idx="5489">
                  <c:v>2</c:v>
                </c:pt>
                <c:pt idx="5490">
                  <c:v>2</c:v>
                </c:pt>
                <c:pt idx="5491">
                  <c:v>2</c:v>
                </c:pt>
                <c:pt idx="5492">
                  <c:v>2</c:v>
                </c:pt>
                <c:pt idx="5493">
                  <c:v>2</c:v>
                </c:pt>
                <c:pt idx="5494">
                  <c:v>2</c:v>
                </c:pt>
                <c:pt idx="5495">
                  <c:v>2</c:v>
                </c:pt>
                <c:pt idx="5496">
                  <c:v>2</c:v>
                </c:pt>
                <c:pt idx="5497">
                  <c:v>2</c:v>
                </c:pt>
                <c:pt idx="5498">
                  <c:v>2</c:v>
                </c:pt>
                <c:pt idx="5499">
                  <c:v>2</c:v>
                </c:pt>
                <c:pt idx="5500">
                  <c:v>2</c:v>
                </c:pt>
                <c:pt idx="5501">
                  <c:v>2</c:v>
                </c:pt>
                <c:pt idx="5502">
                  <c:v>2</c:v>
                </c:pt>
                <c:pt idx="5503">
                  <c:v>2</c:v>
                </c:pt>
                <c:pt idx="5504">
                  <c:v>2</c:v>
                </c:pt>
                <c:pt idx="5505">
                  <c:v>2</c:v>
                </c:pt>
                <c:pt idx="5506">
                  <c:v>2</c:v>
                </c:pt>
                <c:pt idx="5507">
                  <c:v>2</c:v>
                </c:pt>
                <c:pt idx="5508">
                  <c:v>2</c:v>
                </c:pt>
                <c:pt idx="5509">
                  <c:v>2</c:v>
                </c:pt>
                <c:pt idx="5510">
                  <c:v>2</c:v>
                </c:pt>
                <c:pt idx="5511">
                  <c:v>2</c:v>
                </c:pt>
                <c:pt idx="5512">
                  <c:v>2</c:v>
                </c:pt>
                <c:pt idx="5513">
                  <c:v>2</c:v>
                </c:pt>
                <c:pt idx="5514">
                  <c:v>2</c:v>
                </c:pt>
                <c:pt idx="5515">
                  <c:v>2</c:v>
                </c:pt>
                <c:pt idx="5516">
                  <c:v>2</c:v>
                </c:pt>
                <c:pt idx="5517">
                  <c:v>2</c:v>
                </c:pt>
                <c:pt idx="5518">
                  <c:v>2</c:v>
                </c:pt>
                <c:pt idx="5519">
                  <c:v>2</c:v>
                </c:pt>
                <c:pt idx="5520">
                  <c:v>2</c:v>
                </c:pt>
                <c:pt idx="5521">
                  <c:v>2</c:v>
                </c:pt>
                <c:pt idx="5522">
                  <c:v>2</c:v>
                </c:pt>
                <c:pt idx="5523">
                  <c:v>2</c:v>
                </c:pt>
                <c:pt idx="5524">
                  <c:v>2</c:v>
                </c:pt>
                <c:pt idx="5525">
                  <c:v>2</c:v>
                </c:pt>
                <c:pt idx="5526">
                  <c:v>2</c:v>
                </c:pt>
                <c:pt idx="5527">
                  <c:v>2</c:v>
                </c:pt>
                <c:pt idx="5528">
                  <c:v>2</c:v>
                </c:pt>
                <c:pt idx="5529">
                  <c:v>2</c:v>
                </c:pt>
                <c:pt idx="5530">
                  <c:v>2</c:v>
                </c:pt>
                <c:pt idx="5531">
                  <c:v>2</c:v>
                </c:pt>
                <c:pt idx="5532">
                  <c:v>2</c:v>
                </c:pt>
                <c:pt idx="5533">
                  <c:v>2</c:v>
                </c:pt>
                <c:pt idx="5534">
                  <c:v>2</c:v>
                </c:pt>
                <c:pt idx="5535">
                  <c:v>2</c:v>
                </c:pt>
                <c:pt idx="5536">
                  <c:v>2</c:v>
                </c:pt>
                <c:pt idx="5537">
                  <c:v>2</c:v>
                </c:pt>
                <c:pt idx="5538">
                  <c:v>2</c:v>
                </c:pt>
                <c:pt idx="5539">
                  <c:v>2</c:v>
                </c:pt>
                <c:pt idx="5540">
                  <c:v>2</c:v>
                </c:pt>
                <c:pt idx="5541">
                  <c:v>2</c:v>
                </c:pt>
                <c:pt idx="5542">
                  <c:v>2</c:v>
                </c:pt>
                <c:pt idx="5543">
                  <c:v>2</c:v>
                </c:pt>
                <c:pt idx="5544">
                  <c:v>2</c:v>
                </c:pt>
                <c:pt idx="5545">
                  <c:v>2</c:v>
                </c:pt>
                <c:pt idx="5546">
                  <c:v>2</c:v>
                </c:pt>
                <c:pt idx="5547">
                  <c:v>2</c:v>
                </c:pt>
                <c:pt idx="5548">
                  <c:v>2</c:v>
                </c:pt>
                <c:pt idx="5549">
                  <c:v>2</c:v>
                </c:pt>
                <c:pt idx="5550">
                  <c:v>2</c:v>
                </c:pt>
                <c:pt idx="5551">
                  <c:v>2</c:v>
                </c:pt>
                <c:pt idx="5552">
                  <c:v>2</c:v>
                </c:pt>
                <c:pt idx="5553">
                  <c:v>2</c:v>
                </c:pt>
                <c:pt idx="5554">
                  <c:v>2</c:v>
                </c:pt>
                <c:pt idx="5555">
                  <c:v>2</c:v>
                </c:pt>
                <c:pt idx="5556">
                  <c:v>2</c:v>
                </c:pt>
                <c:pt idx="5557">
                  <c:v>1.75</c:v>
                </c:pt>
                <c:pt idx="5558">
                  <c:v>1.75</c:v>
                </c:pt>
                <c:pt idx="5559">
                  <c:v>1.75</c:v>
                </c:pt>
                <c:pt idx="5560">
                  <c:v>1.75</c:v>
                </c:pt>
                <c:pt idx="5561">
                  <c:v>1.75</c:v>
                </c:pt>
                <c:pt idx="5562">
                  <c:v>1.75</c:v>
                </c:pt>
                <c:pt idx="5563">
                  <c:v>1.75</c:v>
                </c:pt>
                <c:pt idx="5564">
                  <c:v>1.75</c:v>
                </c:pt>
                <c:pt idx="5565">
                  <c:v>1.75</c:v>
                </c:pt>
                <c:pt idx="5566">
                  <c:v>1.75</c:v>
                </c:pt>
                <c:pt idx="5567">
                  <c:v>1.75</c:v>
                </c:pt>
                <c:pt idx="5568">
                  <c:v>1.75</c:v>
                </c:pt>
                <c:pt idx="5569">
                  <c:v>1.75</c:v>
                </c:pt>
                <c:pt idx="5570">
                  <c:v>1.75</c:v>
                </c:pt>
                <c:pt idx="5571">
                  <c:v>1.75</c:v>
                </c:pt>
                <c:pt idx="5572">
                  <c:v>1.75</c:v>
                </c:pt>
                <c:pt idx="5573">
                  <c:v>1.75</c:v>
                </c:pt>
                <c:pt idx="5574">
                  <c:v>1.75</c:v>
                </c:pt>
                <c:pt idx="5575">
                  <c:v>1.75</c:v>
                </c:pt>
                <c:pt idx="5576">
                  <c:v>1.75</c:v>
                </c:pt>
                <c:pt idx="5577">
                  <c:v>1.75</c:v>
                </c:pt>
                <c:pt idx="5578">
                  <c:v>1.75</c:v>
                </c:pt>
                <c:pt idx="5579">
                  <c:v>1.75</c:v>
                </c:pt>
                <c:pt idx="5580">
                  <c:v>1.75</c:v>
                </c:pt>
                <c:pt idx="5581">
                  <c:v>1.75</c:v>
                </c:pt>
                <c:pt idx="5582">
                  <c:v>1.75</c:v>
                </c:pt>
                <c:pt idx="5583">
                  <c:v>1.75</c:v>
                </c:pt>
                <c:pt idx="5584">
                  <c:v>1.75</c:v>
                </c:pt>
                <c:pt idx="5585">
                  <c:v>1.75</c:v>
                </c:pt>
                <c:pt idx="5586">
                  <c:v>1.75</c:v>
                </c:pt>
                <c:pt idx="5587">
                  <c:v>1.75</c:v>
                </c:pt>
                <c:pt idx="5588">
                  <c:v>1.75</c:v>
                </c:pt>
                <c:pt idx="5589">
                  <c:v>1.75</c:v>
                </c:pt>
                <c:pt idx="5590">
                  <c:v>1.75</c:v>
                </c:pt>
                <c:pt idx="5591">
                  <c:v>1.75</c:v>
                </c:pt>
                <c:pt idx="5592">
                  <c:v>1.75</c:v>
                </c:pt>
                <c:pt idx="5593">
                  <c:v>1.75</c:v>
                </c:pt>
                <c:pt idx="5594">
                  <c:v>1.75</c:v>
                </c:pt>
                <c:pt idx="5595">
                  <c:v>1.75</c:v>
                </c:pt>
                <c:pt idx="5596">
                  <c:v>1.75</c:v>
                </c:pt>
                <c:pt idx="5597">
                  <c:v>1.75</c:v>
                </c:pt>
                <c:pt idx="5598">
                  <c:v>1.75</c:v>
                </c:pt>
                <c:pt idx="5599">
                  <c:v>1.75</c:v>
                </c:pt>
                <c:pt idx="5600">
                  <c:v>1.75</c:v>
                </c:pt>
                <c:pt idx="5601">
                  <c:v>1.75</c:v>
                </c:pt>
                <c:pt idx="5602">
                  <c:v>1.75</c:v>
                </c:pt>
                <c:pt idx="5603">
                  <c:v>1.75</c:v>
                </c:pt>
                <c:pt idx="5604">
                  <c:v>1.75</c:v>
                </c:pt>
                <c:pt idx="5605">
                  <c:v>1.75</c:v>
                </c:pt>
                <c:pt idx="5606">
                  <c:v>1.75</c:v>
                </c:pt>
                <c:pt idx="5607">
                  <c:v>1.75</c:v>
                </c:pt>
                <c:pt idx="5608">
                  <c:v>1.75</c:v>
                </c:pt>
                <c:pt idx="5609">
                  <c:v>1.75</c:v>
                </c:pt>
                <c:pt idx="5610">
                  <c:v>1.75</c:v>
                </c:pt>
                <c:pt idx="5611">
                  <c:v>1.75</c:v>
                </c:pt>
                <c:pt idx="5612">
                  <c:v>1.75</c:v>
                </c:pt>
                <c:pt idx="5613">
                  <c:v>1.75</c:v>
                </c:pt>
                <c:pt idx="5614">
                  <c:v>1.75</c:v>
                </c:pt>
                <c:pt idx="5615">
                  <c:v>1.75</c:v>
                </c:pt>
                <c:pt idx="5616">
                  <c:v>1.75</c:v>
                </c:pt>
                <c:pt idx="5617">
                  <c:v>1.75</c:v>
                </c:pt>
                <c:pt idx="5618">
                  <c:v>1.75</c:v>
                </c:pt>
                <c:pt idx="5619">
                  <c:v>1.75</c:v>
                </c:pt>
                <c:pt idx="5620">
                  <c:v>1.75</c:v>
                </c:pt>
                <c:pt idx="5621">
                  <c:v>1.75</c:v>
                </c:pt>
                <c:pt idx="5622">
                  <c:v>1.75</c:v>
                </c:pt>
                <c:pt idx="5623">
                  <c:v>1.75</c:v>
                </c:pt>
                <c:pt idx="5624">
                  <c:v>1.75</c:v>
                </c:pt>
                <c:pt idx="5625">
                  <c:v>1.75</c:v>
                </c:pt>
                <c:pt idx="5626">
                  <c:v>1.75</c:v>
                </c:pt>
                <c:pt idx="5627">
                  <c:v>1.75</c:v>
                </c:pt>
                <c:pt idx="5628">
                  <c:v>1.75</c:v>
                </c:pt>
                <c:pt idx="5629">
                  <c:v>1.75</c:v>
                </c:pt>
                <c:pt idx="5630">
                  <c:v>1.75</c:v>
                </c:pt>
                <c:pt idx="5631">
                  <c:v>1.75</c:v>
                </c:pt>
                <c:pt idx="5632">
                  <c:v>1.75</c:v>
                </c:pt>
                <c:pt idx="5633">
                  <c:v>1.75</c:v>
                </c:pt>
                <c:pt idx="5634">
                  <c:v>1.75</c:v>
                </c:pt>
                <c:pt idx="5635">
                  <c:v>1.75</c:v>
                </c:pt>
                <c:pt idx="5636">
                  <c:v>1.75</c:v>
                </c:pt>
                <c:pt idx="5637">
                  <c:v>1.75</c:v>
                </c:pt>
                <c:pt idx="5638">
                  <c:v>1.75</c:v>
                </c:pt>
                <c:pt idx="5639">
                  <c:v>1.75</c:v>
                </c:pt>
                <c:pt idx="5640">
                  <c:v>1.75</c:v>
                </c:pt>
                <c:pt idx="5641">
                  <c:v>1.75</c:v>
                </c:pt>
                <c:pt idx="5642">
                  <c:v>1.75</c:v>
                </c:pt>
                <c:pt idx="5643">
                  <c:v>1.75</c:v>
                </c:pt>
                <c:pt idx="5644">
                  <c:v>1.75</c:v>
                </c:pt>
                <c:pt idx="5645">
                  <c:v>1.75</c:v>
                </c:pt>
                <c:pt idx="5646">
                  <c:v>1.75</c:v>
                </c:pt>
                <c:pt idx="5647">
                  <c:v>1.75</c:v>
                </c:pt>
                <c:pt idx="5648">
                  <c:v>1.75</c:v>
                </c:pt>
                <c:pt idx="5649">
                  <c:v>1.75</c:v>
                </c:pt>
                <c:pt idx="5650">
                  <c:v>1.75</c:v>
                </c:pt>
                <c:pt idx="5651">
                  <c:v>1.75</c:v>
                </c:pt>
                <c:pt idx="5652">
                  <c:v>1.75</c:v>
                </c:pt>
                <c:pt idx="5653">
                  <c:v>1.75</c:v>
                </c:pt>
                <c:pt idx="5654">
                  <c:v>1.75</c:v>
                </c:pt>
                <c:pt idx="5655">
                  <c:v>1.75</c:v>
                </c:pt>
                <c:pt idx="5656">
                  <c:v>1.75</c:v>
                </c:pt>
                <c:pt idx="5657">
                  <c:v>1.75</c:v>
                </c:pt>
                <c:pt idx="5658">
                  <c:v>1.75</c:v>
                </c:pt>
                <c:pt idx="5659">
                  <c:v>1.75</c:v>
                </c:pt>
                <c:pt idx="5660">
                  <c:v>1.75</c:v>
                </c:pt>
                <c:pt idx="5661">
                  <c:v>1.75</c:v>
                </c:pt>
                <c:pt idx="5662">
                  <c:v>1.75</c:v>
                </c:pt>
                <c:pt idx="5663">
                  <c:v>1.75</c:v>
                </c:pt>
                <c:pt idx="5664">
                  <c:v>1.75</c:v>
                </c:pt>
                <c:pt idx="5665">
                  <c:v>1.75</c:v>
                </c:pt>
                <c:pt idx="5666">
                  <c:v>1.75</c:v>
                </c:pt>
                <c:pt idx="5667">
                  <c:v>1.75</c:v>
                </c:pt>
                <c:pt idx="5668">
                  <c:v>1.75</c:v>
                </c:pt>
                <c:pt idx="5669">
                  <c:v>1.75</c:v>
                </c:pt>
                <c:pt idx="5670">
                  <c:v>1.75</c:v>
                </c:pt>
                <c:pt idx="5671">
                  <c:v>1.75</c:v>
                </c:pt>
                <c:pt idx="5672">
                  <c:v>1.75</c:v>
                </c:pt>
                <c:pt idx="5673">
                  <c:v>1.75</c:v>
                </c:pt>
                <c:pt idx="5674">
                  <c:v>1.75</c:v>
                </c:pt>
                <c:pt idx="5675">
                  <c:v>1.75</c:v>
                </c:pt>
                <c:pt idx="5676">
                  <c:v>1.75</c:v>
                </c:pt>
                <c:pt idx="5677">
                  <c:v>1.75</c:v>
                </c:pt>
                <c:pt idx="5678">
                  <c:v>1.75</c:v>
                </c:pt>
                <c:pt idx="5679">
                  <c:v>1.75</c:v>
                </c:pt>
                <c:pt idx="5680">
                  <c:v>1.75</c:v>
                </c:pt>
                <c:pt idx="5681">
                  <c:v>1.75</c:v>
                </c:pt>
                <c:pt idx="5682">
                  <c:v>1.75</c:v>
                </c:pt>
                <c:pt idx="5683">
                  <c:v>1.75</c:v>
                </c:pt>
                <c:pt idx="5684">
                  <c:v>1.75</c:v>
                </c:pt>
                <c:pt idx="5685">
                  <c:v>1.75</c:v>
                </c:pt>
                <c:pt idx="5686">
                  <c:v>1.75</c:v>
                </c:pt>
                <c:pt idx="5687">
                  <c:v>1.75</c:v>
                </c:pt>
                <c:pt idx="5688">
                  <c:v>1.75</c:v>
                </c:pt>
                <c:pt idx="5689">
                  <c:v>1.75</c:v>
                </c:pt>
                <c:pt idx="5690">
                  <c:v>1.75</c:v>
                </c:pt>
                <c:pt idx="5691">
                  <c:v>1.75</c:v>
                </c:pt>
              </c:numCache>
            </c:numRef>
          </c:val>
          <c:smooth val="0"/>
          <c:extLst>
            <c:ext xmlns:c16="http://schemas.microsoft.com/office/drawing/2014/chart" uri="{C3380CC4-5D6E-409C-BE32-E72D297353CC}">
              <c16:uniqueId val="{00000002-46F3-F24E-A73A-EA57DD5D5848}"/>
            </c:ext>
          </c:extLst>
        </c:ser>
        <c:dLbls>
          <c:showLegendKey val="0"/>
          <c:showVal val="0"/>
          <c:showCatName val="0"/>
          <c:showSerName val="0"/>
          <c:showPercent val="0"/>
          <c:showBubbleSize val="0"/>
        </c:dLbls>
        <c:smooth val="0"/>
        <c:axId val="2000001600"/>
        <c:axId val="2000001601"/>
      </c:lineChart>
      <c:dateAx>
        <c:axId val="2000001600"/>
        <c:scaling>
          <c:orientation val="minMax"/>
          <c:min val="44562"/>
        </c:scaling>
        <c:delete val="0"/>
        <c:axPos val="b"/>
        <c:numFmt formatCode="yyyy\-mm" sourceLinked="0"/>
        <c:majorTickMark val="in"/>
        <c:minorTickMark val="none"/>
        <c:tickLblPos val="low"/>
        <c:spPr>
          <a:ln w="3175">
            <a:solidFill>
              <a:srgbClr val="000000"/>
            </a:solidFill>
            <a:prstDash val="solid"/>
          </a:ln>
        </c:spPr>
        <c:txPr>
          <a:bodyPr rot="0" vert="horz"/>
          <a:lstStyle/>
          <a:p>
            <a:pPr>
              <a:defRPr/>
            </a:pPr>
            <a:endParaRPr lang="zh-CN"/>
          </a:p>
        </c:txPr>
        <c:crossAx val="2000001601"/>
        <c:crosses val="autoZero"/>
        <c:auto val="0"/>
        <c:lblOffset val="100"/>
        <c:baseTimeUnit val="days"/>
      </c:dateAx>
      <c:valAx>
        <c:axId val="2000001601"/>
        <c:scaling>
          <c:orientation val="minMax"/>
        </c:scaling>
        <c:delete val="0"/>
        <c:axPos val="l"/>
        <c:numFmt formatCode="General" sourceLinked="0"/>
        <c:majorTickMark val="in"/>
        <c:minorTickMark val="none"/>
        <c:tickLblPos val="nextTo"/>
        <c:spPr>
          <a:ln w="3175">
            <a:solidFill>
              <a:srgbClr val="000000"/>
            </a:solidFill>
            <a:prstDash val="solid"/>
          </a:ln>
        </c:spPr>
        <c:txPr>
          <a:bodyPr rot="0" vert="horz"/>
          <a:lstStyle/>
          <a:p>
            <a:pPr>
              <a:defRPr/>
            </a:pPr>
            <a:endParaRPr lang="zh-CN"/>
          </a:p>
        </c:txPr>
        <c:crossAx val="2000001600"/>
        <c:crosses val="autoZero"/>
        <c:crossBetween val="between"/>
      </c:valAx>
      <c:spPr>
        <a:noFill/>
        <a:ln w="25400">
          <a:noFill/>
        </a:ln>
      </c:spPr>
    </c:plotArea>
    <c:legend>
      <c:legendPos val="b"/>
      <c:layout>
        <c:manualLayout>
          <c:xMode val="edge"/>
          <c:yMode val="edge"/>
          <c:x val="2.2796972072398825E-2"/>
          <c:y val="5.9458539904733839E-3"/>
          <c:w val="0.95474184226228775"/>
          <c:h val="0.14709074074074074"/>
        </c:manualLayout>
      </c:layout>
      <c:overlay val="0"/>
      <c:spPr>
        <a:noFill/>
        <a:ln w="25400">
          <a:noFill/>
        </a:ln>
      </c:spPr>
    </c:legend>
    <c:plotVisOnly val="1"/>
    <c:dispBlanksAs val="span"/>
    <c:showDLblsOverMax val="0"/>
  </c:chart>
  <c:spPr>
    <a:solidFill>
      <a:srgbClr val="FFFFFF"/>
    </a:solidFill>
    <a:ln w="9525">
      <a:noFill/>
    </a:ln>
  </c:spPr>
  <c:txPr>
    <a:bodyPr/>
    <a:lstStyle/>
    <a:p>
      <a:pPr>
        <a:defRPr sz="600" b="0" i="0" u="none" strike="noStrike" baseline="0">
          <a:solidFill>
            <a:srgbClr val="000000"/>
          </a:solidFill>
          <a:latin typeface="Arial" panose="020B0604020202020204" pitchFamily="34" charset="0"/>
          <a:ea typeface="思源黑体 CN Regular" panose="020B0500000000000000" pitchFamily="34" charset="-122"/>
          <a:cs typeface="Arial" panose="020B0604020202020204" pitchFamily="34" charset="0"/>
        </a:defRPr>
      </a:pPr>
      <a:endParaRPr lang="zh-CN"/>
    </a:p>
  </c:txPr>
  <c:externalData r:id="rId1">
    <c:autoUpdate val="0"/>
  </c:externalData>
  <c:userShapes r:id="rId2"/>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7.2956752867820454E-2"/>
          <c:y val="0.17216292407893455"/>
          <c:w val="0.88599344498181365"/>
          <c:h val="0.70276032460228177"/>
        </c:manualLayout>
      </c:layout>
      <c:lineChart>
        <c:grouping val="standard"/>
        <c:varyColors val="0"/>
        <c:ser>
          <c:idx val="0"/>
          <c:order val="0"/>
          <c:tx>
            <c:strRef>
              <c:f>'图4-5海外利率&amp;通胀'!$K$1</c:f>
              <c:strCache>
                <c:ptCount val="1"/>
                <c:pt idx="0">
                  <c:v>日本:政策目标利率</c:v>
                </c:pt>
              </c:strCache>
            </c:strRef>
          </c:tx>
          <c:spPr>
            <a:ln w="25400">
              <a:solidFill>
                <a:srgbClr val="7C80C8"/>
              </a:solidFill>
              <a:prstDash val="solid"/>
            </a:ln>
          </c:spPr>
          <c:marker>
            <c:symbol val="none"/>
          </c:marker>
          <c:cat>
            <c:numRef>
              <c:f>'图4-5海外利率&amp;通胀'!$J$5:$J$4733</c:f>
              <c:numCache>
                <c:formatCode>yyyy\-mm\-dd</c:formatCode>
                <c:ptCount val="4729"/>
                <c:pt idx="0">
                  <c:v>46202</c:v>
                </c:pt>
                <c:pt idx="1">
                  <c:v>46201</c:v>
                </c:pt>
                <c:pt idx="2">
                  <c:v>46200</c:v>
                </c:pt>
                <c:pt idx="3">
                  <c:v>46199</c:v>
                </c:pt>
                <c:pt idx="4">
                  <c:v>46198</c:v>
                </c:pt>
                <c:pt idx="5">
                  <c:v>46197</c:v>
                </c:pt>
                <c:pt idx="6">
                  <c:v>46196</c:v>
                </c:pt>
                <c:pt idx="7">
                  <c:v>46195</c:v>
                </c:pt>
                <c:pt idx="8">
                  <c:v>46194</c:v>
                </c:pt>
                <c:pt idx="9">
                  <c:v>46193</c:v>
                </c:pt>
                <c:pt idx="10">
                  <c:v>46192</c:v>
                </c:pt>
                <c:pt idx="11">
                  <c:v>46191</c:v>
                </c:pt>
                <c:pt idx="12">
                  <c:v>46190</c:v>
                </c:pt>
                <c:pt idx="13">
                  <c:v>46189</c:v>
                </c:pt>
                <c:pt idx="14">
                  <c:v>46188</c:v>
                </c:pt>
                <c:pt idx="15">
                  <c:v>46187</c:v>
                </c:pt>
                <c:pt idx="16">
                  <c:v>46186</c:v>
                </c:pt>
                <c:pt idx="17">
                  <c:v>46185</c:v>
                </c:pt>
                <c:pt idx="18">
                  <c:v>46184</c:v>
                </c:pt>
                <c:pt idx="19">
                  <c:v>46183</c:v>
                </c:pt>
                <c:pt idx="20">
                  <c:v>46182</c:v>
                </c:pt>
                <c:pt idx="21">
                  <c:v>46181</c:v>
                </c:pt>
                <c:pt idx="22">
                  <c:v>46180</c:v>
                </c:pt>
                <c:pt idx="23">
                  <c:v>46179</c:v>
                </c:pt>
                <c:pt idx="24">
                  <c:v>46178</c:v>
                </c:pt>
                <c:pt idx="25">
                  <c:v>46177</c:v>
                </c:pt>
                <c:pt idx="26">
                  <c:v>46176</c:v>
                </c:pt>
                <c:pt idx="27">
                  <c:v>46175</c:v>
                </c:pt>
                <c:pt idx="28">
                  <c:v>46174</c:v>
                </c:pt>
                <c:pt idx="29">
                  <c:v>46173</c:v>
                </c:pt>
                <c:pt idx="30">
                  <c:v>46172</c:v>
                </c:pt>
                <c:pt idx="31">
                  <c:v>46171</c:v>
                </c:pt>
                <c:pt idx="32">
                  <c:v>46170</c:v>
                </c:pt>
                <c:pt idx="33">
                  <c:v>46169</c:v>
                </c:pt>
                <c:pt idx="34">
                  <c:v>46168</c:v>
                </c:pt>
                <c:pt idx="35">
                  <c:v>46167</c:v>
                </c:pt>
                <c:pt idx="36">
                  <c:v>46166</c:v>
                </c:pt>
                <c:pt idx="37">
                  <c:v>46165</c:v>
                </c:pt>
                <c:pt idx="38">
                  <c:v>46164</c:v>
                </c:pt>
                <c:pt idx="39">
                  <c:v>46163</c:v>
                </c:pt>
                <c:pt idx="40">
                  <c:v>46162</c:v>
                </c:pt>
                <c:pt idx="41">
                  <c:v>46161</c:v>
                </c:pt>
                <c:pt idx="42">
                  <c:v>46160</c:v>
                </c:pt>
                <c:pt idx="43">
                  <c:v>46159</c:v>
                </c:pt>
                <c:pt idx="44">
                  <c:v>46158</c:v>
                </c:pt>
                <c:pt idx="45">
                  <c:v>46157</c:v>
                </c:pt>
                <c:pt idx="46">
                  <c:v>46156</c:v>
                </c:pt>
                <c:pt idx="47">
                  <c:v>46155</c:v>
                </c:pt>
                <c:pt idx="48">
                  <c:v>46154</c:v>
                </c:pt>
                <c:pt idx="49">
                  <c:v>46153</c:v>
                </c:pt>
                <c:pt idx="50">
                  <c:v>46152</c:v>
                </c:pt>
                <c:pt idx="51">
                  <c:v>46151</c:v>
                </c:pt>
                <c:pt idx="52">
                  <c:v>46150</c:v>
                </c:pt>
                <c:pt idx="53">
                  <c:v>46149</c:v>
                </c:pt>
                <c:pt idx="54">
                  <c:v>46148</c:v>
                </c:pt>
                <c:pt idx="55">
                  <c:v>46147</c:v>
                </c:pt>
                <c:pt idx="56">
                  <c:v>46146</c:v>
                </c:pt>
                <c:pt idx="57">
                  <c:v>46145</c:v>
                </c:pt>
                <c:pt idx="58">
                  <c:v>46144</c:v>
                </c:pt>
                <c:pt idx="59">
                  <c:v>46143</c:v>
                </c:pt>
                <c:pt idx="60">
                  <c:v>46142</c:v>
                </c:pt>
                <c:pt idx="61">
                  <c:v>46141</c:v>
                </c:pt>
                <c:pt idx="62">
                  <c:v>46140</c:v>
                </c:pt>
                <c:pt idx="63">
                  <c:v>46139</c:v>
                </c:pt>
                <c:pt idx="64">
                  <c:v>46138</c:v>
                </c:pt>
                <c:pt idx="65">
                  <c:v>46137</c:v>
                </c:pt>
                <c:pt idx="66">
                  <c:v>46136</c:v>
                </c:pt>
                <c:pt idx="67">
                  <c:v>46135</c:v>
                </c:pt>
                <c:pt idx="68">
                  <c:v>46134</c:v>
                </c:pt>
                <c:pt idx="69">
                  <c:v>46133</c:v>
                </c:pt>
                <c:pt idx="70">
                  <c:v>46132</c:v>
                </c:pt>
                <c:pt idx="71">
                  <c:v>46131</c:v>
                </c:pt>
                <c:pt idx="72">
                  <c:v>46130</c:v>
                </c:pt>
                <c:pt idx="73">
                  <c:v>46129</c:v>
                </c:pt>
                <c:pt idx="74">
                  <c:v>46128</c:v>
                </c:pt>
                <c:pt idx="75">
                  <c:v>46127</c:v>
                </c:pt>
                <c:pt idx="76">
                  <c:v>46126</c:v>
                </c:pt>
                <c:pt idx="77">
                  <c:v>46125</c:v>
                </c:pt>
                <c:pt idx="78">
                  <c:v>46124</c:v>
                </c:pt>
                <c:pt idx="79">
                  <c:v>46123</c:v>
                </c:pt>
                <c:pt idx="80">
                  <c:v>46122</c:v>
                </c:pt>
                <c:pt idx="81">
                  <c:v>46121</c:v>
                </c:pt>
                <c:pt idx="82">
                  <c:v>46120</c:v>
                </c:pt>
                <c:pt idx="83">
                  <c:v>46119</c:v>
                </c:pt>
                <c:pt idx="84">
                  <c:v>46118</c:v>
                </c:pt>
                <c:pt idx="85">
                  <c:v>46117</c:v>
                </c:pt>
                <c:pt idx="86">
                  <c:v>46116</c:v>
                </c:pt>
                <c:pt idx="87">
                  <c:v>46115</c:v>
                </c:pt>
                <c:pt idx="88">
                  <c:v>46114</c:v>
                </c:pt>
                <c:pt idx="89">
                  <c:v>46113</c:v>
                </c:pt>
                <c:pt idx="90">
                  <c:v>46112</c:v>
                </c:pt>
                <c:pt idx="91">
                  <c:v>46111</c:v>
                </c:pt>
                <c:pt idx="92">
                  <c:v>46110</c:v>
                </c:pt>
                <c:pt idx="93">
                  <c:v>46109</c:v>
                </c:pt>
                <c:pt idx="94">
                  <c:v>46108</c:v>
                </c:pt>
                <c:pt idx="95">
                  <c:v>46107</c:v>
                </c:pt>
                <c:pt idx="96">
                  <c:v>46106</c:v>
                </c:pt>
                <c:pt idx="97">
                  <c:v>46105</c:v>
                </c:pt>
                <c:pt idx="98">
                  <c:v>46104</c:v>
                </c:pt>
                <c:pt idx="99">
                  <c:v>46103</c:v>
                </c:pt>
                <c:pt idx="100">
                  <c:v>46102</c:v>
                </c:pt>
                <c:pt idx="101">
                  <c:v>46101</c:v>
                </c:pt>
                <c:pt idx="102">
                  <c:v>46100</c:v>
                </c:pt>
                <c:pt idx="103">
                  <c:v>46099</c:v>
                </c:pt>
                <c:pt idx="104">
                  <c:v>46098</c:v>
                </c:pt>
                <c:pt idx="105">
                  <c:v>46097</c:v>
                </c:pt>
                <c:pt idx="106">
                  <c:v>46096</c:v>
                </c:pt>
                <c:pt idx="107">
                  <c:v>46095</c:v>
                </c:pt>
                <c:pt idx="108">
                  <c:v>46094</c:v>
                </c:pt>
                <c:pt idx="109">
                  <c:v>46093</c:v>
                </c:pt>
                <c:pt idx="110">
                  <c:v>46092</c:v>
                </c:pt>
                <c:pt idx="111">
                  <c:v>46091</c:v>
                </c:pt>
                <c:pt idx="112">
                  <c:v>46090</c:v>
                </c:pt>
                <c:pt idx="113">
                  <c:v>46089</c:v>
                </c:pt>
                <c:pt idx="114">
                  <c:v>46088</c:v>
                </c:pt>
                <c:pt idx="115">
                  <c:v>46087</c:v>
                </c:pt>
                <c:pt idx="116">
                  <c:v>46086</c:v>
                </c:pt>
                <c:pt idx="117">
                  <c:v>46085</c:v>
                </c:pt>
                <c:pt idx="118">
                  <c:v>46084</c:v>
                </c:pt>
                <c:pt idx="119">
                  <c:v>46083</c:v>
                </c:pt>
                <c:pt idx="120">
                  <c:v>46082</c:v>
                </c:pt>
                <c:pt idx="121">
                  <c:v>46081</c:v>
                </c:pt>
                <c:pt idx="122">
                  <c:v>46080</c:v>
                </c:pt>
                <c:pt idx="123">
                  <c:v>46079</c:v>
                </c:pt>
                <c:pt idx="124">
                  <c:v>46078</c:v>
                </c:pt>
                <c:pt idx="125">
                  <c:v>46077</c:v>
                </c:pt>
                <c:pt idx="126">
                  <c:v>46076</c:v>
                </c:pt>
                <c:pt idx="127">
                  <c:v>46075</c:v>
                </c:pt>
                <c:pt idx="128">
                  <c:v>46074</c:v>
                </c:pt>
                <c:pt idx="129">
                  <c:v>46073</c:v>
                </c:pt>
                <c:pt idx="130">
                  <c:v>46072</c:v>
                </c:pt>
                <c:pt idx="131">
                  <c:v>46071</c:v>
                </c:pt>
                <c:pt idx="132">
                  <c:v>46070</c:v>
                </c:pt>
                <c:pt idx="133">
                  <c:v>46069</c:v>
                </c:pt>
                <c:pt idx="134">
                  <c:v>46068</c:v>
                </c:pt>
                <c:pt idx="135">
                  <c:v>46067</c:v>
                </c:pt>
                <c:pt idx="136">
                  <c:v>46066</c:v>
                </c:pt>
                <c:pt idx="137">
                  <c:v>46065</c:v>
                </c:pt>
                <c:pt idx="138">
                  <c:v>46064</c:v>
                </c:pt>
                <c:pt idx="139">
                  <c:v>46063</c:v>
                </c:pt>
                <c:pt idx="140">
                  <c:v>46062</c:v>
                </c:pt>
                <c:pt idx="141">
                  <c:v>46061</c:v>
                </c:pt>
                <c:pt idx="142">
                  <c:v>46060</c:v>
                </c:pt>
                <c:pt idx="143">
                  <c:v>46059</c:v>
                </c:pt>
                <c:pt idx="144">
                  <c:v>46058</c:v>
                </c:pt>
                <c:pt idx="145">
                  <c:v>46057</c:v>
                </c:pt>
                <c:pt idx="146">
                  <c:v>46056</c:v>
                </c:pt>
                <c:pt idx="147">
                  <c:v>46055</c:v>
                </c:pt>
                <c:pt idx="148">
                  <c:v>46054</c:v>
                </c:pt>
                <c:pt idx="149">
                  <c:v>46053</c:v>
                </c:pt>
                <c:pt idx="150">
                  <c:v>46052</c:v>
                </c:pt>
                <c:pt idx="151">
                  <c:v>46051</c:v>
                </c:pt>
                <c:pt idx="152">
                  <c:v>46050</c:v>
                </c:pt>
                <c:pt idx="153">
                  <c:v>46049</c:v>
                </c:pt>
                <c:pt idx="154">
                  <c:v>46048</c:v>
                </c:pt>
                <c:pt idx="155">
                  <c:v>46047</c:v>
                </c:pt>
                <c:pt idx="156">
                  <c:v>46046</c:v>
                </c:pt>
                <c:pt idx="157">
                  <c:v>46045</c:v>
                </c:pt>
                <c:pt idx="158">
                  <c:v>46044</c:v>
                </c:pt>
                <c:pt idx="159">
                  <c:v>46043</c:v>
                </c:pt>
                <c:pt idx="160">
                  <c:v>46042</c:v>
                </c:pt>
                <c:pt idx="161">
                  <c:v>46041</c:v>
                </c:pt>
                <c:pt idx="162">
                  <c:v>46040</c:v>
                </c:pt>
                <c:pt idx="163">
                  <c:v>46039</c:v>
                </c:pt>
                <c:pt idx="164">
                  <c:v>46038</c:v>
                </c:pt>
                <c:pt idx="165">
                  <c:v>46037</c:v>
                </c:pt>
                <c:pt idx="166">
                  <c:v>46036</c:v>
                </c:pt>
                <c:pt idx="167">
                  <c:v>46035</c:v>
                </c:pt>
                <c:pt idx="168">
                  <c:v>46034</c:v>
                </c:pt>
                <c:pt idx="169">
                  <c:v>46033</c:v>
                </c:pt>
                <c:pt idx="170">
                  <c:v>46032</c:v>
                </c:pt>
                <c:pt idx="171">
                  <c:v>46031</c:v>
                </c:pt>
                <c:pt idx="172">
                  <c:v>46030</c:v>
                </c:pt>
                <c:pt idx="173">
                  <c:v>46029</c:v>
                </c:pt>
                <c:pt idx="174">
                  <c:v>46028</c:v>
                </c:pt>
                <c:pt idx="175">
                  <c:v>46027</c:v>
                </c:pt>
                <c:pt idx="176">
                  <c:v>46026</c:v>
                </c:pt>
                <c:pt idx="177">
                  <c:v>46025</c:v>
                </c:pt>
                <c:pt idx="178">
                  <c:v>46024</c:v>
                </c:pt>
                <c:pt idx="179">
                  <c:v>46023</c:v>
                </c:pt>
                <c:pt idx="180">
                  <c:v>46022</c:v>
                </c:pt>
                <c:pt idx="181">
                  <c:v>46021</c:v>
                </c:pt>
                <c:pt idx="182">
                  <c:v>46020</c:v>
                </c:pt>
                <c:pt idx="183">
                  <c:v>46019</c:v>
                </c:pt>
                <c:pt idx="184">
                  <c:v>46018</c:v>
                </c:pt>
                <c:pt idx="185">
                  <c:v>46017</c:v>
                </c:pt>
                <c:pt idx="186">
                  <c:v>46016</c:v>
                </c:pt>
                <c:pt idx="187">
                  <c:v>46015</c:v>
                </c:pt>
                <c:pt idx="188">
                  <c:v>46014</c:v>
                </c:pt>
                <c:pt idx="189">
                  <c:v>46013</c:v>
                </c:pt>
                <c:pt idx="190">
                  <c:v>46012</c:v>
                </c:pt>
                <c:pt idx="191">
                  <c:v>46011</c:v>
                </c:pt>
                <c:pt idx="192">
                  <c:v>46010</c:v>
                </c:pt>
                <c:pt idx="193">
                  <c:v>46009</c:v>
                </c:pt>
                <c:pt idx="194">
                  <c:v>46008</c:v>
                </c:pt>
                <c:pt idx="195">
                  <c:v>46007</c:v>
                </c:pt>
                <c:pt idx="196">
                  <c:v>46006</c:v>
                </c:pt>
                <c:pt idx="197">
                  <c:v>46005</c:v>
                </c:pt>
                <c:pt idx="198">
                  <c:v>46004</c:v>
                </c:pt>
                <c:pt idx="199">
                  <c:v>46003</c:v>
                </c:pt>
                <c:pt idx="200">
                  <c:v>46002</c:v>
                </c:pt>
                <c:pt idx="201">
                  <c:v>46001</c:v>
                </c:pt>
                <c:pt idx="202">
                  <c:v>46000</c:v>
                </c:pt>
                <c:pt idx="203">
                  <c:v>45999</c:v>
                </c:pt>
                <c:pt idx="204">
                  <c:v>45998</c:v>
                </c:pt>
                <c:pt idx="205">
                  <c:v>45997</c:v>
                </c:pt>
                <c:pt idx="206">
                  <c:v>45996</c:v>
                </c:pt>
                <c:pt idx="207">
                  <c:v>45995</c:v>
                </c:pt>
                <c:pt idx="208">
                  <c:v>45994</c:v>
                </c:pt>
                <c:pt idx="209">
                  <c:v>45993</c:v>
                </c:pt>
                <c:pt idx="210">
                  <c:v>45992</c:v>
                </c:pt>
                <c:pt idx="211">
                  <c:v>45991</c:v>
                </c:pt>
                <c:pt idx="212">
                  <c:v>45990</c:v>
                </c:pt>
                <c:pt idx="213">
                  <c:v>45989</c:v>
                </c:pt>
                <c:pt idx="214">
                  <c:v>45988</c:v>
                </c:pt>
                <c:pt idx="215">
                  <c:v>45987</c:v>
                </c:pt>
                <c:pt idx="216">
                  <c:v>45986</c:v>
                </c:pt>
                <c:pt idx="217">
                  <c:v>45985</c:v>
                </c:pt>
                <c:pt idx="218">
                  <c:v>45984</c:v>
                </c:pt>
                <c:pt idx="219">
                  <c:v>45983</c:v>
                </c:pt>
                <c:pt idx="220">
                  <c:v>45982</c:v>
                </c:pt>
                <c:pt idx="221">
                  <c:v>45981</c:v>
                </c:pt>
                <c:pt idx="222">
                  <c:v>45980</c:v>
                </c:pt>
                <c:pt idx="223">
                  <c:v>45979</c:v>
                </c:pt>
                <c:pt idx="224">
                  <c:v>45978</c:v>
                </c:pt>
                <c:pt idx="225">
                  <c:v>45977</c:v>
                </c:pt>
                <c:pt idx="226">
                  <c:v>45976</c:v>
                </c:pt>
                <c:pt idx="227">
                  <c:v>45975</c:v>
                </c:pt>
                <c:pt idx="228">
                  <c:v>45974</c:v>
                </c:pt>
                <c:pt idx="229">
                  <c:v>45973</c:v>
                </c:pt>
                <c:pt idx="230">
                  <c:v>45972</c:v>
                </c:pt>
                <c:pt idx="231">
                  <c:v>45971</c:v>
                </c:pt>
                <c:pt idx="232">
                  <c:v>45970</c:v>
                </c:pt>
                <c:pt idx="233">
                  <c:v>45969</c:v>
                </c:pt>
                <c:pt idx="234">
                  <c:v>45968</c:v>
                </c:pt>
                <c:pt idx="235">
                  <c:v>45967</c:v>
                </c:pt>
                <c:pt idx="236">
                  <c:v>45966</c:v>
                </c:pt>
                <c:pt idx="237">
                  <c:v>45965</c:v>
                </c:pt>
                <c:pt idx="238">
                  <c:v>45964</c:v>
                </c:pt>
                <c:pt idx="239">
                  <c:v>45963</c:v>
                </c:pt>
                <c:pt idx="240">
                  <c:v>45962</c:v>
                </c:pt>
                <c:pt idx="241">
                  <c:v>45961</c:v>
                </c:pt>
                <c:pt idx="242">
                  <c:v>45960</c:v>
                </c:pt>
                <c:pt idx="243">
                  <c:v>45959</c:v>
                </c:pt>
                <c:pt idx="244">
                  <c:v>45958</c:v>
                </c:pt>
                <c:pt idx="245">
                  <c:v>45957</c:v>
                </c:pt>
                <c:pt idx="246">
                  <c:v>45956</c:v>
                </c:pt>
                <c:pt idx="247">
                  <c:v>45955</c:v>
                </c:pt>
                <c:pt idx="248">
                  <c:v>45954</c:v>
                </c:pt>
                <c:pt idx="249">
                  <c:v>45953</c:v>
                </c:pt>
                <c:pt idx="250">
                  <c:v>45952</c:v>
                </c:pt>
                <c:pt idx="251">
                  <c:v>45951</c:v>
                </c:pt>
                <c:pt idx="252">
                  <c:v>45950</c:v>
                </c:pt>
                <c:pt idx="253">
                  <c:v>45949</c:v>
                </c:pt>
                <c:pt idx="254">
                  <c:v>45948</c:v>
                </c:pt>
                <c:pt idx="255">
                  <c:v>45947</c:v>
                </c:pt>
                <c:pt idx="256">
                  <c:v>45946</c:v>
                </c:pt>
                <c:pt idx="257">
                  <c:v>45945</c:v>
                </c:pt>
                <c:pt idx="258">
                  <c:v>45944</c:v>
                </c:pt>
                <c:pt idx="259">
                  <c:v>45943</c:v>
                </c:pt>
                <c:pt idx="260">
                  <c:v>45942</c:v>
                </c:pt>
                <c:pt idx="261">
                  <c:v>45941</c:v>
                </c:pt>
                <c:pt idx="262">
                  <c:v>45940</c:v>
                </c:pt>
                <c:pt idx="263">
                  <c:v>45939</c:v>
                </c:pt>
                <c:pt idx="264">
                  <c:v>45938</c:v>
                </c:pt>
                <c:pt idx="265">
                  <c:v>45937</c:v>
                </c:pt>
                <c:pt idx="266">
                  <c:v>45936</c:v>
                </c:pt>
                <c:pt idx="267">
                  <c:v>45935</c:v>
                </c:pt>
                <c:pt idx="268">
                  <c:v>45934</c:v>
                </c:pt>
                <c:pt idx="269">
                  <c:v>45933</c:v>
                </c:pt>
                <c:pt idx="270">
                  <c:v>45932</c:v>
                </c:pt>
                <c:pt idx="271">
                  <c:v>45931</c:v>
                </c:pt>
                <c:pt idx="272">
                  <c:v>45930</c:v>
                </c:pt>
                <c:pt idx="273">
                  <c:v>45929</c:v>
                </c:pt>
                <c:pt idx="274">
                  <c:v>45928</c:v>
                </c:pt>
                <c:pt idx="275">
                  <c:v>45927</c:v>
                </c:pt>
                <c:pt idx="276">
                  <c:v>45926</c:v>
                </c:pt>
                <c:pt idx="277">
                  <c:v>45925</c:v>
                </c:pt>
                <c:pt idx="278">
                  <c:v>45924</c:v>
                </c:pt>
                <c:pt idx="279">
                  <c:v>45923</c:v>
                </c:pt>
                <c:pt idx="280">
                  <c:v>45922</c:v>
                </c:pt>
                <c:pt idx="281">
                  <c:v>45921</c:v>
                </c:pt>
                <c:pt idx="282">
                  <c:v>45920</c:v>
                </c:pt>
                <c:pt idx="283">
                  <c:v>45919</c:v>
                </c:pt>
                <c:pt idx="284">
                  <c:v>45918</c:v>
                </c:pt>
                <c:pt idx="285">
                  <c:v>45917</c:v>
                </c:pt>
                <c:pt idx="286">
                  <c:v>45916</c:v>
                </c:pt>
                <c:pt idx="287">
                  <c:v>45915</c:v>
                </c:pt>
                <c:pt idx="288">
                  <c:v>45914</c:v>
                </c:pt>
                <c:pt idx="289">
                  <c:v>45913</c:v>
                </c:pt>
                <c:pt idx="290">
                  <c:v>45912</c:v>
                </c:pt>
                <c:pt idx="291">
                  <c:v>45911</c:v>
                </c:pt>
                <c:pt idx="292">
                  <c:v>45910</c:v>
                </c:pt>
                <c:pt idx="293">
                  <c:v>45909</c:v>
                </c:pt>
                <c:pt idx="294">
                  <c:v>45908</c:v>
                </c:pt>
                <c:pt idx="295">
                  <c:v>45907</c:v>
                </c:pt>
                <c:pt idx="296">
                  <c:v>45906</c:v>
                </c:pt>
                <c:pt idx="297">
                  <c:v>45905</c:v>
                </c:pt>
                <c:pt idx="298">
                  <c:v>45904</c:v>
                </c:pt>
                <c:pt idx="299">
                  <c:v>45903</c:v>
                </c:pt>
                <c:pt idx="300">
                  <c:v>45902</c:v>
                </c:pt>
                <c:pt idx="301">
                  <c:v>45901</c:v>
                </c:pt>
                <c:pt idx="302">
                  <c:v>45900</c:v>
                </c:pt>
                <c:pt idx="303">
                  <c:v>45899</c:v>
                </c:pt>
                <c:pt idx="304">
                  <c:v>45898</c:v>
                </c:pt>
                <c:pt idx="305">
                  <c:v>45897</c:v>
                </c:pt>
                <c:pt idx="306">
                  <c:v>45896</c:v>
                </c:pt>
                <c:pt idx="307">
                  <c:v>45895</c:v>
                </c:pt>
                <c:pt idx="308">
                  <c:v>45894</c:v>
                </c:pt>
                <c:pt idx="309">
                  <c:v>45893</c:v>
                </c:pt>
                <c:pt idx="310">
                  <c:v>45892</c:v>
                </c:pt>
                <c:pt idx="311">
                  <c:v>45891</c:v>
                </c:pt>
                <c:pt idx="312">
                  <c:v>45890</c:v>
                </c:pt>
                <c:pt idx="313">
                  <c:v>45889</c:v>
                </c:pt>
                <c:pt idx="314">
                  <c:v>45888</c:v>
                </c:pt>
                <c:pt idx="315">
                  <c:v>45887</c:v>
                </c:pt>
                <c:pt idx="316">
                  <c:v>45886</c:v>
                </c:pt>
                <c:pt idx="317">
                  <c:v>45885</c:v>
                </c:pt>
                <c:pt idx="318">
                  <c:v>45884</c:v>
                </c:pt>
                <c:pt idx="319">
                  <c:v>45883</c:v>
                </c:pt>
                <c:pt idx="320">
                  <c:v>45882</c:v>
                </c:pt>
                <c:pt idx="321">
                  <c:v>45881</c:v>
                </c:pt>
                <c:pt idx="322">
                  <c:v>45880</c:v>
                </c:pt>
                <c:pt idx="323">
                  <c:v>45879</c:v>
                </c:pt>
                <c:pt idx="324">
                  <c:v>45878</c:v>
                </c:pt>
                <c:pt idx="325">
                  <c:v>45877</c:v>
                </c:pt>
                <c:pt idx="326">
                  <c:v>45876</c:v>
                </c:pt>
                <c:pt idx="327">
                  <c:v>45875</c:v>
                </c:pt>
                <c:pt idx="328">
                  <c:v>45874</c:v>
                </c:pt>
                <c:pt idx="329">
                  <c:v>45873</c:v>
                </c:pt>
                <c:pt idx="330">
                  <c:v>45872</c:v>
                </c:pt>
                <c:pt idx="331">
                  <c:v>45871</c:v>
                </c:pt>
                <c:pt idx="332">
                  <c:v>45870</c:v>
                </c:pt>
                <c:pt idx="333">
                  <c:v>45869</c:v>
                </c:pt>
                <c:pt idx="334">
                  <c:v>45868</c:v>
                </c:pt>
                <c:pt idx="335">
                  <c:v>45867</c:v>
                </c:pt>
                <c:pt idx="336">
                  <c:v>45866</c:v>
                </c:pt>
                <c:pt idx="337">
                  <c:v>45865</c:v>
                </c:pt>
                <c:pt idx="338">
                  <c:v>45864</c:v>
                </c:pt>
                <c:pt idx="339">
                  <c:v>45863</c:v>
                </c:pt>
                <c:pt idx="340">
                  <c:v>45862</c:v>
                </c:pt>
                <c:pt idx="341">
                  <c:v>45861</c:v>
                </c:pt>
                <c:pt idx="342">
                  <c:v>45860</c:v>
                </c:pt>
                <c:pt idx="343">
                  <c:v>45859</c:v>
                </c:pt>
                <c:pt idx="344">
                  <c:v>45858</c:v>
                </c:pt>
                <c:pt idx="345">
                  <c:v>45857</c:v>
                </c:pt>
                <c:pt idx="346">
                  <c:v>45856</c:v>
                </c:pt>
                <c:pt idx="347">
                  <c:v>45855</c:v>
                </c:pt>
                <c:pt idx="348">
                  <c:v>45854</c:v>
                </c:pt>
                <c:pt idx="349">
                  <c:v>45853</c:v>
                </c:pt>
                <c:pt idx="350">
                  <c:v>45852</c:v>
                </c:pt>
                <c:pt idx="351">
                  <c:v>45851</c:v>
                </c:pt>
                <c:pt idx="352">
                  <c:v>45850</c:v>
                </c:pt>
                <c:pt idx="353">
                  <c:v>45849</c:v>
                </c:pt>
                <c:pt idx="354">
                  <c:v>45848</c:v>
                </c:pt>
                <c:pt idx="355">
                  <c:v>45847</c:v>
                </c:pt>
                <c:pt idx="356">
                  <c:v>45846</c:v>
                </c:pt>
                <c:pt idx="357">
                  <c:v>45845</c:v>
                </c:pt>
                <c:pt idx="358">
                  <c:v>45844</c:v>
                </c:pt>
                <c:pt idx="359">
                  <c:v>45843</c:v>
                </c:pt>
                <c:pt idx="360">
                  <c:v>45842</c:v>
                </c:pt>
                <c:pt idx="361">
                  <c:v>45841</c:v>
                </c:pt>
                <c:pt idx="362">
                  <c:v>45840</c:v>
                </c:pt>
                <c:pt idx="363">
                  <c:v>45839</c:v>
                </c:pt>
                <c:pt idx="364">
                  <c:v>45838</c:v>
                </c:pt>
                <c:pt idx="365">
                  <c:v>45837</c:v>
                </c:pt>
                <c:pt idx="366">
                  <c:v>45836</c:v>
                </c:pt>
                <c:pt idx="367">
                  <c:v>45835</c:v>
                </c:pt>
                <c:pt idx="368">
                  <c:v>45834</c:v>
                </c:pt>
                <c:pt idx="369">
                  <c:v>45833</c:v>
                </c:pt>
                <c:pt idx="370">
                  <c:v>45832</c:v>
                </c:pt>
                <c:pt idx="371">
                  <c:v>45831</c:v>
                </c:pt>
                <c:pt idx="372">
                  <c:v>45830</c:v>
                </c:pt>
                <c:pt idx="373">
                  <c:v>45829</c:v>
                </c:pt>
                <c:pt idx="374">
                  <c:v>45828</c:v>
                </c:pt>
                <c:pt idx="375">
                  <c:v>45827</c:v>
                </c:pt>
                <c:pt idx="376">
                  <c:v>45826</c:v>
                </c:pt>
                <c:pt idx="377">
                  <c:v>45825</c:v>
                </c:pt>
                <c:pt idx="378">
                  <c:v>45824</c:v>
                </c:pt>
                <c:pt idx="379">
                  <c:v>45823</c:v>
                </c:pt>
                <c:pt idx="380">
                  <c:v>45822</c:v>
                </c:pt>
                <c:pt idx="381">
                  <c:v>45821</c:v>
                </c:pt>
                <c:pt idx="382">
                  <c:v>45820</c:v>
                </c:pt>
                <c:pt idx="383">
                  <c:v>45819</c:v>
                </c:pt>
                <c:pt idx="384">
                  <c:v>45818</c:v>
                </c:pt>
                <c:pt idx="385">
                  <c:v>45817</c:v>
                </c:pt>
                <c:pt idx="386">
                  <c:v>45816</c:v>
                </c:pt>
                <c:pt idx="387">
                  <c:v>45815</c:v>
                </c:pt>
                <c:pt idx="388">
                  <c:v>45814</c:v>
                </c:pt>
                <c:pt idx="389">
                  <c:v>45813</c:v>
                </c:pt>
                <c:pt idx="390">
                  <c:v>45812</c:v>
                </c:pt>
                <c:pt idx="391">
                  <c:v>45811</c:v>
                </c:pt>
                <c:pt idx="392">
                  <c:v>45810</c:v>
                </c:pt>
                <c:pt idx="393">
                  <c:v>45809</c:v>
                </c:pt>
                <c:pt idx="394">
                  <c:v>45808</c:v>
                </c:pt>
                <c:pt idx="395">
                  <c:v>45807</c:v>
                </c:pt>
                <c:pt idx="396">
                  <c:v>45806</c:v>
                </c:pt>
                <c:pt idx="397">
                  <c:v>45805</c:v>
                </c:pt>
                <c:pt idx="398">
                  <c:v>45804</c:v>
                </c:pt>
                <c:pt idx="399">
                  <c:v>45803</c:v>
                </c:pt>
                <c:pt idx="400">
                  <c:v>45802</c:v>
                </c:pt>
                <c:pt idx="401">
                  <c:v>45801</c:v>
                </c:pt>
                <c:pt idx="402">
                  <c:v>45800</c:v>
                </c:pt>
                <c:pt idx="403">
                  <c:v>45799</c:v>
                </c:pt>
                <c:pt idx="404">
                  <c:v>45798</c:v>
                </c:pt>
                <c:pt idx="405">
                  <c:v>45797</c:v>
                </c:pt>
                <c:pt idx="406">
                  <c:v>45796</c:v>
                </c:pt>
                <c:pt idx="407">
                  <c:v>45795</c:v>
                </c:pt>
                <c:pt idx="408">
                  <c:v>45794</c:v>
                </c:pt>
                <c:pt idx="409">
                  <c:v>45793</c:v>
                </c:pt>
                <c:pt idx="410">
                  <c:v>45792</c:v>
                </c:pt>
                <c:pt idx="411">
                  <c:v>45791</c:v>
                </c:pt>
                <c:pt idx="412">
                  <c:v>45790</c:v>
                </c:pt>
                <c:pt idx="413">
                  <c:v>45789</c:v>
                </c:pt>
                <c:pt idx="414">
                  <c:v>45788</c:v>
                </c:pt>
                <c:pt idx="415">
                  <c:v>45787</c:v>
                </c:pt>
                <c:pt idx="416">
                  <c:v>45786</c:v>
                </c:pt>
                <c:pt idx="417">
                  <c:v>45785</c:v>
                </c:pt>
                <c:pt idx="418">
                  <c:v>45784</c:v>
                </c:pt>
                <c:pt idx="419">
                  <c:v>45783</c:v>
                </c:pt>
                <c:pt idx="420">
                  <c:v>45782</c:v>
                </c:pt>
                <c:pt idx="421">
                  <c:v>45781</c:v>
                </c:pt>
                <c:pt idx="422">
                  <c:v>45780</c:v>
                </c:pt>
                <c:pt idx="423">
                  <c:v>45779</c:v>
                </c:pt>
                <c:pt idx="424">
                  <c:v>45778</c:v>
                </c:pt>
                <c:pt idx="425">
                  <c:v>45777</c:v>
                </c:pt>
                <c:pt idx="426">
                  <c:v>45776</c:v>
                </c:pt>
                <c:pt idx="427">
                  <c:v>45775</c:v>
                </c:pt>
                <c:pt idx="428">
                  <c:v>45774</c:v>
                </c:pt>
                <c:pt idx="429">
                  <c:v>45773</c:v>
                </c:pt>
                <c:pt idx="430">
                  <c:v>45772</c:v>
                </c:pt>
                <c:pt idx="431">
                  <c:v>45771</c:v>
                </c:pt>
                <c:pt idx="432">
                  <c:v>45770</c:v>
                </c:pt>
                <c:pt idx="433">
                  <c:v>45769</c:v>
                </c:pt>
                <c:pt idx="434">
                  <c:v>45768</c:v>
                </c:pt>
                <c:pt idx="435">
                  <c:v>45767</c:v>
                </c:pt>
                <c:pt idx="436">
                  <c:v>45766</c:v>
                </c:pt>
                <c:pt idx="437">
                  <c:v>45765</c:v>
                </c:pt>
                <c:pt idx="438">
                  <c:v>45764</c:v>
                </c:pt>
                <c:pt idx="439">
                  <c:v>45763</c:v>
                </c:pt>
                <c:pt idx="440">
                  <c:v>45762</c:v>
                </c:pt>
                <c:pt idx="441">
                  <c:v>45761</c:v>
                </c:pt>
                <c:pt idx="442">
                  <c:v>45760</c:v>
                </c:pt>
                <c:pt idx="443">
                  <c:v>45759</c:v>
                </c:pt>
                <c:pt idx="444">
                  <c:v>45758</c:v>
                </c:pt>
                <c:pt idx="445">
                  <c:v>45757</c:v>
                </c:pt>
                <c:pt idx="446">
                  <c:v>45756</c:v>
                </c:pt>
                <c:pt idx="447">
                  <c:v>45755</c:v>
                </c:pt>
                <c:pt idx="448">
                  <c:v>45754</c:v>
                </c:pt>
                <c:pt idx="449">
                  <c:v>45753</c:v>
                </c:pt>
                <c:pt idx="450">
                  <c:v>45752</c:v>
                </c:pt>
                <c:pt idx="451">
                  <c:v>45751</c:v>
                </c:pt>
                <c:pt idx="452">
                  <c:v>45750</c:v>
                </c:pt>
                <c:pt idx="453">
                  <c:v>45749</c:v>
                </c:pt>
                <c:pt idx="454">
                  <c:v>45748</c:v>
                </c:pt>
                <c:pt idx="455">
                  <c:v>45747</c:v>
                </c:pt>
                <c:pt idx="456">
                  <c:v>45746</c:v>
                </c:pt>
                <c:pt idx="457">
                  <c:v>45745</c:v>
                </c:pt>
                <c:pt idx="458">
                  <c:v>45744</c:v>
                </c:pt>
                <c:pt idx="459">
                  <c:v>45743</c:v>
                </c:pt>
                <c:pt idx="460">
                  <c:v>45742</c:v>
                </c:pt>
                <c:pt idx="461">
                  <c:v>45741</c:v>
                </c:pt>
                <c:pt idx="462">
                  <c:v>45740</c:v>
                </c:pt>
                <c:pt idx="463">
                  <c:v>45739</c:v>
                </c:pt>
                <c:pt idx="464">
                  <c:v>45738</c:v>
                </c:pt>
                <c:pt idx="465">
                  <c:v>45737</c:v>
                </c:pt>
                <c:pt idx="466">
                  <c:v>45736</c:v>
                </c:pt>
                <c:pt idx="467">
                  <c:v>45735</c:v>
                </c:pt>
                <c:pt idx="468">
                  <c:v>45734</c:v>
                </c:pt>
                <c:pt idx="469">
                  <c:v>45733</c:v>
                </c:pt>
                <c:pt idx="470">
                  <c:v>45732</c:v>
                </c:pt>
                <c:pt idx="471">
                  <c:v>45731</c:v>
                </c:pt>
                <c:pt idx="472">
                  <c:v>45730</c:v>
                </c:pt>
                <c:pt idx="473">
                  <c:v>45729</c:v>
                </c:pt>
                <c:pt idx="474">
                  <c:v>45728</c:v>
                </c:pt>
                <c:pt idx="475">
                  <c:v>45727</c:v>
                </c:pt>
                <c:pt idx="476">
                  <c:v>45726</c:v>
                </c:pt>
                <c:pt idx="477">
                  <c:v>45725</c:v>
                </c:pt>
                <c:pt idx="478">
                  <c:v>45724</c:v>
                </c:pt>
                <c:pt idx="479">
                  <c:v>45723</c:v>
                </c:pt>
                <c:pt idx="480">
                  <c:v>45722</c:v>
                </c:pt>
                <c:pt idx="481">
                  <c:v>45721</c:v>
                </c:pt>
                <c:pt idx="482">
                  <c:v>45720</c:v>
                </c:pt>
                <c:pt idx="483">
                  <c:v>45719</c:v>
                </c:pt>
                <c:pt idx="484">
                  <c:v>45718</c:v>
                </c:pt>
                <c:pt idx="485">
                  <c:v>45717</c:v>
                </c:pt>
                <c:pt idx="486">
                  <c:v>45716</c:v>
                </c:pt>
                <c:pt idx="487">
                  <c:v>45715</c:v>
                </c:pt>
                <c:pt idx="488">
                  <c:v>45714</c:v>
                </c:pt>
                <c:pt idx="489">
                  <c:v>45713</c:v>
                </c:pt>
                <c:pt idx="490">
                  <c:v>45712</c:v>
                </c:pt>
                <c:pt idx="491">
                  <c:v>45711</c:v>
                </c:pt>
                <c:pt idx="492">
                  <c:v>45710</c:v>
                </c:pt>
                <c:pt idx="493">
                  <c:v>45709</c:v>
                </c:pt>
                <c:pt idx="494">
                  <c:v>45708</c:v>
                </c:pt>
                <c:pt idx="495">
                  <c:v>45707</c:v>
                </c:pt>
                <c:pt idx="496">
                  <c:v>45706</c:v>
                </c:pt>
                <c:pt idx="497">
                  <c:v>45705</c:v>
                </c:pt>
                <c:pt idx="498">
                  <c:v>45704</c:v>
                </c:pt>
                <c:pt idx="499">
                  <c:v>45703</c:v>
                </c:pt>
                <c:pt idx="500">
                  <c:v>45702</c:v>
                </c:pt>
                <c:pt idx="501">
                  <c:v>45701</c:v>
                </c:pt>
                <c:pt idx="502">
                  <c:v>45700</c:v>
                </c:pt>
                <c:pt idx="503">
                  <c:v>45699</c:v>
                </c:pt>
                <c:pt idx="504">
                  <c:v>45698</c:v>
                </c:pt>
                <c:pt idx="505">
                  <c:v>45697</c:v>
                </c:pt>
                <c:pt idx="506">
                  <c:v>45696</c:v>
                </c:pt>
                <c:pt idx="507">
                  <c:v>45695</c:v>
                </c:pt>
                <c:pt idx="508">
                  <c:v>45694</c:v>
                </c:pt>
                <c:pt idx="509">
                  <c:v>45693</c:v>
                </c:pt>
                <c:pt idx="510">
                  <c:v>45692</c:v>
                </c:pt>
                <c:pt idx="511">
                  <c:v>45691</c:v>
                </c:pt>
                <c:pt idx="512">
                  <c:v>45690</c:v>
                </c:pt>
                <c:pt idx="513">
                  <c:v>45689</c:v>
                </c:pt>
                <c:pt idx="514">
                  <c:v>45688</c:v>
                </c:pt>
                <c:pt idx="515">
                  <c:v>45687</c:v>
                </c:pt>
                <c:pt idx="516">
                  <c:v>45686</c:v>
                </c:pt>
                <c:pt idx="517">
                  <c:v>45685</c:v>
                </c:pt>
                <c:pt idx="518">
                  <c:v>45684</c:v>
                </c:pt>
                <c:pt idx="519">
                  <c:v>45683</c:v>
                </c:pt>
                <c:pt idx="520">
                  <c:v>45682</c:v>
                </c:pt>
                <c:pt idx="521">
                  <c:v>45681</c:v>
                </c:pt>
                <c:pt idx="522">
                  <c:v>45680</c:v>
                </c:pt>
                <c:pt idx="523">
                  <c:v>45679</c:v>
                </c:pt>
                <c:pt idx="524">
                  <c:v>45678</c:v>
                </c:pt>
                <c:pt idx="525">
                  <c:v>45677</c:v>
                </c:pt>
                <c:pt idx="526">
                  <c:v>45676</c:v>
                </c:pt>
                <c:pt idx="527">
                  <c:v>45675</c:v>
                </c:pt>
                <c:pt idx="528">
                  <c:v>45674</c:v>
                </c:pt>
                <c:pt idx="529">
                  <c:v>45673</c:v>
                </c:pt>
                <c:pt idx="530">
                  <c:v>45672</c:v>
                </c:pt>
                <c:pt idx="531">
                  <c:v>45671</c:v>
                </c:pt>
                <c:pt idx="532">
                  <c:v>45670</c:v>
                </c:pt>
                <c:pt idx="533">
                  <c:v>45669</c:v>
                </c:pt>
                <c:pt idx="534">
                  <c:v>45668</c:v>
                </c:pt>
                <c:pt idx="535">
                  <c:v>45667</c:v>
                </c:pt>
                <c:pt idx="536">
                  <c:v>45666</c:v>
                </c:pt>
                <c:pt idx="537">
                  <c:v>45665</c:v>
                </c:pt>
                <c:pt idx="538">
                  <c:v>45664</c:v>
                </c:pt>
                <c:pt idx="539">
                  <c:v>45663</c:v>
                </c:pt>
                <c:pt idx="540">
                  <c:v>45662</c:v>
                </c:pt>
                <c:pt idx="541">
                  <c:v>45661</c:v>
                </c:pt>
                <c:pt idx="542">
                  <c:v>45660</c:v>
                </c:pt>
                <c:pt idx="543">
                  <c:v>45659</c:v>
                </c:pt>
                <c:pt idx="544">
                  <c:v>45658</c:v>
                </c:pt>
                <c:pt idx="545">
                  <c:v>45657</c:v>
                </c:pt>
                <c:pt idx="546">
                  <c:v>45656</c:v>
                </c:pt>
                <c:pt idx="547">
                  <c:v>45655</c:v>
                </c:pt>
                <c:pt idx="548">
                  <c:v>45654</c:v>
                </c:pt>
                <c:pt idx="549">
                  <c:v>45653</c:v>
                </c:pt>
                <c:pt idx="550">
                  <c:v>45652</c:v>
                </c:pt>
                <c:pt idx="551">
                  <c:v>45651</c:v>
                </c:pt>
                <c:pt idx="552">
                  <c:v>45650</c:v>
                </c:pt>
                <c:pt idx="553">
                  <c:v>45649</c:v>
                </c:pt>
                <c:pt idx="554">
                  <c:v>45648</c:v>
                </c:pt>
                <c:pt idx="555">
                  <c:v>45647</c:v>
                </c:pt>
                <c:pt idx="556">
                  <c:v>45646</c:v>
                </c:pt>
                <c:pt idx="557">
                  <c:v>45645</c:v>
                </c:pt>
                <c:pt idx="558">
                  <c:v>45644</c:v>
                </c:pt>
                <c:pt idx="559">
                  <c:v>45643</c:v>
                </c:pt>
                <c:pt idx="560">
                  <c:v>45642</c:v>
                </c:pt>
                <c:pt idx="561">
                  <c:v>45641</c:v>
                </c:pt>
                <c:pt idx="562">
                  <c:v>45640</c:v>
                </c:pt>
                <c:pt idx="563">
                  <c:v>45639</c:v>
                </c:pt>
                <c:pt idx="564">
                  <c:v>45638</c:v>
                </c:pt>
                <c:pt idx="565">
                  <c:v>45637</c:v>
                </c:pt>
                <c:pt idx="566">
                  <c:v>45636</c:v>
                </c:pt>
                <c:pt idx="567">
                  <c:v>45635</c:v>
                </c:pt>
                <c:pt idx="568">
                  <c:v>45634</c:v>
                </c:pt>
                <c:pt idx="569">
                  <c:v>45633</c:v>
                </c:pt>
                <c:pt idx="570">
                  <c:v>45632</c:v>
                </c:pt>
                <c:pt idx="571">
                  <c:v>45631</c:v>
                </c:pt>
                <c:pt idx="572">
                  <c:v>45630</c:v>
                </c:pt>
                <c:pt idx="573">
                  <c:v>45629</c:v>
                </c:pt>
                <c:pt idx="574">
                  <c:v>45628</c:v>
                </c:pt>
                <c:pt idx="575">
                  <c:v>45627</c:v>
                </c:pt>
                <c:pt idx="576">
                  <c:v>45626</c:v>
                </c:pt>
                <c:pt idx="577">
                  <c:v>45625</c:v>
                </c:pt>
                <c:pt idx="578">
                  <c:v>45624</c:v>
                </c:pt>
                <c:pt idx="579">
                  <c:v>45623</c:v>
                </c:pt>
                <c:pt idx="580">
                  <c:v>45622</c:v>
                </c:pt>
                <c:pt idx="581">
                  <c:v>45621</c:v>
                </c:pt>
                <c:pt idx="582">
                  <c:v>45620</c:v>
                </c:pt>
                <c:pt idx="583">
                  <c:v>45619</c:v>
                </c:pt>
                <c:pt idx="584">
                  <c:v>45618</c:v>
                </c:pt>
                <c:pt idx="585">
                  <c:v>45617</c:v>
                </c:pt>
                <c:pt idx="586">
                  <c:v>45616</c:v>
                </c:pt>
                <c:pt idx="587">
                  <c:v>45615</c:v>
                </c:pt>
                <c:pt idx="588">
                  <c:v>45614</c:v>
                </c:pt>
                <c:pt idx="589">
                  <c:v>45613</c:v>
                </c:pt>
                <c:pt idx="590">
                  <c:v>45612</c:v>
                </c:pt>
                <c:pt idx="591">
                  <c:v>45611</c:v>
                </c:pt>
                <c:pt idx="592">
                  <c:v>45610</c:v>
                </c:pt>
                <c:pt idx="593">
                  <c:v>45609</c:v>
                </c:pt>
                <c:pt idx="594">
                  <c:v>45608</c:v>
                </c:pt>
                <c:pt idx="595">
                  <c:v>45607</c:v>
                </c:pt>
                <c:pt idx="596">
                  <c:v>45606</c:v>
                </c:pt>
                <c:pt idx="597">
                  <c:v>45605</c:v>
                </c:pt>
                <c:pt idx="598">
                  <c:v>45604</c:v>
                </c:pt>
                <c:pt idx="599">
                  <c:v>45603</c:v>
                </c:pt>
                <c:pt idx="600">
                  <c:v>45602</c:v>
                </c:pt>
                <c:pt idx="601">
                  <c:v>45601</c:v>
                </c:pt>
                <c:pt idx="602">
                  <c:v>45600</c:v>
                </c:pt>
                <c:pt idx="603">
                  <c:v>45599</c:v>
                </c:pt>
                <c:pt idx="604">
                  <c:v>45598</c:v>
                </c:pt>
                <c:pt idx="605">
                  <c:v>45597</c:v>
                </c:pt>
                <c:pt idx="606">
                  <c:v>45596</c:v>
                </c:pt>
                <c:pt idx="607">
                  <c:v>45595</c:v>
                </c:pt>
                <c:pt idx="608">
                  <c:v>45594</c:v>
                </c:pt>
                <c:pt idx="609">
                  <c:v>45593</c:v>
                </c:pt>
                <c:pt idx="610">
                  <c:v>45592</c:v>
                </c:pt>
                <c:pt idx="611">
                  <c:v>45591</c:v>
                </c:pt>
                <c:pt idx="612">
                  <c:v>45590</c:v>
                </c:pt>
                <c:pt idx="613">
                  <c:v>45589</c:v>
                </c:pt>
                <c:pt idx="614">
                  <c:v>45588</c:v>
                </c:pt>
                <c:pt idx="615">
                  <c:v>45587</c:v>
                </c:pt>
                <c:pt idx="616">
                  <c:v>45586</c:v>
                </c:pt>
                <c:pt idx="617">
                  <c:v>45585</c:v>
                </c:pt>
                <c:pt idx="618">
                  <c:v>45584</c:v>
                </c:pt>
                <c:pt idx="619">
                  <c:v>45583</c:v>
                </c:pt>
                <c:pt idx="620">
                  <c:v>45582</c:v>
                </c:pt>
                <c:pt idx="621">
                  <c:v>45581</c:v>
                </c:pt>
                <c:pt idx="622">
                  <c:v>45580</c:v>
                </c:pt>
                <c:pt idx="623">
                  <c:v>45579</c:v>
                </c:pt>
                <c:pt idx="624">
                  <c:v>45578</c:v>
                </c:pt>
                <c:pt idx="625">
                  <c:v>45577</c:v>
                </c:pt>
                <c:pt idx="626">
                  <c:v>45576</c:v>
                </c:pt>
                <c:pt idx="627">
                  <c:v>45575</c:v>
                </c:pt>
                <c:pt idx="628">
                  <c:v>45574</c:v>
                </c:pt>
                <c:pt idx="629">
                  <c:v>45573</c:v>
                </c:pt>
                <c:pt idx="630">
                  <c:v>45572</c:v>
                </c:pt>
                <c:pt idx="631">
                  <c:v>45571</c:v>
                </c:pt>
                <c:pt idx="632">
                  <c:v>45570</c:v>
                </c:pt>
                <c:pt idx="633">
                  <c:v>45569</c:v>
                </c:pt>
                <c:pt idx="634">
                  <c:v>45568</c:v>
                </c:pt>
                <c:pt idx="635">
                  <c:v>45567</c:v>
                </c:pt>
                <c:pt idx="636">
                  <c:v>45566</c:v>
                </c:pt>
                <c:pt idx="637">
                  <c:v>45565</c:v>
                </c:pt>
                <c:pt idx="638">
                  <c:v>45564</c:v>
                </c:pt>
                <c:pt idx="639">
                  <c:v>45563</c:v>
                </c:pt>
                <c:pt idx="640">
                  <c:v>45562</c:v>
                </c:pt>
                <c:pt idx="641">
                  <c:v>45561</c:v>
                </c:pt>
                <c:pt idx="642">
                  <c:v>45560</c:v>
                </c:pt>
                <c:pt idx="643">
                  <c:v>45559</c:v>
                </c:pt>
                <c:pt idx="644">
                  <c:v>45558</c:v>
                </c:pt>
                <c:pt idx="645">
                  <c:v>45557</c:v>
                </c:pt>
                <c:pt idx="646">
                  <c:v>45556</c:v>
                </c:pt>
                <c:pt idx="647">
                  <c:v>45555</c:v>
                </c:pt>
                <c:pt idx="648">
                  <c:v>45554</c:v>
                </c:pt>
                <c:pt idx="649">
                  <c:v>45553</c:v>
                </c:pt>
                <c:pt idx="650">
                  <c:v>45552</c:v>
                </c:pt>
                <c:pt idx="651">
                  <c:v>45551</c:v>
                </c:pt>
                <c:pt idx="652">
                  <c:v>45550</c:v>
                </c:pt>
                <c:pt idx="653">
                  <c:v>45549</c:v>
                </c:pt>
                <c:pt idx="654">
                  <c:v>45548</c:v>
                </c:pt>
                <c:pt idx="655">
                  <c:v>45547</c:v>
                </c:pt>
                <c:pt idx="656">
                  <c:v>45546</c:v>
                </c:pt>
                <c:pt idx="657">
                  <c:v>45545</c:v>
                </c:pt>
                <c:pt idx="658">
                  <c:v>45544</c:v>
                </c:pt>
                <c:pt idx="659">
                  <c:v>45543</c:v>
                </c:pt>
                <c:pt idx="660">
                  <c:v>45542</c:v>
                </c:pt>
                <c:pt idx="661">
                  <c:v>45541</c:v>
                </c:pt>
                <c:pt idx="662">
                  <c:v>45540</c:v>
                </c:pt>
                <c:pt idx="663">
                  <c:v>45539</c:v>
                </c:pt>
                <c:pt idx="664">
                  <c:v>45538</c:v>
                </c:pt>
                <c:pt idx="665">
                  <c:v>45537</c:v>
                </c:pt>
                <c:pt idx="666">
                  <c:v>45536</c:v>
                </c:pt>
                <c:pt idx="667">
                  <c:v>45535</c:v>
                </c:pt>
                <c:pt idx="668">
                  <c:v>45534</c:v>
                </c:pt>
                <c:pt idx="669">
                  <c:v>45533</c:v>
                </c:pt>
                <c:pt idx="670">
                  <c:v>45532</c:v>
                </c:pt>
                <c:pt idx="671">
                  <c:v>45531</c:v>
                </c:pt>
                <c:pt idx="672">
                  <c:v>45530</c:v>
                </c:pt>
                <c:pt idx="673">
                  <c:v>45529</c:v>
                </c:pt>
                <c:pt idx="674">
                  <c:v>45528</c:v>
                </c:pt>
                <c:pt idx="675">
                  <c:v>45527</c:v>
                </c:pt>
                <c:pt idx="676">
                  <c:v>45526</c:v>
                </c:pt>
                <c:pt idx="677">
                  <c:v>45525</c:v>
                </c:pt>
                <c:pt idx="678">
                  <c:v>45524</c:v>
                </c:pt>
                <c:pt idx="679">
                  <c:v>45523</c:v>
                </c:pt>
                <c:pt idx="680">
                  <c:v>45522</c:v>
                </c:pt>
                <c:pt idx="681">
                  <c:v>45521</c:v>
                </c:pt>
                <c:pt idx="682">
                  <c:v>45520</c:v>
                </c:pt>
                <c:pt idx="683">
                  <c:v>45519</c:v>
                </c:pt>
                <c:pt idx="684">
                  <c:v>45518</c:v>
                </c:pt>
                <c:pt idx="685">
                  <c:v>45517</c:v>
                </c:pt>
                <c:pt idx="686">
                  <c:v>45516</c:v>
                </c:pt>
                <c:pt idx="687">
                  <c:v>45515</c:v>
                </c:pt>
                <c:pt idx="688">
                  <c:v>45514</c:v>
                </c:pt>
                <c:pt idx="689">
                  <c:v>45513</c:v>
                </c:pt>
                <c:pt idx="690">
                  <c:v>45512</c:v>
                </c:pt>
                <c:pt idx="691">
                  <c:v>45511</c:v>
                </c:pt>
                <c:pt idx="692">
                  <c:v>45510</c:v>
                </c:pt>
                <c:pt idx="693">
                  <c:v>45509</c:v>
                </c:pt>
                <c:pt idx="694">
                  <c:v>45508</c:v>
                </c:pt>
                <c:pt idx="695">
                  <c:v>45507</c:v>
                </c:pt>
                <c:pt idx="696">
                  <c:v>45506</c:v>
                </c:pt>
                <c:pt idx="697">
                  <c:v>45505</c:v>
                </c:pt>
                <c:pt idx="698">
                  <c:v>45504</c:v>
                </c:pt>
                <c:pt idx="699">
                  <c:v>45503</c:v>
                </c:pt>
                <c:pt idx="700">
                  <c:v>45502</c:v>
                </c:pt>
                <c:pt idx="701">
                  <c:v>45501</c:v>
                </c:pt>
                <c:pt idx="702">
                  <c:v>45500</c:v>
                </c:pt>
                <c:pt idx="703">
                  <c:v>45499</c:v>
                </c:pt>
                <c:pt idx="704">
                  <c:v>45498</c:v>
                </c:pt>
                <c:pt idx="705">
                  <c:v>45497</c:v>
                </c:pt>
                <c:pt idx="706">
                  <c:v>45496</c:v>
                </c:pt>
                <c:pt idx="707">
                  <c:v>45495</c:v>
                </c:pt>
                <c:pt idx="708">
                  <c:v>45494</c:v>
                </c:pt>
                <c:pt idx="709">
                  <c:v>45493</c:v>
                </c:pt>
                <c:pt idx="710">
                  <c:v>45492</c:v>
                </c:pt>
                <c:pt idx="711">
                  <c:v>45491</c:v>
                </c:pt>
                <c:pt idx="712">
                  <c:v>45490</c:v>
                </c:pt>
                <c:pt idx="713">
                  <c:v>45489</c:v>
                </c:pt>
                <c:pt idx="714">
                  <c:v>45488</c:v>
                </c:pt>
                <c:pt idx="715">
                  <c:v>45487</c:v>
                </c:pt>
                <c:pt idx="716">
                  <c:v>45486</c:v>
                </c:pt>
                <c:pt idx="717">
                  <c:v>45485</c:v>
                </c:pt>
                <c:pt idx="718">
                  <c:v>45484</c:v>
                </c:pt>
                <c:pt idx="719">
                  <c:v>45483</c:v>
                </c:pt>
                <c:pt idx="720">
                  <c:v>45482</c:v>
                </c:pt>
                <c:pt idx="721">
                  <c:v>45481</c:v>
                </c:pt>
                <c:pt idx="722">
                  <c:v>45480</c:v>
                </c:pt>
                <c:pt idx="723">
                  <c:v>45479</c:v>
                </c:pt>
                <c:pt idx="724">
                  <c:v>45478</c:v>
                </c:pt>
                <c:pt idx="725">
                  <c:v>45477</c:v>
                </c:pt>
                <c:pt idx="726">
                  <c:v>45476</c:v>
                </c:pt>
                <c:pt idx="727">
                  <c:v>45475</c:v>
                </c:pt>
                <c:pt idx="728">
                  <c:v>45474</c:v>
                </c:pt>
                <c:pt idx="729">
                  <c:v>45473</c:v>
                </c:pt>
                <c:pt idx="730">
                  <c:v>45472</c:v>
                </c:pt>
                <c:pt idx="731">
                  <c:v>45471</c:v>
                </c:pt>
                <c:pt idx="732">
                  <c:v>45470</c:v>
                </c:pt>
                <c:pt idx="733">
                  <c:v>45469</c:v>
                </c:pt>
                <c:pt idx="734">
                  <c:v>45468</c:v>
                </c:pt>
                <c:pt idx="735">
                  <c:v>45467</c:v>
                </c:pt>
                <c:pt idx="736">
                  <c:v>45466</c:v>
                </c:pt>
                <c:pt idx="737">
                  <c:v>45465</c:v>
                </c:pt>
                <c:pt idx="738">
                  <c:v>45464</c:v>
                </c:pt>
                <c:pt idx="739">
                  <c:v>45463</c:v>
                </c:pt>
                <c:pt idx="740">
                  <c:v>45462</c:v>
                </c:pt>
                <c:pt idx="741">
                  <c:v>45461</c:v>
                </c:pt>
                <c:pt idx="742">
                  <c:v>45460</c:v>
                </c:pt>
                <c:pt idx="743">
                  <c:v>45459</c:v>
                </c:pt>
                <c:pt idx="744">
                  <c:v>45458</c:v>
                </c:pt>
                <c:pt idx="745">
                  <c:v>45457</c:v>
                </c:pt>
                <c:pt idx="746">
                  <c:v>45456</c:v>
                </c:pt>
                <c:pt idx="747">
                  <c:v>45455</c:v>
                </c:pt>
                <c:pt idx="748">
                  <c:v>45454</c:v>
                </c:pt>
                <c:pt idx="749">
                  <c:v>45453</c:v>
                </c:pt>
                <c:pt idx="750">
                  <c:v>45452</c:v>
                </c:pt>
                <c:pt idx="751">
                  <c:v>45451</c:v>
                </c:pt>
                <c:pt idx="752">
                  <c:v>45450</c:v>
                </c:pt>
                <c:pt idx="753">
                  <c:v>45449</c:v>
                </c:pt>
                <c:pt idx="754">
                  <c:v>45448</c:v>
                </c:pt>
                <c:pt idx="755">
                  <c:v>45447</c:v>
                </c:pt>
                <c:pt idx="756">
                  <c:v>45446</c:v>
                </c:pt>
                <c:pt idx="757">
                  <c:v>45445</c:v>
                </c:pt>
                <c:pt idx="758">
                  <c:v>45444</c:v>
                </c:pt>
                <c:pt idx="759">
                  <c:v>45443</c:v>
                </c:pt>
                <c:pt idx="760">
                  <c:v>45442</c:v>
                </c:pt>
                <c:pt idx="761">
                  <c:v>45441</c:v>
                </c:pt>
                <c:pt idx="762">
                  <c:v>45440</c:v>
                </c:pt>
                <c:pt idx="763">
                  <c:v>45439</c:v>
                </c:pt>
                <c:pt idx="764">
                  <c:v>45438</c:v>
                </c:pt>
                <c:pt idx="765">
                  <c:v>45437</c:v>
                </c:pt>
                <c:pt idx="766">
                  <c:v>45436</c:v>
                </c:pt>
                <c:pt idx="767">
                  <c:v>45435</c:v>
                </c:pt>
                <c:pt idx="768">
                  <c:v>45434</c:v>
                </c:pt>
                <c:pt idx="769">
                  <c:v>45433</c:v>
                </c:pt>
                <c:pt idx="770">
                  <c:v>45432</c:v>
                </c:pt>
                <c:pt idx="771">
                  <c:v>45431</c:v>
                </c:pt>
                <c:pt idx="772">
                  <c:v>45430</c:v>
                </c:pt>
                <c:pt idx="773">
                  <c:v>45429</c:v>
                </c:pt>
                <c:pt idx="774">
                  <c:v>45428</c:v>
                </c:pt>
                <c:pt idx="775">
                  <c:v>45427</c:v>
                </c:pt>
                <c:pt idx="776">
                  <c:v>45426</c:v>
                </c:pt>
                <c:pt idx="777">
                  <c:v>45425</c:v>
                </c:pt>
                <c:pt idx="778">
                  <c:v>45424</c:v>
                </c:pt>
                <c:pt idx="779">
                  <c:v>45423</c:v>
                </c:pt>
                <c:pt idx="780">
                  <c:v>45422</c:v>
                </c:pt>
                <c:pt idx="781">
                  <c:v>45421</c:v>
                </c:pt>
                <c:pt idx="782">
                  <c:v>45420</c:v>
                </c:pt>
                <c:pt idx="783">
                  <c:v>45419</c:v>
                </c:pt>
                <c:pt idx="784">
                  <c:v>45418</c:v>
                </c:pt>
                <c:pt idx="785">
                  <c:v>45417</c:v>
                </c:pt>
                <c:pt idx="786">
                  <c:v>45416</c:v>
                </c:pt>
                <c:pt idx="787">
                  <c:v>45415</c:v>
                </c:pt>
                <c:pt idx="788">
                  <c:v>45414</c:v>
                </c:pt>
                <c:pt idx="789">
                  <c:v>45413</c:v>
                </c:pt>
                <c:pt idx="790">
                  <c:v>45412</c:v>
                </c:pt>
                <c:pt idx="791">
                  <c:v>45411</c:v>
                </c:pt>
                <c:pt idx="792">
                  <c:v>45410</c:v>
                </c:pt>
                <c:pt idx="793">
                  <c:v>45409</c:v>
                </c:pt>
                <c:pt idx="794">
                  <c:v>45408</c:v>
                </c:pt>
                <c:pt idx="795">
                  <c:v>45407</c:v>
                </c:pt>
                <c:pt idx="796">
                  <c:v>45406</c:v>
                </c:pt>
                <c:pt idx="797">
                  <c:v>45405</c:v>
                </c:pt>
                <c:pt idx="798">
                  <c:v>45404</c:v>
                </c:pt>
                <c:pt idx="799">
                  <c:v>45403</c:v>
                </c:pt>
                <c:pt idx="800">
                  <c:v>45402</c:v>
                </c:pt>
                <c:pt idx="801">
                  <c:v>45401</c:v>
                </c:pt>
                <c:pt idx="802">
                  <c:v>45400</c:v>
                </c:pt>
                <c:pt idx="803">
                  <c:v>45399</c:v>
                </c:pt>
                <c:pt idx="804">
                  <c:v>45398</c:v>
                </c:pt>
                <c:pt idx="805">
                  <c:v>45397</c:v>
                </c:pt>
                <c:pt idx="806">
                  <c:v>45396</c:v>
                </c:pt>
                <c:pt idx="807">
                  <c:v>45395</c:v>
                </c:pt>
                <c:pt idx="808">
                  <c:v>45394</c:v>
                </c:pt>
                <c:pt idx="809">
                  <c:v>45393</c:v>
                </c:pt>
                <c:pt idx="810">
                  <c:v>45392</c:v>
                </c:pt>
                <c:pt idx="811">
                  <c:v>45391</c:v>
                </c:pt>
                <c:pt idx="812">
                  <c:v>45390</c:v>
                </c:pt>
                <c:pt idx="813">
                  <c:v>45389</c:v>
                </c:pt>
                <c:pt idx="814">
                  <c:v>45388</c:v>
                </c:pt>
                <c:pt idx="815">
                  <c:v>45387</c:v>
                </c:pt>
                <c:pt idx="816">
                  <c:v>45386</c:v>
                </c:pt>
                <c:pt idx="817">
                  <c:v>45385</c:v>
                </c:pt>
                <c:pt idx="818">
                  <c:v>45384</c:v>
                </c:pt>
                <c:pt idx="819">
                  <c:v>45383</c:v>
                </c:pt>
                <c:pt idx="820">
                  <c:v>45382</c:v>
                </c:pt>
                <c:pt idx="821">
                  <c:v>45381</c:v>
                </c:pt>
                <c:pt idx="822">
                  <c:v>45380</c:v>
                </c:pt>
                <c:pt idx="823">
                  <c:v>45379</c:v>
                </c:pt>
                <c:pt idx="824">
                  <c:v>45378</c:v>
                </c:pt>
                <c:pt idx="825">
                  <c:v>45377</c:v>
                </c:pt>
                <c:pt idx="826">
                  <c:v>45376</c:v>
                </c:pt>
                <c:pt idx="827">
                  <c:v>45375</c:v>
                </c:pt>
                <c:pt idx="828">
                  <c:v>45374</c:v>
                </c:pt>
                <c:pt idx="829">
                  <c:v>45373</c:v>
                </c:pt>
                <c:pt idx="830">
                  <c:v>45372</c:v>
                </c:pt>
                <c:pt idx="831">
                  <c:v>45371</c:v>
                </c:pt>
                <c:pt idx="832">
                  <c:v>45370</c:v>
                </c:pt>
                <c:pt idx="833">
                  <c:v>45369</c:v>
                </c:pt>
                <c:pt idx="834">
                  <c:v>45368</c:v>
                </c:pt>
                <c:pt idx="835">
                  <c:v>45367</c:v>
                </c:pt>
                <c:pt idx="836">
                  <c:v>45366</c:v>
                </c:pt>
                <c:pt idx="837">
                  <c:v>45365</c:v>
                </c:pt>
                <c:pt idx="838">
                  <c:v>45364</c:v>
                </c:pt>
                <c:pt idx="839">
                  <c:v>45363</c:v>
                </c:pt>
                <c:pt idx="840">
                  <c:v>45362</c:v>
                </c:pt>
                <c:pt idx="841">
                  <c:v>45361</c:v>
                </c:pt>
                <c:pt idx="842">
                  <c:v>45360</c:v>
                </c:pt>
                <c:pt idx="843">
                  <c:v>45359</c:v>
                </c:pt>
                <c:pt idx="844">
                  <c:v>45358</c:v>
                </c:pt>
                <c:pt idx="845">
                  <c:v>45357</c:v>
                </c:pt>
                <c:pt idx="846">
                  <c:v>45356</c:v>
                </c:pt>
                <c:pt idx="847">
                  <c:v>45355</c:v>
                </c:pt>
                <c:pt idx="848">
                  <c:v>45354</c:v>
                </c:pt>
                <c:pt idx="849">
                  <c:v>45353</c:v>
                </c:pt>
                <c:pt idx="850">
                  <c:v>45352</c:v>
                </c:pt>
                <c:pt idx="851">
                  <c:v>45351</c:v>
                </c:pt>
                <c:pt idx="852">
                  <c:v>45350</c:v>
                </c:pt>
                <c:pt idx="853">
                  <c:v>45349</c:v>
                </c:pt>
                <c:pt idx="854">
                  <c:v>45348</c:v>
                </c:pt>
                <c:pt idx="855">
                  <c:v>45347</c:v>
                </c:pt>
                <c:pt idx="856">
                  <c:v>45346</c:v>
                </c:pt>
                <c:pt idx="857">
                  <c:v>45345</c:v>
                </c:pt>
                <c:pt idx="858">
                  <c:v>45344</c:v>
                </c:pt>
                <c:pt idx="859">
                  <c:v>45343</c:v>
                </c:pt>
                <c:pt idx="860">
                  <c:v>45342</c:v>
                </c:pt>
                <c:pt idx="861">
                  <c:v>45341</c:v>
                </c:pt>
                <c:pt idx="862">
                  <c:v>45340</c:v>
                </c:pt>
                <c:pt idx="863">
                  <c:v>45339</c:v>
                </c:pt>
                <c:pt idx="864">
                  <c:v>45338</c:v>
                </c:pt>
                <c:pt idx="865">
                  <c:v>45337</c:v>
                </c:pt>
                <c:pt idx="866">
                  <c:v>45336</c:v>
                </c:pt>
                <c:pt idx="867">
                  <c:v>45335</c:v>
                </c:pt>
                <c:pt idx="868">
                  <c:v>45334</c:v>
                </c:pt>
                <c:pt idx="869">
                  <c:v>45333</c:v>
                </c:pt>
                <c:pt idx="870">
                  <c:v>45332</c:v>
                </c:pt>
                <c:pt idx="871">
                  <c:v>45331</c:v>
                </c:pt>
                <c:pt idx="872">
                  <c:v>45330</c:v>
                </c:pt>
                <c:pt idx="873">
                  <c:v>45329</c:v>
                </c:pt>
                <c:pt idx="874">
                  <c:v>45328</c:v>
                </c:pt>
                <c:pt idx="875">
                  <c:v>45327</c:v>
                </c:pt>
                <c:pt idx="876">
                  <c:v>45326</c:v>
                </c:pt>
                <c:pt idx="877">
                  <c:v>45325</c:v>
                </c:pt>
                <c:pt idx="878">
                  <c:v>45324</c:v>
                </c:pt>
                <c:pt idx="879">
                  <c:v>45323</c:v>
                </c:pt>
                <c:pt idx="880">
                  <c:v>45322</c:v>
                </c:pt>
                <c:pt idx="881">
                  <c:v>45321</c:v>
                </c:pt>
                <c:pt idx="882">
                  <c:v>45320</c:v>
                </c:pt>
                <c:pt idx="883">
                  <c:v>45319</c:v>
                </c:pt>
                <c:pt idx="884">
                  <c:v>45318</c:v>
                </c:pt>
                <c:pt idx="885">
                  <c:v>45317</c:v>
                </c:pt>
                <c:pt idx="886">
                  <c:v>45316</c:v>
                </c:pt>
                <c:pt idx="887">
                  <c:v>45315</c:v>
                </c:pt>
                <c:pt idx="888">
                  <c:v>45314</c:v>
                </c:pt>
                <c:pt idx="889">
                  <c:v>45313</c:v>
                </c:pt>
                <c:pt idx="890">
                  <c:v>45312</c:v>
                </c:pt>
                <c:pt idx="891">
                  <c:v>45311</c:v>
                </c:pt>
                <c:pt idx="892">
                  <c:v>45310</c:v>
                </c:pt>
                <c:pt idx="893">
                  <c:v>45309</c:v>
                </c:pt>
                <c:pt idx="894">
                  <c:v>45308</c:v>
                </c:pt>
                <c:pt idx="895">
                  <c:v>45307</c:v>
                </c:pt>
                <c:pt idx="896">
                  <c:v>45306</c:v>
                </c:pt>
                <c:pt idx="897">
                  <c:v>45305</c:v>
                </c:pt>
                <c:pt idx="898">
                  <c:v>45304</c:v>
                </c:pt>
                <c:pt idx="899">
                  <c:v>45303</c:v>
                </c:pt>
                <c:pt idx="900">
                  <c:v>45302</c:v>
                </c:pt>
                <c:pt idx="901">
                  <c:v>45301</c:v>
                </c:pt>
                <c:pt idx="902">
                  <c:v>45300</c:v>
                </c:pt>
                <c:pt idx="903">
                  <c:v>45299</c:v>
                </c:pt>
                <c:pt idx="904">
                  <c:v>45298</c:v>
                </c:pt>
                <c:pt idx="905">
                  <c:v>45297</c:v>
                </c:pt>
                <c:pt idx="906">
                  <c:v>45296</c:v>
                </c:pt>
                <c:pt idx="907">
                  <c:v>45295</c:v>
                </c:pt>
                <c:pt idx="908">
                  <c:v>45294</c:v>
                </c:pt>
                <c:pt idx="909">
                  <c:v>45293</c:v>
                </c:pt>
                <c:pt idx="910">
                  <c:v>45292</c:v>
                </c:pt>
                <c:pt idx="911">
                  <c:v>45291</c:v>
                </c:pt>
                <c:pt idx="912">
                  <c:v>45290</c:v>
                </c:pt>
                <c:pt idx="913">
                  <c:v>45289</c:v>
                </c:pt>
                <c:pt idx="914">
                  <c:v>45288</c:v>
                </c:pt>
                <c:pt idx="915">
                  <c:v>45287</c:v>
                </c:pt>
                <c:pt idx="916">
                  <c:v>45286</c:v>
                </c:pt>
                <c:pt idx="917">
                  <c:v>45285</c:v>
                </c:pt>
                <c:pt idx="918">
                  <c:v>45284</c:v>
                </c:pt>
                <c:pt idx="919">
                  <c:v>45283</c:v>
                </c:pt>
                <c:pt idx="920">
                  <c:v>45282</c:v>
                </c:pt>
                <c:pt idx="921">
                  <c:v>45281</c:v>
                </c:pt>
                <c:pt idx="922">
                  <c:v>45280</c:v>
                </c:pt>
                <c:pt idx="923">
                  <c:v>45279</c:v>
                </c:pt>
                <c:pt idx="924">
                  <c:v>45278</c:v>
                </c:pt>
                <c:pt idx="925">
                  <c:v>45277</c:v>
                </c:pt>
                <c:pt idx="926">
                  <c:v>45276</c:v>
                </c:pt>
                <c:pt idx="927">
                  <c:v>45275</c:v>
                </c:pt>
                <c:pt idx="928">
                  <c:v>45274</c:v>
                </c:pt>
                <c:pt idx="929">
                  <c:v>45273</c:v>
                </c:pt>
                <c:pt idx="930">
                  <c:v>45272</c:v>
                </c:pt>
                <c:pt idx="931">
                  <c:v>45271</c:v>
                </c:pt>
                <c:pt idx="932">
                  <c:v>45270</c:v>
                </c:pt>
                <c:pt idx="933">
                  <c:v>45269</c:v>
                </c:pt>
                <c:pt idx="934">
                  <c:v>45268</c:v>
                </c:pt>
                <c:pt idx="935">
                  <c:v>45267</c:v>
                </c:pt>
                <c:pt idx="936">
                  <c:v>45266</c:v>
                </c:pt>
                <c:pt idx="937">
                  <c:v>45265</c:v>
                </c:pt>
                <c:pt idx="938">
                  <c:v>45264</c:v>
                </c:pt>
                <c:pt idx="939">
                  <c:v>45263</c:v>
                </c:pt>
                <c:pt idx="940">
                  <c:v>45262</c:v>
                </c:pt>
                <c:pt idx="941">
                  <c:v>45261</c:v>
                </c:pt>
                <c:pt idx="942">
                  <c:v>45260</c:v>
                </c:pt>
                <c:pt idx="943">
                  <c:v>45259</c:v>
                </c:pt>
                <c:pt idx="944">
                  <c:v>45258</c:v>
                </c:pt>
                <c:pt idx="945">
                  <c:v>45257</c:v>
                </c:pt>
                <c:pt idx="946">
                  <c:v>45256</c:v>
                </c:pt>
                <c:pt idx="947">
                  <c:v>45255</c:v>
                </c:pt>
                <c:pt idx="948">
                  <c:v>45254</c:v>
                </c:pt>
                <c:pt idx="949">
                  <c:v>45253</c:v>
                </c:pt>
                <c:pt idx="950">
                  <c:v>45252</c:v>
                </c:pt>
                <c:pt idx="951">
                  <c:v>45251</c:v>
                </c:pt>
                <c:pt idx="952">
                  <c:v>45250</c:v>
                </c:pt>
                <c:pt idx="953">
                  <c:v>45249</c:v>
                </c:pt>
                <c:pt idx="954">
                  <c:v>45248</c:v>
                </c:pt>
                <c:pt idx="955">
                  <c:v>45247</c:v>
                </c:pt>
                <c:pt idx="956">
                  <c:v>45246</c:v>
                </c:pt>
                <c:pt idx="957">
                  <c:v>45245</c:v>
                </c:pt>
                <c:pt idx="958">
                  <c:v>45244</c:v>
                </c:pt>
                <c:pt idx="959">
                  <c:v>45243</c:v>
                </c:pt>
                <c:pt idx="960">
                  <c:v>45242</c:v>
                </c:pt>
                <c:pt idx="961">
                  <c:v>45241</c:v>
                </c:pt>
                <c:pt idx="962">
                  <c:v>45240</c:v>
                </c:pt>
                <c:pt idx="963">
                  <c:v>45239</c:v>
                </c:pt>
                <c:pt idx="964">
                  <c:v>45238</c:v>
                </c:pt>
                <c:pt idx="965">
                  <c:v>45237</c:v>
                </c:pt>
                <c:pt idx="966">
                  <c:v>45236</c:v>
                </c:pt>
                <c:pt idx="967">
                  <c:v>45235</c:v>
                </c:pt>
                <c:pt idx="968">
                  <c:v>45234</c:v>
                </c:pt>
                <c:pt idx="969">
                  <c:v>45233</c:v>
                </c:pt>
                <c:pt idx="970">
                  <c:v>45232</c:v>
                </c:pt>
                <c:pt idx="971">
                  <c:v>45231</c:v>
                </c:pt>
                <c:pt idx="972">
                  <c:v>45230</c:v>
                </c:pt>
                <c:pt idx="973">
                  <c:v>45229</c:v>
                </c:pt>
                <c:pt idx="974">
                  <c:v>45228</c:v>
                </c:pt>
                <c:pt idx="975">
                  <c:v>45227</c:v>
                </c:pt>
                <c:pt idx="976">
                  <c:v>45226</c:v>
                </c:pt>
                <c:pt idx="977">
                  <c:v>45225</c:v>
                </c:pt>
                <c:pt idx="978">
                  <c:v>45224</c:v>
                </c:pt>
                <c:pt idx="979">
                  <c:v>45223</c:v>
                </c:pt>
                <c:pt idx="980">
                  <c:v>45222</c:v>
                </c:pt>
                <c:pt idx="981">
                  <c:v>45221</c:v>
                </c:pt>
                <c:pt idx="982">
                  <c:v>45220</c:v>
                </c:pt>
                <c:pt idx="983">
                  <c:v>45219</c:v>
                </c:pt>
                <c:pt idx="984">
                  <c:v>45218</c:v>
                </c:pt>
                <c:pt idx="985">
                  <c:v>45217</c:v>
                </c:pt>
                <c:pt idx="986">
                  <c:v>45216</c:v>
                </c:pt>
                <c:pt idx="987">
                  <c:v>45215</c:v>
                </c:pt>
                <c:pt idx="988">
                  <c:v>45214</c:v>
                </c:pt>
                <c:pt idx="989">
                  <c:v>45213</c:v>
                </c:pt>
                <c:pt idx="990">
                  <c:v>45212</c:v>
                </c:pt>
                <c:pt idx="991">
                  <c:v>45211</c:v>
                </c:pt>
                <c:pt idx="992">
                  <c:v>45210</c:v>
                </c:pt>
                <c:pt idx="993">
                  <c:v>45209</c:v>
                </c:pt>
                <c:pt idx="994">
                  <c:v>45208</c:v>
                </c:pt>
                <c:pt idx="995">
                  <c:v>45207</c:v>
                </c:pt>
                <c:pt idx="996">
                  <c:v>45206</c:v>
                </c:pt>
                <c:pt idx="997">
                  <c:v>45205</c:v>
                </c:pt>
                <c:pt idx="998">
                  <c:v>45204</c:v>
                </c:pt>
                <c:pt idx="999">
                  <c:v>45203</c:v>
                </c:pt>
                <c:pt idx="1000">
                  <c:v>45202</c:v>
                </c:pt>
                <c:pt idx="1001">
                  <c:v>45201</c:v>
                </c:pt>
                <c:pt idx="1002">
                  <c:v>45200</c:v>
                </c:pt>
                <c:pt idx="1003">
                  <c:v>45199</c:v>
                </c:pt>
                <c:pt idx="1004">
                  <c:v>45198</c:v>
                </c:pt>
                <c:pt idx="1005">
                  <c:v>45197</c:v>
                </c:pt>
                <c:pt idx="1006">
                  <c:v>45196</c:v>
                </c:pt>
                <c:pt idx="1007">
                  <c:v>45195</c:v>
                </c:pt>
                <c:pt idx="1008">
                  <c:v>45194</c:v>
                </c:pt>
                <c:pt idx="1009">
                  <c:v>45193</c:v>
                </c:pt>
                <c:pt idx="1010">
                  <c:v>45192</c:v>
                </c:pt>
                <c:pt idx="1011">
                  <c:v>45191</c:v>
                </c:pt>
                <c:pt idx="1012">
                  <c:v>45190</c:v>
                </c:pt>
                <c:pt idx="1013">
                  <c:v>45189</c:v>
                </c:pt>
                <c:pt idx="1014">
                  <c:v>45188</c:v>
                </c:pt>
                <c:pt idx="1015">
                  <c:v>45187</c:v>
                </c:pt>
                <c:pt idx="1016">
                  <c:v>45186</c:v>
                </c:pt>
                <c:pt idx="1017">
                  <c:v>45185</c:v>
                </c:pt>
                <c:pt idx="1018">
                  <c:v>45184</c:v>
                </c:pt>
                <c:pt idx="1019">
                  <c:v>45183</c:v>
                </c:pt>
                <c:pt idx="1020">
                  <c:v>45182</c:v>
                </c:pt>
                <c:pt idx="1021">
                  <c:v>45181</c:v>
                </c:pt>
                <c:pt idx="1022">
                  <c:v>45180</c:v>
                </c:pt>
                <c:pt idx="1023">
                  <c:v>45179</c:v>
                </c:pt>
                <c:pt idx="1024">
                  <c:v>45178</c:v>
                </c:pt>
                <c:pt idx="1025">
                  <c:v>45177</c:v>
                </c:pt>
                <c:pt idx="1026">
                  <c:v>45176</c:v>
                </c:pt>
                <c:pt idx="1027">
                  <c:v>45175</c:v>
                </c:pt>
                <c:pt idx="1028">
                  <c:v>45174</c:v>
                </c:pt>
                <c:pt idx="1029">
                  <c:v>45173</c:v>
                </c:pt>
                <c:pt idx="1030">
                  <c:v>45172</c:v>
                </c:pt>
                <c:pt idx="1031">
                  <c:v>45171</c:v>
                </c:pt>
                <c:pt idx="1032">
                  <c:v>45170</c:v>
                </c:pt>
                <c:pt idx="1033">
                  <c:v>45169</c:v>
                </c:pt>
                <c:pt idx="1034">
                  <c:v>45168</c:v>
                </c:pt>
                <c:pt idx="1035">
                  <c:v>45167</c:v>
                </c:pt>
                <c:pt idx="1036">
                  <c:v>45166</c:v>
                </c:pt>
                <c:pt idx="1037">
                  <c:v>45165</c:v>
                </c:pt>
                <c:pt idx="1038">
                  <c:v>45164</c:v>
                </c:pt>
                <c:pt idx="1039">
                  <c:v>45163</c:v>
                </c:pt>
                <c:pt idx="1040">
                  <c:v>45162</c:v>
                </c:pt>
                <c:pt idx="1041">
                  <c:v>45161</c:v>
                </c:pt>
                <c:pt idx="1042">
                  <c:v>45160</c:v>
                </c:pt>
                <c:pt idx="1043">
                  <c:v>45159</c:v>
                </c:pt>
                <c:pt idx="1044">
                  <c:v>45158</c:v>
                </c:pt>
                <c:pt idx="1045">
                  <c:v>45157</c:v>
                </c:pt>
                <c:pt idx="1046">
                  <c:v>45156</c:v>
                </c:pt>
                <c:pt idx="1047">
                  <c:v>45155</c:v>
                </c:pt>
                <c:pt idx="1048">
                  <c:v>45154</c:v>
                </c:pt>
                <c:pt idx="1049">
                  <c:v>45153</c:v>
                </c:pt>
                <c:pt idx="1050">
                  <c:v>45152</c:v>
                </c:pt>
                <c:pt idx="1051">
                  <c:v>45151</c:v>
                </c:pt>
                <c:pt idx="1052">
                  <c:v>45150</c:v>
                </c:pt>
                <c:pt idx="1053">
                  <c:v>45149</c:v>
                </c:pt>
                <c:pt idx="1054">
                  <c:v>45148</c:v>
                </c:pt>
                <c:pt idx="1055">
                  <c:v>45147</c:v>
                </c:pt>
                <c:pt idx="1056">
                  <c:v>45146</c:v>
                </c:pt>
                <c:pt idx="1057">
                  <c:v>45145</c:v>
                </c:pt>
                <c:pt idx="1058">
                  <c:v>45144</c:v>
                </c:pt>
                <c:pt idx="1059">
                  <c:v>45143</c:v>
                </c:pt>
                <c:pt idx="1060">
                  <c:v>45142</c:v>
                </c:pt>
                <c:pt idx="1061">
                  <c:v>45141</c:v>
                </c:pt>
                <c:pt idx="1062">
                  <c:v>45140</c:v>
                </c:pt>
                <c:pt idx="1063">
                  <c:v>45139</c:v>
                </c:pt>
                <c:pt idx="1064">
                  <c:v>45138</c:v>
                </c:pt>
                <c:pt idx="1065">
                  <c:v>45137</c:v>
                </c:pt>
                <c:pt idx="1066">
                  <c:v>45136</c:v>
                </c:pt>
                <c:pt idx="1067">
                  <c:v>45135</c:v>
                </c:pt>
                <c:pt idx="1068">
                  <c:v>45134</c:v>
                </c:pt>
                <c:pt idx="1069">
                  <c:v>45133</c:v>
                </c:pt>
                <c:pt idx="1070">
                  <c:v>45132</c:v>
                </c:pt>
                <c:pt idx="1071">
                  <c:v>45131</c:v>
                </c:pt>
                <c:pt idx="1072">
                  <c:v>45130</c:v>
                </c:pt>
                <c:pt idx="1073">
                  <c:v>45129</c:v>
                </c:pt>
                <c:pt idx="1074">
                  <c:v>45128</c:v>
                </c:pt>
                <c:pt idx="1075">
                  <c:v>45127</c:v>
                </c:pt>
                <c:pt idx="1076">
                  <c:v>45126</c:v>
                </c:pt>
                <c:pt idx="1077">
                  <c:v>45125</c:v>
                </c:pt>
                <c:pt idx="1078">
                  <c:v>45124</c:v>
                </c:pt>
                <c:pt idx="1079">
                  <c:v>45123</c:v>
                </c:pt>
                <c:pt idx="1080">
                  <c:v>45122</c:v>
                </c:pt>
                <c:pt idx="1081">
                  <c:v>45121</c:v>
                </c:pt>
                <c:pt idx="1082">
                  <c:v>45120</c:v>
                </c:pt>
                <c:pt idx="1083">
                  <c:v>45119</c:v>
                </c:pt>
                <c:pt idx="1084">
                  <c:v>45118</c:v>
                </c:pt>
                <c:pt idx="1085">
                  <c:v>45117</c:v>
                </c:pt>
                <c:pt idx="1086">
                  <c:v>45116</c:v>
                </c:pt>
                <c:pt idx="1087">
                  <c:v>45115</c:v>
                </c:pt>
                <c:pt idx="1088">
                  <c:v>45114</c:v>
                </c:pt>
                <c:pt idx="1089">
                  <c:v>45113</c:v>
                </c:pt>
                <c:pt idx="1090">
                  <c:v>45112</c:v>
                </c:pt>
                <c:pt idx="1091">
                  <c:v>45111</c:v>
                </c:pt>
                <c:pt idx="1092">
                  <c:v>45110</c:v>
                </c:pt>
                <c:pt idx="1093">
                  <c:v>45109</c:v>
                </c:pt>
                <c:pt idx="1094">
                  <c:v>45108</c:v>
                </c:pt>
                <c:pt idx="1095">
                  <c:v>45107</c:v>
                </c:pt>
                <c:pt idx="1096">
                  <c:v>45106</c:v>
                </c:pt>
                <c:pt idx="1097">
                  <c:v>45105</c:v>
                </c:pt>
                <c:pt idx="1098">
                  <c:v>45104</c:v>
                </c:pt>
                <c:pt idx="1099">
                  <c:v>45103</c:v>
                </c:pt>
                <c:pt idx="1100">
                  <c:v>45102</c:v>
                </c:pt>
                <c:pt idx="1101">
                  <c:v>45101</c:v>
                </c:pt>
                <c:pt idx="1102">
                  <c:v>45100</c:v>
                </c:pt>
                <c:pt idx="1103">
                  <c:v>45099</c:v>
                </c:pt>
                <c:pt idx="1104">
                  <c:v>45098</c:v>
                </c:pt>
                <c:pt idx="1105">
                  <c:v>45097</c:v>
                </c:pt>
                <c:pt idx="1106">
                  <c:v>45096</c:v>
                </c:pt>
                <c:pt idx="1107">
                  <c:v>45095</c:v>
                </c:pt>
                <c:pt idx="1108">
                  <c:v>45094</c:v>
                </c:pt>
                <c:pt idx="1109">
                  <c:v>45093</c:v>
                </c:pt>
                <c:pt idx="1110">
                  <c:v>45092</c:v>
                </c:pt>
                <c:pt idx="1111">
                  <c:v>45091</c:v>
                </c:pt>
                <c:pt idx="1112">
                  <c:v>45090</c:v>
                </c:pt>
                <c:pt idx="1113">
                  <c:v>45089</c:v>
                </c:pt>
                <c:pt idx="1114">
                  <c:v>45088</c:v>
                </c:pt>
                <c:pt idx="1115">
                  <c:v>45087</c:v>
                </c:pt>
                <c:pt idx="1116">
                  <c:v>45086</c:v>
                </c:pt>
                <c:pt idx="1117">
                  <c:v>45085</c:v>
                </c:pt>
                <c:pt idx="1118">
                  <c:v>45084</c:v>
                </c:pt>
                <c:pt idx="1119">
                  <c:v>45083</c:v>
                </c:pt>
                <c:pt idx="1120">
                  <c:v>45082</c:v>
                </c:pt>
                <c:pt idx="1121">
                  <c:v>45081</c:v>
                </c:pt>
                <c:pt idx="1122">
                  <c:v>45080</c:v>
                </c:pt>
                <c:pt idx="1123">
                  <c:v>45079</c:v>
                </c:pt>
                <c:pt idx="1124">
                  <c:v>45078</c:v>
                </c:pt>
                <c:pt idx="1125">
                  <c:v>45077</c:v>
                </c:pt>
                <c:pt idx="1126">
                  <c:v>45076</c:v>
                </c:pt>
                <c:pt idx="1127">
                  <c:v>45075</c:v>
                </c:pt>
                <c:pt idx="1128">
                  <c:v>45074</c:v>
                </c:pt>
                <c:pt idx="1129">
                  <c:v>45073</c:v>
                </c:pt>
                <c:pt idx="1130">
                  <c:v>45072</c:v>
                </c:pt>
                <c:pt idx="1131">
                  <c:v>45071</c:v>
                </c:pt>
                <c:pt idx="1132">
                  <c:v>45070</c:v>
                </c:pt>
                <c:pt idx="1133">
                  <c:v>45069</c:v>
                </c:pt>
                <c:pt idx="1134">
                  <c:v>45068</c:v>
                </c:pt>
                <c:pt idx="1135">
                  <c:v>45067</c:v>
                </c:pt>
                <c:pt idx="1136">
                  <c:v>45066</c:v>
                </c:pt>
                <c:pt idx="1137">
                  <c:v>45065</c:v>
                </c:pt>
                <c:pt idx="1138">
                  <c:v>45064</c:v>
                </c:pt>
                <c:pt idx="1139">
                  <c:v>45063</c:v>
                </c:pt>
                <c:pt idx="1140">
                  <c:v>45062</c:v>
                </c:pt>
                <c:pt idx="1141">
                  <c:v>45061</c:v>
                </c:pt>
                <c:pt idx="1142">
                  <c:v>45060</c:v>
                </c:pt>
                <c:pt idx="1143">
                  <c:v>45059</c:v>
                </c:pt>
                <c:pt idx="1144">
                  <c:v>45058</c:v>
                </c:pt>
                <c:pt idx="1145">
                  <c:v>45057</c:v>
                </c:pt>
                <c:pt idx="1146">
                  <c:v>45056</c:v>
                </c:pt>
                <c:pt idx="1147">
                  <c:v>45055</c:v>
                </c:pt>
                <c:pt idx="1148">
                  <c:v>45054</c:v>
                </c:pt>
                <c:pt idx="1149">
                  <c:v>45053</c:v>
                </c:pt>
                <c:pt idx="1150">
                  <c:v>45052</c:v>
                </c:pt>
                <c:pt idx="1151">
                  <c:v>45051</c:v>
                </c:pt>
                <c:pt idx="1152">
                  <c:v>45050</c:v>
                </c:pt>
                <c:pt idx="1153">
                  <c:v>45049</c:v>
                </c:pt>
                <c:pt idx="1154">
                  <c:v>45048</c:v>
                </c:pt>
                <c:pt idx="1155">
                  <c:v>45047</c:v>
                </c:pt>
                <c:pt idx="1156">
                  <c:v>45046</c:v>
                </c:pt>
                <c:pt idx="1157">
                  <c:v>45045</c:v>
                </c:pt>
                <c:pt idx="1158">
                  <c:v>45044</c:v>
                </c:pt>
                <c:pt idx="1159">
                  <c:v>45043</c:v>
                </c:pt>
                <c:pt idx="1160">
                  <c:v>45042</c:v>
                </c:pt>
                <c:pt idx="1161">
                  <c:v>45041</c:v>
                </c:pt>
                <c:pt idx="1162">
                  <c:v>45040</c:v>
                </c:pt>
                <c:pt idx="1163">
                  <c:v>45039</c:v>
                </c:pt>
                <c:pt idx="1164">
                  <c:v>45038</c:v>
                </c:pt>
                <c:pt idx="1165">
                  <c:v>45037</c:v>
                </c:pt>
                <c:pt idx="1166">
                  <c:v>45036</c:v>
                </c:pt>
                <c:pt idx="1167">
                  <c:v>45035</c:v>
                </c:pt>
                <c:pt idx="1168">
                  <c:v>45034</c:v>
                </c:pt>
                <c:pt idx="1169">
                  <c:v>45033</c:v>
                </c:pt>
                <c:pt idx="1170">
                  <c:v>45032</c:v>
                </c:pt>
                <c:pt idx="1171">
                  <c:v>45031</c:v>
                </c:pt>
                <c:pt idx="1172">
                  <c:v>45030</c:v>
                </c:pt>
                <c:pt idx="1173">
                  <c:v>45029</c:v>
                </c:pt>
                <c:pt idx="1174">
                  <c:v>45028</c:v>
                </c:pt>
                <c:pt idx="1175">
                  <c:v>45027</c:v>
                </c:pt>
                <c:pt idx="1176">
                  <c:v>45026</c:v>
                </c:pt>
                <c:pt idx="1177">
                  <c:v>45025</c:v>
                </c:pt>
                <c:pt idx="1178">
                  <c:v>45024</c:v>
                </c:pt>
                <c:pt idx="1179">
                  <c:v>45023</c:v>
                </c:pt>
                <c:pt idx="1180">
                  <c:v>45022</c:v>
                </c:pt>
                <c:pt idx="1181">
                  <c:v>45021</c:v>
                </c:pt>
                <c:pt idx="1182">
                  <c:v>45020</c:v>
                </c:pt>
                <c:pt idx="1183">
                  <c:v>45019</c:v>
                </c:pt>
                <c:pt idx="1184">
                  <c:v>45018</c:v>
                </c:pt>
                <c:pt idx="1185">
                  <c:v>45017</c:v>
                </c:pt>
                <c:pt idx="1186">
                  <c:v>45016</c:v>
                </c:pt>
                <c:pt idx="1187">
                  <c:v>45015</c:v>
                </c:pt>
                <c:pt idx="1188">
                  <c:v>45014</c:v>
                </c:pt>
                <c:pt idx="1189">
                  <c:v>45013</c:v>
                </c:pt>
                <c:pt idx="1190">
                  <c:v>45012</c:v>
                </c:pt>
                <c:pt idx="1191">
                  <c:v>45011</c:v>
                </c:pt>
                <c:pt idx="1192">
                  <c:v>45010</c:v>
                </c:pt>
                <c:pt idx="1193">
                  <c:v>45009</c:v>
                </c:pt>
                <c:pt idx="1194">
                  <c:v>45008</c:v>
                </c:pt>
                <c:pt idx="1195">
                  <c:v>45007</c:v>
                </c:pt>
                <c:pt idx="1196">
                  <c:v>45006</c:v>
                </c:pt>
                <c:pt idx="1197">
                  <c:v>45005</c:v>
                </c:pt>
                <c:pt idx="1198">
                  <c:v>45004</c:v>
                </c:pt>
                <c:pt idx="1199">
                  <c:v>45003</c:v>
                </c:pt>
                <c:pt idx="1200">
                  <c:v>45002</c:v>
                </c:pt>
                <c:pt idx="1201">
                  <c:v>45001</c:v>
                </c:pt>
                <c:pt idx="1202">
                  <c:v>45000</c:v>
                </c:pt>
                <c:pt idx="1203">
                  <c:v>44999</c:v>
                </c:pt>
                <c:pt idx="1204">
                  <c:v>44998</c:v>
                </c:pt>
                <c:pt idx="1205">
                  <c:v>44997</c:v>
                </c:pt>
                <c:pt idx="1206">
                  <c:v>44996</c:v>
                </c:pt>
                <c:pt idx="1207">
                  <c:v>44995</c:v>
                </c:pt>
                <c:pt idx="1208">
                  <c:v>44994</c:v>
                </c:pt>
                <c:pt idx="1209">
                  <c:v>44993</c:v>
                </c:pt>
                <c:pt idx="1210">
                  <c:v>44992</c:v>
                </c:pt>
                <c:pt idx="1211">
                  <c:v>44991</c:v>
                </c:pt>
                <c:pt idx="1212">
                  <c:v>44990</c:v>
                </c:pt>
                <c:pt idx="1213">
                  <c:v>44989</c:v>
                </c:pt>
                <c:pt idx="1214">
                  <c:v>44988</c:v>
                </c:pt>
                <c:pt idx="1215">
                  <c:v>44987</c:v>
                </c:pt>
                <c:pt idx="1216">
                  <c:v>44986</c:v>
                </c:pt>
                <c:pt idx="1217">
                  <c:v>44985</c:v>
                </c:pt>
                <c:pt idx="1218">
                  <c:v>44984</c:v>
                </c:pt>
                <c:pt idx="1219">
                  <c:v>44983</c:v>
                </c:pt>
                <c:pt idx="1220">
                  <c:v>44982</c:v>
                </c:pt>
                <c:pt idx="1221">
                  <c:v>44981</c:v>
                </c:pt>
                <c:pt idx="1222">
                  <c:v>44980</c:v>
                </c:pt>
                <c:pt idx="1223">
                  <c:v>44979</c:v>
                </c:pt>
                <c:pt idx="1224">
                  <c:v>44978</c:v>
                </c:pt>
                <c:pt idx="1225">
                  <c:v>44977</c:v>
                </c:pt>
                <c:pt idx="1226">
                  <c:v>44976</c:v>
                </c:pt>
                <c:pt idx="1227">
                  <c:v>44975</c:v>
                </c:pt>
                <c:pt idx="1228">
                  <c:v>44974</c:v>
                </c:pt>
                <c:pt idx="1229">
                  <c:v>44973</c:v>
                </c:pt>
                <c:pt idx="1230">
                  <c:v>44972</c:v>
                </c:pt>
                <c:pt idx="1231">
                  <c:v>44971</c:v>
                </c:pt>
                <c:pt idx="1232">
                  <c:v>44970</c:v>
                </c:pt>
                <c:pt idx="1233">
                  <c:v>44969</c:v>
                </c:pt>
                <c:pt idx="1234">
                  <c:v>44968</c:v>
                </c:pt>
                <c:pt idx="1235">
                  <c:v>44967</c:v>
                </c:pt>
                <c:pt idx="1236">
                  <c:v>44966</c:v>
                </c:pt>
                <c:pt idx="1237">
                  <c:v>44965</c:v>
                </c:pt>
                <c:pt idx="1238">
                  <c:v>44964</c:v>
                </c:pt>
                <c:pt idx="1239">
                  <c:v>44963</c:v>
                </c:pt>
                <c:pt idx="1240">
                  <c:v>44962</c:v>
                </c:pt>
                <c:pt idx="1241">
                  <c:v>44961</c:v>
                </c:pt>
                <c:pt idx="1242">
                  <c:v>44960</c:v>
                </c:pt>
                <c:pt idx="1243">
                  <c:v>44959</c:v>
                </c:pt>
                <c:pt idx="1244">
                  <c:v>44958</c:v>
                </c:pt>
                <c:pt idx="1245">
                  <c:v>44957</c:v>
                </c:pt>
                <c:pt idx="1246">
                  <c:v>44956</c:v>
                </c:pt>
                <c:pt idx="1247">
                  <c:v>44955</c:v>
                </c:pt>
                <c:pt idx="1248">
                  <c:v>44954</c:v>
                </c:pt>
                <c:pt idx="1249">
                  <c:v>44953</c:v>
                </c:pt>
                <c:pt idx="1250">
                  <c:v>44952</c:v>
                </c:pt>
                <c:pt idx="1251">
                  <c:v>44951</c:v>
                </c:pt>
                <c:pt idx="1252">
                  <c:v>44950</c:v>
                </c:pt>
                <c:pt idx="1253">
                  <c:v>44949</c:v>
                </c:pt>
                <c:pt idx="1254">
                  <c:v>44948</c:v>
                </c:pt>
                <c:pt idx="1255">
                  <c:v>44947</c:v>
                </c:pt>
                <c:pt idx="1256">
                  <c:v>44946</c:v>
                </c:pt>
                <c:pt idx="1257">
                  <c:v>44945</c:v>
                </c:pt>
                <c:pt idx="1258">
                  <c:v>44944</c:v>
                </c:pt>
                <c:pt idx="1259">
                  <c:v>44943</c:v>
                </c:pt>
                <c:pt idx="1260">
                  <c:v>44942</c:v>
                </c:pt>
                <c:pt idx="1261">
                  <c:v>44941</c:v>
                </c:pt>
                <c:pt idx="1262">
                  <c:v>44940</c:v>
                </c:pt>
                <c:pt idx="1263">
                  <c:v>44939</c:v>
                </c:pt>
                <c:pt idx="1264">
                  <c:v>44938</c:v>
                </c:pt>
                <c:pt idx="1265">
                  <c:v>44937</c:v>
                </c:pt>
                <c:pt idx="1266">
                  <c:v>44936</c:v>
                </c:pt>
                <c:pt idx="1267">
                  <c:v>44935</c:v>
                </c:pt>
                <c:pt idx="1268">
                  <c:v>44934</c:v>
                </c:pt>
                <c:pt idx="1269">
                  <c:v>44933</c:v>
                </c:pt>
                <c:pt idx="1270">
                  <c:v>44932</c:v>
                </c:pt>
                <c:pt idx="1271">
                  <c:v>44931</c:v>
                </c:pt>
                <c:pt idx="1272">
                  <c:v>44930</c:v>
                </c:pt>
                <c:pt idx="1273">
                  <c:v>44929</c:v>
                </c:pt>
                <c:pt idx="1274">
                  <c:v>44928</c:v>
                </c:pt>
                <c:pt idx="1275">
                  <c:v>44927</c:v>
                </c:pt>
                <c:pt idx="1276">
                  <c:v>44926</c:v>
                </c:pt>
                <c:pt idx="1277">
                  <c:v>44925</c:v>
                </c:pt>
                <c:pt idx="1278">
                  <c:v>44924</c:v>
                </c:pt>
                <c:pt idx="1279">
                  <c:v>44923</c:v>
                </c:pt>
                <c:pt idx="1280">
                  <c:v>44922</c:v>
                </c:pt>
                <c:pt idx="1281">
                  <c:v>44921</c:v>
                </c:pt>
                <c:pt idx="1282">
                  <c:v>44920</c:v>
                </c:pt>
                <c:pt idx="1283">
                  <c:v>44919</c:v>
                </c:pt>
                <c:pt idx="1284">
                  <c:v>44918</c:v>
                </c:pt>
                <c:pt idx="1285">
                  <c:v>44917</c:v>
                </c:pt>
                <c:pt idx="1286">
                  <c:v>44916</c:v>
                </c:pt>
                <c:pt idx="1287">
                  <c:v>44915</c:v>
                </c:pt>
                <c:pt idx="1288">
                  <c:v>44914</c:v>
                </c:pt>
                <c:pt idx="1289">
                  <c:v>44913</c:v>
                </c:pt>
                <c:pt idx="1290">
                  <c:v>44912</c:v>
                </c:pt>
                <c:pt idx="1291">
                  <c:v>44911</c:v>
                </c:pt>
                <c:pt idx="1292">
                  <c:v>44910</c:v>
                </c:pt>
                <c:pt idx="1293">
                  <c:v>44909</c:v>
                </c:pt>
                <c:pt idx="1294">
                  <c:v>44908</c:v>
                </c:pt>
                <c:pt idx="1295">
                  <c:v>44907</c:v>
                </c:pt>
                <c:pt idx="1296">
                  <c:v>44906</c:v>
                </c:pt>
                <c:pt idx="1297">
                  <c:v>44905</c:v>
                </c:pt>
                <c:pt idx="1298">
                  <c:v>44904</c:v>
                </c:pt>
                <c:pt idx="1299">
                  <c:v>44903</c:v>
                </c:pt>
                <c:pt idx="1300">
                  <c:v>44902</c:v>
                </c:pt>
                <c:pt idx="1301">
                  <c:v>44901</c:v>
                </c:pt>
                <c:pt idx="1302">
                  <c:v>44900</c:v>
                </c:pt>
                <c:pt idx="1303">
                  <c:v>44899</c:v>
                </c:pt>
                <c:pt idx="1304">
                  <c:v>44898</c:v>
                </c:pt>
                <c:pt idx="1305">
                  <c:v>44897</c:v>
                </c:pt>
                <c:pt idx="1306">
                  <c:v>44896</c:v>
                </c:pt>
                <c:pt idx="1307">
                  <c:v>44895</c:v>
                </c:pt>
                <c:pt idx="1308">
                  <c:v>44894</c:v>
                </c:pt>
                <c:pt idx="1309">
                  <c:v>44893</c:v>
                </c:pt>
                <c:pt idx="1310">
                  <c:v>44892</c:v>
                </c:pt>
                <c:pt idx="1311">
                  <c:v>44891</c:v>
                </c:pt>
                <c:pt idx="1312">
                  <c:v>44890</c:v>
                </c:pt>
                <c:pt idx="1313">
                  <c:v>44889</c:v>
                </c:pt>
                <c:pt idx="1314">
                  <c:v>44888</c:v>
                </c:pt>
                <c:pt idx="1315">
                  <c:v>44887</c:v>
                </c:pt>
                <c:pt idx="1316">
                  <c:v>44886</c:v>
                </c:pt>
                <c:pt idx="1317">
                  <c:v>44885</c:v>
                </c:pt>
                <c:pt idx="1318">
                  <c:v>44884</c:v>
                </c:pt>
                <c:pt idx="1319">
                  <c:v>44883</c:v>
                </c:pt>
                <c:pt idx="1320">
                  <c:v>44882</c:v>
                </c:pt>
                <c:pt idx="1321">
                  <c:v>44881</c:v>
                </c:pt>
                <c:pt idx="1322">
                  <c:v>44880</c:v>
                </c:pt>
                <c:pt idx="1323">
                  <c:v>44879</c:v>
                </c:pt>
                <c:pt idx="1324">
                  <c:v>44878</c:v>
                </c:pt>
                <c:pt idx="1325">
                  <c:v>44877</c:v>
                </c:pt>
                <c:pt idx="1326">
                  <c:v>44876</c:v>
                </c:pt>
                <c:pt idx="1327">
                  <c:v>44875</c:v>
                </c:pt>
                <c:pt idx="1328">
                  <c:v>44874</c:v>
                </c:pt>
                <c:pt idx="1329">
                  <c:v>44873</c:v>
                </c:pt>
                <c:pt idx="1330">
                  <c:v>44872</c:v>
                </c:pt>
                <c:pt idx="1331">
                  <c:v>44871</c:v>
                </c:pt>
                <c:pt idx="1332">
                  <c:v>44870</c:v>
                </c:pt>
                <c:pt idx="1333">
                  <c:v>44869</c:v>
                </c:pt>
                <c:pt idx="1334">
                  <c:v>44868</c:v>
                </c:pt>
                <c:pt idx="1335">
                  <c:v>44867</c:v>
                </c:pt>
                <c:pt idx="1336">
                  <c:v>44866</c:v>
                </c:pt>
                <c:pt idx="1337">
                  <c:v>44865</c:v>
                </c:pt>
                <c:pt idx="1338">
                  <c:v>44864</c:v>
                </c:pt>
                <c:pt idx="1339">
                  <c:v>44863</c:v>
                </c:pt>
                <c:pt idx="1340">
                  <c:v>44862</c:v>
                </c:pt>
                <c:pt idx="1341">
                  <c:v>44861</c:v>
                </c:pt>
                <c:pt idx="1342">
                  <c:v>44860</c:v>
                </c:pt>
                <c:pt idx="1343">
                  <c:v>44859</c:v>
                </c:pt>
                <c:pt idx="1344">
                  <c:v>44858</c:v>
                </c:pt>
                <c:pt idx="1345">
                  <c:v>44857</c:v>
                </c:pt>
                <c:pt idx="1346">
                  <c:v>44856</c:v>
                </c:pt>
                <c:pt idx="1347">
                  <c:v>44855</c:v>
                </c:pt>
                <c:pt idx="1348">
                  <c:v>44854</c:v>
                </c:pt>
                <c:pt idx="1349">
                  <c:v>44853</c:v>
                </c:pt>
                <c:pt idx="1350">
                  <c:v>44852</c:v>
                </c:pt>
                <c:pt idx="1351">
                  <c:v>44851</c:v>
                </c:pt>
                <c:pt idx="1352">
                  <c:v>44850</c:v>
                </c:pt>
                <c:pt idx="1353">
                  <c:v>44849</c:v>
                </c:pt>
                <c:pt idx="1354">
                  <c:v>44848</c:v>
                </c:pt>
                <c:pt idx="1355">
                  <c:v>44847</c:v>
                </c:pt>
                <c:pt idx="1356">
                  <c:v>44846</c:v>
                </c:pt>
                <c:pt idx="1357">
                  <c:v>44845</c:v>
                </c:pt>
                <c:pt idx="1358">
                  <c:v>44844</c:v>
                </c:pt>
                <c:pt idx="1359">
                  <c:v>44843</c:v>
                </c:pt>
                <c:pt idx="1360">
                  <c:v>44842</c:v>
                </c:pt>
                <c:pt idx="1361">
                  <c:v>44841</c:v>
                </c:pt>
                <c:pt idx="1362">
                  <c:v>44840</c:v>
                </c:pt>
                <c:pt idx="1363">
                  <c:v>44839</c:v>
                </c:pt>
                <c:pt idx="1364">
                  <c:v>44838</c:v>
                </c:pt>
                <c:pt idx="1365">
                  <c:v>44837</c:v>
                </c:pt>
                <c:pt idx="1366">
                  <c:v>44836</c:v>
                </c:pt>
                <c:pt idx="1367">
                  <c:v>44835</c:v>
                </c:pt>
                <c:pt idx="1368">
                  <c:v>44834</c:v>
                </c:pt>
                <c:pt idx="1369">
                  <c:v>44833</c:v>
                </c:pt>
                <c:pt idx="1370">
                  <c:v>44832</c:v>
                </c:pt>
                <c:pt idx="1371">
                  <c:v>44831</c:v>
                </c:pt>
                <c:pt idx="1372">
                  <c:v>44830</c:v>
                </c:pt>
                <c:pt idx="1373">
                  <c:v>44829</c:v>
                </c:pt>
                <c:pt idx="1374">
                  <c:v>44828</c:v>
                </c:pt>
                <c:pt idx="1375">
                  <c:v>44827</c:v>
                </c:pt>
                <c:pt idx="1376">
                  <c:v>44826</c:v>
                </c:pt>
                <c:pt idx="1377">
                  <c:v>44825</c:v>
                </c:pt>
                <c:pt idx="1378">
                  <c:v>44824</c:v>
                </c:pt>
                <c:pt idx="1379">
                  <c:v>44823</c:v>
                </c:pt>
                <c:pt idx="1380">
                  <c:v>44822</c:v>
                </c:pt>
                <c:pt idx="1381">
                  <c:v>44821</c:v>
                </c:pt>
                <c:pt idx="1382">
                  <c:v>44820</c:v>
                </c:pt>
                <c:pt idx="1383">
                  <c:v>44819</c:v>
                </c:pt>
                <c:pt idx="1384">
                  <c:v>44818</c:v>
                </c:pt>
                <c:pt idx="1385">
                  <c:v>44817</c:v>
                </c:pt>
                <c:pt idx="1386">
                  <c:v>44816</c:v>
                </c:pt>
                <c:pt idx="1387">
                  <c:v>44815</c:v>
                </c:pt>
                <c:pt idx="1388">
                  <c:v>44814</c:v>
                </c:pt>
                <c:pt idx="1389">
                  <c:v>44813</c:v>
                </c:pt>
                <c:pt idx="1390">
                  <c:v>44812</c:v>
                </c:pt>
                <c:pt idx="1391">
                  <c:v>44811</c:v>
                </c:pt>
                <c:pt idx="1392">
                  <c:v>44810</c:v>
                </c:pt>
                <c:pt idx="1393">
                  <c:v>44809</c:v>
                </c:pt>
                <c:pt idx="1394">
                  <c:v>44808</c:v>
                </c:pt>
                <c:pt idx="1395">
                  <c:v>44807</c:v>
                </c:pt>
                <c:pt idx="1396">
                  <c:v>44806</c:v>
                </c:pt>
                <c:pt idx="1397">
                  <c:v>44805</c:v>
                </c:pt>
                <c:pt idx="1398">
                  <c:v>44804</c:v>
                </c:pt>
                <c:pt idx="1399">
                  <c:v>44803</c:v>
                </c:pt>
                <c:pt idx="1400">
                  <c:v>44802</c:v>
                </c:pt>
                <c:pt idx="1401">
                  <c:v>44801</c:v>
                </c:pt>
                <c:pt idx="1402">
                  <c:v>44800</c:v>
                </c:pt>
                <c:pt idx="1403">
                  <c:v>44799</c:v>
                </c:pt>
                <c:pt idx="1404">
                  <c:v>44798</c:v>
                </c:pt>
                <c:pt idx="1405">
                  <c:v>44797</c:v>
                </c:pt>
                <c:pt idx="1406">
                  <c:v>44796</c:v>
                </c:pt>
                <c:pt idx="1407">
                  <c:v>44795</c:v>
                </c:pt>
                <c:pt idx="1408">
                  <c:v>44794</c:v>
                </c:pt>
                <c:pt idx="1409">
                  <c:v>44793</c:v>
                </c:pt>
                <c:pt idx="1410">
                  <c:v>44792</c:v>
                </c:pt>
                <c:pt idx="1411">
                  <c:v>44791</c:v>
                </c:pt>
                <c:pt idx="1412">
                  <c:v>44790</c:v>
                </c:pt>
                <c:pt idx="1413">
                  <c:v>44789</c:v>
                </c:pt>
                <c:pt idx="1414">
                  <c:v>44788</c:v>
                </c:pt>
                <c:pt idx="1415">
                  <c:v>44787</c:v>
                </c:pt>
                <c:pt idx="1416">
                  <c:v>44786</c:v>
                </c:pt>
                <c:pt idx="1417">
                  <c:v>44785</c:v>
                </c:pt>
                <c:pt idx="1418">
                  <c:v>44784</c:v>
                </c:pt>
                <c:pt idx="1419">
                  <c:v>44783</c:v>
                </c:pt>
                <c:pt idx="1420">
                  <c:v>44782</c:v>
                </c:pt>
                <c:pt idx="1421">
                  <c:v>44781</c:v>
                </c:pt>
                <c:pt idx="1422">
                  <c:v>44780</c:v>
                </c:pt>
                <c:pt idx="1423">
                  <c:v>44779</c:v>
                </c:pt>
                <c:pt idx="1424">
                  <c:v>44778</c:v>
                </c:pt>
                <c:pt idx="1425">
                  <c:v>44777</c:v>
                </c:pt>
                <c:pt idx="1426">
                  <c:v>44776</c:v>
                </c:pt>
                <c:pt idx="1427">
                  <c:v>44775</c:v>
                </c:pt>
                <c:pt idx="1428">
                  <c:v>44774</c:v>
                </c:pt>
                <c:pt idx="1429">
                  <c:v>44773</c:v>
                </c:pt>
                <c:pt idx="1430">
                  <c:v>44772</c:v>
                </c:pt>
                <c:pt idx="1431">
                  <c:v>44771</c:v>
                </c:pt>
                <c:pt idx="1432">
                  <c:v>44770</c:v>
                </c:pt>
                <c:pt idx="1433">
                  <c:v>44769</c:v>
                </c:pt>
                <c:pt idx="1434">
                  <c:v>44768</c:v>
                </c:pt>
                <c:pt idx="1435">
                  <c:v>44767</c:v>
                </c:pt>
                <c:pt idx="1436">
                  <c:v>44766</c:v>
                </c:pt>
                <c:pt idx="1437">
                  <c:v>44765</c:v>
                </c:pt>
                <c:pt idx="1438">
                  <c:v>44764</c:v>
                </c:pt>
                <c:pt idx="1439">
                  <c:v>44763</c:v>
                </c:pt>
                <c:pt idx="1440">
                  <c:v>44762</c:v>
                </c:pt>
                <c:pt idx="1441">
                  <c:v>44761</c:v>
                </c:pt>
                <c:pt idx="1442">
                  <c:v>44760</c:v>
                </c:pt>
                <c:pt idx="1443">
                  <c:v>44759</c:v>
                </c:pt>
                <c:pt idx="1444">
                  <c:v>44758</c:v>
                </c:pt>
                <c:pt idx="1445">
                  <c:v>44757</c:v>
                </c:pt>
                <c:pt idx="1446">
                  <c:v>44756</c:v>
                </c:pt>
                <c:pt idx="1447">
                  <c:v>44755</c:v>
                </c:pt>
                <c:pt idx="1448">
                  <c:v>44754</c:v>
                </c:pt>
                <c:pt idx="1449">
                  <c:v>44753</c:v>
                </c:pt>
                <c:pt idx="1450">
                  <c:v>44752</c:v>
                </c:pt>
                <c:pt idx="1451">
                  <c:v>44751</c:v>
                </c:pt>
                <c:pt idx="1452">
                  <c:v>44750</c:v>
                </c:pt>
                <c:pt idx="1453">
                  <c:v>44749</c:v>
                </c:pt>
                <c:pt idx="1454">
                  <c:v>44748</c:v>
                </c:pt>
                <c:pt idx="1455">
                  <c:v>44747</c:v>
                </c:pt>
                <c:pt idx="1456">
                  <c:v>44746</c:v>
                </c:pt>
                <c:pt idx="1457">
                  <c:v>44745</c:v>
                </c:pt>
                <c:pt idx="1458">
                  <c:v>44744</c:v>
                </c:pt>
                <c:pt idx="1459">
                  <c:v>44743</c:v>
                </c:pt>
                <c:pt idx="1460">
                  <c:v>44742</c:v>
                </c:pt>
                <c:pt idx="1461">
                  <c:v>44741</c:v>
                </c:pt>
                <c:pt idx="1462">
                  <c:v>44740</c:v>
                </c:pt>
                <c:pt idx="1463">
                  <c:v>44739</c:v>
                </c:pt>
                <c:pt idx="1464">
                  <c:v>44738</c:v>
                </c:pt>
                <c:pt idx="1465">
                  <c:v>44737</c:v>
                </c:pt>
                <c:pt idx="1466">
                  <c:v>44736</c:v>
                </c:pt>
                <c:pt idx="1467">
                  <c:v>44735</c:v>
                </c:pt>
                <c:pt idx="1468">
                  <c:v>44734</c:v>
                </c:pt>
                <c:pt idx="1469">
                  <c:v>44733</c:v>
                </c:pt>
                <c:pt idx="1470">
                  <c:v>44732</c:v>
                </c:pt>
                <c:pt idx="1471">
                  <c:v>44731</c:v>
                </c:pt>
                <c:pt idx="1472">
                  <c:v>44730</c:v>
                </c:pt>
                <c:pt idx="1473">
                  <c:v>44729</c:v>
                </c:pt>
                <c:pt idx="1474">
                  <c:v>44728</c:v>
                </c:pt>
                <c:pt idx="1475">
                  <c:v>44727</c:v>
                </c:pt>
                <c:pt idx="1476">
                  <c:v>44726</c:v>
                </c:pt>
                <c:pt idx="1477">
                  <c:v>44725</c:v>
                </c:pt>
                <c:pt idx="1478">
                  <c:v>44724</c:v>
                </c:pt>
                <c:pt idx="1479">
                  <c:v>44723</c:v>
                </c:pt>
                <c:pt idx="1480">
                  <c:v>44722</c:v>
                </c:pt>
                <c:pt idx="1481">
                  <c:v>44721</c:v>
                </c:pt>
                <c:pt idx="1482">
                  <c:v>44720</c:v>
                </c:pt>
                <c:pt idx="1483">
                  <c:v>44719</c:v>
                </c:pt>
                <c:pt idx="1484">
                  <c:v>44718</c:v>
                </c:pt>
                <c:pt idx="1485">
                  <c:v>44717</c:v>
                </c:pt>
                <c:pt idx="1486">
                  <c:v>44716</c:v>
                </c:pt>
                <c:pt idx="1487">
                  <c:v>44715</c:v>
                </c:pt>
                <c:pt idx="1488">
                  <c:v>44714</c:v>
                </c:pt>
                <c:pt idx="1489">
                  <c:v>44713</c:v>
                </c:pt>
                <c:pt idx="1490">
                  <c:v>44712</c:v>
                </c:pt>
                <c:pt idx="1491">
                  <c:v>44711</c:v>
                </c:pt>
                <c:pt idx="1492">
                  <c:v>44710</c:v>
                </c:pt>
                <c:pt idx="1493">
                  <c:v>44709</c:v>
                </c:pt>
                <c:pt idx="1494">
                  <c:v>44708</c:v>
                </c:pt>
                <c:pt idx="1495">
                  <c:v>44707</c:v>
                </c:pt>
                <c:pt idx="1496">
                  <c:v>44706</c:v>
                </c:pt>
                <c:pt idx="1497">
                  <c:v>44705</c:v>
                </c:pt>
                <c:pt idx="1498">
                  <c:v>44704</c:v>
                </c:pt>
                <c:pt idx="1499">
                  <c:v>44703</c:v>
                </c:pt>
                <c:pt idx="1500">
                  <c:v>44702</c:v>
                </c:pt>
                <c:pt idx="1501">
                  <c:v>44701</c:v>
                </c:pt>
                <c:pt idx="1502">
                  <c:v>44700</c:v>
                </c:pt>
                <c:pt idx="1503">
                  <c:v>44699</c:v>
                </c:pt>
                <c:pt idx="1504">
                  <c:v>44698</c:v>
                </c:pt>
                <c:pt idx="1505">
                  <c:v>44697</c:v>
                </c:pt>
                <c:pt idx="1506">
                  <c:v>44696</c:v>
                </c:pt>
                <c:pt idx="1507">
                  <c:v>44695</c:v>
                </c:pt>
                <c:pt idx="1508">
                  <c:v>44694</c:v>
                </c:pt>
                <c:pt idx="1509">
                  <c:v>44693</c:v>
                </c:pt>
                <c:pt idx="1510">
                  <c:v>44692</c:v>
                </c:pt>
                <c:pt idx="1511">
                  <c:v>44691</c:v>
                </c:pt>
                <c:pt idx="1512">
                  <c:v>44690</c:v>
                </c:pt>
                <c:pt idx="1513">
                  <c:v>44689</c:v>
                </c:pt>
                <c:pt idx="1514">
                  <c:v>44688</c:v>
                </c:pt>
                <c:pt idx="1515">
                  <c:v>44687</c:v>
                </c:pt>
                <c:pt idx="1516">
                  <c:v>44686</c:v>
                </c:pt>
                <c:pt idx="1517">
                  <c:v>44685</c:v>
                </c:pt>
                <c:pt idx="1518">
                  <c:v>44684</c:v>
                </c:pt>
                <c:pt idx="1519">
                  <c:v>44683</c:v>
                </c:pt>
                <c:pt idx="1520">
                  <c:v>44682</c:v>
                </c:pt>
                <c:pt idx="1521">
                  <c:v>44681</c:v>
                </c:pt>
                <c:pt idx="1522">
                  <c:v>44680</c:v>
                </c:pt>
                <c:pt idx="1523">
                  <c:v>44679</c:v>
                </c:pt>
                <c:pt idx="1524">
                  <c:v>44678</c:v>
                </c:pt>
                <c:pt idx="1525">
                  <c:v>44677</c:v>
                </c:pt>
                <c:pt idx="1526">
                  <c:v>44676</c:v>
                </c:pt>
                <c:pt idx="1527">
                  <c:v>44675</c:v>
                </c:pt>
                <c:pt idx="1528">
                  <c:v>44674</c:v>
                </c:pt>
                <c:pt idx="1529">
                  <c:v>44673</c:v>
                </c:pt>
                <c:pt idx="1530">
                  <c:v>44672</c:v>
                </c:pt>
                <c:pt idx="1531">
                  <c:v>44671</c:v>
                </c:pt>
                <c:pt idx="1532">
                  <c:v>44670</c:v>
                </c:pt>
                <c:pt idx="1533">
                  <c:v>44669</c:v>
                </c:pt>
                <c:pt idx="1534">
                  <c:v>44668</c:v>
                </c:pt>
                <c:pt idx="1535">
                  <c:v>44667</c:v>
                </c:pt>
                <c:pt idx="1536">
                  <c:v>44666</c:v>
                </c:pt>
                <c:pt idx="1537">
                  <c:v>44665</c:v>
                </c:pt>
                <c:pt idx="1538">
                  <c:v>44664</c:v>
                </c:pt>
                <c:pt idx="1539">
                  <c:v>44663</c:v>
                </c:pt>
                <c:pt idx="1540">
                  <c:v>44662</c:v>
                </c:pt>
                <c:pt idx="1541">
                  <c:v>44661</c:v>
                </c:pt>
                <c:pt idx="1542">
                  <c:v>44660</c:v>
                </c:pt>
                <c:pt idx="1543">
                  <c:v>44659</c:v>
                </c:pt>
                <c:pt idx="1544">
                  <c:v>44658</c:v>
                </c:pt>
                <c:pt idx="1545">
                  <c:v>44657</c:v>
                </c:pt>
                <c:pt idx="1546">
                  <c:v>44656</c:v>
                </c:pt>
                <c:pt idx="1547">
                  <c:v>44655</c:v>
                </c:pt>
                <c:pt idx="1548">
                  <c:v>44654</c:v>
                </c:pt>
                <c:pt idx="1549">
                  <c:v>44653</c:v>
                </c:pt>
                <c:pt idx="1550">
                  <c:v>44652</c:v>
                </c:pt>
                <c:pt idx="1551">
                  <c:v>44651</c:v>
                </c:pt>
                <c:pt idx="1552">
                  <c:v>44650</c:v>
                </c:pt>
                <c:pt idx="1553">
                  <c:v>44649</c:v>
                </c:pt>
                <c:pt idx="1554">
                  <c:v>44648</c:v>
                </c:pt>
                <c:pt idx="1555">
                  <c:v>44647</c:v>
                </c:pt>
                <c:pt idx="1556">
                  <c:v>44646</c:v>
                </c:pt>
                <c:pt idx="1557">
                  <c:v>44645</c:v>
                </c:pt>
                <c:pt idx="1558">
                  <c:v>44644</c:v>
                </c:pt>
                <c:pt idx="1559">
                  <c:v>44643</c:v>
                </c:pt>
                <c:pt idx="1560">
                  <c:v>44642</c:v>
                </c:pt>
                <c:pt idx="1561">
                  <c:v>44641</c:v>
                </c:pt>
                <c:pt idx="1562">
                  <c:v>44640</c:v>
                </c:pt>
                <c:pt idx="1563">
                  <c:v>44639</c:v>
                </c:pt>
                <c:pt idx="1564">
                  <c:v>44638</c:v>
                </c:pt>
                <c:pt idx="1565">
                  <c:v>44637</c:v>
                </c:pt>
                <c:pt idx="1566">
                  <c:v>44636</c:v>
                </c:pt>
                <c:pt idx="1567">
                  <c:v>44635</c:v>
                </c:pt>
                <c:pt idx="1568">
                  <c:v>44634</c:v>
                </c:pt>
                <c:pt idx="1569">
                  <c:v>44633</c:v>
                </c:pt>
                <c:pt idx="1570">
                  <c:v>44632</c:v>
                </c:pt>
                <c:pt idx="1571">
                  <c:v>44631</c:v>
                </c:pt>
                <c:pt idx="1572">
                  <c:v>44630</c:v>
                </c:pt>
                <c:pt idx="1573">
                  <c:v>44629</c:v>
                </c:pt>
                <c:pt idx="1574">
                  <c:v>44628</c:v>
                </c:pt>
                <c:pt idx="1575">
                  <c:v>44627</c:v>
                </c:pt>
                <c:pt idx="1576">
                  <c:v>44626</c:v>
                </c:pt>
                <c:pt idx="1577">
                  <c:v>44625</c:v>
                </c:pt>
                <c:pt idx="1578">
                  <c:v>44624</c:v>
                </c:pt>
                <c:pt idx="1579">
                  <c:v>44623</c:v>
                </c:pt>
                <c:pt idx="1580">
                  <c:v>44622</c:v>
                </c:pt>
                <c:pt idx="1581">
                  <c:v>44621</c:v>
                </c:pt>
                <c:pt idx="1582">
                  <c:v>44620</c:v>
                </c:pt>
                <c:pt idx="1583">
                  <c:v>44619</c:v>
                </c:pt>
                <c:pt idx="1584">
                  <c:v>44618</c:v>
                </c:pt>
                <c:pt idx="1585">
                  <c:v>44617</c:v>
                </c:pt>
                <c:pt idx="1586">
                  <c:v>44616</c:v>
                </c:pt>
                <c:pt idx="1587">
                  <c:v>44615</c:v>
                </c:pt>
                <c:pt idx="1588">
                  <c:v>44614</c:v>
                </c:pt>
                <c:pt idx="1589">
                  <c:v>44613</c:v>
                </c:pt>
                <c:pt idx="1590">
                  <c:v>44612</c:v>
                </c:pt>
                <c:pt idx="1591">
                  <c:v>44611</c:v>
                </c:pt>
                <c:pt idx="1592">
                  <c:v>44610</c:v>
                </c:pt>
                <c:pt idx="1593">
                  <c:v>44609</c:v>
                </c:pt>
                <c:pt idx="1594">
                  <c:v>44608</c:v>
                </c:pt>
                <c:pt idx="1595">
                  <c:v>44607</c:v>
                </c:pt>
                <c:pt idx="1596">
                  <c:v>44606</c:v>
                </c:pt>
                <c:pt idx="1597">
                  <c:v>44605</c:v>
                </c:pt>
                <c:pt idx="1598">
                  <c:v>44604</c:v>
                </c:pt>
                <c:pt idx="1599">
                  <c:v>44603</c:v>
                </c:pt>
                <c:pt idx="1600">
                  <c:v>44602</c:v>
                </c:pt>
                <c:pt idx="1601">
                  <c:v>44601</c:v>
                </c:pt>
                <c:pt idx="1602">
                  <c:v>44600</c:v>
                </c:pt>
                <c:pt idx="1603">
                  <c:v>44599</c:v>
                </c:pt>
                <c:pt idx="1604">
                  <c:v>44598</c:v>
                </c:pt>
                <c:pt idx="1605">
                  <c:v>44597</c:v>
                </c:pt>
                <c:pt idx="1606">
                  <c:v>44596</c:v>
                </c:pt>
                <c:pt idx="1607">
                  <c:v>44595</c:v>
                </c:pt>
                <c:pt idx="1608">
                  <c:v>44594</c:v>
                </c:pt>
                <c:pt idx="1609">
                  <c:v>44593</c:v>
                </c:pt>
                <c:pt idx="1610">
                  <c:v>44592</c:v>
                </c:pt>
                <c:pt idx="1611">
                  <c:v>44591</c:v>
                </c:pt>
                <c:pt idx="1612">
                  <c:v>44590</c:v>
                </c:pt>
                <c:pt idx="1613">
                  <c:v>44589</c:v>
                </c:pt>
                <c:pt idx="1614">
                  <c:v>44588</c:v>
                </c:pt>
                <c:pt idx="1615">
                  <c:v>44587</c:v>
                </c:pt>
                <c:pt idx="1616">
                  <c:v>44586</c:v>
                </c:pt>
                <c:pt idx="1617">
                  <c:v>44585</c:v>
                </c:pt>
                <c:pt idx="1618">
                  <c:v>44584</c:v>
                </c:pt>
                <c:pt idx="1619">
                  <c:v>44583</c:v>
                </c:pt>
                <c:pt idx="1620">
                  <c:v>44582</c:v>
                </c:pt>
                <c:pt idx="1621">
                  <c:v>44581</c:v>
                </c:pt>
                <c:pt idx="1622">
                  <c:v>44580</c:v>
                </c:pt>
                <c:pt idx="1623">
                  <c:v>44579</c:v>
                </c:pt>
                <c:pt idx="1624">
                  <c:v>44578</c:v>
                </c:pt>
                <c:pt idx="1625">
                  <c:v>44577</c:v>
                </c:pt>
                <c:pt idx="1626">
                  <c:v>44576</c:v>
                </c:pt>
                <c:pt idx="1627">
                  <c:v>44575</c:v>
                </c:pt>
                <c:pt idx="1628">
                  <c:v>44574</c:v>
                </c:pt>
                <c:pt idx="1629">
                  <c:v>44573</c:v>
                </c:pt>
                <c:pt idx="1630">
                  <c:v>44572</c:v>
                </c:pt>
                <c:pt idx="1631">
                  <c:v>44571</c:v>
                </c:pt>
                <c:pt idx="1632">
                  <c:v>44570</c:v>
                </c:pt>
                <c:pt idx="1633">
                  <c:v>44569</c:v>
                </c:pt>
                <c:pt idx="1634">
                  <c:v>44568</c:v>
                </c:pt>
                <c:pt idx="1635">
                  <c:v>44567</c:v>
                </c:pt>
                <c:pt idx="1636">
                  <c:v>44566</c:v>
                </c:pt>
                <c:pt idx="1637">
                  <c:v>44565</c:v>
                </c:pt>
                <c:pt idx="1638">
                  <c:v>44564</c:v>
                </c:pt>
                <c:pt idx="1639">
                  <c:v>44563</c:v>
                </c:pt>
                <c:pt idx="1640">
                  <c:v>44562</c:v>
                </c:pt>
                <c:pt idx="1641">
                  <c:v>44561</c:v>
                </c:pt>
                <c:pt idx="1642">
                  <c:v>44560</c:v>
                </c:pt>
                <c:pt idx="1643">
                  <c:v>44559</c:v>
                </c:pt>
                <c:pt idx="1644">
                  <c:v>44558</c:v>
                </c:pt>
                <c:pt idx="1645">
                  <c:v>44557</c:v>
                </c:pt>
                <c:pt idx="1646">
                  <c:v>44556</c:v>
                </c:pt>
                <c:pt idx="1647">
                  <c:v>44555</c:v>
                </c:pt>
                <c:pt idx="1648">
                  <c:v>44554</c:v>
                </c:pt>
                <c:pt idx="1649">
                  <c:v>44553</c:v>
                </c:pt>
                <c:pt idx="1650">
                  <c:v>44552</c:v>
                </c:pt>
                <c:pt idx="1651">
                  <c:v>44551</c:v>
                </c:pt>
                <c:pt idx="1652">
                  <c:v>44550</c:v>
                </c:pt>
                <c:pt idx="1653">
                  <c:v>44549</c:v>
                </c:pt>
                <c:pt idx="1654">
                  <c:v>44548</c:v>
                </c:pt>
                <c:pt idx="1655">
                  <c:v>44547</c:v>
                </c:pt>
                <c:pt idx="1656">
                  <c:v>44546</c:v>
                </c:pt>
                <c:pt idx="1657">
                  <c:v>44545</c:v>
                </c:pt>
                <c:pt idx="1658">
                  <c:v>44544</c:v>
                </c:pt>
                <c:pt idx="1659">
                  <c:v>44543</c:v>
                </c:pt>
                <c:pt idx="1660">
                  <c:v>44542</c:v>
                </c:pt>
                <c:pt idx="1661">
                  <c:v>44541</c:v>
                </c:pt>
                <c:pt idx="1662">
                  <c:v>44540</c:v>
                </c:pt>
                <c:pt idx="1663">
                  <c:v>44539</c:v>
                </c:pt>
                <c:pt idx="1664">
                  <c:v>44538</c:v>
                </c:pt>
                <c:pt idx="1665">
                  <c:v>44537</c:v>
                </c:pt>
                <c:pt idx="1666">
                  <c:v>44536</c:v>
                </c:pt>
                <c:pt idx="1667">
                  <c:v>44535</c:v>
                </c:pt>
                <c:pt idx="1668">
                  <c:v>44534</c:v>
                </c:pt>
                <c:pt idx="1669">
                  <c:v>44533</c:v>
                </c:pt>
                <c:pt idx="1670">
                  <c:v>44532</c:v>
                </c:pt>
                <c:pt idx="1671">
                  <c:v>44531</c:v>
                </c:pt>
                <c:pt idx="1672">
                  <c:v>44530</c:v>
                </c:pt>
                <c:pt idx="1673">
                  <c:v>44529</c:v>
                </c:pt>
                <c:pt idx="1674">
                  <c:v>44528</c:v>
                </c:pt>
                <c:pt idx="1675">
                  <c:v>44527</c:v>
                </c:pt>
                <c:pt idx="1676">
                  <c:v>44526</c:v>
                </c:pt>
                <c:pt idx="1677">
                  <c:v>44525</c:v>
                </c:pt>
                <c:pt idx="1678">
                  <c:v>44524</c:v>
                </c:pt>
                <c:pt idx="1679">
                  <c:v>44523</c:v>
                </c:pt>
                <c:pt idx="1680">
                  <c:v>44522</c:v>
                </c:pt>
                <c:pt idx="1681">
                  <c:v>44521</c:v>
                </c:pt>
                <c:pt idx="1682">
                  <c:v>44520</c:v>
                </c:pt>
                <c:pt idx="1683">
                  <c:v>44519</c:v>
                </c:pt>
                <c:pt idx="1684">
                  <c:v>44518</c:v>
                </c:pt>
                <c:pt idx="1685">
                  <c:v>44517</c:v>
                </c:pt>
                <c:pt idx="1686">
                  <c:v>44516</c:v>
                </c:pt>
                <c:pt idx="1687">
                  <c:v>44515</c:v>
                </c:pt>
                <c:pt idx="1688">
                  <c:v>44514</c:v>
                </c:pt>
                <c:pt idx="1689">
                  <c:v>44513</c:v>
                </c:pt>
                <c:pt idx="1690">
                  <c:v>44512</c:v>
                </c:pt>
                <c:pt idx="1691">
                  <c:v>44511</c:v>
                </c:pt>
                <c:pt idx="1692">
                  <c:v>44510</c:v>
                </c:pt>
                <c:pt idx="1693">
                  <c:v>44509</c:v>
                </c:pt>
                <c:pt idx="1694">
                  <c:v>44508</c:v>
                </c:pt>
                <c:pt idx="1695">
                  <c:v>44507</c:v>
                </c:pt>
                <c:pt idx="1696">
                  <c:v>44506</c:v>
                </c:pt>
                <c:pt idx="1697">
                  <c:v>44505</c:v>
                </c:pt>
                <c:pt idx="1698">
                  <c:v>44504</c:v>
                </c:pt>
                <c:pt idx="1699">
                  <c:v>44503</c:v>
                </c:pt>
                <c:pt idx="1700">
                  <c:v>44502</c:v>
                </c:pt>
                <c:pt idx="1701">
                  <c:v>44501</c:v>
                </c:pt>
                <c:pt idx="1702">
                  <c:v>44500</c:v>
                </c:pt>
                <c:pt idx="1703">
                  <c:v>44499</c:v>
                </c:pt>
                <c:pt idx="1704">
                  <c:v>44498</c:v>
                </c:pt>
                <c:pt idx="1705">
                  <c:v>44497</c:v>
                </c:pt>
                <c:pt idx="1706">
                  <c:v>44496</c:v>
                </c:pt>
                <c:pt idx="1707">
                  <c:v>44495</c:v>
                </c:pt>
                <c:pt idx="1708">
                  <c:v>44494</c:v>
                </c:pt>
                <c:pt idx="1709">
                  <c:v>44493</c:v>
                </c:pt>
                <c:pt idx="1710">
                  <c:v>44492</c:v>
                </c:pt>
                <c:pt idx="1711">
                  <c:v>44491</c:v>
                </c:pt>
                <c:pt idx="1712">
                  <c:v>44490</c:v>
                </c:pt>
                <c:pt idx="1713">
                  <c:v>44489</c:v>
                </c:pt>
                <c:pt idx="1714">
                  <c:v>44488</c:v>
                </c:pt>
                <c:pt idx="1715">
                  <c:v>44487</c:v>
                </c:pt>
                <c:pt idx="1716">
                  <c:v>44486</c:v>
                </c:pt>
                <c:pt idx="1717">
                  <c:v>44485</c:v>
                </c:pt>
                <c:pt idx="1718">
                  <c:v>44484</c:v>
                </c:pt>
                <c:pt idx="1719">
                  <c:v>44483</c:v>
                </c:pt>
                <c:pt idx="1720">
                  <c:v>44482</c:v>
                </c:pt>
                <c:pt idx="1721">
                  <c:v>44481</c:v>
                </c:pt>
                <c:pt idx="1722">
                  <c:v>44480</c:v>
                </c:pt>
                <c:pt idx="1723">
                  <c:v>44479</c:v>
                </c:pt>
                <c:pt idx="1724">
                  <c:v>44478</c:v>
                </c:pt>
                <c:pt idx="1725">
                  <c:v>44477</c:v>
                </c:pt>
                <c:pt idx="1726">
                  <c:v>44476</c:v>
                </c:pt>
                <c:pt idx="1727">
                  <c:v>44475</c:v>
                </c:pt>
                <c:pt idx="1728">
                  <c:v>44474</c:v>
                </c:pt>
                <c:pt idx="1729">
                  <c:v>44473</c:v>
                </c:pt>
                <c:pt idx="1730">
                  <c:v>44472</c:v>
                </c:pt>
                <c:pt idx="1731">
                  <c:v>44471</c:v>
                </c:pt>
                <c:pt idx="1732">
                  <c:v>44470</c:v>
                </c:pt>
                <c:pt idx="1733">
                  <c:v>44469</c:v>
                </c:pt>
                <c:pt idx="1734">
                  <c:v>44468</c:v>
                </c:pt>
                <c:pt idx="1735">
                  <c:v>44467</c:v>
                </c:pt>
                <c:pt idx="1736">
                  <c:v>44466</c:v>
                </c:pt>
                <c:pt idx="1737">
                  <c:v>44465</c:v>
                </c:pt>
                <c:pt idx="1738">
                  <c:v>44464</c:v>
                </c:pt>
                <c:pt idx="1739">
                  <c:v>44463</c:v>
                </c:pt>
                <c:pt idx="1740">
                  <c:v>44462</c:v>
                </c:pt>
                <c:pt idx="1741">
                  <c:v>44461</c:v>
                </c:pt>
                <c:pt idx="1742">
                  <c:v>44460</c:v>
                </c:pt>
                <c:pt idx="1743">
                  <c:v>44459</c:v>
                </c:pt>
                <c:pt idx="1744">
                  <c:v>44458</c:v>
                </c:pt>
                <c:pt idx="1745">
                  <c:v>44457</c:v>
                </c:pt>
                <c:pt idx="1746">
                  <c:v>44456</c:v>
                </c:pt>
                <c:pt idx="1747">
                  <c:v>44455</c:v>
                </c:pt>
                <c:pt idx="1748">
                  <c:v>44454</c:v>
                </c:pt>
                <c:pt idx="1749">
                  <c:v>44453</c:v>
                </c:pt>
                <c:pt idx="1750">
                  <c:v>44452</c:v>
                </c:pt>
                <c:pt idx="1751">
                  <c:v>44451</c:v>
                </c:pt>
                <c:pt idx="1752">
                  <c:v>44450</c:v>
                </c:pt>
                <c:pt idx="1753">
                  <c:v>44449</c:v>
                </c:pt>
                <c:pt idx="1754">
                  <c:v>44448</c:v>
                </c:pt>
                <c:pt idx="1755">
                  <c:v>44447</c:v>
                </c:pt>
                <c:pt idx="1756">
                  <c:v>44446</c:v>
                </c:pt>
                <c:pt idx="1757">
                  <c:v>44445</c:v>
                </c:pt>
                <c:pt idx="1758">
                  <c:v>44444</c:v>
                </c:pt>
                <c:pt idx="1759">
                  <c:v>44443</c:v>
                </c:pt>
                <c:pt idx="1760">
                  <c:v>44442</c:v>
                </c:pt>
                <c:pt idx="1761">
                  <c:v>44441</c:v>
                </c:pt>
                <c:pt idx="1762">
                  <c:v>44440</c:v>
                </c:pt>
                <c:pt idx="1763">
                  <c:v>44439</c:v>
                </c:pt>
                <c:pt idx="1764">
                  <c:v>44438</c:v>
                </c:pt>
                <c:pt idx="1765">
                  <c:v>44437</c:v>
                </c:pt>
                <c:pt idx="1766">
                  <c:v>44436</c:v>
                </c:pt>
                <c:pt idx="1767">
                  <c:v>44435</c:v>
                </c:pt>
                <c:pt idx="1768">
                  <c:v>44434</c:v>
                </c:pt>
                <c:pt idx="1769">
                  <c:v>44433</c:v>
                </c:pt>
                <c:pt idx="1770">
                  <c:v>44432</c:v>
                </c:pt>
                <c:pt idx="1771">
                  <c:v>44431</c:v>
                </c:pt>
                <c:pt idx="1772">
                  <c:v>44430</c:v>
                </c:pt>
                <c:pt idx="1773">
                  <c:v>44429</c:v>
                </c:pt>
                <c:pt idx="1774">
                  <c:v>44428</c:v>
                </c:pt>
                <c:pt idx="1775">
                  <c:v>44427</c:v>
                </c:pt>
                <c:pt idx="1776">
                  <c:v>44426</c:v>
                </c:pt>
                <c:pt idx="1777">
                  <c:v>44425</c:v>
                </c:pt>
                <c:pt idx="1778">
                  <c:v>44424</c:v>
                </c:pt>
                <c:pt idx="1779">
                  <c:v>44423</c:v>
                </c:pt>
                <c:pt idx="1780">
                  <c:v>44422</c:v>
                </c:pt>
                <c:pt idx="1781">
                  <c:v>44421</c:v>
                </c:pt>
                <c:pt idx="1782">
                  <c:v>44420</c:v>
                </c:pt>
                <c:pt idx="1783">
                  <c:v>44419</c:v>
                </c:pt>
                <c:pt idx="1784">
                  <c:v>44418</c:v>
                </c:pt>
                <c:pt idx="1785">
                  <c:v>44417</c:v>
                </c:pt>
                <c:pt idx="1786">
                  <c:v>44416</c:v>
                </c:pt>
                <c:pt idx="1787">
                  <c:v>44415</c:v>
                </c:pt>
                <c:pt idx="1788">
                  <c:v>44414</c:v>
                </c:pt>
                <c:pt idx="1789">
                  <c:v>44413</c:v>
                </c:pt>
                <c:pt idx="1790">
                  <c:v>44412</c:v>
                </c:pt>
                <c:pt idx="1791">
                  <c:v>44411</c:v>
                </c:pt>
                <c:pt idx="1792">
                  <c:v>44410</c:v>
                </c:pt>
                <c:pt idx="1793">
                  <c:v>44409</c:v>
                </c:pt>
                <c:pt idx="1794">
                  <c:v>44408</c:v>
                </c:pt>
                <c:pt idx="1795">
                  <c:v>44407</c:v>
                </c:pt>
                <c:pt idx="1796">
                  <c:v>44406</c:v>
                </c:pt>
                <c:pt idx="1797">
                  <c:v>44405</c:v>
                </c:pt>
                <c:pt idx="1798">
                  <c:v>44404</c:v>
                </c:pt>
                <c:pt idx="1799">
                  <c:v>44403</c:v>
                </c:pt>
                <c:pt idx="1800">
                  <c:v>44402</c:v>
                </c:pt>
                <c:pt idx="1801">
                  <c:v>44401</c:v>
                </c:pt>
                <c:pt idx="1802">
                  <c:v>44400</c:v>
                </c:pt>
                <c:pt idx="1803">
                  <c:v>44399</c:v>
                </c:pt>
                <c:pt idx="1804">
                  <c:v>44398</c:v>
                </c:pt>
                <c:pt idx="1805">
                  <c:v>44397</c:v>
                </c:pt>
                <c:pt idx="1806">
                  <c:v>44396</c:v>
                </c:pt>
                <c:pt idx="1807">
                  <c:v>44395</c:v>
                </c:pt>
                <c:pt idx="1808">
                  <c:v>44394</c:v>
                </c:pt>
                <c:pt idx="1809">
                  <c:v>44393</c:v>
                </c:pt>
                <c:pt idx="1810">
                  <c:v>44392</c:v>
                </c:pt>
                <c:pt idx="1811">
                  <c:v>44391</c:v>
                </c:pt>
                <c:pt idx="1812">
                  <c:v>44390</c:v>
                </c:pt>
                <c:pt idx="1813">
                  <c:v>44389</c:v>
                </c:pt>
                <c:pt idx="1814">
                  <c:v>44388</c:v>
                </c:pt>
                <c:pt idx="1815">
                  <c:v>44387</c:v>
                </c:pt>
                <c:pt idx="1816">
                  <c:v>44386</c:v>
                </c:pt>
                <c:pt idx="1817">
                  <c:v>44385</c:v>
                </c:pt>
                <c:pt idx="1818">
                  <c:v>44384</c:v>
                </c:pt>
                <c:pt idx="1819">
                  <c:v>44383</c:v>
                </c:pt>
                <c:pt idx="1820">
                  <c:v>44382</c:v>
                </c:pt>
                <c:pt idx="1821">
                  <c:v>44381</c:v>
                </c:pt>
                <c:pt idx="1822">
                  <c:v>44380</c:v>
                </c:pt>
                <c:pt idx="1823">
                  <c:v>44379</c:v>
                </c:pt>
                <c:pt idx="1824">
                  <c:v>44378</c:v>
                </c:pt>
                <c:pt idx="1825">
                  <c:v>44377</c:v>
                </c:pt>
                <c:pt idx="1826">
                  <c:v>44376</c:v>
                </c:pt>
                <c:pt idx="1827">
                  <c:v>44375</c:v>
                </c:pt>
                <c:pt idx="1828">
                  <c:v>44374</c:v>
                </c:pt>
                <c:pt idx="1829">
                  <c:v>44373</c:v>
                </c:pt>
                <c:pt idx="1830">
                  <c:v>44372</c:v>
                </c:pt>
                <c:pt idx="1831">
                  <c:v>44371</c:v>
                </c:pt>
                <c:pt idx="1832">
                  <c:v>44370</c:v>
                </c:pt>
                <c:pt idx="1833">
                  <c:v>44369</c:v>
                </c:pt>
                <c:pt idx="1834">
                  <c:v>44368</c:v>
                </c:pt>
                <c:pt idx="1835">
                  <c:v>44367</c:v>
                </c:pt>
                <c:pt idx="1836">
                  <c:v>44366</c:v>
                </c:pt>
                <c:pt idx="1837">
                  <c:v>44365</c:v>
                </c:pt>
                <c:pt idx="1838">
                  <c:v>44364</c:v>
                </c:pt>
                <c:pt idx="1839">
                  <c:v>44363</c:v>
                </c:pt>
                <c:pt idx="1840">
                  <c:v>44362</c:v>
                </c:pt>
                <c:pt idx="1841">
                  <c:v>44361</c:v>
                </c:pt>
                <c:pt idx="1842">
                  <c:v>44360</c:v>
                </c:pt>
                <c:pt idx="1843">
                  <c:v>44359</c:v>
                </c:pt>
                <c:pt idx="1844">
                  <c:v>44358</c:v>
                </c:pt>
                <c:pt idx="1845">
                  <c:v>44357</c:v>
                </c:pt>
                <c:pt idx="1846">
                  <c:v>44356</c:v>
                </c:pt>
                <c:pt idx="1847">
                  <c:v>44355</c:v>
                </c:pt>
                <c:pt idx="1848">
                  <c:v>44354</c:v>
                </c:pt>
                <c:pt idx="1849">
                  <c:v>44353</c:v>
                </c:pt>
                <c:pt idx="1850">
                  <c:v>44352</c:v>
                </c:pt>
                <c:pt idx="1851">
                  <c:v>44351</c:v>
                </c:pt>
                <c:pt idx="1852">
                  <c:v>44350</c:v>
                </c:pt>
                <c:pt idx="1853">
                  <c:v>44349</c:v>
                </c:pt>
                <c:pt idx="1854">
                  <c:v>44348</c:v>
                </c:pt>
                <c:pt idx="1855">
                  <c:v>44347</c:v>
                </c:pt>
                <c:pt idx="1856">
                  <c:v>44346</c:v>
                </c:pt>
                <c:pt idx="1857">
                  <c:v>44345</c:v>
                </c:pt>
                <c:pt idx="1858">
                  <c:v>44344</c:v>
                </c:pt>
                <c:pt idx="1859">
                  <c:v>44343</c:v>
                </c:pt>
                <c:pt idx="1860">
                  <c:v>44342</c:v>
                </c:pt>
                <c:pt idx="1861">
                  <c:v>44341</c:v>
                </c:pt>
                <c:pt idx="1862">
                  <c:v>44340</c:v>
                </c:pt>
                <c:pt idx="1863">
                  <c:v>44339</c:v>
                </c:pt>
                <c:pt idx="1864">
                  <c:v>44338</c:v>
                </c:pt>
                <c:pt idx="1865">
                  <c:v>44337</c:v>
                </c:pt>
                <c:pt idx="1866">
                  <c:v>44336</c:v>
                </c:pt>
                <c:pt idx="1867">
                  <c:v>44335</c:v>
                </c:pt>
                <c:pt idx="1868">
                  <c:v>44334</c:v>
                </c:pt>
                <c:pt idx="1869">
                  <c:v>44333</c:v>
                </c:pt>
                <c:pt idx="1870">
                  <c:v>44332</c:v>
                </c:pt>
                <c:pt idx="1871">
                  <c:v>44331</c:v>
                </c:pt>
                <c:pt idx="1872">
                  <c:v>44330</c:v>
                </c:pt>
                <c:pt idx="1873">
                  <c:v>44329</c:v>
                </c:pt>
                <c:pt idx="1874">
                  <c:v>44328</c:v>
                </c:pt>
                <c:pt idx="1875">
                  <c:v>44327</c:v>
                </c:pt>
                <c:pt idx="1876">
                  <c:v>44326</c:v>
                </c:pt>
                <c:pt idx="1877">
                  <c:v>44325</c:v>
                </c:pt>
                <c:pt idx="1878">
                  <c:v>44324</c:v>
                </c:pt>
                <c:pt idx="1879">
                  <c:v>44323</c:v>
                </c:pt>
                <c:pt idx="1880">
                  <c:v>44322</c:v>
                </c:pt>
                <c:pt idx="1881">
                  <c:v>44321</c:v>
                </c:pt>
                <c:pt idx="1882">
                  <c:v>44320</c:v>
                </c:pt>
                <c:pt idx="1883">
                  <c:v>44319</c:v>
                </c:pt>
                <c:pt idx="1884">
                  <c:v>44318</c:v>
                </c:pt>
                <c:pt idx="1885">
                  <c:v>44317</c:v>
                </c:pt>
                <c:pt idx="1886">
                  <c:v>44316</c:v>
                </c:pt>
                <c:pt idx="1887">
                  <c:v>44315</c:v>
                </c:pt>
                <c:pt idx="1888">
                  <c:v>44314</c:v>
                </c:pt>
                <c:pt idx="1889">
                  <c:v>44313</c:v>
                </c:pt>
                <c:pt idx="1890">
                  <c:v>44312</c:v>
                </c:pt>
                <c:pt idx="1891">
                  <c:v>44311</c:v>
                </c:pt>
                <c:pt idx="1892">
                  <c:v>44310</c:v>
                </c:pt>
                <c:pt idx="1893">
                  <c:v>44309</c:v>
                </c:pt>
                <c:pt idx="1894">
                  <c:v>44308</c:v>
                </c:pt>
                <c:pt idx="1895">
                  <c:v>44307</c:v>
                </c:pt>
                <c:pt idx="1896">
                  <c:v>44306</c:v>
                </c:pt>
                <c:pt idx="1897">
                  <c:v>44305</c:v>
                </c:pt>
                <c:pt idx="1898">
                  <c:v>44304</c:v>
                </c:pt>
                <c:pt idx="1899">
                  <c:v>44303</c:v>
                </c:pt>
                <c:pt idx="1900">
                  <c:v>44302</c:v>
                </c:pt>
                <c:pt idx="1901">
                  <c:v>44301</c:v>
                </c:pt>
                <c:pt idx="1902">
                  <c:v>44300</c:v>
                </c:pt>
                <c:pt idx="1903">
                  <c:v>44299</c:v>
                </c:pt>
                <c:pt idx="1904">
                  <c:v>44298</c:v>
                </c:pt>
                <c:pt idx="1905">
                  <c:v>44297</c:v>
                </c:pt>
                <c:pt idx="1906">
                  <c:v>44296</c:v>
                </c:pt>
                <c:pt idx="1907">
                  <c:v>44295</c:v>
                </c:pt>
                <c:pt idx="1908">
                  <c:v>44294</c:v>
                </c:pt>
                <c:pt idx="1909">
                  <c:v>44293</c:v>
                </c:pt>
                <c:pt idx="1910">
                  <c:v>44292</c:v>
                </c:pt>
                <c:pt idx="1911">
                  <c:v>44291</c:v>
                </c:pt>
                <c:pt idx="1912">
                  <c:v>44290</c:v>
                </c:pt>
                <c:pt idx="1913">
                  <c:v>44289</c:v>
                </c:pt>
                <c:pt idx="1914">
                  <c:v>44288</c:v>
                </c:pt>
                <c:pt idx="1915">
                  <c:v>44287</c:v>
                </c:pt>
                <c:pt idx="1916">
                  <c:v>44286</c:v>
                </c:pt>
                <c:pt idx="1917">
                  <c:v>44285</c:v>
                </c:pt>
                <c:pt idx="1918">
                  <c:v>44284</c:v>
                </c:pt>
                <c:pt idx="1919">
                  <c:v>44283</c:v>
                </c:pt>
                <c:pt idx="1920">
                  <c:v>44282</c:v>
                </c:pt>
                <c:pt idx="1921">
                  <c:v>44281</c:v>
                </c:pt>
                <c:pt idx="1922">
                  <c:v>44280</c:v>
                </c:pt>
                <c:pt idx="1923">
                  <c:v>44279</c:v>
                </c:pt>
                <c:pt idx="1924">
                  <c:v>44278</c:v>
                </c:pt>
                <c:pt idx="1925">
                  <c:v>44277</c:v>
                </c:pt>
                <c:pt idx="1926">
                  <c:v>44276</c:v>
                </c:pt>
                <c:pt idx="1927">
                  <c:v>44275</c:v>
                </c:pt>
                <c:pt idx="1928">
                  <c:v>44274</c:v>
                </c:pt>
                <c:pt idx="1929">
                  <c:v>44273</c:v>
                </c:pt>
                <c:pt idx="1930">
                  <c:v>44272</c:v>
                </c:pt>
                <c:pt idx="1931">
                  <c:v>44271</c:v>
                </c:pt>
                <c:pt idx="1932">
                  <c:v>44270</c:v>
                </c:pt>
                <c:pt idx="1933">
                  <c:v>44269</c:v>
                </c:pt>
                <c:pt idx="1934">
                  <c:v>44268</c:v>
                </c:pt>
                <c:pt idx="1935">
                  <c:v>44267</c:v>
                </c:pt>
                <c:pt idx="1936">
                  <c:v>44266</c:v>
                </c:pt>
                <c:pt idx="1937">
                  <c:v>44265</c:v>
                </c:pt>
                <c:pt idx="1938">
                  <c:v>44264</c:v>
                </c:pt>
                <c:pt idx="1939">
                  <c:v>44263</c:v>
                </c:pt>
                <c:pt idx="1940">
                  <c:v>44262</c:v>
                </c:pt>
                <c:pt idx="1941">
                  <c:v>44261</c:v>
                </c:pt>
                <c:pt idx="1942">
                  <c:v>44260</c:v>
                </c:pt>
                <c:pt idx="1943">
                  <c:v>44259</c:v>
                </c:pt>
                <c:pt idx="1944">
                  <c:v>44258</c:v>
                </c:pt>
                <c:pt idx="1945">
                  <c:v>44257</c:v>
                </c:pt>
                <c:pt idx="1946">
                  <c:v>44256</c:v>
                </c:pt>
                <c:pt idx="1947">
                  <c:v>44255</c:v>
                </c:pt>
                <c:pt idx="1948">
                  <c:v>44254</c:v>
                </c:pt>
                <c:pt idx="1949">
                  <c:v>44253</c:v>
                </c:pt>
                <c:pt idx="1950">
                  <c:v>44252</c:v>
                </c:pt>
                <c:pt idx="1951">
                  <c:v>44251</c:v>
                </c:pt>
                <c:pt idx="1952">
                  <c:v>44250</c:v>
                </c:pt>
                <c:pt idx="1953">
                  <c:v>44249</c:v>
                </c:pt>
                <c:pt idx="1954">
                  <c:v>44248</c:v>
                </c:pt>
                <c:pt idx="1955">
                  <c:v>44247</c:v>
                </c:pt>
                <c:pt idx="1956">
                  <c:v>44246</c:v>
                </c:pt>
                <c:pt idx="1957">
                  <c:v>44245</c:v>
                </c:pt>
                <c:pt idx="1958">
                  <c:v>44244</c:v>
                </c:pt>
                <c:pt idx="1959">
                  <c:v>44243</c:v>
                </c:pt>
                <c:pt idx="1960">
                  <c:v>44242</c:v>
                </c:pt>
                <c:pt idx="1961">
                  <c:v>44241</c:v>
                </c:pt>
                <c:pt idx="1962">
                  <c:v>44240</c:v>
                </c:pt>
                <c:pt idx="1963">
                  <c:v>44239</c:v>
                </c:pt>
                <c:pt idx="1964">
                  <c:v>44238</c:v>
                </c:pt>
                <c:pt idx="1965">
                  <c:v>44237</c:v>
                </c:pt>
                <c:pt idx="1966">
                  <c:v>44236</c:v>
                </c:pt>
                <c:pt idx="1967">
                  <c:v>44235</c:v>
                </c:pt>
                <c:pt idx="1968">
                  <c:v>44234</c:v>
                </c:pt>
                <c:pt idx="1969">
                  <c:v>44233</c:v>
                </c:pt>
                <c:pt idx="1970">
                  <c:v>44232</c:v>
                </c:pt>
                <c:pt idx="1971">
                  <c:v>44231</c:v>
                </c:pt>
                <c:pt idx="1972">
                  <c:v>44230</c:v>
                </c:pt>
                <c:pt idx="1973">
                  <c:v>44229</c:v>
                </c:pt>
                <c:pt idx="1974">
                  <c:v>44228</c:v>
                </c:pt>
                <c:pt idx="1975">
                  <c:v>44227</c:v>
                </c:pt>
                <c:pt idx="1976">
                  <c:v>44226</c:v>
                </c:pt>
                <c:pt idx="1977">
                  <c:v>44225</c:v>
                </c:pt>
                <c:pt idx="1978">
                  <c:v>44224</c:v>
                </c:pt>
                <c:pt idx="1979">
                  <c:v>44223</c:v>
                </c:pt>
                <c:pt idx="1980">
                  <c:v>44222</c:v>
                </c:pt>
                <c:pt idx="1981">
                  <c:v>44221</c:v>
                </c:pt>
                <c:pt idx="1982">
                  <c:v>44220</c:v>
                </c:pt>
                <c:pt idx="1983">
                  <c:v>44219</c:v>
                </c:pt>
                <c:pt idx="1984">
                  <c:v>44218</c:v>
                </c:pt>
                <c:pt idx="1985">
                  <c:v>44217</c:v>
                </c:pt>
                <c:pt idx="1986">
                  <c:v>44216</c:v>
                </c:pt>
                <c:pt idx="1987">
                  <c:v>44215</c:v>
                </c:pt>
                <c:pt idx="1988">
                  <c:v>44214</c:v>
                </c:pt>
                <c:pt idx="1989">
                  <c:v>44213</c:v>
                </c:pt>
                <c:pt idx="1990">
                  <c:v>44212</c:v>
                </c:pt>
                <c:pt idx="1991">
                  <c:v>44211</c:v>
                </c:pt>
                <c:pt idx="1992">
                  <c:v>44210</c:v>
                </c:pt>
                <c:pt idx="1993">
                  <c:v>44209</c:v>
                </c:pt>
                <c:pt idx="1994">
                  <c:v>44208</c:v>
                </c:pt>
                <c:pt idx="1995">
                  <c:v>44207</c:v>
                </c:pt>
                <c:pt idx="1996">
                  <c:v>44206</c:v>
                </c:pt>
                <c:pt idx="1997">
                  <c:v>44205</c:v>
                </c:pt>
                <c:pt idx="1998">
                  <c:v>44204</c:v>
                </c:pt>
                <c:pt idx="1999">
                  <c:v>44203</c:v>
                </c:pt>
                <c:pt idx="2000">
                  <c:v>44202</c:v>
                </c:pt>
                <c:pt idx="2001">
                  <c:v>44201</c:v>
                </c:pt>
                <c:pt idx="2002">
                  <c:v>44200</c:v>
                </c:pt>
                <c:pt idx="2003">
                  <c:v>44199</c:v>
                </c:pt>
                <c:pt idx="2004">
                  <c:v>44198</c:v>
                </c:pt>
                <c:pt idx="2005">
                  <c:v>44197</c:v>
                </c:pt>
                <c:pt idx="2006">
                  <c:v>44196</c:v>
                </c:pt>
                <c:pt idx="2007">
                  <c:v>44195</c:v>
                </c:pt>
                <c:pt idx="2008">
                  <c:v>44194</c:v>
                </c:pt>
                <c:pt idx="2009">
                  <c:v>44193</c:v>
                </c:pt>
                <c:pt idx="2010">
                  <c:v>44192</c:v>
                </c:pt>
                <c:pt idx="2011">
                  <c:v>44191</c:v>
                </c:pt>
                <c:pt idx="2012">
                  <c:v>44190</c:v>
                </c:pt>
                <c:pt idx="2013">
                  <c:v>44189</c:v>
                </c:pt>
                <c:pt idx="2014">
                  <c:v>44188</c:v>
                </c:pt>
                <c:pt idx="2015">
                  <c:v>44187</c:v>
                </c:pt>
                <c:pt idx="2016">
                  <c:v>44186</c:v>
                </c:pt>
                <c:pt idx="2017">
                  <c:v>44185</c:v>
                </c:pt>
                <c:pt idx="2018">
                  <c:v>44184</c:v>
                </c:pt>
                <c:pt idx="2019">
                  <c:v>44183</c:v>
                </c:pt>
                <c:pt idx="2020">
                  <c:v>44182</c:v>
                </c:pt>
                <c:pt idx="2021">
                  <c:v>44181</c:v>
                </c:pt>
                <c:pt idx="2022">
                  <c:v>44180</c:v>
                </c:pt>
                <c:pt idx="2023">
                  <c:v>44179</c:v>
                </c:pt>
                <c:pt idx="2024">
                  <c:v>44178</c:v>
                </c:pt>
                <c:pt idx="2025">
                  <c:v>44177</c:v>
                </c:pt>
                <c:pt idx="2026">
                  <c:v>44176</c:v>
                </c:pt>
                <c:pt idx="2027">
                  <c:v>44175</c:v>
                </c:pt>
                <c:pt idx="2028">
                  <c:v>44174</c:v>
                </c:pt>
                <c:pt idx="2029">
                  <c:v>44173</c:v>
                </c:pt>
                <c:pt idx="2030">
                  <c:v>44172</c:v>
                </c:pt>
                <c:pt idx="2031">
                  <c:v>44171</c:v>
                </c:pt>
                <c:pt idx="2032">
                  <c:v>44170</c:v>
                </c:pt>
                <c:pt idx="2033">
                  <c:v>44169</c:v>
                </c:pt>
                <c:pt idx="2034">
                  <c:v>44168</c:v>
                </c:pt>
                <c:pt idx="2035">
                  <c:v>44167</c:v>
                </c:pt>
                <c:pt idx="2036">
                  <c:v>44166</c:v>
                </c:pt>
                <c:pt idx="2037">
                  <c:v>44165</c:v>
                </c:pt>
                <c:pt idx="2038">
                  <c:v>44164</c:v>
                </c:pt>
                <c:pt idx="2039">
                  <c:v>44163</c:v>
                </c:pt>
                <c:pt idx="2040">
                  <c:v>44162</c:v>
                </c:pt>
                <c:pt idx="2041">
                  <c:v>44161</c:v>
                </c:pt>
                <c:pt idx="2042">
                  <c:v>44160</c:v>
                </c:pt>
                <c:pt idx="2043">
                  <c:v>44159</c:v>
                </c:pt>
                <c:pt idx="2044">
                  <c:v>44158</c:v>
                </c:pt>
                <c:pt idx="2045">
                  <c:v>44157</c:v>
                </c:pt>
                <c:pt idx="2046">
                  <c:v>44156</c:v>
                </c:pt>
                <c:pt idx="2047">
                  <c:v>44155</c:v>
                </c:pt>
                <c:pt idx="2048">
                  <c:v>44154</c:v>
                </c:pt>
                <c:pt idx="2049">
                  <c:v>44153</c:v>
                </c:pt>
                <c:pt idx="2050">
                  <c:v>44152</c:v>
                </c:pt>
                <c:pt idx="2051">
                  <c:v>44151</c:v>
                </c:pt>
                <c:pt idx="2052">
                  <c:v>44150</c:v>
                </c:pt>
                <c:pt idx="2053">
                  <c:v>44149</c:v>
                </c:pt>
                <c:pt idx="2054">
                  <c:v>44148</c:v>
                </c:pt>
                <c:pt idx="2055">
                  <c:v>44147</c:v>
                </c:pt>
                <c:pt idx="2056">
                  <c:v>44146</c:v>
                </c:pt>
                <c:pt idx="2057">
                  <c:v>44145</c:v>
                </c:pt>
                <c:pt idx="2058">
                  <c:v>44144</c:v>
                </c:pt>
                <c:pt idx="2059">
                  <c:v>44143</c:v>
                </c:pt>
                <c:pt idx="2060">
                  <c:v>44142</c:v>
                </c:pt>
                <c:pt idx="2061">
                  <c:v>44141</c:v>
                </c:pt>
                <c:pt idx="2062">
                  <c:v>44140</c:v>
                </c:pt>
                <c:pt idx="2063">
                  <c:v>44139</c:v>
                </c:pt>
                <c:pt idx="2064">
                  <c:v>44138</c:v>
                </c:pt>
                <c:pt idx="2065">
                  <c:v>44137</c:v>
                </c:pt>
                <c:pt idx="2066">
                  <c:v>44136</c:v>
                </c:pt>
                <c:pt idx="2067">
                  <c:v>44135</c:v>
                </c:pt>
                <c:pt idx="2068">
                  <c:v>44134</c:v>
                </c:pt>
                <c:pt idx="2069">
                  <c:v>44133</c:v>
                </c:pt>
                <c:pt idx="2070">
                  <c:v>44132</c:v>
                </c:pt>
                <c:pt idx="2071">
                  <c:v>44131</c:v>
                </c:pt>
                <c:pt idx="2072">
                  <c:v>44130</c:v>
                </c:pt>
                <c:pt idx="2073">
                  <c:v>44129</c:v>
                </c:pt>
                <c:pt idx="2074">
                  <c:v>44128</c:v>
                </c:pt>
                <c:pt idx="2075">
                  <c:v>44127</c:v>
                </c:pt>
                <c:pt idx="2076">
                  <c:v>44126</c:v>
                </c:pt>
                <c:pt idx="2077">
                  <c:v>44125</c:v>
                </c:pt>
                <c:pt idx="2078">
                  <c:v>44124</c:v>
                </c:pt>
                <c:pt idx="2079">
                  <c:v>44123</c:v>
                </c:pt>
                <c:pt idx="2080">
                  <c:v>44122</c:v>
                </c:pt>
                <c:pt idx="2081">
                  <c:v>44121</c:v>
                </c:pt>
                <c:pt idx="2082">
                  <c:v>44120</c:v>
                </c:pt>
                <c:pt idx="2083">
                  <c:v>44119</c:v>
                </c:pt>
                <c:pt idx="2084">
                  <c:v>44118</c:v>
                </c:pt>
                <c:pt idx="2085">
                  <c:v>44117</c:v>
                </c:pt>
                <c:pt idx="2086">
                  <c:v>44116</c:v>
                </c:pt>
                <c:pt idx="2087">
                  <c:v>44115</c:v>
                </c:pt>
                <c:pt idx="2088">
                  <c:v>44114</c:v>
                </c:pt>
                <c:pt idx="2089">
                  <c:v>44113</c:v>
                </c:pt>
                <c:pt idx="2090">
                  <c:v>44112</c:v>
                </c:pt>
                <c:pt idx="2091">
                  <c:v>44111</c:v>
                </c:pt>
                <c:pt idx="2092">
                  <c:v>44110</c:v>
                </c:pt>
                <c:pt idx="2093">
                  <c:v>44109</c:v>
                </c:pt>
                <c:pt idx="2094">
                  <c:v>44108</c:v>
                </c:pt>
                <c:pt idx="2095">
                  <c:v>44107</c:v>
                </c:pt>
                <c:pt idx="2096">
                  <c:v>44106</c:v>
                </c:pt>
                <c:pt idx="2097">
                  <c:v>44105</c:v>
                </c:pt>
                <c:pt idx="2098">
                  <c:v>44104</c:v>
                </c:pt>
                <c:pt idx="2099">
                  <c:v>44103</c:v>
                </c:pt>
                <c:pt idx="2100">
                  <c:v>44102</c:v>
                </c:pt>
                <c:pt idx="2101">
                  <c:v>44101</c:v>
                </c:pt>
                <c:pt idx="2102">
                  <c:v>44100</c:v>
                </c:pt>
                <c:pt idx="2103">
                  <c:v>44099</c:v>
                </c:pt>
                <c:pt idx="2104">
                  <c:v>44098</c:v>
                </c:pt>
                <c:pt idx="2105">
                  <c:v>44097</c:v>
                </c:pt>
                <c:pt idx="2106">
                  <c:v>44096</c:v>
                </c:pt>
                <c:pt idx="2107">
                  <c:v>44095</c:v>
                </c:pt>
                <c:pt idx="2108">
                  <c:v>44094</c:v>
                </c:pt>
                <c:pt idx="2109">
                  <c:v>44093</c:v>
                </c:pt>
                <c:pt idx="2110">
                  <c:v>44092</c:v>
                </c:pt>
                <c:pt idx="2111">
                  <c:v>44091</c:v>
                </c:pt>
                <c:pt idx="2112">
                  <c:v>44090</c:v>
                </c:pt>
                <c:pt idx="2113">
                  <c:v>44089</c:v>
                </c:pt>
                <c:pt idx="2114">
                  <c:v>44088</c:v>
                </c:pt>
                <c:pt idx="2115">
                  <c:v>44087</c:v>
                </c:pt>
                <c:pt idx="2116">
                  <c:v>44086</c:v>
                </c:pt>
                <c:pt idx="2117">
                  <c:v>44085</c:v>
                </c:pt>
                <c:pt idx="2118">
                  <c:v>44084</c:v>
                </c:pt>
                <c:pt idx="2119">
                  <c:v>44083</c:v>
                </c:pt>
                <c:pt idx="2120">
                  <c:v>44082</c:v>
                </c:pt>
                <c:pt idx="2121">
                  <c:v>44081</c:v>
                </c:pt>
                <c:pt idx="2122">
                  <c:v>44080</c:v>
                </c:pt>
                <c:pt idx="2123">
                  <c:v>44079</c:v>
                </c:pt>
                <c:pt idx="2124">
                  <c:v>44078</c:v>
                </c:pt>
                <c:pt idx="2125">
                  <c:v>44077</c:v>
                </c:pt>
                <c:pt idx="2126">
                  <c:v>44076</c:v>
                </c:pt>
                <c:pt idx="2127">
                  <c:v>44075</c:v>
                </c:pt>
                <c:pt idx="2128">
                  <c:v>44074</c:v>
                </c:pt>
                <c:pt idx="2129">
                  <c:v>44073</c:v>
                </c:pt>
                <c:pt idx="2130">
                  <c:v>44072</c:v>
                </c:pt>
                <c:pt idx="2131">
                  <c:v>44071</c:v>
                </c:pt>
                <c:pt idx="2132">
                  <c:v>44070</c:v>
                </c:pt>
                <c:pt idx="2133">
                  <c:v>44069</c:v>
                </c:pt>
                <c:pt idx="2134">
                  <c:v>44068</c:v>
                </c:pt>
                <c:pt idx="2135">
                  <c:v>44067</c:v>
                </c:pt>
                <c:pt idx="2136">
                  <c:v>44066</c:v>
                </c:pt>
                <c:pt idx="2137">
                  <c:v>44065</c:v>
                </c:pt>
                <c:pt idx="2138">
                  <c:v>44064</c:v>
                </c:pt>
                <c:pt idx="2139">
                  <c:v>44063</c:v>
                </c:pt>
                <c:pt idx="2140">
                  <c:v>44062</c:v>
                </c:pt>
                <c:pt idx="2141">
                  <c:v>44061</c:v>
                </c:pt>
                <c:pt idx="2142">
                  <c:v>44060</c:v>
                </c:pt>
                <c:pt idx="2143">
                  <c:v>44059</c:v>
                </c:pt>
                <c:pt idx="2144">
                  <c:v>44058</c:v>
                </c:pt>
                <c:pt idx="2145">
                  <c:v>44057</c:v>
                </c:pt>
                <c:pt idx="2146">
                  <c:v>44056</c:v>
                </c:pt>
                <c:pt idx="2147">
                  <c:v>44055</c:v>
                </c:pt>
                <c:pt idx="2148">
                  <c:v>44054</c:v>
                </c:pt>
                <c:pt idx="2149">
                  <c:v>44053</c:v>
                </c:pt>
                <c:pt idx="2150">
                  <c:v>44052</c:v>
                </c:pt>
                <c:pt idx="2151">
                  <c:v>44051</c:v>
                </c:pt>
                <c:pt idx="2152">
                  <c:v>44050</c:v>
                </c:pt>
                <c:pt idx="2153">
                  <c:v>44049</c:v>
                </c:pt>
                <c:pt idx="2154">
                  <c:v>44048</c:v>
                </c:pt>
                <c:pt idx="2155">
                  <c:v>44047</c:v>
                </c:pt>
                <c:pt idx="2156">
                  <c:v>44046</c:v>
                </c:pt>
                <c:pt idx="2157">
                  <c:v>44045</c:v>
                </c:pt>
                <c:pt idx="2158">
                  <c:v>44044</c:v>
                </c:pt>
                <c:pt idx="2159">
                  <c:v>44043</c:v>
                </c:pt>
                <c:pt idx="2160">
                  <c:v>44042</c:v>
                </c:pt>
                <c:pt idx="2161">
                  <c:v>44041</c:v>
                </c:pt>
                <c:pt idx="2162">
                  <c:v>44040</c:v>
                </c:pt>
                <c:pt idx="2163">
                  <c:v>44039</c:v>
                </c:pt>
                <c:pt idx="2164">
                  <c:v>44038</c:v>
                </c:pt>
                <c:pt idx="2165">
                  <c:v>44037</c:v>
                </c:pt>
                <c:pt idx="2166">
                  <c:v>44036</c:v>
                </c:pt>
                <c:pt idx="2167">
                  <c:v>44035</c:v>
                </c:pt>
                <c:pt idx="2168">
                  <c:v>44034</c:v>
                </c:pt>
                <c:pt idx="2169">
                  <c:v>44033</c:v>
                </c:pt>
                <c:pt idx="2170">
                  <c:v>44032</c:v>
                </c:pt>
                <c:pt idx="2171">
                  <c:v>44031</c:v>
                </c:pt>
                <c:pt idx="2172">
                  <c:v>44030</c:v>
                </c:pt>
                <c:pt idx="2173">
                  <c:v>44029</c:v>
                </c:pt>
                <c:pt idx="2174">
                  <c:v>44028</c:v>
                </c:pt>
                <c:pt idx="2175">
                  <c:v>44027</c:v>
                </c:pt>
                <c:pt idx="2176">
                  <c:v>44026</c:v>
                </c:pt>
                <c:pt idx="2177">
                  <c:v>44025</c:v>
                </c:pt>
                <c:pt idx="2178">
                  <c:v>44024</c:v>
                </c:pt>
                <c:pt idx="2179">
                  <c:v>44023</c:v>
                </c:pt>
                <c:pt idx="2180">
                  <c:v>44022</c:v>
                </c:pt>
                <c:pt idx="2181">
                  <c:v>44021</c:v>
                </c:pt>
                <c:pt idx="2182">
                  <c:v>44020</c:v>
                </c:pt>
                <c:pt idx="2183">
                  <c:v>44019</c:v>
                </c:pt>
                <c:pt idx="2184">
                  <c:v>44018</c:v>
                </c:pt>
                <c:pt idx="2185">
                  <c:v>44017</c:v>
                </c:pt>
                <c:pt idx="2186">
                  <c:v>44016</c:v>
                </c:pt>
                <c:pt idx="2187">
                  <c:v>44015</c:v>
                </c:pt>
                <c:pt idx="2188">
                  <c:v>44014</c:v>
                </c:pt>
                <c:pt idx="2189">
                  <c:v>44013</c:v>
                </c:pt>
                <c:pt idx="2190">
                  <c:v>44012</c:v>
                </c:pt>
                <c:pt idx="2191">
                  <c:v>44011</c:v>
                </c:pt>
                <c:pt idx="2192">
                  <c:v>44010</c:v>
                </c:pt>
                <c:pt idx="2193">
                  <c:v>44009</c:v>
                </c:pt>
                <c:pt idx="2194">
                  <c:v>44008</c:v>
                </c:pt>
                <c:pt idx="2195">
                  <c:v>44007</c:v>
                </c:pt>
                <c:pt idx="2196">
                  <c:v>44006</c:v>
                </c:pt>
                <c:pt idx="2197">
                  <c:v>44005</c:v>
                </c:pt>
                <c:pt idx="2198">
                  <c:v>44004</c:v>
                </c:pt>
                <c:pt idx="2199">
                  <c:v>44003</c:v>
                </c:pt>
                <c:pt idx="2200">
                  <c:v>44002</c:v>
                </c:pt>
                <c:pt idx="2201">
                  <c:v>44001</c:v>
                </c:pt>
                <c:pt idx="2202">
                  <c:v>44000</c:v>
                </c:pt>
                <c:pt idx="2203">
                  <c:v>43999</c:v>
                </c:pt>
                <c:pt idx="2204">
                  <c:v>43998</c:v>
                </c:pt>
                <c:pt idx="2205">
                  <c:v>43997</c:v>
                </c:pt>
                <c:pt idx="2206">
                  <c:v>43996</c:v>
                </c:pt>
                <c:pt idx="2207">
                  <c:v>43995</c:v>
                </c:pt>
                <c:pt idx="2208">
                  <c:v>43994</c:v>
                </c:pt>
                <c:pt idx="2209">
                  <c:v>43993</c:v>
                </c:pt>
                <c:pt idx="2210">
                  <c:v>43992</c:v>
                </c:pt>
                <c:pt idx="2211">
                  <c:v>43991</c:v>
                </c:pt>
                <c:pt idx="2212">
                  <c:v>43990</c:v>
                </c:pt>
                <c:pt idx="2213">
                  <c:v>43989</c:v>
                </c:pt>
                <c:pt idx="2214">
                  <c:v>43988</c:v>
                </c:pt>
                <c:pt idx="2215">
                  <c:v>43987</c:v>
                </c:pt>
                <c:pt idx="2216">
                  <c:v>43986</c:v>
                </c:pt>
                <c:pt idx="2217">
                  <c:v>43985</c:v>
                </c:pt>
                <c:pt idx="2218">
                  <c:v>43984</c:v>
                </c:pt>
                <c:pt idx="2219">
                  <c:v>43983</c:v>
                </c:pt>
                <c:pt idx="2220">
                  <c:v>43982</c:v>
                </c:pt>
                <c:pt idx="2221">
                  <c:v>43981</c:v>
                </c:pt>
                <c:pt idx="2222">
                  <c:v>43980</c:v>
                </c:pt>
                <c:pt idx="2223">
                  <c:v>43979</c:v>
                </c:pt>
                <c:pt idx="2224">
                  <c:v>43978</c:v>
                </c:pt>
                <c:pt idx="2225">
                  <c:v>43977</c:v>
                </c:pt>
                <c:pt idx="2226">
                  <c:v>43976</c:v>
                </c:pt>
                <c:pt idx="2227">
                  <c:v>43975</c:v>
                </c:pt>
                <c:pt idx="2228">
                  <c:v>43974</c:v>
                </c:pt>
                <c:pt idx="2229">
                  <c:v>43973</c:v>
                </c:pt>
                <c:pt idx="2230">
                  <c:v>43972</c:v>
                </c:pt>
                <c:pt idx="2231">
                  <c:v>43971</c:v>
                </c:pt>
                <c:pt idx="2232">
                  <c:v>43970</c:v>
                </c:pt>
                <c:pt idx="2233">
                  <c:v>43969</c:v>
                </c:pt>
                <c:pt idx="2234">
                  <c:v>43968</c:v>
                </c:pt>
                <c:pt idx="2235">
                  <c:v>43967</c:v>
                </c:pt>
                <c:pt idx="2236">
                  <c:v>43966</c:v>
                </c:pt>
                <c:pt idx="2237">
                  <c:v>43965</c:v>
                </c:pt>
                <c:pt idx="2238">
                  <c:v>43964</c:v>
                </c:pt>
                <c:pt idx="2239">
                  <c:v>43963</c:v>
                </c:pt>
                <c:pt idx="2240">
                  <c:v>43962</c:v>
                </c:pt>
                <c:pt idx="2241">
                  <c:v>43961</c:v>
                </c:pt>
                <c:pt idx="2242">
                  <c:v>43960</c:v>
                </c:pt>
                <c:pt idx="2243">
                  <c:v>43959</c:v>
                </c:pt>
                <c:pt idx="2244">
                  <c:v>43958</c:v>
                </c:pt>
                <c:pt idx="2245">
                  <c:v>43957</c:v>
                </c:pt>
                <c:pt idx="2246">
                  <c:v>43956</c:v>
                </c:pt>
                <c:pt idx="2247">
                  <c:v>43955</c:v>
                </c:pt>
                <c:pt idx="2248">
                  <c:v>43954</c:v>
                </c:pt>
                <c:pt idx="2249">
                  <c:v>43953</c:v>
                </c:pt>
                <c:pt idx="2250">
                  <c:v>43952</c:v>
                </c:pt>
                <c:pt idx="2251">
                  <c:v>43951</c:v>
                </c:pt>
                <c:pt idx="2252">
                  <c:v>43950</c:v>
                </c:pt>
                <c:pt idx="2253">
                  <c:v>43949</c:v>
                </c:pt>
                <c:pt idx="2254">
                  <c:v>43948</c:v>
                </c:pt>
                <c:pt idx="2255">
                  <c:v>43947</c:v>
                </c:pt>
                <c:pt idx="2256">
                  <c:v>43946</c:v>
                </c:pt>
                <c:pt idx="2257">
                  <c:v>43945</c:v>
                </c:pt>
                <c:pt idx="2258">
                  <c:v>43944</c:v>
                </c:pt>
                <c:pt idx="2259">
                  <c:v>43943</c:v>
                </c:pt>
                <c:pt idx="2260">
                  <c:v>43942</c:v>
                </c:pt>
                <c:pt idx="2261">
                  <c:v>43941</c:v>
                </c:pt>
                <c:pt idx="2262">
                  <c:v>43940</c:v>
                </c:pt>
                <c:pt idx="2263">
                  <c:v>43939</c:v>
                </c:pt>
                <c:pt idx="2264">
                  <c:v>43938</c:v>
                </c:pt>
                <c:pt idx="2265">
                  <c:v>43937</c:v>
                </c:pt>
                <c:pt idx="2266">
                  <c:v>43936</c:v>
                </c:pt>
                <c:pt idx="2267">
                  <c:v>43935</c:v>
                </c:pt>
                <c:pt idx="2268">
                  <c:v>43934</c:v>
                </c:pt>
                <c:pt idx="2269">
                  <c:v>43933</c:v>
                </c:pt>
                <c:pt idx="2270">
                  <c:v>43932</c:v>
                </c:pt>
                <c:pt idx="2271">
                  <c:v>43931</c:v>
                </c:pt>
                <c:pt idx="2272">
                  <c:v>43930</c:v>
                </c:pt>
                <c:pt idx="2273">
                  <c:v>43929</c:v>
                </c:pt>
                <c:pt idx="2274">
                  <c:v>43928</c:v>
                </c:pt>
                <c:pt idx="2275">
                  <c:v>43927</c:v>
                </c:pt>
                <c:pt idx="2276">
                  <c:v>43926</c:v>
                </c:pt>
                <c:pt idx="2277">
                  <c:v>43925</c:v>
                </c:pt>
                <c:pt idx="2278">
                  <c:v>43924</c:v>
                </c:pt>
                <c:pt idx="2279">
                  <c:v>43923</c:v>
                </c:pt>
                <c:pt idx="2280">
                  <c:v>43922</c:v>
                </c:pt>
                <c:pt idx="2281">
                  <c:v>43921</c:v>
                </c:pt>
                <c:pt idx="2282">
                  <c:v>43920</c:v>
                </c:pt>
                <c:pt idx="2283">
                  <c:v>43919</c:v>
                </c:pt>
                <c:pt idx="2284">
                  <c:v>43918</c:v>
                </c:pt>
                <c:pt idx="2285">
                  <c:v>43917</c:v>
                </c:pt>
                <c:pt idx="2286">
                  <c:v>43916</c:v>
                </c:pt>
                <c:pt idx="2287">
                  <c:v>43915</c:v>
                </c:pt>
                <c:pt idx="2288">
                  <c:v>43914</c:v>
                </c:pt>
                <c:pt idx="2289">
                  <c:v>43913</c:v>
                </c:pt>
                <c:pt idx="2290">
                  <c:v>43912</c:v>
                </c:pt>
                <c:pt idx="2291">
                  <c:v>43911</c:v>
                </c:pt>
                <c:pt idx="2292">
                  <c:v>43910</c:v>
                </c:pt>
                <c:pt idx="2293">
                  <c:v>43909</c:v>
                </c:pt>
                <c:pt idx="2294">
                  <c:v>43908</c:v>
                </c:pt>
                <c:pt idx="2295">
                  <c:v>43907</c:v>
                </c:pt>
                <c:pt idx="2296">
                  <c:v>43906</c:v>
                </c:pt>
                <c:pt idx="2297">
                  <c:v>43905</c:v>
                </c:pt>
                <c:pt idx="2298">
                  <c:v>43904</c:v>
                </c:pt>
                <c:pt idx="2299">
                  <c:v>43903</c:v>
                </c:pt>
                <c:pt idx="2300">
                  <c:v>43902</c:v>
                </c:pt>
                <c:pt idx="2301">
                  <c:v>43901</c:v>
                </c:pt>
                <c:pt idx="2302">
                  <c:v>43900</c:v>
                </c:pt>
                <c:pt idx="2303">
                  <c:v>43899</c:v>
                </c:pt>
                <c:pt idx="2304">
                  <c:v>43898</c:v>
                </c:pt>
                <c:pt idx="2305">
                  <c:v>43897</c:v>
                </c:pt>
                <c:pt idx="2306">
                  <c:v>43896</c:v>
                </c:pt>
                <c:pt idx="2307">
                  <c:v>43895</c:v>
                </c:pt>
                <c:pt idx="2308">
                  <c:v>43894</c:v>
                </c:pt>
                <c:pt idx="2309">
                  <c:v>43893</c:v>
                </c:pt>
                <c:pt idx="2310">
                  <c:v>43892</c:v>
                </c:pt>
                <c:pt idx="2311">
                  <c:v>43891</c:v>
                </c:pt>
                <c:pt idx="2312">
                  <c:v>43890</c:v>
                </c:pt>
                <c:pt idx="2313">
                  <c:v>43889</c:v>
                </c:pt>
                <c:pt idx="2314">
                  <c:v>43888</c:v>
                </c:pt>
                <c:pt idx="2315">
                  <c:v>43887</c:v>
                </c:pt>
                <c:pt idx="2316">
                  <c:v>43886</c:v>
                </c:pt>
                <c:pt idx="2317">
                  <c:v>43885</c:v>
                </c:pt>
                <c:pt idx="2318">
                  <c:v>43884</c:v>
                </c:pt>
                <c:pt idx="2319">
                  <c:v>43883</c:v>
                </c:pt>
                <c:pt idx="2320">
                  <c:v>43882</c:v>
                </c:pt>
                <c:pt idx="2321">
                  <c:v>43881</c:v>
                </c:pt>
                <c:pt idx="2322">
                  <c:v>43880</c:v>
                </c:pt>
                <c:pt idx="2323">
                  <c:v>43879</c:v>
                </c:pt>
                <c:pt idx="2324">
                  <c:v>43878</c:v>
                </c:pt>
                <c:pt idx="2325">
                  <c:v>43877</c:v>
                </c:pt>
                <c:pt idx="2326">
                  <c:v>43876</c:v>
                </c:pt>
                <c:pt idx="2327">
                  <c:v>43875</c:v>
                </c:pt>
                <c:pt idx="2328">
                  <c:v>43874</c:v>
                </c:pt>
                <c:pt idx="2329">
                  <c:v>43873</c:v>
                </c:pt>
                <c:pt idx="2330">
                  <c:v>43872</c:v>
                </c:pt>
                <c:pt idx="2331">
                  <c:v>43871</c:v>
                </c:pt>
                <c:pt idx="2332">
                  <c:v>43870</c:v>
                </c:pt>
                <c:pt idx="2333">
                  <c:v>43869</c:v>
                </c:pt>
                <c:pt idx="2334">
                  <c:v>43868</c:v>
                </c:pt>
                <c:pt idx="2335">
                  <c:v>43867</c:v>
                </c:pt>
                <c:pt idx="2336">
                  <c:v>43866</c:v>
                </c:pt>
                <c:pt idx="2337">
                  <c:v>43865</c:v>
                </c:pt>
                <c:pt idx="2338">
                  <c:v>43864</c:v>
                </c:pt>
                <c:pt idx="2339">
                  <c:v>43863</c:v>
                </c:pt>
                <c:pt idx="2340">
                  <c:v>43862</c:v>
                </c:pt>
                <c:pt idx="2341">
                  <c:v>43861</c:v>
                </c:pt>
                <c:pt idx="2342">
                  <c:v>43860</c:v>
                </c:pt>
                <c:pt idx="2343">
                  <c:v>43859</c:v>
                </c:pt>
                <c:pt idx="2344">
                  <c:v>43858</c:v>
                </c:pt>
                <c:pt idx="2345">
                  <c:v>43857</c:v>
                </c:pt>
                <c:pt idx="2346">
                  <c:v>43856</c:v>
                </c:pt>
                <c:pt idx="2347">
                  <c:v>43855</c:v>
                </c:pt>
                <c:pt idx="2348">
                  <c:v>43854</c:v>
                </c:pt>
                <c:pt idx="2349">
                  <c:v>43853</c:v>
                </c:pt>
                <c:pt idx="2350">
                  <c:v>43852</c:v>
                </c:pt>
                <c:pt idx="2351">
                  <c:v>43851</c:v>
                </c:pt>
                <c:pt idx="2352">
                  <c:v>43850</c:v>
                </c:pt>
                <c:pt idx="2353">
                  <c:v>43849</c:v>
                </c:pt>
                <c:pt idx="2354">
                  <c:v>43848</c:v>
                </c:pt>
                <c:pt idx="2355">
                  <c:v>43847</c:v>
                </c:pt>
                <c:pt idx="2356">
                  <c:v>43846</c:v>
                </c:pt>
                <c:pt idx="2357">
                  <c:v>43845</c:v>
                </c:pt>
                <c:pt idx="2358">
                  <c:v>43844</c:v>
                </c:pt>
                <c:pt idx="2359">
                  <c:v>43843</c:v>
                </c:pt>
                <c:pt idx="2360">
                  <c:v>43842</c:v>
                </c:pt>
                <c:pt idx="2361">
                  <c:v>43841</c:v>
                </c:pt>
                <c:pt idx="2362">
                  <c:v>43840</c:v>
                </c:pt>
                <c:pt idx="2363">
                  <c:v>43839</c:v>
                </c:pt>
                <c:pt idx="2364">
                  <c:v>43838</c:v>
                </c:pt>
                <c:pt idx="2365">
                  <c:v>43837</c:v>
                </c:pt>
                <c:pt idx="2366">
                  <c:v>43836</c:v>
                </c:pt>
                <c:pt idx="2367">
                  <c:v>43835</c:v>
                </c:pt>
                <c:pt idx="2368">
                  <c:v>43834</c:v>
                </c:pt>
                <c:pt idx="2369">
                  <c:v>43833</c:v>
                </c:pt>
                <c:pt idx="2370">
                  <c:v>43832</c:v>
                </c:pt>
                <c:pt idx="2371">
                  <c:v>43831</c:v>
                </c:pt>
                <c:pt idx="2372">
                  <c:v>43830</c:v>
                </c:pt>
                <c:pt idx="2373">
                  <c:v>43829</c:v>
                </c:pt>
                <c:pt idx="2374">
                  <c:v>43828</c:v>
                </c:pt>
                <c:pt idx="2375">
                  <c:v>43827</c:v>
                </c:pt>
                <c:pt idx="2376">
                  <c:v>43826</c:v>
                </c:pt>
                <c:pt idx="2377">
                  <c:v>43825</c:v>
                </c:pt>
                <c:pt idx="2378">
                  <c:v>43824</c:v>
                </c:pt>
                <c:pt idx="2379">
                  <c:v>43823</c:v>
                </c:pt>
                <c:pt idx="2380">
                  <c:v>43822</c:v>
                </c:pt>
                <c:pt idx="2381">
                  <c:v>43821</c:v>
                </c:pt>
                <c:pt idx="2382">
                  <c:v>43820</c:v>
                </c:pt>
                <c:pt idx="2383">
                  <c:v>43819</c:v>
                </c:pt>
                <c:pt idx="2384">
                  <c:v>43818</c:v>
                </c:pt>
                <c:pt idx="2385">
                  <c:v>43817</c:v>
                </c:pt>
                <c:pt idx="2386">
                  <c:v>43816</c:v>
                </c:pt>
                <c:pt idx="2387">
                  <c:v>43815</c:v>
                </c:pt>
                <c:pt idx="2388">
                  <c:v>43814</c:v>
                </c:pt>
                <c:pt idx="2389">
                  <c:v>43813</c:v>
                </c:pt>
                <c:pt idx="2390">
                  <c:v>43812</c:v>
                </c:pt>
                <c:pt idx="2391">
                  <c:v>43811</c:v>
                </c:pt>
                <c:pt idx="2392">
                  <c:v>43810</c:v>
                </c:pt>
                <c:pt idx="2393">
                  <c:v>43809</c:v>
                </c:pt>
                <c:pt idx="2394">
                  <c:v>43808</c:v>
                </c:pt>
                <c:pt idx="2395">
                  <c:v>43807</c:v>
                </c:pt>
                <c:pt idx="2396">
                  <c:v>43806</c:v>
                </c:pt>
                <c:pt idx="2397">
                  <c:v>43805</c:v>
                </c:pt>
                <c:pt idx="2398">
                  <c:v>43804</c:v>
                </c:pt>
                <c:pt idx="2399">
                  <c:v>43803</c:v>
                </c:pt>
                <c:pt idx="2400">
                  <c:v>43802</c:v>
                </c:pt>
                <c:pt idx="2401">
                  <c:v>43801</c:v>
                </c:pt>
                <c:pt idx="2402">
                  <c:v>43800</c:v>
                </c:pt>
                <c:pt idx="2403">
                  <c:v>43799</c:v>
                </c:pt>
                <c:pt idx="2404">
                  <c:v>43798</c:v>
                </c:pt>
                <c:pt idx="2405">
                  <c:v>43797</c:v>
                </c:pt>
                <c:pt idx="2406">
                  <c:v>43796</c:v>
                </c:pt>
                <c:pt idx="2407">
                  <c:v>43795</c:v>
                </c:pt>
                <c:pt idx="2408">
                  <c:v>43794</c:v>
                </c:pt>
                <c:pt idx="2409">
                  <c:v>43793</c:v>
                </c:pt>
                <c:pt idx="2410">
                  <c:v>43792</c:v>
                </c:pt>
                <c:pt idx="2411">
                  <c:v>43791</c:v>
                </c:pt>
                <c:pt idx="2412">
                  <c:v>43790</c:v>
                </c:pt>
                <c:pt idx="2413">
                  <c:v>43789</c:v>
                </c:pt>
                <c:pt idx="2414">
                  <c:v>43788</c:v>
                </c:pt>
                <c:pt idx="2415">
                  <c:v>43787</c:v>
                </c:pt>
                <c:pt idx="2416">
                  <c:v>43786</c:v>
                </c:pt>
                <c:pt idx="2417">
                  <c:v>43785</c:v>
                </c:pt>
                <c:pt idx="2418">
                  <c:v>43784</c:v>
                </c:pt>
                <c:pt idx="2419">
                  <c:v>43783</c:v>
                </c:pt>
                <c:pt idx="2420">
                  <c:v>43782</c:v>
                </c:pt>
                <c:pt idx="2421">
                  <c:v>43781</c:v>
                </c:pt>
                <c:pt idx="2422">
                  <c:v>43780</c:v>
                </c:pt>
                <c:pt idx="2423">
                  <c:v>43779</c:v>
                </c:pt>
                <c:pt idx="2424">
                  <c:v>43778</c:v>
                </c:pt>
                <c:pt idx="2425">
                  <c:v>43777</c:v>
                </c:pt>
                <c:pt idx="2426">
                  <c:v>43776</c:v>
                </c:pt>
                <c:pt idx="2427">
                  <c:v>43775</c:v>
                </c:pt>
                <c:pt idx="2428">
                  <c:v>43774</c:v>
                </c:pt>
                <c:pt idx="2429">
                  <c:v>43773</c:v>
                </c:pt>
                <c:pt idx="2430">
                  <c:v>43772</c:v>
                </c:pt>
                <c:pt idx="2431">
                  <c:v>43771</c:v>
                </c:pt>
                <c:pt idx="2432">
                  <c:v>43770</c:v>
                </c:pt>
                <c:pt idx="2433">
                  <c:v>43769</c:v>
                </c:pt>
                <c:pt idx="2434">
                  <c:v>43768</c:v>
                </c:pt>
                <c:pt idx="2435">
                  <c:v>43767</c:v>
                </c:pt>
                <c:pt idx="2436">
                  <c:v>43766</c:v>
                </c:pt>
                <c:pt idx="2437">
                  <c:v>43765</c:v>
                </c:pt>
                <c:pt idx="2438">
                  <c:v>43764</c:v>
                </c:pt>
                <c:pt idx="2439">
                  <c:v>43763</c:v>
                </c:pt>
                <c:pt idx="2440">
                  <c:v>43762</c:v>
                </c:pt>
                <c:pt idx="2441">
                  <c:v>43761</c:v>
                </c:pt>
                <c:pt idx="2442">
                  <c:v>43760</c:v>
                </c:pt>
                <c:pt idx="2443">
                  <c:v>43759</c:v>
                </c:pt>
                <c:pt idx="2444">
                  <c:v>43758</c:v>
                </c:pt>
                <c:pt idx="2445">
                  <c:v>43757</c:v>
                </c:pt>
                <c:pt idx="2446">
                  <c:v>43756</c:v>
                </c:pt>
                <c:pt idx="2447">
                  <c:v>43755</c:v>
                </c:pt>
                <c:pt idx="2448">
                  <c:v>43754</c:v>
                </c:pt>
                <c:pt idx="2449">
                  <c:v>43753</c:v>
                </c:pt>
                <c:pt idx="2450">
                  <c:v>43752</c:v>
                </c:pt>
                <c:pt idx="2451">
                  <c:v>43751</c:v>
                </c:pt>
                <c:pt idx="2452">
                  <c:v>43750</c:v>
                </c:pt>
                <c:pt idx="2453">
                  <c:v>43749</c:v>
                </c:pt>
                <c:pt idx="2454">
                  <c:v>43748</c:v>
                </c:pt>
                <c:pt idx="2455">
                  <c:v>43747</c:v>
                </c:pt>
                <c:pt idx="2456">
                  <c:v>43746</c:v>
                </c:pt>
                <c:pt idx="2457">
                  <c:v>43745</c:v>
                </c:pt>
                <c:pt idx="2458">
                  <c:v>43744</c:v>
                </c:pt>
                <c:pt idx="2459">
                  <c:v>43743</c:v>
                </c:pt>
                <c:pt idx="2460">
                  <c:v>43742</c:v>
                </c:pt>
                <c:pt idx="2461">
                  <c:v>43741</c:v>
                </c:pt>
                <c:pt idx="2462">
                  <c:v>43740</c:v>
                </c:pt>
                <c:pt idx="2463">
                  <c:v>43739</c:v>
                </c:pt>
                <c:pt idx="2464">
                  <c:v>43738</c:v>
                </c:pt>
                <c:pt idx="2465">
                  <c:v>43737</c:v>
                </c:pt>
                <c:pt idx="2466">
                  <c:v>43736</c:v>
                </c:pt>
                <c:pt idx="2467">
                  <c:v>43735</c:v>
                </c:pt>
                <c:pt idx="2468">
                  <c:v>43734</c:v>
                </c:pt>
                <c:pt idx="2469">
                  <c:v>43733</c:v>
                </c:pt>
                <c:pt idx="2470">
                  <c:v>43732</c:v>
                </c:pt>
                <c:pt idx="2471">
                  <c:v>43731</c:v>
                </c:pt>
                <c:pt idx="2472">
                  <c:v>43730</c:v>
                </c:pt>
                <c:pt idx="2473">
                  <c:v>43729</c:v>
                </c:pt>
                <c:pt idx="2474">
                  <c:v>43728</c:v>
                </c:pt>
                <c:pt idx="2475">
                  <c:v>43727</c:v>
                </c:pt>
                <c:pt idx="2476">
                  <c:v>43726</c:v>
                </c:pt>
                <c:pt idx="2477">
                  <c:v>43725</c:v>
                </c:pt>
                <c:pt idx="2478">
                  <c:v>43724</c:v>
                </c:pt>
                <c:pt idx="2479">
                  <c:v>43723</c:v>
                </c:pt>
                <c:pt idx="2480">
                  <c:v>43722</c:v>
                </c:pt>
                <c:pt idx="2481">
                  <c:v>43721</c:v>
                </c:pt>
                <c:pt idx="2482">
                  <c:v>43720</c:v>
                </c:pt>
                <c:pt idx="2483">
                  <c:v>43719</c:v>
                </c:pt>
                <c:pt idx="2484">
                  <c:v>43718</c:v>
                </c:pt>
                <c:pt idx="2485">
                  <c:v>43717</c:v>
                </c:pt>
                <c:pt idx="2486">
                  <c:v>43716</c:v>
                </c:pt>
                <c:pt idx="2487">
                  <c:v>43715</c:v>
                </c:pt>
                <c:pt idx="2488">
                  <c:v>43714</c:v>
                </c:pt>
                <c:pt idx="2489">
                  <c:v>43713</c:v>
                </c:pt>
                <c:pt idx="2490">
                  <c:v>43712</c:v>
                </c:pt>
                <c:pt idx="2491">
                  <c:v>43711</c:v>
                </c:pt>
                <c:pt idx="2492">
                  <c:v>43710</c:v>
                </c:pt>
                <c:pt idx="2493">
                  <c:v>43709</c:v>
                </c:pt>
                <c:pt idx="2494">
                  <c:v>43708</c:v>
                </c:pt>
                <c:pt idx="2495">
                  <c:v>43707</c:v>
                </c:pt>
                <c:pt idx="2496">
                  <c:v>43706</c:v>
                </c:pt>
                <c:pt idx="2497">
                  <c:v>43705</c:v>
                </c:pt>
                <c:pt idx="2498">
                  <c:v>43704</c:v>
                </c:pt>
                <c:pt idx="2499">
                  <c:v>43703</c:v>
                </c:pt>
                <c:pt idx="2500">
                  <c:v>43702</c:v>
                </c:pt>
                <c:pt idx="2501">
                  <c:v>43701</c:v>
                </c:pt>
                <c:pt idx="2502">
                  <c:v>43700</c:v>
                </c:pt>
                <c:pt idx="2503">
                  <c:v>43699</c:v>
                </c:pt>
                <c:pt idx="2504">
                  <c:v>43698</c:v>
                </c:pt>
                <c:pt idx="2505">
                  <c:v>43697</c:v>
                </c:pt>
                <c:pt idx="2506">
                  <c:v>43696</c:v>
                </c:pt>
                <c:pt idx="2507">
                  <c:v>43695</c:v>
                </c:pt>
                <c:pt idx="2508">
                  <c:v>43694</c:v>
                </c:pt>
                <c:pt idx="2509">
                  <c:v>43693</c:v>
                </c:pt>
                <c:pt idx="2510">
                  <c:v>43692</c:v>
                </c:pt>
                <c:pt idx="2511">
                  <c:v>43691</c:v>
                </c:pt>
                <c:pt idx="2512">
                  <c:v>43690</c:v>
                </c:pt>
                <c:pt idx="2513">
                  <c:v>43689</c:v>
                </c:pt>
                <c:pt idx="2514">
                  <c:v>43688</c:v>
                </c:pt>
                <c:pt idx="2515">
                  <c:v>43687</c:v>
                </c:pt>
                <c:pt idx="2516">
                  <c:v>43686</c:v>
                </c:pt>
                <c:pt idx="2517">
                  <c:v>43685</c:v>
                </c:pt>
                <c:pt idx="2518">
                  <c:v>43684</c:v>
                </c:pt>
                <c:pt idx="2519">
                  <c:v>43683</c:v>
                </c:pt>
                <c:pt idx="2520">
                  <c:v>43682</c:v>
                </c:pt>
                <c:pt idx="2521">
                  <c:v>43681</c:v>
                </c:pt>
                <c:pt idx="2522">
                  <c:v>43680</c:v>
                </c:pt>
                <c:pt idx="2523">
                  <c:v>43679</c:v>
                </c:pt>
                <c:pt idx="2524">
                  <c:v>43678</c:v>
                </c:pt>
                <c:pt idx="2525">
                  <c:v>43677</c:v>
                </c:pt>
                <c:pt idx="2526">
                  <c:v>43676</c:v>
                </c:pt>
                <c:pt idx="2527">
                  <c:v>43675</c:v>
                </c:pt>
                <c:pt idx="2528">
                  <c:v>43674</c:v>
                </c:pt>
                <c:pt idx="2529">
                  <c:v>43673</c:v>
                </c:pt>
                <c:pt idx="2530">
                  <c:v>43672</c:v>
                </c:pt>
                <c:pt idx="2531">
                  <c:v>43671</c:v>
                </c:pt>
                <c:pt idx="2532">
                  <c:v>43670</c:v>
                </c:pt>
                <c:pt idx="2533">
                  <c:v>43669</c:v>
                </c:pt>
                <c:pt idx="2534">
                  <c:v>43668</c:v>
                </c:pt>
                <c:pt idx="2535">
                  <c:v>43667</c:v>
                </c:pt>
                <c:pt idx="2536">
                  <c:v>43666</c:v>
                </c:pt>
                <c:pt idx="2537">
                  <c:v>43665</c:v>
                </c:pt>
                <c:pt idx="2538">
                  <c:v>43664</c:v>
                </c:pt>
                <c:pt idx="2539">
                  <c:v>43663</c:v>
                </c:pt>
                <c:pt idx="2540">
                  <c:v>43662</c:v>
                </c:pt>
                <c:pt idx="2541">
                  <c:v>43661</c:v>
                </c:pt>
                <c:pt idx="2542">
                  <c:v>43660</c:v>
                </c:pt>
                <c:pt idx="2543">
                  <c:v>43659</c:v>
                </c:pt>
                <c:pt idx="2544">
                  <c:v>43658</c:v>
                </c:pt>
                <c:pt idx="2545">
                  <c:v>43657</c:v>
                </c:pt>
                <c:pt idx="2546">
                  <c:v>43656</c:v>
                </c:pt>
                <c:pt idx="2547">
                  <c:v>43655</c:v>
                </c:pt>
                <c:pt idx="2548">
                  <c:v>43654</c:v>
                </c:pt>
                <c:pt idx="2549">
                  <c:v>43653</c:v>
                </c:pt>
                <c:pt idx="2550">
                  <c:v>43652</c:v>
                </c:pt>
                <c:pt idx="2551">
                  <c:v>43651</c:v>
                </c:pt>
                <c:pt idx="2552">
                  <c:v>43650</c:v>
                </c:pt>
                <c:pt idx="2553">
                  <c:v>43649</c:v>
                </c:pt>
                <c:pt idx="2554">
                  <c:v>43648</c:v>
                </c:pt>
                <c:pt idx="2555">
                  <c:v>43647</c:v>
                </c:pt>
                <c:pt idx="2556">
                  <c:v>43646</c:v>
                </c:pt>
                <c:pt idx="2557">
                  <c:v>43645</c:v>
                </c:pt>
                <c:pt idx="2558">
                  <c:v>43644</c:v>
                </c:pt>
                <c:pt idx="2559">
                  <c:v>43643</c:v>
                </c:pt>
                <c:pt idx="2560">
                  <c:v>43642</c:v>
                </c:pt>
                <c:pt idx="2561">
                  <c:v>43641</c:v>
                </c:pt>
                <c:pt idx="2562">
                  <c:v>43640</c:v>
                </c:pt>
                <c:pt idx="2563">
                  <c:v>43639</c:v>
                </c:pt>
                <c:pt idx="2564">
                  <c:v>43638</c:v>
                </c:pt>
                <c:pt idx="2565">
                  <c:v>43637</c:v>
                </c:pt>
                <c:pt idx="2566">
                  <c:v>43636</c:v>
                </c:pt>
                <c:pt idx="2567">
                  <c:v>43635</c:v>
                </c:pt>
                <c:pt idx="2568">
                  <c:v>43634</c:v>
                </c:pt>
                <c:pt idx="2569">
                  <c:v>43633</c:v>
                </c:pt>
                <c:pt idx="2570">
                  <c:v>43632</c:v>
                </c:pt>
                <c:pt idx="2571">
                  <c:v>43631</c:v>
                </c:pt>
                <c:pt idx="2572">
                  <c:v>43630</c:v>
                </c:pt>
                <c:pt idx="2573">
                  <c:v>43629</c:v>
                </c:pt>
                <c:pt idx="2574">
                  <c:v>43628</c:v>
                </c:pt>
                <c:pt idx="2575">
                  <c:v>43627</c:v>
                </c:pt>
                <c:pt idx="2576">
                  <c:v>43626</c:v>
                </c:pt>
                <c:pt idx="2577">
                  <c:v>43625</c:v>
                </c:pt>
                <c:pt idx="2578">
                  <c:v>43624</c:v>
                </c:pt>
                <c:pt idx="2579">
                  <c:v>43623</c:v>
                </c:pt>
                <c:pt idx="2580">
                  <c:v>43622</c:v>
                </c:pt>
                <c:pt idx="2581">
                  <c:v>43621</c:v>
                </c:pt>
                <c:pt idx="2582">
                  <c:v>43620</c:v>
                </c:pt>
                <c:pt idx="2583">
                  <c:v>43619</c:v>
                </c:pt>
                <c:pt idx="2584">
                  <c:v>43618</c:v>
                </c:pt>
                <c:pt idx="2585">
                  <c:v>43617</c:v>
                </c:pt>
                <c:pt idx="2586">
                  <c:v>43616</c:v>
                </c:pt>
                <c:pt idx="2587">
                  <c:v>43615</c:v>
                </c:pt>
                <c:pt idx="2588">
                  <c:v>43614</c:v>
                </c:pt>
                <c:pt idx="2589">
                  <c:v>43613</c:v>
                </c:pt>
                <c:pt idx="2590">
                  <c:v>43612</c:v>
                </c:pt>
                <c:pt idx="2591">
                  <c:v>43611</c:v>
                </c:pt>
                <c:pt idx="2592">
                  <c:v>43610</c:v>
                </c:pt>
                <c:pt idx="2593">
                  <c:v>43609</c:v>
                </c:pt>
                <c:pt idx="2594">
                  <c:v>43608</c:v>
                </c:pt>
                <c:pt idx="2595">
                  <c:v>43607</c:v>
                </c:pt>
                <c:pt idx="2596">
                  <c:v>43606</c:v>
                </c:pt>
                <c:pt idx="2597">
                  <c:v>43605</c:v>
                </c:pt>
                <c:pt idx="2598">
                  <c:v>43604</c:v>
                </c:pt>
                <c:pt idx="2599">
                  <c:v>43603</c:v>
                </c:pt>
                <c:pt idx="2600">
                  <c:v>43602</c:v>
                </c:pt>
                <c:pt idx="2601">
                  <c:v>43601</c:v>
                </c:pt>
                <c:pt idx="2602">
                  <c:v>43600</c:v>
                </c:pt>
                <c:pt idx="2603">
                  <c:v>43599</c:v>
                </c:pt>
                <c:pt idx="2604">
                  <c:v>43598</c:v>
                </c:pt>
                <c:pt idx="2605">
                  <c:v>43597</c:v>
                </c:pt>
                <c:pt idx="2606">
                  <c:v>43596</c:v>
                </c:pt>
                <c:pt idx="2607">
                  <c:v>43595</c:v>
                </c:pt>
                <c:pt idx="2608">
                  <c:v>43594</c:v>
                </c:pt>
                <c:pt idx="2609">
                  <c:v>43593</c:v>
                </c:pt>
                <c:pt idx="2610">
                  <c:v>43592</c:v>
                </c:pt>
                <c:pt idx="2611">
                  <c:v>43591</c:v>
                </c:pt>
                <c:pt idx="2612">
                  <c:v>43590</c:v>
                </c:pt>
                <c:pt idx="2613">
                  <c:v>43589</c:v>
                </c:pt>
                <c:pt idx="2614">
                  <c:v>43588</c:v>
                </c:pt>
                <c:pt idx="2615">
                  <c:v>43587</c:v>
                </c:pt>
                <c:pt idx="2616">
                  <c:v>43586</c:v>
                </c:pt>
                <c:pt idx="2617">
                  <c:v>43585</c:v>
                </c:pt>
                <c:pt idx="2618">
                  <c:v>43584</c:v>
                </c:pt>
                <c:pt idx="2619">
                  <c:v>43583</c:v>
                </c:pt>
                <c:pt idx="2620">
                  <c:v>43582</c:v>
                </c:pt>
                <c:pt idx="2621">
                  <c:v>43581</c:v>
                </c:pt>
                <c:pt idx="2622">
                  <c:v>43580</c:v>
                </c:pt>
                <c:pt idx="2623">
                  <c:v>43579</c:v>
                </c:pt>
                <c:pt idx="2624">
                  <c:v>43578</c:v>
                </c:pt>
                <c:pt idx="2625">
                  <c:v>43577</c:v>
                </c:pt>
                <c:pt idx="2626">
                  <c:v>43576</c:v>
                </c:pt>
                <c:pt idx="2627">
                  <c:v>43575</c:v>
                </c:pt>
                <c:pt idx="2628">
                  <c:v>43574</c:v>
                </c:pt>
                <c:pt idx="2629">
                  <c:v>43573</c:v>
                </c:pt>
                <c:pt idx="2630">
                  <c:v>43572</c:v>
                </c:pt>
                <c:pt idx="2631">
                  <c:v>43571</c:v>
                </c:pt>
                <c:pt idx="2632">
                  <c:v>43570</c:v>
                </c:pt>
                <c:pt idx="2633">
                  <c:v>43569</c:v>
                </c:pt>
                <c:pt idx="2634">
                  <c:v>43568</c:v>
                </c:pt>
                <c:pt idx="2635">
                  <c:v>43567</c:v>
                </c:pt>
                <c:pt idx="2636">
                  <c:v>43566</c:v>
                </c:pt>
                <c:pt idx="2637">
                  <c:v>43565</c:v>
                </c:pt>
                <c:pt idx="2638">
                  <c:v>43564</c:v>
                </c:pt>
                <c:pt idx="2639">
                  <c:v>43563</c:v>
                </c:pt>
                <c:pt idx="2640">
                  <c:v>43562</c:v>
                </c:pt>
                <c:pt idx="2641">
                  <c:v>43561</c:v>
                </c:pt>
                <c:pt idx="2642">
                  <c:v>43560</c:v>
                </c:pt>
                <c:pt idx="2643">
                  <c:v>43559</c:v>
                </c:pt>
                <c:pt idx="2644">
                  <c:v>43558</c:v>
                </c:pt>
                <c:pt idx="2645">
                  <c:v>43557</c:v>
                </c:pt>
                <c:pt idx="2646">
                  <c:v>43556</c:v>
                </c:pt>
                <c:pt idx="2647">
                  <c:v>43555</c:v>
                </c:pt>
                <c:pt idx="2648">
                  <c:v>43554</c:v>
                </c:pt>
                <c:pt idx="2649">
                  <c:v>43553</c:v>
                </c:pt>
                <c:pt idx="2650">
                  <c:v>43552</c:v>
                </c:pt>
                <c:pt idx="2651">
                  <c:v>43551</c:v>
                </c:pt>
                <c:pt idx="2652">
                  <c:v>43550</c:v>
                </c:pt>
                <c:pt idx="2653">
                  <c:v>43549</c:v>
                </c:pt>
                <c:pt idx="2654">
                  <c:v>43548</c:v>
                </c:pt>
                <c:pt idx="2655">
                  <c:v>43547</c:v>
                </c:pt>
                <c:pt idx="2656">
                  <c:v>43546</c:v>
                </c:pt>
                <c:pt idx="2657">
                  <c:v>43545</c:v>
                </c:pt>
                <c:pt idx="2658">
                  <c:v>43544</c:v>
                </c:pt>
                <c:pt idx="2659">
                  <c:v>43543</c:v>
                </c:pt>
                <c:pt idx="2660">
                  <c:v>43542</c:v>
                </c:pt>
                <c:pt idx="2661">
                  <c:v>43541</c:v>
                </c:pt>
                <c:pt idx="2662">
                  <c:v>43540</c:v>
                </c:pt>
                <c:pt idx="2663">
                  <c:v>43539</c:v>
                </c:pt>
                <c:pt idx="2664">
                  <c:v>43538</c:v>
                </c:pt>
                <c:pt idx="2665">
                  <c:v>43537</c:v>
                </c:pt>
                <c:pt idx="2666">
                  <c:v>43536</c:v>
                </c:pt>
                <c:pt idx="2667">
                  <c:v>43535</c:v>
                </c:pt>
                <c:pt idx="2668">
                  <c:v>43534</c:v>
                </c:pt>
                <c:pt idx="2669">
                  <c:v>43533</c:v>
                </c:pt>
                <c:pt idx="2670">
                  <c:v>43532</c:v>
                </c:pt>
                <c:pt idx="2671">
                  <c:v>43531</c:v>
                </c:pt>
                <c:pt idx="2672">
                  <c:v>43530</c:v>
                </c:pt>
                <c:pt idx="2673">
                  <c:v>43529</c:v>
                </c:pt>
                <c:pt idx="2674">
                  <c:v>43528</c:v>
                </c:pt>
                <c:pt idx="2675">
                  <c:v>43527</c:v>
                </c:pt>
                <c:pt idx="2676">
                  <c:v>43526</c:v>
                </c:pt>
                <c:pt idx="2677">
                  <c:v>43525</c:v>
                </c:pt>
                <c:pt idx="2678">
                  <c:v>43524</c:v>
                </c:pt>
                <c:pt idx="2679">
                  <c:v>43523</c:v>
                </c:pt>
                <c:pt idx="2680">
                  <c:v>43522</c:v>
                </c:pt>
                <c:pt idx="2681">
                  <c:v>43521</c:v>
                </c:pt>
                <c:pt idx="2682">
                  <c:v>43520</c:v>
                </c:pt>
                <c:pt idx="2683">
                  <c:v>43519</c:v>
                </c:pt>
                <c:pt idx="2684">
                  <c:v>43518</c:v>
                </c:pt>
                <c:pt idx="2685">
                  <c:v>43517</c:v>
                </c:pt>
                <c:pt idx="2686">
                  <c:v>43516</c:v>
                </c:pt>
                <c:pt idx="2687">
                  <c:v>43515</c:v>
                </c:pt>
                <c:pt idx="2688">
                  <c:v>43514</c:v>
                </c:pt>
                <c:pt idx="2689">
                  <c:v>43513</c:v>
                </c:pt>
                <c:pt idx="2690">
                  <c:v>43512</c:v>
                </c:pt>
                <c:pt idx="2691">
                  <c:v>43511</c:v>
                </c:pt>
                <c:pt idx="2692">
                  <c:v>43510</c:v>
                </c:pt>
                <c:pt idx="2693">
                  <c:v>43509</c:v>
                </c:pt>
                <c:pt idx="2694">
                  <c:v>43508</c:v>
                </c:pt>
                <c:pt idx="2695">
                  <c:v>43507</c:v>
                </c:pt>
                <c:pt idx="2696">
                  <c:v>43506</c:v>
                </c:pt>
                <c:pt idx="2697">
                  <c:v>43505</c:v>
                </c:pt>
                <c:pt idx="2698">
                  <c:v>43504</c:v>
                </c:pt>
                <c:pt idx="2699">
                  <c:v>43503</c:v>
                </c:pt>
                <c:pt idx="2700">
                  <c:v>43502</c:v>
                </c:pt>
                <c:pt idx="2701">
                  <c:v>43501</c:v>
                </c:pt>
                <c:pt idx="2702">
                  <c:v>43500</c:v>
                </c:pt>
                <c:pt idx="2703">
                  <c:v>43499</c:v>
                </c:pt>
                <c:pt idx="2704">
                  <c:v>43498</c:v>
                </c:pt>
                <c:pt idx="2705">
                  <c:v>43497</c:v>
                </c:pt>
                <c:pt idx="2706">
                  <c:v>43496</c:v>
                </c:pt>
                <c:pt idx="2707">
                  <c:v>43495</c:v>
                </c:pt>
                <c:pt idx="2708">
                  <c:v>43494</c:v>
                </c:pt>
                <c:pt idx="2709">
                  <c:v>43493</c:v>
                </c:pt>
                <c:pt idx="2710">
                  <c:v>43492</c:v>
                </c:pt>
                <c:pt idx="2711">
                  <c:v>43491</c:v>
                </c:pt>
                <c:pt idx="2712">
                  <c:v>43490</c:v>
                </c:pt>
                <c:pt idx="2713">
                  <c:v>43489</c:v>
                </c:pt>
                <c:pt idx="2714">
                  <c:v>43488</c:v>
                </c:pt>
                <c:pt idx="2715">
                  <c:v>43487</c:v>
                </c:pt>
                <c:pt idx="2716">
                  <c:v>43486</c:v>
                </c:pt>
                <c:pt idx="2717">
                  <c:v>43485</c:v>
                </c:pt>
                <c:pt idx="2718">
                  <c:v>43484</c:v>
                </c:pt>
                <c:pt idx="2719">
                  <c:v>43483</c:v>
                </c:pt>
                <c:pt idx="2720">
                  <c:v>43482</c:v>
                </c:pt>
                <c:pt idx="2721">
                  <c:v>43481</c:v>
                </c:pt>
                <c:pt idx="2722">
                  <c:v>43480</c:v>
                </c:pt>
                <c:pt idx="2723">
                  <c:v>43479</c:v>
                </c:pt>
                <c:pt idx="2724">
                  <c:v>43478</c:v>
                </c:pt>
                <c:pt idx="2725">
                  <c:v>43477</c:v>
                </c:pt>
                <c:pt idx="2726">
                  <c:v>43476</c:v>
                </c:pt>
                <c:pt idx="2727">
                  <c:v>43475</c:v>
                </c:pt>
                <c:pt idx="2728">
                  <c:v>43474</c:v>
                </c:pt>
                <c:pt idx="2729">
                  <c:v>43473</c:v>
                </c:pt>
                <c:pt idx="2730">
                  <c:v>43472</c:v>
                </c:pt>
                <c:pt idx="2731">
                  <c:v>43471</c:v>
                </c:pt>
                <c:pt idx="2732">
                  <c:v>43470</c:v>
                </c:pt>
                <c:pt idx="2733">
                  <c:v>43469</c:v>
                </c:pt>
                <c:pt idx="2734">
                  <c:v>43468</c:v>
                </c:pt>
                <c:pt idx="2735">
                  <c:v>43467</c:v>
                </c:pt>
                <c:pt idx="2736">
                  <c:v>43466</c:v>
                </c:pt>
                <c:pt idx="2737">
                  <c:v>43465</c:v>
                </c:pt>
                <c:pt idx="2738">
                  <c:v>43464</c:v>
                </c:pt>
                <c:pt idx="2739">
                  <c:v>43463</c:v>
                </c:pt>
                <c:pt idx="2740">
                  <c:v>43462</c:v>
                </c:pt>
                <c:pt idx="2741">
                  <c:v>43461</c:v>
                </c:pt>
                <c:pt idx="2742">
                  <c:v>43460</c:v>
                </c:pt>
                <c:pt idx="2743">
                  <c:v>43459</c:v>
                </c:pt>
                <c:pt idx="2744">
                  <c:v>43458</c:v>
                </c:pt>
                <c:pt idx="2745">
                  <c:v>43457</c:v>
                </c:pt>
                <c:pt idx="2746">
                  <c:v>43456</c:v>
                </c:pt>
                <c:pt idx="2747">
                  <c:v>43455</c:v>
                </c:pt>
                <c:pt idx="2748">
                  <c:v>43454</c:v>
                </c:pt>
                <c:pt idx="2749">
                  <c:v>43453</c:v>
                </c:pt>
                <c:pt idx="2750">
                  <c:v>43452</c:v>
                </c:pt>
                <c:pt idx="2751">
                  <c:v>43451</c:v>
                </c:pt>
                <c:pt idx="2752">
                  <c:v>43450</c:v>
                </c:pt>
                <c:pt idx="2753">
                  <c:v>43449</c:v>
                </c:pt>
                <c:pt idx="2754">
                  <c:v>43448</c:v>
                </c:pt>
                <c:pt idx="2755">
                  <c:v>43447</c:v>
                </c:pt>
                <c:pt idx="2756">
                  <c:v>43446</c:v>
                </c:pt>
                <c:pt idx="2757">
                  <c:v>43445</c:v>
                </c:pt>
                <c:pt idx="2758">
                  <c:v>43444</c:v>
                </c:pt>
                <c:pt idx="2759">
                  <c:v>43443</c:v>
                </c:pt>
                <c:pt idx="2760">
                  <c:v>43442</c:v>
                </c:pt>
                <c:pt idx="2761">
                  <c:v>43441</c:v>
                </c:pt>
                <c:pt idx="2762">
                  <c:v>43440</c:v>
                </c:pt>
                <c:pt idx="2763">
                  <c:v>43439</c:v>
                </c:pt>
                <c:pt idx="2764">
                  <c:v>43438</c:v>
                </c:pt>
                <c:pt idx="2765">
                  <c:v>43437</c:v>
                </c:pt>
                <c:pt idx="2766">
                  <c:v>43436</c:v>
                </c:pt>
                <c:pt idx="2767">
                  <c:v>43435</c:v>
                </c:pt>
                <c:pt idx="2768">
                  <c:v>43434</c:v>
                </c:pt>
                <c:pt idx="2769">
                  <c:v>43433</c:v>
                </c:pt>
                <c:pt idx="2770">
                  <c:v>43432</c:v>
                </c:pt>
                <c:pt idx="2771">
                  <c:v>43431</c:v>
                </c:pt>
                <c:pt idx="2772">
                  <c:v>43430</c:v>
                </c:pt>
                <c:pt idx="2773">
                  <c:v>43429</c:v>
                </c:pt>
                <c:pt idx="2774">
                  <c:v>43428</c:v>
                </c:pt>
                <c:pt idx="2775">
                  <c:v>43427</c:v>
                </c:pt>
                <c:pt idx="2776">
                  <c:v>43426</c:v>
                </c:pt>
                <c:pt idx="2777">
                  <c:v>43425</c:v>
                </c:pt>
                <c:pt idx="2778">
                  <c:v>43424</c:v>
                </c:pt>
                <c:pt idx="2779">
                  <c:v>43423</c:v>
                </c:pt>
                <c:pt idx="2780">
                  <c:v>43422</c:v>
                </c:pt>
                <c:pt idx="2781">
                  <c:v>43421</c:v>
                </c:pt>
                <c:pt idx="2782">
                  <c:v>43420</c:v>
                </c:pt>
                <c:pt idx="2783">
                  <c:v>43419</c:v>
                </c:pt>
                <c:pt idx="2784">
                  <c:v>43418</c:v>
                </c:pt>
                <c:pt idx="2785">
                  <c:v>43417</c:v>
                </c:pt>
                <c:pt idx="2786">
                  <c:v>43416</c:v>
                </c:pt>
                <c:pt idx="2787">
                  <c:v>43415</c:v>
                </c:pt>
                <c:pt idx="2788">
                  <c:v>43414</c:v>
                </c:pt>
                <c:pt idx="2789">
                  <c:v>43413</c:v>
                </c:pt>
                <c:pt idx="2790">
                  <c:v>43412</c:v>
                </c:pt>
                <c:pt idx="2791">
                  <c:v>43411</c:v>
                </c:pt>
                <c:pt idx="2792">
                  <c:v>43410</c:v>
                </c:pt>
                <c:pt idx="2793">
                  <c:v>43409</c:v>
                </c:pt>
                <c:pt idx="2794">
                  <c:v>43408</c:v>
                </c:pt>
                <c:pt idx="2795">
                  <c:v>43407</c:v>
                </c:pt>
                <c:pt idx="2796">
                  <c:v>43406</c:v>
                </c:pt>
                <c:pt idx="2797">
                  <c:v>43405</c:v>
                </c:pt>
                <c:pt idx="2798">
                  <c:v>43404</c:v>
                </c:pt>
                <c:pt idx="2799">
                  <c:v>43403</c:v>
                </c:pt>
                <c:pt idx="2800">
                  <c:v>43402</c:v>
                </c:pt>
                <c:pt idx="2801">
                  <c:v>43401</c:v>
                </c:pt>
                <c:pt idx="2802">
                  <c:v>43400</c:v>
                </c:pt>
                <c:pt idx="2803">
                  <c:v>43399</c:v>
                </c:pt>
                <c:pt idx="2804">
                  <c:v>43398</c:v>
                </c:pt>
                <c:pt idx="2805">
                  <c:v>43397</c:v>
                </c:pt>
                <c:pt idx="2806">
                  <c:v>43396</c:v>
                </c:pt>
                <c:pt idx="2807">
                  <c:v>43395</c:v>
                </c:pt>
                <c:pt idx="2808">
                  <c:v>43394</c:v>
                </c:pt>
                <c:pt idx="2809">
                  <c:v>43393</c:v>
                </c:pt>
                <c:pt idx="2810">
                  <c:v>43392</c:v>
                </c:pt>
                <c:pt idx="2811">
                  <c:v>43391</c:v>
                </c:pt>
                <c:pt idx="2812">
                  <c:v>43390</c:v>
                </c:pt>
                <c:pt idx="2813">
                  <c:v>43389</c:v>
                </c:pt>
                <c:pt idx="2814">
                  <c:v>43388</c:v>
                </c:pt>
                <c:pt idx="2815">
                  <c:v>43387</c:v>
                </c:pt>
                <c:pt idx="2816">
                  <c:v>43386</c:v>
                </c:pt>
                <c:pt idx="2817">
                  <c:v>43385</c:v>
                </c:pt>
                <c:pt idx="2818">
                  <c:v>43384</c:v>
                </c:pt>
                <c:pt idx="2819">
                  <c:v>43383</c:v>
                </c:pt>
                <c:pt idx="2820">
                  <c:v>43382</c:v>
                </c:pt>
                <c:pt idx="2821">
                  <c:v>43381</c:v>
                </c:pt>
                <c:pt idx="2822">
                  <c:v>43380</c:v>
                </c:pt>
                <c:pt idx="2823">
                  <c:v>43379</c:v>
                </c:pt>
                <c:pt idx="2824">
                  <c:v>43378</c:v>
                </c:pt>
                <c:pt idx="2825">
                  <c:v>43377</c:v>
                </c:pt>
                <c:pt idx="2826">
                  <c:v>43376</c:v>
                </c:pt>
                <c:pt idx="2827">
                  <c:v>43375</c:v>
                </c:pt>
                <c:pt idx="2828">
                  <c:v>43374</c:v>
                </c:pt>
                <c:pt idx="2829">
                  <c:v>43373</c:v>
                </c:pt>
                <c:pt idx="2830">
                  <c:v>43372</c:v>
                </c:pt>
                <c:pt idx="2831">
                  <c:v>43371</c:v>
                </c:pt>
                <c:pt idx="2832">
                  <c:v>43370</c:v>
                </c:pt>
                <c:pt idx="2833">
                  <c:v>43369</c:v>
                </c:pt>
                <c:pt idx="2834">
                  <c:v>43368</c:v>
                </c:pt>
                <c:pt idx="2835">
                  <c:v>43367</c:v>
                </c:pt>
                <c:pt idx="2836">
                  <c:v>43366</c:v>
                </c:pt>
                <c:pt idx="2837">
                  <c:v>43365</c:v>
                </c:pt>
                <c:pt idx="2838">
                  <c:v>43364</c:v>
                </c:pt>
                <c:pt idx="2839">
                  <c:v>43363</c:v>
                </c:pt>
                <c:pt idx="2840">
                  <c:v>43362</c:v>
                </c:pt>
                <c:pt idx="2841">
                  <c:v>43361</c:v>
                </c:pt>
                <c:pt idx="2842">
                  <c:v>43360</c:v>
                </c:pt>
                <c:pt idx="2843">
                  <c:v>43359</c:v>
                </c:pt>
                <c:pt idx="2844">
                  <c:v>43358</c:v>
                </c:pt>
                <c:pt idx="2845">
                  <c:v>43357</c:v>
                </c:pt>
                <c:pt idx="2846">
                  <c:v>43356</c:v>
                </c:pt>
                <c:pt idx="2847">
                  <c:v>43355</c:v>
                </c:pt>
                <c:pt idx="2848">
                  <c:v>43354</c:v>
                </c:pt>
                <c:pt idx="2849">
                  <c:v>43353</c:v>
                </c:pt>
                <c:pt idx="2850">
                  <c:v>43352</c:v>
                </c:pt>
                <c:pt idx="2851">
                  <c:v>43351</c:v>
                </c:pt>
                <c:pt idx="2852">
                  <c:v>43350</c:v>
                </c:pt>
                <c:pt idx="2853">
                  <c:v>43349</c:v>
                </c:pt>
                <c:pt idx="2854">
                  <c:v>43348</c:v>
                </c:pt>
                <c:pt idx="2855">
                  <c:v>43347</c:v>
                </c:pt>
                <c:pt idx="2856">
                  <c:v>43346</c:v>
                </c:pt>
                <c:pt idx="2857">
                  <c:v>43345</c:v>
                </c:pt>
                <c:pt idx="2858">
                  <c:v>43344</c:v>
                </c:pt>
                <c:pt idx="2859">
                  <c:v>43343</c:v>
                </c:pt>
                <c:pt idx="2860">
                  <c:v>43342</c:v>
                </c:pt>
                <c:pt idx="2861">
                  <c:v>43341</c:v>
                </c:pt>
                <c:pt idx="2862">
                  <c:v>43340</c:v>
                </c:pt>
                <c:pt idx="2863">
                  <c:v>43339</c:v>
                </c:pt>
                <c:pt idx="2864">
                  <c:v>43338</c:v>
                </c:pt>
                <c:pt idx="2865">
                  <c:v>43337</c:v>
                </c:pt>
                <c:pt idx="2866">
                  <c:v>43336</c:v>
                </c:pt>
                <c:pt idx="2867">
                  <c:v>43335</c:v>
                </c:pt>
                <c:pt idx="2868">
                  <c:v>43334</c:v>
                </c:pt>
                <c:pt idx="2869">
                  <c:v>43333</c:v>
                </c:pt>
                <c:pt idx="2870">
                  <c:v>43332</c:v>
                </c:pt>
                <c:pt idx="2871">
                  <c:v>43331</c:v>
                </c:pt>
                <c:pt idx="2872">
                  <c:v>43330</c:v>
                </c:pt>
                <c:pt idx="2873">
                  <c:v>43329</c:v>
                </c:pt>
                <c:pt idx="2874">
                  <c:v>43328</c:v>
                </c:pt>
                <c:pt idx="2875">
                  <c:v>43327</c:v>
                </c:pt>
                <c:pt idx="2876">
                  <c:v>43326</c:v>
                </c:pt>
                <c:pt idx="2877">
                  <c:v>43325</c:v>
                </c:pt>
                <c:pt idx="2878">
                  <c:v>43324</c:v>
                </c:pt>
                <c:pt idx="2879">
                  <c:v>43323</c:v>
                </c:pt>
                <c:pt idx="2880">
                  <c:v>43322</c:v>
                </c:pt>
                <c:pt idx="2881">
                  <c:v>43321</c:v>
                </c:pt>
                <c:pt idx="2882">
                  <c:v>43320</c:v>
                </c:pt>
                <c:pt idx="2883">
                  <c:v>43319</c:v>
                </c:pt>
                <c:pt idx="2884">
                  <c:v>43318</c:v>
                </c:pt>
                <c:pt idx="2885">
                  <c:v>43317</c:v>
                </c:pt>
                <c:pt idx="2886">
                  <c:v>43316</c:v>
                </c:pt>
                <c:pt idx="2887">
                  <c:v>43315</c:v>
                </c:pt>
                <c:pt idx="2888">
                  <c:v>43314</c:v>
                </c:pt>
                <c:pt idx="2889">
                  <c:v>43313</c:v>
                </c:pt>
                <c:pt idx="2890">
                  <c:v>43312</c:v>
                </c:pt>
                <c:pt idx="2891">
                  <c:v>43311</c:v>
                </c:pt>
                <c:pt idx="2892">
                  <c:v>43310</c:v>
                </c:pt>
                <c:pt idx="2893">
                  <c:v>43309</c:v>
                </c:pt>
                <c:pt idx="2894">
                  <c:v>43308</c:v>
                </c:pt>
                <c:pt idx="2895">
                  <c:v>43307</c:v>
                </c:pt>
                <c:pt idx="2896">
                  <c:v>43306</c:v>
                </c:pt>
                <c:pt idx="2897">
                  <c:v>43305</c:v>
                </c:pt>
                <c:pt idx="2898">
                  <c:v>43304</c:v>
                </c:pt>
                <c:pt idx="2899">
                  <c:v>43303</c:v>
                </c:pt>
                <c:pt idx="2900">
                  <c:v>43302</c:v>
                </c:pt>
                <c:pt idx="2901">
                  <c:v>43301</c:v>
                </c:pt>
                <c:pt idx="2902">
                  <c:v>43300</c:v>
                </c:pt>
                <c:pt idx="2903">
                  <c:v>43299</c:v>
                </c:pt>
                <c:pt idx="2904">
                  <c:v>43298</c:v>
                </c:pt>
                <c:pt idx="2905">
                  <c:v>43297</c:v>
                </c:pt>
                <c:pt idx="2906">
                  <c:v>43296</c:v>
                </c:pt>
                <c:pt idx="2907">
                  <c:v>43295</c:v>
                </c:pt>
                <c:pt idx="2908">
                  <c:v>43294</c:v>
                </c:pt>
                <c:pt idx="2909">
                  <c:v>43293</c:v>
                </c:pt>
                <c:pt idx="2910">
                  <c:v>43292</c:v>
                </c:pt>
                <c:pt idx="2911">
                  <c:v>43291</c:v>
                </c:pt>
                <c:pt idx="2912">
                  <c:v>43290</c:v>
                </c:pt>
                <c:pt idx="2913">
                  <c:v>43289</c:v>
                </c:pt>
                <c:pt idx="2914">
                  <c:v>43288</c:v>
                </c:pt>
                <c:pt idx="2915">
                  <c:v>43287</c:v>
                </c:pt>
                <c:pt idx="2916">
                  <c:v>43286</c:v>
                </c:pt>
                <c:pt idx="2917">
                  <c:v>43285</c:v>
                </c:pt>
                <c:pt idx="2918">
                  <c:v>43284</c:v>
                </c:pt>
                <c:pt idx="2919">
                  <c:v>43283</c:v>
                </c:pt>
                <c:pt idx="2920">
                  <c:v>43282</c:v>
                </c:pt>
                <c:pt idx="2921">
                  <c:v>43281</c:v>
                </c:pt>
                <c:pt idx="2922">
                  <c:v>43280</c:v>
                </c:pt>
                <c:pt idx="2923">
                  <c:v>43279</c:v>
                </c:pt>
                <c:pt idx="2924">
                  <c:v>43278</c:v>
                </c:pt>
                <c:pt idx="2925">
                  <c:v>43277</c:v>
                </c:pt>
                <c:pt idx="2926">
                  <c:v>43276</c:v>
                </c:pt>
                <c:pt idx="2927">
                  <c:v>43275</c:v>
                </c:pt>
                <c:pt idx="2928">
                  <c:v>43274</c:v>
                </c:pt>
                <c:pt idx="2929">
                  <c:v>43273</c:v>
                </c:pt>
                <c:pt idx="2930">
                  <c:v>43272</c:v>
                </c:pt>
                <c:pt idx="2931">
                  <c:v>43271</c:v>
                </c:pt>
                <c:pt idx="2932">
                  <c:v>43270</c:v>
                </c:pt>
                <c:pt idx="2933">
                  <c:v>43269</c:v>
                </c:pt>
                <c:pt idx="2934">
                  <c:v>43268</c:v>
                </c:pt>
                <c:pt idx="2935">
                  <c:v>43267</c:v>
                </c:pt>
                <c:pt idx="2936">
                  <c:v>43266</c:v>
                </c:pt>
                <c:pt idx="2937">
                  <c:v>43265</c:v>
                </c:pt>
                <c:pt idx="2938">
                  <c:v>43264</c:v>
                </c:pt>
                <c:pt idx="2939">
                  <c:v>43263</c:v>
                </c:pt>
                <c:pt idx="2940">
                  <c:v>43262</c:v>
                </c:pt>
                <c:pt idx="2941">
                  <c:v>43261</c:v>
                </c:pt>
                <c:pt idx="2942">
                  <c:v>43260</c:v>
                </c:pt>
                <c:pt idx="2943">
                  <c:v>43259</c:v>
                </c:pt>
                <c:pt idx="2944">
                  <c:v>43258</c:v>
                </c:pt>
                <c:pt idx="2945">
                  <c:v>43257</c:v>
                </c:pt>
                <c:pt idx="2946">
                  <c:v>43256</c:v>
                </c:pt>
                <c:pt idx="2947">
                  <c:v>43255</c:v>
                </c:pt>
                <c:pt idx="2948">
                  <c:v>43254</c:v>
                </c:pt>
                <c:pt idx="2949">
                  <c:v>43253</c:v>
                </c:pt>
                <c:pt idx="2950">
                  <c:v>43252</c:v>
                </c:pt>
                <c:pt idx="2951">
                  <c:v>43251</c:v>
                </c:pt>
                <c:pt idx="2952">
                  <c:v>43250</c:v>
                </c:pt>
                <c:pt idx="2953">
                  <c:v>43249</c:v>
                </c:pt>
                <c:pt idx="2954">
                  <c:v>43248</c:v>
                </c:pt>
                <c:pt idx="2955">
                  <c:v>43247</c:v>
                </c:pt>
                <c:pt idx="2956">
                  <c:v>43246</c:v>
                </c:pt>
                <c:pt idx="2957">
                  <c:v>43245</c:v>
                </c:pt>
                <c:pt idx="2958">
                  <c:v>43244</c:v>
                </c:pt>
                <c:pt idx="2959">
                  <c:v>43243</c:v>
                </c:pt>
                <c:pt idx="2960">
                  <c:v>43242</c:v>
                </c:pt>
                <c:pt idx="2961">
                  <c:v>43241</c:v>
                </c:pt>
                <c:pt idx="2962">
                  <c:v>43240</c:v>
                </c:pt>
                <c:pt idx="2963">
                  <c:v>43239</c:v>
                </c:pt>
                <c:pt idx="2964">
                  <c:v>43238</c:v>
                </c:pt>
                <c:pt idx="2965">
                  <c:v>43237</c:v>
                </c:pt>
                <c:pt idx="2966">
                  <c:v>43236</c:v>
                </c:pt>
                <c:pt idx="2967">
                  <c:v>43235</c:v>
                </c:pt>
                <c:pt idx="2968">
                  <c:v>43234</c:v>
                </c:pt>
                <c:pt idx="2969">
                  <c:v>43233</c:v>
                </c:pt>
                <c:pt idx="2970">
                  <c:v>43232</c:v>
                </c:pt>
                <c:pt idx="2971">
                  <c:v>43231</c:v>
                </c:pt>
                <c:pt idx="2972">
                  <c:v>43230</c:v>
                </c:pt>
                <c:pt idx="2973">
                  <c:v>43229</c:v>
                </c:pt>
                <c:pt idx="2974">
                  <c:v>43228</c:v>
                </c:pt>
                <c:pt idx="2975">
                  <c:v>43227</c:v>
                </c:pt>
                <c:pt idx="2976">
                  <c:v>43226</c:v>
                </c:pt>
                <c:pt idx="2977">
                  <c:v>43225</c:v>
                </c:pt>
                <c:pt idx="2978">
                  <c:v>43224</c:v>
                </c:pt>
                <c:pt idx="2979">
                  <c:v>43223</c:v>
                </c:pt>
                <c:pt idx="2980">
                  <c:v>43222</c:v>
                </c:pt>
                <c:pt idx="2981">
                  <c:v>43221</c:v>
                </c:pt>
                <c:pt idx="2982">
                  <c:v>43220</c:v>
                </c:pt>
                <c:pt idx="2983">
                  <c:v>43219</c:v>
                </c:pt>
                <c:pt idx="2984">
                  <c:v>43218</c:v>
                </c:pt>
                <c:pt idx="2985">
                  <c:v>43217</c:v>
                </c:pt>
                <c:pt idx="2986">
                  <c:v>43216</c:v>
                </c:pt>
                <c:pt idx="2987">
                  <c:v>43215</c:v>
                </c:pt>
                <c:pt idx="2988">
                  <c:v>43214</c:v>
                </c:pt>
                <c:pt idx="2989">
                  <c:v>43213</c:v>
                </c:pt>
                <c:pt idx="2990">
                  <c:v>43212</c:v>
                </c:pt>
                <c:pt idx="2991">
                  <c:v>43211</c:v>
                </c:pt>
                <c:pt idx="2992">
                  <c:v>43210</c:v>
                </c:pt>
                <c:pt idx="2993">
                  <c:v>43209</c:v>
                </c:pt>
                <c:pt idx="2994">
                  <c:v>43208</c:v>
                </c:pt>
                <c:pt idx="2995">
                  <c:v>43207</c:v>
                </c:pt>
                <c:pt idx="2996">
                  <c:v>43206</c:v>
                </c:pt>
                <c:pt idx="2997">
                  <c:v>43205</c:v>
                </c:pt>
                <c:pt idx="2998">
                  <c:v>43204</c:v>
                </c:pt>
                <c:pt idx="2999">
                  <c:v>43203</c:v>
                </c:pt>
                <c:pt idx="3000">
                  <c:v>43202</c:v>
                </c:pt>
                <c:pt idx="3001">
                  <c:v>43201</c:v>
                </c:pt>
                <c:pt idx="3002">
                  <c:v>43200</c:v>
                </c:pt>
                <c:pt idx="3003">
                  <c:v>43199</c:v>
                </c:pt>
                <c:pt idx="3004">
                  <c:v>43198</c:v>
                </c:pt>
                <c:pt idx="3005">
                  <c:v>43197</c:v>
                </c:pt>
                <c:pt idx="3006">
                  <c:v>43196</c:v>
                </c:pt>
                <c:pt idx="3007">
                  <c:v>43195</c:v>
                </c:pt>
                <c:pt idx="3008">
                  <c:v>43194</c:v>
                </c:pt>
                <c:pt idx="3009">
                  <c:v>43193</c:v>
                </c:pt>
                <c:pt idx="3010">
                  <c:v>43192</c:v>
                </c:pt>
                <c:pt idx="3011">
                  <c:v>43191</c:v>
                </c:pt>
                <c:pt idx="3012">
                  <c:v>43190</c:v>
                </c:pt>
                <c:pt idx="3013">
                  <c:v>43189</c:v>
                </c:pt>
                <c:pt idx="3014">
                  <c:v>43188</c:v>
                </c:pt>
                <c:pt idx="3015">
                  <c:v>43187</c:v>
                </c:pt>
                <c:pt idx="3016">
                  <c:v>43186</c:v>
                </c:pt>
                <c:pt idx="3017">
                  <c:v>43185</c:v>
                </c:pt>
                <c:pt idx="3018">
                  <c:v>43184</c:v>
                </c:pt>
                <c:pt idx="3019">
                  <c:v>43183</c:v>
                </c:pt>
                <c:pt idx="3020">
                  <c:v>43182</c:v>
                </c:pt>
                <c:pt idx="3021">
                  <c:v>43181</c:v>
                </c:pt>
                <c:pt idx="3022">
                  <c:v>43180</c:v>
                </c:pt>
                <c:pt idx="3023">
                  <c:v>43179</c:v>
                </c:pt>
                <c:pt idx="3024">
                  <c:v>43178</c:v>
                </c:pt>
                <c:pt idx="3025">
                  <c:v>43177</c:v>
                </c:pt>
                <c:pt idx="3026">
                  <c:v>43176</c:v>
                </c:pt>
                <c:pt idx="3027">
                  <c:v>43175</c:v>
                </c:pt>
                <c:pt idx="3028">
                  <c:v>43174</c:v>
                </c:pt>
                <c:pt idx="3029">
                  <c:v>43173</c:v>
                </c:pt>
                <c:pt idx="3030">
                  <c:v>43172</c:v>
                </c:pt>
                <c:pt idx="3031">
                  <c:v>43171</c:v>
                </c:pt>
                <c:pt idx="3032">
                  <c:v>43170</c:v>
                </c:pt>
                <c:pt idx="3033">
                  <c:v>43169</c:v>
                </c:pt>
                <c:pt idx="3034">
                  <c:v>43168</c:v>
                </c:pt>
                <c:pt idx="3035">
                  <c:v>43167</c:v>
                </c:pt>
                <c:pt idx="3036">
                  <c:v>43166</c:v>
                </c:pt>
                <c:pt idx="3037">
                  <c:v>43165</c:v>
                </c:pt>
                <c:pt idx="3038">
                  <c:v>43164</c:v>
                </c:pt>
                <c:pt idx="3039">
                  <c:v>43163</c:v>
                </c:pt>
                <c:pt idx="3040">
                  <c:v>43162</c:v>
                </c:pt>
                <c:pt idx="3041">
                  <c:v>43161</c:v>
                </c:pt>
                <c:pt idx="3042">
                  <c:v>43160</c:v>
                </c:pt>
                <c:pt idx="3043">
                  <c:v>43159</c:v>
                </c:pt>
                <c:pt idx="3044">
                  <c:v>43158</c:v>
                </c:pt>
                <c:pt idx="3045">
                  <c:v>43157</c:v>
                </c:pt>
                <c:pt idx="3046">
                  <c:v>43156</c:v>
                </c:pt>
                <c:pt idx="3047">
                  <c:v>43155</c:v>
                </c:pt>
                <c:pt idx="3048">
                  <c:v>43154</c:v>
                </c:pt>
                <c:pt idx="3049">
                  <c:v>43153</c:v>
                </c:pt>
                <c:pt idx="3050">
                  <c:v>43152</c:v>
                </c:pt>
                <c:pt idx="3051">
                  <c:v>43151</c:v>
                </c:pt>
                <c:pt idx="3052">
                  <c:v>43150</c:v>
                </c:pt>
                <c:pt idx="3053">
                  <c:v>43149</c:v>
                </c:pt>
                <c:pt idx="3054">
                  <c:v>43148</c:v>
                </c:pt>
                <c:pt idx="3055">
                  <c:v>43147</c:v>
                </c:pt>
                <c:pt idx="3056">
                  <c:v>43146</c:v>
                </c:pt>
                <c:pt idx="3057">
                  <c:v>43145</c:v>
                </c:pt>
                <c:pt idx="3058">
                  <c:v>43144</c:v>
                </c:pt>
                <c:pt idx="3059">
                  <c:v>43143</c:v>
                </c:pt>
                <c:pt idx="3060">
                  <c:v>43142</c:v>
                </c:pt>
                <c:pt idx="3061">
                  <c:v>43141</c:v>
                </c:pt>
                <c:pt idx="3062">
                  <c:v>43140</c:v>
                </c:pt>
                <c:pt idx="3063">
                  <c:v>43139</c:v>
                </c:pt>
                <c:pt idx="3064">
                  <c:v>43138</c:v>
                </c:pt>
                <c:pt idx="3065">
                  <c:v>43137</c:v>
                </c:pt>
                <c:pt idx="3066">
                  <c:v>43136</c:v>
                </c:pt>
                <c:pt idx="3067">
                  <c:v>43135</c:v>
                </c:pt>
                <c:pt idx="3068">
                  <c:v>43134</c:v>
                </c:pt>
                <c:pt idx="3069">
                  <c:v>43133</c:v>
                </c:pt>
                <c:pt idx="3070">
                  <c:v>43132</c:v>
                </c:pt>
                <c:pt idx="3071">
                  <c:v>43131</c:v>
                </c:pt>
                <c:pt idx="3072">
                  <c:v>43130</c:v>
                </c:pt>
                <c:pt idx="3073">
                  <c:v>43129</c:v>
                </c:pt>
                <c:pt idx="3074">
                  <c:v>43128</c:v>
                </c:pt>
                <c:pt idx="3075">
                  <c:v>43127</c:v>
                </c:pt>
                <c:pt idx="3076">
                  <c:v>43126</c:v>
                </c:pt>
                <c:pt idx="3077">
                  <c:v>43125</c:v>
                </c:pt>
                <c:pt idx="3078">
                  <c:v>43124</c:v>
                </c:pt>
                <c:pt idx="3079">
                  <c:v>43123</c:v>
                </c:pt>
                <c:pt idx="3080">
                  <c:v>43122</c:v>
                </c:pt>
                <c:pt idx="3081">
                  <c:v>43121</c:v>
                </c:pt>
                <c:pt idx="3082">
                  <c:v>43120</c:v>
                </c:pt>
                <c:pt idx="3083">
                  <c:v>43119</c:v>
                </c:pt>
                <c:pt idx="3084">
                  <c:v>43118</c:v>
                </c:pt>
                <c:pt idx="3085">
                  <c:v>43117</c:v>
                </c:pt>
                <c:pt idx="3086">
                  <c:v>43116</c:v>
                </c:pt>
                <c:pt idx="3087">
                  <c:v>43115</c:v>
                </c:pt>
                <c:pt idx="3088">
                  <c:v>43114</c:v>
                </c:pt>
                <c:pt idx="3089">
                  <c:v>43113</c:v>
                </c:pt>
                <c:pt idx="3090">
                  <c:v>43112</c:v>
                </c:pt>
                <c:pt idx="3091">
                  <c:v>43111</c:v>
                </c:pt>
                <c:pt idx="3092">
                  <c:v>43110</c:v>
                </c:pt>
                <c:pt idx="3093">
                  <c:v>43109</c:v>
                </c:pt>
                <c:pt idx="3094">
                  <c:v>43108</c:v>
                </c:pt>
                <c:pt idx="3095">
                  <c:v>43107</c:v>
                </c:pt>
                <c:pt idx="3096">
                  <c:v>43106</c:v>
                </c:pt>
                <c:pt idx="3097">
                  <c:v>43105</c:v>
                </c:pt>
                <c:pt idx="3098">
                  <c:v>43104</c:v>
                </c:pt>
                <c:pt idx="3099">
                  <c:v>43103</c:v>
                </c:pt>
                <c:pt idx="3100">
                  <c:v>43102</c:v>
                </c:pt>
                <c:pt idx="3101">
                  <c:v>43101</c:v>
                </c:pt>
                <c:pt idx="3102">
                  <c:v>43100</c:v>
                </c:pt>
                <c:pt idx="3103">
                  <c:v>43099</c:v>
                </c:pt>
                <c:pt idx="3104">
                  <c:v>43098</c:v>
                </c:pt>
                <c:pt idx="3105">
                  <c:v>43097</c:v>
                </c:pt>
                <c:pt idx="3106">
                  <c:v>43096</c:v>
                </c:pt>
                <c:pt idx="3107">
                  <c:v>43095</c:v>
                </c:pt>
                <c:pt idx="3108">
                  <c:v>43094</c:v>
                </c:pt>
                <c:pt idx="3109">
                  <c:v>43093</c:v>
                </c:pt>
                <c:pt idx="3110">
                  <c:v>43092</c:v>
                </c:pt>
                <c:pt idx="3111">
                  <c:v>43091</c:v>
                </c:pt>
                <c:pt idx="3112">
                  <c:v>43090</c:v>
                </c:pt>
                <c:pt idx="3113">
                  <c:v>43089</c:v>
                </c:pt>
                <c:pt idx="3114">
                  <c:v>43088</c:v>
                </c:pt>
                <c:pt idx="3115">
                  <c:v>43087</c:v>
                </c:pt>
                <c:pt idx="3116">
                  <c:v>43086</c:v>
                </c:pt>
                <c:pt idx="3117">
                  <c:v>43085</c:v>
                </c:pt>
                <c:pt idx="3118">
                  <c:v>43084</c:v>
                </c:pt>
                <c:pt idx="3119">
                  <c:v>43083</c:v>
                </c:pt>
                <c:pt idx="3120">
                  <c:v>43082</c:v>
                </c:pt>
                <c:pt idx="3121">
                  <c:v>43081</c:v>
                </c:pt>
                <c:pt idx="3122">
                  <c:v>43080</c:v>
                </c:pt>
                <c:pt idx="3123">
                  <c:v>43079</c:v>
                </c:pt>
                <c:pt idx="3124">
                  <c:v>43078</c:v>
                </c:pt>
                <c:pt idx="3125">
                  <c:v>43077</c:v>
                </c:pt>
                <c:pt idx="3126">
                  <c:v>43076</c:v>
                </c:pt>
                <c:pt idx="3127">
                  <c:v>43075</c:v>
                </c:pt>
                <c:pt idx="3128">
                  <c:v>43074</c:v>
                </c:pt>
                <c:pt idx="3129">
                  <c:v>43073</c:v>
                </c:pt>
                <c:pt idx="3130">
                  <c:v>43072</c:v>
                </c:pt>
                <c:pt idx="3131">
                  <c:v>43071</c:v>
                </c:pt>
                <c:pt idx="3132">
                  <c:v>43070</c:v>
                </c:pt>
                <c:pt idx="3133">
                  <c:v>43069</c:v>
                </c:pt>
                <c:pt idx="3134">
                  <c:v>43068</c:v>
                </c:pt>
                <c:pt idx="3135">
                  <c:v>43067</c:v>
                </c:pt>
                <c:pt idx="3136">
                  <c:v>43066</c:v>
                </c:pt>
                <c:pt idx="3137">
                  <c:v>43065</c:v>
                </c:pt>
                <c:pt idx="3138">
                  <c:v>43064</c:v>
                </c:pt>
                <c:pt idx="3139">
                  <c:v>43063</c:v>
                </c:pt>
                <c:pt idx="3140">
                  <c:v>43062</c:v>
                </c:pt>
                <c:pt idx="3141">
                  <c:v>43061</c:v>
                </c:pt>
                <c:pt idx="3142">
                  <c:v>43060</c:v>
                </c:pt>
                <c:pt idx="3143">
                  <c:v>43059</c:v>
                </c:pt>
                <c:pt idx="3144">
                  <c:v>43058</c:v>
                </c:pt>
                <c:pt idx="3145">
                  <c:v>43057</c:v>
                </c:pt>
                <c:pt idx="3146">
                  <c:v>43056</c:v>
                </c:pt>
                <c:pt idx="3147">
                  <c:v>43055</c:v>
                </c:pt>
                <c:pt idx="3148">
                  <c:v>43054</c:v>
                </c:pt>
                <c:pt idx="3149">
                  <c:v>43053</c:v>
                </c:pt>
                <c:pt idx="3150">
                  <c:v>43052</c:v>
                </c:pt>
                <c:pt idx="3151">
                  <c:v>43051</c:v>
                </c:pt>
                <c:pt idx="3152">
                  <c:v>43050</c:v>
                </c:pt>
                <c:pt idx="3153">
                  <c:v>43049</c:v>
                </c:pt>
                <c:pt idx="3154">
                  <c:v>43048</c:v>
                </c:pt>
                <c:pt idx="3155">
                  <c:v>43047</c:v>
                </c:pt>
                <c:pt idx="3156">
                  <c:v>43046</c:v>
                </c:pt>
                <c:pt idx="3157">
                  <c:v>43045</c:v>
                </c:pt>
                <c:pt idx="3158">
                  <c:v>43044</c:v>
                </c:pt>
                <c:pt idx="3159">
                  <c:v>43043</c:v>
                </c:pt>
                <c:pt idx="3160">
                  <c:v>43042</c:v>
                </c:pt>
                <c:pt idx="3161">
                  <c:v>43041</c:v>
                </c:pt>
                <c:pt idx="3162">
                  <c:v>43040</c:v>
                </c:pt>
                <c:pt idx="3163">
                  <c:v>43039</c:v>
                </c:pt>
                <c:pt idx="3164">
                  <c:v>43038</c:v>
                </c:pt>
                <c:pt idx="3165">
                  <c:v>43037</c:v>
                </c:pt>
                <c:pt idx="3166">
                  <c:v>43036</c:v>
                </c:pt>
                <c:pt idx="3167">
                  <c:v>43035</c:v>
                </c:pt>
                <c:pt idx="3168">
                  <c:v>43034</c:v>
                </c:pt>
                <c:pt idx="3169">
                  <c:v>43033</c:v>
                </c:pt>
                <c:pt idx="3170">
                  <c:v>43032</c:v>
                </c:pt>
                <c:pt idx="3171">
                  <c:v>43031</c:v>
                </c:pt>
                <c:pt idx="3172">
                  <c:v>43030</c:v>
                </c:pt>
                <c:pt idx="3173">
                  <c:v>43029</c:v>
                </c:pt>
                <c:pt idx="3174">
                  <c:v>43028</c:v>
                </c:pt>
                <c:pt idx="3175">
                  <c:v>43027</c:v>
                </c:pt>
                <c:pt idx="3176">
                  <c:v>43026</c:v>
                </c:pt>
                <c:pt idx="3177">
                  <c:v>43025</c:v>
                </c:pt>
                <c:pt idx="3178">
                  <c:v>43024</c:v>
                </c:pt>
                <c:pt idx="3179">
                  <c:v>43023</c:v>
                </c:pt>
                <c:pt idx="3180">
                  <c:v>43022</c:v>
                </c:pt>
                <c:pt idx="3181">
                  <c:v>43021</c:v>
                </c:pt>
                <c:pt idx="3182">
                  <c:v>43020</c:v>
                </c:pt>
                <c:pt idx="3183">
                  <c:v>43019</c:v>
                </c:pt>
                <c:pt idx="3184">
                  <c:v>43018</c:v>
                </c:pt>
                <c:pt idx="3185">
                  <c:v>43017</c:v>
                </c:pt>
                <c:pt idx="3186">
                  <c:v>43016</c:v>
                </c:pt>
                <c:pt idx="3187">
                  <c:v>43015</c:v>
                </c:pt>
                <c:pt idx="3188">
                  <c:v>43014</c:v>
                </c:pt>
                <c:pt idx="3189">
                  <c:v>43013</c:v>
                </c:pt>
                <c:pt idx="3190">
                  <c:v>43012</c:v>
                </c:pt>
                <c:pt idx="3191">
                  <c:v>43011</c:v>
                </c:pt>
                <c:pt idx="3192">
                  <c:v>43010</c:v>
                </c:pt>
                <c:pt idx="3193">
                  <c:v>43009</c:v>
                </c:pt>
                <c:pt idx="3194">
                  <c:v>43008</c:v>
                </c:pt>
                <c:pt idx="3195">
                  <c:v>43007</c:v>
                </c:pt>
                <c:pt idx="3196">
                  <c:v>43006</c:v>
                </c:pt>
                <c:pt idx="3197">
                  <c:v>43005</c:v>
                </c:pt>
                <c:pt idx="3198">
                  <c:v>43004</c:v>
                </c:pt>
                <c:pt idx="3199">
                  <c:v>43003</c:v>
                </c:pt>
                <c:pt idx="3200">
                  <c:v>43002</c:v>
                </c:pt>
                <c:pt idx="3201">
                  <c:v>43001</c:v>
                </c:pt>
                <c:pt idx="3202">
                  <c:v>43000</c:v>
                </c:pt>
                <c:pt idx="3203">
                  <c:v>42999</c:v>
                </c:pt>
                <c:pt idx="3204">
                  <c:v>42998</c:v>
                </c:pt>
                <c:pt idx="3205">
                  <c:v>42997</c:v>
                </c:pt>
                <c:pt idx="3206">
                  <c:v>42996</c:v>
                </c:pt>
                <c:pt idx="3207">
                  <c:v>42995</c:v>
                </c:pt>
                <c:pt idx="3208">
                  <c:v>42994</c:v>
                </c:pt>
                <c:pt idx="3209">
                  <c:v>42993</c:v>
                </c:pt>
                <c:pt idx="3210">
                  <c:v>42992</c:v>
                </c:pt>
                <c:pt idx="3211">
                  <c:v>42991</c:v>
                </c:pt>
                <c:pt idx="3212">
                  <c:v>42990</c:v>
                </c:pt>
                <c:pt idx="3213">
                  <c:v>42989</c:v>
                </c:pt>
                <c:pt idx="3214">
                  <c:v>42988</c:v>
                </c:pt>
                <c:pt idx="3215">
                  <c:v>42987</c:v>
                </c:pt>
                <c:pt idx="3216">
                  <c:v>42986</c:v>
                </c:pt>
                <c:pt idx="3217">
                  <c:v>42985</c:v>
                </c:pt>
                <c:pt idx="3218">
                  <c:v>42984</c:v>
                </c:pt>
                <c:pt idx="3219">
                  <c:v>42983</c:v>
                </c:pt>
                <c:pt idx="3220">
                  <c:v>42982</c:v>
                </c:pt>
                <c:pt idx="3221">
                  <c:v>42981</c:v>
                </c:pt>
                <c:pt idx="3222">
                  <c:v>42980</c:v>
                </c:pt>
                <c:pt idx="3223">
                  <c:v>42979</c:v>
                </c:pt>
                <c:pt idx="3224">
                  <c:v>42978</c:v>
                </c:pt>
                <c:pt idx="3225">
                  <c:v>42977</c:v>
                </c:pt>
                <c:pt idx="3226">
                  <c:v>42976</c:v>
                </c:pt>
                <c:pt idx="3227">
                  <c:v>42975</c:v>
                </c:pt>
                <c:pt idx="3228">
                  <c:v>42974</c:v>
                </c:pt>
                <c:pt idx="3229">
                  <c:v>42973</c:v>
                </c:pt>
                <c:pt idx="3230">
                  <c:v>42972</c:v>
                </c:pt>
                <c:pt idx="3231">
                  <c:v>42971</c:v>
                </c:pt>
                <c:pt idx="3232">
                  <c:v>42970</c:v>
                </c:pt>
                <c:pt idx="3233">
                  <c:v>42969</c:v>
                </c:pt>
                <c:pt idx="3234">
                  <c:v>42968</c:v>
                </c:pt>
                <c:pt idx="3235">
                  <c:v>42967</c:v>
                </c:pt>
                <c:pt idx="3236">
                  <c:v>42966</c:v>
                </c:pt>
                <c:pt idx="3237">
                  <c:v>42965</c:v>
                </c:pt>
                <c:pt idx="3238">
                  <c:v>42964</c:v>
                </c:pt>
                <c:pt idx="3239">
                  <c:v>42963</c:v>
                </c:pt>
                <c:pt idx="3240">
                  <c:v>42962</c:v>
                </c:pt>
                <c:pt idx="3241">
                  <c:v>42961</c:v>
                </c:pt>
                <c:pt idx="3242">
                  <c:v>42960</c:v>
                </c:pt>
                <c:pt idx="3243">
                  <c:v>42959</c:v>
                </c:pt>
                <c:pt idx="3244">
                  <c:v>42958</c:v>
                </c:pt>
                <c:pt idx="3245">
                  <c:v>42957</c:v>
                </c:pt>
                <c:pt idx="3246">
                  <c:v>42956</c:v>
                </c:pt>
                <c:pt idx="3247">
                  <c:v>42955</c:v>
                </c:pt>
                <c:pt idx="3248">
                  <c:v>42954</c:v>
                </c:pt>
                <c:pt idx="3249">
                  <c:v>42953</c:v>
                </c:pt>
                <c:pt idx="3250">
                  <c:v>42952</c:v>
                </c:pt>
                <c:pt idx="3251">
                  <c:v>42951</c:v>
                </c:pt>
                <c:pt idx="3252">
                  <c:v>42950</c:v>
                </c:pt>
                <c:pt idx="3253">
                  <c:v>42949</c:v>
                </c:pt>
                <c:pt idx="3254">
                  <c:v>42948</c:v>
                </c:pt>
                <c:pt idx="3255">
                  <c:v>42947</c:v>
                </c:pt>
                <c:pt idx="3256">
                  <c:v>42946</c:v>
                </c:pt>
                <c:pt idx="3257">
                  <c:v>42945</c:v>
                </c:pt>
                <c:pt idx="3258">
                  <c:v>42944</c:v>
                </c:pt>
                <c:pt idx="3259">
                  <c:v>42943</c:v>
                </c:pt>
                <c:pt idx="3260">
                  <c:v>42942</c:v>
                </c:pt>
                <c:pt idx="3261">
                  <c:v>42941</c:v>
                </c:pt>
                <c:pt idx="3262">
                  <c:v>42940</c:v>
                </c:pt>
                <c:pt idx="3263">
                  <c:v>42939</c:v>
                </c:pt>
                <c:pt idx="3264">
                  <c:v>42938</c:v>
                </c:pt>
                <c:pt idx="3265">
                  <c:v>42937</c:v>
                </c:pt>
                <c:pt idx="3266">
                  <c:v>42936</c:v>
                </c:pt>
                <c:pt idx="3267">
                  <c:v>42935</c:v>
                </c:pt>
                <c:pt idx="3268">
                  <c:v>42934</c:v>
                </c:pt>
                <c:pt idx="3269">
                  <c:v>42933</c:v>
                </c:pt>
                <c:pt idx="3270">
                  <c:v>42932</c:v>
                </c:pt>
                <c:pt idx="3271">
                  <c:v>42931</c:v>
                </c:pt>
                <c:pt idx="3272">
                  <c:v>42930</c:v>
                </c:pt>
                <c:pt idx="3273">
                  <c:v>42929</c:v>
                </c:pt>
                <c:pt idx="3274">
                  <c:v>42928</c:v>
                </c:pt>
                <c:pt idx="3275">
                  <c:v>42927</c:v>
                </c:pt>
                <c:pt idx="3276">
                  <c:v>42926</c:v>
                </c:pt>
                <c:pt idx="3277">
                  <c:v>42925</c:v>
                </c:pt>
                <c:pt idx="3278">
                  <c:v>42924</c:v>
                </c:pt>
                <c:pt idx="3279">
                  <c:v>42923</c:v>
                </c:pt>
                <c:pt idx="3280">
                  <c:v>42922</c:v>
                </c:pt>
                <c:pt idx="3281">
                  <c:v>42921</c:v>
                </c:pt>
                <c:pt idx="3282">
                  <c:v>42920</c:v>
                </c:pt>
                <c:pt idx="3283">
                  <c:v>42919</c:v>
                </c:pt>
                <c:pt idx="3284">
                  <c:v>42918</c:v>
                </c:pt>
                <c:pt idx="3285">
                  <c:v>42917</c:v>
                </c:pt>
                <c:pt idx="3286">
                  <c:v>42916</c:v>
                </c:pt>
                <c:pt idx="3287">
                  <c:v>42915</c:v>
                </c:pt>
                <c:pt idx="3288">
                  <c:v>42914</c:v>
                </c:pt>
                <c:pt idx="3289">
                  <c:v>42913</c:v>
                </c:pt>
                <c:pt idx="3290">
                  <c:v>42912</c:v>
                </c:pt>
                <c:pt idx="3291">
                  <c:v>42911</c:v>
                </c:pt>
                <c:pt idx="3292">
                  <c:v>42910</c:v>
                </c:pt>
                <c:pt idx="3293">
                  <c:v>42909</c:v>
                </c:pt>
                <c:pt idx="3294">
                  <c:v>42908</c:v>
                </c:pt>
                <c:pt idx="3295">
                  <c:v>42907</c:v>
                </c:pt>
                <c:pt idx="3296">
                  <c:v>42906</c:v>
                </c:pt>
                <c:pt idx="3297">
                  <c:v>42905</c:v>
                </c:pt>
                <c:pt idx="3298">
                  <c:v>42904</c:v>
                </c:pt>
                <c:pt idx="3299">
                  <c:v>42903</c:v>
                </c:pt>
                <c:pt idx="3300">
                  <c:v>42902</c:v>
                </c:pt>
                <c:pt idx="3301">
                  <c:v>42901</c:v>
                </c:pt>
                <c:pt idx="3302">
                  <c:v>42900</c:v>
                </c:pt>
                <c:pt idx="3303">
                  <c:v>42899</c:v>
                </c:pt>
                <c:pt idx="3304">
                  <c:v>42898</c:v>
                </c:pt>
                <c:pt idx="3305">
                  <c:v>42897</c:v>
                </c:pt>
                <c:pt idx="3306">
                  <c:v>42896</c:v>
                </c:pt>
                <c:pt idx="3307">
                  <c:v>42895</c:v>
                </c:pt>
                <c:pt idx="3308">
                  <c:v>42894</c:v>
                </c:pt>
                <c:pt idx="3309">
                  <c:v>42893</c:v>
                </c:pt>
                <c:pt idx="3310">
                  <c:v>42892</c:v>
                </c:pt>
                <c:pt idx="3311">
                  <c:v>42891</c:v>
                </c:pt>
                <c:pt idx="3312">
                  <c:v>42890</c:v>
                </c:pt>
                <c:pt idx="3313">
                  <c:v>42889</c:v>
                </c:pt>
                <c:pt idx="3314">
                  <c:v>42888</c:v>
                </c:pt>
                <c:pt idx="3315">
                  <c:v>42887</c:v>
                </c:pt>
                <c:pt idx="3316">
                  <c:v>42886</c:v>
                </c:pt>
                <c:pt idx="3317">
                  <c:v>42885</c:v>
                </c:pt>
                <c:pt idx="3318">
                  <c:v>42884</c:v>
                </c:pt>
                <c:pt idx="3319">
                  <c:v>42883</c:v>
                </c:pt>
                <c:pt idx="3320">
                  <c:v>42882</c:v>
                </c:pt>
                <c:pt idx="3321">
                  <c:v>42881</c:v>
                </c:pt>
                <c:pt idx="3322">
                  <c:v>42880</c:v>
                </c:pt>
                <c:pt idx="3323">
                  <c:v>42879</c:v>
                </c:pt>
                <c:pt idx="3324">
                  <c:v>42878</c:v>
                </c:pt>
                <c:pt idx="3325">
                  <c:v>42877</c:v>
                </c:pt>
                <c:pt idx="3326">
                  <c:v>42876</c:v>
                </c:pt>
                <c:pt idx="3327">
                  <c:v>42875</c:v>
                </c:pt>
                <c:pt idx="3328">
                  <c:v>42874</c:v>
                </c:pt>
                <c:pt idx="3329">
                  <c:v>42873</c:v>
                </c:pt>
                <c:pt idx="3330">
                  <c:v>42872</c:v>
                </c:pt>
                <c:pt idx="3331">
                  <c:v>42871</c:v>
                </c:pt>
                <c:pt idx="3332">
                  <c:v>42870</c:v>
                </c:pt>
                <c:pt idx="3333">
                  <c:v>42869</c:v>
                </c:pt>
                <c:pt idx="3334">
                  <c:v>42868</c:v>
                </c:pt>
                <c:pt idx="3335">
                  <c:v>42867</c:v>
                </c:pt>
                <c:pt idx="3336">
                  <c:v>42866</c:v>
                </c:pt>
                <c:pt idx="3337">
                  <c:v>42865</c:v>
                </c:pt>
                <c:pt idx="3338">
                  <c:v>42864</c:v>
                </c:pt>
                <c:pt idx="3339">
                  <c:v>42863</c:v>
                </c:pt>
                <c:pt idx="3340">
                  <c:v>42862</c:v>
                </c:pt>
                <c:pt idx="3341">
                  <c:v>42861</c:v>
                </c:pt>
                <c:pt idx="3342">
                  <c:v>42860</c:v>
                </c:pt>
                <c:pt idx="3343">
                  <c:v>42859</c:v>
                </c:pt>
                <c:pt idx="3344">
                  <c:v>42858</c:v>
                </c:pt>
                <c:pt idx="3345">
                  <c:v>42857</c:v>
                </c:pt>
                <c:pt idx="3346">
                  <c:v>42856</c:v>
                </c:pt>
                <c:pt idx="3347">
                  <c:v>42855</c:v>
                </c:pt>
                <c:pt idx="3348">
                  <c:v>42854</c:v>
                </c:pt>
                <c:pt idx="3349">
                  <c:v>42853</c:v>
                </c:pt>
                <c:pt idx="3350">
                  <c:v>42852</c:v>
                </c:pt>
                <c:pt idx="3351">
                  <c:v>42851</c:v>
                </c:pt>
                <c:pt idx="3352">
                  <c:v>42850</c:v>
                </c:pt>
                <c:pt idx="3353">
                  <c:v>42849</c:v>
                </c:pt>
                <c:pt idx="3354">
                  <c:v>42848</c:v>
                </c:pt>
                <c:pt idx="3355">
                  <c:v>42847</c:v>
                </c:pt>
                <c:pt idx="3356">
                  <c:v>42846</c:v>
                </c:pt>
                <c:pt idx="3357">
                  <c:v>42845</c:v>
                </c:pt>
                <c:pt idx="3358">
                  <c:v>42844</c:v>
                </c:pt>
                <c:pt idx="3359">
                  <c:v>42843</c:v>
                </c:pt>
                <c:pt idx="3360">
                  <c:v>42842</c:v>
                </c:pt>
                <c:pt idx="3361">
                  <c:v>42841</c:v>
                </c:pt>
                <c:pt idx="3362">
                  <c:v>42840</c:v>
                </c:pt>
                <c:pt idx="3363">
                  <c:v>42839</c:v>
                </c:pt>
                <c:pt idx="3364">
                  <c:v>42838</c:v>
                </c:pt>
                <c:pt idx="3365">
                  <c:v>42837</c:v>
                </c:pt>
                <c:pt idx="3366">
                  <c:v>42836</c:v>
                </c:pt>
                <c:pt idx="3367">
                  <c:v>42835</c:v>
                </c:pt>
                <c:pt idx="3368">
                  <c:v>42834</c:v>
                </c:pt>
                <c:pt idx="3369">
                  <c:v>42833</c:v>
                </c:pt>
                <c:pt idx="3370">
                  <c:v>42832</c:v>
                </c:pt>
                <c:pt idx="3371">
                  <c:v>42831</c:v>
                </c:pt>
                <c:pt idx="3372">
                  <c:v>42830</c:v>
                </c:pt>
                <c:pt idx="3373">
                  <c:v>42829</c:v>
                </c:pt>
                <c:pt idx="3374">
                  <c:v>42828</c:v>
                </c:pt>
                <c:pt idx="3375">
                  <c:v>42827</c:v>
                </c:pt>
                <c:pt idx="3376">
                  <c:v>42826</c:v>
                </c:pt>
                <c:pt idx="3377">
                  <c:v>42825</c:v>
                </c:pt>
                <c:pt idx="3378">
                  <c:v>42824</c:v>
                </c:pt>
                <c:pt idx="3379">
                  <c:v>42823</c:v>
                </c:pt>
                <c:pt idx="3380">
                  <c:v>42822</c:v>
                </c:pt>
                <c:pt idx="3381">
                  <c:v>42821</c:v>
                </c:pt>
                <c:pt idx="3382">
                  <c:v>42820</c:v>
                </c:pt>
                <c:pt idx="3383">
                  <c:v>42819</c:v>
                </c:pt>
                <c:pt idx="3384">
                  <c:v>42818</c:v>
                </c:pt>
                <c:pt idx="3385">
                  <c:v>42817</c:v>
                </c:pt>
                <c:pt idx="3386">
                  <c:v>42816</c:v>
                </c:pt>
                <c:pt idx="3387">
                  <c:v>42815</c:v>
                </c:pt>
                <c:pt idx="3388">
                  <c:v>42814</c:v>
                </c:pt>
                <c:pt idx="3389">
                  <c:v>42813</c:v>
                </c:pt>
                <c:pt idx="3390">
                  <c:v>42812</c:v>
                </c:pt>
                <c:pt idx="3391">
                  <c:v>42811</c:v>
                </c:pt>
                <c:pt idx="3392">
                  <c:v>42810</c:v>
                </c:pt>
                <c:pt idx="3393">
                  <c:v>42809</c:v>
                </c:pt>
                <c:pt idx="3394">
                  <c:v>42808</c:v>
                </c:pt>
                <c:pt idx="3395">
                  <c:v>42807</c:v>
                </c:pt>
                <c:pt idx="3396">
                  <c:v>42806</c:v>
                </c:pt>
                <c:pt idx="3397">
                  <c:v>42805</c:v>
                </c:pt>
                <c:pt idx="3398">
                  <c:v>42804</c:v>
                </c:pt>
                <c:pt idx="3399">
                  <c:v>42803</c:v>
                </c:pt>
                <c:pt idx="3400">
                  <c:v>42802</c:v>
                </c:pt>
                <c:pt idx="3401">
                  <c:v>42801</c:v>
                </c:pt>
                <c:pt idx="3402">
                  <c:v>42800</c:v>
                </c:pt>
                <c:pt idx="3403">
                  <c:v>42799</c:v>
                </c:pt>
                <c:pt idx="3404">
                  <c:v>42798</c:v>
                </c:pt>
                <c:pt idx="3405">
                  <c:v>42797</c:v>
                </c:pt>
                <c:pt idx="3406">
                  <c:v>42796</c:v>
                </c:pt>
                <c:pt idx="3407">
                  <c:v>42795</c:v>
                </c:pt>
                <c:pt idx="3408">
                  <c:v>42794</c:v>
                </c:pt>
                <c:pt idx="3409">
                  <c:v>42793</c:v>
                </c:pt>
                <c:pt idx="3410">
                  <c:v>42792</c:v>
                </c:pt>
                <c:pt idx="3411">
                  <c:v>42791</c:v>
                </c:pt>
                <c:pt idx="3412">
                  <c:v>42790</c:v>
                </c:pt>
                <c:pt idx="3413">
                  <c:v>42789</c:v>
                </c:pt>
                <c:pt idx="3414">
                  <c:v>42788</c:v>
                </c:pt>
                <c:pt idx="3415">
                  <c:v>42787</c:v>
                </c:pt>
                <c:pt idx="3416">
                  <c:v>42786</c:v>
                </c:pt>
                <c:pt idx="3417">
                  <c:v>42785</c:v>
                </c:pt>
                <c:pt idx="3418">
                  <c:v>42784</c:v>
                </c:pt>
                <c:pt idx="3419">
                  <c:v>42783</c:v>
                </c:pt>
                <c:pt idx="3420">
                  <c:v>42782</c:v>
                </c:pt>
                <c:pt idx="3421">
                  <c:v>42781</c:v>
                </c:pt>
                <c:pt idx="3422">
                  <c:v>42780</c:v>
                </c:pt>
                <c:pt idx="3423">
                  <c:v>42779</c:v>
                </c:pt>
                <c:pt idx="3424">
                  <c:v>42778</c:v>
                </c:pt>
                <c:pt idx="3425">
                  <c:v>42777</c:v>
                </c:pt>
                <c:pt idx="3426">
                  <c:v>42776</c:v>
                </c:pt>
                <c:pt idx="3427">
                  <c:v>42775</c:v>
                </c:pt>
                <c:pt idx="3428">
                  <c:v>42774</c:v>
                </c:pt>
                <c:pt idx="3429">
                  <c:v>42773</c:v>
                </c:pt>
                <c:pt idx="3430">
                  <c:v>42772</c:v>
                </c:pt>
                <c:pt idx="3431">
                  <c:v>42771</c:v>
                </c:pt>
                <c:pt idx="3432">
                  <c:v>42770</c:v>
                </c:pt>
                <c:pt idx="3433">
                  <c:v>42769</c:v>
                </c:pt>
                <c:pt idx="3434">
                  <c:v>42768</c:v>
                </c:pt>
                <c:pt idx="3435">
                  <c:v>42767</c:v>
                </c:pt>
                <c:pt idx="3436">
                  <c:v>42766</c:v>
                </c:pt>
                <c:pt idx="3437">
                  <c:v>42765</c:v>
                </c:pt>
                <c:pt idx="3438">
                  <c:v>42764</c:v>
                </c:pt>
                <c:pt idx="3439">
                  <c:v>42763</c:v>
                </c:pt>
                <c:pt idx="3440">
                  <c:v>42762</c:v>
                </c:pt>
                <c:pt idx="3441">
                  <c:v>42761</c:v>
                </c:pt>
                <c:pt idx="3442">
                  <c:v>42760</c:v>
                </c:pt>
                <c:pt idx="3443">
                  <c:v>42759</c:v>
                </c:pt>
                <c:pt idx="3444">
                  <c:v>42758</c:v>
                </c:pt>
                <c:pt idx="3445">
                  <c:v>42757</c:v>
                </c:pt>
                <c:pt idx="3446">
                  <c:v>42756</c:v>
                </c:pt>
                <c:pt idx="3447">
                  <c:v>42755</c:v>
                </c:pt>
                <c:pt idx="3448">
                  <c:v>42754</c:v>
                </c:pt>
                <c:pt idx="3449">
                  <c:v>42753</c:v>
                </c:pt>
                <c:pt idx="3450">
                  <c:v>42752</c:v>
                </c:pt>
                <c:pt idx="3451">
                  <c:v>42751</c:v>
                </c:pt>
                <c:pt idx="3452">
                  <c:v>42750</c:v>
                </c:pt>
                <c:pt idx="3453">
                  <c:v>42749</c:v>
                </c:pt>
                <c:pt idx="3454">
                  <c:v>42748</c:v>
                </c:pt>
                <c:pt idx="3455">
                  <c:v>42747</c:v>
                </c:pt>
                <c:pt idx="3456">
                  <c:v>42746</c:v>
                </c:pt>
                <c:pt idx="3457">
                  <c:v>42745</c:v>
                </c:pt>
                <c:pt idx="3458">
                  <c:v>42744</c:v>
                </c:pt>
                <c:pt idx="3459">
                  <c:v>42743</c:v>
                </c:pt>
                <c:pt idx="3460">
                  <c:v>42742</c:v>
                </c:pt>
                <c:pt idx="3461">
                  <c:v>42741</c:v>
                </c:pt>
                <c:pt idx="3462">
                  <c:v>42740</c:v>
                </c:pt>
                <c:pt idx="3463">
                  <c:v>42739</c:v>
                </c:pt>
                <c:pt idx="3464">
                  <c:v>42738</c:v>
                </c:pt>
                <c:pt idx="3465">
                  <c:v>42737</c:v>
                </c:pt>
                <c:pt idx="3466">
                  <c:v>42736</c:v>
                </c:pt>
                <c:pt idx="3467">
                  <c:v>42735</c:v>
                </c:pt>
                <c:pt idx="3468">
                  <c:v>42734</c:v>
                </c:pt>
                <c:pt idx="3469">
                  <c:v>42733</c:v>
                </c:pt>
                <c:pt idx="3470">
                  <c:v>42732</c:v>
                </c:pt>
                <c:pt idx="3471">
                  <c:v>42731</c:v>
                </c:pt>
                <c:pt idx="3472">
                  <c:v>42730</c:v>
                </c:pt>
                <c:pt idx="3473">
                  <c:v>42729</c:v>
                </c:pt>
                <c:pt idx="3474">
                  <c:v>42728</c:v>
                </c:pt>
                <c:pt idx="3475">
                  <c:v>42727</c:v>
                </c:pt>
                <c:pt idx="3476">
                  <c:v>42726</c:v>
                </c:pt>
                <c:pt idx="3477">
                  <c:v>42725</c:v>
                </c:pt>
                <c:pt idx="3478">
                  <c:v>42724</c:v>
                </c:pt>
                <c:pt idx="3479">
                  <c:v>42723</c:v>
                </c:pt>
                <c:pt idx="3480">
                  <c:v>42722</c:v>
                </c:pt>
                <c:pt idx="3481">
                  <c:v>42721</c:v>
                </c:pt>
                <c:pt idx="3482">
                  <c:v>42720</c:v>
                </c:pt>
                <c:pt idx="3483">
                  <c:v>42719</c:v>
                </c:pt>
                <c:pt idx="3484">
                  <c:v>42718</c:v>
                </c:pt>
                <c:pt idx="3485">
                  <c:v>42717</c:v>
                </c:pt>
                <c:pt idx="3486">
                  <c:v>42716</c:v>
                </c:pt>
                <c:pt idx="3487">
                  <c:v>42715</c:v>
                </c:pt>
                <c:pt idx="3488">
                  <c:v>42714</c:v>
                </c:pt>
                <c:pt idx="3489">
                  <c:v>42713</c:v>
                </c:pt>
                <c:pt idx="3490">
                  <c:v>42712</c:v>
                </c:pt>
                <c:pt idx="3491">
                  <c:v>42711</c:v>
                </c:pt>
                <c:pt idx="3492">
                  <c:v>42710</c:v>
                </c:pt>
                <c:pt idx="3493">
                  <c:v>42709</c:v>
                </c:pt>
                <c:pt idx="3494">
                  <c:v>42708</c:v>
                </c:pt>
                <c:pt idx="3495">
                  <c:v>42707</c:v>
                </c:pt>
                <c:pt idx="3496">
                  <c:v>42706</c:v>
                </c:pt>
                <c:pt idx="3497">
                  <c:v>42705</c:v>
                </c:pt>
                <c:pt idx="3498">
                  <c:v>42704</c:v>
                </c:pt>
                <c:pt idx="3499">
                  <c:v>42703</c:v>
                </c:pt>
                <c:pt idx="3500">
                  <c:v>42702</c:v>
                </c:pt>
                <c:pt idx="3501">
                  <c:v>42701</c:v>
                </c:pt>
                <c:pt idx="3502">
                  <c:v>42700</c:v>
                </c:pt>
                <c:pt idx="3503">
                  <c:v>42699</c:v>
                </c:pt>
                <c:pt idx="3504">
                  <c:v>42698</c:v>
                </c:pt>
                <c:pt idx="3505">
                  <c:v>42697</c:v>
                </c:pt>
                <c:pt idx="3506">
                  <c:v>42696</c:v>
                </c:pt>
                <c:pt idx="3507">
                  <c:v>42695</c:v>
                </c:pt>
                <c:pt idx="3508">
                  <c:v>42694</c:v>
                </c:pt>
                <c:pt idx="3509">
                  <c:v>42693</c:v>
                </c:pt>
                <c:pt idx="3510">
                  <c:v>42692</c:v>
                </c:pt>
                <c:pt idx="3511">
                  <c:v>42691</c:v>
                </c:pt>
                <c:pt idx="3512">
                  <c:v>42690</c:v>
                </c:pt>
                <c:pt idx="3513">
                  <c:v>42689</c:v>
                </c:pt>
                <c:pt idx="3514">
                  <c:v>42688</c:v>
                </c:pt>
                <c:pt idx="3515">
                  <c:v>42687</c:v>
                </c:pt>
                <c:pt idx="3516">
                  <c:v>42686</c:v>
                </c:pt>
                <c:pt idx="3517">
                  <c:v>42685</c:v>
                </c:pt>
                <c:pt idx="3518">
                  <c:v>42684</c:v>
                </c:pt>
                <c:pt idx="3519">
                  <c:v>42683</c:v>
                </c:pt>
                <c:pt idx="3520">
                  <c:v>42682</c:v>
                </c:pt>
                <c:pt idx="3521">
                  <c:v>42681</c:v>
                </c:pt>
                <c:pt idx="3522">
                  <c:v>42680</c:v>
                </c:pt>
                <c:pt idx="3523">
                  <c:v>42679</c:v>
                </c:pt>
                <c:pt idx="3524">
                  <c:v>42678</c:v>
                </c:pt>
                <c:pt idx="3525">
                  <c:v>42677</c:v>
                </c:pt>
                <c:pt idx="3526">
                  <c:v>42676</c:v>
                </c:pt>
                <c:pt idx="3527">
                  <c:v>42675</c:v>
                </c:pt>
                <c:pt idx="3528">
                  <c:v>42674</c:v>
                </c:pt>
                <c:pt idx="3529">
                  <c:v>42673</c:v>
                </c:pt>
                <c:pt idx="3530">
                  <c:v>42672</c:v>
                </c:pt>
                <c:pt idx="3531">
                  <c:v>42671</c:v>
                </c:pt>
                <c:pt idx="3532">
                  <c:v>42670</c:v>
                </c:pt>
                <c:pt idx="3533">
                  <c:v>42669</c:v>
                </c:pt>
                <c:pt idx="3534">
                  <c:v>42668</c:v>
                </c:pt>
                <c:pt idx="3535">
                  <c:v>42667</c:v>
                </c:pt>
                <c:pt idx="3536">
                  <c:v>42666</c:v>
                </c:pt>
                <c:pt idx="3537">
                  <c:v>42665</c:v>
                </c:pt>
                <c:pt idx="3538">
                  <c:v>42664</c:v>
                </c:pt>
                <c:pt idx="3539">
                  <c:v>42663</c:v>
                </c:pt>
                <c:pt idx="3540">
                  <c:v>42662</c:v>
                </c:pt>
                <c:pt idx="3541">
                  <c:v>42661</c:v>
                </c:pt>
                <c:pt idx="3542">
                  <c:v>42660</c:v>
                </c:pt>
                <c:pt idx="3543">
                  <c:v>42659</c:v>
                </c:pt>
                <c:pt idx="3544">
                  <c:v>42658</c:v>
                </c:pt>
                <c:pt idx="3545">
                  <c:v>42657</c:v>
                </c:pt>
                <c:pt idx="3546">
                  <c:v>42656</c:v>
                </c:pt>
                <c:pt idx="3547">
                  <c:v>42655</c:v>
                </c:pt>
                <c:pt idx="3548">
                  <c:v>42654</c:v>
                </c:pt>
                <c:pt idx="3549">
                  <c:v>42653</c:v>
                </c:pt>
                <c:pt idx="3550">
                  <c:v>42652</c:v>
                </c:pt>
                <c:pt idx="3551">
                  <c:v>42651</c:v>
                </c:pt>
                <c:pt idx="3552">
                  <c:v>42650</c:v>
                </c:pt>
                <c:pt idx="3553">
                  <c:v>42649</c:v>
                </c:pt>
                <c:pt idx="3554">
                  <c:v>42648</c:v>
                </c:pt>
                <c:pt idx="3555">
                  <c:v>42647</c:v>
                </c:pt>
                <c:pt idx="3556">
                  <c:v>42646</c:v>
                </c:pt>
                <c:pt idx="3557">
                  <c:v>42645</c:v>
                </c:pt>
                <c:pt idx="3558">
                  <c:v>42644</c:v>
                </c:pt>
                <c:pt idx="3559">
                  <c:v>42643</c:v>
                </c:pt>
                <c:pt idx="3560">
                  <c:v>42642</c:v>
                </c:pt>
                <c:pt idx="3561">
                  <c:v>42641</c:v>
                </c:pt>
                <c:pt idx="3562">
                  <c:v>42640</c:v>
                </c:pt>
                <c:pt idx="3563">
                  <c:v>42639</c:v>
                </c:pt>
                <c:pt idx="3564">
                  <c:v>42638</c:v>
                </c:pt>
                <c:pt idx="3565">
                  <c:v>42637</c:v>
                </c:pt>
                <c:pt idx="3566">
                  <c:v>42636</c:v>
                </c:pt>
                <c:pt idx="3567">
                  <c:v>42635</c:v>
                </c:pt>
                <c:pt idx="3568">
                  <c:v>42634</c:v>
                </c:pt>
                <c:pt idx="3569">
                  <c:v>42633</c:v>
                </c:pt>
                <c:pt idx="3570">
                  <c:v>42632</c:v>
                </c:pt>
                <c:pt idx="3571">
                  <c:v>42631</c:v>
                </c:pt>
                <c:pt idx="3572">
                  <c:v>42630</c:v>
                </c:pt>
                <c:pt idx="3573">
                  <c:v>42629</c:v>
                </c:pt>
                <c:pt idx="3574">
                  <c:v>42628</c:v>
                </c:pt>
                <c:pt idx="3575">
                  <c:v>42627</c:v>
                </c:pt>
                <c:pt idx="3576">
                  <c:v>42626</c:v>
                </c:pt>
                <c:pt idx="3577">
                  <c:v>42625</c:v>
                </c:pt>
                <c:pt idx="3578">
                  <c:v>42624</c:v>
                </c:pt>
                <c:pt idx="3579">
                  <c:v>42623</c:v>
                </c:pt>
                <c:pt idx="3580">
                  <c:v>42622</c:v>
                </c:pt>
                <c:pt idx="3581">
                  <c:v>42621</c:v>
                </c:pt>
                <c:pt idx="3582">
                  <c:v>42620</c:v>
                </c:pt>
                <c:pt idx="3583">
                  <c:v>42619</c:v>
                </c:pt>
                <c:pt idx="3584">
                  <c:v>42618</c:v>
                </c:pt>
                <c:pt idx="3585">
                  <c:v>42617</c:v>
                </c:pt>
                <c:pt idx="3586">
                  <c:v>42616</c:v>
                </c:pt>
                <c:pt idx="3587">
                  <c:v>42615</c:v>
                </c:pt>
                <c:pt idx="3588">
                  <c:v>42614</c:v>
                </c:pt>
                <c:pt idx="3589">
                  <c:v>42613</c:v>
                </c:pt>
                <c:pt idx="3590">
                  <c:v>42612</c:v>
                </c:pt>
                <c:pt idx="3591">
                  <c:v>42611</c:v>
                </c:pt>
                <c:pt idx="3592">
                  <c:v>42610</c:v>
                </c:pt>
                <c:pt idx="3593">
                  <c:v>42609</c:v>
                </c:pt>
                <c:pt idx="3594">
                  <c:v>42608</c:v>
                </c:pt>
                <c:pt idx="3595">
                  <c:v>42607</c:v>
                </c:pt>
                <c:pt idx="3596">
                  <c:v>42606</c:v>
                </c:pt>
                <c:pt idx="3597">
                  <c:v>42605</c:v>
                </c:pt>
                <c:pt idx="3598">
                  <c:v>42604</c:v>
                </c:pt>
                <c:pt idx="3599">
                  <c:v>42603</c:v>
                </c:pt>
                <c:pt idx="3600">
                  <c:v>42602</c:v>
                </c:pt>
                <c:pt idx="3601">
                  <c:v>42601</c:v>
                </c:pt>
                <c:pt idx="3602">
                  <c:v>42600</c:v>
                </c:pt>
                <c:pt idx="3603">
                  <c:v>42599</c:v>
                </c:pt>
                <c:pt idx="3604">
                  <c:v>42598</c:v>
                </c:pt>
                <c:pt idx="3605">
                  <c:v>42597</c:v>
                </c:pt>
                <c:pt idx="3606">
                  <c:v>42596</c:v>
                </c:pt>
                <c:pt idx="3607">
                  <c:v>42595</c:v>
                </c:pt>
                <c:pt idx="3608">
                  <c:v>42594</c:v>
                </c:pt>
                <c:pt idx="3609">
                  <c:v>42593</c:v>
                </c:pt>
                <c:pt idx="3610">
                  <c:v>42592</c:v>
                </c:pt>
                <c:pt idx="3611">
                  <c:v>42591</c:v>
                </c:pt>
                <c:pt idx="3612">
                  <c:v>42590</c:v>
                </c:pt>
                <c:pt idx="3613">
                  <c:v>42589</c:v>
                </c:pt>
                <c:pt idx="3614">
                  <c:v>42588</c:v>
                </c:pt>
                <c:pt idx="3615">
                  <c:v>42587</c:v>
                </c:pt>
                <c:pt idx="3616">
                  <c:v>42586</c:v>
                </c:pt>
                <c:pt idx="3617">
                  <c:v>42585</c:v>
                </c:pt>
                <c:pt idx="3618">
                  <c:v>42584</c:v>
                </c:pt>
                <c:pt idx="3619">
                  <c:v>42583</c:v>
                </c:pt>
                <c:pt idx="3620">
                  <c:v>42582</c:v>
                </c:pt>
                <c:pt idx="3621">
                  <c:v>42581</c:v>
                </c:pt>
                <c:pt idx="3622">
                  <c:v>42580</c:v>
                </c:pt>
                <c:pt idx="3623">
                  <c:v>42579</c:v>
                </c:pt>
                <c:pt idx="3624">
                  <c:v>42578</c:v>
                </c:pt>
                <c:pt idx="3625">
                  <c:v>42577</c:v>
                </c:pt>
                <c:pt idx="3626">
                  <c:v>42576</c:v>
                </c:pt>
                <c:pt idx="3627">
                  <c:v>42575</c:v>
                </c:pt>
                <c:pt idx="3628">
                  <c:v>42574</c:v>
                </c:pt>
                <c:pt idx="3629">
                  <c:v>42573</c:v>
                </c:pt>
                <c:pt idx="3630">
                  <c:v>42572</c:v>
                </c:pt>
                <c:pt idx="3631">
                  <c:v>42571</c:v>
                </c:pt>
                <c:pt idx="3632">
                  <c:v>42570</c:v>
                </c:pt>
                <c:pt idx="3633">
                  <c:v>42569</c:v>
                </c:pt>
                <c:pt idx="3634">
                  <c:v>42568</c:v>
                </c:pt>
                <c:pt idx="3635">
                  <c:v>42567</c:v>
                </c:pt>
                <c:pt idx="3636">
                  <c:v>42566</c:v>
                </c:pt>
                <c:pt idx="3637">
                  <c:v>42565</c:v>
                </c:pt>
                <c:pt idx="3638">
                  <c:v>42564</c:v>
                </c:pt>
                <c:pt idx="3639">
                  <c:v>42563</c:v>
                </c:pt>
                <c:pt idx="3640">
                  <c:v>42562</c:v>
                </c:pt>
                <c:pt idx="3641">
                  <c:v>42561</c:v>
                </c:pt>
                <c:pt idx="3642">
                  <c:v>42560</c:v>
                </c:pt>
                <c:pt idx="3643">
                  <c:v>42559</c:v>
                </c:pt>
                <c:pt idx="3644">
                  <c:v>42558</c:v>
                </c:pt>
                <c:pt idx="3645">
                  <c:v>42557</c:v>
                </c:pt>
                <c:pt idx="3646">
                  <c:v>42556</c:v>
                </c:pt>
                <c:pt idx="3647">
                  <c:v>42555</c:v>
                </c:pt>
                <c:pt idx="3648">
                  <c:v>42554</c:v>
                </c:pt>
                <c:pt idx="3649">
                  <c:v>42553</c:v>
                </c:pt>
                <c:pt idx="3650">
                  <c:v>42552</c:v>
                </c:pt>
                <c:pt idx="3651">
                  <c:v>42551</c:v>
                </c:pt>
                <c:pt idx="3652">
                  <c:v>42550</c:v>
                </c:pt>
                <c:pt idx="3653">
                  <c:v>42549</c:v>
                </c:pt>
                <c:pt idx="3654">
                  <c:v>42548</c:v>
                </c:pt>
                <c:pt idx="3655">
                  <c:v>42547</c:v>
                </c:pt>
                <c:pt idx="3656">
                  <c:v>42546</c:v>
                </c:pt>
                <c:pt idx="3657">
                  <c:v>42545</c:v>
                </c:pt>
                <c:pt idx="3658">
                  <c:v>42544</c:v>
                </c:pt>
                <c:pt idx="3659">
                  <c:v>42543</c:v>
                </c:pt>
                <c:pt idx="3660">
                  <c:v>42542</c:v>
                </c:pt>
                <c:pt idx="3661">
                  <c:v>42541</c:v>
                </c:pt>
                <c:pt idx="3662">
                  <c:v>42540</c:v>
                </c:pt>
                <c:pt idx="3663">
                  <c:v>42539</c:v>
                </c:pt>
                <c:pt idx="3664">
                  <c:v>42538</c:v>
                </c:pt>
                <c:pt idx="3665">
                  <c:v>42537</c:v>
                </c:pt>
                <c:pt idx="3666">
                  <c:v>42536</c:v>
                </c:pt>
                <c:pt idx="3667">
                  <c:v>42535</c:v>
                </c:pt>
                <c:pt idx="3668">
                  <c:v>42534</c:v>
                </c:pt>
                <c:pt idx="3669">
                  <c:v>42533</c:v>
                </c:pt>
                <c:pt idx="3670">
                  <c:v>42532</c:v>
                </c:pt>
                <c:pt idx="3671">
                  <c:v>42531</c:v>
                </c:pt>
                <c:pt idx="3672">
                  <c:v>42530</c:v>
                </c:pt>
                <c:pt idx="3673">
                  <c:v>42529</c:v>
                </c:pt>
                <c:pt idx="3674">
                  <c:v>42528</c:v>
                </c:pt>
                <c:pt idx="3675">
                  <c:v>42527</c:v>
                </c:pt>
                <c:pt idx="3676">
                  <c:v>42526</c:v>
                </c:pt>
                <c:pt idx="3677">
                  <c:v>42525</c:v>
                </c:pt>
                <c:pt idx="3678">
                  <c:v>42524</c:v>
                </c:pt>
                <c:pt idx="3679">
                  <c:v>42523</c:v>
                </c:pt>
                <c:pt idx="3680">
                  <c:v>42522</c:v>
                </c:pt>
                <c:pt idx="3681">
                  <c:v>42521</c:v>
                </c:pt>
                <c:pt idx="3682">
                  <c:v>42520</c:v>
                </c:pt>
                <c:pt idx="3683">
                  <c:v>42519</c:v>
                </c:pt>
                <c:pt idx="3684">
                  <c:v>42518</c:v>
                </c:pt>
                <c:pt idx="3685">
                  <c:v>42517</c:v>
                </c:pt>
                <c:pt idx="3686">
                  <c:v>42516</c:v>
                </c:pt>
                <c:pt idx="3687">
                  <c:v>42515</c:v>
                </c:pt>
                <c:pt idx="3688">
                  <c:v>42514</c:v>
                </c:pt>
                <c:pt idx="3689">
                  <c:v>42513</c:v>
                </c:pt>
                <c:pt idx="3690">
                  <c:v>42512</c:v>
                </c:pt>
                <c:pt idx="3691">
                  <c:v>42511</c:v>
                </c:pt>
                <c:pt idx="3692">
                  <c:v>42510</c:v>
                </c:pt>
                <c:pt idx="3693">
                  <c:v>42509</c:v>
                </c:pt>
                <c:pt idx="3694">
                  <c:v>42508</c:v>
                </c:pt>
                <c:pt idx="3695">
                  <c:v>42507</c:v>
                </c:pt>
                <c:pt idx="3696">
                  <c:v>42506</c:v>
                </c:pt>
                <c:pt idx="3697">
                  <c:v>42505</c:v>
                </c:pt>
                <c:pt idx="3698">
                  <c:v>42504</c:v>
                </c:pt>
                <c:pt idx="3699">
                  <c:v>42503</c:v>
                </c:pt>
                <c:pt idx="3700">
                  <c:v>42502</c:v>
                </c:pt>
                <c:pt idx="3701">
                  <c:v>42501</c:v>
                </c:pt>
                <c:pt idx="3702">
                  <c:v>42500</c:v>
                </c:pt>
                <c:pt idx="3703">
                  <c:v>42499</c:v>
                </c:pt>
                <c:pt idx="3704">
                  <c:v>42498</c:v>
                </c:pt>
                <c:pt idx="3705">
                  <c:v>42497</c:v>
                </c:pt>
                <c:pt idx="3706">
                  <c:v>42496</c:v>
                </c:pt>
                <c:pt idx="3707">
                  <c:v>42495</c:v>
                </c:pt>
                <c:pt idx="3708">
                  <c:v>42494</c:v>
                </c:pt>
                <c:pt idx="3709">
                  <c:v>42493</c:v>
                </c:pt>
                <c:pt idx="3710">
                  <c:v>42492</c:v>
                </c:pt>
                <c:pt idx="3711">
                  <c:v>42491</c:v>
                </c:pt>
                <c:pt idx="3712">
                  <c:v>42490</c:v>
                </c:pt>
                <c:pt idx="3713">
                  <c:v>42489</c:v>
                </c:pt>
                <c:pt idx="3714">
                  <c:v>42488</c:v>
                </c:pt>
                <c:pt idx="3715">
                  <c:v>42487</c:v>
                </c:pt>
                <c:pt idx="3716">
                  <c:v>42486</c:v>
                </c:pt>
                <c:pt idx="3717">
                  <c:v>42485</c:v>
                </c:pt>
                <c:pt idx="3718">
                  <c:v>42484</c:v>
                </c:pt>
                <c:pt idx="3719">
                  <c:v>42483</c:v>
                </c:pt>
                <c:pt idx="3720">
                  <c:v>42482</c:v>
                </c:pt>
                <c:pt idx="3721">
                  <c:v>42481</c:v>
                </c:pt>
                <c:pt idx="3722">
                  <c:v>42480</c:v>
                </c:pt>
                <c:pt idx="3723">
                  <c:v>42479</c:v>
                </c:pt>
                <c:pt idx="3724">
                  <c:v>42478</c:v>
                </c:pt>
                <c:pt idx="3725">
                  <c:v>42477</c:v>
                </c:pt>
                <c:pt idx="3726">
                  <c:v>42476</c:v>
                </c:pt>
                <c:pt idx="3727">
                  <c:v>42475</c:v>
                </c:pt>
                <c:pt idx="3728">
                  <c:v>42474</c:v>
                </c:pt>
                <c:pt idx="3729">
                  <c:v>42473</c:v>
                </c:pt>
                <c:pt idx="3730">
                  <c:v>42472</c:v>
                </c:pt>
                <c:pt idx="3731">
                  <c:v>42471</c:v>
                </c:pt>
                <c:pt idx="3732">
                  <c:v>42470</c:v>
                </c:pt>
                <c:pt idx="3733">
                  <c:v>42469</c:v>
                </c:pt>
                <c:pt idx="3734">
                  <c:v>42468</c:v>
                </c:pt>
                <c:pt idx="3735">
                  <c:v>42467</c:v>
                </c:pt>
                <c:pt idx="3736">
                  <c:v>42466</c:v>
                </c:pt>
                <c:pt idx="3737">
                  <c:v>42465</c:v>
                </c:pt>
                <c:pt idx="3738">
                  <c:v>42464</c:v>
                </c:pt>
                <c:pt idx="3739">
                  <c:v>42463</c:v>
                </c:pt>
                <c:pt idx="3740">
                  <c:v>42462</c:v>
                </c:pt>
                <c:pt idx="3741">
                  <c:v>42461</c:v>
                </c:pt>
                <c:pt idx="3742">
                  <c:v>42460</c:v>
                </c:pt>
                <c:pt idx="3743">
                  <c:v>42459</c:v>
                </c:pt>
                <c:pt idx="3744">
                  <c:v>42458</c:v>
                </c:pt>
                <c:pt idx="3745">
                  <c:v>42457</c:v>
                </c:pt>
                <c:pt idx="3746">
                  <c:v>42456</c:v>
                </c:pt>
                <c:pt idx="3747">
                  <c:v>42455</c:v>
                </c:pt>
                <c:pt idx="3748">
                  <c:v>42454</c:v>
                </c:pt>
                <c:pt idx="3749">
                  <c:v>42453</c:v>
                </c:pt>
                <c:pt idx="3750">
                  <c:v>42452</c:v>
                </c:pt>
                <c:pt idx="3751">
                  <c:v>42451</c:v>
                </c:pt>
                <c:pt idx="3752">
                  <c:v>42450</c:v>
                </c:pt>
                <c:pt idx="3753">
                  <c:v>42449</c:v>
                </c:pt>
                <c:pt idx="3754">
                  <c:v>42448</c:v>
                </c:pt>
                <c:pt idx="3755">
                  <c:v>42447</c:v>
                </c:pt>
                <c:pt idx="3756">
                  <c:v>42446</c:v>
                </c:pt>
                <c:pt idx="3757">
                  <c:v>42445</c:v>
                </c:pt>
                <c:pt idx="3758">
                  <c:v>42444</c:v>
                </c:pt>
                <c:pt idx="3759">
                  <c:v>42443</c:v>
                </c:pt>
                <c:pt idx="3760">
                  <c:v>42442</c:v>
                </c:pt>
                <c:pt idx="3761">
                  <c:v>42441</c:v>
                </c:pt>
                <c:pt idx="3762">
                  <c:v>42440</c:v>
                </c:pt>
                <c:pt idx="3763">
                  <c:v>42439</c:v>
                </c:pt>
                <c:pt idx="3764">
                  <c:v>42438</c:v>
                </c:pt>
                <c:pt idx="3765">
                  <c:v>42437</c:v>
                </c:pt>
                <c:pt idx="3766">
                  <c:v>42436</c:v>
                </c:pt>
                <c:pt idx="3767">
                  <c:v>42435</c:v>
                </c:pt>
                <c:pt idx="3768">
                  <c:v>42434</c:v>
                </c:pt>
                <c:pt idx="3769">
                  <c:v>42433</c:v>
                </c:pt>
                <c:pt idx="3770">
                  <c:v>42432</c:v>
                </c:pt>
                <c:pt idx="3771">
                  <c:v>42431</c:v>
                </c:pt>
                <c:pt idx="3772">
                  <c:v>42430</c:v>
                </c:pt>
                <c:pt idx="3773">
                  <c:v>42429</c:v>
                </c:pt>
                <c:pt idx="3774">
                  <c:v>42428</c:v>
                </c:pt>
                <c:pt idx="3775">
                  <c:v>42427</c:v>
                </c:pt>
                <c:pt idx="3776">
                  <c:v>42426</c:v>
                </c:pt>
                <c:pt idx="3777">
                  <c:v>42425</c:v>
                </c:pt>
                <c:pt idx="3778">
                  <c:v>42424</c:v>
                </c:pt>
                <c:pt idx="3779">
                  <c:v>42423</c:v>
                </c:pt>
                <c:pt idx="3780">
                  <c:v>42422</c:v>
                </c:pt>
                <c:pt idx="3781">
                  <c:v>42421</c:v>
                </c:pt>
                <c:pt idx="3782">
                  <c:v>42420</c:v>
                </c:pt>
                <c:pt idx="3783">
                  <c:v>42419</c:v>
                </c:pt>
                <c:pt idx="3784">
                  <c:v>42418</c:v>
                </c:pt>
                <c:pt idx="3785">
                  <c:v>42417</c:v>
                </c:pt>
                <c:pt idx="3786">
                  <c:v>42416</c:v>
                </c:pt>
                <c:pt idx="3787">
                  <c:v>42415</c:v>
                </c:pt>
                <c:pt idx="3788">
                  <c:v>42414</c:v>
                </c:pt>
                <c:pt idx="3789">
                  <c:v>42413</c:v>
                </c:pt>
                <c:pt idx="3790">
                  <c:v>42412</c:v>
                </c:pt>
                <c:pt idx="3791">
                  <c:v>42411</c:v>
                </c:pt>
                <c:pt idx="3792">
                  <c:v>42410</c:v>
                </c:pt>
                <c:pt idx="3793">
                  <c:v>42409</c:v>
                </c:pt>
                <c:pt idx="3794">
                  <c:v>42408</c:v>
                </c:pt>
                <c:pt idx="3795">
                  <c:v>42407</c:v>
                </c:pt>
                <c:pt idx="3796">
                  <c:v>42406</c:v>
                </c:pt>
                <c:pt idx="3797">
                  <c:v>42405</c:v>
                </c:pt>
                <c:pt idx="3798">
                  <c:v>42404</c:v>
                </c:pt>
                <c:pt idx="3799">
                  <c:v>42403</c:v>
                </c:pt>
                <c:pt idx="3800">
                  <c:v>42402</c:v>
                </c:pt>
                <c:pt idx="3801">
                  <c:v>42401</c:v>
                </c:pt>
                <c:pt idx="3802">
                  <c:v>42400</c:v>
                </c:pt>
                <c:pt idx="3803">
                  <c:v>42399</c:v>
                </c:pt>
                <c:pt idx="3804">
                  <c:v>42398</c:v>
                </c:pt>
                <c:pt idx="3805">
                  <c:v>42397</c:v>
                </c:pt>
                <c:pt idx="3806">
                  <c:v>42396</c:v>
                </c:pt>
                <c:pt idx="3807">
                  <c:v>42395</c:v>
                </c:pt>
                <c:pt idx="3808">
                  <c:v>42394</c:v>
                </c:pt>
                <c:pt idx="3809">
                  <c:v>42393</c:v>
                </c:pt>
                <c:pt idx="3810">
                  <c:v>42392</c:v>
                </c:pt>
                <c:pt idx="3811">
                  <c:v>42391</c:v>
                </c:pt>
                <c:pt idx="3812">
                  <c:v>42390</c:v>
                </c:pt>
                <c:pt idx="3813">
                  <c:v>42389</c:v>
                </c:pt>
                <c:pt idx="3814">
                  <c:v>42388</c:v>
                </c:pt>
                <c:pt idx="3815">
                  <c:v>42387</c:v>
                </c:pt>
                <c:pt idx="3816">
                  <c:v>42386</c:v>
                </c:pt>
                <c:pt idx="3817">
                  <c:v>42385</c:v>
                </c:pt>
                <c:pt idx="3818">
                  <c:v>42384</c:v>
                </c:pt>
                <c:pt idx="3819">
                  <c:v>42383</c:v>
                </c:pt>
                <c:pt idx="3820">
                  <c:v>42382</c:v>
                </c:pt>
                <c:pt idx="3821">
                  <c:v>42381</c:v>
                </c:pt>
                <c:pt idx="3822">
                  <c:v>42380</c:v>
                </c:pt>
                <c:pt idx="3823">
                  <c:v>42379</c:v>
                </c:pt>
                <c:pt idx="3824">
                  <c:v>42378</c:v>
                </c:pt>
                <c:pt idx="3825">
                  <c:v>42377</c:v>
                </c:pt>
                <c:pt idx="3826">
                  <c:v>42376</c:v>
                </c:pt>
                <c:pt idx="3827">
                  <c:v>42375</c:v>
                </c:pt>
                <c:pt idx="3828">
                  <c:v>42374</c:v>
                </c:pt>
                <c:pt idx="3829">
                  <c:v>42373</c:v>
                </c:pt>
                <c:pt idx="3830">
                  <c:v>42372</c:v>
                </c:pt>
                <c:pt idx="3831">
                  <c:v>42371</c:v>
                </c:pt>
                <c:pt idx="3832">
                  <c:v>42370</c:v>
                </c:pt>
                <c:pt idx="3833">
                  <c:v>42369</c:v>
                </c:pt>
                <c:pt idx="3834">
                  <c:v>42368</c:v>
                </c:pt>
                <c:pt idx="3835">
                  <c:v>42367</c:v>
                </c:pt>
                <c:pt idx="3836">
                  <c:v>42366</c:v>
                </c:pt>
                <c:pt idx="3837">
                  <c:v>42365</c:v>
                </c:pt>
                <c:pt idx="3838">
                  <c:v>42364</c:v>
                </c:pt>
                <c:pt idx="3839">
                  <c:v>42363</c:v>
                </c:pt>
                <c:pt idx="3840">
                  <c:v>42362</c:v>
                </c:pt>
                <c:pt idx="3841">
                  <c:v>42361</c:v>
                </c:pt>
                <c:pt idx="3842">
                  <c:v>42360</c:v>
                </c:pt>
                <c:pt idx="3843">
                  <c:v>42359</c:v>
                </c:pt>
                <c:pt idx="3844">
                  <c:v>42358</c:v>
                </c:pt>
                <c:pt idx="3845">
                  <c:v>42357</c:v>
                </c:pt>
                <c:pt idx="3846">
                  <c:v>42356</c:v>
                </c:pt>
                <c:pt idx="3847">
                  <c:v>42355</c:v>
                </c:pt>
                <c:pt idx="3848">
                  <c:v>42354</c:v>
                </c:pt>
                <c:pt idx="3849">
                  <c:v>42353</c:v>
                </c:pt>
                <c:pt idx="3850">
                  <c:v>42352</c:v>
                </c:pt>
                <c:pt idx="3851">
                  <c:v>42351</c:v>
                </c:pt>
                <c:pt idx="3852">
                  <c:v>42350</c:v>
                </c:pt>
                <c:pt idx="3853">
                  <c:v>42349</c:v>
                </c:pt>
                <c:pt idx="3854">
                  <c:v>42348</c:v>
                </c:pt>
                <c:pt idx="3855">
                  <c:v>42347</c:v>
                </c:pt>
                <c:pt idx="3856">
                  <c:v>42346</c:v>
                </c:pt>
                <c:pt idx="3857">
                  <c:v>42345</c:v>
                </c:pt>
                <c:pt idx="3858">
                  <c:v>42344</c:v>
                </c:pt>
                <c:pt idx="3859">
                  <c:v>42343</c:v>
                </c:pt>
                <c:pt idx="3860">
                  <c:v>42342</c:v>
                </c:pt>
                <c:pt idx="3861">
                  <c:v>42341</c:v>
                </c:pt>
                <c:pt idx="3862">
                  <c:v>42340</c:v>
                </c:pt>
                <c:pt idx="3863">
                  <c:v>42339</c:v>
                </c:pt>
                <c:pt idx="3864">
                  <c:v>42338</c:v>
                </c:pt>
                <c:pt idx="3865">
                  <c:v>42337</c:v>
                </c:pt>
                <c:pt idx="3866">
                  <c:v>42336</c:v>
                </c:pt>
                <c:pt idx="3867">
                  <c:v>42335</c:v>
                </c:pt>
                <c:pt idx="3868">
                  <c:v>42334</c:v>
                </c:pt>
                <c:pt idx="3869">
                  <c:v>42333</c:v>
                </c:pt>
                <c:pt idx="3870">
                  <c:v>42332</c:v>
                </c:pt>
                <c:pt idx="3871">
                  <c:v>42331</c:v>
                </c:pt>
                <c:pt idx="3872">
                  <c:v>42330</c:v>
                </c:pt>
                <c:pt idx="3873">
                  <c:v>42329</c:v>
                </c:pt>
                <c:pt idx="3874">
                  <c:v>42328</c:v>
                </c:pt>
                <c:pt idx="3875">
                  <c:v>42327</c:v>
                </c:pt>
                <c:pt idx="3876">
                  <c:v>42326</c:v>
                </c:pt>
                <c:pt idx="3877">
                  <c:v>42325</c:v>
                </c:pt>
                <c:pt idx="3878">
                  <c:v>42324</c:v>
                </c:pt>
                <c:pt idx="3879">
                  <c:v>42323</c:v>
                </c:pt>
                <c:pt idx="3880">
                  <c:v>42322</c:v>
                </c:pt>
                <c:pt idx="3881">
                  <c:v>42321</c:v>
                </c:pt>
                <c:pt idx="3882">
                  <c:v>42320</c:v>
                </c:pt>
                <c:pt idx="3883">
                  <c:v>42319</c:v>
                </c:pt>
                <c:pt idx="3884">
                  <c:v>42318</c:v>
                </c:pt>
                <c:pt idx="3885">
                  <c:v>42317</c:v>
                </c:pt>
                <c:pt idx="3886">
                  <c:v>42316</c:v>
                </c:pt>
                <c:pt idx="3887">
                  <c:v>42315</c:v>
                </c:pt>
                <c:pt idx="3888">
                  <c:v>42314</c:v>
                </c:pt>
                <c:pt idx="3889">
                  <c:v>42313</c:v>
                </c:pt>
                <c:pt idx="3890">
                  <c:v>42312</c:v>
                </c:pt>
                <c:pt idx="3891">
                  <c:v>42311</c:v>
                </c:pt>
                <c:pt idx="3892">
                  <c:v>42310</c:v>
                </c:pt>
                <c:pt idx="3893">
                  <c:v>42309</c:v>
                </c:pt>
                <c:pt idx="3894">
                  <c:v>42308</c:v>
                </c:pt>
                <c:pt idx="3895">
                  <c:v>42307</c:v>
                </c:pt>
                <c:pt idx="3896">
                  <c:v>42306</c:v>
                </c:pt>
                <c:pt idx="3897">
                  <c:v>42305</c:v>
                </c:pt>
                <c:pt idx="3898">
                  <c:v>42304</c:v>
                </c:pt>
                <c:pt idx="3899">
                  <c:v>42303</c:v>
                </c:pt>
                <c:pt idx="3900">
                  <c:v>42302</c:v>
                </c:pt>
                <c:pt idx="3901">
                  <c:v>42301</c:v>
                </c:pt>
                <c:pt idx="3902">
                  <c:v>42300</c:v>
                </c:pt>
                <c:pt idx="3903">
                  <c:v>42299</c:v>
                </c:pt>
                <c:pt idx="3904">
                  <c:v>42298</c:v>
                </c:pt>
                <c:pt idx="3905">
                  <c:v>42297</c:v>
                </c:pt>
                <c:pt idx="3906">
                  <c:v>42296</c:v>
                </c:pt>
                <c:pt idx="3907">
                  <c:v>42295</c:v>
                </c:pt>
                <c:pt idx="3908">
                  <c:v>42294</c:v>
                </c:pt>
                <c:pt idx="3909">
                  <c:v>42293</c:v>
                </c:pt>
                <c:pt idx="3910">
                  <c:v>42292</c:v>
                </c:pt>
                <c:pt idx="3911">
                  <c:v>42291</c:v>
                </c:pt>
                <c:pt idx="3912">
                  <c:v>42290</c:v>
                </c:pt>
                <c:pt idx="3913">
                  <c:v>42289</c:v>
                </c:pt>
                <c:pt idx="3914">
                  <c:v>42288</c:v>
                </c:pt>
                <c:pt idx="3915">
                  <c:v>42287</c:v>
                </c:pt>
                <c:pt idx="3916">
                  <c:v>42286</c:v>
                </c:pt>
                <c:pt idx="3917">
                  <c:v>42285</c:v>
                </c:pt>
                <c:pt idx="3918">
                  <c:v>42284</c:v>
                </c:pt>
                <c:pt idx="3919">
                  <c:v>42283</c:v>
                </c:pt>
                <c:pt idx="3920">
                  <c:v>42282</c:v>
                </c:pt>
                <c:pt idx="3921">
                  <c:v>42281</c:v>
                </c:pt>
                <c:pt idx="3922">
                  <c:v>42280</c:v>
                </c:pt>
                <c:pt idx="3923">
                  <c:v>42279</c:v>
                </c:pt>
                <c:pt idx="3924">
                  <c:v>42278</c:v>
                </c:pt>
                <c:pt idx="3925">
                  <c:v>42277</c:v>
                </c:pt>
                <c:pt idx="3926">
                  <c:v>42276</c:v>
                </c:pt>
                <c:pt idx="3927">
                  <c:v>42275</c:v>
                </c:pt>
                <c:pt idx="3928">
                  <c:v>42274</c:v>
                </c:pt>
                <c:pt idx="3929">
                  <c:v>42273</c:v>
                </c:pt>
                <c:pt idx="3930">
                  <c:v>42272</c:v>
                </c:pt>
                <c:pt idx="3931">
                  <c:v>42271</c:v>
                </c:pt>
                <c:pt idx="3932">
                  <c:v>42270</c:v>
                </c:pt>
                <c:pt idx="3933">
                  <c:v>42269</c:v>
                </c:pt>
                <c:pt idx="3934">
                  <c:v>42268</c:v>
                </c:pt>
                <c:pt idx="3935">
                  <c:v>42267</c:v>
                </c:pt>
                <c:pt idx="3936">
                  <c:v>42266</c:v>
                </c:pt>
                <c:pt idx="3937">
                  <c:v>42265</c:v>
                </c:pt>
                <c:pt idx="3938">
                  <c:v>42264</c:v>
                </c:pt>
                <c:pt idx="3939">
                  <c:v>42263</c:v>
                </c:pt>
                <c:pt idx="3940">
                  <c:v>42262</c:v>
                </c:pt>
                <c:pt idx="3941">
                  <c:v>42261</c:v>
                </c:pt>
                <c:pt idx="3942">
                  <c:v>42260</c:v>
                </c:pt>
                <c:pt idx="3943">
                  <c:v>42259</c:v>
                </c:pt>
                <c:pt idx="3944">
                  <c:v>42258</c:v>
                </c:pt>
                <c:pt idx="3945">
                  <c:v>42257</c:v>
                </c:pt>
                <c:pt idx="3946">
                  <c:v>42256</c:v>
                </c:pt>
                <c:pt idx="3947">
                  <c:v>42255</c:v>
                </c:pt>
                <c:pt idx="3948">
                  <c:v>42254</c:v>
                </c:pt>
                <c:pt idx="3949">
                  <c:v>42253</c:v>
                </c:pt>
                <c:pt idx="3950">
                  <c:v>42252</c:v>
                </c:pt>
                <c:pt idx="3951">
                  <c:v>42251</c:v>
                </c:pt>
                <c:pt idx="3952">
                  <c:v>42250</c:v>
                </c:pt>
                <c:pt idx="3953">
                  <c:v>42249</c:v>
                </c:pt>
                <c:pt idx="3954">
                  <c:v>42248</c:v>
                </c:pt>
                <c:pt idx="3955">
                  <c:v>42247</c:v>
                </c:pt>
                <c:pt idx="3956">
                  <c:v>42246</c:v>
                </c:pt>
                <c:pt idx="3957">
                  <c:v>42245</c:v>
                </c:pt>
                <c:pt idx="3958">
                  <c:v>42244</c:v>
                </c:pt>
                <c:pt idx="3959">
                  <c:v>42243</c:v>
                </c:pt>
                <c:pt idx="3960">
                  <c:v>42242</c:v>
                </c:pt>
                <c:pt idx="3961">
                  <c:v>42241</c:v>
                </c:pt>
                <c:pt idx="3962">
                  <c:v>42240</c:v>
                </c:pt>
                <c:pt idx="3963">
                  <c:v>42239</c:v>
                </c:pt>
                <c:pt idx="3964">
                  <c:v>42238</c:v>
                </c:pt>
                <c:pt idx="3965">
                  <c:v>42237</c:v>
                </c:pt>
                <c:pt idx="3966">
                  <c:v>42236</c:v>
                </c:pt>
                <c:pt idx="3967">
                  <c:v>42235</c:v>
                </c:pt>
                <c:pt idx="3968">
                  <c:v>42234</c:v>
                </c:pt>
                <c:pt idx="3969">
                  <c:v>42233</c:v>
                </c:pt>
                <c:pt idx="3970">
                  <c:v>42232</c:v>
                </c:pt>
                <c:pt idx="3971">
                  <c:v>42231</c:v>
                </c:pt>
                <c:pt idx="3972">
                  <c:v>42230</c:v>
                </c:pt>
                <c:pt idx="3973">
                  <c:v>42229</c:v>
                </c:pt>
                <c:pt idx="3974">
                  <c:v>42228</c:v>
                </c:pt>
                <c:pt idx="3975">
                  <c:v>42227</c:v>
                </c:pt>
                <c:pt idx="3976">
                  <c:v>42226</c:v>
                </c:pt>
                <c:pt idx="3977">
                  <c:v>42225</c:v>
                </c:pt>
                <c:pt idx="3978">
                  <c:v>42224</c:v>
                </c:pt>
                <c:pt idx="3979">
                  <c:v>42223</c:v>
                </c:pt>
                <c:pt idx="3980">
                  <c:v>42222</c:v>
                </c:pt>
                <c:pt idx="3981">
                  <c:v>42221</c:v>
                </c:pt>
                <c:pt idx="3982">
                  <c:v>42220</c:v>
                </c:pt>
                <c:pt idx="3983">
                  <c:v>42219</c:v>
                </c:pt>
                <c:pt idx="3984">
                  <c:v>42218</c:v>
                </c:pt>
                <c:pt idx="3985">
                  <c:v>42217</c:v>
                </c:pt>
                <c:pt idx="3986">
                  <c:v>42216</c:v>
                </c:pt>
                <c:pt idx="3987">
                  <c:v>42215</c:v>
                </c:pt>
                <c:pt idx="3988">
                  <c:v>42214</c:v>
                </c:pt>
                <c:pt idx="3989">
                  <c:v>42213</c:v>
                </c:pt>
                <c:pt idx="3990">
                  <c:v>42212</c:v>
                </c:pt>
                <c:pt idx="3991">
                  <c:v>42211</c:v>
                </c:pt>
                <c:pt idx="3992">
                  <c:v>42210</c:v>
                </c:pt>
                <c:pt idx="3993">
                  <c:v>42209</c:v>
                </c:pt>
                <c:pt idx="3994">
                  <c:v>42208</c:v>
                </c:pt>
                <c:pt idx="3995">
                  <c:v>42207</c:v>
                </c:pt>
                <c:pt idx="3996">
                  <c:v>42206</c:v>
                </c:pt>
                <c:pt idx="3997">
                  <c:v>42205</c:v>
                </c:pt>
                <c:pt idx="3998">
                  <c:v>42204</c:v>
                </c:pt>
                <c:pt idx="3999">
                  <c:v>42203</c:v>
                </c:pt>
                <c:pt idx="4000">
                  <c:v>42202</c:v>
                </c:pt>
                <c:pt idx="4001">
                  <c:v>42201</c:v>
                </c:pt>
                <c:pt idx="4002">
                  <c:v>42200</c:v>
                </c:pt>
                <c:pt idx="4003">
                  <c:v>42199</c:v>
                </c:pt>
                <c:pt idx="4004">
                  <c:v>42198</c:v>
                </c:pt>
                <c:pt idx="4005">
                  <c:v>42197</c:v>
                </c:pt>
                <c:pt idx="4006">
                  <c:v>42196</c:v>
                </c:pt>
                <c:pt idx="4007">
                  <c:v>42195</c:v>
                </c:pt>
                <c:pt idx="4008">
                  <c:v>42194</c:v>
                </c:pt>
                <c:pt idx="4009">
                  <c:v>42193</c:v>
                </c:pt>
                <c:pt idx="4010">
                  <c:v>42192</c:v>
                </c:pt>
                <c:pt idx="4011">
                  <c:v>42191</c:v>
                </c:pt>
                <c:pt idx="4012">
                  <c:v>42190</c:v>
                </c:pt>
                <c:pt idx="4013">
                  <c:v>42189</c:v>
                </c:pt>
                <c:pt idx="4014">
                  <c:v>42188</c:v>
                </c:pt>
                <c:pt idx="4015">
                  <c:v>42187</c:v>
                </c:pt>
                <c:pt idx="4016">
                  <c:v>42186</c:v>
                </c:pt>
                <c:pt idx="4017">
                  <c:v>42185</c:v>
                </c:pt>
                <c:pt idx="4018">
                  <c:v>42184</c:v>
                </c:pt>
                <c:pt idx="4019">
                  <c:v>42183</c:v>
                </c:pt>
                <c:pt idx="4020">
                  <c:v>42182</c:v>
                </c:pt>
                <c:pt idx="4021">
                  <c:v>42181</c:v>
                </c:pt>
                <c:pt idx="4022">
                  <c:v>42180</c:v>
                </c:pt>
                <c:pt idx="4023">
                  <c:v>42179</c:v>
                </c:pt>
                <c:pt idx="4024">
                  <c:v>42178</c:v>
                </c:pt>
                <c:pt idx="4025">
                  <c:v>42177</c:v>
                </c:pt>
                <c:pt idx="4026">
                  <c:v>42176</c:v>
                </c:pt>
                <c:pt idx="4027">
                  <c:v>42175</c:v>
                </c:pt>
                <c:pt idx="4028">
                  <c:v>42174</c:v>
                </c:pt>
                <c:pt idx="4029">
                  <c:v>42173</c:v>
                </c:pt>
                <c:pt idx="4030">
                  <c:v>42172</c:v>
                </c:pt>
                <c:pt idx="4031">
                  <c:v>42171</c:v>
                </c:pt>
                <c:pt idx="4032">
                  <c:v>42170</c:v>
                </c:pt>
                <c:pt idx="4033">
                  <c:v>42169</c:v>
                </c:pt>
                <c:pt idx="4034">
                  <c:v>42168</c:v>
                </c:pt>
                <c:pt idx="4035">
                  <c:v>42167</c:v>
                </c:pt>
                <c:pt idx="4036">
                  <c:v>42166</c:v>
                </c:pt>
                <c:pt idx="4037">
                  <c:v>42165</c:v>
                </c:pt>
                <c:pt idx="4038">
                  <c:v>42164</c:v>
                </c:pt>
                <c:pt idx="4039">
                  <c:v>42163</c:v>
                </c:pt>
                <c:pt idx="4040">
                  <c:v>42162</c:v>
                </c:pt>
                <c:pt idx="4041">
                  <c:v>42161</c:v>
                </c:pt>
                <c:pt idx="4042">
                  <c:v>42160</c:v>
                </c:pt>
                <c:pt idx="4043">
                  <c:v>42159</c:v>
                </c:pt>
                <c:pt idx="4044">
                  <c:v>42158</c:v>
                </c:pt>
                <c:pt idx="4045">
                  <c:v>42157</c:v>
                </c:pt>
                <c:pt idx="4046">
                  <c:v>42156</c:v>
                </c:pt>
                <c:pt idx="4047">
                  <c:v>42155</c:v>
                </c:pt>
                <c:pt idx="4048">
                  <c:v>42154</c:v>
                </c:pt>
                <c:pt idx="4049">
                  <c:v>42153</c:v>
                </c:pt>
                <c:pt idx="4050">
                  <c:v>42152</c:v>
                </c:pt>
                <c:pt idx="4051">
                  <c:v>42151</c:v>
                </c:pt>
                <c:pt idx="4052">
                  <c:v>42150</c:v>
                </c:pt>
                <c:pt idx="4053">
                  <c:v>42149</c:v>
                </c:pt>
                <c:pt idx="4054">
                  <c:v>42148</c:v>
                </c:pt>
                <c:pt idx="4055">
                  <c:v>42147</c:v>
                </c:pt>
                <c:pt idx="4056">
                  <c:v>42146</c:v>
                </c:pt>
                <c:pt idx="4057">
                  <c:v>42145</c:v>
                </c:pt>
                <c:pt idx="4058">
                  <c:v>42144</c:v>
                </c:pt>
                <c:pt idx="4059">
                  <c:v>42143</c:v>
                </c:pt>
                <c:pt idx="4060">
                  <c:v>42142</c:v>
                </c:pt>
                <c:pt idx="4061">
                  <c:v>42141</c:v>
                </c:pt>
                <c:pt idx="4062">
                  <c:v>42140</c:v>
                </c:pt>
                <c:pt idx="4063">
                  <c:v>42139</c:v>
                </c:pt>
                <c:pt idx="4064">
                  <c:v>42138</c:v>
                </c:pt>
                <c:pt idx="4065">
                  <c:v>42137</c:v>
                </c:pt>
                <c:pt idx="4066">
                  <c:v>42136</c:v>
                </c:pt>
                <c:pt idx="4067">
                  <c:v>42135</c:v>
                </c:pt>
                <c:pt idx="4068">
                  <c:v>42134</c:v>
                </c:pt>
                <c:pt idx="4069">
                  <c:v>42133</c:v>
                </c:pt>
                <c:pt idx="4070">
                  <c:v>42132</c:v>
                </c:pt>
                <c:pt idx="4071">
                  <c:v>42131</c:v>
                </c:pt>
                <c:pt idx="4072">
                  <c:v>42130</c:v>
                </c:pt>
                <c:pt idx="4073">
                  <c:v>42129</c:v>
                </c:pt>
                <c:pt idx="4074">
                  <c:v>42128</c:v>
                </c:pt>
                <c:pt idx="4075">
                  <c:v>42127</c:v>
                </c:pt>
                <c:pt idx="4076">
                  <c:v>42126</c:v>
                </c:pt>
                <c:pt idx="4077">
                  <c:v>42125</c:v>
                </c:pt>
                <c:pt idx="4078">
                  <c:v>42124</c:v>
                </c:pt>
                <c:pt idx="4079">
                  <c:v>42123</c:v>
                </c:pt>
                <c:pt idx="4080">
                  <c:v>42122</c:v>
                </c:pt>
                <c:pt idx="4081">
                  <c:v>42121</c:v>
                </c:pt>
                <c:pt idx="4082">
                  <c:v>42120</c:v>
                </c:pt>
                <c:pt idx="4083">
                  <c:v>42119</c:v>
                </c:pt>
                <c:pt idx="4084">
                  <c:v>42118</c:v>
                </c:pt>
                <c:pt idx="4085">
                  <c:v>42117</c:v>
                </c:pt>
                <c:pt idx="4086">
                  <c:v>42116</c:v>
                </c:pt>
                <c:pt idx="4087">
                  <c:v>42115</c:v>
                </c:pt>
                <c:pt idx="4088">
                  <c:v>42114</c:v>
                </c:pt>
                <c:pt idx="4089">
                  <c:v>42113</c:v>
                </c:pt>
                <c:pt idx="4090">
                  <c:v>42112</c:v>
                </c:pt>
                <c:pt idx="4091">
                  <c:v>42111</c:v>
                </c:pt>
                <c:pt idx="4092">
                  <c:v>42110</c:v>
                </c:pt>
                <c:pt idx="4093">
                  <c:v>42109</c:v>
                </c:pt>
                <c:pt idx="4094">
                  <c:v>42108</c:v>
                </c:pt>
                <c:pt idx="4095">
                  <c:v>42107</c:v>
                </c:pt>
                <c:pt idx="4096">
                  <c:v>42106</c:v>
                </c:pt>
                <c:pt idx="4097">
                  <c:v>42105</c:v>
                </c:pt>
                <c:pt idx="4098">
                  <c:v>42104</c:v>
                </c:pt>
                <c:pt idx="4099">
                  <c:v>42103</c:v>
                </c:pt>
                <c:pt idx="4100">
                  <c:v>42102</c:v>
                </c:pt>
                <c:pt idx="4101">
                  <c:v>42101</c:v>
                </c:pt>
                <c:pt idx="4102">
                  <c:v>42100</c:v>
                </c:pt>
                <c:pt idx="4103">
                  <c:v>42099</c:v>
                </c:pt>
                <c:pt idx="4104">
                  <c:v>42098</c:v>
                </c:pt>
                <c:pt idx="4105">
                  <c:v>42097</c:v>
                </c:pt>
                <c:pt idx="4106">
                  <c:v>42096</c:v>
                </c:pt>
                <c:pt idx="4107">
                  <c:v>42095</c:v>
                </c:pt>
                <c:pt idx="4108">
                  <c:v>42094</c:v>
                </c:pt>
                <c:pt idx="4109">
                  <c:v>42093</c:v>
                </c:pt>
                <c:pt idx="4110">
                  <c:v>42092</c:v>
                </c:pt>
                <c:pt idx="4111">
                  <c:v>42091</c:v>
                </c:pt>
                <c:pt idx="4112">
                  <c:v>42090</c:v>
                </c:pt>
                <c:pt idx="4113">
                  <c:v>42089</c:v>
                </c:pt>
                <c:pt idx="4114">
                  <c:v>42088</c:v>
                </c:pt>
                <c:pt idx="4115">
                  <c:v>42087</c:v>
                </c:pt>
                <c:pt idx="4116">
                  <c:v>42086</c:v>
                </c:pt>
                <c:pt idx="4117">
                  <c:v>42085</c:v>
                </c:pt>
                <c:pt idx="4118">
                  <c:v>42084</c:v>
                </c:pt>
                <c:pt idx="4119">
                  <c:v>42083</c:v>
                </c:pt>
                <c:pt idx="4120">
                  <c:v>42082</c:v>
                </c:pt>
                <c:pt idx="4121">
                  <c:v>42081</c:v>
                </c:pt>
                <c:pt idx="4122">
                  <c:v>42080</c:v>
                </c:pt>
                <c:pt idx="4123">
                  <c:v>42079</c:v>
                </c:pt>
                <c:pt idx="4124">
                  <c:v>42078</c:v>
                </c:pt>
                <c:pt idx="4125">
                  <c:v>42077</c:v>
                </c:pt>
                <c:pt idx="4126">
                  <c:v>42076</c:v>
                </c:pt>
                <c:pt idx="4127">
                  <c:v>42075</c:v>
                </c:pt>
                <c:pt idx="4128">
                  <c:v>42074</c:v>
                </c:pt>
                <c:pt idx="4129">
                  <c:v>42073</c:v>
                </c:pt>
                <c:pt idx="4130">
                  <c:v>42072</c:v>
                </c:pt>
                <c:pt idx="4131">
                  <c:v>42071</c:v>
                </c:pt>
                <c:pt idx="4132">
                  <c:v>42070</c:v>
                </c:pt>
                <c:pt idx="4133">
                  <c:v>42069</c:v>
                </c:pt>
                <c:pt idx="4134">
                  <c:v>42068</c:v>
                </c:pt>
                <c:pt idx="4135">
                  <c:v>42067</c:v>
                </c:pt>
                <c:pt idx="4136">
                  <c:v>42066</c:v>
                </c:pt>
                <c:pt idx="4137">
                  <c:v>42065</c:v>
                </c:pt>
                <c:pt idx="4138">
                  <c:v>42064</c:v>
                </c:pt>
                <c:pt idx="4139">
                  <c:v>42063</c:v>
                </c:pt>
                <c:pt idx="4140">
                  <c:v>42062</c:v>
                </c:pt>
                <c:pt idx="4141">
                  <c:v>42061</c:v>
                </c:pt>
                <c:pt idx="4142">
                  <c:v>42060</c:v>
                </c:pt>
                <c:pt idx="4143">
                  <c:v>42059</c:v>
                </c:pt>
                <c:pt idx="4144">
                  <c:v>42058</c:v>
                </c:pt>
                <c:pt idx="4145">
                  <c:v>42057</c:v>
                </c:pt>
                <c:pt idx="4146">
                  <c:v>42056</c:v>
                </c:pt>
                <c:pt idx="4147">
                  <c:v>42055</c:v>
                </c:pt>
                <c:pt idx="4148">
                  <c:v>42054</c:v>
                </c:pt>
                <c:pt idx="4149">
                  <c:v>42053</c:v>
                </c:pt>
                <c:pt idx="4150">
                  <c:v>42052</c:v>
                </c:pt>
                <c:pt idx="4151">
                  <c:v>42051</c:v>
                </c:pt>
                <c:pt idx="4152">
                  <c:v>42050</c:v>
                </c:pt>
                <c:pt idx="4153">
                  <c:v>42049</c:v>
                </c:pt>
                <c:pt idx="4154">
                  <c:v>42048</c:v>
                </c:pt>
                <c:pt idx="4155">
                  <c:v>42047</c:v>
                </c:pt>
                <c:pt idx="4156">
                  <c:v>42046</c:v>
                </c:pt>
                <c:pt idx="4157">
                  <c:v>42045</c:v>
                </c:pt>
                <c:pt idx="4158">
                  <c:v>42044</c:v>
                </c:pt>
                <c:pt idx="4159">
                  <c:v>42043</c:v>
                </c:pt>
                <c:pt idx="4160">
                  <c:v>42042</c:v>
                </c:pt>
                <c:pt idx="4161">
                  <c:v>42041</c:v>
                </c:pt>
                <c:pt idx="4162">
                  <c:v>42040</c:v>
                </c:pt>
                <c:pt idx="4163">
                  <c:v>42039</c:v>
                </c:pt>
                <c:pt idx="4164">
                  <c:v>42038</c:v>
                </c:pt>
                <c:pt idx="4165">
                  <c:v>42037</c:v>
                </c:pt>
                <c:pt idx="4166">
                  <c:v>42036</c:v>
                </c:pt>
                <c:pt idx="4167">
                  <c:v>42035</c:v>
                </c:pt>
                <c:pt idx="4168">
                  <c:v>42034</c:v>
                </c:pt>
                <c:pt idx="4169">
                  <c:v>42033</c:v>
                </c:pt>
                <c:pt idx="4170">
                  <c:v>42032</c:v>
                </c:pt>
                <c:pt idx="4171">
                  <c:v>42031</c:v>
                </c:pt>
                <c:pt idx="4172">
                  <c:v>42030</c:v>
                </c:pt>
                <c:pt idx="4173">
                  <c:v>42029</c:v>
                </c:pt>
                <c:pt idx="4174">
                  <c:v>42028</c:v>
                </c:pt>
                <c:pt idx="4175">
                  <c:v>42027</c:v>
                </c:pt>
                <c:pt idx="4176">
                  <c:v>42026</c:v>
                </c:pt>
                <c:pt idx="4177">
                  <c:v>42025</c:v>
                </c:pt>
                <c:pt idx="4178">
                  <c:v>42024</c:v>
                </c:pt>
                <c:pt idx="4179">
                  <c:v>42023</c:v>
                </c:pt>
                <c:pt idx="4180">
                  <c:v>42022</c:v>
                </c:pt>
                <c:pt idx="4181">
                  <c:v>42021</c:v>
                </c:pt>
                <c:pt idx="4182">
                  <c:v>42020</c:v>
                </c:pt>
                <c:pt idx="4183">
                  <c:v>42019</c:v>
                </c:pt>
                <c:pt idx="4184">
                  <c:v>42018</c:v>
                </c:pt>
                <c:pt idx="4185">
                  <c:v>42017</c:v>
                </c:pt>
                <c:pt idx="4186">
                  <c:v>42016</c:v>
                </c:pt>
                <c:pt idx="4187">
                  <c:v>42015</c:v>
                </c:pt>
                <c:pt idx="4188">
                  <c:v>42014</c:v>
                </c:pt>
                <c:pt idx="4189">
                  <c:v>42013</c:v>
                </c:pt>
                <c:pt idx="4190">
                  <c:v>42012</c:v>
                </c:pt>
                <c:pt idx="4191">
                  <c:v>42011</c:v>
                </c:pt>
                <c:pt idx="4192">
                  <c:v>42010</c:v>
                </c:pt>
                <c:pt idx="4193">
                  <c:v>42009</c:v>
                </c:pt>
                <c:pt idx="4194">
                  <c:v>42008</c:v>
                </c:pt>
                <c:pt idx="4195">
                  <c:v>42007</c:v>
                </c:pt>
                <c:pt idx="4196">
                  <c:v>42006</c:v>
                </c:pt>
                <c:pt idx="4197">
                  <c:v>42005</c:v>
                </c:pt>
                <c:pt idx="4198">
                  <c:v>42004</c:v>
                </c:pt>
                <c:pt idx="4199">
                  <c:v>42003</c:v>
                </c:pt>
                <c:pt idx="4200">
                  <c:v>42002</c:v>
                </c:pt>
                <c:pt idx="4201">
                  <c:v>42001</c:v>
                </c:pt>
                <c:pt idx="4202">
                  <c:v>42000</c:v>
                </c:pt>
                <c:pt idx="4203">
                  <c:v>41999</c:v>
                </c:pt>
                <c:pt idx="4204">
                  <c:v>41998</c:v>
                </c:pt>
                <c:pt idx="4205">
                  <c:v>41997</c:v>
                </c:pt>
                <c:pt idx="4206">
                  <c:v>41996</c:v>
                </c:pt>
                <c:pt idx="4207">
                  <c:v>41995</c:v>
                </c:pt>
                <c:pt idx="4208">
                  <c:v>41994</c:v>
                </c:pt>
                <c:pt idx="4209">
                  <c:v>41993</c:v>
                </c:pt>
                <c:pt idx="4210">
                  <c:v>41992</c:v>
                </c:pt>
                <c:pt idx="4211">
                  <c:v>41991</c:v>
                </c:pt>
                <c:pt idx="4212">
                  <c:v>41990</c:v>
                </c:pt>
                <c:pt idx="4213">
                  <c:v>41989</c:v>
                </c:pt>
                <c:pt idx="4214">
                  <c:v>41988</c:v>
                </c:pt>
                <c:pt idx="4215">
                  <c:v>41987</c:v>
                </c:pt>
                <c:pt idx="4216">
                  <c:v>41986</c:v>
                </c:pt>
                <c:pt idx="4217">
                  <c:v>41985</c:v>
                </c:pt>
                <c:pt idx="4218">
                  <c:v>41984</c:v>
                </c:pt>
                <c:pt idx="4219">
                  <c:v>41983</c:v>
                </c:pt>
                <c:pt idx="4220">
                  <c:v>41982</c:v>
                </c:pt>
                <c:pt idx="4221">
                  <c:v>41981</c:v>
                </c:pt>
                <c:pt idx="4222">
                  <c:v>41980</c:v>
                </c:pt>
                <c:pt idx="4223">
                  <c:v>41979</c:v>
                </c:pt>
                <c:pt idx="4224">
                  <c:v>41978</c:v>
                </c:pt>
                <c:pt idx="4225">
                  <c:v>41977</c:v>
                </c:pt>
                <c:pt idx="4226">
                  <c:v>41976</c:v>
                </c:pt>
                <c:pt idx="4227">
                  <c:v>41975</c:v>
                </c:pt>
                <c:pt idx="4228">
                  <c:v>41974</c:v>
                </c:pt>
                <c:pt idx="4229">
                  <c:v>41973</c:v>
                </c:pt>
                <c:pt idx="4230">
                  <c:v>41972</c:v>
                </c:pt>
                <c:pt idx="4231">
                  <c:v>41971</c:v>
                </c:pt>
                <c:pt idx="4232">
                  <c:v>41970</c:v>
                </c:pt>
                <c:pt idx="4233">
                  <c:v>41969</c:v>
                </c:pt>
                <c:pt idx="4234">
                  <c:v>41968</c:v>
                </c:pt>
                <c:pt idx="4235">
                  <c:v>41967</c:v>
                </c:pt>
                <c:pt idx="4236">
                  <c:v>41966</c:v>
                </c:pt>
                <c:pt idx="4237">
                  <c:v>41965</c:v>
                </c:pt>
                <c:pt idx="4238">
                  <c:v>41964</c:v>
                </c:pt>
                <c:pt idx="4239">
                  <c:v>41963</c:v>
                </c:pt>
                <c:pt idx="4240">
                  <c:v>41962</c:v>
                </c:pt>
                <c:pt idx="4241">
                  <c:v>41961</c:v>
                </c:pt>
                <c:pt idx="4242">
                  <c:v>41960</c:v>
                </c:pt>
                <c:pt idx="4243">
                  <c:v>41959</c:v>
                </c:pt>
                <c:pt idx="4244">
                  <c:v>41958</c:v>
                </c:pt>
                <c:pt idx="4245">
                  <c:v>41957</c:v>
                </c:pt>
                <c:pt idx="4246">
                  <c:v>41956</c:v>
                </c:pt>
                <c:pt idx="4247">
                  <c:v>41955</c:v>
                </c:pt>
                <c:pt idx="4248">
                  <c:v>41954</c:v>
                </c:pt>
                <c:pt idx="4249">
                  <c:v>41953</c:v>
                </c:pt>
                <c:pt idx="4250">
                  <c:v>41952</c:v>
                </c:pt>
                <c:pt idx="4251">
                  <c:v>41951</c:v>
                </c:pt>
                <c:pt idx="4252">
                  <c:v>41950</c:v>
                </c:pt>
                <c:pt idx="4253">
                  <c:v>41949</c:v>
                </c:pt>
                <c:pt idx="4254">
                  <c:v>41948</c:v>
                </c:pt>
                <c:pt idx="4255">
                  <c:v>41947</c:v>
                </c:pt>
                <c:pt idx="4256">
                  <c:v>41946</c:v>
                </c:pt>
                <c:pt idx="4257">
                  <c:v>41945</c:v>
                </c:pt>
                <c:pt idx="4258">
                  <c:v>41944</c:v>
                </c:pt>
                <c:pt idx="4259">
                  <c:v>41943</c:v>
                </c:pt>
                <c:pt idx="4260">
                  <c:v>41942</c:v>
                </c:pt>
                <c:pt idx="4261">
                  <c:v>41941</c:v>
                </c:pt>
                <c:pt idx="4262">
                  <c:v>41940</c:v>
                </c:pt>
                <c:pt idx="4263">
                  <c:v>41939</c:v>
                </c:pt>
                <c:pt idx="4264">
                  <c:v>41938</c:v>
                </c:pt>
                <c:pt idx="4265">
                  <c:v>41937</c:v>
                </c:pt>
                <c:pt idx="4266">
                  <c:v>41936</c:v>
                </c:pt>
                <c:pt idx="4267">
                  <c:v>41935</c:v>
                </c:pt>
                <c:pt idx="4268">
                  <c:v>41934</c:v>
                </c:pt>
                <c:pt idx="4269">
                  <c:v>41933</c:v>
                </c:pt>
                <c:pt idx="4270">
                  <c:v>41932</c:v>
                </c:pt>
                <c:pt idx="4271">
                  <c:v>41931</c:v>
                </c:pt>
                <c:pt idx="4272">
                  <c:v>41930</c:v>
                </c:pt>
                <c:pt idx="4273">
                  <c:v>41929</c:v>
                </c:pt>
                <c:pt idx="4274">
                  <c:v>41928</c:v>
                </c:pt>
                <c:pt idx="4275">
                  <c:v>41927</c:v>
                </c:pt>
                <c:pt idx="4276">
                  <c:v>41926</c:v>
                </c:pt>
                <c:pt idx="4277">
                  <c:v>41925</c:v>
                </c:pt>
                <c:pt idx="4278">
                  <c:v>41924</c:v>
                </c:pt>
                <c:pt idx="4279">
                  <c:v>41923</c:v>
                </c:pt>
                <c:pt idx="4280">
                  <c:v>41922</c:v>
                </c:pt>
                <c:pt idx="4281">
                  <c:v>41921</c:v>
                </c:pt>
                <c:pt idx="4282">
                  <c:v>41920</c:v>
                </c:pt>
                <c:pt idx="4283">
                  <c:v>41919</c:v>
                </c:pt>
                <c:pt idx="4284">
                  <c:v>41918</c:v>
                </c:pt>
                <c:pt idx="4285">
                  <c:v>41917</c:v>
                </c:pt>
                <c:pt idx="4286">
                  <c:v>41916</c:v>
                </c:pt>
                <c:pt idx="4287">
                  <c:v>41915</c:v>
                </c:pt>
                <c:pt idx="4288">
                  <c:v>41914</c:v>
                </c:pt>
                <c:pt idx="4289">
                  <c:v>41913</c:v>
                </c:pt>
                <c:pt idx="4290">
                  <c:v>41912</c:v>
                </c:pt>
                <c:pt idx="4291">
                  <c:v>41911</c:v>
                </c:pt>
                <c:pt idx="4292">
                  <c:v>41910</c:v>
                </c:pt>
                <c:pt idx="4293">
                  <c:v>41909</c:v>
                </c:pt>
                <c:pt idx="4294">
                  <c:v>41908</c:v>
                </c:pt>
                <c:pt idx="4295">
                  <c:v>41907</c:v>
                </c:pt>
                <c:pt idx="4296">
                  <c:v>41906</c:v>
                </c:pt>
                <c:pt idx="4297">
                  <c:v>41905</c:v>
                </c:pt>
                <c:pt idx="4298">
                  <c:v>41904</c:v>
                </c:pt>
                <c:pt idx="4299">
                  <c:v>41903</c:v>
                </c:pt>
                <c:pt idx="4300">
                  <c:v>41902</c:v>
                </c:pt>
                <c:pt idx="4301">
                  <c:v>41901</c:v>
                </c:pt>
                <c:pt idx="4302">
                  <c:v>41900</c:v>
                </c:pt>
                <c:pt idx="4303">
                  <c:v>41899</c:v>
                </c:pt>
                <c:pt idx="4304">
                  <c:v>41898</c:v>
                </c:pt>
                <c:pt idx="4305">
                  <c:v>41897</c:v>
                </c:pt>
                <c:pt idx="4306">
                  <c:v>41896</c:v>
                </c:pt>
                <c:pt idx="4307">
                  <c:v>41895</c:v>
                </c:pt>
                <c:pt idx="4308">
                  <c:v>41894</c:v>
                </c:pt>
                <c:pt idx="4309">
                  <c:v>41893</c:v>
                </c:pt>
                <c:pt idx="4310">
                  <c:v>41892</c:v>
                </c:pt>
                <c:pt idx="4311">
                  <c:v>41891</c:v>
                </c:pt>
                <c:pt idx="4312">
                  <c:v>41890</c:v>
                </c:pt>
                <c:pt idx="4313">
                  <c:v>41889</c:v>
                </c:pt>
                <c:pt idx="4314">
                  <c:v>41888</c:v>
                </c:pt>
                <c:pt idx="4315">
                  <c:v>41887</c:v>
                </c:pt>
                <c:pt idx="4316">
                  <c:v>41886</c:v>
                </c:pt>
                <c:pt idx="4317">
                  <c:v>41885</c:v>
                </c:pt>
                <c:pt idx="4318">
                  <c:v>41884</c:v>
                </c:pt>
                <c:pt idx="4319">
                  <c:v>41883</c:v>
                </c:pt>
                <c:pt idx="4320">
                  <c:v>41882</c:v>
                </c:pt>
                <c:pt idx="4321">
                  <c:v>41881</c:v>
                </c:pt>
                <c:pt idx="4322">
                  <c:v>41880</c:v>
                </c:pt>
                <c:pt idx="4323">
                  <c:v>41879</c:v>
                </c:pt>
                <c:pt idx="4324">
                  <c:v>41878</c:v>
                </c:pt>
                <c:pt idx="4325">
                  <c:v>41877</c:v>
                </c:pt>
                <c:pt idx="4326">
                  <c:v>41876</c:v>
                </c:pt>
                <c:pt idx="4327">
                  <c:v>41875</c:v>
                </c:pt>
                <c:pt idx="4328">
                  <c:v>41874</c:v>
                </c:pt>
                <c:pt idx="4329">
                  <c:v>41873</c:v>
                </c:pt>
                <c:pt idx="4330">
                  <c:v>41872</c:v>
                </c:pt>
                <c:pt idx="4331">
                  <c:v>41871</c:v>
                </c:pt>
                <c:pt idx="4332">
                  <c:v>41870</c:v>
                </c:pt>
                <c:pt idx="4333">
                  <c:v>41869</c:v>
                </c:pt>
                <c:pt idx="4334">
                  <c:v>41868</c:v>
                </c:pt>
                <c:pt idx="4335">
                  <c:v>41867</c:v>
                </c:pt>
                <c:pt idx="4336">
                  <c:v>41866</c:v>
                </c:pt>
                <c:pt idx="4337">
                  <c:v>41865</c:v>
                </c:pt>
                <c:pt idx="4338">
                  <c:v>41864</c:v>
                </c:pt>
                <c:pt idx="4339">
                  <c:v>41863</c:v>
                </c:pt>
                <c:pt idx="4340">
                  <c:v>41862</c:v>
                </c:pt>
                <c:pt idx="4341">
                  <c:v>41861</c:v>
                </c:pt>
                <c:pt idx="4342">
                  <c:v>41860</c:v>
                </c:pt>
                <c:pt idx="4343">
                  <c:v>41859</c:v>
                </c:pt>
                <c:pt idx="4344">
                  <c:v>41858</c:v>
                </c:pt>
                <c:pt idx="4345">
                  <c:v>41857</c:v>
                </c:pt>
                <c:pt idx="4346">
                  <c:v>41856</c:v>
                </c:pt>
                <c:pt idx="4347">
                  <c:v>41855</c:v>
                </c:pt>
                <c:pt idx="4348">
                  <c:v>41854</c:v>
                </c:pt>
                <c:pt idx="4349">
                  <c:v>41853</c:v>
                </c:pt>
                <c:pt idx="4350">
                  <c:v>41852</c:v>
                </c:pt>
                <c:pt idx="4351">
                  <c:v>41851</c:v>
                </c:pt>
                <c:pt idx="4352">
                  <c:v>41850</c:v>
                </c:pt>
                <c:pt idx="4353">
                  <c:v>41849</c:v>
                </c:pt>
                <c:pt idx="4354">
                  <c:v>41848</c:v>
                </c:pt>
                <c:pt idx="4355">
                  <c:v>41847</c:v>
                </c:pt>
                <c:pt idx="4356">
                  <c:v>41846</c:v>
                </c:pt>
                <c:pt idx="4357">
                  <c:v>41845</c:v>
                </c:pt>
                <c:pt idx="4358">
                  <c:v>41844</c:v>
                </c:pt>
                <c:pt idx="4359">
                  <c:v>41843</c:v>
                </c:pt>
                <c:pt idx="4360">
                  <c:v>41842</c:v>
                </c:pt>
                <c:pt idx="4361">
                  <c:v>41841</c:v>
                </c:pt>
                <c:pt idx="4362">
                  <c:v>41840</c:v>
                </c:pt>
                <c:pt idx="4363">
                  <c:v>41839</c:v>
                </c:pt>
                <c:pt idx="4364">
                  <c:v>41838</c:v>
                </c:pt>
                <c:pt idx="4365">
                  <c:v>41837</c:v>
                </c:pt>
                <c:pt idx="4366">
                  <c:v>41836</c:v>
                </c:pt>
                <c:pt idx="4367">
                  <c:v>41835</c:v>
                </c:pt>
                <c:pt idx="4368">
                  <c:v>41834</c:v>
                </c:pt>
                <c:pt idx="4369">
                  <c:v>41833</c:v>
                </c:pt>
                <c:pt idx="4370">
                  <c:v>41832</c:v>
                </c:pt>
                <c:pt idx="4371">
                  <c:v>41831</c:v>
                </c:pt>
                <c:pt idx="4372">
                  <c:v>41830</c:v>
                </c:pt>
                <c:pt idx="4373">
                  <c:v>41829</c:v>
                </c:pt>
                <c:pt idx="4374">
                  <c:v>41828</c:v>
                </c:pt>
                <c:pt idx="4375">
                  <c:v>41827</c:v>
                </c:pt>
                <c:pt idx="4376">
                  <c:v>41826</c:v>
                </c:pt>
                <c:pt idx="4377">
                  <c:v>41825</c:v>
                </c:pt>
                <c:pt idx="4378">
                  <c:v>41824</c:v>
                </c:pt>
                <c:pt idx="4379">
                  <c:v>41823</c:v>
                </c:pt>
                <c:pt idx="4380">
                  <c:v>41822</c:v>
                </c:pt>
                <c:pt idx="4381">
                  <c:v>41821</c:v>
                </c:pt>
                <c:pt idx="4382">
                  <c:v>41820</c:v>
                </c:pt>
                <c:pt idx="4383">
                  <c:v>41819</c:v>
                </c:pt>
                <c:pt idx="4384">
                  <c:v>41818</c:v>
                </c:pt>
                <c:pt idx="4385">
                  <c:v>41817</c:v>
                </c:pt>
                <c:pt idx="4386">
                  <c:v>41816</c:v>
                </c:pt>
                <c:pt idx="4387">
                  <c:v>41815</c:v>
                </c:pt>
                <c:pt idx="4388">
                  <c:v>41814</c:v>
                </c:pt>
                <c:pt idx="4389">
                  <c:v>41813</c:v>
                </c:pt>
                <c:pt idx="4390">
                  <c:v>41812</c:v>
                </c:pt>
                <c:pt idx="4391">
                  <c:v>41811</c:v>
                </c:pt>
                <c:pt idx="4392">
                  <c:v>41810</c:v>
                </c:pt>
                <c:pt idx="4393">
                  <c:v>41809</c:v>
                </c:pt>
                <c:pt idx="4394">
                  <c:v>41808</c:v>
                </c:pt>
                <c:pt idx="4395">
                  <c:v>41807</c:v>
                </c:pt>
                <c:pt idx="4396">
                  <c:v>41806</c:v>
                </c:pt>
                <c:pt idx="4397">
                  <c:v>41805</c:v>
                </c:pt>
                <c:pt idx="4398">
                  <c:v>41804</c:v>
                </c:pt>
                <c:pt idx="4399">
                  <c:v>41803</c:v>
                </c:pt>
                <c:pt idx="4400">
                  <c:v>41802</c:v>
                </c:pt>
                <c:pt idx="4401">
                  <c:v>41801</c:v>
                </c:pt>
                <c:pt idx="4402">
                  <c:v>41800</c:v>
                </c:pt>
                <c:pt idx="4403">
                  <c:v>41799</c:v>
                </c:pt>
                <c:pt idx="4404">
                  <c:v>41798</c:v>
                </c:pt>
                <c:pt idx="4405">
                  <c:v>41797</c:v>
                </c:pt>
                <c:pt idx="4406">
                  <c:v>41796</c:v>
                </c:pt>
                <c:pt idx="4407">
                  <c:v>41795</c:v>
                </c:pt>
                <c:pt idx="4408">
                  <c:v>41794</c:v>
                </c:pt>
                <c:pt idx="4409">
                  <c:v>41793</c:v>
                </c:pt>
                <c:pt idx="4410">
                  <c:v>41792</c:v>
                </c:pt>
                <c:pt idx="4411">
                  <c:v>41791</c:v>
                </c:pt>
                <c:pt idx="4412">
                  <c:v>41790</c:v>
                </c:pt>
                <c:pt idx="4413">
                  <c:v>41789</c:v>
                </c:pt>
                <c:pt idx="4414">
                  <c:v>41788</c:v>
                </c:pt>
                <c:pt idx="4415">
                  <c:v>41787</c:v>
                </c:pt>
                <c:pt idx="4416">
                  <c:v>41786</c:v>
                </c:pt>
                <c:pt idx="4417">
                  <c:v>41785</c:v>
                </c:pt>
                <c:pt idx="4418">
                  <c:v>41784</c:v>
                </c:pt>
                <c:pt idx="4419">
                  <c:v>41783</c:v>
                </c:pt>
                <c:pt idx="4420">
                  <c:v>41782</c:v>
                </c:pt>
                <c:pt idx="4421">
                  <c:v>41781</c:v>
                </c:pt>
                <c:pt idx="4422">
                  <c:v>41780</c:v>
                </c:pt>
                <c:pt idx="4423">
                  <c:v>41779</c:v>
                </c:pt>
                <c:pt idx="4424">
                  <c:v>41778</c:v>
                </c:pt>
                <c:pt idx="4425">
                  <c:v>41777</c:v>
                </c:pt>
                <c:pt idx="4426">
                  <c:v>41776</c:v>
                </c:pt>
                <c:pt idx="4427">
                  <c:v>41775</c:v>
                </c:pt>
                <c:pt idx="4428">
                  <c:v>41774</c:v>
                </c:pt>
                <c:pt idx="4429">
                  <c:v>41773</c:v>
                </c:pt>
                <c:pt idx="4430">
                  <c:v>41772</c:v>
                </c:pt>
                <c:pt idx="4431">
                  <c:v>41771</c:v>
                </c:pt>
                <c:pt idx="4432">
                  <c:v>41770</c:v>
                </c:pt>
                <c:pt idx="4433">
                  <c:v>41769</c:v>
                </c:pt>
                <c:pt idx="4434">
                  <c:v>41768</c:v>
                </c:pt>
                <c:pt idx="4435">
                  <c:v>41767</c:v>
                </c:pt>
                <c:pt idx="4436">
                  <c:v>41766</c:v>
                </c:pt>
                <c:pt idx="4437">
                  <c:v>41765</c:v>
                </c:pt>
                <c:pt idx="4438">
                  <c:v>41764</c:v>
                </c:pt>
                <c:pt idx="4439">
                  <c:v>41763</c:v>
                </c:pt>
                <c:pt idx="4440">
                  <c:v>41762</c:v>
                </c:pt>
                <c:pt idx="4441">
                  <c:v>41761</c:v>
                </c:pt>
                <c:pt idx="4442">
                  <c:v>41760</c:v>
                </c:pt>
                <c:pt idx="4443">
                  <c:v>41759</c:v>
                </c:pt>
                <c:pt idx="4444">
                  <c:v>41758</c:v>
                </c:pt>
                <c:pt idx="4445">
                  <c:v>41757</c:v>
                </c:pt>
                <c:pt idx="4446">
                  <c:v>41756</c:v>
                </c:pt>
                <c:pt idx="4447">
                  <c:v>41755</c:v>
                </c:pt>
                <c:pt idx="4448">
                  <c:v>41754</c:v>
                </c:pt>
                <c:pt idx="4449">
                  <c:v>41753</c:v>
                </c:pt>
                <c:pt idx="4450">
                  <c:v>41752</c:v>
                </c:pt>
                <c:pt idx="4451">
                  <c:v>41751</c:v>
                </c:pt>
                <c:pt idx="4452">
                  <c:v>41750</c:v>
                </c:pt>
                <c:pt idx="4453">
                  <c:v>41749</c:v>
                </c:pt>
                <c:pt idx="4454">
                  <c:v>41748</c:v>
                </c:pt>
                <c:pt idx="4455">
                  <c:v>41747</c:v>
                </c:pt>
                <c:pt idx="4456">
                  <c:v>41746</c:v>
                </c:pt>
                <c:pt idx="4457">
                  <c:v>41745</c:v>
                </c:pt>
                <c:pt idx="4458">
                  <c:v>41744</c:v>
                </c:pt>
                <c:pt idx="4459">
                  <c:v>41743</c:v>
                </c:pt>
                <c:pt idx="4460">
                  <c:v>41742</c:v>
                </c:pt>
                <c:pt idx="4461">
                  <c:v>41741</c:v>
                </c:pt>
                <c:pt idx="4462">
                  <c:v>41740</c:v>
                </c:pt>
                <c:pt idx="4463">
                  <c:v>41739</c:v>
                </c:pt>
                <c:pt idx="4464">
                  <c:v>41738</c:v>
                </c:pt>
                <c:pt idx="4465">
                  <c:v>41737</c:v>
                </c:pt>
                <c:pt idx="4466">
                  <c:v>41736</c:v>
                </c:pt>
                <c:pt idx="4467">
                  <c:v>41735</c:v>
                </c:pt>
                <c:pt idx="4468">
                  <c:v>41734</c:v>
                </c:pt>
                <c:pt idx="4469">
                  <c:v>41733</c:v>
                </c:pt>
                <c:pt idx="4470">
                  <c:v>41732</c:v>
                </c:pt>
                <c:pt idx="4471">
                  <c:v>41731</c:v>
                </c:pt>
                <c:pt idx="4472">
                  <c:v>41730</c:v>
                </c:pt>
                <c:pt idx="4473">
                  <c:v>41729</c:v>
                </c:pt>
                <c:pt idx="4474">
                  <c:v>41728</c:v>
                </c:pt>
                <c:pt idx="4475">
                  <c:v>41727</c:v>
                </c:pt>
                <c:pt idx="4476">
                  <c:v>41726</c:v>
                </c:pt>
                <c:pt idx="4477">
                  <c:v>41725</c:v>
                </c:pt>
                <c:pt idx="4478">
                  <c:v>41724</c:v>
                </c:pt>
                <c:pt idx="4479">
                  <c:v>41723</c:v>
                </c:pt>
                <c:pt idx="4480">
                  <c:v>41722</c:v>
                </c:pt>
                <c:pt idx="4481">
                  <c:v>41721</c:v>
                </c:pt>
                <c:pt idx="4482">
                  <c:v>41720</c:v>
                </c:pt>
                <c:pt idx="4483">
                  <c:v>41719</c:v>
                </c:pt>
                <c:pt idx="4484">
                  <c:v>41718</c:v>
                </c:pt>
                <c:pt idx="4485">
                  <c:v>41717</c:v>
                </c:pt>
                <c:pt idx="4486">
                  <c:v>41716</c:v>
                </c:pt>
                <c:pt idx="4487">
                  <c:v>41715</c:v>
                </c:pt>
                <c:pt idx="4488">
                  <c:v>41714</c:v>
                </c:pt>
                <c:pt idx="4489">
                  <c:v>41713</c:v>
                </c:pt>
                <c:pt idx="4490">
                  <c:v>41712</c:v>
                </c:pt>
                <c:pt idx="4491">
                  <c:v>41711</c:v>
                </c:pt>
                <c:pt idx="4492">
                  <c:v>41710</c:v>
                </c:pt>
                <c:pt idx="4493">
                  <c:v>41709</c:v>
                </c:pt>
                <c:pt idx="4494">
                  <c:v>41708</c:v>
                </c:pt>
                <c:pt idx="4495">
                  <c:v>41707</c:v>
                </c:pt>
                <c:pt idx="4496">
                  <c:v>41706</c:v>
                </c:pt>
                <c:pt idx="4497">
                  <c:v>41705</c:v>
                </c:pt>
                <c:pt idx="4498">
                  <c:v>41704</c:v>
                </c:pt>
                <c:pt idx="4499">
                  <c:v>41703</c:v>
                </c:pt>
                <c:pt idx="4500">
                  <c:v>41702</c:v>
                </c:pt>
                <c:pt idx="4501">
                  <c:v>41701</c:v>
                </c:pt>
                <c:pt idx="4502">
                  <c:v>41700</c:v>
                </c:pt>
                <c:pt idx="4503">
                  <c:v>41699</c:v>
                </c:pt>
                <c:pt idx="4504">
                  <c:v>41698</c:v>
                </c:pt>
                <c:pt idx="4505">
                  <c:v>41697</c:v>
                </c:pt>
                <c:pt idx="4506">
                  <c:v>41696</c:v>
                </c:pt>
                <c:pt idx="4507">
                  <c:v>41695</c:v>
                </c:pt>
                <c:pt idx="4508">
                  <c:v>41694</c:v>
                </c:pt>
                <c:pt idx="4509">
                  <c:v>41693</c:v>
                </c:pt>
                <c:pt idx="4510">
                  <c:v>41692</c:v>
                </c:pt>
                <c:pt idx="4511">
                  <c:v>41691</c:v>
                </c:pt>
                <c:pt idx="4512">
                  <c:v>41690</c:v>
                </c:pt>
                <c:pt idx="4513">
                  <c:v>41689</c:v>
                </c:pt>
                <c:pt idx="4514">
                  <c:v>41688</c:v>
                </c:pt>
                <c:pt idx="4515">
                  <c:v>41687</c:v>
                </c:pt>
                <c:pt idx="4516">
                  <c:v>41686</c:v>
                </c:pt>
                <c:pt idx="4517">
                  <c:v>41685</c:v>
                </c:pt>
                <c:pt idx="4518">
                  <c:v>41684</c:v>
                </c:pt>
                <c:pt idx="4519">
                  <c:v>41683</c:v>
                </c:pt>
                <c:pt idx="4520">
                  <c:v>41682</c:v>
                </c:pt>
                <c:pt idx="4521">
                  <c:v>41681</c:v>
                </c:pt>
                <c:pt idx="4522">
                  <c:v>41680</c:v>
                </c:pt>
                <c:pt idx="4523">
                  <c:v>41679</c:v>
                </c:pt>
                <c:pt idx="4524">
                  <c:v>41678</c:v>
                </c:pt>
                <c:pt idx="4525">
                  <c:v>41677</c:v>
                </c:pt>
                <c:pt idx="4526">
                  <c:v>41676</c:v>
                </c:pt>
                <c:pt idx="4527">
                  <c:v>41675</c:v>
                </c:pt>
                <c:pt idx="4528">
                  <c:v>41674</c:v>
                </c:pt>
                <c:pt idx="4529">
                  <c:v>41673</c:v>
                </c:pt>
                <c:pt idx="4530">
                  <c:v>41672</c:v>
                </c:pt>
                <c:pt idx="4531">
                  <c:v>41671</c:v>
                </c:pt>
                <c:pt idx="4532">
                  <c:v>41670</c:v>
                </c:pt>
                <c:pt idx="4533">
                  <c:v>41669</c:v>
                </c:pt>
                <c:pt idx="4534">
                  <c:v>41668</c:v>
                </c:pt>
                <c:pt idx="4535">
                  <c:v>41667</c:v>
                </c:pt>
                <c:pt idx="4536">
                  <c:v>41666</c:v>
                </c:pt>
                <c:pt idx="4537">
                  <c:v>41665</c:v>
                </c:pt>
                <c:pt idx="4538">
                  <c:v>41664</c:v>
                </c:pt>
                <c:pt idx="4539">
                  <c:v>41663</c:v>
                </c:pt>
                <c:pt idx="4540">
                  <c:v>41662</c:v>
                </c:pt>
                <c:pt idx="4541">
                  <c:v>41661</c:v>
                </c:pt>
                <c:pt idx="4542">
                  <c:v>41660</c:v>
                </c:pt>
                <c:pt idx="4543">
                  <c:v>41659</c:v>
                </c:pt>
                <c:pt idx="4544">
                  <c:v>41658</c:v>
                </c:pt>
                <c:pt idx="4545">
                  <c:v>41657</c:v>
                </c:pt>
                <c:pt idx="4546">
                  <c:v>41656</c:v>
                </c:pt>
                <c:pt idx="4547">
                  <c:v>41655</c:v>
                </c:pt>
                <c:pt idx="4548">
                  <c:v>41654</c:v>
                </c:pt>
                <c:pt idx="4549">
                  <c:v>41653</c:v>
                </c:pt>
                <c:pt idx="4550">
                  <c:v>41652</c:v>
                </c:pt>
                <c:pt idx="4551">
                  <c:v>41651</c:v>
                </c:pt>
                <c:pt idx="4552">
                  <c:v>41650</c:v>
                </c:pt>
                <c:pt idx="4553">
                  <c:v>41649</c:v>
                </c:pt>
                <c:pt idx="4554">
                  <c:v>41648</c:v>
                </c:pt>
                <c:pt idx="4555">
                  <c:v>41647</c:v>
                </c:pt>
                <c:pt idx="4556">
                  <c:v>41646</c:v>
                </c:pt>
                <c:pt idx="4557">
                  <c:v>41645</c:v>
                </c:pt>
                <c:pt idx="4558">
                  <c:v>41644</c:v>
                </c:pt>
                <c:pt idx="4559">
                  <c:v>41643</c:v>
                </c:pt>
                <c:pt idx="4560">
                  <c:v>41642</c:v>
                </c:pt>
                <c:pt idx="4561">
                  <c:v>41641</c:v>
                </c:pt>
                <c:pt idx="4562">
                  <c:v>41640</c:v>
                </c:pt>
                <c:pt idx="4563">
                  <c:v>41639</c:v>
                </c:pt>
                <c:pt idx="4564">
                  <c:v>41638</c:v>
                </c:pt>
                <c:pt idx="4565">
                  <c:v>41637</c:v>
                </c:pt>
                <c:pt idx="4566">
                  <c:v>41636</c:v>
                </c:pt>
                <c:pt idx="4567">
                  <c:v>41635</c:v>
                </c:pt>
                <c:pt idx="4568">
                  <c:v>41634</c:v>
                </c:pt>
                <c:pt idx="4569">
                  <c:v>41633</c:v>
                </c:pt>
                <c:pt idx="4570">
                  <c:v>41632</c:v>
                </c:pt>
                <c:pt idx="4571">
                  <c:v>41631</c:v>
                </c:pt>
                <c:pt idx="4572">
                  <c:v>41630</c:v>
                </c:pt>
                <c:pt idx="4573">
                  <c:v>41629</c:v>
                </c:pt>
                <c:pt idx="4574">
                  <c:v>41628</c:v>
                </c:pt>
                <c:pt idx="4575">
                  <c:v>41627</c:v>
                </c:pt>
                <c:pt idx="4576">
                  <c:v>41626</c:v>
                </c:pt>
                <c:pt idx="4577">
                  <c:v>41625</c:v>
                </c:pt>
                <c:pt idx="4578">
                  <c:v>41624</c:v>
                </c:pt>
                <c:pt idx="4579">
                  <c:v>41623</c:v>
                </c:pt>
                <c:pt idx="4580">
                  <c:v>41622</c:v>
                </c:pt>
                <c:pt idx="4581">
                  <c:v>41621</c:v>
                </c:pt>
                <c:pt idx="4582">
                  <c:v>41620</c:v>
                </c:pt>
                <c:pt idx="4583">
                  <c:v>41619</c:v>
                </c:pt>
                <c:pt idx="4584">
                  <c:v>41618</c:v>
                </c:pt>
                <c:pt idx="4585">
                  <c:v>41617</c:v>
                </c:pt>
                <c:pt idx="4586">
                  <c:v>41616</c:v>
                </c:pt>
                <c:pt idx="4587">
                  <c:v>41615</c:v>
                </c:pt>
                <c:pt idx="4588">
                  <c:v>41614</c:v>
                </c:pt>
                <c:pt idx="4589">
                  <c:v>41613</c:v>
                </c:pt>
                <c:pt idx="4590">
                  <c:v>41612</c:v>
                </c:pt>
                <c:pt idx="4591">
                  <c:v>41611</c:v>
                </c:pt>
                <c:pt idx="4592">
                  <c:v>41610</c:v>
                </c:pt>
                <c:pt idx="4593">
                  <c:v>41609</c:v>
                </c:pt>
                <c:pt idx="4594">
                  <c:v>41608</c:v>
                </c:pt>
                <c:pt idx="4595">
                  <c:v>41607</c:v>
                </c:pt>
                <c:pt idx="4596">
                  <c:v>41606</c:v>
                </c:pt>
                <c:pt idx="4597">
                  <c:v>41605</c:v>
                </c:pt>
                <c:pt idx="4598">
                  <c:v>41604</c:v>
                </c:pt>
                <c:pt idx="4599">
                  <c:v>41603</c:v>
                </c:pt>
                <c:pt idx="4600">
                  <c:v>41602</c:v>
                </c:pt>
                <c:pt idx="4601">
                  <c:v>41601</c:v>
                </c:pt>
                <c:pt idx="4602">
                  <c:v>41600</c:v>
                </c:pt>
                <c:pt idx="4603">
                  <c:v>41599</c:v>
                </c:pt>
                <c:pt idx="4604">
                  <c:v>41598</c:v>
                </c:pt>
                <c:pt idx="4605">
                  <c:v>41597</c:v>
                </c:pt>
                <c:pt idx="4606">
                  <c:v>41596</c:v>
                </c:pt>
                <c:pt idx="4607">
                  <c:v>41595</c:v>
                </c:pt>
                <c:pt idx="4608">
                  <c:v>41594</c:v>
                </c:pt>
                <c:pt idx="4609">
                  <c:v>41593</c:v>
                </c:pt>
                <c:pt idx="4610">
                  <c:v>41592</c:v>
                </c:pt>
                <c:pt idx="4611">
                  <c:v>41591</c:v>
                </c:pt>
                <c:pt idx="4612">
                  <c:v>41590</c:v>
                </c:pt>
                <c:pt idx="4613">
                  <c:v>41589</c:v>
                </c:pt>
                <c:pt idx="4614">
                  <c:v>41588</c:v>
                </c:pt>
                <c:pt idx="4615">
                  <c:v>41587</c:v>
                </c:pt>
                <c:pt idx="4616">
                  <c:v>41586</c:v>
                </c:pt>
                <c:pt idx="4617">
                  <c:v>41585</c:v>
                </c:pt>
                <c:pt idx="4618">
                  <c:v>41584</c:v>
                </c:pt>
                <c:pt idx="4619">
                  <c:v>41583</c:v>
                </c:pt>
                <c:pt idx="4620">
                  <c:v>41582</c:v>
                </c:pt>
                <c:pt idx="4621">
                  <c:v>41581</c:v>
                </c:pt>
                <c:pt idx="4622">
                  <c:v>41580</c:v>
                </c:pt>
                <c:pt idx="4623">
                  <c:v>41579</c:v>
                </c:pt>
                <c:pt idx="4624">
                  <c:v>41578</c:v>
                </c:pt>
                <c:pt idx="4625">
                  <c:v>41577</c:v>
                </c:pt>
                <c:pt idx="4626">
                  <c:v>41576</c:v>
                </c:pt>
                <c:pt idx="4627">
                  <c:v>41575</c:v>
                </c:pt>
                <c:pt idx="4628">
                  <c:v>41574</c:v>
                </c:pt>
                <c:pt idx="4629">
                  <c:v>41573</c:v>
                </c:pt>
                <c:pt idx="4630">
                  <c:v>41572</c:v>
                </c:pt>
                <c:pt idx="4631">
                  <c:v>41571</c:v>
                </c:pt>
                <c:pt idx="4632">
                  <c:v>41570</c:v>
                </c:pt>
                <c:pt idx="4633">
                  <c:v>41569</c:v>
                </c:pt>
                <c:pt idx="4634">
                  <c:v>41568</c:v>
                </c:pt>
                <c:pt idx="4635">
                  <c:v>41567</c:v>
                </c:pt>
                <c:pt idx="4636">
                  <c:v>41566</c:v>
                </c:pt>
                <c:pt idx="4637">
                  <c:v>41565</c:v>
                </c:pt>
                <c:pt idx="4638">
                  <c:v>41564</c:v>
                </c:pt>
                <c:pt idx="4639">
                  <c:v>41563</c:v>
                </c:pt>
                <c:pt idx="4640">
                  <c:v>41562</c:v>
                </c:pt>
                <c:pt idx="4641">
                  <c:v>41561</c:v>
                </c:pt>
                <c:pt idx="4642">
                  <c:v>41560</c:v>
                </c:pt>
                <c:pt idx="4643">
                  <c:v>41559</c:v>
                </c:pt>
                <c:pt idx="4644">
                  <c:v>41558</c:v>
                </c:pt>
                <c:pt idx="4645">
                  <c:v>41557</c:v>
                </c:pt>
                <c:pt idx="4646">
                  <c:v>41556</c:v>
                </c:pt>
                <c:pt idx="4647">
                  <c:v>41555</c:v>
                </c:pt>
                <c:pt idx="4648">
                  <c:v>41554</c:v>
                </c:pt>
                <c:pt idx="4649">
                  <c:v>41553</c:v>
                </c:pt>
                <c:pt idx="4650">
                  <c:v>41552</c:v>
                </c:pt>
                <c:pt idx="4651">
                  <c:v>41551</c:v>
                </c:pt>
                <c:pt idx="4652">
                  <c:v>41550</c:v>
                </c:pt>
                <c:pt idx="4653">
                  <c:v>41549</c:v>
                </c:pt>
                <c:pt idx="4654">
                  <c:v>41548</c:v>
                </c:pt>
                <c:pt idx="4655">
                  <c:v>41547</c:v>
                </c:pt>
                <c:pt idx="4656">
                  <c:v>41546</c:v>
                </c:pt>
                <c:pt idx="4657">
                  <c:v>41545</c:v>
                </c:pt>
                <c:pt idx="4658">
                  <c:v>41544</c:v>
                </c:pt>
                <c:pt idx="4659">
                  <c:v>41543</c:v>
                </c:pt>
                <c:pt idx="4660">
                  <c:v>41542</c:v>
                </c:pt>
                <c:pt idx="4661">
                  <c:v>41541</c:v>
                </c:pt>
                <c:pt idx="4662">
                  <c:v>41540</c:v>
                </c:pt>
                <c:pt idx="4663">
                  <c:v>41539</c:v>
                </c:pt>
                <c:pt idx="4664">
                  <c:v>41538</c:v>
                </c:pt>
                <c:pt idx="4665">
                  <c:v>41537</c:v>
                </c:pt>
                <c:pt idx="4666">
                  <c:v>41536</c:v>
                </c:pt>
                <c:pt idx="4667">
                  <c:v>41535</c:v>
                </c:pt>
                <c:pt idx="4668">
                  <c:v>41534</c:v>
                </c:pt>
                <c:pt idx="4669">
                  <c:v>41533</c:v>
                </c:pt>
                <c:pt idx="4670">
                  <c:v>41532</c:v>
                </c:pt>
                <c:pt idx="4671">
                  <c:v>41531</c:v>
                </c:pt>
                <c:pt idx="4672">
                  <c:v>41530</c:v>
                </c:pt>
                <c:pt idx="4673">
                  <c:v>41529</c:v>
                </c:pt>
                <c:pt idx="4674">
                  <c:v>41528</c:v>
                </c:pt>
                <c:pt idx="4675">
                  <c:v>41527</c:v>
                </c:pt>
                <c:pt idx="4676">
                  <c:v>41526</c:v>
                </c:pt>
                <c:pt idx="4677">
                  <c:v>41525</c:v>
                </c:pt>
                <c:pt idx="4678">
                  <c:v>41524</c:v>
                </c:pt>
                <c:pt idx="4679">
                  <c:v>41523</c:v>
                </c:pt>
                <c:pt idx="4680">
                  <c:v>41522</c:v>
                </c:pt>
                <c:pt idx="4681">
                  <c:v>41521</c:v>
                </c:pt>
                <c:pt idx="4682">
                  <c:v>41520</c:v>
                </c:pt>
                <c:pt idx="4683">
                  <c:v>41519</c:v>
                </c:pt>
                <c:pt idx="4684">
                  <c:v>41518</c:v>
                </c:pt>
                <c:pt idx="4685">
                  <c:v>41517</c:v>
                </c:pt>
                <c:pt idx="4686">
                  <c:v>41516</c:v>
                </c:pt>
                <c:pt idx="4687">
                  <c:v>41515</c:v>
                </c:pt>
                <c:pt idx="4688">
                  <c:v>41514</c:v>
                </c:pt>
                <c:pt idx="4689">
                  <c:v>41513</c:v>
                </c:pt>
                <c:pt idx="4690">
                  <c:v>41512</c:v>
                </c:pt>
                <c:pt idx="4691">
                  <c:v>41511</c:v>
                </c:pt>
                <c:pt idx="4692">
                  <c:v>41510</c:v>
                </c:pt>
                <c:pt idx="4693">
                  <c:v>41509</c:v>
                </c:pt>
                <c:pt idx="4694">
                  <c:v>41508</c:v>
                </c:pt>
                <c:pt idx="4695">
                  <c:v>41507</c:v>
                </c:pt>
                <c:pt idx="4696">
                  <c:v>41506</c:v>
                </c:pt>
                <c:pt idx="4697">
                  <c:v>41505</c:v>
                </c:pt>
                <c:pt idx="4698">
                  <c:v>41504</c:v>
                </c:pt>
                <c:pt idx="4699">
                  <c:v>41503</c:v>
                </c:pt>
                <c:pt idx="4700">
                  <c:v>41502</c:v>
                </c:pt>
                <c:pt idx="4701">
                  <c:v>41501</c:v>
                </c:pt>
                <c:pt idx="4702">
                  <c:v>41500</c:v>
                </c:pt>
                <c:pt idx="4703">
                  <c:v>41499</c:v>
                </c:pt>
                <c:pt idx="4704">
                  <c:v>41498</c:v>
                </c:pt>
                <c:pt idx="4705">
                  <c:v>41497</c:v>
                </c:pt>
                <c:pt idx="4706">
                  <c:v>41496</c:v>
                </c:pt>
                <c:pt idx="4707">
                  <c:v>41495</c:v>
                </c:pt>
                <c:pt idx="4708">
                  <c:v>41494</c:v>
                </c:pt>
                <c:pt idx="4709">
                  <c:v>41493</c:v>
                </c:pt>
                <c:pt idx="4710">
                  <c:v>41492</c:v>
                </c:pt>
                <c:pt idx="4711">
                  <c:v>41491</c:v>
                </c:pt>
                <c:pt idx="4712">
                  <c:v>41490</c:v>
                </c:pt>
                <c:pt idx="4713">
                  <c:v>41489</c:v>
                </c:pt>
                <c:pt idx="4714">
                  <c:v>41488</c:v>
                </c:pt>
                <c:pt idx="4715">
                  <c:v>41487</c:v>
                </c:pt>
                <c:pt idx="4716">
                  <c:v>41486</c:v>
                </c:pt>
                <c:pt idx="4717">
                  <c:v>41485</c:v>
                </c:pt>
                <c:pt idx="4718">
                  <c:v>41484</c:v>
                </c:pt>
                <c:pt idx="4719">
                  <c:v>41483</c:v>
                </c:pt>
                <c:pt idx="4720">
                  <c:v>41482</c:v>
                </c:pt>
                <c:pt idx="4721">
                  <c:v>41481</c:v>
                </c:pt>
                <c:pt idx="4722">
                  <c:v>41480</c:v>
                </c:pt>
                <c:pt idx="4723">
                  <c:v>41479</c:v>
                </c:pt>
                <c:pt idx="4724">
                  <c:v>41478</c:v>
                </c:pt>
                <c:pt idx="4725">
                  <c:v>41477</c:v>
                </c:pt>
                <c:pt idx="4726">
                  <c:v>41476</c:v>
                </c:pt>
                <c:pt idx="4727">
                  <c:v>41475</c:v>
                </c:pt>
                <c:pt idx="4728">
                  <c:v>41474</c:v>
                </c:pt>
              </c:numCache>
            </c:numRef>
          </c:cat>
          <c:val>
            <c:numRef>
              <c:f>'图4-5海外利率&amp;通胀'!$K$5:$K$4733</c:f>
              <c:numCache>
                <c:formatCode>#,##0.00_ </c:formatCode>
                <c:ptCount val="4729"/>
                <c:pt idx="0">
                  <c:v>1</c:v>
                </c:pt>
                <c:pt idx="1">
                  <c:v>1</c:v>
                </c:pt>
                <c:pt idx="2">
                  <c:v>1</c:v>
                </c:pt>
                <c:pt idx="3">
                  <c:v>1</c:v>
                </c:pt>
                <c:pt idx="4">
                  <c:v>1</c:v>
                </c:pt>
                <c:pt idx="5">
                  <c:v>1</c:v>
                </c:pt>
                <c:pt idx="6">
                  <c:v>1</c:v>
                </c:pt>
                <c:pt idx="7">
                  <c:v>1</c:v>
                </c:pt>
                <c:pt idx="8">
                  <c:v>1</c:v>
                </c:pt>
                <c:pt idx="9">
                  <c:v>1</c:v>
                </c:pt>
                <c:pt idx="10">
                  <c:v>1</c:v>
                </c:pt>
                <c:pt idx="11">
                  <c:v>1</c:v>
                </c:pt>
                <c:pt idx="12">
                  <c:v>1</c:v>
                </c:pt>
                <c:pt idx="13">
                  <c:v>0.75</c:v>
                </c:pt>
                <c:pt idx="14">
                  <c:v>0.75</c:v>
                </c:pt>
                <c:pt idx="15">
                  <c:v>0.75</c:v>
                </c:pt>
                <c:pt idx="16">
                  <c:v>0.75</c:v>
                </c:pt>
                <c:pt idx="17">
                  <c:v>0.75</c:v>
                </c:pt>
                <c:pt idx="18">
                  <c:v>0.75</c:v>
                </c:pt>
                <c:pt idx="19">
                  <c:v>0.75</c:v>
                </c:pt>
                <c:pt idx="20">
                  <c:v>0.75</c:v>
                </c:pt>
                <c:pt idx="21">
                  <c:v>0.75</c:v>
                </c:pt>
                <c:pt idx="22">
                  <c:v>0.75</c:v>
                </c:pt>
                <c:pt idx="23">
                  <c:v>0.75</c:v>
                </c:pt>
                <c:pt idx="24">
                  <c:v>0.75</c:v>
                </c:pt>
                <c:pt idx="25">
                  <c:v>0.75</c:v>
                </c:pt>
                <c:pt idx="26">
                  <c:v>0.75</c:v>
                </c:pt>
                <c:pt idx="27">
                  <c:v>0.75</c:v>
                </c:pt>
                <c:pt idx="28">
                  <c:v>0.75</c:v>
                </c:pt>
                <c:pt idx="29">
                  <c:v>0.75</c:v>
                </c:pt>
                <c:pt idx="30">
                  <c:v>0.75</c:v>
                </c:pt>
                <c:pt idx="31">
                  <c:v>0.75</c:v>
                </c:pt>
                <c:pt idx="32">
                  <c:v>0.75</c:v>
                </c:pt>
                <c:pt idx="33">
                  <c:v>0.75</c:v>
                </c:pt>
                <c:pt idx="34">
                  <c:v>0.75</c:v>
                </c:pt>
                <c:pt idx="35">
                  <c:v>0.75</c:v>
                </c:pt>
                <c:pt idx="36">
                  <c:v>0.75</c:v>
                </c:pt>
                <c:pt idx="37">
                  <c:v>0.75</c:v>
                </c:pt>
                <c:pt idx="38">
                  <c:v>0.75</c:v>
                </c:pt>
                <c:pt idx="39">
                  <c:v>0.75</c:v>
                </c:pt>
                <c:pt idx="40">
                  <c:v>0.75</c:v>
                </c:pt>
                <c:pt idx="41">
                  <c:v>0.75</c:v>
                </c:pt>
                <c:pt idx="42">
                  <c:v>0.75</c:v>
                </c:pt>
                <c:pt idx="43">
                  <c:v>0.75</c:v>
                </c:pt>
                <c:pt idx="44">
                  <c:v>0.75</c:v>
                </c:pt>
                <c:pt idx="45">
                  <c:v>0.75</c:v>
                </c:pt>
                <c:pt idx="46">
                  <c:v>0.75</c:v>
                </c:pt>
                <c:pt idx="47">
                  <c:v>0.75</c:v>
                </c:pt>
                <c:pt idx="48">
                  <c:v>0.75</c:v>
                </c:pt>
                <c:pt idx="49">
                  <c:v>0.75</c:v>
                </c:pt>
                <c:pt idx="50">
                  <c:v>0.75</c:v>
                </c:pt>
                <c:pt idx="51">
                  <c:v>0.75</c:v>
                </c:pt>
                <c:pt idx="52">
                  <c:v>0.75</c:v>
                </c:pt>
                <c:pt idx="53">
                  <c:v>0.75</c:v>
                </c:pt>
                <c:pt idx="54">
                  <c:v>0.75</c:v>
                </c:pt>
                <c:pt idx="55">
                  <c:v>0.75</c:v>
                </c:pt>
                <c:pt idx="56">
                  <c:v>0.75</c:v>
                </c:pt>
                <c:pt idx="57">
                  <c:v>0.75</c:v>
                </c:pt>
                <c:pt idx="58">
                  <c:v>0.75</c:v>
                </c:pt>
                <c:pt idx="59">
                  <c:v>0.75</c:v>
                </c:pt>
                <c:pt idx="60">
                  <c:v>0.75</c:v>
                </c:pt>
                <c:pt idx="61">
                  <c:v>0.75</c:v>
                </c:pt>
                <c:pt idx="62">
                  <c:v>0.75</c:v>
                </c:pt>
                <c:pt idx="63">
                  <c:v>0.75</c:v>
                </c:pt>
                <c:pt idx="64">
                  <c:v>0.75</c:v>
                </c:pt>
                <c:pt idx="65">
                  <c:v>0.75</c:v>
                </c:pt>
                <c:pt idx="66">
                  <c:v>0.75</c:v>
                </c:pt>
                <c:pt idx="67">
                  <c:v>0.75</c:v>
                </c:pt>
                <c:pt idx="68">
                  <c:v>0.75</c:v>
                </c:pt>
                <c:pt idx="69">
                  <c:v>0.75</c:v>
                </c:pt>
                <c:pt idx="70">
                  <c:v>0.75</c:v>
                </c:pt>
                <c:pt idx="71">
                  <c:v>0.75</c:v>
                </c:pt>
                <c:pt idx="72">
                  <c:v>0.75</c:v>
                </c:pt>
                <c:pt idx="73">
                  <c:v>0.75</c:v>
                </c:pt>
                <c:pt idx="74">
                  <c:v>0.75</c:v>
                </c:pt>
                <c:pt idx="75">
                  <c:v>0.75</c:v>
                </c:pt>
                <c:pt idx="76">
                  <c:v>0.75</c:v>
                </c:pt>
                <c:pt idx="77">
                  <c:v>0.75</c:v>
                </c:pt>
                <c:pt idx="78">
                  <c:v>0.75</c:v>
                </c:pt>
                <c:pt idx="79">
                  <c:v>0.75</c:v>
                </c:pt>
                <c:pt idx="80">
                  <c:v>0.75</c:v>
                </c:pt>
                <c:pt idx="81">
                  <c:v>0.75</c:v>
                </c:pt>
                <c:pt idx="82">
                  <c:v>0.75</c:v>
                </c:pt>
                <c:pt idx="83">
                  <c:v>0.75</c:v>
                </c:pt>
                <c:pt idx="84">
                  <c:v>0.75</c:v>
                </c:pt>
                <c:pt idx="85">
                  <c:v>0.75</c:v>
                </c:pt>
                <c:pt idx="86">
                  <c:v>0.75</c:v>
                </c:pt>
                <c:pt idx="87">
                  <c:v>0.75</c:v>
                </c:pt>
                <c:pt idx="88">
                  <c:v>0.75</c:v>
                </c:pt>
                <c:pt idx="89">
                  <c:v>0.75</c:v>
                </c:pt>
                <c:pt idx="90">
                  <c:v>0.75</c:v>
                </c:pt>
                <c:pt idx="91">
                  <c:v>0.75</c:v>
                </c:pt>
                <c:pt idx="92">
                  <c:v>0.75</c:v>
                </c:pt>
                <c:pt idx="93">
                  <c:v>0.75</c:v>
                </c:pt>
                <c:pt idx="94">
                  <c:v>0.75</c:v>
                </c:pt>
                <c:pt idx="95">
                  <c:v>0.75</c:v>
                </c:pt>
                <c:pt idx="96">
                  <c:v>0.75</c:v>
                </c:pt>
                <c:pt idx="97">
                  <c:v>0.75</c:v>
                </c:pt>
                <c:pt idx="98">
                  <c:v>0.75</c:v>
                </c:pt>
                <c:pt idx="99">
                  <c:v>0.75</c:v>
                </c:pt>
                <c:pt idx="100">
                  <c:v>0.75</c:v>
                </c:pt>
                <c:pt idx="101">
                  <c:v>0.75</c:v>
                </c:pt>
                <c:pt idx="102">
                  <c:v>0.75</c:v>
                </c:pt>
                <c:pt idx="103">
                  <c:v>0.75</c:v>
                </c:pt>
                <c:pt idx="104">
                  <c:v>0.75</c:v>
                </c:pt>
                <c:pt idx="105">
                  <c:v>0.75</c:v>
                </c:pt>
                <c:pt idx="106">
                  <c:v>0.75</c:v>
                </c:pt>
                <c:pt idx="107">
                  <c:v>0.75</c:v>
                </c:pt>
                <c:pt idx="108">
                  <c:v>0.75</c:v>
                </c:pt>
                <c:pt idx="109">
                  <c:v>0.75</c:v>
                </c:pt>
                <c:pt idx="110">
                  <c:v>0.75</c:v>
                </c:pt>
                <c:pt idx="111">
                  <c:v>0.75</c:v>
                </c:pt>
                <c:pt idx="112">
                  <c:v>0.75</c:v>
                </c:pt>
                <c:pt idx="113">
                  <c:v>0.75</c:v>
                </c:pt>
                <c:pt idx="114">
                  <c:v>0.75</c:v>
                </c:pt>
                <c:pt idx="115">
                  <c:v>0.75</c:v>
                </c:pt>
                <c:pt idx="116">
                  <c:v>0.75</c:v>
                </c:pt>
                <c:pt idx="117">
                  <c:v>0.75</c:v>
                </c:pt>
                <c:pt idx="118">
                  <c:v>0.75</c:v>
                </c:pt>
                <c:pt idx="119">
                  <c:v>0.75</c:v>
                </c:pt>
                <c:pt idx="120">
                  <c:v>0.75</c:v>
                </c:pt>
                <c:pt idx="121">
                  <c:v>0.75</c:v>
                </c:pt>
                <c:pt idx="122">
                  <c:v>0.75</c:v>
                </c:pt>
                <c:pt idx="123">
                  <c:v>0.75</c:v>
                </c:pt>
                <c:pt idx="124">
                  <c:v>0.75</c:v>
                </c:pt>
                <c:pt idx="125">
                  <c:v>0.75</c:v>
                </c:pt>
                <c:pt idx="126">
                  <c:v>0.75</c:v>
                </c:pt>
                <c:pt idx="127">
                  <c:v>0.75</c:v>
                </c:pt>
                <c:pt idx="128">
                  <c:v>0.75</c:v>
                </c:pt>
                <c:pt idx="129">
                  <c:v>0.75</c:v>
                </c:pt>
                <c:pt idx="130">
                  <c:v>0.75</c:v>
                </c:pt>
                <c:pt idx="131">
                  <c:v>0.75</c:v>
                </c:pt>
                <c:pt idx="132">
                  <c:v>0.75</c:v>
                </c:pt>
                <c:pt idx="133">
                  <c:v>0.75</c:v>
                </c:pt>
                <c:pt idx="134">
                  <c:v>0.75</c:v>
                </c:pt>
                <c:pt idx="135">
                  <c:v>0.75</c:v>
                </c:pt>
                <c:pt idx="136">
                  <c:v>0.75</c:v>
                </c:pt>
                <c:pt idx="137">
                  <c:v>0.75</c:v>
                </c:pt>
                <c:pt idx="138">
                  <c:v>0.75</c:v>
                </c:pt>
                <c:pt idx="139">
                  <c:v>0.75</c:v>
                </c:pt>
                <c:pt idx="140">
                  <c:v>0.75</c:v>
                </c:pt>
                <c:pt idx="141">
                  <c:v>0.75</c:v>
                </c:pt>
                <c:pt idx="142">
                  <c:v>0.75</c:v>
                </c:pt>
                <c:pt idx="143">
                  <c:v>0.75</c:v>
                </c:pt>
                <c:pt idx="144">
                  <c:v>0.75</c:v>
                </c:pt>
                <c:pt idx="145">
                  <c:v>0.75</c:v>
                </c:pt>
                <c:pt idx="146">
                  <c:v>0.75</c:v>
                </c:pt>
                <c:pt idx="147">
                  <c:v>0.75</c:v>
                </c:pt>
                <c:pt idx="148">
                  <c:v>0.75</c:v>
                </c:pt>
                <c:pt idx="149">
                  <c:v>0.75</c:v>
                </c:pt>
                <c:pt idx="150">
                  <c:v>0.75</c:v>
                </c:pt>
                <c:pt idx="151">
                  <c:v>0.75</c:v>
                </c:pt>
                <c:pt idx="152">
                  <c:v>0.75</c:v>
                </c:pt>
                <c:pt idx="153">
                  <c:v>0.75</c:v>
                </c:pt>
                <c:pt idx="154">
                  <c:v>0.75</c:v>
                </c:pt>
                <c:pt idx="155">
                  <c:v>0.75</c:v>
                </c:pt>
                <c:pt idx="156">
                  <c:v>0.75</c:v>
                </c:pt>
                <c:pt idx="157">
                  <c:v>0.75</c:v>
                </c:pt>
                <c:pt idx="158">
                  <c:v>0.75</c:v>
                </c:pt>
                <c:pt idx="159">
                  <c:v>0.75</c:v>
                </c:pt>
                <c:pt idx="160">
                  <c:v>0.75</c:v>
                </c:pt>
                <c:pt idx="161">
                  <c:v>0.75</c:v>
                </c:pt>
                <c:pt idx="162">
                  <c:v>0.75</c:v>
                </c:pt>
                <c:pt idx="163">
                  <c:v>0.75</c:v>
                </c:pt>
                <c:pt idx="164">
                  <c:v>0.75</c:v>
                </c:pt>
                <c:pt idx="165">
                  <c:v>0.75</c:v>
                </c:pt>
                <c:pt idx="166">
                  <c:v>0.75</c:v>
                </c:pt>
                <c:pt idx="167">
                  <c:v>0.75</c:v>
                </c:pt>
                <c:pt idx="168">
                  <c:v>0.75</c:v>
                </c:pt>
                <c:pt idx="169">
                  <c:v>0.75</c:v>
                </c:pt>
                <c:pt idx="170">
                  <c:v>0.75</c:v>
                </c:pt>
                <c:pt idx="171">
                  <c:v>0.75</c:v>
                </c:pt>
                <c:pt idx="172">
                  <c:v>0.75</c:v>
                </c:pt>
                <c:pt idx="173">
                  <c:v>0.75</c:v>
                </c:pt>
                <c:pt idx="174">
                  <c:v>0.75</c:v>
                </c:pt>
                <c:pt idx="175">
                  <c:v>0.75</c:v>
                </c:pt>
                <c:pt idx="176">
                  <c:v>0.75</c:v>
                </c:pt>
                <c:pt idx="177">
                  <c:v>0.75</c:v>
                </c:pt>
                <c:pt idx="178">
                  <c:v>0.75</c:v>
                </c:pt>
                <c:pt idx="179">
                  <c:v>0.75</c:v>
                </c:pt>
                <c:pt idx="180">
                  <c:v>0.75</c:v>
                </c:pt>
                <c:pt idx="181">
                  <c:v>0.75</c:v>
                </c:pt>
                <c:pt idx="182">
                  <c:v>0.75</c:v>
                </c:pt>
                <c:pt idx="183">
                  <c:v>0.75</c:v>
                </c:pt>
                <c:pt idx="184">
                  <c:v>0.75</c:v>
                </c:pt>
                <c:pt idx="185">
                  <c:v>0.75</c:v>
                </c:pt>
                <c:pt idx="186">
                  <c:v>0.75</c:v>
                </c:pt>
                <c:pt idx="187">
                  <c:v>0.75</c:v>
                </c:pt>
                <c:pt idx="188">
                  <c:v>0.75</c:v>
                </c:pt>
                <c:pt idx="189">
                  <c:v>0.75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0.25</c:v>
                </c:pt>
                <c:pt idx="520">
                  <c:v>0.25</c:v>
                </c:pt>
                <c:pt idx="521">
                  <c:v>0.25</c:v>
                </c:pt>
                <c:pt idx="522">
                  <c:v>0.25</c:v>
                </c:pt>
                <c:pt idx="523">
                  <c:v>0.25</c:v>
                </c:pt>
                <c:pt idx="524">
                  <c:v>0.25</c:v>
                </c:pt>
                <c:pt idx="525">
                  <c:v>0.25</c:v>
                </c:pt>
                <c:pt idx="526">
                  <c:v>0.25</c:v>
                </c:pt>
                <c:pt idx="527">
                  <c:v>0.25</c:v>
                </c:pt>
                <c:pt idx="528">
                  <c:v>0.25</c:v>
                </c:pt>
                <c:pt idx="529">
                  <c:v>0.25</c:v>
                </c:pt>
                <c:pt idx="530">
                  <c:v>0.25</c:v>
                </c:pt>
                <c:pt idx="531">
                  <c:v>0.25</c:v>
                </c:pt>
                <c:pt idx="532">
                  <c:v>0.25</c:v>
                </c:pt>
                <c:pt idx="533">
                  <c:v>0.25</c:v>
                </c:pt>
                <c:pt idx="534">
                  <c:v>0.25</c:v>
                </c:pt>
                <c:pt idx="535">
                  <c:v>0.25</c:v>
                </c:pt>
                <c:pt idx="536">
                  <c:v>0.25</c:v>
                </c:pt>
                <c:pt idx="537">
                  <c:v>0.25</c:v>
                </c:pt>
                <c:pt idx="538">
                  <c:v>0.25</c:v>
                </c:pt>
                <c:pt idx="539">
                  <c:v>0.25</c:v>
                </c:pt>
                <c:pt idx="540">
                  <c:v>0.25</c:v>
                </c:pt>
                <c:pt idx="541">
                  <c:v>0.25</c:v>
                </c:pt>
                <c:pt idx="542">
                  <c:v>0.25</c:v>
                </c:pt>
                <c:pt idx="543">
                  <c:v>0.25</c:v>
                </c:pt>
                <c:pt idx="544">
                  <c:v>0.25</c:v>
                </c:pt>
                <c:pt idx="545">
                  <c:v>0.25</c:v>
                </c:pt>
                <c:pt idx="546">
                  <c:v>0.25</c:v>
                </c:pt>
                <c:pt idx="547">
                  <c:v>0.25</c:v>
                </c:pt>
                <c:pt idx="548">
                  <c:v>0.25</c:v>
                </c:pt>
                <c:pt idx="549">
                  <c:v>0.25</c:v>
                </c:pt>
                <c:pt idx="550">
                  <c:v>0.25</c:v>
                </c:pt>
                <c:pt idx="551">
                  <c:v>0.25</c:v>
                </c:pt>
                <c:pt idx="552">
                  <c:v>0.25</c:v>
                </c:pt>
                <c:pt idx="553">
                  <c:v>0.25</c:v>
                </c:pt>
                <c:pt idx="554">
                  <c:v>0.25</c:v>
                </c:pt>
                <c:pt idx="555">
                  <c:v>0.25</c:v>
                </c:pt>
                <c:pt idx="556">
                  <c:v>0.25</c:v>
                </c:pt>
                <c:pt idx="557">
                  <c:v>0.25</c:v>
                </c:pt>
                <c:pt idx="558">
                  <c:v>0.25</c:v>
                </c:pt>
                <c:pt idx="559">
                  <c:v>0.25</c:v>
                </c:pt>
                <c:pt idx="560">
                  <c:v>0.25</c:v>
                </c:pt>
                <c:pt idx="561">
                  <c:v>0.25</c:v>
                </c:pt>
                <c:pt idx="562">
                  <c:v>0.25</c:v>
                </c:pt>
                <c:pt idx="563">
                  <c:v>0.25</c:v>
                </c:pt>
                <c:pt idx="564">
                  <c:v>0.25</c:v>
                </c:pt>
                <c:pt idx="565">
                  <c:v>0.25</c:v>
                </c:pt>
                <c:pt idx="566">
                  <c:v>0.25</c:v>
                </c:pt>
                <c:pt idx="567">
                  <c:v>0.25</c:v>
                </c:pt>
                <c:pt idx="568">
                  <c:v>0.25</c:v>
                </c:pt>
                <c:pt idx="569">
                  <c:v>0.25</c:v>
                </c:pt>
                <c:pt idx="570">
                  <c:v>0.25</c:v>
                </c:pt>
                <c:pt idx="571">
                  <c:v>0.25</c:v>
                </c:pt>
                <c:pt idx="572">
                  <c:v>0.25</c:v>
                </c:pt>
                <c:pt idx="573">
                  <c:v>0.25</c:v>
                </c:pt>
                <c:pt idx="574">
                  <c:v>0.25</c:v>
                </c:pt>
                <c:pt idx="575">
                  <c:v>0.25</c:v>
                </c:pt>
                <c:pt idx="576">
                  <c:v>0.25</c:v>
                </c:pt>
                <c:pt idx="577">
                  <c:v>0.25</c:v>
                </c:pt>
                <c:pt idx="578">
                  <c:v>0.25</c:v>
                </c:pt>
                <c:pt idx="579">
                  <c:v>0.25</c:v>
                </c:pt>
                <c:pt idx="580">
                  <c:v>0.25</c:v>
                </c:pt>
                <c:pt idx="581">
                  <c:v>0.25</c:v>
                </c:pt>
                <c:pt idx="582">
                  <c:v>0.25</c:v>
                </c:pt>
                <c:pt idx="583">
                  <c:v>0.25</c:v>
                </c:pt>
                <c:pt idx="584">
                  <c:v>0.25</c:v>
                </c:pt>
                <c:pt idx="585">
                  <c:v>0.25</c:v>
                </c:pt>
                <c:pt idx="586">
                  <c:v>0.25</c:v>
                </c:pt>
                <c:pt idx="587">
                  <c:v>0.25</c:v>
                </c:pt>
                <c:pt idx="588">
                  <c:v>0.25</c:v>
                </c:pt>
                <c:pt idx="589">
                  <c:v>0.25</c:v>
                </c:pt>
                <c:pt idx="590">
                  <c:v>0.25</c:v>
                </c:pt>
                <c:pt idx="591">
                  <c:v>0.25</c:v>
                </c:pt>
                <c:pt idx="592">
                  <c:v>0.25</c:v>
                </c:pt>
                <c:pt idx="593">
                  <c:v>0.25</c:v>
                </c:pt>
                <c:pt idx="594">
                  <c:v>0.25</c:v>
                </c:pt>
                <c:pt idx="595">
                  <c:v>0.25</c:v>
                </c:pt>
                <c:pt idx="596">
                  <c:v>0.25</c:v>
                </c:pt>
                <c:pt idx="597">
                  <c:v>0.25</c:v>
                </c:pt>
                <c:pt idx="598">
                  <c:v>0.25</c:v>
                </c:pt>
                <c:pt idx="599">
                  <c:v>0.25</c:v>
                </c:pt>
                <c:pt idx="600">
                  <c:v>0.25</c:v>
                </c:pt>
                <c:pt idx="601">
                  <c:v>0.25</c:v>
                </c:pt>
                <c:pt idx="602">
                  <c:v>0.25</c:v>
                </c:pt>
                <c:pt idx="603">
                  <c:v>0.25</c:v>
                </c:pt>
                <c:pt idx="604">
                  <c:v>0.25</c:v>
                </c:pt>
                <c:pt idx="605">
                  <c:v>0.25</c:v>
                </c:pt>
                <c:pt idx="606">
                  <c:v>0.25</c:v>
                </c:pt>
                <c:pt idx="607">
                  <c:v>0.25</c:v>
                </c:pt>
                <c:pt idx="608">
                  <c:v>0.25</c:v>
                </c:pt>
                <c:pt idx="609">
                  <c:v>0.25</c:v>
                </c:pt>
                <c:pt idx="610">
                  <c:v>0.25</c:v>
                </c:pt>
                <c:pt idx="611">
                  <c:v>0.25</c:v>
                </c:pt>
                <c:pt idx="612">
                  <c:v>0.25</c:v>
                </c:pt>
                <c:pt idx="613">
                  <c:v>0.25</c:v>
                </c:pt>
                <c:pt idx="614">
                  <c:v>0.25</c:v>
                </c:pt>
                <c:pt idx="615">
                  <c:v>0.25</c:v>
                </c:pt>
                <c:pt idx="616">
                  <c:v>0.25</c:v>
                </c:pt>
                <c:pt idx="617">
                  <c:v>0.25</c:v>
                </c:pt>
                <c:pt idx="618">
                  <c:v>0.25</c:v>
                </c:pt>
                <c:pt idx="619">
                  <c:v>0.25</c:v>
                </c:pt>
                <c:pt idx="620">
                  <c:v>0.25</c:v>
                </c:pt>
                <c:pt idx="621">
                  <c:v>0.25</c:v>
                </c:pt>
                <c:pt idx="622">
                  <c:v>0.25</c:v>
                </c:pt>
                <c:pt idx="623">
                  <c:v>0.25</c:v>
                </c:pt>
                <c:pt idx="624">
                  <c:v>0.25</c:v>
                </c:pt>
                <c:pt idx="625">
                  <c:v>0.25</c:v>
                </c:pt>
                <c:pt idx="626">
                  <c:v>0.25</c:v>
                </c:pt>
                <c:pt idx="627">
                  <c:v>0.25</c:v>
                </c:pt>
                <c:pt idx="628">
                  <c:v>0.25</c:v>
                </c:pt>
                <c:pt idx="629">
                  <c:v>0.25</c:v>
                </c:pt>
                <c:pt idx="630">
                  <c:v>0.25</c:v>
                </c:pt>
                <c:pt idx="631">
                  <c:v>0.25</c:v>
                </c:pt>
                <c:pt idx="632">
                  <c:v>0.25</c:v>
                </c:pt>
                <c:pt idx="633">
                  <c:v>0.25</c:v>
                </c:pt>
                <c:pt idx="634">
                  <c:v>0.25</c:v>
                </c:pt>
                <c:pt idx="635">
                  <c:v>0.25</c:v>
                </c:pt>
                <c:pt idx="636">
                  <c:v>0.25</c:v>
                </c:pt>
                <c:pt idx="637">
                  <c:v>0.25</c:v>
                </c:pt>
                <c:pt idx="638">
                  <c:v>0.25</c:v>
                </c:pt>
                <c:pt idx="639">
                  <c:v>0.25</c:v>
                </c:pt>
                <c:pt idx="640">
                  <c:v>0.25</c:v>
                </c:pt>
                <c:pt idx="641">
                  <c:v>0.25</c:v>
                </c:pt>
                <c:pt idx="642">
                  <c:v>0.25</c:v>
                </c:pt>
                <c:pt idx="643">
                  <c:v>0.25</c:v>
                </c:pt>
                <c:pt idx="644">
                  <c:v>0.25</c:v>
                </c:pt>
                <c:pt idx="645">
                  <c:v>0.25</c:v>
                </c:pt>
                <c:pt idx="646">
                  <c:v>0.25</c:v>
                </c:pt>
                <c:pt idx="647">
                  <c:v>0.25</c:v>
                </c:pt>
                <c:pt idx="648">
                  <c:v>0.25</c:v>
                </c:pt>
                <c:pt idx="649">
                  <c:v>0.25</c:v>
                </c:pt>
                <c:pt idx="650">
                  <c:v>0.25</c:v>
                </c:pt>
                <c:pt idx="651">
                  <c:v>0.25</c:v>
                </c:pt>
                <c:pt idx="652">
                  <c:v>0.25</c:v>
                </c:pt>
                <c:pt idx="653">
                  <c:v>0.25</c:v>
                </c:pt>
                <c:pt idx="654">
                  <c:v>0.25</c:v>
                </c:pt>
                <c:pt idx="655">
                  <c:v>0.25</c:v>
                </c:pt>
                <c:pt idx="656">
                  <c:v>0.25</c:v>
                </c:pt>
                <c:pt idx="657">
                  <c:v>0.25</c:v>
                </c:pt>
                <c:pt idx="658">
                  <c:v>0.25</c:v>
                </c:pt>
                <c:pt idx="659">
                  <c:v>0.25</c:v>
                </c:pt>
                <c:pt idx="660">
                  <c:v>0.25</c:v>
                </c:pt>
                <c:pt idx="661">
                  <c:v>0.25</c:v>
                </c:pt>
                <c:pt idx="662">
                  <c:v>0.25</c:v>
                </c:pt>
                <c:pt idx="663">
                  <c:v>0.25</c:v>
                </c:pt>
                <c:pt idx="664">
                  <c:v>0.25</c:v>
                </c:pt>
                <c:pt idx="665">
                  <c:v>0.25</c:v>
                </c:pt>
                <c:pt idx="666">
                  <c:v>0.25</c:v>
                </c:pt>
                <c:pt idx="667">
                  <c:v>0.25</c:v>
                </c:pt>
                <c:pt idx="668">
                  <c:v>0.25</c:v>
                </c:pt>
                <c:pt idx="669">
                  <c:v>0.25</c:v>
                </c:pt>
                <c:pt idx="670">
                  <c:v>0.25</c:v>
                </c:pt>
                <c:pt idx="671">
                  <c:v>0.25</c:v>
                </c:pt>
                <c:pt idx="672">
                  <c:v>0.25</c:v>
                </c:pt>
                <c:pt idx="673">
                  <c:v>0.25</c:v>
                </c:pt>
                <c:pt idx="674">
                  <c:v>0.25</c:v>
                </c:pt>
                <c:pt idx="675">
                  <c:v>0.25</c:v>
                </c:pt>
                <c:pt idx="676">
                  <c:v>0.25</c:v>
                </c:pt>
                <c:pt idx="677">
                  <c:v>0.25</c:v>
                </c:pt>
                <c:pt idx="678">
                  <c:v>0.25</c:v>
                </c:pt>
                <c:pt idx="679">
                  <c:v>0.25</c:v>
                </c:pt>
                <c:pt idx="680">
                  <c:v>0.25</c:v>
                </c:pt>
                <c:pt idx="681">
                  <c:v>0.25</c:v>
                </c:pt>
                <c:pt idx="682">
                  <c:v>0.25</c:v>
                </c:pt>
                <c:pt idx="683">
                  <c:v>0.25</c:v>
                </c:pt>
                <c:pt idx="684">
                  <c:v>0.25</c:v>
                </c:pt>
                <c:pt idx="685">
                  <c:v>0.25</c:v>
                </c:pt>
                <c:pt idx="686">
                  <c:v>0.25</c:v>
                </c:pt>
                <c:pt idx="687">
                  <c:v>0.25</c:v>
                </c:pt>
                <c:pt idx="688">
                  <c:v>0.25</c:v>
                </c:pt>
                <c:pt idx="689">
                  <c:v>0.25</c:v>
                </c:pt>
                <c:pt idx="690">
                  <c:v>0.25</c:v>
                </c:pt>
                <c:pt idx="691">
                  <c:v>0.25</c:v>
                </c:pt>
                <c:pt idx="692">
                  <c:v>0.25</c:v>
                </c:pt>
                <c:pt idx="693">
                  <c:v>0.25</c:v>
                </c:pt>
                <c:pt idx="694">
                  <c:v>0.25</c:v>
                </c:pt>
                <c:pt idx="695">
                  <c:v>0.25</c:v>
                </c:pt>
                <c:pt idx="696">
                  <c:v>0.25</c:v>
                </c:pt>
                <c:pt idx="697">
                  <c:v>0.25</c:v>
                </c:pt>
                <c:pt idx="698">
                  <c:v>0.1</c:v>
                </c:pt>
                <c:pt idx="699">
                  <c:v>0.1</c:v>
                </c:pt>
                <c:pt idx="700">
                  <c:v>0.1</c:v>
                </c:pt>
                <c:pt idx="701">
                  <c:v>0.1</c:v>
                </c:pt>
                <c:pt idx="702">
                  <c:v>0.1</c:v>
                </c:pt>
                <c:pt idx="703">
                  <c:v>0.1</c:v>
                </c:pt>
                <c:pt idx="704">
                  <c:v>0.1</c:v>
                </c:pt>
                <c:pt idx="705">
                  <c:v>0.1</c:v>
                </c:pt>
                <c:pt idx="706">
                  <c:v>0.1</c:v>
                </c:pt>
                <c:pt idx="707">
                  <c:v>0.1</c:v>
                </c:pt>
                <c:pt idx="708">
                  <c:v>0.1</c:v>
                </c:pt>
                <c:pt idx="709">
                  <c:v>0.1</c:v>
                </c:pt>
                <c:pt idx="710">
                  <c:v>0.1</c:v>
                </c:pt>
                <c:pt idx="711">
                  <c:v>0.1</c:v>
                </c:pt>
                <c:pt idx="712">
                  <c:v>0.1</c:v>
                </c:pt>
                <c:pt idx="713">
                  <c:v>0.1</c:v>
                </c:pt>
                <c:pt idx="714">
                  <c:v>0.1</c:v>
                </c:pt>
                <c:pt idx="715">
                  <c:v>0.1</c:v>
                </c:pt>
                <c:pt idx="716">
                  <c:v>0.1</c:v>
                </c:pt>
                <c:pt idx="717">
                  <c:v>0.1</c:v>
                </c:pt>
                <c:pt idx="718">
                  <c:v>0.1</c:v>
                </c:pt>
                <c:pt idx="719">
                  <c:v>0.1</c:v>
                </c:pt>
                <c:pt idx="720">
                  <c:v>0.1</c:v>
                </c:pt>
                <c:pt idx="721">
                  <c:v>0.1</c:v>
                </c:pt>
                <c:pt idx="722">
                  <c:v>0.1</c:v>
                </c:pt>
                <c:pt idx="723">
                  <c:v>0.1</c:v>
                </c:pt>
                <c:pt idx="724">
                  <c:v>0.1</c:v>
                </c:pt>
                <c:pt idx="725">
                  <c:v>0.1</c:v>
                </c:pt>
                <c:pt idx="726">
                  <c:v>0.1</c:v>
                </c:pt>
                <c:pt idx="727">
                  <c:v>0.1</c:v>
                </c:pt>
                <c:pt idx="728">
                  <c:v>0.1</c:v>
                </c:pt>
                <c:pt idx="729">
                  <c:v>0.1</c:v>
                </c:pt>
                <c:pt idx="730">
                  <c:v>0.1</c:v>
                </c:pt>
                <c:pt idx="731">
                  <c:v>0.1</c:v>
                </c:pt>
                <c:pt idx="732">
                  <c:v>0.1</c:v>
                </c:pt>
                <c:pt idx="733">
                  <c:v>0.1</c:v>
                </c:pt>
                <c:pt idx="734">
                  <c:v>0.1</c:v>
                </c:pt>
                <c:pt idx="735">
                  <c:v>0.1</c:v>
                </c:pt>
                <c:pt idx="736">
                  <c:v>0.1</c:v>
                </c:pt>
                <c:pt idx="737">
                  <c:v>0.1</c:v>
                </c:pt>
                <c:pt idx="738">
                  <c:v>0.1</c:v>
                </c:pt>
                <c:pt idx="739">
                  <c:v>0.1</c:v>
                </c:pt>
                <c:pt idx="740">
                  <c:v>0.1</c:v>
                </c:pt>
                <c:pt idx="741">
                  <c:v>0.1</c:v>
                </c:pt>
                <c:pt idx="742">
                  <c:v>0.1</c:v>
                </c:pt>
                <c:pt idx="743">
                  <c:v>0.1</c:v>
                </c:pt>
                <c:pt idx="744">
                  <c:v>0.1</c:v>
                </c:pt>
                <c:pt idx="745">
                  <c:v>0.1</c:v>
                </c:pt>
                <c:pt idx="746">
                  <c:v>0.1</c:v>
                </c:pt>
                <c:pt idx="747">
                  <c:v>0.1</c:v>
                </c:pt>
                <c:pt idx="748">
                  <c:v>0.1</c:v>
                </c:pt>
                <c:pt idx="749">
                  <c:v>0.1</c:v>
                </c:pt>
                <c:pt idx="750">
                  <c:v>0.1</c:v>
                </c:pt>
                <c:pt idx="751">
                  <c:v>0.1</c:v>
                </c:pt>
                <c:pt idx="752">
                  <c:v>0.1</c:v>
                </c:pt>
                <c:pt idx="753">
                  <c:v>0.1</c:v>
                </c:pt>
                <c:pt idx="754">
                  <c:v>0.1</c:v>
                </c:pt>
                <c:pt idx="755">
                  <c:v>0.1</c:v>
                </c:pt>
                <c:pt idx="756">
                  <c:v>0.1</c:v>
                </c:pt>
                <c:pt idx="757">
                  <c:v>0.1</c:v>
                </c:pt>
                <c:pt idx="758">
                  <c:v>0.1</c:v>
                </c:pt>
                <c:pt idx="759">
                  <c:v>0.1</c:v>
                </c:pt>
                <c:pt idx="760">
                  <c:v>0.1</c:v>
                </c:pt>
                <c:pt idx="761">
                  <c:v>0.1</c:v>
                </c:pt>
                <c:pt idx="762">
                  <c:v>0.1</c:v>
                </c:pt>
                <c:pt idx="763">
                  <c:v>0.1</c:v>
                </c:pt>
                <c:pt idx="764">
                  <c:v>0.1</c:v>
                </c:pt>
                <c:pt idx="765">
                  <c:v>0.1</c:v>
                </c:pt>
                <c:pt idx="766">
                  <c:v>0.1</c:v>
                </c:pt>
                <c:pt idx="767">
                  <c:v>0.1</c:v>
                </c:pt>
                <c:pt idx="768">
                  <c:v>0.1</c:v>
                </c:pt>
                <c:pt idx="769">
                  <c:v>0.1</c:v>
                </c:pt>
                <c:pt idx="770">
                  <c:v>0.1</c:v>
                </c:pt>
                <c:pt idx="771">
                  <c:v>0.1</c:v>
                </c:pt>
                <c:pt idx="772">
                  <c:v>0.1</c:v>
                </c:pt>
                <c:pt idx="773">
                  <c:v>0.1</c:v>
                </c:pt>
                <c:pt idx="774">
                  <c:v>0.1</c:v>
                </c:pt>
                <c:pt idx="775">
                  <c:v>0.1</c:v>
                </c:pt>
                <c:pt idx="776">
                  <c:v>0.1</c:v>
                </c:pt>
                <c:pt idx="777">
                  <c:v>0.1</c:v>
                </c:pt>
                <c:pt idx="778">
                  <c:v>0.1</c:v>
                </c:pt>
                <c:pt idx="779">
                  <c:v>0.1</c:v>
                </c:pt>
                <c:pt idx="780">
                  <c:v>0.1</c:v>
                </c:pt>
                <c:pt idx="781">
                  <c:v>0.1</c:v>
                </c:pt>
                <c:pt idx="782">
                  <c:v>0.1</c:v>
                </c:pt>
                <c:pt idx="783">
                  <c:v>0.1</c:v>
                </c:pt>
                <c:pt idx="784">
                  <c:v>0.1</c:v>
                </c:pt>
                <c:pt idx="785">
                  <c:v>0.1</c:v>
                </c:pt>
                <c:pt idx="786">
                  <c:v>0.1</c:v>
                </c:pt>
                <c:pt idx="787">
                  <c:v>0.1</c:v>
                </c:pt>
                <c:pt idx="788">
                  <c:v>0.1</c:v>
                </c:pt>
                <c:pt idx="789">
                  <c:v>0.1</c:v>
                </c:pt>
                <c:pt idx="790">
                  <c:v>0.1</c:v>
                </c:pt>
                <c:pt idx="791">
                  <c:v>0.1</c:v>
                </c:pt>
                <c:pt idx="792">
                  <c:v>0.1</c:v>
                </c:pt>
                <c:pt idx="793">
                  <c:v>0.1</c:v>
                </c:pt>
                <c:pt idx="794">
                  <c:v>0.1</c:v>
                </c:pt>
                <c:pt idx="795">
                  <c:v>0.1</c:v>
                </c:pt>
                <c:pt idx="796">
                  <c:v>0.1</c:v>
                </c:pt>
                <c:pt idx="797">
                  <c:v>0.1</c:v>
                </c:pt>
                <c:pt idx="798">
                  <c:v>0.1</c:v>
                </c:pt>
                <c:pt idx="799">
                  <c:v>0.1</c:v>
                </c:pt>
                <c:pt idx="800">
                  <c:v>0.1</c:v>
                </c:pt>
                <c:pt idx="801">
                  <c:v>0.1</c:v>
                </c:pt>
                <c:pt idx="802">
                  <c:v>0.1</c:v>
                </c:pt>
                <c:pt idx="803">
                  <c:v>0.1</c:v>
                </c:pt>
                <c:pt idx="804">
                  <c:v>0.1</c:v>
                </c:pt>
                <c:pt idx="805">
                  <c:v>0.1</c:v>
                </c:pt>
                <c:pt idx="806">
                  <c:v>0.1</c:v>
                </c:pt>
                <c:pt idx="807">
                  <c:v>0.1</c:v>
                </c:pt>
                <c:pt idx="808">
                  <c:v>0.1</c:v>
                </c:pt>
                <c:pt idx="809">
                  <c:v>0.1</c:v>
                </c:pt>
                <c:pt idx="810">
                  <c:v>0.1</c:v>
                </c:pt>
                <c:pt idx="811">
                  <c:v>0.1</c:v>
                </c:pt>
                <c:pt idx="812">
                  <c:v>0.1</c:v>
                </c:pt>
                <c:pt idx="813">
                  <c:v>0.1</c:v>
                </c:pt>
                <c:pt idx="814">
                  <c:v>0.1</c:v>
                </c:pt>
                <c:pt idx="815">
                  <c:v>0.1</c:v>
                </c:pt>
                <c:pt idx="816">
                  <c:v>0.1</c:v>
                </c:pt>
                <c:pt idx="817">
                  <c:v>0.1</c:v>
                </c:pt>
                <c:pt idx="818">
                  <c:v>0.1</c:v>
                </c:pt>
                <c:pt idx="819">
                  <c:v>0.1</c:v>
                </c:pt>
                <c:pt idx="820">
                  <c:v>0.1</c:v>
                </c:pt>
                <c:pt idx="821">
                  <c:v>0.1</c:v>
                </c:pt>
                <c:pt idx="822">
                  <c:v>0.1</c:v>
                </c:pt>
                <c:pt idx="823">
                  <c:v>0.1</c:v>
                </c:pt>
                <c:pt idx="824">
                  <c:v>0.1</c:v>
                </c:pt>
                <c:pt idx="825">
                  <c:v>0.1</c:v>
                </c:pt>
                <c:pt idx="826">
                  <c:v>0.1</c:v>
                </c:pt>
                <c:pt idx="827">
                  <c:v>0.1</c:v>
                </c:pt>
                <c:pt idx="828">
                  <c:v>0.1</c:v>
                </c:pt>
                <c:pt idx="829">
                  <c:v>0.1</c:v>
                </c:pt>
                <c:pt idx="830">
                  <c:v>0.1</c:v>
                </c:pt>
                <c:pt idx="831">
                  <c:v>-0.1</c:v>
                </c:pt>
                <c:pt idx="832">
                  <c:v>-0.1</c:v>
                </c:pt>
                <c:pt idx="833">
                  <c:v>-0.1</c:v>
                </c:pt>
                <c:pt idx="834">
                  <c:v>-0.1</c:v>
                </c:pt>
                <c:pt idx="835">
                  <c:v>-0.1</c:v>
                </c:pt>
                <c:pt idx="836">
                  <c:v>-0.1</c:v>
                </c:pt>
                <c:pt idx="837">
                  <c:v>-0.1</c:v>
                </c:pt>
                <c:pt idx="838">
                  <c:v>-0.1</c:v>
                </c:pt>
                <c:pt idx="839">
                  <c:v>-0.1</c:v>
                </c:pt>
                <c:pt idx="840">
                  <c:v>-0.1</c:v>
                </c:pt>
                <c:pt idx="841">
                  <c:v>-0.1</c:v>
                </c:pt>
                <c:pt idx="842">
                  <c:v>-0.1</c:v>
                </c:pt>
                <c:pt idx="843">
                  <c:v>-0.1</c:v>
                </c:pt>
                <c:pt idx="844">
                  <c:v>-0.1</c:v>
                </c:pt>
                <c:pt idx="845">
                  <c:v>-0.1</c:v>
                </c:pt>
                <c:pt idx="846">
                  <c:v>-0.1</c:v>
                </c:pt>
                <c:pt idx="847">
                  <c:v>-0.1</c:v>
                </c:pt>
                <c:pt idx="848">
                  <c:v>-0.1</c:v>
                </c:pt>
                <c:pt idx="849">
                  <c:v>-0.1</c:v>
                </c:pt>
                <c:pt idx="850">
                  <c:v>-0.1</c:v>
                </c:pt>
                <c:pt idx="851">
                  <c:v>-0.1</c:v>
                </c:pt>
                <c:pt idx="852">
                  <c:v>-0.1</c:v>
                </c:pt>
                <c:pt idx="853">
                  <c:v>-0.1</c:v>
                </c:pt>
                <c:pt idx="854">
                  <c:v>-0.1</c:v>
                </c:pt>
                <c:pt idx="855">
                  <c:v>-0.1</c:v>
                </c:pt>
                <c:pt idx="856">
                  <c:v>-0.1</c:v>
                </c:pt>
                <c:pt idx="857">
                  <c:v>-0.1</c:v>
                </c:pt>
                <c:pt idx="858">
                  <c:v>-0.1</c:v>
                </c:pt>
                <c:pt idx="859">
                  <c:v>-0.1</c:v>
                </c:pt>
                <c:pt idx="860">
                  <c:v>-0.1</c:v>
                </c:pt>
                <c:pt idx="861">
                  <c:v>-0.1</c:v>
                </c:pt>
                <c:pt idx="862">
                  <c:v>-0.1</c:v>
                </c:pt>
                <c:pt idx="863">
                  <c:v>-0.1</c:v>
                </c:pt>
                <c:pt idx="864">
                  <c:v>-0.1</c:v>
                </c:pt>
                <c:pt idx="865">
                  <c:v>-0.1</c:v>
                </c:pt>
                <c:pt idx="866">
                  <c:v>-0.1</c:v>
                </c:pt>
                <c:pt idx="867">
                  <c:v>-0.1</c:v>
                </c:pt>
                <c:pt idx="868">
                  <c:v>-0.1</c:v>
                </c:pt>
                <c:pt idx="869">
                  <c:v>-0.1</c:v>
                </c:pt>
                <c:pt idx="870">
                  <c:v>-0.1</c:v>
                </c:pt>
                <c:pt idx="871">
                  <c:v>-0.1</c:v>
                </c:pt>
                <c:pt idx="872">
                  <c:v>-0.1</c:v>
                </c:pt>
                <c:pt idx="873">
                  <c:v>-0.1</c:v>
                </c:pt>
                <c:pt idx="874">
                  <c:v>-0.1</c:v>
                </c:pt>
                <c:pt idx="875">
                  <c:v>-0.1</c:v>
                </c:pt>
                <c:pt idx="876">
                  <c:v>-0.1</c:v>
                </c:pt>
                <c:pt idx="877">
                  <c:v>-0.1</c:v>
                </c:pt>
                <c:pt idx="878">
                  <c:v>-0.1</c:v>
                </c:pt>
                <c:pt idx="879">
                  <c:v>-0.1</c:v>
                </c:pt>
                <c:pt idx="880">
                  <c:v>-0.1</c:v>
                </c:pt>
                <c:pt idx="881">
                  <c:v>-0.1</c:v>
                </c:pt>
                <c:pt idx="882">
                  <c:v>-0.1</c:v>
                </c:pt>
                <c:pt idx="883">
                  <c:v>-0.1</c:v>
                </c:pt>
                <c:pt idx="884">
                  <c:v>-0.1</c:v>
                </c:pt>
                <c:pt idx="885">
                  <c:v>-0.1</c:v>
                </c:pt>
                <c:pt idx="886">
                  <c:v>-0.1</c:v>
                </c:pt>
                <c:pt idx="887">
                  <c:v>-0.1</c:v>
                </c:pt>
                <c:pt idx="888">
                  <c:v>-0.1</c:v>
                </c:pt>
                <c:pt idx="889">
                  <c:v>-0.1</c:v>
                </c:pt>
                <c:pt idx="890">
                  <c:v>-0.1</c:v>
                </c:pt>
                <c:pt idx="891">
                  <c:v>-0.1</c:v>
                </c:pt>
                <c:pt idx="892">
                  <c:v>-0.1</c:v>
                </c:pt>
                <c:pt idx="893">
                  <c:v>-0.1</c:v>
                </c:pt>
                <c:pt idx="894">
                  <c:v>-0.1</c:v>
                </c:pt>
                <c:pt idx="895">
                  <c:v>-0.1</c:v>
                </c:pt>
                <c:pt idx="896">
                  <c:v>-0.1</c:v>
                </c:pt>
                <c:pt idx="897">
                  <c:v>-0.1</c:v>
                </c:pt>
                <c:pt idx="898">
                  <c:v>-0.1</c:v>
                </c:pt>
                <c:pt idx="899">
                  <c:v>-0.1</c:v>
                </c:pt>
                <c:pt idx="900">
                  <c:v>-0.1</c:v>
                </c:pt>
                <c:pt idx="901">
                  <c:v>-0.1</c:v>
                </c:pt>
                <c:pt idx="902">
                  <c:v>-0.1</c:v>
                </c:pt>
                <c:pt idx="903">
                  <c:v>-0.1</c:v>
                </c:pt>
                <c:pt idx="904">
                  <c:v>-0.1</c:v>
                </c:pt>
                <c:pt idx="905">
                  <c:v>-0.1</c:v>
                </c:pt>
                <c:pt idx="906">
                  <c:v>-0.1</c:v>
                </c:pt>
                <c:pt idx="907">
                  <c:v>-0.1</c:v>
                </c:pt>
                <c:pt idx="908">
                  <c:v>-0.1</c:v>
                </c:pt>
                <c:pt idx="909">
                  <c:v>-0.1</c:v>
                </c:pt>
                <c:pt idx="910">
                  <c:v>-0.1</c:v>
                </c:pt>
                <c:pt idx="911">
                  <c:v>-0.1</c:v>
                </c:pt>
                <c:pt idx="912">
                  <c:v>-0.1</c:v>
                </c:pt>
                <c:pt idx="913">
                  <c:v>-0.1</c:v>
                </c:pt>
                <c:pt idx="914">
                  <c:v>-0.1</c:v>
                </c:pt>
                <c:pt idx="915">
                  <c:v>-0.1</c:v>
                </c:pt>
                <c:pt idx="916">
                  <c:v>-0.1</c:v>
                </c:pt>
                <c:pt idx="917">
                  <c:v>-0.1</c:v>
                </c:pt>
                <c:pt idx="918">
                  <c:v>-0.1</c:v>
                </c:pt>
                <c:pt idx="919">
                  <c:v>-0.1</c:v>
                </c:pt>
                <c:pt idx="920">
                  <c:v>-0.1</c:v>
                </c:pt>
                <c:pt idx="921">
                  <c:v>-0.1</c:v>
                </c:pt>
                <c:pt idx="922">
                  <c:v>-0.1</c:v>
                </c:pt>
                <c:pt idx="923">
                  <c:v>-0.1</c:v>
                </c:pt>
                <c:pt idx="924">
                  <c:v>-0.1</c:v>
                </c:pt>
                <c:pt idx="925">
                  <c:v>-0.1</c:v>
                </c:pt>
                <c:pt idx="926">
                  <c:v>-0.1</c:v>
                </c:pt>
                <c:pt idx="927">
                  <c:v>-0.1</c:v>
                </c:pt>
                <c:pt idx="928">
                  <c:v>-0.1</c:v>
                </c:pt>
                <c:pt idx="929">
                  <c:v>-0.1</c:v>
                </c:pt>
                <c:pt idx="930">
                  <c:v>-0.1</c:v>
                </c:pt>
                <c:pt idx="931">
                  <c:v>-0.1</c:v>
                </c:pt>
                <c:pt idx="932">
                  <c:v>-0.1</c:v>
                </c:pt>
                <c:pt idx="933">
                  <c:v>-0.1</c:v>
                </c:pt>
                <c:pt idx="934">
                  <c:v>-0.1</c:v>
                </c:pt>
                <c:pt idx="935">
                  <c:v>-0.1</c:v>
                </c:pt>
                <c:pt idx="936">
                  <c:v>-0.1</c:v>
                </c:pt>
                <c:pt idx="937">
                  <c:v>-0.1</c:v>
                </c:pt>
                <c:pt idx="938">
                  <c:v>-0.1</c:v>
                </c:pt>
                <c:pt idx="939">
                  <c:v>-0.1</c:v>
                </c:pt>
                <c:pt idx="940">
                  <c:v>-0.1</c:v>
                </c:pt>
                <c:pt idx="941">
                  <c:v>-0.1</c:v>
                </c:pt>
                <c:pt idx="942">
                  <c:v>-0.1</c:v>
                </c:pt>
                <c:pt idx="943">
                  <c:v>-0.1</c:v>
                </c:pt>
                <c:pt idx="944">
                  <c:v>-0.1</c:v>
                </c:pt>
                <c:pt idx="945">
                  <c:v>-0.1</c:v>
                </c:pt>
                <c:pt idx="946">
                  <c:v>-0.1</c:v>
                </c:pt>
                <c:pt idx="947">
                  <c:v>-0.1</c:v>
                </c:pt>
                <c:pt idx="948">
                  <c:v>-0.1</c:v>
                </c:pt>
                <c:pt idx="949">
                  <c:v>-0.1</c:v>
                </c:pt>
                <c:pt idx="950">
                  <c:v>-0.1</c:v>
                </c:pt>
                <c:pt idx="951">
                  <c:v>-0.1</c:v>
                </c:pt>
                <c:pt idx="952">
                  <c:v>-0.1</c:v>
                </c:pt>
                <c:pt idx="953">
                  <c:v>-0.1</c:v>
                </c:pt>
                <c:pt idx="954">
                  <c:v>-0.1</c:v>
                </c:pt>
                <c:pt idx="955">
                  <c:v>-0.1</c:v>
                </c:pt>
                <c:pt idx="956">
                  <c:v>-0.1</c:v>
                </c:pt>
                <c:pt idx="957">
                  <c:v>-0.1</c:v>
                </c:pt>
                <c:pt idx="958">
                  <c:v>-0.1</c:v>
                </c:pt>
                <c:pt idx="959">
                  <c:v>-0.1</c:v>
                </c:pt>
                <c:pt idx="960">
                  <c:v>-0.1</c:v>
                </c:pt>
                <c:pt idx="961">
                  <c:v>-0.1</c:v>
                </c:pt>
                <c:pt idx="962">
                  <c:v>-0.1</c:v>
                </c:pt>
                <c:pt idx="963">
                  <c:v>-0.1</c:v>
                </c:pt>
                <c:pt idx="964">
                  <c:v>-0.1</c:v>
                </c:pt>
                <c:pt idx="965">
                  <c:v>-0.1</c:v>
                </c:pt>
                <c:pt idx="966">
                  <c:v>-0.1</c:v>
                </c:pt>
                <c:pt idx="967">
                  <c:v>-0.1</c:v>
                </c:pt>
                <c:pt idx="968">
                  <c:v>-0.1</c:v>
                </c:pt>
                <c:pt idx="969">
                  <c:v>-0.1</c:v>
                </c:pt>
                <c:pt idx="970">
                  <c:v>-0.1</c:v>
                </c:pt>
                <c:pt idx="971">
                  <c:v>-0.1</c:v>
                </c:pt>
                <c:pt idx="972">
                  <c:v>-0.1</c:v>
                </c:pt>
                <c:pt idx="973">
                  <c:v>-0.1</c:v>
                </c:pt>
                <c:pt idx="974">
                  <c:v>-0.1</c:v>
                </c:pt>
                <c:pt idx="975">
                  <c:v>-0.1</c:v>
                </c:pt>
                <c:pt idx="976">
                  <c:v>-0.1</c:v>
                </c:pt>
                <c:pt idx="977">
                  <c:v>-0.1</c:v>
                </c:pt>
                <c:pt idx="978">
                  <c:v>-0.1</c:v>
                </c:pt>
                <c:pt idx="979">
                  <c:v>-0.1</c:v>
                </c:pt>
                <c:pt idx="980">
                  <c:v>-0.1</c:v>
                </c:pt>
                <c:pt idx="981">
                  <c:v>-0.1</c:v>
                </c:pt>
                <c:pt idx="982">
                  <c:v>-0.1</c:v>
                </c:pt>
                <c:pt idx="983">
                  <c:v>-0.1</c:v>
                </c:pt>
                <c:pt idx="984">
                  <c:v>-0.1</c:v>
                </c:pt>
                <c:pt idx="985">
                  <c:v>-0.1</c:v>
                </c:pt>
                <c:pt idx="986">
                  <c:v>-0.1</c:v>
                </c:pt>
                <c:pt idx="987">
                  <c:v>-0.1</c:v>
                </c:pt>
                <c:pt idx="988">
                  <c:v>-0.1</c:v>
                </c:pt>
                <c:pt idx="989">
                  <c:v>-0.1</c:v>
                </c:pt>
                <c:pt idx="990">
                  <c:v>-0.1</c:v>
                </c:pt>
                <c:pt idx="991">
                  <c:v>-0.1</c:v>
                </c:pt>
                <c:pt idx="992">
                  <c:v>-0.1</c:v>
                </c:pt>
                <c:pt idx="993">
                  <c:v>-0.1</c:v>
                </c:pt>
                <c:pt idx="994">
                  <c:v>-0.1</c:v>
                </c:pt>
                <c:pt idx="995">
                  <c:v>-0.1</c:v>
                </c:pt>
                <c:pt idx="996">
                  <c:v>-0.1</c:v>
                </c:pt>
                <c:pt idx="997">
                  <c:v>-0.1</c:v>
                </c:pt>
                <c:pt idx="998">
                  <c:v>-0.1</c:v>
                </c:pt>
                <c:pt idx="999">
                  <c:v>-0.1</c:v>
                </c:pt>
                <c:pt idx="1000">
                  <c:v>-0.1</c:v>
                </c:pt>
                <c:pt idx="1001">
                  <c:v>-0.1</c:v>
                </c:pt>
                <c:pt idx="1002">
                  <c:v>-0.1</c:v>
                </c:pt>
                <c:pt idx="1003">
                  <c:v>-0.1</c:v>
                </c:pt>
                <c:pt idx="1004">
                  <c:v>-0.1</c:v>
                </c:pt>
                <c:pt idx="1005">
                  <c:v>-0.1</c:v>
                </c:pt>
                <c:pt idx="1006">
                  <c:v>-0.1</c:v>
                </c:pt>
                <c:pt idx="1007">
                  <c:v>-0.1</c:v>
                </c:pt>
                <c:pt idx="1008">
                  <c:v>-0.1</c:v>
                </c:pt>
                <c:pt idx="1009">
                  <c:v>-0.1</c:v>
                </c:pt>
                <c:pt idx="1010">
                  <c:v>-0.1</c:v>
                </c:pt>
                <c:pt idx="1011">
                  <c:v>-0.1</c:v>
                </c:pt>
                <c:pt idx="1012">
                  <c:v>-0.1</c:v>
                </c:pt>
                <c:pt idx="1013">
                  <c:v>-0.1</c:v>
                </c:pt>
                <c:pt idx="1014">
                  <c:v>-0.1</c:v>
                </c:pt>
                <c:pt idx="1015">
                  <c:v>-0.1</c:v>
                </c:pt>
                <c:pt idx="1016">
                  <c:v>-0.1</c:v>
                </c:pt>
                <c:pt idx="1017">
                  <c:v>-0.1</c:v>
                </c:pt>
                <c:pt idx="1018">
                  <c:v>-0.1</c:v>
                </c:pt>
                <c:pt idx="1019">
                  <c:v>-0.1</c:v>
                </c:pt>
                <c:pt idx="1020">
                  <c:v>-0.1</c:v>
                </c:pt>
                <c:pt idx="1021">
                  <c:v>-0.1</c:v>
                </c:pt>
                <c:pt idx="1022">
                  <c:v>-0.1</c:v>
                </c:pt>
                <c:pt idx="1023">
                  <c:v>-0.1</c:v>
                </c:pt>
                <c:pt idx="1024">
                  <c:v>-0.1</c:v>
                </c:pt>
                <c:pt idx="1025">
                  <c:v>-0.1</c:v>
                </c:pt>
                <c:pt idx="1026">
                  <c:v>-0.1</c:v>
                </c:pt>
                <c:pt idx="1027">
                  <c:v>-0.1</c:v>
                </c:pt>
                <c:pt idx="1028">
                  <c:v>-0.1</c:v>
                </c:pt>
                <c:pt idx="1029">
                  <c:v>-0.1</c:v>
                </c:pt>
                <c:pt idx="1030">
                  <c:v>-0.1</c:v>
                </c:pt>
                <c:pt idx="1031">
                  <c:v>-0.1</c:v>
                </c:pt>
                <c:pt idx="1032">
                  <c:v>-0.1</c:v>
                </c:pt>
                <c:pt idx="1033">
                  <c:v>-0.1</c:v>
                </c:pt>
                <c:pt idx="1034">
                  <c:v>-0.1</c:v>
                </c:pt>
                <c:pt idx="1035">
                  <c:v>-0.1</c:v>
                </c:pt>
                <c:pt idx="1036">
                  <c:v>-0.1</c:v>
                </c:pt>
                <c:pt idx="1037">
                  <c:v>-0.1</c:v>
                </c:pt>
                <c:pt idx="1038">
                  <c:v>-0.1</c:v>
                </c:pt>
                <c:pt idx="1039">
                  <c:v>-0.1</c:v>
                </c:pt>
                <c:pt idx="1040">
                  <c:v>-0.1</c:v>
                </c:pt>
                <c:pt idx="1041">
                  <c:v>-0.1</c:v>
                </c:pt>
                <c:pt idx="1042">
                  <c:v>-0.1</c:v>
                </c:pt>
                <c:pt idx="1043">
                  <c:v>-0.1</c:v>
                </c:pt>
                <c:pt idx="1044">
                  <c:v>-0.1</c:v>
                </c:pt>
                <c:pt idx="1045">
                  <c:v>-0.1</c:v>
                </c:pt>
                <c:pt idx="1046">
                  <c:v>-0.1</c:v>
                </c:pt>
                <c:pt idx="1047">
                  <c:v>-0.1</c:v>
                </c:pt>
                <c:pt idx="1048">
                  <c:v>-0.1</c:v>
                </c:pt>
                <c:pt idx="1049">
                  <c:v>-0.1</c:v>
                </c:pt>
                <c:pt idx="1050">
                  <c:v>-0.1</c:v>
                </c:pt>
                <c:pt idx="1051">
                  <c:v>-0.1</c:v>
                </c:pt>
                <c:pt idx="1052">
                  <c:v>-0.1</c:v>
                </c:pt>
                <c:pt idx="1053">
                  <c:v>-0.1</c:v>
                </c:pt>
                <c:pt idx="1054">
                  <c:v>-0.1</c:v>
                </c:pt>
                <c:pt idx="1055">
                  <c:v>-0.1</c:v>
                </c:pt>
                <c:pt idx="1056">
                  <c:v>-0.1</c:v>
                </c:pt>
                <c:pt idx="1057">
                  <c:v>-0.1</c:v>
                </c:pt>
                <c:pt idx="1058">
                  <c:v>-0.1</c:v>
                </c:pt>
                <c:pt idx="1059">
                  <c:v>-0.1</c:v>
                </c:pt>
                <c:pt idx="1060">
                  <c:v>-0.1</c:v>
                </c:pt>
                <c:pt idx="1061">
                  <c:v>-0.1</c:v>
                </c:pt>
                <c:pt idx="1062">
                  <c:v>-0.1</c:v>
                </c:pt>
                <c:pt idx="1063">
                  <c:v>-0.1</c:v>
                </c:pt>
                <c:pt idx="1064">
                  <c:v>-0.1</c:v>
                </c:pt>
                <c:pt idx="1065">
                  <c:v>-0.1</c:v>
                </c:pt>
                <c:pt idx="1066">
                  <c:v>-0.1</c:v>
                </c:pt>
                <c:pt idx="1067">
                  <c:v>-0.1</c:v>
                </c:pt>
                <c:pt idx="1068">
                  <c:v>-0.1</c:v>
                </c:pt>
                <c:pt idx="1069">
                  <c:v>-0.1</c:v>
                </c:pt>
                <c:pt idx="1070">
                  <c:v>-0.1</c:v>
                </c:pt>
                <c:pt idx="1071">
                  <c:v>-0.1</c:v>
                </c:pt>
                <c:pt idx="1072">
                  <c:v>-0.1</c:v>
                </c:pt>
                <c:pt idx="1073">
                  <c:v>-0.1</c:v>
                </c:pt>
                <c:pt idx="1074">
                  <c:v>-0.1</c:v>
                </c:pt>
                <c:pt idx="1075">
                  <c:v>-0.1</c:v>
                </c:pt>
                <c:pt idx="1076">
                  <c:v>-0.1</c:v>
                </c:pt>
                <c:pt idx="1077">
                  <c:v>-0.1</c:v>
                </c:pt>
                <c:pt idx="1078">
                  <c:v>-0.1</c:v>
                </c:pt>
                <c:pt idx="1079">
                  <c:v>-0.1</c:v>
                </c:pt>
                <c:pt idx="1080">
                  <c:v>-0.1</c:v>
                </c:pt>
                <c:pt idx="1081">
                  <c:v>-0.1</c:v>
                </c:pt>
                <c:pt idx="1082">
                  <c:v>-0.1</c:v>
                </c:pt>
                <c:pt idx="1083">
                  <c:v>-0.1</c:v>
                </c:pt>
                <c:pt idx="1084">
                  <c:v>-0.1</c:v>
                </c:pt>
                <c:pt idx="1085">
                  <c:v>-0.1</c:v>
                </c:pt>
                <c:pt idx="1086">
                  <c:v>-0.1</c:v>
                </c:pt>
                <c:pt idx="1087">
                  <c:v>-0.1</c:v>
                </c:pt>
                <c:pt idx="1088">
                  <c:v>-0.1</c:v>
                </c:pt>
                <c:pt idx="1089">
                  <c:v>-0.1</c:v>
                </c:pt>
                <c:pt idx="1090">
                  <c:v>-0.1</c:v>
                </c:pt>
                <c:pt idx="1091">
                  <c:v>-0.1</c:v>
                </c:pt>
                <c:pt idx="1092">
                  <c:v>-0.1</c:v>
                </c:pt>
                <c:pt idx="1093">
                  <c:v>-0.1</c:v>
                </c:pt>
                <c:pt idx="1094">
                  <c:v>-0.1</c:v>
                </c:pt>
                <c:pt idx="1095">
                  <c:v>-0.1</c:v>
                </c:pt>
                <c:pt idx="1096">
                  <c:v>-0.1</c:v>
                </c:pt>
                <c:pt idx="1097">
                  <c:v>-0.1</c:v>
                </c:pt>
                <c:pt idx="1098">
                  <c:v>-0.1</c:v>
                </c:pt>
                <c:pt idx="1099">
                  <c:v>-0.1</c:v>
                </c:pt>
                <c:pt idx="1100">
                  <c:v>-0.1</c:v>
                </c:pt>
                <c:pt idx="1101">
                  <c:v>-0.1</c:v>
                </c:pt>
                <c:pt idx="1102">
                  <c:v>-0.1</c:v>
                </c:pt>
                <c:pt idx="1103">
                  <c:v>-0.1</c:v>
                </c:pt>
                <c:pt idx="1104">
                  <c:v>-0.1</c:v>
                </c:pt>
                <c:pt idx="1105">
                  <c:v>-0.1</c:v>
                </c:pt>
                <c:pt idx="1106">
                  <c:v>-0.1</c:v>
                </c:pt>
                <c:pt idx="1107">
                  <c:v>-0.1</c:v>
                </c:pt>
                <c:pt idx="1108">
                  <c:v>-0.1</c:v>
                </c:pt>
                <c:pt idx="1109">
                  <c:v>-0.1</c:v>
                </c:pt>
                <c:pt idx="1110">
                  <c:v>-0.1</c:v>
                </c:pt>
                <c:pt idx="1111">
                  <c:v>-0.1</c:v>
                </c:pt>
                <c:pt idx="1112">
                  <c:v>-0.1</c:v>
                </c:pt>
                <c:pt idx="1113">
                  <c:v>-0.1</c:v>
                </c:pt>
                <c:pt idx="1114">
                  <c:v>-0.1</c:v>
                </c:pt>
                <c:pt idx="1115">
                  <c:v>-0.1</c:v>
                </c:pt>
                <c:pt idx="1116">
                  <c:v>-0.1</c:v>
                </c:pt>
                <c:pt idx="1117">
                  <c:v>-0.1</c:v>
                </c:pt>
                <c:pt idx="1118">
                  <c:v>-0.1</c:v>
                </c:pt>
                <c:pt idx="1119">
                  <c:v>-0.1</c:v>
                </c:pt>
                <c:pt idx="1120">
                  <c:v>-0.1</c:v>
                </c:pt>
                <c:pt idx="1121">
                  <c:v>-0.1</c:v>
                </c:pt>
                <c:pt idx="1122">
                  <c:v>-0.1</c:v>
                </c:pt>
                <c:pt idx="1123">
                  <c:v>-0.1</c:v>
                </c:pt>
                <c:pt idx="1124">
                  <c:v>-0.1</c:v>
                </c:pt>
                <c:pt idx="1125">
                  <c:v>-0.1</c:v>
                </c:pt>
                <c:pt idx="1126">
                  <c:v>-0.1</c:v>
                </c:pt>
                <c:pt idx="1127">
                  <c:v>-0.1</c:v>
                </c:pt>
                <c:pt idx="1128">
                  <c:v>-0.1</c:v>
                </c:pt>
                <c:pt idx="1129">
                  <c:v>-0.1</c:v>
                </c:pt>
                <c:pt idx="1130">
                  <c:v>-0.1</c:v>
                </c:pt>
                <c:pt idx="1131">
                  <c:v>-0.1</c:v>
                </c:pt>
                <c:pt idx="1132">
                  <c:v>-0.1</c:v>
                </c:pt>
                <c:pt idx="1133">
                  <c:v>-0.1</c:v>
                </c:pt>
                <c:pt idx="1134">
                  <c:v>-0.1</c:v>
                </c:pt>
                <c:pt idx="1135">
                  <c:v>-0.1</c:v>
                </c:pt>
                <c:pt idx="1136">
                  <c:v>-0.1</c:v>
                </c:pt>
                <c:pt idx="1137">
                  <c:v>-0.1</c:v>
                </c:pt>
                <c:pt idx="1138">
                  <c:v>-0.1</c:v>
                </c:pt>
                <c:pt idx="1139">
                  <c:v>-0.1</c:v>
                </c:pt>
                <c:pt idx="1140">
                  <c:v>-0.1</c:v>
                </c:pt>
                <c:pt idx="1141">
                  <c:v>-0.1</c:v>
                </c:pt>
                <c:pt idx="1142">
                  <c:v>-0.1</c:v>
                </c:pt>
                <c:pt idx="1143">
                  <c:v>-0.1</c:v>
                </c:pt>
                <c:pt idx="1144">
                  <c:v>-0.1</c:v>
                </c:pt>
                <c:pt idx="1145">
                  <c:v>-0.1</c:v>
                </c:pt>
                <c:pt idx="1146">
                  <c:v>-0.1</c:v>
                </c:pt>
                <c:pt idx="1147">
                  <c:v>-0.1</c:v>
                </c:pt>
                <c:pt idx="1148">
                  <c:v>-0.1</c:v>
                </c:pt>
                <c:pt idx="1149">
                  <c:v>-0.1</c:v>
                </c:pt>
                <c:pt idx="1150">
                  <c:v>-0.1</c:v>
                </c:pt>
                <c:pt idx="1151">
                  <c:v>-0.1</c:v>
                </c:pt>
                <c:pt idx="1152">
                  <c:v>-0.1</c:v>
                </c:pt>
                <c:pt idx="1153">
                  <c:v>-0.1</c:v>
                </c:pt>
                <c:pt idx="1154">
                  <c:v>-0.1</c:v>
                </c:pt>
                <c:pt idx="1155">
                  <c:v>-0.1</c:v>
                </c:pt>
                <c:pt idx="1156">
                  <c:v>-0.1</c:v>
                </c:pt>
                <c:pt idx="1157">
                  <c:v>-0.1</c:v>
                </c:pt>
                <c:pt idx="1158">
                  <c:v>-0.1</c:v>
                </c:pt>
                <c:pt idx="1159">
                  <c:v>-0.1</c:v>
                </c:pt>
                <c:pt idx="1160">
                  <c:v>-0.1</c:v>
                </c:pt>
                <c:pt idx="1161">
                  <c:v>-0.1</c:v>
                </c:pt>
                <c:pt idx="1162">
                  <c:v>-0.1</c:v>
                </c:pt>
                <c:pt idx="1163">
                  <c:v>-0.1</c:v>
                </c:pt>
                <c:pt idx="1164">
                  <c:v>-0.1</c:v>
                </c:pt>
                <c:pt idx="1165">
                  <c:v>-0.1</c:v>
                </c:pt>
                <c:pt idx="1166">
                  <c:v>-0.1</c:v>
                </c:pt>
                <c:pt idx="1167">
                  <c:v>-0.1</c:v>
                </c:pt>
                <c:pt idx="1168">
                  <c:v>-0.1</c:v>
                </c:pt>
                <c:pt idx="1169">
                  <c:v>-0.1</c:v>
                </c:pt>
                <c:pt idx="1170">
                  <c:v>-0.1</c:v>
                </c:pt>
                <c:pt idx="1171">
                  <c:v>-0.1</c:v>
                </c:pt>
                <c:pt idx="1172">
                  <c:v>-0.1</c:v>
                </c:pt>
                <c:pt idx="1173">
                  <c:v>-0.1</c:v>
                </c:pt>
                <c:pt idx="1174">
                  <c:v>-0.1</c:v>
                </c:pt>
                <c:pt idx="1175">
                  <c:v>-0.1</c:v>
                </c:pt>
                <c:pt idx="1176">
                  <c:v>-0.1</c:v>
                </c:pt>
                <c:pt idx="1177">
                  <c:v>-0.1</c:v>
                </c:pt>
                <c:pt idx="1178">
                  <c:v>-0.1</c:v>
                </c:pt>
                <c:pt idx="1179">
                  <c:v>-0.1</c:v>
                </c:pt>
                <c:pt idx="1180">
                  <c:v>-0.1</c:v>
                </c:pt>
                <c:pt idx="1181">
                  <c:v>-0.1</c:v>
                </c:pt>
                <c:pt idx="1182">
                  <c:v>-0.1</c:v>
                </c:pt>
                <c:pt idx="1183">
                  <c:v>-0.1</c:v>
                </c:pt>
                <c:pt idx="1184">
                  <c:v>-0.1</c:v>
                </c:pt>
                <c:pt idx="1185">
                  <c:v>-0.1</c:v>
                </c:pt>
                <c:pt idx="1186">
                  <c:v>-0.1</c:v>
                </c:pt>
                <c:pt idx="1187">
                  <c:v>-0.1</c:v>
                </c:pt>
                <c:pt idx="1188">
                  <c:v>-0.1</c:v>
                </c:pt>
                <c:pt idx="1189">
                  <c:v>-0.1</c:v>
                </c:pt>
                <c:pt idx="1190">
                  <c:v>-0.1</c:v>
                </c:pt>
                <c:pt idx="1191">
                  <c:v>-0.1</c:v>
                </c:pt>
                <c:pt idx="1192">
                  <c:v>-0.1</c:v>
                </c:pt>
                <c:pt idx="1193">
                  <c:v>-0.1</c:v>
                </c:pt>
                <c:pt idx="1194">
                  <c:v>-0.1</c:v>
                </c:pt>
                <c:pt idx="1195">
                  <c:v>-0.1</c:v>
                </c:pt>
                <c:pt idx="1196">
                  <c:v>-0.1</c:v>
                </c:pt>
                <c:pt idx="1197">
                  <c:v>-0.1</c:v>
                </c:pt>
                <c:pt idx="1198">
                  <c:v>-0.1</c:v>
                </c:pt>
                <c:pt idx="1199">
                  <c:v>-0.1</c:v>
                </c:pt>
                <c:pt idx="1200">
                  <c:v>-0.1</c:v>
                </c:pt>
                <c:pt idx="1201">
                  <c:v>-0.1</c:v>
                </c:pt>
                <c:pt idx="1202">
                  <c:v>-0.1</c:v>
                </c:pt>
                <c:pt idx="1203">
                  <c:v>-0.1</c:v>
                </c:pt>
                <c:pt idx="1204">
                  <c:v>-0.1</c:v>
                </c:pt>
                <c:pt idx="1205">
                  <c:v>-0.1</c:v>
                </c:pt>
                <c:pt idx="1206">
                  <c:v>-0.1</c:v>
                </c:pt>
                <c:pt idx="1207">
                  <c:v>-0.1</c:v>
                </c:pt>
                <c:pt idx="1208">
                  <c:v>-0.1</c:v>
                </c:pt>
                <c:pt idx="1209">
                  <c:v>-0.1</c:v>
                </c:pt>
                <c:pt idx="1210">
                  <c:v>-0.1</c:v>
                </c:pt>
                <c:pt idx="1211">
                  <c:v>-0.1</c:v>
                </c:pt>
                <c:pt idx="1212">
                  <c:v>-0.1</c:v>
                </c:pt>
                <c:pt idx="1213">
                  <c:v>-0.1</c:v>
                </c:pt>
                <c:pt idx="1214">
                  <c:v>-0.1</c:v>
                </c:pt>
                <c:pt idx="1215">
                  <c:v>-0.1</c:v>
                </c:pt>
                <c:pt idx="1216">
                  <c:v>-0.1</c:v>
                </c:pt>
                <c:pt idx="1217">
                  <c:v>-0.1</c:v>
                </c:pt>
                <c:pt idx="1218">
                  <c:v>-0.1</c:v>
                </c:pt>
                <c:pt idx="1219">
                  <c:v>-0.1</c:v>
                </c:pt>
                <c:pt idx="1220">
                  <c:v>-0.1</c:v>
                </c:pt>
                <c:pt idx="1221">
                  <c:v>-0.1</c:v>
                </c:pt>
                <c:pt idx="1222">
                  <c:v>-0.1</c:v>
                </c:pt>
                <c:pt idx="1223">
                  <c:v>-0.1</c:v>
                </c:pt>
                <c:pt idx="1224">
                  <c:v>-0.1</c:v>
                </c:pt>
                <c:pt idx="1225">
                  <c:v>-0.1</c:v>
                </c:pt>
                <c:pt idx="1226">
                  <c:v>-0.1</c:v>
                </c:pt>
                <c:pt idx="1227">
                  <c:v>-0.1</c:v>
                </c:pt>
                <c:pt idx="1228">
                  <c:v>-0.1</c:v>
                </c:pt>
                <c:pt idx="1229">
                  <c:v>-0.1</c:v>
                </c:pt>
                <c:pt idx="1230">
                  <c:v>-0.1</c:v>
                </c:pt>
                <c:pt idx="1231">
                  <c:v>-0.1</c:v>
                </c:pt>
                <c:pt idx="1232">
                  <c:v>-0.1</c:v>
                </c:pt>
                <c:pt idx="1233">
                  <c:v>-0.1</c:v>
                </c:pt>
                <c:pt idx="1234">
                  <c:v>-0.1</c:v>
                </c:pt>
                <c:pt idx="1235">
                  <c:v>-0.1</c:v>
                </c:pt>
                <c:pt idx="1236">
                  <c:v>-0.1</c:v>
                </c:pt>
                <c:pt idx="1237">
                  <c:v>-0.1</c:v>
                </c:pt>
                <c:pt idx="1238">
                  <c:v>-0.1</c:v>
                </c:pt>
                <c:pt idx="1239">
                  <c:v>-0.1</c:v>
                </c:pt>
                <c:pt idx="1240">
                  <c:v>-0.1</c:v>
                </c:pt>
                <c:pt idx="1241">
                  <c:v>-0.1</c:v>
                </c:pt>
                <c:pt idx="1242">
                  <c:v>-0.1</c:v>
                </c:pt>
                <c:pt idx="1243">
                  <c:v>-0.1</c:v>
                </c:pt>
                <c:pt idx="1244">
                  <c:v>-0.1</c:v>
                </c:pt>
                <c:pt idx="1245">
                  <c:v>-0.1</c:v>
                </c:pt>
                <c:pt idx="1246">
                  <c:v>-0.1</c:v>
                </c:pt>
                <c:pt idx="1247">
                  <c:v>-0.1</c:v>
                </c:pt>
                <c:pt idx="1248">
                  <c:v>-0.1</c:v>
                </c:pt>
                <c:pt idx="1249">
                  <c:v>-0.1</c:v>
                </c:pt>
                <c:pt idx="1250">
                  <c:v>-0.1</c:v>
                </c:pt>
                <c:pt idx="1251">
                  <c:v>-0.1</c:v>
                </c:pt>
                <c:pt idx="1252">
                  <c:v>-0.1</c:v>
                </c:pt>
                <c:pt idx="1253">
                  <c:v>-0.1</c:v>
                </c:pt>
                <c:pt idx="1254">
                  <c:v>-0.1</c:v>
                </c:pt>
                <c:pt idx="1255">
                  <c:v>-0.1</c:v>
                </c:pt>
                <c:pt idx="1256">
                  <c:v>-0.1</c:v>
                </c:pt>
                <c:pt idx="1257">
                  <c:v>-0.1</c:v>
                </c:pt>
                <c:pt idx="1258">
                  <c:v>-0.1</c:v>
                </c:pt>
                <c:pt idx="1259">
                  <c:v>-0.1</c:v>
                </c:pt>
                <c:pt idx="1260">
                  <c:v>-0.1</c:v>
                </c:pt>
                <c:pt idx="1261">
                  <c:v>-0.1</c:v>
                </c:pt>
                <c:pt idx="1262">
                  <c:v>-0.1</c:v>
                </c:pt>
                <c:pt idx="1263">
                  <c:v>-0.1</c:v>
                </c:pt>
                <c:pt idx="1264">
                  <c:v>-0.1</c:v>
                </c:pt>
                <c:pt idx="1265">
                  <c:v>-0.1</c:v>
                </c:pt>
                <c:pt idx="1266">
                  <c:v>-0.1</c:v>
                </c:pt>
                <c:pt idx="1267">
                  <c:v>-0.1</c:v>
                </c:pt>
                <c:pt idx="1268">
                  <c:v>-0.1</c:v>
                </c:pt>
                <c:pt idx="1269">
                  <c:v>-0.1</c:v>
                </c:pt>
                <c:pt idx="1270">
                  <c:v>-0.1</c:v>
                </c:pt>
                <c:pt idx="1271">
                  <c:v>-0.1</c:v>
                </c:pt>
                <c:pt idx="1272">
                  <c:v>-0.1</c:v>
                </c:pt>
                <c:pt idx="1273">
                  <c:v>-0.1</c:v>
                </c:pt>
                <c:pt idx="1274">
                  <c:v>-0.1</c:v>
                </c:pt>
                <c:pt idx="1275">
                  <c:v>-0.1</c:v>
                </c:pt>
                <c:pt idx="1276">
                  <c:v>-0.1</c:v>
                </c:pt>
                <c:pt idx="1277">
                  <c:v>-0.1</c:v>
                </c:pt>
                <c:pt idx="1278">
                  <c:v>-0.1</c:v>
                </c:pt>
                <c:pt idx="1279">
                  <c:v>-0.1</c:v>
                </c:pt>
                <c:pt idx="1280">
                  <c:v>-0.1</c:v>
                </c:pt>
                <c:pt idx="1281">
                  <c:v>-0.1</c:v>
                </c:pt>
                <c:pt idx="1282">
                  <c:v>-0.1</c:v>
                </c:pt>
                <c:pt idx="1283">
                  <c:v>-0.1</c:v>
                </c:pt>
                <c:pt idx="1284">
                  <c:v>-0.1</c:v>
                </c:pt>
                <c:pt idx="1285">
                  <c:v>-0.1</c:v>
                </c:pt>
                <c:pt idx="1286">
                  <c:v>-0.1</c:v>
                </c:pt>
                <c:pt idx="1287">
                  <c:v>-0.1</c:v>
                </c:pt>
                <c:pt idx="1288">
                  <c:v>-0.1</c:v>
                </c:pt>
                <c:pt idx="1289">
                  <c:v>-0.1</c:v>
                </c:pt>
                <c:pt idx="1290">
                  <c:v>-0.1</c:v>
                </c:pt>
                <c:pt idx="1291">
                  <c:v>-0.1</c:v>
                </c:pt>
                <c:pt idx="1292">
                  <c:v>-0.1</c:v>
                </c:pt>
                <c:pt idx="1293">
                  <c:v>-0.1</c:v>
                </c:pt>
                <c:pt idx="1294">
                  <c:v>-0.1</c:v>
                </c:pt>
                <c:pt idx="1295">
                  <c:v>-0.1</c:v>
                </c:pt>
                <c:pt idx="1296">
                  <c:v>-0.1</c:v>
                </c:pt>
                <c:pt idx="1297">
                  <c:v>-0.1</c:v>
                </c:pt>
                <c:pt idx="1298">
                  <c:v>-0.1</c:v>
                </c:pt>
                <c:pt idx="1299">
                  <c:v>-0.1</c:v>
                </c:pt>
                <c:pt idx="1300">
                  <c:v>-0.1</c:v>
                </c:pt>
                <c:pt idx="1301">
                  <c:v>-0.1</c:v>
                </c:pt>
                <c:pt idx="1302">
                  <c:v>-0.1</c:v>
                </c:pt>
                <c:pt idx="1303">
                  <c:v>-0.1</c:v>
                </c:pt>
                <c:pt idx="1304">
                  <c:v>-0.1</c:v>
                </c:pt>
                <c:pt idx="1305">
                  <c:v>-0.1</c:v>
                </c:pt>
                <c:pt idx="1306">
                  <c:v>-0.1</c:v>
                </c:pt>
                <c:pt idx="1307">
                  <c:v>-0.1</c:v>
                </c:pt>
                <c:pt idx="1308">
                  <c:v>-0.1</c:v>
                </c:pt>
                <c:pt idx="1309">
                  <c:v>-0.1</c:v>
                </c:pt>
                <c:pt idx="1310">
                  <c:v>-0.1</c:v>
                </c:pt>
                <c:pt idx="1311">
                  <c:v>-0.1</c:v>
                </c:pt>
                <c:pt idx="1312">
                  <c:v>-0.1</c:v>
                </c:pt>
                <c:pt idx="1313">
                  <c:v>-0.1</c:v>
                </c:pt>
                <c:pt idx="1314">
                  <c:v>-0.1</c:v>
                </c:pt>
                <c:pt idx="1315">
                  <c:v>-0.1</c:v>
                </c:pt>
                <c:pt idx="1316">
                  <c:v>-0.1</c:v>
                </c:pt>
                <c:pt idx="1317">
                  <c:v>-0.1</c:v>
                </c:pt>
                <c:pt idx="1318">
                  <c:v>-0.1</c:v>
                </c:pt>
                <c:pt idx="1319">
                  <c:v>-0.1</c:v>
                </c:pt>
                <c:pt idx="1320">
                  <c:v>-0.1</c:v>
                </c:pt>
                <c:pt idx="1321">
                  <c:v>-0.1</c:v>
                </c:pt>
                <c:pt idx="1322">
                  <c:v>-0.1</c:v>
                </c:pt>
                <c:pt idx="1323">
                  <c:v>-0.1</c:v>
                </c:pt>
                <c:pt idx="1324">
                  <c:v>-0.1</c:v>
                </c:pt>
                <c:pt idx="1325">
                  <c:v>-0.1</c:v>
                </c:pt>
                <c:pt idx="1326">
                  <c:v>-0.1</c:v>
                </c:pt>
                <c:pt idx="1327">
                  <c:v>-0.1</c:v>
                </c:pt>
                <c:pt idx="1328">
                  <c:v>-0.1</c:v>
                </c:pt>
                <c:pt idx="1329">
                  <c:v>-0.1</c:v>
                </c:pt>
                <c:pt idx="1330">
                  <c:v>-0.1</c:v>
                </c:pt>
                <c:pt idx="1331">
                  <c:v>-0.1</c:v>
                </c:pt>
                <c:pt idx="1332">
                  <c:v>-0.1</c:v>
                </c:pt>
                <c:pt idx="1333">
                  <c:v>-0.1</c:v>
                </c:pt>
                <c:pt idx="1334">
                  <c:v>-0.1</c:v>
                </c:pt>
                <c:pt idx="1335">
                  <c:v>-0.1</c:v>
                </c:pt>
                <c:pt idx="1336">
                  <c:v>-0.1</c:v>
                </c:pt>
                <c:pt idx="1337">
                  <c:v>-0.1</c:v>
                </c:pt>
                <c:pt idx="1338">
                  <c:v>-0.1</c:v>
                </c:pt>
                <c:pt idx="1339">
                  <c:v>-0.1</c:v>
                </c:pt>
                <c:pt idx="1340">
                  <c:v>-0.1</c:v>
                </c:pt>
                <c:pt idx="1341">
                  <c:v>-0.1</c:v>
                </c:pt>
                <c:pt idx="1342">
                  <c:v>-0.1</c:v>
                </c:pt>
                <c:pt idx="1343">
                  <c:v>-0.1</c:v>
                </c:pt>
                <c:pt idx="1344">
                  <c:v>-0.1</c:v>
                </c:pt>
                <c:pt idx="1345">
                  <c:v>-0.1</c:v>
                </c:pt>
                <c:pt idx="1346">
                  <c:v>-0.1</c:v>
                </c:pt>
                <c:pt idx="1347">
                  <c:v>-0.1</c:v>
                </c:pt>
                <c:pt idx="1348">
                  <c:v>-0.1</c:v>
                </c:pt>
                <c:pt idx="1349">
                  <c:v>-0.1</c:v>
                </c:pt>
                <c:pt idx="1350">
                  <c:v>-0.1</c:v>
                </c:pt>
                <c:pt idx="1351">
                  <c:v>-0.1</c:v>
                </c:pt>
                <c:pt idx="1352">
                  <c:v>-0.1</c:v>
                </c:pt>
                <c:pt idx="1353">
                  <c:v>-0.1</c:v>
                </c:pt>
                <c:pt idx="1354">
                  <c:v>-0.1</c:v>
                </c:pt>
                <c:pt idx="1355">
                  <c:v>-0.1</c:v>
                </c:pt>
                <c:pt idx="1356">
                  <c:v>-0.1</c:v>
                </c:pt>
                <c:pt idx="1357">
                  <c:v>-0.1</c:v>
                </c:pt>
                <c:pt idx="1358">
                  <c:v>-0.1</c:v>
                </c:pt>
                <c:pt idx="1359">
                  <c:v>-0.1</c:v>
                </c:pt>
                <c:pt idx="1360">
                  <c:v>-0.1</c:v>
                </c:pt>
                <c:pt idx="1361">
                  <c:v>-0.1</c:v>
                </c:pt>
                <c:pt idx="1362">
                  <c:v>-0.1</c:v>
                </c:pt>
                <c:pt idx="1363">
                  <c:v>-0.1</c:v>
                </c:pt>
                <c:pt idx="1364">
                  <c:v>-0.1</c:v>
                </c:pt>
                <c:pt idx="1365">
                  <c:v>-0.1</c:v>
                </c:pt>
                <c:pt idx="1366">
                  <c:v>-0.1</c:v>
                </c:pt>
                <c:pt idx="1367">
                  <c:v>-0.1</c:v>
                </c:pt>
                <c:pt idx="1368">
                  <c:v>-0.1</c:v>
                </c:pt>
                <c:pt idx="1369">
                  <c:v>-0.1</c:v>
                </c:pt>
                <c:pt idx="1370">
                  <c:v>-0.1</c:v>
                </c:pt>
                <c:pt idx="1371">
                  <c:v>-0.1</c:v>
                </c:pt>
                <c:pt idx="1372">
                  <c:v>-0.1</c:v>
                </c:pt>
                <c:pt idx="1373">
                  <c:v>-0.1</c:v>
                </c:pt>
                <c:pt idx="1374">
                  <c:v>-0.1</c:v>
                </c:pt>
                <c:pt idx="1375">
                  <c:v>-0.1</c:v>
                </c:pt>
                <c:pt idx="1376">
                  <c:v>-0.1</c:v>
                </c:pt>
                <c:pt idx="1377">
                  <c:v>-0.1</c:v>
                </c:pt>
                <c:pt idx="1378">
                  <c:v>-0.1</c:v>
                </c:pt>
                <c:pt idx="1379">
                  <c:v>-0.1</c:v>
                </c:pt>
                <c:pt idx="1380">
                  <c:v>-0.1</c:v>
                </c:pt>
                <c:pt idx="1381">
                  <c:v>-0.1</c:v>
                </c:pt>
                <c:pt idx="1382">
                  <c:v>-0.1</c:v>
                </c:pt>
                <c:pt idx="1383">
                  <c:v>-0.1</c:v>
                </c:pt>
                <c:pt idx="1384">
                  <c:v>-0.1</c:v>
                </c:pt>
                <c:pt idx="1385">
                  <c:v>-0.1</c:v>
                </c:pt>
                <c:pt idx="1386">
                  <c:v>-0.1</c:v>
                </c:pt>
                <c:pt idx="1387">
                  <c:v>-0.1</c:v>
                </c:pt>
                <c:pt idx="1388">
                  <c:v>-0.1</c:v>
                </c:pt>
                <c:pt idx="1389">
                  <c:v>-0.1</c:v>
                </c:pt>
                <c:pt idx="1390">
                  <c:v>-0.1</c:v>
                </c:pt>
                <c:pt idx="1391">
                  <c:v>-0.1</c:v>
                </c:pt>
                <c:pt idx="1392">
                  <c:v>-0.1</c:v>
                </c:pt>
                <c:pt idx="1393">
                  <c:v>-0.1</c:v>
                </c:pt>
                <c:pt idx="1394">
                  <c:v>-0.1</c:v>
                </c:pt>
                <c:pt idx="1395">
                  <c:v>-0.1</c:v>
                </c:pt>
                <c:pt idx="1396">
                  <c:v>-0.1</c:v>
                </c:pt>
                <c:pt idx="1397">
                  <c:v>-0.1</c:v>
                </c:pt>
                <c:pt idx="1398">
                  <c:v>-0.1</c:v>
                </c:pt>
                <c:pt idx="1399">
                  <c:v>-0.1</c:v>
                </c:pt>
                <c:pt idx="1400">
                  <c:v>-0.1</c:v>
                </c:pt>
                <c:pt idx="1401">
                  <c:v>-0.1</c:v>
                </c:pt>
                <c:pt idx="1402">
                  <c:v>-0.1</c:v>
                </c:pt>
                <c:pt idx="1403">
                  <c:v>-0.1</c:v>
                </c:pt>
                <c:pt idx="1404">
                  <c:v>-0.1</c:v>
                </c:pt>
                <c:pt idx="1405">
                  <c:v>-0.1</c:v>
                </c:pt>
                <c:pt idx="1406">
                  <c:v>-0.1</c:v>
                </c:pt>
                <c:pt idx="1407">
                  <c:v>-0.1</c:v>
                </c:pt>
                <c:pt idx="1408">
                  <c:v>-0.1</c:v>
                </c:pt>
                <c:pt idx="1409">
                  <c:v>-0.1</c:v>
                </c:pt>
                <c:pt idx="1410">
                  <c:v>-0.1</c:v>
                </c:pt>
                <c:pt idx="1411">
                  <c:v>-0.1</c:v>
                </c:pt>
                <c:pt idx="1412">
                  <c:v>-0.1</c:v>
                </c:pt>
                <c:pt idx="1413">
                  <c:v>-0.1</c:v>
                </c:pt>
                <c:pt idx="1414">
                  <c:v>-0.1</c:v>
                </c:pt>
                <c:pt idx="1415">
                  <c:v>-0.1</c:v>
                </c:pt>
                <c:pt idx="1416">
                  <c:v>-0.1</c:v>
                </c:pt>
                <c:pt idx="1417">
                  <c:v>-0.1</c:v>
                </c:pt>
                <c:pt idx="1418">
                  <c:v>-0.1</c:v>
                </c:pt>
                <c:pt idx="1419">
                  <c:v>-0.1</c:v>
                </c:pt>
                <c:pt idx="1420">
                  <c:v>-0.1</c:v>
                </c:pt>
                <c:pt idx="1421">
                  <c:v>-0.1</c:v>
                </c:pt>
                <c:pt idx="1422">
                  <c:v>-0.1</c:v>
                </c:pt>
                <c:pt idx="1423">
                  <c:v>-0.1</c:v>
                </c:pt>
                <c:pt idx="1424">
                  <c:v>-0.1</c:v>
                </c:pt>
                <c:pt idx="1425">
                  <c:v>-0.1</c:v>
                </c:pt>
                <c:pt idx="1426">
                  <c:v>-0.1</c:v>
                </c:pt>
                <c:pt idx="1427">
                  <c:v>-0.1</c:v>
                </c:pt>
                <c:pt idx="1428">
                  <c:v>-0.1</c:v>
                </c:pt>
                <c:pt idx="1429">
                  <c:v>-0.1</c:v>
                </c:pt>
                <c:pt idx="1430">
                  <c:v>-0.1</c:v>
                </c:pt>
                <c:pt idx="1431">
                  <c:v>-0.1</c:v>
                </c:pt>
                <c:pt idx="1432">
                  <c:v>-0.1</c:v>
                </c:pt>
                <c:pt idx="1433">
                  <c:v>-0.1</c:v>
                </c:pt>
                <c:pt idx="1434">
                  <c:v>-0.1</c:v>
                </c:pt>
                <c:pt idx="1435">
                  <c:v>-0.1</c:v>
                </c:pt>
                <c:pt idx="1436">
                  <c:v>-0.1</c:v>
                </c:pt>
                <c:pt idx="1437">
                  <c:v>-0.1</c:v>
                </c:pt>
                <c:pt idx="1438">
                  <c:v>-0.1</c:v>
                </c:pt>
                <c:pt idx="1439">
                  <c:v>-0.1</c:v>
                </c:pt>
                <c:pt idx="1440">
                  <c:v>-0.1</c:v>
                </c:pt>
                <c:pt idx="1441">
                  <c:v>-0.1</c:v>
                </c:pt>
                <c:pt idx="1442">
                  <c:v>-0.1</c:v>
                </c:pt>
                <c:pt idx="1443">
                  <c:v>-0.1</c:v>
                </c:pt>
                <c:pt idx="1444">
                  <c:v>-0.1</c:v>
                </c:pt>
                <c:pt idx="1445">
                  <c:v>-0.1</c:v>
                </c:pt>
                <c:pt idx="1446">
                  <c:v>-0.1</c:v>
                </c:pt>
                <c:pt idx="1447">
                  <c:v>-0.1</c:v>
                </c:pt>
                <c:pt idx="1448">
                  <c:v>-0.1</c:v>
                </c:pt>
                <c:pt idx="1449">
                  <c:v>-0.1</c:v>
                </c:pt>
                <c:pt idx="1450">
                  <c:v>-0.1</c:v>
                </c:pt>
                <c:pt idx="1451">
                  <c:v>-0.1</c:v>
                </c:pt>
                <c:pt idx="1452">
                  <c:v>-0.1</c:v>
                </c:pt>
                <c:pt idx="1453">
                  <c:v>-0.1</c:v>
                </c:pt>
                <c:pt idx="1454">
                  <c:v>-0.1</c:v>
                </c:pt>
                <c:pt idx="1455">
                  <c:v>-0.1</c:v>
                </c:pt>
                <c:pt idx="1456">
                  <c:v>-0.1</c:v>
                </c:pt>
                <c:pt idx="1457">
                  <c:v>-0.1</c:v>
                </c:pt>
                <c:pt idx="1458">
                  <c:v>-0.1</c:v>
                </c:pt>
                <c:pt idx="1459">
                  <c:v>-0.1</c:v>
                </c:pt>
                <c:pt idx="1460">
                  <c:v>-0.1</c:v>
                </c:pt>
                <c:pt idx="1461">
                  <c:v>-0.1</c:v>
                </c:pt>
                <c:pt idx="1462">
                  <c:v>-0.1</c:v>
                </c:pt>
                <c:pt idx="1463">
                  <c:v>-0.1</c:v>
                </c:pt>
                <c:pt idx="1464">
                  <c:v>-0.1</c:v>
                </c:pt>
                <c:pt idx="1465">
                  <c:v>-0.1</c:v>
                </c:pt>
                <c:pt idx="1466">
                  <c:v>-0.1</c:v>
                </c:pt>
                <c:pt idx="1467">
                  <c:v>-0.1</c:v>
                </c:pt>
                <c:pt idx="1468">
                  <c:v>-0.1</c:v>
                </c:pt>
                <c:pt idx="1469">
                  <c:v>-0.1</c:v>
                </c:pt>
                <c:pt idx="1470">
                  <c:v>-0.1</c:v>
                </c:pt>
                <c:pt idx="1471">
                  <c:v>-0.1</c:v>
                </c:pt>
                <c:pt idx="1472">
                  <c:v>-0.1</c:v>
                </c:pt>
                <c:pt idx="1473">
                  <c:v>-0.1</c:v>
                </c:pt>
                <c:pt idx="1474">
                  <c:v>-0.1</c:v>
                </c:pt>
                <c:pt idx="1475">
                  <c:v>-0.1</c:v>
                </c:pt>
                <c:pt idx="1476">
                  <c:v>-0.1</c:v>
                </c:pt>
                <c:pt idx="1477">
                  <c:v>-0.1</c:v>
                </c:pt>
                <c:pt idx="1478">
                  <c:v>-0.1</c:v>
                </c:pt>
                <c:pt idx="1479">
                  <c:v>-0.1</c:v>
                </c:pt>
                <c:pt idx="1480">
                  <c:v>-0.1</c:v>
                </c:pt>
                <c:pt idx="1481">
                  <c:v>-0.1</c:v>
                </c:pt>
                <c:pt idx="1482">
                  <c:v>-0.1</c:v>
                </c:pt>
                <c:pt idx="1483">
                  <c:v>-0.1</c:v>
                </c:pt>
                <c:pt idx="1484">
                  <c:v>-0.1</c:v>
                </c:pt>
                <c:pt idx="1485">
                  <c:v>-0.1</c:v>
                </c:pt>
                <c:pt idx="1486">
                  <c:v>-0.1</c:v>
                </c:pt>
                <c:pt idx="1487">
                  <c:v>-0.1</c:v>
                </c:pt>
                <c:pt idx="1488">
                  <c:v>-0.1</c:v>
                </c:pt>
                <c:pt idx="1489">
                  <c:v>-0.1</c:v>
                </c:pt>
                <c:pt idx="1490">
                  <c:v>-0.1</c:v>
                </c:pt>
                <c:pt idx="1491">
                  <c:v>-0.1</c:v>
                </c:pt>
                <c:pt idx="1492">
                  <c:v>-0.1</c:v>
                </c:pt>
                <c:pt idx="1493">
                  <c:v>-0.1</c:v>
                </c:pt>
                <c:pt idx="1494">
                  <c:v>-0.1</c:v>
                </c:pt>
                <c:pt idx="1495">
                  <c:v>-0.1</c:v>
                </c:pt>
                <c:pt idx="1496">
                  <c:v>-0.1</c:v>
                </c:pt>
                <c:pt idx="1497">
                  <c:v>-0.1</c:v>
                </c:pt>
                <c:pt idx="1498">
                  <c:v>-0.1</c:v>
                </c:pt>
                <c:pt idx="1499">
                  <c:v>-0.1</c:v>
                </c:pt>
                <c:pt idx="1500">
                  <c:v>-0.1</c:v>
                </c:pt>
                <c:pt idx="1501">
                  <c:v>-0.1</c:v>
                </c:pt>
                <c:pt idx="1502">
                  <c:v>-0.1</c:v>
                </c:pt>
                <c:pt idx="1503">
                  <c:v>-0.1</c:v>
                </c:pt>
                <c:pt idx="1504">
                  <c:v>-0.1</c:v>
                </c:pt>
                <c:pt idx="1505">
                  <c:v>-0.1</c:v>
                </c:pt>
                <c:pt idx="1506">
                  <c:v>-0.1</c:v>
                </c:pt>
                <c:pt idx="1507">
                  <c:v>-0.1</c:v>
                </c:pt>
                <c:pt idx="1508">
                  <c:v>-0.1</c:v>
                </c:pt>
                <c:pt idx="1509">
                  <c:v>-0.1</c:v>
                </c:pt>
                <c:pt idx="1510">
                  <c:v>-0.1</c:v>
                </c:pt>
                <c:pt idx="1511">
                  <c:v>-0.1</c:v>
                </c:pt>
                <c:pt idx="1512">
                  <c:v>-0.1</c:v>
                </c:pt>
                <c:pt idx="1513">
                  <c:v>-0.1</c:v>
                </c:pt>
                <c:pt idx="1514">
                  <c:v>-0.1</c:v>
                </c:pt>
                <c:pt idx="1515">
                  <c:v>-0.1</c:v>
                </c:pt>
                <c:pt idx="1516">
                  <c:v>-0.1</c:v>
                </c:pt>
                <c:pt idx="1517">
                  <c:v>-0.1</c:v>
                </c:pt>
                <c:pt idx="1518">
                  <c:v>-0.1</c:v>
                </c:pt>
                <c:pt idx="1519">
                  <c:v>-0.1</c:v>
                </c:pt>
                <c:pt idx="1520">
                  <c:v>-0.1</c:v>
                </c:pt>
                <c:pt idx="1521">
                  <c:v>-0.1</c:v>
                </c:pt>
                <c:pt idx="1522">
                  <c:v>-0.1</c:v>
                </c:pt>
                <c:pt idx="1523">
                  <c:v>-0.1</c:v>
                </c:pt>
                <c:pt idx="1524">
                  <c:v>-0.1</c:v>
                </c:pt>
                <c:pt idx="1525">
                  <c:v>-0.1</c:v>
                </c:pt>
                <c:pt idx="1526">
                  <c:v>-0.1</c:v>
                </c:pt>
                <c:pt idx="1527">
                  <c:v>-0.1</c:v>
                </c:pt>
                <c:pt idx="1528">
                  <c:v>-0.1</c:v>
                </c:pt>
                <c:pt idx="1529">
                  <c:v>-0.1</c:v>
                </c:pt>
                <c:pt idx="1530">
                  <c:v>-0.1</c:v>
                </c:pt>
                <c:pt idx="1531">
                  <c:v>-0.1</c:v>
                </c:pt>
                <c:pt idx="1532">
                  <c:v>-0.1</c:v>
                </c:pt>
                <c:pt idx="1533">
                  <c:v>-0.1</c:v>
                </c:pt>
                <c:pt idx="1534">
                  <c:v>-0.1</c:v>
                </c:pt>
                <c:pt idx="1535">
                  <c:v>-0.1</c:v>
                </c:pt>
                <c:pt idx="1536">
                  <c:v>-0.1</c:v>
                </c:pt>
                <c:pt idx="1537">
                  <c:v>-0.1</c:v>
                </c:pt>
                <c:pt idx="1538">
                  <c:v>-0.1</c:v>
                </c:pt>
                <c:pt idx="1539">
                  <c:v>-0.1</c:v>
                </c:pt>
                <c:pt idx="1540">
                  <c:v>-0.1</c:v>
                </c:pt>
                <c:pt idx="1541">
                  <c:v>-0.1</c:v>
                </c:pt>
                <c:pt idx="1542">
                  <c:v>-0.1</c:v>
                </c:pt>
                <c:pt idx="1543">
                  <c:v>-0.1</c:v>
                </c:pt>
                <c:pt idx="1544">
                  <c:v>-0.1</c:v>
                </c:pt>
                <c:pt idx="1545">
                  <c:v>-0.1</c:v>
                </c:pt>
                <c:pt idx="1546">
                  <c:v>-0.1</c:v>
                </c:pt>
                <c:pt idx="1547">
                  <c:v>-0.1</c:v>
                </c:pt>
                <c:pt idx="1548">
                  <c:v>-0.1</c:v>
                </c:pt>
                <c:pt idx="1549">
                  <c:v>-0.1</c:v>
                </c:pt>
                <c:pt idx="1550">
                  <c:v>-0.1</c:v>
                </c:pt>
                <c:pt idx="1551">
                  <c:v>-0.1</c:v>
                </c:pt>
                <c:pt idx="1552">
                  <c:v>-0.1</c:v>
                </c:pt>
                <c:pt idx="1553">
                  <c:v>-0.1</c:v>
                </c:pt>
                <c:pt idx="1554">
                  <c:v>-0.1</c:v>
                </c:pt>
                <c:pt idx="1555">
                  <c:v>-0.1</c:v>
                </c:pt>
                <c:pt idx="1556">
                  <c:v>-0.1</c:v>
                </c:pt>
                <c:pt idx="1557">
                  <c:v>-0.1</c:v>
                </c:pt>
                <c:pt idx="1558">
                  <c:v>-0.1</c:v>
                </c:pt>
                <c:pt idx="1559">
                  <c:v>-0.1</c:v>
                </c:pt>
                <c:pt idx="1560">
                  <c:v>-0.1</c:v>
                </c:pt>
                <c:pt idx="1561">
                  <c:v>-0.1</c:v>
                </c:pt>
                <c:pt idx="1562">
                  <c:v>-0.1</c:v>
                </c:pt>
                <c:pt idx="1563">
                  <c:v>-0.1</c:v>
                </c:pt>
                <c:pt idx="1564">
                  <c:v>-0.1</c:v>
                </c:pt>
                <c:pt idx="1565">
                  <c:v>-0.1</c:v>
                </c:pt>
                <c:pt idx="1566">
                  <c:v>-0.1</c:v>
                </c:pt>
                <c:pt idx="1567">
                  <c:v>-0.1</c:v>
                </c:pt>
                <c:pt idx="1568">
                  <c:v>-0.1</c:v>
                </c:pt>
                <c:pt idx="1569">
                  <c:v>-0.1</c:v>
                </c:pt>
                <c:pt idx="1570">
                  <c:v>-0.1</c:v>
                </c:pt>
                <c:pt idx="1571">
                  <c:v>-0.1</c:v>
                </c:pt>
                <c:pt idx="1572">
                  <c:v>-0.1</c:v>
                </c:pt>
                <c:pt idx="1573">
                  <c:v>-0.1</c:v>
                </c:pt>
                <c:pt idx="1574">
                  <c:v>-0.1</c:v>
                </c:pt>
                <c:pt idx="1575">
                  <c:v>-0.1</c:v>
                </c:pt>
                <c:pt idx="1576">
                  <c:v>-0.1</c:v>
                </c:pt>
                <c:pt idx="1577">
                  <c:v>-0.1</c:v>
                </c:pt>
                <c:pt idx="1578">
                  <c:v>-0.1</c:v>
                </c:pt>
                <c:pt idx="1579">
                  <c:v>-0.1</c:v>
                </c:pt>
                <c:pt idx="1580">
                  <c:v>-0.1</c:v>
                </c:pt>
                <c:pt idx="1581">
                  <c:v>-0.1</c:v>
                </c:pt>
                <c:pt idx="1582">
                  <c:v>-0.1</c:v>
                </c:pt>
                <c:pt idx="1583">
                  <c:v>-0.1</c:v>
                </c:pt>
                <c:pt idx="1584">
                  <c:v>-0.1</c:v>
                </c:pt>
                <c:pt idx="1585">
                  <c:v>-0.1</c:v>
                </c:pt>
                <c:pt idx="1586">
                  <c:v>-0.1</c:v>
                </c:pt>
                <c:pt idx="1587">
                  <c:v>-0.1</c:v>
                </c:pt>
                <c:pt idx="1588">
                  <c:v>-0.1</c:v>
                </c:pt>
                <c:pt idx="1589">
                  <c:v>-0.1</c:v>
                </c:pt>
                <c:pt idx="1590">
                  <c:v>-0.1</c:v>
                </c:pt>
                <c:pt idx="1591">
                  <c:v>-0.1</c:v>
                </c:pt>
                <c:pt idx="1592">
                  <c:v>-0.1</c:v>
                </c:pt>
                <c:pt idx="1593">
                  <c:v>-0.1</c:v>
                </c:pt>
                <c:pt idx="1594">
                  <c:v>-0.1</c:v>
                </c:pt>
                <c:pt idx="1595">
                  <c:v>-0.1</c:v>
                </c:pt>
                <c:pt idx="1596">
                  <c:v>-0.1</c:v>
                </c:pt>
                <c:pt idx="1597">
                  <c:v>-0.1</c:v>
                </c:pt>
                <c:pt idx="1598">
                  <c:v>-0.1</c:v>
                </c:pt>
                <c:pt idx="1599">
                  <c:v>-0.1</c:v>
                </c:pt>
                <c:pt idx="1600">
                  <c:v>-0.1</c:v>
                </c:pt>
                <c:pt idx="1601">
                  <c:v>-0.1</c:v>
                </c:pt>
                <c:pt idx="1602">
                  <c:v>-0.1</c:v>
                </c:pt>
                <c:pt idx="1603">
                  <c:v>-0.1</c:v>
                </c:pt>
                <c:pt idx="1604">
                  <c:v>-0.1</c:v>
                </c:pt>
                <c:pt idx="1605">
                  <c:v>-0.1</c:v>
                </c:pt>
                <c:pt idx="1606">
                  <c:v>-0.1</c:v>
                </c:pt>
                <c:pt idx="1607">
                  <c:v>-0.1</c:v>
                </c:pt>
                <c:pt idx="1608">
                  <c:v>-0.1</c:v>
                </c:pt>
                <c:pt idx="1609">
                  <c:v>-0.1</c:v>
                </c:pt>
                <c:pt idx="1610">
                  <c:v>-0.1</c:v>
                </c:pt>
                <c:pt idx="1611">
                  <c:v>-0.1</c:v>
                </c:pt>
                <c:pt idx="1612">
                  <c:v>-0.1</c:v>
                </c:pt>
                <c:pt idx="1613">
                  <c:v>-0.1</c:v>
                </c:pt>
                <c:pt idx="1614">
                  <c:v>-0.1</c:v>
                </c:pt>
                <c:pt idx="1615">
                  <c:v>-0.1</c:v>
                </c:pt>
                <c:pt idx="1616">
                  <c:v>-0.1</c:v>
                </c:pt>
                <c:pt idx="1617">
                  <c:v>-0.1</c:v>
                </c:pt>
                <c:pt idx="1618">
                  <c:v>-0.1</c:v>
                </c:pt>
                <c:pt idx="1619">
                  <c:v>-0.1</c:v>
                </c:pt>
                <c:pt idx="1620">
                  <c:v>-0.1</c:v>
                </c:pt>
                <c:pt idx="1621">
                  <c:v>-0.1</c:v>
                </c:pt>
                <c:pt idx="1622">
                  <c:v>-0.1</c:v>
                </c:pt>
                <c:pt idx="1623">
                  <c:v>-0.1</c:v>
                </c:pt>
                <c:pt idx="1624">
                  <c:v>-0.1</c:v>
                </c:pt>
                <c:pt idx="1625">
                  <c:v>-0.1</c:v>
                </c:pt>
                <c:pt idx="1626">
                  <c:v>-0.1</c:v>
                </c:pt>
                <c:pt idx="1627">
                  <c:v>-0.1</c:v>
                </c:pt>
                <c:pt idx="1628">
                  <c:v>-0.1</c:v>
                </c:pt>
                <c:pt idx="1629">
                  <c:v>-0.1</c:v>
                </c:pt>
                <c:pt idx="1630">
                  <c:v>-0.1</c:v>
                </c:pt>
                <c:pt idx="1631">
                  <c:v>-0.1</c:v>
                </c:pt>
                <c:pt idx="1632">
                  <c:v>-0.1</c:v>
                </c:pt>
                <c:pt idx="1633">
                  <c:v>-0.1</c:v>
                </c:pt>
                <c:pt idx="1634">
                  <c:v>-0.1</c:v>
                </c:pt>
                <c:pt idx="1635">
                  <c:v>-0.1</c:v>
                </c:pt>
                <c:pt idx="1636">
                  <c:v>-0.1</c:v>
                </c:pt>
                <c:pt idx="1637">
                  <c:v>-0.1</c:v>
                </c:pt>
                <c:pt idx="1638">
                  <c:v>-0.1</c:v>
                </c:pt>
                <c:pt idx="1639">
                  <c:v>-0.1</c:v>
                </c:pt>
                <c:pt idx="1640">
                  <c:v>-0.1</c:v>
                </c:pt>
                <c:pt idx="1641">
                  <c:v>-0.1</c:v>
                </c:pt>
                <c:pt idx="1642">
                  <c:v>-0.1</c:v>
                </c:pt>
                <c:pt idx="1643">
                  <c:v>-0.1</c:v>
                </c:pt>
                <c:pt idx="1644">
                  <c:v>-0.1</c:v>
                </c:pt>
                <c:pt idx="1645">
                  <c:v>-0.1</c:v>
                </c:pt>
                <c:pt idx="1646">
                  <c:v>-0.1</c:v>
                </c:pt>
                <c:pt idx="1647">
                  <c:v>-0.1</c:v>
                </c:pt>
                <c:pt idx="1648">
                  <c:v>-0.1</c:v>
                </c:pt>
                <c:pt idx="1649">
                  <c:v>-0.1</c:v>
                </c:pt>
                <c:pt idx="1650">
                  <c:v>-0.1</c:v>
                </c:pt>
                <c:pt idx="1651">
                  <c:v>-0.1</c:v>
                </c:pt>
                <c:pt idx="1652">
                  <c:v>-0.1</c:v>
                </c:pt>
                <c:pt idx="1653">
                  <c:v>-0.1</c:v>
                </c:pt>
                <c:pt idx="1654">
                  <c:v>-0.1</c:v>
                </c:pt>
                <c:pt idx="1655">
                  <c:v>-0.1</c:v>
                </c:pt>
                <c:pt idx="1656">
                  <c:v>-0.1</c:v>
                </c:pt>
                <c:pt idx="1657">
                  <c:v>-0.1</c:v>
                </c:pt>
                <c:pt idx="1658">
                  <c:v>-0.1</c:v>
                </c:pt>
                <c:pt idx="1659">
                  <c:v>-0.1</c:v>
                </c:pt>
                <c:pt idx="1660">
                  <c:v>-0.1</c:v>
                </c:pt>
                <c:pt idx="1661">
                  <c:v>-0.1</c:v>
                </c:pt>
                <c:pt idx="1662">
                  <c:v>-0.1</c:v>
                </c:pt>
                <c:pt idx="1663">
                  <c:v>-0.1</c:v>
                </c:pt>
                <c:pt idx="1664">
                  <c:v>-0.1</c:v>
                </c:pt>
                <c:pt idx="1665">
                  <c:v>-0.1</c:v>
                </c:pt>
                <c:pt idx="1666">
                  <c:v>-0.1</c:v>
                </c:pt>
                <c:pt idx="1667">
                  <c:v>-0.1</c:v>
                </c:pt>
                <c:pt idx="1668">
                  <c:v>-0.1</c:v>
                </c:pt>
                <c:pt idx="1669">
                  <c:v>-0.1</c:v>
                </c:pt>
                <c:pt idx="1670">
                  <c:v>-0.1</c:v>
                </c:pt>
                <c:pt idx="1671">
                  <c:v>-0.1</c:v>
                </c:pt>
                <c:pt idx="1672">
                  <c:v>-0.1</c:v>
                </c:pt>
                <c:pt idx="1673">
                  <c:v>-0.1</c:v>
                </c:pt>
                <c:pt idx="1674">
                  <c:v>-0.1</c:v>
                </c:pt>
                <c:pt idx="1675">
                  <c:v>-0.1</c:v>
                </c:pt>
                <c:pt idx="1676">
                  <c:v>-0.1</c:v>
                </c:pt>
                <c:pt idx="1677">
                  <c:v>-0.1</c:v>
                </c:pt>
                <c:pt idx="1678">
                  <c:v>-0.1</c:v>
                </c:pt>
                <c:pt idx="1679">
                  <c:v>-0.1</c:v>
                </c:pt>
                <c:pt idx="1680">
                  <c:v>-0.1</c:v>
                </c:pt>
                <c:pt idx="1681">
                  <c:v>-0.1</c:v>
                </c:pt>
                <c:pt idx="1682">
                  <c:v>-0.1</c:v>
                </c:pt>
                <c:pt idx="1683">
                  <c:v>-0.1</c:v>
                </c:pt>
                <c:pt idx="1684">
                  <c:v>-0.1</c:v>
                </c:pt>
                <c:pt idx="1685">
                  <c:v>-0.1</c:v>
                </c:pt>
                <c:pt idx="1686">
                  <c:v>-0.1</c:v>
                </c:pt>
                <c:pt idx="1687">
                  <c:v>-0.1</c:v>
                </c:pt>
                <c:pt idx="1688">
                  <c:v>-0.1</c:v>
                </c:pt>
                <c:pt idx="1689">
                  <c:v>-0.1</c:v>
                </c:pt>
                <c:pt idx="1690">
                  <c:v>-0.1</c:v>
                </c:pt>
                <c:pt idx="1691">
                  <c:v>-0.1</c:v>
                </c:pt>
                <c:pt idx="1692">
                  <c:v>-0.1</c:v>
                </c:pt>
                <c:pt idx="1693">
                  <c:v>-0.1</c:v>
                </c:pt>
                <c:pt idx="1694">
                  <c:v>-0.1</c:v>
                </c:pt>
                <c:pt idx="1695">
                  <c:v>-0.1</c:v>
                </c:pt>
                <c:pt idx="1696">
                  <c:v>-0.1</c:v>
                </c:pt>
                <c:pt idx="1697">
                  <c:v>-0.1</c:v>
                </c:pt>
                <c:pt idx="1698">
                  <c:v>-0.1</c:v>
                </c:pt>
                <c:pt idx="1699">
                  <c:v>-0.1</c:v>
                </c:pt>
                <c:pt idx="1700">
                  <c:v>-0.1</c:v>
                </c:pt>
                <c:pt idx="1701">
                  <c:v>-0.1</c:v>
                </c:pt>
                <c:pt idx="1702">
                  <c:v>-0.1</c:v>
                </c:pt>
                <c:pt idx="1703">
                  <c:v>-0.1</c:v>
                </c:pt>
                <c:pt idx="1704">
                  <c:v>-0.1</c:v>
                </c:pt>
                <c:pt idx="1705">
                  <c:v>-0.1</c:v>
                </c:pt>
                <c:pt idx="1706">
                  <c:v>-0.1</c:v>
                </c:pt>
                <c:pt idx="1707">
                  <c:v>-0.1</c:v>
                </c:pt>
                <c:pt idx="1708">
                  <c:v>-0.1</c:v>
                </c:pt>
                <c:pt idx="1709">
                  <c:v>-0.1</c:v>
                </c:pt>
                <c:pt idx="1710">
                  <c:v>-0.1</c:v>
                </c:pt>
                <c:pt idx="1711">
                  <c:v>-0.1</c:v>
                </c:pt>
                <c:pt idx="1712">
                  <c:v>-0.1</c:v>
                </c:pt>
                <c:pt idx="1713">
                  <c:v>-0.1</c:v>
                </c:pt>
                <c:pt idx="1714">
                  <c:v>-0.1</c:v>
                </c:pt>
                <c:pt idx="1715">
                  <c:v>-0.1</c:v>
                </c:pt>
                <c:pt idx="1716">
                  <c:v>-0.1</c:v>
                </c:pt>
                <c:pt idx="1717">
                  <c:v>-0.1</c:v>
                </c:pt>
                <c:pt idx="1718">
                  <c:v>-0.1</c:v>
                </c:pt>
                <c:pt idx="1719">
                  <c:v>-0.1</c:v>
                </c:pt>
                <c:pt idx="1720">
                  <c:v>-0.1</c:v>
                </c:pt>
                <c:pt idx="1721">
                  <c:v>-0.1</c:v>
                </c:pt>
                <c:pt idx="1722">
                  <c:v>-0.1</c:v>
                </c:pt>
                <c:pt idx="1723">
                  <c:v>-0.1</c:v>
                </c:pt>
                <c:pt idx="1724">
                  <c:v>-0.1</c:v>
                </c:pt>
                <c:pt idx="1725">
                  <c:v>-0.1</c:v>
                </c:pt>
                <c:pt idx="1726">
                  <c:v>-0.1</c:v>
                </c:pt>
                <c:pt idx="1727">
                  <c:v>-0.1</c:v>
                </c:pt>
                <c:pt idx="1728">
                  <c:v>-0.1</c:v>
                </c:pt>
                <c:pt idx="1729">
                  <c:v>-0.1</c:v>
                </c:pt>
                <c:pt idx="1730">
                  <c:v>-0.1</c:v>
                </c:pt>
                <c:pt idx="1731">
                  <c:v>-0.1</c:v>
                </c:pt>
                <c:pt idx="1732">
                  <c:v>-0.1</c:v>
                </c:pt>
                <c:pt idx="1733">
                  <c:v>-0.1</c:v>
                </c:pt>
                <c:pt idx="1734">
                  <c:v>-0.1</c:v>
                </c:pt>
                <c:pt idx="1735">
                  <c:v>-0.1</c:v>
                </c:pt>
                <c:pt idx="1736">
                  <c:v>-0.1</c:v>
                </c:pt>
                <c:pt idx="1737">
                  <c:v>-0.1</c:v>
                </c:pt>
                <c:pt idx="1738">
                  <c:v>-0.1</c:v>
                </c:pt>
                <c:pt idx="1739">
                  <c:v>-0.1</c:v>
                </c:pt>
                <c:pt idx="1740">
                  <c:v>-0.1</c:v>
                </c:pt>
                <c:pt idx="1741">
                  <c:v>-0.1</c:v>
                </c:pt>
                <c:pt idx="1742">
                  <c:v>-0.1</c:v>
                </c:pt>
                <c:pt idx="1743">
                  <c:v>-0.1</c:v>
                </c:pt>
                <c:pt idx="1744">
                  <c:v>-0.1</c:v>
                </c:pt>
                <c:pt idx="1745">
                  <c:v>-0.1</c:v>
                </c:pt>
                <c:pt idx="1746">
                  <c:v>-0.1</c:v>
                </c:pt>
                <c:pt idx="1747">
                  <c:v>-0.1</c:v>
                </c:pt>
                <c:pt idx="1748">
                  <c:v>-0.1</c:v>
                </c:pt>
                <c:pt idx="1749">
                  <c:v>-0.1</c:v>
                </c:pt>
                <c:pt idx="1750">
                  <c:v>-0.1</c:v>
                </c:pt>
                <c:pt idx="1751">
                  <c:v>-0.1</c:v>
                </c:pt>
                <c:pt idx="1752">
                  <c:v>-0.1</c:v>
                </c:pt>
                <c:pt idx="1753">
                  <c:v>-0.1</c:v>
                </c:pt>
                <c:pt idx="1754">
                  <c:v>-0.1</c:v>
                </c:pt>
                <c:pt idx="1755">
                  <c:v>-0.1</c:v>
                </c:pt>
                <c:pt idx="1756">
                  <c:v>-0.1</c:v>
                </c:pt>
                <c:pt idx="1757">
                  <c:v>-0.1</c:v>
                </c:pt>
                <c:pt idx="1758">
                  <c:v>-0.1</c:v>
                </c:pt>
                <c:pt idx="1759">
                  <c:v>-0.1</c:v>
                </c:pt>
                <c:pt idx="1760">
                  <c:v>-0.1</c:v>
                </c:pt>
                <c:pt idx="1761">
                  <c:v>-0.1</c:v>
                </c:pt>
                <c:pt idx="1762">
                  <c:v>-0.1</c:v>
                </c:pt>
                <c:pt idx="1763">
                  <c:v>-0.1</c:v>
                </c:pt>
                <c:pt idx="1764">
                  <c:v>-0.1</c:v>
                </c:pt>
                <c:pt idx="1765">
                  <c:v>-0.1</c:v>
                </c:pt>
                <c:pt idx="1766">
                  <c:v>-0.1</c:v>
                </c:pt>
                <c:pt idx="1767">
                  <c:v>-0.1</c:v>
                </c:pt>
                <c:pt idx="1768">
                  <c:v>-0.1</c:v>
                </c:pt>
                <c:pt idx="1769">
                  <c:v>-0.1</c:v>
                </c:pt>
                <c:pt idx="1770">
                  <c:v>-0.1</c:v>
                </c:pt>
                <c:pt idx="1771">
                  <c:v>-0.1</c:v>
                </c:pt>
                <c:pt idx="1772">
                  <c:v>-0.1</c:v>
                </c:pt>
                <c:pt idx="1773">
                  <c:v>-0.1</c:v>
                </c:pt>
                <c:pt idx="1774">
                  <c:v>-0.1</c:v>
                </c:pt>
                <c:pt idx="1775">
                  <c:v>-0.1</c:v>
                </c:pt>
                <c:pt idx="1776">
                  <c:v>-0.1</c:v>
                </c:pt>
                <c:pt idx="1777">
                  <c:v>-0.1</c:v>
                </c:pt>
                <c:pt idx="1778">
                  <c:v>-0.1</c:v>
                </c:pt>
                <c:pt idx="1779">
                  <c:v>-0.1</c:v>
                </c:pt>
                <c:pt idx="1780">
                  <c:v>-0.1</c:v>
                </c:pt>
                <c:pt idx="1781">
                  <c:v>-0.1</c:v>
                </c:pt>
                <c:pt idx="1782">
                  <c:v>-0.1</c:v>
                </c:pt>
                <c:pt idx="1783">
                  <c:v>-0.1</c:v>
                </c:pt>
                <c:pt idx="1784">
                  <c:v>-0.1</c:v>
                </c:pt>
                <c:pt idx="1785">
                  <c:v>-0.1</c:v>
                </c:pt>
                <c:pt idx="1786">
                  <c:v>-0.1</c:v>
                </c:pt>
                <c:pt idx="1787">
                  <c:v>-0.1</c:v>
                </c:pt>
                <c:pt idx="1788">
                  <c:v>-0.1</c:v>
                </c:pt>
                <c:pt idx="1789">
                  <c:v>-0.1</c:v>
                </c:pt>
                <c:pt idx="1790">
                  <c:v>-0.1</c:v>
                </c:pt>
                <c:pt idx="1791">
                  <c:v>-0.1</c:v>
                </c:pt>
                <c:pt idx="1792">
                  <c:v>-0.1</c:v>
                </c:pt>
                <c:pt idx="1793">
                  <c:v>-0.1</c:v>
                </c:pt>
                <c:pt idx="1794">
                  <c:v>-0.1</c:v>
                </c:pt>
                <c:pt idx="1795">
                  <c:v>-0.1</c:v>
                </c:pt>
                <c:pt idx="1796">
                  <c:v>-0.1</c:v>
                </c:pt>
                <c:pt idx="1797">
                  <c:v>-0.1</c:v>
                </c:pt>
                <c:pt idx="1798">
                  <c:v>-0.1</c:v>
                </c:pt>
                <c:pt idx="1799">
                  <c:v>-0.1</c:v>
                </c:pt>
                <c:pt idx="1800">
                  <c:v>-0.1</c:v>
                </c:pt>
                <c:pt idx="1801">
                  <c:v>-0.1</c:v>
                </c:pt>
                <c:pt idx="1802">
                  <c:v>-0.1</c:v>
                </c:pt>
                <c:pt idx="1803">
                  <c:v>-0.1</c:v>
                </c:pt>
                <c:pt idx="1804">
                  <c:v>-0.1</c:v>
                </c:pt>
                <c:pt idx="1805">
                  <c:v>-0.1</c:v>
                </c:pt>
                <c:pt idx="1806">
                  <c:v>-0.1</c:v>
                </c:pt>
                <c:pt idx="1807">
                  <c:v>-0.1</c:v>
                </c:pt>
                <c:pt idx="1808">
                  <c:v>-0.1</c:v>
                </c:pt>
                <c:pt idx="1809">
                  <c:v>-0.1</c:v>
                </c:pt>
                <c:pt idx="1810">
                  <c:v>-0.1</c:v>
                </c:pt>
                <c:pt idx="1811">
                  <c:v>-0.1</c:v>
                </c:pt>
                <c:pt idx="1812">
                  <c:v>-0.1</c:v>
                </c:pt>
                <c:pt idx="1813">
                  <c:v>-0.1</c:v>
                </c:pt>
                <c:pt idx="1814">
                  <c:v>-0.1</c:v>
                </c:pt>
                <c:pt idx="1815">
                  <c:v>-0.1</c:v>
                </c:pt>
                <c:pt idx="1816">
                  <c:v>-0.1</c:v>
                </c:pt>
                <c:pt idx="1817">
                  <c:v>-0.1</c:v>
                </c:pt>
                <c:pt idx="1818">
                  <c:v>-0.1</c:v>
                </c:pt>
                <c:pt idx="1819">
                  <c:v>-0.1</c:v>
                </c:pt>
                <c:pt idx="1820">
                  <c:v>-0.1</c:v>
                </c:pt>
                <c:pt idx="1821">
                  <c:v>-0.1</c:v>
                </c:pt>
                <c:pt idx="1822">
                  <c:v>-0.1</c:v>
                </c:pt>
                <c:pt idx="1823">
                  <c:v>-0.1</c:v>
                </c:pt>
                <c:pt idx="1824">
                  <c:v>-0.1</c:v>
                </c:pt>
                <c:pt idx="1825">
                  <c:v>-0.1</c:v>
                </c:pt>
                <c:pt idx="1826">
                  <c:v>-0.1</c:v>
                </c:pt>
                <c:pt idx="1827">
                  <c:v>-0.1</c:v>
                </c:pt>
                <c:pt idx="1828">
                  <c:v>-0.1</c:v>
                </c:pt>
                <c:pt idx="1829">
                  <c:v>-0.1</c:v>
                </c:pt>
                <c:pt idx="1830">
                  <c:v>-0.1</c:v>
                </c:pt>
                <c:pt idx="1831">
                  <c:v>-0.1</c:v>
                </c:pt>
                <c:pt idx="1832">
                  <c:v>-0.1</c:v>
                </c:pt>
                <c:pt idx="1833">
                  <c:v>-0.1</c:v>
                </c:pt>
                <c:pt idx="1834">
                  <c:v>-0.1</c:v>
                </c:pt>
                <c:pt idx="1835">
                  <c:v>-0.1</c:v>
                </c:pt>
                <c:pt idx="1836">
                  <c:v>-0.1</c:v>
                </c:pt>
                <c:pt idx="1837">
                  <c:v>-0.1</c:v>
                </c:pt>
                <c:pt idx="1838">
                  <c:v>-0.1</c:v>
                </c:pt>
                <c:pt idx="1839">
                  <c:v>-0.1</c:v>
                </c:pt>
                <c:pt idx="1840">
                  <c:v>-0.1</c:v>
                </c:pt>
                <c:pt idx="1841">
                  <c:v>-0.1</c:v>
                </c:pt>
                <c:pt idx="1842">
                  <c:v>-0.1</c:v>
                </c:pt>
                <c:pt idx="1843">
                  <c:v>-0.1</c:v>
                </c:pt>
                <c:pt idx="1844">
                  <c:v>-0.1</c:v>
                </c:pt>
                <c:pt idx="1845">
                  <c:v>-0.1</c:v>
                </c:pt>
                <c:pt idx="1846">
                  <c:v>-0.1</c:v>
                </c:pt>
                <c:pt idx="1847">
                  <c:v>-0.1</c:v>
                </c:pt>
                <c:pt idx="1848">
                  <c:v>-0.1</c:v>
                </c:pt>
                <c:pt idx="1849">
                  <c:v>-0.1</c:v>
                </c:pt>
                <c:pt idx="1850">
                  <c:v>-0.1</c:v>
                </c:pt>
                <c:pt idx="1851">
                  <c:v>-0.1</c:v>
                </c:pt>
                <c:pt idx="1852">
                  <c:v>-0.1</c:v>
                </c:pt>
                <c:pt idx="1853">
                  <c:v>-0.1</c:v>
                </c:pt>
                <c:pt idx="1854">
                  <c:v>-0.1</c:v>
                </c:pt>
                <c:pt idx="1855">
                  <c:v>-0.1</c:v>
                </c:pt>
                <c:pt idx="1856">
                  <c:v>-0.1</c:v>
                </c:pt>
                <c:pt idx="1857">
                  <c:v>-0.1</c:v>
                </c:pt>
                <c:pt idx="1858">
                  <c:v>-0.1</c:v>
                </c:pt>
                <c:pt idx="1859">
                  <c:v>-0.1</c:v>
                </c:pt>
                <c:pt idx="1860">
                  <c:v>-0.1</c:v>
                </c:pt>
                <c:pt idx="1861">
                  <c:v>-0.1</c:v>
                </c:pt>
                <c:pt idx="1862">
                  <c:v>-0.1</c:v>
                </c:pt>
                <c:pt idx="1863">
                  <c:v>-0.1</c:v>
                </c:pt>
                <c:pt idx="1864">
                  <c:v>-0.1</c:v>
                </c:pt>
                <c:pt idx="1865">
                  <c:v>-0.1</c:v>
                </c:pt>
                <c:pt idx="1866">
                  <c:v>-0.1</c:v>
                </c:pt>
                <c:pt idx="1867">
                  <c:v>-0.1</c:v>
                </c:pt>
                <c:pt idx="1868">
                  <c:v>-0.1</c:v>
                </c:pt>
                <c:pt idx="1869">
                  <c:v>-0.1</c:v>
                </c:pt>
                <c:pt idx="1870">
                  <c:v>-0.1</c:v>
                </c:pt>
                <c:pt idx="1871">
                  <c:v>-0.1</c:v>
                </c:pt>
                <c:pt idx="1872">
                  <c:v>-0.1</c:v>
                </c:pt>
                <c:pt idx="1873">
                  <c:v>-0.1</c:v>
                </c:pt>
                <c:pt idx="1874">
                  <c:v>-0.1</c:v>
                </c:pt>
                <c:pt idx="1875">
                  <c:v>-0.1</c:v>
                </c:pt>
                <c:pt idx="1876">
                  <c:v>-0.1</c:v>
                </c:pt>
                <c:pt idx="1877">
                  <c:v>-0.1</c:v>
                </c:pt>
                <c:pt idx="1878">
                  <c:v>-0.1</c:v>
                </c:pt>
                <c:pt idx="1879">
                  <c:v>-0.1</c:v>
                </c:pt>
                <c:pt idx="1880">
                  <c:v>-0.1</c:v>
                </c:pt>
                <c:pt idx="1881">
                  <c:v>-0.1</c:v>
                </c:pt>
                <c:pt idx="1882">
                  <c:v>-0.1</c:v>
                </c:pt>
                <c:pt idx="1883">
                  <c:v>-0.1</c:v>
                </c:pt>
                <c:pt idx="1884">
                  <c:v>-0.1</c:v>
                </c:pt>
                <c:pt idx="1885">
                  <c:v>-0.1</c:v>
                </c:pt>
                <c:pt idx="1886">
                  <c:v>-0.1</c:v>
                </c:pt>
                <c:pt idx="1887">
                  <c:v>-0.1</c:v>
                </c:pt>
                <c:pt idx="1888">
                  <c:v>-0.1</c:v>
                </c:pt>
                <c:pt idx="1889">
                  <c:v>-0.1</c:v>
                </c:pt>
                <c:pt idx="1890">
                  <c:v>-0.1</c:v>
                </c:pt>
                <c:pt idx="1891">
                  <c:v>-0.1</c:v>
                </c:pt>
                <c:pt idx="1892">
                  <c:v>-0.1</c:v>
                </c:pt>
                <c:pt idx="1893">
                  <c:v>-0.1</c:v>
                </c:pt>
                <c:pt idx="1894">
                  <c:v>-0.1</c:v>
                </c:pt>
                <c:pt idx="1895">
                  <c:v>-0.1</c:v>
                </c:pt>
                <c:pt idx="1896">
                  <c:v>-0.1</c:v>
                </c:pt>
                <c:pt idx="1897">
                  <c:v>-0.1</c:v>
                </c:pt>
                <c:pt idx="1898">
                  <c:v>-0.1</c:v>
                </c:pt>
                <c:pt idx="1899">
                  <c:v>-0.1</c:v>
                </c:pt>
                <c:pt idx="1900">
                  <c:v>-0.1</c:v>
                </c:pt>
                <c:pt idx="1901">
                  <c:v>-0.1</c:v>
                </c:pt>
                <c:pt idx="1902">
                  <c:v>-0.1</c:v>
                </c:pt>
                <c:pt idx="1903">
                  <c:v>-0.1</c:v>
                </c:pt>
                <c:pt idx="1904">
                  <c:v>-0.1</c:v>
                </c:pt>
                <c:pt idx="1905">
                  <c:v>-0.1</c:v>
                </c:pt>
                <c:pt idx="1906">
                  <c:v>-0.1</c:v>
                </c:pt>
                <c:pt idx="1907">
                  <c:v>-0.1</c:v>
                </c:pt>
                <c:pt idx="1908">
                  <c:v>-0.1</c:v>
                </c:pt>
                <c:pt idx="1909">
                  <c:v>-0.1</c:v>
                </c:pt>
                <c:pt idx="1910">
                  <c:v>-0.1</c:v>
                </c:pt>
                <c:pt idx="1911">
                  <c:v>-0.1</c:v>
                </c:pt>
                <c:pt idx="1912">
                  <c:v>-0.1</c:v>
                </c:pt>
                <c:pt idx="1913">
                  <c:v>-0.1</c:v>
                </c:pt>
                <c:pt idx="1914">
                  <c:v>-0.1</c:v>
                </c:pt>
                <c:pt idx="1915">
                  <c:v>-0.1</c:v>
                </c:pt>
                <c:pt idx="1916">
                  <c:v>-0.1</c:v>
                </c:pt>
                <c:pt idx="1917">
                  <c:v>-0.1</c:v>
                </c:pt>
                <c:pt idx="1918">
                  <c:v>-0.1</c:v>
                </c:pt>
                <c:pt idx="1919">
                  <c:v>-0.1</c:v>
                </c:pt>
                <c:pt idx="1920">
                  <c:v>-0.1</c:v>
                </c:pt>
                <c:pt idx="1921">
                  <c:v>-0.1</c:v>
                </c:pt>
                <c:pt idx="1922">
                  <c:v>-0.1</c:v>
                </c:pt>
                <c:pt idx="1923">
                  <c:v>-0.1</c:v>
                </c:pt>
                <c:pt idx="1924">
                  <c:v>-0.1</c:v>
                </c:pt>
                <c:pt idx="1925">
                  <c:v>-0.1</c:v>
                </c:pt>
                <c:pt idx="1926">
                  <c:v>-0.1</c:v>
                </c:pt>
                <c:pt idx="1927">
                  <c:v>-0.1</c:v>
                </c:pt>
                <c:pt idx="1928">
                  <c:v>-0.1</c:v>
                </c:pt>
                <c:pt idx="1929">
                  <c:v>-0.1</c:v>
                </c:pt>
                <c:pt idx="1930">
                  <c:v>-0.1</c:v>
                </c:pt>
                <c:pt idx="1931">
                  <c:v>-0.1</c:v>
                </c:pt>
                <c:pt idx="1932">
                  <c:v>-0.1</c:v>
                </c:pt>
                <c:pt idx="1933">
                  <c:v>-0.1</c:v>
                </c:pt>
                <c:pt idx="1934">
                  <c:v>-0.1</c:v>
                </c:pt>
                <c:pt idx="1935">
                  <c:v>-0.1</c:v>
                </c:pt>
                <c:pt idx="1936">
                  <c:v>-0.1</c:v>
                </c:pt>
                <c:pt idx="1937">
                  <c:v>-0.1</c:v>
                </c:pt>
                <c:pt idx="1938">
                  <c:v>-0.1</c:v>
                </c:pt>
                <c:pt idx="1939">
                  <c:v>-0.1</c:v>
                </c:pt>
                <c:pt idx="1940">
                  <c:v>-0.1</c:v>
                </c:pt>
                <c:pt idx="1941">
                  <c:v>-0.1</c:v>
                </c:pt>
                <c:pt idx="1942">
                  <c:v>-0.1</c:v>
                </c:pt>
                <c:pt idx="1943">
                  <c:v>-0.1</c:v>
                </c:pt>
                <c:pt idx="1944">
                  <c:v>-0.1</c:v>
                </c:pt>
                <c:pt idx="1945">
                  <c:v>-0.1</c:v>
                </c:pt>
                <c:pt idx="1946">
                  <c:v>-0.1</c:v>
                </c:pt>
                <c:pt idx="1947">
                  <c:v>-0.1</c:v>
                </c:pt>
                <c:pt idx="1948">
                  <c:v>-0.1</c:v>
                </c:pt>
                <c:pt idx="1949">
                  <c:v>-0.1</c:v>
                </c:pt>
                <c:pt idx="1950">
                  <c:v>-0.1</c:v>
                </c:pt>
                <c:pt idx="1951">
                  <c:v>-0.1</c:v>
                </c:pt>
                <c:pt idx="1952">
                  <c:v>-0.1</c:v>
                </c:pt>
                <c:pt idx="1953">
                  <c:v>-0.1</c:v>
                </c:pt>
                <c:pt idx="1954">
                  <c:v>-0.1</c:v>
                </c:pt>
                <c:pt idx="1955">
                  <c:v>-0.1</c:v>
                </c:pt>
                <c:pt idx="1956">
                  <c:v>-0.1</c:v>
                </c:pt>
                <c:pt idx="1957">
                  <c:v>-0.1</c:v>
                </c:pt>
                <c:pt idx="1958">
                  <c:v>-0.1</c:v>
                </c:pt>
                <c:pt idx="1959">
                  <c:v>-0.1</c:v>
                </c:pt>
                <c:pt idx="1960">
                  <c:v>-0.1</c:v>
                </c:pt>
                <c:pt idx="1961">
                  <c:v>-0.1</c:v>
                </c:pt>
                <c:pt idx="1962">
                  <c:v>-0.1</c:v>
                </c:pt>
                <c:pt idx="1963">
                  <c:v>-0.1</c:v>
                </c:pt>
                <c:pt idx="1964">
                  <c:v>-0.1</c:v>
                </c:pt>
                <c:pt idx="1965">
                  <c:v>-0.1</c:v>
                </c:pt>
                <c:pt idx="1966">
                  <c:v>-0.1</c:v>
                </c:pt>
                <c:pt idx="1967">
                  <c:v>-0.1</c:v>
                </c:pt>
                <c:pt idx="1968">
                  <c:v>-0.1</c:v>
                </c:pt>
                <c:pt idx="1969">
                  <c:v>-0.1</c:v>
                </c:pt>
                <c:pt idx="1970">
                  <c:v>-0.1</c:v>
                </c:pt>
                <c:pt idx="1971">
                  <c:v>-0.1</c:v>
                </c:pt>
                <c:pt idx="1972">
                  <c:v>-0.1</c:v>
                </c:pt>
                <c:pt idx="1973">
                  <c:v>-0.1</c:v>
                </c:pt>
                <c:pt idx="1974">
                  <c:v>-0.1</c:v>
                </c:pt>
                <c:pt idx="1975">
                  <c:v>-0.1</c:v>
                </c:pt>
                <c:pt idx="1976">
                  <c:v>-0.1</c:v>
                </c:pt>
                <c:pt idx="1977">
                  <c:v>-0.1</c:v>
                </c:pt>
                <c:pt idx="1978">
                  <c:v>-0.1</c:v>
                </c:pt>
                <c:pt idx="1979">
                  <c:v>-0.1</c:v>
                </c:pt>
                <c:pt idx="1980">
                  <c:v>-0.1</c:v>
                </c:pt>
                <c:pt idx="1981">
                  <c:v>-0.1</c:v>
                </c:pt>
                <c:pt idx="1982">
                  <c:v>-0.1</c:v>
                </c:pt>
                <c:pt idx="1983">
                  <c:v>-0.1</c:v>
                </c:pt>
                <c:pt idx="1984">
                  <c:v>-0.1</c:v>
                </c:pt>
                <c:pt idx="1985">
                  <c:v>-0.1</c:v>
                </c:pt>
                <c:pt idx="1986">
                  <c:v>-0.1</c:v>
                </c:pt>
                <c:pt idx="1987">
                  <c:v>-0.1</c:v>
                </c:pt>
                <c:pt idx="1988">
                  <c:v>-0.1</c:v>
                </c:pt>
                <c:pt idx="1989">
                  <c:v>-0.1</c:v>
                </c:pt>
                <c:pt idx="1990">
                  <c:v>-0.1</c:v>
                </c:pt>
                <c:pt idx="1991">
                  <c:v>-0.1</c:v>
                </c:pt>
                <c:pt idx="1992">
                  <c:v>-0.1</c:v>
                </c:pt>
                <c:pt idx="1993">
                  <c:v>-0.1</c:v>
                </c:pt>
                <c:pt idx="1994">
                  <c:v>-0.1</c:v>
                </c:pt>
                <c:pt idx="1995">
                  <c:v>-0.1</c:v>
                </c:pt>
                <c:pt idx="1996">
                  <c:v>-0.1</c:v>
                </c:pt>
                <c:pt idx="1997">
                  <c:v>-0.1</c:v>
                </c:pt>
                <c:pt idx="1998">
                  <c:v>-0.1</c:v>
                </c:pt>
                <c:pt idx="1999">
                  <c:v>-0.1</c:v>
                </c:pt>
                <c:pt idx="2000">
                  <c:v>-0.1</c:v>
                </c:pt>
                <c:pt idx="2001">
                  <c:v>-0.1</c:v>
                </c:pt>
                <c:pt idx="2002">
                  <c:v>-0.1</c:v>
                </c:pt>
                <c:pt idx="2003">
                  <c:v>-0.1</c:v>
                </c:pt>
                <c:pt idx="2004">
                  <c:v>-0.1</c:v>
                </c:pt>
                <c:pt idx="2005">
                  <c:v>-0.1</c:v>
                </c:pt>
                <c:pt idx="2006">
                  <c:v>-0.1</c:v>
                </c:pt>
                <c:pt idx="2007">
                  <c:v>-0.1</c:v>
                </c:pt>
                <c:pt idx="2008">
                  <c:v>-0.1</c:v>
                </c:pt>
                <c:pt idx="2009">
                  <c:v>-0.1</c:v>
                </c:pt>
                <c:pt idx="2010">
                  <c:v>-0.1</c:v>
                </c:pt>
                <c:pt idx="2011">
                  <c:v>-0.1</c:v>
                </c:pt>
                <c:pt idx="2012">
                  <c:v>-0.1</c:v>
                </c:pt>
                <c:pt idx="2013">
                  <c:v>-0.1</c:v>
                </c:pt>
                <c:pt idx="2014">
                  <c:v>-0.1</c:v>
                </c:pt>
                <c:pt idx="2015">
                  <c:v>-0.1</c:v>
                </c:pt>
                <c:pt idx="2016">
                  <c:v>-0.1</c:v>
                </c:pt>
                <c:pt idx="2017">
                  <c:v>-0.1</c:v>
                </c:pt>
                <c:pt idx="2018">
                  <c:v>-0.1</c:v>
                </c:pt>
                <c:pt idx="2019">
                  <c:v>-0.1</c:v>
                </c:pt>
                <c:pt idx="2020">
                  <c:v>-0.1</c:v>
                </c:pt>
                <c:pt idx="2021">
                  <c:v>-0.1</c:v>
                </c:pt>
                <c:pt idx="2022">
                  <c:v>-0.1</c:v>
                </c:pt>
                <c:pt idx="2023">
                  <c:v>-0.1</c:v>
                </c:pt>
                <c:pt idx="2024">
                  <c:v>-0.1</c:v>
                </c:pt>
                <c:pt idx="2025">
                  <c:v>-0.1</c:v>
                </c:pt>
                <c:pt idx="2026">
                  <c:v>-0.1</c:v>
                </c:pt>
                <c:pt idx="2027">
                  <c:v>-0.1</c:v>
                </c:pt>
                <c:pt idx="2028">
                  <c:v>-0.1</c:v>
                </c:pt>
                <c:pt idx="2029">
                  <c:v>-0.1</c:v>
                </c:pt>
                <c:pt idx="2030">
                  <c:v>-0.1</c:v>
                </c:pt>
                <c:pt idx="2031">
                  <c:v>-0.1</c:v>
                </c:pt>
                <c:pt idx="2032">
                  <c:v>-0.1</c:v>
                </c:pt>
                <c:pt idx="2033">
                  <c:v>-0.1</c:v>
                </c:pt>
                <c:pt idx="2034">
                  <c:v>-0.1</c:v>
                </c:pt>
                <c:pt idx="2035">
                  <c:v>-0.1</c:v>
                </c:pt>
                <c:pt idx="2036">
                  <c:v>-0.1</c:v>
                </c:pt>
                <c:pt idx="2037">
                  <c:v>-0.1</c:v>
                </c:pt>
                <c:pt idx="2038">
                  <c:v>-0.1</c:v>
                </c:pt>
                <c:pt idx="2039">
                  <c:v>-0.1</c:v>
                </c:pt>
                <c:pt idx="2040">
                  <c:v>-0.1</c:v>
                </c:pt>
                <c:pt idx="2041">
                  <c:v>-0.1</c:v>
                </c:pt>
                <c:pt idx="2042">
                  <c:v>-0.1</c:v>
                </c:pt>
                <c:pt idx="2043">
                  <c:v>-0.1</c:v>
                </c:pt>
                <c:pt idx="2044">
                  <c:v>-0.1</c:v>
                </c:pt>
                <c:pt idx="2045">
                  <c:v>-0.1</c:v>
                </c:pt>
                <c:pt idx="2046">
                  <c:v>-0.1</c:v>
                </c:pt>
                <c:pt idx="2047">
                  <c:v>-0.1</c:v>
                </c:pt>
                <c:pt idx="2048">
                  <c:v>-0.1</c:v>
                </c:pt>
                <c:pt idx="2049">
                  <c:v>-0.1</c:v>
                </c:pt>
                <c:pt idx="2050">
                  <c:v>-0.1</c:v>
                </c:pt>
                <c:pt idx="2051">
                  <c:v>-0.1</c:v>
                </c:pt>
                <c:pt idx="2052">
                  <c:v>-0.1</c:v>
                </c:pt>
                <c:pt idx="2053">
                  <c:v>-0.1</c:v>
                </c:pt>
                <c:pt idx="2054">
                  <c:v>-0.1</c:v>
                </c:pt>
                <c:pt idx="2055">
                  <c:v>-0.1</c:v>
                </c:pt>
                <c:pt idx="2056">
                  <c:v>-0.1</c:v>
                </c:pt>
                <c:pt idx="2057">
                  <c:v>-0.1</c:v>
                </c:pt>
                <c:pt idx="2058">
                  <c:v>-0.1</c:v>
                </c:pt>
                <c:pt idx="2059">
                  <c:v>-0.1</c:v>
                </c:pt>
                <c:pt idx="2060">
                  <c:v>-0.1</c:v>
                </c:pt>
                <c:pt idx="2061">
                  <c:v>-0.1</c:v>
                </c:pt>
                <c:pt idx="2062">
                  <c:v>-0.1</c:v>
                </c:pt>
                <c:pt idx="2063">
                  <c:v>-0.1</c:v>
                </c:pt>
                <c:pt idx="2064">
                  <c:v>-0.1</c:v>
                </c:pt>
                <c:pt idx="2065">
                  <c:v>-0.1</c:v>
                </c:pt>
                <c:pt idx="2066">
                  <c:v>-0.1</c:v>
                </c:pt>
                <c:pt idx="2067">
                  <c:v>-0.1</c:v>
                </c:pt>
                <c:pt idx="2068">
                  <c:v>-0.1</c:v>
                </c:pt>
                <c:pt idx="2069">
                  <c:v>-0.1</c:v>
                </c:pt>
                <c:pt idx="2070">
                  <c:v>-0.1</c:v>
                </c:pt>
                <c:pt idx="2071">
                  <c:v>-0.1</c:v>
                </c:pt>
                <c:pt idx="2072">
                  <c:v>-0.1</c:v>
                </c:pt>
                <c:pt idx="2073">
                  <c:v>-0.1</c:v>
                </c:pt>
                <c:pt idx="2074">
                  <c:v>-0.1</c:v>
                </c:pt>
                <c:pt idx="2075">
                  <c:v>-0.1</c:v>
                </c:pt>
                <c:pt idx="2076">
                  <c:v>-0.1</c:v>
                </c:pt>
                <c:pt idx="2077">
                  <c:v>-0.1</c:v>
                </c:pt>
                <c:pt idx="2078">
                  <c:v>-0.1</c:v>
                </c:pt>
                <c:pt idx="2079">
                  <c:v>-0.1</c:v>
                </c:pt>
                <c:pt idx="2080">
                  <c:v>-0.1</c:v>
                </c:pt>
                <c:pt idx="2081">
                  <c:v>-0.1</c:v>
                </c:pt>
                <c:pt idx="2082">
                  <c:v>-0.1</c:v>
                </c:pt>
                <c:pt idx="2083">
                  <c:v>-0.1</c:v>
                </c:pt>
                <c:pt idx="2084">
                  <c:v>-0.1</c:v>
                </c:pt>
                <c:pt idx="2085">
                  <c:v>-0.1</c:v>
                </c:pt>
                <c:pt idx="2086">
                  <c:v>-0.1</c:v>
                </c:pt>
                <c:pt idx="2087">
                  <c:v>-0.1</c:v>
                </c:pt>
                <c:pt idx="2088">
                  <c:v>-0.1</c:v>
                </c:pt>
                <c:pt idx="2089">
                  <c:v>-0.1</c:v>
                </c:pt>
                <c:pt idx="2090">
                  <c:v>-0.1</c:v>
                </c:pt>
                <c:pt idx="2091">
                  <c:v>-0.1</c:v>
                </c:pt>
                <c:pt idx="2092">
                  <c:v>-0.1</c:v>
                </c:pt>
                <c:pt idx="2093">
                  <c:v>-0.1</c:v>
                </c:pt>
                <c:pt idx="2094">
                  <c:v>-0.1</c:v>
                </c:pt>
                <c:pt idx="2095">
                  <c:v>-0.1</c:v>
                </c:pt>
                <c:pt idx="2096">
                  <c:v>-0.1</c:v>
                </c:pt>
                <c:pt idx="2097">
                  <c:v>-0.1</c:v>
                </c:pt>
                <c:pt idx="2098">
                  <c:v>-0.1</c:v>
                </c:pt>
                <c:pt idx="2099">
                  <c:v>-0.1</c:v>
                </c:pt>
                <c:pt idx="2100">
                  <c:v>-0.1</c:v>
                </c:pt>
                <c:pt idx="2101">
                  <c:v>-0.1</c:v>
                </c:pt>
                <c:pt idx="2102">
                  <c:v>-0.1</c:v>
                </c:pt>
                <c:pt idx="2103">
                  <c:v>-0.1</c:v>
                </c:pt>
                <c:pt idx="2104">
                  <c:v>-0.1</c:v>
                </c:pt>
                <c:pt idx="2105">
                  <c:v>-0.1</c:v>
                </c:pt>
                <c:pt idx="2106">
                  <c:v>-0.1</c:v>
                </c:pt>
                <c:pt idx="2107">
                  <c:v>-0.1</c:v>
                </c:pt>
                <c:pt idx="2108">
                  <c:v>-0.1</c:v>
                </c:pt>
                <c:pt idx="2109">
                  <c:v>-0.1</c:v>
                </c:pt>
                <c:pt idx="2110">
                  <c:v>-0.1</c:v>
                </c:pt>
                <c:pt idx="2111">
                  <c:v>-0.1</c:v>
                </c:pt>
                <c:pt idx="2112">
                  <c:v>-0.1</c:v>
                </c:pt>
                <c:pt idx="2113">
                  <c:v>-0.1</c:v>
                </c:pt>
                <c:pt idx="2114">
                  <c:v>-0.1</c:v>
                </c:pt>
                <c:pt idx="2115">
                  <c:v>-0.1</c:v>
                </c:pt>
                <c:pt idx="2116">
                  <c:v>-0.1</c:v>
                </c:pt>
                <c:pt idx="2117">
                  <c:v>-0.1</c:v>
                </c:pt>
                <c:pt idx="2118">
                  <c:v>-0.1</c:v>
                </c:pt>
                <c:pt idx="2119">
                  <c:v>-0.1</c:v>
                </c:pt>
                <c:pt idx="2120">
                  <c:v>-0.1</c:v>
                </c:pt>
                <c:pt idx="2121">
                  <c:v>-0.1</c:v>
                </c:pt>
                <c:pt idx="2122">
                  <c:v>-0.1</c:v>
                </c:pt>
                <c:pt idx="2123">
                  <c:v>-0.1</c:v>
                </c:pt>
                <c:pt idx="2124">
                  <c:v>-0.1</c:v>
                </c:pt>
                <c:pt idx="2125">
                  <c:v>-0.1</c:v>
                </c:pt>
                <c:pt idx="2126">
                  <c:v>-0.1</c:v>
                </c:pt>
                <c:pt idx="2127">
                  <c:v>-0.1</c:v>
                </c:pt>
                <c:pt idx="2128">
                  <c:v>-0.1</c:v>
                </c:pt>
                <c:pt idx="2129">
                  <c:v>-0.1</c:v>
                </c:pt>
                <c:pt idx="2130">
                  <c:v>-0.1</c:v>
                </c:pt>
                <c:pt idx="2131">
                  <c:v>-0.1</c:v>
                </c:pt>
                <c:pt idx="2132">
                  <c:v>-0.1</c:v>
                </c:pt>
                <c:pt idx="2133">
                  <c:v>-0.1</c:v>
                </c:pt>
                <c:pt idx="2134">
                  <c:v>-0.1</c:v>
                </c:pt>
                <c:pt idx="2135">
                  <c:v>-0.1</c:v>
                </c:pt>
                <c:pt idx="2136">
                  <c:v>-0.1</c:v>
                </c:pt>
                <c:pt idx="2137">
                  <c:v>-0.1</c:v>
                </c:pt>
                <c:pt idx="2138">
                  <c:v>-0.1</c:v>
                </c:pt>
                <c:pt idx="2139">
                  <c:v>-0.1</c:v>
                </c:pt>
                <c:pt idx="2140">
                  <c:v>-0.1</c:v>
                </c:pt>
                <c:pt idx="2141">
                  <c:v>-0.1</c:v>
                </c:pt>
                <c:pt idx="2142">
                  <c:v>-0.1</c:v>
                </c:pt>
                <c:pt idx="2143">
                  <c:v>-0.1</c:v>
                </c:pt>
                <c:pt idx="2144">
                  <c:v>-0.1</c:v>
                </c:pt>
                <c:pt idx="2145">
                  <c:v>-0.1</c:v>
                </c:pt>
                <c:pt idx="2146">
                  <c:v>-0.1</c:v>
                </c:pt>
                <c:pt idx="2147">
                  <c:v>-0.1</c:v>
                </c:pt>
                <c:pt idx="2148">
                  <c:v>-0.1</c:v>
                </c:pt>
                <c:pt idx="2149">
                  <c:v>-0.1</c:v>
                </c:pt>
                <c:pt idx="2150">
                  <c:v>-0.1</c:v>
                </c:pt>
                <c:pt idx="2151">
                  <c:v>-0.1</c:v>
                </c:pt>
                <c:pt idx="2152">
                  <c:v>-0.1</c:v>
                </c:pt>
                <c:pt idx="2153">
                  <c:v>-0.1</c:v>
                </c:pt>
                <c:pt idx="2154">
                  <c:v>-0.1</c:v>
                </c:pt>
                <c:pt idx="2155">
                  <c:v>-0.1</c:v>
                </c:pt>
                <c:pt idx="2156">
                  <c:v>-0.1</c:v>
                </c:pt>
                <c:pt idx="2157">
                  <c:v>-0.1</c:v>
                </c:pt>
                <c:pt idx="2158">
                  <c:v>-0.1</c:v>
                </c:pt>
                <c:pt idx="2159">
                  <c:v>-0.1</c:v>
                </c:pt>
                <c:pt idx="2160">
                  <c:v>-0.1</c:v>
                </c:pt>
                <c:pt idx="2161">
                  <c:v>-0.1</c:v>
                </c:pt>
                <c:pt idx="2162">
                  <c:v>-0.1</c:v>
                </c:pt>
                <c:pt idx="2163">
                  <c:v>-0.1</c:v>
                </c:pt>
                <c:pt idx="2164">
                  <c:v>-0.1</c:v>
                </c:pt>
                <c:pt idx="2165">
                  <c:v>-0.1</c:v>
                </c:pt>
                <c:pt idx="2166">
                  <c:v>-0.1</c:v>
                </c:pt>
                <c:pt idx="2167">
                  <c:v>-0.1</c:v>
                </c:pt>
                <c:pt idx="2168">
                  <c:v>-0.1</c:v>
                </c:pt>
                <c:pt idx="2169">
                  <c:v>-0.1</c:v>
                </c:pt>
                <c:pt idx="2170">
                  <c:v>-0.1</c:v>
                </c:pt>
                <c:pt idx="2171">
                  <c:v>-0.1</c:v>
                </c:pt>
                <c:pt idx="2172">
                  <c:v>-0.1</c:v>
                </c:pt>
                <c:pt idx="2173">
                  <c:v>-0.1</c:v>
                </c:pt>
                <c:pt idx="2174">
                  <c:v>-0.1</c:v>
                </c:pt>
                <c:pt idx="2175">
                  <c:v>-0.1</c:v>
                </c:pt>
                <c:pt idx="2176">
                  <c:v>-0.1</c:v>
                </c:pt>
                <c:pt idx="2177">
                  <c:v>-0.1</c:v>
                </c:pt>
                <c:pt idx="2178">
                  <c:v>-0.1</c:v>
                </c:pt>
                <c:pt idx="2179">
                  <c:v>-0.1</c:v>
                </c:pt>
                <c:pt idx="2180">
                  <c:v>-0.1</c:v>
                </c:pt>
                <c:pt idx="2181">
                  <c:v>-0.1</c:v>
                </c:pt>
                <c:pt idx="2182">
                  <c:v>-0.1</c:v>
                </c:pt>
                <c:pt idx="2183">
                  <c:v>-0.1</c:v>
                </c:pt>
                <c:pt idx="2184">
                  <c:v>-0.1</c:v>
                </c:pt>
                <c:pt idx="2185">
                  <c:v>-0.1</c:v>
                </c:pt>
                <c:pt idx="2186">
                  <c:v>-0.1</c:v>
                </c:pt>
                <c:pt idx="2187">
                  <c:v>-0.1</c:v>
                </c:pt>
                <c:pt idx="2188">
                  <c:v>-0.1</c:v>
                </c:pt>
                <c:pt idx="2189">
                  <c:v>-0.1</c:v>
                </c:pt>
                <c:pt idx="2190">
                  <c:v>-0.1</c:v>
                </c:pt>
                <c:pt idx="2191">
                  <c:v>-0.1</c:v>
                </c:pt>
                <c:pt idx="2192">
                  <c:v>-0.1</c:v>
                </c:pt>
                <c:pt idx="2193">
                  <c:v>-0.1</c:v>
                </c:pt>
                <c:pt idx="2194">
                  <c:v>-0.1</c:v>
                </c:pt>
                <c:pt idx="2195">
                  <c:v>-0.1</c:v>
                </c:pt>
                <c:pt idx="2196">
                  <c:v>-0.1</c:v>
                </c:pt>
                <c:pt idx="2197">
                  <c:v>-0.1</c:v>
                </c:pt>
                <c:pt idx="2198">
                  <c:v>-0.1</c:v>
                </c:pt>
                <c:pt idx="2199">
                  <c:v>-0.1</c:v>
                </c:pt>
                <c:pt idx="2200">
                  <c:v>-0.1</c:v>
                </c:pt>
                <c:pt idx="2201">
                  <c:v>-0.1</c:v>
                </c:pt>
                <c:pt idx="2202">
                  <c:v>-0.1</c:v>
                </c:pt>
                <c:pt idx="2203">
                  <c:v>-0.1</c:v>
                </c:pt>
                <c:pt idx="2204">
                  <c:v>-0.1</c:v>
                </c:pt>
                <c:pt idx="2205">
                  <c:v>-0.1</c:v>
                </c:pt>
                <c:pt idx="2206">
                  <c:v>-0.1</c:v>
                </c:pt>
                <c:pt idx="2207">
                  <c:v>-0.1</c:v>
                </c:pt>
                <c:pt idx="2208">
                  <c:v>-0.1</c:v>
                </c:pt>
                <c:pt idx="2209">
                  <c:v>-0.1</c:v>
                </c:pt>
                <c:pt idx="2210">
                  <c:v>-0.1</c:v>
                </c:pt>
                <c:pt idx="2211">
                  <c:v>-0.1</c:v>
                </c:pt>
                <c:pt idx="2212">
                  <c:v>-0.1</c:v>
                </c:pt>
                <c:pt idx="2213">
                  <c:v>-0.1</c:v>
                </c:pt>
                <c:pt idx="2214">
                  <c:v>-0.1</c:v>
                </c:pt>
                <c:pt idx="2215">
                  <c:v>-0.1</c:v>
                </c:pt>
                <c:pt idx="2216">
                  <c:v>-0.1</c:v>
                </c:pt>
                <c:pt idx="2217">
                  <c:v>-0.1</c:v>
                </c:pt>
                <c:pt idx="2218">
                  <c:v>-0.1</c:v>
                </c:pt>
                <c:pt idx="2219">
                  <c:v>-0.1</c:v>
                </c:pt>
                <c:pt idx="2220">
                  <c:v>-0.1</c:v>
                </c:pt>
                <c:pt idx="2221">
                  <c:v>-0.1</c:v>
                </c:pt>
                <c:pt idx="2222">
                  <c:v>-0.1</c:v>
                </c:pt>
                <c:pt idx="2223">
                  <c:v>-0.1</c:v>
                </c:pt>
                <c:pt idx="2224">
                  <c:v>-0.1</c:v>
                </c:pt>
                <c:pt idx="2225">
                  <c:v>-0.1</c:v>
                </c:pt>
                <c:pt idx="2226">
                  <c:v>-0.1</c:v>
                </c:pt>
                <c:pt idx="2227">
                  <c:v>-0.1</c:v>
                </c:pt>
                <c:pt idx="2228">
                  <c:v>-0.1</c:v>
                </c:pt>
                <c:pt idx="2229">
                  <c:v>-0.1</c:v>
                </c:pt>
                <c:pt idx="2230">
                  <c:v>-0.1</c:v>
                </c:pt>
                <c:pt idx="2231">
                  <c:v>-0.1</c:v>
                </c:pt>
                <c:pt idx="2232">
                  <c:v>-0.1</c:v>
                </c:pt>
                <c:pt idx="2233">
                  <c:v>-0.1</c:v>
                </c:pt>
                <c:pt idx="2234">
                  <c:v>-0.1</c:v>
                </c:pt>
                <c:pt idx="2235">
                  <c:v>-0.1</c:v>
                </c:pt>
                <c:pt idx="2236">
                  <c:v>-0.1</c:v>
                </c:pt>
                <c:pt idx="2237">
                  <c:v>-0.1</c:v>
                </c:pt>
                <c:pt idx="2238">
                  <c:v>-0.1</c:v>
                </c:pt>
                <c:pt idx="2239">
                  <c:v>-0.1</c:v>
                </c:pt>
                <c:pt idx="2240">
                  <c:v>-0.1</c:v>
                </c:pt>
                <c:pt idx="2241">
                  <c:v>-0.1</c:v>
                </c:pt>
                <c:pt idx="2242">
                  <c:v>-0.1</c:v>
                </c:pt>
                <c:pt idx="2243">
                  <c:v>-0.1</c:v>
                </c:pt>
                <c:pt idx="2244">
                  <c:v>-0.1</c:v>
                </c:pt>
                <c:pt idx="2245">
                  <c:v>-0.1</c:v>
                </c:pt>
                <c:pt idx="2246">
                  <c:v>-0.1</c:v>
                </c:pt>
                <c:pt idx="2247">
                  <c:v>-0.1</c:v>
                </c:pt>
                <c:pt idx="2248">
                  <c:v>-0.1</c:v>
                </c:pt>
                <c:pt idx="2249">
                  <c:v>-0.1</c:v>
                </c:pt>
                <c:pt idx="2250">
                  <c:v>-0.1</c:v>
                </c:pt>
                <c:pt idx="2251">
                  <c:v>-0.1</c:v>
                </c:pt>
                <c:pt idx="2252">
                  <c:v>-0.1</c:v>
                </c:pt>
                <c:pt idx="2253">
                  <c:v>-0.1</c:v>
                </c:pt>
                <c:pt idx="2254">
                  <c:v>-0.1</c:v>
                </c:pt>
                <c:pt idx="2255">
                  <c:v>-0.1</c:v>
                </c:pt>
                <c:pt idx="2256">
                  <c:v>-0.1</c:v>
                </c:pt>
                <c:pt idx="2257">
                  <c:v>-0.1</c:v>
                </c:pt>
                <c:pt idx="2258">
                  <c:v>-0.1</c:v>
                </c:pt>
                <c:pt idx="2259">
                  <c:v>-0.1</c:v>
                </c:pt>
                <c:pt idx="2260">
                  <c:v>-0.1</c:v>
                </c:pt>
                <c:pt idx="2261">
                  <c:v>-0.1</c:v>
                </c:pt>
                <c:pt idx="2262">
                  <c:v>-0.1</c:v>
                </c:pt>
                <c:pt idx="2263">
                  <c:v>-0.1</c:v>
                </c:pt>
                <c:pt idx="2264">
                  <c:v>-0.1</c:v>
                </c:pt>
                <c:pt idx="2265">
                  <c:v>-0.1</c:v>
                </c:pt>
                <c:pt idx="2266">
                  <c:v>-0.1</c:v>
                </c:pt>
                <c:pt idx="2267">
                  <c:v>-0.1</c:v>
                </c:pt>
                <c:pt idx="2268">
                  <c:v>-0.1</c:v>
                </c:pt>
                <c:pt idx="2269">
                  <c:v>-0.1</c:v>
                </c:pt>
                <c:pt idx="2270">
                  <c:v>-0.1</c:v>
                </c:pt>
                <c:pt idx="2271">
                  <c:v>-0.1</c:v>
                </c:pt>
                <c:pt idx="2272">
                  <c:v>-0.1</c:v>
                </c:pt>
                <c:pt idx="2273">
                  <c:v>-0.1</c:v>
                </c:pt>
                <c:pt idx="2274">
                  <c:v>-0.1</c:v>
                </c:pt>
                <c:pt idx="2275">
                  <c:v>-0.1</c:v>
                </c:pt>
                <c:pt idx="2276">
                  <c:v>-0.1</c:v>
                </c:pt>
                <c:pt idx="2277">
                  <c:v>-0.1</c:v>
                </c:pt>
                <c:pt idx="2278">
                  <c:v>-0.1</c:v>
                </c:pt>
                <c:pt idx="2279">
                  <c:v>-0.1</c:v>
                </c:pt>
                <c:pt idx="2280">
                  <c:v>-0.1</c:v>
                </c:pt>
                <c:pt idx="2281">
                  <c:v>-0.1</c:v>
                </c:pt>
                <c:pt idx="2282">
                  <c:v>-0.1</c:v>
                </c:pt>
                <c:pt idx="2283">
                  <c:v>-0.1</c:v>
                </c:pt>
                <c:pt idx="2284">
                  <c:v>-0.1</c:v>
                </c:pt>
                <c:pt idx="2285">
                  <c:v>-0.1</c:v>
                </c:pt>
                <c:pt idx="2286">
                  <c:v>-0.1</c:v>
                </c:pt>
                <c:pt idx="2287">
                  <c:v>-0.1</c:v>
                </c:pt>
                <c:pt idx="2288">
                  <c:v>-0.1</c:v>
                </c:pt>
                <c:pt idx="2289">
                  <c:v>-0.1</c:v>
                </c:pt>
                <c:pt idx="2290">
                  <c:v>-0.1</c:v>
                </c:pt>
                <c:pt idx="2291">
                  <c:v>-0.1</c:v>
                </c:pt>
                <c:pt idx="2292">
                  <c:v>-0.1</c:v>
                </c:pt>
                <c:pt idx="2293">
                  <c:v>-0.1</c:v>
                </c:pt>
                <c:pt idx="2294">
                  <c:v>-0.1</c:v>
                </c:pt>
                <c:pt idx="2295">
                  <c:v>-0.1</c:v>
                </c:pt>
                <c:pt idx="2296">
                  <c:v>-0.1</c:v>
                </c:pt>
                <c:pt idx="2297">
                  <c:v>-0.1</c:v>
                </c:pt>
                <c:pt idx="2298">
                  <c:v>-0.1</c:v>
                </c:pt>
                <c:pt idx="2299">
                  <c:v>-0.1</c:v>
                </c:pt>
                <c:pt idx="2300">
                  <c:v>-0.1</c:v>
                </c:pt>
                <c:pt idx="2301">
                  <c:v>-0.1</c:v>
                </c:pt>
                <c:pt idx="2302">
                  <c:v>-0.1</c:v>
                </c:pt>
                <c:pt idx="2303">
                  <c:v>-0.1</c:v>
                </c:pt>
                <c:pt idx="2304">
                  <c:v>-0.1</c:v>
                </c:pt>
                <c:pt idx="2305">
                  <c:v>-0.1</c:v>
                </c:pt>
                <c:pt idx="2306">
                  <c:v>-0.1</c:v>
                </c:pt>
                <c:pt idx="2307">
                  <c:v>-0.1</c:v>
                </c:pt>
                <c:pt idx="2308">
                  <c:v>-0.1</c:v>
                </c:pt>
                <c:pt idx="2309">
                  <c:v>-0.1</c:v>
                </c:pt>
                <c:pt idx="2310">
                  <c:v>-0.1</c:v>
                </c:pt>
                <c:pt idx="2311">
                  <c:v>-0.1</c:v>
                </c:pt>
                <c:pt idx="2312">
                  <c:v>-0.1</c:v>
                </c:pt>
                <c:pt idx="2313">
                  <c:v>-0.1</c:v>
                </c:pt>
                <c:pt idx="2314">
                  <c:v>-0.1</c:v>
                </c:pt>
                <c:pt idx="2315">
                  <c:v>-0.1</c:v>
                </c:pt>
                <c:pt idx="2316">
                  <c:v>-0.1</c:v>
                </c:pt>
                <c:pt idx="2317">
                  <c:v>-0.1</c:v>
                </c:pt>
                <c:pt idx="2318">
                  <c:v>-0.1</c:v>
                </c:pt>
                <c:pt idx="2319">
                  <c:v>-0.1</c:v>
                </c:pt>
                <c:pt idx="2320">
                  <c:v>-0.1</c:v>
                </c:pt>
                <c:pt idx="2321">
                  <c:v>-0.1</c:v>
                </c:pt>
                <c:pt idx="2322">
                  <c:v>-0.1</c:v>
                </c:pt>
                <c:pt idx="2323">
                  <c:v>-0.1</c:v>
                </c:pt>
                <c:pt idx="2324">
                  <c:v>-0.1</c:v>
                </c:pt>
                <c:pt idx="2325">
                  <c:v>-0.1</c:v>
                </c:pt>
                <c:pt idx="2326">
                  <c:v>-0.1</c:v>
                </c:pt>
                <c:pt idx="2327">
                  <c:v>-0.1</c:v>
                </c:pt>
                <c:pt idx="2328">
                  <c:v>-0.1</c:v>
                </c:pt>
                <c:pt idx="2329">
                  <c:v>-0.1</c:v>
                </c:pt>
                <c:pt idx="2330">
                  <c:v>-0.1</c:v>
                </c:pt>
                <c:pt idx="2331">
                  <c:v>-0.1</c:v>
                </c:pt>
                <c:pt idx="2332">
                  <c:v>-0.1</c:v>
                </c:pt>
                <c:pt idx="2333">
                  <c:v>-0.1</c:v>
                </c:pt>
                <c:pt idx="2334">
                  <c:v>-0.1</c:v>
                </c:pt>
                <c:pt idx="2335">
                  <c:v>-0.1</c:v>
                </c:pt>
                <c:pt idx="2336">
                  <c:v>-0.1</c:v>
                </c:pt>
                <c:pt idx="2337">
                  <c:v>-0.1</c:v>
                </c:pt>
                <c:pt idx="2338">
                  <c:v>-0.1</c:v>
                </c:pt>
                <c:pt idx="2339">
                  <c:v>-0.1</c:v>
                </c:pt>
                <c:pt idx="2340">
                  <c:v>-0.1</c:v>
                </c:pt>
                <c:pt idx="2341">
                  <c:v>-0.1</c:v>
                </c:pt>
                <c:pt idx="2342">
                  <c:v>-0.1</c:v>
                </c:pt>
                <c:pt idx="2343">
                  <c:v>-0.1</c:v>
                </c:pt>
                <c:pt idx="2344">
                  <c:v>-0.1</c:v>
                </c:pt>
                <c:pt idx="2345">
                  <c:v>-0.1</c:v>
                </c:pt>
                <c:pt idx="2346">
                  <c:v>-0.1</c:v>
                </c:pt>
                <c:pt idx="2347">
                  <c:v>-0.1</c:v>
                </c:pt>
                <c:pt idx="2348">
                  <c:v>-0.1</c:v>
                </c:pt>
                <c:pt idx="2349">
                  <c:v>-0.1</c:v>
                </c:pt>
                <c:pt idx="2350">
                  <c:v>-0.1</c:v>
                </c:pt>
                <c:pt idx="2351">
                  <c:v>-0.1</c:v>
                </c:pt>
                <c:pt idx="2352">
                  <c:v>-0.1</c:v>
                </c:pt>
                <c:pt idx="2353">
                  <c:v>-0.1</c:v>
                </c:pt>
                <c:pt idx="2354">
                  <c:v>-0.1</c:v>
                </c:pt>
                <c:pt idx="2355">
                  <c:v>-0.1</c:v>
                </c:pt>
                <c:pt idx="2356">
                  <c:v>-0.1</c:v>
                </c:pt>
                <c:pt idx="2357">
                  <c:v>-0.1</c:v>
                </c:pt>
                <c:pt idx="2358">
                  <c:v>-0.1</c:v>
                </c:pt>
                <c:pt idx="2359">
                  <c:v>-0.1</c:v>
                </c:pt>
                <c:pt idx="2360">
                  <c:v>-0.1</c:v>
                </c:pt>
                <c:pt idx="2361">
                  <c:v>-0.1</c:v>
                </c:pt>
                <c:pt idx="2362">
                  <c:v>-0.1</c:v>
                </c:pt>
                <c:pt idx="2363">
                  <c:v>-0.1</c:v>
                </c:pt>
                <c:pt idx="2364">
                  <c:v>-0.1</c:v>
                </c:pt>
                <c:pt idx="2365">
                  <c:v>-0.1</c:v>
                </c:pt>
                <c:pt idx="2366">
                  <c:v>-0.1</c:v>
                </c:pt>
                <c:pt idx="2367">
                  <c:v>-0.1</c:v>
                </c:pt>
                <c:pt idx="2368">
                  <c:v>-0.1</c:v>
                </c:pt>
                <c:pt idx="2369">
                  <c:v>-0.1</c:v>
                </c:pt>
                <c:pt idx="2370">
                  <c:v>-0.1</c:v>
                </c:pt>
                <c:pt idx="2371">
                  <c:v>-0.1</c:v>
                </c:pt>
                <c:pt idx="2372">
                  <c:v>-0.1</c:v>
                </c:pt>
                <c:pt idx="2373">
                  <c:v>-0.1</c:v>
                </c:pt>
                <c:pt idx="2374">
                  <c:v>-0.1</c:v>
                </c:pt>
                <c:pt idx="2375">
                  <c:v>-0.1</c:v>
                </c:pt>
                <c:pt idx="2376">
                  <c:v>-0.1</c:v>
                </c:pt>
                <c:pt idx="2377">
                  <c:v>-0.1</c:v>
                </c:pt>
                <c:pt idx="2378">
                  <c:v>-0.1</c:v>
                </c:pt>
                <c:pt idx="2379">
                  <c:v>-0.1</c:v>
                </c:pt>
                <c:pt idx="2380">
                  <c:v>-0.1</c:v>
                </c:pt>
                <c:pt idx="2381">
                  <c:v>-0.1</c:v>
                </c:pt>
                <c:pt idx="2382">
                  <c:v>-0.1</c:v>
                </c:pt>
                <c:pt idx="2383">
                  <c:v>-0.1</c:v>
                </c:pt>
                <c:pt idx="2384">
                  <c:v>-0.1</c:v>
                </c:pt>
                <c:pt idx="2385">
                  <c:v>-0.1</c:v>
                </c:pt>
                <c:pt idx="2386">
                  <c:v>-0.1</c:v>
                </c:pt>
                <c:pt idx="2387">
                  <c:v>-0.1</c:v>
                </c:pt>
                <c:pt idx="2388">
                  <c:v>-0.1</c:v>
                </c:pt>
                <c:pt idx="2389">
                  <c:v>-0.1</c:v>
                </c:pt>
                <c:pt idx="2390">
                  <c:v>-0.1</c:v>
                </c:pt>
                <c:pt idx="2391">
                  <c:v>-0.1</c:v>
                </c:pt>
                <c:pt idx="2392">
                  <c:v>-0.1</c:v>
                </c:pt>
                <c:pt idx="2393">
                  <c:v>-0.1</c:v>
                </c:pt>
                <c:pt idx="2394">
                  <c:v>-0.1</c:v>
                </c:pt>
                <c:pt idx="2395">
                  <c:v>-0.1</c:v>
                </c:pt>
                <c:pt idx="2396">
                  <c:v>-0.1</c:v>
                </c:pt>
                <c:pt idx="2397">
                  <c:v>-0.1</c:v>
                </c:pt>
                <c:pt idx="2398">
                  <c:v>-0.1</c:v>
                </c:pt>
                <c:pt idx="2399">
                  <c:v>-0.1</c:v>
                </c:pt>
                <c:pt idx="2400">
                  <c:v>-0.1</c:v>
                </c:pt>
                <c:pt idx="2401">
                  <c:v>-0.1</c:v>
                </c:pt>
                <c:pt idx="2402">
                  <c:v>-0.1</c:v>
                </c:pt>
                <c:pt idx="2403">
                  <c:v>-0.1</c:v>
                </c:pt>
                <c:pt idx="2404">
                  <c:v>-0.1</c:v>
                </c:pt>
                <c:pt idx="2405">
                  <c:v>-0.1</c:v>
                </c:pt>
                <c:pt idx="2406">
                  <c:v>-0.1</c:v>
                </c:pt>
                <c:pt idx="2407">
                  <c:v>-0.1</c:v>
                </c:pt>
                <c:pt idx="2408">
                  <c:v>-0.1</c:v>
                </c:pt>
                <c:pt idx="2409">
                  <c:v>-0.1</c:v>
                </c:pt>
                <c:pt idx="2410">
                  <c:v>-0.1</c:v>
                </c:pt>
                <c:pt idx="2411">
                  <c:v>-0.1</c:v>
                </c:pt>
                <c:pt idx="2412">
                  <c:v>-0.1</c:v>
                </c:pt>
                <c:pt idx="2413">
                  <c:v>-0.1</c:v>
                </c:pt>
                <c:pt idx="2414">
                  <c:v>-0.1</c:v>
                </c:pt>
                <c:pt idx="2415">
                  <c:v>-0.1</c:v>
                </c:pt>
                <c:pt idx="2416">
                  <c:v>-0.1</c:v>
                </c:pt>
                <c:pt idx="2417">
                  <c:v>-0.1</c:v>
                </c:pt>
                <c:pt idx="2418">
                  <c:v>-0.1</c:v>
                </c:pt>
                <c:pt idx="2419">
                  <c:v>-0.1</c:v>
                </c:pt>
                <c:pt idx="2420">
                  <c:v>-0.1</c:v>
                </c:pt>
                <c:pt idx="2421">
                  <c:v>-0.1</c:v>
                </c:pt>
                <c:pt idx="2422">
                  <c:v>-0.1</c:v>
                </c:pt>
                <c:pt idx="2423">
                  <c:v>-0.1</c:v>
                </c:pt>
                <c:pt idx="2424">
                  <c:v>-0.1</c:v>
                </c:pt>
                <c:pt idx="2425">
                  <c:v>-0.1</c:v>
                </c:pt>
                <c:pt idx="2426">
                  <c:v>-0.1</c:v>
                </c:pt>
                <c:pt idx="2427">
                  <c:v>-0.1</c:v>
                </c:pt>
                <c:pt idx="2428">
                  <c:v>-0.1</c:v>
                </c:pt>
                <c:pt idx="2429">
                  <c:v>-0.1</c:v>
                </c:pt>
                <c:pt idx="2430">
                  <c:v>-0.1</c:v>
                </c:pt>
                <c:pt idx="2431">
                  <c:v>-0.1</c:v>
                </c:pt>
                <c:pt idx="2432">
                  <c:v>-0.1</c:v>
                </c:pt>
                <c:pt idx="2433">
                  <c:v>-0.1</c:v>
                </c:pt>
                <c:pt idx="2434">
                  <c:v>-0.1</c:v>
                </c:pt>
                <c:pt idx="2435">
                  <c:v>-0.1</c:v>
                </c:pt>
                <c:pt idx="2436">
                  <c:v>-0.1</c:v>
                </c:pt>
                <c:pt idx="2437">
                  <c:v>-0.1</c:v>
                </c:pt>
                <c:pt idx="2438">
                  <c:v>-0.1</c:v>
                </c:pt>
                <c:pt idx="2439">
                  <c:v>-0.1</c:v>
                </c:pt>
                <c:pt idx="2440">
                  <c:v>-0.1</c:v>
                </c:pt>
                <c:pt idx="2441">
                  <c:v>-0.1</c:v>
                </c:pt>
                <c:pt idx="2442">
                  <c:v>-0.1</c:v>
                </c:pt>
                <c:pt idx="2443">
                  <c:v>-0.1</c:v>
                </c:pt>
                <c:pt idx="2444">
                  <c:v>-0.1</c:v>
                </c:pt>
                <c:pt idx="2445">
                  <c:v>-0.1</c:v>
                </c:pt>
                <c:pt idx="2446">
                  <c:v>-0.1</c:v>
                </c:pt>
                <c:pt idx="2447">
                  <c:v>-0.1</c:v>
                </c:pt>
                <c:pt idx="2448">
                  <c:v>-0.1</c:v>
                </c:pt>
                <c:pt idx="2449">
                  <c:v>-0.1</c:v>
                </c:pt>
                <c:pt idx="2450">
                  <c:v>-0.1</c:v>
                </c:pt>
                <c:pt idx="2451">
                  <c:v>-0.1</c:v>
                </c:pt>
                <c:pt idx="2452">
                  <c:v>-0.1</c:v>
                </c:pt>
                <c:pt idx="2453">
                  <c:v>-0.1</c:v>
                </c:pt>
                <c:pt idx="2454">
                  <c:v>-0.1</c:v>
                </c:pt>
                <c:pt idx="2455">
                  <c:v>-0.1</c:v>
                </c:pt>
                <c:pt idx="2456">
                  <c:v>-0.1</c:v>
                </c:pt>
                <c:pt idx="2457">
                  <c:v>-0.1</c:v>
                </c:pt>
                <c:pt idx="2458">
                  <c:v>-0.1</c:v>
                </c:pt>
                <c:pt idx="2459">
                  <c:v>-0.1</c:v>
                </c:pt>
                <c:pt idx="2460">
                  <c:v>-0.1</c:v>
                </c:pt>
                <c:pt idx="2461">
                  <c:v>-0.1</c:v>
                </c:pt>
                <c:pt idx="2462">
                  <c:v>-0.1</c:v>
                </c:pt>
                <c:pt idx="2463">
                  <c:v>-0.1</c:v>
                </c:pt>
                <c:pt idx="2464">
                  <c:v>-0.1</c:v>
                </c:pt>
                <c:pt idx="2465">
                  <c:v>-0.1</c:v>
                </c:pt>
                <c:pt idx="2466">
                  <c:v>-0.1</c:v>
                </c:pt>
                <c:pt idx="2467">
                  <c:v>-0.1</c:v>
                </c:pt>
                <c:pt idx="2468">
                  <c:v>-0.1</c:v>
                </c:pt>
                <c:pt idx="2469">
                  <c:v>-0.1</c:v>
                </c:pt>
                <c:pt idx="2470">
                  <c:v>-0.1</c:v>
                </c:pt>
                <c:pt idx="2471">
                  <c:v>-0.1</c:v>
                </c:pt>
                <c:pt idx="2472">
                  <c:v>-0.1</c:v>
                </c:pt>
                <c:pt idx="2473">
                  <c:v>-0.1</c:v>
                </c:pt>
                <c:pt idx="2474">
                  <c:v>-0.1</c:v>
                </c:pt>
                <c:pt idx="2475">
                  <c:v>-0.1</c:v>
                </c:pt>
                <c:pt idx="2476">
                  <c:v>-0.1</c:v>
                </c:pt>
                <c:pt idx="2477">
                  <c:v>-0.1</c:v>
                </c:pt>
                <c:pt idx="2478">
                  <c:v>-0.1</c:v>
                </c:pt>
                <c:pt idx="2479">
                  <c:v>-0.1</c:v>
                </c:pt>
                <c:pt idx="2480">
                  <c:v>-0.1</c:v>
                </c:pt>
                <c:pt idx="2481">
                  <c:v>-0.1</c:v>
                </c:pt>
                <c:pt idx="2482">
                  <c:v>-0.1</c:v>
                </c:pt>
                <c:pt idx="2483">
                  <c:v>-0.1</c:v>
                </c:pt>
                <c:pt idx="2484">
                  <c:v>-0.1</c:v>
                </c:pt>
                <c:pt idx="2485">
                  <c:v>-0.1</c:v>
                </c:pt>
                <c:pt idx="2486">
                  <c:v>-0.1</c:v>
                </c:pt>
                <c:pt idx="2487">
                  <c:v>-0.1</c:v>
                </c:pt>
                <c:pt idx="2488">
                  <c:v>-0.1</c:v>
                </c:pt>
                <c:pt idx="2489">
                  <c:v>-0.1</c:v>
                </c:pt>
                <c:pt idx="2490">
                  <c:v>-0.1</c:v>
                </c:pt>
                <c:pt idx="2491">
                  <c:v>-0.1</c:v>
                </c:pt>
                <c:pt idx="2492">
                  <c:v>-0.1</c:v>
                </c:pt>
                <c:pt idx="2493">
                  <c:v>-0.1</c:v>
                </c:pt>
                <c:pt idx="2494">
                  <c:v>-0.1</c:v>
                </c:pt>
                <c:pt idx="2495">
                  <c:v>-0.1</c:v>
                </c:pt>
                <c:pt idx="2496">
                  <c:v>-0.1</c:v>
                </c:pt>
                <c:pt idx="2497">
                  <c:v>-0.1</c:v>
                </c:pt>
                <c:pt idx="2498">
                  <c:v>-0.1</c:v>
                </c:pt>
                <c:pt idx="2499">
                  <c:v>-0.1</c:v>
                </c:pt>
                <c:pt idx="2500">
                  <c:v>-0.1</c:v>
                </c:pt>
                <c:pt idx="2501">
                  <c:v>-0.1</c:v>
                </c:pt>
                <c:pt idx="2502">
                  <c:v>-0.1</c:v>
                </c:pt>
                <c:pt idx="2503">
                  <c:v>-0.1</c:v>
                </c:pt>
                <c:pt idx="2504">
                  <c:v>-0.1</c:v>
                </c:pt>
                <c:pt idx="2505">
                  <c:v>-0.1</c:v>
                </c:pt>
                <c:pt idx="2506">
                  <c:v>-0.1</c:v>
                </c:pt>
                <c:pt idx="2507">
                  <c:v>-0.1</c:v>
                </c:pt>
                <c:pt idx="2508">
                  <c:v>-0.1</c:v>
                </c:pt>
                <c:pt idx="2509">
                  <c:v>-0.1</c:v>
                </c:pt>
                <c:pt idx="2510">
                  <c:v>-0.1</c:v>
                </c:pt>
                <c:pt idx="2511">
                  <c:v>-0.1</c:v>
                </c:pt>
                <c:pt idx="2512">
                  <c:v>-0.1</c:v>
                </c:pt>
                <c:pt idx="2513">
                  <c:v>-0.1</c:v>
                </c:pt>
                <c:pt idx="2514">
                  <c:v>-0.1</c:v>
                </c:pt>
                <c:pt idx="2515">
                  <c:v>-0.1</c:v>
                </c:pt>
                <c:pt idx="2516">
                  <c:v>-0.1</c:v>
                </c:pt>
                <c:pt idx="2517">
                  <c:v>-0.1</c:v>
                </c:pt>
                <c:pt idx="2518">
                  <c:v>-0.1</c:v>
                </c:pt>
                <c:pt idx="2519">
                  <c:v>-0.1</c:v>
                </c:pt>
                <c:pt idx="2520">
                  <c:v>-0.1</c:v>
                </c:pt>
                <c:pt idx="2521">
                  <c:v>-0.1</c:v>
                </c:pt>
                <c:pt idx="2522">
                  <c:v>-0.1</c:v>
                </c:pt>
                <c:pt idx="2523">
                  <c:v>-0.1</c:v>
                </c:pt>
                <c:pt idx="2524">
                  <c:v>-0.1</c:v>
                </c:pt>
                <c:pt idx="2525">
                  <c:v>-0.1</c:v>
                </c:pt>
                <c:pt idx="2526">
                  <c:v>-0.1</c:v>
                </c:pt>
                <c:pt idx="2527">
                  <c:v>-0.1</c:v>
                </c:pt>
                <c:pt idx="2528">
                  <c:v>-0.1</c:v>
                </c:pt>
                <c:pt idx="2529">
                  <c:v>-0.1</c:v>
                </c:pt>
                <c:pt idx="2530">
                  <c:v>-0.1</c:v>
                </c:pt>
                <c:pt idx="2531">
                  <c:v>-0.1</c:v>
                </c:pt>
                <c:pt idx="2532">
                  <c:v>-0.1</c:v>
                </c:pt>
                <c:pt idx="2533">
                  <c:v>-0.1</c:v>
                </c:pt>
                <c:pt idx="2534">
                  <c:v>-0.1</c:v>
                </c:pt>
                <c:pt idx="2535">
                  <c:v>-0.1</c:v>
                </c:pt>
                <c:pt idx="2536">
                  <c:v>-0.1</c:v>
                </c:pt>
                <c:pt idx="2537">
                  <c:v>-0.1</c:v>
                </c:pt>
                <c:pt idx="2538">
                  <c:v>-0.1</c:v>
                </c:pt>
                <c:pt idx="2539">
                  <c:v>-0.1</c:v>
                </c:pt>
                <c:pt idx="2540">
                  <c:v>-0.1</c:v>
                </c:pt>
                <c:pt idx="2541">
                  <c:v>-0.1</c:v>
                </c:pt>
                <c:pt idx="2542">
                  <c:v>-0.1</c:v>
                </c:pt>
                <c:pt idx="2543">
                  <c:v>-0.1</c:v>
                </c:pt>
                <c:pt idx="2544">
                  <c:v>-0.1</c:v>
                </c:pt>
                <c:pt idx="2545">
                  <c:v>-0.1</c:v>
                </c:pt>
                <c:pt idx="2546">
                  <c:v>-0.1</c:v>
                </c:pt>
                <c:pt idx="2547">
                  <c:v>-0.1</c:v>
                </c:pt>
                <c:pt idx="2548">
                  <c:v>-0.1</c:v>
                </c:pt>
                <c:pt idx="2549">
                  <c:v>-0.1</c:v>
                </c:pt>
                <c:pt idx="2550">
                  <c:v>-0.1</c:v>
                </c:pt>
                <c:pt idx="2551">
                  <c:v>-0.1</c:v>
                </c:pt>
                <c:pt idx="2552">
                  <c:v>-0.1</c:v>
                </c:pt>
                <c:pt idx="2553">
                  <c:v>-0.1</c:v>
                </c:pt>
                <c:pt idx="2554">
                  <c:v>-0.1</c:v>
                </c:pt>
                <c:pt idx="2555">
                  <c:v>-0.1</c:v>
                </c:pt>
                <c:pt idx="2556">
                  <c:v>-0.1</c:v>
                </c:pt>
                <c:pt idx="2557">
                  <c:v>-0.1</c:v>
                </c:pt>
                <c:pt idx="2558">
                  <c:v>-0.1</c:v>
                </c:pt>
                <c:pt idx="2559">
                  <c:v>-0.1</c:v>
                </c:pt>
                <c:pt idx="2560">
                  <c:v>-0.1</c:v>
                </c:pt>
                <c:pt idx="2561">
                  <c:v>-0.1</c:v>
                </c:pt>
                <c:pt idx="2562">
                  <c:v>-0.1</c:v>
                </c:pt>
                <c:pt idx="2563">
                  <c:v>-0.1</c:v>
                </c:pt>
                <c:pt idx="2564">
                  <c:v>-0.1</c:v>
                </c:pt>
                <c:pt idx="2565">
                  <c:v>-0.1</c:v>
                </c:pt>
                <c:pt idx="2566">
                  <c:v>-0.1</c:v>
                </c:pt>
                <c:pt idx="2567">
                  <c:v>-0.1</c:v>
                </c:pt>
                <c:pt idx="2568">
                  <c:v>-0.1</c:v>
                </c:pt>
                <c:pt idx="2569">
                  <c:v>-0.1</c:v>
                </c:pt>
                <c:pt idx="2570">
                  <c:v>-0.1</c:v>
                </c:pt>
                <c:pt idx="2571">
                  <c:v>-0.1</c:v>
                </c:pt>
                <c:pt idx="2572">
                  <c:v>-0.1</c:v>
                </c:pt>
                <c:pt idx="2573">
                  <c:v>-0.1</c:v>
                </c:pt>
                <c:pt idx="2574">
                  <c:v>-0.1</c:v>
                </c:pt>
                <c:pt idx="2575">
                  <c:v>-0.1</c:v>
                </c:pt>
                <c:pt idx="2576">
                  <c:v>-0.1</c:v>
                </c:pt>
                <c:pt idx="2577">
                  <c:v>-0.1</c:v>
                </c:pt>
                <c:pt idx="2578">
                  <c:v>-0.1</c:v>
                </c:pt>
                <c:pt idx="2579">
                  <c:v>-0.1</c:v>
                </c:pt>
                <c:pt idx="2580">
                  <c:v>-0.1</c:v>
                </c:pt>
                <c:pt idx="2581">
                  <c:v>-0.1</c:v>
                </c:pt>
                <c:pt idx="2582">
                  <c:v>-0.1</c:v>
                </c:pt>
                <c:pt idx="2583">
                  <c:v>-0.1</c:v>
                </c:pt>
                <c:pt idx="2584">
                  <c:v>-0.1</c:v>
                </c:pt>
                <c:pt idx="2585">
                  <c:v>-0.1</c:v>
                </c:pt>
                <c:pt idx="2586">
                  <c:v>-0.1</c:v>
                </c:pt>
                <c:pt idx="2587">
                  <c:v>-0.1</c:v>
                </c:pt>
                <c:pt idx="2588">
                  <c:v>-0.1</c:v>
                </c:pt>
                <c:pt idx="2589">
                  <c:v>-0.1</c:v>
                </c:pt>
                <c:pt idx="2590">
                  <c:v>-0.1</c:v>
                </c:pt>
                <c:pt idx="2591">
                  <c:v>-0.1</c:v>
                </c:pt>
                <c:pt idx="2592">
                  <c:v>-0.1</c:v>
                </c:pt>
                <c:pt idx="2593">
                  <c:v>-0.1</c:v>
                </c:pt>
                <c:pt idx="2594">
                  <c:v>-0.1</c:v>
                </c:pt>
                <c:pt idx="2595">
                  <c:v>-0.1</c:v>
                </c:pt>
                <c:pt idx="2596">
                  <c:v>-0.1</c:v>
                </c:pt>
                <c:pt idx="2597">
                  <c:v>-0.1</c:v>
                </c:pt>
                <c:pt idx="2598">
                  <c:v>-0.1</c:v>
                </c:pt>
                <c:pt idx="2599">
                  <c:v>-0.1</c:v>
                </c:pt>
                <c:pt idx="2600">
                  <c:v>-0.1</c:v>
                </c:pt>
                <c:pt idx="2601">
                  <c:v>-0.1</c:v>
                </c:pt>
                <c:pt idx="2602">
                  <c:v>-0.1</c:v>
                </c:pt>
                <c:pt idx="2603">
                  <c:v>-0.1</c:v>
                </c:pt>
                <c:pt idx="2604">
                  <c:v>-0.1</c:v>
                </c:pt>
                <c:pt idx="2605">
                  <c:v>-0.1</c:v>
                </c:pt>
                <c:pt idx="2606">
                  <c:v>-0.1</c:v>
                </c:pt>
                <c:pt idx="2607">
                  <c:v>-0.1</c:v>
                </c:pt>
                <c:pt idx="2608">
                  <c:v>-0.1</c:v>
                </c:pt>
                <c:pt idx="2609">
                  <c:v>-0.1</c:v>
                </c:pt>
                <c:pt idx="2610">
                  <c:v>-0.1</c:v>
                </c:pt>
                <c:pt idx="2611">
                  <c:v>-0.1</c:v>
                </c:pt>
                <c:pt idx="2612">
                  <c:v>-0.1</c:v>
                </c:pt>
                <c:pt idx="2613">
                  <c:v>-0.1</c:v>
                </c:pt>
                <c:pt idx="2614">
                  <c:v>-0.1</c:v>
                </c:pt>
                <c:pt idx="2615">
                  <c:v>-0.1</c:v>
                </c:pt>
                <c:pt idx="2616">
                  <c:v>-0.1</c:v>
                </c:pt>
                <c:pt idx="2617">
                  <c:v>-0.1</c:v>
                </c:pt>
                <c:pt idx="2618">
                  <c:v>-0.1</c:v>
                </c:pt>
                <c:pt idx="2619">
                  <c:v>-0.1</c:v>
                </c:pt>
                <c:pt idx="2620">
                  <c:v>-0.1</c:v>
                </c:pt>
                <c:pt idx="2621">
                  <c:v>-0.1</c:v>
                </c:pt>
                <c:pt idx="2622">
                  <c:v>-0.1</c:v>
                </c:pt>
                <c:pt idx="2623">
                  <c:v>-0.1</c:v>
                </c:pt>
                <c:pt idx="2624">
                  <c:v>-0.1</c:v>
                </c:pt>
                <c:pt idx="2625">
                  <c:v>-0.1</c:v>
                </c:pt>
                <c:pt idx="2626">
                  <c:v>-0.1</c:v>
                </c:pt>
                <c:pt idx="2627">
                  <c:v>-0.1</c:v>
                </c:pt>
                <c:pt idx="2628">
                  <c:v>-0.1</c:v>
                </c:pt>
                <c:pt idx="2629">
                  <c:v>-0.1</c:v>
                </c:pt>
                <c:pt idx="2630">
                  <c:v>-0.1</c:v>
                </c:pt>
                <c:pt idx="2631">
                  <c:v>-0.1</c:v>
                </c:pt>
                <c:pt idx="2632">
                  <c:v>-0.1</c:v>
                </c:pt>
                <c:pt idx="2633">
                  <c:v>-0.1</c:v>
                </c:pt>
                <c:pt idx="2634">
                  <c:v>-0.1</c:v>
                </c:pt>
                <c:pt idx="2635">
                  <c:v>-0.1</c:v>
                </c:pt>
                <c:pt idx="2636">
                  <c:v>-0.1</c:v>
                </c:pt>
                <c:pt idx="2637">
                  <c:v>-0.1</c:v>
                </c:pt>
                <c:pt idx="2638">
                  <c:v>-0.1</c:v>
                </c:pt>
                <c:pt idx="2639">
                  <c:v>-0.1</c:v>
                </c:pt>
                <c:pt idx="2640">
                  <c:v>-0.1</c:v>
                </c:pt>
                <c:pt idx="2641">
                  <c:v>-0.1</c:v>
                </c:pt>
                <c:pt idx="2642">
                  <c:v>-0.1</c:v>
                </c:pt>
                <c:pt idx="2643">
                  <c:v>-0.1</c:v>
                </c:pt>
                <c:pt idx="2644">
                  <c:v>-0.1</c:v>
                </c:pt>
                <c:pt idx="2645">
                  <c:v>-0.1</c:v>
                </c:pt>
                <c:pt idx="2646">
                  <c:v>-0.1</c:v>
                </c:pt>
                <c:pt idx="2647">
                  <c:v>-0.1</c:v>
                </c:pt>
                <c:pt idx="2648">
                  <c:v>-0.1</c:v>
                </c:pt>
                <c:pt idx="2649">
                  <c:v>-0.1</c:v>
                </c:pt>
                <c:pt idx="2650">
                  <c:v>-0.1</c:v>
                </c:pt>
                <c:pt idx="2651">
                  <c:v>-0.1</c:v>
                </c:pt>
                <c:pt idx="2652">
                  <c:v>-0.1</c:v>
                </c:pt>
                <c:pt idx="2653">
                  <c:v>-0.1</c:v>
                </c:pt>
                <c:pt idx="2654">
                  <c:v>-0.1</c:v>
                </c:pt>
                <c:pt idx="2655">
                  <c:v>-0.1</c:v>
                </c:pt>
                <c:pt idx="2656">
                  <c:v>-0.1</c:v>
                </c:pt>
                <c:pt idx="2657">
                  <c:v>-0.1</c:v>
                </c:pt>
                <c:pt idx="2658">
                  <c:v>-0.1</c:v>
                </c:pt>
                <c:pt idx="2659">
                  <c:v>-0.1</c:v>
                </c:pt>
                <c:pt idx="2660">
                  <c:v>-0.1</c:v>
                </c:pt>
                <c:pt idx="2661">
                  <c:v>-0.1</c:v>
                </c:pt>
                <c:pt idx="2662">
                  <c:v>-0.1</c:v>
                </c:pt>
                <c:pt idx="2663">
                  <c:v>-0.1</c:v>
                </c:pt>
                <c:pt idx="2664">
                  <c:v>-0.1</c:v>
                </c:pt>
                <c:pt idx="2665">
                  <c:v>-0.1</c:v>
                </c:pt>
                <c:pt idx="2666">
                  <c:v>-0.1</c:v>
                </c:pt>
                <c:pt idx="2667">
                  <c:v>-0.1</c:v>
                </c:pt>
                <c:pt idx="2668">
                  <c:v>-0.1</c:v>
                </c:pt>
                <c:pt idx="2669">
                  <c:v>-0.1</c:v>
                </c:pt>
                <c:pt idx="2670">
                  <c:v>-0.1</c:v>
                </c:pt>
                <c:pt idx="2671">
                  <c:v>-0.1</c:v>
                </c:pt>
                <c:pt idx="2672">
                  <c:v>-0.1</c:v>
                </c:pt>
                <c:pt idx="2673">
                  <c:v>-0.1</c:v>
                </c:pt>
                <c:pt idx="2674">
                  <c:v>-0.1</c:v>
                </c:pt>
                <c:pt idx="2675">
                  <c:v>-0.1</c:v>
                </c:pt>
                <c:pt idx="2676">
                  <c:v>-0.1</c:v>
                </c:pt>
                <c:pt idx="2677">
                  <c:v>-0.1</c:v>
                </c:pt>
                <c:pt idx="2678">
                  <c:v>-0.1</c:v>
                </c:pt>
                <c:pt idx="2679">
                  <c:v>-0.1</c:v>
                </c:pt>
                <c:pt idx="2680">
                  <c:v>-0.1</c:v>
                </c:pt>
                <c:pt idx="2681">
                  <c:v>-0.1</c:v>
                </c:pt>
                <c:pt idx="2682">
                  <c:v>-0.1</c:v>
                </c:pt>
                <c:pt idx="2683">
                  <c:v>-0.1</c:v>
                </c:pt>
                <c:pt idx="2684">
                  <c:v>-0.1</c:v>
                </c:pt>
                <c:pt idx="2685">
                  <c:v>-0.1</c:v>
                </c:pt>
                <c:pt idx="2686">
                  <c:v>-0.1</c:v>
                </c:pt>
                <c:pt idx="2687">
                  <c:v>-0.1</c:v>
                </c:pt>
                <c:pt idx="2688">
                  <c:v>-0.1</c:v>
                </c:pt>
                <c:pt idx="2689">
                  <c:v>-0.1</c:v>
                </c:pt>
                <c:pt idx="2690">
                  <c:v>-0.1</c:v>
                </c:pt>
                <c:pt idx="2691">
                  <c:v>-0.1</c:v>
                </c:pt>
                <c:pt idx="2692">
                  <c:v>-0.1</c:v>
                </c:pt>
                <c:pt idx="2693">
                  <c:v>-0.1</c:v>
                </c:pt>
                <c:pt idx="2694">
                  <c:v>-0.1</c:v>
                </c:pt>
                <c:pt idx="2695">
                  <c:v>-0.1</c:v>
                </c:pt>
                <c:pt idx="2696">
                  <c:v>-0.1</c:v>
                </c:pt>
                <c:pt idx="2697">
                  <c:v>-0.1</c:v>
                </c:pt>
                <c:pt idx="2698">
                  <c:v>-0.1</c:v>
                </c:pt>
                <c:pt idx="2699">
                  <c:v>-0.1</c:v>
                </c:pt>
                <c:pt idx="2700">
                  <c:v>-0.1</c:v>
                </c:pt>
                <c:pt idx="2701">
                  <c:v>-0.1</c:v>
                </c:pt>
                <c:pt idx="2702">
                  <c:v>-0.1</c:v>
                </c:pt>
                <c:pt idx="2703">
                  <c:v>-0.1</c:v>
                </c:pt>
                <c:pt idx="2704">
                  <c:v>-0.1</c:v>
                </c:pt>
                <c:pt idx="2705">
                  <c:v>-0.1</c:v>
                </c:pt>
                <c:pt idx="2706">
                  <c:v>-0.1</c:v>
                </c:pt>
                <c:pt idx="2707">
                  <c:v>-0.1</c:v>
                </c:pt>
                <c:pt idx="2708">
                  <c:v>-0.1</c:v>
                </c:pt>
                <c:pt idx="2709">
                  <c:v>-0.1</c:v>
                </c:pt>
                <c:pt idx="2710">
                  <c:v>-0.1</c:v>
                </c:pt>
                <c:pt idx="2711">
                  <c:v>-0.1</c:v>
                </c:pt>
                <c:pt idx="2712">
                  <c:v>-0.1</c:v>
                </c:pt>
                <c:pt idx="2713">
                  <c:v>-0.1</c:v>
                </c:pt>
                <c:pt idx="2714">
                  <c:v>-0.1</c:v>
                </c:pt>
                <c:pt idx="2715">
                  <c:v>-0.1</c:v>
                </c:pt>
                <c:pt idx="2716">
                  <c:v>-0.1</c:v>
                </c:pt>
                <c:pt idx="2717">
                  <c:v>-0.1</c:v>
                </c:pt>
                <c:pt idx="2718">
                  <c:v>-0.1</c:v>
                </c:pt>
                <c:pt idx="2719">
                  <c:v>-0.1</c:v>
                </c:pt>
                <c:pt idx="2720">
                  <c:v>-0.1</c:v>
                </c:pt>
                <c:pt idx="2721">
                  <c:v>-0.1</c:v>
                </c:pt>
                <c:pt idx="2722">
                  <c:v>-0.1</c:v>
                </c:pt>
                <c:pt idx="2723">
                  <c:v>-0.1</c:v>
                </c:pt>
                <c:pt idx="2724">
                  <c:v>-0.1</c:v>
                </c:pt>
                <c:pt idx="2725">
                  <c:v>-0.1</c:v>
                </c:pt>
                <c:pt idx="2726">
                  <c:v>-0.1</c:v>
                </c:pt>
                <c:pt idx="2727">
                  <c:v>-0.1</c:v>
                </c:pt>
                <c:pt idx="2728">
                  <c:v>-0.1</c:v>
                </c:pt>
                <c:pt idx="2729">
                  <c:v>-0.1</c:v>
                </c:pt>
                <c:pt idx="2730">
                  <c:v>-0.1</c:v>
                </c:pt>
                <c:pt idx="2731">
                  <c:v>-0.1</c:v>
                </c:pt>
                <c:pt idx="2732">
                  <c:v>-0.1</c:v>
                </c:pt>
                <c:pt idx="2733">
                  <c:v>-0.1</c:v>
                </c:pt>
                <c:pt idx="2734">
                  <c:v>-0.1</c:v>
                </c:pt>
                <c:pt idx="2735">
                  <c:v>-0.1</c:v>
                </c:pt>
                <c:pt idx="2736">
                  <c:v>-0.1</c:v>
                </c:pt>
                <c:pt idx="2737">
                  <c:v>-0.1</c:v>
                </c:pt>
                <c:pt idx="2738">
                  <c:v>-0.1</c:v>
                </c:pt>
                <c:pt idx="2739">
                  <c:v>-0.1</c:v>
                </c:pt>
                <c:pt idx="2740">
                  <c:v>-0.1</c:v>
                </c:pt>
                <c:pt idx="2741">
                  <c:v>-0.1</c:v>
                </c:pt>
                <c:pt idx="2742">
                  <c:v>-0.1</c:v>
                </c:pt>
                <c:pt idx="2743">
                  <c:v>-0.1</c:v>
                </c:pt>
                <c:pt idx="2744">
                  <c:v>-0.1</c:v>
                </c:pt>
                <c:pt idx="2745">
                  <c:v>-0.1</c:v>
                </c:pt>
                <c:pt idx="2746">
                  <c:v>-0.1</c:v>
                </c:pt>
                <c:pt idx="2747">
                  <c:v>-0.1</c:v>
                </c:pt>
                <c:pt idx="2748">
                  <c:v>-0.1</c:v>
                </c:pt>
                <c:pt idx="2749">
                  <c:v>-0.1</c:v>
                </c:pt>
                <c:pt idx="2750">
                  <c:v>-0.1</c:v>
                </c:pt>
                <c:pt idx="2751">
                  <c:v>-0.1</c:v>
                </c:pt>
                <c:pt idx="2752">
                  <c:v>-0.1</c:v>
                </c:pt>
                <c:pt idx="2753">
                  <c:v>-0.1</c:v>
                </c:pt>
                <c:pt idx="2754">
                  <c:v>-0.1</c:v>
                </c:pt>
                <c:pt idx="2755">
                  <c:v>-0.1</c:v>
                </c:pt>
                <c:pt idx="2756">
                  <c:v>-0.1</c:v>
                </c:pt>
                <c:pt idx="2757">
                  <c:v>-0.1</c:v>
                </c:pt>
                <c:pt idx="2758">
                  <c:v>-0.1</c:v>
                </c:pt>
                <c:pt idx="2759">
                  <c:v>-0.1</c:v>
                </c:pt>
                <c:pt idx="2760">
                  <c:v>-0.1</c:v>
                </c:pt>
                <c:pt idx="2761">
                  <c:v>-0.1</c:v>
                </c:pt>
                <c:pt idx="2762">
                  <c:v>-0.1</c:v>
                </c:pt>
                <c:pt idx="2763">
                  <c:v>-0.1</c:v>
                </c:pt>
                <c:pt idx="2764">
                  <c:v>-0.1</c:v>
                </c:pt>
                <c:pt idx="2765">
                  <c:v>-0.1</c:v>
                </c:pt>
                <c:pt idx="2766">
                  <c:v>-0.1</c:v>
                </c:pt>
                <c:pt idx="2767">
                  <c:v>-0.1</c:v>
                </c:pt>
                <c:pt idx="2768">
                  <c:v>-0.1</c:v>
                </c:pt>
                <c:pt idx="2769">
                  <c:v>-0.1</c:v>
                </c:pt>
                <c:pt idx="2770">
                  <c:v>-0.1</c:v>
                </c:pt>
                <c:pt idx="2771">
                  <c:v>-0.1</c:v>
                </c:pt>
                <c:pt idx="2772">
                  <c:v>-0.1</c:v>
                </c:pt>
                <c:pt idx="2773">
                  <c:v>-0.1</c:v>
                </c:pt>
                <c:pt idx="2774">
                  <c:v>-0.1</c:v>
                </c:pt>
                <c:pt idx="2775">
                  <c:v>-0.1</c:v>
                </c:pt>
                <c:pt idx="2776">
                  <c:v>-0.1</c:v>
                </c:pt>
                <c:pt idx="2777">
                  <c:v>-0.1</c:v>
                </c:pt>
                <c:pt idx="2778">
                  <c:v>-0.1</c:v>
                </c:pt>
                <c:pt idx="2779">
                  <c:v>-0.1</c:v>
                </c:pt>
                <c:pt idx="2780">
                  <c:v>-0.1</c:v>
                </c:pt>
                <c:pt idx="2781">
                  <c:v>-0.1</c:v>
                </c:pt>
                <c:pt idx="2782">
                  <c:v>-0.1</c:v>
                </c:pt>
                <c:pt idx="2783">
                  <c:v>-0.1</c:v>
                </c:pt>
                <c:pt idx="2784">
                  <c:v>-0.1</c:v>
                </c:pt>
                <c:pt idx="2785">
                  <c:v>-0.1</c:v>
                </c:pt>
                <c:pt idx="2786">
                  <c:v>-0.1</c:v>
                </c:pt>
                <c:pt idx="2787">
                  <c:v>-0.1</c:v>
                </c:pt>
                <c:pt idx="2788">
                  <c:v>-0.1</c:v>
                </c:pt>
                <c:pt idx="2789">
                  <c:v>-0.1</c:v>
                </c:pt>
                <c:pt idx="2790">
                  <c:v>-0.1</c:v>
                </c:pt>
                <c:pt idx="2791">
                  <c:v>-0.1</c:v>
                </c:pt>
                <c:pt idx="2792">
                  <c:v>-0.1</c:v>
                </c:pt>
                <c:pt idx="2793">
                  <c:v>-0.1</c:v>
                </c:pt>
                <c:pt idx="2794">
                  <c:v>-0.1</c:v>
                </c:pt>
                <c:pt idx="2795">
                  <c:v>-0.1</c:v>
                </c:pt>
                <c:pt idx="2796">
                  <c:v>-0.1</c:v>
                </c:pt>
                <c:pt idx="2797">
                  <c:v>-0.1</c:v>
                </c:pt>
                <c:pt idx="2798">
                  <c:v>-0.1</c:v>
                </c:pt>
                <c:pt idx="2799">
                  <c:v>-0.1</c:v>
                </c:pt>
                <c:pt idx="2800">
                  <c:v>-0.1</c:v>
                </c:pt>
                <c:pt idx="2801">
                  <c:v>-0.1</c:v>
                </c:pt>
                <c:pt idx="2802">
                  <c:v>-0.1</c:v>
                </c:pt>
                <c:pt idx="2803">
                  <c:v>-0.1</c:v>
                </c:pt>
                <c:pt idx="2804">
                  <c:v>-0.1</c:v>
                </c:pt>
                <c:pt idx="2805">
                  <c:v>-0.1</c:v>
                </c:pt>
                <c:pt idx="2806">
                  <c:v>-0.1</c:v>
                </c:pt>
                <c:pt idx="2807">
                  <c:v>-0.1</c:v>
                </c:pt>
                <c:pt idx="2808">
                  <c:v>-0.1</c:v>
                </c:pt>
                <c:pt idx="2809">
                  <c:v>-0.1</c:v>
                </c:pt>
                <c:pt idx="2810">
                  <c:v>-0.1</c:v>
                </c:pt>
                <c:pt idx="2811">
                  <c:v>-0.1</c:v>
                </c:pt>
                <c:pt idx="2812">
                  <c:v>-0.1</c:v>
                </c:pt>
                <c:pt idx="2813">
                  <c:v>-0.1</c:v>
                </c:pt>
                <c:pt idx="2814">
                  <c:v>-0.1</c:v>
                </c:pt>
                <c:pt idx="2815">
                  <c:v>-0.1</c:v>
                </c:pt>
                <c:pt idx="2816">
                  <c:v>-0.1</c:v>
                </c:pt>
                <c:pt idx="2817">
                  <c:v>-0.1</c:v>
                </c:pt>
                <c:pt idx="2818">
                  <c:v>-0.1</c:v>
                </c:pt>
                <c:pt idx="2819">
                  <c:v>-0.1</c:v>
                </c:pt>
                <c:pt idx="2820">
                  <c:v>-0.1</c:v>
                </c:pt>
                <c:pt idx="2821">
                  <c:v>-0.1</c:v>
                </c:pt>
                <c:pt idx="2822">
                  <c:v>-0.1</c:v>
                </c:pt>
                <c:pt idx="2823">
                  <c:v>-0.1</c:v>
                </c:pt>
                <c:pt idx="2824">
                  <c:v>-0.1</c:v>
                </c:pt>
                <c:pt idx="2825">
                  <c:v>-0.1</c:v>
                </c:pt>
                <c:pt idx="2826">
                  <c:v>-0.1</c:v>
                </c:pt>
                <c:pt idx="2827">
                  <c:v>-0.1</c:v>
                </c:pt>
                <c:pt idx="2828">
                  <c:v>-0.1</c:v>
                </c:pt>
                <c:pt idx="2829">
                  <c:v>-0.1</c:v>
                </c:pt>
                <c:pt idx="2830">
                  <c:v>-0.1</c:v>
                </c:pt>
                <c:pt idx="2831">
                  <c:v>-0.1</c:v>
                </c:pt>
                <c:pt idx="2832">
                  <c:v>-0.1</c:v>
                </c:pt>
                <c:pt idx="2833">
                  <c:v>-0.1</c:v>
                </c:pt>
                <c:pt idx="2834">
                  <c:v>-0.1</c:v>
                </c:pt>
                <c:pt idx="2835">
                  <c:v>-0.1</c:v>
                </c:pt>
                <c:pt idx="2836">
                  <c:v>-0.1</c:v>
                </c:pt>
                <c:pt idx="2837">
                  <c:v>-0.1</c:v>
                </c:pt>
                <c:pt idx="2838">
                  <c:v>-0.1</c:v>
                </c:pt>
                <c:pt idx="2839">
                  <c:v>-0.1</c:v>
                </c:pt>
                <c:pt idx="2840">
                  <c:v>-0.1</c:v>
                </c:pt>
                <c:pt idx="2841">
                  <c:v>-0.1</c:v>
                </c:pt>
                <c:pt idx="2842">
                  <c:v>-0.1</c:v>
                </c:pt>
                <c:pt idx="2843">
                  <c:v>-0.1</c:v>
                </c:pt>
                <c:pt idx="2844">
                  <c:v>-0.1</c:v>
                </c:pt>
                <c:pt idx="2845">
                  <c:v>-0.1</c:v>
                </c:pt>
                <c:pt idx="2846">
                  <c:v>-0.1</c:v>
                </c:pt>
                <c:pt idx="2847">
                  <c:v>-0.1</c:v>
                </c:pt>
                <c:pt idx="2848">
                  <c:v>-0.1</c:v>
                </c:pt>
                <c:pt idx="2849">
                  <c:v>-0.1</c:v>
                </c:pt>
                <c:pt idx="2850">
                  <c:v>-0.1</c:v>
                </c:pt>
                <c:pt idx="2851">
                  <c:v>-0.1</c:v>
                </c:pt>
                <c:pt idx="2852">
                  <c:v>-0.1</c:v>
                </c:pt>
                <c:pt idx="2853">
                  <c:v>-0.1</c:v>
                </c:pt>
                <c:pt idx="2854">
                  <c:v>-0.1</c:v>
                </c:pt>
                <c:pt idx="2855">
                  <c:v>-0.1</c:v>
                </c:pt>
                <c:pt idx="2856">
                  <c:v>-0.1</c:v>
                </c:pt>
                <c:pt idx="2857">
                  <c:v>-0.1</c:v>
                </c:pt>
                <c:pt idx="2858">
                  <c:v>-0.1</c:v>
                </c:pt>
                <c:pt idx="2859">
                  <c:v>-0.1</c:v>
                </c:pt>
                <c:pt idx="2860">
                  <c:v>-0.1</c:v>
                </c:pt>
                <c:pt idx="2861">
                  <c:v>-0.1</c:v>
                </c:pt>
                <c:pt idx="2862">
                  <c:v>-0.1</c:v>
                </c:pt>
                <c:pt idx="2863">
                  <c:v>-0.1</c:v>
                </c:pt>
                <c:pt idx="2864">
                  <c:v>-0.1</c:v>
                </c:pt>
                <c:pt idx="2865">
                  <c:v>-0.1</c:v>
                </c:pt>
                <c:pt idx="2866">
                  <c:v>-0.1</c:v>
                </c:pt>
                <c:pt idx="2867">
                  <c:v>-0.1</c:v>
                </c:pt>
                <c:pt idx="2868">
                  <c:v>-0.1</c:v>
                </c:pt>
                <c:pt idx="2869">
                  <c:v>-0.1</c:v>
                </c:pt>
                <c:pt idx="2870">
                  <c:v>-0.1</c:v>
                </c:pt>
                <c:pt idx="2871">
                  <c:v>-0.1</c:v>
                </c:pt>
                <c:pt idx="2872">
                  <c:v>-0.1</c:v>
                </c:pt>
                <c:pt idx="2873">
                  <c:v>-0.1</c:v>
                </c:pt>
                <c:pt idx="2874">
                  <c:v>-0.1</c:v>
                </c:pt>
                <c:pt idx="2875">
                  <c:v>-0.1</c:v>
                </c:pt>
                <c:pt idx="2876">
                  <c:v>-0.1</c:v>
                </c:pt>
                <c:pt idx="2877">
                  <c:v>-0.1</c:v>
                </c:pt>
                <c:pt idx="2878">
                  <c:v>-0.1</c:v>
                </c:pt>
                <c:pt idx="2879">
                  <c:v>-0.1</c:v>
                </c:pt>
                <c:pt idx="2880">
                  <c:v>-0.1</c:v>
                </c:pt>
                <c:pt idx="2881">
                  <c:v>-0.1</c:v>
                </c:pt>
                <c:pt idx="2882">
                  <c:v>-0.1</c:v>
                </c:pt>
                <c:pt idx="2883">
                  <c:v>-0.1</c:v>
                </c:pt>
                <c:pt idx="2884">
                  <c:v>-0.1</c:v>
                </c:pt>
                <c:pt idx="2885">
                  <c:v>-0.1</c:v>
                </c:pt>
                <c:pt idx="2886">
                  <c:v>-0.1</c:v>
                </c:pt>
                <c:pt idx="2887">
                  <c:v>-0.1</c:v>
                </c:pt>
                <c:pt idx="2888">
                  <c:v>-0.1</c:v>
                </c:pt>
                <c:pt idx="2889">
                  <c:v>-0.1</c:v>
                </c:pt>
                <c:pt idx="2890">
                  <c:v>-0.1</c:v>
                </c:pt>
                <c:pt idx="2891">
                  <c:v>-0.1</c:v>
                </c:pt>
                <c:pt idx="2892">
                  <c:v>-0.1</c:v>
                </c:pt>
                <c:pt idx="2893">
                  <c:v>-0.1</c:v>
                </c:pt>
                <c:pt idx="2894">
                  <c:v>-0.1</c:v>
                </c:pt>
                <c:pt idx="2895">
                  <c:v>-0.1</c:v>
                </c:pt>
                <c:pt idx="2896">
                  <c:v>-0.1</c:v>
                </c:pt>
                <c:pt idx="2897">
                  <c:v>-0.1</c:v>
                </c:pt>
                <c:pt idx="2898">
                  <c:v>-0.1</c:v>
                </c:pt>
                <c:pt idx="2899">
                  <c:v>-0.1</c:v>
                </c:pt>
                <c:pt idx="2900">
                  <c:v>-0.1</c:v>
                </c:pt>
                <c:pt idx="2901">
                  <c:v>-0.1</c:v>
                </c:pt>
                <c:pt idx="2902">
                  <c:v>-0.1</c:v>
                </c:pt>
                <c:pt idx="2903">
                  <c:v>-0.1</c:v>
                </c:pt>
                <c:pt idx="2904">
                  <c:v>-0.1</c:v>
                </c:pt>
                <c:pt idx="2905">
                  <c:v>-0.1</c:v>
                </c:pt>
                <c:pt idx="2906">
                  <c:v>-0.1</c:v>
                </c:pt>
                <c:pt idx="2907">
                  <c:v>-0.1</c:v>
                </c:pt>
                <c:pt idx="2908">
                  <c:v>-0.1</c:v>
                </c:pt>
                <c:pt idx="2909">
                  <c:v>-0.1</c:v>
                </c:pt>
                <c:pt idx="2910">
                  <c:v>-0.1</c:v>
                </c:pt>
                <c:pt idx="2911">
                  <c:v>-0.1</c:v>
                </c:pt>
                <c:pt idx="2912">
                  <c:v>-0.1</c:v>
                </c:pt>
                <c:pt idx="2913">
                  <c:v>-0.1</c:v>
                </c:pt>
                <c:pt idx="2914">
                  <c:v>-0.1</c:v>
                </c:pt>
                <c:pt idx="2915">
                  <c:v>-0.1</c:v>
                </c:pt>
                <c:pt idx="2916">
                  <c:v>-0.1</c:v>
                </c:pt>
                <c:pt idx="2917">
                  <c:v>-0.1</c:v>
                </c:pt>
                <c:pt idx="2918">
                  <c:v>-0.1</c:v>
                </c:pt>
                <c:pt idx="2919">
                  <c:v>-0.1</c:v>
                </c:pt>
                <c:pt idx="2920">
                  <c:v>-0.1</c:v>
                </c:pt>
                <c:pt idx="2921">
                  <c:v>-0.1</c:v>
                </c:pt>
                <c:pt idx="2922">
                  <c:v>-0.1</c:v>
                </c:pt>
                <c:pt idx="2923">
                  <c:v>-0.1</c:v>
                </c:pt>
                <c:pt idx="2924">
                  <c:v>-0.1</c:v>
                </c:pt>
                <c:pt idx="2925">
                  <c:v>-0.1</c:v>
                </c:pt>
                <c:pt idx="2926">
                  <c:v>-0.1</c:v>
                </c:pt>
                <c:pt idx="2927">
                  <c:v>-0.1</c:v>
                </c:pt>
                <c:pt idx="2928">
                  <c:v>-0.1</c:v>
                </c:pt>
                <c:pt idx="2929">
                  <c:v>-0.1</c:v>
                </c:pt>
                <c:pt idx="2930">
                  <c:v>-0.1</c:v>
                </c:pt>
                <c:pt idx="2931">
                  <c:v>-0.1</c:v>
                </c:pt>
                <c:pt idx="2932">
                  <c:v>-0.1</c:v>
                </c:pt>
                <c:pt idx="2933">
                  <c:v>-0.1</c:v>
                </c:pt>
                <c:pt idx="2934">
                  <c:v>-0.1</c:v>
                </c:pt>
                <c:pt idx="2935">
                  <c:v>-0.1</c:v>
                </c:pt>
                <c:pt idx="2936">
                  <c:v>-0.1</c:v>
                </c:pt>
                <c:pt idx="2937">
                  <c:v>-0.1</c:v>
                </c:pt>
                <c:pt idx="2938">
                  <c:v>-0.1</c:v>
                </c:pt>
                <c:pt idx="2939">
                  <c:v>-0.1</c:v>
                </c:pt>
                <c:pt idx="2940">
                  <c:v>-0.1</c:v>
                </c:pt>
                <c:pt idx="2941">
                  <c:v>-0.1</c:v>
                </c:pt>
                <c:pt idx="2942">
                  <c:v>-0.1</c:v>
                </c:pt>
                <c:pt idx="2943">
                  <c:v>-0.1</c:v>
                </c:pt>
                <c:pt idx="2944">
                  <c:v>-0.1</c:v>
                </c:pt>
                <c:pt idx="2945">
                  <c:v>-0.1</c:v>
                </c:pt>
                <c:pt idx="2946">
                  <c:v>-0.1</c:v>
                </c:pt>
                <c:pt idx="2947">
                  <c:v>-0.1</c:v>
                </c:pt>
                <c:pt idx="2948">
                  <c:v>-0.1</c:v>
                </c:pt>
                <c:pt idx="2949">
                  <c:v>-0.1</c:v>
                </c:pt>
                <c:pt idx="2950">
                  <c:v>-0.1</c:v>
                </c:pt>
                <c:pt idx="2951">
                  <c:v>-0.1</c:v>
                </c:pt>
                <c:pt idx="2952">
                  <c:v>-0.1</c:v>
                </c:pt>
                <c:pt idx="2953">
                  <c:v>-0.1</c:v>
                </c:pt>
                <c:pt idx="2954">
                  <c:v>-0.1</c:v>
                </c:pt>
                <c:pt idx="2955">
                  <c:v>-0.1</c:v>
                </c:pt>
                <c:pt idx="2956">
                  <c:v>-0.1</c:v>
                </c:pt>
                <c:pt idx="2957">
                  <c:v>-0.1</c:v>
                </c:pt>
                <c:pt idx="2958">
                  <c:v>-0.1</c:v>
                </c:pt>
                <c:pt idx="2959">
                  <c:v>-0.1</c:v>
                </c:pt>
                <c:pt idx="2960">
                  <c:v>-0.1</c:v>
                </c:pt>
                <c:pt idx="2961">
                  <c:v>-0.1</c:v>
                </c:pt>
                <c:pt idx="2962">
                  <c:v>-0.1</c:v>
                </c:pt>
                <c:pt idx="2963">
                  <c:v>-0.1</c:v>
                </c:pt>
                <c:pt idx="2964">
                  <c:v>-0.1</c:v>
                </c:pt>
                <c:pt idx="2965">
                  <c:v>-0.1</c:v>
                </c:pt>
                <c:pt idx="2966">
                  <c:v>-0.1</c:v>
                </c:pt>
                <c:pt idx="2967">
                  <c:v>-0.1</c:v>
                </c:pt>
                <c:pt idx="2968">
                  <c:v>-0.1</c:v>
                </c:pt>
                <c:pt idx="2969">
                  <c:v>-0.1</c:v>
                </c:pt>
                <c:pt idx="2970">
                  <c:v>-0.1</c:v>
                </c:pt>
                <c:pt idx="2971">
                  <c:v>-0.1</c:v>
                </c:pt>
                <c:pt idx="2972">
                  <c:v>-0.1</c:v>
                </c:pt>
                <c:pt idx="2973">
                  <c:v>-0.1</c:v>
                </c:pt>
                <c:pt idx="2974">
                  <c:v>-0.1</c:v>
                </c:pt>
                <c:pt idx="2975">
                  <c:v>-0.1</c:v>
                </c:pt>
                <c:pt idx="2976">
                  <c:v>-0.1</c:v>
                </c:pt>
                <c:pt idx="2977">
                  <c:v>-0.1</c:v>
                </c:pt>
                <c:pt idx="2978">
                  <c:v>-0.1</c:v>
                </c:pt>
                <c:pt idx="2979">
                  <c:v>-0.1</c:v>
                </c:pt>
                <c:pt idx="2980">
                  <c:v>-0.1</c:v>
                </c:pt>
                <c:pt idx="2981">
                  <c:v>-0.1</c:v>
                </c:pt>
                <c:pt idx="2982">
                  <c:v>-0.1</c:v>
                </c:pt>
                <c:pt idx="2983">
                  <c:v>-0.1</c:v>
                </c:pt>
                <c:pt idx="2984">
                  <c:v>-0.1</c:v>
                </c:pt>
                <c:pt idx="2985">
                  <c:v>-0.1</c:v>
                </c:pt>
                <c:pt idx="2986">
                  <c:v>-0.1</c:v>
                </c:pt>
                <c:pt idx="2987">
                  <c:v>-0.1</c:v>
                </c:pt>
                <c:pt idx="2988">
                  <c:v>-0.1</c:v>
                </c:pt>
                <c:pt idx="2989">
                  <c:v>-0.1</c:v>
                </c:pt>
                <c:pt idx="2990">
                  <c:v>-0.1</c:v>
                </c:pt>
                <c:pt idx="2991">
                  <c:v>-0.1</c:v>
                </c:pt>
                <c:pt idx="2992">
                  <c:v>-0.1</c:v>
                </c:pt>
                <c:pt idx="2993">
                  <c:v>-0.1</c:v>
                </c:pt>
                <c:pt idx="2994">
                  <c:v>-0.1</c:v>
                </c:pt>
                <c:pt idx="2995">
                  <c:v>-0.1</c:v>
                </c:pt>
                <c:pt idx="2996">
                  <c:v>-0.1</c:v>
                </c:pt>
                <c:pt idx="2997">
                  <c:v>-0.1</c:v>
                </c:pt>
                <c:pt idx="2998">
                  <c:v>-0.1</c:v>
                </c:pt>
                <c:pt idx="2999">
                  <c:v>-0.1</c:v>
                </c:pt>
                <c:pt idx="3000">
                  <c:v>-0.1</c:v>
                </c:pt>
                <c:pt idx="3001">
                  <c:v>-0.1</c:v>
                </c:pt>
                <c:pt idx="3002">
                  <c:v>-0.1</c:v>
                </c:pt>
                <c:pt idx="3003">
                  <c:v>-0.1</c:v>
                </c:pt>
                <c:pt idx="3004">
                  <c:v>-0.1</c:v>
                </c:pt>
                <c:pt idx="3005">
                  <c:v>-0.1</c:v>
                </c:pt>
                <c:pt idx="3006">
                  <c:v>-0.1</c:v>
                </c:pt>
                <c:pt idx="3007">
                  <c:v>-0.1</c:v>
                </c:pt>
                <c:pt idx="3008">
                  <c:v>-0.1</c:v>
                </c:pt>
                <c:pt idx="3009">
                  <c:v>-0.1</c:v>
                </c:pt>
                <c:pt idx="3010">
                  <c:v>-0.1</c:v>
                </c:pt>
                <c:pt idx="3011">
                  <c:v>-0.1</c:v>
                </c:pt>
                <c:pt idx="3012">
                  <c:v>-0.1</c:v>
                </c:pt>
                <c:pt idx="3013">
                  <c:v>-0.1</c:v>
                </c:pt>
                <c:pt idx="3014">
                  <c:v>-0.1</c:v>
                </c:pt>
                <c:pt idx="3015">
                  <c:v>-0.1</c:v>
                </c:pt>
                <c:pt idx="3016">
                  <c:v>-0.1</c:v>
                </c:pt>
                <c:pt idx="3017">
                  <c:v>-0.1</c:v>
                </c:pt>
                <c:pt idx="3018">
                  <c:v>-0.1</c:v>
                </c:pt>
                <c:pt idx="3019">
                  <c:v>-0.1</c:v>
                </c:pt>
                <c:pt idx="3020">
                  <c:v>-0.1</c:v>
                </c:pt>
                <c:pt idx="3021">
                  <c:v>-0.1</c:v>
                </c:pt>
                <c:pt idx="3022">
                  <c:v>-0.1</c:v>
                </c:pt>
                <c:pt idx="3023">
                  <c:v>-0.1</c:v>
                </c:pt>
                <c:pt idx="3024">
                  <c:v>-0.1</c:v>
                </c:pt>
                <c:pt idx="3025">
                  <c:v>-0.1</c:v>
                </c:pt>
                <c:pt idx="3026">
                  <c:v>-0.1</c:v>
                </c:pt>
                <c:pt idx="3027">
                  <c:v>-0.1</c:v>
                </c:pt>
                <c:pt idx="3028">
                  <c:v>-0.1</c:v>
                </c:pt>
                <c:pt idx="3029">
                  <c:v>-0.1</c:v>
                </c:pt>
                <c:pt idx="3030">
                  <c:v>-0.1</c:v>
                </c:pt>
                <c:pt idx="3031">
                  <c:v>-0.1</c:v>
                </c:pt>
                <c:pt idx="3032">
                  <c:v>-0.1</c:v>
                </c:pt>
                <c:pt idx="3033">
                  <c:v>-0.1</c:v>
                </c:pt>
                <c:pt idx="3034">
                  <c:v>-0.1</c:v>
                </c:pt>
                <c:pt idx="3035">
                  <c:v>-0.1</c:v>
                </c:pt>
                <c:pt idx="3036">
                  <c:v>-0.1</c:v>
                </c:pt>
                <c:pt idx="3037">
                  <c:v>-0.1</c:v>
                </c:pt>
                <c:pt idx="3038">
                  <c:v>-0.1</c:v>
                </c:pt>
                <c:pt idx="3039">
                  <c:v>-0.1</c:v>
                </c:pt>
                <c:pt idx="3040">
                  <c:v>-0.1</c:v>
                </c:pt>
                <c:pt idx="3041">
                  <c:v>-0.1</c:v>
                </c:pt>
                <c:pt idx="3042">
                  <c:v>-0.1</c:v>
                </c:pt>
                <c:pt idx="3043">
                  <c:v>-0.1</c:v>
                </c:pt>
                <c:pt idx="3044">
                  <c:v>-0.1</c:v>
                </c:pt>
                <c:pt idx="3045">
                  <c:v>-0.1</c:v>
                </c:pt>
                <c:pt idx="3046">
                  <c:v>-0.1</c:v>
                </c:pt>
                <c:pt idx="3047">
                  <c:v>-0.1</c:v>
                </c:pt>
                <c:pt idx="3048">
                  <c:v>-0.1</c:v>
                </c:pt>
                <c:pt idx="3049">
                  <c:v>-0.1</c:v>
                </c:pt>
                <c:pt idx="3050">
                  <c:v>-0.1</c:v>
                </c:pt>
                <c:pt idx="3051">
                  <c:v>-0.1</c:v>
                </c:pt>
                <c:pt idx="3052">
                  <c:v>-0.1</c:v>
                </c:pt>
                <c:pt idx="3053">
                  <c:v>-0.1</c:v>
                </c:pt>
                <c:pt idx="3054">
                  <c:v>-0.1</c:v>
                </c:pt>
                <c:pt idx="3055">
                  <c:v>-0.1</c:v>
                </c:pt>
                <c:pt idx="3056">
                  <c:v>-0.1</c:v>
                </c:pt>
                <c:pt idx="3057">
                  <c:v>-0.1</c:v>
                </c:pt>
                <c:pt idx="3058">
                  <c:v>-0.1</c:v>
                </c:pt>
                <c:pt idx="3059">
                  <c:v>-0.1</c:v>
                </c:pt>
                <c:pt idx="3060">
                  <c:v>-0.1</c:v>
                </c:pt>
                <c:pt idx="3061">
                  <c:v>-0.1</c:v>
                </c:pt>
                <c:pt idx="3062">
                  <c:v>-0.1</c:v>
                </c:pt>
                <c:pt idx="3063">
                  <c:v>-0.1</c:v>
                </c:pt>
                <c:pt idx="3064">
                  <c:v>-0.1</c:v>
                </c:pt>
                <c:pt idx="3065">
                  <c:v>-0.1</c:v>
                </c:pt>
                <c:pt idx="3066">
                  <c:v>-0.1</c:v>
                </c:pt>
                <c:pt idx="3067">
                  <c:v>-0.1</c:v>
                </c:pt>
                <c:pt idx="3068">
                  <c:v>-0.1</c:v>
                </c:pt>
                <c:pt idx="3069">
                  <c:v>-0.1</c:v>
                </c:pt>
                <c:pt idx="3070">
                  <c:v>-0.1</c:v>
                </c:pt>
                <c:pt idx="3071">
                  <c:v>-0.1</c:v>
                </c:pt>
                <c:pt idx="3072">
                  <c:v>-0.1</c:v>
                </c:pt>
                <c:pt idx="3073">
                  <c:v>-0.1</c:v>
                </c:pt>
                <c:pt idx="3074">
                  <c:v>-0.1</c:v>
                </c:pt>
                <c:pt idx="3075">
                  <c:v>-0.1</c:v>
                </c:pt>
                <c:pt idx="3076">
                  <c:v>-0.1</c:v>
                </c:pt>
                <c:pt idx="3077">
                  <c:v>-0.1</c:v>
                </c:pt>
                <c:pt idx="3078">
                  <c:v>-0.1</c:v>
                </c:pt>
                <c:pt idx="3079">
                  <c:v>-0.1</c:v>
                </c:pt>
                <c:pt idx="3080">
                  <c:v>-0.1</c:v>
                </c:pt>
                <c:pt idx="3081">
                  <c:v>-0.1</c:v>
                </c:pt>
                <c:pt idx="3082">
                  <c:v>-0.1</c:v>
                </c:pt>
                <c:pt idx="3083">
                  <c:v>-0.1</c:v>
                </c:pt>
                <c:pt idx="3084">
                  <c:v>-0.1</c:v>
                </c:pt>
                <c:pt idx="3085">
                  <c:v>-0.1</c:v>
                </c:pt>
                <c:pt idx="3086">
                  <c:v>-0.1</c:v>
                </c:pt>
                <c:pt idx="3087">
                  <c:v>-0.1</c:v>
                </c:pt>
                <c:pt idx="3088">
                  <c:v>-0.1</c:v>
                </c:pt>
                <c:pt idx="3089">
                  <c:v>-0.1</c:v>
                </c:pt>
                <c:pt idx="3090">
                  <c:v>-0.1</c:v>
                </c:pt>
                <c:pt idx="3091">
                  <c:v>-0.1</c:v>
                </c:pt>
                <c:pt idx="3092">
                  <c:v>-0.1</c:v>
                </c:pt>
                <c:pt idx="3093">
                  <c:v>-0.1</c:v>
                </c:pt>
                <c:pt idx="3094">
                  <c:v>-0.1</c:v>
                </c:pt>
                <c:pt idx="3095">
                  <c:v>-0.1</c:v>
                </c:pt>
                <c:pt idx="3096">
                  <c:v>-0.1</c:v>
                </c:pt>
                <c:pt idx="3097">
                  <c:v>-0.1</c:v>
                </c:pt>
                <c:pt idx="3098">
                  <c:v>-0.1</c:v>
                </c:pt>
                <c:pt idx="3099">
                  <c:v>-0.1</c:v>
                </c:pt>
                <c:pt idx="3100">
                  <c:v>-0.1</c:v>
                </c:pt>
                <c:pt idx="3101">
                  <c:v>-0.1</c:v>
                </c:pt>
                <c:pt idx="3102">
                  <c:v>-0.1</c:v>
                </c:pt>
                <c:pt idx="3103">
                  <c:v>-0.1</c:v>
                </c:pt>
                <c:pt idx="3104">
                  <c:v>-0.1</c:v>
                </c:pt>
                <c:pt idx="3105">
                  <c:v>-0.1</c:v>
                </c:pt>
                <c:pt idx="3106">
                  <c:v>-0.1</c:v>
                </c:pt>
                <c:pt idx="3107">
                  <c:v>-0.1</c:v>
                </c:pt>
                <c:pt idx="3108">
                  <c:v>-0.1</c:v>
                </c:pt>
                <c:pt idx="3109">
                  <c:v>-0.1</c:v>
                </c:pt>
                <c:pt idx="3110">
                  <c:v>-0.1</c:v>
                </c:pt>
                <c:pt idx="3111">
                  <c:v>-0.1</c:v>
                </c:pt>
                <c:pt idx="3112">
                  <c:v>-0.1</c:v>
                </c:pt>
                <c:pt idx="3113">
                  <c:v>-0.1</c:v>
                </c:pt>
                <c:pt idx="3114">
                  <c:v>-0.1</c:v>
                </c:pt>
                <c:pt idx="3115">
                  <c:v>-0.1</c:v>
                </c:pt>
                <c:pt idx="3116">
                  <c:v>-0.1</c:v>
                </c:pt>
                <c:pt idx="3117">
                  <c:v>-0.1</c:v>
                </c:pt>
                <c:pt idx="3118">
                  <c:v>-0.1</c:v>
                </c:pt>
                <c:pt idx="3119">
                  <c:v>-0.1</c:v>
                </c:pt>
                <c:pt idx="3120">
                  <c:v>-0.1</c:v>
                </c:pt>
                <c:pt idx="3121">
                  <c:v>-0.1</c:v>
                </c:pt>
                <c:pt idx="3122">
                  <c:v>-0.1</c:v>
                </c:pt>
                <c:pt idx="3123">
                  <c:v>-0.1</c:v>
                </c:pt>
                <c:pt idx="3124">
                  <c:v>-0.1</c:v>
                </c:pt>
                <c:pt idx="3125">
                  <c:v>-0.1</c:v>
                </c:pt>
                <c:pt idx="3126">
                  <c:v>-0.1</c:v>
                </c:pt>
                <c:pt idx="3127">
                  <c:v>-0.1</c:v>
                </c:pt>
                <c:pt idx="3128">
                  <c:v>-0.1</c:v>
                </c:pt>
                <c:pt idx="3129">
                  <c:v>-0.1</c:v>
                </c:pt>
                <c:pt idx="3130">
                  <c:v>-0.1</c:v>
                </c:pt>
                <c:pt idx="3131">
                  <c:v>-0.1</c:v>
                </c:pt>
                <c:pt idx="3132">
                  <c:v>-0.1</c:v>
                </c:pt>
                <c:pt idx="3133">
                  <c:v>-0.1</c:v>
                </c:pt>
                <c:pt idx="3134">
                  <c:v>-0.1</c:v>
                </c:pt>
                <c:pt idx="3135">
                  <c:v>-0.1</c:v>
                </c:pt>
                <c:pt idx="3136">
                  <c:v>-0.1</c:v>
                </c:pt>
                <c:pt idx="3137">
                  <c:v>-0.1</c:v>
                </c:pt>
                <c:pt idx="3138">
                  <c:v>-0.1</c:v>
                </c:pt>
                <c:pt idx="3139">
                  <c:v>-0.1</c:v>
                </c:pt>
                <c:pt idx="3140">
                  <c:v>-0.1</c:v>
                </c:pt>
                <c:pt idx="3141">
                  <c:v>-0.1</c:v>
                </c:pt>
                <c:pt idx="3142">
                  <c:v>-0.1</c:v>
                </c:pt>
                <c:pt idx="3143">
                  <c:v>-0.1</c:v>
                </c:pt>
                <c:pt idx="3144">
                  <c:v>-0.1</c:v>
                </c:pt>
                <c:pt idx="3145">
                  <c:v>-0.1</c:v>
                </c:pt>
                <c:pt idx="3146">
                  <c:v>-0.1</c:v>
                </c:pt>
                <c:pt idx="3147">
                  <c:v>-0.1</c:v>
                </c:pt>
                <c:pt idx="3148">
                  <c:v>-0.1</c:v>
                </c:pt>
                <c:pt idx="3149">
                  <c:v>-0.1</c:v>
                </c:pt>
                <c:pt idx="3150">
                  <c:v>-0.1</c:v>
                </c:pt>
                <c:pt idx="3151">
                  <c:v>-0.1</c:v>
                </c:pt>
                <c:pt idx="3152">
                  <c:v>-0.1</c:v>
                </c:pt>
                <c:pt idx="3153">
                  <c:v>-0.1</c:v>
                </c:pt>
                <c:pt idx="3154">
                  <c:v>-0.1</c:v>
                </c:pt>
                <c:pt idx="3155">
                  <c:v>-0.1</c:v>
                </c:pt>
                <c:pt idx="3156">
                  <c:v>-0.1</c:v>
                </c:pt>
                <c:pt idx="3157">
                  <c:v>-0.1</c:v>
                </c:pt>
                <c:pt idx="3158">
                  <c:v>-0.1</c:v>
                </c:pt>
                <c:pt idx="3159">
                  <c:v>-0.1</c:v>
                </c:pt>
                <c:pt idx="3160">
                  <c:v>-0.1</c:v>
                </c:pt>
                <c:pt idx="3161">
                  <c:v>-0.1</c:v>
                </c:pt>
                <c:pt idx="3162">
                  <c:v>-0.1</c:v>
                </c:pt>
                <c:pt idx="3163">
                  <c:v>-0.1</c:v>
                </c:pt>
                <c:pt idx="3164">
                  <c:v>-0.1</c:v>
                </c:pt>
                <c:pt idx="3165">
                  <c:v>-0.1</c:v>
                </c:pt>
                <c:pt idx="3166">
                  <c:v>-0.1</c:v>
                </c:pt>
                <c:pt idx="3167">
                  <c:v>-0.1</c:v>
                </c:pt>
                <c:pt idx="3168">
                  <c:v>-0.1</c:v>
                </c:pt>
                <c:pt idx="3169">
                  <c:v>-0.1</c:v>
                </c:pt>
                <c:pt idx="3170">
                  <c:v>-0.1</c:v>
                </c:pt>
                <c:pt idx="3171">
                  <c:v>-0.1</c:v>
                </c:pt>
                <c:pt idx="3172">
                  <c:v>-0.1</c:v>
                </c:pt>
                <c:pt idx="3173">
                  <c:v>-0.1</c:v>
                </c:pt>
                <c:pt idx="3174">
                  <c:v>-0.1</c:v>
                </c:pt>
                <c:pt idx="3175">
                  <c:v>-0.1</c:v>
                </c:pt>
                <c:pt idx="3176">
                  <c:v>-0.1</c:v>
                </c:pt>
                <c:pt idx="3177">
                  <c:v>-0.1</c:v>
                </c:pt>
                <c:pt idx="3178">
                  <c:v>-0.1</c:v>
                </c:pt>
                <c:pt idx="3179">
                  <c:v>-0.1</c:v>
                </c:pt>
                <c:pt idx="3180">
                  <c:v>-0.1</c:v>
                </c:pt>
                <c:pt idx="3181">
                  <c:v>-0.1</c:v>
                </c:pt>
                <c:pt idx="3182">
                  <c:v>-0.1</c:v>
                </c:pt>
                <c:pt idx="3183">
                  <c:v>-0.1</c:v>
                </c:pt>
                <c:pt idx="3184">
                  <c:v>-0.1</c:v>
                </c:pt>
                <c:pt idx="3185">
                  <c:v>-0.1</c:v>
                </c:pt>
                <c:pt idx="3186">
                  <c:v>-0.1</c:v>
                </c:pt>
                <c:pt idx="3187">
                  <c:v>-0.1</c:v>
                </c:pt>
                <c:pt idx="3188">
                  <c:v>-0.1</c:v>
                </c:pt>
                <c:pt idx="3189">
                  <c:v>-0.1</c:v>
                </c:pt>
                <c:pt idx="3190">
                  <c:v>-0.1</c:v>
                </c:pt>
                <c:pt idx="3191">
                  <c:v>-0.1</c:v>
                </c:pt>
                <c:pt idx="3192">
                  <c:v>-0.1</c:v>
                </c:pt>
                <c:pt idx="3193">
                  <c:v>-0.1</c:v>
                </c:pt>
                <c:pt idx="3194">
                  <c:v>-0.1</c:v>
                </c:pt>
                <c:pt idx="3195">
                  <c:v>-0.1</c:v>
                </c:pt>
                <c:pt idx="3196">
                  <c:v>-0.1</c:v>
                </c:pt>
                <c:pt idx="3197">
                  <c:v>-0.1</c:v>
                </c:pt>
                <c:pt idx="3198">
                  <c:v>-0.1</c:v>
                </c:pt>
                <c:pt idx="3199">
                  <c:v>-0.1</c:v>
                </c:pt>
                <c:pt idx="3200">
                  <c:v>-0.1</c:v>
                </c:pt>
                <c:pt idx="3201">
                  <c:v>-0.1</c:v>
                </c:pt>
                <c:pt idx="3202">
                  <c:v>-0.1</c:v>
                </c:pt>
                <c:pt idx="3203">
                  <c:v>-0.1</c:v>
                </c:pt>
                <c:pt idx="3204">
                  <c:v>-0.1</c:v>
                </c:pt>
                <c:pt idx="3205">
                  <c:v>-0.1</c:v>
                </c:pt>
                <c:pt idx="3206">
                  <c:v>-0.1</c:v>
                </c:pt>
                <c:pt idx="3207">
                  <c:v>-0.1</c:v>
                </c:pt>
                <c:pt idx="3208">
                  <c:v>-0.1</c:v>
                </c:pt>
                <c:pt idx="3209">
                  <c:v>-0.1</c:v>
                </c:pt>
                <c:pt idx="3210">
                  <c:v>-0.1</c:v>
                </c:pt>
                <c:pt idx="3211">
                  <c:v>-0.1</c:v>
                </c:pt>
                <c:pt idx="3212">
                  <c:v>-0.1</c:v>
                </c:pt>
                <c:pt idx="3213">
                  <c:v>-0.1</c:v>
                </c:pt>
                <c:pt idx="3214">
                  <c:v>-0.1</c:v>
                </c:pt>
                <c:pt idx="3215">
                  <c:v>-0.1</c:v>
                </c:pt>
                <c:pt idx="3216">
                  <c:v>-0.1</c:v>
                </c:pt>
                <c:pt idx="3217">
                  <c:v>-0.1</c:v>
                </c:pt>
                <c:pt idx="3218">
                  <c:v>-0.1</c:v>
                </c:pt>
                <c:pt idx="3219">
                  <c:v>-0.1</c:v>
                </c:pt>
                <c:pt idx="3220">
                  <c:v>-0.1</c:v>
                </c:pt>
                <c:pt idx="3221">
                  <c:v>-0.1</c:v>
                </c:pt>
                <c:pt idx="3222">
                  <c:v>-0.1</c:v>
                </c:pt>
                <c:pt idx="3223">
                  <c:v>-0.1</c:v>
                </c:pt>
                <c:pt idx="3224">
                  <c:v>-0.1</c:v>
                </c:pt>
                <c:pt idx="3225">
                  <c:v>-0.1</c:v>
                </c:pt>
                <c:pt idx="3226">
                  <c:v>-0.1</c:v>
                </c:pt>
                <c:pt idx="3227">
                  <c:v>-0.1</c:v>
                </c:pt>
                <c:pt idx="3228">
                  <c:v>-0.1</c:v>
                </c:pt>
                <c:pt idx="3229">
                  <c:v>-0.1</c:v>
                </c:pt>
                <c:pt idx="3230">
                  <c:v>-0.1</c:v>
                </c:pt>
                <c:pt idx="3231">
                  <c:v>-0.1</c:v>
                </c:pt>
                <c:pt idx="3232">
                  <c:v>-0.1</c:v>
                </c:pt>
                <c:pt idx="3233">
                  <c:v>-0.1</c:v>
                </c:pt>
                <c:pt idx="3234">
                  <c:v>-0.1</c:v>
                </c:pt>
                <c:pt idx="3235">
                  <c:v>-0.1</c:v>
                </c:pt>
                <c:pt idx="3236">
                  <c:v>-0.1</c:v>
                </c:pt>
                <c:pt idx="3237">
                  <c:v>-0.1</c:v>
                </c:pt>
                <c:pt idx="3238">
                  <c:v>-0.1</c:v>
                </c:pt>
                <c:pt idx="3239">
                  <c:v>-0.1</c:v>
                </c:pt>
                <c:pt idx="3240">
                  <c:v>-0.1</c:v>
                </c:pt>
                <c:pt idx="3241">
                  <c:v>-0.1</c:v>
                </c:pt>
                <c:pt idx="3242">
                  <c:v>-0.1</c:v>
                </c:pt>
                <c:pt idx="3243">
                  <c:v>-0.1</c:v>
                </c:pt>
                <c:pt idx="3244">
                  <c:v>-0.1</c:v>
                </c:pt>
                <c:pt idx="3245">
                  <c:v>-0.1</c:v>
                </c:pt>
                <c:pt idx="3246">
                  <c:v>-0.1</c:v>
                </c:pt>
                <c:pt idx="3247">
                  <c:v>-0.1</c:v>
                </c:pt>
                <c:pt idx="3248">
                  <c:v>-0.1</c:v>
                </c:pt>
                <c:pt idx="3249">
                  <c:v>-0.1</c:v>
                </c:pt>
                <c:pt idx="3250">
                  <c:v>-0.1</c:v>
                </c:pt>
                <c:pt idx="3251">
                  <c:v>-0.1</c:v>
                </c:pt>
                <c:pt idx="3252">
                  <c:v>-0.1</c:v>
                </c:pt>
                <c:pt idx="3253">
                  <c:v>-0.1</c:v>
                </c:pt>
                <c:pt idx="3254">
                  <c:v>-0.1</c:v>
                </c:pt>
                <c:pt idx="3255">
                  <c:v>-0.1</c:v>
                </c:pt>
                <c:pt idx="3256">
                  <c:v>-0.1</c:v>
                </c:pt>
                <c:pt idx="3257">
                  <c:v>-0.1</c:v>
                </c:pt>
                <c:pt idx="3258">
                  <c:v>-0.1</c:v>
                </c:pt>
                <c:pt idx="3259">
                  <c:v>-0.1</c:v>
                </c:pt>
                <c:pt idx="3260">
                  <c:v>-0.1</c:v>
                </c:pt>
                <c:pt idx="3261">
                  <c:v>-0.1</c:v>
                </c:pt>
                <c:pt idx="3262">
                  <c:v>-0.1</c:v>
                </c:pt>
                <c:pt idx="3263">
                  <c:v>-0.1</c:v>
                </c:pt>
                <c:pt idx="3264">
                  <c:v>-0.1</c:v>
                </c:pt>
                <c:pt idx="3265">
                  <c:v>-0.1</c:v>
                </c:pt>
                <c:pt idx="3266">
                  <c:v>-0.1</c:v>
                </c:pt>
                <c:pt idx="3267">
                  <c:v>-0.1</c:v>
                </c:pt>
                <c:pt idx="3268">
                  <c:v>-0.1</c:v>
                </c:pt>
                <c:pt idx="3269">
                  <c:v>-0.1</c:v>
                </c:pt>
                <c:pt idx="3270">
                  <c:v>-0.1</c:v>
                </c:pt>
                <c:pt idx="3271">
                  <c:v>-0.1</c:v>
                </c:pt>
                <c:pt idx="3272">
                  <c:v>-0.1</c:v>
                </c:pt>
                <c:pt idx="3273">
                  <c:v>-0.1</c:v>
                </c:pt>
                <c:pt idx="3274">
                  <c:v>-0.1</c:v>
                </c:pt>
                <c:pt idx="3275">
                  <c:v>-0.1</c:v>
                </c:pt>
                <c:pt idx="3276">
                  <c:v>-0.1</c:v>
                </c:pt>
                <c:pt idx="3277">
                  <c:v>-0.1</c:v>
                </c:pt>
                <c:pt idx="3278">
                  <c:v>-0.1</c:v>
                </c:pt>
                <c:pt idx="3279">
                  <c:v>-0.1</c:v>
                </c:pt>
                <c:pt idx="3280">
                  <c:v>-0.1</c:v>
                </c:pt>
                <c:pt idx="3281">
                  <c:v>-0.1</c:v>
                </c:pt>
                <c:pt idx="3282">
                  <c:v>-0.1</c:v>
                </c:pt>
                <c:pt idx="3283">
                  <c:v>-0.1</c:v>
                </c:pt>
                <c:pt idx="3284">
                  <c:v>-0.1</c:v>
                </c:pt>
                <c:pt idx="3285">
                  <c:v>-0.1</c:v>
                </c:pt>
                <c:pt idx="3286">
                  <c:v>-0.1</c:v>
                </c:pt>
                <c:pt idx="3287">
                  <c:v>-0.1</c:v>
                </c:pt>
                <c:pt idx="3288">
                  <c:v>-0.1</c:v>
                </c:pt>
                <c:pt idx="3289">
                  <c:v>-0.1</c:v>
                </c:pt>
                <c:pt idx="3290">
                  <c:v>-0.1</c:v>
                </c:pt>
                <c:pt idx="3291">
                  <c:v>-0.1</c:v>
                </c:pt>
                <c:pt idx="3292">
                  <c:v>-0.1</c:v>
                </c:pt>
                <c:pt idx="3293">
                  <c:v>-0.1</c:v>
                </c:pt>
                <c:pt idx="3294">
                  <c:v>-0.1</c:v>
                </c:pt>
                <c:pt idx="3295">
                  <c:v>-0.1</c:v>
                </c:pt>
                <c:pt idx="3296">
                  <c:v>-0.1</c:v>
                </c:pt>
                <c:pt idx="3297">
                  <c:v>-0.1</c:v>
                </c:pt>
                <c:pt idx="3298">
                  <c:v>-0.1</c:v>
                </c:pt>
                <c:pt idx="3299">
                  <c:v>-0.1</c:v>
                </c:pt>
                <c:pt idx="3300">
                  <c:v>-0.1</c:v>
                </c:pt>
                <c:pt idx="3301">
                  <c:v>-0.1</c:v>
                </c:pt>
                <c:pt idx="3302">
                  <c:v>-0.1</c:v>
                </c:pt>
                <c:pt idx="3303">
                  <c:v>-0.1</c:v>
                </c:pt>
                <c:pt idx="3304">
                  <c:v>-0.1</c:v>
                </c:pt>
                <c:pt idx="3305">
                  <c:v>-0.1</c:v>
                </c:pt>
                <c:pt idx="3306">
                  <c:v>-0.1</c:v>
                </c:pt>
                <c:pt idx="3307">
                  <c:v>-0.1</c:v>
                </c:pt>
                <c:pt idx="3308">
                  <c:v>-0.1</c:v>
                </c:pt>
                <c:pt idx="3309">
                  <c:v>-0.1</c:v>
                </c:pt>
                <c:pt idx="3310">
                  <c:v>-0.1</c:v>
                </c:pt>
                <c:pt idx="3311">
                  <c:v>-0.1</c:v>
                </c:pt>
                <c:pt idx="3312">
                  <c:v>-0.1</c:v>
                </c:pt>
                <c:pt idx="3313">
                  <c:v>-0.1</c:v>
                </c:pt>
                <c:pt idx="3314">
                  <c:v>-0.1</c:v>
                </c:pt>
                <c:pt idx="3315">
                  <c:v>-0.1</c:v>
                </c:pt>
                <c:pt idx="3316">
                  <c:v>-0.1</c:v>
                </c:pt>
                <c:pt idx="3317">
                  <c:v>-0.1</c:v>
                </c:pt>
                <c:pt idx="3318">
                  <c:v>-0.1</c:v>
                </c:pt>
                <c:pt idx="3319">
                  <c:v>-0.1</c:v>
                </c:pt>
                <c:pt idx="3320">
                  <c:v>-0.1</c:v>
                </c:pt>
                <c:pt idx="3321">
                  <c:v>-0.1</c:v>
                </c:pt>
                <c:pt idx="3322">
                  <c:v>-0.1</c:v>
                </c:pt>
                <c:pt idx="3323">
                  <c:v>-0.1</c:v>
                </c:pt>
                <c:pt idx="3324">
                  <c:v>-0.1</c:v>
                </c:pt>
                <c:pt idx="3325">
                  <c:v>-0.1</c:v>
                </c:pt>
                <c:pt idx="3326">
                  <c:v>-0.1</c:v>
                </c:pt>
                <c:pt idx="3327">
                  <c:v>-0.1</c:v>
                </c:pt>
                <c:pt idx="3328">
                  <c:v>-0.1</c:v>
                </c:pt>
                <c:pt idx="3329">
                  <c:v>-0.1</c:v>
                </c:pt>
                <c:pt idx="3330">
                  <c:v>-0.1</c:v>
                </c:pt>
                <c:pt idx="3331">
                  <c:v>-0.1</c:v>
                </c:pt>
                <c:pt idx="3332">
                  <c:v>-0.1</c:v>
                </c:pt>
                <c:pt idx="3333">
                  <c:v>-0.1</c:v>
                </c:pt>
                <c:pt idx="3334">
                  <c:v>-0.1</c:v>
                </c:pt>
                <c:pt idx="3335">
                  <c:v>-0.1</c:v>
                </c:pt>
                <c:pt idx="3336">
                  <c:v>-0.1</c:v>
                </c:pt>
                <c:pt idx="3337">
                  <c:v>-0.1</c:v>
                </c:pt>
                <c:pt idx="3338">
                  <c:v>-0.1</c:v>
                </c:pt>
                <c:pt idx="3339">
                  <c:v>-0.1</c:v>
                </c:pt>
                <c:pt idx="3340">
                  <c:v>-0.1</c:v>
                </c:pt>
                <c:pt idx="3341">
                  <c:v>-0.1</c:v>
                </c:pt>
                <c:pt idx="3342">
                  <c:v>-0.1</c:v>
                </c:pt>
                <c:pt idx="3343">
                  <c:v>-0.1</c:v>
                </c:pt>
                <c:pt idx="3344">
                  <c:v>-0.1</c:v>
                </c:pt>
                <c:pt idx="3345">
                  <c:v>-0.1</c:v>
                </c:pt>
                <c:pt idx="3346">
                  <c:v>-0.1</c:v>
                </c:pt>
                <c:pt idx="3347">
                  <c:v>-0.1</c:v>
                </c:pt>
                <c:pt idx="3348">
                  <c:v>-0.1</c:v>
                </c:pt>
                <c:pt idx="3349">
                  <c:v>-0.1</c:v>
                </c:pt>
                <c:pt idx="3350">
                  <c:v>-0.1</c:v>
                </c:pt>
                <c:pt idx="3351">
                  <c:v>-0.1</c:v>
                </c:pt>
                <c:pt idx="3352">
                  <c:v>-0.1</c:v>
                </c:pt>
                <c:pt idx="3353">
                  <c:v>-0.1</c:v>
                </c:pt>
                <c:pt idx="3354">
                  <c:v>-0.1</c:v>
                </c:pt>
                <c:pt idx="3355">
                  <c:v>-0.1</c:v>
                </c:pt>
                <c:pt idx="3356">
                  <c:v>-0.1</c:v>
                </c:pt>
                <c:pt idx="3357">
                  <c:v>-0.1</c:v>
                </c:pt>
                <c:pt idx="3358">
                  <c:v>-0.1</c:v>
                </c:pt>
                <c:pt idx="3359">
                  <c:v>-0.1</c:v>
                </c:pt>
                <c:pt idx="3360">
                  <c:v>-0.1</c:v>
                </c:pt>
                <c:pt idx="3361">
                  <c:v>-0.1</c:v>
                </c:pt>
                <c:pt idx="3362">
                  <c:v>-0.1</c:v>
                </c:pt>
                <c:pt idx="3363">
                  <c:v>-0.1</c:v>
                </c:pt>
                <c:pt idx="3364">
                  <c:v>-0.1</c:v>
                </c:pt>
                <c:pt idx="3365">
                  <c:v>-0.1</c:v>
                </c:pt>
                <c:pt idx="3366">
                  <c:v>-0.1</c:v>
                </c:pt>
                <c:pt idx="3367">
                  <c:v>-0.1</c:v>
                </c:pt>
                <c:pt idx="3368">
                  <c:v>-0.1</c:v>
                </c:pt>
                <c:pt idx="3369">
                  <c:v>-0.1</c:v>
                </c:pt>
                <c:pt idx="3370">
                  <c:v>-0.1</c:v>
                </c:pt>
                <c:pt idx="3371">
                  <c:v>-0.1</c:v>
                </c:pt>
                <c:pt idx="3372">
                  <c:v>-0.1</c:v>
                </c:pt>
                <c:pt idx="3373">
                  <c:v>-0.1</c:v>
                </c:pt>
                <c:pt idx="3374">
                  <c:v>-0.1</c:v>
                </c:pt>
                <c:pt idx="3375">
                  <c:v>-0.1</c:v>
                </c:pt>
                <c:pt idx="3376">
                  <c:v>-0.1</c:v>
                </c:pt>
                <c:pt idx="3377">
                  <c:v>-0.1</c:v>
                </c:pt>
                <c:pt idx="3378">
                  <c:v>-0.1</c:v>
                </c:pt>
                <c:pt idx="3379">
                  <c:v>-0.1</c:v>
                </c:pt>
                <c:pt idx="3380">
                  <c:v>-0.1</c:v>
                </c:pt>
                <c:pt idx="3381">
                  <c:v>-0.1</c:v>
                </c:pt>
                <c:pt idx="3382">
                  <c:v>-0.1</c:v>
                </c:pt>
                <c:pt idx="3383">
                  <c:v>-0.1</c:v>
                </c:pt>
                <c:pt idx="3384">
                  <c:v>-0.1</c:v>
                </c:pt>
                <c:pt idx="3385">
                  <c:v>-0.1</c:v>
                </c:pt>
                <c:pt idx="3386">
                  <c:v>-0.1</c:v>
                </c:pt>
                <c:pt idx="3387">
                  <c:v>-0.1</c:v>
                </c:pt>
                <c:pt idx="3388">
                  <c:v>-0.1</c:v>
                </c:pt>
                <c:pt idx="3389">
                  <c:v>-0.1</c:v>
                </c:pt>
                <c:pt idx="3390">
                  <c:v>-0.1</c:v>
                </c:pt>
                <c:pt idx="3391">
                  <c:v>-0.1</c:v>
                </c:pt>
                <c:pt idx="3392">
                  <c:v>-0.1</c:v>
                </c:pt>
                <c:pt idx="3393">
                  <c:v>-0.1</c:v>
                </c:pt>
                <c:pt idx="3394">
                  <c:v>-0.1</c:v>
                </c:pt>
                <c:pt idx="3395">
                  <c:v>-0.1</c:v>
                </c:pt>
                <c:pt idx="3396">
                  <c:v>-0.1</c:v>
                </c:pt>
                <c:pt idx="3397">
                  <c:v>-0.1</c:v>
                </c:pt>
                <c:pt idx="3398">
                  <c:v>-0.1</c:v>
                </c:pt>
                <c:pt idx="3399">
                  <c:v>-0.1</c:v>
                </c:pt>
                <c:pt idx="3400">
                  <c:v>-0.1</c:v>
                </c:pt>
                <c:pt idx="3401">
                  <c:v>-0.1</c:v>
                </c:pt>
                <c:pt idx="3402">
                  <c:v>-0.1</c:v>
                </c:pt>
                <c:pt idx="3403">
                  <c:v>-0.1</c:v>
                </c:pt>
                <c:pt idx="3404">
                  <c:v>-0.1</c:v>
                </c:pt>
                <c:pt idx="3405">
                  <c:v>-0.1</c:v>
                </c:pt>
                <c:pt idx="3406">
                  <c:v>-0.1</c:v>
                </c:pt>
                <c:pt idx="3407">
                  <c:v>-0.1</c:v>
                </c:pt>
                <c:pt idx="3408">
                  <c:v>-0.1</c:v>
                </c:pt>
                <c:pt idx="3409">
                  <c:v>-0.1</c:v>
                </c:pt>
                <c:pt idx="3410">
                  <c:v>-0.1</c:v>
                </c:pt>
                <c:pt idx="3411">
                  <c:v>-0.1</c:v>
                </c:pt>
                <c:pt idx="3412">
                  <c:v>-0.1</c:v>
                </c:pt>
                <c:pt idx="3413">
                  <c:v>-0.1</c:v>
                </c:pt>
                <c:pt idx="3414">
                  <c:v>-0.1</c:v>
                </c:pt>
                <c:pt idx="3415">
                  <c:v>-0.1</c:v>
                </c:pt>
                <c:pt idx="3416">
                  <c:v>-0.1</c:v>
                </c:pt>
                <c:pt idx="3417">
                  <c:v>-0.1</c:v>
                </c:pt>
                <c:pt idx="3418">
                  <c:v>-0.1</c:v>
                </c:pt>
                <c:pt idx="3419">
                  <c:v>-0.1</c:v>
                </c:pt>
                <c:pt idx="3420">
                  <c:v>-0.1</c:v>
                </c:pt>
                <c:pt idx="3421">
                  <c:v>-0.1</c:v>
                </c:pt>
                <c:pt idx="3422">
                  <c:v>-0.1</c:v>
                </c:pt>
                <c:pt idx="3423">
                  <c:v>-0.1</c:v>
                </c:pt>
                <c:pt idx="3424">
                  <c:v>-0.1</c:v>
                </c:pt>
                <c:pt idx="3425">
                  <c:v>-0.1</c:v>
                </c:pt>
                <c:pt idx="3426">
                  <c:v>-0.1</c:v>
                </c:pt>
                <c:pt idx="3427">
                  <c:v>-0.1</c:v>
                </c:pt>
                <c:pt idx="3428">
                  <c:v>-0.1</c:v>
                </c:pt>
                <c:pt idx="3429">
                  <c:v>-0.1</c:v>
                </c:pt>
                <c:pt idx="3430">
                  <c:v>-0.1</c:v>
                </c:pt>
                <c:pt idx="3431">
                  <c:v>-0.1</c:v>
                </c:pt>
                <c:pt idx="3432">
                  <c:v>-0.1</c:v>
                </c:pt>
                <c:pt idx="3433">
                  <c:v>-0.1</c:v>
                </c:pt>
                <c:pt idx="3434">
                  <c:v>-0.1</c:v>
                </c:pt>
                <c:pt idx="3435">
                  <c:v>-0.1</c:v>
                </c:pt>
                <c:pt idx="3436">
                  <c:v>-0.1</c:v>
                </c:pt>
                <c:pt idx="3437">
                  <c:v>-0.1</c:v>
                </c:pt>
                <c:pt idx="3438">
                  <c:v>-0.1</c:v>
                </c:pt>
                <c:pt idx="3439">
                  <c:v>-0.1</c:v>
                </c:pt>
                <c:pt idx="3440">
                  <c:v>-0.1</c:v>
                </c:pt>
                <c:pt idx="3441">
                  <c:v>-0.1</c:v>
                </c:pt>
                <c:pt idx="3442">
                  <c:v>-0.1</c:v>
                </c:pt>
                <c:pt idx="3443">
                  <c:v>-0.1</c:v>
                </c:pt>
                <c:pt idx="3444">
                  <c:v>-0.1</c:v>
                </c:pt>
                <c:pt idx="3445">
                  <c:v>-0.1</c:v>
                </c:pt>
                <c:pt idx="3446">
                  <c:v>-0.1</c:v>
                </c:pt>
                <c:pt idx="3447">
                  <c:v>-0.1</c:v>
                </c:pt>
                <c:pt idx="3448">
                  <c:v>-0.1</c:v>
                </c:pt>
                <c:pt idx="3449">
                  <c:v>-0.1</c:v>
                </c:pt>
                <c:pt idx="3450">
                  <c:v>-0.1</c:v>
                </c:pt>
                <c:pt idx="3451">
                  <c:v>-0.1</c:v>
                </c:pt>
                <c:pt idx="3452">
                  <c:v>-0.1</c:v>
                </c:pt>
                <c:pt idx="3453">
                  <c:v>-0.1</c:v>
                </c:pt>
                <c:pt idx="3454">
                  <c:v>-0.1</c:v>
                </c:pt>
                <c:pt idx="3455">
                  <c:v>-0.1</c:v>
                </c:pt>
                <c:pt idx="3456">
                  <c:v>-0.1</c:v>
                </c:pt>
                <c:pt idx="3457">
                  <c:v>-0.1</c:v>
                </c:pt>
                <c:pt idx="3458">
                  <c:v>-0.1</c:v>
                </c:pt>
                <c:pt idx="3459">
                  <c:v>-0.1</c:v>
                </c:pt>
                <c:pt idx="3460">
                  <c:v>-0.1</c:v>
                </c:pt>
                <c:pt idx="3461">
                  <c:v>-0.1</c:v>
                </c:pt>
                <c:pt idx="3462">
                  <c:v>-0.1</c:v>
                </c:pt>
                <c:pt idx="3463">
                  <c:v>-0.1</c:v>
                </c:pt>
                <c:pt idx="3464">
                  <c:v>-0.1</c:v>
                </c:pt>
                <c:pt idx="3465">
                  <c:v>-0.1</c:v>
                </c:pt>
                <c:pt idx="3466">
                  <c:v>-0.1</c:v>
                </c:pt>
                <c:pt idx="3467">
                  <c:v>-0.1</c:v>
                </c:pt>
                <c:pt idx="3468">
                  <c:v>-0.1</c:v>
                </c:pt>
                <c:pt idx="3469">
                  <c:v>-0.1</c:v>
                </c:pt>
                <c:pt idx="3470">
                  <c:v>-0.1</c:v>
                </c:pt>
                <c:pt idx="3471">
                  <c:v>-0.1</c:v>
                </c:pt>
                <c:pt idx="3472">
                  <c:v>-0.1</c:v>
                </c:pt>
                <c:pt idx="3473">
                  <c:v>-0.1</c:v>
                </c:pt>
                <c:pt idx="3474">
                  <c:v>-0.1</c:v>
                </c:pt>
                <c:pt idx="3475">
                  <c:v>-0.1</c:v>
                </c:pt>
                <c:pt idx="3476">
                  <c:v>-0.1</c:v>
                </c:pt>
                <c:pt idx="3477">
                  <c:v>-0.1</c:v>
                </c:pt>
                <c:pt idx="3478">
                  <c:v>-0.1</c:v>
                </c:pt>
                <c:pt idx="3479">
                  <c:v>-0.1</c:v>
                </c:pt>
                <c:pt idx="3480">
                  <c:v>-0.1</c:v>
                </c:pt>
                <c:pt idx="3481">
                  <c:v>-0.1</c:v>
                </c:pt>
                <c:pt idx="3482">
                  <c:v>-0.1</c:v>
                </c:pt>
                <c:pt idx="3483">
                  <c:v>-0.1</c:v>
                </c:pt>
                <c:pt idx="3484">
                  <c:v>-0.1</c:v>
                </c:pt>
                <c:pt idx="3485">
                  <c:v>-0.1</c:v>
                </c:pt>
                <c:pt idx="3486">
                  <c:v>-0.1</c:v>
                </c:pt>
                <c:pt idx="3487">
                  <c:v>-0.1</c:v>
                </c:pt>
                <c:pt idx="3488">
                  <c:v>-0.1</c:v>
                </c:pt>
                <c:pt idx="3489">
                  <c:v>-0.1</c:v>
                </c:pt>
                <c:pt idx="3490">
                  <c:v>-0.1</c:v>
                </c:pt>
                <c:pt idx="3491">
                  <c:v>-0.1</c:v>
                </c:pt>
                <c:pt idx="3492">
                  <c:v>-0.1</c:v>
                </c:pt>
                <c:pt idx="3493">
                  <c:v>-0.1</c:v>
                </c:pt>
                <c:pt idx="3494">
                  <c:v>-0.1</c:v>
                </c:pt>
                <c:pt idx="3495">
                  <c:v>-0.1</c:v>
                </c:pt>
                <c:pt idx="3496">
                  <c:v>-0.1</c:v>
                </c:pt>
                <c:pt idx="3497">
                  <c:v>-0.1</c:v>
                </c:pt>
                <c:pt idx="3498">
                  <c:v>-0.1</c:v>
                </c:pt>
                <c:pt idx="3499">
                  <c:v>-0.1</c:v>
                </c:pt>
                <c:pt idx="3500">
                  <c:v>-0.1</c:v>
                </c:pt>
                <c:pt idx="3501">
                  <c:v>-0.1</c:v>
                </c:pt>
                <c:pt idx="3502">
                  <c:v>-0.1</c:v>
                </c:pt>
                <c:pt idx="3503">
                  <c:v>-0.1</c:v>
                </c:pt>
                <c:pt idx="3504">
                  <c:v>-0.1</c:v>
                </c:pt>
                <c:pt idx="3505">
                  <c:v>-0.1</c:v>
                </c:pt>
                <c:pt idx="3506">
                  <c:v>-0.1</c:v>
                </c:pt>
                <c:pt idx="3507">
                  <c:v>-0.1</c:v>
                </c:pt>
                <c:pt idx="3508">
                  <c:v>-0.1</c:v>
                </c:pt>
                <c:pt idx="3509">
                  <c:v>-0.1</c:v>
                </c:pt>
                <c:pt idx="3510">
                  <c:v>-0.1</c:v>
                </c:pt>
                <c:pt idx="3511">
                  <c:v>-0.1</c:v>
                </c:pt>
                <c:pt idx="3512">
                  <c:v>-0.1</c:v>
                </c:pt>
                <c:pt idx="3513">
                  <c:v>-0.1</c:v>
                </c:pt>
                <c:pt idx="3514">
                  <c:v>-0.1</c:v>
                </c:pt>
                <c:pt idx="3515">
                  <c:v>-0.1</c:v>
                </c:pt>
                <c:pt idx="3516">
                  <c:v>-0.1</c:v>
                </c:pt>
                <c:pt idx="3517">
                  <c:v>-0.1</c:v>
                </c:pt>
                <c:pt idx="3518">
                  <c:v>-0.1</c:v>
                </c:pt>
                <c:pt idx="3519">
                  <c:v>-0.1</c:v>
                </c:pt>
                <c:pt idx="3520">
                  <c:v>-0.1</c:v>
                </c:pt>
                <c:pt idx="3521">
                  <c:v>-0.1</c:v>
                </c:pt>
                <c:pt idx="3522">
                  <c:v>-0.1</c:v>
                </c:pt>
                <c:pt idx="3523">
                  <c:v>-0.1</c:v>
                </c:pt>
                <c:pt idx="3524">
                  <c:v>-0.1</c:v>
                </c:pt>
                <c:pt idx="3525">
                  <c:v>-0.1</c:v>
                </c:pt>
                <c:pt idx="3526">
                  <c:v>-0.1</c:v>
                </c:pt>
                <c:pt idx="3527">
                  <c:v>-0.1</c:v>
                </c:pt>
                <c:pt idx="3528">
                  <c:v>-0.1</c:v>
                </c:pt>
                <c:pt idx="3529">
                  <c:v>-0.1</c:v>
                </c:pt>
                <c:pt idx="3530">
                  <c:v>-0.1</c:v>
                </c:pt>
                <c:pt idx="3531">
                  <c:v>-0.1</c:v>
                </c:pt>
                <c:pt idx="3532">
                  <c:v>-0.1</c:v>
                </c:pt>
                <c:pt idx="3533">
                  <c:v>-0.1</c:v>
                </c:pt>
                <c:pt idx="3534">
                  <c:v>-0.1</c:v>
                </c:pt>
                <c:pt idx="3535">
                  <c:v>-0.1</c:v>
                </c:pt>
                <c:pt idx="3536">
                  <c:v>-0.1</c:v>
                </c:pt>
                <c:pt idx="3537">
                  <c:v>-0.1</c:v>
                </c:pt>
                <c:pt idx="3538">
                  <c:v>-0.1</c:v>
                </c:pt>
                <c:pt idx="3539">
                  <c:v>-0.1</c:v>
                </c:pt>
                <c:pt idx="3540">
                  <c:v>-0.1</c:v>
                </c:pt>
                <c:pt idx="3541">
                  <c:v>-0.1</c:v>
                </c:pt>
                <c:pt idx="3542">
                  <c:v>-0.1</c:v>
                </c:pt>
                <c:pt idx="3543">
                  <c:v>-0.1</c:v>
                </c:pt>
                <c:pt idx="3544">
                  <c:v>-0.1</c:v>
                </c:pt>
                <c:pt idx="3545">
                  <c:v>-0.1</c:v>
                </c:pt>
                <c:pt idx="3546">
                  <c:v>-0.1</c:v>
                </c:pt>
                <c:pt idx="3547">
                  <c:v>-0.1</c:v>
                </c:pt>
                <c:pt idx="3548">
                  <c:v>-0.1</c:v>
                </c:pt>
                <c:pt idx="3549">
                  <c:v>-0.1</c:v>
                </c:pt>
                <c:pt idx="3550">
                  <c:v>-0.1</c:v>
                </c:pt>
                <c:pt idx="3551">
                  <c:v>-0.1</c:v>
                </c:pt>
                <c:pt idx="3552">
                  <c:v>-0.1</c:v>
                </c:pt>
                <c:pt idx="3553">
                  <c:v>-0.1</c:v>
                </c:pt>
                <c:pt idx="3554">
                  <c:v>-0.1</c:v>
                </c:pt>
                <c:pt idx="3555">
                  <c:v>-0.1</c:v>
                </c:pt>
                <c:pt idx="3556">
                  <c:v>-0.1</c:v>
                </c:pt>
                <c:pt idx="3557">
                  <c:v>-0.1</c:v>
                </c:pt>
                <c:pt idx="3558">
                  <c:v>-0.1</c:v>
                </c:pt>
                <c:pt idx="3559">
                  <c:v>-0.1</c:v>
                </c:pt>
                <c:pt idx="3560">
                  <c:v>-0.1</c:v>
                </c:pt>
                <c:pt idx="3561">
                  <c:v>-0.1</c:v>
                </c:pt>
                <c:pt idx="3562">
                  <c:v>-0.1</c:v>
                </c:pt>
                <c:pt idx="3563">
                  <c:v>-0.1</c:v>
                </c:pt>
                <c:pt idx="3564">
                  <c:v>-0.1</c:v>
                </c:pt>
                <c:pt idx="3565">
                  <c:v>-0.1</c:v>
                </c:pt>
                <c:pt idx="3566">
                  <c:v>-0.1</c:v>
                </c:pt>
                <c:pt idx="3567">
                  <c:v>-0.1</c:v>
                </c:pt>
                <c:pt idx="3568">
                  <c:v>-0.1</c:v>
                </c:pt>
                <c:pt idx="3569">
                  <c:v>-0.1</c:v>
                </c:pt>
                <c:pt idx="3570">
                  <c:v>-0.1</c:v>
                </c:pt>
                <c:pt idx="3571">
                  <c:v>-0.1</c:v>
                </c:pt>
                <c:pt idx="3572">
                  <c:v>-0.1</c:v>
                </c:pt>
                <c:pt idx="3573">
                  <c:v>-0.1</c:v>
                </c:pt>
                <c:pt idx="3574">
                  <c:v>-0.1</c:v>
                </c:pt>
                <c:pt idx="3575">
                  <c:v>-0.1</c:v>
                </c:pt>
                <c:pt idx="3576">
                  <c:v>-0.1</c:v>
                </c:pt>
                <c:pt idx="3577">
                  <c:v>-0.1</c:v>
                </c:pt>
                <c:pt idx="3578">
                  <c:v>-0.1</c:v>
                </c:pt>
                <c:pt idx="3579">
                  <c:v>-0.1</c:v>
                </c:pt>
                <c:pt idx="3580">
                  <c:v>-0.1</c:v>
                </c:pt>
                <c:pt idx="3581">
                  <c:v>-0.1</c:v>
                </c:pt>
                <c:pt idx="3582">
                  <c:v>-0.1</c:v>
                </c:pt>
                <c:pt idx="3583">
                  <c:v>-0.1</c:v>
                </c:pt>
                <c:pt idx="3584">
                  <c:v>-0.1</c:v>
                </c:pt>
                <c:pt idx="3585">
                  <c:v>-0.1</c:v>
                </c:pt>
                <c:pt idx="3586">
                  <c:v>-0.1</c:v>
                </c:pt>
                <c:pt idx="3587">
                  <c:v>-0.1</c:v>
                </c:pt>
                <c:pt idx="3588">
                  <c:v>-0.1</c:v>
                </c:pt>
                <c:pt idx="3589">
                  <c:v>-0.1</c:v>
                </c:pt>
                <c:pt idx="3590">
                  <c:v>-0.1</c:v>
                </c:pt>
                <c:pt idx="3591">
                  <c:v>-0.1</c:v>
                </c:pt>
                <c:pt idx="3592">
                  <c:v>-0.1</c:v>
                </c:pt>
                <c:pt idx="3593">
                  <c:v>-0.1</c:v>
                </c:pt>
                <c:pt idx="3594">
                  <c:v>-0.1</c:v>
                </c:pt>
                <c:pt idx="3595">
                  <c:v>-0.1</c:v>
                </c:pt>
                <c:pt idx="3596">
                  <c:v>-0.1</c:v>
                </c:pt>
                <c:pt idx="3597">
                  <c:v>-0.1</c:v>
                </c:pt>
                <c:pt idx="3598">
                  <c:v>-0.1</c:v>
                </c:pt>
                <c:pt idx="3599">
                  <c:v>-0.1</c:v>
                </c:pt>
                <c:pt idx="3600">
                  <c:v>-0.1</c:v>
                </c:pt>
                <c:pt idx="3601">
                  <c:v>-0.1</c:v>
                </c:pt>
                <c:pt idx="3602">
                  <c:v>-0.1</c:v>
                </c:pt>
                <c:pt idx="3603">
                  <c:v>-0.1</c:v>
                </c:pt>
                <c:pt idx="3604">
                  <c:v>-0.1</c:v>
                </c:pt>
                <c:pt idx="3605">
                  <c:v>-0.1</c:v>
                </c:pt>
                <c:pt idx="3606">
                  <c:v>-0.1</c:v>
                </c:pt>
                <c:pt idx="3607">
                  <c:v>-0.1</c:v>
                </c:pt>
                <c:pt idx="3608">
                  <c:v>-0.1</c:v>
                </c:pt>
                <c:pt idx="3609">
                  <c:v>-0.1</c:v>
                </c:pt>
                <c:pt idx="3610">
                  <c:v>-0.1</c:v>
                </c:pt>
                <c:pt idx="3611">
                  <c:v>-0.1</c:v>
                </c:pt>
                <c:pt idx="3612">
                  <c:v>-0.1</c:v>
                </c:pt>
                <c:pt idx="3613">
                  <c:v>-0.1</c:v>
                </c:pt>
                <c:pt idx="3614">
                  <c:v>-0.1</c:v>
                </c:pt>
                <c:pt idx="3615">
                  <c:v>-0.1</c:v>
                </c:pt>
                <c:pt idx="3616">
                  <c:v>-0.1</c:v>
                </c:pt>
                <c:pt idx="3617">
                  <c:v>-0.1</c:v>
                </c:pt>
                <c:pt idx="3618">
                  <c:v>-0.1</c:v>
                </c:pt>
                <c:pt idx="3619">
                  <c:v>-0.1</c:v>
                </c:pt>
                <c:pt idx="3620">
                  <c:v>-0.1</c:v>
                </c:pt>
                <c:pt idx="3621">
                  <c:v>-0.1</c:v>
                </c:pt>
                <c:pt idx="3622">
                  <c:v>-0.1</c:v>
                </c:pt>
                <c:pt idx="3623">
                  <c:v>-0.1</c:v>
                </c:pt>
                <c:pt idx="3624">
                  <c:v>-0.1</c:v>
                </c:pt>
                <c:pt idx="3625">
                  <c:v>-0.1</c:v>
                </c:pt>
                <c:pt idx="3626">
                  <c:v>-0.1</c:v>
                </c:pt>
                <c:pt idx="3627">
                  <c:v>-0.1</c:v>
                </c:pt>
                <c:pt idx="3628">
                  <c:v>-0.1</c:v>
                </c:pt>
                <c:pt idx="3629">
                  <c:v>-0.1</c:v>
                </c:pt>
                <c:pt idx="3630">
                  <c:v>-0.1</c:v>
                </c:pt>
                <c:pt idx="3631">
                  <c:v>-0.1</c:v>
                </c:pt>
                <c:pt idx="3632">
                  <c:v>-0.1</c:v>
                </c:pt>
                <c:pt idx="3633">
                  <c:v>-0.1</c:v>
                </c:pt>
                <c:pt idx="3634">
                  <c:v>-0.1</c:v>
                </c:pt>
                <c:pt idx="3635">
                  <c:v>-0.1</c:v>
                </c:pt>
                <c:pt idx="3636">
                  <c:v>-0.1</c:v>
                </c:pt>
                <c:pt idx="3637">
                  <c:v>-0.1</c:v>
                </c:pt>
                <c:pt idx="3638">
                  <c:v>-0.1</c:v>
                </c:pt>
                <c:pt idx="3639">
                  <c:v>-0.1</c:v>
                </c:pt>
                <c:pt idx="3640">
                  <c:v>-0.1</c:v>
                </c:pt>
                <c:pt idx="3641">
                  <c:v>-0.1</c:v>
                </c:pt>
                <c:pt idx="3642">
                  <c:v>-0.1</c:v>
                </c:pt>
                <c:pt idx="3643">
                  <c:v>-0.1</c:v>
                </c:pt>
                <c:pt idx="3644">
                  <c:v>-0.1</c:v>
                </c:pt>
                <c:pt idx="3645">
                  <c:v>-0.1</c:v>
                </c:pt>
                <c:pt idx="3646">
                  <c:v>-0.1</c:v>
                </c:pt>
                <c:pt idx="3647">
                  <c:v>-0.1</c:v>
                </c:pt>
                <c:pt idx="3648">
                  <c:v>-0.1</c:v>
                </c:pt>
                <c:pt idx="3649">
                  <c:v>-0.1</c:v>
                </c:pt>
                <c:pt idx="3650">
                  <c:v>-0.1</c:v>
                </c:pt>
                <c:pt idx="3651">
                  <c:v>-0.1</c:v>
                </c:pt>
                <c:pt idx="3652">
                  <c:v>-0.1</c:v>
                </c:pt>
                <c:pt idx="3653">
                  <c:v>-0.1</c:v>
                </c:pt>
                <c:pt idx="3654">
                  <c:v>-0.1</c:v>
                </c:pt>
                <c:pt idx="3655">
                  <c:v>-0.1</c:v>
                </c:pt>
                <c:pt idx="3656">
                  <c:v>-0.1</c:v>
                </c:pt>
                <c:pt idx="3657">
                  <c:v>-0.1</c:v>
                </c:pt>
                <c:pt idx="3658">
                  <c:v>-0.1</c:v>
                </c:pt>
                <c:pt idx="3659">
                  <c:v>-0.1</c:v>
                </c:pt>
                <c:pt idx="3660">
                  <c:v>-0.1</c:v>
                </c:pt>
                <c:pt idx="3661">
                  <c:v>-0.1</c:v>
                </c:pt>
                <c:pt idx="3662">
                  <c:v>-0.1</c:v>
                </c:pt>
                <c:pt idx="3663">
                  <c:v>-0.1</c:v>
                </c:pt>
                <c:pt idx="3664">
                  <c:v>-0.1</c:v>
                </c:pt>
                <c:pt idx="3665">
                  <c:v>-0.1</c:v>
                </c:pt>
                <c:pt idx="3666">
                  <c:v>-0.1</c:v>
                </c:pt>
                <c:pt idx="3667">
                  <c:v>-0.1</c:v>
                </c:pt>
                <c:pt idx="3668">
                  <c:v>-0.1</c:v>
                </c:pt>
                <c:pt idx="3669">
                  <c:v>-0.1</c:v>
                </c:pt>
                <c:pt idx="3670">
                  <c:v>-0.1</c:v>
                </c:pt>
                <c:pt idx="3671">
                  <c:v>-0.1</c:v>
                </c:pt>
                <c:pt idx="3672">
                  <c:v>-0.1</c:v>
                </c:pt>
                <c:pt idx="3673">
                  <c:v>-0.1</c:v>
                </c:pt>
                <c:pt idx="3674">
                  <c:v>-0.1</c:v>
                </c:pt>
                <c:pt idx="3675">
                  <c:v>-0.1</c:v>
                </c:pt>
                <c:pt idx="3676">
                  <c:v>-0.1</c:v>
                </c:pt>
                <c:pt idx="3677">
                  <c:v>-0.1</c:v>
                </c:pt>
                <c:pt idx="3678">
                  <c:v>-0.1</c:v>
                </c:pt>
                <c:pt idx="3679">
                  <c:v>-0.1</c:v>
                </c:pt>
                <c:pt idx="3680">
                  <c:v>-0.1</c:v>
                </c:pt>
                <c:pt idx="3681">
                  <c:v>-0.1</c:v>
                </c:pt>
                <c:pt idx="3682">
                  <c:v>-0.1</c:v>
                </c:pt>
                <c:pt idx="3683">
                  <c:v>-0.1</c:v>
                </c:pt>
                <c:pt idx="3684">
                  <c:v>-0.1</c:v>
                </c:pt>
                <c:pt idx="3685">
                  <c:v>-0.1</c:v>
                </c:pt>
                <c:pt idx="3686">
                  <c:v>-0.1</c:v>
                </c:pt>
                <c:pt idx="3687">
                  <c:v>-0.1</c:v>
                </c:pt>
                <c:pt idx="3688">
                  <c:v>-0.1</c:v>
                </c:pt>
                <c:pt idx="3689">
                  <c:v>-0.1</c:v>
                </c:pt>
                <c:pt idx="3690">
                  <c:v>-0.1</c:v>
                </c:pt>
                <c:pt idx="3691">
                  <c:v>-0.1</c:v>
                </c:pt>
                <c:pt idx="3692">
                  <c:v>-0.1</c:v>
                </c:pt>
                <c:pt idx="3693">
                  <c:v>-0.1</c:v>
                </c:pt>
                <c:pt idx="3694">
                  <c:v>-0.1</c:v>
                </c:pt>
                <c:pt idx="3695">
                  <c:v>-0.1</c:v>
                </c:pt>
                <c:pt idx="3696">
                  <c:v>-0.1</c:v>
                </c:pt>
                <c:pt idx="3697">
                  <c:v>-0.1</c:v>
                </c:pt>
                <c:pt idx="3698">
                  <c:v>-0.1</c:v>
                </c:pt>
                <c:pt idx="3699">
                  <c:v>-0.1</c:v>
                </c:pt>
                <c:pt idx="3700">
                  <c:v>-0.1</c:v>
                </c:pt>
                <c:pt idx="3701">
                  <c:v>-0.1</c:v>
                </c:pt>
                <c:pt idx="3702">
                  <c:v>-0.1</c:v>
                </c:pt>
                <c:pt idx="3703">
                  <c:v>-0.1</c:v>
                </c:pt>
                <c:pt idx="3704">
                  <c:v>-0.1</c:v>
                </c:pt>
                <c:pt idx="3705">
                  <c:v>-0.1</c:v>
                </c:pt>
                <c:pt idx="3706">
                  <c:v>-0.1</c:v>
                </c:pt>
                <c:pt idx="3707">
                  <c:v>-0.1</c:v>
                </c:pt>
                <c:pt idx="3708">
                  <c:v>-0.1</c:v>
                </c:pt>
                <c:pt idx="3709">
                  <c:v>-0.1</c:v>
                </c:pt>
                <c:pt idx="3710">
                  <c:v>-0.1</c:v>
                </c:pt>
                <c:pt idx="3711">
                  <c:v>-0.1</c:v>
                </c:pt>
                <c:pt idx="3712">
                  <c:v>-0.1</c:v>
                </c:pt>
                <c:pt idx="3713">
                  <c:v>-0.1</c:v>
                </c:pt>
                <c:pt idx="3714">
                  <c:v>-0.1</c:v>
                </c:pt>
                <c:pt idx="3715">
                  <c:v>-0.1</c:v>
                </c:pt>
                <c:pt idx="3716">
                  <c:v>-0.1</c:v>
                </c:pt>
                <c:pt idx="3717">
                  <c:v>-0.1</c:v>
                </c:pt>
                <c:pt idx="3718">
                  <c:v>-0.1</c:v>
                </c:pt>
                <c:pt idx="3719">
                  <c:v>-0.1</c:v>
                </c:pt>
                <c:pt idx="3720">
                  <c:v>-0.1</c:v>
                </c:pt>
                <c:pt idx="3721">
                  <c:v>-0.1</c:v>
                </c:pt>
                <c:pt idx="3722">
                  <c:v>-0.1</c:v>
                </c:pt>
                <c:pt idx="3723">
                  <c:v>-0.1</c:v>
                </c:pt>
                <c:pt idx="3724">
                  <c:v>-0.1</c:v>
                </c:pt>
                <c:pt idx="3725">
                  <c:v>-0.1</c:v>
                </c:pt>
                <c:pt idx="3726">
                  <c:v>-0.1</c:v>
                </c:pt>
                <c:pt idx="3727">
                  <c:v>-0.1</c:v>
                </c:pt>
                <c:pt idx="3728">
                  <c:v>-0.1</c:v>
                </c:pt>
                <c:pt idx="3729">
                  <c:v>-0.1</c:v>
                </c:pt>
                <c:pt idx="3730">
                  <c:v>-0.1</c:v>
                </c:pt>
                <c:pt idx="3731">
                  <c:v>-0.1</c:v>
                </c:pt>
                <c:pt idx="3732">
                  <c:v>-0.1</c:v>
                </c:pt>
                <c:pt idx="3733">
                  <c:v>-0.1</c:v>
                </c:pt>
                <c:pt idx="3734">
                  <c:v>-0.1</c:v>
                </c:pt>
                <c:pt idx="3735">
                  <c:v>-0.1</c:v>
                </c:pt>
                <c:pt idx="3736">
                  <c:v>-0.1</c:v>
                </c:pt>
                <c:pt idx="3737">
                  <c:v>-0.1</c:v>
                </c:pt>
                <c:pt idx="3738">
                  <c:v>-0.1</c:v>
                </c:pt>
                <c:pt idx="3739">
                  <c:v>-0.1</c:v>
                </c:pt>
                <c:pt idx="3740">
                  <c:v>-0.1</c:v>
                </c:pt>
                <c:pt idx="3741">
                  <c:v>-0.1</c:v>
                </c:pt>
                <c:pt idx="3742">
                  <c:v>-0.1</c:v>
                </c:pt>
                <c:pt idx="3743">
                  <c:v>-0.1</c:v>
                </c:pt>
                <c:pt idx="3744">
                  <c:v>-0.1</c:v>
                </c:pt>
                <c:pt idx="3745">
                  <c:v>-0.1</c:v>
                </c:pt>
                <c:pt idx="3746">
                  <c:v>-0.1</c:v>
                </c:pt>
                <c:pt idx="3747">
                  <c:v>-0.1</c:v>
                </c:pt>
                <c:pt idx="3748">
                  <c:v>-0.1</c:v>
                </c:pt>
                <c:pt idx="3749">
                  <c:v>-0.1</c:v>
                </c:pt>
                <c:pt idx="3750">
                  <c:v>-0.1</c:v>
                </c:pt>
                <c:pt idx="3751">
                  <c:v>-0.1</c:v>
                </c:pt>
                <c:pt idx="3752">
                  <c:v>-0.1</c:v>
                </c:pt>
                <c:pt idx="3753">
                  <c:v>-0.1</c:v>
                </c:pt>
                <c:pt idx="3754">
                  <c:v>-0.1</c:v>
                </c:pt>
                <c:pt idx="3755">
                  <c:v>-0.1</c:v>
                </c:pt>
                <c:pt idx="3756">
                  <c:v>-0.1</c:v>
                </c:pt>
                <c:pt idx="3757">
                  <c:v>-0.1</c:v>
                </c:pt>
                <c:pt idx="3758">
                  <c:v>-0.1</c:v>
                </c:pt>
                <c:pt idx="3759">
                  <c:v>-0.1</c:v>
                </c:pt>
                <c:pt idx="3760">
                  <c:v>-0.1</c:v>
                </c:pt>
                <c:pt idx="3761">
                  <c:v>-0.1</c:v>
                </c:pt>
                <c:pt idx="3762">
                  <c:v>-0.1</c:v>
                </c:pt>
                <c:pt idx="3763">
                  <c:v>-0.1</c:v>
                </c:pt>
                <c:pt idx="3764">
                  <c:v>-0.1</c:v>
                </c:pt>
                <c:pt idx="3765">
                  <c:v>-0.1</c:v>
                </c:pt>
                <c:pt idx="3766">
                  <c:v>-0.1</c:v>
                </c:pt>
                <c:pt idx="3767">
                  <c:v>-0.1</c:v>
                </c:pt>
                <c:pt idx="3768">
                  <c:v>-0.1</c:v>
                </c:pt>
                <c:pt idx="3769">
                  <c:v>-0.1</c:v>
                </c:pt>
                <c:pt idx="3770">
                  <c:v>-0.1</c:v>
                </c:pt>
                <c:pt idx="3771">
                  <c:v>-0.1</c:v>
                </c:pt>
                <c:pt idx="3772">
                  <c:v>-0.1</c:v>
                </c:pt>
                <c:pt idx="3773">
                  <c:v>-0.1</c:v>
                </c:pt>
                <c:pt idx="3774">
                  <c:v>-0.1</c:v>
                </c:pt>
                <c:pt idx="3775">
                  <c:v>-0.1</c:v>
                </c:pt>
                <c:pt idx="3776">
                  <c:v>-0.1</c:v>
                </c:pt>
                <c:pt idx="3777">
                  <c:v>-0.1</c:v>
                </c:pt>
                <c:pt idx="3778">
                  <c:v>-0.1</c:v>
                </c:pt>
                <c:pt idx="3779">
                  <c:v>-0.1</c:v>
                </c:pt>
                <c:pt idx="3780">
                  <c:v>-0.1</c:v>
                </c:pt>
                <c:pt idx="3781">
                  <c:v>-0.1</c:v>
                </c:pt>
                <c:pt idx="3782">
                  <c:v>-0.1</c:v>
                </c:pt>
                <c:pt idx="3783">
                  <c:v>-0.1</c:v>
                </c:pt>
                <c:pt idx="3784">
                  <c:v>-0.1</c:v>
                </c:pt>
                <c:pt idx="3785">
                  <c:v>-0.1</c:v>
                </c:pt>
                <c:pt idx="3786">
                  <c:v>-0.1</c:v>
                </c:pt>
                <c:pt idx="3787">
                  <c:v>0.1</c:v>
                </c:pt>
                <c:pt idx="3788">
                  <c:v>0.1</c:v>
                </c:pt>
                <c:pt idx="3789">
                  <c:v>0.1</c:v>
                </c:pt>
                <c:pt idx="3790">
                  <c:v>0.1</c:v>
                </c:pt>
                <c:pt idx="3791">
                  <c:v>0.1</c:v>
                </c:pt>
                <c:pt idx="3792">
                  <c:v>0.1</c:v>
                </c:pt>
                <c:pt idx="3793">
                  <c:v>0.1</c:v>
                </c:pt>
                <c:pt idx="3794">
                  <c:v>0.1</c:v>
                </c:pt>
                <c:pt idx="3795">
                  <c:v>0.1</c:v>
                </c:pt>
                <c:pt idx="3796">
                  <c:v>0.1</c:v>
                </c:pt>
                <c:pt idx="3797">
                  <c:v>0.1</c:v>
                </c:pt>
                <c:pt idx="3798">
                  <c:v>0.1</c:v>
                </c:pt>
                <c:pt idx="3799">
                  <c:v>0.1</c:v>
                </c:pt>
                <c:pt idx="3800">
                  <c:v>0.1</c:v>
                </c:pt>
                <c:pt idx="3801">
                  <c:v>0.1</c:v>
                </c:pt>
                <c:pt idx="3802">
                  <c:v>0.1</c:v>
                </c:pt>
                <c:pt idx="3803">
                  <c:v>0.1</c:v>
                </c:pt>
                <c:pt idx="3804">
                  <c:v>0.1</c:v>
                </c:pt>
                <c:pt idx="3805">
                  <c:v>0.1</c:v>
                </c:pt>
                <c:pt idx="3806">
                  <c:v>0.1</c:v>
                </c:pt>
                <c:pt idx="3807">
                  <c:v>0.1</c:v>
                </c:pt>
                <c:pt idx="3808">
                  <c:v>0.1</c:v>
                </c:pt>
                <c:pt idx="3809">
                  <c:v>0.1</c:v>
                </c:pt>
                <c:pt idx="3810">
                  <c:v>0.1</c:v>
                </c:pt>
                <c:pt idx="3811">
                  <c:v>0.1</c:v>
                </c:pt>
                <c:pt idx="3812">
                  <c:v>0.1</c:v>
                </c:pt>
                <c:pt idx="3813">
                  <c:v>0.1</c:v>
                </c:pt>
                <c:pt idx="3814">
                  <c:v>0.1</c:v>
                </c:pt>
                <c:pt idx="3815">
                  <c:v>0.1</c:v>
                </c:pt>
                <c:pt idx="3816">
                  <c:v>0.1</c:v>
                </c:pt>
                <c:pt idx="3817">
                  <c:v>0.1</c:v>
                </c:pt>
                <c:pt idx="3818">
                  <c:v>0.1</c:v>
                </c:pt>
                <c:pt idx="3819">
                  <c:v>0.1</c:v>
                </c:pt>
                <c:pt idx="3820">
                  <c:v>0.1</c:v>
                </c:pt>
                <c:pt idx="3821">
                  <c:v>0.1</c:v>
                </c:pt>
                <c:pt idx="3822">
                  <c:v>0.1</c:v>
                </c:pt>
                <c:pt idx="3823">
                  <c:v>0.1</c:v>
                </c:pt>
                <c:pt idx="3824">
                  <c:v>0.1</c:v>
                </c:pt>
                <c:pt idx="3825">
                  <c:v>0.1</c:v>
                </c:pt>
                <c:pt idx="3826">
                  <c:v>0.1</c:v>
                </c:pt>
                <c:pt idx="3827">
                  <c:v>0.1</c:v>
                </c:pt>
                <c:pt idx="3828">
                  <c:v>0.1</c:v>
                </c:pt>
                <c:pt idx="3829">
                  <c:v>0.1</c:v>
                </c:pt>
                <c:pt idx="3830">
                  <c:v>0.1</c:v>
                </c:pt>
                <c:pt idx="3831">
                  <c:v>0.1</c:v>
                </c:pt>
                <c:pt idx="3832">
                  <c:v>0.1</c:v>
                </c:pt>
                <c:pt idx="3833">
                  <c:v>0.1</c:v>
                </c:pt>
                <c:pt idx="3834">
                  <c:v>0.1</c:v>
                </c:pt>
                <c:pt idx="3835">
                  <c:v>0.1</c:v>
                </c:pt>
                <c:pt idx="3836">
                  <c:v>0.1</c:v>
                </c:pt>
                <c:pt idx="3837">
                  <c:v>0.1</c:v>
                </c:pt>
                <c:pt idx="3838">
                  <c:v>0.1</c:v>
                </c:pt>
                <c:pt idx="3839">
                  <c:v>0.1</c:v>
                </c:pt>
                <c:pt idx="3840">
                  <c:v>0.1</c:v>
                </c:pt>
                <c:pt idx="3841">
                  <c:v>0.1</c:v>
                </c:pt>
                <c:pt idx="3842">
                  <c:v>0.1</c:v>
                </c:pt>
                <c:pt idx="3843">
                  <c:v>0.1</c:v>
                </c:pt>
                <c:pt idx="3844">
                  <c:v>0.1</c:v>
                </c:pt>
                <c:pt idx="3845">
                  <c:v>0.1</c:v>
                </c:pt>
                <c:pt idx="3846">
                  <c:v>0.1</c:v>
                </c:pt>
                <c:pt idx="3847">
                  <c:v>0.1</c:v>
                </c:pt>
                <c:pt idx="3848">
                  <c:v>0.1</c:v>
                </c:pt>
                <c:pt idx="3849">
                  <c:v>0.1</c:v>
                </c:pt>
                <c:pt idx="3850">
                  <c:v>0.1</c:v>
                </c:pt>
                <c:pt idx="3851">
                  <c:v>0.1</c:v>
                </c:pt>
                <c:pt idx="3852">
                  <c:v>0.1</c:v>
                </c:pt>
                <c:pt idx="3853">
                  <c:v>0.1</c:v>
                </c:pt>
                <c:pt idx="3854">
                  <c:v>0.1</c:v>
                </c:pt>
                <c:pt idx="3855">
                  <c:v>0.1</c:v>
                </c:pt>
                <c:pt idx="3856">
                  <c:v>0.1</c:v>
                </c:pt>
                <c:pt idx="3857">
                  <c:v>0.1</c:v>
                </c:pt>
                <c:pt idx="3858">
                  <c:v>0.1</c:v>
                </c:pt>
                <c:pt idx="3859">
                  <c:v>0.1</c:v>
                </c:pt>
                <c:pt idx="3860">
                  <c:v>0.1</c:v>
                </c:pt>
                <c:pt idx="3861">
                  <c:v>0.1</c:v>
                </c:pt>
                <c:pt idx="3862">
                  <c:v>0.1</c:v>
                </c:pt>
                <c:pt idx="3863">
                  <c:v>0.1</c:v>
                </c:pt>
                <c:pt idx="3864">
                  <c:v>0.1</c:v>
                </c:pt>
                <c:pt idx="3865">
                  <c:v>0.1</c:v>
                </c:pt>
                <c:pt idx="3866">
                  <c:v>0.1</c:v>
                </c:pt>
                <c:pt idx="3867">
                  <c:v>0.1</c:v>
                </c:pt>
                <c:pt idx="3868">
                  <c:v>0.1</c:v>
                </c:pt>
                <c:pt idx="3869">
                  <c:v>0.1</c:v>
                </c:pt>
                <c:pt idx="3870">
                  <c:v>0.1</c:v>
                </c:pt>
                <c:pt idx="3871">
                  <c:v>0.1</c:v>
                </c:pt>
                <c:pt idx="3872">
                  <c:v>0.1</c:v>
                </c:pt>
                <c:pt idx="3873">
                  <c:v>0.1</c:v>
                </c:pt>
                <c:pt idx="3874">
                  <c:v>0.1</c:v>
                </c:pt>
                <c:pt idx="3875">
                  <c:v>0.1</c:v>
                </c:pt>
                <c:pt idx="3876">
                  <c:v>0.1</c:v>
                </c:pt>
                <c:pt idx="3877">
                  <c:v>0.1</c:v>
                </c:pt>
                <c:pt idx="3878">
                  <c:v>0.1</c:v>
                </c:pt>
                <c:pt idx="3879">
                  <c:v>0.1</c:v>
                </c:pt>
                <c:pt idx="3880">
                  <c:v>0.1</c:v>
                </c:pt>
                <c:pt idx="3881">
                  <c:v>0.1</c:v>
                </c:pt>
                <c:pt idx="3882">
                  <c:v>0.1</c:v>
                </c:pt>
                <c:pt idx="3883">
                  <c:v>0.1</c:v>
                </c:pt>
                <c:pt idx="3884">
                  <c:v>0.1</c:v>
                </c:pt>
                <c:pt idx="3885">
                  <c:v>0.1</c:v>
                </c:pt>
                <c:pt idx="3886">
                  <c:v>0.1</c:v>
                </c:pt>
                <c:pt idx="3887">
                  <c:v>0.1</c:v>
                </c:pt>
                <c:pt idx="3888">
                  <c:v>0.1</c:v>
                </c:pt>
                <c:pt idx="3889">
                  <c:v>0.1</c:v>
                </c:pt>
                <c:pt idx="3890">
                  <c:v>0.1</c:v>
                </c:pt>
                <c:pt idx="3891">
                  <c:v>0.1</c:v>
                </c:pt>
                <c:pt idx="3892">
                  <c:v>0.1</c:v>
                </c:pt>
                <c:pt idx="3893">
                  <c:v>0.1</c:v>
                </c:pt>
                <c:pt idx="3894">
                  <c:v>0.1</c:v>
                </c:pt>
                <c:pt idx="3895">
                  <c:v>0.1</c:v>
                </c:pt>
                <c:pt idx="3896">
                  <c:v>0.1</c:v>
                </c:pt>
                <c:pt idx="3897">
                  <c:v>0.1</c:v>
                </c:pt>
                <c:pt idx="3898">
                  <c:v>0.1</c:v>
                </c:pt>
                <c:pt idx="3899">
                  <c:v>0.1</c:v>
                </c:pt>
                <c:pt idx="3900">
                  <c:v>0.1</c:v>
                </c:pt>
                <c:pt idx="3901">
                  <c:v>0.1</c:v>
                </c:pt>
                <c:pt idx="3902">
                  <c:v>0.1</c:v>
                </c:pt>
                <c:pt idx="3903">
                  <c:v>0.1</c:v>
                </c:pt>
                <c:pt idx="3904">
                  <c:v>0.1</c:v>
                </c:pt>
                <c:pt idx="3905">
                  <c:v>0.1</c:v>
                </c:pt>
                <c:pt idx="3906">
                  <c:v>0.1</c:v>
                </c:pt>
                <c:pt idx="3907">
                  <c:v>0.1</c:v>
                </c:pt>
                <c:pt idx="3908">
                  <c:v>0.1</c:v>
                </c:pt>
                <c:pt idx="3909">
                  <c:v>0.1</c:v>
                </c:pt>
                <c:pt idx="3910">
                  <c:v>0.1</c:v>
                </c:pt>
                <c:pt idx="3911">
                  <c:v>0.1</c:v>
                </c:pt>
                <c:pt idx="3912">
                  <c:v>0.1</c:v>
                </c:pt>
                <c:pt idx="3913">
                  <c:v>0.1</c:v>
                </c:pt>
                <c:pt idx="3914">
                  <c:v>0.1</c:v>
                </c:pt>
                <c:pt idx="3915">
                  <c:v>0.1</c:v>
                </c:pt>
                <c:pt idx="3916">
                  <c:v>0.1</c:v>
                </c:pt>
                <c:pt idx="3917">
                  <c:v>0.1</c:v>
                </c:pt>
                <c:pt idx="3918">
                  <c:v>0.1</c:v>
                </c:pt>
                <c:pt idx="3919">
                  <c:v>0.1</c:v>
                </c:pt>
                <c:pt idx="3920">
                  <c:v>0.1</c:v>
                </c:pt>
                <c:pt idx="3921">
                  <c:v>0.1</c:v>
                </c:pt>
                <c:pt idx="3922">
                  <c:v>0.1</c:v>
                </c:pt>
                <c:pt idx="3923">
                  <c:v>0.1</c:v>
                </c:pt>
                <c:pt idx="3924">
                  <c:v>0.1</c:v>
                </c:pt>
                <c:pt idx="3925">
                  <c:v>0.1</c:v>
                </c:pt>
                <c:pt idx="3926">
                  <c:v>0.1</c:v>
                </c:pt>
                <c:pt idx="3927">
                  <c:v>0.1</c:v>
                </c:pt>
                <c:pt idx="3928">
                  <c:v>0.1</c:v>
                </c:pt>
                <c:pt idx="3929">
                  <c:v>0.1</c:v>
                </c:pt>
                <c:pt idx="3930">
                  <c:v>0.1</c:v>
                </c:pt>
                <c:pt idx="3931">
                  <c:v>0.1</c:v>
                </c:pt>
                <c:pt idx="3932">
                  <c:v>0.1</c:v>
                </c:pt>
                <c:pt idx="3933">
                  <c:v>0.1</c:v>
                </c:pt>
                <c:pt idx="3934">
                  <c:v>0.1</c:v>
                </c:pt>
                <c:pt idx="3935">
                  <c:v>0.1</c:v>
                </c:pt>
                <c:pt idx="3936">
                  <c:v>0.1</c:v>
                </c:pt>
                <c:pt idx="3937">
                  <c:v>0.1</c:v>
                </c:pt>
                <c:pt idx="3938">
                  <c:v>0.1</c:v>
                </c:pt>
                <c:pt idx="3939">
                  <c:v>0.1</c:v>
                </c:pt>
                <c:pt idx="3940">
                  <c:v>0.1</c:v>
                </c:pt>
                <c:pt idx="3941">
                  <c:v>0.1</c:v>
                </c:pt>
                <c:pt idx="3942">
                  <c:v>0.1</c:v>
                </c:pt>
                <c:pt idx="3943">
                  <c:v>0.1</c:v>
                </c:pt>
                <c:pt idx="3944">
                  <c:v>0.1</c:v>
                </c:pt>
                <c:pt idx="3945">
                  <c:v>0.1</c:v>
                </c:pt>
                <c:pt idx="3946">
                  <c:v>0.1</c:v>
                </c:pt>
                <c:pt idx="3947">
                  <c:v>0.1</c:v>
                </c:pt>
                <c:pt idx="3948">
                  <c:v>0.1</c:v>
                </c:pt>
                <c:pt idx="3949">
                  <c:v>0.1</c:v>
                </c:pt>
                <c:pt idx="3950">
                  <c:v>0.1</c:v>
                </c:pt>
                <c:pt idx="3951">
                  <c:v>0.1</c:v>
                </c:pt>
                <c:pt idx="3952">
                  <c:v>0.1</c:v>
                </c:pt>
                <c:pt idx="3953">
                  <c:v>0.1</c:v>
                </c:pt>
                <c:pt idx="3954">
                  <c:v>0.1</c:v>
                </c:pt>
                <c:pt idx="3955">
                  <c:v>0.1</c:v>
                </c:pt>
                <c:pt idx="3956">
                  <c:v>0.1</c:v>
                </c:pt>
                <c:pt idx="3957">
                  <c:v>0.1</c:v>
                </c:pt>
                <c:pt idx="3958">
                  <c:v>0.1</c:v>
                </c:pt>
                <c:pt idx="3959">
                  <c:v>0.1</c:v>
                </c:pt>
                <c:pt idx="3960">
                  <c:v>0.1</c:v>
                </c:pt>
                <c:pt idx="3961">
                  <c:v>0.1</c:v>
                </c:pt>
                <c:pt idx="3962">
                  <c:v>0.1</c:v>
                </c:pt>
                <c:pt idx="3963">
                  <c:v>0.1</c:v>
                </c:pt>
                <c:pt idx="3964">
                  <c:v>0.1</c:v>
                </c:pt>
                <c:pt idx="3965">
                  <c:v>0.1</c:v>
                </c:pt>
                <c:pt idx="3966">
                  <c:v>0.1</c:v>
                </c:pt>
                <c:pt idx="3967">
                  <c:v>0.1</c:v>
                </c:pt>
                <c:pt idx="3968">
                  <c:v>0.1</c:v>
                </c:pt>
                <c:pt idx="3969">
                  <c:v>0.1</c:v>
                </c:pt>
                <c:pt idx="3970">
                  <c:v>0.1</c:v>
                </c:pt>
                <c:pt idx="3971">
                  <c:v>0.1</c:v>
                </c:pt>
                <c:pt idx="3972">
                  <c:v>0.1</c:v>
                </c:pt>
                <c:pt idx="3973">
                  <c:v>0.1</c:v>
                </c:pt>
                <c:pt idx="3974">
                  <c:v>0.1</c:v>
                </c:pt>
                <c:pt idx="3975">
                  <c:v>0.1</c:v>
                </c:pt>
                <c:pt idx="3976">
                  <c:v>0.1</c:v>
                </c:pt>
                <c:pt idx="3977">
                  <c:v>0.1</c:v>
                </c:pt>
                <c:pt idx="3978">
                  <c:v>0.1</c:v>
                </c:pt>
                <c:pt idx="3979">
                  <c:v>0.1</c:v>
                </c:pt>
                <c:pt idx="3980">
                  <c:v>0.1</c:v>
                </c:pt>
                <c:pt idx="3981">
                  <c:v>0.1</c:v>
                </c:pt>
                <c:pt idx="3982">
                  <c:v>0.1</c:v>
                </c:pt>
                <c:pt idx="3983">
                  <c:v>0.1</c:v>
                </c:pt>
                <c:pt idx="3984">
                  <c:v>0.1</c:v>
                </c:pt>
                <c:pt idx="3985">
                  <c:v>0.1</c:v>
                </c:pt>
                <c:pt idx="3986">
                  <c:v>0.1</c:v>
                </c:pt>
                <c:pt idx="3987">
                  <c:v>0.1</c:v>
                </c:pt>
                <c:pt idx="3988">
                  <c:v>0.1</c:v>
                </c:pt>
                <c:pt idx="3989">
                  <c:v>0.1</c:v>
                </c:pt>
                <c:pt idx="3990">
                  <c:v>0.1</c:v>
                </c:pt>
                <c:pt idx="3991">
                  <c:v>0.1</c:v>
                </c:pt>
                <c:pt idx="3992">
                  <c:v>0.1</c:v>
                </c:pt>
                <c:pt idx="3993">
                  <c:v>0.1</c:v>
                </c:pt>
                <c:pt idx="3994">
                  <c:v>0.1</c:v>
                </c:pt>
                <c:pt idx="3995">
                  <c:v>0.1</c:v>
                </c:pt>
                <c:pt idx="3996">
                  <c:v>0.1</c:v>
                </c:pt>
                <c:pt idx="3997">
                  <c:v>0.1</c:v>
                </c:pt>
                <c:pt idx="3998">
                  <c:v>0.1</c:v>
                </c:pt>
                <c:pt idx="3999">
                  <c:v>0.1</c:v>
                </c:pt>
                <c:pt idx="4000">
                  <c:v>0.1</c:v>
                </c:pt>
                <c:pt idx="4001">
                  <c:v>0.1</c:v>
                </c:pt>
                <c:pt idx="4002">
                  <c:v>0.1</c:v>
                </c:pt>
                <c:pt idx="4003">
                  <c:v>0.1</c:v>
                </c:pt>
                <c:pt idx="4004">
                  <c:v>0.1</c:v>
                </c:pt>
                <c:pt idx="4005">
                  <c:v>0.1</c:v>
                </c:pt>
                <c:pt idx="4006">
                  <c:v>0.1</c:v>
                </c:pt>
                <c:pt idx="4007">
                  <c:v>0.1</c:v>
                </c:pt>
                <c:pt idx="4008">
                  <c:v>0.1</c:v>
                </c:pt>
                <c:pt idx="4009">
                  <c:v>0.1</c:v>
                </c:pt>
                <c:pt idx="4010">
                  <c:v>0.1</c:v>
                </c:pt>
                <c:pt idx="4011">
                  <c:v>0.1</c:v>
                </c:pt>
                <c:pt idx="4012">
                  <c:v>0.1</c:v>
                </c:pt>
                <c:pt idx="4013">
                  <c:v>0.1</c:v>
                </c:pt>
                <c:pt idx="4014">
                  <c:v>0.1</c:v>
                </c:pt>
                <c:pt idx="4015">
                  <c:v>0.1</c:v>
                </c:pt>
                <c:pt idx="4016">
                  <c:v>0.1</c:v>
                </c:pt>
                <c:pt idx="4017">
                  <c:v>0.1</c:v>
                </c:pt>
                <c:pt idx="4018">
                  <c:v>0.1</c:v>
                </c:pt>
                <c:pt idx="4019">
                  <c:v>0.1</c:v>
                </c:pt>
                <c:pt idx="4020">
                  <c:v>0.1</c:v>
                </c:pt>
                <c:pt idx="4021">
                  <c:v>0.1</c:v>
                </c:pt>
                <c:pt idx="4022">
                  <c:v>0.1</c:v>
                </c:pt>
                <c:pt idx="4023">
                  <c:v>0.1</c:v>
                </c:pt>
                <c:pt idx="4024">
                  <c:v>0.1</c:v>
                </c:pt>
                <c:pt idx="4025">
                  <c:v>0.1</c:v>
                </c:pt>
                <c:pt idx="4026">
                  <c:v>0.1</c:v>
                </c:pt>
                <c:pt idx="4027">
                  <c:v>0.1</c:v>
                </c:pt>
                <c:pt idx="4028">
                  <c:v>0.1</c:v>
                </c:pt>
                <c:pt idx="4029">
                  <c:v>0.1</c:v>
                </c:pt>
                <c:pt idx="4030">
                  <c:v>0.1</c:v>
                </c:pt>
                <c:pt idx="4031">
                  <c:v>0.1</c:v>
                </c:pt>
                <c:pt idx="4032">
                  <c:v>0.1</c:v>
                </c:pt>
                <c:pt idx="4033">
                  <c:v>0.1</c:v>
                </c:pt>
                <c:pt idx="4034">
                  <c:v>0.1</c:v>
                </c:pt>
                <c:pt idx="4035">
                  <c:v>0.1</c:v>
                </c:pt>
                <c:pt idx="4036">
                  <c:v>0.1</c:v>
                </c:pt>
                <c:pt idx="4037">
                  <c:v>0.1</c:v>
                </c:pt>
                <c:pt idx="4038">
                  <c:v>0.1</c:v>
                </c:pt>
                <c:pt idx="4039">
                  <c:v>0.1</c:v>
                </c:pt>
                <c:pt idx="4040">
                  <c:v>0.1</c:v>
                </c:pt>
                <c:pt idx="4041">
                  <c:v>0.1</c:v>
                </c:pt>
                <c:pt idx="4042">
                  <c:v>0.1</c:v>
                </c:pt>
                <c:pt idx="4043">
                  <c:v>0.1</c:v>
                </c:pt>
                <c:pt idx="4044">
                  <c:v>0.1</c:v>
                </c:pt>
                <c:pt idx="4045">
                  <c:v>0.1</c:v>
                </c:pt>
                <c:pt idx="4046">
                  <c:v>0.1</c:v>
                </c:pt>
                <c:pt idx="4047">
                  <c:v>0.1</c:v>
                </c:pt>
                <c:pt idx="4048">
                  <c:v>0.1</c:v>
                </c:pt>
                <c:pt idx="4049">
                  <c:v>0.1</c:v>
                </c:pt>
                <c:pt idx="4050">
                  <c:v>0.1</c:v>
                </c:pt>
                <c:pt idx="4051">
                  <c:v>0.1</c:v>
                </c:pt>
                <c:pt idx="4052">
                  <c:v>0.1</c:v>
                </c:pt>
                <c:pt idx="4053">
                  <c:v>0.1</c:v>
                </c:pt>
                <c:pt idx="4054">
                  <c:v>0.1</c:v>
                </c:pt>
                <c:pt idx="4055">
                  <c:v>0.1</c:v>
                </c:pt>
                <c:pt idx="4056">
                  <c:v>0.1</c:v>
                </c:pt>
                <c:pt idx="4057">
                  <c:v>0.1</c:v>
                </c:pt>
                <c:pt idx="4058">
                  <c:v>0.1</c:v>
                </c:pt>
                <c:pt idx="4059">
                  <c:v>0.1</c:v>
                </c:pt>
                <c:pt idx="4060">
                  <c:v>0.1</c:v>
                </c:pt>
                <c:pt idx="4061">
                  <c:v>0.1</c:v>
                </c:pt>
                <c:pt idx="4062">
                  <c:v>0.1</c:v>
                </c:pt>
                <c:pt idx="4063">
                  <c:v>0.1</c:v>
                </c:pt>
                <c:pt idx="4064">
                  <c:v>0.1</c:v>
                </c:pt>
                <c:pt idx="4065">
                  <c:v>0.1</c:v>
                </c:pt>
                <c:pt idx="4066">
                  <c:v>0.1</c:v>
                </c:pt>
                <c:pt idx="4067">
                  <c:v>0.1</c:v>
                </c:pt>
                <c:pt idx="4068">
                  <c:v>0.1</c:v>
                </c:pt>
                <c:pt idx="4069">
                  <c:v>0.1</c:v>
                </c:pt>
                <c:pt idx="4070">
                  <c:v>0.1</c:v>
                </c:pt>
                <c:pt idx="4071">
                  <c:v>0.1</c:v>
                </c:pt>
                <c:pt idx="4072">
                  <c:v>0.1</c:v>
                </c:pt>
                <c:pt idx="4073">
                  <c:v>0.1</c:v>
                </c:pt>
                <c:pt idx="4074">
                  <c:v>0.1</c:v>
                </c:pt>
                <c:pt idx="4075">
                  <c:v>0.1</c:v>
                </c:pt>
                <c:pt idx="4076">
                  <c:v>0.1</c:v>
                </c:pt>
                <c:pt idx="4077">
                  <c:v>0.1</c:v>
                </c:pt>
                <c:pt idx="4078">
                  <c:v>0.1</c:v>
                </c:pt>
                <c:pt idx="4079">
                  <c:v>0.1</c:v>
                </c:pt>
                <c:pt idx="4080">
                  <c:v>0.1</c:v>
                </c:pt>
                <c:pt idx="4081">
                  <c:v>0.1</c:v>
                </c:pt>
                <c:pt idx="4082">
                  <c:v>0.1</c:v>
                </c:pt>
                <c:pt idx="4083">
                  <c:v>0.1</c:v>
                </c:pt>
                <c:pt idx="4084">
                  <c:v>0.1</c:v>
                </c:pt>
                <c:pt idx="4085">
                  <c:v>0.1</c:v>
                </c:pt>
                <c:pt idx="4086">
                  <c:v>0.1</c:v>
                </c:pt>
                <c:pt idx="4087">
                  <c:v>0.1</c:v>
                </c:pt>
                <c:pt idx="4088">
                  <c:v>0.1</c:v>
                </c:pt>
                <c:pt idx="4089">
                  <c:v>0.1</c:v>
                </c:pt>
                <c:pt idx="4090">
                  <c:v>0.1</c:v>
                </c:pt>
                <c:pt idx="4091">
                  <c:v>0.1</c:v>
                </c:pt>
                <c:pt idx="4092">
                  <c:v>0.1</c:v>
                </c:pt>
                <c:pt idx="4093">
                  <c:v>0.1</c:v>
                </c:pt>
                <c:pt idx="4094">
                  <c:v>0.1</c:v>
                </c:pt>
                <c:pt idx="4095">
                  <c:v>0.1</c:v>
                </c:pt>
                <c:pt idx="4096">
                  <c:v>0.1</c:v>
                </c:pt>
                <c:pt idx="4097">
                  <c:v>0.1</c:v>
                </c:pt>
                <c:pt idx="4098">
                  <c:v>0.1</c:v>
                </c:pt>
                <c:pt idx="4099">
                  <c:v>0.1</c:v>
                </c:pt>
                <c:pt idx="4100">
                  <c:v>0.1</c:v>
                </c:pt>
                <c:pt idx="4101">
                  <c:v>0.1</c:v>
                </c:pt>
                <c:pt idx="4102">
                  <c:v>0.1</c:v>
                </c:pt>
                <c:pt idx="4103">
                  <c:v>0.1</c:v>
                </c:pt>
                <c:pt idx="4104">
                  <c:v>0.1</c:v>
                </c:pt>
                <c:pt idx="4105">
                  <c:v>0.1</c:v>
                </c:pt>
                <c:pt idx="4106">
                  <c:v>0.1</c:v>
                </c:pt>
                <c:pt idx="4107">
                  <c:v>0.1</c:v>
                </c:pt>
                <c:pt idx="4108">
                  <c:v>0.1</c:v>
                </c:pt>
                <c:pt idx="4109">
                  <c:v>0.1</c:v>
                </c:pt>
                <c:pt idx="4110">
                  <c:v>0.1</c:v>
                </c:pt>
                <c:pt idx="4111">
                  <c:v>0.1</c:v>
                </c:pt>
                <c:pt idx="4112">
                  <c:v>0.1</c:v>
                </c:pt>
                <c:pt idx="4113">
                  <c:v>0.1</c:v>
                </c:pt>
                <c:pt idx="4114">
                  <c:v>0.1</c:v>
                </c:pt>
                <c:pt idx="4115">
                  <c:v>0.1</c:v>
                </c:pt>
                <c:pt idx="4116">
                  <c:v>0.1</c:v>
                </c:pt>
                <c:pt idx="4117">
                  <c:v>0.1</c:v>
                </c:pt>
                <c:pt idx="4118">
                  <c:v>0.1</c:v>
                </c:pt>
                <c:pt idx="4119">
                  <c:v>0.1</c:v>
                </c:pt>
                <c:pt idx="4120">
                  <c:v>0.1</c:v>
                </c:pt>
                <c:pt idx="4121">
                  <c:v>0.1</c:v>
                </c:pt>
                <c:pt idx="4122">
                  <c:v>0.1</c:v>
                </c:pt>
                <c:pt idx="4123">
                  <c:v>0.1</c:v>
                </c:pt>
                <c:pt idx="4124">
                  <c:v>0.1</c:v>
                </c:pt>
                <c:pt idx="4125">
                  <c:v>0.1</c:v>
                </c:pt>
                <c:pt idx="4126">
                  <c:v>0.1</c:v>
                </c:pt>
                <c:pt idx="4127">
                  <c:v>0.1</c:v>
                </c:pt>
                <c:pt idx="4128">
                  <c:v>0.1</c:v>
                </c:pt>
                <c:pt idx="4129">
                  <c:v>0.1</c:v>
                </c:pt>
                <c:pt idx="4130">
                  <c:v>0.1</c:v>
                </c:pt>
                <c:pt idx="4131">
                  <c:v>0.1</c:v>
                </c:pt>
                <c:pt idx="4132">
                  <c:v>0.1</c:v>
                </c:pt>
                <c:pt idx="4133">
                  <c:v>0.1</c:v>
                </c:pt>
                <c:pt idx="4134">
                  <c:v>0.1</c:v>
                </c:pt>
                <c:pt idx="4135">
                  <c:v>0.1</c:v>
                </c:pt>
                <c:pt idx="4136">
                  <c:v>0.1</c:v>
                </c:pt>
                <c:pt idx="4137">
                  <c:v>0.1</c:v>
                </c:pt>
                <c:pt idx="4138">
                  <c:v>0.1</c:v>
                </c:pt>
                <c:pt idx="4139">
                  <c:v>0.1</c:v>
                </c:pt>
                <c:pt idx="4140">
                  <c:v>0.1</c:v>
                </c:pt>
                <c:pt idx="4141">
                  <c:v>0.1</c:v>
                </c:pt>
                <c:pt idx="4142">
                  <c:v>0.1</c:v>
                </c:pt>
                <c:pt idx="4143">
                  <c:v>0.1</c:v>
                </c:pt>
                <c:pt idx="4144">
                  <c:v>0.1</c:v>
                </c:pt>
                <c:pt idx="4145">
                  <c:v>0.1</c:v>
                </c:pt>
                <c:pt idx="4146">
                  <c:v>0.1</c:v>
                </c:pt>
                <c:pt idx="4147">
                  <c:v>0.1</c:v>
                </c:pt>
                <c:pt idx="4148">
                  <c:v>0.1</c:v>
                </c:pt>
                <c:pt idx="4149">
                  <c:v>0.1</c:v>
                </c:pt>
                <c:pt idx="4150">
                  <c:v>0.1</c:v>
                </c:pt>
                <c:pt idx="4151">
                  <c:v>0.1</c:v>
                </c:pt>
                <c:pt idx="4152">
                  <c:v>0.1</c:v>
                </c:pt>
                <c:pt idx="4153">
                  <c:v>0.1</c:v>
                </c:pt>
                <c:pt idx="4154">
                  <c:v>0.1</c:v>
                </c:pt>
                <c:pt idx="4155">
                  <c:v>0.1</c:v>
                </c:pt>
                <c:pt idx="4156">
                  <c:v>0.1</c:v>
                </c:pt>
                <c:pt idx="4157">
                  <c:v>0.1</c:v>
                </c:pt>
                <c:pt idx="4158">
                  <c:v>0.1</c:v>
                </c:pt>
                <c:pt idx="4159">
                  <c:v>0.1</c:v>
                </c:pt>
                <c:pt idx="4160">
                  <c:v>0.1</c:v>
                </c:pt>
                <c:pt idx="4161">
                  <c:v>0.1</c:v>
                </c:pt>
                <c:pt idx="4162">
                  <c:v>0.1</c:v>
                </c:pt>
                <c:pt idx="4163">
                  <c:v>0.1</c:v>
                </c:pt>
                <c:pt idx="4164">
                  <c:v>0.1</c:v>
                </c:pt>
                <c:pt idx="4165">
                  <c:v>0.1</c:v>
                </c:pt>
                <c:pt idx="4166">
                  <c:v>0.1</c:v>
                </c:pt>
                <c:pt idx="4167">
                  <c:v>0.1</c:v>
                </c:pt>
                <c:pt idx="4168">
                  <c:v>0.1</c:v>
                </c:pt>
                <c:pt idx="4169">
                  <c:v>0.1</c:v>
                </c:pt>
                <c:pt idx="4170">
                  <c:v>0.1</c:v>
                </c:pt>
                <c:pt idx="4171">
                  <c:v>0.1</c:v>
                </c:pt>
                <c:pt idx="4172">
                  <c:v>0.1</c:v>
                </c:pt>
                <c:pt idx="4173">
                  <c:v>0.1</c:v>
                </c:pt>
                <c:pt idx="4174">
                  <c:v>0.1</c:v>
                </c:pt>
                <c:pt idx="4175">
                  <c:v>0.1</c:v>
                </c:pt>
                <c:pt idx="4176">
                  <c:v>0.1</c:v>
                </c:pt>
                <c:pt idx="4177">
                  <c:v>0.1</c:v>
                </c:pt>
                <c:pt idx="4178">
                  <c:v>0.1</c:v>
                </c:pt>
                <c:pt idx="4179">
                  <c:v>0.1</c:v>
                </c:pt>
                <c:pt idx="4180">
                  <c:v>0.1</c:v>
                </c:pt>
                <c:pt idx="4181">
                  <c:v>0.1</c:v>
                </c:pt>
                <c:pt idx="4182">
                  <c:v>0.1</c:v>
                </c:pt>
                <c:pt idx="4183">
                  <c:v>0.1</c:v>
                </c:pt>
                <c:pt idx="4184">
                  <c:v>0.1</c:v>
                </c:pt>
                <c:pt idx="4185">
                  <c:v>0.1</c:v>
                </c:pt>
                <c:pt idx="4186">
                  <c:v>0.1</c:v>
                </c:pt>
                <c:pt idx="4187">
                  <c:v>0.1</c:v>
                </c:pt>
                <c:pt idx="4188">
                  <c:v>0.1</c:v>
                </c:pt>
                <c:pt idx="4189">
                  <c:v>0.1</c:v>
                </c:pt>
                <c:pt idx="4190">
                  <c:v>0.1</c:v>
                </c:pt>
                <c:pt idx="4191">
                  <c:v>0.1</c:v>
                </c:pt>
                <c:pt idx="4192">
                  <c:v>0.1</c:v>
                </c:pt>
                <c:pt idx="4193">
                  <c:v>0.1</c:v>
                </c:pt>
                <c:pt idx="4194">
                  <c:v>0.1</c:v>
                </c:pt>
                <c:pt idx="4195">
                  <c:v>0.1</c:v>
                </c:pt>
                <c:pt idx="4196">
                  <c:v>0.1</c:v>
                </c:pt>
                <c:pt idx="4197">
                  <c:v>0.1</c:v>
                </c:pt>
                <c:pt idx="4198">
                  <c:v>0.1</c:v>
                </c:pt>
                <c:pt idx="4199">
                  <c:v>0.1</c:v>
                </c:pt>
                <c:pt idx="4200">
                  <c:v>0.1</c:v>
                </c:pt>
                <c:pt idx="4201">
                  <c:v>0.1</c:v>
                </c:pt>
                <c:pt idx="4202">
                  <c:v>0.1</c:v>
                </c:pt>
                <c:pt idx="4203">
                  <c:v>0.1</c:v>
                </c:pt>
                <c:pt idx="4204">
                  <c:v>0.1</c:v>
                </c:pt>
                <c:pt idx="4205">
                  <c:v>0.1</c:v>
                </c:pt>
                <c:pt idx="4206">
                  <c:v>0.1</c:v>
                </c:pt>
                <c:pt idx="4207">
                  <c:v>0.1</c:v>
                </c:pt>
                <c:pt idx="4208">
                  <c:v>0.1</c:v>
                </c:pt>
                <c:pt idx="4209">
                  <c:v>0.1</c:v>
                </c:pt>
                <c:pt idx="4210">
                  <c:v>0.1</c:v>
                </c:pt>
                <c:pt idx="4211">
                  <c:v>0.1</c:v>
                </c:pt>
                <c:pt idx="4212">
                  <c:v>0.1</c:v>
                </c:pt>
                <c:pt idx="4213">
                  <c:v>0.1</c:v>
                </c:pt>
                <c:pt idx="4214">
                  <c:v>0.1</c:v>
                </c:pt>
                <c:pt idx="4215">
                  <c:v>0.1</c:v>
                </c:pt>
                <c:pt idx="4216">
                  <c:v>0.1</c:v>
                </c:pt>
                <c:pt idx="4217">
                  <c:v>0.1</c:v>
                </c:pt>
                <c:pt idx="4218">
                  <c:v>0.1</c:v>
                </c:pt>
                <c:pt idx="4219">
                  <c:v>0.1</c:v>
                </c:pt>
                <c:pt idx="4220">
                  <c:v>0.1</c:v>
                </c:pt>
                <c:pt idx="4221">
                  <c:v>0.1</c:v>
                </c:pt>
                <c:pt idx="4222">
                  <c:v>0.1</c:v>
                </c:pt>
                <c:pt idx="4223">
                  <c:v>0.1</c:v>
                </c:pt>
                <c:pt idx="4224">
                  <c:v>0.1</c:v>
                </c:pt>
                <c:pt idx="4225">
                  <c:v>0.1</c:v>
                </c:pt>
                <c:pt idx="4226">
                  <c:v>0.1</c:v>
                </c:pt>
                <c:pt idx="4227">
                  <c:v>0.1</c:v>
                </c:pt>
                <c:pt idx="4228">
                  <c:v>0.1</c:v>
                </c:pt>
                <c:pt idx="4229">
                  <c:v>0.1</c:v>
                </c:pt>
                <c:pt idx="4230">
                  <c:v>0.1</c:v>
                </c:pt>
                <c:pt idx="4231">
                  <c:v>0.1</c:v>
                </c:pt>
                <c:pt idx="4232">
                  <c:v>0.1</c:v>
                </c:pt>
                <c:pt idx="4233">
                  <c:v>0.1</c:v>
                </c:pt>
                <c:pt idx="4234">
                  <c:v>0.1</c:v>
                </c:pt>
                <c:pt idx="4235">
                  <c:v>0.1</c:v>
                </c:pt>
                <c:pt idx="4236">
                  <c:v>0.1</c:v>
                </c:pt>
                <c:pt idx="4237">
                  <c:v>0.1</c:v>
                </c:pt>
                <c:pt idx="4238">
                  <c:v>0.1</c:v>
                </c:pt>
                <c:pt idx="4239">
                  <c:v>0.1</c:v>
                </c:pt>
                <c:pt idx="4240">
                  <c:v>0.1</c:v>
                </c:pt>
                <c:pt idx="4241">
                  <c:v>0.1</c:v>
                </c:pt>
                <c:pt idx="4242">
                  <c:v>0.1</c:v>
                </c:pt>
                <c:pt idx="4243">
                  <c:v>0.1</c:v>
                </c:pt>
                <c:pt idx="4244">
                  <c:v>0.1</c:v>
                </c:pt>
                <c:pt idx="4245">
                  <c:v>0.1</c:v>
                </c:pt>
                <c:pt idx="4246">
                  <c:v>0.1</c:v>
                </c:pt>
                <c:pt idx="4247">
                  <c:v>0.1</c:v>
                </c:pt>
                <c:pt idx="4248">
                  <c:v>0.1</c:v>
                </c:pt>
                <c:pt idx="4249">
                  <c:v>0.1</c:v>
                </c:pt>
                <c:pt idx="4250">
                  <c:v>0.1</c:v>
                </c:pt>
                <c:pt idx="4251">
                  <c:v>0.1</c:v>
                </c:pt>
                <c:pt idx="4252">
                  <c:v>0.1</c:v>
                </c:pt>
                <c:pt idx="4253">
                  <c:v>0.1</c:v>
                </c:pt>
                <c:pt idx="4254">
                  <c:v>0.1</c:v>
                </c:pt>
                <c:pt idx="4255">
                  <c:v>0.1</c:v>
                </c:pt>
                <c:pt idx="4256">
                  <c:v>0.1</c:v>
                </c:pt>
                <c:pt idx="4257">
                  <c:v>0.1</c:v>
                </c:pt>
                <c:pt idx="4258">
                  <c:v>0.1</c:v>
                </c:pt>
                <c:pt idx="4259">
                  <c:v>0.1</c:v>
                </c:pt>
                <c:pt idx="4260">
                  <c:v>0.1</c:v>
                </c:pt>
                <c:pt idx="4261">
                  <c:v>0.1</c:v>
                </c:pt>
                <c:pt idx="4262">
                  <c:v>0.1</c:v>
                </c:pt>
                <c:pt idx="4263">
                  <c:v>0.1</c:v>
                </c:pt>
                <c:pt idx="4264">
                  <c:v>0.1</c:v>
                </c:pt>
                <c:pt idx="4265">
                  <c:v>0.1</c:v>
                </c:pt>
                <c:pt idx="4266">
                  <c:v>0.1</c:v>
                </c:pt>
                <c:pt idx="4267">
                  <c:v>0.1</c:v>
                </c:pt>
                <c:pt idx="4268">
                  <c:v>0.1</c:v>
                </c:pt>
                <c:pt idx="4269">
                  <c:v>0.1</c:v>
                </c:pt>
                <c:pt idx="4270">
                  <c:v>0.1</c:v>
                </c:pt>
                <c:pt idx="4271">
                  <c:v>0.1</c:v>
                </c:pt>
                <c:pt idx="4272">
                  <c:v>0.1</c:v>
                </c:pt>
                <c:pt idx="4273">
                  <c:v>0.1</c:v>
                </c:pt>
                <c:pt idx="4274">
                  <c:v>0.1</c:v>
                </c:pt>
                <c:pt idx="4275">
                  <c:v>0.1</c:v>
                </c:pt>
                <c:pt idx="4276">
                  <c:v>0.1</c:v>
                </c:pt>
                <c:pt idx="4277">
                  <c:v>0.1</c:v>
                </c:pt>
                <c:pt idx="4278">
                  <c:v>0.1</c:v>
                </c:pt>
                <c:pt idx="4279">
                  <c:v>0.1</c:v>
                </c:pt>
                <c:pt idx="4280">
                  <c:v>0.1</c:v>
                </c:pt>
                <c:pt idx="4281">
                  <c:v>0.1</c:v>
                </c:pt>
                <c:pt idx="4282">
                  <c:v>0.1</c:v>
                </c:pt>
                <c:pt idx="4283">
                  <c:v>0.1</c:v>
                </c:pt>
                <c:pt idx="4284">
                  <c:v>0.1</c:v>
                </c:pt>
                <c:pt idx="4285">
                  <c:v>0.1</c:v>
                </c:pt>
                <c:pt idx="4286">
                  <c:v>0.1</c:v>
                </c:pt>
                <c:pt idx="4287">
                  <c:v>0.1</c:v>
                </c:pt>
                <c:pt idx="4288">
                  <c:v>0.1</c:v>
                </c:pt>
                <c:pt idx="4289">
                  <c:v>0.1</c:v>
                </c:pt>
                <c:pt idx="4290">
                  <c:v>0.1</c:v>
                </c:pt>
                <c:pt idx="4291">
                  <c:v>0.1</c:v>
                </c:pt>
                <c:pt idx="4292">
                  <c:v>0.1</c:v>
                </c:pt>
                <c:pt idx="4293">
                  <c:v>0.1</c:v>
                </c:pt>
                <c:pt idx="4294">
                  <c:v>0.1</c:v>
                </c:pt>
                <c:pt idx="4295">
                  <c:v>0.1</c:v>
                </c:pt>
                <c:pt idx="4296">
                  <c:v>0.1</c:v>
                </c:pt>
                <c:pt idx="4297">
                  <c:v>0.1</c:v>
                </c:pt>
                <c:pt idx="4298">
                  <c:v>0.1</c:v>
                </c:pt>
                <c:pt idx="4299">
                  <c:v>0.1</c:v>
                </c:pt>
                <c:pt idx="4300">
                  <c:v>0.1</c:v>
                </c:pt>
                <c:pt idx="4301">
                  <c:v>0.1</c:v>
                </c:pt>
                <c:pt idx="4302">
                  <c:v>0.1</c:v>
                </c:pt>
                <c:pt idx="4303">
                  <c:v>0.1</c:v>
                </c:pt>
                <c:pt idx="4304">
                  <c:v>0.1</c:v>
                </c:pt>
                <c:pt idx="4305">
                  <c:v>0.1</c:v>
                </c:pt>
                <c:pt idx="4306">
                  <c:v>0.1</c:v>
                </c:pt>
                <c:pt idx="4307">
                  <c:v>0.1</c:v>
                </c:pt>
                <c:pt idx="4308">
                  <c:v>0.1</c:v>
                </c:pt>
                <c:pt idx="4309">
                  <c:v>0.1</c:v>
                </c:pt>
                <c:pt idx="4310">
                  <c:v>0.1</c:v>
                </c:pt>
                <c:pt idx="4311">
                  <c:v>0.1</c:v>
                </c:pt>
                <c:pt idx="4312">
                  <c:v>0.1</c:v>
                </c:pt>
                <c:pt idx="4313">
                  <c:v>0.1</c:v>
                </c:pt>
                <c:pt idx="4314">
                  <c:v>0.1</c:v>
                </c:pt>
                <c:pt idx="4315">
                  <c:v>0.1</c:v>
                </c:pt>
                <c:pt idx="4316">
                  <c:v>0.1</c:v>
                </c:pt>
                <c:pt idx="4317">
                  <c:v>0.1</c:v>
                </c:pt>
                <c:pt idx="4318">
                  <c:v>0.1</c:v>
                </c:pt>
                <c:pt idx="4319">
                  <c:v>0.1</c:v>
                </c:pt>
                <c:pt idx="4320">
                  <c:v>0.1</c:v>
                </c:pt>
                <c:pt idx="4321">
                  <c:v>0.1</c:v>
                </c:pt>
                <c:pt idx="4322">
                  <c:v>0.1</c:v>
                </c:pt>
                <c:pt idx="4323">
                  <c:v>0.1</c:v>
                </c:pt>
                <c:pt idx="4324">
                  <c:v>0.1</c:v>
                </c:pt>
                <c:pt idx="4325">
                  <c:v>0.1</c:v>
                </c:pt>
                <c:pt idx="4326">
                  <c:v>0.1</c:v>
                </c:pt>
                <c:pt idx="4327">
                  <c:v>0.1</c:v>
                </c:pt>
                <c:pt idx="4328">
                  <c:v>0.1</c:v>
                </c:pt>
                <c:pt idx="4329">
                  <c:v>0.1</c:v>
                </c:pt>
                <c:pt idx="4330">
                  <c:v>0.1</c:v>
                </c:pt>
                <c:pt idx="4331">
                  <c:v>0.1</c:v>
                </c:pt>
                <c:pt idx="4332">
                  <c:v>0.1</c:v>
                </c:pt>
                <c:pt idx="4333">
                  <c:v>0.1</c:v>
                </c:pt>
                <c:pt idx="4334">
                  <c:v>0.1</c:v>
                </c:pt>
                <c:pt idx="4335">
                  <c:v>0.1</c:v>
                </c:pt>
                <c:pt idx="4336">
                  <c:v>0.1</c:v>
                </c:pt>
                <c:pt idx="4337">
                  <c:v>0.1</c:v>
                </c:pt>
                <c:pt idx="4338">
                  <c:v>0.1</c:v>
                </c:pt>
                <c:pt idx="4339">
                  <c:v>0.1</c:v>
                </c:pt>
                <c:pt idx="4340">
                  <c:v>0.1</c:v>
                </c:pt>
                <c:pt idx="4341">
                  <c:v>0.1</c:v>
                </c:pt>
                <c:pt idx="4342">
                  <c:v>0.1</c:v>
                </c:pt>
                <c:pt idx="4343">
                  <c:v>0.1</c:v>
                </c:pt>
                <c:pt idx="4344">
                  <c:v>0.1</c:v>
                </c:pt>
                <c:pt idx="4345">
                  <c:v>0.1</c:v>
                </c:pt>
                <c:pt idx="4346">
                  <c:v>0.1</c:v>
                </c:pt>
                <c:pt idx="4347">
                  <c:v>0.1</c:v>
                </c:pt>
                <c:pt idx="4348">
                  <c:v>0.1</c:v>
                </c:pt>
                <c:pt idx="4349">
                  <c:v>0.1</c:v>
                </c:pt>
                <c:pt idx="4350">
                  <c:v>0.1</c:v>
                </c:pt>
                <c:pt idx="4351">
                  <c:v>0.1</c:v>
                </c:pt>
                <c:pt idx="4352">
                  <c:v>0.1</c:v>
                </c:pt>
                <c:pt idx="4353">
                  <c:v>0.1</c:v>
                </c:pt>
                <c:pt idx="4354">
                  <c:v>0.1</c:v>
                </c:pt>
                <c:pt idx="4355">
                  <c:v>0.1</c:v>
                </c:pt>
                <c:pt idx="4356">
                  <c:v>0.1</c:v>
                </c:pt>
                <c:pt idx="4357">
                  <c:v>0.1</c:v>
                </c:pt>
                <c:pt idx="4358">
                  <c:v>0.1</c:v>
                </c:pt>
                <c:pt idx="4359">
                  <c:v>0.1</c:v>
                </c:pt>
                <c:pt idx="4360">
                  <c:v>0.1</c:v>
                </c:pt>
                <c:pt idx="4361">
                  <c:v>0.1</c:v>
                </c:pt>
                <c:pt idx="4362">
                  <c:v>0.1</c:v>
                </c:pt>
                <c:pt idx="4363">
                  <c:v>0.1</c:v>
                </c:pt>
                <c:pt idx="4364">
                  <c:v>0.1</c:v>
                </c:pt>
                <c:pt idx="4365">
                  <c:v>0.1</c:v>
                </c:pt>
                <c:pt idx="4366">
                  <c:v>0.1</c:v>
                </c:pt>
                <c:pt idx="4367">
                  <c:v>0.1</c:v>
                </c:pt>
                <c:pt idx="4368">
                  <c:v>0.1</c:v>
                </c:pt>
                <c:pt idx="4369">
                  <c:v>0.1</c:v>
                </c:pt>
                <c:pt idx="4370">
                  <c:v>0.1</c:v>
                </c:pt>
                <c:pt idx="4371">
                  <c:v>0.1</c:v>
                </c:pt>
                <c:pt idx="4372">
                  <c:v>0.1</c:v>
                </c:pt>
                <c:pt idx="4373">
                  <c:v>0.1</c:v>
                </c:pt>
                <c:pt idx="4374">
                  <c:v>0.1</c:v>
                </c:pt>
                <c:pt idx="4375">
                  <c:v>0.1</c:v>
                </c:pt>
                <c:pt idx="4376">
                  <c:v>0.1</c:v>
                </c:pt>
                <c:pt idx="4377">
                  <c:v>0.1</c:v>
                </c:pt>
                <c:pt idx="4378">
                  <c:v>0.1</c:v>
                </c:pt>
                <c:pt idx="4379">
                  <c:v>0.1</c:v>
                </c:pt>
                <c:pt idx="4380">
                  <c:v>0.1</c:v>
                </c:pt>
                <c:pt idx="4381">
                  <c:v>0.1</c:v>
                </c:pt>
                <c:pt idx="4382">
                  <c:v>0.1</c:v>
                </c:pt>
                <c:pt idx="4383">
                  <c:v>0.1</c:v>
                </c:pt>
                <c:pt idx="4384">
                  <c:v>0.1</c:v>
                </c:pt>
                <c:pt idx="4385">
                  <c:v>0.1</c:v>
                </c:pt>
                <c:pt idx="4386">
                  <c:v>0.1</c:v>
                </c:pt>
                <c:pt idx="4387">
                  <c:v>0.1</c:v>
                </c:pt>
                <c:pt idx="4388">
                  <c:v>0.1</c:v>
                </c:pt>
                <c:pt idx="4389">
                  <c:v>0.1</c:v>
                </c:pt>
                <c:pt idx="4390">
                  <c:v>0.1</c:v>
                </c:pt>
                <c:pt idx="4391">
                  <c:v>0.1</c:v>
                </c:pt>
                <c:pt idx="4392">
                  <c:v>0.1</c:v>
                </c:pt>
                <c:pt idx="4393">
                  <c:v>0.1</c:v>
                </c:pt>
                <c:pt idx="4394">
                  <c:v>0.1</c:v>
                </c:pt>
                <c:pt idx="4395">
                  <c:v>0.1</c:v>
                </c:pt>
                <c:pt idx="4396">
                  <c:v>0.1</c:v>
                </c:pt>
                <c:pt idx="4397">
                  <c:v>0.1</c:v>
                </c:pt>
                <c:pt idx="4398">
                  <c:v>0.1</c:v>
                </c:pt>
                <c:pt idx="4399">
                  <c:v>0.1</c:v>
                </c:pt>
                <c:pt idx="4400">
                  <c:v>0.1</c:v>
                </c:pt>
                <c:pt idx="4401">
                  <c:v>0.1</c:v>
                </c:pt>
                <c:pt idx="4402">
                  <c:v>0.1</c:v>
                </c:pt>
                <c:pt idx="4403">
                  <c:v>0.1</c:v>
                </c:pt>
                <c:pt idx="4404">
                  <c:v>0.1</c:v>
                </c:pt>
                <c:pt idx="4405">
                  <c:v>0.1</c:v>
                </c:pt>
                <c:pt idx="4406">
                  <c:v>0.1</c:v>
                </c:pt>
                <c:pt idx="4407">
                  <c:v>0.1</c:v>
                </c:pt>
                <c:pt idx="4408">
                  <c:v>0.1</c:v>
                </c:pt>
                <c:pt idx="4409">
                  <c:v>0.1</c:v>
                </c:pt>
                <c:pt idx="4410">
                  <c:v>0.1</c:v>
                </c:pt>
                <c:pt idx="4411">
                  <c:v>0.1</c:v>
                </c:pt>
                <c:pt idx="4412">
                  <c:v>0.1</c:v>
                </c:pt>
                <c:pt idx="4413">
                  <c:v>0.1</c:v>
                </c:pt>
                <c:pt idx="4414">
                  <c:v>0.1</c:v>
                </c:pt>
                <c:pt idx="4415">
                  <c:v>0.1</c:v>
                </c:pt>
                <c:pt idx="4416">
                  <c:v>0.1</c:v>
                </c:pt>
                <c:pt idx="4417">
                  <c:v>0.1</c:v>
                </c:pt>
                <c:pt idx="4418">
                  <c:v>0.1</c:v>
                </c:pt>
                <c:pt idx="4419">
                  <c:v>0.1</c:v>
                </c:pt>
                <c:pt idx="4420">
                  <c:v>0.1</c:v>
                </c:pt>
                <c:pt idx="4421">
                  <c:v>0.1</c:v>
                </c:pt>
                <c:pt idx="4422">
                  <c:v>0.1</c:v>
                </c:pt>
                <c:pt idx="4423">
                  <c:v>0.1</c:v>
                </c:pt>
                <c:pt idx="4424">
                  <c:v>0.1</c:v>
                </c:pt>
                <c:pt idx="4425">
                  <c:v>0.1</c:v>
                </c:pt>
                <c:pt idx="4426">
                  <c:v>0.1</c:v>
                </c:pt>
                <c:pt idx="4427">
                  <c:v>0.1</c:v>
                </c:pt>
                <c:pt idx="4428">
                  <c:v>0.1</c:v>
                </c:pt>
                <c:pt idx="4429">
                  <c:v>0.1</c:v>
                </c:pt>
                <c:pt idx="4430">
                  <c:v>0.1</c:v>
                </c:pt>
                <c:pt idx="4431">
                  <c:v>0.1</c:v>
                </c:pt>
                <c:pt idx="4432">
                  <c:v>0.1</c:v>
                </c:pt>
                <c:pt idx="4433">
                  <c:v>0.1</c:v>
                </c:pt>
                <c:pt idx="4434">
                  <c:v>0.1</c:v>
                </c:pt>
                <c:pt idx="4435">
                  <c:v>0.1</c:v>
                </c:pt>
                <c:pt idx="4436">
                  <c:v>0.1</c:v>
                </c:pt>
                <c:pt idx="4437">
                  <c:v>0.1</c:v>
                </c:pt>
                <c:pt idx="4438">
                  <c:v>0.1</c:v>
                </c:pt>
                <c:pt idx="4439">
                  <c:v>0.1</c:v>
                </c:pt>
                <c:pt idx="4440">
                  <c:v>0.1</c:v>
                </c:pt>
                <c:pt idx="4441">
                  <c:v>0.1</c:v>
                </c:pt>
                <c:pt idx="4442">
                  <c:v>0.1</c:v>
                </c:pt>
                <c:pt idx="4443">
                  <c:v>0.1</c:v>
                </c:pt>
                <c:pt idx="4444">
                  <c:v>0.1</c:v>
                </c:pt>
                <c:pt idx="4445">
                  <c:v>0.1</c:v>
                </c:pt>
                <c:pt idx="4446">
                  <c:v>0.1</c:v>
                </c:pt>
                <c:pt idx="4447">
                  <c:v>0.1</c:v>
                </c:pt>
                <c:pt idx="4448">
                  <c:v>0.1</c:v>
                </c:pt>
                <c:pt idx="4449">
                  <c:v>0.1</c:v>
                </c:pt>
                <c:pt idx="4450">
                  <c:v>0.1</c:v>
                </c:pt>
                <c:pt idx="4451">
                  <c:v>0.1</c:v>
                </c:pt>
                <c:pt idx="4452">
                  <c:v>0.1</c:v>
                </c:pt>
                <c:pt idx="4453">
                  <c:v>0.1</c:v>
                </c:pt>
                <c:pt idx="4454">
                  <c:v>0.1</c:v>
                </c:pt>
                <c:pt idx="4455">
                  <c:v>0.1</c:v>
                </c:pt>
                <c:pt idx="4456">
                  <c:v>0.1</c:v>
                </c:pt>
                <c:pt idx="4457">
                  <c:v>0.1</c:v>
                </c:pt>
                <c:pt idx="4458">
                  <c:v>0.1</c:v>
                </c:pt>
                <c:pt idx="4459">
                  <c:v>0.1</c:v>
                </c:pt>
                <c:pt idx="4460">
                  <c:v>0.1</c:v>
                </c:pt>
                <c:pt idx="4461">
                  <c:v>0.1</c:v>
                </c:pt>
                <c:pt idx="4462">
                  <c:v>0.1</c:v>
                </c:pt>
                <c:pt idx="4463">
                  <c:v>0.1</c:v>
                </c:pt>
                <c:pt idx="4464">
                  <c:v>0.1</c:v>
                </c:pt>
                <c:pt idx="4465">
                  <c:v>0.1</c:v>
                </c:pt>
                <c:pt idx="4466">
                  <c:v>0.1</c:v>
                </c:pt>
                <c:pt idx="4467">
                  <c:v>0.1</c:v>
                </c:pt>
                <c:pt idx="4468">
                  <c:v>0.1</c:v>
                </c:pt>
                <c:pt idx="4469">
                  <c:v>0.1</c:v>
                </c:pt>
                <c:pt idx="4470">
                  <c:v>0.1</c:v>
                </c:pt>
                <c:pt idx="4471">
                  <c:v>0.1</c:v>
                </c:pt>
                <c:pt idx="4472">
                  <c:v>0.1</c:v>
                </c:pt>
                <c:pt idx="4473">
                  <c:v>0.1</c:v>
                </c:pt>
                <c:pt idx="4474">
                  <c:v>0.1</c:v>
                </c:pt>
                <c:pt idx="4475">
                  <c:v>0.1</c:v>
                </c:pt>
                <c:pt idx="4476">
                  <c:v>0.1</c:v>
                </c:pt>
                <c:pt idx="4477">
                  <c:v>0.1</c:v>
                </c:pt>
                <c:pt idx="4478">
                  <c:v>0.1</c:v>
                </c:pt>
                <c:pt idx="4479">
                  <c:v>0.1</c:v>
                </c:pt>
                <c:pt idx="4480">
                  <c:v>0.1</c:v>
                </c:pt>
                <c:pt idx="4481">
                  <c:v>0.1</c:v>
                </c:pt>
                <c:pt idx="4482">
                  <c:v>0.1</c:v>
                </c:pt>
                <c:pt idx="4483">
                  <c:v>0.1</c:v>
                </c:pt>
                <c:pt idx="4484">
                  <c:v>0.1</c:v>
                </c:pt>
                <c:pt idx="4485">
                  <c:v>0.1</c:v>
                </c:pt>
                <c:pt idx="4486">
                  <c:v>0.1</c:v>
                </c:pt>
                <c:pt idx="4487">
                  <c:v>0.1</c:v>
                </c:pt>
                <c:pt idx="4488">
                  <c:v>0.1</c:v>
                </c:pt>
                <c:pt idx="4489">
                  <c:v>0.1</c:v>
                </c:pt>
                <c:pt idx="4490">
                  <c:v>0.1</c:v>
                </c:pt>
                <c:pt idx="4491">
                  <c:v>0.1</c:v>
                </c:pt>
                <c:pt idx="4492">
                  <c:v>0.1</c:v>
                </c:pt>
                <c:pt idx="4493">
                  <c:v>0.1</c:v>
                </c:pt>
                <c:pt idx="4494">
                  <c:v>0.1</c:v>
                </c:pt>
                <c:pt idx="4495">
                  <c:v>0.1</c:v>
                </c:pt>
                <c:pt idx="4496">
                  <c:v>0.1</c:v>
                </c:pt>
                <c:pt idx="4497">
                  <c:v>0.1</c:v>
                </c:pt>
                <c:pt idx="4498">
                  <c:v>0.1</c:v>
                </c:pt>
                <c:pt idx="4499">
                  <c:v>0.1</c:v>
                </c:pt>
                <c:pt idx="4500">
                  <c:v>0.1</c:v>
                </c:pt>
                <c:pt idx="4501">
                  <c:v>0.1</c:v>
                </c:pt>
                <c:pt idx="4502">
                  <c:v>0.1</c:v>
                </c:pt>
                <c:pt idx="4503">
                  <c:v>0.1</c:v>
                </c:pt>
                <c:pt idx="4504">
                  <c:v>0.1</c:v>
                </c:pt>
                <c:pt idx="4505">
                  <c:v>0.1</c:v>
                </c:pt>
                <c:pt idx="4506">
                  <c:v>0.1</c:v>
                </c:pt>
                <c:pt idx="4507">
                  <c:v>0.1</c:v>
                </c:pt>
                <c:pt idx="4508">
                  <c:v>0.1</c:v>
                </c:pt>
                <c:pt idx="4509">
                  <c:v>0.1</c:v>
                </c:pt>
                <c:pt idx="4510">
                  <c:v>0.1</c:v>
                </c:pt>
                <c:pt idx="4511">
                  <c:v>0.1</c:v>
                </c:pt>
                <c:pt idx="4512">
                  <c:v>0.1</c:v>
                </c:pt>
                <c:pt idx="4513">
                  <c:v>0.1</c:v>
                </c:pt>
                <c:pt idx="4514">
                  <c:v>0.1</c:v>
                </c:pt>
                <c:pt idx="4515">
                  <c:v>0.1</c:v>
                </c:pt>
                <c:pt idx="4516">
                  <c:v>0.1</c:v>
                </c:pt>
                <c:pt idx="4517">
                  <c:v>0.1</c:v>
                </c:pt>
                <c:pt idx="4518">
                  <c:v>0.1</c:v>
                </c:pt>
                <c:pt idx="4519">
                  <c:v>0.1</c:v>
                </c:pt>
                <c:pt idx="4520">
                  <c:v>0.1</c:v>
                </c:pt>
                <c:pt idx="4521">
                  <c:v>0.1</c:v>
                </c:pt>
                <c:pt idx="4522">
                  <c:v>0.1</c:v>
                </c:pt>
                <c:pt idx="4523">
                  <c:v>0.1</c:v>
                </c:pt>
                <c:pt idx="4524">
                  <c:v>0.1</c:v>
                </c:pt>
                <c:pt idx="4525">
                  <c:v>0.1</c:v>
                </c:pt>
                <c:pt idx="4526">
                  <c:v>0.1</c:v>
                </c:pt>
                <c:pt idx="4527">
                  <c:v>0.1</c:v>
                </c:pt>
                <c:pt idx="4528">
                  <c:v>0.1</c:v>
                </c:pt>
                <c:pt idx="4529">
                  <c:v>0.1</c:v>
                </c:pt>
                <c:pt idx="4530">
                  <c:v>0.1</c:v>
                </c:pt>
                <c:pt idx="4531">
                  <c:v>0.1</c:v>
                </c:pt>
                <c:pt idx="4532">
                  <c:v>0.1</c:v>
                </c:pt>
                <c:pt idx="4533">
                  <c:v>0.1</c:v>
                </c:pt>
                <c:pt idx="4534">
                  <c:v>0.1</c:v>
                </c:pt>
                <c:pt idx="4535">
                  <c:v>0.1</c:v>
                </c:pt>
                <c:pt idx="4536">
                  <c:v>0.1</c:v>
                </c:pt>
                <c:pt idx="4537">
                  <c:v>0.1</c:v>
                </c:pt>
                <c:pt idx="4538">
                  <c:v>0.1</c:v>
                </c:pt>
                <c:pt idx="4539">
                  <c:v>0.1</c:v>
                </c:pt>
                <c:pt idx="4540">
                  <c:v>0.1</c:v>
                </c:pt>
                <c:pt idx="4541">
                  <c:v>0.1</c:v>
                </c:pt>
                <c:pt idx="4542">
                  <c:v>0.1</c:v>
                </c:pt>
                <c:pt idx="4543">
                  <c:v>0.1</c:v>
                </c:pt>
                <c:pt idx="4544">
                  <c:v>0.1</c:v>
                </c:pt>
                <c:pt idx="4545">
                  <c:v>0.1</c:v>
                </c:pt>
                <c:pt idx="4546">
                  <c:v>0.1</c:v>
                </c:pt>
                <c:pt idx="4547">
                  <c:v>0.1</c:v>
                </c:pt>
                <c:pt idx="4548">
                  <c:v>0.1</c:v>
                </c:pt>
                <c:pt idx="4549">
                  <c:v>0.1</c:v>
                </c:pt>
                <c:pt idx="4550">
                  <c:v>0.1</c:v>
                </c:pt>
                <c:pt idx="4551">
                  <c:v>0.1</c:v>
                </c:pt>
                <c:pt idx="4552">
                  <c:v>0.1</c:v>
                </c:pt>
                <c:pt idx="4553">
                  <c:v>0.1</c:v>
                </c:pt>
                <c:pt idx="4554">
                  <c:v>0.1</c:v>
                </c:pt>
                <c:pt idx="4555">
                  <c:v>0.1</c:v>
                </c:pt>
                <c:pt idx="4556">
                  <c:v>0.1</c:v>
                </c:pt>
                <c:pt idx="4557">
                  <c:v>0.1</c:v>
                </c:pt>
                <c:pt idx="4558">
                  <c:v>0.1</c:v>
                </c:pt>
                <c:pt idx="4559">
                  <c:v>0.1</c:v>
                </c:pt>
                <c:pt idx="4560">
                  <c:v>0.1</c:v>
                </c:pt>
                <c:pt idx="4561">
                  <c:v>0.1</c:v>
                </c:pt>
                <c:pt idx="4562">
                  <c:v>0.1</c:v>
                </c:pt>
                <c:pt idx="4563">
                  <c:v>0.1</c:v>
                </c:pt>
                <c:pt idx="4564">
                  <c:v>0.1</c:v>
                </c:pt>
                <c:pt idx="4565">
                  <c:v>0.1</c:v>
                </c:pt>
                <c:pt idx="4566">
                  <c:v>0.1</c:v>
                </c:pt>
                <c:pt idx="4567">
                  <c:v>0.1</c:v>
                </c:pt>
                <c:pt idx="4568">
                  <c:v>0.1</c:v>
                </c:pt>
                <c:pt idx="4569">
                  <c:v>0.1</c:v>
                </c:pt>
                <c:pt idx="4570">
                  <c:v>0.1</c:v>
                </c:pt>
                <c:pt idx="4571">
                  <c:v>0.1</c:v>
                </c:pt>
                <c:pt idx="4572">
                  <c:v>0.1</c:v>
                </c:pt>
                <c:pt idx="4573">
                  <c:v>0.1</c:v>
                </c:pt>
                <c:pt idx="4574">
                  <c:v>0.1</c:v>
                </c:pt>
                <c:pt idx="4575">
                  <c:v>0.1</c:v>
                </c:pt>
                <c:pt idx="4576">
                  <c:v>0.1</c:v>
                </c:pt>
                <c:pt idx="4577">
                  <c:v>0.1</c:v>
                </c:pt>
                <c:pt idx="4578">
                  <c:v>0.1</c:v>
                </c:pt>
                <c:pt idx="4579">
                  <c:v>0.1</c:v>
                </c:pt>
                <c:pt idx="4580">
                  <c:v>0.1</c:v>
                </c:pt>
                <c:pt idx="4581">
                  <c:v>0.1</c:v>
                </c:pt>
                <c:pt idx="4582">
                  <c:v>0.1</c:v>
                </c:pt>
                <c:pt idx="4583">
                  <c:v>0.1</c:v>
                </c:pt>
                <c:pt idx="4584">
                  <c:v>0.1</c:v>
                </c:pt>
                <c:pt idx="4585">
                  <c:v>0.1</c:v>
                </c:pt>
                <c:pt idx="4586">
                  <c:v>0.1</c:v>
                </c:pt>
                <c:pt idx="4587">
                  <c:v>0.1</c:v>
                </c:pt>
                <c:pt idx="4588">
                  <c:v>0.1</c:v>
                </c:pt>
                <c:pt idx="4589">
                  <c:v>0.1</c:v>
                </c:pt>
                <c:pt idx="4590">
                  <c:v>0.1</c:v>
                </c:pt>
                <c:pt idx="4591">
                  <c:v>0.1</c:v>
                </c:pt>
                <c:pt idx="4592">
                  <c:v>0.1</c:v>
                </c:pt>
                <c:pt idx="4593">
                  <c:v>0.1</c:v>
                </c:pt>
                <c:pt idx="4594">
                  <c:v>0.1</c:v>
                </c:pt>
                <c:pt idx="4595">
                  <c:v>0.1</c:v>
                </c:pt>
                <c:pt idx="4596">
                  <c:v>0.1</c:v>
                </c:pt>
                <c:pt idx="4597">
                  <c:v>0.1</c:v>
                </c:pt>
                <c:pt idx="4598">
                  <c:v>0.1</c:v>
                </c:pt>
                <c:pt idx="4599">
                  <c:v>0.1</c:v>
                </c:pt>
                <c:pt idx="4600">
                  <c:v>0.1</c:v>
                </c:pt>
                <c:pt idx="4601">
                  <c:v>0.1</c:v>
                </c:pt>
                <c:pt idx="4602">
                  <c:v>0.1</c:v>
                </c:pt>
                <c:pt idx="4603">
                  <c:v>0.1</c:v>
                </c:pt>
                <c:pt idx="4604">
                  <c:v>0.1</c:v>
                </c:pt>
                <c:pt idx="4605">
                  <c:v>0.1</c:v>
                </c:pt>
                <c:pt idx="4606">
                  <c:v>0.1</c:v>
                </c:pt>
                <c:pt idx="4607">
                  <c:v>0.1</c:v>
                </c:pt>
                <c:pt idx="4608">
                  <c:v>0.1</c:v>
                </c:pt>
                <c:pt idx="4609">
                  <c:v>0.1</c:v>
                </c:pt>
                <c:pt idx="4610">
                  <c:v>0.1</c:v>
                </c:pt>
                <c:pt idx="4611">
                  <c:v>0.1</c:v>
                </c:pt>
                <c:pt idx="4612">
                  <c:v>0.1</c:v>
                </c:pt>
                <c:pt idx="4613">
                  <c:v>0.1</c:v>
                </c:pt>
                <c:pt idx="4614">
                  <c:v>0.1</c:v>
                </c:pt>
                <c:pt idx="4615">
                  <c:v>0.1</c:v>
                </c:pt>
                <c:pt idx="4616">
                  <c:v>0.1</c:v>
                </c:pt>
                <c:pt idx="4617">
                  <c:v>0.1</c:v>
                </c:pt>
                <c:pt idx="4618">
                  <c:v>0.1</c:v>
                </c:pt>
                <c:pt idx="4619">
                  <c:v>0.1</c:v>
                </c:pt>
                <c:pt idx="4620">
                  <c:v>0.1</c:v>
                </c:pt>
                <c:pt idx="4621">
                  <c:v>0.1</c:v>
                </c:pt>
                <c:pt idx="4622">
                  <c:v>0.1</c:v>
                </c:pt>
                <c:pt idx="4623">
                  <c:v>0.1</c:v>
                </c:pt>
                <c:pt idx="4624">
                  <c:v>0.1</c:v>
                </c:pt>
                <c:pt idx="4625">
                  <c:v>0.1</c:v>
                </c:pt>
                <c:pt idx="4626">
                  <c:v>0.1</c:v>
                </c:pt>
                <c:pt idx="4627">
                  <c:v>0.1</c:v>
                </c:pt>
                <c:pt idx="4628">
                  <c:v>0.1</c:v>
                </c:pt>
                <c:pt idx="4629">
                  <c:v>0.1</c:v>
                </c:pt>
                <c:pt idx="4630">
                  <c:v>0.1</c:v>
                </c:pt>
                <c:pt idx="4631">
                  <c:v>0.1</c:v>
                </c:pt>
                <c:pt idx="4632">
                  <c:v>0.1</c:v>
                </c:pt>
                <c:pt idx="4633">
                  <c:v>0.1</c:v>
                </c:pt>
                <c:pt idx="4634">
                  <c:v>0.1</c:v>
                </c:pt>
                <c:pt idx="4635">
                  <c:v>0.1</c:v>
                </c:pt>
                <c:pt idx="4636">
                  <c:v>0.1</c:v>
                </c:pt>
                <c:pt idx="4637">
                  <c:v>0.1</c:v>
                </c:pt>
                <c:pt idx="4638">
                  <c:v>0.1</c:v>
                </c:pt>
                <c:pt idx="4639">
                  <c:v>0.1</c:v>
                </c:pt>
                <c:pt idx="4640">
                  <c:v>0.1</c:v>
                </c:pt>
                <c:pt idx="4641">
                  <c:v>0.1</c:v>
                </c:pt>
                <c:pt idx="4642">
                  <c:v>0.1</c:v>
                </c:pt>
                <c:pt idx="4643">
                  <c:v>0.1</c:v>
                </c:pt>
                <c:pt idx="4644">
                  <c:v>0.1</c:v>
                </c:pt>
                <c:pt idx="4645">
                  <c:v>0.1</c:v>
                </c:pt>
                <c:pt idx="4646">
                  <c:v>0.1</c:v>
                </c:pt>
                <c:pt idx="4647">
                  <c:v>0.1</c:v>
                </c:pt>
                <c:pt idx="4648">
                  <c:v>0.1</c:v>
                </c:pt>
                <c:pt idx="4649">
                  <c:v>0.1</c:v>
                </c:pt>
                <c:pt idx="4650">
                  <c:v>0.1</c:v>
                </c:pt>
                <c:pt idx="4651">
                  <c:v>0.1</c:v>
                </c:pt>
                <c:pt idx="4652">
                  <c:v>0.1</c:v>
                </c:pt>
                <c:pt idx="4653">
                  <c:v>0.1</c:v>
                </c:pt>
                <c:pt idx="4654">
                  <c:v>0.1</c:v>
                </c:pt>
                <c:pt idx="4655">
                  <c:v>0.1</c:v>
                </c:pt>
                <c:pt idx="4656">
                  <c:v>0.1</c:v>
                </c:pt>
                <c:pt idx="4657">
                  <c:v>0.1</c:v>
                </c:pt>
                <c:pt idx="4658">
                  <c:v>0.1</c:v>
                </c:pt>
                <c:pt idx="4659">
                  <c:v>0.1</c:v>
                </c:pt>
                <c:pt idx="4660">
                  <c:v>0.1</c:v>
                </c:pt>
                <c:pt idx="4661">
                  <c:v>0.1</c:v>
                </c:pt>
                <c:pt idx="4662">
                  <c:v>0.1</c:v>
                </c:pt>
                <c:pt idx="4663">
                  <c:v>0.1</c:v>
                </c:pt>
                <c:pt idx="4664">
                  <c:v>0.1</c:v>
                </c:pt>
                <c:pt idx="4665">
                  <c:v>0.1</c:v>
                </c:pt>
                <c:pt idx="4666">
                  <c:v>0.1</c:v>
                </c:pt>
                <c:pt idx="4667">
                  <c:v>0.1</c:v>
                </c:pt>
                <c:pt idx="4668">
                  <c:v>0.1</c:v>
                </c:pt>
                <c:pt idx="4669">
                  <c:v>0.1</c:v>
                </c:pt>
                <c:pt idx="4670">
                  <c:v>0.1</c:v>
                </c:pt>
                <c:pt idx="4671">
                  <c:v>0.1</c:v>
                </c:pt>
                <c:pt idx="4672">
                  <c:v>0.1</c:v>
                </c:pt>
                <c:pt idx="4673">
                  <c:v>0.1</c:v>
                </c:pt>
                <c:pt idx="4674">
                  <c:v>0.1</c:v>
                </c:pt>
                <c:pt idx="4675">
                  <c:v>0.1</c:v>
                </c:pt>
                <c:pt idx="4676">
                  <c:v>0.1</c:v>
                </c:pt>
                <c:pt idx="4677">
                  <c:v>0.1</c:v>
                </c:pt>
                <c:pt idx="4678">
                  <c:v>0.1</c:v>
                </c:pt>
                <c:pt idx="4679">
                  <c:v>0.1</c:v>
                </c:pt>
                <c:pt idx="4680">
                  <c:v>0.1</c:v>
                </c:pt>
                <c:pt idx="4681">
                  <c:v>0.1</c:v>
                </c:pt>
                <c:pt idx="4682">
                  <c:v>0.1</c:v>
                </c:pt>
                <c:pt idx="4683">
                  <c:v>0.1</c:v>
                </c:pt>
                <c:pt idx="4684">
                  <c:v>0.1</c:v>
                </c:pt>
                <c:pt idx="4685">
                  <c:v>0.1</c:v>
                </c:pt>
                <c:pt idx="4686">
                  <c:v>0.1</c:v>
                </c:pt>
                <c:pt idx="4687">
                  <c:v>0.1</c:v>
                </c:pt>
                <c:pt idx="4688">
                  <c:v>0.1</c:v>
                </c:pt>
                <c:pt idx="4689">
                  <c:v>0.1</c:v>
                </c:pt>
                <c:pt idx="4690">
                  <c:v>0.1</c:v>
                </c:pt>
                <c:pt idx="4691">
                  <c:v>0.1</c:v>
                </c:pt>
                <c:pt idx="4692">
                  <c:v>0.1</c:v>
                </c:pt>
                <c:pt idx="4693">
                  <c:v>0.1</c:v>
                </c:pt>
                <c:pt idx="4694">
                  <c:v>0.1</c:v>
                </c:pt>
                <c:pt idx="4695">
                  <c:v>0.1</c:v>
                </c:pt>
                <c:pt idx="4696">
                  <c:v>0.1</c:v>
                </c:pt>
                <c:pt idx="4697">
                  <c:v>0.1</c:v>
                </c:pt>
                <c:pt idx="4698">
                  <c:v>0.1</c:v>
                </c:pt>
                <c:pt idx="4699">
                  <c:v>0.1</c:v>
                </c:pt>
                <c:pt idx="4700">
                  <c:v>0.1</c:v>
                </c:pt>
                <c:pt idx="4701">
                  <c:v>0.1</c:v>
                </c:pt>
                <c:pt idx="4702">
                  <c:v>0.1</c:v>
                </c:pt>
                <c:pt idx="4703">
                  <c:v>0.1</c:v>
                </c:pt>
                <c:pt idx="4704">
                  <c:v>0.1</c:v>
                </c:pt>
                <c:pt idx="4705">
                  <c:v>0.1</c:v>
                </c:pt>
                <c:pt idx="4706">
                  <c:v>0.1</c:v>
                </c:pt>
                <c:pt idx="4707">
                  <c:v>0.1</c:v>
                </c:pt>
                <c:pt idx="4708">
                  <c:v>0.1</c:v>
                </c:pt>
                <c:pt idx="4709">
                  <c:v>0.1</c:v>
                </c:pt>
                <c:pt idx="4710">
                  <c:v>0.1</c:v>
                </c:pt>
                <c:pt idx="4711">
                  <c:v>0.1</c:v>
                </c:pt>
                <c:pt idx="4712">
                  <c:v>0.1</c:v>
                </c:pt>
                <c:pt idx="4713">
                  <c:v>0.1</c:v>
                </c:pt>
                <c:pt idx="4714">
                  <c:v>0.1</c:v>
                </c:pt>
                <c:pt idx="4715">
                  <c:v>0.1</c:v>
                </c:pt>
                <c:pt idx="4716">
                  <c:v>0.1</c:v>
                </c:pt>
                <c:pt idx="4717">
                  <c:v>0.1</c:v>
                </c:pt>
                <c:pt idx="4718">
                  <c:v>0.1</c:v>
                </c:pt>
                <c:pt idx="4719">
                  <c:v>0.1</c:v>
                </c:pt>
                <c:pt idx="4720">
                  <c:v>0.1</c:v>
                </c:pt>
                <c:pt idx="4721">
                  <c:v>0.1</c:v>
                </c:pt>
                <c:pt idx="4722">
                  <c:v>0.1</c:v>
                </c:pt>
                <c:pt idx="4723">
                  <c:v>0.1</c:v>
                </c:pt>
                <c:pt idx="4724">
                  <c:v>0.1</c:v>
                </c:pt>
                <c:pt idx="4725">
                  <c:v>0.1</c:v>
                </c:pt>
                <c:pt idx="4726">
                  <c:v>0.1</c:v>
                </c:pt>
                <c:pt idx="4727">
                  <c:v>0.1</c:v>
                </c:pt>
                <c:pt idx="4728">
                  <c:v>0.1</c:v>
                </c:pt>
              </c:numCache>
            </c:numRef>
          </c:val>
          <c:smooth val="0"/>
          <c:extLst>
            <c:ext xmlns:c16="http://schemas.microsoft.com/office/drawing/2014/chart" uri="{C3380CC4-5D6E-409C-BE32-E72D297353CC}">
              <c16:uniqueId val="{00000000-1A2F-4943-9E9A-8E3EC19E2213}"/>
            </c:ext>
          </c:extLst>
        </c:ser>
        <c:ser>
          <c:idx val="1"/>
          <c:order val="1"/>
          <c:tx>
            <c:strRef>
              <c:f>'图4-5海外利率&amp;通胀'!$L$1</c:f>
              <c:strCache>
                <c:ptCount val="1"/>
                <c:pt idx="0">
                  <c:v>日本:贴现率</c:v>
                </c:pt>
              </c:strCache>
            </c:strRef>
          </c:tx>
          <c:spPr>
            <a:ln w="25400">
              <a:solidFill>
                <a:srgbClr val="2C3160"/>
              </a:solidFill>
              <a:prstDash val="solid"/>
            </a:ln>
          </c:spPr>
          <c:marker>
            <c:symbol val="none"/>
          </c:marker>
          <c:cat>
            <c:numRef>
              <c:f>'图4-5海外利率&amp;通胀'!$J$5:$J$4733</c:f>
              <c:numCache>
                <c:formatCode>yyyy\-mm\-dd</c:formatCode>
                <c:ptCount val="4729"/>
                <c:pt idx="0">
                  <c:v>46202</c:v>
                </c:pt>
                <c:pt idx="1">
                  <c:v>46201</c:v>
                </c:pt>
                <c:pt idx="2">
                  <c:v>46200</c:v>
                </c:pt>
                <c:pt idx="3">
                  <c:v>46199</c:v>
                </c:pt>
                <c:pt idx="4">
                  <c:v>46198</c:v>
                </c:pt>
                <c:pt idx="5">
                  <c:v>46197</c:v>
                </c:pt>
                <c:pt idx="6">
                  <c:v>46196</c:v>
                </c:pt>
                <c:pt idx="7">
                  <c:v>46195</c:v>
                </c:pt>
                <c:pt idx="8">
                  <c:v>46194</c:v>
                </c:pt>
                <c:pt idx="9">
                  <c:v>46193</c:v>
                </c:pt>
                <c:pt idx="10">
                  <c:v>46192</c:v>
                </c:pt>
                <c:pt idx="11">
                  <c:v>46191</c:v>
                </c:pt>
                <c:pt idx="12">
                  <c:v>46190</c:v>
                </c:pt>
                <c:pt idx="13">
                  <c:v>46189</c:v>
                </c:pt>
                <c:pt idx="14">
                  <c:v>46188</c:v>
                </c:pt>
                <c:pt idx="15">
                  <c:v>46187</c:v>
                </c:pt>
                <c:pt idx="16">
                  <c:v>46186</c:v>
                </c:pt>
                <c:pt idx="17">
                  <c:v>46185</c:v>
                </c:pt>
                <c:pt idx="18">
                  <c:v>46184</c:v>
                </c:pt>
                <c:pt idx="19">
                  <c:v>46183</c:v>
                </c:pt>
                <c:pt idx="20">
                  <c:v>46182</c:v>
                </c:pt>
                <c:pt idx="21">
                  <c:v>46181</c:v>
                </c:pt>
                <c:pt idx="22">
                  <c:v>46180</c:v>
                </c:pt>
                <c:pt idx="23">
                  <c:v>46179</c:v>
                </c:pt>
                <c:pt idx="24">
                  <c:v>46178</c:v>
                </c:pt>
                <c:pt idx="25">
                  <c:v>46177</c:v>
                </c:pt>
                <c:pt idx="26">
                  <c:v>46176</c:v>
                </c:pt>
                <c:pt idx="27">
                  <c:v>46175</c:v>
                </c:pt>
                <c:pt idx="28">
                  <c:v>46174</c:v>
                </c:pt>
                <c:pt idx="29">
                  <c:v>46173</c:v>
                </c:pt>
                <c:pt idx="30">
                  <c:v>46172</c:v>
                </c:pt>
                <c:pt idx="31">
                  <c:v>46171</c:v>
                </c:pt>
                <c:pt idx="32">
                  <c:v>46170</c:v>
                </c:pt>
                <c:pt idx="33">
                  <c:v>46169</c:v>
                </c:pt>
                <c:pt idx="34">
                  <c:v>46168</c:v>
                </c:pt>
                <c:pt idx="35">
                  <c:v>46167</c:v>
                </c:pt>
                <c:pt idx="36">
                  <c:v>46166</c:v>
                </c:pt>
                <c:pt idx="37">
                  <c:v>46165</c:v>
                </c:pt>
                <c:pt idx="38">
                  <c:v>46164</c:v>
                </c:pt>
                <c:pt idx="39">
                  <c:v>46163</c:v>
                </c:pt>
                <c:pt idx="40">
                  <c:v>46162</c:v>
                </c:pt>
                <c:pt idx="41">
                  <c:v>46161</c:v>
                </c:pt>
                <c:pt idx="42">
                  <c:v>46160</c:v>
                </c:pt>
                <c:pt idx="43">
                  <c:v>46159</c:v>
                </c:pt>
                <c:pt idx="44">
                  <c:v>46158</c:v>
                </c:pt>
                <c:pt idx="45">
                  <c:v>46157</c:v>
                </c:pt>
                <c:pt idx="46">
                  <c:v>46156</c:v>
                </c:pt>
                <c:pt idx="47">
                  <c:v>46155</c:v>
                </c:pt>
                <c:pt idx="48">
                  <c:v>46154</c:v>
                </c:pt>
                <c:pt idx="49">
                  <c:v>46153</c:v>
                </c:pt>
                <c:pt idx="50">
                  <c:v>46152</c:v>
                </c:pt>
                <c:pt idx="51">
                  <c:v>46151</c:v>
                </c:pt>
                <c:pt idx="52">
                  <c:v>46150</c:v>
                </c:pt>
                <c:pt idx="53">
                  <c:v>46149</c:v>
                </c:pt>
                <c:pt idx="54">
                  <c:v>46148</c:v>
                </c:pt>
                <c:pt idx="55">
                  <c:v>46147</c:v>
                </c:pt>
                <c:pt idx="56">
                  <c:v>46146</c:v>
                </c:pt>
                <c:pt idx="57">
                  <c:v>46145</c:v>
                </c:pt>
                <c:pt idx="58">
                  <c:v>46144</c:v>
                </c:pt>
                <c:pt idx="59">
                  <c:v>46143</c:v>
                </c:pt>
                <c:pt idx="60">
                  <c:v>46142</c:v>
                </c:pt>
                <c:pt idx="61">
                  <c:v>46141</c:v>
                </c:pt>
                <c:pt idx="62">
                  <c:v>46140</c:v>
                </c:pt>
                <c:pt idx="63">
                  <c:v>46139</c:v>
                </c:pt>
                <c:pt idx="64">
                  <c:v>46138</c:v>
                </c:pt>
                <c:pt idx="65">
                  <c:v>46137</c:v>
                </c:pt>
                <c:pt idx="66">
                  <c:v>46136</c:v>
                </c:pt>
                <c:pt idx="67">
                  <c:v>46135</c:v>
                </c:pt>
                <c:pt idx="68">
                  <c:v>46134</c:v>
                </c:pt>
                <c:pt idx="69">
                  <c:v>46133</c:v>
                </c:pt>
                <c:pt idx="70">
                  <c:v>46132</c:v>
                </c:pt>
                <c:pt idx="71">
                  <c:v>46131</c:v>
                </c:pt>
                <c:pt idx="72">
                  <c:v>46130</c:v>
                </c:pt>
                <c:pt idx="73">
                  <c:v>46129</c:v>
                </c:pt>
                <c:pt idx="74">
                  <c:v>46128</c:v>
                </c:pt>
                <c:pt idx="75">
                  <c:v>46127</c:v>
                </c:pt>
                <c:pt idx="76">
                  <c:v>46126</c:v>
                </c:pt>
                <c:pt idx="77">
                  <c:v>46125</c:v>
                </c:pt>
                <c:pt idx="78">
                  <c:v>46124</c:v>
                </c:pt>
                <c:pt idx="79">
                  <c:v>46123</c:v>
                </c:pt>
                <c:pt idx="80">
                  <c:v>46122</c:v>
                </c:pt>
                <c:pt idx="81">
                  <c:v>46121</c:v>
                </c:pt>
                <c:pt idx="82">
                  <c:v>46120</c:v>
                </c:pt>
                <c:pt idx="83">
                  <c:v>46119</c:v>
                </c:pt>
                <c:pt idx="84">
                  <c:v>46118</c:v>
                </c:pt>
                <c:pt idx="85">
                  <c:v>46117</c:v>
                </c:pt>
                <c:pt idx="86">
                  <c:v>46116</c:v>
                </c:pt>
                <c:pt idx="87">
                  <c:v>46115</c:v>
                </c:pt>
                <c:pt idx="88">
                  <c:v>46114</c:v>
                </c:pt>
                <c:pt idx="89">
                  <c:v>46113</c:v>
                </c:pt>
                <c:pt idx="90">
                  <c:v>46112</c:v>
                </c:pt>
                <c:pt idx="91">
                  <c:v>46111</c:v>
                </c:pt>
                <c:pt idx="92">
                  <c:v>46110</c:v>
                </c:pt>
                <c:pt idx="93">
                  <c:v>46109</c:v>
                </c:pt>
                <c:pt idx="94">
                  <c:v>46108</c:v>
                </c:pt>
                <c:pt idx="95">
                  <c:v>46107</c:v>
                </c:pt>
                <c:pt idx="96">
                  <c:v>46106</c:v>
                </c:pt>
                <c:pt idx="97">
                  <c:v>46105</c:v>
                </c:pt>
                <c:pt idx="98">
                  <c:v>46104</c:v>
                </c:pt>
                <c:pt idx="99">
                  <c:v>46103</c:v>
                </c:pt>
                <c:pt idx="100">
                  <c:v>46102</c:v>
                </c:pt>
                <c:pt idx="101">
                  <c:v>46101</c:v>
                </c:pt>
                <c:pt idx="102">
                  <c:v>46100</c:v>
                </c:pt>
                <c:pt idx="103">
                  <c:v>46099</c:v>
                </c:pt>
                <c:pt idx="104">
                  <c:v>46098</c:v>
                </c:pt>
                <c:pt idx="105">
                  <c:v>46097</c:v>
                </c:pt>
                <c:pt idx="106">
                  <c:v>46096</c:v>
                </c:pt>
                <c:pt idx="107">
                  <c:v>46095</c:v>
                </c:pt>
                <c:pt idx="108">
                  <c:v>46094</c:v>
                </c:pt>
                <c:pt idx="109">
                  <c:v>46093</c:v>
                </c:pt>
                <c:pt idx="110">
                  <c:v>46092</c:v>
                </c:pt>
                <c:pt idx="111">
                  <c:v>46091</c:v>
                </c:pt>
                <c:pt idx="112">
                  <c:v>46090</c:v>
                </c:pt>
                <c:pt idx="113">
                  <c:v>46089</c:v>
                </c:pt>
                <c:pt idx="114">
                  <c:v>46088</c:v>
                </c:pt>
                <c:pt idx="115">
                  <c:v>46087</c:v>
                </c:pt>
                <c:pt idx="116">
                  <c:v>46086</c:v>
                </c:pt>
                <c:pt idx="117">
                  <c:v>46085</c:v>
                </c:pt>
                <c:pt idx="118">
                  <c:v>46084</c:v>
                </c:pt>
                <c:pt idx="119">
                  <c:v>46083</c:v>
                </c:pt>
                <c:pt idx="120">
                  <c:v>46082</c:v>
                </c:pt>
                <c:pt idx="121">
                  <c:v>46081</c:v>
                </c:pt>
                <c:pt idx="122">
                  <c:v>46080</c:v>
                </c:pt>
                <c:pt idx="123">
                  <c:v>46079</c:v>
                </c:pt>
                <c:pt idx="124">
                  <c:v>46078</c:v>
                </c:pt>
                <c:pt idx="125">
                  <c:v>46077</c:v>
                </c:pt>
                <c:pt idx="126">
                  <c:v>46076</c:v>
                </c:pt>
                <c:pt idx="127">
                  <c:v>46075</c:v>
                </c:pt>
                <c:pt idx="128">
                  <c:v>46074</c:v>
                </c:pt>
                <c:pt idx="129">
                  <c:v>46073</c:v>
                </c:pt>
                <c:pt idx="130">
                  <c:v>46072</c:v>
                </c:pt>
                <c:pt idx="131">
                  <c:v>46071</c:v>
                </c:pt>
                <c:pt idx="132">
                  <c:v>46070</c:v>
                </c:pt>
                <c:pt idx="133">
                  <c:v>46069</c:v>
                </c:pt>
                <c:pt idx="134">
                  <c:v>46068</c:v>
                </c:pt>
                <c:pt idx="135">
                  <c:v>46067</c:v>
                </c:pt>
                <c:pt idx="136">
                  <c:v>46066</c:v>
                </c:pt>
                <c:pt idx="137">
                  <c:v>46065</c:v>
                </c:pt>
                <c:pt idx="138">
                  <c:v>46064</c:v>
                </c:pt>
                <c:pt idx="139">
                  <c:v>46063</c:v>
                </c:pt>
                <c:pt idx="140">
                  <c:v>46062</c:v>
                </c:pt>
                <c:pt idx="141">
                  <c:v>46061</c:v>
                </c:pt>
                <c:pt idx="142">
                  <c:v>46060</c:v>
                </c:pt>
                <c:pt idx="143">
                  <c:v>46059</c:v>
                </c:pt>
                <c:pt idx="144">
                  <c:v>46058</c:v>
                </c:pt>
                <c:pt idx="145">
                  <c:v>46057</c:v>
                </c:pt>
                <c:pt idx="146">
                  <c:v>46056</c:v>
                </c:pt>
                <c:pt idx="147">
                  <c:v>46055</c:v>
                </c:pt>
                <c:pt idx="148">
                  <c:v>46054</c:v>
                </c:pt>
                <c:pt idx="149">
                  <c:v>46053</c:v>
                </c:pt>
                <c:pt idx="150">
                  <c:v>46052</c:v>
                </c:pt>
                <c:pt idx="151">
                  <c:v>46051</c:v>
                </c:pt>
                <c:pt idx="152">
                  <c:v>46050</c:v>
                </c:pt>
                <c:pt idx="153">
                  <c:v>46049</c:v>
                </c:pt>
                <c:pt idx="154">
                  <c:v>46048</c:v>
                </c:pt>
                <c:pt idx="155">
                  <c:v>46047</c:v>
                </c:pt>
                <c:pt idx="156">
                  <c:v>46046</c:v>
                </c:pt>
                <c:pt idx="157">
                  <c:v>46045</c:v>
                </c:pt>
                <c:pt idx="158">
                  <c:v>46044</c:v>
                </c:pt>
                <c:pt idx="159">
                  <c:v>46043</c:v>
                </c:pt>
                <c:pt idx="160">
                  <c:v>46042</c:v>
                </c:pt>
                <c:pt idx="161">
                  <c:v>46041</c:v>
                </c:pt>
                <c:pt idx="162">
                  <c:v>46040</c:v>
                </c:pt>
                <c:pt idx="163">
                  <c:v>46039</c:v>
                </c:pt>
                <c:pt idx="164">
                  <c:v>46038</c:v>
                </c:pt>
                <c:pt idx="165">
                  <c:v>46037</c:v>
                </c:pt>
                <c:pt idx="166">
                  <c:v>46036</c:v>
                </c:pt>
                <c:pt idx="167">
                  <c:v>46035</c:v>
                </c:pt>
                <c:pt idx="168">
                  <c:v>46034</c:v>
                </c:pt>
                <c:pt idx="169">
                  <c:v>46033</c:v>
                </c:pt>
                <c:pt idx="170">
                  <c:v>46032</c:v>
                </c:pt>
                <c:pt idx="171">
                  <c:v>46031</c:v>
                </c:pt>
                <c:pt idx="172">
                  <c:v>46030</c:v>
                </c:pt>
                <c:pt idx="173">
                  <c:v>46029</c:v>
                </c:pt>
                <c:pt idx="174">
                  <c:v>46028</c:v>
                </c:pt>
                <c:pt idx="175">
                  <c:v>46027</c:v>
                </c:pt>
                <c:pt idx="176">
                  <c:v>46026</c:v>
                </c:pt>
                <c:pt idx="177">
                  <c:v>46025</c:v>
                </c:pt>
                <c:pt idx="178">
                  <c:v>46024</c:v>
                </c:pt>
                <c:pt idx="179">
                  <c:v>46023</c:v>
                </c:pt>
                <c:pt idx="180">
                  <c:v>46022</c:v>
                </c:pt>
                <c:pt idx="181">
                  <c:v>46021</c:v>
                </c:pt>
                <c:pt idx="182">
                  <c:v>46020</c:v>
                </c:pt>
                <c:pt idx="183">
                  <c:v>46019</c:v>
                </c:pt>
                <c:pt idx="184">
                  <c:v>46018</c:v>
                </c:pt>
                <c:pt idx="185">
                  <c:v>46017</c:v>
                </c:pt>
                <c:pt idx="186">
                  <c:v>46016</c:v>
                </c:pt>
                <c:pt idx="187">
                  <c:v>46015</c:v>
                </c:pt>
                <c:pt idx="188">
                  <c:v>46014</c:v>
                </c:pt>
                <c:pt idx="189">
                  <c:v>46013</c:v>
                </c:pt>
                <c:pt idx="190">
                  <c:v>46012</c:v>
                </c:pt>
                <c:pt idx="191">
                  <c:v>46011</c:v>
                </c:pt>
                <c:pt idx="192">
                  <c:v>46010</c:v>
                </c:pt>
                <c:pt idx="193">
                  <c:v>46009</c:v>
                </c:pt>
                <c:pt idx="194">
                  <c:v>46008</c:v>
                </c:pt>
                <c:pt idx="195">
                  <c:v>46007</c:v>
                </c:pt>
                <c:pt idx="196">
                  <c:v>46006</c:v>
                </c:pt>
                <c:pt idx="197">
                  <c:v>46005</c:v>
                </c:pt>
                <c:pt idx="198">
                  <c:v>46004</c:v>
                </c:pt>
                <c:pt idx="199">
                  <c:v>46003</c:v>
                </c:pt>
                <c:pt idx="200">
                  <c:v>46002</c:v>
                </c:pt>
                <c:pt idx="201">
                  <c:v>46001</c:v>
                </c:pt>
                <c:pt idx="202">
                  <c:v>46000</c:v>
                </c:pt>
                <c:pt idx="203">
                  <c:v>45999</c:v>
                </c:pt>
                <c:pt idx="204">
                  <c:v>45998</c:v>
                </c:pt>
                <c:pt idx="205">
                  <c:v>45997</c:v>
                </c:pt>
                <c:pt idx="206">
                  <c:v>45996</c:v>
                </c:pt>
                <c:pt idx="207">
                  <c:v>45995</c:v>
                </c:pt>
                <c:pt idx="208">
                  <c:v>45994</c:v>
                </c:pt>
                <c:pt idx="209">
                  <c:v>45993</c:v>
                </c:pt>
                <c:pt idx="210">
                  <c:v>45992</c:v>
                </c:pt>
                <c:pt idx="211">
                  <c:v>45991</c:v>
                </c:pt>
                <c:pt idx="212">
                  <c:v>45990</c:v>
                </c:pt>
                <c:pt idx="213">
                  <c:v>45989</c:v>
                </c:pt>
                <c:pt idx="214">
                  <c:v>45988</c:v>
                </c:pt>
                <c:pt idx="215">
                  <c:v>45987</c:v>
                </c:pt>
                <c:pt idx="216">
                  <c:v>45986</c:v>
                </c:pt>
                <c:pt idx="217">
                  <c:v>45985</c:v>
                </c:pt>
                <c:pt idx="218">
                  <c:v>45984</c:v>
                </c:pt>
                <c:pt idx="219">
                  <c:v>45983</c:v>
                </c:pt>
                <c:pt idx="220">
                  <c:v>45982</c:v>
                </c:pt>
                <c:pt idx="221">
                  <c:v>45981</c:v>
                </c:pt>
                <c:pt idx="222">
                  <c:v>45980</c:v>
                </c:pt>
                <c:pt idx="223">
                  <c:v>45979</c:v>
                </c:pt>
                <c:pt idx="224">
                  <c:v>45978</c:v>
                </c:pt>
                <c:pt idx="225">
                  <c:v>45977</c:v>
                </c:pt>
                <c:pt idx="226">
                  <c:v>45976</c:v>
                </c:pt>
                <c:pt idx="227">
                  <c:v>45975</c:v>
                </c:pt>
                <c:pt idx="228">
                  <c:v>45974</c:v>
                </c:pt>
                <c:pt idx="229">
                  <c:v>45973</c:v>
                </c:pt>
                <c:pt idx="230">
                  <c:v>45972</c:v>
                </c:pt>
                <c:pt idx="231">
                  <c:v>45971</c:v>
                </c:pt>
                <c:pt idx="232">
                  <c:v>45970</c:v>
                </c:pt>
                <c:pt idx="233">
                  <c:v>45969</c:v>
                </c:pt>
                <c:pt idx="234">
                  <c:v>45968</c:v>
                </c:pt>
                <c:pt idx="235">
                  <c:v>45967</c:v>
                </c:pt>
                <c:pt idx="236">
                  <c:v>45966</c:v>
                </c:pt>
                <c:pt idx="237">
                  <c:v>45965</c:v>
                </c:pt>
                <c:pt idx="238">
                  <c:v>45964</c:v>
                </c:pt>
                <c:pt idx="239">
                  <c:v>45963</c:v>
                </c:pt>
                <c:pt idx="240">
                  <c:v>45962</c:v>
                </c:pt>
                <c:pt idx="241">
                  <c:v>45961</c:v>
                </c:pt>
                <c:pt idx="242">
                  <c:v>45960</c:v>
                </c:pt>
                <c:pt idx="243">
                  <c:v>45959</c:v>
                </c:pt>
                <c:pt idx="244">
                  <c:v>45958</c:v>
                </c:pt>
                <c:pt idx="245">
                  <c:v>45957</c:v>
                </c:pt>
                <c:pt idx="246">
                  <c:v>45956</c:v>
                </c:pt>
                <c:pt idx="247">
                  <c:v>45955</c:v>
                </c:pt>
                <c:pt idx="248">
                  <c:v>45954</c:v>
                </c:pt>
                <c:pt idx="249">
                  <c:v>45953</c:v>
                </c:pt>
                <c:pt idx="250">
                  <c:v>45952</c:v>
                </c:pt>
                <c:pt idx="251">
                  <c:v>45951</c:v>
                </c:pt>
                <c:pt idx="252">
                  <c:v>45950</c:v>
                </c:pt>
                <c:pt idx="253">
                  <c:v>45949</c:v>
                </c:pt>
                <c:pt idx="254">
                  <c:v>45948</c:v>
                </c:pt>
                <c:pt idx="255">
                  <c:v>45947</c:v>
                </c:pt>
                <c:pt idx="256">
                  <c:v>45946</c:v>
                </c:pt>
                <c:pt idx="257">
                  <c:v>45945</c:v>
                </c:pt>
                <c:pt idx="258">
                  <c:v>45944</c:v>
                </c:pt>
                <c:pt idx="259">
                  <c:v>45943</c:v>
                </c:pt>
                <c:pt idx="260">
                  <c:v>45942</c:v>
                </c:pt>
                <c:pt idx="261">
                  <c:v>45941</c:v>
                </c:pt>
                <c:pt idx="262">
                  <c:v>45940</c:v>
                </c:pt>
                <c:pt idx="263">
                  <c:v>45939</c:v>
                </c:pt>
                <c:pt idx="264">
                  <c:v>45938</c:v>
                </c:pt>
                <c:pt idx="265">
                  <c:v>45937</c:v>
                </c:pt>
                <c:pt idx="266">
                  <c:v>45936</c:v>
                </c:pt>
                <c:pt idx="267">
                  <c:v>45935</c:v>
                </c:pt>
                <c:pt idx="268">
                  <c:v>45934</c:v>
                </c:pt>
                <c:pt idx="269">
                  <c:v>45933</c:v>
                </c:pt>
                <c:pt idx="270">
                  <c:v>45932</c:v>
                </c:pt>
                <c:pt idx="271">
                  <c:v>45931</c:v>
                </c:pt>
                <c:pt idx="272">
                  <c:v>45930</c:v>
                </c:pt>
                <c:pt idx="273">
                  <c:v>45929</c:v>
                </c:pt>
                <c:pt idx="274">
                  <c:v>45928</c:v>
                </c:pt>
                <c:pt idx="275">
                  <c:v>45927</c:v>
                </c:pt>
                <c:pt idx="276">
                  <c:v>45926</c:v>
                </c:pt>
                <c:pt idx="277">
                  <c:v>45925</c:v>
                </c:pt>
                <c:pt idx="278">
                  <c:v>45924</c:v>
                </c:pt>
                <c:pt idx="279">
                  <c:v>45923</c:v>
                </c:pt>
                <c:pt idx="280">
                  <c:v>45922</c:v>
                </c:pt>
                <c:pt idx="281">
                  <c:v>45921</c:v>
                </c:pt>
                <c:pt idx="282">
                  <c:v>45920</c:v>
                </c:pt>
                <c:pt idx="283">
                  <c:v>45919</c:v>
                </c:pt>
                <c:pt idx="284">
                  <c:v>45918</c:v>
                </c:pt>
                <c:pt idx="285">
                  <c:v>45917</c:v>
                </c:pt>
                <c:pt idx="286">
                  <c:v>45916</c:v>
                </c:pt>
                <c:pt idx="287">
                  <c:v>45915</c:v>
                </c:pt>
                <c:pt idx="288">
                  <c:v>45914</c:v>
                </c:pt>
                <c:pt idx="289">
                  <c:v>45913</c:v>
                </c:pt>
                <c:pt idx="290">
                  <c:v>45912</c:v>
                </c:pt>
                <c:pt idx="291">
                  <c:v>45911</c:v>
                </c:pt>
                <c:pt idx="292">
                  <c:v>45910</c:v>
                </c:pt>
                <c:pt idx="293">
                  <c:v>45909</c:v>
                </c:pt>
                <c:pt idx="294">
                  <c:v>45908</c:v>
                </c:pt>
                <c:pt idx="295">
                  <c:v>45907</c:v>
                </c:pt>
                <c:pt idx="296">
                  <c:v>45906</c:v>
                </c:pt>
                <c:pt idx="297">
                  <c:v>45905</c:v>
                </c:pt>
                <c:pt idx="298">
                  <c:v>45904</c:v>
                </c:pt>
                <c:pt idx="299">
                  <c:v>45903</c:v>
                </c:pt>
                <c:pt idx="300">
                  <c:v>45902</c:v>
                </c:pt>
                <c:pt idx="301">
                  <c:v>45901</c:v>
                </c:pt>
                <c:pt idx="302">
                  <c:v>45900</c:v>
                </c:pt>
                <c:pt idx="303">
                  <c:v>45899</c:v>
                </c:pt>
                <c:pt idx="304">
                  <c:v>45898</c:v>
                </c:pt>
                <c:pt idx="305">
                  <c:v>45897</c:v>
                </c:pt>
                <c:pt idx="306">
                  <c:v>45896</c:v>
                </c:pt>
                <c:pt idx="307">
                  <c:v>45895</c:v>
                </c:pt>
                <c:pt idx="308">
                  <c:v>45894</c:v>
                </c:pt>
                <c:pt idx="309">
                  <c:v>45893</c:v>
                </c:pt>
                <c:pt idx="310">
                  <c:v>45892</c:v>
                </c:pt>
                <c:pt idx="311">
                  <c:v>45891</c:v>
                </c:pt>
                <c:pt idx="312">
                  <c:v>45890</c:v>
                </c:pt>
                <c:pt idx="313">
                  <c:v>45889</c:v>
                </c:pt>
                <c:pt idx="314">
                  <c:v>45888</c:v>
                </c:pt>
                <c:pt idx="315">
                  <c:v>45887</c:v>
                </c:pt>
                <c:pt idx="316">
                  <c:v>45886</c:v>
                </c:pt>
                <c:pt idx="317">
                  <c:v>45885</c:v>
                </c:pt>
                <c:pt idx="318">
                  <c:v>45884</c:v>
                </c:pt>
                <c:pt idx="319">
                  <c:v>45883</c:v>
                </c:pt>
                <c:pt idx="320">
                  <c:v>45882</c:v>
                </c:pt>
                <c:pt idx="321">
                  <c:v>45881</c:v>
                </c:pt>
                <c:pt idx="322">
                  <c:v>45880</c:v>
                </c:pt>
                <c:pt idx="323">
                  <c:v>45879</c:v>
                </c:pt>
                <c:pt idx="324">
                  <c:v>45878</c:v>
                </c:pt>
                <c:pt idx="325">
                  <c:v>45877</c:v>
                </c:pt>
                <c:pt idx="326">
                  <c:v>45876</c:v>
                </c:pt>
                <c:pt idx="327">
                  <c:v>45875</c:v>
                </c:pt>
                <c:pt idx="328">
                  <c:v>45874</c:v>
                </c:pt>
                <c:pt idx="329">
                  <c:v>45873</c:v>
                </c:pt>
                <c:pt idx="330">
                  <c:v>45872</c:v>
                </c:pt>
                <c:pt idx="331">
                  <c:v>45871</c:v>
                </c:pt>
                <c:pt idx="332">
                  <c:v>45870</c:v>
                </c:pt>
                <c:pt idx="333">
                  <c:v>45869</c:v>
                </c:pt>
                <c:pt idx="334">
                  <c:v>45868</c:v>
                </c:pt>
                <c:pt idx="335">
                  <c:v>45867</c:v>
                </c:pt>
                <c:pt idx="336">
                  <c:v>45866</c:v>
                </c:pt>
                <c:pt idx="337">
                  <c:v>45865</c:v>
                </c:pt>
                <c:pt idx="338">
                  <c:v>45864</c:v>
                </c:pt>
                <c:pt idx="339">
                  <c:v>45863</c:v>
                </c:pt>
                <c:pt idx="340">
                  <c:v>45862</c:v>
                </c:pt>
                <c:pt idx="341">
                  <c:v>45861</c:v>
                </c:pt>
                <c:pt idx="342">
                  <c:v>45860</c:v>
                </c:pt>
                <c:pt idx="343">
                  <c:v>45859</c:v>
                </c:pt>
                <c:pt idx="344">
                  <c:v>45858</c:v>
                </c:pt>
                <c:pt idx="345">
                  <c:v>45857</c:v>
                </c:pt>
                <c:pt idx="346">
                  <c:v>45856</c:v>
                </c:pt>
                <c:pt idx="347">
                  <c:v>45855</c:v>
                </c:pt>
                <c:pt idx="348">
                  <c:v>45854</c:v>
                </c:pt>
                <c:pt idx="349">
                  <c:v>45853</c:v>
                </c:pt>
                <c:pt idx="350">
                  <c:v>45852</c:v>
                </c:pt>
                <c:pt idx="351">
                  <c:v>45851</c:v>
                </c:pt>
                <c:pt idx="352">
                  <c:v>45850</c:v>
                </c:pt>
                <c:pt idx="353">
                  <c:v>45849</c:v>
                </c:pt>
                <c:pt idx="354">
                  <c:v>45848</c:v>
                </c:pt>
                <c:pt idx="355">
                  <c:v>45847</c:v>
                </c:pt>
                <c:pt idx="356">
                  <c:v>45846</c:v>
                </c:pt>
                <c:pt idx="357">
                  <c:v>45845</c:v>
                </c:pt>
                <c:pt idx="358">
                  <c:v>45844</c:v>
                </c:pt>
                <c:pt idx="359">
                  <c:v>45843</c:v>
                </c:pt>
                <c:pt idx="360">
                  <c:v>45842</c:v>
                </c:pt>
                <c:pt idx="361">
                  <c:v>45841</c:v>
                </c:pt>
                <c:pt idx="362">
                  <c:v>45840</c:v>
                </c:pt>
                <c:pt idx="363">
                  <c:v>45839</c:v>
                </c:pt>
                <c:pt idx="364">
                  <c:v>45838</c:v>
                </c:pt>
                <c:pt idx="365">
                  <c:v>45837</c:v>
                </c:pt>
                <c:pt idx="366">
                  <c:v>45836</c:v>
                </c:pt>
                <c:pt idx="367">
                  <c:v>45835</c:v>
                </c:pt>
                <c:pt idx="368">
                  <c:v>45834</c:v>
                </c:pt>
                <c:pt idx="369">
                  <c:v>45833</c:v>
                </c:pt>
                <c:pt idx="370">
                  <c:v>45832</c:v>
                </c:pt>
                <c:pt idx="371">
                  <c:v>45831</c:v>
                </c:pt>
                <c:pt idx="372">
                  <c:v>45830</c:v>
                </c:pt>
                <c:pt idx="373">
                  <c:v>45829</c:v>
                </c:pt>
                <c:pt idx="374">
                  <c:v>45828</c:v>
                </c:pt>
                <c:pt idx="375">
                  <c:v>45827</c:v>
                </c:pt>
                <c:pt idx="376">
                  <c:v>45826</c:v>
                </c:pt>
                <c:pt idx="377">
                  <c:v>45825</c:v>
                </c:pt>
                <c:pt idx="378">
                  <c:v>45824</c:v>
                </c:pt>
                <c:pt idx="379">
                  <c:v>45823</c:v>
                </c:pt>
                <c:pt idx="380">
                  <c:v>45822</c:v>
                </c:pt>
                <c:pt idx="381">
                  <c:v>45821</c:v>
                </c:pt>
                <c:pt idx="382">
                  <c:v>45820</c:v>
                </c:pt>
                <c:pt idx="383">
                  <c:v>45819</c:v>
                </c:pt>
                <c:pt idx="384">
                  <c:v>45818</c:v>
                </c:pt>
                <c:pt idx="385">
                  <c:v>45817</c:v>
                </c:pt>
                <c:pt idx="386">
                  <c:v>45816</c:v>
                </c:pt>
                <c:pt idx="387">
                  <c:v>45815</c:v>
                </c:pt>
                <c:pt idx="388">
                  <c:v>45814</c:v>
                </c:pt>
                <c:pt idx="389">
                  <c:v>45813</c:v>
                </c:pt>
                <c:pt idx="390">
                  <c:v>45812</c:v>
                </c:pt>
                <c:pt idx="391">
                  <c:v>45811</c:v>
                </c:pt>
                <c:pt idx="392">
                  <c:v>45810</c:v>
                </c:pt>
                <c:pt idx="393">
                  <c:v>45809</c:v>
                </c:pt>
                <c:pt idx="394">
                  <c:v>45808</c:v>
                </c:pt>
                <c:pt idx="395">
                  <c:v>45807</c:v>
                </c:pt>
                <c:pt idx="396">
                  <c:v>45806</c:v>
                </c:pt>
                <c:pt idx="397">
                  <c:v>45805</c:v>
                </c:pt>
                <c:pt idx="398">
                  <c:v>45804</c:v>
                </c:pt>
                <c:pt idx="399">
                  <c:v>45803</c:v>
                </c:pt>
                <c:pt idx="400">
                  <c:v>45802</c:v>
                </c:pt>
                <c:pt idx="401">
                  <c:v>45801</c:v>
                </c:pt>
                <c:pt idx="402">
                  <c:v>45800</c:v>
                </c:pt>
                <c:pt idx="403">
                  <c:v>45799</c:v>
                </c:pt>
                <c:pt idx="404">
                  <c:v>45798</c:v>
                </c:pt>
                <c:pt idx="405">
                  <c:v>45797</c:v>
                </c:pt>
                <c:pt idx="406">
                  <c:v>45796</c:v>
                </c:pt>
                <c:pt idx="407">
                  <c:v>45795</c:v>
                </c:pt>
                <c:pt idx="408">
                  <c:v>45794</c:v>
                </c:pt>
                <c:pt idx="409">
                  <c:v>45793</c:v>
                </c:pt>
                <c:pt idx="410">
                  <c:v>45792</c:v>
                </c:pt>
                <c:pt idx="411">
                  <c:v>45791</c:v>
                </c:pt>
                <c:pt idx="412">
                  <c:v>45790</c:v>
                </c:pt>
                <c:pt idx="413">
                  <c:v>45789</c:v>
                </c:pt>
                <c:pt idx="414">
                  <c:v>45788</c:v>
                </c:pt>
                <c:pt idx="415">
                  <c:v>45787</c:v>
                </c:pt>
                <c:pt idx="416">
                  <c:v>45786</c:v>
                </c:pt>
                <c:pt idx="417">
                  <c:v>45785</c:v>
                </c:pt>
                <c:pt idx="418">
                  <c:v>45784</c:v>
                </c:pt>
                <c:pt idx="419">
                  <c:v>45783</c:v>
                </c:pt>
                <c:pt idx="420">
                  <c:v>45782</c:v>
                </c:pt>
                <c:pt idx="421">
                  <c:v>45781</c:v>
                </c:pt>
                <c:pt idx="422">
                  <c:v>45780</c:v>
                </c:pt>
                <c:pt idx="423">
                  <c:v>45779</c:v>
                </c:pt>
                <c:pt idx="424">
                  <c:v>45778</c:v>
                </c:pt>
                <c:pt idx="425">
                  <c:v>45777</c:v>
                </c:pt>
                <c:pt idx="426">
                  <c:v>45776</c:v>
                </c:pt>
                <c:pt idx="427">
                  <c:v>45775</c:v>
                </c:pt>
                <c:pt idx="428">
                  <c:v>45774</c:v>
                </c:pt>
                <c:pt idx="429">
                  <c:v>45773</c:v>
                </c:pt>
                <c:pt idx="430">
                  <c:v>45772</c:v>
                </c:pt>
                <c:pt idx="431">
                  <c:v>45771</c:v>
                </c:pt>
                <c:pt idx="432">
                  <c:v>45770</c:v>
                </c:pt>
                <c:pt idx="433">
                  <c:v>45769</c:v>
                </c:pt>
                <c:pt idx="434">
                  <c:v>45768</c:v>
                </c:pt>
                <c:pt idx="435">
                  <c:v>45767</c:v>
                </c:pt>
                <c:pt idx="436">
                  <c:v>45766</c:v>
                </c:pt>
                <c:pt idx="437">
                  <c:v>45765</c:v>
                </c:pt>
                <c:pt idx="438">
                  <c:v>45764</c:v>
                </c:pt>
                <c:pt idx="439">
                  <c:v>45763</c:v>
                </c:pt>
                <c:pt idx="440">
                  <c:v>45762</c:v>
                </c:pt>
                <c:pt idx="441">
                  <c:v>45761</c:v>
                </c:pt>
                <c:pt idx="442">
                  <c:v>45760</c:v>
                </c:pt>
                <c:pt idx="443">
                  <c:v>45759</c:v>
                </c:pt>
                <c:pt idx="444">
                  <c:v>45758</c:v>
                </c:pt>
                <c:pt idx="445">
                  <c:v>45757</c:v>
                </c:pt>
                <c:pt idx="446">
                  <c:v>45756</c:v>
                </c:pt>
                <c:pt idx="447">
                  <c:v>45755</c:v>
                </c:pt>
                <c:pt idx="448">
                  <c:v>45754</c:v>
                </c:pt>
                <c:pt idx="449">
                  <c:v>45753</c:v>
                </c:pt>
                <c:pt idx="450">
                  <c:v>45752</c:v>
                </c:pt>
                <c:pt idx="451">
                  <c:v>45751</c:v>
                </c:pt>
                <c:pt idx="452">
                  <c:v>45750</c:v>
                </c:pt>
                <c:pt idx="453">
                  <c:v>45749</c:v>
                </c:pt>
                <c:pt idx="454">
                  <c:v>45748</c:v>
                </c:pt>
                <c:pt idx="455">
                  <c:v>45747</c:v>
                </c:pt>
                <c:pt idx="456">
                  <c:v>45746</c:v>
                </c:pt>
                <c:pt idx="457">
                  <c:v>45745</c:v>
                </c:pt>
                <c:pt idx="458">
                  <c:v>45744</c:v>
                </c:pt>
                <c:pt idx="459">
                  <c:v>45743</c:v>
                </c:pt>
                <c:pt idx="460">
                  <c:v>45742</c:v>
                </c:pt>
                <c:pt idx="461">
                  <c:v>45741</c:v>
                </c:pt>
                <c:pt idx="462">
                  <c:v>45740</c:v>
                </c:pt>
                <c:pt idx="463">
                  <c:v>45739</c:v>
                </c:pt>
                <c:pt idx="464">
                  <c:v>45738</c:v>
                </c:pt>
                <c:pt idx="465">
                  <c:v>45737</c:v>
                </c:pt>
                <c:pt idx="466">
                  <c:v>45736</c:v>
                </c:pt>
                <c:pt idx="467">
                  <c:v>45735</c:v>
                </c:pt>
                <c:pt idx="468">
                  <c:v>45734</c:v>
                </c:pt>
                <c:pt idx="469">
                  <c:v>45733</c:v>
                </c:pt>
                <c:pt idx="470">
                  <c:v>45732</c:v>
                </c:pt>
                <c:pt idx="471">
                  <c:v>45731</c:v>
                </c:pt>
                <c:pt idx="472">
                  <c:v>45730</c:v>
                </c:pt>
                <c:pt idx="473">
                  <c:v>45729</c:v>
                </c:pt>
                <c:pt idx="474">
                  <c:v>45728</c:v>
                </c:pt>
                <c:pt idx="475">
                  <c:v>45727</c:v>
                </c:pt>
                <c:pt idx="476">
                  <c:v>45726</c:v>
                </c:pt>
                <c:pt idx="477">
                  <c:v>45725</c:v>
                </c:pt>
                <c:pt idx="478">
                  <c:v>45724</c:v>
                </c:pt>
                <c:pt idx="479">
                  <c:v>45723</c:v>
                </c:pt>
                <c:pt idx="480">
                  <c:v>45722</c:v>
                </c:pt>
                <c:pt idx="481">
                  <c:v>45721</c:v>
                </c:pt>
                <c:pt idx="482">
                  <c:v>45720</c:v>
                </c:pt>
                <c:pt idx="483">
                  <c:v>45719</c:v>
                </c:pt>
                <c:pt idx="484">
                  <c:v>45718</c:v>
                </c:pt>
                <c:pt idx="485">
                  <c:v>45717</c:v>
                </c:pt>
                <c:pt idx="486">
                  <c:v>45716</c:v>
                </c:pt>
                <c:pt idx="487">
                  <c:v>45715</c:v>
                </c:pt>
                <c:pt idx="488">
                  <c:v>45714</c:v>
                </c:pt>
                <c:pt idx="489">
                  <c:v>45713</c:v>
                </c:pt>
                <c:pt idx="490">
                  <c:v>45712</c:v>
                </c:pt>
                <c:pt idx="491">
                  <c:v>45711</c:v>
                </c:pt>
                <c:pt idx="492">
                  <c:v>45710</c:v>
                </c:pt>
                <c:pt idx="493">
                  <c:v>45709</c:v>
                </c:pt>
                <c:pt idx="494">
                  <c:v>45708</c:v>
                </c:pt>
                <c:pt idx="495">
                  <c:v>45707</c:v>
                </c:pt>
                <c:pt idx="496">
                  <c:v>45706</c:v>
                </c:pt>
                <c:pt idx="497">
                  <c:v>45705</c:v>
                </c:pt>
                <c:pt idx="498">
                  <c:v>45704</c:v>
                </c:pt>
                <c:pt idx="499">
                  <c:v>45703</c:v>
                </c:pt>
                <c:pt idx="500">
                  <c:v>45702</c:v>
                </c:pt>
                <c:pt idx="501">
                  <c:v>45701</c:v>
                </c:pt>
                <c:pt idx="502">
                  <c:v>45700</c:v>
                </c:pt>
                <c:pt idx="503">
                  <c:v>45699</c:v>
                </c:pt>
                <c:pt idx="504">
                  <c:v>45698</c:v>
                </c:pt>
                <c:pt idx="505">
                  <c:v>45697</c:v>
                </c:pt>
                <c:pt idx="506">
                  <c:v>45696</c:v>
                </c:pt>
                <c:pt idx="507">
                  <c:v>45695</c:v>
                </c:pt>
                <c:pt idx="508">
                  <c:v>45694</c:v>
                </c:pt>
                <c:pt idx="509">
                  <c:v>45693</c:v>
                </c:pt>
                <c:pt idx="510">
                  <c:v>45692</c:v>
                </c:pt>
                <c:pt idx="511">
                  <c:v>45691</c:v>
                </c:pt>
                <c:pt idx="512">
                  <c:v>45690</c:v>
                </c:pt>
                <c:pt idx="513">
                  <c:v>45689</c:v>
                </c:pt>
                <c:pt idx="514">
                  <c:v>45688</c:v>
                </c:pt>
                <c:pt idx="515">
                  <c:v>45687</c:v>
                </c:pt>
                <c:pt idx="516">
                  <c:v>45686</c:v>
                </c:pt>
                <c:pt idx="517">
                  <c:v>45685</c:v>
                </c:pt>
                <c:pt idx="518">
                  <c:v>45684</c:v>
                </c:pt>
                <c:pt idx="519">
                  <c:v>45683</c:v>
                </c:pt>
                <c:pt idx="520">
                  <c:v>45682</c:v>
                </c:pt>
                <c:pt idx="521">
                  <c:v>45681</c:v>
                </c:pt>
                <c:pt idx="522">
                  <c:v>45680</c:v>
                </c:pt>
                <c:pt idx="523">
                  <c:v>45679</c:v>
                </c:pt>
                <c:pt idx="524">
                  <c:v>45678</c:v>
                </c:pt>
                <c:pt idx="525">
                  <c:v>45677</c:v>
                </c:pt>
                <c:pt idx="526">
                  <c:v>45676</c:v>
                </c:pt>
                <c:pt idx="527">
                  <c:v>45675</c:v>
                </c:pt>
                <c:pt idx="528">
                  <c:v>45674</c:v>
                </c:pt>
                <c:pt idx="529">
                  <c:v>45673</c:v>
                </c:pt>
                <c:pt idx="530">
                  <c:v>45672</c:v>
                </c:pt>
                <c:pt idx="531">
                  <c:v>45671</c:v>
                </c:pt>
                <c:pt idx="532">
                  <c:v>45670</c:v>
                </c:pt>
                <c:pt idx="533">
                  <c:v>45669</c:v>
                </c:pt>
                <c:pt idx="534">
                  <c:v>45668</c:v>
                </c:pt>
                <c:pt idx="535">
                  <c:v>45667</c:v>
                </c:pt>
                <c:pt idx="536">
                  <c:v>45666</c:v>
                </c:pt>
                <c:pt idx="537">
                  <c:v>45665</c:v>
                </c:pt>
                <c:pt idx="538">
                  <c:v>45664</c:v>
                </c:pt>
                <c:pt idx="539">
                  <c:v>45663</c:v>
                </c:pt>
                <c:pt idx="540">
                  <c:v>45662</c:v>
                </c:pt>
                <c:pt idx="541">
                  <c:v>45661</c:v>
                </c:pt>
                <c:pt idx="542">
                  <c:v>45660</c:v>
                </c:pt>
                <c:pt idx="543">
                  <c:v>45659</c:v>
                </c:pt>
                <c:pt idx="544">
                  <c:v>45658</c:v>
                </c:pt>
                <c:pt idx="545">
                  <c:v>45657</c:v>
                </c:pt>
                <c:pt idx="546">
                  <c:v>45656</c:v>
                </c:pt>
                <c:pt idx="547">
                  <c:v>45655</c:v>
                </c:pt>
                <c:pt idx="548">
                  <c:v>45654</c:v>
                </c:pt>
                <c:pt idx="549">
                  <c:v>45653</c:v>
                </c:pt>
                <c:pt idx="550">
                  <c:v>45652</c:v>
                </c:pt>
                <c:pt idx="551">
                  <c:v>45651</c:v>
                </c:pt>
                <c:pt idx="552">
                  <c:v>45650</c:v>
                </c:pt>
                <c:pt idx="553">
                  <c:v>45649</c:v>
                </c:pt>
                <c:pt idx="554">
                  <c:v>45648</c:v>
                </c:pt>
                <c:pt idx="555">
                  <c:v>45647</c:v>
                </c:pt>
                <c:pt idx="556">
                  <c:v>45646</c:v>
                </c:pt>
                <c:pt idx="557">
                  <c:v>45645</c:v>
                </c:pt>
                <c:pt idx="558">
                  <c:v>45644</c:v>
                </c:pt>
                <c:pt idx="559">
                  <c:v>45643</c:v>
                </c:pt>
                <c:pt idx="560">
                  <c:v>45642</c:v>
                </c:pt>
                <c:pt idx="561">
                  <c:v>45641</c:v>
                </c:pt>
                <c:pt idx="562">
                  <c:v>45640</c:v>
                </c:pt>
                <c:pt idx="563">
                  <c:v>45639</c:v>
                </c:pt>
                <c:pt idx="564">
                  <c:v>45638</c:v>
                </c:pt>
                <c:pt idx="565">
                  <c:v>45637</c:v>
                </c:pt>
                <c:pt idx="566">
                  <c:v>45636</c:v>
                </c:pt>
                <c:pt idx="567">
                  <c:v>45635</c:v>
                </c:pt>
                <c:pt idx="568">
                  <c:v>45634</c:v>
                </c:pt>
                <c:pt idx="569">
                  <c:v>45633</c:v>
                </c:pt>
                <c:pt idx="570">
                  <c:v>45632</c:v>
                </c:pt>
                <c:pt idx="571">
                  <c:v>45631</c:v>
                </c:pt>
                <c:pt idx="572">
                  <c:v>45630</c:v>
                </c:pt>
                <c:pt idx="573">
                  <c:v>45629</c:v>
                </c:pt>
                <c:pt idx="574">
                  <c:v>45628</c:v>
                </c:pt>
                <c:pt idx="575">
                  <c:v>45627</c:v>
                </c:pt>
                <c:pt idx="576">
                  <c:v>45626</c:v>
                </c:pt>
                <c:pt idx="577">
                  <c:v>45625</c:v>
                </c:pt>
                <c:pt idx="578">
                  <c:v>45624</c:v>
                </c:pt>
                <c:pt idx="579">
                  <c:v>45623</c:v>
                </c:pt>
                <c:pt idx="580">
                  <c:v>45622</c:v>
                </c:pt>
                <c:pt idx="581">
                  <c:v>45621</c:v>
                </c:pt>
                <c:pt idx="582">
                  <c:v>45620</c:v>
                </c:pt>
                <c:pt idx="583">
                  <c:v>45619</c:v>
                </c:pt>
                <c:pt idx="584">
                  <c:v>45618</c:v>
                </c:pt>
                <c:pt idx="585">
                  <c:v>45617</c:v>
                </c:pt>
                <c:pt idx="586">
                  <c:v>45616</c:v>
                </c:pt>
                <c:pt idx="587">
                  <c:v>45615</c:v>
                </c:pt>
                <c:pt idx="588">
                  <c:v>45614</c:v>
                </c:pt>
                <c:pt idx="589">
                  <c:v>45613</c:v>
                </c:pt>
                <c:pt idx="590">
                  <c:v>45612</c:v>
                </c:pt>
                <c:pt idx="591">
                  <c:v>45611</c:v>
                </c:pt>
                <c:pt idx="592">
                  <c:v>45610</c:v>
                </c:pt>
                <c:pt idx="593">
                  <c:v>45609</c:v>
                </c:pt>
                <c:pt idx="594">
                  <c:v>45608</c:v>
                </c:pt>
                <c:pt idx="595">
                  <c:v>45607</c:v>
                </c:pt>
                <c:pt idx="596">
                  <c:v>45606</c:v>
                </c:pt>
                <c:pt idx="597">
                  <c:v>45605</c:v>
                </c:pt>
                <c:pt idx="598">
                  <c:v>45604</c:v>
                </c:pt>
                <c:pt idx="599">
                  <c:v>45603</c:v>
                </c:pt>
                <c:pt idx="600">
                  <c:v>45602</c:v>
                </c:pt>
                <c:pt idx="601">
                  <c:v>45601</c:v>
                </c:pt>
                <c:pt idx="602">
                  <c:v>45600</c:v>
                </c:pt>
                <c:pt idx="603">
                  <c:v>45599</c:v>
                </c:pt>
                <c:pt idx="604">
                  <c:v>45598</c:v>
                </c:pt>
                <c:pt idx="605">
                  <c:v>45597</c:v>
                </c:pt>
                <c:pt idx="606">
                  <c:v>45596</c:v>
                </c:pt>
                <c:pt idx="607">
                  <c:v>45595</c:v>
                </c:pt>
                <c:pt idx="608">
                  <c:v>45594</c:v>
                </c:pt>
                <c:pt idx="609">
                  <c:v>45593</c:v>
                </c:pt>
                <c:pt idx="610">
                  <c:v>45592</c:v>
                </c:pt>
                <c:pt idx="611">
                  <c:v>45591</c:v>
                </c:pt>
                <c:pt idx="612">
                  <c:v>45590</c:v>
                </c:pt>
                <c:pt idx="613">
                  <c:v>45589</c:v>
                </c:pt>
                <c:pt idx="614">
                  <c:v>45588</c:v>
                </c:pt>
                <c:pt idx="615">
                  <c:v>45587</c:v>
                </c:pt>
                <c:pt idx="616">
                  <c:v>45586</c:v>
                </c:pt>
                <c:pt idx="617">
                  <c:v>45585</c:v>
                </c:pt>
                <c:pt idx="618">
                  <c:v>45584</c:v>
                </c:pt>
                <c:pt idx="619">
                  <c:v>45583</c:v>
                </c:pt>
                <c:pt idx="620">
                  <c:v>45582</c:v>
                </c:pt>
                <c:pt idx="621">
                  <c:v>45581</c:v>
                </c:pt>
                <c:pt idx="622">
                  <c:v>45580</c:v>
                </c:pt>
                <c:pt idx="623">
                  <c:v>45579</c:v>
                </c:pt>
                <c:pt idx="624">
                  <c:v>45578</c:v>
                </c:pt>
                <c:pt idx="625">
                  <c:v>45577</c:v>
                </c:pt>
                <c:pt idx="626">
                  <c:v>45576</c:v>
                </c:pt>
                <c:pt idx="627">
                  <c:v>45575</c:v>
                </c:pt>
                <c:pt idx="628">
                  <c:v>45574</c:v>
                </c:pt>
                <c:pt idx="629">
                  <c:v>45573</c:v>
                </c:pt>
                <c:pt idx="630">
                  <c:v>45572</c:v>
                </c:pt>
                <c:pt idx="631">
                  <c:v>45571</c:v>
                </c:pt>
                <c:pt idx="632">
                  <c:v>45570</c:v>
                </c:pt>
                <c:pt idx="633">
                  <c:v>45569</c:v>
                </c:pt>
                <c:pt idx="634">
                  <c:v>45568</c:v>
                </c:pt>
                <c:pt idx="635">
                  <c:v>45567</c:v>
                </c:pt>
                <c:pt idx="636">
                  <c:v>45566</c:v>
                </c:pt>
                <c:pt idx="637">
                  <c:v>45565</c:v>
                </c:pt>
                <c:pt idx="638">
                  <c:v>45564</c:v>
                </c:pt>
                <c:pt idx="639">
                  <c:v>45563</c:v>
                </c:pt>
                <c:pt idx="640">
                  <c:v>45562</c:v>
                </c:pt>
                <c:pt idx="641">
                  <c:v>45561</c:v>
                </c:pt>
                <c:pt idx="642">
                  <c:v>45560</c:v>
                </c:pt>
                <c:pt idx="643">
                  <c:v>45559</c:v>
                </c:pt>
                <c:pt idx="644">
                  <c:v>45558</c:v>
                </c:pt>
                <c:pt idx="645">
                  <c:v>45557</c:v>
                </c:pt>
                <c:pt idx="646">
                  <c:v>45556</c:v>
                </c:pt>
                <c:pt idx="647">
                  <c:v>45555</c:v>
                </c:pt>
                <c:pt idx="648">
                  <c:v>45554</c:v>
                </c:pt>
                <c:pt idx="649">
                  <c:v>45553</c:v>
                </c:pt>
                <c:pt idx="650">
                  <c:v>45552</c:v>
                </c:pt>
                <c:pt idx="651">
                  <c:v>45551</c:v>
                </c:pt>
                <c:pt idx="652">
                  <c:v>45550</c:v>
                </c:pt>
                <c:pt idx="653">
                  <c:v>45549</c:v>
                </c:pt>
                <c:pt idx="654">
                  <c:v>45548</c:v>
                </c:pt>
                <c:pt idx="655">
                  <c:v>45547</c:v>
                </c:pt>
                <c:pt idx="656">
                  <c:v>45546</c:v>
                </c:pt>
                <c:pt idx="657">
                  <c:v>45545</c:v>
                </c:pt>
                <c:pt idx="658">
                  <c:v>45544</c:v>
                </c:pt>
                <c:pt idx="659">
                  <c:v>45543</c:v>
                </c:pt>
                <c:pt idx="660">
                  <c:v>45542</c:v>
                </c:pt>
                <c:pt idx="661">
                  <c:v>45541</c:v>
                </c:pt>
                <c:pt idx="662">
                  <c:v>45540</c:v>
                </c:pt>
                <c:pt idx="663">
                  <c:v>45539</c:v>
                </c:pt>
                <c:pt idx="664">
                  <c:v>45538</c:v>
                </c:pt>
                <c:pt idx="665">
                  <c:v>45537</c:v>
                </c:pt>
                <c:pt idx="666">
                  <c:v>45536</c:v>
                </c:pt>
                <c:pt idx="667">
                  <c:v>45535</c:v>
                </c:pt>
                <c:pt idx="668">
                  <c:v>45534</c:v>
                </c:pt>
                <c:pt idx="669">
                  <c:v>45533</c:v>
                </c:pt>
                <c:pt idx="670">
                  <c:v>45532</c:v>
                </c:pt>
                <c:pt idx="671">
                  <c:v>45531</c:v>
                </c:pt>
                <c:pt idx="672">
                  <c:v>45530</c:v>
                </c:pt>
                <c:pt idx="673">
                  <c:v>45529</c:v>
                </c:pt>
                <c:pt idx="674">
                  <c:v>45528</c:v>
                </c:pt>
                <c:pt idx="675">
                  <c:v>45527</c:v>
                </c:pt>
                <c:pt idx="676">
                  <c:v>45526</c:v>
                </c:pt>
                <c:pt idx="677">
                  <c:v>45525</c:v>
                </c:pt>
                <c:pt idx="678">
                  <c:v>45524</c:v>
                </c:pt>
                <c:pt idx="679">
                  <c:v>45523</c:v>
                </c:pt>
                <c:pt idx="680">
                  <c:v>45522</c:v>
                </c:pt>
                <c:pt idx="681">
                  <c:v>45521</c:v>
                </c:pt>
                <c:pt idx="682">
                  <c:v>45520</c:v>
                </c:pt>
                <c:pt idx="683">
                  <c:v>45519</c:v>
                </c:pt>
                <c:pt idx="684">
                  <c:v>45518</c:v>
                </c:pt>
                <c:pt idx="685">
                  <c:v>45517</c:v>
                </c:pt>
                <c:pt idx="686">
                  <c:v>45516</c:v>
                </c:pt>
                <c:pt idx="687">
                  <c:v>45515</c:v>
                </c:pt>
                <c:pt idx="688">
                  <c:v>45514</c:v>
                </c:pt>
                <c:pt idx="689">
                  <c:v>45513</c:v>
                </c:pt>
                <c:pt idx="690">
                  <c:v>45512</c:v>
                </c:pt>
                <c:pt idx="691">
                  <c:v>45511</c:v>
                </c:pt>
                <c:pt idx="692">
                  <c:v>45510</c:v>
                </c:pt>
                <c:pt idx="693">
                  <c:v>45509</c:v>
                </c:pt>
                <c:pt idx="694">
                  <c:v>45508</c:v>
                </c:pt>
                <c:pt idx="695">
                  <c:v>45507</c:v>
                </c:pt>
                <c:pt idx="696">
                  <c:v>45506</c:v>
                </c:pt>
                <c:pt idx="697">
                  <c:v>45505</c:v>
                </c:pt>
                <c:pt idx="698">
                  <c:v>45504</c:v>
                </c:pt>
                <c:pt idx="699">
                  <c:v>45503</c:v>
                </c:pt>
                <c:pt idx="700">
                  <c:v>45502</c:v>
                </c:pt>
                <c:pt idx="701">
                  <c:v>45501</c:v>
                </c:pt>
                <c:pt idx="702">
                  <c:v>45500</c:v>
                </c:pt>
                <c:pt idx="703">
                  <c:v>45499</c:v>
                </c:pt>
                <c:pt idx="704">
                  <c:v>45498</c:v>
                </c:pt>
                <c:pt idx="705">
                  <c:v>45497</c:v>
                </c:pt>
                <c:pt idx="706">
                  <c:v>45496</c:v>
                </c:pt>
                <c:pt idx="707">
                  <c:v>45495</c:v>
                </c:pt>
                <c:pt idx="708">
                  <c:v>45494</c:v>
                </c:pt>
                <c:pt idx="709">
                  <c:v>45493</c:v>
                </c:pt>
                <c:pt idx="710">
                  <c:v>45492</c:v>
                </c:pt>
                <c:pt idx="711">
                  <c:v>45491</c:v>
                </c:pt>
                <c:pt idx="712">
                  <c:v>45490</c:v>
                </c:pt>
                <c:pt idx="713">
                  <c:v>45489</c:v>
                </c:pt>
                <c:pt idx="714">
                  <c:v>45488</c:v>
                </c:pt>
                <c:pt idx="715">
                  <c:v>45487</c:v>
                </c:pt>
                <c:pt idx="716">
                  <c:v>45486</c:v>
                </c:pt>
                <c:pt idx="717">
                  <c:v>45485</c:v>
                </c:pt>
                <c:pt idx="718">
                  <c:v>45484</c:v>
                </c:pt>
                <c:pt idx="719">
                  <c:v>45483</c:v>
                </c:pt>
                <c:pt idx="720">
                  <c:v>45482</c:v>
                </c:pt>
                <c:pt idx="721">
                  <c:v>45481</c:v>
                </c:pt>
                <c:pt idx="722">
                  <c:v>45480</c:v>
                </c:pt>
                <c:pt idx="723">
                  <c:v>45479</c:v>
                </c:pt>
                <c:pt idx="724">
                  <c:v>45478</c:v>
                </c:pt>
                <c:pt idx="725">
                  <c:v>45477</c:v>
                </c:pt>
                <c:pt idx="726">
                  <c:v>45476</c:v>
                </c:pt>
                <c:pt idx="727">
                  <c:v>45475</c:v>
                </c:pt>
                <c:pt idx="728">
                  <c:v>45474</c:v>
                </c:pt>
                <c:pt idx="729">
                  <c:v>45473</c:v>
                </c:pt>
                <c:pt idx="730">
                  <c:v>45472</c:v>
                </c:pt>
                <c:pt idx="731">
                  <c:v>45471</c:v>
                </c:pt>
                <c:pt idx="732">
                  <c:v>45470</c:v>
                </c:pt>
                <c:pt idx="733">
                  <c:v>45469</c:v>
                </c:pt>
                <c:pt idx="734">
                  <c:v>45468</c:v>
                </c:pt>
                <c:pt idx="735">
                  <c:v>45467</c:v>
                </c:pt>
                <c:pt idx="736">
                  <c:v>45466</c:v>
                </c:pt>
                <c:pt idx="737">
                  <c:v>45465</c:v>
                </c:pt>
                <c:pt idx="738">
                  <c:v>45464</c:v>
                </c:pt>
                <c:pt idx="739">
                  <c:v>45463</c:v>
                </c:pt>
                <c:pt idx="740">
                  <c:v>45462</c:v>
                </c:pt>
                <c:pt idx="741">
                  <c:v>45461</c:v>
                </c:pt>
                <c:pt idx="742">
                  <c:v>45460</c:v>
                </c:pt>
                <c:pt idx="743">
                  <c:v>45459</c:v>
                </c:pt>
                <c:pt idx="744">
                  <c:v>45458</c:v>
                </c:pt>
                <c:pt idx="745">
                  <c:v>45457</c:v>
                </c:pt>
                <c:pt idx="746">
                  <c:v>45456</c:v>
                </c:pt>
                <c:pt idx="747">
                  <c:v>45455</c:v>
                </c:pt>
                <c:pt idx="748">
                  <c:v>45454</c:v>
                </c:pt>
                <c:pt idx="749">
                  <c:v>45453</c:v>
                </c:pt>
                <c:pt idx="750">
                  <c:v>45452</c:v>
                </c:pt>
                <c:pt idx="751">
                  <c:v>45451</c:v>
                </c:pt>
                <c:pt idx="752">
                  <c:v>45450</c:v>
                </c:pt>
                <c:pt idx="753">
                  <c:v>45449</c:v>
                </c:pt>
                <c:pt idx="754">
                  <c:v>45448</c:v>
                </c:pt>
                <c:pt idx="755">
                  <c:v>45447</c:v>
                </c:pt>
                <c:pt idx="756">
                  <c:v>45446</c:v>
                </c:pt>
                <c:pt idx="757">
                  <c:v>45445</c:v>
                </c:pt>
                <c:pt idx="758">
                  <c:v>45444</c:v>
                </c:pt>
                <c:pt idx="759">
                  <c:v>45443</c:v>
                </c:pt>
                <c:pt idx="760">
                  <c:v>45442</c:v>
                </c:pt>
                <c:pt idx="761">
                  <c:v>45441</c:v>
                </c:pt>
                <c:pt idx="762">
                  <c:v>45440</c:v>
                </c:pt>
                <c:pt idx="763">
                  <c:v>45439</c:v>
                </c:pt>
                <c:pt idx="764">
                  <c:v>45438</c:v>
                </c:pt>
                <c:pt idx="765">
                  <c:v>45437</c:v>
                </c:pt>
                <c:pt idx="766">
                  <c:v>45436</c:v>
                </c:pt>
                <c:pt idx="767">
                  <c:v>45435</c:v>
                </c:pt>
                <c:pt idx="768">
                  <c:v>45434</c:v>
                </c:pt>
                <c:pt idx="769">
                  <c:v>45433</c:v>
                </c:pt>
                <c:pt idx="770">
                  <c:v>45432</c:v>
                </c:pt>
                <c:pt idx="771">
                  <c:v>45431</c:v>
                </c:pt>
                <c:pt idx="772">
                  <c:v>45430</c:v>
                </c:pt>
                <c:pt idx="773">
                  <c:v>45429</c:v>
                </c:pt>
                <c:pt idx="774">
                  <c:v>45428</c:v>
                </c:pt>
                <c:pt idx="775">
                  <c:v>45427</c:v>
                </c:pt>
                <c:pt idx="776">
                  <c:v>45426</c:v>
                </c:pt>
                <c:pt idx="777">
                  <c:v>45425</c:v>
                </c:pt>
                <c:pt idx="778">
                  <c:v>45424</c:v>
                </c:pt>
                <c:pt idx="779">
                  <c:v>45423</c:v>
                </c:pt>
                <c:pt idx="780">
                  <c:v>45422</c:v>
                </c:pt>
                <c:pt idx="781">
                  <c:v>45421</c:v>
                </c:pt>
                <c:pt idx="782">
                  <c:v>45420</c:v>
                </c:pt>
                <c:pt idx="783">
                  <c:v>45419</c:v>
                </c:pt>
                <c:pt idx="784">
                  <c:v>45418</c:v>
                </c:pt>
                <c:pt idx="785">
                  <c:v>45417</c:v>
                </c:pt>
                <c:pt idx="786">
                  <c:v>45416</c:v>
                </c:pt>
                <c:pt idx="787">
                  <c:v>45415</c:v>
                </c:pt>
                <c:pt idx="788">
                  <c:v>45414</c:v>
                </c:pt>
                <c:pt idx="789">
                  <c:v>45413</c:v>
                </c:pt>
                <c:pt idx="790">
                  <c:v>45412</c:v>
                </c:pt>
                <c:pt idx="791">
                  <c:v>45411</c:v>
                </c:pt>
                <c:pt idx="792">
                  <c:v>45410</c:v>
                </c:pt>
                <c:pt idx="793">
                  <c:v>45409</c:v>
                </c:pt>
                <c:pt idx="794">
                  <c:v>45408</c:v>
                </c:pt>
                <c:pt idx="795">
                  <c:v>45407</c:v>
                </c:pt>
                <c:pt idx="796">
                  <c:v>45406</c:v>
                </c:pt>
                <c:pt idx="797">
                  <c:v>45405</c:v>
                </c:pt>
                <c:pt idx="798">
                  <c:v>45404</c:v>
                </c:pt>
                <c:pt idx="799">
                  <c:v>45403</c:v>
                </c:pt>
                <c:pt idx="800">
                  <c:v>45402</c:v>
                </c:pt>
                <c:pt idx="801">
                  <c:v>45401</c:v>
                </c:pt>
                <c:pt idx="802">
                  <c:v>45400</c:v>
                </c:pt>
                <c:pt idx="803">
                  <c:v>45399</c:v>
                </c:pt>
                <c:pt idx="804">
                  <c:v>45398</c:v>
                </c:pt>
                <c:pt idx="805">
                  <c:v>45397</c:v>
                </c:pt>
                <c:pt idx="806">
                  <c:v>45396</c:v>
                </c:pt>
                <c:pt idx="807">
                  <c:v>45395</c:v>
                </c:pt>
                <c:pt idx="808">
                  <c:v>45394</c:v>
                </c:pt>
                <c:pt idx="809">
                  <c:v>45393</c:v>
                </c:pt>
                <c:pt idx="810">
                  <c:v>45392</c:v>
                </c:pt>
                <c:pt idx="811">
                  <c:v>45391</c:v>
                </c:pt>
                <c:pt idx="812">
                  <c:v>45390</c:v>
                </c:pt>
                <c:pt idx="813">
                  <c:v>45389</c:v>
                </c:pt>
                <c:pt idx="814">
                  <c:v>45388</c:v>
                </c:pt>
                <c:pt idx="815">
                  <c:v>45387</c:v>
                </c:pt>
                <c:pt idx="816">
                  <c:v>45386</c:v>
                </c:pt>
                <c:pt idx="817">
                  <c:v>45385</c:v>
                </c:pt>
                <c:pt idx="818">
                  <c:v>45384</c:v>
                </c:pt>
                <c:pt idx="819">
                  <c:v>45383</c:v>
                </c:pt>
                <c:pt idx="820">
                  <c:v>45382</c:v>
                </c:pt>
                <c:pt idx="821">
                  <c:v>45381</c:v>
                </c:pt>
                <c:pt idx="822">
                  <c:v>45380</c:v>
                </c:pt>
                <c:pt idx="823">
                  <c:v>45379</c:v>
                </c:pt>
                <c:pt idx="824">
                  <c:v>45378</c:v>
                </c:pt>
                <c:pt idx="825">
                  <c:v>45377</c:v>
                </c:pt>
                <c:pt idx="826">
                  <c:v>45376</c:v>
                </c:pt>
                <c:pt idx="827">
                  <c:v>45375</c:v>
                </c:pt>
                <c:pt idx="828">
                  <c:v>45374</c:v>
                </c:pt>
                <c:pt idx="829">
                  <c:v>45373</c:v>
                </c:pt>
                <c:pt idx="830">
                  <c:v>45372</c:v>
                </c:pt>
                <c:pt idx="831">
                  <c:v>45371</c:v>
                </c:pt>
                <c:pt idx="832">
                  <c:v>45370</c:v>
                </c:pt>
                <c:pt idx="833">
                  <c:v>45369</c:v>
                </c:pt>
                <c:pt idx="834">
                  <c:v>45368</c:v>
                </c:pt>
                <c:pt idx="835">
                  <c:v>45367</c:v>
                </c:pt>
                <c:pt idx="836">
                  <c:v>45366</c:v>
                </c:pt>
                <c:pt idx="837">
                  <c:v>45365</c:v>
                </c:pt>
                <c:pt idx="838">
                  <c:v>45364</c:v>
                </c:pt>
                <c:pt idx="839">
                  <c:v>45363</c:v>
                </c:pt>
                <c:pt idx="840">
                  <c:v>45362</c:v>
                </c:pt>
                <c:pt idx="841">
                  <c:v>45361</c:v>
                </c:pt>
                <c:pt idx="842">
                  <c:v>45360</c:v>
                </c:pt>
                <c:pt idx="843">
                  <c:v>45359</c:v>
                </c:pt>
                <c:pt idx="844">
                  <c:v>45358</c:v>
                </c:pt>
                <c:pt idx="845">
                  <c:v>45357</c:v>
                </c:pt>
                <c:pt idx="846">
                  <c:v>45356</c:v>
                </c:pt>
                <c:pt idx="847">
                  <c:v>45355</c:v>
                </c:pt>
                <c:pt idx="848">
                  <c:v>45354</c:v>
                </c:pt>
                <c:pt idx="849">
                  <c:v>45353</c:v>
                </c:pt>
                <c:pt idx="850">
                  <c:v>45352</c:v>
                </c:pt>
                <c:pt idx="851">
                  <c:v>45351</c:v>
                </c:pt>
                <c:pt idx="852">
                  <c:v>45350</c:v>
                </c:pt>
                <c:pt idx="853">
                  <c:v>45349</c:v>
                </c:pt>
                <c:pt idx="854">
                  <c:v>45348</c:v>
                </c:pt>
                <c:pt idx="855">
                  <c:v>45347</c:v>
                </c:pt>
                <c:pt idx="856">
                  <c:v>45346</c:v>
                </c:pt>
                <c:pt idx="857">
                  <c:v>45345</c:v>
                </c:pt>
                <c:pt idx="858">
                  <c:v>45344</c:v>
                </c:pt>
                <c:pt idx="859">
                  <c:v>45343</c:v>
                </c:pt>
                <c:pt idx="860">
                  <c:v>45342</c:v>
                </c:pt>
                <c:pt idx="861">
                  <c:v>45341</c:v>
                </c:pt>
                <c:pt idx="862">
                  <c:v>45340</c:v>
                </c:pt>
                <c:pt idx="863">
                  <c:v>45339</c:v>
                </c:pt>
                <c:pt idx="864">
                  <c:v>45338</c:v>
                </c:pt>
                <c:pt idx="865">
                  <c:v>45337</c:v>
                </c:pt>
                <c:pt idx="866">
                  <c:v>45336</c:v>
                </c:pt>
                <c:pt idx="867">
                  <c:v>45335</c:v>
                </c:pt>
                <c:pt idx="868">
                  <c:v>45334</c:v>
                </c:pt>
                <c:pt idx="869">
                  <c:v>45333</c:v>
                </c:pt>
                <c:pt idx="870">
                  <c:v>45332</c:v>
                </c:pt>
                <c:pt idx="871">
                  <c:v>45331</c:v>
                </c:pt>
                <c:pt idx="872">
                  <c:v>45330</c:v>
                </c:pt>
                <c:pt idx="873">
                  <c:v>45329</c:v>
                </c:pt>
                <c:pt idx="874">
                  <c:v>45328</c:v>
                </c:pt>
                <c:pt idx="875">
                  <c:v>45327</c:v>
                </c:pt>
                <c:pt idx="876">
                  <c:v>45326</c:v>
                </c:pt>
                <c:pt idx="877">
                  <c:v>45325</c:v>
                </c:pt>
                <c:pt idx="878">
                  <c:v>45324</c:v>
                </c:pt>
                <c:pt idx="879">
                  <c:v>45323</c:v>
                </c:pt>
                <c:pt idx="880">
                  <c:v>45322</c:v>
                </c:pt>
                <c:pt idx="881">
                  <c:v>45321</c:v>
                </c:pt>
                <c:pt idx="882">
                  <c:v>45320</c:v>
                </c:pt>
                <c:pt idx="883">
                  <c:v>45319</c:v>
                </c:pt>
                <c:pt idx="884">
                  <c:v>45318</c:v>
                </c:pt>
                <c:pt idx="885">
                  <c:v>45317</c:v>
                </c:pt>
                <c:pt idx="886">
                  <c:v>45316</c:v>
                </c:pt>
                <c:pt idx="887">
                  <c:v>45315</c:v>
                </c:pt>
                <c:pt idx="888">
                  <c:v>45314</c:v>
                </c:pt>
                <c:pt idx="889">
                  <c:v>45313</c:v>
                </c:pt>
                <c:pt idx="890">
                  <c:v>45312</c:v>
                </c:pt>
                <c:pt idx="891">
                  <c:v>45311</c:v>
                </c:pt>
                <c:pt idx="892">
                  <c:v>45310</c:v>
                </c:pt>
                <c:pt idx="893">
                  <c:v>45309</c:v>
                </c:pt>
                <c:pt idx="894">
                  <c:v>45308</c:v>
                </c:pt>
                <c:pt idx="895">
                  <c:v>45307</c:v>
                </c:pt>
                <c:pt idx="896">
                  <c:v>45306</c:v>
                </c:pt>
                <c:pt idx="897">
                  <c:v>45305</c:v>
                </c:pt>
                <c:pt idx="898">
                  <c:v>45304</c:v>
                </c:pt>
                <c:pt idx="899">
                  <c:v>45303</c:v>
                </c:pt>
                <c:pt idx="900">
                  <c:v>45302</c:v>
                </c:pt>
                <c:pt idx="901">
                  <c:v>45301</c:v>
                </c:pt>
                <c:pt idx="902">
                  <c:v>45300</c:v>
                </c:pt>
                <c:pt idx="903">
                  <c:v>45299</c:v>
                </c:pt>
                <c:pt idx="904">
                  <c:v>45298</c:v>
                </c:pt>
                <c:pt idx="905">
                  <c:v>45297</c:v>
                </c:pt>
                <c:pt idx="906">
                  <c:v>45296</c:v>
                </c:pt>
                <c:pt idx="907">
                  <c:v>45295</c:v>
                </c:pt>
                <c:pt idx="908">
                  <c:v>45294</c:v>
                </c:pt>
                <c:pt idx="909">
                  <c:v>45293</c:v>
                </c:pt>
                <c:pt idx="910">
                  <c:v>45292</c:v>
                </c:pt>
                <c:pt idx="911">
                  <c:v>45291</c:v>
                </c:pt>
                <c:pt idx="912">
                  <c:v>45290</c:v>
                </c:pt>
                <c:pt idx="913">
                  <c:v>45289</c:v>
                </c:pt>
                <c:pt idx="914">
                  <c:v>45288</c:v>
                </c:pt>
                <c:pt idx="915">
                  <c:v>45287</c:v>
                </c:pt>
                <c:pt idx="916">
                  <c:v>45286</c:v>
                </c:pt>
                <c:pt idx="917">
                  <c:v>45285</c:v>
                </c:pt>
                <c:pt idx="918">
                  <c:v>45284</c:v>
                </c:pt>
                <c:pt idx="919">
                  <c:v>45283</c:v>
                </c:pt>
                <c:pt idx="920">
                  <c:v>45282</c:v>
                </c:pt>
                <c:pt idx="921">
                  <c:v>45281</c:v>
                </c:pt>
                <c:pt idx="922">
                  <c:v>45280</c:v>
                </c:pt>
                <c:pt idx="923">
                  <c:v>45279</c:v>
                </c:pt>
                <c:pt idx="924">
                  <c:v>45278</c:v>
                </c:pt>
                <c:pt idx="925">
                  <c:v>45277</c:v>
                </c:pt>
                <c:pt idx="926">
                  <c:v>45276</c:v>
                </c:pt>
                <c:pt idx="927">
                  <c:v>45275</c:v>
                </c:pt>
                <c:pt idx="928">
                  <c:v>45274</c:v>
                </c:pt>
                <c:pt idx="929">
                  <c:v>45273</c:v>
                </c:pt>
                <c:pt idx="930">
                  <c:v>45272</c:v>
                </c:pt>
                <c:pt idx="931">
                  <c:v>45271</c:v>
                </c:pt>
                <c:pt idx="932">
                  <c:v>45270</c:v>
                </c:pt>
                <c:pt idx="933">
                  <c:v>45269</c:v>
                </c:pt>
                <c:pt idx="934">
                  <c:v>45268</c:v>
                </c:pt>
                <c:pt idx="935">
                  <c:v>45267</c:v>
                </c:pt>
                <c:pt idx="936">
                  <c:v>45266</c:v>
                </c:pt>
                <c:pt idx="937">
                  <c:v>45265</c:v>
                </c:pt>
                <c:pt idx="938">
                  <c:v>45264</c:v>
                </c:pt>
                <c:pt idx="939">
                  <c:v>45263</c:v>
                </c:pt>
                <c:pt idx="940">
                  <c:v>45262</c:v>
                </c:pt>
                <c:pt idx="941">
                  <c:v>45261</c:v>
                </c:pt>
                <c:pt idx="942">
                  <c:v>45260</c:v>
                </c:pt>
                <c:pt idx="943">
                  <c:v>45259</c:v>
                </c:pt>
                <c:pt idx="944">
                  <c:v>45258</c:v>
                </c:pt>
                <c:pt idx="945">
                  <c:v>45257</c:v>
                </c:pt>
                <c:pt idx="946">
                  <c:v>45256</c:v>
                </c:pt>
                <c:pt idx="947">
                  <c:v>45255</c:v>
                </c:pt>
                <c:pt idx="948">
                  <c:v>45254</c:v>
                </c:pt>
                <c:pt idx="949">
                  <c:v>45253</c:v>
                </c:pt>
                <c:pt idx="950">
                  <c:v>45252</c:v>
                </c:pt>
                <c:pt idx="951">
                  <c:v>45251</c:v>
                </c:pt>
                <c:pt idx="952">
                  <c:v>45250</c:v>
                </c:pt>
                <c:pt idx="953">
                  <c:v>45249</c:v>
                </c:pt>
                <c:pt idx="954">
                  <c:v>45248</c:v>
                </c:pt>
                <c:pt idx="955">
                  <c:v>45247</c:v>
                </c:pt>
                <c:pt idx="956">
                  <c:v>45246</c:v>
                </c:pt>
                <c:pt idx="957">
                  <c:v>45245</c:v>
                </c:pt>
                <c:pt idx="958">
                  <c:v>45244</c:v>
                </c:pt>
                <c:pt idx="959">
                  <c:v>45243</c:v>
                </c:pt>
                <c:pt idx="960">
                  <c:v>45242</c:v>
                </c:pt>
                <c:pt idx="961">
                  <c:v>45241</c:v>
                </c:pt>
                <c:pt idx="962">
                  <c:v>45240</c:v>
                </c:pt>
                <c:pt idx="963">
                  <c:v>45239</c:v>
                </c:pt>
                <c:pt idx="964">
                  <c:v>45238</c:v>
                </c:pt>
                <c:pt idx="965">
                  <c:v>45237</c:v>
                </c:pt>
                <c:pt idx="966">
                  <c:v>45236</c:v>
                </c:pt>
                <c:pt idx="967">
                  <c:v>45235</c:v>
                </c:pt>
                <c:pt idx="968">
                  <c:v>45234</c:v>
                </c:pt>
                <c:pt idx="969">
                  <c:v>45233</c:v>
                </c:pt>
                <c:pt idx="970">
                  <c:v>45232</c:v>
                </c:pt>
                <c:pt idx="971">
                  <c:v>45231</c:v>
                </c:pt>
                <c:pt idx="972">
                  <c:v>45230</c:v>
                </c:pt>
                <c:pt idx="973">
                  <c:v>45229</c:v>
                </c:pt>
                <c:pt idx="974">
                  <c:v>45228</c:v>
                </c:pt>
                <c:pt idx="975">
                  <c:v>45227</c:v>
                </c:pt>
                <c:pt idx="976">
                  <c:v>45226</c:v>
                </c:pt>
                <c:pt idx="977">
                  <c:v>45225</c:v>
                </c:pt>
                <c:pt idx="978">
                  <c:v>45224</c:v>
                </c:pt>
                <c:pt idx="979">
                  <c:v>45223</c:v>
                </c:pt>
                <c:pt idx="980">
                  <c:v>45222</c:v>
                </c:pt>
                <c:pt idx="981">
                  <c:v>45221</c:v>
                </c:pt>
                <c:pt idx="982">
                  <c:v>45220</c:v>
                </c:pt>
                <c:pt idx="983">
                  <c:v>45219</c:v>
                </c:pt>
                <c:pt idx="984">
                  <c:v>45218</c:v>
                </c:pt>
                <c:pt idx="985">
                  <c:v>45217</c:v>
                </c:pt>
                <c:pt idx="986">
                  <c:v>45216</c:v>
                </c:pt>
                <c:pt idx="987">
                  <c:v>45215</c:v>
                </c:pt>
                <c:pt idx="988">
                  <c:v>45214</c:v>
                </c:pt>
                <c:pt idx="989">
                  <c:v>45213</c:v>
                </c:pt>
                <c:pt idx="990">
                  <c:v>45212</c:v>
                </c:pt>
                <c:pt idx="991">
                  <c:v>45211</c:v>
                </c:pt>
                <c:pt idx="992">
                  <c:v>45210</c:v>
                </c:pt>
                <c:pt idx="993">
                  <c:v>45209</c:v>
                </c:pt>
                <c:pt idx="994">
                  <c:v>45208</c:v>
                </c:pt>
                <c:pt idx="995">
                  <c:v>45207</c:v>
                </c:pt>
                <c:pt idx="996">
                  <c:v>45206</c:v>
                </c:pt>
                <c:pt idx="997">
                  <c:v>45205</c:v>
                </c:pt>
                <c:pt idx="998">
                  <c:v>45204</c:v>
                </c:pt>
                <c:pt idx="999">
                  <c:v>45203</c:v>
                </c:pt>
                <c:pt idx="1000">
                  <c:v>45202</c:v>
                </c:pt>
                <c:pt idx="1001">
                  <c:v>45201</c:v>
                </c:pt>
                <c:pt idx="1002">
                  <c:v>45200</c:v>
                </c:pt>
                <c:pt idx="1003">
                  <c:v>45199</c:v>
                </c:pt>
                <c:pt idx="1004">
                  <c:v>45198</c:v>
                </c:pt>
                <c:pt idx="1005">
                  <c:v>45197</c:v>
                </c:pt>
                <c:pt idx="1006">
                  <c:v>45196</c:v>
                </c:pt>
                <c:pt idx="1007">
                  <c:v>45195</c:v>
                </c:pt>
                <c:pt idx="1008">
                  <c:v>45194</c:v>
                </c:pt>
                <c:pt idx="1009">
                  <c:v>45193</c:v>
                </c:pt>
                <c:pt idx="1010">
                  <c:v>45192</c:v>
                </c:pt>
                <c:pt idx="1011">
                  <c:v>45191</c:v>
                </c:pt>
                <c:pt idx="1012">
                  <c:v>45190</c:v>
                </c:pt>
                <c:pt idx="1013">
                  <c:v>45189</c:v>
                </c:pt>
                <c:pt idx="1014">
                  <c:v>45188</c:v>
                </c:pt>
                <c:pt idx="1015">
                  <c:v>45187</c:v>
                </c:pt>
                <c:pt idx="1016">
                  <c:v>45186</c:v>
                </c:pt>
                <c:pt idx="1017">
                  <c:v>45185</c:v>
                </c:pt>
                <c:pt idx="1018">
                  <c:v>45184</c:v>
                </c:pt>
                <c:pt idx="1019">
                  <c:v>45183</c:v>
                </c:pt>
                <c:pt idx="1020">
                  <c:v>45182</c:v>
                </c:pt>
                <c:pt idx="1021">
                  <c:v>45181</c:v>
                </c:pt>
                <c:pt idx="1022">
                  <c:v>45180</c:v>
                </c:pt>
                <c:pt idx="1023">
                  <c:v>45179</c:v>
                </c:pt>
                <c:pt idx="1024">
                  <c:v>45178</c:v>
                </c:pt>
                <c:pt idx="1025">
                  <c:v>45177</c:v>
                </c:pt>
                <c:pt idx="1026">
                  <c:v>45176</c:v>
                </c:pt>
                <c:pt idx="1027">
                  <c:v>45175</c:v>
                </c:pt>
                <c:pt idx="1028">
                  <c:v>45174</c:v>
                </c:pt>
                <c:pt idx="1029">
                  <c:v>45173</c:v>
                </c:pt>
                <c:pt idx="1030">
                  <c:v>45172</c:v>
                </c:pt>
                <c:pt idx="1031">
                  <c:v>45171</c:v>
                </c:pt>
                <c:pt idx="1032">
                  <c:v>45170</c:v>
                </c:pt>
                <c:pt idx="1033">
                  <c:v>45169</c:v>
                </c:pt>
                <c:pt idx="1034">
                  <c:v>45168</c:v>
                </c:pt>
                <c:pt idx="1035">
                  <c:v>45167</c:v>
                </c:pt>
                <c:pt idx="1036">
                  <c:v>45166</c:v>
                </c:pt>
                <c:pt idx="1037">
                  <c:v>45165</c:v>
                </c:pt>
                <c:pt idx="1038">
                  <c:v>45164</c:v>
                </c:pt>
                <c:pt idx="1039">
                  <c:v>45163</c:v>
                </c:pt>
                <c:pt idx="1040">
                  <c:v>45162</c:v>
                </c:pt>
                <c:pt idx="1041">
                  <c:v>45161</c:v>
                </c:pt>
                <c:pt idx="1042">
                  <c:v>45160</c:v>
                </c:pt>
                <c:pt idx="1043">
                  <c:v>45159</c:v>
                </c:pt>
                <c:pt idx="1044">
                  <c:v>45158</c:v>
                </c:pt>
                <c:pt idx="1045">
                  <c:v>45157</c:v>
                </c:pt>
                <c:pt idx="1046">
                  <c:v>45156</c:v>
                </c:pt>
                <c:pt idx="1047">
                  <c:v>45155</c:v>
                </c:pt>
                <c:pt idx="1048">
                  <c:v>45154</c:v>
                </c:pt>
                <c:pt idx="1049">
                  <c:v>45153</c:v>
                </c:pt>
                <c:pt idx="1050">
                  <c:v>45152</c:v>
                </c:pt>
                <c:pt idx="1051">
                  <c:v>45151</c:v>
                </c:pt>
                <c:pt idx="1052">
                  <c:v>45150</c:v>
                </c:pt>
                <c:pt idx="1053">
                  <c:v>45149</c:v>
                </c:pt>
                <c:pt idx="1054">
                  <c:v>45148</c:v>
                </c:pt>
                <c:pt idx="1055">
                  <c:v>45147</c:v>
                </c:pt>
                <c:pt idx="1056">
                  <c:v>45146</c:v>
                </c:pt>
                <c:pt idx="1057">
                  <c:v>45145</c:v>
                </c:pt>
                <c:pt idx="1058">
                  <c:v>45144</c:v>
                </c:pt>
                <c:pt idx="1059">
                  <c:v>45143</c:v>
                </c:pt>
                <c:pt idx="1060">
                  <c:v>45142</c:v>
                </c:pt>
                <c:pt idx="1061">
                  <c:v>45141</c:v>
                </c:pt>
                <c:pt idx="1062">
                  <c:v>45140</c:v>
                </c:pt>
                <c:pt idx="1063">
                  <c:v>45139</c:v>
                </c:pt>
                <c:pt idx="1064">
                  <c:v>45138</c:v>
                </c:pt>
                <c:pt idx="1065">
                  <c:v>45137</c:v>
                </c:pt>
                <c:pt idx="1066">
                  <c:v>45136</c:v>
                </c:pt>
                <c:pt idx="1067">
                  <c:v>45135</c:v>
                </c:pt>
                <c:pt idx="1068">
                  <c:v>45134</c:v>
                </c:pt>
                <c:pt idx="1069">
                  <c:v>45133</c:v>
                </c:pt>
                <c:pt idx="1070">
                  <c:v>45132</c:v>
                </c:pt>
                <c:pt idx="1071">
                  <c:v>45131</c:v>
                </c:pt>
                <c:pt idx="1072">
                  <c:v>45130</c:v>
                </c:pt>
                <c:pt idx="1073">
                  <c:v>45129</c:v>
                </c:pt>
                <c:pt idx="1074">
                  <c:v>45128</c:v>
                </c:pt>
                <c:pt idx="1075">
                  <c:v>45127</c:v>
                </c:pt>
                <c:pt idx="1076">
                  <c:v>45126</c:v>
                </c:pt>
                <c:pt idx="1077">
                  <c:v>45125</c:v>
                </c:pt>
                <c:pt idx="1078">
                  <c:v>45124</c:v>
                </c:pt>
                <c:pt idx="1079">
                  <c:v>45123</c:v>
                </c:pt>
                <c:pt idx="1080">
                  <c:v>45122</c:v>
                </c:pt>
                <c:pt idx="1081">
                  <c:v>45121</c:v>
                </c:pt>
                <c:pt idx="1082">
                  <c:v>45120</c:v>
                </c:pt>
                <c:pt idx="1083">
                  <c:v>45119</c:v>
                </c:pt>
                <c:pt idx="1084">
                  <c:v>45118</c:v>
                </c:pt>
                <c:pt idx="1085">
                  <c:v>45117</c:v>
                </c:pt>
                <c:pt idx="1086">
                  <c:v>45116</c:v>
                </c:pt>
                <c:pt idx="1087">
                  <c:v>45115</c:v>
                </c:pt>
                <c:pt idx="1088">
                  <c:v>45114</c:v>
                </c:pt>
                <c:pt idx="1089">
                  <c:v>45113</c:v>
                </c:pt>
                <c:pt idx="1090">
                  <c:v>45112</c:v>
                </c:pt>
                <c:pt idx="1091">
                  <c:v>45111</c:v>
                </c:pt>
                <c:pt idx="1092">
                  <c:v>45110</c:v>
                </c:pt>
                <c:pt idx="1093">
                  <c:v>45109</c:v>
                </c:pt>
                <c:pt idx="1094">
                  <c:v>45108</c:v>
                </c:pt>
                <c:pt idx="1095">
                  <c:v>45107</c:v>
                </c:pt>
                <c:pt idx="1096">
                  <c:v>45106</c:v>
                </c:pt>
                <c:pt idx="1097">
                  <c:v>45105</c:v>
                </c:pt>
                <c:pt idx="1098">
                  <c:v>45104</c:v>
                </c:pt>
                <c:pt idx="1099">
                  <c:v>45103</c:v>
                </c:pt>
                <c:pt idx="1100">
                  <c:v>45102</c:v>
                </c:pt>
                <c:pt idx="1101">
                  <c:v>45101</c:v>
                </c:pt>
                <c:pt idx="1102">
                  <c:v>45100</c:v>
                </c:pt>
                <c:pt idx="1103">
                  <c:v>45099</c:v>
                </c:pt>
                <c:pt idx="1104">
                  <c:v>45098</c:v>
                </c:pt>
                <c:pt idx="1105">
                  <c:v>45097</c:v>
                </c:pt>
                <c:pt idx="1106">
                  <c:v>45096</c:v>
                </c:pt>
                <c:pt idx="1107">
                  <c:v>45095</c:v>
                </c:pt>
                <c:pt idx="1108">
                  <c:v>45094</c:v>
                </c:pt>
                <c:pt idx="1109">
                  <c:v>45093</c:v>
                </c:pt>
                <c:pt idx="1110">
                  <c:v>45092</c:v>
                </c:pt>
                <c:pt idx="1111">
                  <c:v>45091</c:v>
                </c:pt>
                <c:pt idx="1112">
                  <c:v>45090</c:v>
                </c:pt>
                <c:pt idx="1113">
                  <c:v>45089</c:v>
                </c:pt>
                <c:pt idx="1114">
                  <c:v>45088</c:v>
                </c:pt>
                <c:pt idx="1115">
                  <c:v>45087</c:v>
                </c:pt>
                <c:pt idx="1116">
                  <c:v>45086</c:v>
                </c:pt>
                <c:pt idx="1117">
                  <c:v>45085</c:v>
                </c:pt>
                <c:pt idx="1118">
                  <c:v>45084</c:v>
                </c:pt>
                <c:pt idx="1119">
                  <c:v>45083</c:v>
                </c:pt>
                <c:pt idx="1120">
                  <c:v>45082</c:v>
                </c:pt>
                <c:pt idx="1121">
                  <c:v>45081</c:v>
                </c:pt>
                <c:pt idx="1122">
                  <c:v>45080</c:v>
                </c:pt>
                <c:pt idx="1123">
                  <c:v>45079</c:v>
                </c:pt>
                <c:pt idx="1124">
                  <c:v>45078</c:v>
                </c:pt>
                <c:pt idx="1125">
                  <c:v>45077</c:v>
                </c:pt>
                <c:pt idx="1126">
                  <c:v>45076</c:v>
                </c:pt>
                <c:pt idx="1127">
                  <c:v>45075</c:v>
                </c:pt>
                <c:pt idx="1128">
                  <c:v>45074</c:v>
                </c:pt>
                <c:pt idx="1129">
                  <c:v>45073</c:v>
                </c:pt>
                <c:pt idx="1130">
                  <c:v>45072</c:v>
                </c:pt>
                <c:pt idx="1131">
                  <c:v>45071</c:v>
                </c:pt>
                <c:pt idx="1132">
                  <c:v>45070</c:v>
                </c:pt>
                <c:pt idx="1133">
                  <c:v>45069</c:v>
                </c:pt>
                <c:pt idx="1134">
                  <c:v>45068</c:v>
                </c:pt>
                <c:pt idx="1135">
                  <c:v>45067</c:v>
                </c:pt>
                <c:pt idx="1136">
                  <c:v>45066</c:v>
                </c:pt>
                <c:pt idx="1137">
                  <c:v>45065</c:v>
                </c:pt>
                <c:pt idx="1138">
                  <c:v>45064</c:v>
                </c:pt>
                <c:pt idx="1139">
                  <c:v>45063</c:v>
                </c:pt>
                <c:pt idx="1140">
                  <c:v>45062</c:v>
                </c:pt>
                <c:pt idx="1141">
                  <c:v>45061</c:v>
                </c:pt>
                <c:pt idx="1142">
                  <c:v>45060</c:v>
                </c:pt>
                <c:pt idx="1143">
                  <c:v>45059</c:v>
                </c:pt>
                <c:pt idx="1144">
                  <c:v>45058</c:v>
                </c:pt>
                <c:pt idx="1145">
                  <c:v>45057</c:v>
                </c:pt>
                <c:pt idx="1146">
                  <c:v>45056</c:v>
                </c:pt>
                <c:pt idx="1147">
                  <c:v>45055</c:v>
                </c:pt>
                <c:pt idx="1148">
                  <c:v>45054</c:v>
                </c:pt>
                <c:pt idx="1149">
                  <c:v>45053</c:v>
                </c:pt>
                <c:pt idx="1150">
                  <c:v>45052</c:v>
                </c:pt>
                <c:pt idx="1151">
                  <c:v>45051</c:v>
                </c:pt>
                <c:pt idx="1152">
                  <c:v>45050</c:v>
                </c:pt>
                <c:pt idx="1153">
                  <c:v>45049</c:v>
                </c:pt>
                <c:pt idx="1154">
                  <c:v>45048</c:v>
                </c:pt>
                <c:pt idx="1155">
                  <c:v>45047</c:v>
                </c:pt>
                <c:pt idx="1156">
                  <c:v>45046</c:v>
                </c:pt>
                <c:pt idx="1157">
                  <c:v>45045</c:v>
                </c:pt>
                <c:pt idx="1158">
                  <c:v>45044</c:v>
                </c:pt>
                <c:pt idx="1159">
                  <c:v>45043</c:v>
                </c:pt>
                <c:pt idx="1160">
                  <c:v>45042</c:v>
                </c:pt>
                <c:pt idx="1161">
                  <c:v>45041</c:v>
                </c:pt>
                <c:pt idx="1162">
                  <c:v>45040</c:v>
                </c:pt>
                <c:pt idx="1163">
                  <c:v>45039</c:v>
                </c:pt>
                <c:pt idx="1164">
                  <c:v>45038</c:v>
                </c:pt>
                <c:pt idx="1165">
                  <c:v>45037</c:v>
                </c:pt>
                <c:pt idx="1166">
                  <c:v>45036</c:v>
                </c:pt>
                <c:pt idx="1167">
                  <c:v>45035</c:v>
                </c:pt>
                <c:pt idx="1168">
                  <c:v>45034</c:v>
                </c:pt>
                <c:pt idx="1169">
                  <c:v>45033</c:v>
                </c:pt>
                <c:pt idx="1170">
                  <c:v>45032</c:v>
                </c:pt>
                <c:pt idx="1171">
                  <c:v>45031</c:v>
                </c:pt>
                <c:pt idx="1172">
                  <c:v>45030</c:v>
                </c:pt>
                <c:pt idx="1173">
                  <c:v>45029</c:v>
                </c:pt>
                <c:pt idx="1174">
                  <c:v>45028</c:v>
                </c:pt>
                <c:pt idx="1175">
                  <c:v>45027</c:v>
                </c:pt>
                <c:pt idx="1176">
                  <c:v>45026</c:v>
                </c:pt>
                <c:pt idx="1177">
                  <c:v>45025</c:v>
                </c:pt>
                <c:pt idx="1178">
                  <c:v>45024</c:v>
                </c:pt>
                <c:pt idx="1179">
                  <c:v>45023</c:v>
                </c:pt>
                <c:pt idx="1180">
                  <c:v>45022</c:v>
                </c:pt>
                <c:pt idx="1181">
                  <c:v>45021</c:v>
                </c:pt>
                <c:pt idx="1182">
                  <c:v>45020</c:v>
                </c:pt>
                <c:pt idx="1183">
                  <c:v>45019</c:v>
                </c:pt>
                <c:pt idx="1184">
                  <c:v>45018</c:v>
                </c:pt>
                <c:pt idx="1185">
                  <c:v>45017</c:v>
                </c:pt>
                <c:pt idx="1186">
                  <c:v>45016</c:v>
                </c:pt>
                <c:pt idx="1187">
                  <c:v>45015</c:v>
                </c:pt>
                <c:pt idx="1188">
                  <c:v>45014</c:v>
                </c:pt>
                <c:pt idx="1189">
                  <c:v>45013</c:v>
                </c:pt>
                <c:pt idx="1190">
                  <c:v>45012</c:v>
                </c:pt>
                <c:pt idx="1191">
                  <c:v>45011</c:v>
                </c:pt>
                <c:pt idx="1192">
                  <c:v>45010</c:v>
                </c:pt>
                <c:pt idx="1193">
                  <c:v>45009</c:v>
                </c:pt>
                <c:pt idx="1194">
                  <c:v>45008</c:v>
                </c:pt>
                <c:pt idx="1195">
                  <c:v>45007</c:v>
                </c:pt>
                <c:pt idx="1196">
                  <c:v>45006</c:v>
                </c:pt>
                <c:pt idx="1197">
                  <c:v>45005</c:v>
                </c:pt>
                <c:pt idx="1198">
                  <c:v>45004</c:v>
                </c:pt>
                <c:pt idx="1199">
                  <c:v>45003</c:v>
                </c:pt>
                <c:pt idx="1200">
                  <c:v>45002</c:v>
                </c:pt>
                <c:pt idx="1201">
                  <c:v>45001</c:v>
                </c:pt>
                <c:pt idx="1202">
                  <c:v>45000</c:v>
                </c:pt>
                <c:pt idx="1203">
                  <c:v>44999</c:v>
                </c:pt>
                <c:pt idx="1204">
                  <c:v>44998</c:v>
                </c:pt>
                <c:pt idx="1205">
                  <c:v>44997</c:v>
                </c:pt>
                <c:pt idx="1206">
                  <c:v>44996</c:v>
                </c:pt>
                <c:pt idx="1207">
                  <c:v>44995</c:v>
                </c:pt>
                <c:pt idx="1208">
                  <c:v>44994</c:v>
                </c:pt>
                <c:pt idx="1209">
                  <c:v>44993</c:v>
                </c:pt>
                <c:pt idx="1210">
                  <c:v>44992</c:v>
                </c:pt>
                <c:pt idx="1211">
                  <c:v>44991</c:v>
                </c:pt>
                <c:pt idx="1212">
                  <c:v>44990</c:v>
                </c:pt>
                <c:pt idx="1213">
                  <c:v>44989</c:v>
                </c:pt>
                <c:pt idx="1214">
                  <c:v>44988</c:v>
                </c:pt>
                <c:pt idx="1215">
                  <c:v>44987</c:v>
                </c:pt>
                <c:pt idx="1216">
                  <c:v>44986</c:v>
                </c:pt>
                <c:pt idx="1217">
                  <c:v>44985</c:v>
                </c:pt>
                <c:pt idx="1218">
                  <c:v>44984</c:v>
                </c:pt>
                <c:pt idx="1219">
                  <c:v>44983</c:v>
                </c:pt>
                <c:pt idx="1220">
                  <c:v>44982</c:v>
                </c:pt>
                <c:pt idx="1221">
                  <c:v>44981</c:v>
                </c:pt>
                <c:pt idx="1222">
                  <c:v>44980</c:v>
                </c:pt>
                <c:pt idx="1223">
                  <c:v>44979</c:v>
                </c:pt>
                <c:pt idx="1224">
                  <c:v>44978</c:v>
                </c:pt>
                <c:pt idx="1225">
                  <c:v>44977</c:v>
                </c:pt>
                <c:pt idx="1226">
                  <c:v>44976</c:v>
                </c:pt>
                <c:pt idx="1227">
                  <c:v>44975</c:v>
                </c:pt>
                <c:pt idx="1228">
                  <c:v>44974</c:v>
                </c:pt>
                <c:pt idx="1229">
                  <c:v>44973</c:v>
                </c:pt>
                <c:pt idx="1230">
                  <c:v>44972</c:v>
                </c:pt>
                <c:pt idx="1231">
                  <c:v>44971</c:v>
                </c:pt>
                <c:pt idx="1232">
                  <c:v>44970</c:v>
                </c:pt>
                <c:pt idx="1233">
                  <c:v>44969</c:v>
                </c:pt>
                <c:pt idx="1234">
                  <c:v>44968</c:v>
                </c:pt>
                <c:pt idx="1235">
                  <c:v>44967</c:v>
                </c:pt>
                <c:pt idx="1236">
                  <c:v>44966</c:v>
                </c:pt>
                <c:pt idx="1237">
                  <c:v>44965</c:v>
                </c:pt>
                <c:pt idx="1238">
                  <c:v>44964</c:v>
                </c:pt>
                <c:pt idx="1239">
                  <c:v>44963</c:v>
                </c:pt>
                <c:pt idx="1240">
                  <c:v>44962</c:v>
                </c:pt>
                <c:pt idx="1241">
                  <c:v>44961</c:v>
                </c:pt>
                <c:pt idx="1242">
                  <c:v>44960</c:v>
                </c:pt>
                <c:pt idx="1243">
                  <c:v>44959</c:v>
                </c:pt>
                <c:pt idx="1244">
                  <c:v>44958</c:v>
                </c:pt>
                <c:pt idx="1245">
                  <c:v>44957</c:v>
                </c:pt>
                <c:pt idx="1246">
                  <c:v>44956</c:v>
                </c:pt>
                <c:pt idx="1247">
                  <c:v>44955</c:v>
                </c:pt>
                <c:pt idx="1248">
                  <c:v>44954</c:v>
                </c:pt>
                <c:pt idx="1249">
                  <c:v>44953</c:v>
                </c:pt>
                <c:pt idx="1250">
                  <c:v>44952</c:v>
                </c:pt>
                <c:pt idx="1251">
                  <c:v>44951</c:v>
                </c:pt>
                <c:pt idx="1252">
                  <c:v>44950</c:v>
                </c:pt>
                <c:pt idx="1253">
                  <c:v>44949</c:v>
                </c:pt>
                <c:pt idx="1254">
                  <c:v>44948</c:v>
                </c:pt>
                <c:pt idx="1255">
                  <c:v>44947</c:v>
                </c:pt>
                <c:pt idx="1256">
                  <c:v>44946</c:v>
                </c:pt>
                <c:pt idx="1257">
                  <c:v>44945</c:v>
                </c:pt>
                <c:pt idx="1258">
                  <c:v>44944</c:v>
                </c:pt>
                <c:pt idx="1259">
                  <c:v>44943</c:v>
                </c:pt>
                <c:pt idx="1260">
                  <c:v>44942</c:v>
                </c:pt>
                <c:pt idx="1261">
                  <c:v>44941</c:v>
                </c:pt>
                <c:pt idx="1262">
                  <c:v>44940</c:v>
                </c:pt>
                <c:pt idx="1263">
                  <c:v>44939</c:v>
                </c:pt>
                <c:pt idx="1264">
                  <c:v>44938</c:v>
                </c:pt>
                <c:pt idx="1265">
                  <c:v>44937</c:v>
                </c:pt>
                <c:pt idx="1266">
                  <c:v>44936</c:v>
                </c:pt>
                <c:pt idx="1267">
                  <c:v>44935</c:v>
                </c:pt>
                <c:pt idx="1268">
                  <c:v>44934</c:v>
                </c:pt>
                <c:pt idx="1269">
                  <c:v>44933</c:v>
                </c:pt>
                <c:pt idx="1270">
                  <c:v>44932</c:v>
                </c:pt>
                <c:pt idx="1271">
                  <c:v>44931</c:v>
                </c:pt>
                <c:pt idx="1272">
                  <c:v>44930</c:v>
                </c:pt>
                <c:pt idx="1273">
                  <c:v>44929</c:v>
                </c:pt>
                <c:pt idx="1274">
                  <c:v>44928</c:v>
                </c:pt>
                <c:pt idx="1275">
                  <c:v>44927</c:v>
                </c:pt>
                <c:pt idx="1276">
                  <c:v>44926</c:v>
                </c:pt>
                <c:pt idx="1277">
                  <c:v>44925</c:v>
                </c:pt>
                <c:pt idx="1278">
                  <c:v>44924</c:v>
                </c:pt>
                <c:pt idx="1279">
                  <c:v>44923</c:v>
                </c:pt>
                <c:pt idx="1280">
                  <c:v>44922</c:v>
                </c:pt>
                <c:pt idx="1281">
                  <c:v>44921</c:v>
                </c:pt>
                <c:pt idx="1282">
                  <c:v>44920</c:v>
                </c:pt>
                <c:pt idx="1283">
                  <c:v>44919</c:v>
                </c:pt>
                <c:pt idx="1284">
                  <c:v>44918</c:v>
                </c:pt>
                <c:pt idx="1285">
                  <c:v>44917</c:v>
                </c:pt>
                <c:pt idx="1286">
                  <c:v>44916</c:v>
                </c:pt>
                <c:pt idx="1287">
                  <c:v>44915</c:v>
                </c:pt>
                <c:pt idx="1288">
                  <c:v>44914</c:v>
                </c:pt>
                <c:pt idx="1289">
                  <c:v>44913</c:v>
                </c:pt>
                <c:pt idx="1290">
                  <c:v>44912</c:v>
                </c:pt>
                <c:pt idx="1291">
                  <c:v>44911</c:v>
                </c:pt>
                <c:pt idx="1292">
                  <c:v>44910</c:v>
                </c:pt>
                <c:pt idx="1293">
                  <c:v>44909</c:v>
                </c:pt>
                <c:pt idx="1294">
                  <c:v>44908</c:v>
                </c:pt>
                <c:pt idx="1295">
                  <c:v>44907</c:v>
                </c:pt>
                <c:pt idx="1296">
                  <c:v>44906</c:v>
                </c:pt>
                <c:pt idx="1297">
                  <c:v>44905</c:v>
                </c:pt>
                <c:pt idx="1298">
                  <c:v>44904</c:v>
                </c:pt>
                <c:pt idx="1299">
                  <c:v>44903</c:v>
                </c:pt>
                <c:pt idx="1300">
                  <c:v>44902</c:v>
                </c:pt>
                <c:pt idx="1301">
                  <c:v>44901</c:v>
                </c:pt>
                <c:pt idx="1302">
                  <c:v>44900</c:v>
                </c:pt>
                <c:pt idx="1303">
                  <c:v>44899</c:v>
                </c:pt>
                <c:pt idx="1304">
                  <c:v>44898</c:v>
                </c:pt>
                <c:pt idx="1305">
                  <c:v>44897</c:v>
                </c:pt>
                <c:pt idx="1306">
                  <c:v>44896</c:v>
                </c:pt>
                <c:pt idx="1307">
                  <c:v>44895</c:v>
                </c:pt>
                <c:pt idx="1308">
                  <c:v>44894</c:v>
                </c:pt>
                <c:pt idx="1309">
                  <c:v>44893</c:v>
                </c:pt>
                <c:pt idx="1310">
                  <c:v>44892</c:v>
                </c:pt>
                <c:pt idx="1311">
                  <c:v>44891</c:v>
                </c:pt>
                <c:pt idx="1312">
                  <c:v>44890</c:v>
                </c:pt>
                <c:pt idx="1313">
                  <c:v>44889</c:v>
                </c:pt>
                <c:pt idx="1314">
                  <c:v>44888</c:v>
                </c:pt>
                <c:pt idx="1315">
                  <c:v>44887</c:v>
                </c:pt>
                <c:pt idx="1316">
                  <c:v>44886</c:v>
                </c:pt>
                <c:pt idx="1317">
                  <c:v>44885</c:v>
                </c:pt>
                <c:pt idx="1318">
                  <c:v>44884</c:v>
                </c:pt>
                <c:pt idx="1319">
                  <c:v>44883</c:v>
                </c:pt>
                <c:pt idx="1320">
                  <c:v>44882</c:v>
                </c:pt>
                <c:pt idx="1321">
                  <c:v>44881</c:v>
                </c:pt>
                <c:pt idx="1322">
                  <c:v>44880</c:v>
                </c:pt>
                <c:pt idx="1323">
                  <c:v>44879</c:v>
                </c:pt>
                <c:pt idx="1324">
                  <c:v>44878</c:v>
                </c:pt>
                <c:pt idx="1325">
                  <c:v>44877</c:v>
                </c:pt>
                <c:pt idx="1326">
                  <c:v>44876</c:v>
                </c:pt>
                <c:pt idx="1327">
                  <c:v>44875</c:v>
                </c:pt>
                <c:pt idx="1328">
                  <c:v>44874</c:v>
                </c:pt>
                <c:pt idx="1329">
                  <c:v>44873</c:v>
                </c:pt>
                <c:pt idx="1330">
                  <c:v>44872</c:v>
                </c:pt>
                <c:pt idx="1331">
                  <c:v>44871</c:v>
                </c:pt>
                <c:pt idx="1332">
                  <c:v>44870</c:v>
                </c:pt>
                <c:pt idx="1333">
                  <c:v>44869</c:v>
                </c:pt>
                <c:pt idx="1334">
                  <c:v>44868</c:v>
                </c:pt>
                <c:pt idx="1335">
                  <c:v>44867</c:v>
                </c:pt>
                <c:pt idx="1336">
                  <c:v>44866</c:v>
                </c:pt>
                <c:pt idx="1337">
                  <c:v>44865</c:v>
                </c:pt>
                <c:pt idx="1338">
                  <c:v>44864</c:v>
                </c:pt>
                <c:pt idx="1339">
                  <c:v>44863</c:v>
                </c:pt>
                <c:pt idx="1340">
                  <c:v>44862</c:v>
                </c:pt>
                <c:pt idx="1341">
                  <c:v>44861</c:v>
                </c:pt>
                <c:pt idx="1342">
                  <c:v>44860</c:v>
                </c:pt>
                <c:pt idx="1343">
                  <c:v>44859</c:v>
                </c:pt>
                <c:pt idx="1344">
                  <c:v>44858</c:v>
                </c:pt>
                <c:pt idx="1345">
                  <c:v>44857</c:v>
                </c:pt>
                <c:pt idx="1346">
                  <c:v>44856</c:v>
                </c:pt>
                <c:pt idx="1347">
                  <c:v>44855</c:v>
                </c:pt>
                <c:pt idx="1348">
                  <c:v>44854</c:v>
                </c:pt>
                <c:pt idx="1349">
                  <c:v>44853</c:v>
                </c:pt>
                <c:pt idx="1350">
                  <c:v>44852</c:v>
                </c:pt>
                <c:pt idx="1351">
                  <c:v>44851</c:v>
                </c:pt>
                <c:pt idx="1352">
                  <c:v>44850</c:v>
                </c:pt>
                <c:pt idx="1353">
                  <c:v>44849</c:v>
                </c:pt>
                <c:pt idx="1354">
                  <c:v>44848</c:v>
                </c:pt>
                <c:pt idx="1355">
                  <c:v>44847</c:v>
                </c:pt>
                <c:pt idx="1356">
                  <c:v>44846</c:v>
                </c:pt>
                <c:pt idx="1357">
                  <c:v>44845</c:v>
                </c:pt>
                <c:pt idx="1358">
                  <c:v>44844</c:v>
                </c:pt>
                <c:pt idx="1359">
                  <c:v>44843</c:v>
                </c:pt>
                <c:pt idx="1360">
                  <c:v>44842</c:v>
                </c:pt>
                <c:pt idx="1361">
                  <c:v>44841</c:v>
                </c:pt>
                <c:pt idx="1362">
                  <c:v>44840</c:v>
                </c:pt>
                <c:pt idx="1363">
                  <c:v>44839</c:v>
                </c:pt>
                <c:pt idx="1364">
                  <c:v>44838</c:v>
                </c:pt>
                <c:pt idx="1365">
                  <c:v>44837</c:v>
                </c:pt>
                <c:pt idx="1366">
                  <c:v>44836</c:v>
                </c:pt>
                <c:pt idx="1367">
                  <c:v>44835</c:v>
                </c:pt>
                <c:pt idx="1368">
                  <c:v>44834</c:v>
                </c:pt>
                <c:pt idx="1369">
                  <c:v>44833</c:v>
                </c:pt>
                <c:pt idx="1370">
                  <c:v>44832</c:v>
                </c:pt>
                <c:pt idx="1371">
                  <c:v>44831</c:v>
                </c:pt>
                <c:pt idx="1372">
                  <c:v>44830</c:v>
                </c:pt>
                <c:pt idx="1373">
                  <c:v>44829</c:v>
                </c:pt>
                <c:pt idx="1374">
                  <c:v>44828</c:v>
                </c:pt>
                <c:pt idx="1375">
                  <c:v>44827</c:v>
                </c:pt>
                <c:pt idx="1376">
                  <c:v>44826</c:v>
                </c:pt>
                <c:pt idx="1377">
                  <c:v>44825</c:v>
                </c:pt>
                <c:pt idx="1378">
                  <c:v>44824</c:v>
                </c:pt>
                <c:pt idx="1379">
                  <c:v>44823</c:v>
                </c:pt>
                <c:pt idx="1380">
                  <c:v>44822</c:v>
                </c:pt>
                <c:pt idx="1381">
                  <c:v>44821</c:v>
                </c:pt>
                <c:pt idx="1382">
                  <c:v>44820</c:v>
                </c:pt>
                <c:pt idx="1383">
                  <c:v>44819</c:v>
                </c:pt>
                <c:pt idx="1384">
                  <c:v>44818</c:v>
                </c:pt>
                <c:pt idx="1385">
                  <c:v>44817</c:v>
                </c:pt>
                <c:pt idx="1386">
                  <c:v>44816</c:v>
                </c:pt>
                <c:pt idx="1387">
                  <c:v>44815</c:v>
                </c:pt>
                <c:pt idx="1388">
                  <c:v>44814</c:v>
                </c:pt>
                <c:pt idx="1389">
                  <c:v>44813</c:v>
                </c:pt>
                <c:pt idx="1390">
                  <c:v>44812</c:v>
                </c:pt>
                <c:pt idx="1391">
                  <c:v>44811</c:v>
                </c:pt>
                <c:pt idx="1392">
                  <c:v>44810</c:v>
                </c:pt>
                <c:pt idx="1393">
                  <c:v>44809</c:v>
                </c:pt>
                <c:pt idx="1394">
                  <c:v>44808</c:v>
                </c:pt>
                <c:pt idx="1395">
                  <c:v>44807</c:v>
                </c:pt>
                <c:pt idx="1396">
                  <c:v>44806</c:v>
                </c:pt>
                <c:pt idx="1397">
                  <c:v>44805</c:v>
                </c:pt>
                <c:pt idx="1398">
                  <c:v>44804</c:v>
                </c:pt>
                <c:pt idx="1399">
                  <c:v>44803</c:v>
                </c:pt>
                <c:pt idx="1400">
                  <c:v>44802</c:v>
                </c:pt>
                <c:pt idx="1401">
                  <c:v>44801</c:v>
                </c:pt>
                <c:pt idx="1402">
                  <c:v>44800</c:v>
                </c:pt>
                <c:pt idx="1403">
                  <c:v>44799</c:v>
                </c:pt>
                <c:pt idx="1404">
                  <c:v>44798</c:v>
                </c:pt>
                <c:pt idx="1405">
                  <c:v>44797</c:v>
                </c:pt>
                <c:pt idx="1406">
                  <c:v>44796</c:v>
                </c:pt>
                <c:pt idx="1407">
                  <c:v>44795</c:v>
                </c:pt>
                <c:pt idx="1408">
                  <c:v>44794</c:v>
                </c:pt>
                <c:pt idx="1409">
                  <c:v>44793</c:v>
                </c:pt>
                <c:pt idx="1410">
                  <c:v>44792</c:v>
                </c:pt>
                <c:pt idx="1411">
                  <c:v>44791</c:v>
                </c:pt>
                <c:pt idx="1412">
                  <c:v>44790</c:v>
                </c:pt>
                <c:pt idx="1413">
                  <c:v>44789</c:v>
                </c:pt>
                <c:pt idx="1414">
                  <c:v>44788</c:v>
                </c:pt>
                <c:pt idx="1415">
                  <c:v>44787</c:v>
                </c:pt>
                <c:pt idx="1416">
                  <c:v>44786</c:v>
                </c:pt>
                <c:pt idx="1417">
                  <c:v>44785</c:v>
                </c:pt>
                <c:pt idx="1418">
                  <c:v>44784</c:v>
                </c:pt>
                <c:pt idx="1419">
                  <c:v>44783</c:v>
                </c:pt>
                <c:pt idx="1420">
                  <c:v>44782</c:v>
                </c:pt>
                <c:pt idx="1421">
                  <c:v>44781</c:v>
                </c:pt>
                <c:pt idx="1422">
                  <c:v>44780</c:v>
                </c:pt>
                <c:pt idx="1423">
                  <c:v>44779</c:v>
                </c:pt>
                <c:pt idx="1424">
                  <c:v>44778</c:v>
                </c:pt>
                <c:pt idx="1425">
                  <c:v>44777</c:v>
                </c:pt>
                <c:pt idx="1426">
                  <c:v>44776</c:v>
                </c:pt>
                <c:pt idx="1427">
                  <c:v>44775</c:v>
                </c:pt>
                <c:pt idx="1428">
                  <c:v>44774</c:v>
                </c:pt>
                <c:pt idx="1429">
                  <c:v>44773</c:v>
                </c:pt>
                <c:pt idx="1430">
                  <c:v>44772</c:v>
                </c:pt>
                <c:pt idx="1431">
                  <c:v>44771</c:v>
                </c:pt>
                <c:pt idx="1432">
                  <c:v>44770</c:v>
                </c:pt>
                <c:pt idx="1433">
                  <c:v>44769</c:v>
                </c:pt>
                <c:pt idx="1434">
                  <c:v>44768</c:v>
                </c:pt>
                <c:pt idx="1435">
                  <c:v>44767</c:v>
                </c:pt>
                <c:pt idx="1436">
                  <c:v>44766</c:v>
                </c:pt>
                <c:pt idx="1437">
                  <c:v>44765</c:v>
                </c:pt>
                <c:pt idx="1438">
                  <c:v>44764</c:v>
                </c:pt>
                <c:pt idx="1439">
                  <c:v>44763</c:v>
                </c:pt>
                <c:pt idx="1440">
                  <c:v>44762</c:v>
                </c:pt>
                <c:pt idx="1441">
                  <c:v>44761</c:v>
                </c:pt>
                <c:pt idx="1442">
                  <c:v>44760</c:v>
                </c:pt>
                <c:pt idx="1443">
                  <c:v>44759</c:v>
                </c:pt>
                <c:pt idx="1444">
                  <c:v>44758</c:v>
                </c:pt>
                <c:pt idx="1445">
                  <c:v>44757</c:v>
                </c:pt>
                <c:pt idx="1446">
                  <c:v>44756</c:v>
                </c:pt>
                <c:pt idx="1447">
                  <c:v>44755</c:v>
                </c:pt>
                <c:pt idx="1448">
                  <c:v>44754</c:v>
                </c:pt>
                <c:pt idx="1449">
                  <c:v>44753</c:v>
                </c:pt>
                <c:pt idx="1450">
                  <c:v>44752</c:v>
                </c:pt>
                <c:pt idx="1451">
                  <c:v>44751</c:v>
                </c:pt>
                <c:pt idx="1452">
                  <c:v>44750</c:v>
                </c:pt>
                <c:pt idx="1453">
                  <c:v>44749</c:v>
                </c:pt>
                <c:pt idx="1454">
                  <c:v>44748</c:v>
                </c:pt>
                <c:pt idx="1455">
                  <c:v>44747</c:v>
                </c:pt>
                <c:pt idx="1456">
                  <c:v>44746</c:v>
                </c:pt>
                <c:pt idx="1457">
                  <c:v>44745</c:v>
                </c:pt>
                <c:pt idx="1458">
                  <c:v>44744</c:v>
                </c:pt>
                <c:pt idx="1459">
                  <c:v>44743</c:v>
                </c:pt>
                <c:pt idx="1460">
                  <c:v>44742</c:v>
                </c:pt>
                <c:pt idx="1461">
                  <c:v>44741</c:v>
                </c:pt>
                <c:pt idx="1462">
                  <c:v>44740</c:v>
                </c:pt>
                <c:pt idx="1463">
                  <c:v>44739</c:v>
                </c:pt>
                <c:pt idx="1464">
                  <c:v>44738</c:v>
                </c:pt>
                <c:pt idx="1465">
                  <c:v>44737</c:v>
                </c:pt>
                <c:pt idx="1466">
                  <c:v>44736</c:v>
                </c:pt>
                <c:pt idx="1467">
                  <c:v>44735</c:v>
                </c:pt>
                <c:pt idx="1468">
                  <c:v>44734</c:v>
                </c:pt>
                <c:pt idx="1469">
                  <c:v>44733</c:v>
                </c:pt>
                <c:pt idx="1470">
                  <c:v>44732</c:v>
                </c:pt>
                <c:pt idx="1471">
                  <c:v>44731</c:v>
                </c:pt>
                <c:pt idx="1472">
                  <c:v>44730</c:v>
                </c:pt>
                <c:pt idx="1473">
                  <c:v>44729</c:v>
                </c:pt>
                <c:pt idx="1474">
                  <c:v>44728</c:v>
                </c:pt>
                <c:pt idx="1475">
                  <c:v>44727</c:v>
                </c:pt>
                <c:pt idx="1476">
                  <c:v>44726</c:v>
                </c:pt>
                <c:pt idx="1477">
                  <c:v>44725</c:v>
                </c:pt>
                <c:pt idx="1478">
                  <c:v>44724</c:v>
                </c:pt>
                <c:pt idx="1479">
                  <c:v>44723</c:v>
                </c:pt>
                <c:pt idx="1480">
                  <c:v>44722</c:v>
                </c:pt>
                <c:pt idx="1481">
                  <c:v>44721</c:v>
                </c:pt>
                <c:pt idx="1482">
                  <c:v>44720</c:v>
                </c:pt>
                <c:pt idx="1483">
                  <c:v>44719</c:v>
                </c:pt>
                <c:pt idx="1484">
                  <c:v>44718</c:v>
                </c:pt>
                <c:pt idx="1485">
                  <c:v>44717</c:v>
                </c:pt>
                <c:pt idx="1486">
                  <c:v>44716</c:v>
                </c:pt>
                <c:pt idx="1487">
                  <c:v>44715</c:v>
                </c:pt>
                <c:pt idx="1488">
                  <c:v>44714</c:v>
                </c:pt>
                <c:pt idx="1489">
                  <c:v>44713</c:v>
                </c:pt>
                <c:pt idx="1490">
                  <c:v>44712</c:v>
                </c:pt>
                <c:pt idx="1491">
                  <c:v>44711</c:v>
                </c:pt>
                <c:pt idx="1492">
                  <c:v>44710</c:v>
                </c:pt>
                <c:pt idx="1493">
                  <c:v>44709</c:v>
                </c:pt>
                <c:pt idx="1494">
                  <c:v>44708</c:v>
                </c:pt>
                <c:pt idx="1495">
                  <c:v>44707</c:v>
                </c:pt>
                <c:pt idx="1496">
                  <c:v>44706</c:v>
                </c:pt>
                <c:pt idx="1497">
                  <c:v>44705</c:v>
                </c:pt>
                <c:pt idx="1498">
                  <c:v>44704</c:v>
                </c:pt>
                <c:pt idx="1499">
                  <c:v>44703</c:v>
                </c:pt>
                <c:pt idx="1500">
                  <c:v>44702</c:v>
                </c:pt>
                <c:pt idx="1501">
                  <c:v>44701</c:v>
                </c:pt>
                <c:pt idx="1502">
                  <c:v>44700</c:v>
                </c:pt>
                <c:pt idx="1503">
                  <c:v>44699</c:v>
                </c:pt>
                <c:pt idx="1504">
                  <c:v>44698</c:v>
                </c:pt>
                <c:pt idx="1505">
                  <c:v>44697</c:v>
                </c:pt>
                <c:pt idx="1506">
                  <c:v>44696</c:v>
                </c:pt>
                <c:pt idx="1507">
                  <c:v>44695</c:v>
                </c:pt>
                <c:pt idx="1508">
                  <c:v>44694</c:v>
                </c:pt>
                <c:pt idx="1509">
                  <c:v>44693</c:v>
                </c:pt>
                <c:pt idx="1510">
                  <c:v>44692</c:v>
                </c:pt>
                <c:pt idx="1511">
                  <c:v>44691</c:v>
                </c:pt>
                <c:pt idx="1512">
                  <c:v>44690</c:v>
                </c:pt>
                <c:pt idx="1513">
                  <c:v>44689</c:v>
                </c:pt>
                <c:pt idx="1514">
                  <c:v>44688</c:v>
                </c:pt>
                <c:pt idx="1515">
                  <c:v>44687</c:v>
                </c:pt>
                <c:pt idx="1516">
                  <c:v>44686</c:v>
                </c:pt>
                <c:pt idx="1517">
                  <c:v>44685</c:v>
                </c:pt>
                <c:pt idx="1518">
                  <c:v>44684</c:v>
                </c:pt>
                <c:pt idx="1519">
                  <c:v>44683</c:v>
                </c:pt>
                <c:pt idx="1520">
                  <c:v>44682</c:v>
                </c:pt>
                <c:pt idx="1521">
                  <c:v>44681</c:v>
                </c:pt>
                <c:pt idx="1522">
                  <c:v>44680</c:v>
                </c:pt>
                <c:pt idx="1523">
                  <c:v>44679</c:v>
                </c:pt>
                <c:pt idx="1524">
                  <c:v>44678</c:v>
                </c:pt>
                <c:pt idx="1525">
                  <c:v>44677</c:v>
                </c:pt>
                <c:pt idx="1526">
                  <c:v>44676</c:v>
                </c:pt>
                <c:pt idx="1527">
                  <c:v>44675</c:v>
                </c:pt>
                <c:pt idx="1528">
                  <c:v>44674</c:v>
                </c:pt>
                <c:pt idx="1529">
                  <c:v>44673</c:v>
                </c:pt>
                <c:pt idx="1530">
                  <c:v>44672</c:v>
                </c:pt>
                <c:pt idx="1531">
                  <c:v>44671</c:v>
                </c:pt>
                <c:pt idx="1532">
                  <c:v>44670</c:v>
                </c:pt>
                <c:pt idx="1533">
                  <c:v>44669</c:v>
                </c:pt>
                <c:pt idx="1534">
                  <c:v>44668</c:v>
                </c:pt>
                <c:pt idx="1535">
                  <c:v>44667</c:v>
                </c:pt>
                <c:pt idx="1536">
                  <c:v>44666</c:v>
                </c:pt>
                <c:pt idx="1537">
                  <c:v>44665</c:v>
                </c:pt>
                <c:pt idx="1538">
                  <c:v>44664</c:v>
                </c:pt>
                <c:pt idx="1539">
                  <c:v>44663</c:v>
                </c:pt>
                <c:pt idx="1540">
                  <c:v>44662</c:v>
                </c:pt>
                <c:pt idx="1541">
                  <c:v>44661</c:v>
                </c:pt>
                <c:pt idx="1542">
                  <c:v>44660</c:v>
                </c:pt>
                <c:pt idx="1543">
                  <c:v>44659</c:v>
                </c:pt>
                <c:pt idx="1544">
                  <c:v>44658</c:v>
                </c:pt>
                <c:pt idx="1545">
                  <c:v>44657</c:v>
                </c:pt>
                <c:pt idx="1546">
                  <c:v>44656</c:v>
                </c:pt>
                <c:pt idx="1547">
                  <c:v>44655</c:v>
                </c:pt>
                <c:pt idx="1548">
                  <c:v>44654</c:v>
                </c:pt>
                <c:pt idx="1549">
                  <c:v>44653</c:v>
                </c:pt>
                <c:pt idx="1550">
                  <c:v>44652</c:v>
                </c:pt>
                <c:pt idx="1551">
                  <c:v>44651</c:v>
                </c:pt>
                <c:pt idx="1552">
                  <c:v>44650</c:v>
                </c:pt>
                <c:pt idx="1553">
                  <c:v>44649</c:v>
                </c:pt>
                <c:pt idx="1554">
                  <c:v>44648</c:v>
                </c:pt>
                <c:pt idx="1555">
                  <c:v>44647</c:v>
                </c:pt>
                <c:pt idx="1556">
                  <c:v>44646</c:v>
                </c:pt>
                <c:pt idx="1557">
                  <c:v>44645</c:v>
                </c:pt>
                <c:pt idx="1558">
                  <c:v>44644</c:v>
                </c:pt>
                <c:pt idx="1559">
                  <c:v>44643</c:v>
                </c:pt>
                <c:pt idx="1560">
                  <c:v>44642</c:v>
                </c:pt>
                <c:pt idx="1561">
                  <c:v>44641</c:v>
                </c:pt>
                <c:pt idx="1562">
                  <c:v>44640</c:v>
                </c:pt>
                <c:pt idx="1563">
                  <c:v>44639</c:v>
                </c:pt>
                <c:pt idx="1564">
                  <c:v>44638</c:v>
                </c:pt>
                <c:pt idx="1565">
                  <c:v>44637</c:v>
                </c:pt>
                <c:pt idx="1566">
                  <c:v>44636</c:v>
                </c:pt>
                <c:pt idx="1567">
                  <c:v>44635</c:v>
                </c:pt>
                <c:pt idx="1568">
                  <c:v>44634</c:v>
                </c:pt>
                <c:pt idx="1569">
                  <c:v>44633</c:v>
                </c:pt>
                <c:pt idx="1570">
                  <c:v>44632</c:v>
                </c:pt>
                <c:pt idx="1571">
                  <c:v>44631</c:v>
                </c:pt>
                <c:pt idx="1572">
                  <c:v>44630</c:v>
                </c:pt>
                <c:pt idx="1573">
                  <c:v>44629</c:v>
                </c:pt>
                <c:pt idx="1574">
                  <c:v>44628</c:v>
                </c:pt>
                <c:pt idx="1575">
                  <c:v>44627</c:v>
                </c:pt>
                <c:pt idx="1576">
                  <c:v>44626</c:v>
                </c:pt>
                <c:pt idx="1577">
                  <c:v>44625</c:v>
                </c:pt>
                <c:pt idx="1578">
                  <c:v>44624</c:v>
                </c:pt>
                <c:pt idx="1579">
                  <c:v>44623</c:v>
                </c:pt>
                <c:pt idx="1580">
                  <c:v>44622</c:v>
                </c:pt>
                <c:pt idx="1581">
                  <c:v>44621</c:v>
                </c:pt>
                <c:pt idx="1582">
                  <c:v>44620</c:v>
                </c:pt>
                <c:pt idx="1583">
                  <c:v>44619</c:v>
                </c:pt>
                <c:pt idx="1584">
                  <c:v>44618</c:v>
                </c:pt>
                <c:pt idx="1585">
                  <c:v>44617</c:v>
                </c:pt>
                <c:pt idx="1586">
                  <c:v>44616</c:v>
                </c:pt>
                <c:pt idx="1587">
                  <c:v>44615</c:v>
                </c:pt>
                <c:pt idx="1588">
                  <c:v>44614</c:v>
                </c:pt>
                <c:pt idx="1589">
                  <c:v>44613</c:v>
                </c:pt>
                <c:pt idx="1590">
                  <c:v>44612</c:v>
                </c:pt>
                <c:pt idx="1591">
                  <c:v>44611</c:v>
                </c:pt>
                <c:pt idx="1592">
                  <c:v>44610</c:v>
                </c:pt>
                <c:pt idx="1593">
                  <c:v>44609</c:v>
                </c:pt>
                <c:pt idx="1594">
                  <c:v>44608</c:v>
                </c:pt>
                <c:pt idx="1595">
                  <c:v>44607</c:v>
                </c:pt>
                <c:pt idx="1596">
                  <c:v>44606</c:v>
                </c:pt>
                <c:pt idx="1597">
                  <c:v>44605</c:v>
                </c:pt>
                <c:pt idx="1598">
                  <c:v>44604</c:v>
                </c:pt>
                <c:pt idx="1599">
                  <c:v>44603</c:v>
                </c:pt>
                <c:pt idx="1600">
                  <c:v>44602</c:v>
                </c:pt>
                <c:pt idx="1601">
                  <c:v>44601</c:v>
                </c:pt>
                <c:pt idx="1602">
                  <c:v>44600</c:v>
                </c:pt>
                <c:pt idx="1603">
                  <c:v>44599</c:v>
                </c:pt>
                <c:pt idx="1604">
                  <c:v>44598</c:v>
                </c:pt>
                <c:pt idx="1605">
                  <c:v>44597</c:v>
                </c:pt>
                <c:pt idx="1606">
                  <c:v>44596</c:v>
                </c:pt>
                <c:pt idx="1607">
                  <c:v>44595</c:v>
                </c:pt>
                <c:pt idx="1608">
                  <c:v>44594</c:v>
                </c:pt>
                <c:pt idx="1609">
                  <c:v>44593</c:v>
                </c:pt>
                <c:pt idx="1610">
                  <c:v>44592</c:v>
                </c:pt>
                <c:pt idx="1611">
                  <c:v>44591</c:v>
                </c:pt>
                <c:pt idx="1612">
                  <c:v>44590</c:v>
                </c:pt>
                <c:pt idx="1613">
                  <c:v>44589</c:v>
                </c:pt>
                <c:pt idx="1614">
                  <c:v>44588</c:v>
                </c:pt>
                <c:pt idx="1615">
                  <c:v>44587</c:v>
                </c:pt>
                <c:pt idx="1616">
                  <c:v>44586</c:v>
                </c:pt>
                <c:pt idx="1617">
                  <c:v>44585</c:v>
                </c:pt>
                <c:pt idx="1618">
                  <c:v>44584</c:v>
                </c:pt>
                <c:pt idx="1619">
                  <c:v>44583</c:v>
                </c:pt>
                <c:pt idx="1620">
                  <c:v>44582</c:v>
                </c:pt>
                <c:pt idx="1621">
                  <c:v>44581</c:v>
                </c:pt>
                <c:pt idx="1622">
                  <c:v>44580</c:v>
                </c:pt>
                <c:pt idx="1623">
                  <c:v>44579</c:v>
                </c:pt>
                <c:pt idx="1624">
                  <c:v>44578</c:v>
                </c:pt>
                <c:pt idx="1625">
                  <c:v>44577</c:v>
                </c:pt>
                <c:pt idx="1626">
                  <c:v>44576</c:v>
                </c:pt>
                <c:pt idx="1627">
                  <c:v>44575</c:v>
                </c:pt>
                <c:pt idx="1628">
                  <c:v>44574</c:v>
                </c:pt>
                <c:pt idx="1629">
                  <c:v>44573</c:v>
                </c:pt>
                <c:pt idx="1630">
                  <c:v>44572</c:v>
                </c:pt>
                <c:pt idx="1631">
                  <c:v>44571</c:v>
                </c:pt>
                <c:pt idx="1632">
                  <c:v>44570</c:v>
                </c:pt>
                <c:pt idx="1633">
                  <c:v>44569</c:v>
                </c:pt>
                <c:pt idx="1634">
                  <c:v>44568</c:v>
                </c:pt>
                <c:pt idx="1635">
                  <c:v>44567</c:v>
                </c:pt>
                <c:pt idx="1636">
                  <c:v>44566</c:v>
                </c:pt>
                <c:pt idx="1637">
                  <c:v>44565</c:v>
                </c:pt>
                <c:pt idx="1638">
                  <c:v>44564</c:v>
                </c:pt>
                <c:pt idx="1639">
                  <c:v>44563</c:v>
                </c:pt>
                <c:pt idx="1640">
                  <c:v>44562</c:v>
                </c:pt>
                <c:pt idx="1641">
                  <c:v>44561</c:v>
                </c:pt>
                <c:pt idx="1642">
                  <c:v>44560</c:v>
                </c:pt>
                <c:pt idx="1643">
                  <c:v>44559</c:v>
                </c:pt>
                <c:pt idx="1644">
                  <c:v>44558</c:v>
                </c:pt>
                <c:pt idx="1645">
                  <c:v>44557</c:v>
                </c:pt>
                <c:pt idx="1646">
                  <c:v>44556</c:v>
                </c:pt>
                <c:pt idx="1647">
                  <c:v>44555</c:v>
                </c:pt>
                <c:pt idx="1648">
                  <c:v>44554</c:v>
                </c:pt>
                <c:pt idx="1649">
                  <c:v>44553</c:v>
                </c:pt>
                <c:pt idx="1650">
                  <c:v>44552</c:v>
                </c:pt>
                <c:pt idx="1651">
                  <c:v>44551</c:v>
                </c:pt>
                <c:pt idx="1652">
                  <c:v>44550</c:v>
                </c:pt>
                <c:pt idx="1653">
                  <c:v>44549</c:v>
                </c:pt>
                <c:pt idx="1654">
                  <c:v>44548</c:v>
                </c:pt>
                <c:pt idx="1655">
                  <c:v>44547</c:v>
                </c:pt>
                <c:pt idx="1656">
                  <c:v>44546</c:v>
                </c:pt>
                <c:pt idx="1657">
                  <c:v>44545</c:v>
                </c:pt>
                <c:pt idx="1658">
                  <c:v>44544</c:v>
                </c:pt>
                <c:pt idx="1659">
                  <c:v>44543</c:v>
                </c:pt>
                <c:pt idx="1660">
                  <c:v>44542</c:v>
                </c:pt>
                <c:pt idx="1661">
                  <c:v>44541</c:v>
                </c:pt>
                <c:pt idx="1662">
                  <c:v>44540</c:v>
                </c:pt>
                <c:pt idx="1663">
                  <c:v>44539</c:v>
                </c:pt>
                <c:pt idx="1664">
                  <c:v>44538</c:v>
                </c:pt>
                <c:pt idx="1665">
                  <c:v>44537</c:v>
                </c:pt>
                <c:pt idx="1666">
                  <c:v>44536</c:v>
                </c:pt>
                <c:pt idx="1667">
                  <c:v>44535</c:v>
                </c:pt>
                <c:pt idx="1668">
                  <c:v>44534</c:v>
                </c:pt>
                <c:pt idx="1669">
                  <c:v>44533</c:v>
                </c:pt>
                <c:pt idx="1670">
                  <c:v>44532</c:v>
                </c:pt>
                <c:pt idx="1671">
                  <c:v>44531</c:v>
                </c:pt>
                <c:pt idx="1672">
                  <c:v>44530</c:v>
                </c:pt>
                <c:pt idx="1673">
                  <c:v>44529</c:v>
                </c:pt>
                <c:pt idx="1674">
                  <c:v>44528</c:v>
                </c:pt>
                <c:pt idx="1675">
                  <c:v>44527</c:v>
                </c:pt>
                <c:pt idx="1676">
                  <c:v>44526</c:v>
                </c:pt>
                <c:pt idx="1677">
                  <c:v>44525</c:v>
                </c:pt>
                <c:pt idx="1678">
                  <c:v>44524</c:v>
                </c:pt>
                <c:pt idx="1679">
                  <c:v>44523</c:v>
                </c:pt>
                <c:pt idx="1680">
                  <c:v>44522</c:v>
                </c:pt>
                <c:pt idx="1681">
                  <c:v>44521</c:v>
                </c:pt>
                <c:pt idx="1682">
                  <c:v>44520</c:v>
                </c:pt>
                <c:pt idx="1683">
                  <c:v>44519</c:v>
                </c:pt>
                <c:pt idx="1684">
                  <c:v>44518</c:v>
                </c:pt>
                <c:pt idx="1685">
                  <c:v>44517</c:v>
                </c:pt>
                <c:pt idx="1686">
                  <c:v>44516</c:v>
                </c:pt>
                <c:pt idx="1687">
                  <c:v>44515</c:v>
                </c:pt>
                <c:pt idx="1688">
                  <c:v>44514</c:v>
                </c:pt>
                <c:pt idx="1689">
                  <c:v>44513</c:v>
                </c:pt>
                <c:pt idx="1690">
                  <c:v>44512</c:v>
                </c:pt>
                <c:pt idx="1691">
                  <c:v>44511</c:v>
                </c:pt>
                <c:pt idx="1692">
                  <c:v>44510</c:v>
                </c:pt>
                <c:pt idx="1693">
                  <c:v>44509</c:v>
                </c:pt>
                <c:pt idx="1694">
                  <c:v>44508</c:v>
                </c:pt>
                <c:pt idx="1695">
                  <c:v>44507</c:v>
                </c:pt>
                <c:pt idx="1696">
                  <c:v>44506</c:v>
                </c:pt>
                <c:pt idx="1697">
                  <c:v>44505</c:v>
                </c:pt>
                <c:pt idx="1698">
                  <c:v>44504</c:v>
                </c:pt>
                <c:pt idx="1699">
                  <c:v>44503</c:v>
                </c:pt>
                <c:pt idx="1700">
                  <c:v>44502</c:v>
                </c:pt>
                <c:pt idx="1701">
                  <c:v>44501</c:v>
                </c:pt>
                <c:pt idx="1702">
                  <c:v>44500</c:v>
                </c:pt>
                <c:pt idx="1703">
                  <c:v>44499</c:v>
                </c:pt>
                <c:pt idx="1704">
                  <c:v>44498</c:v>
                </c:pt>
                <c:pt idx="1705">
                  <c:v>44497</c:v>
                </c:pt>
                <c:pt idx="1706">
                  <c:v>44496</c:v>
                </c:pt>
                <c:pt idx="1707">
                  <c:v>44495</c:v>
                </c:pt>
                <c:pt idx="1708">
                  <c:v>44494</c:v>
                </c:pt>
                <c:pt idx="1709">
                  <c:v>44493</c:v>
                </c:pt>
                <c:pt idx="1710">
                  <c:v>44492</c:v>
                </c:pt>
                <c:pt idx="1711">
                  <c:v>44491</c:v>
                </c:pt>
                <c:pt idx="1712">
                  <c:v>44490</c:v>
                </c:pt>
                <c:pt idx="1713">
                  <c:v>44489</c:v>
                </c:pt>
                <c:pt idx="1714">
                  <c:v>44488</c:v>
                </c:pt>
                <c:pt idx="1715">
                  <c:v>44487</c:v>
                </c:pt>
                <c:pt idx="1716">
                  <c:v>44486</c:v>
                </c:pt>
                <c:pt idx="1717">
                  <c:v>44485</c:v>
                </c:pt>
                <c:pt idx="1718">
                  <c:v>44484</c:v>
                </c:pt>
                <c:pt idx="1719">
                  <c:v>44483</c:v>
                </c:pt>
                <c:pt idx="1720">
                  <c:v>44482</c:v>
                </c:pt>
                <c:pt idx="1721">
                  <c:v>44481</c:v>
                </c:pt>
                <c:pt idx="1722">
                  <c:v>44480</c:v>
                </c:pt>
                <c:pt idx="1723">
                  <c:v>44479</c:v>
                </c:pt>
                <c:pt idx="1724">
                  <c:v>44478</c:v>
                </c:pt>
                <c:pt idx="1725">
                  <c:v>44477</c:v>
                </c:pt>
                <c:pt idx="1726">
                  <c:v>44476</c:v>
                </c:pt>
                <c:pt idx="1727">
                  <c:v>44475</c:v>
                </c:pt>
                <c:pt idx="1728">
                  <c:v>44474</c:v>
                </c:pt>
                <c:pt idx="1729">
                  <c:v>44473</c:v>
                </c:pt>
                <c:pt idx="1730">
                  <c:v>44472</c:v>
                </c:pt>
                <c:pt idx="1731">
                  <c:v>44471</c:v>
                </c:pt>
                <c:pt idx="1732">
                  <c:v>44470</c:v>
                </c:pt>
                <c:pt idx="1733">
                  <c:v>44469</c:v>
                </c:pt>
                <c:pt idx="1734">
                  <c:v>44468</c:v>
                </c:pt>
                <c:pt idx="1735">
                  <c:v>44467</c:v>
                </c:pt>
                <c:pt idx="1736">
                  <c:v>44466</c:v>
                </c:pt>
                <c:pt idx="1737">
                  <c:v>44465</c:v>
                </c:pt>
                <c:pt idx="1738">
                  <c:v>44464</c:v>
                </c:pt>
                <c:pt idx="1739">
                  <c:v>44463</c:v>
                </c:pt>
                <c:pt idx="1740">
                  <c:v>44462</c:v>
                </c:pt>
                <c:pt idx="1741">
                  <c:v>44461</c:v>
                </c:pt>
                <c:pt idx="1742">
                  <c:v>44460</c:v>
                </c:pt>
                <c:pt idx="1743">
                  <c:v>44459</c:v>
                </c:pt>
                <c:pt idx="1744">
                  <c:v>44458</c:v>
                </c:pt>
                <c:pt idx="1745">
                  <c:v>44457</c:v>
                </c:pt>
                <c:pt idx="1746">
                  <c:v>44456</c:v>
                </c:pt>
                <c:pt idx="1747">
                  <c:v>44455</c:v>
                </c:pt>
                <c:pt idx="1748">
                  <c:v>44454</c:v>
                </c:pt>
                <c:pt idx="1749">
                  <c:v>44453</c:v>
                </c:pt>
                <c:pt idx="1750">
                  <c:v>44452</c:v>
                </c:pt>
                <c:pt idx="1751">
                  <c:v>44451</c:v>
                </c:pt>
                <c:pt idx="1752">
                  <c:v>44450</c:v>
                </c:pt>
                <c:pt idx="1753">
                  <c:v>44449</c:v>
                </c:pt>
                <c:pt idx="1754">
                  <c:v>44448</c:v>
                </c:pt>
                <c:pt idx="1755">
                  <c:v>44447</c:v>
                </c:pt>
                <c:pt idx="1756">
                  <c:v>44446</c:v>
                </c:pt>
                <c:pt idx="1757">
                  <c:v>44445</c:v>
                </c:pt>
                <c:pt idx="1758">
                  <c:v>44444</c:v>
                </c:pt>
                <c:pt idx="1759">
                  <c:v>44443</c:v>
                </c:pt>
                <c:pt idx="1760">
                  <c:v>44442</c:v>
                </c:pt>
                <c:pt idx="1761">
                  <c:v>44441</c:v>
                </c:pt>
                <c:pt idx="1762">
                  <c:v>44440</c:v>
                </c:pt>
                <c:pt idx="1763">
                  <c:v>44439</c:v>
                </c:pt>
                <c:pt idx="1764">
                  <c:v>44438</c:v>
                </c:pt>
                <c:pt idx="1765">
                  <c:v>44437</c:v>
                </c:pt>
                <c:pt idx="1766">
                  <c:v>44436</c:v>
                </c:pt>
                <c:pt idx="1767">
                  <c:v>44435</c:v>
                </c:pt>
                <c:pt idx="1768">
                  <c:v>44434</c:v>
                </c:pt>
                <c:pt idx="1769">
                  <c:v>44433</c:v>
                </c:pt>
                <c:pt idx="1770">
                  <c:v>44432</c:v>
                </c:pt>
                <c:pt idx="1771">
                  <c:v>44431</c:v>
                </c:pt>
                <c:pt idx="1772">
                  <c:v>44430</c:v>
                </c:pt>
                <c:pt idx="1773">
                  <c:v>44429</c:v>
                </c:pt>
                <c:pt idx="1774">
                  <c:v>44428</c:v>
                </c:pt>
                <c:pt idx="1775">
                  <c:v>44427</c:v>
                </c:pt>
                <c:pt idx="1776">
                  <c:v>44426</c:v>
                </c:pt>
                <c:pt idx="1777">
                  <c:v>44425</c:v>
                </c:pt>
                <c:pt idx="1778">
                  <c:v>44424</c:v>
                </c:pt>
                <c:pt idx="1779">
                  <c:v>44423</c:v>
                </c:pt>
                <c:pt idx="1780">
                  <c:v>44422</c:v>
                </c:pt>
                <c:pt idx="1781">
                  <c:v>44421</c:v>
                </c:pt>
                <c:pt idx="1782">
                  <c:v>44420</c:v>
                </c:pt>
                <c:pt idx="1783">
                  <c:v>44419</c:v>
                </c:pt>
                <c:pt idx="1784">
                  <c:v>44418</c:v>
                </c:pt>
                <c:pt idx="1785">
                  <c:v>44417</c:v>
                </c:pt>
                <c:pt idx="1786">
                  <c:v>44416</c:v>
                </c:pt>
                <c:pt idx="1787">
                  <c:v>44415</c:v>
                </c:pt>
                <c:pt idx="1788">
                  <c:v>44414</c:v>
                </c:pt>
                <c:pt idx="1789">
                  <c:v>44413</c:v>
                </c:pt>
                <c:pt idx="1790">
                  <c:v>44412</c:v>
                </c:pt>
                <c:pt idx="1791">
                  <c:v>44411</c:v>
                </c:pt>
                <c:pt idx="1792">
                  <c:v>44410</c:v>
                </c:pt>
                <c:pt idx="1793">
                  <c:v>44409</c:v>
                </c:pt>
                <c:pt idx="1794">
                  <c:v>44408</c:v>
                </c:pt>
                <c:pt idx="1795">
                  <c:v>44407</c:v>
                </c:pt>
                <c:pt idx="1796">
                  <c:v>44406</c:v>
                </c:pt>
                <c:pt idx="1797">
                  <c:v>44405</c:v>
                </c:pt>
                <c:pt idx="1798">
                  <c:v>44404</c:v>
                </c:pt>
                <c:pt idx="1799">
                  <c:v>44403</c:v>
                </c:pt>
                <c:pt idx="1800">
                  <c:v>44402</c:v>
                </c:pt>
                <c:pt idx="1801">
                  <c:v>44401</c:v>
                </c:pt>
                <c:pt idx="1802">
                  <c:v>44400</c:v>
                </c:pt>
                <c:pt idx="1803">
                  <c:v>44399</c:v>
                </c:pt>
                <c:pt idx="1804">
                  <c:v>44398</c:v>
                </c:pt>
                <c:pt idx="1805">
                  <c:v>44397</c:v>
                </c:pt>
                <c:pt idx="1806">
                  <c:v>44396</c:v>
                </c:pt>
                <c:pt idx="1807">
                  <c:v>44395</c:v>
                </c:pt>
                <c:pt idx="1808">
                  <c:v>44394</c:v>
                </c:pt>
                <c:pt idx="1809">
                  <c:v>44393</c:v>
                </c:pt>
                <c:pt idx="1810">
                  <c:v>44392</c:v>
                </c:pt>
                <c:pt idx="1811">
                  <c:v>44391</c:v>
                </c:pt>
                <c:pt idx="1812">
                  <c:v>44390</c:v>
                </c:pt>
                <c:pt idx="1813">
                  <c:v>44389</c:v>
                </c:pt>
                <c:pt idx="1814">
                  <c:v>44388</c:v>
                </c:pt>
                <c:pt idx="1815">
                  <c:v>44387</c:v>
                </c:pt>
                <c:pt idx="1816">
                  <c:v>44386</c:v>
                </c:pt>
                <c:pt idx="1817">
                  <c:v>44385</c:v>
                </c:pt>
                <c:pt idx="1818">
                  <c:v>44384</c:v>
                </c:pt>
                <c:pt idx="1819">
                  <c:v>44383</c:v>
                </c:pt>
                <c:pt idx="1820">
                  <c:v>44382</c:v>
                </c:pt>
                <c:pt idx="1821">
                  <c:v>44381</c:v>
                </c:pt>
                <c:pt idx="1822">
                  <c:v>44380</c:v>
                </c:pt>
                <c:pt idx="1823">
                  <c:v>44379</c:v>
                </c:pt>
                <c:pt idx="1824">
                  <c:v>44378</c:v>
                </c:pt>
                <c:pt idx="1825">
                  <c:v>44377</c:v>
                </c:pt>
                <c:pt idx="1826">
                  <c:v>44376</c:v>
                </c:pt>
                <c:pt idx="1827">
                  <c:v>44375</c:v>
                </c:pt>
                <c:pt idx="1828">
                  <c:v>44374</c:v>
                </c:pt>
                <c:pt idx="1829">
                  <c:v>44373</c:v>
                </c:pt>
                <c:pt idx="1830">
                  <c:v>44372</c:v>
                </c:pt>
                <c:pt idx="1831">
                  <c:v>44371</c:v>
                </c:pt>
                <c:pt idx="1832">
                  <c:v>44370</c:v>
                </c:pt>
                <c:pt idx="1833">
                  <c:v>44369</c:v>
                </c:pt>
                <c:pt idx="1834">
                  <c:v>44368</c:v>
                </c:pt>
                <c:pt idx="1835">
                  <c:v>44367</c:v>
                </c:pt>
                <c:pt idx="1836">
                  <c:v>44366</c:v>
                </c:pt>
                <c:pt idx="1837">
                  <c:v>44365</c:v>
                </c:pt>
                <c:pt idx="1838">
                  <c:v>44364</c:v>
                </c:pt>
                <c:pt idx="1839">
                  <c:v>44363</c:v>
                </c:pt>
                <c:pt idx="1840">
                  <c:v>44362</c:v>
                </c:pt>
                <c:pt idx="1841">
                  <c:v>44361</c:v>
                </c:pt>
                <c:pt idx="1842">
                  <c:v>44360</c:v>
                </c:pt>
                <c:pt idx="1843">
                  <c:v>44359</c:v>
                </c:pt>
                <c:pt idx="1844">
                  <c:v>44358</c:v>
                </c:pt>
                <c:pt idx="1845">
                  <c:v>44357</c:v>
                </c:pt>
                <c:pt idx="1846">
                  <c:v>44356</c:v>
                </c:pt>
                <c:pt idx="1847">
                  <c:v>44355</c:v>
                </c:pt>
                <c:pt idx="1848">
                  <c:v>44354</c:v>
                </c:pt>
                <c:pt idx="1849">
                  <c:v>44353</c:v>
                </c:pt>
                <c:pt idx="1850">
                  <c:v>44352</c:v>
                </c:pt>
                <c:pt idx="1851">
                  <c:v>44351</c:v>
                </c:pt>
                <c:pt idx="1852">
                  <c:v>44350</c:v>
                </c:pt>
                <c:pt idx="1853">
                  <c:v>44349</c:v>
                </c:pt>
                <c:pt idx="1854">
                  <c:v>44348</c:v>
                </c:pt>
                <c:pt idx="1855">
                  <c:v>44347</c:v>
                </c:pt>
                <c:pt idx="1856">
                  <c:v>44346</c:v>
                </c:pt>
                <c:pt idx="1857">
                  <c:v>44345</c:v>
                </c:pt>
                <c:pt idx="1858">
                  <c:v>44344</c:v>
                </c:pt>
                <c:pt idx="1859">
                  <c:v>44343</c:v>
                </c:pt>
                <c:pt idx="1860">
                  <c:v>44342</c:v>
                </c:pt>
                <c:pt idx="1861">
                  <c:v>44341</c:v>
                </c:pt>
                <c:pt idx="1862">
                  <c:v>44340</c:v>
                </c:pt>
                <c:pt idx="1863">
                  <c:v>44339</c:v>
                </c:pt>
                <c:pt idx="1864">
                  <c:v>44338</c:v>
                </c:pt>
                <c:pt idx="1865">
                  <c:v>44337</c:v>
                </c:pt>
                <c:pt idx="1866">
                  <c:v>44336</c:v>
                </c:pt>
                <c:pt idx="1867">
                  <c:v>44335</c:v>
                </c:pt>
                <c:pt idx="1868">
                  <c:v>44334</c:v>
                </c:pt>
                <c:pt idx="1869">
                  <c:v>44333</c:v>
                </c:pt>
                <c:pt idx="1870">
                  <c:v>44332</c:v>
                </c:pt>
                <c:pt idx="1871">
                  <c:v>44331</c:v>
                </c:pt>
                <c:pt idx="1872">
                  <c:v>44330</c:v>
                </c:pt>
                <c:pt idx="1873">
                  <c:v>44329</c:v>
                </c:pt>
                <c:pt idx="1874">
                  <c:v>44328</c:v>
                </c:pt>
                <c:pt idx="1875">
                  <c:v>44327</c:v>
                </c:pt>
                <c:pt idx="1876">
                  <c:v>44326</c:v>
                </c:pt>
                <c:pt idx="1877">
                  <c:v>44325</c:v>
                </c:pt>
                <c:pt idx="1878">
                  <c:v>44324</c:v>
                </c:pt>
                <c:pt idx="1879">
                  <c:v>44323</c:v>
                </c:pt>
                <c:pt idx="1880">
                  <c:v>44322</c:v>
                </c:pt>
                <c:pt idx="1881">
                  <c:v>44321</c:v>
                </c:pt>
                <c:pt idx="1882">
                  <c:v>44320</c:v>
                </c:pt>
                <c:pt idx="1883">
                  <c:v>44319</c:v>
                </c:pt>
                <c:pt idx="1884">
                  <c:v>44318</c:v>
                </c:pt>
                <c:pt idx="1885">
                  <c:v>44317</c:v>
                </c:pt>
                <c:pt idx="1886">
                  <c:v>44316</c:v>
                </c:pt>
                <c:pt idx="1887">
                  <c:v>44315</c:v>
                </c:pt>
                <c:pt idx="1888">
                  <c:v>44314</c:v>
                </c:pt>
                <c:pt idx="1889">
                  <c:v>44313</c:v>
                </c:pt>
                <c:pt idx="1890">
                  <c:v>44312</c:v>
                </c:pt>
                <c:pt idx="1891">
                  <c:v>44311</c:v>
                </c:pt>
                <c:pt idx="1892">
                  <c:v>44310</c:v>
                </c:pt>
                <c:pt idx="1893">
                  <c:v>44309</c:v>
                </c:pt>
                <c:pt idx="1894">
                  <c:v>44308</c:v>
                </c:pt>
                <c:pt idx="1895">
                  <c:v>44307</c:v>
                </c:pt>
                <c:pt idx="1896">
                  <c:v>44306</c:v>
                </c:pt>
                <c:pt idx="1897">
                  <c:v>44305</c:v>
                </c:pt>
                <c:pt idx="1898">
                  <c:v>44304</c:v>
                </c:pt>
                <c:pt idx="1899">
                  <c:v>44303</c:v>
                </c:pt>
                <c:pt idx="1900">
                  <c:v>44302</c:v>
                </c:pt>
                <c:pt idx="1901">
                  <c:v>44301</c:v>
                </c:pt>
                <c:pt idx="1902">
                  <c:v>44300</c:v>
                </c:pt>
                <c:pt idx="1903">
                  <c:v>44299</c:v>
                </c:pt>
                <c:pt idx="1904">
                  <c:v>44298</c:v>
                </c:pt>
                <c:pt idx="1905">
                  <c:v>44297</c:v>
                </c:pt>
                <c:pt idx="1906">
                  <c:v>44296</c:v>
                </c:pt>
                <c:pt idx="1907">
                  <c:v>44295</c:v>
                </c:pt>
                <c:pt idx="1908">
                  <c:v>44294</c:v>
                </c:pt>
                <c:pt idx="1909">
                  <c:v>44293</c:v>
                </c:pt>
                <c:pt idx="1910">
                  <c:v>44292</c:v>
                </c:pt>
                <c:pt idx="1911">
                  <c:v>44291</c:v>
                </c:pt>
                <c:pt idx="1912">
                  <c:v>44290</c:v>
                </c:pt>
                <c:pt idx="1913">
                  <c:v>44289</c:v>
                </c:pt>
                <c:pt idx="1914">
                  <c:v>44288</c:v>
                </c:pt>
                <c:pt idx="1915">
                  <c:v>44287</c:v>
                </c:pt>
                <c:pt idx="1916">
                  <c:v>44286</c:v>
                </c:pt>
                <c:pt idx="1917">
                  <c:v>44285</c:v>
                </c:pt>
                <c:pt idx="1918">
                  <c:v>44284</c:v>
                </c:pt>
                <c:pt idx="1919">
                  <c:v>44283</c:v>
                </c:pt>
                <c:pt idx="1920">
                  <c:v>44282</c:v>
                </c:pt>
                <c:pt idx="1921">
                  <c:v>44281</c:v>
                </c:pt>
                <c:pt idx="1922">
                  <c:v>44280</c:v>
                </c:pt>
                <c:pt idx="1923">
                  <c:v>44279</c:v>
                </c:pt>
                <c:pt idx="1924">
                  <c:v>44278</c:v>
                </c:pt>
                <c:pt idx="1925">
                  <c:v>44277</c:v>
                </c:pt>
                <c:pt idx="1926">
                  <c:v>44276</c:v>
                </c:pt>
                <c:pt idx="1927">
                  <c:v>44275</c:v>
                </c:pt>
                <c:pt idx="1928">
                  <c:v>44274</c:v>
                </c:pt>
                <c:pt idx="1929">
                  <c:v>44273</c:v>
                </c:pt>
                <c:pt idx="1930">
                  <c:v>44272</c:v>
                </c:pt>
                <c:pt idx="1931">
                  <c:v>44271</c:v>
                </c:pt>
                <c:pt idx="1932">
                  <c:v>44270</c:v>
                </c:pt>
                <c:pt idx="1933">
                  <c:v>44269</c:v>
                </c:pt>
                <c:pt idx="1934">
                  <c:v>44268</c:v>
                </c:pt>
                <c:pt idx="1935">
                  <c:v>44267</c:v>
                </c:pt>
                <c:pt idx="1936">
                  <c:v>44266</c:v>
                </c:pt>
                <c:pt idx="1937">
                  <c:v>44265</c:v>
                </c:pt>
                <c:pt idx="1938">
                  <c:v>44264</c:v>
                </c:pt>
                <c:pt idx="1939">
                  <c:v>44263</c:v>
                </c:pt>
                <c:pt idx="1940">
                  <c:v>44262</c:v>
                </c:pt>
                <c:pt idx="1941">
                  <c:v>44261</c:v>
                </c:pt>
                <c:pt idx="1942">
                  <c:v>44260</c:v>
                </c:pt>
                <c:pt idx="1943">
                  <c:v>44259</c:v>
                </c:pt>
                <c:pt idx="1944">
                  <c:v>44258</c:v>
                </c:pt>
                <c:pt idx="1945">
                  <c:v>44257</c:v>
                </c:pt>
                <c:pt idx="1946">
                  <c:v>44256</c:v>
                </c:pt>
                <c:pt idx="1947">
                  <c:v>44255</c:v>
                </c:pt>
                <c:pt idx="1948">
                  <c:v>44254</c:v>
                </c:pt>
                <c:pt idx="1949">
                  <c:v>44253</c:v>
                </c:pt>
                <c:pt idx="1950">
                  <c:v>44252</c:v>
                </c:pt>
                <c:pt idx="1951">
                  <c:v>44251</c:v>
                </c:pt>
                <c:pt idx="1952">
                  <c:v>44250</c:v>
                </c:pt>
                <c:pt idx="1953">
                  <c:v>44249</c:v>
                </c:pt>
                <c:pt idx="1954">
                  <c:v>44248</c:v>
                </c:pt>
                <c:pt idx="1955">
                  <c:v>44247</c:v>
                </c:pt>
                <c:pt idx="1956">
                  <c:v>44246</c:v>
                </c:pt>
                <c:pt idx="1957">
                  <c:v>44245</c:v>
                </c:pt>
                <c:pt idx="1958">
                  <c:v>44244</c:v>
                </c:pt>
                <c:pt idx="1959">
                  <c:v>44243</c:v>
                </c:pt>
                <c:pt idx="1960">
                  <c:v>44242</c:v>
                </c:pt>
                <c:pt idx="1961">
                  <c:v>44241</c:v>
                </c:pt>
                <c:pt idx="1962">
                  <c:v>44240</c:v>
                </c:pt>
                <c:pt idx="1963">
                  <c:v>44239</c:v>
                </c:pt>
                <c:pt idx="1964">
                  <c:v>44238</c:v>
                </c:pt>
                <c:pt idx="1965">
                  <c:v>44237</c:v>
                </c:pt>
                <c:pt idx="1966">
                  <c:v>44236</c:v>
                </c:pt>
                <c:pt idx="1967">
                  <c:v>44235</c:v>
                </c:pt>
                <c:pt idx="1968">
                  <c:v>44234</c:v>
                </c:pt>
                <c:pt idx="1969">
                  <c:v>44233</c:v>
                </c:pt>
                <c:pt idx="1970">
                  <c:v>44232</c:v>
                </c:pt>
                <c:pt idx="1971">
                  <c:v>44231</c:v>
                </c:pt>
                <c:pt idx="1972">
                  <c:v>44230</c:v>
                </c:pt>
                <c:pt idx="1973">
                  <c:v>44229</c:v>
                </c:pt>
                <c:pt idx="1974">
                  <c:v>44228</c:v>
                </c:pt>
                <c:pt idx="1975">
                  <c:v>44227</c:v>
                </c:pt>
                <c:pt idx="1976">
                  <c:v>44226</c:v>
                </c:pt>
                <c:pt idx="1977">
                  <c:v>44225</c:v>
                </c:pt>
                <c:pt idx="1978">
                  <c:v>44224</c:v>
                </c:pt>
                <c:pt idx="1979">
                  <c:v>44223</c:v>
                </c:pt>
                <c:pt idx="1980">
                  <c:v>44222</c:v>
                </c:pt>
                <c:pt idx="1981">
                  <c:v>44221</c:v>
                </c:pt>
                <c:pt idx="1982">
                  <c:v>44220</c:v>
                </c:pt>
                <c:pt idx="1983">
                  <c:v>44219</c:v>
                </c:pt>
                <c:pt idx="1984">
                  <c:v>44218</c:v>
                </c:pt>
                <c:pt idx="1985">
                  <c:v>44217</c:v>
                </c:pt>
                <c:pt idx="1986">
                  <c:v>44216</c:v>
                </c:pt>
                <c:pt idx="1987">
                  <c:v>44215</c:v>
                </c:pt>
                <c:pt idx="1988">
                  <c:v>44214</c:v>
                </c:pt>
                <c:pt idx="1989">
                  <c:v>44213</c:v>
                </c:pt>
                <c:pt idx="1990">
                  <c:v>44212</c:v>
                </c:pt>
                <c:pt idx="1991">
                  <c:v>44211</c:v>
                </c:pt>
                <c:pt idx="1992">
                  <c:v>44210</c:v>
                </c:pt>
                <c:pt idx="1993">
                  <c:v>44209</c:v>
                </c:pt>
                <c:pt idx="1994">
                  <c:v>44208</c:v>
                </c:pt>
                <c:pt idx="1995">
                  <c:v>44207</c:v>
                </c:pt>
                <c:pt idx="1996">
                  <c:v>44206</c:v>
                </c:pt>
                <c:pt idx="1997">
                  <c:v>44205</c:v>
                </c:pt>
                <c:pt idx="1998">
                  <c:v>44204</c:v>
                </c:pt>
                <c:pt idx="1999">
                  <c:v>44203</c:v>
                </c:pt>
                <c:pt idx="2000">
                  <c:v>44202</c:v>
                </c:pt>
                <c:pt idx="2001">
                  <c:v>44201</c:v>
                </c:pt>
                <c:pt idx="2002">
                  <c:v>44200</c:v>
                </c:pt>
                <c:pt idx="2003">
                  <c:v>44199</c:v>
                </c:pt>
                <c:pt idx="2004">
                  <c:v>44198</c:v>
                </c:pt>
                <c:pt idx="2005">
                  <c:v>44197</c:v>
                </c:pt>
                <c:pt idx="2006">
                  <c:v>44196</c:v>
                </c:pt>
                <c:pt idx="2007">
                  <c:v>44195</c:v>
                </c:pt>
                <c:pt idx="2008">
                  <c:v>44194</c:v>
                </c:pt>
                <c:pt idx="2009">
                  <c:v>44193</c:v>
                </c:pt>
                <c:pt idx="2010">
                  <c:v>44192</c:v>
                </c:pt>
                <c:pt idx="2011">
                  <c:v>44191</c:v>
                </c:pt>
                <c:pt idx="2012">
                  <c:v>44190</c:v>
                </c:pt>
                <c:pt idx="2013">
                  <c:v>44189</c:v>
                </c:pt>
                <c:pt idx="2014">
                  <c:v>44188</c:v>
                </c:pt>
                <c:pt idx="2015">
                  <c:v>44187</c:v>
                </c:pt>
                <c:pt idx="2016">
                  <c:v>44186</c:v>
                </c:pt>
                <c:pt idx="2017">
                  <c:v>44185</c:v>
                </c:pt>
                <c:pt idx="2018">
                  <c:v>44184</c:v>
                </c:pt>
                <c:pt idx="2019">
                  <c:v>44183</c:v>
                </c:pt>
                <c:pt idx="2020">
                  <c:v>44182</c:v>
                </c:pt>
                <c:pt idx="2021">
                  <c:v>44181</c:v>
                </c:pt>
                <c:pt idx="2022">
                  <c:v>44180</c:v>
                </c:pt>
                <c:pt idx="2023">
                  <c:v>44179</c:v>
                </c:pt>
                <c:pt idx="2024">
                  <c:v>44178</c:v>
                </c:pt>
                <c:pt idx="2025">
                  <c:v>44177</c:v>
                </c:pt>
                <c:pt idx="2026">
                  <c:v>44176</c:v>
                </c:pt>
                <c:pt idx="2027">
                  <c:v>44175</c:v>
                </c:pt>
                <c:pt idx="2028">
                  <c:v>44174</c:v>
                </c:pt>
                <c:pt idx="2029">
                  <c:v>44173</c:v>
                </c:pt>
                <c:pt idx="2030">
                  <c:v>44172</c:v>
                </c:pt>
                <c:pt idx="2031">
                  <c:v>44171</c:v>
                </c:pt>
                <c:pt idx="2032">
                  <c:v>44170</c:v>
                </c:pt>
                <c:pt idx="2033">
                  <c:v>44169</c:v>
                </c:pt>
                <c:pt idx="2034">
                  <c:v>44168</c:v>
                </c:pt>
                <c:pt idx="2035">
                  <c:v>44167</c:v>
                </c:pt>
                <c:pt idx="2036">
                  <c:v>44166</c:v>
                </c:pt>
                <c:pt idx="2037">
                  <c:v>44165</c:v>
                </c:pt>
                <c:pt idx="2038">
                  <c:v>44164</c:v>
                </c:pt>
                <c:pt idx="2039">
                  <c:v>44163</c:v>
                </c:pt>
                <c:pt idx="2040">
                  <c:v>44162</c:v>
                </c:pt>
                <c:pt idx="2041">
                  <c:v>44161</c:v>
                </c:pt>
                <c:pt idx="2042">
                  <c:v>44160</c:v>
                </c:pt>
                <c:pt idx="2043">
                  <c:v>44159</c:v>
                </c:pt>
                <c:pt idx="2044">
                  <c:v>44158</c:v>
                </c:pt>
                <c:pt idx="2045">
                  <c:v>44157</c:v>
                </c:pt>
                <c:pt idx="2046">
                  <c:v>44156</c:v>
                </c:pt>
                <c:pt idx="2047">
                  <c:v>44155</c:v>
                </c:pt>
                <c:pt idx="2048">
                  <c:v>44154</c:v>
                </c:pt>
                <c:pt idx="2049">
                  <c:v>44153</c:v>
                </c:pt>
                <c:pt idx="2050">
                  <c:v>44152</c:v>
                </c:pt>
                <c:pt idx="2051">
                  <c:v>44151</c:v>
                </c:pt>
                <c:pt idx="2052">
                  <c:v>44150</c:v>
                </c:pt>
                <c:pt idx="2053">
                  <c:v>44149</c:v>
                </c:pt>
                <c:pt idx="2054">
                  <c:v>44148</c:v>
                </c:pt>
                <c:pt idx="2055">
                  <c:v>44147</c:v>
                </c:pt>
                <c:pt idx="2056">
                  <c:v>44146</c:v>
                </c:pt>
                <c:pt idx="2057">
                  <c:v>44145</c:v>
                </c:pt>
                <c:pt idx="2058">
                  <c:v>44144</c:v>
                </c:pt>
                <c:pt idx="2059">
                  <c:v>44143</c:v>
                </c:pt>
                <c:pt idx="2060">
                  <c:v>44142</c:v>
                </c:pt>
                <c:pt idx="2061">
                  <c:v>44141</c:v>
                </c:pt>
                <c:pt idx="2062">
                  <c:v>44140</c:v>
                </c:pt>
                <c:pt idx="2063">
                  <c:v>44139</c:v>
                </c:pt>
                <c:pt idx="2064">
                  <c:v>44138</c:v>
                </c:pt>
                <c:pt idx="2065">
                  <c:v>44137</c:v>
                </c:pt>
                <c:pt idx="2066">
                  <c:v>44136</c:v>
                </c:pt>
                <c:pt idx="2067">
                  <c:v>44135</c:v>
                </c:pt>
                <c:pt idx="2068">
                  <c:v>44134</c:v>
                </c:pt>
                <c:pt idx="2069">
                  <c:v>44133</c:v>
                </c:pt>
                <c:pt idx="2070">
                  <c:v>44132</c:v>
                </c:pt>
                <c:pt idx="2071">
                  <c:v>44131</c:v>
                </c:pt>
                <c:pt idx="2072">
                  <c:v>44130</c:v>
                </c:pt>
                <c:pt idx="2073">
                  <c:v>44129</c:v>
                </c:pt>
                <c:pt idx="2074">
                  <c:v>44128</c:v>
                </c:pt>
                <c:pt idx="2075">
                  <c:v>44127</c:v>
                </c:pt>
                <c:pt idx="2076">
                  <c:v>44126</c:v>
                </c:pt>
                <c:pt idx="2077">
                  <c:v>44125</c:v>
                </c:pt>
                <c:pt idx="2078">
                  <c:v>44124</c:v>
                </c:pt>
                <c:pt idx="2079">
                  <c:v>44123</c:v>
                </c:pt>
                <c:pt idx="2080">
                  <c:v>44122</c:v>
                </c:pt>
                <c:pt idx="2081">
                  <c:v>44121</c:v>
                </c:pt>
                <c:pt idx="2082">
                  <c:v>44120</c:v>
                </c:pt>
                <c:pt idx="2083">
                  <c:v>44119</c:v>
                </c:pt>
                <c:pt idx="2084">
                  <c:v>44118</c:v>
                </c:pt>
                <c:pt idx="2085">
                  <c:v>44117</c:v>
                </c:pt>
                <c:pt idx="2086">
                  <c:v>44116</c:v>
                </c:pt>
                <c:pt idx="2087">
                  <c:v>44115</c:v>
                </c:pt>
                <c:pt idx="2088">
                  <c:v>44114</c:v>
                </c:pt>
                <c:pt idx="2089">
                  <c:v>44113</c:v>
                </c:pt>
                <c:pt idx="2090">
                  <c:v>44112</c:v>
                </c:pt>
                <c:pt idx="2091">
                  <c:v>44111</c:v>
                </c:pt>
                <c:pt idx="2092">
                  <c:v>44110</c:v>
                </c:pt>
                <c:pt idx="2093">
                  <c:v>44109</c:v>
                </c:pt>
                <c:pt idx="2094">
                  <c:v>44108</c:v>
                </c:pt>
                <c:pt idx="2095">
                  <c:v>44107</c:v>
                </c:pt>
                <c:pt idx="2096">
                  <c:v>44106</c:v>
                </c:pt>
                <c:pt idx="2097">
                  <c:v>44105</c:v>
                </c:pt>
                <c:pt idx="2098">
                  <c:v>44104</c:v>
                </c:pt>
                <c:pt idx="2099">
                  <c:v>44103</c:v>
                </c:pt>
                <c:pt idx="2100">
                  <c:v>44102</c:v>
                </c:pt>
                <c:pt idx="2101">
                  <c:v>44101</c:v>
                </c:pt>
                <c:pt idx="2102">
                  <c:v>44100</c:v>
                </c:pt>
                <c:pt idx="2103">
                  <c:v>44099</c:v>
                </c:pt>
                <c:pt idx="2104">
                  <c:v>44098</c:v>
                </c:pt>
                <c:pt idx="2105">
                  <c:v>44097</c:v>
                </c:pt>
                <c:pt idx="2106">
                  <c:v>44096</c:v>
                </c:pt>
                <c:pt idx="2107">
                  <c:v>44095</c:v>
                </c:pt>
                <c:pt idx="2108">
                  <c:v>44094</c:v>
                </c:pt>
                <c:pt idx="2109">
                  <c:v>44093</c:v>
                </c:pt>
                <c:pt idx="2110">
                  <c:v>44092</c:v>
                </c:pt>
                <c:pt idx="2111">
                  <c:v>44091</c:v>
                </c:pt>
                <c:pt idx="2112">
                  <c:v>44090</c:v>
                </c:pt>
                <c:pt idx="2113">
                  <c:v>44089</c:v>
                </c:pt>
                <c:pt idx="2114">
                  <c:v>44088</c:v>
                </c:pt>
                <c:pt idx="2115">
                  <c:v>44087</c:v>
                </c:pt>
                <c:pt idx="2116">
                  <c:v>44086</c:v>
                </c:pt>
                <c:pt idx="2117">
                  <c:v>44085</c:v>
                </c:pt>
                <c:pt idx="2118">
                  <c:v>44084</c:v>
                </c:pt>
                <c:pt idx="2119">
                  <c:v>44083</c:v>
                </c:pt>
                <c:pt idx="2120">
                  <c:v>44082</c:v>
                </c:pt>
                <c:pt idx="2121">
                  <c:v>44081</c:v>
                </c:pt>
                <c:pt idx="2122">
                  <c:v>44080</c:v>
                </c:pt>
                <c:pt idx="2123">
                  <c:v>44079</c:v>
                </c:pt>
                <c:pt idx="2124">
                  <c:v>44078</c:v>
                </c:pt>
                <c:pt idx="2125">
                  <c:v>44077</c:v>
                </c:pt>
                <c:pt idx="2126">
                  <c:v>44076</c:v>
                </c:pt>
                <c:pt idx="2127">
                  <c:v>44075</c:v>
                </c:pt>
                <c:pt idx="2128">
                  <c:v>44074</c:v>
                </c:pt>
                <c:pt idx="2129">
                  <c:v>44073</c:v>
                </c:pt>
                <c:pt idx="2130">
                  <c:v>44072</c:v>
                </c:pt>
                <c:pt idx="2131">
                  <c:v>44071</c:v>
                </c:pt>
                <c:pt idx="2132">
                  <c:v>44070</c:v>
                </c:pt>
                <c:pt idx="2133">
                  <c:v>44069</c:v>
                </c:pt>
                <c:pt idx="2134">
                  <c:v>44068</c:v>
                </c:pt>
                <c:pt idx="2135">
                  <c:v>44067</c:v>
                </c:pt>
                <c:pt idx="2136">
                  <c:v>44066</c:v>
                </c:pt>
                <c:pt idx="2137">
                  <c:v>44065</c:v>
                </c:pt>
                <c:pt idx="2138">
                  <c:v>44064</c:v>
                </c:pt>
                <c:pt idx="2139">
                  <c:v>44063</c:v>
                </c:pt>
                <c:pt idx="2140">
                  <c:v>44062</c:v>
                </c:pt>
                <c:pt idx="2141">
                  <c:v>44061</c:v>
                </c:pt>
                <c:pt idx="2142">
                  <c:v>44060</c:v>
                </c:pt>
                <c:pt idx="2143">
                  <c:v>44059</c:v>
                </c:pt>
                <c:pt idx="2144">
                  <c:v>44058</c:v>
                </c:pt>
                <c:pt idx="2145">
                  <c:v>44057</c:v>
                </c:pt>
                <c:pt idx="2146">
                  <c:v>44056</c:v>
                </c:pt>
                <c:pt idx="2147">
                  <c:v>44055</c:v>
                </c:pt>
                <c:pt idx="2148">
                  <c:v>44054</c:v>
                </c:pt>
                <c:pt idx="2149">
                  <c:v>44053</c:v>
                </c:pt>
                <c:pt idx="2150">
                  <c:v>44052</c:v>
                </c:pt>
                <c:pt idx="2151">
                  <c:v>44051</c:v>
                </c:pt>
                <c:pt idx="2152">
                  <c:v>44050</c:v>
                </c:pt>
                <c:pt idx="2153">
                  <c:v>44049</c:v>
                </c:pt>
                <c:pt idx="2154">
                  <c:v>44048</c:v>
                </c:pt>
                <c:pt idx="2155">
                  <c:v>44047</c:v>
                </c:pt>
                <c:pt idx="2156">
                  <c:v>44046</c:v>
                </c:pt>
                <c:pt idx="2157">
                  <c:v>44045</c:v>
                </c:pt>
                <c:pt idx="2158">
                  <c:v>44044</c:v>
                </c:pt>
                <c:pt idx="2159">
                  <c:v>44043</c:v>
                </c:pt>
                <c:pt idx="2160">
                  <c:v>44042</c:v>
                </c:pt>
                <c:pt idx="2161">
                  <c:v>44041</c:v>
                </c:pt>
                <c:pt idx="2162">
                  <c:v>44040</c:v>
                </c:pt>
                <c:pt idx="2163">
                  <c:v>44039</c:v>
                </c:pt>
                <c:pt idx="2164">
                  <c:v>44038</c:v>
                </c:pt>
                <c:pt idx="2165">
                  <c:v>44037</c:v>
                </c:pt>
                <c:pt idx="2166">
                  <c:v>44036</c:v>
                </c:pt>
                <c:pt idx="2167">
                  <c:v>44035</c:v>
                </c:pt>
                <c:pt idx="2168">
                  <c:v>44034</c:v>
                </c:pt>
                <c:pt idx="2169">
                  <c:v>44033</c:v>
                </c:pt>
                <c:pt idx="2170">
                  <c:v>44032</c:v>
                </c:pt>
                <c:pt idx="2171">
                  <c:v>44031</c:v>
                </c:pt>
                <c:pt idx="2172">
                  <c:v>44030</c:v>
                </c:pt>
                <c:pt idx="2173">
                  <c:v>44029</c:v>
                </c:pt>
                <c:pt idx="2174">
                  <c:v>44028</c:v>
                </c:pt>
                <c:pt idx="2175">
                  <c:v>44027</c:v>
                </c:pt>
                <c:pt idx="2176">
                  <c:v>44026</c:v>
                </c:pt>
                <c:pt idx="2177">
                  <c:v>44025</c:v>
                </c:pt>
                <c:pt idx="2178">
                  <c:v>44024</c:v>
                </c:pt>
                <c:pt idx="2179">
                  <c:v>44023</c:v>
                </c:pt>
                <c:pt idx="2180">
                  <c:v>44022</c:v>
                </c:pt>
                <c:pt idx="2181">
                  <c:v>44021</c:v>
                </c:pt>
                <c:pt idx="2182">
                  <c:v>44020</c:v>
                </c:pt>
                <c:pt idx="2183">
                  <c:v>44019</c:v>
                </c:pt>
                <c:pt idx="2184">
                  <c:v>44018</c:v>
                </c:pt>
                <c:pt idx="2185">
                  <c:v>44017</c:v>
                </c:pt>
                <c:pt idx="2186">
                  <c:v>44016</c:v>
                </c:pt>
                <c:pt idx="2187">
                  <c:v>44015</c:v>
                </c:pt>
                <c:pt idx="2188">
                  <c:v>44014</c:v>
                </c:pt>
                <c:pt idx="2189">
                  <c:v>44013</c:v>
                </c:pt>
                <c:pt idx="2190">
                  <c:v>44012</c:v>
                </c:pt>
                <c:pt idx="2191">
                  <c:v>44011</c:v>
                </c:pt>
                <c:pt idx="2192">
                  <c:v>44010</c:v>
                </c:pt>
                <c:pt idx="2193">
                  <c:v>44009</c:v>
                </c:pt>
                <c:pt idx="2194">
                  <c:v>44008</c:v>
                </c:pt>
                <c:pt idx="2195">
                  <c:v>44007</c:v>
                </c:pt>
                <c:pt idx="2196">
                  <c:v>44006</c:v>
                </c:pt>
                <c:pt idx="2197">
                  <c:v>44005</c:v>
                </c:pt>
                <c:pt idx="2198">
                  <c:v>44004</c:v>
                </c:pt>
                <c:pt idx="2199">
                  <c:v>44003</c:v>
                </c:pt>
                <c:pt idx="2200">
                  <c:v>44002</c:v>
                </c:pt>
                <c:pt idx="2201">
                  <c:v>44001</c:v>
                </c:pt>
                <c:pt idx="2202">
                  <c:v>44000</c:v>
                </c:pt>
                <c:pt idx="2203">
                  <c:v>43999</c:v>
                </c:pt>
                <c:pt idx="2204">
                  <c:v>43998</c:v>
                </c:pt>
                <c:pt idx="2205">
                  <c:v>43997</c:v>
                </c:pt>
                <c:pt idx="2206">
                  <c:v>43996</c:v>
                </c:pt>
                <c:pt idx="2207">
                  <c:v>43995</c:v>
                </c:pt>
                <c:pt idx="2208">
                  <c:v>43994</c:v>
                </c:pt>
                <c:pt idx="2209">
                  <c:v>43993</c:v>
                </c:pt>
                <c:pt idx="2210">
                  <c:v>43992</c:v>
                </c:pt>
                <c:pt idx="2211">
                  <c:v>43991</c:v>
                </c:pt>
                <c:pt idx="2212">
                  <c:v>43990</c:v>
                </c:pt>
                <c:pt idx="2213">
                  <c:v>43989</c:v>
                </c:pt>
                <c:pt idx="2214">
                  <c:v>43988</c:v>
                </c:pt>
                <c:pt idx="2215">
                  <c:v>43987</c:v>
                </c:pt>
                <c:pt idx="2216">
                  <c:v>43986</c:v>
                </c:pt>
                <c:pt idx="2217">
                  <c:v>43985</c:v>
                </c:pt>
                <c:pt idx="2218">
                  <c:v>43984</c:v>
                </c:pt>
                <c:pt idx="2219">
                  <c:v>43983</c:v>
                </c:pt>
                <c:pt idx="2220">
                  <c:v>43982</c:v>
                </c:pt>
                <c:pt idx="2221">
                  <c:v>43981</c:v>
                </c:pt>
                <c:pt idx="2222">
                  <c:v>43980</c:v>
                </c:pt>
                <c:pt idx="2223">
                  <c:v>43979</c:v>
                </c:pt>
                <c:pt idx="2224">
                  <c:v>43978</c:v>
                </c:pt>
                <c:pt idx="2225">
                  <c:v>43977</c:v>
                </c:pt>
                <c:pt idx="2226">
                  <c:v>43976</c:v>
                </c:pt>
                <c:pt idx="2227">
                  <c:v>43975</c:v>
                </c:pt>
                <c:pt idx="2228">
                  <c:v>43974</c:v>
                </c:pt>
                <c:pt idx="2229">
                  <c:v>43973</c:v>
                </c:pt>
                <c:pt idx="2230">
                  <c:v>43972</c:v>
                </c:pt>
                <c:pt idx="2231">
                  <c:v>43971</c:v>
                </c:pt>
                <c:pt idx="2232">
                  <c:v>43970</c:v>
                </c:pt>
                <c:pt idx="2233">
                  <c:v>43969</c:v>
                </c:pt>
                <c:pt idx="2234">
                  <c:v>43968</c:v>
                </c:pt>
                <c:pt idx="2235">
                  <c:v>43967</c:v>
                </c:pt>
                <c:pt idx="2236">
                  <c:v>43966</c:v>
                </c:pt>
                <c:pt idx="2237">
                  <c:v>43965</c:v>
                </c:pt>
                <c:pt idx="2238">
                  <c:v>43964</c:v>
                </c:pt>
                <c:pt idx="2239">
                  <c:v>43963</c:v>
                </c:pt>
                <c:pt idx="2240">
                  <c:v>43962</c:v>
                </c:pt>
                <c:pt idx="2241">
                  <c:v>43961</c:v>
                </c:pt>
                <c:pt idx="2242">
                  <c:v>43960</c:v>
                </c:pt>
                <c:pt idx="2243">
                  <c:v>43959</c:v>
                </c:pt>
                <c:pt idx="2244">
                  <c:v>43958</c:v>
                </c:pt>
                <c:pt idx="2245">
                  <c:v>43957</c:v>
                </c:pt>
                <c:pt idx="2246">
                  <c:v>43956</c:v>
                </c:pt>
                <c:pt idx="2247">
                  <c:v>43955</c:v>
                </c:pt>
                <c:pt idx="2248">
                  <c:v>43954</c:v>
                </c:pt>
                <c:pt idx="2249">
                  <c:v>43953</c:v>
                </c:pt>
                <c:pt idx="2250">
                  <c:v>43952</c:v>
                </c:pt>
                <c:pt idx="2251">
                  <c:v>43951</c:v>
                </c:pt>
                <c:pt idx="2252">
                  <c:v>43950</c:v>
                </c:pt>
                <c:pt idx="2253">
                  <c:v>43949</c:v>
                </c:pt>
                <c:pt idx="2254">
                  <c:v>43948</c:v>
                </c:pt>
                <c:pt idx="2255">
                  <c:v>43947</c:v>
                </c:pt>
                <c:pt idx="2256">
                  <c:v>43946</c:v>
                </c:pt>
                <c:pt idx="2257">
                  <c:v>43945</c:v>
                </c:pt>
                <c:pt idx="2258">
                  <c:v>43944</c:v>
                </c:pt>
                <c:pt idx="2259">
                  <c:v>43943</c:v>
                </c:pt>
                <c:pt idx="2260">
                  <c:v>43942</c:v>
                </c:pt>
                <c:pt idx="2261">
                  <c:v>43941</c:v>
                </c:pt>
                <c:pt idx="2262">
                  <c:v>43940</c:v>
                </c:pt>
                <c:pt idx="2263">
                  <c:v>43939</c:v>
                </c:pt>
                <c:pt idx="2264">
                  <c:v>43938</c:v>
                </c:pt>
                <c:pt idx="2265">
                  <c:v>43937</c:v>
                </c:pt>
                <c:pt idx="2266">
                  <c:v>43936</c:v>
                </c:pt>
                <c:pt idx="2267">
                  <c:v>43935</c:v>
                </c:pt>
                <c:pt idx="2268">
                  <c:v>43934</c:v>
                </c:pt>
                <c:pt idx="2269">
                  <c:v>43933</c:v>
                </c:pt>
                <c:pt idx="2270">
                  <c:v>43932</c:v>
                </c:pt>
                <c:pt idx="2271">
                  <c:v>43931</c:v>
                </c:pt>
                <c:pt idx="2272">
                  <c:v>43930</c:v>
                </c:pt>
                <c:pt idx="2273">
                  <c:v>43929</c:v>
                </c:pt>
                <c:pt idx="2274">
                  <c:v>43928</c:v>
                </c:pt>
                <c:pt idx="2275">
                  <c:v>43927</c:v>
                </c:pt>
                <c:pt idx="2276">
                  <c:v>43926</c:v>
                </c:pt>
                <c:pt idx="2277">
                  <c:v>43925</c:v>
                </c:pt>
                <c:pt idx="2278">
                  <c:v>43924</c:v>
                </c:pt>
                <c:pt idx="2279">
                  <c:v>43923</c:v>
                </c:pt>
                <c:pt idx="2280">
                  <c:v>43922</c:v>
                </c:pt>
                <c:pt idx="2281">
                  <c:v>43921</c:v>
                </c:pt>
                <c:pt idx="2282">
                  <c:v>43920</c:v>
                </c:pt>
                <c:pt idx="2283">
                  <c:v>43919</c:v>
                </c:pt>
                <c:pt idx="2284">
                  <c:v>43918</c:v>
                </c:pt>
                <c:pt idx="2285">
                  <c:v>43917</c:v>
                </c:pt>
                <c:pt idx="2286">
                  <c:v>43916</c:v>
                </c:pt>
                <c:pt idx="2287">
                  <c:v>43915</c:v>
                </c:pt>
                <c:pt idx="2288">
                  <c:v>43914</c:v>
                </c:pt>
                <c:pt idx="2289">
                  <c:v>43913</c:v>
                </c:pt>
                <c:pt idx="2290">
                  <c:v>43912</c:v>
                </c:pt>
                <c:pt idx="2291">
                  <c:v>43911</c:v>
                </c:pt>
                <c:pt idx="2292">
                  <c:v>43910</c:v>
                </c:pt>
                <c:pt idx="2293">
                  <c:v>43909</c:v>
                </c:pt>
                <c:pt idx="2294">
                  <c:v>43908</c:v>
                </c:pt>
                <c:pt idx="2295">
                  <c:v>43907</c:v>
                </c:pt>
                <c:pt idx="2296">
                  <c:v>43906</c:v>
                </c:pt>
                <c:pt idx="2297">
                  <c:v>43905</c:v>
                </c:pt>
                <c:pt idx="2298">
                  <c:v>43904</c:v>
                </c:pt>
                <c:pt idx="2299">
                  <c:v>43903</c:v>
                </c:pt>
                <c:pt idx="2300">
                  <c:v>43902</c:v>
                </c:pt>
                <c:pt idx="2301">
                  <c:v>43901</c:v>
                </c:pt>
                <c:pt idx="2302">
                  <c:v>43900</c:v>
                </c:pt>
                <c:pt idx="2303">
                  <c:v>43899</c:v>
                </c:pt>
                <c:pt idx="2304">
                  <c:v>43898</c:v>
                </c:pt>
                <c:pt idx="2305">
                  <c:v>43897</c:v>
                </c:pt>
                <c:pt idx="2306">
                  <c:v>43896</c:v>
                </c:pt>
                <c:pt idx="2307">
                  <c:v>43895</c:v>
                </c:pt>
                <c:pt idx="2308">
                  <c:v>43894</c:v>
                </c:pt>
                <c:pt idx="2309">
                  <c:v>43893</c:v>
                </c:pt>
                <c:pt idx="2310">
                  <c:v>43892</c:v>
                </c:pt>
                <c:pt idx="2311">
                  <c:v>43891</c:v>
                </c:pt>
                <c:pt idx="2312">
                  <c:v>43890</c:v>
                </c:pt>
                <c:pt idx="2313">
                  <c:v>43889</c:v>
                </c:pt>
                <c:pt idx="2314">
                  <c:v>43888</c:v>
                </c:pt>
                <c:pt idx="2315">
                  <c:v>43887</c:v>
                </c:pt>
                <c:pt idx="2316">
                  <c:v>43886</c:v>
                </c:pt>
                <c:pt idx="2317">
                  <c:v>43885</c:v>
                </c:pt>
                <c:pt idx="2318">
                  <c:v>43884</c:v>
                </c:pt>
                <c:pt idx="2319">
                  <c:v>43883</c:v>
                </c:pt>
                <c:pt idx="2320">
                  <c:v>43882</c:v>
                </c:pt>
                <c:pt idx="2321">
                  <c:v>43881</c:v>
                </c:pt>
                <c:pt idx="2322">
                  <c:v>43880</c:v>
                </c:pt>
                <c:pt idx="2323">
                  <c:v>43879</c:v>
                </c:pt>
                <c:pt idx="2324">
                  <c:v>43878</c:v>
                </c:pt>
                <c:pt idx="2325">
                  <c:v>43877</c:v>
                </c:pt>
                <c:pt idx="2326">
                  <c:v>43876</c:v>
                </c:pt>
                <c:pt idx="2327">
                  <c:v>43875</c:v>
                </c:pt>
                <c:pt idx="2328">
                  <c:v>43874</c:v>
                </c:pt>
                <c:pt idx="2329">
                  <c:v>43873</c:v>
                </c:pt>
                <c:pt idx="2330">
                  <c:v>43872</c:v>
                </c:pt>
                <c:pt idx="2331">
                  <c:v>43871</c:v>
                </c:pt>
                <c:pt idx="2332">
                  <c:v>43870</c:v>
                </c:pt>
                <c:pt idx="2333">
                  <c:v>43869</c:v>
                </c:pt>
                <c:pt idx="2334">
                  <c:v>43868</c:v>
                </c:pt>
                <c:pt idx="2335">
                  <c:v>43867</c:v>
                </c:pt>
                <c:pt idx="2336">
                  <c:v>43866</c:v>
                </c:pt>
                <c:pt idx="2337">
                  <c:v>43865</c:v>
                </c:pt>
                <c:pt idx="2338">
                  <c:v>43864</c:v>
                </c:pt>
                <c:pt idx="2339">
                  <c:v>43863</c:v>
                </c:pt>
                <c:pt idx="2340">
                  <c:v>43862</c:v>
                </c:pt>
                <c:pt idx="2341">
                  <c:v>43861</c:v>
                </c:pt>
                <c:pt idx="2342">
                  <c:v>43860</c:v>
                </c:pt>
                <c:pt idx="2343">
                  <c:v>43859</c:v>
                </c:pt>
                <c:pt idx="2344">
                  <c:v>43858</c:v>
                </c:pt>
                <c:pt idx="2345">
                  <c:v>43857</c:v>
                </c:pt>
                <c:pt idx="2346">
                  <c:v>43856</c:v>
                </c:pt>
                <c:pt idx="2347">
                  <c:v>43855</c:v>
                </c:pt>
                <c:pt idx="2348">
                  <c:v>43854</c:v>
                </c:pt>
                <c:pt idx="2349">
                  <c:v>43853</c:v>
                </c:pt>
                <c:pt idx="2350">
                  <c:v>43852</c:v>
                </c:pt>
                <c:pt idx="2351">
                  <c:v>43851</c:v>
                </c:pt>
                <c:pt idx="2352">
                  <c:v>43850</c:v>
                </c:pt>
                <c:pt idx="2353">
                  <c:v>43849</c:v>
                </c:pt>
                <c:pt idx="2354">
                  <c:v>43848</c:v>
                </c:pt>
                <c:pt idx="2355">
                  <c:v>43847</c:v>
                </c:pt>
                <c:pt idx="2356">
                  <c:v>43846</c:v>
                </c:pt>
                <c:pt idx="2357">
                  <c:v>43845</c:v>
                </c:pt>
                <c:pt idx="2358">
                  <c:v>43844</c:v>
                </c:pt>
                <c:pt idx="2359">
                  <c:v>43843</c:v>
                </c:pt>
                <c:pt idx="2360">
                  <c:v>43842</c:v>
                </c:pt>
                <c:pt idx="2361">
                  <c:v>43841</c:v>
                </c:pt>
                <c:pt idx="2362">
                  <c:v>43840</c:v>
                </c:pt>
                <c:pt idx="2363">
                  <c:v>43839</c:v>
                </c:pt>
                <c:pt idx="2364">
                  <c:v>43838</c:v>
                </c:pt>
                <c:pt idx="2365">
                  <c:v>43837</c:v>
                </c:pt>
                <c:pt idx="2366">
                  <c:v>43836</c:v>
                </c:pt>
                <c:pt idx="2367">
                  <c:v>43835</c:v>
                </c:pt>
                <c:pt idx="2368">
                  <c:v>43834</c:v>
                </c:pt>
                <c:pt idx="2369">
                  <c:v>43833</c:v>
                </c:pt>
                <c:pt idx="2370">
                  <c:v>43832</c:v>
                </c:pt>
                <c:pt idx="2371">
                  <c:v>43831</c:v>
                </c:pt>
                <c:pt idx="2372">
                  <c:v>43830</c:v>
                </c:pt>
                <c:pt idx="2373">
                  <c:v>43829</c:v>
                </c:pt>
                <c:pt idx="2374">
                  <c:v>43828</c:v>
                </c:pt>
                <c:pt idx="2375">
                  <c:v>43827</c:v>
                </c:pt>
                <c:pt idx="2376">
                  <c:v>43826</c:v>
                </c:pt>
                <c:pt idx="2377">
                  <c:v>43825</c:v>
                </c:pt>
                <c:pt idx="2378">
                  <c:v>43824</c:v>
                </c:pt>
                <c:pt idx="2379">
                  <c:v>43823</c:v>
                </c:pt>
                <c:pt idx="2380">
                  <c:v>43822</c:v>
                </c:pt>
                <c:pt idx="2381">
                  <c:v>43821</c:v>
                </c:pt>
                <c:pt idx="2382">
                  <c:v>43820</c:v>
                </c:pt>
                <c:pt idx="2383">
                  <c:v>43819</c:v>
                </c:pt>
                <c:pt idx="2384">
                  <c:v>43818</c:v>
                </c:pt>
                <c:pt idx="2385">
                  <c:v>43817</c:v>
                </c:pt>
                <c:pt idx="2386">
                  <c:v>43816</c:v>
                </c:pt>
                <c:pt idx="2387">
                  <c:v>43815</c:v>
                </c:pt>
                <c:pt idx="2388">
                  <c:v>43814</c:v>
                </c:pt>
                <c:pt idx="2389">
                  <c:v>43813</c:v>
                </c:pt>
                <c:pt idx="2390">
                  <c:v>43812</c:v>
                </c:pt>
                <c:pt idx="2391">
                  <c:v>43811</c:v>
                </c:pt>
                <c:pt idx="2392">
                  <c:v>43810</c:v>
                </c:pt>
                <c:pt idx="2393">
                  <c:v>43809</c:v>
                </c:pt>
                <c:pt idx="2394">
                  <c:v>43808</c:v>
                </c:pt>
                <c:pt idx="2395">
                  <c:v>43807</c:v>
                </c:pt>
                <c:pt idx="2396">
                  <c:v>43806</c:v>
                </c:pt>
                <c:pt idx="2397">
                  <c:v>43805</c:v>
                </c:pt>
                <c:pt idx="2398">
                  <c:v>43804</c:v>
                </c:pt>
                <c:pt idx="2399">
                  <c:v>43803</c:v>
                </c:pt>
                <c:pt idx="2400">
                  <c:v>43802</c:v>
                </c:pt>
                <c:pt idx="2401">
                  <c:v>43801</c:v>
                </c:pt>
                <c:pt idx="2402">
                  <c:v>43800</c:v>
                </c:pt>
                <c:pt idx="2403">
                  <c:v>43799</c:v>
                </c:pt>
                <c:pt idx="2404">
                  <c:v>43798</c:v>
                </c:pt>
                <c:pt idx="2405">
                  <c:v>43797</c:v>
                </c:pt>
                <c:pt idx="2406">
                  <c:v>43796</c:v>
                </c:pt>
                <c:pt idx="2407">
                  <c:v>43795</c:v>
                </c:pt>
                <c:pt idx="2408">
                  <c:v>43794</c:v>
                </c:pt>
                <c:pt idx="2409">
                  <c:v>43793</c:v>
                </c:pt>
                <c:pt idx="2410">
                  <c:v>43792</c:v>
                </c:pt>
                <c:pt idx="2411">
                  <c:v>43791</c:v>
                </c:pt>
                <c:pt idx="2412">
                  <c:v>43790</c:v>
                </c:pt>
                <c:pt idx="2413">
                  <c:v>43789</c:v>
                </c:pt>
                <c:pt idx="2414">
                  <c:v>43788</c:v>
                </c:pt>
                <c:pt idx="2415">
                  <c:v>43787</c:v>
                </c:pt>
                <c:pt idx="2416">
                  <c:v>43786</c:v>
                </c:pt>
                <c:pt idx="2417">
                  <c:v>43785</c:v>
                </c:pt>
                <c:pt idx="2418">
                  <c:v>43784</c:v>
                </c:pt>
                <c:pt idx="2419">
                  <c:v>43783</c:v>
                </c:pt>
                <c:pt idx="2420">
                  <c:v>43782</c:v>
                </c:pt>
                <c:pt idx="2421">
                  <c:v>43781</c:v>
                </c:pt>
                <c:pt idx="2422">
                  <c:v>43780</c:v>
                </c:pt>
                <c:pt idx="2423">
                  <c:v>43779</c:v>
                </c:pt>
                <c:pt idx="2424">
                  <c:v>43778</c:v>
                </c:pt>
                <c:pt idx="2425">
                  <c:v>43777</c:v>
                </c:pt>
                <c:pt idx="2426">
                  <c:v>43776</c:v>
                </c:pt>
                <c:pt idx="2427">
                  <c:v>43775</c:v>
                </c:pt>
                <c:pt idx="2428">
                  <c:v>43774</c:v>
                </c:pt>
                <c:pt idx="2429">
                  <c:v>43773</c:v>
                </c:pt>
                <c:pt idx="2430">
                  <c:v>43772</c:v>
                </c:pt>
                <c:pt idx="2431">
                  <c:v>43771</c:v>
                </c:pt>
                <c:pt idx="2432">
                  <c:v>43770</c:v>
                </c:pt>
                <c:pt idx="2433">
                  <c:v>43769</c:v>
                </c:pt>
                <c:pt idx="2434">
                  <c:v>43768</c:v>
                </c:pt>
                <c:pt idx="2435">
                  <c:v>43767</c:v>
                </c:pt>
                <c:pt idx="2436">
                  <c:v>43766</c:v>
                </c:pt>
                <c:pt idx="2437">
                  <c:v>43765</c:v>
                </c:pt>
                <c:pt idx="2438">
                  <c:v>43764</c:v>
                </c:pt>
                <c:pt idx="2439">
                  <c:v>43763</c:v>
                </c:pt>
                <c:pt idx="2440">
                  <c:v>43762</c:v>
                </c:pt>
                <c:pt idx="2441">
                  <c:v>43761</c:v>
                </c:pt>
                <c:pt idx="2442">
                  <c:v>43760</c:v>
                </c:pt>
                <c:pt idx="2443">
                  <c:v>43759</c:v>
                </c:pt>
                <c:pt idx="2444">
                  <c:v>43758</c:v>
                </c:pt>
                <c:pt idx="2445">
                  <c:v>43757</c:v>
                </c:pt>
                <c:pt idx="2446">
                  <c:v>43756</c:v>
                </c:pt>
                <c:pt idx="2447">
                  <c:v>43755</c:v>
                </c:pt>
                <c:pt idx="2448">
                  <c:v>43754</c:v>
                </c:pt>
                <c:pt idx="2449">
                  <c:v>43753</c:v>
                </c:pt>
                <c:pt idx="2450">
                  <c:v>43752</c:v>
                </c:pt>
                <c:pt idx="2451">
                  <c:v>43751</c:v>
                </c:pt>
                <c:pt idx="2452">
                  <c:v>43750</c:v>
                </c:pt>
                <c:pt idx="2453">
                  <c:v>43749</c:v>
                </c:pt>
                <c:pt idx="2454">
                  <c:v>43748</c:v>
                </c:pt>
                <c:pt idx="2455">
                  <c:v>43747</c:v>
                </c:pt>
                <c:pt idx="2456">
                  <c:v>43746</c:v>
                </c:pt>
                <c:pt idx="2457">
                  <c:v>43745</c:v>
                </c:pt>
                <c:pt idx="2458">
                  <c:v>43744</c:v>
                </c:pt>
                <c:pt idx="2459">
                  <c:v>43743</c:v>
                </c:pt>
                <c:pt idx="2460">
                  <c:v>43742</c:v>
                </c:pt>
                <c:pt idx="2461">
                  <c:v>43741</c:v>
                </c:pt>
                <c:pt idx="2462">
                  <c:v>43740</c:v>
                </c:pt>
                <c:pt idx="2463">
                  <c:v>43739</c:v>
                </c:pt>
                <c:pt idx="2464">
                  <c:v>43738</c:v>
                </c:pt>
                <c:pt idx="2465">
                  <c:v>43737</c:v>
                </c:pt>
                <c:pt idx="2466">
                  <c:v>43736</c:v>
                </c:pt>
                <c:pt idx="2467">
                  <c:v>43735</c:v>
                </c:pt>
                <c:pt idx="2468">
                  <c:v>43734</c:v>
                </c:pt>
                <c:pt idx="2469">
                  <c:v>43733</c:v>
                </c:pt>
                <c:pt idx="2470">
                  <c:v>43732</c:v>
                </c:pt>
                <c:pt idx="2471">
                  <c:v>43731</c:v>
                </c:pt>
                <c:pt idx="2472">
                  <c:v>43730</c:v>
                </c:pt>
                <c:pt idx="2473">
                  <c:v>43729</c:v>
                </c:pt>
                <c:pt idx="2474">
                  <c:v>43728</c:v>
                </c:pt>
                <c:pt idx="2475">
                  <c:v>43727</c:v>
                </c:pt>
                <c:pt idx="2476">
                  <c:v>43726</c:v>
                </c:pt>
                <c:pt idx="2477">
                  <c:v>43725</c:v>
                </c:pt>
                <c:pt idx="2478">
                  <c:v>43724</c:v>
                </c:pt>
                <c:pt idx="2479">
                  <c:v>43723</c:v>
                </c:pt>
                <c:pt idx="2480">
                  <c:v>43722</c:v>
                </c:pt>
                <c:pt idx="2481">
                  <c:v>43721</c:v>
                </c:pt>
                <c:pt idx="2482">
                  <c:v>43720</c:v>
                </c:pt>
                <c:pt idx="2483">
                  <c:v>43719</c:v>
                </c:pt>
                <c:pt idx="2484">
                  <c:v>43718</c:v>
                </c:pt>
                <c:pt idx="2485">
                  <c:v>43717</c:v>
                </c:pt>
                <c:pt idx="2486">
                  <c:v>43716</c:v>
                </c:pt>
                <c:pt idx="2487">
                  <c:v>43715</c:v>
                </c:pt>
                <c:pt idx="2488">
                  <c:v>43714</c:v>
                </c:pt>
                <c:pt idx="2489">
                  <c:v>43713</c:v>
                </c:pt>
                <c:pt idx="2490">
                  <c:v>43712</c:v>
                </c:pt>
                <c:pt idx="2491">
                  <c:v>43711</c:v>
                </c:pt>
                <c:pt idx="2492">
                  <c:v>43710</c:v>
                </c:pt>
                <c:pt idx="2493">
                  <c:v>43709</c:v>
                </c:pt>
                <c:pt idx="2494">
                  <c:v>43708</c:v>
                </c:pt>
                <c:pt idx="2495">
                  <c:v>43707</c:v>
                </c:pt>
                <c:pt idx="2496">
                  <c:v>43706</c:v>
                </c:pt>
                <c:pt idx="2497">
                  <c:v>43705</c:v>
                </c:pt>
                <c:pt idx="2498">
                  <c:v>43704</c:v>
                </c:pt>
                <c:pt idx="2499">
                  <c:v>43703</c:v>
                </c:pt>
                <c:pt idx="2500">
                  <c:v>43702</c:v>
                </c:pt>
                <c:pt idx="2501">
                  <c:v>43701</c:v>
                </c:pt>
                <c:pt idx="2502">
                  <c:v>43700</c:v>
                </c:pt>
                <c:pt idx="2503">
                  <c:v>43699</c:v>
                </c:pt>
                <c:pt idx="2504">
                  <c:v>43698</c:v>
                </c:pt>
                <c:pt idx="2505">
                  <c:v>43697</c:v>
                </c:pt>
                <c:pt idx="2506">
                  <c:v>43696</c:v>
                </c:pt>
                <c:pt idx="2507">
                  <c:v>43695</c:v>
                </c:pt>
                <c:pt idx="2508">
                  <c:v>43694</c:v>
                </c:pt>
                <c:pt idx="2509">
                  <c:v>43693</c:v>
                </c:pt>
                <c:pt idx="2510">
                  <c:v>43692</c:v>
                </c:pt>
                <c:pt idx="2511">
                  <c:v>43691</c:v>
                </c:pt>
                <c:pt idx="2512">
                  <c:v>43690</c:v>
                </c:pt>
                <c:pt idx="2513">
                  <c:v>43689</c:v>
                </c:pt>
                <c:pt idx="2514">
                  <c:v>43688</c:v>
                </c:pt>
                <c:pt idx="2515">
                  <c:v>43687</c:v>
                </c:pt>
                <c:pt idx="2516">
                  <c:v>43686</c:v>
                </c:pt>
                <c:pt idx="2517">
                  <c:v>43685</c:v>
                </c:pt>
                <c:pt idx="2518">
                  <c:v>43684</c:v>
                </c:pt>
                <c:pt idx="2519">
                  <c:v>43683</c:v>
                </c:pt>
                <c:pt idx="2520">
                  <c:v>43682</c:v>
                </c:pt>
                <c:pt idx="2521">
                  <c:v>43681</c:v>
                </c:pt>
                <c:pt idx="2522">
                  <c:v>43680</c:v>
                </c:pt>
                <c:pt idx="2523">
                  <c:v>43679</c:v>
                </c:pt>
                <c:pt idx="2524">
                  <c:v>43678</c:v>
                </c:pt>
                <c:pt idx="2525">
                  <c:v>43677</c:v>
                </c:pt>
                <c:pt idx="2526">
                  <c:v>43676</c:v>
                </c:pt>
                <c:pt idx="2527">
                  <c:v>43675</c:v>
                </c:pt>
                <c:pt idx="2528">
                  <c:v>43674</c:v>
                </c:pt>
                <c:pt idx="2529">
                  <c:v>43673</c:v>
                </c:pt>
                <c:pt idx="2530">
                  <c:v>43672</c:v>
                </c:pt>
                <c:pt idx="2531">
                  <c:v>43671</c:v>
                </c:pt>
                <c:pt idx="2532">
                  <c:v>43670</c:v>
                </c:pt>
                <c:pt idx="2533">
                  <c:v>43669</c:v>
                </c:pt>
                <c:pt idx="2534">
                  <c:v>43668</c:v>
                </c:pt>
                <c:pt idx="2535">
                  <c:v>43667</c:v>
                </c:pt>
                <c:pt idx="2536">
                  <c:v>43666</c:v>
                </c:pt>
                <c:pt idx="2537">
                  <c:v>43665</c:v>
                </c:pt>
                <c:pt idx="2538">
                  <c:v>43664</c:v>
                </c:pt>
                <c:pt idx="2539">
                  <c:v>43663</c:v>
                </c:pt>
                <c:pt idx="2540">
                  <c:v>43662</c:v>
                </c:pt>
                <c:pt idx="2541">
                  <c:v>43661</c:v>
                </c:pt>
                <c:pt idx="2542">
                  <c:v>43660</c:v>
                </c:pt>
                <c:pt idx="2543">
                  <c:v>43659</c:v>
                </c:pt>
                <c:pt idx="2544">
                  <c:v>43658</c:v>
                </c:pt>
                <c:pt idx="2545">
                  <c:v>43657</c:v>
                </c:pt>
                <c:pt idx="2546">
                  <c:v>43656</c:v>
                </c:pt>
                <c:pt idx="2547">
                  <c:v>43655</c:v>
                </c:pt>
                <c:pt idx="2548">
                  <c:v>43654</c:v>
                </c:pt>
                <c:pt idx="2549">
                  <c:v>43653</c:v>
                </c:pt>
                <c:pt idx="2550">
                  <c:v>43652</c:v>
                </c:pt>
                <c:pt idx="2551">
                  <c:v>43651</c:v>
                </c:pt>
                <c:pt idx="2552">
                  <c:v>43650</c:v>
                </c:pt>
                <c:pt idx="2553">
                  <c:v>43649</c:v>
                </c:pt>
                <c:pt idx="2554">
                  <c:v>43648</c:v>
                </c:pt>
                <c:pt idx="2555">
                  <c:v>43647</c:v>
                </c:pt>
                <c:pt idx="2556">
                  <c:v>43646</c:v>
                </c:pt>
                <c:pt idx="2557">
                  <c:v>43645</c:v>
                </c:pt>
                <c:pt idx="2558">
                  <c:v>43644</c:v>
                </c:pt>
                <c:pt idx="2559">
                  <c:v>43643</c:v>
                </c:pt>
                <c:pt idx="2560">
                  <c:v>43642</c:v>
                </c:pt>
                <c:pt idx="2561">
                  <c:v>43641</c:v>
                </c:pt>
                <c:pt idx="2562">
                  <c:v>43640</c:v>
                </c:pt>
                <c:pt idx="2563">
                  <c:v>43639</c:v>
                </c:pt>
                <c:pt idx="2564">
                  <c:v>43638</c:v>
                </c:pt>
                <c:pt idx="2565">
                  <c:v>43637</c:v>
                </c:pt>
                <c:pt idx="2566">
                  <c:v>43636</c:v>
                </c:pt>
                <c:pt idx="2567">
                  <c:v>43635</c:v>
                </c:pt>
                <c:pt idx="2568">
                  <c:v>43634</c:v>
                </c:pt>
                <c:pt idx="2569">
                  <c:v>43633</c:v>
                </c:pt>
                <c:pt idx="2570">
                  <c:v>43632</c:v>
                </c:pt>
                <c:pt idx="2571">
                  <c:v>43631</c:v>
                </c:pt>
                <c:pt idx="2572">
                  <c:v>43630</c:v>
                </c:pt>
                <c:pt idx="2573">
                  <c:v>43629</c:v>
                </c:pt>
                <c:pt idx="2574">
                  <c:v>43628</c:v>
                </c:pt>
                <c:pt idx="2575">
                  <c:v>43627</c:v>
                </c:pt>
                <c:pt idx="2576">
                  <c:v>43626</c:v>
                </c:pt>
                <c:pt idx="2577">
                  <c:v>43625</c:v>
                </c:pt>
                <c:pt idx="2578">
                  <c:v>43624</c:v>
                </c:pt>
                <c:pt idx="2579">
                  <c:v>43623</c:v>
                </c:pt>
                <c:pt idx="2580">
                  <c:v>43622</c:v>
                </c:pt>
                <c:pt idx="2581">
                  <c:v>43621</c:v>
                </c:pt>
                <c:pt idx="2582">
                  <c:v>43620</c:v>
                </c:pt>
                <c:pt idx="2583">
                  <c:v>43619</c:v>
                </c:pt>
                <c:pt idx="2584">
                  <c:v>43618</c:v>
                </c:pt>
                <c:pt idx="2585">
                  <c:v>43617</c:v>
                </c:pt>
                <c:pt idx="2586">
                  <c:v>43616</c:v>
                </c:pt>
                <c:pt idx="2587">
                  <c:v>43615</c:v>
                </c:pt>
                <c:pt idx="2588">
                  <c:v>43614</c:v>
                </c:pt>
                <c:pt idx="2589">
                  <c:v>43613</c:v>
                </c:pt>
                <c:pt idx="2590">
                  <c:v>43612</c:v>
                </c:pt>
                <c:pt idx="2591">
                  <c:v>43611</c:v>
                </c:pt>
                <c:pt idx="2592">
                  <c:v>43610</c:v>
                </c:pt>
                <c:pt idx="2593">
                  <c:v>43609</c:v>
                </c:pt>
                <c:pt idx="2594">
                  <c:v>43608</c:v>
                </c:pt>
                <c:pt idx="2595">
                  <c:v>43607</c:v>
                </c:pt>
                <c:pt idx="2596">
                  <c:v>43606</c:v>
                </c:pt>
                <c:pt idx="2597">
                  <c:v>43605</c:v>
                </c:pt>
                <c:pt idx="2598">
                  <c:v>43604</c:v>
                </c:pt>
                <c:pt idx="2599">
                  <c:v>43603</c:v>
                </c:pt>
                <c:pt idx="2600">
                  <c:v>43602</c:v>
                </c:pt>
                <c:pt idx="2601">
                  <c:v>43601</c:v>
                </c:pt>
                <c:pt idx="2602">
                  <c:v>43600</c:v>
                </c:pt>
                <c:pt idx="2603">
                  <c:v>43599</c:v>
                </c:pt>
                <c:pt idx="2604">
                  <c:v>43598</c:v>
                </c:pt>
                <c:pt idx="2605">
                  <c:v>43597</c:v>
                </c:pt>
                <c:pt idx="2606">
                  <c:v>43596</c:v>
                </c:pt>
                <c:pt idx="2607">
                  <c:v>43595</c:v>
                </c:pt>
                <c:pt idx="2608">
                  <c:v>43594</c:v>
                </c:pt>
                <c:pt idx="2609">
                  <c:v>43593</c:v>
                </c:pt>
                <c:pt idx="2610">
                  <c:v>43592</c:v>
                </c:pt>
                <c:pt idx="2611">
                  <c:v>43591</c:v>
                </c:pt>
                <c:pt idx="2612">
                  <c:v>43590</c:v>
                </c:pt>
                <c:pt idx="2613">
                  <c:v>43589</c:v>
                </c:pt>
                <c:pt idx="2614">
                  <c:v>43588</c:v>
                </c:pt>
                <c:pt idx="2615">
                  <c:v>43587</c:v>
                </c:pt>
                <c:pt idx="2616">
                  <c:v>43586</c:v>
                </c:pt>
                <c:pt idx="2617">
                  <c:v>43585</c:v>
                </c:pt>
                <c:pt idx="2618">
                  <c:v>43584</c:v>
                </c:pt>
                <c:pt idx="2619">
                  <c:v>43583</c:v>
                </c:pt>
                <c:pt idx="2620">
                  <c:v>43582</c:v>
                </c:pt>
                <c:pt idx="2621">
                  <c:v>43581</c:v>
                </c:pt>
                <c:pt idx="2622">
                  <c:v>43580</c:v>
                </c:pt>
                <c:pt idx="2623">
                  <c:v>43579</c:v>
                </c:pt>
                <c:pt idx="2624">
                  <c:v>43578</c:v>
                </c:pt>
                <c:pt idx="2625">
                  <c:v>43577</c:v>
                </c:pt>
                <c:pt idx="2626">
                  <c:v>43576</c:v>
                </c:pt>
                <c:pt idx="2627">
                  <c:v>43575</c:v>
                </c:pt>
                <c:pt idx="2628">
                  <c:v>43574</c:v>
                </c:pt>
                <c:pt idx="2629">
                  <c:v>43573</c:v>
                </c:pt>
                <c:pt idx="2630">
                  <c:v>43572</c:v>
                </c:pt>
                <c:pt idx="2631">
                  <c:v>43571</c:v>
                </c:pt>
                <c:pt idx="2632">
                  <c:v>43570</c:v>
                </c:pt>
                <c:pt idx="2633">
                  <c:v>43569</c:v>
                </c:pt>
                <c:pt idx="2634">
                  <c:v>43568</c:v>
                </c:pt>
                <c:pt idx="2635">
                  <c:v>43567</c:v>
                </c:pt>
                <c:pt idx="2636">
                  <c:v>43566</c:v>
                </c:pt>
                <c:pt idx="2637">
                  <c:v>43565</c:v>
                </c:pt>
                <c:pt idx="2638">
                  <c:v>43564</c:v>
                </c:pt>
                <c:pt idx="2639">
                  <c:v>43563</c:v>
                </c:pt>
                <c:pt idx="2640">
                  <c:v>43562</c:v>
                </c:pt>
                <c:pt idx="2641">
                  <c:v>43561</c:v>
                </c:pt>
                <c:pt idx="2642">
                  <c:v>43560</c:v>
                </c:pt>
                <c:pt idx="2643">
                  <c:v>43559</c:v>
                </c:pt>
                <c:pt idx="2644">
                  <c:v>43558</c:v>
                </c:pt>
                <c:pt idx="2645">
                  <c:v>43557</c:v>
                </c:pt>
                <c:pt idx="2646">
                  <c:v>43556</c:v>
                </c:pt>
                <c:pt idx="2647">
                  <c:v>43555</c:v>
                </c:pt>
                <c:pt idx="2648">
                  <c:v>43554</c:v>
                </c:pt>
                <c:pt idx="2649">
                  <c:v>43553</c:v>
                </c:pt>
                <c:pt idx="2650">
                  <c:v>43552</c:v>
                </c:pt>
                <c:pt idx="2651">
                  <c:v>43551</c:v>
                </c:pt>
                <c:pt idx="2652">
                  <c:v>43550</c:v>
                </c:pt>
                <c:pt idx="2653">
                  <c:v>43549</c:v>
                </c:pt>
                <c:pt idx="2654">
                  <c:v>43548</c:v>
                </c:pt>
                <c:pt idx="2655">
                  <c:v>43547</c:v>
                </c:pt>
                <c:pt idx="2656">
                  <c:v>43546</c:v>
                </c:pt>
                <c:pt idx="2657">
                  <c:v>43545</c:v>
                </c:pt>
                <c:pt idx="2658">
                  <c:v>43544</c:v>
                </c:pt>
                <c:pt idx="2659">
                  <c:v>43543</c:v>
                </c:pt>
                <c:pt idx="2660">
                  <c:v>43542</c:v>
                </c:pt>
                <c:pt idx="2661">
                  <c:v>43541</c:v>
                </c:pt>
                <c:pt idx="2662">
                  <c:v>43540</c:v>
                </c:pt>
                <c:pt idx="2663">
                  <c:v>43539</c:v>
                </c:pt>
                <c:pt idx="2664">
                  <c:v>43538</c:v>
                </c:pt>
                <c:pt idx="2665">
                  <c:v>43537</c:v>
                </c:pt>
                <c:pt idx="2666">
                  <c:v>43536</c:v>
                </c:pt>
                <c:pt idx="2667">
                  <c:v>43535</c:v>
                </c:pt>
                <c:pt idx="2668">
                  <c:v>43534</c:v>
                </c:pt>
                <c:pt idx="2669">
                  <c:v>43533</c:v>
                </c:pt>
                <c:pt idx="2670">
                  <c:v>43532</c:v>
                </c:pt>
                <c:pt idx="2671">
                  <c:v>43531</c:v>
                </c:pt>
                <c:pt idx="2672">
                  <c:v>43530</c:v>
                </c:pt>
                <c:pt idx="2673">
                  <c:v>43529</c:v>
                </c:pt>
                <c:pt idx="2674">
                  <c:v>43528</c:v>
                </c:pt>
                <c:pt idx="2675">
                  <c:v>43527</c:v>
                </c:pt>
                <c:pt idx="2676">
                  <c:v>43526</c:v>
                </c:pt>
                <c:pt idx="2677">
                  <c:v>43525</c:v>
                </c:pt>
                <c:pt idx="2678">
                  <c:v>43524</c:v>
                </c:pt>
                <c:pt idx="2679">
                  <c:v>43523</c:v>
                </c:pt>
                <c:pt idx="2680">
                  <c:v>43522</c:v>
                </c:pt>
                <c:pt idx="2681">
                  <c:v>43521</c:v>
                </c:pt>
                <c:pt idx="2682">
                  <c:v>43520</c:v>
                </c:pt>
                <c:pt idx="2683">
                  <c:v>43519</c:v>
                </c:pt>
                <c:pt idx="2684">
                  <c:v>43518</c:v>
                </c:pt>
                <c:pt idx="2685">
                  <c:v>43517</c:v>
                </c:pt>
                <c:pt idx="2686">
                  <c:v>43516</c:v>
                </c:pt>
                <c:pt idx="2687">
                  <c:v>43515</c:v>
                </c:pt>
                <c:pt idx="2688">
                  <c:v>43514</c:v>
                </c:pt>
                <c:pt idx="2689">
                  <c:v>43513</c:v>
                </c:pt>
                <c:pt idx="2690">
                  <c:v>43512</c:v>
                </c:pt>
                <c:pt idx="2691">
                  <c:v>43511</c:v>
                </c:pt>
                <c:pt idx="2692">
                  <c:v>43510</c:v>
                </c:pt>
                <c:pt idx="2693">
                  <c:v>43509</c:v>
                </c:pt>
                <c:pt idx="2694">
                  <c:v>43508</c:v>
                </c:pt>
                <c:pt idx="2695">
                  <c:v>43507</c:v>
                </c:pt>
                <c:pt idx="2696">
                  <c:v>43506</c:v>
                </c:pt>
                <c:pt idx="2697">
                  <c:v>43505</c:v>
                </c:pt>
                <c:pt idx="2698">
                  <c:v>43504</c:v>
                </c:pt>
                <c:pt idx="2699">
                  <c:v>43503</c:v>
                </c:pt>
                <c:pt idx="2700">
                  <c:v>43502</c:v>
                </c:pt>
                <c:pt idx="2701">
                  <c:v>43501</c:v>
                </c:pt>
                <c:pt idx="2702">
                  <c:v>43500</c:v>
                </c:pt>
                <c:pt idx="2703">
                  <c:v>43499</c:v>
                </c:pt>
                <c:pt idx="2704">
                  <c:v>43498</c:v>
                </c:pt>
                <c:pt idx="2705">
                  <c:v>43497</c:v>
                </c:pt>
                <c:pt idx="2706">
                  <c:v>43496</c:v>
                </c:pt>
                <c:pt idx="2707">
                  <c:v>43495</c:v>
                </c:pt>
                <c:pt idx="2708">
                  <c:v>43494</c:v>
                </c:pt>
                <c:pt idx="2709">
                  <c:v>43493</c:v>
                </c:pt>
                <c:pt idx="2710">
                  <c:v>43492</c:v>
                </c:pt>
                <c:pt idx="2711">
                  <c:v>43491</c:v>
                </c:pt>
                <c:pt idx="2712">
                  <c:v>43490</c:v>
                </c:pt>
                <c:pt idx="2713">
                  <c:v>43489</c:v>
                </c:pt>
                <c:pt idx="2714">
                  <c:v>43488</c:v>
                </c:pt>
                <c:pt idx="2715">
                  <c:v>43487</c:v>
                </c:pt>
                <c:pt idx="2716">
                  <c:v>43486</c:v>
                </c:pt>
                <c:pt idx="2717">
                  <c:v>43485</c:v>
                </c:pt>
                <c:pt idx="2718">
                  <c:v>43484</c:v>
                </c:pt>
                <c:pt idx="2719">
                  <c:v>43483</c:v>
                </c:pt>
                <c:pt idx="2720">
                  <c:v>43482</c:v>
                </c:pt>
                <c:pt idx="2721">
                  <c:v>43481</c:v>
                </c:pt>
                <c:pt idx="2722">
                  <c:v>43480</c:v>
                </c:pt>
                <c:pt idx="2723">
                  <c:v>43479</c:v>
                </c:pt>
                <c:pt idx="2724">
                  <c:v>43478</c:v>
                </c:pt>
                <c:pt idx="2725">
                  <c:v>43477</c:v>
                </c:pt>
                <c:pt idx="2726">
                  <c:v>43476</c:v>
                </c:pt>
                <c:pt idx="2727">
                  <c:v>43475</c:v>
                </c:pt>
                <c:pt idx="2728">
                  <c:v>43474</c:v>
                </c:pt>
                <c:pt idx="2729">
                  <c:v>43473</c:v>
                </c:pt>
                <c:pt idx="2730">
                  <c:v>43472</c:v>
                </c:pt>
                <c:pt idx="2731">
                  <c:v>43471</c:v>
                </c:pt>
                <c:pt idx="2732">
                  <c:v>43470</c:v>
                </c:pt>
                <c:pt idx="2733">
                  <c:v>43469</c:v>
                </c:pt>
                <c:pt idx="2734">
                  <c:v>43468</c:v>
                </c:pt>
                <c:pt idx="2735">
                  <c:v>43467</c:v>
                </c:pt>
                <c:pt idx="2736">
                  <c:v>43466</c:v>
                </c:pt>
                <c:pt idx="2737">
                  <c:v>43465</c:v>
                </c:pt>
                <c:pt idx="2738">
                  <c:v>43464</c:v>
                </c:pt>
                <c:pt idx="2739">
                  <c:v>43463</c:v>
                </c:pt>
                <c:pt idx="2740">
                  <c:v>43462</c:v>
                </c:pt>
                <c:pt idx="2741">
                  <c:v>43461</c:v>
                </c:pt>
                <c:pt idx="2742">
                  <c:v>43460</c:v>
                </c:pt>
                <c:pt idx="2743">
                  <c:v>43459</c:v>
                </c:pt>
                <c:pt idx="2744">
                  <c:v>43458</c:v>
                </c:pt>
                <c:pt idx="2745">
                  <c:v>43457</c:v>
                </c:pt>
                <c:pt idx="2746">
                  <c:v>43456</c:v>
                </c:pt>
                <c:pt idx="2747">
                  <c:v>43455</c:v>
                </c:pt>
                <c:pt idx="2748">
                  <c:v>43454</c:v>
                </c:pt>
                <c:pt idx="2749">
                  <c:v>43453</c:v>
                </c:pt>
                <c:pt idx="2750">
                  <c:v>43452</c:v>
                </c:pt>
                <c:pt idx="2751">
                  <c:v>43451</c:v>
                </c:pt>
                <c:pt idx="2752">
                  <c:v>43450</c:v>
                </c:pt>
                <c:pt idx="2753">
                  <c:v>43449</c:v>
                </c:pt>
                <c:pt idx="2754">
                  <c:v>43448</c:v>
                </c:pt>
                <c:pt idx="2755">
                  <c:v>43447</c:v>
                </c:pt>
                <c:pt idx="2756">
                  <c:v>43446</c:v>
                </c:pt>
                <c:pt idx="2757">
                  <c:v>43445</c:v>
                </c:pt>
                <c:pt idx="2758">
                  <c:v>43444</c:v>
                </c:pt>
                <c:pt idx="2759">
                  <c:v>43443</c:v>
                </c:pt>
                <c:pt idx="2760">
                  <c:v>43442</c:v>
                </c:pt>
                <c:pt idx="2761">
                  <c:v>43441</c:v>
                </c:pt>
                <c:pt idx="2762">
                  <c:v>43440</c:v>
                </c:pt>
                <c:pt idx="2763">
                  <c:v>43439</c:v>
                </c:pt>
                <c:pt idx="2764">
                  <c:v>43438</c:v>
                </c:pt>
                <c:pt idx="2765">
                  <c:v>43437</c:v>
                </c:pt>
                <c:pt idx="2766">
                  <c:v>43436</c:v>
                </c:pt>
                <c:pt idx="2767">
                  <c:v>43435</c:v>
                </c:pt>
                <c:pt idx="2768">
                  <c:v>43434</c:v>
                </c:pt>
                <c:pt idx="2769">
                  <c:v>43433</c:v>
                </c:pt>
                <c:pt idx="2770">
                  <c:v>43432</c:v>
                </c:pt>
                <c:pt idx="2771">
                  <c:v>43431</c:v>
                </c:pt>
                <c:pt idx="2772">
                  <c:v>43430</c:v>
                </c:pt>
                <c:pt idx="2773">
                  <c:v>43429</c:v>
                </c:pt>
                <c:pt idx="2774">
                  <c:v>43428</c:v>
                </c:pt>
                <c:pt idx="2775">
                  <c:v>43427</c:v>
                </c:pt>
                <c:pt idx="2776">
                  <c:v>43426</c:v>
                </c:pt>
                <c:pt idx="2777">
                  <c:v>43425</c:v>
                </c:pt>
                <c:pt idx="2778">
                  <c:v>43424</c:v>
                </c:pt>
                <c:pt idx="2779">
                  <c:v>43423</c:v>
                </c:pt>
                <c:pt idx="2780">
                  <c:v>43422</c:v>
                </c:pt>
                <c:pt idx="2781">
                  <c:v>43421</c:v>
                </c:pt>
                <c:pt idx="2782">
                  <c:v>43420</c:v>
                </c:pt>
                <c:pt idx="2783">
                  <c:v>43419</c:v>
                </c:pt>
                <c:pt idx="2784">
                  <c:v>43418</c:v>
                </c:pt>
                <c:pt idx="2785">
                  <c:v>43417</c:v>
                </c:pt>
                <c:pt idx="2786">
                  <c:v>43416</c:v>
                </c:pt>
                <c:pt idx="2787">
                  <c:v>43415</c:v>
                </c:pt>
                <c:pt idx="2788">
                  <c:v>43414</c:v>
                </c:pt>
                <c:pt idx="2789">
                  <c:v>43413</c:v>
                </c:pt>
                <c:pt idx="2790">
                  <c:v>43412</c:v>
                </c:pt>
                <c:pt idx="2791">
                  <c:v>43411</c:v>
                </c:pt>
                <c:pt idx="2792">
                  <c:v>43410</c:v>
                </c:pt>
                <c:pt idx="2793">
                  <c:v>43409</c:v>
                </c:pt>
                <c:pt idx="2794">
                  <c:v>43408</c:v>
                </c:pt>
                <c:pt idx="2795">
                  <c:v>43407</c:v>
                </c:pt>
                <c:pt idx="2796">
                  <c:v>43406</c:v>
                </c:pt>
                <c:pt idx="2797">
                  <c:v>43405</c:v>
                </c:pt>
                <c:pt idx="2798">
                  <c:v>43404</c:v>
                </c:pt>
                <c:pt idx="2799">
                  <c:v>43403</c:v>
                </c:pt>
                <c:pt idx="2800">
                  <c:v>43402</c:v>
                </c:pt>
                <c:pt idx="2801">
                  <c:v>43401</c:v>
                </c:pt>
                <c:pt idx="2802">
                  <c:v>43400</c:v>
                </c:pt>
                <c:pt idx="2803">
                  <c:v>43399</c:v>
                </c:pt>
                <c:pt idx="2804">
                  <c:v>43398</c:v>
                </c:pt>
                <c:pt idx="2805">
                  <c:v>43397</c:v>
                </c:pt>
                <c:pt idx="2806">
                  <c:v>43396</c:v>
                </c:pt>
                <c:pt idx="2807">
                  <c:v>43395</c:v>
                </c:pt>
                <c:pt idx="2808">
                  <c:v>43394</c:v>
                </c:pt>
                <c:pt idx="2809">
                  <c:v>43393</c:v>
                </c:pt>
                <c:pt idx="2810">
                  <c:v>43392</c:v>
                </c:pt>
                <c:pt idx="2811">
                  <c:v>43391</c:v>
                </c:pt>
                <c:pt idx="2812">
                  <c:v>43390</c:v>
                </c:pt>
                <c:pt idx="2813">
                  <c:v>43389</c:v>
                </c:pt>
                <c:pt idx="2814">
                  <c:v>43388</c:v>
                </c:pt>
                <c:pt idx="2815">
                  <c:v>43387</c:v>
                </c:pt>
                <c:pt idx="2816">
                  <c:v>43386</c:v>
                </c:pt>
                <c:pt idx="2817">
                  <c:v>43385</c:v>
                </c:pt>
                <c:pt idx="2818">
                  <c:v>43384</c:v>
                </c:pt>
                <c:pt idx="2819">
                  <c:v>43383</c:v>
                </c:pt>
                <c:pt idx="2820">
                  <c:v>43382</c:v>
                </c:pt>
                <c:pt idx="2821">
                  <c:v>43381</c:v>
                </c:pt>
                <c:pt idx="2822">
                  <c:v>43380</c:v>
                </c:pt>
                <c:pt idx="2823">
                  <c:v>43379</c:v>
                </c:pt>
                <c:pt idx="2824">
                  <c:v>43378</c:v>
                </c:pt>
                <c:pt idx="2825">
                  <c:v>43377</c:v>
                </c:pt>
                <c:pt idx="2826">
                  <c:v>43376</c:v>
                </c:pt>
                <c:pt idx="2827">
                  <c:v>43375</c:v>
                </c:pt>
                <c:pt idx="2828">
                  <c:v>43374</c:v>
                </c:pt>
                <c:pt idx="2829">
                  <c:v>43373</c:v>
                </c:pt>
                <c:pt idx="2830">
                  <c:v>43372</c:v>
                </c:pt>
                <c:pt idx="2831">
                  <c:v>43371</c:v>
                </c:pt>
                <c:pt idx="2832">
                  <c:v>43370</c:v>
                </c:pt>
                <c:pt idx="2833">
                  <c:v>43369</c:v>
                </c:pt>
                <c:pt idx="2834">
                  <c:v>43368</c:v>
                </c:pt>
                <c:pt idx="2835">
                  <c:v>43367</c:v>
                </c:pt>
                <c:pt idx="2836">
                  <c:v>43366</c:v>
                </c:pt>
                <c:pt idx="2837">
                  <c:v>43365</c:v>
                </c:pt>
                <c:pt idx="2838">
                  <c:v>43364</c:v>
                </c:pt>
                <c:pt idx="2839">
                  <c:v>43363</c:v>
                </c:pt>
                <c:pt idx="2840">
                  <c:v>43362</c:v>
                </c:pt>
                <c:pt idx="2841">
                  <c:v>43361</c:v>
                </c:pt>
                <c:pt idx="2842">
                  <c:v>43360</c:v>
                </c:pt>
                <c:pt idx="2843">
                  <c:v>43359</c:v>
                </c:pt>
                <c:pt idx="2844">
                  <c:v>43358</c:v>
                </c:pt>
                <c:pt idx="2845">
                  <c:v>43357</c:v>
                </c:pt>
                <c:pt idx="2846">
                  <c:v>43356</c:v>
                </c:pt>
                <c:pt idx="2847">
                  <c:v>43355</c:v>
                </c:pt>
                <c:pt idx="2848">
                  <c:v>43354</c:v>
                </c:pt>
                <c:pt idx="2849">
                  <c:v>43353</c:v>
                </c:pt>
                <c:pt idx="2850">
                  <c:v>43352</c:v>
                </c:pt>
                <c:pt idx="2851">
                  <c:v>43351</c:v>
                </c:pt>
                <c:pt idx="2852">
                  <c:v>43350</c:v>
                </c:pt>
                <c:pt idx="2853">
                  <c:v>43349</c:v>
                </c:pt>
                <c:pt idx="2854">
                  <c:v>43348</c:v>
                </c:pt>
                <c:pt idx="2855">
                  <c:v>43347</c:v>
                </c:pt>
                <c:pt idx="2856">
                  <c:v>43346</c:v>
                </c:pt>
                <c:pt idx="2857">
                  <c:v>43345</c:v>
                </c:pt>
                <c:pt idx="2858">
                  <c:v>43344</c:v>
                </c:pt>
                <c:pt idx="2859">
                  <c:v>43343</c:v>
                </c:pt>
                <c:pt idx="2860">
                  <c:v>43342</c:v>
                </c:pt>
                <c:pt idx="2861">
                  <c:v>43341</c:v>
                </c:pt>
                <c:pt idx="2862">
                  <c:v>43340</c:v>
                </c:pt>
                <c:pt idx="2863">
                  <c:v>43339</c:v>
                </c:pt>
                <c:pt idx="2864">
                  <c:v>43338</c:v>
                </c:pt>
                <c:pt idx="2865">
                  <c:v>43337</c:v>
                </c:pt>
                <c:pt idx="2866">
                  <c:v>43336</c:v>
                </c:pt>
                <c:pt idx="2867">
                  <c:v>43335</c:v>
                </c:pt>
                <c:pt idx="2868">
                  <c:v>43334</c:v>
                </c:pt>
                <c:pt idx="2869">
                  <c:v>43333</c:v>
                </c:pt>
                <c:pt idx="2870">
                  <c:v>43332</c:v>
                </c:pt>
                <c:pt idx="2871">
                  <c:v>43331</c:v>
                </c:pt>
                <c:pt idx="2872">
                  <c:v>43330</c:v>
                </c:pt>
                <c:pt idx="2873">
                  <c:v>43329</c:v>
                </c:pt>
                <c:pt idx="2874">
                  <c:v>43328</c:v>
                </c:pt>
                <c:pt idx="2875">
                  <c:v>43327</c:v>
                </c:pt>
                <c:pt idx="2876">
                  <c:v>43326</c:v>
                </c:pt>
                <c:pt idx="2877">
                  <c:v>43325</c:v>
                </c:pt>
                <c:pt idx="2878">
                  <c:v>43324</c:v>
                </c:pt>
                <c:pt idx="2879">
                  <c:v>43323</c:v>
                </c:pt>
                <c:pt idx="2880">
                  <c:v>43322</c:v>
                </c:pt>
                <c:pt idx="2881">
                  <c:v>43321</c:v>
                </c:pt>
                <c:pt idx="2882">
                  <c:v>43320</c:v>
                </c:pt>
                <c:pt idx="2883">
                  <c:v>43319</c:v>
                </c:pt>
                <c:pt idx="2884">
                  <c:v>43318</c:v>
                </c:pt>
                <c:pt idx="2885">
                  <c:v>43317</c:v>
                </c:pt>
                <c:pt idx="2886">
                  <c:v>43316</c:v>
                </c:pt>
                <c:pt idx="2887">
                  <c:v>43315</c:v>
                </c:pt>
                <c:pt idx="2888">
                  <c:v>43314</c:v>
                </c:pt>
                <c:pt idx="2889">
                  <c:v>43313</c:v>
                </c:pt>
                <c:pt idx="2890">
                  <c:v>43312</c:v>
                </c:pt>
                <c:pt idx="2891">
                  <c:v>43311</c:v>
                </c:pt>
                <c:pt idx="2892">
                  <c:v>43310</c:v>
                </c:pt>
                <c:pt idx="2893">
                  <c:v>43309</c:v>
                </c:pt>
                <c:pt idx="2894">
                  <c:v>43308</c:v>
                </c:pt>
                <c:pt idx="2895">
                  <c:v>43307</c:v>
                </c:pt>
                <c:pt idx="2896">
                  <c:v>43306</c:v>
                </c:pt>
                <c:pt idx="2897">
                  <c:v>43305</c:v>
                </c:pt>
                <c:pt idx="2898">
                  <c:v>43304</c:v>
                </c:pt>
                <c:pt idx="2899">
                  <c:v>43303</c:v>
                </c:pt>
                <c:pt idx="2900">
                  <c:v>43302</c:v>
                </c:pt>
                <c:pt idx="2901">
                  <c:v>43301</c:v>
                </c:pt>
                <c:pt idx="2902">
                  <c:v>43300</c:v>
                </c:pt>
                <c:pt idx="2903">
                  <c:v>43299</c:v>
                </c:pt>
                <c:pt idx="2904">
                  <c:v>43298</c:v>
                </c:pt>
                <c:pt idx="2905">
                  <c:v>43297</c:v>
                </c:pt>
                <c:pt idx="2906">
                  <c:v>43296</c:v>
                </c:pt>
                <c:pt idx="2907">
                  <c:v>43295</c:v>
                </c:pt>
                <c:pt idx="2908">
                  <c:v>43294</c:v>
                </c:pt>
                <c:pt idx="2909">
                  <c:v>43293</c:v>
                </c:pt>
                <c:pt idx="2910">
                  <c:v>43292</c:v>
                </c:pt>
                <c:pt idx="2911">
                  <c:v>43291</c:v>
                </c:pt>
                <c:pt idx="2912">
                  <c:v>43290</c:v>
                </c:pt>
                <c:pt idx="2913">
                  <c:v>43289</c:v>
                </c:pt>
                <c:pt idx="2914">
                  <c:v>43288</c:v>
                </c:pt>
                <c:pt idx="2915">
                  <c:v>43287</c:v>
                </c:pt>
                <c:pt idx="2916">
                  <c:v>43286</c:v>
                </c:pt>
                <c:pt idx="2917">
                  <c:v>43285</c:v>
                </c:pt>
                <c:pt idx="2918">
                  <c:v>43284</c:v>
                </c:pt>
                <c:pt idx="2919">
                  <c:v>43283</c:v>
                </c:pt>
                <c:pt idx="2920">
                  <c:v>43282</c:v>
                </c:pt>
                <c:pt idx="2921">
                  <c:v>43281</c:v>
                </c:pt>
                <c:pt idx="2922">
                  <c:v>43280</c:v>
                </c:pt>
                <c:pt idx="2923">
                  <c:v>43279</c:v>
                </c:pt>
                <c:pt idx="2924">
                  <c:v>43278</c:v>
                </c:pt>
                <c:pt idx="2925">
                  <c:v>43277</c:v>
                </c:pt>
                <c:pt idx="2926">
                  <c:v>43276</c:v>
                </c:pt>
                <c:pt idx="2927">
                  <c:v>43275</c:v>
                </c:pt>
                <c:pt idx="2928">
                  <c:v>43274</c:v>
                </c:pt>
                <c:pt idx="2929">
                  <c:v>43273</c:v>
                </c:pt>
                <c:pt idx="2930">
                  <c:v>43272</c:v>
                </c:pt>
                <c:pt idx="2931">
                  <c:v>43271</c:v>
                </c:pt>
                <c:pt idx="2932">
                  <c:v>43270</c:v>
                </c:pt>
                <c:pt idx="2933">
                  <c:v>43269</c:v>
                </c:pt>
                <c:pt idx="2934">
                  <c:v>43268</c:v>
                </c:pt>
                <c:pt idx="2935">
                  <c:v>43267</c:v>
                </c:pt>
                <c:pt idx="2936">
                  <c:v>43266</c:v>
                </c:pt>
                <c:pt idx="2937">
                  <c:v>43265</c:v>
                </c:pt>
                <c:pt idx="2938">
                  <c:v>43264</c:v>
                </c:pt>
                <c:pt idx="2939">
                  <c:v>43263</c:v>
                </c:pt>
                <c:pt idx="2940">
                  <c:v>43262</c:v>
                </c:pt>
                <c:pt idx="2941">
                  <c:v>43261</c:v>
                </c:pt>
                <c:pt idx="2942">
                  <c:v>43260</c:v>
                </c:pt>
                <c:pt idx="2943">
                  <c:v>43259</c:v>
                </c:pt>
                <c:pt idx="2944">
                  <c:v>43258</c:v>
                </c:pt>
                <c:pt idx="2945">
                  <c:v>43257</c:v>
                </c:pt>
                <c:pt idx="2946">
                  <c:v>43256</c:v>
                </c:pt>
                <c:pt idx="2947">
                  <c:v>43255</c:v>
                </c:pt>
                <c:pt idx="2948">
                  <c:v>43254</c:v>
                </c:pt>
                <c:pt idx="2949">
                  <c:v>43253</c:v>
                </c:pt>
                <c:pt idx="2950">
                  <c:v>43252</c:v>
                </c:pt>
                <c:pt idx="2951">
                  <c:v>43251</c:v>
                </c:pt>
                <c:pt idx="2952">
                  <c:v>43250</c:v>
                </c:pt>
                <c:pt idx="2953">
                  <c:v>43249</c:v>
                </c:pt>
                <c:pt idx="2954">
                  <c:v>43248</c:v>
                </c:pt>
                <c:pt idx="2955">
                  <c:v>43247</c:v>
                </c:pt>
                <c:pt idx="2956">
                  <c:v>43246</c:v>
                </c:pt>
                <c:pt idx="2957">
                  <c:v>43245</c:v>
                </c:pt>
                <c:pt idx="2958">
                  <c:v>43244</c:v>
                </c:pt>
                <c:pt idx="2959">
                  <c:v>43243</c:v>
                </c:pt>
                <c:pt idx="2960">
                  <c:v>43242</c:v>
                </c:pt>
                <c:pt idx="2961">
                  <c:v>43241</c:v>
                </c:pt>
                <c:pt idx="2962">
                  <c:v>43240</c:v>
                </c:pt>
                <c:pt idx="2963">
                  <c:v>43239</c:v>
                </c:pt>
                <c:pt idx="2964">
                  <c:v>43238</c:v>
                </c:pt>
                <c:pt idx="2965">
                  <c:v>43237</c:v>
                </c:pt>
                <c:pt idx="2966">
                  <c:v>43236</c:v>
                </c:pt>
                <c:pt idx="2967">
                  <c:v>43235</c:v>
                </c:pt>
                <c:pt idx="2968">
                  <c:v>43234</c:v>
                </c:pt>
                <c:pt idx="2969">
                  <c:v>43233</c:v>
                </c:pt>
                <c:pt idx="2970">
                  <c:v>43232</c:v>
                </c:pt>
                <c:pt idx="2971">
                  <c:v>43231</c:v>
                </c:pt>
                <c:pt idx="2972">
                  <c:v>43230</c:v>
                </c:pt>
                <c:pt idx="2973">
                  <c:v>43229</c:v>
                </c:pt>
                <c:pt idx="2974">
                  <c:v>43228</c:v>
                </c:pt>
                <c:pt idx="2975">
                  <c:v>43227</c:v>
                </c:pt>
                <c:pt idx="2976">
                  <c:v>43226</c:v>
                </c:pt>
                <c:pt idx="2977">
                  <c:v>43225</c:v>
                </c:pt>
                <c:pt idx="2978">
                  <c:v>43224</c:v>
                </c:pt>
                <c:pt idx="2979">
                  <c:v>43223</c:v>
                </c:pt>
                <c:pt idx="2980">
                  <c:v>43222</c:v>
                </c:pt>
                <c:pt idx="2981">
                  <c:v>43221</c:v>
                </c:pt>
                <c:pt idx="2982">
                  <c:v>43220</c:v>
                </c:pt>
                <c:pt idx="2983">
                  <c:v>43219</c:v>
                </c:pt>
                <c:pt idx="2984">
                  <c:v>43218</c:v>
                </c:pt>
                <c:pt idx="2985">
                  <c:v>43217</c:v>
                </c:pt>
                <c:pt idx="2986">
                  <c:v>43216</c:v>
                </c:pt>
                <c:pt idx="2987">
                  <c:v>43215</c:v>
                </c:pt>
                <c:pt idx="2988">
                  <c:v>43214</c:v>
                </c:pt>
                <c:pt idx="2989">
                  <c:v>43213</c:v>
                </c:pt>
                <c:pt idx="2990">
                  <c:v>43212</c:v>
                </c:pt>
                <c:pt idx="2991">
                  <c:v>43211</c:v>
                </c:pt>
                <c:pt idx="2992">
                  <c:v>43210</c:v>
                </c:pt>
                <c:pt idx="2993">
                  <c:v>43209</c:v>
                </c:pt>
                <c:pt idx="2994">
                  <c:v>43208</c:v>
                </c:pt>
                <c:pt idx="2995">
                  <c:v>43207</c:v>
                </c:pt>
                <c:pt idx="2996">
                  <c:v>43206</c:v>
                </c:pt>
                <c:pt idx="2997">
                  <c:v>43205</c:v>
                </c:pt>
                <c:pt idx="2998">
                  <c:v>43204</c:v>
                </c:pt>
                <c:pt idx="2999">
                  <c:v>43203</c:v>
                </c:pt>
                <c:pt idx="3000">
                  <c:v>43202</c:v>
                </c:pt>
                <c:pt idx="3001">
                  <c:v>43201</c:v>
                </c:pt>
                <c:pt idx="3002">
                  <c:v>43200</c:v>
                </c:pt>
                <c:pt idx="3003">
                  <c:v>43199</c:v>
                </c:pt>
                <c:pt idx="3004">
                  <c:v>43198</c:v>
                </c:pt>
                <c:pt idx="3005">
                  <c:v>43197</c:v>
                </c:pt>
                <c:pt idx="3006">
                  <c:v>43196</c:v>
                </c:pt>
                <c:pt idx="3007">
                  <c:v>43195</c:v>
                </c:pt>
                <c:pt idx="3008">
                  <c:v>43194</c:v>
                </c:pt>
                <c:pt idx="3009">
                  <c:v>43193</c:v>
                </c:pt>
                <c:pt idx="3010">
                  <c:v>43192</c:v>
                </c:pt>
                <c:pt idx="3011">
                  <c:v>43191</c:v>
                </c:pt>
                <c:pt idx="3012">
                  <c:v>43190</c:v>
                </c:pt>
                <c:pt idx="3013">
                  <c:v>43189</c:v>
                </c:pt>
                <c:pt idx="3014">
                  <c:v>43188</c:v>
                </c:pt>
                <c:pt idx="3015">
                  <c:v>43187</c:v>
                </c:pt>
                <c:pt idx="3016">
                  <c:v>43186</c:v>
                </c:pt>
                <c:pt idx="3017">
                  <c:v>43185</c:v>
                </c:pt>
                <c:pt idx="3018">
                  <c:v>43184</c:v>
                </c:pt>
                <c:pt idx="3019">
                  <c:v>43183</c:v>
                </c:pt>
                <c:pt idx="3020">
                  <c:v>43182</c:v>
                </c:pt>
                <c:pt idx="3021">
                  <c:v>43181</c:v>
                </c:pt>
                <c:pt idx="3022">
                  <c:v>43180</c:v>
                </c:pt>
                <c:pt idx="3023">
                  <c:v>43179</c:v>
                </c:pt>
                <c:pt idx="3024">
                  <c:v>43178</c:v>
                </c:pt>
                <c:pt idx="3025">
                  <c:v>43177</c:v>
                </c:pt>
                <c:pt idx="3026">
                  <c:v>43176</c:v>
                </c:pt>
                <c:pt idx="3027">
                  <c:v>43175</c:v>
                </c:pt>
                <c:pt idx="3028">
                  <c:v>43174</c:v>
                </c:pt>
                <c:pt idx="3029">
                  <c:v>43173</c:v>
                </c:pt>
                <c:pt idx="3030">
                  <c:v>43172</c:v>
                </c:pt>
                <c:pt idx="3031">
                  <c:v>43171</c:v>
                </c:pt>
                <c:pt idx="3032">
                  <c:v>43170</c:v>
                </c:pt>
                <c:pt idx="3033">
                  <c:v>43169</c:v>
                </c:pt>
                <c:pt idx="3034">
                  <c:v>43168</c:v>
                </c:pt>
                <c:pt idx="3035">
                  <c:v>43167</c:v>
                </c:pt>
                <c:pt idx="3036">
                  <c:v>43166</c:v>
                </c:pt>
                <c:pt idx="3037">
                  <c:v>43165</c:v>
                </c:pt>
                <c:pt idx="3038">
                  <c:v>43164</c:v>
                </c:pt>
                <c:pt idx="3039">
                  <c:v>43163</c:v>
                </c:pt>
                <c:pt idx="3040">
                  <c:v>43162</c:v>
                </c:pt>
                <c:pt idx="3041">
                  <c:v>43161</c:v>
                </c:pt>
                <c:pt idx="3042">
                  <c:v>43160</c:v>
                </c:pt>
                <c:pt idx="3043">
                  <c:v>43159</c:v>
                </c:pt>
                <c:pt idx="3044">
                  <c:v>43158</c:v>
                </c:pt>
                <c:pt idx="3045">
                  <c:v>43157</c:v>
                </c:pt>
                <c:pt idx="3046">
                  <c:v>43156</c:v>
                </c:pt>
                <c:pt idx="3047">
                  <c:v>43155</c:v>
                </c:pt>
                <c:pt idx="3048">
                  <c:v>43154</c:v>
                </c:pt>
                <c:pt idx="3049">
                  <c:v>43153</c:v>
                </c:pt>
                <c:pt idx="3050">
                  <c:v>43152</c:v>
                </c:pt>
                <c:pt idx="3051">
                  <c:v>43151</c:v>
                </c:pt>
                <c:pt idx="3052">
                  <c:v>43150</c:v>
                </c:pt>
                <c:pt idx="3053">
                  <c:v>43149</c:v>
                </c:pt>
                <c:pt idx="3054">
                  <c:v>43148</c:v>
                </c:pt>
                <c:pt idx="3055">
                  <c:v>43147</c:v>
                </c:pt>
                <c:pt idx="3056">
                  <c:v>43146</c:v>
                </c:pt>
                <c:pt idx="3057">
                  <c:v>43145</c:v>
                </c:pt>
                <c:pt idx="3058">
                  <c:v>43144</c:v>
                </c:pt>
                <c:pt idx="3059">
                  <c:v>43143</c:v>
                </c:pt>
                <c:pt idx="3060">
                  <c:v>43142</c:v>
                </c:pt>
                <c:pt idx="3061">
                  <c:v>43141</c:v>
                </c:pt>
                <c:pt idx="3062">
                  <c:v>43140</c:v>
                </c:pt>
                <c:pt idx="3063">
                  <c:v>43139</c:v>
                </c:pt>
                <c:pt idx="3064">
                  <c:v>43138</c:v>
                </c:pt>
                <c:pt idx="3065">
                  <c:v>43137</c:v>
                </c:pt>
                <c:pt idx="3066">
                  <c:v>43136</c:v>
                </c:pt>
                <c:pt idx="3067">
                  <c:v>43135</c:v>
                </c:pt>
                <c:pt idx="3068">
                  <c:v>43134</c:v>
                </c:pt>
                <c:pt idx="3069">
                  <c:v>43133</c:v>
                </c:pt>
                <c:pt idx="3070">
                  <c:v>43132</c:v>
                </c:pt>
                <c:pt idx="3071">
                  <c:v>43131</c:v>
                </c:pt>
                <c:pt idx="3072">
                  <c:v>43130</c:v>
                </c:pt>
                <c:pt idx="3073">
                  <c:v>43129</c:v>
                </c:pt>
                <c:pt idx="3074">
                  <c:v>43128</c:v>
                </c:pt>
                <c:pt idx="3075">
                  <c:v>43127</c:v>
                </c:pt>
                <c:pt idx="3076">
                  <c:v>43126</c:v>
                </c:pt>
                <c:pt idx="3077">
                  <c:v>43125</c:v>
                </c:pt>
                <c:pt idx="3078">
                  <c:v>43124</c:v>
                </c:pt>
                <c:pt idx="3079">
                  <c:v>43123</c:v>
                </c:pt>
                <c:pt idx="3080">
                  <c:v>43122</c:v>
                </c:pt>
                <c:pt idx="3081">
                  <c:v>43121</c:v>
                </c:pt>
                <c:pt idx="3082">
                  <c:v>43120</c:v>
                </c:pt>
                <c:pt idx="3083">
                  <c:v>43119</c:v>
                </c:pt>
                <c:pt idx="3084">
                  <c:v>43118</c:v>
                </c:pt>
                <c:pt idx="3085">
                  <c:v>43117</c:v>
                </c:pt>
                <c:pt idx="3086">
                  <c:v>43116</c:v>
                </c:pt>
                <c:pt idx="3087">
                  <c:v>43115</c:v>
                </c:pt>
                <c:pt idx="3088">
                  <c:v>43114</c:v>
                </c:pt>
                <c:pt idx="3089">
                  <c:v>43113</c:v>
                </c:pt>
                <c:pt idx="3090">
                  <c:v>43112</c:v>
                </c:pt>
                <c:pt idx="3091">
                  <c:v>43111</c:v>
                </c:pt>
                <c:pt idx="3092">
                  <c:v>43110</c:v>
                </c:pt>
                <c:pt idx="3093">
                  <c:v>43109</c:v>
                </c:pt>
                <c:pt idx="3094">
                  <c:v>43108</c:v>
                </c:pt>
                <c:pt idx="3095">
                  <c:v>43107</c:v>
                </c:pt>
                <c:pt idx="3096">
                  <c:v>43106</c:v>
                </c:pt>
                <c:pt idx="3097">
                  <c:v>43105</c:v>
                </c:pt>
                <c:pt idx="3098">
                  <c:v>43104</c:v>
                </c:pt>
                <c:pt idx="3099">
                  <c:v>43103</c:v>
                </c:pt>
                <c:pt idx="3100">
                  <c:v>43102</c:v>
                </c:pt>
                <c:pt idx="3101">
                  <c:v>43101</c:v>
                </c:pt>
                <c:pt idx="3102">
                  <c:v>43100</c:v>
                </c:pt>
                <c:pt idx="3103">
                  <c:v>43099</c:v>
                </c:pt>
                <c:pt idx="3104">
                  <c:v>43098</c:v>
                </c:pt>
                <c:pt idx="3105">
                  <c:v>43097</c:v>
                </c:pt>
                <c:pt idx="3106">
                  <c:v>43096</c:v>
                </c:pt>
                <c:pt idx="3107">
                  <c:v>43095</c:v>
                </c:pt>
                <c:pt idx="3108">
                  <c:v>43094</c:v>
                </c:pt>
                <c:pt idx="3109">
                  <c:v>43093</c:v>
                </c:pt>
                <c:pt idx="3110">
                  <c:v>43092</c:v>
                </c:pt>
                <c:pt idx="3111">
                  <c:v>43091</c:v>
                </c:pt>
                <c:pt idx="3112">
                  <c:v>43090</c:v>
                </c:pt>
                <c:pt idx="3113">
                  <c:v>43089</c:v>
                </c:pt>
                <c:pt idx="3114">
                  <c:v>43088</c:v>
                </c:pt>
                <c:pt idx="3115">
                  <c:v>43087</c:v>
                </c:pt>
                <c:pt idx="3116">
                  <c:v>43086</c:v>
                </c:pt>
                <c:pt idx="3117">
                  <c:v>43085</c:v>
                </c:pt>
                <c:pt idx="3118">
                  <c:v>43084</c:v>
                </c:pt>
                <c:pt idx="3119">
                  <c:v>43083</c:v>
                </c:pt>
                <c:pt idx="3120">
                  <c:v>43082</c:v>
                </c:pt>
                <c:pt idx="3121">
                  <c:v>43081</c:v>
                </c:pt>
                <c:pt idx="3122">
                  <c:v>43080</c:v>
                </c:pt>
                <c:pt idx="3123">
                  <c:v>43079</c:v>
                </c:pt>
                <c:pt idx="3124">
                  <c:v>43078</c:v>
                </c:pt>
                <c:pt idx="3125">
                  <c:v>43077</c:v>
                </c:pt>
                <c:pt idx="3126">
                  <c:v>43076</c:v>
                </c:pt>
                <c:pt idx="3127">
                  <c:v>43075</c:v>
                </c:pt>
                <c:pt idx="3128">
                  <c:v>43074</c:v>
                </c:pt>
                <c:pt idx="3129">
                  <c:v>43073</c:v>
                </c:pt>
                <c:pt idx="3130">
                  <c:v>43072</c:v>
                </c:pt>
                <c:pt idx="3131">
                  <c:v>43071</c:v>
                </c:pt>
                <c:pt idx="3132">
                  <c:v>43070</c:v>
                </c:pt>
                <c:pt idx="3133">
                  <c:v>43069</c:v>
                </c:pt>
                <c:pt idx="3134">
                  <c:v>43068</c:v>
                </c:pt>
                <c:pt idx="3135">
                  <c:v>43067</c:v>
                </c:pt>
                <c:pt idx="3136">
                  <c:v>43066</c:v>
                </c:pt>
                <c:pt idx="3137">
                  <c:v>43065</c:v>
                </c:pt>
                <c:pt idx="3138">
                  <c:v>43064</c:v>
                </c:pt>
                <c:pt idx="3139">
                  <c:v>43063</c:v>
                </c:pt>
                <c:pt idx="3140">
                  <c:v>43062</c:v>
                </c:pt>
                <c:pt idx="3141">
                  <c:v>43061</c:v>
                </c:pt>
                <c:pt idx="3142">
                  <c:v>43060</c:v>
                </c:pt>
                <c:pt idx="3143">
                  <c:v>43059</c:v>
                </c:pt>
                <c:pt idx="3144">
                  <c:v>43058</c:v>
                </c:pt>
                <c:pt idx="3145">
                  <c:v>43057</c:v>
                </c:pt>
                <c:pt idx="3146">
                  <c:v>43056</c:v>
                </c:pt>
                <c:pt idx="3147">
                  <c:v>43055</c:v>
                </c:pt>
                <c:pt idx="3148">
                  <c:v>43054</c:v>
                </c:pt>
                <c:pt idx="3149">
                  <c:v>43053</c:v>
                </c:pt>
                <c:pt idx="3150">
                  <c:v>43052</c:v>
                </c:pt>
                <c:pt idx="3151">
                  <c:v>43051</c:v>
                </c:pt>
                <c:pt idx="3152">
                  <c:v>43050</c:v>
                </c:pt>
                <c:pt idx="3153">
                  <c:v>43049</c:v>
                </c:pt>
                <c:pt idx="3154">
                  <c:v>43048</c:v>
                </c:pt>
                <c:pt idx="3155">
                  <c:v>43047</c:v>
                </c:pt>
                <c:pt idx="3156">
                  <c:v>43046</c:v>
                </c:pt>
                <c:pt idx="3157">
                  <c:v>43045</c:v>
                </c:pt>
                <c:pt idx="3158">
                  <c:v>43044</c:v>
                </c:pt>
                <c:pt idx="3159">
                  <c:v>43043</c:v>
                </c:pt>
                <c:pt idx="3160">
                  <c:v>43042</c:v>
                </c:pt>
                <c:pt idx="3161">
                  <c:v>43041</c:v>
                </c:pt>
                <c:pt idx="3162">
                  <c:v>43040</c:v>
                </c:pt>
                <c:pt idx="3163">
                  <c:v>43039</c:v>
                </c:pt>
                <c:pt idx="3164">
                  <c:v>43038</c:v>
                </c:pt>
                <c:pt idx="3165">
                  <c:v>43037</c:v>
                </c:pt>
                <c:pt idx="3166">
                  <c:v>43036</c:v>
                </c:pt>
                <c:pt idx="3167">
                  <c:v>43035</c:v>
                </c:pt>
                <c:pt idx="3168">
                  <c:v>43034</c:v>
                </c:pt>
                <c:pt idx="3169">
                  <c:v>43033</c:v>
                </c:pt>
                <c:pt idx="3170">
                  <c:v>43032</c:v>
                </c:pt>
                <c:pt idx="3171">
                  <c:v>43031</c:v>
                </c:pt>
                <c:pt idx="3172">
                  <c:v>43030</c:v>
                </c:pt>
                <c:pt idx="3173">
                  <c:v>43029</c:v>
                </c:pt>
                <c:pt idx="3174">
                  <c:v>43028</c:v>
                </c:pt>
                <c:pt idx="3175">
                  <c:v>43027</c:v>
                </c:pt>
                <c:pt idx="3176">
                  <c:v>43026</c:v>
                </c:pt>
                <c:pt idx="3177">
                  <c:v>43025</c:v>
                </c:pt>
                <c:pt idx="3178">
                  <c:v>43024</c:v>
                </c:pt>
                <c:pt idx="3179">
                  <c:v>43023</c:v>
                </c:pt>
                <c:pt idx="3180">
                  <c:v>43022</c:v>
                </c:pt>
                <c:pt idx="3181">
                  <c:v>43021</c:v>
                </c:pt>
                <c:pt idx="3182">
                  <c:v>43020</c:v>
                </c:pt>
                <c:pt idx="3183">
                  <c:v>43019</c:v>
                </c:pt>
                <c:pt idx="3184">
                  <c:v>43018</c:v>
                </c:pt>
                <c:pt idx="3185">
                  <c:v>43017</c:v>
                </c:pt>
                <c:pt idx="3186">
                  <c:v>43016</c:v>
                </c:pt>
                <c:pt idx="3187">
                  <c:v>43015</c:v>
                </c:pt>
                <c:pt idx="3188">
                  <c:v>43014</c:v>
                </c:pt>
                <c:pt idx="3189">
                  <c:v>43013</c:v>
                </c:pt>
                <c:pt idx="3190">
                  <c:v>43012</c:v>
                </c:pt>
                <c:pt idx="3191">
                  <c:v>43011</c:v>
                </c:pt>
                <c:pt idx="3192">
                  <c:v>43010</c:v>
                </c:pt>
                <c:pt idx="3193">
                  <c:v>43009</c:v>
                </c:pt>
                <c:pt idx="3194">
                  <c:v>43008</c:v>
                </c:pt>
                <c:pt idx="3195">
                  <c:v>43007</c:v>
                </c:pt>
                <c:pt idx="3196">
                  <c:v>43006</c:v>
                </c:pt>
                <c:pt idx="3197">
                  <c:v>43005</c:v>
                </c:pt>
                <c:pt idx="3198">
                  <c:v>43004</c:v>
                </c:pt>
                <c:pt idx="3199">
                  <c:v>43003</c:v>
                </c:pt>
                <c:pt idx="3200">
                  <c:v>43002</c:v>
                </c:pt>
                <c:pt idx="3201">
                  <c:v>43001</c:v>
                </c:pt>
                <c:pt idx="3202">
                  <c:v>43000</c:v>
                </c:pt>
                <c:pt idx="3203">
                  <c:v>42999</c:v>
                </c:pt>
                <c:pt idx="3204">
                  <c:v>42998</c:v>
                </c:pt>
                <c:pt idx="3205">
                  <c:v>42997</c:v>
                </c:pt>
                <c:pt idx="3206">
                  <c:v>42996</c:v>
                </c:pt>
                <c:pt idx="3207">
                  <c:v>42995</c:v>
                </c:pt>
                <c:pt idx="3208">
                  <c:v>42994</c:v>
                </c:pt>
                <c:pt idx="3209">
                  <c:v>42993</c:v>
                </c:pt>
                <c:pt idx="3210">
                  <c:v>42992</c:v>
                </c:pt>
                <c:pt idx="3211">
                  <c:v>42991</c:v>
                </c:pt>
                <c:pt idx="3212">
                  <c:v>42990</c:v>
                </c:pt>
                <c:pt idx="3213">
                  <c:v>42989</c:v>
                </c:pt>
                <c:pt idx="3214">
                  <c:v>42988</c:v>
                </c:pt>
                <c:pt idx="3215">
                  <c:v>42987</c:v>
                </c:pt>
                <c:pt idx="3216">
                  <c:v>42986</c:v>
                </c:pt>
                <c:pt idx="3217">
                  <c:v>42985</c:v>
                </c:pt>
                <c:pt idx="3218">
                  <c:v>42984</c:v>
                </c:pt>
                <c:pt idx="3219">
                  <c:v>42983</c:v>
                </c:pt>
                <c:pt idx="3220">
                  <c:v>42982</c:v>
                </c:pt>
                <c:pt idx="3221">
                  <c:v>42981</c:v>
                </c:pt>
                <c:pt idx="3222">
                  <c:v>42980</c:v>
                </c:pt>
                <c:pt idx="3223">
                  <c:v>42979</c:v>
                </c:pt>
                <c:pt idx="3224">
                  <c:v>42978</c:v>
                </c:pt>
                <c:pt idx="3225">
                  <c:v>42977</c:v>
                </c:pt>
                <c:pt idx="3226">
                  <c:v>42976</c:v>
                </c:pt>
                <c:pt idx="3227">
                  <c:v>42975</c:v>
                </c:pt>
                <c:pt idx="3228">
                  <c:v>42974</c:v>
                </c:pt>
                <c:pt idx="3229">
                  <c:v>42973</c:v>
                </c:pt>
                <c:pt idx="3230">
                  <c:v>42972</c:v>
                </c:pt>
                <c:pt idx="3231">
                  <c:v>42971</c:v>
                </c:pt>
                <c:pt idx="3232">
                  <c:v>42970</c:v>
                </c:pt>
                <c:pt idx="3233">
                  <c:v>42969</c:v>
                </c:pt>
                <c:pt idx="3234">
                  <c:v>42968</c:v>
                </c:pt>
                <c:pt idx="3235">
                  <c:v>42967</c:v>
                </c:pt>
                <c:pt idx="3236">
                  <c:v>42966</c:v>
                </c:pt>
                <c:pt idx="3237">
                  <c:v>42965</c:v>
                </c:pt>
                <c:pt idx="3238">
                  <c:v>42964</c:v>
                </c:pt>
                <c:pt idx="3239">
                  <c:v>42963</c:v>
                </c:pt>
                <c:pt idx="3240">
                  <c:v>42962</c:v>
                </c:pt>
                <c:pt idx="3241">
                  <c:v>42961</c:v>
                </c:pt>
                <c:pt idx="3242">
                  <c:v>42960</c:v>
                </c:pt>
                <c:pt idx="3243">
                  <c:v>42959</c:v>
                </c:pt>
                <c:pt idx="3244">
                  <c:v>42958</c:v>
                </c:pt>
                <c:pt idx="3245">
                  <c:v>42957</c:v>
                </c:pt>
                <c:pt idx="3246">
                  <c:v>42956</c:v>
                </c:pt>
                <c:pt idx="3247">
                  <c:v>42955</c:v>
                </c:pt>
                <c:pt idx="3248">
                  <c:v>42954</c:v>
                </c:pt>
                <c:pt idx="3249">
                  <c:v>42953</c:v>
                </c:pt>
                <c:pt idx="3250">
                  <c:v>42952</c:v>
                </c:pt>
                <c:pt idx="3251">
                  <c:v>42951</c:v>
                </c:pt>
                <c:pt idx="3252">
                  <c:v>42950</c:v>
                </c:pt>
                <c:pt idx="3253">
                  <c:v>42949</c:v>
                </c:pt>
                <c:pt idx="3254">
                  <c:v>42948</c:v>
                </c:pt>
                <c:pt idx="3255">
                  <c:v>42947</c:v>
                </c:pt>
                <c:pt idx="3256">
                  <c:v>42946</c:v>
                </c:pt>
                <c:pt idx="3257">
                  <c:v>42945</c:v>
                </c:pt>
                <c:pt idx="3258">
                  <c:v>42944</c:v>
                </c:pt>
                <c:pt idx="3259">
                  <c:v>42943</c:v>
                </c:pt>
                <c:pt idx="3260">
                  <c:v>42942</c:v>
                </c:pt>
                <c:pt idx="3261">
                  <c:v>42941</c:v>
                </c:pt>
                <c:pt idx="3262">
                  <c:v>42940</c:v>
                </c:pt>
                <c:pt idx="3263">
                  <c:v>42939</c:v>
                </c:pt>
                <c:pt idx="3264">
                  <c:v>42938</c:v>
                </c:pt>
                <c:pt idx="3265">
                  <c:v>42937</c:v>
                </c:pt>
                <c:pt idx="3266">
                  <c:v>42936</c:v>
                </c:pt>
                <c:pt idx="3267">
                  <c:v>42935</c:v>
                </c:pt>
                <c:pt idx="3268">
                  <c:v>42934</c:v>
                </c:pt>
                <c:pt idx="3269">
                  <c:v>42933</c:v>
                </c:pt>
                <c:pt idx="3270">
                  <c:v>42932</c:v>
                </c:pt>
                <c:pt idx="3271">
                  <c:v>42931</c:v>
                </c:pt>
                <c:pt idx="3272">
                  <c:v>42930</c:v>
                </c:pt>
                <c:pt idx="3273">
                  <c:v>42929</c:v>
                </c:pt>
                <c:pt idx="3274">
                  <c:v>42928</c:v>
                </c:pt>
                <c:pt idx="3275">
                  <c:v>42927</c:v>
                </c:pt>
                <c:pt idx="3276">
                  <c:v>42926</c:v>
                </c:pt>
                <c:pt idx="3277">
                  <c:v>42925</c:v>
                </c:pt>
                <c:pt idx="3278">
                  <c:v>42924</c:v>
                </c:pt>
                <c:pt idx="3279">
                  <c:v>42923</c:v>
                </c:pt>
                <c:pt idx="3280">
                  <c:v>42922</c:v>
                </c:pt>
                <c:pt idx="3281">
                  <c:v>42921</c:v>
                </c:pt>
                <c:pt idx="3282">
                  <c:v>42920</c:v>
                </c:pt>
                <c:pt idx="3283">
                  <c:v>42919</c:v>
                </c:pt>
                <c:pt idx="3284">
                  <c:v>42918</c:v>
                </c:pt>
                <c:pt idx="3285">
                  <c:v>42917</c:v>
                </c:pt>
                <c:pt idx="3286">
                  <c:v>42916</c:v>
                </c:pt>
                <c:pt idx="3287">
                  <c:v>42915</c:v>
                </c:pt>
                <c:pt idx="3288">
                  <c:v>42914</c:v>
                </c:pt>
                <c:pt idx="3289">
                  <c:v>42913</c:v>
                </c:pt>
                <c:pt idx="3290">
                  <c:v>42912</c:v>
                </c:pt>
                <c:pt idx="3291">
                  <c:v>42911</c:v>
                </c:pt>
                <c:pt idx="3292">
                  <c:v>42910</c:v>
                </c:pt>
                <c:pt idx="3293">
                  <c:v>42909</c:v>
                </c:pt>
                <c:pt idx="3294">
                  <c:v>42908</c:v>
                </c:pt>
                <c:pt idx="3295">
                  <c:v>42907</c:v>
                </c:pt>
                <c:pt idx="3296">
                  <c:v>42906</c:v>
                </c:pt>
                <c:pt idx="3297">
                  <c:v>42905</c:v>
                </c:pt>
                <c:pt idx="3298">
                  <c:v>42904</c:v>
                </c:pt>
                <c:pt idx="3299">
                  <c:v>42903</c:v>
                </c:pt>
                <c:pt idx="3300">
                  <c:v>42902</c:v>
                </c:pt>
                <c:pt idx="3301">
                  <c:v>42901</c:v>
                </c:pt>
                <c:pt idx="3302">
                  <c:v>42900</c:v>
                </c:pt>
                <c:pt idx="3303">
                  <c:v>42899</c:v>
                </c:pt>
                <c:pt idx="3304">
                  <c:v>42898</c:v>
                </c:pt>
                <c:pt idx="3305">
                  <c:v>42897</c:v>
                </c:pt>
                <c:pt idx="3306">
                  <c:v>42896</c:v>
                </c:pt>
                <c:pt idx="3307">
                  <c:v>42895</c:v>
                </c:pt>
                <c:pt idx="3308">
                  <c:v>42894</c:v>
                </c:pt>
                <c:pt idx="3309">
                  <c:v>42893</c:v>
                </c:pt>
                <c:pt idx="3310">
                  <c:v>42892</c:v>
                </c:pt>
                <c:pt idx="3311">
                  <c:v>42891</c:v>
                </c:pt>
                <c:pt idx="3312">
                  <c:v>42890</c:v>
                </c:pt>
                <c:pt idx="3313">
                  <c:v>42889</c:v>
                </c:pt>
                <c:pt idx="3314">
                  <c:v>42888</c:v>
                </c:pt>
                <c:pt idx="3315">
                  <c:v>42887</c:v>
                </c:pt>
                <c:pt idx="3316">
                  <c:v>42886</c:v>
                </c:pt>
                <c:pt idx="3317">
                  <c:v>42885</c:v>
                </c:pt>
                <c:pt idx="3318">
                  <c:v>42884</c:v>
                </c:pt>
                <c:pt idx="3319">
                  <c:v>42883</c:v>
                </c:pt>
                <c:pt idx="3320">
                  <c:v>42882</c:v>
                </c:pt>
                <c:pt idx="3321">
                  <c:v>42881</c:v>
                </c:pt>
                <c:pt idx="3322">
                  <c:v>42880</c:v>
                </c:pt>
                <c:pt idx="3323">
                  <c:v>42879</c:v>
                </c:pt>
                <c:pt idx="3324">
                  <c:v>42878</c:v>
                </c:pt>
                <c:pt idx="3325">
                  <c:v>42877</c:v>
                </c:pt>
                <c:pt idx="3326">
                  <c:v>42876</c:v>
                </c:pt>
                <c:pt idx="3327">
                  <c:v>42875</c:v>
                </c:pt>
                <c:pt idx="3328">
                  <c:v>42874</c:v>
                </c:pt>
                <c:pt idx="3329">
                  <c:v>42873</c:v>
                </c:pt>
                <c:pt idx="3330">
                  <c:v>42872</c:v>
                </c:pt>
                <c:pt idx="3331">
                  <c:v>42871</c:v>
                </c:pt>
                <c:pt idx="3332">
                  <c:v>42870</c:v>
                </c:pt>
                <c:pt idx="3333">
                  <c:v>42869</c:v>
                </c:pt>
                <c:pt idx="3334">
                  <c:v>42868</c:v>
                </c:pt>
                <c:pt idx="3335">
                  <c:v>42867</c:v>
                </c:pt>
                <c:pt idx="3336">
                  <c:v>42866</c:v>
                </c:pt>
                <c:pt idx="3337">
                  <c:v>42865</c:v>
                </c:pt>
                <c:pt idx="3338">
                  <c:v>42864</c:v>
                </c:pt>
                <c:pt idx="3339">
                  <c:v>42863</c:v>
                </c:pt>
                <c:pt idx="3340">
                  <c:v>42862</c:v>
                </c:pt>
                <c:pt idx="3341">
                  <c:v>42861</c:v>
                </c:pt>
                <c:pt idx="3342">
                  <c:v>42860</c:v>
                </c:pt>
                <c:pt idx="3343">
                  <c:v>42859</c:v>
                </c:pt>
                <c:pt idx="3344">
                  <c:v>42858</c:v>
                </c:pt>
                <c:pt idx="3345">
                  <c:v>42857</c:v>
                </c:pt>
                <c:pt idx="3346">
                  <c:v>42856</c:v>
                </c:pt>
                <c:pt idx="3347">
                  <c:v>42855</c:v>
                </c:pt>
                <c:pt idx="3348">
                  <c:v>42854</c:v>
                </c:pt>
                <c:pt idx="3349">
                  <c:v>42853</c:v>
                </c:pt>
                <c:pt idx="3350">
                  <c:v>42852</c:v>
                </c:pt>
                <c:pt idx="3351">
                  <c:v>42851</c:v>
                </c:pt>
                <c:pt idx="3352">
                  <c:v>42850</c:v>
                </c:pt>
                <c:pt idx="3353">
                  <c:v>42849</c:v>
                </c:pt>
                <c:pt idx="3354">
                  <c:v>42848</c:v>
                </c:pt>
                <c:pt idx="3355">
                  <c:v>42847</c:v>
                </c:pt>
                <c:pt idx="3356">
                  <c:v>42846</c:v>
                </c:pt>
                <c:pt idx="3357">
                  <c:v>42845</c:v>
                </c:pt>
                <c:pt idx="3358">
                  <c:v>42844</c:v>
                </c:pt>
                <c:pt idx="3359">
                  <c:v>42843</c:v>
                </c:pt>
                <c:pt idx="3360">
                  <c:v>42842</c:v>
                </c:pt>
                <c:pt idx="3361">
                  <c:v>42841</c:v>
                </c:pt>
                <c:pt idx="3362">
                  <c:v>42840</c:v>
                </c:pt>
                <c:pt idx="3363">
                  <c:v>42839</c:v>
                </c:pt>
                <c:pt idx="3364">
                  <c:v>42838</c:v>
                </c:pt>
                <c:pt idx="3365">
                  <c:v>42837</c:v>
                </c:pt>
                <c:pt idx="3366">
                  <c:v>42836</c:v>
                </c:pt>
                <c:pt idx="3367">
                  <c:v>42835</c:v>
                </c:pt>
                <c:pt idx="3368">
                  <c:v>42834</c:v>
                </c:pt>
                <c:pt idx="3369">
                  <c:v>42833</c:v>
                </c:pt>
                <c:pt idx="3370">
                  <c:v>42832</c:v>
                </c:pt>
                <c:pt idx="3371">
                  <c:v>42831</c:v>
                </c:pt>
                <c:pt idx="3372">
                  <c:v>42830</c:v>
                </c:pt>
                <c:pt idx="3373">
                  <c:v>42829</c:v>
                </c:pt>
                <c:pt idx="3374">
                  <c:v>42828</c:v>
                </c:pt>
                <c:pt idx="3375">
                  <c:v>42827</c:v>
                </c:pt>
                <c:pt idx="3376">
                  <c:v>42826</c:v>
                </c:pt>
                <c:pt idx="3377">
                  <c:v>42825</c:v>
                </c:pt>
                <c:pt idx="3378">
                  <c:v>42824</c:v>
                </c:pt>
                <c:pt idx="3379">
                  <c:v>42823</c:v>
                </c:pt>
                <c:pt idx="3380">
                  <c:v>42822</c:v>
                </c:pt>
                <c:pt idx="3381">
                  <c:v>42821</c:v>
                </c:pt>
                <c:pt idx="3382">
                  <c:v>42820</c:v>
                </c:pt>
                <c:pt idx="3383">
                  <c:v>42819</c:v>
                </c:pt>
                <c:pt idx="3384">
                  <c:v>42818</c:v>
                </c:pt>
                <c:pt idx="3385">
                  <c:v>42817</c:v>
                </c:pt>
                <c:pt idx="3386">
                  <c:v>42816</c:v>
                </c:pt>
                <c:pt idx="3387">
                  <c:v>42815</c:v>
                </c:pt>
                <c:pt idx="3388">
                  <c:v>42814</c:v>
                </c:pt>
                <c:pt idx="3389">
                  <c:v>42813</c:v>
                </c:pt>
                <c:pt idx="3390">
                  <c:v>42812</c:v>
                </c:pt>
                <c:pt idx="3391">
                  <c:v>42811</c:v>
                </c:pt>
                <c:pt idx="3392">
                  <c:v>42810</c:v>
                </c:pt>
                <c:pt idx="3393">
                  <c:v>42809</c:v>
                </c:pt>
                <c:pt idx="3394">
                  <c:v>42808</c:v>
                </c:pt>
                <c:pt idx="3395">
                  <c:v>42807</c:v>
                </c:pt>
                <c:pt idx="3396">
                  <c:v>42806</c:v>
                </c:pt>
                <c:pt idx="3397">
                  <c:v>42805</c:v>
                </c:pt>
                <c:pt idx="3398">
                  <c:v>42804</c:v>
                </c:pt>
                <c:pt idx="3399">
                  <c:v>42803</c:v>
                </c:pt>
                <c:pt idx="3400">
                  <c:v>42802</c:v>
                </c:pt>
                <c:pt idx="3401">
                  <c:v>42801</c:v>
                </c:pt>
                <c:pt idx="3402">
                  <c:v>42800</c:v>
                </c:pt>
                <c:pt idx="3403">
                  <c:v>42799</c:v>
                </c:pt>
                <c:pt idx="3404">
                  <c:v>42798</c:v>
                </c:pt>
                <c:pt idx="3405">
                  <c:v>42797</c:v>
                </c:pt>
                <c:pt idx="3406">
                  <c:v>42796</c:v>
                </c:pt>
                <c:pt idx="3407">
                  <c:v>42795</c:v>
                </c:pt>
                <c:pt idx="3408">
                  <c:v>42794</c:v>
                </c:pt>
                <c:pt idx="3409">
                  <c:v>42793</c:v>
                </c:pt>
                <c:pt idx="3410">
                  <c:v>42792</c:v>
                </c:pt>
                <c:pt idx="3411">
                  <c:v>42791</c:v>
                </c:pt>
                <c:pt idx="3412">
                  <c:v>42790</c:v>
                </c:pt>
                <c:pt idx="3413">
                  <c:v>42789</c:v>
                </c:pt>
                <c:pt idx="3414">
                  <c:v>42788</c:v>
                </c:pt>
                <c:pt idx="3415">
                  <c:v>42787</c:v>
                </c:pt>
                <c:pt idx="3416">
                  <c:v>42786</c:v>
                </c:pt>
                <c:pt idx="3417">
                  <c:v>42785</c:v>
                </c:pt>
                <c:pt idx="3418">
                  <c:v>42784</c:v>
                </c:pt>
                <c:pt idx="3419">
                  <c:v>42783</c:v>
                </c:pt>
                <c:pt idx="3420">
                  <c:v>42782</c:v>
                </c:pt>
                <c:pt idx="3421">
                  <c:v>42781</c:v>
                </c:pt>
                <c:pt idx="3422">
                  <c:v>42780</c:v>
                </c:pt>
                <c:pt idx="3423">
                  <c:v>42779</c:v>
                </c:pt>
                <c:pt idx="3424">
                  <c:v>42778</c:v>
                </c:pt>
                <c:pt idx="3425">
                  <c:v>42777</c:v>
                </c:pt>
                <c:pt idx="3426">
                  <c:v>42776</c:v>
                </c:pt>
                <c:pt idx="3427">
                  <c:v>42775</c:v>
                </c:pt>
                <c:pt idx="3428">
                  <c:v>42774</c:v>
                </c:pt>
                <c:pt idx="3429">
                  <c:v>42773</c:v>
                </c:pt>
                <c:pt idx="3430">
                  <c:v>42772</c:v>
                </c:pt>
                <c:pt idx="3431">
                  <c:v>42771</c:v>
                </c:pt>
                <c:pt idx="3432">
                  <c:v>42770</c:v>
                </c:pt>
                <c:pt idx="3433">
                  <c:v>42769</c:v>
                </c:pt>
                <c:pt idx="3434">
                  <c:v>42768</c:v>
                </c:pt>
                <c:pt idx="3435">
                  <c:v>42767</c:v>
                </c:pt>
                <c:pt idx="3436">
                  <c:v>42766</c:v>
                </c:pt>
                <c:pt idx="3437">
                  <c:v>42765</c:v>
                </c:pt>
                <c:pt idx="3438">
                  <c:v>42764</c:v>
                </c:pt>
                <c:pt idx="3439">
                  <c:v>42763</c:v>
                </c:pt>
                <c:pt idx="3440">
                  <c:v>42762</c:v>
                </c:pt>
                <c:pt idx="3441">
                  <c:v>42761</c:v>
                </c:pt>
                <c:pt idx="3442">
                  <c:v>42760</c:v>
                </c:pt>
                <c:pt idx="3443">
                  <c:v>42759</c:v>
                </c:pt>
                <c:pt idx="3444">
                  <c:v>42758</c:v>
                </c:pt>
                <c:pt idx="3445">
                  <c:v>42757</c:v>
                </c:pt>
                <c:pt idx="3446">
                  <c:v>42756</c:v>
                </c:pt>
                <c:pt idx="3447">
                  <c:v>42755</c:v>
                </c:pt>
                <c:pt idx="3448">
                  <c:v>42754</c:v>
                </c:pt>
                <c:pt idx="3449">
                  <c:v>42753</c:v>
                </c:pt>
                <c:pt idx="3450">
                  <c:v>42752</c:v>
                </c:pt>
                <c:pt idx="3451">
                  <c:v>42751</c:v>
                </c:pt>
                <c:pt idx="3452">
                  <c:v>42750</c:v>
                </c:pt>
                <c:pt idx="3453">
                  <c:v>42749</c:v>
                </c:pt>
                <c:pt idx="3454">
                  <c:v>42748</c:v>
                </c:pt>
                <c:pt idx="3455">
                  <c:v>42747</c:v>
                </c:pt>
                <c:pt idx="3456">
                  <c:v>42746</c:v>
                </c:pt>
                <c:pt idx="3457">
                  <c:v>42745</c:v>
                </c:pt>
                <c:pt idx="3458">
                  <c:v>42744</c:v>
                </c:pt>
                <c:pt idx="3459">
                  <c:v>42743</c:v>
                </c:pt>
                <c:pt idx="3460">
                  <c:v>42742</c:v>
                </c:pt>
                <c:pt idx="3461">
                  <c:v>42741</c:v>
                </c:pt>
                <c:pt idx="3462">
                  <c:v>42740</c:v>
                </c:pt>
                <c:pt idx="3463">
                  <c:v>42739</c:v>
                </c:pt>
                <c:pt idx="3464">
                  <c:v>42738</c:v>
                </c:pt>
                <c:pt idx="3465">
                  <c:v>42737</c:v>
                </c:pt>
                <c:pt idx="3466">
                  <c:v>42736</c:v>
                </c:pt>
                <c:pt idx="3467">
                  <c:v>42735</c:v>
                </c:pt>
                <c:pt idx="3468">
                  <c:v>42734</c:v>
                </c:pt>
                <c:pt idx="3469">
                  <c:v>42733</c:v>
                </c:pt>
                <c:pt idx="3470">
                  <c:v>42732</c:v>
                </c:pt>
                <c:pt idx="3471">
                  <c:v>42731</c:v>
                </c:pt>
                <c:pt idx="3472">
                  <c:v>42730</c:v>
                </c:pt>
                <c:pt idx="3473">
                  <c:v>42729</c:v>
                </c:pt>
                <c:pt idx="3474">
                  <c:v>42728</c:v>
                </c:pt>
                <c:pt idx="3475">
                  <c:v>42727</c:v>
                </c:pt>
                <c:pt idx="3476">
                  <c:v>42726</c:v>
                </c:pt>
                <c:pt idx="3477">
                  <c:v>42725</c:v>
                </c:pt>
                <c:pt idx="3478">
                  <c:v>42724</c:v>
                </c:pt>
                <c:pt idx="3479">
                  <c:v>42723</c:v>
                </c:pt>
                <c:pt idx="3480">
                  <c:v>42722</c:v>
                </c:pt>
                <c:pt idx="3481">
                  <c:v>42721</c:v>
                </c:pt>
                <c:pt idx="3482">
                  <c:v>42720</c:v>
                </c:pt>
                <c:pt idx="3483">
                  <c:v>42719</c:v>
                </c:pt>
                <c:pt idx="3484">
                  <c:v>42718</c:v>
                </c:pt>
                <c:pt idx="3485">
                  <c:v>42717</c:v>
                </c:pt>
                <c:pt idx="3486">
                  <c:v>42716</c:v>
                </c:pt>
                <c:pt idx="3487">
                  <c:v>42715</c:v>
                </c:pt>
                <c:pt idx="3488">
                  <c:v>42714</c:v>
                </c:pt>
                <c:pt idx="3489">
                  <c:v>42713</c:v>
                </c:pt>
                <c:pt idx="3490">
                  <c:v>42712</c:v>
                </c:pt>
                <c:pt idx="3491">
                  <c:v>42711</c:v>
                </c:pt>
                <c:pt idx="3492">
                  <c:v>42710</c:v>
                </c:pt>
                <c:pt idx="3493">
                  <c:v>42709</c:v>
                </c:pt>
                <c:pt idx="3494">
                  <c:v>42708</c:v>
                </c:pt>
                <c:pt idx="3495">
                  <c:v>42707</c:v>
                </c:pt>
                <c:pt idx="3496">
                  <c:v>42706</c:v>
                </c:pt>
                <c:pt idx="3497">
                  <c:v>42705</c:v>
                </c:pt>
                <c:pt idx="3498">
                  <c:v>42704</c:v>
                </c:pt>
                <c:pt idx="3499">
                  <c:v>42703</c:v>
                </c:pt>
                <c:pt idx="3500">
                  <c:v>42702</c:v>
                </c:pt>
                <c:pt idx="3501">
                  <c:v>42701</c:v>
                </c:pt>
                <c:pt idx="3502">
                  <c:v>42700</c:v>
                </c:pt>
                <c:pt idx="3503">
                  <c:v>42699</c:v>
                </c:pt>
                <c:pt idx="3504">
                  <c:v>42698</c:v>
                </c:pt>
                <c:pt idx="3505">
                  <c:v>42697</c:v>
                </c:pt>
                <c:pt idx="3506">
                  <c:v>42696</c:v>
                </c:pt>
                <c:pt idx="3507">
                  <c:v>42695</c:v>
                </c:pt>
                <c:pt idx="3508">
                  <c:v>42694</c:v>
                </c:pt>
                <c:pt idx="3509">
                  <c:v>42693</c:v>
                </c:pt>
                <c:pt idx="3510">
                  <c:v>42692</c:v>
                </c:pt>
                <c:pt idx="3511">
                  <c:v>42691</c:v>
                </c:pt>
                <c:pt idx="3512">
                  <c:v>42690</c:v>
                </c:pt>
                <c:pt idx="3513">
                  <c:v>42689</c:v>
                </c:pt>
                <c:pt idx="3514">
                  <c:v>42688</c:v>
                </c:pt>
                <c:pt idx="3515">
                  <c:v>42687</c:v>
                </c:pt>
                <c:pt idx="3516">
                  <c:v>42686</c:v>
                </c:pt>
                <c:pt idx="3517">
                  <c:v>42685</c:v>
                </c:pt>
                <c:pt idx="3518">
                  <c:v>42684</c:v>
                </c:pt>
                <c:pt idx="3519">
                  <c:v>42683</c:v>
                </c:pt>
                <c:pt idx="3520">
                  <c:v>42682</c:v>
                </c:pt>
                <c:pt idx="3521">
                  <c:v>42681</c:v>
                </c:pt>
                <c:pt idx="3522">
                  <c:v>42680</c:v>
                </c:pt>
                <c:pt idx="3523">
                  <c:v>42679</c:v>
                </c:pt>
                <c:pt idx="3524">
                  <c:v>42678</c:v>
                </c:pt>
                <c:pt idx="3525">
                  <c:v>42677</c:v>
                </c:pt>
                <c:pt idx="3526">
                  <c:v>42676</c:v>
                </c:pt>
                <c:pt idx="3527">
                  <c:v>42675</c:v>
                </c:pt>
                <c:pt idx="3528">
                  <c:v>42674</c:v>
                </c:pt>
                <c:pt idx="3529">
                  <c:v>42673</c:v>
                </c:pt>
                <c:pt idx="3530">
                  <c:v>42672</c:v>
                </c:pt>
                <c:pt idx="3531">
                  <c:v>42671</c:v>
                </c:pt>
                <c:pt idx="3532">
                  <c:v>42670</c:v>
                </c:pt>
                <c:pt idx="3533">
                  <c:v>42669</c:v>
                </c:pt>
                <c:pt idx="3534">
                  <c:v>42668</c:v>
                </c:pt>
                <c:pt idx="3535">
                  <c:v>42667</c:v>
                </c:pt>
                <c:pt idx="3536">
                  <c:v>42666</c:v>
                </c:pt>
                <c:pt idx="3537">
                  <c:v>42665</c:v>
                </c:pt>
                <c:pt idx="3538">
                  <c:v>42664</c:v>
                </c:pt>
                <c:pt idx="3539">
                  <c:v>42663</c:v>
                </c:pt>
                <c:pt idx="3540">
                  <c:v>42662</c:v>
                </c:pt>
                <c:pt idx="3541">
                  <c:v>42661</c:v>
                </c:pt>
                <c:pt idx="3542">
                  <c:v>42660</c:v>
                </c:pt>
                <c:pt idx="3543">
                  <c:v>42659</c:v>
                </c:pt>
                <c:pt idx="3544">
                  <c:v>42658</c:v>
                </c:pt>
                <c:pt idx="3545">
                  <c:v>42657</c:v>
                </c:pt>
                <c:pt idx="3546">
                  <c:v>42656</c:v>
                </c:pt>
                <c:pt idx="3547">
                  <c:v>42655</c:v>
                </c:pt>
                <c:pt idx="3548">
                  <c:v>42654</c:v>
                </c:pt>
                <c:pt idx="3549">
                  <c:v>42653</c:v>
                </c:pt>
                <c:pt idx="3550">
                  <c:v>42652</c:v>
                </c:pt>
                <c:pt idx="3551">
                  <c:v>42651</c:v>
                </c:pt>
                <c:pt idx="3552">
                  <c:v>42650</c:v>
                </c:pt>
                <c:pt idx="3553">
                  <c:v>42649</c:v>
                </c:pt>
                <c:pt idx="3554">
                  <c:v>42648</c:v>
                </c:pt>
                <c:pt idx="3555">
                  <c:v>42647</c:v>
                </c:pt>
                <c:pt idx="3556">
                  <c:v>42646</c:v>
                </c:pt>
                <c:pt idx="3557">
                  <c:v>42645</c:v>
                </c:pt>
                <c:pt idx="3558">
                  <c:v>42644</c:v>
                </c:pt>
                <c:pt idx="3559">
                  <c:v>42643</c:v>
                </c:pt>
                <c:pt idx="3560">
                  <c:v>42642</c:v>
                </c:pt>
                <c:pt idx="3561">
                  <c:v>42641</c:v>
                </c:pt>
                <c:pt idx="3562">
                  <c:v>42640</c:v>
                </c:pt>
                <c:pt idx="3563">
                  <c:v>42639</c:v>
                </c:pt>
                <c:pt idx="3564">
                  <c:v>42638</c:v>
                </c:pt>
                <c:pt idx="3565">
                  <c:v>42637</c:v>
                </c:pt>
                <c:pt idx="3566">
                  <c:v>42636</c:v>
                </c:pt>
                <c:pt idx="3567">
                  <c:v>42635</c:v>
                </c:pt>
                <c:pt idx="3568">
                  <c:v>42634</c:v>
                </c:pt>
                <c:pt idx="3569">
                  <c:v>42633</c:v>
                </c:pt>
                <c:pt idx="3570">
                  <c:v>42632</c:v>
                </c:pt>
                <c:pt idx="3571">
                  <c:v>42631</c:v>
                </c:pt>
                <c:pt idx="3572">
                  <c:v>42630</c:v>
                </c:pt>
                <c:pt idx="3573">
                  <c:v>42629</c:v>
                </c:pt>
                <c:pt idx="3574">
                  <c:v>42628</c:v>
                </c:pt>
                <c:pt idx="3575">
                  <c:v>42627</c:v>
                </c:pt>
                <c:pt idx="3576">
                  <c:v>42626</c:v>
                </c:pt>
                <c:pt idx="3577">
                  <c:v>42625</c:v>
                </c:pt>
                <c:pt idx="3578">
                  <c:v>42624</c:v>
                </c:pt>
                <c:pt idx="3579">
                  <c:v>42623</c:v>
                </c:pt>
                <c:pt idx="3580">
                  <c:v>42622</c:v>
                </c:pt>
                <c:pt idx="3581">
                  <c:v>42621</c:v>
                </c:pt>
                <c:pt idx="3582">
                  <c:v>42620</c:v>
                </c:pt>
                <c:pt idx="3583">
                  <c:v>42619</c:v>
                </c:pt>
                <c:pt idx="3584">
                  <c:v>42618</c:v>
                </c:pt>
                <c:pt idx="3585">
                  <c:v>42617</c:v>
                </c:pt>
                <c:pt idx="3586">
                  <c:v>42616</c:v>
                </c:pt>
                <c:pt idx="3587">
                  <c:v>42615</c:v>
                </c:pt>
                <c:pt idx="3588">
                  <c:v>42614</c:v>
                </c:pt>
                <c:pt idx="3589">
                  <c:v>42613</c:v>
                </c:pt>
                <c:pt idx="3590">
                  <c:v>42612</c:v>
                </c:pt>
                <c:pt idx="3591">
                  <c:v>42611</c:v>
                </c:pt>
                <c:pt idx="3592">
                  <c:v>42610</c:v>
                </c:pt>
                <c:pt idx="3593">
                  <c:v>42609</c:v>
                </c:pt>
                <c:pt idx="3594">
                  <c:v>42608</c:v>
                </c:pt>
                <c:pt idx="3595">
                  <c:v>42607</c:v>
                </c:pt>
                <c:pt idx="3596">
                  <c:v>42606</c:v>
                </c:pt>
                <c:pt idx="3597">
                  <c:v>42605</c:v>
                </c:pt>
                <c:pt idx="3598">
                  <c:v>42604</c:v>
                </c:pt>
                <c:pt idx="3599">
                  <c:v>42603</c:v>
                </c:pt>
                <c:pt idx="3600">
                  <c:v>42602</c:v>
                </c:pt>
                <c:pt idx="3601">
                  <c:v>42601</c:v>
                </c:pt>
                <c:pt idx="3602">
                  <c:v>42600</c:v>
                </c:pt>
                <c:pt idx="3603">
                  <c:v>42599</c:v>
                </c:pt>
                <c:pt idx="3604">
                  <c:v>42598</c:v>
                </c:pt>
                <c:pt idx="3605">
                  <c:v>42597</c:v>
                </c:pt>
                <c:pt idx="3606">
                  <c:v>42596</c:v>
                </c:pt>
                <c:pt idx="3607">
                  <c:v>42595</c:v>
                </c:pt>
                <c:pt idx="3608">
                  <c:v>42594</c:v>
                </c:pt>
                <c:pt idx="3609">
                  <c:v>42593</c:v>
                </c:pt>
                <c:pt idx="3610">
                  <c:v>42592</c:v>
                </c:pt>
                <c:pt idx="3611">
                  <c:v>42591</c:v>
                </c:pt>
                <c:pt idx="3612">
                  <c:v>42590</c:v>
                </c:pt>
                <c:pt idx="3613">
                  <c:v>42589</c:v>
                </c:pt>
                <c:pt idx="3614">
                  <c:v>42588</c:v>
                </c:pt>
                <c:pt idx="3615">
                  <c:v>42587</c:v>
                </c:pt>
                <c:pt idx="3616">
                  <c:v>42586</c:v>
                </c:pt>
                <c:pt idx="3617">
                  <c:v>42585</c:v>
                </c:pt>
                <c:pt idx="3618">
                  <c:v>42584</c:v>
                </c:pt>
                <c:pt idx="3619">
                  <c:v>42583</c:v>
                </c:pt>
                <c:pt idx="3620">
                  <c:v>42582</c:v>
                </c:pt>
                <c:pt idx="3621">
                  <c:v>42581</c:v>
                </c:pt>
                <c:pt idx="3622">
                  <c:v>42580</c:v>
                </c:pt>
                <c:pt idx="3623">
                  <c:v>42579</c:v>
                </c:pt>
                <c:pt idx="3624">
                  <c:v>42578</c:v>
                </c:pt>
                <c:pt idx="3625">
                  <c:v>42577</c:v>
                </c:pt>
                <c:pt idx="3626">
                  <c:v>42576</c:v>
                </c:pt>
                <c:pt idx="3627">
                  <c:v>42575</c:v>
                </c:pt>
                <c:pt idx="3628">
                  <c:v>42574</c:v>
                </c:pt>
                <c:pt idx="3629">
                  <c:v>42573</c:v>
                </c:pt>
                <c:pt idx="3630">
                  <c:v>42572</c:v>
                </c:pt>
                <c:pt idx="3631">
                  <c:v>42571</c:v>
                </c:pt>
                <c:pt idx="3632">
                  <c:v>42570</c:v>
                </c:pt>
                <c:pt idx="3633">
                  <c:v>42569</c:v>
                </c:pt>
                <c:pt idx="3634">
                  <c:v>42568</c:v>
                </c:pt>
                <c:pt idx="3635">
                  <c:v>42567</c:v>
                </c:pt>
                <c:pt idx="3636">
                  <c:v>42566</c:v>
                </c:pt>
                <c:pt idx="3637">
                  <c:v>42565</c:v>
                </c:pt>
                <c:pt idx="3638">
                  <c:v>42564</c:v>
                </c:pt>
                <c:pt idx="3639">
                  <c:v>42563</c:v>
                </c:pt>
                <c:pt idx="3640">
                  <c:v>42562</c:v>
                </c:pt>
                <c:pt idx="3641">
                  <c:v>42561</c:v>
                </c:pt>
                <c:pt idx="3642">
                  <c:v>42560</c:v>
                </c:pt>
                <c:pt idx="3643">
                  <c:v>42559</c:v>
                </c:pt>
                <c:pt idx="3644">
                  <c:v>42558</c:v>
                </c:pt>
                <c:pt idx="3645">
                  <c:v>42557</c:v>
                </c:pt>
                <c:pt idx="3646">
                  <c:v>42556</c:v>
                </c:pt>
                <c:pt idx="3647">
                  <c:v>42555</c:v>
                </c:pt>
                <c:pt idx="3648">
                  <c:v>42554</c:v>
                </c:pt>
                <c:pt idx="3649">
                  <c:v>42553</c:v>
                </c:pt>
                <c:pt idx="3650">
                  <c:v>42552</c:v>
                </c:pt>
                <c:pt idx="3651">
                  <c:v>42551</c:v>
                </c:pt>
                <c:pt idx="3652">
                  <c:v>42550</c:v>
                </c:pt>
                <c:pt idx="3653">
                  <c:v>42549</c:v>
                </c:pt>
                <c:pt idx="3654">
                  <c:v>42548</c:v>
                </c:pt>
                <c:pt idx="3655">
                  <c:v>42547</c:v>
                </c:pt>
                <c:pt idx="3656">
                  <c:v>42546</c:v>
                </c:pt>
                <c:pt idx="3657">
                  <c:v>42545</c:v>
                </c:pt>
                <c:pt idx="3658">
                  <c:v>42544</c:v>
                </c:pt>
                <c:pt idx="3659">
                  <c:v>42543</c:v>
                </c:pt>
                <c:pt idx="3660">
                  <c:v>42542</c:v>
                </c:pt>
                <c:pt idx="3661">
                  <c:v>42541</c:v>
                </c:pt>
                <c:pt idx="3662">
                  <c:v>42540</c:v>
                </c:pt>
                <c:pt idx="3663">
                  <c:v>42539</c:v>
                </c:pt>
                <c:pt idx="3664">
                  <c:v>42538</c:v>
                </c:pt>
                <c:pt idx="3665">
                  <c:v>42537</c:v>
                </c:pt>
                <c:pt idx="3666">
                  <c:v>42536</c:v>
                </c:pt>
                <c:pt idx="3667">
                  <c:v>42535</c:v>
                </c:pt>
                <c:pt idx="3668">
                  <c:v>42534</c:v>
                </c:pt>
                <c:pt idx="3669">
                  <c:v>42533</c:v>
                </c:pt>
                <c:pt idx="3670">
                  <c:v>42532</c:v>
                </c:pt>
                <c:pt idx="3671">
                  <c:v>42531</c:v>
                </c:pt>
                <c:pt idx="3672">
                  <c:v>42530</c:v>
                </c:pt>
                <c:pt idx="3673">
                  <c:v>42529</c:v>
                </c:pt>
                <c:pt idx="3674">
                  <c:v>42528</c:v>
                </c:pt>
                <c:pt idx="3675">
                  <c:v>42527</c:v>
                </c:pt>
                <c:pt idx="3676">
                  <c:v>42526</c:v>
                </c:pt>
                <c:pt idx="3677">
                  <c:v>42525</c:v>
                </c:pt>
                <c:pt idx="3678">
                  <c:v>42524</c:v>
                </c:pt>
                <c:pt idx="3679">
                  <c:v>42523</c:v>
                </c:pt>
                <c:pt idx="3680">
                  <c:v>42522</c:v>
                </c:pt>
                <c:pt idx="3681">
                  <c:v>42521</c:v>
                </c:pt>
                <c:pt idx="3682">
                  <c:v>42520</c:v>
                </c:pt>
                <c:pt idx="3683">
                  <c:v>42519</c:v>
                </c:pt>
                <c:pt idx="3684">
                  <c:v>42518</c:v>
                </c:pt>
                <c:pt idx="3685">
                  <c:v>42517</c:v>
                </c:pt>
                <c:pt idx="3686">
                  <c:v>42516</c:v>
                </c:pt>
                <c:pt idx="3687">
                  <c:v>42515</c:v>
                </c:pt>
                <c:pt idx="3688">
                  <c:v>42514</c:v>
                </c:pt>
                <c:pt idx="3689">
                  <c:v>42513</c:v>
                </c:pt>
                <c:pt idx="3690">
                  <c:v>42512</c:v>
                </c:pt>
                <c:pt idx="3691">
                  <c:v>42511</c:v>
                </c:pt>
                <c:pt idx="3692">
                  <c:v>42510</c:v>
                </c:pt>
                <c:pt idx="3693">
                  <c:v>42509</c:v>
                </c:pt>
                <c:pt idx="3694">
                  <c:v>42508</c:v>
                </c:pt>
                <c:pt idx="3695">
                  <c:v>42507</c:v>
                </c:pt>
                <c:pt idx="3696">
                  <c:v>42506</c:v>
                </c:pt>
                <c:pt idx="3697">
                  <c:v>42505</c:v>
                </c:pt>
                <c:pt idx="3698">
                  <c:v>42504</c:v>
                </c:pt>
                <c:pt idx="3699">
                  <c:v>42503</c:v>
                </c:pt>
                <c:pt idx="3700">
                  <c:v>42502</c:v>
                </c:pt>
                <c:pt idx="3701">
                  <c:v>42501</c:v>
                </c:pt>
                <c:pt idx="3702">
                  <c:v>42500</c:v>
                </c:pt>
                <c:pt idx="3703">
                  <c:v>42499</c:v>
                </c:pt>
                <c:pt idx="3704">
                  <c:v>42498</c:v>
                </c:pt>
                <c:pt idx="3705">
                  <c:v>42497</c:v>
                </c:pt>
                <c:pt idx="3706">
                  <c:v>42496</c:v>
                </c:pt>
                <c:pt idx="3707">
                  <c:v>42495</c:v>
                </c:pt>
                <c:pt idx="3708">
                  <c:v>42494</c:v>
                </c:pt>
                <c:pt idx="3709">
                  <c:v>42493</c:v>
                </c:pt>
                <c:pt idx="3710">
                  <c:v>42492</c:v>
                </c:pt>
                <c:pt idx="3711">
                  <c:v>42491</c:v>
                </c:pt>
                <c:pt idx="3712">
                  <c:v>42490</c:v>
                </c:pt>
                <c:pt idx="3713">
                  <c:v>42489</c:v>
                </c:pt>
                <c:pt idx="3714">
                  <c:v>42488</c:v>
                </c:pt>
                <c:pt idx="3715">
                  <c:v>42487</c:v>
                </c:pt>
                <c:pt idx="3716">
                  <c:v>42486</c:v>
                </c:pt>
                <c:pt idx="3717">
                  <c:v>42485</c:v>
                </c:pt>
                <c:pt idx="3718">
                  <c:v>42484</c:v>
                </c:pt>
                <c:pt idx="3719">
                  <c:v>42483</c:v>
                </c:pt>
                <c:pt idx="3720">
                  <c:v>42482</c:v>
                </c:pt>
                <c:pt idx="3721">
                  <c:v>42481</c:v>
                </c:pt>
                <c:pt idx="3722">
                  <c:v>42480</c:v>
                </c:pt>
                <c:pt idx="3723">
                  <c:v>42479</c:v>
                </c:pt>
                <c:pt idx="3724">
                  <c:v>42478</c:v>
                </c:pt>
                <c:pt idx="3725">
                  <c:v>42477</c:v>
                </c:pt>
                <c:pt idx="3726">
                  <c:v>42476</c:v>
                </c:pt>
                <c:pt idx="3727">
                  <c:v>42475</c:v>
                </c:pt>
                <c:pt idx="3728">
                  <c:v>42474</c:v>
                </c:pt>
                <c:pt idx="3729">
                  <c:v>42473</c:v>
                </c:pt>
                <c:pt idx="3730">
                  <c:v>42472</c:v>
                </c:pt>
                <c:pt idx="3731">
                  <c:v>42471</c:v>
                </c:pt>
                <c:pt idx="3732">
                  <c:v>42470</c:v>
                </c:pt>
                <c:pt idx="3733">
                  <c:v>42469</c:v>
                </c:pt>
                <c:pt idx="3734">
                  <c:v>42468</c:v>
                </c:pt>
                <c:pt idx="3735">
                  <c:v>42467</c:v>
                </c:pt>
                <c:pt idx="3736">
                  <c:v>42466</c:v>
                </c:pt>
                <c:pt idx="3737">
                  <c:v>42465</c:v>
                </c:pt>
                <c:pt idx="3738">
                  <c:v>42464</c:v>
                </c:pt>
                <c:pt idx="3739">
                  <c:v>42463</c:v>
                </c:pt>
                <c:pt idx="3740">
                  <c:v>42462</c:v>
                </c:pt>
                <c:pt idx="3741">
                  <c:v>42461</c:v>
                </c:pt>
                <c:pt idx="3742">
                  <c:v>42460</c:v>
                </c:pt>
                <c:pt idx="3743">
                  <c:v>42459</c:v>
                </c:pt>
                <c:pt idx="3744">
                  <c:v>42458</c:v>
                </c:pt>
                <c:pt idx="3745">
                  <c:v>42457</c:v>
                </c:pt>
                <c:pt idx="3746">
                  <c:v>42456</c:v>
                </c:pt>
                <c:pt idx="3747">
                  <c:v>42455</c:v>
                </c:pt>
                <c:pt idx="3748">
                  <c:v>42454</c:v>
                </c:pt>
                <c:pt idx="3749">
                  <c:v>42453</c:v>
                </c:pt>
                <c:pt idx="3750">
                  <c:v>42452</c:v>
                </c:pt>
                <c:pt idx="3751">
                  <c:v>42451</c:v>
                </c:pt>
                <c:pt idx="3752">
                  <c:v>42450</c:v>
                </c:pt>
                <c:pt idx="3753">
                  <c:v>42449</c:v>
                </c:pt>
                <c:pt idx="3754">
                  <c:v>42448</c:v>
                </c:pt>
                <c:pt idx="3755">
                  <c:v>42447</c:v>
                </c:pt>
                <c:pt idx="3756">
                  <c:v>42446</c:v>
                </c:pt>
                <c:pt idx="3757">
                  <c:v>42445</c:v>
                </c:pt>
                <c:pt idx="3758">
                  <c:v>42444</c:v>
                </c:pt>
                <c:pt idx="3759">
                  <c:v>42443</c:v>
                </c:pt>
                <c:pt idx="3760">
                  <c:v>42442</c:v>
                </c:pt>
                <c:pt idx="3761">
                  <c:v>42441</c:v>
                </c:pt>
                <c:pt idx="3762">
                  <c:v>42440</c:v>
                </c:pt>
                <c:pt idx="3763">
                  <c:v>42439</c:v>
                </c:pt>
                <c:pt idx="3764">
                  <c:v>42438</c:v>
                </c:pt>
                <c:pt idx="3765">
                  <c:v>42437</c:v>
                </c:pt>
                <c:pt idx="3766">
                  <c:v>42436</c:v>
                </c:pt>
                <c:pt idx="3767">
                  <c:v>42435</c:v>
                </c:pt>
                <c:pt idx="3768">
                  <c:v>42434</c:v>
                </c:pt>
                <c:pt idx="3769">
                  <c:v>42433</c:v>
                </c:pt>
                <c:pt idx="3770">
                  <c:v>42432</c:v>
                </c:pt>
                <c:pt idx="3771">
                  <c:v>42431</c:v>
                </c:pt>
                <c:pt idx="3772">
                  <c:v>42430</c:v>
                </c:pt>
                <c:pt idx="3773">
                  <c:v>42429</c:v>
                </c:pt>
                <c:pt idx="3774">
                  <c:v>42428</c:v>
                </c:pt>
                <c:pt idx="3775">
                  <c:v>42427</c:v>
                </c:pt>
                <c:pt idx="3776">
                  <c:v>42426</c:v>
                </c:pt>
                <c:pt idx="3777">
                  <c:v>42425</c:v>
                </c:pt>
                <c:pt idx="3778">
                  <c:v>42424</c:v>
                </c:pt>
                <c:pt idx="3779">
                  <c:v>42423</c:v>
                </c:pt>
                <c:pt idx="3780">
                  <c:v>42422</c:v>
                </c:pt>
                <c:pt idx="3781">
                  <c:v>42421</c:v>
                </c:pt>
                <c:pt idx="3782">
                  <c:v>42420</c:v>
                </c:pt>
                <c:pt idx="3783">
                  <c:v>42419</c:v>
                </c:pt>
                <c:pt idx="3784">
                  <c:v>42418</c:v>
                </c:pt>
                <c:pt idx="3785">
                  <c:v>42417</c:v>
                </c:pt>
                <c:pt idx="3786">
                  <c:v>42416</c:v>
                </c:pt>
                <c:pt idx="3787">
                  <c:v>42415</c:v>
                </c:pt>
                <c:pt idx="3788">
                  <c:v>42414</c:v>
                </c:pt>
                <c:pt idx="3789">
                  <c:v>42413</c:v>
                </c:pt>
                <c:pt idx="3790">
                  <c:v>42412</c:v>
                </c:pt>
                <c:pt idx="3791">
                  <c:v>42411</c:v>
                </c:pt>
                <c:pt idx="3792">
                  <c:v>42410</c:v>
                </c:pt>
                <c:pt idx="3793">
                  <c:v>42409</c:v>
                </c:pt>
                <c:pt idx="3794">
                  <c:v>42408</c:v>
                </c:pt>
                <c:pt idx="3795">
                  <c:v>42407</c:v>
                </c:pt>
                <c:pt idx="3796">
                  <c:v>42406</c:v>
                </c:pt>
                <c:pt idx="3797">
                  <c:v>42405</c:v>
                </c:pt>
                <c:pt idx="3798">
                  <c:v>42404</c:v>
                </c:pt>
                <c:pt idx="3799">
                  <c:v>42403</c:v>
                </c:pt>
                <c:pt idx="3800">
                  <c:v>42402</c:v>
                </c:pt>
                <c:pt idx="3801">
                  <c:v>42401</c:v>
                </c:pt>
                <c:pt idx="3802">
                  <c:v>42400</c:v>
                </c:pt>
                <c:pt idx="3803">
                  <c:v>42399</c:v>
                </c:pt>
                <c:pt idx="3804">
                  <c:v>42398</c:v>
                </c:pt>
                <c:pt idx="3805">
                  <c:v>42397</c:v>
                </c:pt>
                <c:pt idx="3806">
                  <c:v>42396</c:v>
                </c:pt>
                <c:pt idx="3807">
                  <c:v>42395</c:v>
                </c:pt>
                <c:pt idx="3808">
                  <c:v>42394</c:v>
                </c:pt>
                <c:pt idx="3809">
                  <c:v>42393</c:v>
                </c:pt>
                <c:pt idx="3810">
                  <c:v>42392</c:v>
                </c:pt>
                <c:pt idx="3811">
                  <c:v>42391</c:v>
                </c:pt>
                <c:pt idx="3812">
                  <c:v>42390</c:v>
                </c:pt>
                <c:pt idx="3813">
                  <c:v>42389</c:v>
                </c:pt>
                <c:pt idx="3814">
                  <c:v>42388</c:v>
                </c:pt>
                <c:pt idx="3815">
                  <c:v>42387</c:v>
                </c:pt>
                <c:pt idx="3816">
                  <c:v>42386</c:v>
                </c:pt>
                <c:pt idx="3817">
                  <c:v>42385</c:v>
                </c:pt>
                <c:pt idx="3818">
                  <c:v>42384</c:v>
                </c:pt>
                <c:pt idx="3819">
                  <c:v>42383</c:v>
                </c:pt>
                <c:pt idx="3820">
                  <c:v>42382</c:v>
                </c:pt>
                <c:pt idx="3821">
                  <c:v>42381</c:v>
                </c:pt>
                <c:pt idx="3822">
                  <c:v>42380</c:v>
                </c:pt>
                <c:pt idx="3823">
                  <c:v>42379</c:v>
                </c:pt>
                <c:pt idx="3824">
                  <c:v>42378</c:v>
                </c:pt>
                <c:pt idx="3825">
                  <c:v>42377</c:v>
                </c:pt>
                <c:pt idx="3826">
                  <c:v>42376</c:v>
                </c:pt>
                <c:pt idx="3827">
                  <c:v>42375</c:v>
                </c:pt>
                <c:pt idx="3828">
                  <c:v>42374</c:v>
                </c:pt>
                <c:pt idx="3829">
                  <c:v>42373</c:v>
                </c:pt>
                <c:pt idx="3830">
                  <c:v>42372</c:v>
                </c:pt>
                <c:pt idx="3831">
                  <c:v>42371</c:v>
                </c:pt>
                <c:pt idx="3832">
                  <c:v>42370</c:v>
                </c:pt>
                <c:pt idx="3833">
                  <c:v>42369</c:v>
                </c:pt>
                <c:pt idx="3834">
                  <c:v>42368</c:v>
                </c:pt>
                <c:pt idx="3835">
                  <c:v>42367</c:v>
                </c:pt>
                <c:pt idx="3836">
                  <c:v>42366</c:v>
                </c:pt>
                <c:pt idx="3837">
                  <c:v>42365</c:v>
                </c:pt>
                <c:pt idx="3838">
                  <c:v>42364</c:v>
                </c:pt>
                <c:pt idx="3839">
                  <c:v>42363</c:v>
                </c:pt>
                <c:pt idx="3840">
                  <c:v>42362</c:v>
                </c:pt>
                <c:pt idx="3841">
                  <c:v>42361</c:v>
                </c:pt>
                <c:pt idx="3842">
                  <c:v>42360</c:v>
                </c:pt>
                <c:pt idx="3843">
                  <c:v>42359</c:v>
                </c:pt>
                <c:pt idx="3844">
                  <c:v>42358</c:v>
                </c:pt>
                <c:pt idx="3845">
                  <c:v>42357</c:v>
                </c:pt>
                <c:pt idx="3846">
                  <c:v>42356</c:v>
                </c:pt>
                <c:pt idx="3847">
                  <c:v>42355</c:v>
                </c:pt>
                <c:pt idx="3848">
                  <c:v>42354</c:v>
                </c:pt>
                <c:pt idx="3849">
                  <c:v>42353</c:v>
                </c:pt>
                <c:pt idx="3850">
                  <c:v>42352</c:v>
                </c:pt>
                <c:pt idx="3851">
                  <c:v>42351</c:v>
                </c:pt>
                <c:pt idx="3852">
                  <c:v>42350</c:v>
                </c:pt>
                <c:pt idx="3853">
                  <c:v>42349</c:v>
                </c:pt>
                <c:pt idx="3854">
                  <c:v>42348</c:v>
                </c:pt>
                <c:pt idx="3855">
                  <c:v>42347</c:v>
                </c:pt>
                <c:pt idx="3856">
                  <c:v>42346</c:v>
                </c:pt>
                <c:pt idx="3857">
                  <c:v>42345</c:v>
                </c:pt>
                <c:pt idx="3858">
                  <c:v>42344</c:v>
                </c:pt>
                <c:pt idx="3859">
                  <c:v>42343</c:v>
                </c:pt>
                <c:pt idx="3860">
                  <c:v>42342</c:v>
                </c:pt>
                <c:pt idx="3861">
                  <c:v>42341</c:v>
                </c:pt>
                <c:pt idx="3862">
                  <c:v>42340</c:v>
                </c:pt>
                <c:pt idx="3863">
                  <c:v>42339</c:v>
                </c:pt>
                <c:pt idx="3864">
                  <c:v>42338</c:v>
                </c:pt>
                <c:pt idx="3865">
                  <c:v>42337</c:v>
                </c:pt>
                <c:pt idx="3866">
                  <c:v>42336</c:v>
                </c:pt>
                <c:pt idx="3867">
                  <c:v>42335</c:v>
                </c:pt>
                <c:pt idx="3868">
                  <c:v>42334</c:v>
                </c:pt>
                <c:pt idx="3869">
                  <c:v>42333</c:v>
                </c:pt>
                <c:pt idx="3870">
                  <c:v>42332</c:v>
                </c:pt>
                <c:pt idx="3871">
                  <c:v>42331</c:v>
                </c:pt>
                <c:pt idx="3872">
                  <c:v>42330</c:v>
                </c:pt>
                <c:pt idx="3873">
                  <c:v>42329</c:v>
                </c:pt>
                <c:pt idx="3874">
                  <c:v>42328</c:v>
                </c:pt>
                <c:pt idx="3875">
                  <c:v>42327</c:v>
                </c:pt>
                <c:pt idx="3876">
                  <c:v>42326</c:v>
                </c:pt>
                <c:pt idx="3877">
                  <c:v>42325</c:v>
                </c:pt>
                <c:pt idx="3878">
                  <c:v>42324</c:v>
                </c:pt>
                <c:pt idx="3879">
                  <c:v>42323</c:v>
                </c:pt>
                <c:pt idx="3880">
                  <c:v>42322</c:v>
                </c:pt>
                <c:pt idx="3881">
                  <c:v>42321</c:v>
                </c:pt>
                <c:pt idx="3882">
                  <c:v>42320</c:v>
                </c:pt>
                <c:pt idx="3883">
                  <c:v>42319</c:v>
                </c:pt>
                <c:pt idx="3884">
                  <c:v>42318</c:v>
                </c:pt>
                <c:pt idx="3885">
                  <c:v>42317</c:v>
                </c:pt>
                <c:pt idx="3886">
                  <c:v>42316</c:v>
                </c:pt>
                <c:pt idx="3887">
                  <c:v>42315</c:v>
                </c:pt>
                <c:pt idx="3888">
                  <c:v>42314</c:v>
                </c:pt>
                <c:pt idx="3889">
                  <c:v>42313</c:v>
                </c:pt>
                <c:pt idx="3890">
                  <c:v>42312</c:v>
                </c:pt>
                <c:pt idx="3891">
                  <c:v>42311</c:v>
                </c:pt>
                <c:pt idx="3892">
                  <c:v>42310</c:v>
                </c:pt>
                <c:pt idx="3893">
                  <c:v>42309</c:v>
                </c:pt>
                <c:pt idx="3894">
                  <c:v>42308</c:v>
                </c:pt>
                <c:pt idx="3895">
                  <c:v>42307</c:v>
                </c:pt>
                <c:pt idx="3896">
                  <c:v>42306</c:v>
                </c:pt>
                <c:pt idx="3897">
                  <c:v>42305</c:v>
                </c:pt>
                <c:pt idx="3898">
                  <c:v>42304</c:v>
                </c:pt>
                <c:pt idx="3899">
                  <c:v>42303</c:v>
                </c:pt>
                <c:pt idx="3900">
                  <c:v>42302</c:v>
                </c:pt>
                <c:pt idx="3901">
                  <c:v>42301</c:v>
                </c:pt>
                <c:pt idx="3902">
                  <c:v>42300</c:v>
                </c:pt>
                <c:pt idx="3903">
                  <c:v>42299</c:v>
                </c:pt>
                <c:pt idx="3904">
                  <c:v>42298</c:v>
                </c:pt>
                <c:pt idx="3905">
                  <c:v>42297</c:v>
                </c:pt>
                <c:pt idx="3906">
                  <c:v>42296</c:v>
                </c:pt>
                <c:pt idx="3907">
                  <c:v>42295</c:v>
                </c:pt>
                <c:pt idx="3908">
                  <c:v>42294</c:v>
                </c:pt>
                <c:pt idx="3909">
                  <c:v>42293</c:v>
                </c:pt>
                <c:pt idx="3910">
                  <c:v>42292</c:v>
                </c:pt>
                <c:pt idx="3911">
                  <c:v>42291</c:v>
                </c:pt>
                <c:pt idx="3912">
                  <c:v>42290</c:v>
                </c:pt>
                <c:pt idx="3913">
                  <c:v>42289</c:v>
                </c:pt>
                <c:pt idx="3914">
                  <c:v>42288</c:v>
                </c:pt>
                <c:pt idx="3915">
                  <c:v>42287</c:v>
                </c:pt>
                <c:pt idx="3916">
                  <c:v>42286</c:v>
                </c:pt>
                <c:pt idx="3917">
                  <c:v>42285</c:v>
                </c:pt>
                <c:pt idx="3918">
                  <c:v>42284</c:v>
                </c:pt>
                <c:pt idx="3919">
                  <c:v>42283</c:v>
                </c:pt>
                <c:pt idx="3920">
                  <c:v>42282</c:v>
                </c:pt>
                <c:pt idx="3921">
                  <c:v>42281</c:v>
                </c:pt>
                <c:pt idx="3922">
                  <c:v>42280</c:v>
                </c:pt>
                <c:pt idx="3923">
                  <c:v>42279</c:v>
                </c:pt>
                <c:pt idx="3924">
                  <c:v>42278</c:v>
                </c:pt>
                <c:pt idx="3925">
                  <c:v>42277</c:v>
                </c:pt>
                <c:pt idx="3926">
                  <c:v>42276</c:v>
                </c:pt>
                <c:pt idx="3927">
                  <c:v>42275</c:v>
                </c:pt>
                <c:pt idx="3928">
                  <c:v>42274</c:v>
                </c:pt>
                <c:pt idx="3929">
                  <c:v>42273</c:v>
                </c:pt>
                <c:pt idx="3930">
                  <c:v>42272</c:v>
                </c:pt>
                <c:pt idx="3931">
                  <c:v>42271</c:v>
                </c:pt>
                <c:pt idx="3932">
                  <c:v>42270</c:v>
                </c:pt>
                <c:pt idx="3933">
                  <c:v>42269</c:v>
                </c:pt>
                <c:pt idx="3934">
                  <c:v>42268</c:v>
                </c:pt>
                <c:pt idx="3935">
                  <c:v>42267</c:v>
                </c:pt>
                <c:pt idx="3936">
                  <c:v>42266</c:v>
                </c:pt>
                <c:pt idx="3937">
                  <c:v>42265</c:v>
                </c:pt>
                <c:pt idx="3938">
                  <c:v>42264</c:v>
                </c:pt>
                <c:pt idx="3939">
                  <c:v>42263</c:v>
                </c:pt>
                <c:pt idx="3940">
                  <c:v>42262</c:v>
                </c:pt>
                <c:pt idx="3941">
                  <c:v>42261</c:v>
                </c:pt>
                <c:pt idx="3942">
                  <c:v>42260</c:v>
                </c:pt>
                <c:pt idx="3943">
                  <c:v>42259</c:v>
                </c:pt>
                <c:pt idx="3944">
                  <c:v>42258</c:v>
                </c:pt>
                <c:pt idx="3945">
                  <c:v>42257</c:v>
                </c:pt>
                <c:pt idx="3946">
                  <c:v>42256</c:v>
                </c:pt>
                <c:pt idx="3947">
                  <c:v>42255</c:v>
                </c:pt>
                <c:pt idx="3948">
                  <c:v>42254</c:v>
                </c:pt>
                <c:pt idx="3949">
                  <c:v>42253</c:v>
                </c:pt>
                <c:pt idx="3950">
                  <c:v>42252</c:v>
                </c:pt>
                <c:pt idx="3951">
                  <c:v>42251</c:v>
                </c:pt>
                <c:pt idx="3952">
                  <c:v>42250</c:v>
                </c:pt>
                <c:pt idx="3953">
                  <c:v>42249</c:v>
                </c:pt>
                <c:pt idx="3954">
                  <c:v>42248</c:v>
                </c:pt>
                <c:pt idx="3955">
                  <c:v>42247</c:v>
                </c:pt>
                <c:pt idx="3956">
                  <c:v>42246</c:v>
                </c:pt>
                <c:pt idx="3957">
                  <c:v>42245</c:v>
                </c:pt>
                <c:pt idx="3958">
                  <c:v>42244</c:v>
                </c:pt>
                <c:pt idx="3959">
                  <c:v>42243</c:v>
                </c:pt>
                <c:pt idx="3960">
                  <c:v>42242</c:v>
                </c:pt>
                <c:pt idx="3961">
                  <c:v>42241</c:v>
                </c:pt>
                <c:pt idx="3962">
                  <c:v>42240</c:v>
                </c:pt>
                <c:pt idx="3963">
                  <c:v>42239</c:v>
                </c:pt>
                <c:pt idx="3964">
                  <c:v>42238</c:v>
                </c:pt>
                <c:pt idx="3965">
                  <c:v>42237</c:v>
                </c:pt>
                <c:pt idx="3966">
                  <c:v>42236</c:v>
                </c:pt>
                <c:pt idx="3967">
                  <c:v>42235</c:v>
                </c:pt>
                <c:pt idx="3968">
                  <c:v>42234</c:v>
                </c:pt>
                <c:pt idx="3969">
                  <c:v>42233</c:v>
                </c:pt>
                <c:pt idx="3970">
                  <c:v>42232</c:v>
                </c:pt>
                <c:pt idx="3971">
                  <c:v>42231</c:v>
                </c:pt>
                <c:pt idx="3972">
                  <c:v>42230</c:v>
                </c:pt>
                <c:pt idx="3973">
                  <c:v>42229</c:v>
                </c:pt>
                <c:pt idx="3974">
                  <c:v>42228</c:v>
                </c:pt>
                <c:pt idx="3975">
                  <c:v>42227</c:v>
                </c:pt>
                <c:pt idx="3976">
                  <c:v>42226</c:v>
                </c:pt>
                <c:pt idx="3977">
                  <c:v>42225</c:v>
                </c:pt>
                <c:pt idx="3978">
                  <c:v>42224</c:v>
                </c:pt>
                <c:pt idx="3979">
                  <c:v>42223</c:v>
                </c:pt>
                <c:pt idx="3980">
                  <c:v>42222</c:v>
                </c:pt>
                <c:pt idx="3981">
                  <c:v>42221</c:v>
                </c:pt>
                <c:pt idx="3982">
                  <c:v>42220</c:v>
                </c:pt>
                <c:pt idx="3983">
                  <c:v>42219</c:v>
                </c:pt>
                <c:pt idx="3984">
                  <c:v>42218</c:v>
                </c:pt>
                <c:pt idx="3985">
                  <c:v>42217</c:v>
                </c:pt>
                <c:pt idx="3986">
                  <c:v>42216</c:v>
                </c:pt>
                <c:pt idx="3987">
                  <c:v>42215</c:v>
                </c:pt>
                <c:pt idx="3988">
                  <c:v>42214</c:v>
                </c:pt>
                <c:pt idx="3989">
                  <c:v>42213</c:v>
                </c:pt>
                <c:pt idx="3990">
                  <c:v>42212</c:v>
                </c:pt>
                <c:pt idx="3991">
                  <c:v>42211</c:v>
                </c:pt>
                <c:pt idx="3992">
                  <c:v>42210</c:v>
                </c:pt>
                <c:pt idx="3993">
                  <c:v>42209</c:v>
                </c:pt>
                <c:pt idx="3994">
                  <c:v>42208</c:v>
                </c:pt>
                <c:pt idx="3995">
                  <c:v>42207</c:v>
                </c:pt>
                <c:pt idx="3996">
                  <c:v>42206</c:v>
                </c:pt>
                <c:pt idx="3997">
                  <c:v>42205</c:v>
                </c:pt>
                <c:pt idx="3998">
                  <c:v>42204</c:v>
                </c:pt>
                <c:pt idx="3999">
                  <c:v>42203</c:v>
                </c:pt>
                <c:pt idx="4000">
                  <c:v>42202</c:v>
                </c:pt>
                <c:pt idx="4001">
                  <c:v>42201</c:v>
                </c:pt>
                <c:pt idx="4002">
                  <c:v>42200</c:v>
                </c:pt>
                <c:pt idx="4003">
                  <c:v>42199</c:v>
                </c:pt>
                <c:pt idx="4004">
                  <c:v>42198</c:v>
                </c:pt>
                <c:pt idx="4005">
                  <c:v>42197</c:v>
                </c:pt>
                <c:pt idx="4006">
                  <c:v>42196</c:v>
                </c:pt>
                <c:pt idx="4007">
                  <c:v>42195</c:v>
                </c:pt>
                <c:pt idx="4008">
                  <c:v>42194</c:v>
                </c:pt>
                <c:pt idx="4009">
                  <c:v>42193</c:v>
                </c:pt>
                <c:pt idx="4010">
                  <c:v>42192</c:v>
                </c:pt>
                <c:pt idx="4011">
                  <c:v>42191</c:v>
                </c:pt>
                <c:pt idx="4012">
                  <c:v>42190</c:v>
                </c:pt>
                <c:pt idx="4013">
                  <c:v>42189</c:v>
                </c:pt>
                <c:pt idx="4014">
                  <c:v>42188</c:v>
                </c:pt>
                <c:pt idx="4015">
                  <c:v>42187</c:v>
                </c:pt>
                <c:pt idx="4016">
                  <c:v>42186</c:v>
                </c:pt>
                <c:pt idx="4017">
                  <c:v>42185</c:v>
                </c:pt>
                <c:pt idx="4018">
                  <c:v>42184</c:v>
                </c:pt>
                <c:pt idx="4019">
                  <c:v>42183</c:v>
                </c:pt>
                <c:pt idx="4020">
                  <c:v>42182</c:v>
                </c:pt>
                <c:pt idx="4021">
                  <c:v>42181</c:v>
                </c:pt>
                <c:pt idx="4022">
                  <c:v>42180</c:v>
                </c:pt>
                <c:pt idx="4023">
                  <c:v>42179</c:v>
                </c:pt>
                <c:pt idx="4024">
                  <c:v>42178</c:v>
                </c:pt>
                <c:pt idx="4025">
                  <c:v>42177</c:v>
                </c:pt>
                <c:pt idx="4026">
                  <c:v>42176</c:v>
                </c:pt>
                <c:pt idx="4027">
                  <c:v>42175</c:v>
                </c:pt>
                <c:pt idx="4028">
                  <c:v>42174</c:v>
                </c:pt>
                <c:pt idx="4029">
                  <c:v>42173</c:v>
                </c:pt>
                <c:pt idx="4030">
                  <c:v>42172</c:v>
                </c:pt>
                <c:pt idx="4031">
                  <c:v>42171</c:v>
                </c:pt>
                <c:pt idx="4032">
                  <c:v>42170</c:v>
                </c:pt>
                <c:pt idx="4033">
                  <c:v>42169</c:v>
                </c:pt>
                <c:pt idx="4034">
                  <c:v>42168</c:v>
                </c:pt>
                <c:pt idx="4035">
                  <c:v>42167</c:v>
                </c:pt>
                <c:pt idx="4036">
                  <c:v>42166</c:v>
                </c:pt>
                <c:pt idx="4037">
                  <c:v>42165</c:v>
                </c:pt>
                <c:pt idx="4038">
                  <c:v>42164</c:v>
                </c:pt>
                <c:pt idx="4039">
                  <c:v>42163</c:v>
                </c:pt>
                <c:pt idx="4040">
                  <c:v>42162</c:v>
                </c:pt>
                <c:pt idx="4041">
                  <c:v>42161</c:v>
                </c:pt>
                <c:pt idx="4042">
                  <c:v>42160</c:v>
                </c:pt>
                <c:pt idx="4043">
                  <c:v>42159</c:v>
                </c:pt>
                <c:pt idx="4044">
                  <c:v>42158</c:v>
                </c:pt>
                <c:pt idx="4045">
                  <c:v>42157</c:v>
                </c:pt>
                <c:pt idx="4046">
                  <c:v>42156</c:v>
                </c:pt>
                <c:pt idx="4047">
                  <c:v>42155</c:v>
                </c:pt>
                <c:pt idx="4048">
                  <c:v>42154</c:v>
                </c:pt>
                <c:pt idx="4049">
                  <c:v>42153</c:v>
                </c:pt>
                <c:pt idx="4050">
                  <c:v>42152</c:v>
                </c:pt>
                <c:pt idx="4051">
                  <c:v>42151</c:v>
                </c:pt>
                <c:pt idx="4052">
                  <c:v>42150</c:v>
                </c:pt>
                <c:pt idx="4053">
                  <c:v>42149</c:v>
                </c:pt>
                <c:pt idx="4054">
                  <c:v>42148</c:v>
                </c:pt>
                <c:pt idx="4055">
                  <c:v>42147</c:v>
                </c:pt>
                <c:pt idx="4056">
                  <c:v>42146</c:v>
                </c:pt>
                <c:pt idx="4057">
                  <c:v>42145</c:v>
                </c:pt>
                <c:pt idx="4058">
                  <c:v>42144</c:v>
                </c:pt>
                <c:pt idx="4059">
                  <c:v>42143</c:v>
                </c:pt>
                <c:pt idx="4060">
                  <c:v>42142</c:v>
                </c:pt>
                <c:pt idx="4061">
                  <c:v>42141</c:v>
                </c:pt>
                <c:pt idx="4062">
                  <c:v>42140</c:v>
                </c:pt>
                <c:pt idx="4063">
                  <c:v>42139</c:v>
                </c:pt>
                <c:pt idx="4064">
                  <c:v>42138</c:v>
                </c:pt>
                <c:pt idx="4065">
                  <c:v>42137</c:v>
                </c:pt>
                <c:pt idx="4066">
                  <c:v>42136</c:v>
                </c:pt>
                <c:pt idx="4067">
                  <c:v>42135</c:v>
                </c:pt>
                <c:pt idx="4068">
                  <c:v>42134</c:v>
                </c:pt>
                <c:pt idx="4069">
                  <c:v>42133</c:v>
                </c:pt>
                <c:pt idx="4070">
                  <c:v>42132</c:v>
                </c:pt>
                <c:pt idx="4071">
                  <c:v>42131</c:v>
                </c:pt>
                <c:pt idx="4072">
                  <c:v>42130</c:v>
                </c:pt>
                <c:pt idx="4073">
                  <c:v>42129</c:v>
                </c:pt>
                <c:pt idx="4074">
                  <c:v>42128</c:v>
                </c:pt>
                <c:pt idx="4075">
                  <c:v>42127</c:v>
                </c:pt>
                <c:pt idx="4076">
                  <c:v>42126</c:v>
                </c:pt>
                <c:pt idx="4077">
                  <c:v>42125</c:v>
                </c:pt>
                <c:pt idx="4078">
                  <c:v>42124</c:v>
                </c:pt>
                <c:pt idx="4079">
                  <c:v>42123</c:v>
                </c:pt>
                <c:pt idx="4080">
                  <c:v>42122</c:v>
                </c:pt>
                <c:pt idx="4081">
                  <c:v>42121</c:v>
                </c:pt>
                <c:pt idx="4082">
                  <c:v>42120</c:v>
                </c:pt>
                <c:pt idx="4083">
                  <c:v>42119</c:v>
                </c:pt>
                <c:pt idx="4084">
                  <c:v>42118</c:v>
                </c:pt>
                <c:pt idx="4085">
                  <c:v>42117</c:v>
                </c:pt>
                <c:pt idx="4086">
                  <c:v>42116</c:v>
                </c:pt>
                <c:pt idx="4087">
                  <c:v>42115</c:v>
                </c:pt>
                <c:pt idx="4088">
                  <c:v>42114</c:v>
                </c:pt>
                <c:pt idx="4089">
                  <c:v>42113</c:v>
                </c:pt>
                <c:pt idx="4090">
                  <c:v>42112</c:v>
                </c:pt>
                <c:pt idx="4091">
                  <c:v>42111</c:v>
                </c:pt>
                <c:pt idx="4092">
                  <c:v>42110</c:v>
                </c:pt>
                <c:pt idx="4093">
                  <c:v>42109</c:v>
                </c:pt>
                <c:pt idx="4094">
                  <c:v>42108</c:v>
                </c:pt>
                <c:pt idx="4095">
                  <c:v>42107</c:v>
                </c:pt>
                <c:pt idx="4096">
                  <c:v>42106</c:v>
                </c:pt>
                <c:pt idx="4097">
                  <c:v>42105</c:v>
                </c:pt>
                <c:pt idx="4098">
                  <c:v>42104</c:v>
                </c:pt>
                <c:pt idx="4099">
                  <c:v>42103</c:v>
                </c:pt>
                <c:pt idx="4100">
                  <c:v>42102</c:v>
                </c:pt>
                <c:pt idx="4101">
                  <c:v>42101</c:v>
                </c:pt>
                <c:pt idx="4102">
                  <c:v>42100</c:v>
                </c:pt>
                <c:pt idx="4103">
                  <c:v>42099</c:v>
                </c:pt>
                <c:pt idx="4104">
                  <c:v>42098</c:v>
                </c:pt>
                <c:pt idx="4105">
                  <c:v>42097</c:v>
                </c:pt>
                <c:pt idx="4106">
                  <c:v>42096</c:v>
                </c:pt>
                <c:pt idx="4107">
                  <c:v>42095</c:v>
                </c:pt>
                <c:pt idx="4108">
                  <c:v>42094</c:v>
                </c:pt>
                <c:pt idx="4109">
                  <c:v>42093</c:v>
                </c:pt>
                <c:pt idx="4110">
                  <c:v>42092</c:v>
                </c:pt>
                <c:pt idx="4111">
                  <c:v>42091</c:v>
                </c:pt>
                <c:pt idx="4112">
                  <c:v>42090</c:v>
                </c:pt>
                <c:pt idx="4113">
                  <c:v>42089</c:v>
                </c:pt>
                <c:pt idx="4114">
                  <c:v>42088</c:v>
                </c:pt>
                <c:pt idx="4115">
                  <c:v>42087</c:v>
                </c:pt>
                <c:pt idx="4116">
                  <c:v>42086</c:v>
                </c:pt>
                <c:pt idx="4117">
                  <c:v>42085</c:v>
                </c:pt>
                <c:pt idx="4118">
                  <c:v>42084</c:v>
                </c:pt>
                <c:pt idx="4119">
                  <c:v>42083</c:v>
                </c:pt>
                <c:pt idx="4120">
                  <c:v>42082</c:v>
                </c:pt>
                <c:pt idx="4121">
                  <c:v>42081</c:v>
                </c:pt>
                <c:pt idx="4122">
                  <c:v>42080</c:v>
                </c:pt>
                <c:pt idx="4123">
                  <c:v>42079</c:v>
                </c:pt>
                <c:pt idx="4124">
                  <c:v>42078</c:v>
                </c:pt>
                <c:pt idx="4125">
                  <c:v>42077</c:v>
                </c:pt>
                <c:pt idx="4126">
                  <c:v>42076</c:v>
                </c:pt>
                <c:pt idx="4127">
                  <c:v>42075</c:v>
                </c:pt>
                <c:pt idx="4128">
                  <c:v>42074</c:v>
                </c:pt>
                <c:pt idx="4129">
                  <c:v>42073</c:v>
                </c:pt>
                <c:pt idx="4130">
                  <c:v>42072</c:v>
                </c:pt>
                <c:pt idx="4131">
                  <c:v>42071</c:v>
                </c:pt>
                <c:pt idx="4132">
                  <c:v>42070</c:v>
                </c:pt>
                <c:pt idx="4133">
                  <c:v>42069</c:v>
                </c:pt>
                <c:pt idx="4134">
                  <c:v>42068</c:v>
                </c:pt>
                <c:pt idx="4135">
                  <c:v>42067</c:v>
                </c:pt>
                <c:pt idx="4136">
                  <c:v>42066</c:v>
                </c:pt>
                <c:pt idx="4137">
                  <c:v>42065</c:v>
                </c:pt>
                <c:pt idx="4138">
                  <c:v>42064</c:v>
                </c:pt>
                <c:pt idx="4139">
                  <c:v>42063</c:v>
                </c:pt>
                <c:pt idx="4140">
                  <c:v>42062</c:v>
                </c:pt>
                <c:pt idx="4141">
                  <c:v>42061</c:v>
                </c:pt>
                <c:pt idx="4142">
                  <c:v>42060</c:v>
                </c:pt>
                <c:pt idx="4143">
                  <c:v>42059</c:v>
                </c:pt>
                <c:pt idx="4144">
                  <c:v>42058</c:v>
                </c:pt>
                <c:pt idx="4145">
                  <c:v>42057</c:v>
                </c:pt>
                <c:pt idx="4146">
                  <c:v>42056</c:v>
                </c:pt>
                <c:pt idx="4147">
                  <c:v>42055</c:v>
                </c:pt>
                <c:pt idx="4148">
                  <c:v>42054</c:v>
                </c:pt>
                <c:pt idx="4149">
                  <c:v>42053</c:v>
                </c:pt>
                <c:pt idx="4150">
                  <c:v>42052</c:v>
                </c:pt>
                <c:pt idx="4151">
                  <c:v>42051</c:v>
                </c:pt>
                <c:pt idx="4152">
                  <c:v>42050</c:v>
                </c:pt>
                <c:pt idx="4153">
                  <c:v>42049</c:v>
                </c:pt>
                <c:pt idx="4154">
                  <c:v>42048</c:v>
                </c:pt>
                <c:pt idx="4155">
                  <c:v>42047</c:v>
                </c:pt>
                <c:pt idx="4156">
                  <c:v>42046</c:v>
                </c:pt>
                <c:pt idx="4157">
                  <c:v>42045</c:v>
                </c:pt>
                <c:pt idx="4158">
                  <c:v>42044</c:v>
                </c:pt>
                <c:pt idx="4159">
                  <c:v>42043</c:v>
                </c:pt>
                <c:pt idx="4160">
                  <c:v>42042</c:v>
                </c:pt>
                <c:pt idx="4161">
                  <c:v>42041</c:v>
                </c:pt>
                <c:pt idx="4162">
                  <c:v>42040</c:v>
                </c:pt>
                <c:pt idx="4163">
                  <c:v>42039</c:v>
                </c:pt>
                <c:pt idx="4164">
                  <c:v>42038</c:v>
                </c:pt>
                <c:pt idx="4165">
                  <c:v>42037</c:v>
                </c:pt>
                <c:pt idx="4166">
                  <c:v>42036</c:v>
                </c:pt>
                <c:pt idx="4167">
                  <c:v>42035</c:v>
                </c:pt>
                <c:pt idx="4168">
                  <c:v>42034</c:v>
                </c:pt>
                <c:pt idx="4169">
                  <c:v>42033</c:v>
                </c:pt>
                <c:pt idx="4170">
                  <c:v>42032</c:v>
                </c:pt>
                <c:pt idx="4171">
                  <c:v>42031</c:v>
                </c:pt>
                <c:pt idx="4172">
                  <c:v>42030</c:v>
                </c:pt>
                <c:pt idx="4173">
                  <c:v>42029</c:v>
                </c:pt>
                <c:pt idx="4174">
                  <c:v>42028</c:v>
                </c:pt>
                <c:pt idx="4175">
                  <c:v>42027</c:v>
                </c:pt>
                <c:pt idx="4176">
                  <c:v>42026</c:v>
                </c:pt>
                <c:pt idx="4177">
                  <c:v>42025</c:v>
                </c:pt>
                <c:pt idx="4178">
                  <c:v>42024</c:v>
                </c:pt>
                <c:pt idx="4179">
                  <c:v>42023</c:v>
                </c:pt>
                <c:pt idx="4180">
                  <c:v>42022</c:v>
                </c:pt>
                <c:pt idx="4181">
                  <c:v>42021</c:v>
                </c:pt>
                <c:pt idx="4182">
                  <c:v>42020</c:v>
                </c:pt>
                <c:pt idx="4183">
                  <c:v>42019</c:v>
                </c:pt>
                <c:pt idx="4184">
                  <c:v>42018</c:v>
                </c:pt>
                <c:pt idx="4185">
                  <c:v>42017</c:v>
                </c:pt>
                <c:pt idx="4186">
                  <c:v>42016</c:v>
                </c:pt>
                <c:pt idx="4187">
                  <c:v>42015</c:v>
                </c:pt>
                <c:pt idx="4188">
                  <c:v>42014</c:v>
                </c:pt>
                <c:pt idx="4189">
                  <c:v>42013</c:v>
                </c:pt>
                <c:pt idx="4190">
                  <c:v>42012</c:v>
                </c:pt>
                <c:pt idx="4191">
                  <c:v>42011</c:v>
                </c:pt>
                <c:pt idx="4192">
                  <c:v>42010</c:v>
                </c:pt>
                <c:pt idx="4193">
                  <c:v>42009</c:v>
                </c:pt>
                <c:pt idx="4194">
                  <c:v>42008</c:v>
                </c:pt>
                <c:pt idx="4195">
                  <c:v>42007</c:v>
                </c:pt>
                <c:pt idx="4196">
                  <c:v>42006</c:v>
                </c:pt>
                <c:pt idx="4197">
                  <c:v>42005</c:v>
                </c:pt>
                <c:pt idx="4198">
                  <c:v>42004</c:v>
                </c:pt>
                <c:pt idx="4199">
                  <c:v>42003</c:v>
                </c:pt>
                <c:pt idx="4200">
                  <c:v>42002</c:v>
                </c:pt>
                <c:pt idx="4201">
                  <c:v>42001</c:v>
                </c:pt>
                <c:pt idx="4202">
                  <c:v>42000</c:v>
                </c:pt>
                <c:pt idx="4203">
                  <c:v>41999</c:v>
                </c:pt>
                <c:pt idx="4204">
                  <c:v>41998</c:v>
                </c:pt>
                <c:pt idx="4205">
                  <c:v>41997</c:v>
                </c:pt>
                <c:pt idx="4206">
                  <c:v>41996</c:v>
                </c:pt>
                <c:pt idx="4207">
                  <c:v>41995</c:v>
                </c:pt>
                <c:pt idx="4208">
                  <c:v>41994</c:v>
                </c:pt>
                <c:pt idx="4209">
                  <c:v>41993</c:v>
                </c:pt>
                <c:pt idx="4210">
                  <c:v>41992</c:v>
                </c:pt>
                <c:pt idx="4211">
                  <c:v>41991</c:v>
                </c:pt>
                <c:pt idx="4212">
                  <c:v>41990</c:v>
                </c:pt>
                <c:pt idx="4213">
                  <c:v>41989</c:v>
                </c:pt>
                <c:pt idx="4214">
                  <c:v>41988</c:v>
                </c:pt>
                <c:pt idx="4215">
                  <c:v>41987</c:v>
                </c:pt>
                <c:pt idx="4216">
                  <c:v>41986</c:v>
                </c:pt>
                <c:pt idx="4217">
                  <c:v>41985</c:v>
                </c:pt>
                <c:pt idx="4218">
                  <c:v>41984</c:v>
                </c:pt>
                <c:pt idx="4219">
                  <c:v>41983</c:v>
                </c:pt>
                <c:pt idx="4220">
                  <c:v>41982</c:v>
                </c:pt>
                <c:pt idx="4221">
                  <c:v>41981</c:v>
                </c:pt>
                <c:pt idx="4222">
                  <c:v>41980</c:v>
                </c:pt>
                <c:pt idx="4223">
                  <c:v>41979</c:v>
                </c:pt>
                <c:pt idx="4224">
                  <c:v>41978</c:v>
                </c:pt>
                <c:pt idx="4225">
                  <c:v>41977</c:v>
                </c:pt>
                <c:pt idx="4226">
                  <c:v>41976</c:v>
                </c:pt>
                <c:pt idx="4227">
                  <c:v>41975</c:v>
                </c:pt>
                <c:pt idx="4228">
                  <c:v>41974</c:v>
                </c:pt>
                <c:pt idx="4229">
                  <c:v>41973</c:v>
                </c:pt>
                <c:pt idx="4230">
                  <c:v>41972</c:v>
                </c:pt>
                <c:pt idx="4231">
                  <c:v>41971</c:v>
                </c:pt>
                <c:pt idx="4232">
                  <c:v>41970</c:v>
                </c:pt>
                <c:pt idx="4233">
                  <c:v>41969</c:v>
                </c:pt>
                <c:pt idx="4234">
                  <c:v>41968</c:v>
                </c:pt>
                <c:pt idx="4235">
                  <c:v>41967</c:v>
                </c:pt>
                <c:pt idx="4236">
                  <c:v>41966</c:v>
                </c:pt>
                <c:pt idx="4237">
                  <c:v>41965</c:v>
                </c:pt>
                <c:pt idx="4238">
                  <c:v>41964</c:v>
                </c:pt>
                <c:pt idx="4239">
                  <c:v>41963</c:v>
                </c:pt>
                <c:pt idx="4240">
                  <c:v>41962</c:v>
                </c:pt>
                <c:pt idx="4241">
                  <c:v>41961</c:v>
                </c:pt>
                <c:pt idx="4242">
                  <c:v>41960</c:v>
                </c:pt>
                <c:pt idx="4243">
                  <c:v>41959</c:v>
                </c:pt>
                <c:pt idx="4244">
                  <c:v>41958</c:v>
                </c:pt>
                <c:pt idx="4245">
                  <c:v>41957</c:v>
                </c:pt>
                <c:pt idx="4246">
                  <c:v>41956</c:v>
                </c:pt>
                <c:pt idx="4247">
                  <c:v>41955</c:v>
                </c:pt>
                <c:pt idx="4248">
                  <c:v>41954</c:v>
                </c:pt>
                <c:pt idx="4249">
                  <c:v>41953</c:v>
                </c:pt>
                <c:pt idx="4250">
                  <c:v>41952</c:v>
                </c:pt>
                <c:pt idx="4251">
                  <c:v>41951</c:v>
                </c:pt>
                <c:pt idx="4252">
                  <c:v>41950</c:v>
                </c:pt>
                <c:pt idx="4253">
                  <c:v>41949</c:v>
                </c:pt>
                <c:pt idx="4254">
                  <c:v>41948</c:v>
                </c:pt>
                <c:pt idx="4255">
                  <c:v>41947</c:v>
                </c:pt>
                <c:pt idx="4256">
                  <c:v>41946</c:v>
                </c:pt>
                <c:pt idx="4257">
                  <c:v>41945</c:v>
                </c:pt>
                <c:pt idx="4258">
                  <c:v>41944</c:v>
                </c:pt>
                <c:pt idx="4259">
                  <c:v>41943</c:v>
                </c:pt>
                <c:pt idx="4260">
                  <c:v>41942</c:v>
                </c:pt>
                <c:pt idx="4261">
                  <c:v>41941</c:v>
                </c:pt>
                <c:pt idx="4262">
                  <c:v>41940</c:v>
                </c:pt>
                <c:pt idx="4263">
                  <c:v>41939</c:v>
                </c:pt>
                <c:pt idx="4264">
                  <c:v>41938</c:v>
                </c:pt>
                <c:pt idx="4265">
                  <c:v>41937</c:v>
                </c:pt>
                <c:pt idx="4266">
                  <c:v>41936</c:v>
                </c:pt>
                <c:pt idx="4267">
                  <c:v>41935</c:v>
                </c:pt>
                <c:pt idx="4268">
                  <c:v>41934</c:v>
                </c:pt>
                <c:pt idx="4269">
                  <c:v>41933</c:v>
                </c:pt>
                <c:pt idx="4270">
                  <c:v>41932</c:v>
                </c:pt>
                <c:pt idx="4271">
                  <c:v>41931</c:v>
                </c:pt>
                <c:pt idx="4272">
                  <c:v>41930</c:v>
                </c:pt>
                <c:pt idx="4273">
                  <c:v>41929</c:v>
                </c:pt>
                <c:pt idx="4274">
                  <c:v>41928</c:v>
                </c:pt>
                <c:pt idx="4275">
                  <c:v>41927</c:v>
                </c:pt>
                <c:pt idx="4276">
                  <c:v>41926</c:v>
                </c:pt>
                <c:pt idx="4277">
                  <c:v>41925</c:v>
                </c:pt>
                <c:pt idx="4278">
                  <c:v>41924</c:v>
                </c:pt>
                <c:pt idx="4279">
                  <c:v>41923</c:v>
                </c:pt>
                <c:pt idx="4280">
                  <c:v>41922</c:v>
                </c:pt>
                <c:pt idx="4281">
                  <c:v>41921</c:v>
                </c:pt>
                <c:pt idx="4282">
                  <c:v>41920</c:v>
                </c:pt>
                <c:pt idx="4283">
                  <c:v>41919</c:v>
                </c:pt>
                <c:pt idx="4284">
                  <c:v>41918</c:v>
                </c:pt>
                <c:pt idx="4285">
                  <c:v>41917</c:v>
                </c:pt>
                <c:pt idx="4286">
                  <c:v>41916</c:v>
                </c:pt>
                <c:pt idx="4287">
                  <c:v>41915</c:v>
                </c:pt>
                <c:pt idx="4288">
                  <c:v>41914</c:v>
                </c:pt>
                <c:pt idx="4289">
                  <c:v>41913</c:v>
                </c:pt>
                <c:pt idx="4290">
                  <c:v>41912</c:v>
                </c:pt>
                <c:pt idx="4291">
                  <c:v>41911</c:v>
                </c:pt>
                <c:pt idx="4292">
                  <c:v>41910</c:v>
                </c:pt>
                <c:pt idx="4293">
                  <c:v>41909</c:v>
                </c:pt>
                <c:pt idx="4294">
                  <c:v>41908</c:v>
                </c:pt>
                <c:pt idx="4295">
                  <c:v>41907</c:v>
                </c:pt>
                <c:pt idx="4296">
                  <c:v>41906</c:v>
                </c:pt>
                <c:pt idx="4297">
                  <c:v>41905</c:v>
                </c:pt>
                <c:pt idx="4298">
                  <c:v>41904</c:v>
                </c:pt>
                <c:pt idx="4299">
                  <c:v>41903</c:v>
                </c:pt>
                <c:pt idx="4300">
                  <c:v>41902</c:v>
                </c:pt>
                <c:pt idx="4301">
                  <c:v>41901</c:v>
                </c:pt>
                <c:pt idx="4302">
                  <c:v>41900</c:v>
                </c:pt>
                <c:pt idx="4303">
                  <c:v>41899</c:v>
                </c:pt>
                <c:pt idx="4304">
                  <c:v>41898</c:v>
                </c:pt>
                <c:pt idx="4305">
                  <c:v>41897</c:v>
                </c:pt>
                <c:pt idx="4306">
                  <c:v>41896</c:v>
                </c:pt>
                <c:pt idx="4307">
                  <c:v>41895</c:v>
                </c:pt>
                <c:pt idx="4308">
                  <c:v>41894</c:v>
                </c:pt>
                <c:pt idx="4309">
                  <c:v>41893</c:v>
                </c:pt>
                <c:pt idx="4310">
                  <c:v>41892</c:v>
                </c:pt>
                <c:pt idx="4311">
                  <c:v>41891</c:v>
                </c:pt>
                <c:pt idx="4312">
                  <c:v>41890</c:v>
                </c:pt>
                <c:pt idx="4313">
                  <c:v>41889</c:v>
                </c:pt>
                <c:pt idx="4314">
                  <c:v>41888</c:v>
                </c:pt>
                <c:pt idx="4315">
                  <c:v>41887</c:v>
                </c:pt>
                <c:pt idx="4316">
                  <c:v>41886</c:v>
                </c:pt>
                <c:pt idx="4317">
                  <c:v>41885</c:v>
                </c:pt>
                <c:pt idx="4318">
                  <c:v>41884</c:v>
                </c:pt>
                <c:pt idx="4319">
                  <c:v>41883</c:v>
                </c:pt>
                <c:pt idx="4320">
                  <c:v>41882</c:v>
                </c:pt>
                <c:pt idx="4321">
                  <c:v>41881</c:v>
                </c:pt>
                <c:pt idx="4322">
                  <c:v>41880</c:v>
                </c:pt>
                <c:pt idx="4323">
                  <c:v>41879</c:v>
                </c:pt>
                <c:pt idx="4324">
                  <c:v>41878</c:v>
                </c:pt>
                <c:pt idx="4325">
                  <c:v>41877</c:v>
                </c:pt>
                <c:pt idx="4326">
                  <c:v>41876</c:v>
                </c:pt>
                <c:pt idx="4327">
                  <c:v>41875</c:v>
                </c:pt>
                <c:pt idx="4328">
                  <c:v>41874</c:v>
                </c:pt>
                <c:pt idx="4329">
                  <c:v>41873</c:v>
                </c:pt>
                <c:pt idx="4330">
                  <c:v>41872</c:v>
                </c:pt>
                <c:pt idx="4331">
                  <c:v>41871</c:v>
                </c:pt>
                <c:pt idx="4332">
                  <c:v>41870</c:v>
                </c:pt>
                <c:pt idx="4333">
                  <c:v>41869</c:v>
                </c:pt>
                <c:pt idx="4334">
                  <c:v>41868</c:v>
                </c:pt>
                <c:pt idx="4335">
                  <c:v>41867</c:v>
                </c:pt>
                <c:pt idx="4336">
                  <c:v>41866</c:v>
                </c:pt>
                <c:pt idx="4337">
                  <c:v>41865</c:v>
                </c:pt>
                <c:pt idx="4338">
                  <c:v>41864</c:v>
                </c:pt>
                <c:pt idx="4339">
                  <c:v>41863</c:v>
                </c:pt>
                <c:pt idx="4340">
                  <c:v>41862</c:v>
                </c:pt>
                <c:pt idx="4341">
                  <c:v>41861</c:v>
                </c:pt>
                <c:pt idx="4342">
                  <c:v>41860</c:v>
                </c:pt>
                <c:pt idx="4343">
                  <c:v>41859</c:v>
                </c:pt>
                <c:pt idx="4344">
                  <c:v>41858</c:v>
                </c:pt>
                <c:pt idx="4345">
                  <c:v>41857</c:v>
                </c:pt>
                <c:pt idx="4346">
                  <c:v>41856</c:v>
                </c:pt>
                <c:pt idx="4347">
                  <c:v>41855</c:v>
                </c:pt>
                <c:pt idx="4348">
                  <c:v>41854</c:v>
                </c:pt>
                <c:pt idx="4349">
                  <c:v>41853</c:v>
                </c:pt>
                <c:pt idx="4350">
                  <c:v>41852</c:v>
                </c:pt>
                <c:pt idx="4351">
                  <c:v>41851</c:v>
                </c:pt>
                <c:pt idx="4352">
                  <c:v>41850</c:v>
                </c:pt>
                <c:pt idx="4353">
                  <c:v>41849</c:v>
                </c:pt>
                <c:pt idx="4354">
                  <c:v>41848</c:v>
                </c:pt>
                <c:pt idx="4355">
                  <c:v>41847</c:v>
                </c:pt>
                <c:pt idx="4356">
                  <c:v>41846</c:v>
                </c:pt>
                <c:pt idx="4357">
                  <c:v>41845</c:v>
                </c:pt>
                <c:pt idx="4358">
                  <c:v>41844</c:v>
                </c:pt>
                <c:pt idx="4359">
                  <c:v>41843</c:v>
                </c:pt>
                <c:pt idx="4360">
                  <c:v>41842</c:v>
                </c:pt>
                <c:pt idx="4361">
                  <c:v>41841</c:v>
                </c:pt>
                <c:pt idx="4362">
                  <c:v>41840</c:v>
                </c:pt>
                <c:pt idx="4363">
                  <c:v>41839</c:v>
                </c:pt>
                <c:pt idx="4364">
                  <c:v>41838</c:v>
                </c:pt>
                <c:pt idx="4365">
                  <c:v>41837</c:v>
                </c:pt>
                <c:pt idx="4366">
                  <c:v>41836</c:v>
                </c:pt>
                <c:pt idx="4367">
                  <c:v>41835</c:v>
                </c:pt>
                <c:pt idx="4368">
                  <c:v>41834</c:v>
                </c:pt>
                <c:pt idx="4369">
                  <c:v>41833</c:v>
                </c:pt>
                <c:pt idx="4370">
                  <c:v>41832</c:v>
                </c:pt>
                <c:pt idx="4371">
                  <c:v>41831</c:v>
                </c:pt>
                <c:pt idx="4372">
                  <c:v>41830</c:v>
                </c:pt>
                <c:pt idx="4373">
                  <c:v>41829</c:v>
                </c:pt>
                <c:pt idx="4374">
                  <c:v>41828</c:v>
                </c:pt>
                <c:pt idx="4375">
                  <c:v>41827</c:v>
                </c:pt>
                <c:pt idx="4376">
                  <c:v>41826</c:v>
                </c:pt>
                <c:pt idx="4377">
                  <c:v>41825</c:v>
                </c:pt>
                <c:pt idx="4378">
                  <c:v>41824</c:v>
                </c:pt>
                <c:pt idx="4379">
                  <c:v>41823</c:v>
                </c:pt>
                <c:pt idx="4380">
                  <c:v>41822</c:v>
                </c:pt>
                <c:pt idx="4381">
                  <c:v>41821</c:v>
                </c:pt>
                <c:pt idx="4382">
                  <c:v>41820</c:v>
                </c:pt>
                <c:pt idx="4383">
                  <c:v>41819</c:v>
                </c:pt>
                <c:pt idx="4384">
                  <c:v>41818</c:v>
                </c:pt>
                <c:pt idx="4385">
                  <c:v>41817</c:v>
                </c:pt>
                <c:pt idx="4386">
                  <c:v>41816</c:v>
                </c:pt>
                <c:pt idx="4387">
                  <c:v>41815</c:v>
                </c:pt>
                <c:pt idx="4388">
                  <c:v>41814</c:v>
                </c:pt>
                <c:pt idx="4389">
                  <c:v>41813</c:v>
                </c:pt>
                <c:pt idx="4390">
                  <c:v>41812</c:v>
                </c:pt>
                <c:pt idx="4391">
                  <c:v>41811</c:v>
                </c:pt>
                <c:pt idx="4392">
                  <c:v>41810</c:v>
                </c:pt>
                <c:pt idx="4393">
                  <c:v>41809</c:v>
                </c:pt>
                <c:pt idx="4394">
                  <c:v>41808</c:v>
                </c:pt>
                <c:pt idx="4395">
                  <c:v>41807</c:v>
                </c:pt>
                <c:pt idx="4396">
                  <c:v>41806</c:v>
                </c:pt>
                <c:pt idx="4397">
                  <c:v>41805</c:v>
                </c:pt>
                <c:pt idx="4398">
                  <c:v>41804</c:v>
                </c:pt>
                <c:pt idx="4399">
                  <c:v>41803</c:v>
                </c:pt>
                <c:pt idx="4400">
                  <c:v>41802</c:v>
                </c:pt>
                <c:pt idx="4401">
                  <c:v>41801</c:v>
                </c:pt>
                <c:pt idx="4402">
                  <c:v>41800</c:v>
                </c:pt>
                <c:pt idx="4403">
                  <c:v>41799</c:v>
                </c:pt>
                <c:pt idx="4404">
                  <c:v>41798</c:v>
                </c:pt>
                <c:pt idx="4405">
                  <c:v>41797</c:v>
                </c:pt>
                <c:pt idx="4406">
                  <c:v>41796</c:v>
                </c:pt>
                <c:pt idx="4407">
                  <c:v>41795</c:v>
                </c:pt>
                <c:pt idx="4408">
                  <c:v>41794</c:v>
                </c:pt>
                <c:pt idx="4409">
                  <c:v>41793</c:v>
                </c:pt>
                <c:pt idx="4410">
                  <c:v>41792</c:v>
                </c:pt>
                <c:pt idx="4411">
                  <c:v>41791</c:v>
                </c:pt>
                <c:pt idx="4412">
                  <c:v>41790</c:v>
                </c:pt>
                <c:pt idx="4413">
                  <c:v>41789</c:v>
                </c:pt>
                <c:pt idx="4414">
                  <c:v>41788</c:v>
                </c:pt>
                <c:pt idx="4415">
                  <c:v>41787</c:v>
                </c:pt>
                <c:pt idx="4416">
                  <c:v>41786</c:v>
                </c:pt>
                <c:pt idx="4417">
                  <c:v>41785</c:v>
                </c:pt>
                <c:pt idx="4418">
                  <c:v>41784</c:v>
                </c:pt>
                <c:pt idx="4419">
                  <c:v>41783</c:v>
                </c:pt>
                <c:pt idx="4420">
                  <c:v>41782</c:v>
                </c:pt>
                <c:pt idx="4421">
                  <c:v>41781</c:v>
                </c:pt>
                <c:pt idx="4422">
                  <c:v>41780</c:v>
                </c:pt>
                <c:pt idx="4423">
                  <c:v>41779</c:v>
                </c:pt>
                <c:pt idx="4424">
                  <c:v>41778</c:v>
                </c:pt>
                <c:pt idx="4425">
                  <c:v>41777</c:v>
                </c:pt>
                <c:pt idx="4426">
                  <c:v>41776</c:v>
                </c:pt>
                <c:pt idx="4427">
                  <c:v>41775</c:v>
                </c:pt>
                <c:pt idx="4428">
                  <c:v>41774</c:v>
                </c:pt>
                <c:pt idx="4429">
                  <c:v>41773</c:v>
                </c:pt>
                <c:pt idx="4430">
                  <c:v>41772</c:v>
                </c:pt>
                <c:pt idx="4431">
                  <c:v>41771</c:v>
                </c:pt>
                <c:pt idx="4432">
                  <c:v>41770</c:v>
                </c:pt>
                <c:pt idx="4433">
                  <c:v>41769</c:v>
                </c:pt>
                <c:pt idx="4434">
                  <c:v>41768</c:v>
                </c:pt>
                <c:pt idx="4435">
                  <c:v>41767</c:v>
                </c:pt>
                <c:pt idx="4436">
                  <c:v>41766</c:v>
                </c:pt>
                <c:pt idx="4437">
                  <c:v>41765</c:v>
                </c:pt>
                <c:pt idx="4438">
                  <c:v>41764</c:v>
                </c:pt>
                <c:pt idx="4439">
                  <c:v>41763</c:v>
                </c:pt>
                <c:pt idx="4440">
                  <c:v>41762</c:v>
                </c:pt>
                <c:pt idx="4441">
                  <c:v>41761</c:v>
                </c:pt>
                <c:pt idx="4442">
                  <c:v>41760</c:v>
                </c:pt>
                <c:pt idx="4443">
                  <c:v>41759</c:v>
                </c:pt>
                <c:pt idx="4444">
                  <c:v>41758</c:v>
                </c:pt>
                <c:pt idx="4445">
                  <c:v>41757</c:v>
                </c:pt>
                <c:pt idx="4446">
                  <c:v>41756</c:v>
                </c:pt>
                <c:pt idx="4447">
                  <c:v>41755</c:v>
                </c:pt>
                <c:pt idx="4448">
                  <c:v>41754</c:v>
                </c:pt>
                <c:pt idx="4449">
                  <c:v>41753</c:v>
                </c:pt>
                <c:pt idx="4450">
                  <c:v>41752</c:v>
                </c:pt>
                <c:pt idx="4451">
                  <c:v>41751</c:v>
                </c:pt>
                <c:pt idx="4452">
                  <c:v>41750</c:v>
                </c:pt>
                <c:pt idx="4453">
                  <c:v>41749</c:v>
                </c:pt>
                <c:pt idx="4454">
                  <c:v>41748</c:v>
                </c:pt>
                <c:pt idx="4455">
                  <c:v>41747</c:v>
                </c:pt>
                <c:pt idx="4456">
                  <c:v>41746</c:v>
                </c:pt>
                <c:pt idx="4457">
                  <c:v>41745</c:v>
                </c:pt>
                <c:pt idx="4458">
                  <c:v>41744</c:v>
                </c:pt>
                <c:pt idx="4459">
                  <c:v>41743</c:v>
                </c:pt>
                <c:pt idx="4460">
                  <c:v>41742</c:v>
                </c:pt>
                <c:pt idx="4461">
                  <c:v>41741</c:v>
                </c:pt>
                <c:pt idx="4462">
                  <c:v>41740</c:v>
                </c:pt>
                <c:pt idx="4463">
                  <c:v>41739</c:v>
                </c:pt>
                <c:pt idx="4464">
                  <c:v>41738</c:v>
                </c:pt>
                <c:pt idx="4465">
                  <c:v>41737</c:v>
                </c:pt>
                <c:pt idx="4466">
                  <c:v>41736</c:v>
                </c:pt>
                <c:pt idx="4467">
                  <c:v>41735</c:v>
                </c:pt>
                <c:pt idx="4468">
                  <c:v>41734</c:v>
                </c:pt>
                <c:pt idx="4469">
                  <c:v>41733</c:v>
                </c:pt>
                <c:pt idx="4470">
                  <c:v>41732</c:v>
                </c:pt>
                <c:pt idx="4471">
                  <c:v>41731</c:v>
                </c:pt>
                <c:pt idx="4472">
                  <c:v>41730</c:v>
                </c:pt>
                <c:pt idx="4473">
                  <c:v>41729</c:v>
                </c:pt>
                <c:pt idx="4474">
                  <c:v>41728</c:v>
                </c:pt>
                <c:pt idx="4475">
                  <c:v>41727</c:v>
                </c:pt>
                <c:pt idx="4476">
                  <c:v>41726</c:v>
                </c:pt>
                <c:pt idx="4477">
                  <c:v>41725</c:v>
                </c:pt>
                <c:pt idx="4478">
                  <c:v>41724</c:v>
                </c:pt>
                <c:pt idx="4479">
                  <c:v>41723</c:v>
                </c:pt>
                <c:pt idx="4480">
                  <c:v>41722</c:v>
                </c:pt>
                <c:pt idx="4481">
                  <c:v>41721</c:v>
                </c:pt>
                <c:pt idx="4482">
                  <c:v>41720</c:v>
                </c:pt>
                <c:pt idx="4483">
                  <c:v>41719</c:v>
                </c:pt>
                <c:pt idx="4484">
                  <c:v>41718</c:v>
                </c:pt>
                <c:pt idx="4485">
                  <c:v>41717</c:v>
                </c:pt>
                <c:pt idx="4486">
                  <c:v>41716</c:v>
                </c:pt>
                <c:pt idx="4487">
                  <c:v>41715</c:v>
                </c:pt>
                <c:pt idx="4488">
                  <c:v>41714</c:v>
                </c:pt>
                <c:pt idx="4489">
                  <c:v>41713</c:v>
                </c:pt>
                <c:pt idx="4490">
                  <c:v>41712</c:v>
                </c:pt>
                <c:pt idx="4491">
                  <c:v>41711</c:v>
                </c:pt>
                <c:pt idx="4492">
                  <c:v>41710</c:v>
                </c:pt>
                <c:pt idx="4493">
                  <c:v>41709</c:v>
                </c:pt>
                <c:pt idx="4494">
                  <c:v>41708</c:v>
                </c:pt>
                <c:pt idx="4495">
                  <c:v>41707</c:v>
                </c:pt>
                <c:pt idx="4496">
                  <c:v>41706</c:v>
                </c:pt>
                <c:pt idx="4497">
                  <c:v>41705</c:v>
                </c:pt>
                <c:pt idx="4498">
                  <c:v>41704</c:v>
                </c:pt>
                <c:pt idx="4499">
                  <c:v>41703</c:v>
                </c:pt>
                <c:pt idx="4500">
                  <c:v>41702</c:v>
                </c:pt>
                <c:pt idx="4501">
                  <c:v>41701</c:v>
                </c:pt>
                <c:pt idx="4502">
                  <c:v>41700</c:v>
                </c:pt>
                <c:pt idx="4503">
                  <c:v>41699</c:v>
                </c:pt>
                <c:pt idx="4504">
                  <c:v>41698</c:v>
                </c:pt>
                <c:pt idx="4505">
                  <c:v>41697</c:v>
                </c:pt>
                <c:pt idx="4506">
                  <c:v>41696</c:v>
                </c:pt>
                <c:pt idx="4507">
                  <c:v>41695</c:v>
                </c:pt>
                <c:pt idx="4508">
                  <c:v>41694</c:v>
                </c:pt>
                <c:pt idx="4509">
                  <c:v>41693</c:v>
                </c:pt>
                <c:pt idx="4510">
                  <c:v>41692</c:v>
                </c:pt>
                <c:pt idx="4511">
                  <c:v>41691</c:v>
                </c:pt>
                <c:pt idx="4512">
                  <c:v>41690</c:v>
                </c:pt>
                <c:pt idx="4513">
                  <c:v>41689</c:v>
                </c:pt>
                <c:pt idx="4514">
                  <c:v>41688</c:v>
                </c:pt>
                <c:pt idx="4515">
                  <c:v>41687</c:v>
                </c:pt>
                <c:pt idx="4516">
                  <c:v>41686</c:v>
                </c:pt>
                <c:pt idx="4517">
                  <c:v>41685</c:v>
                </c:pt>
                <c:pt idx="4518">
                  <c:v>41684</c:v>
                </c:pt>
                <c:pt idx="4519">
                  <c:v>41683</c:v>
                </c:pt>
                <c:pt idx="4520">
                  <c:v>41682</c:v>
                </c:pt>
                <c:pt idx="4521">
                  <c:v>41681</c:v>
                </c:pt>
                <c:pt idx="4522">
                  <c:v>41680</c:v>
                </c:pt>
                <c:pt idx="4523">
                  <c:v>41679</c:v>
                </c:pt>
                <c:pt idx="4524">
                  <c:v>41678</c:v>
                </c:pt>
                <c:pt idx="4525">
                  <c:v>41677</c:v>
                </c:pt>
                <c:pt idx="4526">
                  <c:v>41676</c:v>
                </c:pt>
                <c:pt idx="4527">
                  <c:v>41675</c:v>
                </c:pt>
                <c:pt idx="4528">
                  <c:v>41674</c:v>
                </c:pt>
                <c:pt idx="4529">
                  <c:v>41673</c:v>
                </c:pt>
                <c:pt idx="4530">
                  <c:v>41672</c:v>
                </c:pt>
                <c:pt idx="4531">
                  <c:v>41671</c:v>
                </c:pt>
                <c:pt idx="4532">
                  <c:v>41670</c:v>
                </c:pt>
                <c:pt idx="4533">
                  <c:v>41669</c:v>
                </c:pt>
                <c:pt idx="4534">
                  <c:v>41668</c:v>
                </c:pt>
                <c:pt idx="4535">
                  <c:v>41667</c:v>
                </c:pt>
                <c:pt idx="4536">
                  <c:v>41666</c:v>
                </c:pt>
                <c:pt idx="4537">
                  <c:v>41665</c:v>
                </c:pt>
                <c:pt idx="4538">
                  <c:v>41664</c:v>
                </c:pt>
                <c:pt idx="4539">
                  <c:v>41663</c:v>
                </c:pt>
                <c:pt idx="4540">
                  <c:v>41662</c:v>
                </c:pt>
                <c:pt idx="4541">
                  <c:v>41661</c:v>
                </c:pt>
                <c:pt idx="4542">
                  <c:v>41660</c:v>
                </c:pt>
                <c:pt idx="4543">
                  <c:v>41659</c:v>
                </c:pt>
                <c:pt idx="4544">
                  <c:v>41658</c:v>
                </c:pt>
                <c:pt idx="4545">
                  <c:v>41657</c:v>
                </c:pt>
                <c:pt idx="4546">
                  <c:v>41656</c:v>
                </c:pt>
                <c:pt idx="4547">
                  <c:v>41655</c:v>
                </c:pt>
                <c:pt idx="4548">
                  <c:v>41654</c:v>
                </c:pt>
                <c:pt idx="4549">
                  <c:v>41653</c:v>
                </c:pt>
                <c:pt idx="4550">
                  <c:v>41652</c:v>
                </c:pt>
                <c:pt idx="4551">
                  <c:v>41651</c:v>
                </c:pt>
                <c:pt idx="4552">
                  <c:v>41650</c:v>
                </c:pt>
                <c:pt idx="4553">
                  <c:v>41649</c:v>
                </c:pt>
                <c:pt idx="4554">
                  <c:v>41648</c:v>
                </c:pt>
                <c:pt idx="4555">
                  <c:v>41647</c:v>
                </c:pt>
                <c:pt idx="4556">
                  <c:v>41646</c:v>
                </c:pt>
                <c:pt idx="4557">
                  <c:v>41645</c:v>
                </c:pt>
                <c:pt idx="4558">
                  <c:v>41644</c:v>
                </c:pt>
                <c:pt idx="4559">
                  <c:v>41643</c:v>
                </c:pt>
                <c:pt idx="4560">
                  <c:v>41642</c:v>
                </c:pt>
                <c:pt idx="4561">
                  <c:v>41641</c:v>
                </c:pt>
                <c:pt idx="4562">
                  <c:v>41640</c:v>
                </c:pt>
                <c:pt idx="4563">
                  <c:v>41639</c:v>
                </c:pt>
                <c:pt idx="4564">
                  <c:v>41638</c:v>
                </c:pt>
                <c:pt idx="4565">
                  <c:v>41637</c:v>
                </c:pt>
                <c:pt idx="4566">
                  <c:v>41636</c:v>
                </c:pt>
                <c:pt idx="4567">
                  <c:v>41635</c:v>
                </c:pt>
                <c:pt idx="4568">
                  <c:v>41634</c:v>
                </c:pt>
                <c:pt idx="4569">
                  <c:v>41633</c:v>
                </c:pt>
                <c:pt idx="4570">
                  <c:v>41632</c:v>
                </c:pt>
                <c:pt idx="4571">
                  <c:v>41631</c:v>
                </c:pt>
                <c:pt idx="4572">
                  <c:v>41630</c:v>
                </c:pt>
                <c:pt idx="4573">
                  <c:v>41629</c:v>
                </c:pt>
                <c:pt idx="4574">
                  <c:v>41628</c:v>
                </c:pt>
                <c:pt idx="4575">
                  <c:v>41627</c:v>
                </c:pt>
                <c:pt idx="4576">
                  <c:v>41626</c:v>
                </c:pt>
                <c:pt idx="4577">
                  <c:v>41625</c:v>
                </c:pt>
                <c:pt idx="4578">
                  <c:v>41624</c:v>
                </c:pt>
                <c:pt idx="4579">
                  <c:v>41623</c:v>
                </c:pt>
                <c:pt idx="4580">
                  <c:v>41622</c:v>
                </c:pt>
                <c:pt idx="4581">
                  <c:v>41621</c:v>
                </c:pt>
                <c:pt idx="4582">
                  <c:v>41620</c:v>
                </c:pt>
                <c:pt idx="4583">
                  <c:v>41619</c:v>
                </c:pt>
                <c:pt idx="4584">
                  <c:v>41618</c:v>
                </c:pt>
                <c:pt idx="4585">
                  <c:v>41617</c:v>
                </c:pt>
                <c:pt idx="4586">
                  <c:v>41616</c:v>
                </c:pt>
                <c:pt idx="4587">
                  <c:v>41615</c:v>
                </c:pt>
                <c:pt idx="4588">
                  <c:v>41614</c:v>
                </c:pt>
                <c:pt idx="4589">
                  <c:v>41613</c:v>
                </c:pt>
                <c:pt idx="4590">
                  <c:v>41612</c:v>
                </c:pt>
                <c:pt idx="4591">
                  <c:v>41611</c:v>
                </c:pt>
                <c:pt idx="4592">
                  <c:v>41610</c:v>
                </c:pt>
                <c:pt idx="4593">
                  <c:v>41609</c:v>
                </c:pt>
                <c:pt idx="4594">
                  <c:v>41608</c:v>
                </c:pt>
                <c:pt idx="4595">
                  <c:v>41607</c:v>
                </c:pt>
                <c:pt idx="4596">
                  <c:v>41606</c:v>
                </c:pt>
                <c:pt idx="4597">
                  <c:v>41605</c:v>
                </c:pt>
                <c:pt idx="4598">
                  <c:v>41604</c:v>
                </c:pt>
                <c:pt idx="4599">
                  <c:v>41603</c:v>
                </c:pt>
                <c:pt idx="4600">
                  <c:v>41602</c:v>
                </c:pt>
                <c:pt idx="4601">
                  <c:v>41601</c:v>
                </c:pt>
                <c:pt idx="4602">
                  <c:v>41600</c:v>
                </c:pt>
                <c:pt idx="4603">
                  <c:v>41599</c:v>
                </c:pt>
                <c:pt idx="4604">
                  <c:v>41598</c:v>
                </c:pt>
                <c:pt idx="4605">
                  <c:v>41597</c:v>
                </c:pt>
                <c:pt idx="4606">
                  <c:v>41596</c:v>
                </c:pt>
                <c:pt idx="4607">
                  <c:v>41595</c:v>
                </c:pt>
                <c:pt idx="4608">
                  <c:v>41594</c:v>
                </c:pt>
                <c:pt idx="4609">
                  <c:v>41593</c:v>
                </c:pt>
                <c:pt idx="4610">
                  <c:v>41592</c:v>
                </c:pt>
                <c:pt idx="4611">
                  <c:v>41591</c:v>
                </c:pt>
                <c:pt idx="4612">
                  <c:v>41590</c:v>
                </c:pt>
                <c:pt idx="4613">
                  <c:v>41589</c:v>
                </c:pt>
                <c:pt idx="4614">
                  <c:v>41588</c:v>
                </c:pt>
                <c:pt idx="4615">
                  <c:v>41587</c:v>
                </c:pt>
                <c:pt idx="4616">
                  <c:v>41586</c:v>
                </c:pt>
                <c:pt idx="4617">
                  <c:v>41585</c:v>
                </c:pt>
                <c:pt idx="4618">
                  <c:v>41584</c:v>
                </c:pt>
                <c:pt idx="4619">
                  <c:v>41583</c:v>
                </c:pt>
                <c:pt idx="4620">
                  <c:v>41582</c:v>
                </c:pt>
                <c:pt idx="4621">
                  <c:v>41581</c:v>
                </c:pt>
                <c:pt idx="4622">
                  <c:v>41580</c:v>
                </c:pt>
                <c:pt idx="4623">
                  <c:v>41579</c:v>
                </c:pt>
                <c:pt idx="4624">
                  <c:v>41578</c:v>
                </c:pt>
                <c:pt idx="4625">
                  <c:v>41577</c:v>
                </c:pt>
                <c:pt idx="4626">
                  <c:v>41576</c:v>
                </c:pt>
                <c:pt idx="4627">
                  <c:v>41575</c:v>
                </c:pt>
                <c:pt idx="4628">
                  <c:v>41574</c:v>
                </c:pt>
                <c:pt idx="4629">
                  <c:v>41573</c:v>
                </c:pt>
                <c:pt idx="4630">
                  <c:v>41572</c:v>
                </c:pt>
                <c:pt idx="4631">
                  <c:v>41571</c:v>
                </c:pt>
                <c:pt idx="4632">
                  <c:v>41570</c:v>
                </c:pt>
                <c:pt idx="4633">
                  <c:v>41569</c:v>
                </c:pt>
                <c:pt idx="4634">
                  <c:v>41568</c:v>
                </c:pt>
                <c:pt idx="4635">
                  <c:v>41567</c:v>
                </c:pt>
                <c:pt idx="4636">
                  <c:v>41566</c:v>
                </c:pt>
                <c:pt idx="4637">
                  <c:v>41565</c:v>
                </c:pt>
                <c:pt idx="4638">
                  <c:v>41564</c:v>
                </c:pt>
                <c:pt idx="4639">
                  <c:v>41563</c:v>
                </c:pt>
                <c:pt idx="4640">
                  <c:v>41562</c:v>
                </c:pt>
                <c:pt idx="4641">
                  <c:v>41561</c:v>
                </c:pt>
                <c:pt idx="4642">
                  <c:v>41560</c:v>
                </c:pt>
                <c:pt idx="4643">
                  <c:v>41559</c:v>
                </c:pt>
                <c:pt idx="4644">
                  <c:v>41558</c:v>
                </c:pt>
                <c:pt idx="4645">
                  <c:v>41557</c:v>
                </c:pt>
                <c:pt idx="4646">
                  <c:v>41556</c:v>
                </c:pt>
                <c:pt idx="4647">
                  <c:v>41555</c:v>
                </c:pt>
                <c:pt idx="4648">
                  <c:v>41554</c:v>
                </c:pt>
                <c:pt idx="4649">
                  <c:v>41553</c:v>
                </c:pt>
                <c:pt idx="4650">
                  <c:v>41552</c:v>
                </c:pt>
                <c:pt idx="4651">
                  <c:v>41551</c:v>
                </c:pt>
                <c:pt idx="4652">
                  <c:v>41550</c:v>
                </c:pt>
                <c:pt idx="4653">
                  <c:v>41549</c:v>
                </c:pt>
                <c:pt idx="4654">
                  <c:v>41548</c:v>
                </c:pt>
                <c:pt idx="4655">
                  <c:v>41547</c:v>
                </c:pt>
                <c:pt idx="4656">
                  <c:v>41546</c:v>
                </c:pt>
                <c:pt idx="4657">
                  <c:v>41545</c:v>
                </c:pt>
                <c:pt idx="4658">
                  <c:v>41544</c:v>
                </c:pt>
                <c:pt idx="4659">
                  <c:v>41543</c:v>
                </c:pt>
                <c:pt idx="4660">
                  <c:v>41542</c:v>
                </c:pt>
                <c:pt idx="4661">
                  <c:v>41541</c:v>
                </c:pt>
                <c:pt idx="4662">
                  <c:v>41540</c:v>
                </c:pt>
                <c:pt idx="4663">
                  <c:v>41539</c:v>
                </c:pt>
                <c:pt idx="4664">
                  <c:v>41538</c:v>
                </c:pt>
                <c:pt idx="4665">
                  <c:v>41537</c:v>
                </c:pt>
                <c:pt idx="4666">
                  <c:v>41536</c:v>
                </c:pt>
                <c:pt idx="4667">
                  <c:v>41535</c:v>
                </c:pt>
                <c:pt idx="4668">
                  <c:v>41534</c:v>
                </c:pt>
                <c:pt idx="4669">
                  <c:v>41533</c:v>
                </c:pt>
                <c:pt idx="4670">
                  <c:v>41532</c:v>
                </c:pt>
                <c:pt idx="4671">
                  <c:v>41531</c:v>
                </c:pt>
                <c:pt idx="4672">
                  <c:v>41530</c:v>
                </c:pt>
                <c:pt idx="4673">
                  <c:v>41529</c:v>
                </c:pt>
                <c:pt idx="4674">
                  <c:v>41528</c:v>
                </c:pt>
                <c:pt idx="4675">
                  <c:v>41527</c:v>
                </c:pt>
                <c:pt idx="4676">
                  <c:v>41526</c:v>
                </c:pt>
                <c:pt idx="4677">
                  <c:v>41525</c:v>
                </c:pt>
                <c:pt idx="4678">
                  <c:v>41524</c:v>
                </c:pt>
                <c:pt idx="4679">
                  <c:v>41523</c:v>
                </c:pt>
                <c:pt idx="4680">
                  <c:v>41522</c:v>
                </c:pt>
                <c:pt idx="4681">
                  <c:v>41521</c:v>
                </c:pt>
                <c:pt idx="4682">
                  <c:v>41520</c:v>
                </c:pt>
                <c:pt idx="4683">
                  <c:v>41519</c:v>
                </c:pt>
                <c:pt idx="4684">
                  <c:v>41518</c:v>
                </c:pt>
                <c:pt idx="4685">
                  <c:v>41517</c:v>
                </c:pt>
                <c:pt idx="4686">
                  <c:v>41516</c:v>
                </c:pt>
                <c:pt idx="4687">
                  <c:v>41515</c:v>
                </c:pt>
                <c:pt idx="4688">
                  <c:v>41514</c:v>
                </c:pt>
                <c:pt idx="4689">
                  <c:v>41513</c:v>
                </c:pt>
                <c:pt idx="4690">
                  <c:v>41512</c:v>
                </c:pt>
                <c:pt idx="4691">
                  <c:v>41511</c:v>
                </c:pt>
                <c:pt idx="4692">
                  <c:v>41510</c:v>
                </c:pt>
                <c:pt idx="4693">
                  <c:v>41509</c:v>
                </c:pt>
                <c:pt idx="4694">
                  <c:v>41508</c:v>
                </c:pt>
                <c:pt idx="4695">
                  <c:v>41507</c:v>
                </c:pt>
                <c:pt idx="4696">
                  <c:v>41506</c:v>
                </c:pt>
                <c:pt idx="4697">
                  <c:v>41505</c:v>
                </c:pt>
                <c:pt idx="4698">
                  <c:v>41504</c:v>
                </c:pt>
                <c:pt idx="4699">
                  <c:v>41503</c:v>
                </c:pt>
                <c:pt idx="4700">
                  <c:v>41502</c:v>
                </c:pt>
                <c:pt idx="4701">
                  <c:v>41501</c:v>
                </c:pt>
                <c:pt idx="4702">
                  <c:v>41500</c:v>
                </c:pt>
                <c:pt idx="4703">
                  <c:v>41499</c:v>
                </c:pt>
                <c:pt idx="4704">
                  <c:v>41498</c:v>
                </c:pt>
                <c:pt idx="4705">
                  <c:v>41497</c:v>
                </c:pt>
                <c:pt idx="4706">
                  <c:v>41496</c:v>
                </c:pt>
                <c:pt idx="4707">
                  <c:v>41495</c:v>
                </c:pt>
                <c:pt idx="4708">
                  <c:v>41494</c:v>
                </c:pt>
                <c:pt idx="4709">
                  <c:v>41493</c:v>
                </c:pt>
                <c:pt idx="4710">
                  <c:v>41492</c:v>
                </c:pt>
                <c:pt idx="4711">
                  <c:v>41491</c:v>
                </c:pt>
                <c:pt idx="4712">
                  <c:v>41490</c:v>
                </c:pt>
                <c:pt idx="4713">
                  <c:v>41489</c:v>
                </c:pt>
                <c:pt idx="4714">
                  <c:v>41488</c:v>
                </c:pt>
                <c:pt idx="4715">
                  <c:v>41487</c:v>
                </c:pt>
                <c:pt idx="4716">
                  <c:v>41486</c:v>
                </c:pt>
                <c:pt idx="4717">
                  <c:v>41485</c:v>
                </c:pt>
                <c:pt idx="4718">
                  <c:v>41484</c:v>
                </c:pt>
                <c:pt idx="4719">
                  <c:v>41483</c:v>
                </c:pt>
                <c:pt idx="4720">
                  <c:v>41482</c:v>
                </c:pt>
                <c:pt idx="4721">
                  <c:v>41481</c:v>
                </c:pt>
                <c:pt idx="4722">
                  <c:v>41480</c:v>
                </c:pt>
                <c:pt idx="4723">
                  <c:v>41479</c:v>
                </c:pt>
                <c:pt idx="4724">
                  <c:v>41478</c:v>
                </c:pt>
                <c:pt idx="4725">
                  <c:v>41477</c:v>
                </c:pt>
                <c:pt idx="4726">
                  <c:v>41476</c:v>
                </c:pt>
                <c:pt idx="4727">
                  <c:v>41475</c:v>
                </c:pt>
                <c:pt idx="4728">
                  <c:v>41474</c:v>
                </c:pt>
              </c:numCache>
            </c:numRef>
          </c:cat>
          <c:val>
            <c:numRef>
              <c:f>'图4-5海外利率&amp;通胀'!$L$5:$L$4733</c:f>
              <c:numCache>
                <c:formatCode>#,##0.00_ </c:formatCode>
                <c:ptCount val="4729"/>
                <c:pt idx="0">
                  <c:v>1.25</c:v>
                </c:pt>
                <c:pt idx="1">
                  <c:v>1.25</c:v>
                </c:pt>
                <c:pt idx="2">
                  <c:v>1.25</c:v>
                </c:pt>
                <c:pt idx="3">
                  <c:v>1.25</c:v>
                </c:pt>
                <c:pt idx="4">
                  <c:v>1.25</c:v>
                </c:pt>
                <c:pt idx="5">
                  <c:v>1.25</c:v>
                </c:pt>
                <c:pt idx="6">
                  <c:v>1.25</c:v>
                </c:pt>
                <c:pt idx="7">
                  <c:v>1.25</c:v>
                </c:pt>
                <c:pt idx="8">
                  <c:v>1.25</c:v>
                </c:pt>
                <c:pt idx="9">
                  <c:v>1.25</c:v>
                </c:pt>
                <c:pt idx="10">
                  <c:v>1.25</c:v>
                </c:pt>
                <c:pt idx="11">
                  <c:v>1.25</c:v>
                </c:pt>
                <c:pt idx="12">
                  <c:v>1.25</c:v>
                </c:pt>
                <c:pt idx="13">
                  <c:v>1</c:v>
                </c:pt>
                <c:pt idx="14">
                  <c:v>1</c:v>
                </c:pt>
                <c:pt idx="15">
                  <c:v>1</c:v>
                </c:pt>
                <c:pt idx="16">
                  <c:v>1</c:v>
                </c:pt>
                <c:pt idx="17">
                  <c:v>1</c:v>
                </c:pt>
                <c:pt idx="18">
                  <c:v>1</c:v>
                </c:pt>
                <c:pt idx="19">
                  <c:v>1</c:v>
                </c:pt>
                <c:pt idx="20">
                  <c:v>1</c:v>
                </c:pt>
                <c:pt idx="21">
                  <c:v>1</c:v>
                </c:pt>
                <c:pt idx="22">
                  <c:v>1</c:v>
                </c:pt>
                <c:pt idx="23">
                  <c:v>1</c:v>
                </c:pt>
                <c:pt idx="24">
                  <c:v>1</c:v>
                </c:pt>
                <c:pt idx="25">
                  <c:v>1</c:v>
                </c:pt>
                <c:pt idx="26">
                  <c:v>1</c:v>
                </c:pt>
                <c:pt idx="27">
                  <c:v>1</c:v>
                </c:pt>
                <c:pt idx="28">
                  <c:v>1</c:v>
                </c:pt>
                <c:pt idx="29">
                  <c:v>1</c:v>
                </c:pt>
                <c:pt idx="30">
                  <c:v>1</c:v>
                </c:pt>
                <c:pt idx="31">
                  <c:v>1</c:v>
                </c:pt>
                <c:pt idx="32">
                  <c:v>1</c:v>
                </c:pt>
                <c:pt idx="33">
                  <c:v>1</c:v>
                </c:pt>
                <c:pt idx="34">
                  <c:v>1</c:v>
                </c:pt>
                <c:pt idx="35">
                  <c:v>1</c:v>
                </c:pt>
                <c:pt idx="36">
                  <c:v>1</c:v>
                </c:pt>
                <c:pt idx="37">
                  <c:v>1</c:v>
                </c:pt>
                <c:pt idx="38">
                  <c:v>1</c:v>
                </c:pt>
                <c:pt idx="39">
                  <c:v>1</c:v>
                </c:pt>
                <c:pt idx="40">
                  <c:v>1</c:v>
                </c:pt>
                <c:pt idx="41">
                  <c:v>1</c:v>
                </c:pt>
                <c:pt idx="42">
                  <c:v>1</c:v>
                </c:pt>
                <c:pt idx="43">
                  <c:v>1</c:v>
                </c:pt>
                <c:pt idx="44">
                  <c:v>1</c:v>
                </c:pt>
                <c:pt idx="45">
                  <c:v>1</c:v>
                </c:pt>
                <c:pt idx="46">
                  <c:v>1</c:v>
                </c:pt>
                <c:pt idx="47">
                  <c:v>1</c:v>
                </c:pt>
                <c:pt idx="48">
                  <c:v>1</c:v>
                </c:pt>
                <c:pt idx="49">
                  <c:v>1</c:v>
                </c:pt>
                <c:pt idx="50">
                  <c:v>1</c:v>
                </c:pt>
                <c:pt idx="51">
                  <c:v>1</c:v>
                </c:pt>
                <c:pt idx="52">
                  <c:v>1</c:v>
                </c:pt>
                <c:pt idx="53">
                  <c:v>1</c:v>
                </c:pt>
                <c:pt idx="54">
                  <c:v>1</c:v>
                </c:pt>
                <c:pt idx="55">
                  <c:v>1</c:v>
                </c:pt>
                <c:pt idx="56">
                  <c:v>1</c:v>
                </c:pt>
                <c:pt idx="57">
                  <c:v>1</c:v>
                </c:pt>
                <c:pt idx="58">
                  <c:v>1</c:v>
                </c:pt>
                <c:pt idx="59">
                  <c:v>1</c:v>
                </c:pt>
                <c:pt idx="60">
                  <c:v>1</c:v>
                </c:pt>
                <c:pt idx="61">
                  <c:v>1</c:v>
                </c:pt>
                <c:pt idx="62">
                  <c:v>1</c:v>
                </c:pt>
                <c:pt idx="63">
                  <c:v>1</c:v>
                </c:pt>
                <c:pt idx="64">
                  <c:v>1</c:v>
                </c:pt>
                <c:pt idx="65">
                  <c:v>1</c:v>
                </c:pt>
                <c:pt idx="66">
                  <c:v>1</c:v>
                </c:pt>
                <c:pt idx="67">
                  <c:v>1</c:v>
                </c:pt>
                <c:pt idx="68">
                  <c:v>1</c:v>
                </c:pt>
                <c:pt idx="69">
                  <c:v>1</c:v>
                </c:pt>
                <c:pt idx="70">
                  <c:v>1</c:v>
                </c:pt>
                <c:pt idx="71">
                  <c:v>1</c:v>
                </c:pt>
                <c:pt idx="72">
                  <c:v>1</c:v>
                </c:pt>
                <c:pt idx="73">
                  <c:v>1</c:v>
                </c:pt>
                <c:pt idx="74">
                  <c:v>1</c:v>
                </c:pt>
                <c:pt idx="75">
                  <c:v>1</c:v>
                </c:pt>
                <c:pt idx="76">
                  <c:v>1</c:v>
                </c:pt>
                <c:pt idx="77">
                  <c:v>1</c:v>
                </c:pt>
                <c:pt idx="78">
                  <c:v>1</c:v>
                </c:pt>
                <c:pt idx="79">
                  <c:v>1</c:v>
                </c:pt>
                <c:pt idx="80">
                  <c:v>1</c:v>
                </c:pt>
                <c:pt idx="81">
                  <c:v>1</c:v>
                </c:pt>
                <c:pt idx="82">
                  <c:v>1</c:v>
                </c:pt>
                <c:pt idx="83">
                  <c:v>1</c:v>
                </c:pt>
                <c:pt idx="84">
                  <c:v>1</c:v>
                </c:pt>
                <c:pt idx="85">
                  <c:v>1</c:v>
                </c:pt>
                <c:pt idx="86">
                  <c:v>1</c:v>
                </c:pt>
                <c:pt idx="87">
                  <c:v>1</c:v>
                </c:pt>
                <c:pt idx="88">
                  <c:v>1</c:v>
                </c:pt>
                <c:pt idx="89">
                  <c:v>1</c:v>
                </c:pt>
                <c:pt idx="90">
                  <c:v>1</c:v>
                </c:pt>
                <c:pt idx="91">
                  <c:v>1</c:v>
                </c:pt>
                <c:pt idx="92">
                  <c:v>1</c:v>
                </c:pt>
                <c:pt idx="93">
                  <c:v>1</c:v>
                </c:pt>
                <c:pt idx="94">
                  <c:v>1</c:v>
                </c:pt>
                <c:pt idx="95">
                  <c:v>1</c:v>
                </c:pt>
                <c:pt idx="96">
                  <c:v>1</c:v>
                </c:pt>
                <c:pt idx="97">
                  <c:v>1</c:v>
                </c:pt>
                <c:pt idx="98">
                  <c:v>1</c:v>
                </c:pt>
                <c:pt idx="99">
                  <c:v>1</c:v>
                </c:pt>
                <c:pt idx="100">
                  <c:v>1</c:v>
                </c:pt>
                <c:pt idx="101">
                  <c:v>1</c:v>
                </c:pt>
                <c:pt idx="102">
                  <c:v>1</c:v>
                </c:pt>
                <c:pt idx="103">
                  <c:v>1</c:v>
                </c:pt>
                <c:pt idx="104">
                  <c:v>1</c:v>
                </c:pt>
                <c:pt idx="105">
                  <c:v>1</c:v>
                </c:pt>
                <c:pt idx="106">
                  <c:v>1</c:v>
                </c:pt>
                <c:pt idx="107">
                  <c:v>1</c:v>
                </c:pt>
                <c:pt idx="108">
                  <c:v>1</c:v>
                </c:pt>
                <c:pt idx="109">
                  <c:v>1</c:v>
                </c:pt>
                <c:pt idx="110">
                  <c:v>1</c:v>
                </c:pt>
                <c:pt idx="111">
                  <c:v>1</c:v>
                </c:pt>
                <c:pt idx="112">
                  <c:v>1</c:v>
                </c:pt>
                <c:pt idx="113">
                  <c:v>1</c:v>
                </c:pt>
                <c:pt idx="114">
                  <c:v>1</c:v>
                </c:pt>
                <c:pt idx="115">
                  <c:v>1</c:v>
                </c:pt>
                <c:pt idx="116">
                  <c:v>1</c:v>
                </c:pt>
                <c:pt idx="117">
                  <c:v>1</c:v>
                </c:pt>
                <c:pt idx="118">
                  <c:v>1</c:v>
                </c:pt>
                <c:pt idx="119">
                  <c:v>1</c:v>
                </c:pt>
                <c:pt idx="120">
                  <c:v>1</c:v>
                </c:pt>
                <c:pt idx="121">
                  <c:v>1</c:v>
                </c:pt>
                <c:pt idx="122">
                  <c:v>1</c:v>
                </c:pt>
                <c:pt idx="123">
                  <c:v>1</c:v>
                </c:pt>
                <c:pt idx="124">
                  <c:v>1</c:v>
                </c:pt>
                <c:pt idx="125">
                  <c:v>1</c:v>
                </c:pt>
                <c:pt idx="126">
                  <c:v>1</c:v>
                </c:pt>
                <c:pt idx="127">
                  <c:v>1</c:v>
                </c:pt>
                <c:pt idx="128">
                  <c:v>1</c:v>
                </c:pt>
                <c:pt idx="129">
                  <c:v>1</c:v>
                </c:pt>
                <c:pt idx="130">
                  <c:v>1</c:v>
                </c:pt>
                <c:pt idx="131">
                  <c:v>1</c:v>
                </c:pt>
                <c:pt idx="132">
                  <c:v>1</c:v>
                </c:pt>
                <c:pt idx="133">
                  <c:v>1</c:v>
                </c:pt>
                <c:pt idx="134">
                  <c:v>1</c:v>
                </c:pt>
                <c:pt idx="135">
                  <c:v>1</c:v>
                </c:pt>
                <c:pt idx="136">
                  <c:v>1</c:v>
                </c:pt>
                <c:pt idx="137">
                  <c:v>1</c:v>
                </c:pt>
                <c:pt idx="138">
                  <c:v>1</c:v>
                </c:pt>
                <c:pt idx="139">
                  <c:v>1</c:v>
                </c:pt>
                <c:pt idx="140">
                  <c:v>1</c:v>
                </c:pt>
                <c:pt idx="141">
                  <c:v>1</c:v>
                </c:pt>
                <c:pt idx="142">
                  <c:v>1</c:v>
                </c:pt>
                <c:pt idx="143">
                  <c:v>1</c:v>
                </c:pt>
                <c:pt idx="144">
                  <c:v>1</c:v>
                </c:pt>
                <c:pt idx="145">
                  <c:v>1</c:v>
                </c:pt>
                <c:pt idx="146">
                  <c:v>1</c:v>
                </c:pt>
                <c:pt idx="147">
                  <c:v>1</c:v>
                </c:pt>
                <c:pt idx="148">
                  <c:v>1</c:v>
                </c:pt>
                <c:pt idx="149">
                  <c:v>1</c:v>
                </c:pt>
                <c:pt idx="150">
                  <c:v>1</c:v>
                </c:pt>
                <c:pt idx="151">
                  <c:v>1</c:v>
                </c:pt>
                <c:pt idx="152">
                  <c:v>1</c:v>
                </c:pt>
                <c:pt idx="153">
                  <c:v>1</c:v>
                </c:pt>
                <c:pt idx="154">
                  <c:v>1</c:v>
                </c:pt>
                <c:pt idx="155">
                  <c:v>1</c:v>
                </c:pt>
                <c:pt idx="156">
                  <c:v>1</c:v>
                </c:pt>
                <c:pt idx="157">
                  <c:v>1</c:v>
                </c:pt>
                <c:pt idx="158">
                  <c:v>1</c:v>
                </c:pt>
                <c:pt idx="159">
                  <c:v>1</c:v>
                </c:pt>
                <c:pt idx="160">
                  <c:v>1</c:v>
                </c:pt>
                <c:pt idx="161">
                  <c:v>1</c:v>
                </c:pt>
                <c:pt idx="162">
                  <c:v>1</c:v>
                </c:pt>
                <c:pt idx="163">
                  <c:v>1</c:v>
                </c:pt>
                <c:pt idx="164">
                  <c:v>1</c:v>
                </c:pt>
                <c:pt idx="165">
                  <c:v>1</c:v>
                </c:pt>
                <c:pt idx="166">
                  <c:v>1</c:v>
                </c:pt>
                <c:pt idx="167">
                  <c:v>1</c:v>
                </c:pt>
                <c:pt idx="168">
                  <c:v>1</c:v>
                </c:pt>
                <c:pt idx="169">
                  <c:v>1</c:v>
                </c:pt>
                <c:pt idx="170">
                  <c:v>1</c:v>
                </c:pt>
                <c:pt idx="171">
                  <c:v>1</c:v>
                </c:pt>
                <c:pt idx="172">
                  <c:v>1</c:v>
                </c:pt>
                <c:pt idx="173">
                  <c:v>1</c:v>
                </c:pt>
                <c:pt idx="174">
                  <c:v>1</c:v>
                </c:pt>
                <c:pt idx="175">
                  <c:v>1</c:v>
                </c:pt>
                <c:pt idx="176">
                  <c:v>1</c:v>
                </c:pt>
                <c:pt idx="177">
                  <c:v>1</c:v>
                </c:pt>
                <c:pt idx="178">
                  <c:v>1</c:v>
                </c:pt>
                <c:pt idx="179">
                  <c:v>1</c:v>
                </c:pt>
                <c:pt idx="180">
                  <c:v>1</c:v>
                </c:pt>
                <c:pt idx="181">
                  <c:v>1</c:v>
                </c:pt>
                <c:pt idx="182">
                  <c:v>1</c:v>
                </c:pt>
                <c:pt idx="183">
                  <c:v>1</c:v>
                </c:pt>
                <c:pt idx="184">
                  <c:v>1</c:v>
                </c:pt>
                <c:pt idx="185">
                  <c:v>1</c:v>
                </c:pt>
                <c:pt idx="186">
                  <c:v>1</c:v>
                </c:pt>
                <c:pt idx="187">
                  <c:v>1</c:v>
                </c:pt>
                <c:pt idx="188">
                  <c:v>1</c:v>
                </c:pt>
                <c:pt idx="189">
                  <c:v>1</c:v>
                </c:pt>
                <c:pt idx="190">
                  <c:v>0.75</c:v>
                </c:pt>
                <c:pt idx="191">
                  <c:v>0.75</c:v>
                </c:pt>
                <c:pt idx="192">
                  <c:v>0.75</c:v>
                </c:pt>
                <c:pt idx="193">
                  <c:v>0.75</c:v>
                </c:pt>
                <c:pt idx="194">
                  <c:v>0.75</c:v>
                </c:pt>
                <c:pt idx="195">
                  <c:v>0.75</c:v>
                </c:pt>
                <c:pt idx="196">
                  <c:v>0.75</c:v>
                </c:pt>
                <c:pt idx="197">
                  <c:v>0.75</c:v>
                </c:pt>
                <c:pt idx="198">
                  <c:v>0.75</c:v>
                </c:pt>
                <c:pt idx="199">
                  <c:v>0.75</c:v>
                </c:pt>
                <c:pt idx="200">
                  <c:v>0.75</c:v>
                </c:pt>
                <c:pt idx="201">
                  <c:v>0.75</c:v>
                </c:pt>
                <c:pt idx="202">
                  <c:v>0.75</c:v>
                </c:pt>
                <c:pt idx="203">
                  <c:v>0.75</c:v>
                </c:pt>
                <c:pt idx="204">
                  <c:v>0.75</c:v>
                </c:pt>
                <c:pt idx="205">
                  <c:v>0.75</c:v>
                </c:pt>
                <c:pt idx="206">
                  <c:v>0.75</c:v>
                </c:pt>
                <c:pt idx="207">
                  <c:v>0.75</c:v>
                </c:pt>
                <c:pt idx="208">
                  <c:v>0.75</c:v>
                </c:pt>
                <c:pt idx="209">
                  <c:v>0.75</c:v>
                </c:pt>
                <c:pt idx="210">
                  <c:v>0.75</c:v>
                </c:pt>
                <c:pt idx="211">
                  <c:v>0.75</c:v>
                </c:pt>
                <c:pt idx="212">
                  <c:v>0.75</c:v>
                </c:pt>
                <c:pt idx="213">
                  <c:v>0.75</c:v>
                </c:pt>
                <c:pt idx="214">
                  <c:v>0.75</c:v>
                </c:pt>
                <c:pt idx="215">
                  <c:v>0.75</c:v>
                </c:pt>
                <c:pt idx="216">
                  <c:v>0.75</c:v>
                </c:pt>
                <c:pt idx="217">
                  <c:v>0.75</c:v>
                </c:pt>
                <c:pt idx="218">
                  <c:v>0.75</c:v>
                </c:pt>
                <c:pt idx="219">
                  <c:v>0.75</c:v>
                </c:pt>
                <c:pt idx="220">
                  <c:v>0.75</c:v>
                </c:pt>
                <c:pt idx="221">
                  <c:v>0.75</c:v>
                </c:pt>
                <c:pt idx="222">
                  <c:v>0.75</c:v>
                </c:pt>
                <c:pt idx="223">
                  <c:v>0.75</c:v>
                </c:pt>
                <c:pt idx="224">
                  <c:v>0.75</c:v>
                </c:pt>
                <c:pt idx="225">
                  <c:v>0.75</c:v>
                </c:pt>
                <c:pt idx="226">
                  <c:v>0.75</c:v>
                </c:pt>
                <c:pt idx="227">
                  <c:v>0.75</c:v>
                </c:pt>
                <c:pt idx="228">
                  <c:v>0.75</c:v>
                </c:pt>
                <c:pt idx="229">
                  <c:v>0.75</c:v>
                </c:pt>
                <c:pt idx="230">
                  <c:v>0.75</c:v>
                </c:pt>
                <c:pt idx="231">
                  <c:v>0.75</c:v>
                </c:pt>
                <c:pt idx="232">
                  <c:v>0.75</c:v>
                </c:pt>
                <c:pt idx="233">
                  <c:v>0.75</c:v>
                </c:pt>
                <c:pt idx="234">
                  <c:v>0.75</c:v>
                </c:pt>
                <c:pt idx="235">
                  <c:v>0.75</c:v>
                </c:pt>
                <c:pt idx="236">
                  <c:v>0.75</c:v>
                </c:pt>
                <c:pt idx="237">
                  <c:v>0.75</c:v>
                </c:pt>
                <c:pt idx="238">
                  <c:v>0.75</c:v>
                </c:pt>
                <c:pt idx="239">
                  <c:v>0.75</c:v>
                </c:pt>
                <c:pt idx="240">
                  <c:v>0.75</c:v>
                </c:pt>
                <c:pt idx="241">
                  <c:v>0.75</c:v>
                </c:pt>
                <c:pt idx="242">
                  <c:v>0.75</c:v>
                </c:pt>
                <c:pt idx="243">
                  <c:v>0.75</c:v>
                </c:pt>
                <c:pt idx="244">
                  <c:v>0.75</c:v>
                </c:pt>
                <c:pt idx="245">
                  <c:v>0.75</c:v>
                </c:pt>
                <c:pt idx="246">
                  <c:v>0.75</c:v>
                </c:pt>
                <c:pt idx="247">
                  <c:v>0.75</c:v>
                </c:pt>
                <c:pt idx="248">
                  <c:v>0.75</c:v>
                </c:pt>
                <c:pt idx="249">
                  <c:v>0.75</c:v>
                </c:pt>
                <c:pt idx="250">
                  <c:v>0.75</c:v>
                </c:pt>
                <c:pt idx="251">
                  <c:v>0.75</c:v>
                </c:pt>
                <c:pt idx="252">
                  <c:v>0.75</c:v>
                </c:pt>
                <c:pt idx="253">
                  <c:v>0.75</c:v>
                </c:pt>
                <c:pt idx="254">
                  <c:v>0.75</c:v>
                </c:pt>
                <c:pt idx="255">
                  <c:v>0.75</c:v>
                </c:pt>
                <c:pt idx="256">
                  <c:v>0.75</c:v>
                </c:pt>
                <c:pt idx="257">
                  <c:v>0.75</c:v>
                </c:pt>
                <c:pt idx="258">
                  <c:v>0.75</c:v>
                </c:pt>
                <c:pt idx="259">
                  <c:v>0.75</c:v>
                </c:pt>
                <c:pt idx="260">
                  <c:v>0.75</c:v>
                </c:pt>
                <c:pt idx="261">
                  <c:v>0.75</c:v>
                </c:pt>
                <c:pt idx="262">
                  <c:v>0.75</c:v>
                </c:pt>
                <c:pt idx="263">
                  <c:v>0.75</c:v>
                </c:pt>
                <c:pt idx="264">
                  <c:v>0.75</c:v>
                </c:pt>
                <c:pt idx="265">
                  <c:v>0.75</c:v>
                </c:pt>
                <c:pt idx="266">
                  <c:v>0.75</c:v>
                </c:pt>
                <c:pt idx="267">
                  <c:v>0.75</c:v>
                </c:pt>
                <c:pt idx="268">
                  <c:v>0.75</c:v>
                </c:pt>
                <c:pt idx="269">
                  <c:v>0.75</c:v>
                </c:pt>
                <c:pt idx="270">
                  <c:v>0.75</c:v>
                </c:pt>
                <c:pt idx="271">
                  <c:v>0.75</c:v>
                </c:pt>
                <c:pt idx="272">
                  <c:v>0.75</c:v>
                </c:pt>
                <c:pt idx="273">
                  <c:v>0.75</c:v>
                </c:pt>
                <c:pt idx="274">
                  <c:v>0.75</c:v>
                </c:pt>
                <c:pt idx="275">
                  <c:v>0.75</c:v>
                </c:pt>
                <c:pt idx="276">
                  <c:v>0.75</c:v>
                </c:pt>
                <c:pt idx="277">
                  <c:v>0.75</c:v>
                </c:pt>
                <c:pt idx="278">
                  <c:v>0.75</c:v>
                </c:pt>
                <c:pt idx="279">
                  <c:v>0.75</c:v>
                </c:pt>
                <c:pt idx="280">
                  <c:v>0.75</c:v>
                </c:pt>
                <c:pt idx="281">
                  <c:v>0.75</c:v>
                </c:pt>
                <c:pt idx="282">
                  <c:v>0.75</c:v>
                </c:pt>
                <c:pt idx="283">
                  <c:v>0.75</c:v>
                </c:pt>
                <c:pt idx="284">
                  <c:v>0.75</c:v>
                </c:pt>
                <c:pt idx="285">
                  <c:v>0.75</c:v>
                </c:pt>
                <c:pt idx="286">
                  <c:v>0.75</c:v>
                </c:pt>
                <c:pt idx="287">
                  <c:v>0.75</c:v>
                </c:pt>
                <c:pt idx="288">
                  <c:v>0.75</c:v>
                </c:pt>
                <c:pt idx="289">
                  <c:v>0.75</c:v>
                </c:pt>
                <c:pt idx="290">
                  <c:v>0.75</c:v>
                </c:pt>
                <c:pt idx="291">
                  <c:v>0.75</c:v>
                </c:pt>
                <c:pt idx="292">
                  <c:v>0.75</c:v>
                </c:pt>
                <c:pt idx="293">
                  <c:v>0.75</c:v>
                </c:pt>
                <c:pt idx="294">
                  <c:v>0.75</c:v>
                </c:pt>
                <c:pt idx="295">
                  <c:v>0.75</c:v>
                </c:pt>
                <c:pt idx="296">
                  <c:v>0.75</c:v>
                </c:pt>
                <c:pt idx="297">
                  <c:v>0.75</c:v>
                </c:pt>
                <c:pt idx="298">
                  <c:v>0.75</c:v>
                </c:pt>
                <c:pt idx="299">
                  <c:v>0.75</c:v>
                </c:pt>
                <c:pt idx="300">
                  <c:v>0.75</c:v>
                </c:pt>
                <c:pt idx="301">
                  <c:v>0.75</c:v>
                </c:pt>
                <c:pt idx="302">
                  <c:v>0.75</c:v>
                </c:pt>
                <c:pt idx="303">
                  <c:v>0.75</c:v>
                </c:pt>
                <c:pt idx="304">
                  <c:v>0.75</c:v>
                </c:pt>
                <c:pt idx="305">
                  <c:v>0.75</c:v>
                </c:pt>
                <c:pt idx="306">
                  <c:v>0.75</c:v>
                </c:pt>
                <c:pt idx="307">
                  <c:v>0.75</c:v>
                </c:pt>
                <c:pt idx="308">
                  <c:v>0.75</c:v>
                </c:pt>
                <c:pt idx="309">
                  <c:v>0.75</c:v>
                </c:pt>
                <c:pt idx="310">
                  <c:v>0.75</c:v>
                </c:pt>
                <c:pt idx="311">
                  <c:v>0.75</c:v>
                </c:pt>
                <c:pt idx="312">
                  <c:v>0.75</c:v>
                </c:pt>
                <c:pt idx="313">
                  <c:v>0.75</c:v>
                </c:pt>
                <c:pt idx="314">
                  <c:v>0.75</c:v>
                </c:pt>
                <c:pt idx="315">
                  <c:v>0.75</c:v>
                </c:pt>
                <c:pt idx="316">
                  <c:v>0.75</c:v>
                </c:pt>
                <c:pt idx="317">
                  <c:v>0.75</c:v>
                </c:pt>
                <c:pt idx="318">
                  <c:v>0.75</c:v>
                </c:pt>
                <c:pt idx="319">
                  <c:v>0.75</c:v>
                </c:pt>
                <c:pt idx="320">
                  <c:v>0.75</c:v>
                </c:pt>
                <c:pt idx="321">
                  <c:v>0.75</c:v>
                </c:pt>
                <c:pt idx="322">
                  <c:v>0.75</c:v>
                </c:pt>
                <c:pt idx="323">
                  <c:v>0.75</c:v>
                </c:pt>
                <c:pt idx="324">
                  <c:v>0.75</c:v>
                </c:pt>
                <c:pt idx="325">
                  <c:v>0.75</c:v>
                </c:pt>
                <c:pt idx="326">
                  <c:v>0.75</c:v>
                </c:pt>
                <c:pt idx="327">
                  <c:v>0.75</c:v>
                </c:pt>
                <c:pt idx="328">
                  <c:v>0.75</c:v>
                </c:pt>
                <c:pt idx="329">
                  <c:v>0.75</c:v>
                </c:pt>
                <c:pt idx="330">
                  <c:v>0.75</c:v>
                </c:pt>
                <c:pt idx="331">
                  <c:v>0.75</c:v>
                </c:pt>
                <c:pt idx="332">
                  <c:v>0.75</c:v>
                </c:pt>
                <c:pt idx="333">
                  <c:v>0.75</c:v>
                </c:pt>
                <c:pt idx="334">
                  <c:v>0.75</c:v>
                </c:pt>
                <c:pt idx="335">
                  <c:v>0.75</c:v>
                </c:pt>
                <c:pt idx="336">
                  <c:v>0.75</c:v>
                </c:pt>
                <c:pt idx="337">
                  <c:v>0.75</c:v>
                </c:pt>
                <c:pt idx="338">
                  <c:v>0.75</c:v>
                </c:pt>
                <c:pt idx="339">
                  <c:v>0.75</c:v>
                </c:pt>
                <c:pt idx="340">
                  <c:v>0.75</c:v>
                </c:pt>
                <c:pt idx="341">
                  <c:v>0.75</c:v>
                </c:pt>
                <c:pt idx="342">
                  <c:v>0.75</c:v>
                </c:pt>
                <c:pt idx="343">
                  <c:v>0.75</c:v>
                </c:pt>
                <c:pt idx="344">
                  <c:v>0.75</c:v>
                </c:pt>
                <c:pt idx="345">
                  <c:v>0.75</c:v>
                </c:pt>
                <c:pt idx="346">
                  <c:v>0.75</c:v>
                </c:pt>
                <c:pt idx="347">
                  <c:v>0.75</c:v>
                </c:pt>
                <c:pt idx="348">
                  <c:v>0.75</c:v>
                </c:pt>
                <c:pt idx="349">
                  <c:v>0.75</c:v>
                </c:pt>
                <c:pt idx="350">
                  <c:v>0.75</c:v>
                </c:pt>
                <c:pt idx="351">
                  <c:v>0.75</c:v>
                </c:pt>
                <c:pt idx="352">
                  <c:v>0.75</c:v>
                </c:pt>
                <c:pt idx="353">
                  <c:v>0.75</c:v>
                </c:pt>
                <c:pt idx="354">
                  <c:v>0.75</c:v>
                </c:pt>
                <c:pt idx="355">
                  <c:v>0.75</c:v>
                </c:pt>
                <c:pt idx="356">
                  <c:v>0.75</c:v>
                </c:pt>
                <c:pt idx="357">
                  <c:v>0.75</c:v>
                </c:pt>
                <c:pt idx="358">
                  <c:v>0.75</c:v>
                </c:pt>
                <c:pt idx="359">
                  <c:v>0.75</c:v>
                </c:pt>
                <c:pt idx="360">
                  <c:v>0.75</c:v>
                </c:pt>
                <c:pt idx="361">
                  <c:v>0.75</c:v>
                </c:pt>
                <c:pt idx="362">
                  <c:v>0.75</c:v>
                </c:pt>
                <c:pt idx="363">
                  <c:v>0.75</c:v>
                </c:pt>
                <c:pt idx="364">
                  <c:v>0.75</c:v>
                </c:pt>
                <c:pt idx="365">
                  <c:v>0.75</c:v>
                </c:pt>
                <c:pt idx="366">
                  <c:v>0.75</c:v>
                </c:pt>
                <c:pt idx="367">
                  <c:v>0.75</c:v>
                </c:pt>
                <c:pt idx="368">
                  <c:v>0.75</c:v>
                </c:pt>
                <c:pt idx="369">
                  <c:v>0.75</c:v>
                </c:pt>
                <c:pt idx="370">
                  <c:v>0.75</c:v>
                </c:pt>
                <c:pt idx="371">
                  <c:v>0.75</c:v>
                </c:pt>
                <c:pt idx="372">
                  <c:v>0.75</c:v>
                </c:pt>
                <c:pt idx="373">
                  <c:v>0.75</c:v>
                </c:pt>
                <c:pt idx="374">
                  <c:v>0.75</c:v>
                </c:pt>
                <c:pt idx="375">
                  <c:v>0.75</c:v>
                </c:pt>
                <c:pt idx="376">
                  <c:v>0.75</c:v>
                </c:pt>
                <c:pt idx="377">
                  <c:v>0.75</c:v>
                </c:pt>
                <c:pt idx="378">
                  <c:v>0.75</c:v>
                </c:pt>
                <c:pt idx="379">
                  <c:v>0.75</c:v>
                </c:pt>
                <c:pt idx="380">
                  <c:v>0.75</c:v>
                </c:pt>
                <c:pt idx="381">
                  <c:v>0.75</c:v>
                </c:pt>
                <c:pt idx="382">
                  <c:v>0.75</c:v>
                </c:pt>
                <c:pt idx="383">
                  <c:v>0.75</c:v>
                </c:pt>
                <c:pt idx="384">
                  <c:v>0.75</c:v>
                </c:pt>
                <c:pt idx="385">
                  <c:v>0.75</c:v>
                </c:pt>
                <c:pt idx="386">
                  <c:v>0.75</c:v>
                </c:pt>
                <c:pt idx="387">
                  <c:v>0.75</c:v>
                </c:pt>
                <c:pt idx="388">
                  <c:v>0.75</c:v>
                </c:pt>
                <c:pt idx="389">
                  <c:v>0.75</c:v>
                </c:pt>
                <c:pt idx="390">
                  <c:v>0.75</c:v>
                </c:pt>
                <c:pt idx="391">
                  <c:v>0.75</c:v>
                </c:pt>
                <c:pt idx="392">
                  <c:v>0.75</c:v>
                </c:pt>
                <c:pt idx="393">
                  <c:v>0.75</c:v>
                </c:pt>
                <c:pt idx="394">
                  <c:v>0.75</c:v>
                </c:pt>
                <c:pt idx="395">
                  <c:v>0.75</c:v>
                </c:pt>
                <c:pt idx="396">
                  <c:v>0.75</c:v>
                </c:pt>
                <c:pt idx="397">
                  <c:v>0.75</c:v>
                </c:pt>
                <c:pt idx="398">
                  <c:v>0.75</c:v>
                </c:pt>
                <c:pt idx="399">
                  <c:v>0.75</c:v>
                </c:pt>
                <c:pt idx="400">
                  <c:v>0.75</c:v>
                </c:pt>
                <c:pt idx="401">
                  <c:v>0.75</c:v>
                </c:pt>
                <c:pt idx="402">
                  <c:v>0.75</c:v>
                </c:pt>
                <c:pt idx="403">
                  <c:v>0.75</c:v>
                </c:pt>
                <c:pt idx="404">
                  <c:v>0.75</c:v>
                </c:pt>
                <c:pt idx="405">
                  <c:v>0.75</c:v>
                </c:pt>
                <c:pt idx="406">
                  <c:v>0.75</c:v>
                </c:pt>
                <c:pt idx="407">
                  <c:v>0.75</c:v>
                </c:pt>
                <c:pt idx="408">
                  <c:v>0.75</c:v>
                </c:pt>
                <c:pt idx="409">
                  <c:v>0.75</c:v>
                </c:pt>
                <c:pt idx="410">
                  <c:v>0.75</c:v>
                </c:pt>
                <c:pt idx="411">
                  <c:v>0.75</c:v>
                </c:pt>
                <c:pt idx="412">
                  <c:v>0.75</c:v>
                </c:pt>
                <c:pt idx="413">
                  <c:v>0.75</c:v>
                </c:pt>
                <c:pt idx="414">
                  <c:v>0.75</c:v>
                </c:pt>
                <c:pt idx="415">
                  <c:v>0.75</c:v>
                </c:pt>
                <c:pt idx="416">
                  <c:v>0.75</c:v>
                </c:pt>
                <c:pt idx="417">
                  <c:v>0.75</c:v>
                </c:pt>
                <c:pt idx="418">
                  <c:v>0.75</c:v>
                </c:pt>
                <c:pt idx="419">
                  <c:v>0.75</c:v>
                </c:pt>
                <c:pt idx="420">
                  <c:v>0.75</c:v>
                </c:pt>
                <c:pt idx="421">
                  <c:v>0.75</c:v>
                </c:pt>
                <c:pt idx="422">
                  <c:v>0.75</c:v>
                </c:pt>
                <c:pt idx="423">
                  <c:v>0.75</c:v>
                </c:pt>
                <c:pt idx="424">
                  <c:v>0.75</c:v>
                </c:pt>
                <c:pt idx="425">
                  <c:v>0.75</c:v>
                </c:pt>
                <c:pt idx="426">
                  <c:v>0.75</c:v>
                </c:pt>
                <c:pt idx="427">
                  <c:v>0.75</c:v>
                </c:pt>
                <c:pt idx="428">
                  <c:v>0.75</c:v>
                </c:pt>
                <c:pt idx="429">
                  <c:v>0.75</c:v>
                </c:pt>
                <c:pt idx="430">
                  <c:v>0.75</c:v>
                </c:pt>
                <c:pt idx="431">
                  <c:v>0.75</c:v>
                </c:pt>
                <c:pt idx="432">
                  <c:v>0.75</c:v>
                </c:pt>
                <c:pt idx="433">
                  <c:v>0.75</c:v>
                </c:pt>
                <c:pt idx="434">
                  <c:v>0.75</c:v>
                </c:pt>
                <c:pt idx="435">
                  <c:v>0.75</c:v>
                </c:pt>
                <c:pt idx="436">
                  <c:v>0.75</c:v>
                </c:pt>
                <c:pt idx="437">
                  <c:v>0.75</c:v>
                </c:pt>
                <c:pt idx="438">
                  <c:v>0.75</c:v>
                </c:pt>
                <c:pt idx="439">
                  <c:v>0.75</c:v>
                </c:pt>
                <c:pt idx="440">
                  <c:v>0.75</c:v>
                </c:pt>
                <c:pt idx="441">
                  <c:v>0.75</c:v>
                </c:pt>
                <c:pt idx="442">
                  <c:v>0.75</c:v>
                </c:pt>
                <c:pt idx="443">
                  <c:v>0.75</c:v>
                </c:pt>
                <c:pt idx="444">
                  <c:v>0.75</c:v>
                </c:pt>
                <c:pt idx="445">
                  <c:v>0.75</c:v>
                </c:pt>
                <c:pt idx="446">
                  <c:v>0.75</c:v>
                </c:pt>
                <c:pt idx="447">
                  <c:v>0.75</c:v>
                </c:pt>
                <c:pt idx="448">
                  <c:v>0.75</c:v>
                </c:pt>
                <c:pt idx="449">
                  <c:v>0.75</c:v>
                </c:pt>
                <c:pt idx="450">
                  <c:v>0.75</c:v>
                </c:pt>
                <c:pt idx="451">
                  <c:v>0.75</c:v>
                </c:pt>
                <c:pt idx="452">
                  <c:v>0.75</c:v>
                </c:pt>
                <c:pt idx="453">
                  <c:v>0.75</c:v>
                </c:pt>
                <c:pt idx="454">
                  <c:v>0.75</c:v>
                </c:pt>
                <c:pt idx="455">
                  <c:v>0.75</c:v>
                </c:pt>
                <c:pt idx="456">
                  <c:v>0.75</c:v>
                </c:pt>
                <c:pt idx="457">
                  <c:v>0.75</c:v>
                </c:pt>
                <c:pt idx="458">
                  <c:v>0.75</c:v>
                </c:pt>
                <c:pt idx="459">
                  <c:v>0.75</c:v>
                </c:pt>
                <c:pt idx="460">
                  <c:v>0.75</c:v>
                </c:pt>
                <c:pt idx="461">
                  <c:v>0.75</c:v>
                </c:pt>
                <c:pt idx="462">
                  <c:v>0.75</c:v>
                </c:pt>
                <c:pt idx="463">
                  <c:v>0.75</c:v>
                </c:pt>
                <c:pt idx="464">
                  <c:v>0.75</c:v>
                </c:pt>
                <c:pt idx="465">
                  <c:v>0.75</c:v>
                </c:pt>
                <c:pt idx="466">
                  <c:v>0.75</c:v>
                </c:pt>
                <c:pt idx="467">
                  <c:v>0.75</c:v>
                </c:pt>
                <c:pt idx="468">
                  <c:v>0.75</c:v>
                </c:pt>
                <c:pt idx="469">
                  <c:v>0.75</c:v>
                </c:pt>
                <c:pt idx="470">
                  <c:v>0.75</c:v>
                </c:pt>
                <c:pt idx="471">
                  <c:v>0.75</c:v>
                </c:pt>
                <c:pt idx="472">
                  <c:v>0.75</c:v>
                </c:pt>
                <c:pt idx="473">
                  <c:v>0.75</c:v>
                </c:pt>
                <c:pt idx="474">
                  <c:v>0.75</c:v>
                </c:pt>
                <c:pt idx="475">
                  <c:v>0.75</c:v>
                </c:pt>
                <c:pt idx="476">
                  <c:v>0.75</c:v>
                </c:pt>
                <c:pt idx="477">
                  <c:v>0.75</c:v>
                </c:pt>
                <c:pt idx="478">
                  <c:v>0.75</c:v>
                </c:pt>
                <c:pt idx="479">
                  <c:v>0.75</c:v>
                </c:pt>
                <c:pt idx="480">
                  <c:v>0.75</c:v>
                </c:pt>
                <c:pt idx="481">
                  <c:v>0.75</c:v>
                </c:pt>
                <c:pt idx="482">
                  <c:v>0.75</c:v>
                </c:pt>
                <c:pt idx="483">
                  <c:v>0.75</c:v>
                </c:pt>
                <c:pt idx="484">
                  <c:v>0.75</c:v>
                </c:pt>
                <c:pt idx="485">
                  <c:v>0.75</c:v>
                </c:pt>
                <c:pt idx="486">
                  <c:v>0.75</c:v>
                </c:pt>
                <c:pt idx="487">
                  <c:v>0.75</c:v>
                </c:pt>
                <c:pt idx="488">
                  <c:v>0.75</c:v>
                </c:pt>
                <c:pt idx="489">
                  <c:v>0.75</c:v>
                </c:pt>
                <c:pt idx="490">
                  <c:v>0.75</c:v>
                </c:pt>
                <c:pt idx="491">
                  <c:v>0.75</c:v>
                </c:pt>
                <c:pt idx="492">
                  <c:v>0.75</c:v>
                </c:pt>
                <c:pt idx="493">
                  <c:v>0.75</c:v>
                </c:pt>
                <c:pt idx="494">
                  <c:v>0.75</c:v>
                </c:pt>
                <c:pt idx="495">
                  <c:v>0.75</c:v>
                </c:pt>
                <c:pt idx="496">
                  <c:v>0.75</c:v>
                </c:pt>
                <c:pt idx="497">
                  <c:v>0.75</c:v>
                </c:pt>
                <c:pt idx="498">
                  <c:v>0.75</c:v>
                </c:pt>
                <c:pt idx="499">
                  <c:v>0.75</c:v>
                </c:pt>
                <c:pt idx="500">
                  <c:v>0.75</c:v>
                </c:pt>
                <c:pt idx="501">
                  <c:v>0.75</c:v>
                </c:pt>
                <c:pt idx="502">
                  <c:v>0.75</c:v>
                </c:pt>
                <c:pt idx="503">
                  <c:v>0.75</c:v>
                </c:pt>
                <c:pt idx="504">
                  <c:v>0.75</c:v>
                </c:pt>
                <c:pt idx="505">
                  <c:v>0.75</c:v>
                </c:pt>
                <c:pt idx="506">
                  <c:v>0.75</c:v>
                </c:pt>
                <c:pt idx="507">
                  <c:v>0.75</c:v>
                </c:pt>
                <c:pt idx="508">
                  <c:v>0.75</c:v>
                </c:pt>
                <c:pt idx="509">
                  <c:v>0.75</c:v>
                </c:pt>
                <c:pt idx="510">
                  <c:v>0.75</c:v>
                </c:pt>
                <c:pt idx="511">
                  <c:v>0.75</c:v>
                </c:pt>
                <c:pt idx="512">
                  <c:v>0.75</c:v>
                </c:pt>
                <c:pt idx="513">
                  <c:v>0.75</c:v>
                </c:pt>
                <c:pt idx="514">
                  <c:v>0.75</c:v>
                </c:pt>
                <c:pt idx="515">
                  <c:v>0.75</c:v>
                </c:pt>
                <c:pt idx="516">
                  <c:v>0.75</c:v>
                </c:pt>
                <c:pt idx="517">
                  <c:v>0.75</c:v>
                </c:pt>
                <c:pt idx="518">
                  <c:v>0.75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0.3</c:v>
                </c:pt>
                <c:pt idx="699">
                  <c:v>0.3</c:v>
                </c:pt>
                <c:pt idx="700">
                  <c:v>0.3</c:v>
                </c:pt>
                <c:pt idx="701">
                  <c:v>0.3</c:v>
                </c:pt>
                <c:pt idx="702">
                  <c:v>0.3</c:v>
                </c:pt>
                <c:pt idx="703">
                  <c:v>0.3</c:v>
                </c:pt>
                <c:pt idx="704">
                  <c:v>0.3</c:v>
                </c:pt>
                <c:pt idx="705">
                  <c:v>0.3</c:v>
                </c:pt>
                <c:pt idx="706">
                  <c:v>0.3</c:v>
                </c:pt>
                <c:pt idx="707">
                  <c:v>0.3</c:v>
                </c:pt>
                <c:pt idx="708">
                  <c:v>0.3</c:v>
                </c:pt>
                <c:pt idx="709">
                  <c:v>0.3</c:v>
                </c:pt>
                <c:pt idx="710">
                  <c:v>0.3</c:v>
                </c:pt>
                <c:pt idx="711">
                  <c:v>0.3</c:v>
                </c:pt>
                <c:pt idx="712">
                  <c:v>0.3</c:v>
                </c:pt>
                <c:pt idx="713">
                  <c:v>0.3</c:v>
                </c:pt>
                <c:pt idx="714">
                  <c:v>0.3</c:v>
                </c:pt>
                <c:pt idx="715">
                  <c:v>0.3</c:v>
                </c:pt>
                <c:pt idx="716">
                  <c:v>0.3</c:v>
                </c:pt>
                <c:pt idx="717">
                  <c:v>0.3</c:v>
                </c:pt>
                <c:pt idx="718">
                  <c:v>0.3</c:v>
                </c:pt>
                <c:pt idx="719">
                  <c:v>0.3</c:v>
                </c:pt>
                <c:pt idx="720">
                  <c:v>0.3</c:v>
                </c:pt>
                <c:pt idx="721">
                  <c:v>0.3</c:v>
                </c:pt>
                <c:pt idx="722">
                  <c:v>0.3</c:v>
                </c:pt>
                <c:pt idx="723">
                  <c:v>0.3</c:v>
                </c:pt>
                <c:pt idx="724">
                  <c:v>0.3</c:v>
                </c:pt>
                <c:pt idx="725">
                  <c:v>0.3</c:v>
                </c:pt>
                <c:pt idx="726">
                  <c:v>0.3</c:v>
                </c:pt>
                <c:pt idx="727">
                  <c:v>0.3</c:v>
                </c:pt>
                <c:pt idx="728">
                  <c:v>0.3</c:v>
                </c:pt>
                <c:pt idx="729">
                  <c:v>0.3</c:v>
                </c:pt>
                <c:pt idx="730">
                  <c:v>0.3</c:v>
                </c:pt>
                <c:pt idx="731">
                  <c:v>0.3</c:v>
                </c:pt>
                <c:pt idx="732">
                  <c:v>0.3</c:v>
                </c:pt>
                <c:pt idx="733">
                  <c:v>0.3</c:v>
                </c:pt>
                <c:pt idx="734">
                  <c:v>0.3</c:v>
                </c:pt>
                <c:pt idx="735">
                  <c:v>0.3</c:v>
                </c:pt>
                <c:pt idx="736">
                  <c:v>0.3</c:v>
                </c:pt>
                <c:pt idx="737">
                  <c:v>0.3</c:v>
                </c:pt>
                <c:pt idx="738">
                  <c:v>0.3</c:v>
                </c:pt>
                <c:pt idx="739">
                  <c:v>0.3</c:v>
                </c:pt>
                <c:pt idx="740">
                  <c:v>0.3</c:v>
                </c:pt>
                <c:pt idx="741">
                  <c:v>0.3</c:v>
                </c:pt>
                <c:pt idx="742">
                  <c:v>0.3</c:v>
                </c:pt>
                <c:pt idx="743">
                  <c:v>0.3</c:v>
                </c:pt>
                <c:pt idx="744">
                  <c:v>0.3</c:v>
                </c:pt>
                <c:pt idx="745">
                  <c:v>0.3</c:v>
                </c:pt>
                <c:pt idx="746">
                  <c:v>0.3</c:v>
                </c:pt>
                <c:pt idx="747">
                  <c:v>0.3</c:v>
                </c:pt>
                <c:pt idx="748">
                  <c:v>0.3</c:v>
                </c:pt>
                <c:pt idx="749">
                  <c:v>0.3</c:v>
                </c:pt>
                <c:pt idx="750">
                  <c:v>0.3</c:v>
                </c:pt>
                <c:pt idx="751">
                  <c:v>0.3</c:v>
                </c:pt>
                <c:pt idx="752">
                  <c:v>0.3</c:v>
                </c:pt>
                <c:pt idx="753">
                  <c:v>0.3</c:v>
                </c:pt>
                <c:pt idx="754">
                  <c:v>0.3</c:v>
                </c:pt>
                <c:pt idx="755">
                  <c:v>0.3</c:v>
                </c:pt>
                <c:pt idx="756">
                  <c:v>0.3</c:v>
                </c:pt>
                <c:pt idx="757">
                  <c:v>0.3</c:v>
                </c:pt>
                <c:pt idx="758">
                  <c:v>0.3</c:v>
                </c:pt>
                <c:pt idx="759">
                  <c:v>0.3</c:v>
                </c:pt>
                <c:pt idx="760">
                  <c:v>0.3</c:v>
                </c:pt>
                <c:pt idx="761">
                  <c:v>0.3</c:v>
                </c:pt>
                <c:pt idx="762">
                  <c:v>0.3</c:v>
                </c:pt>
                <c:pt idx="763">
                  <c:v>0.3</c:v>
                </c:pt>
                <c:pt idx="764">
                  <c:v>0.3</c:v>
                </c:pt>
                <c:pt idx="765">
                  <c:v>0.3</c:v>
                </c:pt>
                <c:pt idx="766">
                  <c:v>0.3</c:v>
                </c:pt>
                <c:pt idx="767">
                  <c:v>0.3</c:v>
                </c:pt>
                <c:pt idx="768">
                  <c:v>0.3</c:v>
                </c:pt>
                <c:pt idx="769">
                  <c:v>0.3</c:v>
                </c:pt>
                <c:pt idx="770">
                  <c:v>0.3</c:v>
                </c:pt>
                <c:pt idx="771">
                  <c:v>0.3</c:v>
                </c:pt>
                <c:pt idx="772">
                  <c:v>0.3</c:v>
                </c:pt>
                <c:pt idx="773">
                  <c:v>0.3</c:v>
                </c:pt>
                <c:pt idx="774">
                  <c:v>0.3</c:v>
                </c:pt>
                <c:pt idx="775">
                  <c:v>0.3</c:v>
                </c:pt>
                <c:pt idx="776">
                  <c:v>0.3</c:v>
                </c:pt>
                <c:pt idx="777">
                  <c:v>0.3</c:v>
                </c:pt>
                <c:pt idx="778">
                  <c:v>0.3</c:v>
                </c:pt>
                <c:pt idx="779">
                  <c:v>0.3</c:v>
                </c:pt>
                <c:pt idx="780">
                  <c:v>0.3</c:v>
                </c:pt>
                <c:pt idx="781">
                  <c:v>0.3</c:v>
                </c:pt>
                <c:pt idx="782">
                  <c:v>0.3</c:v>
                </c:pt>
                <c:pt idx="783">
                  <c:v>0.3</c:v>
                </c:pt>
                <c:pt idx="784">
                  <c:v>0.3</c:v>
                </c:pt>
                <c:pt idx="785">
                  <c:v>0.3</c:v>
                </c:pt>
                <c:pt idx="786">
                  <c:v>0.3</c:v>
                </c:pt>
                <c:pt idx="787">
                  <c:v>0.3</c:v>
                </c:pt>
                <c:pt idx="788">
                  <c:v>0.3</c:v>
                </c:pt>
                <c:pt idx="789">
                  <c:v>0.3</c:v>
                </c:pt>
                <c:pt idx="790">
                  <c:v>0.3</c:v>
                </c:pt>
                <c:pt idx="791">
                  <c:v>0.3</c:v>
                </c:pt>
                <c:pt idx="792">
                  <c:v>0.3</c:v>
                </c:pt>
                <c:pt idx="793">
                  <c:v>0.3</c:v>
                </c:pt>
                <c:pt idx="794">
                  <c:v>0.3</c:v>
                </c:pt>
                <c:pt idx="795">
                  <c:v>0.3</c:v>
                </c:pt>
                <c:pt idx="796">
                  <c:v>0.3</c:v>
                </c:pt>
                <c:pt idx="797">
                  <c:v>0.3</c:v>
                </c:pt>
                <c:pt idx="798">
                  <c:v>0.3</c:v>
                </c:pt>
                <c:pt idx="799">
                  <c:v>0.3</c:v>
                </c:pt>
                <c:pt idx="800">
                  <c:v>0.3</c:v>
                </c:pt>
                <c:pt idx="801">
                  <c:v>0.3</c:v>
                </c:pt>
                <c:pt idx="802">
                  <c:v>0.3</c:v>
                </c:pt>
                <c:pt idx="803">
                  <c:v>0.3</c:v>
                </c:pt>
                <c:pt idx="804">
                  <c:v>0.3</c:v>
                </c:pt>
                <c:pt idx="805">
                  <c:v>0.3</c:v>
                </c:pt>
                <c:pt idx="806">
                  <c:v>0.3</c:v>
                </c:pt>
                <c:pt idx="807">
                  <c:v>0.3</c:v>
                </c:pt>
                <c:pt idx="808">
                  <c:v>0.3</c:v>
                </c:pt>
                <c:pt idx="809">
                  <c:v>0.3</c:v>
                </c:pt>
                <c:pt idx="810">
                  <c:v>0.3</c:v>
                </c:pt>
                <c:pt idx="811">
                  <c:v>0.3</c:v>
                </c:pt>
                <c:pt idx="812">
                  <c:v>0.3</c:v>
                </c:pt>
                <c:pt idx="813">
                  <c:v>0.3</c:v>
                </c:pt>
                <c:pt idx="814">
                  <c:v>0.3</c:v>
                </c:pt>
                <c:pt idx="815">
                  <c:v>0.3</c:v>
                </c:pt>
                <c:pt idx="816">
                  <c:v>0.3</c:v>
                </c:pt>
                <c:pt idx="817">
                  <c:v>0.3</c:v>
                </c:pt>
                <c:pt idx="818">
                  <c:v>0.3</c:v>
                </c:pt>
                <c:pt idx="819">
                  <c:v>0.3</c:v>
                </c:pt>
                <c:pt idx="820">
                  <c:v>0.3</c:v>
                </c:pt>
                <c:pt idx="821">
                  <c:v>0.3</c:v>
                </c:pt>
                <c:pt idx="822">
                  <c:v>0.3</c:v>
                </c:pt>
                <c:pt idx="823">
                  <c:v>0.3</c:v>
                </c:pt>
                <c:pt idx="824">
                  <c:v>0.3</c:v>
                </c:pt>
                <c:pt idx="825">
                  <c:v>0.3</c:v>
                </c:pt>
                <c:pt idx="826">
                  <c:v>0.3</c:v>
                </c:pt>
                <c:pt idx="827">
                  <c:v>0.3</c:v>
                </c:pt>
                <c:pt idx="828">
                  <c:v>0.3</c:v>
                </c:pt>
                <c:pt idx="829">
                  <c:v>0.3</c:v>
                </c:pt>
                <c:pt idx="830">
                  <c:v>0.3</c:v>
                </c:pt>
                <c:pt idx="831">
                  <c:v>0.3</c:v>
                </c:pt>
                <c:pt idx="832">
                  <c:v>0.3</c:v>
                </c:pt>
                <c:pt idx="833">
                  <c:v>0.3</c:v>
                </c:pt>
                <c:pt idx="834">
                  <c:v>0.3</c:v>
                </c:pt>
                <c:pt idx="835">
                  <c:v>0.3</c:v>
                </c:pt>
                <c:pt idx="836">
                  <c:v>0.3</c:v>
                </c:pt>
                <c:pt idx="837">
                  <c:v>0.3</c:v>
                </c:pt>
                <c:pt idx="838">
                  <c:v>0.3</c:v>
                </c:pt>
                <c:pt idx="839">
                  <c:v>0.3</c:v>
                </c:pt>
                <c:pt idx="840">
                  <c:v>0.3</c:v>
                </c:pt>
                <c:pt idx="841">
                  <c:v>0.3</c:v>
                </c:pt>
                <c:pt idx="842">
                  <c:v>0.3</c:v>
                </c:pt>
                <c:pt idx="843">
                  <c:v>0.3</c:v>
                </c:pt>
                <c:pt idx="844">
                  <c:v>0.3</c:v>
                </c:pt>
                <c:pt idx="845">
                  <c:v>0.3</c:v>
                </c:pt>
                <c:pt idx="846">
                  <c:v>0.3</c:v>
                </c:pt>
                <c:pt idx="847">
                  <c:v>0.3</c:v>
                </c:pt>
                <c:pt idx="848">
                  <c:v>0.3</c:v>
                </c:pt>
                <c:pt idx="849">
                  <c:v>0.3</c:v>
                </c:pt>
                <c:pt idx="850">
                  <c:v>0.3</c:v>
                </c:pt>
                <c:pt idx="851">
                  <c:v>0.3</c:v>
                </c:pt>
                <c:pt idx="852">
                  <c:v>0.3</c:v>
                </c:pt>
                <c:pt idx="853">
                  <c:v>0.3</c:v>
                </c:pt>
                <c:pt idx="854">
                  <c:v>0.3</c:v>
                </c:pt>
                <c:pt idx="855">
                  <c:v>0.3</c:v>
                </c:pt>
                <c:pt idx="856">
                  <c:v>0.3</c:v>
                </c:pt>
                <c:pt idx="857">
                  <c:v>0.3</c:v>
                </c:pt>
                <c:pt idx="858">
                  <c:v>0.3</c:v>
                </c:pt>
                <c:pt idx="859">
                  <c:v>0.3</c:v>
                </c:pt>
                <c:pt idx="860">
                  <c:v>0.3</c:v>
                </c:pt>
                <c:pt idx="861">
                  <c:v>0.3</c:v>
                </c:pt>
                <c:pt idx="862">
                  <c:v>0.3</c:v>
                </c:pt>
                <c:pt idx="863">
                  <c:v>0.3</c:v>
                </c:pt>
                <c:pt idx="864">
                  <c:v>0.3</c:v>
                </c:pt>
                <c:pt idx="865">
                  <c:v>0.3</c:v>
                </c:pt>
                <c:pt idx="866">
                  <c:v>0.3</c:v>
                </c:pt>
                <c:pt idx="867">
                  <c:v>0.3</c:v>
                </c:pt>
                <c:pt idx="868">
                  <c:v>0.3</c:v>
                </c:pt>
                <c:pt idx="869">
                  <c:v>0.3</c:v>
                </c:pt>
                <c:pt idx="870">
                  <c:v>0.3</c:v>
                </c:pt>
                <c:pt idx="871">
                  <c:v>0.3</c:v>
                </c:pt>
                <c:pt idx="872">
                  <c:v>0.3</c:v>
                </c:pt>
                <c:pt idx="873">
                  <c:v>0.3</c:v>
                </c:pt>
                <c:pt idx="874">
                  <c:v>0.3</c:v>
                </c:pt>
                <c:pt idx="875">
                  <c:v>0.3</c:v>
                </c:pt>
                <c:pt idx="876">
                  <c:v>0.3</c:v>
                </c:pt>
                <c:pt idx="877">
                  <c:v>0.3</c:v>
                </c:pt>
                <c:pt idx="878">
                  <c:v>0.3</c:v>
                </c:pt>
                <c:pt idx="879">
                  <c:v>0.3</c:v>
                </c:pt>
                <c:pt idx="880">
                  <c:v>0.3</c:v>
                </c:pt>
                <c:pt idx="881">
                  <c:v>0.3</c:v>
                </c:pt>
                <c:pt idx="882">
                  <c:v>0.3</c:v>
                </c:pt>
                <c:pt idx="883">
                  <c:v>0.3</c:v>
                </c:pt>
                <c:pt idx="884">
                  <c:v>0.3</c:v>
                </c:pt>
                <c:pt idx="885">
                  <c:v>0.3</c:v>
                </c:pt>
                <c:pt idx="886">
                  <c:v>0.3</c:v>
                </c:pt>
                <c:pt idx="887">
                  <c:v>0.3</c:v>
                </c:pt>
                <c:pt idx="888">
                  <c:v>0.3</c:v>
                </c:pt>
                <c:pt idx="889">
                  <c:v>0.3</c:v>
                </c:pt>
                <c:pt idx="890">
                  <c:v>0.3</c:v>
                </c:pt>
                <c:pt idx="891">
                  <c:v>0.3</c:v>
                </c:pt>
                <c:pt idx="892">
                  <c:v>0.3</c:v>
                </c:pt>
                <c:pt idx="893">
                  <c:v>0.3</c:v>
                </c:pt>
                <c:pt idx="894">
                  <c:v>0.3</c:v>
                </c:pt>
                <c:pt idx="895">
                  <c:v>0.3</c:v>
                </c:pt>
                <c:pt idx="896">
                  <c:v>0.3</c:v>
                </c:pt>
                <c:pt idx="897">
                  <c:v>0.3</c:v>
                </c:pt>
                <c:pt idx="898">
                  <c:v>0.3</c:v>
                </c:pt>
                <c:pt idx="899">
                  <c:v>0.3</c:v>
                </c:pt>
                <c:pt idx="900">
                  <c:v>0.3</c:v>
                </c:pt>
                <c:pt idx="901">
                  <c:v>0.3</c:v>
                </c:pt>
                <c:pt idx="902">
                  <c:v>0.3</c:v>
                </c:pt>
                <c:pt idx="903">
                  <c:v>0.3</c:v>
                </c:pt>
                <c:pt idx="904">
                  <c:v>0.3</c:v>
                </c:pt>
                <c:pt idx="905">
                  <c:v>0.3</c:v>
                </c:pt>
                <c:pt idx="906">
                  <c:v>0.3</c:v>
                </c:pt>
                <c:pt idx="907">
                  <c:v>0.3</c:v>
                </c:pt>
                <c:pt idx="908">
                  <c:v>0.3</c:v>
                </c:pt>
                <c:pt idx="909">
                  <c:v>0.3</c:v>
                </c:pt>
                <c:pt idx="910">
                  <c:v>0.3</c:v>
                </c:pt>
                <c:pt idx="911">
                  <c:v>0.3</c:v>
                </c:pt>
                <c:pt idx="912">
                  <c:v>0.3</c:v>
                </c:pt>
                <c:pt idx="913">
                  <c:v>0.3</c:v>
                </c:pt>
                <c:pt idx="914">
                  <c:v>0.3</c:v>
                </c:pt>
                <c:pt idx="915">
                  <c:v>0.3</c:v>
                </c:pt>
                <c:pt idx="916">
                  <c:v>0.3</c:v>
                </c:pt>
                <c:pt idx="917">
                  <c:v>0.3</c:v>
                </c:pt>
                <c:pt idx="918">
                  <c:v>0.3</c:v>
                </c:pt>
                <c:pt idx="919">
                  <c:v>0.3</c:v>
                </c:pt>
                <c:pt idx="920">
                  <c:v>0.3</c:v>
                </c:pt>
                <c:pt idx="921">
                  <c:v>0.3</c:v>
                </c:pt>
                <c:pt idx="922">
                  <c:v>0.3</c:v>
                </c:pt>
                <c:pt idx="923">
                  <c:v>0.3</c:v>
                </c:pt>
                <c:pt idx="924">
                  <c:v>0.3</c:v>
                </c:pt>
                <c:pt idx="925">
                  <c:v>0.3</c:v>
                </c:pt>
                <c:pt idx="926">
                  <c:v>0.3</c:v>
                </c:pt>
                <c:pt idx="927">
                  <c:v>0.3</c:v>
                </c:pt>
                <c:pt idx="928">
                  <c:v>0.3</c:v>
                </c:pt>
                <c:pt idx="929">
                  <c:v>0.3</c:v>
                </c:pt>
                <c:pt idx="930">
                  <c:v>0.3</c:v>
                </c:pt>
                <c:pt idx="931">
                  <c:v>0.3</c:v>
                </c:pt>
                <c:pt idx="932">
                  <c:v>0.3</c:v>
                </c:pt>
                <c:pt idx="933">
                  <c:v>0.3</c:v>
                </c:pt>
                <c:pt idx="934">
                  <c:v>0.3</c:v>
                </c:pt>
                <c:pt idx="935">
                  <c:v>0.3</c:v>
                </c:pt>
                <c:pt idx="936">
                  <c:v>0.3</c:v>
                </c:pt>
                <c:pt idx="937">
                  <c:v>0.3</c:v>
                </c:pt>
                <c:pt idx="938">
                  <c:v>0.3</c:v>
                </c:pt>
                <c:pt idx="939">
                  <c:v>0.3</c:v>
                </c:pt>
                <c:pt idx="940">
                  <c:v>0.3</c:v>
                </c:pt>
                <c:pt idx="941">
                  <c:v>0.3</c:v>
                </c:pt>
                <c:pt idx="942">
                  <c:v>0.3</c:v>
                </c:pt>
                <c:pt idx="943">
                  <c:v>0.3</c:v>
                </c:pt>
                <c:pt idx="944">
                  <c:v>0.3</c:v>
                </c:pt>
                <c:pt idx="945">
                  <c:v>0.3</c:v>
                </c:pt>
                <c:pt idx="946">
                  <c:v>0.3</c:v>
                </c:pt>
                <c:pt idx="947">
                  <c:v>0.3</c:v>
                </c:pt>
                <c:pt idx="948">
                  <c:v>0.3</c:v>
                </c:pt>
                <c:pt idx="949">
                  <c:v>0.3</c:v>
                </c:pt>
                <c:pt idx="950">
                  <c:v>0.3</c:v>
                </c:pt>
                <c:pt idx="951">
                  <c:v>0.3</c:v>
                </c:pt>
                <c:pt idx="952">
                  <c:v>0.3</c:v>
                </c:pt>
                <c:pt idx="953">
                  <c:v>0.3</c:v>
                </c:pt>
                <c:pt idx="954">
                  <c:v>0.3</c:v>
                </c:pt>
                <c:pt idx="955">
                  <c:v>0.3</c:v>
                </c:pt>
                <c:pt idx="956">
                  <c:v>0.3</c:v>
                </c:pt>
                <c:pt idx="957">
                  <c:v>0.3</c:v>
                </c:pt>
                <c:pt idx="958">
                  <c:v>0.3</c:v>
                </c:pt>
                <c:pt idx="959">
                  <c:v>0.3</c:v>
                </c:pt>
                <c:pt idx="960">
                  <c:v>0.3</c:v>
                </c:pt>
                <c:pt idx="961">
                  <c:v>0.3</c:v>
                </c:pt>
                <c:pt idx="962">
                  <c:v>0.3</c:v>
                </c:pt>
                <c:pt idx="963">
                  <c:v>0.3</c:v>
                </c:pt>
                <c:pt idx="964">
                  <c:v>0.3</c:v>
                </c:pt>
                <c:pt idx="965">
                  <c:v>0.3</c:v>
                </c:pt>
                <c:pt idx="966">
                  <c:v>0.3</c:v>
                </c:pt>
                <c:pt idx="967">
                  <c:v>0.3</c:v>
                </c:pt>
                <c:pt idx="968">
                  <c:v>0.3</c:v>
                </c:pt>
                <c:pt idx="969">
                  <c:v>0.3</c:v>
                </c:pt>
                <c:pt idx="970">
                  <c:v>0.3</c:v>
                </c:pt>
                <c:pt idx="971">
                  <c:v>0.3</c:v>
                </c:pt>
                <c:pt idx="972">
                  <c:v>0.3</c:v>
                </c:pt>
                <c:pt idx="973">
                  <c:v>0.3</c:v>
                </c:pt>
                <c:pt idx="974">
                  <c:v>0.3</c:v>
                </c:pt>
                <c:pt idx="975">
                  <c:v>0.3</c:v>
                </c:pt>
                <c:pt idx="976">
                  <c:v>0.3</c:v>
                </c:pt>
                <c:pt idx="977">
                  <c:v>0.3</c:v>
                </c:pt>
                <c:pt idx="978">
                  <c:v>0.3</c:v>
                </c:pt>
                <c:pt idx="979">
                  <c:v>0.3</c:v>
                </c:pt>
                <c:pt idx="980">
                  <c:v>0.3</c:v>
                </c:pt>
                <c:pt idx="981">
                  <c:v>0.3</c:v>
                </c:pt>
                <c:pt idx="982">
                  <c:v>0.3</c:v>
                </c:pt>
                <c:pt idx="983">
                  <c:v>0.3</c:v>
                </c:pt>
                <c:pt idx="984">
                  <c:v>0.3</c:v>
                </c:pt>
                <c:pt idx="985">
                  <c:v>0.3</c:v>
                </c:pt>
                <c:pt idx="986">
                  <c:v>0.3</c:v>
                </c:pt>
                <c:pt idx="987">
                  <c:v>0.3</c:v>
                </c:pt>
                <c:pt idx="988">
                  <c:v>0.3</c:v>
                </c:pt>
                <c:pt idx="989">
                  <c:v>0.3</c:v>
                </c:pt>
                <c:pt idx="990">
                  <c:v>0.3</c:v>
                </c:pt>
                <c:pt idx="991">
                  <c:v>0.3</c:v>
                </c:pt>
                <c:pt idx="992">
                  <c:v>0.3</c:v>
                </c:pt>
                <c:pt idx="993">
                  <c:v>0.3</c:v>
                </c:pt>
                <c:pt idx="994">
                  <c:v>0.3</c:v>
                </c:pt>
                <c:pt idx="995">
                  <c:v>0.3</c:v>
                </c:pt>
                <c:pt idx="996">
                  <c:v>0.3</c:v>
                </c:pt>
                <c:pt idx="997">
                  <c:v>0.3</c:v>
                </c:pt>
                <c:pt idx="998">
                  <c:v>0.3</c:v>
                </c:pt>
                <c:pt idx="999">
                  <c:v>0.3</c:v>
                </c:pt>
                <c:pt idx="1000">
                  <c:v>0.3</c:v>
                </c:pt>
                <c:pt idx="1001">
                  <c:v>0.3</c:v>
                </c:pt>
                <c:pt idx="1002">
                  <c:v>0.3</c:v>
                </c:pt>
                <c:pt idx="1003">
                  <c:v>0.3</c:v>
                </c:pt>
                <c:pt idx="1004">
                  <c:v>0.3</c:v>
                </c:pt>
                <c:pt idx="1005">
                  <c:v>0.3</c:v>
                </c:pt>
                <c:pt idx="1006">
                  <c:v>0.3</c:v>
                </c:pt>
                <c:pt idx="1007">
                  <c:v>0.3</c:v>
                </c:pt>
                <c:pt idx="1008">
                  <c:v>0.3</c:v>
                </c:pt>
                <c:pt idx="1009">
                  <c:v>0.3</c:v>
                </c:pt>
                <c:pt idx="1010">
                  <c:v>0.3</c:v>
                </c:pt>
                <c:pt idx="1011">
                  <c:v>0.3</c:v>
                </c:pt>
                <c:pt idx="1012">
                  <c:v>0.3</c:v>
                </c:pt>
                <c:pt idx="1013">
                  <c:v>0.3</c:v>
                </c:pt>
                <c:pt idx="1014">
                  <c:v>0.3</c:v>
                </c:pt>
                <c:pt idx="1015">
                  <c:v>0.3</c:v>
                </c:pt>
                <c:pt idx="1016">
                  <c:v>0.3</c:v>
                </c:pt>
                <c:pt idx="1017">
                  <c:v>0.3</c:v>
                </c:pt>
                <c:pt idx="1018">
                  <c:v>0.3</c:v>
                </c:pt>
                <c:pt idx="1019">
                  <c:v>0.3</c:v>
                </c:pt>
                <c:pt idx="1020">
                  <c:v>0.3</c:v>
                </c:pt>
                <c:pt idx="1021">
                  <c:v>0.3</c:v>
                </c:pt>
                <c:pt idx="1022">
                  <c:v>0.3</c:v>
                </c:pt>
                <c:pt idx="1023">
                  <c:v>0.3</c:v>
                </c:pt>
                <c:pt idx="1024">
                  <c:v>0.3</c:v>
                </c:pt>
                <c:pt idx="1025">
                  <c:v>0.3</c:v>
                </c:pt>
                <c:pt idx="1026">
                  <c:v>0.3</c:v>
                </c:pt>
                <c:pt idx="1027">
                  <c:v>0.3</c:v>
                </c:pt>
                <c:pt idx="1028">
                  <c:v>0.3</c:v>
                </c:pt>
                <c:pt idx="1029">
                  <c:v>0.3</c:v>
                </c:pt>
                <c:pt idx="1030">
                  <c:v>0.3</c:v>
                </c:pt>
                <c:pt idx="1031">
                  <c:v>0.3</c:v>
                </c:pt>
                <c:pt idx="1032">
                  <c:v>0.3</c:v>
                </c:pt>
                <c:pt idx="1033">
                  <c:v>0.3</c:v>
                </c:pt>
                <c:pt idx="1034">
                  <c:v>0.3</c:v>
                </c:pt>
                <c:pt idx="1035">
                  <c:v>0.3</c:v>
                </c:pt>
                <c:pt idx="1036">
                  <c:v>0.3</c:v>
                </c:pt>
                <c:pt idx="1037">
                  <c:v>0.3</c:v>
                </c:pt>
                <c:pt idx="1038">
                  <c:v>0.3</c:v>
                </c:pt>
                <c:pt idx="1039">
                  <c:v>0.3</c:v>
                </c:pt>
                <c:pt idx="1040">
                  <c:v>0.3</c:v>
                </c:pt>
                <c:pt idx="1041">
                  <c:v>0.3</c:v>
                </c:pt>
                <c:pt idx="1042">
                  <c:v>0.3</c:v>
                </c:pt>
                <c:pt idx="1043">
                  <c:v>0.3</c:v>
                </c:pt>
                <c:pt idx="1044">
                  <c:v>0.3</c:v>
                </c:pt>
                <c:pt idx="1045">
                  <c:v>0.3</c:v>
                </c:pt>
                <c:pt idx="1046">
                  <c:v>0.3</c:v>
                </c:pt>
                <c:pt idx="1047">
                  <c:v>0.3</c:v>
                </c:pt>
                <c:pt idx="1048">
                  <c:v>0.3</c:v>
                </c:pt>
                <c:pt idx="1049">
                  <c:v>0.3</c:v>
                </c:pt>
                <c:pt idx="1050">
                  <c:v>0.3</c:v>
                </c:pt>
                <c:pt idx="1051">
                  <c:v>0.3</c:v>
                </c:pt>
                <c:pt idx="1052">
                  <c:v>0.3</c:v>
                </c:pt>
                <c:pt idx="1053">
                  <c:v>0.3</c:v>
                </c:pt>
                <c:pt idx="1054">
                  <c:v>0.3</c:v>
                </c:pt>
                <c:pt idx="1055">
                  <c:v>0.3</c:v>
                </c:pt>
                <c:pt idx="1056">
                  <c:v>0.3</c:v>
                </c:pt>
                <c:pt idx="1057">
                  <c:v>0.3</c:v>
                </c:pt>
                <c:pt idx="1058">
                  <c:v>0.3</c:v>
                </c:pt>
                <c:pt idx="1059">
                  <c:v>0.3</c:v>
                </c:pt>
                <c:pt idx="1060">
                  <c:v>0.3</c:v>
                </c:pt>
                <c:pt idx="1061">
                  <c:v>0.3</c:v>
                </c:pt>
                <c:pt idx="1062">
                  <c:v>0.3</c:v>
                </c:pt>
                <c:pt idx="1063">
                  <c:v>0.3</c:v>
                </c:pt>
                <c:pt idx="1064">
                  <c:v>0.3</c:v>
                </c:pt>
                <c:pt idx="1065">
                  <c:v>0.3</c:v>
                </c:pt>
                <c:pt idx="1066">
                  <c:v>0.3</c:v>
                </c:pt>
                <c:pt idx="1067">
                  <c:v>0.3</c:v>
                </c:pt>
                <c:pt idx="1068">
                  <c:v>0.3</c:v>
                </c:pt>
                <c:pt idx="1069">
                  <c:v>0.3</c:v>
                </c:pt>
                <c:pt idx="1070">
                  <c:v>0.3</c:v>
                </c:pt>
                <c:pt idx="1071">
                  <c:v>0.3</c:v>
                </c:pt>
                <c:pt idx="1072">
                  <c:v>0.3</c:v>
                </c:pt>
                <c:pt idx="1073">
                  <c:v>0.3</c:v>
                </c:pt>
                <c:pt idx="1074">
                  <c:v>0.3</c:v>
                </c:pt>
                <c:pt idx="1075">
                  <c:v>0.3</c:v>
                </c:pt>
                <c:pt idx="1076">
                  <c:v>0.3</c:v>
                </c:pt>
                <c:pt idx="1077">
                  <c:v>0.3</c:v>
                </c:pt>
                <c:pt idx="1078">
                  <c:v>0.3</c:v>
                </c:pt>
                <c:pt idx="1079">
                  <c:v>0.3</c:v>
                </c:pt>
                <c:pt idx="1080">
                  <c:v>0.3</c:v>
                </c:pt>
                <c:pt idx="1081">
                  <c:v>0.3</c:v>
                </c:pt>
                <c:pt idx="1082">
                  <c:v>0.3</c:v>
                </c:pt>
                <c:pt idx="1083">
                  <c:v>0.3</c:v>
                </c:pt>
                <c:pt idx="1084">
                  <c:v>0.3</c:v>
                </c:pt>
                <c:pt idx="1085">
                  <c:v>0.3</c:v>
                </c:pt>
                <c:pt idx="1086">
                  <c:v>0.3</c:v>
                </c:pt>
                <c:pt idx="1087">
                  <c:v>0.3</c:v>
                </c:pt>
                <c:pt idx="1088">
                  <c:v>0.3</c:v>
                </c:pt>
                <c:pt idx="1089">
                  <c:v>0.3</c:v>
                </c:pt>
                <c:pt idx="1090">
                  <c:v>0.3</c:v>
                </c:pt>
                <c:pt idx="1091">
                  <c:v>0.3</c:v>
                </c:pt>
                <c:pt idx="1092">
                  <c:v>0.3</c:v>
                </c:pt>
                <c:pt idx="1093">
                  <c:v>0.3</c:v>
                </c:pt>
                <c:pt idx="1094">
                  <c:v>0.3</c:v>
                </c:pt>
                <c:pt idx="1095">
                  <c:v>0.3</c:v>
                </c:pt>
                <c:pt idx="1096">
                  <c:v>0.3</c:v>
                </c:pt>
                <c:pt idx="1097">
                  <c:v>0.3</c:v>
                </c:pt>
                <c:pt idx="1098">
                  <c:v>0.3</c:v>
                </c:pt>
                <c:pt idx="1099">
                  <c:v>0.3</c:v>
                </c:pt>
                <c:pt idx="1100">
                  <c:v>0.3</c:v>
                </c:pt>
                <c:pt idx="1101">
                  <c:v>0.3</c:v>
                </c:pt>
                <c:pt idx="1102">
                  <c:v>0.3</c:v>
                </c:pt>
                <c:pt idx="1103">
                  <c:v>0.3</c:v>
                </c:pt>
                <c:pt idx="1104">
                  <c:v>0.3</c:v>
                </c:pt>
                <c:pt idx="1105">
                  <c:v>0.3</c:v>
                </c:pt>
                <c:pt idx="1106">
                  <c:v>0.3</c:v>
                </c:pt>
                <c:pt idx="1107">
                  <c:v>0.3</c:v>
                </c:pt>
                <c:pt idx="1108">
                  <c:v>0.3</c:v>
                </c:pt>
                <c:pt idx="1109">
                  <c:v>0.3</c:v>
                </c:pt>
                <c:pt idx="1110">
                  <c:v>0.3</c:v>
                </c:pt>
                <c:pt idx="1111">
                  <c:v>0.3</c:v>
                </c:pt>
                <c:pt idx="1112">
                  <c:v>0.3</c:v>
                </c:pt>
                <c:pt idx="1113">
                  <c:v>0.3</c:v>
                </c:pt>
                <c:pt idx="1114">
                  <c:v>0.3</c:v>
                </c:pt>
                <c:pt idx="1115">
                  <c:v>0.3</c:v>
                </c:pt>
                <c:pt idx="1116">
                  <c:v>0.3</c:v>
                </c:pt>
                <c:pt idx="1117">
                  <c:v>0.3</c:v>
                </c:pt>
                <c:pt idx="1118">
                  <c:v>0.3</c:v>
                </c:pt>
                <c:pt idx="1119">
                  <c:v>0.3</c:v>
                </c:pt>
                <c:pt idx="1120">
                  <c:v>0.3</c:v>
                </c:pt>
                <c:pt idx="1121">
                  <c:v>0.3</c:v>
                </c:pt>
                <c:pt idx="1122">
                  <c:v>0.3</c:v>
                </c:pt>
                <c:pt idx="1123">
                  <c:v>0.3</c:v>
                </c:pt>
                <c:pt idx="1124">
                  <c:v>0.3</c:v>
                </c:pt>
                <c:pt idx="1125">
                  <c:v>0.3</c:v>
                </c:pt>
                <c:pt idx="1126">
                  <c:v>0.3</c:v>
                </c:pt>
                <c:pt idx="1127">
                  <c:v>0.3</c:v>
                </c:pt>
                <c:pt idx="1128">
                  <c:v>0.3</c:v>
                </c:pt>
                <c:pt idx="1129">
                  <c:v>0.3</c:v>
                </c:pt>
                <c:pt idx="1130">
                  <c:v>0.3</c:v>
                </c:pt>
                <c:pt idx="1131">
                  <c:v>0.3</c:v>
                </c:pt>
                <c:pt idx="1132">
                  <c:v>0.3</c:v>
                </c:pt>
                <c:pt idx="1133">
                  <c:v>0.3</c:v>
                </c:pt>
                <c:pt idx="1134">
                  <c:v>0.3</c:v>
                </c:pt>
                <c:pt idx="1135">
                  <c:v>0.3</c:v>
                </c:pt>
                <c:pt idx="1136">
                  <c:v>0.3</c:v>
                </c:pt>
                <c:pt idx="1137">
                  <c:v>0.3</c:v>
                </c:pt>
                <c:pt idx="1138">
                  <c:v>0.3</c:v>
                </c:pt>
                <c:pt idx="1139">
                  <c:v>0.3</c:v>
                </c:pt>
                <c:pt idx="1140">
                  <c:v>0.3</c:v>
                </c:pt>
                <c:pt idx="1141">
                  <c:v>0.3</c:v>
                </c:pt>
                <c:pt idx="1142">
                  <c:v>0.3</c:v>
                </c:pt>
                <c:pt idx="1143">
                  <c:v>0.3</c:v>
                </c:pt>
                <c:pt idx="1144">
                  <c:v>0.3</c:v>
                </c:pt>
                <c:pt idx="1145">
                  <c:v>0.3</c:v>
                </c:pt>
                <c:pt idx="1146">
                  <c:v>0.3</c:v>
                </c:pt>
                <c:pt idx="1147">
                  <c:v>0.3</c:v>
                </c:pt>
                <c:pt idx="1148">
                  <c:v>0.3</c:v>
                </c:pt>
                <c:pt idx="1149">
                  <c:v>0.3</c:v>
                </c:pt>
                <c:pt idx="1150">
                  <c:v>0.3</c:v>
                </c:pt>
                <c:pt idx="1151">
                  <c:v>0.3</c:v>
                </c:pt>
                <c:pt idx="1152">
                  <c:v>0.3</c:v>
                </c:pt>
                <c:pt idx="1153">
                  <c:v>0.3</c:v>
                </c:pt>
                <c:pt idx="1154">
                  <c:v>0.3</c:v>
                </c:pt>
                <c:pt idx="1155">
                  <c:v>0.3</c:v>
                </c:pt>
                <c:pt idx="1156">
                  <c:v>0.3</c:v>
                </c:pt>
                <c:pt idx="1157">
                  <c:v>0.3</c:v>
                </c:pt>
                <c:pt idx="1158">
                  <c:v>0.3</c:v>
                </c:pt>
                <c:pt idx="1159">
                  <c:v>0.3</c:v>
                </c:pt>
                <c:pt idx="1160">
                  <c:v>0.3</c:v>
                </c:pt>
                <c:pt idx="1161">
                  <c:v>0.3</c:v>
                </c:pt>
                <c:pt idx="1162">
                  <c:v>0.3</c:v>
                </c:pt>
                <c:pt idx="1163">
                  <c:v>0.3</c:v>
                </c:pt>
                <c:pt idx="1164">
                  <c:v>0.3</c:v>
                </c:pt>
                <c:pt idx="1165">
                  <c:v>0.3</c:v>
                </c:pt>
                <c:pt idx="1166">
                  <c:v>0.3</c:v>
                </c:pt>
                <c:pt idx="1167">
                  <c:v>0.3</c:v>
                </c:pt>
                <c:pt idx="1168">
                  <c:v>0.3</c:v>
                </c:pt>
                <c:pt idx="1169">
                  <c:v>0.3</c:v>
                </c:pt>
                <c:pt idx="1170">
                  <c:v>0.3</c:v>
                </c:pt>
                <c:pt idx="1171">
                  <c:v>0.3</c:v>
                </c:pt>
                <c:pt idx="1172">
                  <c:v>0.3</c:v>
                </c:pt>
                <c:pt idx="1173">
                  <c:v>0.3</c:v>
                </c:pt>
                <c:pt idx="1174">
                  <c:v>0.3</c:v>
                </c:pt>
                <c:pt idx="1175">
                  <c:v>0.3</c:v>
                </c:pt>
                <c:pt idx="1176">
                  <c:v>0.3</c:v>
                </c:pt>
                <c:pt idx="1177">
                  <c:v>0.3</c:v>
                </c:pt>
                <c:pt idx="1178">
                  <c:v>0.3</c:v>
                </c:pt>
                <c:pt idx="1179">
                  <c:v>0.3</c:v>
                </c:pt>
                <c:pt idx="1180">
                  <c:v>0.3</c:v>
                </c:pt>
                <c:pt idx="1181">
                  <c:v>0.3</c:v>
                </c:pt>
                <c:pt idx="1182">
                  <c:v>0.3</c:v>
                </c:pt>
                <c:pt idx="1183">
                  <c:v>0.3</c:v>
                </c:pt>
                <c:pt idx="1184">
                  <c:v>0.3</c:v>
                </c:pt>
                <c:pt idx="1185">
                  <c:v>0.3</c:v>
                </c:pt>
                <c:pt idx="1186">
                  <c:v>0.3</c:v>
                </c:pt>
                <c:pt idx="1187">
                  <c:v>0.3</c:v>
                </c:pt>
                <c:pt idx="1188">
                  <c:v>0.3</c:v>
                </c:pt>
                <c:pt idx="1189">
                  <c:v>0.3</c:v>
                </c:pt>
                <c:pt idx="1190">
                  <c:v>0.3</c:v>
                </c:pt>
                <c:pt idx="1191">
                  <c:v>0.3</c:v>
                </c:pt>
                <c:pt idx="1192">
                  <c:v>0.3</c:v>
                </c:pt>
                <c:pt idx="1193">
                  <c:v>0.3</c:v>
                </c:pt>
                <c:pt idx="1194">
                  <c:v>0.3</c:v>
                </c:pt>
                <c:pt idx="1195">
                  <c:v>0.3</c:v>
                </c:pt>
                <c:pt idx="1196">
                  <c:v>0.3</c:v>
                </c:pt>
                <c:pt idx="1197">
                  <c:v>0.3</c:v>
                </c:pt>
                <c:pt idx="1198">
                  <c:v>0.3</c:v>
                </c:pt>
                <c:pt idx="1199">
                  <c:v>0.3</c:v>
                </c:pt>
                <c:pt idx="1200">
                  <c:v>0.3</c:v>
                </c:pt>
                <c:pt idx="1201">
                  <c:v>0.3</c:v>
                </c:pt>
                <c:pt idx="1202">
                  <c:v>0.3</c:v>
                </c:pt>
                <c:pt idx="1203">
                  <c:v>0.3</c:v>
                </c:pt>
                <c:pt idx="1204">
                  <c:v>0.3</c:v>
                </c:pt>
                <c:pt idx="1205">
                  <c:v>0.3</c:v>
                </c:pt>
                <c:pt idx="1206">
                  <c:v>0.3</c:v>
                </c:pt>
                <c:pt idx="1207">
                  <c:v>0.3</c:v>
                </c:pt>
                <c:pt idx="1208">
                  <c:v>0.3</c:v>
                </c:pt>
                <c:pt idx="1209">
                  <c:v>0.3</c:v>
                </c:pt>
                <c:pt idx="1210">
                  <c:v>0.3</c:v>
                </c:pt>
                <c:pt idx="1211">
                  <c:v>0.3</c:v>
                </c:pt>
                <c:pt idx="1212">
                  <c:v>0.3</c:v>
                </c:pt>
                <c:pt idx="1213">
                  <c:v>0.3</c:v>
                </c:pt>
                <c:pt idx="1214">
                  <c:v>0.3</c:v>
                </c:pt>
                <c:pt idx="1215">
                  <c:v>0.3</c:v>
                </c:pt>
                <c:pt idx="1216">
                  <c:v>0.3</c:v>
                </c:pt>
                <c:pt idx="1217">
                  <c:v>0.3</c:v>
                </c:pt>
                <c:pt idx="1218">
                  <c:v>0.3</c:v>
                </c:pt>
                <c:pt idx="1219">
                  <c:v>0.3</c:v>
                </c:pt>
                <c:pt idx="1220">
                  <c:v>0.3</c:v>
                </c:pt>
                <c:pt idx="1221">
                  <c:v>0.3</c:v>
                </c:pt>
                <c:pt idx="1222">
                  <c:v>0.3</c:v>
                </c:pt>
                <c:pt idx="1223">
                  <c:v>0.3</c:v>
                </c:pt>
                <c:pt idx="1224">
                  <c:v>0.3</c:v>
                </c:pt>
                <c:pt idx="1225">
                  <c:v>0.3</c:v>
                </c:pt>
                <c:pt idx="1226">
                  <c:v>0.3</c:v>
                </c:pt>
                <c:pt idx="1227">
                  <c:v>0.3</c:v>
                </c:pt>
                <c:pt idx="1228">
                  <c:v>0.3</c:v>
                </c:pt>
                <c:pt idx="1229">
                  <c:v>0.3</c:v>
                </c:pt>
                <c:pt idx="1230">
                  <c:v>0.3</c:v>
                </c:pt>
                <c:pt idx="1231">
                  <c:v>0.3</c:v>
                </c:pt>
                <c:pt idx="1232">
                  <c:v>0.3</c:v>
                </c:pt>
                <c:pt idx="1233">
                  <c:v>0.3</c:v>
                </c:pt>
                <c:pt idx="1234">
                  <c:v>0.3</c:v>
                </c:pt>
                <c:pt idx="1235">
                  <c:v>0.3</c:v>
                </c:pt>
                <c:pt idx="1236">
                  <c:v>0.3</c:v>
                </c:pt>
                <c:pt idx="1237">
                  <c:v>0.3</c:v>
                </c:pt>
                <c:pt idx="1238">
                  <c:v>0.3</c:v>
                </c:pt>
                <c:pt idx="1239">
                  <c:v>0.3</c:v>
                </c:pt>
                <c:pt idx="1240">
                  <c:v>0.3</c:v>
                </c:pt>
                <c:pt idx="1241">
                  <c:v>0.3</c:v>
                </c:pt>
                <c:pt idx="1242">
                  <c:v>0.3</c:v>
                </c:pt>
                <c:pt idx="1243">
                  <c:v>0.3</c:v>
                </c:pt>
                <c:pt idx="1244">
                  <c:v>0.3</c:v>
                </c:pt>
                <c:pt idx="1245">
                  <c:v>0.3</c:v>
                </c:pt>
                <c:pt idx="1246">
                  <c:v>0.3</c:v>
                </c:pt>
                <c:pt idx="1247">
                  <c:v>0.3</c:v>
                </c:pt>
                <c:pt idx="1248">
                  <c:v>0.3</c:v>
                </c:pt>
                <c:pt idx="1249">
                  <c:v>0.3</c:v>
                </c:pt>
                <c:pt idx="1250">
                  <c:v>0.3</c:v>
                </c:pt>
                <c:pt idx="1251">
                  <c:v>0.3</c:v>
                </c:pt>
                <c:pt idx="1252">
                  <c:v>0.3</c:v>
                </c:pt>
                <c:pt idx="1253">
                  <c:v>0.3</c:v>
                </c:pt>
                <c:pt idx="1254">
                  <c:v>0.3</c:v>
                </c:pt>
                <c:pt idx="1255">
                  <c:v>0.3</c:v>
                </c:pt>
                <c:pt idx="1256">
                  <c:v>0.3</c:v>
                </c:pt>
                <c:pt idx="1257">
                  <c:v>0.3</c:v>
                </c:pt>
                <c:pt idx="1258">
                  <c:v>0.3</c:v>
                </c:pt>
                <c:pt idx="1259">
                  <c:v>0.3</c:v>
                </c:pt>
                <c:pt idx="1260">
                  <c:v>0.3</c:v>
                </c:pt>
                <c:pt idx="1261">
                  <c:v>0.3</c:v>
                </c:pt>
                <c:pt idx="1262">
                  <c:v>0.3</c:v>
                </c:pt>
                <c:pt idx="1263">
                  <c:v>0.3</c:v>
                </c:pt>
                <c:pt idx="1264">
                  <c:v>0.3</c:v>
                </c:pt>
                <c:pt idx="1265">
                  <c:v>0.3</c:v>
                </c:pt>
                <c:pt idx="1266">
                  <c:v>0.3</c:v>
                </c:pt>
                <c:pt idx="1267">
                  <c:v>0.3</c:v>
                </c:pt>
                <c:pt idx="1268">
                  <c:v>0.3</c:v>
                </c:pt>
                <c:pt idx="1269">
                  <c:v>0.3</c:v>
                </c:pt>
                <c:pt idx="1270">
                  <c:v>0.3</c:v>
                </c:pt>
                <c:pt idx="1271">
                  <c:v>0.3</c:v>
                </c:pt>
                <c:pt idx="1272">
                  <c:v>0.3</c:v>
                </c:pt>
                <c:pt idx="1273">
                  <c:v>0.3</c:v>
                </c:pt>
                <c:pt idx="1274">
                  <c:v>0.3</c:v>
                </c:pt>
                <c:pt idx="1275">
                  <c:v>0.3</c:v>
                </c:pt>
                <c:pt idx="1276">
                  <c:v>0.3</c:v>
                </c:pt>
                <c:pt idx="1277">
                  <c:v>0.3</c:v>
                </c:pt>
                <c:pt idx="1278">
                  <c:v>0.3</c:v>
                </c:pt>
                <c:pt idx="1279">
                  <c:v>0.3</c:v>
                </c:pt>
                <c:pt idx="1280">
                  <c:v>0.3</c:v>
                </c:pt>
                <c:pt idx="1281">
                  <c:v>0.3</c:v>
                </c:pt>
                <c:pt idx="1282">
                  <c:v>0.3</c:v>
                </c:pt>
                <c:pt idx="1283">
                  <c:v>0.3</c:v>
                </c:pt>
                <c:pt idx="1284">
                  <c:v>0.3</c:v>
                </c:pt>
                <c:pt idx="1285">
                  <c:v>0.3</c:v>
                </c:pt>
                <c:pt idx="1286">
                  <c:v>0.3</c:v>
                </c:pt>
                <c:pt idx="1287">
                  <c:v>0.3</c:v>
                </c:pt>
                <c:pt idx="1288">
                  <c:v>0.3</c:v>
                </c:pt>
                <c:pt idx="1289">
                  <c:v>0.3</c:v>
                </c:pt>
                <c:pt idx="1290">
                  <c:v>0.3</c:v>
                </c:pt>
                <c:pt idx="1291">
                  <c:v>0.3</c:v>
                </c:pt>
                <c:pt idx="1292">
                  <c:v>0.3</c:v>
                </c:pt>
                <c:pt idx="1293">
                  <c:v>0.3</c:v>
                </c:pt>
                <c:pt idx="1294">
                  <c:v>0.3</c:v>
                </c:pt>
                <c:pt idx="1295">
                  <c:v>0.3</c:v>
                </c:pt>
                <c:pt idx="1296">
                  <c:v>0.3</c:v>
                </c:pt>
                <c:pt idx="1297">
                  <c:v>0.3</c:v>
                </c:pt>
                <c:pt idx="1298">
                  <c:v>0.3</c:v>
                </c:pt>
                <c:pt idx="1299">
                  <c:v>0.3</c:v>
                </c:pt>
                <c:pt idx="1300">
                  <c:v>0.3</c:v>
                </c:pt>
                <c:pt idx="1301">
                  <c:v>0.3</c:v>
                </c:pt>
                <c:pt idx="1302">
                  <c:v>0.3</c:v>
                </c:pt>
                <c:pt idx="1303">
                  <c:v>0.3</c:v>
                </c:pt>
                <c:pt idx="1304">
                  <c:v>0.3</c:v>
                </c:pt>
                <c:pt idx="1305">
                  <c:v>0.3</c:v>
                </c:pt>
                <c:pt idx="1306">
                  <c:v>0.3</c:v>
                </c:pt>
                <c:pt idx="1307">
                  <c:v>0.3</c:v>
                </c:pt>
                <c:pt idx="1308">
                  <c:v>0.3</c:v>
                </c:pt>
                <c:pt idx="1309">
                  <c:v>0.3</c:v>
                </c:pt>
                <c:pt idx="1310">
                  <c:v>0.3</c:v>
                </c:pt>
                <c:pt idx="1311">
                  <c:v>0.3</c:v>
                </c:pt>
                <c:pt idx="1312">
                  <c:v>0.3</c:v>
                </c:pt>
                <c:pt idx="1313">
                  <c:v>0.3</c:v>
                </c:pt>
                <c:pt idx="1314">
                  <c:v>0.3</c:v>
                </c:pt>
                <c:pt idx="1315">
                  <c:v>0.3</c:v>
                </c:pt>
                <c:pt idx="1316">
                  <c:v>0.3</c:v>
                </c:pt>
                <c:pt idx="1317">
                  <c:v>0.3</c:v>
                </c:pt>
                <c:pt idx="1318">
                  <c:v>0.3</c:v>
                </c:pt>
                <c:pt idx="1319">
                  <c:v>0.3</c:v>
                </c:pt>
                <c:pt idx="1320">
                  <c:v>0.3</c:v>
                </c:pt>
                <c:pt idx="1321">
                  <c:v>0.3</c:v>
                </c:pt>
                <c:pt idx="1322">
                  <c:v>0.3</c:v>
                </c:pt>
                <c:pt idx="1323">
                  <c:v>0.3</c:v>
                </c:pt>
                <c:pt idx="1324">
                  <c:v>0.3</c:v>
                </c:pt>
                <c:pt idx="1325">
                  <c:v>0.3</c:v>
                </c:pt>
                <c:pt idx="1326">
                  <c:v>0.3</c:v>
                </c:pt>
                <c:pt idx="1327">
                  <c:v>0.3</c:v>
                </c:pt>
                <c:pt idx="1328">
                  <c:v>0.3</c:v>
                </c:pt>
                <c:pt idx="1329">
                  <c:v>0.3</c:v>
                </c:pt>
                <c:pt idx="1330">
                  <c:v>0.3</c:v>
                </c:pt>
                <c:pt idx="1331">
                  <c:v>0.3</c:v>
                </c:pt>
                <c:pt idx="1332">
                  <c:v>0.3</c:v>
                </c:pt>
                <c:pt idx="1333">
                  <c:v>0.3</c:v>
                </c:pt>
                <c:pt idx="1334">
                  <c:v>0.3</c:v>
                </c:pt>
                <c:pt idx="1335">
                  <c:v>0.3</c:v>
                </c:pt>
                <c:pt idx="1336">
                  <c:v>0.3</c:v>
                </c:pt>
                <c:pt idx="1337">
                  <c:v>0.3</c:v>
                </c:pt>
                <c:pt idx="1338">
                  <c:v>0.3</c:v>
                </c:pt>
                <c:pt idx="1339">
                  <c:v>0.3</c:v>
                </c:pt>
                <c:pt idx="1340">
                  <c:v>0.3</c:v>
                </c:pt>
                <c:pt idx="1341">
                  <c:v>0.3</c:v>
                </c:pt>
                <c:pt idx="1342">
                  <c:v>0.3</c:v>
                </c:pt>
                <c:pt idx="1343">
                  <c:v>0.3</c:v>
                </c:pt>
                <c:pt idx="1344">
                  <c:v>0.3</c:v>
                </c:pt>
                <c:pt idx="1345">
                  <c:v>0.3</c:v>
                </c:pt>
                <c:pt idx="1346">
                  <c:v>0.3</c:v>
                </c:pt>
                <c:pt idx="1347">
                  <c:v>0.3</c:v>
                </c:pt>
                <c:pt idx="1348">
                  <c:v>0.3</c:v>
                </c:pt>
                <c:pt idx="1349">
                  <c:v>0.3</c:v>
                </c:pt>
                <c:pt idx="1350">
                  <c:v>0.3</c:v>
                </c:pt>
                <c:pt idx="1351">
                  <c:v>0.3</c:v>
                </c:pt>
                <c:pt idx="1352">
                  <c:v>0.3</c:v>
                </c:pt>
                <c:pt idx="1353">
                  <c:v>0.3</c:v>
                </c:pt>
                <c:pt idx="1354">
                  <c:v>0.3</c:v>
                </c:pt>
                <c:pt idx="1355">
                  <c:v>0.3</c:v>
                </c:pt>
                <c:pt idx="1356">
                  <c:v>0.3</c:v>
                </c:pt>
                <c:pt idx="1357">
                  <c:v>0.3</c:v>
                </c:pt>
                <c:pt idx="1358">
                  <c:v>0.3</c:v>
                </c:pt>
                <c:pt idx="1359">
                  <c:v>0.3</c:v>
                </c:pt>
                <c:pt idx="1360">
                  <c:v>0.3</c:v>
                </c:pt>
                <c:pt idx="1361">
                  <c:v>0.3</c:v>
                </c:pt>
                <c:pt idx="1362">
                  <c:v>0.3</c:v>
                </c:pt>
                <c:pt idx="1363">
                  <c:v>0.3</c:v>
                </c:pt>
                <c:pt idx="1364">
                  <c:v>0.3</c:v>
                </c:pt>
                <c:pt idx="1365">
                  <c:v>0.3</c:v>
                </c:pt>
                <c:pt idx="1366">
                  <c:v>0.3</c:v>
                </c:pt>
                <c:pt idx="1367">
                  <c:v>0.3</c:v>
                </c:pt>
                <c:pt idx="1368">
                  <c:v>0.3</c:v>
                </c:pt>
                <c:pt idx="1369">
                  <c:v>0.3</c:v>
                </c:pt>
                <c:pt idx="1370">
                  <c:v>0.3</c:v>
                </c:pt>
                <c:pt idx="1371">
                  <c:v>0.3</c:v>
                </c:pt>
                <c:pt idx="1372">
                  <c:v>0.3</c:v>
                </c:pt>
                <c:pt idx="1373">
                  <c:v>0.3</c:v>
                </c:pt>
                <c:pt idx="1374">
                  <c:v>0.3</c:v>
                </c:pt>
                <c:pt idx="1375">
                  <c:v>0.3</c:v>
                </c:pt>
                <c:pt idx="1376">
                  <c:v>0.3</c:v>
                </c:pt>
                <c:pt idx="1377">
                  <c:v>0.3</c:v>
                </c:pt>
                <c:pt idx="1378">
                  <c:v>0.3</c:v>
                </c:pt>
                <c:pt idx="1379">
                  <c:v>0.3</c:v>
                </c:pt>
                <c:pt idx="1380">
                  <c:v>0.3</c:v>
                </c:pt>
                <c:pt idx="1381">
                  <c:v>0.3</c:v>
                </c:pt>
                <c:pt idx="1382">
                  <c:v>0.3</c:v>
                </c:pt>
                <c:pt idx="1383">
                  <c:v>0.3</c:v>
                </c:pt>
                <c:pt idx="1384">
                  <c:v>0.3</c:v>
                </c:pt>
                <c:pt idx="1385">
                  <c:v>0.3</c:v>
                </c:pt>
                <c:pt idx="1386">
                  <c:v>0.3</c:v>
                </c:pt>
                <c:pt idx="1387">
                  <c:v>0.3</c:v>
                </c:pt>
                <c:pt idx="1388">
                  <c:v>0.3</c:v>
                </c:pt>
                <c:pt idx="1389">
                  <c:v>0.3</c:v>
                </c:pt>
                <c:pt idx="1390">
                  <c:v>0.3</c:v>
                </c:pt>
                <c:pt idx="1391">
                  <c:v>0.3</c:v>
                </c:pt>
                <c:pt idx="1392">
                  <c:v>0.3</c:v>
                </c:pt>
                <c:pt idx="1393">
                  <c:v>0.3</c:v>
                </c:pt>
                <c:pt idx="1394">
                  <c:v>0.3</c:v>
                </c:pt>
                <c:pt idx="1395">
                  <c:v>0.3</c:v>
                </c:pt>
                <c:pt idx="1396">
                  <c:v>0.3</c:v>
                </c:pt>
                <c:pt idx="1397">
                  <c:v>0.3</c:v>
                </c:pt>
                <c:pt idx="1398">
                  <c:v>0.3</c:v>
                </c:pt>
                <c:pt idx="1399">
                  <c:v>0.3</c:v>
                </c:pt>
                <c:pt idx="1400">
                  <c:v>0.3</c:v>
                </c:pt>
                <c:pt idx="1401">
                  <c:v>0.3</c:v>
                </c:pt>
                <c:pt idx="1402">
                  <c:v>0.3</c:v>
                </c:pt>
                <c:pt idx="1403">
                  <c:v>0.3</c:v>
                </c:pt>
                <c:pt idx="1404">
                  <c:v>0.3</c:v>
                </c:pt>
                <c:pt idx="1405">
                  <c:v>0.3</c:v>
                </c:pt>
                <c:pt idx="1406">
                  <c:v>0.3</c:v>
                </c:pt>
                <c:pt idx="1407">
                  <c:v>0.3</c:v>
                </c:pt>
                <c:pt idx="1408">
                  <c:v>0.3</c:v>
                </c:pt>
                <c:pt idx="1409">
                  <c:v>0.3</c:v>
                </c:pt>
                <c:pt idx="1410">
                  <c:v>0.3</c:v>
                </c:pt>
                <c:pt idx="1411">
                  <c:v>0.3</c:v>
                </c:pt>
                <c:pt idx="1412">
                  <c:v>0.3</c:v>
                </c:pt>
                <c:pt idx="1413">
                  <c:v>0.3</c:v>
                </c:pt>
                <c:pt idx="1414">
                  <c:v>0.3</c:v>
                </c:pt>
                <c:pt idx="1415">
                  <c:v>0.3</c:v>
                </c:pt>
                <c:pt idx="1416">
                  <c:v>0.3</c:v>
                </c:pt>
                <c:pt idx="1417">
                  <c:v>0.3</c:v>
                </c:pt>
                <c:pt idx="1418">
                  <c:v>0.3</c:v>
                </c:pt>
                <c:pt idx="1419">
                  <c:v>0.3</c:v>
                </c:pt>
                <c:pt idx="1420">
                  <c:v>0.3</c:v>
                </c:pt>
                <c:pt idx="1421">
                  <c:v>0.3</c:v>
                </c:pt>
                <c:pt idx="1422">
                  <c:v>0.3</c:v>
                </c:pt>
                <c:pt idx="1423">
                  <c:v>0.3</c:v>
                </c:pt>
                <c:pt idx="1424">
                  <c:v>0.3</c:v>
                </c:pt>
                <c:pt idx="1425">
                  <c:v>0.3</c:v>
                </c:pt>
                <c:pt idx="1426">
                  <c:v>0.3</c:v>
                </c:pt>
                <c:pt idx="1427">
                  <c:v>0.3</c:v>
                </c:pt>
                <c:pt idx="1428">
                  <c:v>0.3</c:v>
                </c:pt>
                <c:pt idx="1429">
                  <c:v>0.3</c:v>
                </c:pt>
                <c:pt idx="1430">
                  <c:v>0.3</c:v>
                </c:pt>
                <c:pt idx="1431">
                  <c:v>0.3</c:v>
                </c:pt>
                <c:pt idx="1432">
                  <c:v>0.3</c:v>
                </c:pt>
                <c:pt idx="1433">
                  <c:v>0.3</c:v>
                </c:pt>
                <c:pt idx="1434">
                  <c:v>0.3</c:v>
                </c:pt>
                <c:pt idx="1435">
                  <c:v>0.3</c:v>
                </c:pt>
                <c:pt idx="1436">
                  <c:v>0.3</c:v>
                </c:pt>
                <c:pt idx="1437">
                  <c:v>0.3</c:v>
                </c:pt>
                <c:pt idx="1438">
                  <c:v>0.3</c:v>
                </c:pt>
                <c:pt idx="1439">
                  <c:v>0.3</c:v>
                </c:pt>
                <c:pt idx="1440">
                  <c:v>0.3</c:v>
                </c:pt>
                <c:pt idx="1441">
                  <c:v>0.3</c:v>
                </c:pt>
                <c:pt idx="1442">
                  <c:v>0.3</c:v>
                </c:pt>
                <c:pt idx="1443">
                  <c:v>0.3</c:v>
                </c:pt>
                <c:pt idx="1444">
                  <c:v>0.3</c:v>
                </c:pt>
                <c:pt idx="1445">
                  <c:v>0.3</c:v>
                </c:pt>
                <c:pt idx="1446">
                  <c:v>0.3</c:v>
                </c:pt>
                <c:pt idx="1447">
                  <c:v>0.3</c:v>
                </c:pt>
                <c:pt idx="1448">
                  <c:v>0.3</c:v>
                </c:pt>
                <c:pt idx="1449">
                  <c:v>0.3</c:v>
                </c:pt>
                <c:pt idx="1450">
                  <c:v>0.3</c:v>
                </c:pt>
                <c:pt idx="1451">
                  <c:v>0.3</c:v>
                </c:pt>
                <c:pt idx="1452">
                  <c:v>0.3</c:v>
                </c:pt>
                <c:pt idx="1453">
                  <c:v>0.3</c:v>
                </c:pt>
                <c:pt idx="1454">
                  <c:v>0.3</c:v>
                </c:pt>
                <c:pt idx="1455">
                  <c:v>0.3</c:v>
                </c:pt>
                <c:pt idx="1456">
                  <c:v>0.3</c:v>
                </c:pt>
                <c:pt idx="1457">
                  <c:v>0.3</c:v>
                </c:pt>
                <c:pt idx="1458">
                  <c:v>0.3</c:v>
                </c:pt>
                <c:pt idx="1459">
                  <c:v>0.3</c:v>
                </c:pt>
                <c:pt idx="1460">
                  <c:v>0.3</c:v>
                </c:pt>
                <c:pt idx="1461">
                  <c:v>0.3</c:v>
                </c:pt>
                <c:pt idx="1462">
                  <c:v>0.3</c:v>
                </c:pt>
                <c:pt idx="1463">
                  <c:v>0.3</c:v>
                </c:pt>
                <c:pt idx="1464">
                  <c:v>0.3</c:v>
                </c:pt>
                <c:pt idx="1465">
                  <c:v>0.3</c:v>
                </c:pt>
                <c:pt idx="1466">
                  <c:v>0.3</c:v>
                </c:pt>
                <c:pt idx="1467">
                  <c:v>0.3</c:v>
                </c:pt>
                <c:pt idx="1468">
                  <c:v>0.3</c:v>
                </c:pt>
                <c:pt idx="1469">
                  <c:v>0.3</c:v>
                </c:pt>
                <c:pt idx="1470">
                  <c:v>0.3</c:v>
                </c:pt>
                <c:pt idx="1471">
                  <c:v>0.3</c:v>
                </c:pt>
                <c:pt idx="1472">
                  <c:v>0.3</c:v>
                </c:pt>
                <c:pt idx="1473">
                  <c:v>0.3</c:v>
                </c:pt>
                <c:pt idx="1474">
                  <c:v>0.3</c:v>
                </c:pt>
                <c:pt idx="1475">
                  <c:v>0.3</c:v>
                </c:pt>
                <c:pt idx="1476">
                  <c:v>0.3</c:v>
                </c:pt>
                <c:pt idx="1477">
                  <c:v>0.3</c:v>
                </c:pt>
                <c:pt idx="1478">
                  <c:v>0.3</c:v>
                </c:pt>
                <c:pt idx="1479">
                  <c:v>0.3</c:v>
                </c:pt>
                <c:pt idx="1480">
                  <c:v>0.3</c:v>
                </c:pt>
                <c:pt idx="1481">
                  <c:v>0.3</c:v>
                </c:pt>
                <c:pt idx="1482">
                  <c:v>0.3</c:v>
                </c:pt>
                <c:pt idx="1483">
                  <c:v>0.3</c:v>
                </c:pt>
                <c:pt idx="1484">
                  <c:v>0.3</c:v>
                </c:pt>
                <c:pt idx="1485">
                  <c:v>0.3</c:v>
                </c:pt>
                <c:pt idx="1486">
                  <c:v>0.3</c:v>
                </c:pt>
                <c:pt idx="1487">
                  <c:v>0.3</c:v>
                </c:pt>
                <c:pt idx="1488">
                  <c:v>0.3</c:v>
                </c:pt>
                <c:pt idx="1489">
                  <c:v>0.3</c:v>
                </c:pt>
                <c:pt idx="1490">
                  <c:v>0.3</c:v>
                </c:pt>
                <c:pt idx="1491">
                  <c:v>0.3</c:v>
                </c:pt>
                <c:pt idx="1492">
                  <c:v>0.3</c:v>
                </c:pt>
                <c:pt idx="1493">
                  <c:v>0.3</c:v>
                </c:pt>
                <c:pt idx="1494">
                  <c:v>0.3</c:v>
                </c:pt>
                <c:pt idx="1495">
                  <c:v>0.3</c:v>
                </c:pt>
                <c:pt idx="1496">
                  <c:v>0.3</c:v>
                </c:pt>
                <c:pt idx="1497">
                  <c:v>0.3</c:v>
                </c:pt>
                <c:pt idx="1498">
                  <c:v>0.3</c:v>
                </c:pt>
                <c:pt idx="1499">
                  <c:v>0.3</c:v>
                </c:pt>
                <c:pt idx="1500">
                  <c:v>0.3</c:v>
                </c:pt>
                <c:pt idx="1501">
                  <c:v>0.3</c:v>
                </c:pt>
                <c:pt idx="1502">
                  <c:v>0.3</c:v>
                </c:pt>
                <c:pt idx="1503">
                  <c:v>0.3</c:v>
                </c:pt>
                <c:pt idx="1504">
                  <c:v>0.3</c:v>
                </c:pt>
                <c:pt idx="1505">
                  <c:v>0.3</c:v>
                </c:pt>
                <c:pt idx="1506">
                  <c:v>0.3</c:v>
                </c:pt>
                <c:pt idx="1507">
                  <c:v>0.3</c:v>
                </c:pt>
                <c:pt idx="1508">
                  <c:v>0.3</c:v>
                </c:pt>
                <c:pt idx="1509">
                  <c:v>0.3</c:v>
                </c:pt>
                <c:pt idx="1510">
                  <c:v>0.3</c:v>
                </c:pt>
                <c:pt idx="1511">
                  <c:v>0.3</c:v>
                </c:pt>
                <c:pt idx="1512">
                  <c:v>0.3</c:v>
                </c:pt>
                <c:pt idx="1513">
                  <c:v>0.3</c:v>
                </c:pt>
                <c:pt idx="1514">
                  <c:v>0.3</c:v>
                </c:pt>
                <c:pt idx="1515">
                  <c:v>0.3</c:v>
                </c:pt>
                <c:pt idx="1516">
                  <c:v>0.3</c:v>
                </c:pt>
                <c:pt idx="1517">
                  <c:v>0.3</c:v>
                </c:pt>
                <c:pt idx="1518">
                  <c:v>0.3</c:v>
                </c:pt>
                <c:pt idx="1519">
                  <c:v>0.3</c:v>
                </c:pt>
                <c:pt idx="1520">
                  <c:v>0.3</c:v>
                </c:pt>
                <c:pt idx="1521">
                  <c:v>0.3</c:v>
                </c:pt>
                <c:pt idx="1522">
                  <c:v>0.3</c:v>
                </c:pt>
                <c:pt idx="1523">
                  <c:v>0.3</c:v>
                </c:pt>
                <c:pt idx="1524">
                  <c:v>0.3</c:v>
                </c:pt>
                <c:pt idx="1525">
                  <c:v>0.3</c:v>
                </c:pt>
                <c:pt idx="1526">
                  <c:v>0.3</c:v>
                </c:pt>
                <c:pt idx="1527">
                  <c:v>0.3</c:v>
                </c:pt>
                <c:pt idx="1528">
                  <c:v>0.3</c:v>
                </c:pt>
                <c:pt idx="1529">
                  <c:v>0.3</c:v>
                </c:pt>
                <c:pt idx="1530">
                  <c:v>0.3</c:v>
                </c:pt>
                <c:pt idx="1531">
                  <c:v>0.3</c:v>
                </c:pt>
                <c:pt idx="1532">
                  <c:v>0.3</c:v>
                </c:pt>
                <c:pt idx="1533">
                  <c:v>0.3</c:v>
                </c:pt>
                <c:pt idx="1534">
                  <c:v>0.3</c:v>
                </c:pt>
                <c:pt idx="1535">
                  <c:v>0.3</c:v>
                </c:pt>
                <c:pt idx="1536">
                  <c:v>0.3</c:v>
                </c:pt>
                <c:pt idx="1537">
                  <c:v>0.3</c:v>
                </c:pt>
                <c:pt idx="1538">
                  <c:v>0.3</c:v>
                </c:pt>
                <c:pt idx="1539">
                  <c:v>0.3</c:v>
                </c:pt>
                <c:pt idx="1540">
                  <c:v>0.3</c:v>
                </c:pt>
                <c:pt idx="1541">
                  <c:v>0.3</c:v>
                </c:pt>
                <c:pt idx="1542">
                  <c:v>0.3</c:v>
                </c:pt>
                <c:pt idx="1543">
                  <c:v>0.3</c:v>
                </c:pt>
                <c:pt idx="1544">
                  <c:v>0.3</c:v>
                </c:pt>
                <c:pt idx="1545">
                  <c:v>0.3</c:v>
                </c:pt>
                <c:pt idx="1546">
                  <c:v>0.3</c:v>
                </c:pt>
                <c:pt idx="1547">
                  <c:v>0.3</c:v>
                </c:pt>
                <c:pt idx="1548">
                  <c:v>0.3</c:v>
                </c:pt>
                <c:pt idx="1549">
                  <c:v>0.3</c:v>
                </c:pt>
                <c:pt idx="1550">
                  <c:v>0.3</c:v>
                </c:pt>
                <c:pt idx="1551">
                  <c:v>0.3</c:v>
                </c:pt>
                <c:pt idx="1552">
                  <c:v>0.3</c:v>
                </c:pt>
                <c:pt idx="1553">
                  <c:v>0.3</c:v>
                </c:pt>
                <c:pt idx="1554">
                  <c:v>0.3</c:v>
                </c:pt>
                <c:pt idx="1555">
                  <c:v>0.3</c:v>
                </c:pt>
                <c:pt idx="1556">
                  <c:v>0.3</c:v>
                </c:pt>
                <c:pt idx="1557">
                  <c:v>0.3</c:v>
                </c:pt>
                <c:pt idx="1558">
                  <c:v>0.3</c:v>
                </c:pt>
                <c:pt idx="1559">
                  <c:v>0.3</c:v>
                </c:pt>
                <c:pt idx="1560">
                  <c:v>0.3</c:v>
                </c:pt>
                <c:pt idx="1561">
                  <c:v>0.3</c:v>
                </c:pt>
                <c:pt idx="1562">
                  <c:v>0.3</c:v>
                </c:pt>
                <c:pt idx="1563">
                  <c:v>0.3</c:v>
                </c:pt>
                <c:pt idx="1564">
                  <c:v>0.3</c:v>
                </c:pt>
                <c:pt idx="1565">
                  <c:v>0.3</c:v>
                </c:pt>
                <c:pt idx="1566">
                  <c:v>0.3</c:v>
                </c:pt>
                <c:pt idx="1567">
                  <c:v>0.3</c:v>
                </c:pt>
                <c:pt idx="1568">
                  <c:v>0.3</c:v>
                </c:pt>
                <c:pt idx="1569">
                  <c:v>0.3</c:v>
                </c:pt>
                <c:pt idx="1570">
                  <c:v>0.3</c:v>
                </c:pt>
                <c:pt idx="1571">
                  <c:v>0.3</c:v>
                </c:pt>
                <c:pt idx="1572">
                  <c:v>0.3</c:v>
                </c:pt>
                <c:pt idx="1573">
                  <c:v>0.3</c:v>
                </c:pt>
                <c:pt idx="1574">
                  <c:v>0.3</c:v>
                </c:pt>
                <c:pt idx="1575">
                  <c:v>0.3</c:v>
                </c:pt>
                <c:pt idx="1576">
                  <c:v>0.3</c:v>
                </c:pt>
                <c:pt idx="1577">
                  <c:v>0.3</c:v>
                </c:pt>
                <c:pt idx="1578">
                  <c:v>0.3</c:v>
                </c:pt>
                <c:pt idx="1579">
                  <c:v>0.3</c:v>
                </c:pt>
                <c:pt idx="1580">
                  <c:v>0.3</c:v>
                </c:pt>
                <c:pt idx="1581">
                  <c:v>0.3</c:v>
                </c:pt>
                <c:pt idx="1582">
                  <c:v>0.3</c:v>
                </c:pt>
                <c:pt idx="1583">
                  <c:v>0.3</c:v>
                </c:pt>
                <c:pt idx="1584">
                  <c:v>0.3</c:v>
                </c:pt>
                <c:pt idx="1585">
                  <c:v>0.3</c:v>
                </c:pt>
                <c:pt idx="1586">
                  <c:v>0.3</c:v>
                </c:pt>
                <c:pt idx="1587">
                  <c:v>0.3</c:v>
                </c:pt>
                <c:pt idx="1588">
                  <c:v>0.3</c:v>
                </c:pt>
                <c:pt idx="1589">
                  <c:v>0.3</c:v>
                </c:pt>
                <c:pt idx="1590">
                  <c:v>0.3</c:v>
                </c:pt>
                <c:pt idx="1591">
                  <c:v>0.3</c:v>
                </c:pt>
                <c:pt idx="1592">
                  <c:v>0.3</c:v>
                </c:pt>
                <c:pt idx="1593">
                  <c:v>0.3</c:v>
                </c:pt>
                <c:pt idx="1594">
                  <c:v>0.3</c:v>
                </c:pt>
                <c:pt idx="1595">
                  <c:v>0.3</c:v>
                </c:pt>
                <c:pt idx="1596">
                  <c:v>0.3</c:v>
                </c:pt>
                <c:pt idx="1597">
                  <c:v>0.3</c:v>
                </c:pt>
                <c:pt idx="1598">
                  <c:v>0.3</c:v>
                </c:pt>
                <c:pt idx="1599">
                  <c:v>0.3</c:v>
                </c:pt>
                <c:pt idx="1600">
                  <c:v>0.3</c:v>
                </c:pt>
                <c:pt idx="1601">
                  <c:v>0.3</c:v>
                </c:pt>
                <c:pt idx="1602">
                  <c:v>0.3</c:v>
                </c:pt>
                <c:pt idx="1603">
                  <c:v>0.3</c:v>
                </c:pt>
                <c:pt idx="1604">
                  <c:v>0.3</c:v>
                </c:pt>
                <c:pt idx="1605">
                  <c:v>0.3</c:v>
                </c:pt>
                <c:pt idx="1606">
                  <c:v>0.3</c:v>
                </c:pt>
                <c:pt idx="1607">
                  <c:v>0.3</c:v>
                </c:pt>
                <c:pt idx="1608">
                  <c:v>0.3</c:v>
                </c:pt>
                <c:pt idx="1609">
                  <c:v>0.3</c:v>
                </c:pt>
                <c:pt idx="1610">
                  <c:v>0.3</c:v>
                </c:pt>
                <c:pt idx="1611">
                  <c:v>0.3</c:v>
                </c:pt>
                <c:pt idx="1612">
                  <c:v>0.3</c:v>
                </c:pt>
                <c:pt idx="1613">
                  <c:v>0.3</c:v>
                </c:pt>
                <c:pt idx="1614">
                  <c:v>0.3</c:v>
                </c:pt>
                <c:pt idx="1615">
                  <c:v>0.3</c:v>
                </c:pt>
                <c:pt idx="1616">
                  <c:v>0.3</c:v>
                </c:pt>
                <c:pt idx="1617">
                  <c:v>0.3</c:v>
                </c:pt>
                <c:pt idx="1618">
                  <c:v>0.3</c:v>
                </c:pt>
                <c:pt idx="1619">
                  <c:v>0.3</c:v>
                </c:pt>
                <c:pt idx="1620">
                  <c:v>0.3</c:v>
                </c:pt>
                <c:pt idx="1621">
                  <c:v>0.3</c:v>
                </c:pt>
                <c:pt idx="1622">
                  <c:v>0.3</c:v>
                </c:pt>
                <c:pt idx="1623">
                  <c:v>0.3</c:v>
                </c:pt>
                <c:pt idx="1624">
                  <c:v>0.3</c:v>
                </c:pt>
                <c:pt idx="1625">
                  <c:v>0.3</c:v>
                </c:pt>
                <c:pt idx="1626">
                  <c:v>0.3</c:v>
                </c:pt>
                <c:pt idx="1627">
                  <c:v>0.3</c:v>
                </c:pt>
                <c:pt idx="1628">
                  <c:v>0.3</c:v>
                </c:pt>
                <c:pt idx="1629">
                  <c:v>0.3</c:v>
                </c:pt>
                <c:pt idx="1630">
                  <c:v>0.3</c:v>
                </c:pt>
                <c:pt idx="1631">
                  <c:v>0.3</c:v>
                </c:pt>
                <c:pt idx="1632">
                  <c:v>0.3</c:v>
                </c:pt>
                <c:pt idx="1633">
                  <c:v>0.3</c:v>
                </c:pt>
                <c:pt idx="1634">
                  <c:v>0.3</c:v>
                </c:pt>
                <c:pt idx="1635">
                  <c:v>0.3</c:v>
                </c:pt>
                <c:pt idx="1636">
                  <c:v>0.3</c:v>
                </c:pt>
                <c:pt idx="1637">
                  <c:v>0.3</c:v>
                </c:pt>
                <c:pt idx="1638">
                  <c:v>0.3</c:v>
                </c:pt>
                <c:pt idx="1639">
                  <c:v>0.3</c:v>
                </c:pt>
                <c:pt idx="1640">
                  <c:v>0.3</c:v>
                </c:pt>
                <c:pt idx="1641">
                  <c:v>0.3</c:v>
                </c:pt>
                <c:pt idx="1642">
                  <c:v>0.3</c:v>
                </c:pt>
                <c:pt idx="1643">
                  <c:v>0.3</c:v>
                </c:pt>
                <c:pt idx="1644">
                  <c:v>0.3</c:v>
                </c:pt>
                <c:pt idx="1645">
                  <c:v>0.3</c:v>
                </c:pt>
                <c:pt idx="1646">
                  <c:v>0.3</c:v>
                </c:pt>
                <c:pt idx="1647">
                  <c:v>0.3</c:v>
                </c:pt>
                <c:pt idx="1648">
                  <c:v>0.3</c:v>
                </c:pt>
                <c:pt idx="1649">
                  <c:v>0.3</c:v>
                </c:pt>
                <c:pt idx="1650">
                  <c:v>0.3</c:v>
                </c:pt>
                <c:pt idx="1651">
                  <c:v>0.3</c:v>
                </c:pt>
                <c:pt idx="1652">
                  <c:v>0.3</c:v>
                </c:pt>
                <c:pt idx="1653">
                  <c:v>0.3</c:v>
                </c:pt>
                <c:pt idx="1654">
                  <c:v>0.3</c:v>
                </c:pt>
                <c:pt idx="1655">
                  <c:v>0.3</c:v>
                </c:pt>
                <c:pt idx="1656">
                  <c:v>0.3</c:v>
                </c:pt>
                <c:pt idx="1657">
                  <c:v>0.3</c:v>
                </c:pt>
                <c:pt idx="1658">
                  <c:v>0.3</c:v>
                </c:pt>
                <c:pt idx="1659">
                  <c:v>0.3</c:v>
                </c:pt>
                <c:pt idx="1660">
                  <c:v>0.3</c:v>
                </c:pt>
                <c:pt idx="1661">
                  <c:v>0.3</c:v>
                </c:pt>
                <c:pt idx="1662">
                  <c:v>0.3</c:v>
                </c:pt>
                <c:pt idx="1663">
                  <c:v>0.3</c:v>
                </c:pt>
                <c:pt idx="1664">
                  <c:v>0.3</c:v>
                </c:pt>
                <c:pt idx="1665">
                  <c:v>0.3</c:v>
                </c:pt>
                <c:pt idx="1666">
                  <c:v>0.3</c:v>
                </c:pt>
                <c:pt idx="1667">
                  <c:v>0.3</c:v>
                </c:pt>
                <c:pt idx="1668">
                  <c:v>0.3</c:v>
                </c:pt>
                <c:pt idx="1669">
                  <c:v>0.3</c:v>
                </c:pt>
                <c:pt idx="1670">
                  <c:v>0.3</c:v>
                </c:pt>
                <c:pt idx="1671">
                  <c:v>0.3</c:v>
                </c:pt>
                <c:pt idx="1672">
                  <c:v>0.3</c:v>
                </c:pt>
                <c:pt idx="1673">
                  <c:v>0.3</c:v>
                </c:pt>
                <c:pt idx="1674">
                  <c:v>0.3</c:v>
                </c:pt>
                <c:pt idx="1675">
                  <c:v>0.3</c:v>
                </c:pt>
                <c:pt idx="1676">
                  <c:v>0.3</c:v>
                </c:pt>
                <c:pt idx="1677">
                  <c:v>0.3</c:v>
                </c:pt>
                <c:pt idx="1678">
                  <c:v>0.3</c:v>
                </c:pt>
                <c:pt idx="1679">
                  <c:v>0.3</c:v>
                </c:pt>
                <c:pt idx="1680">
                  <c:v>0.3</c:v>
                </c:pt>
                <c:pt idx="1681">
                  <c:v>0.3</c:v>
                </c:pt>
                <c:pt idx="1682">
                  <c:v>0.3</c:v>
                </c:pt>
                <c:pt idx="1683">
                  <c:v>0.3</c:v>
                </c:pt>
                <c:pt idx="1684">
                  <c:v>0.3</c:v>
                </c:pt>
                <c:pt idx="1685">
                  <c:v>0.3</c:v>
                </c:pt>
                <c:pt idx="1686">
                  <c:v>0.3</c:v>
                </c:pt>
                <c:pt idx="1687">
                  <c:v>0.3</c:v>
                </c:pt>
                <c:pt idx="1688">
                  <c:v>0.3</c:v>
                </c:pt>
                <c:pt idx="1689">
                  <c:v>0.3</c:v>
                </c:pt>
                <c:pt idx="1690">
                  <c:v>0.3</c:v>
                </c:pt>
                <c:pt idx="1691">
                  <c:v>0.3</c:v>
                </c:pt>
                <c:pt idx="1692">
                  <c:v>0.3</c:v>
                </c:pt>
                <c:pt idx="1693">
                  <c:v>0.3</c:v>
                </c:pt>
                <c:pt idx="1694">
                  <c:v>0.3</c:v>
                </c:pt>
                <c:pt idx="1695">
                  <c:v>0.3</c:v>
                </c:pt>
                <c:pt idx="1696">
                  <c:v>0.3</c:v>
                </c:pt>
                <c:pt idx="1697">
                  <c:v>0.3</c:v>
                </c:pt>
                <c:pt idx="1698">
                  <c:v>0.3</c:v>
                </c:pt>
                <c:pt idx="1699">
                  <c:v>0.3</c:v>
                </c:pt>
                <c:pt idx="1700">
                  <c:v>0.3</c:v>
                </c:pt>
                <c:pt idx="1701">
                  <c:v>0.3</c:v>
                </c:pt>
                <c:pt idx="1702">
                  <c:v>0.3</c:v>
                </c:pt>
                <c:pt idx="1703">
                  <c:v>0.3</c:v>
                </c:pt>
                <c:pt idx="1704">
                  <c:v>0.3</c:v>
                </c:pt>
                <c:pt idx="1705">
                  <c:v>0.3</c:v>
                </c:pt>
                <c:pt idx="1706">
                  <c:v>0.3</c:v>
                </c:pt>
                <c:pt idx="1707">
                  <c:v>0.3</c:v>
                </c:pt>
                <c:pt idx="1708">
                  <c:v>0.3</c:v>
                </c:pt>
                <c:pt idx="1709">
                  <c:v>0.3</c:v>
                </c:pt>
                <c:pt idx="1710">
                  <c:v>0.3</c:v>
                </c:pt>
                <c:pt idx="1711">
                  <c:v>0.3</c:v>
                </c:pt>
                <c:pt idx="1712">
                  <c:v>0.3</c:v>
                </c:pt>
                <c:pt idx="1713">
                  <c:v>0.3</c:v>
                </c:pt>
                <c:pt idx="1714">
                  <c:v>0.3</c:v>
                </c:pt>
                <c:pt idx="1715">
                  <c:v>0.3</c:v>
                </c:pt>
                <c:pt idx="1716">
                  <c:v>0.3</c:v>
                </c:pt>
                <c:pt idx="1717">
                  <c:v>0.3</c:v>
                </c:pt>
                <c:pt idx="1718">
                  <c:v>0.3</c:v>
                </c:pt>
                <c:pt idx="1719">
                  <c:v>0.3</c:v>
                </c:pt>
                <c:pt idx="1720">
                  <c:v>0.3</c:v>
                </c:pt>
                <c:pt idx="1721">
                  <c:v>0.3</c:v>
                </c:pt>
                <c:pt idx="1722">
                  <c:v>0.3</c:v>
                </c:pt>
                <c:pt idx="1723">
                  <c:v>0.3</c:v>
                </c:pt>
                <c:pt idx="1724">
                  <c:v>0.3</c:v>
                </c:pt>
                <c:pt idx="1725">
                  <c:v>0.3</c:v>
                </c:pt>
                <c:pt idx="1726">
                  <c:v>0.3</c:v>
                </c:pt>
                <c:pt idx="1727">
                  <c:v>0.3</c:v>
                </c:pt>
                <c:pt idx="1728">
                  <c:v>0.3</c:v>
                </c:pt>
                <c:pt idx="1729">
                  <c:v>0.3</c:v>
                </c:pt>
                <c:pt idx="1730">
                  <c:v>0.3</c:v>
                </c:pt>
                <c:pt idx="1731">
                  <c:v>0.3</c:v>
                </c:pt>
                <c:pt idx="1732">
                  <c:v>0.3</c:v>
                </c:pt>
                <c:pt idx="1733">
                  <c:v>0.3</c:v>
                </c:pt>
                <c:pt idx="1734">
                  <c:v>0.3</c:v>
                </c:pt>
                <c:pt idx="1735">
                  <c:v>0.3</c:v>
                </c:pt>
                <c:pt idx="1736">
                  <c:v>0.3</c:v>
                </c:pt>
                <c:pt idx="1737">
                  <c:v>0.3</c:v>
                </c:pt>
                <c:pt idx="1738">
                  <c:v>0.3</c:v>
                </c:pt>
                <c:pt idx="1739">
                  <c:v>0.3</c:v>
                </c:pt>
                <c:pt idx="1740">
                  <c:v>0.3</c:v>
                </c:pt>
                <c:pt idx="1741">
                  <c:v>0.3</c:v>
                </c:pt>
                <c:pt idx="1742">
                  <c:v>0.3</c:v>
                </c:pt>
                <c:pt idx="1743">
                  <c:v>0.3</c:v>
                </c:pt>
                <c:pt idx="1744">
                  <c:v>0.3</c:v>
                </c:pt>
                <c:pt idx="1745">
                  <c:v>0.3</c:v>
                </c:pt>
                <c:pt idx="1746">
                  <c:v>0.3</c:v>
                </c:pt>
                <c:pt idx="1747">
                  <c:v>0.3</c:v>
                </c:pt>
                <c:pt idx="1748">
                  <c:v>0.3</c:v>
                </c:pt>
                <c:pt idx="1749">
                  <c:v>0.3</c:v>
                </c:pt>
                <c:pt idx="1750">
                  <c:v>0.3</c:v>
                </c:pt>
                <c:pt idx="1751">
                  <c:v>0.3</c:v>
                </c:pt>
                <c:pt idx="1752">
                  <c:v>0.3</c:v>
                </c:pt>
                <c:pt idx="1753">
                  <c:v>0.3</c:v>
                </c:pt>
                <c:pt idx="1754">
                  <c:v>0.3</c:v>
                </c:pt>
                <c:pt idx="1755">
                  <c:v>0.3</c:v>
                </c:pt>
                <c:pt idx="1756">
                  <c:v>0.3</c:v>
                </c:pt>
                <c:pt idx="1757">
                  <c:v>0.3</c:v>
                </c:pt>
                <c:pt idx="1758">
                  <c:v>0.3</c:v>
                </c:pt>
                <c:pt idx="1759">
                  <c:v>0.3</c:v>
                </c:pt>
                <c:pt idx="1760">
                  <c:v>0.3</c:v>
                </c:pt>
                <c:pt idx="1761">
                  <c:v>0.3</c:v>
                </c:pt>
                <c:pt idx="1762">
                  <c:v>0.3</c:v>
                </c:pt>
                <c:pt idx="1763">
                  <c:v>0.3</c:v>
                </c:pt>
                <c:pt idx="1764">
                  <c:v>0.3</c:v>
                </c:pt>
                <c:pt idx="1765">
                  <c:v>0.3</c:v>
                </c:pt>
                <c:pt idx="1766">
                  <c:v>0.3</c:v>
                </c:pt>
                <c:pt idx="1767">
                  <c:v>0.3</c:v>
                </c:pt>
                <c:pt idx="1768">
                  <c:v>0.3</c:v>
                </c:pt>
                <c:pt idx="1769">
                  <c:v>0.3</c:v>
                </c:pt>
                <c:pt idx="1770">
                  <c:v>0.3</c:v>
                </c:pt>
                <c:pt idx="1771">
                  <c:v>0.3</c:v>
                </c:pt>
                <c:pt idx="1772">
                  <c:v>0.3</c:v>
                </c:pt>
                <c:pt idx="1773">
                  <c:v>0.3</c:v>
                </c:pt>
                <c:pt idx="1774">
                  <c:v>0.3</c:v>
                </c:pt>
                <c:pt idx="1775">
                  <c:v>0.3</c:v>
                </c:pt>
                <c:pt idx="1776">
                  <c:v>0.3</c:v>
                </c:pt>
                <c:pt idx="1777">
                  <c:v>0.3</c:v>
                </c:pt>
                <c:pt idx="1778">
                  <c:v>0.3</c:v>
                </c:pt>
                <c:pt idx="1779">
                  <c:v>0.3</c:v>
                </c:pt>
                <c:pt idx="1780">
                  <c:v>0.3</c:v>
                </c:pt>
                <c:pt idx="1781">
                  <c:v>0.3</c:v>
                </c:pt>
                <c:pt idx="1782">
                  <c:v>0.3</c:v>
                </c:pt>
                <c:pt idx="1783">
                  <c:v>0.3</c:v>
                </c:pt>
                <c:pt idx="1784">
                  <c:v>0.3</c:v>
                </c:pt>
                <c:pt idx="1785">
                  <c:v>0.3</c:v>
                </c:pt>
                <c:pt idx="1786">
                  <c:v>0.3</c:v>
                </c:pt>
                <c:pt idx="1787">
                  <c:v>0.3</c:v>
                </c:pt>
                <c:pt idx="1788">
                  <c:v>0.3</c:v>
                </c:pt>
                <c:pt idx="1789">
                  <c:v>0.3</c:v>
                </c:pt>
                <c:pt idx="1790">
                  <c:v>0.3</c:v>
                </c:pt>
                <c:pt idx="1791">
                  <c:v>0.3</c:v>
                </c:pt>
                <c:pt idx="1792">
                  <c:v>0.3</c:v>
                </c:pt>
                <c:pt idx="1793">
                  <c:v>0.3</c:v>
                </c:pt>
                <c:pt idx="1794">
                  <c:v>0.3</c:v>
                </c:pt>
                <c:pt idx="1795">
                  <c:v>0.3</c:v>
                </c:pt>
                <c:pt idx="1796">
                  <c:v>0.3</c:v>
                </c:pt>
                <c:pt idx="1797">
                  <c:v>0.3</c:v>
                </c:pt>
                <c:pt idx="1798">
                  <c:v>0.3</c:v>
                </c:pt>
                <c:pt idx="1799">
                  <c:v>0.3</c:v>
                </c:pt>
                <c:pt idx="1800">
                  <c:v>0.3</c:v>
                </c:pt>
                <c:pt idx="1801">
                  <c:v>0.3</c:v>
                </c:pt>
                <c:pt idx="1802">
                  <c:v>0.3</c:v>
                </c:pt>
                <c:pt idx="1803">
                  <c:v>0.3</c:v>
                </c:pt>
                <c:pt idx="1804">
                  <c:v>0.3</c:v>
                </c:pt>
                <c:pt idx="1805">
                  <c:v>0.3</c:v>
                </c:pt>
                <c:pt idx="1806">
                  <c:v>0.3</c:v>
                </c:pt>
                <c:pt idx="1807">
                  <c:v>0.3</c:v>
                </c:pt>
                <c:pt idx="1808">
                  <c:v>0.3</c:v>
                </c:pt>
                <c:pt idx="1809">
                  <c:v>0.3</c:v>
                </c:pt>
                <c:pt idx="1810">
                  <c:v>0.3</c:v>
                </c:pt>
                <c:pt idx="1811">
                  <c:v>0.3</c:v>
                </c:pt>
                <c:pt idx="1812">
                  <c:v>0.3</c:v>
                </c:pt>
                <c:pt idx="1813">
                  <c:v>0.3</c:v>
                </c:pt>
                <c:pt idx="1814">
                  <c:v>0.3</c:v>
                </c:pt>
                <c:pt idx="1815">
                  <c:v>0.3</c:v>
                </c:pt>
                <c:pt idx="1816">
                  <c:v>0.3</c:v>
                </c:pt>
                <c:pt idx="1817">
                  <c:v>0.3</c:v>
                </c:pt>
                <c:pt idx="1818">
                  <c:v>0.3</c:v>
                </c:pt>
                <c:pt idx="1819">
                  <c:v>0.3</c:v>
                </c:pt>
                <c:pt idx="1820">
                  <c:v>0.3</c:v>
                </c:pt>
                <c:pt idx="1821">
                  <c:v>0.3</c:v>
                </c:pt>
                <c:pt idx="1822">
                  <c:v>0.3</c:v>
                </c:pt>
                <c:pt idx="1823">
                  <c:v>0.3</c:v>
                </c:pt>
                <c:pt idx="1824">
                  <c:v>0.3</c:v>
                </c:pt>
                <c:pt idx="1825">
                  <c:v>0.3</c:v>
                </c:pt>
                <c:pt idx="1826">
                  <c:v>0.3</c:v>
                </c:pt>
                <c:pt idx="1827">
                  <c:v>0.3</c:v>
                </c:pt>
                <c:pt idx="1828">
                  <c:v>0.3</c:v>
                </c:pt>
                <c:pt idx="1829">
                  <c:v>0.3</c:v>
                </c:pt>
                <c:pt idx="1830">
                  <c:v>0.3</c:v>
                </c:pt>
                <c:pt idx="1831">
                  <c:v>0.3</c:v>
                </c:pt>
                <c:pt idx="1832">
                  <c:v>0.3</c:v>
                </c:pt>
                <c:pt idx="1833">
                  <c:v>0.3</c:v>
                </c:pt>
                <c:pt idx="1834">
                  <c:v>0.3</c:v>
                </c:pt>
                <c:pt idx="1835">
                  <c:v>0.3</c:v>
                </c:pt>
                <c:pt idx="1836">
                  <c:v>0.3</c:v>
                </c:pt>
                <c:pt idx="1837">
                  <c:v>0.3</c:v>
                </c:pt>
                <c:pt idx="1838">
                  <c:v>0.3</c:v>
                </c:pt>
                <c:pt idx="1839">
                  <c:v>0.3</c:v>
                </c:pt>
                <c:pt idx="1840">
                  <c:v>0.3</c:v>
                </c:pt>
                <c:pt idx="1841">
                  <c:v>0.3</c:v>
                </c:pt>
                <c:pt idx="1842">
                  <c:v>0.3</c:v>
                </c:pt>
                <c:pt idx="1843">
                  <c:v>0.3</c:v>
                </c:pt>
                <c:pt idx="1844">
                  <c:v>0.3</c:v>
                </c:pt>
                <c:pt idx="1845">
                  <c:v>0.3</c:v>
                </c:pt>
                <c:pt idx="1846">
                  <c:v>0.3</c:v>
                </c:pt>
                <c:pt idx="1847">
                  <c:v>0.3</c:v>
                </c:pt>
                <c:pt idx="1848">
                  <c:v>0.3</c:v>
                </c:pt>
                <c:pt idx="1849">
                  <c:v>0.3</c:v>
                </c:pt>
                <c:pt idx="1850">
                  <c:v>0.3</c:v>
                </c:pt>
                <c:pt idx="1851">
                  <c:v>0.3</c:v>
                </c:pt>
                <c:pt idx="1852">
                  <c:v>0.3</c:v>
                </c:pt>
                <c:pt idx="1853">
                  <c:v>0.3</c:v>
                </c:pt>
                <c:pt idx="1854">
                  <c:v>0.3</c:v>
                </c:pt>
                <c:pt idx="1855">
                  <c:v>0.3</c:v>
                </c:pt>
                <c:pt idx="1856">
                  <c:v>0.3</c:v>
                </c:pt>
                <c:pt idx="1857">
                  <c:v>0.3</c:v>
                </c:pt>
                <c:pt idx="1858">
                  <c:v>0.3</c:v>
                </c:pt>
                <c:pt idx="1859">
                  <c:v>0.3</c:v>
                </c:pt>
                <c:pt idx="1860">
                  <c:v>0.3</c:v>
                </c:pt>
                <c:pt idx="1861">
                  <c:v>0.3</c:v>
                </c:pt>
                <c:pt idx="1862">
                  <c:v>0.3</c:v>
                </c:pt>
                <c:pt idx="1863">
                  <c:v>0.3</c:v>
                </c:pt>
                <c:pt idx="1864">
                  <c:v>0.3</c:v>
                </c:pt>
                <c:pt idx="1865">
                  <c:v>0.3</c:v>
                </c:pt>
                <c:pt idx="1866">
                  <c:v>0.3</c:v>
                </c:pt>
                <c:pt idx="1867">
                  <c:v>0.3</c:v>
                </c:pt>
                <c:pt idx="1868">
                  <c:v>0.3</c:v>
                </c:pt>
                <c:pt idx="1869">
                  <c:v>0.3</c:v>
                </c:pt>
                <c:pt idx="1870">
                  <c:v>0.3</c:v>
                </c:pt>
                <c:pt idx="1871">
                  <c:v>0.3</c:v>
                </c:pt>
                <c:pt idx="1872">
                  <c:v>0.3</c:v>
                </c:pt>
                <c:pt idx="1873">
                  <c:v>0.3</c:v>
                </c:pt>
                <c:pt idx="1874">
                  <c:v>0.3</c:v>
                </c:pt>
                <c:pt idx="1875">
                  <c:v>0.3</c:v>
                </c:pt>
                <c:pt idx="1876">
                  <c:v>0.3</c:v>
                </c:pt>
                <c:pt idx="1877">
                  <c:v>0.3</c:v>
                </c:pt>
                <c:pt idx="1878">
                  <c:v>0.3</c:v>
                </c:pt>
                <c:pt idx="1879">
                  <c:v>0.3</c:v>
                </c:pt>
                <c:pt idx="1880">
                  <c:v>0.3</c:v>
                </c:pt>
                <c:pt idx="1881">
                  <c:v>0.3</c:v>
                </c:pt>
                <c:pt idx="1882">
                  <c:v>0.3</c:v>
                </c:pt>
                <c:pt idx="1883">
                  <c:v>0.3</c:v>
                </c:pt>
                <c:pt idx="1884">
                  <c:v>0.3</c:v>
                </c:pt>
                <c:pt idx="1885">
                  <c:v>0.3</c:v>
                </c:pt>
                <c:pt idx="1886">
                  <c:v>0.3</c:v>
                </c:pt>
                <c:pt idx="1887">
                  <c:v>0.3</c:v>
                </c:pt>
                <c:pt idx="1888">
                  <c:v>0.3</c:v>
                </c:pt>
                <c:pt idx="1889">
                  <c:v>0.3</c:v>
                </c:pt>
                <c:pt idx="1890">
                  <c:v>0.3</c:v>
                </c:pt>
                <c:pt idx="1891">
                  <c:v>0.3</c:v>
                </c:pt>
                <c:pt idx="1892">
                  <c:v>0.3</c:v>
                </c:pt>
                <c:pt idx="1893">
                  <c:v>0.3</c:v>
                </c:pt>
                <c:pt idx="1894">
                  <c:v>0.3</c:v>
                </c:pt>
                <c:pt idx="1895">
                  <c:v>0.3</c:v>
                </c:pt>
                <c:pt idx="1896">
                  <c:v>0.3</c:v>
                </c:pt>
                <c:pt idx="1897">
                  <c:v>0.3</c:v>
                </c:pt>
                <c:pt idx="1898">
                  <c:v>0.3</c:v>
                </c:pt>
                <c:pt idx="1899">
                  <c:v>0.3</c:v>
                </c:pt>
                <c:pt idx="1900">
                  <c:v>0.3</c:v>
                </c:pt>
                <c:pt idx="1901">
                  <c:v>0.3</c:v>
                </c:pt>
                <c:pt idx="1902">
                  <c:v>0.3</c:v>
                </c:pt>
                <c:pt idx="1903">
                  <c:v>0.3</c:v>
                </c:pt>
                <c:pt idx="1904">
                  <c:v>0.3</c:v>
                </c:pt>
                <c:pt idx="1905">
                  <c:v>0.3</c:v>
                </c:pt>
                <c:pt idx="1906">
                  <c:v>0.3</c:v>
                </c:pt>
                <c:pt idx="1907">
                  <c:v>0.3</c:v>
                </c:pt>
                <c:pt idx="1908">
                  <c:v>0.3</c:v>
                </c:pt>
                <c:pt idx="1909">
                  <c:v>0.3</c:v>
                </c:pt>
                <c:pt idx="1910">
                  <c:v>0.3</c:v>
                </c:pt>
                <c:pt idx="1911">
                  <c:v>0.3</c:v>
                </c:pt>
                <c:pt idx="1912">
                  <c:v>0.3</c:v>
                </c:pt>
                <c:pt idx="1913">
                  <c:v>0.3</c:v>
                </c:pt>
                <c:pt idx="1914">
                  <c:v>0.3</c:v>
                </c:pt>
                <c:pt idx="1915">
                  <c:v>0.3</c:v>
                </c:pt>
                <c:pt idx="1916">
                  <c:v>0.3</c:v>
                </c:pt>
                <c:pt idx="1917">
                  <c:v>0.3</c:v>
                </c:pt>
                <c:pt idx="1918">
                  <c:v>0.3</c:v>
                </c:pt>
                <c:pt idx="1919">
                  <c:v>0.3</c:v>
                </c:pt>
                <c:pt idx="1920">
                  <c:v>0.3</c:v>
                </c:pt>
                <c:pt idx="1921">
                  <c:v>0.3</c:v>
                </c:pt>
                <c:pt idx="1922">
                  <c:v>0.3</c:v>
                </c:pt>
                <c:pt idx="1923">
                  <c:v>0.3</c:v>
                </c:pt>
                <c:pt idx="1924">
                  <c:v>0.3</c:v>
                </c:pt>
                <c:pt idx="1925">
                  <c:v>0.3</c:v>
                </c:pt>
                <c:pt idx="1926">
                  <c:v>0.3</c:v>
                </c:pt>
                <c:pt idx="1927">
                  <c:v>0.3</c:v>
                </c:pt>
                <c:pt idx="1928">
                  <c:v>0.3</c:v>
                </c:pt>
                <c:pt idx="1929">
                  <c:v>0.3</c:v>
                </c:pt>
                <c:pt idx="1930">
                  <c:v>0.3</c:v>
                </c:pt>
                <c:pt idx="1931">
                  <c:v>0.3</c:v>
                </c:pt>
                <c:pt idx="1932">
                  <c:v>0.3</c:v>
                </c:pt>
                <c:pt idx="1933">
                  <c:v>0.3</c:v>
                </c:pt>
                <c:pt idx="1934">
                  <c:v>0.3</c:v>
                </c:pt>
                <c:pt idx="1935">
                  <c:v>0.3</c:v>
                </c:pt>
                <c:pt idx="1936">
                  <c:v>0.3</c:v>
                </c:pt>
                <c:pt idx="1937">
                  <c:v>0.3</c:v>
                </c:pt>
                <c:pt idx="1938">
                  <c:v>0.3</c:v>
                </c:pt>
                <c:pt idx="1939">
                  <c:v>0.3</c:v>
                </c:pt>
                <c:pt idx="1940">
                  <c:v>0.3</c:v>
                </c:pt>
                <c:pt idx="1941">
                  <c:v>0.3</c:v>
                </c:pt>
                <c:pt idx="1942">
                  <c:v>0.3</c:v>
                </c:pt>
                <c:pt idx="1943">
                  <c:v>0.3</c:v>
                </c:pt>
                <c:pt idx="1944">
                  <c:v>0.3</c:v>
                </c:pt>
                <c:pt idx="1945">
                  <c:v>0.3</c:v>
                </c:pt>
                <c:pt idx="1946">
                  <c:v>0.3</c:v>
                </c:pt>
                <c:pt idx="1947">
                  <c:v>0.3</c:v>
                </c:pt>
                <c:pt idx="1948">
                  <c:v>0.3</c:v>
                </c:pt>
                <c:pt idx="1949">
                  <c:v>0.3</c:v>
                </c:pt>
                <c:pt idx="1950">
                  <c:v>0.3</c:v>
                </c:pt>
                <c:pt idx="1951">
                  <c:v>0.3</c:v>
                </c:pt>
                <c:pt idx="1952">
                  <c:v>0.3</c:v>
                </c:pt>
                <c:pt idx="1953">
                  <c:v>0.3</c:v>
                </c:pt>
                <c:pt idx="1954">
                  <c:v>0.3</c:v>
                </c:pt>
                <c:pt idx="1955">
                  <c:v>0.3</c:v>
                </c:pt>
                <c:pt idx="1956">
                  <c:v>0.3</c:v>
                </c:pt>
                <c:pt idx="1957">
                  <c:v>0.3</c:v>
                </c:pt>
                <c:pt idx="1958">
                  <c:v>0.3</c:v>
                </c:pt>
                <c:pt idx="1959">
                  <c:v>0.3</c:v>
                </c:pt>
                <c:pt idx="1960">
                  <c:v>0.3</c:v>
                </c:pt>
                <c:pt idx="1961">
                  <c:v>0.3</c:v>
                </c:pt>
                <c:pt idx="1962">
                  <c:v>0.3</c:v>
                </c:pt>
                <c:pt idx="1963">
                  <c:v>0.3</c:v>
                </c:pt>
                <c:pt idx="1964">
                  <c:v>0.3</c:v>
                </c:pt>
                <c:pt idx="1965">
                  <c:v>0.3</c:v>
                </c:pt>
                <c:pt idx="1966">
                  <c:v>0.3</c:v>
                </c:pt>
                <c:pt idx="1967">
                  <c:v>0.3</c:v>
                </c:pt>
                <c:pt idx="1968">
                  <c:v>0.3</c:v>
                </c:pt>
                <c:pt idx="1969">
                  <c:v>0.3</c:v>
                </c:pt>
                <c:pt idx="1970">
                  <c:v>0.3</c:v>
                </c:pt>
                <c:pt idx="1971">
                  <c:v>0.3</c:v>
                </c:pt>
                <c:pt idx="1972">
                  <c:v>0.3</c:v>
                </c:pt>
                <c:pt idx="1973">
                  <c:v>0.3</c:v>
                </c:pt>
                <c:pt idx="1974">
                  <c:v>0.3</c:v>
                </c:pt>
                <c:pt idx="1975">
                  <c:v>0.3</c:v>
                </c:pt>
                <c:pt idx="1976">
                  <c:v>0.3</c:v>
                </c:pt>
                <c:pt idx="1977">
                  <c:v>0.3</c:v>
                </c:pt>
                <c:pt idx="1978">
                  <c:v>0.3</c:v>
                </c:pt>
                <c:pt idx="1979">
                  <c:v>0.3</c:v>
                </c:pt>
                <c:pt idx="1980">
                  <c:v>0.3</c:v>
                </c:pt>
                <c:pt idx="1981">
                  <c:v>0.3</c:v>
                </c:pt>
                <c:pt idx="1982">
                  <c:v>0.3</c:v>
                </c:pt>
                <c:pt idx="1983">
                  <c:v>0.3</c:v>
                </c:pt>
                <c:pt idx="1984">
                  <c:v>0.3</c:v>
                </c:pt>
                <c:pt idx="1985">
                  <c:v>0.3</c:v>
                </c:pt>
                <c:pt idx="1986">
                  <c:v>0.3</c:v>
                </c:pt>
                <c:pt idx="1987">
                  <c:v>0.3</c:v>
                </c:pt>
                <c:pt idx="1988">
                  <c:v>0.3</c:v>
                </c:pt>
                <c:pt idx="1989">
                  <c:v>0.3</c:v>
                </c:pt>
                <c:pt idx="1990">
                  <c:v>0.3</c:v>
                </c:pt>
                <c:pt idx="1991">
                  <c:v>0.3</c:v>
                </c:pt>
                <c:pt idx="1992">
                  <c:v>0.3</c:v>
                </c:pt>
                <c:pt idx="1993">
                  <c:v>0.3</c:v>
                </c:pt>
                <c:pt idx="1994">
                  <c:v>0.3</c:v>
                </c:pt>
                <c:pt idx="1995">
                  <c:v>0.3</c:v>
                </c:pt>
                <c:pt idx="1996">
                  <c:v>0.3</c:v>
                </c:pt>
                <c:pt idx="1997">
                  <c:v>0.3</c:v>
                </c:pt>
                <c:pt idx="1998">
                  <c:v>0.3</c:v>
                </c:pt>
                <c:pt idx="1999">
                  <c:v>0.3</c:v>
                </c:pt>
                <c:pt idx="2000">
                  <c:v>0.3</c:v>
                </c:pt>
                <c:pt idx="2001">
                  <c:v>0.3</c:v>
                </c:pt>
                <c:pt idx="2002">
                  <c:v>0.3</c:v>
                </c:pt>
                <c:pt idx="2003">
                  <c:v>0.3</c:v>
                </c:pt>
                <c:pt idx="2004">
                  <c:v>0.3</c:v>
                </c:pt>
                <c:pt idx="2005">
                  <c:v>0.3</c:v>
                </c:pt>
                <c:pt idx="2006">
                  <c:v>0.3</c:v>
                </c:pt>
                <c:pt idx="2007">
                  <c:v>0.3</c:v>
                </c:pt>
                <c:pt idx="2008">
                  <c:v>0.3</c:v>
                </c:pt>
                <c:pt idx="2009">
                  <c:v>0.3</c:v>
                </c:pt>
                <c:pt idx="2010">
                  <c:v>0.3</c:v>
                </c:pt>
                <c:pt idx="2011">
                  <c:v>0.3</c:v>
                </c:pt>
                <c:pt idx="2012">
                  <c:v>0.3</c:v>
                </c:pt>
                <c:pt idx="2013">
                  <c:v>0.3</c:v>
                </c:pt>
                <c:pt idx="2014">
                  <c:v>0.3</c:v>
                </c:pt>
                <c:pt idx="2015">
                  <c:v>0.3</c:v>
                </c:pt>
                <c:pt idx="2016">
                  <c:v>0.3</c:v>
                </c:pt>
                <c:pt idx="2017">
                  <c:v>0.3</c:v>
                </c:pt>
                <c:pt idx="2018">
                  <c:v>0.3</c:v>
                </c:pt>
                <c:pt idx="2019">
                  <c:v>0.3</c:v>
                </c:pt>
                <c:pt idx="2020">
                  <c:v>0.3</c:v>
                </c:pt>
                <c:pt idx="2021">
                  <c:v>0.3</c:v>
                </c:pt>
                <c:pt idx="2022">
                  <c:v>0.3</c:v>
                </c:pt>
                <c:pt idx="2023">
                  <c:v>0.3</c:v>
                </c:pt>
                <c:pt idx="2024">
                  <c:v>0.3</c:v>
                </c:pt>
                <c:pt idx="2025">
                  <c:v>0.3</c:v>
                </c:pt>
                <c:pt idx="2026">
                  <c:v>0.3</c:v>
                </c:pt>
                <c:pt idx="2027">
                  <c:v>0.3</c:v>
                </c:pt>
                <c:pt idx="2028">
                  <c:v>0.3</c:v>
                </c:pt>
                <c:pt idx="2029">
                  <c:v>0.3</c:v>
                </c:pt>
                <c:pt idx="2030">
                  <c:v>0.3</c:v>
                </c:pt>
                <c:pt idx="2031">
                  <c:v>0.3</c:v>
                </c:pt>
                <c:pt idx="2032">
                  <c:v>0.3</c:v>
                </c:pt>
                <c:pt idx="2033">
                  <c:v>0.3</c:v>
                </c:pt>
                <c:pt idx="2034">
                  <c:v>0.3</c:v>
                </c:pt>
                <c:pt idx="2035">
                  <c:v>0.3</c:v>
                </c:pt>
                <c:pt idx="2036">
                  <c:v>0.3</c:v>
                </c:pt>
                <c:pt idx="2037">
                  <c:v>0.3</c:v>
                </c:pt>
                <c:pt idx="2038">
                  <c:v>0.3</c:v>
                </c:pt>
                <c:pt idx="2039">
                  <c:v>0.3</c:v>
                </c:pt>
                <c:pt idx="2040">
                  <c:v>0.3</c:v>
                </c:pt>
                <c:pt idx="2041">
                  <c:v>0.3</c:v>
                </c:pt>
                <c:pt idx="2042">
                  <c:v>0.3</c:v>
                </c:pt>
                <c:pt idx="2043">
                  <c:v>0.3</c:v>
                </c:pt>
                <c:pt idx="2044">
                  <c:v>0.3</c:v>
                </c:pt>
                <c:pt idx="2045">
                  <c:v>0.3</c:v>
                </c:pt>
                <c:pt idx="2046">
                  <c:v>0.3</c:v>
                </c:pt>
                <c:pt idx="2047">
                  <c:v>0.3</c:v>
                </c:pt>
                <c:pt idx="2048">
                  <c:v>0.3</c:v>
                </c:pt>
                <c:pt idx="2049">
                  <c:v>0.3</c:v>
                </c:pt>
                <c:pt idx="2050">
                  <c:v>0.3</c:v>
                </c:pt>
                <c:pt idx="2051">
                  <c:v>0.3</c:v>
                </c:pt>
                <c:pt idx="2052">
                  <c:v>0.3</c:v>
                </c:pt>
                <c:pt idx="2053">
                  <c:v>0.3</c:v>
                </c:pt>
                <c:pt idx="2054">
                  <c:v>0.3</c:v>
                </c:pt>
                <c:pt idx="2055">
                  <c:v>0.3</c:v>
                </c:pt>
                <c:pt idx="2056">
                  <c:v>0.3</c:v>
                </c:pt>
                <c:pt idx="2057">
                  <c:v>0.3</c:v>
                </c:pt>
                <c:pt idx="2058">
                  <c:v>0.3</c:v>
                </c:pt>
                <c:pt idx="2059">
                  <c:v>0.3</c:v>
                </c:pt>
                <c:pt idx="2060">
                  <c:v>0.3</c:v>
                </c:pt>
                <c:pt idx="2061">
                  <c:v>0.3</c:v>
                </c:pt>
                <c:pt idx="2062">
                  <c:v>0.3</c:v>
                </c:pt>
                <c:pt idx="2063">
                  <c:v>0.3</c:v>
                </c:pt>
                <c:pt idx="2064">
                  <c:v>0.3</c:v>
                </c:pt>
                <c:pt idx="2065">
                  <c:v>0.3</c:v>
                </c:pt>
                <c:pt idx="2066">
                  <c:v>0.3</c:v>
                </c:pt>
                <c:pt idx="2067">
                  <c:v>0.3</c:v>
                </c:pt>
                <c:pt idx="2068">
                  <c:v>0.3</c:v>
                </c:pt>
                <c:pt idx="2069">
                  <c:v>0.3</c:v>
                </c:pt>
                <c:pt idx="2070">
                  <c:v>0.3</c:v>
                </c:pt>
                <c:pt idx="2071">
                  <c:v>0.3</c:v>
                </c:pt>
                <c:pt idx="2072">
                  <c:v>0.3</c:v>
                </c:pt>
                <c:pt idx="2073">
                  <c:v>0.3</c:v>
                </c:pt>
                <c:pt idx="2074">
                  <c:v>0.3</c:v>
                </c:pt>
                <c:pt idx="2075">
                  <c:v>0.3</c:v>
                </c:pt>
                <c:pt idx="2076">
                  <c:v>0.3</c:v>
                </c:pt>
                <c:pt idx="2077">
                  <c:v>0.3</c:v>
                </c:pt>
                <c:pt idx="2078">
                  <c:v>0.3</c:v>
                </c:pt>
                <c:pt idx="2079">
                  <c:v>0.3</c:v>
                </c:pt>
                <c:pt idx="2080">
                  <c:v>0.3</c:v>
                </c:pt>
                <c:pt idx="2081">
                  <c:v>0.3</c:v>
                </c:pt>
                <c:pt idx="2082">
                  <c:v>0.3</c:v>
                </c:pt>
                <c:pt idx="2083">
                  <c:v>0.3</c:v>
                </c:pt>
                <c:pt idx="2084">
                  <c:v>0.3</c:v>
                </c:pt>
                <c:pt idx="2085">
                  <c:v>0.3</c:v>
                </c:pt>
                <c:pt idx="2086">
                  <c:v>0.3</c:v>
                </c:pt>
                <c:pt idx="2087">
                  <c:v>0.3</c:v>
                </c:pt>
                <c:pt idx="2088">
                  <c:v>0.3</c:v>
                </c:pt>
                <c:pt idx="2089">
                  <c:v>0.3</c:v>
                </c:pt>
                <c:pt idx="2090">
                  <c:v>0.3</c:v>
                </c:pt>
                <c:pt idx="2091">
                  <c:v>0.3</c:v>
                </c:pt>
                <c:pt idx="2092">
                  <c:v>0.3</c:v>
                </c:pt>
                <c:pt idx="2093">
                  <c:v>0.3</c:v>
                </c:pt>
                <c:pt idx="2094">
                  <c:v>0.3</c:v>
                </c:pt>
                <c:pt idx="2095">
                  <c:v>0.3</c:v>
                </c:pt>
                <c:pt idx="2096">
                  <c:v>0.3</c:v>
                </c:pt>
                <c:pt idx="2097">
                  <c:v>0.3</c:v>
                </c:pt>
                <c:pt idx="2098">
                  <c:v>0.3</c:v>
                </c:pt>
                <c:pt idx="2099">
                  <c:v>0.3</c:v>
                </c:pt>
                <c:pt idx="2100">
                  <c:v>0.3</c:v>
                </c:pt>
                <c:pt idx="2101">
                  <c:v>0.3</c:v>
                </c:pt>
                <c:pt idx="2102">
                  <c:v>0.3</c:v>
                </c:pt>
                <c:pt idx="2103">
                  <c:v>0.3</c:v>
                </c:pt>
                <c:pt idx="2104">
                  <c:v>0.3</c:v>
                </c:pt>
                <c:pt idx="2105">
                  <c:v>0.3</c:v>
                </c:pt>
                <c:pt idx="2106">
                  <c:v>0.3</c:v>
                </c:pt>
                <c:pt idx="2107">
                  <c:v>0.3</c:v>
                </c:pt>
                <c:pt idx="2108">
                  <c:v>0.3</c:v>
                </c:pt>
                <c:pt idx="2109">
                  <c:v>0.3</c:v>
                </c:pt>
                <c:pt idx="2110">
                  <c:v>0.3</c:v>
                </c:pt>
                <c:pt idx="2111">
                  <c:v>0.3</c:v>
                </c:pt>
                <c:pt idx="2112">
                  <c:v>0.3</c:v>
                </c:pt>
                <c:pt idx="2113">
                  <c:v>0.3</c:v>
                </c:pt>
                <c:pt idx="2114">
                  <c:v>0.3</c:v>
                </c:pt>
                <c:pt idx="2115">
                  <c:v>0.3</c:v>
                </c:pt>
                <c:pt idx="2116">
                  <c:v>0.3</c:v>
                </c:pt>
                <c:pt idx="2117">
                  <c:v>0.3</c:v>
                </c:pt>
                <c:pt idx="2118">
                  <c:v>0.3</c:v>
                </c:pt>
                <c:pt idx="2119">
                  <c:v>0.3</c:v>
                </c:pt>
                <c:pt idx="2120">
                  <c:v>0.3</c:v>
                </c:pt>
                <c:pt idx="2121">
                  <c:v>0.3</c:v>
                </c:pt>
                <c:pt idx="2122">
                  <c:v>0.3</c:v>
                </c:pt>
                <c:pt idx="2123">
                  <c:v>0.3</c:v>
                </c:pt>
                <c:pt idx="2124">
                  <c:v>0.3</c:v>
                </c:pt>
                <c:pt idx="2125">
                  <c:v>0.3</c:v>
                </c:pt>
                <c:pt idx="2126">
                  <c:v>0.3</c:v>
                </c:pt>
                <c:pt idx="2127">
                  <c:v>0.3</c:v>
                </c:pt>
                <c:pt idx="2128">
                  <c:v>0.3</c:v>
                </c:pt>
                <c:pt idx="2129">
                  <c:v>0.3</c:v>
                </c:pt>
                <c:pt idx="2130">
                  <c:v>0.3</c:v>
                </c:pt>
                <c:pt idx="2131">
                  <c:v>0.3</c:v>
                </c:pt>
                <c:pt idx="2132">
                  <c:v>0.3</c:v>
                </c:pt>
                <c:pt idx="2133">
                  <c:v>0.3</c:v>
                </c:pt>
                <c:pt idx="2134">
                  <c:v>0.3</c:v>
                </c:pt>
                <c:pt idx="2135">
                  <c:v>0.3</c:v>
                </c:pt>
                <c:pt idx="2136">
                  <c:v>0.3</c:v>
                </c:pt>
                <c:pt idx="2137">
                  <c:v>0.3</c:v>
                </c:pt>
                <c:pt idx="2138">
                  <c:v>0.3</c:v>
                </c:pt>
                <c:pt idx="2139">
                  <c:v>0.3</c:v>
                </c:pt>
                <c:pt idx="2140">
                  <c:v>0.3</c:v>
                </c:pt>
                <c:pt idx="2141">
                  <c:v>0.3</c:v>
                </c:pt>
                <c:pt idx="2142">
                  <c:v>0.3</c:v>
                </c:pt>
                <c:pt idx="2143">
                  <c:v>0.3</c:v>
                </c:pt>
                <c:pt idx="2144">
                  <c:v>0.3</c:v>
                </c:pt>
                <c:pt idx="2145">
                  <c:v>0.3</c:v>
                </c:pt>
                <c:pt idx="2146">
                  <c:v>0.3</c:v>
                </c:pt>
                <c:pt idx="2147">
                  <c:v>0.3</c:v>
                </c:pt>
                <c:pt idx="2148">
                  <c:v>0.3</c:v>
                </c:pt>
                <c:pt idx="2149">
                  <c:v>0.3</c:v>
                </c:pt>
                <c:pt idx="2150">
                  <c:v>0.3</c:v>
                </c:pt>
                <c:pt idx="2151">
                  <c:v>0.3</c:v>
                </c:pt>
                <c:pt idx="2152">
                  <c:v>0.3</c:v>
                </c:pt>
                <c:pt idx="2153">
                  <c:v>0.3</c:v>
                </c:pt>
                <c:pt idx="2154">
                  <c:v>0.3</c:v>
                </c:pt>
                <c:pt idx="2155">
                  <c:v>0.3</c:v>
                </c:pt>
                <c:pt idx="2156">
                  <c:v>0.3</c:v>
                </c:pt>
                <c:pt idx="2157">
                  <c:v>0.3</c:v>
                </c:pt>
                <c:pt idx="2158">
                  <c:v>0.3</c:v>
                </c:pt>
                <c:pt idx="2159">
                  <c:v>0.3</c:v>
                </c:pt>
                <c:pt idx="2160">
                  <c:v>0.3</c:v>
                </c:pt>
                <c:pt idx="2161">
                  <c:v>0.3</c:v>
                </c:pt>
                <c:pt idx="2162">
                  <c:v>0.3</c:v>
                </c:pt>
                <c:pt idx="2163">
                  <c:v>0.3</c:v>
                </c:pt>
                <c:pt idx="2164">
                  <c:v>0.3</c:v>
                </c:pt>
                <c:pt idx="2165">
                  <c:v>0.3</c:v>
                </c:pt>
                <c:pt idx="2166">
                  <c:v>0.3</c:v>
                </c:pt>
                <c:pt idx="2167">
                  <c:v>0.3</c:v>
                </c:pt>
                <c:pt idx="2168">
                  <c:v>0.3</c:v>
                </c:pt>
                <c:pt idx="2169">
                  <c:v>0.3</c:v>
                </c:pt>
                <c:pt idx="2170">
                  <c:v>0.3</c:v>
                </c:pt>
                <c:pt idx="2171">
                  <c:v>0.3</c:v>
                </c:pt>
                <c:pt idx="2172">
                  <c:v>0.3</c:v>
                </c:pt>
                <c:pt idx="2173">
                  <c:v>0.3</c:v>
                </c:pt>
                <c:pt idx="2174">
                  <c:v>0.3</c:v>
                </c:pt>
                <c:pt idx="2175">
                  <c:v>0.3</c:v>
                </c:pt>
                <c:pt idx="2176">
                  <c:v>0.3</c:v>
                </c:pt>
                <c:pt idx="2177">
                  <c:v>0.3</c:v>
                </c:pt>
                <c:pt idx="2178">
                  <c:v>0.3</c:v>
                </c:pt>
                <c:pt idx="2179">
                  <c:v>0.3</c:v>
                </c:pt>
                <c:pt idx="2180">
                  <c:v>0.3</c:v>
                </c:pt>
                <c:pt idx="2181">
                  <c:v>0.3</c:v>
                </c:pt>
                <c:pt idx="2182">
                  <c:v>0.3</c:v>
                </c:pt>
                <c:pt idx="2183">
                  <c:v>0.3</c:v>
                </c:pt>
                <c:pt idx="2184">
                  <c:v>0.3</c:v>
                </c:pt>
                <c:pt idx="2185">
                  <c:v>0.3</c:v>
                </c:pt>
                <c:pt idx="2186">
                  <c:v>0.3</c:v>
                </c:pt>
                <c:pt idx="2187">
                  <c:v>0.3</c:v>
                </c:pt>
                <c:pt idx="2188">
                  <c:v>0.3</c:v>
                </c:pt>
                <c:pt idx="2189">
                  <c:v>0.3</c:v>
                </c:pt>
                <c:pt idx="2190">
                  <c:v>0.3</c:v>
                </c:pt>
                <c:pt idx="2191">
                  <c:v>0.3</c:v>
                </c:pt>
                <c:pt idx="2192">
                  <c:v>0.3</c:v>
                </c:pt>
                <c:pt idx="2193">
                  <c:v>0.3</c:v>
                </c:pt>
                <c:pt idx="2194">
                  <c:v>0.3</c:v>
                </c:pt>
                <c:pt idx="2195">
                  <c:v>0.3</c:v>
                </c:pt>
                <c:pt idx="2196">
                  <c:v>0.3</c:v>
                </c:pt>
                <c:pt idx="2197">
                  <c:v>0.3</c:v>
                </c:pt>
                <c:pt idx="2198">
                  <c:v>0.3</c:v>
                </c:pt>
                <c:pt idx="2199">
                  <c:v>0.3</c:v>
                </c:pt>
                <c:pt idx="2200">
                  <c:v>0.3</c:v>
                </c:pt>
                <c:pt idx="2201">
                  <c:v>0.3</c:v>
                </c:pt>
                <c:pt idx="2202">
                  <c:v>0.3</c:v>
                </c:pt>
                <c:pt idx="2203">
                  <c:v>0.3</c:v>
                </c:pt>
                <c:pt idx="2204">
                  <c:v>0.3</c:v>
                </c:pt>
                <c:pt idx="2205">
                  <c:v>0.3</c:v>
                </c:pt>
                <c:pt idx="2206">
                  <c:v>0.3</c:v>
                </c:pt>
                <c:pt idx="2207">
                  <c:v>0.3</c:v>
                </c:pt>
                <c:pt idx="2208">
                  <c:v>0.3</c:v>
                </c:pt>
                <c:pt idx="2209">
                  <c:v>0.3</c:v>
                </c:pt>
                <c:pt idx="2210">
                  <c:v>0.3</c:v>
                </c:pt>
                <c:pt idx="2211">
                  <c:v>0.3</c:v>
                </c:pt>
                <c:pt idx="2212">
                  <c:v>0.3</c:v>
                </c:pt>
                <c:pt idx="2213">
                  <c:v>0.3</c:v>
                </c:pt>
                <c:pt idx="2214">
                  <c:v>0.3</c:v>
                </c:pt>
                <c:pt idx="2215">
                  <c:v>0.3</c:v>
                </c:pt>
                <c:pt idx="2216">
                  <c:v>0.3</c:v>
                </c:pt>
                <c:pt idx="2217">
                  <c:v>0.3</c:v>
                </c:pt>
                <c:pt idx="2218">
                  <c:v>0.3</c:v>
                </c:pt>
                <c:pt idx="2219">
                  <c:v>0.3</c:v>
                </c:pt>
                <c:pt idx="2220">
                  <c:v>0.3</c:v>
                </c:pt>
                <c:pt idx="2221">
                  <c:v>0.3</c:v>
                </c:pt>
                <c:pt idx="2222">
                  <c:v>0.3</c:v>
                </c:pt>
                <c:pt idx="2223">
                  <c:v>0.3</c:v>
                </c:pt>
                <c:pt idx="2224">
                  <c:v>0.3</c:v>
                </c:pt>
                <c:pt idx="2225">
                  <c:v>0.3</c:v>
                </c:pt>
                <c:pt idx="2226">
                  <c:v>0.3</c:v>
                </c:pt>
                <c:pt idx="2227">
                  <c:v>0.3</c:v>
                </c:pt>
                <c:pt idx="2228">
                  <c:v>0.3</c:v>
                </c:pt>
                <c:pt idx="2229">
                  <c:v>0.3</c:v>
                </c:pt>
                <c:pt idx="2230">
                  <c:v>0.3</c:v>
                </c:pt>
                <c:pt idx="2231">
                  <c:v>0.3</c:v>
                </c:pt>
                <c:pt idx="2232">
                  <c:v>0.3</c:v>
                </c:pt>
                <c:pt idx="2233">
                  <c:v>0.3</c:v>
                </c:pt>
                <c:pt idx="2234">
                  <c:v>0.3</c:v>
                </c:pt>
                <c:pt idx="2235">
                  <c:v>0.3</c:v>
                </c:pt>
                <c:pt idx="2236">
                  <c:v>0.3</c:v>
                </c:pt>
                <c:pt idx="2237">
                  <c:v>0.3</c:v>
                </c:pt>
                <c:pt idx="2238">
                  <c:v>0.3</c:v>
                </c:pt>
                <c:pt idx="2239">
                  <c:v>0.3</c:v>
                </c:pt>
                <c:pt idx="2240">
                  <c:v>0.3</c:v>
                </c:pt>
                <c:pt idx="2241">
                  <c:v>0.3</c:v>
                </c:pt>
                <c:pt idx="2242">
                  <c:v>0.3</c:v>
                </c:pt>
                <c:pt idx="2243">
                  <c:v>0.3</c:v>
                </c:pt>
                <c:pt idx="2244">
                  <c:v>0.3</c:v>
                </c:pt>
                <c:pt idx="2245">
                  <c:v>0.3</c:v>
                </c:pt>
                <c:pt idx="2246">
                  <c:v>0.3</c:v>
                </c:pt>
                <c:pt idx="2247">
                  <c:v>0.3</c:v>
                </c:pt>
                <c:pt idx="2248">
                  <c:v>0.3</c:v>
                </c:pt>
                <c:pt idx="2249">
                  <c:v>0.3</c:v>
                </c:pt>
                <c:pt idx="2250">
                  <c:v>0.3</c:v>
                </c:pt>
                <c:pt idx="2251">
                  <c:v>0.3</c:v>
                </c:pt>
                <c:pt idx="2252">
                  <c:v>0.3</c:v>
                </c:pt>
                <c:pt idx="2253">
                  <c:v>0.3</c:v>
                </c:pt>
                <c:pt idx="2254">
                  <c:v>0.3</c:v>
                </c:pt>
                <c:pt idx="2255">
                  <c:v>0.3</c:v>
                </c:pt>
                <c:pt idx="2256">
                  <c:v>0.3</c:v>
                </c:pt>
                <c:pt idx="2257">
                  <c:v>0.3</c:v>
                </c:pt>
                <c:pt idx="2258">
                  <c:v>0.3</c:v>
                </c:pt>
                <c:pt idx="2259">
                  <c:v>0.3</c:v>
                </c:pt>
                <c:pt idx="2260">
                  <c:v>0.3</c:v>
                </c:pt>
                <c:pt idx="2261">
                  <c:v>0.3</c:v>
                </c:pt>
                <c:pt idx="2262">
                  <c:v>0.3</c:v>
                </c:pt>
                <c:pt idx="2263">
                  <c:v>0.3</c:v>
                </c:pt>
                <c:pt idx="2264">
                  <c:v>0.3</c:v>
                </c:pt>
                <c:pt idx="2265">
                  <c:v>0.3</c:v>
                </c:pt>
                <c:pt idx="2266">
                  <c:v>0.3</c:v>
                </c:pt>
                <c:pt idx="2267">
                  <c:v>0.3</c:v>
                </c:pt>
                <c:pt idx="2268">
                  <c:v>0.3</c:v>
                </c:pt>
                <c:pt idx="2269">
                  <c:v>0.3</c:v>
                </c:pt>
                <c:pt idx="2270">
                  <c:v>0.3</c:v>
                </c:pt>
                <c:pt idx="2271">
                  <c:v>0.3</c:v>
                </c:pt>
                <c:pt idx="2272">
                  <c:v>0.3</c:v>
                </c:pt>
                <c:pt idx="2273">
                  <c:v>0.3</c:v>
                </c:pt>
                <c:pt idx="2274">
                  <c:v>0.3</c:v>
                </c:pt>
                <c:pt idx="2275">
                  <c:v>0.3</c:v>
                </c:pt>
                <c:pt idx="2276">
                  <c:v>0.3</c:v>
                </c:pt>
                <c:pt idx="2277">
                  <c:v>0.3</c:v>
                </c:pt>
                <c:pt idx="2278">
                  <c:v>0.3</c:v>
                </c:pt>
                <c:pt idx="2279">
                  <c:v>0.3</c:v>
                </c:pt>
                <c:pt idx="2280">
                  <c:v>0.3</c:v>
                </c:pt>
                <c:pt idx="2281">
                  <c:v>0.3</c:v>
                </c:pt>
                <c:pt idx="2282">
                  <c:v>0.3</c:v>
                </c:pt>
                <c:pt idx="2283">
                  <c:v>0.3</c:v>
                </c:pt>
                <c:pt idx="2284">
                  <c:v>0.3</c:v>
                </c:pt>
                <c:pt idx="2285">
                  <c:v>0.3</c:v>
                </c:pt>
                <c:pt idx="2286">
                  <c:v>0.3</c:v>
                </c:pt>
                <c:pt idx="2287">
                  <c:v>0.3</c:v>
                </c:pt>
                <c:pt idx="2288">
                  <c:v>0.3</c:v>
                </c:pt>
                <c:pt idx="2289">
                  <c:v>0.3</c:v>
                </c:pt>
                <c:pt idx="2290">
                  <c:v>0.3</c:v>
                </c:pt>
                <c:pt idx="2291">
                  <c:v>0.3</c:v>
                </c:pt>
                <c:pt idx="2292">
                  <c:v>0.3</c:v>
                </c:pt>
                <c:pt idx="2293">
                  <c:v>0.3</c:v>
                </c:pt>
                <c:pt idx="2294">
                  <c:v>0.3</c:v>
                </c:pt>
                <c:pt idx="2295">
                  <c:v>0.3</c:v>
                </c:pt>
                <c:pt idx="2296">
                  <c:v>0.3</c:v>
                </c:pt>
                <c:pt idx="2297">
                  <c:v>0.3</c:v>
                </c:pt>
                <c:pt idx="2298">
                  <c:v>0.3</c:v>
                </c:pt>
                <c:pt idx="2299">
                  <c:v>0.3</c:v>
                </c:pt>
                <c:pt idx="2300">
                  <c:v>0.3</c:v>
                </c:pt>
                <c:pt idx="2301">
                  <c:v>0.3</c:v>
                </c:pt>
                <c:pt idx="2302">
                  <c:v>0.3</c:v>
                </c:pt>
                <c:pt idx="2303">
                  <c:v>0.3</c:v>
                </c:pt>
                <c:pt idx="2304">
                  <c:v>0.3</c:v>
                </c:pt>
                <c:pt idx="2305">
                  <c:v>0.3</c:v>
                </c:pt>
                <c:pt idx="2306">
                  <c:v>0.3</c:v>
                </c:pt>
                <c:pt idx="2307">
                  <c:v>0.3</c:v>
                </c:pt>
                <c:pt idx="2308">
                  <c:v>0.3</c:v>
                </c:pt>
                <c:pt idx="2309">
                  <c:v>0.3</c:v>
                </c:pt>
                <c:pt idx="2310">
                  <c:v>0.3</c:v>
                </c:pt>
                <c:pt idx="2311">
                  <c:v>0.3</c:v>
                </c:pt>
                <c:pt idx="2312">
                  <c:v>0.3</c:v>
                </c:pt>
                <c:pt idx="2313">
                  <c:v>0.3</c:v>
                </c:pt>
                <c:pt idx="2314">
                  <c:v>0.3</c:v>
                </c:pt>
                <c:pt idx="2315">
                  <c:v>0.3</c:v>
                </c:pt>
                <c:pt idx="2316">
                  <c:v>0.3</c:v>
                </c:pt>
                <c:pt idx="2317">
                  <c:v>0.3</c:v>
                </c:pt>
                <c:pt idx="2318">
                  <c:v>0.3</c:v>
                </c:pt>
                <c:pt idx="2319">
                  <c:v>0.3</c:v>
                </c:pt>
                <c:pt idx="2320">
                  <c:v>0.3</c:v>
                </c:pt>
                <c:pt idx="2321">
                  <c:v>0.3</c:v>
                </c:pt>
                <c:pt idx="2322">
                  <c:v>0.3</c:v>
                </c:pt>
                <c:pt idx="2323">
                  <c:v>0.3</c:v>
                </c:pt>
                <c:pt idx="2324">
                  <c:v>0.3</c:v>
                </c:pt>
                <c:pt idx="2325">
                  <c:v>0.3</c:v>
                </c:pt>
                <c:pt idx="2326">
                  <c:v>0.3</c:v>
                </c:pt>
                <c:pt idx="2327">
                  <c:v>0.3</c:v>
                </c:pt>
                <c:pt idx="2328">
                  <c:v>0.3</c:v>
                </c:pt>
                <c:pt idx="2329">
                  <c:v>0.3</c:v>
                </c:pt>
                <c:pt idx="2330">
                  <c:v>0.3</c:v>
                </c:pt>
                <c:pt idx="2331">
                  <c:v>0.3</c:v>
                </c:pt>
                <c:pt idx="2332">
                  <c:v>0.3</c:v>
                </c:pt>
                <c:pt idx="2333">
                  <c:v>0.3</c:v>
                </c:pt>
                <c:pt idx="2334">
                  <c:v>0.3</c:v>
                </c:pt>
                <c:pt idx="2335">
                  <c:v>0.3</c:v>
                </c:pt>
                <c:pt idx="2336">
                  <c:v>0.3</c:v>
                </c:pt>
                <c:pt idx="2337">
                  <c:v>0.3</c:v>
                </c:pt>
                <c:pt idx="2338">
                  <c:v>0.3</c:v>
                </c:pt>
                <c:pt idx="2339">
                  <c:v>0.3</c:v>
                </c:pt>
                <c:pt idx="2340">
                  <c:v>0.3</c:v>
                </c:pt>
                <c:pt idx="2341">
                  <c:v>0.3</c:v>
                </c:pt>
                <c:pt idx="2342">
                  <c:v>0.3</c:v>
                </c:pt>
                <c:pt idx="2343">
                  <c:v>0.3</c:v>
                </c:pt>
                <c:pt idx="2344">
                  <c:v>0.3</c:v>
                </c:pt>
                <c:pt idx="2345">
                  <c:v>0.3</c:v>
                </c:pt>
                <c:pt idx="2346">
                  <c:v>0.3</c:v>
                </c:pt>
                <c:pt idx="2347">
                  <c:v>0.3</c:v>
                </c:pt>
                <c:pt idx="2348">
                  <c:v>0.3</c:v>
                </c:pt>
                <c:pt idx="2349">
                  <c:v>0.3</c:v>
                </c:pt>
                <c:pt idx="2350">
                  <c:v>0.3</c:v>
                </c:pt>
                <c:pt idx="2351">
                  <c:v>0.3</c:v>
                </c:pt>
                <c:pt idx="2352">
                  <c:v>0.3</c:v>
                </c:pt>
                <c:pt idx="2353">
                  <c:v>0.3</c:v>
                </c:pt>
                <c:pt idx="2354">
                  <c:v>0.3</c:v>
                </c:pt>
                <c:pt idx="2355">
                  <c:v>0.3</c:v>
                </c:pt>
                <c:pt idx="2356">
                  <c:v>0.3</c:v>
                </c:pt>
                <c:pt idx="2357">
                  <c:v>0.3</c:v>
                </c:pt>
                <c:pt idx="2358">
                  <c:v>0.3</c:v>
                </c:pt>
                <c:pt idx="2359">
                  <c:v>0.3</c:v>
                </c:pt>
                <c:pt idx="2360">
                  <c:v>0.3</c:v>
                </c:pt>
                <c:pt idx="2361">
                  <c:v>0.3</c:v>
                </c:pt>
                <c:pt idx="2362">
                  <c:v>0.3</c:v>
                </c:pt>
                <c:pt idx="2363">
                  <c:v>0.3</c:v>
                </c:pt>
                <c:pt idx="2364">
                  <c:v>0.3</c:v>
                </c:pt>
                <c:pt idx="2365">
                  <c:v>0.3</c:v>
                </c:pt>
                <c:pt idx="2366">
                  <c:v>0.3</c:v>
                </c:pt>
                <c:pt idx="2367">
                  <c:v>0.3</c:v>
                </c:pt>
                <c:pt idx="2368">
                  <c:v>0.3</c:v>
                </c:pt>
                <c:pt idx="2369">
                  <c:v>0.3</c:v>
                </c:pt>
                <c:pt idx="2370">
                  <c:v>0.3</c:v>
                </c:pt>
                <c:pt idx="2371">
                  <c:v>0.3</c:v>
                </c:pt>
                <c:pt idx="2372">
                  <c:v>0.3</c:v>
                </c:pt>
                <c:pt idx="2373">
                  <c:v>0.3</c:v>
                </c:pt>
                <c:pt idx="2374">
                  <c:v>0.3</c:v>
                </c:pt>
                <c:pt idx="2375">
                  <c:v>0.3</c:v>
                </c:pt>
                <c:pt idx="2376">
                  <c:v>0.3</c:v>
                </c:pt>
                <c:pt idx="2377">
                  <c:v>0.3</c:v>
                </c:pt>
                <c:pt idx="2378">
                  <c:v>0.3</c:v>
                </c:pt>
                <c:pt idx="2379">
                  <c:v>0.3</c:v>
                </c:pt>
                <c:pt idx="2380">
                  <c:v>0.3</c:v>
                </c:pt>
                <c:pt idx="2381">
                  <c:v>0.3</c:v>
                </c:pt>
                <c:pt idx="2382">
                  <c:v>0.3</c:v>
                </c:pt>
                <c:pt idx="2383">
                  <c:v>0.3</c:v>
                </c:pt>
                <c:pt idx="2384">
                  <c:v>0.3</c:v>
                </c:pt>
                <c:pt idx="2385">
                  <c:v>0.3</c:v>
                </c:pt>
                <c:pt idx="2386">
                  <c:v>0.3</c:v>
                </c:pt>
                <c:pt idx="2387">
                  <c:v>0.3</c:v>
                </c:pt>
                <c:pt idx="2388">
                  <c:v>0.3</c:v>
                </c:pt>
                <c:pt idx="2389">
                  <c:v>0.3</c:v>
                </c:pt>
                <c:pt idx="2390">
                  <c:v>0.3</c:v>
                </c:pt>
                <c:pt idx="2391">
                  <c:v>0.3</c:v>
                </c:pt>
                <c:pt idx="2392">
                  <c:v>0.3</c:v>
                </c:pt>
                <c:pt idx="2393">
                  <c:v>0.3</c:v>
                </c:pt>
                <c:pt idx="2394">
                  <c:v>0.3</c:v>
                </c:pt>
                <c:pt idx="2395">
                  <c:v>0.3</c:v>
                </c:pt>
                <c:pt idx="2396">
                  <c:v>0.3</c:v>
                </c:pt>
                <c:pt idx="2397">
                  <c:v>0.3</c:v>
                </c:pt>
                <c:pt idx="2398">
                  <c:v>0.3</c:v>
                </c:pt>
                <c:pt idx="2399">
                  <c:v>0.3</c:v>
                </c:pt>
                <c:pt idx="2400">
                  <c:v>0.3</c:v>
                </c:pt>
                <c:pt idx="2401">
                  <c:v>0.3</c:v>
                </c:pt>
                <c:pt idx="2402">
                  <c:v>0.3</c:v>
                </c:pt>
                <c:pt idx="2403">
                  <c:v>0.3</c:v>
                </c:pt>
                <c:pt idx="2404">
                  <c:v>0.3</c:v>
                </c:pt>
                <c:pt idx="2405">
                  <c:v>0.3</c:v>
                </c:pt>
                <c:pt idx="2406">
                  <c:v>0.3</c:v>
                </c:pt>
                <c:pt idx="2407">
                  <c:v>0.3</c:v>
                </c:pt>
                <c:pt idx="2408">
                  <c:v>0.3</c:v>
                </c:pt>
                <c:pt idx="2409">
                  <c:v>0.3</c:v>
                </c:pt>
                <c:pt idx="2410">
                  <c:v>0.3</c:v>
                </c:pt>
                <c:pt idx="2411">
                  <c:v>0.3</c:v>
                </c:pt>
                <c:pt idx="2412">
                  <c:v>0.3</c:v>
                </c:pt>
                <c:pt idx="2413">
                  <c:v>0.3</c:v>
                </c:pt>
                <c:pt idx="2414">
                  <c:v>0.3</c:v>
                </c:pt>
                <c:pt idx="2415">
                  <c:v>0.3</c:v>
                </c:pt>
                <c:pt idx="2416">
                  <c:v>0.3</c:v>
                </c:pt>
                <c:pt idx="2417">
                  <c:v>0.3</c:v>
                </c:pt>
                <c:pt idx="2418">
                  <c:v>0.3</c:v>
                </c:pt>
                <c:pt idx="2419">
                  <c:v>0.3</c:v>
                </c:pt>
                <c:pt idx="2420">
                  <c:v>0.3</c:v>
                </c:pt>
                <c:pt idx="2421">
                  <c:v>0.3</c:v>
                </c:pt>
                <c:pt idx="2422">
                  <c:v>0.3</c:v>
                </c:pt>
                <c:pt idx="2423">
                  <c:v>0.3</c:v>
                </c:pt>
                <c:pt idx="2424">
                  <c:v>0.3</c:v>
                </c:pt>
                <c:pt idx="2425">
                  <c:v>0.3</c:v>
                </c:pt>
                <c:pt idx="2426">
                  <c:v>0.3</c:v>
                </c:pt>
                <c:pt idx="2427">
                  <c:v>0.3</c:v>
                </c:pt>
                <c:pt idx="2428">
                  <c:v>0.3</c:v>
                </c:pt>
                <c:pt idx="2429">
                  <c:v>0.3</c:v>
                </c:pt>
                <c:pt idx="2430">
                  <c:v>0.3</c:v>
                </c:pt>
                <c:pt idx="2431">
                  <c:v>0.3</c:v>
                </c:pt>
                <c:pt idx="2432">
                  <c:v>0.3</c:v>
                </c:pt>
                <c:pt idx="2433">
                  <c:v>0.3</c:v>
                </c:pt>
                <c:pt idx="2434">
                  <c:v>0.3</c:v>
                </c:pt>
                <c:pt idx="2435">
                  <c:v>0.3</c:v>
                </c:pt>
                <c:pt idx="2436">
                  <c:v>0.3</c:v>
                </c:pt>
                <c:pt idx="2437">
                  <c:v>0.3</c:v>
                </c:pt>
                <c:pt idx="2438">
                  <c:v>0.3</c:v>
                </c:pt>
                <c:pt idx="2439">
                  <c:v>0.3</c:v>
                </c:pt>
                <c:pt idx="2440">
                  <c:v>0.3</c:v>
                </c:pt>
                <c:pt idx="2441">
                  <c:v>0.3</c:v>
                </c:pt>
                <c:pt idx="2442">
                  <c:v>0.3</c:v>
                </c:pt>
                <c:pt idx="2443">
                  <c:v>0.3</c:v>
                </c:pt>
                <c:pt idx="2444">
                  <c:v>0.3</c:v>
                </c:pt>
                <c:pt idx="2445">
                  <c:v>0.3</c:v>
                </c:pt>
                <c:pt idx="2446">
                  <c:v>0.3</c:v>
                </c:pt>
                <c:pt idx="2447">
                  <c:v>0.3</c:v>
                </c:pt>
                <c:pt idx="2448">
                  <c:v>0.3</c:v>
                </c:pt>
                <c:pt idx="2449">
                  <c:v>0.3</c:v>
                </c:pt>
                <c:pt idx="2450">
                  <c:v>0.3</c:v>
                </c:pt>
                <c:pt idx="2451">
                  <c:v>0.3</c:v>
                </c:pt>
                <c:pt idx="2452">
                  <c:v>0.3</c:v>
                </c:pt>
                <c:pt idx="2453">
                  <c:v>0.3</c:v>
                </c:pt>
                <c:pt idx="2454">
                  <c:v>0.3</c:v>
                </c:pt>
                <c:pt idx="2455">
                  <c:v>0.3</c:v>
                </c:pt>
                <c:pt idx="2456">
                  <c:v>0.3</c:v>
                </c:pt>
                <c:pt idx="2457">
                  <c:v>0.3</c:v>
                </c:pt>
                <c:pt idx="2458">
                  <c:v>0.3</c:v>
                </c:pt>
                <c:pt idx="2459">
                  <c:v>0.3</c:v>
                </c:pt>
                <c:pt idx="2460">
                  <c:v>0.3</c:v>
                </c:pt>
                <c:pt idx="2461">
                  <c:v>0.3</c:v>
                </c:pt>
                <c:pt idx="2462">
                  <c:v>0.3</c:v>
                </c:pt>
                <c:pt idx="2463">
                  <c:v>0.3</c:v>
                </c:pt>
                <c:pt idx="2464">
                  <c:v>0.3</c:v>
                </c:pt>
                <c:pt idx="2465">
                  <c:v>0.3</c:v>
                </c:pt>
                <c:pt idx="2466">
                  <c:v>0.3</c:v>
                </c:pt>
                <c:pt idx="2467">
                  <c:v>0.3</c:v>
                </c:pt>
                <c:pt idx="2468">
                  <c:v>0.3</c:v>
                </c:pt>
                <c:pt idx="2469">
                  <c:v>0.3</c:v>
                </c:pt>
                <c:pt idx="2470">
                  <c:v>0.3</c:v>
                </c:pt>
                <c:pt idx="2471">
                  <c:v>0.3</c:v>
                </c:pt>
                <c:pt idx="2472">
                  <c:v>0.3</c:v>
                </c:pt>
                <c:pt idx="2473">
                  <c:v>0.3</c:v>
                </c:pt>
                <c:pt idx="2474">
                  <c:v>0.3</c:v>
                </c:pt>
                <c:pt idx="2475">
                  <c:v>0.3</c:v>
                </c:pt>
                <c:pt idx="2476">
                  <c:v>0.3</c:v>
                </c:pt>
                <c:pt idx="2477">
                  <c:v>0.3</c:v>
                </c:pt>
                <c:pt idx="2478">
                  <c:v>0.3</c:v>
                </c:pt>
                <c:pt idx="2479">
                  <c:v>0.3</c:v>
                </c:pt>
                <c:pt idx="2480">
                  <c:v>0.3</c:v>
                </c:pt>
                <c:pt idx="2481">
                  <c:v>0.3</c:v>
                </c:pt>
                <c:pt idx="2482">
                  <c:v>0.3</c:v>
                </c:pt>
                <c:pt idx="2483">
                  <c:v>0.3</c:v>
                </c:pt>
                <c:pt idx="2484">
                  <c:v>0.3</c:v>
                </c:pt>
                <c:pt idx="2485">
                  <c:v>0.3</c:v>
                </c:pt>
                <c:pt idx="2486">
                  <c:v>0.3</c:v>
                </c:pt>
                <c:pt idx="2487">
                  <c:v>0.3</c:v>
                </c:pt>
                <c:pt idx="2488">
                  <c:v>0.3</c:v>
                </c:pt>
                <c:pt idx="2489">
                  <c:v>0.3</c:v>
                </c:pt>
                <c:pt idx="2490">
                  <c:v>0.3</c:v>
                </c:pt>
                <c:pt idx="2491">
                  <c:v>0.3</c:v>
                </c:pt>
                <c:pt idx="2492">
                  <c:v>0.3</c:v>
                </c:pt>
                <c:pt idx="2493">
                  <c:v>0.3</c:v>
                </c:pt>
                <c:pt idx="2494">
                  <c:v>0.3</c:v>
                </c:pt>
                <c:pt idx="2495">
                  <c:v>0.3</c:v>
                </c:pt>
                <c:pt idx="2496">
                  <c:v>0.3</c:v>
                </c:pt>
                <c:pt idx="2497">
                  <c:v>0.3</c:v>
                </c:pt>
                <c:pt idx="2498">
                  <c:v>0.3</c:v>
                </c:pt>
                <c:pt idx="2499">
                  <c:v>0.3</c:v>
                </c:pt>
                <c:pt idx="2500">
                  <c:v>0.3</c:v>
                </c:pt>
                <c:pt idx="2501">
                  <c:v>0.3</c:v>
                </c:pt>
                <c:pt idx="2502">
                  <c:v>0.3</c:v>
                </c:pt>
                <c:pt idx="2503">
                  <c:v>0.3</c:v>
                </c:pt>
                <c:pt idx="2504">
                  <c:v>0.3</c:v>
                </c:pt>
                <c:pt idx="2505">
                  <c:v>0.3</c:v>
                </c:pt>
                <c:pt idx="2506">
                  <c:v>0.3</c:v>
                </c:pt>
                <c:pt idx="2507">
                  <c:v>0.3</c:v>
                </c:pt>
                <c:pt idx="2508">
                  <c:v>0.3</c:v>
                </c:pt>
                <c:pt idx="2509">
                  <c:v>0.3</c:v>
                </c:pt>
                <c:pt idx="2510">
                  <c:v>0.3</c:v>
                </c:pt>
                <c:pt idx="2511">
                  <c:v>0.3</c:v>
                </c:pt>
                <c:pt idx="2512">
                  <c:v>0.3</c:v>
                </c:pt>
                <c:pt idx="2513">
                  <c:v>0.3</c:v>
                </c:pt>
                <c:pt idx="2514">
                  <c:v>0.3</c:v>
                </c:pt>
                <c:pt idx="2515">
                  <c:v>0.3</c:v>
                </c:pt>
                <c:pt idx="2516">
                  <c:v>0.3</c:v>
                </c:pt>
                <c:pt idx="2517">
                  <c:v>0.3</c:v>
                </c:pt>
                <c:pt idx="2518">
                  <c:v>0.3</c:v>
                </c:pt>
                <c:pt idx="2519">
                  <c:v>0.3</c:v>
                </c:pt>
                <c:pt idx="2520">
                  <c:v>0.3</c:v>
                </c:pt>
                <c:pt idx="2521">
                  <c:v>0.3</c:v>
                </c:pt>
                <c:pt idx="2522">
                  <c:v>0.3</c:v>
                </c:pt>
                <c:pt idx="2523">
                  <c:v>0.3</c:v>
                </c:pt>
                <c:pt idx="2524">
                  <c:v>0.3</c:v>
                </c:pt>
                <c:pt idx="2525">
                  <c:v>0.3</c:v>
                </c:pt>
                <c:pt idx="2526">
                  <c:v>0.3</c:v>
                </c:pt>
                <c:pt idx="2527">
                  <c:v>0.3</c:v>
                </c:pt>
                <c:pt idx="2528">
                  <c:v>0.3</c:v>
                </c:pt>
                <c:pt idx="2529">
                  <c:v>0.3</c:v>
                </c:pt>
                <c:pt idx="2530">
                  <c:v>0.3</c:v>
                </c:pt>
                <c:pt idx="2531">
                  <c:v>0.3</c:v>
                </c:pt>
                <c:pt idx="2532">
                  <c:v>0.3</c:v>
                </c:pt>
                <c:pt idx="2533">
                  <c:v>0.3</c:v>
                </c:pt>
                <c:pt idx="2534">
                  <c:v>0.3</c:v>
                </c:pt>
                <c:pt idx="2535">
                  <c:v>0.3</c:v>
                </c:pt>
                <c:pt idx="2536">
                  <c:v>0.3</c:v>
                </c:pt>
                <c:pt idx="2537">
                  <c:v>0.3</c:v>
                </c:pt>
                <c:pt idx="2538">
                  <c:v>0.3</c:v>
                </c:pt>
                <c:pt idx="2539">
                  <c:v>0.3</c:v>
                </c:pt>
                <c:pt idx="2540">
                  <c:v>0.3</c:v>
                </c:pt>
                <c:pt idx="2541">
                  <c:v>0.3</c:v>
                </c:pt>
                <c:pt idx="2542">
                  <c:v>0.3</c:v>
                </c:pt>
                <c:pt idx="2543">
                  <c:v>0.3</c:v>
                </c:pt>
                <c:pt idx="2544">
                  <c:v>0.3</c:v>
                </c:pt>
                <c:pt idx="2545">
                  <c:v>0.3</c:v>
                </c:pt>
                <c:pt idx="2546">
                  <c:v>0.3</c:v>
                </c:pt>
                <c:pt idx="2547">
                  <c:v>0.3</c:v>
                </c:pt>
                <c:pt idx="2548">
                  <c:v>0.3</c:v>
                </c:pt>
                <c:pt idx="2549">
                  <c:v>0.3</c:v>
                </c:pt>
                <c:pt idx="2550">
                  <c:v>0.3</c:v>
                </c:pt>
                <c:pt idx="2551">
                  <c:v>0.3</c:v>
                </c:pt>
                <c:pt idx="2552">
                  <c:v>0.3</c:v>
                </c:pt>
                <c:pt idx="2553">
                  <c:v>0.3</c:v>
                </c:pt>
                <c:pt idx="2554">
                  <c:v>0.3</c:v>
                </c:pt>
                <c:pt idx="2555">
                  <c:v>0.3</c:v>
                </c:pt>
                <c:pt idx="2556">
                  <c:v>0.3</c:v>
                </c:pt>
                <c:pt idx="2557">
                  <c:v>0.3</c:v>
                </c:pt>
                <c:pt idx="2558">
                  <c:v>0.3</c:v>
                </c:pt>
                <c:pt idx="2559">
                  <c:v>0.3</c:v>
                </c:pt>
                <c:pt idx="2560">
                  <c:v>0.3</c:v>
                </c:pt>
                <c:pt idx="2561">
                  <c:v>0.3</c:v>
                </c:pt>
                <c:pt idx="2562">
                  <c:v>0.3</c:v>
                </c:pt>
                <c:pt idx="2563">
                  <c:v>0.3</c:v>
                </c:pt>
                <c:pt idx="2564">
                  <c:v>0.3</c:v>
                </c:pt>
                <c:pt idx="2565">
                  <c:v>0.3</c:v>
                </c:pt>
                <c:pt idx="2566">
                  <c:v>0.3</c:v>
                </c:pt>
                <c:pt idx="2567">
                  <c:v>0.3</c:v>
                </c:pt>
                <c:pt idx="2568">
                  <c:v>0.3</c:v>
                </c:pt>
                <c:pt idx="2569">
                  <c:v>0.3</c:v>
                </c:pt>
                <c:pt idx="2570">
                  <c:v>0.3</c:v>
                </c:pt>
                <c:pt idx="2571">
                  <c:v>0.3</c:v>
                </c:pt>
                <c:pt idx="2572">
                  <c:v>0.3</c:v>
                </c:pt>
                <c:pt idx="2573">
                  <c:v>0.3</c:v>
                </c:pt>
                <c:pt idx="2574">
                  <c:v>0.3</c:v>
                </c:pt>
                <c:pt idx="2575">
                  <c:v>0.3</c:v>
                </c:pt>
                <c:pt idx="2576">
                  <c:v>0.3</c:v>
                </c:pt>
                <c:pt idx="2577">
                  <c:v>0.3</c:v>
                </c:pt>
                <c:pt idx="2578">
                  <c:v>0.3</c:v>
                </c:pt>
                <c:pt idx="2579">
                  <c:v>0.3</c:v>
                </c:pt>
                <c:pt idx="2580">
                  <c:v>0.3</c:v>
                </c:pt>
                <c:pt idx="2581">
                  <c:v>0.3</c:v>
                </c:pt>
                <c:pt idx="2582">
                  <c:v>0.3</c:v>
                </c:pt>
                <c:pt idx="2583">
                  <c:v>0.3</c:v>
                </c:pt>
                <c:pt idx="2584">
                  <c:v>0.3</c:v>
                </c:pt>
                <c:pt idx="2585">
                  <c:v>0.3</c:v>
                </c:pt>
                <c:pt idx="2586">
                  <c:v>0.3</c:v>
                </c:pt>
                <c:pt idx="2587">
                  <c:v>0.3</c:v>
                </c:pt>
                <c:pt idx="2588">
                  <c:v>0.3</c:v>
                </c:pt>
                <c:pt idx="2589">
                  <c:v>0.3</c:v>
                </c:pt>
                <c:pt idx="2590">
                  <c:v>0.3</c:v>
                </c:pt>
                <c:pt idx="2591">
                  <c:v>0.3</c:v>
                </c:pt>
                <c:pt idx="2592">
                  <c:v>0.3</c:v>
                </c:pt>
                <c:pt idx="2593">
                  <c:v>0.3</c:v>
                </c:pt>
                <c:pt idx="2594">
                  <c:v>0.3</c:v>
                </c:pt>
                <c:pt idx="2595">
                  <c:v>0.3</c:v>
                </c:pt>
                <c:pt idx="2596">
                  <c:v>0.3</c:v>
                </c:pt>
                <c:pt idx="2597">
                  <c:v>0.3</c:v>
                </c:pt>
                <c:pt idx="2598">
                  <c:v>0.3</c:v>
                </c:pt>
                <c:pt idx="2599">
                  <c:v>0.3</c:v>
                </c:pt>
                <c:pt idx="2600">
                  <c:v>0.3</c:v>
                </c:pt>
                <c:pt idx="2601">
                  <c:v>0.3</c:v>
                </c:pt>
                <c:pt idx="2602">
                  <c:v>0.3</c:v>
                </c:pt>
                <c:pt idx="2603">
                  <c:v>0.3</c:v>
                </c:pt>
                <c:pt idx="2604">
                  <c:v>0.3</c:v>
                </c:pt>
                <c:pt idx="2605">
                  <c:v>0.3</c:v>
                </c:pt>
                <c:pt idx="2606">
                  <c:v>0.3</c:v>
                </c:pt>
                <c:pt idx="2607">
                  <c:v>0.3</c:v>
                </c:pt>
                <c:pt idx="2608">
                  <c:v>0.3</c:v>
                </c:pt>
                <c:pt idx="2609">
                  <c:v>0.3</c:v>
                </c:pt>
                <c:pt idx="2610">
                  <c:v>0.3</c:v>
                </c:pt>
                <c:pt idx="2611">
                  <c:v>0.3</c:v>
                </c:pt>
                <c:pt idx="2612">
                  <c:v>0.3</c:v>
                </c:pt>
                <c:pt idx="2613">
                  <c:v>0.3</c:v>
                </c:pt>
                <c:pt idx="2614">
                  <c:v>0.3</c:v>
                </c:pt>
                <c:pt idx="2615">
                  <c:v>0.3</c:v>
                </c:pt>
                <c:pt idx="2616">
                  <c:v>0.3</c:v>
                </c:pt>
                <c:pt idx="2617">
                  <c:v>0.3</c:v>
                </c:pt>
                <c:pt idx="2618">
                  <c:v>0.3</c:v>
                </c:pt>
                <c:pt idx="2619">
                  <c:v>0.3</c:v>
                </c:pt>
                <c:pt idx="2620">
                  <c:v>0.3</c:v>
                </c:pt>
                <c:pt idx="2621">
                  <c:v>0.3</c:v>
                </c:pt>
                <c:pt idx="2622">
                  <c:v>0.3</c:v>
                </c:pt>
                <c:pt idx="2623">
                  <c:v>0.3</c:v>
                </c:pt>
                <c:pt idx="2624">
                  <c:v>0.3</c:v>
                </c:pt>
                <c:pt idx="2625">
                  <c:v>0.3</c:v>
                </c:pt>
                <c:pt idx="2626">
                  <c:v>0.3</c:v>
                </c:pt>
                <c:pt idx="2627">
                  <c:v>0.3</c:v>
                </c:pt>
                <c:pt idx="2628">
                  <c:v>0.3</c:v>
                </c:pt>
                <c:pt idx="2629">
                  <c:v>0.3</c:v>
                </c:pt>
                <c:pt idx="2630">
                  <c:v>0.3</c:v>
                </c:pt>
                <c:pt idx="2631">
                  <c:v>0.3</c:v>
                </c:pt>
                <c:pt idx="2632">
                  <c:v>0.3</c:v>
                </c:pt>
                <c:pt idx="2633">
                  <c:v>0.3</c:v>
                </c:pt>
                <c:pt idx="2634">
                  <c:v>0.3</c:v>
                </c:pt>
                <c:pt idx="2635">
                  <c:v>0.3</c:v>
                </c:pt>
                <c:pt idx="2636">
                  <c:v>0.3</c:v>
                </c:pt>
                <c:pt idx="2637">
                  <c:v>0.3</c:v>
                </c:pt>
                <c:pt idx="2638">
                  <c:v>0.3</c:v>
                </c:pt>
                <c:pt idx="2639">
                  <c:v>0.3</c:v>
                </c:pt>
                <c:pt idx="2640">
                  <c:v>0.3</c:v>
                </c:pt>
                <c:pt idx="2641">
                  <c:v>0.3</c:v>
                </c:pt>
                <c:pt idx="2642">
                  <c:v>0.3</c:v>
                </c:pt>
                <c:pt idx="2643">
                  <c:v>0.3</c:v>
                </c:pt>
                <c:pt idx="2644">
                  <c:v>0.3</c:v>
                </c:pt>
                <c:pt idx="2645">
                  <c:v>0.3</c:v>
                </c:pt>
                <c:pt idx="2646">
                  <c:v>0.3</c:v>
                </c:pt>
                <c:pt idx="2647">
                  <c:v>0.3</c:v>
                </c:pt>
                <c:pt idx="2648">
                  <c:v>0.3</c:v>
                </c:pt>
                <c:pt idx="2649">
                  <c:v>0.3</c:v>
                </c:pt>
                <c:pt idx="2650">
                  <c:v>0.3</c:v>
                </c:pt>
                <c:pt idx="2651">
                  <c:v>0.3</c:v>
                </c:pt>
                <c:pt idx="2652">
                  <c:v>0.3</c:v>
                </c:pt>
                <c:pt idx="2653">
                  <c:v>0.3</c:v>
                </c:pt>
                <c:pt idx="2654">
                  <c:v>0.3</c:v>
                </c:pt>
                <c:pt idx="2655">
                  <c:v>0.3</c:v>
                </c:pt>
                <c:pt idx="2656">
                  <c:v>0.3</c:v>
                </c:pt>
                <c:pt idx="2657">
                  <c:v>0.3</c:v>
                </c:pt>
                <c:pt idx="2658">
                  <c:v>0.3</c:v>
                </c:pt>
                <c:pt idx="2659">
                  <c:v>0.3</c:v>
                </c:pt>
                <c:pt idx="2660">
                  <c:v>0.3</c:v>
                </c:pt>
                <c:pt idx="2661">
                  <c:v>0.3</c:v>
                </c:pt>
                <c:pt idx="2662">
                  <c:v>0.3</c:v>
                </c:pt>
                <c:pt idx="2663">
                  <c:v>0.3</c:v>
                </c:pt>
                <c:pt idx="2664">
                  <c:v>0.3</c:v>
                </c:pt>
                <c:pt idx="2665">
                  <c:v>0.3</c:v>
                </c:pt>
                <c:pt idx="2666">
                  <c:v>0.3</c:v>
                </c:pt>
                <c:pt idx="2667">
                  <c:v>0.3</c:v>
                </c:pt>
                <c:pt idx="2668">
                  <c:v>0.3</c:v>
                </c:pt>
                <c:pt idx="2669">
                  <c:v>0.3</c:v>
                </c:pt>
                <c:pt idx="2670">
                  <c:v>0.3</c:v>
                </c:pt>
                <c:pt idx="2671">
                  <c:v>0.3</c:v>
                </c:pt>
                <c:pt idx="2672">
                  <c:v>0.3</c:v>
                </c:pt>
                <c:pt idx="2673">
                  <c:v>0.3</c:v>
                </c:pt>
                <c:pt idx="2674">
                  <c:v>0.3</c:v>
                </c:pt>
                <c:pt idx="2675">
                  <c:v>0.3</c:v>
                </c:pt>
                <c:pt idx="2676">
                  <c:v>0.3</c:v>
                </c:pt>
                <c:pt idx="2677">
                  <c:v>0.3</c:v>
                </c:pt>
                <c:pt idx="2678">
                  <c:v>0.3</c:v>
                </c:pt>
                <c:pt idx="2679">
                  <c:v>0.3</c:v>
                </c:pt>
                <c:pt idx="2680">
                  <c:v>0.3</c:v>
                </c:pt>
                <c:pt idx="2681">
                  <c:v>0.3</c:v>
                </c:pt>
                <c:pt idx="2682">
                  <c:v>0.3</c:v>
                </c:pt>
                <c:pt idx="2683">
                  <c:v>0.3</c:v>
                </c:pt>
                <c:pt idx="2684">
                  <c:v>0.3</c:v>
                </c:pt>
                <c:pt idx="2685">
                  <c:v>0.3</c:v>
                </c:pt>
                <c:pt idx="2686">
                  <c:v>0.3</c:v>
                </c:pt>
                <c:pt idx="2687">
                  <c:v>0.3</c:v>
                </c:pt>
                <c:pt idx="2688">
                  <c:v>0.3</c:v>
                </c:pt>
                <c:pt idx="2689">
                  <c:v>0.3</c:v>
                </c:pt>
                <c:pt idx="2690">
                  <c:v>0.3</c:v>
                </c:pt>
                <c:pt idx="2691">
                  <c:v>0.3</c:v>
                </c:pt>
                <c:pt idx="2692">
                  <c:v>0.3</c:v>
                </c:pt>
                <c:pt idx="2693">
                  <c:v>0.3</c:v>
                </c:pt>
                <c:pt idx="2694">
                  <c:v>0.3</c:v>
                </c:pt>
                <c:pt idx="2695">
                  <c:v>0.3</c:v>
                </c:pt>
                <c:pt idx="2696">
                  <c:v>0.3</c:v>
                </c:pt>
                <c:pt idx="2697">
                  <c:v>0.3</c:v>
                </c:pt>
                <c:pt idx="2698">
                  <c:v>0.3</c:v>
                </c:pt>
                <c:pt idx="2699">
                  <c:v>0.3</c:v>
                </c:pt>
                <c:pt idx="2700">
                  <c:v>0.3</c:v>
                </c:pt>
                <c:pt idx="2701">
                  <c:v>0.3</c:v>
                </c:pt>
                <c:pt idx="2702">
                  <c:v>0.3</c:v>
                </c:pt>
                <c:pt idx="2703">
                  <c:v>0.3</c:v>
                </c:pt>
                <c:pt idx="2704">
                  <c:v>0.3</c:v>
                </c:pt>
                <c:pt idx="2705">
                  <c:v>0.3</c:v>
                </c:pt>
                <c:pt idx="2706">
                  <c:v>0.3</c:v>
                </c:pt>
                <c:pt idx="2707">
                  <c:v>0.3</c:v>
                </c:pt>
                <c:pt idx="2708">
                  <c:v>0.3</c:v>
                </c:pt>
                <c:pt idx="2709">
                  <c:v>0.3</c:v>
                </c:pt>
                <c:pt idx="2710">
                  <c:v>0.3</c:v>
                </c:pt>
                <c:pt idx="2711">
                  <c:v>0.3</c:v>
                </c:pt>
                <c:pt idx="2712">
                  <c:v>0.3</c:v>
                </c:pt>
                <c:pt idx="2713">
                  <c:v>0.3</c:v>
                </c:pt>
                <c:pt idx="2714">
                  <c:v>0.3</c:v>
                </c:pt>
                <c:pt idx="2715">
                  <c:v>0.3</c:v>
                </c:pt>
                <c:pt idx="2716">
                  <c:v>0.3</c:v>
                </c:pt>
                <c:pt idx="2717">
                  <c:v>0.3</c:v>
                </c:pt>
                <c:pt idx="2718">
                  <c:v>0.3</c:v>
                </c:pt>
                <c:pt idx="2719">
                  <c:v>0.3</c:v>
                </c:pt>
                <c:pt idx="2720">
                  <c:v>0.3</c:v>
                </c:pt>
                <c:pt idx="2721">
                  <c:v>0.3</c:v>
                </c:pt>
                <c:pt idx="2722">
                  <c:v>0.3</c:v>
                </c:pt>
                <c:pt idx="2723">
                  <c:v>0.3</c:v>
                </c:pt>
                <c:pt idx="2724">
                  <c:v>0.3</c:v>
                </c:pt>
                <c:pt idx="2725">
                  <c:v>0.3</c:v>
                </c:pt>
                <c:pt idx="2726">
                  <c:v>0.3</c:v>
                </c:pt>
                <c:pt idx="2727">
                  <c:v>0.3</c:v>
                </c:pt>
                <c:pt idx="2728">
                  <c:v>0.3</c:v>
                </c:pt>
                <c:pt idx="2729">
                  <c:v>0.3</c:v>
                </c:pt>
                <c:pt idx="2730">
                  <c:v>0.3</c:v>
                </c:pt>
                <c:pt idx="2731">
                  <c:v>0.3</c:v>
                </c:pt>
                <c:pt idx="2732">
                  <c:v>0.3</c:v>
                </c:pt>
                <c:pt idx="2733">
                  <c:v>0.3</c:v>
                </c:pt>
                <c:pt idx="2734">
                  <c:v>0.3</c:v>
                </c:pt>
                <c:pt idx="2735">
                  <c:v>0.3</c:v>
                </c:pt>
                <c:pt idx="2736">
                  <c:v>0.3</c:v>
                </c:pt>
                <c:pt idx="2737">
                  <c:v>0.3</c:v>
                </c:pt>
                <c:pt idx="2738">
                  <c:v>0.3</c:v>
                </c:pt>
                <c:pt idx="2739">
                  <c:v>0.3</c:v>
                </c:pt>
                <c:pt idx="2740">
                  <c:v>0.3</c:v>
                </c:pt>
                <c:pt idx="2741">
                  <c:v>0.3</c:v>
                </c:pt>
                <c:pt idx="2742">
                  <c:v>0.3</c:v>
                </c:pt>
                <c:pt idx="2743">
                  <c:v>0.3</c:v>
                </c:pt>
                <c:pt idx="2744">
                  <c:v>0.3</c:v>
                </c:pt>
                <c:pt idx="2745">
                  <c:v>0.3</c:v>
                </c:pt>
                <c:pt idx="2746">
                  <c:v>0.3</c:v>
                </c:pt>
                <c:pt idx="2747">
                  <c:v>0.3</c:v>
                </c:pt>
                <c:pt idx="2748">
                  <c:v>0.3</c:v>
                </c:pt>
                <c:pt idx="2749">
                  <c:v>0.3</c:v>
                </c:pt>
                <c:pt idx="2750">
                  <c:v>0.3</c:v>
                </c:pt>
                <c:pt idx="2751">
                  <c:v>0.3</c:v>
                </c:pt>
                <c:pt idx="2752">
                  <c:v>0.3</c:v>
                </c:pt>
                <c:pt idx="2753">
                  <c:v>0.3</c:v>
                </c:pt>
                <c:pt idx="2754">
                  <c:v>0.3</c:v>
                </c:pt>
                <c:pt idx="2755">
                  <c:v>0.3</c:v>
                </c:pt>
                <c:pt idx="2756">
                  <c:v>0.3</c:v>
                </c:pt>
                <c:pt idx="2757">
                  <c:v>0.3</c:v>
                </c:pt>
                <c:pt idx="2758">
                  <c:v>0.3</c:v>
                </c:pt>
                <c:pt idx="2759">
                  <c:v>0.3</c:v>
                </c:pt>
                <c:pt idx="2760">
                  <c:v>0.3</c:v>
                </c:pt>
                <c:pt idx="2761">
                  <c:v>0.3</c:v>
                </c:pt>
                <c:pt idx="2762">
                  <c:v>0.3</c:v>
                </c:pt>
                <c:pt idx="2763">
                  <c:v>0.3</c:v>
                </c:pt>
                <c:pt idx="2764">
                  <c:v>0.3</c:v>
                </c:pt>
                <c:pt idx="2765">
                  <c:v>0.3</c:v>
                </c:pt>
                <c:pt idx="2766">
                  <c:v>0.3</c:v>
                </c:pt>
                <c:pt idx="2767">
                  <c:v>0.3</c:v>
                </c:pt>
                <c:pt idx="2768">
                  <c:v>0.3</c:v>
                </c:pt>
                <c:pt idx="2769">
                  <c:v>0.3</c:v>
                </c:pt>
                <c:pt idx="2770">
                  <c:v>0.3</c:v>
                </c:pt>
                <c:pt idx="2771">
                  <c:v>0.3</c:v>
                </c:pt>
                <c:pt idx="2772">
                  <c:v>0.3</c:v>
                </c:pt>
                <c:pt idx="2773">
                  <c:v>0.3</c:v>
                </c:pt>
                <c:pt idx="2774">
                  <c:v>0.3</c:v>
                </c:pt>
                <c:pt idx="2775">
                  <c:v>0.3</c:v>
                </c:pt>
                <c:pt idx="2776">
                  <c:v>0.3</c:v>
                </c:pt>
                <c:pt idx="2777">
                  <c:v>0.3</c:v>
                </c:pt>
                <c:pt idx="2778">
                  <c:v>0.3</c:v>
                </c:pt>
                <c:pt idx="2779">
                  <c:v>0.3</c:v>
                </c:pt>
                <c:pt idx="2780">
                  <c:v>0.3</c:v>
                </c:pt>
                <c:pt idx="2781">
                  <c:v>0.3</c:v>
                </c:pt>
                <c:pt idx="2782">
                  <c:v>0.3</c:v>
                </c:pt>
                <c:pt idx="2783">
                  <c:v>0.3</c:v>
                </c:pt>
                <c:pt idx="2784">
                  <c:v>0.3</c:v>
                </c:pt>
                <c:pt idx="2785">
                  <c:v>0.3</c:v>
                </c:pt>
                <c:pt idx="2786">
                  <c:v>0.3</c:v>
                </c:pt>
                <c:pt idx="2787">
                  <c:v>0.3</c:v>
                </c:pt>
                <c:pt idx="2788">
                  <c:v>0.3</c:v>
                </c:pt>
                <c:pt idx="2789">
                  <c:v>0.3</c:v>
                </c:pt>
                <c:pt idx="2790">
                  <c:v>0.3</c:v>
                </c:pt>
                <c:pt idx="2791">
                  <c:v>0.3</c:v>
                </c:pt>
                <c:pt idx="2792">
                  <c:v>0.3</c:v>
                </c:pt>
                <c:pt idx="2793">
                  <c:v>0.3</c:v>
                </c:pt>
                <c:pt idx="2794">
                  <c:v>0.3</c:v>
                </c:pt>
                <c:pt idx="2795">
                  <c:v>0.3</c:v>
                </c:pt>
                <c:pt idx="2796">
                  <c:v>0.3</c:v>
                </c:pt>
                <c:pt idx="2797">
                  <c:v>0.3</c:v>
                </c:pt>
                <c:pt idx="2798">
                  <c:v>0.3</c:v>
                </c:pt>
                <c:pt idx="2799">
                  <c:v>0.3</c:v>
                </c:pt>
                <c:pt idx="2800">
                  <c:v>0.3</c:v>
                </c:pt>
                <c:pt idx="2801">
                  <c:v>0.3</c:v>
                </c:pt>
                <c:pt idx="2802">
                  <c:v>0.3</c:v>
                </c:pt>
                <c:pt idx="2803">
                  <c:v>0.3</c:v>
                </c:pt>
                <c:pt idx="2804">
                  <c:v>0.3</c:v>
                </c:pt>
                <c:pt idx="2805">
                  <c:v>0.3</c:v>
                </c:pt>
                <c:pt idx="2806">
                  <c:v>0.3</c:v>
                </c:pt>
                <c:pt idx="2807">
                  <c:v>0.3</c:v>
                </c:pt>
                <c:pt idx="2808">
                  <c:v>0.3</c:v>
                </c:pt>
                <c:pt idx="2809">
                  <c:v>0.3</c:v>
                </c:pt>
                <c:pt idx="2810">
                  <c:v>0.3</c:v>
                </c:pt>
                <c:pt idx="2811">
                  <c:v>0.3</c:v>
                </c:pt>
                <c:pt idx="2812">
                  <c:v>0.3</c:v>
                </c:pt>
                <c:pt idx="2813">
                  <c:v>0.3</c:v>
                </c:pt>
                <c:pt idx="2814">
                  <c:v>0.3</c:v>
                </c:pt>
                <c:pt idx="2815">
                  <c:v>0.3</c:v>
                </c:pt>
                <c:pt idx="2816">
                  <c:v>0.3</c:v>
                </c:pt>
                <c:pt idx="2817">
                  <c:v>0.3</c:v>
                </c:pt>
                <c:pt idx="2818">
                  <c:v>0.3</c:v>
                </c:pt>
                <c:pt idx="2819">
                  <c:v>0.3</c:v>
                </c:pt>
                <c:pt idx="2820">
                  <c:v>0.3</c:v>
                </c:pt>
                <c:pt idx="2821">
                  <c:v>0.3</c:v>
                </c:pt>
                <c:pt idx="2822">
                  <c:v>0.3</c:v>
                </c:pt>
                <c:pt idx="2823">
                  <c:v>0.3</c:v>
                </c:pt>
                <c:pt idx="2824">
                  <c:v>0.3</c:v>
                </c:pt>
                <c:pt idx="2825">
                  <c:v>0.3</c:v>
                </c:pt>
                <c:pt idx="2826">
                  <c:v>0.3</c:v>
                </c:pt>
                <c:pt idx="2827">
                  <c:v>0.3</c:v>
                </c:pt>
                <c:pt idx="2828">
                  <c:v>0.3</c:v>
                </c:pt>
                <c:pt idx="2829">
                  <c:v>0.3</c:v>
                </c:pt>
                <c:pt idx="2830">
                  <c:v>0.3</c:v>
                </c:pt>
                <c:pt idx="2831">
                  <c:v>0.3</c:v>
                </c:pt>
                <c:pt idx="2832">
                  <c:v>0.3</c:v>
                </c:pt>
                <c:pt idx="2833">
                  <c:v>0.3</c:v>
                </c:pt>
                <c:pt idx="2834">
                  <c:v>0.3</c:v>
                </c:pt>
                <c:pt idx="2835">
                  <c:v>0.3</c:v>
                </c:pt>
                <c:pt idx="2836">
                  <c:v>0.3</c:v>
                </c:pt>
                <c:pt idx="2837">
                  <c:v>0.3</c:v>
                </c:pt>
                <c:pt idx="2838">
                  <c:v>0.3</c:v>
                </c:pt>
                <c:pt idx="2839">
                  <c:v>0.3</c:v>
                </c:pt>
                <c:pt idx="2840">
                  <c:v>0.3</c:v>
                </c:pt>
                <c:pt idx="2841">
                  <c:v>0.3</c:v>
                </c:pt>
                <c:pt idx="2842">
                  <c:v>0.3</c:v>
                </c:pt>
                <c:pt idx="2843">
                  <c:v>0.3</c:v>
                </c:pt>
                <c:pt idx="2844">
                  <c:v>0.3</c:v>
                </c:pt>
                <c:pt idx="2845">
                  <c:v>0.3</c:v>
                </c:pt>
                <c:pt idx="2846">
                  <c:v>0.3</c:v>
                </c:pt>
                <c:pt idx="2847">
                  <c:v>0.3</c:v>
                </c:pt>
                <c:pt idx="2848">
                  <c:v>0.3</c:v>
                </c:pt>
                <c:pt idx="2849">
                  <c:v>0.3</c:v>
                </c:pt>
                <c:pt idx="2850">
                  <c:v>0.3</c:v>
                </c:pt>
                <c:pt idx="2851">
                  <c:v>0.3</c:v>
                </c:pt>
                <c:pt idx="2852">
                  <c:v>0.3</c:v>
                </c:pt>
                <c:pt idx="2853">
                  <c:v>0.3</c:v>
                </c:pt>
                <c:pt idx="2854">
                  <c:v>0.3</c:v>
                </c:pt>
                <c:pt idx="2855">
                  <c:v>0.3</c:v>
                </c:pt>
                <c:pt idx="2856">
                  <c:v>0.3</c:v>
                </c:pt>
                <c:pt idx="2857">
                  <c:v>0.3</c:v>
                </c:pt>
                <c:pt idx="2858">
                  <c:v>0.3</c:v>
                </c:pt>
                <c:pt idx="2859">
                  <c:v>0.3</c:v>
                </c:pt>
                <c:pt idx="2860">
                  <c:v>0.3</c:v>
                </c:pt>
                <c:pt idx="2861">
                  <c:v>0.3</c:v>
                </c:pt>
                <c:pt idx="2862">
                  <c:v>0.3</c:v>
                </c:pt>
                <c:pt idx="2863">
                  <c:v>0.3</c:v>
                </c:pt>
                <c:pt idx="2864">
                  <c:v>0.3</c:v>
                </c:pt>
                <c:pt idx="2865">
                  <c:v>0.3</c:v>
                </c:pt>
                <c:pt idx="2866">
                  <c:v>0.3</c:v>
                </c:pt>
                <c:pt idx="2867">
                  <c:v>0.3</c:v>
                </c:pt>
                <c:pt idx="2868">
                  <c:v>0.3</c:v>
                </c:pt>
                <c:pt idx="2869">
                  <c:v>0.3</c:v>
                </c:pt>
                <c:pt idx="2870">
                  <c:v>0.3</c:v>
                </c:pt>
                <c:pt idx="2871">
                  <c:v>0.3</c:v>
                </c:pt>
                <c:pt idx="2872">
                  <c:v>0.3</c:v>
                </c:pt>
                <c:pt idx="2873">
                  <c:v>0.3</c:v>
                </c:pt>
                <c:pt idx="2874">
                  <c:v>0.3</c:v>
                </c:pt>
                <c:pt idx="2875">
                  <c:v>0.3</c:v>
                </c:pt>
                <c:pt idx="2876">
                  <c:v>0.3</c:v>
                </c:pt>
                <c:pt idx="2877">
                  <c:v>0.3</c:v>
                </c:pt>
                <c:pt idx="2878">
                  <c:v>0.3</c:v>
                </c:pt>
                <c:pt idx="2879">
                  <c:v>0.3</c:v>
                </c:pt>
                <c:pt idx="2880">
                  <c:v>0.3</c:v>
                </c:pt>
                <c:pt idx="2881">
                  <c:v>0.3</c:v>
                </c:pt>
                <c:pt idx="2882">
                  <c:v>0.3</c:v>
                </c:pt>
                <c:pt idx="2883">
                  <c:v>0.3</c:v>
                </c:pt>
                <c:pt idx="2884">
                  <c:v>0.3</c:v>
                </c:pt>
                <c:pt idx="2885">
                  <c:v>0.3</c:v>
                </c:pt>
                <c:pt idx="2886">
                  <c:v>0.3</c:v>
                </c:pt>
                <c:pt idx="2887">
                  <c:v>0.3</c:v>
                </c:pt>
                <c:pt idx="2888">
                  <c:v>0.3</c:v>
                </c:pt>
                <c:pt idx="2889">
                  <c:v>0.3</c:v>
                </c:pt>
                <c:pt idx="2890">
                  <c:v>0.3</c:v>
                </c:pt>
                <c:pt idx="2891">
                  <c:v>0.3</c:v>
                </c:pt>
                <c:pt idx="2892">
                  <c:v>0.3</c:v>
                </c:pt>
                <c:pt idx="2893">
                  <c:v>0.3</c:v>
                </c:pt>
                <c:pt idx="2894">
                  <c:v>0.3</c:v>
                </c:pt>
                <c:pt idx="2895">
                  <c:v>0.3</c:v>
                </c:pt>
                <c:pt idx="2896">
                  <c:v>0.3</c:v>
                </c:pt>
                <c:pt idx="2897">
                  <c:v>0.3</c:v>
                </c:pt>
                <c:pt idx="2898">
                  <c:v>0.3</c:v>
                </c:pt>
                <c:pt idx="2899">
                  <c:v>0.3</c:v>
                </c:pt>
                <c:pt idx="2900">
                  <c:v>0.3</c:v>
                </c:pt>
                <c:pt idx="2901">
                  <c:v>0.3</c:v>
                </c:pt>
                <c:pt idx="2902">
                  <c:v>0.3</c:v>
                </c:pt>
                <c:pt idx="2903">
                  <c:v>0.3</c:v>
                </c:pt>
                <c:pt idx="2904">
                  <c:v>0.3</c:v>
                </c:pt>
                <c:pt idx="2905">
                  <c:v>0.3</c:v>
                </c:pt>
                <c:pt idx="2906">
                  <c:v>0.3</c:v>
                </c:pt>
                <c:pt idx="2907">
                  <c:v>0.3</c:v>
                </c:pt>
                <c:pt idx="2908">
                  <c:v>0.3</c:v>
                </c:pt>
                <c:pt idx="2909">
                  <c:v>0.3</c:v>
                </c:pt>
                <c:pt idx="2910">
                  <c:v>0.3</c:v>
                </c:pt>
                <c:pt idx="2911">
                  <c:v>0.3</c:v>
                </c:pt>
                <c:pt idx="2912">
                  <c:v>0.3</c:v>
                </c:pt>
                <c:pt idx="2913">
                  <c:v>0.3</c:v>
                </c:pt>
                <c:pt idx="2914">
                  <c:v>0.3</c:v>
                </c:pt>
                <c:pt idx="2915">
                  <c:v>0.3</c:v>
                </c:pt>
                <c:pt idx="2916">
                  <c:v>0.3</c:v>
                </c:pt>
                <c:pt idx="2917">
                  <c:v>0.3</c:v>
                </c:pt>
                <c:pt idx="2918">
                  <c:v>0.3</c:v>
                </c:pt>
                <c:pt idx="2919">
                  <c:v>0.3</c:v>
                </c:pt>
                <c:pt idx="2920">
                  <c:v>0.3</c:v>
                </c:pt>
                <c:pt idx="2921">
                  <c:v>0.3</c:v>
                </c:pt>
                <c:pt idx="2922">
                  <c:v>0.3</c:v>
                </c:pt>
                <c:pt idx="2923">
                  <c:v>0.3</c:v>
                </c:pt>
                <c:pt idx="2924">
                  <c:v>0.3</c:v>
                </c:pt>
                <c:pt idx="2925">
                  <c:v>0.3</c:v>
                </c:pt>
                <c:pt idx="2926">
                  <c:v>0.3</c:v>
                </c:pt>
                <c:pt idx="2927">
                  <c:v>0.3</c:v>
                </c:pt>
                <c:pt idx="2928">
                  <c:v>0.3</c:v>
                </c:pt>
                <c:pt idx="2929">
                  <c:v>0.3</c:v>
                </c:pt>
                <c:pt idx="2930">
                  <c:v>0.3</c:v>
                </c:pt>
                <c:pt idx="2931">
                  <c:v>0.3</c:v>
                </c:pt>
                <c:pt idx="2932">
                  <c:v>0.3</c:v>
                </c:pt>
                <c:pt idx="2933">
                  <c:v>0.3</c:v>
                </c:pt>
                <c:pt idx="2934">
                  <c:v>0.3</c:v>
                </c:pt>
                <c:pt idx="2935">
                  <c:v>0.3</c:v>
                </c:pt>
                <c:pt idx="2936">
                  <c:v>0.3</c:v>
                </c:pt>
                <c:pt idx="2937">
                  <c:v>0.3</c:v>
                </c:pt>
                <c:pt idx="2938">
                  <c:v>0.3</c:v>
                </c:pt>
                <c:pt idx="2939">
                  <c:v>0.3</c:v>
                </c:pt>
                <c:pt idx="2940">
                  <c:v>0.3</c:v>
                </c:pt>
                <c:pt idx="2941">
                  <c:v>0.3</c:v>
                </c:pt>
                <c:pt idx="2942">
                  <c:v>0.3</c:v>
                </c:pt>
                <c:pt idx="2943">
                  <c:v>0.3</c:v>
                </c:pt>
                <c:pt idx="2944">
                  <c:v>0.3</c:v>
                </c:pt>
                <c:pt idx="2945">
                  <c:v>0.3</c:v>
                </c:pt>
                <c:pt idx="2946">
                  <c:v>0.3</c:v>
                </c:pt>
                <c:pt idx="2947">
                  <c:v>0.3</c:v>
                </c:pt>
                <c:pt idx="2948">
                  <c:v>0.3</c:v>
                </c:pt>
                <c:pt idx="2949">
                  <c:v>0.3</c:v>
                </c:pt>
                <c:pt idx="2950">
                  <c:v>0.3</c:v>
                </c:pt>
                <c:pt idx="2951">
                  <c:v>0.3</c:v>
                </c:pt>
                <c:pt idx="2952">
                  <c:v>0.3</c:v>
                </c:pt>
                <c:pt idx="2953">
                  <c:v>0.3</c:v>
                </c:pt>
                <c:pt idx="2954">
                  <c:v>0.3</c:v>
                </c:pt>
                <c:pt idx="2955">
                  <c:v>0.3</c:v>
                </c:pt>
                <c:pt idx="2956">
                  <c:v>0.3</c:v>
                </c:pt>
                <c:pt idx="2957">
                  <c:v>0.3</c:v>
                </c:pt>
                <c:pt idx="2958">
                  <c:v>0.3</c:v>
                </c:pt>
                <c:pt idx="2959">
                  <c:v>0.3</c:v>
                </c:pt>
                <c:pt idx="2960">
                  <c:v>0.3</c:v>
                </c:pt>
                <c:pt idx="2961">
                  <c:v>0.3</c:v>
                </c:pt>
                <c:pt idx="2962">
                  <c:v>0.3</c:v>
                </c:pt>
                <c:pt idx="2963">
                  <c:v>0.3</c:v>
                </c:pt>
                <c:pt idx="2964">
                  <c:v>0.3</c:v>
                </c:pt>
                <c:pt idx="2965">
                  <c:v>0.3</c:v>
                </c:pt>
                <c:pt idx="2966">
                  <c:v>0.3</c:v>
                </c:pt>
                <c:pt idx="2967">
                  <c:v>0.3</c:v>
                </c:pt>
                <c:pt idx="2968">
                  <c:v>0.3</c:v>
                </c:pt>
                <c:pt idx="2969">
                  <c:v>0.3</c:v>
                </c:pt>
                <c:pt idx="2970">
                  <c:v>0.3</c:v>
                </c:pt>
                <c:pt idx="2971">
                  <c:v>0.3</c:v>
                </c:pt>
                <c:pt idx="2972">
                  <c:v>0.3</c:v>
                </c:pt>
                <c:pt idx="2973">
                  <c:v>0.3</c:v>
                </c:pt>
                <c:pt idx="2974">
                  <c:v>0.3</c:v>
                </c:pt>
                <c:pt idx="2975">
                  <c:v>0.3</c:v>
                </c:pt>
                <c:pt idx="2976">
                  <c:v>0.3</c:v>
                </c:pt>
                <c:pt idx="2977">
                  <c:v>0.3</c:v>
                </c:pt>
                <c:pt idx="2978">
                  <c:v>0.3</c:v>
                </c:pt>
                <c:pt idx="2979">
                  <c:v>0.3</c:v>
                </c:pt>
                <c:pt idx="2980">
                  <c:v>0.3</c:v>
                </c:pt>
                <c:pt idx="2981">
                  <c:v>0.3</c:v>
                </c:pt>
                <c:pt idx="2982">
                  <c:v>0.3</c:v>
                </c:pt>
                <c:pt idx="2983">
                  <c:v>0.3</c:v>
                </c:pt>
                <c:pt idx="2984">
                  <c:v>0.3</c:v>
                </c:pt>
                <c:pt idx="2985">
                  <c:v>0.3</c:v>
                </c:pt>
                <c:pt idx="2986">
                  <c:v>0.3</c:v>
                </c:pt>
                <c:pt idx="2987">
                  <c:v>0.3</c:v>
                </c:pt>
                <c:pt idx="2988">
                  <c:v>0.3</c:v>
                </c:pt>
                <c:pt idx="2989">
                  <c:v>0.3</c:v>
                </c:pt>
                <c:pt idx="2990">
                  <c:v>0.3</c:v>
                </c:pt>
                <c:pt idx="2991">
                  <c:v>0.3</c:v>
                </c:pt>
                <c:pt idx="2992">
                  <c:v>0.3</c:v>
                </c:pt>
                <c:pt idx="2993">
                  <c:v>0.3</c:v>
                </c:pt>
                <c:pt idx="2994">
                  <c:v>0.3</c:v>
                </c:pt>
                <c:pt idx="2995">
                  <c:v>0.3</c:v>
                </c:pt>
                <c:pt idx="2996">
                  <c:v>0.3</c:v>
                </c:pt>
                <c:pt idx="2997">
                  <c:v>0.3</c:v>
                </c:pt>
                <c:pt idx="2998">
                  <c:v>0.3</c:v>
                </c:pt>
                <c:pt idx="2999">
                  <c:v>0.3</c:v>
                </c:pt>
                <c:pt idx="3000">
                  <c:v>0.3</c:v>
                </c:pt>
                <c:pt idx="3001">
                  <c:v>0.3</c:v>
                </c:pt>
                <c:pt idx="3002">
                  <c:v>0.3</c:v>
                </c:pt>
                <c:pt idx="3003">
                  <c:v>0.3</c:v>
                </c:pt>
                <c:pt idx="3004">
                  <c:v>0.3</c:v>
                </c:pt>
                <c:pt idx="3005">
                  <c:v>0.3</c:v>
                </c:pt>
                <c:pt idx="3006">
                  <c:v>0.3</c:v>
                </c:pt>
                <c:pt idx="3007">
                  <c:v>0.3</c:v>
                </c:pt>
                <c:pt idx="3008">
                  <c:v>0.3</c:v>
                </c:pt>
                <c:pt idx="3009">
                  <c:v>0.3</c:v>
                </c:pt>
                <c:pt idx="3010">
                  <c:v>0.3</c:v>
                </c:pt>
                <c:pt idx="3011">
                  <c:v>0.3</c:v>
                </c:pt>
                <c:pt idx="3012">
                  <c:v>0.3</c:v>
                </c:pt>
                <c:pt idx="3013">
                  <c:v>0.3</c:v>
                </c:pt>
                <c:pt idx="3014">
                  <c:v>0.3</c:v>
                </c:pt>
                <c:pt idx="3015">
                  <c:v>0.3</c:v>
                </c:pt>
                <c:pt idx="3016">
                  <c:v>0.3</c:v>
                </c:pt>
                <c:pt idx="3017">
                  <c:v>0.3</c:v>
                </c:pt>
                <c:pt idx="3018">
                  <c:v>0.3</c:v>
                </c:pt>
                <c:pt idx="3019">
                  <c:v>0.3</c:v>
                </c:pt>
                <c:pt idx="3020">
                  <c:v>0.3</c:v>
                </c:pt>
                <c:pt idx="3021">
                  <c:v>0.3</c:v>
                </c:pt>
                <c:pt idx="3022">
                  <c:v>0.3</c:v>
                </c:pt>
                <c:pt idx="3023">
                  <c:v>0.3</c:v>
                </c:pt>
                <c:pt idx="3024">
                  <c:v>0.3</c:v>
                </c:pt>
                <c:pt idx="3025">
                  <c:v>0.3</c:v>
                </c:pt>
                <c:pt idx="3026">
                  <c:v>0.3</c:v>
                </c:pt>
                <c:pt idx="3027">
                  <c:v>0.3</c:v>
                </c:pt>
                <c:pt idx="3028">
                  <c:v>0.3</c:v>
                </c:pt>
                <c:pt idx="3029">
                  <c:v>0.3</c:v>
                </c:pt>
                <c:pt idx="3030">
                  <c:v>0.3</c:v>
                </c:pt>
                <c:pt idx="3031">
                  <c:v>0.3</c:v>
                </c:pt>
                <c:pt idx="3032">
                  <c:v>0.3</c:v>
                </c:pt>
                <c:pt idx="3033">
                  <c:v>0.3</c:v>
                </c:pt>
                <c:pt idx="3034">
                  <c:v>0.3</c:v>
                </c:pt>
                <c:pt idx="3035">
                  <c:v>0.3</c:v>
                </c:pt>
                <c:pt idx="3036">
                  <c:v>0.3</c:v>
                </c:pt>
                <c:pt idx="3037">
                  <c:v>0.3</c:v>
                </c:pt>
                <c:pt idx="3038">
                  <c:v>0.3</c:v>
                </c:pt>
                <c:pt idx="3039">
                  <c:v>0.3</c:v>
                </c:pt>
                <c:pt idx="3040">
                  <c:v>0.3</c:v>
                </c:pt>
                <c:pt idx="3041">
                  <c:v>0.3</c:v>
                </c:pt>
                <c:pt idx="3042">
                  <c:v>0.3</c:v>
                </c:pt>
                <c:pt idx="3043">
                  <c:v>0.3</c:v>
                </c:pt>
                <c:pt idx="3044">
                  <c:v>0.3</c:v>
                </c:pt>
                <c:pt idx="3045">
                  <c:v>0.3</c:v>
                </c:pt>
                <c:pt idx="3046">
                  <c:v>0.3</c:v>
                </c:pt>
                <c:pt idx="3047">
                  <c:v>0.3</c:v>
                </c:pt>
                <c:pt idx="3048">
                  <c:v>0.3</c:v>
                </c:pt>
                <c:pt idx="3049">
                  <c:v>0.3</c:v>
                </c:pt>
                <c:pt idx="3050">
                  <c:v>0.3</c:v>
                </c:pt>
                <c:pt idx="3051">
                  <c:v>0.3</c:v>
                </c:pt>
                <c:pt idx="3052">
                  <c:v>0.3</c:v>
                </c:pt>
                <c:pt idx="3053">
                  <c:v>0.3</c:v>
                </c:pt>
                <c:pt idx="3054">
                  <c:v>0.3</c:v>
                </c:pt>
                <c:pt idx="3055">
                  <c:v>0.3</c:v>
                </c:pt>
                <c:pt idx="3056">
                  <c:v>0.3</c:v>
                </c:pt>
                <c:pt idx="3057">
                  <c:v>0.3</c:v>
                </c:pt>
                <c:pt idx="3058">
                  <c:v>0.3</c:v>
                </c:pt>
                <c:pt idx="3059">
                  <c:v>0.3</c:v>
                </c:pt>
                <c:pt idx="3060">
                  <c:v>0.3</c:v>
                </c:pt>
                <c:pt idx="3061">
                  <c:v>0.3</c:v>
                </c:pt>
                <c:pt idx="3062">
                  <c:v>0.3</c:v>
                </c:pt>
                <c:pt idx="3063">
                  <c:v>0.3</c:v>
                </c:pt>
                <c:pt idx="3064">
                  <c:v>0.3</c:v>
                </c:pt>
                <c:pt idx="3065">
                  <c:v>0.3</c:v>
                </c:pt>
                <c:pt idx="3066">
                  <c:v>0.3</c:v>
                </c:pt>
                <c:pt idx="3067">
                  <c:v>0.3</c:v>
                </c:pt>
                <c:pt idx="3068">
                  <c:v>0.3</c:v>
                </c:pt>
                <c:pt idx="3069">
                  <c:v>0.3</c:v>
                </c:pt>
                <c:pt idx="3070">
                  <c:v>0.3</c:v>
                </c:pt>
                <c:pt idx="3071">
                  <c:v>0.3</c:v>
                </c:pt>
                <c:pt idx="3072">
                  <c:v>0.3</c:v>
                </c:pt>
                <c:pt idx="3073">
                  <c:v>0.3</c:v>
                </c:pt>
                <c:pt idx="3074">
                  <c:v>0.3</c:v>
                </c:pt>
                <c:pt idx="3075">
                  <c:v>0.3</c:v>
                </c:pt>
                <c:pt idx="3076">
                  <c:v>0.3</c:v>
                </c:pt>
                <c:pt idx="3077">
                  <c:v>0.3</c:v>
                </c:pt>
                <c:pt idx="3078">
                  <c:v>0.3</c:v>
                </c:pt>
                <c:pt idx="3079">
                  <c:v>0.3</c:v>
                </c:pt>
                <c:pt idx="3080">
                  <c:v>0.3</c:v>
                </c:pt>
                <c:pt idx="3081">
                  <c:v>0.3</c:v>
                </c:pt>
                <c:pt idx="3082">
                  <c:v>0.3</c:v>
                </c:pt>
                <c:pt idx="3083">
                  <c:v>0.3</c:v>
                </c:pt>
                <c:pt idx="3084">
                  <c:v>0.3</c:v>
                </c:pt>
                <c:pt idx="3085">
                  <c:v>0.3</c:v>
                </c:pt>
                <c:pt idx="3086">
                  <c:v>0.3</c:v>
                </c:pt>
                <c:pt idx="3087">
                  <c:v>0.3</c:v>
                </c:pt>
                <c:pt idx="3088">
                  <c:v>0.3</c:v>
                </c:pt>
                <c:pt idx="3089">
                  <c:v>0.3</c:v>
                </c:pt>
                <c:pt idx="3090">
                  <c:v>0.3</c:v>
                </c:pt>
                <c:pt idx="3091">
                  <c:v>0.3</c:v>
                </c:pt>
                <c:pt idx="3092">
                  <c:v>0.3</c:v>
                </c:pt>
                <c:pt idx="3093">
                  <c:v>0.3</c:v>
                </c:pt>
                <c:pt idx="3094">
                  <c:v>0.3</c:v>
                </c:pt>
                <c:pt idx="3095">
                  <c:v>0.3</c:v>
                </c:pt>
                <c:pt idx="3096">
                  <c:v>0.3</c:v>
                </c:pt>
                <c:pt idx="3097">
                  <c:v>0.3</c:v>
                </c:pt>
                <c:pt idx="3098">
                  <c:v>0.3</c:v>
                </c:pt>
                <c:pt idx="3099">
                  <c:v>0.3</c:v>
                </c:pt>
                <c:pt idx="3100">
                  <c:v>0.3</c:v>
                </c:pt>
                <c:pt idx="3101">
                  <c:v>0.3</c:v>
                </c:pt>
                <c:pt idx="3102">
                  <c:v>0.3</c:v>
                </c:pt>
                <c:pt idx="3103">
                  <c:v>0.3</c:v>
                </c:pt>
                <c:pt idx="3104">
                  <c:v>0.3</c:v>
                </c:pt>
                <c:pt idx="3105">
                  <c:v>0.3</c:v>
                </c:pt>
                <c:pt idx="3106">
                  <c:v>0.3</c:v>
                </c:pt>
                <c:pt idx="3107">
                  <c:v>0.3</c:v>
                </c:pt>
                <c:pt idx="3108">
                  <c:v>0.3</c:v>
                </c:pt>
                <c:pt idx="3109">
                  <c:v>0.3</c:v>
                </c:pt>
                <c:pt idx="3110">
                  <c:v>0.3</c:v>
                </c:pt>
                <c:pt idx="3111">
                  <c:v>0.3</c:v>
                </c:pt>
                <c:pt idx="3112">
                  <c:v>0.3</c:v>
                </c:pt>
                <c:pt idx="3113">
                  <c:v>0.3</c:v>
                </c:pt>
                <c:pt idx="3114">
                  <c:v>0.3</c:v>
                </c:pt>
                <c:pt idx="3115">
                  <c:v>0.3</c:v>
                </c:pt>
                <c:pt idx="3116">
                  <c:v>0.3</c:v>
                </c:pt>
                <c:pt idx="3117">
                  <c:v>0.3</c:v>
                </c:pt>
                <c:pt idx="3118">
                  <c:v>0.3</c:v>
                </c:pt>
                <c:pt idx="3119">
                  <c:v>0.3</c:v>
                </c:pt>
                <c:pt idx="3120">
                  <c:v>0.3</c:v>
                </c:pt>
                <c:pt idx="3121">
                  <c:v>0.3</c:v>
                </c:pt>
                <c:pt idx="3122">
                  <c:v>0.3</c:v>
                </c:pt>
                <c:pt idx="3123">
                  <c:v>0.3</c:v>
                </c:pt>
                <c:pt idx="3124">
                  <c:v>0.3</c:v>
                </c:pt>
                <c:pt idx="3125">
                  <c:v>0.3</c:v>
                </c:pt>
                <c:pt idx="3126">
                  <c:v>0.3</c:v>
                </c:pt>
                <c:pt idx="3127">
                  <c:v>0.3</c:v>
                </c:pt>
                <c:pt idx="3128">
                  <c:v>0.3</c:v>
                </c:pt>
                <c:pt idx="3129">
                  <c:v>0.3</c:v>
                </c:pt>
                <c:pt idx="3130">
                  <c:v>0.3</c:v>
                </c:pt>
                <c:pt idx="3131">
                  <c:v>0.3</c:v>
                </c:pt>
                <c:pt idx="3132">
                  <c:v>0.3</c:v>
                </c:pt>
                <c:pt idx="3133">
                  <c:v>0.3</c:v>
                </c:pt>
                <c:pt idx="3134">
                  <c:v>0.3</c:v>
                </c:pt>
                <c:pt idx="3135">
                  <c:v>0.3</c:v>
                </c:pt>
                <c:pt idx="3136">
                  <c:v>0.3</c:v>
                </c:pt>
                <c:pt idx="3137">
                  <c:v>0.3</c:v>
                </c:pt>
                <c:pt idx="3138">
                  <c:v>0.3</c:v>
                </c:pt>
                <c:pt idx="3139">
                  <c:v>0.3</c:v>
                </c:pt>
                <c:pt idx="3140">
                  <c:v>0.3</c:v>
                </c:pt>
                <c:pt idx="3141">
                  <c:v>0.3</c:v>
                </c:pt>
                <c:pt idx="3142">
                  <c:v>0.3</c:v>
                </c:pt>
                <c:pt idx="3143">
                  <c:v>0.3</c:v>
                </c:pt>
                <c:pt idx="3144">
                  <c:v>0.3</c:v>
                </c:pt>
                <c:pt idx="3145">
                  <c:v>0.3</c:v>
                </c:pt>
                <c:pt idx="3146">
                  <c:v>0.3</c:v>
                </c:pt>
                <c:pt idx="3147">
                  <c:v>0.3</c:v>
                </c:pt>
                <c:pt idx="3148">
                  <c:v>0.3</c:v>
                </c:pt>
                <c:pt idx="3149">
                  <c:v>0.3</c:v>
                </c:pt>
                <c:pt idx="3150">
                  <c:v>0.3</c:v>
                </c:pt>
                <c:pt idx="3151">
                  <c:v>0.3</c:v>
                </c:pt>
                <c:pt idx="3152">
                  <c:v>0.3</c:v>
                </c:pt>
                <c:pt idx="3153">
                  <c:v>0.3</c:v>
                </c:pt>
                <c:pt idx="3154">
                  <c:v>0.3</c:v>
                </c:pt>
                <c:pt idx="3155">
                  <c:v>0.3</c:v>
                </c:pt>
                <c:pt idx="3156">
                  <c:v>0.3</c:v>
                </c:pt>
                <c:pt idx="3157">
                  <c:v>0.3</c:v>
                </c:pt>
                <c:pt idx="3158">
                  <c:v>0.3</c:v>
                </c:pt>
                <c:pt idx="3159">
                  <c:v>0.3</c:v>
                </c:pt>
                <c:pt idx="3160">
                  <c:v>0.3</c:v>
                </c:pt>
                <c:pt idx="3161">
                  <c:v>0.3</c:v>
                </c:pt>
                <c:pt idx="3162">
                  <c:v>0.3</c:v>
                </c:pt>
                <c:pt idx="3163">
                  <c:v>0.3</c:v>
                </c:pt>
                <c:pt idx="3164">
                  <c:v>0.3</c:v>
                </c:pt>
                <c:pt idx="3165">
                  <c:v>0.3</c:v>
                </c:pt>
                <c:pt idx="3166">
                  <c:v>0.3</c:v>
                </c:pt>
                <c:pt idx="3167">
                  <c:v>0.3</c:v>
                </c:pt>
                <c:pt idx="3168">
                  <c:v>0.3</c:v>
                </c:pt>
                <c:pt idx="3169">
                  <c:v>0.3</c:v>
                </c:pt>
                <c:pt idx="3170">
                  <c:v>0.3</c:v>
                </c:pt>
                <c:pt idx="3171">
                  <c:v>0.3</c:v>
                </c:pt>
                <c:pt idx="3172">
                  <c:v>0.3</c:v>
                </c:pt>
                <c:pt idx="3173">
                  <c:v>0.3</c:v>
                </c:pt>
                <c:pt idx="3174">
                  <c:v>0.3</c:v>
                </c:pt>
                <c:pt idx="3175">
                  <c:v>0.3</c:v>
                </c:pt>
                <c:pt idx="3176">
                  <c:v>0.3</c:v>
                </c:pt>
                <c:pt idx="3177">
                  <c:v>0.3</c:v>
                </c:pt>
                <c:pt idx="3178">
                  <c:v>0.3</c:v>
                </c:pt>
                <c:pt idx="3179">
                  <c:v>0.3</c:v>
                </c:pt>
                <c:pt idx="3180">
                  <c:v>0.3</c:v>
                </c:pt>
                <c:pt idx="3181">
                  <c:v>0.3</c:v>
                </c:pt>
                <c:pt idx="3182">
                  <c:v>0.3</c:v>
                </c:pt>
                <c:pt idx="3183">
                  <c:v>0.3</c:v>
                </c:pt>
                <c:pt idx="3184">
                  <c:v>0.3</c:v>
                </c:pt>
                <c:pt idx="3185">
                  <c:v>0.3</c:v>
                </c:pt>
                <c:pt idx="3186">
                  <c:v>0.3</c:v>
                </c:pt>
                <c:pt idx="3187">
                  <c:v>0.3</c:v>
                </c:pt>
                <c:pt idx="3188">
                  <c:v>0.3</c:v>
                </c:pt>
                <c:pt idx="3189">
                  <c:v>0.3</c:v>
                </c:pt>
                <c:pt idx="3190">
                  <c:v>0.3</c:v>
                </c:pt>
                <c:pt idx="3191">
                  <c:v>0.3</c:v>
                </c:pt>
                <c:pt idx="3192">
                  <c:v>0.3</c:v>
                </c:pt>
                <c:pt idx="3193">
                  <c:v>0.3</c:v>
                </c:pt>
                <c:pt idx="3194">
                  <c:v>0.3</c:v>
                </c:pt>
                <c:pt idx="3195">
                  <c:v>0.3</c:v>
                </c:pt>
                <c:pt idx="3196">
                  <c:v>0.3</c:v>
                </c:pt>
                <c:pt idx="3197">
                  <c:v>0.3</c:v>
                </c:pt>
                <c:pt idx="3198">
                  <c:v>0.3</c:v>
                </c:pt>
                <c:pt idx="3199">
                  <c:v>0.3</c:v>
                </c:pt>
                <c:pt idx="3200">
                  <c:v>0.3</c:v>
                </c:pt>
                <c:pt idx="3201">
                  <c:v>0.3</c:v>
                </c:pt>
                <c:pt idx="3202">
                  <c:v>0.3</c:v>
                </c:pt>
                <c:pt idx="3203">
                  <c:v>0.3</c:v>
                </c:pt>
                <c:pt idx="3204">
                  <c:v>0.3</c:v>
                </c:pt>
                <c:pt idx="3205">
                  <c:v>0.3</c:v>
                </c:pt>
                <c:pt idx="3206">
                  <c:v>0.3</c:v>
                </c:pt>
                <c:pt idx="3207">
                  <c:v>0.3</c:v>
                </c:pt>
                <c:pt idx="3208">
                  <c:v>0.3</c:v>
                </c:pt>
                <c:pt idx="3209">
                  <c:v>0.3</c:v>
                </c:pt>
                <c:pt idx="3210">
                  <c:v>0.3</c:v>
                </c:pt>
                <c:pt idx="3211">
                  <c:v>0.3</c:v>
                </c:pt>
                <c:pt idx="3212">
                  <c:v>0.3</c:v>
                </c:pt>
                <c:pt idx="3213">
                  <c:v>0.3</c:v>
                </c:pt>
                <c:pt idx="3214">
                  <c:v>0.3</c:v>
                </c:pt>
                <c:pt idx="3215">
                  <c:v>0.3</c:v>
                </c:pt>
                <c:pt idx="3216">
                  <c:v>0.3</c:v>
                </c:pt>
                <c:pt idx="3217">
                  <c:v>0.3</c:v>
                </c:pt>
                <c:pt idx="3218">
                  <c:v>0.3</c:v>
                </c:pt>
                <c:pt idx="3219">
                  <c:v>0.3</c:v>
                </c:pt>
                <c:pt idx="3220">
                  <c:v>0.3</c:v>
                </c:pt>
                <c:pt idx="3221">
                  <c:v>0.3</c:v>
                </c:pt>
                <c:pt idx="3222">
                  <c:v>0.3</c:v>
                </c:pt>
                <c:pt idx="3223">
                  <c:v>0.3</c:v>
                </c:pt>
                <c:pt idx="3224">
                  <c:v>0.3</c:v>
                </c:pt>
                <c:pt idx="3225">
                  <c:v>0.3</c:v>
                </c:pt>
                <c:pt idx="3226">
                  <c:v>0.3</c:v>
                </c:pt>
                <c:pt idx="3227">
                  <c:v>0.3</c:v>
                </c:pt>
                <c:pt idx="3228">
                  <c:v>0.3</c:v>
                </c:pt>
                <c:pt idx="3229">
                  <c:v>0.3</c:v>
                </c:pt>
                <c:pt idx="3230">
                  <c:v>0.3</c:v>
                </c:pt>
                <c:pt idx="3231">
                  <c:v>0.3</c:v>
                </c:pt>
                <c:pt idx="3232">
                  <c:v>0.3</c:v>
                </c:pt>
                <c:pt idx="3233">
                  <c:v>0.3</c:v>
                </c:pt>
                <c:pt idx="3234">
                  <c:v>0.3</c:v>
                </c:pt>
                <c:pt idx="3235">
                  <c:v>0.3</c:v>
                </c:pt>
                <c:pt idx="3236">
                  <c:v>0.3</c:v>
                </c:pt>
                <c:pt idx="3237">
                  <c:v>0.3</c:v>
                </c:pt>
                <c:pt idx="3238">
                  <c:v>0.3</c:v>
                </c:pt>
                <c:pt idx="3239">
                  <c:v>0.3</c:v>
                </c:pt>
                <c:pt idx="3240">
                  <c:v>0.3</c:v>
                </c:pt>
                <c:pt idx="3241">
                  <c:v>0.3</c:v>
                </c:pt>
                <c:pt idx="3242">
                  <c:v>0.3</c:v>
                </c:pt>
                <c:pt idx="3243">
                  <c:v>0.3</c:v>
                </c:pt>
                <c:pt idx="3244">
                  <c:v>0.3</c:v>
                </c:pt>
                <c:pt idx="3245">
                  <c:v>0.3</c:v>
                </c:pt>
                <c:pt idx="3246">
                  <c:v>0.3</c:v>
                </c:pt>
                <c:pt idx="3247">
                  <c:v>0.3</c:v>
                </c:pt>
                <c:pt idx="3248">
                  <c:v>0.3</c:v>
                </c:pt>
                <c:pt idx="3249">
                  <c:v>0.3</c:v>
                </c:pt>
                <c:pt idx="3250">
                  <c:v>0.3</c:v>
                </c:pt>
                <c:pt idx="3251">
                  <c:v>0.3</c:v>
                </c:pt>
                <c:pt idx="3252">
                  <c:v>0.3</c:v>
                </c:pt>
                <c:pt idx="3253">
                  <c:v>0.3</c:v>
                </c:pt>
                <c:pt idx="3254">
                  <c:v>0.3</c:v>
                </c:pt>
                <c:pt idx="3255">
                  <c:v>0.3</c:v>
                </c:pt>
                <c:pt idx="3256">
                  <c:v>0.3</c:v>
                </c:pt>
                <c:pt idx="3257">
                  <c:v>0.3</c:v>
                </c:pt>
                <c:pt idx="3258">
                  <c:v>0.3</c:v>
                </c:pt>
                <c:pt idx="3259">
                  <c:v>0.3</c:v>
                </c:pt>
                <c:pt idx="3260">
                  <c:v>0.3</c:v>
                </c:pt>
                <c:pt idx="3261">
                  <c:v>0.3</c:v>
                </c:pt>
                <c:pt idx="3262">
                  <c:v>0.3</c:v>
                </c:pt>
                <c:pt idx="3263">
                  <c:v>0.3</c:v>
                </c:pt>
                <c:pt idx="3264">
                  <c:v>0.3</c:v>
                </c:pt>
                <c:pt idx="3265">
                  <c:v>0.3</c:v>
                </c:pt>
                <c:pt idx="3266">
                  <c:v>0.3</c:v>
                </c:pt>
                <c:pt idx="3267">
                  <c:v>0.3</c:v>
                </c:pt>
                <c:pt idx="3268">
                  <c:v>0.3</c:v>
                </c:pt>
                <c:pt idx="3269">
                  <c:v>0.3</c:v>
                </c:pt>
                <c:pt idx="3270">
                  <c:v>0.3</c:v>
                </c:pt>
                <c:pt idx="3271">
                  <c:v>0.3</c:v>
                </c:pt>
                <c:pt idx="3272">
                  <c:v>0.3</c:v>
                </c:pt>
                <c:pt idx="3273">
                  <c:v>0.3</c:v>
                </c:pt>
                <c:pt idx="3274">
                  <c:v>0.3</c:v>
                </c:pt>
                <c:pt idx="3275">
                  <c:v>0.3</c:v>
                </c:pt>
                <c:pt idx="3276">
                  <c:v>0.3</c:v>
                </c:pt>
                <c:pt idx="3277">
                  <c:v>0.3</c:v>
                </c:pt>
                <c:pt idx="3278">
                  <c:v>0.3</c:v>
                </c:pt>
                <c:pt idx="3279">
                  <c:v>0.3</c:v>
                </c:pt>
                <c:pt idx="3280">
                  <c:v>0.3</c:v>
                </c:pt>
                <c:pt idx="3281">
                  <c:v>0.3</c:v>
                </c:pt>
                <c:pt idx="3282">
                  <c:v>0.3</c:v>
                </c:pt>
                <c:pt idx="3283">
                  <c:v>0.3</c:v>
                </c:pt>
                <c:pt idx="3284">
                  <c:v>0.3</c:v>
                </c:pt>
                <c:pt idx="3285">
                  <c:v>0.3</c:v>
                </c:pt>
                <c:pt idx="3286">
                  <c:v>0.3</c:v>
                </c:pt>
                <c:pt idx="3287">
                  <c:v>0.3</c:v>
                </c:pt>
                <c:pt idx="3288">
                  <c:v>0.3</c:v>
                </c:pt>
                <c:pt idx="3289">
                  <c:v>0.3</c:v>
                </c:pt>
                <c:pt idx="3290">
                  <c:v>0.3</c:v>
                </c:pt>
                <c:pt idx="3291">
                  <c:v>0.3</c:v>
                </c:pt>
                <c:pt idx="3292">
                  <c:v>0.3</c:v>
                </c:pt>
                <c:pt idx="3293">
                  <c:v>0.3</c:v>
                </c:pt>
                <c:pt idx="3294">
                  <c:v>0.3</c:v>
                </c:pt>
                <c:pt idx="3295">
                  <c:v>0.3</c:v>
                </c:pt>
                <c:pt idx="3296">
                  <c:v>0.3</c:v>
                </c:pt>
                <c:pt idx="3297">
                  <c:v>0.3</c:v>
                </c:pt>
                <c:pt idx="3298">
                  <c:v>0.3</c:v>
                </c:pt>
                <c:pt idx="3299">
                  <c:v>0.3</c:v>
                </c:pt>
                <c:pt idx="3300">
                  <c:v>0.3</c:v>
                </c:pt>
                <c:pt idx="3301">
                  <c:v>0.3</c:v>
                </c:pt>
                <c:pt idx="3302">
                  <c:v>0.3</c:v>
                </c:pt>
                <c:pt idx="3303">
                  <c:v>0.3</c:v>
                </c:pt>
                <c:pt idx="3304">
                  <c:v>0.3</c:v>
                </c:pt>
                <c:pt idx="3305">
                  <c:v>0.3</c:v>
                </c:pt>
                <c:pt idx="3306">
                  <c:v>0.3</c:v>
                </c:pt>
                <c:pt idx="3307">
                  <c:v>0.3</c:v>
                </c:pt>
                <c:pt idx="3308">
                  <c:v>0.3</c:v>
                </c:pt>
                <c:pt idx="3309">
                  <c:v>0.3</c:v>
                </c:pt>
                <c:pt idx="3310">
                  <c:v>0.3</c:v>
                </c:pt>
                <c:pt idx="3311">
                  <c:v>0.3</c:v>
                </c:pt>
                <c:pt idx="3312">
                  <c:v>0.3</c:v>
                </c:pt>
                <c:pt idx="3313">
                  <c:v>0.3</c:v>
                </c:pt>
                <c:pt idx="3314">
                  <c:v>0.3</c:v>
                </c:pt>
                <c:pt idx="3315">
                  <c:v>0.3</c:v>
                </c:pt>
                <c:pt idx="3316">
                  <c:v>0.3</c:v>
                </c:pt>
                <c:pt idx="3317">
                  <c:v>0.3</c:v>
                </c:pt>
                <c:pt idx="3318">
                  <c:v>0.3</c:v>
                </c:pt>
                <c:pt idx="3319">
                  <c:v>0.3</c:v>
                </c:pt>
                <c:pt idx="3320">
                  <c:v>0.3</c:v>
                </c:pt>
                <c:pt idx="3321">
                  <c:v>0.3</c:v>
                </c:pt>
                <c:pt idx="3322">
                  <c:v>0.3</c:v>
                </c:pt>
                <c:pt idx="3323">
                  <c:v>0.3</c:v>
                </c:pt>
                <c:pt idx="3324">
                  <c:v>0.3</c:v>
                </c:pt>
                <c:pt idx="3325">
                  <c:v>0.3</c:v>
                </c:pt>
                <c:pt idx="3326">
                  <c:v>0.3</c:v>
                </c:pt>
                <c:pt idx="3327">
                  <c:v>0.3</c:v>
                </c:pt>
                <c:pt idx="3328">
                  <c:v>0.3</c:v>
                </c:pt>
                <c:pt idx="3329">
                  <c:v>0.3</c:v>
                </c:pt>
                <c:pt idx="3330">
                  <c:v>0.3</c:v>
                </c:pt>
                <c:pt idx="3331">
                  <c:v>0.3</c:v>
                </c:pt>
                <c:pt idx="3332">
                  <c:v>0.3</c:v>
                </c:pt>
                <c:pt idx="3333">
                  <c:v>0.3</c:v>
                </c:pt>
                <c:pt idx="3334">
                  <c:v>0.3</c:v>
                </c:pt>
                <c:pt idx="3335">
                  <c:v>0.3</c:v>
                </c:pt>
                <c:pt idx="3336">
                  <c:v>0.3</c:v>
                </c:pt>
                <c:pt idx="3337">
                  <c:v>0.3</c:v>
                </c:pt>
                <c:pt idx="3338">
                  <c:v>0.3</c:v>
                </c:pt>
                <c:pt idx="3339">
                  <c:v>0.3</c:v>
                </c:pt>
                <c:pt idx="3340">
                  <c:v>0.3</c:v>
                </c:pt>
                <c:pt idx="3341">
                  <c:v>0.3</c:v>
                </c:pt>
                <c:pt idx="3342">
                  <c:v>0.3</c:v>
                </c:pt>
                <c:pt idx="3343">
                  <c:v>0.3</c:v>
                </c:pt>
                <c:pt idx="3344">
                  <c:v>0.3</c:v>
                </c:pt>
                <c:pt idx="3345">
                  <c:v>0.3</c:v>
                </c:pt>
                <c:pt idx="3346">
                  <c:v>0.3</c:v>
                </c:pt>
                <c:pt idx="3347">
                  <c:v>0.3</c:v>
                </c:pt>
                <c:pt idx="3348">
                  <c:v>0.3</c:v>
                </c:pt>
                <c:pt idx="3349">
                  <c:v>0.3</c:v>
                </c:pt>
                <c:pt idx="3350">
                  <c:v>0.3</c:v>
                </c:pt>
                <c:pt idx="3351">
                  <c:v>0.3</c:v>
                </c:pt>
                <c:pt idx="3352">
                  <c:v>0.3</c:v>
                </c:pt>
                <c:pt idx="3353">
                  <c:v>0.3</c:v>
                </c:pt>
                <c:pt idx="3354">
                  <c:v>0.3</c:v>
                </c:pt>
                <c:pt idx="3355">
                  <c:v>0.3</c:v>
                </c:pt>
                <c:pt idx="3356">
                  <c:v>0.3</c:v>
                </c:pt>
                <c:pt idx="3357">
                  <c:v>0.3</c:v>
                </c:pt>
                <c:pt idx="3358">
                  <c:v>0.3</c:v>
                </c:pt>
                <c:pt idx="3359">
                  <c:v>0.3</c:v>
                </c:pt>
                <c:pt idx="3360">
                  <c:v>0.3</c:v>
                </c:pt>
                <c:pt idx="3361">
                  <c:v>0.3</c:v>
                </c:pt>
                <c:pt idx="3362">
                  <c:v>0.3</c:v>
                </c:pt>
                <c:pt idx="3363">
                  <c:v>0.3</c:v>
                </c:pt>
                <c:pt idx="3364">
                  <c:v>0.3</c:v>
                </c:pt>
                <c:pt idx="3365">
                  <c:v>0.3</c:v>
                </c:pt>
                <c:pt idx="3366">
                  <c:v>0.3</c:v>
                </c:pt>
                <c:pt idx="3367">
                  <c:v>0.3</c:v>
                </c:pt>
                <c:pt idx="3368">
                  <c:v>0.3</c:v>
                </c:pt>
                <c:pt idx="3369">
                  <c:v>0.3</c:v>
                </c:pt>
                <c:pt idx="3370">
                  <c:v>0.3</c:v>
                </c:pt>
                <c:pt idx="3371">
                  <c:v>0.3</c:v>
                </c:pt>
                <c:pt idx="3372">
                  <c:v>0.3</c:v>
                </c:pt>
                <c:pt idx="3373">
                  <c:v>0.3</c:v>
                </c:pt>
                <c:pt idx="3374">
                  <c:v>0.3</c:v>
                </c:pt>
                <c:pt idx="3375">
                  <c:v>0.3</c:v>
                </c:pt>
                <c:pt idx="3376">
                  <c:v>0.3</c:v>
                </c:pt>
                <c:pt idx="3377">
                  <c:v>0.3</c:v>
                </c:pt>
                <c:pt idx="3378">
                  <c:v>0.3</c:v>
                </c:pt>
                <c:pt idx="3379">
                  <c:v>0.3</c:v>
                </c:pt>
                <c:pt idx="3380">
                  <c:v>0.3</c:v>
                </c:pt>
                <c:pt idx="3381">
                  <c:v>0.3</c:v>
                </c:pt>
                <c:pt idx="3382">
                  <c:v>0.3</c:v>
                </c:pt>
                <c:pt idx="3383">
                  <c:v>0.3</c:v>
                </c:pt>
                <c:pt idx="3384">
                  <c:v>0.3</c:v>
                </c:pt>
                <c:pt idx="3385">
                  <c:v>0.3</c:v>
                </c:pt>
                <c:pt idx="3386">
                  <c:v>0.3</c:v>
                </c:pt>
                <c:pt idx="3387">
                  <c:v>0.3</c:v>
                </c:pt>
                <c:pt idx="3388">
                  <c:v>0.3</c:v>
                </c:pt>
                <c:pt idx="3389">
                  <c:v>0.3</c:v>
                </c:pt>
                <c:pt idx="3390">
                  <c:v>0.3</c:v>
                </c:pt>
                <c:pt idx="3391">
                  <c:v>0.3</c:v>
                </c:pt>
                <c:pt idx="3392">
                  <c:v>0.3</c:v>
                </c:pt>
                <c:pt idx="3393">
                  <c:v>0.3</c:v>
                </c:pt>
                <c:pt idx="3394">
                  <c:v>0.3</c:v>
                </c:pt>
                <c:pt idx="3395">
                  <c:v>0.3</c:v>
                </c:pt>
                <c:pt idx="3396">
                  <c:v>0.3</c:v>
                </c:pt>
                <c:pt idx="3397">
                  <c:v>0.3</c:v>
                </c:pt>
                <c:pt idx="3398">
                  <c:v>0.3</c:v>
                </c:pt>
                <c:pt idx="3399">
                  <c:v>0.3</c:v>
                </c:pt>
                <c:pt idx="3400">
                  <c:v>0.3</c:v>
                </c:pt>
                <c:pt idx="3401">
                  <c:v>0.3</c:v>
                </c:pt>
                <c:pt idx="3402">
                  <c:v>0.3</c:v>
                </c:pt>
                <c:pt idx="3403">
                  <c:v>0.3</c:v>
                </c:pt>
                <c:pt idx="3404">
                  <c:v>0.3</c:v>
                </c:pt>
                <c:pt idx="3405">
                  <c:v>0.3</c:v>
                </c:pt>
                <c:pt idx="3406">
                  <c:v>0.3</c:v>
                </c:pt>
                <c:pt idx="3407">
                  <c:v>0.3</c:v>
                </c:pt>
                <c:pt idx="3408">
                  <c:v>0.3</c:v>
                </c:pt>
                <c:pt idx="3409">
                  <c:v>0.3</c:v>
                </c:pt>
                <c:pt idx="3410">
                  <c:v>0.3</c:v>
                </c:pt>
                <c:pt idx="3411">
                  <c:v>0.3</c:v>
                </c:pt>
                <c:pt idx="3412">
                  <c:v>0.3</c:v>
                </c:pt>
                <c:pt idx="3413">
                  <c:v>0.3</c:v>
                </c:pt>
                <c:pt idx="3414">
                  <c:v>0.3</c:v>
                </c:pt>
                <c:pt idx="3415">
                  <c:v>0.3</c:v>
                </c:pt>
                <c:pt idx="3416">
                  <c:v>0.3</c:v>
                </c:pt>
                <c:pt idx="3417">
                  <c:v>0.3</c:v>
                </c:pt>
                <c:pt idx="3418">
                  <c:v>0.3</c:v>
                </c:pt>
                <c:pt idx="3419">
                  <c:v>0.3</c:v>
                </c:pt>
                <c:pt idx="3420">
                  <c:v>0.3</c:v>
                </c:pt>
                <c:pt idx="3421">
                  <c:v>0.3</c:v>
                </c:pt>
                <c:pt idx="3422">
                  <c:v>0.3</c:v>
                </c:pt>
                <c:pt idx="3423">
                  <c:v>0.3</c:v>
                </c:pt>
                <c:pt idx="3424">
                  <c:v>0.3</c:v>
                </c:pt>
                <c:pt idx="3425">
                  <c:v>0.3</c:v>
                </c:pt>
                <c:pt idx="3426">
                  <c:v>0.3</c:v>
                </c:pt>
                <c:pt idx="3427">
                  <c:v>0.3</c:v>
                </c:pt>
                <c:pt idx="3428">
                  <c:v>0.3</c:v>
                </c:pt>
                <c:pt idx="3429">
                  <c:v>0.3</c:v>
                </c:pt>
                <c:pt idx="3430">
                  <c:v>0.3</c:v>
                </c:pt>
                <c:pt idx="3431">
                  <c:v>0.3</c:v>
                </c:pt>
                <c:pt idx="3432">
                  <c:v>0.3</c:v>
                </c:pt>
                <c:pt idx="3433">
                  <c:v>0.3</c:v>
                </c:pt>
                <c:pt idx="3434">
                  <c:v>0.3</c:v>
                </c:pt>
                <c:pt idx="3435">
                  <c:v>0.3</c:v>
                </c:pt>
                <c:pt idx="3436">
                  <c:v>0.3</c:v>
                </c:pt>
                <c:pt idx="3437">
                  <c:v>0.3</c:v>
                </c:pt>
                <c:pt idx="3438">
                  <c:v>0.3</c:v>
                </c:pt>
                <c:pt idx="3439">
                  <c:v>0.3</c:v>
                </c:pt>
                <c:pt idx="3440">
                  <c:v>0.3</c:v>
                </c:pt>
                <c:pt idx="3441">
                  <c:v>0.3</c:v>
                </c:pt>
                <c:pt idx="3442">
                  <c:v>0.3</c:v>
                </c:pt>
                <c:pt idx="3443">
                  <c:v>0.3</c:v>
                </c:pt>
                <c:pt idx="3444">
                  <c:v>0.3</c:v>
                </c:pt>
                <c:pt idx="3445">
                  <c:v>0.3</c:v>
                </c:pt>
                <c:pt idx="3446">
                  <c:v>0.3</c:v>
                </c:pt>
                <c:pt idx="3447">
                  <c:v>0.3</c:v>
                </c:pt>
                <c:pt idx="3448">
                  <c:v>0.3</c:v>
                </c:pt>
                <c:pt idx="3449">
                  <c:v>0.3</c:v>
                </c:pt>
                <c:pt idx="3450">
                  <c:v>0.3</c:v>
                </c:pt>
                <c:pt idx="3451">
                  <c:v>0.3</c:v>
                </c:pt>
                <c:pt idx="3452">
                  <c:v>0.3</c:v>
                </c:pt>
                <c:pt idx="3453">
                  <c:v>0.3</c:v>
                </c:pt>
                <c:pt idx="3454">
                  <c:v>0.3</c:v>
                </c:pt>
                <c:pt idx="3455">
                  <c:v>0.3</c:v>
                </c:pt>
                <c:pt idx="3456">
                  <c:v>0.3</c:v>
                </c:pt>
                <c:pt idx="3457">
                  <c:v>0.3</c:v>
                </c:pt>
                <c:pt idx="3458">
                  <c:v>0.3</c:v>
                </c:pt>
                <c:pt idx="3459">
                  <c:v>0.3</c:v>
                </c:pt>
                <c:pt idx="3460">
                  <c:v>0.3</c:v>
                </c:pt>
                <c:pt idx="3461">
                  <c:v>0.3</c:v>
                </c:pt>
                <c:pt idx="3462">
                  <c:v>0.3</c:v>
                </c:pt>
                <c:pt idx="3463">
                  <c:v>0.3</c:v>
                </c:pt>
                <c:pt idx="3464">
                  <c:v>0.3</c:v>
                </c:pt>
                <c:pt idx="3465">
                  <c:v>0.3</c:v>
                </c:pt>
                <c:pt idx="3466">
                  <c:v>0.3</c:v>
                </c:pt>
                <c:pt idx="3467">
                  <c:v>0.3</c:v>
                </c:pt>
                <c:pt idx="3468">
                  <c:v>0.3</c:v>
                </c:pt>
                <c:pt idx="3469">
                  <c:v>0.3</c:v>
                </c:pt>
                <c:pt idx="3470">
                  <c:v>0.3</c:v>
                </c:pt>
                <c:pt idx="3471">
                  <c:v>0.3</c:v>
                </c:pt>
                <c:pt idx="3472">
                  <c:v>0.3</c:v>
                </c:pt>
                <c:pt idx="3473">
                  <c:v>0.3</c:v>
                </c:pt>
                <c:pt idx="3474">
                  <c:v>0.3</c:v>
                </c:pt>
                <c:pt idx="3475">
                  <c:v>0.3</c:v>
                </c:pt>
                <c:pt idx="3476">
                  <c:v>0.3</c:v>
                </c:pt>
                <c:pt idx="3477">
                  <c:v>0.3</c:v>
                </c:pt>
                <c:pt idx="3478">
                  <c:v>0.3</c:v>
                </c:pt>
                <c:pt idx="3479">
                  <c:v>0.3</c:v>
                </c:pt>
                <c:pt idx="3480">
                  <c:v>0.3</c:v>
                </c:pt>
                <c:pt idx="3481">
                  <c:v>0.3</c:v>
                </c:pt>
                <c:pt idx="3482">
                  <c:v>0.3</c:v>
                </c:pt>
                <c:pt idx="3483">
                  <c:v>0.3</c:v>
                </c:pt>
                <c:pt idx="3484">
                  <c:v>0.3</c:v>
                </c:pt>
                <c:pt idx="3485">
                  <c:v>0.3</c:v>
                </c:pt>
                <c:pt idx="3486">
                  <c:v>0.3</c:v>
                </c:pt>
                <c:pt idx="3487">
                  <c:v>0.3</c:v>
                </c:pt>
                <c:pt idx="3488">
                  <c:v>0.3</c:v>
                </c:pt>
                <c:pt idx="3489">
                  <c:v>0.3</c:v>
                </c:pt>
                <c:pt idx="3490">
                  <c:v>0.3</c:v>
                </c:pt>
                <c:pt idx="3491">
                  <c:v>0.3</c:v>
                </c:pt>
                <c:pt idx="3492">
                  <c:v>0.3</c:v>
                </c:pt>
                <c:pt idx="3493">
                  <c:v>0.3</c:v>
                </c:pt>
                <c:pt idx="3494">
                  <c:v>0.3</c:v>
                </c:pt>
                <c:pt idx="3495">
                  <c:v>0.3</c:v>
                </c:pt>
                <c:pt idx="3496">
                  <c:v>0.3</c:v>
                </c:pt>
                <c:pt idx="3497">
                  <c:v>0.3</c:v>
                </c:pt>
                <c:pt idx="3498">
                  <c:v>0.3</c:v>
                </c:pt>
                <c:pt idx="3499">
                  <c:v>0.3</c:v>
                </c:pt>
                <c:pt idx="3500">
                  <c:v>0.3</c:v>
                </c:pt>
                <c:pt idx="3501">
                  <c:v>0.3</c:v>
                </c:pt>
                <c:pt idx="3502">
                  <c:v>0.3</c:v>
                </c:pt>
                <c:pt idx="3503">
                  <c:v>0.3</c:v>
                </c:pt>
                <c:pt idx="3504">
                  <c:v>0.3</c:v>
                </c:pt>
                <c:pt idx="3505">
                  <c:v>0.3</c:v>
                </c:pt>
                <c:pt idx="3506">
                  <c:v>0.3</c:v>
                </c:pt>
                <c:pt idx="3507">
                  <c:v>0.3</c:v>
                </c:pt>
                <c:pt idx="3508">
                  <c:v>0.3</c:v>
                </c:pt>
                <c:pt idx="3509">
                  <c:v>0.3</c:v>
                </c:pt>
                <c:pt idx="3510">
                  <c:v>0.3</c:v>
                </c:pt>
                <c:pt idx="3511">
                  <c:v>0.3</c:v>
                </c:pt>
                <c:pt idx="3512">
                  <c:v>0.3</c:v>
                </c:pt>
                <c:pt idx="3513">
                  <c:v>0.3</c:v>
                </c:pt>
                <c:pt idx="3514">
                  <c:v>0.3</c:v>
                </c:pt>
                <c:pt idx="3515">
                  <c:v>0.3</c:v>
                </c:pt>
                <c:pt idx="3516">
                  <c:v>0.3</c:v>
                </c:pt>
                <c:pt idx="3517">
                  <c:v>0.3</c:v>
                </c:pt>
                <c:pt idx="3518">
                  <c:v>0.3</c:v>
                </c:pt>
                <c:pt idx="3519">
                  <c:v>0.3</c:v>
                </c:pt>
                <c:pt idx="3520">
                  <c:v>0.3</c:v>
                </c:pt>
                <c:pt idx="3521">
                  <c:v>0.3</c:v>
                </c:pt>
                <c:pt idx="3522">
                  <c:v>0.3</c:v>
                </c:pt>
                <c:pt idx="3523">
                  <c:v>0.3</c:v>
                </c:pt>
                <c:pt idx="3524">
                  <c:v>0.3</c:v>
                </c:pt>
                <c:pt idx="3525">
                  <c:v>0.3</c:v>
                </c:pt>
                <c:pt idx="3526">
                  <c:v>0.3</c:v>
                </c:pt>
                <c:pt idx="3527">
                  <c:v>0.3</c:v>
                </c:pt>
                <c:pt idx="3528">
                  <c:v>0.3</c:v>
                </c:pt>
                <c:pt idx="3529">
                  <c:v>0.3</c:v>
                </c:pt>
                <c:pt idx="3530">
                  <c:v>0.3</c:v>
                </c:pt>
                <c:pt idx="3531">
                  <c:v>0.3</c:v>
                </c:pt>
                <c:pt idx="3532">
                  <c:v>0.3</c:v>
                </c:pt>
                <c:pt idx="3533">
                  <c:v>0.3</c:v>
                </c:pt>
                <c:pt idx="3534">
                  <c:v>0.3</c:v>
                </c:pt>
                <c:pt idx="3535">
                  <c:v>0.3</c:v>
                </c:pt>
                <c:pt idx="3536">
                  <c:v>0.3</c:v>
                </c:pt>
                <c:pt idx="3537">
                  <c:v>0.3</c:v>
                </c:pt>
                <c:pt idx="3538">
                  <c:v>0.3</c:v>
                </c:pt>
                <c:pt idx="3539">
                  <c:v>0.3</c:v>
                </c:pt>
                <c:pt idx="3540">
                  <c:v>0.3</c:v>
                </c:pt>
                <c:pt idx="3541">
                  <c:v>0.3</c:v>
                </c:pt>
                <c:pt idx="3542">
                  <c:v>0.3</c:v>
                </c:pt>
                <c:pt idx="3543">
                  <c:v>0.3</c:v>
                </c:pt>
                <c:pt idx="3544">
                  <c:v>0.3</c:v>
                </c:pt>
                <c:pt idx="3545">
                  <c:v>0.3</c:v>
                </c:pt>
                <c:pt idx="3546">
                  <c:v>0.3</c:v>
                </c:pt>
                <c:pt idx="3547">
                  <c:v>0.3</c:v>
                </c:pt>
                <c:pt idx="3548">
                  <c:v>0.3</c:v>
                </c:pt>
                <c:pt idx="3549">
                  <c:v>0.3</c:v>
                </c:pt>
                <c:pt idx="3550">
                  <c:v>0.3</c:v>
                </c:pt>
                <c:pt idx="3551">
                  <c:v>0.3</c:v>
                </c:pt>
                <c:pt idx="3552">
                  <c:v>0.3</c:v>
                </c:pt>
                <c:pt idx="3553">
                  <c:v>0.3</c:v>
                </c:pt>
                <c:pt idx="3554">
                  <c:v>0.3</c:v>
                </c:pt>
                <c:pt idx="3555">
                  <c:v>0.3</c:v>
                </c:pt>
                <c:pt idx="3556">
                  <c:v>0.3</c:v>
                </c:pt>
                <c:pt idx="3557">
                  <c:v>0.3</c:v>
                </c:pt>
                <c:pt idx="3558">
                  <c:v>0.3</c:v>
                </c:pt>
                <c:pt idx="3559">
                  <c:v>0.3</c:v>
                </c:pt>
                <c:pt idx="3560">
                  <c:v>0.3</c:v>
                </c:pt>
                <c:pt idx="3561">
                  <c:v>0.3</c:v>
                </c:pt>
                <c:pt idx="3562">
                  <c:v>0.3</c:v>
                </c:pt>
                <c:pt idx="3563">
                  <c:v>0.3</c:v>
                </c:pt>
                <c:pt idx="3564">
                  <c:v>0.3</c:v>
                </c:pt>
                <c:pt idx="3565">
                  <c:v>0.3</c:v>
                </c:pt>
                <c:pt idx="3566">
                  <c:v>0.3</c:v>
                </c:pt>
                <c:pt idx="3567">
                  <c:v>0.3</c:v>
                </c:pt>
                <c:pt idx="3568">
                  <c:v>0.3</c:v>
                </c:pt>
                <c:pt idx="3569">
                  <c:v>0.3</c:v>
                </c:pt>
                <c:pt idx="3570">
                  <c:v>0.3</c:v>
                </c:pt>
                <c:pt idx="3571">
                  <c:v>0.3</c:v>
                </c:pt>
                <c:pt idx="3572">
                  <c:v>0.3</c:v>
                </c:pt>
                <c:pt idx="3573">
                  <c:v>0.3</c:v>
                </c:pt>
                <c:pt idx="3574">
                  <c:v>0.3</c:v>
                </c:pt>
                <c:pt idx="3575">
                  <c:v>0.3</c:v>
                </c:pt>
                <c:pt idx="3576">
                  <c:v>0.3</c:v>
                </c:pt>
                <c:pt idx="3577">
                  <c:v>0.3</c:v>
                </c:pt>
                <c:pt idx="3578">
                  <c:v>0.3</c:v>
                </c:pt>
                <c:pt idx="3579">
                  <c:v>0.3</c:v>
                </c:pt>
                <c:pt idx="3580">
                  <c:v>0.3</c:v>
                </c:pt>
                <c:pt idx="3581">
                  <c:v>0.3</c:v>
                </c:pt>
                <c:pt idx="3582">
                  <c:v>0.3</c:v>
                </c:pt>
                <c:pt idx="3583">
                  <c:v>0.3</c:v>
                </c:pt>
                <c:pt idx="3584">
                  <c:v>0.3</c:v>
                </c:pt>
                <c:pt idx="3585">
                  <c:v>0.3</c:v>
                </c:pt>
                <c:pt idx="3586">
                  <c:v>0.3</c:v>
                </c:pt>
                <c:pt idx="3587">
                  <c:v>0.3</c:v>
                </c:pt>
                <c:pt idx="3588">
                  <c:v>0.3</c:v>
                </c:pt>
                <c:pt idx="3589">
                  <c:v>0.3</c:v>
                </c:pt>
                <c:pt idx="3590">
                  <c:v>0.3</c:v>
                </c:pt>
                <c:pt idx="3591">
                  <c:v>0.3</c:v>
                </c:pt>
                <c:pt idx="3592">
                  <c:v>0.3</c:v>
                </c:pt>
                <c:pt idx="3593">
                  <c:v>0.3</c:v>
                </c:pt>
                <c:pt idx="3594">
                  <c:v>0.3</c:v>
                </c:pt>
                <c:pt idx="3595">
                  <c:v>0.3</c:v>
                </c:pt>
                <c:pt idx="3596">
                  <c:v>0.3</c:v>
                </c:pt>
                <c:pt idx="3597">
                  <c:v>0.3</c:v>
                </c:pt>
                <c:pt idx="3598">
                  <c:v>0.3</c:v>
                </c:pt>
                <c:pt idx="3599">
                  <c:v>0.3</c:v>
                </c:pt>
                <c:pt idx="3600">
                  <c:v>0.3</c:v>
                </c:pt>
                <c:pt idx="3601">
                  <c:v>0.3</c:v>
                </c:pt>
                <c:pt idx="3602">
                  <c:v>0.3</c:v>
                </c:pt>
                <c:pt idx="3603">
                  <c:v>0.3</c:v>
                </c:pt>
                <c:pt idx="3604">
                  <c:v>0.3</c:v>
                </c:pt>
                <c:pt idx="3605">
                  <c:v>0.3</c:v>
                </c:pt>
                <c:pt idx="3606">
                  <c:v>0.3</c:v>
                </c:pt>
                <c:pt idx="3607">
                  <c:v>0.3</c:v>
                </c:pt>
                <c:pt idx="3608">
                  <c:v>0.3</c:v>
                </c:pt>
                <c:pt idx="3609">
                  <c:v>0.3</c:v>
                </c:pt>
                <c:pt idx="3610">
                  <c:v>0.3</c:v>
                </c:pt>
                <c:pt idx="3611">
                  <c:v>0.3</c:v>
                </c:pt>
                <c:pt idx="3612">
                  <c:v>0.3</c:v>
                </c:pt>
                <c:pt idx="3613">
                  <c:v>0.3</c:v>
                </c:pt>
                <c:pt idx="3614">
                  <c:v>0.3</c:v>
                </c:pt>
                <c:pt idx="3615">
                  <c:v>0.3</c:v>
                </c:pt>
                <c:pt idx="3616">
                  <c:v>0.3</c:v>
                </c:pt>
                <c:pt idx="3617">
                  <c:v>0.3</c:v>
                </c:pt>
                <c:pt idx="3618">
                  <c:v>0.3</c:v>
                </c:pt>
                <c:pt idx="3619">
                  <c:v>0.3</c:v>
                </c:pt>
                <c:pt idx="3620">
                  <c:v>0.3</c:v>
                </c:pt>
                <c:pt idx="3621">
                  <c:v>0.3</c:v>
                </c:pt>
                <c:pt idx="3622">
                  <c:v>0.3</c:v>
                </c:pt>
                <c:pt idx="3623">
                  <c:v>0.3</c:v>
                </c:pt>
                <c:pt idx="3624">
                  <c:v>0.3</c:v>
                </c:pt>
                <c:pt idx="3625">
                  <c:v>0.3</c:v>
                </c:pt>
                <c:pt idx="3626">
                  <c:v>0.3</c:v>
                </c:pt>
                <c:pt idx="3627">
                  <c:v>0.3</c:v>
                </c:pt>
                <c:pt idx="3628">
                  <c:v>0.3</c:v>
                </c:pt>
                <c:pt idx="3629">
                  <c:v>0.3</c:v>
                </c:pt>
                <c:pt idx="3630">
                  <c:v>0.3</c:v>
                </c:pt>
                <c:pt idx="3631">
                  <c:v>0.3</c:v>
                </c:pt>
                <c:pt idx="3632">
                  <c:v>0.3</c:v>
                </c:pt>
                <c:pt idx="3633">
                  <c:v>0.3</c:v>
                </c:pt>
                <c:pt idx="3634">
                  <c:v>0.3</c:v>
                </c:pt>
                <c:pt idx="3635">
                  <c:v>0.3</c:v>
                </c:pt>
                <c:pt idx="3636">
                  <c:v>0.3</c:v>
                </c:pt>
                <c:pt idx="3637">
                  <c:v>0.3</c:v>
                </c:pt>
                <c:pt idx="3638">
                  <c:v>0.3</c:v>
                </c:pt>
                <c:pt idx="3639">
                  <c:v>0.3</c:v>
                </c:pt>
                <c:pt idx="3640">
                  <c:v>0.3</c:v>
                </c:pt>
                <c:pt idx="3641">
                  <c:v>0.3</c:v>
                </c:pt>
                <c:pt idx="3642">
                  <c:v>0.3</c:v>
                </c:pt>
                <c:pt idx="3643">
                  <c:v>0.3</c:v>
                </c:pt>
                <c:pt idx="3644">
                  <c:v>0.3</c:v>
                </c:pt>
                <c:pt idx="3645">
                  <c:v>0.3</c:v>
                </c:pt>
                <c:pt idx="3646">
                  <c:v>0.3</c:v>
                </c:pt>
                <c:pt idx="3647">
                  <c:v>0.3</c:v>
                </c:pt>
                <c:pt idx="3648">
                  <c:v>0.3</c:v>
                </c:pt>
                <c:pt idx="3649">
                  <c:v>0.3</c:v>
                </c:pt>
                <c:pt idx="3650">
                  <c:v>0.3</c:v>
                </c:pt>
                <c:pt idx="3651">
                  <c:v>0.3</c:v>
                </c:pt>
                <c:pt idx="3652">
                  <c:v>0.3</c:v>
                </c:pt>
                <c:pt idx="3653">
                  <c:v>0.3</c:v>
                </c:pt>
                <c:pt idx="3654">
                  <c:v>0.3</c:v>
                </c:pt>
                <c:pt idx="3655">
                  <c:v>0.3</c:v>
                </c:pt>
                <c:pt idx="3656">
                  <c:v>0.3</c:v>
                </c:pt>
                <c:pt idx="3657">
                  <c:v>0.3</c:v>
                </c:pt>
                <c:pt idx="3658">
                  <c:v>0.3</c:v>
                </c:pt>
                <c:pt idx="3659">
                  <c:v>0.3</c:v>
                </c:pt>
                <c:pt idx="3660">
                  <c:v>0.3</c:v>
                </c:pt>
                <c:pt idx="3661">
                  <c:v>0.3</c:v>
                </c:pt>
                <c:pt idx="3662">
                  <c:v>0.3</c:v>
                </c:pt>
                <c:pt idx="3663">
                  <c:v>0.3</c:v>
                </c:pt>
                <c:pt idx="3664">
                  <c:v>0.3</c:v>
                </c:pt>
                <c:pt idx="3665">
                  <c:v>0.3</c:v>
                </c:pt>
                <c:pt idx="3666">
                  <c:v>0.3</c:v>
                </c:pt>
                <c:pt idx="3667">
                  <c:v>0.3</c:v>
                </c:pt>
                <c:pt idx="3668">
                  <c:v>0.3</c:v>
                </c:pt>
                <c:pt idx="3669">
                  <c:v>0.3</c:v>
                </c:pt>
                <c:pt idx="3670">
                  <c:v>0.3</c:v>
                </c:pt>
                <c:pt idx="3671">
                  <c:v>0.3</c:v>
                </c:pt>
                <c:pt idx="3672">
                  <c:v>0.3</c:v>
                </c:pt>
                <c:pt idx="3673">
                  <c:v>0.3</c:v>
                </c:pt>
                <c:pt idx="3674">
                  <c:v>0.3</c:v>
                </c:pt>
                <c:pt idx="3675">
                  <c:v>0.3</c:v>
                </c:pt>
                <c:pt idx="3676">
                  <c:v>0.3</c:v>
                </c:pt>
                <c:pt idx="3677">
                  <c:v>0.3</c:v>
                </c:pt>
                <c:pt idx="3678">
                  <c:v>0.3</c:v>
                </c:pt>
                <c:pt idx="3679">
                  <c:v>0.3</c:v>
                </c:pt>
                <c:pt idx="3680">
                  <c:v>0.3</c:v>
                </c:pt>
                <c:pt idx="3681">
                  <c:v>0.3</c:v>
                </c:pt>
                <c:pt idx="3682">
                  <c:v>0.3</c:v>
                </c:pt>
                <c:pt idx="3683">
                  <c:v>0.3</c:v>
                </c:pt>
                <c:pt idx="3684">
                  <c:v>0.3</c:v>
                </c:pt>
                <c:pt idx="3685">
                  <c:v>0.3</c:v>
                </c:pt>
                <c:pt idx="3686">
                  <c:v>0.3</c:v>
                </c:pt>
                <c:pt idx="3687">
                  <c:v>0.3</c:v>
                </c:pt>
                <c:pt idx="3688">
                  <c:v>0.3</c:v>
                </c:pt>
                <c:pt idx="3689">
                  <c:v>0.3</c:v>
                </c:pt>
                <c:pt idx="3690">
                  <c:v>0.3</c:v>
                </c:pt>
                <c:pt idx="3691">
                  <c:v>0.3</c:v>
                </c:pt>
                <c:pt idx="3692">
                  <c:v>0.3</c:v>
                </c:pt>
                <c:pt idx="3693">
                  <c:v>0.3</c:v>
                </c:pt>
                <c:pt idx="3694">
                  <c:v>0.3</c:v>
                </c:pt>
                <c:pt idx="3695">
                  <c:v>0.3</c:v>
                </c:pt>
                <c:pt idx="3696">
                  <c:v>0.3</c:v>
                </c:pt>
                <c:pt idx="3697">
                  <c:v>0.3</c:v>
                </c:pt>
                <c:pt idx="3698">
                  <c:v>0.3</c:v>
                </c:pt>
                <c:pt idx="3699">
                  <c:v>0.3</c:v>
                </c:pt>
                <c:pt idx="3700">
                  <c:v>0.3</c:v>
                </c:pt>
                <c:pt idx="3701">
                  <c:v>0.3</c:v>
                </c:pt>
                <c:pt idx="3702">
                  <c:v>0.3</c:v>
                </c:pt>
                <c:pt idx="3703">
                  <c:v>0.3</c:v>
                </c:pt>
                <c:pt idx="3704">
                  <c:v>0.3</c:v>
                </c:pt>
                <c:pt idx="3705">
                  <c:v>0.3</c:v>
                </c:pt>
                <c:pt idx="3706">
                  <c:v>0.3</c:v>
                </c:pt>
                <c:pt idx="3707">
                  <c:v>0.3</c:v>
                </c:pt>
                <c:pt idx="3708">
                  <c:v>0.3</c:v>
                </c:pt>
                <c:pt idx="3709">
                  <c:v>0.3</c:v>
                </c:pt>
                <c:pt idx="3710">
                  <c:v>0.3</c:v>
                </c:pt>
                <c:pt idx="3711">
                  <c:v>0.3</c:v>
                </c:pt>
                <c:pt idx="3712">
                  <c:v>0.3</c:v>
                </c:pt>
                <c:pt idx="3713">
                  <c:v>0.3</c:v>
                </c:pt>
                <c:pt idx="3714">
                  <c:v>0.3</c:v>
                </c:pt>
                <c:pt idx="3715">
                  <c:v>0.3</c:v>
                </c:pt>
                <c:pt idx="3716">
                  <c:v>0.3</c:v>
                </c:pt>
                <c:pt idx="3717">
                  <c:v>0.3</c:v>
                </c:pt>
                <c:pt idx="3718">
                  <c:v>0.3</c:v>
                </c:pt>
                <c:pt idx="3719">
                  <c:v>0.3</c:v>
                </c:pt>
                <c:pt idx="3720">
                  <c:v>0.3</c:v>
                </c:pt>
                <c:pt idx="3721">
                  <c:v>0.3</c:v>
                </c:pt>
                <c:pt idx="3722">
                  <c:v>0.3</c:v>
                </c:pt>
                <c:pt idx="3723">
                  <c:v>0.3</c:v>
                </c:pt>
                <c:pt idx="3724">
                  <c:v>0.3</c:v>
                </c:pt>
                <c:pt idx="3725">
                  <c:v>0.3</c:v>
                </c:pt>
                <c:pt idx="3726">
                  <c:v>0.3</c:v>
                </c:pt>
                <c:pt idx="3727">
                  <c:v>0.3</c:v>
                </c:pt>
                <c:pt idx="3728">
                  <c:v>0.3</c:v>
                </c:pt>
                <c:pt idx="3729">
                  <c:v>0.3</c:v>
                </c:pt>
                <c:pt idx="3730">
                  <c:v>0.3</c:v>
                </c:pt>
                <c:pt idx="3731">
                  <c:v>0.3</c:v>
                </c:pt>
                <c:pt idx="3732">
                  <c:v>0.3</c:v>
                </c:pt>
                <c:pt idx="3733">
                  <c:v>0.3</c:v>
                </c:pt>
                <c:pt idx="3734">
                  <c:v>0.3</c:v>
                </c:pt>
                <c:pt idx="3735">
                  <c:v>0.3</c:v>
                </c:pt>
                <c:pt idx="3736">
                  <c:v>0.3</c:v>
                </c:pt>
                <c:pt idx="3737">
                  <c:v>0.3</c:v>
                </c:pt>
                <c:pt idx="3738">
                  <c:v>0.3</c:v>
                </c:pt>
                <c:pt idx="3739">
                  <c:v>0.3</c:v>
                </c:pt>
                <c:pt idx="3740">
                  <c:v>0.3</c:v>
                </c:pt>
                <c:pt idx="3741">
                  <c:v>0.3</c:v>
                </c:pt>
                <c:pt idx="3742">
                  <c:v>0.3</c:v>
                </c:pt>
                <c:pt idx="3743">
                  <c:v>0.3</c:v>
                </c:pt>
                <c:pt idx="3744">
                  <c:v>0.3</c:v>
                </c:pt>
                <c:pt idx="3745">
                  <c:v>0.3</c:v>
                </c:pt>
                <c:pt idx="3746">
                  <c:v>0.3</c:v>
                </c:pt>
                <c:pt idx="3747">
                  <c:v>0.3</c:v>
                </c:pt>
                <c:pt idx="3748">
                  <c:v>0.3</c:v>
                </c:pt>
                <c:pt idx="3749">
                  <c:v>0.3</c:v>
                </c:pt>
                <c:pt idx="3750">
                  <c:v>0.3</c:v>
                </c:pt>
                <c:pt idx="3751">
                  <c:v>0.3</c:v>
                </c:pt>
                <c:pt idx="3752">
                  <c:v>0.3</c:v>
                </c:pt>
                <c:pt idx="3753">
                  <c:v>0.3</c:v>
                </c:pt>
                <c:pt idx="3754">
                  <c:v>0.3</c:v>
                </c:pt>
                <c:pt idx="3755">
                  <c:v>0.3</c:v>
                </c:pt>
                <c:pt idx="3756">
                  <c:v>0.3</c:v>
                </c:pt>
                <c:pt idx="3757">
                  <c:v>0.3</c:v>
                </c:pt>
                <c:pt idx="3758">
                  <c:v>0.3</c:v>
                </c:pt>
                <c:pt idx="3759">
                  <c:v>0.3</c:v>
                </c:pt>
                <c:pt idx="3760">
                  <c:v>0.3</c:v>
                </c:pt>
                <c:pt idx="3761">
                  <c:v>0.3</c:v>
                </c:pt>
                <c:pt idx="3762">
                  <c:v>0.3</c:v>
                </c:pt>
                <c:pt idx="3763">
                  <c:v>0.3</c:v>
                </c:pt>
                <c:pt idx="3764">
                  <c:v>0.3</c:v>
                </c:pt>
                <c:pt idx="3765">
                  <c:v>0.3</c:v>
                </c:pt>
                <c:pt idx="3766">
                  <c:v>0.3</c:v>
                </c:pt>
                <c:pt idx="3767">
                  <c:v>0.3</c:v>
                </c:pt>
                <c:pt idx="3768">
                  <c:v>0.3</c:v>
                </c:pt>
                <c:pt idx="3769">
                  <c:v>0.3</c:v>
                </c:pt>
                <c:pt idx="3770">
                  <c:v>0.3</c:v>
                </c:pt>
                <c:pt idx="3771">
                  <c:v>0.3</c:v>
                </c:pt>
                <c:pt idx="3772">
                  <c:v>0.3</c:v>
                </c:pt>
                <c:pt idx="3773">
                  <c:v>0.3</c:v>
                </c:pt>
                <c:pt idx="3774">
                  <c:v>0.3</c:v>
                </c:pt>
                <c:pt idx="3775">
                  <c:v>0.3</c:v>
                </c:pt>
                <c:pt idx="3776">
                  <c:v>0.3</c:v>
                </c:pt>
                <c:pt idx="3777">
                  <c:v>0.3</c:v>
                </c:pt>
                <c:pt idx="3778">
                  <c:v>0.3</c:v>
                </c:pt>
                <c:pt idx="3779">
                  <c:v>0.3</c:v>
                </c:pt>
                <c:pt idx="3780">
                  <c:v>0.3</c:v>
                </c:pt>
                <c:pt idx="3781">
                  <c:v>0.3</c:v>
                </c:pt>
                <c:pt idx="3782">
                  <c:v>0.3</c:v>
                </c:pt>
                <c:pt idx="3783">
                  <c:v>0.3</c:v>
                </c:pt>
                <c:pt idx="3784">
                  <c:v>0.3</c:v>
                </c:pt>
                <c:pt idx="3785">
                  <c:v>0.3</c:v>
                </c:pt>
                <c:pt idx="3786">
                  <c:v>0.3</c:v>
                </c:pt>
                <c:pt idx="3787">
                  <c:v>0.3</c:v>
                </c:pt>
                <c:pt idx="3788">
                  <c:v>0.3</c:v>
                </c:pt>
                <c:pt idx="3789">
                  <c:v>0.3</c:v>
                </c:pt>
                <c:pt idx="3790">
                  <c:v>0.3</c:v>
                </c:pt>
                <c:pt idx="3791">
                  <c:v>0.3</c:v>
                </c:pt>
                <c:pt idx="3792">
                  <c:v>0.3</c:v>
                </c:pt>
                <c:pt idx="3793">
                  <c:v>0.3</c:v>
                </c:pt>
                <c:pt idx="3794">
                  <c:v>0.3</c:v>
                </c:pt>
                <c:pt idx="3795">
                  <c:v>0.3</c:v>
                </c:pt>
                <c:pt idx="3796">
                  <c:v>0.3</c:v>
                </c:pt>
                <c:pt idx="3797">
                  <c:v>0.3</c:v>
                </c:pt>
                <c:pt idx="3798">
                  <c:v>0.3</c:v>
                </c:pt>
                <c:pt idx="3799">
                  <c:v>0.3</c:v>
                </c:pt>
                <c:pt idx="3800">
                  <c:v>0.3</c:v>
                </c:pt>
                <c:pt idx="3801">
                  <c:v>0.3</c:v>
                </c:pt>
                <c:pt idx="3802">
                  <c:v>0.3</c:v>
                </c:pt>
                <c:pt idx="3803">
                  <c:v>0.3</c:v>
                </c:pt>
                <c:pt idx="3804">
                  <c:v>0.3</c:v>
                </c:pt>
                <c:pt idx="3805">
                  <c:v>0.3</c:v>
                </c:pt>
                <c:pt idx="3806">
                  <c:v>0.3</c:v>
                </c:pt>
                <c:pt idx="3807">
                  <c:v>0.3</c:v>
                </c:pt>
                <c:pt idx="3808">
                  <c:v>0.3</c:v>
                </c:pt>
                <c:pt idx="3809">
                  <c:v>0.3</c:v>
                </c:pt>
                <c:pt idx="3810">
                  <c:v>0.3</c:v>
                </c:pt>
                <c:pt idx="3811">
                  <c:v>0.3</c:v>
                </c:pt>
                <c:pt idx="3812">
                  <c:v>0.3</c:v>
                </c:pt>
                <c:pt idx="3813">
                  <c:v>0.3</c:v>
                </c:pt>
                <c:pt idx="3814">
                  <c:v>0.3</c:v>
                </c:pt>
                <c:pt idx="3815">
                  <c:v>0.3</c:v>
                </c:pt>
                <c:pt idx="3816">
                  <c:v>0.3</c:v>
                </c:pt>
                <c:pt idx="3817">
                  <c:v>0.3</c:v>
                </c:pt>
                <c:pt idx="3818">
                  <c:v>0.3</c:v>
                </c:pt>
                <c:pt idx="3819">
                  <c:v>0.3</c:v>
                </c:pt>
                <c:pt idx="3820">
                  <c:v>0.3</c:v>
                </c:pt>
                <c:pt idx="3821">
                  <c:v>0.3</c:v>
                </c:pt>
                <c:pt idx="3822">
                  <c:v>0.3</c:v>
                </c:pt>
                <c:pt idx="3823">
                  <c:v>0.3</c:v>
                </c:pt>
                <c:pt idx="3824">
                  <c:v>0.3</c:v>
                </c:pt>
                <c:pt idx="3825">
                  <c:v>0.3</c:v>
                </c:pt>
                <c:pt idx="3826">
                  <c:v>0.3</c:v>
                </c:pt>
                <c:pt idx="3827">
                  <c:v>0.3</c:v>
                </c:pt>
                <c:pt idx="3828">
                  <c:v>0.3</c:v>
                </c:pt>
                <c:pt idx="3829">
                  <c:v>0.3</c:v>
                </c:pt>
                <c:pt idx="3830">
                  <c:v>0.3</c:v>
                </c:pt>
                <c:pt idx="3831">
                  <c:v>0.3</c:v>
                </c:pt>
                <c:pt idx="3832">
                  <c:v>0.3</c:v>
                </c:pt>
                <c:pt idx="3833">
                  <c:v>0.3</c:v>
                </c:pt>
                <c:pt idx="3834">
                  <c:v>0.3</c:v>
                </c:pt>
                <c:pt idx="3835">
                  <c:v>0.3</c:v>
                </c:pt>
                <c:pt idx="3836">
                  <c:v>0.3</c:v>
                </c:pt>
                <c:pt idx="3837">
                  <c:v>0.3</c:v>
                </c:pt>
                <c:pt idx="3838">
                  <c:v>0.3</c:v>
                </c:pt>
                <c:pt idx="3839">
                  <c:v>0.3</c:v>
                </c:pt>
                <c:pt idx="3840">
                  <c:v>0.3</c:v>
                </c:pt>
                <c:pt idx="3841">
                  <c:v>0.3</c:v>
                </c:pt>
                <c:pt idx="3842">
                  <c:v>0.3</c:v>
                </c:pt>
                <c:pt idx="3843">
                  <c:v>0.3</c:v>
                </c:pt>
                <c:pt idx="3844">
                  <c:v>0.3</c:v>
                </c:pt>
                <c:pt idx="3845">
                  <c:v>0.3</c:v>
                </c:pt>
                <c:pt idx="3846">
                  <c:v>0.3</c:v>
                </c:pt>
                <c:pt idx="3847">
                  <c:v>0.3</c:v>
                </c:pt>
                <c:pt idx="3848">
                  <c:v>0.3</c:v>
                </c:pt>
                <c:pt idx="3849">
                  <c:v>0.3</c:v>
                </c:pt>
                <c:pt idx="3850">
                  <c:v>0.3</c:v>
                </c:pt>
                <c:pt idx="3851">
                  <c:v>0.3</c:v>
                </c:pt>
                <c:pt idx="3852">
                  <c:v>0.3</c:v>
                </c:pt>
                <c:pt idx="3853">
                  <c:v>0.3</c:v>
                </c:pt>
                <c:pt idx="3854">
                  <c:v>0.3</c:v>
                </c:pt>
                <c:pt idx="3855">
                  <c:v>0.3</c:v>
                </c:pt>
                <c:pt idx="3856">
                  <c:v>0.3</c:v>
                </c:pt>
                <c:pt idx="3857">
                  <c:v>0.3</c:v>
                </c:pt>
                <c:pt idx="3858">
                  <c:v>0.3</c:v>
                </c:pt>
                <c:pt idx="3859">
                  <c:v>0.3</c:v>
                </c:pt>
                <c:pt idx="3860">
                  <c:v>0.3</c:v>
                </c:pt>
                <c:pt idx="3861">
                  <c:v>0.3</c:v>
                </c:pt>
                <c:pt idx="3862">
                  <c:v>0.3</c:v>
                </c:pt>
                <c:pt idx="3863">
                  <c:v>0.3</c:v>
                </c:pt>
                <c:pt idx="3864">
                  <c:v>0.3</c:v>
                </c:pt>
                <c:pt idx="3865">
                  <c:v>0.3</c:v>
                </c:pt>
                <c:pt idx="3866">
                  <c:v>0.3</c:v>
                </c:pt>
                <c:pt idx="3867">
                  <c:v>0.3</c:v>
                </c:pt>
                <c:pt idx="3868">
                  <c:v>0.3</c:v>
                </c:pt>
                <c:pt idx="3869">
                  <c:v>0.3</c:v>
                </c:pt>
                <c:pt idx="3870">
                  <c:v>0.3</c:v>
                </c:pt>
                <c:pt idx="3871">
                  <c:v>0.3</c:v>
                </c:pt>
                <c:pt idx="3872">
                  <c:v>0.3</c:v>
                </c:pt>
                <c:pt idx="3873">
                  <c:v>0.3</c:v>
                </c:pt>
                <c:pt idx="3874">
                  <c:v>0.3</c:v>
                </c:pt>
                <c:pt idx="3875">
                  <c:v>0.3</c:v>
                </c:pt>
                <c:pt idx="3876">
                  <c:v>0.3</c:v>
                </c:pt>
                <c:pt idx="3877">
                  <c:v>0.3</c:v>
                </c:pt>
                <c:pt idx="3878">
                  <c:v>0.3</c:v>
                </c:pt>
                <c:pt idx="3879">
                  <c:v>0.3</c:v>
                </c:pt>
                <c:pt idx="3880">
                  <c:v>0.3</c:v>
                </c:pt>
                <c:pt idx="3881">
                  <c:v>0.3</c:v>
                </c:pt>
                <c:pt idx="3882">
                  <c:v>0.3</c:v>
                </c:pt>
                <c:pt idx="3883">
                  <c:v>0.3</c:v>
                </c:pt>
                <c:pt idx="3884">
                  <c:v>0.3</c:v>
                </c:pt>
                <c:pt idx="3885">
                  <c:v>0.3</c:v>
                </c:pt>
                <c:pt idx="3886">
                  <c:v>0.3</c:v>
                </c:pt>
                <c:pt idx="3887">
                  <c:v>0.3</c:v>
                </c:pt>
                <c:pt idx="3888">
                  <c:v>0.3</c:v>
                </c:pt>
                <c:pt idx="3889">
                  <c:v>0.3</c:v>
                </c:pt>
                <c:pt idx="3890">
                  <c:v>0.3</c:v>
                </c:pt>
                <c:pt idx="3891">
                  <c:v>0.3</c:v>
                </c:pt>
                <c:pt idx="3892">
                  <c:v>0.3</c:v>
                </c:pt>
                <c:pt idx="3893">
                  <c:v>0.3</c:v>
                </c:pt>
                <c:pt idx="3894">
                  <c:v>0.3</c:v>
                </c:pt>
                <c:pt idx="3895">
                  <c:v>0.3</c:v>
                </c:pt>
                <c:pt idx="3896">
                  <c:v>0.3</c:v>
                </c:pt>
                <c:pt idx="3897">
                  <c:v>0.3</c:v>
                </c:pt>
                <c:pt idx="3898">
                  <c:v>0.3</c:v>
                </c:pt>
                <c:pt idx="3899">
                  <c:v>0.3</c:v>
                </c:pt>
                <c:pt idx="3900">
                  <c:v>0.3</c:v>
                </c:pt>
                <c:pt idx="3901">
                  <c:v>0.3</c:v>
                </c:pt>
                <c:pt idx="3902">
                  <c:v>0.3</c:v>
                </c:pt>
                <c:pt idx="3903">
                  <c:v>0.3</c:v>
                </c:pt>
                <c:pt idx="3904">
                  <c:v>0.3</c:v>
                </c:pt>
                <c:pt idx="3905">
                  <c:v>0.3</c:v>
                </c:pt>
                <c:pt idx="3906">
                  <c:v>0.3</c:v>
                </c:pt>
                <c:pt idx="3907">
                  <c:v>0.3</c:v>
                </c:pt>
                <c:pt idx="3908">
                  <c:v>0.3</c:v>
                </c:pt>
                <c:pt idx="3909">
                  <c:v>0.3</c:v>
                </c:pt>
                <c:pt idx="3910">
                  <c:v>0.3</c:v>
                </c:pt>
                <c:pt idx="3911">
                  <c:v>0.3</c:v>
                </c:pt>
                <c:pt idx="3912">
                  <c:v>0.3</c:v>
                </c:pt>
                <c:pt idx="3913">
                  <c:v>0.3</c:v>
                </c:pt>
                <c:pt idx="3914">
                  <c:v>0.3</c:v>
                </c:pt>
                <c:pt idx="3915">
                  <c:v>0.3</c:v>
                </c:pt>
                <c:pt idx="3916">
                  <c:v>0.3</c:v>
                </c:pt>
                <c:pt idx="3917">
                  <c:v>0.3</c:v>
                </c:pt>
                <c:pt idx="3918">
                  <c:v>0.3</c:v>
                </c:pt>
                <c:pt idx="3919">
                  <c:v>0.3</c:v>
                </c:pt>
                <c:pt idx="3920">
                  <c:v>0.3</c:v>
                </c:pt>
                <c:pt idx="3921">
                  <c:v>0.3</c:v>
                </c:pt>
                <c:pt idx="3922">
                  <c:v>0.3</c:v>
                </c:pt>
                <c:pt idx="3923">
                  <c:v>0.3</c:v>
                </c:pt>
                <c:pt idx="3924">
                  <c:v>0.3</c:v>
                </c:pt>
                <c:pt idx="3925">
                  <c:v>0.3</c:v>
                </c:pt>
                <c:pt idx="3926">
                  <c:v>0.3</c:v>
                </c:pt>
                <c:pt idx="3927">
                  <c:v>0.3</c:v>
                </c:pt>
                <c:pt idx="3928">
                  <c:v>0.3</c:v>
                </c:pt>
                <c:pt idx="3929">
                  <c:v>0.3</c:v>
                </c:pt>
                <c:pt idx="3930">
                  <c:v>0.3</c:v>
                </c:pt>
                <c:pt idx="3931">
                  <c:v>0.3</c:v>
                </c:pt>
                <c:pt idx="3932">
                  <c:v>0.3</c:v>
                </c:pt>
                <c:pt idx="3933">
                  <c:v>0.3</c:v>
                </c:pt>
                <c:pt idx="3934">
                  <c:v>0.3</c:v>
                </c:pt>
                <c:pt idx="3935">
                  <c:v>0.3</c:v>
                </c:pt>
                <c:pt idx="3936">
                  <c:v>0.3</c:v>
                </c:pt>
                <c:pt idx="3937">
                  <c:v>0.3</c:v>
                </c:pt>
                <c:pt idx="3938">
                  <c:v>0.3</c:v>
                </c:pt>
                <c:pt idx="3939">
                  <c:v>0.3</c:v>
                </c:pt>
                <c:pt idx="3940">
                  <c:v>0.3</c:v>
                </c:pt>
                <c:pt idx="3941">
                  <c:v>0.3</c:v>
                </c:pt>
                <c:pt idx="3942">
                  <c:v>0.3</c:v>
                </c:pt>
                <c:pt idx="3943">
                  <c:v>0.3</c:v>
                </c:pt>
                <c:pt idx="3944">
                  <c:v>0.3</c:v>
                </c:pt>
                <c:pt idx="3945">
                  <c:v>0.3</c:v>
                </c:pt>
                <c:pt idx="3946">
                  <c:v>0.3</c:v>
                </c:pt>
                <c:pt idx="3947">
                  <c:v>0.3</c:v>
                </c:pt>
                <c:pt idx="3948">
                  <c:v>0.3</c:v>
                </c:pt>
                <c:pt idx="3949">
                  <c:v>0.3</c:v>
                </c:pt>
                <c:pt idx="3950">
                  <c:v>0.3</c:v>
                </c:pt>
                <c:pt idx="3951">
                  <c:v>0.3</c:v>
                </c:pt>
                <c:pt idx="3952">
                  <c:v>0.3</c:v>
                </c:pt>
                <c:pt idx="3953">
                  <c:v>0.3</c:v>
                </c:pt>
                <c:pt idx="3954">
                  <c:v>0.3</c:v>
                </c:pt>
                <c:pt idx="3955">
                  <c:v>0.3</c:v>
                </c:pt>
                <c:pt idx="3956">
                  <c:v>0.3</c:v>
                </c:pt>
                <c:pt idx="3957">
                  <c:v>0.3</c:v>
                </c:pt>
                <c:pt idx="3958">
                  <c:v>0.3</c:v>
                </c:pt>
                <c:pt idx="3959">
                  <c:v>0.3</c:v>
                </c:pt>
                <c:pt idx="3960">
                  <c:v>0.3</c:v>
                </c:pt>
                <c:pt idx="3961">
                  <c:v>0.3</c:v>
                </c:pt>
                <c:pt idx="3962">
                  <c:v>0.3</c:v>
                </c:pt>
                <c:pt idx="3963">
                  <c:v>0.3</c:v>
                </c:pt>
                <c:pt idx="3964">
                  <c:v>0.3</c:v>
                </c:pt>
                <c:pt idx="3965">
                  <c:v>0.3</c:v>
                </c:pt>
                <c:pt idx="3966">
                  <c:v>0.3</c:v>
                </c:pt>
                <c:pt idx="3967">
                  <c:v>0.3</c:v>
                </c:pt>
                <c:pt idx="3968">
                  <c:v>0.3</c:v>
                </c:pt>
                <c:pt idx="3969">
                  <c:v>0.3</c:v>
                </c:pt>
                <c:pt idx="3970">
                  <c:v>0.3</c:v>
                </c:pt>
                <c:pt idx="3971">
                  <c:v>0.3</c:v>
                </c:pt>
                <c:pt idx="3972">
                  <c:v>0.3</c:v>
                </c:pt>
                <c:pt idx="3973">
                  <c:v>0.3</c:v>
                </c:pt>
                <c:pt idx="3974">
                  <c:v>0.3</c:v>
                </c:pt>
                <c:pt idx="3975">
                  <c:v>0.3</c:v>
                </c:pt>
                <c:pt idx="3976">
                  <c:v>0.3</c:v>
                </c:pt>
                <c:pt idx="3977">
                  <c:v>0.3</c:v>
                </c:pt>
                <c:pt idx="3978">
                  <c:v>0.3</c:v>
                </c:pt>
                <c:pt idx="3979">
                  <c:v>0.3</c:v>
                </c:pt>
                <c:pt idx="3980">
                  <c:v>0.3</c:v>
                </c:pt>
                <c:pt idx="3981">
                  <c:v>0.3</c:v>
                </c:pt>
                <c:pt idx="3982">
                  <c:v>0.3</c:v>
                </c:pt>
                <c:pt idx="3983">
                  <c:v>0.3</c:v>
                </c:pt>
                <c:pt idx="3984">
                  <c:v>0.3</c:v>
                </c:pt>
                <c:pt idx="3985">
                  <c:v>0.3</c:v>
                </c:pt>
                <c:pt idx="3986">
                  <c:v>0.3</c:v>
                </c:pt>
                <c:pt idx="3987">
                  <c:v>0.3</c:v>
                </c:pt>
                <c:pt idx="3988">
                  <c:v>0.3</c:v>
                </c:pt>
                <c:pt idx="3989">
                  <c:v>0.3</c:v>
                </c:pt>
                <c:pt idx="3990">
                  <c:v>0.3</c:v>
                </c:pt>
                <c:pt idx="3991">
                  <c:v>0.3</c:v>
                </c:pt>
                <c:pt idx="3992">
                  <c:v>0.3</c:v>
                </c:pt>
                <c:pt idx="3993">
                  <c:v>0.3</c:v>
                </c:pt>
                <c:pt idx="3994">
                  <c:v>0.3</c:v>
                </c:pt>
                <c:pt idx="3995">
                  <c:v>0.3</c:v>
                </c:pt>
                <c:pt idx="3996">
                  <c:v>0.3</c:v>
                </c:pt>
                <c:pt idx="3997">
                  <c:v>0.3</c:v>
                </c:pt>
                <c:pt idx="3998">
                  <c:v>0.3</c:v>
                </c:pt>
                <c:pt idx="3999">
                  <c:v>0.3</c:v>
                </c:pt>
                <c:pt idx="4000">
                  <c:v>0.3</c:v>
                </c:pt>
                <c:pt idx="4001">
                  <c:v>0.3</c:v>
                </c:pt>
                <c:pt idx="4002">
                  <c:v>0.3</c:v>
                </c:pt>
                <c:pt idx="4003">
                  <c:v>0.3</c:v>
                </c:pt>
                <c:pt idx="4004">
                  <c:v>0.3</c:v>
                </c:pt>
                <c:pt idx="4005">
                  <c:v>0.3</c:v>
                </c:pt>
                <c:pt idx="4006">
                  <c:v>0.3</c:v>
                </c:pt>
                <c:pt idx="4007">
                  <c:v>0.3</c:v>
                </c:pt>
                <c:pt idx="4008">
                  <c:v>0.3</c:v>
                </c:pt>
                <c:pt idx="4009">
                  <c:v>0.3</c:v>
                </c:pt>
                <c:pt idx="4010">
                  <c:v>0.3</c:v>
                </c:pt>
                <c:pt idx="4011">
                  <c:v>0.3</c:v>
                </c:pt>
                <c:pt idx="4012">
                  <c:v>0.3</c:v>
                </c:pt>
                <c:pt idx="4013">
                  <c:v>0.3</c:v>
                </c:pt>
                <c:pt idx="4014">
                  <c:v>0.3</c:v>
                </c:pt>
                <c:pt idx="4015">
                  <c:v>0.3</c:v>
                </c:pt>
                <c:pt idx="4016">
                  <c:v>0.3</c:v>
                </c:pt>
                <c:pt idx="4017">
                  <c:v>0.3</c:v>
                </c:pt>
                <c:pt idx="4018">
                  <c:v>0.3</c:v>
                </c:pt>
                <c:pt idx="4019">
                  <c:v>0.3</c:v>
                </c:pt>
                <c:pt idx="4020">
                  <c:v>0.3</c:v>
                </c:pt>
                <c:pt idx="4021">
                  <c:v>0.3</c:v>
                </c:pt>
                <c:pt idx="4022">
                  <c:v>0.3</c:v>
                </c:pt>
                <c:pt idx="4023">
                  <c:v>0.3</c:v>
                </c:pt>
                <c:pt idx="4024">
                  <c:v>0.3</c:v>
                </c:pt>
                <c:pt idx="4025">
                  <c:v>0.3</c:v>
                </c:pt>
                <c:pt idx="4026">
                  <c:v>0.3</c:v>
                </c:pt>
                <c:pt idx="4027">
                  <c:v>0.3</c:v>
                </c:pt>
                <c:pt idx="4028">
                  <c:v>0.3</c:v>
                </c:pt>
                <c:pt idx="4029">
                  <c:v>0.3</c:v>
                </c:pt>
                <c:pt idx="4030">
                  <c:v>0.3</c:v>
                </c:pt>
                <c:pt idx="4031">
                  <c:v>0.3</c:v>
                </c:pt>
                <c:pt idx="4032">
                  <c:v>0.3</c:v>
                </c:pt>
                <c:pt idx="4033">
                  <c:v>0.3</c:v>
                </c:pt>
                <c:pt idx="4034">
                  <c:v>0.3</c:v>
                </c:pt>
                <c:pt idx="4035">
                  <c:v>0.3</c:v>
                </c:pt>
                <c:pt idx="4036">
                  <c:v>0.3</c:v>
                </c:pt>
                <c:pt idx="4037">
                  <c:v>0.3</c:v>
                </c:pt>
                <c:pt idx="4038">
                  <c:v>0.3</c:v>
                </c:pt>
                <c:pt idx="4039">
                  <c:v>0.3</c:v>
                </c:pt>
                <c:pt idx="4040">
                  <c:v>0.3</c:v>
                </c:pt>
                <c:pt idx="4041">
                  <c:v>0.3</c:v>
                </c:pt>
                <c:pt idx="4042">
                  <c:v>0.3</c:v>
                </c:pt>
                <c:pt idx="4043">
                  <c:v>0.3</c:v>
                </c:pt>
                <c:pt idx="4044">
                  <c:v>0.3</c:v>
                </c:pt>
                <c:pt idx="4045">
                  <c:v>0.3</c:v>
                </c:pt>
                <c:pt idx="4046">
                  <c:v>0.3</c:v>
                </c:pt>
                <c:pt idx="4047">
                  <c:v>0.3</c:v>
                </c:pt>
                <c:pt idx="4048">
                  <c:v>0.3</c:v>
                </c:pt>
                <c:pt idx="4049">
                  <c:v>0.3</c:v>
                </c:pt>
                <c:pt idx="4050">
                  <c:v>0.3</c:v>
                </c:pt>
                <c:pt idx="4051">
                  <c:v>0.3</c:v>
                </c:pt>
                <c:pt idx="4052">
                  <c:v>0.3</c:v>
                </c:pt>
                <c:pt idx="4053">
                  <c:v>0.3</c:v>
                </c:pt>
                <c:pt idx="4054">
                  <c:v>0.3</c:v>
                </c:pt>
                <c:pt idx="4055">
                  <c:v>0.3</c:v>
                </c:pt>
                <c:pt idx="4056">
                  <c:v>0.3</c:v>
                </c:pt>
                <c:pt idx="4057">
                  <c:v>0.3</c:v>
                </c:pt>
                <c:pt idx="4058">
                  <c:v>0.3</c:v>
                </c:pt>
                <c:pt idx="4059">
                  <c:v>0.3</c:v>
                </c:pt>
                <c:pt idx="4060">
                  <c:v>0.3</c:v>
                </c:pt>
                <c:pt idx="4061">
                  <c:v>0.3</c:v>
                </c:pt>
                <c:pt idx="4062">
                  <c:v>0.3</c:v>
                </c:pt>
                <c:pt idx="4063">
                  <c:v>0.3</c:v>
                </c:pt>
                <c:pt idx="4064">
                  <c:v>0.3</c:v>
                </c:pt>
                <c:pt idx="4065">
                  <c:v>0.3</c:v>
                </c:pt>
                <c:pt idx="4066">
                  <c:v>0.3</c:v>
                </c:pt>
                <c:pt idx="4067">
                  <c:v>0.3</c:v>
                </c:pt>
                <c:pt idx="4068">
                  <c:v>0.3</c:v>
                </c:pt>
                <c:pt idx="4069">
                  <c:v>0.3</c:v>
                </c:pt>
                <c:pt idx="4070">
                  <c:v>0.3</c:v>
                </c:pt>
                <c:pt idx="4071">
                  <c:v>0.3</c:v>
                </c:pt>
                <c:pt idx="4072">
                  <c:v>0.3</c:v>
                </c:pt>
                <c:pt idx="4073">
                  <c:v>0.3</c:v>
                </c:pt>
                <c:pt idx="4074">
                  <c:v>0.3</c:v>
                </c:pt>
                <c:pt idx="4075">
                  <c:v>0.3</c:v>
                </c:pt>
                <c:pt idx="4076">
                  <c:v>0.3</c:v>
                </c:pt>
                <c:pt idx="4077">
                  <c:v>0.3</c:v>
                </c:pt>
                <c:pt idx="4078">
                  <c:v>0.3</c:v>
                </c:pt>
                <c:pt idx="4079">
                  <c:v>0.3</c:v>
                </c:pt>
                <c:pt idx="4080">
                  <c:v>0.3</c:v>
                </c:pt>
                <c:pt idx="4081">
                  <c:v>0.3</c:v>
                </c:pt>
                <c:pt idx="4082">
                  <c:v>0.3</c:v>
                </c:pt>
                <c:pt idx="4083">
                  <c:v>0.3</c:v>
                </c:pt>
                <c:pt idx="4084">
                  <c:v>0.3</c:v>
                </c:pt>
                <c:pt idx="4085">
                  <c:v>0.3</c:v>
                </c:pt>
                <c:pt idx="4086">
                  <c:v>0.3</c:v>
                </c:pt>
                <c:pt idx="4087">
                  <c:v>0.3</c:v>
                </c:pt>
                <c:pt idx="4088">
                  <c:v>0.3</c:v>
                </c:pt>
                <c:pt idx="4089">
                  <c:v>0.3</c:v>
                </c:pt>
                <c:pt idx="4090">
                  <c:v>0.3</c:v>
                </c:pt>
                <c:pt idx="4091">
                  <c:v>0.3</c:v>
                </c:pt>
                <c:pt idx="4092">
                  <c:v>0.3</c:v>
                </c:pt>
                <c:pt idx="4093">
                  <c:v>0.3</c:v>
                </c:pt>
                <c:pt idx="4094">
                  <c:v>0.3</c:v>
                </c:pt>
                <c:pt idx="4095">
                  <c:v>0.3</c:v>
                </c:pt>
                <c:pt idx="4096">
                  <c:v>0.3</c:v>
                </c:pt>
                <c:pt idx="4097">
                  <c:v>0.3</c:v>
                </c:pt>
                <c:pt idx="4098">
                  <c:v>0.3</c:v>
                </c:pt>
                <c:pt idx="4099">
                  <c:v>0.3</c:v>
                </c:pt>
                <c:pt idx="4100">
                  <c:v>0.3</c:v>
                </c:pt>
                <c:pt idx="4101">
                  <c:v>0.3</c:v>
                </c:pt>
                <c:pt idx="4102">
                  <c:v>0.3</c:v>
                </c:pt>
                <c:pt idx="4103">
                  <c:v>0.3</c:v>
                </c:pt>
                <c:pt idx="4104">
                  <c:v>0.3</c:v>
                </c:pt>
                <c:pt idx="4105">
                  <c:v>0.3</c:v>
                </c:pt>
                <c:pt idx="4106">
                  <c:v>0.3</c:v>
                </c:pt>
                <c:pt idx="4107">
                  <c:v>0.3</c:v>
                </c:pt>
                <c:pt idx="4108">
                  <c:v>0.3</c:v>
                </c:pt>
                <c:pt idx="4109">
                  <c:v>0.3</c:v>
                </c:pt>
                <c:pt idx="4110">
                  <c:v>0.3</c:v>
                </c:pt>
                <c:pt idx="4111">
                  <c:v>0.3</c:v>
                </c:pt>
                <c:pt idx="4112">
                  <c:v>0.3</c:v>
                </c:pt>
                <c:pt idx="4113">
                  <c:v>0.3</c:v>
                </c:pt>
                <c:pt idx="4114">
                  <c:v>0.3</c:v>
                </c:pt>
                <c:pt idx="4115">
                  <c:v>0.3</c:v>
                </c:pt>
                <c:pt idx="4116">
                  <c:v>0.3</c:v>
                </c:pt>
                <c:pt idx="4117">
                  <c:v>0.3</c:v>
                </c:pt>
                <c:pt idx="4118">
                  <c:v>0.3</c:v>
                </c:pt>
                <c:pt idx="4119">
                  <c:v>0.3</c:v>
                </c:pt>
                <c:pt idx="4120">
                  <c:v>0.3</c:v>
                </c:pt>
                <c:pt idx="4121">
                  <c:v>0.3</c:v>
                </c:pt>
                <c:pt idx="4122">
                  <c:v>0.3</c:v>
                </c:pt>
                <c:pt idx="4123">
                  <c:v>0.3</c:v>
                </c:pt>
                <c:pt idx="4124">
                  <c:v>0.3</c:v>
                </c:pt>
                <c:pt idx="4125">
                  <c:v>0.3</c:v>
                </c:pt>
                <c:pt idx="4126">
                  <c:v>0.3</c:v>
                </c:pt>
                <c:pt idx="4127">
                  <c:v>0.3</c:v>
                </c:pt>
                <c:pt idx="4128">
                  <c:v>0.3</c:v>
                </c:pt>
                <c:pt idx="4129">
                  <c:v>0.3</c:v>
                </c:pt>
                <c:pt idx="4130">
                  <c:v>0.3</c:v>
                </c:pt>
                <c:pt idx="4131">
                  <c:v>0.3</c:v>
                </c:pt>
                <c:pt idx="4132">
                  <c:v>0.3</c:v>
                </c:pt>
                <c:pt idx="4133">
                  <c:v>0.3</c:v>
                </c:pt>
                <c:pt idx="4134">
                  <c:v>0.3</c:v>
                </c:pt>
                <c:pt idx="4135">
                  <c:v>0.3</c:v>
                </c:pt>
                <c:pt idx="4136">
                  <c:v>0.3</c:v>
                </c:pt>
                <c:pt idx="4137">
                  <c:v>0.3</c:v>
                </c:pt>
                <c:pt idx="4138">
                  <c:v>0.3</c:v>
                </c:pt>
                <c:pt idx="4139">
                  <c:v>0.3</c:v>
                </c:pt>
                <c:pt idx="4140">
                  <c:v>0.3</c:v>
                </c:pt>
                <c:pt idx="4141">
                  <c:v>0.3</c:v>
                </c:pt>
                <c:pt idx="4142">
                  <c:v>0.3</c:v>
                </c:pt>
                <c:pt idx="4143">
                  <c:v>0.3</c:v>
                </c:pt>
                <c:pt idx="4144">
                  <c:v>0.3</c:v>
                </c:pt>
                <c:pt idx="4145">
                  <c:v>0.3</c:v>
                </c:pt>
                <c:pt idx="4146">
                  <c:v>0.3</c:v>
                </c:pt>
                <c:pt idx="4147">
                  <c:v>0.3</c:v>
                </c:pt>
                <c:pt idx="4148">
                  <c:v>0.3</c:v>
                </c:pt>
                <c:pt idx="4149">
                  <c:v>0.3</c:v>
                </c:pt>
                <c:pt idx="4150">
                  <c:v>0.3</c:v>
                </c:pt>
                <c:pt idx="4151">
                  <c:v>0.3</c:v>
                </c:pt>
                <c:pt idx="4152">
                  <c:v>0.3</c:v>
                </c:pt>
                <c:pt idx="4153">
                  <c:v>0.3</c:v>
                </c:pt>
                <c:pt idx="4154">
                  <c:v>0.3</c:v>
                </c:pt>
                <c:pt idx="4155">
                  <c:v>0.3</c:v>
                </c:pt>
                <c:pt idx="4156">
                  <c:v>0.3</c:v>
                </c:pt>
                <c:pt idx="4157">
                  <c:v>0.3</c:v>
                </c:pt>
                <c:pt idx="4158">
                  <c:v>0.3</c:v>
                </c:pt>
                <c:pt idx="4159">
                  <c:v>0.3</c:v>
                </c:pt>
                <c:pt idx="4160">
                  <c:v>0.3</c:v>
                </c:pt>
                <c:pt idx="4161">
                  <c:v>0.3</c:v>
                </c:pt>
                <c:pt idx="4162">
                  <c:v>0.3</c:v>
                </c:pt>
                <c:pt idx="4163">
                  <c:v>0.3</c:v>
                </c:pt>
                <c:pt idx="4164">
                  <c:v>0.3</c:v>
                </c:pt>
                <c:pt idx="4165">
                  <c:v>0.3</c:v>
                </c:pt>
                <c:pt idx="4166">
                  <c:v>0.3</c:v>
                </c:pt>
                <c:pt idx="4167">
                  <c:v>0.3</c:v>
                </c:pt>
                <c:pt idx="4168">
                  <c:v>0.3</c:v>
                </c:pt>
                <c:pt idx="4169">
                  <c:v>0.3</c:v>
                </c:pt>
                <c:pt idx="4170">
                  <c:v>0.3</c:v>
                </c:pt>
                <c:pt idx="4171">
                  <c:v>0.3</c:v>
                </c:pt>
                <c:pt idx="4172">
                  <c:v>0.3</c:v>
                </c:pt>
                <c:pt idx="4173">
                  <c:v>0.3</c:v>
                </c:pt>
                <c:pt idx="4174">
                  <c:v>0.3</c:v>
                </c:pt>
                <c:pt idx="4175">
                  <c:v>0.3</c:v>
                </c:pt>
                <c:pt idx="4176">
                  <c:v>0.3</c:v>
                </c:pt>
                <c:pt idx="4177">
                  <c:v>0.3</c:v>
                </c:pt>
                <c:pt idx="4178">
                  <c:v>0.3</c:v>
                </c:pt>
                <c:pt idx="4179">
                  <c:v>0.3</c:v>
                </c:pt>
                <c:pt idx="4180">
                  <c:v>0.3</c:v>
                </c:pt>
                <c:pt idx="4181">
                  <c:v>0.3</c:v>
                </c:pt>
                <c:pt idx="4182">
                  <c:v>0.3</c:v>
                </c:pt>
                <c:pt idx="4183">
                  <c:v>0.3</c:v>
                </c:pt>
                <c:pt idx="4184">
                  <c:v>0.3</c:v>
                </c:pt>
                <c:pt idx="4185">
                  <c:v>0.3</c:v>
                </c:pt>
                <c:pt idx="4186">
                  <c:v>0.3</c:v>
                </c:pt>
                <c:pt idx="4187">
                  <c:v>0.3</c:v>
                </c:pt>
                <c:pt idx="4188">
                  <c:v>0.3</c:v>
                </c:pt>
                <c:pt idx="4189">
                  <c:v>0.3</c:v>
                </c:pt>
                <c:pt idx="4190">
                  <c:v>0.3</c:v>
                </c:pt>
                <c:pt idx="4191">
                  <c:v>0.3</c:v>
                </c:pt>
                <c:pt idx="4192">
                  <c:v>0.3</c:v>
                </c:pt>
                <c:pt idx="4193">
                  <c:v>0.3</c:v>
                </c:pt>
                <c:pt idx="4194">
                  <c:v>0.3</c:v>
                </c:pt>
                <c:pt idx="4195">
                  <c:v>0.3</c:v>
                </c:pt>
                <c:pt idx="4196">
                  <c:v>0.3</c:v>
                </c:pt>
                <c:pt idx="4197">
                  <c:v>0.3</c:v>
                </c:pt>
                <c:pt idx="4198">
                  <c:v>0.3</c:v>
                </c:pt>
                <c:pt idx="4199">
                  <c:v>0.3</c:v>
                </c:pt>
                <c:pt idx="4200">
                  <c:v>0.3</c:v>
                </c:pt>
                <c:pt idx="4201">
                  <c:v>0.3</c:v>
                </c:pt>
                <c:pt idx="4202">
                  <c:v>0.3</c:v>
                </c:pt>
                <c:pt idx="4203">
                  <c:v>0.3</c:v>
                </c:pt>
                <c:pt idx="4204">
                  <c:v>0.3</c:v>
                </c:pt>
                <c:pt idx="4205">
                  <c:v>0.3</c:v>
                </c:pt>
                <c:pt idx="4206">
                  <c:v>0.3</c:v>
                </c:pt>
                <c:pt idx="4207">
                  <c:v>0.3</c:v>
                </c:pt>
                <c:pt idx="4208">
                  <c:v>0.3</c:v>
                </c:pt>
                <c:pt idx="4209">
                  <c:v>0.3</c:v>
                </c:pt>
                <c:pt idx="4210">
                  <c:v>0.3</c:v>
                </c:pt>
                <c:pt idx="4211">
                  <c:v>0.3</c:v>
                </c:pt>
                <c:pt idx="4212">
                  <c:v>0.3</c:v>
                </c:pt>
                <c:pt idx="4213">
                  <c:v>0.3</c:v>
                </c:pt>
                <c:pt idx="4214">
                  <c:v>0.3</c:v>
                </c:pt>
                <c:pt idx="4215">
                  <c:v>0.3</c:v>
                </c:pt>
                <c:pt idx="4216">
                  <c:v>0.3</c:v>
                </c:pt>
                <c:pt idx="4217">
                  <c:v>0.3</c:v>
                </c:pt>
                <c:pt idx="4218">
                  <c:v>0.3</c:v>
                </c:pt>
                <c:pt idx="4219">
                  <c:v>0.3</c:v>
                </c:pt>
                <c:pt idx="4220">
                  <c:v>0.3</c:v>
                </c:pt>
                <c:pt idx="4221">
                  <c:v>0.3</c:v>
                </c:pt>
                <c:pt idx="4222">
                  <c:v>0.3</c:v>
                </c:pt>
                <c:pt idx="4223">
                  <c:v>0.3</c:v>
                </c:pt>
                <c:pt idx="4224">
                  <c:v>0.3</c:v>
                </c:pt>
                <c:pt idx="4225">
                  <c:v>0.3</c:v>
                </c:pt>
                <c:pt idx="4226">
                  <c:v>0.3</c:v>
                </c:pt>
                <c:pt idx="4227">
                  <c:v>0.3</c:v>
                </c:pt>
                <c:pt idx="4228">
                  <c:v>0.3</c:v>
                </c:pt>
                <c:pt idx="4229">
                  <c:v>0.3</c:v>
                </c:pt>
                <c:pt idx="4230">
                  <c:v>0.3</c:v>
                </c:pt>
                <c:pt idx="4231">
                  <c:v>0.3</c:v>
                </c:pt>
                <c:pt idx="4232">
                  <c:v>0.3</c:v>
                </c:pt>
                <c:pt idx="4233">
                  <c:v>0.3</c:v>
                </c:pt>
                <c:pt idx="4234">
                  <c:v>0.3</c:v>
                </c:pt>
                <c:pt idx="4235">
                  <c:v>0.3</c:v>
                </c:pt>
                <c:pt idx="4236">
                  <c:v>0.3</c:v>
                </c:pt>
                <c:pt idx="4237">
                  <c:v>0.3</c:v>
                </c:pt>
                <c:pt idx="4238">
                  <c:v>0.3</c:v>
                </c:pt>
                <c:pt idx="4239">
                  <c:v>0.3</c:v>
                </c:pt>
                <c:pt idx="4240">
                  <c:v>0.3</c:v>
                </c:pt>
                <c:pt idx="4241">
                  <c:v>0.3</c:v>
                </c:pt>
                <c:pt idx="4242">
                  <c:v>0.3</c:v>
                </c:pt>
                <c:pt idx="4243">
                  <c:v>0.3</c:v>
                </c:pt>
                <c:pt idx="4244">
                  <c:v>0.3</c:v>
                </c:pt>
                <c:pt idx="4245">
                  <c:v>0.3</c:v>
                </c:pt>
                <c:pt idx="4246">
                  <c:v>0.3</c:v>
                </c:pt>
                <c:pt idx="4247">
                  <c:v>0.3</c:v>
                </c:pt>
                <c:pt idx="4248">
                  <c:v>0.3</c:v>
                </c:pt>
                <c:pt idx="4249">
                  <c:v>0.3</c:v>
                </c:pt>
                <c:pt idx="4250">
                  <c:v>0.3</c:v>
                </c:pt>
                <c:pt idx="4251">
                  <c:v>0.3</c:v>
                </c:pt>
                <c:pt idx="4252">
                  <c:v>0.3</c:v>
                </c:pt>
                <c:pt idx="4253">
                  <c:v>0.3</c:v>
                </c:pt>
                <c:pt idx="4254">
                  <c:v>0.3</c:v>
                </c:pt>
                <c:pt idx="4255">
                  <c:v>0.3</c:v>
                </c:pt>
                <c:pt idx="4256">
                  <c:v>0.3</c:v>
                </c:pt>
                <c:pt idx="4257">
                  <c:v>0.3</c:v>
                </c:pt>
                <c:pt idx="4258">
                  <c:v>0.3</c:v>
                </c:pt>
                <c:pt idx="4259">
                  <c:v>0.3</c:v>
                </c:pt>
                <c:pt idx="4260">
                  <c:v>0.3</c:v>
                </c:pt>
                <c:pt idx="4261">
                  <c:v>0.3</c:v>
                </c:pt>
                <c:pt idx="4262">
                  <c:v>0.3</c:v>
                </c:pt>
                <c:pt idx="4263">
                  <c:v>0.3</c:v>
                </c:pt>
                <c:pt idx="4264">
                  <c:v>0.3</c:v>
                </c:pt>
                <c:pt idx="4265">
                  <c:v>0.3</c:v>
                </c:pt>
                <c:pt idx="4266">
                  <c:v>0.3</c:v>
                </c:pt>
                <c:pt idx="4267">
                  <c:v>0.3</c:v>
                </c:pt>
                <c:pt idx="4268">
                  <c:v>0.3</c:v>
                </c:pt>
                <c:pt idx="4269">
                  <c:v>0.3</c:v>
                </c:pt>
                <c:pt idx="4270">
                  <c:v>0.3</c:v>
                </c:pt>
                <c:pt idx="4271">
                  <c:v>0.3</c:v>
                </c:pt>
                <c:pt idx="4272">
                  <c:v>0.3</c:v>
                </c:pt>
                <c:pt idx="4273">
                  <c:v>0.3</c:v>
                </c:pt>
                <c:pt idx="4274">
                  <c:v>0.3</c:v>
                </c:pt>
                <c:pt idx="4275">
                  <c:v>0.3</c:v>
                </c:pt>
                <c:pt idx="4276">
                  <c:v>0.3</c:v>
                </c:pt>
                <c:pt idx="4277">
                  <c:v>0.3</c:v>
                </c:pt>
                <c:pt idx="4278">
                  <c:v>0.3</c:v>
                </c:pt>
                <c:pt idx="4279">
                  <c:v>0.3</c:v>
                </c:pt>
                <c:pt idx="4280">
                  <c:v>0.3</c:v>
                </c:pt>
                <c:pt idx="4281">
                  <c:v>0.3</c:v>
                </c:pt>
                <c:pt idx="4282">
                  <c:v>0.3</c:v>
                </c:pt>
                <c:pt idx="4283">
                  <c:v>0.3</c:v>
                </c:pt>
                <c:pt idx="4284">
                  <c:v>0.3</c:v>
                </c:pt>
                <c:pt idx="4285">
                  <c:v>0.3</c:v>
                </c:pt>
                <c:pt idx="4286">
                  <c:v>0.3</c:v>
                </c:pt>
                <c:pt idx="4287">
                  <c:v>0.3</c:v>
                </c:pt>
                <c:pt idx="4288">
                  <c:v>0.3</c:v>
                </c:pt>
                <c:pt idx="4289">
                  <c:v>0.3</c:v>
                </c:pt>
                <c:pt idx="4290">
                  <c:v>0.3</c:v>
                </c:pt>
                <c:pt idx="4291">
                  <c:v>0.3</c:v>
                </c:pt>
                <c:pt idx="4292">
                  <c:v>0.3</c:v>
                </c:pt>
                <c:pt idx="4293">
                  <c:v>0.3</c:v>
                </c:pt>
                <c:pt idx="4294">
                  <c:v>0.3</c:v>
                </c:pt>
                <c:pt idx="4295">
                  <c:v>0.3</c:v>
                </c:pt>
                <c:pt idx="4296">
                  <c:v>0.3</c:v>
                </c:pt>
                <c:pt idx="4297">
                  <c:v>0.3</c:v>
                </c:pt>
                <c:pt idx="4298">
                  <c:v>0.3</c:v>
                </c:pt>
                <c:pt idx="4299">
                  <c:v>0.3</c:v>
                </c:pt>
                <c:pt idx="4300">
                  <c:v>0.3</c:v>
                </c:pt>
                <c:pt idx="4301">
                  <c:v>0.3</c:v>
                </c:pt>
                <c:pt idx="4302">
                  <c:v>0.3</c:v>
                </c:pt>
                <c:pt idx="4303">
                  <c:v>0.3</c:v>
                </c:pt>
                <c:pt idx="4304">
                  <c:v>0.3</c:v>
                </c:pt>
                <c:pt idx="4305">
                  <c:v>0.3</c:v>
                </c:pt>
                <c:pt idx="4306">
                  <c:v>0.3</c:v>
                </c:pt>
                <c:pt idx="4307">
                  <c:v>0.3</c:v>
                </c:pt>
                <c:pt idx="4308">
                  <c:v>0.3</c:v>
                </c:pt>
                <c:pt idx="4309">
                  <c:v>0.3</c:v>
                </c:pt>
                <c:pt idx="4310">
                  <c:v>0.3</c:v>
                </c:pt>
                <c:pt idx="4311">
                  <c:v>0.3</c:v>
                </c:pt>
                <c:pt idx="4312">
                  <c:v>0.3</c:v>
                </c:pt>
                <c:pt idx="4313">
                  <c:v>0.3</c:v>
                </c:pt>
                <c:pt idx="4314">
                  <c:v>0.3</c:v>
                </c:pt>
                <c:pt idx="4315">
                  <c:v>0.3</c:v>
                </c:pt>
                <c:pt idx="4316">
                  <c:v>0.3</c:v>
                </c:pt>
                <c:pt idx="4317">
                  <c:v>0.3</c:v>
                </c:pt>
                <c:pt idx="4318">
                  <c:v>0.3</c:v>
                </c:pt>
                <c:pt idx="4319">
                  <c:v>0.3</c:v>
                </c:pt>
                <c:pt idx="4320">
                  <c:v>0.3</c:v>
                </c:pt>
                <c:pt idx="4321">
                  <c:v>0.3</c:v>
                </c:pt>
                <c:pt idx="4322">
                  <c:v>0.3</c:v>
                </c:pt>
                <c:pt idx="4323">
                  <c:v>0.3</c:v>
                </c:pt>
                <c:pt idx="4324">
                  <c:v>0.3</c:v>
                </c:pt>
                <c:pt idx="4325">
                  <c:v>0.3</c:v>
                </c:pt>
                <c:pt idx="4326">
                  <c:v>0.3</c:v>
                </c:pt>
                <c:pt idx="4327">
                  <c:v>0.3</c:v>
                </c:pt>
                <c:pt idx="4328">
                  <c:v>0.3</c:v>
                </c:pt>
                <c:pt idx="4329">
                  <c:v>0.3</c:v>
                </c:pt>
                <c:pt idx="4330">
                  <c:v>0.3</c:v>
                </c:pt>
                <c:pt idx="4331">
                  <c:v>0.3</c:v>
                </c:pt>
                <c:pt idx="4332">
                  <c:v>0.3</c:v>
                </c:pt>
                <c:pt idx="4333">
                  <c:v>0.3</c:v>
                </c:pt>
                <c:pt idx="4334">
                  <c:v>0.3</c:v>
                </c:pt>
                <c:pt idx="4335">
                  <c:v>0.3</c:v>
                </c:pt>
                <c:pt idx="4336">
                  <c:v>0.3</c:v>
                </c:pt>
                <c:pt idx="4337">
                  <c:v>0.3</c:v>
                </c:pt>
                <c:pt idx="4338">
                  <c:v>0.3</c:v>
                </c:pt>
                <c:pt idx="4339">
                  <c:v>0.3</c:v>
                </c:pt>
                <c:pt idx="4340">
                  <c:v>0.3</c:v>
                </c:pt>
                <c:pt idx="4341">
                  <c:v>0.3</c:v>
                </c:pt>
                <c:pt idx="4342">
                  <c:v>0.3</c:v>
                </c:pt>
                <c:pt idx="4343">
                  <c:v>0.3</c:v>
                </c:pt>
                <c:pt idx="4344">
                  <c:v>0.3</c:v>
                </c:pt>
                <c:pt idx="4345">
                  <c:v>0.3</c:v>
                </c:pt>
                <c:pt idx="4346">
                  <c:v>0.3</c:v>
                </c:pt>
                <c:pt idx="4347">
                  <c:v>0.3</c:v>
                </c:pt>
                <c:pt idx="4348">
                  <c:v>0.3</c:v>
                </c:pt>
                <c:pt idx="4349">
                  <c:v>0.3</c:v>
                </c:pt>
                <c:pt idx="4350">
                  <c:v>0.3</c:v>
                </c:pt>
                <c:pt idx="4351">
                  <c:v>0.3</c:v>
                </c:pt>
                <c:pt idx="4352">
                  <c:v>0.3</c:v>
                </c:pt>
                <c:pt idx="4353">
                  <c:v>0.3</c:v>
                </c:pt>
                <c:pt idx="4354">
                  <c:v>0.3</c:v>
                </c:pt>
                <c:pt idx="4355">
                  <c:v>0.3</c:v>
                </c:pt>
                <c:pt idx="4356">
                  <c:v>0.3</c:v>
                </c:pt>
                <c:pt idx="4357">
                  <c:v>0.3</c:v>
                </c:pt>
                <c:pt idx="4358">
                  <c:v>0.3</c:v>
                </c:pt>
                <c:pt idx="4359">
                  <c:v>0.3</c:v>
                </c:pt>
                <c:pt idx="4360">
                  <c:v>0.3</c:v>
                </c:pt>
                <c:pt idx="4361">
                  <c:v>0.3</c:v>
                </c:pt>
                <c:pt idx="4362">
                  <c:v>0.3</c:v>
                </c:pt>
                <c:pt idx="4363">
                  <c:v>0.3</c:v>
                </c:pt>
                <c:pt idx="4364">
                  <c:v>0.3</c:v>
                </c:pt>
                <c:pt idx="4365">
                  <c:v>0.3</c:v>
                </c:pt>
                <c:pt idx="4366">
                  <c:v>0.3</c:v>
                </c:pt>
                <c:pt idx="4367">
                  <c:v>0.3</c:v>
                </c:pt>
                <c:pt idx="4368">
                  <c:v>0.3</c:v>
                </c:pt>
                <c:pt idx="4369">
                  <c:v>0.3</c:v>
                </c:pt>
                <c:pt idx="4370">
                  <c:v>0.3</c:v>
                </c:pt>
                <c:pt idx="4371">
                  <c:v>0.3</c:v>
                </c:pt>
                <c:pt idx="4372">
                  <c:v>0.3</c:v>
                </c:pt>
                <c:pt idx="4373">
                  <c:v>0.3</c:v>
                </c:pt>
                <c:pt idx="4374">
                  <c:v>0.3</c:v>
                </c:pt>
                <c:pt idx="4375">
                  <c:v>0.3</c:v>
                </c:pt>
                <c:pt idx="4376">
                  <c:v>0.3</c:v>
                </c:pt>
                <c:pt idx="4377">
                  <c:v>0.3</c:v>
                </c:pt>
                <c:pt idx="4378">
                  <c:v>0.3</c:v>
                </c:pt>
                <c:pt idx="4379">
                  <c:v>0.3</c:v>
                </c:pt>
                <c:pt idx="4380">
                  <c:v>0.3</c:v>
                </c:pt>
                <c:pt idx="4381">
                  <c:v>0.3</c:v>
                </c:pt>
                <c:pt idx="4382">
                  <c:v>0.3</c:v>
                </c:pt>
                <c:pt idx="4383">
                  <c:v>0.3</c:v>
                </c:pt>
                <c:pt idx="4384">
                  <c:v>0.3</c:v>
                </c:pt>
                <c:pt idx="4385">
                  <c:v>0.3</c:v>
                </c:pt>
                <c:pt idx="4386">
                  <c:v>0.3</c:v>
                </c:pt>
                <c:pt idx="4387">
                  <c:v>0.3</c:v>
                </c:pt>
                <c:pt idx="4388">
                  <c:v>0.3</c:v>
                </c:pt>
                <c:pt idx="4389">
                  <c:v>0.3</c:v>
                </c:pt>
                <c:pt idx="4390">
                  <c:v>0.3</c:v>
                </c:pt>
                <c:pt idx="4391">
                  <c:v>0.3</c:v>
                </c:pt>
                <c:pt idx="4392">
                  <c:v>0.3</c:v>
                </c:pt>
                <c:pt idx="4393">
                  <c:v>0.3</c:v>
                </c:pt>
                <c:pt idx="4394">
                  <c:v>0.3</c:v>
                </c:pt>
                <c:pt idx="4395">
                  <c:v>0.3</c:v>
                </c:pt>
                <c:pt idx="4396">
                  <c:v>0.3</c:v>
                </c:pt>
                <c:pt idx="4397">
                  <c:v>0.3</c:v>
                </c:pt>
                <c:pt idx="4398">
                  <c:v>0.3</c:v>
                </c:pt>
                <c:pt idx="4399">
                  <c:v>0.3</c:v>
                </c:pt>
                <c:pt idx="4400">
                  <c:v>0.3</c:v>
                </c:pt>
                <c:pt idx="4401">
                  <c:v>0.3</c:v>
                </c:pt>
                <c:pt idx="4402">
                  <c:v>0.3</c:v>
                </c:pt>
                <c:pt idx="4403">
                  <c:v>0.3</c:v>
                </c:pt>
                <c:pt idx="4404">
                  <c:v>0.3</c:v>
                </c:pt>
                <c:pt idx="4405">
                  <c:v>0.3</c:v>
                </c:pt>
                <c:pt idx="4406">
                  <c:v>0.3</c:v>
                </c:pt>
                <c:pt idx="4407">
                  <c:v>0.3</c:v>
                </c:pt>
                <c:pt idx="4408">
                  <c:v>0.3</c:v>
                </c:pt>
                <c:pt idx="4409">
                  <c:v>0.3</c:v>
                </c:pt>
                <c:pt idx="4410">
                  <c:v>0.3</c:v>
                </c:pt>
                <c:pt idx="4411">
                  <c:v>0.3</c:v>
                </c:pt>
                <c:pt idx="4412">
                  <c:v>0.3</c:v>
                </c:pt>
                <c:pt idx="4413">
                  <c:v>0.3</c:v>
                </c:pt>
                <c:pt idx="4414">
                  <c:v>0.3</c:v>
                </c:pt>
                <c:pt idx="4415">
                  <c:v>0.3</c:v>
                </c:pt>
                <c:pt idx="4416">
                  <c:v>0.3</c:v>
                </c:pt>
                <c:pt idx="4417">
                  <c:v>0.3</c:v>
                </c:pt>
                <c:pt idx="4418">
                  <c:v>0.3</c:v>
                </c:pt>
                <c:pt idx="4419">
                  <c:v>0.3</c:v>
                </c:pt>
                <c:pt idx="4420">
                  <c:v>0.3</c:v>
                </c:pt>
                <c:pt idx="4421">
                  <c:v>0.3</c:v>
                </c:pt>
                <c:pt idx="4422">
                  <c:v>0.3</c:v>
                </c:pt>
                <c:pt idx="4423">
                  <c:v>0.3</c:v>
                </c:pt>
                <c:pt idx="4424">
                  <c:v>0.3</c:v>
                </c:pt>
                <c:pt idx="4425">
                  <c:v>0.3</c:v>
                </c:pt>
                <c:pt idx="4426">
                  <c:v>0.3</c:v>
                </c:pt>
                <c:pt idx="4427">
                  <c:v>0.3</c:v>
                </c:pt>
                <c:pt idx="4428">
                  <c:v>0.3</c:v>
                </c:pt>
                <c:pt idx="4429">
                  <c:v>0.3</c:v>
                </c:pt>
                <c:pt idx="4430">
                  <c:v>0.3</c:v>
                </c:pt>
                <c:pt idx="4431">
                  <c:v>0.3</c:v>
                </c:pt>
                <c:pt idx="4432">
                  <c:v>0.3</c:v>
                </c:pt>
                <c:pt idx="4433">
                  <c:v>0.3</c:v>
                </c:pt>
                <c:pt idx="4434">
                  <c:v>0.3</c:v>
                </c:pt>
                <c:pt idx="4435">
                  <c:v>0.3</c:v>
                </c:pt>
                <c:pt idx="4436">
                  <c:v>0.3</c:v>
                </c:pt>
                <c:pt idx="4437">
                  <c:v>0.3</c:v>
                </c:pt>
                <c:pt idx="4438">
                  <c:v>0.3</c:v>
                </c:pt>
                <c:pt idx="4439">
                  <c:v>0.3</c:v>
                </c:pt>
                <c:pt idx="4440">
                  <c:v>0.3</c:v>
                </c:pt>
                <c:pt idx="4441">
                  <c:v>0.3</c:v>
                </c:pt>
                <c:pt idx="4442">
                  <c:v>0.3</c:v>
                </c:pt>
                <c:pt idx="4443">
                  <c:v>0.3</c:v>
                </c:pt>
                <c:pt idx="4444">
                  <c:v>0.3</c:v>
                </c:pt>
                <c:pt idx="4445">
                  <c:v>0.3</c:v>
                </c:pt>
                <c:pt idx="4446">
                  <c:v>0.3</c:v>
                </c:pt>
                <c:pt idx="4447">
                  <c:v>0.3</c:v>
                </c:pt>
                <c:pt idx="4448">
                  <c:v>0.3</c:v>
                </c:pt>
                <c:pt idx="4449">
                  <c:v>0.3</c:v>
                </c:pt>
                <c:pt idx="4450">
                  <c:v>0.3</c:v>
                </c:pt>
                <c:pt idx="4451">
                  <c:v>0.3</c:v>
                </c:pt>
                <c:pt idx="4452">
                  <c:v>0.3</c:v>
                </c:pt>
                <c:pt idx="4453">
                  <c:v>0.3</c:v>
                </c:pt>
                <c:pt idx="4454">
                  <c:v>0.3</c:v>
                </c:pt>
                <c:pt idx="4455">
                  <c:v>0.3</c:v>
                </c:pt>
                <c:pt idx="4456">
                  <c:v>0.3</c:v>
                </c:pt>
                <c:pt idx="4457">
                  <c:v>0.3</c:v>
                </c:pt>
                <c:pt idx="4458">
                  <c:v>0.3</c:v>
                </c:pt>
                <c:pt idx="4459">
                  <c:v>0.3</c:v>
                </c:pt>
                <c:pt idx="4460">
                  <c:v>0.3</c:v>
                </c:pt>
                <c:pt idx="4461">
                  <c:v>0.3</c:v>
                </c:pt>
                <c:pt idx="4462">
                  <c:v>0.3</c:v>
                </c:pt>
                <c:pt idx="4463">
                  <c:v>0.3</c:v>
                </c:pt>
                <c:pt idx="4464">
                  <c:v>0.3</c:v>
                </c:pt>
                <c:pt idx="4465">
                  <c:v>0.3</c:v>
                </c:pt>
                <c:pt idx="4466">
                  <c:v>0.3</c:v>
                </c:pt>
                <c:pt idx="4467">
                  <c:v>0.3</c:v>
                </c:pt>
                <c:pt idx="4468">
                  <c:v>0.3</c:v>
                </c:pt>
                <c:pt idx="4469">
                  <c:v>0.3</c:v>
                </c:pt>
                <c:pt idx="4470">
                  <c:v>0.3</c:v>
                </c:pt>
                <c:pt idx="4471">
                  <c:v>0.3</c:v>
                </c:pt>
                <c:pt idx="4472">
                  <c:v>0.3</c:v>
                </c:pt>
                <c:pt idx="4473">
                  <c:v>0.3</c:v>
                </c:pt>
                <c:pt idx="4474">
                  <c:v>0.3</c:v>
                </c:pt>
                <c:pt idx="4475">
                  <c:v>0.3</c:v>
                </c:pt>
                <c:pt idx="4476">
                  <c:v>0.3</c:v>
                </c:pt>
                <c:pt idx="4477">
                  <c:v>0.3</c:v>
                </c:pt>
                <c:pt idx="4478">
                  <c:v>0.3</c:v>
                </c:pt>
                <c:pt idx="4479">
                  <c:v>0.3</c:v>
                </c:pt>
                <c:pt idx="4480">
                  <c:v>0.3</c:v>
                </c:pt>
                <c:pt idx="4481">
                  <c:v>0.3</c:v>
                </c:pt>
                <c:pt idx="4482">
                  <c:v>0.3</c:v>
                </c:pt>
                <c:pt idx="4483">
                  <c:v>0.3</c:v>
                </c:pt>
                <c:pt idx="4484">
                  <c:v>0.3</c:v>
                </c:pt>
                <c:pt idx="4485">
                  <c:v>0.3</c:v>
                </c:pt>
                <c:pt idx="4486">
                  <c:v>0.3</c:v>
                </c:pt>
                <c:pt idx="4487">
                  <c:v>0.3</c:v>
                </c:pt>
                <c:pt idx="4488">
                  <c:v>0.3</c:v>
                </c:pt>
                <c:pt idx="4489">
                  <c:v>0.3</c:v>
                </c:pt>
                <c:pt idx="4490">
                  <c:v>0.3</c:v>
                </c:pt>
                <c:pt idx="4491">
                  <c:v>0.3</c:v>
                </c:pt>
                <c:pt idx="4492">
                  <c:v>0.3</c:v>
                </c:pt>
                <c:pt idx="4493">
                  <c:v>0.3</c:v>
                </c:pt>
                <c:pt idx="4494">
                  <c:v>0.3</c:v>
                </c:pt>
                <c:pt idx="4495">
                  <c:v>0.3</c:v>
                </c:pt>
                <c:pt idx="4496">
                  <c:v>0.3</c:v>
                </c:pt>
                <c:pt idx="4497">
                  <c:v>0.3</c:v>
                </c:pt>
                <c:pt idx="4498">
                  <c:v>0.3</c:v>
                </c:pt>
                <c:pt idx="4499">
                  <c:v>0.3</c:v>
                </c:pt>
                <c:pt idx="4500">
                  <c:v>0.3</c:v>
                </c:pt>
                <c:pt idx="4501">
                  <c:v>0.3</c:v>
                </c:pt>
                <c:pt idx="4502">
                  <c:v>0.3</c:v>
                </c:pt>
                <c:pt idx="4503">
                  <c:v>0.3</c:v>
                </c:pt>
                <c:pt idx="4504">
                  <c:v>0.3</c:v>
                </c:pt>
                <c:pt idx="4505">
                  <c:v>0.3</c:v>
                </c:pt>
                <c:pt idx="4506">
                  <c:v>0.3</c:v>
                </c:pt>
                <c:pt idx="4507">
                  <c:v>0.3</c:v>
                </c:pt>
                <c:pt idx="4508">
                  <c:v>0.3</c:v>
                </c:pt>
                <c:pt idx="4509">
                  <c:v>0.3</c:v>
                </c:pt>
                <c:pt idx="4510">
                  <c:v>0.3</c:v>
                </c:pt>
                <c:pt idx="4511">
                  <c:v>0.3</c:v>
                </c:pt>
                <c:pt idx="4512">
                  <c:v>0.3</c:v>
                </c:pt>
                <c:pt idx="4513">
                  <c:v>0.3</c:v>
                </c:pt>
                <c:pt idx="4514">
                  <c:v>0.3</c:v>
                </c:pt>
                <c:pt idx="4515">
                  <c:v>0.3</c:v>
                </c:pt>
                <c:pt idx="4516">
                  <c:v>0.3</c:v>
                </c:pt>
                <c:pt idx="4517">
                  <c:v>0.3</c:v>
                </c:pt>
                <c:pt idx="4518">
                  <c:v>0.3</c:v>
                </c:pt>
                <c:pt idx="4519">
                  <c:v>0.3</c:v>
                </c:pt>
                <c:pt idx="4520">
                  <c:v>0.3</c:v>
                </c:pt>
                <c:pt idx="4521">
                  <c:v>0.3</c:v>
                </c:pt>
                <c:pt idx="4522">
                  <c:v>0.3</c:v>
                </c:pt>
                <c:pt idx="4523">
                  <c:v>0.3</c:v>
                </c:pt>
                <c:pt idx="4524">
                  <c:v>0.3</c:v>
                </c:pt>
                <c:pt idx="4525">
                  <c:v>0.3</c:v>
                </c:pt>
                <c:pt idx="4526">
                  <c:v>0.3</c:v>
                </c:pt>
                <c:pt idx="4527">
                  <c:v>0.3</c:v>
                </c:pt>
                <c:pt idx="4528">
                  <c:v>0.3</c:v>
                </c:pt>
                <c:pt idx="4529">
                  <c:v>0.3</c:v>
                </c:pt>
                <c:pt idx="4530">
                  <c:v>0.3</c:v>
                </c:pt>
                <c:pt idx="4531">
                  <c:v>0.3</c:v>
                </c:pt>
                <c:pt idx="4532">
                  <c:v>0.3</c:v>
                </c:pt>
                <c:pt idx="4533">
                  <c:v>0.3</c:v>
                </c:pt>
                <c:pt idx="4534">
                  <c:v>0.3</c:v>
                </c:pt>
                <c:pt idx="4535">
                  <c:v>0.3</c:v>
                </c:pt>
                <c:pt idx="4536">
                  <c:v>0.3</c:v>
                </c:pt>
                <c:pt idx="4537">
                  <c:v>0.3</c:v>
                </c:pt>
                <c:pt idx="4538">
                  <c:v>0.3</c:v>
                </c:pt>
                <c:pt idx="4539">
                  <c:v>0.3</c:v>
                </c:pt>
                <c:pt idx="4540">
                  <c:v>0.3</c:v>
                </c:pt>
                <c:pt idx="4541">
                  <c:v>0.3</c:v>
                </c:pt>
                <c:pt idx="4542">
                  <c:v>0.3</c:v>
                </c:pt>
                <c:pt idx="4543">
                  <c:v>0.3</c:v>
                </c:pt>
                <c:pt idx="4544">
                  <c:v>0.3</c:v>
                </c:pt>
                <c:pt idx="4545">
                  <c:v>0.3</c:v>
                </c:pt>
                <c:pt idx="4546">
                  <c:v>0.3</c:v>
                </c:pt>
                <c:pt idx="4547">
                  <c:v>0.3</c:v>
                </c:pt>
                <c:pt idx="4548">
                  <c:v>0.3</c:v>
                </c:pt>
                <c:pt idx="4549">
                  <c:v>0.3</c:v>
                </c:pt>
                <c:pt idx="4550">
                  <c:v>0.3</c:v>
                </c:pt>
                <c:pt idx="4551">
                  <c:v>0.3</c:v>
                </c:pt>
                <c:pt idx="4552">
                  <c:v>0.3</c:v>
                </c:pt>
                <c:pt idx="4553">
                  <c:v>0.3</c:v>
                </c:pt>
                <c:pt idx="4554">
                  <c:v>0.3</c:v>
                </c:pt>
                <c:pt idx="4555">
                  <c:v>0.3</c:v>
                </c:pt>
                <c:pt idx="4556">
                  <c:v>0.3</c:v>
                </c:pt>
                <c:pt idx="4557">
                  <c:v>0.3</c:v>
                </c:pt>
                <c:pt idx="4558">
                  <c:v>0.3</c:v>
                </c:pt>
                <c:pt idx="4559">
                  <c:v>0.3</c:v>
                </c:pt>
                <c:pt idx="4560">
                  <c:v>0.3</c:v>
                </c:pt>
                <c:pt idx="4561">
                  <c:v>0.3</c:v>
                </c:pt>
                <c:pt idx="4562">
                  <c:v>0.3</c:v>
                </c:pt>
                <c:pt idx="4563">
                  <c:v>0.3</c:v>
                </c:pt>
                <c:pt idx="4564">
                  <c:v>0.3</c:v>
                </c:pt>
                <c:pt idx="4565">
                  <c:v>0.3</c:v>
                </c:pt>
                <c:pt idx="4566">
                  <c:v>0.3</c:v>
                </c:pt>
                <c:pt idx="4567">
                  <c:v>0.3</c:v>
                </c:pt>
                <c:pt idx="4568">
                  <c:v>0.3</c:v>
                </c:pt>
                <c:pt idx="4569">
                  <c:v>0.3</c:v>
                </c:pt>
                <c:pt idx="4570">
                  <c:v>0.3</c:v>
                </c:pt>
                <c:pt idx="4571">
                  <c:v>0.3</c:v>
                </c:pt>
                <c:pt idx="4572">
                  <c:v>0.3</c:v>
                </c:pt>
                <c:pt idx="4573">
                  <c:v>0.3</c:v>
                </c:pt>
                <c:pt idx="4574">
                  <c:v>0.3</c:v>
                </c:pt>
                <c:pt idx="4575">
                  <c:v>0.3</c:v>
                </c:pt>
                <c:pt idx="4576">
                  <c:v>0.3</c:v>
                </c:pt>
                <c:pt idx="4577">
                  <c:v>0.3</c:v>
                </c:pt>
                <c:pt idx="4578">
                  <c:v>0.3</c:v>
                </c:pt>
                <c:pt idx="4579">
                  <c:v>0.3</c:v>
                </c:pt>
                <c:pt idx="4580">
                  <c:v>0.3</c:v>
                </c:pt>
                <c:pt idx="4581">
                  <c:v>0.3</c:v>
                </c:pt>
                <c:pt idx="4582">
                  <c:v>0.3</c:v>
                </c:pt>
                <c:pt idx="4583">
                  <c:v>0.3</c:v>
                </c:pt>
                <c:pt idx="4584">
                  <c:v>0.3</c:v>
                </c:pt>
                <c:pt idx="4585">
                  <c:v>0.3</c:v>
                </c:pt>
                <c:pt idx="4586">
                  <c:v>0.3</c:v>
                </c:pt>
                <c:pt idx="4587">
                  <c:v>0.3</c:v>
                </c:pt>
                <c:pt idx="4588">
                  <c:v>0.3</c:v>
                </c:pt>
                <c:pt idx="4589">
                  <c:v>0.3</c:v>
                </c:pt>
                <c:pt idx="4590">
                  <c:v>0.3</c:v>
                </c:pt>
                <c:pt idx="4591">
                  <c:v>0.3</c:v>
                </c:pt>
                <c:pt idx="4592">
                  <c:v>0.3</c:v>
                </c:pt>
                <c:pt idx="4593">
                  <c:v>0.3</c:v>
                </c:pt>
                <c:pt idx="4594">
                  <c:v>0.3</c:v>
                </c:pt>
                <c:pt idx="4595">
                  <c:v>0.3</c:v>
                </c:pt>
                <c:pt idx="4596">
                  <c:v>0.3</c:v>
                </c:pt>
                <c:pt idx="4597">
                  <c:v>0.3</c:v>
                </c:pt>
                <c:pt idx="4598">
                  <c:v>0.3</c:v>
                </c:pt>
                <c:pt idx="4599">
                  <c:v>0.3</c:v>
                </c:pt>
                <c:pt idx="4600">
                  <c:v>0.3</c:v>
                </c:pt>
                <c:pt idx="4601">
                  <c:v>0.3</c:v>
                </c:pt>
                <c:pt idx="4602">
                  <c:v>0.3</c:v>
                </c:pt>
                <c:pt idx="4603">
                  <c:v>0.3</c:v>
                </c:pt>
                <c:pt idx="4604">
                  <c:v>0.3</c:v>
                </c:pt>
                <c:pt idx="4605">
                  <c:v>0.3</c:v>
                </c:pt>
                <c:pt idx="4606">
                  <c:v>0.3</c:v>
                </c:pt>
                <c:pt idx="4607">
                  <c:v>0.3</c:v>
                </c:pt>
                <c:pt idx="4608">
                  <c:v>0.3</c:v>
                </c:pt>
                <c:pt idx="4609">
                  <c:v>0.3</c:v>
                </c:pt>
                <c:pt idx="4610">
                  <c:v>0.3</c:v>
                </c:pt>
                <c:pt idx="4611">
                  <c:v>0.3</c:v>
                </c:pt>
                <c:pt idx="4612">
                  <c:v>0.3</c:v>
                </c:pt>
                <c:pt idx="4613">
                  <c:v>0.3</c:v>
                </c:pt>
                <c:pt idx="4614">
                  <c:v>0.3</c:v>
                </c:pt>
                <c:pt idx="4615">
                  <c:v>0.3</c:v>
                </c:pt>
                <c:pt idx="4616">
                  <c:v>0.3</c:v>
                </c:pt>
                <c:pt idx="4617">
                  <c:v>0.3</c:v>
                </c:pt>
                <c:pt idx="4618">
                  <c:v>0.3</c:v>
                </c:pt>
                <c:pt idx="4619">
                  <c:v>0.3</c:v>
                </c:pt>
                <c:pt idx="4620">
                  <c:v>0.3</c:v>
                </c:pt>
                <c:pt idx="4621">
                  <c:v>0.3</c:v>
                </c:pt>
                <c:pt idx="4622">
                  <c:v>0.3</c:v>
                </c:pt>
                <c:pt idx="4623">
                  <c:v>0.3</c:v>
                </c:pt>
                <c:pt idx="4624">
                  <c:v>0.3</c:v>
                </c:pt>
                <c:pt idx="4625">
                  <c:v>0.3</c:v>
                </c:pt>
                <c:pt idx="4626">
                  <c:v>0.3</c:v>
                </c:pt>
                <c:pt idx="4627">
                  <c:v>0.3</c:v>
                </c:pt>
                <c:pt idx="4628">
                  <c:v>0.3</c:v>
                </c:pt>
                <c:pt idx="4629">
                  <c:v>0.3</c:v>
                </c:pt>
                <c:pt idx="4630">
                  <c:v>0.3</c:v>
                </c:pt>
                <c:pt idx="4631">
                  <c:v>0.3</c:v>
                </c:pt>
                <c:pt idx="4632">
                  <c:v>0.3</c:v>
                </c:pt>
                <c:pt idx="4633">
                  <c:v>0.3</c:v>
                </c:pt>
                <c:pt idx="4634">
                  <c:v>0.3</c:v>
                </c:pt>
                <c:pt idx="4635">
                  <c:v>0.3</c:v>
                </c:pt>
                <c:pt idx="4636">
                  <c:v>0.3</c:v>
                </c:pt>
                <c:pt idx="4637">
                  <c:v>0.3</c:v>
                </c:pt>
                <c:pt idx="4638">
                  <c:v>0.3</c:v>
                </c:pt>
                <c:pt idx="4639">
                  <c:v>0.3</c:v>
                </c:pt>
                <c:pt idx="4640">
                  <c:v>0.3</c:v>
                </c:pt>
                <c:pt idx="4641">
                  <c:v>0.3</c:v>
                </c:pt>
                <c:pt idx="4642">
                  <c:v>0.3</c:v>
                </c:pt>
                <c:pt idx="4643">
                  <c:v>0.3</c:v>
                </c:pt>
                <c:pt idx="4644">
                  <c:v>0.3</c:v>
                </c:pt>
                <c:pt idx="4645">
                  <c:v>0.3</c:v>
                </c:pt>
                <c:pt idx="4646">
                  <c:v>0.3</c:v>
                </c:pt>
                <c:pt idx="4647">
                  <c:v>0.3</c:v>
                </c:pt>
                <c:pt idx="4648">
                  <c:v>0.3</c:v>
                </c:pt>
                <c:pt idx="4649">
                  <c:v>0.3</c:v>
                </c:pt>
                <c:pt idx="4650">
                  <c:v>0.3</c:v>
                </c:pt>
                <c:pt idx="4651">
                  <c:v>0.3</c:v>
                </c:pt>
                <c:pt idx="4652">
                  <c:v>0.3</c:v>
                </c:pt>
                <c:pt idx="4653">
                  <c:v>0.3</c:v>
                </c:pt>
                <c:pt idx="4654">
                  <c:v>0.3</c:v>
                </c:pt>
                <c:pt idx="4655">
                  <c:v>0.3</c:v>
                </c:pt>
                <c:pt idx="4656">
                  <c:v>0.3</c:v>
                </c:pt>
                <c:pt idx="4657">
                  <c:v>0.3</c:v>
                </c:pt>
                <c:pt idx="4658">
                  <c:v>0.3</c:v>
                </c:pt>
                <c:pt idx="4659">
                  <c:v>0.3</c:v>
                </c:pt>
                <c:pt idx="4660">
                  <c:v>0.3</c:v>
                </c:pt>
                <c:pt idx="4661">
                  <c:v>0.3</c:v>
                </c:pt>
                <c:pt idx="4662">
                  <c:v>0.3</c:v>
                </c:pt>
                <c:pt idx="4663">
                  <c:v>0.3</c:v>
                </c:pt>
                <c:pt idx="4664">
                  <c:v>0.3</c:v>
                </c:pt>
                <c:pt idx="4665">
                  <c:v>0.3</c:v>
                </c:pt>
                <c:pt idx="4666">
                  <c:v>0.3</c:v>
                </c:pt>
                <c:pt idx="4667">
                  <c:v>0.3</c:v>
                </c:pt>
                <c:pt idx="4668">
                  <c:v>0.3</c:v>
                </c:pt>
                <c:pt idx="4669">
                  <c:v>0.3</c:v>
                </c:pt>
                <c:pt idx="4670">
                  <c:v>0.3</c:v>
                </c:pt>
                <c:pt idx="4671">
                  <c:v>0.3</c:v>
                </c:pt>
                <c:pt idx="4672">
                  <c:v>0.3</c:v>
                </c:pt>
                <c:pt idx="4673">
                  <c:v>0.3</c:v>
                </c:pt>
                <c:pt idx="4674">
                  <c:v>0.3</c:v>
                </c:pt>
                <c:pt idx="4675">
                  <c:v>0.3</c:v>
                </c:pt>
                <c:pt idx="4676">
                  <c:v>0.3</c:v>
                </c:pt>
                <c:pt idx="4677">
                  <c:v>0.3</c:v>
                </c:pt>
                <c:pt idx="4678">
                  <c:v>0.3</c:v>
                </c:pt>
                <c:pt idx="4679">
                  <c:v>0.3</c:v>
                </c:pt>
                <c:pt idx="4680">
                  <c:v>0.3</c:v>
                </c:pt>
                <c:pt idx="4681">
                  <c:v>0.3</c:v>
                </c:pt>
                <c:pt idx="4682">
                  <c:v>0.3</c:v>
                </c:pt>
                <c:pt idx="4683">
                  <c:v>0.3</c:v>
                </c:pt>
                <c:pt idx="4684">
                  <c:v>0.3</c:v>
                </c:pt>
                <c:pt idx="4685">
                  <c:v>0.3</c:v>
                </c:pt>
                <c:pt idx="4686">
                  <c:v>0.3</c:v>
                </c:pt>
                <c:pt idx="4687">
                  <c:v>0.3</c:v>
                </c:pt>
                <c:pt idx="4688">
                  <c:v>0.3</c:v>
                </c:pt>
                <c:pt idx="4689">
                  <c:v>0.3</c:v>
                </c:pt>
                <c:pt idx="4690">
                  <c:v>0.3</c:v>
                </c:pt>
                <c:pt idx="4691">
                  <c:v>0.3</c:v>
                </c:pt>
                <c:pt idx="4692">
                  <c:v>0.3</c:v>
                </c:pt>
                <c:pt idx="4693">
                  <c:v>0.3</c:v>
                </c:pt>
                <c:pt idx="4694">
                  <c:v>0.3</c:v>
                </c:pt>
                <c:pt idx="4695">
                  <c:v>0.3</c:v>
                </c:pt>
                <c:pt idx="4696">
                  <c:v>0.3</c:v>
                </c:pt>
                <c:pt idx="4697">
                  <c:v>0.3</c:v>
                </c:pt>
                <c:pt idx="4698">
                  <c:v>0.3</c:v>
                </c:pt>
                <c:pt idx="4699">
                  <c:v>0.3</c:v>
                </c:pt>
                <c:pt idx="4700">
                  <c:v>0.3</c:v>
                </c:pt>
                <c:pt idx="4701">
                  <c:v>0.3</c:v>
                </c:pt>
                <c:pt idx="4702">
                  <c:v>0.3</c:v>
                </c:pt>
                <c:pt idx="4703">
                  <c:v>0.3</c:v>
                </c:pt>
                <c:pt idx="4704">
                  <c:v>0.3</c:v>
                </c:pt>
                <c:pt idx="4705">
                  <c:v>0.3</c:v>
                </c:pt>
                <c:pt idx="4706">
                  <c:v>0.3</c:v>
                </c:pt>
                <c:pt idx="4707">
                  <c:v>0.3</c:v>
                </c:pt>
                <c:pt idx="4708">
                  <c:v>0.3</c:v>
                </c:pt>
                <c:pt idx="4709">
                  <c:v>0.3</c:v>
                </c:pt>
                <c:pt idx="4710">
                  <c:v>0.3</c:v>
                </c:pt>
                <c:pt idx="4711">
                  <c:v>0.3</c:v>
                </c:pt>
                <c:pt idx="4712">
                  <c:v>0.3</c:v>
                </c:pt>
                <c:pt idx="4713">
                  <c:v>0.3</c:v>
                </c:pt>
                <c:pt idx="4714">
                  <c:v>0.3</c:v>
                </c:pt>
                <c:pt idx="4715">
                  <c:v>0.3</c:v>
                </c:pt>
                <c:pt idx="4716">
                  <c:v>0.3</c:v>
                </c:pt>
                <c:pt idx="4717">
                  <c:v>0.3</c:v>
                </c:pt>
                <c:pt idx="4718">
                  <c:v>0.3</c:v>
                </c:pt>
                <c:pt idx="4719">
                  <c:v>0.3</c:v>
                </c:pt>
                <c:pt idx="4720">
                  <c:v>0.3</c:v>
                </c:pt>
                <c:pt idx="4721">
                  <c:v>0.3</c:v>
                </c:pt>
                <c:pt idx="4722">
                  <c:v>0.3</c:v>
                </c:pt>
                <c:pt idx="4723">
                  <c:v>0.3</c:v>
                </c:pt>
                <c:pt idx="4724">
                  <c:v>0.3</c:v>
                </c:pt>
                <c:pt idx="4725">
                  <c:v>0.3</c:v>
                </c:pt>
                <c:pt idx="4726">
                  <c:v>0.3</c:v>
                </c:pt>
                <c:pt idx="4727">
                  <c:v>0.3</c:v>
                </c:pt>
                <c:pt idx="4728">
                  <c:v>0.3</c:v>
                </c:pt>
              </c:numCache>
            </c:numRef>
          </c:val>
          <c:smooth val="0"/>
          <c:extLst>
            <c:ext xmlns:c16="http://schemas.microsoft.com/office/drawing/2014/chart" uri="{C3380CC4-5D6E-409C-BE32-E72D297353CC}">
              <c16:uniqueId val="{00000001-1A2F-4943-9E9A-8E3EC19E2213}"/>
            </c:ext>
          </c:extLst>
        </c:ser>
        <c:dLbls>
          <c:showLegendKey val="0"/>
          <c:showVal val="0"/>
          <c:showCatName val="0"/>
          <c:showSerName val="0"/>
          <c:showPercent val="0"/>
          <c:showBubbleSize val="0"/>
        </c:dLbls>
        <c:smooth val="0"/>
        <c:axId val="2000001632"/>
        <c:axId val="2000001633"/>
      </c:lineChart>
      <c:dateAx>
        <c:axId val="2000001632"/>
        <c:scaling>
          <c:orientation val="minMax"/>
          <c:min val="44564"/>
        </c:scaling>
        <c:delete val="0"/>
        <c:axPos val="b"/>
        <c:numFmt formatCode="yyyy\-mm" sourceLinked="0"/>
        <c:majorTickMark val="in"/>
        <c:minorTickMark val="none"/>
        <c:tickLblPos val="low"/>
        <c:spPr>
          <a:ln w="3175">
            <a:solidFill>
              <a:srgbClr val="000000"/>
            </a:solidFill>
            <a:prstDash val="solid"/>
          </a:ln>
        </c:spPr>
        <c:txPr>
          <a:bodyPr rot="0" vert="horz"/>
          <a:lstStyle/>
          <a:p>
            <a:pPr>
              <a:defRPr/>
            </a:pPr>
            <a:endParaRPr lang="zh-CN"/>
          </a:p>
        </c:txPr>
        <c:crossAx val="2000001633"/>
        <c:crosses val="autoZero"/>
        <c:auto val="0"/>
        <c:lblOffset val="100"/>
        <c:baseTimeUnit val="days"/>
      </c:dateAx>
      <c:valAx>
        <c:axId val="2000001633"/>
        <c:scaling>
          <c:orientation val="minMax"/>
        </c:scaling>
        <c:delete val="0"/>
        <c:axPos val="l"/>
        <c:numFmt formatCode="#,##0.0_ " sourceLinked="0"/>
        <c:majorTickMark val="in"/>
        <c:minorTickMark val="none"/>
        <c:tickLblPos val="nextTo"/>
        <c:spPr>
          <a:ln w="3175">
            <a:solidFill>
              <a:srgbClr val="000000"/>
            </a:solidFill>
            <a:prstDash val="solid"/>
          </a:ln>
        </c:spPr>
        <c:txPr>
          <a:bodyPr rot="0" vert="horz"/>
          <a:lstStyle/>
          <a:p>
            <a:pPr>
              <a:defRPr/>
            </a:pPr>
            <a:endParaRPr lang="zh-CN"/>
          </a:p>
        </c:txPr>
        <c:crossAx val="2000001632"/>
        <c:crosses val="autoZero"/>
        <c:crossBetween val="between"/>
      </c:valAx>
      <c:spPr>
        <a:noFill/>
        <a:ln w="25400">
          <a:noFill/>
        </a:ln>
      </c:spPr>
    </c:plotArea>
    <c:legend>
      <c:legendPos val="b"/>
      <c:layout>
        <c:manualLayout>
          <c:xMode val="edge"/>
          <c:yMode val="edge"/>
          <c:x val="1.3255905511811049E-2"/>
          <c:y val="9.5314474579574239E-4"/>
          <c:w val="0.91578346456692905"/>
          <c:h val="9.1639447846796923E-2"/>
        </c:manualLayout>
      </c:layout>
      <c:overlay val="0"/>
      <c:spPr>
        <a:solidFill>
          <a:srgbClr val="FFFFFF"/>
        </a:solidFill>
        <a:ln w="25400">
          <a:noFill/>
        </a:ln>
      </c:spPr>
    </c:legend>
    <c:plotVisOnly val="1"/>
    <c:dispBlanksAs val="gap"/>
    <c:showDLblsOverMax val="0"/>
  </c:chart>
  <c:spPr>
    <a:solidFill>
      <a:srgbClr val="FFFFFF"/>
    </a:solidFill>
    <a:ln w="9525">
      <a:noFill/>
    </a:ln>
  </c:spPr>
  <c:txPr>
    <a:bodyPr/>
    <a:lstStyle/>
    <a:p>
      <a:pPr>
        <a:defRPr sz="600" b="0" i="0" u="none" strike="noStrike" baseline="0">
          <a:solidFill>
            <a:srgbClr val="000000"/>
          </a:solidFill>
          <a:latin typeface="Arial" panose="020B0604020202020204" pitchFamily="34" charset="0"/>
          <a:ea typeface="思源黑体 CN Regular" panose="020B0500000000000000" pitchFamily="34" charset="-122"/>
          <a:cs typeface="Arial" panose="020B0604020202020204" pitchFamily="34" charset="0"/>
        </a:defRPr>
      </a:pPr>
      <a:endParaRPr lang="zh-CN"/>
    </a:p>
  </c:txPr>
  <c:externalData r:id="rId1">
    <c:autoUpdate val="0"/>
  </c:externalData>
  <c:userShapes r:id="rId2"/>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752613278355375E-2"/>
          <c:y val="9.3695634920634915E-2"/>
          <c:w val="0.89988298610243811"/>
          <c:h val="0.77914761904761909"/>
        </c:manualLayout>
      </c:layout>
      <c:barChart>
        <c:barDir val="col"/>
        <c:grouping val="stacked"/>
        <c:varyColors val="0"/>
        <c:ser>
          <c:idx val="1"/>
          <c:order val="1"/>
          <c:tx>
            <c:strRef>
              <c:f>'恒生指数-年度'!$AV$18</c:f>
              <c:strCache>
                <c:ptCount val="1"/>
                <c:pt idx="0">
                  <c:v>美国十年期国债（右轴，%）</c:v>
                </c:pt>
              </c:strCache>
            </c:strRef>
          </c:tx>
          <c:spPr>
            <a:solidFill>
              <a:srgbClr val="2C3160"/>
            </a:solidFill>
            <a:ln>
              <a:solidFill>
                <a:srgbClr val="2C3160"/>
              </a:solidFill>
              <a:prstDash val="solid"/>
            </a:ln>
            <a:effectLst/>
          </c:spPr>
          <c:invertIfNegative val="0"/>
          <c:cat>
            <c:numRef>
              <c:f>'恒生指数-年度'!$AE$7:$AE$303</c:f>
              <c:numCache>
                <c:formatCode>yyyy\-mm</c:formatCode>
                <c:ptCount val="297"/>
                <c:pt idx="0">
                  <c:v>46173</c:v>
                </c:pt>
                <c:pt idx="1">
                  <c:v>46142</c:v>
                </c:pt>
                <c:pt idx="2">
                  <c:v>46112</c:v>
                </c:pt>
                <c:pt idx="3">
                  <c:v>46081</c:v>
                </c:pt>
                <c:pt idx="4">
                  <c:v>46053</c:v>
                </c:pt>
                <c:pt idx="5">
                  <c:v>46022</c:v>
                </c:pt>
                <c:pt idx="6">
                  <c:v>45991</c:v>
                </c:pt>
                <c:pt idx="7">
                  <c:v>45961</c:v>
                </c:pt>
                <c:pt idx="8">
                  <c:v>45930</c:v>
                </c:pt>
                <c:pt idx="9">
                  <c:v>45900</c:v>
                </c:pt>
                <c:pt idx="10">
                  <c:v>45869</c:v>
                </c:pt>
                <c:pt idx="11">
                  <c:v>45838</c:v>
                </c:pt>
                <c:pt idx="12">
                  <c:v>45808</c:v>
                </c:pt>
                <c:pt idx="13">
                  <c:v>45777</c:v>
                </c:pt>
                <c:pt idx="14">
                  <c:v>45747</c:v>
                </c:pt>
                <c:pt idx="15">
                  <c:v>45716</c:v>
                </c:pt>
                <c:pt idx="16">
                  <c:v>45688</c:v>
                </c:pt>
                <c:pt idx="17">
                  <c:v>45657</c:v>
                </c:pt>
                <c:pt idx="18">
                  <c:v>45626</c:v>
                </c:pt>
                <c:pt idx="19">
                  <c:v>45596</c:v>
                </c:pt>
                <c:pt idx="20">
                  <c:v>45565</c:v>
                </c:pt>
                <c:pt idx="21">
                  <c:v>45535</c:v>
                </c:pt>
                <c:pt idx="22">
                  <c:v>45504</c:v>
                </c:pt>
                <c:pt idx="23">
                  <c:v>45473</c:v>
                </c:pt>
                <c:pt idx="24">
                  <c:v>45443</c:v>
                </c:pt>
                <c:pt idx="25">
                  <c:v>45412</c:v>
                </c:pt>
                <c:pt idx="26">
                  <c:v>45382</c:v>
                </c:pt>
                <c:pt idx="27">
                  <c:v>45351</c:v>
                </c:pt>
                <c:pt idx="28">
                  <c:v>45322</c:v>
                </c:pt>
                <c:pt idx="29">
                  <c:v>45291</c:v>
                </c:pt>
                <c:pt idx="30">
                  <c:v>45260</c:v>
                </c:pt>
                <c:pt idx="31">
                  <c:v>45230</c:v>
                </c:pt>
                <c:pt idx="32">
                  <c:v>45199</c:v>
                </c:pt>
                <c:pt idx="33">
                  <c:v>45169</c:v>
                </c:pt>
                <c:pt idx="34">
                  <c:v>45138</c:v>
                </c:pt>
                <c:pt idx="35">
                  <c:v>45107</c:v>
                </c:pt>
                <c:pt idx="36">
                  <c:v>45077</c:v>
                </c:pt>
                <c:pt idx="37">
                  <c:v>45046</c:v>
                </c:pt>
                <c:pt idx="38">
                  <c:v>45016</c:v>
                </c:pt>
                <c:pt idx="39">
                  <c:v>44985</c:v>
                </c:pt>
                <c:pt idx="40">
                  <c:v>44957</c:v>
                </c:pt>
                <c:pt idx="41">
                  <c:v>44926</c:v>
                </c:pt>
                <c:pt idx="42">
                  <c:v>44895</c:v>
                </c:pt>
                <c:pt idx="43">
                  <c:v>44865</c:v>
                </c:pt>
                <c:pt idx="44">
                  <c:v>44834</c:v>
                </c:pt>
                <c:pt idx="45">
                  <c:v>44804</c:v>
                </c:pt>
                <c:pt idx="46">
                  <c:v>44773</c:v>
                </c:pt>
                <c:pt idx="47">
                  <c:v>44742</c:v>
                </c:pt>
                <c:pt idx="48">
                  <c:v>44712</c:v>
                </c:pt>
                <c:pt idx="49">
                  <c:v>44681</c:v>
                </c:pt>
                <c:pt idx="50">
                  <c:v>44651</c:v>
                </c:pt>
                <c:pt idx="51">
                  <c:v>44620</c:v>
                </c:pt>
                <c:pt idx="52">
                  <c:v>44592</c:v>
                </c:pt>
                <c:pt idx="53">
                  <c:v>44561</c:v>
                </c:pt>
                <c:pt idx="54">
                  <c:v>44530</c:v>
                </c:pt>
                <c:pt idx="55">
                  <c:v>44500</c:v>
                </c:pt>
                <c:pt idx="56">
                  <c:v>44469</c:v>
                </c:pt>
                <c:pt idx="57">
                  <c:v>44439</c:v>
                </c:pt>
                <c:pt idx="58">
                  <c:v>44408</c:v>
                </c:pt>
                <c:pt idx="59">
                  <c:v>44377</c:v>
                </c:pt>
                <c:pt idx="60">
                  <c:v>44347</c:v>
                </c:pt>
                <c:pt idx="61">
                  <c:v>44316</c:v>
                </c:pt>
                <c:pt idx="62">
                  <c:v>44286</c:v>
                </c:pt>
                <c:pt idx="63">
                  <c:v>44255</c:v>
                </c:pt>
                <c:pt idx="64">
                  <c:v>44227</c:v>
                </c:pt>
                <c:pt idx="65">
                  <c:v>44196</c:v>
                </c:pt>
                <c:pt idx="66">
                  <c:v>44165</c:v>
                </c:pt>
                <c:pt idx="67">
                  <c:v>44135</c:v>
                </c:pt>
                <c:pt idx="68">
                  <c:v>44104</c:v>
                </c:pt>
                <c:pt idx="69">
                  <c:v>44074</c:v>
                </c:pt>
                <c:pt idx="70">
                  <c:v>44043</c:v>
                </c:pt>
                <c:pt idx="71">
                  <c:v>44012</c:v>
                </c:pt>
                <c:pt idx="72">
                  <c:v>43982</c:v>
                </c:pt>
                <c:pt idx="73">
                  <c:v>43951</c:v>
                </c:pt>
                <c:pt idx="74">
                  <c:v>43921</c:v>
                </c:pt>
                <c:pt idx="75">
                  <c:v>43890</c:v>
                </c:pt>
                <c:pt idx="76">
                  <c:v>43861</c:v>
                </c:pt>
                <c:pt idx="77">
                  <c:v>43830</c:v>
                </c:pt>
                <c:pt idx="78">
                  <c:v>43799</c:v>
                </c:pt>
                <c:pt idx="79">
                  <c:v>43769</c:v>
                </c:pt>
                <c:pt idx="80">
                  <c:v>43738</c:v>
                </c:pt>
                <c:pt idx="81">
                  <c:v>43708</c:v>
                </c:pt>
                <c:pt idx="82">
                  <c:v>43677</c:v>
                </c:pt>
                <c:pt idx="83">
                  <c:v>43646</c:v>
                </c:pt>
                <c:pt idx="84">
                  <c:v>43616</c:v>
                </c:pt>
                <c:pt idx="85">
                  <c:v>43585</c:v>
                </c:pt>
                <c:pt idx="86">
                  <c:v>43555</c:v>
                </c:pt>
                <c:pt idx="87">
                  <c:v>43524</c:v>
                </c:pt>
                <c:pt idx="88">
                  <c:v>43496</c:v>
                </c:pt>
                <c:pt idx="89">
                  <c:v>43465</c:v>
                </c:pt>
                <c:pt idx="90">
                  <c:v>43434</c:v>
                </c:pt>
                <c:pt idx="91">
                  <c:v>43404</c:v>
                </c:pt>
                <c:pt idx="92">
                  <c:v>43373</c:v>
                </c:pt>
                <c:pt idx="93">
                  <c:v>43343</c:v>
                </c:pt>
                <c:pt idx="94">
                  <c:v>43312</c:v>
                </c:pt>
                <c:pt idx="95">
                  <c:v>43281</c:v>
                </c:pt>
                <c:pt idx="96">
                  <c:v>43251</c:v>
                </c:pt>
                <c:pt idx="97">
                  <c:v>43220</c:v>
                </c:pt>
                <c:pt idx="98">
                  <c:v>43190</c:v>
                </c:pt>
                <c:pt idx="99">
                  <c:v>43159</c:v>
                </c:pt>
                <c:pt idx="100">
                  <c:v>43131</c:v>
                </c:pt>
                <c:pt idx="101">
                  <c:v>43100</c:v>
                </c:pt>
                <c:pt idx="102">
                  <c:v>43069</c:v>
                </c:pt>
                <c:pt idx="103">
                  <c:v>43039</c:v>
                </c:pt>
                <c:pt idx="104">
                  <c:v>43008</c:v>
                </c:pt>
                <c:pt idx="105">
                  <c:v>42978</c:v>
                </c:pt>
                <c:pt idx="106">
                  <c:v>42947</c:v>
                </c:pt>
                <c:pt idx="107">
                  <c:v>42916</c:v>
                </c:pt>
                <c:pt idx="108">
                  <c:v>42886</c:v>
                </c:pt>
                <c:pt idx="109">
                  <c:v>42855</c:v>
                </c:pt>
                <c:pt idx="110">
                  <c:v>42825</c:v>
                </c:pt>
                <c:pt idx="111">
                  <c:v>42794</c:v>
                </c:pt>
                <c:pt idx="112">
                  <c:v>42766</c:v>
                </c:pt>
                <c:pt idx="113">
                  <c:v>42735</c:v>
                </c:pt>
                <c:pt idx="114">
                  <c:v>42704</c:v>
                </c:pt>
                <c:pt idx="115">
                  <c:v>42674</c:v>
                </c:pt>
                <c:pt idx="116">
                  <c:v>42643</c:v>
                </c:pt>
                <c:pt idx="117">
                  <c:v>42613</c:v>
                </c:pt>
                <c:pt idx="118">
                  <c:v>42582</c:v>
                </c:pt>
                <c:pt idx="119">
                  <c:v>42551</c:v>
                </c:pt>
                <c:pt idx="120">
                  <c:v>42521</c:v>
                </c:pt>
                <c:pt idx="121">
                  <c:v>42490</c:v>
                </c:pt>
                <c:pt idx="122">
                  <c:v>42460</c:v>
                </c:pt>
                <c:pt idx="123">
                  <c:v>42429</c:v>
                </c:pt>
                <c:pt idx="124">
                  <c:v>42400</c:v>
                </c:pt>
                <c:pt idx="125">
                  <c:v>42369</c:v>
                </c:pt>
                <c:pt idx="126">
                  <c:v>42338</c:v>
                </c:pt>
                <c:pt idx="127">
                  <c:v>42308</c:v>
                </c:pt>
                <c:pt idx="128">
                  <c:v>42277</c:v>
                </c:pt>
                <c:pt idx="129">
                  <c:v>42247</c:v>
                </c:pt>
                <c:pt idx="130">
                  <c:v>42216</c:v>
                </c:pt>
                <c:pt idx="131">
                  <c:v>42185</c:v>
                </c:pt>
                <c:pt idx="132">
                  <c:v>42155</c:v>
                </c:pt>
                <c:pt idx="133">
                  <c:v>42124</c:v>
                </c:pt>
                <c:pt idx="134">
                  <c:v>42094</c:v>
                </c:pt>
                <c:pt idx="135">
                  <c:v>42063</c:v>
                </c:pt>
                <c:pt idx="136">
                  <c:v>42035</c:v>
                </c:pt>
                <c:pt idx="137">
                  <c:v>42004</c:v>
                </c:pt>
                <c:pt idx="138">
                  <c:v>41973</c:v>
                </c:pt>
                <c:pt idx="139">
                  <c:v>41943</c:v>
                </c:pt>
                <c:pt idx="140">
                  <c:v>41912</c:v>
                </c:pt>
                <c:pt idx="141">
                  <c:v>41882</c:v>
                </c:pt>
                <c:pt idx="142">
                  <c:v>41851</c:v>
                </c:pt>
                <c:pt idx="143">
                  <c:v>41820</c:v>
                </c:pt>
                <c:pt idx="144">
                  <c:v>41790</c:v>
                </c:pt>
                <c:pt idx="145">
                  <c:v>41759</c:v>
                </c:pt>
                <c:pt idx="146">
                  <c:v>41729</c:v>
                </c:pt>
                <c:pt idx="147">
                  <c:v>41698</c:v>
                </c:pt>
                <c:pt idx="148">
                  <c:v>41670</c:v>
                </c:pt>
                <c:pt idx="149">
                  <c:v>41639</c:v>
                </c:pt>
                <c:pt idx="150">
                  <c:v>41608</c:v>
                </c:pt>
                <c:pt idx="151">
                  <c:v>41578</c:v>
                </c:pt>
                <c:pt idx="152">
                  <c:v>41547</c:v>
                </c:pt>
                <c:pt idx="153">
                  <c:v>41517</c:v>
                </c:pt>
                <c:pt idx="154">
                  <c:v>41486</c:v>
                </c:pt>
                <c:pt idx="155">
                  <c:v>41455</c:v>
                </c:pt>
                <c:pt idx="156">
                  <c:v>41425</c:v>
                </c:pt>
                <c:pt idx="157">
                  <c:v>41394</c:v>
                </c:pt>
                <c:pt idx="158">
                  <c:v>41364</c:v>
                </c:pt>
                <c:pt idx="159">
                  <c:v>41333</c:v>
                </c:pt>
                <c:pt idx="160">
                  <c:v>41305</c:v>
                </c:pt>
                <c:pt idx="161">
                  <c:v>41274</c:v>
                </c:pt>
                <c:pt idx="162">
                  <c:v>41243</c:v>
                </c:pt>
                <c:pt idx="163">
                  <c:v>41213</c:v>
                </c:pt>
                <c:pt idx="164">
                  <c:v>41182</c:v>
                </c:pt>
                <c:pt idx="165">
                  <c:v>41152</c:v>
                </c:pt>
                <c:pt idx="166">
                  <c:v>41121</c:v>
                </c:pt>
                <c:pt idx="167">
                  <c:v>41090</c:v>
                </c:pt>
                <c:pt idx="168">
                  <c:v>41060</c:v>
                </c:pt>
                <c:pt idx="169">
                  <c:v>41029</c:v>
                </c:pt>
                <c:pt idx="170">
                  <c:v>40999</c:v>
                </c:pt>
                <c:pt idx="171">
                  <c:v>40968</c:v>
                </c:pt>
                <c:pt idx="172">
                  <c:v>40939</c:v>
                </c:pt>
                <c:pt idx="173">
                  <c:v>40908</c:v>
                </c:pt>
                <c:pt idx="174">
                  <c:v>40877</c:v>
                </c:pt>
                <c:pt idx="175">
                  <c:v>40847</c:v>
                </c:pt>
                <c:pt idx="176">
                  <c:v>40816</c:v>
                </c:pt>
                <c:pt idx="177">
                  <c:v>40786</c:v>
                </c:pt>
                <c:pt idx="178">
                  <c:v>40755</c:v>
                </c:pt>
                <c:pt idx="179">
                  <c:v>40724</c:v>
                </c:pt>
                <c:pt idx="180">
                  <c:v>40694</c:v>
                </c:pt>
                <c:pt idx="181">
                  <c:v>40663</c:v>
                </c:pt>
                <c:pt idx="182">
                  <c:v>40633</c:v>
                </c:pt>
                <c:pt idx="183">
                  <c:v>40602</c:v>
                </c:pt>
                <c:pt idx="184">
                  <c:v>40574</c:v>
                </c:pt>
                <c:pt idx="185">
                  <c:v>40543</c:v>
                </c:pt>
                <c:pt idx="186">
                  <c:v>40512</c:v>
                </c:pt>
                <c:pt idx="187">
                  <c:v>40482</c:v>
                </c:pt>
                <c:pt idx="188">
                  <c:v>40451</c:v>
                </c:pt>
                <c:pt idx="189">
                  <c:v>40421</c:v>
                </c:pt>
                <c:pt idx="190">
                  <c:v>40390</c:v>
                </c:pt>
                <c:pt idx="191">
                  <c:v>40359</c:v>
                </c:pt>
                <c:pt idx="192">
                  <c:v>40329</c:v>
                </c:pt>
                <c:pt idx="193">
                  <c:v>40298</c:v>
                </c:pt>
                <c:pt idx="194">
                  <c:v>40268</c:v>
                </c:pt>
                <c:pt idx="195">
                  <c:v>40237</c:v>
                </c:pt>
                <c:pt idx="196">
                  <c:v>40209</c:v>
                </c:pt>
                <c:pt idx="197">
                  <c:v>40178</c:v>
                </c:pt>
                <c:pt idx="198">
                  <c:v>40147</c:v>
                </c:pt>
                <c:pt idx="199">
                  <c:v>40117</c:v>
                </c:pt>
                <c:pt idx="200">
                  <c:v>40086</c:v>
                </c:pt>
                <c:pt idx="201">
                  <c:v>40056</c:v>
                </c:pt>
                <c:pt idx="202">
                  <c:v>40025</c:v>
                </c:pt>
                <c:pt idx="203">
                  <c:v>39994</c:v>
                </c:pt>
                <c:pt idx="204">
                  <c:v>39964</c:v>
                </c:pt>
                <c:pt idx="205">
                  <c:v>39933</c:v>
                </c:pt>
                <c:pt idx="206">
                  <c:v>39903</c:v>
                </c:pt>
                <c:pt idx="207">
                  <c:v>39872</c:v>
                </c:pt>
                <c:pt idx="208">
                  <c:v>39844</c:v>
                </c:pt>
                <c:pt idx="209">
                  <c:v>39813</c:v>
                </c:pt>
                <c:pt idx="210">
                  <c:v>39782</c:v>
                </c:pt>
                <c:pt idx="211">
                  <c:v>39752</c:v>
                </c:pt>
                <c:pt idx="212">
                  <c:v>39721</c:v>
                </c:pt>
                <c:pt idx="213">
                  <c:v>39691</c:v>
                </c:pt>
                <c:pt idx="214">
                  <c:v>39660</c:v>
                </c:pt>
                <c:pt idx="215">
                  <c:v>39629</c:v>
                </c:pt>
                <c:pt idx="216">
                  <c:v>39599</c:v>
                </c:pt>
                <c:pt idx="217">
                  <c:v>39568</c:v>
                </c:pt>
                <c:pt idx="218">
                  <c:v>39538</c:v>
                </c:pt>
                <c:pt idx="219">
                  <c:v>39507</c:v>
                </c:pt>
                <c:pt idx="220">
                  <c:v>39478</c:v>
                </c:pt>
                <c:pt idx="221">
                  <c:v>39447</c:v>
                </c:pt>
                <c:pt idx="222">
                  <c:v>39416</c:v>
                </c:pt>
                <c:pt idx="223">
                  <c:v>39386</c:v>
                </c:pt>
                <c:pt idx="224">
                  <c:v>39355</c:v>
                </c:pt>
                <c:pt idx="225">
                  <c:v>39325</c:v>
                </c:pt>
                <c:pt idx="226">
                  <c:v>39294</c:v>
                </c:pt>
                <c:pt idx="227">
                  <c:v>39263</c:v>
                </c:pt>
                <c:pt idx="228">
                  <c:v>39233</c:v>
                </c:pt>
                <c:pt idx="229">
                  <c:v>39202</c:v>
                </c:pt>
                <c:pt idx="230">
                  <c:v>39172</c:v>
                </c:pt>
                <c:pt idx="231">
                  <c:v>39141</c:v>
                </c:pt>
                <c:pt idx="232">
                  <c:v>39113</c:v>
                </c:pt>
                <c:pt idx="233">
                  <c:v>39082</c:v>
                </c:pt>
                <c:pt idx="234">
                  <c:v>39051</c:v>
                </c:pt>
                <c:pt idx="235">
                  <c:v>39021</c:v>
                </c:pt>
                <c:pt idx="236">
                  <c:v>38990</c:v>
                </c:pt>
                <c:pt idx="237">
                  <c:v>38960</c:v>
                </c:pt>
                <c:pt idx="238">
                  <c:v>38929</c:v>
                </c:pt>
                <c:pt idx="239">
                  <c:v>38898</c:v>
                </c:pt>
                <c:pt idx="240">
                  <c:v>38868</c:v>
                </c:pt>
                <c:pt idx="241">
                  <c:v>38837</c:v>
                </c:pt>
                <c:pt idx="242">
                  <c:v>38807</c:v>
                </c:pt>
                <c:pt idx="243">
                  <c:v>38776</c:v>
                </c:pt>
                <c:pt idx="244">
                  <c:v>38748</c:v>
                </c:pt>
                <c:pt idx="245">
                  <c:v>38717</c:v>
                </c:pt>
                <c:pt idx="246">
                  <c:v>38686</c:v>
                </c:pt>
                <c:pt idx="247">
                  <c:v>38656</c:v>
                </c:pt>
                <c:pt idx="248">
                  <c:v>38625</c:v>
                </c:pt>
                <c:pt idx="249">
                  <c:v>38595</c:v>
                </c:pt>
                <c:pt idx="250">
                  <c:v>38564</c:v>
                </c:pt>
                <c:pt idx="251">
                  <c:v>38533</c:v>
                </c:pt>
                <c:pt idx="252">
                  <c:v>38503</c:v>
                </c:pt>
                <c:pt idx="253">
                  <c:v>38472</c:v>
                </c:pt>
                <c:pt idx="254">
                  <c:v>38442</c:v>
                </c:pt>
                <c:pt idx="255">
                  <c:v>38411</c:v>
                </c:pt>
                <c:pt idx="256">
                  <c:v>38383</c:v>
                </c:pt>
                <c:pt idx="257">
                  <c:v>38352</c:v>
                </c:pt>
                <c:pt idx="258">
                  <c:v>38321</c:v>
                </c:pt>
                <c:pt idx="259">
                  <c:v>38291</c:v>
                </c:pt>
                <c:pt idx="260">
                  <c:v>38260</c:v>
                </c:pt>
                <c:pt idx="261">
                  <c:v>38230</c:v>
                </c:pt>
                <c:pt idx="262">
                  <c:v>38199</c:v>
                </c:pt>
                <c:pt idx="263">
                  <c:v>38168</c:v>
                </c:pt>
                <c:pt idx="264">
                  <c:v>38138</c:v>
                </c:pt>
                <c:pt idx="265">
                  <c:v>38107</c:v>
                </c:pt>
                <c:pt idx="266">
                  <c:v>38077</c:v>
                </c:pt>
                <c:pt idx="267">
                  <c:v>38046</c:v>
                </c:pt>
                <c:pt idx="268">
                  <c:v>38017</c:v>
                </c:pt>
                <c:pt idx="269">
                  <c:v>37986</c:v>
                </c:pt>
                <c:pt idx="270">
                  <c:v>37955</c:v>
                </c:pt>
                <c:pt idx="271">
                  <c:v>37925</c:v>
                </c:pt>
                <c:pt idx="272">
                  <c:v>37894</c:v>
                </c:pt>
                <c:pt idx="273">
                  <c:v>37864</c:v>
                </c:pt>
                <c:pt idx="274">
                  <c:v>37833</c:v>
                </c:pt>
                <c:pt idx="275">
                  <c:v>37802</c:v>
                </c:pt>
                <c:pt idx="276">
                  <c:v>37772</c:v>
                </c:pt>
                <c:pt idx="277">
                  <c:v>37741</c:v>
                </c:pt>
                <c:pt idx="278">
                  <c:v>37711</c:v>
                </c:pt>
                <c:pt idx="279">
                  <c:v>37680</c:v>
                </c:pt>
                <c:pt idx="280">
                  <c:v>37652</c:v>
                </c:pt>
                <c:pt idx="281">
                  <c:v>37621</c:v>
                </c:pt>
                <c:pt idx="282">
                  <c:v>37590</c:v>
                </c:pt>
                <c:pt idx="283">
                  <c:v>37560</c:v>
                </c:pt>
                <c:pt idx="284">
                  <c:v>37529</c:v>
                </c:pt>
                <c:pt idx="285">
                  <c:v>37499</c:v>
                </c:pt>
                <c:pt idx="286">
                  <c:v>37468</c:v>
                </c:pt>
                <c:pt idx="287">
                  <c:v>37437</c:v>
                </c:pt>
                <c:pt idx="288">
                  <c:v>37407</c:v>
                </c:pt>
                <c:pt idx="289">
                  <c:v>37376</c:v>
                </c:pt>
                <c:pt idx="290">
                  <c:v>37346</c:v>
                </c:pt>
                <c:pt idx="291">
                  <c:v>37315</c:v>
                </c:pt>
                <c:pt idx="292">
                  <c:v>37287</c:v>
                </c:pt>
                <c:pt idx="293">
                  <c:v>37256</c:v>
                </c:pt>
                <c:pt idx="294">
                  <c:v>37225</c:v>
                </c:pt>
                <c:pt idx="295">
                  <c:v>37195</c:v>
                </c:pt>
                <c:pt idx="296">
                  <c:v>37164</c:v>
                </c:pt>
              </c:numCache>
            </c:numRef>
          </c:cat>
          <c:val>
            <c:numRef>
              <c:f>'恒生指数-年度'!$AG$7:$AG$303</c:f>
              <c:numCache>
                <c:formatCode>0%</c:formatCode>
                <c:ptCount val="297"/>
                <c:pt idx="0">
                  <c:v>#N/A</c:v>
                </c:pt>
                <c:pt idx="1">
                  <c:v>#N/A</c:v>
                </c:pt>
                <c:pt idx="2">
                  <c:v>#N/A</c:v>
                </c:pt>
                <c:pt idx="3">
                  <c:v>#N/A</c:v>
                </c:pt>
                <c:pt idx="4">
                  <c:v>#N/A</c:v>
                </c:pt>
                <c:pt idx="5">
                  <c:v>0.30307227739376086</c:v>
                </c:pt>
                <c:pt idx="6">
                  <c:v>#N/A</c:v>
                </c:pt>
                <c:pt idx="7">
                  <c:v>#N/A</c:v>
                </c:pt>
                <c:pt idx="8">
                  <c:v>#N/A</c:v>
                </c:pt>
                <c:pt idx="9">
                  <c:v>#N/A</c:v>
                </c:pt>
                <c:pt idx="10">
                  <c:v>#N/A</c:v>
                </c:pt>
                <c:pt idx="11">
                  <c:v>#N/A</c:v>
                </c:pt>
                <c:pt idx="12">
                  <c:v>#N/A</c:v>
                </c:pt>
                <c:pt idx="13">
                  <c:v>#N/A</c:v>
                </c:pt>
                <c:pt idx="14">
                  <c:v>#N/A</c:v>
                </c:pt>
                <c:pt idx="15">
                  <c:v>#N/A</c:v>
                </c:pt>
                <c:pt idx="16">
                  <c:v>#N/A</c:v>
                </c:pt>
                <c:pt idx="17">
                  <c:v>4.4359284305801383E-2</c:v>
                </c:pt>
                <c:pt idx="18">
                  <c:v>#N/A</c:v>
                </c:pt>
                <c:pt idx="19">
                  <c:v>#N/A</c:v>
                </c:pt>
                <c:pt idx="20">
                  <c:v>#N/A</c:v>
                </c:pt>
                <c:pt idx="21">
                  <c:v>#N/A</c:v>
                </c:pt>
                <c:pt idx="22">
                  <c:v>#N/A</c:v>
                </c:pt>
                <c:pt idx="23">
                  <c:v>#N/A</c:v>
                </c:pt>
                <c:pt idx="24">
                  <c:v>#N/A</c:v>
                </c:pt>
                <c:pt idx="25">
                  <c:v>#N/A</c:v>
                </c:pt>
                <c:pt idx="26">
                  <c:v>#N/A</c:v>
                </c:pt>
                <c:pt idx="27">
                  <c:v>#N/A</c:v>
                </c:pt>
                <c:pt idx="28">
                  <c:v>#N/A</c:v>
                </c:pt>
                <c:pt idx="29">
                  <c:v>-0.18354597265111905</c:v>
                </c:pt>
                <c:pt idx="30">
                  <c:v>#N/A</c:v>
                </c:pt>
                <c:pt idx="31">
                  <c:v>#N/A</c:v>
                </c:pt>
                <c:pt idx="32">
                  <c:v>#N/A</c:v>
                </c:pt>
                <c:pt idx="33">
                  <c:v>#N/A</c:v>
                </c:pt>
                <c:pt idx="34">
                  <c:v>#N/A</c:v>
                </c:pt>
                <c:pt idx="35">
                  <c:v>#N/A</c:v>
                </c:pt>
                <c:pt idx="36">
                  <c:v>#N/A</c:v>
                </c:pt>
                <c:pt idx="37">
                  <c:v>#N/A</c:v>
                </c:pt>
                <c:pt idx="38">
                  <c:v>#N/A</c:v>
                </c:pt>
                <c:pt idx="39">
                  <c:v>#N/A</c:v>
                </c:pt>
                <c:pt idx="40">
                  <c:v>#N/A</c:v>
                </c:pt>
                <c:pt idx="41">
                  <c:v>-0.22326921471341332</c:v>
                </c:pt>
                <c:pt idx="42">
                  <c:v>#N/A</c:v>
                </c:pt>
                <c:pt idx="43">
                  <c:v>#N/A</c:v>
                </c:pt>
                <c:pt idx="44">
                  <c:v>#N/A</c:v>
                </c:pt>
                <c:pt idx="45">
                  <c:v>#N/A</c:v>
                </c:pt>
                <c:pt idx="46">
                  <c:v>#N/A</c:v>
                </c:pt>
                <c:pt idx="47">
                  <c:v>#N/A</c:v>
                </c:pt>
                <c:pt idx="48">
                  <c:v>#N/A</c:v>
                </c:pt>
                <c:pt idx="49">
                  <c:v>#N/A</c:v>
                </c:pt>
                <c:pt idx="50">
                  <c:v>#N/A</c:v>
                </c:pt>
                <c:pt idx="51">
                  <c:v>#N/A</c:v>
                </c:pt>
                <c:pt idx="52">
                  <c:v>#N/A</c:v>
                </c:pt>
                <c:pt idx="53">
                  <c:v>-0.31435909749567592</c:v>
                </c:pt>
                <c:pt idx="54">
                  <c:v>#N/A</c:v>
                </c:pt>
                <c:pt idx="55">
                  <c:v>#N/A</c:v>
                </c:pt>
                <c:pt idx="56">
                  <c:v>#N/A</c:v>
                </c:pt>
                <c:pt idx="57">
                  <c:v>#N/A</c:v>
                </c:pt>
                <c:pt idx="58">
                  <c:v>#N/A</c:v>
                </c:pt>
                <c:pt idx="59">
                  <c:v>#N/A</c:v>
                </c:pt>
                <c:pt idx="60">
                  <c:v>#N/A</c:v>
                </c:pt>
                <c:pt idx="61">
                  <c:v>#N/A</c:v>
                </c:pt>
                <c:pt idx="62">
                  <c:v>#N/A</c:v>
                </c:pt>
                <c:pt idx="63">
                  <c:v>#N/A</c:v>
                </c:pt>
                <c:pt idx="64">
                  <c:v>#N/A</c:v>
                </c:pt>
                <c:pt idx="65">
                  <c:v>6.6991202687432638E-2</c:v>
                </c:pt>
                <c:pt idx="66">
                  <c:v>#N/A</c:v>
                </c:pt>
                <c:pt idx="67">
                  <c:v>#N/A</c:v>
                </c:pt>
                <c:pt idx="68">
                  <c:v>#N/A</c:v>
                </c:pt>
                <c:pt idx="69">
                  <c:v>#N/A</c:v>
                </c:pt>
                <c:pt idx="70">
                  <c:v>#N/A</c:v>
                </c:pt>
                <c:pt idx="71">
                  <c:v>#N/A</c:v>
                </c:pt>
                <c:pt idx="72">
                  <c:v>#N/A</c:v>
                </c:pt>
                <c:pt idx="73">
                  <c:v>#N/A</c:v>
                </c:pt>
                <c:pt idx="74">
                  <c:v>#N/A</c:v>
                </c:pt>
                <c:pt idx="75">
                  <c:v>#N/A</c:v>
                </c:pt>
                <c:pt idx="76">
                  <c:v>#N/A</c:v>
                </c:pt>
                <c:pt idx="77">
                  <c:v>-2.5848500997999624E-2</c:v>
                </c:pt>
                <c:pt idx="78">
                  <c:v>#N/A</c:v>
                </c:pt>
                <c:pt idx="79">
                  <c:v>#N/A</c:v>
                </c:pt>
                <c:pt idx="80">
                  <c:v>#N/A</c:v>
                </c:pt>
                <c:pt idx="81">
                  <c:v>#N/A</c:v>
                </c:pt>
                <c:pt idx="82">
                  <c:v>#N/A</c:v>
                </c:pt>
                <c:pt idx="83">
                  <c:v>#N/A</c:v>
                </c:pt>
                <c:pt idx="84">
                  <c:v>#N/A</c:v>
                </c:pt>
                <c:pt idx="85">
                  <c:v>#N/A</c:v>
                </c:pt>
                <c:pt idx="86">
                  <c:v>#N/A</c:v>
                </c:pt>
                <c:pt idx="87">
                  <c:v>#N/A</c:v>
                </c:pt>
                <c:pt idx="88">
                  <c:v>#N/A</c:v>
                </c:pt>
                <c:pt idx="89">
                  <c:v>-0.21555861365320128</c:v>
                </c:pt>
                <c:pt idx="90">
                  <c:v>#N/A</c:v>
                </c:pt>
                <c:pt idx="91">
                  <c:v>#N/A</c:v>
                </c:pt>
                <c:pt idx="92">
                  <c:v>#N/A</c:v>
                </c:pt>
                <c:pt idx="93">
                  <c:v>#N/A</c:v>
                </c:pt>
                <c:pt idx="94">
                  <c:v>#N/A</c:v>
                </c:pt>
                <c:pt idx="95">
                  <c:v>#N/A</c:v>
                </c:pt>
                <c:pt idx="96">
                  <c:v>#N/A</c:v>
                </c:pt>
                <c:pt idx="97">
                  <c:v>#N/A</c:v>
                </c:pt>
                <c:pt idx="98">
                  <c:v>#N/A</c:v>
                </c:pt>
                <c:pt idx="99">
                  <c:v>#N/A</c:v>
                </c:pt>
                <c:pt idx="100">
                  <c:v>#N/A</c:v>
                </c:pt>
                <c:pt idx="101">
                  <c:v>0.17484314148057112</c:v>
                </c:pt>
                <c:pt idx="102">
                  <c:v>#N/A</c:v>
                </c:pt>
                <c:pt idx="103">
                  <c:v>#N/A</c:v>
                </c:pt>
                <c:pt idx="104">
                  <c:v>#N/A</c:v>
                </c:pt>
                <c:pt idx="105">
                  <c:v>#N/A</c:v>
                </c:pt>
                <c:pt idx="106">
                  <c:v>#N/A</c:v>
                </c:pt>
                <c:pt idx="107">
                  <c:v>#N/A</c:v>
                </c:pt>
                <c:pt idx="108">
                  <c:v>#N/A</c:v>
                </c:pt>
                <c:pt idx="109">
                  <c:v>#N/A</c:v>
                </c:pt>
                <c:pt idx="110">
                  <c:v>#N/A</c:v>
                </c:pt>
                <c:pt idx="111">
                  <c:v>#N/A</c:v>
                </c:pt>
                <c:pt idx="112">
                  <c:v>#N/A</c:v>
                </c:pt>
                <c:pt idx="113">
                  <c:v>7.8054739703986797E-2</c:v>
                </c:pt>
                <c:pt idx="114">
                  <c:v>#N/A</c:v>
                </c:pt>
                <c:pt idx="115">
                  <c:v>#N/A</c:v>
                </c:pt>
                <c:pt idx="116">
                  <c:v>#N/A</c:v>
                </c:pt>
                <c:pt idx="117">
                  <c:v>#N/A</c:v>
                </c:pt>
                <c:pt idx="118">
                  <c:v>#N/A</c:v>
                </c:pt>
                <c:pt idx="119">
                  <c:v>#N/A</c:v>
                </c:pt>
                <c:pt idx="120">
                  <c:v>#N/A</c:v>
                </c:pt>
                <c:pt idx="121">
                  <c:v>#N/A</c:v>
                </c:pt>
                <c:pt idx="122">
                  <c:v>#N/A</c:v>
                </c:pt>
                <c:pt idx="123">
                  <c:v>#N/A</c:v>
                </c:pt>
                <c:pt idx="124">
                  <c:v>#N/A</c:v>
                </c:pt>
                <c:pt idx="125">
                  <c:v>-2.0896889171661437E-2</c:v>
                </c:pt>
                <c:pt idx="126">
                  <c:v>#N/A</c:v>
                </c:pt>
                <c:pt idx="127">
                  <c:v>#N/A</c:v>
                </c:pt>
                <c:pt idx="128">
                  <c:v>#N/A</c:v>
                </c:pt>
                <c:pt idx="129">
                  <c:v>#N/A</c:v>
                </c:pt>
                <c:pt idx="130">
                  <c:v>#N/A</c:v>
                </c:pt>
                <c:pt idx="131">
                  <c:v>#N/A</c:v>
                </c:pt>
                <c:pt idx="132">
                  <c:v>#N/A</c:v>
                </c:pt>
                <c:pt idx="133">
                  <c:v>#N/A</c:v>
                </c:pt>
                <c:pt idx="134">
                  <c:v>#N/A</c:v>
                </c:pt>
                <c:pt idx="135">
                  <c:v>#N/A</c:v>
                </c:pt>
                <c:pt idx="136">
                  <c:v>#N/A</c:v>
                </c:pt>
                <c:pt idx="137">
                  <c:v>-5.8629869721619654E-2</c:v>
                </c:pt>
                <c:pt idx="138">
                  <c:v>#N/A</c:v>
                </c:pt>
                <c:pt idx="139">
                  <c:v>#N/A</c:v>
                </c:pt>
                <c:pt idx="140">
                  <c:v>#N/A</c:v>
                </c:pt>
                <c:pt idx="141">
                  <c:v>#N/A</c:v>
                </c:pt>
                <c:pt idx="142">
                  <c:v>#N/A</c:v>
                </c:pt>
                <c:pt idx="143">
                  <c:v>#N/A</c:v>
                </c:pt>
                <c:pt idx="144">
                  <c:v>#N/A</c:v>
                </c:pt>
                <c:pt idx="145">
                  <c:v>#N/A</c:v>
                </c:pt>
                <c:pt idx="146">
                  <c:v>#N/A</c:v>
                </c:pt>
                <c:pt idx="147">
                  <c:v>#N/A</c:v>
                </c:pt>
                <c:pt idx="148">
                  <c:v>#N/A</c:v>
                </c:pt>
                <c:pt idx="149">
                  <c:v>-5.4385556028491377E-2</c:v>
                </c:pt>
                <c:pt idx="150">
                  <c:v>#N/A</c:v>
                </c:pt>
                <c:pt idx="151">
                  <c:v>#N/A</c:v>
                </c:pt>
                <c:pt idx="152">
                  <c:v>#N/A</c:v>
                </c:pt>
                <c:pt idx="153">
                  <c:v>#N/A</c:v>
                </c:pt>
                <c:pt idx="154">
                  <c:v>#N/A</c:v>
                </c:pt>
                <c:pt idx="155">
                  <c:v>#N/A</c:v>
                </c:pt>
                <c:pt idx="156">
                  <c:v>#N/A</c:v>
                </c:pt>
                <c:pt idx="157">
                  <c:v>#N/A</c:v>
                </c:pt>
                <c:pt idx="158">
                  <c:v>#N/A</c:v>
                </c:pt>
                <c:pt idx="159">
                  <c:v>#N/A</c:v>
                </c:pt>
                <c:pt idx="160">
                  <c:v>#N/A</c:v>
                </c:pt>
                <c:pt idx="161">
                  <c:v>0.18205015101485023</c:v>
                </c:pt>
                <c:pt idx="162">
                  <c:v>#N/A</c:v>
                </c:pt>
                <c:pt idx="163">
                  <c:v>#N/A</c:v>
                </c:pt>
                <c:pt idx="164">
                  <c:v>#N/A</c:v>
                </c:pt>
                <c:pt idx="165">
                  <c:v>#N/A</c:v>
                </c:pt>
                <c:pt idx="166">
                  <c:v>#N/A</c:v>
                </c:pt>
                <c:pt idx="167">
                  <c:v>#N/A</c:v>
                </c:pt>
                <c:pt idx="168">
                  <c:v>#N/A</c:v>
                </c:pt>
                <c:pt idx="169">
                  <c:v>#N/A</c:v>
                </c:pt>
                <c:pt idx="170">
                  <c:v>#N/A</c:v>
                </c:pt>
                <c:pt idx="171">
                  <c:v>#N/A</c:v>
                </c:pt>
                <c:pt idx="172">
                  <c:v>#N/A</c:v>
                </c:pt>
                <c:pt idx="173">
                  <c:v>-0.28006109231648391</c:v>
                </c:pt>
                <c:pt idx="174">
                  <c:v>#N/A</c:v>
                </c:pt>
                <c:pt idx="175">
                  <c:v>#N/A</c:v>
                </c:pt>
                <c:pt idx="176">
                  <c:v>#N/A</c:v>
                </c:pt>
                <c:pt idx="177">
                  <c:v>#N/A</c:v>
                </c:pt>
                <c:pt idx="178">
                  <c:v>#N/A</c:v>
                </c:pt>
                <c:pt idx="179">
                  <c:v>#N/A</c:v>
                </c:pt>
                <c:pt idx="180">
                  <c:v>#N/A</c:v>
                </c:pt>
                <c:pt idx="181">
                  <c:v>#N/A</c:v>
                </c:pt>
                <c:pt idx="182">
                  <c:v>#N/A</c:v>
                </c:pt>
                <c:pt idx="183">
                  <c:v>#N/A</c:v>
                </c:pt>
                <c:pt idx="184">
                  <c:v>#N/A</c:v>
                </c:pt>
                <c:pt idx="185">
                  <c:v>-0.21630710264525621</c:v>
                </c:pt>
                <c:pt idx="186">
                  <c:v>#N/A</c:v>
                </c:pt>
                <c:pt idx="187">
                  <c:v>#N/A</c:v>
                </c:pt>
                <c:pt idx="188">
                  <c:v>#N/A</c:v>
                </c:pt>
                <c:pt idx="189">
                  <c:v>#N/A</c:v>
                </c:pt>
                <c:pt idx="190">
                  <c:v>#N/A</c:v>
                </c:pt>
                <c:pt idx="191">
                  <c:v>#N/A</c:v>
                </c:pt>
                <c:pt idx="192">
                  <c:v>#N/A</c:v>
                </c:pt>
                <c:pt idx="193">
                  <c:v>#N/A</c:v>
                </c:pt>
                <c:pt idx="194">
                  <c:v>#N/A</c:v>
                </c:pt>
                <c:pt idx="195">
                  <c:v>#N/A</c:v>
                </c:pt>
                <c:pt idx="196">
                  <c:v>#N/A</c:v>
                </c:pt>
                <c:pt idx="197">
                  <c:v>0.34309896239847371</c:v>
                </c:pt>
                <c:pt idx="198">
                  <c:v>#N/A</c:v>
                </c:pt>
                <c:pt idx="199">
                  <c:v>#N/A</c:v>
                </c:pt>
                <c:pt idx="200">
                  <c:v>#N/A</c:v>
                </c:pt>
                <c:pt idx="201">
                  <c:v>#N/A</c:v>
                </c:pt>
                <c:pt idx="202">
                  <c:v>#N/A</c:v>
                </c:pt>
                <c:pt idx="203">
                  <c:v>#N/A</c:v>
                </c:pt>
                <c:pt idx="204">
                  <c:v>#N/A</c:v>
                </c:pt>
                <c:pt idx="205">
                  <c:v>#N/A</c:v>
                </c:pt>
                <c:pt idx="206">
                  <c:v>#N/A</c:v>
                </c:pt>
                <c:pt idx="207">
                  <c:v>#N/A</c:v>
                </c:pt>
                <c:pt idx="208">
                  <c:v>#N/A</c:v>
                </c:pt>
                <c:pt idx="209">
                  <c:v>-0.38405147400708328</c:v>
                </c:pt>
                <c:pt idx="210">
                  <c:v>#N/A</c:v>
                </c:pt>
                <c:pt idx="211">
                  <c:v>#N/A</c:v>
                </c:pt>
                <c:pt idx="212">
                  <c:v>#N/A</c:v>
                </c:pt>
                <c:pt idx="213">
                  <c:v>#N/A</c:v>
                </c:pt>
                <c:pt idx="214">
                  <c:v>#N/A</c:v>
                </c:pt>
                <c:pt idx="215">
                  <c:v>#N/A</c:v>
                </c:pt>
                <c:pt idx="216">
                  <c:v>#N/A</c:v>
                </c:pt>
                <c:pt idx="217">
                  <c:v>#N/A</c:v>
                </c:pt>
                <c:pt idx="218">
                  <c:v>#N/A</c:v>
                </c:pt>
                <c:pt idx="219">
                  <c:v>#N/A</c:v>
                </c:pt>
                <c:pt idx="220">
                  <c:v>#N/A</c:v>
                </c:pt>
                <c:pt idx="221">
                  <c:v>8.9072872176175766E-2</c:v>
                </c:pt>
                <c:pt idx="222">
                  <c:v>#N/A</c:v>
                </c:pt>
                <c:pt idx="223">
                  <c:v>#N/A</c:v>
                </c:pt>
                <c:pt idx="224">
                  <c:v>#N/A</c:v>
                </c:pt>
                <c:pt idx="225">
                  <c:v>#N/A</c:v>
                </c:pt>
                <c:pt idx="226">
                  <c:v>#N/A</c:v>
                </c:pt>
                <c:pt idx="227">
                  <c:v>#N/A</c:v>
                </c:pt>
                <c:pt idx="228">
                  <c:v>#N/A</c:v>
                </c:pt>
                <c:pt idx="229">
                  <c:v>#N/A</c:v>
                </c:pt>
                <c:pt idx="230">
                  <c:v>#N/A</c:v>
                </c:pt>
                <c:pt idx="231">
                  <c:v>#N/A</c:v>
                </c:pt>
                <c:pt idx="232">
                  <c:v>#N/A</c:v>
                </c:pt>
                <c:pt idx="233">
                  <c:v>0.18079282224703186</c:v>
                </c:pt>
                <c:pt idx="234">
                  <c:v>#N/A</c:v>
                </c:pt>
                <c:pt idx="235">
                  <c:v>#N/A</c:v>
                </c:pt>
                <c:pt idx="236">
                  <c:v>#N/A</c:v>
                </c:pt>
                <c:pt idx="237">
                  <c:v>#N/A</c:v>
                </c:pt>
                <c:pt idx="238">
                  <c:v>#N/A</c:v>
                </c:pt>
                <c:pt idx="239">
                  <c:v>#N/A</c:v>
                </c:pt>
                <c:pt idx="240">
                  <c:v>#N/A</c:v>
                </c:pt>
                <c:pt idx="241">
                  <c:v>#N/A</c:v>
                </c:pt>
                <c:pt idx="242">
                  <c:v>#N/A</c:v>
                </c:pt>
                <c:pt idx="243">
                  <c:v>#N/A</c:v>
                </c:pt>
                <c:pt idx="244">
                  <c:v>#N/A</c:v>
                </c:pt>
                <c:pt idx="245">
                  <c:v>-0.16797756532290953</c:v>
                </c:pt>
                <c:pt idx="246">
                  <c:v>#N/A</c:v>
                </c:pt>
                <c:pt idx="247">
                  <c:v>#N/A</c:v>
                </c:pt>
                <c:pt idx="248">
                  <c:v>#N/A</c:v>
                </c:pt>
                <c:pt idx="249">
                  <c:v>#N/A</c:v>
                </c:pt>
                <c:pt idx="250">
                  <c:v>#N/A</c:v>
                </c:pt>
                <c:pt idx="251">
                  <c:v>#N/A</c:v>
                </c:pt>
                <c:pt idx="252">
                  <c:v>#N/A</c:v>
                </c:pt>
                <c:pt idx="253">
                  <c:v>#N/A</c:v>
                </c:pt>
                <c:pt idx="254">
                  <c:v>#N/A</c:v>
                </c:pt>
                <c:pt idx="255">
                  <c:v>#N/A</c:v>
                </c:pt>
                <c:pt idx="256">
                  <c:v>#N/A</c:v>
                </c:pt>
                <c:pt idx="257">
                  <c:v>-0.19807494991062147</c:v>
                </c:pt>
                <c:pt idx="258">
                  <c:v>#N/A</c:v>
                </c:pt>
                <c:pt idx="259">
                  <c:v>#N/A</c:v>
                </c:pt>
                <c:pt idx="260">
                  <c:v>#N/A</c:v>
                </c:pt>
                <c:pt idx="261">
                  <c:v>#N/A</c:v>
                </c:pt>
                <c:pt idx="262">
                  <c:v>#N/A</c:v>
                </c:pt>
                <c:pt idx="263">
                  <c:v>#N/A</c:v>
                </c:pt>
                <c:pt idx="264">
                  <c:v>#N/A</c:v>
                </c:pt>
                <c:pt idx="265">
                  <c:v>#N/A</c:v>
                </c:pt>
                <c:pt idx="266">
                  <c:v>#N/A</c:v>
                </c:pt>
                <c:pt idx="267">
                  <c:v>#N/A</c:v>
                </c:pt>
                <c:pt idx="268">
                  <c:v>#N/A</c:v>
                </c:pt>
                <c:pt idx="269">
                  <c:v>3.849957464052034E-2</c:v>
                </c:pt>
                <c:pt idx="270">
                  <c:v>#N/A</c:v>
                </c:pt>
                <c:pt idx="271">
                  <c:v>#N/A</c:v>
                </c:pt>
                <c:pt idx="272">
                  <c:v>#N/A</c:v>
                </c:pt>
                <c:pt idx="273">
                  <c:v>#N/A</c:v>
                </c:pt>
                <c:pt idx="274">
                  <c:v>#N/A</c:v>
                </c:pt>
                <c:pt idx="275">
                  <c:v>#N/A</c:v>
                </c:pt>
                <c:pt idx="276">
                  <c:v>#N/A</c:v>
                </c:pt>
                <c:pt idx="277">
                  <c:v>#N/A</c:v>
                </c:pt>
                <c:pt idx="278">
                  <c:v>#N/A</c:v>
                </c:pt>
                <c:pt idx="279">
                  <c:v>#N/A</c:v>
                </c:pt>
                <c:pt idx="280">
                  <c:v>#N/A</c:v>
                </c:pt>
                <c:pt idx="281">
                  <c:v>-0.24150071166864462</c:v>
                </c:pt>
                <c:pt idx="282">
                  <c:v>#N/A</c:v>
                </c:pt>
                <c:pt idx="283">
                  <c:v>#N/A</c:v>
                </c:pt>
                <c:pt idx="284">
                  <c:v>#N/A</c:v>
                </c:pt>
                <c:pt idx="285">
                  <c:v>#N/A</c:v>
                </c:pt>
                <c:pt idx="286">
                  <c:v>#N/A</c:v>
                </c:pt>
                <c:pt idx="287">
                  <c:v>#N/A</c:v>
                </c:pt>
                <c:pt idx="288">
                  <c:v>#N/A</c:v>
                </c:pt>
                <c:pt idx="289">
                  <c:v>#N/A</c:v>
                </c:pt>
                <c:pt idx="290">
                  <c:v>#N/A</c:v>
                </c:pt>
                <c:pt idx="291">
                  <c:v>#N/A</c:v>
                </c:pt>
                <c:pt idx="292">
                  <c:v>#N/A</c:v>
                </c:pt>
                <c:pt idx="293">
                  <c:v>-0.15765566865868386</c:v>
                </c:pt>
                <c:pt idx="294">
                  <c:v>#N/A</c:v>
                </c:pt>
                <c:pt idx="295">
                  <c:v>#N/A</c:v>
                </c:pt>
                <c:pt idx="296">
                  <c:v>#N/A</c:v>
                </c:pt>
              </c:numCache>
            </c:numRef>
          </c:val>
          <c:extLst>
            <c:ext xmlns:c16="http://schemas.microsoft.com/office/drawing/2014/chart" uri="{C3380CC4-5D6E-409C-BE32-E72D297353CC}">
              <c16:uniqueId val="{00000000-8DBF-DD45-9012-E58403FB1DAD}"/>
            </c:ext>
          </c:extLst>
        </c:ser>
        <c:dLbls>
          <c:showLegendKey val="0"/>
          <c:showVal val="0"/>
          <c:showCatName val="0"/>
          <c:showSerName val="0"/>
          <c:showPercent val="0"/>
          <c:showBubbleSize val="0"/>
        </c:dLbls>
        <c:gapWidth val="90"/>
        <c:overlap val="100"/>
        <c:axId val="2000001664"/>
        <c:axId val="2000001665"/>
      </c:barChart>
      <c:lineChart>
        <c:grouping val="standard"/>
        <c:varyColors val="0"/>
        <c:ser>
          <c:idx val="0"/>
          <c:order val="0"/>
          <c:tx>
            <c:strRef>
              <c:f>'恒生指数-年度'!$AV$17</c:f>
              <c:strCache>
                <c:ptCount val="1"/>
                <c:pt idx="0">
                  <c:v>恒生指数估值变动（左轴，%）</c:v>
                </c:pt>
              </c:strCache>
            </c:strRef>
          </c:tx>
          <c:spPr>
            <a:ln>
              <a:solidFill>
                <a:srgbClr val="7C80C8"/>
              </a:solidFill>
              <a:prstDash val="solid"/>
            </a:ln>
          </c:spPr>
          <c:marker>
            <c:symbol val="none"/>
          </c:marker>
          <c:cat>
            <c:numRef>
              <c:f>'恒生指数-年度'!$AE$7:$AE$303</c:f>
              <c:numCache>
                <c:formatCode>yyyy\-mm</c:formatCode>
                <c:ptCount val="297"/>
                <c:pt idx="0">
                  <c:v>46173</c:v>
                </c:pt>
                <c:pt idx="1">
                  <c:v>46142</c:v>
                </c:pt>
                <c:pt idx="2">
                  <c:v>46112</c:v>
                </c:pt>
                <c:pt idx="3">
                  <c:v>46081</c:v>
                </c:pt>
                <c:pt idx="4">
                  <c:v>46053</c:v>
                </c:pt>
                <c:pt idx="5">
                  <c:v>46022</c:v>
                </c:pt>
                <c:pt idx="6">
                  <c:v>45991</c:v>
                </c:pt>
                <c:pt idx="7">
                  <c:v>45961</c:v>
                </c:pt>
                <c:pt idx="8">
                  <c:v>45930</c:v>
                </c:pt>
                <c:pt idx="9">
                  <c:v>45900</c:v>
                </c:pt>
                <c:pt idx="10">
                  <c:v>45869</c:v>
                </c:pt>
                <c:pt idx="11">
                  <c:v>45838</c:v>
                </c:pt>
                <c:pt idx="12">
                  <c:v>45808</c:v>
                </c:pt>
                <c:pt idx="13">
                  <c:v>45777</c:v>
                </c:pt>
                <c:pt idx="14">
                  <c:v>45747</c:v>
                </c:pt>
                <c:pt idx="15">
                  <c:v>45716</c:v>
                </c:pt>
                <c:pt idx="16">
                  <c:v>45688</c:v>
                </c:pt>
                <c:pt idx="17">
                  <c:v>45657</c:v>
                </c:pt>
                <c:pt idx="18">
                  <c:v>45626</c:v>
                </c:pt>
                <c:pt idx="19">
                  <c:v>45596</c:v>
                </c:pt>
                <c:pt idx="20">
                  <c:v>45565</c:v>
                </c:pt>
                <c:pt idx="21">
                  <c:v>45535</c:v>
                </c:pt>
                <c:pt idx="22">
                  <c:v>45504</c:v>
                </c:pt>
                <c:pt idx="23">
                  <c:v>45473</c:v>
                </c:pt>
                <c:pt idx="24">
                  <c:v>45443</c:v>
                </c:pt>
                <c:pt idx="25">
                  <c:v>45412</c:v>
                </c:pt>
                <c:pt idx="26">
                  <c:v>45382</c:v>
                </c:pt>
                <c:pt idx="27">
                  <c:v>45351</c:v>
                </c:pt>
                <c:pt idx="28">
                  <c:v>45322</c:v>
                </c:pt>
                <c:pt idx="29">
                  <c:v>45291</c:v>
                </c:pt>
                <c:pt idx="30">
                  <c:v>45260</c:v>
                </c:pt>
                <c:pt idx="31">
                  <c:v>45230</c:v>
                </c:pt>
                <c:pt idx="32">
                  <c:v>45199</c:v>
                </c:pt>
                <c:pt idx="33">
                  <c:v>45169</c:v>
                </c:pt>
                <c:pt idx="34">
                  <c:v>45138</c:v>
                </c:pt>
                <c:pt idx="35">
                  <c:v>45107</c:v>
                </c:pt>
                <c:pt idx="36">
                  <c:v>45077</c:v>
                </c:pt>
                <c:pt idx="37">
                  <c:v>45046</c:v>
                </c:pt>
                <c:pt idx="38">
                  <c:v>45016</c:v>
                </c:pt>
                <c:pt idx="39">
                  <c:v>44985</c:v>
                </c:pt>
                <c:pt idx="40">
                  <c:v>44957</c:v>
                </c:pt>
                <c:pt idx="41">
                  <c:v>44926</c:v>
                </c:pt>
                <c:pt idx="42">
                  <c:v>44895</c:v>
                </c:pt>
                <c:pt idx="43">
                  <c:v>44865</c:v>
                </c:pt>
                <c:pt idx="44">
                  <c:v>44834</c:v>
                </c:pt>
                <c:pt idx="45">
                  <c:v>44804</c:v>
                </c:pt>
                <c:pt idx="46">
                  <c:v>44773</c:v>
                </c:pt>
                <c:pt idx="47">
                  <c:v>44742</c:v>
                </c:pt>
                <c:pt idx="48">
                  <c:v>44712</c:v>
                </c:pt>
                <c:pt idx="49">
                  <c:v>44681</c:v>
                </c:pt>
                <c:pt idx="50">
                  <c:v>44651</c:v>
                </c:pt>
                <c:pt idx="51">
                  <c:v>44620</c:v>
                </c:pt>
                <c:pt idx="52">
                  <c:v>44592</c:v>
                </c:pt>
                <c:pt idx="53">
                  <c:v>44561</c:v>
                </c:pt>
                <c:pt idx="54">
                  <c:v>44530</c:v>
                </c:pt>
                <c:pt idx="55">
                  <c:v>44500</c:v>
                </c:pt>
                <c:pt idx="56">
                  <c:v>44469</c:v>
                </c:pt>
                <c:pt idx="57">
                  <c:v>44439</c:v>
                </c:pt>
                <c:pt idx="58">
                  <c:v>44408</c:v>
                </c:pt>
                <c:pt idx="59">
                  <c:v>44377</c:v>
                </c:pt>
                <c:pt idx="60">
                  <c:v>44347</c:v>
                </c:pt>
                <c:pt idx="61">
                  <c:v>44316</c:v>
                </c:pt>
                <c:pt idx="62">
                  <c:v>44286</c:v>
                </c:pt>
                <c:pt idx="63">
                  <c:v>44255</c:v>
                </c:pt>
                <c:pt idx="64">
                  <c:v>44227</c:v>
                </c:pt>
                <c:pt idx="65">
                  <c:v>44196</c:v>
                </c:pt>
                <c:pt idx="66">
                  <c:v>44165</c:v>
                </c:pt>
                <c:pt idx="67">
                  <c:v>44135</c:v>
                </c:pt>
                <c:pt idx="68">
                  <c:v>44104</c:v>
                </c:pt>
                <c:pt idx="69">
                  <c:v>44074</c:v>
                </c:pt>
                <c:pt idx="70">
                  <c:v>44043</c:v>
                </c:pt>
                <c:pt idx="71">
                  <c:v>44012</c:v>
                </c:pt>
                <c:pt idx="72">
                  <c:v>43982</c:v>
                </c:pt>
                <c:pt idx="73">
                  <c:v>43951</c:v>
                </c:pt>
                <c:pt idx="74">
                  <c:v>43921</c:v>
                </c:pt>
                <c:pt idx="75">
                  <c:v>43890</c:v>
                </c:pt>
                <c:pt idx="76">
                  <c:v>43861</c:v>
                </c:pt>
                <c:pt idx="77">
                  <c:v>43830</c:v>
                </c:pt>
                <c:pt idx="78">
                  <c:v>43799</c:v>
                </c:pt>
                <c:pt idx="79">
                  <c:v>43769</c:v>
                </c:pt>
                <c:pt idx="80">
                  <c:v>43738</c:v>
                </c:pt>
                <c:pt idx="81">
                  <c:v>43708</c:v>
                </c:pt>
                <c:pt idx="82">
                  <c:v>43677</c:v>
                </c:pt>
                <c:pt idx="83">
                  <c:v>43646</c:v>
                </c:pt>
                <c:pt idx="84">
                  <c:v>43616</c:v>
                </c:pt>
                <c:pt idx="85">
                  <c:v>43585</c:v>
                </c:pt>
                <c:pt idx="86">
                  <c:v>43555</c:v>
                </c:pt>
                <c:pt idx="87">
                  <c:v>43524</c:v>
                </c:pt>
                <c:pt idx="88">
                  <c:v>43496</c:v>
                </c:pt>
                <c:pt idx="89">
                  <c:v>43465</c:v>
                </c:pt>
                <c:pt idx="90">
                  <c:v>43434</c:v>
                </c:pt>
                <c:pt idx="91">
                  <c:v>43404</c:v>
                </c:pt>
                <c:pt idx="92">
                  <c:v>43373</c:v>
                </c:pt>
                <c:pt idx="93">
                  <c:v>43343</c:v>
                </c:pt>
                <c:pt idx="94">
                  <c:v>43312</c:v>
                </c:pt>
                <c:pt idx="95">
                  <c:v>43281</c:v>
                </c:pt>
                <c:pt idx="96">
                  <c:v>43251</c:v>
                </c:pt>
                <c:pt idx="97">
                  <c:v>43220</c:v>
                </c:pt>
                <c:pt idx="98">
                  <c:v>43190</c:v>
                </c:pt>
                <c:pt idx="99">
                  <c:v>43159</c:v>
                </c:pt>
                <c:pt idx="100">
                  <c:v>43131</c:v>
                </c:pt>
                <c:pt idx="101">
                  <c:v>43100</c:v>
                </c:pt>
                <c:pt idx="102">
                  <c:v>43069</c:v>
                </c:pt>
                <c:pt idx="103">
                  <c:v>43039</c:v>
                </c:pt>
                <c:pt idx="104">
                  <c:v>43008</c:v>
                </c:pt>
                <c:pt idx="105">
                  <c:v>42978</c:v>
                </c:pt>
                <c:pt idx="106">
                  <c:v>42947</c:v>
                </c:pt>
                <c:pt idx="107">
                  <c:v>42916</c:v>
                </c:pt>
                <c:pt idx="108">
                  <c:v>42886</c:v>
                </c:pt>
                <c:pt idx="109">
                  <c:v>42855</c:v>
                </c:pt>
                <c:pt idx="110">
                  <c:v>42825</c:v>
                </c:pt>
                <c:pt idx="111">
                  <c:v>42794</c:v>
                </c:pt>
                <c:pt idx="112">
                  <c:v>42766</c:v>
                </c:pt>
                <c:pt idx="113">
                  <c:v>42735</c:v>
                </c:pt>
                <c:pt idx="114">
                  <c:v>42704</c:v>
                </c:pt>
                <c:pt idx="115">
                  <c:v>42674</c:v>
                </c:pt>
                <c:pt idx="116">
                  <c:v>42643</c:v>
                </c:pt>
                <c:pt idx="117">
                  <c:v>42613</c:v>
                </c:pt>
                <c:pt idx="118">
                  <c:v>42582</c:v>
                </c:pt>
                <c:pt idx="119">
                  <c:v>42551</c:v>
                </c:pt>
                <c:pt idx="120">
                  <c:v>42521</c:v>
                </c:pt>
                <c:pt idx="121">
                  <c:v>42490</c:v>
                </c:pt>
                <c:pt idx="122">
                  <c:v>42460</c:v>
                </c:pt>
                <c:pt idx="123">
                  <c:v>42429</c:v>
                </c:pt>
                <c:pt idx="124">
                  <c:v>42400</c:v>
                </c:pt>
                <c:pt idx="125">
                  <c:v>42369</c:v>
                </c:pt>
                <c:pt idx="126">
                  <c:v>42338</c:v>
                </c:pt>
                <c:pt idx="127">
                  <c:v>42308</c:v>
                </c:pt>
                <c:pt idx="128">
                  <c:v>42277</c:v>
                </c:pt>
                <c:pt idx="129">
                  <c:v>42247</c:v>
                </c:pt>
                <c:pt idx="130">
                  <c:v>42216</c:v>
                </c:pt>
                <c:pt idx="131">
                  <c:v>42185</c:v>
                </c:pt>
                <c:pt idx="132">
                  <c:v>42155</c:v>
                </c:pt>
                <c:pt idx="133">
                  <c:v>42124</c:v>
                </c:pt>
                <c:pt idx="134">
                  <c:v>42094</c:v>
                </c:pt>
                <c:pt idx="135">
                  <c:v>42063</c:v>
                </c:pt>
                <c:pt idx="136">
                  <c:v>42035</c:v>
                </c:pt>
                <c:pt idx="137">
                  <c:v>42004</c:v>
                </c:pt>
                <c:pt idx="138">
                  <c:v>41973</c:v>
                </c:pt>
                <c:pt idx="139">
                  <c:v>41943</c:v>
                </c:pt>
                <c:pt idx="140">
                  <c:v>41912</c:v>
                </c:pt>
                <c:pt idx="141">
                  <c:v>41882</c:v>
                </c:pt>
                <c:pt idx="142">
                  <c:v>41851</c:v>
                </c:pt>
                <c:pt idx="143">
                  <c:v>41820</c:v>
                </c:pt>
                <c:pt idx="144">
                  <c:v>41790</c:v>
                </c:pt>
                <c:pt idx="145">
                  <c:v>41759</c:v>
                </c:pt>
                <c:pt idx="146">
                  <c:v>41729</c:v>
                </c:pt>
                <c:pt idx="147">
                  <c:v>41698</c:v>
                </c:pt>
                <c:pt idx="148">
                  <c:v>41670</c:v>
                </c:pt>
                <c:pt idx="149">
                  <c:v>41639</c:v>
                </c:pt>
                <c:pt idx="150">
                  <c:v>41608</c:v>
                </c:pt>
                <c:pt idx="151">
                  <c:v>41578</c:v>
                </c:pt>
                <c:pt idx="152">
                  <c:v>41547</c:v>
                </c:pt>
                <c:pt idx="153">
                  <c:v>41517</c:v>
                </c:pt>
                <c:pt idx="154">
                  <c:v>41486</c:v>
                </c:pt>
                <c:pt idx="155">
                  <c:v>41455</c:v>
                </c:pt>
                <c:pt idx="156">
                  <c:v>41425</c:v>
                </c:pt>
                <c:pt idx="157">
                  <c:v>41394</c:v>
                </c:pt>
                <c:pt idx="158">
                  <c:v>41364</c:v>
                </c:pt>
                <c:pt idx="159">
                  <c:v>41333</c:v>
                </c:pt>
                <c:pt idx="160">
                  <c:v>41305</c:v>
                </c:pt>
                <c:pt idx="161">
                  <c:v>41274</c:v>
                </c:pt>
                <c:pt idx="162">
                  <c:v>41243</c:v>
                </c:pt>
                <c:pt idx="163">
                  <c:v>41213</c:v>
                </c:pt>
                <c:pt idx="164">
                  <c:v>41182</c:v>
                </c:pt>
                <c:pt idx="165">
                  <c:v>41152</c:v>
                </c:pt>
                <c:pt idx="166">
                  <c:v>41121</c:v>
                </c:pt>
                <c:pt idx="167">
                  <c:v>41090</c:v>
                </c:pt>
                <c:pt idx="168">
                  <c:v>41060</c:v>
                </c:pt>
                <c:pt idx="169">
                  <c:v>41029</c:v>
                </c:pt>
                <c:pt idx="170">
                  <c:v>40999</c:v>
                </c:pt>
                <c:pt idx="171">
                  <c:v>40968</c:v>
                </c:pt>
                <c:pt idx="172">
                  <c:v>40939</c:v>
                </c:pt>
                <c:pt idx="173">
                  <c:v>40908</c:v>
                </c:pt>
                <c:pt idx="174">
                  <c:v>40877</c:v>
                </c:pt>
                <c:pt idx="175">
                  <c:v>40847</c:v>
                </c:pt>
                <c:pt idx="176">
                  <c:v>40816</c:v>
                </c:pt>
                <c:pt idx="177">
                  <c:v>40786</c:v>
                </c:pt>
                <c:pt idx="178">
                  <c:v>40755</c:v>
                </c:pt>
                <c:pt idx="179">
                  <c:v>40724</c:v>
                </c:pt>
                <c:pt idx="180">
                  <c:v>40694</c:v>
                </c:pt>
                <c:pt idx="181">
                  <c:v>40663</c:v>
                </c:pt>
                <c:pt idx="182">
                  <c:v>40633</c:v>
                </c:pt>
                <c:pt idx="183">
                  <c:v>40602</c:v>
                </c:pt>
                <c:pt idx="184">
                  <c:v>40574</c:v>
                </c:pt>
                <c:pt idx="185">
                  <c:v>40543</c:v>
                </c:pt>
                <c:pt idx="186">
                  <c:v>40512</c:v>
                </c:pt>
                <c:pt idx="187">
                  <c:v>40482</c:v>
                </c:pt>
                <c:pt idx="188">
                  <c:v>40451</c:v>
                </c:pt>
                <c:pt idx="189">
                  <c:v>40421</c:v>
                </c:pt>
                <c:pt idx="190">
                  <c:v>40390</c:v>
                </c:pt>
                <c:pt idx="191">
                  <c:v>40359</c:v>
                </c:pt>
                <c:pt idx="192">
                  <c:v>40329</c:v>
                </c:pt>
                <c:pt idx="193">
                  <c:v>40298</c:v>
                </c:pt>
                <c:pt idx="194">
                  <c:v>40268</c:v>
                </c:pt>
                <c:pt idx="195">
                  <c:v>40237</c:v>
                </c:pt>
                <c:pt idx="196">
                  <c:v>40209</c:v>
                </c:pt>
                <c:pt idx="197">
                  <c:v>40178</c:v>
                </c:pt>
                <c:pt idx="198">
                  <c:v>40147</c:v>
                </c:pt>
                <c:pt idx="199">
                  <c:v>40117</c:v>
                </c:pt>
                <c:pt idx="200">
                  <c:v>40086</c:v>
                </c:pt>
                <c:pt idx="201">
                  <c:v>40056</c:v>
                </c:pt>
                <c:pt idx="202">
                  <c:v>40025</c:v>
                </c:pt>
                <c:pt idx="203">
                  <c:v>39994</c:v>
                </c:pt>
                <c:pt idx="204">
                  <c:v>39964</c:v>
                </c:pt>
                <c:pt idx="205">
                  <c:v>39933</c:v>
                </c:pt>
                <c:pt idx="206">
                  <c:v>39903</c:v>
                </c:pt>
                <c:pt idx="207">
                  <c:v>39872</c:v>
                </c:pt>
                <c:pt idx="208">
                  <c:v>39844</c:v>
                </c:pt>
                <c:pt idx="209">
                  <c:v>39813</c:v>
                </c:pt>
                <c:pt idx="210">
                  <c:v>39782</c:v>
                </c:pt>
                <c:pt idx="211">
                  <c:v>39752</c:v>
                </c:pt>
                <c:pt idx="212">
                  <c:v>39721</c:v>
                </c:pt>
                <c:pt idx="213">
                  <c:v>39691</c:v>
                </c:pt>
                <c:pt idx="214">
                  <c:v>39660</c:v>
                </c:pt>
                <c:pt idx="215">
                  <c:v>39629</c:v>
                </c:pt>
                <c:pt idx="216">
                  <c:v>39599</c:v>
                </c:pt>
                <c:pt idx="217">
                  <c:v>39568</c:v>
                </c:pt>
                <c:pt idx="218">
                  <c:v>39538</c:v>
                </c:pt>
                <c:pt idx="219">
                  <c:v>39507</c:v>
                </c:pt>
                <c:pt idx="220">
                  <c:v>39478</c:v>
                </c:pt>
                <c:pt idx="221">
                  <c:v>39447</c:v>
                </c:pt>
                <c:pt idx="222">
                  <c:v>39416</c:v>
                </c:pt>
                <c:pt idx="223">
                  <c:v>39386</c:v>
                </c:pt>
                <c:pt idx="224">
                  <c:v>39355</c:v>
                </c:pt>
                <c:pt idx="225">
                  <c:v>39325</c:v>
                </c:pt>
                <c:pt idx="226">
                  <c:v>39294</c:v>
                </c:pt>
                <c:pt idx="227">
                  <c:v>39263</c:v>
                </c:pt>
                <c:pt idx="228">
                  <c:v>39233</c:v>
                </c:pt>
                <c:pt idx="229">
                  <c:v>39202</c:v>
                </c:pt>
                <c:pt idx="230">
                  <c:v>39172</c:v>
                </c:pt>
                <c:pt idx="231">
                  <c:v>39141</c:v>
                </c:pt>
                <c:pt idx="232">
                  <c:v>39113</c:v>
                </c:pt>
                <c:pt idx="233">
                  <c:v>39082</c:v>
                </c:pt>
                <c:pt idx="234">
                  <c:v>39051</c:v>
                </c:pt>
                <c:pt idx="235">
                  <c:v>39021</c:v>
                </c:pt>
                <c:pt idx="236">
                  <c:v>38990</c:v>
                </c:pt>
                <c:pt idx="237">
                  <c:v>38960</c:v>
                </c:pt>
                <c:pt idx="238">
                  <c:v>38929</c:v>
                </c:pt>
                <c:pt idx="239">
                  <c:v>38898</c:v>
                </c:pt>
                <c:pt idx="240">
                  <c:v>38868</c:v>
                </c:pt>
                <c:pt idx="241">
                  <c:v>38837</c:v>
                </c:pt>
                <c:pt idx="242">
                  <c:v>38807</c:v>
                </c:pt>
                <c:pt idx="243">
                  <c:v>38776</c:v>
                </c:pt>
                <c:pt idx="244">
                  <c:v>38748</c:v>
                </c:pt>
                <c:pt idx="245">
                  <c:v>38717</c:v>
                </c:pt>
                <c:pt idx="246">
                  <c:v>38686</c:v>
                </c:pt>
                <c:pt idx="247">
                  <c:v>38656</c:v>
                </c:pt>
                <c:pt idx="248">
                  <c:v>38625</c:v>
                </c:pt>
                <c:pt idx="249">
                  <c:v>38595</c:v>
                </c:pt>
                <c:pt idx="250">
                  <c:v>38564</c:v>
                </c:pt>
                <c:pt idx="251">
                  <c:v>38533</c:v>
                </c:pt>
                <c:pt idx="252">
                  <c:v>38503</c:v>
                </c:pt>
                <c:pt idx="253">
                  <c:v>38472</c:v>
                </c:pt>
                <c:pt idx="254">
                  <c:v>38442</c:v>
                </c:pt>
                <c:pt idx="255">
                  <c:v>38411</c:v>
                </c:pt>
                <c:pt idx="256">
                  <c:v>38383</c:v>
                </c:pt>
                <c:pt idx="257">
                  <c:v>38352</c:v>
                </c:pt>
                <c:pt idx="258">
                  <c:v>38321</c:v>
                </c:pt>
                <c:pt idx="259">
                  <c:v>38291</c:v>
                </c:pt>
                <c:pt idx="260">
                  <c:v>38260</c:v>
                </c:pt>
                <c:pt idx="261">
                  <c:v>38230</c:v>
                </c:pt>
                <c:pt idx="262">
                  <c:v>38199</c:v>
                </c:pt>
                <c:pt idx="263">
                  <c:v>38168</c:v>
                </c:pt>
                <c:pt idx="264">
                  <c:v>38138</c:v>
                </c:pt>
                <c:pt idx="265">
                  <c:v>38107</c:v>
                </c:pt>
                <c:pt idx="266">
                  <c:v>38077</c:v>
                </c:pt>
                <c:pt idx="267">
                  <c:v>38046</c:v>
                </c:pt>
                <c:pt idx="268">
                  <c:v>38017</c:v>
                </c:pt>
                <c:pt idx="269">
                  <c:v>37986</c:v>
                </c:pt>
                <c:pt idx="270">
                  <c:v>37955</c:v>
                </c:pt>
                <c:pt idx="271">
                  <c:v>37925</c:v>
                </c:pt>
                <c:pt idx="272">
                  <c:v>37894</c:v>
                </c:pt>
                <c:pt idx="273">
                  <c:v>37864</c:v>
                </c:pt>
                <c:pt idx="274">
                  <c:v>37833</c:v>
                </c:pt>
                <c:pt idx="275">
                  <c:v>37802</c:v>
                </c:pt>
                <c:pt idx="276">
                  <c:v>37772</c:v>
                </c:pt>
                <c:pt idx="277">
                  <c:v>37741</c:v>
                </c:pt>
                <c:pt idx="278">
                  <c:v>37711</c:v>
                </c:pt>
                <c:pt idx="279">
                  <c:v>37680</c:v>
                </c:pt>
                <c:pt idx="280">
                  <c:v>37652</c:v>
                </c:pt>
                <c:pt idx="281">
                  <c:v>37621</c:v>
                </c:pt>
                <c:pt idx="282">
                  <c:v>37590</c:v>
                </c:pt>
                <c:pt idx="283">
                  <c:v>37560</c:v>
                </c:pt>
                <c:pt idx="284">
                  <c:v>37529</c:v>
                </c:pt>
                <c:pt idx="285">
                  <c:v>37499</c:v>
                </c:pt>
                <c:pt idx="286">
                  <c:v>37468</c:v>
                </c:pt>
                <c:pt idx="287">
                  <c:v>37437</c:v>
                </c:pt>
                <c:pt idx="288">
                  <c:v>37407</c:v>
                </c:pt>
                <c:pt idx="289">
                  <c:v>37376</c:v>
                </c:pt>
                <c:pt idx="290">
                  <c:v>37346</c:v>
                </c:pt>
                <c:pt idx="291">
                  <c:v>37315</c:v>
                </c:pt>
                <c:pt idx="292">
                  <c:v>37287</c:v>
                </c:pt>
                <c:pt idx="293">
                  <c:v>37256</c:v>
                </c:pt>
                <c:pt idx="294">
                  <c:v>37225</c:v>
                </c:pt>
                <c:pt idx="295">
                  <c:v>37195</c:v>
                </c:pt>
                <c:pt idx="296">
                  <c:v>37164</c:v>
                </c:pt>
              </c:numCache>
            </c:numRef>
          </c:cat>
          <c:val>
            <c:numRef>
              <c:f>'恒生指数-年度'!$AF$7:$AF$303</c:f>
              <c:numCache>
                <c:formatCode>#,##0.00_ </c:formatCode>
                <c:ptCount val="297"/>
                <c:pt idx="0">
                  <c:v>4.45</c:v>
                </c:pt>
                <c:pt idx="1">
                  <c:v>4.4000000000000004</c:v>
                </c:pt>
                <c:pt idx="2">
                  <c:v>4.3</c:v>
                </c:pt>
                <c:pt idx="3">
                  <c:v>3.97</c:v>
                </c:pt>
                <c:pt idx="4">
                  <c:v>4.26</c:v>
                </c:pt>
                <c:pt idx="5">
                  <c:v>4.18</c:v>
                </c:pt>
                <c:pt idx="6">
                  <c:v>4.0199999999999996</c:v>
                </c:pt>
                <c:pt idx="7">
                  <c:v>4.1100000000000003</c:v>
                </c:pt>
                <c:pt idx="8">
                  <c:v>4.16</c:v>
                </c:pt>
                <c:pt idx="9">
                  <c:v>4.2300000000000004</c:v>
                </c:pt>
                <c:pt idx="10">
                  <c:v>4.37</c:v>
                </c:pt>
                <c:pt idx="11">
                  <c:v>4.24</c:v>
                </c:pt>
                <c:pt idx="12">
                  <c:v>4.41</c:v>
                </c:pt>
                <c:pt idx="13">
                  <c:v>4.17</c:v>
                </c:pt>
                <c:pt idx="14">
                  <c:v>4.2300000000000004</c:v>
                </c:pt>
                <c:pt idx="15">
                  <c:v>4.24</c:v>
                </c:pt>
                <c:pt idx="16">
                  <c:v>4.58</c:v>
                </c:pt>
                <c:pt idx="17">
                  <c:v>4.58</c:v>
                </c:pt>
                <c:pt idx="18">
                  <c:v>4.18</c:v>
                </c:pt>
                <c:pt idx="19">
                  <c:v>4.28</c:v>
                </c:pt>
                <c:pt idx="20">
                  <c:v>3.81</c:v>
                </c:pt>
                <c:pt idx="21">
                  <c:v>3.91</c:v>
                </c:pt>
                <c:pt idx="22">
                  <c:v>4.09</c:v>
                </c:pt>
                <c:pt idx="23">
                  <c:v>4.3600000000000003</c:v>
                </c:pt>
                <c:pt idx="24">
                  <c:v>4.51</c:v>
                </c:pt>
                <c:pt idx="25">
                  <c:v>4.6900000000000004</c:v>
                </c:pt>
                <c:pt idx="26">
                  <c:v>4.2</c:v>
                </c:pt>
                <c:pt idx="27">
                  <c:v>4.25</c:v>
                </c:pt>
                <c:pt idx="28">
                  <c:v>3.99</c:v>
                </c:pt>
                <c:pt idx="29">
                  <c:v>3.88</c:v>
                </c:pt>
                <c:pt idx="30">
                  <c:v>4.37</c:v>
                </c:pt>
                <c:pt idx="31">
                  <c:v>4.88</c:v>
                </c:pt>
                <c:pt idx="32">
                  <c:v>4.59</c:v>
                </c:pt>
                <c:pt idx="33">
                  <c:v>4.09</c:v>
                </c:pt>
                <c:pt idx="34">
                  <c:v>3.97</c:v>
                </c:pt>
                <c:pt idx="35">
                  <c:v>3.81</c:v>
                </c:pt>
                <c:pt idx="36">
                  <c:v>3.64</c:v>
                </c:pt>
                <c:pt idx="37">
                  <c:v>3.44</c:v>
                </c:pt>
                <c:pt idx="38">
                  <c:v>3.48</c:v>
                </c:pt>
                <c:pt idx="39">
                  <c:v>3.92</c:v>
                </c:pt>
                <c:pt idx="40">
                  <c:v>3.52</c:v>
                </c:pt>
                <c:pt idx="41">
                  <c:v>3.88</c:v>
                </c:pt>
                <c:pt idx="42">
                  <c:v>3.68</c:v>
                </c:pt>
                <c:pt idx="43">
                  <c:v>4.0999999999999996</c:v>
                </c:pt>
                <c:pt idx="44">
                  <c:v>3.83</c:v>
                </c:pt>
                <c:pt idx="45">
                  <c:v>3.15</c:v>
                </c:pt>
                <c:pt idx="46">
                  <c:v>2.67</c:v>
                </c:pt>
                <c:pt idx="47">
                  <c:v>2.98</c:v>
                </c:pt>
                <c:pt idx="48">
                  <c:v>2.85</c:v>
                </c:pt>
                <c:pt idx="49">
                  <c:v>2.89</c:v>
                </c:pt>
                <c:pt idx="50">
                  <c:v>2.3199999999999998</c:v>
                </c:pt>
                <c:pt idx="51">
                  <c:v>1.83</c:v>
                </c:pt>
                <c:pt idx="52">
                  <c:v>1.79</c:v>
                </c:pt>
                <c:pt idx="53">
                  <c:v>1.52</c:v>
                </c:pt>
                <c:pt idx="54">
                  <c:v>1.43</c:v>
                </c:pt>
                <c:pt idx="55">
                  <c:v>1.55</c:v>
                </c:pt>
                <c:pt idx="56">
                  <c:v>1.52</c:v>
                </c:pt>
                <c:pt idx="57">
                  <c:v>1.3</c:v>
                </c:pt>
                <c:pt idx="58">
                  <c:v>1.24</c:v>
                </c:pt>
                <c:pt idx="59">
                  <c:v>1.45</c:v>
                </c:pt>
                <c:pt idx="60">
                  <c:v>1.58</c:v>
                </c:pt>
                <c:pt idx="61">
                  <c:v>1.65</c:v>
                </c:pt>
                <c:pt idx="62">
                  <c:v>1.74</c:v>
                </c:pt>
                <c:pt idx="63">
                  <c:v>1.44</c:v>
                </c:pt>
                <c:pt idx="64">
                  <c:v>1.1100000000000001</c:v>
                </c:pt>
                <c:pt idx="65">
                  <c:v>0.93</c:v>
                </c:pt>
                <c:pt idx="66">
                  <c:v>0.84</c:v>
                </c:pt>
                <c:pt idx="67">
                  <c:v>0.88</c:v>
                </c:pt>
                <c:pt idx="68">
                  <c:v>0.69</c:v>
                </c:pt>
                <c:pt idx="69">
                  <c:v>0.72</c:v>
                </c:pt>
                <c:pt idx="70">
                  <c:v>0.55000000000000004</c:v>
                </c:pt>
                <c:pt idx="71">
                  <c:v>0.66</c:v>
                </c:pt>
                <c:pt idx="72">
                  <c:v>0.65</c:v>
                </c:pt>
                <c:pt idx="73">
                  <c:v>0.64</c:v>
                </c:pt>
                <c:pt idx="74">
                  <c:v>0.7</c:v>
                </c:pt>
                <c:pt idx="75">
                  <c:v>1.1299999999999999</c:v>
                </c:pt>
                <c:pt idx="76">
                  <c:v>1.51</c:v>
                </c:pt>
                <c:pt idx="77">
                  <c:v>1.92</c:v>
                </c:pt>
                <c:pt idx="78">
                  <c:v>1.78</c:v>
                </c:pt>
                <c:pt idx="79">
                  <c:v>1.69</c:v>
                </c:pt>
                <c:pt idx="80">
                  <c:v>1.68</c:v>
                </c:pt>
                <c:pt idx="81">
                  <c:v>1.5</c:v>
                </c:pt>
                <c:pt idx="82">
                  <c:v>2.02</c:v>
                </c:pt>
                <c:pt idx="83">
                  <c:v>2</c:v>
                </c:pt>
                <c:pt idx="84">
                  <c:v>2.14</c:v>
                </c:pt>
                <c:pt idx="85">
                  <c:v>2.5099999999999998</c:v>
                </c:pt>
                <c:pt idx="86">
                  <c:v>2.41</c:v>
                </c:pt>
                <c:pt idx="87">
                  <c:v>2.73</c:v>
                </c:pt>
                <c:pt idx="88">
                  <c:v>2.63</c:v>
                </c:pt>
                <c:pt idx="89">
                  <c:v>2.69</c:v>
                </c:pt>
                <c:pt idx="90">
                  <c:v>3.01</c:v>
                </c:pt>
                <c:pt idx="91">
                  <c:v>3.15</c:v>
                </c:pt>
                <c:pt idx="92">
                  <c:v>3.05</c:v>
                </c:pt>
                <c:pt idx="93">
                  <c:v>2.86</c:v>
                </c:pt>
                <c:pt idx="94">
                  <c:v>2.96</c:v>
                </c:pt>
                <c:pt idx="95">
                  <c:v>2.85</c:v>
                </c:pt>
                <c:pt idx="96">
                  <c:v>2.83</c:v>
                </c:pt>
                <c:pt idx="97">
                  <c:v>2.95</c:v>
                </c:pt>
                <c:pt idx="98">
                  <c:v>2.74</c:v>
                </c:pt>
                <c:pt idx="99">
                  <c:v>2.87</c:v>
                </c:pt>
                <c:pt idx="100">
                  <c:v>2.72</c:v>
                </c:pt>
                <c:pt idx="101">
                  <c:v>2.4</c:v>
                </c:pt>
                <c:pt idx="102">
                  <c:v>2.42</c:v>
                </c:pt>
                <c:pt idx="103">
                  <c:v>2.38</c:v>
                </c:pt>
                <c:pt idx="104">
                  <c:v>2.33</c:v>
                </c:pt>
                <c:pt idx="105">
                  <c:v>2.12</c:v>
                </c:pt>
                <c:pt idx="106">
                  <c:v>2.2999999999999998</c:v>
                </c:pt>
                <c:pt idx="107">
                  <c:v>2.31</c:v>
                </c:pt>
                <c:pt idx="108">
                  <c:v>2.21</c:v>
                </c:pt>
                <c:pt idx="109">
                  <c:v>2.29</c:v>
                </c:pt>
                <c:pt idx="110">
                  <c:v>2.4</c:v>
                </c:pt>
                <c:pt idx="111">
                  <c:v>2.36</c:v>
                </c:pt>
                <c:pt idx="112">
                  <c:v>2.4500000000000002</c:v>
                </c:pt>
                <c:pt idx="113">
                  <c:v>2.4500000000000002</c:v>
                </c:pt>
                <c:pt idx="114">
                  <c:v>2.37</c:v>
                </c:pt>
                <c:pt idx="115">
                  <c:v>1.84</c:v>
                </c:pt>
                <c:pt idx="116">
                  <c:v>1.6</c:v>
                </c:pt>
                <c:pt idx="117">
                  <c:v>1.58</c:v>
                </c:pt>
                <c:pt idx="118">
                  <c:v>1.46</c:v>
                </c:pt>
                <c:pt idx="119">
                  <c:v>1.49</c:v>
                </c:pt>
                <c:pt idx="120">
                  <c:v>1.84</c:v>
                </c:pt>
                <c:pt idx="121">
                  <c:v>1.83</c:v>
                </c:pt>
                <c:pt idx="122">
                  <c:v>1.78</c:v>
                </c:pt>
                <c:pt idx="123">
                  <c:v>1.74</c:v>
                </c:pt>
                <c:pt idx="124">
                  <c:v>1.94</c:v>
                </c:pt>
                <c:pt idx="125">
                  <c:v>2.27</c:v>
                </c:pt>
                <c:pt idx="126">
                  <c:v>2.21</c:v>
                </c:pt>
                <c:pt idx="127">
                  <c:v>2.16</c:v>
                </c:pt>
                <c:pt idx="128">
                  <c:v>2.06</c:v>
                </c:pt>
                <c:pt idx="129">
                  <c:v>2.21</c:v>
                </c:pt>
                <c:pt idx="130">
                  <c:v>2.2000000000000002</c:v>
                </c:pt>
                <c:pt idx="131">
                  <c:v>2.35</c:v>
                </c:pt>
                <c:pt idx="132">
                  <c:v>2.12</c:v>
                </c:pt>
                <c:pt idx="133">
                  <c:v>2.0499999999999998</c:v>
                </c:pt>
                <c:pt idx="134">
                  <c:v>1.94</c:v>
                </c:pt>
                <c:pt idx="135">
                  <c:v>2</c:v>
                </c:pt>
                <c:pt idx="136">
                  <c:v>1.68</c:v>
                </c:pt>
                <c:pt idx="137">
                  <c:v>2.17</c:v>
                </c:pt>
                <c:pt idx="138">
                  <c:v>2.1800000000000002</c:v>
                </c:pt>
                <c:pt idx="139">
                  <c:v>2.35</c:v>
                </c:pt>
                <c:pt idx="140">
                  <c:v>2.52</c:v>
                </c:pt>
                <c:pt idx="141">
                  <c:v>2.35</c:v>
                </c:pt>
                <c:pt idx="142">
                  <c:v>2.58</c:v>
                </c:pt>
                <c:pt idx="143">
                  <c:v>2.5299999999999998</c:v>
                </c:pt>
                <c:pt idx="144">
                  <c:v>2.48</c:v>
                </c:pt>
                <c:pt idx="145">
                  <c:v>2.67</c:v>
                </c:pt>
                <c:pt idx="146">
                  <c:v>2.73</c:v>
                </c:pt>
                <c:pt idx="147">
                  <c:v>2.66</c:v>
                </c:pt>
                <c:pt idx="148">
                  <c:v>2.67</c:v>
                </c:pt>
                <c:pt idx="149">
                  <c:v>3.04</c:v>
                </c:pt>
                <c:pt idx="150">
                  <c:v>2.75</c:v>
                </c:pt>
                <c:pt idx="151">
                  <c:v>2.57</c:v>
                </c:pt>
                <c:pt idx="152">
                  <c:v>2.64</c:v>
                </c:pt>
                <c:pt idx="153">
                  <c:v>2.78</c:v>
                </c:pt>
                <c:pt idx="154">
                  <c:v>2.6</c:v>
                </c:pt>
                <c:pt idx="155">
                  <c:v>2.52</c:v>
                </c:pt>
                <c:pt idx="156">
                  <c:v>2.16</c:v>
                </c:pt>
                <c:pt idx="157">
                  <c:v>1.7</c:v>
                </c:pt>
                <c:pt idx="158">
                  <c:v>1.87</c:v>
                </c:pt>
                <c:pt idx="159">
                  <c:v>1.89</c:v>
                </c:pt>
                <c:pt idx="160">
                  <c:v>2.02</c:v>
                </c:pt>
                <c:pt idx="161">
                  <c:v>1.78</c:v>
                </c:pt>
                <c:pt idx="162">
                  <c:v>1.62</c:v>
                </c:pt>
                <c:pt idx="163">
                  <c:v>1.72</c:v>
                </c:pt>
                <c:pt idx="164">
                  <c:v>1.65</c:v>
                </c:pt>
                <c:pt idx="165">
                  <c:v>1.57</c:v>
                </c:pt>
                <c:pt idx="166">
                  <c:v>1.51</c:v>
                </c:pt>
                <c:pt idx="167">
                  <c:v>1.67</c:v>
                </c:pt>
                <c:pt idx="168">
                  <c:v>1.59</c:v>
                </c:pt>
                <c:pt idx="169">
                  <c:v>1.95</c:v>
                </c:pt>
                <c:pt idx="170">
                  <c:v>2.23</c:v>
                </c:pt>
                <c:pt idx="171">
                  <c:v>1.98</c:v>
                </c:pt>
                <c:pt idx="172">
                  <c:v>1.83</c:v>
                </c:pt>
                <c:pt idx="173">
                  <c:v>1.89</c:v>
                </c:pt>
                <c:pt idx="174">
                  <c:v>2.08</c:v>
                </c:pt>
                <c:pt idx="175">
                  <c:v>2.17</c:v>
                </c:pt>
                <c:pt idx="176">
                  <c:v>1.92</c:v>
                </c:pt>
                <c:pt idx="177">
                  <c:v>2.23</c:v>
                </c:pt>
                <c:pt idx="178">
                  <c:v>2.82</c:v>
                </c:pt>
                <c:pt idx="179">
                  <c:v>3.18</c:v>
                </c:pt>
                <c:pt idx="180">
                  <c:v>3.05</c:v>
                </c:pt>
                <c:pt idx="181">
                  <c:v>3.32</c:v>
                </c:pt>
                <c:pt idx="182">
                  <c:v>3.47</c:v>
                </c:pt>
                <c:pt idx="183">
                  <c:v>3.42</c:v>
                </c:pt>
                <c:pt idx="184">
                  <c:v>3.42</c:v>
                </c:pt>
                <c:pt idx="185">
                  <c:v>3.3</c:v>
                </c:pt>
                <c:pt idx="186">
                  <c:v>2.81</c:v>
                </c:pt>
                <c:pt idx="187">
                  <c:v>2.63</c:v>
                </c:pt>
                <c:pt idx="188">
                  <c:v>2.5299999999999998</c:v>
                </c:pt>
                <c:pt idx="189">
                  <c:v>2.4700000000000002</c:v>
                </c:pt>
                <c:pt idx="190">
                  <c:v>2.94</c:v>
                </c:pt>
                <c:pt idx="191">
                  <c:v>2.97</c:v>
                </c:pt>
                <c:pt idx="192">
                  <c:v>3.31</c:v>
                </c:pt>
                <c:pt idx="193">
                  <c:v>3.69</c:v>
                </c:pt>
                <c:pt idx="194">
                  <c:v>3.84</c:v>
                </c:pt>
                <c:pt idx="195">
                  <c:v>3.61</c:v>
                </c:pt>
                <c:pt idx="196">
                  <c:v>3.63</c:v>
                </c:pt>
                <c:pt idx="197">
                  <c:v>3.85</c:v>
                </c:pt>
                <c:pt idx="198">
                  <c:v>3.21</c:v>
                </c:pt>
                <c:pt idx="199">
                  <c:v>3.41</c:v>
                </c:pt>
                <c:pt idx="200">
                  <c:v>3.31</c:v>
                </c:pt>
                <c:pt idx="201">
                  <c:v>3.4</c:v>
                </c:pt>
                <c:pt idx="202">
                  <c:v>3.52</c:v>
                </c:pt>
                <c:pt idx="203">
                  <c:v>3.53</c:v>
                </c:pt>
                <c:pt idx="204">
                  <c:v>3.47</c:v>
                </c:pt>
                <c:pt idx="205">
                  <c:v>3.16</c:v>
                </c:pt>
                <c:pt idx="206">
                  <c:v>2.71</c:v>
                </c:pt>
                <c:pt idx="207">
                  <c:v>3.02</c:v>
                </c:pt>
                <c:pt idx="208">
                  <c:v>2.87</c:v>
                </c:pt>
                <c:pt idx="209">
                  <c:v>2.25</c:v>
                </c:pt>
                <c:pt idx="210">
                  <c:v>2.93</c:v>
                </c:pt>
                <c:pt idx="211">
                  <c:v>4.01</c:v>
                </c:pt>
                <c:pt idx="212">
                  <c:v>3.85</c:v>
                </c:pt>
                <c:pt idx="213">
                  <c:v>3.83</c:v>
                </c:pt>
                <c:pt idx="214">
                  <c:v>3.99</c:v>
                </c:pt>
                <c:pt idx="215">
                  <c:v>3.99</c:v>
                </c:pt>
                <c:pt idx="216">
                  <c:v>4.0599999999999996</c:v>
                </c:pt>
                <c:pt idx="217">
                  <c:v>3.77</c:v>
                </c:pt>
                <c:pt idx="218">
                  <c:v>3.45</c:v>
                </c:pt>
                <c:pt idx="219">
                  <c:v>3.53</c:v>
                </c:pt>
                <c:pt idx="220">
                  <c:v>3.67</c:v>
                </c:pt>
                <c:pt idx="221">
                  <c:v>4.04</c:v>
                </c:pt>
                <c:pt idx="222">
                  <c:v>3.97</c:v>
                </c:pt>
                <c:pt idx="223">
                  <c:v>4.4800000000000004</c:v>
                </c:pt>
                <c:pt idx="224">
                  <c:v>4.59</c:v>
                </c:pt>
                <c:pt idx="225">
                  <c:v>4.54</c:v>
                </c:pt>
                <c:pt idx="226">
                  <c:v>4.78</c:v>
                </c:pt>
                <c:pt idx="227">
                  <c:v>5.03</c:v>
                </c:pt>
                <c:pt idx="228">
                  <c:v>4.9000000000000004</c:v>
                </c:pt>
                <c:pt idx="229">
                  <c:v>4.63</c:v>
                </c:pt>
                <c:pt idx="230">
                  <c:v>4.6500000000000004</c:v>
                </c:pt>
                <c:pt idx="231">
                  <c:v>4.5599999999999996</c:v>
                </c:pt>
                <c:pt idx="232">
                  <c:v>4.83</c:v>
                </c:pt>
                <c:pt idx="233">
                  <c:v>4.71</c:v>
                </c:pt>
                <c:pt idx="234">
                  <c:v>4.46</c:v>
                </c:pt>
                <c:pt idx="235">
                  <c:v>4.6100000000000003</c:v>
                </c:pt>
                <c:pt idx="236">
                  <c:v>4.6399999999999997</c:v>
                </c:pt>
                <c:pt idx="237">
                  <c:v>4.74</c:v>
                </c:pt>
                <c:pt idx="238">
                  <c:v>4.99</c:v>
                </c:pt>
                <c:pt idx="239">
                  <c:v>5.15</c:v>
                </c:pt>
                <c:pt idx="240">
                  <c:v>5.12</c:v>
                </c:pt>
                <c:pt idx="241">
                  <c:v>5.07</c:v>
                </c:pt>
                <c:pt idx="242">
                  <c:v>4.8600000000000003</c:v>
                </c:pt>
                <c:pt idx="243">
                  <c:v>4.55</c:v>
                </c:pt>
                <c:pt idx="244">
                  <c:v>4.53</c:v>
                </c:pt>
                <c:pt idx="245">
                  <c:v>4.3899999999999997</c:v>
                </c:pt>
                <c:pt idx="246">
                  <c:v>4.49</c:v>
                </c:pt>
                <c:pt idx="247">
                  <c:v>4.57</c:v>
                </c:pt>
                <c:pt idx="248">
                  <c:v>4.34</c:v>
                </c:pt>
                <c:pt idx="249">
                  <c:v>4.0199999999999996</c:v>
                </c:pt>
                <c:pt idx="250">
                  <c:v>4.28</c:v>
                </c:pt>
                <c:pt idx="251">
                  <c:v>3.94</c:v>
                </c:pt>
                <c:pt idx="252">
                  <c:v>4</c:v>
                </c:pt>
                <c:pt idx="253">
                  <c:v>4.21</c:v>
                </c:pt>
                <c:pt idx="254">
                  <c:v>4.5</c:v>
                </c:pt>
                <c:pt idx="255">
                  <c:v>4.3600000000000003</c:v>
                </c:pt>
                <c:pt idx="256">
                  <c:v>4.1399999999999997</c:v>
                </c:pt>
                <c:pt idx="257">
                  <c:v>4.24</c:v>
                </c:pt>
                <c:pt idx="258">
                  <c:v>4.3600000000000003</c:v>
                </c:pt>
                <c:pt idx="259">
                  <c:v>4.05</c:v>
                </c:pt>
                <c:pt idx="260">
                  <c:v>4.1399999999999997</c:v>
                </c:pt>
                <c:pt idx="261">
                  <c:v>4.13</c:v>
                </c:pt>
                <c:pt idx="262">
                  <c:v>4.5</c:v>
                </c:pt>
                <c:pt idx="263">
                  <c:v>4.62</c:v>
                </c:pt>
                <c:pt idx="264">
                  <c:v>4.66</c:v>
                </c:pt>
                <c:pt idx="265">
                  <c:v>4.53</c:v>
                </c:pt>
                <c:pt idx="266">
                  <c:v>3.86</c:v>
                </c:pt>
                <c:pt idx="267">
                  <c:v>3.99</c:v>
                </c:pt>
                <c:pt idx="268">
                  <c:v>4.16</c:v>
                </c:pt>
                <c:pt idx="269">
                  <c:v>4.2699999999999996</c:v>
                </c:pt>
                <c:pt idx="270">
                  <c:v>4.34</c:v>
                </c:pt>
                <c:pt idx="271">
                  <c:v>4.33</c:v>
                </c:pt>
                <c:pt idx="272">
                  <c:v>3.96</c:v>
                </c:pt>
                <c:pt idx="273">
                  <c:v>4.45</c:v>
                </c:pt>
                <c:pt idx="274">
                  <c:v>4.49</c:v>
                </c:pt>
                <c:pt idx="275">
                  <c:v>3.54</c:v>
                </c:pt>
                <c:pt idx="276">
                  <c:v>3.37</c:v>
                </c:pt>
                <c:pt idx="277">
                  <c:v>3.89</c:v>
                </c:pt>
                <c:pt idx="278">
                  <c:v>3.83</c:v>
                </c:pt>
                <c:pt idx="279">
                  <c:v>3.71</c:v>
                </c:pt>
                <c:pt idx="280">
                  <c:v>4</c:v>
                </c:pt>
                <c:pt idx="281">
                  <c:v>3.83</c:v>
                </c:pt>
                <c:pt idx="282">
                  <c:v>4.22</c:v>
                </c:pt>
                <c:pt idx="283">
                  <c:v>3.93</c:v>
                </c:pt>
                <c:pt idx="284">
                  <c:v>3.63</c:v>
                </c:pt>
                <c:pt idx="285">
                  <c:v>4.1399999999999997</c:v>
                </c:pt>
                <c:pt idx="286">
                  <c:v>4.51</c:v>
                </c:pt>
                <c:pt idx="287">
                  <c:v>4.8600000000000003</c:v>
                </c:pt>
                <c:pt idx="288">
                  <c:v>5.08</c:v>
                </c:pt>
                <c:pt idx="289">
                  <c:v>5.1100000000000003</c:v>
                </c:pt>
                <c:pt idx="290">
                  <c:v>5.42</c:v>
                </c:pt>
                <c:pt idx="291">
                  <c:v>4.88</c:v>
                </c:pt>
                <c:pt idx="292">
                  <c:v>5.07</c:v>
                </c:pt>
                <c:pt idx="293">
                  <c:v>5.07</c:v>
                </c:pt>
                <c:pt idx="294">
                  <c:v>4.78</c:v>
                </c:pt>
                <c:pt idx="295">
                  <c:v>4.3</c:v>
                </c:pt>
                <c:pt idx="296">
                  <c:v>4.5999999999999996</c:v>
                </c:pt>
              </c:numCache>
            </c:numRef>
          </c:val>
          <c:smooth val="0"/>
          <c:extLst>
            <c:ext xmlns:c16="http://schemas.microsoft.com/office/drawing/2014/chart" uri="{C3380CC4-5D6E-409C-BE32-E72D297353CC}">
              <c16:uniqueId val="{00000001-8DBF-DD45-9012-E58403FB1DAD}"/>
            </c:ext>
          </c:extLst>
        </c:ser>
        <c:dLbls>
          <c:showLegendKey val="0"/>
          <c:showVal val="0"/>
          <c:showCatName val="0"/>
          <c:showSerName val="0"/>
          <c:showPercent val="0"/>
          <c:showBubbleSize val="0"/>
        </c:dLbls>
        <c:marker val="1"/>
        <c:smooth val="0"/>
        <c:axId val="2000001666"/>
        <c:axId val="2000001667"/>
      </c:lineChart>
      <c:dateAx>
        <c:axId val="2000001664"/>
        <c:scaling>
          <c:orientation val="minMax"/>
          <c:min val="40179"/>
        </c:scaling>
        <c:delete val="0"/>
        <c:axPos val="b"/>
        <c:numFmt formatCode="yyyy" sourceLinked="0"/>
        <c:majorTickMark val="none"/>
        <c:minorTickMark val="none"/>
        <c:tickLblPos val="low"/>
        <c:spPr>
          <a:noFill/>
          <a:ln w="9525" cap="flat" cmpd="sng" algn="ctr">
            <a:solidFill>
              <a:schemeClr val="tx1">
                <a:lumMod val="15000"/>
                <a:lumOff val="85000"/>
              </a:schemeClr>
            </a:solidFill>
            <a:round/>
          </a:ln>
          <a:effectLst/>
        </c:spPr>
        <c:txPr>
          <a:bodyPr rot="-60000000" vert="horz"/>
          <a:lstStyle/>
          <a:p>
            <a:pPr>
              <a:defRPr/>
            </a:pPr>
            <a:endParaRPr lang="zh-CN"/>
          </a:p>
        </c:txPr>
        <c:crossAx val="2000001665"/>
        <c:crossesAt val="0"/>
        <c:auto val="0"/>
        <c:lblOffset val="100"/>
        <c:baseTimeUnit val="years"/>
        <c:majorUnit val="1"/>
      </c:dateAx>
      <c:valAx>
        <c:axId val="2000001665"/>
        <c:scaling>
          <c:orientation val="minMax"/>
          <c:max val="0.5"/>
          <c:min val="-0.5"/>
        </c:scaling>
        <c:delete val="0"/>
        <c:axPos val="l"/>
        <c:numFmt formatCode="0%" sourceLinked="0"/>
        <c:majorTickMark val="none"/>
        <c:minorTickMark val="none"/>
        <c:tickLblPos val="nextTo"/>
        <c:spPr>
          <a:noFill/>
          <a:ln>
            <a:noFill/>
          </a:ln>
          <a:effectLst/>
        </c:spPr>
        <c:txPr>
          <a:bodyPr rot="-60000000" vert="horz"/>
          <a:lstStyle/>
          <a:p>
            <a:pPr>
              <a:defRPr/>
            </a:pPr>
            <a:endParaRPr lang="zh-CN"/>
          </a:p>
        </c:txPr>
        <c:crossAx val="2000001664"/>
        <c:crosses val="autoZero"/>
        <c:crossBetween val="between"/>
        <c:minorUnit val="0.2"/>
      </c:valAx>
      <c:valAx>
        <c:axId val="2000001667"/>
        <c:scaling>
          <c:orientation val="minMax"/>
        </c:scaling>
        <c:delete val="0"/>
        <c:axPos val="r"/>
        <c:numFmt formatCode="#,##0.00_ " sourceLinked="1"/>
        <c:majorTickMark val="out"/>
        <c:minorTickMark val="none"/>
        <c:tickLblPos val="nextTo"/>
        <c:crossAx val="2000001666"/>
        <c:crosses val="max"/>
        <c:crossBetween val="between"/>
      </c:valAx>
      <c:dateAx>
        <c:axId val="2000001666"/>
        <c:scaling>
          <c:orientation val="minMax"/>
          <c:min val="40179"/>
        </c:scaling>
        <c:delete val="0"/>
        <c:axPos val="t"/>
        <c:numFmt formatCode="yyyy\-mm" sourceLinked="1"/>
        <c:majorTickMark val="out"/>
        <c:minorTickMark val="none"/>
        <c:tickLblPos val="nextTo"/>
        <c:spPr>
          <a:solidFill>
            <a:schemeClr val="bg1"/>
          </a:solidFill>
        </c:spPr>
        <c:txPr>
          <a:bodyPr/>
          <a:lstStyle/>
          <a:p>
            <a:pPr>
              <a:defRPr sz="100">
                <a:solidFill>
                  <a:schemeClr val="bg1"/>
                </a:solidFill>
              </a:defRPr>
            </a:pPr>
            <a:endParaRPr lang="zh-CN"/>
          </a:p>
        </c:txPr>
        <c:crossAx val="2000001667"/>
        <c:crosses val="max"/>
        <c:auto val="1"/>
        <c:lblOffset val="100"/>
        <c:baseTimeUnit val="months"/>
        <c:majorUnit val="1"/>
        <c:minorUnit val="1"/>
      </c:dateAx>
      <c:spPr>
        <a:noFill/>
        <a:ln>
          <a:solidFill>
            <a:schemeClr val="tx1">
              <a:lumMod val="15000"/>
              <a:lumOff val="85000"/>
            </a:schemeClr>
          </a:solidFill>
        </a:ln>
      </c:spPr>
    </c:plotArea>
    <c:legend>
      <c:legendPos val="b"/>
      <c:layout>
        <c:manualLayout>
          <c:xMode val="edge"/>
          <c:yMode val="edge"/>
          <c:x val="1.5274572758370464E-2"/>
          <c:y val="1.3068288077068958E-3"/>
          <c:w val="0.98246527777777792"/>
          <c:h val="8.2618475297317917E-2"/>
        </c:manualLayout>
      </c:layout>
      <c:overlay val="0"/>
      <c:spPr>
        <a:noFill/>
        <a:ln>
          <a:noFill/>
        </a:ln>
        <a:effectLst/>
      </c:spPr>
      <c:txPr>
        <a:bodyPr rot="0" vert="horz"/>
        <a:lstStyle/>
        <a:p>
          <a:pPr>
            <a:defRPr/>
          </a:pPr>
          <a:endParaRPr lang="zh-CN"/>
        </a:p>
      </c:txPr>
    </c:legend>
    <c:plotVisOnly val="1"/>
    <c:dispBlanksAs val="gap"/>
    <c:showDLblsOverMax val="0"/>
    <c:extLst/>
  </c:chart>
  <c:spPr>
    <a:solidFill>
      <a:schemeClr val="bg1"/>
    </a:solidFill>
    <a:ln w="9525" cap="flat" cmpd="sng" algn="ctr">
      <a:noFill/>
      <a:round/>
    </a:ln>
    <a:effectLst/>
  </c:spPr>
  <c:txPr>
    <a:bodyPr/>
    <a:lstStyle/>
    <a:p>
      <a:pPr>
        <a:defRPr sz="800" baseline="0">
          <a:solidFill>
            <a:sysClr val="windowText" lastClr="000000"/>
          </a:solidFill>
          <a:latin typeface="Arial" panose="020B0604020202020204" pitchFamily="34" charset="0"/>
          <a:ea typeface="思源黑体 CN Regular" panose="020B0500000000000000" pitchFamily="34" charset="-122"/>
          <a:cs typeface="Arial" panose="020B0604020202020204" pitchFamily="34" charset="0"/>
        </a:defRPr>
      </a:pPr>
      <a:endParaRPr lang="zh-CN"/>
    </a:p>
  </c:txPr>
  <c:externalData r:id="rId1">
    <c:autoUpdate val="0"/>
  </c:externalData>
  <c:userShapes r:id="rId2"/>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4.3859866501458893E-2"/>
          <c:y val="0.2277184796344901"/>
          <c:w val="0.9561401334985411"/>
          <c:h val="0.67214799237051892"/>
        </c:manualLayout>
      </c:layout>
      <c:lineChart>
        <c:grouping val="standard"/>
        <c:varyColors val="0"/>
        <c:ser>
          <c:idx val="0"/>
          <c:order val="0"/>
          <c:tx>
            <c:strRef>
              <c:f>通胀pce!$B$4</c:f>
              <c:strCache>
                <c:ptCount val="1"/>
                <c:pt idx="0">
                  <c:v>达拉斯联储一年期截尾均值PCE通胀年率</c:v>
                </c:pt>
              </c:strCache>
            </c:strRef>
          </c:tx>
          <c:spPr>
            <a:ln w="25400">
              <a:solidFill>
                <a:srgbClr val="7C80C8"/>
              </a:solidFill>
              <a:prstDash val="solid"/>
            </a:ln>
          </c:spPr>
          <c:marker>
            <c:symbol val="square"/>
            <c:size val="5"/>
            <c:spPr>
              <a:solidFill>
                <a:srgbClr val="7C80C8"/>
              </a:solidFill>
              <a:ln>
                <a:solidFill>
                  <a:srgbClr val="7C80C8"/>
                </a:solidFill>
              </a:ln>
            </c:spPr>
          </c:marker>
          <c:cat>
            <c:numRef>
              <c:f>通胀pce!$A$5:$A$3656</c:f>
              <c:numCache>
                <c:formatCode>m/d/yyyy</c:formatCode>
                <c:ptCount val="3652"/>
                <c:pt idx="0">
                  <c:v>46213</c:v>
                </c:pt>
                <c:pt idx="1">
                  <c:v>46212</c:v>
                </c:pt>
                <c:pt idx="2">
                  <c:v>46211</c:v>
                </c:pt>
                <c:pt idx="3">
                  <c:v>46210</c:v>
                </c:pt>
                <c:pt idx="4">
                  <c:v>46209</c:v>
                </c:pt>
                <c:pt idx="5">
                  <c:v>46208</c:v>
                </c:pt>
                <c:pt idx="6">
                  <c:v>46207</c:v>
                </c:pt>
                <c:pt idx="7">
                  <c:v>46206</c:v>
                </c:pt>
                <c:pt idx="8">
                  <c:v>46205</c:v>
                </c:pt>
                <c:pt idx="9">
                  <c:v>46204</c:v>
                </c:pt>
                <c:pt idx="10">
                  <c:v>46203</c:v>
                </c:pt>
                <c:pt idx="11">
                  <c:v>46202</c:v>
                </c:pt>
                <c:pt idx="12">
                  <c:v>46201</c:v>
                </c:pt>
                <c:pt idx="13">
                  <c:v>46200</c:v>
                </c:pt>
                <c:pt idx="14">
                  <c:v>46199</c:v>
                </c:pt>
                <c:pt idx="15">
                  <c:v>46198</c:v>
                </c:pt>
                <c:pt idx="16">
                  <c:v>46197</c:v>
                </c:pt>
                <c:pt idx="17">
                  <c:v>46196</c:v>
                </c:pt>
                <c:pt idx="18">
                  <c:v>46195</c:v>
                </c:pt>
                <c:pt idx="19">
                  <c:v>46194</c:v>
                </c:pt>
                <c:pt idx="20">
                  <c:v>46193</c:v>
                </c:pt>
                <c:pt idx="21">
                  <c:v>46192</c:v>
                </c:pt>
                <c:pt idx="22">
                  <c:v>46191</c:v>
                </c:pt>
                <c:pt idx="23">
                  <c:v>46190</c:v>
                </c:pt>
                <c:pt idx="24">
                  <c:v>46189</c:v>
                </c:pt>
                <c:pt idx="25">
                  <c:v>46188</c:v>
                </c:pt>
                <c:pt idx="26">
                  <c:v>46187</c:v>
                </c:pt>
                <c:pt idx="27">
                  <c:v>46186</c:v>
                </c:pt>
                <c:pt idx="28">
                  <c:v>46185</c:v>
                </c:pt>
                <c:pt idx="29">
                  <c:v>46184</c:v>
                </c:pt>
                <c:pt idx="30">
                  <c:v>46183</c:v>
                </c:pt>
                <c:pt idx="31">
                  <c:v>46182</c:v>
                </c:pt>
                <c:pt idx="32">
                  <c:v>46181</c:v>
                </c:pt>
                <c:pt idx="33">
                  <c:v>46180</c:v>
                </c:pt>
                <c:pt idx="34">
                  <c:v>46179</c:v>
                </c:pt>
                <c:pt idx="35">
                  <c:v>46178</c:v>
                </c:pt>
                <c:pt idx="36">
                  <c:v>46177</c:v>
                </c:pt>
                <c:pt idx="37">
                  <c:v>46176</c:v>
                </c:pt>
                <c:pt idx="38">
                  <c:v>46175</c:v>
                </c:pt>
                <c:pt idx="39">
                  <c:v>46174</c:v>
                </c:pt>
                <c:pt idx="40">
                  <c:v>46173</c:v>
                </c:pt>
                <c:pt idx="41">
                  <c:v>46172</c:v>
                </c:pt>
                <c:pt idx="42">
                  <c:v>46171</c:v>
                </c:pt>
                <c:pt idx="43">
                  <c:v>46170</c:v>
                </c:pt>
                <c:pt idx="44">
                  <c:v>46169</c:v>
                </c:pt>
                <c:pt idx="45">
                  <c:v>46168</c:v>
                </c:pt>
                <c:pt idx="46">
                  <c:v>46167</c:v>
                </c:pt>
                <c:pt idx="47">
                  <c:v>46166</c:v>
                </c:pt>
                <c:pt idx="48">
                  <c:v>46165</c:v>
                </c:pt>
                <c:pt idx="49">
                  <c:v>46164</c:v>
                </c:pt>
                <c:pt idx="50">
                  <c:v>46163</c:v>
                </c:pt>
                <c:pt idx="51">
                  <c:v>46162</c:v>
                </c:pt>
                <c:pt idx="52">
                  <c:v>46161</c:v>
                </c:pt>
                <c:pt idx="53">
                  <c:v>46160</c:v>
                </c:pt>
                <c:pt idx="54">
                  <c:v>46159</c:v>
                </c:pt>
                <c:pt idx="55">
                  <c:v>46158</c:v>
                </c:pt>
                <c:pt idx="56">
                  <c:v>46157</c:v>
                </c:pt>
                <c:pt idx="57">
                  <c:v>46156</c:v>
                </c:pt>
                <c:pt idx="58">
                  <c:v>46155</c:v>
                </c:pt>
                <c:pt idx="59">
                  <c:v>46154</c:v>
                </c:pt>
                <c:pt idx="60">
                  <c:v>46153</c:v>
                </c:pt>
                <c:pt idx="61">
                  <c:v>46152</c:v>
                </c:pt>
                <c:pt idx="62">
                  <c:v>46151</c:v>
                </c:pt>
                <c:pt idx="63">
                  <c:v>46150</c:v>
                </c:pt>
                <c:pt idx="64">
                  <c:v>46149</c:v>
                </c:pt>
                <c:pt idx="65">
                  <c:v>46148</c:v>
                </c:pt>
                <c:pt idx="66">
                  <c:v>46147</c:v>
                </c:pt>
                <c:pt idx="67">
                  <c:v>46146</c:v>
                </c:pt>
                <c:pt idx="68">
                  <c:v>46145</c:v>
                </c:pt>
                <c:pt idx="69">
                  <c:v>46144</c:v>
                </c:pt>
                <c:pt idx="70">
                  <c:v>46143</c:v>
                </c:pt>
                <c:pt idx="71">
                  <c:v>46142</c:v>
                </c:pt>
                <c:pt idx="72">
                  <c:v>46141</c:v>
                </c:pt>
                <c:pt idx="73">
                  <c:v>46140</c:v>
                </c:pt>
                <c:pt idx="74">
                  <c:v>46139</c:v>
                </c:pt>
                <c:pt idx="75">
                  <c:v>46138</c:v>
                </c:pt>
                <c:pt idx="76">
                  <c:v>46137</c:v>
                </c:pt>
                <c:pt idx="77">
                  <c:v>46136</c:v>
                </c:pt>
                <c:pt idx="78">
                  <c:v>46135</c:v>
                </c:pt>
                <c:pt idx="79">
                  <c:v>46134</c:v>
                </c:pt>
                <c:pt idx="80">
                  <c:v>46133</c:v>
                </c:pt>
                <c:pt idx="81">
                  <c:v>46132</c:v>
                </c:pt>
                <c:pt idx="82">
                  <c:v>46131</c:v>
                </c:pt>
                <c:pt idx="83">
                  <c:v>46130</c:v>
                </c:pt>
                <c:pt idx="84">
                  <c:v>46129</c:v>
                </c:pt>
                <c:pt idx="85">
                  <c:v>46128</c:v>
                </c:pt>
                <c:pt idx="86">
                  <c:v>46127</c:v>
                </c:pt>
                <c:pt idx="87">
                  <c:v>46126</c:v>
                </c:pt>
                <c:pt idx="88">
                  <c:v>46125</c:v>
                </c:pt>
                <c:pt idx="89">
                  <c:v>46124</c:v>
                </c:pt>
                <c:pt idx="90">
                  <c:v>46123</c:v>
                </c:pt>
                <c:pt idx="91">
                  <c:v>46122</c:v>
                </c:pt>
                <c:pt idx="92">
                  <c:v>46121</c:v>
                </c:pt>
                <c:pt idx="93">
                  <c:v>46120</c:v>
                </c:pt>
                <c:pt idx="94">
                  <c:v>46119</c:v>
                </c:pt>
                <c:pt idx="95">
                  <c:v>46118</c:v>
                </c:pt>
                <c:pt idx="96">
                  <c:v>46117</c:v>
                </c:pt>
                <c:pt idx="97">
                  <c:v>46116</c:v>
                </c:pt>
                <c:pt idx="98">
                  <c:v>46115</c:v>
                </c:pt>
                <c:pt idx="99">
                  <c:v>46114</c:v>
                </c:pt>
                <c:pt idx="100">
                  <c:v>46113</c:v>
                </c:pt>
                <c:pt idx="101">
                  <c:v>46112</c:v>
                </c:pt>
                <c:pt idx="102">
                  <c:v>46111</c:v>
                </c:pt>
                <c:pt idx="103">
                  <c:v>46110</c:v>
                </c:pt>
                <c:pt idx="104">
                  <c:v>46109</c:v>
                </c:pt>
                <c:pt idx="105">
                  <c:v>46108</c:v>
                </c:pt>
                <c:pt idx="106">
                  <c:v>46107</c:v>
                </c:pt>
                <c:pt idx="107">
                  <c:v>46106</c:v>
                </c:pt>
                <c:pt idx="108">
                  <c:v>46105</c:v>
                </c:pt>
                <c:pt idx="109">
                  <c:v>46104</c:v>
                </c:pt>
                <c:pt idx="110">
                  <c:v>46103</c:v>
                </c:pt>
                <c:pt idx="111">
                  <c:v>46102</c:v>
                </c:pt>
                <c:pt idx="112">
                  <c:v>46101</c:v>
                </c:pt>
                <c:pt idx="113">
                  <c:v>46100</c:v>
                </c:pt>
                <c:pt idx="114">
                  <c:v>46099</c:v>
                </c:pt>
                <c:pt idx="115">
                  <c:v>46098</c:v>
                </c:pt>
                <c:pt idx="116">
                  <c:v>46097</c:v>
                </c:pt>
                <c:pt idx="117">
                  <c:v>46096</c:v>
                </c:pt>
                <c:pt idx="118">
                  <c:v>46095</c:v>
                </c:pt>
                <c:pt idx="119">
                  <c:v>46094</c:v>
                </c:pt>
                <c:pt idx="120">
                  <c:v>46093</c:v>
                </c:pt>
                <c:pt idx="121">
                  <c:v>46092</c:v>
                </c:pt>
                <c:pt idx="122">
                  <c:v>46091</c:v>
                </c:pt>
                <c:pt idx="123">
                  <c:v>46090</c:v>
                </c:pt>
                <c:pt idx="124">
                  <c:v>46089</c:v>
                </c:pt>
                <c:pt idx="125">
                  <c:v>46088</c:v>
                </c:pt>
                <c:pt idx="126">
                  <c:v>46087</c:v>
                </c:pt>
                <c:pt idx="127">
                  <c:v>46086</c:v>
                </c:pt>
                <c:pt idx="128">
                  <c:v>46085</c:v>
                </c:pt>
                <c:pt idx="129">
                  <c:v>46084</c:v>
                </c:pt>
                <c:pt idx="130">
                  <c:v>46083</c:v>
                </c:pt>
                <c:pt idx="131">
                  <c:v>46082</c:v>
                </c:pt>
                <c:pt idx="132">
                  <c:v>46081</c:v>
                </c:pt>
                <c:pt idx="133">
                  <c:v>46080</c:v>
                </c:pt>
                <c:pt idx="134">
                  <c:v>46079</c:v>
                </c:pt>
                <c:pt idx="135">
                  <c:v>46078</c:v>
                </c:pt>
                <c:pt idx="136">
                  <c:v>46077</c:v>
                </c:pt>
                <c:pt idx="137">
                  <c:v>46076</c:v>
                </c:pt>
                <c:pt idx="138">
                  <c:v>46075</c:v>
                </c:pt>
                <c:pt idx="139">
                  <c:v>46074</c:v>
                </c:pt>
                <c:pt idx="140">
                  <c:v>46073</c:v>
                </c:pt>
                <c:pt idx="141">
                  <c:v>46072</c:v>
                </c:pt>
                <c:pt idx="142">
                  <c:v>46071</c:v>
                </c:pt>
                <c:pt idx="143">
                  <c:v>46070</c:v>
                </c:pt>
                <c:pt idx="144">
                  <c:v>46069</c:v>
                </c:pt>
                <c:pt idx="145">
                  <c:v>46068</c:v>
                </c:pt>
                <c:pt idx="146">
                  <c:v>46067</c:v>
                </c:pt>
                <c:pt idx="147">
                  <c:v>46066</c:v>
                </c:pt>
                <c:pt idx="148">
                  <c:v>46065</c:v>
                </c:pt>
                <c:pt idx="149">
                  <c:v>46064</c:v>
                </c:pt>
                <c:pt idx="150">
                  <c:v>46063</c:v>
                </c:pt>
                <c:pt idx="151">
                  <c:v>46062</c:v>
                </c:pt>
                <c:pt idx="152">
                  <c:v>46061</c:v>
                </c:pt>
                <c:pt idx="153">
                  <c:v>46060</c:v>
                </c:pt>
                <c:pt idx="154">
                  <c:v>46059</c:v>
                </c:pt>
                <c:pt idx="155">
                  <c:v>46058</c:v>
                </c:pt>
                <c:pt idx="156">
                  <c:v>46057</c:v>
                </c:pt>
                <c:pt idx="157">
                  <c:v>46056</c:v>
                </c:pt>
                <c:pt idx="158">
                  <c:v>46055</c:v>
                </c:pt>
                <c:pt idx="159">
                  <c:v>46054</c:v>
                </c:pt>
                <c:pt idx="160">
                  <c:v>46053</c:v>
                </c:pt>
                <c:pt idx="161">
                  <c:v>46052</c:v>
                </c:pt>
                <c:pt idx="162">
                  <c:v>46051</c:v>
                </c:pt>
                <c:pt idx="163">
                  <c:v>46050</c:v>
                </c:pt>
                <c:pt idx="164">
                  <c:v>46049</c:v>
                </c:pt>
                <c:pt idx="165">
                  <c:v>46048</c:v>
                </c:pt>
                <c:pt idx="166">
                  <c:v>46047</c:v>
                </c:pt>
                <c:pt idx="167">
                  <c:v>46046</c:v>
                </c:pt>
                <c:pt idx="168">
                  <c:v>46045</c:v>
                </c:pt>
                <c:pt idx="169">
                  <c:v>46044</c:v>
                </c:pt>
                <c:pt idx="170">
                  <c:v>46043</c:v>
                </c:pt>
                <c:pt idx="171">
                  <c:v>46042</c:v>
                </c:pt>
                <c:pt idx="172">
                  <c:v>46041</c:v>
                </c:pt>
                <c:pt idx="173">
                  <c:v>46040</c:v>
                </c:pt>
                <c:pt idx="174">
                  <c:v>46039</c:v>
                </c:pt>
                <c:pt idx="175">
                  <c:v>46038</c:v>
                </c:pt>
                <c:pt idx="176">
                  <c:v>46037</c:v>
                </c:pt>
                <c:pt idx="177">
                  <c:v>46036</c:v>
                </c:pt>
                <c:pt idx="178">
                  <c:v>46035</c:v>
                </c:pt>
                <c:pt idx="179">
                  <c:v>46034</c:v>
                </c:pt>
                <c:pt idx="180">
                  <c:v>46033</c:v>
                </c:pt>
                <c:pt idx="181">
                  <c:v>46032</c:v>
                </c:pt>
                <c:pt idx="182">
                  <c:v>46031</c:v>
                </c:pt>
                <c:pt idx="183">
                  <c:v>46030</c:v>
                </c:pt>
                <c:pt idx="184">
                  <c:v>46029</c:v>
                </c:pt>
                <c:pt idx="185">
                  <c:v>46028</c:v>
                </c:pt>
                <c:pt idx="186">
                  <c:v>46027</c:v>
                </c:pt>
                <c:pt idx="187">
                  <c:v>46026</c:v>
                </c:pt>
                <c:pt idx="188">
                  <c:v>46025</c:v>
                </c:pt>
                <c:pt idx="189">
                  <c:v>46024</c:v>
                </c:pt>
                <c:pt idx="190">
                  <c:v>46023</c:v>
                </c:pt>
                <c:pt idx="191">
                  <c:v>46022</c:v>
                </c:pt>
                <c:pt idx="192">
                  <c:v>46021</c:v>
                </c:pt>
                <c:pt idx="193">
                  <c:v>46020</c:v>
                </c:pt>
                <c:pt idx="194">
                  <c:v>46019</c:v>
                </c:pt>
                <c:pt idx="195">
                  <c:v>46018</c:v>
                </c:pt>
                <c:pt idx="196">
                  <c:v>46017</c:v>
                </c:pt>
                <c:pt idx="197">
                  <c:v>46016</c:v>
                </c:pt>
                <c:pt idx="198">
                  <c:v>46015</c:v>
                </c:pt>
                <c:pt idx="199">
                  <c:v>46014</c:v>
                </c:pt>
                <c:pt idx="200">
                  <c:v>46013</c:v>
                </c:pt>
                <c:pt idx="201">
                  <c:v>46012</c:v>
                </c:pt>
                <c:pt idx="202">
                  <c:v>46011</c:v>
                </c:pt>
                <c:pt idx="203">
                  <c:v>46010</c:v>
                </c:pt>
                <c:pt idx="204">
                  <c:v>46009</c:v>
                </c:pt>
                <c:pt idx="205">
                  <c:v>46008</c:v>
                </c:pt>
                <c:pt idx="206">
                  <c:v>46007</c:v>
                </c:pt>
                <c:pt idx="207">
                  <c:v>46006</c:v>
                </c:pt>
                <c:pt idx="208">
                  <c:v>46005</c:v>
                </c:pt>
                <c:pt idx="209">
                  <c:v>46004</c:v>
                </c:pt>
                <c:pt idx="210">
                  <c:v>46003</c:v>
                </c:pt>
                <c:pt idx="211">
                  <c:v>46002</c:v>
                </c:pt>
                <c:pt idx="212">
                  <c:v>46001</c:v>
                </c:pt>
                <c:pt idx="213">
                  <c:v>46000</c:v>
                </c:pt>
                <c:pt idx="214">
                  <c:v>45999</c:v>
                </c:pt>
                <c:pt idx="215">
                  <c:v>45998</c:v>
                </c:pt>
                <c:pt idx="216">
                  <c:v>45997</c:v>
                </c:pt>
                <c:pt idx="217">
                  <c:v>45996</c:v>
                </c:pt>
                <c:pt idx="218">
                  <c:v>45995</c:v>
                </c:pt>
                <c:pt idx="219">
                  <c:v>45994</c:v>
                </c:pt>
                <c:pt idx="220">
                  <c:v>45993</c:v>
                </c:pt>
                <c:pt idx="221">
                  <c:v>45992</c:v>
                </c:pt>
                <c:pt idx="222">
                  <c:v>45991</c:v>
                </c:pt>
                <c:pt idx="223">
                  <c:v>45990</c:v>
                </c:pt>
                <c:pt idx="224">
                  <c:v>45989</c:v>
                </c:pt>
                <c:pt idx="225">
                  <c:v>45988</c:v>
                </c:pt>
                <c:pt idx="226">
                  <c:v>45987</c:v>
                </c:pt>
                <c:pt idx="227">
                  <c:v>45986</c:v>
                </c:pt>
                <c:pt idx="228">
                  <c:v>45985</c:v>
                </c:pt>
                <c:pt idx="229">
                  <c:v>45984</c:v>
                </c:pt>
                <c:pt idx="230">
                  <c:v>45983</c:v>
                </c:pt>
                <c:pt idx="231">
                  <c:v>45982</c:v>
                </c:pt>
                <c:pt idx="232">
                  <c:v>45981</c:v>
                </c:pt>
                <c:pt idx="233">
                  <c:v>45980</c:v>
                </c:pt>
                <c:pt idx="234">
                  <c:v>45979</c:v>
                </c:pt>
                <c:pt idx="235">
                  <c:v>45978</c:v>
                </c:pt>
                <c:pt idx="236">
                  <c:v>45977</c:v>
                </c:pt>
                <c:pt idx="237">
                  <c:v>45976</c:v>
                </c:pt>
                <c:pt idx="238">
                  <c:v>45975</c:v>
                </c:pt>
                <c:pt idx="239">
                  <c:v>45974</c:v>
                </c:pt>
                <c:pt idx="240">
                  <c:v>45973</c:v>
                </c:pt>
                <c:pt idx="241">
                  <c:v>45972</c:v>
                </c:pt>
                <c:pt idx="242">
                  <c:v>45971</c:v>
                </c:pt>
                <c:pt idx="243">
                  <c:v>45970</c:v>
                </c:pt>
                <c:pt idx="244">
                  <c:v>45969</c:v>
                </c:pt>
                <c:pt idx="245">
                  <c:v>45968</c:v>
                </c:pt>
                <c:pt idx="246">
                  <c:v>45967</c:v>
                </c:pt>
                <c:pt idx="247">
                  <c:v>45966</c:v>
                </c:pt>
                <c:pt idx="248">
                  <c:v>45965</c:v>
                </c:pt>
                <c:pt idx="249">
                  <c:v>45964</c:v>
                </c:pt>
                <c:pt idx="250">
                  <c:v>45963</c:v>
                </c:pt>
                <c:pt idx="251">
                  <c:v>45962</c:v>
                </c:pt>
                <c:pt idx="252">
                  <c:v>45961</c:v>
                </c:pt>
                <c:pt idx="253">
                  <c:v>45960</c:v>
                </c:pt>
                <c:pt idx="254">
                  <c:v>45959</c:v>
                </c:pt>
                <c:pt idx="255">
                  <c:v>45958</c:v>
                </c:pt>
                <c:pt idx="256">
                  <c:v>45957</c:v>
                </c:pt>
                <c:pt idx="257">
                  <c:v>45956</c:v>
                </c:pt>
                <c:pt idx="258">
                  <c:v>45955</c:v>
                </c:pt>
                <c:pt idx="259">
                  <c:v>45954</c:v>
                </c:pt>
                <c:pt idx="260">
                  <c:v>45953</c:v>
                </c:pt>
                <c:pt idx="261">
                  <c:v>45952</c:v>
                </c:pt>
                <c:pt idx="262">
                  <c:v>45951</c:v>
                </c:pt>
                <c:pt idx="263">
                  <c:v>45950</c:v>
                </c:pt>
                <c:pt idx="264">
                  <c:v>45949</c:v>
                </c:pt>
                <c:pt idx="265">
                  <c:v>45948</c:v>
                </c:pt>
                <c:pt idx="266">
                  <c:v>45947</c:v>
                </c:pt>
                <c:pt idx="267">
                  <c:v>45946</c:v>
                </c:pt>
                <c:pt idx="268">
                  <c:v>45945</c:v>
                </c:pt>
                <c:pt idx="269">
                  <c:v>45944</c:v>
                </c:pt>
                <c:pt idx="270">
                  <c:v>45943</c:v>
                </c:pt>
                <c:pt idx="271">
                  <c:v>45942</c:v>
                </c:pt>
                <c:pt idx="272">
                  <c:v>45941</c:v>
                </c:pt>
                <c:pt idx="273">
                  <c:v>45940</c:v>
                </c:pt>
                <c:pt idx="274">
                  <c:v>45939</c:v>
                </c:pt>
                <c:pt idx="275">
                  <c:v>45938</c:v>
                </c:pt>
                <c:pt idx="276">
                  <c:v>45937</c:v>
                </c:pt>
                <c:pt idx="277">
                  <c:v>45936</c:v>
                </c:pt>
                <c:pt idx="278">
                  <c:v>45935</c:v>
                </c:pt>
                <c:pt idx="279">
                  <c:v>45934</c:v>
                </c:pt>
                <c:pt idx="280">
                  <c:v>45933</c:v>
                </c:pt>
                <c:pt idx="281">
                  <c:v>45932</c:v>
                </c:pt>
                <c:pt idx="282">
                  <c:v>45931</c:v>
                </c:pt>
                <c:pt idx="283">
                  <c:v>45930</c:v>
                </c:pt>
                <c:pt idx="284">
                  <c:v>45929</c:v>
                </c:pt>
                <c:pt idx="285">
                  <c:v>45928</c:v>
                </c:pt>
                <c:pt idx="286">
                  <c:v>45927</c:v>
                </c:pt>
                <c:pt idx="287">
                  <c:v>45926</c:v>
                </c:pt>
                <c:pt idx="288">
                  <c:v>45925</c:v>
                </c:pt>
                <c:pt idx="289">
                  <c:v>45924</c:v>
                </c:pt>
                <c:pt idx="290">
                  <c:v>45923</c:v>
                </c:pt>
                <c:pt idx="291">
                  <c:v>45922</c:v>
                </c:pt>
                <c:pt idx="292">
                  <c:v>45921</c:v>
                </c:pt>
                <c:pt idx="293">
                  <c:v>45920</c:v>
                </c:pt>
                <c:pt idx="294">
                  <c:v>45919</c:v>
                </c:pt>
                <c:pt idx="295">
                  <c:v>45918</c:v>
                </c:pt>
                <c:pt idx="296">
                  <c:v>45917</c:v>
                </c:pt>
                <c:pt idx="297">
                  <c:v>45916</c:v>
                </c:pt>
                <c:pt idx="298">
                  <c:v>45915</c:v>
                </c:pt>
                <c:pt idx="299">
                  <c:v>45914</c:v>
                </c:pt>
                <c:pt idx="300">
                  <c:v>45913</c:v>
                </c:pt>
                <c:pt idx="301">
                  <c:v>45912</c:v>
                </c:pt>
                <c:pt idx="302">
                  <c:v>45911</c:v>
                </c:pt>
                <c:pt idx="303">
                  <c:v>45910</c:v>
                </c:pt>
                <c:pt idx="304">
                  <c:v>45909</c:v>
                </c:pt>
                <c:pt idx="305">
                  <c:v>45908</c:v>
                </c:pt>
                <c:pt idx="306">
                  <c:v>45907</c:v>
                </c:pt>
                <c:pt idx="307">
                  <c:v>45906</c:v>
                </c:pt>
                <c:pt idx="308">
                  <c:v>45905</c:v>
                </c:pt>
                <c:pt idx="309">
                  <c:v>45904</c:v>
                </c:pt>
                <c:pt idx="310">
                  <c:v>45903</c:v>
                </c:pt>
                <c:pt idx="311">
                  <c:v>45902</c:v>
                </c:pt>
                <c:pt idx="312">
                  <c:v>45901</c:v>
                </c:pt>
                <c:pt idx="313">
                  <c:v>45900</c:v>
                </c:pt>
                <c:pt idx="314">
                  <c:v>45899</c:v>
                </c:pt>
                <c:pt idx="315">
                  <c:v>45898</c:v>
                </c:pt>
                <c:pt idx="316">
                  <c:v>45897</c:v>
                </c:pt>
                <c:pt idx="317">
                  <c:v>45896</c:v>
                </c:pt>
                <c:pt idx="318">
                  <c:v>45895</c:v>
                </c:pt>
                <c:pt idx="319">
                  <c:v>45894</c:v>
                </c:pt>
                <c:pt idx="320">
                  <c:v>45893</c:v>
                </c:pt>
                <c:pt idx="321">
                  <c:v>45892</c:v>
                </c:pt>
                <c:pt idx="322">
                  <c:v>45891</c:v>
                </c:pt>
                <c:pt idx="323">
                  <c:v>45890</c:v>
                </c:pt>
                <c:pt idx="324">
                  <c:v>45889</c:v>
                </c:pt>
                <c:pt idx="325">
                  <c:v>45888</c:v>
                </c:pt>
                <c:pt idx="326">
                  <c:v>45887</c:v>
                </c:pt>
                <c:pt idx="327">
                  <c:v>45886</c:v>
                </c:pt>
                <c:pt idx="328">
                  <c:v>45885</c:v>
                </c:pt>
                <c:pt idx="329">
                  <c:v>45884</c:v>
                </c:pt>
                <c:pt idx="330">
                  <c:v>45883</c:v>
                </c:pt>
                <c:pt idx="331">
                  <c:v>45882</c:v>
                </c:pt>
                <c:pt idx="332">
                  <c:v>45881</c:v>
                </c:pt>
                <c:pt idx="333">
                  <c:v>45880</c:v>
                </c:pt>
                <c:pt idx="334">
                  <c:v>45879</c:v>
                </c:pt>
                <c:pt idx="335">
                  <c:v>45878</c:v>
                </c:pt>
                <c:pt idx="336">
                  <c:v>45877</c:v>
                </c:pt>
                <c:pt idx="337">
                  <c:v>45876</c:v>
                </c:pt>
                <c:pt idx="338">
                  <c:v>45875</c:v>
                </c:pt>
                <c:pt idx="339">
                  <c:v>45874</c:v>
                </c:pt>
                <c:pt idx="340">
                  <c:v>45873</c:v>
                </c:pt>
                <c:pt idx="341">
                  <c:v>45872</c:v>
                </c:pt>
                <c:pt idx="342">
                  <c:v>45871</c:v>
                </c:pt>
                <c:pt idx="343">
                  <c:v>45870</c:v>
                </c:pt>
                <c:pt idx="344">
                  <c:v>45869</c:v>
                </c:pt>
                <c:pt idx="345">
                  <c:v>45868</c:v>
                </c:pt>
                <c:pt idx="346">
                  <c:v>45867</c:v>
                </c:pt>
                <c:pt idx="347">
                  <c:v>45866</c:v>
                </c:pt>
                <c:pt idx="348">
                  <c:v>45865</c:v>
                </c:pt>
                <c:pt idx="349">
                  <c:v>45864</c:v>
                </c:pt>
                <c:pt idx="350">
                  <c:v>45863</c:v>
                </c:pt>
                <c:pt idx="351">
                  <c:v>45862</c:v>
                </c:pt>
                <c:pt idx="352">
                  <c:v>45861</c:v>
                </c:pt>
                <c:pt idx="353">
                  <c:v>45860</c:v>
                </c:pt>
                <c:pt idx="354">
                  <c:v>45859</c:v>
                </c:pt>
                <c:pt idx="355">
                  <c:v>45858</c:v>
                </c:pt>
                <c:pt idx="356">
                  <c:v>45857</c:v>
                </c:pt>
                <c:pt idx="357">
                  <c:v>45856</c:v>
                </c:pt>
                <c:pt idx="358">
                  <c:v>45855</c:v>
                </c:pt>
                <c:pt idx="359">
                  <c:v>45854</c:v>
                </c:pt>
                <c:pt idx="360">
                  <c:v>45853</c:v>
                </c:pt>
                <c:pt idx="361">
                  <c:v>45852</c:v>
                </c:pt>
                <c:pt idx="362">
                  <c:v>45851</c:v>
                </c:pt>
                <c:pt idx="363">
                  <c:v>45850</c:v>
                </c:pt>
                <c:pt idx="364">
                  <c:v>45849</c:v>
                </c:pt>
                <c:pt idx="365">
                  <c:v>45848</c:v>
                </c:pt>
                <c:pt idx="366">
                  <c:v>45847</c:v>
                </c:pt>
                <c:pt idx="367">
                  <c:v>45846</c:v>
                </c:pt>
                <c:pt idx="368">
                  <c:v>45845</c:v>
                </c:pt>
                <c:pt idx="369">
                  <c:v>45844</c:v>
                </c:pt>
                <c:pt idx="370">
                  <c:v>45843</c:v>
                </c:pt>
                <c:pt idx="371">
                  <c:v>45842</c:v>
                </c:pt>
                <c:pt idx="372">
                  <c:v>45841</c:v>
                </c:pt>
                <c:pt idx="373">
                  <c:v>45840</c:v>
                </c:pt>
                <c:pt idx="374">
                  <c:v>45839</c:v>
                </c:pt>
                <c:pt idx="375">
                  <c:v>45838</c:v>
                </c:pt>
                <c:pt idx="376">
                  <c:v>45837</c:v>
                </c:pt>
                <c:pt idx="377">
                  <c:v>45836</c:v>
                </c:pt>
                <c:pt idx="378">
                  <c:v>45835</c:v>
                </c:pt>
                <c:pt idx="379">
                  <c:v>45834</c:v>
                </c:pt>
                <c:pt idx="380">
                  <c:v>45833</c:v>
                </c:pt>
                <c:pt idx="381">
                  <c:v>45832</c:v>
                </c:pt>
                <c:pt idx="382">
                  <c:v>45831</c:v>
                </c:pt>
                <c:pt idx="383">
                  <c:v>45830</c:v>
                </c:pt>
                <c:pt idx="384">
                  <c:v>45829</c:v>
                </c:pt>
                <c:pt idx="385">
                  <c:v>45828</c:v>
                </c:pt>
                <c:pt idx="386">
                  <c:v>45827</c:v>
                </c:pt>
                <c:pt idx="387">
                  <c:v>45826</c:v>
                </c:pt>
                <c:pt idx="388">
                  <c:v>45825</c:v>
                </c:pt>
                <c:pt idx="389">
                  <c:v>45824</c:v>
                </c:pt>
                <c:pt idx="390">
                  <c:v>45823</c:v>
                </c:pt>
                <c:pt idx="391">
                  <c:v>45822</c:v>
                </c:pt>
                <c:pt idx="392">
                  <c:v>45821</c:v>
                </c:pt>
                <c:pt idx="393">
                  <c:v>45820</c:v>
                </c:pt>
                <c:pt idx="394">
                  <c:v>45819</c:v>
                </c:pt>
                <c:pt idx="395">
                  <c:v>45818</c:v>
                </c:pt>
                <c:pt idx="396">
                  <c:v>45817</c:v>
                </c:pt>
                <c:pt idx="397">
                  <c:v>45816</c:v>
                </c:pt>
                <c:pt idx="398">
                  <c:v>45815</c:v>
                </c:pt>
                <c:pt idx="399">
                  <c:v>45814</c:v>
                </c:pt>
                <c:pt idx="400">
                  <c:v>45813</c:v>
                </c:pt>
                <c:pt idx="401">
                  <c:v>45812</c:v>
                </c:pt>
                <c:pt idx="402">
                  <c:v>45811</c:v>
                </c:pt>
                <c:pt idx="403">
                  <c:v>45810</c:v>
                </c:pt>
                <c:pt idx="404">
                  <c:v>45809</c:v>
                </c:pt>
                <c:pt idx="405">
                  <c:v>45808</c:v>
                </c:pt>
                <c:pt idx="406">
                  <c:v>45807</c:v>
                </c:pt>
                <c:pt idx="407">
                  <c:v>45806</c:v>
                </c:pt>
                <c:pt idx="408">
                  <c:v>45805</c:v>
                </c:pt>
                <c:pt idx="409">
                  <c:v>45804</c:v>
                </c:pt>
                <c:pt idx="410">
                  <c:v>45803</c:v>
                </c:pt>
                <c:pt idx="411">
                  <c:v>45802</c:v>
                </c:pt>
                <c:pt idx="412">
                  <c:v>45801</c:v>
                </c:pt>
                <c:pt idx="413">
                  <c:v>45800</c:v>
                </c:pt>
                <c:pt idx="414">
                  <c:v>45799</c:v>
                </c:pt>
                <c:pt idx="415">
                  <c:v>45798</c:v>
                </c:pt>
                <c:pt idx="416">
                  <c:v>45797</c:v>
                </c:pt>
                <c:pt idx="417">
                  <c:v>45796</c:v>
                </c:pt>
                <c:pt idx="418">
                  <c:v>45795</c:v>
                </c:pt>
                <c:pt idx="419">
                  <c:v>45794</c:v>
                </c:pt>
                <c:pt idx="420">
                  <c:v>45793</c:v>
                </c:pt>
                <c:pt idx="421">
                  <c:v>45792</c:v>
                </c:pt>
                <c:pt idx="422">
                  <c:v>45791</c:v>
                </c:pt>
                <c:pt idx="423">
                  <c:v>45790</c:v>
                </c:pt>
                <c:pt idx="424">
                  <c:v>45789</c:v>
                </c:pt>
                <c:pt idx="425">
                  <c:v>45788</c:v>
                </c:pt>
                <c:pt idx="426">
                  <c:v>45787</c:v>
                </c:pt>
                <c:pt idx="427">
                  <c:v>45786</c:v>
                </c:pt>
                <c:pt idx="428">
                  <c:v>45785</c:v>
                </c:pt>
                <c:pt idx="429">
                  <c:v>45784</c:v>
                </c:pt>
                <c:pt idx="430">
                  <c:v>45783</c:v>
                </c:pt>
                <c:pt idx="431">
                  <c:v>45782</c:v>
                </c:pt>
                <c:pt idx="432">
                  <c:v>45781</c:v>
                </c:pt>
                <c:pt idx="433">
                  <c:v>45780</c:v>
                </c:pt>
                <c:pt idx="434">
                  <c:v>45779</c:v>
                </c:pt>
                <c:pt idx="435">
                  <c:v>45778</c:v>
                </c:pt>
                <c:pt idx="436">
                  <c:v>45777</c:v>
                </c:pt>
                <c:pt idx="437">
                  <c:v>45776</c:v>
                </c:pt>
                <c:pt idx="438">
                  <c:v>45775</c:v>
                </c:pt>
                <c:pt idx="439">
                  <c:v>45774</c:v>
                </c:pt>
                <c:pt idx="440">
                  <c:v>45773</c:v>
                </c:pt>
                <c:pt idx="441">
                  <c:v>45772</c:v>
                </c:pt>
                <c:pt idx="442">
                  <c:v>45771</c:v>
                </c:pt>
                <c:pt idx="443">
                  <c:v>45770</c:v>
                </c:pt>
                <c:pt idx="444">
                  <c:v>45769</c:v>
                </c:pt>
                <c:pt idx="445">
                  <c:v>45768</c:v>
                </c:pt>
                <c:pt idx="446">
                  <c:v>45767</c:v>
                </c:pt>
                <c:pt idx="447">
                  <c:v>45766</c:v>
                </c:pt>
                <c:pt idx="448">
                  <c:v>45765</c:v>
                </c:pt>
                <c:pt idx="449">
                  <c:v>45764</c:v>
                </c:pt>
                <c:pt idx="450">
                  <c:v>45763</c:v>
                </c:pt>
                <c:pt idx="451">
                  <c:v>45762</c:v>
                </c:pt>
                <c:pt idx="452">
                  <c:v>45761</c:v>
                </c:pt>
                <c:pt idx="453">
                  <c:v>45760</c:v>
                </c:pt>
                <c:pt idx="454">
                  <c:v>45759</c:v>
                </c:pt>
                <c:pt idx="455">
                  <c:v>45758</c:v>
                </c:pt>
                <c:pt idx="456">
                  <c:v>45757</c:v>
                </c:pt>
                <c:pt idx="457">
                  <c:v>45756</c:v>
                </c:pt>
                <c:pt idx="458">
                  <c:v>45755</c:v>
                </c:pt>
                <c:pt idx="459">
                  <c:v>45754</c:v>
                </c:pt>
                <c:pt idx="460">
                  <c:v>45753</c:v>
                </c:pt>
                <c:pt idx="461">
                  <c:v>45752</c:v>
                </c:pt>
                <c:pt idx="462">
                  <c:v>45751</c:v>
                </c:pt>
                <c:pt idx="463">
                  <c:v>45750</c:v>
                </c:pt>
                <c:pt idx="464">
                  <c:v>45749</c:v>
                </c:pt>
                <c:pt idx="465">
                  <c:v>45748</c:v>
                </c:pt>
                <c:pt idx="466">
                  <c:v>45747</c:v>
                </c:pt>
                <c:pt idx="467">
                  <c:v>45746</c:v>
                </c:pt>
                <c:pt idx="468">
                  <c:v>45745</c:v>
                </c:pt>
                <c:pt idx="469">
                  <c:v>45744</c:v>
                </c:pt>
                <c:pt idx="470">
                  <c:v>45743</c:v>
                </c:pt>
                <c:pt idx="471">
                  <c:v>45742</c:v>
                </c:pt>
                <c:pt idx="472">
                  <c:v>45741</c:v>
                </c:pt>
                <c:pt idx="473">
                  <c:v>45740</c:v>
                </c:pt>
                <c:pt idx="474">
                  <c:v>45739</c:v>
                </c:pt>
                <c:pt idx="475">
                  <c:v>45738</c:v>
                </c:pt>
                <c:pt idx="476">
                  <c:v>45737</c:v>
                </c:pt>
                <c:pt idx="477">
                  <c:v>45736</c:v>
                </c:pt>
                <c:pt idx="478">
                  <c:v>45735</c:v>
                </c:pt>
                <c:pt idx="479">
                  <c:v>45734</c:v>
                </c:pt>
                <c:pt idx="480">
                  <c:v>45733</c:v>
                </c:pt>
                <c:pt idx="481">
                  <c:v>45732</c:v>
                </c:pt>
                <c:pt idx="482">
                  <c:v>45731</c:v>
                </c:pt>
                <c:pt idx="483">
                  <c:v>45730</c:v>
                </c:pt>
                <c:pt idx="484">
                  <c:v>45729</c:v>
                </c:pt>
                <c:pt idx="485">
                  <c:v>45728</c:v>
                </c:pt>
                <c:pt idx="486">
                  <c:v>45727</c:v>
                </c:pt>
                <c:pt idx="487">
                  <c:v>45726</c:v>
                </c:pt>
                <c:pt idx="488">
                  <c:v>45725</c:v>
                </c:pt>
                <c:pt idx="489">
                  <c:v>45724</c:v>
                </c:pt>
                <c:pt idx="490">
                  <c:v>45723</c:v>
                </c:pt>
                <c:pt idx="491">
                  <c:v>45722</c:v>
                </c:pt>
                <c:pt idx="492">
                  <c:v>45721</c:v>
                </c:pt>
                <c:pt idx="493">
                  <c:v>45720</c:v>
                </c:pt>
                <c:pt idx="494">
                  <c:v>45719</c:v>
                </c:pt>
                <c:pt idx="495">
                  <c:v>45718</c:v>
                </c:pt>
                <c:pt idx="496">
                  <c:v>45717</c:v>
                </c:pt>
                <c:pt idx="497">
                  <c:v>45716</c:v>
                </c:pt>
                <c:pt idx="498">
                  <c:v>45715</c:v>
                </c:pt>
                <c:pt idx="499">
                  <c:v>45714</c:v>
                </c:pt>
                <c:pt idx="500">
                  <c:v>45713</c:v>
                </c:pt>
                <c:pt idx="501">
                  <c:v>45712</c:v>
                </c:pt>
                <c:pt idx="502">
                  <c:v>45711</c:v>
                </c:pt>
                <c:pt idx="503">
                  <c:v>45710</c:v>
                </c:pt>
                <c:pt idx="504">
                  <c:v>45709</c:v>
                </c:pt>
                <c:pt idx="505">
                  <c:v>45708</c:v>
                </c:pt>
                <c:pt idx="506">
                  <c:v>45707</c:v>
                </c:pt>
                <c:pt idx="507">
                  <c:v>45706</c:v>
                </c:pt>
                <c:pt idx="508">
                  <c:v>45705</c:v>
                </c:pt>
                <c:pt idx="509">
                  <c:v>45704</c:v>
                </c:pt>
                <c:pt idx="510">
                  <c:v>45703</c:v>
                </c:pt>
                <c:pt idx="511">
                  <c:v>45702</c:v>
                </c:pt>
                <c:pt idx="512">
                  <c:v>45701</c:v>
                </c:pt>
                <c:pt idx="513">
                  <c:v>45700</c:v>
                </c:pt>
                <c:pt idx="514">
                  <c:v>45699</c:v>
                </c:pt>
                <c:pt idx="515">
                  <c:v>45698</c:v>
                </c:pt>
                <c:pt idx="516">
                  <c:v>45697</c:v>
                </c:pt>
                <c:pt idx="517">
                  <c:v>45696</c:v>
                </c:pt>
                <c:pt idx="518">
                  <c:v>45695</c:v>
                </c:pt>
                <c:pt idx="519">
                  <c:v>45694</c:v>
                </c:pt>
                <c:pt idx="520">
                  <c:v>45693</c:v>
                </c:pt>
                <c:pt idx="521">
                  <c:v>45692</c:v>
                </c:pt>
                <c:pt idx="522">
                  <c:v>45691</c:v>
                </c:pt>
                <c:pt idx="523">
                  <c:v>45690</c:v>
                </c:pt>
                <c:pt idx="524">
                  <c:v>45689</c:v>
                </c:pt>
                <c:pt idx="525">
                  <c:v>45688</c:v>
                </c:pt>
                <c:pt idx="526">
                  <c:v>45687</c:v>
                </c:pt>
                <c:pt idx="527">
                  <c:v>45686</c:v>
                </c:pt>
                <c:pt idx="528">
                  <c:v>45685</c:v>
                </c:pt>
                <c:pt idx="529">
                  <c:v>45684</c:v>
                </c:pt>
                <c:pt idx="530">
                  <c:v>45683</c:v>
                </c:pt>
                <c:pt idx="531">
                  <c:v>45682</c:v>
                </c:pt>
                <c:pt idx="532">
                  <c:v>45681</c:v>
                </c:pt>
                <c:pt idx="533">
                  <c:v>45680</c:v>
                </c:pt>
                <c:pt idx="534">
                  <c:v>45679</c:v>
                </c:pt>
                <c:pt idx="535">
                  <c:v>45678</c:v>
                </c:pt>
                <c:pt idx="536">
                  <c:v>45677</c:v>
                </c:pt>
                <c:pt idx="537">
                  <c:v>45676</c:v>
                </c:pt>
                <c:pt idx="538">
                  <c:v>45675</c:v>
                </c:pt>
                <c:pt idx="539">
                  <c:v>45674</c:v>
                </c:pt>
                <c:pt idx="540">
                  <c:v>45673</c:v>
                </c:pt>
                <c:pt idx="541">
                  <c:v>45672</c:v>
                </c:pt>
                <c:pt idx="542">
                  <c:v>45671</c:v>
                </c:pt>
                <c:pt idx="543">
                  <c:v>45670</c:v>
                </c:pt>
                <c:pt idx="544">
                  <c:v>45669</c:v>
                </c:pt>
                <c:pt idx="545">
                  <c:v>45668</c:v>
                </c:pt>
                <c:pt idx="546">
                  <c:v>45667</c:v>
                </c:pt>
                <c:pt idx="547">
                  <c:v>45666</c:v>
                </c:pt>
                <c:pt idx="548">
                  <c:v>45665</c:v>
                </c:pt>
                <c:pt idx="549">
                  <c:v>45664</c:v>
                </c:pt>
                <c:pt idx="550">
                  <c:v>45663</c:v>
                </c:pt>
                <c:pt idx="551">
                  <c:v>45662</c:v>
                </c:pt>
                <c:pt idx="552">
                  <c:v>45661</c:v>
                </c:pt>
                <c:pt idx="553">
                  <c:v>45660</c:v>
                </c:pt>
                <c:pt idx="554">
                  <c:v>45659</c:v>
                </c:pt>
                <c:pt idx="555">
                  <c:v>45658</c:v>
                </c:pt>
                <c:pt idx="556">
                  <c:v>45657</c:v>
                </c:pt>
                <c:pt idx="557">
                  <c:v>45656</c:v>
                </c:pt>
                <c:pt idx="558">
                  <c:v>45655</c:v>
                </c:pt>
                <c:pt idx="559">
                  <c:v>45654</c:v>
                </c:pt>
                <c:pt idx="560">
                  <c:v>45653</c:v>
                </c:pt>
                <c:pt idx="561">
                  <c:v>45652</c:v>
                </c:pt>
                <c:pt idx="562">
                  <c:v>45651</c:v>
                </c:pt>
                <c:pt idx="563">
                  <c:v>45650</c:v>
                </c:pt>
                <c:pt idx="564">
                  <c:v>45649</c:v>
                </c:pt>
                <c:pt idx="565">
                  <c:v>45648</c:v>
                </c:pt>
                <c:pt idx="566">
                  <c:v>45647</c:v>
                </c:pt>
                <c:pt idx="567">
                  <c:v>45646</c:v>
                </c:pt>
                <c:pt idx="568">
                  <c:v>45645</c:v>
                </c:pt>
                <c:pt idx="569">
                  <c:v>45644</c:v>
                </c:pt>
                <c:pt idx="570">
                  <c:v>45643</c:v>
                </c:pt>
                <c:pt idx="571">
                  <c:v>45642</c:v>
                </c:pt>
                <c:pt idx="572">
                  <c:v>45641</c:v>
                </c:pt>
                <c:pt idx="573">
                  <c:v>45640</c:v>
                </c:pt>
                <c:pt idx="574">
                  <c:v>45639</c:v>
                </c:pt>
                <c:pt idx="575">
                  <c:v>45638</c:v>
                </c:pt>
                <c:pt idx="576">
                  <c:v>45637</c:v>
                </c:pt>
                <c:pt idx="577">
                  <c:v>45636</c:v>
                </c:pt>
                <c:pt idx="578">
                  <c:v>45635</c:v>
                </c:pt>
                <c:pt idx="579">
                  <c:v>45634</c:v>
                </c:pt>
                <c:pt idx="580">
                  <c:v>45633</c:v>
                </c:pt>
                <c:pt idx="581">
                  <c:v>45632</c:v>
                </c:pt>
                <c:pt idx="582">
                  <c:v>45631</c:v>
                </c:pt>
                <c:pt idx="583">
                  <c:v>45630</c:v>
                </c:pt>
                <c:pt idx="584">
                  <c:v>45629</c:v>
                </c:pt>
                <c:pt idx="585">
                  <c:v>45628</c:v>
                </c:pt>
                <c:pt idx="586">
                  <c:v>45627</c:v>
                </c:pt>
                <c:pt idx="587">
                  <c:v>45626</c:v>
                </c:pt>
                <c:pt idx="588">
                  <c:v>45625</c:v>
                </c:pt>
                <c:pt idx="589">
                  <c:v>45624</c:v>
                </c:pt>
                <c:pt idx="590">
                  <c:v>45623</c:v>
                </c:pt>
                <c:pt idx="591">
                  <c:v>45622</c:v>
                </c:pt>
                <c:pt idx="592">
                  <c:v>45621</c:v>
                </c:pt>
                <c:pt idx="593">
                  <c:v>45620</c:v>
                </c:pt>
                <c:pt idx="594">
                  <c:v>45619</c:v>
                </c:pt>
                <c:pt idx="595">
                  <c:v>45618</c:v>
                </c:pt>
                <c:pt idx="596">
                  <c:v>45617</c:v>
                </c:pt>
                <c:pt idx="597">
                  <c:v>45616</c:v>
                </c:pt>
                <c:pt idx="598">
                  <c:v>45615</c:v>
                </c:pt>
                <c:pt idx="599">
                  <c:v>45614</c:v>
                </c:pt>
                <c:pt idx="600">
                  <c:v>45613</c:v>
                </c:pt>
                <c:pt idx="601">
                  <c:v>45612</c:v>
                </c:pt>
                <c:pt idx="602">
                  <c:v>45611</c:v>
                </c:pt>
                <c:pt idx="603">
                  <c:v>45610</c:v>
                </c:pt>
                <c:pt idx="604">
                  <c:v>45609</c:v>
                </c:pt>
                <c:pt idx="605">
                  <c:v>45608</c:v>
                </c:pt>
                <c:pt idx="606">
                  <c:v>45607</c:v>
                </c:pt>
                <c:pt idx="607">
                  <c:v>45606</c:v>
                </c:pt>
                <c:pt idx="608">
                  <c:v>45605</c:v>
                </c:pt>
                <c:pt idx="609">
                  <c:v>45604</c:v>
                </c:pt>
                <c:pt idx="610">
                  <c:v>45603</c:v>
                </c:pt>
                <c:pt idx="611">
                  <c:v>45602</c:v>
                </c:pt>
                <c:pt idx="612">
                  <c:v>45601</c:v>
                </c:pt>
                <c:pt idx="613">
                  <c:v>45600</c:v>
                </c:pt>
                <c:pt idx="614">
                  <c:v>45599</c:v>
                </c:pt>
                <c:pt idx="615">
                  <c:v>45598</c:v>
                </c:pt>
                <c:pt idx="616">
                  <c:v>45597</c:v>
                </c:pt>
                <c:pt idx="617">
                  <c:v>45596</c:v>
                </c:pt>
                <c:pt idx="618">
                  <c:v>45595</c:v>
                </c:pt>
                <c:pt idx="619">
                  <c:v>45594</c:v>
                </c:pt>
                <c:pt idx="620">
                  <c:v>45593</c:v>
                </c:pt>
                <c:pt idx="621">
                  <c:v>45592</c:v>
                </c:pt>
                <c:pt idx="622">
                  <c:v>45591</c:v>
                </c:pt>
                <c:pt idx="623">
                  <c:v>45590</c:v>
                </c:pt>
                <c:pt idx="624">
                  <c:v>45589</c:v>
                </c:pt>
                <c:pt idx="625">
                  <c:v>45588</c:v>
                </c:pt>
                <c:pt idx="626">
                  <c:v>45587</c:v>
                </c:pt>
                <c:pt idx="627">
                  <c:v>45586</c:v>
                </c:pt>
                <c:pt idx="628">
                  <c:v>45585</c:v>
                </c:pt>
                <c:pt idx="629">
                  <c:v>45584</c:v>
                </c:pt>
                <c:pt idx="630">
                  <c:v>45583</c:v>
                </c:pt>
                <c:pt idx="631">
                  <c:v>45582</c:v>
                </c:pt>
                <c:pt idx="632">
                  <c:v>45581</c:v>
                </c:pt>
                <c:pt idx="633">
                  <c:v>45580</c:v>
                </c:pt>
                <c:pt idx="634">
                  <c:v>45579</c:v>
                </c:pt>
                <c:pt idx="635">
                  <c:v>45578</c:v>
                </c:pt>
                <c:pt idx="636">
                  <c:v>45577</c:v>
                </c:pt>
                <c:pt idx="637">
                  <c:v>45576</c:v>
                </c:pt>
                <c:pt idx="638">
                  <c:v>45575</c:v>
                </c:pt>
                <c:pt idx="639">
                  <c:v>45574</c:v>
                </c:pt>
                <c:pt idx="640">
                  <c:v>45573</c:v>
                </c:pt>
                <c:pt idx="641">
                  <c:v>45572</c:v>
                </c:pt>
                <c:pt idx="642">
                  <c:v>45571</c:v>
                </c:pt>
                <c:pt idx="643">
                  <c:v>45570</c:v>
                </c:pt>
                <c:pt idx="644">
                  <c:v>45569</c:v>
                </c:pt>
                <c:pt idx="645">
                  <c:v>45568</c:v>
                </c:pt>
                <c:pt idx="646">
                  <c:v>45567</c:v>
                </c:pt>
                <c:pt idx="647">
                  <c:v>45566</c:v>
                </c:pt>
                <c:pt idx="648">
                  <c:v>45565</c:v>
                </c:pt>
                <c:pt idx="649">
                  <c:v>45564</c:v>
                </c:pt>
                <c:pt idx="650">
                  <c:v>45563</c:v>
                </c:pt>
                <c:pt idx="651">
                  <c:v>45562</c:v>
                </c:pt>
                <c:pt idx="652">
                  <c:v>45561</c:v>
                </c:pt>
                <c:pt idx="653">
                  <c:v>45560</c:v>
                </c:pt>
                <c:pt idx="654">
                  <c:v>45559</c:v>
                </c:pt>
                <c:pt idx="655">
                  <c:v>45558</c:v>
                </c:pt>
                <c:pt idx="656">
                  <c:v>45557</c:v>
                </c:pt>
                <c:pt idx="657">
                  <c:v>45556</c:v>
                </c:pt>
                <c:pt idx="658">
                  <c:v>45555</c:v>
                </c:pt>
                <c:pt idx="659">
                  <c:v>45554</c:v>
                </c:pt>
                <c:pt idx="660">
                  <c:v>45553</c:v>
                </c:pt>
                <c:pt idx="661">
                  <c:v>45552</c:v>
                </c:pt>
                <c:pt idx="662">
                  <c:v>45551</c:v>
                </c:pt>
                <c:pt idx="663">
                  <c:v>45550</c:v>
                </c:pt>
                <c:pt idx="664">
                  <c:v>45549</c:v>
                </c:pt>
                <c:pt idx="665">
                  <c:v>45548</c:v>
                </c:pt>
                <c:pt idx="666">
                  <c:v>45547</c:v>
                </c:pt>
                <c:pt idx="667">
                  <c:v>45546</c:v>
                </c:pt>
                <c:pt idx="668">
                  <c:v>45545</c:v>
                </c:pt>
                <c:pt idx="669">
                  <c:v>45544</c:v>
                </c:pt>
                <c:pt idx="670">
                  <c:v>45543</c:v>
                </c:pt>
                <c:pt idx="671">
                  <c:v>45542</c:v>
                </c:pt>
                <c:pt idx="672">
                  <c:v>45541</c:v>
                </c:pt>
                <c:pt idx="673">
                  <c:v>45540</c:v>
                </c:pt>
                <c:pt idx="674">
                  <c:v>45539</c:v>
                </c:pt>
                <c:pt idx="675">
                  <c:v>45538</c:v>
                </c:pt>
                <c:pt idx="676">
                  <c:v>45537</c:v>
                </c:pt>
                <c:pt idx="677">
                  <c:v>45536</c:v>
                </c:pt>
                <c:pt idx="678">
                  <c:v>45535</c:v>
                </c:pt>
                <c:pt idx="679">
                  <c:v>45534</c:v>
                </c:pt>
                <c:pt idx="680">
                  <c:v>45533</c:v>
                </c:pt>
                <c:pt idx="681">
                  <c:v>45532</c:v>
                </c:pt>
                <c:pt idx="682">
                  <c:v>45531</c:v>
                </c:pt>
                <c:pt idx="683">
                  <c:v>45530</c:v>
                </c:pt>
                <c:pt idx="684">
                  <c:v>45529</c:v>
                </c:pt>
                <c:pt idx="685">
                  <c:v>45528</c:v>
                </c:pt>
                <c:pt idx="686">
                  <c:v>45527</c:v>
                </c:pt>
                <c:pt idx="687">
                  <c:v>45526</c:v>
                </c:pt>
                <c:pt idx="688">
                  <c:v>45525</c:v>
                </c:pt>
                <c:pt idx="689">
                  <c:v>45524</c:v>
                </c:pt>
                <c:pt idx="690">
                  <c:v>45523</c:v>
                </c:pt>
                <c:pt idx="691">
                  <c:v>45522</c:v>
                </c:pt>
                <c:pt idx="692">
                  <c:v>45521</c:v>
                </c:pt>
                <c:pt idx="693">
                  <c:v>45520</c:v>
                </c:pt>
                <c:pt idx="694">
                  <c:v>45519</c:v>
                </c:pt>
                <c:pt idx="695">
                  <c:v>45518</c:v>
                </c:pt>
                <c:pt idx="696">
                  <c:v>45517</c:v>
                </c:pt>
                <c:pt idx="697">
                  <c:v>45516</c:v>
                </c:pt>
                <c:pt idx="698">
                  <c:v>45515</c:v>
                </c:pt>
                <c:pt idx="699">
                  <c:v>45514</c:v>
                </c:pt>
                <c:pt idx="700">
                  <c:v>45513</c:v>
                </c:pt>
                <c:pt idx="701">
                  <c:v>45512</c:v>
                </c:pt>
                <c:pt idx="702">
                  <c:v>45511</c:v>
                </c:pt>
                <c:pt idx="703">
                  <c:v>45510</c:v>
                </c:pt>
                <c:pt idx="704">
                  <c:v>45509</c:v>
                </c:pt>
                <c:pt idx="705">
                  <c:v>45508</c:v>
                </c:pt>
                <c:pt idx="706">
                  <c:v>45507</c:v>
                </c:pt>
                <c:pt idx="707">
                  <c:v>45506</c:v>
                </c:pt>
                <c:pt idx="708">
                  <c:v>45505</c:v>
                </c:pt>
                <c:pt idx="709">
                  <c:v>45504</c:v>
                </c:pt>
                <c:pt idx="710">
                  <c:v>45503</c:v>
                </c:pt>
                <c:pt idx="711">
                  <c:v>45502</c:v>
                </c:pt>
                <c:pt idx="712">
                  <c:v>45501</c:v>
                </c:pt>
                <c:pt idx="713">
                  <c:v>45500</c:v>
                </c:pt>
                <c:pt idx="714">
                  <c:v>45499</c:v>
                </c:pt>
                <c:pt idx="715">
                  <c:v>45498</c:v>
                </c:pt>
                <c:pt idx="716">
                  <c:v>45497</c:v>
                </c:pt>
                <c:pt idx="717">
                  <c:v>45496</c:v>
                </c:pt>
                <c:pt idx="718">
                  <c:v>45495</c:v>
                </c:pt>
                <c:pt idx="719">
                  <c:v>45494</c:v>
                </c:pt>
                <c:pt idx="720">
                  <c:v>45493</c:v>
                </c:pt>
                <c:pt idx="721">
                  <c:v>45492</c:v>
                </c:pt>
                <c:pt idx="722">
                  <c:v>45491</c:v>
                </c:pt>
                <c:pt idx="723">
                  <c:v>45490</c:v>
                </c:pt>
                <c:pt idx="724">
                  <c:v>45489</c:v>
                </c:pt>
                <c:pt idx="725">
                  <c:v>45488</c:v>
                </c:pt>
                <c:pt idx="726">
                  <c:v>45487</c:v>
                </c:pt>
                <c:pt idx="727">
                  <c:v>45486</c:v>
                </c:pt>
                <c:pt idx="728">
                  <c:v>45485</c:v>
                </c:pt>
                <c:pt idx="729">
                  <c:v>45484</c:v>
                </c:pt>
                <c:pt idx="730">
                  <c:v>45483</c:v>
                </c:pt>
                <c:pt idx="731">
                  <c:v>45482</c:v>
                </c:pt>
                <c:pt idx="732">
                  <c:v>45481</c:v>
                </c:pt>
                <c:pt idx="733">
                  <c:v>45480</c:v>
                </c:pt>
                <c:pt idx="734">
                  <c:v>45479</c:v>
                </c:pt>
                <c:pt idx="735">
                  <c:v>45478</c:v>
                </c:pt>
                <c:pt idx="736">
                  <c:v>45477</c:v>
                </c:pt>
                <c:pt idx="737">
                  <c:v>45476</c:v>
                </c:pt>
                <c:pt idx="738">
                  <c:v>45475</c:v>
                </c:pt>
                <c:pt idx="739">
                  <c:v>45474</c:v>
                </c:pt>
                <c:pt idx="740">
                  <c:v>45473</c:v>
                </c:pt>
                <c:pt idx="741">
                  <c:v>45472</c:v>
                </c:pt>
                <c:pt idx="742">
                  <c:v>45471</c:v>
                </c:pt>
                <c:pt idx="743">
                  <c:v>45470</c:v>
                </c:pt>
                <c:pt idx="744">
                  <c:v>45469</c:v>
                </c:pt>
                <c:pt idx="745">
                  <c:v>45468</c:v>
                </c:pt>
                <c:pt idx="746">
                  <c:v>45467</c:v>
                </c:pt>
                <c:pt idx="747">
                  <c:v>45466</c:v>
                </c:pt>
                <c:pt idx="748">
                  <c:v>45465</c:v>
                </c:pt>
                <c:pt idx="749">
                  <c:v>45464</c:v>
                </c:pt>
                <c:pt idx="750">
                  <c:v>45463</c:v>
                </c:pt>
                <c:pt idx="751">
                  <c:v>45462</c:v>
                </c:pt>
                <c:pt idx="752">
                  <c:v>45461</c:v>
                </c:pt>
                <c:pt idx="753">
                  <c:v>45460</c:v>
                </c:pt>
                <c:pt idx="754">
                  <c:v>45459</c:v>
                </c:pt>
                <c:pt idx="755">
                  <c:v>45458</c:v>
                </c:pt>
                <c:pt idx="756">
                  <c:v>45457</c:v>
                </c:pt>
                <c:pt idx="757">
                  <c:v>45456</c:v>
                </c:pt>
                <c:pt idx="758">
                  <c:v>45455</c:v>
                </c:pt>
                <c:pt idx="759">
                  <c:v>45454</c:v>
                </c:pt>
                <c:pt idx="760">
                  <c:v>45453</c:v>
                </c:pt>
                <c:pt idx="761">
                  <c:v>45452</c:v>
                </c:pt>
                <c:pt idx="762">
                  <c:v>45451</c:v>
                </c:pt>
                <c:pt idx="763">
                  <c:v>45450</c:v>
                </c:pt>
                <c:pt idx="764">
                  <c:v>45449</c:v>
                </c:pt>
                <c:pt idx="765">
                  <c:v>45448</c:v>
                </c:pt>
                <c:pt idx="766">
                  <c:v>45447</c:v>
                </c:pt>
                <c:pt idx="767">
                  <c:v>45446</c:v>
                </c:pt>
                <c:pt idx="768">
                  <c:v>45445</c:v>
                </c:pt>
                <c:pt idx="769">
                  <c:v>45444</c:v>
                </c:pt>
                <c:pt idx="770">
                  <c:v>45443</c:v>
                </c:pt>
                <c:pt idx="771">
                  <c:v>45442</c:v>
                </c:pt>
                <c:pt idx="772">
                  <c:v>45441</c:v>
                </c:pt>
                <c:pt idx="773">
                  <c:v>45440</c:v>
                </c:pt>
                <c:pt idx="774">
                  <c:v>45439</c:v>
                </c:pt>
                <c:pt idx="775">
                  <c:v>45438</c:v>
                </c:pt>
                <c:pt idx="776">
                  <c:v>45437</c:v>
                </c:pt>
                <c:pt idx="777">
                  <c:v>45436</c:v>
                </c:pt>
                <c:pt idx="778">
                  <c:v>45435</c:v>
                </c:pt>
                <c:pt idx="779">
                  <c:v>45434</c:v>
                </c:pt>
                <c:pt idx="780">
                  <c:v>45433</c:v>
                </c:pt>
                <c:pt idx="781">
                  <c:v>45432</c:v>
                </c:pt>
                <c:pt idx="782">
                  <c:v>45431</c:v>
                </c:pt>
                <c:pt idx="783">
                  <c:v>45430</c:v>
                </c:pt>
                <c:pt idx="784">
                  <c:v>45429</c:v>
                </c:pt>
                <c:pt idx="785">
                  <c:v>45428</c:v>
                </c:pt>
                <c:pt idx="786">
                  <c:v>45427</c:v>
                </c:pt>
                <c:pt idx="787">
                  <c:v>45426</c:v>
                </c:pt>
                <c:pt idx="788">
                  <c:v>45425</c:v>
                </c:pt>
                <c:pt idx="789">
                  <c:v>45424</c:v>
                </c:pt>
                <c:pt idx="790">
                  <c:v>45423</c:v>
                </c:pt>
                <c:pt idx="791">
                  <c:v>45422</c:v>
                </c:pt>
                <c:pt idx="792">
                  <c:v>45421</c:v>
                </c:pt>
                <c:pt idx="793">
                  <c:v>45420</c:v>
                </c:pt>
                <c:pt idx="794">
                  <c:v>45419</c:v>
                </c:pt>
                <c:pt idx="795">
                  <c:v>45418</c:v>
                </c:pt>
                <c:pt idx="796">
                  <c:v>45417</c:v>
                </c:pt>
                <c:pt idx="797">
                  <c:v>45416</c:v>
                </c:pt>
                <c:pt idx="798">
                  <c:v>45415</c:v>
                </c:pt>
                <c:pt idx="799">
                  <c:v>45414</c:v>
                </c:pt>
                <c:pt idx="800">
                  <c:v>45413</c:v>
                </c:pt>
                <c:pt idx="801">
                  <c:v>45412</c:v>
                </c:pt>
                <c:pt idx="802">
                  <c:v>45411</c:v>
                </c:pt>
                <c:pt idx="803">
                  <c:v>45410</c:v>
                </c:pt>
                <c:pt idx="804">
                  <c:v>45409</c:v>
                </c:pt>
                <c:pt idx="805">
                  <c:v>45408</c:v>
                </c:pt>
                <c:pt idx="806">
                  <c:v>45407</c:v>
                </c:pt>
                <c:pt idx="807">
                  <c:v>45406</c:v>
                </c:pt>
                <c:pt idx="808">
                  <c:v>45405</c:v>
                </c:pt>
                <c:pt idx="809">
                  <c:v>45404</c:v>
                </c:pt>
                <c:pt idx="810">
                  <c:v>45403</c:v>
                </c:pt>
                <c:pt idx="811">
                  <c:v>45402</c:v>
                </c:pt>
                <c:pt idx="812">
                  <c:v>45401</c:v>
                </c:pt>
                <c:pt idx="813">
                  <c:v>45400</c:v>
                </c:pt>
                <c:pt idx="814">
                  <c:v>45399</c:v>
                </c:pt>
                <c:pt idx="815">
                  <c:v>45398</c:v>
                </c:pt>
                <c:pt idx="816">
                  <c:v>45397</c:v>
                </c:pt>
                <c:pt idx="817">
                  <c:v>45396</c:v>
                </c:pt>
                <c:pt idx="818">
                  <c:v>45395</c:v>
                </c:pt>
                <c:pt idx="819">
                  <c:v>45394</c:v>
                </c:pt>
                <c:pt idx="820">
                  <c:v>45393</c:v>
                </c:pt>
                <c:pt idx="821">
                  <c:v>45392</c:v>
                </c:pt>
                <c:pt idx="822">
                  <c:v>45391</c:v>
                </c:pt>
                <c:pt idx="823">
                  <c:v>45390</c:v>
                </c:pt>
                <c:pt idx="824">
                  <c:v>45389</c:v>
                </c:pt>
                <c:pt idx="825">
                  <c:v>45388</c:v>
                </c:pt>
                <c:pt idx="826">
                  <c:v>45387</c:v>
                </c:pt>
                <c:pt idx="827">
                  <c:v>45386</c:v>
                </c:pt>
                <c:pt idx="828">
                  <c:v>45385</c:v>
                </c:pt>
                <c:pt idx="829">
                  <c:v>45384</c:v>
                </c:pt>
                <c:pt idx="830">
                  <c:v>45383</c:v>
                </c:pt>
                <c:pt idx="831">
                  <c:v>45382</c:v>
                </c:pt>
                <c:pt idx="832">
                  <c:v>45381</c:v>
                </c:pt>
                <c:pt idx="833">
                  <c:v>45380</c:v>
                </c:pt>
                <c:pt idx="834">
                  <c:v>45379</c:v>
                </c:pt>
                <c:pt idx="835">
                  <c:v>45378</c:v>
                </c:pt>
                <c:pt idx="836">
                  <c:v>45377</c:v>
                </c:pt>
                <c:pt idx="837">
                  <c:v>45376</c:v>
                </c:pt>
                <c:pt idx="838">
                  <c:v>45375</c:v>
                </c:pt>
                <c:pt idx="839">
                  <c:v>45374</c:v>
                </c:pt>
                <c:pt idx="840">
                  <c:v>45373</c:v>
                </c:pt>
                <c:pt idx="841">
                  <c:v>45372</c:v>
                </c:pt>
                <c:pt idx="842">
                  <c:v>45371</c:v>
                </c:pt>
                <c:pt idx="843">
                  <c:v>45370</c:v>
                </c:pt>
                <c:pt idx="844">
                  <c:v>45369</c:v>
                </c:pt>
                <c:pt idx="845">
                  <c:v>45368</c:v>
                </c:pt>
                <c:pt idx="846">
                  <c:v>45367</c:v>
                </c:pt>
                <c:pt idx="847">
                  <c:v>45366</c:v>
                </c:pt>
                <c:pt idx="848">
                  <c:v>45365</c:v>
                </c:pt>
                <c:pt idx="849">
                  <c:v>45364</c:v>
                </c:pt>
                <c:pt idx="850">
                  <c:v>45363</c:v>
                </c:pt>
                <c:pt idx="851">
                  <c:v>45362</c:v>
                </c:pt>
                <c:pt idx="852">
                  <c:v>45361</c:v>
                </c:pt>
                <c:pt idx="853">
                  <c:v>45360</c:v>
                </c:pt>
                <c:pt idx="854">
                  <c:v>45359</c:v>
                </c:pt>
                <c:pt idx="855">
                  <c:v>45358</c:v>
                </c:pt>
                <c:pt idx="856">
                  <c:v>45357</c:v>
                </c:pt>
                <c:pt idx="857">
                  <c:v>45356</c:v>
                </c:pt>
                <c:pt idx="858">
                  <c:v>45355</c:v>
                </c:pt>
                <c:pt idx="859">
                  <c:v>45354</c:v>
                </c:pt>
                <c:pt idx="860">
                  <c:v>45353</c:v>
                </c:pt>
                <c:pt idx="861">
                  <c:v>45352</c:v>
                </c:pt>
                <c:pt idx="862">
                  <c:v>45351</c:v>
                </c:pt>
                <c:pt idx="863">
                  <c:v>45350</c:v>
                </c:pt>
                <c:pt idx="864">
                  <c:v>45349</c:v>
                </c:pt>
                <c:pt idx="865">
                  <c:v>45348</c:v>
                </c:pt>
                <c:pt idx="866">
                  <c:v>45347</c:v>
                </c:pt>
                <c:pt idx="867">
                  <c:v>45346</c:v>
                </c:pt>
                <c:pt idx="868">
                  <c:v>45345</c:v>
                </c:pt>
                <c:pt idx="869">
                  <c:v>45344</c:v>
                </c:pt>
                <c:pt idx="870">
                  <c:v>45343</c:v>
                </c:pt>
                <c:pt idx="871">
                  <c:v>45342</c:v>
                </c:pt>
                <c:pt idx="872">
                  <c:v>45341</c:v>
                </c:pt>
                <c:pt idx="873">
                  <c:v>45340</c:v>
                </c:pt>
                <c:pt idx="874">
                  <c:v>45339</c:v>
                </c:pt>
                <c:pt idx="875">
                  <c:v>45338</c:v>
                </c:pt>
                <c:pt idx="876">
                  <c:v>45337</c:v>
                </c:pt>
                <c:pt idx="877">
                  <c:v>45336</c:v>
                </c:pt>
                <c:pt idx="878">
                  <c:v>45335</c:v>
                </c:pt>
                <c:pt idx="879">
                  <c:v>45334</c:v>
                </c:pt>
                <c:pt idx="880">
                  <c:v>45333</c:v>
                </c:pt>
                <c:pt idx="881">
                  <c:v>45332</c:v>
                </c:pt>
                <c:pt idx="882">
                  <c:v>45331</c:v>
                </c:pt>
                <c:pt idx="883">
                  <c:v>45330</c:v>
                </c:pt>
                <c:pt idx="884">
                  <c:v>45329</c:v>
                </c:pt>
                <c:pt idx="885">
                  <c:v>45328</c:v>
                </c:pt>
                <c:pt idx="886">
                  <c:v>45327</c:v>
                </c:pt>
                <c:pt idx="887">
                  <c:v>45326</c:v>
                </c:pt>
                <c:pt idx="888">
                  <c:v>45325</c:v>
                </c:pt>
                <c:pt idx="889">
                  <c:v>45324</c:v>
                </c:pt>
                <c:pt idx="890">
                  <c:v>45323</c:v>
                </c:pt>
                <c:pt idx="891">
                  <c:v>45322</c:v>
                </c:pt>
                <c:pt idx="892">
                  <c:v>45321</c:v>
                </c:pt>
                <c:pt idx="893">
                  <c:v>45320</c:v>
                </c:pt>
                <c:pt idx="894">
                  <c:v>45319</c:v>
                </c:pt>
                <c:pt idx="895">
                  <c:v>45318</c:v>
                </c:pt>
                <c:pt idx="896">
                  <c:v>45317</c:v>
                </c:pt>
                <c:pt idx="897">
                  <c:v>45316</c:v>
                </c:pt>
                <c:pt idx="898">
                  <c:v>45315</c:v>
                </c:pt>
                <c:pt idx="899">
                  <c:v>45314</c:v>
                </c:pt>
                <c:pt idx="900">
                  <c:v>45313</c:v>
                </c:pt>
                <c:pt idx="901">
                  <c:v>45312</c:v>
                </c:pt>
                <c:pt idx="902">
                  <c:v>45311</c:v>
                </c:pt>
                <c:pt idx="903">
                  <c:v>45310</c:v>
                </c:pt>
                <c:pt idx="904">
                  <c:v>45309</c:v>
                </c:pt>
                <c:pt idx="905">
                  <c:v>45308</c:v>
                </c:pt>
                <c:pt idx="906">
                  <c:v>45307</c:v>
                </c:pt>
                <c:pt idx="907">
                  <c:v>45306</c:v>
                </c:pt>
                <c:pt idx="908">
                  <c:v>45305</c:v>
                </c:pt>
                <c:pt idx="909">
                  <c:v>45304</c:v>
                </c:pt>
                <c:pt idx="910">
                  <c:v>45303</c:v>
                </c:pt>
                <c:pt idx="911">
                  <c:v>45302</c:v>
                </c:pt>
                <c:pt idx="912">
                  <c:v>45301</c:v>
                </c:pt>
                <c:pt idx="913">
                  <c:v>45300</c:v>
                </c:pt>
                <c:pt idx="914">
                  <c:v>45299</c:v>
                </c:pt>
                <c:pt idx="915">
                  <c:v>45298</c:v>
                </c:pt>
                <c:pt idx="916">
                  <c:v>45297</c:v>
                </c:pt>
                <c:pt idx="917">
                  <c:v>45296</c:v>
                </c:pt>
                <c:pt idx="918">
                  <c:v>45295</c:v>
                </c:pt>
                <c:pt idx="919">
                  <c:v>45294</c:v>
                </c:pt>
                <c:pt idx="920">
                  <c:v>45293</c:v>
                </c:pt>
                <c:pt idx="921">
                  <c:v>45292</c:v>
                </c:pt>
                <c:pt idx="922">
                  <c:v>45291</c:v>
                </c:pt>
                <c:pt idx="923">
                  <c:v>45290</c:v>
                </c:pt>
                <c:pt idx="924">
                  <c:v>45289</c:v>
                </c:pt>
                <c:pt idx="925">
                  <c:v>45288</c:v>
                </c:pt>
                <c:pt idx="926">
                  <c:v>45287</c:v>
                </c:pt>
                <c:pt idx="927">
                  <c:v>45286</c:v>
                </c:pt>
                <c:pt idx="928">
                  <c:v>45285</c:v>
                </c:pt>
                <c:pt idx="929">
                  <c:v>45284</c:v>
                </c:pt>
                <c:pt idx="930">
                  <c:v>45283</c:v>
                </c:pt>
                <c:pt idx="931">
                  <c:v>45282</c:v>
                </c:pt>
                <c:pt idx="932">
                  <c:v>45281</c:v>
                </c:pt>
                <c:pt idx="933">
                  <c:v>45280</c:v>
                </c:pt>
                <c:pt idx="934">
                  <c:v>45279</c:v>
                </c:pt>
                <c:pt idx="935">
                  <c:v>45278</c:v>
                </c:pt>
                <c:pt idx="936">
                  <c:v>45277</c:v>
                </c:pt>
                <c:pt idx="937">
                  <c:v>45276</c:v>
                </c:pt>
                <c:pt idx="938">
                  <c:v>45275</c:v>
                </c:pt>
                <c:pt idx="939">
                  <c:v>45274</c:v>
                </c:pt>
                <c:pt idx="940">
                  <c:v>45273</c:v>
                </c:pt>
                <c:pt idx="941">
                  <c:v>45272</c:v>
                </c:pt>
                <c:pt idx="942">
                  <c:v>45271</c:v>
                </c:pt>
                <c:pt idx="943">
                  <c:v>45270</c:v>
                </c:pt>
                <c:pt idx="944">
                  <c:v>45269</c:v>
                </c:pt>
                <c:pt idx="945">
                  <c:v>45268</c:v>
                </c:pt>
                <c:pt idx="946">
                  <c:v>45267</c:v>
                </c:pt>
                <c:pt idx="947">
                  <c:v>45266</c:v>
                </c:pt>
                <c:pt idx="948">
                  <c:v>45265</c:v>
                </c:pt>
                <c:pt idx="949">
                  <c:v>45264</c:v>
                </c:pt>
                <c:pt idx="950">
                  <c:v>45263</c:v>
                </c:pt>
                <c:pt idx="951">
                  <c:v>45262</c:v>
                </c:pt>
                <c:pt idx="952">
                  <c:v>45261</c:v>
                </c:pt>
                <c:pt idx="953">
                  <c:v>45260</c:v>
                </c:pt>
                <c:pt idx="954">
                  <c:v>45259</c:v>
                </c:pt>
                <c:pt idx="955">
                  <c:v>45258</c:v>
                </c:pt>
                <c:pt idx="956">
                  <c:v>45257</c:v>
                </c:pt>
                <c:pt idx="957">
                  <c:v>45256</c:v>
                </c:pt>
                <c:pt idx="958">
                  <c:v>45255</c:v>
                </c:pt>
                <c:pt idx="959">
                  <c:v>45254</c:v>
                </c:pt>
                <c:pt idx="960">
                  <c:v>45253</c:v>
                </c:pt>
                <c:pt idx="961">
                  <c:v>45252</c:v>
                </c:pt>
                <c:pt idx="962">
                  <c:v>45251</c:v>
                </c:pt>
                <c:pt idx="963">
                  <c:v>45250</c:v>
                </c:pt>
                <c:pt idx="964">
                  <c:v>45249</c:v>
                </c:pt>
                <c:pt idx="965">
                  <c:v>45248</c:v>
                </c:pt>
                <c:pt idx="966">
                  <c:v>45247</c:v>
                </c:pt>
                <c:pt idx="967">
                  <c:v>45246</c:v>
                </c:pt>
                <c:pt idx="968">
                  <c:v>45245</c:v>
                </c:pt>
                <c:pt idx="969">
                  <c:v>45244</c:v>
                </c:pt>
                <c:pt idx="970">
                  <c:v>45243</c:v>
                </c:pt>
                <c:pt idx="971">
                  <c:v>45242</c:v>
                </c:pt>
                <c:pt idx="972">
                  <c:v>45241</c:v>
                </c:pt>
                <c:pt idx="973">
                  <c:v>45240</c:v>
                </c:pt>
                <c:pt idx="974">
                  <c:v>45239</c:v>
                </c:pt>
                <c:pt idx="975">
                  <c:v>45238</c:v>
                </c:pt>
                <c:pt idx="976">
                  <c:v>45237</c:v>
                </c:pt>
                <c:pt idx="977">
                  <c:v>45236</c:v>
                </c:pt>
                <c:pt idx="978">
                  <c:v>45235</c:v>
                </c:pt>
                <c:pt idx="979">
                  <c:v>45234</c:v>
                </c:pt>
                <c:pt idx="980">
                  <c:v>45233</c:v>
                </c:pt>
                <c:pt idx="981">
                  <c:v>45232</c:v>
                </c:pt>
                <c:pt idx="982">
                  <c:v>45231</c:v>
                </c:pt>
                <c:pt idx="983">
                  <c:v>45230</c:v>
                </c:pt>
                <c:pt idx="984">
                  <c:v>45229</c:v>
                </c:pt>
                <c:pt idx="985">
                  <c:v>45228</c:v>
                </c:pt>
                <c:pt idx="986">
                  <c:v>45227</c:v>
                </c:pt>
                <c:pt idx="987">
                  <c:v>45226</c:v>
                </c:pt>
                <c:pt idx="988">
                  <c:v>45225</c:v>
                </c:pt>
                <c:pt idx="989">
                  <c:v>45224</c:v>
                </c:pt>
                <c:pt idx="990">
                  <c:v>45223</c:v>
                </c:pt>
                <c:pt idx="991">
                  <c:v>45222</c:v>
                </c:pt>
                <c:pt idx="992">
                  <c:v>45221</c:v>
                </c:pt>
                <c:pt idx="993">
                  <c:v>45220</c:v>
                </c:pt>
                <c:pt idx="994">
                  <c:v>45219</c:v>
                </c:pt>
                <c:pt idx="995">
                  <c:v>45218</c:v>
                </c:pt>
                <c:pt idx="996">
                  <c:v>45217</c:v>
                </c:pt>
                <c:pt idx="997">
                  <c:v>45216</c:v>
                </c:pt>
                <c:pt idx="998">
                  <c:v>45215</c:v>
                </c:pt>
                <c:pt idx="999">
                  <c:v>45214</c:v>
                </c:pt>
                <c:pt idx="1000">
                  <c:v>45213</c:v>
                </c:pt>
                <c:pt idx="1001">
                  <c:v>45212</c:v>
                </c:pt>
                <c:pt idx="1002">
                  <c:v>45211</c:v>
                </c:pt>
                <c:pt idx="1003">
                  <c:v>45210</c:v>
                </c:pt>
                <c:pt idx="1004">
                  <c:v>45209</c:v>
                </c:pt>
                <c:pt idx="1005">
                  <c:v>45208</c:v>
                </c:pt>
                <c:pt idx="1006">
                  <c:v>45207</c:v>
                </c:pt>
                <c:pt idx="1007">
                  <c:v>45206</c:v>
                </c:pt>
                <c:pt idx="1008">
                  <c:v>45205</c:v>
                </c:pt>
                <c:pt idx="1009">
                  <c:v>45204</c:v>
                </c:pt>
                <c:pt idx="1010">
                  <c:v>45203</c:v>
                </c:pt>
                <c:pt idx="1011">
                  <c:v>45202</c:v>
                </c:pt>
                <c:pt idx="1012">
                  <c:v>45201</c:v>
                </c:pt>
                <c:pt idx="1013">
                  <c:v>45200</c:v>
                </c:pt>
                <c:pt idx="1014">
                  <c:v>45199</c:v>
                </c:pt>
                <c:pt idx="1015">
                  <c:v>45198</c:v>
                </c:pt>
                <c:pt idx="1016">
                  <c:v>45197</c:v>
                </c:pt>
                <c:pt idx="1017">
                  <c:v>45196</c:v>
                </c:pt>
                <c:pt idx="1018">
                  <c:v>45195</c:v>
                </c:pt>
                <c:pt idx="1019">
                  <c:v>45194</c:v>
                </c:pt>
                <c:pt idx="1020">
                  <c:v>45193</c:v>
                </c:pt>
                <c:pt idx="1021">
                  <c:v>45192</c:v>
                </c:pt>
                <c:pt idx="1022">
                  <c:v>45191</c:v>
                </c:pt>
                <c:pt idx="1023">
                  <c:v>45190</c:v>
                </c:pt>
                <c:pt idx="1024">
                  <c:v>45189</c:v>
                </c:pt>
                <c:pt idx="1025">
                  <c:v>45188</c:v>
                </c:pt>
                <c:pt idx="1026">
                  <c:v>45187</c:v>
                </c:pt>
                <c:pt idx="1027">
                  <c:v>45186</c:v>
                </c:pt>
                <c:pt idx="1028">
                  <c:v>45185</c:v>
                </c:pt>
                <c:pt idx="1029">
                  <c:v>45184</c:v>
                </c:pt>
                <c:pt idx="1030">
                  <c:v>45183</c:v>
                </c:pt>
                <c:pt idx="1031">
                  <c:v>45182</c:v>
                </c:pt>
                <c:pt idx="1032">
                  <c:v>45181</c:v>
                </c:pt>
                <c:pt idx="1033">
                  <c:v>45180</c:v>
                </c:pt>
                <c:pt idx="1034">
                  <c:v>45179</c:v>
                </c:pt>
                <c:pt idx="1035">
                  <c:v>45178</c:v>
                </c:pt>
                <c:pt idx="1036">
                  <c:v>45177</c:v>
                </c:pt>
                <c:pt idx="1037">
                  <c:v>45176</c:v>
                </c:pt>
                <c:pt idx="1038">
                  <c:v>45175</c:v>
                </c:pt>
                <c:pt idx="1039">
                  <c:v>45174</c:v>
                </c:pt>
                <c:pt idx="1040">
                  <c:v>45173</c:v>
                </c:pt>
                <c:pt idx="1041">
                  <c:v>45172</c:v>
                </c:pt>
                <c:pt idx="1042">
                  <c:v>45171</c:v>
                </c:pt>
                <c:pt idx="1043">
                  <c:v>45170</c:v>
                </c:pt>
                <c:pt idx="1044">
                  <c:v>45169</c:v>
                </c:pt>
                <c:pt idx="1045">
                  <c:v>45168</c:v>
                </c:pt>
                <c:pt idx="1046">
                  <c:v>45167</c:v>
                </c:pt>
                <c:pt idx="1047">
                  <c:v>45166</c:v>
                </c:pt>
                <c:pt idx="1048">
                  <c:v>45165</c:v>
                </c:pt>
                <c:pt idx="1049">
                  <c:v>45164</c:v>
                </c:pt>
                <c:pt idx="1050">
                  <c:v>45163</c:v>
                </c:pt>
                <c:pt idx="1051">
                  <c:v>45162</c:v>
                </c:pt>
                <c:pt idx="1052">
                  <c:v>45161</c:v>
                </c:pt>
                <c:pt idx="1053">
                  <c:v>45160</c:v>
                </c:pt>
                <c:pt idx="1054">
                  <c:v>45159</c:v>
                </c:pt>
                <c:pt idx="1055">
                  <c:v>45158</c:v>
                </c:pt>
                <c:pt idx="1056">
                  <c:v>45157</c:v>
                </c:pt>
                <c:pt idx="1057">
                  <c:v>45156</c:v>
                </c:pt>
                <c:pt idx="1058">
                  <c:v>45155</c:v>
                </c:pt>
                <c:pt idx="1059">
                  <c:v>45154</c:v>
                </c:pt>
                <c:pt idx="1060">
                  <c:v>45153</c:v>
                </c:pt>
                <c:pt idx="1061">
                  <c:v>45152</c:v>
                </c:pt>
                <c:pt idx="1062">
                  <c:v>45151</c:v>
                </c:pt>
                <c:pt idx="1063">
                  <c:v>45150</c:v>
                </c:pt>
                <c:pt idx="1064">
                  <c:v>45149</c:v>
                </c:pt>
                <c:pt idx="1065">
                  <c:v>45148</c:v>
                </c:pt>
                <c:pt idx="1066">
                  <c:v>45147</c:v>
                </c:pt>
                <c:pt idx="1067">
                  <c:v>45146</c:v>
                </c:pt>
                <c:pt idx="1068">
                  <c:v>45145</c:v>
                </c:pt>
                <c:pt idx="1069">
                  <c:v>45144</c:v>
                </c:pt>
                <c:pt idx="1070">
                  <c:v>45143</c:v>
                </c:pt>
                <c:pt idx="1071">
                  <c:v>45142</c:v>
                </c:pt>
                <c:pt idx="1072">
                  <c:v>45141</c:v>
                </c:pt>
                <c:pt idx="1073">
                  <c:v>45140</c:v>
                </c:pt>
                <c:pt idx="1074">
                  <c:v>45139</c:v>
                </c:pt>
                <c:pt idx="1075">
                  <c:v>45138</c:v>
                </c:pt>
                <c:pt idx="1076">
                  <c:v>45137</c:v>
                </c:pt>
                <c:pt idx="1077">
                  <c:v>45136</c:v>
                </c:pt>
                <c:pt idx="1078">
                  <c:v>45135</c:v>
                </c:pt>
                <c:pt idx="1079">
                  <c:v>45134</c:v>
                </c:pt>
                <c:pt idx="1080">
                  <c:v>45133</c:v>
                </c:pt>
                <c:pt idx="1081">
                  <c:v>45132</c:v>
                </c:pt>
                <c:pt idx="1082">
                  <c:v>45131</c:v>
                </c:pt>
                <c:pt idx="1083">
                  <c:v>45130</c:v>
                </c:pt>
                <c:pt idx="1084">
                  <c:v>45129</c:v>
                </c:pt>
                <c:pt idx="1085">
                  <c:v>45128</c:v>
                </c:pt>
                <c:pt idx="1086">
                  <c:v>45127</c:v>
                </c:pt>
                <c:pt idx="1087">
                  <c:v>45126</c:v>
                </c:pt>
                <c:pt idx="1088">
                  <c:v>45125</c:v>
                </c:pt>
                <c:pt idx="1089">
                  <c:v>45124</c:v>
                </c:pt>
                <c:pt idx="1090">
                  <c:v>45123</c:v>
                </c:pt>
                <c:pt idx="1091">
                  <c:v>45122</c:v>
                </c:pt>
                <c:pt idx="1092">
                  <c:v>45121</c:v>
                </c:pt>
                <c:pt idx="1093">
                  <c:v>45120</c:v>
                </c:pt>
                <c:pt idx="1094">
                  <c:v>45119</c:v>
                </c:pt>
                <c:pt idx="1095">
                  <c:v>45118</c:v>
                </c:pt>
                <c:pt idx="1096">
                  <c:v>45117</c:v>
                </c:pt>
                <c:pt idx="1097">
                  <c:v>45116</c:v>
                </c:pt>
                <c:pt idx="1098">
                  <c:v>45115</c:v>
                </c:pt>
                <c:pt idx="1099">
                  <c:v>45114</c:v>
                </c:pt>
                <c:pt idx="1100">
                  <c:v>45113</c:v>
                </c:pt>
                <c:pt idx="1101">
                  <c:v>45112</c:v>
                </c:pt>
                <c:pt idx="1102">
                  <c:v>45111</c:v>
                </c:pt>
                <c:pt idx="1103">
                  <c:v>45110</c:v>
                </c:pt>
                <c:pt idx="1104">
                  <c:v>45109</c:v>
                </c:pt>
                <c:pt idx="1105">
                  <c:v>45108</c:v>
                </c:pt>
                <c:pt idx="1106">
                  <c:v>45107</c:v>
                </c:pt>
                <c:pt idx="1107">
                  <c:v>45106</c:v>
                </c:pt>
                <c:pt idx="1108">
                  <c:v>45105</c:v>
                </c:pt>
                <c:pt idx="1109">
                  <c:v>45104</c:v>
                </c:pt>
                <c:pt idx="1110">
                  <c:v>45103</c:v>
                </c:pt>
                <c:pt idx="1111">
                  <c:v>45102</c:v>
                </c:pt>
                <c:pt idx="1112">
                  <c:v>45101</c:v>
                </c:pt>
                <c:pt idx="1113">
                  <c:v>45100</c:v>
                </c:pt>
                <c:pt idx="1114">
                  <c:v>45099</c:v>
                </c:pt>
                <c:pt idx="1115">
                  <c:v>45098</c:v>
                </c:pt>
                <c:pt idx="1116">
                  <c:v>45097</c:v>
                </c:pt>
                <c:pt idx="1117">
                  <c:v>45096</c:v>
                </c:pt>
                <c:pt idx="1118">
                  <c:v>45095</c:v>
                </c:pt>
                <c:pt idx="1119">
                  <c:v>45094</c:v>
                </c:pt>
                <c:pt idx="1120">
                  <c:v>45093</c:v>
                </c:pt>
                <c:pt idx="1121">
                  <c:v>45092</c:v>
                </c:pt>
                <c:pt idx="1122">
                  <c:v>45091</c:v>
                </c:pt>
                <c:pt idx="1123">
                  <c:v>45090</c:v>
                </c:pt>
                <c:pt idx="1124">
                  <c:v>45089</c:v>
                </c:pt>
                <c:pt idx="1125">
                  <c:v>45088</c:v>
                </c:pt>
                <c:pt idx="1126">
                  <c:v>45087</c:v>
                </c:pt>
                <c:pt idx="1127">
                  <c:v>45086</c:v>
                </c:pt>
                <c:pt idx="1128">
                  <c:v>45085</c:v>
                </c:pt>
                <c:pt idx="1129">
                  <c:v>45084</c:v>
                </c:pt>
                <c:pt idx="1130">
                  <c:v>45083</c:v>
                </c:pt>
                <c:pt idx="1131">
                  <c:v>45082</c:v>
                </c:pt>
                <c:pt idx="1132">
                  <c:v>45081</c:v>
                </c:pt>
                <c:pt idx="1133">
                  <c:v>45080</c:v>
                </c:pt>
                <c:pt idx="1134">
                  <c:v>45079</c:v>
                </c:pt>
                <c:pt idx="1135">
                  <c:v>45078</c:v>
                </c:pt>
                <c:pt idx="1136">
                  <c:v>45077</c:v>
                </c:pt>
                <c:pt idx="1137">
                  <c:v>45076</c:v>
                </c:pt>
                <c:pt idx="1138">
                  <c:v>45075</c:v>
                </c:pt>
                <c:pt idx="1139">
                  <c:v>45074</c:v>
                </c:pt>
                <c:pt idx="1140">
                  <c:v>45073</c:v>
                </c:pt>
                <c:pt idx="1141">
                  <c:v>45072</c:v>
                </c:pt>
                <c:pt idx="1142">
                  <c:v>45071</c:v>
                </c:pt>
                <c:pt idx="1143">
                  <c:v>45070</c:v>
                </c:pt>
                <c:pt idx="1144">
                  <c:v>45069</c:v>
                </c:pt>
                <c:pt idx="1145">
                  <c:v>45068</c:v>
                </c:pt>
                <c:pt idx="1146">
                  <c:v>45067</c:v>
                </c:pt>
                <c:pt idx="1147">
                  <c:v>45066</c:v>
                </c:pt>
                <c:pt idx="1148">
                  <c:v>45065</c:v>
                </c:pt>
                <c:pt idx="1149">
                  <c:v>45064</c:v>
                </c:pt>
                <c:pt idx="1150">
                  <c:v>45063</c:v>
                </c:pt>
                <c:pt idx="1151">
                  <c:v>45062</c:v>
                </c:pt>
                <c:pt idx="1152">
                  <c:v>45061</c:v>
                </c:pt>
                <c:pt idx="1153">
                  <c:v>45060</c:v>
                </c:pt>
                <c:pt idx="1154">
                  <c:v>45059</c:v>
                </c:pt>
                <c:pt idx="1155">
                  <c:v>45058</c:v>
                </c:pt>
                <c:pt idx="1156">
                  <c:v>45057</c:v>
                </c:pt>
                <c:pt idx="1157">
                  <c:v>45056</c:v>
                </c:pt>
                <c:pt idx="1158">
                  <c:v>45055</c:v>
                </c:pt>
                <c:pt idx="1159">
                  <c:v>45054</c:v>
                </c:pt>
                <c:pt idx="1160">
                  <c:v>45053</c:v>
                </c:pt>
                <c:pt idx="1161">
                  <c:v>45052</c:v>
                </c:pt>
                <c:pt idx="1162">
                  <c:v>45051</c:v>
                </c:pt>
                <c:pt idx="1163">
                  <c:v>45050</c:v>
                </c:pt>
                <c:pt idx="1164">
                  <c:v>45049</c:v>
                </c:pt>
                <c:pt idx="1165">
                  <c:v>45048</c:v>
                </c:pt>
                <c:pt idx="1166">
                  <c:v>45047</c:v>
                </c:pt>
                <c:pt idx="1167">
                  <c:v>45046</c:v>
                </c:pt>
                <c:pt idx="1168">
                  <c:v>45045</c:v>
                </c:pt>
                <c:pt idx="1169">
                  <c:v>45044</c:v>
                </c:pt>
                <c:pt idx="1170">
                  <c:v>45043</c:v>
                </c:pt>
                <c:pt idx="1171">
                  <c:v>45042</c:v>
                </c:pt>
                <c:pt idx="1172">
                  <c:v>45041</c:v>
                </c:pt>
                <c:pt idx="1173">
                  <c:v>45040</c:v>
                </c:pt>
                <c:pt idx="1174">
                  <c:v>45039</c:v>
                </c:pt>
                <c:pt idx="1175">
                  <c:v>45038</c:v>
                </c:pt>
                <c:pt idx="1176">
                  <c:v>45037</c:v>
                </c:pt>
                <c:pt idx="1177">
                  <c:v>45036</c:v>
                </c:pt>
                <c:pt idx="1178">
                  <c:v>45035</c:v>
                </c:pt>
                <c:pt idx="1179">
                  <c:v>45034</c:v>
                </c:pt>
                <c:pt idx="1180">
                  <c:v>45033</c:v>
                </c:pt>
                <c:pt idx="1181">
                  <c:v>45032</c:v>
                </c:pt>
                <c:pt idx="1182">
                  <c:v>45031</c:v>
                </c:pt>
                <c:pt idx="1183">
                  <c:v>45030</c:v>
                </c:pt>
                <c:pt idx="1184">
                  <c:v>45029</c:v>
                </c:pt>
                <c:pt idx="1185">
                  <c:v>45028</c:v>
                </c:pt>
                <c:pt idx="1186">
                  <c:v>45027</c:v>
                </c:pt>
                <c:pt idx="1187">
                  <c:v>45026</c:v>
                </c:pt>
                <c:pt idx="1188">
                  <c:v>45025</c:v>
                </c:pt>
                <c:pt idx="1189">
                  <c:v>45024</c:v>
                </c:pt>
                <c:pt idx="1190">
                  <c:v>45023</c:v>
                </c:pt>
                <c:pt idx="1191">
                  <c:v>45022</c:v>
                </c:pt>
                <c:pt idx="1192">
                  <c:v>45021</c:v>
                </c:pt>
                <c:pt idx="1193">
                  <c:v>45020</c:v>
                </c:pt>
                <c:pt idx="1194">
                  <c:v>45019</c:v>
                </c:pt>
                <c:pt idx="1195">
                  <c:v>45018</c:v>
                </c:pt>
                <c:pt idx="1196">
                  <c:v>45017</c:v>
                </c:pt>
                <c:pt idx="1197">
                  <c:v>45016</c:v>
                </c:pt>
                <c:pt idx="1198">
                  <c:v>45015</c:v>
                </c:pt>
                <c:pt idx="1199">
                  <c:v>45014</c:v>
                </c:pt>
                <c:pt idx="1200">
                  <c:v>45013</c:v>
                </c:pt>
                <c:pt idx="1201">
                  <c:v>45012</c:v>
                </c:pt>
                <c:pt idx="1202">
                  <c:v>45011</c:v>
                </c:pt>
                <c:pt idx="1203">
                  <c:v>45010</c:v>
                </c:pt>
                <c:pt idx="1204">
                  <c:v>45009</c:v>
                </c:pt>
                <c:pt idx="1205">
                  <c:v>45008</c:v>
                </c:pt>
                <c:pt idx="1206">
                  <c:v>45007</c:v>
                </c:pt>
                <c:pt idx="1207">
                  <c:v>45006</c:v>
                </c:pt>
                <c:pt idx="1208">
                  <c:v>45005</c:v>
                </c:pt>
                <c:pt idx="1209">
                  <c:v>45004</c:v>
                </c:pt>
                <c:pt idx="1210">
                  <c:v>45003</c:v>
                </c:pt>
                <c:pt idx="1211">
                  <c:v>45002</c:v>
                </c:pt>
                <c:pt idx="1212">
                  <c:v>45001</c:v>
                </c:pt>
                <c:pt idx="1213">
                  <c:v>45000</c:v>
                </c:pt>
                <c:pt idx="1214">
                  <c:v>44999</c:v>
                </c:pt>
                <c:pt idx="1215">
                  <c:v>44998</c:v>
                </c:pt>
                <c:pt idx="1216">
                  <c:v>44997</c:v>
                </c:pt>
                <c:pt idx="1217">
                  <c:v>44996</c:v>
                </c:pt>
                <c:pt idx="1218">
                  <c:v>44995</c:v>
                </c:pt>
                <c:pt idx="1219">
                  <c:v>44994</c:v>
                </c:pt>
                <c:pt idx="1220">
                  <c:v>44993</c:v>
                </c:pt>
                <c:pt idx="1221">
                  <c:v>44992</c:v>
                </c:pt>
                <c:pt idx="1222">
                  <c:v>44991</c:v>
                </c:pt>
                <c:pt idx="1223">
                  <c:v>44990</c:v>
                </c:pt>
                <c:pt idx="1224">
                  <c:v>44989</c:v>
                </c:pt>
                <c:pt idx="1225">
                  <c:v>44988</c:v>
                </c:pt>
                <c:pt idx="1226">
                  <c:v>44987</c:v>
                </c:pt>
                <c:pt idx="1227">
                  <c:v>44986</c:v>
                </c:pt>
                <c:pt idx="1228">
                  <c:v>44985</c:v>
                </c:pt>
                <c:pt idx="1229">
                  <c:v>44984</c:v>
                </c:pt>
                <c:pt idx="1230">
                  <c:v>44983</c:v>
                </c:pt>
                <c:pt idx="1231">
                  <c:v>44982</c:v>
                </c:pt>
                <c:pt idx="1232">
                  <c:v>44981</c:v>
                </c:pt>
                <c:pt idx="1233">
                  <c:v>44980</c:v>
                </c:pt>
                <c:pt idx="1234">
                  <c:v>44979</c:v>
                </c:pt>
                <c:pt idx="1235">
                  <c:v>44978</c:v>
                </c:pt>
                <c:pt idx="1236">
                  <c:v>44977</c:v>
                </c:pt>
                <c:pt idx="1237">
                  <c:v>44976</c:v>
                </c:pt>
                <c:pt idx="1238">
                  <c:v>44975</c:v>
                </c:pt>
                <c:pt idx="1239">
                  <c:v>44974</c:v>
                </c:pt>
                <c:pt idx="1240">
                  <c:v>44973</c:v>
                </c:pt>
                <c:pt idx="1241">
                  <c:v>44972</c:v>
                </c:pt>
                <c:pt idx="1242">
                  <c:v>44971</c:v>
                </c:pt>
                <c:pt idx="1243">
                  <c:v>44970</c:v>
                </c:pt>
                <c:pt idx="1244">
                  <c:v>44969</c:v>
                </c:pt>
                <c:pt idx="1245">
                  <c:v>44968</c:v>
                </c:pt>
                <c:pt idx="1246">
                  <c:v>44967</c:v>
                </c:pt>
                <c:pt idx="1247">
                  <c:v>44966</c:v>
                </c:pt>
                <c:pt idx="1248">
                  <c:v>44965</c:v>
                </c:pt>
                <c:pt idx="1249">
                  <c:v>44964</c:v>
                </c:pt>
                <c:pt idx="1250">
                  <c:v>44963</c:v>
                </c:pt>
                <c:pt idx="1251">
                  <c:v>44962</c:v>
                </c:pt>
                <c:pt idx="1252">
                  <c:v>44961</c:v>
                </c:pt>
                <c:pt idx="1253">
                  <c:v>44960</c:v>
                </c:pt>
                <c:pt idx="1254">
                  <c:v>44959</c:v>
                </c:pt>
                <c:pt idx="1255">
                  <c:v>44958</c:v>
                </c:pt>
                <c:pt idx="1256">
                  <c:v>44957</c:v>
                </c:pt>
                <c:pt idx="1257">
                  <c:v>44956</c:v>
                </c:pt>
                <c:pt idx="1258">
                  <c:v>44955</c:v>
                </c:pt>
                <c:pt idx="1259">
                  <c:v>44954</c:v>
                </c:pt>
                <c:pt idx="1260">
                  <c:v>44953</c:v>
                </c:pt>
                <c:pt idx="1261">
                  <c:v>44952</c:v>
                </c:pt>
                <c:pt idx="1262">
                  <c:v>44951</c:v>
                </c:pt>
                <c:pt idx="1263">
                  <c:v>44950</c:v>
                </c:pt>
                <c:pt idx="1264">
                  <c:v>44949</c:v>
                </c:pt>
                <c:pt idx="1265">
                  <c:v>44948</c:v>
                </c:pt>
                <c:pt idx="1266">
                  <c:v>44947</c:v>
                </c:pt>
                <c:pt idx="1267">
                  <c:v>44946</c:v>
                </c:pt>
                <c:pt idx="1268">
                  <c:v>44945</c:v>
                </c:pt>
                <c:pt idx="1269">
                  <c:v>44944</c:v>
                </c:pt>
                <c:pt idx="1270">
                  <c:v>44943</c:v>
                </c:pt>
                <c:pt idx="1271">
                  <c:v>44942</c:v>
                </c:pt>
                <c:pt idx="1272">
                  <c:v>44941</c:v>
                </c:pt>
                <c:pt idx="1273">
                  <c:v>44940</c:v>
                </c:pt>
                <c:pt idx="1274">
                  <c:v>44939</c:v>
                </c:pt>
                <c:pt idx="1275">
                  <c:v>44938</c:v>
                </c:pt>
                <c:pt idx="1276">
                  <c:v>44937</c:v>
                </c:pt>
                <c:pt idx="1277">
                  <c:v>44936</c:v>
                </c:pt>
                <c:pt idx="1278">
                  <c:v>44935</c:v>
                </c:pt>
                <c:pt idx="1279">
                  <c:v>44934</c:v>
                </c:pt>
                <c:pt idx="1280">
                  <c:v>44933</c:v>
                </c:pt>
                <c:pt idx="1281">
                  <c:v>44932</c:v>
                </c:pt>
                <c:pt idx="1282">
                  <c:v>44931</c:v>
                </c:pt>
                <c:pt idx="1283">
                  <c:v>44930</c:v>
                </c:pt>
                <c:pt idx="1284">
                  <c:v>44929</c:v>
                </c:pt>
                <c:pt idx="1285">
                  <c:v>44928</c:v>
                </c:pt>
                <c:pt idx="1286">
                  <c:v>44927</c:v>
                </c:pt>
                <c:pt idx="1287">
                  <c:v>44926</c:v>
                </c:pt>
                <c:pt idx="1288">
                  <c:v>44925</c:v>
                </c:pt>
                <c:pt idx="1289">
                  <c:v>44924</c:v>
                </c:pt>
                <c:pt idx="1290">
                  <c:v>44923</c:v>
                </c:pt>
                <c:pt idx="1291">
                  <c:v>44922</c:v>
                </c:pt>
                <c:pt idx="1292">
                  <c:v>44921</c:v>
                </c:pt>
                <c:pt idx="1293">
                  <c:v>44920</c:v>
                </c:pt>
                <c:pt idx="1294">
                  <c:v>44919</c:v>
                </c:pt>
                <c:pt idx="1295">
                  <c:v>44918</c:v>
                </c:pt>
                <c:pt idx="1296">
                  <c:v>44917</c:v>
                </c:pt>
                <c:pt idx="1297">
                  <c:v>44916</c:v>
                </c:pt>
                <c:pt idx="1298">
                  <c:v>44915</c:v>
                </c:pt>
                <c:pt idx="1299">
                  <c:v>44914</c:v>
                </c:pt>
                <c:pt idx="1300">
                  <c:v>44913</c:v>
                </c:pt>
                <c:pt idx="1301">
                  <c:v>44912</c:v>
                </c:pt>
                <c:pt idx="1302">
                  <c:v>44911</c:v>
                </c:pt>
                <c:pt idx="1303">
                  <c:v>44910</c:v>
                </c:pt>
                <c:pt idx="1304">
                  <c:v>44909</c:v>
                </c:pt>
                <c:pt idx="1305">
                  <c:v>44908</c:v>
                </c:pt>
                <c:pt idx="1306">
                  <c:v>44907</c:v>
                </c:pt>
                <c:pt idx="1307">
                  <c:v>44906</c:v>
                </c:pt>
                <c:pt idx="1308">
                  <c:v>44905</c:v>
                </c:pt>
                <c:pt idx="1309">
                  <c:v>44904</c:v>
                </c:pt>
                <c:pt idx="1310">
                  <c:v>44903</c:v>
                </c:pt>
                <c:pt idx="1311">
                  <c:v>44902</c:v>
                </c:pt>
                <c:pt idx="1312">
                  <c:v>44901</c:v>
                </c:pt>
                <c:pt idx="1313">
                  <c:v>44900</c:v>
                </c:pt>
                <c:pt idx="1314">
                  <c:v>44899</c:v>
                </c:pt>
                <c:pt idx="1315">
                  <c:v>44898</c:v>
                </c:pt>
                <c:pt idx="1316">
                  <c:v>44897</c:v>
                </c:pt>
                <c:pt idx="1317">
                  <c:v>44896</c:v>
                </c:pt>
                <c:pt idx="1318">
                  <c:v>44895</c:v>
                </c:pt>
                <c:pt idx="1319">
                  <c:v>44894</c:v>
                </c:pt>
                <c:pt idx="1320">
                  <c:v>44893</c:v>
                </c:pt>
                <c:pt idx="1321">
                  <c:v>44892</c:v>
                </c:pt>
                <c:pt idx="1322">
                  <c:v>44891</c:v>
                </c:pt>
                <c:pt idx="1323">
                  <c:v>44890</c:v>
                </c:pt>
                <c:pt idx="1324">
                  <c:v>44889</c:v>
                </c:pt>
                <c:pt idx="1325">
                  <c:v>44888</c:v>
                </c:pt>
                <c:pt idx="1326">
                  <c:v>44887</c:v>
                </c:pt>
                <c:pt idx="1327">
                  <c:v>44886</c:v>
                </c:pt>
                <c:pt idx="1328">
                  <c:v>44885</c:v>
                </c:pt>
                <c:pt idx="1329">
                  <c:v>44884</c:v>
                </c:pt>
                <c:pt idx="1330">
                  <c:v>44883</c:v>
                </c:pt>
                <c:pt idx="1331">
                  <c:v>44882</c:v>
                </c:pt>
                <c:pt idx="1332">
                  <c:v>44881</c:v>
                </c:pt>
                <c:pt idx="1333">
                  <c:v>44880</c:v>
                </c:pt>
                <c:pt idx="1334">
                  <c:v>44879</c:v>
                </c:pt>
                <c:pt idx="1335">
                  <c:v>44878</c:v>
                </c:pt>
                <c:pt idx="1336">
                  <c:v>44877</c:v>
                </c:pt>
                <c:pt idx="1337">
                  <c:v>44876</c:v>
                </c:pt>
                <c:pt idx="1338">
                  <c:v>44875</c:v>
                </c:pt>
                <c:pt idx="1339">
                  <c:v>44874</c:v>
                </c:pt>
                <c:pt idx="1340">
                  <c:v>44873</c:v>
                </c:pt>
                <c:pt idx="1341">
                  <c:v>44872</c:v>
                </c:pt>
                <c:pt idx="1342">
                  <c:v>44871</c:v>
                </c:pt>
                <c:pt idx="1343">
                  <c:v>44870</c:v>
                </c:pt>
                <c:pt idx="1344">
                  <c:v>44869</c:v>
                </c:pt>
                <c:pt idx="1345">
                  <c:v>44868</c:v>
                </c:pt>
                <c:pt idx="1346">
                  <c:v>44867</c:v>
                </c:pt>
                <c:pt idx="1347">
                  <c:v>44866</c:v>
                </c:pt>
                <c:pt idx="1348">
                  <c:v>44865</c:v>
                </c:pt>
                <c:pt idx="1349">
                  <c:v>44864</c:v>
                </c:pt>
                <c:pt idx="1350">
                  <c:v>44863</c:v>
                </c:pt>
                <c:pt idx="1351">
                  <c:v>44862</c:v>
                </c:pt>
                <c:pt idx="1352">
                  <c:v>44861</c:v>
                </c:pt>
                <c:pt idx="1353">
                  <c:v>44860</c:v>
                </c:pt>
                <c:pt idx="1354">
                  <c:v>44859</c:v>
                </c:pt>
                <c:pt idx="1355">
                  <c:v>44858</c:v>
                </c:pt>
                <c:pt idx="1356">
                  <c:v>44857</c:v>
                </c:pt>
                <c:pt idx="1357">
                  <c:v>44856</c:v>
                </c:pt>
                <c:pt idx="1358">
                  <c:v>44855</c:v>
                </c:pt>
                <c:pt idx="1359">
                  <c:v>44854</c:v>
                </c:pt>
                <c:pt idx="1360">
                  <c:v>44853</c:v>
                </c:pt>
                <c:pt idx="1361">
                  <c:v>44852</c:v>
                </c:pt>
                <c:pt idx="1362">
                  <c:v>44851</c:v>
                </c:pt>
                <c:pt idx="1363">
                  <c:v>44850</c:v>
                </c:pt>
                <c:pt idx="1364">
                  <c:v>44849</c:v>
                </c:pt>
                <c:pt idx="1365">
                  <c:v>44848</c:v>
                </c:pt>
                <c:pt idx="1366">
                  <c:v>44847</c:v>
                </c:pt>
                <c:pt idx="1367">
                  <c:v>44846</c:v>
                </c:pt>
                <c:pt idx="1368">
                  <c:v>44845</c:v>
                </c:pt>
                <c:pt idx="1369">
                  <c:v>44844</c:v>
                </c:pt>
                <c:pt idx="1370">
                  <c:v>44843</c:v>
                </c:pt>
                <c:pt idx="1371">
                  <c:v>44842</c:v>
                </c:pt>
                <c:pt idx="1372">
                  <c:v>44841</c:v>
                </c:pt>
                <c:pt idx="1373">
                  <c:v>44840</c:v>
                </c:pt>
                <c:pt idx="1374">
                  <c:v>44839</c:v>
                </c:pt>
                <c:pt idx="1375">
                  <c:v>44838</c:v>
                </c:pt>
                <c:pt idx="1376">
                  <c:v>44837</c:v>
                </c:pt>
                <c:pt idx="1377">
                  <c:v>44836</c:v>
                </c:pt>
                <c:pt idx="1378">
                  <c:v>44835</c:v>
                </c:pt>
                <c:pt idx="1379">
                  <c:v>44834</c:v>
                </c:pt>
                <c:pt idx="1380">
                  <c:v>44833</c:v>
                </c:pt>
                <c:pt idx="1381">
                  <c:v>44832</c:v>
                </c:pt>
                <c:pt idx="1382">
                  <c:v>44831</c:v>
                </c:pt>
                <c:pt idx="1383">
                  <c:v>44830</c:v>
                </c:pt>
                <c:pt idx="1384">
                  <c:v>44829</c:v>
                </c:pt>
                <c:pt idx="1385">
                  <c:v>44828</c:v>
                </c:pt>
                <c:pt idx="1386">
                  <c:v>44827</c:v>
                </c:pt>
                <c:pt idx="1387">
                  <c:v>44826</c:v>
                </c:pt>
                <c:pt idx="1388">
                  <c:v>44825</c:v>
                </c:pt>
                <c:pt idx="1389">
                  <c:v>44824</c:v>
                </c:pt>
                <c:pt idx="1390">
                  <c:v>44823</c:v>
                </c:pt>
                <c:pt idx="1391">
                  <c:v>44822</c:v>
                </c:pt>
                <c:pt idx="1392">
                  <c:v>44821</c:v>
                </c:pt>
                <c:pt idx="1393">
                  <c:v>44820</c:v>
                </c:pt>
                <c:pt idx="1394">
                  <c:v>44819</c:v>
                </c:pt>
                <c:pt idx="1395">
                  <c:v>44818</c:v>
                </c:pt>
                <c:pt idx="1396">
                  <c:v>44817</c:v>
                </c:pt>
                <c:pt idx="1397">
                  <c:v>44816</c:v>
                </c:pt>
                <c:pt idx="1398">
                  <c:v>44815</c:v>
                </c:pt>
                <c:pt idx="1399">
                  <c:v>44814</c:v>
                </c:pt>
                <c:pt idx="1400">
                  <c:v>44813</c:v>
                </c:pt>
                <c:pt idx="1401">
                  <c:v>44812</c:v>
                </c:pt>
                <c:pt idx="1402">
                  <c:v>44811</c:v>
                </c:pt>
                <c:pt idx="1403">
                  <c:v>44810</c:v>
                </c:pt>
                <c:pt idx="1404">
                  <c:v>44809</c:v>
                </c:pt>
                <c:pt idx="1405">
                  <c:v>44808</c:v>
                </c:pt>
                <c:pt idx="1406">
                  <c:v>44807</c:v>
                </c:pt>
                <c:pt idx="1407">
                  <c:v>44806</c:v>
                </c:pt>
                <c:pt idx="1408">
                  <c:v>44805</c:v>
                </c:pt>
                <c:pt idx="1409">
                  <c:v>44804</c:v>
                </c:pt>
                <c:pt idx="1410">
                  <c:v>44803</c:v>
                </c:pt>
                <c:pt idx="1411">
                  <c:v>44802</c:v>
                </c:pt>
                <c:pt idx="1412">
                  <c:v>44801</c:v>
                </c:pt>
                <c:pt idx="1413">
                  <c:v>44800</c:v>
                </c:pt>
                <c:pt idx="1414">
                  <c:v>44799</c:v>
                </c:pt>
                <c:pt idx="1415">
                  <c:v>44798</c:v>
                </c:pt>
                <c:pt idx="1416">
                  <c:v>44797</c:v>
                </c:pt>
                <c:pt idx="1417">
                  <c:v>44796</c:v>
                </c:pt>
                <c:pt idx="1418">
                  <c:v>44795</c:v>
                </c:pt>
                <c:pt idx="1419">
                  <c:v>44794</c:v>
                </c:pt>
                <c:pt idx="1420">
                  <c:v>44793</c:v>
                </c:pt>
                <c:pt idx="1421">
                  <c:v>44792</c:v>
                </c:pt>
                <c:pt idx="1422">
                  <c:v>44791</c:v>
                </c:pt>
                <c:pt idx="1423">
                  <c:v>44790</c:v>
                </c:pt>
                <c:pt idx="1424">
                  <c:v>44789</c:v>
                </c:pt>
                <c:pt idx="1425">
                  <c:v>44788</c:v>
                </c:pt>
                <c:pt idx="1426">
                  <c:v>44787</c:v>
                </c:pt>
                <c:pt idx="1427">
                  <c:v>44786</c:v>
                </c:pt>
                <c:pt idx="1428">
                  <c:v>44785</c:v>
                </c:pt>
                <c:pt idx="1429">
                  <c:v>44784</c:v>
                </c:pt>
                <c:pt idx="1430">
                  <c:v>44783</c:v>
                </c:pt>
                <c:pt idx="1431">
                  <c:v>44782</c:v>
                </c:pt>
                <c:pt idx="1432">
                  <c:v>44781</c:v>
                </c:pt>
                <c:pt idx="1433">
                  <c:v>44780</c:v>
                </c:pt>
                <c:pt idx="1434">
                  <c:v>44779</c:v>
                </c:pt>
                <c:pt idx="1435">
                  <c:v>44778</c:v>
                </c:pt>
                <c:pt idx="1436">
                  <c:v>44777</c:v>
                </c:pt>
                <c:pt idx="1437">
                  <c:v>44776</c:v>
                </c:pt>
                <c:pt idx="1438">
                  <c:v>44775</c:v>
                </c:pt>
                <c:pt idx="1439">
                  <c:v>44774</c:v>
                </c:pt>
                <c:pt idx="1440">
                  <c:v>44773</c:v>
                </c:pt>
                <c:pt idx="1441">
                  <c:v>44772</c:v>
                </c:pt>
                <c:pt idx="1442">
                  <c:v>44771</c:v>
                </c:pt>
                <c:pt idx="1443">
                  <c:v>44770</c:v>
                </c:pt>
                <c:pt idx="1444">
                  <c:v>44769</c:v>
                </c:pt>
                <c:pt idx="1445">
                  <c:v>44768</c:v>
                </c:pt>
                <c:pt idx="1446">
                  <c:v>44767</c:v>
                </c:pt>
                <c:pt idx="1447">
                  <c:v>44766</c:v>
                </c:pt>
                <c:pt idx="1448">
                  <c:v>44765</c:v>
                </c:pt>
                <c:pt idx="1449">
                  <c:v>44764</c:v>
                </c:pt>
                <c:pt idx="1450">
                  <c:v>44763</c:v>
                </c:pt>
                <c:pt idx="1451">
                  <c:v>44762</c:v>
                </c:pt>
                <c:pt idx="1452">
                  <c:v>44761</c:v>
                </c:pt>
                <c:pt idx="1453">
                  <c:v>44760</c:v>
                </c:pt>
                <c:pt idx="1454">
                  <c:v>44759</c:v>
                </c:pt>
                <c:pt idx="1455">
                  <c:v>44758</c:v>
                </c:pt>
                <c:pt idx="1456">
                  <c:v>44757</c:v>
                </c:pt>
                <c:pt idx="1457">
                  <c:v>44756</c:v>
                </c:pt>
                <c:pt idx="1458">
                  <c:v>44755</c:v>
                </c:pt>
                <c:pt idx="1459">
                  <c:v>44754</c:v>
                </c:pt>
                <c:pt idx="1460">
                  <c:v>44753</c:v>
                </c:pt>
                <c:pt idx="1461">
                  <c:v>44752</c:v>
                </c:pt>
                <c:pt idx="1462">
                  <c:v>44751</c:v>
                </c:pt>
                <c:pt idx="1463">
                  <c:v>44750</c:v>
                </c:pt>
                <c:pt idx="1464">
                  <c:v>44749</c:v>
                </c:pt>
                <c:pt idx="1465">
                  <c:v>44748</c:v>
                </c:pt>
                <c:pt idx="1466">
                  <c:v>44747</c:v>
                </c:pt>
                <c:pt idx="1467">
                  <c:v>44746</c:v>
                </c:pt>
                <c:pt idx="1468">
                  <c:v>44745</c:v>
                </c:pt>
                <c:pt idx="1469">
                  <c:v>44744</c:v>
                </c:pt>
                <c:pt idx="1470">
                  <c:v>44743</c:v>
                </c:pt>
                <c:pt idx="1471">
                  <c:v>44742</c:v>
                </c:pt>
                <c:pt idx="1472">
                  <c:v>44741</c:v>
                </c:pt>
                <c:pt idx="1473">
                  <c:v>44740</c:v>
                </c:pt>
                <c:pt idx="1474">
                  <c:v>44739</c:v>
                </c:pt>
                <c:pt idx="1475">
                  <c:v>44738</c:v>
                </c:pt>
                <c:pt idx="1476">
                  <c:v>44737</c:v>
                </c:pt>
                <c:pt idx="1477">
                  <c:v>44736</c:v>
                </c:pt>
                <c:pt idx="1478">
                  <c:v>44735</c:v>
                </c:pt>
                <c:pt idx="1479">
                  <c:v>44734</c:v>
                </c:pt>
                <c:pt idx="1480">
                  <c:v>44733</c:v>
                </c:pt>
                <c:pt idx="1481">
                  <c:v>44732</c:v>
                </c:pt>
                <c:pt idx="1482">
                  <c:v>44731</c:v>
                </c:pt>
                <c:pt idx="1483">
                  <c:v>44730</c:v>
                </c:pt>
                <c:pt idx="1484">
                  <c:v>44729</c:v>
                </c:pt>
                <c:pt idx="1485">
                  <c:v>44728</c:v>
                </c:pt>
                <c:pt idx="1486">
                  <c:v>44727</c:v>
                </c:pt>
                <c:pt idx="1487">
                  <c:v>44726</c:v>
                </c:pt>
                <c:pt idx="1488">
                  <c:v>44725</c:v>
                </c:pt>
                <c:pt idx="1489">
                  <c:v>44724</c:v>
                </c:pt>
                <c:pt idx="1490">
                  <c:v>44723</c:v>
                </c:pt>
                <c:pt idx="1491">
                  <c:v>44722</c:v>
                </c:pt>
                <c:pt idx="1492">
                  <c:v>44721</c:v>
                </c:pt>
                <c:pt idx="1493">
                  <c:v>44720</c:v>
                </c:pt>
                <c:pt idx="1494">
                  <c:v>44719</c:v>
                </c:pt>
                <c:pt idx="1495">
                  <c:v>44718</c:v>
                </c:pt>
                <c:pt idx="1496">
                  <c:v>44717</c:v>
                </c:pt>
                <c:pt idx="1497">
                  <c:v>44716</c:v>
                </c:pt>
                <c:pt idx="1498">
                  <c:v>44715</c:v>
                </c:pt>
                <c:pt idx="1499">
                  <c:v>44714</c:v>
                </c:pt>
                <c:pt idx="1500">
                  <c:v>44713</c:v>
                </c:pt>
                <c:pt idx="1501">
                  <c:v>44712</c:v>
                </c:pt>
                <c:pt idx="1502">
                  <c:v>44711</c:v>
                </c:pt>
                <c:pt idx="1503">
                  <c:v>44710</c:v>
                </c:pt>
                <c:pt idx="1504">
                  <c:v>44709</c:v>
                </c:pt>
                <c:pt idx="1505">
                  <c:v>44708</c:v>
                </c:pt>
                <c:pt idx="1506">
                  <c:v>44707</c:v>
                </c:pt>
                <c:pt idx="1507">
                  <c:v>44706</c:v>
                </c:pt>
                <c:pt idx="1508">
                  <c:v>44705</c:v>
                </c:pt>
                <c:pt idx="1509">
                  <c:v>44704</c:v>
                </c:pt>
                <c:pt idx="1510">
                  <c:v>44703</c:v>
                </c:pt>
                <c:pt idx="1511">
                  <c:v>44702</c:v>
                </c:pt>
                <c:pt idx="1512">
                  <c:v>44701</c:v>
                </c:pt>
                <c:pt idx="1513">
                  <c:v>44700</c:v>
                </c:pt>
                <c:pt idx="1514">
                  <c:v>44699</c:v>
                </c:pt>
                <c:pt idx="1515">
                  <c:v>44698</c:v>
                </c:pt>
                <c:pt idx="1516">
                  <c:v>44697</c:v>
                </c:pt>
                <c:pt idx="1517">
                  <c:v>44696</c:v>
                </c:pt>
                <c:pt idx="1518">
                  <c:v>44695</c:v>
                </c:pt>
                <c:pt idx="1519">
                  <c:v>44694</c:v>
                </c:pt>
                <c:pt idx="1520">
                  <c:v>44693</c:v>
                </c:pt>
                <c:pt idx="1521">
                  <c:v>44692</c:v>
                </c:pt>
                <c:pt idx="1522">
                  <c:v>44691</c:v>
                </c:pt>
                <c:pt idx="1523">
                  <c:v>44690</c:v>
                </c:pt>
                <c:pt idx="1524">
                  <c:v>44689</c:v>
                </c:pt>
                <c:pt idx="1525">
                  <c:v>44688</c:v>
                </c:pt>
                <c:pt idx="1526">
                  <c:v>44687</c:v>
                </c:pt>
                <c:pt idx="1527">
                  <c:v>44686</c:v>
                </c:pt>
                <c:pt idx="1528">
                  <c:v>44685</c:v>
                </c:pt>
                <c:pt idx="1529">
                  <c:v>44684</c:v>
                </c:pt>
                <c:pt idx="1530">
                  <c:v>44683</c:v>
                </c:pt>
                <c:pt idx="1531">
                  <c:v>44682</c:v>
                </c:pt>
                <c:pt idx="1532">
                  <c:v>44681</c:v>
                </c:pt>
                <c:pt idx="1533">
                  <c:v>44680</c:v>
                </c:pt>
                <c:pt idx="1534">
                  <c:v>44679</c:v>
                </c:pt>
                <c:pt idx="1535">
                  <c:v>44678</c:v>
                </c:pt>
                <c:pt idx="1536">
                  <c:v>44677</c:v>
                </c:pt>
                <c:pt idx="1537">
                  <c:v>44676</c:v>
                </c:pt>
                <c:pt idx="1538">
                  <c:v>44675</c:v>
                </c:pt>
                <c:pt idx="1539">
                  <c:v>44674</c:v>
                </c:pt>
                <c:pt idx="1540">
                  <c:v>44673</c:v>
                </c:pt>
                <c:pt idx="1541">
                  <c:v>44672</c:v>
                </c:pt>
                <c:pt idx="1542">
                  <c:v>44671</c:v>
                </c:pt>
                <c:pt idx="1543">
                  <c:v>44670</c:v>
                </c:pt>
                <c:pt idx="1544">
                  <c:v>44669</c:v>
                </c:pt>
                <c:pt idx="1545">
                  <c:v>44668</c:v>
                </c:pt>
                <c:pt idx="1546">
                  <c:v>44667</c:v>
                </c:pt>
                <c:pt idx="1547">
                  <c:v>44666</c:v>
                </c:pt>
                <c:pt idx="1548">
                  <c:v>44665</c:v>
                </c:pt>
                <c:pt idx="1549">
                  <c:v>44664</c:v>
                </c:pt>
                <c:pt idx="1550">
                  <c:v>44663</c:v>
                </c:pt>
                <c:pt idx="1551">
                  <c:v>44662</c:v>
                </c:pt>
                <c:pt idx="1552">
                  <c:v>44661</c:v>
                </c:pt>
                <c:pt idx="1553">
                  <c:v>44660</c:v>
                </c:pt>
                <c:pt idx="1554">
                  <c:v>44659</c:v>
                </c:pt>
                <c:pt idx="1555">
                  <c:v>44658</c:v>
                </c:pt>
                <c:pt idx="1556">
                  <c:v>44657</c:v>
                </c:pt>
                <c:pt idx="1557">
                  <c:v>44656</c:v>
                </c:pt>
                <c:pt idx="1558">
                  <c:v>44655</c:v>
                </c:pt>
                <c:pt idx="1559">
                  <c:v>44654</c:v>
                </c:pt>
                <c:pt idx="1560">
                  <c:v>44653</c:v>
                </c:pt>
                <c:pt idx="1561">
                  <c:v>44652</c:v>
                </c:pt>
                <c:pt idx="1562">
                  <c:v>44651</c:v>
                </c:pt>
                <c:pt idx="1563">
                  <c:v>44650</c:v>
                </c:pt>
                <c:pt idx="1564">
                  <c:v>44649</c:v>
                </c:pt>
                <c:pt idx="1565">
                  <c:v>44648</c:v>
                </c:pt>
                <c:pt idx="1566">
                  <c:v>44647</c:v>
                </c:pt>
                <c:pt idx="1567">
                  <c:v>44646</c:v>
                </c:pt>
                <c:pt idx="1568">
                  <c:v>44645</c:v>
                </c:pt>
                <c:pt idx="1569">
                  <c:v>44644</c:v>
                </c:pt>
                <c:pt idx="1570">
                  <c:v>44643</c:v>
                </c:pt>
                <c:pt idx="1571">
                  <c:v>44642</c:v>
                </c:pt>
                <c:pt idx="1572">
                  <c:v>44641</c:v>
                </c:pt>
                <c:pt idx="1573">
                  <c:v>44640</c:v>
                </c:pt>
                <c:pt idx="1574">
                  <c:v>44639</c:v>
                </c:pt>
                <c:pt idx="1575">
                  <c:v>44638</c:v>
                </c:pt>
                <c:pt idx="1576">
                  <c:v>44637</c:v>
                </c:pt>
                <c:pt idx="1577">
                  <c:v>44636</c:v>
                </c:pt>
                <c:pt idx="1578">
                  <c:v>44635</c:v>
                </c:pt>
                <c:pt idx="1579">
                  <c:v>44634</c:v>
                </c:pt>
                <c:pt idx="1580">
                  <c:v>44633</c:v>
                </c:pt>
                <c:pt idx="1581">
                  <c:v>44632</c:v>
                </c:pt>
                <c:pt idx="1582">
                  <c:v>44631</c:v>
                </c:pt>
                <c:pt idx="1583">
                  <c:v>44630</c:v>
                </c:pt>
                <c:pt idx="1584">
                  <c:v>44629</c:v>
                </c:pt>
                <c:pt idx="1585">
                  <c:v>44628</c:v>
                </c:pt>
                <c:pt idx="1586">
                  <c:v>44627</c:v>
                </c:pt>
                <c:pt idx="1587">
                  <c:v>44626</c:v>
                </c:pt>
                <c:pt idx="1588">
                  <c:v>44625</c:v>
                </c:pt>
                <c:pt idx="1589">
                  <c:v>44624</c:v>
                </c:pt>
                <c:pt idx="1590">
                  <c:v>44623</c:v>
                </c:pt>
                <c:pt idx="1591">
                  <c:v>44622</c:v>
                </c:pt>
                <c:pt idx="1592">
                  <c:v>44621</c:v>
                </c:pt>
                <c:pt idx="1593">
                  <c:v>44620</c:v>
                </c:pt>
                <c:pt idx="1594">
                  <c:v>44619</c:v>
                </c:pt>
                <c:pt idx="1595">
                  <c:v>44618</c:v>
                </c:pt>
                <c:pt idx="1596">
                  <c:v>44617</c:v>
                </c:pt>
                <c:pt idx="1597">
                  <c:v>44616</c:v>
                </c:pt>
                <c:pt idx="1598">
                  <c:v>44615</c:v>
                </c:pt>
                <c:pt idx="1599">
                  <c:v>44614</c:v>
                </c:pt>
                <c:pt idx="1600">
                  <c:v>44613</c:v>
                </c:pt>
                <c:pt idx="1601">
                  <c:v>44612</c:v>
                </c:pt>
                <c:pt idx="1602">
                  <c:v>44611</c:v>
                </c:pt>
                <c:pt idx="1603">
                  <c:v>44610</c:v>
                </c:pt>
                <c:pt idx="1604">
                  <c:v>44609</c:v>
                </c:pt>
                <c:pt idx="1605">
                  <c:v>44608</c:v>
                </c:pt>
                <c:pt idx="1606">
                  <c:v>44607</c:v>
                </c:pt>
                <c:pt idx="1607">
                  <c:v>44606</c:v>
                </c:pt>
                <c:pt idx="1608">
                  <c:v>44605</c:v>
                </c:pt>
                <c:pt idx="1609">
                  <c:v>44604</c:v>
                </c:pt>
                <c:pt idx="1610">
                  <c:v>44603</c:v>
                </c:pt>
                <c:pt idx="1611">
                  <c:v>44602</c:v>
                </c:pt>
                <c:pt idx="1612">
                  <c:v>44601</c:v>
                </c:pt>
                <c:pt idx="1613">
                  <c:v>44600</c:v>
                </c:pt>
                <c:pt idx="1614">
                  <c:v>44599</c:v>
                </c:pt>
                <c:pt idx="1615">
                  <c:v>44598</c:v>
                </c:pt>
                <c:pt idx="1616">
                  <c:v>44597</c:v>
                </c:pt>
                <c:pt idx="1617">
                  <c:v>44596</c:v>
                </c:pt>
                <c:pt idx="1618">
                  <c:v>44595</c:v>
                </c:pt>
                <c:pt idx="1619">
                  <c:v>44594</c:v>
                </c:pt>
                <c:pt idx="1620">
                  <c:v>44593</c:v>
                </c:pt>
                <c:pt idx="1621">
                  <c:v>44592</c:v>
                </c:pt>
                <c:pt idx="1622">
                  <c:v>44591</c:v>
                </c:pt>
                <c:pt idx="1623">
                  <c:v>44590</c:v>
                </c:pt>
                <c:pt idx="1624">
                  <c:v>44589</c:v>
                </c:pt>
                <c:pt idx="1625">
                  <c:v>44588</c:v>
                </c:pt>
                <c:pt idx="1626">
                  <c:v>44587</c:v>
                </c:pt>
                <c:pt idx="1627">
                  <c:v>44586</c:v>
                </c:pt>
                <c:pt idx="1628">
                  <c:v>44585</c:v>
                </c:pt>
                <c:pt idx="1629">
                  <c:v>44584</c:v>
                </c:pt>
                <c:pt idx="1630">
                  <c:v>44583</c:v>
                </c:pt>
                <c:pt idx="1631">
                  <c:v>44582</c:v>
                </c:pt>
                <c:pt idx="1632">
                  <c:v>44581</c:v>
                </c:pt>
                <c:pt idx="1633">
                  <c:v>44580</c:v>
                </c:pt>
                <c:pt idx="1634">
                  <c:v>44579</c:v>
                </c:pt>
                <c:pt idx="1635">
                  <c:v>44578</c:v>
                </c:pt>
                <c:pt idx="1636">
                  <c:v>44577</c:v>
                </c:pt>
                <c:pt idx="1637">
                  <c:v>44576</c:v>
                </c:pt>
                <c:pt idx="1638">
                  <c:v>44575</c:v>
                </c:pt>
                <c:pt idx="1639">
                  <c:v>44574</c:v>
                </c:pt>
                <c:pt idx="1640">
                  <c:v>44573</c:v>
                </c:pt>
                <c:pt idx="1641">
                  <c:v>44572</c:v>
                </c:pt>
                <c:pt idx="1642">
                  <c:v>44571</c:v>
                </c:pt>
                <c:pt idx="1643">
                  <c:v>44570</c:v>
                </c:pt>
                <c:pt idx="1644">
                  <c:v>44569</c:v>
                </c:pt>
                <c:pt idx="1645">
                  <c:v>44568</c:v>
                </c:pt>
                <c:pt idx="1646">
                  <c:v>44567</c:v>
                </c:pt>
                <c:pt idx="1647">
                  <c:v>44566</c:v>
                </c:pt>
                <c:pt idx="1648">
                  <c:v>44565</c:v>
                </c:pt>
                <c:pt idx="1649">
                  <c:v>44564</c:v>
                </c:pt>
                <c:pt idx="1650">
                  <c:v>44563</c:v>
                </c:pt>
                <c:pt idx="1651">
                  <c:v>44562</c:v>
                </c:pt>
                <c:pt idx="1652">
                  <c:v>44561</c:v>
                </c:pt>
                <c:pt idx="1653">
                  <c:v>44560</c:v>
                </c:pt>
                <c:pt idx="1654">
                  <c:v>44559</c:v>
                </c:pt>
                <c:pt idx="1655">
                  <c:v>44558</c:v>
                </c:pt>
                <c:pt idx="1656">
                  <c:v>44557</c:v>
                </c:pt>
                <c:pt idx="1657">
                  <c:v>44556</c:v>
                </c:pt>
                <c:pt idx="1658">
                  <c:v>44555</c:v>
                </c:pt>
                <c:pt idx="1659">
                  <c:v>44554</c:v>
                </c:pt>
                <c:pt idx="1660">
                  <c:v>44553</c:v>
                </c:pt>
                <c:pt idx="1661">
                  <c:v>44552</c:v>
                </c:pt>
                <c:pt idx="1662">
                  <c:v>44551</c:v>
                </c:pt>
                <c:pt idx="1663">
                  <c:v>44550</c:v>
                </c:pt>
                <c:pt idx="1664">
                  <c:v>44549</c:v>
                </c:pt>
                <c:pt idx="1665">
                  <c:v>44548</c:v>
                </c:pt>
                <c:pt idx="1666">
                  <c:v>44547</c:v>
                </c:pt>
                <c:pt idx="1667">
                  <c:v>44546</c:v>
                </c:pt>
                <c:pt idx="1668">
                  <c:v>44545</c:v>
                </c:pt>
                <c:pt idx="1669">
                  <c:v>44544</c:v>
                </c:pt>
                <c:pt idx="1670">
                  <c:v>44543</c:v>
                </c:pt>
                <c:pt idx="1671">
                  <c:v>44542</c:v>
                </c:pt>
                <c:pt idx="1672">
                  <c:v>44541</c:v>
                </c:pt>
                <c:pt idx="1673">
                  <c:v>44540</c:v>
                </c:pt>
                <c:pt idx="1674">
                  <c:v>44539</c:v>
                </c:pt>
                <c:pt idx="1675">
                  <c:v>44538</c:v>
                </c:pt>
                <c:pt idx="1676">
                  <c:v>44537</c:v>
                </c:pt>
                <c:pt idx="1677">
                  <c:v>44536</c:v>
                </c:pt>
                <c:pt idx="1678">
                  <c:v>44535</c:v>
                </c:pt>
                <c:pt idx="1679">
                  <c:v>44534</c:v>
                </c:pt>
                <c:pt idx="1680">
                  <c:v>44533</c:v>
                </c:pt>
                <c:pt idx="1681">
                  <c:v>44532</c:v>
                </c:pt>
                <c:pt idx="1682">
                  <c:v>44531</c:v>
                </c:pt>
                <c:pt idx="1683">
                  <c:v>44530</c:v>
                </c:pt>
                <c:pt idx="1684">
                  <c:v>44529</c:v>
                </c:pt>
                <c:pt idx="1685">
                  <c:v>44528</c:v>
                </c:pt>
                <c:pt idx="1686">
                  <c:v>44527</c:v>
                </c:pt>
                <c:pt idx="1687">
                  <c:v>44526</c:v>
                </c:pt>
                <c:pt idx="1688">
                  <c:v>44525</c:v>
                </c:pt>
                <c:pt idx="1689">
                  <c:v>44524</c:v>
                </c:pt>
                <c:pt idx="1690">
                  <c:v>44523</c:v>
                </c:pt>
                <c:pt idx="1691">
                  <c:v>44522</c:v>
                </c:pt>
                <c:pt idx="1692">
                  <c:v>44521</c:v>
                </c:pt>
                <c:pt idx="1693">
                  <c:v>44520</c:v>
                </c:pt>
                <c:pt idx="1694">
                  <c:v>44519</c:v>
                </c:pt>
                <c:pt idx="1695">
                  <c:v>44518</c:v>
                </c:pt>
                <c:pt idx="1696">
                  <c:v>44517</c:v>
                </c:pt>
                <c:pt idx="1697">
                  <c:v>44516</c:v>
                </c:pt>
                <c:pt idx="1698">
                  <c:v>44515</c:v>
                </c:pt>
                <c:pt idx="1699">
                  <c:v>44514</c:v>
                </c:pt>
                <c:pt idx="1700">
                  <c:v>44513</c:v>
                </c:pt>
                <c:pt idx="1701">
                  <c:v>44512</c:v>
                </c:pt>
                <c:pt idx="1702">
                  <c:v>44511</c:v>
                </c:pt>
                <c:pt idx="1703">
                  <c:v>44510</c:v>
                </c:pt>
                <c:pt idx="1704">
                  <c:v>44509</c:v>
                </c:pt>
                <c:pt idx="1705">
                  <c:v>44508</c:v>
                </c:pt>
                <c:pt idx="1706">
                  <c:v>44507</c:v>
                </c:pt>
                <c:pt idx="1707">
                  <c:v>44506</c:v>
                </c:pt>
                <c:pt idx="1708">
                  <c:v>44505</c:v>
                </c:pt>
                <c:pt idx="1709">
                  <c:v>44504</c:v>
                </c:pt>
                <c:pt idx="1710">
                  <c:v>44503</c:v>
                </c:pt>
                <c:pt idx="1711">
                  <c:v>44502</c:v>
                </c:pt>
                <c:pt idx="1712">
                  <c:v>44501</c:v>
                </c:pt>
                <c:pt idx="1713">
                  <c:v>44500</c:v>
                </c:pt>
                <c:pt idx="1714">
                  <c:v>44499</c:v>
                </c:pt>
                <c:pt idx="1715">
                  <c:v>44498</c:v>
                </c:pt>
                <c:pt idx="1716">
                  <c:v>44497</c:v>
                </c:pt>
                <c:pt idx="1717">
                  <c:v>44496</c:v>
                </c:pt>
                <c:pt idx="1718">
                  <c:v>44495</c:v>
                </c:pt>
                <c:pt idx="1719">
                  <c:v>44494</c:v>
                </c:pt>
                <c:pt idx="1720">
                  <c:v>44493</c:v>
                </c:pt>
                <c:pt idx="1721">
                  <c:v>44492</c:v>
                </c:pt>
                <c:pt idx="1722">
                  <c:v>44491</c:v>
                </c:pt>
                <c:pt idx="1723">
                  <c:v>44490</c:v>
                </c:pt>
                <c:pt idx="1724">
                  <c:v>44489</c:v>
                </c:pt>
                <c:pt idx="1725">
                  <c:v>44488</c:v>
                </c:pt>
                <c:pt idx="1726">
                  <c:v>44487</c:v>
                </c:pt>
                <c:pt idx="1727">
                  <c:v>44486</c:v>
                </c:pt>
                <c:pt idx="1728">
                  <c:v>44485</c:v>
                </c:pt>
                <c:pt idx="1729">
                  <c:v>44484</c:v>
                </c:pt>
                <c:pt idx="1730">
                  <c:v>44483</c:v>
                </c:pt>
                <c:pt idx="1731">
                  <c:v>44482</c:v>
                </c:pt>
                <c:pt idx="1732">
                  <c:v>44481</c:v>
                </c:pt>
                <c:pt idx="1733">
                  <c:v>44480</c:v>
                </c:pt>
                <c:pt idx="1734">
                  <c:v>44479</c:v>
                </c:pt>
                <c:pt idx="1735">
                  <c:v>44478</c:v>
                </c:pt>
                <c:pt idx="1736">
                  <c:v>44477</c:v>
                </c:pt>
                <c:pt idx="1737">
                  <c:v>44476</c:v>
                </c:pt>
                <c:pt idx="1738">
                  <c:v>44475</c:v>
                </c:pt>
                <c:pt idx="1739">
                  <c:v>44474</c:v>
                </c:pt>
                <c:pt idx="1740">
                  <c:v>44473</c:v>
                </c:pt>
                <c:pt idx="1741">
                  <c:v>44472</c:v>
                </c:pt>
                <c:pt idx="1742">
                  <c:v>44471</c:v>
                </c:pt>
                <c:pt idx="1743">
                  <c:v>44470</c:v>
                </c:pt>
                <c:pt idx="1744">
                  <c:v>44469</c:v>
                </c:pt>
                <c:pt idx="1745">
                  <c:v>44468</c:v>
                </c:pt>
                <c:pt idx="1746">
                  <c:v>44467</c:v>
                </c:pt>
                <c:pt idx="1747">
                  <c:v>44466</c:v>
                </c:pt>
                <c:pt idx="1748">
                  <c:v>44465</c:v>
                </c:pt>
                <c:pt idx="1749">
                  <c:v>44464</c:v>
                </c:pt>
                <c:pt idx="1750">
                  <c:v>44463</c:v>
                </c:pt>
                <c:pt idx="1751">
                  <c:v>44462</c:v>
                </c:pt>
                <c:pt idx="1752">
                  <c:v>44461</c:v>
                </c:pt>
                <c:pt idx="1753">
                  <c:v>44460</c:v>
                </c:pt>
                <c:pt idx="1754">
                  <c:v>44459</c:v>
                </c:pt>
                <c:pt idx="1755">
                  <c:v>44458</c:v>
                </c:pt>
                <c:pt idx="1756">
                  <c:v>44457</c:v>
                </c:pt>
                <c:pt idx="1757">
                  <c:v>44456</c:v>
                </c:pt>
                <c:pt idx="1758">
                  <c:v>44455</c:v>
                </c:pt>
                <c:pt idx="1759">
                  <c:v>44454</c:v>
                </c:pt>
                <c:pt idx="1760">
                  <c:v>44453</c:v>
                </c:pt>
                <c:pt idx="1761">
                  <c:v>44452</c:v>
                </c:pt>
                <c:pt idx="1762">
                  <c:v>44451</c:v>
                </c:pt>
                <c:pt idx="1763">
                  <c:v>44450</c:v>
                </c:pt>
                <c:pt idx="1764">
                  <c:v>44449</c:v>
                </c:pt>
                <c:pt idx="1765">
                  <c:v>44448</c:v>
                </c:pt>
                <c:pt idx="1766">
                  <c:v>44447</c:v>
                </c:pt>
                <c:pt idx="1767">
                  <c:v>44446</c:v>
                </c:pt>
                <c:pt idx="1768">
                  <c:v>44445</c:v>
                </c:pt>
                <c:pt idx="1769">
                  <c:v>44444</c:v>
                </c:pt>
                <c:pt idx="1770">
                  <c:v>44443</c:v>
                </c:pt>
                <c:pt idx="1771">
                  <c:v>44442</c:v>
                </c:pt>
                <c:pt idx="1772">
                  <c:v>44441</c:v>
                </c:pt>
                <c:pt idx="1773">
                  <c:v>44440</c:v>
                </c:pt>
                <c:pt idx="1774">
                  <c:v>44439</c:v>
                </c:pt>
                <c:pt idx="1775">
                  <c:v>44438</c:v>
                </c:pt>
                <c:pt idx="1776">
                  <c:v>44437</c:v>
                </c:pt>
                <c:pt idx="1777">
                  <c:v>44436</c:v>
                </c:pt>
                <c:pt idx="1778">
                  <c:v>44435</c:v>
                </c:pt>
                <c:pt idx="1779">
                  <c:v>44434</c:v>
                </c:pt>
                <c:pt idx="1780">
                  <c:v>44433</c:v>
                </c:pt>
                <c:pt idx="1781">
                  <c:v>44432</c:v>
                </c:pt>
                <c:pt idx="1782">
                  <c:v>44431</c:v>
                </c:pt>
                <c:pt idx="1783">
                  <c:v>44430</c:v>
                </c:pt>
                <c:pt idx="1784">
                  <c:v>44429</c:v>
                </c:pt>
                <c:pt idx="1785">
                  <c:v>44428</c:v>
                </c:pt>
                <c:pt idx="1786">
                  <c:v>44427</c:v>
                </c:pt>
                <c:pt idx="1787">
                  <c:v>44426</c:v>
                </c:pt>
                <c:pt idx="1788">
                  <c:v>44425</c:v>
                </c:pt>
                <c:pt idx="1789">
                  <c:v>44424</c:v>
                </c:pt>
                <c:pt idx="1790">
                  <c:v>44423</c:v>
                </c:pt>
                <c:pt idx="1791">
                  <c:v>44422</c:v>
                </c:pt>
                <c:pt idx="1792">
                  <c:v>44421</c:v>
                </c:pt>
                <c:pt idx="1793">
                  <c:v>44420</c:v>
                </c:pt>
                <c:pt idx="1794">
                  <c:v>44419</c:v>
                </c:pt>
                <c:pt idx="1795">
                  <c:v>44418</c:v>
                </c:pt>
                <c:pt idx="1796">
                  <c:v>44417</c:v>
                </c:pt>
                <c:pt idx="1797">
                  <c:v>44416</c:v>
                </c:pt>
                <c:pt idx="1798">
                  <c:v>44415</c:v>
                </c:pt>
                <c:pt idx="1799">
                  <c:v>44414</c:v>
                </c:pt>
                <c:pt idx="1800">
                  <c:v>44413</c:v>
                </c:pt>
                <c:pt idx="1801">
                  <c:v>44412</c:v>
                </c:pt>
                <c:pt idx="1802">
                  <c:v>44411</c:v>
                </c:pt>
                <c:pt idx="1803">
                  <c:v>44410</c:v>
                </c:pt>
                <c:pt idx="1804">
                  <c:v>44409</c:v>
                </c:pt>
                <c:pt idx="1805">
                  <c:v>44408</c:v>
                </c:pt>
                <c:pt idx="1806">
                  <c:v>44407</c:v>
                </c:pt>
                <c:pt idx="1807">
                  <c:v>44406</c:v>
                </c:pt>
                <c:pt idx="1808">
                  <c:v>44405</c:v>
                </c:pt>
                <c:pt idx="1809">
                  <c:v>44404</c:v>
                </c:pt>
                <c:pt idx="1810">
                  <c:v>44403</c:v>
                </c:pt>
                <c:pt idx="1811">
                  <c:v>44402</c:v>
                </c:pt>
                <c:pt idx="1812">
                  <c:v>44401</c:v>
                </c:pt>
                <c:pt idx="1813">
                  <c:v>44400</c:v>
                </c:pt>
                <c:pt idx="1814">
                  <c:v>44399</c:v>
                </c:pt>
                <c:pt idx="1815">
                  <c:v>44398</c:v>
                </c:pt>
                <c:pt idx="1816">
                  <c:v>44397</c:v>
                </c:pt>
                <c:pt idx="1817">
                  <c:v>44396</c:v>
                </c:pt>
                <c:pt idx="1818">
                  <c:v>44395</c:v>
                </c:pt>
                <c:pt idx="1819">
                  <c:v>44394</c:v>
                </c:pt>
                <c:pt idx="1820">
                  <c:v>44393</c:v>
                </c:pt>
                <c:pt idx="1821">
                  <c:v>44392</c:v>
                </c:pt>
                <c:pt idx="1822">
                  <c:v>44391</c:v>
                </c:pt>
                <c:pt idx="1823">
                  <c:v>44390</c:v>
                </c:pt>
                <c:pt idx="1824">
                  <c:v>44389</c:v>
                </c:pt>
                <c:pt idx="1825">
                  <c:v>44388</c:v>
                </c:pt>
                <c:pt idx="1826">
                  <c:v>44387</c:v>
                </c:pt>
                <c:pt idx="1827">
                  <c:v>44386</c:v>
                </c:pt>
                <c:pt idx="1828">
                  <c:v>44385</c:v>
                </c:pt>
                <c:pt idx="1829">
                  <c:v>44384</c:v>
                </c:pt>
                <c:pt idx="1830">
                  <c:v>44383</c:v>
                </c:pt>
                <c:pt idx="1831">
                  <c:v>44382</c:v>
                </c:pt>
                <c:pt idx="1832">
                  <c:v>44381</c:v>
                </c:pt>
                <c:pt idx="1833">
                  <c:v>44380</c:v>
                </c:pt>
                <c:pt idx="1834">
                  <c:v>44379</c:v>
                </c:pt>
                <c:pt idx="1835">
                  <c:v>44378</c:v>
                </c:pt>
                <c:pt idx="1836">
                  <c:v>44377</c:v>
                </c:pt>
                <c:pt idx="1837">
                  <c:v>44376</c:v>
                </c:pt>
                <c:pt idx="1838">
                  <c:v>44375</c:v>
                </c:pt>
                <c:pt idx="1839">
                  <c:v>44374</c:v>
                </c:pt>
                <c:pt idx="1840">
                  <c:v>44373</c:v>
                </c:pt>
                <c:pt idx="1841">
                  <c:v>44372</c:v>
                </c:pt>
                <c:pt idx="1842">
                  <c:v>44371</c:v>
                </c:pt>
                <c:pt idx="1843">
                  <c:v>44370</c:v>
                </c:pt>
                <c:pt idx="1844">
                  <c:v>44369</c:v>
                </c:pt>
                <c:pt idx="1845">
                  <c:v>44368</c:v>
                </c:pt>
                <c:pt idx="1846">
                  <c:v>44367</c:v>
                </c:pt>
                <c:pt idx="1847">
                  <c:v>44366</c:v>
                </c:pt>
                <c:pt idx="1848">
                  <c:v>44365</c:v>
                </c:pt>
                <c:pt idx="1849">
                  <c:v>44364</c:v>
                </c:pt>
                <c:pt idx="1850">
                  <c:v>44363</c:v>
                </c:pt>
                <c:pt idx="1851">
                  <c:v>44362</c:v>
                </c:pt>
                <c:pt idx="1852">
                  <c:v>44361</c:v>
                </c:pt>
                <c:pt idx="1853">
                  <c:v>44360</c:v>
                </c:pt>
                <c:pt idx="1854">
                  <c:v>44359</c:v>
                </c:pt>
                <c:pt idx="1855">
                  <c:v>44358</c:v>
                </c:pt>
                <c:pt idx="1856">
                  <c:v>44357</c:v>
                </c:pt>
                <c:pt idx="1857">
                  <c:v>44356</c:v>
                </c:pt>
                <c:pt idx="1858">
                  <c:v>44355</c:v>
                </c:pt>
                <c:pt idx="1859">
                  <c:v>44354</c:v>
                </c:pt>
                <c:pt idx="1860">
                  <c:v>44353</c:v>
                </c:pt>
                <c:pt idx="1861">
                  <c:v>44352</c:v>
                </c:pt>
                <c:pt idx="1862">
                  <c:v>44351</c:v>
                </c:pt>
                <c:pt idx="1863">
                  <c:v>44350</c:v>
                </c:pt>
                <c:pt idx="1864">
                  <c:v>44349</c:v>
                </c:pt>
                <c:pt idx="1865">
                  <c:v>44348</c:v>
                </c:pt>
                <c:pt idx="1866">
                  <c:v>44347</c:v>
                </c:pt>
                <c:pt idx="1867">
                  <c:v>44346</c:v>
                </c:pt>
                <c:pt idx="1868">
                  <c:v>44345</c:v>
                </c:pt>
                <c:pt idx="1869">
                  <c:v>44344</c:v>
                </c:pt>
                <c:pt idx="1870">
                  <c:v>44343</c:v>
                </c:pt>
                <c:pt idx="1871">
                  <c:v>44342</c:v>
                </c:pt>
                <c:pt idx="1872">
                  <c:v>44341</c:v>
                </c:pt>
                <c:pt idx="1873">
                  <c:v>44340</c:v>
                </c:pt>
                <c:pt idx="1874">
                  <c:v>44339</c:v>
                </c:pt>
                <c:pt idx="1875">
                  <c:v>44338</c:v>
                </c:pt>
                <c:pt idx="1876">
                  <c:v>44337</c:v>
                </c:pt>
                <c:pt idx="1877">
                  <c:v>44336</c:v>
                </c:pt>
                <c:pt idx="1878">
                  <c:v>44335</c:v>
                </c:pt>
                <c:pt idx="1879">
                  <c:v>44334</c:v>
                </c:pt>
                <c:pt idx="1880">
                  <c:v>44333</c:v>
                </c:pt>
                <c:pt idx="1881">
                  <c:v>44332</c:v>
                </c:pt>
                <c:pt idx="1882">
                  <c:v>44331</c:v>
                </c:pt>
                <c:pt idx="1883">
                  <c:v>44330</c:v>
                </c:pt>
                <c:pt idx="1884">
                  <c:v>44329</c:v>
                </c:pt>
                <c:pt idx="1885">
                  <c:v>44328</c:v>
                </c:pt>
                <c:pt idx="1886">
                  <c:v>44327</c:v>
                </c:pt>
                <c:pt idx="1887">
                  <c:v>44326</c:v>
                </c:pt>
                <c:pt idx="1888">
                  <c:v>44325</c:v>
                </c:pt>
                <c:pt idx="1889">
                  <c:v>44324</c:v>
                </c:pt>
                <c:pt idx="1890">
                  <c:v>44323</c:v>
                </c:pt>
                <c:pt idx="1891">
                  <c:v>44322</c:v>
                </c:pt>
                <c:pt idx="1892">
                  <c:v>44321</c:v>
                </c:pt>
                <c:pt idx="1893">
                  <c:v>44320</c:v>
                </c:pt>
                <c:pt idx="1894">
                  <c:v>44319</c:v>
                </c:pt>
                <c:pt idx="1895">
                  <c:v>44318</c:v>
                </c:pt>
                <c:pt idx="1896">
                  <c:v>44317</c:v>
                </c:pt>
                <c:pt idx="1897">
                  <c:v>44316</c:v>
                </c:pt>
                <c:pt idx="1898">
                  <c:v>44315</c:v>
                </c:pt>
                <c:pt idx="1899">
                  <c:v>44314</c:v>
                </c:pt>
                <c:pt idx="1900">
                  <c:v>44313</c:v>
                </c:pt>
                <c:pt idx="1901">
                  <c:v>44312</c:v>
                </c:pt>
                <c:pt idx="1902">
                  <c:v>44311</c:v>
                </c:pt>
                <c:pt idx="1903">
                  <c:v>44310</c:v>
                </c:pt>
                <c:pt idx="1904">
                  <c:v>44309</c:v>
                </c:pt>
                <c:pt idx="1905">
                  <c:v>44308</c:v>
                </c:pt>
                <c:pt idx="1906">
                  <c:v>44307</c:v>
                </c:pt>
                <c:pt idx="1907">
                  <c:v>44306</c:v>
                </c:pt>
                <c:pt idx="1908">
                  <c:v>44305</c:v>
                </c:pt>
                <c:pt idx="1909">
                  <c:v>44304</c:v>
                </c:pt>
                <c:pt idx="1910">
                  <c:v>44303</c:v>
                </c:pt>
                <c:pt idx="1911">
                  <c:v>44302</c:v>
                </c:pt>
                <c:pt idx="1912">
                  <c:v>44301</c:v>
                </c:pt>
                <c:pt idx="1913">
                  <c:v>44300</c:v>
                </c:pt>
                <c:pt idx="1914">
                  <c:v>44299</c:v>
                </c:pt>
                <c:pt idx="1915">
                  <c:v>44298</c:v>
                </c:pt>
                <c:pt idx="1916">
                  <c:v>44297</c:v>
                </c:pt>
                <c:pt idx="1917">
                  <c:v>44296</c:v>
                </c:pt>
                <c:pt idx="1918">
                  <c:v>44295</c:v>
                </c:pt>
                <c:pt idx="1919">
                  <c:v>44294</c:v>
                </c:pt>
                <c:pt idx="1920">
                  <c:v>44293</c:v>
                </c:pt>
                <c:pt idx="1921">
                  <c:v>44292</c:v>
                </c:pt>
                <c:pt idx="1922">
                  <c:v>44291</c:v>
                </c:pt>
                <c:pt idx="1923">
                  <c:v>44290</c:v>
                </c:pt>
                <c:pt idx="1924">
                  <c:v>44289</c:v>
                </c:pt>
                <c:pt idx="1925">
                  <c:v>44288</c:v>
                </c:pt>
                <c:pt idx="1926">
                  <c:v>44287</c:v>
                </c:pt>
                <c:pt idx="1927">
                  <c:v>44286</c:v>
                </c:pt>
                <c:pt idx="1928">
                  <c:v>44285</c:v>
                </c:pt>
                <c:pt idx="1929">
                  <c:v>44284</c:v>
                </c:pt>
                <c:pt idx="1930">
                  <c:v>44283</c:v>
                </c:pt>
                <c:pt idx="1931">
                  <c:v>44282</c:v>
                </c:pt>
                <c:pt idx="1932">
                  <c:v>44281</c:v>
                </c:pt>
                <c:pt idx="1933">
                  <c:v>44280</c:v>
                </c:pt>
                <c:pt idx="1934">
                  <c:v>44279</c:v>
                </c:pt>
                <c:pt idx="1935">
                  <c:v>44278</c:v>
                </c:pt>
                <c:pt idx="1936">
                  <c:v>44277</c:v>
                </c:pt>
                <c:pt idx="1937">
                  <c:v>44276</c:v>
                </c:pt>
                <c:pt idx="1938">
                  <c:v>44275</c:v>
                </c:pt>
                <c:pt idx="1939">
                  <c:v>44274</c:v>
                </c:pt>
                <c:pt idx="1940">
                  <c:v>44273</c:v>
                </c:pt>
                <c:pt idx="1941">
                  <c:v>44272</c:v>
                </c:pt>
                <c:pt idx="1942">
                  <c:v>44271</c:v>
                </c:pt>
                <c:pt idx="1943">
                  <c:v>44270</c:v>
                </c:pt>
                <c:pt idx="1944">
                  <c:v>44269</c:v>
                </c:pt>
                <c:pt idx="1945">
                  <c:v>44268</c:v>
                </c:pt>
                <c:pt idx="1946">
                  <c:v>44267</c:v>
                </c:pt>
                <c:pt idx="1947">
                  <c:v>44266</c:v>
                </c:pt>
                <c:pt idx="1948">
                  <c:v>44265</c:v>
                </c:pt>
                <c:pt idx="1949">
                  <c:v>44264</c:v>
                </c:pt>
                <c:pt idx="1950">
                  <c:v>44263</c:v>
                </c:pt>
                <c:pt idx="1951">
                  <c:v>44262</c:v>
                </c:pt>
                <c:pt idx="1952">
                  <c:v>44261</c:v>
                </c:pt>
                <c:pt idx="1953">
                  <c:v>44260</c:v>
                </c:pt>
                <c:pt idx="1954">
                  <c:v>44259</c:v>
                </c:pt>
                <c:pt idx="1955">
                  <c:v>44258</c:v>
                </c:pt>
                <c:pt idx="1956">
                  <c:v>44257</c:v>
                </c:pt>
                <c:pt idx="1957">
                  <c:v>44256</c:v>
                </c:pt>
                <c:pt idx="1958">
                  <c:v>44255</c:v>
                </c:pt>
                <c:pt idx="1959">
                  <c:v>44254</c:v>
                </c:pt>
                <c:pt idx="1960">
                  <c:v>44253</c:v>
                </c:pt>
                <c:pt idx="1961">
                  <c:v>44252</c:v>
                </c:pt>
                <c:pt idx="1962">
                  <c:v>44251</c:v>
                </c:pt>
                <c:pt idx="1963">
                  <c:v>44250</c:v>
                </c:pt>
                <c:pt idx="1964">
                  <c:v>44249</c:v>
                </c:pt>
                <c:pt idx="1965">
                  <c:v>44248</c:v>
                </c:pt>
                <c:pt idx="1966">
                  <c:v>44247</c:v>
                </c:pt>
                <c:pt idx="1967">
                  <c:v>44246</c:v>
                </c:pt>
                <c:pt idx="1968">
                  <c:v>44245</c:v>
                </c:pt>
                <c:pt idx="1969">
                  <c:v>44244</c:v>
                </c:pt>
                <c:pt idx="1970">
                  <c:v>44243</c:v>
                </c:pt>
                <c:pt idx="1971">
                  <c:v>44242</c:v>
                </c:pt>
                <c:pt idx="1972">
                  <c:v>44241</c:v>
                </c:pt>
                <c:pt idx="1973">
                  <c:v>44240</c:v>
                </c:pt>
                <c:pt idx="1974">
                  <c:v>44239</c:v>
                </c:pt>
                <c:pt idx="1975">
                  <c:v>44238</c:v>
                </c:pt>
                <c:pt idx="1976">
                  <c:v>44237</c:v>
                </c:pt>
                <c:pt idx="1977">
                  <c:v>44236</c:v>
                </c:pt>
                <c:pt idx="1978">
                  <c:v>44235</c:v>
                </c:pt>
                <c:pt idx="1979">
                  <c:v>44234</c:v>
                </c:pt>
                <c:pt idx="1980">
                  <c:v>44233</c:v>
                </c:pt>
                <c:pt idx="1981">
                  <c:v>44232</c:v>
                </c:pt>
                <c:pt idx="1982">
                  <c:v>44231</c:v>
                </c:pt>
                <c:pt idx="1983">
                  <c:v>44230</c:v>
                </c:pt>
                <c:pt idx="1984">
                  <c:v>44229</c:v>
                </c:pt>
                <c:pt idx="1985">
                  <c:v>44228</c:v>
                </c:pt>
                <c:pt idx="1986">
                  <c:v>44227</c:v>
                </c:pt>
                <c:pt idx="1987">
                  <c:v>44226</c:v>
                </c:pt>
                <c:pt idx="1988">
                  <c:v>44225</c:v>
                </c:pt>
                <c:pt idx="1989">
                  <c:v>44224</c:v>
                </c:pt>
                <c:pt idx="1990">
                  <c:v>44223</c:v>
                </c:pt>
                <c:pt idx="1991">
                  <c:v>44222</c:v>
                </c:pt>
                <c:pt idx="1992">
                  <c:v>44221</c:v>
                </c:pt>
                <c:pt idx="1993">
                  <c:v>44220</c:v>
                </c:pt>
                <c:pt idx="1994">
                  <c:v>44219</c:v>
                </c:pt>
                <c:pt idx="1995">
                  <c:v>44218</c:v>
                </c:pt>
                <c:pt idx="1996">
                  <c:v>44217</c:v>
                </c:pt>
                <c:pt idx="1997">
                  <c:v>44216</c:v>
                </c:pt>
                <c:pt idx="1998">
                  <c:v>44215</c:v>
                </c:pt>
                <c:pt idx="1999">
                  <c:v>44214</c:v>
                </c:pt>
                <c:pt idx="2000">
                  <c:v>44213</c:v>
                </c:pt>
                <c:pt idx="2001">
                  <c:v>44212</c:v>
                </c:pt>
                <c:pt idx="2002">
                  <c:v>44211</c:v>
                </c:pt>
                <c:pt idx="2003">
                  <c:v>44210</c:v>
                </c:pt>
                <c:pt idx="2004">
                  <c:v>44209</c:v>
                </c:pt>
                <c:pt idx="2005">
                  <c:v>44208</c:v>
                </c:pt>
                <c:pt idx="2006">
                  <c:v>44207</c:v>
                </c:pt>
                <c:pt idx="2007">
                  <c:v>44206</c:v>
                </c:pt>
                <c:pt idx="2008">
                  <c:v>44205</c:v>
                </c:pt>
                <c:pt idx="2009">
                  <c:v>44204</c:v>
                </c:pt>
                <c:pt idx="2010">
                  <c:v>44203</c:v>
                </c:pt>
                <c:pt idx="2011">
                  <c:v>44202</c:v>
                </c:pt>
                <c:pt idx="2012">
                  <c:v>44201</c:v>
                </c:pt>
                <c:pt idx="2013">
                  <c:v>44200</c:v>
                </c:pt>
                <c:pt idx="2014">
                  <c:v>44199</c:v>
                </c:pt>
                <c:pt idx="2015">
                  <c:v>44198</c:v>
                </c:pt>
                <c:pt idx="2016">
                  <c:v>44197</c:v>
                </c:pt>
                <c:pt idx="2017">
                  <c:v>44196</c:v>
                </c:pt>
                <c:pt idx="2018">
                  <c:v>44195</c:v>
                </c:pt>
                <c:pt idx="2019">
                  <c:v>44194</c:v>
                </c:pt>
                <c:pt idx="2020">
                  <c:v>44193</c:v>
                </c:pt>
                <c:pt idx="2021">
                  <c:v>44192</c:v>
                </c:pt>
                <c:pt idx="2022">
                  <c:v>44191</c:v>
                </c:pt>
                <c:pt idx="2023">
                  <c:v>44190</c:v>
                </c:pt>
                <c:pt idx="2024">
                  <c:v>44189</c:v>
                </c:pt>
                <c:pt idx="2025">
                  <c:v>44188</c:v>
                </c:pt>
                <c:pt idx="2026">
                  <c:v>44187</c:v>
                </c:pt>
                <c:pt idx="2027">
                  <c:v>44186</c:v>
                </c:pt>
                <c:pt idx="2028">
                  <c:v>44185</c:v>
                </c:pt>
                <c:pt idx="2029">
                  <c:v>44184</c:v>
                </c:pt>
                <c:pt idx="2030">
                  <c:v>44183</c:v>
                </c:pt>
                <c:pt idx="2031">
                  <c:v>44182</c:v>
                </c:pt>
                <c:pt idx="2032">
                  <c:v>44181</c:v>
                </c:pt>
                <c:pt idx="2033">
                  <c:v>44180</c:v>
                </c:pt>
                <c:pt idx="2034">
                  <c:v>44179</c:v>
                </c:pt>
                <c:pt idx="2035">
                  <c:v>44178</c:v>
                </c:pt>
                <c:pt idx="2036">
                  <c:v>44177</c:v>
                </c:pt>
                <c:pt idx="2037">
                  <c:v>44176</c:v>
                </c:pt>
                <c:pt idx="2038">
                  <c:v>44175</c:v>
                </c:pt>
                <c:pt idx="2039">
                  <c:v>44174</c:v>
                </c:pt>
                <c:pt idx="2040">
                  <c:v>44173</c:v>
                </c:pt>
                <c:pt idx="2041">
                  <c:v>44172</c:v>
                </c:pt>
                <c:pt idx="2042">
                  <c:v>44171</c:v>
                </c:pt>
                <c:pt idx="2043">
                  <c:v>44170</c:v>
                </c:pt>
                <c:pt idx="2044">
                  <c:v>44169</c:v>
                </c:pt>
                <c:pt idx="2045">
                  <c:v>44168</c:v>
                </c:pt>
                <c:pt idx="2046">
                  <c:v>44167</c:v>
                </c:pt>
                <c:pt idx="2047">
                  <c:v>44166</c:v>
                </c:pt>
                <c:pt idx="2048">
                  <c:v>44165</c:v>
                </c:pt>
                <c:pt idx="2049">
                  <c:v>44164</c:v>
                </c:pt>
                <c:pt idx="2050">
                  <c:v>44163</c:v>
                </c:pt>
                <c:pt idx="2051">
                  <c:v>44162</c:v>
                </c:pt>
                <c:pt idx="2052">
                  <c:v>44161</c:v>
                </c:pt>
                <c:pt idx="2053">
                  <c:v>44160</c:v>
                </c:pt>
                <c:pt idx="2054">
                  <c:v>44159</c:v>
                </c:pt>
                <c:pt idx="2055">
                  <c:v>44158</c:v>
                </c:pt>
                <c:pt idx="2056">
                  <c:v>44157</c:v>
                </c:pt>
                <c:pt idx="2057">
                  <c:v>44156</c:v>
                </c:pt>
                <c:pt idx="2058">
                  <c:v>44155</c:v>
                </c:pt>
                <c:pt idx="2059">
                  <c:v>44154</c:v>
                </c:pt>
                <c:pt idx="2060">
                  <c:v>44153</c:v>
                </c:pt>
                <c:pt idx="2061">
                  <c:v>44152</c:v>
                </c:pt>
                <c:pt idx="2062">
                  <c:v>44151</c:v>
                </c:pt>
                <c:pt idx="2063">
                  <c:v>44150</c:v>
                </c:pt>
                <c:pt idx="2064">
                  <c:v>44149</c:v>
                </c:pt>
                <c:pt idx="2065">
                  <c:v>44148</c:v>
                </c:pt>
                <c:pt idx="2066">
                  <c:v>44147</c:v>
                </c:pt>
                <c:pt idx="2067">
                  <c:v>44146</c:v>
                </c:pt>
                <c:pt idx="2068">
                  <c:v>44145</c:v>
                </c:pt>
                <c:pt idx="2069">
                  <c:v>44144</c:v>
                </c:pt>
                <c:pt idx="2070">
                  <c:v>44143</c:v>
                </c:pt>
                <c:pt idx="2071">
                  <c:v>44142</c:v>
                </c:pt>
                <c:pt idx="2072">
                  <c:v>44141</c:v>
                </c:pt>
                <c:pt idx="2073">
                  <c:v>44140</c:v>
                </c:pt>
                <c:pt idx="2074">
                  <c:v>44139</c:v>
                </c:pt>
                <c:pt idx="2075">
                  <c:v>44138</c:v>
                </c:pt>
                <c:pt idx="2076">
                  <c:v>44137</c:v>
                </c:pt>
                <c:pt idx="2077">
                  <c:v>44136</c:v>
                </c:pt>
                <c:pt idx="2078">
                  <c:v>44135</c:v>
                </c:pt>
                <c:pt idx="2079">
                  <c:v>44134</c:v>
                </c:pt>
                <c:pt idx="2080">
                  <c:v>44133</c:v>
                </c:pt>
                <c:pt idx="2081">
                  <c:v>44132</c:v>
                </c:pt>
                <c:pt idx="2082">
                  <c:v>44131</c:v>
                </c:pt>
                <c:pt idx="2083">
                  <c:v>44130</c:v>
                </c:pt>
                <c:pt idx="2084">
                  <c:v>44129</c:v>
                </c:pt>
                <c:pt idx="2085">
                  <c:v>44128</c:v>
                </c:pt>
                <c:pt idx="2086">
                  <c:v>44127</c:v>
                </c:pt>
                <c:pt idx="2087">
                  <c:v>44126</c:v>
                </c:pt>
                <c:pt idx="2088">
                  <c:v>44125</c:v>
                </c:pt>
                <c:pt idx="2089">
                  <c:v>44124</c:v>
                </c:pt>
                <c:pt idx="2090">
                  <c:v>44123</c:v>
                </c:pt>
                <c:pt idx="2091">
                  <c:v>44122</c:v>
                </c:pt>
                <c:pt idx="2092">
                  <c:v>44121</c:v>
                </c:pt>
                <c:pt idx="2093">
                  <c:v>44120</c:v>
                </c:pt>
                <c:pt idx="2094">
                  <c:v>44119</c:v>
                </c:pt>
                <c:pt idx="2095">
                  <c:v>44118</c:v>
                </c:pt>
                <c:pt idx="2096">
                  <c:v>44117</c:v>
                </c:pt>
                <c:pt idx="2097">
                  <c:v>44116</c:v>
                </c:pt>
                <c:pt idx="2098">
                  <c:v>44115</c:v>
                </c:pt>
                <c:pt idx="2099">
                  <c:v>44114</c:v>
                </c:pt>
                <c:pt idx="2100">
                  <c:v>44113</c:v>
                </c:pt>
                <c:pt idx="2101">
                  <c:v>44112</c:v>
                </c:pt>
                <c:pt idx="2102">
                  <c:v>44111</c:v>
                </c:pt>
                <c:pt idx="2103">
                  <c:v>44110</c:v>
                </c:pt>
                <c:pt idx="2104">
                  <c:v>44109</c:v>
                </c:pt>
                <c:pt idx="2105">
                  <c:v>44108</c:v>
                </c:pt>
                <c:pt idx="2106">
                  <c:v>44107</c:v>
                </c:pt>
                <c:pt idx="2107">
                  <c:v>44106</c:v>
                </c:pt>
                <c:pt idx="2108">
                  <c:v>44105</c:v>
                </c:pt>
                <c:pt idx="2109">
                  <c:v>44104</c:v>
                </c:pt>
                <c:pt idx="2110">
                  <c:v>44103</c:v>
                </c:pt>
                <c:pt idx="2111">
                  <c:v>44102</c:v>
                </c:pt>
                <c:pt idx="2112">
                  <c:v>44101</c:v>
                </c:pt>
                <c:pt idx="2113">
                  <c:v>44100</c:v>
                </c:pt>
                <c:pt idx="2114">
                  <c:v>44099</c:v>
                </c:pt>
                <c:pt idx="2115">
                  <c:v>44098</c:v>
                </c:pt>
                <c:pt idx="2116">
                  <c:v>44097</c:v>
                </c:pt>
                <c:pt idx="2117">
                  <c:v>44096</c:v>
                </c:pt>
                <c:pt idx="2118">
                  <c:v>44095</c:v>
                </c:pt>
                <c:pt idx="2119">
                  <c:v>44094</c:v>
                </c:pt>
                <c:pt idx="2120">
                  <c:v>44093</c:v>
                </c:pt>
                <c:pt idx="2121">
                  <c:v>44092</c:v>
                </c:pt>
                <c:pt idx="2122">
                  <c:v>44091</c:v>
                </c:pt>
                <c:pt idx="2123">
                  <c:v>44090</c:v>
                </c:pt>
                <c:pt idx="2124">
                  <c:v>44089</c:v>
                </c:pt>
                <c:pt idx="2125">
                  <c:v>44088</c:v>
                </c:pt>
                <c:pt idx="2126">
                  <c:v>44087</c:v>
                </c:pt>
                <c:pt idx="2127">
                  <c:v>44086</c:v>
                </c:pt>
                <c:pt idx="2128">
                  <c:v>44085</c:v>
                </c:pt>
                <c:pt idx="2129">
                  <c:v>44084</c:v>
                </c:pt>
                <c:pt idx="2130">
                  <c:v>44083</c:v>
                </c:pt>
                <c:pt idx="2131">
                  <c:v>44082</c:v>
                </c:pt>
                <c:pt idx="2132">
                  <c:v>44081</c:v>
                </c:pt>
                <c:pt idx="2133">
                  <c:v>44080</c:v>
                </c:pt>
                <c:pt idx="2134">
                  <c:v>44079</c:v>
                </c:pt>
                <c:pt idx="2135">
                  <c:v>44078</c:v>
                </c:pt>
                <c:pt idx="2136">
                  <c:v>44077</c:v>
                </c:pt>
                <c:pt idx="2137">
                  <c:v>44076</c:v>
                </c:pt>
                <c:pt idx="2138">
                  <c:v>44075</c:v>
                </c:pt>
                <c:pt idx="2139">
                  <c:v>44074</c:v>
                </c:pt>
                <c:pt idx="2140">
                  <c:v>44073</c:v>
                </c:pt>
                <c:pt idx="2141">
                  <c:v>44072</c:v>
                </c:pt>
                <c:pt idx="2142">
                  <c:v>44071</c:v>
                </c:pt>
                <c:pt idx="2143">
                  <c:v>44070</c:v>
                </c:pt>
                <c:pt idx="2144">
                  <c:v>44069</c:v>
                </c:pt>
                <c:pt idx="2145">
                  <c:v>44068</c:v>
                </c:pt>
                <c:pt idx="2146">
                  <c:v>44067</c:v>
                </c:pt>
                <c:pt idx="2147">
                  <c:v>44066</c:v>
                </c:pt>
                <c:pt idx="2148">
                  <c:v>44065</c:v>
                </c:pt>
                <c:pt idx="2149">
                  <c:v>44064</c:v>
                </c:pt>
                <c:pt idx="2150">
                  <c:v>44063</c:v>
                </c:pt>
                <c:pt idx="2151">
                  <c:v>44062</c:v>
                </c:pt>
                <c:pt idx="2152">
                  <c:v>44061</c:v>
                </c:pt>
                <c:pt idx="2153">
                  <c:v>44060</c:v>
                </c:pt>
                <c:pt idx="2154">
                  <c:v>44059</c:v>
                </c:pt>
                <c:pt idx="2155">
                  <c:v>44058</c:v>
                </c:pt>
                <c:pt idx="2156">
                  <c:v>44057</c:v>
                </c:pt>
                <c:pt idx="2157">
                  <c:v>44056</c:v>
                </c:pt>
                <c:pt idx="2158">
                  <c:v>44055</c:v>
                </c:pt>
                <c:pt idx="2159">
                  <c:v>44054</c:v>
                </c:pt>
                <c:pt idx="2160">
                  <c:v>44053</c:v>
                </c:pt>
                <c:pt idx="2161">
                  <c:v>44052</c:v>
                </c:pt>
                <c:pt idx="2162">
                  <c:v>44051</c:v>
                </c:pt>
                <c:pt idx="2163">
                  <c:v>44050</c:v>
                </c:pt>
                <c:pt idx="2164">
                  <c:v>44049</c:v>
                </c:pt>
                <c:pt idx="2165">
                  <c:v>44048</c:v>
                </c:pt>
                <c:pt idx="2166">
                  <c:v>44047</c:v>
                </c:pt>
                <c:pt idx="2167">
                  <c:v>44046</c:v>
                </c:pt>
                <c:pt idx="2168">
                  <c:v>44045</c:v>
                </c:pt>
                <c:pt idx="2169">
                  <c:v>44044</c:v>
                </c:pt>
                <c:pt idx="2170">
                  <c:v>44043</c:v>
                </c:pt>
                <c:pt idx="2171">
                  <c:v>44042</c:v>
                </c:pt>
                <c:pt idx="2172">
                  <c:v>44041</c:v>
                </c:pt>
                <c:pt idx="2173">
                  <c:v>44040</c:v>
                </c:pt>
                <c:pt idx="2174">
                  <c:v>44039</c:v>
                </c:pt>
                <c:pt idx="2175">
                  <c:v>44038</c:v>
                </c:pt>
                <c:pt idx="2176">
                  <c:v>44037</c:v>
                </c:pt>
                <c:pt idx="2177">
                  <c:v>44036</c:v>
                </c:pt>
                <c:pt idx="2178">
                  <c:v>44035</c:v>
                </c:pt>
                <c:pt idx="2179">
                  <c:v>44034</c:v>
                </c:pt>
                <c:pt idx="2180">
                  <c:v>44033</c:v>
                </c:pt>
                <c:pt idx="2181">
                  <c:v>44032</c:v>
                </c:pt>
                <c:pt idx="2182">
                  <c:v>44031</c:v>
                </c:pt>
                <c:pt idx="2183">
                  <c:v>44030</c:v>
                </c:pt>
                <c:pt idx="2184">
                  <c:v>44029</c:v>
                </c:pt>
                <c:pt idx="2185">
                  <c:v>44028</c:v>
                </c:pt>
                <c:pt idx="2186">
                  <c:v>44027</c:v>
                </c:pt>
                <c:pt idx="2187">
                  <c:v>44026</c:v>
                </c:pt>
                <c:pt idx="2188">
                  <c:v>44025</c:v>
                </c:pt>
                <c:pt idx="2189">
                  <c:v>44024</c:v>
                </c:pt>
                <c:pt idx="2190">
                  <c:v>44023</c:v>
                </c:pt>
                <c:pt idx="2191">
                  <c:v>44022</c:v>
                </c:pt>
                <c:pt idx="2192">
                  <c:v>44021</c:v>
                </c:pt>
                <c:pt idx="2193">
                  <c:v>44020</c:v>
                </c:pt>
                <c:pt idx="2194">
                  <c:v>44019</c:v>
                </c:pt>
                <c:pt idx="2195">
                  <c:v>44018</c:v>
                </c:pt>
                <c:pt idx="2196">
                  <c:v>44017</c:v>
                </c:pt>
                <c:pt idx="2197">
                  <c:v>44016</c:v>
                </c:pt>
                <c:pt idx="2198">
                  <c:v>44015</c:v>
                </c:pt>
                <c:pt idx="2199">
                  <c:v>44014</c:v>
                </c:pt>
                <c:pt idx="2200">
                  <c:v>44013</c:v>
                </c:pt>
                <c:pt idx="2201">
                  <c:v>44012</c:v>
                </c:pt>
                <c:pt idx="2202">
                  <c:v>44011</c:v>
                </c:pt>
                <c:pt idx="2203">
                  <c:v>44010</c:v>
                </c:pt>
                <c:pt idx="2204">
                  <c:v>44009</c:v>
                </c:pt>
                <c:pt idx="2205">
                  <c:v>44008</c:v>
                </c:pt>
                <c:pt idx="2206">
                  <c:v>44007</c:v>
                </c:pt>
                <c:pt idx="2207">
                  <c:v>44006</c:v>
                </c:pt>
                <c:pt idx="2208">
                  <c:v>44005</c:v>
                </c:pt>
                <c:pt idx="2209">
                  <c:v>44004</c:v>
                </c:pt>
                <c:pt idx="2210">
                  <c:v>44003</c:v>
                </c:pt>
                <c:pt idx="2211">
                  <c:v>44002</c:v>
                </c:pt>
                <c:pt idx="2212">
                  <c:v>44001</c:v>
                </c:pt>
                <c:pt idx="2213">
                  <c:v>44000</c:v>
                </c:pt>
                <c:pt idx="2214">
                  <c:v>43999</c:v>
                </c:pt>
                <c:pt idx="2215">
                  <c:v>43998</c:v>
                </c:pt>
                <c:pt idx="2216">
                  <c:v>43997</c:v>
                </c:pt>
                <c:pt idx="2217">
                  <c:v>43996</c:v>
                </c:pt>
                <c:pt idx="2218">
                  <c:v>43995</c:v>
                </c:pt>
                <c:pt idx="2219">
                  <c:v>43994</c:v>
                </c:pt>
                <c:pt idx="2220">
                  <c:v>43993</c:v>
                </c:pt>
                <c:pt idx="2221">
                  <c:v>43992</c:v>
                </c:pt>
                <c:pt idx="2222">
                  <c:v>43991</c:v>
                </c:pt>
                <c:pt idx="2223">
                  <c:v>43990</c:v>
                </c:pt>
                <c:pt idx="2224">
                  <c:v>43989</c:v>
                </c:pt>
                <c:pt idx="2225">
                  <c:v>43988</c:v>
                </c:pt>
                <c:pt idx="2226">
                  <c:v>43987</c:v>
                </c:pt>
                <c:pt idx="2227">
                  <c:v>43986</c:v>
                </c:pt>
                <c:pt idx="2228">
                  <c:v>43985</c:v>
                </c:pt>
                <c:pt idx="2229">
                  <c:v>43984</c:v>
                </c:pt>
                <c:pt idx="2230">
                  <c:v>43983</c:v>
                </c:pt>
                <c:pt idx="2231">
                  <c:v>43982</c:v>
                </c:pt>
                <c:pt idx="2232">
                  <c:v>43981</c:v>
                </c:pt>
                <c:pt idx="2233">
                  <c:v>43980</c:v>
                </c:pt>
                <c:pt idx="2234">
                  <c:v>43979</c:v>
                </c:pt>
                <c:pt idx="2235">
                  <c:v>43978</c:v>
                </c:pt>
                <c:pt idx="2236">
                  <c:v>43977</c:v>
                </c:pt>
                <c:pt idx="2237">
                  <c:v>43976</c:v>
                </c:pt>
                <c:pt idx="2238">
                  <c:v>43975</c:v>
                </c:pt>
                <c:pt idx="2239">
                  <c:v>43974</c:v>
                </c:pt>
                <c:pt idx="2240">
                  <c:v>43973</c:v>
                </c:pt>
                <c:pt idx="2241">
                  <c:v>43972</c:v>
                </c:pt>
                <c:pt idx="2242">
                  <c:v>43971</c:v>
                </c:pt>
                <c:pt idx="2243">
                  <c:v>43970</c:v>
                </c:pt>
                <c:pt idx="2244">
                  <c:v>43969</c:v>
                </c:pt>
                <c:pt idx="2245">
                  <c:v>43968</c:v>
                </c:pt>
                <c:pt idx="2246">
                  <c:v>43967</c:v>
                </c:pt>
                <c:pt idx="2247">
                  <c:v>43966</c:v>
                </c:pt>
                <c:pt idx="2248">
                  <c:v>43965</c:v>
                </c:pt>
                <c:pt idx="2249">
                  <c:v>43964</c:v>
                </c:pt>
                <c:pt idx="2250">
                  <c:v>43963</c:v>
                </c:pt>
                <c:pt idx="2251">
                  <c:v>43962</c:v>
                </c:pt>
                <c:pt idx="2252">
                  <c:v>43961</c:v>
                </c:pt>
                <c:pt idx="2253">
                  <c:v>43960</c:v>
                </c:pt>
                <c:pt idx="2254">
                  <c:v>43959</c:v>
                </c:pt>
                <c:pt idx="2255">
                  <c:v>43958</c:v>
                </c:pt>
                <c:pt idx="2256">
                  <c:v>43957</c:v>
                </c:pt>
                <c:pt idx="2257">
                  <c:v>43956</c:v>
                </c:pt>
                <c:pt idx="2258">
                  <c:v>43955</c:v>
                </c:pt>
                <c:pt idx="2259">
                  <c:v>43954</c:v>
                </c:pt>
                <c:pt idx="2260">
                  <c:v>43953</c:v>
                </c:pt>
                <c:pt idx="2261">
                  <c:v>43952</c:v>
                </c:pt>
                <c:pt idx="2262">
                  <c:v>43951</c:v>
                </c:pt>
                <c:pt idx="2263">
                  <c:v>43950</c:v>
                </c:pt>
                <c:pt idx="2264">
                  <c:v>43949</c:v>
                </c:pt>
                <c:pt idx="2265">
                  <c:v>43948</c:v>
                </c:pt>
                <c:pt idx="2266">
                  <c:v>43947</c:v>
                </c:pt>
                <c:pt idx="2267">
                  <c:v>43946</c:v>
                </c:pt>
                <c:pt idx="2268">
                  <c:v>43945</c:v>
                </c:pt>
                <c:pt idx="2269">
                  <c:v>43944</c:v>
                </c:pt>
                <c:pt idx="2270">
                  <c:v>43943</c:v>
                </c:pt>
                <c:pt idx="2271">
                  <c:v>43942</c:v>
                </c:pt>
                <c:pt idx="2272">
                  <c:v>43941</c:v>
                </c:pt>
                <c:pt idx="2273">
                  <c:v>43940</c:v>
                </c:pt>
                <c:pt idx="2274">
                  <c:v>43939</c:v>
                </c:pt>
                <c:pt idx="2275">
                  <c:v>43938</c:v>
                </c:pt>
                <c:pt idx="2276">
                  <c:v>43937</c:v>
                </c:pt>
                <c:pt idx="2277">
                  <c:v>43936</c:v>
                </c:pt>
                <c:pt idx="2278">
                  <c:v>43935</c:v>
                </c:pt>
                <c:pt idx="2279">
                  <c:v>43934</c:v>
                </c:pt>
                <c:pt idx="2280">
                  <c:v>43933</c:v>
                </c:pt>
                <c:pt idx="2281">
                  <c:v>43932</c:v>
                </c:pt>
                <c:pt idx="2282">
                  <c:v>43931</c:v>
                </c:pt>
                <c:pt idx="2283">
                  <c:v>43930</c:v>
                </c:pt>
                <c:pt idx="2284">
                  <c:v>43929</c:v>
                </c:pt>
                <c:pt idx="2285">
                  <c:v>43928</c:v>
                </c:pt>
                <c:pt idx="2286">
                  <c:v>43927</c:v>
                </c:pt>
                <c:pt idx="2287">
                  <c:v>43926</c:v>
                </c:pt>
                <c:pt idx="2288">
                  <c:v>43925</c:v>
                </c:pt>
                <c:pt idx="2289">
                  <c:v>43924</c:v>
                </c:pt>
                <c:pt idx="2290">
                  <c:v>43923</c:v>
                </c:pt>
                <c:pt idx="2291">
                  <c:v>43922</c:v>
                </c:pt>
                <c:pt idx="2292">
                  <c:v>43921</c:v>
                </c:pt>
                <c:pt idx="2293">
                  <c:v>43920</c:v>
                </c:pt>
                <c:pt idx="2294">
                  <c:v>43919</c:v>
                </c:pt>
                <c:pt idx="2295">
                  <c:v>43918</c:v>
                </c:pt>
                <c:pt idx="2296">
                  <c:v>43917</c:v>
                </c:pt>
                <c:pt idx="2297">
                  <c:v>43916</c:v>
                </c:pt>
                <c:pt idx="2298">
                  <c:v>43915</c:v>
                </c:pt>
                <c:pt idx="2299">
                  <c:v>43914</c:v>
                </c:pt>
                <c:pt idx="2300">
                  <c:v>43913</c:v>
                </c:pt>
                <c:pt idx="2301">
                  <c:v>43912</c:v>
                </c:pt>
                <c:pt idx="2302">
                  <c:v>43911</c:v>
                </c:pt>
                <c:pt idx="2303">
                  <c:v>43910</c:v>
                </c:pt>
                <c:pt idx="2304">
                  <c:v>43909</c:v>
                </c:pt>
                <c:pt idx="2305">
                  <c:v>43908</c:v>
                </c:pt>
                <c:pt idx="2306">
                  <c:v>43907</c:v>
                </c:pt>
                <c:pt idx="2307">
                  <c:v>43906</c:v>
                </c:pt>
                <c:pt idx="2308">
                  <c:v>43905</c:v>
                </c:pt>
                <c:pt idx="2309">
                  <c:v>43904</c:v>
                </c:pt>
                <c:pt idx="2310">
                  <c:v>43903</c:v>
                </c:pt>
                <c:pt idx="2311">
                  <c:v>43902</c:v>
                </c:pt>
                <c:pt idx="2312">
                  <c:v>43901</c:v>
                </c:pt>
                <c:pt idx="2313">
                  <c:v>43900</c:v>
                </c:pt>
                <c:pt idx="2314">
                  <c:v>43899</c:v>
                </c:pt>
                <c:pt idx="2315">
                  <c:v>43898</c:v>
                </c:pt>
                <c:pt idx="2316">
                  <c:v>43897</c:v>
                </c:pt>
                <c:pt idx="2317">
                  <c:v>43896</c:v>
                </c:pt>
                <c:pt idx="2318">
                  <c:v>43895</c:v>
                </c:pt>
                <c:pt idx="2319">
                  <c:v>43894</c:v>
                </c:pt>
                <c:pt idx="2320">
                  <c:v>43893</c:v>
                </c:pt>
                <c:pt idx="2321">
                  <c:v>43892</c:v>
                </c:pt>
                <c:pt idx="2322">
                  <c:v>43891</c:v>
                </c:pt>
                <c:pt idx="2323">
                  <c:v>43890</c:v>
                </c:pt>
                <c:pt idx="2324">
                  <c:v>43889</c:v>
                </c:pt>
                <c:pt idx="2325">
                  <c:v>43888</c:v>
                </c:pt>
                <c:pt idx="2326">
                  <c:v>43887</c:v>
                </c:pt>
                <c:pt idx="2327">
                  <c:v>43886</c:v>
                </c:pt>
                <c:pt idx="2328">
                  <c:v>43885</c:v>
                </c:pt>
                <c:pt idx="2329">
                  <c:v>43884</c:v>
                </c:pt>
                <c:pt idx="2330">
                  <c:v>43883</c:v>
                </c:pt>
                <c:pt idx="2331">
                  <c:v>43882</c:v>
                </c:pt>
                <c:pt idx="2332">
                  <c:v>43881</c:v>
                </c:pt>
                <c:pt idx="2333">
                  <c:v>43880</c:v>
                </c:pt>
                <c:pt idx="2334">
                  <c:v>43879</c:v>
                </c:pt>
                <c:pt idx="2335">
                  <c:v>43878</c:v>
                </c:pt>
                <c:pt idx="2336">
                  <c:v>43877</c:v>
                </c:pt>
                <c:pt idx="2337">
                  <c:v>43876</c:v>
                </c:pt>
                <c:pt idx="2338">
                  <c:v>43875</c:v>
                </c:pt>
                <c:pt idx="2339">
                  <c:v>43874</c:v>
                </c:pt>
                <c:pt idx="2340">
                  <c:v>43873</c:v>
                </c:pt>
                <c:pt idx="2341">
                  <c:v>43872</c:v>
                </c:pt>
                <c:pt idx="2342">
                  <c:v>43871</c:v>
                </c:pt>
                <c:pt idx="2343">
                  <c:v>43870</c:v>
                </c:pt>
                <c:pt idx="2344">
                  <c:v>43869</c:v>
                </c:pt>
                <c:pt idx="2345">
                  <c:v>43868</c:v>
                </c:pt>
                <c:pt idx="2346">
                  <c:v>43867</c:v>
                </c:pt>
                <c:pt idx="2347">
                  <c:v>43866</c:v>
                </c:pt>
                <c:pt idx="2348">
                  <c:v>43865</c:v>
                </c:pt>
                <c:pt idx="2349">
                  <c:v>43864</c:v>
                </c:pt>
                <c:pt idx="2350">
                  <c:v>43863</c:v>
                </c:pt>
                <c:pt idx="2351">
                  <c:v>43862</c:v>
                </c:pt>
                <c:pt idx="2352">
                  <c:v>43861</c:v>
                </c:pt>
                <c:pt idx="2353">
                  <c:v>43860</c:v>
                </c:pt>
                <c:pt idx="2354">
                  <c:v>43859</c:v>
                </c:pt>
                <c:pt idx="2355">
                  <c:v>43858</c:v>
                </c:pt>
                <c:pt idx="2356">
                  <c:v>43857</c:v>
                </c:pt>
                <c:pt idx="2357">
                  <c:v>43856</c:v>
                </c:pt>
                <c:pt idx="2358">
                  <c:v>43855</c:v>
                </c:pt>
                <c:pt idx="2359">
                  <c:v>43854</c:v>
                </c:pt>
                <c:pt idx="2360">
                  <c:v>43853</c:v>
                </c:pt>
                <c:pt idx="2361">
                  <c:v>43852</c:v>
                </c:pt>
                <c:pt idx="2362">
                  <c:v>43851</c:v>
                </c:pt>
                <c:pt idx="2363">
                  <c:v>43850</c:v>
                </c:pt>
                <c:pt idx="2364">
                  <c:v>43849</c:v>
                </c:pt>
                <c:pt idx="2365">
                  <c:v>43848</c:v>
                </c:pt>
                <c:pt idx="2366">
                  <c:v>43847</c:v>
                </c:pt>
                <c:pt idx="2367">
                  <c:v>43846</c:v>
                </c:pt>
                <c:pt idx="2368">
                  <c:v>43845</c:v>
                </c:pt>
                <c:pt idx="2369">
                  <c:v>43844</c:v>
                </c:pt>
                <c:pt idx="2370">
                  <c:v>43843</c:v>
                </c:pt>
                <c:pt idx="2371">
                  <c:v>43842</c:v>
                </c:pt>
                <c:pt idx="2372">
                  <c:v>43841</c:v>
                </c:pt>
                <c:pt idx="2373">
                  <c:v>43840</c:v>
                </c:pt>
                <c:pt idx="2374">
                  <c:v>43839</c:v>
                </c:pt>
                <c:pt idx="2375">
                  <c:v>43838</c:v>
                </c:pt>
                <c:pt idx="2376">
                  <c:v>43837</c:v>
                </c:pt>
                <c:pt idx="2377">
                  <c:v>43836</c:v>
                </c:pt>
                <c:pt idx="2378">
                  <c:v>43835</c:v>
                </c:pt>
                <c:pt idx="2379">
                  <c:v>43834</c:v>
                </c:pt>
                <c:pt idx="2380">
                  <c:v>43833</c:v>
                </c:pt>
                <c:pt idx="2381">
                  <c:v>43832</c:v>
                </c:pt>
                <c:pt idx="2382">
                  <c:v>43831</c:v>
                </c:pt>
                <c:pt idx="2383">
                  <c:v>43830</c:v>
                </c:pt>
                <c:pt idx="2384">
                  <c:v>43829</c:v>
                </c:pt>
                <c:pt idx="2385">
                  <c:v>43828</c:v>
                </c:pt>
                <c:pt idx="2386">
                  <c:v>43827</c:v>
                </c:pt>
                <c:pt idx="2387">
                  <c:v>43826</c:v>
                </c:pt>
                <c:pt idx="2388">
                  <c:v>43825</c:v>
                </c:pt>
                <c:pt idx="2389">
                  <c:v>43824</c:v>
                </c:pt>
                <c:pt idx="2390">
                  <c:v>43823</c:v>
                </c:pt>
                <c:pt idx="2391">
                  <c:v>43822</c:v>
                </c:pt>
                <c:pt idx="2392">
                  <c:v>43821</c:v>
                </c:pt>
                <c:pt idx="2393">
                  <c:v>43820</c:v>
                </c:pt>
                <c:pt idx="2394">
                  <c:v>43819</c:v>
                </c:pt>
                <c:pt idx="2395">
                  <c:v>43818</c:v>
                </c:pt>
                <c:pt idx="2396">
                  <c:v>43817</c:v>
                </c:pt>
                <c:pt idx="2397">
                  <c:v>43816</c:v>
                </c:pt>
                <c:pt idx="2398">
                  <c:v>43815</c:v>
                </c:pt>
                <c:pt idx="2399">
                  <c:v>43814</c:v>
                </c:pt>
                <c:pt idx="2400">
                  <c:v>43813</c:v>
                </c:pt>
                <c:pt idx="2401">
                  <c:v>43812</c:v>
                </c:pt>
                <c:pt idx="2402">
                  <c:v>43811</c:v>
                </c:pt>
                <c:pt idx="2403">
                  <c:v>43810</c:v>
                </c:pt>
                <c:pt idx="2404">
                  <c:v>43809</c:v>
                </c:pt>
                <c:pt idx="2405">
                  <c:v>43808</c:v>
                </c:pt>
                <c:pt idx="2406">
                  <c:v>43807</c:v>
                </c:pt>
                <c:pt idx="2407">
                  <c:v>43806</c:v>
                </c:pt>
                <c:pt idx="2408">
                  <c:v>43805</c:v>
                </c:pt>
                <c:pt idx="2409">
                  <c:v>43804</c:v>
                </c:pt>
                <c:pt idx="2410">
                  <c:v>43803</c:v>
                </c:pt>
                <c:pt idx="2411">
                  <c:v>43802</c:v>
                </c:pt>
                <c:pt idx="2412">
                  <c:v>43801</c:v>
                </c:pt>
                <c:pt idx="2413">
                  <c:v>43800</c:v>
                </c:pt>
                <c:pt idx="2414">
                  <c:v>43799</c:v>
                </c:pt>
                <c:pt idx="2415">
                  <c:v>43798</c:v>
                </c:pt>
                <c:pt idx="2416">
                  <c:v>43797</c:v>
                </c:pt>
                <c:pt idx="2417">
                  <c:v>43796</c:v>
                </c:pt>
                <c:pt idx="2418">
                  <c:v>43795</c:v>
                </c:pt>
                <c:pt idx="2419">
                  <c:v>43794</c:v>
                </c:pt>
                <c:pt idx="2420">
                  <c:v>43793</c:v>
                </c:pt>
                <c:pt idx="2421">
                  <c:v>43792</c:v>
                </c:pt>
                <c:pt idx="2422">
                  <c:v>43791</c:v>
                </c:pt>
                <c:pt idx="2423">
                  <c:v>43790</c:v>
                </c:pt>
                <c:pt idx="2424">
                  <c:v>43789</c:v>
                </c:pt>
                <c:pt idx="2425">
                  <c:v>43788</c:v>
                </c:pt>
                <c:pt idx="2426">
                  <c:v>43787</c:v>
                </c:pt>
                <c:pt idx="2427">
                  <c:v>43786</c:v>
                </c:pt>
                <c:pt idx="2428">
                  <c:v>43785</c:v>
                </c:pt>
                <c:pt idx="2429">
                  <c:v>43784</c:v>
                </c:pt>
                <c:pt idx="2430">
                  <c:v>43783</c:v>
                </c:pt>
                <c:pt idx="2431">
                  <c:v>43782</c:v>
                </c:pt>
                <c:pt idx="2432">
                  <c:v>43781</c:v>
                </c:pt>
                <c:pt idx="2433">
                  <c:v>43780</c:v>
                </c:pt>
                <c:pt idx="2434">
                  <c:v>43779</c:v>
                </c:pt>
                <c:pt idx="2435">
                  <c:v>43778</c:v>
                </c:pt>
                <c:pt idx="2436">
                  <c:v>43777</c:v>
                </c:pt>
                <c:pt idx="2437">
                  <c:v>43776</c:v>
                </c:pt>
                <c:pt idx="2438">
                  <c:v>43775</c:v>
                </c:pt>
                <c:pt idx="2439">
                  <c:v>43774</c:v>
                </c:pt>
                <c:pt idx="2440">
                  <c:v>43773</c:v>
                </c:pt>
                <c:pt idx="2441">
                  <c:v>43772</c:v>
                </c:pt>
                <c:pt idx="2442">
                  <c:v>43771</c:v>
                </c:pt>
                <c:pt idx="2443">
                  <c:v>43770</c:v>
                </c:pt>
                <c:pt idx="2444">
                  <c:v>43769</c:v>
                </c:pt>
                <c:pt idx="2445">
                  <c:v>43768</c:v>
                </c:pt>
                <c:pt idx="2446">
                  <c:v>43767</c:v>
                </c:pt>
                <c:pt idx="2447">
                  <c:v>43766</c:v>
                </c:pt>
                <c:pt idx="2448">
                  <c:v>43765</c:v>
                </c:pt>
                <c:pt idx="2449">
                  <c:v>43764</c:v>
                </c:pt>
                <c:pt idx="2450">
                  <c:v>43763</c:v>
                </c:pt>
                <c:pt idx="2451">
                  <c:v>43762</c:v>
                </c:pt>
                <c:pt idx="2452">
                  <c:v>43761</c:v>
                </c:pt>
                <c:pt idx="2453">
                  <c:v>43760</c:v>
                </c:pt>
                <c:pt idx="2454">
                  <c:v>43759</c:v>
                </c:pt>
                <c:pt idx="2455">
                  <c:v>43758</c:v>
                </c:pt>
                <c:pt idx="2456">
                  <c:v>43757</c:v>
                </c:pt>
                <c:pt idx="2457">
                  <c:v>43756</c:v>
                </c:pt>
                <c:pt idx="2458">
                  <c:v>43755</c:v>
                </c:pt>
                <c:pt idx="2459">
                  <c:v>43754</c:v>
                </c:pt>
                <c:pt idx="2460">
                  <c:v>43753</c:v>
                </c:pt>
                <c:pt idx="2461">
                  <c:v>43752</c:v>
                </c:pt>
                <c:pt idx="2462">
                  <c:v>43751</c:v>
                </c:pt>
                <c:pt idx="2463">
                  <c:v>43750</c:v>
                </c:pt>
                <c:pt idx="2464">
                  <c:v>43749</c:v>
                </c:pt>
                <c:pt idx="2465">
                  <c:v>43748</c:v>
                </c:pt>
                <c:pt idx="2466">
                  <c:v>43747</c:v>
                </c:pt>
                <c:pt idx="2467">
                  <c:v>43746</c:v>
                </c:pt>
                <c:pt idx="2468">
                  <c:v>43745</c:v>
                </c:pt>
                <c:pt idx="2469">
                  <c:v>43744</c:v>
                </c:pt>
                <c:pt idx="2470">
                  <c:v>43743</c:v>
                </c:pt>
                <c:pt idx="2471">
                  <c:v>43742</c:v>
                </c:pt>
                <c:pt idx="2472">
                  <c:v>43741</c:v>
                </c:pt>
                <c:pt idx="2473">
                  <c:v>43740</c:v>
                </c:pt>
                <c:pt idx="2474">
                  <c:v>43739</c:v>
                </c:pt>
                <c:pt idx="2475">
                  <c:v>43738</c:v>
                </c:pt>
                <c:pt idx="2476">
                  <c:v>43737</c:v>
                </c:pt>
                <c:pt idx="2477">
                  <c:v>43736</c:v>
                </c:pt>
                <c:pt idx="2478">
                  <c:v>43735</c:v>
                </c:pt>
                <c:pt idx="2479">
                  <c:v>43734</c:v>
                </c:pt>
                <c:pt idx="2480">
                  <c:v>43733</c:v>
                </c:pt>
                <c:pt idx="2481">
                  <c:v>43732</c:v>
                </c:pt>
                <c:pt idx="2482">
                  <c:v>43731</c:v>
                </c:pt>
                <c:pt idx="2483">
                  <c:v>43730</c:v>
                </c:pt>
                <c:pt idx="2484">
                  <c:v>43729</c:v>
                </c:pt>
                <c:pt idx="2485">
                  <c:v>43728</c:v>
                </c:pt>
                <c:pt idx="2486">
                  <c:v>43727</c:v>
                </c:pt>
                <c:pt idx="2487">
                  <c:v>43726</c:v>
                </c:pt>
                <c:pt idx="2488">
                  <c:v>43725</c:v>
                </c:pt>
                <c:pt idx="2489">
                  <c:v>43724</c:v>
                </c:pt>
                <c:pt idx="2490">
                  <c:v>43723</c:v>
                </c:pt>
                <c:pt idx="2491">
                  <c:v>43722</c:v>
                </c:pt>
                <c:pt idx="2492">
                  <c:v>43721</c:v>
                </c:pt>
                <c:pt idx="2493">
                  <c:v>43720</c:v>
                </c:pt>
                <c:pt idx="2494">
                  <c:v>43719</c:v>
                </c:pt>
                <c:pt idx="2495">
                  <c:v>43718</c:v>
                </c:pt>
                <c:pt idx="2496">
                  <c:v>43717</c:v>
                </c:pt>
                <c:pt idx="2497">
                  <c:v>43716</c:v>
                </c:pt>
                <c:pt idx="2498">
                  <c:v>43715</c:v>
                </c:pt>
                <c:pt idx="2499">
                  <c:v>43714</c:v>
                </c:pt>
                <c:pt idx="2500">
                  <c:v>43713</c:v>
                </c:pt>
                <c:pt idx="2501">
                  <c:v>43712</c:v>
                </c:pt>
                <c:pt idx="2502">
                  <c:v>43711</c:v>
                </c:pt>
                <c:pt idx="2503">
                  <c:v>43710</c:v>
                </c:pt>
                <c:pt idx="2504">
                  <c:v>43709</c:v>
                </c:pt>
                <c:pt idx="2505">
                  <c:v>43708</c:v>
                </c:pt>
                <c:pt idx="2506">
                  <c:v>43707</c:v>
                </c:pt>
                <c:pt idx="2507">
                  <c:v>43706</c:v>
                </c:pt>
                <c:pt idx="2508">
                  <c:v>43705</c:v>
                </c:pt>
                <c:pt idx="2509">
                  <c:v>43704</c:v>
                </c:pt>
                <c:pt idx="2510">
                  <c:v>43703</c:v>
                </c:pt>
                <c:pt idx="2511">
                  <c:v>43702</c:v>
                </c:pt>
                <c:pt idx="2512">
                  <c:v>43701</c:v>
                </c:pt>
                <c:pt idx="2513">
                  <c:v>43700</c:v>
                </c:pt>
                <c:pt idx="2514">
                  <c:v>43699</c:v>
                </c:pt>
                <c:pt idx="2515">
                  <c:v>43698</c:v>
                </c:pt>
                <c:pt idx="2516">
                  <c:v>43697</c:v>
                </c:pt>
                <c:pt idx="2517">
                  <c:v>43696</c:v>
                </c:pt>
                <c:pt idx="2518">
                  <c:v>43695</c:v>
                </c:pt>
                <c:pt idx="2519">
                  <c:v>43694</c:v>
                </c:pt>
                <c:pt idx="2520">
                  <c:v>43693</c:v>
                </c:pt>
                <c:pt idx="2521">
                  <c:v>43692</c:v>
                </c:pt>
                <c:pt idx="2522">
                  <c:v>43691</c:v>
                </c:pt>
                <c:pt idx="2523">
                  <c:v>43690</c:v>
                </c:pt>
                <c:pt idx="2524">
                  <c:v>43689</c:v>
                </c:pt>
                <c:pt idx="2525">
                  <c:v>43688</c:v>
                </c:pt>
                <c:pt idx="2526">
                  <c:v>43687</c:v>
                </c:pt>
                <c:pt idx="2527">
                  <c:v>43686</c:v>
                </c:pt>
                <c:pt idx="2528">
                  <c:v>43685</c:v>
                </c:pt>
                <c:pt idx="2529">
                  <c:v>43684</c:v>
                </c:pt>
                <c:pt idx="2530">
                  <c:v>43683</c:v>
                </c:pt>
                <c:pt idx="2531">
                  <c:v>43682</c:v>
                </c:pt>
                <c:pt idx="2532">
                  <c:v>43681</c:v>
                </c:pt>
                <c:pt idx="2533">
                  <c:v>43680</c:v>
                </c:pt>
                <c:pt idx="2534">
                  <c:v>43679</c:v>
                </c:pt>
                <c:pt idx="2535">
                  <c:v>43678</c:v>
                </c:pt>
                <c:pt idx="2536">
                  <c:v>43677</c:v>
                </c:pt>
                <c:pt idx="2537">
                  <c:v>43676</c:v>
                </c:pt>
                <c:pt idx="2538">
                  <c:v>43675</c:v>
                </c:pt>
                <c:pt idx="2539">
                  <c:v>43674</c:v>
                </c:pt>
                <c:pt idx="2540">
                  <c:v>43673</c:v>
                </c:pt>
                <c:pt idx="2541">
                  <c:v>43672</c:v>
                </c:pt>
                <c:pt idx="2542">
                  <c:v>43671</c:v>
                </c:pt>
                <c:pt idx="2543">
                  <c:v>43670</c:v>
                </c:pt>
                <c:pt idx="2544">
                  <c:v>43669</c:v>
                </c:pt>
                <c:pt idx="2545">
                  <c:v>43668</c:v>
                </c:pt>
                <c:pt idx="2546">
                  <c:v>43667</c:v>
                </c:pt>
                <c:pt idx="2547">
                  <c:v>43666</c:v>
                </c:pt>
                <c:pt idx="2548">
                  <c:v>43665</c:v>
                </c:pt>
                <c:pt idx="2549">
                  <c:v>43664</c:v>
                </c:pt>
                <c:pt idx="2550">
                  <c:v>43663</c:v>
                </c:pt>
                <c:pt idx="2551">
                  <c:v>43662</c:v>
                </c:pt>
                <c:pt idx="2552">
                  <c:v>43661</c:v>
                </c:pt>
                <c:pt idx="2553">
                  <c:v>43660</c:v>
                </c:pt>
                <c:pt idx="2554">
                  <c:v>43659</c:v>
                </c:pt>
                <c:pt idx="2555">
                  <c:v>43658</c:v>
                </c:pt>
                <c:pt idx="2556">
                  <c:v>43657</c:v>
                </c:pt>
                <c:pt idx="2557">
                  <c:v>43656</c:v>
                </c:pt>
                <c:pt idx="2558">
                  <c:v>43655</c:v>
                </c:pt>
                <c:pt idx="2559">
                  <c:v>43654</c:v>
                </c:pt>
                <c:pt idx="2560">
                  <c:v>43653</c:v>
                </c:pt>
                <c:pt idx="2561">
                  <c:v>43652</c:v>
                </c:pt>
                <c:pt idx="2562">
                  <c:v>43651</c:v>
                </c:pt>
                <c:pt idx="2563">
                  <c:v>43650</c:v>
                </c:pt>
                <c:pt idx="2564">
                  <c:v>43649</c:v>
                </c:pt>
                <c:pt idx="2565">
                  <c:v>43648</c:v>
                </c:pt>
                <c:pt idx="2566">
                  <c:v>43647</c:v>
                </c:pt>
                <c:pt idx="2567">
                  <c:v>43646</c:v>
                </c:pt>
                <c:pt idx="2568">
                  <c:v>43645</c:v>
                </c:pt>
                <c:pt idx="2569">
                  <c:v>43644</c:v>
                </c:pt>
                <c:pt idx="2570">
                  <c:v>43643</c:v>
                </c:pt>
                <c:pt idx="2571">
                  <c:v>43642</c:v>
                </c:pt>
                <c:pt idx="2572">
                  <c:v>43641</c:v>
                </c:pt>
                <c:pt idx="2573">
                  <c:v>43640</c:v>
                </c:pt>
                <c:pt idx="2574">
                  <c:v>43639</c:v>
                </c:pt>
                <c:pt idx="2575">
                  <c:v>43638</c:v>
                </c:pt>
                <c:pt idx="2576">
                  <c:v>43637</c:v>
                </c:pt>
                <c:pt idx="2577">
                  <c:v>43636</c:v>
                </c:pt>
                <c:pt idx="2578">
                  <c:v>43635</c:v>
                </c:pt>
                <c:pt idx="2579">
                  <c:v>43634</c:v>
                </c:pt>
                <c:pt idx="2580">
                  <c:v>43633</c:v>
                </c:pt>
                <c:pt idx="2581">
                  <c:v>43632</c:v>
                </c:pt>
                <c:pt idx="2582">
                  <c:v>43631</c:v>
                </c:pt>
                <c:pt idx="2583">
                  <c:v>43630</c:v>
                </c:pt>
                <c:pt idx="2584">
                  <c:v>43629</c:v>
                </c:pt>
                <c:pt idx="2585">
                  <c:v>43628</c:v>
                </c:pt>
                <c:pt idx="2586">
                  <c:v>43627</c:v>
                </c:pt>
                <c:pt idx="2587">
                  <c:v>43626</c:v>
                </c:pt>
                <c:pt idx="2588">
                  <c:v>43625</c:v>
                </c:pt>
                <c:pt idx="2589">
                  <c:v>43624</c:v>
                </c:pt>
                <c:pt idx="2590">
                  <c:v>43623</c:v>
                </c:pt>
                <c:pt idx="2591">
                  <c:v>43622</c:v>
                </c:pt>
                <c:pt idx="2592">
                  <c:v>43621</c:v>
                </c:pt>
                <c:pt idx="2593">
                  <c:v>43620</c:v>
                </c:pt>
                <c:pt idx="2594">
                  <c:v>43619</c:v>
                </c:pt>
                <c:pt idx="2595">
                  <c:v>43618</c:v>
                </c:pt>
                <c:pt idx="2596">
                  <c:v>43617</c:v>
                </c:pt>
                <c:pt idx="2597">
                  <c:v>43616</c:v>
                </c:pt>
                <c:pt idx="2598">
                  <c:v>43615</c:v>
                </c:pt>
                <c:pt idx="2599">
                  <c:v>43614</c:v>
                </c:pt>
                <c:pt idx="2600">
                  <c:v>43613</c:v>
                </c:pt>
                <c:pt idx="2601">
                  <c:v>43612</c:v>
                </c:pt>
                <c:pt idx="2602">
                  <c:v>43611</c:v>
                </c:pt>
                <c:pt idx="2603">
                  <c:v>43610</c:v>
                </c:pt>
                <c:pt idx="2604">
                  <c:v>43609</c:v>
                </c:pt>
                <c:pt idx="2605">
                  <c:v>43608</c:v>
                </c:pt>
                <c:pt idx="2606">
                  <c:v>43607</c:v>
                </c:pt>
                <c:pt idx="2607">
                  <c:v>43606</c:v>
                </c:pt>
                <c:pt idx="2608">
                  <c:v>43605</c:v>
                </c:pt>
                <c:pt idx="2609">
                  <c:v>43604</c:v>
                </c:pt>
                <c:pt idx="2610">
                  <c:v>43603</c:v>
                </c:pt>
                <c:pt idx="2611">
                  <c:v>43602</c:v>
                </c:pt>
                <c:pt idx="2612">
                  <c:v>43601</c:v>
                </c:pt>
                <c:pt idx="2613">
                  <c:v>43600</c:v>
                </c:pt>
                <c:pt idx="2614">
                  <c:v>43599</c:v>
                </c:pt>
                <c:pt idx="2615">
                  <c:v>43598</c:v>
                </c:pt>
                <c:pt idx="2616">
                  <c:v>43597</c:v>
                </c:pt>
                <c:pt idx="2617">
                  <c:v>43596</c:v>
                </c:pt>
                <c:pt idx="2618">
                  <c:v>43595</c:v>
                </c:pt>
                <c:pt idx="2619">
                  <c:v>43594</c:v>
                </c:pt>
                <c:pt idx="2620">
                  <c:v>43593</c:v>
                </c:pt>
                <c:pt idx="2621">
                  <c:v>43592</c:v>
                </c:pt>
                <c:pt idx="2622">
                  <c:v>43591</c:v>
                </c:pt>
                <c:pt idx="2623">
                  <c:v>43590</c:v>
                </c:pt>
                <c:pt idx="2624">
                  <c:v>43589</c:v>
                </c:pt>
                <c:pt idx="2625">
                  <c:v>43588</c:v>
                </c:pt>
                <c:pt idx="2626">
                  <c:v>43587</c:v>
                </c:pt>
                <c:pt idx="2627">
                  <c:v>43586</c:v>
                </c:pt>
                <c:pt idx="2628">
                  <c:v>43585</c:v>
                </c:pt>
                <c:pt idx="2629">
                  <c:v>43584</c:v>
                </c:pt>
                <c:pt idx="2630">
                  <c:v>43583</c:v>
                </c:pt>
                <c:pt idx="2631">
                  <c:v>43582</c:v>
                </c:pt>
                <c:pt idx="2632">
                  <c:v>43581</c:v>
                </c:pt>
                <c:pt idx="2633">
                  <c:v>43580</c:v>
                </c:pt>
                <c:pt idx="2634">
                  <c:v>43579</c:v>
                </c:pt>
                <c:pt idx="2635">
                  <c:v>43578</c:v>
                </c:pt>
                <c:pt idx="2636">
                  <c:v>43577</c:v>
                </c:pt>
                <c:pt idx="2637">
                  <c:v>43576</c:v>
                </c:pt>
                <c:pt idx="2638">
                  <c:v>43575</c:v>
                </c:pt>
                <c:pt idx="2639">
                  <c:v>43574</c:v>
                </c:pt>
                <c:pt idx="2640">
                  <c:v>43573</c:v>
                </c:pt>
                <c:pt idx="2641">
                  <c:v>43572</c:v>
                </c:pt>
                <c:pt idx="2642">
                  <c:v>43571</c:v>
                </c:pt>
                <c:pt idx="2643">
                  <c:v>43570</c:v>
                </c:pt>
                <c:pt idx="2644">
                  <c:v>43569</c:v>
                </c:pt>
                <c:pt idx="2645">
                  <c:v>43568</c:v>
                </c:pt>
                <c:pt idx="2646">
                  <c:v>43567</c:v>
                </c:pt>
                <c:pt idx="2647">
                  <c:v>43566</c:v>
                </c:pt>
                <c:pt idx="2648">
                  <c:v>43565</c:v>
                </c:pt>
                <c:pt idx="2649">
                  <c:v>43564</c:v>
                </c:pt>
                <c:pt idx="2650">
                  <c:v>43563</c:v>
                </c:pt>
                <c:pt idx="2651">
                  <c:v>43562</c:v>
                </c:pt>
                <c:pt idx="2652">
                  <c:v>43561</c:v>
                </c:pt>
                <c:pt idx="2653">
                  <c:v>43560</c:v>
                </c:pt>
                <c:pt idx="2654">
                  <c:v>43559</c:v>
                </c:pt>
                <c:pt idx="2655">
                  <c:v>43558</c:v>
                </c:pt>
                <c:pt idx="2656">
                  <c:v>43557</c:v>
                </c:pt>
                <c:pt idx="2657">
                  <c:v>43556</c:v>
                </c:pt>
                <c:pt idx="2658">
                  <c:v>43555</c:v>
                </c:pt>
                <c:pt idx="2659">
                  <c:v>43554</c:v>
                </c:pt>
                <c:pt idx="2660">
                  <c:v>43553</c:v>
                </c:pt>
                <c:pt idx="2661">
                  <c:v>43552</c:v>
                </c:pt>
                <c:pt idx="2662">
                  <c:v>43551</c:v>
                </c:pt>
                <c:pt idx="2663">
                  <c:v>43550</c:v>
                </c:pt>
                <c:pt idx="2664">
                  <c:v>43549</c:v>
                </c:pt>
                <c:pt idx="2665">
                  <c:v>43548</c:v>
                </c:pt>
                <c:pt idx="2666">
                  <c:v>43547</c:v>
                </c:pt>
                <c:pt idx="2667">
                  <c:v>43546</c:v>
                </c:pt>
                <c:pt idx="2668">
                  <c:v>43545</c:v>
                </c:pt>
                <c:pt idx="2669">
                  <c:v>43544</c:v>
                </c:pt>
                <c:pt idx="2670">
                  <c:v>43543</c:v>
                </c:pt>
                <c:pt idx="2671">
                  <c:v>43542</c:v>
                </c:pt>
                <c:pt idx="2672">
                  <c:v>43541</c:v>
                </c:pt>
                <c:pt idx="2673">
                  <c:v>43540</c:v>
                </c:pt>
                <c:pt idx="2674">
                  <c:v>43539</c:v>
                </c:pt>
                <c:pt idx="2675">
                  <c:v>43538</c:v>
                </c:pt>
                <c:pt idx="2676">
                  <c:v>43537</c:v>
                </c:pt>
                <c:pt idx="2677">
                  <c:v>43536</c:v>
                </c:pt>
                <c:pt idx="2678">
                  <c:v>43535</c:v>
                </c:pt>
                <c:pt idx="2679">
                  <c:v>43534</c:v>
                </c:pt>
                <c:pt idx="2680">
                  <c:v>43533</c:v>
                </c:pt>
                <c:pt idx="2681">
                  <c:v>43532</c:v>
                </c:pt>
                <c:pt idx="2682">
                  <c:v>43531</c:v>
                </c:pt>
                <c:pt idx="2683">
                  <c:v>43530</c:v>
                </c:pt>
                <c:pt idx="2684">
                  <c:v>43529</c:v>
                </c:pt>
                <c:pt idx="2685">
                  <c:v>43528</c:v>
                </c:pt>
                <c:pt idx="2686">
                  <c:v>43527</c:v>
                </c:pt>
                <c:pt idx="2687">
                  <c:v>43526</c:v>
                </c:pt>
                <c:pt idx="2688">
                  <c:v>43525</c:v>
                </c:pt>
                <c:pt idx="2689">
                  <c:v>43524</c:v>
                </c:pt>
                <c:pt idx="2690">
                  <c:v>43523</c:v>
                </c:pt>
                <c:pt idx="2691">
                  <c:v>43522</c:v>
                </c:pt>
                <c:pt idx="2692">
                  <c:v>43521</c:v>
                </c:pt>
                <c:pt idx="2693">
                  <c:v>43520</c:v>
                </c:pt>
                <c:pt idx="2694">
                  <c:v>43519</c:v>
                </c:pt>
                <c:pt idx="2695">
                  <c:v>43518</c:v>
                </c:pt>
                <c:pt idx="2696">
                  <c:v>43517</c:v>
                </c:pt>
                <c:pt idx="2697">
                  <c:v>43516</c:v>
                </c:pt>
                <c:pt idx="2698">
                  <c:v>43515</c:v>
                </c:pt>
                <c:pt idx="2699">
                  <c:v>43514</c:v>
                </c:pt>
                <c:pt idx="2700">
                  <c:v>43513</c:v>
                </c:pt>
                <c:pt idx="2701">
                  <c:v>43512</c:v>
                </c:pt>
                <c:pt idx="2702">
                  <c:v>43511</c:v>
                </c:pt>
                <c:pt idx="2703">
                  <c:v>43510</c:v>
                </c:pt>
                <c:pt idx="2704">
                  <c:v>43509</c:v>
                </c:pt>
                <c:pt idx="2705">
                  <c:v>43508</c:v>
                </c:pt>
                <c:pt idx="2706">
                  <c:v>43507</c:v>
                </c:pt>
                <c:pt idx="2707">
                  <c:v>43506</c:v>
                </c:pt>
                <c:pt idx="2708">
                  <c:v>43505</c:v>
                </c:pt>
                <c:pt idx="2709">
                  <c:v>43504</c:v>
                </c:pt>
                <c:pt idx="2710">
                  <c:v>43503</c:v>
                </c:pt>
                <c:pt idx="2711">
                  <c:v>43502</c:v>
                </c:pt>
                <c:pt idx="2712">
                  <c:v>43501</c:v>
                </c:pt>
                <c:pt idx="2713">
                  <c:v>43500</c:v>
                </c:pt>
                <c:pt idx="2714">
                  <c:v>43499</c:v>
                </c:pt>
                <c:pt idx="2715">
                  <c:v>43498</c:v>
                </c:pt>
                <c:pt idx="2716">
                  <c:v>43497</c:v>
                </c:pt>
                <c:pt idx="2717">
                  <c:v>43496</c:v>
                </c:pt>
                <c:pt idx="2718">
                  <c:v>43495</c:v>
                </c:pt>
                <c:pt idx="2719">
                  <c:v>43494</c:v>
                </c:pt>
                <c:pt idx="2720">
                  <c:v>43493</c:v>
                </c:pt>
                <c:pt idx="2721">
                  <c:v>43492</c:v>
                </c:pt>
                <c:pt idx="2722">
                  <c:v>43491</c:v>
                </c:pt>
                <c:pt idx="2723">
                  <c:v>43490</c:v>
                </c:pt>
                <c:pt idx="2724">
                  <c:v>43489</c:v>
                </c:pt>
                <c:pt idx="2725">
                  <c:v>43488</c:v>
                </c:pt>
                <c:pt idx="2726">
                  <c:v>43487</c:v>
                </c:pt>
                <c:pt idx="2727">
                  <c:v>43486</c:v>
                </c:pt>
                <c:pt idx="2728">
                  <c:v>43485</c:v>
                </c:pt>
                <c:pt idx="2729">
                  <c:v>43484</c:v>
                </c:pt>
                <c:pt idx="2730">
                  <c:v>43483</c:v>
                </c:pt>
                <c:pt idx="2731">
                  <c:v>43482</c:v>
                </c:pt>
                <c:pt idx="2732">
                  <c:v>43481</c:v>
                </c:pt>
                <c:pt idx="2733">
                  <c:v>43480</c:v>
                </c:pt>
                <c:pt idx="2734">
                  <c:v>43479</c:v>
                </c:pt>
                <c:pt idx="2735">
                  <c:v>43478</c:v>
                </c:pt>
                <c:pt idx="2736">
                  <c:v>43477</c:v>
                </c:pt>
                <c:pt idx="2737">
                  <c:v>43476</c:v>
                </c:pt>
                <c:pt idx="2738">
                  <c:v>43475</c:v>
                </c:pt>
                <c:pt idx="2739">
                  <c:v>43474</c:v>
                </c:pt>
                <c:pt idx="2740">
                  <c:v>43473</c:v>
                </c:pt>
                <c:pt idx="2741">
                  <c:v>43472</c:v>
                </c:pt>
                <c:pt idx="2742">
                  <c:v>43471</c:v>
                </c:pt>
                <c:pt idx="2743">
                  <c:v>43470</c:v>
                </c:pt>
                <c:pt idx="2744">
                  <c:v>43469</c:v>
                </c:pt>
                <c:pt idx="2745">
                  <c:v>43468</c:v>
                </c:pt>
                <c:pt idx="2746">
                  <c:v>43467</c:v>
                </c:pt>
                <c:pt idx="2747">
                  <c:v>43466</c:v>
                </c:pt>
                <c:pt idx="2748">
                  <c:v>43465</c:v>
                </c:pt>
                <c:pt idx="2749">
                  <c:v>43464</c:v>
                </c:pt>
                <c:pt idx="2750">
                  <c:v>43463</c:v>
                </c:pt>
                <c:pt idx="2751">
                  <c:v>43462</c:v>
                </c:pt>
                <c:pt idx="2752">
                  <c:v>43461</c:v>
                </c:pt>
                <c:pt idx="2753">
                  <c:v>43460</c:v>
                </c:pt>
                <c:pt idx="2754">
                  <c:v>43459</c:v>
                </c:pt>
                <c:pt idx="2755">
                  <c:v>43458</c:v>
                </c:pt>
                <c:pt idx="2756">
                  <c:v>43457</c:v>
                </c:pt>
                <c:pt idx="2757">
                  <c:v>43456</c:v>
                </c:pt>
                <c:pt idx="2758">
                  <c:v>43455</c:v>
                </c:pt>
                <c:pt idx="2759">
                  <c:v>43454</c:v>
                </c:pt>
                <c:pt idx="2760">
                  <c:v>43453</c:v>
                </c:pt>
                <c:pt idx="2761">
                  <c:v>43452</c:v>
                </c:pt>
                <c:pt idx="2762">
                  <c:v>43451</c:v>
                </c:pt>
                <c:pt idx="2763">
                  <c:v>43450</c:v>
                </c:pt>
                <c:pt idx="2764">
                  <c:v>43449</c:v>
                </c:pt>
                <c:pt idx="2765">
                  <c:v>43448</c:v>
                </c:pt>
                <c:pt idx="2766">
                  <c:v>43447</c:v>
                </c:pt>
                <c:pt idx="2767">
                  <c:v>43446</c:v>
                </c:pt>
                <c:pt idx="2768">
                  <c:v>43445</c:v>
                </c:pt>
                <c:pt idx="2769">
                  <c:v>43444</c:v>
                </c:pt>
                <c:pt idx="2770">
                  <c:v>43443</c:v>
                </c:pt>
                <c:pt idx="2771">
                  <c:v>43442</c:v>
                </c:pt>
                <c:pt idx="2772">
                  <c:v>43441</c:v>
                </c:pt>
                <c:pt idx="2773">
                  <c:v>43440</c:v>
                </c:pt>
                <c:pt idx="2774">
                  <c:v>43439</c:v>
                </c:pt>
                <c:pt idx="2775">
                  <c:v>43438</c:v>
                </c:pt>
                <c:pt idx="2776">
                  <c:v>43437</c:v>
                </c:pt>
                <c:pt idx="2777">
                  <c:v>43436</c:v>
                </c:pt>
                <c:pt idx="2778">
                  <c:v>43435</c:v>
                </c:pt>
                <c:pt idx="2779">
                  <c:v>43434</c:v>
                </c:pt>
                <c:pt idx="2780">
                  <c:v>43433</c:v>
                </c:pt>
                <c:pt idx="2781">
                  <c:v>43432</c:v>
                </c:pt>
                <c:pt idx="2782">
                  <c:v>43431</c:v>
                </c:pt>
                <c:pt idx="2783">
                  <c:v>43430</c:v>
                </c:pt>
                <c:pt idx="2784">
                  <c:v>43429</c:v>
                </c:pt>
                <c:pt idx="2785">
                  <c:v>43428</c:v>
                </c:pt>
                <c:pt idx="2786">
                  <c:v>43427</c:v>
                </c:pt>
                <c:pt idx="2787">
                  <c:v>43426</c:v>
                </c:pt>
                <c:pt idx="2788">
                  <c:v>43425</c:v>
                </c:pt>
                <c:pt idx="2789">
                  <c:v>43424</c:v>
                </c:pt>
                <c:pt idx="2790">
                  <c:v>43423</c:v>
                </c:pt>
                <c:pt idx="2791">
                  <c:v>43422</c:v>
                </c:pt>
                <c:pt idx="2792">
                  <c:v>43421</c:v>
                </c:pt>
                <c:pt idx="2793">
                  <c:v>43420</c:v>
                </c:pt>
                <c:pt idx="2794">
                  <c:v>43419</c:v>
                </c:pt>
                <c:pt idx="2795">
                  <c:v>43418</c:v>
                </c:pt>
                <c:pt idx="2796">
                  <c:v>43417</c:v>
                </c:pt>
                <c:pt idx="2797">
                  <c:v>43416</c:v>
                </c:pt>
                <c:pt idx="2798">
                  <c:v>43415</c:v>
                </c:pt>
                <c:pt idx="2799">
                  <c:v>43414</c:v>
                </c:pt>
                <c:pt idx="2800">
                  <c:v>43413</c:v>
                </c:pt>
                <c:pt idx="2801">
                  <c:v>43412</c:v>
                </c:pt>
                <c:pt idx="2802">
                  <c:v>43411</c:v>
                </c:pt>
                <c:pt idx="2803">
                  <c:v>43410</c:v>
                </c:pt>
                <c:pt idx="2804">
                  <c:v>43409</c:v>
                </c:pt>
                <c:pt idx="2805">
                  <c:v>43408</c:v>
                </c:pt>
                <c:pt idx="2806">
                  <c:v>43407</c:v>
                </c:pt>
                <c:pt idx="2807">
                  <c:v>43406</c:v>
                </c:pt>
                <c:pt idx="2808">
                  <c:v>43405</c:v>
                </c:pt>
                <c:pt idx="2809">
                  <c:v>43404</c:v>
                </c:pt>
                <c:pt idx="2810">
                  <c:v>43403</c:v>
                </c:pt>
                <c:pt idx="2811">
                  <c:v>43402</c:v>
                </c:pt>
                <c:pt idx="2812">
                  <c:v>43401</c:v>
                </c:pt>
                <c:pt idx="2813">
                  <c:v>43400</c:v>
                </c:pt>
                <c:pt idx="2814">
                  <c:v>43399</c:v>
                </c:pt>
                <c:pt idx="2815">
                  <c:v>43398</c:v>
                </c:pt>
                <c:pt idx="2816">
                  <c:v>43397</c:v>
                </c:pt>
                <c:pt idx="2817">
                  <c:v>43396</c:v>
                </c:pt>
                <c:pt idx="2818">
                  <c:v>43395</c:v>
                </c:pt>
                <c:pt idx="2819">
                  <c:v>43394</c:v>
                </c:pt>
                <c:pt idx="2820">
                  <c:v>43393</c:v>
                </c:pt>
                <c:pt idx="2821">
                  <c:v>43392</c:v>
                </c:pt>
                <c:pt idx="2822">
                  <c:v>43391</c:v>
                </c:pt>
                <c:pt idx="2823">
                  <c:v>43390</c:v>
                </c:pt>
                <c:pt idx="2824">
                  <c:v>43389</c:v>
                </c:pt>
                <c:pt idx="2825">
                  <c:v>43388</c:v>
                </c:pt>
                <c:pt idx="2826">
                  <c:v>43387</c:v>
                </c:pt>
                <c:pt idx="2827">
                  <c:v>43386</c:v>
                </c:pt>
                <c:pt idx="2828">
                  <c:v>43385</c:v>
                </c:pt>
                <c:pt idx="2829">
                  <c:v>43384</c:v>
                </c:pt>
                <c:pt idx="2830">
                  <c:v>43383</c:v>
                </c:pt>
                <c:pt idx="2831">
                  <c:v>43382</c:v>
                </c:pt>
                <c:pt idx="2832">
                  <c:v>43381</c:v>
                </c:pt>
                <c:pt idx="2833">
                  <c:v>43380</c:v>
                </c:pt>
                <c:pt idx="2834">
                  <c:v>43379</c:v>
                </c:pt>
                <c:pt idx="2835">
                  <c:v>43378</c:v>
                </c:pt>
                <c:pt idx="2836">
                  <c:v>43377</c:v>
                </c:pt>
                <c:pt idx="2837">
                  <c:v>43376</c:v>
                </c:pt>
                <c:pt idx="2838">
                  <c:v>43375</c:v>
                </c:pt>
                <c:pt idx="2839">
                  <c:v>43374</c:v>
                </c:pt>
                <c:pt idx="2840">
                  <c:v>43373</c:v>
                </c:pt>
                <c:pt idx="2841">
                  <c:v>43372</c:v>
                </c:pt>
                <c:pt idx="2842">
                  <c:v>43371</c:v>
                </c:pt>
                <c:pt idx="2843">
                  <c:v>43370</c:v>
                </c:pt>
                <c:pt idx="2844">
                  <c:v>43369</c:v>
                </c:pt>
                <c:pt idx="2845">
                  <c:v>43368</c:v>
                </c:pt>
                <c:pt idx="2846">
                  <c:v>43367</c:v>
                </c:pt>
                <c:pt idx="2847">
                  <c:v>43366</c:v>
                </c:pt>
                <c:pt idx="2848">
                  <c:v>43365</c:v>
                </c:pt>
                <c:pt idx="2849">
                  <c:v>43364</c:v>
                </c:pt>
                <c:pt idx="2850">
                  <c:v>43363</c:v>
                </c:pt>
                <c:pt idx="2851">
                  <c:v>43362</c:v>
                </c:pt>
                <c:pt idx="2852">
                  <c:v>43361</c:v>
                </c:pt>
                <c:pt idx="2853">
                  <c:v>43360</c:v>
                </c:pt>
                <c:pt idx="2854">
                  <c:v>43359</c:v>
                </c:pt>
                <c:pt idx="2855">
                  <c:v>43358</c:v>
                </c:pt>
                <c:pt idx="2856">
                  <c:v>43357</c:v>
                </c:pt>
                <c:pt idx="2857">
                  <c:v>43356</c:v>
                </c:pt>
                <c:pt idx="2858">
                  <c:v>43355</c:v>
                </c:pt>
                <c:pt idx="2859">
                  <c:v>43354</c:v>
                </c:pt>
                <c:pt idx="2860">
                  <c:v>43353</c:v>
                </c:pt>
                <c:pt idx="2861">
                  <c:v>43352</c:v>
                </c:pt>
                <c:pt idx="2862">
                  <c:v>43351</c:v>
                </c:pt>
                <c:pt idx="2863">
                  <c:v>43350</c:v>
                </c:pt>
                <c:pt idx="2864">
                  <c:v>43349</c:v>
                </c:pt>
                <c:pt idx="2865">
                  <c:v>43348</c:v>
                </c:pt>
                <c:pt idx="2866">
                  <c:v>43347</c:v>
                </c:pt>
                <c:pt idx="2867">
                  <c:v>43346</c:v>
                </c:pt>
                <c:pt idx="2868">
                  <c:v>43345</c:v>
                </c:pt>
                <c:pt idx="2869">
                  <c:v>43344</c:v>
                </c:pt>
                <c:pt idx="2870">
                  <c:v>43343</c:v>
                </c:pt>
                <c:pt idx="2871">
                  <c:v>43342</c:v>
                </c:pt>
                <c:pt idx="2872">
                  <c:v>43341</c:v>
                </c:pt>
                <c:pt idx="2873">
                  <c:v>43340</c:v>
                </c:pt>
                <c:pt idx="2874">
                  <c:v>43339</c:v>
                </c:pt>
                <c:pt idx="2875">
                  <c:v>43338</c:v>
                </c:pt>
                <c:pt idx="2876">
                  <c:v>43337</c:v>
                </c:pt>
                <c:pt idx="2877">
                  <c:v>43336</c:v>
                </c:pt>
                <c:pt idx="2878">
                  <c:v>43335</c:v>
                </c:pt>
                <c:pt idx="2879">
                  <c:v>43334</c:v>
                </c:pt>
                <c:pt idx="2880">
                  <c:v>43333</c:v>
                </c:pt>
                <c:pt idx="2881">
                  <c:v>43332</c:v>
                </c:pt>
                <c:pt idx="2882">
                  <c:v>43331</c:v>
                </c:pt>
                <c:pt idx="2883">
                  <c:v>43330</c:v>
                </c:pt>
                <c:pt idx="2884">
                  <c:v>43329</c:v>
                </c:pt>
                <c:pt idx="2885">
                  <c:v>43328</c:v>
                </c:pt>
                <c:pt idx="2886">
                  <c:v>43327</c:v>
                </c:pt>
                <c:pt idx="2887">
                  <c:v>43326</c:v>
                </c:pt>
                <c:pt idx="2888">
                  <c:v>43325</c:v>
                </c:pt>
                <c:pt idx="2889">
                  <c:v>43324</c:v>
                </c:pt>
                <c:pt idx="2890">
                  <c:v>43323</c:v>
                </c:pt>
                <c:pt idx="2891">
                  <c:v>43322</c:v>
                </c:pt>
                <c:pt idx="2892">
                  <c:v>43321</c:v>
                </c:pt>
                <c:pt idx="2893">
                  <c:v>43320</c:v>
                </c:pt>
                <c:pt idx="2894">
                  <c:v>43319</c:v>
                </c:pt>
                <c:pt idx="2895">
                  <c:v>43318</c:v>
                </c:pt>
                <c:pt idx="2896">
                  <c:v>43317</c:v>
                </c:pt>
                <c:pt idx="2897">
                  <c:v>43316</c:v>
                </c:pt>
                <c:pt idx="2898">
                  <c:v>43315</c:v>
                </c:pt>
                <c:pt idx="2899">
                  <c:v>43314</c:v>
                </c:pt>
                <c:pt idx="2900">
                  <c:v>43313</c:v>
                </c:pt>
                <c:pt idx="2901">
                  <c:v>43312</c:v>
                </c:pt>
                <c:pt idx="2902">
                  <c:v>43311</c:v>
                </c:pt>
                <c:pt idx="2903">
                  <c:v>43310</c:v>
                </c:pt>
                <c:pt idx="2904">
                  <c:v>43309</c:v>
                </c:pt>
                <c:pt idx="2905">
                  <c:v>43308</c:v>
                </c:pt>
                <c:pt idx="2906">
                  <c:v>43307</c:v>
                </c:pt>
                <c:pt idx="2907">
                  <c:v>43306</c:v>
                </c:pt>
                <c:pt idx="2908">
                  <c:v>43305</c:v>
                </c:pt>
                <c:pt idx="2909">
                  <c:v>43304</c:v>
                </c:pt>
                <c:pt idx="2910">
                  <c:v>43303</c:v>
                </c:pt>
                <c:pt idx="2911">
                  <c:v>43302</c:v>
                </c:pt>
                <c:pt idx="2912">
                  <c:v>43301</c:v>
                </c:pt>
                <c:pt idx="2913">
                  <c:v>43300</c:v>
                </c:pt>
                <c:pt idx="2914">
                  <c:v>43299</c:v>
                </c:pt>
                <c:pt idx="2915">
                  <c:v>43298</c:v>
                </c:pt>
                <c:pt idx="2916">
                  <c:v>43297</c:v>
                </c:pt>
                <c:pt idx="2917">
                  <c:v>43296</c:v>
                </c:pt>
                <c:pt idx="2918">
                  <c:v>43295</c:v>
                </c:pt>
                <c:pt idx="2919">
                  <c:v>43294</c:v>
                </c:pt>
                <c:pt idx="2920">
                  <c:v>43293</c:v>
                </c:pt>
                <c:pt idx="2921">
                  <c:v>43292</c:v>
                </c:pt>
                <c:pt idx="2922">
                  <c:v>43291</c:v>
                </c:pt>
                <c:pt idx="2923">
                  <c:v>43290</c:v>
                </c:pt>
                <c:pt idx="2924">
                  <c:v>43289</c:v>
                </c:pt>
                <c:pt idx="2925">
                  <c:v>43288</c:v>
                </c:pt>
                <c:pt idx="2926">
                  <c:v>43287</c:v>
                </c:pt>
                <c:pt idx="2927">
                  <c:v>43286</c:v>
                </c:pt>
                <c:pt idx="2928">
                  <c:v>43285</c:v>
                </c:pt>
                <c:pt idx="2929">
                  <c:v>43284</c:v>
                </c:pt>
                <c:pt idx="2930">
                  <c:v>43283</c:v>
                </c:pt>
                <c:pt idx="2931">
                  <c:v>43282</c:v>
                </c:pt>
                <c:pt idx="2932">
                  <c:v>43281</c:v>
                </c:pt>
                <c:pt idx="2933">
                  <c:v>43280</c:v>
                </c:pt>
                <c:pt idx="2934">
                  <c:v>43279</c:v>
                </c:pt>
                <c:pt idx="2935">
                  <c:v>43278</c:v>
                </c:pt>
                <c:pt idx="2936">
                  <c:v>43277</c:v>
                </c:pt>
                <c:pt idx="2937">
                  <c:v>43276</c:v>
                </c:pt>
                <c:pt idx="2938">
                  <c:v>43275</c:v>
                </c:pt>
                <c:pt idx="2939">
                  <c:v>43274</c:v>
                </c:pt>
                <c:pt idx="2940">
                  <c:v>43273</c:v>
                </c:pt>
                <c:pt idx="2941">
                  <c:v>43272</c:v>
                </c:pt>
                <c:pt idx="2942">
                  <c:v>43271</c:v>
                </c:pt>
                <c:pt idx="2943">
                  <c:v>43270</c:v>
                </c:pt>
                <c:pt idx="2944">
                  <c:v>43269</c:v>
                </c:pt>
                <c:pt idx="2945">
                  <c:v>43268</c:v>
                </c:pt>
                <c:pt idx="2946">
                  <c:v>43267</c:v>
                </c:pt>
                <c:pt idx="2947">
                  <c:v>43266</c:v>
                </c:pt>
                <c:pt idx="2948">
                  <c:v>43265</c:v>
                </c:pt>
                <c:pt idx="2949">
                  <c:v>43264</c:v>
                </c:pt>
                <c:pt idx="2950">
                  <c:v>43263</c:v>
                </c:pt>
                <c:pt idx="2951">
                  <c:v>43262</c:v>
                </c:pt>
                <c:pt idx="2952">
                  <c:v>43261</c:v>
                </c:pt>
                <c:pt idx="2953">
                  <c:v>43260</c:v>
                </c:pt>
                <c:pt idx="2954">
                  <c:v>43259</c:v>
                </c:pt>
                <c:pt idx="2955">
                  <c:v>43258</c:v>
                </c:pt>
                <c:pt idx="2956">
                  <c:v>43257</c:v>
                </c:pt>
                <c:pt idx="2957">
                  <c:v>43256</c:v>
                </c:pt>
                <c:pt idx="2958">
                  <c:v>43255</c:v>
                </c:pt>
                <c:pt idx="2959">
                  <c:v>43254</c:v>
                </c:pt>
                <c:pt idx="2960">
                  <c:v>43253</c:v>
                </c:pt>
                <c:pt idx="2961">
                  <c:v>43252</c:v>
                </c:pt>
                <c:pt idx="2962">
                  <c:v>43251</c:v>
                </c:pt>
                <c:pt idx="2963">
                  <c:v>43250</c:v>
                </c:pt>
                <c:pt idx="2964">
                  <c:v>43249</c:v>
                </c:pt>
                <c:pt idx="2965">
                  <c:v>43248</c:v>
                </c:pt>
                <c:pt idx="2966">
                  <c:v>43247</c:v>
                </c:pt>
                <c:pt idx="2967">
                  <c:v>43246</c:v>
                </c:pt>
                <c:pt idx="2968">
                  <c:v>43245</c:v>
                </c:pt>
                <c:pt idx="2969">
                  <c:v>43244</c:v>
                </c:pt>
                <c:pt idx="2970">
                  <c:v>43243</c:v>
                </c:pt>
                <c:pt idx="2971">
                  <c:v>43242</c:v>
                </c:pt>
                <c:pt idx="2972">
                  <c:v>43241</c:v>
                </c:pt>
                <c:pt idx="2973">
                  <c:v>43240</c:v>
                </c:pt>
                <c:pt idx="2974">
                  <c:v>43239</c:v>
                </c:pt>
                <c:pt idx="2975">
                  <c:v>43238</c:v>
                </c:pt>
                <c:pt idx="2976">
                  <c:v>43237</c:v>
                </c:pt>
                <c:pt idx="2977">
                  <c:v>43236</c:v>
                </c:pt>
                <c:pt idx="2978">
                  <c:v>43235</c:v>
                </c:pt>
                <c:pt idx="2979">
                  <c:v>43234</c:v>
                </c:pt>
                <c:pt idx="2980">
                  <c:v>43233</c:v>
                </c:pt>
                <c:pt idx="2981">
                  <c:v>43232</c:v>
                </c:pt>
                <c:pt idx="2982">
                  <c:v>43231</c:v>
                </c:pt>
                <c:pt idx="2983">
                  <c:v>43230</c:v>
                </c:pt>
                <c:pt idx="2984">
                  <c:v>43229</c:v>
                </c:pt>
                <c:pt idx="2985">
                  <c:v>43228</c:v>
                </c:pt>
                <c:pt idx="2986">
                  <c:v>43227</c:v>
                </c:pt>
                <c:pt idx="2987">
                  <c:v>43226</c:v>
                </c:pt>
                <c:pt idx="2988">
                  <c:v>43225</c:v>
                </c:pt>
                <c:pt idx="2989">
                  <c:v>43224</c:v>
                </c:pt>
                <c:pt idx="2990">
                  <c:v>43223</c:v>
                </c:pt>
                <c:pt idx="2991">
                  <c:v>43222</c:v>
                </c:pt>
                <c:pt idx="2992">
                  <c:v>43221</c:v>
                </c:pt>
                <c:pt idx="2993">
                  <c:v>43220</c:v>
                </c:pt>
                <c:pt idx="2994">
                  <c:v>43219</c:v>
                </c:pt>
                <c:pt idx="2995">
                  <c:v>43218</c:v>
                </c:pt>
                <c:pt idx="2996">
                  <c:v>43217</c:v>
                </c:pt>
                <c:pt idx="2997">
                  <c:v>43216</c:v>
                </c:pt>
                <c:pt idx="2998">
                  <c:v>43215</c:v>
                </c:pt>
                <c:pt idx="2999">
                  <c:v>43214</c:v>
                </c:pt>
                <c:pt idx="3000">
                  <c:v>43213</c:v>
                </c:pt>
                <c:pt idx="3001">
                  <c:v>43212</c:v>
                </c:pt>
                <c:pt idx="3002">
                  <c:v>43211</c:v>
                </c:pt>
                <c:pt idx="3003">
                  <c:v>43210</c:v>
                </c:pt>
                <c:pt idx="3004">
                  <c:v>43209</c:v>
                </c:pt>
                <c:pt idx="3005">
                  <c:v>43208</c:v>
                </c:pt>
                <c:pt idx="3006">
                  <c:v>43207</c:v>
                </c:pt>
                <c:pt idx="3007">
                  <c:v>43206</c:v>
                </c:pt>
                <c:pt idx="3008">
                  <c:v>43205</c:v>
                </c:pt>
                <c:pt idx="3009">
                  <c:v>43204</c:v>
                </c:pt>
                <c:pt idx="3010">
                  <c:v>43203</c:v>
                </c:pt>
                <c:pt idx="3011">
                  <c:v>43202</c:v>
                </c:pt>
                <c:pt idx="3012">
                  <c:v>43201</c:v>
                </c:pt>
                <c:pt idx="3013">
                  <c:v>43200</c:v>
                </c:pt>
                <c:pt idx="3014">
                  <c:v>43199</c:v>
                </c:pt>
                <c:pt idx="3015">
                  <c:v>43198</c:v>
                </c:pt>
                <c:pt idx="3016">
                  <c:v>43197</c:v>
                </c:pt>
                <c:pt idx="3017">
                  <c:v>43196</c:v>
                </c:pt>
                <c:pt idx="3018">
                  <c:v>43195</c:v>
                </c:pt>
                <c:pt idx="3019">
                  <c:v>43194</c:v>
                </c:pt>
                <c:pt idx="3020">
                  <c:v>43193</c:v>
                </c:pt>
                <c:pt idx="3021">
                  <c:v>43192</c:v>
                </c:pt>
                <c:pt idx="3022">
                  <c:v>43191</c:v>
                </c:pt>
                <c:pt idx="3023">
                  <c:v>43190</c:v>
                </c:pt>
                <c:pt idx="3024">
                  <c:v>43189</c:v>
                </c:pt>
                <c:pt idx="3025">
                  <c:v>43188</c:v>
                </c:pt>
                <c:pt idx="3026">
                  <c:v>43187</c:v>
                </c:pt>
                <c:pt idx="3027">
                  <c:v>43186</c:v>
                </c:pt>
                <c:pt idx="3028">
                  <c:v>43185</c:v>
                </c:pt>
                <c:pt idx="3029">
                  <c:v>43184</c:v>
                </c:pt>
                <c:pt idx="3030">
                  <c:v>43183</c:v>
                </c:pt>
                <c:pt idx="3031">
                  <c:v>43182</c:v>
                </c:pt>
                <c:pt idx="3032">
                  <c:v>43181</c:v>
                </c:pt>
                <c:pt idx="3033">
                  <c:v>43180</c:v>
                </c:pt>
                <c:pt idx="3034">
                  <c:v>43179</c:v>
                </c:pt>
                <c:pt idx="3035">
                  <c:v>43178</c:v>
                </c:pt>
                <c:pt idx="3036">
                  <c:v>43177</c:v>
                </c:pt>
                <c:pt idx="3037">
                  <c:v>43176</c:v>
                </c:pt>
                <c:pt idx="3038">
                  <c:v>43175</c:v>
                </c:pt>
                <c:pt idx="3039">
                  <c:v>43174</c:v>
                </c:pt>
                <c:pt idx="3040">
                  <c:v>43173</c:v>
                </c:pt>
                <c:pt idx="3041">
                  <c:v>43172</c:v>
                </c:pt>
                <c:pt idx="3042">
                  <c:v>43171</c:v>
                </c:pt>
                <c:pt idx="3043">
                  <c:v>43170</c:v>
                </c:pt>
                <c:pt idx="3044">
                  <c:v>43169</c:v>
                </c:pt>
                <c:pt idx="3045">
                  <c:v>43168</c:v>
                </c:pt>
                <c:pt idx="3046">
                  <c:v>43167</c:v>
                </c:pt>
                <c:pt idx="3047">
                  <c:v>43166</c:v>
                </c:pt>
                <c:pt idx="3048">
                  <c:v>43165</c:v>
                </c:pt>
                <c:pt idx="3049">
                  <c:v>43164</c:v>
                </c:pt>
                <c:pt idx="3050">
                  <c:v>43163</c:v>
                </c:pt>
                <c:pt idx="3051">
                  <c:v>43162</c:v>
                </c:pt>
                <c:pt idx="3052">
                  <c:v>43161</c:v>
                </c:pt>
                <c:pt idx="3053">
                  <c:v>43160</c:v>
                </c:pt>
                <c:pt idx="3054">
                  <c:v>43159</c:v>
                </c:pt>
                <c:pt idx="3055">
                  <c:v>43158</c:v>
                </c:pt>
                <c:pt idx="3056">
                  <c:v>43157</c:v>
                </c:pt>
                <c:pt idx="3057">
                  <c:v>43156</c:v>
                </c:pt>
                <c:pt idx="3058">
                  <c:v>43155</c:v>
                </c:pt>
                <c:pt idx="3059">
                  <c:v>43154</c:v>
                </c:pt>
                <c:pt idx="3060">
                  <c:v>43153</c:v>
                </c:pt>
                <c:pt idx="3061">
                  <c:v>43152</c:v>
                </c:pt>
                <c:pt idx="3062">
                  <c:v>43151</c:v>
                </c:pt>
                <c:pt idx="3063">
                  <c:v>43150</c:v>
                </c:pt>
                <c:pt idx="3064">
                  <c:v>43149</c:v>
                </c:pt>
                <c:pt idx="3065">
                  <c:v>43148</c:v>
                </c:pt>
                <c:pt idx="3066">
                  <c:v>43147</c:v>
                </c:pt>
                <c:pt idx="3067">
                  <c:v>43146</c:v>
                </c:pt>
                <c:pt idx="3068">
                  <c:v>43145</c:v>
                </c:pt>
                <c:pt idx="3069">
                  <c:v>43144</c:v>
                </c:pt>
                <c:pt idx="3070">
                  <c:v>43143</c:v>
                </c:pt>
                <c:pt idx="3071">
                  <c:v>43142</c:v>
                </c:pt>
                <c:pt idx="3072">
                  <c:v>43141</c:v>
                </c:pt>
                <c:pt idx="3073">
                  <c:v>43140</c:v>
                </c:pt>
                <c:pt idx="3074">
                  <c:v>43139</c:v>
                </c:pt>
                <c:pt idx="3075">
                  <c:v>43138</c:v>
                </c:pt>
                <c:pt idx="3076">
                  <c:v>43137</c:v>
                </c:pt>
                <c:pt idx="3077">
                  <c:v>43136</c:v>
                </c:pt>
                <c:pt idx="3078">
                  <c:v>43135</c:v>
                </c:pt>
                <c:pt idx="3079">
                  <c:v>43134</c:v>
                </c:pt>
                <c:pt idx="3080">
                  <c:v>43133</c:v>
                </c:pt>
                <c:pt idx="3081">
                  <c:v>43132</c:v>
                </c:pt>
                <c:pt idx="3082">
                  <c:v>43131</c:v>
                </c:pt>
                <c:pt idx="3083">
                  <c:v>43130</c:v>
                </c:pt>
                <c:pt idx="3084">
                  <c:v>43129</c:v>
                </c:pt>
                <c:pt idx="3085">
                  <c:v>43128</c:v>
                </c:pt>
                <c:pt idx="3086">
                  <c:v>43127</c:v>
                </c:pt>
                <c:pt idx="3087">
                  <c:v>43126</c:v>
                </c:pt>
                <c:pt idx="3088">
                  <c:v>43125</c:v>
                </c:pt>
                <c:pt idx="3089">
                  <c:v>43124</c:v>
                </c:pt>
                <c:pt idx="3090">
                  <c:v>43123</c:v>
                </c:pt>
                <c:pt idx="3091">
                  <c:v>43122</c:v>
                </c:pt>
                <c:pt idx="3092">
                  <c:v>43121</c:v>
                </c:pt>
                <c:pt idx="3093">
                  <c:v>43120</c:v>
                </c:pt>
                <c:pt idx="3094">
                  <c:v>43119</c:v>
                </c:pt>
                <c:pt idx="3095">
                  <c:v>43118</c:v>
                </c:pt>
                <c:pt idx="3096">
                  <c:v>43117</c:v>
                </c:pt>
                <c:pt idx="3097">
                  <c:v>43116</c:v>
                </c:pt>
                <c:pt idx="3098">
                  <c:v>43115</c:v>
                </c:pt>
                <c:pt idx="3099">
                  <c:v>43114</c:v>
                </c:pt>
                <c:pt idx="3100">
                  <c:v>43113</c:v>
                </c:pt>
                <c:pt idx="3101">
                  <c:v>43112</c:v>
                </c:pt>
                <c:pt idx="3102">
                  <c:v>43111</c:v>
                </c:pt>
                <c:pt idx="3103">
                  <c:v>43110</c:v>
                </c:pt>
                <c:pt idx="3104">
                  <c:v>43109</c:v>
                </c:pt>
                <c:pt idx="3105">
                  <c:v>43108</c:v>
                </c:pt>
                <c:pt idx="3106">
                  <c:v>43107</c:v>
                </c:pt>
                <c:pt idx="3107">
                  <c:v>43106</c:v>
                </c:pt>
                <c:pt idx="3108">
                  <c:v>43105</c:v>
                </c:pt>
                <c:pt idx="3109">
                  <c:v>43104</c:v>
                </c:pt>
                <c:pt idx="3110">
                  <c:v>43103</c:v>
                </c:pt>
                <c:pt idx="3111">
                  <c:v>43102</c:v>
                </c:pt>
                <c:pt idx="3112">
                  <c:v>43101</c:v>
                </c:pt>
                <c:pt idx="3113">
                  <c:v>43100</c:v>
                </c:pt>
                <c:pt idx="3114">
                  <c:v>43099</c:v>
                </c:pt>
                <c:pt idx="3115">
                  <c:v>43098</c:v>
                </c:pt>
                <c:pt idx="3116">
                  <c:v>43097</c:v>
                </c:pt>
                <c:pt idx="3117">
                  <c:v>43096</c:v>
                </c:pt>
                <c:pt idx="3118">
                  <c:v>43095</c:v>
                </c:pt>
                <c:pt idx="3119">
                  <c:v>43094</c:v>
                </c:pt>
                <c:pt idx="3120">
                  <c:v>43093</c:v>
                </c:pt>
                <c:pt idx="3121">
                  <c:v>43092</c:v>
                </c:pt>
                <c:pt idx="3122">
                  <c:v>43091</c:v>
                </c:pt>
                <c:pt idx="3123">
                  <c:v>43090</c:v>
                </c:pt>
                <c:pt idx="3124">
                  <c:v>43089</c:v>
                </c:pt>
                <c:pt idx="3125">
                  <c:v>43088</c:v>
                </c:pt>
                <c:pt idx="3126">
                  <c:v>43087</c:v>
                </c:pt>
                <c:pt idx="3127">
                  <c:v>43086</c:v>
                </c:pt>
                <c:pt idx="3128">
                  <c:v>43085</c:v>
                </c:pt>
                <c:pt idx="3129">
                  <c:v>43084</c:v>
                </c:pt>
                <c:pt idx="3130">
                  <c:v>43083</c:v>
                </c:pt>
                <c:pt idx="3131">
                  <c:v>43082</c:v>
                </c:pt>
                <c:pt idx="3132">
                  <c:v>43081</c:v>
                </c:pt>
                <c:pt idx="3133">
                  <c:v>43080</c:v>
                </c:pt>
                <c:pt idx="3134">
                  <c:v>43079</c:v>
                </c:pt>
                <c:pt idx="3135">
                  <c:v>43078</c:v>
                </c:pt>
                <c:pt idx="3136">
                  <c:v>43077</c:v>
                </c:pt>
                <c:pt idx="3137">
                  <c:v>43076</c:v>
                </c:pt>
                <c:pt idx="3138">
                  <c:v>43075</c:v>
                </c:pt>
                <c:pt idx="3139">
                  <c:v>43074</c:v>
                </c:pt>
                <c:pt idx="3140">
                  <c:v>43073</c:v>
                </c:pt>
                <c:pt idx="3141">
                  <c:v>43072</c:v>
                </c:pt>
                <c:pt idx="3142">
                  <c:v>43071</c:v>
                </c:pt>
                <c:pt idx="3143">
                  <c:v>43070</c:v>
                </c:pt>
                <c:pt idx="3144">
                  <c:v>43069</c:v>
                </c:pt>
                <c:pt idx="3145">
                  <c:v>43068</c:v>
                </c:pt>
                <c:pt idx="3146">
                  <c:v>43067</c:v>
                </c:pt>
                <c:pt idx="3147">
                  <c:v>43066</c:v>
                </c:pt>
                <c:pt idx="3148">
                  <c:v>43065</c:v>
                </c:pt>
                <c:pt idx="3149">
                  <c:v>43064</c:v>
                </c:pt>
                <c:pt idx="3150">
                  <c:v>43063</c:v>
                </c:pt>
                <c:pt idx="3151">
                  <c:v>43062</c:v>
                </c:pt>
                <c:pt idx="3152">
                  <c:v>43061</c:v>
                </c:pt>
                <c:pt idx="3153">
                  <c:v>43060</c:v>
                </c:pt>
                <c:pt idx="3154">
                  <c:v>43059</c:v>
                </c:pt>
                <c:pt idx="3155">
                  <c:v>43058</c:v>
                </c:pt>
                <c:pt idx="3156">
                  <c:v>43057</c:v>
                </c:pt>
                <c:pt idx="3157">
                  <c:v>43056</c:v>
                </c:pt>
                <c:pt idx="3158">
                  <c:v>43055</c:v>
                </c:pt>
                <c:pt idx="3159">
                  <c:v>43054</c:v>
                </c:pt>
                <c:pt idx="3160">
                  <c:v>43053</c:v>
                </c:pt>
                <c:pt idx="3161">
                  <c:v>43052</c:v>
                </c:pt>
                <c:pt idx="3162">
                  <c:v>43051</c:v>
                </c:pt>
                <c:pt idx="3163">
                  <c:v>43050</c:v>
                </c:pt>
                <c:pt idx="3164">
                  <c:v>43049</c:v>
                </c:pt>
                <c:pt idx="3165">
                  <c:v>43048</c:v>
                </c:pt>
                <c:pt idx="3166">
                  <c:v>43047</c:v>
                </c:pt>
                <c:pt idx="3167">
                  <c:v>43046</c:v>
                </c:pt>
                <c:pt idx="3168">
                  <c:v>43045</c:v>
                </c:pt>
                <c:pt idx="3169">
                  <c:v>43044</c:v>
                </c:pt>
                <c:pt idx="3170">
                  <c:v>43043</c:v>
                </c:pt>
                <c:pt idx="3171">
                  <c:v>43042</c:v>
                </c:pt>
                <c:pt idx="3172">
                  <c:v>43041</c:v>
                </c:pt>
                <c:pt idx="3173">
                  <c:v>43040</c:v>
                </c:pt>
                <c:pt idx="3174">
                  <c:v>43039</c:v>
                </c:pt>
                <c:pt idx="3175">
                  <c:v>43038</c:v>
                </c:pt>
                <c:pt idx="3176">
                  <c:v>43037</c:v>
                </c:pt>
                <c:pt idx="3177">
                  <c:v>43036</c:v>
                </c:pt>
                <c:pt idx="3178">
                  <c:v>43035</c:v>
                </c:pt>
                <c:pt idx="3179">
                  <c:v>43034</c:v>
                </c:pt>
                <c:pt idx="3180">
                  <c:v>43033</c:v>
                </c:pt>
                <c:pt idx="3181">
                  <c:v>43032</c:v>
                </c:pt>
                <c:pt idx="3182">
                  <c:v>43031</c:v>
                </c:pt>
                <c:pt idx="3183">
                  <c:v>43030</c:v>
                </c:pt>
                <c:pt idx="3184">
                  <c:v>43029</c:v>
                </c:pt>
                <c:pt idx="3185">
                  <c:v>43028</c:v>
                </c:pt>
                <c:pt idx="3186">
                  <c:v>43027</c:v>
                </c:pt>
                <c:pt idx="3187">
                  <c:v>43026</c:v>
                </c:pt>
                <c:pt idx="3188">
                  <c:v>43025</c:v>
                </c:pt>
                <c:pt idx="3189">
                  <c:v>43024</c:v>
                </c:pt>
                <c:pt idx="3190">
                  <c:v>43023</c:v>
                </c:pt>
                <c:pt idx="3191">
                  <c:v>43022</c:v>
                </c:pt>
                <c:pt idx="3192">
                  <c:v>43021</c:v>
                </c:pt>
                <c:pt idx="3193">
                  <c:v>43020</c:v>
                </c:pt>
                <c:pt idx="3194">
                  <c:v>43019</c:v>
                </c:pt>
                <c:pt idx="3195">
                  <c:v>43018</c:v>
                </c:pt>
                <c:pt idx="3196">
                  <c:v>43017</c:v>
                </c:pt>
                <c:pt idx="3197">
                  <c:v>43016</c:v>
                </c:pt>
                <c:pt idx="3198">
                  <c:v>43015</c:v>
                </c:pt>
                <c:pt idx="3199">
                  <c:v>43014</c:v>
                </c:pt>
                <c:pt idx="3200">
                  <c:v>43013</c:v>
                </c:pt>
                <c:pt idx="3201">
                  <c:v>43012</c:v>
                </c:pt>
                <c:pt idx="3202">
                  <c:v>43011</c:v>
                </c:pt>
                <c:pt idx="3203">
                  <c:v>43010</c:v>
                </c:pt>
                <c:pt idx="3204">
                  <c:v>43009</c:v>
                </c:pt>
                <c:pt idx="3205">
                  <c:v>43008</c:v>
                </c:pt>
                <c:pt idx="3206">
                  <c:v>43007</c:v>
                </c:pt>
                <c:pt idx="3207">
                  <c:v>43006</c:v>
                </c:pt>
                <c:pt idx="3208">
                  <c:v>43005</c:v>
                </c:pt>
                <c:pt idx="3209">
                  <c:v>43004</c:v>
                </c:pt>
                <c:pt idx="3210">
                  <c:v>43003</c:v>
                </c:pt>
                <c:pt idx="3211">
                  <c:v>43002</c:v>
                </c:pt>
                <c:pt idx="3212">
                  <c:v>43001</c:v>
                </c:pt>
                <c:pt idx="3213">
                  <c:v>43000</c:v>
                </c:pt>
                <c:pt idx="3214">
                  <c:v>42999</c:v>
                </c:pt>
                <c:pt idx="3215">
                  <c:v>42998</c:v>
                </c:pt>
                <c:pt idx="3216">
                  <c:v>42997</c:v>
                </c:pt>
                <c:pt idx="3217">
                  <c:v>42996</c:v>
                </c:pt>
                <c:pt idx="3218">
                  <c:v>42995</c:v>
                </c:pt>
                <c:pt idx="3219">
                  <c:v>42994</c:v>
                </c:pt>
                <c:pt idx="3220">
                  <c:v>42993</c:v>
                </c:pt>
                <c:pt idx="3221">
                  <c:v>42992</c:v>
                </c:pt>
                <c:pt idx="3222">
                  <c:v>42991</c:v>
                </c:pt>
                <c:pt idx="3223">
                  <c:v>42990</c:v>
                </c:pt>
                <c:pt idx="3224">
                  <c:v>42989</c:v>
                </c:pt>
                <c:pt idx="3225">
                  <c:v>42988</c:v>
                </c:pt>
                <c:pt idx="3226">
                  <c:v>42987</c:v>
                </c:pt>
                <c:pt idx="3227">
                  <c:v>42986</c:v>
                </c:pt>
                <c:pt idx="3228">
                  <c:v>42985</c:v>
                </c:pt>
                <c:pt idx="3229">
                  <c:v>42984</c:v>
                </c:pt>
                <c:pt idx="3230">
                  <c:v>42983</c:v>
                </c:pt>
                <c:pt idx="3231">
                  <c:v>42982</c:v>
                </c:pt>
                <c:pt idx="3232">
                  <c:v>42981</c:v>
                </c:pt>
                <c:pt idx="3233">
                  <c:v>42980</c:v>
                </c:pt>
                <c:pt idx="3234">
                  <c:v>42979</c:v>
                </c:pt>
                <c:pt idx="3235">
                  <c:v>42978</c:v>
                </c:pt>
                <c:pt idx="3236">
                  <c:v>42977</c:v>
                </c:pt>
                <c:pt idx="3237">
                  <c:v>42976</c:v>
                </c:pt>
                <c:pt idx="3238">
                  <c:v>42975</c:v>
                </c:pt>
                <c:pt idx="3239">
                  <c:v>42974</c:v>
                </c:pt>
                <c:pt idx="3240">
                  <c:v>42973</c:v>
                </c:pt>
                <c:pt idx="3241">
                  <c:v>42972</c:v>
                </c:pt>
                <c:pt idx="3242">
                  <c:v>42971</c:v>
                </c:pt>
                <c:pt idx="3243">
                  <c:v>42970</c:v>
                </c:pt>
                <c:pt idx="3244">
                  <c:v>42969</c:v>
                </c:pt>
                <c:pt idx="3245">
                  <c:v>42968</c:v>
                </c:pt>
                <c:pt idx="3246">
                  <c:v>42967</c:v>
                </c:pt>
                <c:pt idx="3247">
                  <c:v>42966</c:v>
                </c:pt>
                <c:pt idx="3248">
                  <c:v>42965</c:v>
                </c:pt>
                <c:pt idx="3249">
                  <c:v>42964</c:v>
                </c:pt>
                <c:pt idx="3250">
                  <c:v>42963</c:v>
                </c:pt>
                <c:pt idx="3251">
                  <c:v>42962</c:v>
                </c:pt>
                <c:pt idx="3252">
                  <c:v>42961</c:v>
                </c:pt>
                <c:pt idx="3253">
                  <c:v>42960</c:v>
                </c:pt>
                <c:pt idx="3254">
                  <c:v>42959</c:v>
                </c:pt>
                <c:pt idx="3255">
                  <c:v>42958</c:v>
                </c:pt>
                <c:pt idx="3256">
                  <c:v>42957</c:v>
                </c:pt>
                <c:pt idx="3257">
                  <c:v>42956</c:v>
                </c:pt>
                <c:pt idx="3258">
                  <c:v>42955</c:v>
                </c:pt>
                <c:pt idx="3259">
                  <c:v>42954</c:v>
                </c:pt>
                <c:pt idx="3260">
                  <c:v>42953</c:v>
                </c:pt>
                <c:pt idx="3261">
                  <c:v>42952</c:v>
                </c:pt>
                <c:pt idx="3262">
                  <c:v>42951</c:v>
                </c:pt>
                <c:pt idx="3263">
                  <c:v>42950</c:v>
                </c:pt>
                <c:pt idx="3264">
                  <c:v>42949</c:v>
                </c:pt>
                <c:pt idx="3265">
                  <c:v>42948</c:v>
                </c:pt>
                <c:pt idx="3266">
                  <c:v>42947</c:v>
                </c:pt>
                <c:pt idx="3267">
                  <c:v>42946</c:v>
                </c:pt>
                <c:pt idx="3268">
                  <c:v>42945</c:v>
                </c:pt>
                <c:pt idx="3269">
                  <c:v>42944</c:v>
                </c:pt>
                <c:pt idx="3270">
                  <c:v>42943</c:v>
                </c:pt>
                <c:pt idx="3271">
                  <c:v>42942</c:v>
                </c:pt>
                <c:pt idx="3272">
                  <c:v>42941</c:v>
                </c:pt>
                <c:pt idx="3273">
                  <c:v>42940</c:v>
                </c:pt>
                <c:pt idx="3274">
                  <c:v>42939</c:v>
                </c:pt>
                <c:pt idx="3275">
                  <c:v>42938</c:v>
                </c:pt>
                <c:pt idx="3276">
                  <c:v>42937</c:v>
                </c:pt>
                <c:pt idx="3277">
                  <c:v>42936</c:v>
                </c:pt>
                <c:pt idx="3278">
                  <c:v>42935</c:v>
                </c:pt>
                <c:pt idx="3279">
                  <c:v>42934</c:v>
                </c:pt>
                <c:pt idx="3280">
                  <c:v>42933</c:v>
                </c:pt>
                <c:pt idx="3281">
                  <c:v>42932</c:v>
                </c:pt>
                <c:pt idx="3282">
                  <c:v>42931</c:v>
                </c:pt>
                <c:pt idx="3283">
                  <c:v>42930</c:v>
                </c:pt>
                <c:pt idx="3284">
                  <c:v>42929</c:v>
                </c:pt>
                <c:pt idx="3285">
                  <c:v>42928</c:v>
                </c:pt>
                <c:pt idx="3286">
                  <c:v>42927</c:v>
                </c:pt>
                <c:pt idx="3287">
                  <c:v>42926</c:v>
                </c:pt>
                <c:pt idx="3288">
                  <c:v>42925</c:v>
                </c:pt>
                <c:pt idx="3289">
                  <c:v>42924</c:v>
                </c:pt>
                <c:pt idx="3290">
                  <c:v>42923</c:v>
                </c:pt>
                <c:pt idx="3291">
                  <c:v>42922</c:v>
                </c:pt>
                <c:pt idx="3292">
                  <c:v>42921</c:v>
                </c:pt>
                <c:pt idx="3293">
                  <c:v>42920</c:v>
                </c:pt>
                <c:pt idx="3294">
                  <c:v>42919</c:v>
                </c:pt>
                <c:pt idx="3295">
                  <c:v>42918</c:v>
                </c:pt>
                <c:pt idx="3296">
                  <c:v>42917</c:v>
                </c:pt>
                <c:pt idx="3297">
                  <c:v>42916</c:v>
                </c:pt>
                <c:pt idx="3298">
                  <c:v>42915</c:v>
                </c:pt>
                <c:pt idx="3299">
                  <c:v>42914</c:v>
                </c:pt>
                <c:pt idx="3300">
                  <c:v>42913</c:v>
                </c:pt>
                <c:pt idx="3301">
                  <c:v>42912</c:v>
                </c:pt>
                <c:pt idx="3302">
                  <c:v>42911</c:v>
                </c:pt>
                <c:pt idx="3303">
                  <c:v>42910</c:v>
                </c:pt>
                <c:pt idx="3304">
                  <c:v>42909</c:v>
                </c:pt>
                <c:pt idx="3305">
                  <c:v>42908</c:v>
                </c:pt>
                <c:pt idx="3306">
                  <c:v>42907</c:v>
                </c:pt>
                <c:pt idx="3307">
                  <c:v>42906</c:v>
                </c:pt>
                <c:pt idx="3308">
                  <c:v>42905</c:v>
                </c:pt>
                <c:pt idx="3309">
                  <c:v>42904</c:v>
                </c:pt>
                <c:pt idx="3310">
                  <c:v>42903</c:v>
                </c:pt>
                <c:pt idx="3311">
                  <c:v>42902</c:v>
                </c:pt>
                <c:pt idx="3312">
                  <c:v>42901</c:v>
                </c:pt>
                <c:pt idx="3313">
                  <c:v>42900</c:v>
                </c:pt>
                <c:pt idx="3314">
                  <c:v>42899</c:v>
                </c:pt>
                <c:pt idx="3315">
                  <c:v>42898</c:v>
                </c:pt>
                <c:pt idx="3316">
                  <c:v>42897</c:v>
                </c:pt>
                <c:pt idx="3317">
                  <c:v>42896</c:v>
                </c:pt>
                <c:pt idx="3318">
                  <c:v>42895</c:v>
                </c:pt>
                <c:pt idx="3319">
                  <c:v>42894</c:v>
                </c:pt>
                <c:pt idx="3320">
                  <c:v>42893</c:v>
                </c:pt>
                <c:pt idx="3321">
                  <c:v>42892</c:v>
                </c:pt>
                <c:pt idx="3322">
                  <c:v>42891</c:v>
                </c:pt>
                <c:pt idx="3323">
                  <c:v>42890</c:v>
                </c:pt>
                <c:pt idx="3324">
                  <c:v>42889</c:v>
                </c:pt>
                <c:pt idx="3325">
                  <c:v>42888</c:v>
                </c:pt>
                <c:pt idx="3326">
                  <c:v>42887</c:v>
                </c:pt>
                <c:pt idx="3327">
                  <c:v>42886</c:v>
                </c:pt>
                <c:pt idx="3328">
                  <c:v>42885</c:v>
                </c:pt>
                <c:pt idx="3329">
                  <c:v>42884</c:v>
                </c:pt>
                <c:pt idx="3330">
                  <c:v>42883</c:v>
                </c:pt>
                <c:pt idx="3331">
                  <c:v>42882</c:v>
                </c:pt>
                <c:pt idx="3332">
                  <c:v>42881</c:v>
                </c:pt>
                <c:pt idx="3333">
                  <c:v>42880</c:v>
                </c:pt>
                <c:pt idx="3334">
                  <c:v>42879</c:v>
                </c:pt>
                <c:pt idx="3335">
                  <c:v>42878</c:v>
                </c:pt>
                <c:pt idx="3336">
                  <c:v>42877</c:v>
                </c:pt>
                <c:pt idx="3337">
                  <c:v>42876</c:v>
                </c:pt>
                <c:pt idx="3338">
                  <c:v>42875</c:v>
                </c:pt>
                <c:pt idx="3339">
                  <c:v>42874</c:v>
                </c:pt>
                <c:pt idx="3340">
                  <c:v>42873</c:v>
                </c:pt>
                <c:pt idx="3341">
                  <c:v>42872</c:v>
                </c:pt>
                <c:pt idx="3342">
                  <c:v>42871</c:v>
                </c:pt>
                <c:pt idx="3343">
                  <c:v>42870</c:v>
                </c:pt>
                <c:pt idx="3344">
                  <c:v>42869</c:v>
                </c:pt>
                <c:pt idx="3345">
                  <c:v>42868</c:v>
                </c:pt>
                <c:pt idx="3346">
                  <c:v>42867</c:v>
                </c:pt>
                <c:pt idx="3347">
                  <c:v>42866</c:v>
                </c:pt>
                <c:pt idx="3348">
                  <c:v>42865</c:v>
                </c:pt>
                <c:pt idx="3349">
                  <c:v>42864</c:v>
                </c:pt>
                <c:pt idx="3350">
                  <c:v>42863</c:v>
                </c:pt>
                <c:pt idx="3351">
                  <c:v>42862</c:v>
                </c:pt>
                <c:pt idx="3352">
                  <c:v>42861</c:v>
                </c:pt>
                <c:pt idx="3353">
                  <c:v>42860</c:v>
                </c:pt>
                <c:pt idx="3354">
                  <c:v>42859</c:v>
                </c:pt>
                <c:pt idx="3355">
                  <c:v>42858</c:v>
                </c:pt>
                <c:pt idx="3356">
                  <c:v>42857</c:v>
                </c:pt>
                <c:pt idx="3357">
                  <c:v>42856</c:v>
                </c:pt>
                <c:pt idx="3358">
                  <c:v>42855</c:v>
                </c:pt>
                <c:pt idx="3359">
                  <c:v>42854</c:v>
                </c:pt>
                <c:pt idx="3360">
                  <c:v>42853</c:v>
                </c:pt>
                <c:pt idx="3361">
                  <c:v>42852</c:v>
                </c:pt>
                <c:pt idx="3362">
                  <c:v>42851</c:v>
                </c:pt>
                <c:pt idx="3363">
                  <c:v>42850</c:v>
                </c:pt>
                <c:pt idx="3364">
                  <c:v>42849</c:v>
                </c:pt>
                <c:pt idx="3365">
                  <c:v>42848</c:v>
                </c:pt>
                <c:pt idx="3366">
                  <c:v>42847</c:v>
                </c:pt>
                <c:pt idx="3367">
                  <c:v>42846</c:v>
                </c:pt>
                <c:pt idx="3368">
                  <c:v>42845</c:v>
                </c:pt>
                <c:pt idx="3369">
                  <c:v>42844</c:v>
                </c:pt>
                <c:pt idx="3370">
                  <c:v>42843</c:v>
                </c:pt>
                <c:pt idx="3371">
                  <c:v>42842</c:v>
                </c:pt>
                <c:pt idx="3372">
                  <c:v>42841</c:v>
                </c:pt>
                <c:pt idx="3373">
                  <c:v>42840</c:v>
                </c:pt>
                <c:pt idx="3374">
                  <c:v>42839</c:v>
                </c:pt>
                <c:pt idx="3375">
                  <c:v>42838</c:v>
                </c:pt>
                <c:pt idx="3376">
                  <c:v>42837</c:v>
                </c:pt>
                <c:pt idx="3377">
                  <c:v>42836</c:v>
                </c:pt>
                <c:pt idx="3378">
                  <c:v>42835</c:v>
                </c:pt>
                <c:pt idx="3379">
                  <c:v>42834</c:v>
                </c:pt>
                <c:pt idx="3380">
                  <c:v>42833</c:v>
                </c:pt>
                <c:pt idx="3381">
                  <c:v>42832</c:v>
                </c:pt>
                <c:pt idx="3382">
                  <c:v>42831</c:v>
                </c:pt>
                <c:pt idx="3383">
                  <c:v>42830</c:v>
                </c:pt>
                <c:pt idx="3384">
                  <c:v>42829</c:v>
                </c:pt>
                <c:pt idx="3385">
                  <c:v>42828</c:v>
                </c:pt>
                <c:pt idx="3386">
                  <c:v>42827</c:v>
                </c:pt>
                <c:pt idx="3387">
                  <c:v>42826</c:v>
                </c:pt>
                <c:pt idx="3388">
                  <c:v>42825</c:v>
                </c:pt>
                <c:pt idx="3389">
                  <c:v>42824</c:v>
                </c:pt>
                <c:pt idx="3390">
                  <c:v>42823</c:v>
                </c:pt>
                <c:pt idx="3391">
                  <c:v>42822</c:v>
                </c:pt>
                <c:pt idx="3392">
                  <c:v>42821</c:v>
                </c:pt>
                <c:pt idx="3393">
                  <c:v>42820</c:v>
                </c:pt>
                <c:pt idx="3394">
                  <c:v>42819</c:v>
                </c:pt>
                <c:pt idx="3395">
                  <c:v>42818</c:v>
                </c:pt>
                <c:pt idx="3396">
                  <c:v>42817</c:v>
                </c:pt>
                <c:pt idx="3397">
                  <c:v>42816</c:v>
                </c:pt>
                <c:pt idx="3398">
                  <c:v>42815</c:v>
                </c:pt>
                <c:pt idx="3399">
                  <c:v>42814</c:v>
                </c:pt>
                <c:pt idx="3400">
                  <c:v>42813</c:v>
                </c:pt>
                <c:pt idx="3401">
                  <c:v>42812</c:v>
                </c:pt>
                <c:pt idx="3402">
                  <c:v>42811</c:v>
                </c:pt>
                <c:pt idx="3403">
                  <c:v>42810</c:v>
                </c:pt>
                <c:pt idx="3404">
                  <c:v>42809</c:v>
                </c:pt>
                <c:pt idx="3405">
                  <c:v>42808</c:v>
                </c:pt>
                <c:pt idx="3406">
                  <c:v>42807</c:v>
                </c:pt>
                <c:pt idx="3407">
                  <c:v>42806</c:v>
                </c:pt>
                <c:pt idx="3408">
                  <c:v>42805</c:v>
                </c:pt>
                <c:pt idx="3409">
                  <c:v>42804</c:v>
                </c:pt>
                <c:pt idx="3410">
                  <c:v>42803</c:v>
                </c:pt>
                <c:pt idx="3411">
                  <c:v>42802</c:v>
                </c:pt>
                <c:pt idx="3412">
                  <c:v>42801</c:v>
                </c:pt>
                <c:pt idx="3413">
                  <c:v>42800</c:v>
                </c:pt>
                <c:pt idx="3414">
                  <c:v>42799</c:v>
                </c:pt>
                <c:pt idx="3415">
                  <c:v>42798</c:v>
                </c:pt>
                <c:pt idx="3416">
                  <c:v>42797</c:v>
                </c:pt>
                <c:pt idx="3417">
                  <c:v>42796</c:v>
                </c:pt>
                <c:pt idx="3418">
                  <c:v>42795</c:v>
                </c:pt>
                <c:pt idx="3419">
                  <c:v>42794</c:v>
                </c:pt>
                <c:pt idx="3420">
                  <c:v>42793</c:v>
                </c:pt>
                <c:pt idx="3421">
                  <c:v>42792</c:v>
                </c:pt>
                <c:pt idx="3422">
                  <c:v>42791</c:v>
                </c:pt>
                <c:pt idx="3423">
                  <c:v>42790</c:v>
                </c:pt>
                <c:pt idx="3424">
                  <c:v>42789</c:v>
                </c:pt>
                <c:pt idx="3425">
                  <c:v>42788</c:v>
                </c:pt>
                <c:pt idx="3426">
                  <c:v>42787</c:v>
                </c:pt>
                <c:pt idx="3427">
                  <c:v>42786</c:v>
                </c:pt>
                <c:pt idx="3428">
                  <c:v>42785</c:v>
                </c:pt>
                <c:pt idx="3429">
                  <c:v>42784</c:v>
                </c:pt>
                <c:pt idx="3430">
                  <c:v>42783</c:v>
                </c:pt>
                <c:pt idx="3431">
                  <c:v>42782</c:v>
                </c:pt>
                <c:pt idx="3432">
                  <c:v>42781</c:v>
                </c:pt>
                <c:pt idx="3433">
                  <c:v>42780</c:v>
                </c:pt>
                <c:pt idx="3434">
                  <c:v>42779</c:v>
                </c:pt>
                <c:pt idx="3435">
                  <c:v>42778</c:v>
                </c:pt>
                <c:pt idx="3436">
                  <c:v>42777</c:v>
                </c:pt>
                <c:pt idx="3437">
                  <c:v>42776</c:v>
                </c:pt>
                <c:pt idx="3438">
                  <c:v>42775</c:v>
                </c:pt>
                <c:pt idx="3439">
                  <c:v>42774</c:v>
                </c:pt>
                <c:pt idx="3440">
                  <c:v>42773</c:v>
                </c:pt>
                <c:pt idx="3441">
                  <c:v>42772</c:v>
                </c:pt>
                <c:pt idx="3442">
                  <c:v>42771</c:v>
                </c:pt>
                <c:pt idx="3443">
                  <c:v>42770</c:v>
                </c:pt>
                <c:pt idx="3444">
                  <c:v>42769</c:v>
                </c:pt>
                <c:pt idx="3445">
                  <c:v>42768</c:v>
                </c:pt>
                <c:pt idx="3446">
                  <c:v>42767</c:v>
                </c:pt>
                <c:pt idx="3447">
                  <c:v>42766</c:v>
                </c:pt>
                <c:pt idx="3448">
                  <c:v>42765</c:v>
                </c:pt>
                <c:pt idx="3449">
                  <c:v>42764</c:v>
                </c:pt>
                <c:pt idx="3450">
                  <c:v>42763</c:v>
                </c:pt>
                <c:pt idx="3451">
                  <c:v>42762</c:v>
                </c:pt>
                <c:pt idx="3452">
                  <c:v>42761</c:v>
                </c:pt>
                <c:pt idx="3453">
                  <c:v>42760</c:v>
                </c:pt>
                <c:pt idx="3454">
                  <c:v>42759</c:v>
                </c:pt>
                <c:pt idx="3455">
                  <c:v>42758</c:v>
                </c:pt>
                <c:pt idx="3456">
                  <c:v>42757</c:v>
                </c:pt>
                <c:pt idx="3457">
                  <c:v>42756</c:v>
                </c:pt>
                <c:pt idx="3458">
                  <c:v>42755</c:v>
                </c:pt>
                <c:pt idx="3459">
                  <c:v>42754</c:v>
                </c:pt>
                <c:pt idx="3460">
                  <c:v>42753</c:v>
                </c:pt>
                <c:pt idx="3461">
                  <c:v>42752</c:v>
                </c:pt>
                <c:pt idx="3462">
                  <c:v>42751</c:v>
                </c:pt>
                <c:pt idx="3463">
                  <c:v>42750</c:v>
                </c:pt>
                <c:pt idx="3464">
                  <c:v>42749</c:v>
                </c:pt>
                <c:pt idx="3465">
                  <c:v>42748</c:v>
                </c:pt>
                <c:pt idx="3466">
                  <c:v>42747</c:v>
                </c:pt>
                <c:pt idx="3467">
                  <c:v>42746</c:v>
                </c:pt>
                <c:pt idx="3468">
                  <c:v>42745</c:v>
                </c:pt>
                <c:pt idx="3469">
                  <c:v>42744</c:v>
                </c:pt>
                <c:pt idx="3470">
                  <c:v>42743</c:v>
                </c:pt>
                <c:pt idx="3471">
                  <c:v>42742</c:v>
                </c:pt>
                <c:pt idx="3472">
                  <c:v>42741</c:v>
                </c:pt>
                <c:pt idx="3473">
                  <c:v>42740</c:v>
                </c:pt>
                <c:pt idx="3474">
                  <c:v>42739</c:v>
                </c:pt>
                <c:pt idx="3475">
                  <c:v>42738</c:v>
                </c:pt>
                <c:pt idx="3476">
                  <c:v>42737</c:v>
                </c:pt>
                <c:pt idx="3477">
                  <c:v>42736</c:v>
                </c:pt>
                <c:pt idx="3478">
                  <c:v>42735</c:v>
                </c:pt>
                <c:pt idx="3479">
                  <c:v>42734</c:v>
                </c:pt>
                <c:pt idx="3480">
                  <c:v>42733</c:v>
                </c:pt>
                <c:pt idx="3481">
                  <c:v>42732</c:v>
                </c:pt>
                <c:pt idx="3482">
                  <c:v>42731</c:v>
                </c:pt>
                <c:pt idx="3483">
                  <c:v>42730</c:v>
                </c:pt>
                <c:pt idx="3484">
                  <c:v>42729</c:v>
                </c:pt>
                <c:pt idx="3485">
                  <c:v>42728</c:v>
                </c:pt>
                <c:pt idx="3486">
                  <c:v>42727</c:v>
                </c:pt>
                <c:pt idx="3487">
                  <c:v>42726</c:v>
                </c:pt>
                <c:pt idx="3488">
                  <c:v>42725</c:v>
                </c:pt>
                <c:pt idx="3489">
                  <c:v>42724</c:v>
                </c:pt>
                <c:pt idx="3490">
                  <c:v>42723</c:v>
                </c:pt>
                <c:pt idx="3491">
                  <c:v>42722</c:v>
                </c:pt>
                <c:pt idx="3492">
                  <c:v>42721</c:v>
                </c:pt>
                <c:pt idx="3493">
                  <c:v>42720</c:v>
                </c:pt>
                <c:pt idx="3494">
                  <c:v>42719</c:v>
                </c:pt>
                <c:pt idx="3495">
                  <c:v>42718</c:v>
                </c:pt>
                <c:pt idx="3496">
                  <c:v>42717</c:v>
                </c:pt>
                <c:pt idx="3497">
                  <c:v>42716</c:v>
                </c:pt>
                <c:pt idx="3498">
                  <c:v>42715</c:v>
                </c:pt>
                <c:pt idx="3499">
                  <c:v>42714</c:v>
                </c:pt>
                <c:pt idx="3500">
                  <c:v>42713</c:v>
                </c:pt>
                <c:pt idx="3501">
                  <c:v>42712</c:v>
                </c:pt>
                <c:pt idx="3502">
                  <c:v>42711</c:v>
                </c:pt>
                <c:pt idx="3503">
                  <c:v>42710</c:v>
                </c:pt>
                <c:pt idx="3504">
                  <c:v>42709</c:v>
                </c:pt>
                <c:pt idx="3505">
                  <c:v>42708</c:v>
                </c:pt>
                <c:pt idx="3506">
                  <c:v>42707</c:v>
                </c:pt>
                <c:pt idx="3507">
                  <c:v>42706</c:v>
                </c:pt>
                <c:pt idx="3508">
                  <c:v>42705</c:v>
                </c:pt>
                <c:pt idx="3509">
                  <c:v>42704</c:v>
                </c:pt>
                <c:pt idx="3510">
                  <c:v>42703</c:v>
                </c:pt>
                <c:pt idx="3511">
                  <c:v>42702</c:v>
                </c:pt>
                <c:pt idx="3512">
                  <c:v>42701</c:v>
                </c:pt>
                <c:pt idx="3513">
                  <c:v>42700</c:v>
                </c:pt>
                <c:pt idx="3514">
                  <c:v>42699</c:v>
                </c:pt>
                <c:pt idx="3515">
                  <c:v>42698</c:v>
                </c:pt>
                <c:pt idx="3516">
                  <c:v>42697</c:v>
                </c:pt>
                <c:pt idx="3517">
                  <c:v>42696</c:v>
                </c:pt>
                <c:pt idx="3518">
                  <c:v>42695</c:v>
                </c:pt>
                <c:pt idx="3519">
                  <c:v>42694</c:v>
                </c:pt>
                <c:pt idx="3520">
                  <c:v>42693</c:v>
                </c:pt>
                <c:pt idx="3521">
                  <c:v>42692</c:v>
                </c:pt>
                <c:pt idx="3522">
                  <c:v>42691</c:v>
                </c:pt>
                <c:pt idx="3523">
                  <c:v>42690</c:v>
                </c:pt>
                <c:pt idx="3524">
                  <c:v>42689</c:v>
                </c:pt>
                <c:pt idx="3525">
                  <c:v>42688</c:v>
                </c:pt>
                <c:pt idx="3526">
                  <c:v>42687</c:v>
                </c:pt>
                <c:pt idx="3527">
                  <c:v>42686</c:v>
                </c:pt>
                <c:pt idx="3528">
                  <c:v>42685</c:v>
                </c:pt>
                <c:pt idx="3529">
                  <c:v>42684</c:v>
                </c:pt>
                <c:pt idx="3530">
                  <c:v>42683</c:v>
                </c:pt>
                <c:pt idx="3531">
                  <c:v>42682</c:v>
                </c:pt>
                <c:pt idx="3532">
                  <c:v>42681</c:v>
                </c:pt>
                <c:pt idx="3533">
                  <c:v>42680</c:v>
                </c:pt>
                <c:pt idx="3534">
                  <c:v>42679</c:v>
                </c:pt>
                <c:pt idx="3535">
                  <c:v>42678</c:v>
                </c:pt>
                <c:pt idx="3536">
                  <c:v>42677</c:v>
                </c:pt>
                <c:pt idx="3537">
                  <c:v>42676</c:v>
                </c:pt>
                <c:pt idx="3538">
                  <c:v>42675</c:v>
                </c:pt>
                <c:pt idx="3539">
                  <c:v>42674</c:v>
                </c:pt>
                <c:pt idx="3540">
                  <c:v>42673</c:v>
                </c:pt>
                <c:pt idx="3541">
                  <c:v>42672</c:v>
                </c:pt>
                <c:pt idx="3542">
                  <c:v>42671</c:v>
                </c:pt>
                <c:pt idx="3543">
                  <c:v>42670</c:v>
                </c:pt>
                <c:pt idx="3544">
                  <c:v>42669</c:v>
                </c:pt>
                <c:pt idx="3545">
                  <c:v>42668</c:v>
                </c:pt>
                <c:pt idx="3546">
                  <c:v>42667</c:v>
                </c:pt>
                <c:pt idx="3547">
                  <c:v>42666</c:v>
                </c:pt>
                <c:pt idx="3548">
                  <c:v>42665</c:v>
                </c:pt>
                <c:pt idx="3549">
                  <c:v>42664</c:v>
                </c:pt>
                <c:pt idx="3550">
                  <c:v>42663</c:v>
                </c:pt>
                <c:pt idx="3551">
                  <c:v>42662</c:v>
                </c:pt>
                <c:pt idx="3552">
                  <c:v>42661</c:v>
                </c:pt>
                <c:pt idx="3553">
                  <c:v>42660</c:v>
                </c:pt>
                <c:pt idx="3554">
                  <c:v>42659</c:v>
                </c:pt>
                <c:pt idx="3555">
                  <c:v>42658</c:v>
                </c:pt>
                <c:pt idx="3556">
                  <c:v>42657</c:v>
                </c:pt>
                <c:pt idx="3557">
                  <c:v>42656</c:v>
                </c:pt>
                <c:pt idx="3558">
                  <c:v>42655</c:v>
                </c:pt>
                <c:pt idx="3559">
                  <c:v>42654</c:v>
                </c:pt>
                <c:pt idx="3560">
                  <c:v>42653</c:v>
                </c:pt>
                <c:pt idx="3561">
                  <c:v>42652</c:v>
                </c:pt>
                <c:pt idx="3562">
                  <c:v>42651</c:v>
                </c:pt>
                <c:pt idx="3563">
                  <c:v>42650</c:v>
                </c:pt>
                <c:pt idx="3564">
                  <c:v>42649</c:v>
                </c:pt>
                <c:pt idx="3565">
                  <c:v>42648</c:v>
                </c:pt>
                <c:pt idx="3566">
                  <c:v>42647</c:v>
                </c:pt>
                <c:pt idx="3567">
                  <c:v>42646</c:v>
                </c:pt>
                <c:pt idx="3568">
                  <c:v>42645</c:v>
                </c:pt>
                <c:pt idx="3569">
                  <c:v>42644</c:v>
                </c:pt>
                <c:pt idx="3570">
                  <c:v>42643</c:v>
                </c:pt>
                <c:pt idx="3571">
                  <c:v>42642</c:v>
                </c:pt>
                <c:pt idx="3572">
                  <c:v>42641</c:v>
                </c:pt>
                <c:pt idx="3573">
                  <c:v>42640</c:v>
                </c:pt>
                <c:pt idx="3574">
                  <c:v>42639</c:v>
                </c:pt>
                <c:pt idx="3575">
                  <c:v>42638</c:v>
                </c:pt>
                <c:pt idx="3576">
                  <c:v>42637</c:v>
                </c:pt>
                <c:pt idx="3577">
                  <c:v>42636</c:v>
                </c:pt>
                <c:pt idx="3578">
                  <c:v>42635</c:v>
                </c:pt>
                <c:pt idx="3579">
                  <c:v>42634</c:v>
                </c:pt>
                <c:pt idx="3580">
                  <c:v>42633</c:v>
                </c:pt>
                <c:pt idx="3581">
                  <c:v>42632</c:v>
                </c:pt>
                <c:pt idx="3582">
                  <c:v>42631</c:v>
                </c:pt>
                <c:pt idx="3583">
                  <c:v>42630</c:v>
                </c:pt>
                <c:pt idx="3584">
                  <c:v>42629</c:v>
                </c:pt>
                <c:pt idx="3585">
                  <c:v>42628</c:v>
                </c:pt>
                <c:pt idx="3586">
                  <c:v>42627</c:v>
                </c:pt>
                <c:pt idx="3587">
                  <c:v>42626</c:v>
                </c:pt>
                <c:pt idx="3588">
                  <c:v>42625</c:v>
                </c:pt>
                <c:pt idx="3589">
                  <c:v>42624</c:v>
                </c:pt>
                <c:pt idx="3590">
                  <c:v>42623</c:v>
                </c:pt>
                <c:pt idx="3591">
                  <c:v>42622</c:v>
                </c:pt>
                <c:pt idx="3592">
                  <c:v>42621</c:v>
                </c:pt>
                <c:pt idx="3593">
                  <c:v>42620</c:v>
                </c:pt>
                <c:pt idx="3594">
                  <c:v>42619</c:v>
                </c:pt>
                <c:pt idx="3595">
                  <c:v>42618</c:v>
                </c:pt>
                <c:pt idx="3596">
                  <c:v>42617</c:v>
                </c:pt>
                <c:pt idx="3597">
                  <c:v>42616</c:v>
                </c:pt>
                <c:pt idx="3598">
                  <c:v>42615</c:v>
                </c:pt>
                <c:pt idx="3599">
                  <c:v>42614</c:v>
                </c:pt>
                <c:pt idx="3600">
                  <c:v>42613</c:v>
                </c:pt>
                <c:pt idx="3601">
                  <c:v>42612</c:v>
                </c:pt>
                <c:pt idx="3602">
                  <c:v>42611</c:v>
                </c:pt>
                <c:pt idx="3603">
                  <c:v>42610</c:v>
                </c:pt>
                <c:pt idx="3604">
                  <c:v>42609</c:v>
                </c:pt>
                <c:pt idx="3605">
                  <c:v>42608</c:v>
                </c:pt>
                <c:pt idx="3606">
                  <c:v>42607</c:v>
                </c:pt>
                <c:pt idx="3607">
                  <c:v>42606</c:v>
                </c:pt>
                <c:pt idx="3608">
                  <c:v>42605</c:v>
                </c:pt>
                <c:pt idx="3609">
                  <c:v>42604</c:v>
                </c:pt>
                <c:pt idx="3610">
                  <c:v>42603</c:v>
                </c:pt>
                <c:pt idx="3611">
                  <c:v>42602</c:v>
                </c:pt>
                <c:pt idx="3612">
                  <c:v>42601</c:v>
                </c:pt>
                <c:pt idx="3613">
                  <c:v>42600</c:v>
                </c:pt>
                <c:pt idx="3614">
                  <c:v>42599</c:v>
                </c:pt>
                <c:pt idx="3615">
                  <c:v>42598</c:v>
                </c:pt>
                <c:pt idx="3616">
                  <c:v>42597</c:v>
                </c:pt>
                <c:pt idx="3617">
                  <c:v>42596</c:v>
                </c:pt>
                <c:pt idx="3618">
                  <c:v>42595</c:v>
                </c:pt>
                <c:pt idx="3619">
                  <c:v>42594</c:v>
                </c:pt>
                <c:pt idx="3620">
                  <c:v>42593</c:v>
                </c:pt>
                <c:pt idx="3621">
                  <c:v>42592</c:v>
                </c:pt>
                <c:pt idx="3622">
                  <c:v>42591</c:v>
                </c:pt>
                <c:pt idx="3623">
                  <c:v>42590</c:v>
                </c:pt>
                <c:pt idx="3624">
                  <c:v>42589</c:v>
                </c:pt>
                <c:pt idx="3625">
                  <c:v>42588</c:v>
                </c:pt>
                <c:pt idx="3626">
                  <c:v>42587</c:v>
                </c:pt>
                <c:pt idx="3627">
                  <c:v>42586</c:v>
                </c:pt>
                <c:pt idx="3628">
                  <c:v>42585</c:v>
                </c:pt>
                <c:pt idx="3629">
                  <c:v>42584</c:v>
                </c:pt>
                <c:pt idx="3630">
                  <c:v>42583</c:v>
                </c:pt>
                <c:pt idx="3631">
                  <c:v>42582</c:v>
                </c:pt>
                <c:pt idx="3632">
                  <c:v>42581</c:v>
                </c:pt>
                <c:pt idx="3633">
                  <c:v>42580</c:v>
                </c:pt>
                <c:pt idx="3634">
                  <c:v>42579</c:v>
                </c:pt>
                <c:pt idx="3635">
                  <c:v>42578</c:v>
                </c:pt>
                <c:pt idx="3636">
                  <c:v>42577</c:v>
                </c:pt>
                <c:pt idx="3637">
                  <c:v>42576</c:v>
                </c:pt>
                <c:pt idx="3638">
                  <c:v>42575</c:v>
                </c:pt>
                <c:pt idx="3639">
                  <c:v>42574</c:v>
                </c:pt>
                <c:pt idx="3640">
                  <c:v>42573</c:v>
                </c:pt>
                <c:pt idx="3641">
                  <c:v>42572</c:v>
                </c:pt>
                <c:pt idx="3642">
                  <c:v>42571</c:v>
                </c:pt>
                <c:pt idx="3643">
                  <c:v>42570</c:v>
                </c:pt>
                <c:pt idx="3644">
                  <c:v>42569</c:v>
                </c:pt>
                <c:pt idx="3645">
                  <c:v>42568</c:v>
                </c:pt>
                <c:pt idx="3646">
                  <c:v>42567</c:v>
                </c:pt>
                <c:pt idx="3647">
                  <c:v>42566</c:v>
                </c:pt>
                <c:pt idx="3648">
                  <c:v>42565</c:v>
                </c:pt>
                <c:pt idx="3649">
                  <c:v>42564</c:v>
                </c:pt>
                <c:pt idx="3650">
                  <c:v>42563</c:v>
                </c:pt>
                <c:pt idx="3651">
                  <c:v>42562</c:v>
                </c:pt>
              </c:numCache>
            </c:numRef>
          </c:cat>
          <c:val>
            <c:numRef>
              <c:f>通胀pce!$B$5:$B$3656</c:f>
              <c:numCache>
                <c:formatCode>General</c:formatCode>
                <c:ptCount val="3652"/>
                <c:pt idx="0">
                  <c:v>#N/A</c:v>
                </c:pt>
                <c:pt idx="1">
                  <c:v>#N/A</c:v>
                </c:pt>
                <c:pt idx="2">
                  <c:v>#N/A</c:v>
                </c:pt>
                <c:pt idx="3">
                  <c:v>#N/A</c:v>
                </c:pt>
                <c:pt idx="4">
                  <c:v>#N/A</c:v>
                </c:pt>
                <c:pt idx="5">
                  <c:v>#N/A</c:v>
                </c:pt>
                <c:pt idx="6">
                  <c:v>#N/A</c:v>
                </c:pt>
                <c:pt idx="7">
                  <c:v>#N/A</c:v>
                </c:pt>
                <c:pt idx="8">
                  <c:v>#N/A</c:v>
                </c:pt>
                <c:pt idx="9">
                  <c:v>#N/A</c:v>
                </c:pt>
                <c:pt idx="10">
                  <c:v>#N/A</c:v>
                </c:pt>
                <c:pt idx="11">
                  <c:v>#N/A</c:v>
                </c:pt>
                <c:pt idx="12">
                  <c:v>#N/A</c:v>
                </c:pt>
                <c:pt idx="13">
                  <c:v>#N/A</c:v>
                </c:pt>
                <c:pt idx="14">
                  <c:v>#N/A</c:v>
                </c:pt>
                <c:pt idx="15">
                  <c:v>#N/A</c:v>
                </c:pt>
                <c:pt idx="16">
                  <c:v>#N/A</c:v>
                </c:pt>
                <c:pt idx="17">
                  <c:v>#N/A</c:v>
                </c:pt>
                <c:pt idx="18">
                  <c:v>#N/A</c:v>
                </c:pt>
                <c:pt idx="19">
                  <c:v>#N/A</c:v>
                </c:pt>
                <c:pt idx="20">
                  <c:v>#N/A</c:v>
                </c:pt>
                <c:pt idx="21">
                  <c:v>#N/A</c:v>
                </c:pt>
                <c:pt idx="22">
                  <c:v>#N/A</c:v>
                </c:pt>
                <c:pt idx="23">
                  <c:v>#N/A</c:v>
                </c:pt>
                <c:pt idx="24">
                  <c:v>#N/A</c:v>
                </c:pt>
                <c:pt idx="25">
                  <c:v>#N/A</c:v>
                </c:pt>
                <c:pt idx="26">
                  <c:v>#N/A</c:v>
                </c:pt>
                <c:pt idx="27">
                  <c:v>#N/A</c:v>
                </c:pt>
                <c:pt idx="28">
                  <c:v>#N/A</c:v>
                </c:pt>
                <c:pt idx="29">
                  <c:v>#N/A</c:v>
                </c:pt>
                <c:pt idx="30">
                  <c:v>#N/A</c:v>
                </c:pt>
                <c:pt idx="31">
                  <c:v>#N/A</c:v>
                </c:pt>
                <c:pt idx="32">
                  <c:v>#N/A</c:v>
                </c:pt>
                <c:pt idx="33">
                  <c:v>#N/A</c:v>
                </c:pt>
                <c:pt idx="34">
                  <c:v>#N/A</c:v>
                </c:pt>
                <c:pt idx="35">
                  <c:v>#N/A</c:v>
                </c:pt>
                <c:pt idx="36">
                  <c:v>#N/A</c:v>
                </c:pt>
                <c:pt idx="37">
                  <c:v>#N/A</c:v>
                </c:pt>
                <c:pt idx="38">
                  <c:v>#N/A</c:v>
                </c:pt>
                <c:pt idx="39">
                  <c:v>#N/A</c:v>
                </c:pt>
                <c:pt idx="40">
                  <c:v>2.4</c:v>
                </c:pt>
                <c:pt idx="41">
                  <c:v>#N/A</c:v>
                </c:pt>
                <c:pt idx="42">
                  <c:v>#N/A</c:v>
                </c:pt>
                <c:pt idx="43">
                  <c:v>#N/A</c:v>
                </c:pt>
                <c:pt idx="44">
                  <c:v>#N/A</c:v>
                </c:pt>
                <c:pt idx="45">
                  <c:v>#N/A</c:v>
                </c:pt>
                <c:pt idx="46">
                  <c:v>#N/A</c:v>
                </c:pt>
                <c:pt idx="47">
                  <c:v>#N/A</c:v>
                </c:pt>
                <c:pt idx="48">
                  <c:v>#N/A</c:v>
                </c:pt>
                <c:pt idx="49">
                  <c:v>#N/A</c:v>
                </c:pt>
                <c:pt idx="50">
                  <c:v>#N/A</c:v>
                </c:pt>
                <c:pt idx="51">
                  <c:v>#N/A</c:v>
                </c:pt>
                <c:pt idx="52">
                  <c:v>#N/A</c:v>
                </c:pt>
                <c:pt idx="53">
                  <c:v>#N/A</c:v>
                </c:pt>
                <c:pt idx="54">
                  <c:v>#N/A</c:v>
                </c:pt>
                <c:pt idx="55">
                  <c:v>#N/A</c:v>
                </c:pt>
                <c:pt idx="56">
                  <c:v>#N/A</c:v>
                </c:pt>
                <c:pt idx="57">
                  <c:v>#N/A</c:v>
                </c:pt>
                <c:pt idx="58">
                  <c:v>#N/A</c:v>
                </c:pt>
                <c:pt idx="59">
                  <c:v>#N/A</c:v>
                </c:pt>
                <c:pt idx="60">
                  <c:v>#N/A</c:v>
                </c:pt>
                <c:pt idx="61">
                  <c:v>#N/A</c:v>
                </c:pt>
                <c:pt idx="62">
                  <c:v>#N/A</c:v>
                </c:pt>
                <c:pt idx="63">
                  <c:v>#N/A</c:v>
                </c:pt>
                <c:pt idx="64">
                  <c:v>#N/A</c:v>
                </c:pt>
                <c:pt idx="65">
                  <c:v>#N/A</c:v>
                </c:pt>
                <c:pt idx="66">
                  <c:v>#N/A</c:v>
                </c:pt>
                <c:pt idx="67">
                  <c:v>#N/A</c:v>
                </c:pt>
                <c:pt idx="68">
                  <c:v>#N/A</c:v>
                </c:pt>
                <c:pt idx="69">
                  <c:v>#N/A</c:v>
                </c:pt>
                <c:pt idx="70">
                  <c:v>#N/A</c:v>
                </c:pt>
                <c:pt idx="71">
                  <c:v>2.2999999999999998</c:v>
                </c:pt>
                <c:pt idx="72">
                  <c:v>#N/A</c:v>
                </c:pt>
                <c:pt idx="73">
                  <c:v>#N/A</c:v>
                </c:pt>
                <c:pt idx="74">
                  <c:v>#N/A</c:v>
                </c:pt>
                <c:pt idx="75">
                  <c:v>#N/A</c:v>
                </c:pt>
                <c:pt idx="76">
                  <c:v>#N/A</c:v>
                </c:pt>
                <c:pt idx="77">
                  <c:v>#N/A</c:v>
                </c:pt>
                <c:pt idx="78">
                  <c:v>#N/A</c:v>
                </c:pt>
                <c:pt idx="79">
                  <c:v>#N/A</c:v>
                </c:pt>
                <c:pt idx="80">
                  <c:v>#N/A</c:v>
                </c:pt>
                <c:pt idx="81">
                  <c:v>#N/A</c:v>
                </c:pt>
                <c:pt idx="82">
                  <c:v>#N/A</c:v>
                </c:pt>
                <c:pt idx="83">
                  <c:v>#N/A</c:v>
                </c:pt>
                <c:pt idx="84">
                  <c:v>#N/A</c:v>
                </c:pt>
                <c:pt idx="85">
                  <c:v>#N/A</c:v>
                </c:pt>
                <c:pt idx="86">
                  <c:v>#N/A</c:v>
                </c:pt>
                <c:pt idx="87">
                  <c:v>#N/A</c:v>
                </c:pt>
                <c:pt idx="88">
                  <c:v>#N/A</c:v>
                </c:pt>
                <c:pt idx="89">
                  <c:v>#N/A</c:v>
                </c:pt>
                <c:pt idx="90">
                  <c:v>#N/A</c:v>
                </c:pt>
                <c:pt idx="91">
                  <c:v>#N/A</c:v>
                </c:pt>
                <c:pt idx="92">
                  <c:v>#N/A</c:v>
                </c:pt>
                <c:pt idx="93">
                  <c:v>#N/A</c:v>
                </c:pt>
                <c:pt idx="94">
                  <c:v>#N/A</c:v>
                </c:pt>
                <c:pt idx="95">
                  <c:v>#N/A</c:v>
                </c:pt>
                <c:pt idx="96">
                  <c:v>#N/A</c:v>
                </c:pt>
                <c:pt idx="97">
                  <c:v>#N/A</c:v>
                </c:pt>
                <c:pt idx="98">
                  <c:v>#N/A</c:v>
                </c:pt>
                <c:pt idx="99">
                  <c:v>#N/A</c:v>
                </c:pt>
                <c:pt idx="100">
                  <c:v>#N/A</c:v>
                </c:pt>
                <c:pt idx="101">
                  <c:v>2.4</c:v>
                </c:pt>
                <c:pt idx="102">
                  <c:v>#N/A</c:v>
                </c:pt>
                <c:pt idx="103">
                  <c:v>#N/A</c:v>
                </c:pt>
                <c:pt idx="104">
                  <c:v>#N/A</c:v>
                </c:pt>
                <c:pt idx="105">
                  <c:v>#N/A</c:v>
                </c:pt>
                <c:pt idx="106">
                  <c:v>#N/A</c:v>
                </c:pt>
                <c:pt idx="107">
                  <c:v>#N/A</c:v>
                </c:pt>
                <c:pt idx="108">
                  <c:v>#N/A</c:v>
                </c:pt>
                <c:pt idx="109">
                  <c:v>#N/A</c:v>
                </c:pt>
                <c:pt idx="110">
                  <c:v>#N/A</c:v>
                </c:pt>
                <c:pt idx="111">
                  <c:v>#N/A</c:v>
                </c:pt>
                <c:pt idx="112">
                  <c:v>#N/A</c:v>
                </c:pt>
                <c:pt idx="113">
                  <c:v>#N/A</c:v>
                </c:pt>
                <c:pt idx="114">
                  <c:v>#N/A</c:v>
                </c:pt>
                <c:pt idx="115">
                  <c:v>#N/A</c:v>
                </c:pt>
                <c:pt idx="116">
                  <c:v>#N/A</c:v>
                </c:pt>
                <c:pt idx="117">
                  <c:v>#N/A</c:v>
                </c:pt>
                <c:pt idx="118">
                  <c:v>#N/A</c:v>
                </c:pt>
                <c:pt idx="119">
                  <c:v>#N/A</c:v>
                </c:pt>
                <c:pt idx="120">
                  <c:v>#N/A</c:v>
                </c:pt>
                <c:pt idx="121">
                  <c:v>#N/A</c:v>
                </c:pt>
                <c:pt idx="122">
                  <c:v>#N/A</c:v>
                </c:pt>
                <c:pt idx="123">
                  <c:v>#N/A</c:v>
                </c:pt>
                <c:pt idx="124">
                  <c:v>#N/A</c:v>
                </c:pt>
                <c:pt idx="125">
                  <c:v>#N/A</c:v>
                </c:pt>
                <c:pt idx="126">
                  <c:v>#N/A</c:v>
                </c:pt>
                <c:pt idx="127">
                  <c:v>#N/A</c:v>
                </c:pt>
                <c:pt idx="128">
                  <c:v>#N/A</c:v>
                </c:pt>
                <c:pt idx="129">
                  <c:v>#N/A</c:v>
                </c:pt>
                <c:pt idx="130">
                  <c:v>#N/A</c:v>
                </c:pt>
                <c:pt idx="131">
                  <c:v>#N/A</c:v>
                </c:pt>
                <c:pt idx="132">
                  <c:v>2.2999999999999998</c:v>
                </c:pt>
                <c:pt idx="133">
                  <c:v>#N/A</c:v>
                </c:pt>
                <c:pt idx="134">
                  <c:v>#N/A</c:v>
                </c:pt>
                <c:pt idx="135">
                  <c:v>#N/A</c:v>
                </c:pt>
                <c:pt idx="136">
                  <c:v>#N/A</c:v>
                </c:pt>
                <c:pt idx="137">
                  <c:v>#N/A</c:v>
                </c:pt>
                <c:pt idx="138">
                  <c:v>#N/A</c:v>
                </c:pt>
                <c:pt idx="139">
                  <c:v>#N/A</c:v>
                </c:pt>
                <c:pt idx="140">
                  <c:v>#N/A</c:v>
                </c:pt>
                <c:pt idx="141">
                  <c:v>#N/A</c:v>
                </c:pt>
                <c:pt idx="142">
                  <c:v>#N/A</c:v>
                </c:pt>
                <c:pt idx="143">
                  <c:v>#N/A</c:v>
                </c:pt>
                <c:pt idx="144">
                  <c:v>#N/A</c:v>
                </c:pt>
                <c:pt idx="145">
                  <c:v>#N/A</c:v>
                </c:pt>
                <c:pt idx="146">
                  <c:v>#N/A</c:v>
                </c:pt>
                <c:pt idx="147">
                  <c:v>#N/A</c:v>
                </c:pt>
                <c:pt idx="148">
                  <c:v>#N/A</c:v>
                </c:pt>
                <c:pt idx="149">
                  <c:v>#N/A</c:v>
                </c:pt>
                <c:pt idx="150">
                  <c:v>#N/A</c:v>
                </c:pt>
                <c:pt idx="151">
                  <c:v>#N/A</c:v>
                </c:pt>
                <c:pt idx="152">
                  <c:v>#N/A</c:v>
                </c:pt>
                <c:pt idx="153">
                  <c:v>#N/A</c:v>
                </c:pt>
                <c:pt idx="154">
                  <c:v>#N/A</c:v>
                </c:pt>
                <c:pt idx="155">
                  <c:v>#N/A</c:v>
                </c:pt>
                <c:pt idx="156">
                  <c:v>#N/A</c:v>
                </c:pt>
                <c:pt idx="157">
                  <c:v>#N/A</c:v>
                </c:pt>
                <c:pt idx="158">
                  <c:v>#N/A</c:v>
                </c:pt>
                <c:pt idx="159">
                  <c:v>#N/A</c:v>
                </c:pt>
                <c:pt idx="160">
                  <c:v>2.4</c:v>
                </c:pt>
                <c:pt idx="161">
                  <c:v>#N/A</c:v>
                </c:pt>
                <c:pt idx="162">
                  <c:v>#N/A</c:v>
                </c:pt>
                <c:pt idx="163">
                  <c:v>#N/A</c:v>
                </c:pt>
                <c:pt idx="164">
                  <c:v>#N/A</c:v>
                </c:pt>
                <c:pt idx="165">
                  <c:v>#N/A</c:v>
                </c:pt>
                <c:pt idx="166">
                  <c:v>#N/A</c:v>
                </c:pt>
                <c:pt idx="167">
                  <c:v>#N/A</c:v>
                </c:pt>
                <c:pt idx="168">
                  <c:v>#N/A</c:v>
                </c:pt>
                <c:pt idx="169">
                  <c:v>#N/A</c:v>
                </c:pt>
                <c:pt idx="170">
                  <c:v>#N/A</c:v>
                </c:pt>
                <c:pt idx="171">
                  <c:v>#N/A</c:v>
                </c:pt>
                <c:pt idx="172">
                  <c:v>#N/A</c:v>
                </c:pt>
                <c:pt idx="173">
                  <c:v>#N/A</c:v>
                </c:pt>
                <c:pt idx="174">
                  <c:v>#N/A</c:v>
                </c:pt>
                <c:pt idx="175">
                  <c:v>#N/A</c:v>
                </c:pt>
                <c:pt idx="176">
                  <c:v>#N/A</c:v>
                </c:pt>
                <c:pt idx="177">
                  <c:v>#N/A</c:v>
                </c:pt>
                <c:pt idx="178">
                  <c:v>#N/A</c:v>
                </c:pt>
                <c:pt idx="179">
                  <c:v>#N/A</c:v>
                </c:pt>
                <c:pt idx="180">
                  <c:v>#N/A</c:v>
                </c:pt>
                <c:pt idx="181">
                  <c:v>#N/A</c:v>
                </c:pt>
                <c:pt idx="182">
                  <c:v>#N/A</c:v>
                </c:pt>
                <c:pt idx="183">
                  <c:v>#N/A</c:v>
                </c:pt>
                <c:pt idx="184">
                  <c:v>#N/A</c:v>
                </c:pt>
                <c:pt idx="185">
                  <c:v>#N/A</c:v>
                </c:pt>
                <c:pt idx="186">
                  <c:v>#N/A</c:v>
                </c:pt>
                <c:pt idx="187">
                  <c:v>#N/A</c:v>
                </c:pt>
                <c:pt idx="188">
                  <c:v>#N/A</c:v>
                </c:pt>
                <c:pt idx="189">
                  <c:v>#N/A</c:v>
                </c:pt>
                <c:pt idx="190">
                  <c:v>#N/A</c:v>
                </c:pt>
                <c:pt idx="191">
                  <c:v>2.4</c:v>
                </c:pt>
                <c:pt idx="192">
                  <c:v>#N/A</c:v>
                </c:pt>
                <c:pt idx="193">
                  <c:v>#N/A</c:v>
                </c:pt>
                <c:pt idx="194">
                  <c:v>#N/A</c:v>
                </c:pt>
                <c:pt idx="195">
                  <c:v>#N/A</c:v>
                </c:pt>
                <c:pt idx="196">
                  <c:v>#N/A</c:v>
                </c:pt>
                <c:pt idx="197">
                  <c:v>#N/A</c:v>
                </c:pt>
                <c:pt idx="198">
                  <c:v>#N/A</c:v>
                </c:pt>
                <c:pt idx="199">
                  <c:v>#N/A</c:v>
                </c:pt>
                <c:pt idx="200">
                  <c:v>#N/A</c:v>
                </c:pt>
                <c:pt idx="201">
                  <c:v>#N/A</c:v>
                </c:pt>
                <c:pt idx="202">
                  <c:v>#N/A</c:v>
                </c:pt>
                <c:pt idx="203">
                  <c:v>#N/A</c:v>
                </c:pt>
                <c:pt idx="204">
                  <c:v>#N/A</c:v>
                </c:pt>
                <c:pt idx="205">
                  <c:v>#N/A</c:v>
                </c:pt>
                <c:pt idx="206">
                  <c:v>#N/A</c:v>
                </c:pt>
                <c:pt idx="207">
                  <c:v>#N/A</c:v>
                </c:pt>
                <c:pt idx="208">
                  <c:v>#N/A</c:v>
                </c:pt>
                <c:pt idx="209">
                  <c:v>#N/A</c:v>
                </c:pt>
                <c:pt idx="210">
                  <c:v>#N/A</c:v>
                </c:pt>
                <c:pt idx="211">
                  <c:v>#N/A</c:v>
                </c:pt>
                <c:pt idx="212">
                  <c:v>#N/A</c:v>
                </c:pt>
                <c:pt idx="213">
                  <c:v>#N/A</c:v>
                </c:pt>
                <c:pt idx="214">
                  <c:v>#N/A</c:v>
                </c:pt>
                <c:pt idx="215">
                  <c:v>#N/A</c:v>
                </c:pt>
                <c:pt idx="216">
                  <c:v>#N/A</c:v>
                </c:pt>
                <c:pt idx="217">
                  <c:v>#N/A</c:v>
                </c:pt>
                <c:pt idx="218">
                  <c:v>#N/A</c:v>
                </c:pt>
                <c:pt idx="219">
                  <c:v>#N/A</c:v>
                </c:pt>
                <c:pt idx="220">
                  <c:v>#N/A</c:v>
                </c:pt>
                <c:pt idx="221">
                  <c:v>#N/A</c:v>
                </c:pt>
                <c:pt idx="222">
                  <c:v>2.5</c:v>
                </c:pt>
                <c:pt idx="223">
                  <c:v>#N/A</c:v>
                </c:pt>
                <c:pt idx="224">
                  <c:v>#N/A</c:v>
                </c:pt>
                <c:pt idx="225">
                  <c:v>#N/A</c:v>
                </c:pt>
                <c:pt idx="226">
                  <c:v>#N/A</c:v>
                </c:pt>
                <c:pt idx="227">
                  <c:v>#N/A</c:v>
                </c:pt>
                <c:pt idx="228">
                  <c:v>#N/A</c:v>
                </c:pt>
                <c:pt idx="229">
                  <c:v>#N/A</c:v>
                </c:pt>
                <c:pt idx="230">
                  <c:v>#N/A</c:v>
                </c:pt>
                <c:pt idx="231">
                  <c:v>#N/A</c:v>
                </c:pt>
                <c:pt idx="232">
                  <c:v>#N/A</c:v>
                </c:pt>
                <c:pt idx="233">
                  <c:v>#N/A</c:v>
                </c:pt>
                <c:pt idx="234">
                  <c:v>#N/A</c:v>
                </c:pt>
                <c:pt idx="235">
                  <c:v>#N/A</c:v>
                </c:pt>
                <c:pt idx="236">
                  <c:v>#N/A</c:v>
                </c:pt>
                <c:pt idx="237">
                  <c:v>#N/A</c:v>
                </c:pt>
                <c:pt idx="238">
                  <c:v>#N/A</c:v>
                </c:pt>
                <c:pt idx="239">
                  <c:v>#N/A</c:v>
                </c:pt>
                <c:pt idx="240">
                  <c:v>#N/A</c:v>
                </c:pt>
                <c:pt idx="241">
                  <c:v>#N/A</c:v>
                </c:pt>
                <c:pt idx="242">
                  <c:v>#N/A</c:v>
                </c:pt>
                <c:pt idx="243">
                  <c:v>#N/A</c:v>
                </c:pt>
                <c:pt idx="244">
                  <c:v>#N/A</c:v>
                </c:pt>
                <c:pt idx="245">
                  <c:v>#N/A</c:v>
                </c:pt>
                <c:pt idx="246">
                  <c:v>#N/A</c:v>
                </c:pt>
                <c:pt idx="247">
                  <c:v>#N/A</c:v>
                </c:pt>
                <c:pt idx="248">
                  <c:v>#N/A</c:v>
                </c:pt>
                <c:pt idx="249">
                  <c:v>#N/A</c:v>
                </c:pt>
                <c:pt idx="250">
                  <c:v>#N/A</c:v>
                </c:pt>
                <c:pt idx="251">
                  <c:v>#N/A</c:v>
                </c:pt>
                <c:pt idx="252">
                  <c:v>2.6</c:v>
                </c:pt>
                <c:pt idx="253">
                  <c:v>#N/A</c:v>
                </c:pt>
                <c:pt idx="254">
                  <c:v>#N/A</c:v>
                </c:pt>
                <c:pt idx="255">
                  <c:v>#N/A</c:v>
                </c:pt>
                <c:pt idx="256">
                  <c:v>#N/A</c:v>
                </c:pt>
                <c:pt idx="257">
                  <c:v>#N/A</c:v>
                </c:pt>
                <c:pt idx="258">
                  <c:v>#N/A</c:v>
                </c:pt>
                <c:pt idx="259">
                  <c:v>#N/A</c:v>
                </c:pt>
                <c:pt idx="260">
                  <c:v>#N/A</c:v>
                </c:pt>
                <c:pt idx="261">
                  <c:v>#N/A</c:v>
                </c:pt>
                <c:pt idx="262">
                  <c:v>#N/A</c:v>
                </c:pt>
                <c:pt idx="263">
                  <c:v>#N/A</c:v>
                </c:pt>
                <c:pt idx="264">
                  <c:v>#N/A</c:v>
                </c:pt>
                <c:pt idx="265">
                  <c:v>#N/A</c:v>
                </c:pt>
                <c:pt idx="266">
                  <c:v>#N/A</c:v>
                </c:pt>
                <c:pt idx="267">
                  <c:v>#N/A</c:v>
                </c:pt>
                <c:pt idx="268">
                  <c:v>#N/A</c:v>
                </c:pt>
                <c:pt idx="269">
                  <c:v>#N/A</c:v>
                </c:pt>
                <c:pt idx="270">
                  <c:v>#N/A</c:v>
                </c:pt>
                <c:pt idx="271">
                  <c:v>#N/A</c:v>
                </c:pt>
                <c:pt idx="272">
                  <c:v>#N/A</c:v>
                </c:pt>
                <c:pt idx="273">
                  <c:v>#N/A</c:v>
                </c:pt>
                <c:pt idx="274">
                  <c:v>#N/A</c:v>
                </c:pt>
                <c:pt idx="275">
                  <c:v>#N/A</c:v>
                </c:pt>
                <c:pt idx="276">
                  <c:v>#N/A</c:v>
                </c:pt>
                <c:pt idx="277">
                  <c:v>#N/A</c:v>
                </c:pt>
                <c:pt idx="278">
                  <c:v>#N/A</c:v>
                </c:pt>
                <c:pt idx="279">
                  <c:v>#N/A</c:v>
                </c:pt>
                <c:pt idx="280">
                  <c:v>#N/A</c:v>
                </c:pt>
                <c:pt idx="281">
                  <c:v>#N/A</c:v>
                </c:pt>
                <c:pt idx="282">
                  <c:v>#N/A</c:v>
                </c:pt>
                <c:pt idx="283">
                  <c:v>2.7</c:v>
                </c:pt>
                <c:pt idx="284">
                  <c:v>#N/A</c:v>
                </c:pt>
                <c:pt idx="285">
                  <c:v>#N/A</c:v>
                </c:pt>
                <c:pt idx="286">
                  <c:v>#N/A</c:v>
                </c:pt>
                <c:pt idx="287">
                  <c:v>#N/A</c:v>
                </c:pt>
                <c:pt idx="288">
                  <c:v>#N/A</c:v>
                </c:pt>
                <c:pt idx="289">
                  <c:v>#N/A</c:v>
                </c:pt>
                <c:pt idx="290">
                  <c:v>#N/A</c:v>
                </c:pt>
                <c:pt idx="291">
                  <c:v>#N/A</c:v>
                </c:pt>
                <c:pt idx="292">
                  <c:v>#N/A</c:v>
                </c:pt>
                <c:pt idx="293">
                  <c:v>#N/A</c:v>
                </c:pt>
                <c:pt idx="294">
                  <c:v>#N/A</c:v>
                </c:pt>
                <c:pt idx="295">
                  <c:v>#N/A</c:v>
                </c:pt>
                <c:pt idx="296">
                  <c:v>#N/A</c:v>
                </c:pt>
                <c:pt idx="297">
                  <c:v>#N/A</c:v>
                </c:pt>
                <c:pt idx="298">
                  <c:v>#N/A</c:v>
                </c:pt>
                <c:pt idx="299">
                  <c:v>#N/A</c:v>
                </c:pt>
                <c:pt idx="300">
                  <c:v>#N/A</c:v>
                </c:pt>
                <c:pt idx="301">
                  <c:v>#N/A</c:v>
                </c:pt>
                <c:pt idx="302">
                  <c:v>#N/A</c:v>
                </c:pt>
                <c:pt idx="303">
                  <c:v>#N/A</c:v>
                </c:pt>
                <c:pt idx="304">
                  <c:v>#N/A</c:v>
                </c:pt>
                <c:pt idx="305">
                  <c:v>#N/A</c:v>
                </c:pt>
                <c:pt idx="306">
                  <c:v>#N/A</c:v>
                </c:pt>
                <c:pt idx="307">
                  <c:v>#N/A</c:v>
                </c:pt>
                <c:pt idx="308">
                  <c:v>#N/A</c:v>
                </c:pt>
                <c:pt idx="309">
                  <c:v>#N/A</c:v>
                </c:pt>
                <c:pt idx="310">
                  <c:v>#N/A</c:v>
                </c:pt>
                <c:pt idx="311">
                  <c:v>#N/A</c:v>
                </c:pt>
                <c:pt idx="312">
                  <c:v>#N/A</c:v>
                </c:pt>
                <c:pt idx="313">
                  <c:v>2.8</c:v>
                </c:pt>
                <c:pt idx="314">
                  <c:v>#N/A</c:v>
                </c:pt>
                <c:pt idx="315">
                  <c:v>#N/A</c:v>
                </c:pt>
                <c:pt idx="316">
                  <c:v>#N/A</c:v>
                </c:pt>
                <c:pt idx="317">
                  <c:v>#N/A</c:v>
                </c:pt>
                <c:pt idx="318">
                  <c:v>#N/A</c:v>
                </c:pt>
                <c:pt idx="319">
                  <c:v>#N/A</c:v>
                </c:pt>
                <c:pt idx="320">
                  <c:v>#N/A</c:v>
                </c:pt>
                <c:pt idx="321">
                  <c:v>#N/A</c:v>
                </c:pt>
                <c:pt idx="322">
                  <c:v>#N/A</c:v>
                </c:pt>
                <c:pt idx="323">
                  <c:v>#N/A</c:v>
                </c:pt>
                <c:pt idx="324">
                  <c:v>#N/A</c:v>
                </c:pt>
                <c:pt idx="325">
                  <c:v>#N/A</c:v>
                </c:pt>
                <c:pt idx="326">
                  <c:v>#N/A</c:v>
                </c:pt>
                <c:pt idx="327">
                  <c:v>#N/A</c:v>
                </c:pt>
                <c:pt idx="328">
                  <c:v>#N/A</c:v>
                </c:pt>
                <c:pt idx="329">
                  <c:v>#N/A</c:v>
                </c:pt>
                <c:pt idx="330">
                  <c:v>#N/A</c:v>
                </c:pt>
                <c:pt idx="331">
                  <c:v>#N/A</c:v>
                </c:pt>
                <c:pt idx="332">
                  <c:v>#N/A</c:v>
                </c:pt>
                <c:pt idx="333">
                  <c:v>#N/A</c:v>
                </c:pt>
                <c:pt idx="334">
                  <c:v>#N/A</c:v>
                </c:pt>
                <c:pt idx="335">
                  <c:v>#N/A</c:v>
                </c:pt>
                <c:pt idx="336">
                  <c:v>#N/A</c:v>
                </c:pt>
                <c:pt idx="337">
                  <c:v>#N/A</c:v>
                </c:pt>
                <c:pt idx="338">
                  <c:v>#N/A</c:v>
                </c:pt>
                <c:pt idx="339">
                  <c:v>#N/A</c:v>
                </c:pt>
                <c:pt idx="340">
                  <c:v>#N/A</c:v>
                </c:pt>
                <c:pt idx="341">
                  <c:v>#N/A</c:v>
                </c:pt>
                <c:pt idx="342">
                  <c:v>#N/A</c:v>
                </c:pt>
                <c:pt idx="343">
                  <c:v>#N/A</c:v>
                </c:pt>
                <c:pt idx="344">
                  <c:v>2.7</c:v>
                </c:pt>
                <c:pt idx="345">
                  <c:v>#N/A</c:v>
                </c:pt>
                <c:pt idx="346">
                  <c:v>#N/A</c:v>
                </c:pt>
                <c:pt idx="347">
                  <c:v>#N/A</c:v>
                </c:pt>
                <c:pt idx="348">
                  <c:v>#N/A</c:v>
                </c:pt>
                <c:pt idx="349">
                  <c:v>#N/A</c:v>
                </c:pt>
                <c:pt idx="350">
                  <c:v>#N/A</c:v>
                </c:pt>
                <c:pt idx="351">
                  <c:v>#N/A</c:v>
                </c:pt>
                <c:pt idx="352">
                  <c:v>#N/A</c:v>
                </c:pt>
                <c:pt idx="353">
                  <c:v>#N/A</c:v>
                </c:pt>
                <c:pt idx="354">
                  <c:v>#N/A</c:v>
                </c:pt>
                <c:pt idx="355">
                  <c:v>#N/A</c:v>
                </c:pt>
                <c:pt idx="356">
                  <c:v>#N/A</c:v>
                </c:pt>
                <c:pt idx="357">
                  <c:v>#N/A</c:v>
                </c:pt>
                <c:pt idx="358">
                  <c:v>#N/A</c:v>
                </c:pt>
                <c:pt idx="359">
                  <c:v>#N/A</c:v>
                </c:pt>
                <c:pt idx="360">
                  <c:v>#N/A</c:v>
                </c:pt>
                <c:pt idx="361">
                  <c:v>#N/A</c:v>
                </c:pt>
                <c:pt idx="362">
                  <c:v>#N/A</c:v>
                </c:pt>
                <c:pt idx="363">
                  <c:v>#N/A</c:v>
                </c:pt>
                <c:pt idx="364">
                  <c:v>#N/A</c:v>
                </c:pt>
                <c:pt idx="365">
                  <c:v>#N/A</c:v>
                </c:pt>
                <c:pt idx="366">
                  <c:v>#N/A</c:v>
                </c:pt>
                <c:pt idx="367">
                  <c:v>#N/A</c:v>
                </c:pt>
                <c:pt idx="368">
                  <c:v>#N/A</c:v>
                </c:pt>
                <c:pt idx="369">
                  <c:v>#N/A</c:v>
                </c:pt>
                <c:pt idx="370">
                  <c:v>#N/A</c:v>
                </c:pt>
                <c:pt idx="371">
                  <c:v>#N/A</c:v>
                </c:pt>
                <c:pt idx="372">
                  <c:v>#N/A</c:v>
                </c:pt>
                <c:pt idx="373">
                  <c:v>#N/A</c:v>
                </c:pt>
                <c:pt idx="374">
                  <c:v>#N/A</c:v>
                </c:pt>
                <c:pt idx="375">
                  <c:v>2.7</c:v>
                </c:pt>
                <c:pt idx="376">
                  <c:v>#N/A</c:v>
                </c:pt>
                <c:pt idx="377">
                  <c:v>#N/A</c:v>
                </c:pt>
                <c:pt idx="378">
                  <c:v>#N/A</c:v>
                </c:pt>
                <c:pt idx="379">
                  <c:v>#N/A</c:v>
                </c:pt>
                <c:pt idx="380">
                  <c:v>#N/A</c:v>
                </c:pt>
                <c:pt idx="381">
                  <c:v>#N/A</c:v>
                </c:pt>
                <c:pt idx="382">
                  <c:v>#N/A</c:v>
                </c:pt>
                <c:pt idx="383">
                  <c:v>#N/A</c:v>
                </c:pt>
                <c:pt idx="384">
                  <c:v>#N/A</c:v>
                </c:pt>
                <c:pt idx="385">
                  <c:v>#N/A</c:v>
                </c:pt>
                <c:pt idx="386">
                  <c:v>#N/A</c:v>
                </c:pt>
                <c:pt idx="387">
                  <c:v>#N/A</c:v>
                </c:pt>
                <c:pt idx="388">
                  <c:v>#N/A</c:v>
                </c:pt>
                <c:pt idx="389">
                  <c:v>#N/A</c:v>
                </c:pt>
                <c:pt idx="390">
                  <c:v>#N/A</c:v>
                </c:pt>
                <c:pt idx="391">
                  <c:v>#N/A</c:v>
                </c:pt>
                <c:pt idx="392">
                  <c:v>#N/A</c:v>
                </c:pt>
                <c:pt idx="393">
                  <c:v>#N/A</c:v>
                </c:pt>
                <c:pt idx="394">
                  <c:v>#N/A</c:v>
                </c:pt>
                <c:pt idx="395">
                  <c:v>#N/A</c:v>
                </c:pt>
                <c:pt idx="396">
                  <c:v>#N/A</c:v>
                </c:pt>
                <c:pt idx="397">
                  <c:v>#N/A</c:v>
                </c:pt>
                <c:pt idx="398">
                  <c:v>#N/A</c:v>
                </c:pt>
                <c:pt idx="399">
                  <c:v>#N/A</c:v>
                </c:pt>
                <c:pt idx="400">
                  <c:v>#N/A</c:v>
                </c:pt>
                <c:pt idx="401">
                  <c:v>#N/A</c:v>
                </c:pt>
                <c:pt idx="402">
                  <c:v>#N/A</c:v>
                </c:pt>
                <c:pt idx="403">
                  <c:v>#N/A</c:v>
                </c:pt>
                <c:pt idx="404">
                  <c:v>#N/A</c:v>
                </c:pt>
                <c:pt idx="405">
                  <c:v>2.6</c:v>
                </c:pt>
                <c:pt idx="406">
                  <c:v>#N/A</c:v>
                </c:pt>
                <c:pt idx="407">
                  <c:v>#N/A</c:v>
                </c:pt>
                <c:pt idx="408">
                  <c:v>#N/A</c:v>
                </c:pt>
                <c:pt idx="409">
                  <c:v>#N/A</c:v>
                </c:pt>
                <c:pt idx="410">
                  <c:v>#N/A</c:v>
                </c:pt>
                <c:pt idx="411">
                  <c:v>#N/A</c:v>
                </c:pt>
                <c:pt idx="412">
                  <c:v>#N/A</c:v>
                </c:pt>
                <c:pt idx="413">
                  <c:v>#N/A</c:v>
                </c:pt>
                <c:pt idx="414">
                  <c:v>#N/A</c:v>
                </c:pt>
                <c:pt idx="415">
                  <c:v>#N/A</c:v>
                </c:pt>
                <c:pt idx="416">
                  <c:v>#N/A</c:v>
                </c:pt>
                <c:pt idx="417">
                  <c:v>#N/A</c:v>
                </c:pt>
                <c:pt idx="418">
                  <c:v>#N/A</c:v>
                </c:pt>
                <c:pt idx="419">
                  <c:v>#N/A</c:v>
                </c:pt>
                <c:pt idx="420">
                  <c:v>#N/A</c:v>
                </c:pt>
                <c:pt idx="421">
                  <c:v>#N/A</c:v>
                </c:pt>
                <c:pt idx="422">
                  <c:v>#N/A</c:v>
                </c:pt>
                <c:pt idx="423">
                  <c:v>#N/A</c:v>
                </c:pt>
                <c:pt idx="424">
                  <c:v>#N/A</c:v>
                </c:pt>
                <c:pt idx="425">
                  <c:v>#N/A</c:v>
                </c:pt>
                <c:pt idx="426">
                  <c:v>#N/A</c:v>
                </c:pt>
                <c:pt idx="427">
                  <c:v>#N/A</c:v>
                </c:pt>
                <c:pt idx="428">
                  <c:v>#N/A</c:v>
                </c:pt>
                <c:pt idx="429">
                  <c:v>#N/A</c:v>
                </c:pt>
                <c:pt idx="430">
                  <c:v>#N/A</c:v>
                </c:pt>
                <c:pt idx="431">
                  <c:v>#N/A</c:v>
                </c:pt>
                <c:pt idx="432">
                  <c:v>#N/A</c:v>
                </c:pt>
                <c:pt idx="433">
                  <c:v>#N/A</c:v>
                </c:pt>
                <c:pt idx="434">
                  <c:v>#N/A</c:v>
                </c:pt>
                <c:pt idx="435">
                  <c:v>#N/A</c:v>
                </c:pt>
                <c:pt idx="436">
                  <c:v>2.6</c:v>
                </c:pt>
                <c:pt idx="437">
                  <c:v>#N/A</c:v>
                </c:pt>
                <c:pt idx="438">
                  <c:v>#N/A</c:v>
                </c:pt>
                <c:pt idx="439">
                  <c:v>#N/A</c:v>
                </c:pt>
                <c:pt idx="440">
                  <c:v>#N/A</c:v>
                </c:pt>
                <c:pt idx="441">
                  <c:v>#N/A</c:v>
                </c:pt>
                <c:pt idx="442">
                  <c:v>#N/A</c:v>
                </c:pt>
                <c:pt idx="443">
                  <c:v>#N/A</c:v>
                </c:pt>
                <c:pt idx="444">
                  <c:v>#N/A</c:v>
                </c:pt>
                <c:pt idx="445">
                  <c:v>#N/A</c:v>
                </c:pt>
                <c:pt idx="446">
                  <c:v>#N/A</c:v>
                </c:pt>
                <c:pt idx="447">
                  <c:v>#N/A</c:v>
                </c:pt>
                <c:pt idx="448">
                  <c:v>#N/A</c:v>
                </c:pt>
                <c:pt idx="449">
                  <c:v>#N/A</c:v>
                </c:pt>
                <c:pt idx="450">
                  <c:v>#N/A</c:v>
                </c:pt>
                <c:pt idx="451">
                  <c:v>#N/A</c:v>
                </c:pt>
                <c:pt idx="452">
                  <c:v>#N/A</c:v>
                </c:pt>
                <c:pt idx="453">
                  <c:v>#N/A</c:v>
                </c:pt>
                <c:pt idx="454">
                  <c:v>#N/A</c:v>
                </c:pt>
                <c:pt idx="455">
                  <c:v>#N/A</c:v>
                </c:pt>
                <c:pt idx="456">
                  <c:v>#N/A</c:v>
                </c:pt>
                <c:pt idx="457">
                  <c:v>#N/A</c:v>
                </c:pt>
                <c:pt idx="458">
                  <c:v>#N/A</c:v>
                </c:pt>
                <c:pt idx="459">
                  <c:v>#N/A</c:v>
                </c:pt>
                <c:pt idx="460">
                  <c:v>#N/A</c:v>
                </c:pt>
                <c:pt idx="461">
                  <c:v>#N/A</c:v>
                </c:pt>
                <c:pt idx="462">
                  <c:v>#N/A</c:v>
                </c:pt>
                <c:pt idx="463">
                  <c:v>#N/A</c:v>
                </c:pt>
                <c:pt idx="464">
                  <c:v>#N/A</c:v>
                </c:pt>
                <c:pt idx="465">
                  <c:v>#N/A</c:v>
                </c:pt>
                <c:pt idx="466">
                  <c:v>2.7</c:v>
                </c:pt>
                <c:pt idx="467">
                  <c:v>#N/A</c:v>
                </c:pt>
                <c:pt idx="468">
                  <c:v>#N/A</c:v>
                </c:pt>
                <c:pt idx="469">
                  <c:v>#N/A</c:v>
                </c:pt>
                <c:pt idx="470">
                  <c:v>#N/A</c:v>
                </c:pt>
                <c:pt idx="471">
                  <c:v>#N/A</c:v>
                </c:pt>
                <c:pt idx="472">
                  <c:v>#N/A</c:v>
                </c:pt>
                <c:pt idx="473">
                  <c:v>#N/A</c:v>
                </c:pt>
                <c:pt idx="474">
                  <c:v>#N/A</c:v>
                </c:pt>
                <c:pt idx="475">
                  <c:v>#N/A</c:v>
                </c:pt>
                <c:pt idx="476">
                  <c:v>#N/A</c:v>
                </c:pt>
                <c:pt idx="477">
                  <c:v>#N/A</c:v>
                </c:pt>
                <c:pt idx="478">
                  <c:v>#N/A</c:v>
                </c:pt>
                <c:pt idx="479">
                  <c:v>#N/A</c:v>
                </c:pt>
                <c:pt idx="480">
                  <c:v>#N/A</c:v>
                </c:pt>
                <c:pt idx="481">
                  <c:v>#N/A</c:v>
                </c:pt>
                <c:pt idx="482">
                  <c:v>#N/A</c:v>
                </c:pt>
                <c:pt idx="483">
                  <c:v>#N/A</c:v>
                </c:pt>
                <c:pt idx="484">
                  <c:v>#N/A</c:v>
                </c:pt>
                <c:pt idx="485">
                  <c:v>#N/A</c:v>
                </c:pt>
                <c:pt idx="486">
                  <c:v>#N/A</c:v>
                </c:pt>
                <c:pt idx="487">
                  <c:v>#N/A</c:v>
                </c:pt>
                <c:pt idx="488">
                  <c:v>#N/A</c:v>
                </c:pt>
                <c:pt idx="489">
                  <c:v>#N/A</c:v>
                </c:pt>
                <c:pt idx="490">
                  <c:v>#N/A</c:v>
                </c:pt>
                <c:pt idx="491">
                  <c:v>#N/A</c:v>
                </c:pt>
                <c:pt idx="492">
                  <c:v>#N/A</c:v>
                </c:pt>
                <c:pt idx="493">
                  <c:v>#N/A</c:v>
                </c:pt>
                <c:pt idx="494">
                  <c:v>#N/A</c:v>
                </c:pt>
                <c:pt idx="495">
                  <c:v>#N/A</c:v>
                </c:pt>
                <c:pt idx="496">
                  <c:v>#N/A</c:v>
                </c:pt>
                <c:pt idx="497">
                  <c:v>2.7</c:v>
                </c:pt>
                <c:pt idx="498">
                  <c:v>#N/A</c:v>
                </c:pt>
                <c:pt idx="499">
                  <c:v>#N/A</c:v>
                </c:pt>
                <c:pt idx="500">
                  <c:v>#N/A</c:v>
                </c:pt>
                <c:pt idx="501">
                  <c:v>#N/A</c:v>
                </c:pt>
                <c:pt idx="502">
                  <c:v>#N/A</c:v>
                </c:pt>
                <c:pt idx="503">
                  <c:v>#N/A</c:v>
                </c:pt>
                <c:pt idx="504">
                  <c:v>#N/A</c:v>
                </c:pt>
                <c:pt idx="505">
                  <c:v>#N/A</c:v>
                </c:pt>
                <c:pt idx="506">
                  <c:v>#N/A</c:v>
                </c:pt>
                <c:pt idx="507">
                  <c:v>#N/A</c:v>
                </c:pt>
                <c:pt idx="508">
                  <c:v>#N/A</c:v>
                </c:pt>
                <c:pt idx="509">
                  <c:v>#N/A</c:v>
                </c:pt>
                <c:pt idx="510">
                  <c:v>#N/A</c:v>
                </c:pt>
                <c:pt idx="511">
                  <c:v>#N/A</c:v>
                </c:pt>
                <c:pt idx="512">
                  <c:v>#N/A</c:v>
                </c:pt>
                <c:pt idx="513">
                  <c:v>#N/A</c:v>
                </c:pt>
                <c:pt idx="514">
                  <c:v>#N/A</c:v>
                </c:pt>
                <c:pt idx="515">
                  <c:v>#N/A</c:v>
                </c:pt>
                <c:pt idx="516">
                  <c:v>#N/A</c:v>
                </c:pt>
                <c:pt idx="517">
                  <c:v>#N/A</c:v>
                </c:pt>
                <c:pt idx="518">
                  <c:v>#N/A</c:v>
                </c:pt>
                <c:pt idx="519">
                  <c:v>#N/A</c:v>
                </c:pt>
                <c:pt idx="520">
                  <c:v>#N/A</c:v>
                </c:pt>
                <c:pt idx="521">
                  <c:v>#N/A</c:v>
                </c:pt>
                <c:pt idx="522">
                  <c:v>#N/A</c:v>
                </c:pt>
                <c:pt idx="523">
                  <c:v>#N/A</c:v>
                </c:pt>
                <c:pt idx="524">
                  <c:v>#N/A</c:v>
                </c:pt>
                <c:pt idx="525">
                  <c:v>2.8</c:v>
                </c:pt>
                <c:pt idx="526">
                  <c:v>#N/A</c:v>
                </c:pt>
                <c:pt idx="527">
                  <c:v>#N/A</c:v>
                </c:pt>
                <c:pt idx="528">
                  <c:v>#N/A</c:v>
                </c:pt>
                <c:pt idx="529">
                  <c:v>#N/A</c:v>
                </c:pt>
                <c:pt idx="530">
                  <c:v>#N/A</c:v>
                </c:pt>
                <c:pt idx="531">
                  <c:v>#N/A</c:v>
                </c:pt>
                <c:pt idx="532">
                  <c:v>#N/A</c:v>
                </c:pt>
                <c:pt idx="533">
                  <c:v>#N/A</c:v>
                </c:pt>
                <c:pt idx="534">
                  <c:v>#N/A</c:v>
                </c:pt>
                <c:pt idx="535">
                  <c:v>#N/A</c:v>
                </c:pt>
                <c:pt idx="536">
                  <c:v>#N/A</c:v>
                </c:pt>
                <c:pt idx="537">
                  <c:v>#N/A</c:v>
                </c:pt>
                <c:pt idx="538">
                  <c:v>#N/A</c:v>
                </c:pt>
                <c:pt idx="539">
                  <c:v>#N/A</c:v>
                </c:pt>
                <c:pt idx="540">
                  <c:v>#N/A</c:v>
                </c:pt>
                <c:pt idx="541">
                  <c:v>#N/A</c:v>
                </c:pt>
                <c:pt idx="542">
                  <c:v>#N/A</c:v>
                </c:pt>
                <c:pt idx="543">
                  <c:v>#N/A</c:v>
                </c:pt>
                <c:pt idx="544">
                  <c:v>#N/A</c:v>
                </c:pt>
                <c:pt idx="545">
                  <c:v>#N/A</c:v>
                </c:pt>
                <c:pt idx="546">
                  <c:v>#N/A</c:v>
                </c:pt>
                <c:pt idx="547">
                  <c:v>#N/A</c:v>
                </c:pt>
                <c:pt idx="548">
                  <c:v>#N/A</c:v>
                </c:pt>
                <c:pt idx="549">
                  <c:v>#N/A</c:v>
                </c:pt>
                <c:pt idx="550">
                  <c:v>#N/A</c:v>
                </c:pt>
                <c:pt idx="551">
                  <c:v>#N/A</c:v>
                </c:pt>
                <c:pt idx="552">
                  <c:v>#N/A</c:v>
                </c:pt>
                <c:pt idx="553">
                  <c:v>#N/A</c:v>
                </c:pt>
                <c:pt idx="554">
                  <c:v>#N/A</c:v>
                </c:pt>
                <c:pt idx="555">
                  <c:v>#N/A</c:v>
                </c:pt>
                <c:pt idx="556">
                  <c:v>3</c:v>
                </c:pt>
                <c:pt idx="557">
                  <c:v>#N/A</c:v>
                </c:pt>
                <c:pt idx="558">
                  <c:v>#N/A</c:v>
                </c:pt>
                <c:pt idx="559">
                  <c:v>#N/A</c:v>
                </c:pt>
                <c:pt idx="560">
                  <c:v>#N/A</c:v>
                </c:pt>
                <c:pt idx="561">
                  <c:v>#N/A</c:v>
                </c:pt>
                <c:pt idx="562">
                  <c:v>#N/A</c:v>
                </c:pt>
                <c:pt idx="563">
                  <c:v>#N/A</c:v>
                </c:pt>
                <c:pt idx="564">
                  <c:v>#N/A</c:v>
                </c:pt>
                <c:pt idx="565">
                  <c:v>#N/A</c:v>
                </c:pt>
                <c:pt idx="566">
                  <c:v>#N/A</c:v>
                </c:pt>
                <c:pt idx="567">
                  <c:v>#N/A</c:v>
                </c:pt>
                <c:pt idx="568">
                  <c:v>#N/A</c:v>
                </c:pt>
                <c:pt idx="569">
                  <c:v>#N/A</c:v>
                </c:pt>
                <c:pt idx="570">
                  <c:v>#N/A</c:v>
                </c:pt>
                <c:pt idx="571">
                  <c:v>#N/A</c:v>
                </c:pt>
                <c:pt idx="572">
                  <c:v>#N/A</c:v>
                </c:pt>
                <c:pt idx="573">
                  <c:v>#N/A</c:v>
                </c:pt>
                <c:pt idx="574">
                  <c:v>#N/A</c:v>
                </c:pt>
                <c:pt idx="575">
                  <c:v>#N/A</c:v>
                </c:pt>
                <c:pt idx="576">
                  <c:v>#N/A</c:v>
                </c:pt>
                <c:pt idx="577">
                  <c:v>#N/A</c:v>
                </c:pt>
                <c:pt idx="578">
                  <c:v>#N/A</c:v>
                </c:pt>
                <c:pt idx="579">
                  <c:v>#N/A</c:v>
                </c:pt>
                <c:pt idx="580">
                  <c:v>#N/A</c:v>
                </c:pt>
                <c:pt idx="581">
                  <c:v>#N/A</c:v>
                </c:pt>
                <c:pt idx="582">
                  <c:v>#N/A</c:v>
                </c:pt>
                <c:pt idx="583">
                  <c:v>#N/A</c:v>
                </c:pt>
                <c:pt idx="584">
                  <c:v>#N/A</c:v>
                </c:pt>
                <c:pt idx="585">
                  <c:v>#N/A</c:v>
                </c:pt>
                <c:pt idx="586">
                  <c:v>#N/A</c:v>
                </c:pt>
                <c:pt idx="587">
                  <c:v>2.9</c:v>
                </c:pt>
                <c:pt idx="588">
                  <c:v>#N/A</c:v>
                </c:pt>
                <c:pt idx="589">
                  <c:v>#N/A</c:v>
                </c:pt>
                <c:pt idx="590">
                  <c:v>#N/A</c:v>
                </c:pt>
                <c:pt idx="591">
                  <c:v>#N/A</c:v>
                </c:pt>
                <c:pt idx="592">
                  <c:v>#N/A</c:v>
                </c:pt>
                <c:pt idx="593">
                  <c:v>#N/A</c:v>
                </c:pt>
                <c:pt idx="594">
                  <c:v>#N/A</c:v>
                </c:pt>
                <c:pt idx="595">
                  <c:v>#N/A</c:v>
                </c:pt>
                <c:pt idx="596">
                  <c:v>#N/A</c:v>
                </c:pt>
                <c:pt idx="597">
                  <c:v>#N/A</c:v>
                </c:pt>
                <c:pt idx="598">
                  <c:v>#N/A</c:v>
                </c:pt>
                <c:pt idx="599">
                  <c:v>#N/A</c:v>
                </c:pt>
                <c:pt idx="600">
                  <c:v>#N/A</c:v>
                </c:pt>
                <c:pt idx="601">
                  <c:v>#N/A</c:v>
                </c:pt>
                <c:pt idx="602">
                  <c:v>#N/A</c:v>
                </c:pt>
                <c:pt idx="603">
                  <c:v>#N/A</c:v>
                </c:pt>
                <c:pt idx="604">
                  <c:v>#N/A</c:v>
                </c:pt>
                <c:pt idx="605">
                  <c:v>#N/A</c:v>
                </c:pt>
                <c:pt idx="606">
                  <c:v>#N/A</c:v>
                </c:pt>
                <c:pt idx="607">
                  <c:v>#N/A</c:v>
                </c:pt>
                <c:pt idx="608">
                  <c:v>#N/A</c:v>
                </c:pt>
                <c:pt idx="609">
                  <c:v>#N/A</c:v>
                </c:pt>
                <c:pt idx="610">
                  <c:v>#N/A</c:v>
                </c:pt>
                <c:pt idx="611">
                  <c:v>#N/A</c:v>
                </c:pt>
                <c:pt idx="612">
                  <c:v>#N/A</c:v>
                </c:pt>
                <c:pt idx="613">
                  <c:v>#N/A</c:v>
                </c:pt>
                <c:pt idx="614">
                  <c:v>#N/A</c:v>
                </c:pt>
                <c:pt idx="615">
                  <c:v>#N/A</c:v>
                </c:pt>
                <c:pt idx="616">
                  <c:v>#N/A</c:v>
                </c:pt>
                <c:pt idx="617">
                  <c:v>2.9</c:v>
                </c:pt>
                <c:pt idx="618">
                  <c:v>#N/A</c:v>
                </c:pt>
                <c:pt idx="619">
                  <c:v>#N/A</c:v>
                </c:pt>
                <c:pt idx="620">
                  <c:v>#N/A</c:v>
                </c:pt>
                <c:pt idx="621">
                  <c:v>#N/A</c:v>
                </c:pt>
                <c:pt idx="622">
                  <c:v>#N/A</c:v>
                </c:pt>
                <c:pt idx="623">
                  <c:v>#N/A</c:v>
                </c:pt>
                <c:pt idx="624">
                  <c:v>#N/A</c:v>
                </c:pt>
                <c:pt idx="625">
                  <c:v>#N/A</c:v>
                </c:pt>
                <c:pt idx="626">
                  <c:v>#N/A</c:v>
                </c:pt>
                <c:pt idx="627">
                  <c:v>#N/A</c:v>
                </c:pt>
                <c:pt idx="628">
                  <c:v>#N/A</c:v>
                </c:pt>
                <c:pt idx="629">
                  <c:v>#N/A</c:v>
                </c:pt>
                <c:pt idx="630">
                  <c:v>#N/A</c:v>
                </c:pt>
                <c:pt idx="631">
                  <c:v>#N/A</c:v>
                </c:pt>
                <c:pt idx="632">
                  <c:v>#N/A</c:v>
                </c:pt>
                <c:pt idx="633">
                  <c:v>#N/A</c:v>
                </c:pt>
                <c:pt idx="634">
                  <c:v>#N/A</c:v>
                </c:pt>
                <c:pt idx="635">
                  <c:v>#N/A</c:v>
                </c:pt>
                <c:pt idx="636">
                  <c:v>#N/A</c:v>
                </c:pt>
                <c:pt idx="637">
                  <c:v>#N/A</c:v>
                </c:pt>
                <c:pt idx="638">
                  <c:v>#N/A</c:v>
                </c:pt>
                <c:pt idx="639">
                  <c:v>#N/A</c:v>
                </c:pt>
                <c:pt idx="640">
                  <c:v>#N/A</c:v>
                </c:pt>
                <c:pt idx="641">
                  <c:v>#N/A</c:v>
                </c:pt>
                <c:pt idx="642">
                  <c:v>#N/A</c:v>
                </c:pt>
                <c:pt idx="643">
                  <c:v>#N/A</c:v>
                </c:pt>
                <c:pt idx="644">
                  <c:v>#N/A</c:v>
                </c:pt>
                <c:pt idx="645">
                  <c:v>#N/A</c:v>
                </c:pt>
                <c:pt idx="646">
                  <c:v>#N/A</c:v>
                </c:pt>
                <c:pt idx="647">
                  <c:v>#N/A</c:v>
                </c:pt>
                <c:pt idx="648">
                  <c:v>2.8</c:v>
                </c:pt>
                <c:pt idx="649">
                  <c:v>#N/A</c:v>
                </c:pt>
                <c:pt idx="650">
                  <c:v>#N/A</c:v>
                </c:pt>
                <c:pt idx="651">
                  <c:v>#N/A</c:v>
                </c:pt>
                <c:pt idx="652">
                  <c:v>#N/A</c:v>
                </c:pt>
                <c:pt idx="653">
                  <c:v>#N/A</c:v>
                </c:pt>
                <c:pt idx="654">
                  <c:v>#N/A</c:v>
                </c:pt>
                <c:pt idx="655">
                  <c:v>#N/A</c:v>
                </c:pt>
                <c:pt idx="656">
                  <c:v>#N/A</c:v>
                </c:pt>
                <c:pt idx="657">
                  <c:v>#N/A</c:v>
                </c:pt>
                <c:pt idx="658">
                  <c:v>#N/A</c:v>
                </c:pt>
                <c:pt idx="659">
                  <c:v>#N/A</c:v>
                </c:pt>
                <c:pt idx="660">
                  <c:v>#N/A</c:v>
                </c:pt>
                <c:pt idx="661">
                  <c:v>#N/A</c:v>
                </c:pt>
                <c:pt idx="662">
                  <c:v>#N/A</c:v>
                </c:pt>
                <c:pt idx="663">
                  <c:v>#N/A</c:v>
                </c:pt>
                <c:pt idx="664">
                  <c:v>#N/A</c:v>
                </c:pt>
                <c:pt idx="665">
                  <c:v>#N/A</c:v>
                </c:pt>
                <c:pt idx="666">
                  <c:v>#N/A</c:v>
                </c:pt>
                <c:pt idx="667">
                  <c:v>#N/A</c:v>
                </c:pt>
                <c:pt idx="668">
                  <c:v>#N/A</c:v>
                </c:pt>
                <c:pt idx="669">
                  <c:v>#N/A</c:v>
                </c:pt>
                <c:pt idx="670">
                  <c:v>#N/A</c:v>
                </c:pt>
                <c:pt idx="671">
                  <c:v>#N/A</c:v>
                </c:pt>
                <c:pt idx="672">
                  <c:v>#N/A</c:v>
                </c:pt>
                <c:pt idx="673">
                  <c:v>#N/A</c:v>
                </c:pt>
                <c:pt idx="674">
                  <c:v>#N/A</c:v>
                </c:pt>
                <c:pt idx="675">
                  <c:v>#N/A</c:v>
                </c:pt>
                <c:pt idx="676">
                  <c:v>#N/A</c:v>
                </c:pt>
                <c:pt idx="677">
                  <c:v>#N/A</c:v>
                </c:pt>
                <c:pt idx="678">
                  <c:v>2.8</c:v>
                </c:pt>
                <c:pt idx="679">
                  <c:v>#N/A</c:v>
                </c:pt>
                <c:pt idx="680">
                  <c:v>#N/A</c:v>
                </c:pt>
                <c:pt idx="681">
                  <c:v>#N/A</c:v>
                </c:pt>
                <c:pt idx="682">
                  <c:v>#N/A</c:v>
                </c:pt>
                <c:pt idx="683">
                  <c:v>#N/A</c:v>
                </c:pt>
                <c:pt idx="684">
                  <c:v>#N/A</c:v>
                </c:pt>
                <c:pt idx="685">
                  <c:v>#N/A</c:v>
                </c:pt>
                <c:pt idx="686">
                  <c:v>#N/A</c:v>
                </c:pt>
                <c:pt idx="687">
                  <c:v>#N/A</c:v>
                </c:pt>
                <c:pt idx="688">
                  <c:v>#N/A</c:v>
                </c:pt>
                <c:pt idx="689">
                  <c:v>#N/A</c:v>
                </c:pt>
                <c:pt idx="690">
                  <c:v>#N/A</c:v>
                </c:pt>
                <c:pt idx="691">
                  <c:v>#N/A</c:v>
                </c:pt>
                <c:pt idx="692">
                  <c:v>#N/A</c:v>
                </c:pt>
                <c:pt idx="693">
                  <c:v>#N/A</c:v>
                </c:pt>
                <c:pt idx="694">
                  <c:v>#N/A</c:v>
                </c:pt>
                <c:pt idx="695">
                  <c:v>#N/A</c:v>
                </c:pt>
                <c:pt idx="696">
                  <c:v>#N/A</c:v>
                </c:pt>
                <c:pt idx="697">
                  <c:v>#N/A</c:v>
                </c:pt>
                <c:pt idx="698">
                  <c:v>#N/A</c:v>
                </c:pt>
                <c:pt idx="699">
                  <c:v>#N/A</c:v>
                </c:pt>
                <c:pt idx="700">
                  <c:v>#N/A</c:v>
                </c:pt>
                <c:pt idx="701">
                  <c:v>#N/A</c:v>
                </c:pt>
                <c:pt idx="702">
                  <c:v>#N/A</c:v>
                </c:pt>
                <c:pt idx="703">
                  <c:v>#N/A</c:v>
                </c:pt>
                <c:pt idx="704">
                  <c:v>#N/A</c:v>
                </c:pt>
                <c:pt idx="705">
                  <c:v>#N/A</c:v>
                </c:pt>
                <c:pt idx="706">
                  <c:v>#N/A</c:v>
                </c:pt>
                <c:pt idx="707">
                  <c:v>#N/A</c:v>
                </c:pt>
                <c:pt idx="708">
                  <c:v>#N/A</c:v>
                </c:pt>
                <c:pt idx="709">
                  <c:v>2.9</c:v>
                </c:pt>
                <c:pt idx="710">
                  <c:v>#N/A</c:v>
                </c:pt>
                <c:pt idx="711">
                  <c:v>#N/A</c:v>
                </c:pt>
                <c:pt idx="712">
                  <c:v>#N/A</c:v>
                </c:pt>
                <c:pt idx="713">
                  <c:v>#N/A</c:v>
                </c:pt>
                <c:pt idx="714">
                  <c:v>#N/A</c:v>
                </c:pt>
                <c:pt idx="715">
                  <c:v>#N/A</c:v>
                </c:pt>
                <c:pt idx="716">
                  <c:v>#N/A</c:v>
                </c:pt>
                <c:pt idx="717">
                  <c:v>#N/A</c:v>
                </c:pt>
                <c:pt idx="718">
                  <c:v>#N/A</c:v>
                </c:pt>
                <c:pt idx="719">
                  <c:v>#N/A</c:v>
                </c:pt>
                <c:pt idx="720">
                  <c:v>#N/A</c:v>
                </c:pt>
                <c:pt idx="721">
                  <c:v>#N/A</c:v>
                </c:pt>
                <c:pt idx="722">
                  <c:v>#N/A</c:v>
                </c:pt>
                <c:pt idx="723">
                  <c:v>#N/A</c:v>
                </c:pt>
                <c:pt idx="724">
                  <c:v>#N/A</c:v>
                </c:pt>
                <c:pt idx="725">
                  <c:v>#N/A</c:v>
                </c:pt>
                <c:pt idx="726">
                  <c:v>#N/A</c:v>
                </c:pt>
                <c:pt idx="727">
                  <c:v>#N/A</c:v>
                </c:pt>
                <c:pt idx="728">
                  <c:v>#N/A</c:v>
                </c:pt>
                <c:pt idx="729">
                  <c:v>#N/A</c:v>
                </c:pt>
                <c:pt idx="730">
                  <c:v>#N/A</c:v>
                </c:pt>
                <c:pt idx="731">
                  <c:v>#N/A</c:v>
                </c:pt>
                <c:pt idx="732">
                  <c:v>#N/A</c:v>
                </c:pt>
                <c:pt idx="733">
                  <c:v>#N/A</c:v>
                </c:pt>
                <c:pt idx="734">
                  <c:v>#N/A</c:v>
                </c:pt>
                <c:pt idx="735">
                  <c:v>#N/A</c:v>
                </c:pt>
                <c:pt idx="736">
                  <c:v>#N/A</c:v>
                </c:pt>
                <c:pt idx="737">
                  <c:v>#N/A</c:v>
                </c:pt>
                <c:pt idx="738">
                  <c:v>#N/A</c:v>
                </c:pt>
                <c:pt idx="739">
                  <c:v>#N/A</c:v>
                </c:pt>
                <c:pt idx="740">
                  <c:v>2.9</c:v>
                </c:pt>
                <c:pt idx="741">
                  <c:v>#N/A</c:v>
                </c:pt>
                <c:pt idx="742">
                  <c:v>#N/A</c:v>
                </c:pt>
                <c:pt idx="743">
                  <c:v>#N/A</c:v>
                </c:pt>
                <c:pt idx="744">
                  <c:v>#N/A</c:v>
                </c:pt>
                <c:pt idx="745">
                  <c:v>#N/A</c:v>
                </c:pt>
                <c:pt idx="746">
                  <c:v>#N/A</c:v>
                </c:pt>
                <c:pt idx="747">
                  <c:v>#N/A</c:v>
                </c:pt>
                <c:pt idx="748">
                  <c:v>#N/A</c:v>
                </c:pt>
                <c:pt idx="749">
                  <c:v>#N/A</c:v>
                </c:pt>
                <c:pt idx="750">
                  <c:v>#N/A</c:v>
                </c:pt>
                <c:pt idx="751">
                  <c:v>#N/A</c:v>
                </c:pt>
                <c:pt idx="752">
                  <c:v>#N/A</c:v>
                </c:pt>
                <c:pt idx="753">
                  <c:v>#N/A</c:v>
                </c:pt>
                <c:pt idx="754">
                  <c:v>#N/A</c:v>
                </c:pt>
                <c:pt idx="755">
                  <c:v>#N/A</c:v>
                </c:pt>
                <c:pt idx="756">
                  <c:v>#N/A</c:v>
                </c:pt>
                <c:pt idx="757">
                  <c:v>#N/A</c:v>
                </c:pt>
                <c:pt idx="758">
                  <c:v>#N/A</c:v>
                </c:pt>
                <c:pt idx="759">
                  <c:v>#N/A</c:v>
                </c:pt>
                <c:pt idx="760">
                  <c:v>#N/A</c:v>
                </c:pt>
                <c:pt idx="761">
                  <c:v>#N/A</c:v>
                </c:pt>
                <c:pt idx="762">
                  <c:v>#N/A</c:v>
                </c:pt>
                <c:pt idx="763">
                  <c:v>#N/A</c:v>
                </c:pt>
                <c:pt idx="764">
                  <c:v>#N/A</c:v>
                </c:pt>
                <c:pt idx="765">
                  <c:v>#N/A</c:v>
                </c:pt>
                <c:pt idx="766">
                  <c:v>#N/A</c:v>
                </c:pt>
                <c:pt idx="767">
                  <c:v>#N/A</c:v>
                </c:pt>
                <c:pt idx="768">
                  <c:v>#N/A</c:v>
                </c:pt>
                <c:pt idx="769">
                  <c:v>#N/A</c:v>
                </c:pt>
                <c:pt idx="770">
                  <c:v>2.9</c:v>
                </c:pt>
                <c:pt idx="771">
                  <c:v>#N/A</c:v>
                </c:pt>
                <c:pt idx="772">
                  <c:v>#N/A</c:v>
                </c:pt>
                <c:pt idx="773">
                  <c:v>#N/A</c:v>
                </c:pt>
                <c:pt idx="774">
                  <c:v>#N/A</c:v>
                </c:pt>
                <c:pt idx="775">
                  <c:v>#N/A</c:v>
                </c:pt>
                <c:pt idx="776">
                  <c:v>#N/A</c:v>
                </c:pt>
                <c:pt idx="777">
                  <c:v>#N/A</c:v>
                </c:pt>
                <c:pt idx="778">
                  <c:v>#N/A</c:v>
                </c:pt>
                <c:pt idx="779">
                  <c:v>#N/A</c:v>
                </c:pt>
                <c:pt idx="780">
                  <c:v>#N/A</c:v>
                </c:pt>
                <c:pt idx="781">
                  <c:v>#N/A</c:v>
                </c:pt>
                <c:pt idx="782">
                  <c:v>#N/A</c:v>
                </c:pt>
                <c:pt idx="783">
                  <c:v>#N/A</c:v>
                </c:pt>
                <c:pt idx="784">
                  <c:v>#N/A</c:v>
                </c:pt>
                <c:pt idx="785">
                  <c:v>#N/A</c:v>
                </c:pt>
                <c:pt idx="786">
                  <c:v>#N/A</c:v>
                </c:pt>
                <c:pt idx="787">
                  <c:v>#N/A</c:v>
                </c:pt>
                <c:pt idx="788">
                  <c:v>#N/A</c:v>
                </c:pt>
                <c:pt idx="789">
                  <c:v>#N/A</c:v>
                </c:pt>
                <c:pt idx="790">
                  <c:v>#N/A</c:v>
                </c:pt>
                <c:pt idx="791">
                  <c:v>#N/A</c:v>
                </c:pt>
                <c:pt idx="792">
                  <c:v>#N/A</c:v>
                </c:pt>
                <c:pt idx="793">
                  <c:v>#N/A</c:v>
                </c:pt>
                <c:pt idx="794">
                  <c:v>#N/A</c:v>
                </c:pt>
                <c:pt idx="795">
                  <c:v>#N/A</c:v>
                </c:pt>
                <c:pt idx="796">
                  <c:v>#N/A</c:v>
                </c:pt>
                <c:pt idx="797">
                  <c:v>#N/A</c:v>
                </c:pt>
                <c:pt idx="798">
                  <c:v>#N/A</c:v>
                </c:pt>
                <c:pt idx="799">
                  <c:v>#N/A</c:v>
                </c:pt>
                <c:pt idx="800">
                  <c:v>#N/A</c:v>
                </c:pt>
                <c:pt idx="801">
                  <c:v>3</c:v>
                </c:pt>
                <c:pt idx="802">
                  <c:v>#N/A</c:v>
                </c:pt>
                <c:pt idx="803">
                  <c:v>#N/A</c:v>
                </c:pt>
                <c:pt idx="804">
                  <c:v>#N/A</c:v>
                </c:pt>
                <c:pt idx="805">
                  <c:v>#N/A</c:v>
                </c:pt>
                <c:pt idx="806">
                  <c:v>#N/A</c:v>
                </c:pt>
                <c:pt idx="807">
                  <c:v>#N/A</c:v>
                </c:pt>
                <c:pt idx="808">
                  <c:v>#N/A</c:v>
                </c:pt>
                <c:pt idx="809">
                  <c:v>#N/A</c:v>
                </c:pt>
                <c:pt idx="810">
                  <c:v>#N/A</c:v>
                </c:pt>
                <c:pt idx="811">
                  <c:v>#N/A</c:v>
                </c:pt>
                <c:pt idx="812">
                  <c:v>#N/A</c:v>
                </c:pt>
                <c:pt idx="813">
                  <c:v>#N/A</c:v>
                </c:pt>
                <c:pt idx="814">
                  <c:v>#N/A</c:v>
                </c:pt>
                <c:pt idx="815">
                  <c:v>#N/A</c:v>
                </c:pt>
                <c:pt idx="816">
                  <c:v>#N/A</c:v>
                </c:pt>
                <c:pt idx="817">
                  <c:v>#N/A</c:v>
                </c:pt>
                <c:pt idx="818">
                  <c:v>#N/A</c:v>
                </c:pt>
                <c:pt idx="819">
                  <c:v>#N/A</c:v>
                </c:pt>
                <c:pt idx="820">
                  <c:v>#N/A</c:v>
                </c:pt>
                <c:pt idx="821">
                  <c:v>#N/A</c:v>
                </c:pt>
                <c:pt idx="822">
                  <c:v>#N/A</c:v>
                </c:pt>
                <c:pt idx="823">
                  <c:v>#N/A</c:v>
                </c:pt>
                <c:pt idx="824">
                  <c:v>#N/A</c:v>
                </c:pt>
                <c:pt idx="825">
                  <c:v>#N/A</c:v>
                </c:pt>
                <c:pt idx="826">
                  <c:v>#N/A</c:v>
                </c:pt>
                <c:pt idx="827">
                  <c:v>#N/A</c:v>
                </c:pt>
                <c:pt idx="828">
                  <c:v>#N/A</c:v>
                </c:pt>
                <c:pt idx="829">
                  <c:v>#N/A</c:v>
                </c:pt>
                <c:pt idx="830">
                  <c:v>#N/A</c:v>
                </c:pt>
                <c:pt idx="831">
                  <c:v>3.1</c:v>
                </c:pt>
                <c:pt idx="832">
                  <c:v>#N/A</c:v>
                </c:pt>
                <c:pt idx="833">
                  <c:v>#N/A</c:v>
                </c:pt>
                <c:pt idx="834">
                  <c:v>#N/A</c:v>
                </c:pt>
                <c:pt idx="835">
                  <c:v>#N/A</c:v>
                </c:pt>
                <c:pt idx="836">
                  <c:v>#N/A</c:v>
                </c:pt>
                <c:pt idx="837">
                  <c:v>#N/A</c:v>
                </c:pt>
                <c:pt idx="838">
                  <c:v>#N/A</c:v>
                </c:pt>
                <c:pt idx="839">
                  <c:v>#N/A</c:v>
                </c:pt>
                <c:pt idx="840">
                  <c:v>#N/A</c:v>
                </c:pt>
                <c:pt idx="841">
                  <c:v>#N/A</c:v>
                </c:pt>
                <c:pt idx="842">
                  <c:v>#N/A</c:v>
                </c:pt>
                <c:pt idx="843">
                  <c:v>#N/A</c:v>
                </c:pt>
                <c:pt idx="844">
                  <c:v>#N/A</c:v>
                </c:pt>
                <c:pt idx="845">
                  <c:v>#N/A</c:v>
                </c:pt>
                <c:pt idx="846">
                  <c:v>#N/A</c:v>
                </c:pt>
                <c:pt idx="847">
                  <c:v>#N/A</c:v>
                </c:pt>
                <c:pt idx="848">
                  <c:v>#N/A</c:v>
                </c:pt>
                <c:pt idx="849">
                  <c:v>#N/A</c:v>
                </c:pt>
                <c:pt idx="850">
                  <c:v>#N/A</c:v>
                </c:pt>
                <c:pt idx="851">
                  <c:v>#N/A</c:v>
                </c:pt>
                <c:pt idx="852">
                  <c:v>#N/A</c:v>
                </c:pt>
                <c:pt idx="853">
                  <c:v>#N/A</c:v>
                </c:pt>
                <c:pt idx="854">
                  <c:v>#N/A</c:v>
                </c:pt>
                <c:pt idx="855">
                  <c:v>#N/A</c:v>
                </c:pt>
                <c:pt idx="856">
                  <c:v>#N/A</c:v>
                </c:pt>
                <c:pt idx="857">
                  <c:v>#N/A</c:v>
                </c:pt>
                <c:pt idx="858">
                  <c:v>#N/A</c:v>
                </c:pt>
                <c:pt idx="859">
                  <c:v>#N/A</c:v>
                </c:pt>
                <c:pt idx="860">
                  <c:v>#N/A</c:v>
                </c:pt>
                <c:pt idx="861">
                  <c:v>#N/A</c:v>
                </c:pt>
                <c:pt idx="862">
                  <c:v>3.2</c:v>
                </c:pt>
                <c:pt idx="863">
                  <c:v>#N/A</c:v>
                </c:pt>
                <c:pt idx="864">
                  <c:v>#N/A</c:v>
                </c:pt>
                <c:pt idx="865">
                  <c:v>#N/A</c:v>
                </c:pt>
                <c:pt idx="866">
                  <c:v>#N/A</c:v>
                </c:pt>
                <c:pt idx="867">
                  <c:v>#N/A</c:v>
                </c:pt>
                <c:pt idx="868">
                  <c:v>#N/A</c:v>
                </c:pt>
                <c:pt idx="869">
                  <c:v>#N/A</c:v>
                </c:pt>
                <c:pt idx="870">
                  <c:v>#N/A</c:v>
                </c:pt>
                <c:pt idx="871">
                  <c:v>#N/A</c:v>
                </c:pt>
                <c:pt idx="872">
                  <c:v>#N/A</c:v>
                </c:pt>
                <c:pt idx="873">
                  <c:v>#N/A</c:v>
                </c:pt>
                <c:pt idx="874">
                  <c:v>#N/A</c:v>
                </c:pt>
                <c:pt idx="875">
                  <c:v>#N/A</c:v>
                </c:pt>
                <c:pt idx="876">
                  <c:v>#N/A</c:v>
                </c:pt>
                <c:pt idx="877">
                  <c:v>#N/A</c:v>
                </c:pt>
                <c:pt idx="878">
                  <c:v>#N/A</c:v>
                </c:pt>
                <c:pt idx="879">
                  <c:v>#N/A</c:v>
                </c:pt>
                <c:pt idx="880">
                  <c:v>#N/A</c:v>
                </c:pt>
                <c:pt idx="881">
                  <c:v>#N/A</c:v>
                </c:pt>
                <c:pt idx="882">
                  <c:v>#N/A</c:v>
                </c:pt>
                <c:pt idx="883">
                  <c:v>#N/A</c:v>
                </c:pt>
                <c:pt idx="884">
                  <c:v>#N/A</c:v>
                </c:pt>
                <c:pt idx="885">
                  <c:v>#N/A</c:v>
                </c:pt>
                <c:pt idx="886">
                  <c:v>#N/A</c:v>
                </c:pt>
                <c:pt idx="887">
                  <c:v>#N/A</c:v>
                </c:pt>
                <c:pt idx="888">
                  <c:v>#N/A</c:v>
                </c:pt>
                <c:pt idx="889">
                  <c:v>#N/A</c:v>
                </c:pt>
                <c:pt idx="890">
                  <c:v>#N/A</c:v>
                </c:pt>
                <c:pt idx="891">
                  <c:v>3.3</c:v>
                </c:pt>
                <c:pt idx="892">
                  <c:v>#N/A</c:v>
                </c:pt>
                <c:pt idx="893">
                  <c:v>#N/A</c:v>
                </c:pt>
                <c:pt idx="894">
                  <c:v>#N/A</c:v>
                </c:pt>
                <c:pt idx="895">
                  <c:v>#N/A</c:v>
                </c:pt>
                <c:pt idx="896">
                  <c:v>#N/A</c:v>
                </c:pt>
                <c:pt idx="897">
                  <c:v>#N/A</c:v>
                </c:pt>
                <c:pt idx="898">
                  <c:v>#N/A</c:v>
                </c:pt>
                <c:pt idx="899">
                  <c:v>#N/A</c:v>
                </c:pt>
                <c:pt idx="900">
                  <c:v>#N/A</c:v>
                </c:pt>
                <c:pt idx="901">
                  <c:v>#N/A</c:v>
                </c:pt>
                <c:pt idx="902">
                  <c:v>#N/A</c:v>
                </c:pt>
                <c:pt idx="903">
                  <c:v>#N/A</c:v>
                </c:pt>
                <c:pt idx="904">
                  <c:v>#N/A</c:v>
                </c:pt>
                <c:pt idx="905">
                  <c:v>#N/A</c:v>
                </c:pt>
                <c:pt idx="906">
                  <c:v>#N/A</c:v>
                </c:pt>
                <c:pt idx="907">
                  <c:v>#N/A</c:v>
                </c:pt>
                <c:pt idx="908">
                  <c:v>#N/A</c:v>
                </c:pt>
                <c:pt idx="909">
                  <c:v>#N/A</c:v>
                </c:pt>
                <c:pt idx="910">
                  <c:v>#N/A</c:v>
                </c:pt>
                <c:pt idx="911">
                  <c:v>#N/A</c:v>
                </c:pt>
                <c:pt idx="912">
                  <c:v>#N/A</c:v>
                </c:pt>
                <c:pt idx="913">
                  <c:v>#N/A</c:v>
                </c:pt>
                <c:pt idx="914">
                  <c:v>#N/A</c:v>
                </c:pt>
                <c:pt idx="915">
                  <c:v>#N/A</c:v>
                </c:pt>
                <c:pt idx="916">
                  <c:v>#N/A</c:v>
                </c:pt>
                <c:pt idx="917">
                  <c:v>#N/A</c:v>
                </c:pt>
                <c:pt idx="918">
                  <c:v>#N/A</c:v>
                </c:pt>
                <c:pt idx="919">
                  <c:v>#N/A</c:v>
                </c:pt>
                <c:pt idx="920">
                  <c:v>#N/A</c:v>
                </c:pt>
                <c:pt idx="921">
                  <c:v>#N/A</c:v>
                </c:pt>
                <c:pt idx="922">
                  <c:v>3.3</c:v>
                </c:pt>
                <c:pt idx="923">
                  <c:v>#N/A</c:v>
                </c:pt>
                <c:pt idx="924">
                  <c:v>#N/A</c:v>
                </c:pt>
                <c:pt idx="925">
                  <c:v>#N/A</c:v>
                </c:pt>
                <c:pt idx="926">
                  <c:v>#N/A</c:v>
                </c:pt>
                <c:pt idx="927">
                  <c:v>#N/A</c:v>
                </c:pt>
                <c:pt idx="928">
                  <c:v>#N/A</c:v>
                </c:pt>
                <c:pt idx="929">
                  <c:v>#N/A</c:v>
                </c:pt>
                <c:pt idx="930">
                  <c:v>#N/A</c:v>
                </c:pt>
                <c:pt idx="931">
                  <c:v>#N/A</c:v>
                </c:pt>
                <c:pt idx="932">
                  <c:v>#N/A</c:v>
                </c:pt>
                <c:pt idx="933">
                  <c:v>#N/A</c:v>
                </c:pt>
                <c:pt idx="934">
                  <c:v>#N/A</c:v>
                </c:pt>
                <c:pt idx="935">
                  <c:v>#N/A</c:v>
                </c:pt>
                <c:pt idx="936">
                  <c:v>#N/A</c:v>
                </c:pt>
                <c:pt idx="937">
                  <c:v>#N/A</c:v>
                </c:pt>
                <c:pt idx="938">
                  <c:v>#N/A</c:v>
                </c:pt>
                <c:pt idx="939">
                  <c:v>#N/A</c:v>
                </c:pt>
                <c:pt idx="940">
                  <c:v>#N/A</c:v>
                </c:pt>
                <c:pt idx="941">
                  <c:v>#N/A</c:v>
                </c:pt>
                <c:pt idx="942">
                  <c:v>#N/A</c:v>
                </c:pt>
                <c:pt idx="943">
                  <c:v>#N/A</c:v>
                </c:pt>
                <c:pt idx="944">
                  <c:v>#N/A</c:v>
                </c:pt>
                <c:pt idx="945">
                  <c:v>#N/A</c:v>
                </c:pt>
                <c:pt idx="946">
                  <c:v>#N/A</c:v>
                </c:pt>
                <c:pt idx="947">
                  <c:v>#N/A</c:v>
                </c:pt>
                <c:pt idx="948">
                  <c:v>#N/A</c:v>
                </c:pt>
                <c:pt idx="949">
                  <c:v>#N/A</c:v>
                </c:pt>
                <c:pt idx="950">
                  <c:v>#N/A</c:v>
                </c:pt>
                <c:pt idx="951">
                  <c:v>#N/A</c:v>
                </c:pt>
                <c:pt idx="952">
                  <c:v>#N/A</c:v>
                </c:pt>
                <c:pt idx="953">
                  <c:v>3.5</c:v>
                </c:pt>
                <c:pt idx="954">
                  <c:v>#N/A</c:v>
                </c:pt>
                <c:pt idx="955">
                  <c:v>#N/A</c:v>
                </c:pt>
                <c:pt idx="956">
                  <c:v>#N/A</c:v>
                </c:pt>
                <c:pt idx="957">
                  <c:v>#N/A</c:v>
                </c:pt>
                <c:pt idx="958">
                  <c:v>#N/A</c:v>
                </c:pt>
                <c:pt idx="959">
                  <c:v>#N/A</c:v>
                </c:pt>
                <c:pt idx="960">
                  <c:v>#N/A</c:v>
                </c:pt>
                <c:pt idx="961">
                  <c:v>#N/A</c:v>
                </c:pt>
                <c:pt idx="962">
                  <c:v>#N/A</c:v>
                </c:pt>
                <c:pt idx="963">
                  <c:v>#N/A</c:v>
                </c:pt>
                <c:pt idx="964">
                  <c:v>#N/A</c:v>
                </c:pt>
                <c:pt idx="965">
                  <c:v>#N/A</c:v>
                </c:pt>
                <c:pt idx="966">
                  <c:v>#N/A</c:v>
                </c:pt>
                <c:pt idx="967">
                  <c:v>#N/A</c:v>
                </c:pt>
                <c:pt idx="968">
                  <c:v>#N/A</c:v>
                </c:pt>
                <c:pt idx="969">
                  <c:v>#N/A</c:v>
                </c:pt>
                <c:pt idx="970">
                  <c:v>#N/A</c:v>
                </c:pt>
                <c:pt idx="971">
                  <c:v>#N/A</c:v>
                </c:pt>
                <c:pt idx="972">
                  <c:v>#N/A</c:v>
                </c:pt>
                <c:pt idx="973">
                  <c:v>#N/A</c:v>
                </c:pt>
                <c:pt idx="974">
                  <c:v>#N/A</c:v>
                </c:pt>
                <c:pt idx="975">
                  <c:v>#N/A</c:v>
                </c:pt>
                <c:pt idx="976">
                  <c:v>#N/A</c:v>
                </c:pt>
                <c:pt idx="977">
                  <c:v>#N/A</c:v>
                </c:pt>
                <c:pt idx="978">
                  <c:v>#N/A</c:v>
                </c:pt>
                <c:pt idx="979">
                  <c:v>#N/A</c:v>
                </c:pt>
                <c:pt idx="980">
                  <c:v>#N/A</c:v>
                </c:pt>
                <c:pt idx="981">
                  <c:v>#N/A</c:v>
                </c:pt>
                <c:pt idx="982">
                  <c:v>#N/A</c:v>
                </c:pt>
                <c:pt idx="983">
                  <c:v>3.6</c:v>
                </c:pt>
                <c:pt idx="984">
                  <c:v>#N/A</c:v>
                </c:pt>
                <c:pt idx="985">
                  <c:v>#N/A</c:v>
                </c:pt>
                <c:pt idx="986">
                  <c:v>#N/A</c:v>
                </c:pt>
                <c:pt idx="987">
                  <c:v>#N/A</c:v>
                </c:pt>
                <c:pt idx="988">
                  <c:v>#N/A</c:v>
                </c:pt>
                <c:pt idx="989">
                  <c:v>#N/A</c:v>
                </c:pt>
                <c:pt idx="990">
                  <c:v>#N/A</c:v>
                </c:pt>
                <c:pt idx="991">
                  <c:v>#N/A</c:v>
                </c:pt>
                <c:pt idx="992">
                  <c:v>#N/A</c:v>
                </c:pt>
                <c:pt idx="993">
                  <c:v>#N/A</c:v>
                </c:pt>
                <c:pt idx="994">
                  <c:v>#N/A</c:v>
                </c:pt>
                <c:pt idx="995">
                  <c:v>#N/A</c:v>
                </c:pt>
                <c:pt idx="996">
                  <c:v>#N/A</c:v>
                </c:pt>
                <c:pt idx="997">
                  <c:v>#N/A</c:v>
                </c:pt>
                <c:pt idx="998">
                  <c:v>#N/A</c:v>
                </c:pt>
                <c:pt idx="999">
                  <c:v>#N/A</c:v>
                </c:pt>
                <c:pt idx="1000">
                  <c:v>#N/A</c:v>
                </c:pt>
                <c:pt idx="1001">
                  <c:v>#N/A</c:v>
                </c:pt>
                <c:pt idx="1002">
                  <c:v>#N/A</c:v>
                </c:pt>
                <c:pt idx="1003">
                  <c:v>#N/A</c:v>
                </c:pt>
                <c:pt idx="1004">
                  <c:v>#N/A</c:v>
                </c:pt>
                <c:pt idx="1005">
                  <c:v>#N/A</c:v>
                </c:pt>
                <c:pt idx="1006">
                  <c:v>#N/A</c:v>
                </c:pt>
                <c:pt idx="1007">
                  <c:v>#N/A</c:v>
                </c:pt>
                <c:pt idx="1008">
                  <c:v>#N/A</c:v>
                </c:pt>
                <c:pt idx="1009">
                  <c:v>#N/A</c:v>
                </c:pt>
                <c:pt idx="1010">
                  <c:v>#N/A</c:v>
                </c:pt>
                <c:pt idx="1011">
                  <c:v>#N/A</c:v>
                </c:pt>
                <c:pt idx="1012">
                  <c:v>#N/A</c:v>
                </c:pt>
                <c:pt idx="1013">
                  <c:v>#N/A</c:v>
                </c:pt>
                <c:pt idx="1014">
                  <c:v>3.8</c:v>
                </c:pt>
                <c:pt idx="1015">
                  <c:v>#N/A</c:v>
                </c:pt>
                <c:pt idx="1016">
                  <c:v>#N/A</c:v>
                </c:pt>
                <c:pt idx="1017">
                  <c:v>#N/A</c:v>
                </c:pt>
                <c:pt idx="1018">
                  <c:v>#N/A</c:v>
                </c:pt>
                <c:pt idx="1019">
                  <c:v>#N/A</c:v>
                </c:pt>
                <c:pt idx="1020">
                  <c:v>#N/A</c:v>
                </c:pt>
                <c:pt idx="1021">
                  <c:v>#N/A</c:v>
                </c:pt>
                <c:pt idx="1022">
                  <c:v>#N/A</c:v>
                </c:pt>
                <c:pt idx="1023">
                  <c:v>#N/A</c:v>
                </c:pt>
                <c:pt idx="1024">
                  <c:v>#N/A</c:v>
                </c:pt>
                <c:pt idx="1025">
                  <c:v>#N/A</c:v>
                </c:pt>
                <c:pt idx="1026">
                  <c:v>#N/A</c:v>
                </c:pt>
                <c:pt idx="1027">
                  <c:v>#N/A</c:v>
                </c:pt>
                <c:pt idx="1028">
                  <c:v>#N/A</c:v>
                </c:pt>
                <c:pt idx="1029">
                  <c:v>#N/A</c:v>
                </c:pt>
                <c:pt idx="1030">
                  <c:v>#N/A</c:v>
                </c:pt>
                <c:pt idx="1031">
                  <c:v>#N/A</c:v>
                </c:pt>
                <c:pt idx="1032">
                  <c:v>#N/A</c:v>
                </c:pt>
                <c:pt idx="1033">
                  <c:v>#N/A</c:v>
                </c:pt>
                <c:pt idx="1034">
                  <c:v>#N/A</c:v>
                </c:pt>
                <c:pt idx="1035">
                  <c:v>#N/A</c:v>
                </c:pt>
                <c:pt idx="1036">
                  <c:v>#N/A</c:v>
                </c:pt>
                <c:pt idx="1037">
                  <c:v>#N/A</c:v>
                </c:pt>
                <c:pt idx="1038">
                  <c:v>#N/A</c:v>
                </c:pt>
                <c:pt idx="1039">
                  <c:v>#N/A</c:v>
                </c:pt>
                <c:pt idx="1040">
                  <c:v>#N/A</c:v>
                </c:pt>
                <c:pt idx="1041">
                  <c:v>#N/A</c:v>
                </c:pt>
                <c:pt idx="1042">
                  <c:v>#N/A</c:v>
                </c:pt>
                <c:pt idx="1043">
                  <c:v>#N/A</c:v>
                </c:pt>
                <c:pt idx="1044">
                  <c:v>3.9</c:v>
                </c:pt>
                <c:pt idx="1045">
                  <c:v>#N/A</c:v>
                </c:pt>
                <c:pt idx="1046">
                  <c:v>#N/A</c:v>
                </c:pt>
                <c:pt idx="1047">
                  <c:v>#N/A</c:v>
                </c:pt>
                <c:pt idx="1048">
                  <c:v>#N/A</c:v>
                </c:pt>
                <c:pt idx="1049">
                  <c:v>#N/A</c:v>
                </c:pt>
                <c:pt idx="1050">
                  <c:v>#N/A</c:v>
                </c:pt>
                <c:pt idx="1051">
                  <c:v>#N/A</c:v>
                </c:pt>
                <c:pt idx="1052">
                  <c:v>#N/A</c:v>
                </c:pt>
                <c:pt idx="1053">
                  <c:v>#N/A</c:v>
                </c:pt>
                <c:pt idx="1054">
                  <c:v>#N/A</c:v>
                </c:pt>
                <c:pt idx="1055">
                  <c:v>#N/A</c:v>
                </c:pt>
                <c:pt idx="1056">
                  <c:v>#N/A</c:v>
                </c:pt>
                <c:pt idx="1057">
                  <c:v>#N/A</c:v>
                </c:pt>
                <c:pt idx="1058">
                  <c:v>#N/A</c:v>
                </c:pt>
                <c:pt idx="1059">
                  <c:v>#N/A</c:v>
                </c:pt>
                <c:pt idx="1060">
                  <c:v>#N/A</c:v>
                </c:pt>
                <c:pt idx="1061">
                  <c:v>#N/A</c:v>
                </c:pt>
                <c:pt idx="1062">
                  <c:v>#N/A</c:v>
                </c:pt>
                <c:pt idx="1063">
                  <c:v>#N/A</c:v>
                </c:pt>
                <c:pt idx="1064">
                  <c:v>#N/A</c:v>
                </c:pt>
                <c:pt idx="1065">
                  <c:v>#N/A</c:v>
                </c:pt>
                <c:pt idx="1066">
                  <c:v>#N/A</c:v>
                </c:pt>
                <c:pt idx="1067">
                  <c:v>#N/A</c:v>
                </c:pt>
                <c:pt idx="1068">
                  <c:v>#N/A</c:v>
                </c:pt>
                <c:pt idx="1069">
                  <c:v>#N/A</c:v>
                </c:pt>
                <c:pt idx="1070">
                  <c:v>#N/A</c:v>
                </c:pt>
                <c:pt idx="1071">
                  <c:v>#N/A</c:v>
                </c:pt>
                <c:pt idx="1072">
                  <c:v>#N/A</c:v>
                </c:pt>
                <c:pt idx="1073">
                  <c:v>#N/A</c:v>
                </c:pt>
                <c:pt idx="1074">
                  <c:v>#N/A</c:v>
                </c:pt>
                <c:pt idx="1075">
                  <c:v>4.2</c:v>
                </c:pt>
                <c:pt idx="1076">
                  <c:v>#N/A</c:v>
                </c:pt>
                <c:pt idx="1077">
                  <c:v>#N/A</c:v>
                </c:pt>
                <c:pt idx="1078">
                  <c:v>#N/A</c:v>
                </c:pt>
                <c:pt idx="1079">
                  <c:v>#N/A</c:v>
                </c:pt>
                <c:pt idx="1080">
                  <c:v>#N/A</c:v>
                </c:pt>
                <c:pt idx="1081">
                  <c:v>#N/A</c:v>
                </c:pt>
                <c:pt idx="1082">
                  <c:v>#N/A</c:v>
                </c:pt>
                <c:pt idx="1083">
                  <c:v>#N/A</c:v>
                </c:pt>
                <c:pt idx="1084">
                  <c:v>#N/A</c:v>
                </c:pt>
                <c:pt idx="1085">
                  <c:v>#N/A</c:v>
                </c:pt>
                <c:pt idx="1086">
                  <c:v>#N/A</c:v>
                </c:pt>
                <c:pt idx="1087">
                  <c:v>#N/A</c:v>
                </c:pt>
                <c:pt idx="1088">
                  <c:v>#N/A</c:v>
                </c:pt>
                <c:pt idx="1089">
                  <c:v>#N/A</c:v>
                </c:pt>
                <c:pt idx="1090">
                  <c:v>#N/A</c:v>
                </c:pt>
                <c:pt idx="1091">
                  <c:v>#N/A</c:v>
                </c:pt>
                <c:pt idx="1092">
                  <c:v>#N/A</c:v>
                </c:pt>
                <c:pt idx="1093">
                  <c:v>#N/A</c:v>
                </c:pt>
                <c:pt idx="1094">
                  <c:v>#N/A</c:v>
                </c:pt>
                <c:pt idx="1095">
                  <c:v>#N/A</c:v>
                </c:pt>
                <c:pt idx="1096">
                  <c:v>#N/A</c:v>
                </c:pt>
                <c:pt idx="1097">
                  <c:v>#N/A</c:v>
                </c:pt>
                <c:pt idx="1098">
                  <c:v>#N/A</c:v>
                </c:pt>
                <c:pt idx="1099">
                  <c:v>#N/A</c:v>
                </c:pt>
                <c:pt idx="1100">
                  <c:v>#N/A</c:v>
                </c:pt>
                <c:pt idx="1101">
                  <c:v>#N/A</c:v>
                </c:pt>
                <c:pt idx="1102">
                  <c:v>#N/A</c:v>
                </c:pt>
                <c:pt idx="1103">
                  <c:v>#N/A</c:v>
                </c:pt>
                <c:pt idx="1104">
                  <c:v>#N/A</c:v>
                </c:pt>
                <c:pt idx="1105">
                  <c:v>#N/A</c:v>
                </c:pt>
                <c:pt idx="1106">
                  <c:v>4.4000000000000004</c:v>
                </c:pt>
                <c:pt idx="1107">
                  <c:v>#N/A</c:v>
                </c:pt>
                <c:pt idx="1108">
                  <c:v>#N/A</c:v>
                </c:pt>
                <c:pt idx="1109">
                  <c:v>#N/A</c:v>
                </c:pt>
                <c:pt idx="1110">
                  <c:v>#N/A</c:v>
                </c:pt>
                <c:pt idx="1111">
                  <c:v>#N/A</c:v>
                </c:pt>
                <c:pt idx="1112">
                  <c:v>#N/A</c:v>
                </c:pt>
                <c:pt idx="1113">
                  <c:v>#N/A</c:v>
                </c:pt>
                <c:pt idx="1114">
                  <c:v>#N/A</c:v>
                </c:pt>
                <c:pt idx="1115">
                  <c:v>#N/A</c:v>
                </c:pt>
                <c:pt idx="1116">
                  <c:v>#N/A</c:v>
                </c:pt>
                <c:pt idx="1117">
                  <c:v>#N/A</c:v>
                </c:pt>
                <c:pt idx="1118">
                  <c:v>#N/A</c:v>
                </c:pt>
                <c:pt idx="1119">
                  <c:v>#N/A</c:v>
                </c:pt>
                <c:pt idx="1120">
                  <c:v>#N/A</c:v>
                </c:pt>
                <c:pt idx="1121">
                  <c:v>#N/A</c:v>
                </c:pt>
                <c:pt idx="1122">
                  <c:v>#N/A</c:v>
                </c:pt>
                <c:pt idx="1123">
                  <c:v>#N/A</c:v>
                </c:pt>
                <c:pt idx="1124">
                  <c:v>#N/A</c:v>
                </c:pt>
                <c:pt idx="1125">
                  <c:v>#N/A</c:v>
                </c:pt>
                <c:pt idx="1126">
                  <c:v>#N/A</c:v>
                </c:pt>
                <c:pt idx="1127">
                  <c:v>#N/A</c:v>
                </c:pt>
                <c:pt idx="1128">
                  <c:v>#N/A</c:v>
                </c:pt>
                <c:pt idx="1129">
                  <c:v>#N/A</c:v>
                </c:pt>
                <c:pt idx="1130">
                  <c:v>#N/A</c:v>
                </c:pt>
                <c:pt idx="1131">
                  <c:v>#N/A</c:v>
                </c:pt>
                <c:pt idx="1132">
                  <c:v>#N/A</c:v>
                </c:pt>
                <c:pt idx="1133">
                  <c:v>#N/A</c:v>
                </c:pt>
                <c:pt idx="1134">
                  <c:v>#N/A</c:v>
                </c:pt>
                <c:pt idx="1135">
                  <c:v>#N/A</c:v>
                </c:pt>
                <c:pt idx="1136">
                  <c:v>4.8</c:v>
                </c:pt>
                <c:pt idx="1137">
                  <c:v>#N/A</c:v>
                </c:pt>
                <c:pt idx="1138">
                  <c:v>#N/A</c:v>
                </c:pt>
                <c:pt idx="1139">
                  <c:v>#N/A</c:v>
                </c:pt>
                <c:pt idx="1140">
                  <c:v>#N/A</c:v>
                </c:pt>
                <c:pt idx="1141">
                  <c:v>#N/A</c:v>
                </c:pt>
                <c:pt idx="1142">
                  <c:v>#N/A</c:v>
                </c:pt>
                <c:pt idx="1143">
                  <c:v>#N/A</c:v>
                </c:pt>
                <c:pt idx="1144">
                  <c:v>#N/A</c:v>
                </c:pt>
                <c:pt idx="1145">
                  <c:v>#N/A</c:v>
                </c:pt>
                <c:pt idx="1146">
                  <c:v>#N/A</c:v>
                </c:pt>
                <c:pt idx="1147">
                  <c:v>#N/A</c:v>
                </c:pt>
                <c:pt idx="1148">
                  <c:v>#N/A</c:v>
                </c:pt>
                <c:pt idx="1149">
                  <c:v>#N/A</c:v>
                </c:pt>
                <c:pt idx="1150">
                  <c:v>#N/A</c:v>
                </c:pt>
                <c:pt idx="1151">
                  <c:v>#N/A</c:v>
                </c:pt>
                <c:pt idx="1152">
                  <c:v>#N/A</c:v>
                </c:pt>
                <c:pt idx="1153">
                  <c:v>#N/A</c:v>
                </c:pt>
                <c:pt idx="1154">
                  <c:v>#N/A</c:v>
                </c:pt>
                <c:pt idx="1155">
                  <c:v>#N/A</c:v>
                </c:pt>
                <c:pt idx="1156">
                  <c:v>#N/A</c:v>
                </c:pt>
                <c:pt idx="1157">
                  <c:v>#N/A</c:v>
                </c:pt>
                <c:pt idx="1158">
                  <c:v>#N/A</c:v>
                </c:pt>
                <c:pt idx="1159">
                  <c:v>#N/A</c:v>
                </c:pt>
                <c:pt idx="1160">
                  <c:v>#N/A</c:v>
                </c:pt>
                <c:pt idx="1161">
                  <c:v>#N/A</c:v>
                </c:pt>
                <c:pt idx="1162">
                  <c:v>#N/A</c:v>
                </c:pt>
                <c:pt idx="1163">
                  <c:v>#N/A</c:v>
                </c:pt>
                <c:pt idx="1164">
                  <c:v>#N/A</c:v>
                </c:pt>
                <c:pt idx="1165">
                  <c:v>#N/A</c:v>
                </c:pt>
                <c:pt idx="1166">
                  <c:v>#N/A</c:v>
                </c:pt>
                <c:pt idx="1167">
                  <c:v>4.9000000000000004</c:v>
                </c:pt>
                <c:pt idx="1168">
                  <c:v>#N/A</c:v>
                </c:pt>
                <c:pt idx="1169">
                  <c:v>#N/A</c:v>
                </c:pt>
                <c:pt idx="1170">
                  <c:v>#N/A</c:v>
                </c:pt>
                <c:pt idx="1171">
                  <c:v>#N/A</c:v>
                </c:pt>
                <c:pt idx="1172">
                  <c:v>#N/A</c:v>
                </c:pt>
                <c:pt idx="1173">
                  <c:v>#N/A</c:v>
                </c:pt>
                <c:pt idx="1174">
                  <c:v>#N/A</c:v>
                </c:pt>
                <c:pt idx="1175">
                  <c:v>#N/A</c:v>
                </c:pt>
                <c:pt idx="1176">
                  <c:v>#N/A</c:v>
                </c:pt>
                <c:pt idx="1177">
                  <c:v>#N/A</c:v>
                </c:pt>
                <c:pt idx="1178">
                  <c:v>#N/A</c:v>
                </c:pt>
                <c:pt idx="1179">
                  <c:v>#N/A</c:v>
                </c:pt>
                <c:pt idx="1180">
                  <c:v>#N/A</c:v>
                </c:pt>
                <c:pt idx="1181">
                  <c:v>#N/A</c:v>
                </c:pt>
                <c:pt idx="1182">
                  <c:v>#N/A</c:v>
                </c:pt>
                <c:pt idx="1183">
                  <c:v>#N/A</c:v>
                </c:pt>
                <c:pt idx="1184">
                  <c:v>#N/A</c:v>
                </c:pt>
                <c:pt idx="1185">
                  <c:v>#N/A</c:v>
                </c:pt>
                <c:pt idx="1186">
                  <c:v>#N/A</c:v>
                </c:pt>
                <c:pt idx="1187">
                  <c:v>#N/A</c:v>
                </c:pt>
                <c:pt idx="1188">
                  <c:v>#N/A</c:v>
                </c:pt>
                <c:pt idx="1189">
                  <c:v>#N/A</c:v>
                </c:pt>
                <c:pt idx="1190">
                  <c:v>#N/A</c:v>
                </c:pt>
                <c:pt idx="1191">
                  <c:v>#N/A</c:v>
                </c:pt>
                <c:pt idx="1192">
                  <c:v>#N/A</c:v>
                </c:pt>
                <c:pt idx="1193">
                  <c:v>#N/A</c:v>
                </c:pt>
                <c:pt idx="1194">
                  <c:v>#N/A</c:v>
                </c:pt>
                <c:pt idx="1195">
                  <c:v>#N/A</c:v>
                </c:pt>
                <c:pt idx="1196">
                  <c:v>#N/A</c:v>
                </c:pt>
                <c:pt idx="1197">
                  <c:v>4.9000000000000004</c:v>
                </c:pt>
                <c:pt idx="1198">
                  <c:v>#N/A</c:v>
                </c:pt>
                <c:pt idx="1199">
                  <c:v>#N/A</c:v>
                </c:pt>
                <c:pt idx="1200">
                  <c:v>#N/A</c:v>
                </c:pt>
                <c:pt idx="1201">
                  <c:v>#N/A</c:v>
                </c:pt>
                <c:pt idx="1202">
                  <c:v>#N/A</c:v>
                </c:pt>
                <c:pt idx="1203">
                  <c:v>#N/A</c:v>
                </c:pt>
                <c:pt idx="1204">
                  <c:v>#N/A</c:v>
                </c:pt>
                <c:pt idx="1205">
                  <c:v>#N/A</c:v>
                </c:pt>
                <c:pt idx="1206">
                  <c:v>#N/A</c:v>
                </c:pt>
                <c:pt idx="1207">
                  <c:v>#N/A</c:v>
                </c:pt>
                <c:pt idx="1208">
                  <c:v>#N/A</c:v>
                </c:pt>
                <c:pt idx="1209">
                  <c:v>#N/A</c:v>
                </c:pt>
                <c:pt idx="1210">
                  <c:v>#N/A</c:v>
                </c:pt>
                <c:pt idx="1211">
                  <c:v>#N/A</c:v>
                </c:pt>
                <c:pt idx="1212">
                  <c:v>#N/A</c:v>
                </c:pt>
                <c:pt idx="1213">
                  <c:v>#N/A</c:v>
                </c:pt>
                <c:pt idx="1214">
                  <c:v>#N/A</c:v>
                </c:pt>
                <c:pt idx="1215">
                  <c:v>#N/A</c:v>
                </c:pt>
                <c:pt idx="1216">
                  <c:v>#N/A</c:v>
                </c:pt>
                <c:pt idx="1217">
                  <c:v>#N/A</c:v>
                </c:pt>
                <c:pt idx="1218">
                  <c:v>#N/A</c:v>
                </c:pt>
                <c:pt idx="1219">
                  <c:v>#N/A</c:v>
                </c:pt>
                <c:pt idx="1220">
                  <c:v>#N/A</c:v>
                </c:pt>
                <c:pt idx="1221">
                  <c:v>#N/A</c:v>
                </c:pt>
                <c:pt idx="1222">
                  <c:v>#N/A</c:v>
                </c:pt>
                <c:pt idx="1223">
                  <c:v>#N/A</c:v>
                </c:pt>
                <c:pt idx="1224">
                  <c:v>#N/A</c:v>
                </c:pt>
                <c:pt idx="1225">
                  <c:v>#N/A</c:v>
                </c:pt>
                <c:pt idx="1226">
                  <c:v>#N/A</c:v>
                </c:pt>
                <c:pt idx="1227">
                  <c:v>#N/A</c:v>
                </c:pt>
                <c:pt idx="1228">
                  <c:v>4.8</c:v>
                </c:pt>
                <c:pt idx="1229">
                  <c:v>#N/A</c:v>
                </c:pt>
                <c:pt idx="1230">
                  <c:v>#N/A</c:v>
                </c:pt>
                <c:pt idx="1231">
                  <c:v>#N/A</c:v>
                </c:pt>
                <c:pt idx="1232">
                  <c:v>#N/A</c:v>
                </c:pt>
                <c:pt idx="1233">
                  <c:v>#N/A</c:v>
                </c:pt>
                <c:pt idx="1234">
                  <c:v>#N/A</c:v>
                </c:pt>
                <c:pt idx="1235">
                  <c:v>#N/A</c:v>
                </c:pt>
                <c:pt idx="1236">
                  <c:v>#N/A</c:v>
                </c:pt>
                <c:pt idx="1237">
                  <c:v>#N/A</c:v>
                </c:pt>
                <c:pt idx="1238">
                  <c:v>#N/A</c:v>
                </c:pt>
                <c:pt idx="1239">
                  <c:v>#N/A</c:v>
                </c:pt>
                <c:pt idx="1240">
                  <c:v>#N/A</c:v>
                </c:pt>
                <c:pt idx="1241">
                  <c:v>#N/A</c:v>
                </c:pt>
                <c:pt idx="1242">
                  <c:v>#N/A</c:v>
                </c:pt>
                <c:pt idx="1243">
                  <c:v>#N/A</c:v>
                </c:pt>
                <c:pt idx="1244">
                  <c:v>#N/A</c:v>
                </c:pt>
                <c:pt idx="1245">
                  <c:v>#N/A</c:v>
                </c:pt>
                <c:pt idx="1246">
                  <c:v>#N/A</c:v>
                </c:pt>
                <c:pt idx="1247">
                  <c:v>#N/A</c:v>
                </c:pt>
                <c:pt idx="1248">
                  <c:v>#N/A</c:v>
                </c:pt>
                <c:pt idx="1249">
                  <c:v>#N/A</c:v>
                </c:pt>
                <c:pt idx="1250">
                  <c:v>#N/A</c:v>
                </c:pt>
                <c:pt idx="1251">
                  <c:v>#N/A</c:v>
                </c:pt>
                <c:pt idx="1252">
                  <c:v>#N/A</c:v>
                </c:pt>
                <c:pt idx="1253">
                  <c:v>#N/A</c:v>
                </c:pt>
                <c:pt idx="1254">
                  <c:v>#N/A</c:v>
                </c:pt>
                <c:pt idx="1255">
                  <c:v>#N/A</c:v>
                </c:pt>
                <c:pt idx="1256">
                  <c:v>4.9000000000000004</c:v>
                </c:pt>
                <c:pt idx="1257">
                  <c:v>#N/A</c:v>
                </c:pt>
                <c:pt idx="1258">
                  <c:v>#N/A</c:v>
                </c:pt>
                <c:pt idx="1259">
                  <c:v>#N/A</c:v>
                </c:pt>
                <c:pt idx="1260">
                  <c:v>#N/A</c:v>
                </c:pt>
                <c:pt idx="1261">
                  <c:v>#N/A</c:v>
                </c:pt>
                <c:pt idx="1262">
                  <c:v>#N/A</c:v>
                </c:pt>
                <c:pt idx="1263">
                  <c:v>#N/A</c:v>
                </c:pt>
                <c:pt idx="1264">
                  <c:v>#N/A</c:v>
                </c:pt>
                <c:pt idx="1265">
                  <c:v>#N/A</c:v>
                </c:pt>
                <c:pt idx="1266">
                  <c:v>#N/A</c:v>
                </c:pt>
                <c:pt idx="1267">
                  <c:v>#N/A</c:v>
                </c:pt>
                <c:pt idx="1268">
                  <c:v>#N/A</c:v>
                </c:pt>
                <c:pt idx="1269">
                  <c:v>#N/A</c:v>
                </c:pt>
                <c:pt idx="1270">
                  <c:v>#N/A</c:v>
                </c:pt>
                <c:pt idx="1271">
                  <c:v>#N/A</c:v>
                </c:pt>
                <c:pt idx="1272">
                  <c:v>#N/A</c:v>
                </c:pt>
                <c:pt idx="1273">
                  <c:v>#N/A</c:v>
                </c:pt>
                <c:pt idx="1274">
                  <c:v>#N/A</c:v>
                </c:pt>
                <c:pt idx="1275">
                  <c:v>#N/A</c:v>
                </c:pt>
                <c:pt idx="1276">
                  <c:v>#N/A</c:v>
                </c:pt>
                <c:pt idx="1277">
                  <c:v>#N/A</c:v>
                </c:pt>
                <c:pt idx="1278">
                  <c:v>#N/A</c:v>
                </c:pt>
                <c:pt idx="1279">
                  <c:v>#N/A</c:v>
                </c:pt>
                <c:pt idx="1280">
                  <c:v>#N/A</c:v>
                </c:pt>
                <c:pt idx="1281">
                  <c:v>#N/A</c:v>
                </c:pt>
                <c:pt idx="1282">
                  <c:v>#N/A</c:v>
                </c:pt>
                <c:pt idx="1283">
                  <c:v>#N/A</c:v>
                </c:pt>
                <c:pt idx="1284">
                  <c:v>#N/A</c:v>
                </c:pt>
                <c:pt idx="1285">
                  <c:v>#N/A</c:v>
                </c:pt>
                <c:pt idx="1286">
                  <c:v>#N/A</c:v>
                </c:pt>
                <c:pt idx="1287">
                  <c:v>4.9000000000000004</c:v>
                </c:pt>
                <c:pt idx="1288">
                  <c:v>#N/A</c:v>
                </c:pt>
                <c:pt idx="1289">
                  <c:v>#N/A</c:v>
                </c:pt>
                <c:pt idx="1290">
                  <c:v>#N/A</c:v>
                </c:pt>
                <c:pt idx="1291">
                  <c:v>#N/A</c:v>
                </c:pt>
                <c:pt idx="1292">
                  <c:v>#N/A</c:v>
                </c:pt>
                <c:pt idx="1293">
                  <c:v>#N/A</c:v>
                </c:pt>
                <c:pt idx="1294">
                  <c:v>#N/A</c:v>
                </c:pt>
                <c:pt idx="1295">
                  <c:v>#N/A</c:v>
                </c:pt>
                <c:pt idx="1296">
                  <c:v>#N/A</c:v>
                </c:pt>
                <c:pt idx="1297">
                  <c:v>#N/A</c:v>
                </c:pt>
                <c:pt idx="1298">
                  <c:v>#N/A</c:v>
                </c:pt>
                <c:pt idx="1299">
                  <c:v>#N/A</c:v>
                </c:pt>
                <c:pt idx="1300">
                  <c:v>#N/A</c:v>
                </c:pt>
                <c:pt idx="1301">
                  <c:v>#N/A</c:v>
                </c:pt>
                <c:pt idx="1302">
                  <c:v>#N/A</c:v>
                </c:pt>
                <c:pt idx="1303">
                  <c:v>#N/A</c:v>
                </c:pt>
                <c:pt idx="1304">
                  <c:v>#N/A</c:v>
                </c:pt>
                <c:pt idx="1305">
                  <c:v>#N/A</c:v>
                </c:pt>
                <c:pt idx="1306">
                  <c:v>#N/A</c:v>
                </c:pt>
                <c:pt idx="1307">
                  <c:v>#N/A</c:v>
                </c:pt>
                <c:pt idx="1308">
                  <c:v>#N/A</c:v>
                </c:pt>
                <c:pt idx="1309">
                  <c:v>#N/A</c:v>
                </c:pt>
                <c:pt idx="1310">
                  <c:v>#N/A</c:v>
                </c:pt>
                <c:pt idx="1311">
                  <c:v>#N/A</c:v>
                </c:pt>
                <c:pt idx="1312">
                  <c:v>#N/A</c:v>
                </c:pt>
                <c:pt idx="1313">
                  <c:v>#N/A</c:v>
                </c:pt>
                <c:pt idx="1314">
                  <c:v>#N/A</c:v>
                </c:pt>
                <c:pt idx="1315">
                  <c:v>#N/A</c:v>
                </c:pt>
                <c:pt idx="1316">
                  <c:v>#N/A</c:v>
                </c:pt>
                <c:pt idx="1317">
                  <c:v>#N/A</c:v>
                </c:pt>
                <c:pt idx="1318">
                  <c:v>5</c:v>
                </c:pt>
                <c:pt idx="1319">
                  <c:v>#N/A</c:v>
                </c:pt>
                <c:pt idx="1320">
                  <c:v>#N/A</c:v>
                </c:pt>
                <c:pt idx="1321">
                  <c:v>#N/A</c:v>
                </c:pt>
                <c:pt idx="1322">
                  <c:v>#N/A</c:v>
                </c:pt>
                <c:pt idx="1323">
                  <c:v>#N/A</c:v>
                </c:pt>
                <c:pt idx="1324">
                  <c:v>#N/A</c:v>
                </c:pt>
                <c:pt idx="1325">
                  <c:v>#N/A</c:v>
                </c:pt>
                <c:pt idx="1326">
                  <c:v>#N/A</c:v>
                </c:pt>
                <c:pt idx="1327">
                  <c:v>#N/A</c:v>
                </c:pt>
                <c:pt idx="1328">
                  <c:v>#N/A</c:v>
                </c:pt>
                <c:pt idx="1329">
                  <c:v>#N/A</c:v>
                </c:pt>
                <c:pt idx="1330">
                  <c:v>#N/A</c:v>
                </c:pt>
                <c:pt idx="1331">
                  <c:v>#N/A</c:v>
                </c:pt>
                <c:pt idx="1332">
                  <c:v>#N/A</c:v>
                </c:pt>
                <c:pt idx="1333">
                  <c:v>#N/A</c:v>
                </c:pt>
                <c:pt idx="1334">
                  <c:v>#N/A</c:v>
                </c:pt>
                <c:pt idx="1335">
                  <c:v>#N/A</c:v>
                </c:pt>
                <c:pt idx="1336">
                  <c:v>#N/A</c:v>
                </c:pt>
                <c:pt idx="1337">
                  <c:v>#N/A</c:v>
                </c:pt>
                <c:pt idx="1338">
                  <c:v>#N/A</c:v>
                </c:pt>
                <c:pt idx="1339">
                  <c:v>#N/A</c:v>
                </c:pt>
                <c:pt idx="1340">
                  <c:v>#N/A</c:v>
                </c:pt>
                <c:pt idx="1341">
                  <c:v>#N/A</c:v>
                </c:pt>
                <c:pt idx="1342">
                  <c:v>#N/A</c:v>
                </c:pt>
                <c:pt idx="1343">
                  <c:v>#N/A</c:v>
                </c:pt>
                <c:pt idx="1344">
                  <c:v>#N/A</c:v>
                </c:pt>
                <c:pt idx="1345">
                  <c:v>#N/A</c:v>
                </c:pt>
                <c:pt idx="1346">
                  <c:v>#N/A</c:v>
                </c:pt>
                <c:pt idx="1347">
                  <c:v>#N/A</c:v>
                </c:pt>
                <c:pt idx="1348">
                  <c:v>5</c:v>
                </c:pt>
                <c:pt idx="1349">
                  <c:v>#N/A</c:v>
                </c:pt>
                <c:pt idx="1350">
                  <c:v>#N/A</c:v>
                </c:pt>
                <c:pt idx="1351">
                  <c:v>#N/A</c:v>
                </c:pt>
                <c:pt idx="1352">
                  <c:v>#N/A</c:v>
                </c:pt>
                <c:pt idx="1353">
                  <c:v>#N/A</c:v>
                </c:pt>
                <c:pt idx="1354">
                  <c:v>#N/A</c:v>
                </c:pt>
                <c:pt idx="1355">
                  <c:v>#N/A</c:v>
                </c:pt>
                <c:pt idx="1356">
                  <c:v>#N/A</c:v>
                </c:pt>
                <c:pt idx="1357">
                  <c:v>#N/A</c:v>
                </c:pt>
                <c:pt idx="1358">
                  <c:v>#N/A</c:v>
                </c:pt>
                <c:pt idx="1359">
                  <c:v>#N/A</c:v>
                </c:pt>
                <c:pt idx="1360">
                  <c:v>#N/A</c:v>
                </c:pt>
                <c:pt idx="1361">
                  <c:v>#N/A</c:v>
                </c:pt>
                <c:pt idx="1362">
                  <c:v>#N/A</c:v>
                </c:pt>
                <c:pt idx="1363">
                  <c:v>#N/A</c:v>
                </c:pt>
                <c:pt idx="1364">
                  <c:v>#N/A</c:v>
                </c:pt>
                <c:pt idx="1365">
                  <c:v>#N/A</c:v>
                </c:pt>
                <c:pt idx="1366">
                  <c:v>#N/A</c:v>
                </c:pt>
                <c:pt idx="1367">
                  <c:v>#N/A</c:v>
                </c:pt>
                <c:pt idx="1368">
                  <c:v>#N/A</c:v>
                </c:pt>
                <c:pt idx="1369">
                  <c:v>#N/A</c:v>
                </c:pt>
                <c:pt idx="1370">
                  <c:v>#N/A</c:v>
                </c:pt>
                <c:pt idx="1371">
                  <c:v>#N/A</c:v>
                </c:pt>
                <c:pt idx="1372">
                  <c:v>#N/A</c:v>
                </c:pt>
                <c:pt idx="1373">
                  <c:v>#N/A</c:v>
                </c:pt>
                <c:pt idx="1374">
                  <c:v>#N/A</c:v>
                </c:pt>
                <c:pt idx="1375">
                  <c:v>#N/A</c:v>
                </c:pt>
                <c:pt idx="1376">
                  <c:v>#N/A</c:v>
                </c:pt>
                <c:pt idx="1377">
                  <c:v>#N/A</c:v>
                </c:pt>
                <c:pt idx="1378">
                  <c:v>#N/A</c:v>
                </c:pt>
                <c:pt idx="1379">
                  <c:v>5</c:v>
                </c:pt>
                <c:pt idx="1380">
                  <c:v>#N/A</c:v>
                </c:pt>
                <c:pt idx="1381">
                  <c:v>#N/A</c:v>
                </c:pt>
                <c:pt idx="1382">
                  <c:v>#N/A</c:v>
                </c:pt>
                <c:pt idx="1383">
                  <c:v>#N/A</c:v>
                </c:pt>
                <c:pt idx="1384">
                  <c:v>#N/A</c:v>
                </c:pt>
                <c:pt idx="1385">
                  <c:v>#N/A</c:v>
                </c:pt>
                <c:pt idx="1386">
                  <c:v>#N/A</c:v>
                </c:pt>
                <c:pt idx="1387">
                  <c:v>#N/A</c:v>
                </c:pt>
                <c:pt idx="1388">
                  <c:v>#N/A</c:v>
                </c:pt>
                <c:pt idx="1389">
                  <c:v>#N/A</c:v>
                </c:pt>
                <c:pt idx="1390">
                  <c:v>#N/A</c:v>
                </c:pt>
                <c:pt idx="1391">
                  <c:v>#N/A</c:v>
                </c:pt>
                <c:pt idx="1392">
                  <c:v>#N/A</c:v>
                </c:pt>
                <c:pt idx="1393">
                  <c:v>#N/A</c:v>
                </c:pt>
                <c:pt idx="1394">
                  <c:v>#N/A</c:v>
                </c:pt>
                <c:pt idx="1395">
                  <c:v>#N/A</c:v>
                </c:pt>
                <c:pt idx="1396">
                  <c:v>#N/A</c:v>
                </c:pt>
                <c:pt idx="1397">
                  <c:v>#N/A</c:v>
                </c:pt>
                <c:pt idx="1398">
                  <c:v>#N/A</c:v>
                </c:pt>
                <c:pt idx="1399">
                  <c:v>#N/A</c:v>
                </c:pt>
                <c:pt idx="1400">
                  <c:v>#N/A</c:v>
                </c:pt>
                <c:pt idx="1401">
                  <c:v>#N/A</c:v>
                </c:pt>
                <c:pt idx="1402">
                  <c:v>#N/A</c:v>
                </c:pt>
                <c:pt idx="1403">
                  <c:v>#N/A</c:v>
                </c:pt>
                <c:pt idx="1404">
                  <c:v>#N/A</c:v>
                </c:pt>
                <c:pt idx="1405">
                  <c:v>#N/A</c:v>
                </c:pt>
                <c:pt idx="1406">
                  <c:v>#N/A</c:v>
                </c:pt>
                <c:pt idx="1407">
                  <c:v>#N/A</c:v>
                </c:pt>
                <c:pt idx="1408">
                  <c:v>#N/A</c:v>
                </c:pt>
                <c:pt idx="1409">
                  <c:v>5</c:v>
                </c:pt>
                <c:pt idx="1410">
                  <c:v>#N/A</c:v>
                </c:pt>
                <c:pt idx="1411">
                  <c:v>#N/A</c:v>
                </c:pt>
                <c:pt idx="1412">
                  <c:v>#N/A</c:v>
                </c:pt>
                <c:pt idx="1413">
                  <c:v>#N/A</c:v>
                </c:pt>
                <c:pt idx="1414">
                  <c:v>#N/A</c:v>
                </c:pt>
                <c:pt idx="1415">
                  <c:v>#N/A</c:v>
                </c:pt>
                <c:pt idx="1416">
                  <c:v>#N/A</c:v>
                </c:pt>
                <c:pt idx="1417">
                  <c:v>#N/A</c:v>
                </c:pt>
                <c:pt idx="1418">
                  <c:v>#N/A</c:v>
                </c:pt>
                <c:pt idx="1419">
                  <c:v>#N/A</c:v>
                </c:pt>
                <c:pt idx="1420">
                  <c:v>#N/A</c:v>
                </c:pt>
                <c:pt idx="1421">
                  <c:v>#N/A</c:v>
                </c:pt>
                <c:pt idx="1422">
                  <c:v>#N/A</c:v>
                </c:pt>
                <c:pt idx="1423">
                  <c:v>#N/A</c:v>
                </c:pt>
                <c:pt idx="1424">
                  <c:v>#N/A</c:v>
                </c:pt>
                <c:pt idx="1425">
                  <c:v>#N/A</c:v>
                </c:pt>
                <c:pt idx="1426">
                  <c:v>#N/A</c:v>
                </c:pt>
                <c:pt idx="1427">
                  <c:v>#N/A</c:v>
                </c:pt>
                <c:pt idx="1428">
                  <c:v>#N/A</c:v>
                </c:pt>
                <c:pt idx="1429">
                  <c:v>#N/A</c:v>
                </c:pt>
                <c:pt idx="1430">
                  <c:v>#N/A</c:v>
                </c:pt>
                <c:pt idx="1431">
                  <c:v>#N/A</c:v>
                </c:pt>
                <c:pt idx="1432">
                  <c:v>#N/A</c:v>
                </c:pt>
                <c:pt idx="1433">
                  <c:v>#N/A</c:v>
                </c:pt>
                <c:pt idx="1434">
                  <c:v>#N/A</c:v>
                </c:pt>
                <c:pt idx="1435">
                  <c:v>#N/A</c:v>
                </c:pt>
                <c:pt idx="1436">
                  <c:v>#N/A</c:v>
                </c:pt>
                <c:pt idx="1437">
                  <c:v>#N/A</c:v>
                </c:pt>
                <c:pt idx="1438">
                  <c:v>#N/A</c:v>
                </c:pt>
                <c:pt idx="1439">
                  <c:v>#N/A</c:v>
                </c:pt>
                <c:pt idx="1440">
                  <c:v>4.8</c:v>
                </c:pt>
                <c:pt idx="1441">
                  <c:v>#N/A</c:v>
                </c:pt>
                <c:pt idx="1442">
                  <c:v>#N/A</c:v>
                </c:pt>
                <c:pt idx="1443">
                  <c:v>#N/A</c:v>
                </c:pt>
                <c:pt idx="1444">
                  <c:v>#N/A</c:v>
                </c:pt>
                <c:pt idx="1445">
                  <c:v>#N/A</c:v>
                </c:pt>
                <c:pt idx="1446">
                  <c:v>#N/A</c:v>
                </c:pt>
                <c:pt idx="1447">
                  <c:v>#N/A</c:v>
                </c:pt>
                <c:pt idx="1448">
                  <c:v>#N/A</c:v>
                </c:pt>
                <c:pt idx="1449">
                  <c:v>#N/A</c:v>
                </c:pt>
                <c:pt idx="1450">
                  <c:v>#N/A</c:v>
                </c:pt>
                <c:pt idx="1451">
                  <c:v>#N/A</c:v>
                </c:pt>
                <c:pt idx="1452">
                  <c:v>#N/A</c:v>
                </c:pt>
                <c:pt idx="1453">
                  <c:v>#N/A</c:v>
                </c:pt>
                <c:pt idx="1454">
                  <c:v>#N/A</c:v>
                </c:pt>
                <c:pt idx="1455">
                  <c:v>#N/A</c:v>
                </c:pt>
                <c:pt idx="1456">
                  <c:v>#N/A</c:v>
                </c:pt>
                <c:pt idx="1457">
                  <c:v>#N/A</c:v>
                </c:pt>
                <c:pt idx="1458">
                  <c:v>#N/A</c:v>
                </c:pt>
                <c:pt idx="1459">
                  <c:v>#N/A</c:v>
                </c:pt>
                <c:pt idx="1460">
                  <c:v>#N/A</c:v>
                </c:pt>
                <c:pt idx="1461">
                  <c:v>#N/A</c:v>
                </c:pt>
                <c:pt idx="1462">
                  <c:v>#N/A</c:v>
                </c:pt>
                <c:pt idx="1463">
                  <c:v>#N/A</c:v>
                </c:pt>
                <c:pt idx="1464">
                  <c:v>#N/A</c:v>
                </c:pt>
                <c:pt idx="1465">
                  <c:v>#N/A</c:v>
                </c:pt>
                <c:pt idx="1466">
                  <c:v>#N/A</c:v>
                </c:pt>
                <c:pt idx="1467">
                  <c:v>#N/A</c:v>
                </c:pt>
                <c:pt idx="1468">
                  <c:v>#N/A</c:v>
                </c:pt>
                <c:pt idx="1469">
                  <c:v>#N/A</c:v>
                </c:pt>
                <c:pt idx="1470">
                  <c:v>#N/A</c:v>
                </c:pt>
                <c:pt idx="1471">
                  <c:v>4.7</c:v>
                </c:pt>
                <c:pt idx="1472">
                  <c:v>#N/A</c:v>
                </c:pt>
                <c:pt idx="1473">
                  <c:v>#N/A</c:v>
                </c:pt>
                <c:pt idx="1474">
                  <c:v>#N/A</c:v>
                </c:pt>
                <c:pt idx="1475">
                  <c:v>#N/A</c:v>
                </c:pt>
                <c:pt idx="1476">
                  <c:v>#N/A</c:v>
                </c:pt>
                <c:pt idx="1477">
                  <c:v>#N/A</c:v>
                </c:pt>
                <c:pt idx="1478">
                  <c:v>#N/A</c:v>
                </c:pt>
                <c:pt idx="1479">
                  <c:v>#N/A</c:v>
                </c:pt>
                <c:pt idx="1480">
                  <c:v>#N/A</c:v>
                </c:pt>
                <c:pt idx="1481">
                  <c:v>#N/A</c:v>
                </c:pt>
                <c:pt idx="1482">
                  <c:v>#N/A</c:v>
                </c:pt>
                <c:pt idx="1483">
                  <c:v>#N/A</c:v>
                </c:pt>
                <c:pt idx="1484">
                  <c:v>#N/A</c:v>
                </c:pt>
                <c:pt idx="1485">
                  <c:v>#N/A</c:v>
                </c:pt>
                <c:pt idx="1486">
                  <c:v>#N/A</c:v>
                </c:pt>
                <c:pt idx="1487">
                  <c:v>#N/A</c:v>
                </c:pt>
                <c:pt idx="1488">
                  <c:v>#N/A</c:v>
                </c:pt>
                <c:pt idx="1489">
                  <c:v>#N/A</c:v>
                </c:pt>
                <c:pt idx="1490">
                  <c:v>#N/A</c:v>
                </c:pt>
                <c:pt idx="1491">
                  <c:v>#N/A</c:v>
                </c:pt>
                <c:pt idx="1492">
                  <c:v>#N/A</c:v>
                </c:pt>
                <c:pt idx="1493">
                  <c:v>#N/A</c:v>
                </c:pt>
                <c:pt idx="1494">
                  <c:v>#N/A</c:v>
                </c:pt>
                <c:pt idx="1495">
                  <c:v>#N/A</c:v>
                </c:pt>
                <c:pt idx="1496">
                  <c:v>#N/A</c:v>
                </c:pt>
                <c:pt idx="1497">
                  <c:v>#N/A</c:v>
                </c:pt>
                <c:pt idx="1498">
                  <c:v>#N/A</c:v>
                </c:pt>
                <c:pt idx="1499">
                  <c:v>#N/A</c:v>
                </c:pt>
                <c:pt idx="1500">
                  <c:v>#N/A</c:v>
                </c:pt>
                <c:pt idx="1501">
                  <c:v>4.3</c:v>
                </c:pt>
                <c:pt idx="1502">
                  <c:v>#N/A</c:v>
                </c:pt>
                <c:pt idx="1503">
                  <c:v>#N/A</c:v>
                </c:pt>
                <c:pt idx="1504">
                  <c:v>#N/A</c:v>
                </c:pt>
                <c:pt idx="1505">
                  <c:v>#N/A</c:v>
                </c:pt>
                <c:pt idx="1506">
                  <c:v>#N/A</c:v>
                </c:pt>
                <c:pt idx="1507">
                  <c:v>#N/A</c:v>
                </c:pt>
                <c:pt idx="1508">
                  <c:v>#N/A</c:v>
                </c:pt>
                <c:pt idx="1509">
                  <c:v>#N/A</c:v>
                </c:pt>
                <c:pt idx="1510">
                  <c:v>#N/A</c:v>
                </c:pt>
                <c:pt idx="1511">
                  <c:v>#N/A</c:v>
                </c:pt>
                <c:pt idx="1512">
                  <c:v>#N/A</c:v>
                </c:pt>
                <c:pt idx="1513">
                  <c:v>#N/A</c:v>
                </c:pt>
                <c:pt idx="1514">
                  <c:v>#N/A</c:v>
                </c:pt>
                <c:pt idx="1515">
                  <c:v>#N/A</c:v>
                </c:pt>
                <c:pt idx="1516">
                  <c:v>#N/A</c:v>
                </c:pt>
                <c:pt idx="1517">
                  <c:v>#N/A</c:v>
                </c:pt>
                <c:pt idx="1518">
                  <c:v>#N/A</c:v>
                </c:pt>
                <c:pt idx="1519">
                  <c:v>#N/A</c:v>
                </c:pt>
                <c:pt idx="1520">
                  <c:v>#N/A</c:v>
                </c:pt>
                <c:pt idx="1521">
                  <c:v>#N/A</c:v>
                </c:pt>
                <c:pt idx="1522">
                  <c:v>#N/A</c:v>
                </c:pt>
                <c:pt idx="1523">
                  <c:v>#N/A</c:v>
                </c:pt>
                <c:pt idx="1524">
                  <c:v>#N/A</c:v>
                </c:pt>
                <c:pt idx="1525">
                  <c:v>#N/A</c:v>
                </c:pt>
                <c:pt idx="1526">
                  <c:v>#N/A</c:v>
                </c:pt>
                <c:pt idx="1527">
                  <c:v>#N/A</c:v>
                </c:pt>
                <c:pt idx="1528">
                  <c:v>#N/A</c:v>
                </c:pt>
                <c:pt idx="1529">
                  <c:v>#N/A</c:v>
                </c:pt>
                <c:pt idx="1530">
                  <c:v>#N/A</c:v>
                </c:pt>
                <c:pt idx="1531">
                  <c:v>#N/A</c:v>
                </c:pt>
                <c:pt idx="1532">
                  <c:v>4.0999999999999996</c:v>
                </c:pt>
                <c:pt idx="1533">
                  <c:v>#N/A</c:v>
                </c:pt>
                <c:pt idx="1534">
                  <c:v>#N/A</c:v>
                </c:pt>
                <c:pt idx="1535">
                  <c:v>#N/A</c:v>
                </c:pt>
                <c:pt idx="1536">
                  <c:v>#N/A</c:v>
                </c:pt>
                <c:pt idx="1537">
                  <c:v>#N/A</c:v>
                </c:pt>
                <c:pt idx="1538">
                  <c:v>#N/A</c:v>
                </c:pt>
                <c:pt idx="1539">
                  <c:v>#N/A</c:v>
                </c:pt>
                <c:pt idx="1540">
                  <c:v>#N/A</c:v>
                </c:pt>
                <c:pt idx="1541">
                  <c:v>#N/A</c:v>
                </c:pt>
                <c:pt idx="1542">
                  <c:v>#N/A</c:v>
                </c:pt>
                <c:pt idx="1543">
                  <c:v>#N/A</c:v>
                </c:pt>
                <c:pt idx="1544">
                  <c:v>#N/A</c:v>
                </c:pt>
                <c:pt idx="1545">
                  <c:v>#N/A</c:v>
                </c:pt>
                <c:pt idx="1546">
                  <c:v>#N/A</c:v>
                </c:pt>
                <c:pt idx="1547">
                  <c:v>#N/A</c:v>
                </c:pt>
                <c:pt idx="1548">
                  <c:v>#N/A</c:v>
                </c:pt>
                <c:pt idx="1549">
                  <c:v>#N/A</c:v>
                </c:pt>
                <c:pt idx="1550">
                  <c:v>#N/A</c:v>
                </c:pt>
                <c:pt idx="1551">
                  <c:v>#N/A</c:v>
                </c:pt>
                <c:pt idx="1552">
                  <c:v>#N/A</c:v>
                </c:pt>
                <c:pt idx="1553">
                  <c:v>#N/A</c:v>
                </c:pt>
                <c:pt idx="1554">
                  <c:v>#N/A</c:v>
                </c:pt>
                <c:pt idx="1555">
                  <c:v>#N/A</c:v>
                </c:pt>
                <c:pt idx="1556">
                  <c:v>#N/A</c:v>
                </c:pt>
                <c:pt idx="1557">
                  <c:v>#N/A</c:v>
                </c:pt>
                <c:pt idx="1558">
                  <c:v>#N/A</c:v>
                </c:pt>
                <c:pt idx="1559">
                  <c:v>#N/A</c:v>
                </c:pt>
                <c:pt idx="1560">
                  <c:v>#N/A</c:v>
                </c:pt>
                <c:pt idx="1561">
                  <c:v>#N/A</c:v>
                </c:pt>
                <c:pt idx="1562">
                  <c:v>4</c:v>
                </c:pt>
                <c:pt idx="1563">
                  <c:v>#N/A</c:v>
                </c:pt>
                <c:pt idx="1564">
                  <c:v>#N/A</c:v>
                </c:pt>
                <c:pt idx="1565">
                  <c:v>#N/A</c:v>
                </c:pt>
                <c:pt idx="1566">
                  <c:v>#N/A</c:v>
                </c:pt>
                <c:pt idx="1567">
                  <c:v>#N/A</c:v>
                </c:pt>
                <c:pt idx="1568">
                  <c:v>#N/A</c:v>
                </c:pt>
                <c:pt idx="1569">
                  <c:v>#N/A</c:v>
                </c:pt>
                <c:pt idx="1570">
                  <c:v>#N/A</c:v>
                </c:pt>
                <c:pt idx="1571">
                  <c:v>#N/A</c:v>
                </c:pt>
                <c:pt idx="1572">
                  <c:v>#N/A</c:v>
                </c:pt>
                <c:pt idx="1573">
                  <c:v>#N/A</c:v>
                </c:pt>
                <c:pt idx="1574">
                  <c:v>#N/A</c:v>
                </c:pt>
                <c:pt idx="1575">
                  <c:v>#N/A</c:v>
                </c:pt>
                <c:pt idx="1576">
                  <c:v>#N/A</c:v>
                </c:pt>
                <c:pt idx="1577">
                  <c:v>#N/A</c:v>
                </c:pt>
                <c:pt idx="1578">
                  <c:v>#N/A</c:v>
                </c:pt>
                <c:pt idx="1579">
                  <c:v>#N/A</c:v>
                </c:pt>
                <c:pt idx="1580">
                  <c:v>#N/A</c:v>
                </c:pt>
                <c:pt idx="1581">
                  <c:v>#N/A</c:v>
                </c:pt>
                <c:pt idx="1582">
                  <c:v>#N/A</c:v>
                </c:pt>
                <c:pt idx="1583">
                  <c:v>#N/A</c:v>
                </c:pt>
                <c:pt idx="1584">
                  <c:v>#N/A</c:v>
                </c:pt>
                <c:pt idx="1585">
                  <c:v>#N/A</c:v>
                </c:pt>
                <c:pt idx="1586">
                  <c:v>#N/A</c:v>
                </c:pt>
                <c:pt idx="1587">
                  <c:v>#N/A</c:v>
                </c:pt>
                <c:pt idx="1588">
                  <c:v>#N/A</c:v>
                </c:pt>
                <c:pt idx="1589">
                  <c:v>#N/A</c:v>
                </c:pt>
                <c:pt idx="1590">
                  <c:v>#N/A</c:v>
                </c:pt>
                <c:pt idx="1591">
                  <c:v>#N/A</c:v>
                </c:pt>
                <c:pt idx="1592">
                  <c:v>#N/A</c:v>
                </c:pt>
                <c:pt idx="1593">
                  <c:v>3.9</c:v>
                </c:pt>
                <c:pt idx="1594">
                  <c:v>#N/A</c:v>
                </c:pt>
                <c:pt idx="1595">
                  <c:v>#N/A</c:v>
                </c:pt>
                <c:pt idx="1596">
                  <c:v>#N/A</c:v>
                </c:pt>
                <c:pt idx="1597">
                  <c:v>#N/A</c:v>
                </c:pt>
                <c:pt idx="1598">
                  <c:v>#N/A</c:v>
                </c:pt>
                <c:pt idx="1599">
                  <c:v>#N/A</c:v>
                </c:pt>
                <c:pt idx="1600">
                  <c:v>#N/A</c:v>
                </c:pt>
                <c:pt idx="1601">
                  <c:v>#N/A</c:v>
                </c:pt>
                <c:pt idx="1602">
                  <c:v>#N/A</c:v>
                </c:pt>
                <c:pt idx="1603">
                  <c:v>#N/A</c:v>
                </c:pt>
                <c:pt idx="1604">
                  <c:v>#N/A</c:v>
                </c:pt>
                <c:pt idx="1605">
                  <c:v>#N/A</c:v>
                </c:pt>
                <c:pt idx="1606">
                  <c:v>#N/A</c:v>
                </c:pt>
                <c:pt idx="1607">
                  <c:v>#N/A</c:v>
                </c:pt>
                <c:pt idx="1608">
                  <c:v>#N/A</c:v>
                </c:pt>
                <c:pt idx="1609">
                  <c:v>#N/A</c:v>
                </c:pt>
                <c:pt idx="1610">
                  <c:v>#N/A</c:v>
                </c:pt>
                <c:pt idx="1611">
                  <c:v>#N/A</c:v>
                </c:pt>
                <c:pt idx="1612">
                  <c:v>#N/A</c:v>
                </c:pt>
                <c:pt idx="1613">
                  <c:v>#N/A</c:v>
                </c:pt>
                <c:pt idx="1614">
                  <c:v>#N/A</c:v>
                </c:pt>
                <c:pt idx="1615">
                  <c:v>#N/A</c:v>
                </c:pt>
                <c:pt idx="1616">
                  <c:v>#N/A</c:v>
                </c:pt>
                <c:pt idx="1617">
                  <c:v>#N/A</c:v>
                </c:pt>
                <c:pt idx="1618">
                  <c:v>#N/A</c:v>
                </c:pt>
                <c:pt idx="1619">
                  <c:v>#N/A</c:v>
                </c:pt>
                <c:pt idx="1620">
                  <c:v>#N/A</c:v>
                </c:pt>
                <c:pt idx="1621">
                  <c:v>3.7</c:v>
                </c:pt>
                <c:pt idx="1622">
                  <c:v>#N/A</c:v>
                </c:pt>
                <c:pt idx="1623">
                  <c:v>#N/A</c:v>
                </c:pt>
                <c:pt idx="1624">
                  <c:v>#N/A</c:v>
                </c:pt>
                <c:pt idx="1625">
                  <c:v>#N/A</c:v>
                </c:pt>
                <c:pt idx="1626">
                  <c:v>#N/A</c:v>
                </c:pt>
                <c:pt idx="1627">
                  <c:v>#N/A</c:v>
                </c:pt>
                <c:pt idx="1628">
                  <c:v>#N/A</c:v>
                </c:pt>
                <c:pt idx="1629">
                  <c:v>#N/A</c:v>
                </c:pt>
                <c:pt idx="1630">
                  <c:v>#N/A</c:v>
                </c:pt>
                <c:pt idx="1631">
                  <c:v>#N/A</c:v>
                </c:pt>
                <c:pt idx="1632">
                  <c:v>#N/A</c:v>
                </c:pt>
                <c:pt idx="1633">
                  <c:v>#N/A</c:v>
                </c:pt>
                <c:pt idx="1634">
                  <c:v>#N/A</c:v>
                </c:pt>
                <c:pt idx="1635">
                  <c:v>#N/A</c:v>
                </c:pt>
                <c:pt idx="1636">
                  <c:v>#N/A</c:v>
                </c:pt>
                <c:pt idx="1637">
                  <c:v>#N/A</c:v>
                </c:pt>
                <c:pt idx="1638">
                  <c:v>#N/A</c:v>
                </c:pt>
                <c:pt idx="1639">
                  <c:v>#N/A</c:v>
                </c:pt>
                <c:pt idx="1640">
                  <c:v>#N/A</c:v>
                </c:pt>
                <c:pt idx="1641">
                  <c:v>#N/A</c:v>
                </c:pt>
                <c:pt idx="1642">
                  <c:v>#N/A</c:v>
                </c:pt>
                <c:pt idx="1643">
                  <c:v>#N/A</c:v>
                </c:pt>
                <c:pt idx="1644">
                  <c:v>#N/A</c:v>
                </c:pt>
                <c:pt idx="1645">
                  <c:v>#N/A</c:v>
                </c:pt>
                <c:pt idx="1646">
                  <c:v>#N/A</c:v>
                </c:pt>
                <c:pt idx="1647">
                  <c:v>#N/A</c:v>
                </c:pt>
                <c:pt idx="1648">
                  <c:v>#N/A</c:v>
                </c:pt>
                <c:pt idx="1649">
                  <c:v>#N/A</c:v>
                </c:pt>
                <c:pt idx="1650">
                  <c:v>#N/A</c:v>
                </c:pt>
                <c:pt idx="1651">
                  <c:v>#N/A</c:v>
                </c:pt>
                <c:pt idx="1652">
                  <c:v>3.4</c:v>
                </c:pt>
                <c:pt idx="1653">
                  <c:v>#N/A</c:v>
                </c:pt>
                <c:pt idx="1654">
                  <c:v>#N/A</c:v>
                </c:pt>
                <c:pt idx="1655">
                  <c:v>#N/A</c:v>
                </c:pt>
                <c:pt idx="1656">
                  <c:v>#N/A</c:v>
                </c:pt>
                <c:pt idx="1657">
                  <c:v>#N/A</c:v>
                </c:pt>
                <c:pt idx="1658">
                  <c:v>#N/A</c:v>
                </c:pt>
                <c:pt idx="1659">
                  <c:v>#N/A</c:v>
                </c:pt>
                <c:pt idx="1660">
                  <c:v>#N/A</c:v>
                </c:pt>
                <c:pt idx="1661">
                  <c:v>#N/A</c:v>
                </c:pt>
                <c:pt idx="1662">
                  <c:v>#N/A</c:v>
                </c:pt>
                <c:pt idx="1663">
                  <c:v>#N/A</c:v>
                </c:pt>
                <c:pt idx="1664">
                  <c:v>#N/A</c:v>
                </c:pt>
                <c:pt idx="1665">
                  <c:v>#N/A</c:v>
                </c:pt>
                <c:pt idx="1666">
                  <c:v>#N/A</c:v>
                </c:pt>
                <c:pt idx="1667">
                  <c:v>#N/A</c:v>
                </c:pt>
                <c:pt idx="1668">
                  <c:v>#N/A</c:v>
                </c:pt>
                <c:pt idx="1669">
                  <c:v>#N/A</c:v>
                </c:pt>
                <c:pt idx="1670">
                  <c:v>#N/A</c:v>
                </c:pt>
                <c:pt idx="1671">
                  <c:v>#N/A</c:v>
                </c:pt>
                <c:pt idx="1672">
                  <c:v>#N/A</c:v>
                </c:pt>
                <c:pt idx="1673">
                  <c:v>#N/A</c:v>
                </c:pt>
                <c:pt idx="1674">
                  <c:v>#N/A</c:v>
                </c:pt>
                <c:pt idx="1675">
                  <c:v>#N/A</c:v>
                </c:pt>
                <c:pt idx="1676">
                  <c:v>#N/A</c:v>
                </c:pt>
                <c:pt idx="1677">
                  <c:v>#N/A</c:v>
                </c:pt>
                <c:pt idx="1678">
                  <c:v>#N/A</c:v>
                </c:pt>
                <c:pt idx="1679">
                  <c:v>#N/A</c:v>
                </c:pt>
                <c:pt idx="1680">
                  <c:v>#N/A</c:v>
                </c:pt>
                <c:pt idx="1681">
                  <c:v>#N/A</c:v>
                </c:pt>
                <c:pt idx="1682">
                  <c:v>#N/A</c:v>
                </c:pt>
                <c:pt idx="1683">
                  <c:v>3.1</c:v>
                </c:pt>
                <c:pt idx="1684">
                  <c:v>#N/A</c:v>
                </c:pt>
                <c:pt idx="1685">
                  <c:v>#N/A</c:v>
                </c:pt>
                <c:pt idx="1686">
                  <c:v>#N/A</c:v>
                </c:pt>
                <c:pt idx="1687">
                  <c:v>#N/A</c:v>
                </c:pt>
                <c:pt idx="1688">
                  <c:v>#N/A</c:v>
                </c:pt>
                <c:pt idx="1689">
                  <c:v>#N/A</c:v>
                </c:pt>
                <c:pt idx="1690">
                  <c:v>#N/A</c:v>
                </c:pt>
                <c:pt idx="1691">
                  <c:v>#N/A</c:v>
                </c:pt>
                <c:pt idx="1692">
                  <c:v>#N/A</c:v>
                </c:pt>
                <c:pt idx="1693">
                  <c:v>#N/A</c:v>
                </c:pt>
                <c:pt idx="1694">
                  <c:v>#N/A</c:v>
                </c:pt>
                <c:pt idx="1695">
                  <c:v>#N/A</c:v>
                </c:pt>
                <c:pt idx="1696">
                  <c:v>#N/A</c:v>
                </c:pt>
                <c:pt idx="1697">
                  <c:v>#N/A</c:v>
                </c:pt>
                <c:pt idx="1698">
                  <c:v>#N/A</c:v>
                </c:pt>
                <c:pt idx="1699">
                  <c:v>#N/A</c:v>
                </c:pt>
                <c:pt idx="1700">
                  <c:v>#N/A</c:v>
                </c:pt>
                <c:pt idx="1701">
                  <c:v>#N/A</c:v>
                </c:pt>
                <c:pt idx="1702">
                  <c:v>#N/A</c:v>
                </c:pt>
                <c:pt idx="1703">
                  <c:v>#N/A</c:v>
                </c:pt>
                <c:pt idx="1704">
                  <c:v>#N/A</c:v>
                </c:pt>
                <c:pt idx="1705">
                  <c:v>#N/A</c:v>
                </c:pt>
                <c:pt idx="1706">
                  <c:v>#N/A</c:v>
                </c:pt>
                <c:pt idx="1707">
                  <c:v>#N/A</c:v>
                </c:pt>
                <c:pt idx="1708">
                  <c:v>#N/A</c:v>
                </c:pt>
                <c:pt idx="1709">
                  <c:v>#N/A</c:v>
                </c:pt>
                <c:pt idx="1710">
                  <c:v>#N/A</c:v>
                </c:pt>
                <c:pt idx="1711">
                  <c:v>#N/A</c:v>
                </c:pt>
                <c:pt idx="1712">
                  <c:v>#N/A</c:v>
                </c:pt>
                <c:pt idx="1713">
                  <c:v>2.8</c:v>
                </c:pt>
                <c:pt idx="1714">
                  <c:v>#N/A</c:v>
                </c:pt>
                <c:pt idx="1715">
                  <c:v>#N/A</c:v>
                </c:pt>
                <c:pt idx="1716">
                  <c:v>#N/A</c:v>
                </c:pt>
                <c:pt idx="1717">
                  <c:v>#N/A</c:v>
                </c:pt>
                <c:pt idx="1718">
                  <c:v>#N/A</c:v>
                </c:pt>
                <c:pt idx="1719">
                  <c:v>#N/A</c:v>
                </c:pt>
                <c:pt idx="1720">
                  <c:v>#N/A</c:v>
                </c:pt>
                <c:pt idx="1721">
                  <c:v>#N/A</c:v>
                </c:pt>
                <c:pt idx="1722">
                  <c:v>#N/A</c:v>
                </c:pt>
                <c:pt idx="1723">
                  <c:v>#N/A</c:v>
                </c:pt>
                <c:pt idx="1724">
                  <c:v>#N/A</c:v>
                </c:pt>
                <c:pt idx="1725">
                  <c:v>#N/A</c:v>
                </c:pt>
                <c:pt idx="1726">
                  <c:v>#N/A</c:v>
                </c:pt>
                <c:pt idx="1727">
                  <c:v>#N/A</c:v>
                </c:pt>
                <c:pt idx="1728">
                  <c:v>#N/A</c:v>
                </c:pt>
                <c:pt idx="1729">
                  <c:v>#N/A</c:v>
                </c:pt>
                <c:pt idx="1730">
                  <c:v>#N/A</c:v>
                </c:pt>
                <c:pt idx="1731">
                  <c:v>#N/A</c:v>
                </c:pt>
                <c:pt idx="1732">
                  <c:v>#N/A</c:v>
                </c:pt>
                <c:pt idx="1733">
                  <c:v>#N/A</c:v>
                </c:pt>
                <c:pt idx="1734">
                  <c:v>#N/A</c:v>
                </c:pt>
                <c:pt idx="1735">
                  <c:v>#N/A</c:v>
                </c:pt>
                <c:pt idx="1736">
                  <c:v>#N/A</c:v>
                </c:pt>
                <c:pt idx="1737">
                  <c:v>#N/A</c:v>
                </c:pt>
                <c:pt idx="1738">
                  <c:v>#N/A</c:v>
                </c:pt>
                <c:pt idx="1739">
                  <c:v>#N/A</c:v>
                </c:pt>
                <c:pt idx="1740">
                  <c:v>#N/A</c:v>
                </c:pt>
                <c:pt idx="1741">
                  <c:v>#N/A</c:v>
                </c:pt>
                <c:pt idx="1742">
                  <c:v>#N/A</c:v>
                </c:pt>
                <c:pt idx="1743">
                  <c:v>#N/A</c:v>
                </c:pt>
                <c:pt idx="1744">
                  <c:v>2.5</c:v>
                </c:pt>
                <c:pt idx="1745">
                  <c:v>#N/A</c:v>
                </c:pt>
                <c:pt idx="1746">
                  <c:v>#N/A</c:v>
                </c:pt>
                <c:pt idx="1747">
                  <c:v>#N/A</c:v>
                </c:pt>
                <c:pt idx="1748">
                  <c:v>#N/A</c:v>
                </c:pt>
                <c:pt idx="1749">
                  <c:v>#N/A</c:v>
                </c:pt>
                <c:pt idx="1750">
                  <c:v>#N/A</c:v>
                </c:pt>
                <c:pt idx="1751">
                  <c:v>#N/A</c:v>
                </c:pt>
                <c:pt idx="1752">
                  <c:v>#N/A</c:v>
                </c:pt>
                <c:pt idx="1753">
                  <c:v>#N/A</c:v>
                </c:pt>
                <c:pt idx="1754">
                  <c:v>#N/A</c:v>
                </c:pt>
                <c:pt idx="1755">
                  <c:v>#N/A</c:v>
                </c:pt>
                <c:pt idx="1756">
                  <c:v>#N/A</c:v>
                </c:pt>
                <c:pt idx="1757">
                  <c:v>#N/A</c:v>
                </c:pt>
                <c:pt idx="1758">
                  <c:v>#N/A</c:v>
                </c:pt>
                <c:pt idx="1759">
                  <c:v>#N/A</c:v>
                </c:pt>
                <c:pt idx="1760">
                  <c:v>#N/A</c:v>
                </c:pt>
                <c:pt idx="1761">
                  <c:v>#N/A</c:v>
                </c:pt>
                <c:pt idx="1762">
                  <c:v>#N/A</c:v>
                </c:pt>
                <c:pt idx="1763">
                  <c:v>#N/A</c:v>
                </c:pt>
                <c:pt idx="1764">
                  <c:v>#N/A</c:v>
                </c:pt>
                <c:pt idx="1765">
                  <c:v>#N/A</c:v>
                </c:pt>
                <c:pt idx="1766">
                  <c:v>#N/A</c:v>
                </c:pt>
                <c:pt idx="1767">
                  <c:v>#N/A</c:v>
                </c:pt>
                <c:pt idx="1768">
                  <c:v>#N/A</c:v>
                </c:pt>
                <c:pt idx="1769">
                  <c:v>#N/A</c:v>
                </c:pt>
                <c:pt idx="1770">
                  <c:v>#N/A</c:v>
                </c:pt>
                <c:pt idx="1771">
                  <c:v>#N/A</c:v>
                </c:pt>
                <c:pt idx="1772">
                  <c:v>#N/A</c:v>
                </c:pt>
                <c:pt idx="1773">
                  <c:v>#N/A</c:v>
                </c:pt>
                <c:pt idx="1774">
                  <c:v>2.2999999999999998</c:v>
                </c:pt>
                <c:pt idx="1775">
                  <c:v>#N/A</c:v>
                </c:pt>
                <c:pt idx="1776">
                  <c:v>#N/A</c:v>
                </c:pt>
                <c:pt idx="1777">
                  <c:v>#N/A</c:v>
                </c:pt>
                <c:pt idx="1778">
                  <c:v>#N/A</c:v>
                </c:pt>
                <c:pt idx="1779">
                  <c:v>#N/A</c:v>
                </c:pt>
                <c:pt idx="1780">
                  <c:v>#N/A</c:v>
                </c:pt>
                <c:pt idx="1781">
                  <c:v>#N/A</c:v>
                </c:pt>
                <c:pt idx="1782">
                  <c:v>#N/A</c:v>
                </c:pt>
                <c:pt idx="1783">
                  <c:v>#N/A</c:v>
                </c:pt>
                <c:pt idx="1784">
                  <c:v>#N/A</c:v>
                </c:pt>
                <c:pt idx="1785">
                  <c:v>#N/A</c:v>
                </c:pt>
                <c:pt idx="1786">
                  <c:v>#N/A</c:v>
                </c:pt>
                <c:pt idx="1787">
                  <c:v>#N/A</c:v>
                </c:pt>
                <c:pt idx="1788">
                  <c:v>#N/A</c:v>
                </c:pt>
                <c:pt idx="1789">
                  <c:v>#N/A</c:v>
                </c:pt>
                <c:pt idx="1790">
                  <c:v>#N/A</c:v>
                </c:pt>
                <c:pt idx="1791">
                  <c:v>#N/A</c:v>
                </c:pt>
                <c:pt idx="1792">
                  <c:v>#N/A</c:v>
                </c:pt>
                <c:pt idx="1793">
                  <c:v>#N/A</c:v>
                </c:pt>
                <c:pt idx="1794">
                  <c:v>#N/A</c:v>
                </c:pt>
                <c:pt idx="1795">
                  <c:v>#N/A</c:v>
                </c:pt>
                <c:pt idx="1796">
                  <c:v>#N/A</c:v>
                </c:pt>
                <c:pt idx="1797">
                  <c:v>#N/A</c:v>
                </c:pt>
                <c:pt idx="1798">
                  <c:v>#N/A</c:v>
                </c:pt>
                <c:pt idx="1799">
                  <c:v>#N/A</c:v>
                </c:pt>
                <c:pt idx="1800">
                  <c:v>#N/A</c:v>
                </c:pt>
                <c:pt idx="1801">
                  <c:v>#N/A</c:v>
                </c:pt>
                <c:pt idx="1802">
                  <c:v>#N/A</c:v>
                </c:pt>
                <c:pt idx="1803">
                  <c:v>#N/A</c:v>
                </c:pt>
                <c:pt idx="1804">
                  <c:v>#N/A</c:v>
                </c:pt>
                <c:pt idx="1805">
                  <c:v>2.2000000000000002</c:v>
                </c:pt>
                <c:pt idx="1806">
                  <c:v>#N/A</c:v>
                </c:pt>
                <c:pt idx="1807">
                  <c:v>#N/A</c:v>
                </c:pt>
                <c:pt idx="1808">
                  <c:v>#N/A</c:v>
                </c:pt>
                <c:pt idx="1809">
                  <c:v>#N/A</c:v>
                </c:pt>
                <c:pt idx="1810">
                  <c:v>#N/A</c:v>
                </c:pt>
                <c:pt idx="1811">
                  <c:v>#N/A</c:v>
                </c:pt>
                <c:pt idx="1812">
                  <c:v>#N/A</c:v>
                </c:pt>
                <c:pt idx="1813">
                  <c:v>#N/A</c:v>
                </c:pt>
                <c:pt idx="1814">
                  <c:v>#N/A</c:v>
                </c:pt>
                <c:pt idx="1815">
                  <c:v>#N/A</c:v>
                </c:pt>
                <c:pt idx="1816">
                  <c:v>#N/A</c:v>
                </c:pt>
                <c:pt idx="1817">
                  <c:v>#N/A</c:v>
                </c:pt>
                <c:pt idx="1818">
                  <c:v>#N/A</c:v>
                </c:pt>
                <c:pt idx="1819">
                  <c:v>#N/A</c:v>
                </c:pt>
                <c:pt idx="1820">
                  <c:v>#N/A</c:v>
                </c:pt>
                <c:pt idx="1821">
                  <c:v>#N/A</c:v>
                </c:pt>
                <c:pt idx="1822">
                  <c:v>#N/A</c:v>
                </c:pt>
                <c:pt idx="1823">
                  <c:v>#N/A</c:v>
                </c:pt>
                <c:pt idx="1824">
                  <c:v>#N/A</c:v>
                </c:pt>
                <c:pt idx="1825">
                  <c:v>#N/A</c:v>
                </c:pt>
                <c:pt idx="1826">
                  <c:v>#N/A</c:v>
                </c:pt>
                <c:pt idx="1827">
                  <c:v>#N/A</c:v>
                </c:pt>
                <c:pt idx="1828">
                  <c:v>#N/A</c:v>
                </c:pt>
                <c:pt idx="1829">
                  <c:v>#N/A</c:v>
                </c:pt>
                <c:pt idx="1830">
                  <c:v>#N/A</c:v>
                </c:pt>
                <c:pt idx="1831">
                  <c:v>#N/A</c:v>
                </c:pt>
                <c:pt idx="1832">
                  <c:v>#N/A</c:v>
                </c:pt>
                <c:pt idx="1833">
                  <c:v>#N/A</c:v>
                </c:pt>
                <c:pt idx="1834">
                  <c:v>#N/A</c:v>
                </c:pt>
                <c:pt idx="1835">
                  <c:v>#N/A</c:v>
                </c:pt>
                <c:pt idx="1836">
                  <c:v>2.1</c:v>
                </c:pt>
                <c:pt idx="1837">
                  <c:v>#N/A</c:v>
                </c:pt>
                <c:pt idx="1838">
                  <c:v>#N/A</c:v>
                </c:pt>
                <c:pt idx="1839">
                  <c:v>#N/A</c:v>
                </c:pt>
                <c:pt idx="1840">
                  <c:v>#N/A</c:v>
                </c:pt>
                <c:pt idx="1841">
                  <c:v>#N/A</c:v>
                </c:pt>
                <c:pt idx="1842">
                  <c:v>#N/A</c:v>
                </c:pt>
                <c:pt idx="1843">
                  <c:v>#N/A</c:v>
                </c:pt>
                <c:pt idx="1844">
                  <c:v>#N/A</c:v>
                </c:pt>
                <c:pt idx="1845">
                  <c:v>#N/A</c:v>
                </c:pt>
                <c:pt idx="1846">
                  <c:v>#N/A</c:v>
                </c:pt>
                <c:pt idx="1847">
                  <c:v>#N/A</c:v>
                </c:pt>
                <c:pt idx="1848">
                  <c:v>#N/A</c:v>
                </c:pt>
                <c:pt idx="1849">
                  <c:v>#N/A</c:v>
                </c:pt>
                <c:pt idx="1850">
                  <c:v>#N/A</c:v>
                </c:pt>
                <c:pt idx="1851">
                  <c:v>#N/A</c:v>
                </c:pt>
                <c:pt idx="1852">
                  <c:v>#N/A</c:v>
                </c:pt>
                <c:pt idx="1853">
                  <c:v>#N/A</c:v>
                </c:pt>
                <c:pt idx="1854">
                  <c:v>#N/A</c:v>
                </c:pt>
                <c:pt idx="1855">
                  <c:v>#N/A</c:v>
                </c:pt>
                <c:pt idx="1856">
                  <c:v>#N/A</c:v>
                </c:pt>
                <c:pt idx="1857">
                  <c:v>#N/A</c:v>
                </c:pt>
                <c:pt idx="1858">
                  <c:v>#N/A</c:v>
                </c:pt>
                <c:pt idx="1859">
                  <c:v>#N/A</c:v>
                </c:pt>
                <c:pt idx="1860">
                  <c:v>#N/A</c:v>
                </c:pt>
                <c:pt idx="1861">
                  <c:v>#N/A</c:v>
                </c:pt>
                <c:pt idx="1862">
                  <c:v>#N/A</c:v>
                </c:pt>
                <c:pt idx="1863">
                  <c:v>#N/A</c:v>
                </c:pt>
                <c:pt idx="1864">
                  <c:v>#N/A</c:v>
                </c:pt>
                <c:pt idx="1865">
                  <c:v>#N/A</c:v>
                </c:pt>
                <c:pt idx="1866">
                  <c:v>2.1</c:v>
                </c:pt>
                <c:pt idx="1867">
                  <c:v>#N/A</c:v>
                </c:pt>
                <c:pt idx="1868">
                  <c:v>#N/A</c:v>
                </c:pt>
                <c:pt idx="1869">
                  <c:v>#N/A</c:v>
                </c:pt>
                <c:pt idx="1870">
                  <c:v>#N/A</c:v>
                </c:pt>
                <c:pt idx="1871">
                  <c:v>#N/A</c:v>
                </c:pt>
                <c:pt idx="1872">
                  <c:v>#N/A</c:v>
                </c:pt>
                <c:pt idx="1873">
                  <c:v>#N/A</c:v>
                </c:pt>
                <c:pt idx="1874">
                  <c:v>#N/A</c:v>
                </c:pt>
                <c:pt idx="1875">
                  <c:v>#N/A</c:v>
                </c:pt>
                <c:pt idx="1876">
                  <c:v>#N/A</c:v>
                </c:pt>
                <c:pt idx="1877">
                  <c:v>#N/A</c:v>
                </c:pt>
                <c:pt idx="1878">
                  <c:v>#N/A</c:v>
                </c:pt>
                <c:pt idx="1879">
                  <c:v>#N/A</c:v>
                </c:pt>
                <c:pt idx="1880">
                  <c:v>#N/A</c:v>
                </c:pt>
                <c:pt idx="1881">
                  <c:v>#N/A</c:v>
                </c:pt>
                <c:pt idx="1882">
                  <c:v>#N/A</c:v>
                </c:pt>
                <c:pt idx="1883">
                  <c:v>#N/A</c:v>
                </c:pt>
                <c:pt idx="1884">
                  <c:v>#N/A</c:v>
                </c:pt>
                <c:pt idx="1885">
                  <c:v>#N/A</c:v>
                </c:pt>
                <c:pt idx="1886">
                  <c:v>#N/A</c:v>
                </c:pt>
                <c:pt idx="1887">
                  <c:v>#N/A</c:v>
                </c:pt>
                <c:pt idx="1888">
                  <c:v>#N/A</c:v>
                </c:pt>
                <c:pt idx="1889">
                  <c:v>#N/A</c:v>
                </c:pt>
                <c:pt idx="1890">
                  <c:v>#N/A</c:v>
                </c:pt>
                <c:pt idx="1891">
                  <c:v>#N/A</c:v>
                </c:pt>
                <c:pt idx="1892">
                  <c:v>#N/A</c:v>
                </c:pt>
                <c:pt idx="1893">
                  <c:v>#N/A</c:v>
                </c:pt>
                <c:pt idx="1894">
                  <c:v>#N/A</c:v>
                </c:pt>
                <c:pt idx="1895">
                  <c:v>#N/A</c:v>
                </c:pt>
                <c:pt idx="1896">
                  <c:v>#N/A</c:v>
                </c:pt>
                <c:pt idx="1897">
                  <c:v>1.9</c:v>
                </c:pt>
                <c:pt idx="1898">
                  <c:v>#N/A</c:v>
                </c:pt>
                <c:pt idx="1899">
                  <c:v>#N/A</c:v>
                </c:pt>
                <c:pt idx="1900">
                  <c:v>#N/A</c:v>
                </c:pt>
                <c:pt idx="1901">
                  <c:v>#N/A</c:v>
                </c:pt>
                <c:pt idx="1902">
                  <c:v>#N/A</c:v>
                </c:pt>
                <c:pt idx="1903">
                  <c:v>#N/A</c:v>
                </c:pt>
                <c:pt idx="1904">
                  <c:v>#N/A</c:v>
                </c:pt>
                <c:pt idx="1905">
                  <c:v>#N/A</c:v>
                </c:pt>
                <c:pt idx="1906">
                  <c:v>#N/A</c:v>
                </c:pt>
                <c:pt idx="1907">
                  <c:v>#N/A</c:v>
                </c:pt>
                <c:pt idx="1908">
                  <c:v>#N/A</c:v>
                </c:pt>
                <c:pt idx="1909">
                  <c:v>#N/A</c:v>
                </c:pt>
                <c:pt idx="1910">
                  <c:v>#N/A</c:v>
                </c:pt>
                <c:pt idx="1911">
                  <c:v>#N/A</c:v>
                </c:pt>
                <c:pt idx="1912">
                  <c:v>#N/A</c:v>
                </c:pt>
                <c:pt idx="1913">
                  <c:v>#N/A</c:v>
                </c:pt>
                <c:pt idx="1914">
                  <c:v>#N/A</c:v>
                </c:pt>
                <c:pt idx="1915">
                  <c:v>#N/A</c:v>
                </c:pt>
                <c:pt idx="1916">
                  <c:v>#N/A</c:v>
                </c:pt>
                <c:pt idx="1917">
                  <c:v>#N/A</c:v>
                </c:pt>
                <c:pt idx="1918">
                  <c:v>#N/A</c:v>
                </c:pt>
                <c:pt idx="1919">
                  <c:v>#N/A</c:v>
                </c:pt>
                <c:pt idx="1920">
                  <c:v>#N/A</c:v>
                </c:pt>
                <c:pt idx="1921">
                  <c:v>#N/A</c:v>
                </c:pt>
                <c:pt idx="1922">
                  <c:v>#N/A</c:v>
                </c:pt>
                <c:pt idx="1923">
                  <c:v>#N/A</c:v>
                </c:pt>
                <c:pt idx="1924">
                  <c:v>#N/A</c:v>
                </c:pt>
                <c:pt idx="1925">
                  <c:v>#N/A</c:v>
                </c:pt>
                <c:pt idx="1926">
                  <c:v>#N/A</c:v>
                </c:pt>
                <c:pt idx="1927">
                  <c:v>1.8</c:v>
                </c:pt>
                <c:pt idx="1928">
                  <c:v>#N/A</c:v>
                </c:pt>
                <c:pt idx="1929">
                  <c:v>#N/A</c:v>
                </c:pt>
                <c:pt idx="1930">
                  <c:v>#N/A</c:v>
                </c:pt>
                <c:pt idx="1931">
                  <c:v>#N/A</c:v>
                </c:pt>
                <c:pt idx="1932">
                  <c:v>#N/A</c:v>
                </c:pt>
                <c:pt idx="1933">
                  <c:v>#N/A</c:v>
                </c:pt>
                <c:pt idx="1934">
                  <c:v>#N/A</c:v>
                </c:pt>
                <c:pt idx="1935">
                  <c:v>#N/A</c:v>
                </c:pt>
                <c:pt idx="1936">
                  <c:v>#N/A</c:v>
                </c:pt>
                <c:pt idx="1937">
                  <c:v>#N/A</c:v>
                </c:pt>
                <c:pt idx="1938">
                  <c:v>#N/A</c:v>
                </c:pt>
                <c:pt idx="1939">
                  <c:v>#N/A</c:v>
                </c:pt>
                <c:pt idx="1940">
                  <c:v>#N/A</c:v>
                </c:pt>
                <c:pt idx="1941">
                  <c:v>#N/A</c:v>
                </c:pt>
                <c:pt idx="1942">
                  <c:v>#N/A</c:v>
                </c:pt>
                <c:pt idx="1943">
                  <c:v>#N/A</c:v>
                </c:pt>
                <c:pt idx="1944">
                  <c:v>#N/A</c:v>
                </c:pt>
                <c:pt idx="1945">
                  <c:v>#N/A</c:v>
                </c:pt>
                <c:pt idx="1946">
                  <c:v>#N/A</c:v>
                </c:pt>
                <c:pt idx="1947">
                  <c:v>#N/A</c:v>
                </c:pt>
                <c:pt idx="1948">
                  <c:v>#N/A</c:v>
                </c:pt>
                <c:pt idx="1949">
                  <c:v>#N/A</c:v>
                </c:pt>
                <c:pt idx="1950">
                  <c:v>#N/A</c:v>
                </c:pt>
                <c:pt idx="1951">
                  <c:v>#N/A</c:v>
                </c:pt>
                <c:pt idx="1952">
                  <c:v>#N/A</c:v>
                </c:pt>
                <c:pt idx="1953">
                  <c:v>#N/A</c:v>
                </c:pt>
                <c:pt idx="1954">
                  <c:v>#N/A</c:v>
                </c:pt>
                <c:pt idx="1955">
                  <c:v>#N/A</c:v>
                </c:pt>
                <c:pt idx="1956">
                  <c:v>#N/A</c:v>
                </c:pt>
                <c:pt idx="1957">
                  <c:v>#N/A</c:v>
                </c:pt>
                <c:pt idx="1958">
                  <c:v>1.7</c:v>
                </c:pt>
                <c:pt idx="1959">
                  <c:v>#N/A</c:v>
                </c:pt>
                <c:pt idx="1960">
                  <c:v>#N/A</c:v>
                </c:pt>
                <c:pt idx="1961">
                  <c:v>#N/A</c:v>
                </c:pt>
                <c:pt idx="1962">
                  <c:v>#N/A</c:v>
                </c:pt>
                <c:pt idx="1963">
                  <c:v>#N/A</c:v>
                </c:pt>
                <c:pt idx="1964">
                  <c:v>#N/A</c:v>
                </c:pt>
                <c:pt idx="1965">
                  <c:v>#N/A</c:v>
                </c:pt>
                <c:pt idx="1966">
                  <c:v>#N/A</c:v>
                </c:pt>
                <c:pt idx="1967">
                  <c:v>#N/A</c:v>
                </c:pt>
                <c:pt idx="1968">
                  <c:v>#N/A</c:v>
                </c:pt>
                <c:pt idx="1969">
                  <c:v>#N/A</c:v>
                </c:pt>
                <c:pt idx="1970">
                  <c:v>#N/A</c:v>
                </c:pt>
                <c:pt idx="1971">
                  <c:v>#N/A</c:v>
                </c:pt>
                <c:pt idx="1972">
                  <c:v>#N/A</c:v>
                </c:pt>
                <c:pt idx="1973">
                  <c:v>#N/A</c:v>
                </c:pt>
                <c:pt idx="1974">
                  <c:v>#N/A</c:v>
                </c:pt>
                <c:pt idx="1975">
                  <c:v>#N/A</c:v>
                </c:pt>
                <c:pt idx="1976">
                  <c:v>#N/A</c:v>
                </c:pt>
                <c:pt idx="1977">
                  <c:v>#N/A</c:v>
                </c:pt>
                <c:pt idx="1978">
                  <c:v>#N/A</c:v>
                </c:pt>
                <c:pt idx="1979">
                  <c:v>#N/A</c:v>
                </c:pt>
                <c:pt idx="1980">
                  <c:v>#N/A</c:v>
                </c:pt>
                <c:pt idx="1981">
                  <c:v>#N/A</c:v>
                </c:pt>
                <c:pt idx="1982">
                  <c:v>#N/A</c:v>
                </c:pt>
                <c:pt idx="1983">
                  <c:v>#N/A</c:v>
                </c:pt>
                <c:pt idx="1984">
                  <c:v>#N/A</c:v>
                </c:pt>
                <c:pt idx="1985">
                  <c:v>#N/A</c:v>
                </c:pt>
                <c:pt idx="1986">
                  <c:v>1.7</c:v>
                </c:pt>
                <c:pt idx="1987">
                  <c:v>#N/A</c:v>
                </c:pt>
                <c:pt idx="1988">
                  <c:v>#N/A</c:v>
                </c:pt>
                <c:pt idx="1989">
                  <c:v>#N/A</c:v>
                </c:pt>
                <c:pt idx="1990">
                  <c:v>#N/A</c:v>
                </c:pt>
                <c:pt idx="1991">
                  <c:v>#N/A</c:v>
                </c:pt>
                <c:pt idx="1992">
                  <c:v>#N/A</c:v>
                </c:pt>
                <c:pt idx="1993">
                  <c:v>#N/A</c:v>
                </c:pt>
                <c:pt idx="1994">
                  <c:v>#N/A</c:v>
                </c:pt>
                <c:pt idx="1995">
                  <c:v>#N/A</c:v>
                </c:pt>
                <c:pt idx="1996">
                  <c:v>#N/A</c:v>
                </c:pt>
                <c:pt idx="1997">
                  <c:v>#N/A</c:v>
                </c:pt>
                <c:pt idx="1998">
                  <c:v>#N/A</c:v>
                </c:pt>
                <c:pt idx="1999">
                  <c:v>#N/A</c:v>
                </c:pt>
                <c:pt idx="2000">
                  <c:v>#N/A</c:v>
                </c:pt>
                <c:pt idx="2001">
                  <c:v>#N/A</c:v>
                </c:pt>
                <c:pt idx="2002">
                  <c:v>#N/A</c:v>
                </c:pt>
                <c:pt idx="2003">
                  <c:v>#N/A</c:v>
                </c:pt>
                <c:pt idx="2004">
                  <c:v>#N/A</c:v>
                </c:pt>
                <c:pt idx="2005">
                  <c:v>#N/A</c:v>
                </c:pt>
                <c:pt idx="2006">
                  <c:v>#N/A</c:v>
                </c:pt>
                <c:pt idx="2007">
                  <c:v>#N/A</c:v>
                </c:pt>
                <c:pt idx="2008">
                  <c:v>#N/A</c:v>
                </c:pt>
                <c:pt idx="2009">
                  <c:v>#N/A</c:v>
                </c:pt>
                <c:pt idx="2010">
                  <c:v>#N/A</c:v>
                </c:pt>
                <c:pt idx="2011">
                  <c:v>#N/A</c:v>
                </c:pt>
                <c:pt idx="2012">
                  <c:v>#N/A</c:v>
                </c:pt>
                <c:pt idx="2013">
                  <c:v>#N/A</c:v>
                </c:pt>
                <c:pt idx="2014">
                  <c:v>#N/A</c:v>
                </c:pt>
                <c:pt idx="2015">
                  <c:v>#N/A</c:v>
                </c:pt>
                <c:pt idx="2016">
                  <c:v>#N/A</c:v>
                </c:pt>
                <c:pt idx="2017">
                  <c:v>1.7</c:v>
                </c:pt>
                <c:pt idx="2018">
                  <c:v>#N/A</c:v>
                </c:pt>
                <c:pt idx="2019">
                  <c:v>#N/A</c:v>
                </c:pt>
                <c:pt idx="2020">
                  <c:v>#N/A</c:v>
                </c:pt>
                <c:pt idx="2021">
                  <c:v>#N/A</c:v>
                </c:pt>
                <c:pt idx="2022">
                  <c:v>#N/A</c:v>
                </c:pt>
                <c:pt idx="2023">
                  <c:v>#N/A</c:v>
                </c:pt>
                <c:pt idx="2024">
                  <c:v>#N/A</c:v>
                </c:pt>
                <c:pt idx="2025">
                  <c:v>#N/A</c:v>
                </c:pt>
                <c:pt idx="2026">
                  <c:v>#N/A</c:v>
                </c:pt>
                <c:pt idx="2027">
                  <c:v>#N/A</c:v>
                </c:pt>
                <c:pt idx="2028">
                  <c:v>#N/A</c:v>
                </c:pt>
                <c:pt idx="2029">
                  <c:v>#N/A</c:v>
                </c:pt>
                <c:pt idx="2030">
                  <c:v>#N/A</c:v>
                </c:pt>
                <c:pt idx="2031">
                  <c:v>#N/A</c:v>
                </c:pt>
                <c:pt idx="2032">
                  <c:v>#N/A</c:v>
                </c:pt>
                <c:pt idx="2033">
                  <c:v>#N/A</c:v>
                </c:pt>
                <c:pt idx="2034">
                  <c:v>#N/A</c:v>
                </c:pt>
                <c:pt idx="2035">
                  <c:v>#N/A</c:v>
                </c:pt>
                <c:pt idx="2036">
                  <c:v>#N/A</c:v>
                </c:pt>
                <c:pt idx="2037">
                  <c:v>#N/A</c:v>
                </c:pt>
                <c:pt idx="2038">
                  <c:v>#N/A</c:v>
                </c:pt>
                <c:pt idx="2039">
                  <c:v>#N/A</c:v>
                </c:pt>
                <c:pt idx="2040">
                  <c:v>#N/A</c:v>
                </c:pt>
                <c:pt idx="2041">
                  <c:v>#N/A</c:v>
                </c:pt>
                <c:pt idx="2042">
                  <c:v>#N/A</c:v>
                </c:pt>
                <c:pt idx="2043">
                  <c:v>#N/A</c:v>
                </c:pt>
                <c:pt idx="2044">
                  <c:v>#N/A</c:v>
                </c:pt>
                <c:pt idx="2045">
                  <c:v>#N/A</c:v>
                </c:pt>
                <c:pt idx="2046">
                  <c:v>#N/A</c:v>
                </c:pt>
                <c:pt idx="2047">
                  <c:v>#N/A</c:v>
                </c:pt>
                <c:pt idx="2048">
                  <c:v>1.8</c:v>
                </c:pt>
                <c:pt idx="2049">
                  <c:v>#N/A</c:v>
                </c:pt>
                <c:pt idx="2050">
                  <c:v>#N/A</c:v>
                </c:pt>
                <c:pt idx="2051">
                  <c:v>#N/A</c:v>
                </c:pt>
                <c:pt idx="2052">
                  <c:v>#N/A</c:v>
                </c:pt>
                <c:pt idx="2053">
                  <c:v>#N/A</c:v>
                </c:pt>
                <c:pt idx="2054">
                  <c:v>#N/A</c:v>
                </c:pt>
                <c:pt idx="2055">
                  <c:v>#N/A</c:v>
                </c:pt>
                <c:pt idx="2056">
                  <c:v>#N/A</c:v>
                </c:pt>
                <c:pt idx="2057">
                  <c:v>#N/A</c:v>
                </c:pt>
                <c:pt idx="2058">
                  <c:v>#N/A</c:v>
                </c:pt>
                <c:pt idx="2059">
                  <c:v>#N/A</c:v>
                </c:pt>
                <c:pt idx="2060">
                  <c:v>#N/A</c:v>
                </c:pt>
                <c:pt idx="2061">
                  <c:v>#N/A</c:v>
                </c:pt>
                <c:pt idx="2062">
                  <c:v>#N/A</c:v>
                </c:pt>
                <c:pt idx="2063">
                  <c:v>#N/A</c:v>
                </c:pt>
                <c:pt idx="2064">
                  <c:v>#N/A</c:v>
                </c:pt>
                <c:pt idx="2065">
                  <c:v>#N/A</c:v>
                </c:pt>
                <c:pt idx="2066">
                  <c:v>#N/A</c:v>
                </c:pt>
                <c:pt idx="2067">
                  <c:v>#N/A</c:v>
                </c:pt>
                <c:pt idx="2068">
                  <c:v>#N/A</c:v>
                </c:pt>
                <c:pt idx="2069">
                  <c:v>#N/A</c:v>
                </c:pt>
                <c:pt idx="2070">
                  <c:v>#N/A</c:v>
                </c:pt>
                <c:pt idx="2071">
                  <c:v>#N/A</c:v>
                </c:pt>
                <c:pt idx="2072">
                  <c:v>#N/A</c:v>
                </c:pt>
                <c:pt idx="2073">
                  <c:v>#N/A</c:v>
                </c:pt>
                <c:pt idx="2074">
                  <c:v>#N/A</c:v>
                </c:pt>
                <c:pt idx="2075">
                  <c:v>#N/A</c:v>
                </c:pt>
                <c:pt idx="2076">
                  <c:v>#N/A</c:v>
                </c:pt>
                <c:pt idx="2077">
                  <c:v>#N/A</c:v>
                </c:pt>
                <c:pt idx="2078">
                  <c:v>1.8</c:v>
                </c:pt>
                <c:pt idx="2079">
                  <c:v>#N/A</c:v>
                </c:pt>
                <c:pt idx="2080">
                  <c:v>#N/A</c:v>
                </c:pt>
                <c:pt idx="2081">
                  <c:v>#N/A</c:v>
                </c:pt>
                <c:pt idx="2082">
                  <c:v>#N/A</c:v>
                </c:pt>
                <c:pt idx="2083">
                  <c:v>#N/A</c:v>
                </c:pt>
                <c:pt idx="2084">
                  <c:v>#N/A</c:v>
                </c:pt>
                <c:pt idx="2085">
                  <c:v>#N/A</c:v>
                </c:pt>
                <c:pt idx="2086">
                  <c:v>#N/A</c:v>
                </c:pt>
                <c:pt idx="2087">
                  <c:v>#N/A</c:v>
                </c:pt>
                <c:pt idx="2088">
                  <c:v>#N/A</c:v>
                </c:pt>
                <c:pt idx="2089">
                  <c:v>#N/A</c:v>
                </c:pt>
                <c:pt idx="2090">
                  <c:v>#N/A</c:v>
                </c:pt>
                <c:pt idx="2091">
                  <c:v>#N/A</c:v>
                </c:pt>
                <c:pt idx="2092">
                  <c:v>#N/A</c:v>
                </c:pt>
                <c:pt idx="2093">
                  <c:v>#N/A</c:v>
                </c:pt>
                <c:pt idx="2094">
                  <c:v>#N/A</c:v>
                </c:pt>
                <c:pt idx="2095">
                  <c:v>#N/A</c:v>
                </c:pt>
                <c:pt idx="2096">
                  <c:v>#N/A</c:v>
                </c:pt>
                <c:pt idx="2097">
                  <c:v>#N/A</c:v>
                </c:pt>
                <c:pt idx="2098">
                  <c:v>#N/A</c:v>
                </c:pt>
                <c:pt idx="2099">
                  <c:v>#N/A</c:v>
                </c:pt>
                <c:pt idx="2100">
                  <c:v>#N/A</c:v>
                </c:pt>
                <c:pt idx="2101">
                  <c:v>#N/A</c:v>
                </c:pt>
                <c:pt idx="2102">
                  <c:v>#N/A</c:v>
                </c:pt>
                <c:pt idx="2103">
                  <c:v>#N/A</c:v>
                </c:pt>
                <c:pt idx="2104">
                  <c:v>#N/A</c:v>
                </c:pt>
                <c:pt idx="2105">
                  <c:v>#N/A</c:v>
                </c:pt>
                <c:pt idx="2106">
                  <c:v>#N/A</c:v>
                </c:pt>
                <c:pt idx="2107">
                  <c:v>#N/A</c:v>
                </c:pt>
                <c:pt idx="2108">
                  <c:v>#N/A</c:v>
                </c:pt>
                <c:pt idx="2109">
                  <c:v>1.9</c:v>
                </c:pt>
                <c:pt idx="2110">
                  <c:v>#N/A</c:v>
                </c:pt>
                <c:pt idx="2111">
                  <c:v>#N/A</c:v>
                </c:pt>
                <c:pt idx="2112">
                  <c:v>#N/A</c:v>
                </c:pt>
                <c:pt idx="2113">
                  <c:v>#N/A</c:v>
                </c:pt>
                <c:pt idx="2114">
                  <c:v>#N/A</c:v>
                </c:pt>
                <c:pt idx="2115">
                  <c:v>#N/A</c:v>
                </c:pt>
                <c:pt idx="2116">
                  <c:v>#N/A</c:v>
                </c:pt>
                <c:pt idx="2117">
                  <c:v>#N/A</c:v>
                </c:pt>
                <c:pt idx="2118">
                  <c:v>#N/A</c:v>
                </c:pt>
                <c:pt idx="2119">
                  <c:v>#N/A</c:v>
                </c:pt>
                <c:pt idx="2120">
                  <c:v>#N/A</c:v>
                </c:pt>
                <c:pt idx="2121">
                  <c:v>#N/A</c:v>
                </c:pt>
                <c:pt idx="2122">
                  <c:v>#N/A</c:v>
                </c:pt>
                <c:pt idx="2123">
                  <c:v>#N/A</c:v>
                </c:pt>
                <c:pt idx="2124">
                  <c:v>#N/A</c:v>
                </c:pt>
                <c:pt idx="2125">
                  <c:v>#N/A</c:v>
                </c:pt>
                <c:pt idx="2126">
                  <c:v>#N/A</c:v>
                </c:pt>
                <c:pt idx="2127">
                  <c:v>#N/A</c:v>
                </c:pt>
                <c:pt idx="2128">
                  <c:v>#N/A</c:v>
                </c:pt>
                <c:pt idx="2129">
                  <c:v>#N/A</c:v>
                </c:pt>
                <c:pt idx="2130">
                  <c:v>#N/A</c:v>
                </c:pt>
                <c:pt idx="2131">
                  <c:v>#N/A</c:v>
                </c:pt>
                <c:pt idx="2132">
                  <c:v>#N/A</c:v>
                </c:pt>
                <c:pt idx="2133">
                  <c:v>#N/A</c:v>
                </c:pt>
                <c:pt idx="2134">
                  <c:v>#N/A</c:v>
                </c:pt>
                <c:pt idx="2135">
                  <c:v>#N/A</c:v>
                </c:pt>
                <c:pt idx="2136">
                  <c:v>#N/A</c:v>
                </c:pt>
                <c:pt idx="2137">
                  <c:v>#N/A</c:v>
                </c:pt>
                <c:pt idx="2138">
                  <c:v>#N/A</c:v>
                </c:pt>
                <c:pt idx="2139">
                  <c:v>1.8</c:v>
                </c:pt>
                <c:pt idx="2140">
                  <c:v>#N/A</c:v>
                </c:pt>
                <c:pt idx="2141">
                  <c:v>#N/A</c:v>
                </c:pt>
                <c:pt idx="2142">
                  <c:v>#N/A</c:v>
                </c:pt>
                <c:pt idx="2143">
                  <c:v>#N/A</c:v>
                </c:pt>
                <c:pt idx="2144">
                  <c:v>#N/A</c:v>
                </c:pt>
                <c:pt idx="2145">
                  <c:v>#N/A</c:v>
                </c:pt>
                <c:pt idx="2146">
                  <c:v>#N/A</c:v>
                </c:pt>
                <c:pt idx="2147">
                  <c:v>#N/A</c:v>
                </c:pt>
                <c:pt idx="2148">
                  <c:v>#N/A</c:v>
                </c:pt>
                <c:pt idx="2149">
                  <c:v>#N/A</c:v>
                </c:pt>
                <c:pt idx="2150">
                  <c:v>#N/A</c:v>
                </c:pt>
                <c:pt idx="2151">
                  <c:v>#N/A</c:v>
                </c:pt>
                <c:pt idx="2152">
                  <c:v>#N/A</c:v>
                </c:pt>
                <c:pt idx="2153">
                  <c:v>#N/A</c:v>
                </c:pt>
                <c:pt idx="2154">
                  <c:v>#N/A</c:v>
                </c:pt>
                <c:pt idx="2155">
                  <c:v>#N/A</c:v>
                </c:pt>
                <c:pt idx="2156">
                  <c:v>#N/A</c:v>
                </c:pt>
                <c:pt idx="2157">
                  <c:v>#N/A</c:v>
                </c:pt>
                <c:pt idx="2158">
                  <c:v>#N/A</c:v>
                </c:pt>
                <c:pt idx="2159">
                  <c:v>#N/A</c:v>
                </c:pt>
                <c:pt idx="2160">
                  <c:v>#N/A</c:v>
                </c:pt>
                <c:pt idx="2161">
                  <c:v>#N/A</c:v>
                </c:pt>
                <c:pt idx="2162">
                  <c:v>#N/A</c:v>
                </c:pt>
                <c:pt idx="2163">
                  <c:v>#N/A</c:v>
                </c:pt>
                <c:pt idx="2164">
                  <c:v>#N/A</c:v>
                </c:pt>
                <c:pt idx="2165">
                  <c:v>#N/A</c:v>
                </c:pt>
                <c:pt idx="2166">
                  <c:v>#N/A</c:v>
                </c:pt>
                <c:pt idx="2167">
                  <c:v>#N/A</c:v>
                </c:pt>
                <c:pt idx="2168">
                  <c:v>#N/A</c:v>
                </c:pt>
                <c:pt idx="2169">
                  <c:v>#N/A</c:v>
                </c:pt>
                <c:pt idx="2170">
                  <c:v>1.8</c:v>
                </c:pt>
                <c:pt idx="2171">
                  <c:v>#N/A</c:v>
                </c:pt>
                <c:pt idx="2172">
                  <c:v>#N/A</c:v>
                </c:pt>
                <c:pt idx="2173">
                  <c:v>#N/A</c:v>
                </c:pt>
                <c:pt idx="2174">
                  <c:v>#N/A</c:v>
                </c:pt>
                <c:pt idx="2175">
                  <c:v>#N/A</c:v>
                </c:pt>
                <c:pt idx="2176">
                  <c:v>#N/A</c:v>
                </c:pt>
                <c:pt idx="2177">
                  <c:v>#N/A</c:v>
                </c:pt>
                <c:pt idx="2178">
                  <c:v>#N/A</c:v>
                </c:pt>
                <c:pt idx="2179">
                  <c:v>#N/A</c:v>
                </c:pt>
                <c:pt idx="2180">
                  <c:v>#N/A</c:v>
                </c:pt>
                <c:pt idx="2181">
                  <c:v>#N/A</c:v>
                </c:pt>
                <c:pt idx="2182">
                  <c:v>#N/A</c:v>
                </c:pt>
                <c:pt idx="2183">
                  <c:v>#N/A</c:v>
                </c:pt>
                <c:pt idx="2184">
                  <c:v>#N/A</c:v>
                </c:pt>
                <c:pt idx="2185">
                  <c:v>#N/A</c:v>
                </c:pt>
                <c:pt idx="2186">
                  <c:v>#N/A</c:v>
                </c:pt>
                <c:pt idx="2187">
                  <c:v>#N/A</c:v>
                </c:pt>
                <c:pt idx="2188">
                  <c:v>#N/A</c:v>
                </c:pt>
                <c:pt idx="2189">
                  <c:v>#N/A</c:v>
                </c:pt>
                <c:pt idx="2190">
                  <c:v>#N/A</c:v>
                </c:pt>
                <c:pt idx="2191">
                  <c:v>#N/A</c:v>
                </c:pt>
                <c:pt idx="2192">
                  <c:v>#N/A</c:v>
                </c:pt>
                <c:pt idx="2193">
                  <c:v>#N/A</c:v>
                </c:pt>
                <c:pt idx="2194">
                  <c:v>#N/A</c:v>
                </c:pt>
                <c:pt idx="2195">
                  <c:v>#N/A</c:v>
                </c:pt>
                <c:pt idx="2196">
                  <c:v>#N/A</c:v>
                </c:pt>
                <c:pt idx="2197">
                  <c:v>#N/A</c:v>
                </c:pt>
                <c:pt idx="2198">
                  <c:v>#N/A</c:v>
                </c:pt>
                <c:pt idx="2199">
                  <c:v>#N/A</c:v>
                </c:pt>
                <c:pt idx="2200">
                  <c:v>#N/A</c:v>
                </c:pt>
                <c:pt idx="2201">
                  <c:v>1.8</c:v>
                </c:pt>
                <c:pt idx="2202">
                  <c:v>#N/A</c:v>
                </c:pt>
                <c:pt idx="2203">
                  <c:v>#N/A</c:v>
                </c:pt>
                <c:pt idx="2204">
                  <c:v>#N/A</c:v>
                </c:pt>
                <c:pt idx="2205">
                  <c:v>#N/A</c:v>
                </c:pt>
                <c:pt idx="2206">
                  <c:v>#N/A</c:v>
                </c:pt>
                <c:pt idx="2207">
                  <c:v>#N/A</c:v>
                </c:pt>
                <c:pt idx="2208">
                  <c:v>#N/A</c:v>
                </c:pt>
                <c:pt idx="2209">
                  <c:v>#N/A</c:v>
                </c:pt>
                <c:pt idx="2210">
                  <c:v>#N/A</c:v>
                </c:pt>
                <c:pt idx="2211">
                  <c:v>#N/A</c:v>
                </c:pt>
                <c:pt idx="2212">
                  <c:v>#N/A</c:v>
                </c:pt>
                <c:pt idx="2213">
                  <c:v>#N/A</c:v>
                </c:pt>
                <c:pt idx="2214">
                  <c:v>#N/A</c:v>
                </c:pt>
                <c:pt idx="2215">
                  <c:v>#N/A</c:v>
                </c:pt>
                <c:pt idx="2216">
                  <c:v>#N/A</c:v>
                </c:pt>
                <c:pt idx="2217">
                  <c:v>#N/A</c:v>
                </c:pt>
                <c:pt idx="2218">
                  <c:v>#N/A</c:v>
                </c:pt>
                <c:pt idx="2219">
                  <c:v>#N/A</c:v>
                </c:pt>
                <c:pt idx="2220">
                  <c:v>#N/A</c:v>
                </c:pt>
                <c:pt idx="2221">
                  <c:v>#N/A</c:v>
                </c:pt>
                <c:pt idx="2222">
                  <c:v>#N/A</c:v>
                </c:pt>
                <c:pt idx="2223">
                  <c:v>#N/A</c:v>
                </c:pt>
                <c:pt idx="2224">
                  <c:v>#N/A</c:v>
                </c:pt>
                <c:pt idx="2225">
                  <c:v>#N/A</c:v>
                </c:pt>
                <c:pt idx="2226">
                  <c:v>#N/A</c:v>
                </c:pt>
                <c:pt idx="2227">
                  <c:v>#N/A</c:v>
                </c:pt>
                <c:pt idx="2228">
                  <c:v>#N/A</c:v>
                </c:pt>
                <c:pt idx="2229">
                  <c:v>#N/A</c:v>
                </c:pt>
                <c:pt idx="2230">
                  <c:v>#N/A</c:v>
                </c:pt>
                <c:pt idx="2231">
                  <c:v>1.8</c:v>
                </c:pt>
                <c:pt idx="2232">
                  <c:v>#N/A</c:v>
                </c:pt>
                <c:pt idx="2233">
                  <c:v>#N/A</c:v>
                </c:pt>
                <c:pt idx="2234">
                  <c:v>#N/A</c:v>
                </c:pt>
                <c:pt idx="2235">
                  <c:v>#N/A</c:v>
                </c:pt>
                <c:pt idx="2236">
                  <c:v>#N/A</c:v>
                </c:pt>
                <c:pt idx="2237">
                  <c:v>#N/A</c:v>
                </c:pt>
                <c:pt idx="2238">
                  <c:v>#N/A</c:v>
                </c:pt>
                <c:pt idx="2239">
                  <c:v>#N/A</c:v>
                </c:pt>
                <c:pt idx="2240">
                  <c:v>#N/A</c:v>
                </c:pt>
                <c:pt idx="2241">
                  <c:v>#N/A</c:v>
                </c:pt>
                <c:pt idx="2242">
                  <c:v>#N/A</c:v>
                </c:pt>
                <c:pt idx="2243">
                  <c:v>#N/A</c:v>
                </c:pt>
                <c:pt idx="2244">
                  <c:v>#N/A</c:v>
                </c:pt>
                <c:pt idx="2245">
                  <c:v>#N/A</c:v>
                </c:pt>
                <c:pt idx="2246">
                  <c:v>#N/A</c:v>
                </c:pt>
                <c:pt idx="2247">
                  <c:v>#N/A</c:v>
                </c:pt>
                <c:pt idx="2248">
                  <c:v>#N/A</c:v>
                </c:pt>
                <c:pt idx="2249">
                  <c:v>#N/A</c:v>
                </c:pt>
                <c:pt idx="2250">
                  <c:v>#N/A</c:v>
                </c:pt>
                <c:pt idx="2251">
                  <c:v>#N/A</c:v>
                </c:pt>
                <c:pt idx="2252">
                  <c:v>#N/A</c:v>
                </c:pt>
                <c:pt idx="2253">
                  <c:v>#N/A</c:v>
                </c:pt>
                <c:pt idx="2254">
                  <c:v>#N/A</c:v>
                </c:pt>
                <c:pt idx="2255">
                  <c:v>#N/A</c:v>
                </c:pt>
                <c:pt idx="2256">
                  <c:v>#N/A</c:v>
                </c:pt>
                <c:pt idx="2257">
                  <c:v>#N/A</c:v>
                </c:pt>
                <c:pt idx="2258">
                  <c:v>#N/A</c:v>
                </c:pt>
                <c:pt idx="2259">
                  <c:v>#N/A</c:v>
                </c:pt>
                <c:pt idx="2260">
                  <c:v>#N/A</c:v>
                </c:pt>
                <c:pt idx="2261">
                  <c:v>#N/A</c:v>
                </c:pt>
                <c:pt idx="2262">
                  <c:v>1.7</c:v>
                </c:pt>
                <c:pt idx="2263">
                  <c:v>#N/A</c:v>
                </c:pt>
                <c:pt idx="2264">
                  <c:v>#N/A</c:v>
                </c:pt>
                <c:pt idx="2265">
                  <c:v>#N/A</c:v>
                </c:pt>
                <c:pt idx="2266">
                  <c:v>#N/A</c:v>
                </c:pt>
                <c:pt idx="2267">
                  <c:v>#N/A</c:v>
                </c:pt>
                <c:pt idx="2268">
                  <c:v>#N/A</c:v>
                </c:pt>
                <c:pt idx="2269">
                  <c:v>#N/A</c:v>
                </c:pt>
                <c:pt idx="2270">
                  <c:v>#N/A</c:v>
                </c:pt>
                <c:pt idx="2271">
                  <c:v>#N/A</c:v>
                </c:pt>
                <c:pt idx="2272">
                  <c:v>#N/A</c:v>
                </c:pt>
                <c:pt idx="2273">
                  <c:v>#N/A</c:v>
                </c:pt>
                <c:pt idx="2274">
                  <c:v>#N/A</c:v>
                </c:pt>
                <c:pt idx="2275">
                  <c:v>#N/A</c:v>
                </c:pt>
                <c:pt idx="2276">
                  <c:v>#N/A</c:v>
                </c:pt>
                <c:pt idx="2277">
                  <c:v>#N/A</c:v>
                </c:pt>
                <c:pt idx="2278">
                  <c:v>#N/A</c:v>
                </c:pt>
                <c:pt idx="2279">
                  <c:v>#N/A</c:v>
                </c:pt>
                <c:pt idx="2280">
                  <c:v>#N/A</c:v>
                </c:pt>
                <c:pt idx="2281">
                  <c:v>#N/A</c:v>
                </c:pt>
                <c:pt idx="2282">
                  <c:v>#N/A</c:v>
                </c:pt>
                <c:pt idx="2283">
                  <c:v>#N/A</c:v>
                </c:pt>
                <c:pt idx="2284">
                  <c:v>#N/A</c:v>
                </c:pt>
                <c:pt idx="2285">
                  <c:v>#N/A</c:v>
                </c:pt>
                <c:pt idx="2286">
                  <c:v>#N/A</c:v>
                </c:pt>
                <c:pt idx="2287">
                  <c:v>#N/A</c:v>
                </c:pt>
                <c:pt idx="2288">
                  <c:v>#N/A</c:v>
                </c:pt>
                <c:pt idx="2289">
                  <c:v>#N/A</c:v>
                </c:pt>
                <c:pt idx="2290">
                  <c:v>#N/A</c:v>
                </c:pt>
                <c:pt idx="2291">
                  <c:v>#N/A</c:v>
                </c:pt>
                <c:pt idx="2292">
                  <c:v>1.9</c:v>
                </c:pt>
                <c:pt idx="2293">
                  <c:v>#N/A</c:v>
                </c:pt>
                <c:pt idx="2294">
                  <c:v>#N/A</c:v>
                </c:pt>
                <c:pt idx="2295">
                  <c:v>#N/A</c:v>
                </c:pt>
                <c:pt idx="2296">
                  <c:v>#N/A</c:v>
                </c:pt>
                <c:pt idx="2297">
                  <c:v>#N/A</c:v>
                </c:pt>
                <c:pt idx="2298">
                  <c:v>#N/A</c:v>
                </c:pt>
                <c:pt idx="2299">
                  <c:v>#N/A</c:v>
                </c:pt>
                <c:pt idx="2300">
                  <c:v>#N/A</c:v>
                </c:pt>
                <c:pt idx="2301">
                  <c:v>#N/A</c:v>
                </c:pt>
                <c:pt idx="2302">
                  <c:v>#N/A</c:v>
                </c:pt>
                <c:pt idx="2303">
                  <c:v>#N/A</c:v>
                </c:pt>
                <c:pt idx="2304">
                  <c:v>#N/A</c:v>
                </c:pt>
                <c:pt idx="2305">
                  <c:v>#N/A</c:v>
                </c:pt>
                <c:pt idx="2306">
                  <c:v>#N/A</c:v>
                </c:pt>
                <c:pt idx="2307">
                  <c:v>#N/A</c:v>
                </c:pt>
                <c:pt idx="2308">
                  <c:v>#N/A</c:v>
                </c:pt>
                <c:pt idx="2309">
                  <c:v>#N/A</c:v>
                </c:pt>
                <c:pt idx="2310">
                  <c:v>#N/A</c:v>
                </c:pt>
                <c:pt idx="2311">
                  <c:v>#N/A</c:v>
                </c:pt>
                <c:pt idx="2312">
                  <c:v>#N/A</c:v>
                </c:pt>
                <c:pt idx="2313">
                  <c:v>#N/A</c:v>
                </c:pt>
                <c:pt idx="2314">
                  <c:v>#N/A</c:v>
                </c:pt>
                <c:pt idx="2315">
                  <c:v>#N/A</c:v>
                </c:pt>
                <c:pt idx="2316">
                  <c:v>#N/A</c:v>
                </c:pt>
                <c:pt idx="2317">
                  <c:v>#N/A</c:v>
                </c:pt>
                <c:pt idx="2318">
                  <c:v>#N/A</c:v>
                </c:pt>
                <c:pt idx="2319">
                  <c:v>#N/A</c:v>
                </c:pt>
                <c:pt idx="2320">
                  <c:v>#N/A</c:v>
                </c:pt>
                <c:pt idx="2321">
                  <c:v>#N/A</c:v>
                </c:pt>
                <c:pt idx="2322">
                  <c:v>#N/A</c:v>
                </c:pt>
                <c:pt idx="2323">
                  <c:v>1.9</c:v>
                </c:pt>
                <c:pt idx="2324">
                  <c:v>#N/A</c:v>
                </c:pt>
                <c:pt idx="2325">
                  <c:v>#N/A</c:v>
                </c:pt>
                <c:pt idx="2326">
                  <c:v>#N/A</c:v>
                </c:pt>
                <c:pt idx="2327">
                  <c:v>#N/A</c:v>
                </c:pt>
                <c:pt idx="2328">
                  <c:v>#N/A</c:v>
                </c:pt>
                <c:pt idx="2329">
                  <c:v>#N/A</c:v>
                </c:pt>
                <c:pt idx="2330">
                  <c:v>#N/A</c:v>
                </c:pt>
                <c:pt idx="2331">
                  <c:v>#N/A</c:v>
                </c:pt>
                <c:pt idx="2332">
                  <c:v>#N/A</c:v>
                </c:pt>
                <c:pt idx="2333">
                  <c:v>#N/A</c:v>
                </c:pt>
                <c:pt idx="2334">
                  <c:v>#N/A</c:v>
                </c:pt>
                <c:pt idx="2335">
                  <c:v>#N/A</c:v>
                </c:pt>
                <c:pt idx="2336">
                  <c:v>#N/A</c:v>
                </c:pt>
                <c:pt idx="2337">
                  <c:v>#N/A</c:v>
                </c:pt>
                <c:pt idx="2338">
                  <c:v>#N/A</c:v>
                </c:pt>
                <c:pt idx="2339">
                  <c:v>#N/A</c:v>
                </c:pt>
                <c:pt idx="2340">
                  <c:v>#N/A</c:v>
                </c:pt>
                <c:pt idx="2341">
                  <c:v>#N/A</c:v>
                </c:pt>
                <c:pt idx="2342">
                  <c:v>#N/A</c:v>
                </c:pt>
                <c:pt idx="2343">
                  <c:v>#N/A</c:v>
                </c:pt>
                <c:pt idx="2344">
                  <c:v>#N/A</c:v>
                </c:pt>
                <c:pt idx="2345">
                  <c:v>#N/A</c:v>
                </c:pt>
                <c:pt idx="2346">
                  <c:v>#N/A</c:v>
                </c:pt>
                <c:pt idx="2347">
                  <c:v>#N/A</c:v>
                </c:pt>
                <c:pt idx="2348">
                  <c:v>#N/A</c:v>
                </c:pt>
                <c:pt idx="2349">
                  <c:v>#N/A</c:v>
                </c:pt>
                <c:pt idx="2350">
                  <c:v>#N/A</c:v>
                </c:pt>
                <c:pt idx="2351">
                  <c:v>#N/A</c:v>
                </c:pt>
                <c:pt idx="2352">
                  <c:v>1.9</c:v>
                </c:pt>
                <c:pt idx="2353">
                  <c:v>#N/A</c:v>
                </c:pt>
                <c:pt idx="2354">
                  <c:v>#N/A</c:v>
                </c:pt>
                <c:pt idx="2355">
                  <c:v>#N/A</c:v>
                </c:pt>
                <c:pt idx="2356">
                  <c:v>#N/A</c:v>
                </c:pt>
                <c:pt idx="2357">
                  <c:v>#N/A</c:v>
                </c:pt>
                <c:pt idx="2358">
                  <c:v>#N/A</c:v>
                </c:pt>
                <c:pt idx="2359">
                  <c:v>#N/A</c:v>
                </c:pt>
                <c:pt idx="2360">
                  <c:v>#N/A</c:v>
                </c:pt>
                <c:pt idx="2361">
                  <c:v>#N/A</c:v>
                </c:pt>
                <c:pt idx="2362">
                  <c:v>#N/A</c:v>
                </c:pt>
                <c:pt idx="2363">
                  <c:v>#N/A</c:v>
                </c:pt>
                <c:pt idx="2364">
                  <c:v>#N/A</c:v>
                </c:pt>
                <c:pt idx="2365">
                  <c:v>#N/A</c:v>
                </c:pt>
                <c:pt idx="2366">
                  <c:v>#N/A</c:v>
                </c:pt>
                <c:pt idx="2367">
                  <c:v>#N/A</c:v>
                </c:pt>
                <c:pt idx="2368">
                  <c:v>#N/A</c:v>
                </c:pt>
                <c:pt idx="2369">
                  <c:v>#N/A</c:v>
                </c:pt>
                <c:pt idx="2370">
                  <c:v>#N/A</c:v>
                </c:pt>
                <c:pt idx="2371">
                  <c:v>#N/A</c:v>
                </c:pt>
                <c:pt idx="2372">
                  <c:v>#N/A</c:v>
                </c:pt>
                <c:pt idx="2373">
                  <c:v>#N/A</c:v>
                </c:pt>
                <c:pt idx="2374">
                  <c:v>#N/A</c:v>
                </c:pt>
                <c:pt idx="2375">
                  <c:v>#N/A</c:v>
                </c:pt>
                <c:pt idx="2376">
                  <c:v>#N/A</c:v>
                </c:pt>
                <c:pt idx="2377">
                  <c:v>#N/A</c:v>
                </c:pt>
                <c:pt idx="2378">
                  <c:v>#N/A</c:v>
                </c:pt>
                <c:pt idx="2379">
                  <c:v>#N/A</c:v>
                </c:pt>
                <c:pt idx="2380">
                  <c:v>#N/A</c:v>
                </c:pt>
                <c:pt idx="2381">
                  <c:v>#N/A</c:v>
                </c:pt>
                <c:pt idx="2382">
                  <c:v>#N/A</c:v>
                </c:pt>
                <c:pt idx="2383">
                  <c:v>1.9</c:v>
                </c:pt>
                <c:pt idx="2384">
                  <c:v>#N/A</c:v>
                </c:pt>
                <c:pt idx="2385">
                  <c:v>#N/A</c:v>
                </c:pt>
                <c:pt idx="2386">
                  <c:v>#N/A</c:v>
                </c:pt>
                <c:pt idx="2387">
                  <c:v>#N/A</c:v>
                </c:pt>
                <c:pt idx="2388">
                  <c:v>#N/A</c:v>
                </c:pt>
                <c:pt idx="2389">
                  <c:v>#N/A</c:v>
                </c:pt>
                <c:pt idx="2390">
                  <c:v>#N/A</c:v>
                </c:pt>
                <c:pt idx="2391">
                  <c:v>#N/A</c:v>
                </c:pt>
                <c:pt idx="2392">
                  <c:v>#N/A</c:v>
                </c:pt>
                <c:pt idx="2393">
                  <c:v>#N/A</c:v>
                </c:pt>
                <c:pt idx="2394">
                  <c:v>#N/A</c:v>
                </c:pt>
                <c:pt idx="2395">
                  <c:v>#N/A</c:v>
                </c:pt>
                <c:pt idx="2396">
                  <c:v>#N/A</c:v>
                </c:pt>
                <c:pt idx="2397">
                  <c:v>#N/A</c:v>
                </c:pt>
                <c:pt idx="2398">
                  <c:v>#N/A</c:v>
                </c:pt>
                <c:pt idx="2399">
                  <c:v>#N/A</c:v>
                </c:pt>
                <c:pt idx="2400">
                  <c:v>#N/A</c:v>
                </c:pt>
                <c:pt idx="2401">
                  <c:v>#N/A</c:v>
                </c:pt>
                <c:pt idx="2402">
                  <c:v>#N/A</c:v>
                </c:pt>
                <c:pt idx="2403">
                  <c:v>#N/A</c:v>
                </c:pt>
                <c:pt idx="2404">
                  <c:v>#N/A</c:v>
                </c:pt>
                <c:pt idx="2405">
                  <c:v>#N/A</c:v>
                </c:pt>
                <c:pt idx="2406">
                  <c:v>#N/A</c:v>
                </c:pt>
                <c:pt idx="2407">
                  <c:v>#N/A</c:v>
                </c:pt>
                <c:pt idx="2408">
                  <c:v>#N/A</c:v>
                </c:pt>
                <c:pt idx="2409">
                  <c:v>#N/A</c:v>
                </c:pt>
                <c:pt idx="2410">
                  <c:v>#N/A</c:v>
                </c:pt>
                <c:pt idx="2411">
                  <c:v>#N/A</c:v>
                </c:pt>
                <c:pt idx="2412">
                  <c:v>#N/A</c:v>
                </c:pt>
                <c:pt idx="2413">
                  <c:v>#N/A</c:v>
                </c:pt>
                <c:pt idx="2414">
                  <c:v>1.9</c:v>
                </c:pt>
                <c:pt idx="2415">
                  <c:v>#N/A</c:v>
                </c:pt>
                <c:pt idx="2416">
                  <c:v>#N/A</c:v>
                </c:pt>
                <c:pt idx="2417">
                  <c:v>#N/A</c:v>
                </c:pt>
                <c:pt idx="2418">
                  <c:v>#N/A</c:v>
                </c:pt>
                <c:pt idx="2419">
                  <c:v>#N/A</c:v>
                </c:pt>
                <c:pt idx="2420">
                  <c:v>#N/A</c:v>
                </c:pt>
                <c:pt idx="2421">
                  <c:v>#N/A</c:v>
                </c:pt>
                <c:pt idx="2422">
                  <c:v>#N/A</c:v>
                </c:pt>
                <c:pt idx="2423">
                  <c:v>#N/A</c:v>
                </c:pt>
                <c:pt idx="2424">
                  <c:v>#N/A</c:v>
                </c:pt>
                <c:pt idx="2425">
                  <c:v>#N/A</c:v>
                </c:pt>
                <c:pt idx="2426">
                  <c:v>#N/A</c:v>
                </c:pt>
                <c:pt idx="2427">
                  <c:v>#N/A</c:v>
                </c:pt>
                <c:pt idx="2428">
                  <c:v>#N/A</c:v>
                </c:pt>
                <c:pt idx="2429">
                  <c:v>#N/A</c:v>
                </c:pt>
                <c:pt idx="2430">
                  <c:v>#N/A</c:v>
                </c:pt>
                <c:pt idx="2431">
                  <c:v>#N/A</c:v>
                </c:pt>
                <c:pt idx="2432">
                  <c:v>#N/A</c:v>
                </c:pt>
                <c:pt idx="2433">
                  <c:v>#N/A</c:v>
                </c:pt>
                <c:pt idx="2434">
                  <c:v>#N/A</c:v>
                </c:pt>
                <c:pt idx="2435">
                  <c:v>#N/A</c:v>
                </c:pt>
                <c:pt idx="2436">
                  <c:v>#N/A</c:v>
                </c:pt>
                <c:pt idx="2437">
                  <c:v>#N/A</c:v>
                </c:pt>
                <c:pt idx="2438">
                  <c:v>#N/A</c:v>
                </c:pt>
                <c:pt idx="2439">
                  <c:v>#N/A</c:v>
                </c:pt>
                <c:pt idx="2440">
                  <c:v>#N/A</c:v>
                </c:pt>
                <c:pt idx="2441">
                  <c:v>#N/A</c:v>
                </c:pt>
                <c:pt idx="2442">
                  <c:v>#N/A</c:v>
                </c:pt>
                <c:pt idx="2443">
                  <c:v>#N/A</c:v>
                </c:pt>
                <c:pt idx="2444">
                  <c:v>2</c:v>
                </c:pt>
                <c:pt idx="2445">
                  <c:v>#N/A</c:v>
                </c:pt>
                <c:pt idx="2446">
                  <c:v>#N/A</c:v>
                </c:pt>
                <c:pt idx="2447">
                  <c:v>#N/A</c:v>
                </c:pt>
                <c:pt idx="2448">
                  <c:v>#N/A</c:v>
                </c:pt>
                <c:pt idx="2449">
                  <c:v>#N/A</c:v>
                </c:pt>
                <c:pt idx="2450">
                  <c:v>#N/A</c:v>
                </c:pt>
                <c:pt idx="2451">
                  <c:v>#N/A</c:v>
                </c:pt>
                <c:pt idx="2452">
                  <c:v>#N/A</c:v>
                </c:pt>
                <c:pt idx="2453">
                  <c:v>#N/A</c:v>
                </c:pt>
                <c:pt idx="2454">
                  <c:v>#N/A</c:v>
                </c:pt>
                <c:pt idx="2455">
                  <c:v>#N/A</c:v>
                </c:pt>
                <c:pt idx="2456">
                  <c:v>#N/A</c:v>
                </c:pt>
                <c:pt idx="2457">
                  <c:v>#N/A</c:v>
                </c:pt>
                <c:pt idx="2458">
                  <c:v>#N/A</c:v>
                </c:pt>
                <c:pt idx="2459">
                  <c:v>#N/A</c:v>
                </c:pt>
                <c:pt idx="2460">
                  <c:v>#N/A</c:v>
                </c:pt>
                <c:pt idx="2461">
                  <c:v>#N/A</c:v>
                </c:pt>
                <c:pt idx="2462">
                  <c:v>#N/A</c:v>
                </c:pt>
                <c:pt idx="2463">
                  <c:v>#N/A</c:v>
                </c:pt>
                <c:pt idx="2464">
                  <c:v>#N/A</c:v>
                </c:pt>
                <c:pt idx="2465">
                  <c:v>#N/A</c:v>
                </c:pt>
                <c:pt idx="2466">
                  <c:v>#N/A</c:v>
                </c:pt>
                <c:pt idx="2467">
                  <c:v>#N/A</c:v>
                </c:pt>
                <c:pt idx="2468">
                  <c:v>#N/A</c:v>
                </c:pt>
                <c:pt idx="2469">
                  <c:v>#N/A</c:v>
                </c:pt>
                <c:pt idx="2470">
                  <c:v>#N/A</c:v>
                </c:pt>
                <c:pt idx="2471">
                  <c:v>#N/A</c:v>
                </c:pt>
                <c:pt idx="2472">
                  <c:v>#N/A</c:v>
                </c:pt>
                <c:pt idx="2473">
                  <c:v>#N/A</c:v>
                </c:pt>
                <c:pt idx="2474">
                  <c:v>#N/A</c:v>
                </c:pt>
                <c:pt idx="2475">
                  <c:v>2</c:v>
                </c:pt>
                <c:pt idx="2476">
                  <c:v>#N/A</c:v>
                </c:pt>
                <c:pt idx="2477">
                  <c:v>#N/A</c:v>
                </c:pt>
                <c:pt idx="2478">
                  <c:v>#N/A</c:v>
                </c:pt>
                <c:pt idx="2479">
                  <c:v>#N/A</c:v>
                </c:pt>
                <c:pt idx="2480">
                  <c:v>#N/A</c:v>
                </c:pt>
                <c:pt idx="2481">
                  <c:v>#N/A</c:v>
                </c:pt>
                <c:pt idx="2482">
                  <c:v>#N/A</c:v>
                </c:pt>
                <c:pt idx="2483">
                  <c:v>#N/A</c:v>
                </c:pt>
                <c:pt idx="2484">
                  <c:v>#N/A</c:v>
                </c:pt>
                <c:pt idx="2485">
                  <c:v>#N/A</c:v>
                </c:pt>
                <c:pt idx="2486">
                  <c:v>#N/A</c:v>
                </c:pt>
                <c:pt idx="2487">
                  <c:v>#N/A</c:v>
                </c:pt>
                <c:pt idx="2488">
                  <c:v>#N/A</c:v>
                </c:pt>
                <c:pt idx="2489">
                  <c:v>#N/A</c:v>
                </c:pt>
                <c:pt idx="2490">
                  <c:v>#N/A</c:v>
                </c:pt>
                <c:pt idx="2491">
                  <c:v>#N/A</c:v>
                </c:pt>
                <c:pt idx="2492">
                  <c:v>#N/A</c:v>
                </c:pt>
                <c:pt idx="2493">
                  <c:v>#N/A</c:v>
                </c:pt>
                <c:pt idx="2494">
                  <c:v>#N/A</c:v>
                </c:pt>
                <c:pt idx="2495">
                  <c:v>#N/A</c:v>
                </c:pt>
                <c:pt idx="2496">
                  <c:v>#N/A</c:v>
                </c:pt>
                <c:pt idx="2497">
                  <c:v>#N/A</c:v>
                </c:pt>
                <c:pt idx="2498">
                  <c:v>#N/A</c:v>
                </c:pt>
                <c:pt idx="2499">
                  <c:v>#N/A</c:v>
                </c:pt>
                <c:pt idx="2500">
                  <c:v>#N/A</c:v>
                </c:pt>
                <c:pt idx="2501">
                  <c:v>#N/A</c:v>
                </c:pt>
                <c:pt idx="2502">
                  <c:v>#N/A</c:v>
                </c:pt>
                <c:pt idx="2503">
                  <c:v>#N/A</c:v>
                </c:pt>
                <c:pt idx="2504">
                  <c:v>#N/A</c:v>
                </c:pt>
                <c:pt idx="2505">
                  <c:v>2.1</c:v>
                </c:pt>
                <c:pt idx="2506">
                  <c:v>#N/A</c:v>
                </c:pt>
                <c:pt idx="2507">
                  <c:v>#N/A</c:v>
                </c:pt>
                <c:pt idx="2508">
                  <c:v>#N/A</c:v>
                </c:pt>
                <c:pt idx="2509">
                  <c:v>#N/A</c:v>
                </c:pt>
                <c:pt idx="2510">
                  <c:v>#N/A</c:v>
                </c:pt>
                <c:pt idx="2511">
                  <c:v>#N/A</c:v>
                </c:pt>
                <c:pt idx="2512">
                  <c:v>#N/A</c:v>
                </c:pt>
                <c:pt idx="2513">
                  <c:v>#N/A</c:v>
                </c:pt>
                <c:pt idx="2514">
                  <c:v>#N/A</c:v>
                </c:pt>
                <c:pt idx="2515">
                  <c:v>#N/A</c:v>
                </c:pt>
                <c:pt idx="2516">
                  <c:v>#N/A</c:v>
                </c:pt>
                <c:pt idx="2517">
                  <c:v>#N/A</c:v>
                </c:pt>
                <c:pt idx="2518">
                  <c:v>#N/A</c:v>
                </c:pt>
                <c:pt idx="2519">
                  <c:v>#N/A</c:v>
                </c:pt>
                <c:pt idx="2520">
                  <c:v>#N/A</c:v>
                </c:pt>
                <c:pt idx="2521">
                  <c:v>#N/A</c:v>
                </c:pt>
                <c:pt idx="2522">
                  <c:v>#N/A</c:v>
                </c:pt>
                <c:pt idx="2523">
                  <c:v>#N/A</c:v>
                </c:pt>
                <c:pt idx="2524">
                  <c:v>#N/A</c:v>
                </c:pt>
                <c:pt idx="2525">
                  <c:v>#N/A</c:v>
                </c:pt>
                <c:pt idx="2526">
                  <c:v>#N/A</c:v>
                </c:pt>
                <c:pt idx="2527">
                  <c:v>#N/A</c:v>
                </c:pt>
                <c:pt idx="2528">
                  <c:v>#N/A</c:v>
                </c:pt>
                <c:pt idx="2529">
                  <c:v>#N/A</c:v>
                </c:pt>
                <c:pt idx="2530">
                  <c:v>#N/A</c:v>
                </c:pt>
                <c:pt idx="2531">
                  <c:v>#N/A</c:v>
                </c:pt>
                <c:pt idx="2532">
                  <c:v>#N/A</c:v>
                </c:pt>
                <c:pt idx="2533">
                  <c:v>#N/A</c:v>
                </c:pt>
                <c:pt idx="2534">
                  <c:v>#N/A</c:v>
                </c:pt>
                <c:pt idx="2535">
                  <c:v>#N/A</c:v>
                </c:pt>
                <c:pt idx="2536">
                  <c:v>2</c:v>
                </c:pt>
                <c:pt idx="2537">
                  <c:v>#N/A</c:v>
                </c:pt>
                <c:pt idx="2538">
                  <c:v>#N/A</c:v>
                </c:pt>
                <c:pt idx="2539">
                  <c:v>#N/A</c:v>
                </c:pt>
                <c:pt idx="2540">
                  <c:v>#N/A</c:v>
                </c:pt>
                <c:pt idx="2541">
                  <c:v>#N/A</c:v>
                </c:pt>
                <c:pt idx="2542">
                  <c:v>#N/A</c:v>
                </c:pt>
                <c:pt idx="2543">
                  <c:v>#N/A</c:v>
                </c:pt>
                <c:pt idx="2544">
                  <c:v>#N/A</c:v>
                </c:pt>
                <c:pt idx="2545">
                  <c:v>#N/A</c:v>
                </c:pt>
                <c:pt idx="2546">
                  <c:v>#N/A</c:v>
                </c:pt>
                <c:pt idx="2547">
                  <c:v>#N/A</c:v>
                </c:pt>
                <c:pt idx="2548">
                  <c:v>#N/A</c:v>
                </c:pt>
                <c:pt idx="2549">
                  <c:v>#N/A</c:v>
                </c:pt>
                <c:pt idx="2550">
                  <c:v>#N/A</c:v>
                </c:pt>
                <c:pt idx="2551">
                  <c:v>#N/A</c:v>
                </c:pt>
                <c:pt idx="2552">
                  <c:v>#N/A</c:v>
                </c:pt>
                <c:pt idx="2553">
                  <c:v>#N/A</c:v>
                </c:pt>
                <c:pt idx="2554">
                  <c:v>#N/A</c:v>
                </c:pt>
                <c:pt idx="2555">
                  <c:v>#N/A</c:v>
                </c:pt>
                <c:pt idx="2556">
                  <c:v>#N/A</c:v>
                </c:pt>
                <c:pt idx="2557">
                  <c:v>#N/A</c:v>
                </c:pt>
                <c:pt idx="2558">
                  <c:v>#N/A</c:v>
                </c:pt>
                <c:pt idx="2559">
                  <c:v>#N/A</c:v>
                </c:pt>
                <c:pt idx="2560">
                  <c:v>#N/A</c:v>
                </c:pt>
                <c:pt idx="2561">
                  <c:v>#N/A</c:v>
                </c:pt>
                <c:pt idx="2562">
                  <c:v>#N/A</c:v>
                </c:pt>
                <c:pt idx="2563">
                  <c:v>#N/A</c:v>
                </c:pt>
                <c:pt idx="2564">
                  <c:v>#N/A</c:v>
                </c:pt>
                <c:pt idx="2565">
                  <c:v>#N/A</c:v>
                </c:pt>
                <c:pt idx="2566">
                  <c:v>#N/A</c:v>
                </c:pt>
                <c:pt idx="2567">
                  <c:v>2</c:v>
                </c:pt>
                <c:pt idx="2568">
                  <c:v>#N/A</c:v>
                </c:pt>
                <c:pt idx="2569">
                  <c:v>#N/A</c:v>
                </c:pt>
                <c:pt idx="2570">
                  <c:v>#N/A</c:v>
                </c:pt>
                <c:pt idx="2571">
                  <c:v>#N/A</c:v>
                </c:pt>
                <c:pt idx="2572">
                  <c:v>#N/A</c:v>
                </c:pt>
                <c:pt idx="2573">
                  <c:v>#N/A</c:v>
                </c:pt>
                <c:pt idx="2574">
                  <c:v>#N/A</c:v>
                </c:pt>
                <c:pt idx="2575">
                  <c:v>#N/A</c:v>
                </c:pt>
                <c:pt idx="2576">
                  <c:v>#N/A</c:v>
                </c:pt>
                <c:pt idx="2577">
                  <c:v>#N/A</c:v>
                </c:pt>
                <c:pt idx="2578">
                  <c:v>#N/A</c:v>
                </c:pt>
                <c:pt idx="2579">
                  <c:v>#N/A</c:v>
                </c:pt>
                <c:pt idx="2580">
                  <c:v>#N/A</c:v>
                </c:pt>
                <c:pt idx="2581">
                  <c:v>#N/A</c:v>
                </c:pt>
                <c:pt idx="2582">
                  <c:v>#N/A</c:v>
                </c:pt>
                <c:pt idx="2583">
                  <c:v>#N/A</c:v>
                </c:pt>
                <c:pt idx="2584">
                  <c:v>#N/A</c:v>
                </c:pt>
                <c:pt idx="2585">
                  <c:v>#N/A</c:v>
                </c:pt>
                <c:pt idx="2586">
                  <c:v>#N/A</c:v>
                </c:pt>
                <c:pt idx="2587">
                  <c:v>#N/A</c:v>
                </c:pt>
                <c:pt idx="2588">
                  <c:v>#N/A</c:v>
                </c:pt>
                <c:pt idx="2589">
                  <c:v>#N/A</c:v>
                </c:pt>
                <c:pt idx="2590">
                  <c:v>#N/A</c:v>
                </c:pt>
                <c:pt idx="2591">
                  <c:v>#N/A</c:v>
                </c:pt>
                <c:pt idx="2592">
                  <c:v>#N/A</c:v>
                </c:pt>
                <c:pt idx="2593">
                  <c:v>#N/A</c:v>
                </c:pt>
                <c:pt idx="2594">
                  <c:v>#N/A</c:v>
                </c:pt>
                <c:pt idx="2595">
                  <c:v>#N/A</c:v>
                </c:pt>
                <c:pt idx="2596">
                  <c:v>#N/A</c:v>
                </c:pt>
                <c:pt idx="2597">
                  <c:v>2</c:v>
                </c:pt>
                <c:pt idx="2598">
                  <c:v>#N/A</c:v>
                </c:pt>
                <c:pt idx="2599">
                  <c:v>#N/A</c:v>
                </c:pt>
                <c:pt idx="2600">
                  <c:v>#N/A</c:v>
                </c:pt>
                <c:pt idx="2601">
                  <c:v>#N/A</c:v>
                </c:pt>
                <c:pt idx="2602">
                  <c:v>#N/A</c:v>
                </c:pt>
                <c:pt idx="2603">
                  <c:v>#N/A</c:v>
                </c:pt>
                <c:pt idx="2604">
                  <c:v>#N/A</c:v>
                </c:pt>
                <c:pt idx="2605">
                  <c:v>#N/A</c:v>
                </c:pt>
                <c:pt idx="2606">
                  <c:v>#N/A</c:v>
                </c:pt>
                <c:pt idx="2607">
                  <c:v>#N/A</c:v>
                </c:pt>
                <c:pt idx="2608">
                  <c:v>#N/A</c:v>
                </c:pt>
                <c:pt idx="2609">
                  <c:v>#N/A</c:v>
                </c:pt>
                <c:pt idx="2610">
                  <c:v>#N/A</c:v>
                </c:pt>
                <c:pt idx="2611">
                  <c:v>#N/A</c:v>
                </c:pt>
                <c:pt idx="2612">
                  <c:v>#N/A</c:v>
                </c:pt>
                <c:pt idx="2613">
                  <c:v>#N/A</c:v>
                </c:pt>
                <c:pt idx="2614">
                  <c:v>#N/A</c:v>
                </c:pt>
                <c:pt idx="2615">
                  <c:v>#N/A</c:v>
                </c:pt>
                <c:pt idx="2616">
                  <c:v>#N/A</c:v>
                </c:pt>
                <c:pt idx="2617">
                  <c:v>#N/A</c:v>
                </c:pt>
                <c:pt idx="2618">
                  <c:v>#N/A</c:v>
                </c:pt>
                <c:pt idx="2619">
                  <c:v>#N/A</c:v>
                </c:pt>
                <c:pt idx="2620">
                  <c:v>#N/A</c:v>
                </c:pt>
                <c:pt idx="2621">
                  <c:v>#N/A</c:v>
                </c:pt>
                <c:pt idx="2622">
                  <c:v>#N/A</c:v>
                </c:pt>
                <c:pt idx="2623">
                  <c:v>#N/A</c:v>
                </c:pt>
                <c:pt idx="2624">
                  <c:v>#N/A</c:v>
                </c:pt>
                <c:pt idx="2625">
                  <c:v>#N/A</c:v>
                </c:pt>
                <c:pt idx="2626">
                  <c:v>#N/A</c:v>
                </c:pt>
                <c:pt idx="2627">
                  <c:v>#N/A</c:v>
                </c:pt>
                <c:pt idx="2628">
                  <c:v>2.1</c:v>
                </c:pt>
                <c:pt idx="2629">
                  <c:v>#N/A</c:v>
                </c:pt>
                <c:pt idx="2630">
                  <c:v>#N/A</c:v>
                </c:pt>
                <c:pt idx="2631">
                  <c:v>#N/A</c:v>
                </c:pt>
                <c:pt idx="2632">
                  <c:v>#N/A</c:v>
                </c:pt>
                <c:pt idx="2633">
                  <c:v>#N/A</c:v>
                </c:pt>
                <c:pt idx="2634">
                  <c:v>#N/A</c:v>
                </c:pt>
                <c:pt idx="2635">
                  <c:v>#N/A</c:v>
                </c:pt>
                <c:pt idx="2636">
                  <c:v>#N/A</c:v>
                </c:pt>
                <c:pt idx="2637">
                  <c:v>#N/A</c:v>
                </c:pt>
                <c:pt idx="2638">
                  <c:v>#N/A</c:v>
                </c:pt>
                <c:pt idx="2639">
                  <c:v>#N/A</c:v>
                </c:pt>
                <c:pt idx="2640">
                  <c:v>#N/A</c:v>
                </c:pt>
                <c:pt idx="2641">
                  <c:v>#N/A</c:v>
                </c:pt>
                <c:pt idx="2642">
                  <c:v>#N/A</c:v>
                </c:pt>
                <c:pt idx="2643">
                  <c:v>#N/A</c:v>
                </c:pt>
                <c:pt idx="2644">
                  <c:v>#N/A</c:v>
                </c:pt>
                <c:pt idx="2645">
                  <c:v>#N/A</c:v>
                </c:pt>
                <c:pt idx="2646">
                  <c:v>#N/A</c:v>
                </c:pt>
                <c:pt idx="2647">
                  <c:v>#N/A</c:v>
                </c:pt>
                <c:pt idx="2648">
                  <c:v>#N/A</c:v>
                </c:pt>
                <c:pt idx="2649">
                  <c:v>#N/A</c:v>
                </c:pt>
                <c:pt idx="2650">
                  <c:v>#N/A</c:v>
                </c:pt>
                <c:pt idx="2651">
                  <c:v>#N/A</c:v>
                </c:pt>
                <c:pt idx="2652">
                  <c:v>#N/A</c:v>
                </c:pt>
                <c:pt idx="2653">
                  <c:v>#N/A</c:v>
                </c:pt>
                <c:pt idx="2654">
                  <c:v>#N/A</c:v>
                </c:pt>
                <c:pt idx="2655">
                  <c:v>#N/A</c:v>
                </c:pt>
                <c:pt idx="2656">
                  <c:v>#N/A</c:v>
                </c:pt>
                <c:pt idx="2657">
                  <c:v>#N/A</c:v>
                </c:pt>
                <c:pt idx="2658">
                  <c:v>2</c:v>
                </c:pt>
                <c:pt idx="2659">
                  <c:v>#N/A</c:v>
                </c:pt>
                <c:pt idx="2660">
                  <c:v>#N/A</c:v>
                </c:pt>
                <c:pt idx="2661">
                  <c:v>#N/A</c:v>
                </c:pt>
                <c:pt idx="2662">
                  <c:v>#N/A</c:v>
                </c:pt>
                <c:pt idx="2663">
                  <c:v>#N/A</c:v>
                </c:pt>
                <c:pt idx="2664">
                  <c:v>#N/A</c:v>
                </c:pt>
                <c:pt idx="2665">
                  <c:v>#N/A</c:v>
                </c:pt>
                <c:pt idx="2666">
                  <c:v>#N/A</c:v>
                </c:pt>
                <c:pt idx="2667">
                  <c:v>#N/A</c:v>
                </c:pt>
                <c:pt idx="2668">
                  <c:v>#N/A</c:v>
                </c:pt>
                <c:pt idx="2669">
                  <c:v>#N/A</c:v>
                </c:pt>
                <c:pt idx="2670">
                  <c:v>#N/A</c:v>
                </c:pt>
                <c:pt idx="2671">
                  <c:v>#N/A</c:v>
                </c:pt>
                <c:pt idx="2672">
                  <c:v>#N/A</c:v>
                </c:pt>
                <c:pt idx="2673">
                  <c:v>#N/A</c:v>
                </c:pt>
                <c:pt idx="2674">
                  <c:v>#N/A</c:v>
                </c:pt>
                <c:pt idx="2675">
                  <c:v>#N/A</c:v>
                </c:pt>
                <c:pt idx="2676">
                  <c:v>#N/A</c:v>
                </c:pt>
                <c:pt idx="2677">
                  <c:v>#N/A</c:v>
                </c:pt>
                <c:pt idx="2678">
                  <c:v>#N/A</c:v>
                </c:pt>
                <c:pt idx="2679">
                  <c:v>#N/A</c:v>
                </c:pt>
                <c:pt idx="2680">
                  <c:v>#N/A</c:v>
                </c:pt>
                <c:pt idx="2681">
                  <c:v>#N/A</c:v>
                </c:pt>
                <c:pt idx="2682">
                  <c:v>#N/A</c:v>
                </c:pt>
                <c:pt idx="2683">
                  <c:v>#N/A</c:v>
                </c:pt>
                <c:pt idx="2684">
                  <c:v>#N/A</c:v>
                </c:pt>
                <c:pt idx="2685">
                  <c:v>#N/A</c:v>
                </c:pt>
                <c:pt idx="2686">
                  <c:v>#N/A</c:v>
                </c:pt>
                <c:pt idx="2687">
                  <c:v>#N/A</c:v>
                </c:pt>
                <c:pt idx="2688">
                  <c:v>#N/A</c:v>
                </c:pt>
                <c:pt idx="2689">
                  <c:v>2</c:v>
                </c:pt>
                <c:pt idx="2690">
                  <c:v>#N/A</c:v>
                </c:pt>
                <c:pt idx="2691">
                  <c:v>#N/A</c:v>
                </c:pt>
                <c:pt idx="2692">
                  <c:v>#N/A</c:v>
                </c:pt>
                <c:pt idx="2693">
                  <c:v>#N/A</c:v>
                </c:pt>
                <c:pt idx="2694">
                  <c:v>#N/A</c:v>
                </c:pt>
                <c:pt idx="2695">
                  <c:v>#N/A</c:v>
                </c:pt>
                <c:pt idx="2696">
                  <c:v>#N/A</c:v>
                </c:pt>
                <c:pt idx="2697">
                  <c:v>#N/A</c:v>
                </c:pt>
                <c:pt idx="2698">
                  <c:v>#N/A</c:v>
                </c:pt>
                <c:pt idx="2699">
                  <c:v>#N/A</c:v>
                </c:pt>
                <c:pt idx="2700">
                  <c:v>#N/A</c:v>
                </c:pt>
                <c:pt idx="2701">
                  <c:v>#N/A</c:v>
                </c:pt>
                <c:pt idx="2702">
                  <c:v>#N/A</c:v>
                </c:pt>
                <c:pt idx="2703">
                  <c:v>#N/A</c:v>
                </c:pt>
                <c:pt idx="2704">
                  <c:v>#N/A</c:v>
                </c:pt>
                <c:pt idx="2705">
                  <c:v>#N/A</c:v>
                </c:pt>
                <c:pt idx="2706">
                  <c:v>#N/A</c:v>
                </c:pt>
                <c:pt idx="2707">
                  <c:v>#N/A</c:v>
                </c:pt>
                <c:pt idx="2708">
                  <c:v>#N/A</c:v>
                </c:pt>
                <c:pt idx="2709">
                  <c:v>#N/A</c:v>
                </c:pt>
                <c:pt idx="2710">
                  <c:v>#N/A</c:v>
                </c:pt>
                <c:pt idx="2711">
                  <c:v>#N/A</c:v>
                </c:pt>
                <c:pt idx="2712">
                  <c:v>#N/A</c:v>
                </c:pt>
                <c:pt idx="2713">
                  <c:v>#N/A</c:v>
                </c:pt>
                <c:pt idx="2714">
                  <c:v>#N/A</c:v>
                </c:pt>
                <c:pt idx="2715">
                  <c:v>#N/A</c:v>
                </c:pt>
                <c:pt idx="2716">
                  <c:v>#N/A</c:v>
                </c:pt>
                <c:pt idx="2717">
                  <c:v>1.9</c:v>
                </c:pt>
                <c:pt idx="2718">
                  <c:v>#N/A</c:v>
                </c:pt>
                <c:pt idx="2719">
                  <c:v>#N/A</c:v>
                </c:pt>
                <c:pt idx="2720">
                  <c:v>#N/A</c:v>
                </c:pt>
                <c:pt idx="2721">
                  <c:v>#N/A</c:v>
                </c:pt>
                <c:pt idx="2722">
                  <c:v>#N/A</c:v>
                </c:pt>
                <c:pt idx="2723">
                  <c:v>#N/A</c:v>
                </c:pt>
                <c:pt idx="2724">
                  <c:v>#N/A</c:v>
                </c:pt>
                <c:pt idx="2725">
                  <c:v>#N/A</c:v>
                </c:pt>
                <c:pt idx="2726">
                  <c:v>#N/A</c:v>
                </c:pt>
                <c:pt idx="2727">
                  <c:v>#N/A</c:v>
                </c:pt>
                <c:pt idx="2728">
                  <c:v>#N/A</c:v>
                </c:pt>
                <c:pt idx="2729">
                  <c:v>#N/A</c:v>
                </c:pt>
                <c:pt idx="2730">
                  <c:v>#N/A</c:v>
                </c:pt>
                <c:pt idx="2731">
                  <c:v>#N/A</c:v>
                </c:pt>
                <c:pt idx="2732">
                  <c:v>#N/A</c:v>
                </c:pt>
                <c:pt idx="2733">
                  <c:v>#N/A</c:v>
                </c:pt>
                <c:pt idx="2734">
                  <c:v>#N/A</c:v>
                </c:pt>
                <c:pt idx="2735">
                  <c:v>#N/A</c:v>
                </c:pt>
                <c:pt idx="2736">
                  <c:v>#N/A</c:v>
                </c:pt>
                <c:pt idx="2737">
                  <c:v>#N/A</c:v>
                </c:pt>
                <c:pt idx="2738">
                  <c:v>#N/A</c:v>
                </c:pt>
                <c:pt idx="2739">
                  <c:v>#N/A</c:v>
                </c:pt>
                <c:pt idx="2740">
                  <c:v>#N/A</c:v>
                </c:pt>
                <c:pt idx="2741">
                  <c:v>#N/A</c:v>
                </c:pt>
                <c:pt idx="2742">
                  <c:v>#N/A</c:v>
                </c:pt>
                <c:pt idx="2743">
                  <c:v>#N/A</c:v>
                </c:pt>
                <c:pt idx="2744">
                  <c:v>#N/A</c:v>
                </c:pt>
                <c:pt idx="2745">
                  <c:v>#N/A</c:v>
                </c:pt>
                <c:pt idx="2746">
                  <c:v>#N/A</c:v>
                </c:pt>
                <c:pt idx="2747">
                  <c:v>#N/A</c:v>
                </c:pt>
                <c:pt idx="2748">
                  <c:v>2</c:v>
                </c:pt>
                <c:pt idx="2749">
                  <c:v>#N/A</c:v>
                </c:pt>
                <c:pt idx="2750">
                  <c:v>#N/A</c:v>
                </c:pt>
                <c:pt idx="2751">
                  <c:v>#N/A</c:v>
                </c:pt>
                <c:pt idx="2752">
                  <c:v>#N/A</c:v>
                </c:pt>
                <c:pt idx="2753">
                  <c:v>#N/A</c:v>
                </c:pt>
                <c:pt idx="2754">
                  <c:v>#N/A</c:v>
                </c:pt>
                <c:pt idx="2755">
                  <c:v>#N/A</c:v>
                </c:pt>
                <c:pt idx="2756">
                  <c:v>#N/A</c:v>
                </c:pt>
                <c:pt idx="2757">
                  <c:v>#N/A</c:v>
                </c:pt>
                <c:pt idx="2758">
                  <c:v>#N/A</c:v>
                </c:pt>
                <c:pt idx="2759">
                  <c:v>#N/A</c:v>
                </c:pt>
                <c:pt idx="2760">
                  <c:v>#N/A</c:v>
                </c:pt>
                <c:pt idx="2761">
                  <c:v>#N/A</c:v>
                </c:pt>
                <c:pt idx="2762">
                  <c:v>#N/A</c:v>
                </c:pt>
                <c:pt idx="2763">
                  <c:v>#N/A</c:v>
                </c:pt>
                <c:pt idx="2764">
                  <c:v>#N/A</c:v>
                </c:pt>
                <c:pt idx="2765">
                  <c:v>#N/A</c:v>
                </c:pt>
                <c:pt idx="2766">
                  <c:v>#N/A</c:v>
                </c:pt>
                <c:pt idx="2767">
                  <c:v>#N/A</c:v>
                </c:pt>
                <c:pt idx="2768">
                  <c:v>#N/A</c:v>
                </c:pt>
                <c:pt idx="2769">
                  <c:v>#N/A</c:v>
                </c:pt>
                <c:pt idx="2770">
                  <c:v>#N/A</c:v>
                </c:pt>
                <c:pt idx="2771">
                  <c:v>#N/A</c:v>
                </c:pt>
                <c:pt idx="2772">
                  <c:v>#N/A</c:v>
                </c:pt>
                <c:pt idx="2773">
                  <c:v>#N/A</c:v>
                </c:pt>
                <c:pt idx="2774">
                  <c:v>#N/A</c:v>
                </c:pt>
                <c:pt idx="2775">
                  <c:v>#N/A</c:v>
                </c:pt>
                <c:pt idx="2776">
                  <c:v>#N/A</c:v>
                </c:pt>
                <c:pt idx="2777">
                  <c:v>#N/A</c:v>
                </c:pt>
                <c:pt idx="2778">
                  <c:v>#N/A</c:v>
                </c:pt>
                <c:pt idx="2779">
                  <c:v>2</c:v>
                </c:pt>
                <c:pt idx="2780">
                  <c:v>#N/A</c:v>
                </c:pt>
                <c:pt idx="2781">
                  <c:v>#N/A</c:v>
                </c:pt>
                <c:pt idx="2782">
                  <c:v>#N/A</c:v>
                </c:pt>
                <c:pt idx="2783">
                  <c:v>#N/A</c:v>
                </c:pt>
                <c:pt idx="2784">
                  <c:v>#N/A</c:v>
                </c:pt>
                <c:pt idx="2785">
                  <c:v>#N/A</c:v>
                </c:pt>
                <c:pt idx="2786">
                  <c:v>#N/A</c:v>
                </c:pt>
                <c:pt idx="2787">
                  <c:v>#N/A</c:v>
                </c:pt>
                <c:pt idx="2788">
                  <c:v>#N/A</c:v>
                </c:pt>
                <c:pt idx="2789">
                  <c:v>#N/A</c:v>
                </c:pt>
                <c:pt idx="2790">
                  <c:v>#N/A</c:v>
                </c:pt>
                <c:pt idx="2791">
                  <c:v>#N/A</c:v>
                </c:pt>
                <c:pt idx="2792">
                  <c:v>#N/A</c:v>
                </c:pt>
                <c:pt idx="2793">
                  <c:v>#N/A</c:v>
                </c:pt>
                <c:pt idx="2794">
                  <c:v>#N/A</c:v>
                </c:pt>
                <c:pt idx="2795">
                  <c:v>#N/A</c:v>
                </c:pt>
                <c:pt idx="2796">
                  <c:v>#N/A</c:v>
                </c:pt>
                <c:pt idx="2797">
                  <c:v>#N/A</c:v>
                </c:pt>
                <c:pt idx="2798">
                  <c:v>#N/A</c:v>
                </c:pt>
                <c:pt idx="2799">
                  <c:v>#N/A</c:v>
                </c:pt>
                <c:pt idx="2800">
                  <c:v>#N/A</c:v>
                </c:pt>
                <c:pt idx="2801">
                  <c:v>#N/A</c:v>
                </c:pt>
                <c:pt idx="2802">
                  <c:v>#N/A</c:v>
                </c:pt>
                <c:pt idx="2803">
                  <c:v>#N/A</c:v>
                </c:pt>
                <c:pt idx="2804">
                  <c:v>#N/A</c:v>
                </c:pt>
                <c:pt idx="2805">
                  <c:v>#N/A</c:v>
                </c:pt>
                <c:pt idx="2806">
                  <c:v>#N/A</c:v>
                </c:pt>
                <c:pt idx="2807">
                  <c:v>#N/A</c:v>
                </c:pt>
                <c:pt idx="2808">
                  <c:v>#N/A</c:v>
                </c:pt>
                <c:pt idx="2809">
                  <c:v>2</c:v>
                </c:pt>
                <c:pt idx="2810">
                  <c:v>#N/A</c:v>
                </c:pt>
                <c:pt idx="2811">
                  <c:v>#N/A</c:v>
                </c:pt>
                <c:pt idx="2812">
                  <c:v>#N/A</c:v>
                </c:pt>
                <c:pt idx="2813">
                  <c:v>#N/A</c:v>
                </c:pt>
                <c:pt idx="2814">
                  <c:v>#N/A</c:v>
                </c:pt>
                <c:pt idx="2815">
                  <c:v>#N/A</c:v>
                </c:pt>
                <c:pt idx="2816">
                  <c:v>#N/A</c:v>
                </c:pt>
                <c:pt idx="2817">
                  <c:v>#N/A</c:v>
                </c:pt>
                <c:pt idx="2818">
                  <c:v>#N/A</c:v>
                </c:pt>
                <c:pt idx="2819">
                  <c:v>#N/A</c:v>
                </c:pt>
                <c:pt idx="2820">
                  <c:v>#N/A</c:v>
                </c:pt>
                <c:pt idx="2821">
                  <c:v>#N/A</c:v>
                </c:pt>
                <c:pt idx="2822">
                  <c:v>#N/A</c:v>
                </c:pt>
                <c:pt idx="2823">
                  <c:v>#N/A</c:v>
                </c:pt>
                <c:pt idx="2824">
                  <c:v>#N/A</c:v>
                </c:pt>
                <c:pt idx="2825">
                  <c:v>#N/A</c:v>
                </c:pt>
                <c:pt idx="2826">
                  <c:v>#N/A</c:v>
                </c:pt>
                <c:pt idx="2827">
                  <c:v>#N/A</c:v>
                </c:pt>
                <c:pt idx="2828">
                  <c:v>#N/A</c:v>
                </c:pt>
                <c:pt idx="2829">
                  <c:v>#N/A</c:v>
                </c:pt>
                <c:pt idx="2830">
                  <c:v>#N/A</c:v>
                </c:pt>
                <c:pt idx="2831">
                  <c:v>#N/A</c:v>
                </c:pt>
                <c:pt idx="2832">
                  <c:v>#N/A</c:v>
                </c:pt>
                <c:pt idx="2833">
                  <c:v>#N/A</c:v>
                </c:pt>
                <c:pt idx="2834">
                  <c:v>#N/A</c:v>
                </c:pt>
                <c:pt idx="2835">
                  <c:v>#N/A</c:v>
                </c:pt>
                <c:pt idx="2836">
                  <c:v>#N/A</c:v>
                </c:pt>
                <c:pt idx="2837">
                  <c:v>#N/A</c:v>
                </c:pt>
                <c:pt idx="2838">
                  <c:v>#N/A</c:v>
                </c:pt>
                <c:pt idx="2839">
                  <c:v>#N/A</c:v>
                </c:pt>
                <c:pt idx="2840">
                  <c:v>1.9</c:v>
                </c:pt>
                <c:pt idx="2841">
                  <c:v>#N/A</c:v>
                </c:pt>
                <c:pt idx="2842">
                  <c:v>#N/A</c:v>
                </c:pt>
                <c:pt idx="2843">
                  <c:v>#N/A</c:v>
                </c:pt>
                <c:pt idx="2844">
                  <c:v>#N/A</c:v>
                </c:pt>
                <c:pt idx="2845">
                  <c:v>#N/A</c:v>
                </c:pt>
                <c:pt idx="2846">
                  <c:v>#N/A</c:v>
                </c:pt>
                <c:pt idx="2847">
                  <c:v>#N/A</c:v>
                </c:pt>
                <c:pt idx="2848">
                  <c:v>#N/A</c:v>
                </c:pt>
                <c:pt idx="2849">
                  <c:v>#N/A</c:v>
                </c:pt>
                <c:pt idx="2850">
                  <c:v>#N/A</c:v>
                </c:pt>
                <c:pt idx="2851">
                  <c:v>#N/A</c:v>
                </c:pt>
                <c:pt idx="2852">
                  <c:v>#N/A</c:v>
                </c:pt>
                <c:pt idx="2853">
                  <c:v>#N/A</c:v>
                </c:pt>
                <c:pt idx="2854">
                  <c:v>#N/A</c:v>
                </c:pt>
                <c:pt idx="2855">
                  <c:v>#N/A</c:v>
                </c:pt>
                <c:pt idx="2856">
                  <c:v>#N/A</c:v>
                </c:pt>
                <c:pt idx="2857">
                  <c:v>#N/A</c:v>
                </c:pt>
                <c:pt idx="2858">
                  <c:v>#N/A</c:v>
                </c:pt>
                <c:pt idx="2859">
                  <c:v>#N/A</c:v>
                </c:pt>
                <c:pt idx="2860">
                  <c:v>#N/A</c:v>
                </c:pt>
                <c:pt idx="2861">
                  <c:v>#N/A</c:v>
                </c:pt>
                <c:pt idx="2862">
                  <c:v>#N/A</c:v>
                </c:pt>
                <c:pt idx="2863">
                  <c:v>#N/A</c:v>
                </c:pt>
                <c:pt idx="2864">
                  <c:v>#N/A</c:v>
                </c:pt>
                <c:pt idx="2865">
                  <c:v>#N/A</c:v>
                </c:pt>
                <c:pt idx="2866">
                  <c:v>#N/A</c:v>
                </c:pt>
                <c:pt idx="2867">
                  <c:v>#N/A</c:v>
                </c:pt>
                <c:pt idx="2868">
                  <c:v>#N/A</c:v>
                </c:pt>
                <c:pt idx="2869">
                  <c:v>#N/A</c:v>
                </c:pt>
                <c:pt idx="2870">
                  <c:v>1.9</c:v>
                </c:pt>
                <c:pt idx="2871">
                  <c:v>#N/A</c:v>
                </c:pt>
                <c:pt idx="2872">
                  <c:v>#N/A</c:v>
                </c:pt>
                <c:pt idx="2873">
                  <c:v>#N/A</c:v>
                </c:pt>
                <c:pt idx="2874">
                  <c:v>#N/A</c:v>
                </c:pt>
                <c:pt idx="2875">
                  <c:v>#N/A</c:v>
                </c:pt>
                <c:pt idx="2876">
                  <c:v>#N/A</c:v>
                </c:pt>
                <c:pt idx="2877">
                  <c:v>#N/A</c:v>
                </c:pt>
                <c:pt idx="2878">
                  <c:v>#N/A</c:v>
                </c:pt>
                <c:pt idx="2879">
                  <c:v>#N/A</c:v>
                </c:pt>
                <c:pt idx="2880">
                  <c:v>#N/A</c:v>
                </c:pt>
                <c:pt idx="2881">
                  <c:v>#N/A</c:v>
                </c:pt>
                <c:pt idx="2882">
                  <c:v>#N/A</c:v>
                </c:pt>
                <c:pt idx="2883">
                  <c:v>#N/A</c:v>
                </c:pt>
                <c:pt idx="2884">
                  <c:v>#N/A</c:v>
                </c:pt>
                <c:pt idx="2885">
                  <c:v>#N/A</c:v>
                </c:pt>
                <c:pt idx="2886">
                  <c:v>#N/A</c:v>
                </c:pt>
                <c:pt idx="2887">
                  <c:v>#N/A</c:v>
                </c:pt>
                <c:pt idx="2888">
                  <c:v>#N/A</c:v>
                </c:pt>
                <c:pt idx="2889">
                  <c:v>#N/A</c:v>
                </c:pt>
                <c:pt idx="2890">
                  <c:v>#N/A</c:v>
                </c:pt>
                <c:pt idx="2891">
                  <c:v>#N/A</c:v>
                </c:pt>
                <c:pt idx="2892">
                  <c:v>#N/A</c:v>
                </c:pt>
                <c:pt idx="2893">
                  <c:v>#N/A</c:v>
                </c:pt>
                <c:pt idx="2894">
                  <c:v>#N/A</c:v>
                </c:pt>
                <c:pt idx="2895">
                  <c:v>#N/A</c:v>
                </c:pt>
                <c:pt idx="2896">
                  <c:v>#N/A</c:v>
                </c:pt>
                <c:pt idx="2897">
                  <c:v>#N/A</c:v>
                </c:pt>
                <c:pt idx="2898">
                  <c:v>#N/A</c:v>
                </c:pt>
                <c:pt idx="2899">
                  <c:v>#N/A</c:v>
                </c:pt>
                <c:pt idx="2900">
                  <c:v>#N/A</c:v>
                </c:pt>
                <c:pt idx="2901">
                  <c:v>1.9</c:v>
                </c:pt>
                <c:pt idx="2902">
                  <c:v>#N/A</c:v>
                </c:pt>
                <c:pt idx="2903">
                  <c:v>#N/A</c:v>
                </c:pt>
                <c:pt idx="2904">
                  <c:v>#N/A</c:v>
                </c:pt>
                <c:pt idx="2905">
                  <c:v>#N/A</c:v>
                </c:pt>
                <c:pt idx="2906">
                  <c:v>#N/A</c:v>
                </c:pt>
                <c:pt idx="2907">
                  <c:v>#N/A</c:v>
                </c:pt>
                <c:pt idx="2908">
                  <c:v>#N/A</c:v>
                </c:pt>
                <c:pt idx="2909">
                  <c:v>#N/A</c:v>
                </c:pt>
                <c:pt idx="2910">
                  <c:v>#N/A</c:v>
                </c:pt>
                <c:pt idx="2911">
                  <c:v>#N/A</c:v>
                </c:pt>
                <c:pt idx="2912">
                  <c:v>#N/A</c:v>
                </c:pt>
                <c:pt idx="2913">
                  <c:v>#N/A</c:v>
                </c:pt>
                <c:pt idx="2914">
                  <c:v>#N/A</c:v>
                </c:pt>
                <c:pt idx="2915">
                  <c:v>#N/A</c:v>
                </c:pt>
                <c:pt idx="2916">
                  <c:v>#N/A</c:v>
                </c:pt>
                <c:pt idx="2917">
                  <c:v>#N/A</c:v>
                </c:pt>
                <c:pt idx="2918">
                  <c:v>#N/A</c:v>
                </c:pt>
                <c:pt idx="2919">
                  <c:v>#N/A</c:v>
                </c:pt>
                <c:pt idx="2920">
                  <c:v>#N/A</c:v>
                </c:pt>
                <c:pt idx="2921">
                  <c:v>#N/A</c:v>
                </c:pt>
                <c:pt idx="2922">
                  <c:v>#N/A</c:v>
                </c:pt>
                <c:pt idx="2923">
                  <c:v>#N/A</c:v>
                </c:pt>
                <c:pt idx="2924">
                  <c:v>#N/A</c:v>
                </c:pt>
                <c:pt idx="2925">
                  <c:v>#N/A</c:v>
                </c:pt>
                <c:pt idx="2926">
                  <c:v>#N/A</c:v>
                </c:pt>
                <c:pt idx="2927">
                  <c:v>#N/A</c:v>
                </c:pt>
                <c:pt idx="2928">
                  <c:v>#N/A</c:v>
                </c:pt>
                <c:pt idx="2929">
                  <c:v>#N/A</c:v>
                </c:pt>
                <c:pt idx="2930">
                  <c:v>#N/A</c:v>
                </c:pt>
                <c:pt idx="2931">
                  <c:v>#N/A</c:v>
                </c:pt>
                <c:pt idx="2932">
                  <c:v>1.9</c:v>
                </c:pt>
                <c:pt idx="2933">
                  <c:v>#N/A</c:v>
                </c:pt>
                <c:pt idx="2934">
                  <c:v>#N/A</c:v>
                </c:pt>
                <c:pt idx="2935">
                  <c:v>#N/A</c:v>
                </c:pt>
                <c:pt idx="2936">
                  <c:v>#N/A</c:v>
                </c:pt>
                <c:pt idx="2937">
                  <c:v>#N/A</c:v>
                </c:pt>
                <c:pt idx="2938">
                  <c:v>#N/A</c:v>
                </c:pt>
                <c:pt idx="2939">
                  <c:v>#N/A</c:v>
                </c:pt>
                <c:pt idx="2940">
                  <c:v>#N/A</c:v>
                </c:pt>
                <c:pt idx="2941">
                  <c:v>#N/A</c:v>
                </c:pt>
                <c:pt idx="2942">
                  <c:v>#N/A</c:v>
                </c:pt>
                <c:pt idx="2943">
                  <c:v>#N/A</c:v>
                </c:pt>
                <c:pt idx="2944">
                  <c:v>#N/A</c:v>
                </c:pt>
                <c:pt idx="2945">
                  <c:v>#N/A</c:v>
                </c:pt>
                <c:pt idx="2946">
                  <c:v>#N/A</c:v>
                </c:pt>
                <c:pt idx="2947">
                  <c:v>#N/A</c:v>
                </c:pt>
                <c:pt idx="2948">
                  <c:v>#N/A</c:v>
                </c:pt>
                <c:pt idx="2949">
                  <c:v>#N/A</c:v>
                </c:pt>
                <c:pt idx="2950">
                  <c:v>#N/A</c:v>
                </c:pt>
                <c:pt idx="2951">
                  <c:v>#N/A</c:v>
                </c:pt>
                <c:pt idx="2952">
                  <c:v>#N/A</c:v>
                </c:pt>
                <c:pt idx="2953">
                  <c:v>#N/A</c:v>
                </c:pt>
                <c:pt idx="2954">
                  <c:v>#N/A</c:v>
                </c:pt>
                <c:pt idx="2955">
                  <c:v>#N/A</c:v>
                </c:pt>
                <c:pt idx="2956">
                  <c:v>#N/A</c:v>
                </c:pt>
                <c:pt idx="2957">
                  <c:v>#N/A</c:v>
                </c:pt>
                <c:pt idx="2958">
                  <c:v>#N/A</c:v>
                </c:pt>
                <c:pt idx="2959">
                  <c:v>#N/A</c:v>
                </c:pt>
                <c:pt idx="2960">
                  <c:v>#N/A</c:v>
                </c:pt>
                <c:pt idx="2961">
                  <c:v>#N/A</c:v>
                </c:pt>
                <c:pt idx="2962">
                  <c:v>1.9</c:v>
                </c:pt>
                <c:pt idx="2963">
                  <c:v>#N/A</c:v>
                </c:pt>
                <c:pt idx="2964">
                  <c:v>#N/A</c:v>
                </c:pt>
                <c:pt idx="2965">
                  <c:v>#N/A</c:v>
                </c:pt>
                <c:pt idx="2966">
                  <c:v>#N/A</c:v>
                </c:pt>
                <c:pt idx="2967">
                  <c:v>#N/A</c:v>
                </c:pt>
                <c:pt idx="2968">
                  <c:v>#N/A</c:v>
                </c:pt>
                <c:pt idx="2969">
                  <c:v>#N/A</c:v>
                </c:pt>
                <c:pt idx="2970">
                  <c:v>#N/A</c:v>
                </c:pt>
                <c:pt idx="2971">
                  <c:v>#N/A</c:v>
                </c:pt>
                <c:pt idx="2972">
                  <c:v>#N/A</c:v>
                </c:pt>
                <c:pt idx="2973">
                  <c:v>#N/A</c:v>
                </c:pt>
                <c:pt idx="2974">
                  <c:v>#N/A</c:v>
                </c:pt>
                <c:pt idx="2975">
                  <c:v>#N/A</c:v>
                </c:pt>
                <c:pt idx="2976">
                  <c:v>#N/A</c:v>
                </c:pt>
                <c:pt idx="2977">
                  <c:v>#N/A</c:v>
                </c:pt>
                <c:pt idx="2978">
                  <c:v>#N/A</c:v>
                </c:pt>
                <c:pt idx="2979">
                  <c:v>#N/A</c:v>
                </c:pt>
                <c:pt idx="2980">
                  <c:v>#N/A</c:v>
                </c:pt>
                <c:pt idx="2981">
                  <c:v>#N/A</c:v>
                </c:pt>
                <c:pt idx="2982">
                  <c:v>#N/A</c:v>
                </c:pt>
                <c:pt idx="2983">
                  <c:v>#N/A</c:v>
                </c:pt>
                <c:pt idx="2984">
                  <c:v>#N/A</c:v>
                </c:pt>
                <c:pt idx="2985">
                  <c:v>#N/A</c:v>
                </c:pt>
                <c:pt idx="2986">
                  <c:v>#N/A</c:v>
                </c:pt>
                <c:pt idx="2987">
                  <c:v>#N/A</c:v>
                </c:pt>
                <c:pt idx="2988">
                  <c:v>#N/A</c:v>
                </c:pt>
                <c:pt idx="2989">
                  <c:v>#N/A</c:v>
                </c:pt>
                <c:pt idx="2990">
                  <c:v>#N/A</c:v>
                </c:pt>
                <c:pt idx="2991">
                  <c:v>#N/A</c:v>
                </c:pt>
                <c:pt idx="2992">
                  <c:v>#N/A</c:v>
                </c:pt>
                <c:pt idx="2993">
                  <c:v>1.8</c:v>
                </c:pt>
                <c:pt idx="2994">
                  <c:v>#N/A</c:v>
                </c:pt>
                <c:pt idx="2995">
                  <c:v>#N/A</c:v>
                </c:pt>
                <c:pt idx="2996">
                  <c:v>#N/A</c:v>
                </c:pt>
                <c:pt idx="2997">
                  <c:v>#N/A</c:v>
                </c:pt>
                <c:pt idx="2998">
                  <c:v>#N/A</c:v>
                </c:pt>
                <c:pt idx="2999">
                  <c:v>#N/A</c:v>
                </c:pt>
                <c:pt idx="3000">
                  <c:v>#N/A</c:v>
                </c:pt>
                <c:pt idx="3001">
                  <c:v>#N/A</c:v>
                </c:pt>
                <c:pt idx="3002">
                  <c:v>#N/A</c:v>
                </c:pt>
                <c:pt idx="3003">
                  <c:v>#N/A</c:v>
                </c:pt>
                <c:pt idx="3004">
                  <c:v>#N/A</c:v>
                </c:pt>
                <c:pt idx="3005">
                  <c:v>#N/A</c:v>
                </c:pt>
                <c:pt idx="3006">
                  <c:v>#N/A</c:v>
                </c:pt>
                <c:pt idx="3007">
                  <c:v>#N/A</c:v>
                </c:pt>
                <c:pt idx="3008">
                  <c:v>#N/A</c:v>
                </c:pt>
                <c:pt idx="3009">
                  <c:v>#N/A</c:v>
                </c:pt>
                <c:pt idx="3010">
                  <c:v>#N/A</c:v>
                </c:pt>
                <c:pt idx="3011">
                  <c:v>#N/A</c:v>
                </c:pt>
                <c:pt idx="3012">
                  <c:v>#N/A</c:v>
                </c:pt>
                <c:pt idx="3013">
                  <c:v>#N/A</c:v>
                </c:pt>
                <c:pt idx="3014">
                  <c:v>#N/A</c:v>
                </c:pt>
                <c:pt idx="3015">
                  <c:v>#N/A</c:v>
                </c:pt>
                <c:pt idx="3016">
                  <c:v>#N/A</c:v>
                </c:pt>
                <c:pt idx="3017">
                  <c:v>#N/A</c:v>
                </c:pt>
                <c:pt idx="3018">
                  <c:v>#N/A</c:v>
                </c:pt>
                <c:pt idx="3019">
                  <c:v>#N/A</c:v>
                </c:pt>
                <c:pt idx="3020">
                  <c:v>#N/A</c:v>
                </c:pt>
                <c:pt idx="3021">
                  <c:v>#N/A</c:v>
                </c:pt>
                <c:pt idx="3022">
                  <c:v>#N/A</c:v>
                </c:pt>
                <c:pt idx="3023">
                  <c:v>1.8</c:v>
                </c:pt>
                <c:pt idx="3024">
                  <c:v>#N/A</c:v>
                </c:pt>
                <c:pt idx="3025">
                  <c:v>#N/A</c:v>
                </c:pt>
                <c:pt idx="3026">
                  <c:v>#N/A</c:v>
                </c:pt>
                <c:pt idx="3027">
                  <c:v>#N/A</c:v>
                </c:pt>
                <c:pt idx="3028">
                  <c:v>#N/A</c:v>
                </c:pt>
                <c:pt idx="3029">
                  <c:v>#N/A</c:v>
                </c:pt>
                <c:pt idx="3030">
                  <c:v>#N/A</c:v>
                </c:pt>
                <c:pt idx="3031">
                  <c:v>#N/A</c:v>
                </c:pt>
                <c:pt idx="3032">
                  <c:v>#N/A</c:v>
                </c:pt>
                <c:pt idx="3033">
                  <c:v>#N/A</c:v>
                </c:pt>
                <c:pt idx="3034">
                  <c:v>#N/A</c:v>
                </c:pt>
                <c:pt idx="3035">
                  <c:v>#N/A</c:v>
                </c:pt>
                <c:pt idx="3036">
                  <c:v>#N/A</c:v>
                </c:pt>
                <c:pt idx="3037">
                  <c:v>#N/A</c:v>
                </c:pt>
                <c:pt idx="3038">
                  <c:v>#N/A</c:v>
                </c:pt>
                <c:pt idx="3039">
                  <c:v>#N/A</c:v>
                </c:pt>
                <c:pt idx="3040">
                  <c:v>#N/A</c:v>
                </c:pt>
                <c:pt idx="3041">
                  <c:v>#N/A</c:v>
                </c:pt>
                <c:pt idx="3042">
                  <c:v>#N/A</c:v>
                </c:pt>
                <c:pt idx="3043">
                  <c:v>#N/A</c:v>
                </c:pt>
                <c:pt idx="3044">
                  <c:v>#N/A</c:v>
                </c:pt>
                <c:pt idx="3045">
                  <c:v>#N/A</c:v>
                </c:pt>
                <c:pt idx="3046">
                  <c:v>#N/A</c:v>
                </c:pt>
                <c:pt idx="3047">
                  <c:v>#N/A</c:v>
                </c:pt>
                <c:pt idx="3048">
                  <c:v>#N/A</c:v>
                </c:pt>
                <c:pt idx="3049">
                  <c:v>#N/A</c:v>
                </c:pt>
                <c:pt idx="3050">
                  <c:v>#N/A</c:v>
                </c:pt>
                <c:pt idx="3051">
                  <c:v>#N/A</c:v>
                </c:pt>
                <c:pt idx="3052">
                  <c:v>#N/A</c:v>
                </c:pt>
                <c:pt idx="3053">
                  <c:v>#N/A</c:v>
                </c:pt>
                <c:pt idx="3054">
                  <c:v>1.8</c:v>
                </c:pt>
                <c:pt idx="3055">
                  <c:v>#N/A</c:v>
                </c:pt>
                <c:pt idx="3056">
                  <c:v>#N/A</c:v>
                </c:pt>
                <c:pt idx="3057">
                  <c:v>#N/A</c:v>
                </c:pt>
                <c:pt idx="3058">
                  <c:v>#N/A</c:v>
                </c:pt>
                <c:pt idx="3059">
                  <c:v>#N/A</c:v>
                </c:pt>
                <c:pt idx="3060">
                  <c:v>#N/A</c:v>
                </c:pt>
                <c:pt idx="3061">
                  <c:v>#N/A</c:v>
                </c:pt>
                <c:pt idx="3062">
                  <c:v>#N/A</c:v>
                </c:pt>
                <c:pt idx="3063">
                  <c:v>#N/A</c:v>
                </c:pt>
                <c:pt idx="3064">
                  <c:v>#N/A</c:v>
                </c:pt>
                <c:pt idx="3065">
                  <c:v>#N/A</c:v>
                </c:pt>
                <c:pt idx="3066">
                  <c:v>#N/A</c:v>
                </c:pt>
                <c:pt idx="3067">
                  <c:v>#N/A</c:v>
                </c:pt>
                <c:pt idx="3068">
                  <c:v>#N/A</c:v>
                </c:pt>
                <c:pt idx="3069">
                  <c:v>#N/A</c:v>
                </c:pt>
                <c:pt idx="3070">
                  <c:v>#N/A</c:v>
                </c:pt>
                <c:pt idx="3071">
                  <c:v>#N/A</c:v>
                </c:pt>
                <c:pt idx="3072">
                  <c:v>#N/A</c:v>
                </c:pt>
                <c:pt idx="3073">
                  <c:v>#N/A</c:v>
                </c:pt>
                <c:pt idx="3074">
                  <c:v>#N/A</c:v>
                </c:pt>
                <c:pt idx="3075">
                  <c:v>#N/A</c:v>
                </c:pt>
                <c:pt idx="3076">
                  <c:v>#N/A</c:v>
                </c:pt>
                <c:pt idx="3077">
                  <c:v>#N/A</c:v>
                </c:pt>
                <c:pt idx="3078">
                  <c:v>#N/A</c:v>
                </c:pt>
                <c:pt idx="3079">
                  <c:v>#N/A</c:v>
                </c:pt>
                <c:pt idx="3080">
                  <c:v>#N/A</c:v>
                </c:pt>
                <c:pt idx="3081">
                  <c:v>#N/A</c:v>
                </c:pt>
                <c:pt idx="3082">
                  <c:v>1.7</c:v>
                </c:pt>
                <c:pt idx="3083">
                  <c:v>#N/A</c:v>
                </c:pt>
                <c:pt idx="3084">
                  <c:v>#N/A</c:v>
                </c:pt>
                <c:pt idx="3085">
                  <c:v>#N/A</c:v>
                </c:pt>
                <c:pt idx="3086">
                  <c:v>#N/A</c:v>
                </c:pt>
                <c:pt idx="3087">
                  <c:v>#N/A</c:v>
                </c:pt>
                <c:pt idx="3088">
                  <c:v>#N/A</c:v>
                </c:pt>
                <c:pt idx="3089">
                  <c:v>#N/A</c:v>
                </c:pt>
                <c:pt idx="3090">
                  <c:v>#N/A</c:v>
                </c:pt>
                <c:pt idx="3091">
                  <c:v>#N/A</c:v>
                </c:pt>
                <c:pt idx="3092">
                  <c:v>#N/A</c:v>
                </c:pt>
                <c:pt idx="3093">
                  <c:v>#N/A</c:v>
                </c:pt>
                <c:pt idx="3094">
                  <c:v>#N/A</c:v>
                </c:pt>
                <c:pt idx="3095">
                  <c:v>#N/A</c:v>
                </c:pt>
                <c:pt idx="3096">
                  <c:v>#N/A</c:v>
                </c:pt>
                <c:pt idx="3097">
                  <c:v>#N/A</c:v>
                </c:pt>
                <c:pt idx="3098">
                  <c:v>#N/A</c:v>
                </c:pt>
                <c:pt idx="3099">
                  <c:v>#N/A</c:v>
                </c:pt>
                <c:pt idx="3100">
                  <c:v>#N/A</c:v>
                </c:pt>
                <c:pt idx="3101">
                  <c:v>#N/A</c:v>
                </c:pt>
                <c:pt idx="3102">
                  <c:v>#N/A</c:v>
                </c:pt>
                <c:pt idx="3103">
                  <c:v>#N/A</c:v>
                </c:pt>
                <c:pt idx="3104">
                  <c:v>#N/A</c:v>
                </c:pt>
                <c:pt idx="3105">
                  <c:v>#N/A</c:v>
                </c:pt>
                <c:pt idx="3106">
                  <c:v>#N/A</c:v>
                </c:pt>
                <c:pt idx="3107">
                  <c:v>#N/A</c:v>
                </c:pt>
                <c:pt idx="3108">
                  <c:v>#N/A</c:v>
                </c:pt>
                <c:pt idx="3109">
                  <c:v>#N/A</c:v>
                </c:pt>
                <c:pt idx="3110">
                  <c:v>#N/A</c:v>
                </c:pt>
                <c:pt idx="3111">
                  <c:v>#N/A</c:v>
                </c:pt>
                <c:pt idx="3112">
                  <c:v>#N/A</c:v>
                </c:pt>
                <c:pt idx="3113">
                  <c:v>1.7</c:v>
                </c:pt>
                <c:pt idx="3114">
                  <c:v>#N/A</c:v>
                </c:pt>
                <c:pt idx="3115">
                  <c:v>#N/A</c:v>
                </c:pt>
                <c:pt idx="3116">
                  <c:v>#N/A</c:v>
                </c:pt>
                <c:pt idx="3117">
                  <c:v>#N/A</c:v>
                </c:pt>
                <c:pt idx="3118">
                  <c:v>#N/A</c:v>
                </c:pt>
                <c:pt idx="3119">
                  <c:v>#N/A</c:v>
                </c:pt>
                <c:pt idx="3120">
                  <c:v>#N/A</c:v>
                </c:pt>
                <c:pt idx="3121">
                  <c:v>#N/A</c:v>
                </c:pt>
                <c:pt idx="3122">
                  <c:v>#N/A</c:v>
                </c:pt>
                <c:pt idx="3123">
                  <c:v>#N/A</c:v>
                </c:pt>
                <c:pt idx="3124">
                  <c:v>#N/A</c:v>
                </c:pt>
                <c:pt idx="3125">
                  <c:v>#N/A</c:v>
                </c:pt>
                <c:pt idx="3126">
                  <c:v>#N/A</c:v>
                </c:pt>
                <c:pt idx="3127">
                  <c:v>#N/A</c:v>
                </c:pt>
                <c:pt idx="3128">
                  <c:v>#N/A</c:v>
                </c:pt>
                <c:pt idx="3129">
                  <c:v>#N/A</c:v>
                </c:pt>
                <c:pt idx="3130">
                  <c:v>#N/A</c:v>
                </c:pt>
                <c:pt idx="3131">
                  <c:v>#N/A</c:v>
                </c:pt>
                <c:pt idx="3132">
                  <c:v>#N/A</c:v>
                </c:pt>
                <c:pt idx="3133">
                  <c:v>#N/A</c:v>
                </c:pt>
                <c:pt idx="3134">
                  <c:v>#N/A</c:v>
                </c:pt>
                <c:pt idx="3135">
                  <c:v>#N/A</c:v>
                </c:pt>
                <c:pt idx="3136">
                  <c:v>#N/A</c:v>
                </c:pt>
                <c:pt idx="3137">
                  <c:v>#N/A</c:v>
                </c:pt>
                <c:pt idx="3138">
                  <c:v>#N/A</c:v>
                </c:pt>
                <c:pt idx="3139">
                  <c:v>#N/A</c:v>
                </c:pt>
                <c:pt idx="3140">
                  <c:v>#N/A</c:v>
                </c:pt>
                <c:pt idx="3141">
                  <c:v>#N/A</c:v>
                </c:pt>
                <c:pt idx="3142">
                  <c:v>#N/A</c:v>
                </c:pt>
                <c:pt idx="3143">
                  <c:v>#N/A</c:v>
                </c:pt>
                <c:pt idx="3144">
                  <c:v>1.7</c:v>
                </c:pt>
                <c:pt idx="3145">
                  <c:v>#N/A</c:v>
                </c:pt>
                <c:pt idx="3146">
                  <c:v>#N/A</c:v>
                </c:pt>
                <c:pt idx="3147">
                  <c:v>#N/A</c:v>
                </c:pt>
                <c:pt idx="3148">
                  <c:v>#N/A</c:v>
                </c:pt>
                <c:pt idx="3149">
                  <c:v>#N/A</c:v>
                </c:pt>
                <c:pt idx="3150">
                  <c:v>#N/A</c:v>
                </c:pt>
                <c:pt idx="3151">
                  <c:v>#N/A</c:v>
                </c:pt>
                <c:pt idx="3152">
                  <c:v>#N/A</c:v>
                </c:pt>
                <c:pt idx="3153">
                  <c:v>#N/A</c:v>
                </c:pt>
                <c:pt idx="3154">
                  <c:v>#N/A</c:v>
                </c:pt>
                <c:pt idx="3155">
                  <c:v>#N/A</c:v>
                </c:pt>
                <c:pt idx="3156">
                  <c:v>#N/A</c:v>
                </c:pt>
                <c:pt idx="3157">
                  <c:v>#N/A</c:v>
                </c:pt>
                <c:pt idx="3158">
                  <c:v>#N/A</c:v>
                </c:pt>
                <c:pt idx="3159">
                  <c:v>#N/A</c:v>
                </c:pt>
                <c:pt idx="3160">
                  <c:v>#N/A</c:v>
                </c:pt>
                <c:pt idx="3161">
                  <c:v>#N/A</c:v>
                </c:pt>
                <c:pt idx="3162">
                  <c:v>#N/A</c:v>
                </c:pt>
                <c:pt idx="3163">
                  <c:v>#N/A</c:v>
                </c:pt>
                <c:pt idx="3164">
                  <c:v>#N/A</c:v>
                </c:pt>
                <c:pt idx="3165">
                  <c:v>#N/A</c:v>
                </c:pt>
                <c:pt idx="3166">
                  <c:v>#N/A</c:v>
                </c:pt>
                <c:pt idx="3167">
                  <c:v>#N/A</c:v>
                </c:pt>
                <c:pt idx="3168">
                  <c:v>#N/A</c:v>
                </c:pt>
                <c:pt idx="3169">
                  <c:v>#N/A</c:v>
                </c:pt>
                <c:pt idx="3170">
                  <c:v>#N/A</c:v>
                </c:pt>
                <c:pt idx="3171">
                  <c:v>#N/A</c:v>
                </c:pt>
                <c:pt idx="3172">
                  <c:v>#N/A</c:v>
                </c:pt>
                <c:pt idx="3173">
                  <c:v>#N/A</c:v>
                </c:pt>
                <c:pt idx="3174">
                  <c:v>1.6</c:v>
                </c:pt>
                <c:pt idx="3175">
                  <c:v>#N/A</c:v>
                </c:pt>
                <c:pt idx="3176">
                  <c:v>#N/A</c:v>
                </c:pt>
                <c:pt idx="3177">
                  <c:v>#N/A</c:v>
                </c:pt>
                <c:pt idx="3178">
                  <c:v>#N/A</c:v>
                </c:pt>
                <c:pt idx="3179">
                  <c:v>#N/A</c:v>
                </c:pt>
                <c:pt idx="3180">
                  <c:v>#N/A</c:v>
                </c:pt>
                <c:pt idx="3181">
                  <c:v>#N/A</c:v>
                </c:pt>
                <c:pt idx="3182">
                  <c:v>#N/A</c:v>
                </c:pt>
                <c:pt idx="3183">
                  <c:v>#N/A</c:v>
                </c:pt>
                <c:pt idx="3184">
                  <c:v>#N/A</c:v>
                </c:pt>
                <c:pt idx="3185">
                  <c:v>#N/A</c:v>
                </c:pt>
                <c:pt idx="3186">
                  <c:v>#N/A</c:v>
                </c:pt>
                <c:pt idx="3187">
                  <c:v>#N/A</c:v>
                </c:pt>
                <c:pt idx="3188">
                  <c:v>#N/A</c:v>
                </c:pt>
                <c:pt idx="3189">
                  <c:v>#N/A</c:v>
                </c:pt>
                <c:pt idx="3190">
                  <c:v>#N/A</c:v>
                </c:pt>
                <c:pt idx="3191">
                  <c:v>#N/A</c:v>
                </c:pt>
                <c:pt idx="3192">
                  <c:v>#N/A</c:v>
                </c:pt>
                <c:pt idx="3193">
                  <c:v>#N/A</c:v>
                </c:pt>
                <c:pt idx="3194">
                  <c:v>#N/A</c:v>
                </c:pt>
                <c:pt idx="3195">
                  <c:v>#N/A</c:v>
                </c:pt>
                <c:pt idx="3196">
                  <c:v>#N/A</c:v>
                </c:pt>
                <c:pt idx="3197">
                  <c:v>#N/A</c:v>
                </c:pt>
                <c:pt idx="3198">
                  <c:v>#N/A</c:v>
                </c:pt>
                <c:pt idx="3199">
                  <c:v>#N/A</c:v>
                </c:pt>
                <c:pt idx="3200">
                  <c:v>#N/A</c:v>
                </c:pt>
                <c:pt idx="3201">
                  <c:v>#N/A</c:v>
                </c:pt>
                <c:pt idx="3202">
                  <c:v>#N/A</c:v>
                </c:pt>
                <c:pt idx="3203">
                  <c:v>#N/A</c:v>
                </c:pt>
                <c:pt idx="3204">
                  <c:v>#N/A</c:v>
                </c:pt>
                <c:pt idx="3205">
                  <c:v>1.6</c:v>
                </c:pt>
                <c:pt idx="3206">
                  <c:v>#N/A</c:v>
                </c:pt>
                <c:pt idx="3207">
                  <c:v>#N/A</c:v>
                </c:pt>
                <c:pt idx="3208">
                  <c:v>#N/A</c:v>
                </c:pt>
                <c:pt idx="3209">
                  <c:v>#N/A</c:v>
                </c:pt>
                <c:pt idx="3210">
                  <c:v>#N/A</c:v>
                </c:pt>
                <c:pt idx="3211">
                  <c:v>#N/A</c:v>
                </c:pt>
                <c:pt idx="3212">
                  <c:v>#N/A</c:v>
                </c:pt>
                <c:pt idx="3213">
                  <c:v>#N/A</c:v>
                </c:pt>
                <c:pt idx="3214">
                  <c:v>#N/A</c:v>
                </c:pt>
                <c:pt idx="3215">
                  <c:v>#N/A</c:v>
                </c:pt>
                <c:pt idx="3216">
                  <c:v>#N/A</c:v>
                </c:pt>
                <c:pt idx="3217">
                  <c:v>#N/A</c:v>
                </c:pt>
                <c:pt idx="3218">
                  <c:v>#N/A</c:v>
                </c:pt>
                <c:pt idx="3219">
                  <c:v>#N/A</c:v>
                </c:pt>
                <c:pt idx="3220">
                  <c:v>#N/A</c:v>
                </c:pt>
                <c:pt idx="3221">
                  <c:v>#N/A</c:v>
                </c:pt>
                <c:pt idx="3222">
                  <c:v>#N/A</c:v>
                </c:pt>
                <c:pt idx="3223">
                  <c:v>#N/A</c:v>
                </c:pt>
                <c:pt idx="3224">
                  <c:v>#N/A</c:v>
                </c:pt>
                <c:pt idx="3225">
                  <c:v>#N/A</c:v>
                </c:pt>
                <c:pt idx="3226">
                  <c:v>#N/A</c:v>
                </c:pt>
                <c:pt idx="3227">
                  <c:v>#N/A</c:v>
                </c:pt>
                <c:pt idx="3228">
                  <c:v>#N/A</c:v>
                </c:pt>
                <c:pt idx="3229">
                  <c:v>#N/A</c:v>
                </c:pt>
                <c:pt idx="3230">
                  <c:v>#N/A</c:v>
                </c:pt>
                <c:pt idx="3231">
                  <c:v>#N/A</c:v>
                </c:pt>
                <c:pt idx="3232">
                  <c:v>#N/A</c:v>
                </c:pt>
                <c:pt idx="3233">
                  <c:v>#N/A</c:v>
                </c:pt>
                <c:pt idx="3234">
                  <c:v>#N/A</c:v>
                </c:pt>
                <c:pt idx="3235">
                  <c:v>1.6</c:v>
                </c:pt>
                <c:pt idx="3236">
                  <c:v>#N/A</c:v>
                </c:pt>
                <c:pt idx="3237">
                  <c:v>#N/A</c:v>
                </c:pt>
                <c:pt idx="3238">
                  <c:v>#N/A</c:v>
                </c:pt>
                <c:pt idx="3239">
                  <c:v>#N/A</c:v>
                </c:pt>
                <c:pt idx="3240">
                  <c:v>#N/A</c:v>
                </c:pt>
                <c:pt idx="3241">
                  <c:v>#N/A</c:v>
                </c:pt>
                <c:pt idx="3242">
                  <c:v>#N/A</c:v>
                </c:pt>
                <c:pt idx="3243">
                  <c:v>#N/A</c:v>
                </c:pt>
                <c:pt idx="3244">
                  <c:v>#N/A</c:v>
                </c:pt>
                <c:pt idx="3245">
                  <c:v>#N/A</c:v>
                </c:pt>
                <c:pt idx="3246">
                  <c:v>#N/A</c:v>
                </c:pt>
                <c:pt idx="3247">
                  <c:v>#N/A</c:v>
                </c:pt>
                <c:pt idx="3248">
                  <c:v>#N/A</c:v>
                </c:pt>
                <c:pt idx="3249">
                  <c:v>#N/A</c:v>
                </c:pt>
                <c:pt idx="3250">
                  <c:v>#N/A</c:v>
                </c:pt>
                <c:pt idx="3251">
                  <c:v>#N/A</c:v>
                </c:pt>
                <c:pt idx="3252">
                  <c:v>#N/A</c:v>
                </c:pt>
                <c:pt idx="3253">
                  <c:v>#N/A</c:v>
                </c:pt>
                <c:pt idx="3254">
                  <c:v>#N/A</c:v>
                </c:pt>
                <c:pt idx="3255">
                  <c:v>#N/A</c:v>
                </c:pt>
                <c:pt idx="3256">
                  <c:v>#N/A</c:v>
                </c:pt>
                <c:pt idx="3257">
                  <c:v>#N/A</c:v>
                </c:pt>
                <c:pt idx="3258">
                  <c:v>#N/A</c:v>
                </c:pt>
                <c:pt idx="3259">
                  <c:v>#N/A</c:v>
                </c:pt>
                <c:pt idx="3260">
                  <c:v>#N/A</c:v>
                </c:pt>
                <c:pt idx="3261">
                  <c:v>#N/A</c:v>
                </c:pt>
                <c:pt idx="3262">
                  <c:v>#N/A</c:v>
                </c:pt>
                <c:pt idx="3263">
                  <c:v>#N/A</c:v>
                </c:pt>
                <c:pt idx="3264">
                  <c:v>#N/A</c:v>
                </c:pt>
                <c:pt idx="3265">
                  <c:v>#N/A</c:v>
                </c:pt>
                <c:pt idx="3266">
                  <c:v>1.6</c:v>
                </c:pt>
                <c:pt idx="3267">
                  <c:v>#N/A</c:v>
                </c:pt>
                <c:pt idx="3268">
                  <c:v>#N/A</c:v>
                </c:pt>
                <c:pt idx="3269">
                  <c:v>#N/A</c:v>
                </c:pt>
                <c:pt idx="3270">
                  <c:v>#N/A</c:v>
                </c:pt>
                <c:pt idx="3271">
                  <c:v>#N/A</c:v>
                </c:pt>
                <c:pt idx="3272">
                  <c:v>#N/A</c:v>
                </c:pt>
                <c:pt idx="3273">
                  <c:v>#N/A</c:v>
                </c:pt>
                <c:pt idx="3274">
                  <c:v>#N/A</c:v>
                </c:pt>
                <c:pt idx="3275">
                  <c:v>#N/A</c:v>
                </c:pt>
                <c:pt idx="3276">
                  <c:v>#N/A</c:v>
                </c:pt>
                <c:pt idx="3277">
                  <c:v>#N/A</c:v>
                </c:pt>
                <c:pt idx="3278">
                  <c:v>#N/A</c:v>
                </c:pt>
                <c:pt idx="3279">
                  <c:v>#N/A</c:v>
                </c:pt>
                <c:pt idx="3280">
                  <c:v>#N/A</c:v>
                </c:pt>
                <c:pt idx="3281">
                  <c:v>#N/A</c:v>
                </c:pt>
                <c:pt idx="3282">
                  <c:v>#N/A</c:v>
                </c:pt>
                <c:pt idx="3283">
                  <c:v>#N/A</c:v>
                </c:pt>
                <c:pt idx="3284">
                  <c:v>#N/A</c:v>
                </c:pt>
                <c:pt idx="3285">
                  <c:v>#N/A</c:v>
                </c:pt>
                <c:pt idx="3286">
                  <c:v>#N/A</c:v>
                </c:pt>
                <c:pt idx="3287">
                  <c:v>#N/A</c:v>
                </c:pt>
                <c:pt idx="3288">
                  <c:v>#N/A</c:v>
                </c:pt>
                <c:pt idx="3289">
                  <c:v>#N/A</c:v>
                </c:pt>
                <c:pt idx="3290">
                  <c:v>#N/A</c:v>
                </c:pt>
                <c:pt idx="3291">
                  <c:v>#N/A</c:v>
                </c:pt>
                <c:pt idx="3292">
                  <c:v>#N/A</c:v>
                </c:pt>
                <c:pt idx="3293">
                  <c:v>#N/A</c:v>
                </c:pt>
                <c:pt idx="3294">
                  <c:v>#N/A</c:v>
                </c:pt>
                <c:pt idx="3295">
                  <c:v>#N/A</c:v>
                </c:pt>
                <c:pt idx="3296">
                  <c:v>#N/A</c:v>
                </c:pt>
                <c:pt idx="3297">
                  <c:v>1.7</c:v>
                </c:pt>
                <c:pt idx="3298">
                  <c:v>#N/A</c:v>
                </c:pt>
                <c:pt idx="3299">
                  <c:v>#N/A</c:v>
                </c:pt>
                <c:pt idx="3300">
                  <c:v>#N/A</c:v>
                </c:pt>
                <c:pt idx="3301">
                  <c:v>#N/A</c:v>
                </c:pt>
                <c:pt idx="3302">
                  <c:v>#N/A</c:v>
                </c:pt>
                <c:pt idx="3303">
                  <c:v>#N/A</c:v>
                </c:pt>
                <c:pt idx="3304">
                  <c:v>#N/A</c:v>
                </c:pt>
                <c:pt idx="3305">
                  <c:v>#N/A</c:v>
                </c:pt>
                <c:pt idx="3306">
                  <c:v>#N/A</c:v>
                </c:pt>
                <c:pt idx="3307">
                  <c:v>#N/A</c:v>
                </c:pt>
                <c:pt idx="3308">
                  <c:v>#N/A</c:v>
                </c:pt>
                <c:pt idx="3309">
                  <c:v>#N/A</c:v>
                </c:pt>
                <c:pt idx="3310">
                  <c:v>#N/A</c:v>
                </c:pt>
                <c:pt idx="3311">
                  <c:v>#N/A</c:v>
                </c:pt>
                <c:pt idx="3312">
                  <c:v>#N/A</c:v>
                </c:pt>
                <c:pt idx="3313">
                  <c:v>#N/A</c:v>
                </c:pt>
                <c:pt idx="3314">
                  <c:v>#N/A</c:v>
                </c:pt>
                <c:pt idx="3315">
                  <c:v>#N/A</c:v>
                </c:pt>
                <c:pt idx="3316">
                  <c:v>#N/A</c:v>
                </c:pt>
                <c:pt idx="3317">
                  <c:v>#N/A</c:v>
                </c:pt>
                <c:pt idx="3318">
                  <c:v>#N/A</c:v>
                </c:pt>
                <c:pt idx="3319">
                  <c:v>#N/A</c:v>
                </c:pt>
                <c:pt idx="3320">
                  <c:v>#N/A</c:v>
                </c:pt>
                <c:pt idx="3321">
                  <c:v>#N/A</c:v>
                </c:pt>
                <c:pt idx="3322">
                  <c:v>#N/A</c:v>
                </c:pt>
                <c:pt idx="3323">
                  <c:v>#N/A</c:v>
                </c:pt>
                <c:pt idx="3324">
                  <c:v>#N/A</c:v>
                </c:pt>
                <c:pt idx="3325">
                  <c:v>#N/A</c:v>
                </c:pt>
                <c:pt idx="3326">
                  <c:v>#N/A</c:v>
                </c:pt>
                <c:pt idx="3327">
                  <c:v>1.7</c:v>
                </c:pt>
                <c:pt idx="3328">
                  <c:v>#N/A</c:v>
                </c:pt>
                <c:pt idx="3329">
                  <c:v>#N/A</c:v>
                </c:pt>
                <c:pt idx="3330">
                  <c:v>#N/A</c:v>
                </c:pt>
                <c:pt idx="3331">
                  <c:v>#N/A</c:v>
                </c:pt>
                <c:pt idx="3332">
                  <c:v>#N/A</c:v>
                </c:pt>
                <c:pt idx="3333">
                  <c:v>#N/A</c:v>
                </c:pt>
                <c:pt idx="3334">
                  <c:v>#N/A</c:v>
                </c:pt>
                <c:pt idx="3335">
                  <c:v>#N/A</c:v>
                </c:pt>
                <c:pt idx="3336">
                  <c:v>#N/A</c:v>
                </c:pt>
                <c:pt idx="3337">
                  <c:v>#N/A</c:v>
                </c:pt>
                <c:pt idx="3338">
                  <c:v>#N/A</c:v>
                </c:pt>
                <c:pt idx="3339">
                  <c:v>#N/A</c:v>
                </c:pt>
                <c:pt idx="3340">
                  <c:v>#N/A</c:v>
                </c:pt>
                <c:pt idx="3341">
                  <c:v>#N/A</c:v>
                </c:pt>
                <c:pt idx="3342">
                  <c:v>#N/A</c:v>
                </c:pt>
                <c:pt idx="3343">
                  <c:v>#N/A</c:v>
                </c:pt>
                <c:pt idx="3344">
                  <c:v>#N/A</c:v>
                </c:pt>
                <c:pt idx="3345">
                  <c:v>#N/A</c:v>
                </c:pt>
                <c:pt idx="3346">
                  <c:v>#N/A</c:v>
                </c:pt>
                <c:pt idx="3347">
                  <c:v>#N/A</c:v>
                </c:pt>
                <c:pt idx="3348">
                  <c:v>#N/A</c:v>
                </c:pt>
                <c:pt idx="3349">
                  <c:v>#N/A</c:v>
                </c:pt>
                <c:pt idx="3350">
                  <c:v>#N/A</c:v>
                </c:pt>
                <c:pt idx="3351">
                  <c:v>#N/A</c:v>
                </c:pt>
                <c:pt idx="3352">
                  <c:v>#N/A</c:v>
                </c:pt>
                <c:pt idx="3353">
                  <c:v>#N/A</c:v>
                </c:pt>
                <c:pt idx="3354">
                  <c:v>#N/A</c:v>
                </c:pt>
                <c:pt idx="3355">
                  <c:v>#N/A</c:v>
                </c:pt>
                <c:pt idx="3356">
                  <c:v>#N/A</c:v>
                </c:pt>
                <c:pt idx="3357">
                  <c:v>#N/A</c:v>
                </c:pt>
                <c:pt idx="3358">
                  <c:v>1.8</c:v>
                </c:pt>
                <c:pt idx="3359">
                  <c:v>#N/A</c:v>
                </c:pt>
                <c:pt idx="3360">
                  <c:v>#N/A</c:v>
                </c:pt>
                <c:pt idx="3361">
                  <c:v>#N/A</c:v>
                </c:pt>
                <c:pt idx="3362">
                  <c:v>#N/A</c:v>
                </c:pt>
                <c:pt idx="3363">
                  <c:v>#N/A</c:v>
                </c:pt>
                <c:pt idx="3364">
                  <c:v>#N/A</c:v>
                </c:pt>
                <c:pt idx="3365">
                  <c:v>#N/A</c:v>
                </c:pt>
                <c:pt idx="3366">
                  <c:v>#N/A</c:v>
                </c:pt>
                <c:pt idx="3367">
                  <c:v>#N/A</c:v>
                </c:pt>
                <c:pt idx="3368">
                  <c:v>#N/A</c:v>
                </c:pt>
                <c:pt idx="3369">
                  <c:v>#N/A</c:v>
                </c:pt>
                <c:pt idx="3370">
                  <c:v>#N/A</c:v>
                </c:pt>
                <c:pt idx="3371">
                  <c:v>#N/A</c:v>
                </c:pt>
                <c:pt idx="3372">
                  <c:v>#N/A</c:v>
                </c:pt>
                <c:pt idx="3373">
                  <c:v>#N/A</c:v>
                </c:pt>
                <c:pt idx="3374">
                  <c:v>#N/A</c:v>
                </c:pt>
                <c:pt idx="3375">
                  <c:v>#N/A</c:v>
                </c:pt>
                <c:pt idx="3376">
                  <c:v>#N/A</c:v>
                </c:pt>
                <c:pt idx="3377">
                  <c:v>#N/A</c:v>
                </c:pt>
                <c:pt idx="3378">
                  <c:v>#N/A</c:v>
                </c:pt>
                <c:pt idx="3379">
                  <c:v>#N/A</c:v>
                </c:pt>
                <c:pt idx="3380">
                  <c:v>#N/A</c:v>
                </c:pt>
                <c:pt idx="3381">
                  <c:v>#N/A</c:v>
                </c:pt>
                <c:pt idx="3382">
                  <c:v>#N/A</c:v>
                </c:pt>
                <c:pt idx="3383">
                  <c:v>#N/A</c:v>
                </c:pt>
                <c:pt idx="3384">
                  <c:v>#N/A</c:v>
                </c:pt>
                <c:pt idx="3385">
                  <c:v>#N/A</c:v>
                </c:pt>
                <c:pt idx="3386">
                  <c:v>#N/A</c:v>
                </c:pt>
                <c:pt idx="3387">
                  <c:v>#N/A</c:v>
                </c:pt>
                <c:pt idx="3388">
                  <c:v>1.8</c:v>
                </c:pt>
                <c:pt idx="3389">
                  <c:v>#N/A</c:v>
                </c:pt>
                <c:pt idx="3390">
                  <c:v>#N/A</c:v>
                </c:pt>
                <c:pt idx="3391">
                  <c:v>#N/A</c:v>
                </c:pt>
                <c:pt idx="3392">
                  <c:v>#N/A</c:v>
                </c:pt>
                <c:pt idx="3393">
                  <c:v>#N/A</c:v>
                </c:pt>
                <c:pt idx="3394">
                  <c:v>#N/A</c:v>
                </c:pt>
                <c:pt idx="3395">
                  <c:v>#N/A</c:v>
                </c:pt>
                <c:pt idx="3396">
                  <c:v>#N/A</c:v>
                </c:pt>
                <c:pt idx="3397">
                  <c:v>#N/A</c:v>
                </c:pt>
                <c:pt idx="3398">
                  <c:v>#N/A</c:v>
                </c:pt>
                <c:pt idx="3399">
                  <c:v>#N/A</c:v>
                </c:pt>
                <c:pt idx="3400">
                  <c:v>#N/A</c:v>
                </c:pt>
                <c:pt idx="3401">
                  <c:v>#N/A</c:v>
                </c:pt>
                <c:pt idx="3402">
                  <c:v>#N/A</c:v>
                </c:pt>
                <c:pt idx="3403">
                  <c:v>#N/A</c:v>
                </c:pt>
                <c:pt idx="3404">
                  <c:v>#N/A</c:v>
                </c:pt>
                <c:pt idx="3405">
                  <c:v>#N/A</c:v>
                </c:pt>
                <c:pt idx="3406">
                  <c:v>#N/A</c:v>
                </c:pt>
                <c:pt idx="3407">
                  <c:v>#N/A</c:v>
                </c:pt>
                <c:pt idx="3408">
                  <c:v>#N/A</c:v>
                </c:pt>
                <c:pt idx="3409">
                  <c:v>#N/A</c:v>
                </c:pt>
                <c:pt idx="3410">
                  <c:v>#N/A</c:v>
                </c:pt>
                <c:pt idx="3411">
                  <c:v>#N/A</c:v>
                </c:pt>
                <c:pt idx="3412">
                  <c:v>#N/A</c:v>
                </c:pt>
                <c:pt idx="3413">
                  <c:v>#N/A</c:v>
                </c:pt>
                <c:pt idx="3414">
                  <c:v>#N/A</c:v>
                </c:pt>
                <c:pt idx="3415">
                  <c:v>#N/A</c:v>
                </c:pt>
                <c:pt idx="3416">
                  <c:v>#N/A</c:v>
                </c:pt>
                <c:pt idx="3417">
                  <c:v>#N/A</c:v>
                </c:pt>
                <c:pt idx="3418">
                  <c:v>#N/A</c:v>
                </c:pt>
                <c:pt idx="3419">
                  <c:v>1.9</c:v>
                </c:pt>
                <c:pt idx="3420">
                  <c:v>#N/A</c:v>
                </c:pt>
                <c:pt idx="3421">
                  <c:v>#N/A</c:v>
                </c:pt>
                <c:pt idx="3422">
                  <c:v>#N/A</c:v>
                </c:pt>
                <c:pt idx="3423">
                  <c:v>#N/A</c:v>
                </c:pt>
                <c:pt idx="3424">
                  <c:v>#N/A</c:v>
                </c:pt>
                <c:pt idx="3425">
                  <c:v>#N/A</c:v>
                </c:pt>
                <c:pt idx="3426">
                  <c:v>#N/A</c:v>
                </c:pt>
                <c:pt idx="3427">
                  <c:v>#N/A</c:v>
                </c:pt>
                <c:pt idx="3428">
                  <c:v>#N/A</c:v>
                </c:pt>
                <c:pt idx="3429">
                  <c:v>#N/A</c:v>
                </c:pt>
                <c:pt idx="3430">
                  <c:v>#N/A</c:v>
                </c:pt>
                <c:pt idx="3431">
                  <c:v>#N/A</c:v>
                </c:pt>
                <c:pt idx="3432">
                  <c:v>#N/A</c:v>
                </c:pt>
                <c:pt idx="3433">
                  <c:v>#N/A</c:v>
                </c:pt>
                <c:pt idx="3434">
                  <c:v>#N/A</c:v>
                </c:pt>
                <c:pt idx="3435">
                  <c:v>#N/A</c:v>
                </c:pt>
                <c:pt idx="3436">
                  <c:v>#N/A</c:v>
                </c:pt>
                <c:pt idx="3437">
                  <c:v>#N/A</c:v>
                </c:pt>
                <c:pt idx="3438">
                  <c:v>#N/A</c:v>
                </c:pt>
                <c:pt idx="3439">
                  <c:v>#N/A</c:v>
                </c:pt>
                <c:pt idx="3440">
                  <c:v>#N/A</c:v>
                </c:pt>
                <c:pt idx="3441">
                  <c:v>#N/A</c:v>
                </c:pt>
                <c:pt idx="3442">
                  <c:v>#N/A</c:v>
                </c:pt>
                <c:pt idx="3443">
                  <c:v>#N/A</c:v>
                </c:pt>
                <c:pt idx="3444">
                  <c:v>#N/A</c:v>
                </c:pt>
                <c:pt idx="3445">
                  <c:v>#N/A</c:v>
                </c:pt>
                <c:pt idx="3446">
                  <c:v>#N/A</c:v>
                </c:pt>
                <c:pt idx="3447">
                  <c:v>2</c:v>
                </c:pt>
                <c:pt idx="3448">
                  <c:v>#N/A</c:v>
                </c:pt>
                <c:pt idx="3449">
                  <c:v>#N/A</c:v>
                </c:pt>
                <c:pt idx="3450">
                  <c:v>#N/A</c:v>
                </c:pt>
                <c:pt idx="3451">
                  <c:v>#N/A</c:v>
                </c:pt>
                <c:pt idx="3452">
                  <c:v>#N/A</c:v>
                </c:pt>
                <c:pt idx="3453">
                  <c:v>#N/A</c:v>
                </c:pt>
                <c:pt idx="3454">
                  <c:v>#N/A</c:v>
                </c:pt>
                <c:pt idx="3455">
                  <c:v>#N/A</c:v>
                </c:pt>
                <c:pt idx="3456">
                  <c:v>#N/A</c:v>
                </c:pt>
                <c:pt idx="3457">
                  <c:v>#N/A</c:v>
                </c:pt>
                <c:pt idx="3458">
                  <c:v>#N/A</c:v>
                </c:pt>
                <c:pt idx="3459">
                  <c:v>#N/A</c:v>
                </c:pt>
                <c:pt idx="3460">
                  <c:v>#N/A</c:v>
                </c:pt>
                <c:pt idx="3461">
                  <c:v>#N/A</c:v>
                </c:pt>
                <c:pt idx="3462">
                  <c:v>#N/A</c:v>
                </c:pt>
                <c:pt idx="3463">
                  <c:v>#N/A</c:v>
                </c:pt>
                <c:pt idx="3464">
                  <c:v>#N/A</c:v>
                </c:pt>
                <c:pt idx="3465">
                  <c:v>#N/A</c:v>
                </c:pt>
                <c:pt idx="3466">
                  <c:v>#N/A</c:v>
                </c:pt>
                <c:pt idx="3467">
                  <c:v>#N/A</c:v>
                </c:pt>
                <c:pt idx="3468">
                  <c:v>#N/A</c:v>
                </c:pt>
                <c:pt idx="3469">
                  <c:v>#N/A</c:v>
                </c:pt>
                <c:pt idx="3470">
                  <c:v>#N/A</c:v>
                </c:pt>
                <c:pt idx="3471">
                  <c:v>#N/A</c:v>
                </c:pt>
                <c:pt idx="3472">
                  <c:v>#N/A</c:v>
                </c:pt>
                <c:pt idx="3473">
                  <c:v>#N/A</c:v>
                </c:pt>
                <c:pt idx="3474">
                  <c:v>#N/A</c:v>
                </c:pt>
                <c:pt idx="3475">
                  <c:v>#N/A</c:v>
                </c:pt>
                <c:pt idx="3476">
                  <c:v>#N/A</c:v>
                </c:pt>
                <c:pt idx="3477">
                  <c:v>#N/A</c:v>
                </c:pt>
                <c:pt idx="3478">
                  <c:v>1.9</c:v>
                </c:pt>
                <c:pt idx="3479">
                  <c:v>#N/A</c:v>
                </c:pt>
                <c:pt idx="3480">
                  <c:v>#N/A</c:v>
                </c:pt>
                <c:pt idx="3481">
                  <c:v>#N/A</c:v>
                </c:pt>
                <c:pt idx="3482">
                  <c:v>#N/A</c:v>
                </c:pt>
                <c:pt idx="3483">
                  <c:v>#N/A</c:v>
                </c:pt>
                <c:pt idx="3484">
                  <c:v>#N/A</c:v>
                </c:pt>
                <c:pt idx="3485">
                  <c:v>#N/A</c:v>
                </c:pt>
                <c:pt idx="3486">
                  <c:v>#N/A</c:v>
                </c:pt>
                <c:pt idx="3487">
                  <c:v>#N/A</c:v>
                </c:pt>
                <c:pt idx="3488">
                  <c:v>#N/A</c:v>
                </c:pt>
                <c:pt idx="3489">
                  <c:v>#N/A</c:v>
                </c:pt>
                <c:pt idx="3490">
                  <c:v>#N/A</c:v>
                </c:pt>
                <c:pt idx="3491">
                  <c:v>#N/A</c:v>
                </c:pt>
                <c:pt idx="3492">
                  <c:v>#N/A</c:v>
                </c:pt>
                <c:pt idx="3493">
                  <c:v>#N/A</c:v>
                </c:pt>
                <c:pt idx="3494">
                  <c:v>#N/A</c:v>
                </c:pt>
                <c:pt idx="3495">
                  <c:v>#N/A</c:v>
                </c:pt>
                <c:pt idx="3496">
                  <c:v>#N/A</c:v>
                </c:pt>
                <c:pt idx="3497">
                  <c:v>#N/A</c:v>
                </c:pt>
                <c:pt idx="3498">
                  <c:v>#N/A</c:v>
                </c:pt>
                <c:pt idx="3499">
                  <c:v>#N/A</c:v>
                </c:pt>
                <c:pt idx="3500">
                  <c:v>#N/A</c:v>
                </c:pt>
                <c:pt idx="3501">
                  <c:v>#N/A</c:v>
                </c:pt>
                <c:pt idx="3502">
                  <c:v>#N/A</c:v>
                </c:pt>
                <c:pt idx="3503">
                  <c:v>#N/A</c:v>
                </c:pt>
                <c:pt idx="3504">
                  <c:v>#N/A</c:v>
                </c:pt>
                <c:pt idx="3505">
                  <c:v>#N/A</c:v>
                </c:pt>
                <c:pt idx="3506">
                  <c:v>#N/A</c:v>
                </c:pt>
                <c:pt idx="3507">
                  <c:v>#N/A</c:v>
                </c:pt>
                <c:pt idx="3508">
                  <c:v>#N/A</c:v>
                </c:pt>
                <c:pt idx="3509">
                  <c:v>1.9</c:v>
                </c:pt>
                <c:pt idx="3510">
                  <c:v>#N/A</c:v>
                </c:pt>
                <c:pt idx="3511">
                  <c:v>#N/A</c:v>
                </c:pt>
                <c:pt idx="3512">
                  <c:v>#N/A</c:v>
                </c:pt>
                <c:pt idx="3513">
                  <c:v>#N/A</c:v>
                </c:pt>
                <c:pt idx="3514">
                  <c:v>#N/A</c:v>
                </c:pt>
                <c:pt idx="3515">
                  <c:v>#N/A</c:v>
                </c:pt>
                <c:pt idx="3516">
                  <c:v>#N/A</c:v>
                </c:pt>
                <c:pt idx="3517">
                  <c:v>#N/A</c:v>
                </c:pt>
                <c:pt idx="3518">
                  <c:v>#N/A</c:v>
                </c:pt>
                <c:pt idx="3519">
                  <c:v>#N/A</c:v>
                </c:pt>
                <c:pt idx="3520">
                  <c:v>#N/A</c:v>
                </c:pt>
                <c:pt idx="3521">
                  <c:v>#N/A</c:v>
                </c:pt>
                <c:pt idx="3522">
                  <c:v>#N/A</c:v>
                </c:pt>
                <c:pt idx="3523">
                  <c:v>#N/A</c:v>
                </c:pt>
                <c:pt idx="3524">
                  <c:v>#N/A</c:v>
                </c:pt>
                <c:pt idx="3525">
                  <c:v>#N/A</c:v>
                </c:pt>
                <c:pt idx="3526">
                  <c:v>#N/A</c:v>
                </c:pt>
                <c:pt idx="3527">
                  <c:v>#N/A</c:v>
                </c:pt>
                <c:pt idx="3528">
                  <c:v>#N/A</c:v>
                </c:pt>
                <c:pt idx="3529">
                  <c:v>#N/A</c:v>
                </c:pt>
                <c:pt idx="3530">
                  <c:v>#N/A</c:v>
                </c:pt>
                <c:pt idx="3531">
                  <c:v>#N/A</c:v>
                </c:pt>
                <c:pt idx="3532">
                  <c:v>#N/A</c:v>
                </c:pt>
                <c:pt idx="3533">
                  <c:v>#N/A</c:v>
                </c:pt>
                <c:pt idx="3534">
                  <c:v>#N/A</c:v>
                </c:pt>
                <c:pt idx="3535">
                  <c:v>#N/A</c:v>
                </c:pt>
                <c:pt idx="3536">
                  <c:v>#N/A</c:v>
                </c:pt>
                <c:pt idx="3537">
                  <c:v>#N/A</c:v>
                </c:pt>
                <c:pt idx="3538">
                  <c:v>#N/A</c:v>
                </c:pt>
                <c:pt idx="3539">
                  <c:v>1.8</c:v>
                </c:pt>
                <c:pt idx="3540">
                  <c:v>#N/A</c:v>
                </c:pt>
                <c:pt idx="3541">
                  <c:v>#N/A</c:v>
                </c:pt>
                <c:pt idx="3542">
                  <c:v>#N/A</c:v>
                </c:pt>
                <c:pt idx="3543">
                  <c:v>#N/A</c:v>
                </c:pt>
                <c:pt idx="3544">
                  <c:v>#N/A</c:v>
                </c:pt>
                <c:pt idx="3545">
                  <c:v>#N/A</c:v>
                </c:pt>
                <c:pt idx="3546">
                  <c:v>#N/A</c:v>
                </c:pt>
                <c:pt idx="3547">
                  <c:v>#N/A</c:v>
                </c:pt>
                <c:pt idx="3548">
                  <c:v>#N/A</c:v>
                </c:pt>
                <c:pt idx="3549">
                  <c:v>#N/A</c:v>
                </c:pt>
                <c:pt idx="3550">
                  <c:v>#N/A</c:v>
                </c:pt>
                <c:pt idx="3551">
                  <c:v>#N/A</c:v>
                </c:pt>
                <c:pt idx="3552">
                  <c:v>#N/A</c:v>
                </c:pt>
                <c:pt idx="3553">
                  <c:v>#N/A</c:v>
                </c:pt>
                <c:pt idx="3554">
                  <c:v>#N/A</c:v>
                </c:pt>
                <c:pt idx="3555">
                  <c:v>#N/A</c:v>
                </c:pt>
                <c:pt idx="3556">
                  <c:v>#N/A</c:v>
                </c:pt>
                <c:pt idx="3557">
                  <c:v>#N/A</c:v>
                </c:pt>
                <c:pt idx="3558">
                  <c:v>#N/A</c:v>
                </c:pt>
                <c:pt idx="3559">
                  <c:v>#N/A</c:v>
                </c:pt>
                <c:pt idx="3560">
                  <c:v>#N/A</c:v>
                </c:pt>
                <c:pt idx="3561">
                  <c:v>#N/A</c:v>
                </c:pt>
                <c:pt idx="3562">
                  <c:v>#N/A</c:v>
                </c:pt>
                <c:pt idx="3563">
                  <c:v>#N/A</c:v>
                </c:pt>
                <c:pt idx="3564">
                  <c:v>#N/A</c:v>
                </c:pt>
                <c:pt idx="3565">
                  <c:v>#N/A</c:v>
                </c:pt>
                <c:pt idx="3566">
                  <c:v>#N/A</c:v>
                </c:pt>
                <c:pt idx="3567">
                  <c:v>#N/A</c:v>
                </c:pt>
                <c:pt idx="3568">
                  <c:v>#N/A</c:v>
                </c:pt>
                <c:pt idx="3569">
                  <c:v>#N/A</c:v>
                </c:pt>
                <c:pt idx="3570">
                  <c:v>1.7</c:v>
                </c:pt>
                <c:pt idx="3571">
                  <c:v>#N/A</c:v>
                </c:pt>
                <c:pt idx="3572">
                  <c:v>#N/A</c:v>
                </c:pt>
                <c:pt idx="3573">
                  <c:v>#N/A</c:v>
                </c:pt>
                <c:pt idx="3574">
                  <c:v>#N/A</c:v>
                </c:pt>
                <c:pt idx="3575">
                  <c:v>#N/A</c:v>
                </c:pt>
                <c:pt idx="3576">
                  <c:v>#N/A</c:v>
                </c:pt>
                <c:pt idx="3577">
                  <c:v>#N/A</c:v>
                </c:pt>
                <c:pt idx="3578">
                  <c:v>#N/A</c:v>
                </c:pt>
                <c:pt idx="3579">
                  <c:v>#N/A</c:v>
                </c:pt>
                <c:pt idx="3580">
                  <c:v>#N/A</c:v>
                </c:pt>
                <c:pt idx="3581">
                  <c:v>#N/A</c:v>
                </c:pt>
                <c:pt idx="3582">
                  <c:v>#N/A</c:v>
                </c:pt>
                <c:pt idx="3583">
                  <c:v>#N/A</c:v>
                </c:pt>
                <c:pt idx="3584">
                  <c:v>#N/A</c:v>
                </c:pt>
                <c:pt idx="3585">
                  <c:v>#N/A</c:v>
                </c:pt>
                <c:pt idx="3586">
                  <c:v>#N/A</c:v>
                </c:pt>
                <c:pt idx="3587">
                  <c:v>#N/A</c:v>
                </c:pt>
                <c:pt idx="3588">
                  <c:v>#N/A</c:v>
                </c:pt>
                <c:pt idx="3589">
                  <c:v>#N/A</c:v>
                </c:pt>
                <c:pt idx="3590">
                  <c:v>#N/A</c:v>
                </c:pt>
                <c:pt idx="3591">
                  <c:v>#N/A</c:v>
                </c:pt>
                <c:pt idx="3592">
                  <c:v>#N/A</c:v>
                </c:pt>
                <c:pt idx="3593">
                  <c:v>#N/A</c:v>
                </c:pt>
                <c:pt idx="3594">
                  <c:v>#N/A</c:v>
                </c:pt>
                <c:pt idx="3595">
                  <c:v>#N/A</c:v>
                </c:pt>
                <c:pt idx="3596">
                  <c:v>#N/A</c:v>
                </c:pt>
                <c:pt idx="3597">
                  <c:v>#N/A</c:v>
                </c:pt>
                <c:pt idx="3598">
                  <c:v>#N/A</c:v>
                </c:pt>
                <c:pt idx="3599">
                  <c:v>#N/A</c:v>
                </c:pt>
                <c:pt idx="3600">
                  <c:v>1.7</c:v>
                </c:pt>
                <c:pt idx="3601">
                  <c:v>#N/A</c:v>
                </c:pt>
                <c:pt idx="3602">
                  <c:v>#N/A</c:v>
                </c:pt>
                <c:pt idx="3603">
                  <c:v>#N/A</c:v>
                </c:pt>
                <c:pt idx="3604">
                  <c:v>#N/A</c:v>
                </c:pt>
                <c:pt idx="3605">
                  <c:v>#N/A</c:v>
                </c:pt>
                <c:pt idx="3606">
                  <c:v>#N/A</c:v>
                </c:pt>
                <c:pt idx="3607">
                  <c:v>#N/A</c:v>
                </c:pt>
                <c:pt idx="3608">
                  <c:v>#N/A</c:v>
                </c:pt>
                <c:pt idx="3609">
                  <c:v>#N/A</c:v>
                </c:pt>
                <c:pt idx="3610">
                  <c:v>#N/A</c:v>
                </c:pt>
                <c:pt idx="3611">
                  <c:v>#N/A</c:v>
                </c:pt>
                <c:pt idx="3612">
                  <c:v>#N/A</c:v>
                </c:pt>
                <c:pt idx="3613">
                  <c:v>#N/A</c:v>
                </c:pt>
                <c:pt idx="3614">
                  <c:v>#N/A</c:v>
                </c:pt>
                <c:pt idx="3615">
                  <c:v>#N/A</c:v>
                </c:pt>
                <c:pt idx="3616">
                  <c:v>#N/A</c:v>
                </c:pt>
                <c:pt idx="3617">
                  <c:v>#N/A</c:v>
                </c:pt>
                <c:pt idx="3618">
                  <c:v>#N/A</c:v>
                </c:pt>
                <c:pt idx="3619">
                  <c:v>#N/A</c:v>
                </c:pt>
                <c:pt idx="3620">
                  <c:v>#N/A</c:v>
                </c:pt>
                <c:pt idx="3621">
                  <c:v>#N/A</c:v>
                </c:pt>
                <c:pt idx="3622">
                  <c:v>#N/A</c:v>
                </c:pt>
                <c:pt idx="3623">
                  <c:v>#N/A</c:v>
                </c:pt>
                <c:pt idx="3624">
                  <c:v>#N/A</c:v>
                </c:pt>
                <c:pt idx="3625">
                  <c:v>#N/A</c:v>
                </c:pt>
                <c:pt idx="3626">
                  <c:v>#N/A</c:v>
                </c:pt>
                <c:pt idx="3627">
                  <c:v>#N/A</c:v>
                </c:pt>
                <c:pt idx="3628">
                  <c:v>#N/A</c:v>
                </c:pt>
                <c:pt idx="3629">
                  <c:v>#N/A</c:v>
                </c:pt>
                <c:pt idx="3630">
                  <c:v>#N/A</c:v>
                </c:pt>
                <c:pt idx="3631">
                  <c:v>1.7</c:v>
                </c:pt>
                <c:pt idx="3632">
                  <c:v>#N/A</c:v>
                </c:pt>
                <c:pt idx="3633">
                  <c:v>#N/A</c:v>
                </c:pt>
                <c:pt idx="3634">
                  <c:v>#N/A</c:v>
                </c:pt>
                <c:pt idx="3635">
                  <c:v>#N/A</c:v>
                </c:pt>
                <c:pt idx="3636">
                  <c:v>#N/A</c:v>
                </c:pt>
                <c:pt idx="3637">
                  <c:v>#N/A</c:v>
                </c:pt>
                <c:pt idx="3638">
                  <c:v>#N/A</c:v>
                </c:pt>
                <c:pt idx="3639">
                  <c:v>#N/A</c:v>
                </c:pt>
                <c:pt idx="3640">
                  <c:v>#N/A</c:v>
                </c:pt>
                <c:pt idx="3641">
                  <c:v>#N/A</c:v>
                </c:pt>
                <c:pt idx="3642">
                  <c:v>#N/A</c:v>
                </c:pt>
                <c:pt idx="3643">
                  <c:v>#N/A</c:v>
                </c:pt>
                <c:pt idx="3644">
                  <c:v>#N/A</c:v>
                </c:pt>
                <c:pt idx="3645">
                  <c:v>#N/A</c:v>
                </c:pt>
                <c:pt idx="3646">
                  <c:v>#N/A</c:v>
                </c:pt>
                <c:pt idx="3647">
                  <c:v>#N/A</c:v>
                </c:pt>
                <c:pt idx="3648">
                  <c:v>#N/A</c:v>
                </c:pt>
                <c:pt idx="3649">
                  <c:v>#N/A</c:v>
                </c:pt>
                <c:pt idx="3650">
                  <c:v>#N/A</c:v>
                </c:pt>
                <c:pt idx="3651">
                  <c:v>#N/A</c:v>
                </c:pt>
              </c:numCache>
            </c:numRef>
          </c:val>
          <c:smooth val="0"/>
          <c:extLst>
            <c:ext xmlns:c16="http://schemas.microsoft.com/office/drawing/2014/chart" uri="{C3380CC4-5D6E-409C-BE32-E72D297353CC}">
              <c16:uniqueId val="{00000000-C2CC-4767-A320-5CE534E0B493}"/>
            </c:ext>
          </c:extLst>
        </c:ser>
        <c:ser>
          <c:idx val="1"/>
          <c:order val="1"/>
          <c:tx>
            <c:strRef>
              <c:f>通胀pce!$C$4</c:f>
              <c:strCache>
                <c:ptCount val="1"/>
                <c:pt idx="0">
                  <c:v>美国克利夫兰联邦储备银行中位数PCE通胀同比</c:v>
                </c:pt>
              </c:strCache>
            </c:strRef>
          </c:tx>
          <c:spPr>
            <a:ln w="25400">
              <a:solidFill>
                <a:srgbClr val="2C3160"/>
              </a:solidFill>
              <a:prstDash val="solid"/>
            </a:ln>
          </c:spPr>
          <c:marker>
            <c:symbol val="square"/>
            <c:size val="5"/>
            <c:spPr>
              <a:solidFill>
                <a:srgbClr val="2C3160"/>
              </a:solidFill>
              <a:ln>
                <a:solidFill>
                  <a:srgbClr val="2C3160"/>
                </a:solidFill>
              </a:ln>
            </c:spPr>
          </c:marker>
          <c:cat>
            <c:numRef>
              <c:f>通胀pce!$A$5:$A$3656</c:f>
              <c:numCache>
                <c:formatCode>m/d/yyyy</c:formatCode>
                <c:ptCount val="3652"/>
                <c:pt idx="0">
                  <c:v>46213</c:v>
                </c:pt>
                <c:pt idx="1">
                  <c:v>46212</c:v>
                </c:pt>
                <c:pt idx="2">
                  <c:v>46211</c:v>
                </c:pt>
                <c:pt idx="3">
                  <c:v>46210</c:v>
                </c:pt>
                <c:pt idx="4">
                  <c:v>46209</c:v>
                </c:pt>
                <c:pt idx="5">
                  <c:v>46208</c:v>
                </c:pt>
                <c:pt idx="6">
                  <c:v>46207</c:v>
                </c:pt>
                <c:pt idx="7">
                  <c:v>46206</c:v>
                </c:pt>
                <c:pt idx="8">
                  <c:v>46205</c:v>
                </c:pt>
                <c:pt idx="9">
                  <c:v>46204</c:v>
                </c:pt>
                <c:pt idx="10">
                  <c:v>46203</c:v>
                </c:pt>
                <c:pt idx="11">
                  <c:v>46202</c:v>
                </c:pt>
                <c:pt idx="12">
                  <c:v>46201</c:v>
                </c:pt>
                <c:pt idx="13">
                  <c:v>46200</c:v>
                </c:pt>
                <c:pt idx="14">
                  <c:v>46199</c:v>
                </c:pt>
                <c:pt idx="15">
                  <c:v>46198</c:v>
                </c:pt>
                <c:pt idx="16">
                  <c:v>46197</c:v>
                </c:pt>
                <c:pt idx="17">
                  <c:v>46196</c:v>
                </c:pt>
                <c:pt idx="18">
                  <c:v>46195</c:v>
                </c:pt>
                <c:pt idx="19">
                  <c:v>46194</c:v>
                </c:pt>
                <c:pt idx="20">
                  <c:v>46193</c:v>
                </c:pt>
                <c:pt idx="21">
                  <c:v>46192</c:v>
                </c:pt>
                <c:pt idx="22">
                  <c:v>46191</c:v>
                </c:pt>
                <c:pt idx="23">
                  <c:v>46190</c:v>
                </c:pt>
                <c:pt idx="24">
                  <c:v>46189</c:v>
                </c:pt>
                <c:pt idx="25">
                  <c:v>46188</c:v>
                </c:pt>
                <c:pt idx="26">
                  <c:v>46187</c:v>
                </c:pt>
                <c:pt idx="27">
                  <c:v>46186</c:v>
                </c:pt>
                <c:pt idx="28">
                  <c:v>46185</c:v>
                </c:pt>
                <c:pt idx="29">
                  <c:v>46184</c:v>
                </c:pt>
                <c:pt idx="30">
                  <c:v>46183</c:v>
                </c:pt>
                <c:pt idx="31">
                  <c:v>46182</c:v>
                </c:pt>
                <c:pt idx="32">
                  <c:v>46181</c:v>
                </c:pt>
                <c:pt idx="33">
                  <c:v>46180</c:v>
                </c:pt>
                <c:pt idx="34">
                  <c:v>46179</c:v>
                </c:pt>
                <c:pt idx="35">
                  <c:v>46178</c:v>
                </c:pt>
                <c:pt idx="36">
                  <c:v>46177</c:v>
                </c:pt>
                <c:pt idx="37">
                  <c:v>46176</c:v>
                </c:pt>
                <c:pt idx="38">
                  <c:v>46175</c:v>
                </c:pt>
                <c:pt idx="39">
                  <c:v>46174</c:v>
                </c:pt>
                <c:pt idx="40">
                  <c:v>46173</c:v>
                </c:pt>
                <c:pt idx="41">
                  <c:v>46172</c:v>
                </c:pt>
                <c:pt idx="42">
                  <c:v>46171</c:v>
                </c:pt>
                <c:pt idx="43">
                  <c:v>46170</c:v>
                </c:pt>
                <c:pt idx="44">
                  <c:v>46169</c:v>
                </c:pt>
                <c:pt idx="45">
                  <c:v>46168</c:v>
                </c:pt>
                <c:pt idx="46">
                  <c:v>46167</c:v>
                </c:pt>
                <c:pt idx="47">
                  <c:v>46166</c:v>
                </c:pt>
                <c:pt idx="48">
                  <c:v>46165</c:v>
                </c:pt>
                <c:pt idx="49">
                  <c:v>46164</c:v>
                </c:pt>
                <c:pt idx="50">
                  <c:v>46163</c:v>
                </c:pt>
                <c:pt idx="51">
                  <c:v>46162</c:v>
                </c:pt>
                <c:pt idx="52">
                  <c:v>46161</c:v>
                </c:pt>
                <c:pt idx="53">
                  <c:v>46160</c:v>
                </c:pt>
                <c:pt idx="54">
                  <c:v>46159</c:v>
                </c:pt>
                <c:pt idx="55">
                  <c:v>46158</c:v>
                </c:pt>
                <c:pt idx="56">
                  <c:v>46157</c:v>
                </c:pt>
                <c:pt idx="57">
                  <c:v>46156</c:v>
                </c:pt>
                <c:pt idx="58">
                  <c:v>46155</c:v>
                </c:pt>
                <c:pt idx="59">
                  <c:v>46154</c:v>
                </c:pt>
                <c:pt idx="60">
                  <c:v>46153</c:v>
                </c:pt>
                <c:pt idx="61">
                  <c:v>46152</c:v>
                </c:pt>
                <c:pt idx="62">
                  <c:v>46151</c:v>
                </c:pt>
                <c:pt idx="63">
                  <c:v>46150</c:v>
                </c:pt>
                <c:pt idx="64">
                  <c:v>46149</c:v>
                </c:pt>
                <c:pt idx="65">
                  <c:v>46148</c:v>
                </c:pt>
                <c:pt idx="66">
                  <c:v>46147</c:v>
                </c:pt>
                <c:pt idx="67">
                  <c:v>46146</c:v>
                </c:pt>
                <c:pt idx="68">
                  <c:v>46145</c:v>
                </c:pt>
                <c:pt idx="69">
                  <c:v>46144</c:v>
                </c:pt>
                <c:pt idx="70">
                  <c:v>46143</c:v>
                </c:pt>
                <c:pt idx="71">
                  <c:v>46142</c:v>
                </c:pt>
                <c:pt idx="72">
                  <c:v>46141</c:v>
                </c:pt>
                <c:pt idx="73">
                  <c:v>46140</c:v>
                </c:pt>
                <c:pt idx="74">
                  <c:v>46139</c:v>
                </c:pt>
                <c:pt idx="75">
                  <c:v>46138</c:v>
                </c:pt>
                <c:pt idx="76">
                  <c:v>46137</c:v>
                </c:pt>
                <c:pt idx="77">
                  <c:v>46136</c:v>
                </c:pt>
                <c:pt idx="78">
                  <c:v>46135</c:v>
                </c:pt>
                <c:pt idx="79">
                  <c:v>46134</c:v>
                </c:pt>
                <c:pt idx="80">
                  <c:v>46133</c:v>
                </c:pt>
                <c:pt idx="81">
                  <c:v>46132</c:v>
                </c:pt>
                <c:pt idx="82">
                  <c:v>46131</c:v>
                </c:pt>
                <c:pt idx="83">
                  <c:v>46130</c:v>
                </c:pt>
                <c:pt idx="84">
                  <c:v>46129</c:v>
                </c:pt>
                <c:pt idx="85">
                  <c:v>46128</c:v>
                </c:pt>
                <c:pt idx="86">
                  <c:v>46127</c:v>
                </c:pt>
                <c:pt idx="87">
                  <c:v>46126</c:v>
                </c:pt>
                <c:pt idx="88">
                  <c:v>46125</c:v>
                </c:pt>
                <c:pt idx="89">
                  <c:v>46124</c:v>
                </c:pt>
                <c:pt idx="90">
                  <c:v>46123</c:v>
                </c:pt>
                <c:pt idx="91">
                  <c:v>46122</c:v>
                </c:pt>
                <c:pt idx="92">
                  <c:v>46121</c:v>
                </c:pt>
                <c:pt idx="93">
                  <c:v>46120</c:v>
                </c:pt>
                <c:pt idx="94">
                  <c:v>46119</c:v>
                </c:pt>
                <c:pt idx="95">
                  <c:v>46118</c:v>
                </c:pt>
                <c:pt idx="96">
                  <c:v>46117</c:v>
                </c:pt>
                <c:pt idx="97">
                  <c:v>46116</c:v>
                </c:pt>
                <c:pt idx="98">
                  <c:v>46115</c:v>
                </c:pt>
                <c:pt idx="99">
                  <c:v>46114</c:v>
                </c:pt>
                <c:pt idx="100">
                  <c:v>46113</c:v>
                </c:pt>
                <c:pt idx="101">
                  <c:v>46112</c:v>
                </c:pt>
                <c:pt idx="102">
                  <c:v>46111</c:v>
                </c:pt>
                <c:pt idx="103">
                  <c:v>46110</c:v>
                </c:pt>
                <c:pt idx="104">
                  <c:v>46109</c:v>
                </c:pt>
                <c:pt idx="105">
                  <c:v>46108</c:v>
                </c:pt>
                <c:pt idx="106">
                  <c:v>46107</c:v>
                </c:pt>
                <c:pt idx="107">
                  <c:v>46106</c:v>
                </c:pt>
                <c:pt idx="108">
                  <c:v>46105</c:v>
                </c:pt>
                <c:pt idx="109">
                  <c:v>46104</c:v>
                </c:pt>
                <c:pt idx="110">
                  <c:v>46103</c:v>
                </c:pt>
                <c:pt idx="111">
                  <c:v>46102</c:v>
                </c:pt>
                <c:pt idx="112">
                  <c:v>46101</c:v>
                </c:pt>
                <c:pt idx="113">
                  <c:v>46100</c:v>
                </c:pt>
                <c:pt idx="114">
                  <c:v>46099</c:v>
                </c:pt>
                <c:pt idx="115">
                  <c:v>46098</c:v>
                </c:pt>
                <c:pt idx="116">
                  <c:v>46097</c:v>
                </c:pt>
                <c:pt idx="117">
                  <c:v>46096</c:v>
                </c:pt>
                <c:pt idx="118">
                  <c:v>46095</c:v>
                </c:pt>
                <c:pt idx="119">
                  <c:v>46094</c:v>
                </c:pt>
                <c:pt idx="120">
                  <c:v>46093</c:v>
                </c:pt>
                <c:pt idx="121">
                  <c:v>46092</c:v>
                </c:pt>
                <c:pt idx="122">
                  <c:v>46091</c:v>
                </c:pt>
                <c:pt idx="123">
                  <c:v>46090</c:v>
                </c:pt>
                <c:pt idx="124">
                  <c:v>46089</c:v>
                </c:pt>
                <c:pt idx="125">
                  <c:v>46088</c:v>
                </c:pt>
                <c:pt idx="126">
                  <c:v>46087</c:v>
                </c:pt>
                <c:pt idx="127">
                  <c:v>46086</c:v>
                </c:pt>
                <c:pt idx="128">
                  <c:v>46085</c:v>
                </c:pt>
                <c:pt idx="129">
                  <c:v>46084</c:v>
                </c:pt>
                <c:pt idx="130">
                  <c:v>46083</c:v>
                </c:pt>
                <c:pt idx="131">
                  <c:v>46082</c:v>
                </c:pt>
                <c:pt idx="132">
                  <c:v>46081</c:v>
                </c:pt>
                <c:pt idx="133">
                  <c:v>46080</c:v>
                </c:pt>
                <c:pt idx="134">
                  <c:v>46079</c:v>
                </c:pt>
                <c:pt idx="135">
                  <c:v>46078</c:v>
                </c:pt>
                <c:pt idx="136">
                  <c:v>46077</c:v>
                </c:pt>
                <c:pt idx="137">
                  <c:v>46076</c:v>
                </c:pt>
                <c:pt idx="138">
                  <c:v>46075</c:v>
                </c:pt>
                <c:pt idx="139">
                  <c:v>46074</c:v>
                </c:pt>
                <c:pt idx="140">
                  <c:v>46073</c:v>
                </c:pt>
                <c:pt idx="141">
                  <c:v>46072</c:v>
                </c:pt>
                <c:pt idx="142">
                  <c:v>46071</c:v>
                </c:pt>
                <c:pt idx="143">
                  <c:v>46070</c:v>
                </c:pt>
                <c:pt idx="144">
                  <c:v>46069</c:v>
                </c:pt>
                <c:pt idx="145">
                  <c:v>46068</c:v>
                </c:pt>
                <c:pt idx="146">
                  <c:v>46067</c:v>
                </c:pt>
                <c:pt idx="147">
                  <c:v>46066</c:v>
                </c:pt>
                <c:pt idx="148">
                  <c:v>46065</c:v>
                </c:pt>
                <c:pt idx="149">
                  <c:v>46064</c:v>
                </c:pt>
                <c:pt idx="150">
                  <c:v>46063</c:v>
                </c:pt>
                <c:pt idx="151">
                  <c:v>46062</c:v>
                </c:pt>
                <c:pt idx="152">
                  <c:v>46061</c:v>
                </c:pt>
                <c:pt idx="153">
                  <c:v>46060</c:v>
                </c:pt>
                <c:pt idx="154">
                  <c:v>46059</c:v>
                </c:pt>
                <c:pt idx="155">
                  <c:v>46058</c:v>
                </c:pt>
                <c:pt idx="156">
                  <c:v>46057</c:v>
                </c:pt>
                <c:pt idx="157">
                  <c:v>46056</c:v>
                </c:pt>
                <c:pt idx="158">
                  <c:v>46055</c:v>
                </c:pt>
                <c:pt idx="159">
                  <c:v>46054</c:v>
                </c:pt>
                <c:pt idx="160">
                  <c:v>46053</c:v>
                </c:pt>
                <c:pt idx="161">
                  <c:v>46052</c:v>
                </c:pt>
                <c:pt idx="162">
                  <c:v>46051</c:v>
                </c:pt>
                <c:pt idx="163">
                  <c:v>46050</c:v>
                </c:pt>
                <c:pt idx="164">
                  <c:v>46049</c:v>
                </c:pt>
                <c:pt idx="165">
                  <c:v>46048</c:v>
                </c:pt>
                <c:pt idx="166">
                  <c:v>46047</c:v>
                </c:pt>
                <c:pt idx="167">
                  <c:v>46046</c:v>
                </c:pt>
                <c:pt idx="168">
                  <c:v>46045</c:v>
                </c:pt>
                <c:pt idx="169">
                  <c:v>46044</c:v>
                </c:pt>
                <c:pt idx="170">
                  <c:v>46043</c:v>
                </c:pt>
                <c:pt idx="171">
                  <c:v>46042</c:v>
                </c:pt>
                <c:pt idx="172">
                  <c:v>46041</c:v>
                </c:pt>
                <c:pt idx="173">
                  <c:v>46040</c:v>
                </c:pt>
                <c:pt idx="174">
                  <c:v>46039</c:v>
                </c:pt>
                <c:pt idx="175">
                  <c:v>46038</c:v>
                </c:pt>
                <c:pt idx="176">
                  <c:v>46037</c:v>
                </c:pt>
                <c:pt idx="177">
                  <c:v>46036</c:v>
                </c:pt>
                <c:pt idx="178">
                  <c:v>46035</c:v>
                </c:pt>
                <c:pt idx="179">
                  <c:v>46034</c:v>
                </c:pt>
                <c:pt idx="180">
                  <c:v>46033</c:v>
                </c:pt>
                <c:pt idx="181">
                  <c:v>46032</c:v>
                </c:pt>
                <c:pt idx="182">
                  <c:v>46031</c:v>
                </c:pt>
                <c:pt idx="183">
                  <c:v>46030</c:v>
                </c:pt>
                <c:pt idx="184">
                  <c:v>46029</c:v>
                </c:pt>
                <c:pt idx="185">
                  <c:v>46028</c:v>
                </c:pt>
                <c:pt idx="186">
                  <c:v>46027</c:v>
                </c:pt>
                <c:pt idx="187">
                  <c:v>46026</c:v>
                </c:pt>
                <c:pt idx="188">
                  <c:v>46025</c:v>
                </c:pt>
                <c:pt idx="189">
                  <c:v>46024</c:v>
                </c:pt>
                <c:pt idx="190">
                  <c:v>46023</c:v>
                </c:pt>
                <c:pt idx="191">
                  <c:v>46022</c:v>
                </c:pt>
                <c:pt idx="192">
                  <c:v>46021</c:v>
                </c:pt>
                <c:pt idx="193">
                  <c:v>46020</c:v>
                </c:pt>
                <c:pt idx="194">
                  <c:v>46019</c:v>
                </c:pt>
                <c:pt idx="195">
                  <c:v>46018</c:v>
                </c:pt>
                <c:pt idx="196">
                  <c:v>46017</c:v>
                </c:pt>
                <c:pt idx="197">
                  <c:v>46016</c:v>
                </c:pt>
                <c:pt idx="198">
                  <c:v>46015</c:v>
                </c:pt>
                <c:pt idx="199">
                  <c:v>46014</c:v>
                </c:pt>
                <c:pt idx="200">
                  <c:v>46013</c:v>
                </c:pt>
                <c:pt idx="201">
                  <c:v>46012</c:v>
                </c:pt>
                <c:pt idx="202">
                  <c:v>46011</c:v>
                </c:pt>
                <c:pt idx="203">
                  <c:v>46010</c:v>
                </c:pt>
                <c:pt idx="204">
                  <c:v>46009</c:v>
                </c:pt>
                <c:pt idx="205">
                  <c:v>46008</c:v>
                </c:pt>
                <c:pt idx="206">
                  <c:v>46007</c:v>
                </c:pt>
                <c:pt idx="207">
                  <c:v>46006</c:v>
                </c:pt>
                <c:pt idx="208">
                  <c:v>46005</c:v>
                </c:pt>
                <c:pt idx="209">
                  <c:v>46004</c:v>
                </c:pt>
                <c:pt idx="210">
                  <c:v>46003</c:v>
                </c:pt>
                <c:pt idx="211">
                  <c:v>46002</c:v>
                </c:pt>
                <c:pt idx="212">
                  <c:v>46001</c:v>
                </c:pt>
                <c:pt idx="213">
                  <c:v>46000</c:v>
                </c:pt>
                <c:pt idx="214">
                  <c:v>45999</c:v>
                </c:pt>
                <c:pt idx="215">
                  <c:v>45998</c:v>
                </c:pt>
                <c:pt idx="216">
                  <c:v>45997</c:v>
                </c:pt>
                <c:pt idx="217">
                  <c:v>45996</c:v>
                </c:pt>
                <c:pt idx="218">
                  <c:v>45995</c:v>
                </c:pt>
                <c:pt idx="219">
                  <c:v>45994</c:v>
                </c:pt>
                <c:pt idx="220">
                  <c:v>45993</c:v>
                </c:pt>
                <c:pt idx="221">
                  <c:v>45992</c:v>
                </c:pt>
                <c:pt idx="222">
                  <c:v>45991</c:v>
                </c:pt>
                <c:pt idx="223">
                  <c:v>45990</c:v>
                </c:pt>
                <c:pt idx="224">
                  <c:v>45989</c:v>
                </c:pt>
                <c:pt idx="225">
                  <c:v>45988</c:v>
                </c:pt>
                <c:pt idx="226">
                  <c:v>45987</c:v>
                </c:pt>
                <c:pt idx="227">
                  <c:v>45986</c:v>
                </c:pt>
                <c:pt idx="228">
                  <c:v>45985</c:v>
                </c:pt>
                <c:pt idx="229">
                  <c:v>45984</c:v>
                </c:pt>
                <c:pt idx="230">
                  <c:v>45983</c:v>
                </c:pt>
                <c:pt idx="231">
                  <c:v>45982</c:v>
                </c:pt>
                <c:pt idx="232">
                  <c:v>45981</c:v>
                </c:pt>
                <c:pt idx="233">
                  <c:v>45980</c:v>
                </c:pt>
                <c:pt idx="234">
                  <c:v>45979</c:v>
                </c:pt>
                <c:pt idx="235">
                  <c:v>45978</c:v>
                </c:pt>
                <c:pt idx="236">
                  <c:v>45977</c:v>
                </c:pt>
                <c:pt idx="237">
                  <c:v>45976</c:v>
                </c:pt>
                <c:pt idx="238">
                  <c:v>45975</c:v>
                </c:pt>
                <c:pt idx="239">
                  <c:v>45974</c:v>
                </c:pt>
                <c:pt idx="240">
                  <c:v>45973</c:v>
                </c:pt>
                <c:pt idx="241">
                  <c:v>45972</c:v>
                </c:pt>
                <c:pt idx="242">
                  <c:v>45971</c:v>
                </c:pt>
                <c:pt idx="243">
                  <c:v>45970</c:v>
                </c:pt>
                <c:pt idx="244">
                  <c:v>45969</c:v>
                </c:pt>
                <c:pt idx="245">
                  <c:v>45968</c:v>
                </c:pt>
                <c:pt idx="246">
                  <c:v>45967</c:v>
                </c:pt>
                <c:pt idx="247">
                  <c:v>45966</c:v>
                </c:pt>
                <c:pt idx="248">
                  <c:v>45965</c:v>
                </c:pt>
                <c:pt idx="249">
                  <c:v>45964</c:v>
                </c:pt>
                <c:pt idx="250">
                  <c:v>45963</c:v>
                </c:pt>
                <c:pt idx="251">
                  <c:v>45962</c:v>
                </c:pt>
                <c:pt idx="252">
                  <c:v>45961</c:v>
                </c:pt>
                <c:pt idx="253">
                  <c:v>45960</c:v>
                </c:pt>
                <c:pt idx="254">
                  <c:v>45959</c:v>
                </c:pt>
                <c:pt idx="255">
                  <c:v>45958</c:v>
                </c:pt>
                <c:pt idx="256">
                  <c:v>45957</c:v>
                </c:pt>
                <c:pt idx="257">
                  <c:v>45956</c:v>
                </c:pt>
                <c:pt idx="258">
                  <c:v>45955</c:v>
                </c:pt>
                <c:pt idx="259">
                  <c:v>45954</c:v>
                </c:pt>
                <c:pt idx="260">
                  <c:v>45953</c:v>
                </c:pt>
                <c:pt idx="261">
                  <c:v>45952</c:v>
                </c:pt>
                <c:pt idx="262">
                  <c:v>45951</c:v>
                </c:pt>
                <c:pt idx="263">
                  <c:v>45950</c:v>
                </c:pt>
                <c:pt idx="264">
                  <c:v>45949</c:v>
                </c:pt>
                <c:pt idx="265">
                  <c:v>45948</c:v>
                </c:pt>
                <c:pt idx="266">
                  <c:v>45947</c:v>
                </c:pt>
                <c:pt idx="267">
                  <c:v>45946</c:v>
                </c:pt>
                <c:pt idx="268">
                  <c:v>45945</c:v>
                </c:pt>
                <c:pt idx="269">
                  <c:v>45944</c:v>
                </c:pt>
                <c:pt idx="270">
                  <c:v>45943</c:v>
                </c:pt>
                <c:pt idx="271">
                  <c:v>45942</c:v>
                </c:pt>
                <c:pt idx="272">
                  <c:v>45941</c:v>
                </c:pt>
                <c:pt idx="273">
                  <c:v>45940</c:v>
                </c:pt>
                <c:pt idx="274">
                  <c:v>45939</c:v>
                </c:pt>
                <c:pt idx="275">
                  <c:v>45938</c:v>
                </c:pt>
                <c:pt idx="276">
                  <c:v>45937</c:v>
                </c:pt>
                <c:pt idx="277">
                  <c:v>45936</c:v>
                </c:pt>
                <c:pt idx="278">
                  <c:v>45935</c:v>
                </c:pt>
                <c:pt idx="279">
                  <c:v>45934</c:v>
                </c:pt>
                <c:pt idx="280">
                  <c:v>45933</c:v>
                </c:pt>
                <c:pt idx="281">
                  <c:v>45932</c:v>
                </c:pt>
                <c:pt idx="282">
                  <c:v>45931</c:v>
                </c:pt>
                <c:pt idx="283">
                  <c:v>45930</c:v>
                </c:pt>
                <c:pt idx="284">
                  <c:v>45929</c:v>
                </c:pt>
                <c:pt idx="285">
                  <c:v>45928</c:v>
                </c:pt>
                <c:pt idx="286">
                  <c:v>45927</c:v>
                </c:pt>
                <c:pt idx="287">
                  <c:v>45926</c:v>
                </c:pt>
                <c:pt idx="288">
                  <c:v>45925</c:v>
                </c:pt>
                <c:pt idx="289">
                  <c:v>45924</c:v>
                </c:pt>
                <c:pt idx="290">
                  <c:v>45923</c:v>
                </c:pt>
                <c:pt idx="291">
                  <c:v>45922</c:v>
                </c:pt>
                <c:pt idx="292">
                  <c:v>45921</c:v>
                </c:pt>
                <c:pt idx="293">
                  <c:v>45920</c:v>
                </c:pt>
                <c:pt idx="294">
                  <c:v>45919</c:v>
                </c:pt>
                <c:pt idx="295">
                  <c:v>45918</c:v>
                </c:pt>
                <c:pt idx="296">
                  <c:v>45917</c:v>
                </c:pt>
                <c:pt idx="297">
                  <c:v>45916</c:v>
                </c:pt>
                <c:pt idx="298">
                  <c:v>45915</c:v>
                </c:pt>
                <c:pt idx="299">
                  <c:v>45914</c:v>
                </c:pt>
                <c:pt idx="300">
                  <c:v>45913</c:v>
                </c:pt>
                <c:pt idx="301">
                  <c:v>45912</c:v>
                </c:pt>
                <c:pt idx="302">
                  <c:v>45911</c:v>
                </c:pt>
                <c:pt idx="303">
                  <c:v>45910</c:v>
                </c:pt>
                <c:pt idx="304">
                  <c:v>45909</c:v>
                </c:pt>
                <c:pt idx="305">
                  <c:v>45908</c:v>
                </c:pt>
                <c:pt idx="306">
                  <c:v>45907</c:v>
                </c:pt>
                <c:pt idx="307">
                  <c:v>45906</c:v>
                </c:pt>
                <c:pt idx="308">
                  <c:v>45905</c:v>
                </c:pt>
                <c:pt idx="309">
                  <c:v>45904</c:v>
                </c:pt>
                <c:pt idx="310">
                  <c:v>45903</c:v>
                </c:pt>
                <c:pt idx="311">
                  <c:v>45902</c:v>
                </c:pt>
                <c:pt idx="312">
                  <c:v>45901</c:v>
                </c:pt>
                <c:pt idx="313">
                  <c:v>45900</c:v>
                </c:pt>
                <c:pt idx="314">
                  <c:v>45899</c:v>
                </c:pt>
                <c:pt idx="315">
                  <c:v>45898</c:v>
                </c:pt>
                <c:pt idx="316">
                  <c:v>45897</c:v>
                </c:pt>
                <c:pt idx="317">
                  <c:v>45896</c:v>
                </c:pt>
                <c:pt idx="318">
                  <c:v>45895</c:v>
                </c:pt>
                <c:pt idx="319">
                  <c:v>45894</c:v>
                </c:pt>
                <c:pt idx="320">
                  <c:v>45893</c:v>
                </c:pt>
                <c:pt idx="321">
                  <c:v>45892</c:v>
                </c:pt>
                <c:pt idx="322">
                  <c:v>45891</c:v>
                </c:pt>
                <c:pt idx="323">
                  <c:v>45890</c:v>
                </c:pt>
                <c:pt idx="324">
                  <c:v>45889</c:v>
                </c:pt>
                <c:pt idx="325">
                  <c:v>45888</c:v>
                </c:pt>
                <c:pt idx="326">
                  <c:v>45887</c:v>
                </c:pt>
                <c:pt idx="327">
                  <c:v>45886</c:v>
                </c:pt>
                <c:pt idx="328">
                  <c:v>45885</c:v>
                </c:pt>
                <c:pt idx="329">
                  <c:v>45884</c:v>
                </c:pt>
                <c:pt idx="330">
                  <c:v>45883</c:v>
                </c:pt>
                <c:pt idx="331">
                  <c:v>45882</c:v>
                </c:pt>
                <c:pt idx="332">
                  <c:v>45881</c:v>
                </c:pt>
                <c:pt idx="333">
                  <c:v>45880</c:v>
                </c:pt>
                <c:pt idx="334">
                  <c:v>45879</c:v>
                </c:pt>
                <c:pt idx="335">
                  <c:v>45878</c:v>
                </c:pt>
                <c:pt idx="336">
                  <c:v>45877</c:v>
                </c:pt>
                <c:pt idx="337">
                  <c:v>45876</c:v>
                </c:pt>
                <c:pt idx="338">
                  <c:v>45875</c:v>
                </c:pt>
                <c:pt idx="339">
                  <c:v>45874</c:v>
                </c:pt>
                <c:pt idx="340">
                  <c:v>45873</c:v>
                </c:pt>
                <c:pt idx="341">
                  <c:v>45872</c:v>
                </c:pt>
                <c:pt idx="342">
                  <c:v>45871</c:v>
                </c:pt>
                <c:pt idx="343">
                  <c:v>45870</c:v>
                </c:pt>
                <c:pt idx="344">
                  <c:v>45869</c:v>
                </c:pt>
                <c:pt idx="345">
                  <c:v>45868</c:v>
                </c:pt>
                <c:pt idx="346">
                  <c:v>45867</c:v>
                </c:pt>
                <c:pt idx="347">
                  <c:v>45866</c:v>
                </c:pt>
                <c:pt idx="348">
                  <c:v>45865</c:v>
                </c:pt>
                <c:pt idx="349">
                  <c:v>45864</c:v>
                </c:pt>
                <c:pt idx="350">
                  <c:v>45863</c:v>
                </c:pt>
                <c:pt idx="351">
                  <c:v>45862</c:v>
                </c:pt>
                <c:pt idx="352">
                  <c:v>45861</c:v>
                </c:pt>
                <c:pt idx="353">
                  <c:v>45860</c:v>
                </c:pt>
                <c:pt idx="354">
                  <c:v>45859</c:v>
                </c:pt>
                <c:pt idx="355">
                  <c:v>45858</c:v>
                </c:pt>
                <c:pt idx="356">
                  <c:v>45857</c:v>
                </c:pt>
                <c:pt idx="357">
                  <c:v>45856</c:v>
                </c:pt>
                <c:pt idx="358">
                  <c:v>45855</c:v>
                </c:pt>
                <c:pt idx="359">
                  <c:v>45854</c:v>
                </c:pt>
                <c:pt idx="360">
                  <c:v>45853</c:v>
                </c:pt>
                <c:pt idx="361">
                  <c:v>45852</c:v>
                </c:pt>
                <c:pt idx="362">
                  <c:v>45851</c:v>
                </c:pt>
                <c:pt idx="363">
                  <c:v>45850</c:v>
                </c:pt>
                <c:pt idx="364">
                  <c:v>45849</c:v>
                </c:pt>
                <c:pt idx="365">
                  <c:v>45848</c:v>
                </c:pt>
                <c:pt idx="366">
                  <c:v>45847</c:v>
                </c:pt>
                <c:pt idx="367">
                  <c:v>45846</c:v>
                </c:pt>
                <c:pt idx="368">
                  <c:v>45845</c:v>
                </c:pt>
                <c:pt idx="369">
                  <c:v>45844</c:v>
                </c:pt>
                <c:pt idx="370">
                  <c:v>45843</c:v>
                </c:pt>
                <c:pt idx="371">
                  <c:v>45842</c:v>
                </c:pt>
                <c:pt idx="372">
                  <c:v>45841</c:v>
                </c:pt>
                <c:pt idx="373">
                  <c:v>45840</c:v>
                </c:pt>
                <c:pt idx="374">
                  <c:v>45839</c:v>
                </c:pt>
                <c:pt idx="375">
                  <c:v>45838</c:v>
                </c:pt>
                <c:pt idx="376">
                  <c:v>45837</c:v>
                </c:pt>
                <c:pt idx="377">
                  <c:v>45836</c:v>
                </c:pt>
                <c:pt idx="378">
                  <c:v>45835</c:v>
                </c:pt>
                <c:pt idx="379">
                  <c:v>45834</c:v>
                </c:pt>
                <c:pt idx="380">
                  <c:v>45833</c:v>
                </c:pt>
                <c:pt idx="381">
                  <c:v>45832</c:v>
                </c:pt>
                <c:pt idx="382">
                  <c:v>45831</c:v>
                </c:pt>
                <c:pt idx="383">
                  <c:v>45830</c:v>
                </c:pt>
                <c:pt idx="384">
                  <c:v>45829</c:v>
                </c:pt>
                <c:pt idx="385">
                  <c:v>45828</c:v>
                </c:pt>
                <c:pt idx="386">
                  <c:v>45827</c:v>
                </c:pt>
                <c:pt idx="387">
                  <c:v>45826</c:v>
                </c:pt>
                <c:pt idx="388">
                  <c:v>45825</c:v>
                </c:pt>
                <c:pt idx="389">
                  <c:v>45824</c:v>
                </c:pt>
                <c:pt idx="390">
                  <c:v>45823</c:v>
                </c:pt>
                <c:pt idx="391">
                  <c:v>45822</c:v>
                </c:pt>
                <c:pt idx="392">
                  <c:v>45821</c:v>
                </c:pt>
                <c:pt idx="393">
                  <c:v>45820</c:v>
                </c:pt>
                <c:pt idx="394">
                  <c:v>45819</c:v>
                </c:pt>
                <c:pt idx="395">
                  <c:v>45818</c:v>
                </c:pt>
                <c:pt idx="396">
                  <c:v>45817</c:v>
                </c:pt>
                <c:pt idx="397">
                  <c:v>45816</c:v>
                </c:pt>
                <c:pt idx="398">
                  <c:v>45815</c:v>
                </c:pt>
                <c:pt idx="399">
                  <c:v>45814</c:v>
                </c:pt>
                <c:pt idx="400">
                  <c:v>45813</c:v>
                </c:pt>
                <c:pt idx="401">
                  <c:v>45812</c:v>
                </c:pt>
                <c:pt idx="402">
                  <c:v>45811</c:v>
                </c:pt>
                <c:pt idx="403">
                  <c:v>45810</c:v>
                </c:pt>
                <c:pt idx="404">
                  <c:v>45809</c:v>
                </c:pt>
                <c:pt idx="405">
                  <c:v>45808</c:v>
                </c:pt>
                <c:pt idx="406">
                  <c:v>45807</c:v>
                </c:pt>
                <c:pt idx="407">
                  <c:v>45806</c:v>
                </c:pt>
                <c:pt idx="408">
                  <c:v>45805</c:v>
                </c:pt>
                <c:pt idx="409">
                  <c:v>45804</c:v>
                </c:pt>
                <c:pt idx="410">
                  <c:v>45803</c:v>
                </c:pt>
                <c:pt idx="411">
                  <c:v>45802</c:v>
                </c:pt>
                <c:pt idx="412">
                  <c:v>45801</c:v>
                </c:pt>
                <c:pt idx="413">
                  <c:v>45800</c:v>
                </c:pt>
                <c:pt idx="414">
                  <c:v>45799</c:v>
                </c:pt>
                <c:pt idx="415">
                  <c:v>45798</c:v>
                </c:pt>
                <c:pt idx="416">
                  <c:v>45797</c:v>
                </c:pt>
                <c:pt idx="417">
                  <c:v>45796</c:v>
                </c:pt>
                <c:pt idx="418">
                  <c:v>45795</c:v>
                </c:pt>
                <c:pt idx="419">
                  <c:v>45794</c:v>
                </c:pt>
                <c:pt idx="420">
                  <c:v>45793</c:v>
                </c:pt>
                <c:pt idx="421">
                  <c:v>45792</c:v>
                </c:pt>
                <c:pt idx="422">
                  <c:v>45791</c:v>
                </c:pt>
                <c:pt idx="423">
                  <c:v>45790</c:v>
                </c:pt>
                <c:pt idx="424">
                  <c:v>45789</c:v>
                </c:pt>
                <c:pt idx="425">
                  <c:v>45788</c:v>
                </c:pt>
                <c:pt idx="426">
                  <c:v>45787</c:v>
                </c:pt>
                <c:pt idx="427">
                  <c:v>45786</c:v>
                </c:pt>
                <c:pt idx="428">
                  <c:v>45785</c:v>
                </c:pt>
                <c:pt idx="429">
                  <c:v>45784</c:v>
                </c:pt>
                <c:pt idx="430">
                  <c:v>45783</c:v>
                </c:pt>
                <c:pt idx="431">
                  <c:v>45782</c:v>
                </c:pt>
                <c:pt idx="432">
                  <c:v>45781</c:v>
                </c:pt>
                <c:pt idx="433">
                  <c:v>45780</c:v>
                </c:pt>
                <c:pt idx="434">
                  <c:v>45779</c:v>
                </c:pt>
                <c:pt idx="435">
                  <c:v>45778</c:v>
                </c:pt>
                <c:pt idx="436">
                  <c:v>45777</c:v>
                </c:pt>
                <c:pt idx="437">
                  <c:v>45776</c:v>
                </c:pt>
                <c:pt idx="438">
                  <c:v>45775</c:v>
                </c:pt>
                <c:pt idx="439">
                  <c:v>45774</c:v>
                </c:pt>
                <c:pt idx="440">
                  <c:v>45773</c:v>
                </c:pt>
                <c:pt idx="441">
                  <c:v>45772</c:v>
                </c:pt>
                <c:pt idx="442">
                  <c:v>45771</c:v>
                </c:pt>
                <c:pt idx="443">
                  <c:v>45770</c:v>
                </c:pt>
                <c:pt idx="444">
                  <c:v>45769</c:v>
                </c:pt>
                <c:pt idx="445">
                  <c:v>45768</c:v>
                </c:pt>
                <c:pt idx="446">
                  <c:v>45767</c:v>
                </c:pt>
                <c:pt idx="447">
                  <c:v>45766</c:v>
                </c:pt>
                <c:pt idx="448">
                  <c:v>45765</c:v>
                </c:pt>
                <c:pt idx="449">
                  <c:v>45764</c:v>
                </c:pt>
                <c:pt idx="450">
                  <c:v>45763</c:v>
                </c:pt>
                <c:pt idx="451">
                  <c:v>45762</c:v>
                </c:pt>
                <c:pt idx="452">
                  <c:v>45761</c:v>
                </c:pt>
                <c:pt idx="453">
                  <c:v>45760</c:v>
                </c:pt>
                <c:pt idx="454">
                  <c:v>45759</c:v>
                </c:pt>
                <c:pt idx="455">
                  <c:v>45758</c:v>
                </c:pt>
                <c:pt idx="456">
                  <c:v>45757</c:v>
                </c:pt>
                <c:pt idx="457">
                  <c:v>45756</c:v>
                </c:pt>
                <c:pt idx="458">
                  <c:v>45755</c:v>
                </c:pt>
                <c:pt idx="459">
                  <c:v>45754</c:v>
                </c:pt>
                <c:pt idx="460">
                  <c:v>45753</c:v>
                </c:pt>
                <c:pt idx="461">
                  <c:v>45752</c:v>
                </c:pt>
                <c:pt idx="462">
                  <c:v>45751</c:v>
                </c:pt>
                <c:pt idx="463">
                  <c:v>45750</c:v>
                </c:pt>
                <c:pt idx="464">
                  <c:v>45749</c:v>
                </c:pt>
                <c:pt idx="465">
                  <c:v>45748</c:v>
                </c:pt>
                <c:pt idx="466">
                  <c:v>45747</c:v>
                </c:pt>
                <c:pt idx="467">
                  <c:v>45746</c:v>
                </c:pt>
                <c:pt idx="468">
                  <c:v>45745</c:v>
                </c:pt>
                <c:pt idx="469">
                  <c:v>45744</c:v>
                </c:pt>
                <c:pt idx="470">
                  <c:v>45743</c:v>
                </c:pt>
                <c:pt idx="471">
                  <c:v>45742</c:v>
                </c:pt>
                <c:pt idx="472">
                  <c:v>45741</c:v>
                </c:pt>
                <c:pt idx="473">
                  <c:v>45740</c:v>
                </c:pt>
                <c:pt idx="474">
                  <c:v>45739</c:v>
                </c:pt>
                <c:pt idx="475">
                  <c:v>45738</c:v>
                </c:pt>
                <c:pt idx="476">
                  <c:v>45737</c:v>
                </c:pt>
                <c:pt idx="477">
                  <c:v>45736</c:v>
                </c:pt>
                <c:pt idx="478">
                  <c:v>45735</c:v>
                </c:pt>
                <c:pt idx="479">
                  <c:v>45734</c:v>
                </c:pt>
                <c:pt idx="480">
                  <c:v>45733</c:v>
                </c:pt>
                <c:pt idx="481">
                  <c:v>45732</c:v>
                </c:pt>
                <c:pt idx="482">
                  <c:v>45731</c:v>
                </c:pt>
                <c:pt idx="483">
                  <c:v>45730</c:v>
                </c:pt>
                <c:pt idx="484">
                  <c:v>45729</c:v>
                </c:pt>
                <c:pt idx="485">
                  <c:v>45728</c:v>
                </c:pt>
                <c:pt idx="486">
                  <c:v>45727</c:v>
                </c:pt>
                <c:pt idx="487">
                  <c:v>45726</c:v>
                </c:pt>
                <c:pt idx="488">
                  <c:v>45725</c:v>
                </c:pt>
                <c:pt idx="489">
                  <c:v>45724</c:v>
                </c:pt>
                <c:pt idx="490">
                  <c:v>45723</c:v>
                </c:pt>
                <c:pt idx="491">
                  <c:v>45722</c:v>
                </c:pt>
                <c:pt idx="492">
                  <c:v>45721</c:v>
                </c:pt>
                <c:pt idx="493">
                  <c:v>45720</c:v>
                </c:pt>
                <c:pt idx="494">
                  <c:v>45719</c:v>
                </c:pt>
                <c:pt idx="495">
                  <c:v>45718</c:v>
                </c:pt>
                <c:pt idx="496">
                  <c:v>45717</c:v>
                </c:pt>
                <c:pt idx="497">
                  <c:v>45716</c:v>
                </c:pt>
                <c:pt idx="498">
                  <c:v>45715</c:v>
                </c:pt>
                <c:pt idx="499">
                  <c:v>45714</c:v>
                </c:pt>
                <c:pt idx="500">
                  <c:v>45713</c:v>
                </c:pt>
                <c:pt idx="501">
                  <c:v>45712</c:v>
                </c:pt>
                <c:pt idx="502">
                  <c:v>45711</c:v>
                </c:pt>
                <c:pt idx="503">
                  <c:v>45710</c:v>
                </c:pt>
                <c:pt idx="504">
                  <c:v>45709</c:v>
                </c:pt>
                <c:pt idx="505">
                  <c:v>45708</c:v>
                </c:pt>
                <c:pt idx="506">
                  <c:v>45707</c:v>
                </c:pt>
                <c:pt idx="507">
                  <c:v>45706</c:v>
                </c:pt>
                <c:pt idx="508">
                  <c:v>45705</c:v>
                </c:pt>
                <c:pt idx="509">
                  <c:v>45704</c:v>
                </c:pt>
                <c:pt idx="510">
                  <c:v>45703</c:v>
                </c:pt>
                <c:pt idx="511">
                  <c:v>45702</c:v>
                </c:pt>
                <c:pt idx="512">
                  <c:v>45701</c:v>
                </c:pt>
                <c:pt idx="513">
                  <c:v>45700</c:v>
                </c:pt>
                <c:pt idx="514">
                  <c:v>45699</c:v>
                </c:pt>
                <c:pt idx="515">
                  <c:v>45698</c:v>
                </c:pt>
                <c:pt idx="516">
                  <c:v>45697</c:v>
                </c:pt>
                <c:pt idx="517">
                  <c:v>45696</c:v>
                </c:pt>
                <c:pt idx="518">
                  <c:v>45695</c:v>
                </c:pt>
                <c:pt idx="519">
                  <c:v>45694</c:v>
                </c:pt>
                <c:pt idx="520">
                  <c:v>45693</c:v>
                </c:pt>
                <c:pt idx="521">
                  <c:v>45692</c:v>
                </c:pt>
                <c:pt idx="522">
                  <c:v>45691</c:v>
                </c:pt>
                <c:pt idx="523">
                  <c:v>45690</c:v>
                </c:pt>
                <c:pt idx="524">
                  <c:v>45689</c:v>
                </c:pt>
                <c:pt idx="525">
                  <c:v>45688</c:v>
                </c:pt>
                <c:pt idx="526">
                  <c:v>45687</c:v>
                </c:pt>
                <c:pt idx="527">
                  <c:v>45686</c:v>
                </c:pt>
                <c:pt idx="528">
                  <c:v>45685</c:v>
                </c:pt>
                <c:pt idx="529">
                  <c:v>45684</c:v>
                </c:pt>
                <c:pt idx="530">
                  <c:v>45683</c:v>
                </c:pt>
                <c:pt idx="531">
                  <c:v>45682</c:v>
                </c:pt>
                <c:pt idx="532">
                  <c:v>45681</c:v>
                </c:pt>
                <c:pt idx="533">
                  <c:v>45680</c:v>
                </c:pt>
                <c:pt idx="534">
                  <c:v>45679</c:v>
                </c:pt>
                <c:pt idx="535">
                  <c:v>45678</c:v>
                </c:pt>
                <c:pt idx="536">
                  <c:v>45677</c:v>
                </c:pt>
                <c:pt idx="537">
                  <c:v>45676</c:v>
                </c:pt>
                <c:pt idx="538">
                  <c:v>45675</c:v>
                </c:pt>
                <c:pt idx="539">
                  <c:v>45674</c:v>
                </c:pt>
                <c:pt idx="540">
                  <c:v>45673</c:v>
                </c:pt>
                <c:pt idx="541">
                  <c:v>45672</c:v>
                </c:pt>
                <c:pt idx="542">
                  <c:v>45671</c:v>
                </c:pt>
                <c:pt idx="543">
                  <c:v>45670</c:v>
                </c:pt>
                <c:pt idx="544">
                  <c:v>45669</c:v>
                </c:pt>
                <c:pt idx="545">
                  <c:v>45668</c:v>
                </c:pt>
                <c:pt idx="546">
                  <c:v>45667</c:v>
                </c:pt>
                <c:pt idx="547">
                  <c:v>45666</c:v>
                </c:pt>
                <c:pt idx="548">
                  <c:v>45665</c:v>
                </c:pt>
                <c:pt idx="549">
                  <c:v>45664</c:v>
                </c:pt>
                <c:pt idx="550">
                  <c:v>45663</c:v>
                </c:pt>
                <c:pt idx="551">
                  <c:v>45662</c:v>
                </c:pt>
                <c:pt idx="552">
                  <c:v>45661</c:v>
                </c:pt>
                <c:pt idx="553">
                  <c:v>45660</c:v>
                </c:pt>
                <c:pt idx="554">
                  <c:v>45659</c:v>
                </c:pt>
                <c:pt idx="555">
                  <c:v>45658</c:v>
                </c:pt>
                <c:pt idx="556">
                  <c:v>45657</c:v>
                </c:pt>
                <c:pt idx="557">
                  <c:v>45656</c:v>
                </c:pt>
                <c:pt idx="558">
                  <c:v>45655</c:v>
                </c:pt>
                <c:pt idx="559">
                  <c:v>45654</c:v>
                </c:pt>
                <c:pt idx="560">
                  <c:v>45653</c:v>
                </c:pt>
                <c:pt idx="561">
                  <c:v>45652</c:v>
                </c:pt>
                <c:pt idx="562">
                  <c:v>45651</c:v>
                </c:pt>
                <c:pt idx="563">
                  <c:v>45650</c:v>
                </c:pt>
                <c:pt idx="564">
                  <c:v>45649</c:v>
                </c:pt>
                <c:pt idx="565">
                  <c:v>45648</c:v>
                </c:pt>
                <c:pt idx="566">
                  <c:v>45647</c:v>
                </c:pt>
                <c:pt idx="567">
                  <c:v>45646</c:v>
                </c:pt>
                <c:pt idx="568">
                  <c:v>45645</c:v>
                </c:pt>
                <c:pt idx="569">
                  <c:v>45644</c:v>
                </c:pt>
                <c:pt idx="570">
                  <c:v>45643</c:v>
                </c:pt>
                <c:pt idx="571">
                  <c:v>45642</c:v>
                </c:pt>
                <c:pt idx="572">
                  <c:v>45641</c:v>
                </c:pt>
                <c:pt idx="573">
                  <c:v>45640</c:v>
                </c:pt>
                <c:pt idx="574">
                  <c:v>45639</c:v>
                </c:pt>
                <c:pt idx="575">
                  <c:v>45638</c:v>
                </c:pt>
                <c:pt idx="576">
                  <c:v>45637</c:v>
                </c:pt>
                <c:pt idx="577">
                  <c:v>45636</c:v>
                </c:pt>
                <c:pt idx="578">
                  <c:v>45635</c:v>
                </c:pt>
                <c:pt idx="579">
                  <c:v>45634</c:v>
                </c:pt>
                <c:pt idx="580">
                  <c:v>45633</c:v>
                </c:pt>
                <c:pt idx="581">
                  <c:v>45632</c:v>
                </c:pt>
                <c:pt idx="582">
                  <c:v>45631</c:v>
                </c:pt>
                <c:pt idx="583">
                  <c:v>45630</c:v>
                </c:pt>
                <c:pt idx="584">
                  <c:v>45629</c:v>
                </c:pt>
                <c:pt idx="585">
                  <c:v>45628</c:v>
                </c:pt>
                <c:pt idx="586">
                  <c:v>45627</c:v>
                </c:pt>
                <c:pt idx="587">
                  <c:v>45626</c:v>
                </c:pt>
                <c:pt idx="588">
                  <c:v>45625</c:v>
                </c:pt>
                <c:pt idx="589">
                  <c:v>45624</c:v>
                </c:pt>
                <c:pt idx="590">
                  <c:v>45623</c:v>
                </c:pt>
                <c:pt idx="591">
                  <c:v>45622</c:v>
                </c:pt>
                <c:pt idx="592">
                  <c:v>45621</c:v>
                </c:pt>
                <c:pt idx="593">
                  <c:v>45620</c:v>
                </c:pt>
                <c:pt idx="594">
                  <c:v>45619</c:v>
                </c:pt>
                <c:pt idx="595">
                  <c:v>45618</c:v>
                </c:pt>
                <c:pt idx="596">
                  <c:v>45617</c:v>
                </c:pt>
                <c:pt idx="597">
                  <c:v>45616</c:v>
                </c:pt>
                <c:pt idx="598">
                  <c:v>45615</c:v>
                </c:pt>
                <c:pt idx="599">
                  <c:v>45614</c:v>
                </c:pt>
                <c:pt idx="600">
                  <c:v>45613</c:v>
                </c:pt>
                <c:pt idx="601">
                  <c:v>45612</c:v>
                </c:pt>
                <c:pt idx="602">
                  <c:v>45611</c:v>
                </c:pt>
                <c:pt idx="603">
                  <c:v>45610</c:v>
                </c:pt>
                <c:pt idx="604">
                  <c:v>45609</c:v>
                </c:pt>
                <c:pt idx="605">
                  <c:v>45608</c:v>
                </c:pt>
                <c:pt idx="606">
                  <c:v>45607</c:v>
                </c:pt>
                <c:pt idx="607">
                  <c:v>45606</c:v>
                </c:pt>
                <c:pt idx="608">
                  <c:v>45605</c:v>
                </c:pt>
                <c:pt idx="609">
                  <c:v>45604</c:v>
                </c:pt>
                <c:pt idx="610">
                  <c:v>45603</c:v>
                </c:pt>
                <c:pt idx="611">
                  <c:v>45602</c:v>
                </c:pt>
                <c:pt idx="612">
                  <c:v>45601</c:v>
                </c:pt>
                <c:pt idx="613">
                  <c:v>45600</c:v>
                </c:pt>
                <c:pt idx="614">
                  <c:v>45599</c:v>
                </c:pt>
                <c:pt idx="615">
                  <c:v>45598</c:v>
                </c:pt>
                <c:pt idx="616">
                  <c:v>45597</c:v>
                </c:pt>
                <c:pt idx="617">
                  <c:v>45596</c:v>
                </c:pt>
                <c:pt idx="618">
                  <c:v>45595</c:v>
                </c:pt>
                <c:pt idx="619">
                  <c:v>45594</c:v>
                </c:pt>
                <c:pt idx="620">
                  <c:v>45593</c:v>
                </c:pt>
                <c:pt idx="621">
                  <c:v>45592</c:v>
                </c:pt>
                <c:pt idx="622">
                  <c:v>45591</c:v>
                </c:pt>
                <c:pt idx="623">
                  <c:v>45590</c:v>
                </c:pt>
                <c:pt idx="624">
                  <c:v>45589</c:v>
                </c:pt>
                <c:pt idx="625">
                  <c:v>45588</c:v>
                </c:pt>
                <c:pt idx="626">
                  <c:v>45587</c:v>
                </c:pt>
                <c:pt idx="627">
                  <c:v>45586</c:v>
                </c:pt>
                <c:pt idx="628">
                  <c:v>45585</c:v>
                </c:pt>
                <c:pt idx="629">
                  <c:v>45584</c:v>
                </c:pt>
                <c:pt idx="630">
                  <c:v>45583</c:v>
                </c:pt>
                <c:pt idx="631">
                  <c:v>45582</c:v>
                </c:pt>
                <c:pt idx="632">
                  <c:v>45581</c:v>
                </c:pt>
                <c:pt idx="633">
                  <c:v>45580</c:v>
                </c:pt>
                <c:pt idx="634">
                  <c:v>45579</c:v>
                </c:pt>
                <c:pt idx="635">
                  <c:v>45578</c:v>
                </c:pt>
                <c:pt idx="636">
                  <c:v>45577</c:v>
                </c:pt>
                <c:pt idx="637">
                  <c:v>45576</c:v>
                </c:pt>
                <c:pt idx="638">
                  <c:v>45575</c:v>
                </c:pt>
                <c:pt idx="639">
                  <c:v>45574</c:v>
                </c:pt>
                <c:pt idx="640">
                  <c:v>45573</c:v>
                </c:pt>
                <c:pt idx="641">
                  <c:v>45572</c:v>
                </c:pt>
                <c:pt idx="642">
                  <c:v>45571</c:v>
                </c:pt>
                <c:pt idx="643">
                  <c:v>45570</c:v>
                </c:pt>
                <c:pt idx="644">
                  <c:v>45569</c:v>
                </c:pt>
                <c:pt idx="645">
                  <c:v>45568</c:v>
                </c:pt>
                <c:pt idx="646">
                  <c:v>45567</c:v>
                </c:pt>
                <c:pt idx="647">
                  <c:v>45566</c:v>
                </c:pt>
                <c:pt idx="648">
                  <c:v>45565</c:v>
                </c:pt>
                <c:pt idx="649">
                  <c:v>45564</c:v>
                </c:pt>
                <c:pt idx="650">
                  <c:v>45563</c:v>
                </c:pt>
                <c:pt idx="651">
                  <c:v>45562</c:v>
                </c:pt>
                <c:pt idx="652">
                  <c:v>45561</c:v>
                </c:pt>
                <c:pt idx="653">
                  <c:v>45560</c:v>
                </c:pt>
                <c:pt idx="654">
                  <c:v>45559</c:v>
                </c:pt>
                <c:pt idx="655">
                  <c:v>45558</c:v>
                </c:pt>
                <c:pt idx="656">
                  <c:v>45557</c:v>
                </c:pt>
                <c:pt idx="657">
                  <c:v>45556</c:v>
                </c:pt>
                <c:pt idx="658">
                  <c:v>45555</c:v>
                </c:pt>
                <c:pt idx="659">
                  <c:v>45554</c:v>
                </c:pt>
                <c:pt idx="660">
                  <c:v>45553</c:v>
                </c:pt>
                <c:pt idx="661">
                  <c:v>45552</c:v>
                </c:pt>
                <c:pt idx="662">
                  <c:v>45551</c:v>
                </c:pt>
                <c:pt idx="663">
                  <c:v>45550</c:v>
                </c:pt>
                <c:pt idx="664">
                  <c:v>45549</c:v>
                </c:pt>
                <c:pt idx="665">
                  <c:v>45548</c:v>
                </c:pt>
                <c:pt idx="666">
                  <c:v>45547</c:v>
                </c:pt>
                <c:pt idx="667">
                  <c:v>45546</c:v>
                </c:pt>
                <c:pt idx="668">
                  <c:v>45545</c:v>
                </c:pt>
                <c:pt idx="669">
                  <c:v>45544</c:v>
                </c:pt>
                <c:pt idx="670">
                  <c:v>45543</c:v>
                </c:pt>
                <c:pt idx="671">
                  <c:v>45542</c:v>
                </c:pt>
                <c:pt idx="672">
                  <c:v>45541</c:v>
                </c:pt>
                <c:pt idx="673">
                  <c:v>45540</c:v>
                </c:pt>
                <c:pt idx="674">
                  <c:v>45539</c:v>
                </c:pt>
                <c:pt idx="675">
                  <c:v>45538</c:v>
                </c:pt>
                <c:pt idx="676">
                  <c:v>45537</c:v>
                </c:pt>
                <c:pt idx="677">
                  <c:v>45536</c:v>
                </c:pt>
                <c:pt idx="678">
                  <c:v>45535</c:v>
                </c:pt>
                <c:pt idx="679">
                  <c:v>45534</c:v>
                </c:pt>
                <c:pt idx="680">
                  <c:v>45533</c:v>
                </c:pt>
                <c:pt idx="681">
                  <c:v>45532</c:v>
                </c:pt>
                <c:pt idx="682">
                  <c:v>45531</c:v>
                </c:pt>
                <c:pt idx="683">
                  <c:v>45530</c:v>
                </c:pt>
                <c:pt idx="684">
                  <c:v>45529</c:v>
                </c:pt>
                <c:pt idx="685">
                  <c:v>45528</c:v>
                </c:pt>
                <c:pt idx="686">
                  <c:v>45527</c:v>
                </c:pt>
                <c:pt idx="687">
                  <c:v>45526</c:v>
                </c:pt>
                <c:pt idx="688">
                  <c:v>45525</c:v>
                </c:pt>
                <c:pt idx="689">
                  <c:v>45524</c:v>
                </c:pt>
                <c:pt idx="690">
                  <c:v>45523</c:v>
                </c:pt>
                <c:pt idx="691">
                  <c:v>45522</c:v>
                </c:pt>
                <c:pt idx="692">
                  <c:v>45521</c:v>
                </c:pt>
                <c:pt idx="693">
                  <c:v>45520</c:v>
                </c:pt>
                <c:pt idx="694">
                  <c:v>45519</c:v>
                </c:pt>
                <c:pt idx="695">
                  <c:v>45518</c:v>
                </c:pt>
                <c:pt idx="696">
                  <c:v>45517</c:v>
                </c:pt>
                <c:pt idx="697">
                  <c:v>45516</c:v>
                </c:pt>
                <c:pt idx="698">
                  <c:v>45515</c:v>
                </c:pt>
                <c:pt idx="699">
                  <c:v>45514</c:v>
                </c:pt>
                <c:pt idx="700">
                  <c:v>45513</c:v>
                </c:pt>
                <c:pt idx="701">
                  <c:v>45512</c:v>
                </c:pt>
                <c:pt idx="702">
                  <c:v>45511</c:v>
                </c:pt>
                <c:pt idx="703">
                  <c:v>45510</c:v>
                </c:pt>
                <c:pt idx="704">
                  <c:v>45509</c:v>
                </c:pt>
                <c:pt idx="705">
                  <c:v>45508</c:v>
                </c:pt>
                <c:pt idx="706">
                  <c:v>45507</c:v>
                </c:pt>
                <c:pt idx="707">
                  <c:v>45506</c:v>
                </c:pt>
                <c:pt idx="708">
                  <c:v>45505</c:v>
                </c:pt>
                <c:pt idx="709">
                  <c:v>45504</c:v>
                </c:pt>
                <c:pt idx="710">
                  <c:v>45503</c:v>
                </c:pt>
                <c:pt idx="711">
                  <c:v>45502</c:v>
                </c:pt>
                <c:pt idx="712">
                  <c:v>45501</c:v>
                </c:pt>
                <c:pt idx="713">
                  <c:v>45500</c:v>
                </c:pt>
                <c:pt idx="714">
                  <c:v>45499</c:v>
                </c:pt>
                <c:pt idx="715">
                  <c:v>45498</c:v>
                </c:pt>
                <c:pt idx="716">
                  <c:v>45497</c:v>
                </c:pt>
                <c:pt idx="717">
                  <c:v>45496</c:v>
                </c:pt>
                <c:pt idx="718">
                  <c:v>45495</c:v>
                </c:pt>
                <c:pt idx="719">
                  <c:v>45494</c:v>
                </c:pt>
                <c:pt idx="720">
                  <c:v>45493</c:v>
                </c:pt>
                <c:pt idx="721">
                  <c:v>45492</c:v>
                </c:pt>
                <c:pt idx="722">
                  <c:v>45491</c:v>
                </c:pt>
                <c:pt idx="723">
                  <c:v>45490</c:v>
                </c:pt>
                <c:pt idx="724">
                  <c:v>45489</c:v>
                </c:pt>
                <c:pt idx="725">
                  <c:v>45488</c:v>
                </c:pt>
                <c:pt idx="726">
                  <c:v>45487</c:v>
                </c:pt>
                <c:pt idx="727">
                  <c:v>45486</c:v>
                </c:pt>
                <c:pt idx="728">
                  <c:v>45485</c:v>
                </c:pt>
                <c:pt idx="729">
                  <c:v>45484</c:v>
                </c:pt>
                <c:pt idx="730">
                  <c:v>45483</c:v>
                </c:pt>
                <c:pt idx="731">
                  <c:v>45482</c:v>
                </c:pt>
                <c:pt idx="732">
                  <c:v>45481</c:v>
                </c:pt>
                <c:pt idx="733">
                  <c:v>45480</c:v>
                </c:pt>
                <c:pt idx="734">
                  <c:v>45479</c:v>
                </c:pt>
                <c:pt idx="735">
                  <c:v>45478</c:v>
                </c:pt>
                <c:pt idx="736">
                  <c:v>45477</c:v>
                </c:pt>
                <c:pt idx="737">
                  <c:v>45476</c:v>
                </c:pt>
                <c:pt idx="738">
                  <c:v>45475</c:v>
                </c:pt>
                <c:pt idx="739">
                  <c:v>45474</c:v>
                </c:pt>
                <c:pt idx="740">
                  <c:v>45473</c:v>
                </c:pt>
                <c:pt idx="741">
                  <c:v>45472</c:v>
                </c:pt>
                <c:pt idx="742">
                  <c:v>45471</c:v>
                </c:pt>
                <c:pt idx="743">
                  <c:v>45470</c:v>
                </c:pt>
                <c:pt idx="744">
                  <c:v>45469</c:v>
                </c:pt>
                <c:pt idx="745">
                  <c:v>45468</c:v>
                </c:pt>
                <c:pt idx="746">
                  <c:v>45467</c:v>
                </c:pt>
                <c:pt idx="747">
                  <c:v>45466</c:v>
                </c:pt>
                <c:pt idx="748">
                  <c:v>45465</c:v>
                </c:pt>
                <c:pt idx="749">
                  <c:v>45464</c:v>
                </c:pt>
                <c:pt idx="750">
                  <c:v>45463</c:v>
                </c:pt>
                <c:pt idx="751">
                  <c:v>45462</c:v>
                </c:pt>
                <c:pt idx="752">
                  <c:v>45461</c:v>
                </c:pt>
                <c:pt idx="753">
                  <c:v>45460</c:v>
                </c:pt>
                <c:pt idx="754">
                  <c:v>45459</c:v>
                </c:pt>
                <c:pt idx="755">
                  <c:v>45458</c:v>
                </c:pt>
                <c:pt idx="756">
                  <c:v>45457</c:v>
                </c:pt>
                <c:pt idx="757">
                  <c:v>45456</c:v>
                </c:pt>
                <c:pt idx="758">
                  <c:v>45455</c:v>
                </c:pt>
                <c:pt idx="759">
                  <c:v>45454</c:v>
                </c:pt>
                <c:pt idx="760">
                  <c:v>45453</c:v>
                </c:pt>
                <c:pt idx="761">
                  <c:v>45452</c:v>
                </c:pt>
                <c:pt idx="762">
                  <c:v>45451</c:v>
                </c:pt>
                <c:pt idx="763">
                  <c:v>45450</c:v>
                </c:pt>
                <c:pt idx="764">
                  <c:v>45449</c:v>
                </c:pt>
                <c:pt idx="765">
                  <c:v>45448</c:v>
                </c:pt>
                <c:pt idx="766">
                  <c:v>45447</c:v>
                </c:pt>
                <c:pt idx="767">
                  <c:v>45446</c:v>
                </c:pt>
                <c:pt idx="768">
                  <c:v>45445</c:v>
                </c:pt>
                <c:pt idx="769">
                  <c:v>45444</c:v>
                </c:pt>
                <c:pt idx="770">
                  <c:v>45443</c:v>
                </c:pt>
                <c:pt idx="771">
                  <c:v>45442</c:v>
                </c:pt>
                <c:pt idx="772">
                  <c:v>45441</c:v>
                </c:pt>
                <c:pt idx="773">
                  <c:v>45440</c:v>
                </c:pt>
                <c:pt idx="774">
                  <c:v>45439</c:v>
                </c:pt>
                <c:pt idx="775">
                  <c:v>45438</c:v>
                </c:pt>
                <c:pt idx="776">
                  <c:v>45437</c:v>
                </c:pt>
                <c:pt idx="777">
                  <c:v>45436</c:v>
                </c:pt>
                <c:pt idx="778">
                  <c:v>45435</c:v>
                </c:pt>
                <c:pt idx="779">
                  <c:v>45434</c:v>
                </c:pt>
                <c:pt idx="780">
                  <c:v>45433</c:v>
                </c:pt>
                <c:pt idx="781">
                  <c:v>45432</c:v>
                </c:pt>
                <c:pt idx="782">
                  <c:v>45431</c:v>
                </c:pt>
                <c:pt idx="783">
                  <c:v>45430</c:v>
                </c:pt>
                <c:pt idx="784">
                  <c:v>45429</c:v>
                </c:pt>
                <c:pt idx="785">
                  <c:v>45428</c:v>
                </c:pt>
                <c:pt idx="786">
                  <c:v>45427</c:v>
                </c:pt>
                <c:pt idx="787">
                  <c:v>45426</c:v>
                </c:pt>
                <c:pt idx="788">
                  <c:v>45425</c:v>
                </c:pt>
                <c:pt idx="789">
                  <c:v>45424</c:v>
                </c:pt>
                <c:pt idx="790">
                  <c:v>45423</c:v>
                </c:pt>
                <c:pt idx="791">
                  <c:v>45422</c:v>
                </c:pt>
                <c:pt idx="792">
                  <c:v>45421</c:v>
                </c:pt>
                <c:pt idx="793">
                  <c:v>45420</c:v>
                </c:pt>
                <c:pt idx="794">
                  <c:v>45419</c:v>
                </c:pt>
                <c:pt idx="795">
                  <c:v>45418</c:v>
                </c:pt>
                <c:pt idx="796">
                  <c:v>45417</c:v>
                </c:pt>
                <c:pt idx="797">
                  <c:v>45416</c:v>
                </c:pt>
                <c:pt idx="798">
                  <c:v>45415</c:v>
                </c:pt>
                <c:pt idx="799">
                  <c:v>45414</c:v>
                </c:pt>
                <c:pt idx="800">
                  <c:v>45413</c:v>
                </c:pt>
                <c:pt idx="801">
                  <c:v>45412</c:v>
                </c:pt>
                <c:pt idx="802">
                  <c:v>45411</c:v>
                </c:pt>
                <c:pt idx="803">
                  <c:v>45410</c:v>
                </c:pt>
                <c:pt idx="804">
                  <c:v>45409</c:v>
                </c:pt>
                <c:pt idx="805">
                  <c:v>45408</c:v>
                </c:pt>
                <c:pt idx="806">
                  <c:v>45407</c:v>
                </c:pt>
                <c:pt idx="807">
                  <c:v>45406</c:v>
                </c:pt>
                <c:pt idx="808">
                  <c:v>45405</c:v>
                </c:pt>
                <c:pt idx="809">
                  <c:v>45404</c:v>
                </c:pt>
                <c:pt idx="810">
                  <c:v>45403</c:v>
                </c:pt>
                <c:pt idx="811">
                  <c:v>45402</c:v>
                </c:pt>
                <c:pt idx="812">
                  <c:v>45401</c:v>
                </c:pt>
                <c:pt idx="813">
                  <c:v>45400</c:v>
                </c:pt>
                <c:pt idx="814">
                  <c:v>45399</c:v>
                </c:pt>
                <c:pt idx="815">
                  <c:v>45398</c:v>
                </c:pt>
                <c:pt idx="816">
                  <c:v>45397</c:v>
                </c:pt>
                <c:pt idx="817">
                  <c:v>45396</c:v>
                </c:pt>
                <c:pt idx="818">
                  <c:v>45395</c:v>
                </c:pt>
                <c:pt idx="819">
                  <c:v>45394</c:v>
                </c:pt>
                <c:pt idx="820">
                  <c:v>45393</c:v>
                </c:pt>
                <c:pt idx="821">
                  <c:v>45392</c:v>
                </c:pt>
                <c:pt idx="822">
                  <c:v>45391</c:v>
                </c:pt>
                <c:pt idx="823">
                  <c:v>45390</c:v>
                </c:pt>
                <c:pt idx="824">
                  <c:v>45389</c:v>
                </c:pt>
                <c:pt idx="825">
                  <c:v>45388</c:v>
                </c:pt>
                <c:pt idx="826">
                  <c:v>45387</c:v>
                </c:pt>
                <c:pt idx="827">
                  <c:v>45386</c:v>
                </c:pt>
                <c:pt idx="828">
                  <c:v>45385</c:v>
                </c:pt>
                <c:pt idx="829">
                  <c:v>45384</c:v>
                </c:pt>
                <c:pt idx="830">
                  <c:v>45383</c:v>
                </c:pt>
                <c:pt idx="831">
                  <c:v>45382</c:v>
                </c:pt>
                <c:pt idx="832">
                  <c:v>45381</c:v>
                </c:pt>
                <c:pt idx="833">
                  <c:v>45380</c:v>
                </c:pt>
                <c:pt idx="834">
                  <c:v>45379</c:v>
                </c:pt>
                <c:pt idx="835">
                  <c:v>45378</c:v>
                </c:pt>
                <c:pt idx="836">
                  <c:v>45377</c:v>
                </c:pt>
                <c:pt idx="837">
                  <c:v>45376</c:v>
                </c:pt>
                <c:pt idx="838">
                  <c:v>45375</c:v>
                </c:pt>
                <c:pt idx="839">
                  <c:v>45374</c:v>
                </c:pt>
                <c:pt idx="840">
                  <c:v>45373</c:v>
                </c:pt>
                <c:pt idx="841">
                  <c:v>45372</c:v>
                </c:pt>
                <c:pt idx="842">
                  <c:v>45371</c:v>
                </c:pt>
                <c:pt idx="843">
                  <c:v>45370</c:v>
                </c:pt>
                <c:pt idx="844">
                  <c:v>45369</c:v>
                </c:pt>
                <c:pt idx="845">
                  <c:v>45368</c:v>
                </c:pt>
                <c:pt idx="846">
                  <c:v>45367</c:v>
                </c:pt>
                <c:pt idx="847">
                  <c:v>45366</c:v>
                </c:pt>
                <c:pt idx="848">
                  <c:v>45365</c:v>
                </c:pt>
                <c:pt idx="849">
                  <c:v>45364</c:v>
                </c:pt>
                <c:pt idx="850">
                  <c:v>45363</c:v>
                </c:pt>
                <c:pt idx="851">
                  <c:v>45362</c:v>
                </c:pt>
                <c:pt idx="852">
                  <c:v>45361</c:v>
                </c:pt>
                <c:pt idx="853">
                  <c:v>45360</c:v>
                </c:pt>
                <c:pt idx="854">
                  <c:v>45359</c:v>
                </c:pt>
                <c:pt idx="855">
                  <c:v>45358</c:v>
                </c:pt>
                <c:pt idx="856">
                  <c:v>45357</c:v>
                </c:pt>
                <c:pt idx="857">
                  <c:v>45356</c:v>
                </c:pt>
                <c:pt idx="858">
                  <c:v>45355</c:v>
                </c:pt>
                <c:pt idx="859">
                  <c:v>45354</c:v>
                </c:pt>
                <c:pt idx="860">
                  <c:v>45353</c:v>
                </c:pt>
                <c:pt idx="861">
                  <c:v>45352</c:v>
                </c:pt>
                <c:pt idx="862">
                  <c:v>45351</c:v>
                </c:pt>
                <c:pt idx="863">
                  <c:v>45350</c:v>
                </c:pt>
                <c:pt idx="864">
                  <c:v>45349</c:v>
                </c:pt>
                <c:pt idx="865">
                  <c:v>45348</c:v>
                </c:pt>
                <c:pt idx="866">
                  <c:v>45347</c:v>
                </c:pt>
                <c:pt idx="867">
                  <c:v>45346</c:v>
                </c:pt>
                <c:pt idx="868">
                  <c:v>45345</c:v>
                </c:pt>
                <c:pt idx="869">
                  <c:v>45344</c:v>
                </c:pt>
                <c:pt idx="870">
                  <c:v>45343</c:v>
                </c:pt>
                <c:pt idx="871">
                  <c:v>45342</c:v>
                </c:pt>
                <c:pt idx="872">
                  <c:v>45341</c:v>
                </c:pt>
                <c:pt idx="873">
                  <c:v>45340</c:v>
                </c:pt>
                <c:pt idx="874">
                  <c:v>45339</c:v>
                </c:pt>
                <c:pt idx="875">
                  <c:v>45338</c:v>
                </c:pt>
                <c:pt idx="876">
                  <c:v>45337</c:v>
                </c:pt>
                <c:pt idx="877">
                  <c:v>45336</c:v>
                </c:pt>
                <c:pt idx="878">
                  <c:v>45335</c:v>
                </c:pt>
                <c:pt idx="879">
                  <c:v>45334</c:v>
                </c:pt>
                <c:pt idx="880">
                  <c:v>45333</c:v>
                </c:pt>
                <c:pt idx="881">
                  <c:v>45332</c:v>
                </c:pt>
                <c:pt idx="882">
                  <c:v>45331</c:v>
                </c:pt>
                <c:pt idx="883">
                  <c:v>45330</c:v>
                </c:pt>
                <c:pt idx="884">
                  <c:v>45329</c:v>
                </c:pt>
                <c:pt idx="885">
                  <c:v>45328</c:v>
                </c:pt>
                <c:pt idx="886">
                  <c:v>45327</c:v>
                </c:pt>
                <c:pt idx="887">
                  <c:v>45326</c:v>
                </c:pt>
                <c:pt idx="888">
                  <c:v>45325</c:v>
                </c:pt>
                <c:pt idx="889">
                  <c:v>45324</c:v>
                </c:pt>
                <c:pt idx="890">
                  <c:v>45323</c:v>
                </c:pt>
                <c:pt idx="891">
                  <c:v>45322</c:v>
                </c:pt>
                <c:pt idx="892">
                  <c:v>45321</c:v>
                </c:pt>
                <c:pt idx="893">
                  <c:v>45320</c:v>
                </c:pt>
                <c:pt idx="894">
                  <c:v>45319</c:v>
                </c:pt>
                <c:pt idx="895">
                  <c:v>45318</c:v>
                </c:pt>
                <c:pt idx="896">
                  <c:v>45317</c:v>
                </c:pt>
                <c:pt idx="897">
                  <c:v>45316</c:v>
                </c:pt>
                <c:pt idx="898">
                  <c:v>45315</c:v>
                </c:pt>
                <c:pt idx="899">
                  <c:v>45314</c:v>
                </c:pt>
                <c:pt idx="900">
                  <c:v>45313</c:v>
                </c:pt>
                <c:pt idx="901">
                  <c:v>45312</c:v>
                </c:pt>
                <c:pt idx="902">
                  <c:v>45311</c:v>
                </c:pt>
                <c:pt idx="903">
                  <c:v>45310</c:v>
                </c:pt>
                <c:pt idx="904">
                  <c:v>45309</c:v>
                </c:pt>
                <c:pt idx="905">
                  <c:v>45308</c:v>
                </c:pt>
                <c:pt idx="906">
                  <c:v>45307</c:v>
                </c:pt>
                <c:pt idx="907">
                  <c:v>45306</c:v>
                </c:pt>
                <c:pt idx="908">
                  <c:v>45305</c:v>
                </c:pt>
                <c:pt idx="909">
                  <c:v>45304</c:v>
                </c:pt>
                <c:pt idx="910">
                  <c:v>45303</c:v>
                </c:pt>
                <c:pt idx="911">
                  <c:v>45302</c:v>
                </c:pt>
                <c:pt idx="912">
                  <c:v>45301</c:v>
                </c:pt>
                <c:pt idx="913">
                  <c:v>45300</c:v>
                </c:pt>
                <c:pt idx="914">
                  <c:v>45299</c:v>
                </c:pt>
                <c:pt idx="915">
                  <c:v>45298</c:v>
                </c:pt>
                <c:pt idx="916">
                  <c:v>45297</c:v>
                </c:pt>
                <c:pt idx="917">
                  <c:v>45296</c:v>
                </c:pt>
                <c:pt idx="918">
                  <c:v>45295</c:v>
                </c:pt>
                <c:pt idx="919">
                  <c:v>45294</c:v>
                </c:pt>
                <c:pt idx="920">
                  <c:v>45293</c:v>
                </c:pt>
                <c:pt idx="921">
                  <c:v>45292</c:v>
                </c:pt>
                <c:pt idx="922">
                  <c:v>45291</c:v>
                </c:pt>
                <c:pt idx="923">
                  <c:v>45290</c:v>
                </c:pt>
                <c:pt idx="924">
                  <c:v>45289</c:v>
                </c:pt>
                <c:pt idx="925">
                  <c:v>45288</c:v>
                </c:pt>
                <c:pt idx="926">
                  <c:v>45287</c:v>
                </c:pt>
                <c:pt idx="927">
                  <c:v>45286</c:v>
                </c:pt>
                <c:pt idx="928">
                  <c:v>45285</c:v>
                </c:pt>
                <c:pt idx="929">
                  <c:v>45284</c:v>
                </c:pt>
                <c:pt idx="930">
                  <c:v>45283</c:v>
                </c:pt>
                <c:pt idx="931">
                  <c:v>45282</c:v>
                </c:pt>
                <c:pt idx="932">
                  <c:v>45281</c:v>
                </c:pt>
                <c:pt idx="933">
                  <c:v>45280</c:v>
                </c:pt>
                <c:pt idx="934">
                  <c:v>45279</c:v>
                </c:pt>
                <c:pt idx="935">
                  <c:v>45278</c:v>
                </c:pt>
                <c:pt idx="936">
                  <c:v>45277</c:v>
                </c:pt>
                <c:pt idx="937">
                  <c:v>45276</c:v>
                </c:pt>
                <c:pt idx="938">
                  <c:v>45275</c:v>
                </c:pt>
                <c:pt idx="939">
                  <c:v>45274</c:v>
                </c:pt>
                <c:pt idx="940">
                  <c:v>45273</c:v>
                </c:pt>
                <c:pt idx="941">
                  <c:v>45272</c:v>
                </c:pt>
                <c:pt idx="942">
                  <c:v>45271</c:v>
                </c:pt>
                <c:pt idx="943">
                  <c:v>45270</c:v>
                </c:pt>
                <c:pt idx="944">
                  <c:v>45269</c:v>
                </c:pt>
                <c:pt idx="945">
                  <c:v>45268</c:v>
                </c:pt>
                <c:pt idx="946">
                  <c:v>45267</c:v>
                </c:pt>
                <c:pt idx="947">
                  <c:v>45266</c:v>
                </c:pt>
                <c:pt idx="948">
                  <c:v>45265</c:v>
                </c:pt>
                <c:pt idx="949">
                  <c:v>45264</c:v>
                </c:pt>
                <c:pt idx="950">
                  <c:v>45263</c:v>
                </c:pt>
                <c:pt idx="951">
                  <c:v>45262</c:v>
                </c:pt>
                <c:pt idx="952">
                  <c:v>45261</c:v>
                </c:pt>
                <c:pt idx="953">
                  <c:v>45260</c:v>
                </c:pt>
                <c:pt idx="954">
                  <c:v>45259</c:v>
                </c:pt>
                <c:pt idx="955">
                  <c:v>45258</c:v>
                </c:pt>
                <c:pt idx="956">
                  <c:v>45257</c:v>
                </c:pt>
                <c:pt idx="957">
                  <c:v>45256</c:v>
                </c:pt>
                <c:pt idx="958">
                  <c:v>45255</c:v>
                </c:pt>
                <c:pt idx="959">
                  <c:v>45254</c:v>
                </c:pt>
                <c:pt idx="960">
                  <c:v>45253</c:v>
                </c:pt>
                <c:pt idx="961">
                  <c:v>45252</c:v>
                </c:pt>
                <c:pt idx="962">
                  <c:v>45251</c:v>
                </c:pt>
                <c:pt idx="963">
                  <c:v>45250</c:v>
                </c:pt>
                <c:pt idx="964">
                  <c:v>45249</c:v>
                </c:pt>
                <c:pt idx="965">
                  <c:v>45248</c:v>
                </c:pt>
                <c:pt idx="966">
                  <c:v>45247</c:v>
                </c:pt>
                <c:pt idx="967">
                  <c:v>45246</c:v>
                </c:pt>
                <c:pt idx="968">
                  <c:v>45245</c:v>
                </c:pt>
                <c:pt idx="969">
                  <c:v>45244</c:v>
                </c:pt>
                <c:pt idx="970">
                  <c:v>45243</c:v>
                </c:pt>
                <c:pt idx="971">
                  <c:v>45242</c:v>
                </c:pt>
                <c:pt idx="972">
                  <c:v>45241</c:v>
                </c:pt>
                <c:pt idx="973">
                  <c:v>45240</c:v>
                </c:pt>
                <c:pt idx="974">
                  <c:v>45239</c:v>
                </c:pt>
                <c:pt idx="975">
                  <c:v>45238</c:v>
                </c:pt>
                <c:pt idx="976">
                  <c:v>45237</c:v>
                </c:pt>
                <c:pt idx="977">
                  <c:v>45236</c:v>
                </c:pt>
                <c:pt idx="978">
                  <c:v>45235</c:v>
                </c:pt>
                <c:pt idx="979">
                  <c:v>45234</c:v>
                </c:pt>
                <c:pt idx="980">
                  <c:v>45233</c:v>
                </c:pt>
                <c:pt idx="981">
                  <c:v>45232</c:v>
                </c:pt>
                <c:pt idx="982">
                  <c:v>45231</c:v>
                </c:pt>
                <c:pt idx="983">
                  <c:v>45230</c:v>
                </c:pt>
                <c:pt idx="984">
                  <c:v>45229</c:v>
                </c:pt>
                <c:pt idx="985">
                  <c:v>45228</c:v>
                </c:pt>
                <c:pt idx="986">
                  <c:v>45227</c:v>
                </c:pt>
                <c:pt idx="987">
                  <c:v>45226</c:v>
                </c:pt>
                <c:pt idx="988">
                  <c:v>45225</c:v>
                </c:pt>
                <c:pt idx="989">
                  <c:v>45224</c:v>
                </c:pt>
                <c:pt idx="990">
                  <c:v>45223</c:v>
                </c:pt>
                <c:pt idx="991">
                  <c:v>45222</c:v>
                </c:pt>
                <c:pt idx="992">
                  <c:v>45221</c:v>
                </c:pt>
                <c:pt idx="993">
                  <c:v>45220</c:v>
                </c:pt>
                <c:pt idx="994">
                  <c:v>45219</c:v>
                </c:pt>
                <c:pt idx="995">
                  <c:v>45218</c:v>
                </c:pt>
                <c:pt idx="996">
                  <c:v>45217</c:v>
                </c:pt>
                <c:pt idx="997">
                  <c:v>45216</c:v>
                </c:pt>
                <c:pt idx="998">
                  <c:v>45215</c:v>
                </c:pt>
                <c:pt idx="999">
                  <c:v>45214</c:v>
                </c:pt>
                <c:pt idx="1000">
                  <c:v>45213</c:v>
                </c:pt>
                <c:pt idx="1001">
                  <c:v>45212</c:v>
                </c:pt>
                <c:pt idx="1002">
                  <c:v>45211</c:v>
                </c:pt>
                <c:pt idx="1003">
                  <c:v>45210</c:v>
                </c:pt>
                <c:pt idx="1004">
                  <c:v>45209</c:v>
                </c:pt>
                <c:pt idx="1005">
                  <c:v>45208</c:v>
                </c:pt>
                <c:pt idx="1006">
                  <c:v>45207</c:v>
                </c:pt>
                <c:pt idx="1007">
                  <c:v>45206</c:v>
                </c:pt>
                <c:pt idx="1008">
                  <c:v>45205</c:v>
                </c:pt>
                <c:pt idx="1009">
                  <c:v>45204</c:v>
                </c:pt>
                <c:pt idx="1010">
                  <c:v>45203</c:v>
                </c:pt>
                <c:pt idx="1011">
                  <c:v>45202</c:v>
                </c:pt>
                <c:pt idx="1012">
                  <c:v>45201</c:v>
                </c:pt>
                <c:pt idx="1013">
                  <c:v>45200</c:v>
                </c:pt>
                <c:pt idx="1014">
                  <c:v>45199</c:v>
                </c:pt>
                <c:pt idx="1015">
                  <c:v>45198</c:v>
                </c:pt>
                <c:pt idx="1016">
                  <c:v>45197</c:v>
                </c:pt>
                <c:pt idx="1017">
                  <c:v>45196</c:v>
                </c:pt>
                <c:pt idx="1018">
                  <c:v>45195</c:v>
                </c:pt>
                <c:pt idx="1019">
                  <c:v>45194</c:v>
                </c:pt>
                <c:pt idx="1020">
                  <c:v>45193</c:v>
                </c:pt>
                <c:pt idx="1021">
                  <c:v>45192</c:v>
                </c:pt>
                <c:pt idx="1022">
                  <c:v>45191</c:v>
                </c:pt>
                <c:pt idx="1023">
                  <c:v>45190</c:v>
                </c:pt>
                <c:pt idx="1024">
                  <c:v>45189</c:v>
                </c:pt>
                <c:pt idx="1025">
                  <c:v>45188</c:v>
                </c:pt>
                <c:pt idx="1026">
                  <c:v>45187</c:v>
                </c:pt>
                <c:pt idx="1027">
                  <c:v>45186</c:v>
                </c:pt>
                <c:pt idx="1028">
                  <c:v>45185</c:v>
                </c:pt>
                <c:pt idx="1029">
                  <c:v>45184</c:v>
                </c:pt>
                <c:pt idx="1030">
                  <c:v>45183</c:v>
                </c:pt>
                <c:pt idx="1031">
                  <c:v>45182</c:v>
                </c:pt>
                <c:pt idx="1032">
                  <c:v>45181</c:v>
                </c:pt>
                <c:pt idx="1033">
                  <c:v>45180</c:v>
                </c:pt>
                <c:pt idx="1034">
                  <c:v>45179</c:v>
                </c:pt>
                <c:pt idx="1035">
                  <c:v>45178</c:v>
                </c:pt>
                <c:pt idx="1036">
                  <c:v>45177</c:v>
                </c:pt>
                <c:pt idx="1037">
                  <c:v>45176</c:v>
                </c:pt>
                <c:pt idx="1038">
                  <c:v>45175</c:v>
                </c:pt>
                <c:pt idx="1039">
                  <c:v>45174</c:v>
                </c:pt>
                <c:pt idx="1040">
                  <c:v>45173</c:v>
                </c:pt>
                <c:pt idx="1041">
                  <c:v>45172</c:v>
                </c:pt>
                <c:pt idx="1042">
                  <c:v>45171</c:v>
                </c:pt>
                <c:pt idx="1043">
                  <c:v>45170</c:v>
                </c:pt>
                <c:pt idx="1044">
                  <c:v>45169</c:v>
                </c:pt>
                <c:pt idx="1045">
                  <c:v>45168</c:v>
                </c:pt>
                <c:pt idx="1046">
                  <c:v>45167</c:v>
                </c:pt>
                <c:pt idx="1047">
                  <c:v>45166</c:v>
                </c:pt>
                <c:pt idx="1048">
                  <c:v>45165</c:v>
                </c:pt>
                <c:pt idx="1049">
                  <c:v>45164</c:v>
                </c:pt>
                <c:pt idx="1050">
                  <c:v>45163</c:v>
                </c:pt>
                <c:pt idx="1051">
                  <c:v>45162</c:v>
                </c:pt>
                <c:pt idx="1052">
                  <c:v>45161</c:v>
                </c:pt>
                <c:pt idx="1053">
                  <c:v>45160</c:v>
                </c:pt>
                <c:pt idx="1054">
                  <c:v>45159</c:v>
                </c:pt>
                <c:pt idx="1055">
                  <c:v>45158</c:v>
                </c:pt>
                <c:pt idx="1056">
                  <c:v>45157</c:v>
                </c:pt>
                <c:pt idx="1057">
                  <c:v>45156</c:v>
                </c:pt>
                <c:pt idx="1058">
                  <c:v>45155</c:v>
                </c:pt>
                <c:pt idx="1059">
                  <c:v>45154</c:v>
                </c:pt>
                <c:pt idx="1060">
                  <c:v>45153</c:v>
                </c:pt>
                <c:pt idx="1061">
                  <c:v>45152</c:v>
                </c:pt>
                <c:pt idx="1062">
                  <c:v>45151</c:v>
                </c:pt>
                <c:pt idx="1063">
                  <c:v>45150</c:v>
                </c:pt>
                <c:pt idx="1064">
                  <c:v>45149</c:v>
                </c:pt>
                <c:pt idx="1065">
                  <c:v>45148</c:v>
                </c:pt>
                <c:pt idx="1066">
                  <c:v>45147</c:v>
                </c:pt>
                <c:pt idx="1067">
                  <c:v>45146</c:v>
                </c:pt>
                <c:pt idx="1068">
                  <c:v>45145</c:v>
                </c:pt>
                <c:pt idx="1069">
                  <c:v>45144</c:v>
                </c:pt>
                <c:pt idx="1070">
                  <c:v>45143</c:v>
                </c:pt>
                <c:pt idx="1071">
                  <c:v>45142</c:v>
                </c:pt>
                <c:pt idx="1072">
                  <c:v>45141</c:v>
                </c:pt>
                <c:pt idx="1073">
                  <c:v>45140</c:v>
                </c:pt>
                <c:pt idx="1074">
                  <c:v>45139</c:v>
                </c:pt>
                <c:pt idx="1075">
                  <c:v>45138</c:v>
                </c:pt>
                <c:pt idx="1076">
                  <c:v>45137</c:v>
                </c:pt>
                <c:pt idx="1077">
                  <c:v>45136</c:v>
                </c:pt>
                <c:pt idx="1078">
                  <c:v>45135</c:v>
                </c:pt>
                <c:pt idx="1079">
                  <c:v>45134</c:v>
                </c:pt>
                <c:pt idx="1080">
                  <c:v>45133</c:v>
                </c:pt>
                <c:pt idx="1081">
                  <c:v>45132</c:v>
                </c:pt>
                <c:pt idx="1082">
                  <c:v>45131</c:v>
                </c:pt>
                <c:pt idx="1083">
                  <c:v>45130</c:v>
                </c:pt>
                <c:pt idx="1084">
                  <c:v>45129</c:v>
                </c:pt>
                <c:pt idx="1085">
                  <c:v>45128</c:v>
                </c:pt>
                <c:pt idx="1086">
                  <c:v>45127</c:v>
                </c:pt>
                <c:pt idx="1087">
                  <c:v>45126</c:v>
                </c:pt>
                <c:pt idx="1088">
                  <c:v>45125</c:v>
                </c:pt>
                <c:pt idx="1089">
                  <c:v>45124</c:v>
                </c:pt>
                <c:pt idx="1090">
                  <c:v>45123</c:v>
                </c:pt>
                <c:pt idx="1091">
                  <c:v>45122</c:v>
                </c:pt>
                <c:pt idx="1092">
                  <c:v>45121</c:v>
                </c:pt>
                <c:pt idx="1093">
                  <c:v>45120</c:v>
                </c:pt>
                <c:pt idx="1094">
                  <c:v>45119</c:v>
                </c:pt>
                <c:pt idx="1095">
                  <c:v>45118</c:v>
                </c:pt>
                <c:pt idx="1096">
                  <c:v>45117</c:v>
                </c:pt>
                <c:pt idx="1097">
                  <c:v>45116</c:v>
                </c:pt>
                <c:pt idx="1098">
                  <c:v>45115</c:v>
                </c:pt>
                <c:pt idx="1099">
                  <c:v>45114</c:v>
                </c:pt>
                <c:pt idx="1100">
                  <c:v>45113</c:v>
                </c:pt>
                <c:pt idx="1101">
                  <c:v>45112</c:v>
                </c:pt>
                <c:pt idx="1102">
                  <c:v>45111</c:v>
                </c:pt>
                <c:pt idx="1103">
                  <c:v>45110</c:v>
                </c:pt>
                <c:pt idx="1104">
                  <c:v>45109</c:v>
                </c:pt>
                <c:pt idx="1105">
                  <c:v>45108</c:v>
                </c:pt>
                <c:pt idx="1106">
                  <c:v>45107</c:v>
                </c:pt>
                <c:pt idx="1107">
                  <c:v>45106</c:v>
                </c:pt>
                <c:pt idx="1108">
                  <c:v>45105</c:v>
                </c:pt>
                <c:pt idx="1109">
                  <c:v>45104</c:v>
                </c:pt>
                <c:pt idx="1110">
                  <c:v>45103</c:v>
                </c:pt>
                <c:pt idx="1111">
                  <c:v>45102</c:v>
                </c:pt>
                <c:pt idx="1112">
                  <c:v>45101</c:v>
                </c:pt>
                <c:pt idx="1113">
                  <c:v>45100</c:v>
                </c:pt>
                <c:pt idx="1114">
                  <c:v>45099</c:v>
                </c:pt>
                <c:pt idx="1115">
                  <c:v>45098</c:v>
                </c:pt>
                <c:pt idx="1116">
                  <c:v>45097</c:v>
                </c:pt>
                <c:pt idx="1117">
                  <c:v>45096</c:v>
                </c:pt>
                <c:pt idx="1118">
                  <c:v>45095</c:v>
                </c:pt>
                <c:pt idx="1119">
                  <c:v>45094</c:v>
                </c:pt>
                <c:pt idx="1120">
                  <c:v>45093</c:v>
                </c:pt>
                <c:pt idx="1121">
                  <c:v>45092</c:v>
                </c:pt>
                <c:pt idx="1122">
                  <c:v>45091</c:v>
                </c:pt>
                <c:pt idx="1123">
                  <c:v>45090</c:v>
                </c:pt>
                <c:pt idx="1124">
                  <c:v>45089</c:v>
                </c:pt>
                <c:pt idx="1125">
                  <c:v>45088</c:v>
                </c:pt>
                <c:pt idx="1126">
                  <c:v>45087</c:v>
                </c:pt>
                <c:pt idx="1127">
                  <c:v>45086</c:v>
                </c:pt>
                <c:pt idx="1128">
                  <c:v>45085</c:v>
                </c:pt>
                <c:pt idx="1129">
                  <c:v>45084</c:v>
                </c:pt>
                <c:pt idx="1130">
                  <c:v>45083</c:v>
                </c:pt>
                <c:pt idx="1131">
                  <c:v>45082</c:v>
                </c:pt>
                <c:pt idx="1132">
                  <c:v>45081</c:v>
                </c:pt>
                <c:pt idx="1133">
                  <c:v>45080</c:v>
                </c:pt>
                <c:pt idx="1134">
                  <c:v>45079</c:v>
                </c:pt>
                <c:pt idx="1135">
                  <c:v>45078</c:v>
                </c:pt>
                <c:pt idx="1136">
                  <c:v>45077</c:v>
                </c:pt>
                <c:pt idx="1137">
                  <c:v>45076</c:v>
                </c:pt>
                <c:pt idx="1138">
                  <c:v>45075</c:v>
                </c:pt>
                <c:pt idx="1139">
                  <c:v>45074</c:v>
                </c:pt>
                <c:pt idx="1140">
                  <c:v>45073</c:v>
                </c:pt>
                <c:pt idx="1141">
                  <c:v>45072</c:v>
                </c:pt>
                <c:pt idx="1142">
                  <c:v>45071</c:v>
                </c:pt>
                <c:pt idx="1143">
                  <c:v>45070</c:v>
                </c:pt>
                <c:pt idx="1144">
                  <c:v>45069</c:v>
                </c:pt>
                <c:pt idx="1145">
                  <c:v>45068</c:v>
                </c:pt>
                <c:pt idx="1146">
                  <c:v>45067</c:v>
                </c:pt>
                <c:pt idx="1147">
                  <c:v>45066</c:v>
                </c:pt>
                <c:pt idx="1148">
                  <c:v>45065</c:v>
                </c:pt>
                <c:pt idx="1149">
                  <c:v>45064</c:v>
                </c:pt>
                <c:pt idx="1150">
                  <c:v>45063</c:v>
                </c:pt>
                <c:pt idx="1151">
                  <c:v>45062</c:v>
                </c:pt>
                <c:pt idx="1152">
                  <c:v>45061</c:v>
                </c:pt>
                <c:pt idx="1153">
                  <c:v>45060</c:v>
                </c:pt>
                <c:pt idx="1154">
                  <c:v>45059</c:v>
                </c:pt>
                <c:pt idx="1155">
                  <c:v>45058</c:v>
                </c:pt>
                <c:pt idx="1156">
                  <c:v>45057</c:v>
                </c:pt>
                <c:pt idx="1157">
                  <c:v>45056</c:v>
                </c:pt>
                <c:pt idx="1158">
                  <c:v>45055</c:v>
                </c:pt>
                <c:pt idx="1159">
                  <c:v>45054</c:v>
                </c:pt>
                <c:pt idx="1160">
                  <c:v>45053</c:v>
                </c:pt>
                <c:pt idx="1161">
                  <c:v>45052</c:v>
                </c:pt>
                <c:pt idx="1162">
                  <c:v>45051</c:v>
                </c:pt>
                <c:pt idx="1163">
                  <c:v>45050</c:v>
                </c:pt>
                <c:pt idx="1164">
                  <c:v>45049</c:v>
                </c:pt>
                <c:pt idx="1165">
                  <c:v>45048</c:v>
                </c:pt>
                <c:pt idx="1166">
                  <c:v>45047</c:v>
                </c:pt>
                <c:pt idx="1167">
                  <c:v>45046</c:v>
                </c:pt>
                <c:pt idx="1168">
                  <c:v>45045</c:v>
                </c:pt>
                <c:pt idx="1169">
                  <c:v>45044</c:v>
                </c:pt>
                <c:pt idx="1170">
                  <c:v>45043</c:v>
                </c:pt>
                <c:pt idx="1171">
                  <c:v>45042</c:v>
                </c:pt>
                <c:pt idx="1172">
                  <c:v>45041</c:v>
                </c:pt>
                <c:pt idx="1173">
                  <c:v>45040</c:v>
                </c:pt>
                <c:pt idx="1174">
                  <c:v>45039</c:v>
                </c:pt>
                <c:pt idx="1175">
                  <c:v>45038</c:v>
                </c:pt>
                <c:pt idx="1176">
                  <c:v>45037</c:v>
                </c:pt>
                <c:pt idx="1177">
                  <c:v>45036</c:v>
                </c:pt>
                <c:pt idx="1178">
                  <c:v>45035</c:v>
                </c:pt>
                <c:pt idx="1179">
                  <c:v>45034</c:v>
                </c:pt>
                <c:pt idx="1180">
                  <c:v>45033</c:v>
                </c:pt>
                <c:pt idx="1181">
                  <c:v>45032</c:v>
                </c:pt>
                <c:pt idx="1182">
                  <c:v>45031</c:v>
                </c:pt>
                <c:pt idx="1183">
                  <c:v>45030</c:v>
                </c:pt>
                <c:pt idx="1184">
                  <c:v>45029</c:v>
                </c:pt>
                <c:pt idx="1185">
                  <c:v>45028</c:v>
                </c:pt>
                <c:pt idx="1186">
                  <c:v>45027</c:v>
                </c:pt>
                <c:pt idx="1187">
                  <c:v>45026</c:v>
                </c:pt>
                <c:pt idx="1188">
                  <c:v>45025</c:v>
                </c:pt>
                <c:pt idx="1189">
                  <c:v>45024</c:v>
                </c:pt>
                <c:pt idx="1190">
                  <c:v>45023</c:v>
                </c:pt>
                <c:pt idx="1191">
                  <c:v>45022</c:v>
                </c:pt>
                <c:pt idx="1192">
                  <c:v>45021</c:v>
                </c:pt>
                <c:pt idx="1193">
                  <c:v>45020</c:v>
                </c:pt>
                <c:pt idx="1194">
                  <c:v>45019</c:v>
                </c:pt>
                <c:pt idx="1195">
                  <c:v>45018</c:v>
                </c:pt>
                <c:pt idx="1196">
                  <c:v>45017</c:v>
                </c:pt>
                <c:pt idx="1197">
                  <c:v>45016</c:v>
                </c:pt>
                <c:pt idx="1198">
                  <c:v>45015</c:v>
                </c:pt>
                <c:pt idx="1199">
                  <c:v>45014</c:v>
                </c:pt>
                <c:pt idx="1200">
                  <c:v>45013</c:v>
                </c:pt>
                <c:pt idx="1201">
                  <c:v>45012</c:v>
                </c:pt>
                <c:pt idx="1202">
                  <c:v>45011</c:v>
                </c:pt>
                <c:pt idx="1203">
                  <c:v>45010</c:v>
                </c:pt>
                <c:pt idx="1204">
                  <c:v>45009</c:v>
                </c:pt>
                <c:pt idx="1205">
                  <c:v>45008</c:v>
                </c:pt>
                <c:pt idx="1206">
                  <c:v>45007</c:v>
                </c:pt>
                <c:pt idx="1207">
                  <c:v>45006</c:v>
                </c:pt>
                <c:pt idx="1208">
                  <c:v>45005</c:v>
                </c:pt>
                <c:pt idx="1209">
                  <c:v>45004</c:v>
                </c:pt>
                <c:pt idx="1210">
                  <c:v>45003</c:v>
                </c:pt>
                <c:pt idx="1211">
                  <c:v>45002</c:v>
                </c:pt>
                <c:pt idx="1212">
                  <c:v>45001</c:v>
                </c:pt>
                <c:pt idx="1213">
                  <c:v>45000</c:v>
                </c:pt>
                <c:pt idx="1214">
                  <c:v>44999</c:v>
                </c:pt>
                <c:pt idx="1215">
                  <c:v>44998</c:v>
                </c:pt>
                <c:pt idx="1216">
                  <c:v>44997</c:v>
                </c:pt>
                <c:pt idx="1217">
                  <c:v>44996</c:v>
                </c:pt>
                <c:pt idx="1218">
                  <c:v>44995</c:v>
                </c:pt>
                <c:pt idx="1219">
                  <c:v>44994</c:v>
                </c:pt>
                <c:pt idx="1220">
                  <c:v>44993</c:v>
                </c:pt>
                <c:pt idx="1221">
                  <c:v>44992</c:v>
                </c:pt>
                <c:pt idx="1222">
                  <c:v>44991</c:v>
                </c:pt>
                <c:pt idx="1223">
                  <c:v>44990</c:v>
                </c:pt>
                <c:pt idx="1224">
                  <c:v>44989</c:v>
                </c:pt>
                <c:pt idx="1225">
                  <c:v>44988</c:v>
                </c:pt>
                <c:pt idx="1226">
                  <c:v>44987</c:v>
                </c:pt>
                <c:pt idx="1227">
                  <c:v>44986</c:v>
                </c:pt>
                <c:pt idx="1228">
                  <c:v>44985</c:v>
                </c:pt>
                <c:pt idx="1229">
                  <c:v>44984</c:v>
                </c:pt>
                <c:pt idx="1230">
                  <c:v>44983</c:v>
                </c:pt>
                <c:pt idx="1231">
                  <c:v>44982</c:v>
                </c:pt>
                <c:pt idx="1232">
                  <c:v>44981</c:v>
                </c:pt>
                <c:pt idx="1233">
                  <c:v>44980</c:v>
                </c:pt>
                <c:pt idx="1234">
                  <c:v>44979</c:v>
                </c:pt>
                <c:pt idx="1235">
                  <c:v>44978</c:v>
                </c:pt>
                <c:pt idx="1236">
                  <c:v>44977</c:v>
                </c:pt>
                <c:pt idx="1237">
                  <c:v>44976</c:v>
                </c:pt>
                <c:pt idx="1238">
                  <c:v>44975</c:v>
                </c:pt>
                <c:pt idx="1239">
                  <c:v>44974</c:v>
                </c:pt>
                <c:pt idx="1240">
                  <c:v>44973</c:v>
                </c:pt>
                <c:pt idx="1241">
                  <c:v>44972</c:v>
                </c:pt>
                <c:pt idx="1242">
                  <c:v>44971</c:v>
                </c:pt>
                <c:pt idx="1243">
                  <c:v>44970</c:v>
                </c:pt>
                <c:pt idx="1244">
                  <c:v>44969</c:v>
                </c:pt>
                <c:pt idx="1245">
                  <c:v>44968</c:v>
                </c:pt>
                <c:pt idx="1246">
                  <c:v>44967</c:v>
                </c:pt>
                <c:pt idx="1247">
                  <c:v>44966</c:v>
                </c:pt>
                <c:pt idx="1248">
                  <c:v>44965</c:v>
                </c:pt>
                <c:pt idx="1249">
                  <c:v>44964</c:v>
                </c:pt>
                <c:pt idx="1250">
                  <c:v>44963</c:v>
                </c:pt>
                <c:pt idx="1251">
                  <c:v>44962</c:v>
                </c:pt>
                <c:pt idx="1252">
                  <c:v>44961</c:v>
                </c:pt>
                <c:pt idx="1253">
                  <c:v>44960</c:v>
                </c:pt>
                <c:pt idx="1254">
                  <c:v>44959</c:v>
                </c:pt>
                <c:pt idx="1255">
                  <c:v>44958</c:v>
                </c:pt>
                <c:pt idx="1256">
                  <c:v>44957</c:v>
                </c:pt>
                <c:pt idx="1257">
                  <c:v>44956</c:v>
                </c:pt>
                <c:pt idx="1258">
                  <c:v>44955</c:v>
                </c:pt>
                <c:pt idx="1259">
                  <c:v>44954</c:v>
                </c:pt>
                <c:pt idx="1260">
                  <c:v>44953</c:v>
                </c:pt>
                <c:pt idx="1261">
                  <c:v>44952</c:v>
                </c:pt>
                <c:pt idx="1262">
                  <c:v>44951</c:v>
                </c:pt>
                <c:pt idx="1263">
                  <c:v>44950</c:v>
                </c:pt>
                <c:pt idx="1264">
                  <c:v>44949</c:v>
                </c:pt>
                <c:pt idx="1265">
                  <c:v>44948</c:v>
                </c:pt>
                <c:pt idx="1266">
                  <c:v>44947</c:v>
                </c:pt>
                <c:pt idx="1267">
                  <c:v>44946</c:v>
                </c:pt>
                <c:pt idx="1268">
                  <c:v>44945</c:v>
                </c:pt>
                <c:pt idx="1269">
                  <c:v>44944</c:v>
                </c:pt>
                <c:pt idx="1270">
                  <c:v>44943</c:v>
                </c:pt>
                <c:pt idx="1271">
                  <c:v>44942</c:v>
                </c:pt>
                <c:pt idx="1272">
                  <c:v>44941</c:v>
                </c:pt>
                <c:pt idx="1273">
                  <c:v>44940</c:v>
                </c:pt>
                <c:pt idx="1274">
                  <c:v>44939</c:v>
                </c:pt>
                <c:pt idx="1275">
                  <c:v>44938</c:v>
                </c:pt>
                <c:pt idx="1276">
                  <c:v>44937</c:v>
                </c:pt>
                <c:pt idx="1277">
                  <c:v>44936</c:v>
                </c:pt>
                <c:pt idx="1278">
                  <c:v>44935</c:v>
                </c:pt>
                <c:pt idx="1279">
                  <c:v>44934</c:v>
                </c:pt>
                <c:pt idx="1280">
                  <c:v>44933</c:v>
                </c:pt>
                <c:pt idx="1281">
                  <c:v>44932</c:v>
                </c:pt>
                <c:pt idx="1282">
                  <c:v>44931</c:v>
                </c:pt>
                <c:pt idx="1283">
                  <c:v>44930</c:v>
                </c:pt>
                <c:pt idx="1284">
                  <c:v>44929</c:v>
                </c:pt>
                <c:pt idx="1285">
                  <c:v>44928</c:v>
                </c:pt>
                <c:pt idx="1286">
                  <c:v>44927</c:v>
                </c:pt>
                <c:pt idx="1287">
                  <c:v>44926</c:v>
                </c:pt>
                <c:pt idx="1288">
                  <c:v>44925</c:v>
                </c:pt>
                <c:pt idx="1289">
                  <c:v>44924</c:v>
                </c:pt>
                <c:pt idx="1290">
                  <c:v>44923</c:v>
                </c:pt>
                <c:pt idx="1291">
                  <c:v>44922</c:v>
                </c:pt>
                <c:pt idx="1292">
                  <c:v>44921</c:v>
                </c:pt>
                <c:pt idx="1293">
                  <c:v>44920</c:v>
                </c:pt>
                <c:pt idx="1294">
                  <c:v>44919</c:v>
                </c:pt>
                <c:pt idx="1295">
                  <c:v>44918</c:v>
                </c:pt>
                <c:pt idx="1296">
                  <c:v>44917</c:v>
                </c:pt>
                <c:pt idx="1297">
                  <c:v>44916</c:v>
                </c:pt>
                <c:pt idx="1298">
                  <c:v>44915</c:v>
                </c:pt>
                <c:pt idx="1299">
                  <c:v>44914</c:v>
                </c:pt>
                <c:pt idx="1300">
                  <c:v>44913</c:v>
                </c:pt>
                <c:pt idx="1301">
                  <c:v>44912</c:v>
                </c:pt>
                <c:pt idx="1302">
                  <c:v>44911</c:v>
                </c:pt>
                <c:pt idx="1303">
                  <c:v>44910</c:v>
                </c:pt>
                <c:pt idx="1304">
                  <c:v>44909</c:v>
                </c:pt>
                <c:pt idx="1305">
                  <c:v>44908</c:v>
                </c:pt>
                <c:pt idx="1306">
                  <c:v>44907</c:v>
                </c:pt>
                <c:pt idx="1307">
                  <c:v>44906</c:v>
                </c:pt>
                <c:pt idx="1308">
                  <c:v>44905</c:v>
                </c:pt>
                <c:pt idx="1309">
                  <c:v>44904</c:v>
                </c:pt>
                <c:pt idx="1310">
                  <c:v>44903</c:v>
                </c:pt>
                <c:pt idx="1311">
                  <c:v>44902</c:v>
                </c:pt>
                <c:pt idx="1312">
                  <c:v>44901</c:v>
                </c:pt>
                <c:pt idx="1313">
                  <c:v>44900</c:v>
                </c:pt>
                <c:pt idx="1314">
                  <c:v>44899</c:v>
                </c:pt>
                <c:pt idx="1315">
                  <c:v>44898</c:v>
                </c:pt>
                <c:pt idx="1316">
                  <c:v>44897</c:v>
                </c:pt>
                <c:pt idx="1317">
                  <c:v>44896</c:v>
                </c:pt>
                <c:pt idx="1318">
                  <c:v>44895</c:v>
                </c:pt>
                <c:pt idx="1319">
                  <c:v>44894</c:v>
                </c:pt>
                <c:pt idx="1320">
                  <c:v>44893</c:v>
                </c:pt>
                <c:pt idx="1321">
                  <c:v>44892</c:v>
                </c:pt>
                <c:pt idx="1322">
                  <c:v>44891</c:v>
                </c:pt>
                <c:pt idx="1323">
                  <c:v>44890</c:v>
                </c:pt>
                <c:pt idx="1324">
                  <c:v>44889</c:v>
                </c:pt>
                <c:pt idx="1325">
                  <c:v>44888</c:v>
                </c:pt>
                <c:pt idx="1326">
                  <c:v>44887</c:v>
                </c:pt>
                <c:pt idx="1327">
                  <c:v>44886</c:v>
                </c:pt>
                <c:pt idx="1328">
                  <c:v>44885</c:v>
                </c:pt>
                <c:pt idx="1329">
                  <c:v>44884</c:v>
                </c:pt>
                <c:pt idx="1330">
                  <c:v>44883</c:v>
                </c:pt>
                <c:pt idx="1331">
                  <c:v>44882</c:v>
                </c:pt>
                <c:pt idx="1332">
                  <c:v>44881</c:v>
                </c:pt>
                <c:pt idx="1333">
                  <c:v>44880</c:v>
                </c:pt>
                <c:pt idx="1334">
                  <c:v>44879</c:v>
                </c:pt>
                <c:pt idx="1335">
                  <c:v>44878</c:v>
                </c:pt>
                <c:pt idx="1336">
                  <c:v>44877</c:v>
                </c:pt>
                <c:pt idx="1337">
                  <c:v>44876</c:v>
                </c:pt>
                <c:pt idx="1338">
                  <c:v>44875</c:v>
                </c:pt>
                <c:pt idx="1339">
                  <c:v>44874</c:v>
                </c:pt>
                <c:pt idx="1340">
                  <c:v>44873</c:v>
                </c:pt>
                <c:pt idx="1341">
                  <c:v>44872</c:v>
                </c:pt>
                <c:pt idx="1342">
                  <c:v>44871</c:v>
                </c:pt>
                <c:pt idx="1343">
                  <c:v>44870</c:v>
                </c:pt>
                <c:pt idx="1344">
                  <c:v>44869</c:v>
                </c:pt>
                <c:pt idx="1345">
                  <c:v>44868</c:v>
                </c:pt>
                <c:pt idx="1346">
                  <c:v>44867</c:v>
                </c:pt>
                <c:pt idx="1347">
                  <c:v>44866</c:v>
                </c:pt>
                <c:pt idx="1348">
                  <c:v>44865</c:v>
                </c:pt>
                <c:pt idx="1349">
                  <c:v>44864</c:v>
                </c:pt>
                <c:pt idx="1350">
                  <c:v>44863</c:v>
                </c:pt>
                <c:pt idx="1351">
                  <c:v>44862</c:v>
                </c:pt>
                <c:pt idx="1352">
                  <c:v>44861</c:v>
                </c:pt>
                <c:pt idx="1353">
                  <c:v>44860</c:v>
                </c:pt>
                <c:pt idx="1354">
                  <c:v>44859</c:v>
                </c:pt>
                <c:pt idx="1355">
                  <c:v>44858</c:v>
                </c:pt>
                <c:pt idx="1356">
                  <c:v>44857</c:v>
                </c:pt>
                <c:pt idx="1357">
                  <c:v>44856</c:v>
                </c:pt>
                <c:pt idx="1358">
                  <c:v>44855</c:v>
                </c:pt>
                <c:pt idx="1359">
                  <c:v>44854</c:v>
                </c:pt>
                <c:pt idx="1360">
                  <c:v>44853</c:v>
                </c:pt>
                <c:pt idx="1361">
                  <c:v>44852</c:v>
                </c:pt>
                <c:pt idx="1362">
                  <c:v>44851</c:v>
                </c:pt>
                <c:pt idx="1363">
                  <c:v>44850</c:v>
                </c:pt>
                <c:pt idx="1364">
                  <c:v>44849</c:v>
                </c:pt>
                <c:pt idx="1365">
                  <c:v>44848</c:v>
                </c:pt>
                <c:pt idx="1366">
                  <c:v>44847</c:v>
                </c:pt>
                <c:pt idx="1367">
                  <c:v>44846</c:v>
                </c:pt>
                <c:pt idx="1368">
                  <c:v>44845</c:v>
                </c:pt>
                <c:pt idx="1369">
                  <c:v>44844</c:v>
                </c:pt>
                <c:pt idx="1370">
                  <c:v>44843</c:v>
                </c:pt>
                <c:pt idx="1371">
                  <c:v>44842</c:v>
                </c:pt>
                <c:pt idx="1372">
                  <c:v>44841</c:v>
                </c:pt>
                <c:pt idx="1373">
                  <c:v>44840</c:v>
                </c:pt>
                <c:pt idx="1374">
                  <c:v>44839</c:v>
                </c:pt>
                <c:pt idx="1375">
                  <c:v>44838</c:v>
                </c:pt>
                <c:pt idx="1376">
                  <c:v>44837</c:v>
                </c:pt>
                <c:pt idx="1377">
                  <c:v>44836</c:v>
                </c:pt>
                <c:pt idx="1378">
                  <c:v>44835</c:v>
                </c:pt>
                <c:pt idx="1379">
                  <c:v>44834</c:v>
                </c:pt>
                <c:pt idx="1380">
                  <c:v>44833</c:v>
                </c:pt>
                <c:pt idx="1381">
                  <c:v>44832</c:v>
                </c:pt>
                <c:pt idx="1382">
                  <c:v>44831</c:v>
                </c:pt>
                <c:pt idx="1383">
                  <c:v>44830</c:v>
                </c:pt>
                <c:pt idx="1384">
                  <c:v>44829</c:v>
                </c:pt>
                <c:pt idx="1385">
                  <c:v>44828</c:v>
                </c:pt>
                <c:pt idx="1386">
                  <c:v>44827</c:v>
                </c:pt>
                <c:pt idx="1387">
                  <c:v>44826</c:v>
                </c:pt>
                <c:pt idx="1388">
                  <c:v>44825</c:v>
                </c:pt>
                <c:pt idx="1389">
                  <c:v>44824</c:v>
                </c:pt>
                <c:pt idx="1390">
                  <c:v>44823</c:v>
                </c:pt>
                <c:pt idx="1391">
                  <c:v>44822</c:v>
                </c:pt>
                <c:pt idx="1392">
                  <c:v>44821</c:v>
                </c:pt>
                <c:pt idx="1393">
                  <c:v>44820</c:v>
                </c:pt>
                <c:pt idx="1394">
                  <c:v>44819</c:v>
                </c:pt>
                <c:pt idx="1395">
                  <c:v>44818</c:v>
                </c:pt>
                <c:pt idx="1396">
                  <c:v>44817</c:v>
                </c:pt>
                <c:pt idx="1397">
                  <c:v>44816</c:v>
                </c:pt>
                <c:pt idx="1398">
                  <c:v>44815</c:v>
                </c:pt>
                <c:pt idx="1399">
                  <c:v>44814</c:v>
                </c:pt>
                <c:pt idx="1400">
                  <c:v>44813</c:v>
                </c:pt>
                <c:pt idx="1401">
                  <c:v>44812</c:v>
                </c:pt>
                <c:pt idx="1402">
                  <c:v>44811</c:v>
                </c:pt>
                <c:pt idx="1403">
                  <c:v>44810</c:v>
                </c:pt>
                <c:pt idx="1404">
                  <c:v>44809</c:v>
                </c:pt>
                <c:pt idx="1405">
                  <c:v>44808</c:v>
                </c:pt>
                <c:pt idx="1406">
                  <c:v>44807</c:v>
                </c:pt>
                <c:pt idx="1407">
                  <c:v>44806</c:v>
                </c:pt>
                <c:pt idx="1408">
                  <c:v>44805</c:v>
                </c:pt>
                <c:pt idx="1409">
                  <c:v>44804</c:v>
                </c:pt>
                <c:pt idx="1410">
                  <c:v>44803</c:v>
                </c:pt>
                <c:pt idx="1411">
                  <c:v>44802</c:v>
                </c:pt>
                <c:pt idx="1412">
                  <c:v>44801</c:v>
                </c:pt>
                <c:pt idx="1413">
                  <c:v>44800</c:v>
                </c:pt>
                <c:pt idx="1414">
                  <c:v>44799</c:v>
                </c:pt>
                <c:pt idx="1415">
                  <c:v>44798</c:v>
                </c:pt>
                <c:pt idx="1416">
                  <c:v>44797</c:v>
                </c:pt>
                <c:pt idx="1417">
                  <c:v>44796</c:v>
                </c:pt>
                <c:pt idx="1418">
                  <c:v>44795</c:v>
                </c:pt>
                <c:pt idx="1419">
                  <c:v>44794</c:v>
                </c:pt>
                <c:pt idx="1420">
                  <c:v>44793</c:v>
                </c:pt>
                <c:pt idx="1421">
                  <c:v>44792</c:v>
                </c:pt>
                <c:pt idx="1422">
                  <c:v>44791</c:v>
                </c:pt>
                <c:pt idx="1423">
                  <c:v>44790</c:v>
                </c:pt>
                <c:pt idx="1424">
                  <c:v>44789</c:v>
                </c:pt>
                <c:pt idx="1425">
                  <c:v>44788</c:v>
                </c:pt>
                <c:pt idx="1426">
                  <c:v>44787</c:v>
                </c:pt>
                <c:pt idx="1427">
                  <c:v>44786</c:v>
                </c:pt>
                <c:pt idx="1428">
                  <c:v>44785</c:v>
                </c:pt>
                <c:pt idx="1429">
                  <c:v>44784</c:v>
                </c:pt>
                <c:pt idx="1430">
                  <c:v>44783</c:v>
                </c:pt>
                <c:pt idx="1431">
                  <c:v>44782</c:v>
                </c:pt>
                <c:pt idx="1432">
                  <c:v>44781</c:v>
                </c:pt>
                <c:pt idx="1433">
                  <c:v>44780</c:v>
                </c:pt>
                <c:pt idx="1434">
                  <c:v>44779</c:v>
                </c:pt>
                <c:pt idx="1435">
                  <c:v>44778</c:v>
                </c:pt>
                <c:pt idx="1436">
                  <c:v>44777</c:v>
                </c:pt>
                <c:pt idx="1437">
                  <c:v>44776</c:v>
                </c:pt>
                <c:pt idx="1438">
                  <c:v>44775</c:v>
                </c:pt>
                <c:pt idx="1439">
                  <c:v>44774</c:v>
                </c:pt>
                <c:pt idx="1440">
                  <c:v>44773</c:v>
                </c:pt>
                <c:pt idx="1441">
                  <c:v>44772</c:v>
                </c:pt>
                <c:pt idx="1442">
                  <c:v>44771</c:v>
                </c:pt>
                <c:pt idx="1443">
                  <c:v>44770</c:v>
                </c:pt>
                <c:pt idx="1444">
                  <c:v>44769</c:v>
                </c:pt>
                <c:pt idx="1445">
                  <c:v>44768</c:v>
                </c:pt>
                <c:pt idx="1446">
                  <c:v>44767</c:v>
                </c:pt>
                <c:pt idx="1447">
                  <c:v>44766</c:v>
                </c:pt>
                <c:pt idx="1448">
                  <c:v>44765</c:v>
                </c:pt>
                <c:pt idx="1449">
                  <c:v>44764</c:v>
                </c:pt>
                <c:pt idx="1450">
                  <c:v>44763</c:v>
                </c:pt>
                <c:pt idx="1451">
                  <c:v>44762</c:v>
                </c:pt>
                <c:pt idx="1452">
                  <c:v>44761</c:v>
                </c:pt>
                <c:pt idx="1453">
                  <c:v>44760</c:v>
                </c:pt>
                <c:pt idx="1454">
                  <c:v>44759</c:v>
                </c:pt>
                <c:pt idx="1455">
                  <c:v>44758</c:v>
                </c:pt>
                <c:pt idx="1456">
                  <c:v>44757</c:v>
                </c:pt>
                <c:pt idx="1457">
                  <c:v>44756</c:v>
                </c:pt>
                <c:pt idx="1458">
                  <c:v>44755</c:v>
                </c:pt>
                <c:pt idx="1459">
                  <c:v>44754</c:v>
                </c:pt>
                <c:pt idx="1460">
                  <c:v>44753</c:v>
                </c:pt>
                <c:pt idx="1461">
                  <c:v>44752</c:v>
                </c:pt>
                <c:pt idx="1462">
                  <c:v>44751</c:v>
                </c:pt>
                <c:pt idx="1463">
                  <c:v>44750</c:v>
                </c:pt>
                <c:pt idx="1464">
                  <c:v>44749</c:v>
                </c:pt>
                <c:pt idx="1465">
                  <c:v>44748</c:v>
                </c:pt>
                <c:pt idx="1466">
                  <c:v>44747</c:v>
                </c:pt>
                <c:pt idx="1467">
                  <c:v>44746</c:v>
                </c:pt>
                <c:pt idx="1468">
                  <c:v>44745</c:v>
                </c:pt>
                <c:pt idx="1469">
                  <c:v>44744</c:v>
                </c:pt>
                <c:pt idx="1470">
                  <c:v>44743</c:v>
                </c:pt>
                <c:pt idx="1471">
                  <c:v>44742</c:v>
                </c:pt>
                <c:pt idx="1472">
                  <c:v>44741</c:v>
                </c:pt>
                <c:pt idx="1473">
                  <c:v>44740</c:v>
                </c:pt>
                <c:pt idx="1474">
                  <c:v>44739</c:v>
                </c:pt>
                <c:pt idx="1475">
                  <c:v>44738</c:v>
                </c:pt>
                <c:pt idx="1476">
                  <c:v>44737</c:v>
                </c:pt>
                <c:pt idx="1477">
                  <c:v>44736</c:v>
                </c:pt>
                <c:pt idx="1478">
                  <c:v>44735</c:v>
                </c:pt>
                <c:pt idx="1479">
                  <c:v>44734</c:v>
                </c:pt>
                <c:pt idx="1480">
                  <c:v>44733</c:v>
                </c:pt>
                <c:pt idx="1481">
                  <c:v>44732</c:v>
                </c:pt>
                <c:pt idx="1482">
                  <c:v>44731</c:v>
                </c:pt>
                <c:pt idx="1483">
                  <c:v>44730</c:v>
                </c:pt>
                <c:pt idx="1484">
                  <c:v>44729</c:v>
                </c:pt>
                <c:pt idx="1485">
                  <c:v>44728</c:v>
                </c:pt>
                <c:pt idx="1486">
                  <c:v>44727</c:v>
                </c:pt>
                <c:pt idx="1487">
                  <c:v>44726</c:v>
                </c:pt>
                <c:pt idx="1488">
                  <c:v>44725</c:v>
                </c:pt>
                <c:pt idx="1489">
                  <c:v>44724</c:v>
                </c:pt>
                <c:pt idx="1490">
                  <c:v>44723</c:v>
                </c:pt>
                <c:pt idx="1491">
                  <c:v>44722</c:v>
                </c:pt>
                <c:pt idx="1492">
                  <c:v>44721</c:v>
                </c:pt>
                <c:pt idx="1493">
                  <c:v>44720</c:v>
                </c:pt>
                <c:pt idx="1494">
                  <c:v>44719</c:v>
                </c:pt>
                <c:pt idx="1495">
                  <c:v>44718</c:v>
                </c:pt>
                <c:pt idx="1496">
                  <c:v>44717</c:v>
                </c:pt>
                <c:pt idx="1497">
                  <c:v>44716</c:v>
                </c:pt>
                <c:pt idx="1498">
                  <c:v>44715</c:v>
                </c:pt>
                <c:pt idx="1499">
                  <c:v>44714</c:v>
                </c:pt>
                <c:pt idx="1500">
                  <c:v>44713</c:v>
                </c:pt>
                <c:pt idx="1501">
                  <c:v>44712</c:v>
                </c:pt>
                <c:pt idx="1502">
                  <c:v>44711</c:v>
                </c:pt>
                <c:pt idx="1503">
                  <c:v>44710</c:v>
                </c:pt>
                <c:pt idx="1504">
                  <c:v>44709</c:v>
                </c:pt>
                <c:pt idx="1505">
                  <c:v>44708</c:v>
                </c:pt>
                <c:pt idx="1506">
                  <c:v>44707</c:v>
                </c:pt>
                <c:pt idx="1507">
                  <c:v>44706</c:v>
                </c:pt>
                <c:pt idx="1508">
                  <c:v>44705</c:v>
                </c:pt>
                <c:pt idx="1509">
                  <c:v>44704</c:v>
                </c:pt>
                <c:pt idx="1510">
                  <c:v>44703</c:v>
                </c:pt>
                <c:pt idx="1511">
                  <c:v>44702</c:v>
                </c:pt>
                <c:pt idx="1512">
                  <c:v>44701</c:v>
                </c:pt>
                <c:pt idx="1513">
                  <c:v>44700</c:v>
                </c:pt>
                <c:pt idx="1514">
                  <c:v>44699</c:v>
                </c:pt>
                <c:pt idx="1515">
                  <c:v>44698</c:v>
                </c:pt>
                <c:pt idx="1516">
                  <c:v>44697</c:v>
                </c:pt>
                <c:pt idx="1517">
                  <c:v>44696</c:v>
                </c:pt>
                <c:pt idx="1518">
                  <c:v>44695</c:v>
                </c:pt>
                <c:pt idx="1519">
                  <c:v>44694</c:v>
                </c:pt>
                <c:pt idx="1520">
                  <c:v>44693</c:v>
                </c:pt>
                <c:pt idx="1521">
                  <c:v>44692</c:v>
                </c:pt>
                <c:pt idx="1522">
                  <c:v>44691</c:v>
                </c:pt>
                <c:pt idx="1523">
                  <c:v>44690</c:v>
                </c:pt>
                <c:pt idx="1524">
                  <c:v>44689</c:v>
                </c:pt>
                <c:pt idx="1525">
                  <c:v>44688</c:v>
                </c:pt>
                <c:pt idx="1526">
                  <c:v>44687</c:v>
                </c:pt>
                <c:pt idx="1527">
                  <c:v>44686</c:v>
                </c:pt>
                <c:pt idx="1528">
                  <c:v>44685</c:v>
                </c:pt>
                <c:pt idx="1529">
                  <c:v>44684</c:v>
                </c:pt>
                <c:pt idx="1530">
                  <c:v>44683</c:v>
                </c:pt>
                <c:pt idx="1531">
                  <c:v>44682</c:v>
                </c:pt>
                <c:pt idx="1532">
                  <c:v>44681</c:v>
                </c:pt>
                <c:pt idx="1533">
                  <c:v>44680</c:v>
                </c:pt>
                <c:pt idx="1534">
                  <c:v>44679</c:v>
                </c:pt>
                <c:pt idx="1535">
                  <c:v>44678</c:v>
                </c:pt>
                <c:pt idx="1536">
                  <c:v>44677</c:v>
                </c:pt>
                <c:pt idx="1537">
                  <c:v>44676</c:v>
                </c:pt>
                <c:pt idx="1538">
                  <c:v>44675</c:v>
                </c:pt>
                <c:pt idx="1539">
                  <c:v>44674</c:v>
                </c:pt>
                <c:pt idx="1540">
                  <c:v>44673</c:v>
                </c:pt>
                <c:pt idx="1541">
                  <c:v>44672</c:v>
                </c:pt>
                <c:pt idx="1542">
                  <c:v>44671</c:v>
                </c:pt>
                <c:pt idx="1543">
                  <c:v>44670</c:v>
                </c:pt>
                <c:pt idx="1544">
                  <c:v>44669</c:v>
                </c:pt>
                <c:pt idx="1545">
                  <c:v>44668</c:v>
                </c:pt>
                <c:pt idx="1546">
                  <c:v>44667</c:v>
                </c:pt>
                <c:pt idx="1547">
                  <c:v>44666</c:v>
                </c:pt>
                <c:pt idx="1548">
                  <c:v>44665</c:v>
                </c:pt>
                <c:pt idx="1549">
                  <c:v>44664</c:v>
                </c:pt>
                <c:pt idx="1550">
                  <c:v>44663</c:v>
                </c:pt>
                <c:pt idx="1551">
                  <c:v>44662</c:v>
                </c:pt>
                <c:pt idx="1552">
                  <c:v>44661</c:v>
                </c:pt>
                <c:pt idx="1553">
                  <c:v>44660</c:v>
                </c:pt>
                <c:pt idx="1554">
                  <c:v>44659</c:v>
                </c:pt>
                <c:pt idx="1555">
                  <c:v>44658</c:v>
                </c:pt>
                <c:pt idx="1556">
                  <c:v>44657</c:v>
                </c:pt>
                <c:pt idx="1557">
                  <c:v>44656</c:v>
                </c:pt>
                <c:pt idx="1558">
                  <c:v>44655</c:v>
                </c:pt>
                <c:pt idx="1559">
                  <c:v>44654</c:v>
                </c:pt>
                <c:pt idx="1560">
                  <c:v>44653</c:v>
                </c:pt>
                <c:pt idx="1561">
                  <c:v>44652</c:v>
                </c:pt>
                <c:pt idx="1562">
                  <c:v>44651</c:v>
                </c:pt>
                <c:pt idx="1563">
                  <c:v>44650</c:v>
                </c:pt>
                <c:pt idx="1564">
                  <c:v>44649</c:v>
                </c:pt>
                <c:pt idx="1565">
                  <c:v>44648</c:v>
                </c:pt>
                <c:pt idx="1566">
                  <c:v>44647</c:v>
                </c:pt>
                <c:pt idx="1567">
                  <c:v>44646</c:v>
                </c:pt>
                <c:pt idx="1568">
                  <c:v>44645</c:v>
                </c:pt>
                <c:pt idx="1569">
                  <c:v>44644</c:v>
                </c:pt>
                <c:pt idx="1570">
                  <c:v>44643</c:v>
                </c:pt>
                <c:pt idx="1571">
                  <c:v>44642</c:v>
                </c:pt>
                <c:pt idx="1572">
                  <c:v>44641</c:v>
                </c:pt>
                <c:pt idx="1573">
                  <c:v>44640</c:v>
                </c:pt>
                <c:pt idx="1574">
                  <c:v>44639</c:v>
                </c:pt>
                <c:pt idx="1575">
                  <c:v>44638</c:v>
                </c:pt>
                <c:pt idx="1576">
                  <c:v>44637</c:v>
                </c:pt>
                <c:pt idx="1577">
                  <c:v>44636</c:v>
                </c:pt>
                <c:pt idx="1578">
                  <c:v>44635</c:v>
                </c:pt>
                <c:pt idx="1579">
                  <c:v>44634</c:v>
                </c:pt>
                <c:pt idx="1580">
                  <c:v>44633</c:v>
                </c:pt>
                <c:pt idx="1581">
                  <c:v>44632</c:v>
                </c:pt>
                <c:pt idx="1582">
                  <c:v>44631</c:v>
                </c:pt>
                <c:pt idx="1583">
                  <c:v>44630</c:v>
                </c:pt>
                <c:pt idx="1584">
                  <c:v>44629</c:v>
                </c:pt>
                <c:pt idx="1585">
                  <c:v>44628</c:v>
                </c:pt>
                <c:pt idx="1586">
                  <c:v>44627</c:v>
                </c:pt>
                <c:pt idx="1587">
                  <c:v>44626</c:v>
                </c:pt>
                <c:pt idx="1588">
                  <c:v>44625</c:v>
                </c:pt>
                <c:pt idx="1589">
                  <c:v>44624</c:v>
                </c:pt>
                <c:pt idx="1590">
                  <c:v>44623</c:v>
                </c:pt>
                <c:pt idx="1591">
                  <c:v>44622</c:v>
                </c:pt>
                <c:pt idx="1592">
                  <c:v>44621</c:v>
                </c:pt>
                <c:pt idx="1593">
                  <c:v>44620</c:v>
                </c:pt>
                <c:pt idx="1594">
                  <c:v>44619</c:v>
                </c:pt>
                <c:pt idx="1595">
                  <c:v>44618</c:v>
                </c:pt>
                <c:pt idx="1596">
                  <c:v>44617</c:v>
                </c:pt>
                <c:pt idx="1597">
                  <c:v>44616</c:v>
                </c:pt>
                <c:pt idx="1598">
                  <c:v>44615</c:v>
                </c:pt>
                <c:pt idx="1599">
                  <c:v>44614</c:v>
                </c:pt>
                <c:pt idx="1600">
                  <c:v>44613</c:v>
                </c:pt>
                <c:pt idx="1601">
                  <c:v>44612</c:v>
                </c:pt>
                <c:pt idx="1602">
                  <c:v>44611</c:v>
                </c:pt>
                <c:pt idx="1603">
                  <c:v>44610</c:v>
                </c:pt>
                <c:pt idx="1604">
                  <c:v>44609</c:v>
                </c:pt>
                <c:pt idx="1605">
                  <c:v>44608</c:v>
                </c:pt>
                <c:pt idx="1606">
                  <c:v>44607</c:v>
                </c:pt>
                <c:pt idx="1607">
                  <c:v>44606</c:v>
                </c:pt>
                <c:pt idx="1608">
                  <c:v>44605</c:v>
                </c:pt>
                <c:pt idx="1609">
                  <c:v>44604</c:v>
                </c:pt>
                <c:pt idx="1610">
                  <c:v>44603</c:v>
                </c:pt>
                <c:pt idx="1611">
                  <c:v>44602</c:v>
                </c:pt>
                <c:pt idx="1612">
                  <c:v>44601</c:v>
                </c:pt>
                <c:pt idx="1613">
                  <c:v>44600</c:v>
                </c:pt>
                <c:pt idx="1614">
                  <c:v>44599</c:v>
                </c:pt>
                <c:pt idx="1615">
                  <c:v>44598</c:v>
                </c:pt>
                <c:pt idx="1616">
                  <c:v>44597</c:v>
                </c:pt>
                <c:pt idx="1617">
                  <c:v>44596</c:v>
                </c:pt>
                <c:pt idx="1618">
                  <c:v>44595</c:v>
                </c:pt>
                <c:pt idx="1619">
                  <c:v>44594</c:v>
                </c:pt>
                <c:pt idx="1620">
                  <c:v>44593</c:v>
                </c:pt>
                <c:pt idx="1621">
                  <c:v>44592</c:v>
                </c:pt>
                <c:pt idx="1622">
                  <c:v>44591</c:v>
                </c:pt>
                <c:pt idx="1623">
                  <c:v>44590</c:v>
                </c:pt>
                <c:pt idx="1624">
                  <c:v>44589</c:v>
                </c:pt>
                <c:pt idx="1625">
                  <c:v>44588</c:v>
                </c:pt>
                <c:pt idx="1626">
                  <c:v>44587</c:v>
                </c:pt>
                <c:pt idx="1627">
                  <c:v>44586</c:v>
                </c:pt>
                <c:pt idx="1628">
                  <c:v>44585</c:v>
                </c:pt>
                <c:pt idx="1629">
                  <c:v>44584</c:v>
                </c:pt>
                <c:pt idx="1630">
                  <c:v>44583</c:v>
                </c:pt>
                <c:pt idx="1631">
                  <c:v>44582</c:v>
                </c:pt>
                <c:pt idx="1632">
                  <c:v>44581</c:v>
                </c:pt>
                <c:pt idx="1633">
                  <c:v>44580</c:v>
                </c:pt>
                <c:pt idx="1634">
                  <c:v>44579</c:v>
                </c:pt>
                <c:pt idx="1635">
                  <c:v>44578</c:v>
                </c:pt>
                <c:pt idx="1636">
                  <c:v>44577</c:v>
                </c:pt>
                <c:pt idx="1637">
                  <c:v>44576</c:v>
                </c:pt>
                <c:pt idx="1638">
                  <c:v>44575</c:v>
                </c:pt>
                <c:pt idx="1639">
                  <c:v>44574</c:v>
                </c:pt>
                <c:pt idx="1640">
                  <c:v>44573</c:v>
                </c:pt>
                <c:pt idx="1641">
                  <c:v>44572</c:v>
                </c:pt>
                <c:pt idx="1642">
                  <c:v>44571</c:v>
                </c:pt>
                <c:pt idx="1643">
                  <c:v>44570</c:v>
                </c:pt>
                <c:pt idx="1644">
                  <c:v>44569</c:v>
                </c:pt>
                <c:pt idx="1645">
                  <c:v>44568</c:v>
                </c:pt>
                <c:pt idx="1646">
                  <c:v>44567</c:v>
                </c:pt>
                <c:pt idx="1647">
                  <c:v>44566</c:v>
                </c:pt>
                <c:pt idx="1648">
                  <c:v>44565</c:v>
                </c:pt>
                <c:pt idx="1649">
                  <c:v>44564</c:v>
                </c:pt>
                <c:pt idx="1650">
                  <c:v>44563</c:v>
                </c:pt>
                <c:pt idx="1651">
                  <c:v>44562</c:v>
                </c:pt>
                <c:pt idx="1652">
                  <c:v>44561</c:v>
                </c:pt>
                <c:pt idx="1653">
                  <c:v>44560</c:v>
                </c:pt>
                <c:pt idx="1654">
                  <c:v>44559</c:v>
                </c:pt>
                <c:pt idx="1655">
                  <c:v>44558</c:v>
                </c:pt>
                <c:pt idx="1656">
                  <c:v>44557</c:v>
                </c:pt>
                <c:pt idx="1657">
                  <c:v>44556</c:v>
                </c:pt>
                <c:pt idx="1658">
                  <c:v>44555</c:v>
                </c:pt>
                <c:pt idx="1659">
                  <c:v>44554</c:v>
                </c:pt>
                <c:pt idx="1660">
                  <c:v>44553</c:v>
                </c:pt>
                <c:pt idx="1661">
                  <c:v>44552</c:v>
                </c:pt>
                <c:pt idx="1662">
                  <c:v>44551</c:v>
                </c:pt>
                <c:pt idx="1663">
                  <c:v>44550</c:v>
                </c:pt>
                <c:pt idx="1664">
                  <c:v>44549</c:v>
                </c:pt>
                <c:pt idx="1665">
                  <c:v>44548</c:v>
                </c:pt>
                <c:pt idx="1666">
                  <c:v>44547</c:v>
                </c:pt>
                <c:pt idx="1667">
                  <c:v>44546</c:v>
                </c:pt>
                <c:pt idx="1668">
                  <c:v>44545</c:v>
                </c:pt>
                <c:pt idx="1669">
                  <c:v>44544</c:v>
                </c:pt>
                <c:pt idx="1670">
                  <c:v>44543</c:v>
                </c:pt>
                <c:pt idx="1671">
                  <c:v>44542</c:v>
                </c:pt>
                <c:pt idx="1672">
                  <c:v>44541</c:v>
                </c:pt>
                <c:pt idx="1673">
                  <c:v>44540</c:v>
                </c:pt>
                <c:pt idx="1674">
                  <c:v>44539</c:v>
                </c:pt>
                <c:pt idx="1675">
                  <c:v>44538</c:v>
                </c:pt>
                <c:pt idx="1676">
                  <c:v>44537</c:v>
                </c:pt>
                <c:pt idx="1677">
                  <c:v>44536</c:v>
                </c:pt>
                <c:pt idx="1678">
                  <c:v>44535</c:v>
                </c:pt>
                <c:pt idx="1679">
                  <c:v>44534</c:v>
                </c:pt>
                <c:pt idx="1680">
                  <c:v>44533</c:v>
                </c:pt>
                <c:pt idx="1681">
                  <c:v>44532</c:v>
                </c:pt>
                <c:pt idx="1682">
                  <c:v>44531</c:v>
                </c:pt>
                <c:pt idx="1683">
                  <c:v>44530</c:v>
                </c:pt>
                <c:pt idx="1684">
                  <c:v>44529</c:v>
                </c:pt>
                <c:pt idx="1685">
                  <c:v>44528</c:v>
                </c:pt>
                <c:pt idx="1686">
                  <c:v>44527</c:v>
                </c:pt>
                <c:pt idx="1687">
                  <c:v>44526</c:v>
                </c:pt>
                <c:pt idx="1688">
                  <c:v>44525</c:v>
                </c:pt>
                <c:pt idx="1689">
                  <c:v>44524</c:v>
                </c:pt>
                <c:pt idx="1690">
                  <c:v>44523</c:v>
                </c:pt>
                <c:pt idx="1691">
                  <c:v>44522</c:v>
                </c:pt>
                <c:pt idx="1692">
                  <c:v>44521</c:v>
                </c:pt>
                <c:pt idx="1693">
                  <c:v>44520</c:v>
                </c:pt>
                <c:pt idx="1694">
                  <c:v>44519</c:v>
                </c:pt>
                <c:pt idx="1695">
                  <c:v>44518</c:v>
                </c:pt>
                <c:pt idx="1696">
                  <c:v>44517</c:v>
                </c:pt>
                <c:pt idx="1697">
                  <c:v>44516</c:v>
                </c:pt>
                <c:pt idx="1698">
                  <c:v>44515</c:v>
                </c:pt>
                <c:pt idx="1699">
                  <c:v>44514</c:v>
                </c:pt>
                <c:pt idx="1700">
                  <c:v>44513</c:v>
                </c:pt>
                <c:pt idx="1701">
                  <c:v>44512</c:v>
                </c:pt>
                <c:pt idx="1702">
                  <c:v>44511</c:v>
                </c:pt>
                <c:pt idx="1703">
                  <c:v>44510</c:v>
                </c:pt>
                <c:pt idx="1704">
                  <c:v>44509</c:v>
                </c:pt>
                <c:pt idx="1705">
                  <c:v>44508</c:v>
                </c:pt>
                <c:pt idx="1706">
                  <c:v>44507</c:v>
                </c:pt>
                <c:pt idx="1707">
                  <c:v>44506</c:v>
                </c:pt>
                <c:pt idx="1708">
                  <c:v>44505</c:v>
                </c:pt>
                <c:pt idx="1709">
                  <c:v>44504</c:v>
                </c:pt>
                <c:pt idx="1710">
                  <c:v>44503</c:v>
                </c:pt>
                <c:pt idx="1711">
                  <c:v>44502</c:v>
                </c:pt>
                <c:pt idx="1712">
                  <c:v>44501</c:v>
                </c:pt>
                <c:pt idx="1713">
                  <c:v>44500</c:v>
                </c:pt>
                <c:pt idx="1714">
                  <c:v>44499</c:v>
                </c:pt>
                <c:pt idx="1715">
                  <c:v>44498</c:v>
                </c:pt>
                <c:pt idx="1716">
                  <c:v>44497</c:v>
                </c:pt>
                <c:pt idx="1717">
                  <c:v>44496</c:v>
                </c:pt>
                <c:pt idx="1718">
                  <c:v>44495</c:v>
                </c:pt>
                <c:pt idx="1719">
                  <c:v>44494</c:v>
                </c:pt>
                <c:pt idx="1720">
                  <c:v>44493</c:v>
                </c:pt>
                <c:pt idx="1721">
                  <c:v>44492</c:v>
                </c:pt>
                <c:pt idx="1722">
                  <c:v>44491</c:v>
                </c:pt>
                <c:pt idx="1723">
                  <c:v>44490</c:v>
                </c:pt>
                <c:pt idx="1724">
                  <c:v>44489</c:v>
                </c:pt>
                <c:pt idx="1725">
                  <c:v>44488</c:v>
                </c:pt>
                <c:pt idx="1726">
                  <c:v>44487</c:v>
                </c:pt>
                <c:pt idx="1727">
                  <c:v>44486</c:v>
                </c:pt>
                <c:pt idx="1728">
                  <c:v>44485</c:v>
                </c:pt>
                <c:pt idx="1729">
                  <c:v>44484</c:v>
                </c:pt>
                <c:pt idx="1730">
                  <c:v>44483</c:v>
                </c:pt>
                <c:pt idx="1731">
                  <c:v>44482</c:v>
                </c:pt>
                <c:pt idx="1732">
                  <c:v>44481</c:v>
                </c:pt>
                <c:pt idx="1733">
                  <c:v>44480</c:v>
                </c:pt>
                <c:pt idx="1734">
                  <c:v>44479</c:v>
                </c:pt>
                <c:pt idx="1735">
                  <c:v>44478</c:v>
                </c:pt>
                <c:pt idx="1736">
                  <c:v>44477</c:v>
                </c:pt>
                <c:pt idx="1737">
                  <c:v>44476</c:v>
                </c:pt>
                <c:pt idx="1738">
                  <c:v>44475</c:v>
                </c:pt>
                <c:pt idx="1739">
                  <c:v>44474</c:v>
                </c:pt>
                <c:pt idx="1740">
                  <c:v>44473</c:v>
                </c:pt>
                <c:pt idx="1741">
                  <c:v>44472</c:v>
                </c:pt>
                <c:pt idx="1742">
                  <c:v>44471</c:v>
                </c:pt>
                <c:pt idx="1743">
                  <c:v>44470</c:v>
                </c:pt>
                <c:pt idx="1744">
                  <c:v>44469</c:v>
                </c:pt>
                <c:pt idx="1745">
                  <c:v>44468</c:v>
                </c:pt>
                <c:pt idx="1746">
                  <c:v>44467</c:v>
                </c:pt>
                <c:pt idx="1747">
                  <c:v>44466</c:v>
                </c:pt>
                <c:pt idx="1748">
                  <c:v>44465</c:v>
                </c:pt>
                <c:pt idx="1749">
                  <c:v>44464</c:v>
                </c:pt>
                <c:pt idx="1750">
                  <c:v>44463</c:v>
                </c:pt>
                <c:pt idx="1751">
                  <c:v>44462</c:v>
                </c:pt>
                <c:pt idx="1752">
                  <c:v>44461</c:v>
                </c:pt>
                <c:pt idx="1753">
                  <c:v>44460</c:v>
                </c:pt>
                <c:pt idx="1754">
                  <c:v>44459</c:v>
                </c:pt>
                <c:pt idx="1755">
                  <c:v>44458</c:v>
                </c:pt>
                <c:pt idx="1756">
                  <c:v>44457</c:v>
                </c:pt>
                <c:pt idx="1757">
                  <c:v>44456</c:v>
                </c:pt>
                <c:pt idx="1758">
                  <c:v>44455</c:v>
                </c:pt>
                <c:pt idx="1759">
                  <c:v>44454</c:v>
                </c:pt>
                <c:pt idx="1760">
                  <c:v>44453</c:v>
                </c:pt>
                <c:pt idx="1761">
                  <c:v>44452</c:v>
                </c:pt>
                <c:pt idx="1762">
                  <c:v>44451</c:v>
                </c:pt>
                <c:pt idx="1763">
                  <c:v>44450</c:v>
                </c:pt>
                <c:pt idx="1764">
                  <c:v>44449</c:v>
                </c:pt>
                <c:pt idx="1765">
                  <c:v>44448</c:v>
                </c:pt>
                <c:pt idx="1766">
                  <c:v>44447</c:v>
                </c:pt>
                <c:pt idx="1767">
                  <c:v>44446</c:v>
                </c:pt>
                <c:pt idx="1768">
                  <c:v>44445</c:v>
                </c:pt>
                <c:pt idx="1769">
                  <c:v>44444</c:v>
                </c:pt>
                <c:pt idx="1770">
                  <c:v>44443</c:v>
                </c:pt>
                <c:pt idx="1771">
                  <c:v>44442</c:v>
                </c:pt>
                <c:pt idx="1772">
                  <c:v>44441</c:v>
                </c:pt>
                <c:pt idx="1773">
                  <c:v>44440</c:v>
                </c:pt>
                <c:pt idx="1774">
                  <c:v>44439</c:v>
                </c:pt>
                <c:pt idx="1775">
                  <c:v>44438</c:v>
                </c:pt>
                <c:pt idx="1776">
                  <c:v>44437</c:v>
                </c:pt>
                <c:pt idx="1777">
                  <c:v>44436</c:v>
                </c:pt>
                <c:pt idx="1778">
                  <c:v>44435</c:v>
                </c:pt>
                <c:pt idx="1779">
                  <c:v>44434</c:v>
                </c:pt>
                <c:pt idx="1780">
                  <c:v>44433</c:v>
                </c:pt>
                <c:pt idx="1781">
                  <c:v>44432</c:v>
                </c:pt>
                <c:pt idx="1782">
                  <c:v>44431</c:v>
                </c:pt>
                <c:pt idx="1783">
                  <c:v>44430</c:v>
                </c:pt>
                <c:pt idx="1784">
                  <c:v>44429</c:v>
                </c:pt>
                <c:pt idx="1785">
                  <c:v>44428</c:v>
                </c:pt>
                <c:pt idx="1786">
                  <c:v>44427</c:v>
                </c:pt>
                <c:pt idx="1787">
                  <c:v>44426</c:v>
                </c:pt>
                <c:pt idx="1788">
                  <c:v>44425</c:v>
                </c:pt>
                <c:pt idx="1789">
                  <c:v>44424</c:v>
                </c:pt>
                <c:pt idx="1790">
                  <c:v>44423</c:v>
                </c:pt>
                <c:pt idx="1791">
                  <c:v>44422</c:v>
                </c:pt>
                <c:pt idx="1792">
                  <c:v>44421</c:v>
                </c:pt>
                <c:pt idx="1793">
                  <c:v>44420</c:v>
                </c:pt>
                <c:pt idx="1794">
                  <c:v>44419</c:v>
                </c:pt>
                <c:pt idx="1795">
                  <c:v>44418</c:v>
                </c:pt>
                <c:pt idx="1796">
                  <c:v>44417</c:v>
                </c:pt>
                <c:pt idx="1797">
                  <c:v>44416</c:v>
                </c:pt>
                <c:pt idx="1798">
                  <c:v>44415</c:v>
                </c:pt>
                <c:pt idx="1799">
                  <c:v>44414</c:v>
                </c:pt>
                <c:pt idx="1800">
                  <c:v>44413</c:v>
                </c:pt>
                <c:pt idx="1801">
                  <c:v>44412</c:v>
                </c:pt>
                <c:pt idx="1802">
                  <c:v>44411</c:v>
                </c:pt>
                <c:pt idx="1803">
                  <c:v>44410</c:v>
                </c:pt>
                <c:pt idx="1804">
                  <c:v>44409</c:v>
                </c:pt>
                <c:pt idx="1805">
                  <c:v>44408</c:v>
                </c:pt>
                <c:pt idx="1806">
                  <c:v>44407</c:v>
                </c:pt>
                <c:pt idx="1807">
                  <c:v>44406</c:v>
                </c:pt>
                <c:pt idx="1808">
                  <c:v>44405</c:v>
                </c:pt>
                <c:pt idx="1809">
                  <c:v>44404</c:v>
                </c:pt>
                <c:pt idx="1810">
                  <c:v>44403</c:v>
                </c:pt>
                <c:pt idx="1811">
                  <c:v>44402</c:v>
                </c:pt>
                <c:pt idx="1812">
                  <c:v>44401</c:v>
                </c:pt>
                <c:pt idx="1813">
                  <c:v>44400</c:v>
                </c:pt>
                <c:pt idx="1814">
                  <c:v>44399</c:v>
                </c:pt>
                <c:pt idx="1815">
                  <c:v>44398</c:v>
                </c:pt>
                <c:pt idx="1816">
                  <c:v>44397</c:v>
                </c:pt>
                <c:pt idx="1817">
                  <c:v>44396</c:v>
                </c:pt>
                <c:pt idx="1818">
                  <c:v>44395</c:v>
                </c:pt>
                <c:pt idx="1819">
                  <c:v>44394</c:v>
                </c:pt>
                <c:pt idx="1820">
                  <c:v>44393</c:v>
                </c:pt>
                <c:pt idx="1821">
                  <c:v>44392</c:v>
                </c:pt>
                <c:pt idx="1822">
                  <c:v>44391</c:v>
                </c:pt>
                <c:pt idx="1823">
                  <c:v>44390</c:v>
                </c:pt>
                <c:pt idx="1824">
                  <c:v>44389</c:v>
                </c:pt>
                <c:pt idx="1825">
                  <c:v>44388</c:v>
                </c:pt>
                <c:pt idx="1826">
                  <c:v>44387</c:v>
                </c:pt>
                <c:pt idx="1827">
                  <c:v>44386</c:v>
                </c:pt>
                <c:pt idx="1828">
                  <c:v>44385</c:v>
                </c:pt>
                <c:pt idx="1829">
                  <c:v>44384</c:v>
                </c:pt>
                <c:pt idx="1830">
                  <c:v>44383</c:v>
                </c:pt>
                <c:pt idx="1831">
                  <c:v>44382</c:v>
                </c:pt>
                <c:pt idx="1832">
                  <c:v>44381</c:v>
                </c:pt>
                <c:pt idx="1833">
                  <c:v>44380</c:v>
                </c:pt>
                <c:pt idx="1834">
                  <c:v>44379</c:v>
                </c:pt>
                <c:pt idx="1835">
                  <c:v>44378</c:v>
                </c:pt>
                <c:pt idx="1836">
                  <c:v>44377</c:v>
                </c:pt>
                <c:pt idx="1837">
                  <c:v>44376</c:v>
                </c:pt>
                <c:pt idx="1838">
                  <c:v>44375</c:v>
                </c:pt>
                <c:pt idx="1839">
                  <c:v>44374</c:v>
                </c:pt>
                <c:pt idx="1840">
                  <c:v>44373</c:v>
                </c:pt>
                <c:pt idx="1841">
                  <c:v>44372</c:v>
                </c:pt>
                <c:pt idx="1842">
                  <c:v>44371</c:v>
                </c:pt>
                <c:pt idx="1843">
                  <c:v>44370</c:v>
                </c:pt>
                <c:pt idx="1844">
                  <c:v>44369</c:v>
                </c:pt>
                <c:pt idx="1845">
                  <c:v>44368</c:v>
                </c:pt>
                <c:pt idx="1846">
                  <c:v>44367</c:v>
                </c:pt>
                <c:pt idx="1847">
                  <c:v>44366</c:v>
                </c:pt>
                <c:pt idx="1848">
                  <c:v>44365</c:v>
                </c:pt>
                <c:pt idx="1849">
                  <c:v>44364</c:v>
                </c:pt>
                <c:pt idx="1850">
                  <c:v>44363</c:v>
                </c:pt>
                <c:pt idx="1851">
                  <c:v>44362</c:v>
                </c:pt>
                <c:pt idx="1852">
                  <c:v>44361</c:v>
                </c:pt>
                <c:pt idx="1853">
                  <c:v>44360</c:v>
                </c:pt>
                <c:pt idx="1854">
                  <c:v>44359</c:v>
                </c:pt>
                <c:pt idx="1855">
                  <c:v>44358</c:v>
                </c:pt>
                <c:pt idx="1856">
                  <c:v>44357</c:v>
                </c:pt>
                <c:pt idx="1857">
                  <c:v>44356</c:v>
                </c:pt>
                <c:pt idx="1858">
                  <c:v>44355</c:v>
                </c:pt>
                <c:pt idx="1859">
                  <c:v>44354</c:v>
                </c:pt>
                <c:pt idx="1860">
                  <c:v>44353</c:v>
                </c:pt>
                <c:pt idx="1861">
                  <c:v>44352</c:v>
                </c:pt>
                <c:pt idx="1862">
                  <c:v>44351</c:v>
                </c:pt>
                <c:pt idx="1863">
                  <c:v>44350</c:v>
                </c:pt>
                <c:pt idx="1864">
                  <c:v>44349</c:v>
                </c:pt>
                <c:pt idx="1865">
                  <c:v>44348</c:v>
                </c:pt>
                <c:pt idx="1866">
                  <c:v>44347</c:v>
                </c:pt>
                <c:pt idx="1867">
                  <c:v>44346</c:v>
                </c:pt>
                <c:pt idx="1868">
                  <c:v>44345</c:v>
                </c:pt>
                <c:pt idx="1869">
                  <c:v>44344</c:v>
                </c:pt>
                <c:pt idx="1870">
                  <c:v>44343</c:v>
                </c:pt>
                <c:pt idx="1871">
                  <c:v>44342</c:v>
                </c:pt>
                <c:pt idx="1872">
                  <c:v>44341</c:v>
                </c:pt>
                <c:pt idx="1873">
                  <c:v>44340</c:v>
                </c:pt>
                <c:pt idx="1874">
                  <c:v>44339</c:v>
                </c:pt>
                <c:pt idx="1875">
                  <c:v>44338</c:v>
                </c:pt>
                <c:pt idx="1876">
                  <c:v>44337</c:v>
                </c:pt>
                <c:pt idx="1877">
                  <c:v>44336</c:v>
                </c:pt>
                <c:pt idx="1878">
                  <c:v>44335</c:v>
                </c:pt>
                <c:pt idx="1879">
                  <c:v>44334</c:v>
                </c:pt>
                <c:pt idx="1880">
                  <c:v>44333</c:v>
                </c:pt>
                <c:pt idx="1881">
                  <c:v>44332</c:v>
                </c:pt>
                <c:pt idx="1882">
                  <c:v>44331</c:v>
                </c:pt>
                <c:pt idx="1883">
                  <c:v>44330</c:v>
                </c:pt>
                <c:pt idx="1884">
                  <c:v>44329</c:v>
                </c:pt>
                <c:pt idx="1885">
                  <c:v>44328</c:v>
                </c:pt>
                <c:pt idx="1886">
                  <c:v>44327</c:v>
                </c:pt>
                <c:pt idx="1887">
                  <c:v>44326</c:v>
                </c:pt>
                <c:pt idx="1888">
                  <c:v>44325</c:v>
                </c:pt>
                <c:pt idx="1889">
                  <c:v>44324</c:v>
                </c:pt>
                <c:pt idx="1890">
                  <c:v>44323</c:v>
                </c:pt>
                <c:pt idx="1891">
                  <c:v>44322</c:v>
                </c:pt>
                <c:pt idx="1892">
                  <c:v>44321</c:v>
                </c:pt>
                <c:pt idx="1893">
                  <c:v>44320</c:v>
                </c:pt>
                <c:pt idx="1894">
                  <c:v>44319</c:v>
                </c:pt>
                <c:pt idx="1895">
                  <c:v>44318</c:v>
                </c:pt>
                <c:pt idx="1896">
                  <c:v>44317</c:v>
                </c:pt>
                <c:pt idx="1897">
                  <c:v>44316</c:v>
                </c:pt>
                <c:pt idx="1898">
                  <c:v>44315</c:v>
                </c:pt>
                <c:pt idx="1899">
                  <c:v>44314</c:v>
                </c:pt>
                <c:pt idx="1900">
                  <c:v>44313</c:v>
                </c:pt>
                <c:pt idx="1901">
                  <c:v>44312</c:v>
                </c:pt>
                <c:pt idx="1902">
                  <c:v>44311</c:v>
                </c:pt>
                <c:pt idx="1903">
                  <c:v>44310</c:v>
                </c:pt>
                <c:pt idx="1904">
                  <c:v>44309</c:v>
                </c:pt>
                <c:pt idx="1905">
                  <c:v>44308</c:v>
                </c:pt>
                <c:pt idx="1906">
                  <c:v>44307</c:v>
                </c:pt>
                <c:pt idx="1907">
                  <c:v>44306</c:v>
                </c:pt>
                <c:pt idx="1908">
                  <c:v>44305</c:v>
                </c:pt>
                <c:pt idx="1909">
                  <c:v>44304</c:v>
                </c:pt>
                <c:pt idx="1910">
                  <c:v>44303</c:v>
                </c:pt>
                <c:pt idx="1911">
                  <c:v>44302</c:v>
                </c:pt>
                <c:pt idx="1912">
                  <c:v>44301</c:v>
                </c:pt>
                <c:pt idx="1913">
                  <c:v>44300</c:v>
                </c:pt>
                <c:pt idx="1914">
                  <c:v>44299</c:v>
                </c:pt>
                <c:pt idx="1915">
                  <c:v>44298</c:v>
                </c:pt>
                <c:pt idx="1916">
                  <c:v>44297</c:v>
                </c:pt>
                <c:pt idx="1917">
                  <c:v>44296</c:v>
                </c:pt>
                <c:pt idx="1918">
                  <c:v>44295</c:v>
                </c:pt>
                <c:pt idx="1919">
                  <c:v>44294</c:v>
                </c:pt>
                <c:pt idx="1920">
                  <c:v>44293</c:v>
                </c:pt>
                <c:pt idx="1921">
                  <c:v>44292</c:v>
                </c:pt>
                <c:pt idx="1922">
                  <c:v>44291</c:v>
                </c:pt>
                <c:pt idx="1923">
                  <c:v>44290</c:v>
                </c:pt>
                <c:pt idx="1924">
                  <c:v>44289</c:v>
                </c:pt>
                <c:pt idx="1925">
                  <c:v>44288</c:v>
                </c:pt>
                <c:pt idx="1926">
                  <c:v>44287</c:v>
                </c:pt>
                <c:pt idx="1927">
                  <c:v>44286</c:v>
                </c:pt>
                <c:pt idx="1928">
                  <c:v>44285</c:v>
                </c:pt>
                <c:pt idx="1929">
                  <c:v>44284</c:v>
                </c:pt>
                <c:pt idx="1930">
                  <c:v>44283</c:v>
                </c:pt>
                <c:pt idx="1931">
                  <c:v>44282</c:v>
                </c:pt>
                <c:pt idx="1932">
                  <c:v>44281</c:v>
                </c:pt>
                <c:pt idx="1933">
                  <c:v>44280</c:v>
                </c:pt>
                <c:pt idx="1934">
                  <c:v>44279</c:v>
                </c:pt>
                <c:pt idx="1935">
                  <c:v>44278</c:v>
                </c:pt>
                <c:pt idx="1936">
                  <c:v>44277</c:v>
                </c:pt>
                <c:pt idx="1937">
                  <c:v>44276</c:v>
                </c:pt>
                <c:pt idx="1938">
                  <c:v>44275</c:v>
                </c:pt>
                <c:pt idx="1939">
                  <c:v>44274</c:v>
                </c:pt>
                <c:pt idx="1940">
                  <c:v>44273</c:v>
                </c:pt>
                <c:pt idx="1941">
                  <c:v>44272</c:v>
                </c:pt>
                <c:pt idx="1942">
                  <c:v>44271</c:v>
                </c:pt>
                <c:pt idx="1943">
                  <c:v>44270</c:v>
                </c:pt>
                <c:pt idx="1944">
                  <c:v>44269</c:v>
                </c:pt>
                <c:pt idx="1945">
                  <c:v>44268</c:v>
                </c:pt>
                <c:pt idx="1946">
                  <c:v>44267</c:v>
                </c:pt>
                <c:pt idx="1947">
                  <c:v>44266</c:v>
                </c:pt>
                <c:pt idx="1948">
                  <c:v>44265</c:v>
                </c:pt>
                <c:pt idx="1949">
                  <c:v>44264</c:v>
                </c:pt>
                <c:pt idx="1950">
                  <c:v>44263</c:v>
                </c:pt>
                <c:pt idx="1951">
                  <c:v>44262</c:v>
                </c:pt>
                <c:pt idx="1952">
                  <c:v>44261</c:v>
                </c:pt>
                <c:pt idx="1953">
                  <c:v>44260</c:v>
                </c:pt>
                <c:pt idx="1954">
                  <c:v>44259</c:v>
                </c:pt>
                <c:pt idx="1955">
                  <c:v>44258</c:v>
                </c:pt>
                <c:pt idx="1956">
                  <c:v>44257</c:v>
                </c:pt>
                <c:pt idx="1957">
                  <c:v>44256</c:v>
                </c:pt>
                <c:pt idx="1958">
                  <c:v>44255</c:v>
                </c:pt>
                <c:pt idx="1959">
                  <c:v>44254</c:v>
                </c:pt>
                <c:pt idx="1960">
                  <c:v>44253</c:v>
                </c:pt>
                <c:pt idx="1961">
                  <c:v>44252</c:v>
                </c:pt>
                <c:pt idx="1962">
                  <c:v>44251</c:v>
                </c:pt>
                <c:pt idx="1963">
                  <c:v>44250</c:v>
                </c:pt>
                <c:pt idx="1964">
                  <c:v>44249</c:v>
                </c:pt>
                <c:pt idx="1965">
                  <c:v>44248</c:v>
                </c:pt>
                <c:pt idx="1966">
                  <c:v>44247</c:v>
                </c:pt>
                <c:pt idx="1967">
                  <c:v>44246</c:v>
                </c:pt>
                <c:pt idx="1968">
                  <c:v>44245</c:v>
                </c:pt>
                <c:pt idx="1969">
                  <c:v>44244</c:v>
                </c:pt>
                <c:pt idx="1970">
                  <c:v>44243</c:v>
                </c:pt>
                <c:pt idx="1971">
                  <c:v>44242</c:v>
                </c:pt>
                <c:pt idx="1972">
                  <c:v>44241</c:v>
                </c:pt>
                <c:pt idx="1973">
                  <c:v>44240</c:v>
                </c:pt>
                <c:pt idx="1974">
                  <c:v>44239</c:v>
                </c:pt>
                <c:pt idx="1975">
                  <c:v>44238</c:v>
                </c:pt>
                <c:pt idx="1976">
                  <c:v>44237</c:v>
                </c:pt>
                <c:pt idx="1977">
                  <c:v>44236</c:v>
                </c:pt>
                <c:pt idx="1978">
                  <c:v>44235</c:v>
                </c:pt>
                <c:pt idx="1979">
                  <c:v>44234</c:v>
                </c:pt>
                <c:pt idx="1980">
                  <c:v>44233</c:v>
                </c:pt>
                <c:pt idx="1981">
                  <c:v>44232</c:v>
                </c:pt>
                <c:pt idx="1982">
                  <c:v>44231</c:v>
                </c:pt>
                <c:pt idx="1983">
                  <c:v>44230</c:v>
                </c:pt>
                <c:pt idx="1984">
                  <c:v>44229</c:v>
                </c:pt>
                <c:pt idx="1985">
                  <c:v>44228</c:v>
                </c:pt>
                <c:pt idx="1986">
                  <c:v>44227</c:v>
                </c:pt>
                <c:pt idx="1987">
                  <c:v>44226</c:v>
                </c:pt>
                <c:pt idx="1988">
                  <c:v>44225</c:v>
                </c:pt>
                <c:pt idx="1989">
                  <c:v>44224</c:v>
                </c:pt>
                <c:pt idx="1990">
                  <c:v>44223</c:v>
                </c:pt>
                <c:pt idx="1991">
                  <c:v>44222</c:v>
                </c:pt>
                <c:pt idx="1992">
                  <c:v>44221</c:v>
                </c:pt>
                <c:pt idx="1993">
                  <c:v>44220</c:v>
                </c:pt>
                <c:pt idx="1994">
                  <c:v>44219</c:v>
                </c:pt>
                <c:pt idx="1995">
                  <c:v>44218</c:v>
                </c:pt>
                <c:pt idx="1996">
                  <c:v>44217</c:v>
                </c:pt>
                <c:pt idx="1997">
                  <c:v>44216</c:v>
                </c:pt>
                <c:pt idx="1998">
                  <c:v>44215</c:v>
                </c:pt>
                <c:pt idx="1999">
                  <c:v>44214</c:v>
                </c:pt>
                <c:pt idx="2000">
                  <c:v>44213</c:v>
                </c:pt>
                <c:pt idx="2001">
                  <c:v>44212</c:v>
                </c:pt>
                <c:pt idx="2002">
                  <c:v>44211</c:v>
                </c:pt>
                <c:pt idx="2003">
                  <c:v>44210</c:v>
                </c:pt>
                <c:pt idx="2004">
                  <c:v>44209</c:v>
                </c:pt>
                <c:pt idx="2005">
                  <c:v>44208</c:v>
                </c:pt>
                <c:pt idx="2006">
                  <c:v>44207</c:v>
                </c:pt>
                <c:pt idx="2007">
                  <c:v>44206</c:v>
                </c:pt>
                <c:pt idx="2008">
                  <c:v>44205</c:v>
                </c:pt>
                <c:pt idx="2009">
                  <c:v>44204</c:v>
                </c:pt>
                <c:pt idx="2010">
                  <c:v>44203</c:v>
                </c:pt>
                <c:pt idx="2011">
                  <c:v>44202</c:v>
                </c:pt>
                <c:pt idx="2012">
                  <c:v>44201</c:v>
                </c:pt>
                <c:pt idx="2013">
                  <c:v>44200</c:v>
                </c:pt>
                <c:pt idx="2014">
                  <c:v>44199</c:v>
                </c:pt>
                <c:pt idx="2015">
                  <c:v>44198</c:v>
                </c:pt>
                <c:pt idx="2016">
                  <c:v>44197</c:v>
                </c:pt>
                <c:pt idx="2017">
                  <c:v>44196</c:v>
                </c:pt>
                <c:pt idx="2018">
                  <c:v>44195</c:v>
                </c:pt>
                <c:pt idx="2019">
                  <c:v>44194</c:v>
                </c:pt>
                <c:pt idx="2020">
                  <c:v>44193</c:v>
                </c:pt>
                <c:pt idx="2021">
                  <c:v>44192</c:v>
                </c:pt>
                <c:pt idx="2022">
                  <c:v>44191</c:v>
                </c:pt>
                <c:pt idx="2023">
                  <c:v>44190</c:v>
                </c:pt>
                <c:pt idx="2024">
                  <c:v>44189</c:v>
                </c:pt>
                <c:pt idx="2025">
                  <c:v>44188</c:v>
                </c:pt>
                <c:pt idx="2026">
                  <c:v>44187</c:v>
                </c:pt>
                <c:pt idx="2027">
                  <c:v>44186</c:v>
                </c:pt>
                <c:pt idx="2028">
                  <c:v>44185</c:v>
                </c:pt>
                <c:pt idx="2029">
                  <c:v>44184</c:v>
                </c:pt>
                <c:pt idx="2030">
                  <c:v>44183</c:v>
                </c:pt>
                <c:pt idx="2031">
                  <c:v>44182</c:v>
                </c:pt>
                <c:pt idx="2032">
                  <c:v>44181</c:v>
                </c:pt>
                <c:pt idx="2033">
                  <c:v>44180</c:v>
                </c:pt>
                <c:pt idx="2034">
                  <c:v>44179</c:v>
                </c:pt>
                <c:pt idx="2035">
                  <c:v>44178</c:v>
                </c:pt>
                <c:pt idx="2036">
                  <c:v>44177</c:v>
                </c:pt>
                <c:pt idx="2037">
                  <c:v>44176</c:v>
                </c:pt>
                <c:pt idx="2038">
                  <c:v>44175</c:v>
                </c:pt>
                <c:pt idx="2039">
                  <c:v>44174</c:v>
                </c:pt>
                <c:pt idx="2040">
                  <c:v>44173</c:v>
                </c:pt>
                <c:pt idx="2041">
                  <c:v>44172</c:v>
                </c:pt>
                <c:pt idx="2042">
                  <c:v>44171</c:v>
                </c:pt>
                <c:pt idx="2043">
                  <c:v>44170</c:v>
                </c:pt>
                <c:pt idx="2044">
                  <c:v>44169</c:v>
                </c:pt>
                <c:pt idx="2045">
                  <c:v>44168</c:v>
                </c:pt>
                <c:pt idx="2046">
                  <c:v>44167</c:v>
                </c:pt>
                <c:pt idx="2047">
                  <c:v>44166</c:v>
                </c:pt>
                <c:pt idx="2048">
                  <c:v>44165</c:v>
                </c:pt>
                <c:pt idx="2049">
                  <c:v>44164</c:v>
                </c:pt>
                <c:pt idx="2050">
                  <c:v>44163</c:v>
                </c:pt>
                <c:pt idx="2051">
                  <c:v>44162</c:v>
                </c:pt>
                <c:pt idx="2052">
                  <c:v>44161</c:v>
                </c:pt>
                <c:pt idx="2053">
                  <c:v>44160</c:v>
                </c:pt>
                <c:pt idx="2054">
                  <c:v>44159</c:v>
                </c:pt>
                <c:pt idx="2055">
                  <c:v>44158</c:v>
                </c:pt>
                <c:pt idx="2056">
                  <c:v>44157</c:v>
                </c:pt>
                <c:pt idx="2057">
                  <c:v>44156</c:v>
                </c:pt>
                <c:pt idx="2058">
                  <c:v>44155</c:v>
                </c:pt>
                <c:pt idx="2059">
                  <c:v>44154</c:v>
                </c:pt>
                <c:pt idx="2060">
                  <c:v>44153</c:v>
                </c:pt>
                <c:pt idx="2061">
                  <c:v>44152</c:v>
                </c:pt>
                <c:pt idx="2062">
                  <c:v>44151</c:v>
                </c:pt>
                <c:pt idx="2063">
                  <c:v>44150</c:v>
                </c:pt>
                <c:pt idx="2064">
                  <c:v>44149</c:v>
                </c:pt>
                <c:pt idx="2065">
                  <c:v>44148</c:v>
                </c:pt>
                <c:pt idx="2066">
                  <c:v>44147</c:v>
                </c:pt>
                <c:pt idx="2067">
                  <c:v>44146</c:v>
                </c:pt>
                <c:pt idx="2068">
                  <c:v>44145</c:v>
                </c:pt>
                <c:pt idx="2069">
                  <c:v>44144</c:v>
                </c:pt>
                <c:pt idx="2070">
                  <c:v>44143</c:v>
                </c:pt>
                <c:pt idx="2071">
                  <c:v>44142</c:v>
                </c:pt>
                <c:pt idx="2072">
                  <c:v>44141</c:v>
                </c:pt>
                <c:pt idx="2073">
                  <c:v>44140</c:v>
                </c:pt>
                <c:pt idx="2074">
                  <c:v>44139</c:v>
                </c:pt>
                <c:pt idx="2075">
                  <c:v>44138</c:v>
                </c:pt>
                <c:pt idx="2076">
                  <c:v>44137</c:v>
                </c:pt>
                <c:pt idx="2077">
                  <c:v>44136</c:v>
                </c:pt>
                <c:pt idx="2078">
                  <c:v>44135</c:v>
                </c:pt>
                <c:pt idx="2079">
                  <c:v>44134</c:v>
                </c:pt>
                <c:pt idx="2080">
                  <c:v>44133</c:v>
                </c:pt>
                <c:pt idx="2081">
                  <c:v>44132</c:v>
                </c:pt>
                <c:pt idx="2082">
                  <c:v>44131</c:v>
                </c:pt>
                <c:pt idx="2083">
                  <c:v>44130</c:v>
                </c:pt>
                <c:pt idx="2084">
                  <c:v>44129</c:v>
                </c:pt>
                <c:pt idx="2085">
                  <c:v>44128</c:v>
                </c:pt>
                <c:pt idx="2086">
                  <c:v>44127</c:v>
                </c:pt>
                <c:pt idx="2087">
                  <c:v>44126</c:v>
                </c:pt>
                <c:pt idx="2088">
                  <c:v>44125</c:v>
                </c:pt>
                <c:pt idx="2089">
                  <c:v>44124</c:v>
                </c:pt>
                <c:pt idx="2090">
                  <c:v>44123</c:v>
                </c:pt>
                <c:pt idx="2091">
                  <c:v>44122</c:v>
                </c:pt>
                <c:pt idx="2092">
                  <c:v>44121</c:v>
                </c:pt>
                <c:pt idx="2093">
                  <c:v>44120</c:v>
                </c:pt>
                <c:pt idx="2094">
                  <c:v>44119</c:v>
                </c:pt>
                <c:pt idx="2095">
                  <c:v>44118</c:v>
                </c:pt>
                <c:pt idx="2096">
                  <c:v>44117</c:v>
                </c:pt>
                <c:pt idx="2097">
                  <c:v>44116</c:v>
                </c:pt>
                <c:pt idx="2098">
                  <c:v>44115</c:v>
                </c:pt>
                <c:pt idx="2099">
                  <c:v>44114</c:v>
                </c:pt>
                <c:pt idx="2100">
                  <c:v>44113</c:v>
                </c:pt>
                <c:pt idx="2101">
                  <c:v>44112</c:v>
                </c:pt>
                <c:pt idx="2102">
                  <c:v>44111</c:v>
                </c:pt>
                <c:pt idx="2103">
                  <c:v>44110</c:v>
                </c:pt>
                <c:pt idx="2104">
                  <c:v>44109</c:v>
                </c:pt>
                <c:pt idx="2105">
                  <c:v>44108</c:v>
                </c:pt>
                <c:pt idx="2106">
                  <c:v>44107</c:v>
                </c:pt>
                <c:pt idx="2107">
                  <c:v>44106</c:v>
                </c:pt>
                <c:pt idx="2108">
                  <c:v>44105</c:v>
                </c:pt>
                <c:pt idx="2109">
                  <c:v>44104</c:v>
                </c:pt>
                <c:pt idx="2110">
                  <c:v>44103</c:v>
                </c:pt>
                <c:pt idx="2111">
                  <c:v>44102</c:v>
                </c:pt>
                <c:pt idx="2112">
                  <c:v>44101</c:v>
                </c:pt>
                <c:pt idx="2113">
                  <c:v>44100</c:v>
                </c:pt>
                <c:pt idx="2114">
                  <c:v>44099</c:v>
                </c:pt>
                <c:pt idx="2115">
                  <c:v>44098</c:v>
                </c:pt>
                <c:pt idx="2116">
                  <c:v>44097</c:v>
                </c:pt>
                <c:pt idx="2117">
                  <c:v>44096</c:v>
                </c:pt>
                <c:pt idx="2118">
                  <c:v>44095</c:v>
                </c:pt>
                <c:pt idx="2119">
                  <c:v>44094</c:v>
                </c:pt>
                <c:pt idx="2120">
                  <c:v>44093</c:v>
                </c:pt>
                <c:pt idx="2121">
                  <c:v>44092</c:v>
                </c:pt>
                <c:pt idx="2122">
                  <c:v>44091</c:v>
                </c:pt>
                <c:pt idx="2123">
                  <c:v>44090</c:v>
                </c:pt>
                <c:pt idx="2124">
                  <c:v>44089</c:v>
                </c:pt>
                <c:pt idx="2125">
                  <c:v>44088</c:v>
                </c:pt>
                <c:pt idx="2126">
                  <c:v>44087</c:v>
                </c:pt>
                <c:pt idx="2127">
                  <c:v>44086</c:v>
                </c:pt>
                <c:pt idx="2128">
                  <c:v>44085</c:v>
                </c:pt>
                <c:pt idx="2129">
                  <c:v>44084</c:v>
                </c:pt>
                <c:pt idx="2130">
                  <c:v>44083</c:v>
                </c:pt>
                <c:pt idx="2131">
                  <c:v>44082</c:v>
                </c:pt>
                <c:pt idx="2132">
                  <c:v>44081</c:v>
                </c:pt>
                <c:pt idx="2133">
                  <c:v>44080</c:v>
                </c:pt>
                <c:pt idx="2134">
                  <c:v>44079</c:v>
                </c:pt>
                <c:pt idx="2135">
                  <c:v>44078</c:v>
                </c:pt>
                <c:pt idx="2136">
                  <c:v>44077</c:v>
                </c:pt>
                <c:pt idx="2137">
                  <c:v>44076</c:v>
                </c:pt>
                <c:pt idx="2138">
                  <c:v>44075</c:v>
                </c:pt>
                <c:pt idx="2139">
                  <c:v>44074</c:v>
                </c:pt>
                <c:pt idx="2140">
                  <c:v>44073</c:v>
                </c:pt>
                <c:pt idx="2141">
                  <c:v>44072</c:v>
                </c:pt>
                <c:pt idx="2142">
                  <c:v>44071</c:v>
                </c:pt>
                <c:pt idx="2143">
                  <c:v>44070</c:v>
                </c:pt>
                <c:pt idx="2144">
                  <c:v>44069</c:v>
                </c:pt>
                <c:pt idx="2145">
                  <c:v>44068</c:v>
                </c:pt>
                <c:pt idx="2146">
                  <c:v>44067</c:v>
                </c:pt>
                <c:pt idx="2147">
                  <c:v>44066</c:v>
                </c:pt>
                <c:pt idx="2148">
                  <c:v>44065</c:v>
                </c:pt>
                <c:pt idx="2149">
                  <c:v>44064</c:v>
                </c:pt>
                <c:pt idx="2150">
                  <c:v>44063</c:v>
                </c:pt>
                <c:pt idx="2151">
                  <c:v>44062</c:v>
                </c:pt>
                <c:pt idx="2152">
                  <c:v>44061</c:v>
                </c:pt>
                <c:pt idx="2153">
                  <c:v>44060</c:v>
                </c:pt>
                <c:pt idx="2154">
                  <c:v>44059</c:v>
                </c:pt>
                <c:pt idx="2155">
                  <c:v>44058</c:v>
                </c:pt>
                <c:pt idx="2156">
                  <c:v>44057</c:v>
                </c:pt>
                <c:pt idx="2157">
                  <c:v>44056</c:v>
                </c:pt>
                <c:pt idx="2158">
                  <c:v>44055</c:v>
                </c:pt>
                <c:pt idx="2159">
                  <c:v>44054</c:v>
                </c:pt>
                <c:pt idx="2160">
                  <c:v>44053</c:v>
                </c:pt>
                <c:pt idx="2161">
                  <c:v>44052</c:v>
                </c:pt>
                <c:pt idx="2162">
                  <c:v>44051</c:v>
                </c:pt>
                <c:pt idx="2163">
                  <c:v>44050</c:v>
                </c:pt>
                <c:pt idx="2164">
                  <c:v>44049</c:v>
                </c:pt>
                <c:pt idx="2165">
                  <c:v>44048</c:v>
                </c:pt>
                <c:pt idx="2166">
                  <c:v>44047</c:v>
                </c:pt>
                <c:pt idx="2167">
                  <c:v>44046</c:v>
                </c:pt>
                <c:pt idx="2168">
                  <c:v>44045</c:v>
                </c:pt>
                <c:pt idx="2169">
                  <c:v>44044</c:v>
                </c:pt>
                <c:pt idx="2170">
                  <c:v>44043</c:v>
                </c:pt>
                <c:pt idx="2171">
                  <c:v>44042</c:v>
                </c:pt>
                <c:pt idx="2172">
                  <c:v>44041</c:v>
                </c:pt>
                <c:pt idx="2173">
                  <c:v>44040</c:v>
                </c:pt>
                <c:pt idx="2174">
                  <c:v>44039</c:v>
                </c:pt>
                <c:pt idx="2175">
                  <c:v>44038</c:v>
                </c:pt>
                <c:pt idx="2176">
                  <c:v>44037</c:v>
                </c:pt>
                <c:pt idx="2177">
                  <c:v>44036</c:v>
                </c:pt>
                <c:pt idx="2178">
                  <c:v>44035</c:v>
                </c:pt>
                <c:pt idx="2179">
                  <c:v>44034</c:v>
                </c:pt>
                <c:pt idx="2180">
                  <c:v>44033</c:v>
                </c:pt>
                <c:pt idx="2181">
                  <c:v>44032</c:v>
                </c:pt>
                <c:pt idx="2182">
                  <c:v>44031</c:v>
                </c:pt>
                <c:pt idx="2183">
                  <c:v>44030</c:v>
                </c:pt>
                <c:pt idx="2184">
                  <c:v>44029</c:v>
                </c:pt>
                <c:pt idx="2185">
                  <c:v>44028</c:v>
                </c:pt>
                <c:pt idx="2186">
                  <c:v>44027</c:v>
                </c:pt>
                <c:pt idx="2187">
                  <c:v>44026</c:v>
                </c:pt>
                <c:pt idx="2188">
                  <c:v>44025</c:v>
                </c:pt>
                <c:pt idx="2189">
                  <c:v>44024</c:v>
                </c:pt>
                <c:pt idx="2190">
                  <c:v>44023</c:v>
                </c:pt>
                <c:pt idx="2191">
                  <c:v>44022</c:v>
                </c:pt>
                <c:pt idx="2192">
                  <c:v>44021</c:v>
                </c:pt>
                <c:pt idx="2193">
                  <c:v>44020</c:v>
                </c:pt>
                <c:pt idx="2194">
                  <c:v>44019</c:v>
                </c:pt>
                <c:pt idx="2195">
                  <c:v>44018</c:v>
                </c:pt>
                <c:pt idx="2196">
                  <c:v>44017</c:v>
                </c:pt>
                <c:pt idx="2197">
                  <c:v>44016</c:v>
                </c:pt>
                <c:pt idx="2198">
                  <c:v>44015</c:v>
                </c:pt>
                <c:pt idx="2199">
                  <c:v>44014</c:v>
                </c:pt>
                <c:pt idx="2200">
                  <c:v>44013</c:v>
                </c:pt>
                <c:pt idx="2201">
                  <c:v>44012</c:v>
                </c:pt>
                <c:pt idx="2202">
                  <c:v>44011</c:v>
                </c:pt>
                <c:pt idx="2203">
                  <c:v>44010</c:v>
                </c:pt>
                <c:pt idx="2204">
                  <c:v>44009</c:v>
                </c:pt>
                <c:pt idx="2205">
                  <c:v>44008</c:v>
                </c:pt>
                <c:pt idx="2206">
                  <c:v>44007</c:v>
                </c:pt>
                <c:pt idx="2207">
                  <c:v>44006</c:v>
                </c:pt>
                <c:pt idx="2208">
                  <c:v>44005</c:v>
                </c:pt>
                <c:pt idx="2209">
                  <c:v>44004</c:v>
                </c:pt>
                <c:pt idx="2210">
                  <c:v>44003</c:v>
                </c:pt>
                <c:pt idx="2211">
                  <c:v>44002</c:v>
                </c:pt>
                <c:pt idx="2212">
                  <c:v>44001</c:v>
                </c:pt>
                <c:pt idx="2213">
                  <c:v>44000</c:v>
                </c:pt>
                <c:pt idx="2214">
                  <c:v>43999</c:v>
                </c:pt>
                <c:pt idx="2215">
                  <c:v>43998</c:v>
                </c:pt>
                <c:pt idx="2216">
                  <c:v>43997</c:v>
                </c:pt>
                <c:pt idx="2217">
                  <c:v>43996</c:v>
                </c:pt>
                <c:pt idx="2218">
                  <c:v>43995</c:v>
                </c:pt>
                <c:pt idx="2219">
                  <c:v>43994</c:v>
                </c:pt>
                <c:pt idx="2220">
                  <c:v>43993</c:v>
                </c:pt>
                <c:pt idx="2221">
                  <c:v>43992</c:v>
                </c:pt>
                <c:pt idx="2222">
                  <c:v>43991</c:v>
                </c:pt>
                <c:pt idx="2223">
                  <c:v>43990</c:v>
                </c:pt>
                <c:pt idx="2224">
                  <c:v>43989</c:v>
                </c:pt>
                <c:pt idx="2225">
                  <c:v>43988</c:v>
                </c:pt>
                <c:pt idx="2226">
                  <c:v>43987</c:v>
                </c:pt>
                <c:pt idx="2227">
                  <c:v>43986</c:v>
                </c:pt>
                <c:pt idx="2228">
                  <c:v>43985</c:v>
                </c:pt>
                <c:pt idx="2229">
                  <c:v>43984</c:v>
                </c:pt>
                <c:pt idx="2230">
                  <c:v>43983</c:v>
                </c:pt>
                <c:pt idx="2231">
                  <c:v>43982</c:v>
                </c:pt>
                <c:pt idx="2232">
                  <c:v>43981</c:v>
                </c:pt>
                <c:pt idx="2233">
                  <c:v>43980</c:v>
                </c:pt>
                <c:pt idx="2234">
                  <c:v>43979</c:v>
                </c:pt>
                <c:pt idx="2235">
                  <c:v>43978</c:v>
                </c:pt>
                <c:pt idx="2236">
                  <c:v>43977</c:v>
                </c:pt>
                <c:pt idx="2237">
                  <c:v>43976</c:v>
                </c:pt>
                <c:pt idx="2238">
                  <c:v>43975</c:v>
                </c:pt>
                <c:pt idx="2239">
                  <c:v>43974</c:v>
                </c:pt>
                <c:pt idx="2240">
                  <c:v>43973</c:v>
                </c:pt>
                <c:pt idx="2241">
                  <c:v>43972</c:v>
                </c:pt>
                <c:pt idx="2242">
                  <c:v>43971</c:v>
                </c:pt>
                <c:pt idx="2243">
                  <c:v>43970</c:v>
                </c:pt>
                <c:pt idx="2244">
                  <c:v>43969</c:v>
                </c:pt>
                <c:pt idx="2245">
                  <c:v>43968</c:v>
                </c:pt>
                <c:pt idx="2246">
                  <c:v>43967</c:v>
                </c:pt>
                <c:pt idx="2247">
                  <c:v>43966</c:v>
                </c:pt>
                <c:pt idx="2248">
                  <c:v>43965</c:v>
                </c:pt>
                <c:pt idx="2249">
                  <c:v>43964</c:v>
                </c:pt>
                <c:pt idx="2250">
                  <c:v>43963</c:v>
                </c:pt>
                <c:pt idx="2251">
                  <c:v>43962</c:v>
                </c:pt>
                <c:pt idx="2252">
                  <c:v>43961</c:v>
                </c:pt>
                <c:pt idx="2253">
                  <c:v>43960</c:v>
                </c:pt>
                <c:pt idx="2254">
                  <c:v>43959</c:v>
                </c:pt>
                <c:pt idx="2255">
                  <c:v>43958</c:v>
                </c:pt>
                <c:pt idx="2256">
                  <c:v>43957</c:v>
                </c:pt>
                <c:pt idx="2257">
                  <c:v>43956</c:v>
                </c:pt>
                <c:pt idx="2258">
                  <c:v>43955</c:v>
                </c:pt>
                <c:pt idx="2259">
                  <c:v>43954</c:v>
                </c:pt>
                <c:pt idx="2260">
                  <c:v>43953</c:v>
                </c:pt>
                <c:pt idx="2261">
                  <c:v>43952</c:v>
                </c:pt>
                <c:pt idx="2262">
                  <c:v>43951</c:v>
                </c:pt>
                <c:pt idx="2263">
                  <c:v>43950</c:v>
                </c:pt>
                <c:pt idx="2264">
                  <c:v>43949</c:v>
                </c:pt>
                <c:pt idx="2265">
                  <c:v>43948</c:v>
                </c:pt>
                <c:pt idx="2266">
                  <c:v>43947</c:v>
                </c:pt>
                <c:pt idx="2267">
                  <c:v>43946</c:v>
                </c:pt>
                <c:pt idx="2268">
                  <c:v>43945</c:v>
                </c:pt>
                <c:pt idx="2269">
                  <c:v>43944</c:v>
                </c:pt>
                <c:pt idx="2270">
                  <c:v>43943</c:v>
                </c:pt>
                <c:pt idx="2271">
                  <c:v>43942</c:v>
                </c:pt>
                <c:pt idx="2272">
                  <c:v>43941</c:v>
                </c:pt>
                <c:pt idx="2273">
                  <c:v>43940</c:v>
                </c:pt>
                <c:pt idx="2274">
                  <c:v>43939</c:v>
                </c:pt>
                <c:pt idx="2275">
                  <c:v>43938</c:v>
                </c:pt>
                <c:pt idx="2276">
                  <c:v>43937</c:v>
                </c:pt>
                <c:pt idx="2277">
                  <c:v>43936</c:v>
                </c:pt>
                <c:pt idx="2278">
                  <c:v>43935</c:v>
                </c:pt>
                <c:pt idx="2279">
                  <c:v>43934</c:v>
                </c:pt>
                <c:pt idx="2280">
                  <c:v>43933</c:v>
                </c:pt>
                <c:pt idx="2281">
                  <c:v>43932</c:v>
                </c:pt>
                <c:pt idx="2282">
                  <c:v>43931</c:v>
                </c:pt>
                <c:pt idx="2283">
                  <c:v>43930</c:v>
                </c:pt>
                <c:pt idx="2284">
                  <c:v>43929</c:v>
                </c:pt>
                <c:pt idx="2285">
                  <c:v>43928</c:v>
                </c:pt>
                <c:pt idx="2286">
                  <c:v>43927</c:v>
                </c:pt>
                <c:pt idx="2287">
                  <c:v>43926</c:v>
                </c:pt>
                <c:pt idx="2288">
                  <c:v>43925</c:v>
                </c:pt>
                <c:pt idx="2289">
                  <c:v>43924</c:v>
                </c:pt>
                <c:pt idx="2290">
                  <c:v>43923</c:v>
                </c:pt>
                <c:pt idx="2291">
                  <c:v>43922</c:v>
                </c:pt>
                <c:pt idx="2292">
                  <c:v>43921</c:v>
                </c:pt>
                <c:pt idx="2293">
                  <c:v>43920</c:v>
                </c:pt>
                <c:pt idx="2294">
                  <c:v>43919</c:v>
                </c:pt>
                <c:pt idx="2295">
                  <c:v>43918</c:v>
                </c:pt>
                <c:pt idx="2296">
                  <c:v>43917</c:v>
                </c:pt>
                <c:pt idx="2297">
                  <c:v>43916</c:v>
                </c:pt>
                <c:pt idx="2298">
                  <c:v>43915</c:v>
                </c:pt>
                <c:pt idx="2299">
                  <c:v>43914</c:v>
                </c:pt>
                <c:pt idx="2300">
                  <c:v>43913</c:v>
                </c:pt>
                <c:pt idx="2301">
                  <c:v>43912</c:v>
                </c:pt>
                <c:pt idx="2302">
                  <c:v>43911</c:v>
                </c:pt>
                <c:pt idx="2303">
                  <c:v>43910</c:v>
                </c:pt>
                <c:pt idx="2304">
                  <c:v>43909</c:v>
                </c:pt>
                <c:pt idx="2305">
                  <c:v>43908</c:v>
                </c:pt>
                <c:pt idx="2306">
                  <c:v>43907</c:v>
                </c:pt>
                <c:pt idx="2307">
                  <c:v>43906</c:v>
                </c:pt>
                <c:pt idx="2308">
                  <c:v>43905</c:v>
                </c:pt>
                <c:pt idx="2309">
                  <c:v>43904</c:v>
                </c:pt>
                <c:pt idx="2310">
                  <c:v>43903</c:v>
                </c:pt>
                <c:pt idx="2311">
                  <c:v>43902</c:v>
                </c:pt>
                <c:pt idx="2312">
                  <c:v>43901</c:v>
                </c:pt>
                <c:pt idx="2313">
                  <c:v>43900</c:v>
                </c:pt>
                <c:pt idx="2314">
                  <c:v>43899</c:v>
                </c:pt>
                <c:pt idx="2315">
                  <c:v>43898</c:v>
                </c:pt>
                <c:pt idx="2316">
                  <c:v>43897</c:v>
                </c:pt>
                <c:pt idx="2317">
                  <c:v>43896</c:v>
                </c:pt>
                <c:pt idx="2318">
                  <c:v>43895</c:v>
                </c:pt>
                <c:pt idx="2319">
                  <c:v>43894</c:v>
                </c:pt>
                <c:pt idx="2320">
                  <c:v>43893</c:v>
                </c:pt>
                <c:pt idx="2321">
                  <c:v>43892</c:v>
                </c:pt>
                <c:pt idx="2322">
                  <c:v>43891</c:v>
                </c:pt>
                <c:pt idx="2323">
                  <c:v>43890</c:v>
                </c:pt>
                <c:pt idx="2324">
                  <c:v>43889</c:v>
                </c:pt>
                <c:pt idx="2325">
                  <c:v>43888</c:v>
                </c:pt>
                <c:pt idx="2326">
                  <c:v>43887</c:v>
                </c:pt>
                <c:pt idx="2327">
                  <c:v>43886</c:v>
                </c:pt>
                <c:pt idx="2328">
                  <c:v>43885</c:v>
                </c:pt>
                <c:pt idx="2329">
                  <c:v>43884</c:v>
                </c:pt>
                <c:pt idx="2330">
                  <c:v>43883</c:v>
                </c:pt>
                <c:pt idx="2331">
                  <c:v>43882</c:v>
                </c:pt>
                <c:pt idx="2332">
                  <c:v>43881</c:v>
                </c:pt>
                <c:pt idx="2333">
                  <c:v>43880</c:v>
                </c:pt>
                <c:pt idx="2334">
                  <c:v>43879</c:v>
                </c:pt>
                <c:pt idx="2335">
                  <c:v>43878</c:v>
                </c:pt>
                <c:pt idx="2336">
                  <c:v>43877</c:v>
                </c:pt>
                <c:pt idx="2337">
                  <c:v>43876</c:v>
                </c:pt>
                <c:pt idx="2338">
                  <c:v>43875</c:v>
                </c:pt>
                <c:pt idx="2339">
                  <c:v>43874</c:v>
                </c:pt>
                <c:pt idx="2340">
                  <c:v>43873</c:v>
                </c:pt>
                <c:pt idx="2341">
                  <c:v>43872</c:v>
                </c:pt>
                <c:pt idx="2342">
                  <c:v>43871</c:v>
                </c:pt>
                <c:pt idx="2343">
                  <c:v>43870</c:v>
                </c:pt>
                <c:pt idx="2344">
                  <c:v>43869</c:v>
                </c:pt>
                <c:pt idx="2345">
                  <c:v>43868</c:v>
                </c:pt>
                <c:pt idx="2346">
                  <c:v>43867</c:v>
                </c:pt>
                <c:pt idx="2347">
                  <c:v>43866</c:v>
                </c:pt>
                <c:pt idx="2348">
                  <c:v>43865</c:v>
                </c:pt>
                <c:pt idx="2349">
                  <c:v>43864</c:v>
                </c:pt>
                <c:pt idx="2350">
                  <c:v>43863</c:v>
                </c:pt>
                <c:pt idx="2351">
                  <c:v>43862</c:v>
                </c:pt>
                <c:pt idx="2352">
                  <c:v>43861</c:v>
                </c:pt>
                <c:pt idx="2353">
                  <c:v>43860</c:v>
                </c:pt>
                <c:pt idx="2354">
                  <c:v>43859</c:v>
                </c:pt>
                <c:pt idx="2355">
                  <c:v>43858</c:v>
                </c:pt>
                <c:pt idx="2356">
                  <c:v>43857</c:v>
                </c:pt>
                <c:pt idx="2357">
                  <c:v>43856</c:v>
                </c:pt>
                <c:pt idx="2358">
                  <c:v>43855</c:v>
                </c:pt>
                <c:pt idx="2359">
                  <c:v>43854</c:v>
                </c:pt>
                <c:pt idx="2360">
                  <c:v>43853</c:v>
                </c:pt>
                <c:pt idx="2361">
                  <c:v>43852</c:v>
                </c:pt>
                <c:pt idx="2362">
                  <c:v>43851</c:v>
                </c:pt>
                <c:pt idx="2363">
                  <c:v>43850</c:v>
                </c:pt>
                <c:pt idx="2364">
                  <c:v>43849</c:v>
                </c:pt>
                <c:pt idx="2365">
                  <c:v>43848</c:v>
                </c:pt>
                <c:pt idx="2366">
                  <c:v>43847</c:v>
                </c:pt>
                <c:pt idx="2367">
                  <c:v>43846</c:v>
                </c:pt>
                <c:pt idx="2368">
                  <c:v>43845</c:v>
                </c:pt>
                <c:pt idx="2369">
                  <c:v>43844</c:v>
                </c:pt>
                <c:pt idx="2370">
                  <c:v>43843</c:v>
                </c:pt>
                <c:pt idx="2371">
                  <c:v>43842</c:v>
                </c:pt>
                <c:pt idx="2372">
                  <c:v>43841</c:v>
                </c:pt>
                <c:pt idx="2373">
                  <c:v>43840</c:v>
                </c:pt>
                <c:pt idx="2374">
                  <c:v>43839</c:v>
                </c:pt>
                <c:pt idx="2375">
                  <c:v>43838</c:v>
                </c:pt>
                <c:pt idx="2376">
                  <c:v>43837</c:v>
                </c:pt>
                <c:pt idx="2377">
                  <c:v>43836</c:v>
                </c:pt>
                <c:pt idx="2378">
                  <c:v>43835</c:v>
                </c:pt>
                <c:pt idx="2379">
                  <c:v>43834</c:v>
                </c:pt>
                <c:pt idx="2380">
                  <c:v>43833</c:v>
                </c:pt>
                <c:pt idx="2381">
                  <c:v>43832</c:v>
                </c:pt>
                <c:pt idx="2382">
                  <c:v>43831</c:v>
                </c:pt>
                <c:pt idx="2383">
                  <c:v>43830</c:v>
                </c:pt>
                <c:pt idx="2384">
                  <c:v>43829</c:v>
                </c:pt>
                <c:pt idx="2385">
                  <c:v>43828</c:v>
                </c:pt>
                <c:pt idx="2386">
                  <c:v>43827</c:v>
                </c:pt>
                <c:pt idx="2387">
                  <c:v>43826</c:v>
                </c:pt>
                <c:pt idx="2388">
                  <c:v>43825</c:v>
                </c:pt>
                <c:pt idx="2389">
                  <c:v>43824</c:v>
                </c:pt>
                <c:pt idx="2390">
                  <c:v>43823</c:v>
                </c:pt>
                <c:pt idx="2391">
                  <c:v>43822</c:v>
                </c:pt>
                <c:pt idx="2392">
                  <c:v>43821</c:v>
                </c:pt>
                <c:pt idx="2393">
                  <c:v>43820</c:v>
                </c:pt>
                <c:pt idx="2394">
                  <c:v>43819</c:v>
                </c:pt>
                <c:pt idx="2395">
                  <c:v>43818</c:v>
                </c:pt>
                <c:pt idx="2396">
                  <c:v>43817</c:v>
                </c:pt>
                <c:pt idx="2397">
                  <c:v>43816</c:v>
                </c:pt>
                <c:pt idx="2398">
                  <c:v>43815</c:v>
                </c:pt>
                <c:pt idx="2399">
                  <c:v>43814</c:v>
                </c:pt>
                <c:pt idx="2400">
                  <c:v>43813</c:v>
                </c:pt>
                <c:pt idx="2401">
                  <c:v>43812</c:v>
                </c:pt>
                <c:pt idx="2402">
                  <c:v>43811</c:v>
                </c:pt>
                <c:pt idx="2403">
                  <c:v>43810</c:v>
                </c:pt>
                <c:pt idx="2404">
                  <c:v>43809</c:v>
                </c:pt>
                <c:pt idx="2405">
                  <c:v>43808</c:v>
                </c:pt>
                <c:pt idx="2406">
                  <c:v>43807</c:v>
                </c:pt>
                <c:pt idx="2407">
                  <c:v>43806</c:v>
                </c:pt>
                <c:pt idx="2408">
                  <c:v>43805</c:v>
                </c:pt>
                <c:pt idx="2409">
                  <c:v>43804</c:v>
                </c:pt>
                <c:pt idx="2410">
                  <c:v>43803</c:v>
                </c:pt>
                <c:pt idx="2411">
                  <c:v>43802</c:v>
                </c:pt>
                <c:pt idx="2412">
                  <c:v>43801</c:v>
                </c:pt>
                <c:pt idx="2413">
                  <c:v>43800</c:v>
                </c:pt>
                <c:pt idx="2414">
                  <c:v>43799</c:v>
                </c:pt>
                <c:pt idx="2415">
                  <c:v>43798</c:v>
                </c:pt>
                <c:pt idx="2416">
                  <c:v>43797</c:v>
                </c:pt>
                <c:pt idx="2417">
                  <c:v>43796</c:v>
                </c:pt>
                <c:pt idx="2418">
                  <c:v>43795</c:v>
                </c:pt>
                <c:pt idx="2419">
                  <c:v>43794</c:v>
                </c:pt>
                <c:pt idx="2420">
                  <c:v>43793</c:v>
                </c:pt>
                <c:pt idx="2421">
                  <c:v>43792</c:v>
                </c:pt>
                <c:pt idx="2422">
                  <c:v>43791</c:v>
                </c:pt>
                <c:pt idx="2423">
                  <c:v>43790</c:v>
                </c:pt>
                <c:pt idx="2424">
                  <c:v>43789</c:v>
                </c:pt>
                <c:pt idx="2425">
                  <c:v>43788</c:v>
                </c:pt>
                <c:pt idx="2426">
                  <c:v>43787</c:v>
                </c:pt>
                <c:pt idx="2427">
                  <c:v>43786</c:v>
                </c:pt>
                <c:pt idx="2428">
                  <c:v>43785</c:v>
                </c:pt>
                <c:pt idx="2429">
                  <c:v>43784</c:v>
                </c:pt>
                <c:pt idx="2430">
                  <c:v>43783</c:v>
                </c:pt>
                <c:pt idx="2431">
                  <c:v>43782</c:v>
                </c:pt>
                <c:pt idx="2432">
                  <c:v>43781</c:v>
                </c:pt>
                <c:pt idx="2433">
                  <c:v>43780</c:v>
                </c:pt>
                <c:pt idx="2434">
                  <c:v>43779</c:v>
                </c:pt>
                <c:pt idx="2435">
                  <c:v>43778</c:v>
                </c:pt>
                <c:pt idx="2436">
                  <c:v>43777</c:v>
                </c:pt>
                <c:pt idx="2437">
                  <c:v>43776</c:v>
                </c:pt>
                <c:pt idx="2438">
                  <c:v>43775</c:v>
                </c:pt>
                <c:pt idx="2439">
                  <c:v>43774</c:v>
                </c:pt>
                <c:pt idx="2440">
                  <c:v>43773</c:v>
                </c:pt>
                <c:pt idx="2441">
                  <c:v>43772</c:v>
                </c:pt>
                <c:pt idx="2442">
                  <c:v>43771</c:v>
                </c:pt>
                <c:pt idx="2443">
                  <c:v>43770</c:v>
                </c:pt>
                <c:pt idx="2444">
                  <c:v>43769</c:v>
                </c:pt>
                <c:pt idx="2445">
                  <c:v>43768</c:v>
                </c:pt>
                <c:pt idx="2446">
                  <c:v>43767</c:v>
                </c:pt>
                <c:pt idx="2447">
                  <c:v>43766</c:v>
                </c:pt>
                <c:pt idx="2448">
                  <c:v>43765</c:v>
                </c:pt>
                <c:pt idx="2449">
                  <c:v>43764</c:v>
                </c:pt>
                <c:pt idx="2450">
                  <c:v>43763</c:v>
                </c:pt>
                <c:pt idx="2451">
                  <c:v>43762</c:v>
                </c:pt>
                <c:pt idx="2452">
                  <c:v>43761</c:v>
                </c:pt>
                <c:pt idx="2453">
                  <c:v>43760</c:v>
                </c:pt>
                <c:pt idx="2454">
                  <c:v>43759</c:v>
                </c:pt>
                <c:pt idx="2455">
                  <c:v>43758</c:v>
                </c:pt>
                <c:pt idx="2456">
                  <c:v>43757</c:v>
                </c:pt>
                <c:pt idx="2457">
                  <c:v>43756</c:v>
                </c:pt>
                <c:pt idx="2458">
                  <c:v>43755</c:v>
                </c:pt>
                <c:pt idx="2459">
                  <c:v>43754</c:v>
                </c:pt>
                <c:pt idx="2460">
                  <c:v>43753</c:v>
                </c:pt>
                <c:pt idx="2461">
                  <c:v>43752</c:v>
                </c:pt>
                <c:pt idx="2462">
                  <c:v>43751</c:v>
                </c:pt>
                <c:pt idx="2463">
                  <c:v>43750</c:v>
                </c:pt>
                <c:pt idx="2464">
                  <c:v>43749</c:v>
                </c:pt>
                <c:pt idx="2465">
                  <c:v>43748</c:v>
                </c:pt>
                <c:pt idx="2466">
                  <c:v>43747</c:v>
                </c:pt>
                <c:pt idx="2467">
                  <c:v>43746</c:v>
                </c:pt>
                <c:pt idx="2468">
                  <c:v>43745</c:v>
                </c:pt>
                <c:pt idx="2469">
                  <c:v>43744</c:v>
                </c:pt>
                <c:pt idx="2470">
                  <c:v>43743</c:v>
                </c:pt>
                <c:pt idx="2471">
                  <c:v>43742</c:v>
                </c:pt>
                <c:pt idx="2472">
                  <c:v>43741</c:v>
                </c:pt>
                <c:pt idx="2473">
                  <c:v>43740</c:v>
                </c:pt>
                <c:pt idx="2474">
                  <c:v>43739</c:v>
                </c:pt>
                <c:pt idx="2475">
                  <c:v>43738</c:v>
                </c:pt>
                <c:pt idx="2476">
                  <c:v>43737</c:v>
                </c:pt>
                <c:pt idx="2477">
                  <c:v>43736</c:v>
                </c:pt>
                <c:pt idx="2478">
                  <c:v>43735</c:v>
                </c:pt>
                <c:pt idx="2479">
                  <c:v>43734</c:v>
                </c:pt>
                <c:pt idx="2480">
                  <c:v>43733</c:v>
                </c:pt>
                <c:pt idx="2481">
                  <c:v>43732</c:v>
                </c:pt>
                <c:pt idx="2482">
                  <c:v>43731</c:v>
                </c:pt>
                <c:pt idx="2483">
                  <c:v>43730</c:v>
                </c:pt>
                <c:pt idx="2484">
                  <c:v>43729</c:v>
                </c:pt>
                <c:pt idx="2485">
                  <c:v>43728</c:v>
                </c:pt>
                <c:pt idx="2486">
                  <c:v>43727</c:v>
                </c:pt>
                <c:pt idx="2487">
                  <c:v>43726</c:v>
                </c:pt>
                <c:pt idx="2488">
                  <c:v>43725</c:v>
                </c:pt>
                <c:pt idx="2489">
                  <c:v>43724</c:v>
                </c:pt>
                <c:pt idx="2490">
                  <c:v>43723</c:v>
                </c:pt>
                <c:pt idx="2491">
                  <c:v>43722</c:v>
                </c:pt>
                <c:pt idx="2492">
                  <c:v>43721</c:v>
                </c:pt>
                <c:pt idx="2493">
                  <c:v>43720</c:v>
                </c:pt>
                <c:pt idx="2494">
                  <c:v>43719</c:v>
                </c:pt>
                <c:pt idx="2495">
                  <c:v>43718</c:v>
                </c:pt>
                <c:pt idx="2496">
                  <c:v>43717</c:v>
                </c:pt>
                <c:pt idx="2497">
                  <c:v>43716</c:v>
                </c:pt>
                <c:pt idx="2498">
                  <c:v>43715</c:v>
                </c:pt>
                <c:pt idx="2499">
                  <c:v>43714</c:v>
                </c:pt>
                <c:pt idx="2500">
                  <c:v>43713</c:v>
                </c:pt>
                <c:pt idx="2501">
                  <c:v>43712</c:v>
                </c:pt>
                <c:pt idx="2502">
                  <c:v>43711</c:v>
                </c:pt>
                <c:pt idx="2503">
                  <c:v>43710</c:v>
                </c:pt>
                <c:pt idx="2504">
                  <c:v>43709</c:v>
                </c:pt>
                <c:pt idx="2505">
                  <c:v>43708</c:v>
                </c:pt>
                <c:pt idx="2506">
                  <c:v>43707</c:v>
                </c:pt>
                <c:pt idx="2507">
                  <c:v>43706</c:v>
                </c:pt>
                <c:pt idx="2508">
                  <c:v>43705</c:v>
                </c:pt>
                <c:pt idx="2509">
                  <c:v>43704</c:v>
                </c:pt>
                <c:pt idx="2510">
                  <c:v>43703</c:v>
                </c:pt>
                <c:pt idx="2511">
                  <c:v>43702</c:v>
                </c:pt>
                <c:pt idx="2512">
                  <c:v>43701</c:v>
                </c:pt>
                <c:pt idx="2513">
                  <c:v>43700</c:v>
                </c:pt>
                <c:pt idx="2514">
                  <c:v>43699</c:v>
                </c:pt>
                <c:pt idx="2515">
                  <c:v>43698</c:v>
                </c:pt>
                <c:pt idx="2516">
                  <c:v>43697</c:v>
                </c:pt>
                <c:pt idx="2517">
                  <c:v>43696</c:v>
                </c:pt>
                <c:pt idx="2518">
                  <c:v>43695</c:v>
                </c:pt>
                <c:pt idx="2519">
                  <c:v>43694</c:v>
                </c:pt>
                <c:pt idx="2520">
                  <c:v>43693</c:v>
                </c:pt>
                <c:pt idx="2521">
                  <c:v>43692</c:v>
                </c:pt>
                <c:pt idx="2522">
                  <c:v>43691</c:v>
                </c:pt>
                <c:pt idx="2523">
                  <c:v>43690</c:v>
                </c:pt>
                <c:pt idx="2524">
                  <c:v>43689</c:v>
                </c:pt>
                <c:pt idx="2525">
                  <c:v>43688</c:v>
                </c:pt>
                <c:pt idx="2526">
                  <c:v>43687</c:v>
                </c:pt>
                <c:pt idx="2527">
                  <c:v>43686</c:v>
                </c:pt>
                <c:pt idx="2528">
                  <c:v>43685</c:v>
                </c:pt>
                <c:pt idx="2529">
                  <c:v>43684</c:v>
                </c:pt>
                <c:pt idx="2530">
                  <c:v>43683</c:v>
                </c:pt>
                <c:pt idx="2531">
                  <c:v>43682</c:v>
                </c:pt>
                <c:pt idx="2532">
                  <c:v>43681</c:v>
                </c:pt>
                <c:pt idx="2533">
                  <c:v>43680</c:v>
                </c:pt>
                <c:pt idx="2534">
                  <c:v>43679</c:v>
                </c:pt>
                <c:pt idx="2535">
                  <c:v>43678</c:v>
                </c:pt>
                <c:pt idx="2536">
                  <c:v>43677</c:v>
                </c:pt>
                <c:pt idx="2537">
                  <c:v>43676</c:v>
                </c:pt>
                <c:pt idx="2538">
                  <c:v>43675</c:v>
                </c:pt>
                <c:pt idx="2539">
                  <c:v>43674</c:v>
                </c:pt>
                <c:pt idx="2540">
                  <c:v>43673</c:v>
                </c:pt>
                <c:pt idx="2541">
                  <c:v>43672</c:v>
                </c:pt>
                <c:pt idx="2542">
                  <c:v>43671</c:v>
                </c:pt>
                <c:pt idx="2543">
                  <c:v>43670</c:v>
                </c:pt>
                <c:pt idx="2544">
                  <c:v>43669</c:v>
                </c:pt>
                <c:pt idx="2545">
                  <c:v>43668</c:v>
                </c:pt>
                <c:pt idx="2546">
                  <c:v>43667</c:v>
                </c:pt>
                <c:pt idx="2547">
                  <c:v>43666</c:v>
                </c:pt>
                <c:pt idx="2548">
                  <c:v>43665</c:v>
                </c:pt>
                <c:pt idx="2549">
                  <c:v>43664</c:v>
                </c:pt>
                <c:pt idx="2550">
                  <c:v>43663</c:v>
                </c:pt>
                <c:pt idx="2551">
                  <c:v>43662</c:v>
                </c:pt>
                <c:pt idx="2552">
                  <c:v>43661</c:v>
                </c:pt>
                <c:pt idx="2553">
                  <c:v>43660</c:v>
                </c:pt>
                <c:pt idx="2554">
                  <c:v>43659</c:v>
                </c:pt>
                <c:pt idx="2555">
                  <c:v>43658</c:v>
                </c:pt>
                <c:pt idx="2556">
                  <c:v>43657</c:v>
                </c:pt>
                <c:pt idx="2557">
                  <c:v>43656</c:v>
                </c:pt>
                <c:pt idx="2558">
                  <c:v>43655</c:v>
                </c:pt>
                <c:pt idx="2559">
                  <c:v>43654</c:v>
                </c:pt>
                <c:pt idx="2560">
                  <c:v>43653</c:v>
                </c:pt>
                <c:pt idx="2561">
                  <c:v>43652</c:v>
                </c:pt>
                <c:pt idx="2562">
                  <c:v>43651</c:v>
                </c:pt>
                <c:pt idx="2563">
                  <c:v>43650</c:v>
                </c:pt>
                <c:pt idx="2564">
                  <c:v>43649</c:v>
                </c:pt>
                <c:pt idx="2565">
                  <c:v>43648</c:v>
                </c:pt>
                <c:pt idx="2566">
                  <c:v>43647</c:v>
                </c:pt>
                <c:pt idx="2567">
                  <c:v>43646</c:v>
                </c:pt>
                <c:pt idx="2568">
                  <c:v>43645</c:v>
                </c:pt>
                <c:pt idx="2569">
                  <c:v>43644</c:v>
                </c:pt>
                <c:pt idx="2570">
                  <c:v>43643</c:v>
                </c:pt>
                <c:pt idx="2571">
                  <c:v>43642</c:v>
                </c:pt>
                <c:pt idx="2572">
                  <c:v>43641</c:v>
                </c:pt>
                <c:pt idx="2573">
                  <c:v>43640</c:v>
                </c:pt>
                <c:pt idx="2574">
                  <c:v>43639</c:v>
                </c:pt>
                <c:pt idx="2575">
                  <c:v>43638</c:v>
                </c:pt>
                <c:pt idx="2576">
                  <c:v>43637</c:v>
                </c:pt>
                <c:pt idx="2577">
                  <c:v>43636</c:v>
                </c:pt>
                <c:pt idx="2578">
                  <c:v>43635</c:v>
                </c:pt>
                <c:pt idx="2579">
                  <c:v>43634</c:v>
                </c:pt>
                <c:pt idx="2580">
                  <c:v>43633</c:v>
                </c:pt>
                <c:pt idx="2581">
                  <c:v>43632</c:v>
                </c:pt>
                <c:pt idx="2582">
                  <c:v>43631</c:v>
                </c:pt>
                <c:pt idx="2583">
                  <c:v>43630</c:v>
                </c:pt>
                <c:pt idx="2584">
                  <c:v>43629</c:v>
                </c:pt>
                <c:pt idx="2585">
                  <c:v>43628</c:v>
                </c:pt>
                <c:pt idx="2586">
                  <c:v>43627</c:v>
                </c:pt>
                <c:pt idx="2587">
                  <c:v>43626</c:v>
                </c:pt>
                <c:pt idx="2588">
                  <c:v>43625</c:v>
                </c:pt>
                <c:pt idx="2589">
                  <c:v>43624</c:v>
                </c:pt>
                <c:pt idx="2590">
                  <c:v>43623</c:v>
                </c:pt>
                <c:pt idx="2591">
                  <c:v>43622</c:v>
                </c:pt>
                <c:pt idx="2592">
                  <c:v>43621</c:v>
                </c:pt>
                <c:pt idx="2593">
                  <c:v>43620</c:v>
                </c:pt>
                <c:pt idx="2594">
                  <c:v>43619</c:v>
                </c:pt>
                <c:pt idx="2595">
                  <c:v>43618</c:v>
                </c:pt>
                <c:pt idx="2596">
                  <c:v>43617</c:v>
                </c:pt>
                <c:pt idx="2597">
                  <c:v>43616</c:v>
                </c:pt>
                <c:pt idx="2598">
                  <c:v>43615</c:v>
                </c:pt>
                <c:pt idx="2599">
                  <c:v>43614</c:v>
                </c:pt>
                <c:pt idx="2600">
                  <c:v>43613</c:v>
                </c:pt>
                <c:pt idx="2601">
                  <c:v>43612</c:v>
                </c:pt>
                <c:pt idx="2602">
                  <c:v>43611</c:v>
                </c:pt>
                <c:pt idx="2603">
                  <c:v>43610</c:v>
                </c:pt>
                <c:pt idx="2604">
                  <c:v>43609</c:v>
                </c:pt>
                <c:pt idx="2605">
                  <c:v>43608</c:v>
                </c:pt>
                <c:pt idx="2606">
                  <c:v>43607</c:v>
                </c:pt>
                <c:pt idx="2607">
                  <c:v>43606</c:v>
                </c:pt>
                <c:pt idx="2608">
                  <c:v>43605</c:v>
                </c:pt>
                <c:pt idx="2609">
                  <c:v>43604</c:v>
                </c:pt>
                <c:pt idx="2610">
                  <c:v>43603</c:v>
                </c:pt>
                <c:pt idx="2611">
                  <c:v>43602</c:v>
                </c:pt>
                <c:pt idx="2612">
                  <c:v>43601</c:v>
                </c:pt>
                <c:pt idx="2613">
                  <c:v>43600</c:v>
                </c:pt>
                <c:pt idx="2614">
                  <c:v>43599</c:v>
                </c:pt>
                <c:pt idx="2615">
                  <c:v>43598</c:v>
                </c:pt>
                <c:pt idx="2616">
                  <c:v>43597</c:v>
                </c:pt>
                <c:pt idx="2617">
                  <c:v>43596</c:v>
                </c:pt>
                <c:pt idx="2618">
                  <c:v>43595</c:v>
                </c:pt>
                <c:pt idx="2619">
                  <c:v>43594</c:v>
                </c:pt>
                <c:pt idx="2620">
                  <c:v>43593</c:v>
                </c:pt>
                <c:pt idx="2621">
                  <c:v>43592</c:v>
                </c:pt>
                <c:pt idx="2622">
                  <c:v>43591</c:v>
                </c:pt>
                <c:pt idx="2623">
                  <c:v>43590</c:v>
                </c:pt>
                <c:pt idx="2624">
                  <c:v>43589</c:v>
                </c:pt>
                <c:pt idx="2625">
                  <c:v>43588</c:v>
                </c:pt>
                <c:pt idx="2626">
                  <c:v>43587</c:v>
                </c:pt>
                <c:pt idx="2627">
                  <c:v>43586</c:v>
                </c:pt>
                <c:pt idx="2628">
                  <c:v>43585</c:v>
                </c:pt>
                <c:pt idx="2629">
                  <c:v>43584</c:v>
                </c:pt>
                <c:pt idx="2630">
                  <c:v>43583</c:v>
                </c:pt>
                <c:pt idx="2631">
                  <c:v>43582</c:v>
                </c:pt>
                <c:pt idx="2632">
                  <c:v>43581</c:v>
                </c:pt>
                <c:pt idx="2633">
                  <c:v>43580</c:v>
                </c:pt>
                <c:pt idx="2634">
                  <c:v>43579</c:v>
                </c:pt>
                <c:pt idx="2635">
                  <c:v>43578</c:v>
                </c:pt>
                <c:pt idx="2636">
                  <c:v>43577</c:v>
                </c:pt>
                <c:pt idx="2637">
                  <c:v>43576</c:v>
                </c:pt>
                <c:pt idx="2638">
                  <c:v>43575</c:v>
                </c:pt>
                <c:pt idx="2639">
                  <c:v>43574</c:v>
                </c:pt>
                <c:pt idx="2640">
                  <c:v>43573</c:v>
                </c:pt>
                <c:pt idx="2641">
                  <c:v>43572</c:v>
                </c:pt>
                <c:pt idx="2642">
                  <c:v>43571</c:v>
                </c:pt>
                <c:pt idx="2643">
                  <c:v>43570</c:v>
                </c:pt>
                <c:pt idx="2644">
                  <c:v>43569</c:v>
                </c:pt>
                <c:pt idx="2645">
                  <c:v>43568</c:v>
                </c:pt>
                <c:pt idx="2646">
                  <c:v>43567</c:v>
                </c:pt>
                <c:pt idx="2647">
                  <c:v>43566</c:v>
                </c:pt>
                <c:pt idx="2648">
                  <c:v>43565</c:v>
                </c:pt>
                <c:pt idx="2649">
                  <c:v>43564</c:v>
                </c:pt>
                <c:pt idx="2650">
                  <c:v>43563</c:v>
                </c:pt>
                <c:pt idx="2651">
                  <c:v>43562</c:v>
                </c:pt>
                <c:pt idx="2652">
                  <c:v>43561</c:v>
                </c:pt>
                <c:pt idx="2653">
                  <c:v>43560</c:v>
                </c:pt>
                <c:pt idx="2654">
                  <c:v>43559</c:v>
                </c:pt>
                <c:pt idx="2655">
                  <c:v>43558</c:v>
                </c:pt>
                <c:pt idx="2656">
                  <c:v>43557</c:v>
                </c:pt>
                <c:pt idx="2657">
                  <c:v>43556</c:v>
                </c:pt>
                <c:pt idx="2658">
                  <c:v>43555</c:v>
                </c:pt>
                <c:pt idx="2659">
                  <c:v>43554</c:v>
                </c:pt>
                <c:pt idx="2660">
                  <c:v>43553</c:v>
                </c:pt>
                <c:pt idx="2661">
                  <c:v>43552</c:v>
                </c:pt>
                <c:pt idx="2662">
                  <c:v>43551</c:v>
                </c:pt>
                <c:pt idx="2663">
                  <c:v>43550</c:v>
                </c:pt>
                <c:pt idx="2664">
                  <c:v>43549</c:v>
                </c:pt>
                <c:pt idx="2665">
                  <c:v>43548</c:v>
                </c:pt>
                <c:pt idx="2666">
                  <c:v>43547</c:v>
                </c:pt>
                <c:pt idx="2667">
                  <c:v>43546</c:v>
                </c:pt>
                <c:pt idx="2668">
                  <c:v>43545</c:v>
                </c:pt>
                <c:pt idx="2669">
                  <c:v>43544</c:v>
                </c:pt>
                <c:pt idx="2670">
                  <c:v>43543</c:v>
                </c:pt>
                <c:pt idx="2671">
                  <c:v>43542</c:v>
                </c:pt>
                <c:pt idx="2672">
                  <c:v>43541</c:v>
                </c:pt>
                <c:pt idx="2673">
                  <c:v>43540</c:v>
                </c:pt>
                <c:pt idx="2674">
                  <c:v>43539</c:v>
                </c:pt>
                <c:pt idx="2675">
                  <c:v>43538</c:v>
                </c:pt>
                <c:pt idx="2676">
                  <c:v>43537</c:v>
                </c:pt>
                <c:pt idx="2677">
                  <c:v>43536</c:v>
                </c:pt>
                <c:pt idx="2678">
                  <c:v>43535</c:v>
                </c:pt>
                <c:pt idx="2679">
                  <c:v>43534</c:v>
                </c:pt>
                <c:pt idx="2680">
                  <c:v>43533</c:v>
                </c:pt>
                <c:pt idx="2681">
                  <c:v>43532</c:v>
                </c:pt>
                <c:pt idx="2682">
                  <c:v>43531</c:v>
                </c:pt>
                <c:pt idx="2683">
                  <c:v>43530</c:v>
                </c:pt>
                <c:pt idx="2684">
                  <c:v>43529</c:v>
                </c:pt>
                <c:pt idx="2685">
                  <c:v>43528</c:v>
                </c:pt>
                <c:pt idx="2686">
                  <c:v>43527</c:v>
                </c:pt>
                <c:pt idx="2687">
                  <c:v>43526</c:v>
                </c:pt>
                <c:pt idx="2688">
                  <c:v>43525</c:v>
                </c:pt>
                <c:pt idx="2689">
                  <c:v>43524</c:v>
                </c:pt>
                <c:pt idx="2690">
                  <c:v>43523</c:v>
                </c:pt>
                <c:pt idx="2691">
                  <c:v>43522</c:v>
                </c:pt>
                <c:pt idx="2692">
                  <c:v>43521</c:v>
                </c:pt>
                <c:pt idx="2693">
                  <c:v>43520</c:v>
                </c:pt>
                <c:pt idx="2694">
                  <c:v>43519</c:v>
                </c:pt>
                <c:pt idx="2695">
                  <c:v>43518</c:v>
                </c:pt>
                <c:pt idx="2696">
                  <c:v>43517</c:v>
                </c:pt>
                <c:pt idx="2697">
                  <c:v>43516</c:v>
                </c:pt>
                <c:pt idx="2698">
                  <c:v>43515</c:v>
                </c:pt>
                <c:pt idx="2699">
                  <c:v>43514</c:v>
                </c:pt>
                <c:pt idx="2700">
                  <c:v>43513</c:v>
                </c:pt>
                <c:pt idx="2701">
                  <c:v>43512</c:v>
                </c:pt>
                <c:pt idx="2702">
                  <c:v>43511</c:v>
                </c:pt>
                <c:pt idx="2703">
                  <c:v>43510</c:v>
                </c:pt>
                <c:pt idx="2704">
                  <c:v>43509</c:v>
                </c:pt>
                <c:pt idx="2705">
                  <c:v>43508</c:v>
                </c:pt>
                <c:pt idx="2706">
                  <c:v>43507</c:v>
                </c:pt>
                <c:pt idx="2707">
                  <c:v>43506</c:v>
                </c:pt>
                <c:pt idx="2708">
                  <c:v>43505</c:v>
                </c:pt>
                <c:pt idx="2709">
                  <c:v>43504</c:v>
                </c:pt>
                <c:pt idx="2710">
                  <c:v>43503</c:v>
                </c:pt>
                <c:pt idx="2711">
                  <c:v>43502</c:v>
                </c:pt>
                <c:pt idx="2712">
                  <c:v>43501</c:v>
                </c:pt>
                <c:pt idx="2713">
                  <c:v>43500</c:v>
                </c:pt>
                <c:pt idx="2714">
                  <c:v>43499</c:v>
                </c:pt>
                <c:pt idx="2715">
                  <c:v>43498</c:v>
                </c:pt>
                <c:pt idx="2716">
                  <c:v>43497</c:v>
                </c:pt>
                <c:pt idx="2717">
                  <c:v>43496</c:v>
                </c:pt>
                <c:pt idx="2718">
                  <c:v>43495</c:v>
                </c:pt>
                <c:pt idx="2719">
                  <c:v>43494</c:v>
                </c:pt>
                <c:pt idx="2720">
                  <c:v>43493</c:v>
                </c:pt>
                <c:pt idx="2721">
                  <c:v>43492</c:v>
                </c:pt>
                <c:pt idx="2722">
                  <c:v>43491</c:v>
                </c:pt>
                <c:pt idx="2723">
                  <c:v>43490</c:v>
                </c:pt>
                <c:pt idx="2724">
                  <c:v>43489</c:v>
                </c:pt>
                <c:pt idx="2725">
                  <c:v>43488</c:v>
                </c:pt>
                <c:pt idx="2726">
                  <c:v>43487</c:v>
                </c:pt>
                <c:pt idx="2727">
                  <c:v>43486</c:v>
                </c:pt>
                <c:pt idx="2728">
                  <c:v>43485</c:v>
                </c:pt>
                <c:pt idx="2729">
                  <c:v>43484</c:v>
                </c:pt>
                <c:pt idx="2730">
                  <c:v>43483</c:v>
                </c:pt>
                <c:pt idx="2731">
                  <c:v>43482</c:v>
                </c:pt>
                <c:pt idx="2732">
                  <c:v>43481</c:v>
                </c:pt>
                <c:pt idx="2733">
                  <c:v>43480</c:v>
                </c:pt>
                <c:pt idx="2734">
                  <c:v>43479</c:v>
                </c:pt>
                <c:pt idx="2735">
                  <c:v>43478</c:v>
                </c:pt>
                <c:pt idx="2736">
                  <c:v>43477</c:v>
                </c:pt>
                <c:pt idx="2737">
                  <c:v>43476</c:v>
                </c:pt>
                <c:pt idx="2738">
                  <c:v>43475</c:v>
                </c:pt>
                <c:pt idx="2739">
                  <c:v>43474</c:v>
                </c:pt>
                <c:pt idx="2740">
                  <c:v>43473</c:v>
                </c:pt>
                <c:pt idx="2741">
                  <c:v>43472</c:v>
                </c:pt>
                <c:pt idx="2742">
                  <c:v>43471</c:v>
                </c:pt>
                <c:pt idx="2743">
                  <c:v>43470</c:v>
                </c:pt>
                <c:pt idx="2744">
                  <c:v>43469</c:v>
                </c:pt>
                <c:pt idx="2745">
                  <c:v>43468</c:v>
                </c:pt>
                <c:pt idx="2746">
                  <c:v>43467</c:v>
                </c:pt>
                <c:pt idx="2747">
                  <c:v>43466</c:v>
                </c:pt>
                <c:pt idx="2748">
                  <c:v>43465</c:v>
                </c:pt>
                <c:pt idx="2749">
                  <c:v>43464</c:v>
                </c:pt>
                <c:pt idx="2750">
                  <c:v>43463</c:v>
                </c:pt>
                <c:pt idx="2751">
                  <c:v>43462</c:v>
                </c:pt>
                <c:pt idx="2752">
                  <c:v>43461</c:v>
                </c:pt>
                <c:pt idx="2753">
                  <c:v>43460</c:v>
                </c:pt>
                <c:pt idx="2754">
                  <c:v>43459</c:v>
                </c:pt>
                <c:pt idx="2755">
                  <c:v>43458</c:v>
                </c:pt>
                <c:pt idx="2756">
                  <c:v>43457</c:v>
                </c:pt>
                <c:pt idx="2757">
                  <c:v>43456</c:v>
                </c:pt>
                <c:pt idx="2758">
                  <c:v>43455</c:v>
                </c:pt>
                <c:pt idx="2759">
                  <c:v>43454</c:v>
                </c:pt>
                <c:pt idx="2760">
                  <c:v>43453</c:v>
                </c:pt>
                <c:pt idx="2761">
                  <c:v>43452</c:v>
                </c:pt>
                <c:pt idx="2762">
                  <c:v>43451</c:v>
                </c:pt>
                <c:pt idx="2763">
                  <c:v>43450</c:v>
                </c:pt>
                <c:pt idx="2764">
                  <c:v>43449</c:v>
                </c:pt>
                <c:pt idx="2765">
                  <c:v>43448</c:v>
                </c:pt>
                <c:pt idx="2766">
                  <c:v>43447</c:v>
                </c:pt>
                <c:pt idx="2767">
                  <c:v>43446</c:v>
                </c:pt>
                <c:pt idx="2768">
                  <c:v>43445</c:v>
                </c:pt>
                <c:pt idx="2769">
                  <c:v>43444</c:v>
                </c:pt>
                <c:pt idx="2770">
                  <c:v>43443</c:v>
                </c:pt>
                <c:pt idx="2771">
                  <c:v>43442</c:v>
                </c:pt>
                <c:pt idx="2772">
                  <c:v>43441</c:v>
                </c:pt>
                <c:pt idx="2773">
                  <c:v>43440</c:v>
                </c:pt>
                <c:pt idx="2774">
                  <c:v>43439</c:v>
                </c:pt>
                <c:pt idx="2775">
                  <c:v>43438</c:v>
                </c:pt>
                <c:pt idx="2776">
                  <c:v>43437</c:v>
                </c:pt>
                <c:pt idx="2777">
                  <c:v>43436</c:v>
                </c:pt>
                <c:pt idx="2778">
                  <c:v>43435</c:v>
                </c:pt>
                <c:pt idx="2779">
                  <c:v>43434</c:v>
                </c:pt>
                <c:pt idx="2780">
                  <c:v>43433</c:v>
                </c:pt>
                <c:pt idx="2781">
                  <c:v>43432</c:v>
                </c:pt>
                <c:pt idx="2782">
                  <c:v>43431</c:v>
                </c:pt>
                <c:pt idx="2783">
                  <c:v>43430</c:v>
                </c:pt>
                <c:pt idx="2784">
                  <c:v>43429</c:v>
                </c:pt>
                <c:pt idx="2785">
                  <c:v>43428</c:v>
                </c:pt>
                <c:pt idx="2786">
                  <c:v>43427</c:v>
                </c:pt>
                <c:pt idx="2787">
                  <c:v>43426</c:v>
                </c:pt>
                <c:pt idx="2788">
                  <c:v>43425</c:v>
                </c:pt>
                <c:pt idx="2789">
                  <c:v>43424</c:v>
                </c:pt>
                <c:pt idx="2790">
                  <c:v>43423</c:v>
                </c:pt>
                <c:pt idx="2791">
                  <c:v>43422</c:v>
                </c:pt>
                <c:pt idx="2792">
                  <c:v>43421</c:v>
                </c:pt>
                <c:pt idx="2793">
                  <c:v>43420</c:v>
                </c:pt>
                <c:pt idx="2794">
                  <c:v>43419</c:v>
                </c:pt>
                <c:pt idx="2795">
                  <c:v>43418</c:v>
                </c:pt>
                <c:pt idx="2796">
                  <c:v>43417</c:v>
                </c:pt>
                <c:pt idx="2797">
                  <c:v>43416</c:v>
                </c:pt>
                <c:pt idx="2798">
                  <c:v>43415</c:v>
                </c:pt>
                <c:pt idx="2799">
                  <c:v>43414</c:v>
                </c:pt>
                <c:pt idx="2800">
                  <c:v>43413</c:v>
                </c:pt>
                <c:pt idx="2801">
                  <c:v>43412</c:v>
                </c:pt>
                <c:pt idx="2802">
                  <c:v>43411</c:v>
                </c:pt>
                <c:pt idx="2803">
                  <c:v>43410</c:v>
                </c:pt>
                <c:pt idx="2804">
                  <c:v>43409</c:v>
                </c:pt>
                <c:pt idx="2805">
                  <c:v>43408</c:v>
                </c:pt>
                <c:pt idx="2806">
                  <c:v>43407</c:v>
                </c:pt>
                <c:pt idx="2807">
                  <c:v>43406</c:v>
                </c:pt>
                <c:pt idx="2808">
                  <c:v>43405</c:v>
                </c:pt>
                <c:pt idx="2809">
                  <c:v>43404</c:v>
                </c:pt>
                <c:pt idx="2810">
                  <c:v>43403</c:v>
                </c:pt>
                <c:pt idx="2811">
                  <c:v>43402</c:v>
                </c:pt>
                <c:pt idx="2812">
                  <c:v>43401</c:v>
                </c:pt>
                <c:pt idx="2813">
                  <c:v>43400</c:v>
                </c:pt>
                <c:pt idx="2814">
                  <c:v>43399</c:v>
                </c:pt>
                <c:pt idx="2815">
                  <c:v>43398</c:v>
                </c:pt>
                <c:pt idx="2816">
                  <c:v>43397</c:v>
                </c:pt>
                <c:pt idx="2817">
                  <c:v>43396</c:v>
                </c:pt>
                <c:pt idx="2818">
                  <c:v>43395</c:v>
                </c:pt>
                <c:pt idx="2819">
                  <c:v>43394</c:v>
                </c:pt>
                <c:pt idx="2820">
                  <c:v>43393</c:v>
                </c:pt>
                <c:pt idx="2821">
                  <c:v>43392</c:v>
                </c:pt>
                <c:pt idx="2822">
                  <c:v>43391</c:v>
                </c:pt>
                <c:pt idx="2823">
                  <c:v>43390</c:v>
                </c:pt>
                <c:pt idx="2824">
                  <c:v>43389</c:v>
                </c:pt>
                <c:pt idx="2825">
                  <c:v>43388</c:v>
                </c:pt>
                <c:pt idx="2826">
                  <c:v>43387</c:v>
                </c:pt>
                <c:pt idx="2827">
                  <c:v>43386</c:v>
                </c:pt>
                <c:pt idx="2828">
                  <c:v>43385</c:v>
                </c:pt>
                <c:pt idx="2829">
                  <c:v>43384</c:v>
                </c:pt>
                <c:pt idx="2830">
                  <c:v>43383</c:v>
                </c:pt>
                <c:pt idx="2831">
                  <c:v>43382</c:v>
                </c:pt>
                <c:pt idx="2832">
                  <c:v>43381</c:v>
                </c:pt>
                <c:pt idx="2833">
                  <c:v>43380</c:v>
                </c:pt>
                <c:pt idx="2834">
                  <c:v>43379</c:v>
                </c:pt>
                <c:pt idx="2835">
                  <c:v>43378</c:v>
                </c:pt>
                <c:pt idx="2836">
                  <c:v>43377</c:v>
                </c:pt>
                <c:pt idx="2837">
                  <c:v>43376</c:v>
                </c:pt>
                <c:pt idx="2838">
                  <c:v>43375</c:v>
                </c:pt>
                <c:pt idx="2839">
                  <c:v>43374</c:v>
                </c:pt>
                <c:pt idx="2840">
                  <c:v>43373</c:v>
                </c:pt>
                <c:pt idx="2841">
                  <c:v>43372</c:v>
                </c:pt>
                <c:pt idx="2842">
                  <c:v>43371</c:v>
                </c:pt>
                <c:pt idx="2843">
                  <c:v>43370</c:v>
                </c:pt>
                <c:pt idx="2844">
                  <c:v>43369</c:v>
                </c:pt>
                <c:pt idx="2845">
                  <c:v>43368</c:v>
                </c:pt>
                <c:pt idx="2846">
                  <c:v>43367</c:v>
                </c:pt>
                <c:pt idx="2847">
                  <c:v>43366</c:v>
                </c:pt>
                <c:pt idx="2848">
                  <c:v>43365</c:v>
                </c:pt>
                <c:pt idx="2849">
                  <c:v>43364</c:v>
                </c:pt>
                <c:pt idx="2850">
                  <c:v>43363</c:v>
                </c:pt>
                <c:pt idx="2851">
                  <c:v>43362</c:v>
                </c:pt>
                <c:pt idx="2852">
                  <c:v>43361</c:v>
                </c:pt>
                <c:pt idx="2853">
                  <c:v>43360</c:v>
                </c:pt>
                <c:pt idx="2854">
                  <c:v>43359</c:v>
                </c:pt>
                <c:pt idx="2855">
                  <c:v>43358</c:v>
                </c:pt>
                <c:pt idx="2856">
                  <c:v>43357</c:v>
                </c:pt>
                <c:pt idx="2857">
                  <c:v>43356</c:v>
                </c:pt>
                <c:pt idx="2858">
                  <c:v>43355</c:v>
                </c:pt>
                <c:pt idx="2859">
                  <c:v>43354</c:v>
                </c:pt>
                <c:pt idx="2860">
                  <c:v>43353</c:v>
                </c:pt>
                <c:pt idx="2861">
                  <c:v>43352</c:v>
                </c:pt>
                <c:pt idx="2862">
                  <c:v>43351</c:v>
                </c:pt>
                <c:pt idx="2863">
                  <c:v>43350</c:v>
                </c:pt>
                <c:pt idx="2864">
                  <c:v>43349</c:v>
                </c:pt>
                <c:pt idx="2865">
                  <c:v>43348</c:v>
                </c:pt>
                <c:pt idx="2866">
                  <c:v>43347</c:v>
                </c:pt>
                <c:pt idx="2867">
                  <c:v>43346</c:v>
                </c:pt>
                <c:pt idx="2868">
                  <c:v>43345</c:v>
                </c:pt>
                <c:pt idx="2869">
                  <c:v>43344</c:v>
                </c:pt>
                <c:pt idx="2870">
                  <c:v>43343</c:v>
                </c:pt>
                <c:pt idx="2871">
                  <c:v>43342</c:v>
                </c:pt>
                <c:pt idx="2872">
                  <c:v>43341</c:v>
                </c:pt>
                <c:pt idx="2873">
                  <c:v>43340</c:v>
                </c:pt>
                <c:pt idx="2874">
                  <c:v>43339</c:v>
                </c:pt>
                <c:pt idx="2875">
                  <c:v>43338</c:v>
                </c:pt>
                <c:pt idx="2876">
                  <c:v>43337</c:v>
                </c:pt>
                <c:pt idx="2877">
                  <c:v>43336</c:v>
                </c:pt>
                <c:pt idx="2878">
                  <c:v>43335</c:v>
                </c:pt>
                <c:pt idx="2879">
                  <c:v>43334</c:v>
                </c:pt>
                <c:pt idx="2880">
                  <c:v>43333</c:v>
                </c:pt>
                <c:pt idx="2881">
                  <c:v>43332</c:v>
                </c:pt>
                <c:pt idx="2882">
                  <c:v>43331</c:v>
                </c:pt>
                <c:pt idx="2883">
                  <c:v>43330</c:v>
                </c:pt>
                <c:pt idx="2884">
                  <c:v>43329</c:v>
                </c:pt>
                <c:pt idx="2885">
                  <c:v>43328</c:v>
                </c:pt>
                <c:pt idx="2886">
                  <c:v>43327</c:v>
                </c:pt>
                <c:pt idx="2887">
                  <c:v>43326</c:v>
                </c:pt>
                <c:pt idx="2888">
                  <c:v>43325</c:v>
                </c:pt>
                <c:pt idx="2889">
                  <c:v>43324</c:v>
                </c:pt>
                <c:pt idx="2890">
                  <c:v>43323</c:v>
                </c:pt>
                <c:pt idx="2891">
                  <c:v>43322</c:v>
                </c:pt>
                <c:pt idx="2892">
                  <c:v>43321</c:v>
                </c:pt>
                <c:pt idx="2893">
                  <c:v>43320</c:v>
                </c:pt>
                <c:pt idx="2894">
                  <c:v>43319</c:v>
                </c:pt>
                <c:pt idx="2895">
                  <c:v>43318</c:v>
                </c:pt>
                <c:pt idx="2896">
                  <c:v>43317</c:v>
                </c:pt>
                <c:pt idx="2897">
                  <c:v>43316</c:v>
                </c:pt>
                <c:pt idx="2898">
                  <c:v>43315</c:v>
                </c:pt>
                <c:pt idx="2899">
                  <c:v>43314</c:v>
                </c:pt>
                <c:pt idx="2900">
                  <c:v>43313</c:v>
                </c:pt>
                <c:pt idx="2901">
                  <c:v>43312</c:v>
                </c:pt>
                <c:pt idx="2902">
                  <c:v>43311</c:v>
                </c:pt>
                <c:pt idx="2903">
                  <c:v>43310</c:v>
                </c:pt>
                <c:pt idx="2904">
                  <c:v>43309</c:v>
                </c:pt>
                <c:pt idx="2905">
                  <c:v>43308</c:v>
                </c:pt>
                <c:pt idx="2906">
                  <c:v>43307</c:v>
                </c:pt>
                <c:pt idx="2907">
                  <c:v>43306</c:v>
                </c:pt>
                <c:pt idx="2908">
                  <c:v>43305</c:v>
                </c:pt>
                <c:pt idx="2909">
                  <c:v>43304</c:v>
                </c:pt>
                <c:pt idx="2910">
                  <c:v>43303</c:v>
                </c:pt>
                <c:pt idx="2911">
                  <c:v>43302</c:v>
                </c:pt>
                <c:pt idx="2912">
                  <c:v>43301</c:v>
                </c:pt>
                <c:pt idx="2913">
                  <c:v>43300</c:v>
                </c:pt>
                <c:pt idx="2914">
                  <c:v>43299</c:v>
                </c:pt>
                <c:pt idx="2915">
                  <c:v>43298</c:v>
                </c:pt>
                <c:pt idx="2916">
                  <c:v>43297</c:v>
                </c:pt>
                <c:pt idx="2917">
                  <c:v>43296</c:v>
                </c:pt>
                <c:pt idx="2918">
                  <c:v>43295</c:v>
                </c:pt>
                <c:pt idx="2919">
                  <c:v>43294</c:v>
                </c:pt>
                <c:pt idx="2920">
                  <c:v>43293</c:v>
                </c:pt>
                <c:pt idx="2921">
                  <c:v>43292</c:v>
                </c:pt>
                <c:pt idx="2922">
                  <c:v>43291</c:v>
                </c:pt>
                <c:pt idx="2923">
                  <c:v>43290</c:v>
                </c:pt>
                <c:pt idx="2924">
                  <c:v>43289</c:v>
                </c:pt>
                <c:pt idx="2925">
                  <c:v>43288</c:v>
                </c:pt>
                <c:pt idx="2926">
                  <c:v>43287</c:v>
                </c:pt>
                <c:pt idx="2927">
                  <c:v>43286</c:v>
                </c:pt>
                <c:pt idx="2928">
                  <c:v>43285</c:v>
                </c:pt>
                <c:pt idx="2929">
                  <c:v>43284</c:v>
                </c:pt>
                <c:pt idx="2930">
                  <c:v>43283</c:v>
                </c:pt>
                <c:pt idx="2931">
                  <c:v>43282</c:v>
                </c:pt>
                <c:pt idx="2932">
                  <c:v>43281</c:v>
                </c:pt>
                <c:pt idx="2933">
                  <c:v>43280</c:v>
                </c:pt>
                <c:pt idx="2934">
                  <c:v>43279</c:v>
                </c:pt>
                <c:pt idx="2935">
                  <c:v>43278</c:v>
                </c:pt>
                <c:pt idx="2936">
                  <c:v>43277</c:v>
                </c:pt>
                <c:pt idx="2937">
                  <c:v>43276</c:v>
                </c:pt>
                <c:pt idx="2938">
                  <c:v>43275</c:v>
                </c:pt>
                <c:pt idx="2939">
                  <c:v>43274</c:v>
                </c:pt>
                <c:pt idx="2940">
                  <c:v>43273</c:v>
                </c:pt>
                <c:pt idx="2941">
                  <c:v>43272</c:v>
                </c:pt>
                <c:pt idx="2942">
                  <c:v>43271</c:v>
                </c:pt>
                <c:pt idx="2943">
                  <c:v>43270</c:v>
                </c:pt>
                <c:pt idx="2944">
                  <c:v>43269</c:v>
                </c:pt>
                <c:pt idx="2945">
                  <c:v>43268</c:v>
                </c:pt>
                <c:pt idx="2946">
                  <c:v>43267</c:v>
                </c:pt>
                <c:pt idx="2947">
                  <c:v>43266</c:v>
                </c:pt>
                <c:pt idx="2948">
                  <c:v>43265</c:v>
                </c:pt>
                <c:pt idx="2949">
                  <c:v>43264</c:v>
                </c:pt>
                <c:pt idx="2950">
                  <c:v>43263</c:v>
                </c:pt>
                <c:pt idx="2951">
                  <c:v>43262</c:v>
                </c:pt>
                <c:pt idx="2952">
                  <c:v>43261</c:v>
                </c:pt>
                <c:pt idx="2953">
                  <c:v>43260</c:v>
                </c:pt>
                <c:pt idx="2954">
                  <c:v>43259</c:v>
                </c:pt>
                <c:pt idx="2955">
                  <c:v>43258</c:v>
                </c:pt>
                <c:pt idx="2956">
                  <c:v>43257</c:v>
                </c:pt>
                <c:pt idx="2957">
                  <c:v>43256</c:v>
                </c:pt>
                <c:pt idx="2958">
                  <c:v>43255</c:v>
                </c:pt>
                <c:pt idx="2959">
                  <c:v>43254</c:v>
                </c:pt>
                <c:pt idx="2960">
                  <c:v>43253</c:v>
                </c:pt>
                <c:pt idx="2961">
                  <c:v>43252</c:v>
                </c:pt>
                <c:pt idx="2962">
                  <c:v>43251</c:v>
                </c:pt>
                <c:pt idx="2963">
                  <c:v>43250</c:v>
                </c:pt>
                <c:pt idx="2964">
                  <c:v>43249</c:v>
                </c:pt>
                <c:pt idx="2965">
                  <c:v>43248</c:v>
                </c:pt>
                <c:pt idx="2966">
                  <c:v>43247</c:v>
                </c:pt>
                <c:pt idx="2967">
                  <c:v>43246</c:v>
                </c:pt>
                <c:pt idx="2968">
                  <c:v>43245</c:v>
                </c:pt>
                <c:pt idx="2969">
                  <c:v>43244</c:v>
                </c:pt>
                <c:pt idx="2970">
                  <c:v>43243</c:v>
                </c:pt>
                <c:pt idx="2971">
                  <c:v>43242</c:v>
                </c:pt>
                <c:pt idx="2972">
                  <c:v>43241</c:v>
                </c:pt>
                <c:pt idx="2973">
                  <c:v>43240</c:v>
                </c:pt>
                <c:pt idx="2974">
                  <c:v>43239</c:v>
                </c:pt>
                <c:pt idx="2975">
                  <c:v>43238</c:v>
                </c:pt>
                <c:pt idx="2976">
                  <c:v>43237</c:v>
                </c:pt>
                <c:pt idx="2977">
                  <c:v>43236</c:v>
                </c:pt>
                <c:pt idx="2978">
                  <c:v>43235</c:v>
                </c:pt>
                <c:pt idx="2979">
                  <c:v>43234</c:v>
                </c:pt>
                <c:pt idx="2980">
                  <c:v>43233</c:v>
                </c:pt>
                <c:pt idx="2981">
                  <c:v>43232</c:v>
                </c:pt>
                <c:pt idx="2982">
                  <c:v>43231</c:v>
                </c:pt>
                <c:pt idx="2983">
                  <c:v>43230</c:v>
                </c:pt>
                <c:pt idx="2984">
                  <c:v>43229</c:v>
                </c:pt>
                <c:pt idx="2985">
                  <c:v>43228</c:v>
                </c:pt>
                <c:pt idx="2986">
                  <c:v>43227</c:v>
                </c:pt>
                <c:pt idx="2987">
                  <c:v>43226</c:v>
                </c:pt>
                <c:pt idx="2988">
                  <c:v>43225</c:v>
                </c:pt>
                <c:pt idx="2989">
                  <c:v>43224</c:v>
                </c:pt>
                <c:pt idx="2990">
                  <c:v>43223</c:v>
                </c:pt>
                <c:pt idx="2991">
                  <c:v>43222</c:v>
                </c:pt>
                <c:pt idx="2992">
                  <c:v>43221</c:v>
                </c:pt>
                <c:pt idx="2993">
                  <c:v>43220</c:v>
                </c:pt>
                <c:pt idx="2994">
                  <c:v>43219</c:v>
                </c:pt>
                <c:pt idx="2995">
                  <c:v>43218</c:v>
                </c:pt>
                <c:pt idx="2996">
                  <c:v>43217</c:v>
                </c:pt>
                <c:pt idx="2997">
                  <c:v>43216</c:v>
                </c:pt>
                <c:pt idx="2998">
                  <c:v>43215</c:v>
                </c:pt>
                <c:pt idx="2999">
                  <c:v>43214</c:v>
                </c:pt>
                <c:pt idx="3000">
                  <c:v>43213</c:v>
                </c:pt>
                <c:pt idx="3001">
                  <c:v>43212</c:v>
                </c:pt>
                <c:pt idx="3002">
                  <c:v>43211</c:v>
                </c:pt>
                <c:pt idx="3003">
                  <c:v>43210</c:v>
                </c:pt>
                <c:pt idx="3004">
                  <c:v>43209</c:v>
                </c:pt>
                <c:pt idx="3005">
                  <c:v>43208</c:v>
                </c:pt>
                <c:pt idx="3006">
                  <c:v>43207</c:v>
                </c:pt>
                <c:pt idx="3007">
                  <c:v>43206</c:v>
                </c:pt>
                <c:pt idx="3008">
                  <c:v>43205</c:v>
                </c:pt>
                <c:pt idx="3009">
                  <c:v>43204</c:v>
                </c:pt>
                <c:pt idx="3010">
                  <c:v>43203</c:v>
                </c:pt>
                <c:pt idx="3011">
                  <c:v>43202</c:v>
                </c:pt>
                <c:pt idx="3012">
                  <c:v>43201</c:v>
                </c:pt>
                <c:pt idx="3013">
                  <c:v>43200</c:v>
                </c:pt>
                <c:pt idx="3014">
                  <c:v>43199</c:v>
                </c:pt>
                <c:pt idx="3015">
                  <c:v>43198</c:v>
                </c:pt>
                <c:pt idx="3016">
                  <c:v>43197</c:v>
                </c:pt>
                <c:pt idx="3017">
                  <c:v>43196</c:v>
                </c:pt>
                <c:pt idx="3018">
                  <c:v>43195</c:v>
                </c:pt>
                <c:pt idx="3019">
                  <c:v>43194</c:v>
                </c:pt>
                <c:pt idx="3020">
                  <c:v>43193</c:v>
                </c:pt>
                <c:pt idx="3021">
                  <c:v>43192</c:v>
                </c:pt>
                <c:pt idx="3022">
                  <c:v>43191</c:v>
                </c:pt>
                <c:pt idx="3023">
                  <c:v>43190</c:v>
                </c:pt>
                <c:pt idx="3024">
                  <c:v>43189</c:v>
                </c:pt>
                <c:pt idx="3025">
                  <c:v>43188</c:v>
                </c:pt>
                <c:pt idx="3026">
                  <c:v>43187</c:v>
                </c:pt>
                <c:pt idx="3027">
                  <c:v>43186</c:v>
                </c:pt>
                <c:pt idx="3028">
                  <c:v>43185</c:v>
                </c:pt>
                <c:pt idx="3029">
                  <c:v>43184</c:v>
                </c:pt>
                <c:pt idx="3030">
                  <c:v>43183</c:v>
                </c:pt>
                <c:pt idx="3031">
                  <c:v>43182</c:v>
                </c:pt>
                <c:pt idx="3032">
                  <c:v>43181</c:v>
                </c:pt>
                <c:pt idx="3033">
                  <c:v>43180</c:v>
                </c:pt>
                <c:pt idx="3034">
                  <c:v>43179</c:v>
                </c:pt>
                <c:pt idx="3035">
                  <c:v>43178</c:v>
                </c:pt>
                <c:pt idx="3036">
                  <c:v>43177</c:v>
                </c:pt>
                <c:pt idx="3037">
                  <c:v>43176</c:v>
                </c:pt>
                <c:pt idx="3038">
                  <c:v>43175</c:v>
                </c:pt>
                <c:pt idx="3039">
                  <c:v>43174</c:v>
                </c:pt>
                <c:pt idx="3040">
                  <c:v>43173</c:v>
                </c:pt>
                <c:pt idx="3041">
                  <c:v>43172</c:v>
                </c:pt>
                <c:pt idx="3042">
                  <c:v>43171</c:v>
                </c:pt>
                <c:pt idx="3043">
                  <c:v>43170</c:v>
                </c:pt>
                <c:pt idx="3044">
                  <c:v>43169</c:v>
                </c:pt>
                <c:pt idx="3045">
                  <c:v>43168</c:v>
                </c:pt>
                <c:pt idx="3046">
                  <c:v>43167</c:v>
                </c:pt>
                <c:pt idx="3047">
                  <c:v>43166</c:v>
                </c:pt>
                <c:pt idx="3048">
                  <c:v>43165</c:v>
                </c:pt>
                <c:pt idx="3049">
                  <c:v>43164</c:v>
                </c:pt>
                <c:pt idx="3050">
                  <c:v>43163</c:v>
                </c:pt>
                <c:pt idx="3051">
                  <c:v>43162</c:v>
                </c:pt>
                <c:pt idx="3052">
                  <c:v>43161</c:v>
                </c:pt>
                <c:pt idx="3053">
                  <c:v>43160</c:v>
                </c:pt>
                <c:pt idx="3054">
                  <c:v>43159</c:v>
                </c:pt>
                <c:pt idx="3055">
                  <c:v>43158</c:v>
                </c:pt>
                <c:pt idx="3056">
                  <c:v>43157</c:v>
                </c:pt>
                <c:pt idx="3057">
                  <c:v>43156</c:v>
                </c:pt>
                <c:pt idx="3058">
                  <c:v>43155</c:v>
                </c:pt>
                <c:pt idx="3059">
                  <c:v>43154</c:v>
                </c:pt>
                <c:pt idx="3060">
                  <c:v>43153</c:v>
                </c:pt>
                <c:pt idx="3061">
                  <c:v>43152</c:v>
                </c:pt>
                <c:pt idx="3062">
                  <c:v>43151</c:v>
                </c:pt>
                <c:pt idx="3063">
                  <c:v>43150</c:v>
                </c:pt>
                <c:pt idx="3064">
                  <c:v>43149</c:v>
                </c:pt>
                <c:pt idx="3065">
                  <c:v>43148</c:v>
                </c:pt>
                <c:pt idx="3066">
                  <c:v>43147</c:v>
                </c:pt>
                <c:pt idx="3067">
                  <c:v>43146</c:v>
                </c:pt>
                <c:pt idx="3068">
                  <c:v>43145</c:v>
                </c:pt>
                <c:pt idx="3069">
                  <c:v>43144</c:v>
                </c:pt>
                <c:pt idx="3070">
                  <c:v>43143</c:v>
                </c:pt>
                <c:pt idx="3071">
                  <c:v>43142</c:v>
                </c:pt>
                <c:pt idx="3072">
                  <c:v>43141</c:v>
                </c:pt>
                <c:pt idx="3073">
                  <c:v>43140</c:v>
                </c:pt>
                <c:pt idx="3074">
                  <c:v>43139</c:v>
                </c:pt>
                <c:pt idx="3075">
                  <c:v>43138</c:v>
                </c:pt>
                <c:pt idx="3076">
                  <c:v>43137</c:v>
                </c:pt>
                <c:pt idx="3077">
                  <c:v>43136</c:v>
                </c:pt>
                <c:pt idx="3078">
                  <c:v>43135</c:v>
                </c:pt>
                <c:pt idx="3079">
                  <c:v>43134</c:v>
                </c:pt>
                <c:pt idx="3080">
                  <c:v>43133</c:v>
                </c:pt>
                <c:pt idx="3081">
                  <c:v>43132</c:v>
                </c:pt>
                <c:pt idx="3082">
                  <c:v>43131</c:v>
                </c:pt>
                <c:pt idx="3083">
                  <c:v>43130</c:v>
                </c:pt>
                <c:pt idx="3084">
                  <c:v>43129</c:v>
                </c:pt>
                <c:pt idx="3085">
                  <c:v>43128</c:v>
                </c:pt>
                <c:pt idx="3086">
                  <c:v>43127</c:v>
                </c:pt>
                <c:pt idx="3087">
                  <c:v>43126</c:v>
                </c:pt>
                <c:pt idx="3088">
                  <c:v>43125</c:v>
                </c:pt>
                <c:pt idx="3089">
                  <c:v>43124</c:v>
                </c:pt>
                <c:pt idx="3090">
                  <c:v>43123</c:v>
                </c:pt>
                <c:pt idx="3091">
                  <c:v>43122</c:v>
                </c:pt>
                <c:pt idx="3092">
                  <c:v>43121</c:v>
                </c:pt>
                <c:pt idx="3093">
                  <c:v>43120</c:v>
                </c:pt>
                <c:pt idx="3094">
                  <c:v>43119</c:v>
                </c:pt>
                <c:pt idx="3095">
                  <c:v>43118</c:v>
                </c:pt>
                <c:pt idx="3096">
                  <c:v>43117</c:v>
                </c:pt>
                <c:pt idx="3097">
                  <c:v>43116</c:v>
                </c:pt>
                <c:pt idx="3098">
                  <c:v>43115</c:v>
                </c:pt>
                <c:pt idx="3099">
                  <c:v>43114</c:v>
                </c:pt>
                <c:pt idx="3100">
                  <c:v>43113</c:v>
                </c:pt>
                <c:pt idx="3101">
                  <c:v>43112</c:v>
                </c:pt>
                <c:pt idx="3102">
                  <c:v>43111</c:v>
                </c:pt>
                <c:pt idx="3103">
                  <c:v>43110</c:v>
                </c:pt>
                <c:pt idx="3104">
                  <c:v>43109</c:v>
                </c:pt>
                <c:pt idx="3105">
                  <c:v>43108</c:v>
                </c:pt>
                <c:pt idx="3106">
                  <c:v>43107</c:v>
                </c:pt>
                <c:pt idx="3107">
                  <c:v>43106</c:v>
                </c:pt>
                <c:pt idx="3108">
                  <c:v>43105</c:v>
                </c:pt>
                <c:pt idx="3109">
                  <c:v>43104</c:v>
                </c:pt>
                <c:pt idx="3110">
                  <c:v>43103</c:v>
                </c:pt>
                <c:pt idx="3111">
                  <c:v>43102</c:v>
                </c:pt>
                <c:pt idx="3112">
                  <c:v>43101</c:v>
                </c:pt>
                <c:pt idx="3113">
                  <c:v>43100</c:v>
                </c:pt>
                <c:pt idx="3114">
                  <c:v>43099</c:v>
                </c:pt>
                <c:pt idx="3115">
                  <c:v>43098</c:v>
                </c:pt>
                <c:pt idx="3116">
                  <c:v>43097</c:v>
                </c:pt>
                <c:pt idx="3117">
                  <c:v>43096</c:v>
                </c:pt>
                <c:pt idx="3118">
                  <c:v>43095</c:v>
                </c:pt>
                <c:pt idx="3119">
                  <c:v>43094</c:v>
                </c:pt>
                <c:pt idx="3120">
                  <c:v>43093</c:v>
                </c:pt>
                <c:pt idx="3121">
                  <c:v>43092</c:v>
                </c:pt>
                <c:pt idx="3122">
                  <c:v>43091</c:v>
                </c:pt>
                <c:pt idx="3123">
                  <c:v>43090</c:v>
                </c:pt>
                <c:pt idx="3124">
                  <c:v>43089</c:v>
                </c:pt>
                <c:pt idx="3125">
                  <c:v>43088</c:v>
                </c:pt>
                <c:pt idx="3126">
                  <c:v>43087</c:v>
                </c:pt>
                <c:pt idx="3127">
                  <c:v>43086</c:v>
                </c:pt>
                <c:pt idx="3128">
                  <c:v>43085</c:v>
                </c:pt>
                <c:pt idx="3129">
                  <c:v>43084</c:v>
                </c:pt>
                <c:pt idx="3130">
                  <c:v>43083</c:v>
                </c:pt>
                <c:pt idx="3131">
                  <c:v>43082</c:v>
                </c:pt>
                <c:pt idx="3132">
                  <c:v>43081</c:v>
                </c:pt>
                <c:pt idx="3133">
                  <c:v>43080</c:v>
                </c:pt>
                <c:pt idx="3134">
                  <c:v>43079</c:v>
                </c:pt>
                <c:pt idx="3135">
                  <c:v>43078</c:v>
                </c:pt>
                <c:pt idx="3136">
                  <c:v>43077</c:v>
                </c:pt>
                <c:pt idx="3137">
                  <c:v>43076</c:v>
                </c:pt>
                <c:pt idx="3138">
                  <c:v>43075</c:v>
                </c:pt>
                <c:pt idx="3139">
                  <c:v>43074</c:v>
                </c:pt>
                <c:pt idx="3140">
                  <c:v>43073</c:v>
                </c:pt>
                <c:pt idx="3141">
                  <c:v>43072</c:v>
                </c:pt>
                <c:pt idx="3142">
                  <c:v>43071</c:v>
                </c:pt>
                <c:pt idx="3143">
                  <c:v>43070</c:v>
                </c:pt>
                <c:pt idx="3144">
                  <c:v>43069</c:v>
                </c:pt>
                <c:pt idx="3145">
                  <c:v>43068</c:v>
                </c:pt>
                <c:pt idx="3146">
                  <c:v>43067</c:v>
                </c:pt>
                <c:pt idx="3147">
                  <c:v>43066</c:v>
                </c:pt>
                <c:pt idx="3148">
                  <c:v>43065</c:v>
                </c:pt>
                <c:pt idx="3149">
                  <c:v>43064</c:v>
                </c:pt>
                <c:pt idx="3150">
                  <c:v>43063</c:v>
                </c:pt>
                <c:pt idx="3151">
                  <c:v>43062</c:v>
                </c:pt>
                <c:pt idx="3152">
                  <c:v>43061</c:v>
                </c:pt>
                <c:pt idx="3153">
                  <c:v>43060</c:v>
                </c:pt>
                <c:pt idx="3154">
                  <c:v>43059</c:v>
                </c:pt>
                <c:pt idx="3155">
                  <c:v>43058</c:v>
                </c:pt>
                <c:pt idx="3156">
                  <c:v>43057</c:v>
                </c:pt>
                <c:pt idx="3157">
                  <c:v>43056</c:v>
                </c:pt>
                <c:pt idx="3158">
                  <c:v>43055</c:v>
                </c:pt>
                <c:pt idx="3159">
                  <c:v>43054</c:v>
                </c:pt>
                <c:pt idx="3160">
                  <c:v>43053</c:v>
                </c:pt>
                <c:pt idx="3161">
                  <c:v>43052</c:v>
                </c:pt>
                <c:pt idx="3162">
                  <c:v>43051</c:v>
                </c:pt>
                <c:pt idx="3163">
                  <c:v>43050</c:v>
                </c:pt>
                <c:pt idx="3164">
                  <c:v>43049</c:v>
                </c:pt>
                <c:pt idx="3165">
                  <c:v>43048</c:v>
                </c:pt>
                <c:pt idx="3166">
                  <c:v>43047</c:v>
                </c:pt>
                <c:pt idx="3167">
                  <c:v>43046</c:v>
                </c:pt>
                <c:pt idx="3168">
                  <c:v>43045</c:v>
                </c:pt>
                <c:pt idx="3169">
                  <c:v>43044</c:v>
                </c:pt>
                <c:pt idx="3170">
                  <c:v>43043</c:v>
                </c:pt>
                <c:pt idx="3171">
                  <c:v>43042</c:v>
                </c:pt>
                <c:pt idx="3172">
                  <c:v>43041</c:v>
                </c:pt>
                <c:pt idx="3173">
                  <c:v>43040</c:v>
                </c:pt>
                <c:pt idx="3174">
                  <c:v>43039</c:v>
                </c:pt>
                <c:pt idx="3175">
                  <c:v>43038</c:v>
                </c:pt>
                <c:pt idx="3176">
                  <c:v>43037</c:v>
                </c:pt>
                <c:pt idx="3177">
                  <c:v>43036</c:v>
                </c:pt>
                <c:pt idx="3178">
                  <c:v>43035</c:v>
                </c:pt>
                <c:pt idx="3179">
                  <c:v>43034</c:v>
                </c:pt>
                <c:pt idx="3180">
                  <c:v>43033</c:v>
                </c:pt>
                <c:pt idx="3181">
                  <c:v>43032</c:v>
                </c:pt>
                <c:pt idx="3182">
                  <c:v>43031</c:v>
                </c:pt>
                <c:pt idx="3183">
                  <c:v>43030</c:v>
                </c:pt>
                <c:pt idx="3184">
                  <c:v>43029</c:v>
                </c:pt>
                <c:pt idx="3185">
                  <c:v>43028</c:v>
                </c:pt>
                <c:pt idx="3186">
                  <c:v>43027</c:v>
                </c:pt>
                <c:pt idx="3187">
                  <c:v>43026</c:v>
                </c:pt>
                <c:pt idx="3188">
                  <c:v>43025</c:v>
                </c:pt>
                <c:pt idx="3189">
                  <c:v>43024</c:v>
                </c:pt>
                <c:pt idx="3190">
                  <c:v>43023</c:v>
                </c:pt>
                <c:pt idx="3191">
                  <c:v>43022</c:v>
                </c:pt>
                <c:pt idx="3192">
                  <c:v>43021</c:v>
                </c:pt>
                <c:pt idx="3193">
                  <c:v>43020</c:v>
                </c:pt>
                <c:pt idx="3194">
                  <c:v>43019</c:v>
                </c:pt>
                <c:pt idx="3195">
                  <c:v>43018</c:v>
                </c:pt>
                <c:pt idx="3196">
                  <c:v>43017</c:v>
                </c:pt>
                <c:pt idx="3197">
                  <c:v>43016</c:v>
                </c:pt>
                <c:pt idx="3198">
                  <c:v>43015</c:v>
                </c:pt>
                <c:pt idx="3199">
                  <c:v>43014</c:v>
                </c:pt>
                <c:pt idx="3200">
                  <c:v>43013</c:v>
                </c:pt>
                <c:pt idx="3201">
                  <c:v>43012</c:v>
                </c:pt>
                <c:pt idx="3202">
                  <c:v>43011</c:v>
                </c:pt>
                <c:pt idx="3203">
                  <c:v>43010</c:v>
                </c:pt>
                <c:pt idx="3204">
                  <c:v>43009</c:v>
                </c:pt>
                <c:pt idx="3205">
                  <c:v>43008</c:v>
                </c:pt>
                <c:pt idx="3206">
                  <c:v>43007</c:v>
                </c:pt>
                <c:pt idx="3207">
                  <c:v>43006</c:v>
                </c:pt>
                <c:pt idx="3208">
                  <c:v>43005</c:v>
                </c:pt>
                <c:pt idx="3209">
                  <c:v>43004</c:v>
                </c:pt>
                <c:pt idx="3210">
                  <c:v>43003</c:v>
                </c:pt>
                <c:pt idx="3211">
                  <c:v>43002</c:v>
                </c:pt>
                <c:pt idx="3212">
                  <c:v>43001</c:v>
                </c:pt>
                <c:pt idx="3213">
                  <c:v>43000</c:v>
                </c:pt>
                <c:pt idx="3214">
                  <c:v>42999</c:v>
                </c:pt>
                <c:pt idx="3215">
                  <c:v>42998</c:v>
                </c:pt>
                <c:pt idx="3216">
                  <c:v>42997</c:v>
                </c:pt>
                <c:pt idx="3217">
                  <c:v>42996</c:v>
                </c:pt>
                <c:pt idx="3218">
                  <c:v>42995</c:v>
                </c:pt>
                <c:pt idx="3219">
                  <c:v>42994</c:v>
                </c:pt>
                <c:pt idx="3220">
                  <c:v>42993</c:v>
                </c:pt>
                <c:pt idx="3221">
                  <c:v>42992</c:v>
                </c:pt>
                <c:pt idx="3222">
                  <c:v>42991</c:v>
                </c:pt>
                <c:pt idx="3223">
                  <c:v>42990</c:v>
                </c:pt>
                <c:pt idx="3224">
                  <c:v>42989</c:v>
                </c:pt>
                <c:pt idx="3225">
                  <c:v>42988</c:v>
                </c:pt>
                <c:pt idx="3226">
                  <c:v>42987</c:v>
                </c:pt>
                <c:pt idx="3227">
                  <c:v>42986</c:v>
                </c:pt>
                <c:pt idx="3228">
                  <c:v>42985</c:v>
                </c:pt>
                <c:pt idx="3229">
                  <c:v>42984</c:v>
                </c:pt>
                <c:pt idx="3230">
                  <c:v>42983</c:v>
                </c:pt>
                <c:pt idx="3231">
                  <c:v>42982</c:v>
                </c:pt>
                <c:pt idx="3232">
                  <c:v>42981</c:v>
                </c:pt>
                <c:pt idx="3233">
                  <c:v>42980</c:v>
                </c:pt>
                <c:pt idx="3234">
                  <c:v>42979</c:v>
                </c:pt>
                <c:pt idx="3235">
                  <c:v>42978</c:v>
                </c:pt>
                <c:pt idx="3236">
                  <c:v>42977</c:v>
                </c:pt>
                <c:pt idx="3237">
                  <c:v>42976</c:v>
                </c:pt>
                <c:pt idx="3238">
                  <c:v>42975</c:v>
                </c:pt>
                <c:pt idx="3239">
                  <c:v>42974</c:v>
                </c:pt>
                <c:pt idx="3240">
                  <c:v>42973</c:v>
                </c:pt>
                <c:pt idx="3241">
                  <c:v>42972</c:v>
                </c:pt>
                <c:pt idx="3242">
                  <c:v>42971</c:v>
                </c:pt>
                <c:pt idx="3243">
                  <c:v>42970</c:v>
                </c:pt>
                <c:pt idx="3244">
                  <c:v>42969</c:v>
                </c:pt>
                <c:pt idx="3245">
                  <c:v>42968</c:v>
                </c:pt>
                <c:pt idx="3246">
                  <c:v>42967</c:v>
                </c:pt>
                <c:pt idx="3247">
                  <c:v>42966</c:v>
                </c:pt>
                <c:pt idx="3248">
                  <c:v>42965</c:v>
                </c:pt>
                <c:pt idx="3249">
                  <c:v>42964</c:v>
                </c:pt>
                <c:pt idx="3250">
                  <c:v>42963</c:v>
                </c:pt>
                <c:pt idx="3251">
                  <c:v>42962</c:v>
                </c:pt>
                <c:pt idx="3252">
                  <c:v>42961</c:v>
                </c:pt>
                <c:pt idx="3253">
                  <c:v>42960</c:v>
                </c:pt>
                <c:pt idx="3254">
                  <c:v>42959</c:v>
                </c:pt>
                <c:pt idx="3255">
                  <c:v>42958</c:v>
                </c:pt>
                <c:pt idx="3256">
                  <c:v>42957</c:v>
                </c:pt>
                <c:pt idx="3257">
                  <c:v>42956</c:v>
                </c:pt>
                <c:pt idx="3258">
                  <c:v>42955</c:v>
                </c:pt>
                <c:pt idx="3259">
                  <c:v>42954</c:v>
                </c:pt>
                <c:pt idx="3260">
                  <c:v>42953</c:v>
                </c:pt>
                <c:pt idx="3261">
                  <c:v>42952</c:v>
                </c:pt>
                <c:pt idx="3262">
                  <c:v>42951</c:v>
                </c:pt>
                <c:pt idx="3263">
                  <c:v>42950</c:v>
                </c:pt>
                <c:pt idx="3264">
                  <c:v>42949</c:v>
                </c:pt>
                <c:pt idx="3265">
                  <c:v>42948</c:v>
                </c:pt>
                <c:pt idx="3266">
                  <c:v>42947</c:v>
                </c:pt>
                <c:pt idx="3267">
                  <c:v>42946</c:v>
                </c:pt>
                <c:pt idx="3268">
                  <c:v>42945</c:v>
                </c:pt>
                <c:pt idx="3269">
                  <c:v>42944</c:v>
                </c:pt>
                <c:pt idx="3270">
                  <c:v>42943</c:v>
                </c:pt>
                <c:pt idx="3271">
                  <c:v>42942</c:v>
                </c:pt>
                <c:pt idx="3272">
                  <c:v>42941</c:v>
                </c:pt>
                <c:pt idx="3273">
                  <c:v>42940</c:v>
                </c:pt>
                <c:pt idx="3274">
                  <c:v>42939</c:v>
                </c:pt>
                <c:pt idx="3275">
                  <c:v>42938</c:v>
                </c:pt>
                <c:pt idx="3276">
                  <c:v>42937</c:v>
                </c:pt>
                <c:pt idx="3277">
                  <c:v>42936</c:v>
                </c:pt>
                <c:pt idx="3278">
                  <c:v>42935</c:v>
                </c:pt>
                <c:pt idx="3279">
                  <c:v>42934</c:v>
                </c:pt>
                <c:pt idx="3280">
                  <c:v>42933</c:v>
                </c:pt>
                <c:pt idx="3281">
                  <c:v>42932</c:v>
                </c:pt>
                <c:pt idx="3282">
                  <c:v>42931</c:v>
                </c:pt>
                <c:pt idx="3283">
                  <c:v>42930</c:v>
                </c:pt>
                <c:pt idx="3284">
                  <c:v>42929</c:v>
                </c:pt>
                <c:pt idx="3285">
                  <c:v>42928</c:v>
                </c:pt>
                <c:pt idx="3286">
                  <c:v>42927</c:v>
                </c:pt>
                <c:pt idx="3287">
                  <c:v>42926</c:v>
                </c:pt>
                <c:pt idx="3288">
                  <c:v>42925</c:v>
                </c:pt>
                <c:pt idx="3289">
                  <c:v>42924</c:v>
                </c:pt>
                <c:pt idx="3290">
                  <c:v>42923</c:v>
                </c:pt>
                <c:pt idx="3291">
                  <c:v>42922</c:v>
                </c:pt>
                <c:pt idx="3292">
                  <c:v>42921</c:v>
                </c:pt>
                <c:pt idx="3293">
                  <c:v>42920</c:v>
                </c:pt>
                <c:pt idx="3294">
                  <c:v>42919</c:v>
                </c:pt>
                <c:pt idx="3295">
                  <c:v>42918</c:v>
                </c:pt>
                <c:pt idx="3296">
                  <c:v>42917</c:v>
                </c:pt>
                <c:pt idx="3297">
                  <c:v>42916</c:v>
                </c:pt>
                <c:pt idx="3298">
                  <c:v>42915</c:v>
                </c:pt>
                <c:pt idx="3299">
                  <c:v>42914</c:v>
                </c:pt>
                <c:pt idx="3300">
                  <c:v>42913</c:v>
                </c:pt>
                <c:pt idx="3301">
                  <c:v>42912</c:v>
                </c:pt>
                <c:pt idx="3302">
                  <c:v>42911</c:v>
                </c:pt>
                <c:pt idx="3303">
                  <c:v>42910</c:v>
                </c:pt>
                <c:pt idx="3304">
                  <c:v>42909</c:v>
                </c:pt>
                <c:pt idx="3305">
                  <c:v>42908</c:v>
                </c:pt>
                <c:pt idx="3306">
                  <c:v>42907</c:v>
                </c:pt>
                <c:pt idx="3307">
                  <c:v>42906</c:v>
                </c:pt>
                <c:pt idx="3308">
                  <c:v>42905</c:v>
                </c:pt>
                <c:pt idx="3309">
                  <c:v>42904</c:v>
                </c:pt>
                <c:pt idx="3310">
                  <c:v>42903</c:v>
                </c:pt>
                <c:pt idx="3311">
                  <c:v>42902</c:v>
                </c:pt>
                <c:pt idx="3312">
                  <c:v>42901</c:v>
                </c:pt>
                <c:pt idx="3313">
                  <c:v>42900</c:v>
                </c:pt>
                <c:pt idx="3314">
                  <c:v>42899</c:v>
                </c:pt>
                <c:pt idx="3315">
                  <c:v>42898</c:v>
                </c:pt>
                <c:pt idx="3316">
                  <c:v>42897</c:v>
                </c:pt>
                <c:pt idx="3317">
                  <c:v>42896</c:v>
                </c:pt>
                <c:pt idx="3318">
                  <c:v>42895</c:v>
                </c:pt>
                <c:pt idx="3319">
                  <c:v>42894</c:v>
                </c:pt>
                <c:pt idx="3320">
                  <c:v>42893</c:v>
                </c:pt>
                <c:pt idx="3321">
                  <c:v>42892</c:v>
                </c:pt>
                <c:pt idx="3322">
                  <c:v>42891</c:v>
                </c:pt>
                <c:pt idx="3323">
                  <c:v>42890</c:v>
                </c:pt>
                <c:pt idx="3324">
                  <c:v>42889</c:v>
                </c:pt>
                <c:pt idx="3325">
                  <c:v>42888</c:v>
                </c:pt>
                <c:pt idx="3326">
                  <c:v>42887</c:v>
                </c:pt>
                <c:pt idx="3327">
                  <c:v>42886</c:v>
                </c:pt>
                <c:pt idx="3328">
                  <c:v>42885</c:v>
                </c:pt>
                <c:pt idx="3329">
                  <c:v>42884</c:v>
                </c:pt>
                <c:pt idx="3330">
                  <c:v>42883</c:v>
                </c:pt>
                <c:pt idx="3331">
                  <c:v>42882</c:v>
                </c:pt>
                <c:pt idx="3332">
                  <c:v>42881</c:v>
                </c:pt>
                <c:pt idx="3333">
                  <c:v>42880</c:v>
                </c:pt>
                <c:pt idx="3334">
                  <c:v>42879</c:v>
                </c:pt>
                <c:pt idx="3335">
                  <c:v>42878</c:v>
                </c:pt>
                <c:pt idx="3336">
                  <c:v>42877</c:v>
                </c:pt>
                <c:pt idx="3337">
                  <c:v>42876</c:v>
                </c:pt>
                <c:pt idx="3338">
                  <c:v>42875</c:v>
                </c:pt>
                <c:pt idx="3339">
                  <c:v>42874</c:v>
                </c:pt>
                <c:pt idx="3340">
                  <c:v>42873</c:v>
                </c:pt>
                <c:pt idx="3341">
                  <c:v>42872</c:v>
                </c:pt>
                <c:pt idx="3342">
                  <c:v>42871</c:v>
                </c:pt>
                <c:pt idx="3343">
                  <c:v>42870</c:v>
                </c:pt>
                <c:pt idx="3344">
                  <c:v>42869</c:v>
                </c:pt>
                <c:pt idx="3345">
                  <c:v>42868</c:v>
                </c:pt>
                <c:pt idx="3346">
                  <c:v>42867</c:v>
                </c:pt>
                <c:pt idx="3347">
                  <c:v>42866</c:v>
                </c:pt>
                <c:pt idx="3348">
                  <c:v>42865</c:v>
                </c:pt>
                <c:pt idx="3349">
                  <c:v>42864</c:v>
                </c:pt>
                <c:pt idx="3350">
                  <c:v>42863</c:v>
                </c:pt>
                <c:pt idx="3351">
                  <c:v>42862</c:v>
                </c:pt>
                <c:pt idx="3352">
                  <c:v>42861</c:v>
                </c:pt>
                <c:pt idx="3353">
                  <c:v>42860</c:v>
                </c:pt>
                <c:pt idx="3354">
                  <c:v>42859</c:v>
                </c:pt>
                <c:pt idx="3355">
                  <c:v>42858</c:v>
                </c:pt>
                <c:pt idx="3356">
                  <c:v>42857</c:v>
                </c:pt>
                <c:pt idx="3357">
                  <c:v>42856</c:v>
                </c:pt>
                <c:pt idx="3358">
                  <c:v>42855</c:v>
                </c:pt>
                <c:pt idx="3359">
                  <c:v>42854</c:v>
                </c:pt>
                <c:pt idx="3360">
                  <c:v>42853</c:v>
                </c:pt>
                <c:pt idx="3361">
                  <c:v>42852</c:v>
                </c:pt>
                <c:pt idx="3362">
                  <c:v>42851</c:v>
                </c:pt>
                <c:pt idx="3363">
                  <c:v>42850</c:v>
                </c:pt>
                <c:pt idx="3364">
                  <c:v>42849</c:v>
                </c:pt>
                <c:pt idx="3365">
                  <c:v>42848</c:v>
                </c:pt>
                <c:pt idx="3366">
                  <c:v>42847</c:v>
                </c:pt>
                <c:pt idx="3367">
                  <c:v>42846</c:v>
                </c:pt>
                <c:pt idx="3368">
                  <c:v>42845</c:v>
                </c:pt>
                <c:pt idx="3369">
                  <c:v>42844</c:v>
                </c:pt>
                <c:pt idx="3370">
                  <c:v>42843</c:v>
                </c:pt>
                <c:pt idx="3371">
                  <c:v>42842</c:v>
                </c:pt>
                <c:pt idx="3372">
                  <c:v>42841</c:v>
                </c:pt>
                <c:pt idx="3373">
                  <c:v>42840</c:v>
                </c:pt>
                <c:pt idx="3374">
                  <c:v>42839</c:v>
                </c:pt>
                <c:pt idx="3375">
                  <c:v>42838</c:v>
                </c:pt>
                <c:pt idx="3376">
                  <c:v>42837</c:v>
                </c:pt>
                <c:pt idx="3377">
                  <c:v>42836</c:v>
                </c:pt>
                <c:pt idx="3378">
                  <c:v>42835</c:v>
                </c:pt>
                <c:pt idx="3379">
                  <c:v>42834</c:v>
                </c:pt>
                <c:pt idx="3380">
                  <c:v>42833</c:v>
                </c:pt>
                <c:pt idx="3381">
                  <c:v>42832</c:v>
                </c:pt>
                <c:pt idx="3382">
                  <c:v>42831</c:v>
                </c:pt>
                <c:pt idx="3383">
                  <c:v>42830</c:v>
                </c:pt>
                <c:pt idx="3384">
                  <c:v>42829</c:v>
                </c:pt>
                <c:pt idx="3385">
                  <c:v>42828</c:v>
                </c:pt>
                <c:pt idx="3386">
                  <c:v>42827</c:v>
                </c:pt>
                <c:pt idx="3387">
                  <c:v>42826</c:v>
                </c:pt>
                <c:pt idx="3388">
                  <c:v>42825</c:v>
                </c:pt>
                <c:pt idx="3389">
                  <c:v>42824</c:v>
                </c:pt>
                <c:pt idx="3390">
                  <c:v>42823</c:v>
                </c:pt>
                <c:pt idx="3391">
                  <c:v>42822</c:v>
                </c:pt>
                <c:pt idx="3392">
                  <c:v>42821</c:v>
                </c:pt>
                <c:pt idx="3393">
                  <c:v>42820</c:v>
                </c:pt>
                <c:pt idx="3394">
                  <c:v>42819</c:v>
                </c:pt>
                <c:pt idx="3395">
                  <c:v>42818</c:v>
                </c:pt>
                <c:pt idx="3396">
                  <c:v>42817</c:v>
                </c:pt>
                <c:pt idx="3397">
                  <c:v>42816</c:v>
                </c:pt>
                <c:pt idx="3398">
                  <c:v>42815</c:v>
                </c:pt>
                <c:pt idx="3399">
                  <c:v>42814</c:v>
                </c:pt>
                <c:pt idx="3400">
                  <c:v>42813</c:v>
                </c:pt>
                <c:pt idx="3401">
                  <c:v>42812</c:v>
                </c:pt>
                <c:pt idx="3402">
                  <c:v>42811</c:v>
                </c:pt>
                <c:pt idx="3403">
                  <c:v>42810</c:v>
                </c:pt>
                <c:pt idx="3404">
                  <c:v>42809</c:v>
                </c:pt>
                <c:pt idx="3405">
                  <c:v>42808</c:v>
                </c:pt>
                <c:pt idx="3406">
                  <c:v>42807</c:v>
                </c:pt>
                <c:pt idx="3407">
                  <c:v>42806</c:v>
                </c:pt>
                <c:pt idx="3408">
                  <c:v>42805</c:v>
                </c:pt>
                <c:pt idx="3409">
                  <c:v>42804</c:v>
                </c:pt>
                <c:pt idx="3410">
                  <c:v>42803</c:v>
                </c:pt>
                <c:pt idx="3411">
                  <c:v>42802</c:v>
                </c:pt>
                <c:pt idx="3412">
                  <c:v>42801</c:v>
                </c:pt>
                <c:pt idx="3413">
                  <c:v>42800</c:v>
                </c:pt>
                <c:pt idx="3414">
                  <c:v>42799</c:v>
                </c:pt>
                <c:pt idx="3415">
                  <c:v>42798</c:v>
                </c:pt>
                <c:pt idx="3416">
                  <c:v>42797</c:v>
                </c:pt>
                <c:pt idx="3417">
                  <c:v>42796</c:v>
                </c:pt>
                <c:pt idx="3418">
                  <c:v>42795</c:v>
                </c:pt>
                <c:pt idx="3419">
                  <c:v>42794</c:v>
                </c:pt>
                <c:pt idx="3420">
                  <c:v>42793</c:v>
                </c:pt>
                <c:pt idx="3421">
                  <c:v>42792</c:v>
                </c:pt>
                <c:pt idx="3422">
                  <c:v>42791</c:v>
                </c:pt>
                <c:pt idx="3423">
                  <c:v>42790</c:v>
                </c:pt>
                <c:pt idx="3424">
                  <c:v>42789</c:v>
                </c:pt>
                <c:pt idx="3425">
                  <c:v>42788</c:v>
                </c:pt>
                <c:pt idx="3426">
                  <c:v>42787</c:v>
                </c:pt>
                <c:pt idx="3427">
                  <c:v>42786</c:v>
                </c:pt>
                <c:pt idx="3428">
                  <c:v>42785</c:v>
                </c:pt>
                <c:pt idx="3429">
                  <c:v>42784</c:v>
                </c:pt>
                <c:pt idx="3430">
                  <c:v>42783</c:v>
                </c:pt>
                <c:pt idx="3431">
                  <c:v>42782</c:v>
                </c:pt>
                <c:pt idx="3432">
                  <c:v>42781</c:v>
                </c:pt>
                <c:pt idx="3433">
                  <c:v>42780</c:v>
                </c:pt>
                <c:pt idx="3434">
                  <c:v>42779</c:v>
                </c:pt>
                <c:pt idx="3435">
                  <c:v>42778</c:v>
                </c:pt>
                <c:pt idx="3436">
                  <c:v>42777</c:v>
                </c:pt>
                <c:pt idx="3437">
                  <c:v>42776</c:v>
                </c:pt>
                <c:pt idx="3438">
                  <c:v>42775</c:v>
                </c:pt>
                <c:pt idx="3439">
                  <c:v>42774</c:v>
                </c:pt>
                <c:pt idx="3440">
                  <c:v>42773</c:v>
                </c:pt>
                <c:pt idx="3441">
                  <c:v>42772</c:v>
                </c:pt>
                <c:pt idx="3442">
                  <c:v>42771</c:v>
                </c:pt>
                <c:pt idx="3443">
                  <c:v>42770</c:v>
                </c:pt>
                <c:pt idx="3444">
                  <c:v>42769</c:v>
                </c:pt>
                <c:pt idx="3445">
                  <c:v>42768</c:v>
                </c:pt>
                <c:pt idx="3446">
                  <c:v>42767</c:v>
                </c:pt>
                <c:pt idx="3447">
                  <c:v>42766</c:v>
                </c:pt>
                <c:pt idx="3448">
                  <c:v>42765</c:v>
                </c:pt>
                <c:pt idx="3449">
                  <c:v>42764</c:v>
                </c:pt>
                <c:pt idx="3450">
                  <c:v>42763</c:v>
                </c:pt>
                <c:pt idx="3451">
                  <c:v>42762</c:v>
                </c:pt>
                <c:pt idx="3452">
                  <c:v>42761</c:v>
                </c:pt>
                <c:pt idx="3453">
                  <c:v>42760</c:v>
                </c:pt>
                <c:pt idx="3454">
                  <c:v>42759</c:v>
                </c:pt>
                <c:pt idx="3455">
                  <c:v>42758</c:v>
                </c:pt>
                <c:pt idx="3456">
                  <c:v>42757</c:v>
                </c:pt>
                <c:pt idx="3457">
                  <c:v>42756</c:v>
                </c:pt>
                <c:pt idx="3458">
                  <c:v>42755</c:v>
                </c:pt>
                <c:pt idx="3459">
                  <c:v>42754</c:v>
                </c:pt>
                <c:pt idx="3460">
                  <c:v>42753</c:v>
                </c:pt>
                <c:pt idx="3461">
                  <c:v>42752</c:v>
                </c:pt>
                <c:pt idx="3462">
                  <c:v>42751</c:v>
                </c:pt>
                <c:pt idx="3463">
                  <c:v>42750</c:v>
                </c:pt>
                <c:pt idx="3464">
                  <c:v>42749</c:v>
                </c:pt>
                <c:pt idx="3465">
                  <c:v>42748</c:v>
                </c:pt>
                <c:pt idx="3466">
                  <c:v>42747</c:v>
                </c:pt>
                <c:pt idx="3467">
                  <c:v>42746</c:v>
                </c:pt>
                <c:pt idx="3468">
                  <c:v>42745</c:v>
                </c:pt>
                <c:pt idx="3469">
                  <c:v>42744</c:v>
                </c:pt>
                <c:pt idx="3470">
                  <c:v>42743</c:v>
                </c:pt>
                <c:pt idx="3471">
                  <c:v>42742</c:v>
                </c:pt>
                <c:pt idx="3472">
                  <c:v>42741</c:v>
                </c:pt>
                <c:pt idx="3473">
                  <c:v>42740</c:v>
                </c:pt>
                <c:pt idx="3474">
                  <c:v>42739</c:v>
                </c:pt>
                <c:pt idx="3475">
                  <c:v>42738</c:v>
                </c:pt>
                <c:pt idx="3476">
                  <c:v>42737</c:v>
                </c:pt>
                <c:pt idx="3477">
                  <c:v>42736</c:v>
                </c:pt>
                <c:pt idx="3478">
                  <c:v>42735</c:v>
                </c:pt>
                <c:pt idx="3479">
                  <c:v>42734</c:v>
                </c:pt>
                <c:pt idx="3480">
                  <c:v>42733</c:v>
                </c:pt>
                <c:pt idx="3481">
                  <c:v>42732</c:v>
                </c:pt>
                <c:pt idx="3482">
                  <c:v>42731</c:v>
                </c:pt>
                <c:pt idx="3483">
                  <c:v>42730</c:v>
                </c:pt>
                <c:pt idx="3484">
                  <c:v>42729</c:v>
                </c:pt>
                <c:pt idx="3485">
                  <c:v>42728</c:v>
                </c:pt>
                <c:pt idx="3486">
                  <c:v>42727</c:v>
                </c:pt>
                <c:pt idx="3487">
                  <c:v>42726</c:v>
                </c:pt>
                <c:pt idx="3488">
                  <c:v>42725</c:v>
                </c:pt>
                <c:pt idx="3489">
                  <c:v>42724</c:v>
                </c:pt>
                <c:pt idx="3490">
                  <c:v>42723</c:v>
                </c:pt>
                <c:pt idx="3491">
                  <c:v>42722</c:v>
                </c:pt>
                <c:pt idx="3492">
                  <c:v>42721</c:v>
                </c:pt>
                <c:pt idx="3493">
                  <c:v>42720</c:v>
                </c:pt>
                <c:pt idx="3494">
                  <c:v>42719</c:v>
                </c:pt>
                <c:pt idx="3495">
                  <c:v>42718</c:v>
                </c:pt>
                <c:pt idx="3496">
                  <c:v>42717</c:v>
                </c:pt>
                <c:pt idx="3497">
                  <c:v>42716</c:v>
                </c:pt>
                <c:pt idx="3498">
                  <c:v>42715</c:v>
                </c:pt>
                <c:pt idx="3499">
                  <c:v>42714</c:v>
                </c:pt>
                <c:pt idx="3500">
                  <c:v>42713</c:v>
                </c:pt>
                <c:pt idx="3501">
                  <c:v>42712</c:v>
                </c:pt>
                <c:pt idx="3502">
                  <c:v>42711</c:v>
                </c:pt>
                <c:pt idx="3503">
                  <c:v>42710</c:v>
                </c:pt>
                <c:pt idx="3504">
                  <c:v>42709</c:v>
                </c:pt>
                <c:pt idx="3505">
                  <c:v>42708</c:v>
                </c:pt>
                <c:pt idx="3506">
                  <c:v>42707</c:v>
                </c:pt>
                <c:pt idx="3507">
                  <c:v>42706</c:v>
                </c:pt>
                <c:pt idx="3508">
                  <c:v>42705</c:v>
                </c:pt>
                <c:pt idx="3509">
                  <c:v>42704</c:v>
                </c:pt>
                <c:pt idx="3510">
                  <c:v>42703</c:v>
                </c:pt>
                <c:pt idx="3511">
                  <c:v>42702</c:v>
                </c:pt>
                <c:pt idx="3512">
                  <c:v>42701</c:v>
                </c:pt>
                <c:pt idx="3513">
                  <c:v>42700</c:v>
                </c:pt>
                <c:pt idx="3514">
                  <c:v>42699</c:v>
                </c:pt>
                <c:pt idx="3515">
                  <c:v>42698</c:v>
                </c:pt>
                <c:pt idx="3516">
                  <c:v>42697</c:v>
                </c:pt>
                <c:pt idx="3517">
                  <c:v>42696</c:v>
                </c:pt>
                <c:pt idx="3518">
                  <c:v>42695</c:v>
                </c:pt>
                <c:pt idx="3519">
                  <c:v>42694</c:v>
                </c:pt>
                <c:pt idx="3520">
                  <c:v>42693</c:v>
                </c:pt>
                <c:pt idx="3521">
                  <c:v>42692</c:v>
                </c:pt>
                <c:pt idx="3522">
                  <c:v>42691</c:v>
                </c:pt>
                <c:pt idx="3523">
                  <c:v>42690</c:v>
                </c:pt>
                <c:pt idx="3524">
                  <c:v>42689</c:v>
                </c:pt>
                <c:pt idx="3525">
                  <c:v>42688</c:v>
                </c:pt>
                <c:pt idx="3526">
                  <c:v>42687</c:v>
                </c:pt>
                <c:pt idx="3527">
                  <c:v>42686</c:v>
                </c:pt>
                <c:pt idx="3528">
                  <c:v>42685</c:v>
                </c:pt>
                <c:pt idx="3529">
                  <c:v>42684</c:v>
                </c:pt>
                <c:pt idx="3530">
                  <c:v>42683</c:v>
                </c:pt>
                <c:pt idx="3531">
                  <c:v>42682</c:v>
                </c:pt>
                <c:pt idx="3532">
                  <c:v>42681</c:v>
                </c:pt>
                <c:pt idx="3533">
                  <c:v>42680</c:v>
                </c:pt>
                <c:pt idx="3534">
                  <c:v>42679</c:v>
                </c:pt>
                <c:pt idx="3535">
                  <c:v>42678</c:v>
                </c:pt>
                <c:pt idx="3536">
                  <c:v>42677</c:v>
                </c:pt>
                <c:pt idx="3537">
                  <c:v>42676</c:v>
                </c:pt>
                <c:pt idx="3538">
                  <c:v>42675</c:v>
                </c:pt>
                <c:pt idx="3539">
                  <c:v>42674</c:v>
                </c:pt>
                <c:pt idx="3540">
                  <c:v>42673</c:v>
                </c:pt>
                <c:pt idx="3541">
                  <c:v>42672</c:v>
                </c:pt>
                <c:pt idx="3542">
                  <c:v>42671</c:v>
                </c:pt>
                <c:pt idx="3543">
                  <c:v>42670</c:v>
                </c:pt>
                <c:pt idx="3544">
                  <c:v>42669</c:v>
                </c:pt>
                <c:pt idx="3545">
                  <c:v>42668</c:v>
                </c:pt>
                <c:pt idx="3546">
                  <c:v>42667</c:v>
                </c:pt>
                <c:pt idx="3547">
                  <c:v>42666</c:v>
                </c:pt>
                <c:pt idx="3548">
                  <c:v>42665</c:v>
                </c:pt>
                <c:pt idx="3549">
                  <c:v>42664</c:v>
                </c:pt>
                <c:pt idx="3550">
                  <c:v>42663</c:v>
                </c:pt>
                <c:pt idx="3551">
                  <c:v>42662</c:v>
                </c:pt>
                <c:pt idx="3552">
                  <c:v>42661</c:v>
                </c:pt>
                <c:pt idx="3553">
                  <c:v>42660</c:v>
                </c:pt>
                <c:pt idx="3554">
                  <c:v>42659</c:v>
                </c:pt>
                <c:pt idx="3555">
                  <c:v>42658</c:v>
                </c:pt>
                <c:pt idx="3556">
                  <c:v>42657</c:v>
                </c:pt>
                <c:pt idx="3557">
                  <c:v>42656</c:v>
                </c:pt>
                <c:pt idx="3558">
                  <c:v>42655</c:v>
                </c:pt>
                <c:pt idx="3559">
                  <c:v>42654</c:v>
                </c:pt>
                <c:pt idx="3560">
                  <c:v>42653</c:v>
                </c:pt>
                <c:pt idx="3561">
                  <c:v>42652</c:v>
                </c:pt>
                <c:pt idx="3562">
                  <c:v>42651</c:v>
                </c:pt>
                <c:pt idx="3563">
                  <c:v>42650</c:v>
                </c:pt>
                <c:pt idx="3564">
                  <c:v>42649</c:v>
                </c:pt>
                <c:pt idx="3565">
                  <c:v>42648</c:v>
                </c:pt>
                <c:pt idx="3566">
                  <c:v>42647</c:v>
                </c:pt>
                <c:pt idx="3567">
                  <c:v>42646</c:v>
                </c:pt>
                <c:pt idx="3568">
                  <c:v>42645</c:v>
                </c:pt>
                <c:pt idx="3569">
                  <c:v>42644</c:v>
                </c:pt>
                <c:pt idx="3570">
                  <c:v>42643</c:v>
                </c:pt>
                <c:pt idx="3571">
                  <c:v>42642</c:v>
                </c:pt>
                <c:pt idx="3572">
                  <c:v>42641</c:v>
                </c:pt>
                <c:pt idx="3573">
                  <c:v>42640</c:v>
                </c:pt>
                <c:pt idx="3574">
                  <c:v>42639</c:v>
                </c:pt>
                <c:pt idx="3575">
                  <c:v>42638</c:v>
                </c:pt>
                <c:pt idx="3576">
                  <c:v>42637</c:v>
                </c:pt>
                <c:pt idx="3577">
                  <c:v>42636</c:v>
                </c:pt>
                <c:pt idx="3578">
                  <c:v>42635</c:v>
                </c:pt>
                <c:pt idx="3579">
                  <c:v>42634</c:v>
                </c:pt>
                <c:pt idx="3580">
                  <c:v>42633</c:v>
                </c:pt>
                <c:pt idx="3581">
                  <c:v>42632</c:v>
                </c:pt>
                <c:pt idx="3582">
                  <c:v>42631</c:v>
                </c:pt>
                <c:pt idx="3583">
                  <c:v>42630</c:v>
                </c:pt>
                <c:pt idx="3584">
                  <c:v>42629</c:v>
                </c:pt>
                <c:pt idx="3585">
                  <c:v>42628</c:v>
                </c:pt>
                <c:pt idx="3586">
                  <c:v>42627</c:v>
                </c:pt>
                <c:pt idx="3587">
                  <c:v>42626</c:v>
                </c:pt>
                <c:pt idx="3588">
                  <c:v>42625</c:v>
                </c:pt>
                <c:pt idx="3589">
                  <c:v>42624</c:v>
                </c:pt>
                <c:pt idx="3590">
                  <c:v>42623</c:v>
                </c:pt>
                <c:pt idx="3591">
                  <c:v>42622</c:v>
                </c:pt>
                <c:pt idx="3592">
                  <c:v>42621</c:v>
                </c:pt>
                <c:pt idx="3593">
                  <c:v>42620</c:v>
                </c:pt>
                <c:pt idx="3594">
                  <c:v>42619</c:v>
                </c:pt>
                <c:pt idx="3595">
                  <c:v>42618</c:v>
                </c:pt>
                <c:pt idx="3596">
                  <c:v>42617</c:v>
                </c:pt>
                <c:pt idx="3597">
                  <c:v>42616</c:v>
                </c:pt>
                <c:pt idx="3598">
                  <c:v>42615</c:v>
                </c:pt>
                <c:pt idx="3599">
                  <c:v>42614</c:v>
                </c:pt>
                <c:pt idx="3600">
                  <c:v>42613</c:v>
                </c:pt>
                <c:pt idx="3601">
                  <c:v>42612</c:v>
                </c:pt>
                <c:pt idx="3602">
                  <c:v>42611</c:v>
                </c:pt>
                <c:pt idx="3603">
                  <c:v>42610</c:v>
                </c:pt>
                <c:pt idx="3604">
                  <c:v>42609</c:v>
                </c:pt>
                <c:pt idx="3605">
                  <c:v>42608</c:v>
                </c:pt>
                <c:pt idx="3606">
                  <c:v>42607</c:v>
                </c:pt>
                <c:pt idx="3607">
                  <c:v>42606</c:v>
                </c:pt>
                <c:pt idx="3608">
                  <c:v>42605</c:v>
                </c:pt>
                <c:pt idx="3609">
                  <c:v>42604</c:v>
                </c:pt>
                <c:pt idx="3610">
                  <c:v>42603</c:v>
                </c:pt>
                <c:pt idx="3611">
                  <c:v>42602</c:v>
                </c:pt>
                <c:pt idx="3612">
                  <c:v>42601</c:v>
                </c:pt>
                <c:pt idx="3613">
                  <c:v>42600</c:v>
                </c:pt>
                <c:pt idx="3614">
                  <c:v>42599</c:v>
                </c:pt>
                <c:pt idx="3615">
                  <c:v>42598</c:v>
                </c:pt>
                <c:pt idx="3616">
                  <c:v>42597</c:v>
                </c:pt>
                <c:pt idx="3617">
                  <c:v>42596</c:v>
                </c:pt>
                <c:pt idx="3618">
                  <c:v>42595</c:v>
                </c:pt>
                <c:pt idx="3619">
                  <c:v>42594</c:v>
                </c:pt>
                <c:pt idx="3620">
                  <c:v>42593</c:v>
                </c:pt>
                <c:pt idx="3621">
                  <c:v>42592</c:v>
                </c:pt>
                <c:pt idx="3622">
                  <c:v>42591</c:v>
                </c:pt>
                <c:pt idx="3623">
                  <c:v>42590</c:v>
                </c:pt>
                <c:pt idx="3624">
                  <c:v>42589</c:v>
                </c:pt>
                <c:pt idx="3625">
                  <c:v>42588</c:v>
                </c:pt>
                <c:pt idx="3626">
                  <c:v>42587</c:v>
                </c:pt>
                <c:pt idx="3627">
                  <c:v>42586</c:v>
                </c:pt>
                <c:pt idx="3628">
                  <c:v>42585</c:v>
                </c:pt>
                <c:pt idx="3629">
                  <c:v>42584</c:v>
                </c:pt>
                <c:pt idx="3630">
                  <c:v>42583</c:v>
                </c:pt>
                <c:pt idx="3631">
                  <c:v>42582</c:v>
                </c:pt>
                <c:pt idx="3632">
                  <c:v>42581</c:v>
                </c:pt>
                <c:pt idx="3633">
                  <c:v>42580</c:v>
                </c:pt>
                <c:pt idx="3634">
                  <c:v>42579</c:v>
                </c:pt>
                <c:pt idx="3635">
                  <c:v>42578</c:v>
                </c:pt>
                <c:pt idx="3636">
                  <c:v>42577</c:v>
                </c:pt>
                <c:pt idx="3637">
                  <c:v>42576</c:v>
                </c:pt>
                <c:pt idx="3638">
                  <c:v>42575</c:v>
                </c:pt>
                <c:pt idx="3639">
                  <c:v>42574</c:v>
                </c:pt>
                <c:pt idx="3640">
                  <c:v>42573</c:v>
                </c:pt>
                <c:pt idx="3641">
                  <c:v>42572</c:v>
                </c:pt>
                <c:pt idx="3642">
                  <c:v>42571</c:v>
                </c:pt>
                <c:pt idx="3643">
                  <c:v>42570</c:v>
                </c:pt>
                <c:pt idx="3644">
                  <c:v>42569</c:v>
                </c:pt>
                <c:pt idx="3645">
                  <c:v>42568</c:v>
                </c:pt>
                <c:pt idx="3646">
                  <c:v>42567</c:v>
                </c:pt>
                <c:pt idx="3647">
                  <c:v>42566</c:v>
                </c:pt>
                <c:pt idx="3648">
                  <c:v>42565</c:v>
                </c:pt>
                <c:pt idx="3649">
                  <c:v>42564</c:v>
                </c:pt>
                <c:pt idx="3650">
                  <c:v>42563</c:v>
                </c:pt>
                <c:pt idx="3651">
                  <c:v>42562</c:v>
                </c:pt>
              </c:numCache>
            </c:numRef>
          </c:cat>
          <c:val>
            <c:numRef>
              <c:f>通胀pce!$C$5:$C$3656</c:f>
              <c:numCache>
                <c:formatCode>General</c:formatCode>
                <c:ptCount val="3652"/>
                <c:pt idx="0">
                  <c:v>#N/A</c:v>
                </c:pt>
                <c:pt idx="1">
                  <c:v>#N/A</c:v>
                </c:pt>
                <c:pt idx="2">
                  <c:v>#N/A</c:v>
                </c:pt>
                <c:pt idx="3">
                  <c:v>#N/A</c:v>
                </c:pt>
                <c:pt idx="4">
                  <c:v>#N/A</c:v>
                </c:pt>
                <c:pt idx="5">
                  <c:v>#N/A</c:v>
                </c:pt>
                <c:pt idx="6">
                  <c:v>#N/A</c:v>
                </c:pt>
                <c:pt idx="7">
                  <c:v>#N/A</c:v>
                </c:pt>
                <c:pt idx="8">
                  <c:v>#N/A</c:v>
                </c:pt>
                <c:pt idx="9">
                  <c:v>#N/A</c:v>
                </c:pt>
                <c:pt idx="10">
                  <c:v>#N/A</c:v>
                </c:pt>
                <c:pt idx="11">
                  <c:v>#N/A</c:v>
                </c:pt>
                <c:pt idx="12">
                  <c:v>#N/A</c:v>
                </c:pt>
                <c:pt idx="13">
                  <c:v>#N/A</c:v>
                </c:pt>
                <c:pt idx="14">
                  <c:v>#N/A</c:v>
                </c:pt>
                <c:pt idx="15">
                  <c:v>#N/A</c:v>
                </c:pt>
                <c:pt idx="16">
                  <c:v>#N/A</c:v>
                </c:pt>
                <c:pt idx="17">
                  <c:v>#N/A</c:v>
                </c:pt>
                <c:pt idx="18">
                  <c:v>#N/A</c:v>
                </c:pt>
                <c:pt idx="19">
                  <c:v>#N/A</c:v>
                </c:pt>
                <c:pt idx="20">
                  <c:v>#N/A</c:v>
                </c:pt>
                <c:pt idx="21">
                  <c:v>#N/A</c:v>
                </c:pt>
                <c:pt idx="22">
                  <c:v>#N/A</c:v>
                </c:pt>
                <c:pt idx="23">
                  <c:v>#N/A</c:v>
                </c:pt>
                <c:pt idx="24">
                  <c:v>#N/A</c:v>
                </c:pt>
                <c:pt idx="25">
                  <c:v>#N/A</c:v>
                </c:pt>
                <c:pt idx="26">
                  <c:v>#N/A</c:v>
                </c:pt>
                <c:pt idx="27">
                  <c:v>#N/A</c:v>
                </c:pt>
                <c:pt idx="28">
                  <c:v>#N/A</c:v>
                </c:pt>
                <c:pt idx="29">
                  <c:v>#N/A</c:v>
                </c:pt>
                <c:pt idx="30">
                  <c:v>#N/A</c:v>
                </c:pt>
                <c:pt idx="31">
                  <c:v>#N/A</c:v>
                </c:pt>
                <c:pt idx="32">
                  <c:v>#N/A</c:v>
                </c:pt>
                <c:pt idx="33">
                  <c:v>#N/A</c:v>
                </c:pt>
                <c:pt idx="34">
                  <c:v>#N/A</c:v>
                </c:pt>
                <c:pt idx="35">
                  <c:v>#N/A</c:v>
                </c:pt>
                <c:pt idx="36">
                  <c:v>#N/A</c:v>
                </c:pt>
                <c:pt idx="37">
                  <c:v>#N/A</c:v>
                </c:pt>
                <c:pt idx="38">
                  <c:v>#N/A</c:v>
                </c:pt>
                <c:pt idx="39">
                  <c:v>#N/A</c:v>
                </c:pt>
                <c:pt idx="40">
                  <c:v>2.8</c:v>
                </c:pt>
                <c:pt idx="41">
                  <c:v>#N/A</c:v>
                </c:pt>
                <c:pt idx="42">
                  <c:v>#N/A</c:v>
                </c:pt>
                <c:pt idx="43">
                  <c:v>#N/A</c:v>
                </c:pt>
                <c:pt idx="44">
                  <c:v>#N/A</c:v>
                </c:pt>
                <c:pt idx="45">
                  <c:v>#N/A</c:v>
                </c:pt>
                <c:pt idx="46">
                  <c:v>#N/A</c:v>
                </c:pt>
                <c:pt idx="47">
                  <c:v>#N/A</c:v>
                </c:pt>
                <c:pt idx="48">
                  <c:v>#N/A</c:v>
                </c:pt>
                <c:pt idx="49">
                  <c:v>#N/A</c:v>
                </c:pt>
                <c:pt idx="50">
                  <c:v>#N/A</c:v>
                </c:pt>
                <c:pt idx="51">
                  <c:v>#N/A</c:v>
                </c:pt>
                <c:pt idx="52">
                  <c:v>#N/A</c:v>
                </c:pt>
                <c:pt idx="53">
                  <c:v>#N/A</c:v>
                </c:pt>
                <c:pt idx="54">
                  <c:v>#N/A</c:v>
                </c:pt>
                <c:pt idx="55">
                  <c:v>#N/A</c:v>
                </c:pt>
                <c:pt idx="56">
                  <c:v>#N/A</c:v>
                </c:pt>
                <c:pt idx="57">
                  <c:v>#N/A</c:v>
                </c:pt>
                <c:pt idx="58">
                  <c:v>#N/A</c:v>
                </c:pt>
                <c:pt idx="59">
                  <c:v>#N/A</c:v>
                </c:pt>
                <c:pt idx="60">
                  <c:v>#N/A</c:v>
                </c:pt>
                <c:pt idx="61">
                  <c:v>#N/A</c:v>
                </c:pt>
                <c:pt idx="62">
                  <c:v>#N/A</c:v>
                </c:pt>
                <c:pt idx="63">
                  <c:v>#N/A</c:v>
                </c:pt>
                <c:pt idx="64">
                  <c:v>#N/A</c:v>
                </c:pt>
                <c:pt idx="65">
                  <c:v>#N/A</c:v>
                </c:pt>
                <c:pt idx="66">
                  <c:v>#N/A</c:v>
                </c:pt>
                <c:pt idx="67">
                  <c:v>#N/A</c:v>
                </c:pt>
                <c:pt idx="68">
                  <c:v>#N/A</c:v>
                </c:pt>
                <c:pt idx="69">
                  <c:v>#N/A</c:v>
                </c:pt>
                <c:pt idx="70">
                  <c:v>#N/A</c:v>
                </c:pt>
                <c:pt idx="71">
                  <c:v>2.8</c:v>
                </c:pt>
                <c:pt idx="72">
                  <c:v>#N/A</c:v>
                </c:pt>
                <c:pt idx="73">
                  <c:v>#N/A</c:v>
                </c:pt>
                <c:pt idx="74">
                  <c:v>#N/A</c:v>
                </c:pt>
                <c:pt idx="75">
                  <c:v>#N/A</c:v>
                </c:pt>
                <c:pt idx="76">
                  <c:v>#N/A</c:v>
                </c:pt>
                <c:pt idx="77">
                  <c:v>#N/A</c:v>
                </c:pt>
                <c:pt idx="78">
                  <c:v>#N/A</c:v>
                </c:pt>
                <c:pt idx="79">
                  <c:v>#N/A</c:v>
                </c:pt>
                <c:pt idx="80">
                  <c:v>#N/A</c:v>
                </c:pt>
                <c:pt idx="81">
                  <c:v>#N/A</c:v>
                </c:pt>
                <c:pt idx="82">
                  <c:v>#N/A</c:v>
                </c:pt>
                <c:pt idx="83">
                  <c:v>#N/A</c:v>
                </c:pt>
                <c:pt idx="84">
                  <c:v>#N/A</c:v>
                </c:pt>
                <c:pt idx="85">
                  <c:v>#N/A</c:v>
                </c:pt>
                <c:pt idx="86">
                  <c:v>#N/A</c:v>
                </c:pt>
                <c:pt idx="87">
                  <c:v>#N/A</c:v>
                </c:pt>
                <c:pt idx="88">
                  <c:v>#N/A</c:v>
                </c:pt>
                <c:pt idx="89">
                  <c:v>#N/A</c:v>
                </c:pt>
                <c:pt idx="90">
                  <c:v>#N/A</c:v>
                </c:pt>
                <c:pt idx="91">
                  <c:v>#N/A</c:v>
                </c:pt>
                <c:pt idx="92">
                  <c:v>#N/A</c:v>
                </c:pt>
                <c:pt idx="93">
                  <c:v>#N/A</c:v>
                </c:pt>
                <c:pt idx="94">
                  <c:v>#N/A</c:v>
                </c:pt>
                <c:pt idx="95">
                  <c:v>#N/A</c:v>
                </c:pt>
                <c:pt idx="96">
                  <c:v>#N/A</c:v>
                </c:pt>
                <c:pt idx="97">
                  <c:v>#N/A</c:v>
                </c:pt>
                <c:pt idx="98">
                  <c:v>#N/A</c:v>
                </c:pt>
                <c:pt idx="99">
                  <c:v>#N/A</c:v>
                </c:pt>
                <c:pt idx="100">
                  <c:v>#N/A</c:v>
                </c:pt>
                <c:pt idx="101">
                  <c:v>2.8</c:v>
                </c:pt>
                <c:pt idx="102">
                  <c:v>#N/A</c:v>
                </c:pt>
                <c:pt idx="103">
                  <c:v>#N/A</c:v>
                </c:pt>
                <c:pt idx="104">
                  <c:v>#N/A</c:v>
                </c:pt>
                <c:pt idx="105">
                  <c:v>#N/A</c:v>
                </c:pt>
                <c:pt idx="106">
                  <c:v>#N/A</c:v>
                </c:pt>
                <c:pt idx="107">
                  <c:v>#N/A</c:v>
                </c:pt>
                <c:pt idx="108">
                  <c:v>#N/A</c:v>
                </c:pt>
                <c:pt idx="109">
                  <c:v>#N/A</c:v>
                </c:pt>
                <c:pt idx="110">
                  <c:v>#N/A</c:v>
                </c:pt>
                <c:pt idx="111">
                  <c:v>#N/A</c:v>
                </c:pt>
                <c:pt idx="112">
                  <c:v>#N/A</c:v>
                </c:pt>
                <c:pt idx="113">
                  <c:v>#N/A</c:v>
                </c:pt>
                <c:pt idx="114">
                  <c:v>#N/A</c:v>
                </c:pt>
                <c:pt idx="115">
                  <c:v>#N/A</c:v>
                </c:pt>
                <c:pt idx="116">
                  <c:v>#N/A</c:v>
                </c:pt>
                <c:pt idx="117">
                  <c:v>#N/A</c:v>
                </c:pt>
                <c:pt idx="118">
                  <c:v>#N/A</c:v>
                </c:pt>
                <c:pt idx="119">
                  <c:v>#N/A</c:v>
                </c:pt>
                <c:pt idx="120">
                  <c:v>#N/A</c:v>
                </c:pt>
                <c:pt idx="121">
                  <c:v>#N/A</c:v>
                </c:pt>
                <c:pt idx="122">
                  <c:v>#N/A</c:v>
                </c:pt>
                <c:pt idx="123">
                  <c:v>#N/A</c:v>
                </c:pt>
                <c:pt idx="124">
                  <c:v>#N/A</c:v>
                </c:pt>
                <c:pt idx="125">
                  <c:v>#N/A</c:v>
                </c:pt>
                <c:pt idx="126">
                  <c:v>#N/A</c:v>
                </c:pt>
                <c:pt idx="127">
                  <c:v>#N/A</c:v>
                </c:pt>
                <c:pt idx="128">
                  <c:v>#N/A</c:v>
                </c:pt>
                <c:pt idx="129">
                  <c:v>#N/A</c:v>
                </c:pt>
                <c:pt idx="130">
                  <c:v>#N/A</c:v>
                </c:pt>
                <c:pt idx="131">
                  <c:v>#N/A</c:v>
                </c:pt>
                <c:pt idx="132">
                  <c:v>2.8</c:v>
                </c:pt>
                <c:pt idx="133">
                  <c:v>#N/A</c:v>
                </c:pt>
                <c:pt idx="134">
                  <c:v>#N/A</c:v>
                </c:pt>
                <c:pt idx="135">
                  <c:v>#N/A</c:v>
                </c:pt>
                <c:pt idx="136">
                  <c:v>#N/A</c:v>
                </c:pt>
                <c:pt idx="137">
                  <c:v>#N/A</c:v>
                </c:pt>
                <c:pt idx="138">
                  <c:v>#N/A</c:v>
                </c:pt>
                <c:pt idx="139">
                  <c:v>#N/A</c:v>
                </c:pt>
                <c:pt idx="140">
                  <c:v>#N/A</c:v>
                </c:pt>
                <c:pt idx="141">
                  <c:v>#N/A</c:v>
                </c:pt>
                <c:pt idx="142">
                  <c:v>#N/A</c:v>
                </c:pt>
                <c:pt idx="143">
                  <c:v>#N/A</c:v>
                </c:pt>
                <c:pt idx="144">
                  <c:v>#N/A</c:v>
                </c:pt>
                <c:pt idx="145">
                  <c:v>#N/A</c:v>
                </c:pt>
                <c:pt idx="146">
                  <c:v>#N/A</c:v>
                </c:pt>
                <c:pt idx="147">
                  <c:v>#N/A</c:v>
                </c:pt>
                <c:pt idx="148">
                  <c:v>#N/A</c:v>
                </c:pt>
                <c:pt idx="149">
                  <c:v>#N/A</c:v>
                </c:pt>
                <c:pt idx="150">
                  <c:v>#N/A</c:v>
                </c:pt>
                <c:pt idx="151">
                  <c:v>#N/A</c:v>
                </c:pt>
                <c:pt idx="152">
                  <c:v>#N/A</c:v>
                </c:pt>
                <c:pt idx="153">
                  <c:v>#N/A</c:v>
                </c:pt>
                <c:pt idx="154">
                  <c:v>#N/A</c:v>
                </c:pt>
                <c:pt idx="155">
                  <c:v>#N/A</c:v>
                </c:pt>
                <c:pt idx="156">
                  <c:v>#N/A</c:v>
                </c:pt>
                <c:pt idx="157">
                  <c:v>#N/A</c:v>
                </c:pt>
                <c:pt idx="158">
                  <c:v>#N/A</c:v>
                </c:pt>
                <c:pt idx="159">
                  <c:v>#N/A</c:v>
                </c:pt>
                <c:pt idx="160">
                  <c:v>2.9</c:v>
                </c:pt>
                <c:pt idx="161">
                  <c:v>#N/A</c:v>
                </c:pt>
                <c:pt idx="162">
                  <c:v>#N/A</c:v>
                </c:pt>
                <c:pt idx="163">
                  <c:v>#N/A</c:v>
                </c:pt>
                <c:pt idx="164">
                  <c:v>#N/A</c:v>
                </c:pt>
                <c:pt idx="165">
                  <c:v>#N/A</c:v>
                </c:pt>
                <c:pt idx="166">
                  <c:v>#N/A</c:v>
                </c:pt>
                <c:pt idx="167">
                  <c:v>#N/A</c:v>
                </c:pt>
                <c:pt idx="168">
                  <c:v>#N/A</c:v>
                </c:pt>
                <c:pt idx="169">
                  <c:v>#N/A</c:v>
                </c:pt>
                <c:pt idx="170">
                  <c:v>#N/A</c:v>
                </c:pt>
                <c:pt idx="171">
                  <c:v>#N/A</c:v>
                </c:pt>
                <c:pt idx="172">
                  <c:v>#N/A</c:v>
                </c:pt>
                <c:pt idx="173">
                  <c:v>#N/A</c:v>
                </c:pt>
                <c:pt idx="174">
                  <c:v>#N/A</c:v>
                </c:pt>
                <c:pt idx="175">
                  <c:v>#N/A</c:v>
                </c:pt>
                <c:pt idx="176">
                  <c:v>#N/A</c:v>
                </c:pt>
                <c:pt idx="177">
                  <c:v>#N/A</c:v>
                </c:pt>
                <c:pt idx="178">
                  <c:v>#N/A</c:v>
                </c:pt>
                <c:pt idx="179">
                  <c:v>#N/A</c:v>
                </c:pt>
                <c:pt idx="180">
                  <c:v>#N/A</c:v>
                </c:pt>
                <c:pt idx="181">
                  <c:v>#N/A</c:v>
                </c:pt>
                <c:pt idx="182">
                  <c:v>#N/A</c:v>
                </c:pt>
                <c:pt idx="183">
                  <c:v>#N/A</c:v>
                </c:pt>
                <c:pt idx="184">
                  <c:v>#N/A</c:v>
                </c:pt>
                <c:pt idx="185">
                  <c:v>#N/A</c:v>
                </c:pt>
                <c:pt idx="186">
                  <c:v>#N/A</c:v>
                </c:pt>
                <c:pt idx="187">
                  <c:v>#N/A</c:v>
                </c:pt>
                <c:pt idx="188">
                  <c:v>#N/A</c:v>
                </c:pt>
                <c:pt idx="189">
                  <c:v>#N/A</c:v>
                </c:pt>
                <c:pt idx="190">
                  <c:v>#N/A</c:v>
                </c:pt>
                <c:pt idx="191">
                  <c:v>3</c:v>
                </c:pt>
                <c:pt idx="192">
                  <c:v>#N/A</c:v>
                </c:pt>
                <c:pt idx="193">
                  <c:v>#N/A</c:v>
                </c:pt>
                <c:pt idx="194">
                  <c:v>#N/A</c:v>
                </c:pt>
                <c:pt idx="195">
                  <c:v>#N/A</c:v>
                </c:pt>
                <c:pt idx="196">
                  <c:v>#N/A</c:v>
                </c:pt>
                <c:pt idx="197">
                  <c:v>#N/A</c:v>
                </c:pt>
                <c:pt idx="198">
                  <c:v>#N/A</c:v>
                </c:pt>
                <c:pt idx="199">
                  <c:v>#N/A</c:v>
                </c:pt>
                <c:pt idx="200">
                  <c:v>#N/A</c:v>
                </c:pt>
                <c:pt idx="201">
                  <c:v>#N/A</c:v>
                </c:pt>
                <c:pt idx="202">
                  <c:v>#N/A</c:v>
                </c:pt>
                <c:pt idx="203">
                  <c:v>#N/A</c:v>
                </c:pt>
                <c:pt idx="204">
                  <c:v>#N/A</c:v>
                </c:pt>
                <c:pt idx="205">
                  <c:v>#N/A</c:v>
                </c:pt>
                <c:pt idx="206">
                  <c:v>#N/A</c:v>
                </c:pt>
                <c:pt idx="207">
                  <c:v>#N/A</c:v>
                </c:pt>
                <c:pt idx="208">
                  <c:v>#N/A</c:v>
                </c:pt>
                <c:pt idx="209">
                  <c:v>#N/A</c:v>
                </c:pt>
                <c:pt idx="210">
                  <c:v>#N/A</c:v>
                </c:pt>
                <c:pt idx="211">
                  <c:v>#N/A</c:v>
                </c:pt>
                <c:pt idx="212">
                  <c:v>#N/A</c:v>
                </c:pt>
                <c:pt idx="213">
                  <c:v>#N/A</c:v>
                </c:pt>
                <c:pt idx="214">
                  <c:v>#N/A</c:v>
                </c:pt>
                <c:pt idx="215">
                  <c:v>#N/A</c:v>
                </c:pt>
                <c:pt idx="216">
                  <c:v>#N/A</c:v>
                </c:pt>
                <c:pt idx="217">
                  <c:v>#N/A</c:v>
                </c:pt>
                <c:pt idx="218">
                  <c:v>#N/A</c:v>
                </c:pt>
                <c:pt idx="219">
                  <c:v>#N/A</c:v>
                </c:pt>
                <c:pt idx="220">
                  <c:v>#N/A</c:v>
                </c:pt>
                <c:pt idx="221">
                  <c:v>#N/A</c:v>
                </c:pt>
                <c:pt idx="222">
                  <c:v>3</c:v>
                </c:pt>
                <c:pt idx="223">
                  <c:v>#N/A</c:v>
                </c:pt>
                <c:pt idx="224">
                  <c:v>#N/A</c:v>
                </c:pt>
                <c:pt idx="225">
                  <c:v>#N/A</c:v>
                </c:pt>
                <c:pt idx="226">
                  <c:v>#N/A</c:v>
                </c:pt>
                <c:pt idx="227">
                  <c:v>#N/A</c:v>
                </c:pt>
                <c:pt idx="228">
                  <c:v>#N/A</c:v>
                </c:pt>
                <c:pt idx="229">
                  <c:v>#N/A</c:v>
                </c:pt>
                <c:pt idx="230">
                  <c:v>#N/A</c:v>
                </c:pt>
                <c:pt idx="231">
                  <c:v>#N/A</c:v>
                </c:pt>
                <c:pt idx="232">
                  <c:v>#N/A</c:v>
                </c:pt>
                <c:pt idx="233">
                  <c:v>#N/A</c:v>
                </c:pt>
                <c:pt idx="234">
                  <c:v>#N/A</c:v>
                </c:pt>
                <c:pt idx="235">
                  <c:v>#N/A</c:v>
                </c:pt>
                <c:pt idx="236">
                  <c:v>#N/A</c:v>
                </c:pt>
                <c:pt idx="237">
                  <c:v>#N/A</c:v>
                </c:pt>
                <c:pt idx="238">
                  <c:v>#N/A</c:v>
                </c:pt>
                <c:pt idx="239">
                  <c:v>#N/A</c:v>
                </c:pt>
                <c:pt idx="240">
                  <c:v>#N/A</c:v>
                </c:pt>
                <c:pt idx="241">
                  <c:v>#N/A</c:v>
                </c:pt>
                <c:pt idx="242">
                  <c:v>#N/A</c:v>
                </c:pt>
                <c:pt idx="243">
                  <c:v>#N/A</c:v>
                </c:pt>
                <c:pt idx="244">
                  <c:v>#N/A</c:v>
                </c:pt>
                <c:pt idx="245">
                  <c:v>#N/A</c:v>
                </c:pt>
                <c:pt idx="246">
                  <c:v>#N/A</c:v>
                </c:pt>
                <c:pt idx="247">
                  <c:v>#N/A</c:v>
                </c:pt>
                <c:pt idx="248">
                  <c:v>#N/A</c:v>
                </c:pt>
                <c:pt idx="249">
                  <c:v>#N/A</c:v>
                </c:pt>
                <c:pt idx="250">
                  <c:v>#N/A</c:v>
                </c:pt>
                <c:pt idx="251">
                  <c:v>#N/A</c:v>
                </c:pt>
                <c:pt idx="252">
                  <c:v>3.1</c:v>
                </c:pt>
                <c:pt idx="253">
                  <c:v>#N/A</c:v>
                </c:pt>
                <c:pt idx="254">
                  <c:v>#N/A</c:v>
                </c:pt>
                <c:pt idx="255">
                  <c:v>#N/A</c:v>
                </c:pt>
                <c:pt idx="256">
                  <c:v>#N/A</c:v>
                </c:pt>
                <c:pt idx="257">
                  <c:v>#N/A</c:v>
                </c:pt>
                <c:pt idx="258">
                  <c:v>#N/A</c:v>
                </c:pt>
                <c:pt idx="259">
                  <c:v>#N/A</c:v>
                </c:pt>
                <c:pt idx="260">
                  <c:v>#N/A</c:v>
                </c:pt>
                <c:pt idx="261">
                  <c:v>#N/A</c:v>
                </c:pt>
                <c:pt idx="262">
                  <c:v>#N/A</c:v>
                </c:pt>
                <c:pt idx="263">
                  <c:v>#N/A</c:v>
                </c:pt>
                <c:pt idx="264">
                  <c:v>#N/A</c:v>
                </c:pt>
                <c:pt idx="265">
                  <c:v>#N/A</c:v>
                </c:pt>
                <c:pt idx="266">
                  <c:v>#N/A</c:v>
                </c:pt>
                <c:pt idx="267">
                  <c:v>#N/A</c:v>
                </c:pt>
                <c:pt idx="268">
                  <c:v>#N/A</c:v>
                </c:pt>
                <c:pt idx="269">
                  <c:v>#N/A</c:v>
                </c:pt>
                <c:pt idx="270">
                  <c:v>#N/A</c:v>
                </c:pt>
                <c:pt idx="271">
                  <c:v>#N/A</c:v>
                </c:pt>
                <c:pt idx="272">
                  <c:v>#N/A</c:v>
                </c:pt>
                <c:pt idx="273">
                  <c:v>#N/A</c:v>
                </c:pt>
                <c:pt idx="274">
                  <c:v>#N/A</c:v>
                </c:pt>
                <c:pt idx="275">
                  <c:v>#N/A</c:v>
                </c:pt>
                <c:pt idx="276">
                  <c:v>#N/A</c:v>
                </c:pt>
                <c:pt idx="277">
                  <c:v>#N/A</c:v>
                </c:pt>
                <c:pt idx="278">
                  <c:v>#N/A</c:v>
                </c:pt>
                <c:pt idx="279">
                  <c:v>#N/A</c:v>
                </c:pt>
                <c:pt idx="280">
                  <c:v>#N/A</c:v>
                </c:pt>
                <c:pt idx="281">
                  <c:v>#N/A</c:v>
                </c:pt>
                <c:pt idx="282">
                  <c:v>#N/A</c:v>
                </c:pt>
                <c:pt idx="283">
                  <c:v>3.2</c:v>
                </c:pt>
                <c:pt idx="284">
                  <c:v>#N/A</c:v>
                </c:pt>
                <c:pt idx="285">
                  <c:v>#N/A</c:v>
                </c:pt>
                <c:pt idx="286">
                  <c:v>#N/A</c:v>
                </c:pt>
                <c:pt idx="287">
                  <c:v>#N/A</c:v>
                </c:pt>
                <c:pt idx="288">
                  <c:v>#N/A</c:v>
                </c:pt>
                <c:pt idx="289">
                  <c:v>#N/A</c:v>
                </c:pt>
                <c:pt idx="290">
                  <c:v>#N/A</c:v>
                </c:pt>
                <c:pt idx="291">
                  <c:v>#N/A</c:v>
                </c:pt>
                <c:pt idx="292">
                  <c:v>#N/A</c:v>
                </c:pt>
                <c:pt idx="293">
                  <c:v>#N/A</c:v>
                </c:pt>
                <c:pt idx="294">
                  <c:v>#N/A</c:v>
                </c:pt>
                <c:pt idx="295">
                  <c:v>#N/A</c:v>
                </c:pt>
                <c:pt idx="296">
                  <c:v>#N/A</c:v>
                </c:pt>
                <c:pt idx="297">
                  <c:v>#N/A</c:v>
                </c:pt>
                <c:pt idx="298">
                  <c:v>#N/A</c:v>
                </c:pt>
                <c:pt idx="299">
                  <c:v>#N/A</c:v>
                </c:pt>
                <c:pt idx="300">
                  <c:v>#N/A</c:v>
                </c:pt>
                <c:pt idx="301">
                  <c:v>#N/A</c:v>
                </c:pt>
                <c:pt idx="302">
                  <c:v>#N/A</c:v>
                </c:pt>
                <c:pt idx="303">
                  <c:v>#N/A</c:v>
                </c:pt>
                <c:pt idx="304">
                  <c:v>#N/A</c:v>
                </c:pt>
                <c:pt idx="305">
                  <c:v>#N/A</c:v>
                </c:pt>
                <c:pt idx="306">
                  <c:v>#N/A</c:v>
                </c:pt>
                <c:pt idx="307">
                  <c:v>#N/A</c:v>
                </c:pt>
                <c:pt idx="308">
                  <c:v>#N/A</c:v>
                </c:pt>
                <c:pt idx="309">
                  <c:v>#N/A</c:v>
                </c:pt>
                <c:pt idx="310">
                  <c:v>#N/A</c:v>
                </c:pt>
                <c:pt idx="311">
                  <c:v>#N/A</c:v>
                </c:pt>
                <c:pt idx="312">
                  <c:v>#N/A</c:v>
                </c:pt>
                <c:pt idx="313">
                  <c:v>3.4</c:v>
                </c:pt>
                <c:pt idx="314">
                  <c:v>#N/A</c:v>
                </c:pt>
                <c:pt idx="315">
                  <c:v>#N/A</c:v>
                </c:pt>
                <c:pt idx="316">
                  <c:v>#N/A</c:v>
                </c:pt>
                <c:pt idx="317">
                  <c:v>#N/A</c:v>
                </c:pt>
                <c:pt idx="318">
                  <c:v>#N/A</c:v>
                </c:pt>
                <c:pt idx="319">
                  <c:v>#N/A</c:v>
                </c:pt>
                <c:pt idx="320">
                  <c:v>#N/A</c:v>
                </c:pt>
                <c:pt idx="321">
                  <c:v>#N/A</c:v>
                </c:pt>
                <c:pt idx="322">
                  <c:v>#N/A</c:v>
                </c:pt>
                <c:pt idx="323">
                  <c:v>#N/A</c:v>
                </c:pt>
                <c:pt idx="324">
                  <c:v>#N/A</c:v>
                </c:pt>
                <c:pt idx="325">
                  <c:v>#N/A</c:v>
                </c:pt>
                <c:pt idx="326">
                  <c:v>#N/A</c:v>
                </c:pt>
                <c:pt idx="327">
                  <c:v>#N/A</c:v>
                </c:pt>
                <c:pt idx="328">
                  <c:v>#N/A</c:v>
                </c:pt>
                <c:pt idx="329">
                  <c:v>#N/A</c:v>
                </c:pt>
                <c:pt idx="330">
                  <c:v>#N/A</c:v>
                </c:pt>
                <c:pt idx="331">
                  <c:v>#N/A</c:v>
                </c:pt>
                <c:pt idx="332">
                  <c:v>#N/A</c:v>
                </c:pt>
                <c:pt idx="333">
                  <c:v>#N/A</c:v>
                </c:pt>
                <c:pt idx="334">
                  <c:v>#N/A</c:v>
                </c:pt>
                <c:pt idx="335">
                  <c:v>#N/A</c:v>
                </c:pt>
                <c:pt idx="336">
                  <c:v>#N/A</c:v>
                </c:pt>
                <c:pt idx="337">
                  <c:v>#N/A</c:v>
                </c:pt>
                <c:pt idx="338">
                  <c:v>#N/A</c:v>
                </c:pt>
                <c:pt idx="339">
                  <c:v>#N/A</c:v>
                </c:pt>
                <c:pt idx="340">
                  <c:v>#N/A</c:v>
                </c:pt>
                <c:pt idx="341">
                  <c:v>#N/A</c:v>
                </c:pt>
                <c:pt idx="342">
                  <c:v>#N/A</c:v>
                </c:pt>
                <c:pt idx="343">
                  <c:v>#N/A</c:v>
                </c:pt>
                <c:pt idx="344">
                  <c:v>3.3</c:v>
                </c:pt>
                <c:pt idx="345">
                  <c:v>#N/A</c:v>
                </c:pt>
                <c:pt idx="346">
                  <c:v>#N/A</c:v>
                </c:pt>
                <c:pt idx="347">
                  <c:v>#N/A</c:v>
                </c:pt>
                <c:pt idx="348">
                  <c:v>#N/A</c:v>
                </c:pt>
                <c:pt idx="349">
                  <c:v>#N/A</c:v>
                </c:pt>
                <c:pt idx="350">
                  <c:v>#N/A</c:v>
                </c:pt>
                <c:pt idx="351">
                  <c:v>#N/A</c:v>
                </c:pt>
                <c:pt idx="352">
                  <c:v>#N/A</c:v>
                </c:pt>
                <c:pt idx="353">
                  <c:v>#N/A</c:v>
                </c:pt>
                <c:pt idx="354">
                  <c:v>#N/A</c:v>
                </c:pt>
                <c:pt idx="355">
                  <c:v>#N/A</c:v>
                </c:pt>
                <c:pt idx="356">
                  <c:v>#N/A</c:v>
                </c:pt>
                <c:pt idx="357">
                  <c:v>#N/A</c:v>
                </c:pt>
                <c:pt idx="358">
                  <c:v>#N/A</c:v>
                </c:pt>
                <c:pt idx="359">
                  <c:v>#N/A</c:v>
                </c:pt>
                <c:pt idx="360">
                  <c:v>#N/A</c:v>
                </c:pt>
                <c:pt idx="361">
                  <c:v>#N/A</c:v>
                </c:pt>
                <c:pt idx="362">
                  <c:v>#N/A</c:v>
                </c:pt>
                <c:pt idx="363">
                  <c:v>#N/A</c:v>
                </c:pt>
                <c:pt idx="364">
                  <c:v>#N/A</c:v>
                </c:pt>
                <c:pt idx="365">
                  <c:v>#N/A</c:v>
                </c:pt>
                <c:pt idx="366">
                  <c:v>#N/A</c:v>
                </c:pt>
                <c:pt idx="367">
                  <c:v>#N/A</c:v>
                </c:pt>
                <c:pt idx="368">
                  <c:v>#N/A</c:v>
                </c:pt>
                <c:pt idx="369">
                  <c:v>#N/A</c:v>
                </c:pt>
                <c:pt idx="370">
                  <c:v>#N/A</c:v>
                </c:pt>
                <c:pt idx="371">
                  <c:v>#N/A</c:v>
                </c:pt>
                <c:pt idx="372">
                  <c:v>#N/A</c:v>
                </c:pt>
                <c:pt idx="373">
                  <c:v>#N/A</c:v>
                </c:pt>
                <c:pt idx="374">
                  <c:v>#N/A</c:v>
                </c:pt>
                <c:pt idx="375">
                  <c:v>3.2</c:v>
                </c:pt>
                <c:pt idx="376">
                  <c:v>#N/A</c:v>
                </c:pt>
                <c:pt idx="377">
                  <c:v>#N/A</c:v>
                </c:pt>
                <c:pt idx="378">
                  <c:v>#N/A</c:v>
                </c:pt>
                <c:pt idx="379">
                  <c:v>#N/A</c:v>
                </c:pt>
                <c:pt idx="380">
                  <c:v>#N/A</c:v>
                </c:pt>
                <c:pt idx="381">
                  <c:v>#N/A</c:v>
                </c:pt>
                <c:pt idx="382">
                  <c:v>#N/A</c:v>
                </c:pt>
                <c:pt idx="383">
                  <c:v>#N/A</c:v>
                </c:pt>
                <c:pt idx="384">
                  <c:v>#N/A</c:v>
                </c:pt>
                <c:pt idx="385">
                  <c:v>#N/A</c:v>
                </c:pt>
                <c:pt idx="386">
                  <c:v>#N/A</c:v>
                </c:pt>
                <c:pt idx="387">
                  <c:v>#N/A</c:v>
                </c:pt>
                <c:pt idx="388">
                  <c:v>#N/A</c:v>
                </c:pt>
                <c:pt idx="389">
                  <c:v>#N/A</c:v>
                </c:pt>
                <c:pt idx="390">
                  <c:v>#N/A</c:v>
                </c:pt>
                <c:pt idx="391">
                  <c:v>#N/A</c:v>
                </c:pt>
                <c:pt idx="392">
                  <c:v>#N/A</c:v>
                </c:pt>
                <c:pt idx="393">
                  <c:v>#N/A</c:v>
                </c:pt>
                <c:pt idx="394">
                  <c:v>#N/A</c:v>
                </c:pt>
                <c:pt idx="395">
                  <c:v>#N/A</c:v>
                </c:pt>
                <c:pt idx="396">
                  <c:v>#N/A</c:v>
                </c:pt>
                <c:pt idx="397">
                  <c:v>#N/A</c:v>
                </c:pt>
                <c:pt idx="398">
                  <c:v>#N/A</c:v>
                </c:pt>
                <c:pt idx="399">
                  <c:v>#N/A</c:v>
                </c:pt>
                <c:pt idx="400">
                  <c:v>#N/A</c:v>
                </c:pt>
                <c:pt idx="401">
                  <c:v>#N/A</c:v>
                </c:pt>
                <c:pt idx="402">
                  <c:v>#N/A</c:v>
                </c:pt>
                <c:pt idx="403">
                  <c:v>#N/A</c:v>
                </c:pt>
                <c:pt idx="404">
                  <c:v>#N/A</c:v>
                </c:pt>
                <c:pt idx="405">
                  <c:v>3.1</c:v>
                </c:pt>
                <c:pt idx="406">
                  <c:v>#N/A</c:v>
                </c:pt>
                <c:pt idx="407">
                  <c:v>#N/A</c:v>
                </c:pt>
                <c:pt idx="408">
                  <c:v>#N/A</c:v>
                </c:pt>
                <c:pt idx="409">
                  <c:v>#N/A</c:v>
                </c:pt>
                <c:pt idx="410">
                  <c:v>#N/A</c:v>
                </c:pt>
                <c:pt idx="411">
                  <c:v>#N/A</c:v>
                </c:pt>
                <c:pt idx="412">
                  <c:v>#N/A</c:v>
                </c:pt>
                <c:pt idx="413">
                  <c:v>#N/A</c:v>
                </c:pt>
                <c:pt idx="414">
                  <c:v>#N/A</c:v>
                </c:pt>
                <c:pt idx="415">
                  <c:v>#N/A</c:v>
                </c:pt>
                <c:pt idx="416">
                  <c:v>#N/A</c:v>
                </c:pt>
                <c:pt idx="417">
                  <c:v>#N/A</c:v>
                </c:pt>
                <c:pt idx="418">
                  <c:v>#N/A</c:v>
                </c:pt>
                <c:pt idx="419">
                  <c:v>#N/A</c:v>
                </c:pt>
                <c:pt idx="420">
                  <c:v>#N/A</c:v>
                </c:pt>
                <c:pt idx="421">
                  <c:v>#N/A</c:v>
                </c:pt>
                <c:pt idx="422">
                  <c:v>#N/A</c:v>
                </c:pt>
                <c:pt idx="423">
                  <c:v>#N/A</c:v>
                </c:pt>
                <c:pt idx="424">
                  <c:v>#N/A</c:v>
                </c:pt>
                <c:pt idx="425">
                  <c:v>#N/A</c:v>
                </c:pt>
                <c:pt idx="426">
                  <c:v>#N/A</c:v>
                </c:pt>
                <c:pt idx="427">
                  <c:v>#N/A</c:v>
                </c:pt>
                <c:pt idx="428">
                  <c:v>#N/A</c:v>
                </c:pt>
                <c:pt idx="429">
                  <c:v>#N/A</c:v>
                </c:pt>
                <c:pt idx="430">
                  <c:v>#N/A</c:v>
                </c:pt>
                <c:pt idx="431">
                  <c:v>#N/A</c:v>
                </c:pt>
                <c:pt idx="432">
                  <c:v>#N/A</c:v>
                </c:pt>
                <c:pt idx="433">
                  <c:v>#N/A</c:v>
                </c:pt>
                <c:pt idx="434">
                  <c:v>#N/A</c:v>
                </c:pt>
                <c:pt idx="435">
                  <c:v>#N/A</c:v>
                </c:pt>
                <c:pt idx="436">
                  <c:v>3.2</c:v>
                </c:pt>
                <c:pt idx="437">
                  <c:v>#N/A</c:v>
                </c:pt>
                <c:pt idx="438">
                  <c:v>#N/A</c:v>
                </c:pt>
                <c:pt idx="439">
                  <c:v>#N/A</c:v>
                </c:pt>
                <c:pt idx="440">
                  <c:v>#N/A</c:v>
                </c:pt>
                <c:pt idx="441">
                  <c:v>#N/A</c:v>
                </c:pt>
                <c:pt idx="442">
                  <c:v>#N/A</c:v>
                </c:pt>
                <c:pt idx="443">
                  <c:v>#N/A</c:v>
                </c:pt>
                <c:pt idx="444">
                  <c:v>#N/A</c:v>
                </c:pt>
                <c:pt idx="445">
                  <c:v>#N/A</c:v>
                </c:pt>
                <c:pt idx="446">
                  <c:v>#N/A</c:v>
                </c:pt>
                <c:pt idx="447">
                  <c:v>#N/A</c:v>
                </c:pt>
                <c:pt idx="448">
                  <c:v>#N/A</c:v>
                </c:pt>
                <c:pt idx="449">
                  <c:v>#N/A</c:v>
                </c:pt>
                <c:pt idx="450">
                  <c:v>#N/A</c:v>
                </c:pt>
                <c:pt idx="451">
                  <c:v>#N/A</c:v>
                </c:pt>
                <c:pt idx="452">
                  <c:v>#N/A</c:v>
                </c:pt>
                <c:pt idx="453">
                  <c:v>#N/A</c:v>
                </c:pt>
                <c:pt idx="454">
                  <c:v>#N/A</c:v>
                </c:pt>
                <c:pt idx="455">
                  <c:v>#N/A</c:v>
                </c:pt>
                <c:pt idx="456">
                  <c:v>#N/A</c:v>
                </c:pt>
                <c:pt idx="457">
                  <c:v>#N/A</c:v>
                </c:pt>
                <c:pt idx="458">
                  <c:v>#N/A</c:v>
                </c:pt>
                <c:pt idx="459">
                  <c:v>#N/A</c:v>
                </c:pt>
                <c:pt idx="460">
                  <c:v>#N/A</c:v>
                </c:pt>
                <c:pt idx="461">
                  <c:v>#N/A</c:v>
                </c:pt>
                <c:pt idx="462">
                  <c:v>#N/A</c:v>
                </c:pt>
                <c:pt idx="463">
                  <c:v>#N/A</c:v>
                </c:pt>
                <c:pt idx="464">
                  <c:v>#N/A</c:v>
                </c:pt>
                <c:pt idx="465">
                  <c:v>#N/A</c:v>
                </c:pt>
                <c:pt idx="466">
                  <c:v>3.2</c:v>
                </c:pt>
                <c:pt idx="467">
                  <c:v>#N/A</c:v>
                </c:pt>
                <c:pt idx="468">
                  <c:v>#N/A</c:v>
                </c:pt>
                <c:pt idx="469">
                  <c:v>#N/A</c:v>
                </c:pt>
                <c:pt idx="470">
                  <c:v>#N/A</c:v>
                </c:pt>
                <c:pt idx="471">
                  <c:v>#N/A</c:v>
                </c:pt>
                <c:pt idx="472">
                  <c:v>#N/A</c:v>
                </c:pt>
                <c:pt idx="473">
                  <c:v>#N/A</c:v>
                </c:pt>
                <c:pt idx="474">
                  <c:v>#N/A</c:v>
                </c:pt>
                <c:pt idx="475">
                  <c:v>#N/A</c:v>
                </c:pt>
                <c:pt idx="476">
                  <c:v>#N/A</c:v>
                </c:pt>
                <c:pt idx="477">
                  <c:v>#N/A</c:v>
                </c:pt>
                <c:pt idx="478">
                  <c:v>#N/A</c:v>
                </c:pt>
                <c:pt idx="479">
                  <c:v>#N/A</c:v>
                </c:pt>
                <c:pt idx="480">
                  <c:v>#N/A</c:v>
                </c:pt>
                <c:pt idx="481">
                  <c:v>#N/A</c:v>
                </c:pt>
                <c:pt idx="482">
                  <c:v>#N/A</c:v>
                </c:pt>
                <c:pt idx="483">
                  <c:v>#N/A</c:v>
                </c:pt>
                <c:pt idx="484">
                  <c:v>#N/A</c:v>
                </c:pt>
                <c:pt idx="485">
                  <c:v>#N/A</c:v>
                </c:pt>
                <c:pt idx="486">
                  <c:v>#N/A</c:v>
                </c:pt>
                <c:pt idx="487">
                  <c:v>#N/A</c:v>
                </c:pt>
                <c:pt idx="488">
                  <c:v>#N/A</c:v>
                </c:pt>
                <c:pt idx="489">
                  <c:v>#N/A</c:v>
                </c:pt>
                <c:pt idx="490">
                  <c:v>#N/A</c:v>
                </c:pt>
                <c:pt idx="491">
                  <c:v>#N/A</c:v>
                </c:pt>
                <c:pt idx="492">
                  <c:v>#N/A</c:v>
                </c:pt>
                <c:pt idx="493">
                  <c:v>#N/A</c:v>
                </c:pt>
                <c:pt idx="494">
                  <c:v>#N/A</c:v>
                </c:pt>
                <c:pt idx="495">
                  <c:v>#N/A</c:v>
                </c:pt>
                <c:pt idx="496">
                  <c:v>#N/A</c:v>
                </c:pt>
                <c:pt idx="497">
                  <c:v>3.2</c:v>
                </c:pt>
                <c:pt idx="498">
                  <c:v>#N/A</c:v>
                </c:pt>
                <c:pt idx="499">
                  <c:v>#N/A</c:v>
                </c:pt>
                <c:pt idx="500">
                  <c:v>#N/A</c:v>
                </c:pt>
                <c:pt idx="501">
                  <c:v>#N/A</c:v>
                </c:pt>
                <c:pt idx="502">
                  <c:v>#N/A</c:v>
                </c:pt>
                <c:pt idx="503">
                  <c:v>#N/A</c:v>
                </c:pt>
                <c:pt idx="504">
                  <c:v>#N/A</c:v>
                </c:pt>
                <c:pt idx="505">
                  <c:v>#N/A</c:v>
                </c:pt>
                <c:pt idx="506">
                  <c:v>#N/A</c:v>
                </c:pt>
                <c:pt idx="507">
                  <c:v>#N/A</c:v>
                </c:pt>
                <c:pt idx="508">
                  <c:v>#N/A</c:v>
                </c:pt>
                <c:pt idx="509">
                  <c:v>#N/A</c:v>
                </c:pt>
                <c:pt idx="510">
                  <c:v>#N/A</c:v>
                </c:pt>
                <c:pt idx="511">
                  <c:v>#N/A</c:v>
                </c:pt>
                <c:pt idx="512">
                  <c:v>#N/A</c:v>
                </c:pt>
                <c:pt idx="513">
                  <c:v>#N/A</c:v>
                </c:pt>
                <c:pt idx="514">
                  <c:v>#N/A</c:v>
                </c:pt>
                <c:pt idx="515">
                  <c:v>#N/A</c:v>
                </c:pt>
                <c:pt idx="516">
                  <c:v>#N/A</c:v>
                </c:pt>
                <c:pt idx="517">
                  <c:v>#N/A</c:v>
                </c:pt>
                <c:pt idx="518">
                  <c:v>#N/A</c:v>
                </c:pt>
                <c:pt idx="519">
                  <c:v>#N/A</c:v>
                </c:pt>
                <c:pt idx="520">
                  <c:v>#N/A</c:v>
                </c:pt>
                <c:pt idx="521">
                  <c:v>#N/A</c:v>
                </c:pt>
                <c:pt idx="522">
                  <c:v>#N/A</c:v>
                </c:pt>
                <c:pt idx="523">
                  <c:v>#N/A</c:v>
                </c:pt>
                <c:pt idx="524">
                  <c:v>#N/A</c:v>
                </c:pt>
                <c:pt idx="525">
                  <c:v>3.2</c:v>
                </c:pt>
                <c:pt idx="526">
                  <c:v>#N/A</c:v>
                </c:pt>
                <c:pt idx="527">
                  <c:v>#N/A</c:v>
                </c:pt>
                <c:pt idx="528">
                  <c:v>#N/A</c:v>
                </c:pt>
                <c:pt idx="529">
                  <c:v>#N/A</c:v>
                </c:pt>
                <c:pt idx="530">
                  <c:v>#N/A</c:v>
                </c:pt>
                <c:pt idx="531">
                  <c:v>#N/A</c:v>
                </c:pt>
                <c:pt idx="532">
                  <c:v>#N/A</c:v>
                </c:pt>
                <c:pt idx="533">
                  <c:v>#N/A</c:v>
                </c:pt>
                <c:pt idx="534">
                  <c:v>#N/A</c:v>
                </c:pt>
                <c:pt idx="535">
                  <c:v>#N/A</c:v>
                </c:pt>
                <c:pt idx="536">
                  <c:v>#N/A</c:v>
                </c:pt>
                <c:pt idx="537">
                  <c:v>#N/A</c:v>
                </c:pt>
                <c:pt idx="538">
                  <c:v>#N/A</c:v>
                </c:pt>
                <c:pt idx="539">
                  <c:v>#N/A</c:v>
                </c:pt>
                <c:pt idx="540">
                  <c:v>#N/A</c:v>
                </c:pt>
                <c:pt idx="541">
                  <c:v>#N/A</c:v>
                </c:pt>
                <c:pt idx="542">
                  <c:v>#N/A</c:v>
                </c:pt>
                <c:pt idx="543">
                  <c:v>#N/A</c:v>
                </c:pt>
                <c:pt idx="544">
                  <c:v>#N/A</c:v>
                </c:pt>
                <c:pt idx="545">
                  <c:v>#N/A</c:v>
                </c:pt>
                <c:pt idx="546">
                  <c:v>#N/A</c:v>
                </c:pt>
                <c:pt idx="547">
                  <c:v>#N/A</c:v>
                </c:pt>
                <c:pt idx="548">
                  <c:v>#N/A</c:v>
                </c:pt>
                <c:pt idx="549">
                  <c:v>#N/A</c:v>
                </c:pt>
                <c:pt idx="550">
                  <c:v>#N/A</c:v>
                </c:pt>
                <c:pt idx="551">
                  <c:v>#N/A</c:v>
                </c:pt>
                <c:pt idx="552">
                  <c:v>#N/A</c:v>
                </c:pt>
                <c:pt idx="553">
                  <c:v>#N/A</c:v>
                </c:pt>
                <c:pt idx="554">
                  <c:v>#N/A</c:v>
                </c:pt>
                <c:pt idx="555">
                  <c:v>#N/A</c:v>
                </c:pt>
                <c:pt idx="556">
                  <c:v>3.5</c:v>
                </c:pt>
                <c:pt idx="557">
                  <c:v>#N/A</c:v>
                </c:pt>
                <c:pt idx="558">
                  <c:v>#N/A</c:v>
                </c:pt>
                <c:pt idx="559">
                  <c:v>#N/A</c:v>
                </c:pt>
                <c:pt idx="560">
                  <c:v>#N/A</c:v>
                </c:pt>
                <c:pt idx="561">
                  <c:v>#N/A</c:v>
                </c:pt>
                <c:pt idx="562">
                  <c:v>#N/A</c:v>
                </c:pt>
                <c:pt idx="563">
                  <c:v>#N/A</c:v>
                </c:pt>
                <c:pt idx="564">
                  <c:v>#N/A</c:v>
                </c:pt>
                <c:pt idx="565">
                  <c:v>#N/A</c:v>
                </c:pt>
                <c:pt idx="566">
                  <c:v>#N/A</c:v>
                </c:pt>
                <c:pt idx="567">
                  <c:v>#N/A</c:v>
                </c:pt>
                <c:pt idx="568">
                  <c:v>#N/A</c:v>
                </c:pt>
                <c:pt idx="569">
                  <c:v>#N/A</c:v>
                </c:pt>
                <c:pt idx="570">
                  <c:v>#N/A</c:v>
                </c:pt>
                <c:pt idx="571">
                  <c:v>#N/A</c:v>
                </c:pt>
                <c:pt idx="572">
                  <c:v>#N/A</c:v>
                </c:pt>
                <c:pt idx="573">
                  <c:v>#N/A</c:v>
                </c:pt>
                <c:pt idx="574">
                  <c:v>#N/A</c:v>
                </c:pt>
                <c:pt idx="575">
                  <c:v>#N/A</c:v>
                </c:pt>
                <c:pt idx="576">
                  <c:v>#N/A</c:v>
                </c:pt>
                <c:pt idx="577">
                  <c:v>#N/A</c:v>
                </c:pt>
                <c:pt idx="578">
                  <c:v>#N/A</c:v>
                </c:pt>
                <c:pt idx="579">
                  <c:v>#N/A</c:v>
                </c:pt>
                <c:pt idx="580">
                  <c:v>#N/A</c:v>
                </c:pt>
                <c:pt idx="581">
                  <c:v>#N/A</c:v>
                </c:pt>
                <c:pt idx="582">
                  <c:v>#N/A</c:v>
                </c:pt>
                <c:pt idx="583">
                  <c:v>#N/A</c:v>
                </c:pt>
                <c:pt idx="584">
                  <c:v>#N/A</c:v>
                </c:pt>
                <c:pt idx="585">
                  <c:v>#N/A</c:v>
                </c:pt>
                <c:pt idx="586">
                  <c:v>#N/A</c:v>
                </c:pt>
                <c:pt idx="587">
                  <c:v>3.3</c:v>
                </c:pt>
                <c:pt idx="588">
                  <c:v>#N/A</c:v>
                </c:pt>
                <c:pt idx="589">
                  <c:v>#N/A</c:v>
                </c:pt>
                <c:pt idx="590">
                  <c:v>#N/A</c:v>
                </c:pt>
                <c:pt idx="591">
                  <c:v>#N/A</c:v>
                </c:pt>
                <c:pt idx="592">
                  <c:v>#N/A</c:v>
                </c:pt>
                <c:pt idx="593">
                  <c:v>#N/A</c:v>
                </c:pt>
                <c:pt idx="594">
                  <c:v>#N/A</c:v>
                </c:pt>
                <c:pt idx="595">
                  <c:v>#N/A</c:v>
                </c:pt>
                <c:pt idx="596">
                  <c:v>#N/A</c:v>
                </c:pt>
                <c:pt idx="597">
                  <c:v>#N/A</c:v>
                </c:pt>
                <c:pt idx="598">
                  <c:v>#N/A</c:v>
                </c:pt>
                <c:pt idx="599">
                  <c:v>#N/A</c:v>
                </c:pt>
                <c:pt idx="600">
                  <c:v>#N/A</c:v>
                </c:pt>
                <c:pt idx="601">
                  <c:v>#N/A</c:v>
                </c:pt>
                <c:pt idx="602">
                  <c:v>#N/A</c:v>
                </c:pt>
                <c:pt idx="603">
                  <c:v>#N/A</c:v>
                </c:pt>
                <c:pt idx="604">
                  <c:v>#N/A</c:v>
                </c:pt>
                <c:pt idx="605">
                  <c:v>#N/A</c:v>
                </c:pt>
                <c:pt idx="606">
                  <c:v>#N/A</c:v>
                </c:pt>
                <c:pt idx="607">
                  <c:v>#N/A</c:v>
                </c:pt>
                <c:pt idx="608">
                  <c:v>#N/A</c:v>
                </c:pt>
                <c:pt idx="609">
                  <c:v>#N/A</c:v>
                </c:pt>
                <c:pt idx="610">
                  <c:v>#N/A</c:v>
                </c:pt>
                <c:pt idx="611">
                  <c:v>#N/A</c:v>
                </c:pt>
                <c:pt idx="612">
                  <c:v>#N/A</c:v>
                </c:pt>
                <c:pt idx="613">
                  <c:v>#N/A</c:v>
                </c:pt>
                <c:pt idx="614">
                  <c:v>#N/A</c:v>
                </c:pt>
                <c:pt idx="615">
                  <c:v>#N/A</c:v>
                </c:pt>
                <c:pt idx="616">
                  <c:v>#N/A</c:v>
                </c:pt>
                <c:pt idx="617">
                  <c:v>3.3</c:v>
                </c:pt>
                <c:pt idx="618">
                  <c:v>#N/A</c:v>
                </c:pt>
                <c:pt idx="619">
                  <c:v>#N/A</c:v>
                </c:pt>
                <c:pt idx="620">
                  <c:v>#N/A</c:v>
                </c:pt>
                <c:pt idx="621">
                  <c:v>#N/A</c:v>
                </c:pt>
                <c:pt idx="622">
                  <c:v>#N/A</c:v>
                </c:pt>
                <c:pt idx="623">
                  <c:v>#N/A</c:v>
                </c:pt>
                <c:pt idx="624">
                  <c:v>#N/A</c:v>
                </c:pt>
                <c:pt idx="625">
                  <c:v>#N/A</c:v>
                </c:pt>
                <c:pt idx="626">
                  <c:v>#N/A</c:v>
                </c:pt>
                <c:pt idx="627">
                  <c:v>#N/A</c:v>
                </c:pt>
                <c:pt idx="628">
                  <c:v>#N/A</c:v>
                </c:pt>
                <c:pt idx="629">
                  <c:v>#N/A</c:v>
                </c:pt>
                <c:pt idx="630">
                  <c:v>#N/A</c:v>
                </c:pt>
                <c:pt idx="631">
                  <c:v>#N/A</c:v>
                </c:pt>
                <c:pt idx="632">
                  <c:v>#N/A</c:v>
                </c:pt>
                <c:pt idx="633">
                  <c:v>#N/A</c:v>
                </c:pt>
                <c:pt idx="634">
                  <c:v>#N/A</c:v>
                </c:pt>
                <c:pt idx="635">
                  <c:v>#N/A</c:v>
                </c:pt>
                <c:pt idx="636">
                  <c:v>#N/A</c:v>
                </c:pt>
                <c:pt idx="637">
                  <c:v>#N/A</c:v>
                </c:pt>
                <c:pt idx="638">
                  <c:v>#N/A</c:v>
                </c:pt>
                <c:pt idx="639">
                  <c:v>#N/A</c:v>
                </c:pt>
                <c:pt idx="640">
                  <c:v>#N/A</c:v>
                </c:pt>
                <c:pt idx="641">
                  <c:v>#N/A</c:v>
                </c:pt>
                <c:pt idx="642">
                  <c:v>#N/A</c:v>
                </c:pt>
                <c:pt idx="643">
                  <c:v>#N/A</c:v>
                </c:pt>
                <c:pt idx="644">
                  <c:v>#N/A</c:v>
                </c:pt>
                <c:pt idx="645">
                  <c:v>#N/A</c:v>
                </c:pt>
                <c:pt idx="646">
                  <c:v>#N/A</c:v>
                </c:pt>
                <c:pt idx="647">
                  <c:v>#N/A</c:v>
                </c:pt>
                <c:pt idx="648">
                  <c:v>3.3</c:v>
                </c:pt>
                <c:pt idx="649">
                  <c:v>#N/A</c:v>
                </c:pt>
                <c:pt idx="650">
                  <c:v>#N/A</c:v>
                </c:pt>
                <c:pt idx="651">
                  <c:v>#N/A</c:v>
                </c:pt>
                <c:pt idx="652">
                  <c:v>#N/A</c:v>
                </c:pt>
                <c:pt idx="653">
                  <c:v>#N/A</c:v>
                </c:pt>
                <c:pt idx="654">
                  <c:v>#N/A</c:v>
                </c:pt>
                <c:pt idx="655">
                  <c:v>#N/A</c:v>
                </c:pt>
                <c:pt idx="656">
                  <c:v>#N/A</c:v>
                </c:pt>
                <c:pt idx="657">
                  <c:v>#N/A</c:v>
                </c:pt>
                <c:pt idx="658">
                  <c:v>#N/A</c:v>
                </c:pt>
                <c:pt idx="659">
                  <c:v>#N/A</c:v>
                </c:pt>
                <c:pt idx="660">
                  <c:v>#N/A</c:v>
                </c:pt>
                <c:pt idx="661">
                  <c:v>#N/A</c:v>
                </c:pt>
                <c:pt idx="662">
                  <c:v>#N/A</c:v>
                </c:pt>
                <c:pt idx="663">
                  <c:v>#N/A</c:v>
                </c:pt>
                <c:pt idx="664">
                  <c:v>#N/A</c:v>
                </c:pt>
                <c:pt idx="665">
                  <c:v>#N/A</c:v>
                </c:pt>
                <c:pt idx="666">
                  <c:v>#N/A</c:v>
                </c:pt>
                <c:pt idx="667">
                  <c:v>#N/A</c:v>
                </c:pt>
                <c:pt idx="668">
                  <c:v>#N/A</c:v>
                </c:pt>
                <c:pt idx="669">
                  <c:v>#N/A</c:v>
                </c:pt>
                <c:pt idx="670">
                  <c:v>#N/A</c:v>
                </c:pt>
                <c:pt idx="671">
                  <c:v>#N/A</c:v>
                </c:pt>
                <c:pt idx="672">
                  <c:v>#N/A</c:v>
                </c:pt>
                <c:pt idx="673">
                  <c:v>#N/A</c:v>
                </c:pt>
                <c:pt idx="674">
                  <c:v>#N/A</c:v>
                </c:pt>
                <c:pt idx="675">
                  <c:v>#N/A</c:v>
                </c:pt>
                <c:pt idx="676">
                  <c:v>#N/A</c:v>
                </c:pt>
                <c:pt idx="677">
                  <c:v>#N/A</c:v>
                </c:pt>
                <c:pt idx="678">
                  <c:v>3.3</c:v>
                </c:pt>
                <c:pt idx="679">
                  <c:v>#N/A</c:v>
                </c:pt>
                <c:pt idx="680">
                  <c:v>#N/A</c:v>
                </c:pt>
                <c:pt idx="681">
                  <c:v>#N/A</c:v>
                </c:pt>
                <c:pt idx="682">
                  <c:v>#N/A</c:v>
                </c:pt>
                <c:pt idx="683">
                  <c:v>#N/A</c:v>
                </c:pt>
                <c:pt idx="684">
                  <c:v>#N/A</c:v>
                </c:pt>
                <c:pt idx="685">
                  <c:v>#N/A</c:v>
                </c:pt>
                <c:pt idx="686">
                  <c:v>#N/A</c:v>
                </c:pt>
                <c:pt idx="687">
                  <c:v>#N/A</c:v>
                </c:pt>
                <c:pt idx="688">
                  <c:v>#N/A</c:v>
                </c:pt>
                <c:pt idx="689">
                  <c:v>#N/A</c:v>
                </c:pt>
                <c:pt idx="690">
                  <c:v>#N/A</c:v>
                </c:pt>
                <c:pt idx="691">
                  <c:v>#N/A</c:v>
                </c:pt>
                <c:pt idx="692">
                  <c:v>#N/A</c:v>
                </c:pt>
                <c:pt idx="693">
                  <c:v>#N/A</c:v>
                </c:pt>
                <c:pt idx="694">
                  <c:v>#N/A</c:v>
                </c:pt>
                <c:pt idx="695">
                  <c:v>#N/A</c:v>
                </c:pt>
                <c:pt idx="696">
                  <c:v>#N/A</c:v>
                </c:pt>
                <c:pt idx="697">
                  <c:v>#N/A</c:v>
                </c:pt>
                <c:pt idx="698">
                  <c:v>#N/A</c:v>
                </c:pt>
                <c:pt idx="699">
                  <c:v>#N/A</c:v>
                </c:pt>
                <c:pt idx="700">
                  <c:v>#N/A</c:v>
                </c:pt>
                <c:pt idx="701">
                  <c:v>#N/A</c:v>
                </c:pt>
                <c:pt idx="702">
                  <c:v>#N/A</c:v>
                </c:pt>
                <c:pt idx="703">
                  <c:v>#N/A</c:v>
                </c:pt>
                <c:pt idx="704">
                  <c:v>#N/A</c:v>
                </c:pt>
                <c:pt idx="705">
                  <c:v>#N/A</c:v>
                </c:pt>
                <c:pt idx="706">
                  <c:v>#N/A</c:v>
                </c:pt>
                <c:pt idx="707">
                  <c:v>#N/A</c:v>
                </c:pt>
                <c:pt idx="708">
                  <c:v>#N/A</c:v>
                </c:pt>
                <c:pt idx="709">
                  <c:v>3.3</c:v>
                </c:pt>
                <c:pt idx="710">
                  <c:v>#N/A</c:v>
                </c:pt>
                <c:pt idx="711">
                  <c:v>#N/A</c:v>
                </c:pt>
                <c:pt idx="712">
                  <c:v>#N/A</c:v>
                </c:pt>
                <c:pt idx="713">
                  <c:v>#N/A</c:v>
                </c:pt>
                <c:pt idx="714">
                  <c:v>#N/A</c:v>
                </c:pt>
                <c:pt idx="715">
                  <c:v>#N/A</c:v>
                </c:pt>
                <c:pt idx="716">
                  <c:v>#N/A</c:v>
                </c:pt>
                <c:pt idx="717">
                  <c:v>#N/A</c:v>
                </c:pt>
                <c:pt idx="718">
                  <c:v>#N/A</c:v>
                </c:pt>
                <c:pt idx="719">
                  <c:v>#N/A</c:v>
                </c:pt>
                <c:pt idx="720">
                  <c:v>#N/A</c:v>
                </c:pt>
                <c:pt idx="721">
                  <c:v>#N/A</c:v>
                </c:pt>
                <c:pt idx="722">
                  <c:v>#N/A</c:v>
                </c:pt>
                <c:pt idx="723">
                  <c:v>#N/A</c:v>
                </c:pt>
                <c:pt idx="724">
                  <c:v>#N/A</c:v>
                </c:pt>
                <c:pt idx="725">
                  <c:v>#N/A</c:v>
                </c:pt>
                <c:pt idx="726">
                  <c:v>#N/A</c:v>
                </c:pt>
                <c:pt idx="727">
                  <c:v>#N/A</c:v>
                </c:pt>
                <c:pt idx="728">
                  <c:v>#N/A</c:v>
                </c:pt>
                <c:pt idx="729">
                  <c:v>#N/A</c:v>
                </c:pt>
                <c:pt idx="730">
                  <c:v>#N/A</c:v>
                </c:pt>
                <c:pt idx="731">
                  <c:v>#N/A</c:v>
                </c:pt>
                <c:pt idx="732">
                  <c:v>#N/A</c:v>
                </c:pt>
                <c:pt idx="733">
                  <c:v>#N/A</c:v>
                </c:pt>
                <c:pt idx="734">
                  <c:v>#N/A</c:v>
                </c:pt>
                <c:pt idx="735">
                  <c:v>#N/A</c:v>
                </c:pt>
                <c:pt idx="736">
                  <c:v>#N/A</c:v>
                </c:pt>
                <c:pt idx="737">
                  <c:v>#N/A</c:v>
                </c:pt>
                <c:pt idx="738">
                  <c:v>#N/A</c:v>
                </c:pt>
                <c:pt idx="739">
                  <c:v>#N/A</c:v>
                </c:pt>
                <c:pt idx="740">
                  <c:v>3.4</c:v>
                </c:pt>
                <c:pt idx="741">
                  <c:v>#N/A</c:v>
                </c:pt>
                <c:pt idx="742">
                  <c:v>#N/A</c:v>
                </c:pt>
                <c:pt idx="743">
                  <c:v>#N/A</c:v>
                </c:pt>
                <c:pt idx="744">
                  <c:v>#N/A</c:v>
                </c:pt>
                <c:pt idx="745">
                  <c:v>#N/A</c:v>
                </c:pt>
                <c:pt idx="746">
                  <c:v>#N/A</c:v>
                </c:pt>
                <c:pt idx="747">
                  <c:v>#N/A</c:v>
                </c:pt>
                <c:pt idx="748">
                  <c:v>#N/A</c:v>
                </c:pt>
                <c:pt idx="749">
                  <c:v>#N/A</c:v>
                </c:pt>
                <c:pt idx="750">
                  <c:v>#N/A</c:v>
                </c:pt>
                <c:pt idx="751">
                  <c:v>#N/A</c:v>
                </c:pt>
                <c:pt idx="752">
                  <c:v>#N/A</c:v>
                </c:pt>
                <c:pt idx="753">
                  <c:v>#N/A</c:v>
                </c:pt>
                <c:pt idx="754">
                  <c:v>#N/A</c:v>
                </c:pt>
                <c:pt idx="755">
                  <c:v>#N/A</c:v>
                </c:pt>
                <c:pt idx="756">
                  <c:v>#N/A</c:v>
                </c:pt>
                <c:pt idx="757">
                  <c:v>#N/A</c:v>
                </c:pt>
                <c:pt idx="758">
                  <c:v>#N/A</c:v>
                </c:pt>
                <c:pt idx="759">
                  <c:v>#N/A</c:v>
                </c:pt>
                <c:pt idx="760">
                  <c:v>#N/A</c:v>
                </c:pt>
                <c:pt idx="761">
                  <c:v>#N/A</c:v>
                </c:pt>
                <c:pt idx="762">
                  <c:v>#N/A</c:v>
                </c:pt>
                <c:pt idx="763">
                  <c:v>#N/A</c:v>
                </c:pt>
                <c:pt idx="764">
                  <c:v>#N/A</c:v>
                </c:pt>
                <c:pt idx="765">
                  <c:v>#N/A</c:v>
                </c:pt>
                <c:pt idx="766">
                  <c:v>#N/A</c:v>
                </c:pt>
                <c:pt idx="767">
                  <c:v>#N/A</c:v>
                </c:pt>
                <c:pt idx="768">
                  <c:v>#N/A</c:v>
                </c:pt>
                <c:pt idx="769">
                  <c:v>#N/A</c:v>
                </c:pt>
                <c:pt idx="770">
                  <c:v>3.4</c:v>
                </c:pt>
                <c:pt idx="771">
                  <c:v>#N/A</c:v>
                </c:pt>
                <c:pt idx="772">
                  <c:v>#N/A</c:v>
                </c:pt>
                <c:pt idx="773">
                  <c:v>#N/A</c:v>
                </c:pt>
                <c:pt idx="774">
                  <c:v>#N/A</c:v>
                </c:pt>
                <c:pt idx="775">
                  <c:v>#N/A</c:v>
                </c:pt>
                <c:pt idx="776">
                  <c:v>#N/A</c:v>
                </c:pt>
                <c:pt idx="777">
                  <c:v>#N/A</c:v>
                </c:pt>
                <c:pt idx="778">
                  <c:v>#N/A</c:v>
                </c:pt>
                <c:pt idx="779">
                  <c:v>#N/A</c:v>
                </c:pt>
                <c:pt idx="780">
                  <c:v>#N/A</c:v>
                </c:pt>
                <c:pt idx="781">
                  <c:v>#N/A</c:v>
                </c:pt>
                <c:pt idx="782">
                  <c:v>#N/A</c:v>
                </c:pt>
                <c:pt idx="783">
                  <c:v>#N/A</c:v>
                </c:pt>
                <c:pt idx="784">
                  <c:v>#N/A</c:v>
                </c:pt>
                <c:pt idx="785">
                  <c:v>#N/A</c:v>
                </c:pt>
                <c:pt idx="786">
                  <c:v>#N/A</c:v>
                </c:pt>
                <c:pt idx="787">
                  <c:v>#N/A</c:v>
                </c:pt>
                <c:pt idx="788">
                  <c:v>#N/A</c:v>
                </c:pt>
                <c:pt idx="789">
                  <c:v>#N/A</c:v>
                </c:pt>
                <c:pt idx="790">
                  <c:v>#N/A</c:v>
                </c:pt>
                <c:pt idx="791">
                  <c:v>#N/A</c:v>
                </c:pt>
                <c:pt idx="792">
                  <c:v>#N/A</c:v>
                </c:pt>
                <c:pt idx="793">
                  <c:v>#N/A</c:v>
                </c:pt>
                <c:pt idx="794">
                  <c:v>#N/A</c:v>
                </c:pt>
                <c:pt idx="795">
                  <c:v>#N/A</c:v>
                </c:pt>
                <c:pt idx="796">
                  <c:v>#N/A</c:v>
                </c:pt>
                <c:pt idx="797">
                  <c:v>#N/A</c:v>
                </c:pt>
                <c:pt idx="798">
                  <c:v>#N/A</c:v>
                </c:pt>
                <c:pt idx="799">
                  <c:v>#N/A</c:v>
                </c:pt>
                <c:pt idx="800">
                  <c:v>#N/A</c:v>
                </c:pt>
                <c:pt idx="801">
                  <c:v>3.5</c:v>
                </c:pt>
                <c:pt idx="802">
                  <c:v>#N/A</c:v>
                </c:pt>
                <c:pt idx="803">
                  <c:v>#N/A</c:v>
                </c:pt>
                <c:pt idx="804">
                  <c:v>#N/A</c:v>
                </c:pt>
                <c:pt idx="805">
                  <c:v>#N/A</c:v>
                </c:pt>
                <c:pt idx="806">
                  <c:v>#N/A</c:v>
                </c:pt>
                <c:pt idx="807">
                  <c:v>#N/A</c:v>
                </c:pt>
                <c:pt idx="808">
                  <c:v>#N/A</c:v>
                </c:pt>
                <c:pt idx="809">
                  <c:v>#N/A</c:v>
                </c:pt>
                <c:pt idx="810">
                  <c:v>#N/A</c:v>
                </c:pt>
                <c:pt idx="811">
                  <c:v>#N/A</c:v>
                </c:pt>
                <c:pt idx="812">
                  <c:v>#N/A</c:v>
                </c:pt>
                <c:pt idx="813">
                  <c:v>#N/A</c:v>
                </c:pt>
                <c:pt idx="814">
                  <c:v>#N/A</c:v>
                </c:pt>
                <c:pt idx="815">
                  <c:v>#N/A</c:v>
                </c:pt>
                <c:pt idx="816">
                  <c:v>#N/A</c:v>
                </c:pt>
                <c:pt idx="817">
                  <c:v>#N/A</c:v>
                </c:pt>
                <c:pt idx="818">
                  <c:v>#N/A</c:v>
                </c:pt>
                <c:pt idx="819">
                  <c:v>#N/A</c:v>
                </c:pt>
                <c:pt idx="820">
                  <c:v>#N/A</c:v>
                </c:pt>
                <c:pt idx="821">
                  <c:v>#N/A</c:v>
                </c:pt>
                <c:pt idx="822">
                  <c:v>#N/A</c:v>
                </c:pt>
                <c:pt idx="823">
                  <c:v>#N/A</c:v>
                </c:pt>
                <c:pt idx="824">
                  <c:v>#N/A</c:v>
                </c:pt>
                <c:pt idx="825">
                  <c:v>#N/A</c:v>
                </c:pt>
                <c:pt idx="826">
                  <c:v>#N/A</c:v>
                </c:pt>
                <c:pt idx="827">
                  <c:v>#N/A</c:v>
                </c:pt>
                <c:pt idx="828">
                  <c:v>#N/A</c:v>
                </c:pt>
                <c:pt idx="829">
                  <c:v>#N/A</c:v>
                </c:pt>
                <c:pt idx="830">
                  <c:v>#N/A</c:v>
                </c:pt>
                <c:pt idx="831">
                  <c:v>3.6</c:v>
                </c:pt>
                <c:pt idx="832">
                  <c:v>#N/A</c:v>
                </c:pt>
                <c:pt idx="833">
                  <c:v>#N/A</c:v>
                </c:pt>
                <c:pt idx="834">
                  <c:v>#N/A</c:v>
                </c:pt>
                <c:pt idx="835">
                  <c:v>#N/A</c:v>
                </c:pt>
                <c:pt idx="836">
                  <c:v>#N/A</c:v>
                </c:pt>
                <c:pt idx="837">
                  <c:v>#N/A</c:v>
                </c:pt>
                <c:pt idx="838">
                  <c:v>#N/A</c:v>
                </c:pt>
                <c:pt idx="839">
                  <c:v>#N/A</c:v>
                </c:pt>
                <c:pt idx="840">
                  <c:v>#N/A</c:v>
                </c:pt>
                <c:pt idx="841">
                  <c:v>#N/A</c:v>
                </c:pt>
                <c:pt idx="842">
                  <c:v>#N/A</c:v>
                </c:pt>
                <c:pt idx="843">
                  <c:v>#N/A</c:v>
                </c:pt>
                <c:pt idx="844">
                  <c:v>#N/A</c:v>
                </c:pt>
                <c:pt idx="845">
                  <c:v>#N/A</c:v>
                </c:pt>
                <c:pt idx="846">
                  <c:v>#N/A</c:v>
                </c:pt>
                <c:pt idx="847">
                  <c:v>#N/A</c:v>
                </c:pt>
                <c:pt idx="848">
                  <c:v>#N/A</c:v>
                </c:pt>
                <c:pt idx="849">
                  <c:v>#N/A</c:v>
                </c:pt>
                <c:pt idx="850">
                  <c:v>#N/A</c:v>
                </c:pt>
                <c:pt idx="851">
                  <c:v>#N/A</c:v>
                </c:pt>
                <c:pt idx="852">
                  <c:v>#N/A</c:v>
                </c:pt>
                <c:pt idx="853">
                  <c:v>#N/A</c:v>
                </c:pt>
                <c:pt idx="854">
                  <c:v>#N/A</c:v>
                </c:pt>
                <c:pt idx="855">
                  <c:v>#N/A</c:v>
                </c:pt>
                <c:pt idx="856">
                  <c:v>#N/A</c:v>
                </c:pt>
                <c:pt idx="857">
                  <c:v>#N/A</c:v>
                </c:pt>
                <c:pt idx="858">
                  <c:v>#N/A</c:v>
                </c:pt>
                <c:pt idx="859">
                  <c:v>#N/A</c:v>
                </c:pt>
                <c:pt idx="860">
                  <c:v>#N/A</c:v>
                </c:pt>
                <c:pt idx="861">
                  <c:v>#N/A</c:v>
                </c:pt>
                <c:pt idx="862">
                  <c:v>3.6</c:v>
                </c:pt>
                <c:pt idx="863">
                  <c:v>#N/A</c:v>
                </c:pt>
                <c:pt idx="864">
                  <c:v>#N/A</c:v>
                </c:pt>
                <c:pt idx="865">
                  <c:v>#N/A</c:v>
                </c:pt>
                <c:pt idx="866">
                  <c:v>#N/A</c:v>
                </c:pt>
                <c:pt idx="867">
                  <c:v>#N/A</c:v>
                </c:pt>
                <c:pt idx="868">
                  <c:v>#N/A</c:v>
                </c:pt>
                <c:pt idx="869">
                  <c:v>#N/A</c:v>
                </c:pt>
                <c:pt idx="870">
                  <c:v>#N/A</c:v>
                </c:pt>
                <c:pt idx="871">
                  <c:v>#N/A</c:v>
                </c:pt>
                <c:pt idx="872">
                  <c:v>#N/A</c:v>
                </c:pt>
                <c:pt idx="873">
                  <c:v>#N/A</c:v>
                </c:pt>
                <c:pt idx="874">
                  <c:v>#N/A</c:v>
                </c:pt>
                <c:pt idx="875">
                  <c:v>#N/A</c:v>
                </c:pt>
                <c:pt idx="876">
                  <c:v>#N/A</c:v>
                </c:pt>
                <c:pt idx="877">
                  <c:v>#N/A</c:v>
                </c:pt>
                <c:pt idx="878">
                  <c:v>#N/A</c:v>
                </c:pt>
                <c:pt idx="879">
                  <c:v>#N/A</c:v>
                </c:pt>
                <c:pt idx="880">
                  <c:v>#N/A</c:v>
                </c:pt>
                <c:pt idx="881">
                  <c:v>#N/A</c:v>
                </c:pt>
                <c:pt idx="882">
                  <c:v>#N/A</c:v>
                </c:pt>
                <c:pt idx="883">
                  <c:v>#N/A</c:v>
                </c:pt>
                <c:pt idx="884">
                  <c:v>#N/A</c:v>
                </c:pt>
                <c:pt idx="885">
                  <c:v>#N/A</c:v>
                </c:pt>
                <c:pt idx="886">
                  <c:v>#N/A</c:v>
                </c:pt>
                <c:pt idx="887">
                  <c:v>#N/A</c:v>
                </c:pt>
                <c:pt idx="888">
                  <c:v>#N/A</c:v>
                </c:pt>
                <c:pt idx="889">
                  <c:v>#N/A</c:v>
                </c:pt>
                <c:pt idx="890">
                  <c:v>#N/A</c:v>
                </c:pt>
                <c:pt idx="891">
                  <c:v>3.6</c:v>
                </c:pt>
                <c:pt idx="892">
                  <c:v>#N/A</c:v>
                </c:pt>
                <c:pt idx="893">
                  <c:v>#N/A</c:v>
                </c:pt>
                <c:pt idx="894">
                  <c:v>#N/A</c:v>
                </c:pt>
                <c:pt idx="895">
                  <c:v>#N/A</c:v>
                </c:pt>
                <c:pt idx="896">
                  <c:v>#N/A</c:v>
                </c:pt>
                <c:pt idx="897">
                  <c:v>#N/A</c:v>
                </c:pt>
                <c:pt idx="898">
                  <c:v>#N/A</c:v>
                </c:pt>
                <c:pt idx="899">
                  <c:v>#N/A</c:v>
                </c:pt>
                <c:pt idx="900">
                  <c:v>#N/A</c:v>
                </c:pt>
                <c:pt idx="901">
                  <c:v>#N/A</c:v>
                </c:pt>
                <c:pt idx="902">
                  <c:v>#N/A</c:v>
                </c:pt>
                <c:pt idx="903">
                  <c:v>#N/A</c:v>
                </c:pt>
                <c:pt idx="904">
                  <c:v>#N/A</c:v>
                </c:pt>
                <c:pt idx="905">
                  <c:v>#N/A</c:v>
                </c:pt>
                <c:pt idx="906">
                  <c:v>#N/A</c:v>
                </c:pt>
                <c:pt idx="907">
                  <c:v>#N/A</c:v>
                </c:pt>
                <c:pt idx="908">
                  <c:v>#N/A</c:v>
                </c:pt>
                <c:pt idx="909">
                  <c:v>#N/A</c:v>
                </c:pt>
                <c:pt idx="910">
                  <c:v>#N/A</c:v>
                </c:pt>
                <c:pt idx="911">
                  <c:v>#N/A</c:v>
                </c:pt>
                <c:pt idx="912">
                  <c:v>#N/A</c:v>
                </c:pt>
                <c:pt idx="913">
                  <c:v>#N/A</c:v>
                </c:pt>
                <c:pt idx="914">
                  <c:v>#N/A</c:v>
                </c:pt>
                <c:pt idx="915">
                  <c:v>#N/A</c:v>
                </c:pt>
                <c:pt idx="916">
                  <c:v>#N/A</c:v>
                </c:pt>
                <c:pt idx="917">
                  <c:v>#N/A</c:v>
                </c:pt>
                <c:pt idx="918">
                  <c:v>#N/A</c:v>
                </c:pt>
                <c:pt idx="919">
                  <c:v>#N/A</c:v>
                </c:pt>
                <c:pt idx="920">
                  <c:v>#N/A</c:v>
                </c:pt>
                <c:pt idx="921">
                  <c:v>#N/A</c:v>
                </c:pt>
                <c:pt idx="922">
                  <c:v>3.7</c:v>
                </c:pt>
                <c:pt idx="923">
                  <c:v>#N/A</c:v>
                </c:pt>
                <c:pt idx="924">
                  <c:v>#N/A</c:v>
                </c:pt>
                <c:pt idx="925">
                  <c:v>#N/A</c:v>
                </c:pt>
                <c:pt idx="926">
                  <c:v>#N/A</c:v>
                </c:pt>
                <c:pt idx="927">
                  <c:v>#N/A</c:v>
                </c:pt>
                <c:pt idx="928">
                  <c:v>#N/A</c:v>
                </c:pt>
                <c:pt idx="929">
                  <c:v>#N/A</c:v>
                </c:pt>
                <c:pt idx="930">
                  <c:v>#N/A</c:v>
                </c:pt>
                <c:pt idx="931">
                  <c:v>#N/A</c:v>
                </c:pt>
                <c:pt idx="932">
                  <c:v>#N/A</c:v>
                </c:pt>
                <c:pt idx="933">
                  <c:v>#N/A</c:v>
                </c:pt>
                <c:pt idx="934">
                  <c:v>#N/A</c:v>
                </c:pt>
                <c:pt idx="935">
                  <c:v>#N/A</c:v>
                </c:pt>
                <c:pt idx="936">
                  <c:v>#N/A</c:v>
                </c:pt>
                <c:pt idx="937">
                  <c:v>#N/A</c:v>
                </c:pt>
                <c:pt idx="938">
                  <c:v>#N/A</c:v>
                </c:pt>
                <c:pt idx="939">
                  <c:v>#N/A</c:v>
                </c:pt>
                <c:pt idx="940">
                  <c:v>#N/A</c:v>
                </c:pt>
                <c:pt idx="941">
                  <c:v>#N/A</c:v>
                </c:pt>
                <c:pt idx="942">
                  <c:v>#N/A</c:v>
                </c:pt>
                <c:pt idx="943">
                  <c:v>#N/A</c:v>
                </c:pt>
                <c:pt idx="944">
                  <c:v>#N/A</c:v>
                </c:pt>
                <c:pt idx="945">
                  <c:v>#N/A</c:v>
                </c:pt>
                <c:pt idx="946">
                  <c:v>#N/A</c:v>
                </c:pt>
                <c:pt idx="947">
                  <c:v>#N/A</c:v>
                </c:pt>
                <c:pt idx="948">
                  <c:v>#N/A</c:v>
                </c:pt>
                <c:pt idx="949">
                  <c:v>#N/A</c:v>
                </c:pt>
                <c:pt idx="950">
                  <c:v>#N/A</c:v>
                </c:pt>
                <c:pt idx="951">
                  <c:v>#N/A</c:v>
                </c:pt>
                <c:pt idx="952">
                  <c:v>#N/A</c:v>
                </c:pt>
                <c:pt idx="953">
                  <c:v>3.9</c:v>
                </c:pt>
                <c:pt idx="954">
                  <c:v>#N/A</c:v>
                </c:pt>
                <c:pt idx="955">
                  <c:v>#N/A</c:v>
                </c:pt>
                <c:pt idx="956">
                  <c:v>#N/A</c:v>
                </c:pt>
                <c:pt idx="957">
                  <c:v>#N/A</c:v>
                </c:pt>
                <c:pt idx="958">
                  <c:v>#N/A</c:v>
                </c:pt>
                <c:pt idx="959">
                  <c:v>#N/A</c:v>
                </c:pt>
                <c:pt idx="960">
                  <c:v>#N/A</c:v>
                </c:pt>
                <c:pt idx="961">
                  <c:v>#N/A</c:v>
                </c:pt>
                <c:pt idx="962">
                  <c:v>#N/A</c:v>
                </c:pt>
                <c:pt idx="963">
                  <c:v>#N/A</c:v>
                </c:pt>
                <c:pt idx="964">
                  <c:v>#N/A</c:v>
                </c:pt>
                <c:pt idx="965">
                  <c:v>#N/A</c:v>
                </c:pt>
                <c:pt idx="966">
                  <c:v>#N/A</c:v>
                </c:pt>
                <c:pt idx="967">
                  <c:v>#N/A</c:v>
                </c:pt>
                <c:pt idx="968">
                  <c:v>#N/A</c:v>
                </c:pt>
                <c:pt idx="969">
                  <c:v>#N/A</c:v>
                </c:pt>
                <c:pt idx="970">
                  <c:v>#N/A</c:v>
                </c:pt>
                <c:pt idx="971">
                  <c:v>#N/A</c:v>
                </c:pt>
                <c:pt idx="972">
                  <c:v>#N/A</c:v>
                </c:pt>
                <c:pt idx="973">
                  <c:v>#N/A</c:v>
                </c:pt>
                <c:pt idx="974">
                  <c:v>#N/A</c:v>
                </c:pt>
                <c:pt idx="975">
                  <c:v>#N/A</c:v>
                </c:pt>
                <c:pt idx="976">
                  <c:v>#N/A</c:v>
                </c:pt>
                <c:pt idx="977">
                  <c:v>#N/A</c:v>
                </c:pt>
                <c:pt idx="978">
                  <c:v>#N/A</c:v>
                </c:pt>
                <c:pt idx="979">
                  <c:v>#N/A</c:v>
                </c:pt>
                <c:pt idx="980">
                  <c:v>#N/A</c:v>
                </c:pt>
                <c:pt idx="981">
                  <c:v>#N/A</c:v>
                </c:pt>
                <c:pt idx="982">
                  <c:v>#N/A</c:v>
                </c:pt>
                <c:pt idx="983">
                  <c:v>4.0999999999999996</c:v>
                </c:pt>
                <c:pt idx="984">
                  <c:v>#N/A</c:v>
                </c:pt>
                <c:pt idx="985">
                  <c:v>#N/A</c:v>
                </c:pt>
                <c:pt idx="986">
                  <c:v>#N/A</c:v>
                </c:pt>
                <c:pt idx="987">
                  <c:v>#N/A</c:v>
                </c:pt>
                <c:pt idx="988">
                  <c:v>#N/A</c:v>
                </c:pt>
                <c:pt idx="989">
                  <c:v>#N/A</c:v>
                </c:pt>
                <c:pt idx="990">
                  <c:v>#N/A</c:v>
                </c:pt>
                <c:pt idx="991">
                  <c:v>#N/A</c:v>
                </c:pt>
                <c:pt idx="992">
                  <c:v>#N/A</c:v>
                </c:pt>
                <c:pt idx="993">
                  <c:v>#N/A</c:v>
                </c:pt>
                <c:pt idx="994">
                  <c:v>#N/A</c:v>
                </c:pt>
                <c:pt idx="995">
                  <c:v>#N/A</c:v>
                </c:pt>
                <c:pt idx="996">
                  <c:v>#N/A</c:v>
                </c:pt>
                <c:pt idx="997">
                  <c:v>#N/A</c:v>
                </c:pt>
                <c:pt idx="998">
                  <c:v>#N/A</c:v>
                </c:pt>
                <c:pt idx="999">
                  <c:v>#N/A</c:v>
                </c:pt>
                <c:pt idx="1000">
                  <c:v>#N/A</c:v>
                </c:pt>
                <c:pt idx="1001">
                  <c:v>#N/A</c:v>
                </c:pt>
                <c:pt idx="1002">
                  <c:v>#N/A</c:v>
                </c:pt>
                <c:pt idx="1003">
                  <c:v>#N/A</c:v>
                </c:pt>
                <c:pt idx="1004">
                  <c:v>#N/A</c:v>
                </c:pt>
                <c:pt idx="1005">
                  <c:v>#N/A</c:v>
                </c:pt>
                <c:pt idx="1006">
                  <c:v>#N/A</c:v>
                </c:pt>
                <c:pt idx="1007">
                  <c:v>#N/A</c:v>
                </c:pt>
                <c:pt idx="1008">
                  <c:v>#N/A</c:v>
                </c:pt>
                <c:pt idx="1009">
                  <c:v>#N/A</c:v>
                </c:pt>
                <c:pt idx="1010">
                  <c:v>#N/A</c:v>
                </c:pt>
                <c:pt idx="1011">
                  <c:v>#N/A</c:v>
                </c:pt>
                <c:pt idx="1012">
                  <c:v>#N/A</c:v>
                </c:pt>
                <c:pt idx="1013">
                  <c:v>#N/A</c:v>
                </c:pt>
                <c:pt idx="1014">
                  <c:v>4.4000000000000004</c:v>
                </c:pt>
                <c:pt idx="1015">
                  <c:v>#N/A</c:v>
                </c:pt>
                <c:pt idx="1016">
                  <c:v>#N/A</c:v>
                </c:pt>
                <c:pt idx="1017">
                  <c:v>#N/A</c:v>
                </c:pt>
                <c:pt idx="1018">
                  <c:v>#N/A</c:v>
                </c:pt>
                <c:pt idx="1019">
                  <c:v>#N/A</c:v>
                </c:pt>
                <c:pt idx="1020">
                  <c:v>#N/A</c:v>
                </c:pt>
                <c:pt idx="1021">
                  <c:v>#N/A</c:v>
                </c:pt>
                <c:pt idx="1022">
                  <c:v>#N/A</c:v>
                </c:pt>
                <c:pt idx="1023">
                  <c:v>#N/A</c:v>
                </c:pt>
                <c:pt idx="1024">
                  <c:v>#N/A</c:v>
                </c:pt>
                <c:pt idx="1025">
                  <c:v>#N/A</c:v>
                </c:pt>
                <c:pt idx="1026">
                  <c:v>#N/A</c:v>
                </c:pt>
                <c:pt idx="1027">
                  <c:v>#N/A</c:v>
                </c:pt>
                <c:pt idx="1028">
                  <c:v>#N/A</c:v>
                </c:pt>
                <c:pt idx="1029">
                  <c:v>#N/A</c:v>
                </c:pt>
                <c:pt idx="1030">
                  <c:v>#N/A</c:v>
                </c:pt>
                <c:pt idx="1031">
                  <c:v>#N/A</c:v>
                </c:pt>
                <c:pt idx="1032">
                  <c:v>#N/A</c:v>
                </c:pt>
                <c:pt idx="1033">
                  <c:v>#N/A</c:v>
                </c:pt>
                <c:pt idx="1034">
                  <c:v>#N/A</c:v>
                </c:pt>
                <c:pt idx="1035">
                  <c:v>#N/A</c:v>
                </c:pt>
                <c:pt idx="1036">
                  <c:v>#N/A</c:v>
                </c:pt>
                <c:pt idx="1037">
                  <c:v>#N/A</c:v>
                </c:pt>
                <c:pt idx="1038">
                  <c:v>#N/A</c:v>
                </c:pt>
                <c:pt idx="1039">
                  <c:v>#N/A</c:v>
                </c:pt>
                <c:pt idx="1040">
                  <c:v>#N/A</c:v>
                </c:pt>
                <c:pt idx="1041">
                  <c:v>#N/A</c:v>
                </c:pt>
                <c:pt idx="1042">
                  <c:v>#N/A</c:v>
                </c:pt>
                <c:pt idx="1043">
                  <c:v>#N/A</c:v>
                </c:pt>
                <c:pt idx="1044">
                  <c:v>4.5</c:v>
                </c:pt>
                <c:pt idx="1045">
                  <c:v>#N/A</c:v>
                </c:pt>
                <c:pt idx="1046">
                  <c:v>#N/A</c:v>
                </c:pt>
                <c:pt idx="1047">
                  <c:v>#N/A</c:v>
                </c:pt>
                <c:pt idx="1048">
                  <c:v>#N/A</c:v>
                </c:pt>
                <c:pt idx="1049">
                  <c:v>#N/A</c:v>
                </c:pt>
                <c:pt idx="1050">
                  <c:v>#N/A</c:v>
                </c:pt>
                <c:pt idx="1051">
                  <c:v>#N/A</c:v>
                </c:pt>
                <c:pt idx="1052">
                  <c:v>#N/A</c:v>
                </c:pt>
                <c:pt idx="1053">
                  <c:v>#N/A</c:v>
                </c:pt>
                <c:pt idx="1054">
                  <c:v>#N/A</c:v>
                </c:pt>
                <c:pt idx="1055">
                  <c:v>#N/A</c:v>
                </c:pt>
                <c:pt idx="1056">
                  <c:v>#N/A</c:v>
                </c:pt>
                <c:pt idx="1057">
                  <c:v>#N/A</c:v>
                </c:pt>
                <c:pt idx="1058">
                  <c:v>#N/A</c:v>
                </c:pt>
                <c:pt idx="1059">
                  <c:v>#N/A</c:v>
                </c:pt>
                <c:pt idx="1060">
                  <c:v>#N/A</c:v>
                </c:pt>
                <c:pt idx="1061">
                  <c:v>#N/A</c:v>
                </c:pt>
                <c:pt idx="1062">
                  <c:v>#N/A</c:v>
                </c:pt>
                <c:pt idx="1063">
                  <c:v>#N/A</c:v>
                </c:pt>
                <c:pt idx="1064">
                  <c:v>#N/A</c:v>
                </c:pt>
                <c:pt idx="1065">
                  <c:v>#N/A</c:v>
                </c:pt>
                <c:pt idx="1066">
                  <c:v>#N/A</c:v>
                </c:pt>
                <c:pt idx="1067">
                  <c:v>#N/A</c:v>
                </c:pt>
                <c:pt idx="1068">
                  <c:v>#N/A</c:v>
                </c:pt>
                <c:pt idx="1069">
                  <c:v>#N/A</c:v>
                </c:pt>
                <c:pt idx="1070">
                  <c:v>#N/A</c:v>
                </c:pt>
                <c:pt idx="1071">
                  <c:v>#N/A</c:v>
                </c:pt>
                <c:pt idx="1072">
                  <c:v>#N/A</c:v>
                </c:pt>
                <c:pt idx="1073">
                  <c:v>#N/A</c:v>
                </c:pt>
                <c:pt idx="1074">
                  <c:v>#N/A</c:v>
                </c:pt>
                <c:pt idx="1075">
                  <c:v>4.9000000000000004</c:v>
                </c:pt>
                <c:pt idx="1076">
                  <c:v>#N/A</c:v>
                </c:pt>
                <c:pt idx="1077">
                  <c:v>#N/A</c:v>
                </c:pt>
                <c:pt idx="1078">
                  <c:v>#N/A</c:v>
                </c:pt>
                <c:pt idx="1079">
                  <c:v>#N/A</c:v>
                </c:pt>
                <c:pt idx="1080">
                  <c:v>#N/A</c:v>
                </c:pt>
                <c:pt idx="1081">
                  <c:v>#N/A</c:v>
                </c:pt>
                <c:pt idx="1082">
                  <c:v>#N/A</c:v>
                </c:pt>
                <c:pt idx="1083">
                  <c:v>#N/A</c:v>
                </c:pt>
                <c:pt idx="1084">
                  <c:v>#N/A</c:v>
                </c:pt>
                <c:pt idx="1085">
                  <c:v>#N/A</c:v>
                </c:pt>
                <c:pt idx="1086">
                  <c:v>#N/A</c:v>
                </c:pt>
                <c:pt idx="1087">
                  <c:v>#N/A</c:v>
                </c:pt>
                <c:pt idx="1088">
                  <c:v>#N/A</c:v>
                </c:pt>
                <c:pt idx="1089">
                  <c:v>#N/A</c:v>
                </c:pt>
                <c:pt idx="1090">
                  <c:v>#N/A</c:v>
                </c:pt>
                <c:pt idx="1091">
                  <c:v>#N/A</c:v>
                </c:pt>
                <c:pt idx="1092">
                  <c:v>#N/A</c:v>
                </c:pt>
                <c:pt idx="1093">
                  <c:v>#N/A</c:v>
                </c:pt>
                <c:pt idx="1094">
                  <c:v>#N/A</c:v>
                </c:pt>
                <c:pt idx="1095">
                  <c:v>#N/A</c:v>
                </c:pt>
                <c:pt idx="1096">
                  <c:v>#N/A</c:v>
                </c:pt>
                <c:pt idx="1097">
                  <c:v>#N/A</c:v>
                </c:pt>
                <c:pt idx="1098">
                  <c:v>#N/A</c:v>
                </c:pt>
                <c:pt idx="1099">
                  <c:v>#N/A</c:v>
                </c:pt>
                <c:pt idx="1100">
                  <c:v>#N/A</c:v>
                </c:pt>
                <c:pt idx="1101">
                  <c:v>#N/A</c:v>
                </c:pt>
                <c:pt idx="1102">
                  <c:v>#N/A</c:v>
                </c:pt>
                <c:pt idx="1103">
                  <c:v>#N/A</c:v>
                </c:pt>
                <c:pt idx="1104">
                  <c:v>#N/A</c:v>
                </c:pt>
                <c:pt idx="1105">
                  <c:v>#N/A</c:v>
                </c:pt>
                <c:pt idx="1106">
                  <c:v>5.0999999999999996</c:v>
                </c:pt>
                <c:pt idx="1107">
                  <c:v>#N/A</c:v>
                </c:pt>
                <c:pt idx="1108">
                  <c:v>#N/A</c:v>
                </c:pt>
                <c:pt idx="1109">
                  <c:v>#N/A</c:v>
                </c:pt>
                <c:pt idx="1110">
                  <c:v>#N/A</c:v>
                </c:pt>
                <c:pt idx="1111">
                  <c:v>#N/A</c:v>
                </c:pt>
                <c:pt idx="1112">
                  <c:v>#N/A</c:v>
                </c:pt>
                <c:pt idx="1113">
                  <c:v>#N/A</c:v>
                </c:pt>
                <c:pt idx="1114">
                  <c:v>#N/A</c:v>
                </c:pt>
                <c:pt idx="1115">
                  <c:v>#N/A</c:v>
                </c:pt>
                <c:pt idx="1116">
                  <c:v>#N/A</c:v>
                </c:pt>
                <c:pt idx="1117">
                  <c:v>#N/A</c:v>
                </c:pt>
                <c:pt idx="1118">
                  <c:v>#N/A</c:v>
                </c:pt>
                <c:pt idx="1119">
                  <c:v>#N/A</c:v>
                </c:pt>
                <c:pt idx="1120">
                  <c:v>#N/A</c:v>
                </c:pt>
                <c:pt idx="1121">
                  <c:v>#N/A</c:v>
                </c:pt>
                <c:pt idx="1122">
                  <c:v>#N/A</c:v>
                </c:pt>
                <c:pt idx="1123">
                  <c:v>#N/A</c:v>
                </c:pt>
                <c:pt idx="1124">
                  <c:v>#N/A</c:v>
                </c:pt>
                <c:pt idx="1125">
                  <c:v>#N/A</c:v>
                </c:pt>
                <c:pt idx="1126">
                  <c:v>#N/A</c:v>
                </c:pt>
                <c:pt idx="1127">
                  <c:v>#N/A</c:v>
                </c:pt>
                <c:pt idx="1128">
                  <c:v>#N/A</c:v>
                </c:pt>
                <c:pt idx="1129">
                  <c:v>#N/A</c:v>
                </c:pt>
                <c:pt idx="1130">
                  <c:v>#N/A</c:v>
                </c:pt>
                <c:pt idx="1131">
                  <c:v>#N/A</c:v>
                </c:pt>
                <c:pt idx="1132">
                  <c:v>#N/A</c:v>
                </c:pt>
                <c:pt idx="1133">
                  <c:v>#N/A</c:v>
                </c:pt>
                <c:pt idx="1134">
                  <c:v>#N/A</c:v>
                </c:pt>
                <c:pt idx="1135">
                  <c:v>#N/A</c:v>
                </c:pt>
                <c:pt idx="1136">
                  <c:v>5.6</c:v>
                </c:pt>
                <c:pt idx="1137">
                  <c:v>#N/A</c:v>
                </c:pt>
                <c:pt idx="1138">
                  <c:v>#N/A</c:v>
                </c:pt>
                <c:pt idx="1139">
                  <c:v>#N/A</c:v>
                </c:pt>
                <c:pt idx="1140">
                  <c:v>#N/A</c:v>
                </c:pt>
                <c:pt idx="1141">
                  <c:v>#N/A</c:v>
                </c:pt>
                <c:pt idx="1142">
                  <c:v>#N/A</c:v>
                </c:pt>
                <c:pt idx="1143">
                  <c:v>#N/A</c:v>
                </c:pt>
                <c:pt idx="1144">
                  <c:v>#N/A</c:v>
                </c:pt>
                <c:pt idx="1145">
                  <c:v>#N/A</c:v>
                </c:pt>
                <c:pt idx="1146">
                  <c:v>#N/A</c:v>
                </c:pt>
                <c:pt idx="1147">
                  <c:v>#N/A</c:v>
                </c:pt>
                <c:pt idx="1148">
                  <c:v>#N/A</c:v>
                </c:pt>
                <c:pt idx="1149">
                  <c:v>#N/A</c:v>
                </c:pt>
                <c:pt idx="1150">
                  <c:v>#N/A</c:v>
                </c:pt>
                <c:pt idx="1151">
                  <c:v>#N/A</c:v>
                </c:pt>
                <c:pt idx="1152">
                  <c:v>#N/A</c:v>
                </c:pt>
                <c:pt idx="1153">
                  <c:v>#N/A</c:v>
                </c:pt>
                <c:pt idx="1154">
                  <c:v>#N/A</c:v>
                </c:pt>
                <c:pt idx="1155">
                  <c:v>#N/A</c:v>
                </c:pt>
                <c:pt idx="1156">
                  <c:v>#N/A</c:v>
                </c:pt>
                <c:pt idx="1157">
                  <c:v>#N/A</c:v>
                </c:pt>
                <c:pt idx="1158">
                  <c:v>#N/A</c:v>
                </c:pt>
                <c:pt idx="1159">
                  <c:v>#N/A</c:v>
                </c:pt>
                <c:pt idx="1160">
                  <c:v>#N/A</c:v>
                </c:pt>
                <c:pt idx="1161">
                  <c:v>#N/A</c:v>
                </c:pt>
                <c:pt idx="1162">
                  <c:v>#N/A</c:v>
                </c:pt>
                <c:pt idx="1163">
                  <c:v>#N/A</c:v>
                </c:pt>
                <c:pt idx="1164">
                  <c:v>#N/A</c:v>
                </c:pt>
                <c:pt idx="1165">
                  <c:v>#N/A</c:v>
                </c:pt>
                <c:pt idx="1166">
                  <c:v>#N/A</c:v>
                </c:pt>
                <c:pt idx="1167">
                  <c:v>5.9</c:v>
                </c:pt>
                <c:pt idx="1168">
                  <c:v>#N/A</c:v>
                </c:pt>
                <c:pt idx="1169">
                  <c:v>#N/A</c:v>
                </c:pt>
                <c:pt idx="1170">
                  <c:v>#N/A</c:v>
                </c:pt>
                <c:pt idx="1171">
                  <c:v>#N/A</c:v>
                </c:pt>
                <c:pt idx="1172">
                  <c:v>#N/A</c:v>
                </c:pt>
                <c:pt idx="1173">
                  <c:v>#N/A</c:v>
                </c:pt>
                <c:pt idx="1174">
                  <c:v>#N/A</c:v>
                </c:pt>
                <c:pt idx="1175">
                  <c:v>#N/A</c:v>
                </c:pt>
                <c:pt idx="1176">
                  <c:v>#N/A</c:v>
                </c:pt>
                <c:pt idx="1177">
                  <c:v>#N/A</c:v>
                </c:pt>
                <c:pt idx="1178">
                  <c:v>#N/A</c:v>
                </c:pt>
                <c:pt idx="1179">
                  <c:v>#N/A</c:v>
                </c:pt>
                <c:pt idx="1180">
                  <c:v>#N/A</c:v>
                </c:pt>
                <c:pt idx="1181">
                  <c:v>#N/A</c:v>
                </c:pt>
                <c:pt idx="1182">
                  <c:v>#N/A</c:v>
                </c:pt>
                <c:pt idx="1183">
                  <c:v>#N/A</c:v>
                </c:pt>
                <c:pt idx="1184">
                  <c:v>#N/A</c:v>
                </c:pt>
                <c:pt idx="1185">
                  <c:v>#N/A</c:v>
                </c:pt>
                <c:pt idx="1186">
                  <c:v>#N/A</c:v>
                </c:pt>
                <c:pt idx="1187">
                  <c:v>#N/A</c:v>
                </c:pt>
                <c:pt idx="1188">
                  <c:v>#N/A</c:v>
                </c:pt>
                <c:pt idx="1189">
                  <c:v>#N/A</c:v>
                </c:pt>
                <c:pt idx="1190">
                  <c:v>#N/A</c:v>
                </c:pt>
                <c:pt idx="1191">
                  <c:v>#N/A</c:v>
                </c:pt>
                <c:pt idx="1192">
                  <c:v>#N/A</c:v>
                </c:pt>
                <c:pt idx="1193">
                  <c:v>#N/A</c:v>
                </c:pt>
                <c:pt idx="1194">
                  <c:v>#N/A</c:v>
                </c:pt>
                <c:pt idx="1195">
                  <c:v>#N/A</c:v>
                </c:pt>
                <c:pt idx="1196">
                  <c:v>#N/A</c:v>
                </c:pt>
                <c:pt idx="1197">
                  <c:v>6</c:v>
                </c:pt>
                <c:pt idx="1198">
                  <c:v>#N/A</c:v>
                </c:pt>
                <c:pt idx="1199">
                  <c:v>#N/A</c:v>
                </c:pt>
                <c:pt idx="1200">
                  <c:v>#N/A</c:v>
                </c:pt>
                <c:pt idx="1201">
                  <c:v>#N/A</c:v>
                </c:pt>
                <c:pt idx="1202">
                  <c:v>#N/A</c:v>
                </c:pt>
                <c:pt idx="1203">
                  <c:v>#N/A</c:v>
                </c:pt>
                <c:pt idx="1204">
                  <c:v>#N/A</c:v>
                </c:pt>
                <c:pt idx="1205">
                  <c:v>#N/A</c:v>
                </c:pt>
                <c:pt idx="1206">
                  <c:v>#N/A</c:v>
                </c:pt>
                <c:pt idx="1207">
                  <c:v>#N/A</c:v>
                </c:pt>
                <c:pt idx="1208">
                  <c:v>#N/A</c:v>
                </c:pt>
                <c:pt idx="1209">
                  <c:v>#N/A</c:v>
                </c:pt>
                <c:pt idx="1210">
                  <c:v>#N/A</c:v>
                </c:pt>
                <c:pt idx="1211">
                  <c:v>#N/A</c:v>
                </c:pt>
                <c:pt idx="1212">
                  <c:v>#N/A</c:v>
                </c:pt>
                <c:pt idx="1213">
                  <c:v>#N/A</c:v>
                </c:pt>
                <c:pt idx="1214">
                  <c:v>#N/A</c:v>
                </c:pt>
                <c:pt idx="1215">
                  <c:v>#N/A</c:v>
                </c:pt>
                <c:pt idx="1216">
                  <c:v>#N/A</c:v>
                </c:pt>
                <c:pt idx="1217">
                  <c:v>#N/A</c:v>
                </c:pt>
                <c:pt idx="1218">
                  <c:v>#N/A</c:v>
                </c:pt>
                <c:pt idx="1219">
                  <c:v>#N/A</c:v>
                </c:pt>
                <c:pt idx="1220">
                  <c:v>#N/A</c:v>
                </c:pt>
                <c:pt idx="1221">
                  <c:v>#N/A</c:v>
                </c:pt>
                <c:pt idx="1222">
                  <c:v>#N/A</c:v>
                </c:pt>
                <c:pt idx="1223">
                  <c:v>#N/A</c:v>
                </c:pt>
                <c:pt idx="1224">
                  <c:v>#N/A</c:v>
                </c:pt>
                <c:pt idx="1225">
                  <c:v>#N/A</c:v>
                </c:pt>
                <c:pt idx="1226">
                  <c:v>#N/A</c:v>
                </c:pt>
                <c:pt idx="1227">
                  <c:v>#N/A</c:v>
                </c:pt>
                <c:pt idx="1228">
                  <c:v>6</c:v>
                </c:pt>
                <c:pt idx="1229">
                  <c:v>#N/A</c:v>
                </c:pt>
                <c:pt idx="1230">
                  <c:v>#N/A</c:v>
                </c:pt>
                <c:pt idx="1231">
                  <c:v>#N/A</c:v>
                </c:pt>
                <c:pt idx="1232">
                  <c:v>#N/A</c:v>
                </c:pt>
                <c:pt idx="1233">
                  <c:v>#N/A</c:v>
                </c:pt>
                <c:pt idx="1234">
                  <c:v>#N/A</c:v>
                </c:pt>
                <c:pt idx="1235">
                  <c:v>#N/A</c:v>
                </c:pt>
                <c:pt idx="1236">
                  <c:v>#N/A</c:v>
                </c:pt>
                <c:pt idx="1237">
                  <c:v>#N/A</c:v>
                </c:pt>
                <c:pt idx="1238">
                  <c:v>#N/A</c:v>
                </c:pt>
                <c:pt idx="1239">
                  <c:v>#N/A</c:v>
                </c:pt>
                <c:pt idx="1240">
                  <c:v>#N/A</c:v>
                </c:pt>
                <c:pt idx="1241">
                  <c:v>#N/A</c:v>
                </c:pt>
                <c:pt idx="1242">
                  <c:v>#N/A</c:v>
                </c:pt>
                <c:pt idx="1243">
                  <c:v>#N/A</c:v>
                </c:pt>
                <c:pt idx="1244">
                  <c:v>#N/A</c:v>
                </c:pt>
                <c:pt idx="1245">
                  <c:v>#N/A</c:v>
                </c:pt>
                <c:pt idx="1246">
                  <c:v>#N/A</c:v>
                </c:pt>
                <c:pt idx="1247">
                  <c:v>#N/A</c:v>
                </c:pt>
                <c:pt idx="1248">
                  <c:v>#N/A</c:v>
                </c:pt>
                <c:pt idx="1249">
                  <c:v>#N/A</c:v>
                </c:pt>
                <c:pt idx="1250">
                  <c:v>#N/A</c:v>
                </c:pt>
                <c:pt idx="1251">
                  <c:v>#N/A</c:v>
                </c:pt>
                <c:pt idx="1252">
                  <c:v>#N/A</c:v>
                </c:pt>
                <c:pt idx="1253">
                  <c:v>#N/A</c:v>
                </c:pt>
                <c:pt idx="1254">
                  <c:v>#N/A</c:v>
                </c:pt>
                <c:pt idx="1255">
                  <c:v>#N/A</c:v>
                </c:pt>
                <c:pt idx="1256">
                  <c:v>6.1</c:v>
                </c:pt>
                <c:pt idx="1257">
                  <c:v>#N/A</c:v>
                </c:pt>
                <c:pt idx="1258">
                  <c:v>#N/A</c:v>
                </c:pt>
                <c:pt idx="1259">
                  <c:v>#N/A</c:v>
                </c:pt>
                <c:pt idx="1260">
                  <c:v>#N/A</c:v>
                </c:pt>
                <c:pt idx="1261">
                  <c:v>#N/A</c:v>
                </c:pt>
                <c:pt idx="1262">
                  <c:v>#N/A</c:v>
                </c:pt>
                <c:pt idx="1263">
                  <c:v>#N/A</c:v>
                </c:pt>
                <c:pt idx="1264">
                  <c:v>#N/A</c:v>
                </c:pt>
                <c:pt idx="1265">
                  <c:v>#N/A</c:v>
                </c:pt>
                <c:pt idx="1266">
                  <c:v>#N/A</c:v>
                </c:pt>
                <c:pt idx="1267">
                  <c:v>#N/A</c:v>
                </c:pt>
                <c:pt idx="1268">
                  <c:v>#N/A</c:v>
                </c:pt>
                <c:pt idx="1269">
                  <c:v>#N/A</c:v>
                </c:pt>
                <c:pt idx="1270">
                  <c:v>#N/A</c:v>
                </c:pt>
                <c:pt idx="1271">
                  <c:v>#N/A</c:v>
                </c:pt>
                <c:pt idx="1272">
                  <c:v>#N/A</c:v>
                </c:pt>
                <c:pt idx="1273">
                  <c:v>#N/A</c:v>
                </c:pt>
                <c:pt idx="1274">
                  <c:v>#N/A</c:v>
                </c:pt>
                <c:pt idx="1275">
                  <c:v>#N/A</c:v>
                </c:pt>
                <c:pt idx="1276">
                  <c:v>#N/A</c:v>
                </c:pt>
                <c:pt idx="1277">
                  <c:v>#N/A</c:v>
                </c:pt>
                <c:pt idx="1278">
                  <c:v>#N/A</c:v>
                </c:pt>
                <c:pt idx="1279">
                  <c:v>#N/A</c:v>
                </c:pt>
                <c:pt idx="1280">
                  <c:v>#N/A</c:v>
                </c:pt>
                <c:pt idx="1281">
                  <c:v>#N/A</c:v>
                </c:pt>
                <c:pt idx="1282">
                  <c:v>#N/A</c:v>
                </c:pt>
                <c:pt idx="1283">
                  <c:v>#N/A</c:v>
                </c:pt>
                <c:pt idx="1284">
                  <c:v>#N/A</c:v>
                </c:pt>
                <c:pt idx="1285">
                  <c:v>#N/A</c:v>
                </c:pt>
                <c:pt idx="1286">
                  <c:v>#N/A</c:v>
                </c:pt>
                <c:pt idx="1287">
                  <c:v>6.1</c:v>
                </c:pt>
                <c:pt idx="1288">
                  <c:v>#N/A</c:v>
                </c:pt>
                <c:pt idx="1289">
                  <c:v>#N/A</c:v>
                </c:pt>
                <c:pt idx="1290">
                  <c:v>#N/A</c:v>
                </c:pt>
                <c:pt idx="1291">
                  <c:v>#N/A</c:v>
                </c:pt>
                <c:pt idx="1292">
                  <c:v>#N/A</c:v>
                </c:pt>
                <c:pt idx="1293">
                  <c:v>#N/A</c:v>
                </c:pt>
                <c:pt idx="1294">
                  <c:v>#N/A</c:v>
                </c:pt>
                <c:pt idx="1295">
                  <c:v>#N/A</c:v>
                </c:pt>
                <c:pt idx="1296">
                  <c:v>#N/A</c:v>
                </c:pt>
                <c:pt idx="1297">
                  <c:v>#N/A</c:v>
                </c:pt>
                <c:pt idx="1298">
                  <c:v>#N/A</c:v>
                </c:pt>
                <c:pt idx="1299">
                  <c:v>#N/A</c:v>
                </c:pt>
                <c:pt idx="1300">
                  <c:v>#N/A</c:v>
                </c:pt>
                <c:pt idx="1301">
                  <c:v>#N/A</c:v>
                </c:pt>
                <c:pt idx="1302">
                  <c:v>#N/A</c:v>
                </c:pt>
                <c:pt idx="1303">
                  <c:v>#N/A</c:v>
                </c:pt>
                <c:pt idx="1304">
                  <c:v>#N/A</c:v>
                </c:pt>
                <c:pt idx="1305">
                  <c:v>#N/A</c:v>
                </c:pt>
                <c:pt idx="1306">
                  <c:v>#N/A</c:v>
                </c:pt>
                <c:pt idx="1307">
                  <c:v>#N/A</c:v>
                </c:pt>
                <c:pt idx="1308">
                  <c:v>#N/A</c:v>
                </c:pt>
                <c:pt idx="1309">
                  <c:v>#N/A</c:v>
                </c:pt>
                <c:pt idx="1310">
                  <c:v>#N/A</c:v>
                </c:pt>
                <c:pt idx="1311">
                  <c:v>#N/A</c:v>
                </c:pt>
                <c:pt idx="1312">
                  <c:v>#N/A</c:v>
                </c:pt>
                <c:pt idx="1313">
                  <c:v>#N/A</c:v>
                </c:pt>
                <c:pt idx="1314">
                  <c:v>#N/A</c:v>
                </c:pt>
                <c:pt idx="1315">
                  <c:v>#N/A</c:v>
                </c:pt>
                <c:pt idx="1316">
                  <c:v>#N/A</c:v>
                </c:pt>
                <c:pt idx="1317">
                  <c:v>#N/A</c:v>
                </c:pt>
                <c:pt idx="1318">
                  <c:v>6.1</c:v>
                </c:pt>
                <c:pt idx="1319">
                  <c:v>#N/A</c:v>
                </c:pt>
                <c:pt idx="1320">
                  <c:v>#N/A</c:v>
                </c:pt>
                <c:pt idx="1321">
                  <c:v>#N/A</c:v>
                </c:pt>
                <c:pt idx="1322">
                  <c:v>#N/A</c:v>
                </c:pt>
                <c:pt idx="1323">
                  <c:v>#N/A</c:v>
                </c:pt>
                <c:pt idx="1324">
                  <c:v>#N/A</c:v>
                </c:pt>
                <c:pt idx="1325">
                  <c:v>#N/A</c:v>
                </c:pt>
                <c:pt idx="1326">
                  <c:v>#N/A</c:v>
                </c:pt>
                <c:pt idx="1327">
                  <c:v>#N/A</c:v>
                </c:pt>
                <c:pt idx="1328">
                  <c:v>#N/A</c:v>
                </c:pt>
                <c:pt idx="1329">
                  <c:v>#N/A</c:v>
                </c:pt>
                <c:pt idx="1330">
                  <c:v>#N/A</c:v>
                </c:pt>
                <c:pt idx="1331">
                  <c:v>#N/A</c:v>
                </c:pt>
                <c:pt idx="1332">
                  <c:v>#N/A</c:v>
                </c:pt>
                <c:pt idx="1333">
                  <c:v>#N/A</c:v>
                </c:pt>
                <c:pt idx="1334">
                  <c:v>#N/A</c:v>
                </c:pt>
                <c:pt idx="1335">
                  <c:v>#N/A</c:v>
                </c:pt>
                <c:pt idx="1336">
                  <c:v>#N/A</c:v>
                </c:pt>
                <c:pt idx="1337">
                  <c:v>#N/A</c:v>
                </c:pt>
                <c:pt idx="1338">
                  <c:v>#N/A</c:v>
                </c:pt>
                <c:pt idx="1339">
                  <c:v>#N/A</c:v>
                </c:pt>
                <c:pt idx="1340">
                  <c:v>#N/A</c:v>
                </c:pt>
                <c:pt idx="1341">
                  <c:v>#N/A</c:v>
                </c:pt>
                <c:pt idx="1342">
                  <c:v>#N/A</c:v>
                </c:pt>
                <c:pt idx="1343">
                  <c:v>#N/A</c:v>
                </c:pt>
                <c:pt idx="1344">
                  <c:v>#N/A</c:v>
                </c:pt>
                <c:pt idx="1345">
                  <c:v>#N/A</c:v>
                </c:pt>
                <c:pt idx="1346">
                  <c:v>#N/A</c:v>
                </c:pt>
                <c:pt idx="1347">
                  <c:v>#N/A</c:v>
                </c:pt>
                <c:pt idx="1348">
                  <c:v>6.1</c:v>
                </c:pt>
                <c:pt idx="1349">
                  <c:v>#N/A</c:v>
                </c:pt>
                <c:pt idx="1350">
                  <c:v>#N/A</c:v>
                </c:pt>
                <c:pt idx="1351">
                  <c:v>#N/A</c:v>
                </c:pt>
                <c:pt idx="1352">
                  <c:v>#N/A</c:v>
                </c:pt>
                <c:pt idx="1353">
                  <c:v>#N/A</c:v>
                </c:pt>
                <c:pt idx="1354">
                  <c:v>#N/A</c:v>
                </c:pt>
                <c:pt idx="1355">
                  <c:v>#N/A</c:v>
                </c:pt>
                <c:pt idx="1356">
                  <c:v>#N/A</c:v>
                </c:pt>
                <c:pt idx="1357">
                  <c:v>#N/A</c:v>
                </c:pt>
                <c:pt idx="1358">
                  <c:v>#N/A</c:v>
                </c:pt>
                <c:pt idx="1359">
                  <c:v>#N/A</c:v>
                </c:pt>
                <c:pt idx="1360">
                  <c:v>#N/A</c:v>
                </c:pt>
                <c:pt idx="1361">
                  <c:v>#N/A</c:v>
                </c:pt>
                <c:pt idx="1362">
                  <c:v>#N/A</c:v>
                </c:pt>
                <c:pt idx="1363">
                  <c:v>#N/A</c:v>
                </c:pt>
                <c:pt idx="1364">
                  <c:v>#N/A</c:v>
                </c:pt>
                <c:pt idx="1365">
                  <c:v>#N/A</c:v>
                </c:pt>
                <c:pt idx="1366">
                  <c:v>#N/A</c:v>
                </c:pt>
                <c:pt idx="1367">
                  <c:v>#N/A</c:v>
                </c:pt>
                <c:pt idx="1368">
                  <c:v>#N/A</c:v>
                </c:pt>
                <c:pt idx="1369">
                  <c:v>#N/A</c:v>
                </c:pt>
                <c:pt idx="1370">
                  <c:v>#N/A</c:v>
                </c:pt>
                <c:pt idx="1371">
                  <c:v>#N/A</c:v>
                </c:pt>
                <c:pt idx="1372">
                  <c:v>#N/A</c:v>
                </c:pt>
                <c:pt idx="1373">
                  <c:v>#N/A</c:v>
                </c:pt>
                <c:pt idx="1374">
                  <c:v>#N/A</c:v>
                </c:pt>
                <c:pt idx="1375">
                  <c:v>#N/A</c:v>
                </c:pt>
                <c:pt idx="1376">
                  <c:v>#N/A</c:v>
                </c:pt>
                <c:pt idx="1377">
                  <c:v>#N/A</c:v>
                </c:pt>
                <c:pt idx="1378">
                  <c:v>#N/A</c:v>
                </c:pt>
                <c:pt idx="1379">
                  <c:v>5.9</c:v>
                </c:pt>
                <c:pt idx="1380">
                  <c:v>#N/A</c:v>
                </c:pt>
                <c:pt idx="1381">
                  <c:v>#N/A</c:v>
                </c:pt>
                <c:pt idx="1382">
                  <c:v>#N/A</c:v>
                </c:pt>
                <c:pt idx="1383">
                  <c:v>#N/A</c:v>
                </c:pt>
                <c:pt idx="1384">
                  <c:v>#N/A</c:v>
                </c:pt>
                <c:pt idx="1385">
                  <c:v>#N/A</c:v>
                </c:pt>
                <c:pt idx="1386">
                  <c:v>#N/A</c:v>
                </c:pt>
                <c:pt idx="1387">
                  <c:v>#N/A</c:v>
                </c:pt>
                <c:pt idx="1388">
                  <c:v>#N/A</c:v>
                </c:pt>
                <c:pt idx="1389">
                  <c:v>#N/A</c:v>
                </c:pt>
                <c:pt idx="1390">
                  <c:v>#N/A</c:v>
                </c:pt>
                <c:pt idx="1391">
                  <c:v>#N/A</c:v>
                </c:pt>
                <c:pt idx="1392">
                  <c:v>#N/A</c:v>
                </c:pt>
                <c:pt idx="1393">
                  <c:v>#N/A</c:v>
                </c:pt>
                <c:pt idx="1394">
                  <c:v>#N/A</c:v>
                </c:pt>
                <c:pt idx="1395">
                  <c:v>#N/A</c:v>
                </c:pt>
                <c:pt idx="1396">
                  <c:v>#N/A</c:v>
                </c:pt>
                <c:pt idx="1397">
                  <c:v>#N/A</c:v>
                </c:pt>
                <c:pt idx="1398">
                  <c:v>#N/A</c:v>
                </c:pt>
                <c:pt idx="1399">
                  <c:v>#N/A</c:v>
                </c:pt>
                <c:pt idx="1400">
                  <c:v>#N/A</c:v>
                </c:pt>
                <c:pt idx="1401">
                  <c:v>#N/A</c:v>
                </c:pt>
                <c:pt idx="1402">
                  <c:v>#N/A</c:v>
                </c:pt>
                <c:pt idx="1403">
                  <c:v>#N/A</c:v>
                </c:pt>
                <c:pt idx="1404">
                  <c:v>#N/A</c:v>
                </c:pt>
                <c:pt idx="1405">
                  <c:v>#N/A</c:v>
                </c:pt>
                <c:pt idx="1406">
                  <c:v>#N/A</c:v>
                </c:pt>
                <c:pt idx="1407">
                  <c:v>#N/A</c:v>
                </c:pt>
                <c:pt idx="1408">
                  <c:v>#N/A</c:v>
                </c:pt>
                <c:pt idx="1409">
                  <c:v>5.9</c:v>
                </c:pt>
                <c:pt idx="1410">
                  <c:v>#N/A</c:v>
                </c:pt>
                <c:pt idx="1411">
                  <c:v>#N/A</c:v>
                </c:pt>
                <c:pt idx="1412">
                  <c:v>#N/A</c:v>
                </c:pt>
                <c:pt idx="1413">
                  <c:v>#N/A</c:v>
                </c:pt>
                <c:pt idx="1414">
                  <c:v>#N/A</c:v>
                </c:pt>
                <c:pt idx="1415">
                  <c:v>#N/A</c:v>
                </c:pt>
                <c:pt idx="1416">
                  <c:v>#N/A</c:v>
                </c:pt>
                <c:pt idx="1417">
                  <c:v>#N/A</c:v>
                </c:pt>
                <c:pt idx="1418">
                  <c:v>#N/A</c:v>
                </c:pt>
                <c:pt idx="1419">
                  <c:v>#N/A</c:v>
                </c:pt>
                <c:pt idx="1420">
                  <c:v>#N/A</c:v>
                </c:pt>
                <c:pt idx="1421">
                  <c:v>#N/A</c:v>
                </c:pt>
                <c:pt idx="1422">
                  <c:v>#N/A</c:v>
                </c:pt>
                <c:pt idx="1423">
                  <c:v>#N/A</c:v>
                </c:pt>
                <c:pt idx="1424">
                  <c:v>#N/A</c:v>
                </c:pt>
                <c:pt idx="1425">
                  <c:v>#N/A</c:v>
                </c:pt>
                <c:pt idx="1426">
                  <c:v>#N/A</c:v>
                </c:pt>
                <c:pt idx="1427">
                  <c:v>#N/A</c:v>
                </c:pt>
                <c:pt idx="1428">
                  <c:v>#N/A</c:v>
                </c:pt>
                <c:pt idx="1429">
                  <c:v>#N/A</c:v>
                </c:pt>
                <c:pt idx="1430">
                  <c:v>#N/A</c:v>
                </c:pt>
                <c:pt idx="1431">
                  <c:v>#N/A</c:v>
                </c:pt>
                <c:pt idx="1432">
                  <c:v>#N/A</c:v>
                </c:pt>
                <c:pt idx="1433">
                  <c:v>#N/A</c:v>
                </c:pt>
                <c:pt idx="1434">
                  <c:v>#N/A</c:v>
                </c:pt>
                <c:pt idx="1435">
                  <c:v>#N/A</c:v>
                </c:pt>
                <c:pt idx="1436">
                  <c:v>#N/A</c:v>
                </c:pt>
                <c:pt idx="1437">
                  <c:v>#N/A</c:v>
                </c:pt>
                <c:pt idx="1438">
                  <c:v>#N/A</c:v>
                </c:pt>
                <c:pt idx="1439">
                  <c:v>#N/A</c:v>
                </c:pt>
                <c:pt idx="1440">
                  <c:v>5.6</c:v>
                </c:pt>
                <c:pt idx="1441">
                  <c:v>#N/A</c:v>
                </c:pt>
                <c:pt idx="1442">
                  <c:v>#N/A</c:v>
                </c:pt>
                <c:pt idx="1443">
                  <c:v>#N/A</c:v>
                </c:pt>
                <c:pt idx="1444">
                  <c:v>#N/A</c:v>
                </c:pt>
                <c:pt idx="1445">
                  <c:v>#N/A</c:v>
                </c:pt>
                <c:pt idx="1446">
                  <c:v>#N/A</c:v>
                </c:pt>
                <c:pt idx="1447">
                  <c:v>#N/A</c:v>
                </c:pt>
                <c:pt idx="1448">
                  <c:v>#N/A</c:v>
                </c:pt>
                <c:pt idx="1449">
                  <c:v>#N/A</c:v>
                </c:pt>
                <c:pt idx="1450">
                  <c:v>#N/A</c:v>
                </c:pt>
                <c:pt idx="1451">
                  <c:v>#N/A</c:v>
                </c:pt>
                <c:pt idx="1452">
                  <c:v>#N/A</c:v>
                </c:pt>
                <c:pt idx="1453">
                  <c:v>#N/A</c:v>
                </c:pt>
                <c:pt idx="1454">
                  <c:v>#N/A</c:v>
                </c:pt>
                <c:pt idx="1455">
                  <c:v>#N/A</c:v>
                </c:pt>
                <c:pt idx="1456">
                  <c:v>#N/A</c:v>
                </c:pt>
                <c:pt idx="1457">
                  <c:v>#N/A</c:v>
                </c:pt>
                <c:pt idx="1458">
                  <c:v>#N/A</c:v>
                </c:pt>
                <c:pt idx="1459">
                  <c:v>#N/A</c:v>
                </c:pt>
                <c:pt idx="1460">
                  <c:v>#N/A</c:v>
                </c:pt>
                <c:pt idx="1461">
                  <c:v>#N/A</c:v>
                </c:pt>
                <c:pt idx="1462">
                  <c:v>#N/A</c:v>
                </c:pt>
                <c:pt idx="1463">
                  <c:v>#N/A</c:v>
                </c:pt>
                <c:pt idx="1464">
                  <c:v>#N/A</c:v>
                </c:pt>
                <c:pt idx="1465">
                  <c:v>#N/A</c:v>
                </c:pt>
                <c:pt idx="1466">
                  <c:v>#N/A</c:v>
                </c:pt>
                <c:pt idx="1467">
                  <c:v>#N/A</c:v>
                </c:pt>
                <c:pt idx="1468">
                  <c:v>#N/A</c:v>
                </c:pt>
                <c:pt idx="1469">
                  <c:v>#N/A</c:v>
                </c:pt>
                <c:pt idx="1470">
                  <c:v>#N/A</c:v>
                </c:pt>
                <c:pt idx="1471">
                  <c:v>5.5</c:v>
                </c:pt>
                <c:pt idx="1472">
                  <c:v>#N/A</c:v>
                </c:pt>
                <c:pt idx="1473">
                  <c:v>#N/A</c:v>
                </c:pt>
                <c:pt idx="1474">
                  <c:v>#N/A</c:v>
                </c:pt>
                <c:pt idx="1475">
                  <c:v>#N/A</c:v>
                </c:pt>
                <c:pt idx="1476">
                  <c:v>#N/A</c:v>
                </c:pt>
                <c:pt idx="1477">
                  <c:v>#N/A</c:v>
                </c:pt>
                <c:pt idx="1478">
                  <c:v>#N/A</c:v>
                </c:pt>
                <c:pt idx="1479">
                  <c:v>#N/A</c:v>
                </c:pt>
                <c:pt idx="1480">
                  <c:v>#N/A</c:v>
                </c:pt>
                <c:pt idx="1481">
                  <c:v>#N/A</c:v>
                </c:pt>
                <c:pt idx="1482">
                  <c:v>#N/A</c:v>
                </c:pt>
                <c:pt idx="1483">
                  <c:v>#N/A</c:v>
                </c:pt>
                <c:pt idx="1484">
                  <c:v>#N/A</c:v>
                </c:pt>
                <c:pt idx="1485">
                  <c:v>#N/A</c:v>
                </c:pt>
                <c:pt idx="1486">
                  <c:v>#N/A</c:v>
                </c:pt>
                <c:pt idx="1487">
                  <c:v>#N/A</c:v>
                </c:pt>
                <c:pt idx="1488">
                  <c:v>#N/A</c:v>
                </c:pt>
                <c:pt idx="1489">
                  <c:v>#N/A</c:v>
                </c:pt>
                <c:pt idx="1490">
                  <c:v>#N/A</c:v>
                </c:pt>
                <c:pt idx="1491">
                  <c:v>#N/A</c:v>
                </c:pt>
                <c:pt idx="1492">
                  <c:v>#N/A</c:v>
                </c:pt>
                <c:pt idx="1493">
                  <c:v>#N/A</c:v>
                </c:pt>
                <c:pt idx="1494">
                  <c:v>#N/A</c:v>
                </c:pt>
                <c:pt idx="1495">
                  <c:v>#N/A</c:v>
                </c:pt>
                <c:pt idx="1496">
                  <c:v>#N/A</c:v>
                </c:pt>
                <c:pt idx="1497">
                  <c:v>#N/A</c:v>
                </c:pt>
                <c:pt idx="1498">
                  <c:v>#N/A</c:v>
                </c:pt>
                <c:pt idx="1499">
                  <c:v>#N/A</c:v>
                </c:pt>
                <c:pt idx="1500">
                  <c:v>#N/A</c:v>
                </c:pt>
                <c:pt idx="1501">
                  <c:v>5</c:v>
                </c:pt>
                <c:pt idx="1502">
                  <c:v>#N/A</c:v>
                </c:pt>
                <c:pt idx="1503">
                  <c:v>#N/A</c:v>
                </c:pt>
                <c:pt idx="1504">
                  <c:v>#N/A</c:v>
                </c:pt>
                <c:pt idx="1505">
                  <c:v>#N/A</c:v>
                </c:pt>
                <c:pt idx="1506">
                  <c:v>#N/A</c:v>
                </c:pt>
                <c:pt idx="1507">
                  <c:v>#N/A</c:v>
                </c:pt>
                <c:pt idx="1508">
                  <c:v>#N/A</c:v>
                </c:pt>
                <c:pt idx="1509">
                  <c:v>#N/A</c:v>
                </c:pt>
                <c:pt idx="1510">
                  <c:v>#N/A</c:v>
                </c:pt>
                <c:pt idx="1511">
                  <c:v>#N/A</c:v>
                </c:pt>
                <c:pt idx="1512">
                  <c:v>#N/A</c:v>
                </c:pt>
                <c:pt idx="1513">
                  <c:v>#N/A</c:v>
                </c:pt>
                <c:pt idx="1514">
                  <c:v>#N/A</c:v>
                </c:pt>
                <c:pt idx="1515">
                  <c:v>#N/A</c:v>
                </c:pt>
                <c:pt idx="1516">
                  <c:v>#N/A</c:v>
                </c:pt>
                <c:pt idx="1517">
                  <c:v>#N/A</c:v>
                </c:pt>
                <c:pt idx="1518">
                  <c:v>#N/A</c:v>
                </c:pt>
                <c:pt idx="1519">
                  <c:v>#N/A</c:v>
                </c:pt>
                <c:pt idx="1520">
                  <c:v>#N/A</c:v>
                </c:pt>
                <c:pt idx="1521">
                  <c:v>#N/A</c:v>
                </c:pt>
                <c:pt idx="1522">
                  <c:v>#N/A</c:v>
                </c:pt>
                <c:pt idx="1523">
                  <c:v>#N/A</c:v>
                </c:pt>
                <c:pt idx="1524">
                  <c:v>#N/A</c:v>
                </c:pt>
                <c:pt idx="1525">
                  <c:v>#N/A</c:v>
                </c:pt>
                <c:pt idx="1526">
                  <c:v>#N/A</c:v>
                </c:pt>
                <c:pt idx="1527">
                  <c:v>#N/A</c:v>
                </c:pt>
                <c:pt idx="1528">
                  <c:v>#N/A</c:v>
                </c:pt>
                <c:pt idx="1529">
                  <c:v>#N/A</c:v>
                </c:pt>
                <c:pt idx="1530">
                  <c:v>#N/A</c:v>
                </c:pt>
                <c:pt idx="1531">
                  <c:v>#N/A</c:v>
                </c:pt>
                <c:pt idx="1532">
                  <c:v>4.7</c:v>
                </c:pt>
                <c:pt idx="1533">
                  <c:v>#N/A</c:v>
                </c:pt>
                <c:pt idx="1534">
                  <c:v>#N/A</c:v>
                </c:pt>
                <c:pt idx="1535">
                  <c:v>#N/A</c:v>
                </c:pt>
                <c:pt idx="1536">
                  <c:v>#N/A</c:v>
                </c:pt>
                <c:pt idx="1537">
                  <c:v>#N/A</c:v>
                </c:pt>
                <c:pt idx="1538">
                  <c:v>#N/A</c:v>
                </c:pt>
                <c:pt idx="1539">
                  <c:v>#N/A</c:v>
                </c:pt>
                <c:pt idx="1540">
                  <c:v>#N/A</c:v>
                </c:pt>
                <c:pt idx="1541">
                  <c:v>#N/A</c:v>
                </c:pt>
                <c:pt idx="1542">
                  <c:v>#N/A</c:v>
                </c:pt>
                <c:pt idx="1543">
                  <c:v>#N/A</c:v>
                </c:pt>
                <c:pt idx="1544">
                  <c:v>#N/A</c:v>
                </c:pt>
                <c:pt idx="1545">
                  <c:v>#N/A</c:v>
                </c:pt>
                <c:pt idx="1546">
                  <c:v>#N/A</c:v>
                </c:pt>
                <c:pt idx="1547">
                  <c:v>#N/A</c:v>
                </c:pt>
                <c:pt idx="1548">
                  <c:v>#N/A</c:v>
                </c:pt>
                <c:pt idx="1549">
                  <c:v>#N/A</c:v>
                </c:pt>
                <c:pt idx="1550">
                  <c:v>#N/A</c:v>
                </c:pt>
                <c:pt idx="1551">
                  <c:v>#N/A</c:v>
                </c:pt>
                <c:pt idx="1552">
                  <c:v>#N/A</c:v>
                </c:pt>
                <c:pt idx="1553">
                  <c:v>#N/A</c:v>
                </c:pt>
                <c:pt idx="1554">
                  <c:v>#N/A</c:v>
                </c:pt>
                <c:pt idx="1555">
                  <c:v>#N/A</c:v>
                </c:pt>
                <c:pt idx="1556">
                  <c:v>#N/A</c:v>
                </c:pt>
                <c:pt idx="1557">
                  <c:v>#N/A</c:v>
                </c:pt>
                <c:pt idx="1558">
                  <c:v>#N/A</c:v>
                </c:pt>
                <c:pt idx="1559">
                  <c:v>#N/A</c:v>
                </c:pt>
                <c:pt idx="1560">
                  <c:v>#N/A</c:v>
                </c:pt>
                <c:pt idx="1561">
                  <c:v>#N/A</c:v>
                </c:pt>
                <c:pt idx="1562">
                  <c:v>4.5</c:v>
                </c:pt>
                <c:pt idx="1563">
                  <c:v>#N/A</c:v>
                </c:pt>
                <c:pt idx="1564">
                  <c:v>#N/A</c:v>
                </c:pt>
                <c:pt idx="1565">
                  <c:v>#N/A</c:v>
                </c:pt>
                <c:pt idx="1566">
                  <c:v>#N/A</c:v>
                </c:pt>
                <c:pt idx="1567">
                  <c:v>#N/A</c:v>
                </c:pt>
                <c:pt idx="1568">
                  <c:v>#N/A</c:v>
                </c:pt>
                <c:pt idx="1569">
                  <c:v>#N/A</c:v>
                </c:pt>
                <c:pt idx="1570">
                  <c:v>#N/A</c:v>
                </c:pt>
                <c:pt idx="1571">
                  <c:v>#N/A</c:v>
                </c:pt>
                <c:pt idx="1572">
                  <c:v>#N/A</c:v>
                </c:pt>
                <c:pt idx="1573">
                  <c:v>#N/A</c:v>
                </c:pt>
                <c:pt idx="1574">
                  <c:v>#N/A</c:v>
                </c:pt>
                <c:pt idx="1575">
                  <c:v>#N/A</c:v>
                </c:pt>
                <c:pt idx="1576">
                  <c:v>#N/A</c:v>
                </c:pt>
                <c:pt idx="1577">
                  <c:v>#N/A</c:v>
                </c:pt>
                <c:pt idx="1578">
                  <c:v>#N/A</c:v>
                </c:pt>
                <c:pt idx="1579">
                  <c:v>#N/A</c:v>
                </c:pt>
                <c:pt idx="1580">
                  <c:v>#N/A</c:v>
                </c:pt>
                <c:pt idx="1581">
                  <c:v>#N/A</c:v>
                </c:pt>
                <c:pt idx="1582">
                  <c:v>#N/A</c:v>
                </c:pt>
                <c:pt idx="1583">
                  <c:v>#N/A</c:v>
                </c:pt>
                <c:pt idx="1584">
                  <c:v>#N/A</c:v>
                </c:pt>
                <c:pt idx="1585">
                  <c:v>#N/A</c:v>
                </c:pt>
                <c:pt idx="1586">
                  <c:v>#N/A</c:v>
                </c:pt>
                <c:pt idx="1587">
                  <c:v>#N/A</c:v>
                </c:pt>
                <c:pt idx="1588">
                  <c:v>#N/A</c:v>
                </c:pt>
                <c:pt idx="1589">
                  <c:v>#N/A</c:v>
                </c:pt>
                <c:pt idx="1590">
                  <c:v>#N/A</c:v>
                </c:pt>
                <c:pt idx="1591">
                  <c:v>#N/A</c:v>
                </c:pt>
                <c:pt idx="1592">
                  <c:v>#N/A</c:v>
                </c:pt>
                <c:pt idx="1593">
                  <c:v>4.3</c:v>
                </c:pt>
                <c:pt idx="1594">
                  <c:v>#N/A</c:v>
                </c:pt>
                <c:pt idx="1595">
                  <c:v>#N/A</c:v>
                </c:pt>
                <c:pt idx="1596">
                  <c:v>#N/A</c:v>
                </c:pt>
                <c:pt idx="1597">
                  <c:v>#N/A</c:v>
                </c:pt>
                <c:pt idx="1598">
                  <c:v>#N/A</c:v>
                </c:pt>
                <c:pt idx="1599">
                  <c:v>#N/A</c:v>
                </c:pt>
                <c:pt idx="1600">
                  <c:v>#N/A</c:v>
                </c:pt>
                <c:pt idx="1601">
                  <c:v>#N/A</c:v>
                </c:pt>
                <c:pt idx="1602">
                  <c:v>#N/A</c:v>
                </c:pt>
                <c:pt idx="1603">
                  <c:v>#N/A</c:v>
                </c:pt>
                <c:pt idx="1604">
                  <c:v>#N/A</c:v>
                </c:pt>
                <c:pt idx="1605">
                  <c:v>#N/A</c:v>
                </c:pt>
                <c:pt idx="1606">
                  <c:v>#N/A</c:v>
                </c:pt>
                <c:pt idx="1607">
                  <c:v>#N/A</c:v>
                </c:pt>
                <c:pt idx="1608">
                  <c:v>#N/A</c:v>
                </c:pt>
                <c:pt idx="1609">
                  <c:v>#N/A</c:v>
                </c:pt>
                <c:pt idx="1610">
                  <c:v>#N/A</c:v>
                </c:pt>
                <c:pt idx="1611">
                  <c:v>#N/A</c:v>
                </c:pt>
                <c:pt idx="1612">
                  <c:v>#N/A</c:v>
                </c:pt>
                <c:pt idx="1613">
                  <c:v>#N/A</c:v>
                </c:pt>
                <c:pt idx="1614">
                  <c:v>#N/A</c:v>
                </c:pt>
                <c:pt idx="1615">
                  <c:v>#N/A</c:v>
                </c:pt>
                <c:pt idx="1616">
                  <c:v>#N/A</c:v>
                </c:pt>
                <c:pt idx="1617">
                  <c:v>#N/A</c:v>
                </c:pt>
                <c:pt idx="1618">
                  <c:v>#N/A</c:v>
                </c:pt>
                <c:pt idx="1619">
                  <c:v>#N/A</c:v>
                </c:pt>
                <c:pt idx="1620">
                  <c:v>#N/A</c:v>
                </c:pt>
                <c:pt idx="1621">
                  <c:v>4.0999999999999996</c:v>
                </c:pt>
                <c:pt idx="1622">
                  <c:v>#N/A</c:v>
                </c:pt>
                <c:pt idx="1623">
                  <c:v>#N/A</c:v>
                </c:pt>
                <c:pt idx="1624">
                  <c:v>#N/A</c:v>
                </c:pt>
                <c:pt idx="1625">
                  <c:v>#N/A</c:v>
                </c:pt>
                <c:pt idx="1626">
                  <c:v>#N/A</c:v>
                </c:pt>
                <c:pt idx="1627">
                  <c:v>#N/A</c:v>
                </c:pt>
                <c:pt idx="1628">
                  <c:v>#N/A</c:v>
                </c:pt>
                <c:pt idx="1629">
                  <c:v>#N/A</c:v>
                </c:pt>
                <c:pt idx="1630">
                  <c:v>#N/A</c:v>
                </c:pt>
                <c:pt idx="1631">
                  <c:v>#N/A</c:v>
                </c:pt>
                <c:pt idx="1632">
                  <c:v>#N/A</c:v>
                </c:pt>
                <c:pt idx="1633">
                  <c:v>#N/A</c:v>
                </c:pt>
                <c:pt idx="1634">
                  <c:v>#N/A</c:v>
                </c:pt>
                <c:pt idx="1635">
                  <c:v>#N/A</c:v>
                </c:pt>
                <c:pt idx="1636">
                  <c:v>#N/A</c:v>
                </c:pt>
                <c:pt idx="1637">
                  <c:v>#N/A</c:v>
                </c:pt>
                <c:pt idx="1638">
                  <c:v>#N/A</c:v>
                </c:pt>
                <c:pt idx="1639">
                  <c:v>#N/A</c:v>
                </c:pt>
                <c:pt idx="1640">
                  <c:v>#N/A</c:v>
                </c:pt>
                <c:pt idx="1641">
                  <c:v>#N/A</c:v>
                </c:pt>
                <c:pt idx="1642">
                  <c:v>#N/A</c:v>
                </c:pt>
                <c:pt idx="1643">
                  <c:v>#N/A</c:v>
                </c:pt>
                <c:pt idx="1644">
                  <c:v>#N/A</c:v>
                </c:pt>
                <c:pt idx="1645">
                  <c:v>#N/A</c:v>
                </c:pt>
                <c:pt idx="1646">
                  <c:v>#N/A</c:v>
                </c:pt>
                <c:pt idx="1647">
                  <c:v>#N/A</c:v>
                </c:pt>
                <c:pt idx="1648">
                  <c:v>#N/A</c:v>
                </c:pt>
                <c:pt idx="1649">
                  <c:v>#N/A</c:v>
                </c:pt>
                <c:pt idx="1650">
                  <c:v>#N/A</c:v>
                </c:pt>
                <c:pt idx="1651">
                  <c:v>#N/A</c:v>
                </c:pt>
                <c:pt idx="1652">
                  <c:v>3.7</c:v>
                </c:pt>
                <c:pt idx="1653">
                  <c:v>#N/A</c:v>
                </c:pt>
                <c:pt idx="1654">
                  <c:v>#N/A</c:v>
                </c:pt>
                <c:pt idx="1655">
                  <c:v>#N/A</c:v>
                </c:pt>
                <c:pt idx="1656">
                  <c:v>#N/A</c:v>
                </c:pt>
                <c:pt idx="1657">
                  <c:v>#N/A</c:v>
                </c:pt>
                <c:pt idx="1658">
                  <c:v>#N/A</c:v>
                </c:pt>
                <c:pt idx="1659">
                  <c:v>#N/A</c:v>
                </c:pt>
                <c:pt idx="1660">
                  <c:v>#N/A</c:v>
                </c:pt>
                <c:pt idx="1661">
                  <c:v>#N/A</c:v>
                </c:pt>
                <c:pt idx="1662">
                  <c:v>#N/A</c:v>
                </c:pt>
                <c:pt idx="1663">
                  <c:v>#N/A</c:v>
                </c:pt>
                <c:pt idx="1664">
                  <c:v>#N/A</c:v>
                </c:pt>
                <c:pt idx="1665">
                  <c:v>#N/A</c:v>
                </c:pt>
                <c:pt idx="1666">
                  <c:v>#N/A</c:v>
                </c:pt>
                <c:pt idx="1667">
                  <c:v>#N/A</c:v>
                </c:pt>
                <c:pt idx="1668">
                  <c:v>#N/A</c:v>
                </c:pt>
                <c:pt idx="1669">
                  <c:v>#N/A</c:v>
                </c:pt>
                <c:pt idx="1670">
                  <c:v>#N/A</c:v>
                </c:pt>
                <c:pt idx="1671">
                  <c:v>#N/A</c:v>
                </c:pt>
                <c:pt idx="1672">
                  <c:v>#N/A</c:v>
                </c:pt>
                <c:pt idx="1673">
                  <c:v>#N/A</c:v>
                </c:pt>
                <c:pt idx="1674">
                  <c:v>#N/A</c:v>
                </c:pt>
                <c:pt idx="1675">
                  <c:v>#N/A</c:v>
                </c:pt>
                <c:pt idx="1676">
                  <c:v>#N/A</c:v>
                </c:pt>
                <c:pt idx="1677">
                  <c:v>#N/A</c:v>
                </c:pt>
                <c:pt idx="1678">
                  <c:v>#N/A</c:v>
                </c:pt>
                <c:pt idx="1679">
                  <c:v>#N/A</c:v>
                </c:pt>
                <c:pt idx="1680">
                  <c:v>#N/A</c:v>
                </c:pt>
                <c:pt idx="1681">
                  <c:v>#N/A</c:v>
                </c:pt>
                <c:pt idx="1682">
                  <c:v>#N/A</c:v>
                </c:pt>
                <c:pt idx="1683">
                  <c:v>3.5</c:v>
                </c:pt>
                <c:pt idx="1684">
                  <c:v>#N/A</c:v>
                </c:pt>
                <c:pt idx="1685">
                  <c:v>#N/A</c:v>
                </c:pt>
                <c:pt idx="1686">
                  <c:v>#N/A</c:v>
                </c:pt>
                <c:pt idx="1687">
                  <c:v>#N/A</c:v>
                </c:pt>
                <c:pt idx="1688">
                  <c:v>#N/A</c:v>
                </c:pt>
                <c:pt idx="1689">
                  <c:v>#N/A</c:v>
                </c:pt>
                <c:pt idx="1690">
                  <c:v>#N/A</c:v>
                </c:pt>
                <c:pt idx="1691">
                  <c:v>#N/A</c:v>
                </c:pt>
                <c:pt idx="1692">
                  <c:v>#N/A</c:v>
                </c:pt>
                <c:pt idx="1693">
                  <c:v>#N/A</c:v>
                </c:pt>
                <c:pt idx="1694">
                  <c:v>#N/A</c:v>
                </c:pt>
                <c:pt idx="1695">
                  <c:v>#N/A</c:v>
                </c:pt>
                <c:pt idx="1696">
                  <c:v>#N/A</c:v>
                </c:pt>
                <c:pt idx="1697">
                  <c:v>#N/A</c:v>
                </c:pt>
                <c:pt idx="1698">
                  <c:v>#N/A</c:v>
                </c:pt>
                <c:pt idx="1699">
                  <c:v>#N/A</c:v>
                </c:pt>
                <c:pt idx="1700">
                  <c:v>#N/A</c:v>
                </c:pt>
                <c:pt idx="1701">
                  <c:v>#N/A</c:v>
                </c:pt>
                <c:pt idx="1702">
                  <c:v>#N/A</c:v>
                </c:pt>
                <c:pt idx="1703">
                  <c:v>#N/A</c:v>
                </c:pt>
                <c:pt idx="1704">
                  <c:v>#N/A</c:v>
                </c:pt>
                <c:pt idx="1705">
                  <c:v>#N/A</c:v>
                </c:pt>
                <c:pt idx="1706">
                  <c:v>#N/A</c:v>
                </c:pt>
                <c:pt idx="1707">
                  <c:v>#N/A</c:v>
                </c:pt>
                <c:pt idx="1708">
                  <c:v>#N/A</c:v>
                </c:pt>
                <c:pt idx="1709">
                  <c:v>#N/A</c:v>
                </c:pt>
                <c:pt idx="1710">
                  <c:v>#N/A</c:v>
                </c:pt>
                <c:pt idx="1711">
                  <c:v>#N/A</c:v>
                </c:pt>
                <c:pt idx="1712">
                  <c:v>#N/A</c:v>
                </c:pt>
                <c:pt idx="1713">
                  <c:v>3.1</c:v>
                </c:pt>
                <c:pt idx="1714">
                  <c:v>#N/A</c:v>
                </c:pt>
                <c:pt idx="1715">
                  <c:v>#N/A</c:v>
                </c:pt>
                <c:pt idx="1716">
                  <c:v>#N/A</c:v>
                </c:pt>
                <c:pt idx="1717">
                  <c:v>#N/A</c:v>
                </c:pt>
                <c:pt idx="1718">
                  <c:v>#N/A</c:v>
                </c:pt>
                <c:pt idx="1719">
                  <c:v>#N/A</c:v>
                </c:pt>
                <c:pt idx="1720">
                  <c:v>#N/A</c:v>
                </c:pt>
                <c:pt idx="1721">
                  <c:v>#N/A</c:v>
                </c:pt>
                <c:pt idx="1722">
                  <c:v>#N/A</c:v>
                </c:pt>
                <c:pt idx="1723">
                  <c:v>#N/A</c:v>
                </c:pt>
                <c:pt idx="1724">
                  <c:v>#N/A</c:v>
                </c:pt>
                <c:pt idx="1725">
                  <c:v>#N/A</c:v>
                </c:pt>
                <c:pt idx="1726">
                  <c:v>#N/A</c:v>
                </c:pt>
                <c:pt idx="1727">
                  <c:v>#N/A</c:v>
                </c:pt>
                <c:pt idx="1728">
                  <c:v>#N/A</c:v>
                </c:pt>
                <c:pt idx="1729">
                  <c:v>#N/A</c:v>
                </c:pt>
                <c:pt idx="1730">
                  <c:v>#N/A</c:v>
                </c:pt>
                <c:pt idx="1731">
                  <c:v>#N/A</c:v>
                </c:pt>
                <c:pt idx="1732">
                  <c:v>#N/A</c:v>
                </c:pt>
                <c:pt idx="1733">
                  <c:v>#N/A</c:v>
                </c:pt>
                <c:pt idx="1734">
                  <c:v>#N/A</c:v>
                </c:pt>
                <c:pt idx="1735">
                  <c:v>#N/A</c:v>
                </c:pt>
                <c:pt idx="1736">
                  <c:v>#N/A</c:v>
                </c:pt>
                <c:pt idx="1737">
                  <c:v>#N/A</c:v>
                </c:pt>
                <c:pt idx="1738">
                  <c:v>#N/A</c:v>
                </c:pt>
                <c:pt idx="1739">
                  <c:v>#N/A</c:v>
                </c:pt>
                <c:pt idx="1740">
                  <c:v>#N/A</c:v>
                </c:pt>
                <c:pt idx="1741">
                  <c:v>#N/A</c:v>
                </c:pt>
                <c:pt idx="1742">
                  <c:v>#N/A</c:v>
                </c:pt>
                <c:pt idx="1743">
                  <c:v>#N/A</c:v>
                </c:pt>
                <c:pt idx="1744">
                  <c:v>2.8</c:v>
                </c:pt>
                <c:pt idx="1745">
                  <c:v>#N/A</c:v>
                </c:pt>
                <c:pt idx="1746">
                  <c:v>#N/A</c:v>
                </c:pt>
                <c:pt idx="1747">
                  <c:v>#N/A</c:v>
                </c:pt>
                <c:pt idx="1748">
                  <c:v>#N/A</c:v>
                </c:pt>
                <c:pt idx="1749">
                  <c:v>#N/A</c:v>
                </c:pt>
                <c:pt idx="1750">
                  <c:v>#N/A</c:v>
                </c:pt>
                <c:pt idx="1751">
                  <c:v>#N/A</c:v>
                </c:pt>
                <c:pt idx="1752">
                  <c:v>#N/A</c:v>
                </c:pt>
                <c:pt idx="1753">
                  <c:v>#N/A</c:v>
                </c:pt>
                <c:pt idx="1754">
                  <c:v>#N/A</c:v>
                </c:pt>
                <c:pt idx="1755">
                  <c:v>#N/A</c:v>
                </c:pt>
                <c:pt idx="1756">
                  <c:v>#N/A</c:v>
                </c:pt>
                <c:pt idx="1757">
                  <c:v>#N/A</c:v>
                </c:pt>
                <c:pt idx="1758">
                  <c:v>#N/A</c:v>
                </c:pt>
                <c:pt idx="1759">
                  <c:v>#N/A</c:v>
                </c:pt>
                <c:pt idx="1760">
                  <c:v>#N/A</c:v>
                </c:pt>
                <c:pt idx="1761">
                  <c:v>#N/A</c:v>
                </c:pt>
                <c:pt idx="1762">
                  <c:v>#N/A</c:v>
                </c:pt>
                <c:pt idx="1763">
                  <c:v>#N/A</c:v>
                </c:pt>
                <c:pt idx="1764">
                  <c:v>#N/A</c:v>
                </c:pt>
                <c:pt idx="1765">
                  <c:v>#N/A</c:v>
                </c:pt>
                <c:pt idx="1766">
                  <c:v>#N/A</c:v>
                </c:pt>
                <c:pt idx="1767">
                  <c:v>#N/A</c:v>
                </c:pt>
                <c:pt idx="1768">
                  <c:v>#N/A</c:v>
                </c:pt>
                <c:pt idx="1769">
                  <c:v>#N/A</c:v>
                </c:pt>
                <c:pt idx="1770">
                  <c:v>#N/A</c:v>
                </c:pt>
                <c:pt idx="1771">
                  <c:v>#N/A</c:v>
                </c:pt>
                <c:pt idx="1772">
                  <c:v>#N/A</c:v>
                </c:pt>
                <c:pt idx="1773">
                  <c:v>#N/A</c:v>
                </c:pt>
                <c:pt idx="1774">
                  <c:v>2.5</c:v>
                </c:pt>
                <c:pt idx="1775">
                  <c:v>#N/A</c:v>
                </c:pt>
                <c:pt idx="1776">
                  <c:v>#N/A</c:v>
                </c:pt>
                <c:pt idx="1777">
                  <c:v>#N/A</c:v>
                </c:pt>
                <c:pt idx="1778">
                  <c:v>#N/A</c:v>
                </c:pt>
                <c:pt idx="1779">
                  <c:v>#N/A</c:v>
                </c:pt>
                <c:pt idx="1780">
                  <c:v>#N/A</c:v>
                </c:pt>
                <c:pt idx="1781">
                  <c:v>#N/A</c:v>
                </c:pt>
                <c:pt idx="1782">
                  <c:v>#N/A</c:v>
                </c:pt>
                <c:pt idx="1783">
                  <c:v>#N/A</c:v>
                </c:pt>
                <c:pt idx="1784">
                  <c:v>#N/A</c:v>
                </c:pt>
                <c:pt idx="1785">
                  <c:v>#N/A</c:v>
                </c:pt>
                <c:pt idx="1786">
                  <c:v>#N/A</c:v>
                </c:pt>
                <c:pt idx="1787">
                  <c:v>#N/A</c:v>
                </c:pt>
                <c:pt idx="1788">
                  <c:v>#N/A</c:v>
                </c:pt>
                <c:pt idx="1789">
                  <c:v>#N/A</c:v>
                </c:pt>
                <c:pt idx="1790">
                  <c:v>#N/A</c:v>
                </c:pt>
                <c:pt idx="1791">
                  <c:v>#N/A</c:v>
                </c:pt>
                <c:pt idx="1792">
                  <c:v>#N/A</c:v>
                </c:pt>
                <c:pt idx="1793">
                  <c:v>#N/A</c:v>
                </c:pt>
                <c:pt idx="1794">
                  <c:v>#N/A</c:v>
                </c:pt>
                <c:pt idx="1795">
                  <c:v>#N/A</c:v>
                </c:pt>
                <c:pt idx="1796">
                  <c:v>#N/A</c:v>
                </c:pt>
                <c:pt idx="1797">
                  <c:v>#N/A</c:v>
                </c:pt>
                <c:pt idx="1798">
                  <c:v>#N/A</c:v>
                </c:pt>
                <c:pt idx="1799">
                  <c:v>#N/A</c:v>
                </c:pt>
                <c:pt idx="1800">
                  <c:v>#N/A</c:v>
                </c:pt>
                <c:pt idx="1801">
                  <c:v>#N/A</c:v>
                </c:pt>
                <c:pt idx="1802">
                  <c:v>#N/A</c:v>
                </c:pt>
                <c:pt idx="1803">
                  <c:v>#N/A</c:v>
                </c:pt>
                <c:pt idx="1804">
                  <c:v>#N/A</c:v>
                </c:pt>
                <c:pt idx="1805">
                  <c:v>2.4</c:v>
                </c:pt>
                <c:pt idx="1806">
                  <c:v>#N/A</c:v>
                </c:pt>
                <c:pt idx="1807">
                  <c:v>#N/A</c:v>
                </c:pt>
                <c:pt idx="1808">
                  <c:v>#N/A</c:v>
                </c:pt>
                <c:pt idx="1809">
                  <c:v>#N/A</c:v>
                </c:pt>
                <c:pt idx="1810">
                  <c:v>#N/A</c:v>
                </c:pt>
                <c:pt idx="1811">
                  <c:v>#N/A</c:v>
                </c:pt>
                <c:pt idx="1812">
                  <c:v>#N/A</c:v>
                </c:pt>
                <c:pt idx="1813">
                  <c:v>#N/A</c:v>
                </c:pt>
                <c:pt idx="1814">
                  <c:v>#N/A</c:v>
                </c:pt>
                <c:pt idx="1815">
                  <c:v>#N/A</c:v>
                </c:pt>
                <c:pt idx="1816">
                  <c:v>#N/A</c:v>
                </c:pt>
                <c:pt idx="1817">
                  <c:v>#N/A</c:v>
                </c:pt>
                <c:pt idx="1818">
                  <c:v>#N/A</c:v>
                </c:pt>
                <c:pt idx="1819">
                  <c:v>#N/A</c:v>
                </c:pt>
                <c:pt idx="1820">
                  <c:v>#N/A</c:v>
                </c:pt>
                <c:pt idx="1821">
                  <c:v>#N/A</c:v>
                </c:pt>
                <c:pt idx="1822">
                  <c:v>#N/A</c:v>
                </c:pt>
                <c:pt idx="1823">
                  <c:v>#N/A</c:v>
                </c:pt>
                <c:pt idx="1824">
                  <c:v>#N/A</c:v>
                </c:pt>
                <c:pt idx="1825">
                  <c:v>#N/A</c:v>
                </c:pt>
                <c:pt idx="1826">
                  <c:v>#N/A</c:v>
                </c:pt>
                <c:pt idx="1827">
                  <c:v>#N/A</c:v>
                </c:pt>
                <c:pt idx="1828">
                  <c:v>#N/A</c:v>
                </c:pt>
                <c:pt idx="1829">
                  <c:v>#N/A</c:v>
                </c:pt>
                <c:pt idx="1830">
                  <c:v>#N/A</c:v>
                </c:pt>
                <c:pt idx="1831">
                  <c:v>#N/A</c:v>
                </c:pt>
                <c:pt idx="1832">
                  <c:v>#N/A</c:v>
                </c:pt>
                <c:pt idx="1833">
                  <c:v>#N/A</c:v>
                </c:pt>
                <c:pt idx="1834">
                  <c:v>#N/A</c:v>
                </c:pt>
                <c:pt idx="1835">
                  <c:v>#N/A</c:v>
                </c:pt>
                <c:pt idx="1836">
                  <c:v>2.2999999999999998</c:v>
                </c:pt>
                <c:pt idx="1837">
                  <c:v>#N/A</c:v>
                </c:pt>
                <c:pt idx="1838">
                  <c:v>#N/A</c:v>
                </c:pt>
                <c:pt idx="1839">
                  <c:v>#N/A</c:v>
                </c:pt>
                <c:pt idx="1840">
                  <c:v>#N/A</c:v>
                </c:pt>
                <c:pt idx="1841">
                  <c:v>#N/A</c:v>
                </c:pt>
                <c:pt idx="1842">
                  <c:v>#N/A</c:v>
                </c:pt>
                <c:pt idx="1843">
                  <c:v>#N/A</c:v>
                </c:pt>
                <c:pt idx="1844">
                  <c:v>#N/A</c:v>
                </c:pt>
                <c:pt idx="1845">
                  <c:v>#N/A</c:v>
                </c:pt>
                <c:pt idx="1846">
                  <c:v>#N/A</c:v>
                </c:pt>
                <c:pt idx="1847">
                  <c:v>#N/A</c:v>
                </c:pt>
                <c:pt idx="1848">
                  <c:v>#N/A</c:v>
                </c:pt>
                <c:pt idx="1849">
                  <c:v>#N/A</c:v>
                </c:pt>
                <c:pt idx="1850">
                  <c:v>#N/A</c:v>
                </c:pt>
                <c:pt idx="1851">
                  <c:v>#N/A</c:v>
                </c:pt>
                <c:pt idx="1852">
                  <c:v>#N/A</c:v>
                </c:pt>
                <c:pt idx="1853">
                  <c:v>#N/A</c:v>
                </c:pt>
                <c:pt idx="1854">
                  <c:v>#N/A</c:v>
                </c:pt>
                <c:pt idx="1855">
                  <c:v>#N/A</c:v>
                </c:pt>
                <c:pt idx="1856">
                  <c:v>#N/A</c:v>
                </c:pt>
                <c:pt idx="1857">
                  <c:v>#N/A</c:v>
                </c:pt>
                <c:pt idx="1858">
                  <c:v>#N/A</c:v>
                </c:pt>
                <c:pt idx="1859">
                  <c:v>#N/A</c:v>
                </c:pt>
                <c:pt idx="1860">
                  <c:v>#N/A</c:v>
                </c:pt>
                <c:pt idx="1861">
                  <c:v>#N/A</c:v>
                </c:pt>
                <c:pt idx="1862">
                  <c:v>#N/A</c:v>
                </c:pt>
                <c:pt idx="1863">
                  <c:v>#N/A</c:v>
                </c:pt>
                <c:pt idx="1864">
                  <c:v>#N/A</c:v>
                </c:pt>
                <c:pt idx="1865">
                  <c:v>#N/A</c:v>
                </c:pt>
                <c:pt idx="1866">
                  <c:v>2.1</c:v>
                </c:pt>
                <c:pt idx="1867">
                  <c:v>#N/A</c:v>
                </c:pt>
                <c:pt idx="1868">
                  <c:v>#N/A</c:v>
                </c:pt>
                <c:pt idx="1869">
                  <c:v>#N/A</c:v>
                </c:pt>
                <c:pt idx="1870">
                  <c:v>#N/A</c:v>
                </c:pt>
                <c:pt idx="1871">
                  <c:v>#N/A</c:v>
                </c:pt>
                <c:pt idx="1872">
                  <c:v>#N/A</c:v>
                </c:pt>
                <c:pt idx="1873">
                  <c:v>#N/A</c:v>
                </c:pt>
                <c:pt idx="1874">
                  <c:v>#N/A</c:v>
                </c:pt>
                <c:pt idx="1875">
                  <c:v>#N/A</c:v>
                </c:pt>
                <c:pt idx="1876">
                  <c:v>#N/A</c:v>
                </c:pt>
                <c:pt idx="1877">
                  <c:v>#N/A</c:v>
                </c:pt>
                <c:pt idx="1878">
                  <c:v>#N/A</c:v>
                </c:pt>
                <c:pt idx="1879">
                  <c:v>#N/A</c:v>
                </c:pt>
                <c:pt idx="1880">
                  <c:v>#N/A</c:v>
                </c:pt>
                <c:pt idx="1881">
                  <c:v>#N/A</c:v>
                </c:pt>
                <c:pt idx="1882">
                  <c:v>#N/A</c:v>
                </c:pt>
                <c:pt idx="1883">
                  <c:v>#N/A</c:v>
                </c:pt>
                <c:pt idx="1884">
                  <c:v>#N/A</c:v>
                </c:pt>
                <c:pt idx="1885">
                  <c:v>#N/A</c:v>
                </c:pt>
                <c:pt idx="1886">
                  <c:v>#N/A</c:v>
                </c:pt>
                <c:pt idx="1887">
                  <c:v>#N/A</c:v>
                </c:pt>
                <c:pt idx="1888">
                  <c:v>#N/A</c:v>
                </c:pt>
                <c:pt idx="1889">
                  <c:v>#N/A</c:v>
                </c:pt>
                <c:pt idx="1890">
                  <c:v>#N/A</c:v>
                </c:pt>
                <c:pt idx="1891">
                  <c:v>#N/A</c:v>
                </c:pt>
                <c:pt idx="1892">
                  <c:v>#N/A</c:v>
                </c:pt>
                <c:pt idx="1893">
                  <c:v>#N/A</c:v>
                </c:pt>
                <c:pt idx="1894">
                  <c:v>#N/A</c:v>
                </c:pt>
                <c:pt idx="1895">
                  <c:v>#N/A</c:v>
                </c:pt>
                <c:pt idx="1896">
                  <c:v>#N/A</c:v>
                </c:pt>
                <c:pt idx="1897">
                  <c:v>2.1</c:v>
                </c:pt>
                <c:pt idx="1898">
                  <c:v>#N/A</c:v>
                </c:pt>
                <c:pt idx="1899">
                  <c:v>#N/A</c:v>
                </c:pt>
                <c:pt idx="1900">
                  <c:v>#N/A</c:v>
                </c:pt>
                <c:pt idx="1901">
                  <c:v>#N/A</c:v>
                </c:pt>
                <c:pt idx="1902">
                  <c:v>#N/A</c:v>
                </c:pt>
                <c:pt idx="1903">
                  <c:v>#N/A</c:v>
                </c:pt>
                <c:pt idx="1904">
                  <c:v>#N/A</c:v>
                </c:pt>
                <c:pt idx="1905">
                  <c:v>#N/A</c:v>
                </c:pt>
                <c:pt idx="1906">
                  <c:v>#N/A</c:v>
                </c:pt>
                <c:pt idx="1907">
                  <c:v>#N/A</c:v>
                </c:pt>
                <c:pt idx="1908">
                  <c:v>#N/A</c:v>
                </c:pt>
                <c:pt idx="1909">
                  <c:v>#N/A</c:v>
                </c:pt>
                <c:pt idx="1910">
                  <c:v>#N/A</c:v>
                </c:pt>
                <c:pt idx="1911">
                  <c:v>#N/A</c:v>
                </c:pt>
                <c:pt idx="1912">
                  <c:v>#N/A</c:v>
                </c:pt>
                <c:pt idx="1913">
                  <c:v>#N/A</c:v>
                </c:pt>
                <c:pt idx="1914">
                  <c:v>#N/A</c:v>
                </c:pt>
                <c:pt idx="1915">
                  <c:v>#N/A</c:v>
                </c:pt>
                <c:pt idx="1916">
                  <c:v>#N/A</c:v>
                </c:pt>
                <c:pt idx="1917">
                  <c:v>#N/A</c:v>
                </c:pt>
                <c:pt idx="1918">
                  <c:v>#N/A</c:v>
                </c:pt>
                <c:pt idx="1919">
                  <c:v>#N/A</c:v>
                </c:pt>
                <c:pt idx="1920">
                  <c:v>#N/A</c:v>
                </c:pt>
                <c:pt idx="1921">
                  <c:v>#N/A</c:v>
                </c:pt>
                <c:pt idx="1922">
                  <c:v>#N/A</c:v>
                </c:pt>
                <c:pt idx="1923">
                  <c:v>#N/A</c:v>
                </c:pt>
                <c:pt idx="1924">
                  <c:v>#N/A</c:v>
                </c:pt>
                <c:pt idx="1925">
                  <c:v>#N/A</c:v>
                </c:pt>
                <c:pt idx="1926">
                  <c:v>#N/A</c:v>
                </c:pt>
                <c:pt idx="1927">
                  <c:v>2</c:v>
                </c:pt>
                <c:pt idx="1928">
                  <c:v>#N/A</c:v>
                </c:pt>
                <c:pt idx="1929">
                  <c:v>#N/A</c:v>
                </c:pt>
                <c:pt idx="1930">
                  <c:v>#N/A</c:v>
                </c:pt>
                <c:pt idx="1931">
                  <c:v>#N/A</c:v>
                </c:pt>
                <c:pt idx="1932">
                  <c:v>#N/A</c:v>
                </c:pt>
                <c:pt idx="1933">
                  <c:v>#N/A</c:v>
                </c:pt>
                <c:pt idx="1934">
                  <c:v>#N/A</c:v>
                </c:pt>
                <c:pt idx="1935">
                  <c:v>#N/A</c:v>
                </c:pt>
                <c:pt idx="1936">
                  <c:v>#N/A</c:v>
                </c:pt>
                <c:pt idx="1937">
                  <c:v>#N/A</c:v>
                </c:pt>
                <c:pt idx="1938">
                  <c:v>#N/A</c:v>
                </c:pt>
                <c:pt idx="1939">
                  <c:v>#N/A</c:v>
                </c:pt>
                <c:pt idx="1940">
                  <c:v>#N/A</c:v>
                </c:pt>
                <c:pt idx="1941">
                  <c:v>#N/A</c:v>
                </c:pt>
                <c:pt idx="1942">
                  <c:v>#N/A</c:v>
                </c:pt>
                <c:pt idx="1943">
                  <c:v>#N/A</c:v>
                </c:pt>
                <c:pt idx="1944">
                  <c:v>#N/A</c:v>
                </c:pt>
                <c:pt idx="1945">
                  <c:v>#N/A</c:v>
                </c:pt>
                <c:pt idx="1946">
                  <c:v>#N/A</c:v>
                </c:pt>
                <c:pt idx="1947">
                  <c:v>#N/A</c:v>
                </c:pt>
                <c:pt idx="1948">
                  <c:v>#N/A</c:v>
                </c:pt>
                <c:pt idx="1949">
                  <c:v>#N/A</c:v>
                </c:pt>
                <c:pt idx="1950">
                  <c:v>#N/A</c:v>
                </c:pt>
                <c:pt idx="1951">
                  <c:v>#N/A</c:v>
                </c:pt>
                <c:pt idx="1952">
                  <c:v>#N/A</c:v>
                </c:pt>
                <c:pt idx="1953">
                  <c:v>#N/A</c:v>
                </c:pt>
                <c:pt idx="1954">
                  <c:v>#N/A</c:v>
                </c:pt>
                <c:pt idx="1955">
                  <c:v>#N/A</c:v>
                </c:pt>
                <c:pt idx="1956">
                  <c:v>#N/A</c:v>
                </c:pt>
                <c:pt idx="1957">
                  <c:v>#N/A</c:v>
                </c:pt>
                <c:pt idx="1958">
                  <c:v>1.9</c:v>
                </c:pt>
                <c:pt idx="1959">
                  <c:v>#N/A</c:v>
                </c:pt>
                <c:pt idx="1960">
                  <c:v>#N/A</c:v>
                </c:pt>
                <c:pt idx="1961">
                  <c:v>#N/A</c:v>
                </c:pt>
                <c:pt idx="1962">
                  <c:v>#N/A</c:v>
                </c:pt>
                <c:pt idx="1963">
                  <c:v>#N/A</c:v>
                </c:pt>
                <c:pt idx="1964">
                  <c:v>#N/A</c:v>
                </c:pt>
                <c:pt idx="1965">
                  <c:v>#N/A</c:v>
                </c:pt>
                <c:pt idx="1966">
                  <c:v>#N/A</c:v>
                </c:pt>
                <c:pt idx="1967">
                  <c:v>#N/A</c:v>
                </c:pt>
                <c:pt idx="1968">
                  <c:v>#N/A</c:v>
                </c:pt>
                <c:pt idx="1969">
                  <c:v>#N/A</c:v>
                </c:pt>
                <c:pt idx="1970">
                  <c:v>#N/A</c:v>
                </c:pt>
                <c:pt idx="1971">
                  <c:v>#N/A</c:v>
                </c:pt>
                <c:pt idx="1972">
                  <c:v>#N/A</c:v>
                </c:pt>
                <c:pt idx="1973">
                  <c:v>#N/A</c:v>
                </c:pt>
                <c:pt idx="1974">
                  <c:v>#N/A</c:v>
                </c:pt>
                <c:pt idx="1975">
                  <c:v>#N/A</c:v>
                </c:pt>
                <c:pt idx="1976">
                  <c:v>#N/A</c:v>
                </c:pt>
                <c:pt idx="1977">
                  <c:v>#N/A</c:v>
                </c:pt>
                <c:pt idx="1978">
                  <c:v>#N/A</c:v>
                </c:pt>
                <c:pt idx="1979">
                  <c:v>#N/A</c:v>
                </c:pt>
                <c:pt idx="1980">
                  <c:v>#N/A</c:v>
                </c:pt>
                <c:pt idx="1981">
                  <c:v>#N/A</c:v>
                </c:pt>
                <c:pt idx="1982">
                  <c:v>#N/A</c:v>
                </c:pt>
                <c:pt idx="1983">
                  <c:v>#N/A</c:v>
                </c:pt>
                <c:pt idx="1984">
                  <c:v>#N/A</c:v>
                </c:pt>
                <c:pt idx="1985">
                  <c:v>#N/A</c:v>
                </c:pt>
                <c:pt idx="1986">
                  <c:v>1.9</c:v>
                </c:pt>
                <c:pt idx="1987">
                  <c:v>#N/A</c:v>
                </c:pt>
                <c:pt idx="1988">
                  <c:v>#N/A</c:v>
                </c:pt>
                <c:pt idx="1989">
                  <c:v>#N/A</c:v>
                </c:pt>
                <c:pt idx="1990">
                  <c:v>#N/A</c:v>
                </c:pt>
                <c:pt idx="1991">
                  <c:v>#N/A</c:v>
                </c:pt>
                <c:pt idx="1992">
                  <c:v>#N/A</c:v>
                </c:pt>
                <c:pt idx="1993">
                  <c:v>#N/A</c:v>
                </c:pt>
                <c:pt idx="1994">
                  <c:v>#N/A</c:v>
                </c:pt>
                <c:pt idx="1995">
                  <c:v>#N/A</c:v>
                </c:pt>
                <c:pt idx="1996">
                  <c:v>#N/A</c:v>
                </c:pt>
                <c:pt idx="1997">
                  <c:v>#N/A</c:v>
                </c:pt>
                <c:pt idx="1998">
                  <c:v>#N/A</c:v>
                </c:pt>
                <c:pt idx="1999">
                  <c:v>#N/A</c:v>
                </c:pt>
                <c:pt idx="2000">
                  <c:v>#N/A</c:v>
                </c:pt>
                <c:pt idx="2001">
                  <c:v>#N/A</c:v>
                </c:pt>
                <c:pt idx="2002">
                  <c:v>#N/A</c:v>
                </c:pt>
                <c:pt idx="2003">
                  <c:v>#N/A</c:v>
                </c:pt>
                <c:pt idx="2004">
                  <c:v>#N/A</c:v>
                </c:pt>
                <c:pt idx="2005">
                  <c:v>#N/A</c:v>
                </c:pt>
                <c:pt idx="2006">
                  <c:v>#N/A</c:v>
                </c:pt>
                <c:pt idx="2007">
                  <c:v>#N/A</c:v>
                </c:pt>
                <c:pt idx="2008">
                  <c:v>#N/A</c:v>
                </c:pt>
                <c:pt idx="2009">
                  <c:v>#N/A</c:v>
                </c:pt>
                <c:pt idx="2010">
                  <c:v>#N/A</c:v>
                </c:pt>
                <c:pt idx="2011">
                  <c:v>#N/A</c:v>
                </c:pt>
                <c:pt idx="2012">
                  <c:v>#N/A</c:v>
                </c:pt>
                <c:pt idx="2013">
                  <c:v>#N/A</c:v>
                </c:pt>
                <c:pt idx="2014">
                  <c:v>#N/A</c:v>
                </c:pt>
                <c:pt idx="2015">
                  <c:v>#N/A</c:v>
                </c:pt>
                <c:pt idx="2016">
                  <c:v>#N/A</c:v>
                </c:pt>
                <c:pt idx="2017">
                  <c:v>2</c:v>
                </c:pt>
                <c:pt idx="2018">
                  <c:v>#N/A</c:v>
                </c:pt>
                <c:pt idx="2019">
                  <c:v>#N/A</c:v>
                </c:pt>
                <c:pt idx="2020">
                  <c:v>#N/A</c:v>
                </c:pt>
                <c:pt idx="2021">
                  <c:v>#N/A</c:v>
                </c:pt>
                <c:pt idx="2022">
                  <c:v>#N/A</c:v>
                </c:pt>
                <c:pt idx="2023">
                  <c:v>#N/A</c:v>
                </c:pt>
                <c:pt idx="2024">
                  <c:v>#N/A</c:v>
                </c:pt>
                <c:pt idx="2025">
                  <c:v>#N/A</c:v>
                </c:pt>
                <c:pt idx="2026">
                  <c:v>#N/A</c:v>
                </c:pt>
                <c:pt idx="2027">
                  <c:v>#N/A</c:v>
                </c:pt>
                <c:pt idx="2028">
                  <c:v>#N/A</c:v>
                </c:pt>
                <c:pt idx="2029">
                  <c:v>#N/A</c:v>
                </c:pt>
                <c:pt idx="2030">
                  <c:v>#N/A</c:v>
                </c:pt>
                <c:pt idx="2031">
                  <c:v>#N/A</c:v>
                </c:pt>
                <c:pt idx="2032">
                  <c:v>#N/A</c:v>
                </c:pt>
                <c:pt idx="2033">
                  <c:v>#N/A</c:v>
                </c:pt>
                <c:pt idx="2034">
                  <c:v>#N/A</c:v>
                </c:pt>
                <c:pt idx="2035">
                  <c:v>#N/A</c:v>
                </c:pt>
                <c:pt idx="2036">
                  <c:v>#N/A</c:v>
                </c:pt>
                <c:pt idx="2037">
                  <c:v>#N/A</c:v>
                </c:pt>
                <c:pt idx="2038">
                  <c:v>#N/A</c:v>
                </c:pt>
                <c:pt idx="2039">
                  <c:v>#N/A</c:v>
                </c:pt>
                <c:pt idx="2040">
                  <c:v>#N/A</c:v>
                </c:pt>
                <c:pt idx="2041">
                  <c:v>#N/A</c:v>
                </c:pt>
                <c:pt idx="2042">
                  <c:v>#N/A</c:v>
                </c:pt>
                <c:pt idx="2043">
                  <c:v>#N/A</c:v>
                </c:pt>
                <c:pt idx="2044">
                  <c:v>#N/A</c:v>
                </c:pt>
                <c:pt idx="2045">
                  <c:v>#N/A</c:v>
                </c:pt>
                <c:pt idx="2046">
                  <c:v>#N/A</c:v>
                </c:pt>
                <c:pt idx="2047">
                  <c:v>#N/A</c:v>
                </c:pt>
                <c:pt idx="2048">
                  <c:v>2.1</c:v>
                </c:pt>
                <c:pt idx="2049">
                  <c:v>#N/A</c:v>
                </c:pt>
                <c:pt idx="2050">
                  <c:v>#N/A</c:v>
                </c:pt>
                <c:pt idx="2051">
                  <c:v>#N/A</c:v>
                </c:pt>
                <c:pt idx="2052">
                  <c:v>#N/A</c:v>
                </c:pt>
                <c:pt idx="2053">
                  <c:v>#N/A</c:v>
                </c:pt>
                <c:pt idx="2054">
                  <c:v>#N/A</c:v>
                </c:pt>
                <c:pt idx="2055">
                  <c:v>#N/A</c:v>
                </c:pt>
                <c:pt idx="2056">
                  <c:v>#N/A</c:v>
                </c:pt>
                <c:pt idx="2057">
                  <c:v>#N/A</c:v>
                </c:pt>
                <c:pt idx="2058">
                  <c:v>#N/A</c:v>
                </c:pt>
                <c:pt idx="2059">
                  <c:v>#N/A</c:v>
                </c:pt>
                <c:pt idx="2060">
                  <c:v>#N/A</c:v>
                </c:pt>
                <c:pt idx="2061">
                  <c:v>#N/A</c:v>
                </c:pt>
                <c:pt idx="2062">
                  <c:v>#N/A</c:v>
                </c:pt>
                <c:pt idx="2063">
                  <c:v>#N/A</c:v>
                </c:pt>
                <c:pt idx="2064">
                  <c:v>#N/A</c:v>
                </c:pt>
                <c:pt idx="2065">
                  <c:v>#N/A</c:v>
                </c:pt>
                <c:pt idx="2066">
                  <c:v>#N/A</c:v>
                </c:pt>
                <c:pt idx="2067">
                  <c:v>#N/A</c:v>
                </c:pt>
                <c:pt idx="2068">
                  <c:v>#N/A</c:v>
                </c:pt>
                <c:pt idx="2069">
                  <c:v>#N/A</c:v>
                </c:pt>
                <c:pt idx="2070">
                  <c:v>#N/A</c:v>
                </c:pt>
                <c:pt idx="2071">
                  <c:v>#N/A</c:v>
                </c:pt>
                <c:pt idx="2072">
                  <c:v>#N/A</c:v>
                </c:pt>
                <c:pt idx="2073">
                  <c:v>#N/A</c:v>
                </c:pt>
                <c:pt idx="2074">
                  <c:v>#N/A</c:v>
                </c:pt>
                <c:pt idx="2075">
                  <c:v>#N/A</c:v>
                </c:pt>
                <c:pt idx="2076">
                  <c:v>#N/A</c:v>
                </c:pt>
                <c:pt idx="2077">
                  <c:v>#N/A</c:v>
                </c:pt>
                <c:pt idx="2078">
                  <c:v>2.2000000000000002</c:v>
                </c:pt>
                <c:pt idx="2079">
                  <c:v>#N/A</c:v>
                </c:pt>
                <c:pt idx="2080">
                  <c:v>#N/A</c:v>
                </c:pt>
                <c:pt idx="2081">
                  <c:v>#N/A</c:v>
                </c:pt>
                <c:pt idx="2082">
                  <c:v>#N/A</c:v>
                </c:pt>
                <c:pt idx="2083">
                  <c:v>#N/A</c:v>
                </c:pt>
                <c:pt idx="2084">
                  <c:v>#N/A</c:v>
                </c:pt>
                <c:pt idx="2085">
                  <c:v>#N/A</c:v>
                </c:pt>
                <c:pt idx="2086">
                  <c:v>#N/A</c:v>
                </c:pt>
                <c:pt idx="2087">
                  <c:v>#N/A</c:v>
                </c:pt>
                <c:pt idx="2088">
                  <c:v>#N/A</c:v>
                </c:pt>
                <c:pt idx="2089">
                  <c:v>#N/A</c:v>
                </c:pt>
                <c:pt idx="2090">
                  <c:v>#N/A</c:v>
                </c:pt>
                <c:pt idx="2091">
                  <c:v>#N/A</c:v>
                </c:pt>
                <c:pt idx="2092">
                  <c:v>#N/A</c:v>
                </c:pt>
                <c:pt idx="2093">
                  <c:v>#N/A</c:v>
                </c:pt>
                <c:pt idx="2094">
                  <c:v>#N/A</c:v>
                </c:pt>
                <c:pt idx="2095">
                  <c:v>#N/A</c:v>
                </c:pt>
                <c:pt idx="2096">
                  <c:v>#N/A</c:v>
                </c:pt>
                <c:pt idx="2097">
                  <c:v>#N/A</c:v>
                </c:pt>
                <c:pt idx="2098">
                  <c:v>#N/A</c:v>
                </c:pt>
                <c:pt idx="2099">
                  <c:v>#N/A</c:v>
                </c:pt>
                <c:pt idx="2100">
                  <c:v>#N/A</c:v>
                </c:pt>
                <c:pt idx="2101">
                  <c:v>#N/A</c:v>
                </c:pt>
                <c:pt idx="2102">
                  <c:v>#N/A</c:v>
                </c:pt>
                <c:pt idx="2103">
                  <c:v>#N/A</c:v>
                </c:pt>
                <c:pt idx="2104">
                  <c:v>#N/A</c:v>
                </c:pt>
                <c:pt idx="2105">
                  <c:v>#N/A</c:v>
                </c:pt>
                <c:pt idx="2106">
                  <c:v>#N/A</c:v>
                </c:pt>
                <c:pt idx="2107">
                  <c:v>#N/A</c:v>
                </c:pt>
                <c:pt idx="2108">
                  <c:v>#N/A</c:v>
                </c:pt>
                <c:pt idx="2109">
                  <c:v>2.2000000000000002</c:v>
                </c:pt>
                <c:pt idx="2110">
                  <c:v>#N/A</c:v>
                </c:pt>
                <c:pt idx="2111">
                  <c:v>#N/A</c:v>
                </c:pt>
                <c:pt idx="2112">
                  <c:v>#N/A</c:v>
                </c:pt>
                <c:pt idx="2113">
                  <c:v>#N/A</c:v>
                </c:pt>
                <c:pt idx="2114">
                  <c:v>#N/A</c:v>
                </c:pt>
                <c:pt idx="2115">
                  <c:v>#N/A</c:v>
                </c:pt>
                <c:pt idx="2116">
                  <c:v>#N/A</c:v>
                </c:pt>
                <c:pt idx="2117">
                  <c:v>#N/A</c:v>
                </c:pt>
                <c:pt idx="2118">
                  <c:v>#N/A</c:v>
                </c:pt>
                <c:pt idx="2119">
                  <c:v>#N/A</c:v>
                </c:pt>
                <c:pt idx="2120">
                  <c:v>#N/A</c:v>
                </c:pt>
                <c:pt idx="2121">
                  <c:v>#N/A</c:v>
                </c:pt>
                <c:pt idx="2122">
                  <c:v>#N/A</c:v>
                </c:pt>
                <c:pt idx="2123">
                  <c:v>#N/A</c:v>
                </c:pt>
                <c:pt idx="2124">
                  <c:v>#N/A</c:v>
                </c:pt>
                <c:pt idx="2125">
                  <c:v>#N/A</c:v>
                </c:pt>
                <c:pt idx="2126">
                  <c:v>#N/A</c:v>
                </c:pt>
                <c:pt idx="2127">
                  <c:v>#N/A</c:v>
                </c:pt>
                <c:pt idx="2128">
                  <c:v>#N/A</c:v>
                </c:pt>
                <c:pt idx="2129">
                  <c:v>#N/A</c:v>
                </c:pt>
                <c:pt idx="2130">
                  <c:v>#N/A</c:v>
                </c:pt>
                <c:pt idx="2131">
                  <c:v>#N/A</c:v>
                </c:pt>
                <c:pt idx="2132">
                  <c:v>#N/A</c:v>
                </c:pt>
                <c:pt idx="2133">
                  <c:v>#N/A</c:v>
                </c:pt>
                <c:pt idx="2134">
                  <c:v>#N/A</c:v>
                </c:pt>
                <c:pt idx="2135">
                  <c:v>#N/A</c:v>
                </c:pt>
                <c:pt idx="2136">
                  <c:v>#N/A</c:v>
                </c:pt>
                <c:pt idx="2137">
                  <c:v>#N/A</c:v>
                </c:pt>
                <c:pt idx="2138">
                  <c:v>#N/A</c:v>
                </c:pt>
                <c:pt idx="2139">
                  <c:v>2.2999999999999998</c:v>
                </c:pt>
                <c:pt idx="2140">
                  <c:v>#N/A</c:v>
                </c:pt>
                <c:pt idx="2141">
                  <c:v>#N/A</c:v>
                </c:pt>
                <c:pt idx="2142">
                  <c:v>#N/A</c:v>
                </c:pt>
                <c:pt idx="2143">
                  <c:v>#N/A</c:v>
                </c:pt>
                <c:pt idx="2144">
                  <c:v>#N/A</c:v>
                </c:pt>
                <c:pt idx="2145">
                  <c:v>#N/A</c:v>
                </c:pt>
                <c:pt idx="2146">
                  <c:v>#N/A</c:v>
                </c:pt>
                <c:pt idx="2147">
                  <c:v>#N/A</c:v>
                </c:pt>
                <c:pt idx="2148">
                  <c:v>#N/A</c:v>
                </c:pt>
                <c:pt idx="2149">
                  <c:v>#N/A</c:v>
                </c:pt>
                <c:pt idx="2150">
                  <c:v>#N/A</c:v>
                </c:pt>
                <c:pt idx="2151">
                  <c:v>#N/A</c:v>
                </c:pt>
                <c:pt idx="2152">
                  <c:v>#N/A</c:v>
                </c:pt>
                <c:pt idx="2153">
                  <c:v>#N/A</c:v>
                </c:pt>
                <c:pt idx="2154">
                  <c:v>#N/A</c:v>
                </c:pt>
                <c:pt idx="2155">
                  <c:v>#N/A</c:v>
                </c:pt>
                <c:pt idx="2156">
                  <c:v>#N/A</c:v>
                </c:pt>
                <c:pt idx="2157">
                  <c:v>#N/A</c:v>
                </c:pt>
                <c:pt idx="2158">
                  <c:v>#N/A</c:v>
                </c:pt>
                <c:pt idx="2159">
                  <c:v>#N/A</c:v>
                </c:pt>
                <c:pt idx="2160">
                  <c:v>#N/A</c:v>
                </c:pt>
                <c:pt idx="2161">
                  <c:v>#N/A</c:v>
                </c:pt>
                <c:pt idx="2162">
                  <c:v>#N/A</c:v>
                </c:pt>
                <c:pt idx="2163">
                  <c:v>#N/A</c:v>
                </c:pt>
                <c:pt idx="2164">
                  <c:v>#N/A</c:v>
                </c:pt>
                <c:pt idx="2165">
                  <c:v>#N/A</c:v>
                </c:pt>
                <c:pt idx="2166">
                  <c:v>#N/A</c:v>
                </c:pt>
                <c:pt idx="2167">
                  <c:v>#N/A</c:v>
                </c:pt>
                <c:pt idx="2168">
                  <c:v>#N/A</c:v>
                </c:pt>
                <c:pt idx="2169">
                  <c:v>#N/A</c:v>
                </c:pt>
                <c:pt idx="2170">
                  <c:v>2.2999999999999998</c:v>
                </c:pt>
                <c:pt idx="2171">
                  <c:v>#N/A</c:v>
                </c:pt>
                <c:pt idx="2172">
                  <c:v>#N/A</c:v>
                </c:pt>
                <c:pt idx="2173">
                  <c:v>#N/A</c:v>
                </c:pt>
                <c:pt idx="2174">
                  <c:v>#N/A</c:v>
                </c:pt>
                <c:pt idx="2175">
                  <c:v>#N/A</c:v>
                </c:pt>
                <c:pt idx="2176">
                  <c:v>#N/A</c:v>
                </c:pt>
                <c:pt idx="2177">
                  <c:v>#N/A</c:v>
                </c:pt>
                <c:pt idx="2178">
                  <c:v>#N/A</c:v>
                </c:pt>
                <c:pt idx="2179">
                  <c:v>#N/A</c:v>
                </c:pt>
                <c:pt idx="2180">
                  <c:v>#N/A</c:v>
                </c:pt>
                <c:pt idx="2181">
                  <c:v>#N/A</c:v>
                </c:pt>
                <c:pt idx="2182">
                  <c:v>#N/A</c:v>
                </c:pt>
                <c:pt idx="2183">
                  <c:v>#N/A</c:v>
                </c:pt>
                <c:pt idx="2184">
                  <c:v>#N/A</c:v>
                </c:pt>
                <c:pt idx="2185">
                  <c:v>#N/A</c:v>
                </c:pt>
                <c:pt idx="2186">
                  <c:v>#N/A</c:v>
                </c:pt>
                <c:pt idx="2187">
                  <c:v>#N/A</c:v>
                </c:pt>
                <c:pt idx="2188">
                  <c:v>#N/A</c:v>
                </c:pt>
                <c:pt idx="2189">
                  <c:v>#N/A</c:v>
                </c:pt>
                <c:pt idx="2190">
                  <c:v>#N/A</c:v>
                </c:pt>
                <c:pt idx="2191">
                  <c:v>#N/A</c:v>
                </c:pt>
                <c:pt idx="2192">
                  <c:v>#N/A</c:v>
                </c:pt>
                <c:pt idx="2193">
                  <c:v>#N/A</c:v>
                </c:pt>
                <c:pt idx="2194">
                  <c:v>#N/A</c:v>
                </c:pt>
                <c:pt idx="2195">
                  <c:v>#N/A</c:v>
                </c:pt>
                <c:pt idx="2196">
                  <c:v>#N/A</c:v>
                </c:pt>
                <c:pt idx="2197">
                  <c:v>#N/A</c:v>
                </c:pt>
                <c:pt idx="2198">
                  <c:v>#N/A</c:v>
                </c:pt>
                <c:pt idx="2199">
                  <c:v>#N/A</c:v>
                </c:pt>
                <c:pt idx="2200">
                  <c:v>#N/A</c:v>
                </c:pt>
                <c:pt idx="2201">
                  <c:v>2.2999999999999998</c:v>
                </c:pt>
                <c:pt idx="2202">
                  <c:v>#N/A</c:v>
                </c:pt>
                <c:pt idx="2203">
                  <c:v>#N/A</c:v>
                </c:pt>
                <c:pt idx="2204">
                  <c:v>#N/A</c:v>
                </c:pt>
                <c:pt idx="2205">
                  <c:v>#N/A</c:v>
                </c:pt>
                <c:pt idx="2206">
                  <c:v>#N/A</c:v>
                </c:pt>
                <c:pt idx="2207">
                  <c:v>#N/A</c:v>
                </c:pt>
                <c:pt idx="2208">
                  <c:v>#N/A</c:v>
                </c:pt>
                <c:pt idx="2209">
                  <c:v>#N/A</c:v>
                </c:pt>
                <c:pt idx="2210">
                  <c:v>#N/A</c:v>
                </c:pt>
                <c:pt idx="2211">
                  <c:v>#N/A</c:v>
                </c:pt>
                <c:pt idx="2212">
                  <c:v>#N/A</c:v>
                </c:pt>
                <c:pt idx="2213">
                  <c:v>#N/A</c:v>
                </c:pt>
                <c:pt idx="2214">
                  <c:v>#N/A</c:v>
                </c:pt>
                <c:pt idx="2215">
                  <c:v>#N/A</c:v>
                </c:pt>
                <c:pt idx="2216">
                  <c:v>#N/A</c:v>
                </c:pt>
                <c:pt idx="2217">
                  <c:v>#N/A</c:v>
                </c:pt>
                <c:pt idx="2218">
                  <c:v>#N/A</c:v>
                </c:pt>
                <c:pt idx="2219">
                  <c:v>#N/A</c:v>
                </c:pt>
                <c:pt idx="2220">
                  <c:v>#N/A</c:v>
                </c:pt>
                <c:pt idx="2221">
                  <c:v>#N/A</c:v>
                </c:pt>
                <c:pt idx="2222">
                  <c:v>#N/A</c:v>
                </c:pt>
                <c:pt idx="2223">
                  <c:v>#N/A</c:v>
                </c:pt>
                <c:pt idx="2224">
                  <c:v>#N/A</c:v>
                </c:pt>
                <c:pt idx="2225">
                  <c:v>#N/A</c:v>
                </c:pt>
                <c:pt idx="2226">
                  <c:v>#N/A</c:v>
                </c:pt>
                <c:pt idx="2227">
                  <c:v>#N/A</c:v>
                </c:pt>
                <c:pt idx="2228">
                  <c:v>#N/A</c:v>
                </c:pt>
                <c:pt idx="2229">
                  <c:v>#N/A</c:v>
                </c:pt>
                <c:pt idx="2230">
                  <c:v>#N/A</c:v>
                </c:pt>
                <c:pt idx="2231">
                  <c:v>2.4</c:v>
                </c:pt>
                <c:pt idx="2232">
                  <c:v>#N/A</c:v>
                </c:pt>
                <c:pt idx="2233">
                  <c:v>#N/A</c:v>
                </c:pt>
                <c:pt idx="2234">
                  <c:v>#N/A</c:v>
                </c:pt>
                <c:pt idx="2235">
                  <c:v>#N/A</c:v>
                </c:pt>
                <c:pt idx="2236">
                  <c:v>#N/A</c:v>
                </c:pt>
                <c:pt idx="2237">
                  <c:v>#N/A</c:v>
                </c:pt>
                <c:pt idx="2238">
                  <c:v>#N/A</c:v>
                </c:pt>
                <c:pt idx="2239">
                  <c:v>#N/A</c:v>
                </c:pt>
                <c:pt idx="2240">
                  <c:v>#N/A</c:v>
                </c:pt>
                <c:pt idx="2241">
                  <c:v>#N/A</c:v>
                </c:pt>
                <c:pt idx="2242">
                  <c:v>#N/A</c:v>
                </c:pt>
                <c:pt idx="2243">
                  <c:v>#N/A</c:v>
                </c:pt>
                <c:pt idx="2244">
                  <c:v>#N/A</c:v>
                </c:pt>
                <c:pt idx="2245">
                  <c:v>#N/A</c:v>
                </c:pt>
                <c:pt idx="2246">
                  <c:v>#N/A</c:v>
                </c:pt>
                <c:pt idx="2247">
                  <c:v>#N/A</c:v>
                </c:pt>
                <c:pt idx="2248">
                  <c:v>#N/A</c:v>
                </c:pt>
                <c:pt idx="2249">
                  <c:v>#N/A</c:v>
                </c:pt>
                <c:pt idx="2250">
                  <c:v>#N/A</c:v>
                </c:pt>
                <c:pt idx="2251">
                  <c:v>#N/A</c:v>
                </c:pt>
                <c:pt idx="2252">
                  <c:v>#N/A</c:v>
                </c:pt>
                <c:pt idx="2253">
                  <c:v>#N/A</c:v>
                </c:pt>
                <c:pt idx="2254">
                  <c:v>#N/A</c:v>
                </c:pt>
                <c:pt idx="2255">
                  <c:v>#N/A</c:v>
                </c:pt>
                <c:pt idx="2256">
                  <c:v>#N/A</c:v>
                </c:pt>
                <c:pt idx="2257">
                  <c:v>#N/A</c:v>
                </c:pt>
                <c:pt idx="2258">
                  <c:v>#N/A</c:v>
                </c:pt>
                <c:pt idx="2259">
                  <c:v>#N/A</c:v>
                </c:pt>
                <c:pt idx="2260">
                  <c:v>#N/A</c:v>
                </c:pt>
                <c:pt idx="2261">
                  <c:v>#N/A</c:v>
                </c:pt>
                <c:pt idx="2262">
                  <c:v>2.2999999999999998</c:v>
                </c:pt>
                <c:pt idx="2263">
                  <c:v>#N/A</c:v>
                </c:pt>
                <c:pt idx="2264">
                  <c:v>#N/A</c:v>
                </c:pt>
                <c:pt idx="2265">
                  <c:v>#N/A</c:v>
                </c:pt>
                <c:pt idx="2266">
                  <c:v>#N/A</c:v>
                </c:pt>
                <c:pt idx="2267">
                  <c:v>#N/A</c:v>
                </c:pt>
                <c:pt idx="2268">
                  <c:v>#N/A</c:v>
                </c:pt>
                <c:pt idx="2269">
                  <c:v>#N/A</c:v>
                </c:pt>
                <c:pt idx="2270">
                  <c:v>#N/A</c:v>
                </c:pt>
                <c:pt idx="2271">
                  <c:v>#N/A</c:v>
                </c:pt>
                <c:pt idx="2272">
                  <c:v>#N/A</c:v>
                </c:pt>
                <c:pt idx="2273">
                  <c:v>#N/A</c:v>
                </c:pt>
                <c:pt idx="2274">
                  <c:v>#N/A</c:v>
                </c:pt>
                <c:pt idx="2275">
                  <c:v>#N/A</c:v>
                </c:pt>
                <c:pt idx="2276">
                  <c:v>#N/A</c:v>
                </c:pt>
                <c:pt idx="2277">
                  <c:v>#N/A</c:v>
                </c:pt>
                <c:pt idx="2278">
                  <c:v>#N/A</c:v>
                </c:pt>
                <c:pt idx="2279">
                  <c:v>#N/A</c:v>
                </c:pt>
                <c:pt idx="2280">
                  <c:v>#N/A</c:v>
                </c:pt>
                <c:pt idx="2281">
                  <c:v>#N/A</c:v>
                </c:pt>
                <c:pt idx="2282">
                  <c:v>#N/A</c:v>
                </c:pt>
                <c:pt idx="2283">
                  <c:v>#N/A</c:v>
                </c:pt>
                <c:pt idx="2284">
                  <c:v>#N/A</c:v>
                </c:pt>
                <c:pt idx="2285">
                  <c:v>#N/A</c:v>
                </c:pt>
                <c:pt idx="2286">
                  <c:v>#N/A</c:v>
                </c:pt>
                <c:pt idx="2287">
                  <c:v>#N/A</c:v>
                </c:pt>
                <c:pt idx="2288">
                  <c:v>#N/A</c:v>
                </c:pt>
                <c:pt idx="2289">
                  <c:v>#N/A</c:v>
                </c:pt>
                <c:pt idx="2290">
                  <c:v>#N/A</c:v>
                </c:pt>
                <c:pt idx="2291">
                  <c:v>#N/A</c:v>
                </c:pt>
                <c:pt idx="2292">
                  <c:v>2.5</c:v>
                </c:pt>
                <c:pt idx="2293">
                  <c:v>#N/A</c:v>
                </c:pt>
                <c:pt idx="2294">
                  <c:v>#N/A</c:v>
                </c:pt>
                <c:pt idx="2295">
                  <c:v>#N/A</c:v>
                </c:pt>
                <c:pt idx="2296">
                  <c:v>#N/A</c:v>
                </c:pt>
                <c:pt idx="2297">
                  <c:v>#N/A</c:v>
                </c:pt>
                <c:pt idx="2298">
                  <c:v>#N/A</c:v>
                </c:pt>
                <c:pt idx="2299">
                  <c:v>#N/A</c:v>
                </c:pt>
                <c:pt idx="2300">
                  <c:v>#N/A</c:v>
                </c:pt>
                <c:pt idx="2301">
                  <c:v>#N/A</c:v>
                </c:pt>
                <c:pt idx="2302">
                  <c:v>#N/A</c:v>
                </c:pt>
                <c:pt idx="2303">
                  <c:v>#N/A</c:v>
                </c:pt>
                <c:pt idx="2304">
                  <c:v>#N/A</c:v>
                </c:pt>
                <c:pt idx="2305">
                  <c:v>#N/A</c:v>
                </c:pt>
                <c:pt idx="2306">
                  <c:v>#N/A</c:v>
                </c:pt>
                <c:pt idx="2307">
                  <c:v>#N/A</c:v>
                </c:pt>
                <c:pt idx="2308">
                  <c:v>#N/A</c:v>
                </c:pt>
                <c:pt idx="2309">
                  <c:v>#N/A</c:v>
                </c:pt>
                <c:pt idx="2310">
                  <c:v>#N/A</c:v>
                </c:pt>
                <c:pt idx="2311">
                  <c:v>#N/A</c:v>
                </c:pt>
                <c:pt idx="2312">
                  <c:v>#N/A</c:v>
                </c:pt>
                <c:pt idx="2313">
                  <c:v>#N/A</c:v>
                </c:pt>
                <c:pt idx="2314">
                  <c:v>#N/A</c:v>
                </c:pt>
                <c:pt idx="2315">
                  <c:v>#N/A</c:v>
                </c:pt>
                <c:pt idx="2316">
                  <c:v>#N/A</c:v>
                </c:pt>
                <c:pt idx="2317">
                  <c:v>#N/A</c:v>
                </c:pt>
                <c:pt idx="2318">
                  <c:v>#N/A</c:v>
                </c:pt>
                <c:pt idx="2319">
                  <c:v>#N/A</c:v>
                </c:pt>
                <c:pt idx="2320">
                  <c:v>#N/A</c:v>
                </c:pt>
                <c:pt idx="2321">
                  <c:v>#N/A</c:v>
                </c:pt>
                <c:pt idx="2322">
                  <c:v>#N/A</c:v>
                </c:pt>
                <c:pt idx="2323">
                  <c:v>2.5</c:v>
                </c:pt>
                <c:pt idx="2324">
                  <c:v>#N/A</c:v>
                </c:pt>
                <c:pt idx="2325">
                  <c:v>#N/A</c:v>
                </c:pt>
                <c:pt idx="2326">
                  <c:v>#N/A</c:v>
                </c:pt>
                <c:pt idx="2327">
                  <c:v>#N/A</c:v>
                </c:pt>
                <c:pt idx="2328">
                  <c:v>#N/A</c:v>
                </c:pt>
                <c:pt idx="2329">
                  <c:v>#N/A</c:v>
                </c:pt>
                <c:pt idx="2330">
                  <c:v>#N/A</c:v>
                </c:pt>
                <c:pt idx="2331">
                  <c:v>#N/A</c:v>
                </c:pt>
                <c:pt idx="2332">
                  <c:v>#N/A</c:v>
                </c:pt>
                <c:pt idx="2333">
                  <c:v>#N/A</c:v>
                </c:pt>
                <c:pt idx="2334">
                  <c:v>#N/A</c:v>
                </c:pt>
                <c:pt idx="2335">
                  <c:v>#N/A</c:v>
                </c:pt>
                <c:pt idx="2336">
                  <c:v>#N/A</c:v>
                </c:pt>
                <c:pt idx="2337">
                  <c:v>#N/A</c:v>
                </c:pt>
                <c:pt idx="2338">
                  <c:v>#N/A</c:v>
                </c:pt>
                <c:pt idx="2339">
                  <c:v>#N/A</c:v>
                </c:pt>
                <c:pt idx="2340">
                  <c:v>#N/A</c:v>
                </c:pt>
                <c:pt idx="2341">
                  <c:v>#N/A</c:v>
                </c:pt>
                <c:pt idx="2342">
                  <c:v>#N/A</c:v>
                </c:pt>
                <c:pt idx="2343">
                  <c:v>#N/A</c:v>
                </c:pt>
                <c:pt idx="2344">
                  <c:v>#N/A</c:v>
                </c:pt>
                <c:pt idx="2345">
                  <c:v>#N/A</c:v>
                </c:pt>
                <c:pt idx="2346">
                  <c:v>#N/A</c:v>
                </c:pt>
                <c:pt idx="2347">
                  <c:v>#N/A</c:v>
                </c:pt>
                <c:pt idx="2348">
                  <c:v>#N/A</c:v>
                </c:pt>
                <c:pt idx="2349">
                  <c:v>#N/A</c:v>
                </c:pt>
                <c:pt idx="2350">
                  <c:v>#N/A</c:v>
                </c:pt>
                <c:pt idx="2351">
                  <c:v>#N/A</c:v>
                </c:pt>
                <c:pt idx="2352">
                  <c:v>2.5</c:v>
                </c:pt>
                <c:pt idx="2353">
                  <c:v>#N/A</c:v>
                </c:pt>
                <c:pt idx="2354">
                  <c:v>#N/A</c:v>
                </c:pt>
                <c:pt idx="2355">
                  <c:v>#N/A</c:v>
                </c:pt>
                <c:pt idx="2356">
                  <c:v>#N/A</c:v>
                </c:pt>
                <c:pt idx="2357">
                  <c:v>#N/A</c:v>
                </c:pt>
                <c:pt idx="2358">
                  <c:v>#N/A</c:v>
                </c:pt>
                <c:pt idx="2359">
                  <c:v>#N/A</c:v>
                </c:pt>
                <c:pt idx="2360">
                  <c:v>#N/A</c:v>
                </c:pt>
                <c:pt idx="2361">
                  <c:v>#N/A</c:v>
                </c:pt>
                <c:pt idx="2362">
                  <c:v>#N/A</c:v>
                </c:pt>
                <c:pt idx="2363">
                  <c:v>#N/A</c:v>
                </c:pt>
                <c:pt idx="2364">
                  <c:v>#N/A</c:v>
                </c:pt>
                <c:pt idx="2365">
                  <c:v>#N/A</c:v>
                </c:pt>
                <c:pt idx="2366">
                  <c:v>#N/A</c:v>
                </c:pt>
                <c:pt idx="2367">
                  <c:v>#N/A</c:v>
                </c:pt>
                <c:pt idx="2368">
                  <c:v>#N/A</c:v>
                </c:pt>
                <c:pt idx="2369">
                  <c:v>#N/A</c:v>
                </c:pt>
                <c:pt idx="2370">
                  <c:v>#N/A</c:v>
                </c:pt>
                <c:pt idx="2371">
                  <c:v>#N/A</c:v>
                </c:pt>
                <c:pt idx="2372">
                  <c:v>#N/A</c:v>
                </c:pt>
                <c:pt idx="2373">
                  <c:v>#N/A</c:v>
                </c:pt>
                <c:pt idx="2374">
                  <c:v>#N/A</c:v>
                </c:pt>
                <c:pt idx="2375">
                  <c:v>#N/A</c:v>
                </c:pt>
                <c:pt idx="2376">
                  <c:v>#N/A</c:v>
                </c:pt>
                <c:pt idx="2377">
                  <c:v>#N/A</c:v>
                </c:pt>
                <c:pt idx="2378">
                  <c:v>#N/A</c:v>
                </c:pt>
                <c:pt idx="2379">
                  <c:v>#N/A</c:v>
                </c:pt>
                <c:pt idx="2380">
                  <c:v>#N/A</c:v>
                </c:pt>
                <c:pt idx="2381">
                  <c:v>#N/A</c:v>
                </c:pt>
                <c:pt idx="2382">
                  <c:v>#N/A</c:v>
                </c:pt>
                <c:pt idx="2383">
                  <c:v>2.5</c:v>
                </c:pt>
                <c:pt idx="2384">
                  <c:v>#N/A</c:v>
                </c:pt>
                <c:pt idx="2385">
                  <c:v>#N/A</c:v>
                </c:pt>
                <c:pt idx="2386">
                  <c:v>#N/A</c:v>
                </c:pt>
                <c:pt idx="2387">
                  <c:v>#N/A</c:v>
                </c:pt>
                <c:pt idx="2388">
                  <c:v>#N/A</c:v>
                </c:pt>
                <c:pt idx="2389">
                  <c:v>#N/A</c:v>
                </c:pt>
                <c:pt idx="2390">
                  <c:v>#N/A</c:v>
                </c:pt>
                <c:pt idx="2391">
                  <c:v>#N/A</c:v>
                </c:pt>
                <c:pt idx="2392">
                  <c:v>#N/A</c:v>
                </c:pt>
                <c:pt idx="2393">
                  <c:v>#N/A</c:v>
                </c:pt>
                <c:pt idx="2394">
                  <c:v>#N/A</c:v>
                </c:pt>
                <c:pt idx="2395">
                  <c:v>#N/A</c:v>
                </c:pt>
                <c:pt idx="2396">
                  <c:v>#N/A</c:v>
                </c:pt>
                <c:pt idx="2397">
                  <c:v>#N/A</c:v>
                </c:pt>
                <c:pt idx="2398">
                  <c:v>#N/A</c:v>
                </c:pt>
                <c:pt idx="2399">
                  <c:v>#N/A</c:v>
                </c:pt>
                <c:pt idx="2400">
                  <c:v>#N/A</c:v>
                </c:pt>
                <c:pt idx="2401">
                  <c:v>#N/A</c:v>
                </c:pt>
                <c:pt idx="2402">
                  <c:v>#N/A</c:v>
                </c:pt>
                <c:pt idx="2403">
                  <c:v>#N/A</c:v>
                </c:pt>
                <c:pt idx="2404">
                  <c:v>#N/A</c:v>
                </c:pt>
                <c:pt idx="2405">
                  <c:v>#N/A</c:v>
                </c:pt>
                <c:pt idx="2406">
                  <c:v>#N/A</c:v>
                </c:pt>
                <c:pt idx="2407">
                  <c:v>#N/A</c:v>
                </c:pt>
                <c:pt idx="2408">
                  <c:v>#N/A</c:v>
                </c:pt>
                <c:pt idx="2409">
                  <c:v>#N/A</c:v>
                </c:pt>
                <c:pt idx="2410">
                  <c:v>#N/A</c:v>
                </c:pt>
                <c:pt idx="2411">
                  <c:v>#N/A</c:v>
                </c:pt>
                <c:pt idx="2412">
                  <c:v>#N/A</c:v>
                </c:pt>
                <c:pt idx="2413">
                  <c:v>#N/A</c:v>
                </c:pt>
                <c:pt idx="2414">
                  <c:v>2.4</c:v>
                </c:pt>
                <c:pt idx="2415">
                  <c:v>#N/A</c:v>
                </c:pt>
                <c:pt idx="2416">
                  <c:v>#N/A</c:v>
                </c:pt>
                <c:pt idx="2417">
                  <c:v>#N/A</c:v>
                </c:pt>
                <c:pt idx="2418">
                  <c:v>#N/A</c:v>
                </c:pt>
                <c:pt idx="2419">
                  <c:v>#N/A</c:v>
                </c:pt>
                <c:pt idx="2420">
                  <c:v>#N/A</c:v>
                </c:pt>
                <c:pt idx="2421">
                  <c:v>#N/A</c:v>
                </c:pt>
                <c:pt idx="2422">
                  <c:v>#N/A</c:v>
                </c:pt>
                <c:pt idx="2423">
                  <c:v>#N/A</c:v>
                </c:pt>
                <c:pt idx="2424">
                  <c:v>#N/A</c:v>
                </c:pt>
                <c:pt idx="2425">
                  <c:v>#N/A</c:v>
                </c:pt>
                <c:pt idx="2426">
                  <c:v>#N/A</c:v>
                </c:pt>
                <c:pt idx="2427">
                  <c:v>#N/A</c:v>
                </c:pt>
                <c:pt idx="2428">
                  <c:v>#N/A</c:v>
                </c:pt>
                <c:pt idx="2429">
                  <c:v>#N/A</c:v>
                </c:pt>
                <c:pt idx="2430">
                  <c:v>#N/A</c:v>
                </c:pt>
                <c:pt idx="2431">
                  <c:v>#N/A</c:v>
                </c:pt>
                <c:pt idx="2432">
                  <c:v>#N/A</c:v>
                </c:pt>
                <c:pt idx="2433">
                  <c:v>#N/A</c:v>
                </c:pt>
                <c:pt idx="2434">
                  <c:v>#N/A</c:v>
                </c:pt>
                <c:pt idx="2435">
                  <c:v>#N/A</c:v>
                </c:pt>
                <c:pt idx="2436">
                  <c:v>#N/A</c:v>
                </c:pt>
                <c:pt idx="2437">
                  <c:v>#N/A</c:v>
                </c:pt>
                <c:pt idx="2438">
                  <c:v>#N/A</c:v>
                </c:pt>
                <c:pt idx="2439">
                  <c:v>#N/A</c:v>
                </c:pt>
                <c:pt idx="2440">
                  <c:v>#N/A</c:v>
                </c:pt>
                <c:pt idx="2441">
                  <c:v>#N/A</c:v>
                </c:pt>
                <c:pt idx="2442">
                  <c:v>#N/A</c:v>
                </c:pt>
                <c:pt idx="2443">
                  <c:v>#N/A</c:v>
                </c:pt>
                <c:pt idx="2444">
                  <c:v>2.5</c:v>
                </c:pt>
                <c:pt idx="2445">
                  <c:v>#N/A</c:v>
                </c:pt>
                <c:pt idx="2446">
                  <c:v>#N/A</c:v>
                </c:pt>
                <c:pt idx="2447">
                  <c:v>#N/A</c:v>
                </c:pt>
                <c:pt idx="2448">
                  <c:v>#N/A</c:v>
                </c:pt>
                <c:pt idx="2449">
                  <c:v>#N/A</c:v>
                </c:pt>
                <c:pt idx="2450">
                  <c:v>#N/A</c:v>
                </c:pt>
                <c:pt idx="2451">
                  <c:v>#N/A</c:v>
                </c:pt>
                <c:pt idx="2452">
                  <c:v>#N/A</c:v>
                </c:pt>
                <c:pt idx="2453">
                  <c:v>#N/A</c:v>
                </c:pt>
                <c:pt idx="2454">
                  <c:v>#N/A</c:v>
                </c:pt>
                <c:pt idx="2455">
                  <c:v>#N/A</c:v>
                </c:pt>
                <c:pt idx="2456">
                  <c:v>#N/A</c:v>
                </c:pt>
                <c:pt idx="2457">
                  <c:v>#N/A</c:v>
                </c:pt>
                <c:pt idx="2458">
                  <c:v>#N/A</c:v>
                </c:pt>
                <c:pt idx="2459">
                  <c:v>#N/A</c:v>
                </c:pt>
                <c:pt idx="2460">
                  <c:v>#N/A</c:v>
                </c:pt>
                <c:pt idx="2461">
                  <c:v>#N/A</c:v>
                </c:pt>
                <c:pt idx="2462">
                  <c:v>#N/A</c:v>
                </c:pt>
                <c:pt idx="2463">
                  <c:v>#N/A</c:v>
                </c:pt>
                <c:pt idx="2464">
                  <c:v>#N/A</c:v>
                </c:pt>
                <c:pt idx="2465">
                  <c:v>#N/A</c:v>
                </c:pt>
                <c:pt idx="2466">
                  <c:v>#N/A</c:v>
                </c:pt>
                <c:pt idx="2467">
                  <c:v>#N/A</c:v>
                </c:pt>
                <c:pt idx="2468">
                  <c:v>#N/A</c:v>
                </c:pt>
                <c:pt idx="2469">
                  <c:v>#N/A</c:v>
                </c:pt>
                <c:pt idx="2470">
                  <c:v>#N/A</c:v>
                </c:pt>
                <c:pt idx="2471">
                  <c:v>#N/A</c:v>
                </c:pt>
                <c:pt idx="2472">
                  <c:v>#N/A</c:v>
                </c:pt>
                <c:pt idx="2473">
                  <c:v>#N/A</c:v>
                </c:pt>
                <c:pt idx="2474">
                  <c:v>#N/A</c:v>
                </c:pt>
                <c:pt idx="2475">
                  <c:v>2.6</c:v>
                </c:pt>
                <c:pt idx="2476">
                  <c:v>#N/A</c:v>
                </c:pt>
                <c:pt idx="2477">
                  <c:v>#N/A</c:v>
                </c:pt>
                <c:pt idx="2478">
                  <c:v>#N/A</c:v>
                </c:pt>
                <c:pt idx="2479">
                  <c:v>#N/A</c:v>
                </c:pt>
                <c:pt idx="2480">
                  <c:v>#N/A</c:v>
                </c:pt>
                <c:pt idx="2481">
                  <c:v>#N/A</c:v>
                </c:pt>
                <c:pt idx="2482">
                  <c:v>#N/A</c:v>
                </c:pt>
                <c:pt idx="2483">
                  <c:v>#N/A</c:v>
                </c:pt>
                <c:pt idx="2484">
                  <c:v>#N/A</c:v>
                </c:pt>
                <c:pt idx="2485">
                  <c:v>#N/A</c:v>
                </c:pt>
                <c:pt idx="2486">
                  <c:v>#N/A</c:v>
                </c:pt>
                <c:pt idx="2487">
                  <c:v>#N/A</c:v>
                </c:pt>
                <c:pt idx="2488">
                  <c:v>#N/A</c:v>
                </c:pt>
                <c:pt idx="2489">
                  <c:v>#N/A</c:v>
                </c:pt>
                <c:pt idx="2490">
                  <c:v>#N/A</c:v>
                </c:pt>
                <c:pt idx="2491">
                  <c:v>#N/A</c:v>
                </c:pt>
                <c:pt idx="2492">
                  <c:v>#N/A</c:v>
                </c:pt>
                <c:pt idx="2493">
                  <c:v>#N/A</c:v>
                </c:pt>
                <c:pt idx="2494">
                  <c:v>#N/A</c:v>
                </c:pt>
                <c:pt idx="2495">
                  <c:v>#N/A</c:v>
                </c:pt>
                <c:pt idx="2496">
                  <c:v>#N/A</c:v>
                </c:pt>
                <c:pt idx="2497">
                  <c:v>#N/A</c:v>
                </c:pt>
                <c:pt idx="2498">
                  <c:v>#N/A</c:v>
                </c:pt>
                <c:pt idx="2499">
                  <c:v>#N/A</c:v>
                </c:pt>
                <c:pt idx="2500">
                  <c:v>#N/A</c:v>
                </c:pt>
                <c:pt idx="2501">
                  <c:v>#N/A</c:v>
                </c:pt>
                <c:pt idx="2502">
                  <c:v>#N/A</c:v>
                </c:pt>
                <c:pt idx="2503">
                  <c:v>#N/A</c:v>
                </c:pt>
                <c:pt idx="2504">
                  <c:v>#N/A</c:v>
                </c:pt>
                <c:pt idx="2505">
                  <c:v>2.6</c:v>
                </c:pt>
                <c:pt idx="2506">
                  <c:v>#N/A</c:v>
                </c:pt>
                <c:pt idx="2507">
                  <c:v>#N/A</c:v>
                </c:pt>
                <c:pt idx="2508">
                  <c:v>#N/A</c:v>
                </c:pt>
                <c:pt idx="2509">
                  <c:v>#N/A</c:v>
                </c:pt>
                <c:pt idx="2510">
                  <c:v>#N/A</c:v>
                </c:pt>
                <c:pt idx="2511">
                  <c:v>#N/A</c:v>
                </c:pt>
                <c:pt idx="2512">
                  <c:v>#N/A</c:v>
                </c:pt>
                <c:pt idx="2513">
                  <c:v>#N/A</c:v>
                </c:pt>
                <c:pt idx="2514">
                  <c:v>#N/A</c:v>
                </c:pt>
                <c:pt idx="2515">
                  <c:v>#N/A</c:v>
                </c:pt>
                <c:pt idx="2516">
                  <c:v>#N/A</c:v>
                </c:pt>
                <c:pt idx="2517">
                  <c:v>#N/A</c:v>
                </c:pt>
                <c:pt idx="2518">
                  <c:v>#N/A</c:v>
                </c:pt>
                <c:pt idx="2519">
                  <c:v>#N/A</c:v>
                </c:pt>
                <c:pt idx="2520">
                  <c:v>#N/A</c:v>
                </c:pt>
                <c:pt idx="2521">
                  <c:v>#N/A</c:v>
                </c:pt>
                <c:pt idx="2522">
                  <c:v>#N/A</c:v>
                </c:pt>
                <c:pt idx="2523">
                  <c:v>#N/A</c:v>
                </c:pt>
                <c:pt idx="2524">
                  <c:v>#N/A</c:v>
                </c:pt>
                <c:pt idx="2525">
                  <c:v>#N/A</c:v>
                </c:pt>
                <c:pt idx="2526">
                  <c:v>#N/A</c:v>
                </c:pt>
                <c:pt idx="2527">
                  <c:v>#N/A</c:v>
                </c:pt>
                <c:pt idx="2528">
                  <c:v>#N/A</c:v>
                </c:pt>
                <c:pt idx="2529">
                  <c:v>#N/A</c:v>
                </c:pt>
                <c:pt idx="2530">
                  <c:v>#N/A</c:v>
                </c:pt>
                <c:pt idx="2531">
                  <c:v>#N/A</c:v>
                </c:pt>
                <c:pt idx="2532">
                  <c:v>#N/A</c:v>
                </c:pt>
                <c:pt idx="2533">
                  <c:v>#N/A</c:v>
                </c:pt>
                <c:pt idx="2534">
                  <c:v>#N/A</c:v>
                </c:pt>
                <c:pt idx="2535">
                  <c:v>#N/A</c:v>
                </c:pt>
                <c:pt idx="2536">
                  <c:v>2.6</c:v>
                </c:pt>
                <c:pt idx="2537">
                  <c:v>#N/A</c:v>
                </c:pt>
                <c:pt idx="2538">
                  <c:v>#N/A</c:v>
                </c:pt>
                <c:pt idx="2539">
                  <c:v>#N/A</c:v>
                </c:pt>
                <c:pt idx="2540">
                  <c:v>#N/A</c:v>
                </c:pt>
                <c:pt idx="2541">
                  <c:v>#N/A</c:v>
                </c:pt>
                <c:pt idx="2542">
                  <c:v>#N/A</c:v>
                </c:pt>
                <c:pt idx="2543">
                  <c:v>#N/A</c:v>
                </c:pt>
                <c:pt idx="2544">
                  <c:v>#N/A</c:v>
                </c:pt>
                <c:pt idx="2545">
                  <c:v>#N/A</c:v>
                </c:pt>
                <c:pt idx="2546">
                  <c:v>#N/A</c:v>
                </c:pt>
                <c:pt idx="2547">
                  <c:v>#N/A</c:v>
                </c:pt>
                <c:pt idx="2548">
                  <c:v>#N/A</c:v>
                </c:pt>
                <c:pt idx="2549">
                  <c:v>#N/A</c:v>
                </c:pt>
                <c:pt idx="2550">
                  <c:v>#N/A</c:v>
                </c:pt>
                <c:pt idx="2551">
                  <c:v>#N/A</c:v>
                </c:pt>
                <c:pt idx="2552">
                  <c:v>#N/A</c:v>
                </c:pt>
                <c:pt idx="2553">
                  <c:v>#N/A</c:v>
                </c:pt>
                <c:pt idx="2554">
                  <c:v>#N/A</c:v>
                </c:pt>
                <c:pt idx="2555">
                  <c:v>#N/A</c:v>
                </c:pt>
                <c:pt idx="2556">
                  <c:v>#N/A</c:v>
                </c:pt>
                <c:pt idx="2557">
                  <c:v>#N/A</c:v>
                </c:pt>
                <c:pt idx="2558">
                  <c:v>#N/A</c:v>
                </c:pt>
                <c:pt idx="2559">
                  <c:v>#N/A</c:v>
                </c:pt>
                <c:pt idx="2560">
                  <c:v>#N/A</c:v>
                </c:pt>
                <c:pt idx="2561">
                  <c:v>#N/A</c:v>
                </c:pt>
                <c:pt idx="2562">
                  <c:v>#N/A</c:v>
                </c:pt>
                <c:pt idx="2563">
                  <c:v>#N/A</c:v>
                </c:pt>
                <c:pt idx="2564">
                  <c:v>#N/A</c:v>
                </c:pt>
                <c:pt idx="2565">
                  <c:v>#N/A</c:v>
                </c:pt>
                <c:pt idx="2566">
                  <c:v>#N/A</c:v>
                </c:pt>
                <c:pt idx="2567">
                  <c:v>2.5</c:v>
                </c:pt>
                <c:pt idx="2568">
                  <c:v>#N/A</c:v>
                </c:pt>
                <c:pt idx="2569">
                  <c:v>#N/A</c:v>
                </c:pt>
                <c:pt idx="2570">
                  <c:v>#N/A</c:v>
                </c:pt>
                <c:pt idx="2571">
                  <c:v>#N/A</c:v>
                </c:pt>
                <c:pt idx="2572">
                  <c:v>#N/A</c:v>
                </c:pt>
                <c:pt idx="2573">
                  <c:v>#N/A</c:v>
                </c:pt>
                <c:pt idx="2574">
                  <c:v>#N/A</c:v>
                </c:pt>
                <c:pt idx="2575">
                  <c:v>#N/A</c:v>
                </c:pt>
                <c:pt idx="2576">
                  <c:v>#N/A</c:v>
                </c:pt>
                <c:pt idx="2577">
                  <c:v>#N/A</c:v>
                </c:pt>
                <c:pt idx="2578">
                  <c:v>#N/A</c:v>
                </c:pt>
                <c:pt idx="2579">
                  <c:v>#N/A</c:v>
                </c:pt>
                <c:pt idx="2580">
                  <c:v>#N/A</c:v>
                </c:pt>
                <c:pt idx="2581">
                  <c:v>#N/A</c:v>
                </c:pt>
                <c:pt idx="2582">
                  <c:v>#N/A</c:v>
                </c:pt>
                <c:pt idx="2583">
                  <c:v>#N/A</c:v>
                </c:pt>
                <c:pt idx="2584">
                  <c:v>#N/A</c:v>
                </c:pt>
                <c:pt idx="2585">
                  <c:v>#N/A</c:v>
                </c:pt>
                <c:pt idx="2586">
                  <c:v>#N/A</c:v>
                </c:pt>
                <c:pt idx="2587">
                  <c:v>#N/A</c:v>
                </c:pt>
                <c:pt idx="2588">
                  <c:v>#N/A</c:v>
                </c:pt>
                <c:pt idx="2589">
                  <c:v>#N/A</c:v>
                </c:pt>
                <c:pt idx="2590">
                  <c:v>#N/A</c:v>
                </c:pt>
                <c:pt idx="2591">
                  <c:v>#N/A</c:v>
                </c:pt>
                <c:pt idx="2592">
                  <c:v>#N/A</c:v>
                </c:pt>
                <c:pt idx="2593">
                  <c:v>#N/A</c:v>
                </c:pt>
                <c:pt idx="2594">
                  <c:v>#N/A</c:v>
                </c:pt>
                <c:pt idx="2595">
                  <c:v>#N/A</c:v>
                </c:pt>
                <c:pt idx="2596">
                  <c:v>#N/A</c:v>
                </c:pt>
                <c:pt idx="2597">
                  <c:v>2.6</c:v>
                </c:pt>
                <c:pt idx="2598">
                  <c:v>#N/A</c:v>
                </c:pt>
                <c:pt idx="2599">
                  <c:v>#N/A</c:v>
                </c:pt>
                <c:pt idx="2600">
                  <c:v>#N/A</c:v>
                </c:pt>
                <c:pt idx="2601">
                  <c:v>#N/A</c:v>
                </c:pt>
                <c:pt idx="2602">
                  <c:v>#N/A</c:v>
                </c:pt>
                <c:pt idx="2603">
                  <c:v>#N/A</c:v>
                </c:pt>
                <c:pt idx="2604">
                  <c:v>#N/A</c:v>
                </c:pt>
                <c:pt idx="2605">
                  <c:v>#N/A</c:v>
                </c:pt>
                <c:pt idx="2606">
                  <c:v>#N/A</c:v>
                </c:pt>
                <c:pt idx="2607">
                  <c:v>#N/A</c:v>
                </c:pt>
                <c:pt idx="2608">
                  <c:v>#N/A</c:v>
                </c:pt>
                <c:pt idx="2609">
                  <c:v>#N/A</c:v>
                </c:pt>
                <c:pt idx="2610">
                  <c:v>#N/A</c:v>
                </c:pt>
                <c:pt idx="2611">
                  <c:v>#N/A</c:v>
                </c:pt>
                <c:pt idx="2612">
                  <c:v>#N/A</c:v>
                </c:pt>
                <c:pt idx="2613">
                  <c:v>#N/A</c:v>
                </c:pt>
                <c:pt idx="2614">
                  <c:v>#N/A</c:v>
                </c:pt>
                <c:pt idx="2615">
                  <c:v>#N/A</c:v>
                </c:pt>
                <c:pt idx="2616">
                  <c:v>#N/A</c:v>
                </c:pt>
                <c:pt idx="2617">
                  <c:v>#N/A</c:v>
                </c:pt>
                <c:pt idx="2618">
                  <c:v>#N/A</c:v>
                </c:pt>
                <c:pt idx="2619">
                  <c:v>#N/A</c:v>
                </c:pt>
                <c:pt idx="2620">
                  <c:v>#N/A</c:v>
                </c:pt>
                <c:pt idx="2621">
                  <c:v>#N/A</c:v>
                </c:pt>
                <c:pt idx="2622">
                  <c:v>#N/A</c:v>
                </c:pt>
                <c:pt idx="2623">
                  <c:v>#N/A</c:v>
                </c:pt>
                <c:pt idx="2624">
                  <c:v>#N/A</c:v>
                </c:pt>
                <c:pt idx="2625">
                  <c:v>#N/A</c:v>
                </c:pt>
                <c:pt idx="2626">
                  <c:v>#N/A</c:v>
                </c:pt>
                <c:pt idx="2627">
                  <c:v>#N/A</c:v>
                </c:pt>
                <c:pt idx="2628">
                  <c:v>2.6</c:v>
                </c:pt>
                <c:pt idx="2629">
                  <c:v>#N/A</c:v>
                </c:pt>
                <c:pt idx="2630">
                  <c:v>#N/A</c:v>
                </c:pt>
                <c:pt idx="2631">
                  <c:v>#N/A</c:v>
                </c:pt>
                <c:pt idx="2632">
                  <c:v>#N/A</c:v>
                </c:pt>
                <c:pt idx="2633">
                  <c:v>#N/A</c:v>
                </c:pt>
                <c:pt idx="2634">
                  <c:v>#N/A</c:v>
                </c:pt>
                <c:pt idx="2635">
                  <c:v>#N/A</c:v>
                </c:pt>
                <c:pt idx="2636">
                  <c:v>#N/A</c:v>
                </c:pt>
                <c:pt idx="2637">
                  <c:v>#N/A</c:v>
                </c:pt>
                <c:pt idx="2638">
                  <c:v>#N/A</c:v>
                </c:pt>
                <c:pt idx="2639">
                  <c:v>#N/A</c:v>
                </c:pt>
                <c:pt idx="2640">
                  <c:v>#N/A</c:v>
                </c:pt>
                <c:pt idx="2641">
                  <c:v>#N/A</c:v>
                </c:pt>
                <c:pt idx="2642">
                  <c:v>#N/A</c:v>
                </c:pt>
                <c:pt idx="2643">
                  <c:v>#N/A</c:v>
                </c:pt>
                <c:pt idx="2644">
                  <c:v>#N/A</c:v>
                </c:pt>
                <c:pt idx="2645">
                  <c:v>#N/A</c:v>
                </c:pt>
                <c:pt idx="2646">
                  <c:v>#N/A</c:v>
                </c:pt>
                <c:pt idx="2647">
                  <c:v>#N/A</c:v>
                </c:pt>
                <c:pt idx="2648">
                  <c:v>#N/A</c:v>
                </c:pt>
                <c:pt idx="2649">
                  <c:v>#N/A</c:v>
                </c:pt>
                <c:pt idx="2650">
                  <c:v>#N/A</c:v>
                </c:pt>
                <c:pt idx="2651">
                  <c:v>#N/A</c:v>
                </c:pt>
                <c:pt idx="2652">
                  <c:v>#N/A</c:v>
                </c:pt>
                <c:pt idx="2653">
                  <c:v>#N/A</c:v>
                </c:pt>
                <c:pt idx="2654">
                  <c:v>#N/A</c:v>
                </c:pt>
                <c:pt idx="2655">
                  <c:v>#N/A</c:v>
                </c:pt>
                <c:pt idx="2656">
                  <c:v>#N/A</c:v>
                </c:pt>
                <c:pt idx="2657">
                  <c:v>#N/A</c:v>
                </c:pt>
                <c:pt idx="2658">
                  <c:v>2.4</c:v>
                </c:pt>
                <c:pt idx="2659">
                  <c:v>#N/A</c:v>
                </c:pt>
                <c:pt idx="2660">
                  <c:v>#N/A</c:v>
                </c:pt>
                <c:pt idx="2661">
                  <c:v>#N/A</c:v>
                </c:pt>
                <c:pt idx="2662">
                  <c:v>#N/A</c:v>
                </c:pt>
                <c:pt idx="2663">
                  <c:v>#N/A</c:v>
                </c:pt>
                <c:pt idx="2664">
                  <c:v>#N/A</c:v>
                </c:pt>
                <c:pt idx="2665">
                  <c:v>#N/A</c:v>
                </c:pt>
                <c:pt idx="2666">
                  <c:v>#N/A</c:v>
                </c:pt>
                <c:pt idx="2667">
                  <c:v>#N/A</c:v>
                </c:pt>
                <c:pt idx="2668">
                  <c:v>#N/A</c:v>
                </c:pt>
                <c:pt idx="2669">
                  <c:v>#N/A</c:v>
                </c:pt>
                <c:pt idx="2670">
                  <c:v>#N/A</c:v>
                </c:pt>
                <c:pt idx="2671">
                  <c:v>#N/A</c:v>
                </c:pt>
                <c:pt idx="2672">
                  <c:v>#N/A</c:v>
                </c:pt>
                <c:pt idx="2673">
                  <c:v>#N/A</c:v>
                </c:pt>
                <c:pt idx="2674">
                  <c:v>#N/A</c:v>
                </c:pt>
                <c:pt idx="2675">
                  <c:v>#N/A</c:v>
                </c:pt>
                <c:pt idx="2676">
                  <c:v>#N/A</c:v>
                </c:pt>
                <c:pt idx="2677">
                  <c:v>#N/A</c:v>
                </c:pt>
                <c:pt idx="2678">
                  <c:v>#N/A</c:v>
                </c:pt>
                <c:pt idx="2679">
                  <c:v>#N/A</c:v>
                </c:pt>
                <c:pt idx="2680">
                  <c:v>#N/A</c:v>
                </c:pt>
                <c:pt idx="2681">
                  <c:v>#N/A</c:v>
                </c:pt>
                <c:pt idx="2682">
                  <c:v>#N/A</c:v>
                </c:pt>
                <c:pt idx="2683">
                  <c:v>#N/A</c:v>
                </c:pt>
                <c:pt idx="2684">
                  <c:v>#N/A</c:v>
                </c:pt>
                <c:pt idx="2685">
                  <c:v>#N/A</c:v>
                </c:pt>
                <c:pt idx="2686">
                  <c:v>#N/A</c:v>
                </c:pt>
                <c:pt idx="2687">
                  <c:v>#N/A</c:v>
                </c:pt>
                <c:pt idx="2688">
                  <c:v>#N/A</c:v>
                </c:pt>
                <c:pt idx="2689">
                  <c:v>2.4</c:v>
                </c:pt>
                <c:pt idx="2690">
                  <c:v>#N/A</c:v>
                </c:pt>
                <c:pt idx="2691">
                  <c:v>#N/A</c:v>
                </c:pt>
                <c:pt idx="2692">
                  <c:v>#N/A</c:v>
                </c:pt>
                <c:pt idx="2693">
                  <c:v>#N/A</c:v>
                </c:pt>
                <c:pt idx="2694">
                  <c:v>#N/A</c:v>
                </c:pt>
                <c:pt idx="2695">
                  <c:v>#N/A</c:v>
                </c:pt>
                <c:pt idx="2696">
                  <c:v>#N/A</c:v>
                </c:pt>
                <c:pt idx="2697">
                  <c:v>#N/A</c:v>
                </c:pt>
                <c:pt idx="2698">
                  <c:v>#N/A</c:v>
                </c:pt>
                <c:pt idx="2699">
                  <c:v>#N/A</c:v>
                </c:pt>
                <c:pt idx="2700">
                  <c:v>#N/A</c:v>
                </c:pt>
                <c:pt idx="2701">
                  <c:v>#N/A</c:v>
                </c:pt>
                <c:pt idx="2702">
                  <c:v>#N/A</c:v>
                </c:pt>
                <c:pt idx="2703">
                  <c:v>#N/A</c:v>
                </c:pt>
                <c:pt idx="2704">
                  <c:v>#N/A</c:v>
                </c:pt>
                <c:pt idx="2705">
                  <c:v>#N/A</c:v>
                </c:pt>
                <c:pt idx="2706">
                  <c:v>#N/A</c:v>
                </c:pt>
                <c:pt idx="2707">
                  <c:v>#N/A</c:v>
                </c:pt>
                <c:pt idx="2708">
                  <c:v>#N/A</c:v>
                </c:pt>
                <c:pt idx="2709">
                  <c:v>#N/A</c:v>
                </c:pt>
                <c:pt idx="2710">
                  <c:v>#N/A</c:v>
                </c:pt>
                <c:pt idx="2711">
                  <c:v>#N/A</c:v>
                </c:pt>
                <c:pt idx="2712">
                  <c:v>#N/A</c:v>
                </c:pt>
                <c:pt idx="2713">
                  <c:v>#N/A</c:v>
                </c:pt>
                <c:pt idx="2714">
                  <c:v>#N/A</c:v>
                </c:pt>
                <c:pt idx="2715">
                  <c:v>#N/A</c:v>
                </c:pt>
                <c:pt idx="2716">
                  <c:v>#N/A</c:v>
                </c:pt>
                <c:pt idx="2717">
                  <c:v>2.2999999999999998</c:v>
                </c:pt>
                <c:pt idx="2718">
                  <c:v>#N/A</c:v>
                </c:pt>
                <c:pt idx="2719">
                  <c:v>#N/A</c:v>
                </c:pt>
                <c:pt idx="2720">
                  <c:v>#N/A</c:v>
                </c:pt>
                <c:pt idx="2721">
                  <c:v>#N/A</c:v>
                </c:pt>
                <c:pt idx="2722">
                  <c:v>#N/A</c:v>
                </c:pt>
                <c:pt idx="2723">
                  <c:v>#N/A</c:v>
                </c:pt>
                <c:pt idx="2724">
                  <c:v>#N/A</c:v>
                </c:pt>
                <c:pt idx="2725">
                  <c:v>#N/A</c:v>
                </c:pt>
                <c:pt idx="2726">
                  <c:v>#N/A</c:v>
                </c:pt>
                <c:pt idx="2727">
                  <c:v>#N/A</c:v>
                </c:pt>
                <c:pt idx="2728">
                  <c:v>#N/A</c:v>
                </c:pt>
                <c:pt idx="2729">
                  <c:v>#N/A</c:v>
                </c:pt>
                <c:pt idx="2730">
                  <c:v>#N/A</c:v>
                </c:pt>
                <c:pt idx="2731">
                  <c:v>#N/A</c:v>
                </c:pt>
                <c:pt idx="2732">
                  <c:v>#N/A</c:v>
                </c:pt>
                <c:pt idx="2733">
                  <c:v>#N/A</c:v>
                </c:pt>
                <c:pt idx="2734">
                  <c:v>#N/A</c:v>
                </c:pt>
                <c:pt idx="2735">
                  <c:v>#N/A</c:v>
                </c:pt>
                <c:pt idx="2736">
                  <c:v>#N/A</c:v>
                </c:pt>
                <c:pt idx="2737">
                  <c:v>#N/A</c:v>
                </c:pt>
                <c:pt idx="2738">
                  <c:v>#N/A</c:v>
                </c:pt>
                <c:pt idx="2739">
                  <c:v>#N/A</c:v>
                </c:pt>
                <c:pt idx="2740">
                  <c:v>#N/A</c:v>
                </c:pt>
                <c:pt idx="2741">
                  <c:v>#N/A</c:v>
                </c:pt>
                <c:pt idx="2742">
                  <c:v>#N/A</c:v>
                </c:pt>
                <c:pt idx="2743">
                  <c:v>#N/A</c:v>
                </c:pt>
                <c:pt idx="2744">
                  <c:v>#N/A</c:v>
                </c:pt>
                <c:pt idx="2745">
                  <c:v>#N/A</c:v>
                </c:pt>
                <c:pt idx="2746">
                  <c:v>#N/A</c:v>
                </c:pt>
                <c:pt idx="2747">
                  <c:v>#N/A</c:v>
                </c:pt>
                <c:pt idx="2748">
                  <c:v>2.4</c:v>
                </c:pt>
                <c:pt idx="2749">
                  <c:v>#N/A</c:v>
                </c:pt>
                <c:pt idx="2750">
                  <c:v>#N/A</c:v>
                </c:pt>
                <c:pt idx="2751">
                  <c:v>#N/A</c:v>
                </c:pt>
                <c:pt idx="2752">
                  <c:v>#N/A</c:v>
                </c:pt>
                <c:pt idx="2753">
                  <c:v>#N/A</c:v>
                </c:pt>
                <c:pt idx="2754">
                  <c:v>#N/A</c:v>
                </c:pt>
                <c:pt idx="2755">
                  <c:v>#N/A</c:v>
                </c:pt>
                <c:pt idx="2756">
                  <c:v>#N/A</c:v>
                </c:pt>
                <c:pt idx="2757">
                  <c:v>#N/A</c:v>
                </c:pt>
                <c:pt idx="2758">
                  <c:v>#N/A</c:v>
                </c:pt>
                <c:pt idx="2759">
                  <c:v>#N/A</c:v>
                </c:pt>
                <c:pt idx="2760">
                  <c:v>#N/A</c:v>
                </c:pt>
                <c:pt idx="2761">
                  <c:v>#N/A</c:v>
                </c:pt>
                <c:pt idx="2762">
                  <c:v>#N/A</c:v>
                </c:pt>
                <c:pt idx="2763">
                  <c:v>#N/A</c:v>
                </c:pt>
                <c:pt idx="2764">
                  <c:v>#N/A</c:v>
                </c:pt>
                <c:pt idx="2765">
                  <c:v>#N/A</c:v>
                </c:pt>
                <c:pt idx="2766">
                  <c:v>#N/A</c:v>
                </c:pt>
                <c:pt idx="2767">
                  <c:v>#N/A</c:v>
                </c:pt>
                <c:pt idx="2768">
                  <c:v>#N/A</c:v>
                </c:pt>
                <c:pt idx="2769">
                  <c:v>#N/A</c:v>
                </c:pt>
                <c:pt idx="2770">
                  <c:v>#N/A</c:v>
                </c:pt>
                <c:pt idx="2771">
                  <c:v>#N/A</c:v>
                </c:pt>
                <c:pt idx="2772">
                  <c:v>#N/A</c:v>
                </c:pt>
                <c:pt idx="2773">
                  <c:v>#N/A</c:v>
                </c:pt>
                <c:pt idx="2774">
                  <c:v>#N/A</c:v>
                </c:pt>
                <c:pt idx="2775">
                  <c:v>#N/A</c:v>
                </c:pt>
                <c:pt idx="2776">
                  <c:v>#N/A</c:v>
                </c:pt>
                <c:pt idx="2777">
                  <c:v>#N/A</c:v>
                </c:pt>
                <c:pt idx="2778">
                  <c:v>#N/A</c:v>
                </c:pt>
                <c:pt idx="2779">
                  <c:v>2.4</c:v>
                </c:pt>
                <c:pt idx="2780">
                  <c:v>#N/A</c:v>
                </c:pt>
                <c:pt idx="2781">
                  <c:v>#N/A</c:v>
                </c:pt>
                <c:pt idx="2782">
                  <c:v>#N/A</c:v>
                </c:pt>
                <c:pt idx="2783">
                  <c:v>#N/A</c:v>
                </c:pt>
                <c:pt idx="2784">
                  <c:v>#N/A</c:v>
                </c:pt>
                <c:pt idx="2785">
                  <c:v>#N/A</c:v>
                </c:pt>
                <c:pt idx="2786">
                  <c:v>#N/A</c:v>
                </c:pt>
                <c:pt idx="2787">
                  <c:v>#N/A</c:v>
                </c:pt>
                <c:pt idx="2788">
                  <c:v>#N/A</c:v>
                </c:pt>
                <c:pt idx="2789">
                  <c:v>#N/A</c:v>
                </c:pt>
                <c:pt idx="2790">
                  <c:v>#N/A</c:v>
                </c:pt>
                <c:pt idx="2791">
                  <c:v>#N/A</c:v>
                </c:pt>
                <c:pt idx="2792">
                  <c:v>#N/A</c:v>
                </c:pt>
                <c:pt idx="2793">
                  <c:v>#N/A</c:v>
                </c:pt>
                <c:pt idx="2794">
                  <c:v>#N/A</c:v>
                </c:pt>
                <c:pt idx="2795">
                  <c:v>#N/A</c:v>
                </c:pt>
                <c:pt idx="2796">
                  <c:v>#N/A</c:v>
                </c:pt>
                <c:pt idx="2797">
                  <c:v>#N/A</c:v>
                </c:pt>
                <c:pt idx="2798">
                  <c:v>#N/A</c:v>
                </c:pt>
                <c:pt idx="2799">
                  <c:v>#N/A</c:v>
                </c:pt>
                <c:pt idx="2800">
                  <c:v>#N/A</c:v>
                </c:pt>
                <c:pt idx="2801">
                  <c:v>#N/A</c:v>
                </c:pt>
                <c:pt idx="2802">
                  <c:v>#N/A</c:v>
                </c:pt>
                <c:pt idx="2803">
                  <c:v>#N/A</c:v>
                </c:pt>
                <c:pt idx="2804">
                  <c:v>#N/A</c:v>
                </c:pt>
                <c:pt idx="2805">
                  <c:v>#N/A</c:v>
                </c:pt>
                <c:pt idx="2806">
                  <c:v>#N/A</c:v>
                </c:pt>
                <c:pt idx="2807">
                  <c:v>#N/A</c:v>
                </c:pt>
                <c:pt idx="2808">
                  <c:v>#N/A</c:v>
                </c:pt>
                <c:pt idx="2809">
                  <c:v>2.2999999999999998</c:v>
                </c:pt>
                <c:pt idx="2810">
                  <c:v>#N/A</c:v>
                </c:pt>
                <c:pt idx="2811">
                  <c:v>#N/A</c:v>
                </c:pt>
                <c:pt idx="2812">
                  <c:v>#N/A</c:v>
                </c:pt>
                <c:pt idx="2813">
                  <c:v>#N/A</c:v>
                </c:pt>
                <c:pt idx="2814">
                  <c:v>#N/A</c:v>
                </c:pt>
                <c:pt idx="2815">
                  <c:v>#N/A</c:v>
                </c:pt>
                <c:pt idx="2816">
                  <c:v>#N/A</c:v>
                </c:pt>
                <c:pt idx="2817">
                  <c:v>#N/A</c:v>
                </c:pt>
                <c:pt idx="2818">
                  <c:v>#N/A</c:v>
                </c:pt>
                <c:pt idx="2819">
                  <c:v>#N/A</c:v>
                </c:pt>
                <c:pt idx="2820">
                  <c:v>#N/A</c:v>
                </c:pt>
                <c:pt idx="2821">
                  <c:v>#N/A</c:v>
                </c:pt>
                <c:pt idx="2822">
                  <c:v>#N/A</c:v>
                </c:pt>
                <c:pt idx="2823">
                  <c:v>#N/A</c:v>
                </c:pt>
                <c:pt idx="2824">
                  <c:v>#N/A</c:v>
                </c:pt>
                <c:pt idx="2825">
                  <c:v>#N/A</c:v>
                </c:pt>
                <c:pt idx="2826">
                  <c:v>#N/A</c:v>
                </c:pt>
                <c:pt idx="2827">
                  <c:v>#N/A</c:v>
                </c:pt>
                <c:pt idx="2828">
                  <c:v>#N/A</c:v>
                </c:pt>
                <c:pt idx="2829">
                  <c:v>#N/A</c:v>
                </c:pt>
                <c:pt idx="2830">
                  <c:v>#N/A</c:v>
                </c:pt>
                <c:pt idx="2831">
                  <c:v>#N/A</c:v>
                </c:pt>
                <c:pt idx="2832">
                  <c:v>#N/A</c:v>
                </c:pt>
                <c:pt idx="2833">
                  <c:v>#N/A</c:v>
                </c:pt>
                <c:pt idx="2834">
                  <c:v>#N/A</c:v>
                </c:pt>
                <c:pt idx="2835">
                  <c:v>#N/A</c:v>
                </c:pt>
                <c:pt idx="2836">
                  <c:v>#N/A</c:v>
                </c:pt>
                <c:pt idx="2837">
                  <c:v>#N/A</c:v>
                </c:pt>
                <c:pt idx="2838">
                  <c:v>#N/A</c:v>
                </c:pt>
                <c:pt idx="2839">
                  <c:v>#N/A</c:v>
                </c:pt>
                <c:pt idx="2840">
                  <c:v>2.2999999999999998</c:v>
                </c:pt>
                <c:pt idx="2841">
                  <c:v>#N/A</c:v>
                </c:pt>
                <c:pt idx="2842">
                  <c:v>#N/A</c:v>
                </c:pt>
                <c:pt idx="2843">
                  <c:v>#N/A</c:v>
                </c:pt>
                <c:pt idx="2844">
                  <c:v>#N/A</c:v>
                </c:pt>
                <c:pt idx="2845">
                  <c:v>#N/A</c:v>
                </c:pt>
                <c:pt idx="2846">
                  <c:v>#N/A</c:v>
                </c:pt>
                <c:pt idx="2847">
                  <c:v>#N/A</c:v>
                </c:pt>
                <c:pt idx="2848">
                  <c:v>#N/A</c:v>
                </c:pt>
                <c:pt idx="2849">
                  <c:v>#N/A</c:v>
                </c:pt>
                <c:pt idx="2850">
                  <c:v>#N/A</c:v>
                </c:pt>
                <c:pt idx="2851">
                  <c:v>#N/A</c:v>
                </c:pt>
                <c:pt idx="2852">
                  <c:v>#N/A</c:v>
                </c:pt>
                <c:pt idx="2853">
                  <c:v>#N/A</c:v>
                </c:pt>
                <c:pt idx="2854">
                  <c:v>#N/A</c:v>
                </c:pt>
                <c:pt idx="2855">
                  <c:v>#N/A</c:v>
                </c:pt>
                <c:pt idx="2856">
                  <c:v>#N/A</c:v>
                </c:pt>
                <c:pt idx="2857">
                  <c:v>#N/A</c:v>
                </c:pt>
                <c:pt idx="2858">
                  <c:v>#N/A</c:v>
                </c:pt>
                <c:pt idx="2859">
                  <c:v>#N/A</c:v>
                </c:pt>
                <c:pt idx="2860">
                  <c:v>#N/A</c:v>
                </c:pt>
                <c:pt idx="2861">
                  <c:v>#N/A</c:v>
                </c:pt>
                <c:pt idx="2862">
                  <c:v>#N/A</c:v>
                </c:pt>
                <c:pt idx="2863">
                  <c:v>#N/A</c:v>
                </c:pt>
                <c:pt idx="2864">
                  <c:v>#N/A</c:v>
                </c:pt>
                <c:pt idx="2865">
                  <c:v>#N/A</c:v>
                </c:pt>
                <c:pt idx="2866">
                  <c:v>#N/A</c:v>
                </c:pt>
                <c:pt idx="2867">
                  <c:v>#N/A</c:v>
                </c:pt>
                <c:pt idx="2868">
                  <c:v>#N/A</c:v>
                </c:pt>
                <c:pt idx="2869">
                  <c:v>#N/A</c:v>
                </c:pt>
                <c:pt idx="2870">
                  <c:v>2.2000000000000002</c:v>
                </c:pt>
                <c:pt idx="2871">
                  <c:v>#N/A</c:v>
                </c:pt>
                <c:pt idx="2872">
                  <c:v>#N/A</c:v>
                </c:pt>
                <c:pt idx="2873">
                  <c:v>#N/A</c:v>
                </c:pt>
                <c:pt idx="2874">
                  <c:v>#N/A</c:v>
                </c:pt>
                <c:pt idx="2875">
                  <c:v>#N/A</c:v>
                </c:pt>
                <c:pt idx="2876">
                  <c:v>#N/A</c:v>
                </c:pt>
                <c:pt idx="2877">
                  <c:v>#N/A</c:v>
                </c:pt>
                <c:pt idx="2878">
                  <c:v>#N/A</c:v>
                </c:pt>
                <c:pt idx="2879">
                  <c:v>#N/A</c:v>
                </c:pt>
                <c:pt idx="2880">
                  <c:v>#N/A</c:v>
                </c:pt>
                <c:pt idx="2881">
                  <c:v>#N/A</c:v>
                </c:pt>
                <c:pt idx="2882">
                  <c:v>#N/A</c:v>
                </c:pt>
                <c:pt idx="2883">
                  <c:v>#N/A</c:v>
                </c:pt>
                <c:pt idx="2884">
                  <c:v>#N/A</c:v>
                </c:pt>
                <c:pt idx="2885">
                  <c:v>#N/A</c:v>
                </c:pt>
                <c:pt idx="2886">
                  <c:v>#N/A</c:v>
                </c:pt>
                <c:pt idx="2887">
                  <c:v>#N/A</c:v>
                </c:pt>
                <c:pt idx="2888">
                  <c:v>#N/A</c:v>
                </c:pt>
                <c:pt idx="2889">
                  <c:v>#N/A</c:v>
                </c:pt>
                <c:pt idx="2890">
                  <c:v>#N/A</c:v>
                </c:pt>
                <c:pt idx="2891">
                  <c:v>#N/A</c:v>
                </c:pt>
                <c:pt idx="2892">
                  <c:v>#N/A</c:v>
                </c:pt>
                <c:pt idx="2893">
                  <c:v>#N/A</c:v>
                </c:pt>
                <c:pt idx="2894">
                  <c:v>#N/A</c:v>
                </c:pt>
                <c:pt idx="2895">
                  <c:v>#N/A</c:v>
                </c:pt>
                <c:pt idx="2896">
                  <c:v>#N/A</c:v>
                </c:pt>
                <c:pt idx="2897">
                  <c:v>#N/A</c:v>
                </c:pt>
                <c:pt idx="2898">
                  <c:v>#N/A</c:v>
                </c:pt>
                <c:pt idx="2899">
                  <c:v>#N/A</c:v>
                </c:pt>
                <c:pt idx="2900">
                  <c:v>#N/A</c:v>
                </c:pt>
                <c:pt idx="2901">
                  <c:v>2.2000000000000002</c:v>
                </c:pt>
                <c:pt idx="2902">
                  <c:v>#N/A</c:v>
                </c:pt>
                <c:pt idx="2903">
                  <c:v>#N/A</c:v>
                </c:pt>
                <c:pt idx="2904">
                  <c:v>#N/A</c:v>
                </c:pt>
                <c:pt idx="2905">
                  <c:v>#N/A</c:v>
                </c:pt>
                <c:pt idx="2906">
                  <c:v>#N/A</c:v>
                </c:pt>
                <c:pt idx="2907">
                  <c:v>#N/A</c:v>
                </c:pt>
                <c:pt idx="2908">
                  <c:v>#N/A</c:v>
                </c:pt>
                <c:pt idx="2909">
                  <c:v>#N/A</c:v>
                </c:pt>
                <c:pt idx="2910">
                  <c:v>#N/A</c:v>
                </c:pt>
                <c:pt idx="2911">
                  <c:v>#N/A</c:v>
                </c:pt>
                <c:pt idx="2912">
                  <c:v>#N/A</c:v>
                </c:pt>
                <c:pt idx="2913">
                  <c:v>#N/A</c:v>
                </c:pt>
                <c:pt idx="2914">
                  <c:v>#N/A</c:v>
                </c:pt>
                <c:pt idx="2915">
                  <c:v>#N/A</c:v>
                </c:pt>
                <c:pt idx="2916">
                  <c:v>#N/A</c:v>
                </c:pt>
                <c:pt idx="2917">
                  <c:v>#N/A</c:v>
                </c:pt>
                <c:pt idx="2918">
                  <c:v>#N/A</c:v>
                </c:pt>
                <c:pt idx="2919">
                  <c:v>#N/A</c:v>
                </c:pt>
                <c:pt idx="2920">
                  <c:v>#N/A</c:v>
                </c:pt>
                <c:pt idx="2921">
                  <c:v>#N/A</c:v>
                </c:pt>
                <c:pt idx="2922">
                  <c:v>#N/A</c:v>
                </c:pt>
                <c:pt idx="2923">
                  <c:v>#N/A</c:v>
                </c:pt>
                <c:pt idx="2924">
                  <c:v>#N/A</c:v>
                </c:pt>
                <c:pt idx="2925">
                  <c:v>#N/A</c:v>
                </c:pt>
                <c:pt idx="2926">
                  <c:v>#N/A</c:v>
                </c:pt>
                <c:pt idx="2927">
                  <c:v>#N/A</c:v>
                </c:pt>
                <c:pt idx="2928">
                  <c:v>#N/A</c:v>
                </c:pt>
                <c:pt idx="2929">
                  <c:v>#N/A</c:v>
                </c:pt>
                <c:pt idx="2930">
                  <c:v>#N/A</c:v>
                </c:pt>
                <c:pt idx="2931">
                  <c:v>#N/A</c:v>
                </c:pt>
                <c:pt idx="2932">
                  <c:v>2.2000000000000002</c:v>
                </c:pt>
                <c:pt idx="2933">
                  <c:v>#N/A</c:v>
                </c:pt>
                <c:pt idx="2934">
                  <c:v>#N/A</c:v>
                </c:pt>
                <c:pt idx="2935">
                  <c:v>#N/A</c:v>
                </c:pt>
                <c:pt idx="2936">
                  <c:v>#N/A</c:v>
                </c:pt>
                <c:pt idx="2937">
                  <c:v>#N/A</c:v>
                </c:pt>
                <c:pt idx="2938">
                  <c:v>#N/A</c:v>
                </c:pt>
                <c:pt idx="2939">
                  <c:v>#N/A</c:v>
                </c:pt>
                <c:pt idx="2940">
                  <c:v>#N/A</c:v>
                </c:pt>
                <c:pt idx="2941">
                  <c:v>#N/A</c:v>
                </c:pt>
                <c:pt idx="2942">
                  <c:v>#N/A</c:v>
                </c:pt>
                <c:pt idx="2943">
                  <c:v>#N/A</c:v>
                </c:pt>
                <c:pt idx="2944">
                  <c:v>#N/A</c:v>
                </c:pt>
                <c:pt idx="2945">
                  <c:v>#N/A</c:v>
                </c:pt>
                <c:pt idx="2946">
                  <c:v>#N/A</c:v>
                </c:pt>
                <c:pt idx="2947">
                  <c:v>#N/A</c:v>
                </c:pt>
                <c:pt idx="2948">
                  <c:v>#N/A</c:v>
                </c:pt>
                <c:pt idx="2949">
                  <c:v>#N/A</c:v>
                </c:pt>
                <c:pt idx="2950">
                  <c:v>#N/A</c:v>
                </c:pt>
                <c:pt idx="2951">
                  <c:v>#N/A</c:v>
                </c:pt>
                <c:pt idx="2952">
                  <c:v>#N/A</c:v>
                </c:pt>
                <c:pt idx="2953">
                  <c:v>#N/A</c:v>
                </c:pt>
                <c:pt idx="2954">
                  <c:v>#N/A</c:v>
                </c:pt>
                <c:pt idx="2955">
                  <c:v>#N/A</c:v>
                </c:pt>
                <c:pt idx="2956">
                  <c:v>#N/A</c:v>
                </c:pt>
                <c:pt idx="2957">
                  <c:v>#N/A</c:v>
                </c:pt>
                <c:pt idx="2958">
                  <c:v>#N/A</c:v>
                </c:pt>
                <c:pt idx="2959">
                  <c:v>#N/A</c:v>
                </c:pt>
                <c:pt idx="2960">
                  <c:v>#N/A</c:v>
                </c:pt>
                <c:pt idx="2961">
                  <c:v>#N/A</c:v>
                </c:pt>
                <c:pt idx="2962">
                  <c:v>2.1</c:v>
                </c:pt>
                <c:pt idx="2963">
                  <c:v>#N/A</c:v>
                </c:pt>
                <c:pt idx="2964">
                  <c:v>#N/A</c:v>
                </c:pt>
                <c:pt idx="2965">
                  <c:v>#N/A</c:v>
                </c:pt>
                <c:pt idx="2966">
                  <c:v>#N/A</c:v>
                </c:pt>
                <c:pt idx="2967">
                  <c:v>#N/A</c:v>
                </c:pt>
                <c:pt idx="2968">
                  <c:v>#N/A</c:v>
                </c:pt>
                <c:pt idx="2969">
                  <c:v>#N/A</c:v>
                </c:pt>
                <c:pt idx="2970">
                  <c:v>#N/A</c:v>
                </c:pt>
                <c:pt idx="2971">
                  <c:v>#N/A</c:v>
                </c:pt>
                <c:pt idx="2972">
                  <c:v>#N/A</c:v>
                </c:pt>
                <c:pt idx="2973">
                  <c:v>#N/A</c:v>
                </c:pt>
                <c:pt idx="2974">
                  <c:v>#N/A</c:v>
                </c:pt>
                <c:pt idx="2975">
                  <c:v>#N/A</c:v>
                </c:pt>
                <c:pt idx="2976">
                  <c:v>#N/A</c:v>
                </c:pt>
                <c:pt idx="2977">
                  <c:v>#N/A</c:v>
                </c:pt>
                <c:pt idx="2978">
                  <c:v>#N/A</c:v>
                </c:pt>
                <c:pt idx="2979">
                  <c:v>#N/A</c:v>
                </c:pt>
                <c:pt idx="2980">
                  <c:v>#N/A</c:v>
                </c:pt>
                <c:pt idx="2981">
                  <c:v>#N/A</c:v>
                </c:pt>
                <c:pt idx="2982">
                  <c:v>#N/A</c:v>
                </c:pt>
                <c:pt idx="2983">
                  <c:v>#N/A</c:v>
                </c:pt>
                <c:pt idx="2984">
                  <c:v>#N/A</c:v>
                </c:pt>
                <c:pt idx="2985">
                  <c:v>#N/A</c:v>
                </c:pt>
                <c:pt idx="2986">
                  <c:v>#N/A</c:v>
                </c:pt>
                <c:pt idx="2987">
                  <c:v>#N/A</c:v>
                </c:pt>
                <c:pt idx="2988">
                  <c:v>#N/A</c:v>
                </c:pt>
                <c:pt idx="2989">
                  <c:v>#N/A</c:v>
                </c:pt>
                <c:pt idx="2990">
                  <c:v>#N/A</c:v>
                </c:pt>
                <c:pt idx="2991">
                  <c:v>#N/A</c:v>
                </c:pt>
                <c:pt idx="2992">
                  <c:v>#N/A</c:v>
                </c:pt>
                <c:pt idx="2993">
                  <c:v>2</c:v>
                </c:pt>
                <c:pt idx="2994">
                  <c:v>#N/A</c:v>
                </c:pt>
                <c:pt idx="2995">
                  <c:v>#N/A</c:v>
                </c:pt>
                <c:pt idx="2996">
                  <c:v>#N/A</c:v>
                </c:pt>
                <c:pt idx="2997">
                  <c:v>#N/A</c:v>
                </c:pt>
                <c:pt idx="2998">
                  <c:v>#N/A</c:v>
                </c:pt>
                <c:pt idx="2999">
                  <c:v>#N/A</c:v>
                </c:pt>
                <c:pt idx="3000">
                  <c:v>#N/A</c:v>
                </c:pt>
                <c:pt idx="3001">
                  <c:v>#N/A</c:v>
                </c:pt>
                <c:pt idx="3002">
                  <c:v>#N/A</c:v>
                </c:pt>
                <c:pt idx="3003">
                  <c:v>#N/A</c:v>
                </c:pt>
                <c:pt idx="3004">
                  <c:v>#N/A</c:v>
                </c:pt>
                <c:pt idx="3005">
                  <c:v>#N/A</c:v>
                </c:pt>
                <c:pt idx="3006">
                  <c:v>#N/A</c:v>
                </c:pt>
                <c:pt idx="3007">
                  <c:v>#N/A</c:v>
                </c:pt>
                <c:pt idx="3008">
                  <c:v>#N/A</c:v>
                </c:pt>
                <c:pt idx="3009">
                  <c:v>#N/A</c:v>
                </c:pt>
                <c:pt idx="3010">
                  <c:v>#N/A</c:v>
                </c:pt>
                <c:pt idx="3011">
                  <c:v>#N/A</c:v>
                </c:pt>
                <c:pt idx="3012">
                  <c:v>#N/A</c:v>
                </c:pt>
                <c:pt idx="3013">
                  <c:v>#N/A</c:v>
                </c:pt>
                <c:pt idx="3014">
                  <c:v>#N/A</c:v>
                </c:pt>
                <c:pt idx="3015">
                  <c:v>#N/A</c:v>
                </c:pt>
                <c:pt idx="3016">
                  <c:v>#N/A</c:v>
                </c:pt>
                <c:pt idx="3017">
                  <c:v>#N/A</c:v>
                </c:pt>
                <c:pt idx="3018">
                  <c:v>#N/A</c:v>
                </c:pt>
                <c:pt idx="3019">
                  <c:v>#N/A</c:v>
                </c:pt>
                <c:pt idx="3020">
                  <c:v>#N/A</c:v>
                </c:pt>
                <c:pt idx="3021">
                  <c:v>#N/A</c:v>
                </c:pt>
                <c:pt idx="3022">
                  <c:v>#N/A</c:v>
                </c:pt>
                <c:pt idx="3023">
                  <c:v>2</c:v>
                </c:pt>
                <c:pt idx="3024">
                  <c:v>#N/A</c:v>
                </c:pt>
                <c:pt idx="3025">
                  <c:v>#N/A</c:v>
                </c:pt>
                <c:pt idx="3026">
                  <c:v>#N/A</c:v>
                </c:pt>
                <c:pt idx="3027">
                  <c:v>#N/A</c:v>
                </c:pt>
                <c:pt idx="3028">
                  <c:v>#N/A</c:v>
                </c:pt>
                <c:pt idx="3029">
                  <c:v>#N/A</c:v>
                </c:pt>
                <c:pt idx="3030">
                  <c:v>#N/A</c:v>
                </c:pt>
                <c:pt idx="3031">
                  <c:v>#N/A</c:v>
                </c:pt>
                <c:pt idx="3032">
                  <c:v>#N/A</c:v>
                </c:pt>
                <c:pt idx="3033">
                  <c:v>#N/A</c:v>
                </c:pt>
                <c:pt idx="3034">
                  <c:v>#N/A</c:v>
                </c:pt>
                <c:pt idx="3035">
                  <c:v>#N/A</c:v>
                </c:pt>
                <c:pt idx="3036">
                  <c:v>#N/A</c:v>
                </c:pt>
                <c:pt idx="3037">
                  <c:v>#N/A</c:v>
                </c:pt>
                <c:pt idx="3038">
                  <c:v>#N/A</c:v>
                </c:pt>
                <c:pt idx="3039">
                  <c:v>#N/A</c:v>
                </c:pt>
                <c:pt idx="3040">
                  <c:v>#N/A</c:v>
                </c:pt>
                <c:pt idx="3041">
                  <c:v>#N/A</c:v>
                </c:pt>
                <c:pt idx="3042">
                  <c:v>#N/A</c:v>
                </c:pt>
                <c:pt idx="3043">
                  <c:v>#N/A</c:v>
                </c:pt>
                <c:pt idx="3044">
                  <c:v>#N/A</c:v>
                </c:pt>
                <c:pt idx="3045">
                  <c:v>#N/A</c:v>
                </c:pt>
                <c:pt idx="3046">
                  <c:v>#N/A</c:v>
                </c:pt>
                <c:pt idx="3047">
                  <c:v>#N/A</c:v>
                </c:pt>
                <c:pt idx="3048">
                  <c:v>#N/A</c:v>
                </c:pt>
                <c:pt idx="3049">
                  <c:v>#N/A</c:v>
                </c:pt>
                <c:pt idx="3050">
                  <c:v>#N/A</c:v>
                </c:pt>
                <c:pt idx="3051">
                  <c:v>#N/A</c:v>
                </c:pt>
                <c:pt idx="3052">
                  <c:v>#N/A</c:v>
                </c:pt>
                <c:pt idx="3053">
                  <c:v>#N/A</c:v>
                </c:pt>
                <c:pt idx="3054">
                  <c:v>2</c:v>
                </c:pt>
                <c:pt idx="3055">
                  <c:v>#N/A</c:v>
                </c:pt>
                <c:pt idx="3056">
                  <c:v>#N/A</c:v>
                </c:pt>
                <c:pt idx="3057">
                  <c:v>#N/A</c:v>
                </c:pt>
                <c:pt idx="3058">
                  <c:v>#N/A</c:v>
                </c:pt>
                <c:pt idx="3059">
                  <c:v>#N/A</c:v>
                </c:pt>
                <c:pt idx="3060">
                  <c:v>#N/A</c:v>
                </c:pt>
                <c:pt idx="3061">
                  <c:v>#N/A</c:v>
                </c:pt>
                <c:pt idx="3062">
                  <c:v>#N/A</c:v>
                </c:pt>
                <c:pt idx="3063">
                  <c:v>#N/A</c:v>
                </c:pt>
                <c:pt idx="3064">
                  <c:v>#N/A</c:v>
                </c:pt>
                <c:pt idx="3065">
                  <c:v>#N/A</c:v>
                </c:pt>
                <c:pt idx="3066">
                  <c:v>#N/A</c:v>
                </c:pt>
                <c:pt idx="3067">
                  <c:v>#N/A</c:v>
                </c:pt>
                <c:pt idx="3068">
                  <c:v>#N/A</c:v>
                </c:pt>
                <c:pt idx="3069">
                  <c:v>#N/A</c:v>
                </c:pt>
                <c:pt idx="3070">
                  <c:v>#N/A</c:v>
                </c:pt>
                <c:pt idx="3071">
                  <c:v>#N/A</c:v>
                </c:pt>
                <c:pt idx="3072">
                  <c:v>#N/A</c:v>
                </c:pt>
                <c:pt idx="3073">
                  <c:v>#N/A</c:v>
                </c:pt>
                <c:pt idx="3074">
                  <c:v>#N/A</c:v>
                </c:pt>
                <c:pt idx="3075">
                  <c:v>#N/A</c:v>
                </c:pt>
                <c:pt idx="3076">
                  <c:v>#N/A</c:v>
                </c:pt>
                <c:pt idx="3077">
                  <c:v>#N/A</c:v>
                </c:pt>
                <c:pt idx="3078">
                  <c:v>#N/A</c:v>
                </c:pt>
                <c:pt idx="3079">
                  <c:v>#N/A</c:v>
                </c:pt>
                <c:pt idx="3080">
                  <c:v>#N/A</c:v>
                </c:pt>
                <c:pt idx="3081">
                  <c:v>#N/A</c:v>
                </c:pt>
                <c:pt idx="3082">
                  <c:v>2</c:v>
                </c:pt>
                <c:pt idx="3083">
                  <c:v>#N/A</c:v>
                </c:pt>
                <c:pt idx="3084">
                  <c:v>#N/A</c:v>
                </c:pt>
                <c:pt idx="3085">
                  <c:v>#N/A</c:v>
                </c:pt>
                <c:pt idx="3086">
                  <c:v>#N/A</c:v>
                </c:pt>
                <c:pt idx="3087">
                  <c:v>#N/A</c:v>
                </c:pt>
                <c:pt idx="3088">
                  <c:v>#N/A</c:v>
                </c:pt>
                <c:pt idx="3089">
                  <c:v>#N/A</c:v>
                </c:pt>
                <c:pt idx="3090">
                  <c:v>#N/A</c:v>
                </c:pt>
                <c:pt idx="3091">
                  <c:v>#N/A</c:v>
                </c:pt>
                <c:pt idx="3092">
                  <c:v>#N/A</c:v>
                </c:pt>
                <c:pt idx="3093">
                  <c:v>#N/A</c:v>
                </c:pt>
                <c:pt idx="3094">
                  <c:v>#N/A</c:v>
                </c:pt>
                <c:pt idx="3095">
                  <c:v>#N/A</c:v>
                </c:pt>
                <c:pt idx="3096">
                  <c:v>#N/A</c:v>
                </c:pt>
                <c:pt idx="3097">
                  <c:v>#N/A</c:v>
                </c:pt>
                <c:pt idx="3098">
                  <c:v>#N/A</c:v>
                </c:pt>
                <c:pt idx="3099">
                  <c:v>#N/A</c:v>
                </c:pt>
                <c:pt idx="3100">
                  <c:v>#N/A</c:v>
                </c:pt>
                <c:pt idx="3101">
                  <c:v>#N/A</c:v>
                </c:pt>
                <c:pt idx="3102">
                  <c:v>#N/A</c:v>
                </c:pt>
                <c:pt idx="3103">
                  <c:v>#N/A</c:v>
                </c:pt>
                <c:pt idx="3104">
                  <c:v>#N/A</c:v>
                </c:pt>
                <c:pt idx="3105">
                  <c:v>#N/A</c:v>
                </c:pt>
                <c:pt idx="3106">
                  <c:v>#N/A</c:v>
                </c:pt>
                <c:pt idx="3107">
                  <c:v>#N/A</c:v>
                </c:pt>
                <c:pt idx="3108">
                  <c:v>#N/A</c:v>
                </c:pt>
                <c:pt idx="3109">
                  <c:v>#N/A</c:v>
                </c:pt>
                <c:pt idx="3110">
                  <c:v>#N/A</c:v>
                </c:pt>
                <c:pt idx="3111">
                  <c:v>#N/A</c:v>
                </c:pt>
                <c:pt idx="3112">
                  <c:v>#N/A</c:v>
                </c:pt>
                <c:pt idx="3113">
                  <c:v>2</c:v>
                </c:pt>
                <c:pt idx="3114">
                  <c:v>#N/A</c:v>
                </c:pt>
                <c:pt idx="3115">
                  <c:v>#N/A</c:v>
                </c:pt>
                <c:pt idx="3116">
                  <c:v>#N/A</c:v>
                </c:pt>
                <c:pt idx="3117">
                  <c:v>#N/A</c:v>
                </c:pt>
                <c:pt idx="3118">
                  <c:v>#N/A</c:v>
                </c:pt>
                <c:pt idx="3119">
                  <c:v>#N/A</c:v>
                </c:pt>
                <c:pt idx="3120">
                  <c:v>#N/A</c:v>
                </c:pt>
                <c:pt idx="3121">
                  <c:v>#N/A</c:v>
                </c:pt>
                <c:pt idx="3122">
                  <c:v>#N/A</c:v>
                </c:pt>
                <c:pt idx="3123">
                  <c:v>#N/A</c:v>
                </c:pt>
                <c:pt idx="3124">
                  <c:v>#N/A</c:v>
                </c:pt>
                <c:pt idx="3125">
                  <c:v>#N/A</c:v>
                </c:pt>
                <c:pt idx="3126">
                  <c:v>#N/A</c:v>
                </c:pt>
                <c:pt idx="3127">
                  <c:v>#N/A</c:v>
                </c:pt>
                <c:pt idx="3128">
                  <c:v>#N/A</c:v>
                </c:pt>
                <c:pt idx="3129">
                  <c:v>#N/A</c:v>
                </c:pt>
                <c:pt idx="3130">
                  <c:v>#N/A</c:v>
                </c:pt>
                <c:pt idx="3131">
                  <c:v>#N/A</c:v>
                </c:pt>
                <c:pt idx="3132">
                  <c:v>#N/A</c:v>
                </c:pt>
                <c:pt idx="3133">
                  <c:v>#N/A</c:v>
                </c:pt>
                <c:pt idx="3134">
                  <c:v>#N/A</c:v>
                </c:pt>
                <c:pt idx="3135">
                  <c:v>#N/A</c:v>
                </c:pt>
                <c:pt idx="3136">
                  <c:v>#N/A</c:v>
                </c:pt>
                <c:pt idx="3137">
                  <c:v>#N/A</c:v>
                </c:pt>
                <c:pt idx="3138">
                  <c:v>#N/A</c:v>
                </c:pt>
                <c:pt idx="3139">
                  <c:v>#N/A</c:v>
                </c:pt>
                <c:pt idx="3140">
                  <c:v>#N/A</c:v>
                </c:pt>
                <c:pt idx="3141">
                  <c:v>#N/A</c:v>
                </c:pt>
                <c:pt idx="3142">
                  <c:v>#N/A</c:v>
                </c:pt>
                <c:pt idx="3143">
                  <c:v>#N/A</c:v>
                </c:pt>
                <c:pt idx="3144">
                  <c:v>2</c:v>
                </c:pt>
                <c:pt idx="3145">
                  <c:v>#N/A</c:v>
                </c:pt>
                <c:pt idx="3146">
                  <c:v>#N/A</c:v>
                </c:pt>
                <c:pt idx="3147">
                  <c:v>#N/A</c:v>
                </c:pt>
                <c:pt idx="3148">
                  <c:v>#N/A</c:v>
                </c:pt>
                <c:pt idx="3149">
                  <c:v>#N/A</c:v>
                </c:pt>
                <c:pt idx="3150">
                  <c:v>#N/A</c:v>
                </c:pt>
                <c:pt idx="3151">
                  <c:v>#N/A</c:v>
                </c:pt>
                <c:pt idx="3152">
                  <c:v>#N/A</c:v>
                </c:pt>
                <c:pt idx="3153">
                  <c:v>#N/A</c:v>
                </c:pt>
                <c:pt idx="3154">
                  <c:v>#N/A</c:v>
                </c:pt>
                <c:pt idx="3155">
                  <c:v>#N/A</c:v>
                </c:pt>
                <c:pt idx="3156">
                  <c:v>#N/A</c:v>
                </c:pt>
                <c:pt idx="3157">
                  <c:v>#N/A</c:v>
                </c:pt>
                <c:pt idx="3158">
                  <c:v>#N/A</c:v>
                </c:pt>
                <c:pt idx="3159">
                  <c:v>#N/A</c:v>
                </c:pt>
                <c:pt idx="3160">
                  <c:v>#N/A</c:v>
                </c:pt>
                <c:pt idx="3161">
                  <c:v>#N/A</c:v>
                </c:pt>
                <c:pt idx="3162">
                  <c:v>#N/A</c:v>
                </c:pt>
                <c:pt idx="3163">
                  <c:v>#N/A</c:v>
                </c:pt>
                <c:pt idx="3164">
                  <c:v>#N/A</c:v>
                </c:pt>
                <c:pt idx="3165">
                  <c:v>#N/A</c:v>
                </c:pt>
                <c:pt idx="3166">
                  <c:v>#N/A</c:v>
                </c:pt>
                <c:pt idx="3167">
                  <c:v>#N/A</c:v>
                </c:pt>
                <c:pt idx="3168">
                  <c:v>#N/A</c:v>
                </c:pt>
                <c:pt idx="3169">
                  <c:v>#N/A</c:v>
                </c:pt>
                <c:pt idx="3170">
                  <c:v>#N/A</c:v>
                </c:pt>
                <c:pt idx="3171">
                  <c:v>#N/A</c:v>
                </c:pt>
                <c:pt idx="3172">
                  <c:v>#N/A</c:v>
                </c:pt>
                <c:pt idx="3173">
                  <c:v>#N/A</c:v>
                </c:pt>
                <c:pt idx="3174">
                  <c:v>1.9</c:v>
                </c:pt>
                <c:pt idx="3175">
                  <c:v>#N/A</c:v>
                </c:pt>
                <c:pt idx="3176">
                  <c:v>#N/A</c:v>
                </c:pt>
                <c:pt idx="3177">
                  <c:v>#N/A</c:v>
                </c:pt>
                <c:pt idx="3178">
                  <c:v>#N/A</c:v>
                </c:pt>
                <c:pt idx="3179">
                  <c:v>#N/A</c:v>
                </c:pt>
                <c:pt idx="3180">
                  <c:v>#N/A</c:v>
                </c:pt>
                <c:pt idx="3181">
                  <c:v>#N/A</c:v>
                </c:pt>
                <c:pt idx="3182">
                  <c:v>#N/A</c:v>
                </c:pt>
                <c:pt idx="3183">
                  <c:v>#N/A</c:v>
                </c:pt>
                <c:pt idx="3184">
                  <c:v>#N/A</c:v>
                </c:pt>
                <c:pt idx="3185">
                  <c:v>#N/A</c:v>
                </c:pt>
                <c:pt idx="3186">
                  <c:v>#N/A</c:v>
                </c:pt>
                <c:pt idx="3187">
                  <c:v>#N/A</c:v>
                </c:pt>
                <c:pt idx="3188">
                  <c:v>#N/A</c:v>
                </c:pt>
                <c:pt idx="3189">
                  <c:v>#N/A</c:v>
                </c:pt>
                <c:pt idx="3190">
                  <c:v>#N/A</c:v>
                </c:pt>
                <c:pt idx="3191">
                  <c:v>#N/A</c:v>
                </c:pt>
                <c:pt idx="3192">
                  <c:v>#N/A</c:v>
                </c:pt>
                <c:pt idx="3193">
                  <c:v>#N/A</c:v>
                </c:pt>
                <c:pt idx="3194">
                  <c:v>#N/A</c:v>
                </c:pt>
                <c:pt idx="3195">
                  <c:v>#N/A</c:v>
                </c:pt>
                <c:pt idx="3196">
                  <c:v>#N/A</c:v>
                </c:pt>
                <c:pt idx="3197">
                  <c:v>#N/A</c:v>
                </c:pt>
                <c:pt idx="3198">
                  <c:v>#N/A</c:v>
                </c:pt>
                <c:pt idx="3199">
                  <c:v>#N/A</c:v>
                </c:pt>
                <c:pt idx="3200">
                  <c:v>#N/A</c:v>
                </c:pt>
                <c:pt idx="3201">
                  <c:v>#N/A</c:v>
                </c:pt>
                <c:pt idx="3202">
                  <c:v>#N/A</c:v>
                </c:pt>
                <c:pt idx="3203">
                  <c:v>#N/A</c:v>
                </c:pt>
                <c:pt idx="3204">
                  <c:v>#N/A</c:v>
                </c:pt>
                <c:pt idx="3205">
                  <c:v>1.9</c:v>
                </c:pt>
                <c:pt idx="3206">
                  <c:v>#N/A</c:v>
                </c:pt>
                <c:pt idx="3207">
                  <c:v>#N/A</c:v>
                </c:pt>
                <c:pt idx="3208">
                  <c:v>#N/A</c:v>
                </c:pt>
                <c:pt idx="3209">
                  <c:v>#N/A</c:v>
                </c:pt>
                <c:pt idx="3210">
                  <c:v>#N/A</c:v>
                </c:pt>
                <c:pt idx="3211">
                  <c:v>#N/A</c:v>
                </c:pt>
                <c:pt idx="3212">
                  <c:v>#N/A</c:v>
                </c:pt>
                <c:pt idx="3213">
                  <c:v>#N/A</c:v>
                </c:pt>
                <c:pt idx="3214">
                  <c:v>#N/A</c:v>
                </c:pt>
                <c:pt idx="3215">
                  <c:v>#N/A</c:v>
                </c:pt>
                <c:pt idx="3216">
                  <c:v>#N/A</c:v>
                </c:pt>
                <c:pt idx="3217">
                  <c:v>#N/A</c:v>
                </c:pt>
                <c:pt idx="3218">
                  <c:v>#N/A</c:v>
                </c:pt>
                <c:pt idx="3219">
                  <c:v>#N/A</c:v>
                </c:pt>
                <c:pt idx="3220">
                  <c:v>#N/A</c:v>
                </c:pt>
                <c:pt idx="3221">
                  <c:v>#N/A</c:v>
                </c:pt>
                <c:pt idx="3222">
                  <c:v>#N/A</c:v>
                </c:pt>
                <c:pt idx="3223">
                  <c:v>#N/A</c:v>
                </c:pt>
                <c:pt idx="3224">
                  <c:v>#N/A</c:v>
                </c:pt>
                <c:pt idx="3225">
                  <c:v>#N/A</c:v>
                </c:pt>
                <c:pt idx="3226">
                  <c:v>#N/A</c:v>
                </c:pt>
                <c:pt idx="3227">
                  <c:v>#N/A</c:v>
                </c:pt>
                <c:pt idx="3228">
                  <c:v>#N/A</c:v>
                </c:pt>
                <c:pt idx="3229">
                  <c:v>#N/A</c:v>
                </c:pt>
                <c:pt idx="3230">
                  <c:v>#N/A</c:v>
                </c:pt>
                <c:pt idx="3231">
                  <c:v>#N/A</c:v>
                </c:pt>
                <c:pt idx="3232">
                  <c:v>#N/A</c:v>
                </c:pt>
                <c:pt idx="3233">
                  <c:v>#N/A</c:v>
                </c:pt>
                <c:pt idx="3234">
                  <c:v>#N/A</c:v>
                </c:pt>
                <c:pt idx="3235">
                  <c:v>1.9</c:v>
                </c:pt>
                <c:pt idx="3236">
                  <c:v>#N/A</c:v>
                </c:pt>
                <c:pt idx="3237">
                  <c:v>#N/A</c:v>
                </c:pt>
                <c:pt idx="3238">
                  <c:v>#N/A</c:v>
                </c:pt>
                <c:pt idx="3239">
                  <c:v>#N/A</c:v>
                </c:pt>
                <c:pt idx="3240">
                  <c:v>#N/A</c:v>
                </c:pt>
                <c:pt idx="3241">
                  <c:v>#N/A</c:v>
                </c:pt>
                <c:pt idx="3242">
                  <c:v>#N/A</c:v>
                </c:pt>
                <c:pt idx="3243">
                  <c:v>#N/A</c:v>
                </c:pt>
                <c:pt idx="3244">
                  <c:v>#N/A</c:v>
                </c:pt>
                <c:pt idx="3245">
                  <c:v>#N/A</c:v>
                </c:pt>
                <c:pt idx="3246">
                  <c:v>#N/A</c:v>
                </c:pt>
                <c:pt idx="3247">
                  <c:v>#N/A</c:v>
                </c:pt>
                <c:pt idx="3248">
                  <c:v>#N/A</c:v>
                </c:pt>
                <c:pt idx="3249">
                  <c:v>#N/A</c:v>
                </c:pt>
                <c:pt idx="3250">
                  <c:v>#N/A</c:v>
                </c:pt>
                <c:pt idx="3251">
                  <c:v>#N/A</c:v>
                </c:pt>
                <c:pt idx="3252">
                  <c:v>#N/A</c:v>
                </c:pt>
                <c:pt idx="3253">
                  <c:v>#N/A</c:v>
                </c:pt>
                <c:pt idx="3254">
                  <c:v>#N/A</c:v>
                </c:pt>
                <c:pt idx="3255">
                  <c:v>#N/A</c:v>
                </c:pt>
                <c:pt idx="3256">
                  <c:v>#N/A</c:v>
                </c:pt>
                <c:pt idx="3257">
                  <c:v>#N/A</c:v>
                </c:pt>
                <c:pt idx="3258">
                  <c:v>#N/A</c:v>
                </c:pt>
                <c:pt idx="3259">
                  <c:v>#N/A</c:v>
                </c:pt>
                <c:pt idx="3260">
                  <c:v>#N/A</c:v>
                </c:pt>
                <c:pt idx="3261">
                  <c:v>#N/A</c:v>
                </c:pt>
                <c:pt idx="3262">
                  <c:v>#N/A</c:v>
                </c:pt>
                <c:pt idx="3263">
                  <c:v>#N/A</c:v>
                </c:pt>
                <c:pt idx="3264">
                  <c:v>#N/A</c:v>
                </c:pt>
                <c:pt idx="3265">
                  <c:v>#N/A</c:v>
                </c:pt>
                <c:pt idx="3266">
                  <c:v>1.9</c:v>
                </c:pt>
                <c:pt idx="3267">
                  <c:v>#N/A</c:v>
                </c:pt>
                <c:pt idx="3268">
                  <c:v>#N/A</c:v>
                </c:pt>
                <c:pt idx="3269">
                  <c:v>#N/A</c:v>
                </c:pt>
                <c:pt idx="3270">
                  <c:v>#N/A</c:v>
                </c:pt>
                <c:pt idx="3271">
                  <c:v>#N/A</c:v>
                </c:pt>
                <c:pt idx="3272">
                  <c:v>#N/A</c:v>
                </c:pt>
                <c:pt idx="3273">
                  <c:v>#N/A</c:v>
                </c:pt>
                <c:pt idx="3274">
                  <c:v>#N/A</c:v>
                </c:pt>
                <c:pt idx="3275">
                  <c:v>#N/A</c:v>
                </c:pt>
                <c:pt idx="3276">
                  <c:v>#N/A</c:v>
                </c:pt>
                <c:pt idx="3277">
                  <c:v>#N/A</c:v>
                </c:pt>
                <c:pt idx="3278">
                  <c:v>#N/A</c:v>
                </c:pt>
                <c:pt idx="3279">
                  <c:v>#N/A</c:v>
                </c:pt>
                <c:pt idx="3280">
                  <c:v>#N/A</c:v>
                </c:pt>
                <c:pt idx="3281">
                  <c:v>#N/A</c:v>
                </c:pt>
                <c:pt idx="3282">
                  <c:v>#N/A</c:v>
                </c:pt>
                <c:pt idx="3283">
                  <c:v>#N/A</c:v>
                </c:pt>
                <c:pt idx="3284">
                  <c:v>#N/A</c:v>
                </c:pt>
                <c:pt idx="3285">
                  <c:v>#N/A</c:v>
                </c:pt>
                <c:pt idx="3286">
                  <c:v>#N/A</c:v>
                </c:pt>
                <c:pt idx="3287">
                  <c:v>#N/A</c:v>
                </c:pt>
                <c:pt idx="3288">
                  <c:v>#N/A</c:v>
                </c:pt>
                <c:pt idx="3289">
                  <c:v>#N/A</c:v>
                </c:pt>
                <c:pt idx="3290">
                  <c:v>#N/A</c:v>
                </c:pt>
                <c:pt idx="3291">
                  <c:v>#N/A</c:v>
                </c:pt>
                <c:pt idx="3292">
                  <c:v>#N/A</c:v>
                </c:pt>
                <c:pt idx="3293">
                  <c:v>#N/A</c:v>
                </c:pt>
                <c:pt idx="3294">
                  <c:v>#N/A</c:v>
                </c:pt>
                <c:pt idx="3295">
                  <c:v>#N/A</c:v>
                </c:pt>
                <c:pt idx="3296">
                  <c:v>#N/A</c:v>
                </c:pt>
                <c:pt idx="3297">
                  <c:v>2</c:v>
                </c:pt>
                <c:pt idx="3298">
                  <c:v>#N/A</c:v>
                </c:pt>
                <c:pt idx="3299">
                  <c:v>#N/A</c:v>
                </c:pt>
                <c:pt idx="3300">
                  <c:v>#N/A</c:v>
                </c:pt>
                <c:pt idx="3301">
                  <c:v>#N/A</c:v>
                </c:pt>
                <c:pt idx="3302">
                  <c:v>#N/A</c:v>
                </c:pt>
                <c:pt idx="3303">
                  <c:v>#N/A</c:v>
                </c:pt>
                <c:pt idx="3304">
                  <c:v>#N/A</c:v>
                </c:pt>
                <c:pt idx="3305">
                  <c:v>#N/A</c:v>
                </c:pt>
                <c:pt idx="3306">
                  <c:v>#N/A</c:v>
                </c:pt>
                <c:pt idx="3307">
                  <c:v>#N/A</c:v>
                </c:pt>
                <c:pt idx="3308">
                  <c:v>#N/A</c:v>
                </c:pt>
                <c:pt idx="3309">
                  <c:v>#N/A</c:v>
                </c:pt>
                <c:pt idx="3310">
                  <c:v>#N/A</c:v>
                </c:pt>
                <c:pt idx="3311">
                  <c:v>#N/A</c:v>
                </c:pt>
                <c:pt idx="3312">
                  <c:v>#N/A</c:v>
                </c:pt>
                <c:pt idx="3313">
                  <c:v>#N/A</c:v>
                </c:pt>
                <c:pt idx="3314">
                  <c:v>#N/A</c:v>
                </c:pt>
                <c:pt idx="3315">
                  <c:v>#N/A</c:v>
                </c:pt>
                <c:pt idx="3316">
                  <c:v>#N/A</c:v>
                </c:pt>
                <c:pt idx="3317">
                  <c:v>#N/A</c:v>
                </c:pt>
                <c:pt idx="3318">
                  <c:v>#N/A</c:v>
                </c:pt>
                <c:pt idx="3319">
                  <c:v>#N/A</c:v>
                </c:pt>
                <c:pt idx="3320">
                  <c:v>#N/A</c:v>
                </c:pt>
                <c:pt idx="3321">
                  <c:v>#N/A</c:v>
                </c:pt>
                <c:pt idx="3322">
                  <c:v>#N/A</c:v>
                </c:pt>
                <c:pt idx="3323">
                  <c:v>#N/A</c:v>
                </c:pt>
                <c:pt idx="3324">
                  <c:v>#N/A</c:v>
                </c:pt>
                <c:pt idx="3325">
                  <c:v>#N/A</c:v>
                </c:pt>
                <c:pt idx="3326">
                  <c:v>#N/A</c:v>
                </c:pt>
                <c:pt idx="3327">
                  <c:v>2</c:v>
                </c:pt>
                <c:pt idx="3328">
                  <c:v>#N/A</c:v>
                </c:pt>
                <c:pt idx="3329">
                  <c:v>#N/A</c:v>
                </c:pt>
                <c:pt idx="3330">
                  <c:v>#N/A</c:v>
                </c:pt>
                <c:pt idx="3331">
                  <c:v>#N/A</c:v>
                </c:pt>
                <c:pt idx="3332">
                  <c:v>#N/A</c:v>
                </c:pt>
                <c:pt idx="3333">
                  <c:v>#N/A</c:v>
                </c:pt>
                <c:pt idx="3334">
                  <c:v>#N/A</c:v>
                </c:pt>
                <c:pt idx="3335">
                  <c:v>#N/A</c:v>
                </c:pt>
                <c:pt idx="3336">
                  <c:v>#N/A</c:v>
                </c:pt>
                <c:pt idx="3337">
                  <c:v>#N/A</c:v>
                </c:pt>
                <c:pt idx="3338">
                  <c:v>#N/A</c:v>
                </c:pt>
                <c:pt idx="3339">
                  <c:v>#N/A</c:v>
                </c:pt>
                <c:pt idx="3340">
                  <c:v>#N/A</c:v>
                </c:pt>
                <c:pt idx="3341">
                  <c:v>#N/A</c:v>
                </c:pt>
                <c:pt idx="3342">
                  <c:v>#N/A</c:v>
                </c:pt>
                <c:pt idx="3343">
                  <c:v>#N/A</c:v>
                </c:pt>
                <c:pt idx="3344">
                  <c:v>#N/A</c:v>
                </c:pt>
                <c:pt idx="3345">
                  <c:v>#N/A</c:v>
                </c:pt>
                <c:pt idx="3346">
                  <c:v>#N/A</c:v>
                </c:pt>
                <c:pt idx="3347">
                  <c:v>#N/A</c:v>
                </c:pt>
                <c:pt idx="3348">
                  <c:v>#N/A</c:v>
                </c:pt>
                <c:pt idx="3349">
                  <c:v>#N/A</c:v>
                </c:pt>
                <c:pt idx="3350">
                  <c:v>#N/A</c:v>
                </c:pt>
                <c:pt idx="3351">
                  <c:v>#N/A</c:v>
                </c:pt>
                <c:pt idx="3352">
                  <c:v>#N/A</c:v>
                </c:pt>
                <c:pt idx="3353">
                  <c:v>#N/A</c:v>
                </c:pt>
                <c:pt idx="3354">
                  <c:v>#N/A</c:v>
                </c:pt>
                <c:pt idx="3355">
                  <c:v>#N/A</c:v>
                </c:pt>
                <c:pt idx="3356">
                  <c:v>#N/A</c:v>
                </c:pt>
                <c:pt idx="3357">
                  <c:v>#N/A</c:v>
                </c:pt>
                <c:pt idx="3358">
                  <c:v>2.1</c:v>
                </c:pt>
                <c:pt idx="3359">
                  <c:v>#N/A</c:v>
                </c:pt>
                <c:pt idx="3360">
                  <c:v>#N/A</c:v>
                </c:pt>
                <c:pt idx="3361">
                  <c:v>#N/A</c:v>
                </c:pt>
                <c:pt idx="3362">
                  <c:v>#N/A</c:v>
                </c:pt>
                <c:pt idx="3363">
                  <c:v>#N/A</c:v>
                </c:pt>
                <c:pt idx="3364">
                  <c:v>#N/A</c:v>
                </c:pt>
                <c:pt idx="3365">
                  <c:v>#N/A</c:v>
                </c:pt>
                <c:pt idx="3366">
                  <c:v>#N/A</c:v>
                </c:pt>
                <c:pt idx="3367">
                  <c:v>#N/A</c:v>
                </c:pt>
                <c:pt idx="3368">
                  <c:v>#N/A</c:v>
                </c:pt>
                <c:pt idx="3369">
                  <c:v>#N/A</c:v>
                </c:pt>
                <c:pt idx="3370">
                  <c:v>#N/A</c:v>
                </c:pt>
                <c:pt idx="3371">
                  <c:v>#N/A</c:v>
                </c:pt>
                <c:pt idx="3372">
                  <c:v>#N/A</c:v>
                </c:pt>
                <c:pt idx="3373">
                  <c:v>#N/A</c:v>
                </c:pt>
                <c:pt idx="3374">
                  <c:v>#N/A</c:v>
                </c:pt>
                <c:pt idx="3375">
                  <c:v>#N/A</c:v>
                </c:pt>
                <c:pt idx="3376">
                  <c:v>#N/A</c:v>
                </c:pt>
                <c:pt idx="3377">
                  <c:v>#N/A</c:v>
                </c:pt>
                <c:pt idx="3378">
                  <c:v>#N/A</c:v>
                </c:pt>
                <c:pt idx="3379">
                  <c:v>#N/A</c:v>
                </c:pt>
                <c:pt idx="3380">
                  <c:v>#N/A</c:v>
                </c:pt>
                <c:pt idx="3381">
                  <c:v>#N/A</c:v>
                </c:pt>
                <c:pt idx="3382">
                  <c:v>#N/A</c:v>
                </c:pt>
                <c:pt idx="3383">
                  <c:v>#N/A</c:v>
                </c:pt>
                <c:pt idx="3384">
                  <c:v>#N/A</c:v>
                </c:pt>
                <c:pt idx="3385">
                  <c:v>#N/A</c:v>
                </c:pt>
                <c:pt idx="3386">
                  <c:v>#N/A</c:v>
                </c:pt>
                <c:pt idx="3387">
                  <c:v>#N/A</c:v>
                </c:pt>
                <c:pt idx="3388">
                  <c:v>2.2000000000000002</c:v>
                </c:pt>
                <c:pt idx="3389">
                  <c:v>#N/A</c:v>
                </c:pt>
                <c:pt idx="3390">
                  <c:v>#N/A</c:v>
                </c:pt>
                <c:pt idx="3391">
                  <c:v>#N/A</c:v>
                </c:pt>
                <c:pt idx="3392">
                  <c:v>#N/A</c:v>
                </c:pt>
                <c:pt idx="3393">
                  <c:v>#N/A</c:v>
                </c:pt>
                <c:pt idx="3394">
                  <c:v>#N/A</c:v>
                </c:pt>
                <c:pt idx="3395">
                  <c:v>#N/A</c:v>
                </c:pt>
                <c:pt idx="3396">
                  <c:v>#N/A</c:v>
                </c:pt>
                <c:pt idx="3397">
                  <c:v>#N/A</c:v>
                </c:pt>
                <c:pt idx="3398">
                  <c:v>#N/A</c:v>
                </c:pt>
                <c:pt idx="3399">
                  <c:v>#N/A</c:v>
                </c:pt>
                <c:pt idx="3400">
                  <c:v>#N/A</c:v>
                </c:pt>
                <c:pt idx="3401">
                  <c:v>#N/A</c:v>
                </c:pt>
                <c:pt idx="3402">
                  <c:v>#N/A</c:v>
                </c:pt>
                <c:pt idx="3403">
                  <c:v>#N/A</c:v>
                </c:pt>
                <c:pt idx="3404">
                  <c:v>#N/A</c:v>
                </c:pt>
                <c:pt idx="3405">
                  <c:v>#N/A</c:v>
                </c:pt>
                <c:pt idx="3406">
                  <c:v>#N/A</c:v>
                </c:pt>
                <c:pt idx="3407">
                  <c:v>#N/A</c:v>
                </c:pt>
                <c:pt idx="3408">
                  <c:v>#N/A</c:v>
                </c:pt>
                <c:pt idx="3409">
                  <c:v>#N/A</c:v>
                </c:pt>
                <c:pt idx="3410">
                  <c:v>#N/A</c:v>
                </c:pt>
                <c:pt idx="3411">
                  <c:v>#N/A</c:v>
                </c:pt>
                <c:pt idx="3412">
                  <c:v>#N/A</c:v>
                </c:pt>
                <c:pt idx="3413">
                  <c:v>#N/A</c:v>
                </c:pt>
                <c:pt idx="3414">
                  <c:v>#N/A</c:v>
                </c:pt>
                <c:pt idx="3415">
                  <c:v>#N/A</c:v>
                </c:pt>
                <c:pt idx="3416">
                  <c:v>#N/A</c:v>
                </c:pt>
                <c:pt idx="3417">
                  <c:v>#N/A</c:v>
                </c:pt>
                <c:pt idx="3418">
                  <c:v>#N/A</c:v>
                </c:pt>
                <c:pt idx="3419">
                  <c:v>2.2999999999999998</c:v>
                </c:pt>
                <c:pt idx="3420">
                  <c:v>#N/A</c:v>
                </c:pt>
                <c:pt idx="3421">
                  <c:v>#N/A</c:v>
                </c:pt>
                <c:pt idx="3422">
                  <c:v>#N/A</c:v>
                </c:pt>
                <c:pt idx="3423">
                  <c:v>#N/A</c:v>
                </c:pt>
                <c:pt idx="3424">
                  <c:v>#N/A</c:v>
                </c:pt>
                <c:pt idx="3425">
                  <c:v>#N/A</c:v>
                </c:pt>
                <c:pt idx="3426">
                  <c:v>#N/A</c:v>
                </c:pt>
                <c:pt idx="3427">
                  <c:v>#N/A</c:v>
                </c:pt>
                <c:pt idx="3428">
                  <c:v>#N/A</c:v>
                </c:pt>
                <c:pt idx="3429">
                  <c:v>#N/A</c:v>
                </c:pt>
                <c:pt idx="3430">
                  <c:v>#N/A</c:v>
                </c:pt>
                <c:pt idx="3431">
                  <c:v>#N/A</c:v>
                </c:pt>
                <c:pt idx="3432">
                  <c:v>#N/A</c:v>
                </c:pt>
                <c:pt idx="3433">
                  <c:v>#N/A</c:v>
                </c:pt>
                <c:pt idx="3434">
                  <c:v>#N/A</c:v>
                </c:pt>
                <c:pt idx="3435">
                  <c:v>#N/A</c:v>
                </c:pt>
                <c:pt idx="3436">
                  <c:v>#N/A</c:v>
                </c:pt>
                <c:pt idx="3437">
                  <c:v>#N/A</c:v>
                </c:pt>
                <c:pt idx="3438">
                  <c:v>#N/A</c:v>
                </c:pt>
                <c:pt idx="3439">
                  <c:v>#N/A</c:v>
                </c:pt>
                <c:pt idx="3440">
                  <c:v>#N/A</c:v>
                </c:pt>
                <c:pt idx="3441">
                  <c:v>#N/A</c:v>
                </c:pt>
                <c:pt idx="3442">
                  <c:v>#N/A</c:v>
                </c:pt>
                <c:pt idx="3443">
                  <c:v>#N/A</c:v>
                </c:pt>
                <c:pt idx="3444">
                  <c:v>#N/A</c:v>
                </c:pt>
                <c:pt idx="3445">
                  <c:v>#N/A</c:v>
                </c:pt>
                <c:pt idx="3446">
                  <c:v>#N/A</c:v>
                </c:pt>
                <c:pt idx="3447">
                  <c:v>2.2999999999999998</c:v>
                </c:pt>
                <c:pt idx="3448">
                  <c:v>#N/A</c:v>
                </c:pt>
                <c:pt idx="3449">
                  <c:v>#N/A</c:v>
                </c:pt>
                <c:pt idx="3450">
                  <c:v>#N/A</c:v>
                </c:pt>
                <c:pt idx="3451">
                  <c:v>#N/A</c:v>
                </c:pt>
                <c:pt idx="3452">
                  <c:v>#N/A</c:v>
                </c:pt>
                <c:pt idx="3453">
                  <c:v>#N/A</c:v>
                </c:pt>
                <c:pt idx="3454">
                  <c:v>#N/A</c:v>
                </c:pt>
                <c:pt idx="3455">
                  <c:v>#N/A</c:v>
                </c:pt>
                <c:pt idx="3456">
                  <c:v>#N/A</c:v>
                </c:pt>
                <c:pt idx="3457">
                  <c:v>#N/A</c:v>
                </c:pt>
                <c:pt idx="3458">
                  <c:v>#N/A</c:v>
                </c:pt>
                <c:pt idx="3459">
                  <c:v>#N/A</c:v>
                </c:pt>
                <c:pt idx="3460">
                  <c:v>#N/A</c:v>
                </c:pt>
                <c:pt idx="3461">
                  <c:v>#N/A</c:v>
                </c:pt>
                <c:pt idx="3462">
                  <c:v>#N/A</c:v>
                </c:pt>
                <c:pt idx="3463">
                  <c:v>#N/A</c:v>
                </c:pt>
                <c:pt idx="3464">
                  <c:v>#N/A</c:v>
                </c:pt>
                <c:pt idx="3465">
                  <c:v>#N/A</c:v>
                </c:pt>
                <c:pt idx="3466">
                  <c:v>#N/A</c:v>
                </c:pt>
                <c:pt idx="3467">
                  <c:v>#N/A</c:v>
                </c:pt>
                <c:pt idx="3468">
                  <c:v>#N/A</c:v>
                </c:pt>
                <c:pt idx="3469">
                  <c:v>#N/A</c:v>
                </c:pt>
                <c:pt idx="3470">
                  <c:v>#N/A</c:v>
                </c:pt>
                <c:pt idx="3471">
                  <c:v>#N/A</c:v>
                </c:pt>
                <c:pt idx="3472">
                  <c:v>#N/A</c:v>
                </c:pt>
                <c:pt idx="3473">
                  <c:v>#N/A</c:v>
                </c:pt>
                <c:pt idx="3474">
                  <c:v>#N/A</c:v>
                </c:pt>
                <c:pt idx="3475">
                  <c:v>#N/A</c:v>
                </c:pt>
                <c:pt idx="3476">
                  <c:v>#N/A</c:v>
                </c:pt>
                <c:pt idx="3477">
                  <c:v>#N/A</c:v>
                </c:pt>
                <c:pt idx="3478">
                  <c:v>2.2999999999999998</c:v>
                </c:pt>
                <c:pt idx="3479">
                  <c:v>#N/A</c:v>
                </c:pt>
                <c:pt idx="3480">
                  <c:v>#N/A</c:v>
                </c:pt>
                <c:pt idx="3481">
                  <c:v>#N/A</c:v>
                </c:pt>
                <c:pt idx="3482">
                  <c:v>#N/A</c:v>
                </c:pt>
                <c:pt idx="3483">
                  <c:v>#N/A</c:v>
                </c:pt>
                <c:pt idx="3484">
                  <c:v>#N/A</c:v>
                </c:pt>
                <c:pt idx="3485">
                  <c:v>#N/A</c:v>
                </c:pt>
                <c:pt idx="3486">
                  <c:v>#N/A</c:v>
                </c:pt>
                <c:pt idx="3487">
                  <c:v>#N/A</c:v>
                </c:pt>
                <c:pt idx="3488">
                  <c:v>#N/A</c:v>
                </c:pt>
                <c:pt idx="3489">
                  <c:v>#N/A</c:v>
                </c:pt>
                <c:pt idx="3490">
                  <c:v>#N/A</c:v>
                </c:pt>
                <c:pt idx="3491">
                  <c:v>#N/A</c:v>
                </c:pt>
                <c:pt idx="3492">
                  <c:v>#N/A</c:v>
                </c:pt>
                <c:pt idx="3493">
                  <c:v>#N/A</c:v>
                </c:pt>
                <c:pt idx="3494">
                  <c:v>#N/A</c:v>
                </c:pt>
                <c:pt idx="3495">
                  <c:v>#N/A</c:v>
                </c:pt>
                <c:pt idx="3496">
                  <c:v>#N/A</c:v>
                </c:pt>
                <c:pt idx="3497">
                  <c:v>#N/A</c:v>
                </c:pt>
                <c:pt idx="3498">
                  <c:v>#N/A</c:v>
                </c:pt>
                <c:pt idx="3499">
                  <c:v>#N/A</c:v>
                </c:pt>
                <c:pt idx="3500">
                  <c:v>#N/A</c:v>
                </c:pt>
                <c:pt idx="3501">
                  <c:v>#N/A</c:v>
                </c:pt>
                <c:pt idx="3502">
                  <c:v>#N/A</c:v>
                </c:pt>
                <c:pt idx="3503">
                  <c:v>#N/A</c:v>
                </c:pt>
                <c:pt idx="3504">
                  <c:v>#N/A</c:v>
                </c:pt>
                <c:pt idx="3505">
                  <c:v>#N/A</c:v>
                </c:pt>
                <c:pt idx="3506">
                  <c:v>#N/A</c:v>
                </c:pt>
                <c:pt idx="3507">
                  <c:v>#N/A</c:v>
                </c:pt>
                <c:pt idx="3508">
                  <c:v>#N/A</c:v>
                </c:pt>
                <c:pt idx="3509">
                  <c:v>2.2000000000000002</c:v>
                </c:pt>
                <c:pt idx="3510">
                  <c:v>#N/A</c:v>
                </c:pt>
                <c:pt idx="3511">
                  <c:v>#N/A</c:v>
                </c:pt>
                <c:pt idx="3512">
                  <c:v>#N/A</c:v>
                </c:pt>
                <c:pt idx="3513">
                  <c:v>#N/A</c:v>
                </c:pt>
                <c:pt idx="3514">
                  <c:v>#N/A</c:v>
                </c:pt>
                <c:pt idx="3515">
                  <c:v>#N/A</c:v>
                </c:pt>
                <c:pt idx="3516">
                  <c:v>#N/A</c:v>
                </c:pt>
                <c:pt idx="3517">
                  <c:v>#N/A</c:v>
                </c:pt>
                <c:pt idx="3518">
                  <c:v>#N/A</c:v>
                </c:pt>
                <c:pt idx="3519">
                  <c:v>#N/A</c:v>
                </c:pt>
                <c:pt idx="3520">
                  <c:v>#N/A</c:v>
                </c:pt>
                <c:pt idx="3521">
                  <c:v>#N/A</c:v>
                </c:pt>
                <c:pt idx="3522">
                  <c:v>#N/A</c:v>
                </c:pt>
                <c:pt idx="3523">
                  <c:v>#N/A</c:v>
                </c:pt>
                <c:pt idx="3524">
                  <c:v>#N/A</c:v>
                </c:pt>
                <c:pt idx="3525">
                  <c:v>#N/A</c:v>
                </c:pt>
                <c:pt idx="3526">
                  <c:v>#N/A</c:v>
                </c:pt>
                <c:pt idx="3527">
                  <c:v>#N/A</c:v>
                </c:pt>
                <c:pt idx="3528">
                  <c:v>#N/A</c:v>
                </c:pt>
                <c:pt idx="3529">
                  <c:v>#N/A</c:v>
                </c:pt>
                <c:pt idx="3530">
                  <c:v>#N/A</c:v>
                </c:pt>
                <c:pt idx="3531">
                  <c:v>#N/A</c:v>
                </c:pt>
                <c:pt idx="3532">
                  <c:v>#N/A</c:v>
                </c:pt>
                <c:pt idx="3533">
                  <c:v>#N/A</c:v>
                </c:pt>
                <c:pt idx="3534">
                  <c:v>#N/A</c:v>
                </c:pt>
                <c:pt idx="3535">
                  <c:v>#N/A</c:v>
                </c:pt>
                <c:pt idx="3536">
                  <c:v>#N/A</c:v>
                </c:pt>
                <c:pt idx="3537">
                  <c:v>#N/A</c:v>
                </c:pt>
                <c:pt idx="3538">
                  <c:v>#N/A</c:v>
                </c:pt>
                <c:pt idx="3539">
                  <c:v>2.2999999999999998</c:v>
                </c:pt>
                <c:pt idx="3540">
                  <c:v>#N/A</c:v>
                </c:pt>
                <c:pt idx="3541">
                  <c:v>#N/A</c:v>
                </c:pt>
                <c:pt idx="3542">
                  <c:v>#N/A</c:v>
                </c:pt>
                <c:pt idx="3543">
                  <c:v>#N/A</c:v>
                </c:pt>
                <c:pt idx="3544">
                  <c:v>#N/A</c:v>
                </c:pt>
                <c:pt idx="3545">
                  <c:v>#N/A</c:v>
                </c:pt>
                <c:pt idx="3546">
                  <c:v>#N/A</c:v>
                </c:pt>
                <c:pt idx="3547">
                  <c:v>#N/A</c:v>
                </c:pt>
                <c:pt idx="3548">
                  <c:v>#N/A</c:v>
                </c:pt>
                <c:pt idx="3549">
                  <c:v>#N/A</c:v>
                </c:pt>
                <c:pt idx="3550">
                  <c:v>#N/A</c:v>
                </c:pt>
                <c:pt idx="3551">
                  <c:v>#N/A</c:v>
                </c:pt>
                <c:pt idx="3552">
                  <c:v>#N/A</c:v>
                </c:pt>
                <c:pt idx="3553">
                  <c:v>#N/A</c:v>
                </c:pt>
                <c:pt idx="3554">
                  <c:v>#N/A</c:v>
                </c:pt>
                <c:pt idx="3555">
                  <c:v>#N/A</c:v>
                </c:pt>
                <c:pt idx="3556">
                  <c:v>#N/A</c:v>
                </c:pt>
                <c:pt idx="3557">
                  <c:v>#N/A</c:v>
                </c:pt>
                <c:pt idx="3558">
                  <c:v>#N/A</c:v>
                </c:pt>
                <c:pt idx="3559">
                  <c:v>#N/A</c:v>
                </c:pt>
                <c:pt idx="3560">
                  <c:v>#N/A</c:v>
                </c:pt>
                <c:pt idx="3561">
                  <c:v>#N/A</c:v>
                </c:pt>
                <c:pt idx="3562">
                  <c:v>#N/A</c:v>
                </c:pt>
                <c:pt idx="3563">
                  <c:v>#N/A</c:v>
                </c:pt>
                <c:pt idx="3564">
                  <c:v>#N/A</c:v>
                </c:pt>
                <c:pt idx="3565">
                  <c:v>#N/A</c:v>
                </c:pt>
                <c:pt idx="3566">
                  <c:v>#N/A</c:v>
                </c:pt>
                <c:pt idx="3567">
                  <c:v>#N/A</c:v>
                </c:pt>
                <c:pt idx="3568">
                  <c:v>#N/A</c:v>
                </c:pt>
                <c:pt idx="3569">
                  <c:v>#N/A</c:v>
                </c:pt>
                <c:pt idx="3570">
                  <c:v>2.2999999999999998</c:v>
                </c:pt>
                <c:pt idx="3571">
                  <c:v>#N/A</c:v>
                </c:pt>
                <c:pt idx="3572">
                  <c:v>#N/A</c:v>
                </c:pt>
                <c:pt idx="3573">
                  <c:v>#N/A</c:v>
                </c:pt>
                <c:pt idx="3574">
                  <c:v>#N/A</c:v>
                </c:pt>
                <c:pt idx="3575">
                  <c:v>#N/A</c:v>
                </c:pt>
                <c:pt idx="3576">
                  <c:v>#N/A</c:v>
                </c:pt>
                <c:pt idx="3577">
                  <c:v>#N/A</c:v>
                </c:pt>
                <c:pt idx="3578">
                  <c:v>#N/A</c:v>
                </c:pt>
                <c:pt idx="3579">
                  <c:v>#N/A</c:v>
                </c:pt>
                <c:pt idx="3580">
                  <c:v>#N/A</c:v>
                </c:pt>
                <c:pt idx="3581">
                  <c:v>#N/A</c:v>
                </c:pt>
                <c:pt idx="3582">
                  <c:v>#N/A</c:v>
                </c:pt>
                <c:pt idx="3583">
                  <c:v>#N/A</c:v>
                </c:pt>
                <c:pt idx="3584">
                  <c:v>#N/A</c:v>
                </c:pt>
                <c:pt idx="3585">
                  <c:v>#N/A</c:v>
                </c:pt>
                <c:pt idx="3586">
                  <c:v>#N/A</c:v>
                </c:pt>
                <c:pt idx="3587">
                  <c:v>#N/A</c:v>
                </c:pt>
                <c:pt idx="3588">
                  <c:v>#N/A</c:v>
                </c:pt>
                <c:pt idx="3589">
                  <c:v>#N/A</c:v>
                </c:pt>
                <c:pt idx="3590">
                  <c:v>#N/A</c:v>
                </c:pt>
                <c:pt idx="3591">
                  <c:v>#N/A</c:v>
                </c:pt>
                <c:pt idx="3592">
                  <c:v>#N/A</c:v>
                </c:pt>
                <c:pt idx="3593">
                  <c:v>#N/A</c:v>
                </c:pt>
                <c:pt idx="3594">
                  <c:v>#N/A</c:v>
                </c:pt>
                <c:pt idx="3595">
                  <c:v>#N/A</c:v>
                </c:pt>
                <c:pt idx="3596">
                  <c:v>#N/A</c:v>
                </c:pt>
                <c:pt idx="3597">
                  <c:v>#N/A</c:v>
                </c:pt>
                <c:pt idx="3598">
                  <c:v>#N/A</c:v>
                </c:pt>
                <c:pt idx="3599">
                  <c:v>#N/A</c:v>
                </c:pt>
                <c:pt idx="3600">
                  <c:v>2.2999999999999998</c:v>
                </c:pt>
                <c:pt idx="3601">
                  <c:v>#N/A</c:v>
                </c:pt>
                <c:pt idx="3602">
                  <c:v>#N/A</c:v>
                </c:pt>
                <c:pt idx="3603">
                  <c:v>#N/A</c:v>
                </c:pt>
                <c:pt idx="3604">
                  <c:v>#N/A</c:v>
                </c:pt>
                <c:pt idx="3605">
                  <c:v>#N/A</c:v>
                </c:pt>
                <c:pt idx="3606">
                  <c:v>#N/A</c:v>
                </c:pt>
                <c:pt idx="3607">
                  <c:v>#N/A</c:v>
                </c:pt>
                <c:pt idx="3608">
                  <c:v>#N/A</c:v>
                </c:pt>
                <c:pt idx="3609">
                  <c:v>#N/A</c:v>
                </c:pt>
                <c:pt idx="3610">
                  <c:v>#N/A</c:v>
                </c:pt>
                <c:pt idx="3611">
                  <c:v>#N/A</c:v>
                </c:pt>
                <c:pt idx="3612">
                  <c:v>#N/A</c:v>
                </c:pt>
                <c:pt idx="3613">
                  <c:v>#N/A</c:v>
                </c:pt>
                <c:pt idx="3614">
                  <c:v>#N/A</c:v>
                </c:pt>
                <c:pt idx="3615">
                  <c:v>#N/A</c:v>
                </c:pt>
                <c:pt idx="3616">
                  <c:v>#N/A</c:v>
                </c:pt>
                <c:pt idx="3617">
                  <c:v>#N/A</c:v>
                </c:pt>
                <c:pt idx="3618">
                  <c:v>#N/A</c:v>
                </c:pt>
                <c:pt idx="3619">
                  <c:v>#N/A</c:v>
                </c:pt>
                <c:pt idx="3620">
                  <c:v>#N/A</c:v>
                </c:pt>
                <c:pt idx="3621">
                  <c:v>#N/A</c:v>
                </c:pt>
                <c:pt idx="3622">
                  <c:v>#N/A</c:v>
                </c:pt>
                <c:pt idx="3623">
                  <c:v>#N/A</c:v>
                </c:pt>
                <c:pt idx="3624">
                  <c:v>#N/A</c:v>
                </c:pt>
                <c:pt idx="3625">
                  <c:v>#N/A</c:v>
                </c:pt>
                <c:pt idx="3626">
                  <c:v>#N/A</c:v>
                </c:pt>
                <c:pt idx="3627">
                  <c:v>#N/A</c:v>
                </c:pt>
                <c:pt idx="3628">
                  <c:v>#N/A</c:v>
                </c:pt>
                <c:pt idx="3629">
                  <c:v>#N/A</c:v>
                </c:pt>
                <c:pt idx="3630">
                  <c:v>#N/A</c:v>
                </c:pt>
                <c:pt idx="3631">
                  <c:v>2.2000000000000002</c:v>
                </c:pt>
                <c:pt idx="3632">
                  <c:v>#N/A</c:v>
                </c:pt>
                <c:pt idx="3633">
                  <c:v>#N/A</c:v>
                </c:pt>
                <c:pt idx="3634">
                  <c:v>#N/A</c:v>
                </c:pt>
                <c:pt idx="3635">
                  <c:v>#N/A</c:v>
                </c:pt>
                <c:pt idx="3636">
                  <c:v>#N/A</c:v>
                </c:pt>
                <c:pt idx="3637">
                  <c:v>#N/A</c:v>
                </c:pt>
                <c:pt idx="3638">
                  <c:v>#N/A</c:v>
                </c:pt>
                <c:pt idx="3639">
                  <c:v>#N/A</c:v>
                </c:pt>
                <c:pt idx="3640">
                  <c:v>#N/A</c:v>
                </c:pt>
                <c:pt idx="3641">
                  <c:v>#N/A</c:v>
                </c:pt>
                <c:pt idx="3642">
                  <c:v>#N/A</c:v>
                </c:pt>
                <c:pt idx="3643">
                  <c:v>#N/A</c:v>
                </c:pt>
                <c:pt idx="3644">
                  <c:v>#N/A</c:v>
                </c:pt>
                <c:pt idx="3645">
                  <c:v>#N/A</c:v>
                </c:pt>
                <c:pt idx="3646">
                  <c:v>#N/A</c:v>
                </c:pt>
                <c:pt idx="3647">
                  <c:v>#N/A</c:v>
                </c:pt>
                <c:pt idx="3648">
                  <c:v>#N/A</c:v>
                </c:pt>
                <c:pt idx="3649">
                  <c:v>#N/A</c:v>
                </c:pt>
                <c:pt idx="3650">
                  <c:v>#N/A</c:v>
                </c:pt>
                <c:pt idx="3651">
                  <c:v>#N/A</c:v>
                </c:pt>
              </c:numCache>
            </c:numRef>
          </c:val>
          <c:smooth val="0"/>
          <c:extLst>
            <c:ext xmlns:c16="http://schemas.microsoft.com/office/drawing/2014/chart" uri="{C3380CC4-5D6E-409C-BE32-E72D297353CC}">
              <c16:uniqueId val="{00000001-C2CC-4767-A320-5CE534E0B493}"/>
            </c:ext>
          </c:extLst>
        </c:ser>
        <c:ser>
          <c:idx val="2"/>
          <c:order val="2"/>
          <c:tx>
            <c:strRef>
              <c:f>通胀pce!$D$4</c:f>
              <c:strCache>
                <c:ptCount val="1"/>
                <c:pt idx="0">
                  <c:v>Truflation美国核心通胀日度同比</c:v>
                </c:pt>
              </c:strCache>
            </c:strRef>
          </c:tx>
          <c:spPr>
            <a:ln w="25400">
              <a:solidFill>
                <a:srgbClr val="C00000"/>
              </a:solidFill>
              <a:prstDash val="solid"/>
            </a:ln>
          </c:spPr>
          <c:marker>
            <c:symbol val="none"/>
          </c:marker>
          <c:cat>
            <c:numRef>
              <c:f>通胀pce!$A$5:$A$3656</c:f>
              <c:numCache>
                <c:formatCode>m/d/yyyy</c:formatCode>
                <c:ptCount val="3652"/>
                <c:pt idx="0">
                  <c:v>46213</c:v>
                </c:pt>
                <c:pt idx="1">
                  <c:v>46212</c:v>
                </c:pt>
                <c:pt idx="2">
                  <c:v>46211</c:v>
                </c:pt>
                <c:pt idx="3">
                  <c:v>46210</c:v>
                </c:pt>
                <c:pt idx="4">
                  <c:v>46209</c:v>
                </c:pt>
                <c:pt idx="5">
                  <c:v>46208</c:v>
                </c:pt>
                <c:pt idx="6">
                  <c:v>46207</c:v>
                </c:pt>
                <c:pt idx="7">
                  <c:v>46206</c:v>
                </c:pt>
                <c:pt idx="8">
                  <c:v>46205</c:v>
                </c:pt>
                <c:pt idx="9">
                  <c:v>46204</c:v>
                </c:pt>
                <c:pt idx="10">
                  <c:v>46203</c:v>
                </c:pt>
                <c:pt idx="11">
                  <c:v>46202</c:v>
                </c:pt>
                <c:pt idx="12">
                  <c:v>46201</c:v>
                </c:pt>
                <c:pt idx="13">
                  <c:v>46200</c:v>
                </c:pt>
                <c:pt idx="14">
                  <c:v>46199</c:v>
                </c:pt>
                <c:pt idx="15">
                  <c:v>46198</c:v>
                </c:pt>
                <c:pt idx="16">
                  <c:v>46197</c:v>
                </c:pt>
                <c:pt idx="17">
                  <c:v>46196</c:v>
                </c:pt>
                <c:pt idx="18">
                  <c:v>46195</c:v>
                </c:pt>
                <c:pt idx="19">
                  <c:v>46194</c:v>
                </c:pt>
                <c:pt idx="20">
                  <c:v>46193</c:v>
                </c:pt>
                <c:pt idx="21">
                  <c:v>46192</c:v>
                </c:pt>
                <c:pt idx="22">
                  <c:v>46191</c:v>
                </c:pt>
                <c:pt idx="23">
                  <c:v>46190</c:v>
                </c:pt>
                <c:pt idx="24">
                  <c:v>46189</c:v>
                </c:pt>
                <c:pt idx="25">
                  <c:v>46188</c:v>
                </c:pt>
                <c:pt idx="26">
                  <c:v>46187</c:v>
                </c:pt>
                <c:pt idx="27">
                  <c:v>46186</c:v>
                </c:pt>
                <c:pt idx="28">
                  <c:v>46185</c:v>
                </c:pt>
                <c:pt idx="29">
                  <c:v>46184</c:v>
                </c:pt>
                <c:pt idx="30">
                  <c:v>46183</c:v>
                </c:pt>
                <c:pt idx="31">
                  <c:v>46182</c:v>
                </c:pt>
                <c:pt idx="32">
                  <c:v>46181</c:v>
                </c:pt>
                <c:pt idx="33">
                  <c:v>46180</c:v>
                </c:pt>
                <c:pt idx="34">
                  <c:v>46179</c:v>
                </c:pt>
                <c:pt idx="35">
                  <c:v>46178</c:v>
                </c:pt>
                <c:pt idx="36">
                  <c:v>46177</c:v>
                </c:pt>
                <c:pt idx="37">
                  <c:v>46176</c:v>
                </c:pt>
                <c:pt idx="38">
                  <c:v>46175</c:v>
                </c:pt>
                <c:pt idx="39">
                  <c:v>46174</c:v>
                </c:pt>
                <c:pt idx="40">
                  <c:v>46173</c:v>
                </c:pt>
                <c:pt idx="41">
                  <c:v>46172</c:v>
                </c:pt>
                <c:pt idx="42">
                  <c:v>46171</c:v>
                </c:pt>
                <c:pt idx="43">
                  <c:v>46170</c:v>
                </c:pt>
                <c:pt idx="44">
                  <c:v>46169</c:v>
                </c:pt>
                <c:pt idx="45">
                  <c:v>46168</c:v>
                </c:pt>
                <c:pt idx="46">
                  <c:v>46167</c:v>
                </c:pt>
                <c:pt idx="47">
                  <c:v>46166</c:v>
                </c:pt>
                <c:pt idx="48">
                  <c:v>46165</c:v>
                </c:pt>
                <c:pt idx="49">
                  <c:v>46164</c:v>
                </c:pt>
                <c:pt idx="50">
                  <c:v>46163</c:v>
                </c:pt>
                <c:pt idx="51">
                  <c:v>46162</c:v>
                </c:pt>
                <c:pt idx="52">
                  <c:v>46161</c:v>
                </c:pt>
                <c:pt idx="53">
                  <c:v>46160</c:v>
                </c:pt>
                <c:pt idx="54">
                  <c:v>46159</c:v>
                </c:pt>
                <c:pt idx="55">
                  <c:v>46158</c:v>
                </c:pt>
                <c:pt idx="56">
                  <c:v>46157</c:v>
                </c:pt>
                <c:pt idx="57">
                  <c:v>46156</c:v>
                </c:pt>
                <c:pt idx="58">
                  <c:v>46155</c:v>
                </c:pt>
                <c:pt idx="59">
                  <c:v>46154</c:v>
                </c:pt>
                <c:pt idx="60">
                  <c:v>46153</c:v>
                </c:pt>
                <c:pt idx="61">
                  <c:v>46152</c:v>
                </c:pt>
                <c:pt idx="62">
                  <c:v>46151</c:v>
                </c:pt>
                <c:pt idx="63">
                  <c:v>46150</c:v>
                </c:pt>
                <c:pt idx="64">
                  <c:v>46149</c:v>
                </c:pt>
                <c:pt idx="65">
                  <c:v>46148</c:v>
                </c:pt>
                <c:pt idx="66">
                  <c:v>46147</c:v>
                </c:pt>
                <c:pt idx="67">
                  <c:v>46146</c:v>
                </c:pt>
                <c:pt idx="68">
                  <c:v>46145</c:v>
                </c:pt>
                <c:pt idx="69">
                  <c:v>46144</c:v>
                </c:pt>
                <c:pt idx="70">
                  <c:v>46143</c:v>
                </c:pt>
                <c:pt idx="71">
                  <c:v>46142</c:v>
                </c:pt>
                <c:pt idx="72">
                  <c:v>46141</c:v>
                </c:pt>
                <c:pt idx="73">
                  <c:v>46140</c:v>
                </c:pt>
                <c:pt idx="74">
                  <c:v>46139</c:v>
                </c:pt>
                <c:pt idx="75">
                  <c:v>46138</c:v>
                </c:pt>
                <c:pt idx="76">
                  <c:v>46137</c:v>
                </c:pt>
                <c:pt idx="77">
                  <c:v>46136</c:v>
                </c:pt>
                <c:pt idx="78">
                  <c:v>46135</c:v>
                </c:pt>
                <c:pt idx="79">
                  <c:v>46134</c:v>
                </c:pt>
                <c:pt idx="80">
                  <c:v>46133</c:v>
                </c:pt>
                <c:pt idx="81">
                  <c:v>46132</c:v>
                </c:pt>
                <c:pt idx="82">
                  <c:v>46131</c:v>
                </c:pt>
                <c:pt idx="83">
                  <c:v>46130</c:v>
                </c:pt>
                <c:pt idx="84">
                  <c:v>46129</c:v>
                </c:pt>
                <c:pt idx="85">
                  <c:v>46128</c:v>
                </c:pt>
                <c:pt idx="86">
                  <c:v>46127</c:v>
                </c:pt>
                <c:pt idx="87">
                  <c:v>46126</c:v>
                </c:pt>
                <c:pt idx="88">
                  <c:v>46125</c:v>
                </c:pt>
                <c:pt idx="89">
                  <c:v>46124</c:v>
                </c:pt>
                <c:pt idx="90">
                  <c:v>46123</c:v>
                </c:pt>
                <c:pt idx="91">
                  <c:v>46122</c:v>
                </c:pt>
                <c:pt idx="92">
                  <c:v>46121</c:v>
                </c:pt>
                <c:pt idx="93">
                  <c:v>46120</c:v>
                </c:pt>
                <c:pt idx="94">
                  <c:v>46119</c:v>
                </c:pt>
                <c:pt idx="95">
                  <c:v>46118</c:v>
                </c:pt>
                <c:pt idx="96">
                  <c:v>46117</c:v>
                </c:pt>
                <c:pt idx="97">
                  <c:v>46116</c:v>
                </c:pt>
                <c:pt idx="98">
                  <c:v>46115</c:v>
                </c:pt>
                <c:pt idx="99">
                  <c:v>46114</c:v>
                </c:pt>
                <c:pt idx="100">
                  <c:v>46113</c:v>
                </c:pt>
                <c:pt idx="101">
                  <c:v>46112</c:v>
                </c:pt>
                <c:pt idx="102">
                  <c:v>46111</c:v>
                </c:pt>
                <c:pt idx="103">
                  <c:v>46110</c:v>
                </c:pt>
                <c:pt idx="104">
                  <c:v>46109</c:v>
                </c:pt>
                <c:pt idx="105">
                  <c:v>46108</c:v>
                </c:pt>
                <c:pt idx="106">
                  <c:v>46107</c:v>
                </c:pt>
                <c:pt idx="107">
                  <c:v>46106</c:v>
                </c:pt>
                <c:pt idx="108">
                  <c:v>46105</c:v>
                </c:pt>
                <c:pt idx="109">
                  <c:v>46104</c:v>
                </c:pt>
                <c:pt idx="110">
                  <c:v>46103</c:v>
                </c:pt>
                <c:pt idx="111">
                  <c:v>46102</c:v>
                </c:pt>
                <c:pt idx="112">
                  <c:v>46101</c:v>
                </c:pt>
                <c:pt idx="113">
                  <c:v>46100</c:v>
                </c:pt>
                <c:pt idx="114">
                  <c:v>46099</c:v>
                </c:pt>
                <c:pt idx="115">
                  <c:v>46098</c:v>
                </c:pt>
                <c:pt idx="116">
                  <c:v>46097</c:v>
                </c:pt>
                <c:pt idx="117">
                  <c:v>46096</c:v>
                </c:pt>
                <c:pt idx="118">
                  <c:v>46095</c:v>
                </c:pt>
                <c:pt idx="119">
                  <c:v>46094</c:v>
                </c:pt>
                <c:pt idx="120">
                  <c:v>46093</c:v>
                </c:pt>
                <c:pt idx="121">
                  <c:v>46092</c:v>
                </c:pt>
                <c:pt idx="122">
                  <c:v>46091</c:v>
                </c:pt>
                <c:pt idx="123">
                  <c:v>46090</c:v>
                </c:pt>
                <c:pt idx="124">
                  <c:v>46089</c:v>
                </c:pt>
                <c:pt idx="125">
                  <c:v>46088</c:v>
                </c:pt>
                <c:pt idx="126">
                  <c:v>46087</c:v>
                </c:pt>
                <c:pt idx="127">
                  <c:v>46086</c:v>
                </c:pt>
                <c:pt idx="128">
                  <c:v>46085</c:v>
                </c:pt>
                <c:pt idx="129">
                  <c:v>46084</c:v>
                </c:pt>
                <c:pt idx="130">
                  <c:v>46083</c:v>
                </c:pt>
                <c:pt idx="131">
                  <c:v>46082</c:v>
                </c:pt>
                <c:pt idx="132">
                  <c:v>46081</c:v>
                </c:pt>
                <c:pt idx="133">
                  <c:v>46080</c:v>
                </c:pt>
                <c:pt idx="134">
                  <c:v>46079</c:v>
                </c:pt>
                <c:pt idx="135">
                  <c:v>46078</c:v>
                </c:pt>
                <c:pt idx="136">
                  <c:v>46077</c:v>
                </c:pt>
                <c:pt idx="137">
                  <c:v>46076</c:v>
                </c:pt>
                <c:pt idx="138">
                  <c:v>46075</c:v>
                </c:pt>
                <c:pt idx="139">
                  <c:v>46074</c:v>
                </c:pt>
                <c:pt idx="140">
                  <c:v>46073</c:v>
                </c:pt>
                <c:pt idx="141">
                  <c:v>46072</c:v>
                </c:pt>
                <c:pt idx="142">
                  <c:v>46071</c:v>
                </c:pt>
                <c:pt idx="143">
                  <c:v>46070</c:v>
                </c:pt>
                <c:pt idx="144">
                  <c:v>46069</c:v>
                </c:pt>
                <c:pt idx="145">
                  <c:v>46068</c:v>
                </c:pt>
                <c:pt idx="146">
                  <c:v>46067</c:v>
                </c:pt>
                <c:pt idx="147">
                  <c:v>46066</c:v>
                </c:pt>
                <c:pt idx="148">
                  <c:v>46065</c:v>
                </c:pt>
                <c:pt idx="149">
                  <c:v>46064</c:v>
                </c:pt>
                <c:pt idx="150">
                  <c:v>46063</c:v>
                </c:pt>
                <c:pt idx="151">
                  <c:v>46062</c:v>
                </c:pt>
                <c:pt idx="152">
                  <c:v>46061</c:v>
                </c:pt>
                <c:pt idx="153">
                  <c:v>46060</c:v>
                </c:pt>
                <c:pt idx="154">
                  <c:v>46059</c:v>
                </c:pt>
                <c:pt idx="155">
                  <c:v>46058</c:v>
                </c:pt>
                <c:pt idx="156">
                  <c:v>46057</c:v>
                </c:pt>
                <c:pt idx="157">
                  <c:v>46056</c:v>
                </c:pt>
                <c:pt idx="158">
                  <c:v>46055</c:v>
                </c:pt>
                <c:pt idx="159">
                  <c:v>46054</c:v>
                </c:pt>
                <c:pt idx="160">
                  <c:v>46053</c:v>
                </c:pt>
                <c:pt idx="161">
                  <c:v>46052</c:v>
                </c:pt>
                <c:pt idx="162">
                  <c:v>46051</c:v>
                </c:pt>
                <c:pt idx="163">
                  <c:v>46050</c:v>
                </c:pt>
                <c:pt idx="164">
                  <c:v>46049</c:v>
                </c:pt>
                <c:pt idx="165">
                  <c:v>46048</c:v>
                </c:pt>
                <c:pt idx="166">
                  <c:v>46047</c:v>
                </c:pt>
                <c:pt idx="167">
                  <c:v>46046</c:v>
                </c:pt>
                <c:pt idx="168">
                  <c:v>46045</c:v>
                </c:pt>
                <c:pt idx="169">
                  <c:v>46044</c:v>
                </c:pt>
                <c:pt idx="170">
                  <c:v>46043</c:v>
                </c:pt>
                <c:pt idx="171">
                  <c:v>46042</c:v>
                </c:pt>
                <c:pt idx="172">
                  <c:v>46041</c:v>
                </c:pt>
                <c:pt idx="173">
                  <c:v>46040</c:v>
                </c:pt>
                <c:pt idx="174">
                  <c:v>46039</c:v>
                </c:pt>
                <c:pt idx="175">
                  <c:v>46038</c:v>
                </c:pt>
                <c:pt idx="176">
                  <c:v>46037</c:v>
                </c:pt>
                <c:pt idx="177">
                  <c:v>46036</c:v>
                </c:pt>
                <c:pt idx="178">
                  <c:v>46035</c:v>
                </c:pt>
                <c:pt idx="179">
                  <c:v>46034</c:v>
                </c:pt>
                <c:pt idx="180">
                  <c:v>46033</c:v>
                </c:pt>
                <c:pt idx="181">
                  <c:v>46032</c:v>
                </c:pt>
                <c:pt idx="182">
                  <c:v>46031</c:v>
                </c:pt>
                <c:pt idx="183">
                  <c:v>46030</c:v>
                </c:pt>
                <c:pt idx="184">
                  <c:v>46029</c:v>
                </c:pt>
                <c:pt idx="185">
                  <c:v>46028</c:v>
                </c:pt>
                <c:pt idx="186">
                  <c:v>46027</c:v>
                </c:pt>
                <c:pt idx="187">
                  <c:v>46026</c:v>
                </c:pt>
                <c:pt idx="188">
                  <c:v>46025</c:v>
                </c:pt>
                <c:pt idx="189">
                  <c:v>46024</c:v>
                </c:pt>
                <c:pt idx="190">
                  <c:v>46023</c:v>
                </c:pt>
                <c:pt idx="191">
                  <c:v>46022</c:v>
                </c:pt>
                <c:pt idx="192">
                  <c:v>46021</c:v>
                </c:pt>
                <c:pt idx="193">
                  <c:v>46020</c:v>
                </c:pt>
                <c:pt idx="194">
                  <c:v>46019</c:v>
                </c:pt>
                <c:pt idx="195">
                  <c:v>46018</c:v>
                </c:pt>
                <c:pt idx="196">
                  <c:v>46017</c:v>
                </c:pt>
                <c:pt idx="197">
                  <c:v>46016</c:v>
                </c:pt>
                <c:pt idx="198">
                  <c:v>46015</c:v>
                </c:pt>
                <c:pt idx="199">
                  <c:v>46014</c:v>
                </c:pt>
                <c:pt idx="200">
                  <c:v>46013</c:v>
                </c:pt>
                <c:pt idx="201">
                  <c:v>46012</c:v>
                </c:pt>
                <c:pt idx="202">
                  <c:v>46011</c:v>
                </c:pt>
                <c:pt idx="203">
                  <c:v>46010</c:v>
                </c:pt>
                <c:pt idx="204">
                  <c:v>46009</c:v>
                </c:pt>
                <c:pt idx="205">
                  <c:v>46008</c:v>
                </c:pt>
                <c:pt idx="206">
                  <c:v>46007</c:v>
                </c:pt>
                <c:pt idx="207">
                  <c:v>46006</c:v>
                </c:pt>
                <c:pt idx="208">
                  <c:v>46005</c:v>
                </c:pt>
                <c:pt idx="209">
                  <c:v>46004</c:v>
                </c:pt>
                <c:pt idx="210">
                  <c:v>46003</c:v>
                </c:pt>
                <c:pt idx="211">
                  <c:v>46002</c:v>
                </c:pt>
                <c:pt idx="212">
                  <c:v>46001</c:v>
                </c:pt>
                <c:pt idx="213">
                  <c:v>46000</c:v>
                </c:pt>
                <c:pt idx="214">
                  <c:v>45999</c:v>
                </c:pt>
                <c:pt idx="215">
                  <c:v>45998</c:v>
                </c:pt>
                <c:pt idx="216">
                  <c:v>45997</c:v>
                </c:pt>
                <c:pt idx="217">
                  <c:v>45996</c:v>
                </c:pt>
                <c:pt idx="218">
                  <c:v>45995</c:v>
                </c:pt>
                <c:pt idx="219">
                  <c:v>45994</c:v>
                </c:pt>
                <c:pt idx="220">
                  <c:v>45993</c:v>
                </c:pt>
                <c:pt idx="221">
                  <c:v>45992</c:v>
                </c:pt>
                <c:pt idx="222">
                  <c:v>45991</c:v>
                </c:pt>
                <c:pt idx="223">
                  <c:v>45990</c:v>
                </c:pt>
                <c:pt idx="224">
                  <c:v>45989</c:v>
                </c:pt>
                <c:pt idx="225">
                  <c:v>45988</c:v>
                </c:pt>
                <c:pt idx="226">
                  <c:v>45987</c:v>
                </c:pt>
                <c:pt idx="227">
                  <c:v>45986</c:v>
                </c:pt>
                <c:pt idx="228">
                  <c:v>45985</c:v>
                </c:pt>
                <c:pt idx="229">
                  <c:v>45984</c:v>
                </c:pt>
                <c:pt idx="230">
                  <c:v>45983</c:v>
                </c:pt>
                <c:pt idx="231">
                  <c:v>45982</c:v>
                </c:pt>
                <c:pt idx="232">
                  <c:v>45981</c:v>
                </c:pt>
                <c:pt idx="233">
                  <c:v>45980</c:v>
                </c:pt>
                <c:pt idx="234">
                  <c:v>45979</c:v>
                </c:pt>
                <c:pt idx="235">
                  <c:v>45978</c:v>
                </c:pt>
                <c:pt idx="236">
                  <c:v>45977</c:v>
                </c:pt>
                <c:pt idx="237">
                  <c:v>45976</c:v>
                </c:pt>
                <c:pt idx="238">
                  <c:v>45975</c:v>
                </c:pt>
                <c:pt idx="239">
                  <c:v>45974</c:v>
                </c:pt>
                <c:pt idx="240">
                  <c:v>45973</c:v>
                </c:pt>
                <c:pt idx="241">
                  <c:v>45972</c:v>
                </c:pt>
                <c:pt idx="242">
                  <c:v>45971</c:v>
                </c:pt>
                <c:pt idx="243">
                  <c:v>45970</c:v>
                </c:pt>
                <c:pt idx="244">
                  <c:v>45969</c:v>
                </c:pt>
                <c:pt idx="245">
                  <c:v>45968</c:v>
                </c:pt>
                <c:pt idx="246">
                  <c:v>45967</c:v>
                </c:pt>
                <c:pt idx="247">
                  <c:v>45966</c:v>
                </c:pt>
                <c:pt idx="248">
                  <c:v>45965</c:v>
                </c:pt>
                <c:pt idx="249">
                  <c:v>45964</c:v>
                </c:pt>
                <c:pt idx="250">
                  <c:v>45963</c:v>
                </c:pt>
                <c:pt idx="251">
                  <c:v>45962</c:v>
                </c:pt>
                <c:pt idx="252">
                  <c:v>45961</c:v>
                </c:pt>
                <c:pt idx="253">
                  <c:v>45960</c:v>
                </c:pt>
                <c:pt idx="254">
                  <c:v>45959</c:v>
                </c:pt>
                <c:pt idx="255">
                  <c:v>45958</c:v>
                </c:pt>
                <c:pt idx="256">
                  <c:v>45957</c:v>
                </c:pt>
                <c:pt idx="257">
                  <c:v>45956</c:v>
                </c:pt>
                <c:pt idx="258">
                  <c:v>45955</c:v>
                </c:pt>
                <c:pt idx="259">
                  <c:v>45954</c:v>
                </c:pt>
                <c:pt idx="260">
                  <c:v>45953</c:v>
                </c:pt>
                <c:pt idx="261">
                  <c:v>45952</c:v>
                </c:pt>
                <c:pt idx="262">
                  <c:v>45951</c:v>
                </c:pt>
                <c:pt idx="263">
                  <c:v>45950</c:v>
                </c:pt>
                <c:pt idx="264">
                  <c:v>45949</c:v>
                </c:pt>
                <c:pt idx="265">
                  <c:v>45948</c:v>
                </c:pt>
                <c:pt idx="266">
                  <c:v>45947</c:v>
                </c:pt>
                <c:pt idx="267">
                  <c:v>45946</c:v>
                </c:pt>
                <c:pt idx="268">
                  <c:v>45945</c:v>
                </c:pt>
                <c:pt idx="269">
                  <c:v>45944</c:v>
                </c:pt>
                <c:pt idx="270">
                  <c:v>45943</c:v>
                </c:pt>
                <c:pt idx="271">
                  <c:v>45942</c:v>
                </c:pt>
                <c:pt idx="272">
                  <c:v>45941</c:v>
                </c:pt>
                <c:pt idx="273">
                  <c:v>45940</c:v>
                </c:pt>
                <c:pt idx="274">
                  <c:v>45939</c:v>
                </c:pt>
                <c:pt idx="275">
                  <c:v>45938</c:v>
                </c:pt>
                <c:pt idx="276">
                  <c:v>45937</c:v>
                </c:pt>
                <c:pt idx="277">
                  <c:v>45936</c:v>
                </c:pt>
                <c:pt idx="278">
                  <c:v>45935</c:v>
                </c:pt>
                <c:pt idx="279">
                  <c:v>45934</c:v>
                </c:pt>
                <c:pt idx="280">
                  <c:v>45933</c:v>
                </c:pt>
                <c:pt idx="281">
                  <c:v>45932</c:v>
                </c:pt>
                <c:pt idx="282">
                  <c:v>45931</c:v>
                </c:pt>
                <c:pt idx="283">
                  <c:v>45930</c:v>
                </c:pt>
                <c:pt idx="284">
                  <c:v>45929</c:v>
                </c:pt>
                <c:pt idx="285">
                  <c:v>45928</c:v>
                </c:pt>
                <c:pt idx="286">
                  <c:v>45927</c:v>
                </c:pt>
                <c:pt idx="287">
                  <c:v>45926</c:v>
                </c:pt>
                <c:pt idx="288">
                  <c:v>45925</c:v>
                </c:pt>
                <c:pt idx="289">
                  <c:v>45924</c:v>
                </c:pt>
                <c:pt idx="290">
                  <c:v>45923</c:v>
                </c:pt>
                <c:pt idx="291">
                  <c:v>45922</c:v>
                </c:pt>
                <c:pt idx="292">
                  <c:v>45921</c:v>
                </c:pt>
                <c:pt idx="293">
                  <c:v>45920</c:v>
                </c:pt>
                <c:pt idx="294">
                  <c:v>45919</c:v>
                </c:pt>
                <c:pt idx="295">
                  <c:v>45918</c:v>
                </c:pt>
                <c:pt idx="296">
                  <c:v>45917</c:v>
                </c:pt>
                <c:pt idx="297">
                  <c:v>45916</c:v>
                </c:pt>
                <c:pt idx="298">
                  <c:v>45915</c:v>
                </c:pt>
                <c:pt idx="299">
                  <c:v>45914</c:v>
                </c:pt>
                <c:pt idx="300">
                  <c:v>45913</c:v>
                </c:pt>
                <c:pt idx="301">
                  <c:v>45912</c:v>
                </c:pt>
                <c:pt idx="302">
                  <c:v>45911</c:v>
                </c:pt>
                <c:pt idx="303">
                  <c:v>45910</c:v>
                </c:pt>
                <c:pt idx="304">
                  <c:v>45909</c:v>
                </c:pt>
                <c:pt idx="305">
                  <c:v>45908</c:v>
                </c:pt>
                <c:pt idx="306">
                  <c:v>45907</c:v>
                </c:pt>
                <c:pt idx="307">
                  <c:v>45906</c:v>
                </c:pt>
                <c:pt idx="308">
                  <c:v>45905</c:v>
                </c:pt>
                <c:pt idx="309">
                  <c:v>45904</c:v>
                </c:pt>
                <c:pt idx="310">
                  <c:v>45903</c:v>
                </c:pt>
                <c:pt idx="311">
                  <c:v>45902</c:v>
                </c:pt>
                <c:pt idx="312">
                  <c:v>45901</c:v>
                </c:pt>
                <c:pt idx="313">
                  <c:v>45900</c:v>
                </c:pt>
                <c:pt idx="314">
                  <c:v>45899</c:v>
                </c:pt>
                <c:pt idx="315">
                  <c:v>45898</c:v>
                </c:pt>
                <c:pt idx="316">
                  <c:v>45897</c:v>
                </c:pt>
                <c:pt idx="317">
                  <c:v>45896</c:v>
                </c:pt>
                <c:pt idx="318">
                  <c:v>45895</c:v>
                </c:pt>
                <c:pt idx="319">
                  <c:v>45894</c:v>
                </c:pt>
                <c:pt idx="320">
                  <c:v>45893</c:v>
                </c:pt>
                <c:pt idx="321">
                  <c:v>45892</c:v>
                </c:pt>
                <c:pt idx="322">
                  <c:v>45891</c:v>
                </c:pt>
                <c:pt idx="323">
                  <c:v>45890</c:v>
                </c:pt>
                <c:pt idx="324">
                  <c:v>45889</c:v>
                </c:pt>
                <c:pt idx="325">
                  <c:v>45888</c:v>
                </c:pt>
                <c:pt idx="326">
                  <c:v>45887</c:v>
                </c:pt>
                <c:pt idx="327">
                  <c:v>45886</c:v>
                </c:pt>
                <c:pt idx="328">
                  <c:v>45885</c:v>
                </c:pt>
                <c:pt idx="329">
                  <c:v>45884</c:v>
                </c:pt>
                <c:pt idx="330">
                  <c:v>45883</c:v>
                </c:pt>
                <c:pt idx="331">
                  <c:v>45882</c:v>
                </c:pt>
                <c:pt idx="332">
                  <c:v>45881</c:v>
                </c:pt>
                <c:pt idx="333">
                  <c:v>45880</c:v>
                </c:pt>
                <c:pt idx="334">
                  <c:v>45879</c:v>
                </c:pt>
                <c:pt idx="335">
                  <c:v>45878</c:v>
                </c:pt>
                <c:pt idx="336">
                  <c:v>45877</c:v>
                </c:pt>
                <c:pt idx="337">
                  <c:v>45876</c:v>
                </c:pt>
                <c:pt idx="338">
                  <c:v>45875</c:v>
                </c:pt>
                <c:pt idx="339">
                  <c:v>45874</c:v>
                </c:pt>
                <c:pt idx="340">
                  <c:v>45873</c:v>
                </c:pt>
                <c:pt idx="341">
                  <c:v>45872</c:v>
                </c:pt>
                <c:pt idx="342">
                  <c:v>45871</c:v>
                </c:pt>
                <c:pt idx="343">
                  <c:v>45870</c:v>
                </c:pt>
                <c:pt idx="344">
                  <c:v>45869</c:v>
                </c:pt>
                <c:pt idx="345">
                  <c:v>45868</c:v>
                </c:pt>
                <c:pt idx="346">
                  <c:v>45867</c:v>
                </c:pt>
                <c:pt idx="347">
                  <c:v>45866</c:v>
                </c:pt>
                <c:pt idx="348">
                  <c:v>45865</c:v>
                </c:pt>
                <c:pt idx="349">
                  <c:v>45864</c:v>
                </c:pt>
                <c:pt idx="350">
                  <c:v>45863</c:v>
                </c:pt>
                <c:pt idx="351">
                  <c:v>45862</c:v>
                </c:pt>
                <c:pt idx="352">
                  <c:v>45861</c:v>
                </c:pt>
                <c:pt idx="353">
                  <c:v>45860</c:v>
                </c:pt>
                <c:pt idx="354">
                  <c:v>45859</c:v>
                </c:pt>
                <c:pt idx="355">
                  <c:v>45858</c:v>
                </c:pt>
                <c:pt idx="356">
                  <c:v>45857</c:v>
                </c:pt>
                <c:pt idx="357">
                  <c:v>45856</c:v>
                </c:pt>
                <c:pt idx="358">
                  <c:v>45855</c:v>
                </c:pt>
                <c:pt idx="359">
                  <c:v>45854</c:v>
                </c:pt>
                <c:pt idx="360">
                  <c:v>45853</c:v>
                </c:pt>
                <c:pt idx="361">
                  <c:v>45852</c:v>
                </c:pt>
                <c:pt idx="362">
                  <c:v>45851</c:v>
                </c:pt>
                <c:pt idx="363">
                  <c:v>45850</c:v>
                </c:pt>
                <c:pt idx="364">
                  <c:v>45849</c:v>
                </c:pt>
                <c:pt idx="365">
                  <c:v>45848</c:v>
                </c:pt>
                <c:pt idx="366">
                  <c:v>45847</c:v>
                </c:pt>
                <c:pt idx="367">
                  <c:v>45846</c:v>
                </c:pt>
                <c:pt idx="368">
                  <c:v>45845</c:v>
                </c:pt>
                <c:pt idx="369">
                  <c:v>45844</c:v>
                </c:pt>
                <c:pt idx="370">
                  <c:v>45843</c:v>
                </c:pt>
                <c:pt idx="371">
                  <c:v>45842</c:v>
                </c:pt>
                <c:pt idx="372">
                  <c:v>45841</c:v>
                </c:pt>
                <c:pt idx="373">
                  <c:v>45840</c:v>
                </c:pt>
                <c:pt idx="374">
                  <c:v>45839</c:v>
                </c:pt>
                <c:pt idx="375">
                  <c:v>45838</c:v>
                </c:pt>
                <c:pt idx="376">
                  <c:v>45837</c:v>
                </c:pt>
                <c:pt idx="377">
                  <c:v>45836</c:v>
                </c:pt>
                <c:pt idx="378">
                  <c:v>45835</c:v>
                </c:pt>
                <c:pt idx="379">
                  <c:v>45834</c:v>
                </c:pt>
                <c:pt idx="380">
                  <c:v>45833</c:v>
                </c:pt>
                <c:pt idx="381">
                  <c:v>45832</c:v>
                </c:pt>
                <c:pt idx="382">
                  <c:v>45831</c:v>
                </c:pt>
                <c:pt idx="383">
                  <c:v>45830</c:v>
                </c:pt>
                <c:pt idx="384">
                  <c:v>45829</c:v>
                </c:pt>
                <c:pt idx="385">
                  <c:v>45828</c:v>
                </c:pt>
                <c:pt idx="386">
                  <c:v>45827</c:v>
                </c:pt>
                <c:pt idx="387">
                  <c:v>45826</c:v>
                </c:pt>
                <c:pt idx="388">
                  <c:v>45825</c:v>
                </c:pt>
                <c:pt idx="389">
                  <c:v>45824</c:v>
                </c:pt>
                <c:pt idx="390">
                  <c:v>45823</c:v>
                </c:pt>
                <c:pt idx="391">
                  <c:v>45822</c:v>
                </c:pt>
                <c:pt idx="392">
                  <c:v>45821</c:v>
                </c:pt>
                <c:pt idx="393">
                  <c:v>45820</c:v>
                </c:pt>
                <c:pt idx="394">
                  <c:v>45819</c:v>
                </c:pt>
                <c:pt idx="395">
                  <c:v>45818</c:v>
                </c:pt>
                <c:pt idx="396">
                  <c:v>45817</c:v>
                </c:pt>
                <c:pt idx="397">
                  <c:v>45816</c:v>
                </c:pt>
                <c:pt idx="398">
                  <c:v>45815</c:v>
                </c:pt>
                <c:pt idx="399">
                  <c:v>45814</c:v>
                </c:pt>
                <c:pt idx="400">
                  <c:v>45813</c:v>
                </c:pt>
                <c:pt idx="401">
                  <c:v>45812</c:v>
                </c:pt>
                <c:pt idx="402">
                  <c:v>45811</c:v>
                </c:pt>
                <c:pt idx="403">
                  <c:v>45810</c:v>
                </c:pt>
                <c:pt idx="404">
                  <c:v>45809</c:v>
                </c:pt>
                <c:pt idx="405">
                  <c:v>45808</c:v>
                </c:pt>
                <c:pt idx="406">
                  <c:v>45807</c:v>
                </c:pt>
                <c:pt idx="407">
                  <c:v>45806</c:v>
                </c:pt>
                <c:pt idx="408">
                  <c:v>45805</c:v>
                </c:pt>
                <c:pt idx="409">
                  <c:v>45804</c:v>
                </c:pt>
                <c:pt idx="410">
                  <c:v>45803</c:v>
                </c:pt>
                <c:pt idx="411">
                  <c:v>45802</c:v>
                </c:pt>
                <c:pt idx="412">
                  <c:v>45801</c:v>
                </c:pt>
                <c:pt idx="413">
                  <c:v>45800</c:v>
                </c:pt>
                <c:pt idx="414">
                  <c:v>45799</c:v>
                </c:pt>
                <c:pt idx="415">
                  <c:v>45798</c:v>
                </c:pt>
                <c:pt idx="416">
                  <c:v>45797</c:v>
                </c:pt>
                <c:pt idx="417">
                  <c:v>45796</c:v>
                </c:pt>
                <c:pt idx="418">
                  <c:v>45795</c:v>
                </c:pt>
                <c:pt idx="419">
                  <c:v>45794</c:v>
                </c:pt>
                <c:pt idx="420">
                  <c:v>45793</c:v>
                </c:pt>
                <c:pt idx="421">
                  <c:v>45792</c:v>
                </c:pt>
                <c:pt idx="422">
                  <c:v>45791</c:v>
                </c:pt>
                <c:pt idx="423">
                  <c:v>45790</c:v>
                </c:pt>
                <c:pt idx="424">
                  <c:v>45789</c:v>
                </c:pt>
                <c:pt idx="425">
                  <c:v>45788</c:v>
                </c:pt>
                <c:pt idx="426">
                  <c:v>45787</c:v>
                </c:pt>
                <c:pt idx="427">
                  <c:v>45786</c:v>
                </c:pt>
                <c:pt idx="428">
                  <c:v>45785</c:v>
                </c:pt>
                <c:pt idx="429">
                  <c:v>45784</c:v>
                </c:pt>
                <c:pt idx="430">
                  <c:v>45783</c:v>
                </c:pt>
                <c:pt idx="431">
                  <c:v>45782</c:v>
                </c:pt>
                <c:pt idx="432">
                  <c:v>45781</c:v>
                </c:pt>
                <c:pt idx="433">
                  <c:v>45780</c:v>
                </c:pt>
                <c:pt idx="434">
                  <c:v>45779</c:v>
                </c:pt>
                <c:pt idx="435">
                  <c:v>45778</c:v>
                </c:pt>
                <c:pt idx="436">
                  <c:v>45777</c:v>
                </c:pt>
                <c:pt idx="437">
                  <c:v>45776</c:v>
                </c:pt>
                <c:pt idx="438">
                  <c:v>45775</c:v>
                </c:pt>
                <c:pt idx="439">
                  <c:v>45774</c:v>
                </c:pt>
                <c:pt idx="440">
                  <c:v>45773</c:v>
                </c:pt>
                <c:pt idx="441">
                  <c:v>45772</c:v>
                </c:pt>
                <c:pt idx="442">
                  <c:v>45771</c:v>
                </c:pt>
                <c:pt idx="443">
                  <c:v>45770</c:v>
                </c:pt>
                <c:pt idx="444">
                  <c:v>45769</c:v>
                </c:pt>
                <c:pt idx="445">
                  <c:v>45768</c:v>
                </c:pt>
                <c:pt idx="446">
                  <c:v>45767</c:v>
                </c:pt>
                <c:pt idx="447">
                  <c:v>45766</c:v>
                </c:pt>
                <c:pt idx="448">
                  <c:v>45765</c:v>
                </c:pt>
                <c:pt idx="449">
                  <c:v>45764</c:v>
                </c:pt>
                <c:pt idx="450">
                  <c:v>45763</c:v>
                </c:pt>
                <c:pt idx="451">
                  <c:v>45762</c:v>
                </c:pt>
                <c:pt idx="452">
                  <c:v>45761</c:v>
                </c:pt>
                <c:pt idx="453">
                  <c:v>45760</c:v>
                </c:pt>
                <c:pt idx="454">
                  <c:v>45759</c:v>
                </c:pt>
                <c:pt idx="455">
                  <c:v>45758</c:v>
                </c:pt>
                <c:pt idx="456">
                  <c:v>45757</c:v>
                </c:pt>
                <c:pt idx="457">
                  <c:v>45756</c:v>
                </c:pt>
                <c:pt idx="458">
                  <c:v>45755</c:v>
                </c:pt>
                <c:pt idx="459">
                  <c:v>45754</c:v>
                </c:pt>
                <c:pt idx="460">
                  <c:v>45753</c:v>
                </c:pt>
                <c:pt idx="461">
                  <c:v>45752</c:v>
                </c:pt>
                <c:pt idx="462">
                  <c:v>45751</c:v>
                </c:pt>
                <c:pt idx="463">
                  <c:v>45750</c:v>
                </c:pt>
                <c:pt idx="464">
                  <c:v>45749</c:v>
                </c:pt>
                <c:pt idx="465">
                  <c:v>45748</c:v>
                </c:pt>
                <c:pt idx="466">
                  <c:v>45747</c:v>
                </c:pt>
                <c:pt idx="467">
                  <c:v>45746</c:v>
                </c:pt>
                <c:pt idx="468">
                  <c:v>45745</c:v>
                </c:pt>
                <c:pt idx="469">
                  <c:v>45744</c:v>
                </c:pt>
                <c:pt idx="470">
                  <c:v>45743</c:v>
                </c:pt>
                <c:pt idx="471">
                  <c:v>45742</c:v>
                </c:pt>
                <c:pt idx="472">
                  <c:v>45741</c:v>
                </c:pt>
                <c:pt idx="473">
                  <c:v>45740</c:v>
                </c:pt>
                <c:pt idx="474">
                  <c:v>45739</c:v>
                </c:pt>
                <c:pt idx="475">
                  <c:v>45738</c:v>
                </c:pt>
                <c:pt idx="476">
                  <c:v>45737</c:v>
                </c:pt>
                <c:pt idx="477">
                  <c:v>45736</c:v>
                </c:pt>
                <c:pt idx="478">
                  <c:v>45735</c:v>
                </c:pt>
                <c:pt idx="479">
                  <c:v>45734</c:v>
                </c:pt>
                <c:pt idx="480">
                  <c:v>45733</c:v>
                </c:pt>
                <c:pt idx="481">
                  <c:v>45732</c:v>
                </c:pt>
                <c:pt idx="482">
                  <c:v>45731</c:v>
                </c:pt>
                <c:pt idx="483">
                  <c:v>45730</c:v>
                </c:pt>
                <c:pt idx="484">
                  <c:v>45729</c:v>
                </c:pt>
                <c:pt idx="485">
                  <c:v>45728</c:v>
                </c:pt>
                <c:pt idx="486">
                  <c:v>45727</c:v>
                </c:pt>
                <c:pt idx="487">
                  <c:v>45726</c:v>
                </c:pt>
                <c:pt idx="488">
                  <c:v>45725</c:v>
                </c:pt>
                <c:pt idx="489">
                  <c:v>45724</c:v>
                </c:pt>
                <c:pt idx="490">
                  <c:v>45723</c:v>
                </c:pt>
                <c:pt idx="491">
                  <c:v>45722</c:v>
                </c:pt>
                <c:pt idx="492">
                  <c:v>45721</c:v>
                </c:pt>
                <c:pt idx="493">
                  <c:v>45720</c:v>
                </c:pt>
                <c:pt idx="494">
                  <c:v>45719</c:v>
                </c:pt>
                <c:pt idx="495">
                  <c:v>45718</c:v>
                </c:pt>
                <c:pt idx="496">
                  <c:v>45717</c:v>
                </c:pt>
                <c:pt idx="497">
                  <c:v>45716</c:v>
                </c:pt>
                <c:pt idx="498">
                  <c:v>45715</c:v>
                </c:pt>
                <c:pt idx="499">
                  <c:v>45714</c:v>
                </c:pt>
                <c:pt idx="500">
                  <c:v>45713</c:v>
                </c:pt>
                <c:pt idx="501">
                  <c:v>45712</c:v>
                </c:pt>
                <c:pt idx="502">
                  <c:v>45711</c:v>
                </c:pt>
                <c:pt idx="503">
                  <c:v>45710</c:v>
                </c:pt>
                <c:pt idx="504">
                  <c:v>45709</c:v>
                </c:pt>
                <c:pt idx="505">
                  <c:v>45708</c:v>
                </c:pt>
                <c:pt idx="506">
                  <c:v>45707</c:v>
                </c:pt>
                <c:pt idx="507">
                  <c:v>45706</c:v>
                </c:pt>
                <c:pt idx="508">
                  <c:v>45705</c:v>
                </c:pt>
                <c:pt idx="509">
                  <c:v>45704</c:v>
                </c:pt>
                <c:pt idx="510">
                  <c:v>45703</c:v>
                </c:pt>
                <c:pt idx="511">
                  <c:v>45702</c:v>
                </c:pt>
                <c:pt idx="512">
                  <c:v>45701</c:v>
                </c:pt>
                <c:pt idx="513">
                  <c:v>45700</c:v>
                </c:pt>
                <c:pt idx="514">
                  <c:v>45699</c:v>
                </c:pt>
                <c:pt idx="515">
                  <c:v>45698</c:v>
                </c:pt>
                <c:pt idx="516">
                  <c:v>45697</c:v>
                </c:pt>
                <c:pt idx="517">
                  <c:v>45696</c:v>
                </c:pt>
                <c:pt idx="518">
                  <c:v>45695</c:v>
                </c:pt>
                <c:pt idx="519">
                  <c:v>45694</c:v>
                </c:pt>
                <c:pt idx="520">
                  <c:v>45693</c:v>
                </c:pt>
                <c:pt idx="521">
                  <c:v>45692</c:v>
                </c:pt>
                <c:pt idx="522">
                  <c:v>45691</c:v>
                </c:pt>
                <c:pt idx="523">
                  <c:v>45690</c:v>
                </c:pt>
                <c:pt idx="524">
                  <c:v>45689</c:v>
                </c:pt>
                <c:pt idx="525">
                  <c:v>45688</c:v>
                </c:pt>
                <c:pt idx="526">
                  <c:v>45687</c:v>
                </c:pt>
                <c:pt idx="527">
                  <c:v>45686</c:v>
                </c:pt>
                <c:pt idx="528">
                  <c:v>45685</c:v>
                </c:pt>
                <c:pt idx="529">
                  <c:v>45684</c:v>
                </c:pt>
                <c:pt idx="530">
                  <c:v>45683</c:v>
                </c:pt>
                <c:pt idx="531">
                  <c:v>45682</c:v>
                </c:pt>
                <c:pt idx="532">
                  <c:v>45681</c:v>
                </c:pt>
                <c:pt idx="533">
                  <c:v>45680</c:v>
                </c:pt>
                <c:pt idx="534">
                  <c:v>45679</c:v>
                </c:pt>
                <c:pt idx="535">
                  <c:v>45678</c:v>
                </c:pt>
                <c:pt idx="536">
                  <c:v>45677</c:v>
                </c:pt>
                <c:pt idx="537">
                  <c:v>45676</c:v>
                </c:pt>
                <c:pt idx="538">
                  <c:v>45675</c:v>
                </c:pt>
                <c:pt idx="539">
                  <c:v>45674</c:v>
                </c:pt>
                <c:pt idx="540">
                  <c:v>45673</c:v>
                </c:pt>
                <c:pt idx="541">
                  <c:v>45672</c:v>
                </c:pt>
                <c:pt idx="542">
                  <c:v>45671</c:v>
                </c:pt>
                <c:pt idx="543">
                  <c:v>45670</c:v>
                </c:pt>
                <c:pt idx="544">
                  <c:v>45669</c:v>
                </c:pt>
                <c:pt idx="545">
                  <c:v>45668</c:v>
                </c:pt>
                <c:pt idx="546">
                  <c:v>45667</c:v>
                </c:pt>
                <c:pt idx="547">
                  <c:v>45666</c:v>
                </c:pt>
                <c:pt idx="548">
                  <c:v>45665</c:v>
                </c:pt>
                <c:pt idx="549">
                  <c:v>45664</c:v>
                </c:pt>
                <c:pt idx="550">
                  <c:v>45663</c:v>
                </c:pt>
                <c:pt idx="551">
                  <c:v>45662</c:v>
                </c:pt>
                <c:pt idx="552">
                  <c:v>45661</c:v>
                </c:pt>
                <c:pt idx="553">
                  <c:v>45660</c:v>
                </c:pt>
                <c:pt idx="554">
                  <c:v>45659</c:v>
                </c:pt>
                <c:pt idx="555">
                  <c:v>45658</c:v>
                </c:pt>
                <c:pt idx="556">
                  <c:v>45657</c:v>
                </c:pt>
                <c:pt idx="557">
                  <c:v>45656</c:v>
                </c:pt>
                <c:pt idx="558">
                  <c:v>45655</c:v>
                </c:pt>
                <c:pt idx="559">
                  <c:v>45654</c:v>
                </c:pt>
                <c:pt idx="560">
                  <c:v>45653</c:v>
                </c:pt>
                <c:pt idx="561">
                  <c:v>45652</c:v>
                </c:pt>
                <c:pt idx="562">
                  <c:v>45651</c:v>
                </c:pt>
                <c:pt idx="563">
                  <c:v>45650</c:v>
                </c:pt>
                <c:pt idx="564">
                  <c:v>45649</c:v>
                </c:pt>
                <c:pt idx="565">
                  <c:v>45648</c:v>
                </c:pt>
                <c:pt idx="566">
                  <c:v>45647</c:v>
                </c:pt>
                <c:pt idx="567">
                  <c:v>45646</c:v>
                </c:pt>
                <c:pt idx="568">
                  <c:v>45645</c:v>
                </c:pt>
                <c:pt idx="569">
                  <c:v>45644</c:v>
                </c:pt>
                <c:pt idx="570">
                  <c:v>45643</c:v>
                </c:pt>
                <c:pt idx="571">
                  <c:v>45642</c:v>
                </c:pt>
                <c:pt idx="572">
                  <c:v>45641</c:v>
                </c:pt>
                <c:pt idx="573">
                  <c:v>45640</c:v>
                </c:pt>
                <c:pt idx="574">
                  <c:v>45639</c:v>
                </c:pt>
                <c:pt idx="575">
                  <c:v>45638</c:v>
                </c:pt>
                <c:pt idx="576">
                  <c:v>45637</c:v>
                </c:pt>
                <c:pt idx="577">
                  <c:v>45636</c:v>
                </c:pt>
                <c:pt idx="578">
                  <c:v>45635</c:v>
                </c:pt>
                <c:pt idx="579">
                  <c:v>45634</c:v>
                </c:pt>
                <c:pt idx="580">
                  <c:v>45633</c:v>
                </c:pt>
                <c:pt idx="581">
                  <c:v>45632</c:v>
                </c:pt>
                <c:pt idx="582">
                  <c:v>45631</c:v>
                </c:pt>
                <c:pt idx="583">
                  <c:v>45630</c:v>
                </c:pt>
                <c:pt idx="584">
                  <c:v>45629</c:v>
                </c:pt>
                <c:pt idx="585">
                  <c:v>45628</c:v>
                </c:pt>
                <c:pt idx="586">
                  <c:v>45627</c:v>
                </c:pt>
                <c:pt idx="587">
                  <c:v>45626</c:v>
                </c:pt>
                <c:pt idx="588">
                  <c:v>45625</c:v>
                </c:pt>
                <c:pt idx="589">
                  <c:v>45624</c:v>
                </c:pt>
                <c:pt idx="590">
                  <c:v>45623</c:v>
                </c:pt>
                <c:pt idx="591">
                  <c:v>45622</c:v>
                </c:pt>
                <c:pt idx="592">
                  <c:v>45621</c:v>
                </c:pt>
                <c:pt idx="593">
                  <c:v>45620</c:v>
                </c:pt>
                <c:pt idx="594">
                  <c:v>45619</c:v>
                </c:pt>
                <c:pt idx="595">
                  <c:v>45618</c:v>
                </c:pt>
                <c:pt idx="596">
                  <c:v>45617</c:v>
                </c:pt>
                <c:pt idx="597">
                  <c:v>45616</c:v>
                </c:pt>
                <c:pt idx="598">
                  <c:v>45615</c:v>
                </c:pt>
                <c:pt idx="599">
                  <c:v>45614</c:v>
                </c:pt>
                <c:pt idx="600">
                  <c:v>45613</c:v>
                </c:pt>
                <c:pt idx="601">
                  <c:v>45612</c:v>
                </c:pt>
                <c:pt idx="602">
                  <c:v>45611</c:v>
                </c:pt>
                <c:pt idx="603">
                  <c:v>45610</c:v>
                </c:pt>
                <c:pt idx="604">
                  <c:v>45609</c:v>
                </c:pt>
                <c:pt idx="605">
                  <c:v>45608</c:v>
                </c:pt>
                <c:pt idx="606">
                  <c:v>45607</c:v>
                </c:pt>
                <c:pt idx="607">
                  <c:v>45606</c:v>
                </c:pt>
                <c:pt idx="608">
                  <c:v>45605</c:v>
                </c:pt>
                <c:pt idx="609">
                  <c:v>45604</c:v>
                </c:pt>
                <c:pt idx="610">
                  <c:v>45603</c:v>
                </c:pt>
                <c:pt idx="611">
                  <c:v>45602</c:v>
                </c:pt>
                <c:pt idx="612">
                  <c:v>45601</c:v>
                </c:pt>
                <c:pt idx="613">
                  <c:v>45600</c:v>
                </c:pt>
                <c:pt idx="614">
                  <c:v>45599</c:v>
                </c:pt>
                <c:pt idx="615">
                  <c:v>45598</c:v>
                </c:pt>
                <c:pt idx="616">
                  <c:v>45597</c:v>
                </c:pt>
                <c:pt idx="617">
                  <c:v>45596</c:v>
                </c:pt>
                <c:pt idx="618">
                  <c:v>45595</c:v>
                </c:pt>
                <c:pt idx="619">
                  <c:v>45594</c:v>
                </c:pt>
                <c:pt idx="620">
                  <c:v>45593</c:v>
                </c:pt>
                <c:pt idx="621">
                  <c:v>45592</c:v>
                </c:pt>
                <c:pt idx="622">
                  <c:v>45591</c:v>
                </c:pt>
                <c:pt idx="623">
                  <c:v>45590</c:v>
                </c:pt>
                <c:pt idx="624">
                  <c:v>45589</c:v>
                </c:pt>
                <c:pt idx="625">
                  <c:v>45588</c:v>
                </c:pt>
                <c:pt idx="626">
                  <c:v>45587</c:v>
                </c:pt>
                <c:pt idx="627">
                  <c:v>45586</c:v>
                </c:pt>
                <c:pt idx="628">
                  <c:v>45585</c:v>
                </c:pt>
                <c:pt idx="629">
                  <c:v>45584</c:v>
                </c:pt>
                <c:pt idx="630">
                  <c:v>45583</c:v>
                </c:pt>
                <c:pt idx="631">
                  <c:v>45582</c:v>
                </c:pt>
                <c:pt idx="632">
                  <c:v>45581</c:v>
                </c:pt>
                <c:pt idx="633">
                  <c:v>45580</c:v>
                </c:pt>
                <c:pt idx="634">
                  <c:v>45579</c:v>
                </c:pt>
                <c:pt idx="635">
                  <c:v>45578</c:v>
                </c:pt>
                <c:pt idx="636">
                  <c:v>45577</c:v>
                </c:pt>
                <c:pt idx="637">
                  <c:v>45576</c:v>
                </c:pt>
                <c:pt idx="638">
                  <c:v>45575</c:v>
                </c:pt>
                <c:pt idx="639">
                  <c:v>45574</c:v>
                </c:pt>
                <c:pt idx="640">
                  <c:v>45573</c:v>
                </c:pt>
                <c:pt idx="641">
                  <c:v>45572</c:v>
                </c:pt>
                <c:pt idx="642">
                  <c:v>45571</c:v>
                </c:pt>
                <c:pt idx="643">
                  <c:v>45570</c:v>
                </c:pt>
                <c:pt idx="644">
                  <c:v>45569</c:v>
                </c:pt>
                <c:pt idx="645">
                  <c:v>45568</c:v>
                </c:pt>
                <c:pt idx="646">
                  <c:v>45567</c:v>
                </c:pt>
                <c:pt idx="647">
                  <c:v>45566</c:v>
                </c:pt>
                <c:pt idx="648">
                  <c:v>45565</c:v>
                </c:pt>
                <c:pt idx="649">
                  <c:v>45564</c:v>
                </c:pt>
                <c:pt idx="650">
                  <c:v>45563</c:v>
                </c:pt>
                <c:pt idx="651">
                  <c:v>45562</c:v>
                </c:pt>
                <c:pt idx="652">
                  <c:v>45561</c:v>
                </c:pt>
                <c:pt idx="653">
                  <c:v>45560</c:v>
                </c:pt>
                <c:pt idx="654">
                  <c:v>45559</c:v>
                </c:pt>
                <c:pt idx="655">
                  <c:v>45558</c:v>
                </c:pt>
                <c:pt idx="656">
                  <c:v>45557</c:v>
                </c:pt>
                <c:pt idx="657">
                  <c:v>45556</c:v>
                </c:pt>
                <c:pt idx="658">
                  <c:v>45555</c:v>
                </c:pt>
                <c:pt idx="659">
                  <c:v>45554</c:v>
                </c:pt>
                <c:pt idx="660">
                  <c:v>45553</c:v>
                </c:pt>
                <c:pt idx="661">
                  <c:v>45552</c:v>
                </c:pt>
                <c:pt idx="662">
                  <c:v>45551</c:v>
                </c:pt>
                <c:pt idx="663">
                  <c:v>45550</c:v>
                </c:pt>
                <c:pt idx="664">
                  <c:v>45549</c:v>
                </c:pt>
                <c:pt idx="665">
                  <c:v>45548</c:v>
                </c:pt>
                <c:pt idx="666">
                  <c:v>45547</c:v>
                </c:pt>
                <c:pt idx="667">
                  <c:v>45546</c:v>
                </c:pt>
                <c:pt idx="668">
                  <c:v>45545</c:v>
                </c:pt>
                <c:pt idx="669">
                  <c:v>45544</c:v>
                </c:pt>
                <c:pt idx="670">
                  <c:v>45543</c:v>
                </c:pt>
                <c:pt idx="671">
                  <c:v>45542</c:v>
                </c:pt>
                <c:pt idx="672">
                  <c:v>45541</c:v>
                </c:pt>
                <c:pt idx="673">
                  <c:v>45540</c:v>
                </c:pt>
                <c:pt idx="674">
                  <c:v>45539</c:v>
                </c:pt>
                <c:pt idx="675">
                  <c:v>45538</c:v>
                </c:pt>
                <c:pt idx="676">
                  <c:v>45537</c:v>
                </c:pt>
                <c:pt idx="677">
                  <c:v>45536</c:v>
                </c:pt>
                <c:pt idx="678">
                  <c:v>45535</c:v>
                </c:pt>
                <c:pt idx="679">
                  <c:v>45534</c:v>
                </c:pt>
                <c:pt idx="680">
                  <c:v>45533</c:v>
                </c:pt>
                <c:pt idx="681">
                  <c:v>45532</c:v>
                </c:pt>
                <c:pt idx="682">
                  <c:v>45531</c:v>
                </c:pt>
                <c:pt idx="683">
                  <c:v>45530</c:v>
                </c:pt>
                <c:pt idx="684">
                  <c:v>45529</c:v>
                </c:pt>
                <c:pt idx="685">
                  <c:v>45528</c:v>
                </c:pt>
                <c:pt idx="686">
                  <c:v>45527</c:v>
                </c:pt>
                <c:pt idx="687">
                  <c:v>45526</c:v>
                </c:pt>
                <c:pt idx="688">
                  <c:v>45525</c:v>
                </c:pt>
                <c:pt idx="689">
                  <c:v>45524</c:v>
                </c:pt>
                <c:pt idx="690">
                  <c:v>45523</c:v>
                </c:pt>
                <c:pt idx="691">
                  <c:v>45522</c:v>
                </c:pt>
                <c:pt idx="692">
                  <c:v>45521</c:v>
                </c:pt>
                <c:pt idx="693">
                  <c:v>45520</c:v>
                </c:pt>
                <c:pt idx="694">
                  <c:v>45519</c:v>
                </c:pt>
                <c:pt idx="695">
                  <c:v>45518</c:v>
                </c:pt>
                <c:pt idx="696">
                  <c:v>45517</c:v>
                </c:pt>
                <c:pt idx="697">
                  <c:v>45516</c:v>
                </c:pt>
                <c:pt idx="698">
                  <c:v>45515</c:v>
                </c:pt>
                <c:pt idx="699">
                  <c:v>45514</c:v>
                </c:pt>
                <c:pt idx="700">
                  <c:v>45513</c:v>
                </c:pt>
                <c:pt idx="701">
                  <c:v>45512</c:v>
                </c:pt>
                <c:pt idx="702">
                  <c:v>45511</c:v>
                </c:pt>
                <c:pt idx="703">
                  <c:v>45510</c:v>
                </c:pt>
                <c:pt idx="704">
                  <c:v>45509</c:v>
                </c:pt>
                <c:pt idx="705">
                  <c:v>45508</c:v>
                </c:pt>
                <c:pt idx="706">
                  <c:v>45507</c:v>
                </c:pt>
                <c:pt idx="707">
                  <c:v>45506</c:v>
                </c:pt>
                <c:pt idx="708">
                  <c:v>45505</c:v>
                </c:pt>
                <c:pt idx="709">
                  <c:v>45504</c:v>
                </c:pt>
                <c:pt idx="710">
                  <c:v>45503</c:v>
                </c:pt>
                <c:pt idx="711">
                  <c:v>45502</c:v>
                </c:pt>
                <c:pt idx="712">
                  <c:v>45501</c:v>
                </c:pt>
                <c:pt idx="713">
                  <c:v>45500</c:v>
                </c:pt>
                <c:pt idx="714">
                  <c:v>45499</c:v>
                </c:pt>
                <c:pt idx="715">
                  <c:v>45498</c:v>
                </c:pt>
                <c:pt idx="716">
                  <c:v>45497</c:v>
                </c:pt>
                <c:pt idx="717">
                  <c:v>45496</c:v>
                </c:pt>
                <c:pt idx="718">
                  <c:v>45495</c:v>
                </c:pt>
                <c:pt idx="719">
                  <c:v>45494</c:v>
                </c:pt>
                <c:pt idx="720">
                  <c:v>45493</c:v>
                </c:pt>
                <c:pt idx="721">
                  <c:v>45492</c:v>
                </c:pt>
                <c:pt idx="722">
                  <c:v>45491</c:v>
                </c:pt>
                <c:pt idx="723">
                  <c:v>45490</c:v>
                </c:pt>
                <c:pt idx="724">
                  <c:v>45489</c:v>
                </c:pt>
                <c:pt idx="725">
                  <c:v>45488</c:v>
                </c:pt>
                <c:pt idx="726">
                  <c:v>45487</c:v>
                </c:pt>
                <c:pt idx="727">
                  <c:v>45486</c:v>
                </c:pt>
                <c:pt idx="728">
                  <c:v>45485</c:v>
                </c:pt>
                <c:pt idx="729">
                  <c:v>45484</c:v>
                </c:pt>
                <c:pt idx="730">
                  <c:v>45483</c:v>
                </c:pt>
                <c:pt idx="731">
                  <c:v>45482</c:v>
                </c:pt>
                <c:pt idx="732">
                  <c:v>45481</c:v>
                </c:pt>
                <c:pt idx="733">
                  <c:v>45480</c:v>
                </c:pt>
                <c:pt idx="734">
                  <c:v>45479</c:v>
                </c:pt>
                <c:pt idx="735">
                  <c:v>45478</c:v>
                </c:pt>
                <c:pt idx="736">
                  <c:v>45477</c:v>
                </c:pt>
                <c:pt idx="737">
                  <c:v>45476</c:v>
                </c:pt>
                <c:pt idx="738">
                  <c:v>45475</c:v>
                </c:pt>
                <c:pt idx="739">
                  <c:v>45474</c:v>
                </c:pt>
                <c:pt idx="740">
                  <c:v>45473</c:v>
                </c:pt>
                <c:pt idx="741">
                  <c:v>45472</c:v>
                </c:pt>
                <c:pt idx="742">
                  <c:v>45471</c:v>
                </c:pt>
                <c:pt idx="743">
                  <c:v>45470</c:v>
                </c:pt>
                <c:pt idx="744">
                  <c:v>45469</c:v>
                </c:pt>
                <c:pt idx="745">
                  <c:v>45468</c:v>
                </c:pt>
                <c:pt idx="746">
                  <c:v>45467</c:v>
                </c:pt>
                <c:pt idx="747">
                  <c:v>45466</c:v>
                </c:pt>
                <c:pt idx="748">
                  <c:v>45465</c:v>
                </c:pt>
                <c:pt idx="749">
                  <c:v>45464</c:v>
                </c:pt>
                <c:pt idx="750">
                  <c:v>45463</c:v>
                </c:pt>
                <c:pt idx="751">
                  <c:v>45462</c:v>
                </c:pt>
                <c:pt idx="752">
                  <c:v>45461</c:v>
                </c:pt>
                <c:pt idx="753">
                  <c:v>45460</c:v>
                </c:pt>
                <c:pt idx="754">
                  <c:v>45459</c:v>
                </c:pt>
                <c:pt idx="755">
                  <c:v>45458</c:v>
                </c:pt>
                <c:pt idx="756">
                  <c:v>45457</c:v>
                </c:pt>
                <c:pt idx="757">
                  <c:v>45456</c:v>
                </c:pt>
                <c:pt idx="758">
                  <c:v>45455</c:v>
                </c:pt>
                <c:pt idx="759">
                  <c:v>45454</c:v>
                </c:pt>
                <c:pt idx="760">
                  <c:v>45453</c:v>
                </c:pt>
                <c:pt idx="761">
                  <c:v>45452</c:v>
                </c:pt>
                <c:pt idx="762">
                  <c:v>45451</c:v>
                </c:pt>
                <c:pt idx="763">
                  <c:v>45450</c:v>
                </c:pt>
                <c:pt idx="764">
                  <c:v>45449</c:v>
                </c:pt>
                <c:pt idx="765">
                  <c:v>45448</c:v>
                </c:pt>
                <c:pt idx="766">
                  <c:v>45447</c:v>
                </c:pt>
                <c:pt idx="767">
                  <c:v>45446</c:v>
                </c:pt>
                <c:pt idx="768">
                  <c:v>45445</c:v>
                </c:pt>
                <c:pt idx="769">
                  <c:v>45444</c:v>
                </c:pt>
                <c:pt idx="770">
                  <c:v>45443</c:v>
                </c:pt>
                <c:pt idx="771">
                  <c:v>45442</c:v>
                </c:pt>
                <c:pt idx="772">
                  <c:v>45441</c:v>
                </c:pt>
                <c:pt idx="773">
                  <c:v>45440</c:v>
                </c:pt>
                <c:pt idx="774">
                  <c:v>45439</c:v>
                </c:pt>
                <c:pt idx="775">
                  <c:v>45438</c:v>
                </c:pt>
                <c:pt idx="776">
                  <c:v>45437</c:v>
                </c:pt>
                <c:pt idx="777">
                  <c:v>45436</c:v>
                </c:pt>
                <c:pt idx="778">
                  <c:v>45435</c:v>
                </c:pt>
                <c:pt idx="779">
                  <c:v>45434</c:v>
                </c:pt>
                <c:pt idx="780">
                  <c:v>45433</c:v>
                </c:pt>
                <c:pt idx="781">
                  <c:v>45432</c:v>
                </c:pt>
                <c:pt idx="782">
                  <c:v>45431</c:v>
                </c:pt>
                <c:pt idx="783">
                  <c:v>45430</c:v>
                </c:pt>
                <c:pt idx="784">
                  <c:v>45429</c:v>
                </c:pt>
                <c:pt idx="785">
                  <c:v>45428</c:v>
                </c:pt>
                <c:pt idx="786">
                  <c:v>45427</c:v>
                </c:pt>
                <c:pt idx="787">
                  <c:v>45426</c:v>
                </c:pt>
                <c:pt idx="788">
                  <c:v>45425</c:v>
                </c:pt>
                <c:pt idx="789">
                  <c:v>45424</c:v>
                </c:pt>
                <c:pt idx="790">
                  <c:v>45423</c:v>
                </c:pt>
                <c:pt idx="791">
                  <c:v>45422</c:v>
                </c:pt>
                <c:pt idx="792">
                  <c:v>45421</c:v>
                </c:pt>
                <c:pt idx="793">
                  <c:v>45420</c:v>
                </c:pt>
                <c:pt idx="794">
                  <c:v>45419</c:v>
                </c:pt>
                <c:pt idx="795">
                  <c:v>45418</c:v>
                </c:pt>
                <c:pt idx="796">
                  <c:v>45417</c:v>
                </c:pt>
                <c:pt idx="797">
                  <c:v>45416</c:v>
                </c:pt>
                <c:pt idx="798">
                  <c:v>45415</c:v>
                </c:pt>
                <c:pt idx="799">
                  <c:v>45414</c:v>
                </c:pt>
                <c:pt idx="800">
                  <c:v>45413</c:v>
                </c:pt>
                <c:pt idx="801">
                  <c:v>45412</c:v>
                </c:pt>
                <c:pt idx="802">
                  <c:v>45411</c:v>
                </c:pt>
                <c:pt idx="803">
                  <c:v>45410</c:v>
                </c:pt>
                <c:pt idx="804">
                  <c:v>45409</c:v>
                </c:pt>
                <c:pt idx="805">
                  <c:v>45408</c:v>
                </c:pt>
                <c:pt idx="806">
                  <c:v>45407</c:v>
                </c:pt>
                <c:pt idx="807">
                  <c:v>45406</c:v>
                </c:pt>
                <c:pt idx="808">
                  <c:v>45405</c:v>
                </c:pt>
                <c:pt idx="809">
                  <c:v>45404</c:v>
                </c:pt>
                <c:pt idx="810">
                  <c:v>45403</c:v>
                </c:pt>
                <c:pt idx="811">
                  <c:v>45402</c:v>
                </c:pt>
                <c:pt idx="812">
                  <c:v>45401</c:v>
                </c:pt>
                <c:pt idx="813">
                  <c:v>45400</c:v>
                </c:pt>
                <c:pt idx="814">
                  <c:v>45399</c:v>
                </c:pt>
                <c:pt idx="815">
                  <c:v>45398</c:v>
                </c:pt>
                <c:pt idx="816">
                  <c:v>45397</c:v>
                </c:pt>
                <c:pt idx="817">
                  <c:v>45396</c:v>
                </c:pt>
                <c:pt idx="818">
                  <c:v>45395</c:v>
                </c:pt>
                <c:pt idx="819">
                  <c:v>45394</c:v>
                </c:pt>
                <c:pt idx="820">
                  <c:v>45393</c:v>
                </c:pt>
                <c:pt idx="821">
                  <c:v>45392</c:v>
                </c:pt>
                <c:pt idx="822">
                  <c:v>45391</c:v>
                </c:pt>
                <c:pt idx="823">
                  <c:v>45390</c:v>
                </c:pt>
                <c:pt idx="824">
                  <c:v>45389</c:v>
                </c:pt>
                <c:pt idx="825">
                  <c:v>45388</c:v>
                </c:pt>
                <c:pt idx="826">
                  <c:v>45387</c:v>
                </c:pt>
                <c:pt idx="827">
                  <c:v>45386</c:v>
                </c:pt>
                <c:pt idx="828">
                  <c:v>45385</c:v>
                </c:pt>
                <c:pt idx="829">
                  <c:v>45384</c:v>
                </c:pt>
                <c:pt idx="830">
                  <c:v>45383</c:v>
                </c:pt>
                <c:pt idx="831">
                  <c:v>45382</c:v>
                </c:pt>
                <c:pt idx="832">
                  <c:v>45381</c:v>
                </c:pt>
                <c:pt idx="833">
                  <c:v>45380</c:v>
                </c:pt>
                <c:pt idx="834">
                  <c:v>45379</c:v>
                </c:pt>
                <c:pt idx="835">
                  <c:v>45378</c:v>
                </c:pt>
                <c:pt idx="836">
                  <c:v>45377</c:v>
                </c:pt>
                <c:pt idx="837">
                  <c:v>45376</c:v>
                </c:pt>
                <c:pt idx="838">
                  <c:v>45375</c:v>
                </c:pt>
                <c:pt idx="839">
                  <c:v>45374</c:v>
                </c:pt>
                <c:pt idx="840">
                  <c:v>45373</c:v>
                </c:pt>
                <c:pt idx="841">
                  <c:v>45372</c:v>
                </c:pt>
                <c:pt idx="842">
                  <c:v>45371</c:v>
                </c:pt>
                <c:pt idx="843">
                  <c:v>45370</c:v>
                </c:pt>
                <c:pt idx="844">
                  <c:v>45369</c:v>
                </c:pt>
                <c:pt idx="845">
                  <c:v>45368</c:v>
                </c:pt>
                <c:pt idx="846">
                  <c:v>45367</c:v>
                </c:pt>
                <c:pt idx="847">
                  <c:v>45366</c:v>
                </c:pt>
                <c:pt idx="848">
                  <c:v>45365</c:v>
                </c:pt>
                <c:pt idx="849">
                  <c:v>45364</c:v>
                </c:pt>
                <c:pt idx="850">
                  <c:v>45363</c:v>
                </c:pt>
                <c:pt idx="851">
                  <c:v>45362</c:v>
                </c:pt>
                <c:pt idx="852">
                  <c:v>45361</c:v>
                </c:pt>
                <c:pt idx="853">
                  <c:v>45360</c:v>
                </c:pt>
                <c:pt idx="854">
                  <c:v>45359</c:v>
                </c:pt>
                <c:pt idx="855">
                  <c:v>45358</c:v>
                </c:pt>
                <c:pt idx="856">
                  <c:v>45357</c:v>
                </c:pt>
                <c:pt idx="857">
                  <c:v>45356</c:v>
                </c:pt>
                <c:pt idx="858">
                  <c:v>45355</c:v>
                </c:pt>
                <c:pt idx="859">
                  <c:v>45354</c:v>
                </c:pt>
                <c:pt idx="860">
                  <c:v>45353</c:v>
                </c:pt>
                <c:pt idx="861">
                  <c:v>45352</c:v>
                </c:pt>
                <c:pt idx="862">
                  <c:v>45351</c:v>
                </c:pt>
                <c:pt idx="863">
                  <c:v>45350</c:v>
                </c:pt>
                <c:pt idx="864">
                  <c:v>45349</c:v>
                </c:pt>
                <c:pt idx="865">
                  <c:v>45348</c:v>
                </c:pt>
                <c:pt idx="866">
                  <c:v>45347</c:v>
                </c:pt>
                <c:pt idx="867">
                  <c:v>45346</c:v>
                </c:pt>
                <c:pt idx="868">
                  <c:v>45345</c:v>
                </c:pt>
                <c:pt idx="869">
                  <c:v>45344</c:v>
                </c:pt>
                <c:pt idx="870">
                  <c:v>45343</c:v>
                </c:pt>
                <c:pt idx="871">
                  <c:v>45342</c:v>
                </c:pt>
                <c:pt idx="872">
                  <c:v>45341</c:v>
                </c:pt>
                <c:pt idx="873">
                  <c:v>45340</c:v>
                </c:pt>
                <c:pt idx="874">
                  <c:v>45339</c:v>
                </c:pt>
                <c:pt idx="875">
                  <c:v>45338</c:v>
                </c:pt>
                <c:pt idx="876">
                  <c:v>45337</c:v>
                </c:pt>
                <c:pt idx="877">
                  <c:v>45336</c:v>
                </c:pt>
                <c:pt idx="878">
                  <c:v>45335</c:v>
                </c:pt>
                <c:pt idx="879">
                  <c:v>45334</c:v>
                </c:pt>
                <c:pt idx="880">
                  <c:v>45333</c:v>
                </c:pt>
                <c:pt idx="881">
                  <c:v>45332</c:v>
                </c:pt>
                <c:pt idx="882">
                  <c:v>45331</c:v>
                </c:pt>
                <c:pt idx="883">
                  <c:v>45330</c:v>
                </c:pt>
                <c:pt idx="884">
                  <c:v>45329</c:v>
                </c:pt>
                <c:pt idx="885">
                  <c:v>45328</c:v>
                </c:pt>
                <c:pt idx="886">
                  <c:v>45327</c:v>
                </c:pt>
                <c:pt idx="887">
                  <c:v>45326</c:v>
                </c:pt>
                <c:pt idx="888">
                  <c:v>45325</c:v>
                </c:pt>
                <c:pt idx="889">
                  <c:v>45324</c:v>
                </c:pt>
                <c:pt idx="890">
                  <c:v>45323</c:v>
                </c:pt>
                <c:pt idx="891">
                  <c:v>45322</c:v>
                </c:pt>
                <c:pt idx="892">
                  <c:v>45321</c:v>
                </c:pt>
                <c:pt idx="893">
                  <c:v>45320</c:v>
                </c:pt>
                <c:pt idx="894">
                  <c:v>45319</c:v>
                </c:pt>
                <c:pt idx="895">
                  <c:v>45318</c:v>
                </c:pt>
                <c:pt idx="896">
                  <c:v>45317</c:v>
                </c:pt>
                <c:pt idx="897">
                  <c:v>45316</c:v>
                </c:pt>
                <c:pt idx="898">
                  <c:v>45315</c:v>
                </c:pt>
                <c:pt idx="899">
                  <c:v>45314</c:v>
                </c:pt>
                <c:pt idx="900">
                  <c:v>45313</c:v>
                </c:pt>
                <c:pt idx="901">
                  <c:v>45312</c:v>
                </c:pt>
                <c:pt idx="902">
                  <c:v>45311</c:v>
                </c:pt>
                <c:pt idx="903">
                  <c:v>45310</c:v>
                </c:pt>
                <c:pt idx="904">
                  <c:v>45309</c:v>
                </c:pt>
                <c:pt idx="905">
                  <c:v>45308</c:v>
                </c:pt>
                <c:pt idx="906">
                  <c:v>45307</c:v>
                </c:pt>
                <c:pt idx="907">
                  <c:v>45306</c:v>
                </c:pt>
                <c:pt idx="908">
                  <c:v>45305</c:v>
                </c:pt>
                <c:pt idx="909">
                  <c:v>45304</c:v>
                </c:pt>
                <c:pt idx="910">
                  <c:v>45303</c:v>
                </c:pt>
                <c:pt idx="911">
                  <c:v>45302</c:v>
                </c:pt>
                <c:pt idx="912">
                  <c:v>45301</c:v>
                </c:pt>
                <c:pt idx="913">
                  <c:v>45300</c:v>
                </c:pt>
                <c:pt idx="914">
                  <c:v>45299</c:v>
                </c:pt>
                <c:pt idx="915">
                  <c:v>45298</c:v>
                </c:pt>
                <c:pt idx="916">
                  <c:v>45297</c:v>
                </c:pt>
                <c:pt idx="917">
                  <c:v>45296</c:v>
                </c:pt>
                <c:pt idx="918">
                  <c:v>45295</c:v>
                </c:pt>
                <c:pt idx="919">
                  <c:v>45294</c:v>
                </c:pt>
                <c:pt idx="920">
                  <c:v>45293</c:v>
                </c:pt>
                <c:pt idx="921">
                  <c:v>45292</c:v>
                </c:pt>
                <c:pt idx="922">
                  <c:v>45291</c:v>
                </c:pt>
                <c:pt idx="923">
                  <c:v>45290</c:v>
                </c:pt>
                <c:pt idx="924">
                  <c:v>45289</c:v>
                </c:pt>
                <c:pt idx="925">
                  <c:v>45288</c:v>
                </c:pt>
                <c:pt idx="926">
                  <c:v>45287</c:v>
                </c:pt>
                <c:pt idx="927">
                  <c:v>45286</c:v>
                </c:pt>
                <c:pt idx="928">
                  <c:v>45285</c:v>
                </c:pt>
                <c:pt idx="929">
                  <c:v>45284</c:v>
                </c:pt>
                <c:pt idx="930">
                  <c:v>45283</c:v>
                </c:pt>
                <c:pt idx="931">
                  <c:v>45282</c:v>
                </c:pt>
                <c:pt idx="932">
                  <c:v>45281</c:v>
                </c:pt>
                <c:pt idx="933">
                  <c:v>45280</c:v>
                </c:pt>
                <c:pt idx="934">
                  <c:v>45279</c:v>
                </c:pt>
                <c:pt idx="935">
                  <c:v>45278</c:v>
                </c:pt>
                <c:pt idx="936">
                  <c:v>45277</c:v>
                </c:pt>
                <c:pt idx="937">
                  <c:v>45276</c:v>
                </c:pt>
                <c:pt idx="938">
                  <c:v>45275</c:v>
                </c:pt>
                <c:pt idx="939">
                  <c:v>45274</c:v>
                </c:pt>
                <c:pt idx="940">
                  <c:v>45273</c:v>
                </c:pt>
                <c:pt idx="941">
                  <c:v>45272</c:v>
                </c:pt>
                <c:pt idx="942">
                  <c:v>45271</c:v>
                </c:pt>
                <c:pt idx="943">
                  <c:v>45270</c:v>
                </c:pt>
                <c:pt idx="944">
                  <c:v>45269</c:v>
                </c:pt>
                <c:pt idx="945">
                  <c:v>45268</c:v>
                </c:pt>
                <c:pt idx="946">
                  <c:v>45267</c:v>
                </c:pt>
                <c:pt idx="947">
                  <c:v>45266</c:v>
                </c:pt>
                <c:pt idx="948">
                  <c:v>45265</c:v>
                </c:pt>
                <c:pt idx="949">
                  <c:v>45264</c:v>
                </c:pt>
                <c:pt idx="950">
                  <c:v>45263</c:v>
                </c:pt>
                <c:pt idx="951">
                  <c:v>45262</c:v>
                </c:pt>
                <c:pt idx="952">
                  <c:v>45261</c:v>
                </c:pt>
                <c:pt idx="953">
                  <c:v>45260</c:v>
                </c:pt>
                <c:pt idx="954">
                  <c:v>45259</c:v>
                </c:pt>
                <c:pt idx="955">
                  <c:v>45258</c:v>
                </c:pt>
                <c:pt idx="956">
                  <c:v>45257</c:v>
                </c:pt>
                <c:pt idx="957">
                  <c:v>45256</c:v>
                </c:pt>
                <c:pt idx="958">
                  <c:v>45255</c:v>
                </c:pt>
                <c:pt idx="959">
                  <c:v>45254</c:v>
                </c:pt>
                <c:pt idx="960">
                  <c:v>45253</c:v>
                </c:pt>
                <c:pt idx="961">
                  <c:v>45252</c:v>
                </c:pt>
                <c:pt idx="962">
                  <c:v>45251</c:v>
                </c:pt>
                <c:pt idx="963">
                  <c:v>45250</c:v>
                </c:pt>
                <c:pt idx="964">
                  <c:v>45249</c:v>
                </c:pt>
                <c:pt idx="965">
                  <c:v>45248</c:v>
                </c:pt>
                <c:pt idx="966">
                  <c:v>45247</c:v>
                </c:pt>
                <c:pt idx="967">
                  <c:v>45246</c:v>
                </c:pt>
                <c:pt idx="968">
                  <c:v>45245</c:v>
                </c:pt>
                <c:pt idx="969">
                  <c:v>45244</c:v>
                </c:pt>
                <c:pt idx="970">
                  <c:v>45243</c:v>
                </c:pt>
                <c:pt idx="971">
                  <c:v>45242</c:v>
                </c:pt>
                <c:pt idx="972">
                  <c:v>45241</c:v>
                </c:pt>
                <c:pt idx="973">
                  <c:v>45240</c:v>
                </c:pt>
                <c:pt idx="974">
                  <c:v>45239</c:v>
                </c:pt>
                <c:pt idx="975">
                  <c:v>45238</c:v>
                </c:pt>
                <c:pt idx="976">
                  <c:v>45237</c:v>
                </c:pt>
                <c:pt idx="977">
                  <c:v>45236</c:v>
                </c:pt>
                <c:pt idx="978">
                  <c:v>45235</c:v>
                </c:pt>
                <c:pt idx="979">
                  <c:v>45234</c:v>
                </c:pt>
                <c:pt idx="980">
                  <c:v>45233</c:v>
                </c:pt>
                <c:pt idx="981">
                  <c:v>45232</c:v>
                </c:pt>
                <c:pt idx="982">
                  <c:v>45231</c:v>
                </c:pt>
                <c:pt idx="983">
                  <c:v>45230</c:v>
                </c:pt>
                <c:pt idx="984">
                  <c:v>45229</c:v>
                </c:pt>
                <c:pt idx="985">
                  <c:v>45228</c:v>
                </c:pt>
                <c:pt idx="986">
                  <c:v>45227</c:v>
                </c:pt>
                <c:pt idx="987">
                  <c:v>45226</c:v>
                </c:pt>
                <c:pt idx="988">
                  <c:v>45225</c:v>
                </c:pt>
                <c:pt idx="989">
                  <c:v>45224</c:v>
                </c:pt>
                <c:pt idx="990">
                  <c:v>45223</c:v>
                </c:pt>
                <c:pt idx="991">
                  <c:v>45222</c:v>
                </c:pt>
                <c:pt idx="992">
                  <c:v>45221</c:v>
                </c:pt>
                <c:pt idx="993">
                  <c:v>45220</c:v>
                </c:pt>
                <c:pt idx="994">
                  <c:v>45219</c:v>
                </c:pt>
                <c:pt idx="995">
                  <c:v>45218</c:v>
                </c:pt>
                <c:pt idx="996">
                  <c:v>45217</c:v>
                </c:pt>
                <c:pt idx="997">
                  <c:v>45216</c:v>
                </c:pt>
                <c:pt idx="998">
                  <c:v>45215</c:v>
                </c:pt>
                <c:pt idx="999">
                  <c:v>45214</c:v>
                </c:pt>
                <c:pt idx="1000">
                  <c:v>45213</c:v>
                </c:pt>
                <c:pt idx="1001">
                  <c:v>45212</c:v>
                </c:pt>
                <c:pt idx="1002">
                  <c:v>45211</c:v>
                </c:pt>
                <c:pt idx="1003">
                  <c:v>45210</c:v>
                </c:pt>
                <c:pt idx="1004">
                  <c:v>45209</c:v>
                </c:pt>
                <c:pt idx="1005">
                  <c:v>45208</c:v>
                </c:pt>
                <c:pt idx="1006">
                  <c:v>45207</c:v>
                </c:pt>
                <c:pt idx="1007">
                  <c:v>45206</c:v>
                </c:pt>
                <c:pt idx="1008">
                  <c:v>45205</c:v>
                </c:pt>
                <c:pt idx="1009">
                  <c:v>45204</c:v>
                </c:pt>
                <c:pt idx="1010">
                  <c:v>45203</c:v>
                </c:pt>
                <c:pt idx="1011">
                  <c:v>45202</c:v>
                </c:pt>
                <c:pt idx="1012">
                  <c:v>45201</c:v>
                </c:pt>
                <c:pt idx="1013">
                  <c:v>45200</c:v>
                </c:pt>
                <c:pt idx="1014">
                  <c:v>45199</c:v>
                </c:pt>
                <c:pt idx="1015">
                  <c:v>45198</c:v>
                </c:pt>
                <c:pt idx="1016">
                  <c:v>45197</c:v>
                </c:pt>
                <c:pt idx="1017">
                  <c:v>45196</c:v>
                </c:pt>
                <c:pt idx="1018">
                  <c:v>45195</c:v>
                </c:pt>
                <c:pt idx="1019">
                  <c:v>45194</c:v>
                </c:pt>
                <c:pt idx="1020">
                  <c:v>45193</c:v>
                </c:pt>
                <c:pt idx="1021">
                  <c:v>45192</c:v>
                </c:pt>
                <c:pt idx="1022">
                  <c:v>45191</c:v>
                </c:pt>
                <c:pt idx="1023">
                  <c:v>45190</c:v>
                </c:pt>
                <c:pt idx="1024">
                  <c:v>45189</c:v>
                </c:pt>
                <c:pt idx="1025">
                  <c:v>45188</c:v>
                </c:pt>
                <c:pt idx="1026">
                  <c:v>45187</c:v>
                </c:pt>
                <c:pt idx="1027">
                  <c:v>45186</c:v>
                </c:pt>
                <c:pt idx="1028">
                  <c:v>45185</c:v>
                </c:pt>
                <c:pt idx="1029">
                  <c:v>45184</c:v>
                </c:pt>
                <c:pt idx="1030">
                  <c:v>45183</c:v>
                </c:pt>
                <c:pt idx="1031">
                  <c:v>45182</c:v>
                </c:pt>
                <c:pt idx="1032">
                  <c:v>45181</c:v>
                </c:pt>
                <c:pt idx="1033">
                  <c:v>45180</c:v>
                </c:pt>
                <c:pt idx="1034">
                  <c:v>45179</c:v>
                </c:pt>
                <c:pt idx="1035">
                  <c:v>45178</c:v>
                </c:pt>
                <c:pt idx="1036">
                  <c:v>45177</c:v>
                </c:pt>
                <c:pt idx="1037">
                  <c:v>45176</c:v>
                </c:pt>
                <c:pt idx="1038">
                  <c:v>45175</c:v>
                </c:pt>
                <c:pt idx="1039">
                  <c:v>45174</c:v>
                </c:pt>
                <c:pt idx="1040">
                  <c:v>45173</c:v>
                </c:pt>
                <c:pt idx="1041">
                  <c:v>45172</c:v>
                </c:pt>
                <c:pt idx="1042">
                  <c:v>45171</c:v>
                </c:pt>
                <c:pt idx="1043">
                  <c:v>45170</c:v>
                </c:pt>
                <c:pt idx="1044">
                  <c:v>45169</c:v>
                </c:pt>
                <c:pt idx="1045">
                  <c:v>45168</c:v>
                </c:pt>
                <c:pt idx="1046">
                  <c:v>45167</c:v>
                </c:pt>
                <c:pt idx="1047">
                  <c:v>45166</c:v>
                </c:pt>
                <c:pt idx="1048">
                  <c:v>45165</c:v>
                </c:pt>
                <c:pt idx="1049">
                  <c:v>45164</c:v>
                </c:pt>
                <c:pt idx="1050">
                  <c:v>45163</c:v>
                </c:pt>
                <c:pt idx="1051">
                  <c:v>45162</c:v>
                </c:pt>
                <c:pt idx="1052">
                  <c:v>45161</c:v>
                </c:pt>
                <c:pt idx="1053">
                  <c:v>45160</c:v>
                </c:pt>
                <c:pt idx="1054">
                  <c:v>45159</c:v>
                </c:pt>
                <c:pt idx="1055">
                  <c:v>45158</c:v>
                </c:pt>
                <c:pt idx="1056">
                  <c:v>45157</c:v>
                </c:pt>
                <c:pt idx="1057">
                  <c:v>45156</c:v>
                </c:pt>
                <c:pt idx="1058">
                  <c:v>45155</c:v>
                </c:pt>
                <c:pt idx="1059">
                  <c:v>45154</c:v>
                </c:pt>
                <c:pt idx="1060">
                  <c:v>45153</c:v>
                </c:pt>
                <c:pt idx="1061">
                  <c:v>45152</c:v>
                </c:pt>
                <c:pt idx="1062">
                  <c:v>45151</c:v>
                </c:pt>
                <c:pt idx="1063">
                  <c:v>45150</c:v>
                </c:pt>
                <c:pt idx="1064">
                  <c:v>45149</c:v>
                </c:pt>
                <c:pt idx="1065">
                  <c:v>45148</c:v>
                </c:pt>
                <c:pt idx="1066">
                  <c:v>45147</c:v>
                </c:pt>
                <c:pt idx="1067">
                  <c:v>45146</c:v>
                </c:pt>
                <c:pt idx="1068">
                  <c:v>45145</c:v>
                </c:pt>
                <c:pt idx="1069">
                  <c:v>45144</c:v>
                </c:pt>
                <c:pt idx="1070">
                  <c:v>45143</c:v>
                </c:pt>
                <c:pt idx="1071">
                  <c:v>45142</c:v>
                </c:pt>
                <c:pt idx="1072">
                  <c:v>45141</c:v>
                </c:pt>
                <c:pt idx="1073">
                  <c:v>45140</c:v>
                </c:pt>
                <c:pt idx="1074">
                  <c:v>45139</c:v>
                </c:pt>
                <c:pt idx="1075">
                  <c:v>45138</c:v>
                </c:pt>
                <c:pt idx="1076">
                  <c:v>45137</c:v>
                </c:pt>
                <c:pt idx="1077">
                  <c:v>45136</c:v>
                </c:pt>
                <c:pt idx="1078">
                  <c:v>45135</c:v>
                </c:pt>
                <c:pt idx="1079">
                  <c:v>45134</c:v>
                </c:pt>
                <c:pt idx="1080">
                  <c:v>45133</c:v>
                </c:pt>
                <c:pt idx="1081">
                  <c:v>45132</c:v>
                </c:pt>
                <c:pt idx="1082">
                  <c:v>45131</c:v>
                </c:pt>
                <c:pt idx="1083">
                  <c:v>45130</c:v>
                </c:pt>
                <c:pt idx="1084">
                  <c:v>45129</c:v>
                </c:pt>
                <c:pt idx="1085">
                  <c:v>45128</c:v>
                </c:pt>
                <c:pt idx="1086">
                  <c:v>45127</c:v>
                </c:pt>
                <c:pt idx="1087">
                  <c:v>45126</c:v>
                </c:pt>
                <c:pt idx="1088">
                  <c:v>45125</c:v>
                </c:pt>
                <c:pt idx="1089">
                  <c:v>45124</c:v>
                </c:pt>
                <c:pt idx="1090">
                  <c:v>45123</c:v>
                </c:pt>
                <c:pt idx="1091">
                  <c:v>45122</c:v>
                </c:pt>
                <c:pt idx="1092">
                  <c:v>45121</c:v>
                </c:pt>
                <c:pt idx="1093">
                  <c:v>45120</c:v>
                </c:pt>
                <c:pt idx="1094">
                  <c:v>45119</c:v>
                </c:pt>
                <c:pt idx="1095">
                  <c:v>45118</c:v>
                </c:pt>
                <c:pt idx="1096">
                  <c:v>45117</c:v>
                </c:pt>
                <c:pt idx="1097">
                  <c:v>45116</c:v>
                </c:pt>
                <c:pt idx="1098">
                  <c:v>45115</c:v>
                </c:pt>
                <c:pt idx="1099">
                  <c:v>45114</c:v>
                </c:pt>
                <c:pt idx="1100">
                  <c:v>45113</c:v>
                </c:pt>
                <c:pt idx="1101">
                  <c:v>45112</c:v>
                </c:pt>
                <c:pt idx="1102">
                  <c:v>45111</c:v>
                </c:pt>
                <c:pt idx="1103">
                  <c:v>45110</c:v>
                </c:pt>
                <c:pt idx="1104">
                  <c:v>45109</c:v>
                </c:pt>
                <c:pt idx="1105">
                  <c:v>45108</c:v>
                </c:pt>
                <c:pt idx="1106">
                  <c:v>45107</c:v>
                </c:pt>
                <c:pt idx="1107">
                  <c:v>45106</c:v>
                </c:pt>
                <c:pt idx="1108">
                  <c:v>45105</c:v>
                </c:pt>
                <c:pt idx="1109">
                  <c:v>45104</c:v>
                </c:pt>
                <c:pt idx="1110">
                  <c:v>45103</c:v>
                </c:pt>
                <c:pt idx="1111">
                  <c:v>45102</c:v>
                </c:pt>
                <c:pt idx="1112">
                  <c:v>45101</c:v>
                </c:pt>
                <c:pt idx="1113">
                  <c:v>45100</c:v>
                </c:pt>
                <c:pt idx="1114">
                  <c:v>45099</c:v>
                </c:pt>
                <c:pt idx="1115">
                  <c:v>45098</c:v>
                </c:pt>
                <c:pt idx="1116">
                  <c:v>45097</c:v>
                </c:pt>
                <c:pt idx="1117">
                  <c:v>45096</c:v>
                </c:pt>
                <c:pt idx="1118">
                  <c:v>45095</c:v>
                </c:pt>
                <c:pt idx="1119">
                  <c:v>45094</c:v>
                </c:pt>
                <c:pt idx="1120">
                  <c:v>45093</c:v>
                </c:pt>
                <c:pt idx="1121">
                  <c:v>45092</c:v>
                </c:pt>
                <c:pt idx="1122">
                  <c:v>45091</c:v>
                </c:pt>
                <c:pt idx="1123">
                  <c:v>45090</c:v>
                </c:pt>
                <c:pt idx="1124">
                  <c:v>45089</c:v>
                </c:pt>
                <c:pt idx="1125">
                  <c:v>45088</c:v>
                </c:pt>
                <c:pt idx="1126">
                  <c:v>45087</c:v>
                </c:pt>
                <c:pt idx="1127">
                  <c:v>45086</c:v>
                </c:pt>
                <c:pt idx="1128">
                  <c:v>45085</c:v>
                </c:pt>
                <c:pt idx="1129">
                  <c:v>45084</c:v>
                </c:pt>
                <c:pt idx="1130">
                  <c:v>45083</c:v>
                </c:pt>
                <c:pt idx="1131">
                  <c:v>45082</c:v>
                </c:pt>
                <c:pt idx="1132">
                  <c:v>45081</c:v>
                </c:pt>
                <c:pt idx="1133">
                  <c:v>45080</c:v>
                </c:pt>
                <c:pt idx="1134">
                  <c:v>45079</c:v>
                </c:pt>
                <c:pt idx="1135">
                  <c:v>45078</c:v>
                </c:pt>
                <c:pt idx="1136">
                  <c:v>45077</c:v>
                </c:pt>
                <c:pt idx="1137">
                  <c:v>45076</c:v>
                </c:pt>
                <c:pt idx="1138">
                  <c:v>45075</c:v>
                </c:pt>
                <c:pt idx="1139">
                  <c:v>45074</c:v>
                </c:pt>
                <c:pt idx="1140">
                  <c:v>45073</c:v>
                </c:pt>
                <c:pt idx="1141">
                  <c:v>45072</c:v>
                </c:pt>
                <c:pt idx="1142">
                  <c:v>45071</c:v>
                </c:pt>
                <c:pt idx="1143">
                  <c:v>45070</c:v>
                </c:pt>
                <c:pt idx="1144">
                  <c:v>45069</c:v>
                </c:pt>
                <c:pt idx="1145">
                  <c:v>45068</c:v>
                </c:pt>
                <c:pt idx="1146">
                  <c:v>45067</c:v>
                </c:pt>
                <c:pt idx="1147">
                  <c:v>45066</c:v>
                </c:pt>
                <c:pt idx="1148">
                  <c:v>45065</c:v>
                </c:pt>
                <c:pt idx="1149">
                  <c:v>45064</c:v>
                </c:pt>
                <c:pt idx="1150">
                  <c:v>45063</c:v>
                </c:pt>
                <c:pt idx="1151">
                  <c:v>45062</c:v>
                </c:pt>
                <c:pt idx="1152">
                  <c:v>45061</c:v>
                </c:pt>
                <c:pt idx="1153">
                  <c:v>45060</c:v>
                </c:pt>
                <c:pt idx="1154">
                  <c:v>45059</c:v>
                </c:pt>
                <c:pt idx="1155">
                  <c:v>45058</c:v>
                </c:pt>
                <c:pt idx="1156">
                  <c:v>45057</c:v>
                </c:pt>
                <c:pt idx="1157">
                  <c:v>45056</c:v>
                </c:pt>
                <c:pt idx="1158">
                  <c:v>45055</c:v>
                </c:pt>
                <c:pt idx="1159">
                  <c:v>45054</c:v>
                </c:pt>
                <c:pt idx="1160">
                  <c:v>45053</c:v>
                </c:pt>
                <c:pt idx="1161">
                  <c:v>45052</c:v>
                </c:pt>
                <c:pt idx="1162">
                  <c:v>45051</c:v>
                </c:pt>
                <c:pt idx="1163">
                  <c:v>45050</c:v>
                </c:pt>
                <c:pt idx="1164">
                  <c:v>45049</c:v>
                </c:pt>
                <c:pt idx="1165">
                  <c:v>45048</c:v>
                </c:pt>
                <c:pt idx="1166">
                  <c:v>45047</c:v>
                </c:pt>
                <c:pt idx="1167">
                  <c:v>45046</c:v>
                </c:pt>
                <c:pt idx="1168">
                  <c:v>45045</c:v>
                </c:pt>
                <c:pt idx="1169">
                  <c:v>45044</c:v>
                </c:pt>
                <c:pt idx="1170">
                  <c:v>45043</c:v>
                </c:pt>
                <c:pt idx="1171">
                  <c:v>45042</c:v>
                </c:pt>
                <c:pt idx="1172">
                  <c:v>45041</c:v>
                </c:pt>
                <c:pt idx="1173">
                  <c:v>45040</c:v>
                </c:pt>
                <c:pt idx="1174">
                  <c:v>45039</c:v>
                </c:pt>
                <c:pt idx="1175">
                  <c:v>45038</c:v>
                </c:pt>
                <c:pt idx="1176">
                  <c:v>45037</c:v>
                </c:pt>
                <c:pt idx="1177">
                  <c:v>45036</c:v>
                </c:pt>
                <c:pt idx="1178">
                  <c:v>45035</c:v>
                </c:pt>
                <c:pt idx="1179">
                  <c:v>45034</c:v>
                </c:pt>
                <c:pt idx="1180">
                  <c:v>45033</c:v>
                </c:pt>
                <c:pt idx="1181">
                  <c:v>45032</c:v>
                </c:pt>
                <c:pt idx="1182">
                  <c:v>45031</c:v>
                </c:pt>
                <c:pt idx="1183">
                  <c:v>45030</c:v>
                </c:pt>
                <c:pt idx="1184">
                  <c:v>45029</c:v>
                </c:pt>
                <c:pt idx="1185">
                  <c:v>45028</c:v>
                </c:pt>
                <c:pt idx="1186">
                  <c:v>45027</c:v>
                </c:pt>
                <c:pt idx="1187">
                  <c:v>45026</c:v>
                </c:pt>
                <c:pt idx="1188">
                  <c:v>45025</c:v>
                </c:pt>
                <c:pt idx="1189">
                  <c:v>45024</c:v>
                </c:pt>
                <c:pt idx="1190">
                  <c:v>45023</c:v>
                </c:pt>
                <c:pt idx="1191">
                  <c:v>45022</c:v>
                </c:pt>
                <c:pt idx="1192">
                  <c:v>45021</c:v>
                </c:pt>
                <c:pt idx="1193">
                  <c:v>45020</c:v>
                </c:pt>
                <c:pt idx="1194">
                  <c:v>45019</c:v>
                </c:pt>
                <c:pt idx="1195">
                  <c:v>45018</c:v>
                </c:pt>
                <c:pt idx="1196">
                  <c:v>45017</c:v>
                </c:pt>
                <c:pt idx="1197">
                  <c:v>45016</c:v>
                </c:pt>
                <c:pt idx="1198">
                  <c:v>45015</c:v>
                </c:pt>
                <c:pt idx="1199">
                  <c:v>45014</c:v>
                </c:pt>
                <c:pt idx="1200">
                  <c:v>45013</c:v>
                </c:pt>
                <c:pt idx="1201">
                  <c:v>45012</c:v>
                </c:pt>
                <c:pt idx="1202">
                  <c:v>45011</c:v>
                </c:pt>
                <c:pt idx="1203">
                  <c:v>45010</c:v>
                </c:pt>
                <c:pt idx="1204">
                  <c:v>45009</c:v>
                </c:pt>
                <c:pt idx="1205">
                  <c:v>45008</c:v>
                </c:pt>
                <c:pt idx="1206">
                  <c:v>45007</c:v>
                </c:pt>
                <c:pt idx="1207">
                  <c:v>45006</c:v>
                </c:pt>
                <c:pt idx="1208">
                  <c:v>45005</c:v>
                </c:pt>
                <c:pt idx="1209">
                  <c:v>45004</c:v>
                </c:pt>
                <c:pt idx="1210">
                  <c:v>45003</c:v>
                </c:pt>
                <c:pt idx="1211">
                  <c:v>45002</c:v>
                </c:pt>
                <c:pt idx="1212">
                  <c:v>45001</c:v>
                </c:pt>
                <c:pt idx="1213">
                  <c:v>45000</c:v>
                </c:pt>
                <c:pt idx="1214">
                  <c:v>44999</c:v>
                </c:pt>
                <c:pt idx="1215">
                  <c:v>44998</c:v>
                </c:pt>
                <c:pt idx="1216">
                  <c:v>44997</c:v>
                </c:pt>
                <c:pt idx="1217">
                  <c:v>44996</c:v>
                </c:pt>
                <c:pt idx="1218">
                  <c:v>44995</c:v>
                </c:pt>
                <c:pt idx="1219">
                  <c:v>44994</c:v>
                </c:pt>
                <c:pt idx="1220">
                  <c:v>44993</c:v>
                </c:pt>
                <c:pt idx="1221">
                  <c:v>44992</c:v>
                </c:pt>
                <c:pt idx="1222">
                  <c:v>44991</c:v>
                </c:pt>
                <c:pt idx="1223">
                  <c:v>44990</c:v>
                </c:pt>
                <c:pt idx="1224">
                  <c:v>44989</c:v>
                </c:pt>
                <c:pt idx="1225">
                  <c:v>44988</c:v>
                </c:pt>
                <c:pt idx="1226">
                  <c:v>44987</c:v>
                </c:pt>
                <c:pt idx="1227">
                  <c:v>44986</c:v>
                </c:pt>
                <c:pt idx="1228">
                  <c:v>44985</c:v>
                </c:pt>
                <c:pt idx="1229">
                  <c:v>44984</c:v>
                </c:pt>
                <c:pt idx="1230">
                  <c:v>44983</c:v>
                </c:pt>
                <c:pt idx="1231">
                  <c:v>44982</c:v>
                </c:pt>
                <c:pt idx="1232">
                  <c:v>44981</c:v>
                </c:pt>
                <c:pt idx="1233">
                  <c:v>44980</c:v>
                </c:pt>
                <c:pt idx="1234">
                  <c:v>44979</c:v>
                </c:pt>
                <c:pt idx="1235">
                  <c:v>44978</c:v>
                </c:pt>
                <c:pt idx="1236">
                  <c:v>44977</c:v>
                </c:pt>
                <c:pt idx="1237">
                  <c:v>44976</c:v>
                </c:pt>
                <c:pt idx="1238">
                  <c:v>44975</c:v>
                </c:pt>
                <c:pt idx="1239">
                  <c:v>44974</c:v>
                </c:pt>
                <c:pt idx="1240">
                  <c:v>44973</c:v>
                </c:pt>
                <c:pt idx="1241">
                  <c:v>44972</c:v>
                </c:pt>
                <c:pt idx="1242">
                  <c:v>44971</c:v>
                </c:pt>
                <c:pt idx="1243">
                  <c:v>44970</c:v>
                </c:pt>
                <c:pt idx="1244">
                  <c:v>44969</c:v>
                </c:pt>
                <c:pt idx="1245">
                  <c:v>44968</c:v>
                </c:pt>
                <c:pt idx="1246">
                  <c:v>44967</c:v>
                </c:pt>
                <c:pt idx="1247">
                  <c:v>44966</c:v>
                </c:pt>
                <c:pt idx="1248">
                  <c:v>44965</c:v>
                </c:pt>
                <c:pt idx="1249">
                  <c:v>44964</c:v>
                </c:pt>
                <c:pt idx="1250">
                  <c:v>44963</c:v>
                </c:pt>
                <c:pt idx="1251">
                  <c:v>44962</c:v>
                </c:pt>
                <c:pt idx="1252">
                  <c:v>44961</c:v>
                </c:pt>
                <c:pt idx="1253">
                  <c:v>44960</c:v>
                </c:pt>
                <c:pt idx="1254">
                  <c:v>44959</c:v>
                </c:pt>
                <c:pt idx="1255">
                  <c:v>44958</c:v>
                </c:pt>
                <c:pt idx="1256">
                  <c:v>44957</c:v>
                </c:pt>
                <c:pt idx="1257">
                  <c:v>44956</c:v>
                </c:pt>
                <c:pt idx="1258">
                  <c:v>44955</c:v>
                </c:pt>
                <c:pt idx="1259">
                  <c:v>44954</c:v>
                </c:pt>
                <c:pt idx="1260">
                  <c:v>44953</c:v>
                </c:pt>
                <c:pt idx="1261">
                  <c:v>44952</c:v>
                </c:pt>
                <c:pt idx="1262">
                  <c:v>44951</c:v>
                </c:pt>
                <c:pt idx="1263">
                  <c:v>44950</c:v>
                </c:pt>
                <c:pt idx="1264">
                  <c:v>44949</c:v>
                </c:pt>
                <c:pt idx="1265">
                  <c:v>44948</c:v>
                </c:pt>
                <c:pt idx="1266">
                  <c:v>44947</c:v>
                </c:pt>
                <c:pt idx="1267">
                  <c:v>44946</c:v>
                </c:pt>
                <c:pt idx="1268">
                  <c:v>44945</c:v>
                </c:pt>
                <c:pt idx="1269">
                  <c:v>44944</c:v>
                </c:pt>
                <c:pt idx="1270">
                  <c:v>44943</c:v>
                </c:pt>
                <c:pt idx="1271">
                  <c:v>44942</c:v>
                </c:pt>
                <c:pt idx="1272">
                  <c:v>44941</c:v>
                </c:pt>
                <c:pt idx="1273">
                  <c:v>44940</c:v>
                </c:pt>
                <c:pt idx="1274">
                  <c:v>44939</c:v>
                </c:pt>
                <c:pt idx="1275">
                  <c:v>44938</c:v>
                </c:pt>
                <c:pt idx="1276">
                  <c:v>44937</c:v>
                </c:pt>
                <c:pt idx="1277">
                  <c:v>44936</c:v>
                </c:pt>
                <c:pt idx="1278">
                  <c:v>44935</c:v>
                </c:pt>
                <c:pt idx="1279">
                  <c:v>44934</c:v>
                </c:pt>
                <c:pt idx="1280">
                  <c:v>44933</c:v>
                </c:pt>
                <c:pt idx="1281">
                  <c:v>44932</c:v>
                </c:pt>
                <c:pt idx="1282">
                  <c:v>44931</c:v>
                </c:pt>
                <c:pt idx="1283">
                  <c:v>44930</c:v>
                </c:pt>
                <c:pt idx="1284">
                  <c:v>44929</c:v>
                </c:pt>
                <c:pt idx="1285">
                  <c:v>44928</c:v>
                </c:pt>
                <c:pt idx="1286">
                  <c:v>44927</c:v>
                </c:pt>
                <c:pt idx="1287">
                  <c:v>44926</c:v>
                </c:pt>
                <c:pt idx="1288">
                  <c:v>44925</c:v>
                </c:pt>
                <c:pt idx="1289">
                  <c:v>44924</c:v>
                </c:pt>
                <c:pt idx="1290">
                  <c:v>44923</c:v>
                </c:pt>
                <c:pt idx="1291">
                  <c:v>44922</c:v>
                </c:pt>
                <c:pt idx="1292">
                  <c:v>44921</c:v>
                </c:pt>
                <c:pt idx="1293">
                  <c:v>44920</c:v>
                </c:pt>
                <c:pt idx="1294">
                  <c:v>44919</c:v>
                </c:pt>
                <c:pt idx="1295">
                  <c:v>44918</c:v>
                </c:pt>
                <c:pt idx="1296">
                  <c:v>44917</c:v>
                </c:pt>
                <c:pt idx="1297">
                  <c:v>44916</c:v>
                </c:pt>
                <c:pt idx="1298">
                  <c:v>44915</c:v>
                </c:pt>
                <c:pt idx="1299">
                  <c:v>44914</c:v>
                </c:pt>
                <c:pt idx="1300">
                  <c:v>44913</c:v>
                </c:pt>
                <c:pt idx="1301">
                  <c:v>44912</c:v>
                </c:pt>
                <c:pt idx="1302">
                  <c:v>44911</c:v>
                </c:pt>
                <c:pt idx="1303">
                  <c:v>44910</c:v>
                </c:pt>
                <c:pt idx="1304">
                  <c:v>44909</c:v>
                </c:pt>
                <c:pt idx="1305">
                  <c:v>44908</c:v>
                </c:pt>
                <c:pt idx="1306">
                  <c:v>44907</c:v>
                </c:pt>
                <c:pt idx="1307">
                  <c:v>44906</c:v>
                </c:pt>
                <c:pt idx="1308">
                  <c:v>44905</c:v>
                </c:pt>
                <c:pt idx="1309">
                  <c:v>44904</c:v>
                </c:pt>
                <c:pt idx="1310">
                  <c:v>44903</c:v>
                </c:pt>
                <c:pt idx="1311">
                  <c:v>44902</c:v>
                </c:pt>
                <c:pt idx="1312">
                  <c:v>44901</c:v>
                </c:pt>
                <c:pt idx="1313">
                  <c:v>44900</c:v>
                </c:pt>
                <c:pt idx="1314">
                  <c:v>44899</c:v>
                </c:pt>
                <c:pt idx="1315">
                  <c:v>44898</c:v>
                </c:pt>
                <c:pt idx="1316">
                  <c:v>44897</c:v>
                </c:pt>
                <c:pt idx="1317">
                  <c:v>44896</c:v>
                </c:pt>
                <c:pt idx="1318">
                  <c:v>44895</c:v>
                </c:pt>
                <c:pt idx="1319">
                  <c:v>44894</c:v>
                </c:pt>
                <c:pt idx="1320">
                  <c:v>44893</c:v>
                </c:pt>
                <c:pt idx="1321">
                  <c:v>44892</c:v>
                </c:pt>
                <c:pt idx="1322">
                  <c:v>44891</c:v>
                </c:pt>
                <c:pt idx="1323">
                  <c:v>44890</c:v>
                </c:pt>
                <c:pt idx="1324">
                  <c:v>44889</c:v>
                </c:pt>
                <c:pt idx="1325">
                  <c:v>44888</c:v>
                </c:pt>
                <c:pt idx="1326">
                  <c:v>44887</c:v>
                </c:pt>
                <c:pt idx="1327">
                  <c:v>44886</c:v>
                </c:pt>
                <c:pt idx="1328">
                  <c:v>44885</c:v>
                </c:pt>
                <c:pt idx="1329">
                  <c:v>44884</c:v>
                </c:pt>
                <c:pt idx="1330">
                  <c:v>44883</c:v>
                </c:pt>
                <c:pt idx="1331">
                  <c:v>44882</c:v>
                </c:pt>
                <c:pt idx="1332">
                  <c:v>44881</c:v>
                </c:pt>
                <c:pt idx="1333">
                  <c:v>44880</c:v>
                </c:pt>
                <c:pt idx="1334">
                  <c:v>44879</c:v>
                </c:pt>
                <c:pt idx="1335">
                  <c:v>44878</c:v>
                </c:pt>
                <c:pt idx="1336">
                  <c:v>44877</c:v>
                </c:pt>
                <c:pt idx="1337">
                  <c:v>44876</c:v>
                </c:pt>
                <c:pt idx="1338">
                  <c:v>44875</c:v>
                </c:pt>
                <c:pt idx="1339">
                  <c:v>44874</c:v>
                </c:pt>
                <c:pt idx="1340">
                  <c:v>44873</c:v>
                </c:pt>
                <c:pt idx="1341">
                  <c:v>44872</c:v>
                </c:pt>
                <c:pt idx="1342">
                  <c:v>44871</c:v>
                </c:pt>
                <c:pt idx="1343">
                  <c:v>44870</c:v>
                </c:pt>
                <c:pt idx="1344">
                  <c:v>44869</c:v>
                </c:pt>
                <c:pt idx="1345">
                  <c:v>44868</c:v>
                </c:pt>
                <c:pt idx="1346">
                  <c:v>44867</c:v>
                </c:pt>
                <c:pt idx="1347">
                  <c:v>44866</c:v>
                </c:pt>
                <c:pt idx="1348">
                  <c:v>44865</c:v>
                </c:pt>
                <c:pt idx="1349">
                  <c:v>44864</c:v>
                </c:pt>
                <c:pt idx="1350">
                  <c:v>44863</c:v>
                </c:pt>
                <c:pt idx="1351">
                  <c:v>44862</c:v>
                </c:pt>
                <c:pt idx="1352">
                  <c:v>44861</c:v>
                </c:pt>
                <c:pt idx="1353">
                  <c:v>44860</c:v>
                </c:pt>
                <c:pt idx="1354">
                  <c:v>44859</c:v>
                </c:pt>
                <c:pt idx="1355">
                  <c:v>44858</c:v>
                </c:pt>
                <c:pt idx="1356">
                  <c:v>44857</c:v>
                </c:pt>
                <c:pt idx="1357">
                  <c:v>44856</c:v>
                </c:pt>
                <c:pt idx="1358">
                  <c:v>44855</c:v>
                </c:pt>
                <c:pt idx="1359">
                  <c:v>44854</c:v>
                </c:pt>
                <c:pt idx="1360">
                  <c:v>44853</c:v>
                </c:pt>
                <c:pt idx="1361">
                  <c:v>44852</c:v>
                </c:pt>
                <c:pt idx="1362">
                  <c:v>44851</c:v>
                </c:pt>
                <c:pt idx="1363">
                  <c:v>44850</c:v>
                </c:pt>
                <c:pt idx="1364">
                  <c:v>44849</c:v>
                </c:pt>
                <c:pt idx="1365">
                  <c:v>44848</c:v>
                </c:pt>
                <c:pt idx="1366">
                  <c:v>44847</c:v>
                </c:pt>
                <c:pt idx="1367">
                  <c:v>44846</c:v>
                </c:pt>
                <c:pt idx="1368">
                  <c:v>44845</c:v>
                </c:pt>
                <c:pt idx="1369">
                  <c:v>44844</c:v>
                </c:pt>
                <c:pt idx="1370">
                  <c:v>44843</c:v>
                </c:pt>
                <c:pt idx="1371">
                  <c:v>44842</c:v>
                </c:pt>
                <c:pt idx="1372">
                  <c:v>44841</c:v>
                </c:pt>
                <c:pt idx="1373">
                  <c:v>44840</c:v>
                </c:pt>
                <c:pt idx="1374">
                  <c:v>44839</c:v>
                </c:pt>
                <c:pt idx="1375">
                  <c:v>44838</c:v>
                </c:pt>
                <c:pt idx="1376">
                  <c:v>44837</c:v>
                </c:pt>
                <c:pt idx="1377">
                  <c:v>44836</c:v>
                </c:pt>
                <c:pt idx="1378">
                  <c:v>44835</c:v>
                </c:pt>
                <c:pt idx="1379">
                  <c:v>44834</c:v>
                </c:pt>
                <c:pt idx="1380">
                  <c:v>44833</c:v>
                </c:pt>
                <c:pt idx="1381">
                  <c:v>44832</c:v>
                </c:pt>
                <c:pt idx="1382">
                  <c:v>44831</c:v>
                </c:pt>
                <c:pt idx="1383">
                  <c:v>44830</c:v>
                </c:pt>
                <c:pt idx="1384">
                  <c:v>44829</c:v>
                </c:pt>
                <c:pt idx="1385">
                  <c:v>44828</c:v>
                </c:pt>
                <c:pt idx="1386">
                  <c:v>44827</c:v>
                </c:pt>
                <c:pt idx="1387">
                  <c:v>44826</c:v>
                </c:pt>
                <c:pt idx="1388">
                  <c:v>44825</c:v>
                </c:pt>
                <c:pt idx="1389">
                  <c:v>44824</c:v>
                </c:pt>
                <c:pt idx="1390">
                  <c:v>44823</c:v>
                </c:pt>
                <c:pt idx="1391">
                  <c:v>44822</c:v>
                </c:pt>
                <c:pt idx="1392">
                  <c:v>44821</c:v>
                </c:pt>
                <c:pt idx="1393">
                  <c:v>44820</c:v>
                </c:pt>
                <c:pt idx="1394">
                  <c:v>44819</c:v>
                </c:pt>
                <c:pt idx="1395">
                  <c:v>44818</c:v>
                </c:pt>
                <c:pt idx="1396">
                  <c:v>44817</c:v>
                </c:pt>
                <c:pt idx="1397">
                  <c:v>44816</c:v>
                </c:pt>
                <c:pt idx="1398">
                  <c:v>44815</c:v>
                </c:pt>
                <c:pt idx="1399">
                  <c:v>44814</c:v>
                </c:pt>
                <c:pt idx="1400">
                  <c:v>44813</c:v>
                </c:pt>
                <c:pt idx="1401">
                  <c:v>44812</c:v>
                </c:pt>
                <c:pt idx="1402">
                  <c:v>44811</c:v>
                </c:pt>
                <c:pt idx="1403">
                  <c:v>44810</c:v>
                </c:pt>
                <c:pt idx="1404">
                  <c:v>44809</c:v>
                </c:pt>
                <c:pt idx="1405">
                  <c:v>44808</c:v>
                </c:pt>
                <c:pt idx="1406">
                  <c:v>44807</c:v>
                </c:pt>
                <c:pt idx="1407">
                  <c:v>44806</c:v>
                </c:pt>
                <c:pt idx="1408">
                  <c:v>44805</c:v>
                </c:pt>
                <c:pt idx="1409">
                  <c:v>44804</c:v>
                </c:pt>
                <c:pt idx="1410">
                  <c:v>44803</c:v>
                </c:pt>
                <c:pt idx="1411">
                  <c:v>44802</c:v>
                </c:pt>
                <c:pt idx="1412">
                  <c:v>44801</c:v>
                </c:pt>
                <c:pt idx="1413">
                  <c:v>44800</c:v>
                </c:pt>
                <c:pt idx="1414">
                  <c:v>44799</c:v>
                </c:pt>
                <c:pt idx="1415">
                  <c:v>44798</c:v>
                </c:pt>
                <c:pt idx="1416">
                  <c:v>44797</c:v>
                </c:pt>
                <c:pt idx="1417">
                  <c:v>44796</c:v>
                </c:pt>
                <c:pt idx="1418">
                  <c:v>44795</c:v>
                </c:pt>
                <c:pt idx="1419">
                  <c:v>44794</c:v>
                </c:pt>
                <c:pt idx="1420">
                  <c:v>44793</c:v>
                </c:pt>
                <c:pt idx="1421">
                  <c:v>44792</c:v>
                </c:pt>
                <c:pt idx="1422">
                  <c:v>44791</c:v>
                </c:pt>
                <c:pt idx="1423">
                  <c:v>44790</c:v>
                </c:pt>
                <c:pt idx="1424">
                  <c:v>44789</c:v>
                </c:pt>
                <c:pt idx="1425">
                  <c:v>44788</c:v>
                </c:pt>
                <c:pt idx="1426">
                  <c:v>44787</c:v>
                </c:pt>
                <c:pt idx="1427">
                  <c:v>44786</c:v>
                </c:pt>
                <c:pt idx="1428">
                  <c:v>44785</c:v>
                </c:pt>
                <c:pt idx="1429">
                  <c:v>44784</c:v>
                </c:pt>
                <c:pt idx="1430">
                  <c:v>44783</c:v>
                </c:pt>
                <c:pt idx="1431">
                  <c:v>44782</c:v>
                </c:pt>
                <c:pt idx="1432">
                  <c:v>44781</c:v>
                </c:pt>
                <c:pt idx="1433">
                  <c:v>44780</c:v>
                </c:pt>
                <c:pt idx="1434">
                  <c:v>44779</c:v>
                </c:pt>
                <c:pt idx="1435">
                  <c:v>44778</c:v>
                </c:pt>
                <c:pt idx="1436">
                  <c:v>44777</c:v>
                </c:pt>
                <c:pt idx="1437">
                  <c:v>44776</c:v>
                </c:pt>
                <c:pt idx="1438">
                  <c:v>44775</c:v>
                </c:pt>
                <c:pt idx="1439">
                  <c:v>44774</c:v>
                </c:pt>
                <c:pt idx="1440">
                  <c:v>44773</c:v>
                </c:pt>
                <c:pt idx="1441">
                  <c:v>44772</c:v>
                </c:pt>
                <c:pt idx="1442">
                  <c:v>44771</c:v>
                </c:pt>
                <c:pt idx="1443">
                  <c:v>44770</c:v>
                </c:pt>
                <c:pt idx="1444">
                  <c:v>44769</c:v>
                </c:pt>
                <c:pt idx="1445">
                  <c:v>44768</c:v>
                </c:pt>
                <c:pt idx="1446">
                  <c:v>44767</c:v>
                </c:pt>
                <c:pt idx="1447">
                  <c:v>44766</c:v>
                </c:pt>
                <c:pt idx="1448">
                  <c:v>44765</c:v>
                </c:pt>
                <c:pt idx="1449">
                  <c:v>44764</c:v>
                </c:pt>
                <c:pt idx="1450">
                  <c:v>44763</c:v>
                </c:pt>
                <c:pt idx="1451">
                  <c:v>44762</c:v>
                </c:pt>
                <c:pt idx="1452">
                  <c:v>44761</c:v>
                </c:pt>
                <c:pt idx="1453">
                  <c:v>44760</c:v>
                </c:pt>
                <c:pt idx="1454">
                  <c:v>44759</c:v>
                </c:pt>
                <c:pt idx="1455">
                  <c:v>44758</c:v>
                </c:pt>
                <c:pt idx="1456">
                  <c:v>44757</c:v>
                </c:pt>
                <c:pt idx="1457">
                  <c:v>44756</c:v>
                </c:pt>
                <c:pt idx="1458">
                  <c:v>44755</c:v>
                </c:pt>
                <c:pt idx="1459">
                  <c:v>44754</c:v>
                </c:pt>
                <c:pt idx="1460">
                  <c:v>44753</c:v>
                </c:pt>
                <c:pt idx="1461">
                  <c:v>44752</c:v>
                </c:pt>
                <c:pt idx="1462">
                  <c:v>44751</c:v>
                </c:pt>
                <c:pt idx="1463">
                  <c:v>44750</c:v>
                </c:pt>
                <c:pt idx="1464">
                  <c:v>44749</c:v>
                </c:pt>
                <c:pt idx="1465">
                  <c:v>44748</c:v>
                </c:pt>
                <c:pt idx="1466">
                  <c:v>44747</c:v>
                </c:pt>
                <c:pt idx="1467">
                  <c:v>44746</c:v>
                </c:pt>
                <c:pt idx="1468">
                  <c:v>44745</c:v>
                </c:pt>
                <c:pt idx="1469">
                  <c:v>44744</c:v>
                </c:pt>
                <c:pt idx="1470">
                  <c:v>44743</c:v>
                </c:pt>
                <c:pt idx="1471">
                  <c:v>44742</c:v>
                </c:pt>
                <c:pt idx="1472">
                  <c:v>44741</c:v>
                </c:pt>
                <c:pt idx="1473">
                  <c:v>44740</c:v>
                </c:pt>
                <c:pt idx="1474">
                  <c:v>44739</c:v>
                </c:pt>
                <c:pt idx="1475">
                  <c:v>44738</c:v>
                </c:pt>
                <c:pt idx="1476">
                  <c:v>44737</c:v>
                </c:pt>
                <c:pt idx="1477">
                  <c:v>44736</c:v>
                </c:pt>
                <c:pt idx="1478">
                  <c:v>44735</c:v>
                </c:pt>
                <c:pt idx="1479">
                  <c:v>44734</c:v>
                </c:pt>
                <c:pt idx="1480">
                  <c:v>44733</c:v>
                </c:pt>
                <c:pt idx="1481">
                  <c:v>44732</c:v>
                </c:pt>
                <c:pt idx="1482">
                  <c:v>44731</c:v>
                </c:pt>
                <c:pt idx="1483">
                  <c:v>44730</c:v>
                </c:pt>
                <c:pt idx="1484">
                  <c:v>44729</c:v>
                </c:pt>
                <c:pt idx="1485">
                  <c:v>44728</c:v>
                </c:pt>
                <c:pt idx="1486">
                  <c:v>44727</c:v>
                </c:pt>
                <c:pt idx="1487">
                  <c:v>44726</c:v>
                </c:pt>
                <c:pt idx="1488">
                  <c:v>44725</c:v>
                </c:pt>
                <c:pt idx="1489">
                  <c:v>44724</c:v>
                </c:pt>
                <c:pt idx="1490">
                  <c:v>44723</c:v>
                </c:pt>
                <c:pt idx="1491">
                  <c:v>44722</c:v>
                </c:pt>
                <c:pt idx="1492">
                  <c:v>44721</c:v>
                </c:pt>
                <c:pt idx="1493">
                  <c:v>44720</c:v>
                </c:pt>
                <c:pt idx="1494">
                  <c:v>44719</c:v>
                </c:pt>
                <c:pt idx="1495">
                  <c:v>44718</c:v>
                </c:pt>
                <c:pt idx="1496">
                  <c:v>44717</c:v>
                </c:pt>
                <c:pt idx="1497">
                  <c:v>44716</c:v>
                </c:pt>
                <c:pt idx="1498">
                  <c:v>44715</c:v>
                </c:pt>
                <c:pt idx="1499">
                  <c:v>44714</c:v>
                </c:pt>
                <c:pt idx="1500">
                  <c:v>44713</c:v>
                </c:pt>
                <c:pt idx="1501">
                  <c:v>44712</c:v>
                </c:pt>
                <c:pt idx="1502">
                  <c:v>44711</c:v>
                </c:pt>
                <c:pt idx="1503">
                  <c:v>44710</c:v>
                </c:pt>
                <c:pt idx="1504">
                  <c:v>44709</c:v>
                </c:pt>
                <c:pt idx="1505">
                  <c:v>44708</c:v>
                </c:pt>
                <c:pt idx="1506">
                  <c:v>44707</c:v>
                </c:pt>
                <c:pt idx="1507">
                  <c:v>44706</c:v>
                </c:pt>
                <c:pt idx="1508">
                  <c:v>44705</c:v>
                </c:pt>
                <c:pt idx="1509">
                  <c:v>44704</c:v>
                </c:pt>
                <c:pt idx="1510">
                  <c:v>44703</c:v>
                </c:pt>
                <c:pt idx="1511">
                  <c:v>44702</c:v>
                </c:pt>
                <c:pt idx="1512">
                  <c:v>44701</c:v>
                </c:pt>
                <c:pt idx="1513">
                  <c:v>44700</c:v>
                </c:pt>
                <c:pt idx="1514">
                  <c:v>44699</c:v>
                </c:pt>
                <c:pt idx="1515">
                  <c:v>44698</c:v>
                </c:pt>
                <c:pt idx="1516">
                  <c:v>44697</c:v>
                </c:pt>
                <c:pt idx="1517">
                  <c:v>44696</c:v>
                </c:pt>
                <c:pt idx="1518">
                  <c:v>44695</c:v>
                </c:pt>
                <c:pt idx="1519">
                  <c:v>44694</c:v>
                </c:pt>
                <c:pt idx="1520">
                  <c:v>44693</c:v>
                </c:pt>
                <c:pt idx="1521">
                  <c:v>44692</c:v>
                </c:pt>
                <c:pt idx="1522">
                  <c:v>44691</c:v>
                </c:pt>
                <c:pt idx="1523">
                  <c:v>44690</c:v>
                </c:pt>
                <c:pt idx="1524">
                  <c:v>44689</c:v>
                </c:pt>
                <c:pt idx="1525">
                  <c:v>44688</c:v>
                </c:pt>
                <c:pt idx="1526">
                  <c:v>44687</c:v>
                </c:pt>
                <c:pt idx="1527">
                  <c:v>44686</c:v>
                </c:pt>
                <c:pt idx="1528">
                  <c:v>44685</c:v>
                </c:pt>
                <c:pt idx="1529">
                  <c:v>44684</c:v>
                </c:pt>
                <c:pt idx="1530">
                  <c:v>44683</c:v>
                </c:pt>
                <c:pt idx="1531">
                  <c:v>44682</c:v>
                </c:pt>
                <c:pt idx="1532">
                  <c:v>44681</c:v>
                </c:pt>
                <c:pt idx="1533">
                  <c:v>44680</c:v>
                </c:pt>
                <c:pt idx="1534">
                  <c:v>44679</c:v>
                </c:pt>
                <c:pt idx="1535">
                  <c:v>44678</c:v>
                </c:pt>
                <c:pt idx="1536">
                  <c:v>44677</c:v>
                </c:pt>
                <c:pt idx="1537">
                  <c:v>44676</c:v>
                </c:pt>
                <c:pt idx="1538">
                  <c:v>44675</c:v>
                </c:pt>
                <c:pt idx="1539">
                  <c:v>44674</c:v>
                </c:pt>
                <c:pt idx="1540">
                  <c:v>44673</c:v>
                </c:pt>
                <c:pt idx="1541">
                  <c:v>44672</c:v>
                </c:pt>
                <c:pt idx="1542">
                  <c:v>44671</c:v>
                </c:pt>
                <c:pt idx="1543">
                  <c:v>44670</c:v>
                </c:pt>
                <c:pt idx="1544">
                  <c:v>44669</c:v>
                </c:pt>
                <c:pt idx="1545">
                  <c:v>44668</c:v>
                </c:pt>
                <c:pt idx="1546">
                  <c:v>44667</c:v>
                </c:pt>
                <c:pt idx="1547">
                  <c:v>44666</c:v>
                </c:pt>
                <c:pt idx="1548">
                  <c:v>44665</c:v>
                </c:pt>
                <c:pt idx="1549">
                  <c:v>44664</c:v>
                </c:pt>
                <c:pt idx="1550">
                  <c:v>44663</c:v>
                </c:pt>
                <c:pt idx="1551">
                  <c:v>44662</c:v>
                </c:pt>
                <c:pt idx="1552">
                  <c:v>44661</c:v>
                </c:pt>
                <c:pt idx="1553">
                  <c:v>44660</c:v>
                </c:pt>
                <c:pt idx="1554">
                  <c:v>44659</c:v>
                </c:pt>
                <c:pt idx="1555">
                  <c:v>44658</c:v>
                </c:pt>
                <c:pt idx="1556">
                  <c:v>44657</c:v>
                </c:pt>
                <c:pt idx="1557">
                  <c:v>44656</c:v>
                </c:pt>
                <c:pt idx="1558">
                  <c:v>44655</c:v>
                </c:pt>
                <c:pt idx="1559">
                  <c:v>44654</c:v>
                </c:pt>
                <c:pt idx="1560">
                  <c:v>44653</c:v>
                </c:pt>
                <c:pt idx="1561">
                  <c:v>44652</c:v>
                </c:pt>
                <c:pt idx="1562">
                  <c:v>44651</c:v>
                </c:pt>
                <c:pt idx="1563">
                  <c:v>44650</c:v>
                </c:pt>
                <c:pt idx="1564">
                  <c:v>44649</c:v>
                </c:pt>
                <c:pt idx="1565">
                  <c:v>44648</c:v>
                </c:pt>
                <c:pt idx="1566">
                  <c:v>44647</c:v>
                </c:pt>
                <c:pt idx="1567">
                  <c:v>44646</c:v>
                </c:pt>
                <c:pt idx="1568">
                  <c:v>44645</c:v>
                </c:pt>
                <c:pt idx="1569">
                  <c:v>44644</c:v>
                </c:pt>
                <c:pt idx="1570">
                  <c:v>44643</c:v>
                </c:pt>
                <c:pt idx="1571">
                  <c:v>44642</c:v>
                </c:pt>
                <c:pt idx="1572">
                  <c:v>44641</c:v>
                </c:pt>
                <c:pt idx="1573">
                  <c:v>44640</c:v>
                </c:pt>
                <c:pt idx="1574">
                  <c:v>44639</c:v>
                </c:pt>
                <c:pt idx="1575">
                  <c:v>44638</c:v>
                </c:pt>
                <c:pt idx="1576">
                  <c:v>44637</c:v>
                </c:pt>
                <c:pt idx="1577">
                  <c:v>44636</c:v>
                </c:pt>
                <c:pt idx="1578">
                  <c:v>44635</c:v>
                </c:pt>
                <c:pt idx="1579">
                  <c:v>44634</c:v>
                </c:pt>
                <c:pt idx="1580">
                  <c:v>44633</c:v>
                </c:pt>
                <c:pt idx="1581">
                  <c:v>44632</c:v>
                </c:pt>
                <c:pt idx="1582">
                  <c:v>44631</c:v>
                </c:pt>
                <c:pt idx="1583">
                  <c:v>44630</c:v>
                </c:pt>
                <c:pt idx="1584">
                  <c:v>44629</c:v>
                </c:pt>
                <c:pt idx="1585">
                  <c:v>44628</c:v>
                </c:pt>
                <c:pt idx="1586">
                  <c:v>44627</c:v>
                </c:pt>
                <c:pt idx="1587">
                  <c:v>44626</c:v>
                </c:pt>
                <c:pt idx="1588">
                  <c:v>44625</c:v>
                </c:pt>
                <c:pt idx="1589">
                  <c:v>44624</c:v>
                </c:pt>
                <c:pt idx="1590">
                  <c:v>44623</c:v>
                </c:pt>
                <c:pt idx="1591">
                  <c:v>44622</c:v>
                </c:pt>
                <c:pt idx="1592">
                  <c:v>44621</c:v>
                </c:pt>
                <c:pt idx="1593">
                  <c:v>44620</c:v>
                </c:pt>
                <c:pt idx="1594">
                  <c:v>44619</c:v>
                </c:pt>
                <c:pt idx="1595">
                  <c:v>44618</c:v>
                </c:pt>
                <c:pt idx="1596">
                  <c:v>44617</c:v>
                </c:pt>
                <c:pt idx="1597">
                  <c:v>44616</c:v>
                </c:pt>
                <c:pt idx="1598">
                  <c:v>44615</c:v>
                </c:pt>
                <c:pt idx="1599">
                  <c:v>44614</c:v>
                </c:pt>
                <c:pt idx="1600">
                  <c:v>44613</c:v>
                </c:pt>
                <c:pt idx="1601">
                  <c:v>44612</c:v>
                </c:pt>
                <c:pt idx="1602">
                  <c:v>44611</c:v>
                </c:pt>
                <c:pt idx="1603">
                  <c:v>44610</c:v>
                </c:pt>
                <c:pt idx="1604">
                  <c:v>44609</c:v>
                </c:pt>
                <c:pt idx="1605">
                  <c:v>44608</c:v>
                </c:pt>
                <c:pt idx="1606">
                  <c:v>44607</c:v>
                </c:pt>
                <c:pt idx="1607">
                  <c:v>44606</c:v>
                </c:pt>
                <c:pt idx="1608">
                  <c:v>44605</c:v>
                </c:pt>
                <c:pt idx="1609">
                  <c:v>44604</c:v>
                </c:pt>
                <c:pt idx="1610">
                  <c:v>44603</c:v>
                </c:pt>
                <c:pt idx="1611">
                  <c:v>44602</c:v>
                </c:pt>
                <c:pt idx="1612">
                  <c:v>44601</c:v>
                </c:pt>
                <c:pt idx="1613">
                  <c:v>44600</c:v>
                </c:pt>
                <c:pt idx="1614">
                  <c:v>44599</c:v>
                </c:pt>
                <c:pt idx="1615">
                  <c:v>44598</c:v>
                </c:pt>
                <c:pt idx="1616">
                  <c:v>44597</c:v>
                </c:pt>
                <c:pt idx="1617">
                  <c:v>44596</c:v>
                </c:pt>
                <c:pt idx="1618">
                  <c:v>44595</c:v>
                </c:pt>
                <c:pt idx="1619">
                  <c:v>44594</c:v>
                </c:pt>
                <c:pt idx="1620">
                  <c:v>44593</c:v>
                </c:pt>
                <c:pt idx="1621">
                  <c:v>44592</c:v>
                </c:pt>
                <c:pt idx="1622">
                  <c:v>44591</c:v>
                </c:pt>
                <c:pt idx="1623">
                  <c:v>44590</c:v>
                </c:pt>
                <c:pt idx="1624">
                  <c:v>44589</c:v>
                </c:pt>
                <c:pt idx="1625">
                  <c:v>44588</c:v>
                </c:pt>
                <c:pt idx="1626">
                  <c:v>44587</c:v>
                </c:pt>
                <c:pt idx="1627">
                  <c:v>44586</c:v>
                </c:pt>
                <c:pt idx="1628">
                  <c:v>44585</c:v>
                </c:pt>
                <c:pt idx="1629">
                  <c:v>44584</c:v>
                </c:pt>
                <c:pt idx="1630">
                  <c:v>44583</c:v>
                </c:pt>
                <c:pt idx="1631">
                  <c:v>44582</c:v>
                </c:pt>
                <c:pt idx="1632">
                  <c:v>44581</c:v>
                </c:pt>
                <c:pt idx="1633">
                  <c:v>44580</c:v>
                </c:pt>
                <c:pt idx="1634">
                  <c:v>44579</c:v>
                </c:pt>
                <c:pt idx="1635">
                  <c:v>44578</c:v>
                </c:pt>
                <c:pt idx="1636">
                  <c:v>44577</c:v>
                </c:pt>
                <c:pt idx="1637">
                  <c:v>44576</c:v>
                </c:pt>
                <c:pt idx="1638">
                  <c:v>44575</c:v>
                </c:pt>
                <c:pt idx="1639">
                  <c:v>44574</c:v>
                </c:pt>
                <c:pt idx="1640">
                  <c:v>44573</c:v>
                </c:pt>
                <c:pt idx="1641">
                  <c:v>44572</c:v>
                </c:pt>
                <c:pt idx="1642">
                  <c:v>44571</c:v>
                </c:pt>
                <c:pt idx="1643">
                  <c:v>44570</c:v>
                </c:pt>
                <c:pt idx="1644">
                  <c:v>44569</c:v>
                </c:pt>
                <c:pt idx="1645">
                  <c:v>44568</c:v>
                </c:pt>
                <c:pt idx="1646">
                  <c:v>44567</c:v>
                </c:pt>
                <c:pt idx="1647">
                  <c:v>44566</c:v>
                </c:pt>
                <c:pt idx="1648">
                  <c:v>44565</c:v>
                </c:pt>
                <c:pt idx="1649">
                  <c:v>44564</c:v>
                </c:pt>
                <c:pt idx="1650">
                  <c:v>44563</c:v>
                </c:pt>
                <c:pt idx="1651">
                  <c:v>44562</c:v>
                </c:pt>
                <c:pt idx="1652">
                  <c:v>44561</c:v>
                </c:pt>
                <c:pt idx="1653">
                  <c:v>44560</c:v>
                </c:pt>
                <c:pt idx="1654">
                  <c:v>44559</c:v>
                </c:pt>
                <c:pt idx="1655">
                  <c:v>44558</c:v>
                </c:pt>
                <c:pt idx="1656">
                  <c:v>44557</c:v>
                </c:pt>
                <c:pt idx="1657">
                  <c:v>44556</c:v>
                </c:pt>
                <c:pt idx="1658">
                  <c:v>44555</c:v>
                </c:pt>
                <c:pt idx="1659">
                  <c:v>44554</c:v>
                </c:pt>
                <c:pt idx="1660">
                  <c:v>44553</c:v>
                </c:pt>
                <c:pt idx="1661">
                  <c:v>44552</c:v>
                </c:pt>
                <c:pt idx="1662">
                  <c:v>44551</c:v>
                </c:pt>
                <c:pt idx="1663">
                  <c:v>44550</c:v>
                </c:pt>
                <c:pt idx="1664">
                  <c:v>44549</c:v>
                </c:pt>
                <c:pt idx="1665">
                  <c:v>44548</c:v>
                </c:pt>
                <c:pt idx="1666">
                  <c:v>44547</c:v>
                </c:pt>
                <c:pt idx="1667">
                  <c:v>44546</c:v>
                </c:pt>
                <c:pt idx="1668">
                  <c:v>44545</c:v>
                </c:pt>
                <c:pt idx="1669">
                  <c:v>44544</c:v>
                </c:pt>
                <c:pt idx="1670">
                  <c:v>44543</c:v>
                </c:pt>
                <c:pt idx="1671">
                  <c:v>44542</c:v>
                </c:pt>
                <c:pt idx="1672">
                  <c:v>44541</c:v>
                </c:pt>
                <c:pt idx="1673">
                  <c:v>44540</c:v>
                </c:pt>
                <c:pt idx="1674">
                  <c:v>44539</c:v>
                </c:pt>
                <c:pt idx="1675">
                  <c:v>44538</c:v>
                </c:pt>
                <c:pt idx="1676">
                  <c:v>44537</c:v>
                </c:pt>
                <c:pt idx="1677">
                  <c:v>44536</c:v>
                </c:pt>
                <c:pt idx="1678">
                  <c:v>44535</c:v>
                </c:pt>
                <c:pt idx="1679">
                  <c:v>44534</c:v>
                </c:pt>
                <c:pt idx="1680">
                  <c:v>44533</c:v>
                </c:pt>
                <c:pt idx="1681">
                  <c:v>44532</c:v>
                </c:pt>
                <c:pt idx="1682">
                  <c:v>44531</c:v>
                </c:pt>
                <c:pt idx="1683">
                  <c:v>44530</c:v>
                </c:pt>
                <c:pt idx="1684">
                  <c:v>44529</c:v>
                </c:pt>
                <c:pt idx="1685">
                  <c:v>44528</c:v>
                </c:pt>
                <c:pt idx="1686">
                  <c:v>44527</c:v>
                </c:pt>
                <c:pt idx="1687">
                  <c:v>44526</c:v>
                </c:pt>
                <c:pt idx="1688">
                  <c:v>44525</c:v>
                </c:pt>
                <c:pt idx="1689">
                  <c:v>44524</c:v>
                </c:pt>
                <c:pt idx="1690">
                  <c:v>44523</c:v>
                </c:pt>
                <c:pt idx="1691">
                  <c:v>44522</c:v>
                </c:pt>
                <c:pt idx="1692">
                  <c:v>44521</c:v>
                </c:pt>
                <c:pt idx="1693">
                  <c:v>44520</c:v>
                </c:pt>
                <c:pt idx="1694">
                  <c:v>44519</c:v>
                </c:pt>
                <c:pt idx="1695">
                  <c:v>44518</c:v>
                </c:pt>
                <c:pt idx="1696">
                  <c:v>44517</c:v>
                </c:pt>
                <c:pt idx="1697">
                  <c:v>44516</c:v>
                </c:pt>
                <c:pt idx="1698">
                  <c:v>44515</c:v>
                </c:pt>
                <c:pt idx="1699">
                  <c:v>44514</c:v>
                </c:pt>
                <c:pt idx="1700">
                  <c:v>44513</c:v>
                </c:pt>
                <c:pt idx="1701">
                  <c:v>44512</c:v>
                </c:pt>
                <c:pt idx="1702">
                  <c:v>44511</c:v>
                </c:pt>
                <c:pt idx="1703">
                  <c:v>44510</c:v>
                </c:pt>
                <c:pt idx="1704">
                  <c:v>44509</c:v>
                </c:pt>
                <c:pt idx="1705">
                  <c:v>44508</c:v>
                </c:pt>
                <c:pt idx="1706">
                  <c:v>44507</c:v>
                </c:pt>
                <c:pt idx="1707">
                  <c:v>44506</c:v>
                </c:pt>
                <c:pt idx="1708">
                  <c:v>44505</c:v>
                </c:pt>
                <c:pt idx="1709">
                  <c:v>44504</c:v>
                </c:pt>
                <c:pt idx="1710">
                  <c:v>44503</c:v>
                </c:pt>
                <c:pt idx="1711">
                  <c:v>44502</c:v>
                </c:pt>
                <c:pt idx="1712">
                  <c:v>44501</c:v>
                </c:pt>
                <c:pt idx="1713">
                  <c:v>44500</c:v>
                </c:pt>
                <c:pt idx="1714">
                  <c:v>44499</c:v>
                </c:pt>
                <c:pt idx="1715">
                  <c:v>44498</c:v>
                </c:pt>
                <c:pt idx="1716">
                  <c:v>44497</c:v>
                </c:pt>
                <c:pt idx="1717">
                  <c:v>44496</c:v>
                </c:pt>
                <c:pt idx="1718">
                  <c:v>44495</c:v>
                </c:pt>
                <c:pt idx="1719">
                  <c:v>44494</c:v>
                </c:pt>
                <c:pt idx="1720">
                  <c:v>44493</c:v>
                </c:pt>
                <c:pt idx="1721">
                  <c:v>44492</c:v>
                </c:pt>
                <c:pt idx="1722">
                  <c:v>44491</c:v>
                </c:pt>
                <c:pt idx="1723">
                  <c:v>44490</c:v>
                </c:pt>
                <c:pt idx="1724">
                  <c:v>44489</c:v>
                </c:pt>
                <c:pt idx="1725">
                  <c:v>44488</c:v>
                </c:pt>
                <c:pt idx="1726">
                  <c:v>44487</c:v>
                </c:pt>
                <c:pt idx="1727">
                  <c:v>44486</c:v>
                </c:pt>
                <c:pt idx="1728">
                  <c:v>44485</c:v>
                </c:pt>
                <c:pt idx="1729">
                  <c:v>44484</c:v>
                </c:pt>
                <c:pt idx="1730">
                  <c:v>44483</c:v>
                </c:pt>
                <c:pt idx="1731">
                  <c:v>44482</c:v>
                </c:pt>
                <c:pt idx="1732">
                  <c:v>44481</c:v>
                </c:pt>
                <c:pt idx="1733">
                  <c:v>44480</c:v>
                </c:pt>
                <c:pt idx="1734">
                  <c:v>44479</c:v>
                </c:pt>
                <c:pt idx="1735">
                  <c:v>44478</c:v>
                </c:pt>
                <c:pt idx="1736">
                  <c:v>44477</c:v>
                </c:pt>
                <c:pt idx="1737">
                  <c:v>44476</c:v>
                </c:pt>
                <c:pt idx="1738">
                  <c:v>44475</c:v>
                </c:pt>
                <c:pt idx="1739">
                  <c:v>44474</c:v>
                </c:pt>
                <c:pt idx="1740">
                  <c:v>44473</c:v>
                </c:pt>
                <c:pt idx="1741">
                  <c:v>44472</c:v>
                </c:pt>
                <c:pt idx="1742">
                  <c:v>44471</c:v>
                </c:pt>
                <c:pt idx="1743">
                  <c:v>44470</c:v>
                </c:pt>
                <c:pt idx="1744">
                  <c:v>44469</c:v>
                </c:pt>
                <c:pt idx="1745">
                  <c:v>44468</c:v>
                </c:pt>
                <c:pt idx="1746">
                  <c:v>44467</c:v>
                </c:pt>
                <c:pt idx="1747">
                  <c:v>44466</c:v>
                </c:pt>
                <c:pt idx="1748">
                  <c:v>44465</c:v>
                </c:pt>
                <c:pt idx="1749">
                  <c:v>44464</c:v>
                </c:pt>
                <c:pt idx="1750">
                  <c:v>44463</c:v>
                </c:pt>
                <c:pt idx="1751">
                  <c:v>44462</c:v>
                </c:pt>
                <c:pt idx="1752">
                  <c:v>44461</c:v>
                </c:pt>
                <c:pt idx="1753">
                  <c:v>44460</c:v>
                </c:pt>
                <c:pt idx="1754">
                  <c:v>44459</c:v>
                </c:pt>
                <c:pt idx="1755">
                  <c:v>44458</c:v>
                </c:pt>
                <c:pt idx="1756">
                  <c:v>44457</c:v>
                </c:pt>
                <c:pt idx="1757">
                  <c:v>44456</c:v>
                </c:pt>
                <c:pt idx="1758">
                  <c:v>44455</c:v>
                </c:pt>
                <c:pt idx="1759">
                  <c:v>44454</c:v>
                </c:pt>
                <c:pt idx="1760">
                  <c:v>44453</c:v>
                </c:pt>
                <c:pt idx="1761">
                  <c:v>44452</c:v>
                </c:pt>
                <c:pt idx="1762">
                  <c:v>44451</c:v>
                </c:pt>
                <c:pt idx="1763">
                  <c:v>44450</c:v>
                </c:pt>
                <c:pt idx="1764">
                  <c:v>44449</c:v>
                </c:pt>
                <c:pt idx="1765">
                  <c:v>44448</c:v>
                </c:pt>
                <c:pt idx="1766">
                  <c:v>44447</c:v>
                </c:pt>
                <c:pt idx="1767">
                  <c:v>44446</c:v>
                </c:pt>
                <c:pt idx="1768">
                  <c:v>44445</c:v>
                </c:pt>
                <c:pt idx="1769">
                  <c:v>44444</c:v>
                </c:pt>
                <c:pt idx="1770">
                  <c:v>44443</c:v>
                </c:pt>
                <c:pt idx="1771">
                  <c:v>44442</c:v>
                </c:pt>
                <c:pt idx="1772">
                  <c:v>44441</c:v>
                </c:pt>
                <c:pt idx="1773">
                  <c:v>44440</c:v>
                </c:pt>
                <c:pt idx="1774">
                  <c:v>44439</c:v>
                </c:pt>
                <c:pt idx="1775">
                  <c:v>44438</c:v>
                </c:pt>
                <c:pt idx="1776">
                  <c:v>44437</c:v>
                </c:pt>
                <c:pt idx="1777">
                  <c:v>44436</c:v>
                </c:pt>
                <c:pt idx="1778">
                  <c:v>44435</c:v>
                </c:pt>
                <c:pt idx="1779">
                  <c:v>44434</c:v>
                </c:pt>
                <c:pt idx="1780">
                  <c:v>44433</c:v>
                </c:pt>
                <c:pt idx="1781">
                  <c:v>44432</c:v>
                </c:pt>
                <c:pt idx="1782">
                  <c:v>44431</c:v>
                </c:pt>
                <c:pt idx="1783">
                  <c:v>44430</c:v>
                </c:pt>
                <c:pt idx="1784">
                  <c:v>44429</c:v>
                </c:pt>
                <c:pt idx="1785">
                  <c:v>44428</c:v>
                </c:pt>
                <c:pt idx="1786">
                  <c:v>44427</c:v>
                </c:pt>
                <c:pt idx="1787">
                  <c:v>44426</c:v>
                </c:pt>
                <c:pt idx="1788">
                  <c:v>44425</c:v>
                </c:pt>
                <c:pt idx="1789">
                  <c:v>44424</c:v>
                </c:pt>
                <c:pt idx="1790">
                  <c:v>44423</c:v>
                </c:pt>
                <c:pt idx="1791">
                  <c:v>44422</c:v>
                </c:pt>
                <c:pt idx="1792">
                  <c:v>44421</c:v>
                </c:pt>
                <c:pt idx="1793">
                  <c:v>44420</c:v>
                </c:pt>
                <c:pt idx="1794">
                  <c:v>44419</c:v>
                </c:pt>
                <c:pt idx="1795">
                  <c:v>44418</c:v>
                </c:pt>
                <c:pt idx="1796">
                  <c:v>44417</c:v>
                </c:pt>
                <c:pt idx="1797">
                  <c:v>44416</c:v>
                </c:pt>
                <c:pt idx="1798">
                  <c:v>44415</c:v>
                </c:pt>
                <c:pt idx="1799">
                  <c:v>44414</c:v>
                </c:pt>
                <c:pt idx="1800">
                  <c:v>44413</c:v>
                </c:pt>
                <c:pt idx="1801">
                  <c:v>44412</c:v>
                </c:pt>
                <c:pt idx="1802">
                  <c:v>44411</c:v>
                </c:pt>
                <c:pt idx="1803">
                  <c:v>44410</c:v>
                </c:pt>
                <c:pt idx="1804">
                  <c:v>44409</c:v>
                </c:pt>
                <c:pt idx="1805">
                  <c:v>44408</c:v>
                </c:pt>
                <c:pt idx="1806">
                  <c:v>44407</c:v>
                </c:pt>
                <c:pt idx="1807">
                  <c:v>44406</c:v>
                </c:pt>
                <c:pt idx="1808">
                  <c:v>44405</c:v>
                </c:pt>
                <c:pt idx="1809">
                  <c:v>44404</c:v>
                </c:pt>
                <c:pt idx="1810">
                  <c:v>44403</c:v>
                </c:pt>
                <c:pt idx="1811">
                  <c:v>44402</c:v>
                </c:pt>
                <c:pt idx="1812">
                  <c:v>44401</c:v>
                </c:pt>
                <c:pt idx="1813">
                  <c:v>44400</c:v>
                </c:pt>
                <c:pt idx="1814">
                  <c:v>44399</c:v>
                </c:pt>
                <c:pt idx="1815">
                  <c:v>44398</c:v>
                </c:pt>
                <c:pt idx="1816">
                  <c:v>44397</c:v>
                </c:pt>
                <c:pt idx="1817">
                  <c:v>44396</c:v>
                </c:pt>
                <c:pt idx="1818">
                  <c:v>44395</c:v>
                </c:pt>
                <c:pt idx="1819">
                  <c:v>44394</c:v>
                </c:pt>
                <c:pt idx="1820">
                  <c:v>44393</c:v>
                </c:pt>
                <c:pt idx="1821">
                  <c:v>44392</c:v>
                </c:pt>
                <c:pt idx="1822">
                  <c:v>44391</c:v>
                </c:pt>
                <c:pt idx="1823">
                  <c:v>44390</c:v>
                </c:pt>
                <c:pt idx="1824">
                  <c:v>44389</c:v>
                </c:pt>
                <c:pt idx="1825">
                  <c:v>44388</c:v>
                </c:pt>
                <c:pt idx="1826">
                  <c:v>44387</c:v>
                </c:pt>
                <c:pt idx="1827">
                  <c:v>44386</c:v>
                </c:pt>
                <c:pt idx="1828">
                  <c:v>44385</c:v>
                </c:pt>
                <c:pt idx="1829">
                  <c:v>44384</c:v>
                </c:pt>
                <c:pt idx="1830">
                  <c:v>44383</c:v>
                </c:pt>
                <c:pt idx="1831">
                  <c:v>44382</c:v>
                </c:pt>
                <c:pt idx="1832">
                  <c:v>44381</c:v>
                </c:pt>
                <c:pt idx="1833">
                  <c:v>44380</c:v>
                </c:pt>
                <c:pt idx="1834">
                  <c:v>44379</c:v>
                </c:pt>
                <c:pt idx="1835">
                  <c:v>44378</c:v>
                </c:pt>
                <c:pt idx="1836">
                  <c:v>44377</c:v>
                </c:pt>
                <c:pt idx="1837">
                  <c:v>44376</c:v>
                </c:pt>
                <c:pt idx="1838">
                  <c:v>44375</c:v>
                </c:pt>
                <c:pt idx="1839">
                  <c:v>44374</c:v>
                </c:pt>
                <c:pt idx="1840">
                  <c:v>44373</c:v>
                </c:pt>
                <c:pt idx="1841">
                  <c:v>44372</c:v>
                </c:pt>
                <c:pt idx="1842">
                  <c:v>44371</c:v>
                </c:pt>
                <c:pt idx="1843">
                  <c:v>44370</c:v>
                </c:pt>
                <c:pt idx="1844">
                  <c:v>44369</c:v>
                </c:pt>
                <c:pt idx="1845">
                  <c:v>44368</c:v>
                </c:pt>
                <c:pt idx="1846">
                  <c:v>44367</c:v>
                </c:pt>
                <c:pt idx="1847">
                  <c:v>44366</c:v>
                </c:pt>
                <c:pt idx="1848">
                  <c:v>44365</c:v>
                </c:pt>
                <c:pt idx="1849">
                  <c:v>44364</c:v>
                </c:pt>
                <c:pt idx="1850">
                  <c:v>44363</c:v>
                </c:pt>
                <c:pt idx="1851">
                  <c:v>44362</c:v>
                </c:pt>
                <c:pt idx="1852">
                  <c:v>44361</c:v>
                </c:pt>
                <c:pt idx="1853">
                  <c:v>44360</c:v>
                </c:pt>
                <c:pt idx="1854">
                  <c:v>44359</c:v>
                </c:pt>
                <c:pt idx="1855">
                  <c:v>44358</c:v>
                </c:pt>
                <c:pt idx="1856">
                  <c:v>44357</c:v>
                </c:pt>
                <c:pt idx="1857">
                  <c:v>44356</c:v>
                </c:pt>
                <c:pt idx="1858">
                  <c:v>44355</c:v>
                </c:pt>
                <c:pt idx="1859">
                  <c:v>44354</c:v>
                </c:pt>
                <c:pt idx="1860">
                  <c:v>44353</c:v>
                </c:pt>
                <c:pt idx="1861">
                  <c:v>44352</c:v>
                </c:pt>
                <c:pt idx="1862">
                  <c:v>44351</c:v>
                </c:pt>
                <c:pt idx="1863">
                  <c:v>44350</c:v>
                </c:pt>
                <c:pt idx="1864">
                  <c:v>44349</c:v>
                </c:pt>
                <c:pt idx="1865">
                  <c:v>44348</c:v>
                </c:pt>
                <c:pt idx="1866">
                  <c:v>44347</c:v>
                </c:pt>
                <c:pt idx="1867">
                  <c:v>44346</c:v>
                </c:pt>
                <c:pt idx="1868">
                  <c:v>44345</c:v>
                </c:pt>
                <c:pt idx="1869">
                  <c:v>44344</c:v>
                </c:pt>
                <c:pt idx="1870">
                  <c:v>44343</c:v>
                </c:pt>
                <c:pt idx="1871">
                  <c:v>44342</c:v>
                </c:pt>
                <c:pt idx="1872">
                  <c:v>44341</c:v>
                </c:pt>
                <c:pt idx="1873">
                  <c:v>44340</c:v>
                </c:pt>
                <c:pt idx="1874">
                  <c:v>44339</c:v>
                </c:pt>
                <c:pt idx="1875">
                  <c:v>44338</c:v>
                </c:pt>
                <c:pt idx="1876">
                  <c:v>44337</c:v>
                </c:pt>
                <c:pt idx="1877">
                  <c:v>44336</c:v>
                </c:pt>
                <c:pt idx="1878">
                  <c:v>44335</c:v>
                </c:pt>
                <c:pt idx="1879">
                  <c:v>44334</c:v>
                </c:pt>
                <c:pt idx="1880">
                  <c:v>44333</c:v>
                </c:pt>
                <c:pt idx="1881">
                  <c:v>44332</c:v>
                </c:pt>
                <c:pt idx="1882">
                  <c:v>44331</c:v>
                </c:pt>
                <c:pt idx="1883">
                  <c:v>44330</c:v>
                </c:pt>
                <c:pt idx="1884">
                  <c:v>44329</c:v>
                </c:pt>
                <c:pt idx="1885">
                  <c:v>44328</c:v>
                </c:pt>
                <c:pt idx="1886">
                  <c:v>44327</c:v>
                </c:pt>
                <c:pt idx="1887">
                  <c:v>44326</c:v>
                </c:pt>
                <c:pt idx="1888">
                  <c:v>44325</c:v>
                </c:pt>
                <c:pt idx="1889">
                  <c:v>44324</c:v>
                </c:pt>
                <c:pt idx="1890">
                  <c:v>44323</c:v>
                </c:pt>
                <c:pt idx="1891">
                  <c:v>44322</c:v>
                </c:pt>
                <c:pt idx="1892">
                  <c:v>44321</c:v>
                </c:pt>
                <c:pt idx="1893">
                  <c:v>44320</c:v>
                </c:pt>
                <c:pt idx="1894">
                  <c:v>44319</c:v>
                </c:pt>
                <c:pt idx="1895">
                  <c:v>44318</c:v>
                </c:pt>
                <c:pt idx="1896">
                  <c:v>44317</c:v>
                </c:pt>
                <c:pt idx="1897">
                  <c:v>44316</c:v>
                </c:pt>
                <c:pt idx="1898">
                  <c:v>44315</c:v>
                </c:pt>
                <c:pt idx="1899">
                  <c:v>44314</c:v>
                </c:pt>
                <c:pt idx="1900">
                  <c:v>44313</c:v>
                </c:pt>
                <c:pt idx="1901">
                  <c:v>44312</c:v>
                </c:pt>
                <c:pt idx="1902">
                  <c:v>44311</c:v>
                </c:pt>
                <c:pt idx="1903">
                  <c:v>44310</c:v>
                </c:pt>
                <c:pt idx="1904">
                  <c:v>44309</c:v>
                </c:pt>
                <c:pt idx="1905">
                  <c:v>44308</c:v>
                </c:pt>
                <c:pt idx="1906">
                  <c:v>44307</c:v>
                </c:pt>
                <c:pt idx="1907">
                  <c:v>44306</c:v>
                </c:pt>
                <c:pt idx="1908">
                  <c:v>44305</c:v>
                </c:pt>
                <c:pt idx="1909">
                  <c:v>44304</c:v>
                </c:pt>
                <c:pt idx="1910">
                  <c:v>44303</c:v>
                </c:pt>
                <c:pt idx="1911">
                  <c:v>44302</c:v>
                </c:pt>
                <c:pt idx="1912">
                  <c:v>44301</c:v>
                </c:pt>
                <c:pt idx="1913">
                  <c:v>44300</c:v>
                </c:pt>
                <c:pt idx="1914">
                  <c:v>44299</c:v>
                </c:pt>
                <c:pt idx="1915">
                  <c:v>44298</c:v>
                </c:pt>
                <c:pt idx="1916">
                  <c:v>44297</c:v>
                </c:pt>
                <c:pt idx="1917">
                  <c:v>44296</c:v>
                </c:pt>
                <c:pt idx="1918">
                  <c:v>44295</c:v>
                </c:pt>
                <c:pt idx="1919">
                  <c:v>44294</c:v>
                </c:pt>
                <c:pt idx="1920">
                  <c:v>44293</c:v>
                </c:pt>
                <c:pt idx="1921">
                  <c:v>44292</c:v>
                </c:pt>
                <c:pt idx="1922">
                  <c:v>44291</c:v>
                </c:pt>
                <c:pt idx="1923">
                  <c:v>44290</c:v>
                </c:pt>
                <c:pt idx="1924">
                  <c:v>44289</c:v>
                </c:pt>
                <c:pt idx="1925">
                  <c:v>44288</c:v>
                </c:pt>
                <c:pt idx="1926">
                  <c:v>44287</c:v>
                </c:pt>
                <c:pt idx="1927">
                  <c:v>44286</c:v>
                </c:pt>
                <c:pt idx="1928">
                  <c:v>44285</c:v>
                </c:pt>
                <c:pt idx="1929">
                  <c:v>44284</c:v>
                </c:pt>
                <c:pt idx="1930">
                  <c:v>44283</c:v>
                </c:pt>
                <c:pt idx="1931">
                  <c:v>44282</c:v>
                </c:pt>
                <c:pt idx="1932">
                  <c:v>44281</c:v>
                </c:pt>
                <c:pt idx="1933">
                  <c:v>44280</c:v>
                </c:pt>
                <c:pt idx="1934">
                  <c:v>44279</c:v>
                </c:pt>
                <c:pt idx="1935">
                  <c:v>44278</c:v>
                </c:pt>
                <c:pt idx="1936">
                  <c:v>44277</c:v>
                </c:pt>
                <c:pt idx="1937">
                  <c:v>44276</c:v>
                </c:pt>
                <c:pt idx="1938">
                  <c:v>44275</c:v>
                </c:pt>
                <c:pt idx="1939">
                  <c:v>44274</c:v>
                </c:pt>
                <c:pt idx="1940">
                  <c:v>44273</c:v>
                </c:pt>
                <c:pt idx="1941">
                  <c:v>44272</c:v>
                </c:pt>
                <c:pt idx="1942">
                  <c:v>44271</c:v>
                </c:pt>
                <c:pt idx="1943">
                  <c:v>44270</c:v>
                </c:pt>
                <c:pt idx="1944">
                  <c:v>44269</c:v>
                </c:pt>
                <c:pt idx="1945">
                  <c:v>44268</c:v>
                </c:pt>
                <c:pt idx="1946">
                  <c:v>44267</c:v>
                </c:pt>
                <c:pt idx="1947">
                  <c:v>44266</c:v>
                </c:pt>
                <c:pt idx="1948">
                  <c:v>44265</c:v>
                </c:pt>
                <c:pt idx="1949">
                  <c:v>44264</c:v>
                </c:pt>
                <c:pt idx="1950">
                  <c:v>44263</c:v>
                </c:pt>
                <c:pt idx="1951">
                  <c:v>44262</c:v>
                </c:pt>
                <c:pt idx="1952">
                  <c:v>44261</c:v>
                </c:pt>
                <c:pt idx="1953">
                  <c:v>44260</c:v>
                </c:pt>
                <c:pt idx="1954">
                  <c:v>44259</c:v>
                </c:pt>
                <c:pt idx="1955">
                  <c:v>44258</c:v>
                </c:pt>
                <c:pt idx="1956">
                  <c:v>44257</c:v>
                </c:pt>
                <c:pt idx="1957">
                  <c:v>44256</c:v>
                </c:pt>
                <c:pt idx="1958">
                  <c:v>44255</c:v>
                </c:pt>
                <c:pt idx="1959">
                  <c:v>44254</c:v>
                </c:pt>
                <c:pt idx="1960">
                  <c:v>44253</c:v>
                </c:pt>
                <c:pt idx="1961">
                  <c:v>44252</c:v>
                </c:pt>
                <c:pt idx="1962">
                  <c:v>44251</c:v>
                </c:pt>
                <c:pt idx="1963">
                  <c:v>44250</c:v>
                </c:pt>
                <c:pt idx="1964">
                  <c:v>44249</c:v>
                </c:pt>
                <c:pt idx="1965">
                  <c:v>44248</c:v>
                </c:pt>
                <c:pt idx="1966">
                  <c:v>44247</c:v>
                </c:pt>
                <c:pt idx="1967">
                  <c:v>44246</c:v>
                </c:pt>
                <c:pt idx="1968">
                  <c:v>44245</c:v>
                </c:pt>
                <c:pt idx="1969">
                  <c:v>44244</c:v>
                </c:pt>
                <c:pt idx="1970">
                  <c:v>44243</c:v>
                </c:pt>
                <c:pt idx="1971">
                  <c:v>44242</c:v>
                </c:pt>
                <c:pt idx="1972">
                  <c:v>44241</c:v>
                </c:pt>
                <c:pt idx="1973">
                  <c:v>44240</c:v>
                </c:pt>
                <c:pt idx="1974">
                  <c:v>44239</c:v>
                </c:pt>
                <c:pt idx="1975">
                  <c:v>44238</c:v>
                </c:pt>
                <c:pt idx="1976">
                  <c:v>44237</c:v>
                </c:pt>
                <c:pt idx="1977">
                  <c:v>44236</c:v>
                </c:pt>
                <c:pt idx="1978">
                  <c:v>44235</c:v>
                </c:pt>
                <c:pt idx="1979">
                  <c:v>44234</c:v>
                </c:pt>
                <c:pt idx="1980">
                  <c:v>44233</c:v>
                </c:pt>
                <c:pt idx="1981">
                  <c:v>44232</c:v>
                </c:pt>
                <c:pt idx="1982">
                  <c:v>44231</c:v>
                </c:pt>
                <c:pt idx="1983">
                  <c:v>44230</c:v>
                </c:pt>
                <c:pt idx="1984">
                  <c:v>44229</c:v>
                </c:pt>
                <c:pt idx="1985">
                  <c:v>44228</c:v>
                </c:pt>
                <c:pt idx="1986">
                  <c:v>44227</c:v>
                </c:pt>
                <c:pt idx="1987">
                  <c:v>44226</c:v>
                </c:pt>
                <c:pt idx="1988">
                  <c:v>44225</c:v>
                </c:pt>
                <c:pt idx="1989">
                  <c:v>44224</c:v>
                </c:pt>
                <c:pt idx="1990">
                  <c:v>44223</c:v>
                </c:pt>
                <c:pt idx="1991">
                  <c:v>44222</c:v>
                </c:pt>
                <c:pt idx="1992">
                  <c:v>44221</c:v>
                </c:pt>
                <c:pt idx="1993">
                  <c:v>44220</c:v>
                </c:pt>
                <c:pt idx="1994">
                  <c:v>44219</c:v>
                </c:pt>
                <c:pt idx="1995">
                  <c:v>44218</c:v>
                </c:pt>
                <c:pt idx="1996">
                  <c:v>44217</c:v>
                </c:pt>
                <c:pt idx="1997">
                  <c:v>44216</c:v>
                </c:pt>
                <c:pt idx="1998">
                  <c:v>44215</c:v>
                </c:pt>
                <c:pt idx="1999">
                  <c:v>44214</c:v>
                </c:pt>
                <c:pt idx="2000">
                  <c:v>44213</c:v>
                </c:pt>
                <c:pt idx="2001">
                  <c:v>44212</c:v>
                </c:pt>
                <c:pt idx="2002">
                  <c:v>44211</c:v>
                </c:pt>
                <c:pt idx="2003">
                  <c:v>44210</c:v>
                </c:pt>
                <c:pt idx="2004">
                  <c:v>44209</c:v>
                </c:pt>
                <c:pt idx="2005">
                  <c:v>44208</c:v>
                </c:pt>
                <c:pt idx="2006">
                  <c:v>44207</c:v>
                </c:pt>
                <c:pt idx="2007">
                  <c:v>44206</c:v>
                </c:pt>
                <c:pt idx="2008">
                  <c:v>44205</c:v>
                </c:pt>
                <c:pt idx="2009">
                  <c:v>44204</c:v>
                </c:pt>
                <c:pt idx="2010">
                  <c:v>44203</c:v>
                </c:pt>
                <c:pt idx="2011">
                  <c:v>44202</c:v>
                </c:pt>
                <c:pt idx="2012">
                  <c:v>44201</c:v>
                </c:pt>
                <c:pt idx="2013">
                  <c:v>44200</c:v>
                </c:pt>
                <c:pt idx="2014">
                  <c:v>44199</c:v>
                </c:pt>
                <c:pt idx="2015">
                  <c:v>44198</c:v>
                </c:pt>
                <c:pt idx="2016">
                  <c:v>44197</c:v>
                </c:pt>
                <c:pt idx="2017">
                  <c:v>44196</c:v>
                </c:pt>
                <c:pt idx="2018">
                  <c:v>44195</c:v>
                </c:pt>
                <c:pt idx="2019">
                  <c:v>44194</c:v>
                </c:pt>
                <c:pt idx="2020">
                  <c:v>44193</c:v>
                </c:pt>
                <c:pt idx="2021">
                  <c:v>44192</c:v>
                </c:pt>
                <c:pt idx="2022">
                  <c:v>44191</c:v>
                </c:pt>
                <c:pt idx="2023">
                  <c:v>44190</c:v>
                </c:pt>
                <c:pt idx="2024">
                  <c:v>44189</c:v>
                </c:pt>
                <c:pt idx="2025">
                  <c:v>44188</c:v>
                </c:pt>
                <c:pt idx="2026">
                  <c:v>44187</c:v>
                </c:pt>
                <c:pt idx="2027">
                  <c:v>44186</c:v>
                </c:pt>
                <c:pt idx="2028">
                  <c:v>44185</c:v>
                </c:pt>
                <c:pt idx="2029">
                  <c:v>44184</c:v>
                </c:pt>
                <c:pt idx="2030">
                  <c:v>44183</c:v>
                </c:pt>
                <c:pt idx="2031">
                  <c:v>44182</c:v>
                </c:pt>
                <c:pt idx="2032">
                  <c:v>44181</c:v>
                </c:pt>
                <c:pt idx="2033">
                  <c:v>44180</c:v>
                </c:pt>
                <c:pt idx="2034">
                  <c:v>44179</c:v>
                </c:pt>
                <c:pt idx="2035">
                  <c:v>44178</c:v>
                </c:pt>
                <c:pt idx="2036">
                  <c:v>44177</c:v>
                </c:pt>
                <c:pt idx="2037">
                  <c:v>44176</c:v>
                </c:pt>
                <c:pt idx="2038">
                  <c:v>44175</c:v>
                </c:pt>
                <c:pt idx="2039">
                  <c:v>44174</c:v>
                </c:pt>
                <c:pt idx="2040">
                  <c:v>44173</c:v>
                </c:pt>
                <c:pt idx="2041">
                  <c:v>44172</c:v>
                </c:pt>
                <c:pt idx="2042">
                  <c:v>44171</c:v>
                </c:pt>
                <c:pt idx="2043">
                  <c:v>44170</c:v>
                </c:pt>
                <c:pt idx="2044">
                  <c:v>44169</c:v>
                </c:pt>
                <c:pt idx="2045">
                  <c:v>44168</c:v>
                </c:pt>
                <c:pt idx="2046">
                  <c:v>44167</c:v>
                </c:pt>
                <c:pt idx="2047">
                  <c:v>44166</c:v>
                </c:pt>
                <c:pt idx="2048">
                  <c:v>44165</c:v>
                </c:pt>
                <c:pt idx="2049">
                  <c:v>44164</c:v>
                </c:pt>
                <c:pt idx="2050">
                  <c:v>44163</c:v>
                </c:pt>
                <c:pt idx="2051">
                  <c:v>44162</c:v>
                </c:pt>
                <c:pt idx="2052">
                  <c:v>44161</c:v>
                </c:pt>
                <c:pt idx="2053">
                  <c:v>44160</c:v>
                </c:pt>
                <c:pt idx="2054">
                  <c:v>44159</c:v>
                </c:pt>
                <c:pt idx="2055">
                  <c:v>44158</c:v>
                </c:pt>
                <c:pt idx="2056">
                  <c:v>44157</c:v>
                </c:pt>
                <c:pt idx="2057">
                  <c:v>44156</c:v>
                </c:pt>
                <c:pt idx="2058">
                  <c:v>44155</c:v>
                </c:pt>
                <c:pt idx="2059">
                  <c:v>44154</c:v>
                </c:pt>
                <c:pt idx="2060">
                  <c:v>44153</c:v>
                </c:pt>
                <c:pt idx="2061">
                  <c:v>44152</c:v>
                </c:pt>
                <c:pt idx="2062">
                  <c:v>44151</c:v>
                </c:pt>
                <c:pt idx="2063">
                  <c:v>44150</c:v>
                </c:pt>
                <c:pt idx="2064">
                  <c:v>44149</c:v>
                </c:pt>
                <c:pt idx="2065">
                  <c:v>44148</c:v>
                </c:pt>
                <c:pt idx="2066">
                  <c:v>44147</c:v>
                </c:pt>
                <c:pt idx="2067">
                  <c:v>44146</c:v>
                </c:pt>
                <c:pt idx="2068">
                  <c:v>44145</c:v>
                </c:pt>
                <c:pt idx="2069">
                  <c:v>44144</c:v>
                </c:pt>
                <c:pt idx="2070">
                  <c:v>44143</c:v>
                </c:pt>
                <c:pt idx="2071">
                  <c:v>44142</c:v>
                </c:pt>
                <c:pt idx="2072">
                  <c:v>44141</c:v>
                </c:pt>
                <c:pt idx="2073">
                  <c:v>44140</c:v>
                </c:pt>
                <c:pt idx="2074">
                  <c:v>44139</c:v>
                </c:pt>
                <c:pt idx="2075">
                  <c:v>44138</c:v>
                </c:pt>
                <c:pt idx="2076">
                  <c:v>44137</c:v>
                </c:pt>
                <c:pt idx="2077">
                  <c:v>44136</c:v>
                </c:pt>
                <c:pt idx="2078">
                  <c:v>44135</c:v>
                </c:pt>
                <c:pt idx="2079">
                  <c:v>44134</c:v>
                </c:pt>
                <c:pt idx="2080">
                  <c:v>44133</c:v>
                </c:pt>
                <c:pt idx="2081">
                  <c:v>44132</c:v>
                </c:pt>
                <c:pt idx="2082">
                  <c:v>44131</c:v>
                </c:pt>
                <c:pt idx="2083">
                  <c:v>44130</c:v>
                </c:pt>
                <c:pt idx="2084">
                  <c:v>44129</c:v>
                </c:pt>
                <c:pt idx="2085">
                  <c:v>44128</c:v>
                </c:pt>
                <c:pt idx="2086">
                  <c:v>44127</c:v>
                </c:pt>
                <c:pt idx="2087">
                  <c:v>44126</c:v>
                </c:pt>
                <c:pt idx="2088">
                  <c:v>44125</c:v>
                </c:pt>
                <c:pt idx="2089">
                  <c:v>44124</c:v>
                </c:pt>
                <c:pt idx="2090">
                  <c:v>44123</c:v>
                </c:pt>
                <c:pt idx="2091">
                  <c:v>44122</c:v>
                </c:pt>
                <c:pt idx="2092">
                  <c:v>44121</c:v>
                </c:pt>
                <c:pt idx="2093">
                  <c:v>44120</c:v>
                </c:pt>
                <c:pt idx="2094">
                  <c:v>44119</c:v>
                </c:pt>
                <c:pt idx="2095">
                  <c:v>44118</c:v>
                </c:pt>
                <c:pt idx="2096">
                  <c:v>44117</c:v>
                </c:pt>
                <c:pt idx="2097">
                  <c:v>44116</c:v>
                </c:pt>
                <c:pt idx="2098">
                  <c:v>44115</c:v>
                </c:pt>
                <c:pt idx="2099">
                  <c:v>44114</c:v>
                </c:pt>
                <c:pt idx="2100">
                  <c:v>44113</c:v>
                </c:pt>
                <c:pt idx="2101">
                  <c:v>44112</c:v>
                </c:pt>
                <c:pt idx="2102">
                  <c:v>44111</c:v>
                </c:pt>
                <c:pt idx="2103">
                  <c:v>44110</c:v>
                </c:pt>
                <c:pt idx="2104">
                  <c:v>44109</c:v>
                </c:pt>
                <c:pt idx="2105">
                  <c:v>44108</c:v>
                </c:pt>
                <c:pt idx="2106">
                  <c:v>44107</c:v>
                </c:pt>
                <c:pt idx="2107">
                  <c:v>44106</c:v>
                </c:pt>
                <c:pt idx="2108">
                  <c:v>44105</c:v>
                </c:pt>
                <c:pt idx="2109">
                  <c:v>44104</c:v>
                </c:pt>
                <c:pt idx="2110">
                  <c:v>44103</c:v>
                </c:pt>
                <c:pt idx="2111">
                  <c:v>44102</c:v>
                </c:pt>
                <c:pt idx="2112">
                  <c:v>44101</c:v>
                </c:pt>
                <c:pt idx="2113">
                  <c:v>44100</c:v>
                </c:pt>
                <c:pt idx="2114">
                  <c:v>44099</c:v>
                </c:pt>
                <c:pt idx="2115">
                  <c:v>44098</c:v>
                </c:pt>
                <c:pt idx="2116">
                  <c:v>44097</c:v>
                </c:pt>
                <c:pt idx="2117">
                  <c:v>44096</c:v>
                </c:pt>
                <c:pt idx="2118">
                  <c:v>44095</c:v>
                </c:pt>
                <c:pt idx="2119">
                  <c:v>44094</c:v>
                </c:pt>
                <c:pt idx="2120">
                  <c:v>44093</c:v>
                </c:pt>
                <c:pt idx="2121">
                  <c:v>44092</c:v>
                </c:pt>
                <c:pt idx="2122">
                  <c:v>44091</c:v>
                </c:pt>
                <c:pt idx="2123">
                  <c:v>44090</c:v>
                </c:pt>
                <c:pt idx="2124">
                  <c:v>44089</c:v>
                </c:pt>
                <c:pt idx="2125">
                  <c:v>44088</c:v>
                </c:pt>
                <c:pt idx="2126">
                  <c:v>44087</c:v>
                </c:pt>
                <c:pt idx="2127">
                  <c:v>44086</c:v>
                </c:pt>
                <c:pt idx="2128">
                  <c:v>44085</c:v>
                </c:pt>
                <c:pt idx="2129">
                  <c:v>44084</c:v>
                </c:pt>
                <c:pt idx="2130">
                  <c:v>44083</c:v>
                </c:pt>
                <c:pt idx="2131">
                  <c:v>44082</c:v>
                </c:pt>
                <c:pt idx="2132">
                  <c:v>44081</c:v>
                </c:pt>
                <c:pt idx="2133">
                  <c:v>44080</c:v>
                </c:pt>
                <c:pt idx="2134">
                  <c:v>44079</c:v>
                </c:pt>
                <c:pt idx="2135">
                  <c:v>44078</c:v>
                </c:pt>
                <c:pt idx="2136">
                  <c:v>44077</c:v>
                </c:pt>
                <c:pt idx="2137">
                  <c:v>44076</c:v>
                </c:pt>
                <c:pt idx="2138">
                  <c:v>44075</c:v>
                </c:pt>
                <c:pt idx="2139">
                  <c:v>44074</c:v>
                </c:pt>
                <c:pt idx="2140">
                  <c:v>44073</c:v>
                </c:pt>
                <c:pt idx="2141">
                  <c:v>44072</c:v>
                </c:pt>
                <c:pt idx="2142">
                  <c:v>44071</c:v>
                </c:pt>
                <c:pt idx="2143">
                  <c:v>44070</c:v>
                </c:pt>
                <c:pt idx="2144">
                  <c:v>44069</c:v>
                </c:pt>
                <c:pt idx="2145">
                  <c:v>44068</c:v>
                </c:pt>
                <c:pt idx="2146">
                  <c:v>44067</c:v>
                </c:pt>
                <c:pt idx="2147">
                  <c:v>44066</c:v>
                </c:pt>
                <c:pt idx="2148">
                  <c:v>44065</c:v>
                </c:pt>
                <c:pt idx="2149">
                  <c:v>44064</c:v>
                </c:pt>
                <c:pt idx="2150">
                  <c:v>44063</c:v>
                </c:pt>
                <c:pt idx="2151">
                  <c:v>44062</c:v>
                </c:pt>
                <c:pt idx="2152">
                  <c:v>44061</c:v>
                </c:pt>
                <c:pt idx="2153">
                  <c:v>44060</c:v>
                </c:pt>
                <c:pt idx="2154">
                  <c:v>44059</c:v>
                </c:pt>
                <c:pt idx="2155">
                  <c:v>44058</c:v>
                </c:pt>
                <c:pt idx="2156">
                  <c:v>44057</c:v>
                </c:pt>
                <c:pt idx="2157">
                  <c:v>44056</c:v>
                </c:pt>
                <c:pt idx="2158">
                  <c:v>44055</c:v>
                </c:pt>
                <c:pt idx="2159">
                  <c:v>44054</c:v>
                </c:pt>
                <c:pt idx="2160">
                  <c:v>44053</c:v>
                </c:pt>
                <c:pt idx="2161">
                  <c:v>44052</c:v>
                </c:pt>
                <c:pt idx="2162">
                  <c:v>44051</c:v>
                </c:pt>
                <c:pt idx="2163">
                  <c:v>44050</c:v>
                </c:pt>
                <c:pt idx="2164">
                  <c:v>44049</c:v>
                </c:pt>
                <c:pt idx="2165">
                  <c:v>44048</c:v>
                </c:pt>
                <c:pt idx="2166">
                  <c:v>44047</c:v>
                </c:pt>
                <c:pt idx="2167">
                  <c:v>44046</c:v>
                </c:pt>
                <c:pt idx="2168">
                  <c:v>44045</c:v>
                </c:pt>
                <c:pt idx="2169">
                  <c:v>44044</c:v>
                </c:pt>
                <c:pt idx="2170">
                  <c:v>44043</c:v>
                </c:pt>
                <c:pt idx="2171">
                  <c:v>44042</c:v>
                </c:pt>
                <c:pt idx="2172">
                  <c:v>44041</c:v>
                </c:pt>
                <c:pt idx="2173">
                  <c:v>44040</c:v>
                </c:pt>
                <c:pt idx="2174">
                  <c:v>44039</c:v>
                </c:pt>
                <c:pt idx="2175">
                  <c:v>44038</c:v>
                </c:pt>
                <c:pt idx="2176">
                  <c:v>44037</c:v>
                </c:pt>
                <c:pt idx="2177">
                  <c:v>44036</c:v>
                </c:pt>
                <c:pt idx="2178">
                  <c:v>44035</c:v>
                </c:pt>
                <c:pt idx="2179">
                  <c:v>44034</c:v>
                </c:pt>
                <c:pt idx="2180">
                  <c:v>44033</c:v>
                </c:pt>
                <c:pt idx="2181">
                  <c:v>44032</c:v>
                </c:pt>
                <c:pt idx="2182">
                  <c:v>44031</c:v>
                </c:pt>
                <c:pt idx="2183">
                  <c:v>44030</c:v>
                </c:pt>
                <c:pt idx="2184">
                  <c:v>44029</c:v>
                </c:pt>
                <c:pt idx="2185">
                  <c:v>44028</c:v>
                </c:pt>
                <c:pt idx="2186">
                  <c:v>44027</c:v>
                </c:pt>
                <c:pt idx="2187">
                  <c:v>44026</c:v>
                </c:pt>
                <c:pt idx="2188">
                  <c:v>44025</c:v>
                </c:pt>
                <c:pt idx="2189">
                  <c:v>44024</c:v>
                </c:pt>
                <c:pt idx="2190">
                  <c:v>44023</c:v>
                </c:pt>
                <c:pt idx="2191">
                  <c:v>44022</c:v>
                </c:pt>
                <c:pt idx="2192">
                  <c:v>44021</c:v>
                </c:pt>
                <c:pt idx="2193">
                  <c:v>44020</c:v>
                </c:pt>
                <c:pt idx="2194">
                  <c:v>44019</c:v>
                </c:pt>
                <c:pt idx="2195">
                  <c:v>44018</c:v>
                </c:pt>
                <c:pt idx="2196">
                  <c:v>44017</c:v>
                </c:pt>
                <c:pt idx="2197">
                  <c:v>44016</c:v>
                </c:pt>
                <c:pt idx="2198">
                  <c:v>44015</c:v>
                </c:pt>
                <c:pt idx="2199">
                  <c:v>44014</c:v>
                </c:pt>
                <c:pt idx="2200">
                  <c:v>44013</c:v>
                </c:pt>
                <c:pt idx="2201">
                  <c:v>44012</c:v>
                </c:pt>
                <c:pt idx="2202">
                  <c:v>44011</c:v>
                </c:pt>
                <c:pt idx="2203">
                  <c:v>44010</c:v>
                </c:pt>
                <c:pt idx="2204">
                  <c:v>44009</c:v>
                </c:pt>
                <c:pt idx="2205">
                  <c:v>44008</c:v>
                </c:pt>
                <c:pt idx="2206">
                  <c:v>44007</c:v>
                </c:pt>
                <c:pt idx="2207">
                  <c:v>44006</c:v>
                </c:pt>
                <c:pt idx="2208">
                  <c:v>44005</c:v>
                </c:pt>
                <c:pt idx="2209">
                  <c:v>44004</c:v>
                </c:pt>
                <c:pt idx="2210">
                  <c:v>44003</c:v>
                </c:pt>
                <c:pt idx="2211">
                  <c:v>44002</c:v>
                </c:pt>
                <c:pt idx="2212">
                  <c:v>44001</c:v>
                </c:pt>
                <c:pt idx="2213">
                  <c:v>44000</c:v>
                </c:pt>
                <c:pt idx="2214">
                  <c:v>43999</c:v>
                </c:pt>
                <c:pt idx="2215">
                  <c:v>43998</c:v>
                </c:pt>
                <c:pt idx="2216">
                  <c:v>43997</c:v>
                </c:pt>
                <c:pt idx="2217">
                  <c:v>43996</c:v>
                </c:pt>
                <c:pt idx="2218">
                  <c:v>43995</c:v>
                </c:pt>
                <c:pt idx="2219">
                  <c:v>43994</c:v>
                </c:pt>
                <c:pt idx="2220">
                  <c:v>43993</c:v>
                </c:pt>
                <c:pt idx="2221">
                  <c:v>43992</c:v>
                </c:pt>
                <c:pt idx="2222">
                  <c:v>43991</c:v>
                </c:pt>
                <c:pt idx="2223">
                  <c:v>43990</c:v>
                </c:pt>
                <c:pt idx="2224">
                  <c:v>43989</c:v>
                </c:pt>
                <c:pt idx="2225">
                  <c:v>43988</c:v>
                </c:pt>
                <c:pt idx="2226">
                  <c:v>43987</c:v>
                </c:pt>
                <c:pt idx="2227">
                  <c:v>43986</c:v>
                </c:pt>
                <c:pt idx="2228">
                  <c:v>43985</c:v>
                </c:pt>
                <c:pt idx="2229">
                  <c:v>43984</c:v>
                </c:pt>
                <c:pt idx="2230">
                  <c:v>43983</c:v>
                </c:pt>
                <c:pt idx="2231">
                  <c:v>43982</c:v>
                </c:pt>
                <c:pt idx="2232">
                  <c:v>43981</c:v>
                </c:pt>
                <c:pt idx="2233">
                  <c:v>43980</c:v>
                </c:pt>
                <c:pt idx="2234">
                  <c:v>43979</c:v>
                </c:pt>
                <c:pt idx="2235">
                  <c:v>43978</c:v>
                </c:pt>
                <c:pt idx="2236">
                  <c:v>43977</c:v>
                </c:pt>
                <c:pt idx="2237">
                  <c:v>43976</c:v>
                </c:pt>
                <c:pt idx="2238">
                  <c:v>43975</c:v>
                </c:pt>
                <c:pt idx="2239">
                  <c:v>43974</c:v>
                </c:pt>
                <c:pt idx="2240">
                  <c:v>43973</c:v>
                </c:pt>
                <c:pt idx="2241">
                  <c:v>43972</c:v>
                </c:pt>
                <c:pt idx="2242">
                  <c:v>43971</c:v>
                </c:pt>
                <c:pt idx="2243">
                  <c:v>43970</c:v>
                </c:pt>
                <c:pt idx="2244">
                  <c:v>43969</c:v>
                </c:pt>
                <c:pt idx="2245">
                  <c:v>43968</c:v>
                </c:pt>
                <c:pt idx="2246">
                  <c:v>43967</c:v>
                </c:pt>
                <c:pt idx="2247">
                  <c:v>43966</c:v>
                </c:pt>
                <c:pt idx="2248">
                  <c:v>43965</c:v>
                </c:pt>
                <c:pt idx="2249">
                  <c:v>43964</c:v>
                </c:pt>
                <c:pt idx="2250">
                  <c:v>43963</c:v>
                </c:pt>
                <c:pt idx="2251">
                  <c:v>43962</c:v>
                </c:pt>
                <c:pt idx="2252">
                  <c:v>43961</c:v>
                </c:pt>
                <c:pt idx="2253">
                  <c:v>43960</c:v>
                </c:pt>
                <c:pt idx="2254">
                  <c:v>43959</c:v>
                </c:pt>
                <c:pt idx="2255">
                  <c:v>43958</c:v>
                </c:pt>
                <c:pt idx="2256">
                  <c:v>43957</c:v>
                </c:pt>
                <c:pt idx="2257">
                  <c:v>43956</c:v>
                </c:pt>
                <c:pt idx="2258">
                  <c:v>43955</c:v>
                </c:pt>
                <c:pt idx="2259">
                  <c:v>43954</c:v>
                </c:pt>
                <c:pt idx="2260">
                  <c:v>43953</c:v>
                </c:pt>
                <c:pt idx="2261">
                  <c:v>43952</c:v>
                </c:pt>
                <c:pt idx="2262">
                  <c:v>43951</c:v>
                </c:pt>
                <c:pt idx="2263">
                  <c:v>43950</c:v>
                </c:pt>
                <c:pt idx="2264">
                  <c:v>43949</c:v>
                </c:pt>
                <c:pt idx="2265">
                  <c:v>43948</c:v>
                </c:pt>
                <c:pt idx="2266">
                  <c:v>43947</c:v>
                </c:pt>
                <c:pt idx="2267">
                  <c:v>43946</c:v>
                </c:pt>
                <c:pt idx="2268">
                  <c:v>43945</c:v>
                </c:pt>
                <c:pt idx="2269">
                  <c:v>43944</c:v>
                </c:pt>
                <c:pt idx="2270">
                  <c:v>43943</c:v>
                </c:pt>
                <c:pt idx="2271">
                  <c:v>43942</c:v>
                </c:pt>
                <c:pt idx="2272">
                  <c:v>43941</c:v>
                </c:pt>
                <c:pt idx="2273">
                  <c:v>43940</c:v>
                </c:pt>
                <c:pt idx="2274">
                  <c:v>43939</c:v>
                </c:pt>
                <c:pt idx="2275">
                  <c:v>43938</c:v>
                </c:pt>
                <c:pt idx="2276">
                  <c:v>43937</c:v>
                </c:pt>
                <c:pt idx="2277">
                  <c:v>43936</c:v>
                </c:pt>
                <c:pt idx="2278">
                  <c:v>43935</c:v>
                </c:pt>
                <c:pt idx="2279">
                  <c:v>43934</c:v>
                </c:pt>
                <c:pt idx="2280">
                  <c:v>43933</c:v>
                </c:pt>
                <c:pt idx="2281">
                  <c:v>43932</c:v>
                </c:pt>
                <c:pt idx="2282">
                  <c:v>43931</c:v>
                </c:pt>
                <c:pt idx="2283">
                  <c:v>43930</c:v>
                </c:pt>
                <c:pt idx="2284">
                  <c:v>43929</c:v>
                </c:pt>
                <c:pt idx="2285">
                  <c:v>43928</c:v>
                </c:pt>
                <c:pt idx="2286">
                  <c:v>43927</c:v>
                </c:pt>
                <c:pt idx="2287">
                  <c:v>43926</c:v>
                </c:pt>
                <c:pt idx="2288">
                  <c:v>43925</c:v>
                </c:pt>
                <c:pt idx="2289">
                  <c:v>43924</c:v>
                </c:pt>
                <c:pt idx="2290">
                  <c:v>43923</c:v>
                </c:pt>
                <c:pt idx="2291">
                  <c:v>43922</c:v>
                </c:pt>
                <c:pt idx="2292">
                  <c:v>43921</c:v>
                </c:pt>
                <c:pt idx="2293">
                  <c:v>43920</c:v>
                </c:pt>
                <c:pt idx="2294">
                  <c:v>43919</c:v>
                </c:pt>
                <c:pt idx="2295">
                  <c:v>43918</c:v>
                </c:pt>
                <c:pt idx="2296">
                  <c:v>43917</c:v>
                </c:pt>
                <c:pt idx="2297">
                  <c:v>43916</c:v>
                </c:pt>
                <c:pt idx="2298">
                  <c:v>43915</c:v>
                </c:pt>
                <c:pt idx="2299">
                  <c:v>43914</c:v>
                </c:pt>
                <c:pt idx="2300">
                  <c:v>43913</c:v>
                </c:pt>
                <c:pt idx="2301">
                  <c:v>43912</c:v>
                </c:pt>
                <c:pt idx="2302">
                  <c:v>43911</c:v>
                </c:pt>
                <c:pt idx="2303">
                  <c:v>43910</c:v>
                </c:pt>
                <c:pt idx="2304">
                  <c:v>43909</c:v>
                </c:pt>
                <c:pt idx="2305">
                  <c:v>43908</c:v>
                </c:pt>
                <c:pt idx="2306">
                  <c:v>43907</c:v>
                </c:pt>
                <c:pt idx="2307">
                  <c:v>43906</c:v>
                </c:pt>
                <c:pt idx="2308">
                  <c:v>43905</c:v>
                </c:pt>
                <c:pt idx="2309">
                  <c:v>43904</c:v>
                </c:pt>
                <c:pt idx="2310">
                  <c:v>43903</c:v>
                </c:pt>
                <c:pt idx="2311">
                  <c:v>43902</c:v>
                </c:pt>
                <c:pt idx="2312">
                  <c:v>43901</c:v>
                </c:pt>
                <c:pt idx="2313">
                  <c:v>43900</c:v>
                </c:pt>
                <c:pt idx="2314">
                  <c:v>43899</c:v>
                </c:pt>
                <c:pt idx="2315">
                  <c:v>43898</c:v>
                </c:pt>
                <c:pt idx="2316">
                  <c:v>43897</c:v>
                </c:pt>
                <c:pt idx="2317">
                  <c:v>43896</c:v>
                </c:pt>
                <c:pt idx="2318">
                  <c:v>43895</c:v>
                </c:pt>
                <c:pt idx="2319">
                  <c:v>43894</c:v>
                </c:pt>
                <c:pt idx="2320">
                  <c:v>43893</c:v>
                </c:pt>
                <c:pt idx="2321">
                  <c:v>43892</c:v>
                </c:pt>
                <c:pt idx="2322">
                  <c:v>43891</c:v>
                </c:pt>
                <c:pt idx="2323">
                  <c:v>43890</c:v>
                </c:pt>
                <c:pt idx="2324">
                  <c:v>43889</c:v>
                </c:pt>
                <c:pt idx="2325">
                  <c:v>43888</c:v>
                </c:pt>
                <c:pt idx="2326">
                  <c:v>43887</c:v>
                </c:pt>
                <c:pt idx="2327">
                  <c:v>43886</c:v>
                </c:pt>
                <c:pt idx="2328">
                  <c:v>43885</c:v>
                </c:pt>
                <c:pt idx="2329">
                  <c:v>43884</c:v>
                </c:pt>
                <c:pt idx="2330">
                  <c:v>43883</c:v>
                </c:pt>
                <c:pt idx="2331">
                  <c:v>43882</c:v>
                </c:pt>
                <c:pt idx="2332">
                  <c:v>43881</c:v>
                </c:pt>
                <c:pt idx="2333">
                  <c:v>43880</c:v>
                </c:pt>
                <c:pt idx="2334">
                  <c:v>43879</c:v>
                </c:pt>
                <c:pt idx="2335">
                  <c:v>43878</c:v>
                </c:pt>
                <c:pt idx="2336">
                  <c:v>43877</c:v>
                </c:pt>
                <c:pt idx="2337">
                  <c:v>43876</c:v>
                </c:pt>
                <c:pt idx="2338">
                  <c:v>43875</c:v>
                </c:pt>
                <c:pt idx="2339">
                  <c:v>43874</c:v>
                </c:pt>
                <c:pt idx="2340">
                  <c:v>43873</c:v>
                </c:pt>
                <c:pt idx="2341">
                  <c:v>43872</c:v>
                </c:pt>
                <c:pt idx="2342">
                  <c:v>43871</c:v>
                </c:pt>
                <c:pt idx="2343">
                  <c:v>43870</c:v>
                </c:pt>
                <c:pt idx="2344">
                  <c:v>43869</c:v>
                </c:pt>
                <c:pt idx="2345">
                  <c:v>43868</c:v>
                </c:pt>
                <c:pt idx="2346">
                  <c:v>43867</c:v>
                </c:pt>
                <c:pt idx="2347">
                  <c:v>43866</c:v>
                </c:pt>
                <c:pt idx="2348">
                  <c:v>43865</c:v>
                </c:pt>
                <c:pt idx="2349">
                  <c:v>43864</c:v>
                </c:pt>
                <c:pt idx="2350">
                  <c:v>43863</c:v>
                </c:pt>
                <c:pt idx="2351">
                  <c:v>43862</c:v>
                </c:pt>
                <c:pt idx="2352">
                  <c:v>43861</c:v>
                </c:pt>
                <c:pt idx="2353">
                  <c:v>43860</c:v>
                </c:pt>
                <c:pt idx="2354">
                  <c:v>43859</c:v>
                </c:pt>
                <c:pt idx="2355">
                  <c:v>43858</c:v>
                </c:pt>
                <c:pt idx="2356">
                  <c:v>43857</c:v>
                </c:pt>
                <c:pt idx="2357">
                  <c:v>43856</c:v>
                </c:pt>
                <c:pt idx="2358">
                  <c:v>43855</c:v>
                </c:pt>
                <c:pt idx="2359">
                  <c:v>43854</c:v>
                </c:pt>
                <c:pt idx="2360">
                  <c:v>43853</c:v>
                </c:pt>
                <c:pt idx="2361">
                  <c:v>43852</c:v>
                </c:pt>
                <c:pt idx="2362">
                  <c:v>43851</c:v>
                </c:pt>
                <c:pt idx="2363">
                  <c:v>43850</c:v>
                </c:pt>
                <c:pt idx="2364">
                  <c:v>43849</c:v>
                </c:pt>
                <c:pt idx="2365">
                  <c:v>43848</c:v>
                </c:pt>
                <c:pt idx="2366">
                  <c:v>43847</c:v>
                </c:pt>
                <c:pt idx="2367">
                  <c:v>43846</c:v>
                </c:pt>
                <c:pt idx="2368">
                  <c:v>43845</c:v>
                </c:pt>
                <c:pt idx="2369">
                  <c:v>43844</c:v>
                </c:pt>
                <c:pt idx="2370">
                  <c:v>43843</c:v>
                </c:pt>
                <c:pt idx="2371">
                  <c:v>43842</c:v>
                </c:pt>
                <c:pt idx="2372">
                  <c:v>43841</c:v>
                </c:pt>
                <c:pt idx="2373">
                  <c:v>43840</c:v>
                </c:pt>
                <c:pt idx="2374">
                  <c:v>43839</c:v>
                </c:pt>
                <c:pt idx="2375">
                  <c:v>43838</c:v>
                </c:pt>
                <c:pt idx="2376">
                  <c:v>43837</c:v>
                </c:pt>
                <c:pt idx="2377">
                  <c:v>43836</c:v>
                </c:pt>
                <c:pt idx="2378">
                  <c:v>43835</c:v>
                </c:pt>
                <c:pt idx="2379">
                  <c:v>43834</c:v>
                </c:pt>
                <c:pt idx="2380">
                  <c:v>43833</c:v>
                </c:pt>
                <c:pt idx="2381">
                  <c:v>43832</c:v>
                </c:pt>
                <c:pt idx="2382">
                  <c:v>43831</c:v>
                </c:pt>
                <c:pt idx="2383">
                  <c:v>43830</c:v>
                </c:pt>
                <c:pt idx="2384">
                  <c:v>43829</c:v>
                </c:pt>
                <c:pt idx="2385">
                  <c:v>43828</c:v>
                </c:pt>
                <c:pt idx="2386">
                  <c:v>43827</c:v>
                </c:pt>
                <c:pt idx="2387">
                  <c:v>43826</c:v>
                </c:pt>
                <c:pt idx="2388">
                  <c:v>43825</c:v>
                </c:pt>
                <c:pt idx="2389">
                  <c:v>43824</c:v>
                </c:pt>
                <c:pt idx="2390">
                  <c:v>43823</c:v>
                </c:pt>
                <c:pt idx="2391">
                  <c:v>43822</c:v>
                </c:pt>
                <c:pt idx="2392">
                  <c:v>43821</c:v>
                </c:pt>
                <c:pt idx="2393">
                  <c:v>43820</c:v>
                </c:pt>
                <c:pt idx="2394">
                  <c:v>43819</c:v>
                </c:pt>
                <c:pt idx="2395">
                  <c:v>43818</c:v>
                </c:pt>
                <c:pt idx="2396">
                  <c:v>43817</c:v>
                </c:pt>
                <c:pt idx="2397">
                  <c:v>43816</c:v>
                </c:pt>
                <c:pt idx="2398">
                  <c:v>43815</c:v>
                </c:pt>
                <c:pt idx="2399">
                  <c:v>43814</c:v>
                </c:pt>
                <c:pt idx="2400">
                  <c:v>43813</c:v>
                </c:pt>
                <c:pt idx="2401">
                  <c:v>43812</c:v>
                </c:pt>
                <c:pt idx="2402">
                  <c:v>43811</c:v>
                </c:pt>
                <c:pt idx="2403">
                  <c:v>43810</c:v>
                </c:pt>
                <c:pt idx="2404">
                  <c:v>43809</c:v>
                </c:pt>
                <c:pt idx="2405">
                  <c:v>43808</c:v>
                </c:pt>
                <c:pt idx="2406">
                  <c:v>43807</c:v>
                </c:pt>
                <c:pt idx="2407">
                  <c:v>43806</c:v>
                </c:pt>
                <c:pt idx="2408">
                  <c:v>43805</c:v>
                </c:pt>
                <c:pt idx="2409">
                  <c:v>43804</c:v>
                </c:pt>
                <c:pt idx="2410">
                  <c:v>43803</c:v>
                </c:pt>
                <c:pt idx="2411">
                  <c:v>43802</c:v>
                </c:pt>
                <c:pt idx="2412">
                  <c:v>43801</c:v>
                </c:pt>
                <c:pt idx="2413">
                  <c:v>43800</c:v>
                </c:pt>
                <c:pt idx="2414">
                  <c:v>43799</c:v>
                </c:pt>
                <c:pt idx="2415">
                  <c:v>43798</c:v>
                </c:pt>
                <c:pt idx="2416">
                  <c:v>43797</c:v>
                </c:pt>
                <c:pt idx="2417">
                  <c:v>43796</c:v>
                </c:pt>
                <c:pt idx="2418">
                  <c:v>43795</c:v>
                </c:pt>
                <c:pt idx="2419">
                  <c:v>43794</c:v>
                </c:pt>
                <c:pt idx="2420">
                  <c:v>43793</c:v>
                </c:pt>
                <c:pt idx="2421">
                  <c:v>43792</c:v>
                </c:pt>
                <c:pt idx="2422">
                  <c:v>43791</c:v>
                </c:pt>
                <c:pt idx="2423">
                  <c:v>43790</c:v>
                </c:pt>
                <c:pt idx="2424">
                  <c:v>43789</c:v>
                </c:pt>
                <c:pt idx="2425">
                  <c:v>43788</c:v>
                </c:pt>
                <c:pt idx="2426">
                  <c:v>43787</c:v>
                </c:pt>
                <c:pt idx="2427">
                  <c:v>43786</c:v>
                </c:pt>
                <c:pt idx="2428">
                  <c:v>43785</c:v>
                </c:pt>
                <c:pt idx="2429">
                  <c:v>43784</c:v>
                </c:pt>
                <c:pt idx="2430">
                  <c:v>43783</c:v>
                </c:pt>
                <c:pt idx="2431">
                  <c:v>43782</c:v>
                </c:pt>
                <c:pt idx="2432">
                  <c:v>43781</c:v>
                </c:pt>
                <c:pt idx="2433">
                  <c:v>43780</c:v>
                </c:pt>
                <c:pt idx="2434">
                  <c:v>43779</c:v>
                </c:pt>
                <c:pt idx="2435">
                  <c:v>43778</c:v>
                </c:pt>
                <c:pt idx="2436">
                  <c:v>43777</c:v>
                </c:pt>
                <c:pt idx="2437">
                  <c:v>43776</c:v>
                </c:pt>
                <c:pt idx="2438">
                  <c:v>43775</c:v>
                </c:pt>
                <c:pt idx="2439">
                  <c:v>43774</c:v>
                </c:pt>
                <c:pt idx="2440">
                  <c:v>43773</c:v>
                </c:pt>
                <c:pt idx="2441">
                  <c:v>43772</c:v>
                </c:pt>
                <c:pt idx="2442">
                  <c:v>43771</c:v>
                </c:pt>
                <c:pt idx="2443">
                  <c:v>43770</c:v>
                </c:pt>
                <c:pt idx="2444">
                  <c:v>43769</c:v>
                </c:pt>
                <c:pt idx="2445">
                  <c:v>43768</c:v>
                </c:pt>
                <c:pt idx="2446">
                  <c:v>43767</c:v>
                </c:pt>
                <c:pt idx="2447">
                  <c:v>43766</c:v>
                </c:pt>
                <c:pt idx="2448">
                  <c:v>43765</c:v>
                </c:pt>
                <c:pt idx="2449">
                  <c:v>43764</c:v>
                </c:pt>
                <c:pt idx="2450">
                  <c:v>43763</c:v>
                </c:pt>
                <c:pt idx="2451">
                  <c:v>43762</c:v>
                </c:pt>
                <c:pt idx="2452">
                  <c:v>43761</c:v>
                </c:pt>
                <c:pt idx="2453">
                  <c:v>43760</c:v>
                </c:pt>
                <c:pt idx="2454">
                  <c:v>43759</c:v>
                </c:pt>
                <c:pt idx="2455">
                  <c:v>43758</c:v>
                </c:pt>
                <c:pt idx="2456">
                  <c:v>43757</c:v>
                </c:pt>
                <c:pt idx="2457">
                  <c:v>43756</c:v>
                </c:pt>
                <c:pt idx="2458">
                  <c:v>43755</c:v>
                </c:pt>
                <c:pt idx="2459">
                  <c:v>43754</c:v>
                </c:pt>
                <c:pt idx="2460">
                  <c:v>43753</c:v>
                </c:pt>
                <c:pt idx="2461">
                  <c:v>43752</c:v>
                </c:pt>
                <c:pt idx="2462">
                  <c:v>43751</c:v>
                </c:pt>
                <c:pt idx="2463">
                  <c:v>43750</c:v>
                </c:pt>
                <c:pt idx="2464">
                  <c:v>43749</c:v>
                </c:pt>
                <c:pt idx="2465">
                  <c:v>43748</c:v>
                </c:pt>
                <c:pt idx="2466">
                  <c:v>43747</c:v>
                </c:pt>
                <c:pt idx="2467">
                  <c:v>43746</c:v>
                </c:pt>
                <c:pt idx="2468">
                  <c:v>43745</c:v>
                </c:pt>
                <c:pt idx="2469">
                  <c:v>43744</c:v>
                </c:pt>
                <c:pt idx="2470">
                  <c:v>43743</c:v>
                </c:pt>
                <c:pt idx="2471">
                  <c:v>43742</c:v>
                </c:pt>
                <c:pt idx="2472">
                  <c:v>43741</c:v>
                </c:pt>
                <c:pt idx="2473">
                  <c:v>43740</c:v>
                </c:pt>
                <c:pt idx="2474">
                  <c:v>43739</c:v>
                </c:pt>
                <c:pt idx="2475">
                  <c:v>43738</c:v>
                </c:pt>
                <c:pt idx="2476">
                  <c:v>43737</c:v>
                </c:pt>
                <c:pt idx="2477">
                  <c:v>43736</c:v>
                </c:pt>
                <c:pt idx="2478">
                  <c:v>43735</c:v>
                </c:pt>
                <c:pt idx="2479">
                  <c:v>43734</c:v>
                </c:pt>
                <c:pt idx="2480">
                  <c:v>43733</c:v>
                </c:pt>
                <c:pt idx="2481">
                  <c:v>43732</c:v>
                </c:pt>
                <c:pt idx="2482">
                  <c:v>43731</c:v>
                </c:pt>
                <c:pt idx="2483">
                  <c:v>43730</c:v>
                </c:pt>
                <c:pt idx="2484">
                  <c:v>43729</c:v>
                </c:pt>
                <c:pt idx="2485">
                  <c:v>43728</c:v>
                </c:pt>
                <c:pt idx="2486">
                  <c:v>43727</c:v>
                </c:pt>
                <c:pt idx="2487">
                  <c:v>43726</c:v>
                </c:pt>
                <c:pt idx="2488">
                  <c:v>43725</c:v>
                </c:pt>
                <c:pt idx="2489">
                  <c:v>43724</c:v>
                </c:pt>
                <c:pt idx="2490">
                  <c:v>43723</c:v>
                </c:pt>
                <c:pt idx="2491">
                  <c:v>43722</c:v>
                </c:pt>
                <c:pt idx="2492">
                  <c:v>43721</c:v>
                </c:pt>
                <c:pt idx="2493">
                  <c:v>43720</c:v>
                </c:pt>
                <c:pt idx="2494">
                  <c:v>43719</c:v>
                </c:pt>
                <c:pt idx="2495">
                  <c:v>43718</c:v>
                </c:pt>
                <c:pt idx="2496">
                  <c:v>43717</c:v>
                </c:pt>
                <c:pt idx="2497">
                  <c:v>43716</c:v>
                </c:pt>
                <c:pt idx="2498">
                  <c:v>43715</c:v>
                </c:pt>
                <c:pt idx="2499">
                  <c:v>43714</c:v>
                </c:pt>
                <c:pt idx="2500">
                  <c:v>43713</c:v>
                </c:pt>
                <c:pt idx="2501">
                  <c:v>43712</c:v>
                </c:pt>
                <c:pt idx="2502">
                  <c:v>43711</c:v>
                </c:pt>
                <c:pt idx="2503">
                  <c:v>43710</c:v>
                </c:pt>
                <c:pt idx="2504">
                  <c:v>43709</c:v>
                </c:pt>
                <c:pt idx="2505">
                  <c:v>43708</c:v>
                </c:pt>
                <c:pt idx="2506">
                  <c:v>43707</c:v>
                </c:pt>
                <c:pt idx="2507">
                  <c:v>43706</c:v>
                </c:pt>
                <c:pt idx="2508">
                  <c:v>43705</c:v>
                </c:pt>
                <c:pt idx="2509">
                  <c:v>43704</c:v>
                </c:pt>
                <c:pt idx="2510">
                  <c:v>43703</c:v>
                </c:pt>
                <c:pt idx="2511">
                  <c:v>43702</c:v>
                </c:pt>
                <c:pt idx="2512">
                  <c:v>43701</c:v>
                </c:pt>
                <c:pt idx="2513">
                  <c:v>43700</c:v>
                </c:pt>
                <c:pt idx="2514">
                  <c:v>43699</c:v>
                </c:pt>
                <c:pt idx="2515">
                  <c:v>43698</c:v>
                </c:pt>
                <c:pt idx="2516">
                  <c:v>43697</c:v>
                </c:pt>
                <c:pt idx="2517">
                  <c:v>43696</c:v>
                </c:pt>
                <c:pt idx="2518">
                  <c:v>43695</c:v>
                </c:pt>
                <c:pt idx="2519">
                  <c:v>43694</c:v>
                </c:pt>
                <c:pt idx="2520">
                  <c:v>43693</c:v>
                </c:pt>
                <c:pt idx="2521">
                  <c:v>43692</c:v>
                </c:pt>
                <c:pt idx="2522">
                  <c:v>43691</c:v>
                </c:pt>
                <c:pt idx="2523">
                  <c:v>43690</c:v>
                </c:pt>
                <c:pt idx="2524">
                  <c:v>43689</c:v>
                </c:pt>
                <c:pt idx="2525">
                  <c:v>43688</c:v>
                </c:pt>
                <c:pt idx="2526">
                  <c:v>43687</c:v>
                </c:pt>
                <c:pt idx="2527">
                  <c:v>43686</c:v>
                </c:pt>
                <c:pt idx="2528">
                  <c:v>43685</c:v>
                </c:pt>
                <c:pt idx="2529">
                  <c:v>43684</c:v>
                </c:pt>
                <c:pt idx="2530">
                  <c:v>43683</c:v>
                </c:pt>
                <c:pt idx="2531">
                  <c:v>43682</c:v>
                </c:pt>
                <c:pt idx="2532">
                  <c:v>43681</c:v>
                </c:pt>
                <c:pt idx="2533">
                  <c:v>43680</c:v>
                </c:pt>
                <c:pt idx="2534">
                  <c:v>43679</c:v>
                </c:pt>
                <c:pt idx="2535">
                  <c:v>43678</c:v>
                </c:pt>
                <c:pt idx="2536">
                  <c:v>43677</c:v>
                </c:pt>
                <c:pt idx="2537">
                  <c:v>43676</c:v>
                </c:pt>
                <c:pt idx="2538">
                  <c:v>43675</c:v>
                </c:pt>
                <c:pt idx="2539">
                  <c:v>43674</c:v>
                </c:pt>
                <c:pt idx="2540">
                  <c:v>43673</c:v>
                </c:pt>
                <c:pt idx="2541">
                  <c:v>43672</c:v>
                </c:pt>
                <c:pt idx="2542">
                  <c:v>43671</c:v>
                </c:pt>
                <c:pt idx="2543">
                  <c:v>43670</c:v>
                </c:pt>
                <c:pt idx="2544">
                  <c:v>43669</c:v>
                </c:pt>
                <c:pt idx="2545">
                  <c:v>43668</c:v>
                </c:pt>
                <c:pt idx="2546">
                  <c:v>43667</c:v>
                </c:pt>
                <c:pt idx="2547">
                  <c:v>43666</c:v>
                </c:pt>
                <c:pt idx="2548">
                  <c:v>43665</c:v>
                </c:pt>
                <c:pt idx="2549">
                  <c:v>43664</c:v>
                </c:pt>
                <c:pt idx="2550">
                  <c:v>43663</c:v>
                </c:pt>
                <c:pt idx="2551">
                  <c:v>43662</c:v>
                </c:pt>
                <c:pt idx="2552">
                  <c:v>43661</c:v>
                </c:pt>
                <c:pt idx="2553">
                  <c:v>43660</c:v>
                </c:pt>
                <c:pt idx="2554">
                  <c:v>43659</c:v>
                </c:pt>
                <c:pt idx="2555">
                  <c:v>43658</c:v>
                </c:pt>
                <c:pt idx="2556">
                  <c:v>43657</c:v>
                </c:pt>
                <c:pt idx="2557">
                  <c:v>43656</c:v>
                </c:pt>
                <c:pt idx="2558">
                  <c:v>43655</c:v>
                </c:pt>
                <c:pt idx="2559">
                  <c:v>43654</c:v>
                </c:pt>
                <c:pt idx="2560">
                  <c:v>43653</c:v>
                </c:pt>
                <c:pt idx="2561">
                  <c:v>43652</c:v>
                </c:pt>
                <c:pt idx="2562">
                  <c:v>43651</c:v>
                </c:pt>
                <c:pt idx="2563">
                  <c:v>43650</c:v>
                </c:pt>
                <c:pt idx="2564">
                  <c:v>43649</c:v>
                </c:pt>
                <c:pt idx="2565">
                  <c:v>43648</c:v>
                </c:pt>
                <c:pt idx="2566">
                  <c:v>43647</c:v>
                </c:pt>
                <c:pt idx="2567">
                  <c:v>43646</c:v>
                </c:pt>
                <c:pt idx="2568">
                  <c:v>43645</c:v>
                </c:pt>
                <c:pt idx="2569">
                  <c:v>43644</c:v>
                </c:pt>
                <c:pt idx="2570">
                  <c:v>43643</c:v>
                </c:pt>
                <c:pt idx="2571">
                  <c:v>43642</c:v>
                </c:pt>
                <c:pt idx="2572">
                  <c:v>43641</c:v>
                </c:pt>
                <c:pt idx="2573">
                  <c:v>43640</c:v>
                </c:pt>
                <c:pt idx="2574">
                  <c:v>43639</c:v>
                </c:pt>
                <c:pt idx="2575">
                  <c:v>43638</c:v>
                </c:pt>
                <c:pt idx="2576">
                  <c:v>43637</c:v>
                </c:pt>
                <c:pt idx="2577">
                  <c:v>43636</c:v>
                </c:pt>
                <c:pt idx="2578">
                  <c:v>43635</c:v>
                </c:pt>
                <c:pt idx="2579">
                  <c:v>43634</c:v>
                </c:pt>
                <c:pt idx="2580">
                  <c:v>43633</c:v>
                </c:pt>
                <c:pt idx="2581">
                  <c:v>43632</c:v>
                </c:pt>
                <c:pt idx="2582">
                  <c:v>43631</c:v>
                </c:pt>
                <c:pt idx="2583">
                  <c:v>43630</c:v>
                </c:pt>
                <c:pt idx="2584">
                  <c:v>43629</c:v>
                </c:pt>
                <c:pt idx="2585">
                  <c:v>43628</c:v>
                </c:pt>
                <c:pt idx="2586">
                  <c:v>43627</c:v>
                </c:pt>
                <c:pt idx="2587">
                  <c:v>43626</c:v>
                </c:pt>
                <c:pt idx="2588">
                  <c:v>43625</c:v>
                </c:pt>
                <c:pt idx="2589">
                  <c:v>43624</c:v>
                </c:pt>
                <c:pt idx="2590">
                  <c:v>43623</c:v>
                </c:pt>
                <c:pt idx="2591">
                  <c:v>43622</c:v>
                </c:pt>
                <c:pt idx="2592">
                  <c:v>43621</c:v>
                </c:pt>
                <c:pt idx="2593">
                  <c:v>43620</c:v>
                </c:pt>
                <c:pt idx="2594">
                  <c:v>43619</c:v>
                </c:pt>
                <c:pt idx="2595">
                  <c:v>43618</c:v>
                </c:pt>
                <c:pt idx="2596">
                  <c:v>43617</c:v>
                </c:pt>
                <c:pt idx="2597">
                  <c:v>43616</c:v>
                </c:pt>
                <c:pt idx="2598">
                  <c:v>43615</c:v>
                </c:pt>
                <c:pt idx="2599">
                  <c:v>43614</c:v>
                </c:pt>
                <c:pt idx="2600">
                  <c:v>43613</c:v>
                </c:pt>
                <c:pt idx="2601">
                  <c:v>43612</c:v>
                </c:pt>
                <c:pt idx="2602">
                  <c:v>43611</c:v>
                </c:pt>
                <c:pt idx="2603">
                  <c:v>43610</c:v>
                </c:pt>
                <c:pt idx="2604">
                  <c:v>43609</c:v>
                </c:pt>
                <c:pt idx="2605">
                  <c:v>43608</c:v>
                </c:pt>
                <c:pt idx="2606">
                  <c:v>43607</c:v>
                </c:pt>
                <c:pt idx="2607">
                  <c:v>43606</c:v>
                </c:pt>
                <c:pt idx="2608">
                  <c:v>43605</c:v>
                </c:pt>
                <c:pt idx="2609">
                  <c:v>43604</c:v>
                </c:pt>
                <c:pt idx="2610">
                  <c:v>43603</c:v>
                </c:pt>
                <c:pt idx="2611">
                  <c:v>43602</c:v>
                </c:pt>
                <c:pt idx="2612">
                  <c:v>43601</c:v>
                </c:pt>
                <c:pt idx="2613">
                  <c:v>43600</c:v>
                </c:pt>
                <c:pt idx="2614">
                  <c:v>43599</c:v>
                </c:pt>
                <c:pt idx="2615">
                  <c:v>43598</c:v>
                </c:pt>
                <c:pt idx="2616">
                  <c:v>43597</c:v>
                </c:pt>
                <c:pt idx="2617">
                  <c:v>43596</c:v>
                </c:pt>
                <c:pt idx="2618">
                  <c:v>43595</c:v>
                </c:pt>
                <c:pt idx="2619">
                  <c:v>43594</c:v>
                </c:pt>
                <c:pt idx="2620">
                  <c:v>43593</c:v>
                </c:pt>
                <c:pt idx="2621">
                  <c:v>43592</c:v>
                </c:pt>
                <c:pt idx="2622">
                  <c:v>43591</c:v>
                </c:pt>
                <c:pt idx="2623">
                  <c:v>43590</c:v>
                </c:pt>
                <c:pt idx="2624">
                  <c:v>43589</c:v>
                </c:pt>
                <c:pt idx="2625">
                  <c:v>43588</c:v>
                </c:pt>
                <c:pt idx="2626">
                  <c:v>43587</c:v>
                </c:pt>
                <c:pt idx="2627">
                  <c:v>43586</c:v>
                </c:pt>
                <c:pt idx="2628">
                  <c:v>43585</c:v>
                </c:pt>
                <c:pt idx="2629">
                  <c:v>43584</c:v>
                </c:pt>
                <c:pt idx="2630">
                  <c:v>43583</c:v>
                </c:pt>
                <c:pt idx="2631">
                  <c:v>43582</c:v>
                </c:pt>
                <c:pt idx="2632">
                  <c:v>43581</c:v>
                </c:pt>
                <c:pt idx="2633">
                  <c:v>43580</c:v>
                </c:pt>
                <c:pt idx="2634">
                  <c:v>43579</c:v>
                </c:pt>
                <c:pt idx="2635">
                  <c:v>43578</c:v>
                </c:pt>
                <c:pt idx="2636">
                  <c:v>43577</c:v>
                </c:pt>
                <c:pt idx="2637">
                  <c:v>43576</c:v>
                </c:pt>
                <c:pt idx="2638">
                  <c:v>43575</c:v>
                </c:pt>
                <c:pt idx="2639">
                  <c:v>43574</c:v>
                </c:pt>
                <c:pt idx="2640">
                  <c:v>43573</c:v>
                </c:pt>
                <c:pt idx="2641">
                  <c:v>43572</c:v>
                </c:pt>
                <c:pt idx="2642">
                  <c:v>43571</c:v>
                </c:pt>
                <c:pt idx="2643">
                  <c:v>43570</c:v>
                </c:pt>
                <c:pt idx="2644">
                  <c:v>43569</c:v>
                </c:pt>
                <c:pt idx="2645">
                  <c:v>43568</c:v>
                </c:pt>
                <c:pt idx="2646">
                  <c:v>43567</c:v>
                </c:pt>
                <c:pt idx="2647">
                  <c:v>43566</c:v>
                </c:pt>
                <c:pt idx="2648">
                  <c:v>43565</c:v>
                </c:pt>
                <c:pt idx="2649">
                  <c:v>43564</c:v>
                </c:pt>
                <c:pt idx="2650">
                  <c:v>43563</c:v>
                </c:pt>
                <c:pt idx="2651">
                  <c:v>43562</c:v>
                </c:pt>
                <c:pt idx="2652">
                  <c:v>43561</c:v>
                </c:pt>
                <c:pt idx="2653">
                  <c:v>43560</c:v>
                </c:pt>
                <c:pt idx="2654">
                  <c:v>43559</c:v>
                </c:pt>
                <c:pt idx="2655">
                  <c:v>43558</c:v>
                </c:pt>
                <c:pt idx="2656">
                  <c:v>43557</c:v>
                </c:pt>
                <c:pt idx="2657">
                  <c:v>43556</c:v>
                </c:pt>
                <c:pt idx="2658">
                  <c:v>43555</c:v>
                </c:pt>
                <c:pt idx="2659">
                  <c:v>43554</c:v>
                </c:pt>
                <c:pt idx="2660">
                  <c:v>43553</c:v>
                </c:pt>
                <c:pt idx="2661">
                  <c:v>43552</c:v>
                </c:pt>
                <c:pt idx="2662">
                  <c:v>43551</c:v>
                </c:pt>
                <c:pt idx="2663">
                  <c:v>43550</c:v>
                </c:pt>
                <c:pt idx="2664">
                  <c:v>43549</c:v>
                </c:pt>
                <c:pt idx="2665">
                  <c:v>43548</c:v>
                </c:pt>
                <c:pt idx="2666">
                  <c:v>43547</c:v>
                </c:pt>
                <c:pt idx="2667">
                  <c:v>43546</c:v>
                </c:pt>
                <c:pt idx="2668">
                  <c:v>43545</c:v>
                </c:pt>
                <c:pt idx="2669">
                  <c:v>43544</c:v>
                </c:pt>
                <c:pt idx="2670">
                  <c:v>43543</c:v>
                </c:pt>
                <c:pt idx="2671">
                  <c:v>43542</c:v>
                </c:pt>
                <c:pt idx="2672">
                  <c:v>43541</c:v>
                </c:pt>
                <c:pt idx="2673">
                  <c:v>43540</c:v>
                </c:pt>
                <c:pt idx="2674">
                  <c:v>43539</c:v>
                </c:pt>
                <c:pt idx="2675">
                  <c:v>43538</c:v>
                </c:pt>
                <c:pt idx="2676">
                  <c:v>43537</c:v>
                </c:pt>
                <c:pt idx="2677">
                  <c:v>43536</c:v>
                </c:pt>
                <c:pt idx="2678">
                  <c:v>43535</c:v>
                </c:pt>
                <c:pt idx="2679">
                  <c:v>43534</c:v>
                </c:pt>
                <c:pt idx="2680">
                  <c:v>43533</c:v>
                </c:pt>
                <c:pt idx="2681">
                  <c:v>43532</c:v>
                </c:pt>
                <c:pt idx="2682">
                  <c:v>43531</c:v>
                </c:pt>
                <c:pt idx="2683">
                  <c:v>43530</c:v>
                </c:pt>
                <c:pt idx="2684">
                  <c:v>43529</c:v>
                </c:pt>
                <c:pt idx="2685">
                  <c:v>43528</c:v>
                </c:pt>
                <c:pt idx="2686">
                  <c:v>43527</c:v>
                </c:pt>
                <c:pt idx="2687">
                  <c:v>43526</c:v>
                </c:pt>
                <c:pt idx="2688">
                  <c:v>43525</c:v>
                </c:pt>
                <c:pt idx="2689">
                  <c:v>43524</c:v>
                </c:pt>
                <c:pt idx="2690">
                  <c:v>43523</c:v>
                </c:pt>
                <c:pt idx="2691">
                  <c:v>43522</c:v>
                </c:pt>
                <c:pt idx="2692">
                  <c:v>43521</c:v>
                </c:pt>
                <c:pt idx="2693">
                  <c:v>43520</c:v>
                </c:pt>
                <c:pt idx="2694">
                  <c:v>43519</c:v>
                </c:pt>
                <c:pt idx="2695">
                  <c:v>43518</c:v>
                </c:pt>
                <c:pt idx="2696">
                  <c:v>43517</c:v>
                </c:pt>
                <c:pt idx="2697">
                  <c:v>43516</c:v>
                </c:pt>
                <c:pt idx="2698">
                  <c:v>43515</c:v>
                </c:pt>
                <c:pt idx="2699">
                  <c:v>43514</c:v>
                </c:pt>
                <c:pt idx="2700">
                  <c:v>43513</c:v>
                </c:pt>
                <c:pt idx="2701">
                  <c:v>43512</c:v>
                </c:pt>
                <c:pt idx="2702">
                  <c:v>43511</c:v>
                </c:pt>
                <c:pt idx="2703">
                  <c:v>43510</c:v>
                </c:pt>
                <c:pt idx="2704">
                  <c:v>43509</c:v>
                </c:pt>
                <c:pt idx="2705">
                  <c:v>43508</c:v>
                </c:pt>
                <c:pt idx="2706">
                  <c:v>43507</c:v>
                </c:pt>
                <c:pt idx="2707">
                  <c:v>43506</c:v>
                </c:pt>
                <c:pt idx="2708">
                  <c:v>43505</c:v>
                </c:pt>
                <c:pt idx="2709">
                  <c:v>43504</c:v>
                </c:pt>
                <c:pt idx="2710">
                  <c:v>43503</c:v>
                </c:pt>
                <c:pt idx="2711">
                  <c:v>43502</c:v>
                </c:pt>
                <c:pt idx="2712">
                  <c:v>43501</c:v>
                </c:pt>
                <c:pt idx="2713">
                  <c:v>43500</c:v>
                </c:pt>
                <c:pt idx="2714">
                  <c:v>43499</c:v>
                </c:pt>
                <c:pt idx="2715">
                  <c:v>43498</c:v>
                </c:pt>
                <c:pt idx="2716">
                  <c:v>43497</c:v>
                </c:pt>
                <c:pt idx="2717">
                  <c:v>43496</c:v>
                </c:pt>
                <c:pt idx="2718">
                  <c:v>43495</c:v>
                </c:pt>
                <c:pt idx="2719">
                  <c:v>43494</c:v>
                </c:pt>
                <c:pt idx="2720">
                  <c:v>43493</c:v>
                </c:pt>
                <c:pt idx="2721">
                  <c:v>43492</c:v>
                </c:pt>
                <c:pt idx="2722">
                  <c:v>43491</c:v>
                </c:pt>
                <c:pt idx="2723">
                  <c:v>43490</c:v>
                </c:pt>
                <c:pt idx="2724">
                  <c:v>43489</c:v>
                </c:pt>
                <c:pt idx="2725">
                  <c:v>43488</c:v>
                </c:pt>
                <c:pt idx="2726">
                  <c:v>43487</c:v>
                </c:pt>
                <c:pt idx="2727">
                  <c:v>43486</c:v>
                </c:pt>
                <c:pt idx="2728">
                  <c:v>43485</c:v>
                </c:pt>
                <c:pt idx="2729">
                  <c:v>43484</c:v>
                </c:pt>
                <c:pt idx="2730">
                  <c:v>43483</c:v>
                </c:pt>
                <c:pt idx="2731">
                  <c:v>43482</c:v>
                </c:pt>
                <c:pt idx="2732">
                  <c:v>43481</c:v>
                </c:pt>
                <c:pt idx="2733">
                  <c:v>43480</c:v>
                </c:pt>
                <c:pt idx="2734">
                  <c:v>43479</c:v>
                </c:pt>
                <c:pt idx="2735">
                  <c:v>43478</c:v>
                </c:pt>
                <c:pt idx="2736">
                  <c:v>43477</c:v>
                </c:pt>
                <c:pt idx="2737">
                  <c:v>43476</c:v>
                </c:pt>
                <c:pt idx="2738">
                  <c:v>43475</c:v>
                </c:pt>
                <c:pt idx="2739">
                  <c:v>43474</c:v>
                </c:pt>
                <c:pt idx="2740">
                  <c:v>43473</c:v>
                </c:pt>
                <c:pt idx="2741">
                  <c:v>43472</c:v>
                </c:pt>
                <c:pt idx="2742">
                  <c:v>43471</c:v>
                </c:pt>
                <c:pt idx="2743">
                  <c:v>43470</c:v>
                </c:pt>
                <c:pt idx="2744">
                  <c:v>43469</c:v>
                </c:pt>
                <c:pt idx="2745">
                  <c:v>43468</c:v>
                </c:pt>
                <c:pt idx="2746">
                  <c:v>43467</c:v>
                </c:pt>
                <c:pt idx="2747">
                  <c:v>43466</c:v>
                </c:pt>
                <c:pt idx="2748">
                  <c:v>43465</c:v>
                </c:pt>
                <c:pt idx="2749">
                  <c:v>43464</c:v>
                </c:pt>
                <c:pt idx="2750">
                  <c:v>43463</c:v>
                </c:pt>
                <c:pt idx="2751">
                  <c:v>43462</c:v>
                </c:pt>
                <c:pt idx="2752">
                  <c:v>43461</c:v>
                </c:pt>
                <c:pt idx="2753">
                  <c:v>43460</c:v>
                </c:pt>
                <c:pt idx="2754">
                  <c:v>43459</c:v>
                </c:pt>
                <c:pt idx="2755">
                  <c:v>43458</c:v>
                </c:pt>
                <c:pt idx="2756">
                  <c:v>43457</c:v>
                </c:pt>
                <c:pt idx="2757">
                  <c:v>43456</c:v>
                </c:pt>
                <c:pt idx="2758">
                  <c:v>43455</c:v>
                </c:pt>
                <c:pt idx="2759">
                  <c:v>43454</c:v>
                </c:pt>
                <c:pt idx="2760">
                  <c:v>43453</c:v>
                </c:pt>
                <c:pt idx="2761">
                  <c:v>43452</c:v>
                </c:pt>
                <c:pt idx="2762">
                  <c:v>43451</c:v>
                </c:pt>
                <c:pt idx="2763">
                  <c:v>43450</c:v>
                </c:pt>
                <c:pt idx="2764">
                  <c:v>43449</c:v>
                </c:pt>
                <c:pt idx="2765">
                  <c:v>43448</c:v>
                </c:pt>
                <c:pt idx="2766">
                  <c:v>43447</c:v>
                </c:pt>
                <c:pt idx="2767">
                  <c:v>43446</c:v>
                </c:pt>
                <c:pt idx="2768">
                  <c:v>43445</c:v>
                </c:pt>
                <c:pt idx="2769">
                  <c:v>43444</c:v>
                </c:pt>
                <c:pt idx="2770">
                  <c:v>43443</c:v>
                </c:pt>
                <c:pt idx="2771">
                  <c:v>43442</c:v>
                </c:pt>
                <c:pt idx="2772">
                  <c:v>43441</c:v>
                </c:pt>
                <c:pt idx="2773">
                  <c:v>43440</c:v>
                </c:pt>
                <c:pt idx="2774">
                  <c:v>43439</c:v>
                </c:pt>
                <c:pt idx="2775">
                  <c:v>43438</c:v>
                </c:pt>
                <c:pt idx="2776">
                  <c:v>43437</c:v>
                </c:pt>
                <c:pt idx="2777">
                  <c:v>43436</c:v>
                </c:pt>
                <c:pt idx="2778">
                  <c:v>43435</c:v>
                </c:pt>
                <c:pt idx="2779">
                  <c:v>43434</c:v>
                </c:pt>
                <c:pt idx="2780">
                  <c:v>43433</c:v>
                </c:pt>
                <c:pt idx="2781">
                  <c:v>43432</c:v>
                </c:pt>
                <c:pt idx="2782">
                  <c:v>43431</c:v>
                </c:pt>
                <c:pt idx="2783">
                  <c:v>43430</c:v>
                </c:pt>
                <c:pt idx="2784">
                  <c:v>43429</c:v>
                </c:pt>
                <c:pt idx="2785">
                  <c:v>43428</c:v>
                </c:pt>
                <c:pt idx="2786">
                  <c:v>43427</c:v>
                </c:pt>
                <c:pt idx="2787">
                  <c:v>43426</c:v>
                </c:pt>
                <c:pt idx="2788">
                  <c:v>43425</c:v>
                </c:pt>
                <c:pt idx="2789">
                  <c:v>43424</c:v>
                </c:pt>
                <c:pt idx="2790">
                  <c:v>43423</c:v>
                </c:pt>
                <c:pt idx="2791">
                  <c:v>43422</c:v>
                </c:pt>
                <c:pt idx="2792">
                  <c:v>43421</c:v>
                </c:pt>
                <c:pt idx="2793">
                  <c:v>43420</c:v>
                </c:pt>
                <c:pt idx="2794">
                  <c:v>43419</c:v>
                </c:pt>
                <c:pt idx="2795">
                  <c:v>43418</c:v>
                </c:pt>
                <c:pt idx="2796">
                  <c:v>43417</c:v>
                </c:pt>
                <c:pt idx="2797">
                  <c:v>43416</c:v>
                </c:pt>
                <c:pt idx="2798">
                  <c:v>43415</c:v>
                </c:pt>
                <c:pt idx="2799">
                  <c:v>43414</c:v>
                </c:pt>
                <c:pt idx="2800">
                  <c:v>43413</c:v>
                </c:pt>
                <c:pt idx="2801">
                  <c:v>43412</c:v>
                </c:pt>
                <c:pt idx="2802">
                  <c:v>43411</c:v>
                </c:pt>
                <c:pt idx="2803">
                  <c:v>43410</c:v>
                </c:pt>
                <c:pt idx="2804">
                  <c:v>43409</c:v>
                </c:pt>
                <c:pt idx="2805">
                  <c:v>43408</c:v>
                </c:pt>
                <c:pt idx="2806">
                  <c:v>43407</c:v>
                </c:pt>
                <c:pt idx="2807">
                  <c:v>43406</c:v>
                </c:pt>
                <c:pt idx="2808">
                  <c:v>43405</c:v>
                </c:pt>
                <c:pt idx="2809">
                  <c:v>43404</c:v>
                </c:pt>
                <c:pt idx="2810">
                  <c:v>43403</c:v>
                </c:pt>
                <c:pt idx="2811">
                  <c:v>43402</c:v>
                </c:pt>
                <c:pt idx="2812">
                  <c:v>43401</c:v>
                </c:pt>
                <c:pt idx="2813">
                  <c:v>43400</c:v>
                </c:pt>
                <c:pt idx="2814">
                  <c:v>43399</c:v>
                </c:pt>
                <c:pt idx="2815">
                  <c:v>43398</c:v>
                </c:pt>
                <c:pt idx="2816">
                  <c:v>43397</c:v>
                </c:pt>
                <c:pt idx="2817">
                  <c:v>43396</c:v>
                </c:pt>
                <c:pt idx="2818">
                  <c:v>43395</c:v>
                </c:pt>
                <c:pt idx="2819">
                  <c:v>43394</c:v>
                </c:pt>
                <c:pt idx="2820">
                  <c:v>43393</c:v>
                </c:pt>
                <c:pt idx="2821">
                  <c:v>43392</c:v>
                </c:pt>
                <c:pt idx="2822">
                  <c:v>43391</c:v>
                </c:pt>
                <c:pt idx="2823">
                  <c:v>43390</c:v>
                </c:pt>
                <c:pt idx="2824">
                  <c:v>43389</c:v>
                </c:pt>
                <c:pt idx="2825">
                  <c:v>43388</c:v>
                </c:pt>
                <c:pt idx="2826">
                  <c:v>43387</c:v>
                </c:pt>
                <c:pt idx="2827">
                  <c:v>43386</c:v>
                </c:pt>
                <c:pt idx="2828">
                  <c:v>43385</c:v>
                </c:pt>
                <c:pt idx="2829">
                  <c:v>43384</c:v>
                </c:pt>
                <c:pt idx="2830">
                  <c:v>43383</c:v>
                </c:pt>
                <c:pt idx="2831">
                  <c:v>43382</c:v>
                </c:pt>
                <c:pt idx="2832">
                  <c:v>43381</c:v>
                </c:pt>
                <c:pt idx="2833">
                  <c:v>43380</c:v>
                </c:pt>
                <c:pt idx="2834">
                  <c:v>43379</c:v>
                </c:pt>
                <c:pt idx="2835">
                  <c:v>43378</c:v>
                </c:pt>
                <c:pt idx="2836">
                  <c:v>43377</c:v>
                </c:pt>
                <c:pt idx="2837">
                  <c:v>43376</c:v>
                </c:pt>
                <c:pt idx="2838">
                  <c:v>43375</c:v>
                </c:pt>
                <c:pt idx="2839">
                  <c:v>43374</c:v>
                </c:pt>
                <c:pt idx="2840">
                  <c:v>43373</c:v>
                </c:pt>
                <c:pt idx="2841">
                  <c:v>43372</c:v>
                </c:pt>
                <c:pt idx="2842">
                  <c:v>43371</c:v>
                </c:pt>
                <c:pt idx="2843">
                  <c:v>43370</c:v>
                </c:pt>
                <c:pt idx="2844">
                  <c:v>43369</c:v>
                </c:pt>
                <c:pt idx="2845">
                  <c:v>43368</c:v>
                </c:pt>
                <c:pt idx="2846">
                  <c:v>43367</c:v>
                </c:pt>
                <c:pt idx="2847">
                  <c:v>43366</c:v>
                </c:pt>
                <c:pt idx="2848">
                  <c:v>43365</c:v>
                </c:pt>
                <c:pt idx="2849">
                  <c:v>43364</c:v>
                </c:pt>
                <c:pt idx="2850">
                  <c:v>43363</c:v>
                </c:pt>
                <c:pt idx="2851">
                  <c:v>43362</c:v>
                </c:pt>
                <c:pt idx="2852">
                  <c:v>43361</c:v>
                </c:pt>
                <c:pt idx="2853">
                  <c:v>43360</c:v>
                </c:pt>
                <c:pt idx="2854">
                  <c:v>43359</c:v>
                </c:pt>
                <c:pt idx="2855">
                  <c:v>43358</c:v>
                </c:pt>
                <c:pt idx="2856">
                  <c:v>43357</c:v>
                </c:pt>
                <c:pt idx="2857">
                  <c:v>43356</c:v>
                </c:pt>
                <c:pt idx="2858">
                  <c:v>43355</c:v>
                </c:pt>
                <c:pt idx="2859">
                  <c:v>43354</c:v>
                </c:pt>
                <c:pt idx="2860">
                  <c:v>43353</c:v>
                </c:pt>
                <c:pt idx="2861">
                  <c:v>43352</c:v>
                </c:pt>
                <c:pt idx="2862">
                  <c:v>43351</c:v>
                </c:pt>
                <c:pt idx="2863">
                  <c:v>43350</c:v>
                </c:pt>
                <c:pt idx="2864">
                  <c:v>43349</c:v>
                </c:pt>
                <c:pt idx="2865">
                  <c:v>43348</c:v>
                </c:pt>
                <c:pt idx="2866">
                  <c:v>43347</c:v>
                </c:pt>
                <c:pt idx="2867">
                  <c:v>43346</c:v>
                </c:pt>
                <c:pt idx="2868">
                  <c:v>43345</c:v>
                </c:pt>
                <c:pt idx="2869">
                  <c:v>43344</c:v>
                </c:pt>
                <c:pt idx="2870">
                  <c:v>43343</c:v>
                </c:pt>
                <c:pt idx="2871">
                  <c:v>43342</c:v>
                </c:pt>
                <c:pt idx="2872">
                  <c:v>43341</c:v>
                </c:pt>
                <c:pt idx="2873">
                  <c:v>43340</c:v>
                </c:pt>
                <c:pt idx="2874">
                  <c:v>43339</c:v>
                </c:pt>
                <c:pt idx="2875">
                  <c:v>43338</c:v>
                </c:pt>
                <c:pt idx="2876">
                  <c:v>43337</c:v>
                </c:pt>
                <c:pt idx="2877">
                  <c:v>43336</c:v>
                </c:pt>
                <c:pt idx="2878">
                  <c:v>43335</c:v>
                </c:pt>
                <c:pt idx="2879">
                  <c:v>43334</c:v>
                </c:pt>
                <c:pt idx="2880">
                  <c:v>43333</c:v>
                </c:pt>
                <c:pt idx="2881">
                  <c:v>43332</c:v>
                </c:pt>
                <c:pt idx="2882">
                  <c:v>43331</c:v>
                </c:pt>
                <c:pt idx="2883">
                  <c:v>43330</c:v>
                </c:pt>
                <c:pt idx="2884">
                  <c:v>43329</c:v>
                </c:pt>
                <c:pt idx="2885">
                  <c:v>43328</c:v>
                </c:pt>
                <c:pt idx="2886">
                  <c:v>43327</c:v>
                </c:pt>
                <c:pt idx="2887">
                  <c:v>43326</c:v>
                </c:pt>
                <c:pt idx="2888">
                  <c:v>43325</c:v>
                </c:pt>
                <c:pt idx="2889">
                  <c:v>43324</c:v>
                </c:pt>
                <c:pt idx="2890">
                  <c:v>43323</c:v>
                </c:pt>
                <c:pt idx="2891">
                  <c:v>43322</c:v>
                </c:pt>
                <c:pt idx="2892">
                  <c:v>43321</c:v>
                </c:pt>
                <c:pt idx="2893">
                  <c:v>43320</c:v>
                </c:pt>
                <c:pt idx="2894">
                  <c:v>43319</c:v>
                </c:pt>
                <c:pt idx="2895">
                  <c:v>43318</c:v>
                </c:pt>
                <c:pt idx="2896">
                  <c:v>43317</c:v>
                </c:pt>
                <c:pt idx="2897">
                  <c:v>43316</c:v>
                </c:pt>
                <c:pt idx="2898">
                  <c:v>43315</c:v>
                </c:pt>
                <c:pt idx="2899">
                  <c:v>43314</c:v>
                </c:pt>
                <c:pt idx="2900">
                  <c:v>43313</c:v>
                </c:pt>
                <c:pt idx="2901">
                  <c:v>43312</c:v>
                </c:pt>
                <c:pt idx="2902">
                  <c:v>43311</c:v>
                </c:pt>
                <c:pt idx="2903">
                  <c:v>43310</c:v>
                </c:pt>
                <c:pt idx="2904">
                  <c:v>43309</c:v>
                </c:pt>
                <c:pt idx="2905">
                  <c:v>43308</c:v>
                </c:pt>
                <c:pt idx="2906">
                  <c:v>43307</c:v>
                </c:pt>
                <c:pt idx="2907">
                  <c:v>43306</c:v>
                </c:pt>
                <c:pt idx="2908">
                  <c:v>43305</c:v>
                </c:pt>
                <c:pt idx="2909">
                  <c:v>43304</c:v>
                </c:pt>
                <c:pt idx="2910">
                  <c:v>43303</c:v>
                </c:pt>
                <c:pt idx="2911">
                  <c:v>43302</c:v>
                </c:pt>
                <c:pt idx="2912">
                  <c:v>43301</c:v>
                </c:pt>
                <c:pt idx="2913">
                  <c:v>43300</c:v>
                </c:pt>
                <c:pt idx="2914">
                  <c:v>43299</c:v>
                </c:pt>
                <c:pt idx="2915">
                  <c:v>43298</c:v>
                </c:pt>
                <c:pt idx="2916">
                  <c:v>43297</c:v>
                </c:pt>
                <c:pt idx="2917">
                  <c:v>43296</c:v>
                </c:pt>
                <c:pt idx="2918">
                  <c:v>43295</c:v>
                </c:pt>
                <c:pt idx="2919">
                  <c:v>43294</c:v>
                </c:pt>
                <c:pt idx="2920">
                  <c:v>43293</c:v>
                </c:pt>
                <c:pt idx="2921">
                  <c:v>43292</c:v>
                </c:pt>
                <c:pt idx="2922">
                  <c:v>43291</c:v>
                </c:pt>
                <c:pt idx="2923">
                  <c:v>43290</c:v>
                </c:pt>
                <c:pt idx="2924">
                  <c:v>43289</c:v>
                </c:pt>
                <c:pt idx="2925">
                  <c:v>43288</c:v>
                </c:pt>
                <c:pt idx="2926">
                  <c:v>43287</c:v>
                </c:pt>
                <c:pt idx="2927">
                  <c:v>43286</c:v>
                </c:pt>
                <c:pt idx="2928">
                  <c:v>43285</c:v>
                </c:pt>
                <c:pt idx="2929">
                  <c:v>43284</c:v>
                </c:pt>
                <c:pt idx="2930">
                  <c:v>43283</c:v>
                </c:pt>
                <c:pt idx="2931">
                  <c:v>43282</c:v>
                </c:pt>
                <c:pt idx="2932">
                  <c:v>43281</c:v>
                </c:pt>
                <c:pt idx="2933">
                  <c:v>43280</c:v>
                </c:pt>
                <c:pt idx="2934">
                  <c:v>43279</c:v>
                </c:pt>
                <c:pt idx="2935">
                  <c:v>43278</c:v>
                </c:pt>
                <c:pt idx="2936">
                  <c:v>43277</c:v>
                </c:pt>
                <c:pt idx="2937">
                  <c:v>43276</c:v>
                </c:pt>
                <c:pt idx="2938">
                  <c:v>43275</c:v>
                </c:pt>
                <c:pt idx="2939">
                  <c:v>43274</c:v>
                </c:pt>
                <c:pt idx="2940">
                  <c:v>43273</c:v>
                </c:pt>
                <c:pt idx="2941">
                  <c:v>43272</c:v>
                </c:pt>
                <c:pt idx="2942">
                  <c:v>43271</c:v>
                </c:pt>
                <c:pt idx="2943">
                  <c:v>43270</c:v>
                </c:pt>
                <c:pt idx="2944">
                  <c:v>43269</c:v>
                </c:pt>
                <c:pt idx="2945">
                  <c:v>43268</c:v>
                </c:pt>
                <c:pt idx="2946">
                  <c:v>43267</c:v>
                </c:pt>
                <c:pt idx="2947">
                  <c:v>43266</c:v>
                </c:pt>
                <c:pt idx="2948">
                  <c:v>43265</c:v>
                </c:pt>
                <c:pt idx="2949">
                  <c:v>43264</c:v>
                </c:pt>
                <c:pt idx="2950">
                  <c:v>43263</c:v>
                </c:pt>
                <c:pt idx="2951">
                  <c:v>43262</c:v>
                </c:pt>
                <c:pt idx="2952">
                  <c:v>43261</c:v>
                </c:pt>
                <c:pt idx="2953">
                  <c:v>43260</c:v>
                </c:pt>
                <c:pt idx="2954">
                  <c:v>43259</c:v>
                </c:pt>
                <c:pt idx="2955">
                  <c:v>43258</c:v>
                </c:pt>
                <c:pt idx="2956">
                  <c:v>43257</c:v>
                </c:pt>
                <c:pt idx="2957">
                  <c:v>43256</c:v>
                </c:pt>
                <c:pt idx="2958">
                  <c:v>43255</c:v>
                </c:pt>
                <c:pt idx="2959">
                  <c:v>43254</c:v>
                </c:pt>
                <c:pt idx="2960">
                  <c:v>43253</c:v>
                </c:pt>
                <c:pt idx="2961">
                  <c:v>43252</c:v>
                </c:pt>
                <c:pt idx="2962">
                  <c:v>43251</c:v>
                </c:pt>
                <c:pt idx="2963">
                  <c:v>43250</c:v>
                </c:pt>
                <c:pt idx="2964">
                  <c:v>43249</c:v>
                </c:pt>
                <c:pt idx="2965">
                  <c:v>43248</c:v>
                </c:pt>
                <c:pt idx="2966">
                  <c:v>43247</c:v>
                </c:pt>
                <c:pt idx="2967">
                  <c:v>43246</c:v>
                </c:pt>
                <c:pt idx="2968">
                  <c:v>43245</c:v>
                </c:pt>
                <c:pt idx="2969">
                  <c:v>43244</c:v>
                </c:pt>
                <c:pt idx="2970">
                  <c:v>43243</c:v>
                </c:pt>
                <c:pt idx="2971">
                  <c:v>43242</c:v>
                </c:pt>
                <c:pt idx="2972">
                  <c:v>43241</c:v>
                </c:pt>
                <c:pt idx="2973">
                  <c:v>43240</c:v>
                </c:pt>
                <c:pt idx="2974">
                  <c:v>43239</c:v>
                </c:pt>
                <c:pt idx="2975">
                  <c:v>43238</c:v>
                </c:pt>
                <c:pt idx="2976">
                  <c:v>43237</c:v>
                </c:pt>
                <c:pt idx="2977">
                  <c:v>43236</c:v>
                </c:pt>
                <c:pt idx="2978">
                  <c:v>43235</c:v>
                </c:pt>
                <c:pt idx="2979">
                  <c:v>43234</c:v>
                </c:pt>
                <c:pt idx="2980">
                  <c:v>43233</c:v>
                </c:pt>
                <c:pt idx="2981">
                  <c:v>43232</c:v>
                </c:pt>
                <c:pt idx="2982">
                  <c:v>43231</c:v>
                </c:pt>
                <c:pt idx="2983">
                  <c:v>43230</c:v>
                </c:pt>
                <c:pt idx="2984">
                  <c:v>43229</c:v>
                </c:pt>
                <c:pt idx="2985">
                  <c:v>43228</c:v>
                </c:pt>
                <c:pt idx="2986">
                  <c:v>43227</c:v>
                </c:pt>
                <c:pt idx="2987">
                  <c:v>43226</c:v>
                </c:pt>
                <c:pt idx="2988">
                  <c:v>43225</c:v>
                </c:pt>
                <c:pt idx="2989">
                  <c:v>43224</c:v>
                </c:pt>
                <c:pt idx="2990">
                  <c:v>43223</c:v>
                </c:pt>
                <c:pt idx="2991">
                  <c:v>43222</c:v>
                </c:pt>
                <c:pt idx="2992">
                  <c:v>43221</c:v>
                </c:pt>
                <c:pt idx="2993">
                  <c:v>43220</c:v>
                </c:pt>
                <c:pt idx="2994">
                  <c:v>43219</c:v>
                </c:pt>
                <c:pt idx="2995">
                  <c:v>43218</c:v>
                </c:pt>
                <c:pt idx="2996">
                  <c:v>43217</c:v>
                </c:pt>
                <c:pt idx="2997">
                  <c:v>43216</c:v>
                </c:pt>
                <c:pt idx="2998">
                  <c:v>43215</c:v>
                </c:pt>
                <c:pt idx="2999">
                  <c:v>43214</c:v>
                </c:pt>
                <c:pt idx="3000">
                  <c:v>43213</c:v>
                </c:pt>
                <c:pt idx="3001">
                  <c:v>43212</c:v>
                </c:pt>
                <c:pt idx="3002">
                  <c:v>43211</c:v>
                </c:pt>
                <c:pt idx="3003">
                  <c:v>43210</c:v>
                </c:pt>
                <c:pt idx="3004">
                  <c:v>43209</c:v>
                </c:pt>
                <c:pt idx="3005">
                  <c:v>43208</c:v>
                </c:pt>
                <c:pt idx="3006">
                  <c:v>43207</c:v>
                </c:pt>
                <c:pt idx="3007">
                  <c:v>43206</c:v>
                </c:pt>
                <c:pt idx="3008">
                  <c:v>43205</c:v>
                </c:pt>
                <c:pt idx="3009">
                  <c:v>43204</c:v>
                </c:pt>
                <c:pt idx="3010">
                  <c:v>43203</c:v>
                </c:pt>
                <c:pt idx="3011">
                  <c:v>43202</c:v>
                </c:pt>
                <c:pt idx="3012">
                  <c:v>43201</c:v>
                </c:pt>
                <c:pt idx="3013">
                  <c:v>43200</c:v>
                </c:pt>
                <c:pt idx="3014">
                  <c:v>43199</c:v>
                </c:pt>
                <c:pt idx="3015">
                  <c:v>43198</c:v>
                </c:pt>
                <c:pt idx="3016">
                  <c:v>43197</c:v>
                </c:pt>
                <c:pt idx="3017">
                  <c:v>43196</c:v>
                </c:pt>
                <c:pt idx="3018">
                  <c:v>43195</c:v>
                </c:pt>
                <c:pt idx="3019">
                  <c:v>43194</c:v>
                </c:pt>
                <c:pt idx="3020">
                  <c:v>43193</c:v>
                </c:pt>
                <c:pt idx="3021">
                  <c:v>43192</c:v>
                </c:pt>
                <c:pt idx="3022">
                  <c:v>43191</c:v>
                </c:pt>
                <c:pt idx="3023">
                  <c:v>43190</c:v>
                </c:pt>
                <c:pt idx="3024">
                  <c:v>43189</c:v>
                </c:pt>
                <c:pt idx="3025">
                  <c:v>43188</c:v>
                </c:pt>
                <c:pt idx="3026">
                  <c:v>43187</c:v>
                </c:pt>
                <c:pt idx="3027">
                  <c:v>43186</c:v>
                </c:pt>
                <c:pt idx="3028">
                  <c:v>43185</c:v>
                </c:pt>
                <c:pt idx="3029">
                  <c:v>43184</c:v>
                </c:pt>
                <c:pt idx="3030">
                  <c:v>43183</c:v>
                </c:pt>
                <c:pt idx="3031">
                  <c:v>43182</c:v>
                </c:pt>
                <c:pt idx="3032">
                  <c:v>43181</c:v>
                </c:pt>
                <c:pt idx="3033">
                  <c:v>43180</c:v>
                </c:pt>
                <c:pt idx="3034">
                  <c:v>43179</c:v>
                </c:pt>
                <c:pt idx="3035">
                  <c:v>43178</c:v>
                </c:pt>
                <c:pt idx="3036">
                  <c:v>43177</c:v>
                </c:pt>
                <c:pt idx="3037">
                  <c:v>43176</c:v>
                </c:pt>
                <c:pt idx="3038">
                  <c:v>43175</c:v>
                </c:pt>
                <c:pt idx="3039">
                  <c:v>43174</c:v>
                </c:pt>
                <c:pt idx="3040">
                  <c:v>43173</c:v>
                </c:pt>
                <c:pt idx="3041">
                  <c:v>43172</c:v>
                </c:pt>
                <c:pt idx="3042">
                  <c:v>43171</c:v>
                </c:pt>
                <c:pt idx="3043">
                  <c:v>43170</c:v>
                </c:pt>
                <c:pt idx="3044">
                  <c:v>43169</c:v>
                </c:pt>
                <c:pt idx="3045">
                  <c:v>43168</c:v>
                </c:pt>
                <c:pt idx="3046">
                  <c:v>43167</c:v>
                </c:pt>
                <c:pt idx="3047">
                  <c:v>43166</c:v>
                </c:pt>
                <c:pt idx="3048">
                  <c:v>43165</c:v>
                </c:pt>
                <c:pt idx="3049">
                  <c:v>43164</c:v>
                </c:pt>
                <c:pt idx="3050">
                  <c:v>43163</c:v>
                </c:pt>
                <c:pt idx="3051">
                  <c:v>43162</c:v>
                </c:pt>
                <c:pt idx="3052">
                  <c:v>43161</c:v>
                </c:pt>
                <c:pt idx="3053">
                  <c:v>43160</c:v>
                </c:pt>
                <c:pt idx="3054">
                  <c:v>43159</c:v>
                </c:pt>
                <c:pt idx="3055">
                  <c:v>43158</c:v>
                </c:pt>
                <c:pt idx="3056">
                  <c:v>43157</c:v>
                </c:pt>
                <c:pt idx="3057">
                  <c:v>43156</c:v>
                </c:pt>
                <c:pt idx="3058">
                  <c:v>43155</c:v>
                </c:pt>
                <c:pt idx="3059">
                  <c:v>43154</c:v>
                </c:pt>
                <c:pt idx="3060">
                  <c:v>43153</c:v>
                </c:pt>
                <c:pt idx="3061">
                  <c:v>43152</c:v>
                </c:pt>
                <c:pt idx="3062">
                  <c:v>43151</c:v>
                </c:pt>
                <c:pt idx="3063">
                  <c:v>43150</c:v>
                </c:pt>
                <c:pt idx="3064">
                  <c:v>43149</c:v>
                </c:pt>
                <c:pt idx="3065">
                  <c:v>43148</c:v>
                </c:pt>
                <c:pt idx="3066">
                  <c:v>43147</c:v>
                </c:pt>
                <c:pt idx="3067">
                  <c:v>43146</c:v>
                </c:pt>
                <c:pt idx="3068">
                  <c:v>43145</c:v>
                </c:pt>
                <c:pt idx="3069">
                  <c:v>43144</c:v>
                </c:pt>
                <c:pt idx="3070">
                  <c:v>43143</c:v>
                </c:pt>
                <c:pt idx="3071">
                  <c:v>43142</c:v>
                </c:pt>
                <c:pt idx="3072">
                  <c:v>43141</c:v>
                </c:pt>
                <c:pt idx="3073">
                  <c:v>43140</c:v>
                </c:pt>
                <c:pt idx="3074">
                  <c:v>43139</c:v>
                </c:pt>
                <c:pt idx="3075">
                  <c:v>43138</c:v>
                </c:pt>
                <c:pt idx="3076">
                  <c:v>43137</c:v>
                </c:pt>
                <c:pt idx="3077">
                  <c:v>43136</c:v>
                </c:pt>
                <c:pt idx="3078">
                  <c:v>43135</c:v>
                </c:pt>
                <c:pt idx="3079">
                  <c:v>43134</c:v>
                </c:pt>
                <c:pt idx="3080">
                  <c:v>43133</c:v>
                </c:pt>
                <c:pt idx="3081">
                  <c:v>43132</c:v>
                </c:pt>
                <c:pt idx="3082">
                  <c:v>43131</c:v>
                </c:pt>
                <c:pt idx="3083">
                  <c:v>43130</c:v>
                </c:pt>
                <c:pt idx="3084">
                  <c:v>43129</c:v>
                </c:pt>
                <c:pt idx="3085">
                  <c:v>43128</c:v>
                </c:pt>
                <c:pt idx="3086">
                  <c:v>43127</c:v>
                </c:pt>
                <c:pt idx="3087">
                  <c:v>43126</c:v>
                </c:pt>
                <c:pt idx="3088">
                  <c:v>43125</c:v>
                </c:pt>
                <c:pt idx="3089">
                  <c:v>43124</c:v>
                </c:pt>
                <c:pt idx="3090">
                  <c:v>43123</c:v>
                </c:pt>
                <c:pt idx="3091">
                  <c:v>43122</c:v>
                </c:pt>
                <c:pt idx="3092">
                  <c:v>43121</c:v>
                </c:pt>
                <c:pt idx="3093">
                  <c:v>43120</c:v>
                </c:pt>
                <c:pt idx="3094">
                  <c:v>43119</c:v>
                </c:pt>
                <c:pt idx="3095">
                  <c:v>43118</c:v>
                </c:pt>
                <c:pt idx="3096">
                  <c:v>43117</c:v>
                </c:pt>
                <c:pt idx="3097">
                  <c:v>43116</c:v>
                </c:pt>
                <c:pt idx="3098">
                  <c:v>43115</c:v>
                </c:pt>
                <c:pt idx="3099">
                  <c:v>43114</c:v>
                </c:pt>
                <c:pt idx="3100">
                  <c:v>43113</c:v>
                </c:pt>
                <c:pt idx="3101">
                  <c:v>43112</c:v>
                </c:pt>
                <c:pt idx="3102">
                  <c:v>43111</c:v>
                </c:pt>
                <c:pt idx="3103">
                  <c:v>43110</c:v>
                </c:pt>
                <c:pt idx="3104">
                  <c:v>43109</c:v>
                </c:pt>
                <c:pt idx="3105">
                  <c:v>43108</c:v>
                </c:pt>
                <c:pt idx="3106">
                  <c:v>43107</c:v>
                </c:pt>
                <c:pt idx="3107">
                  <c:v>43106</c:v>
                </c:pt>
                <c:pt idx="3108">
                  <c:v>43105</c:v>
                </c:pt>
                <c:pt idx="3109">
                  <c:v>43104</c:v>
                </c:pt>
                <c:pt idx="3110">
                  <c:v>43103</c:v>
                </c:pt>
                <c:pt idx="3111">
                  <c:v>43102</c:v>
                </c:pt>
                <c:pt idx="3112">
                  <c:v>43101</c:v>
                </c:pt>
                <c:pt idx="3113">
                  <c:v>43100</c:v>
                </c:pt>
                <c:pt idx="3114">
                  <c:v>43099</c:v>
                </c:pt>
                <c:pt idx="3115">
                  <c:v>43098</c:v>
                </c:pt>
                <c:pt idx="3116">
                  <c:v>43097</c:v>
                </c:pt>
                <c:pt idx="3117">
                  <c:v>43096</c:v>
                </c:pt>
                <c:pt idx="3118">
                  <c:v>43095</c:v>
                </c:pt>
                <c:pt idx="3119">
                  <c:v>43094</c:v>
                </c:pt>
                <c:pt idx="3120">
                  <c:v>43093</c:v>
                </c:pt>
                <c:pt idx="3121">
                  <c:v>43092</c:v>
                </c:pt>
                <c:pt idx="3122">
                  <c:v>43091</c:v>
                </c:pt>
                <c:pt idx="3123">
                  <c:v>43090</c:v>
                </c:pt>
                <c:pt idx="3124">
                  <c:v>43089</c:v>
                </c:pt>
                <c:pt idx="3125">
                  <c:v>43088</c:v>
                </c:pt>
                <c:pt idx="3126">
                  <c:v>43087</c:v>
                </c:pt>
                <c:pt idx="3127">
                  <c:v>43086</c:v>
                </c:pt>
                <c:pt idx="3128">
                  <c:v>43085</c:v>
                </c:pt>
                <c:pt idx="3129">
                  <c:v>43084</c:v>
                </c:pt>
                <c:pt idx="3130">
                  <c:v>43083</c:v>
                </c:pt>
                <c:pt idx="3131">
                  <c:v>43082</c:v>
                </c:pt>
                <c:pt idx="3132">
                  <c:v>43081</c:v>
                </c:pt>
                <c:pt idx="3133">
                  <c:v>43080</c:v>
                </c:pt>
                <c:pt idx="3134">
                  <c:v>43079</c:v>
                </c:pt>
                <c:pt idx="3135">
                  <c:v>43078</c:v>
                </c:pt>
                <c:pt idx="3136">
                  <c:v>43077</c:v>
                </c:pt>
                <c:pt idx="3137">
                  <c:v>43076</c:v>
                </c:pt>
                <c:pt idx="3138">
                  <c:v>43075</c:v>
                </c:pt>
                <c:pt idx="3139">
                  <c:v>43074</c:v>
                </c:pt>
                <c:pt idx="3140">
                  <c:v>43073</c:v>
                </c:pt>
                <c:pt idx="3141">
                  <c:v>43072</c:v>
                </c:pt>
                <c:pt idx="3142">
                  <c:v>43071</c:v>
                </c:pt>
                <c:pt idx="3143">
                  <c:v>43070</c:v>
                </c:pt>
                <c:pt idx="3144">
                  <c:v>43069</c:v>
                </c:pt>
                <c:pt idx="3145">
                  <c:v>43068</c:v>
                </c:pt>
                <c:pt idx="3146">
                  <c:v>43067</c:v>
                </c:pt>
                <c:pt idx="3147">
                  <c:v>43066</c:v>
                </c:pt>
                <c:pt idx="3148">
                  <c:v>43065</c:v>
                </c:pt>
                <c:pt idx="3149">
                  <c:v>43064</c:v>
                </c:pt>
                <c:pt idx="3150">
                  <c:v>43063</c:v>
                </c:pt>
                <c:pt idx="3151">
                  <c:v>43062</c:v>
                </c:pt>
                <c:pt idx="3152">
                  <c:v>43061</c:v>
                </c:pt>
                <c:pt idx="3153">
                  <c:v>43060</c:v>
                </c:pt>
                <c:pt idx="3154">
                  <c:v>43059</c:v>
                </c:pt>
                <c:pt idx="3155">
                  <c:v>43058</c:v>
                </c:pt>
                <c:pt idx="3156">
                  <c:v>43057</c:v>
                </c:pt>
                <c:pt idx="3157">
                  <c:v>43056</c:v>
                </c:pt>
                <c:pt idx="3158">
                  <c:v>43055</c:v>
                </c:pt>
                <c:pt idx="3159">
                  <c:v>43054</c:v>
                </c:pt>
                <c:pt idx="3160">
                  <c:v>43053</c:v>
                </c:pt>
                <c:pt idx="3161">
                  <c:v>43052</c:v>
                </c:pt>
                <c:pt idx="3162">
                  <c:v>43051</c:v>
                </c:pt>
                <c:pt idx="3163">
                  <c:v>43050</c:v>
                </c:pt>
                <c:pt idx="3164">
                  <c:v>43049</c:v>
                </c:pt>
                <c:pt idx="3165">
                  <c:v>43048</c:v>
                </c:pt>
                <c:pt idx="3166">
                  <c:v>43047</c:v>
                </c:pt>
                <c:pt idx="3167">
                  <c:v>43046</c:v>
                </c:pt>
                <c:pt idx="3168">
                  <c:v>43045</c:v>
                </c:pt>
                <c:pt idx="3169">
                  <c:v>43044</c:v>
                </c:pt>
                <c:pt idx="3170">
                  <c:v>43043</c:v>
                </c:pt>
                <c:pt idx="3171">
                  <c:v>43042</c:v>
                </c:pt>
                <c:pt idx="3172">
                  <c:v>43041</c:v>
                </c:pt>
                <c:pt idx="3173">
                  <c:v>43040</c:v>
                </c:pt>
                <c:pt idx="3174">
                  <c:v>43039</c:v>
                </c:pt>
                <c:pt idx="3175">
                  <c:v>43038</c:v>
                </c:pt>
                <c:pt idx="3176">
                  <c:v>43037</c:v>
                </c:pt>
                <c:pt idx="3177">
                  <c:v>43036</c:v>
                </c:pt>
                <c:pt idx="3178">
                  <c:v>43035</c:v>
                </c:pt>
                <c:pt idx="3179">
                  <c:v>43034</c:v>
                </c:pt>
                <c:pt idx="3180">
                  <c:v>43033</c:v>
                </c:pt>
                <c:pt idx="3181">
                  <c:v>43032</c:v>
                </c:pt>
                <c:pt idx="3182">
                  <c:v>43031</c:v>
                </c:pt>
                <c:pt idx="3183">
                  <c:v>43030</c:v>
                </c:pt>
                <c:pt idx="3184">
                  <c:v>43029</c:v>
                </c:pt>
                <c:pt idx="3185">
                  <c:v>43028</c:v>
                </c:pt>
                <c:pt idx="3186">
                  <c:v>43027</c:v>
                </c:pt>
                <c:pt idx="3187">
                  <c:v>43026</c:v>
                </c:pt>
                <c:pt idx="3188">
                  <c:v>43025</c:v>
                </c:pt>
                <c:pt idx="3189">
                  <c:v>43024</c:v>
                </c:pt>
                <c:pt idx="3190">
                  <c:v>43023</c:v>
                </c:pt>
                <c:pt idx="3191">
                  <c:v>43022</c:v>
                </c:pt>
                <c:pt idx="3192">
                  <c:v>43021</c:v>
                </c:pt>
                <c:pt idx="3193">
                  <c:v>43020</c:v>
                </c:pt>
                <c:pt idx="3194">
                  <c:v>43019</c:v>
                </c:pt>
                <c:pt idx="3195">
                  <c:v>43018</c:v>
                </c:pt>
                <c:pt idx="3196">
                  <c:v>43017</c:v>
                </c:pt>
                <c:pt idx="3197">
                  <c:v>43016</c:v>
                </c:pt>
                <c:pt idx="3198">
                  <c:v>43015</c:v>
                </c:pt>
                <c:pt idx="3199">
                  <c:v>43014</c:v>
                </c:pt>
                <c:pt idx="3200">
                  <c:v>43013</c:v>
                </c:pt>
                <c:pt idx="3201">
                  <c:v>43012</c:v>
                </c:pt>
                <c:pt idx="3202">
                  <c:v>43011</c:v>
                </c:pt>
                <c:pt idx="3203">
                  <c:v>43010</c:v>
                </c:pt>
                <c:pt idx="3204">
                  <c:v>43009</c:v>
                </c:pt>
                <c:pt idx="3205">
                  <c:v>43008</c:v>
                </c:pt>
                <c:pt idx="3206">
                  <c:v>43007</c:v>
                </c:pt>
                <c:pt idx="3207">
                  <c:v>43006</c:v>
                </c:pt>
                <c:pt idx="3208">
                  <c:v>43005</c:v>
                </c:pt>
                <c:pt idx="3209">
                  <c:v>43004</c:v>
                </c:pt>
                <c:pt idx="3210">
                  <c:v>43003</c:v>
                </c:pt>
                <c:pt idx="3211">
                  <c:v>43002</c:v>
                </c:pt>
                <c:pt idx="3212">
                  <c:v>43001</c:v>
                </c:pt>
                <c:pt idx="3213">
                  <c:v>43000</c:v>
                </c:pt>
                <c:pt idx="3214">
                  <c:v>42999</c:v>
                </c:pt>
                <c:pt idx="3215">
                  <c:v>42998</c:v>
                </c:pt>
                <c:pt idx="3216">
                  <c:v>42997</c:v>
                </c:pt>
                <c:pt idx="3217">
                  <c:v>42996</c:v>
                </c:pt>
                <c:pt idx="3218">
                  <c:v>42995</c:v>
                </c:pt>
                <c:pt idx="3219">
                  <c:v>42994</c:v>
                </c:pt>
                <c:pt idx="3220">
                  <c:v>42993</c:v>
                </c:pt>
                <c:pt idx="3221">
                  <c:v>42992</c:v>
                </c:pt>
                <c:pt idx="3222">
                  <c:v>42991</c:v>
                </c:pt>
                <c:pt idx="3223">
                  <c:v>42990</c:v>
                </c:pt>
                <c:pt idx="3224">
                  <c:v>42989</c:v>
                </c:pt>
                <c:pt idx="3225">
                  <c:v>42988</c:v>
                </c:pt>
                <c:pt idx="3226">
                  <c:v>42987</c:v>
                </c:pt>
                <c:pt idx="3227">
                  <c:v>42986</c:v>
                </c:pt>
                <c:pt idx="3228">
                  <c:v>42985</c:v>
                </c:pt>
                <c:pt idx="3229">
                  <c:v>42984</c:v>
                </c:pt>
                <c:pt idx="3230">
                  <c:v>42983</c:v>
                </c:pt>
                <c:pt idx="3231">
                  <c:v>42982</c:v>
                </c:pt>
                <c:pt idx="3232">
                  <c:v>42981</c:v>
                </c:pt>
                <c:pt idx="3233">
                  <c:v>42980</c:v>
                </c:pt>
                <c:pt idx="3234">
                  <c:v>42979</c:v>
                </c:pt>
                <c:pt idx="3235">
                  <c:v>42978</c:v>
                </c:pt>
                <c:pt idx="3236">
                  <c:v>42977</c:v>
                </c:pt>
                <c:pt idx="3237">
                  <c:v>42976</c:v>
                </c:pt>
                <c:pt idx="3238">
                  <c:v>42975</c:v>
                </c:pt>
                <c:pt idx="3239">
                  <c:v>42974</c:v>
                </c:pt>
                <c:pt idx="3240">
                  <c:v>42973</c:v>
                </c:pt>
                <c:pt idx="3241">
                  <c:v>42972</c:v>
                </c:pt>
                <c:pt idx="3242">
                  <c:v>42971</c:v>
                </c:pt>
                <c:pt idx="3243">
                  <c:v>42970</c:v>
                </c:pt>
                <c:pt idx="3244">
                  <c:v>42969</c:v>
                </c:pt>
                <c:pt idx="3245">
                  <c:v>42968</c:v>
                </c:pt>
                <c:pt idx="3246">
                  <c:v>42967</c:v>
                </c:pt>
                <c:pt idx="3247">
                  <c:v>42966</c:v>
                </c:pt>
                <c:pt idx="3248">
                  <c:v>42965</c:v>
                </c:pt>
                <c:pt idx="3249">
                  <c:v>42964</c:v>
                </c:pt>
                <c:pt idx="3250">
                  <c:v>42963</c:v>
                </c:pt>
                <c:pt idx="3251">
                  <c:v>42962</c:v>
                </c:pt>
                <c:pt idx="3252">
                  <c:v>42961</c:v>
                </c:pt>
                <c:pt idx="3253">
                  <c:v>42960</c:v>
                </c:pt>
                <c:pt idx="3254">
                  <c:v>42959</c:v>
                </c:pt>
                <c:pt idx="3255">
                  <c:v>42958</c:v>
                </c:pt>
                <c:pt idx="3256">
                  <c:v>42957</c:v>
                </c:pt>
                <c:pt idx="3257">
                  <c:v>42956</c:v>
                </c:pt>
                <c:pt idx="3258">
                  <c:v>42955</c:v>
                </c:pt>
                <c:pt idx="3259">
                  <c:v>42954</c:v>
                </c:pt>
                <c:pt idx="3260">
                  <c:v>42953</c:v>
                </c:pt>
                <c:pt idx="3261">
                  <c:v>42952</c:v>
                </c:pt>
                <c:pt idx="3262">
                  <c:v>42951</c:v>
                </c:pt>
                <c:pt idx="3263">
                  <c:v>42950</c:v>
                </c:pt>
                <c:pt idx="3264">
                  <c:v>42949</c:v>
                </c:pt>
                <c:pt idx="3265">
                  <c:v>42948</c:v>
                </c:pt>
                <c:pt idx="3266">
                  <c:v>42947</c:v>
                </c:pt>
                <c:pt idx="3267">
                  <c:v>42946</c:v>
                </c:pt>
                <c:pt idx="3268">
                  <c:v>42945</c:v>
                </c:pt>
                <c:pt idx="3269">
                  <c:v>42944</c:v>
                </c:pt>
                <c:pt idx="3270">
                  <c:v>42943</c:v>
                </c:pt>
                <c:pt idx="3271">
                  <c:v>42942</c:v>
                </c:pt>
                <c:pt idx="3272">
                  <c:v>42941</c:v>
                </c:pt>
                <c:pt idx="3273">
                  <c:v>42940</c:v>
                </c:pt>
                <c:pt idx="3274">
                  <c:v>42939</c:v>
                </c:pt>
                <c:pt idx="3275">
                  <c:v>42938</c:v>
                </c:pt>
                <c:pt idx="3276">
                  <c:v>42937</c:v>
                </c:pt>
                <c:pt idx="3277">
                  <c:v>42936</c:v>
                </c:pt>
                <c:pt idx="3278">
                  <c:v>42935</c:v>
                </c:pt>
                <c:pt idx="3279">
                  <c:v>42934</c:v>
                </c:pt>
                <c:pt idx="3280">
                  <c:v>42933</c:v>
                </c:pt>
                <c:pt idx="3281">
                  <c:v>42932</c:v>
                </c:pt>
                <c:pt idx="3282">
                  <c:v>42931</c:v>
                </c:pt>
                <c:pt idx="3283">
                  <c:v>42930</c:v>
                </c:pt>
                <c:pt idx="3284">
                  <c:v>42929</c:v>
                </c:pt>
                <c:pt idx="3285">
                  <c:v>42928</c:v>
                </c:pt>
                <c:pt idx="3286">
                  <c:v>42927</c:v>
                </c:pt>
                <c:pt idx="3287">
                  <c:v>42926</c:v>
                </c:pt>
                <c:pt idx="3288">
                  <c:v>42925</c:v>
                </c:pt>
                <c:pt idx="3289">
                  <c:v>42924</c:v>
                </c:pt>
                <c:pt idx="3290">
                  <c:v>42923</c:v>
                </c:pt>
                <c:pt idx="3291">
                  <c:v>42922</c:v>
                </c:pt>
                <c:pt idx="3292">
                  <c:v>42921</c:v>
                </c:pt>
                <c:pt idx="3293">
                  <c:v>42920</c:v>
                </c:pt>
                <c:pt idx="3294">
                  <c:v>42919</c:v>
                </c:pt>
                <c:pt idx="3295">
                  <c:v>42918</c:v>
                </c:pt>
                <c:pt idx="3296">
                  <c:v>42917</c:v>
                </c:pt>
                <c:pt idx="3297">
                  <c:v>42916</c:v>
                </c:pt>
                <c:pt idx="3298">
                  <c:v>42915</c:v>
                </c:pt>
                <c:pt idx="3299">
                  <c:v>42914</c:v>
                </c:pt>
                <c:pt idx="3300">
                  <c:v>42913</c:v>
                </c:pt>
                <c:pt idx="3301">
                  <c:v>42912</c:v>
                </c:pt>
                <c:pt idx="3302">
                  <c:v>42911</c:v>
                </c:pt>
                <c:pt idx="3303">
                  <c:v>42910</c:v>
                </c:pt>
                <c:pt idx="3304">
                  <c:v>42909</c:v>
                </c:pt>
                <c:pt idx="3305">
                  <c:v>42908</c:v>
                </c:pt>
                <c:pt idx="3306">
                  <c:v>42907</c:v>
                </c:pt>
                <c:pt idx="3307">
                  <c:v>42906</c:v>
                </c:pt>
                <c:pt idx="3308">
                  <c:v>42905</c:v>
                </c:pt>
                <c:pt idx="3309">
                  <c:v>42904</c:v>
                </c:pt>
                <c:pt idx="3310">
                  <c:v>42903</c:v>
                </c:pt>
                <c:pt idx="3311">
                  <c:v>42902</c:v>
                </c:pt>
                <c:pt idx="3312">
                  <c:v>42901</c:v>
                </c:pt>
                <c:pt idx="3313">
                  <c:v>42900</c:v>
                </c:pt>
                <c:pt idx="3314">
                  <c:v>42899</c:v>
                </c:pt>
                <c:pt idx="3315">
                  <c:v>42898</c:v>
                </c:pt>
                <c:pt idx="3316">
                  <c:v>42897</c:v>
                </c:pt>
                <c:pt idx="3317">
                  <c:v>42896</c:v>
                </c:pt>
                <c:pt idx="3318">
                  <c:v>42895</c:v>
                </c:pt>
                <c:pt idx="3319">
                  <c:v>42894</c:v>
                </c:pt>
                <c:pt idx="3320">
                  <c:v>42893</c:v>
                </c:pt>
                <c:pt idx="3321">
                  <c:v>42892</c:v>
                </c:pt>
                <c:pt idx="3322">
                  <c:v>42891</c:v>
                </c:pt>
                <c:pt idx="3323">
                  <c:v>42890</c:v>
                </c:pt>
                <c:pt idx="3324">
                  <c:v>42889</c:v>
                </c:pt>
                <c:pt idx="3325">
                  <c:v>42888</c:v>
                </c:pt>
                <c:pt idx="3326">
                  <c:v>42887</c:v>
                </c:pt>
                <c:pt idx="3327">
                  <c:v>42886</c:v>
                </c:pt>
                <c:pt idx="3328">
                  <c:v>42885</c:v>
                </c:pt>
                <c:pt idx="3329">
                  <c:v>42884</c:v>
                </c:pt>
                <c:pt idx="3330">
                  <c:v>42883</c:v>
                </c:pt>
                <c:pt idx="3331">
                  <c:v>42882</c:v>
                </c:pt>
                <c:pt idx="3332">
                  <c:v>42881</c:v>
                </c:pt>
                <c:pt idx="3333">
                  <c:v>42880</c:v>
                </c:pt>
                <c:pt idx="3334">
                  <c:v>42879</c:v>
                </c:pt>
                <c:pt idx="3335">
                  <c:v>42878</c:v>
                </c:pt>
                <c:pt idx="3336">
                  <c:v>42877</c:v>
                </c:pt>
                <c:pt idx="3337">
                  <c:v>42876</c:v>
                </c:pt>
                <c:pt idx="3338">
                  <c:v>42875</c:v>
                </c:pt>
                <c:pt idx="3339">
                  <c:v>42874</c:v>
                </c:pt>
                <c:pt idx="3340">
                  <c:v>42873</c:v>
                </c:pt>
                <c:pt idx="3341">
                  <c:v>42872</c:v>
                </c:pt>
                <c:pt idx="3342">
                  <c:v>42871</c:v>
                </c:pt>
                <c:pt idx="3343">
                  <c:v>42870</c:v>
                </c:pt>
                <c:pt idx="3344">
                  <c:v>42869</c:v>
                </c:pt>
                <c:pt idx="3345">
                  <c:v>42868</c:v>
                </c:pt>
                <c:pt idx="3346">
                  <c:v>42867</c:v>
                </c:pt>
                <c:pt idx="3347">
                  <c:v>42866</c:v>
                </c:pt>
                <c:pt idx="3348">
                  <c:v>42865</c:v>
                </c:pt>
                <c:pt idx="3349">
                  <c:v>42864</c:v>
                </c:pt>
                <c:pt idx="3350">
                  <c:v>42863</c:v>
                </c:pt>
                <c:pt idx="3351">
                  <c:v>42862</c:v>
                </c:pt>
                <c:pt idx="3352">
                  <c:v>42861</c:v>
                </c:pt>
                <c:pt idx="3353">
                  <c:v>42860</c:v>
                </c:pt>
                <c:pt idx="3354">
                  <c:v>42859</c:v>
                </c:pt>
                <c:pt idx="3355">
                  <c:v>42858</c:v>
                </c:pt>
                <c:pt idx="3356">
                  <c:v>42857</c:v>
                </c:pt>
                <c:pt idx="3357">
                  <c:v>42856</c:v>
                </c:pt>
                <c:pt idx="3358">
                  <c:v>42855</c:v>
                </c:pt>
                <c:pt idx="3359">
                  <c:v>42854</c:v>
                </c:pt>
                <c:pt idx="3360">
                  <c:v>42853</c:v>
                </c:pt>
                <c:pt idx="3361">
                  <c:v>42852</c:v>
                </c:pt>
                <c:pt idx="3362">
                  <c:v>42851</c:v>
                </c:pt>
                <c:pt idx="3363">
                  <c:v>42850</c:v>
                </c:pt>
                <c:pt idx="3364">
                  <c:v>42849</c:v>
                </c:pt>
                <c:pt idx="3365">
                  <c:v>42848</c:v>
                </c:pt>
                <c:pt idx="3366">
                  <c:v>42847</c:v>
                </c:pt>
                <c:pt idx="3367">
                  <c:v>42846</c:v>
                </c:pt>
                <c:pt idx="3368">
                  <c:v>42845</c:v>
                </c:pt>
                <c:pt idx="3369">
                  <c:v>42844</c:v>
                </c:pt>
                <c:pt idx="3370">
                  <c:v>42843</c:v>
                </c:pt>
                <c:pt idx="3371">
                  <c:v>42842</c:v>
                </c:pt>
                <c:pt idx="3372">
                  <c:v>42841</c:v>
                </c:pt>
                <c:pt idx="3373">
                  <c:v>42840</c:v>
                </c:pt>
                <c:pt idx="3374">
                  <c:v>42839</c:v>
                </c:pt>
                <c:pt idx="3375">
                  <c:v>42838</c:v>
                </c:pt>
                <c:pt idx="3376">
                  <c:v>42837</c:v>
                </c:pt>
                <c:pt idx="3377">
                  <c:v>42836</c:v>
                </c:pt>
                <c:pt idx="3378">
                  <c:v>42835</c:v>
                </c:pt>
                <c:pt idx="3379">
                  <c:v>42834</c:v>
                </c:pt>
                <c:pt idx="3380">
                  <c:v>42833</c:v>
                </c:pt>
                <c:pt idx="3381">
                  <c:v>42832</c:v>
                </c:pt>
                <c:pt idx="3382">
                  <c:v>42831</c:v>
                </c:pt>
                <c:pt idx="3383">
                  <c:v>42830</c:v>
                </c:pt>
                <c:pt idx="3384">
                  <c:v>42829</c:v>
                </c:pt>
                <c:pt idx="3385">
                  <c:v>42828</c:v>
                </c:pt>
                <c:pt idx="3386">
                  <c:v>42827</c:v>
                </c:pt>
                <c:pt idx="3387">
                  <c:v>42826</c:v>
                </c:pt>
                <c:pt idx="3388">
                  <c:v>42825</c:v>
                </c:pt>
                <c:pt idx="3389">
                  <c:v>42824</c:v>
                </c:pt>
                <c:pt idx="3390">
                  <c:v>42823</c:v>
                </c:pt>
                <c:pt idx="3391">
                  <c:v>42822</c:v>
                </c:pt>
                <c:pt idx="3392">
                  <c:v>42821</c:v>
                </c:pt>
                <c:pt idx="3393">
                  <c:v>42820</c:v>
                </c:pt>
                <c:pt idx="3394">
                  <c:v>42819</c:v>
                </c:pt>
                <c:pt idx="3395">
                  <c:v>42818</c:v>
                </c:pt>
                <c:pt idx="3396">
                  <c:v>42817</c:v>
                </c:pt>
                <c:pt idx="3397">
                  <c:v>42816</c:v>
                </c:pt>
                <c:pt idx="3398">
                  <c:v>42815</c:v>
                </c:pt>
                <c:pt idx="3399">
                  <c:v>42814</c:v>
                </c:pt>
                <c:pt idx="3400">
                  <c:v>42813</c:v>
                </c:pt>
                <c:pt idx="3401">
                  <c:v>42812</c:v>
                </c:pt>
                <c:pt idx="3402">
                  <c:v>42811</c:v>
                </c:pt>
                <c:pt idx="3403">
                  <c:v>42810</c:v>
                </c:pt>
                <c:pt idx="3404">
                  <c:v>42809</c:v>
                </c:pt>
                <c:pt idx="3405">
                  <c:v>42808</c:v>
                </c:pt>
                <c:pt idx="3406">
                  <c:v>42807</c:v>
                </c:pt>
                <c:pt idx="3407">
                  <c:v>42806</c:v>
                </c:pt>
                <c:pt idx="3408">
                  <c:v>42805</c:v>
                </c:pt>
                <c:pt idx="3409">
                  <c:v>42804</c:v>
                </c:pt>
                <c:pt idx="3410">
                  <c:v>42803</c:v>
                </c:pt>
                <c:pt idx="3411">
                  <c:v>42802</c:v>
                </c:pt>
                <c:pt idx="3412">
                  <c:v>42801</c:v>
                </c:pt>
                <c:pt idx="3413">
                  <c:v>42800</c:v>
                </c:pt>
                <c:pt idx="3414">
                  <c:v>42799</c:v>
                </c:pt>
                <c:pt idx="3415">
                  <c:v>42798</c:v>
                </c:pt>
                <c:pt idx="3416">
                  <c:v>42797</c:v>
                </c:pt>
                <c:pt idx="3417">
                  <c:v>42796</c:v>
                </c:pt>
                <c:pt idx="3418">
                  <c:v>42795</c:v>
                </c:pt>
                <c:pt idx="3419">
                  <c:v>42794</c:v>
                </c:pt>
                <c:pt idx="3420">
                  <c:v>42793</c:v>
                </c:pt>
                <c:pt idx="3421">
                  <c:v>42792</c:v>
                </c:pt>
                <c:pt idx="3422">
                  <c:v>42791</c:v>
                </c:pt>
                <c:pt idx="3423">
                  <c:v>42790</c:v>
                </c:pt>
                <c:pt idx="3424">
                  <c:v>42789</c:v>
                </c:pt>
                <c:pt idx="3425">
                  <c:v>42788</c:v>
                </c:pt>
                <c:pt idx="3426">
                  <c:v>42787</c:v>
                </c:pt>
                <c:pt idx="3427">
                  <c:v>42786</c:v>
                </c:pt>
                <c:pt idx="3428">
                  <c:v>42785</c:v>
                </c:pt>
                <c:pt idx="3429">
                  <c:v>42784</c:v>
                </c:pt>
                <c:pt idx="3430">
                  <c:v>42783</c:v>
                </c:pt>
                <c:pt idx="3431">
                  <c:v>42782</c:v>
                </c:pt>
                <c:pt idx="3432">
                  <c:v>42781</c:v>
                </c:pt>
                <c:pt idx="3433">
                  <c:v>42780</c:v>
                </c:pt>
                <c:pt idx="3434">
                  <c:v>42779</c:v>
                </c:pt>
                <c:pt idx="3435">
                  <c:v>42778</c:v>
                </c:pt>
                <c:pt idx="3436">
                  <c:v>42777</c:v>
                </c:pt>
                <c:pt idx="3437">
                  <c:v>42776</c:v>
                </c:pt>
                <c:pt idx="3438">
                  <c:v>42775</c:v>
                </c:pt>
                <c:pt idx="3439">
                  <c:v>42774</c:v>
                </c:pt>
                <c:pt idx="3440">
                  <c:v>42773</c:v>
                </c:pt>
                <c:pt idx="3441">
                  <c:v>42772</c:v>
                </c:pt>
                <c:pt idx="3442">
                  <c:v>42771</c:v>
                </c:pt>
                <c:pt idx="3443">
                  <c:v>42770</c:v>
                </c:pt>
                <c:pt idx="3444">
                  <c:v>42769</c:v>
                </c:pt>
                <c:pt idx="3445">
                  <c:v>42768</c:v>
                </c:pt>
                <c:pt idx="3446">
                  <c:v>42767</c:v>
                </c:pt>
                <c:pt idx="3447">
                  <c:v>42766</c:v>
                </c:pt>
                <c:pt idx="3448">
                  <c:v>42765</c:v>
                </c:pt>
                <c:pt idx="3449">
                  <c:v>42764</c:v>
                </c:pt>
                <c:pt idx="3450">
                  <c:v>42763</c:v>
                </c:pt>
                <c:pt idx="3451">
                  <c:v>42762</c:v>
                </c:pt>
                <c:pt idx="3452">
                  <c:v>42761</c:v>
                </c:pt>
                <c:pt idx="3453">
                  <c:v>42760</c:v>
                </c:pt>
                <c:pt idx="3454">
                  <c:v>42759</c:v>
                </c:pt>
                <c:pt idx="3455">
                  <c:v>42758</c:v>
                </c:pt>
                <c:pt idx="3456">
                  <c:v>42757</c:v>
                </c:pt>
                <c:pt idx="3457">
                  <c:v>42756</c:v>
                </c:pt>
                <c:pt idx="3458">
                  <c:v>42755</c:v>
                </c:pt>
                <c:pt idx="3459">
                  <c:v>42754</c:v>
                </c:pt>
                <c:pt idx="3460">
                  <c:v>42753</c:v>
                </c:pt>
                <c:pt idx="3461">
                  <c:v>42752</c:v>
                </c:pt>
                <c:pt idx="3462">
                  <c:v>42751</c:v>
                </c:pt>
                <c:pt idx="3463">
                  <c:v>42750</c:v>
                </c:pt>
                <c:pt idx="3464">
                  <c:v>42749</c:v>
                </c:pt>
                <c:pt idx="3465">
                  <c:v>42748</c:v>
                </c:pt>
                <c:pt idx="3466">
                  <c:v>42747</c:v>
                </c:pt>
                <c:pt idx="3467">
                  <c:v>42746</c:v>
                </c:pt>
                <c:pt idx="3468">
                  <c:v>42745</c:v>
                </c:pt>
                <c:pt idx="3469">
                  <c:v>42744</c:v>
                </c:pt>
                <c:pt idx="3470">
                  <c:v>42743</c:v>
                </c:pt>
                <c:pt idx="3471">
                  <c:v>42742</c:v>
                </c:pt>
                <c:pt idx="3472">
                  <c:v>42741</c:v>
                </c:pt>
                <c:pt idx="3473">
                  <c:v>42740</c:v>
                </c:pt>
                <c:pt idx="3474">
                  <c:v>42739</c:v>
                </c:pt>
                <c:pt idx="3475">
                  <c:v>42738</c:v>
                </c:pt>
                <c:pt idx="3476">
                  <c:v>42737</c:v>
                </c:pt>
                <c:pt idx="3477">
                  <c:v>42736</c:v>
                </c:pt>
                <c:pt idx="3478">
                  <c:v>42735</c:v>
                </c:pt>
                <c:pt idx="3479">
                  <c:v>42734</c:v>
                </c:pt>
                <c:pt idx="3480">
                  <c:v>42733</c:v>
                </c:pt>
                <c:pt idx="3481">
                  <c:v>42732</c:v>
                </c:pt>
                <c:pt idx="3482">
                  <c:v>42731</c:v>
                </c:pt>
                <c:pt idx="3483">
                  <c:v>42730</c:v>
                </c:pt>
                <c:pt idx="3484">
                  <c:v>42729</c:v>
                </c:pt>
                <c:pt idx="3485">
                  <c:v>42728</c:v>
                </c:pt>
                <c:pt idx="3486">
                  <c:v>42727</c:v>
                </c:pt>
                <c:pt idx="3487">
                  <c:v>42726</c:v>
                </c:pt>
                <c:pt idx="3488">
                  <c:v>42725</c:v>
                </c:pt>
                <c:pt idx="3489">
                  <c:v>42724</c:v>
                </c:pt>
                <c:pt idx="3490">
                  <c:v>42723</c:v>
                </c:pt>
                <c:pt idx="3491">
                  <c:v>42722</c:v>
                </c:pt>
                <c:pt idx="3492">
                  <c:v>42721</c:v>
                </c:pt>
                <c:pt idx="3493">
                  <c:v>42720</c:v>
                </c:pt>
                <c:pt idx="3494">
                  <c:v>42719</c:v>
                </c:pt>
                <c:pt idx="3495">
                  <c:v>42718</c:v>
                </c:pt>
                <c:pt idx="3496">
                  <c:v>42717</c:v>
                </c:pt>
                <c:pt idx="3497">
                  <c:v>42716</c:v>
                </c:pt>
                <c:pt idx="3498">
                  <c:v>42715</c:v>
                </c:pt>
                <c:pt idx="3499">
                  <c:v>42714</c:v>
                </c:pt>
                <c:pt idx="3500">
                  <c:v>42713</c:v>
                </c:pt>
                <c:pt idx="3501">
                  <c:v>42712</c:v>
                </c:pt>
                <c:pt idx="3502">
                  <c:v>42711</c:v>
                </c:pt>
                <c:pt idx="3503">
                  <c:v>42710</c:v>
                </c:pt>
                <c:pt idx="3504">
                  <c:v>42709</c:v>
                </c:pt>
                <c:pt idx="3505">
                  <c:v>42708</c:v>
                </c:pt>
                <c:pt idx="3506">
                  <c:v>42707</c:v>
                </c:pt>
                <c:pt idx="3507">
                  <c:v>42706</c:v>
                </c:pt>
                <c:pt idx="3508">
                  <c:v>42705</c:v>
                </c:pt>
                <c:pt idx="3509">
                  <c:v>42704</c:v>
                </c:pt>
                <c:pt idx="3510">
                  <c:v>42703</c:v>
                </c:pt>
                <c:pt idx="3511">
                  <c:v>42702</c:v>
                </c:pt>
                <c:pt idx="3512">
                  <c:v>42701</c:v>
                </c:pt>
                <c:pt idx="3513">
                  <c:v>42700</c:v>
                </c:pt>
                <c:pt idx="3514">
                  <c:v>42699</c:v>
                </c:pt>
                <c:pt idx="3515">
                  <c:v>42698</c:v>
                </c:pt>
                <c:pt idx="3516">
                  <c:v>42697</c:v>
                </c:pt>
                <c:pt idx="3517">
                  <c:v>42696</c:v>
                </c:pt>
                <c:pt idx="3518">
                  <c:v>42695</c:v>
                </c:pt>
                <c:pt idx="3519">
                  <c:v>42694</c:v>
                </c:pt>
                <c:pt idx="3520">
                  <c:v>42693</c:v>
                </c:pt>
                <c:pt idx="3521">
                  <c:v>42692</c:v>
                </c:pt>
                <c:pt idx="3522">
                  <c:v>42691</c:v>
                </c:pt>
                <c:pt idx="3523">
                  <c:v>42690</c:v>
                </c:pt>
                <c:pt idx="3524">
                  <c:v>42689</c:v>
                </c:pt>
                <c:pt idx="3525">
                  <c:v>42688</c:v>
                </c:pt>
                <c:pt idx="3526">
                  <c:v>42687</c:v>
                </c:pt>
                <c:pt idx="3527">
                  <c:v>42686</c:v>
                </c:pt>
                <c:pt idx="3528">
                  <c:v>42685</c:v>
                </c:pt>
                <c:pt idx="3529">
                  <c:v>42684</c:v>
                </c:pt>
                <c:pt idx="3530">
                  <c:v>42683</c:v>
                </c:pt>
                <c:pt idx="3531">
                  <c:v>42682</c:v>
                </c:pt>
                <c:pt idx="3532">
                  <c:v>42681</c:v>
                </c:pt>
                <c:pt idx="3533">
                  <c:v>42680</c:v>
                </c:pt>
                <c:pt idx="3534">
                  <c:v>42679</c:v>
                </c:pt>
                <c:pt idx="3535">
                  <c:v>42678</c:v>
                </c:pt>
                <c:pt idx="3536">
                  <c:v>42677</c:v>
                </c:pt>
                <c:pt idx="3537">
                  <c:v>42676</c:v>
                </c:pt>
                <c:pt idx="3538">
                  <c:v>42675</c:v>
                </c:pt>
                <c:pt idx="3539">
                  <c:v>42674</c:v>
                </c:pt>
                <c:pt idx="3540">
                  <c:v>42673</c:v>
                </c:pt>
                <c:pt idx="3541">
                  <c:v>42672</c:v>
                </c:pt>
                <c:pt idx="3542">
                  <c:v>42671</c:v>
                </c:pt>
                <c:pt idx="3543">
                  <c:v>42670</c:v>
                </c:pt>
                <c:pt idx="3544">
                  <c:v>42669</c:v>
                </c:pt>
                <c:pt idx="3545">
                  <c:v>42668</c:v>
                </c:pt>
                <c:pt idx="3546">
                  <c:v>42667</c:v>
                </c:pt>
                <c:pt idx="3547">
                  <c:v>42666</c:v>
                </c:pt>
                <c:pt idx="3548">
                  <c:v>42665</c:v>
                </c:pt>
                <c:pt idx="3549">
                  <c:v>42664</c:v>
                </c:pt>
                <c:pt idx="3550">
                  <c:v>42663</c:v>
                </c:pt>
                <c:pt idx="3551">
                  <c:v>42662</c:v>
                </c:pt>
                <c:pt idx="3552">
                  <c:v>42661</c:v>
                </c:pt>
                <c:pt idx="3553">
                  <c:v>42660</c:v>
                </c:pt>
                <c:pt idx="3554">
                  <c:v>42659</c:v>
                </c:pt>
                <c:pt idx="3555">
                  <c:v>42658</c:v>
                </c:pt>
                <c:pt idx="3556">
                  <c:v>42657</c:v>
                </c:pt>
                <c:pt idx="3557">
                  <c:v>42656</c:v>
                </c:pt>
                <c:pt idx="3558">
                  <c:v>42655</c:v>
                </c:pt>
                <c:pt idx="3559">
                  <c:v>42654</c:v>
                </c:pt>
                <c:pt idx="3560">
                  <c:v>42653</c:v>
                </c:pt>
                <c:pt idx="3561">
                  <c:v>42652</c:v>
                </c:pt>
                <c:pt idx="3562">
                  <c:v>42651</c:v>
                </c:pt>
                <c:pt idx="3563">
                  <c:v>42650</c:v>
                </c:pt>
                <c:pt idx="3564">
                  <c:v>42649</c:v>
                </c:pt>
                <c:pt idx="3565">
                  <c:v>42648</c:v>
                </c:pt>
                <c:pt idx="3566">
                  <c:v>42647</c:v>
                </c:pt>
                <c:pt idx="3567">
                  <c:v>42646</c:v>
                </c:pt>
                <c:pt idx="3568">
                  <c:v>42645</c:v>
                </c:pt>
                <c:pt idx="3569">
                  <c:v>42644</c:v>
                </c:pt>
                <c:pt idx="3570">
                  <c:v>42643</c:v>
                </c:pt>
                <c:pt idx="3571">
                  <c:v>42642</c:v>
                </c:pt>
                <c:pt idx="3572">
                  <c:v>42641</c:v>
                </c:pt>
                <c:pt idx="3573">
                  <c:v>42640</c:v>
                </c:pt>
                <c:pt idx="3574">
                  <c:v>42639</c:v>
                </c:pt>
                <c:pt idx="3575">
                  <c:v>42638</c:v>
                </c:pt>
                <c:pt idx="3576">
                  <c:v>42637</c:v>
                </c:pt>
                <c:pt idx="3577">
                  <c:v>42636</c:v>
                </c:pt>
                <c:pt idx="3578">
                  <c:v>42635</c:v>
                </c:pt>
                <c:pt idx="3579">
                  <c:v>42634</c:v>
                </c:pt>
                <c:pt idx="3580">
                  <c:v>42633</c:v>
                </c:pt>
                <c:pt idx="3581">
                  <c:v>42632</c:v>
                </c:pt>
                <c:pt idx="3582">
                  <c:v>42631</c:v>
                </c:pt>
                <c:pt idx="3583">
                  <c:v>42630</c:v>
                </c:pt>
                <c:pt idx="3584">
                  <c:v>42629</c:v>
                </c:pt>
                <c:pt idx="3585">
                  <c:v>42628</c:v>
                </c:pt>
                <c:pt idx="3586">
                  <c:v>42627</c:v>
                </c:pt>
                <c:pt idx="3587">
                  <c:v>42626</c:v>
                </c:pt>
                <c:pt idx="3588">
                  <c:v>42625</c:v>
                </c:pt>
                <c:pt idx="3589">
                  <c:v>42624</c:v>
                </c:pt>
                <c:pt idx="3590">
                  <c:v>42623</c:v>
                </c:pt>
                <c:pt idx="3591">
                  <c:v>42622</c:v>
                </c:pt>
                <c:pt idx="3592">
                  <c:v>42621</c:v>
                </c:pt>
                <c:pt idx="3593">
                  <c:v>42620</c:v>
                </c:pt>
                <c:pt idx="3594">
                  <c:v>42619</c:v>
                </c:pt>
                <c:pt idx="3595">
                  <c:v>42618</c:v>
                </c:pt>
                <c:pt idx="3596">
                  <c:v>42617</c:v>
                </c:pt>
                <c:pt idx="3597">
                  <c:v>42616</c:v>
                </c:pt>
                <c:pt idx="3598">
                  <c:v>42615</c:v>
                </c:pt>
                <c:pt idx="3599">
                  <c:v>42614</c:v>
                </c:pt>
                <c:pt idx="3600">
                  <c:v>42613</c:v>
                </c:pt>
                <c:pt idx="3601">
                  <c:v>42612</c:v>
                </c:pt>
                <c:pt idx="3602">
                  <c:v>42611</c:v>
                </c:pt>
                <c:pt idx="3603">
                  <c:v>42610</c:v>
                </c:pt>
                <c:pt idx="3604">
                  <c:v>42609</c:v>
                </c:pt>
                <c:pt idx="3605">
                  <c:v>42608</c:v>
                </c:pt>
                <c:pt idx="3606">
                  <c:v>42607</c:v>
                </c:pt>
                <c:pt idx="3607">
                  <c:v>42606</c:v>
                </c:pt>
                <c:pt idx="3608">
                  <c:v>42605</c:v>
                </c:pt>
                <c:pt idx="3609">
                  <c:v>42604</c:v>
                </c:pt>
                <c:pt idx="3610">
                  <c:v>42603</c:v>
                </c:pt>
                <c:pt idx="3611">
                  <c:v>42602</c:v>
                </c:pt>
                <c:pt idx="3612">
                  <c:v>42601</c:v>
                </c:pt>
                <c:pt idx="3613">
                  <c:v>42600</c:v>
                </c:pt>
                <c:pt idx="3614">
                  <c:v>42599</c:v>
                </c:pt>
                <c:pt idx="3615">
                  <c:v>42598</c:v>
                </c:pt>
                <c:pt idx="3616">
                  <c:v>42597</c:v>
                </c:pt>
                <c:pt idx="3617">
                  <c:v>42596</c:v>
                </c:pt>
                <c:pt idx="3618">
                  <c:v>42595</c:v>
                </c:pt>
                <c:pt idx="3619">
                  <c:v>42594</c:v>
                </c:pt>
                <c:pt idx="3620">
                  <c:v>42593</c:v>
                </c:pt>
                <c:pt idx="3621">
                  <c:v>42592</c:v>
                </c:pt>
                <c:pt idx="3622">
                  <c:v>42591</c:v>
                </c:pt>
                <c:pt idx="3623">
                  <c:v>42590</c:v>
                </c:pt>
                <c:pt idx="3624">
                  <c:v>42589</c:v>
                </c:pt>
                <c:pt idx="3625">
                  <c:v>42588</c:v>
                </c:pt>
                <c:pt idx="3626">
                  <c:v>42587</c:v>
                </c:pt>
                <c:pt idx="3627">
                  <c:v>42586</c:v>
                </c:pt>
                <c:pt idx="3628">
                  <c:v>42585</c:v>
                </c:pt>
                <c:pt idx="3629">
                  <c:v>42584</c:v>
                </c:pt>
                <c:pt idx="3630">
                  <c:v>42583</c:v>
                </c:pt>
                <c:pt idx="3631">
                  <c:v>42582</c:v>
                </c:pt>
                <c:pt idx="3632">
                  <c:v>42581</c:v>
                </c:pt>
                <c:pt idx="3633">
                  <c:v>42580</c:v>
                </c:pt>
                <c:pt idx="3634">
                  <c:v>42579</c:v>
                </c:pt>
                <c:pt idx="3635">
                  <c:v>42578</c:v>
                </c:pt>
                <c:pt idx="3636">
                  <c:v>42577</c:v>
                </c:pt>
                <c:pt idx="3637">
                  <c:v>42576</c:v>
                </c:pt>
                <c:pt idx="3638">
                  <c:v>42575</c:v>
                </c:pt>
                <c:pt idx="3639">
                  <c:v>42574</c:v>
                </c:pt>
                <c:pt idx="3640">
                  <c:v>42573</c:v>
                </c:pt>
                <c:pt idx="3641">
                  <c:v>42572</c:v>
                </c:pt>
                <c:pt idx="3642">
                  <c:v>42571</c:v>
                </c:pt>
                <c:pt idx="3643">
                  <c:v>42570</c:v>
                </c:pt>
                <c:pt idx="3644">
                  <c:v>42569</c:v>
                </c:pt>
                <c:pt idx="3645">
                  <c:v>42568</c:v>
                </c:pt>
                <c:pt idx="3646">
                  <c:v>42567</c:v>
                </c:pt>
                <c:pt idx="3647">
                  <c:v>42566</c:v>
                </c:pt>
                <c:pt idx="3648">
                  <c:v>42565</c:v>
                </c:pt>
                <c:pt idx="3649">
                  <c:v>42564</c:v>
                </c:pt>
                <c:pt idx="3650">
                  <c:v>42563</c:v>
                </c:pt>
                <c:pt idx="3651">
                  <c:v>42562</c:v>
                </c:pt>
              </c:numCache>
            </c:numRef>
          </c:cat>
          <c:val>
            <c:numRef>
              <c:f>通胀pce!$D$5:$D$3656</c:f>
              <c:numCache>
                <c:formatCode>General</c:formatCode>
                <c:ptCount val="3652"/>
                <c:pt idx="0">
                  <c:v>1.3</c:v>
                </c:pt>
                <c:pt idx="1">
                  <c:v>1.3</c:v>
                </c:pt>
                <c:pt idx="2">
                  <c:v>1.3</c:v>
                </c:pt>
                <c:pt idx="3">
                  <c:v>1.3</c:v>
                </c:pt>
                <c:pt idx="4">
                  <c:v>1.3</c:v>
                </c:pt>
                <c:pt idx="5">
                  <c:v>1.3</c:v>
                </c:pt>
                <c:pt idx="6">
                  <c:v>1.3</c:v>
                </c:pt>
                <c:pt idx="7">
                  <c:v>1.3</c:v>
                </c:pt>
                <c:pt idx="8">
                  <c:v>1.3</c:v>
                </c:pt>
                <c:pt idx="9">
                  <c:v>1.3</c:v>
                </c:pt>
                <c:pt idx="10">
                  <c:v>1.4</c:v>
                </c:pt>
                <c:pt idx="11">
                  <c:v>1.4</c:v>
                </c:pt>
                <c:pt idx="12">
                  <c:v>1.4</c:v>
                </c:pt>
                <c:pt idx="13">
                  <c:v>1.4</c:v>
                </c:pt>
                <c:pt idx="14">
                  <c:v>1.4</c:v>
                </c:pt>
                <c:pt idx="15">
                  <c:v>1.4</c:v>
                </c:pt>
                <c:pt idx="16">
                  <c:v>1.4</c:v>
                </c:pt>
                <c:pt idx="17">
                  <c:v>1.4</c:v>
                </c:pt>
                <c:pt idx="18">
                  <c:v>1.4</c:v>
                </c:pt>
                <c:pt idx="19">
                  <c:v>1.4</c:v>
                </c:pt>
                <c:pt idx="20">
                  <c:v>1.5</c:v>
                </c:pt>
                <c:pt idx="21">
                  <c:v>1.5</c:v>
                </c:pt>
                <c:pt idx="22">
                  <c:v>1.5</c:v>
                </c:pt>
                <c:pt idx="23">
                  <c:v>1.5</c:v>
                </c:pt>
                <c:pt idx="24">
                  <c:v>1.5</c:v>
                </c:pt>
                <c:pt idx="25">
                  <c:v>1.5</c:v>
                </c:pt>
                <c:pt idx="26">
                  <c:v>1.5</c:v>
                </c:pt>
                <c:pt idx="27">
                  <c:v>1.5</c:v>
                </c:pt>
                <c:pt idx="28">
                  <c:v>1.5</c:v>
                </c:pt>
                <c:pt idx="29">
                  <c:v>1.5</c:v>
                </c:pt>
                <c:pt idx="30">
                  <c:v>1.4</c:v>
                </c:pt>
                <c:pt idx="31">
                  <c:v>1.5</c:v>
                </c:pt>
                <c:pt idx="32">
                  <c:v>1.5</c:v>
                </c:pt>
                <c:pt idx="33">
                  <c:v>1.5</c:v>
                </c:pt>
                <c:pt idx="34">
                  <c:v>1.4</c:v>
                </c:pt>
                <c:pt idx="35">
                  <c:v>1.5</c:v>
                </c:pt>
                <c:pt idx="36">
                  <c:v>1.5</c:v>
                </c:pt>
                <c:pt idx="37">
                  <c:v>1.5</c:v>
                </c:pt>
                <c:pt idx="38">
                  <c:v>1.5</c:v>
                </c:pt>
                <c:pt idx="39">
                  <c:v>1.5</c:v>
                </c:pt>
                <c:pt idx="40">
                  <c:v>1.5</c:v>
                </c:pt>
                <c:pt idx="41">
                  <c:v>1.5</c:v>
                </c:pt>
                <c:pt idx="42">
                  <c:v>1.5</c:v>
                </c:pt>
                <c:pt idx="43">
                  <c:v>1.5</c:v>
                </c:pt>
                <c:pt idx="44">
                  <c:v>1.5</c:v>
                </c:pt>
                <c:pt idx="45">
                  <c:v>1.5</c:v>
                </c:pt>
                <c:pt idx="46">
                  <c:v>1.5</c:v>
                </c:pt>
                <c:pt idx="47">
                  <c:v>1.5</c:v>
                </c:pt>
                <c:pt idx="48">
                  <c:v>1.5</c:v>
                </c:pt>
                <c:pt idx="49">
                  <c:v>1.5</c:v>
                </c:pt>
                <c:pt idx="50">
                  <c:v>1.5</c:v>
                </c:pt>
                <c:pt idx="51">
                  <c:v>1.5</c:v>
                </c:pt>
                <c:pt idx="52">
                  <c:v>1.5</c:v>
                </c:pt>
                <c:pt idx="53">
                  <c:v>1.5</c:v>
                </c:pt>
                <c:pt idx="54">
                  <c:v>1.5</c:v>
                </c:pt>
                <c:pt idx="55">
                  <c:v>1.5</c:v>
                </c:pt>
                <c:pt idx="56">
                  <c:v>1.5</c:v>
                </c:pt>
                <c:pt idx="57">
                  <c:v>1.5</c:v>
                </c:pt>
                <c:pt idx="58">
                  <c:v>1.5</c:v>
                </c:pt>
                <c:pt idx="59">
                  <c:v>1.5</c:v>
                </c:pt>
                <c:pt idx="60">
                  <c:v>1.5</c:v>
                </c:pt>
                <c:pt idx="61">
                  <c:v>1.5</c:v>
                </c:pt>
                <c:pt idx="62">
                  <c:v>1.5</c:v>
                </c:pt>
                <c:pt idx="63">
                  <c:v>1.4</c:v>
                </c:pt>
                <c:pt idx="64">
                  <c:v>1.4</c:v>
                </c:pt>
                <c:pt idx="65">
                  <c:v>1.4</c:v>
                </c:pt>
                <c:pt idx="66">
                  <c:v>1.4</c:v>
                </c:pt>
                <c:pt idx="67">
                  <c:v>1.4</c:v>
                </c:pt>
                <c:pt idx="68">
                  <c:v>1.4</c:v>
                </c:pt>
                <c:pt idx="69">
                  <c:v>1.5</c:v>
                </c:pt>
                <c:pt idx="70">
                  <c:v>1.5</c:v>
                </c:pt>
                <c:pt idx="71">
                  <c:v>1.5</c:v>
                </c:pt>
                <c:pt idx="72">
                  <c:v>1.5</c:v>
                </c:pt>
                <c:pt idx="73">
                  <c:v>1.5</c:v>
                </c:pt>
                <c:pt idx="74">
                  <c:v>1.5</c:v>
                </c:pt>
                <c:pt idx="75">
                  <c:v>1.5</c:v>
                </c:pt>
                <c:pt idx="76">
                  <c:v>1.6</c:v>
                </c:pt>
                <c:pt idx="77">
                  <c:v>1.5</c:v>
                </c:pt>
                <c:pt idx="78">
                  <c:v>1.5</c:v>
                </c:pt>
                <c:pt idx="79">
                  <c:v>1.5</c:v>
                </c:pt>
                <c:pt idx="80">
                  <c:v>1.5</c:v>
                </c:pt>
                <c:pt idx="81">
                  <c:v>1.5</c:v>
                </c:pt>
                <c:pt idx="82">
                  <c:v>1.5</c:v>
                </c:pt>
                <c:pt idx="83">
                  <c:v>1.5</c:v>
                </c:pt>
                <c:pt idx="84">
                  <c:v>1.5</c:v>
                </c:pt>
                <c:pt idx="85">
                  <c:v>1.5</c:v>
                </c:pt>
                <c:pt idx="86">
                  <c:v>1.5</c:v>
                </c:pt>
                <c:pt idx="87">
                  <c:v>1.5</c:v>
                </c:pt>
                <c:pt idx="88">
                  <c:v>1.5</c:v>
                </c:pt>
                <c:pt idx="89">
                  <c:v>1.5</c:v>
                </c:pt>
                <c:pt idx="90">
                  <c:v>1.5</c:v>
                </c:pt>
                <c:pt idx="91">
                  <c:v>1.5</c:v>
                </c:pt>
                <c:pt idx="92">
                  <c:v>1.5</c:v>
                </c:pt>
                <c:pt idx="93">
                  <c:v>1.5</c:v>
                </c:pt>
                <c:pt idx="94">
                  <c:v>1.5</c:v>
                </c:pt>
                <c:pt idx="95">
                  <c:v>1.5</c:v>
                </c:pt>
                <c:pt idx="96">
                  <c:v>1.5</c:v>
                </c:pt>
                <c:pt idx="97">
                  <c:v>1.4</c:v>
                </c:pt>
                <c:pt idx="98">
                  <c:v>1.5</c:v>
                </c:pt>
                <c:pt idx="99">
                  <c:v>1.5</c:v>
                </c:pt>
                <c:pt idx="100">
                  <c:v>1.5</c:v>
                </c:pt>
                <c:pt idx="101">
                  <c:v>1.7</c:v>
                </c:pt>
                <c:pt idx="102">
                  <c:v>1.7</c:v>
                </c:pt>
                <c:pt idx="103">
                  <c:v>1.7</c:v>
                </c:pt>
                <c:pt idx="104">
                  <c:v>1.7</c:v>
                </c:pt>
                <c:pt idx="105">
                  <c:v>1.7</c:v>
                </c:pt>
                <c:pt idx="106">
                  <c:v>1.7</c:v>
                </c:pt>
                <c:pt idx="107">
                  <c:v>1.7</c:v>
                </c:pt>
                <c:pt idx="108">
                  <c:v>1.7</c:v>
                </c:pt>
                <c:pt idx="109">
                  <c:v>1.7</c:v>
                </c:pt>
                <c:pt idx="110">
                  <c:v>1.7</c:v>
                </c:pt>
                <c:pt idx="111">
                  <c:v>1.7</c:v>
                </c:pt>
                <c:pt idx="112">
                  <c:v>1.7</c:v>
                </c:pt>
                <c:pt idx="113">
                  <c:v>1.7</c:v>
                </c:pt>
                <c:pt idx="114">
                  <c:v>1.7</c:v>
                </c:pt>
                <c:pt idx="115">
                  <c:v>1.7</c:v>
                </c:pt>
                <c:pt idx="116">
                  <c:v>1.7</c:v>
                </c:pt>
                <c:pt idx="117">
                  <c:v>1.7</c:v>
                </c:pt>
                <c:pt idx="118">
                  <c:v>1.7</c:v>
                </c:pt>
                <c:pt idx="119">
                  <c:v>1.7</c:v>
                </c:pt>
                <c:pt idx="120">
                  <c:v>1.7</c:v>
                </c:pt>
                <c:pt idx="121">
                  <c:v>1.7</c:v>
                </c:pt>
                <c:pt idx="122">
                  <c:v>1.7</c:v>
                </c:pt>
                <c:pt idx="123">
                  <c:v>1.7</c:v>
                </c:pt>
                <c:pt idx="124">
                  <c:v>1.7</c:v>
                </c:pt>
                <c:pt idx="125">
                  <c:v>1.7</c:v>
                </c:pt>
                <c:pt idx="126">
                  <c:v>1.7</c:v>
                </c:pt>
                <c:pt idx="127">
                  <c:v>1.7</c:v>
                </c:pt>
                <c:pt idx="128">
                  <c:v>1.7</c:v>
                </c:pt>
                <c:pt idx="129">
                  <c:v>1.7</c:v>
                </c:pt>
                <c:pt idx="130">
                  <c:v>1.7</c:v>
                </c:pt>
                <c:pt idx="131">
                  <c:v>1.7</c:v>
                </c:pt>
                <c:pt idx="132">
                  <c:v>1.8</c:v>
                </c:pt>
                <c:pt idx="133">
                  <c:v>1.8</c:v>
                </c:pt>
                <c:pt idx="134">
                  <c:v>1.8</c:v>
                </c:pt>
                <c:pt idx="135">
                  <c:v>1.8</c:v>
                </c:pt>
                <c:pt idx="136">
                  <c:v>1.8</c:v>
                </c:pt>
                <c:pt idx="137">
                  <c:v>1.8</c:v>
                </c:pt>
                <c:pt idx="138">
                  <c:v>1.8</c:v>
                </c:pt>
                <c:pt idx="139">
                  <c:v>1.8</c:v>
                </c:pt>
                <c:pt idx="140">
                  <c:v>1.8</c:v>
                </c:pt>
                <c:pt idx="141">
                  <c:v>1.8</c:v>
                </c:pt>
                <c:pt idx="142">
                  <c:v>1.8</c:v>
                </c:pt>
                <c:pt idx="143">
                  <c:v>1.8</c:v>
                </c:pt>
                <c:pt idx="144">
                  <c:v>1.8</c:v>
                </c:pt>
                <c:pt idx="145">
                  <c:v>1.8</c:v>
                </c:pt>
                <c:pt idx="146">
                  <c:v>1.8</c:v>
                </c:pt>
                <c:pt idx="147">
                  <c:v>1.7</c:v>
                </c:pt>
                <c:pt idx="148">
                  <c:v>1.7</c:v>
                </c:pt>
                <c:pt idx="149">
                  <c:v>1.7</c:v>
                </c:pt>
                <c:pt idx="150">
                  <c:v>1.7</c:v>
                </c:pt>
                <c:pt idx="151">
                  <c:v>1.7</c:v>
                </c:pt>
                <c:pt idx="152">
                  <c:v>1.7</c:v>
                </c:pt>
                <c:pt idx="153">
                  <c:v>1.8</c:v>
                </c:pt>
                <c:pt idx="154">
                  <c:v>1.8</c:v>
                </c:pt>
                <c:pt idx="155">
                  <c:v>1.8</c:v>
                </c:pt>
                <c:pt idx="156">
                  <c:v>1.8</c:v>
                </c:pt>
                <c:pt idx="157">
                  <c:v>1.8</c:v>
                </c:pt>
                <c:pt idx="158">
                  <c:v>1.8</c:v>
                </c:pt>
                <c:pt idx="159">
                  <c:v>1.8</c:v>
                </c:pt>
                <c:pt idx="160">
                  <c:v>2.1</c:v>
                </c:pt>
                <c:pt idx="161">
                  <c:v>2.1</c:v>
                </c:pt>
                <c:pt idx="162">
                  <c:v>2.1</c:v>
                </c:pt>
                <c:pt idx="163">
                  <c:v>2.1</c:v>
                </c:pt>
                <c:pt idx="164">
                  <c:v>2.2000000000000002</c:v>
                </c:pt>
                <c:pt idx="165">
                  <c:v>2.2000000000000002</c:v>
                </c:pt>
                <c:pt idx="166">
                  <c:v>2.2000000000000002</c:v>
                </c:pt>
                <c:pt idx="167">
                  <c:v>2.2000000000000002</c:v>
                </c:pt>
                <c:pt idx="168">
                  <c:v>2.1</c:v>
                </c:pt>
                <c:pt idx="169">
                  <c:v>2.1</c:v>
                </c:pt>
                <c:pt idx="170">
                  <c:v>2.1</c:v>
                </c:pt>
                <c:pt idx="171">
                  <c:v>2.1</c:v>
                </c:pt>
                <c:pt idx="172">
                  <c:v>2.1</c:v>
                </c:pt>
                <c:pt idx="173">
                  <c:v>2.1</c:v>
                </c:pt>
                <c:pt idx="174">
                  <c:v>2.1</c:v>
                </c:pt>
                <c:pt idx="175">
                  <c:v>2.1</c:v>
                </c:pt>
                <c:pt idx="176">
                  <c:v>2.1</c:v>
                </c:pt>
                <c:pt idx="177">
                  <c:v>2.1</c:v>
                </c:pt>
                <c:pt idx="178">
                  <c:v>2.1</c:v>
                </c:pt>
                <c:pt idx="179">
                  <c:v>2.1</c:v>
                </c:pt>
                <c:pt idx="180">
                  <c:v>2.1</c:v>
                </c:pt>
                <c:pt idx="181">
                  <c:v>2</c:v>
                </c:pt>
                <c:pt idx="182">
                  <c:v>2.1</c:v>
                </c:pt>
                <c:pt idx="183">
                  <c:v>2.1</c:v>
                </c:pt>
                <c:pt idx="184">
                  <c:v>2.1</c:v>
                </c:pt>
                <c:pt idx="185">
                  <c:v>2.1</c:v>
                </c:pt>
                <c:pt idx="186">
                  <c:v>2.1</c:v>
                </c:pt>
                <c:pt idx="187">
                  <c:v>2.1</c:v>
                </c:pt>
                <c:pt idx="188">
                  <c:v>2</c:v>
                </c:pt>
                <c:pt idx="189">
                  <c:v>2.1</c:v>
                </c:pt>
                <c:pt idx="190">
                  <c:v>2.1</c:v>
                </c:pt>
                <c:pt idx="191">
                  <c:v>2.4</c:v>
                </c:pt>
                <c:pt idx="192">
                  <c:v>2.4</c:v>
                </c:pt>
                <c:pt idx="193">
                  <c:v>2.4</c:v>
                </c:pt>
                <c:pt idx="194">
                  <c:v>2.4</c:v>
                </c:pt>
                <c:pt idx="195">
                  <c:v>2.5</c:v>
                </c:pt>
                <c:pt idx="196">
                  <c:v>2.4</c:v>
                </c:pt>
                <c:pt idx="197">
                  <c:v>2.4</c:v>
                </c:pt>
                <c:pt idx="198">
                  <c:v>2.4</c:v>
                </c:pt>
                <c:pt idx="199">
                  <c:v>2.4</c:v>
                </c:pt>
                <c:pt idx="200">
                  <c:v>2.4</c:v>
                </c:pt>
                <c:pt idx="201">
                  <c:v>2.4</c:v>
                </c:pt>
                <c:pt idx="202">
                  <c:v>2.5</c:v>
                </c:pt>
                <c:pt idx="203">
                  <c:v>2.4</c:v>
                </c:pt>
                <c:pt idx="204">
                  <c:v>2.4</c:v>
                </c:pt>
                <c:pt idx="205">
                  <c:v>2.4</c:v>
                </c:pt>
                <c:pt idx="206">
                  <c:v>2.4</c:v>
                </c:pt>
                <c:pt idx="207">
                  <c:v>2.4</c:v>
                </c:pt>
                <c:pt idx="208">
                  <c:v>2.4</c:v>
                </c:pt>
                <c:pt idx="209">
                  <c:v>2.4</c:v>
                </c:pt>
                <c:pt idx="210">
                  <c:v>2.4</c:v>
                </c:pt>
                <c:pt idx="211">
                  <c:v>2.4</c:v>
                </c:pt>
                <c:pt idx="212">
                  <c:v>2.4</c:v>
                </c:pt>
                <c:pt idx="213">
                  <c:v>2.4</c:v>
                </c:pt>
                <c:pt idx="214">
                  <c:v>2.4</c:v>
                </c:pt>
                <c:pt idx="215">
                  <c:v>2.4</c:v>
                </c:pt>
                <c:pt idx="216">
                  <c:v>2.4</c:v>
                </c:pt>
                <c:pt idx="217">
                  <c:v>2.5</c:v>
                </c:pt>
                <c:pt idx="218">
                  <c:v>2.5</c:v>
                </c:pt>
                <c:pt idx="219">
                  <c:v>2.5</c:v>
                </c:pt>
                <c:pt idx="220">
                  <c:v>2.5</c:v>
                </c:pt>
                <c:pt idx="221">
                  <c:v>2.5</c:v>
                </c:pt>
                <c:pt idx="222">
                  <c:v>2.6</c:v>
                </c:pt>
                <c:pt idx="223">
                  <c:v>2.7</c:v>
                </c:pt>
                <c:pt idx="224">
                  <c:v>2.6</c:v>
                </c:pt>
                <c:pt idx="225">
                  <c:v>2.6</c:v>
                </c:pt>
                <c:pt idx="226">
                  <c:v>2.6</c:v>
                </c:pt>
                <c:pt idx="227">
                  <c:v>2.6</c:v>
                </c:pt>
                <c:pt idx="228">
                  <c:v>2.6</c:v>
                </c:pt>
                <c:pt idx="229">
                  <c:v>2.6</c:v>
                </c:pt>
                <c:pt idx="230">
                  <c:v>2.6</c:v>
                </c:pt>
                <c:pt idx="231">
                  <c:v>2.6</c:v>
                </c:pt>
                <c:pt idx="232">
                  <c:v>2.6</c:v>
                </c:pt>
                <c:pt idx="233">
                  <c:v>2.6</c:v>
                </c:pt>
                <c:pt idx="234">
                  <c:v>2.6</c:v>
                </c:pt>
                <c:pt idx="235">
                  <c:v>2.6</c:v>
                </c:pt>
                <c:pt idx="236">
                  <c:v>2.6</c:v>
                </c:pt>
                <c:pt idx="237">
                  <c:v>2.6</c:v>
                </c:pt>
                <c:pt idx="238">
                  <c:v>2.6</c:v>
                </c:pt>
                <c:pt idx="239">
                  <c:v>2.6</c:v>
                </c:pt>
                <c:pt idx="240">
                  <c:v>2.6</c:v>
                </c:pt>
                <c:pt idx="241">
                  <c:v>2.6</c:v>
                </c:pt>
                <c:pt idx="242">
                  <c:v>2.6</c:v>
                </c:pt>
                <c:pt idx="243">
                  <c:v>2.6</c:v>
                </c:pt>
                <c:pt idx="244">
                  <c:v>2.6</c:v>
                </c:pt>
                <c:pt idx="245">
                  <c:v>2.6</c:v>
                </c:pt>
                <c:pt idx="246">
                  <c:v>2.6</c:v>
                </c:pt>
                <c:pt idx="247">
                  <c:v>2.6</c:v>
                </c:pt>
                <c:pt idx="248">
                  <c:v>2.6</c:v>
                </c:pt>
                <c:pt idx="249">
                  <c:v>2.6</c:v>
                </c:pt>
                <c:pt idx="250">
                  <c:v>2.6</c:v>
                </c:pt>
                <c:pt idx="251">
                  <c:v>2.6</c:v>
                </c:pt>
                <c:pt idx="252">
                  <c:v>2.5</c:v>
                </c:pt>
                <c:pt idx="253">
                  <c:v>2.5</c:v>
                </c:pt>
                <c:pt idx="254">
                  <c:v>2.5</c:v>
                </c:pt>
                <c:pt idx="255">
                  <c:v>2.5</c:v>
                </c:pt>
                <c:pt idx="256">
                  <c:v>2.5</c:v>
                </c:pt>
                <c:pt idx="257">
                  <c:v>2.5</c:v>
                </c:pt>
                <c:pt idx="258">
                  <c:v>2.5</c:v>
                </c:pt>
                <c:pt idx="259">
                  <c:v>2.5</c:v>
                </c:pt>
                <c:pt idx="260">
                  <c:v>2.5</c:v>
                </c:pt>
                <c:pt idx="261">
                  <c:v>2.5</c:v>
                </c:pt>
                <c:pt idx="262">
                  <c:v>2.5</c:v>
                </c:pt>
                <c:pt idx="263">
                  <c:v>2.5</c:v>
                </c:pt>
                <c:pt idx="264">
                  <c:v>2.5</c:v>
                </c:pt>
                <c:pt idx="265">
                  <c:v>2.5</c:v>
                </c:pt>
                <c:pt idx="266">
                  <c:v>2.5</c:v>
                </c:pt>
                <c:pt idx="267">
                  <c:v>2.5</c:v>
                </c:pt>
                <c:pt idx="268">
                  <c:v>2.5</c:v>
                </c:pt>
                <c:pt idx="269">
                  <c:v>2.5</c:v>
                </c:pt>
                <c:pt idx="270">
                  <c:v>2.5</c:v>
                </c:pt>
                <c:pt idx="271">
                  <c:v>2.5</c:v>
                </c:pt>
                <c:pt idx="272">
                  <c:v>2.5</c:v>
                </c:pt>
                <c:pt idx="273">
                  <c:v>2.5</c:v>
                </c:pt>
                <c:pt idx="274">
                  <c:v>2.5</c:v>
                </c:pt>
                <c:pt idx="275">
                  <c:v>2.5</c:v>
                </c:pt>
                <c:pt idx="276">
                  <c:v>2.5</c:v>
                </c:pt>
                <c:pt idx="277">
                  <c:v>2.5</c:v>
                </c:pt>
                <c:pt idx="278">
                  <c:v>2.5</c:v>
                </c:pt>
                <c:pt idx="279">
                  <c:v>2.5</c:v>
                </c:pt>
                <c:pt idx="280">
                  <c:v>2.5</c:v>
                </c:pt>
                <c:pt idx="281">
                  <c:v>2.5</c:v>
                </c:pt>
                <c:pt idx="282">
                  <c:v>2.5</c:v>
                </c:pt>
                <c:pt idx="283">
                  <c:v>2.6</c:v>
                </c:pt>
                <c:pt idx="284">
                  <c:v>2.6</c:v>
                </c:pt>
                <c:pt idx="285">
                  <c:v>2.6</c:v>
                </c:pt>
                <c:pt idx="286">
                  <c:v>2.7</c:v>
                </c:pt>
                <c:pt idx="287">
                  <c:v>2.6</c:v>
                </c:pt>
                <c:pt idx="288">
                  <c:v>2.6</c:v>
                </c:pt>
                <c:pt idx="289">
                  <c:v>2.6</c:v>
                </c:pt>
                <c:pt idx="290">
                  <c:v>2.6</c:v>
                </c:pt>
                <c:pt idx="291">
                  <c:v>2.6</c:v>
                </c:pt>
                <c:pt idx="292">
                  <c:v>2.6</c:v>
                </c:pt>
                <c:pt idx="293">
                  <c:v>2.6</c:v>
                </c:pt>
                <c:pt idx="294">
                  <c:v>2.6</c:v>
                </c:pt>
                <c:pt idx="295">
                  <c:v>2.6</c:v>
                </c:pt>
                <c:pt idx="296">
                  <c:v>2.6</c:v>
                </c:pt>
                <c:pt idx="297">
                  <c:v>2.6</c:v>
                </c:pt>
                <c:pt idx="298">
                  <c:v>2.6</c:v>
                </c:pt>
                <c:pt idx="299">
                  <c:v>2.6</c:v>
                </c:pt>
                <c:pt idx="300">
                  <c:v>2.6</c:v>
                </c:pt>
                <c:pt idx="301">
                  <c:v>2.6</c:v>
                </c:pt>
                <c:pt idx="302">
                  <c:v>2.6</c:v>
                </c:pt>
                <c:pt idx="303">
                  <c:v>2.6</c:v>
                </c:pt>
                <c:pt idx="304">
                  <c:v>2.6</c:v>
                </c:pt>
                <c:pt idx="305">
                  <c:v>2.6</c:v>
                </c:pt>
                <c:pt idx="306">
                  <c:v>2.6</c:v>
                </c:pt>
                <c:pt idx="307">
                  <c:v>2.7</c:v>
                </c:pt>
                <c:pt idx="308">
                  <c:v>2.7</c:v>
                </c:pt>
                <c:pt idx="309">
                  <c:v>2.7</c:v>
                </c:pt>
                <c:pt idx="310">
                  <c:v>2.7</c:v>
                </c:pt>
                <c:pt idx="311">
                  <c:v>2.7</c:v>
                </c:pt>
                <c:pt idx="312">
                  <c:v>2.7</c:v>
                </c:pt>
                <c:pt idx="313">
                  <c:v>2.8</c:v>
                </c:pt>
                <c:pt idx="314">
                  <c:v>2.8</c:v>
                </c:pt>
                <c:pt idx="315">
                  <c:v>2.8</c:v>
                </c:pt>
                <c:pt idx="316">
                  <c:v>2.8</c:v>
                </c:pt>
                <c:pt idx="317">
                  <c:v>2.8</c:v>
                </c:pt>
                <c:pt idx="318">
                  <c:v>2.8</c:v>
                </c:pt>
                <c:pt idx="319">
                  <c:v>2.8</c:v>
                </c:pt>
                <c:pt idx="320">
                  <c:v>2.8</c:v>
                </c:pt>
                <c:pt idx="321">
                  <c:v>2.8</c:v>
                </c:pt>
                <c:pt idx="322">
                  <c:v>2.8</c:v>
                </c:pt>
                <c:pt idx="323">
                  <c:v>2.8</c:v>
                </c:pt>
                <c:pt idx="324">
                  <c:v>2.8</c:v>
                </c:pt>
                <c:pt idx="325">
                  <c:v>2.8</c:v>
                </c:pt>
                <c:pt idx="326">
                  <c:v>2.8</c:v>
                </c:pt>
                <c:pt idx="327">
                  <c:v>2.8</c:v>
                </c:pt>
                <c:pt idx="328">
                  <c:v>2.8</c:v>
                </c:pt>
                <c:pt idx="329">
                  <c:v>2.8</c:v>
                </c:pt>
                <c:pt idx="330">
                  <c:v>2.8</c:v>
                </c:pt>
                <c:pt idx="331">
                  <c:v>2.8</c:v>
                </c:pt>
                <c:pt idx="332">
                  <c:v>2.8</c:v>
                </c:pt>
                <c:pt idx="333">
                  <c:v>2.8</c:v>
                </c:pt>
                <c:pt idx="334">
                  <c:v>2.8</c:v>
                </c:pt>
                <c:pt idx="335">
                  <c:v>2.8</c:v>
                </c:pt>
                <c:pt idx="336">
                  <c:v>2.7</c:v>
                </c:pt>
                <c:pt idx="337">
                  <c:v>2.7</c:v>
                </c:pt>
                <c:pt idx="338">
                  <c:v>2.7</c:v>
                </c:pt>
                <c:pt idx="339">
                  <c:v>2.7</c:v>
                </c:pt>
                <c:pt idx="340">
                  <c:v>2.7</c:v>
                </c:pt>
                <c:pt idx="341">
                  <c:v>2.7</c:v>
                </c:pt>
                <c:pt idx="342">
                  <c:v>2.8</c:v>
                </c:pt>
                <c:pt idx="343">
                  <c:v>2.7</c:v>
                </c:pt>
                <c:pt idx="344">
                  <c:v>2.9</c:v>
                </c:pt>
                <c:pt idx="345">
                  <c:v>2.9</c:v>
                </c:pt>
                <c:pt idx="346">
                  <c:v>2.9</c:v>
                </c:pt>
                <c:pt idx="347">
                  <c:v>2.9</c:v>
                </c:pt>
                <c:pt idx="348">
                  <c:v>2.9</c:v>
                </c:pt>
                <c:pt idx="349">
                  <c:v>2.9</c:v>
                </c:pt>
                <c:pt idx="350">
                  <c:v>2.9</c:v>
                </c:pt>
                <c:pt idx="351">
                  <c:v>2.9</c:v>
                </c:pt>
                <c:pt idx="352">
                  <c:v>2.9</c:v>
                </c:pt>
                <c:pt idx="353">
                  <c:v>2.9</c:v>
                </c:pt>
                <c:pt idx="354">
                  <c:v>2.9</c:v>
                </c:pt>
                <c:pt idx="355">
                  <c:v>2.9</c:v>
                </c:pt>
                <c:pt idx="356">
                  <c:v>2.9</c:v>
                </c:pt>
                <c:pt idx="357">
                  <c:v>2.9</c:v>
                </c:pt>
                <c:pt idx="358">
                  <c:v>2.9</c:v>
                </c:pt>
                <c:pt idx="359">
                  <c:v>2.9</c:v>
                </c:pt>
                <c:pt idx="360">
                  <c:v>2.9</c:v>
                </c:pt>
                <c:pt idx="361">
                  <c:v>2.9</c:v>
                </c:pt>
                <c:pt idx="362">
                  <c:v>2.9</c:v>
                </c:pt>
                <c:pt idx="363">
                  <c:v>2.9</c:v>
                </c:pt>
                <c:pt idx="364">
                  <c:v>2.9</c:v>
                </c:pt>
                <c:pt idx="365">
                  <c:v>2.9</c:v>
                </c:pt>
                <c:pt idx="366">
                  <c:v>2.9</c:v>
                </c:pt>
                <c:pt idx="367">
                  <c:v>2.9</c:v>
                </c:pt>
                <c:pt idx="368">
                  <c:v>2.9</c:v>
                </c:pt>
                <c:pt idx="369">
                  <c:v>2.9</c:v>
                </c:pt>
                <c:pt idx="370">
                  <c:v>2.9</c:v>
                </c:pt>
                <c:pt idx="371">
                  <c:v>2.9</c:v>
                </c:pt>
                <c:pt idx="372">
                  <c:v>2.9</c:v>
                </c:pt>
                <c:pt idx="373">
                  <c:v>2.9</c:v>
                </c:pt>
                <c:pt idx="374">
                  <c:v>2.9</c:v>
                </c:pt>
                <c:pt idx="375">
                  <c:v>2.9</c:v>
                </c:pt>
                <c:pt idx="376">
                  <c:v>2.9</c:v>
                </c:pt>
                <c:pt idx="377">
                  <c:v>2.9</c:v>
                </c:pt>
                <c:pt idx="378">
                  <c:v>2.9</c:v>
                </c:pt>
                <c:pt idx="379">
                  <c:v>2.9</c:v>
                </c:pt>
                <c:pt idx="380">
                  <c:v>2.9</c:v>
                </c:pt>
                <c:pt idx="381">
                  <c:v>2.9</c:v>
                </c:pt>
                <c:pt idx="382">
                  <c:v>2.9</c:v>
                </c:pt>
                <c:pt idx="383">
                  <c:v>2.9</c:v>
                </c:pt>
                <c:pt idx="384">
                  <c:v>2.9</c:v>
                </c:pt>
                <c:pt idx="385">
                  <c:v>2.9</c:v>
                </c:pt>
                <c:pt idx="386">
                  <c:v>2.9</c:v>
                </c:pt>
                <c:pt idx="387">
                  <c:v>2.9</c:v>
                </c:pt>
                <c:pt idx="388">
                  <c:v>2.9</c:v>
                </c:pt>
                <c:pt idx="389">
                  <c:v>2.9</c:v>
                </c:pt>
                <c:pt idx="390">
                  <c:v>2.9</c:v>
                </c:pt>
                <c:pt idx="391">
                  <c:v>2.9</c:v>
                </c:pt>
                <c:pt idx="392">
                  <c:v>2.9</c:v>
                </c:pt>
                <c:pt idx="393">
                  <c:v>2.9</c:v>
                </c:pt>
                <c:pt idx="394">
                  <c:v>2.9</c:v>
                </c:pt>
                <c:pt idx="395">
                  <c:v>2.9</c:v>
                </c:pt>
                <c:pt idx="396">
                  <c:v>2.9</c:v>
                </c:pt>
                <c:pt idx="397">
                  <c:v>2.9</c:v>
                </c:pt>
                <c:pt idx="398">
                  <c:v>2.9</c:v>
                </c:pt>
                <c:pt idx="399">
                  <c:v>2.9</c:v>
                </c:pt>
                <c:pt idx="400">
                  <c:v>2.9</c:v>
                </c:pt>
                <c:pt idx="401">
                  <c:v>2.9</c:v>
                </c:pt>
                <c:pt idx="402">
                  <c:v>2.9</c:v>
                </c:pt>
                <c:pt idx="403">
                  <c:v>2.9</c:v>
                </c:pt>
                <c:pt idx="404">
                  <c:v>2.9</c:v>
                </c:pt>
                <c:pt idx="405">
                  <c:v>2.9</c:v>
                </c:pt>
                <c:pt idx="406">
                  <c:v>2.9</c:v>
                </c:pt>
                <c:pt idx="407">
                  <c:v>2.9</c:v>
                </c:pt>
                <c:pt idx="408">
                  <c:v>2.9</c:v>
                </c:pt>
                <c:pt idx="409">
                  <c:v>2.9</c:v>
                </c:pt>
                <c:pt idx="410">
                  <c:v>2.9</c:v>
                </c:pt>
                <c:pt idx="411">
                  <c:v>2.9</c:v>
                </c:pt>
                <c:pt idx="412">
                  <c:v>2.9</c:v>
                </c:pt>
                <c:pt idx="413">
                  <c:v>2.9</c:v>
                </c:pt>
                <c:pt idx="414">
                  <c:v>2.9</c:v>
                </c:pt>
                <c:pt idx="415">
                  <c:v>2.9</c:v>
                </c:pt>
                <c:pt idx="416">
                  <c:v>2.9</c:v>
                </c:pt>
                <c:pt idx="417">
                  <c:v>2.9</c:v>
                </c:pt>
                <c:pt idx="418">
                  <c:v>2.9</c:v>
                </c:pt>
                <c:pt idx="419">
                  <c:v>3</c:v>
                </c:pt>
                <c:pt idx="420">
                  <c:v>3</c:v>
                </c:pt>
                <c:pt idx="421">
                  <c:v>3</c:v>
                </c:pt>
                <c:pt idx="422">
                  <c:v>3</c:v>
                </c:pt>
                <c:pt idx="423">
                  <c:v>3</c:v>
                </c:pt>
                <c:pt idx="424">
                  <c:v>3</c:v>
                </c:pt>
                <c:pt idx="425">
                  <c:v>3</c:v>
                </c:pt>
                <c:pt idx="426">
                  <c:v>3</c:v>
                </c:pt>
                <c:pt idx="427">
                  <c:v>2.9</c:v>
                </c:pt>
                <c:pt idx="428">
                  <c:v>2.9</c:v>
                </c:pt>
                <c:pt idx="429">
                  <c:v>2.9</c:v>
                </c:pt>
                <c:pt idx="430">
                  <c:v>2.9</c:v>
                </c:pt>
                <c:pt idx="431">
                  <c:v>2.9</c:v>
                </c:pt>
                <c:pt idx="432">
                  <c:v>2.9</c:v>
                </c:pt>
                <c:pt idx="433">
                  <c:v>3</c:v>
                </c:pt>
                <c:pt idx="434">
                  <c:v>2.9</c:v>
                </c:pt>
                <c:pt idx="435">
                  <c:v>2.9</c:v>
                </c:pt>
                <c:pt idx="436">
                  <c:v>3</c:v>
                </c:pt>
                <c:pt idx="437">
                  <c:v>3</c:v>
                </c:pt>
                <c:pt idx="438">
                  <c:v>3</c:v>
                </c:pt>
                <c:pt idx="439">
                  <c:v>3</c:v>
                </c:pt>
                <c:pt idx="440">
                  <c:v>3</c:v>
                </c:pt>
                <c:pt idx="441">
                  <c:v>3</c:v>
                </c:pt>
                <c:pt idx="442">
                  <c:v>3</c:v>
                </c:pt>
                <c:pt idx="443">
                  <c:v>3</c:v>
                </c:pt>
                <c:pt idx="444">
                  <c:v>3</c:v>
                </c:pt>
                <c:pt idx="445">
                  <c:v>3</c:v>
                </c:pt>
                <c:pt idx="446">
                  <c:v>3</c:v>
                </c:pt>
                <c:pt idx="447">
                  <c:v>3</c:v>
                </c:pt>
                <c:pt idx="448">
                  <c:v>3</c:v>
                </c:pt>
                <c:pt idx="449">
                  <c:v>3</c:v>
                </c:pt>
                <c:pt idx="450">
                  <c:v>3</c:v>
                </c:pt>
                <c:pt idx="451">
                  <c:v>3</c:v>
                </c:pt>
                <c:pt idx="452">
                  <c:v>3</c:v>
                </c:pt>
                <c:pt idx="453">
                  <c:v>3</c:v>
                </c:pt>
                <c:pt idx="454">
                  <c:v>3</c:v>
                </c:pt>
                <c:pt idx="455">
                  <c:v>3</c:v>
                </c:pt>
                <c:pt idx="456">
                  <c:v>3</c:v>
                </c:pt>
                <c:pt idx="457">
                  <c:v>3</c:v>
                </c:pt>
                <c:pt idx="458">
                  <c:v>3</c:v>
                </c:pt>
                <c:pt idx="459">
                  <c:v>3</c:v>
                </c:pt>
                <c:pt idx="460">
                  <c:v>3</c:v>
                </c:pt>
                <c:pt idx="461">
                  <c:v>3</c:v>
                </c:pt>
                <c:pt idx="462">
                  <c:v>3</c:v>
                </c:pt>
                <c:pt idx="463">
                  <c:v>3</c:v>
                </c:pt>
                <c:pt idx="464">
                  <c:v>3</c:v>
                </c:pt>
                <c:pt idx="465">
                  <c:v>3</c:v>
                </c:pt>
                <c:pt idx="466">
                  <c:v>2.9</c:v>
                </c:pt>
                <c:pt idx="467">
                  <c:v>2.9</c:v>
                </c:pt>
                <c:pt idx="468">
                  <c:v>2.9</c:v>
                </c:pt>
                <c:pt idx="469">
                  <c:v>2.9</c:v>
                </c:pt>
                <c:pt idx="470">
                  <c:v>2.9</c:v>
                </c:pt>
                <c:pt idx="471">
                  <c:v>2.9</c:v>
                </c:pt>
                <c:pt idx="472">
                  <c:v>2.9</c:v>
                </c:pt>
                <c:pt idx="473">
                  <c:v>2.9</c:v>
                </c:pt>
                <c:pt idx="474">
                  <c:v>2.9</c:v>
                </c:pt>
                <c:pt idx="475">
                  <c:v>2.8</c:v>
                </c:pt>
                <c:pt idx="476">
                  <c:v>2.8</c:v>
                </c:pt>
                <c:pt idx="477">
                  <c:v>2.8</c:v>
                </c:pt>
                <c:pt idx="478">
                  <c:v>2.8</c:v>
                </c:pt>
                <c:pt idx="479">
                  <c:v>2.8</c:v>
                </c:pt>
                <c:pt idx="480">
                  <c:v>2.8</c:v>
                </c:pt>
                <c:pt idx="481">
                  <c:v>2.8</c:v>
                </c:pt>
                <c:pt idx="482">
                  <c:v>2.9</c:v>
                </c:pt>
                <c:pt idx="483">
                  <c:v>2.8</c:v>
                </c:pt>
                <c:pt idx="484">
                  <c:v>2.8</c:v>
                </c:pt>
                <c:pt idx="485">
                  <c:v>2.8</c:v>
                </c:pt>
                <c:pt idx="486">
                  <c:v>2.8</c:v>
                </c:pt>
                <c:pt idx="487">
                  <c:v>2.8</c:v>
                </c:pt>
                <c:pt idx="488">
                  <c:v>2.8</c:v>
                </c:pt>
                <c:pt idx="489">
                  <c:v>2.9</c:v>
                </c:pt>
                <c:pt idx="490">
                  <c:v>2.8</c:v>
                </c:pt>
                <c:pt idx="491">
                  <c:v>2.8</c:v>
                </c:pt>
                <c:pt idx="492">
                  <c:v>2.8</c:v>
                </c:pt>
                <c:pt idx="493">
                  <c:v>2.8</c:v>
                </c:pt>
                <c:pt idx="494">
                  <c:v>2.8</c:v>
                </c:pt>
                <c:pt idx="495">
                  <c:v>2.8</c:v>
                </c:pt>
                <c:pt idx="496">
                  <c:v>2.8</c:v>
                </c:pt>
                <c:pt idx="497">
                  <c:v>3</c:v>
                </c:pt>
                <c:pt idx="498">
                  <c:v>3</c:v>
                </c:pt>
                <c:pt idx="499">
                  <c:v>3</c:v>
                </c:pt>
                <c:pt idx="500">
                  <c:v>3</c:v>
                </c:pt>
                <c:pt idx="501">
                  <c:v>3</c:v>
                </c:pt>
                <c:pt idx="502">
                  <c:v>3</c:v>
                </c:pt>
                <c:pt idx="503">
                  <c:v>3</c:v>
                </c:pt>
                <c:pt idx="504">
                  <c:v>3</c:v>
                </c:pt>
                <c:pt idx="505">
                  <c:v>3</c:v>
                </c:pt>
                <c:pt idx="506">
                  <c:v>3</c:v>
                </c:pt>
                <c:pt idx="507">
                  <c:v>3</c:v>
                </c:pt>
                <c:pt idx="508">
                  <c:v>3</c:v>
                </c:pt>
                <c:pt idx="509">
                  <c:v>3</c:v>
                </c:pt>
                <c:pt idx="510">
                  <c:v>3</c:v>
                </c:pt>
                <c:pt idx="511">
                  <c:v>3</c:v>
                </c:pt>
                <c:pt idx="512">
                  <c:v>3</c:v>
                </c:pt>
                <c:pt idx="513">
                  <c:v>3</c:v>
                </c:pt>
                <c:pt idx="514">
                  <c:v>3</c:v>
                </c:pt>
                <c:pt idx="515">
                  <c:v>3</c:v>
                </c:pt>
                <c:pt idx="516">
                  <c:v>3</c:v>
                </c:pt>
                <c:pt idx="517">
                  <c:v>3</c:v>
                </c:pt>
                <c:pt idx="518">
                  <c:v>3</c:v>
                </c:pt>
                <c:pt idx="519">
                  <c:v>3</c:v>
                </c:pt>
                <c:pt idx="520">
                  <c:v>3</c:v>
                </c:pt>
                <c:pt idx="521">
                  <c:v>3</c:v>
                </c:pt>
                <c:pt idx="522">
                  <c:v>3</c:v>
                </c:pt>
                <c:pt idx="523">
                  <c:v>3</c:v>
                </c:pt>
                <c:pt idx="524">
                  <c:v>3</c:v>
                </c:pt>
                <c:pt idx="525">
                  <c:v>3.1</c:v>
                </c:pt>
                <c:pt idx="526">
                  <c:v>3.1</c:v>
                </c:pt>
                <c:pt idx="527">
                  <c:v>3.1</c:v>
                </c:pt>
                <c:pt idx="528">
                  <c:v>3.1</c:v>
                </c:pt>
                <c:pt idx="529">
                  <c:v>3.1</c:v>
                </c:pt>
                <c:pt idx="530">
                  <c:v>3.1</c:v>
                </c:pt>
                <c:pt idx="531">
                  <c:v>3.1</c:v>
                </c:pt>
                <c:pt idx="532">
                  <c:v>3.1</c:v>
                </c:pt>
                <c:pt idx="533">
                  <c:v>3.1</c:v>
                </c:pt>
                <c:pt idx="534">
                  <c:v>3.1</c:v>
                </c:pt>
                <c:pt idx="535">
                  <c:v>3.1</c:v>
                </c:pt>
                <c:pt idx="536">
                  <c:v>3.1</c:v>
                </c:pt>
                <c:pt idx="537">
                  <c:v>3</c:v>
                </c:pt>
                <c:pt idx="538">
                  <c:v>3</c:v>
                </c:pt>
                <c:pt idx="539">
                  <c:v>3.1</c:v>
                </c:pt>
                <c:pt idx="540">
                  <c:v>3.1</c:v>
                </c:pt>
                <c:pt idx="541">
                  <c:v>3.1</c:v>
                </c:pt>
                <c:pt idx="542">
                  <c:v>3.1</c:v>
                </c:pt>
                <c:pt idx="543">
                  <c:v>3.1</c:v>
                </c:pt>
                <c:pt idx="544">
                  <c:v>3</c:v>
                </c:pt>
                <c:pt idx="545">
                  <c:v>3</c:v>
                </c:pt>
                <c:pt idx="546">
                  <c:v>3.1</c:v>
                </c:pt>
                <c:pt idx="547">
                  <c:v>3.1</c:v>
                </c:pt>
                <c:pt idx="548">
                  <c:v>3.1</c:v>
                </c:pt>
                <c:pt idx="549">
                  <c:v>3.1</c:v>
                </c:pt>
                <c:pt idx="550">
                  <c:v>3.1</c:v>
                </c:pt>
                <c:pt idx="551">
                  <c:v>3</c:v>
                </c:pt>
                <c:pt idx="552">
                  <c:v>3</c:v>
                </c:pt>
                <c:pt idx="553">
                  <c:v>3.1</c:v>
                </c:pt>
                <c:pt idx="554">
                  <c:v>3.1</c:v>
                </c:pt>
                <c:pt idx="555">
                  <c:v>3.1</c:v>
                </c:pt>
                <c:pt idx="556">
                  <c:v>3.3</c:v>
                </c:pt>
                <c:pt idx="557">
                  <c:v>3.3</c:v>
                </c:pt>
                <c:pt idx="558">
                  <c:v>3.3</c:v>
                </c:pt>
                <c:pt idx="559">
                  <c:v>3.3</c:v>
                </c:pt>
                <c:pt idx="560">
                  <c:v>3.2</c:v>
                </c:pt>
                <c:pt idx="561">
                  <c:v>3.2</c:v>
                </c:pt>
                <c:pt idx="562">
                  <c:v>3.2</c:v>
                </c:pt>
                <c:pt idx="563">
                  <c:v>3.2</c:v>
                </c:pt>
                <c:pt idx="564">
                  <c:v>3.2</c:v>
                </c:pt>
                <c:pt idx="565">
                  <c:v>3.3</c:v>
                </c:pt>
                <c:pt idx="566">
                  <c:v>3.3</c:v>
                </c:pt>
                <c:pt idx="567">
                  <c:v>3.3</c:v>
                </c:pt>
                <c:pt idx="568">
                  <c:v>3.3</c:v>
                </c:pt>
                <c:pt idx="569">
                  <c:v>3.3</c:v>
                </c:pt>
                <c:pt idx="570">
                  <c:v>3.3</c:v>
                </c:pt>
                <c:pt idx="571">
                  <c:v>3.3</c:v>
                </c:pt>
                <c:pt idx="572">
                  <c:v>3.3</c:v>
                </c:pt>
                <c:pt idx="573">
                  <c:v>3.3</c:v>
                </c:pt>
                <c:pt idx="574">
                  <c:v>3.3</c:v>
                </c:pt>
                <c:pt idx="575">
                  <c:v>3.3</c:v>
                </c:pt>
                <c:pt idx="576">
                  <c:v>3.3</c:v>
                </c:pt>
                <c:pt idx="577">
                  <c:v>3.3</c:v>
                </c:pt>
                <c:pt idx="578">
                  <c:v>3.3</c:v>
                </c:pt>
                <c:pt idx="579">
                  <c:v>3.3</c:v>
                </c:pt>
                <c:pt idx="580">
                  <c:v>3.3</c:v>
                </c:pt>
                <c:pt idx="581">
                  <c:v>3.4</c:v>
                </c:pt>
                <c:pt idx="582">
                  <c:v>3.4</c:v>
                </c:pt>
                <c:pt idx="583">
                  <c:v>3.4</c:v>
                </c:pt>
                <c:pt idx="584">
                  <c:v>3.4</c:v>
                </c:pt>
                <c:pt idx="585">
                  <c:v>3.4</c:v>
                </c:pt>
                <c:pt idx="586">
                  <c:v>3.3</c:v>
                </c:pt>
                <c:pt idx="587">
                  <c:v>3.3</c:v>
                </c:pt>
                <c:pt idx="588">
                  <c:v>3.2</c:v>
                </c:pt>
                <c:pt idx="589">
                  <c:v>3.2</c:v>
                </c:pt>
                <c:pt idx="590">
                  <c:v>3.2</c:v>
                </c:pt>
                <c:pt idx="591">
                  <c:v>3.2</c:v>
                </c:pt>
                <c:pt idx="592">
                  <c:v>3.2</c:v>
                </c:pt>
                <c:pt idx="593">
                  <c:v>3.3</c:v>
                </c:pt>
                <c:pt idx="594">
                  <c:v>3.3</c:v>
                </c:pt>
                <c:pt idx="595">
                  <c:v>3.3</c:v>
                </c:pt>
                <c:pt idx="596">
                  <c:v>3.3</c:v>
                </c:pt>
                <c:pt idx="597">
                  <c:v>3.3</c:v>
                </c:pt>
                <c:pt idx="598">
                  <c:v>3.4</c:v>
                </c:pt>
                <c:pt idx="599">
                  <c:v>3.4</c:v>
                </c:pt>
                <c:pt idx="600">
                  <c:v>3.4</c:v>
                </c:pt>
                <c:pt idx="601">
                  <c:v>3.4</c:v>
                </c:pt>
                <c:pt idx="602">
                  <c:v>3.4</c:v>
                </c:pt>
                <c:pt idx="603">
                  <c:v>3.4</c:v>
                </c:pt>
                <c:pt idx="604">
                  <c:v>3.4</c:v>
                </c:pt>
                <c:pt idx="605">
                  <c:v>3.4</c:v>
                </c:pt>
                <c:pt idx="606">
                  <c:v>3.4</c:v>
                </c:pt>
                <c:pt idx="607">
                  <c:v>3.4</c:v>
                </c:pt>
                <c:pt idx="608">
                  <c:v>3.4</c:v>
                </c:pt>
                <c:pt idx="609">
                  <c:v>3.3</c:v>
                </c:pt>
                <c:pt idx="610">
                  <c:v>3.3</c:v>
                </c:pt>
                <c:pt idx="611">
                  <c:v>3.3</c:v>
                </c:pt>
                <c:pt idx="612">
                  <c:v>3.3</c:v>
                </c:pt>
                <c:pt idx="613">
                  <c:v>3.3</c:v>
                </c:pt>
                <c:pt idx="614">
                  <c:v>3.4</c:v>
                </c:pt>
                <c:pt idx="615">
                  <c:v>3.4</c:v>
                </c:pt>
                <c:pt idx="616">
                  <c:v>3.4</c:v>
                </c:pt>
                <c:pt idx="617">
                  <c:v>3.4</c:v>
                </c:pt>
                <c:pt idx="618">
                  <c:v>3.4</c:v>
                </c:pt>
                <c:pt idx="619">
                  <c:v>3.4</c:v>
                </c:pt>
                <c:pt idx="620">
                  <c:v>3.4</c:v>
                </c:pt>
                <c:pt idx="621">
                  <c:v>3.4</c:v>
                </c:pt>
                <c:pt idx="622">
                  <c:v>3.4</c:v>
                </c:pt>
                <c:pt idx="623">
                  <c:v>3.4</c:v>
                </c:pt>
                <c:pt idx="624">
                  <c:v>3.4</c:v>
                </c:pt>
                <c:pt idx="625">
                  <c:v>3.4</c:v>
                </c:pt>
                <c:pt idx="626">
                  <c:v>3.4</c:v>
                </c:pt>
                <c:pt idx="627">
                  <c:v>3.4</c:v>
                </c:pt>
                <c:pt idx="628">
                  <c:v>3.4</c:v>
                </c:pt>
                <c:pt idx="629">
                  <c:v>3.4</c:v>
                </c:pt>
                <c:pt idx="630">
                  <c:v>3.4</c:v>
                </c:pt>
                <c:pt idx="631">
                  <c:v>3.4</c:v>
                </c:pt>
                <c:pt idx="632">
                  <c:v>3.4</c:v>
                </c:pt>
                <c:pt idx="633">
                  <c:v>3.4</c:v>
                </c:pt>
                <c:pt idx="634">
                  <c:v>3.4</c:v>
                </c:pt>
                <c:pt idx="635">
                  <c:v>3.4</c:v>
                </c:pt>
                <c:pt idx="636">
                  <c:v>3.4</c:v>
                </c:pt>
                <c:pt idx="637">
                  <c:v>3.4</c:v>
                </c:pt>
                <c:pt idx="638">
                  <c:v>3.4</c:v>
                </c:pt>
                <c:pt idx="639">
                  <c:v>3.4</c:v>
                </c:pt>
                <c:pt idx="640">
                  <c:v>3.4</c:v>
                </c:pt>
                <c:pt idx="641">
                  <c:v>3.4</c:v>
                </c:pt>
                <c:pt idx="642">
                  <c:v>3.4</c:v>
                </c:pt>
                <c:pt idx="643">
                  <c:v>3.4</c:v>
                </c:pt>
                <c:pt idx="644">
                  <c:v>3.4</c:v>
                </c:pt>
                <c:pt idx="645">
                  <c:v>3.4</c:v>
                </c:pt>
                <c:pt idx="646">
                  <c:v>3.4</c:v>
                </c:pt>
                <c:pt idx="647">
                  <c:v>3.4</c:v>
                </c:pt>
                <c:pt idx="648">
                  <c:v>3.2</c:v>
                </c:pt>
                <c:pt idx="649">
                  <c:v>3.2</c:v>
                </c:pt>
                <c:pt idx="650">
                  <c:v>3.2</c:v>
                </c:pt>
                <c:pt idx="651">
                  <c:v>3.2</c:v>
                </c:pt>
                <c:pt idx="652">
                  <c:v>3.2</c:v>
                </c:pt>
                <c:pt idx="653">
                  <c:v>3.2</c:v>
                </c:pt>
                <c:pt idx="654">
                  <c:v>3.2</c:v>
                </c:pt>
                <c:pt idx="655">
                  <c:v>3.2</c:v>
                </c:pt>
                <c:pt idx="656">
                  <c:v>3.2</c:v>
                </c:pt>
                <c:pt idx="657">
                  <c:v>3.2</c:v>
                </c:pt>
                <c:pt idx="658">
                  <c:v>3.2</c:v>
                </c:pt>
                <c:pt idx="659">
                  <c:v>3.2</c:v>
                </c:pt>
                <c:pt idx="660">
                  <c:v>3.2</c:v>
                </c:pt>
                <c:pt idx="661">
                  <c:v>3.2</c:v>
                </c:pt>
                <c:pt idx="662">
                  <c:v>3.2</c:v>
                </c:pt>
                <c:pt idx="663">
                  <c:v>3.2</c:v>
                </c:pt>
                <c:pt idx="664">
                  <c:v>3.2</c:v>
                </c:pt>
                <c:pt idx="665">
                  <c:v>3.2</c:v>
                </c:pt>
                <c:pt idx="666">
                  <c:v>3.2</c:v>
                </c:pt>
                <c:pt idx="667">
                  <c:v>3.2</c:v>
                </c:pt>
                <c:pt idx="668">
                  <c:v>3.2</c:v>
                </c:pt>
                <c:pt idx="669">
                  <c:v>3.2</c:v>
                </c:pt>
                <c:pt idx="670">
                  <c:v>3.2</c:v>
                </c:pt>
                <c:pt idx="671">
                  <c:v>3.2</c:v>
                </c:pt>
                <c:pt idx="672">
                  <c:v>3.2</c:v>
                </c:pt>
                <c:pt idx="673">
                  <c:v>3.2</c:v>
                </c:pt>
                <c:pt idx="674">
                  <c:v>3.2</c:v>
                </c:pt>
                <c:pt idx="675">
                  <c:v>3.2</c:v>
                </c:pt>
                <c:pt idx="676">
                  <c:v>3.2</c:v>
                </c:pt>
                <c:pt idx="677">
                  <c:v>3.2</c:v>
                </c:pt>
                <c:pt idx="678">
                  <c:v>3.2</c:v>
                </c:pt>
                <c:pt idx="679">
                  <c:v>3.2</c:v>
                </c:pt>
                <c:pt idx="680">
                  <c:v>3.2</c:v>
                </c:pt>
                <c:pt idx="681">
                  <c:v>3.2</c:v>
                </c:pt>
                <c:pt idx="682">
                  <c:v>3.2</c:v>
                </c:pt>
                <c:pt idx="683">
                  <c:v>3.2</c:v>
                </c:pt>
                <c:pt idx="684">
                  <c:v>3.2</c:v>
                </c:pt>
                <c:pt idx="685">
                  <c:v>3.2</c:v>
                </c:pt>
                <c:pt idx="686">
                  <c:v>3.2</c:v>
                </c:pt>
                <c:pt idx="687">
                  <c:v>3.2</c:v>
                </c:pt>
                <c:pt idx="688">
                  <c:v>3.2</c:v>
                </c:pt>
                <c:pt idx="689">
                  <c:v>3.2</c:v>
                </c:pt>
                <c:pt idx="690">
                  <c:v>3.2</c:v>
                </c:pt>
                <c:pt idx="691">
                  <c:v>3.2</c:v>
                </c:pt>
                <c:pt idx="692">
                  <c:v>3.2</c:v>
                </c:pt>
                <c:pt idx="693">
                  <c:v>3.2</c:v>
                </c:pt>
                <c:pt idx="694">
                  <c:v>3.2</c:v>
                </c:pt>
                <c:pt idx="695">
                  <c:v>3.2</c:v>
                </c:pt>
                <c:pt idx="696">
                  <c:v>3.2</c:v>
                </c:pt>
                <c:pt idx="697">
                  <c:v>3.2</c:v>
                </c:pt>
                <c:pt idx="698">
                  <c:v>3.2</c:v>
                </c:pt>
                <c:pt idx="699">
                  <c:v>3.2</c:v>
                </c:pt>
                <c:pt idx="700">
                  <c:v>3.2</c:v>
                </c:pt>
                <c:pt idx="701">
                  <c:v>3.2</c:v>
                </c:pt>
                <c:pt idx="702">
                  <c:v>3.2</c:v>
                </c:pt>
                <c:pt idx="703">
                  <c:v>3.2</c:v>
                </c:pt>
                <c:pt idx="704">
                  <c:v>3.2</c:v>
                </c:pt>
                <c:pt idx="705">
                  <c:v>3.2</c:v>
                </c:pt>
                <c:pt idx="706">
                  <c:v>3.2</c:v>
                </c:pt>
                <c:pt idx="707">
                  <c:v>3.1</c:v>
                </c:pt>
                <c:pt idx="708">
                  <c:v>3.1</c:v>
                </c:pt>
                <c:pt idx="709">
                  <c:v>2.8</c:v>
                </c:pt>
                <c:pt idx="710">
                  <c:v>2.8</c:v>
                </c:pt>
                <c:pt idx="711">
                  <c:v>2.8</c:v>
                </c:pt>
                <c:pt idx="712">
                  <c:v>2.8</c:v>
                </c:pt>
                <c:pt idx="713">
                  <c:v>2.8</c:v>
                </c:pt>
                <c:pt idx="714">
                  <c:v>2.8</c:v>
                </c:pt>
                <c:pt idx="715">
                  <c:v>2.8</c:v>
                </c:pt>
                <c:pt idx="716">
                  <c:v>2.8</c:v>
                </c:pt>
                <c:pt idx="717">
                  <c:v>2.8</c:v>
                </c:pt>
                <c:pt idx="718">
                  <c:v>2.8</c:v>
                </c:pt>
                <c:pt idx="719">
                  <c:v>2.8</c:v>
                </c:pt>
                <c:pt idx="720">
                  <c:v>2.8</c:v>
                </c:pt>
                <c:pt idx="721">
                  <c:v>2.8</c:v>
                </c:pt>
                <c:pt idx="722">
                  <c:v>2.8</c:v>
                </c:pt>
                <c:pt idx="723">
                  <c:v>2.8</c:v>
                </c:pt>
                <c:pt idx="724">
                  <c:v>2.8</c:v>
                </c:pt>
                <c:pt idx="725">
                  <c:v>2.8</c:v>
                </c:pt>
                <c:pt idx="726">
                  <c:v>2.8</c:v>
                </c:pt>
                <c:pt idx="727">
                  <c:v>2.8</c:v>
                </c:pt>
                <c:pt idx="728">
                  <c:v>2.8</c:v>
                </c:pt>
                <c:pt idx="729">
                  <c:v>2.8</c:v>
                </c:pt>
                <c:pt idx="730">
                  <c:v>2.8</c:v>
                </c:pt>
                <c:pt idx="731">
                  <c:v>2.8</c:v>
                </c:pt>
                <c:pt idx="732">
                  <c:v>2.8</c:v>
                </c:pt>
                <c:pt idx="733">
                  <c:v>2.8</c:v>
                </c:pt>
                <c:pt idx="734">
                  <c:v>2.8</c:v>
                </c:pt>
                <c:pt idx="735">
                  <c:v>2.8</c:v>
                </c:pt>
                <c:pt idx="736">
                  <c:v>2.8</c:v>
                </c:pt>
                <c:pt idx="737">
                  <c:v>2.8</c:v>
                </c:pt>
                <c:pt idx="738">
                  <c:v>2.8</c:v>
                </c:pt>
                <c:pt idx="739">
                  <c:v>2.8</c:v>
                </c:pt>
                <c:pt idx="740">
                  <c:v>2.8</c:v>
                </c:pt>
                <c:pt idx="741">
                  <c:v>2.8</c:v>
                </c:pt>
                <c:pt idx="742">
                  <c:v>2.9</c:v>
                </c:pt>
                <c:pt idx="743">
                  <c:v>2.9</c:v>
                </c:pt>
                <c:pt idx="744">
                  <c:v>2.9</c:v>
                </c:pt>
                <c:pt idx="745">
                  <c:v>2.9</c:v>
                </c:pt>
                <c:pt idx="746">
                  <c:v>2.9</c:v>
                </c:pt>
                <c:pt idx="747">
                  <c:v>2.9</c:v>
                </c:pt>
                <c:pt idx="748">
                  <c:v>2.9</c:v>
                </c:pt>
                <c:pt idx="749">
                  <c:v>2.9</c:v>
                </c:pt>
                <c:pt idx="750">
                  <c:v>2.9</c:v>
                </c:pt>
                <c:pt idx="751">
                  <c:v>2.9</c:v>
                </c:pt>
                <c:pt idx="752">
                  <c:v>2.9</c:v>
                </c:pt>
                <c:pt idx="753">
                  <c:v>2.9</c:v>
                </c:pt>
                <c:pt idx="754">
                  <c:v>2.9</c:v>
                </c:pt>
                <c:pt idx="755">
                  <c:v>2.9</c:v>
                </c:pt>
                <c:pt idx="756">
                  <c:v>2.8</c:v>
                </c:pt>
                <c:pt idx="757">
                  <c:v>2.8</c:v>
                </c:pt>
                <c:pt idx="758">
                  <c:v>2.8</c:v>
                </c:pt>
                <c:pt idx="759">
                  <c:v>2.8</c:v>
                </c:pt>
                <c:pt idx="760">
                  <c:v>2.9</c:v>
                </c:pt>
                <c:pt idx="761">
                  <c:v>2.8</c:v>
                </c:pt>
                <c:pt idx="762">
                  <c:v>2.8</c:v>
                </c:pt>
                <c:pt idx="763">
                  <c:v>2.8</c:v>
                </c:pt>
                <c:pt idx="764">
                  <c:v>2.8</c:v>
                </c:pt>
                <c:pt idx="765">
                  <c:v>2.8</c:v>
                </c:pt>
                <c:pt idx="766">
                  <c:v>2.9</c:v>
                </c:pt>
                <c:pt idx="767">
                  <c:v>2.9</c:v>
                </c:pt>
                <c:pt idx="768">
                  <c:v>2.9</c:v>
                </c:pt>
                <c:pt idx="769">
                  <c:v>2.9</c:v>
                </c:pt>
                <c:pt idx="770">
                  <c:v>2.9</c:v>
                </c:pt>
                <c:pt idx="771">
                  <c:v>2.9</c:v>
                </c:pt>
                <c:pt idx="772">
                  <c:v>2.9</c:v>
                </c:pt>
                <c:pt idx="773">
                  <c:v>2.9</c:v>
                </c:pt>
                <c:pt idx="774">
                  <c:v>2.9</c:v>
                </c:pt>
                <c:pt idx="775">
                  <c:v>2.9</c:v>
                </c:pt>
                <c:pt idx="776">
                  <c:v>2.9</c:v>
                </c:pt>
                <c:pt idx="777">
                  <c:v>2.9</c:v>
                </c:pt>
                <c:pt idx="778">
                  <c:v>2.9</c:v>
                </c:pt>
                <c:pt idx="779">
                  <c:v>2.9</c:v>
                </c:pt>
                <c:pt idx="780">
                  <c:v>2.9</c:v>
                </c:pt>
                <c:pt idx="781">
                  <c:v>2.9</c:v>
                </c:pt>
                <c:pt idx="782">
                  <c:v>2.9</c:v>
                </c:pt>
                <c:pt idx="783">
                  <c:v>2.9</c:v>
                </c:pt>
                <c:pt idx="784">
                  <c:v>2.8</c:v>
                </c:pt>
                <c:pt idx="785">
                  <c:v>2.8</c:v>
                </c:pt>
                <c:pt idx="786">
                  <c:v>2.8</c:v>
                </c:pt>
                <c:pt idx="787">
                  <c:v>2.8</c:v>
                </c:pt>
                <c:pt idx="788">
                  <c:v>2.8</c:v>
                </c:pt>
                <c:pt idx="789">
                  <c:v>2.9</c:v>
                </c:pt>
                <c:pt idx="790">
                  <c:v>2.9</c:v>
                </c:pt>
                <c:pt idx="791">
                  <c:v>2.9</c:v>
                </c:pt>
                <c:pt idx="792">
                  <c:v>2.9</c:v>
                </c:pt>
                <c:pt idx="793">
                  <c:v>2.9</c:v>
                </c:pt>
                <c:pt idx="794">
                  <c:v>2.9</c:v>
                </c:pt>
                <c:pt idx="795">
                  <c:v>2.9</c:v>
                </c:pt>
                <c:pt idx="796">
                  <c:v>2.9</c:v>
                </c:pt>
                <c:pt idx="797">
                  <c:v>2.9</c:v>
                </c:pt>
                <c:pt idx="798">
                  <c:v>2.9</c:v>
                </c:pt>
                <c:pt idx="799">
                  <c:v>2.9</c:v>
                </c:pt>
                <c:pt idx="800">
                  <c:v>2.9</c:v>
                </c:pt>
                <c:pt idx="801">
                  <c:v>3</c:v>
                </c:pt>
                <c:pt idx="802">
                  <c:v>3</c:v>
                </c:pt>
                <c:pt idx="803">
                  <c:v>3</c:v>
                </c:pt>
                <c:pt idx="804">
                  <c:v>3</c:v>
                </c:pt>
                <c:pt idx="805">
                  <c:v>3</c:v>
                </c:pt>
                <c:pt idx="806">
                  <c:v>3</c:v>
                </c:pt>
                <c:pt idx="807">
                  <c:v>3</c:v>
                </c:pt>
                <c:pt idx="808">
                  <c:v>3</c:v>
                </c:pt>
                <c:pt idx="809">
                  <c:v>3</c:v>
                </c:pt>
                <c:pt idx="810">
                  <c:v>3</c:v>
                </c:pt>
                <c:pt idx="811">
                  <c:v>3</c:v>
                </c:pt>
                <c:pt idx="812">
                  <c:v>3</c:v>
                </c:pt>
                <c:pt idx="813">
                  <c:v>3</c:v>
                </c:pt>
                <c:pt idx="814">
                  <c:v>3</c:v>
                </c:pt>
                <c:pt idx="815">
                  <c:v>3</c:v>
                </c:pt>
                <c:pt idx="816">
                  <c:v>3</c:v>
                </c:pt>
                <c:pt idx="817">
                  <c:v>3</c:v>
                </c:pt>
                <c:pt idx="818">
                  <c:v>3</c:v>
                </c:pt>
                <c:pt idx="819">
                  <c:v>3</c:v>
                </c:pt>
                <c:pt idx="820">
                  <c:v>3</c:v>
                </c:pt>
                <c:pt idx="821">
                  <c:v>3</c:v>
                </c:pt>
                <c:pt idx="822">
                  <c:v>3</c:v>
                </c:pt>
                <c:pt idx="823">
                  <c:v>3</c:v>
                </c:pt>
                <c:pt idx="824">
                  <c:v>3</c:v>
                </c:pt>
                <c:pt idx="825">
                  <c:v>3</c:v>
                </c:pt>
                <c:pt idx="826">
                  <c:v>3</c:v>
                </c:pt>
                <c:pt idx="827">
                  <c:v>3</c:v>
                </c:pt>
                <c:pt idx="828">
                  <c:v>3</c:v>
                </c:pt>
                <c:pt idx="829">
                  <c:v>3</c:v>
                </c:pt>
                <c:pt idx="830">
                  <c:v>3</c:v>
                </c:pt>
                <c:pt idx="831">
                  <c:v>3</c:v>
                </c:pt>
                <c:pt idx="832">
                  <c:v>3</c:v>
                </c:pt>
                <c:pt idx="833">
                  <c:v>3</c:v>
                </c:pt>
                <c:pt idx="834">
                  <c:v>3</c:v>
                </c:pt>
                <c:pt idx="835">
                  <c:v>3</c:v>
                </c:pt>
                <c:pt idx="836">
                  <c:v>3</c:v>
                </c:pt>
                <c:pt idx="837">
                  <c:v>3</c:v>
                </c:pt>
                <c:pt idx="838">
                  <c:v>3</c:v>
                </c:pt>
                <c:pt idx="839">
                  <c:v>3</c:v>
                </c:pt>
                <c:pt idx="840">
                  <c:v>3</c:v>
                </c:pt>
                <c:pt idx="841">
                  <c:v>3</c:v>
                </c:pt>
                <c:pt idx="842">
                  <c:v>3</c:v>
                </c:pt>
                <c:pt idx="843">
                  <c:v>3</c:v>
                </c:pt>
                <c:pt idx="844">
                  <c:v>3</c:v>
                </c:pt>
                <c:pt idx="845">
                  <c:v>3</c:v>
                </c:pt>
                <c:pt idx="846">
                  <c:v>3</c:v>
                </c:pt>
                <c:pt idx="847">
                  <c:v>3</c:v>
                </c:pt>
                <c:pt idx="848">
                  <c:v>3</c:v>
                </c:pt>
                <c:pt idx="849">
                  <c:v>3</c:v>
                </c:pt>
                <c:pt idx="850">
                  <c:v>3</c:v>
                </c:pt>
                <c:pt idx="851">
                  <c:v>3</c:v>
                </c:pt>
                <c:pt idx="852">
                  <c:v>3</c:v>
                </c:pt>
                <c:pt idx="853">
                  <c:v>3</c:v>
                </c:pt>
                <c:pt idx="854">
                  <c:v>3</c:v>
                </c:pt>
                <c:pt idx="855">
                  <c:v>3</c:v>
                </c:pt>
                <c:pt idx="856">
                  <c:v>3</c:v>
                </c:pt>
                <c:pt idx="857">
                  <c:v>3</c:v>
                </c:pt>
                <c:pt idx="858">
                  <c:v>3</c:v>
                </c:pt>
                <c:pt idx="859">
                  <c:v>3</c:v>
                </c:pt>
                <c:pt idx="860">
                  <c:v>3</c:v>
                </c:pt>
                <c:pt idx="861">
                  <c:v>3</c:v>
                </c:pt>
                <c:pt idx="862">
                  <c:v>2.9</c:v>
                </c:pt>
                <c:pt idx="863">
                  <c:v>2.9</c:v>
                </c:pt>
                <c:pt idx="864">
                  <c:v>2.9</c:v>
                </c:pt>
                <c:pt idx="865">
                  <c:v>2.9</c:v>
                </c:pt>
                <c:pt idx="866">
                  <c:v>2.9</c:v>
                </c:pt>
                <c:pt idx="867">
                  <c:v>2.9</c:v>
                </c:pt>
                <c:pt idx="868">
                  <c:v>2.9</c:v>
                </c:pt>
                <c:pt idx="869">
                  <c:v>2.9</c:v>
                </c:pt>
                <c:pt idx="870">
                  <c:v>2.8</c:v>
                </c:pt>
                <c:pt idx="871">
                  <c:v>2.9</c:v>
                </c:pt>
                <c:pt idx="872">
                  <c:v>2.9</c:v>
                </c:pt>
                <c:pt idx="873">
                  <c:v>2.9</c:v>
                </c:pt>
                <c:pt idx="874">
                  <c:v>2.9</c:v>
                </c:pt>
                <c:pt idx="875">
                  <c:v>2.9</c:v>
                </c:pt>
                <c:pt idx="876">
                  <c:v>2.9</c:v>
                </c:pt>
                <c:pt idx="877">
                  <c:v>2.9</c:v>
                </c:pt>
                <c:pt idx="878">
                  <c:v>2.9</c:v>
                </c:pt>
                <c:pt idx="879">
                  <c:v>2.9</c:v>
                </c:pt>
                <c:pt idx="880">
                  <c:v>2.9</c:v>
                </c:pt>
                <c:pt idx="881">
                  <c:v>3</c:v>
                </c:pt>
                <c:pt idx="882">
                  <c:v>2.9</c:v>
                </c:pt>
                <c:pt idx="883">
                  <c:v>2.9</c:v>
                </c:pt>
                <c:pt idx="884">
                  <c:v>2.9</c:v>
                </c:pt>
                <c:pt idx="885">
                  <c:v>2.9</c:v>
                </c:pt>
                <c:pt idx="886">
                  <c:v>2.9</c:v>
                </c:pt>
                <c:pt idx="887">
                  <c:v>2.9</c:v>
                </c:pt>
                <c:pt idx="888">
                  <c:v>2.9</c:v>
                </c:pt>
                <c:pt idx="889">
                  <c:v>2.9</c:v>
                </c:pt>
                <c:pt idx="890">
                  <c:v>2.9</c:v>
                </c:pt>
                <c:pt idx="891">
                  <c:v>3</c:v>
                </c:pt>
                <c:pt idx="892">
                  <c:v>3</c:v>
                </c:pt>
                <c:pt idx="893">
                  <c:v>3</c:v>
                </c:pt>
                <c:pt idx="894">
                  <c:v>3</c:v>
                </c:pt>
                <c:pt idx="895">
                  <c:v>3</c:v>
                </c:pt>
                <c:pt idx="896">
                  <c:v>3</c:v>
                </c:pt>
                <c:pt idx="897">
                  <c:v>3</c:v>
                </c:pt>
                <c:pt idx="898">
                  <c:v>3</c:v>
                </c:pt>
                <c:pt idx="899">
                  <c:v>3</c:v>
                </c:pt>
                <c:pt idx="900">
                  <c:v>3</c:v>
                </c:pt>
                <c:pt idx="901">
                  <c:v>3</c:v>
                </c:pt>
                <c:pt idx="902">
                  <c:v>3</c:v>
                </c:pt>
                <c:pt idx="903">
                  <c:v>3.1</c:v>
                </c:pt>
                <c:pt idx="904">
                  <c:v>3.1</c:v>
                </c:pt>
                <c:pt idx="905">
                  <c:v>3.1</c:v>
                </c:pt>
                <c:pt idx="906">
                  <c:v>3.1</c:v>
                </c:pt>
                <c:pt idx="907">
                  <c:v>3.1</c:v>
                </c:pt>
                <c:pt idx="908">
                  <c:v>3.1</c:v>
                </c:pt>
                <c:pt idx="909">
                  <c:v>3</c:v>
                </c:pt>
                <c:pt idx="910">
                  <c:v>3.1</c:v>
                </c:pt>
                <c:pt idx="911">
                  <c:v>3.1</c:v>
                </c:pt>
                <c:pt idx="912">
                  <c:v>3.1</c:v>
                </c:pt>
                <c:pt idx="913">
                  <c:v>3.1</c:v>
                </c:pt>
                <c:pt idx="914">
                  <c:v>3.1</c:v>
                </c:pt>
                <c:pt idx="915">
                  <c:v>3.1</c:v>
                </c:pt>
                <c:pt idx="916">
                  <c:v>3</c:v>
                </c:pt>
                <c:pt idx="917">
                  <c:v>3.1</c:v>
                </c:pt>
                <c:pt idx="918">
                  <c:v>3.1</c:v>
                </c:pt>
                <c:pt idx="919">
                  <c:v>3.1</c:v>
                </c:pt>
                <c:pt idx="920">
                  <c:v>3.1</c:v>
                </c:pt>
                <c:pt idx="921">
                  <c:v>3.1</c:v>
                </c:pt>
                <c:pt idx="922">
                  <c:v>3.2</c:v>
                </c:pt>
                <c:pt idx="923">
                  <c:v>3.1</c:v>
                </c:pt>
                <c:pt idx="924">
                  <c:v>3.1</c:v>
                </c:pt>
                <c:pt idx="925">
                  <c:v>3.1</c:v>
                </c:pt>
                <c:pt idx="926">
                  <c:v>3.1</c:v>
                </c:pt>
                <c:pt idx="927">
                  <c:v>3.1</c:v>
                </c:pt>
                <c:pt idx="928">
                  <c:v>3.1</c:v>
                </c:pt>
                <c:pt idx="929">
                  <c:v>3.1</c:v>
                </c:pt>
                <c:pt idx="930">
                  <c:v>3.3</c:v>
                </c:pt>
                <c:pt idx="931">
                  <c:v>3.2</c:v>
                </c:pt>
                <c:pt idx="932">
                  <c:v>3.2</c:v>
                </c:pt>
                <c:pt idx="933">
                  <c:v>3.2</c:v>
                </c:pt>
                <c:pt idx="934">
                  <c:v>3.2</c:v>
                </c:pt>
                <c:pt idx="935">
                  <c:v>3.2</c:v>
                </c:pt>
                <c:pt idx="936">
                  <c:v>3.2</c:v>
                </c:pt>
                <c:pt idx="937">
                  <c:v>3.2</c:v>
                </c:pt>
                <c:pt idx="938">
                  <c:v>3.2</c:v>
                </c:pt>
                <c:pt idx="939">
                  <c:v>3.2</c:v>
                </c:pt>
                <c:pt idx="940">
                  <c:v>3.2</c:v>
                </c:pt>
                <c:pt idx="941">
                  <c:v>3.2</c:v>
                </c:pt>
                <c:pt idx="942">
                  <c:v>3.2</c:v>
                </c:pt>
                <c:pt idx="943">
                  <c:v>3.2</c:v>
                </c:pt>
                <c:pt idx="944">
                  <c:v>3.1</c:v>
                </c:pt>
                <c:pt idx="945">
                  <c:v>3.2</c:v>
                </c:pt>
                <c:pt idx="946">
                  <c:v>3.2</c:v>
                </c:pt>
                <c:pt idx="947">
                  <c:v>3.2</c:v>
                </c:pt>
                <c:pt idx="948">
                  <c:v>3.2</c:v>
                </c:pt>
                <c:pt idx="949">
                  <c:v>3.2</c:v>
                </c:pt>
                <c:pt idx="950">
                  <c:v>3.2</c:v>
                </c:pt>
                <c:pt idx="951">
                  <c:v>3</c:v>
                </c:pt>
                <c:pt idx="952">
                  <c:v>3.2</c:v>
                </c:pt>
                <c:pt idx="953">
                  <c:v>3.2</c:v>
                </c:pt>
                <c:pt idx="954">
                  <c:v>3.2</c:v>
                </c:pt>
                <c:pt idx="955">
                  <c:v>3.2</c:v>
                </c:pt>
                <c:pt idx="956">
                  <c:v>3.2</c:v>
                </c:pt>
                <c:pt idx="957">
                  <c:v>3.2</c:v>
                </c:pt>
                <c:pt idx="958">
                  <c:v>3.3</c:v>
                </c:pt>
                <c:pt idx="959">
                  <c:v>3.2</c:v>
                </c:pt>
                <c:pt idx="960">
                  <c:v>3.2</c:v>
                </c:pt>
                <c:pt idx="961">
                  <c:v>3.2</c:v>
                </c:pt>
                <c:pt idx="962">
                  <c:v>3.2</c:v>
                </c:pt>
                <c:pt idx="963">
                  <c:v>3.2</c:v>
                </c:pt>
                <c:pt idx="964">
                  <c:v>3.2</c:v>
                </c:pt>
                <c:pt idx="965">
                  <c:v>3.2</c:v>
                </c:pt>
                <c:pt idx="966">
                  <c:v>3.1</c:v>
                </c:pt>
                <c:pt idx="967">
                  <c:v>3.1</c:v>
                </c:pt>
                <c:pt idx="968">
                  <c:v>3.1</c:v>
                </c:pt>
                <c:pt idx="969">
                  <c:v>3.1</c:v>
                </c:pt>
                <c:pt idx="970">
                  <c:v>3.1</c:v>
                </c:pt>
                <c:pt idx="971">
                  <c:v>3.1</c:v>
                </c:pt>
                <c:pt idx="972">
                  <c:v>3.2</c:v>
                </c:pt>
                <c:pt idx="973">
                  <c:v>3.2</c:v>
                </c:pt>
                <c:pt idx="974">
                  <c:v>3.2</c:v>
                </c:pt>
                <c:pt idx="975">
                  <c:v>3.2</c:v>
                </c:pt>
                <c:pt idx="976">
                  <c:v>3.2</c:v>
                </c:pt>
                <c:pt idx="977">
                  <c:v>3.2</c:v>
                </c:pt>
                <c:pt idx="978">
                  <c:v>3.2</c:v>
                </c:pt>
                <c:pt idx="979">
                  <c:v>3.2</c:v>
                </c:pt>
                <c:pt idx="980">
                  <c:v>3.2</c:v>
                </c:pt>
                <c:pt idx="981">
                  <c:v>3.2</c:v>
                </c:pt>
                <c:pt idx="982">
                  <c:v>3.2</c:v>
                </c:pt>
                <c:pt idx="983">
                  <c:v>3.2</c:v>
                </c:pt>
                <c:pt idx="984">
                  <c:v>3.2</c:v>
                </c:pt>
                <c:pt idx="985">
                  <c:v>3.2</c:v>
                </c:pt>
                <c:pt idx="986">
                  <c:v>3.2</c:v>
                </c:pt>
                <c:pt idx="987">
                  <c:v>3.3</c:v>
                </c:pt>
                <c:pt idx="988">
                  <c:v>3.3</c:v>
                </c:pt>
                <c:pt idx="989">
                  <c:v>3.3</c:v>
                </c:pt>
                <c:pt idx="990">
                  <c:v>3.3</c:v>
                </c:pt>
                <c:pt idx="991">
                  <c:v>3.3</c:v>
                </c:pt>
                <c:pt idx="992">
                  <c:v>3.3</c:v>
                </c:pt>
                <c:pt idx="993">
                  <c:v>3.3</c:v>
                </c:pt>
                <c:pt idx="994">
                  <c:v>3.3</c:v>
                </c:pt>
                <c:pt idx="995">
                  <c:v>3.3</c:v>
                </c:pt>
                <c:pt idx="996">
                  <c:v>3.3</c:v>
                </c:pt>
                <c:pt idx="997">
                  <c:v>3.3</c:v>
                </c:pt>
                <c:pt idx="998">
                  <c:v>3.2</c:v>
                </c:pt>
                <c:pt idx="999">
                  <c:v>3.2</c:v>
                </c:pt>
                <c:pt idx="1000">
                  <c:v>3.3</c:v>
                </c:pt>
                <c:pt idx="1001">
                  <c:v>3.3</c:v>
                </c:pt>
                <c:pt idx="1002">
                  <c:v>3.3</c:v>
                </c:pt>
                <c:pt idx="1003">
                  <c:v>3.3</c:v>
                </c:pt>
                <c:pt idx="1004">
                  <c:v>3.3</c:v>
                </c:pt>
                <c:pt idx="1005">
                  <c:v>3.3</c:v>
                </c:pt>
                <c:pt idx="1006">
                  <c:v>3.3</c:v>
                </c:pt>
                <c:pt idx="1007">
                  <c:v>3.3</c:v>
                </c:pt>
                <c:pt idx="1008">
                  <c:v>3.2</c:v>
                </c:pt>
                <c:pt idx="1009">
                  <c:v>3.2</c:v>
                </c:pt>
                <c:pt idx="1010">
                  <c:v>3.2</c:v>
                </c:pt>
                <c:pt idx="1011">
                  <c:v>3.2</c:v>
                </c:pt>
                <c:pt idx="1012">
                  <c:v>3.2</c:v>
                </c:pt>
                <c:pt idx="1013">
                  <c:v>3.2</c:v>
                </c:pt>
                <c:pt idx="1014">
                  <c:v>3.4</c:v>
                </c:pt>
                <c:pt idx="1015">
                  <c:v>3.4</c:v>
                </c:pt>
                <c:pt idx="1016">
                  <c:v>3.4</c:v>
                </c:pt>
                <c:pt idx="1017">
                  <c:v>3.4</c:v>
                </c:pt>
                <c:pt idx="1018">
                  <c:v>3.4</c:v>
                </c:pt>
                <c:pt idx="1019">
                  <c:v>3.4</c:v>
                </c:pt>
                <c:pt idx="1020">
                  <c:v>3.4</c:v>
                </c:pt>
                <c:pt idx="1021">
                  <c:v>3.4</c:v>
                </c:pt>
                <c:pt idx="1022">
                  <c:v>3.4</c:v>
                </c:pt>
                <c:pt idx="1023">
                  <c:v>3.4</c:v>
                </c:pt>
                <c:pt idx="1024">
                  <c:v>3.4</c:v>
                </c:pt>
                <c:pt idx="1025">
                  <c:v>3.4</c:v>
                </c:pt>
                <c:pt idx="1026">
                  <c:v>3.4</c:v>
                </c:pt>
                <c:pt idx="1027">
                  <c:v>3.4</c:v>
                </c:pt>
                <c:pt idx="1028">
                  <c:v>3.2</c:v>
                </c:pt>
                <c:pt idx="1029">
                  <c:v>3.2</c:v>
                </c:pt>
                <c:pt idx="1030">
                  <c:v>3.2</c:v>
                </c:pt>
                <c:pt idx="1031">
                  <c:v>3.2</c:v>
                </c:pt>
                <c:pt idx="1032">
                  <c:v>3.2</c:v>
                </c:pt>
                <c:pt idx="1033">
                  <c:v>3.2</c:v>
                </c:pt>
                <c:pt idx="1034">
                  <c:v>3.2</c:v>
                </c:pt>
                <c:pt idx="1035">
                  <c:v>3.2</c:v>
                </c:pt>
                <c:pt idx="1036">
                  <c:v>3.2</c:v>
                </c:pt>
                <c:pt idx="1037">
                  <c:v>3.2</c:v>
                </c:pt>
                <c:pt idx="1038">
                  <c:v>3.2</c:v>
                </c:pt>
                <c:pt idx="1039">
                  <c:v>3.2</c:v>
                </c:pt>
                <c:pt idx="1040">
                  <c:v>3.2</c:v>
                </c:pt>
                <c:pt idx="1041">
                  <c:v>3.2</c:v>
                </c:pt>
                <c:pt idx="1042">
                  <c:v>3.2</c:v>
                </c:pt>
                <c:pt idx="1043">
                  <c:v>3.2</c:v>
                </c:pt>
                <c:pt idx="1044">
                  <c:v>3.1</c:v>
                </c:pt>
                <c:pt idx="1045">
                  <c:v>3.1</c:v>
                </c:pt>
                <c:pt idx="1046">
                  <c:v>3.1</c:v>
                </c:pt>
                <c:pt idx="1047">
                  <c:v>3.1</c:v>
                </c:pt>
                <c:pt idx="1048">
                  <c:v>3.1</c:v>
                </c:pt>
                <c:pt idx="1049">
                  <c:v>3.1</c:v>
                </c:pt>
                <c:pt idx="1050">
                  <c:v>3.1</c:v>
                </c:pt>
                <c:pt idx="1051">
                  <c:v>3.1</c:v>
                </c:pt>
                <c:pt idx="1052">
                  <c:v>3.1</c:v>
                </c:pt>
                <c:pt idx="1053">
                  <c:v>3.1</c:v>
                </c:pt>
                <c:pt idx="1054">
                  <c:v>3.1</c:v>
                </c:pt>
                <c:pt idx="1055">
                  <c:v>3.1</c:v>
                </c:pt>
                <c:pt idx="1056">
                  <c:v>3.1</c:v>
                </c:pt>
                <c:pt idx="1057">
                  <c:v>3.1</c:v>
                </c:pt>
                <c:pt idx="1058">
                  <c:v>3.1</c:v>
                </c:pt>
                <c:pt idx="1059">
                  <c:v>3.1</c:v>
                </c:pt>
                <c:pt idx="1060">
                  <c:v>3.1</c:v>
                </c:pt>
                <c:pt idx="1061">
                  <c:v>3.1</c:v>
                </c:pt>
                <c:pt idx="1062">
                  <c:v>3.1</c:v>
                </c:pt>
                <c:pt idx="1063">
                  <c:v>3.1</c:v>
                </c:pt>
                <c:pt idx="1064">
                  <c:v>3.1</c:v>
                </c:pt>
                <c:pt idx="1065">
                  <c:v>3.1</c:v>
                </c:pt>
                <c:pt idx="1066">
                  <c:v>3.1</c:v>
                </c:pt>
                <c:pt idx="1067">
                  <c:v>3.1</c:v>
                </c:pt>
                <c:pt idx="1068">
                  <c:v>3.1</c:v>
                </c:pt>
                <c:pt idx="1069">
                  <c:v>3.1</c:v>
                </c:pt>
                <c:pt idx="1070">
                  <c:v>3.1</c:v>
                </c:pt>
                <c:pt idx="1071">
                  <c:v>3.1</c:v>
                </c:pt>
                <c:pt idx="1072">
                  <c:v>3.1</c:v>
                </c:pt>
                <c:pt idx="1073">
                  <c:v>3.1</c:v>
                </c:pt>
                <c:pt idx="1074">
                  <c:v>3.1</c:v>
                </c:pt>
                <c:pt idx="1075">
                  <c:v>3.2</c:v>
                </c:pt>
                <c:pt idx="1076">
                  <c:v>3.2</c:v>
                </c:pt>
                <c:pt idx="1077">
                  <c:v>3.2</c:v>
                </c:pt>
                <c:pt idx="1078">
                  <c:v>3.2</c:v>
                </c:pt>
                <c:pt idx="1079">
                  <c:v>3.2</c:v>
                </c:pt>
                <c:pt idx="1080">
                  <c:v>3.2</c:v>
                </c:pt>
                <c:pt idx="1081">
                  <c:v>3.2</c:v>
                </c:pt>
                <c:pt idx="1082">
                  <c:v>3.2</c:v>
                </c:pt>
                <c:pt idx="1083">
                  <c:v>3.2</c:v>
                </c:pt>
                <c:pt idx="1084">
                  <c:v>3.2</c:v>
                </c:pt>
                <c:pt idx="1085">
                  <c:v>3.2</c:v>
                </c:pt>
                <c:pt idx="1086">
                  <c:v>3.2</c:v>
                </c:pt>
                <c:pt idx="1087">
                  <c:v>3.2</c:v>
                </c:pt>
                <c:pt idx="1088">
                  <c:v>3.2</c:v>
                </c:pt>
                <c:pt idx="1089">
                  <c:v>3.2</c:v>
                </c:pt>
                <c:pt idx="1090">
                  <c:v>3.2</c:v>
                </c:pt>
                <c:pt idx="1091">
                  <c:v>3.2</c:v>
                </c:pt>
                <c:pt idx="1092">
                  <c:v>3.2</c:v>
                </c:pt>
                <c:pt idx="1093">
                  <c:v>3.2</c:v>
                </c:pt>
                <c:pt idx="1094">
                  <c:v>3.2</c:v>
                </c:pt>
                <c:pt idx="1095">
                  <c:v>3.2</c:v>
                </c:pt>
                <c:pt idx="1096">
                  <c:v>3.2</c:v>
                </c:pt>
                <c:pt idx="1097">
                  <c:v>3.2</c:v>
                </c:pt>
                <c:pt idx="1098">
                  <c:v>3.2</c:v>
                </c:pt>
                <c:pt idx="1099">
                  <c:v>3.2</c:v>
                </c:pt>
                <c:pt idx="1100">
                  <c:v>3.2</c:v>
                </c:pt>
                <c:pt idx="1101">
                  <c:v>3.2</c:v>
                </c:pt>
                <c:pt idx="1102">
                  <c:v>3.2</c:v>
                </c:pt>
                <c:pt idx="1103">
                  <c:v>3.2</c:v>
                </c:pt>
                <c:pt idx="1104">
                  <c:v>3.2</c:v>
                </c:pt>
                <c:pt idx="1105">
                  <c:v>3.2</c:v>
                </c:pt>
                <c:pt idx="1106">
                  <c:v>3.2</c:v>
                </c:pt>
                <c:pt idx="1107">
                  <c:v>3.2</c:v>
                </c:pt>
                <c:pt idx="1108">
                  <c:v>3.2</c:v>
                </c:pt>
                <c:pt idx="1109">
                  <c:v>3.2</c:v>
                </c:pt>
                <c:pt idx="1110">
                  <c:v>3.2</c:v>
                </c:pt>
                <c:pt idx="1111">
                  <c:v>3.2</c:v>
                </c:pt>
                <c:pt idx="1112">
                  <c:v>3.2</c:v>
                </c:pt>
                <c:pt idx="1113">
                  <c:v>3.2</c:v>
                </c:pt>
                <c:pt idx="1114">
                  <c:v>3.2</c:v>
                </c:pt>
                <c:pt idx="1115">
                  <c:v>3.2</c:v>
                </c:pt>
                <c:pt idx="1116">
                  <c:v>3.2</c:v>
                </c:pt>
                <c:pt idx="1117">
                  <c:v>3.2</c:v>
                </c:pt>
                <c:pt idx="1118">
                  <c:v>3.2</c:v>
                </c:pt>
                <c:pt idx="1119">
                  <c:v>3.3</c:v>
                </c:pt>
                <c:pt idx="1120">
                  <c:v>3.3</c:v>
                </c:pt>
                <c:pt idx="1121">
                  <c:v>3.3</c:v>
                </c:pt>
                <c:pt idx="1122">
                  <c:v>3.3</c:v>
                </c:pt>
                <c:pt idx="1123">
                  <c:v>3.3</c:v>
                </c:pt>
                <c:pt idx="1124">
                  <c:v>3.3</c:v>
                </c:pt>
                <c:pt idx="1125">
                  <c:v>3.3</c:v>
                </c:pt>
                <c:pt idx="1126">
                  <c:v>3.2</c:v>
                </c:pt>
                <c:pt idx="1127">
                  <c:v>3.2</c:v>
                </c:pt>
                <c:pt idx="1128">
                  <c:v>3.2</c:v>
                </c:pt>
                <c:pt idx="1129">
                  <c:v>3.2</c:v>
                </c:pt>
                <c:pt idx="1130">
                  <c:v>3.2</c:v>
                </c:pt>
                <c:pt idx="1131">
                  <c:v>3.2</c:v>
                </c:pt>
                <c:pt idx="1132">
                  <c:v>3.2</c:v>
                </c:pt>
                <c:pt idx="1133">
                  <c:v>3.3</c:v>
                </c:pt>
                <c:pt idx="1134">
                  <c:v>3.2</c:v>
                </c:pt>
                <c:pt idx="1135">
                  <c:v>3.2</c:v>
                </c:pt>
                <c:pt idx="1136">
                  <c:v>3.7</c:v>
                </c:pt>
                <c:pt idx="1137">
                  <c:v>3.7</c:v>
                </c:pt>
                <c:pt idx="1138">
                  <c:v>3.7</c:v>
                </c:pt>
                <c:pt idx="1139">
                  <c:v>3.7</c:v>
                </c:pt>
                <c:pt idx="1140">
                  <c:v>3.7</c:v>
                </c:pt>
                <c:pt idx="1141">
                  <c:v>3.7</c:v>
                </c:pt>
                <c:pt idx="1142">
                  <c:v>3.7</c:v>
                </c:pt>
                <c:pt idx="1143">
                  <c:v>3.7</c:v>
                </c:pt>
                <c:pt idx="1144">
                  <c:v>3.7</c:v>
                </c:pt>
                <c:pt idx="1145">
                  <c:v>3.7</c:v>
                </c:pt>
                <c:pt idx="1146">
                  <c:v>3.7</c:v>
                </c:pt>
                <c:pt idx="1147">
                  <c:v>3.7</c:v>
                </c:pt>
                <c:pt idx="1148">
                  <c:v>3.7</c:v>
                </c:pt>
                <c:pt idx="1149">
                  <c:v>3.7</c:v>
                </c:pt>
                <c:pt idx="1150">
                  <c:v>3.7</c:v>
                </c:pt>
                <c:pt idx="1151">
                  <c:v>3.7</c:v>
                </c:pt>
                <c:pt idx="1152">
                  <c:v>3.7</c:v>
                </c:pt>
                <c:pt idx="1153">
                  <c:v>3.7</c:v>
                </c:pt>
                <c:pt idx="1154">
                  <c:v>3.7</c:v>
                </c:pt>
                <c:pt idx="1155">
                  <c:v>3.6</c:v>
                </c:pt>
                <c:pt idx="1156">
                  <c:v>3.6</c:v>
                </c:pt>
                <c:pt idx="1157">
                  <c:v>3.6</c:v>
                </c:pt>
                <c:pt idx="1158">
                  <c:v>3.6</c:v>
                </c:pt>
                <c:pt idx="1159">
                  <c:v>3.6</c:v>
                </c:pt>
                <c:pt idx="1160">
                  <c:v>3.6</c:v>
                </c:pt>
                <c:pt idx="1161">
                  <c:v>3.7</c:v>
                </c:pt>
                <c:pt idx="1162">
                  <c:v>3.7</c:v>
                </c:pt>
                <c:pt idx="1163">
                  <c:v>3.7</c:v>
                </c:pt>
                <c:pt idx="1164">
                  <c:v>3.7</c:v>
                </c:pt>
                <c:pt idx="1165">
                  <c:v>3.7</c:v>
                </c:pt>
                <c:pt idx="1166">
                  <c:v>3.7</c:v>
                </c:pt>
                <c:pt idx="1167">
                  <c:v>3.9</c:v>
                </c:pt>
                <c:pt idx="1168">
                  <c:v>4</c:v>
                </c:pt>
                <c:pt idx="1169">
                  <c:v>4</c:v>
                </c:pt>
                <c:pt idx="1170">
                  <c:v>4</c:v>
                </c:pt>
                <c:pt idx="1171">
                  <c:v>4</c:v>
                </c:pt>
                <c:pt idx="1172">
                  <c:v>4</c:v>
                </c:pt>
                <c:pt idx="1173">
                  <c:v>4</c:v>
                </c:pt>
                <c:pt idx="1174">
                  <c:v>4</c:v>
                </c:pt>
                <c:pt idx="1175">
                  <c:v>4</c:v>
                </c:pt>
                <c:pt idx="1176">
                  <c:v>4</c:v>
                </c:pt>
                <c:pt idx="1177">
                  <c:v>4</c:v>
                </c:pt>
                <c:pt idx="1178">
                  <c:v>4</c:v>
                </c:pt>
                <c:pt idx="1179">
                  <c:v>4</c:v>
                </c:pt>
                <c:pt idx="1180">
                  <c:v>4</c:v>
                </c:pt>
                <c:pt idx="1181">
                  <c:v>4</c:v>
                </c:pt>
                <c:pt idx="1182">
                  <c:v>4</c:v>
                </c:pt>
                <c:pt idx="1183">
                  <c:v>3.9</c:v>
                </c:pt>
                <c:pt idx="1184">
                  <c:v>3.9</c:v>
                </c:pt>
                <c:pt idx="1185">
                  <c:v>3.9</c:v>
                </c:pt>
                <c:pt idx="1186">
                  <c:v>3.9</c:v>
                </c:pt>
                <c:pt idx="1187">
                  <c:v>3.9</c:v>
                </c:pt>
                <c:pt idx="1188">
                  <c:v>3.9</c:v>
                </c:pt>
                <c:pt idx="1189">
                  <c:v>3.9</c:v>
                </c:pt>
                <c:pt idx="1190">
                  <c:v>3.9</c:v>
                </c:pt>
                <c:pt idx="1191">
                  <c:v>3.9</c:v>
                </c:pt>
                <c:pt idx="1192">
                  <c:v>3.9</c:v>
                </c:pt>
                <c:pt idx="1193">
                  <c:v>3.9</c:v>
                </c:pt>
                <c:pt idx="1194">
                  <c:v>3.9</c:v>
                </c:pt>
                <c:pt idx="1195">
                  <c:v>3.9</c:v>
                </c:pt>
                <c:pt idx="1196">
                  <c:v>3.9</c:v>
                </c:pt>
                <c:pt idx="1197">
                  <c:v>4.2</c:v>
                </c:pt>
                <c:pt idx="1198">
                  <c:v>4.2</c:v>
                </c:pt>
                <c:pt idx="1199">
                  <c:v>4.2</c:v>
                </c:pt>
                <c:pt idx="1200">
                  <c:v>4.2</c:v>
                </c:pt>
                <c:pt idx="1201">
                  <c:v>4.2</c:v>
                </c:pt>
                <c:pt idx="1202">
                  <c:v>4.2</c:v>
                </c:pt>
                <c:pt idx="1203">
                  <c:v>4.2</c:v>
                </c:pt>
                <c:pt idx="1204">
                  <c:v>4.2</c:v>
                </c:pt>
                <c:pt idx="1205">
                  <c:v>4.2</c:v>
                </c:pt>
                <c:pt idx="1206">
                  <c:v>4.2</c:v>
                </c:pt>
                <c:pt idx="1207">
                  <c:v>4.2</c:v>
                </c:pt>
                <c:pt idx="1208">
                  <c:v>4.2</c:v>
                </c:pt>
                <c:pt idx="1209">
                  <c:v>4.2</c:v>
                </c:pt>
                <c:pt idx="1210">
                  <c:v>4.3</c:v>
                </c:pt>
                <c:pt idx="1211">
                  <c:v>4.2</c:v>
                </c:pt>
                <c:pt idx="1212">
                  <c:v>4.2</c:v>
                </c:pt>
                <c:pt idx="1213">
                  <c:v>4.2</c:v>
                </c:pt>
                <c:pt idx="1214">
                  <c:v>4.2</c:v>
                </c:pt>
                <c:pt idx="1215">
                  <c:v>4.2</c:v>
                </c:pt>
                <c:pt idx="1216">
                  <c:v>4.2</c:v>
                </c:pt>
                <c:pt idx="1217">
                  <c:v>4.3</c:v>
                </c:pt>
                <c:pt idx="1218">
                  <c:v>4.2</c:v>
                </c:pt>
                <c:pt idx="1219">
                  <c:v>4.2</c:v>
                </c:pt>
                <c:pt idx="1220">
                  <c:v>4.2</c:v>
                </c:pt>
                <c:pt idx="1221">
                  <c:v>4.2</c:v>
                </c:pt>
                <c:pt idx="1222">
                  <c:v>4.2</c:v>
                </c:pt>
                <c:pt idx="1223">
                  <c:v>4.2</c:v>
                </c:pt>
                <c:pt idx="1224">
                  <c:v>4.2</c:v>
                </c:pt>
                <c:pt idx="1225">
                  <c:v>4.2</c:v>
                </c:pt>
                <c:pt idx="1226">
                  <c:v>4.2</c:v>
                </c:pt>
                <c:pt idx="1227">
                  <c:v>4.2</c:v>
                </c:pt>
                <c:pt idx="1228">
                  <c:v>4.0999999999999996</c:v>
                </c:pt>
                <c:pt idx="1229">
                  <c:v>4.0999999999999996</c:v>
                </c:pt>
                <c:pt idx="1230">
                  <c:v>4.0999999999999996</c:v>
                </c:pt>
                <c:pt idx="1231">
                  <c:v>4.0999999999999996</c:v>
                </c:pt>
                <c:pt idx="1232">
                  <c:v>4.0999999999999996</c:v>
                </c:pt>
                <c:pt idx="1233">
                  <c:v>4.0999999999999996</c:v>
                </c:pt>
                <c:pt idx="1234">
                  <c:v>4.0999999999999996</c:v>
                </c:pt>
                <c:pt idx="1235">
                  <c:v>4.0999999999999996</c:v>
                </c:pt>
                <c:pt idx="1236">
                  <c:v>4.0999999999999996</c:v>
                </c:pt>
                <c:pt idx="1237">
                  <c:v>4.0999999999999996</c:v>
                </c:pt>
                <c:pt idx="1238">
                  <c:v>4.0999999999999996</c:v>
                </c:pt>
                <c:pt idx="1239">
                  <c:v>4.0999999999999996</c:v>
                </c:pt>
                <c:pt idx="1240">
                  <c:v>4.0999999999999996</c:v>
                </c:pt>
                <c:pt idx="1241">
                  <c:v>4.0999999999999996</c:v>
                </c:pt>
                <c:pt idx="1242">
                  <c:v>4.0999999999999996</c:v>
                </c:pt>
                <c:pt idx="1243">
                  <c:v>4.0999999999999996</c:v>
                </c:pt>
                <c:pt idx="1244">
                  <c:v>4.0999999999999996</c:v>
                </c:pt>
                <c:pt idx="1245">
                  <c:v>4.0999999999999996</c:v>
                </c:pt>
                <c:pt idx="1246">
                  <c:v>4.0999999999999996</c:v>
                </c:pt>
                <c:pt idx="1247">
                  <c:v>4.0999999999999996</c:v>
                </c:pt>
                <c:pt idx="1248">
                  <c:v>4.0999999999999996</c:v>
                </c:pt>
                <c:pt idx="1249">
                  <c:v>4.0999999999999996</c:v>
                </c:pt>
                <c:pt idx="1250">
                  <c:v>4.0999999999999996</c:v>
                </c:pt>
                <c:pt idx="1251">
                  <c:v>4.0999999999999996</c:v>
                </c:pt>
                <c:pt idx="1252">
                  <c:v>4.0999999999999996</c:v>
                </c:pt>
                <c:pt idx="1253">
                  <c:v>4.0999999999999996</c:v>
                </c:pt>
                <c:pt idx="1254">
                  <c:v>4.0999999999999996</c:v>
                </c:pt>
                <c:pt idx="1255">
                  <c:v>4.0999999999999996</c:v>
                </c:pt>
                <c:pt idx="1256">
                  <c:v>4</c:v>
                </c:pt>
                <c:pt idx="1257">
                  <c:v>4</c:v>
                </c:pt>
                <c:pt idx="1258">
                  <c:v>4</c:v>
                </c:pt>
                <c:pt idx="1259">
                  <c:v>4</c:v>
                </c:pt>
                <c:pt idx="1260">
                  <c:v>4</c:v>
                </c:pt>
                <c:pt idx="1261">
                  <c:v>4</c:v>
                </c:pt>
                <c:pt idx="1262">
                  <c:v>4</c:v>
                </c:pt>
                <c:pt idx="1263">
                  <c:v>4</c:v>
                </c:pt>
                <c:pt idx="1264">
                  <c:v>4</c:v>
                </c:pt>
                <c:pt idx="1265">
                  <c:v>4</c:v>
                </c:pt>
                <c:pt idx="1266">
                  <c:v>4</c:v>
                </c:pt>
                <c:pt idx="1267">
                  <c:v>4</c:v>
                </c:pt>
                <c:pt idx="1268">
                  <c:v>4</c:v>
                </c:pt>
                <c:pt idx="1269">
                  <c:v>4</c:v>
                </c:pt>
                <c:pt idx="1270">
                  <c:v>4</c:v>
                </c:pt>
                <c:pt idx="1271">
                  <c:v>4</c:v>
                </c:pt>
                <c:pt idx="1272">
                  <c:v>4</c:v>
                </c:pt>
                <c:pt idx="1273">
                  <c:v>4</c:v>
                </c:pt>
                <c:pt idx="1274">
                  <c:v>4</c:v>
                </c:pt>
                <c:pt idx="1275">
                  <c:v>4</c:v>
                </c:pt>
                <c:pt idx="1276">
                  <c:v>4</c:v>
                </c:pt>
                <c:pt idx="1277">
                  <c:v>4</c:v>
                </c:pt>
                <c:pt idx="1278">
                  <c:v>4</c:v>
                </c:pt>
                <c:pt idx="1279">
                  <c:v>4</c:v>
                </c:pt>
                <c:pt idx="1280">
                  <c:v>4</c:v>
                </c:pt>
                <c:pt idx="1281">
                  <c:v>4.0999999999999996</c:v>
                </c:pt>
                <c:pt idx="1282">
                  <c:v>4.0999999999999996</c:v>
                </c:pt>
                <c:pt idx="1283">
                  <c:v>4.0999999999999996</c:v>
                </c:pt>
                <c:pt idx="1284">
                  <c:v>4.0999999999999996</c:v>
                </c:pt>
                <c:pt idx="1285">
                  <c:v>4.0999999999999996</c:v>
                </c:pt>
                <c:pt idx="1286">
                  <c:v>4.0999999999999996</c:v>
                </c:pt>
                <c:pt idx="1287">
                  <c:v>3.8</c:v>
                </c:pt>
                <c:pt idx="1288">
                  <c:v>3.9</c:v>
                </c:pt>
                <c:pt idx="1289">
                  <c:v>3.9</c:v>
                </c:pt>
                <c:pt idx="1290">
                  <c:v>4</c:v>
                </c:pt>
                <c:pt idx="1291">
                  <c:v>4</c:v>
                </c:pt>
                <c:pt idx="1292">
                  <c:v>4</c:v>
                </c:pt>
                <c:pt idx="1293">
                  <c:v>4</c:v>
                </c:pt>
                <c:pt idx="1294">
                  <c:v>4.0999999999999996</c:v>
                </c:pt>
                <c:pt idx="1295">
                  <c:v>4</c:v>
                </c:pt>
                <c:pt idx="1296">
                  <c:v>4</c:v>
                </c:pt>
                <c:pt idx="1297">
                  <c:v>4</c:v>
                </c:pt>
                <c:pt idx="1298">
                  <c:v>4</c:v>
                </c:pt>
                <c:pt idx="1299">
                  <c:v>4</c:v>
                </c:pt>
                <c:pt idx="1300">
                  <c:v>4</c:v>
                </c:pt>
                <c:pt idx="1301">
                  <c:v>4</c:v>
                </c:pt>
                <c:pt idx="1302">
                  <c:v>4</c:v>
                </c:pt>
                <c:pt idx="1303">
                  <c:v>4</c:v>
                </c:pt>
                <c:pt idx="1304">
                  <c:v>4</c:v>
                </c:pt>
                <c:pt idx="1305">
                  <c:v>4</c:v>
                </c:pt>
                <c:pt idx="1306">
                  <c:v>4</c:v>
                </c:pt>
                <c:pt idx="1307">
                  <c:v>4</c:v>
                </c:pt>
                <c:pt idx="1308">
                  <c:v>4</c:v>
                </c:pt>
                <c:pt idx="1309">
                  <c:v>4</c:v>
                </c:pt>
                <c:pt idx="1310">
                  <c:v>4</c:v>
                </c:pt>
                <c:pt idx="1311">
                  <c:v>4</c:v>
                </c:pt>
                <c:pt idx="1312">
                  <c:v>4</c:v>
                </c:pt>
                <c:pt idx="1313">
                  <c:v>4</c:v>
                </c:pt>
                <c:pt idx="1314">
                  <c:v>4</c:v>
                </c:pt>
                <c:pt idx="1315">
                  <c:v>3.9</c:v>
                </c:pt>
                <c:pt idx="1316">
                  <c:v>4.0999999999999996</c:v>
                </c:pt>
                <c:pt idx="1317">
                  <c:v>4.0999999999999996</c:v>
                </c:pt>
                <c:pt idx="1318">
                  <c:v>4.4000000000000004</c:v>
                </c:pt>
                <c:pt idx="1319">
                  <c:v>4.4000000000000004</c:v>
                </c:pt>
                <c:pt idx="1320">
                  <c:v>4.4000000000000004</c:v>
                </c:pt>
                <c:pt idx="1321">
                  <c:v>4.4000000000000004</c:v>
                </c:pt>
                <c:pt idx="1322">
                  <c:v>4.5</c:v>
                </c:pt>
                <c:pt idx="1323">
                  <c:v>4.4000000000000004</c:v>
                </c:pt>
                <c:pt idx="1324">
                  <c:v>4.4000000000000004</c:v>
                </c:pt>
                <c:pt idx="1325">
                  <c:v>4.4000000000000004</c:v>
                </c:pt>
                <c:pt idx="1326">
                  <c:v>4.4000000000000004</c:v>
                </c:pt>
                <c:pt idx="1327">
                  <c:v>4.4000000000000004</c:v>
                </c:pt>
                <c:pt idx="1328">
                  <c:v>4.4000000000000004</c:v>
                </c:pt>
                <c:pt idx="1329">
                  <c:v>4.4000000000000004</c:v>
                </c:pt>
                <c:pt idx="1330">
                  <c:v>4.4000000000000004</c:v>
                </c:pt>
                <c:pt idx="1331">
                  <c:v>4.4000000000000004</c:v>
                </c:pt>
                <c:pt idx="1332">
                  <c:v>4.4000000000000004</c:v>
                </c:pt>
                <c:pt idx="1333">
                  <c:v>4.4000000000000004</c:v>
                </c:pt>
                <c:pt idx="1334">
                  <c:v>4.4000000000000004</c:v>
                </c:pt>
                <c:pt idx="1335">
                  <c:v>4.4000000000000004</c:v>
                </c:pt>
                <c:pt idx="1336">
                  <c:v>4.5</c:v>
                </c:pt>
                <c:pt idx="1337">
                  <c:v>4.5</c:v>
                </c:pt>
                <c:pt idx="1338">
                  <c:v>4.5</c:v>
                </c:pt>
                <c:pt idx="1339">
                  <c:v>4.5</c:v>
                </c:pt>
                <c:pt idx="1340">
                  <c:v>4.5</c:v>
                </c:pt>
                <c:pt idx="1341">
                  <c:v>4.5</c:v>
                </c:pt>
                <c:pt idx="1342">
                  <c:v>4.5</c:v>
                </c:pt>
                <c:pt idx="1343">
                  <c:v>4.5</c:v>
                </c:pt>
                <c:pt idx="1344">
                  <c:v>4.5</c:v>
                </c:pt>
                <c:pt idx="1345">
                  <c:v>4.5</c:v>
                </c:pt>
                <c:pt idx="1346">
                  <c:v>4.5</c:v>
                </c:pt>
                <c:pt idx="1347">
                  <c:v>4.5</c:v>
                </c:pt>
                <c:pt idx="1348">
                  <c:v>5</c:v>
                </c:pt>
                <c:pt idx="1349">
                  <c:v>5</c:v>
                </c:pt>
                <c:pt idx="1350">
                  <c:v>5</c:v>
                </c:pt>
                <c:pt idx="1351">
                  <c:v>5</c:v>
                </c:pt>
                <c:pt idx="1352">
                  <c:v>5</c:v>
                </c:pt>
                <c:pt idx="1353">
                  <c:v>5</c:v>
                </c:pt>
                <c:pt idx="1354">
                  <c:v>5</c:v>
                </c:pt>
                <c:pt idx="1355">
                  <c:v>5</c:v>
                </c:pt>
                <c:pt idx="1356">
                  <c:v>5</c:v>
                </c:pt>
                <c:pt idx="1357">
                  <c:v>5</c:v>
                </c:pt>
                <c:pt idx="1358">
                  <c:v>5</c:v>
                </c:pt>
                <c:pt idx="1359">
                  <c:v>5</c:v>
                </c:pt>
                <c:pt idx="1360">
                  <c:v>5</c:v>
                </c:pt>
                <c:pt idx="1361">
                  <c:v>5</c:v>
                </c:pt>
                <c:pt idx="1362">
                  <c:v>5</c:v>
                </c:pt>
                <c:pt idx="1363">
                  <c:v>5</c:v>
                </c:pt>
                <c:pt idx="1364">
                  <c:v>5.0999999999999996</c:v>
                </c:pt>
                <c:pt idx="1365">
                  <c:v>5.0999999999999996</c:v>
                </c:pt>
                <c:pt idx="1366">
                  <c:v>5.0999999999999996</c:v>
                </c:pt>
                <c:pt idx="1367">
                  <c:v>5.0999999999999996</c:v>
                </c:pt>
                <c:pt idx="1368">
                  <c:v>5.0999999999999996</c:v>
                </c:pt>
                <c:pt idx="1369">
                  <c:v>5.0999999999999996</c:v>
                </c:pt>
                <c:pt idx="1370">
                  <c:v>5.0999999999999996</c:v>
                </c:pt>
                <c:pt idx="1371">
                  <c:v>5.0999999999999996</c:v>
                </c:pt>
                <c:pt idx="1372">
                  <c:v>5.0999999999999996</c:v>
                </c:pt>
                <c:pt idx="1373">
                  <c:v>5.0999999999999996</c:v>
                </c:pt>
                <c:pt idx="1374">
                  <c:v>5.0999999999999996</c:v>
                </c:pt>
                <c:pt idx="1375">
                  <c:v>5.0999999999999996</c:v>
                </c:pt>
                <c:pt idx="1376">
                  <c:v>5.0999999999999996</c:v>
                </c:pt>
                <c:pt idx="1377">
                  <c:v>5.0999999999999996</c:v>
                </c:pt>
                <c:pt idx="1378">
                  <c:v>5.0999999999999996</c:v>
                </c:pt>
                <c:pt idx="1379">
                  <c:v>5.9</c:v>
                </c:pt>
                <c:pt idx="1380">
                  <c:v>5.9</c:v>
                </c:pt>
                <c:pt idx="1381">
                  <c:v>5.9</c:v>
                </c:pt>
                <c:pt idx="1382">
                  <c:v>5.9</c:v>
                </c:pt>
                <c:pt idx="1383">
                  <c:v>5.9</c:v>
                </c:pt>
                <c:pt idx="1384">
                  <c:v>5.9</c:v>
                </c:pt>
                <c:pt idx="1385">
                  <c:v>5.9</c:v>
                </c:pt>
                <c:pt idx="1386">
                  <c:v>5.9</c:v>
                </c:pt>
                <c:pt idx="1387">
                  <c:v>6</c:v>
                </c:pt>
                <c:pt idx="1388">
                  <c:v>6</c:v>
                </c:pt>
                <c:pt idx="1389">
                  <c:v>6</c:v>
                </c:pt>
                <c:pt idx="1390">
                  <c:v>6</c:v>
                </c:pt>
                <c:pt idx="1391">
                  <c:v>6</c:v>
                </c:pt>
                <c:pt idx="1392">
                  <c:v>6</c:v>
                </c:pt>
                <c:pt idx="1393">
                  <c:v>6.2</c:v>
                </c:pt>
                <c:pt idx="1394">
                  <c:v>6.2</c:v>
                </c:pt>
                <c:pt idx="1395">
                  <c:v>6.2</c:v>
                </c:pt>
                <c:pt idx="1396">
                  <c:v>6.2</c:v>
                </c:pt>
                <c:pt idx="1397">
                  <c:v>6.2</c:v>
                </c:pt>
                <c:pt idx="1398">
                  <c:v>6.2</c:v>
                </c:pt>
                <c:pt idx="1399">
                  <c:v>6.2</c:v>
                </c:pt>
                <c:pt idx="1400">
                  <c:v>6.2</c:v>
                </c:pt>
                <c:pt idx="1401">
                  <c:v>6.2</c:v>
                </c:pt>
                <c:pt idx="1402">
                  <c:v>6.2</c:v>
                </c:pt>
                <c:pt idx="1403">
                  <c:v>6.2</c:v>
                </c:pt>
                <c:pt idx="1404">
                  <c:v>6.2</c:v>
                </c:pt>
                <c:pt idx="1405">
                  <c:v>6.2</c:v>
                </c:pt>
                <c:pt idx="1406">
                  <c:v>6.2</c:v>
                </c:pt>
                <c:pt idx="1407">
                  <c:v>6.2</c:v>
                </c:pt>
                <c:pt idx="1408">
                  <c:v>6.2</c:v>
                </c:pt>
                <c:pt idx="1409">
                  <c:v>6.7</c:v>
                </c:pt>
                <c:pt idx="1410">
                  <c:v>6.7</c:v>
                </c:pt>
                <c:pt idx="1411">
                  <c:v>6.7</c:v>
                </c:pt>
                <c:pt idx="1412">
                  <c:v>6.7</c:v>
                </c:pt>
                <c:pt idx="1413">
                  <c:v>6.7</c:v>
                </c:pt>
                <c:pt idx="1414">
                  <c:v>6.7</c:v>
                </c:pt>
                <c:pt idx="1415">
                  <c:v>6.7</c:v>
                </c:pt>
                <c:pt idx="1416">
                  <c:v>6.7</c:v>
                </c:pt>
                <c:pt idx="1417">
                  <c:v>6.7</c:v>
                </c:pt>
                <c:pt idx="1418">
                  <c:v>6.7</c:v>
                </c:pt>
                <c:pt idx="1419">
                  <c:v>6.7</c:v>
                </c:pt>
                <c:pt idx="1420">
                  <c:v>6.7</c:v>
                </c:pt>
                <c:pt idx="1421">
                  <c:v>6.7</c:v>
                </c:pt>
                <c:pt idx="1422">
                  <c:v>6.7</c:v>
                </c:pt>
                <c:pt idx="1423">
                  <c:v>6.7</c:v>
                </c:pt>
                <c:pt idx="1424">
                  <c:v>6.7</c:v>
                </c:pt>
                <c:pt idx="1425">
                  <c:v>6.7</c:v>
                </c:pt>
                <c:pt idx="1426">
                  <c:v>6.7</c:v>
                </c:pt>
                <c:pt idx="1427">
                  <c:v>6.8</c:v>
                </c:pt>
                <c:pt idx="1428">
                  <c:v>6.7</c:v>
                </c:pt>
                <c:pt idx="1429">
                  <c:v>6.7</c:v>
                </c:pt>
                <c:pt idx="1430">
                  <c:v>6.7</c:v>
                </c:pt>
                <c:pt idx="1431">
                  <c:v>6.7</c:v>
                </c:pt>
                <c:pt idx="1432">
                  <c:v>6.7</c:v>
                </c:pt>
                <c:pt idx="1433">
                  <c:v>6.7</c:v>
                </c:pt>
                <c:pt idx="1434">
                  <c:v>6.7</c:v>
                </c:pt>
                <c:pt idx="1435">
                  <c:v>6.7</c:v>
                </c:pt>
                <c:pt idx="1436">
                  <c:v>6.7</c:v>
                </c:pt>
                <c:pt idx="1437">
                  <c:v>6.7</c:v>
                </c:pt>
                <c:pt idx="1438">
                  <c:v>6.7</c:v>
                </c:pt>
                <c:pt idx="1439">
                  <c:v>6.7</c:v>
                </c:pt>
                <c:pt idx="1440">
                  <c:v>7.1</c:v>
                </c:pt>
                <c:pt idx="1441">
                  <c:v>7.1</c:v>
                </c:pt>
                <c:pt idx="1442">
                  <c:v>7.1</c:v>
                </c:pt>
                <c:pt idx="1443">
                  <c:v>7.1</c:v>
                </c:pt>
                <c:pt idx="1444">
                  <c:v>7.1</c:v>
                </c:pt>
                <c:pt idx="1445">
                  <c:v>7.1</c:v>
                </c:pt>
                <c:pt idx="1446">
                  <c:v>7.1</c:v>
                </c:pt>
                <c:pt idx="1447">
                  <c:v>7.1</c:v>
                </c:pt>
                <c:pt idx="1448">
                  <c:v>7.1</c:v>
                </c:pt>
                <c:pt idx="1449">
                  <c:v>7.1</c:v>
                </c:pt>
                <c:pt idx="1450">
                  <c:v>7.1</c:v>
                </c:pt>
                <c:pt idx="1451">
                  <c:v>7.1</c:v>
                </c:pt>
                <c:pt idx="1452">
                  <c:v>7.1</c:v>
                </c:pt>
                <c:pt idx="1453">
                  <c:v>7.1</c:v>
                </c:pt>
                <c:pt idx="1454">
                  <c:v>7.1</c:v>
                </c:pt>
                <c:pt idx="1455">
                  <c:v>7.1</c:v>
                </c:pt>
                <c:pt idx="1456">
                  <c:v>7.1</c:v>
                </c:pt>
                <c:pt idx="1457">
                  <c:v>7.1</c:v>
                </c:pt>
                <c:pt idx="1458">
                  <c:v>7.1</c:v>
                </c:pt>
                <c:pt idx="1459">
                  <c:v>7.1</c:v>
                </c:pt>
                <c:pt idx="1460">
                  <c:v>7.1</c:v>
                </c:pt>
                <c:pt idx="1461">
                  <c:v>7.1</c:v>
                </c:pt>
                <c:pt idx="1462">
                  <c:v>7.1</c:v>
                </c:pt>
                <c:pt idx="1463">
                  <c:v>7.1</c:v>
                </c:pt>
                <c:pt idx="1464">
                  <c:v>7.1</c:v>
                </c:pt>
                <c:pt idx="1465">
                  <c:v>7.1</c:v>
                </c:pt>
                <c:pt idx="1466">
                  <c:v>7.1</c:v>
                </c:pt>
                <c:pt idx="1467">
                  <c:v>7.1</c:v>
                </c:pt>
                <c:pt idx="1468">
                  <c:v>7.1</c:v>
                </c:pt>
                <c:pt idx="1469">
                  <c:v>7.1</c:v>
                </c:pt>
                <c:pt idx="1470">
                  <c:v>7.1</c:v>
                </c:pt>
                <c:pt idx="1471">
                  <c:v>7.5</c:v>
                </c:pt>
                <c:pt idx="1472">
                  <c:v>7.5</c:v>
                </c:pt>
                <c:pt idx="1473">
                  <c:v>7.5</c:v>
                </c:pt>
                <c:pt idx="1474">
                  <c:v>7.5</c:v>
                </c:pt>
                <c:pt idx="1475">
                  <c:v>7.5</c:v>
                </c:pt>
                <c:pt idx="1476">
                  <c:v>7.5</c:v>
                </c:pt>
                <c:pt idx="1477">
                  <c:v>7.5</c:v>
                </c:pt>
                <c:pt idx="1478">
                  <c:v>7.5</c:v>
                </c:pt>
                <c:pt idx="1479">
                  <c:v>7.5</c:v>
                </c:pt>
                <c:pt idx="1480">
                  <c:v>7.5</c:v>
                </c:pt>
                <c:pt idx="1481">
                  <c:v>7.5</c:v>
                </c:pt>
                <c:pt idx="1482">
                  <c:v>7.5</c:v>
                </c:pt>
                <c:pt idx="1483">
                  <c:v>7.6</c:v>
                </c:pt>
                <c:pt idx="1484">
                  <c:v>7.5</c:v>
                </c:pt>
                <c:pt idx="1485">
                  <c:v>7.5</c:v>
                </c:pt>
                <c:pt idx="1486">
                  <c:v>7.5</c:v>
                </c:pt>
                <c:pt idx="1487">
                  <c:v>7.5</c:v>
                </c:pt>
                <c:pt idx="1488">
                  <c:v>7.5</c:v>
                </c:pt>
                <c:pt idx="1489">
                  <c:v>7.5</c:v>
                </c:pt>
                <c:pt idx="1490">
                  <c:v>7.5</c:v>
                </c:pt>
                <c:pt idx="1491">
                  <c:v>7.5</c:v>
                </c:pt>
                <c:pt idx="1492">
                  <c:v>7.5</c:v>
                </c:pt>
                <c:pt idx="1493">
                  <c:v>7.6</c:v>
                </c:pt>
                <c:pt idx="1494">
                  <c:v>7.6</c:v>
                </c:pt>
                <c:pt idx="1495">
                  <c:v>7.6</c:v>
                </c:pt>
                <c:pt idx="1496">
                  <c:v>7.6</c:v>
                </c:pt>
                <c:pt idx="1497">
                  <c:v>7.5</c:v>
                </c:pt>
                <c:pt idx="1498">
                  <c:v>7.5</c:v>
                </c:pt>
                <c:pt idx="1499">
                  <c:v>7.6</c:v>
                </c:pt>
                <c:pt idx="1500">
                  <c:v>7.6</c:v>
                </c:pt>
                <c:pt idx="1501">
                  <c:v>7.7</c:v>
                </c:pt>
                <c:pt idx="1502">
                  <c:v>7.7</c:v>
                </c:pt>
                <c:pt idx="1503">
                  <c:v>7.7</c:v>
                </c:pt>
                <c:pt idx="1504">
                  <c:v>7.7</c:v>
                </c:pt>
                <c:pt idx="1505">
                  <c:v>7.7</c:v>
                </c:pt>
                <c:pt idx="1506">
                  <c:v>7.7</c:v>
                </c:pt>
                <c:pt idx="1507">
                  <c:v>7.7</c:v>
                </c:pt>
                <c:pt idx="1508">
                  <c:v>7.7</c:v>
                </c:pt>
                <c:pt idx="1509">
                  <c:v>7.7</c:v>
                </c:pt>
                <c:pt idx="1510">
                  <c:v>7.7</c:v>
                </c:pt>
                <c:pt idx="1511">
                  <c:v>7.7</c:v>
                </c:pt>
                <c:pt idx="1512">
                  <c:v>7.7</c:v>
                </c:pt>
                <c:pt idx="1513">
                  <c:v>7.7</c:v>
                </c:pt>
                <c:pt idx="1514">
                  <c:v>7.7</c:v>
                </c:pt>
                <c:pt idx="1515">
                  <c:v>7.7</c:v>
                </c:pt>
                <c:pt idx="1516">
                  <c:v>7.7</c:v>
                </c:pt>
                <c:pt idx="1517">
                  <c:v>7.7</c:v>
                </c:pt>
                <c:pt idx="1518">
                  <c:v>7.8</c:v>
                </c:pt>
                <c:pt idx="1519">
                  <c:v>7.8</c:v>
                </c:pt>
                <c:pt idx="1520">
                  <c:v>7.8</c:v>
                </c:pt>
                <c:pt idx="1521">
                  <c:v>7.8</c:v>
                </c:pt>
                <c:pt idx="1522">
                  <c:v>7.8</c:v>
                </c:pt>
                <c:pt idx="1523">
                  <c:v>7.8</c:v>
                </c:pt>
                <c:pt idx="1524">
                  <c:v>7.8</c:v>
                </c:pt>
                <c:pt idx="1525">
                  <c:v>7.8</c:v>
                </c:pt>
                <c:pt idx="1526">
                  <c:v>7.8</c:v>
                </c:pt>
                <c:pt idx="1527">
                  <c:v>7.8</c:v>
                </c:pt>
                <c:pt idx="1528">
                  <c:v>7.8</c:v>
                </c:pt>
                <c:pt idx="1529">
                  <c:v>7.8</c:v>
                </c:pt>
                <c:pt idx="1530">
                  <c:v>7.8</c:v>
                </c:pt>
                <c:pt idx="1531">
                  <c:v>7.8</c:v>
                </c:pt>
                <c:pt idx="1532">
                  <c:v>8.1</c:v>
                </c:pt>
                <c:pt idx="1533">
                  <c:v>8</c:v>
                </c:pt>
                <c:pt idx="1534">
                  <c:v>8.1</c:v>
                </c:pt>
                <c:pt idx="1535">
                  <c:v>8.1</c:v>
                </c:pt>
                <c:pt idx="1536">
                  <c:v>8.1</c:v>
                </c:pt>
                <c:pt idx="1537">
                  <c:v>8.1</c:v>
                </c:pt>
                <c:pt idx="1538">
                  <c:v>8.1</c:v>
                </c:pt>
                <c:pt idx="1539">
                  <c:v>8.1</c:v>
                </c:pt>
                <c:pt idx="1540">
                  <c:v>8.1</c:v>
                </c:pt>
                <c:pt idx="1541">
                  <c:v>8.1</c:v>
                </c:pt>
                <c:pt idx="1542">
                  <c:v>8.1</c:v>
                </c:pt>
                <c:pt idx="1543">
                  <c:v>8.1</c:v>
                </c:pt>
                <c:pt idx="1544">
                  <c:v>8.1</c:v>
                </c:pt>
                <c:pt idx="1545">
                  <c:v>8.1</c:v>
                </c:pt>
                <c:pt idx="1546">
                  <c:v>8.1</c:v>
                </c:pt>
                <c:pt idx="1547">
                  <c:v>8.1</c:v>
                </c:pt>
                <c:pt idx="1548">
                  <c:v>8.1</c:v>
                </c:pt>
                <c:pt idx="1549">
                  <c:v>8.1</c:v>
                </c:pt>
                <c:pt idx="1550">
                  <c:v>8.1</c:v>
                </c:pt>
                <c:pt idx="1551">
                  <c:v>8.1999999999999993</c:v>
                </c:pt>
                <c:pt idx="1552">
                  <c:v>8.1999999999999993</c:v>
                </c:pt>
                <c:pt idx="1553">
                  <c:v>8.1</c:v>
                </c:pt>
                <c:pt idx="1554">
                  <c:v>8.1</c:v>
                </c:pt>
                <c:pt idx="1555">
                  <c:v>8.1</c:v>
                </c:pt>
                <c:pt idx="1556">
                  <c:v>8.1</c:v>
                </c:pt>
                <c:pt idx="1557">
                  <c:v>8.1</c:v>
                </c:pt>
                <c:pt idx="1558">
                  <c:v>8.1</c:v>
                </c:pt>
                <c:pt idx="1559">
                  <c:v>8.1</c:v>
                </c:pt>
                <c:pt idx="1560">
                  <c:v>8.1</c:v>
                </c:pt>
                <c:pt idx="1561">
                  <c:v>8.1</c:v>
                </c:pt>
                <c:pt idx="1562">
                  <c:v>8.8000000000000007</c:v>
                </c:pt>
                <c:pt idx="1563">
                  <c:v>8.8000000000000007</c:v>
                </c:pt>
                <c:pt idx="1564">
                  <c:v>8.8000000000000007</c:v>
                </c:pt>
                <c:pt idx="1565">
                  <c:v>8.8000000000000007</c:v>
                </c:pt>
                <c:pt idx="1566">
                  <c:v>8.8000000000000007</c:v>
                </c:pt>
                <c:pt idx="1567">
                  <c:v>8.8000000000000007</c:v>
                </c:pt>
                <c:pt idx="1568">
                  <c:v>8.8000000000000007</c:v>
                </c:pt>
                <c:pt idx="1569">
                  <c:v>8.8000000000000007</c:v>
                </c:pt>
                <c:pt idx="1570">
                  <c:v>8.8000000000000007</c:v>
                </c:pt>
                <c:pt idx="1571">
                  <c:v>8.6999999999999993</c:v>
                </c:pt>
                <c:pt idx="1572">
                  <c:v>8.8000000000000007</c:v>
                </c:pt>
                <c:pt idx="1573">
                  <c:v>8.8000000000000007</c:v>
                </c:pt>
                <c:pt idx="1574">
                  <c:v>8.9</c:v>
                </c:pt>
                <c:pt idx="1575">
                  <c:v>8.8000000000000007</c:v>
                </c:pt>
                <c:pt idx="1576">
                  <c:v>8.8000000000000007</c:v>
                </c:pt>
                <c:pt idx="1577">
                  <c:v>8.8000000000000007</c:v>
                </c:pt>
                <c:pt idx="1578">
                  <c:v>8.8000000000000007</c:v>
                </c:pt>
                <c:pt idx="1579">
                  <c:v>8.8000000000000007</c:v>
                </c:pt>
                <c:pt idx="1580">
                  <c:v>8.8000000000000007</c:v>
                </c:pt>
                <c:pt idx="1581">
                  <c:v>8.9</c:v>
                </c:pt>
                <c:pt idx="1582">
                  <c:v>8.8000000000000007</c:v>
                </c:pt>
                <c:pt idx="1583">
                  <c:v>8.8000000000000007</c:v>
                </c:pt>
                <c:pt idx="1584">
                  <c:v>8.8000000000000007</c:v>
                </c:pt>
                <c:pt idx="1585">
                  <c:v>8.8000000000000007</c:v>
                </c:pt>
                <c:pt idx="1586">
                  <c:v>8.8000000000000007</c:v>
                </c:pt>
                <c:pt idx="1587">
                  <c:v>8.9</c:v>
                </c:pt>
                <c:pt idx="1588">
                  <c:v>8.9</c:v>
                </c:pt>
                <c:pt idx="1589">
                  <c:v>8.9</c:v>
                </c:pt>
                <c:pt idx="1590">
                  <c:v>8.9</c:v>
                </c:pt>
                <c:pt idx="1591">
                  <c:v>8.9</c:v>
                </c:pt>
                <c:pt idx="1592">
                  <c:v>8.9</c:v>
                </c:pt>
                <c:pt idx="1593">
                  <c:v>9.1999999999999993</c:v>
                </c:pt>
                <c:pt idx="1594">
                  <c:v>9.1999999999999993</c:v>
                </c:pt>
                <c:pt idx="1595">
                  <c:v>9.3000000000000007</c:v>
                </c:pt>
                <c:pt idx="1596">
                  <c:v>9.3000000000000007</c:v>
                </c:pt>
                <c:pt idx="1597">
                  <c:v>9.3000000000000007</c:v>
                </c:pt>
                <c:pt idx="1598">
                  <c:v>9.3000000000000007</c:v>
                </c:pt>
                <c:pt idx="1599">
                  <c:v>9.3000000000000007</c:v>
                </c:pt>
                <c:pt idx="1600">
                  <c:v>9.3000000000000007</c:v>
                </c:pt>
                <c:pt idx="1601">
                  <c:v>9.3000000000000007</c:v>
                </c:pt>
                <c:pt idx="1602">
                  <c:v>9.3000000000000007</c:v>
                </c:pt>
                <c:pt idx="1603">
                  <c:v>9.1999999999999993</c:v>
                </c:pt>
                <c:pt idx="1604">
                  <c:v>9.1999999999999993</c:v>
                </c:pt>
                <c:pt idx="1605">
                  <c:v>9.1999999999999993</c:v>
                </c:pt>
                <c:pt idx="1606">
                  <c:v>9.1999999999999993</c:v>
                </c:pt>
                <c:pt idx="1607">
                  <c:v>9.1999999999999993</c:v>
                </c:pt>
                <c:pt idx="1608">
                  <c:v>9.1999999999999993</c:v>
                </c:pt>
                <c:pt idx="1609">
                  <c:v>9.3000000000000007</c:v>
                </c:pt>
                <c:pt idx="1610">
                  <c:v>9.1999999999999993</c:v>
                </c:pt>
                <c:pt idx="1611">
                  <c:v>9.1999999999999993</c:v>
                </c:pt>
                <c:pt idx="1612">
                  <c:v>9.1999999999999993</c:v>
                </c:pt>
                <c:pt idx="1613">
                  <c:v>9.1999999999999993</c:v>
                </c:pt>
                <c:pt idx="1614">
                  <c:v>9.1999999999999993</c:v>
                </c:pt>
                <c:pt idx="1615">
                  <c:v>9.1999999999999993</c:v>
                </c:pt>
                <c:pt idx="1616">
                  <c:v>9.1999999999999993</c:v>
                </c:pt>
                <c:pt idx="1617">
                  <c:v>9.1999999999999993</c:v>
                </c:pt>
                <c:pt idx="1618">
                  <c:v>9.1999999999999993</c:v>
                </c:pt>
                <c:pt idx="1619">
                  <c:v>9.1999999999999993</c:v>
                </c:pt>
                <c:pt idx="1620">
                  <c:v>9.1999999999999993</c:v>
                </c:pt>
                <c:pt idx="1621">
                  <c:v>9.5</c:v>
                </c:pt>
                <c:pt idx="1622">
                  <c:v>9.5</c:v>
                </c:pt>
                <c:pt idx="1623">
                  <c:v>9.4</c:v>
                </c:pt>
                <c:pt idx="1624">
                  <c:v>9.5</c:v>
                </c:pt>
                <c:pt idx="1625">
                  <c:v>9.5</c:v>
                </c:pt>
                <c:pt idx="1626">
                  <c:v>9.5</c:v>
                </c:pt>
                <c:pt idx="1627">
                  <c:v>9.5</c:v>
                </c:pt>
                <c:pt idx="1628">
                  <c:v>9.5</c:v>
                </c:pt>
                <c:pt idx="1629">
                  <c:v>9.5</c:v>
                </c:pt>
                <c:pt idx="1630">
                  <c:v>9.4</c:v>
                </c:pt>
                <c:pt idx="1631">
                  <c:v>9.4</c:v>
                </c:pt>
                <c:pt idx="1632">
                  <c:v>9.4</c:v>
                </c:pt>
                <c:pt idx="1633">
                  <c:v>9.4</c:v>
                </c:pt>
                <c:pt idx="1634">
                  <c:v>9.4</c:v>
                </c:pt>
                <c:pt idx="1635">
                  <c:v>9.4</c:v>
                </c:pt>
                <c:pt idx="1636">
                  <c:v>9.4</c:v>
                </c:pt>
                <c:pt idx="1637">
                  <c:v>9.4</c:v>
                </c:pt>
                <c:pt idx="1638">
                  <c:v>9.4</c:v>
                </c:pt>
                <c:pt idx="1639">
                  <c:v>9.4</c:v>
                </c:pt>
                <c:pt idx="1640">
                  <c:v>9.4</c:v>
                </c:pt>
                <c:pt idx="1641">
                  <c:v>9.4</c:v>
                </c:pt>
                <c:pt idx="1642">
                  <c:v>9.4</c:v>
                </c:pt>
                <c:pt idx="1643">
                  <c:v>9.4</c:v>
                </c:pt>
                <c:pt idx="1644">
                  <c:v>9.5</c:v>
                </c:pt>
                <c:pt idx="1645">
                  <c:v>9.5</c:v>
                </c:pt>
                <c:pt idx="1646">
                  <c:v>9.5</c:v>
                </c:pt>
                <c:pt idx="1647">
                  <c:v>9.5</c:v>
                </c:pt>
                <c:pt idx="1648">
                  <c:v>9.5</c:v>
                </c:pt>
                <c:pt idx="1649">
                  <c:v>9.5</c:v>
                </c:pt>
                <c:pt idx="1650">
                  <c:v>9.5</c:v>
                </c:pt>
                <c:pt idx="1651">
                  <c:v>9.5</c:v>
                </c:pt>
                <c:pt idx="1652">
                  <c:v>9.5</c:v>
                </c:pt>
                <c:pt idx="1653">
                  <c:v>9.5</c:v>
                </c:pt>
                <c:pt idx="1654">
                  <c:v>9.5</c:v>
                </c:pt>
                <c:pt idx="1655">
                  <c:v>9.5</c:v>
                </c:pt>
                <c:pt idx="1656">
                  <c:v>9.5</c:v>
                </c:pt>
                <c:pt idx="1657">
                  <c:v>9.5</c:v>
                </c:pt>
                <c:pt idx="1658">
                  <c:v>9.5</c:v>
                </c:pt>
                <c:pt idx="1659">
                  <c:v>9.3000000000000007</c:v>
                </c:pt>
                <c:pt idx="1660">
                  <c:v>9.3000000000000007</c:v>
                </c:pt>
                <c:pt idx="1661">
                  <c:v>9.3000000000000007</c:v>
                </c:pt>
                <c:pt idx="1662">
                  <c:v>9.3000000000000007</c:v>
                </c:pt>
                <c:pt idx="1663">
                  <c:v>9.3000000000000007</c:v>
                </c:pt>
                <c:pt idx="1664">
                  <c:v>9.3000000000000007</c:v>
                </c:pt>
                <c:pt idx="1665">
                  <c:v>9.3000000000000007</c:v>
                </c:pt>
                <c:pt idx="1666">
                  <c:v>9.1999999999999993</c:v>
                </c:pt>
                <c:pt idx="1667">
                  <c:v>9.1999999999999993</c:v>
                </c:pt>
                <c:pt idx="1668">
                  <c:v>9.1999999999999993</c:v>
                </c:pt>
                <c:pt idx="1669">
                  <c:v>9.1999999999999993</c:v>
                </c:pt>
                <c:pt idx="1670">
                  <c:v>9.1999999999999993</c:v>
                </c:pt>
                <c:pt idx="1671">
                  <c:v>9.1999999999999993</c:v>
                </c:pt>
                <c:pt idx="1672">
                  <c:v>9.1999999999999993</c:v>
                </c:pt>
                <c:pt idx="1673">
                  <c:v>9.3000000000000007</c:v>
                </c:pt>
                <c:pt idx="1674">
                  <c:v>9.3000000000000007</c:v>
                </c:pt>
                <c:pt idx="1675">
                  <c:v>9.3000000000000007</c:v>
                </c:pt>
                <c:pt idx="1676">
                  <c:v>9.3000000000000007</c:v>
                </c:pt>
                <c:pt idx="1677">
                  <c:v>9.3000000000000007</c:v>
                </c:pt>
                <c:pt idx="1678">
                  <c:v>9.3000000000000007</c:v>
                </c:pt>
                <c:pt idx="1679">
                  <c:v>9.1999999999999993</c:v>
                </c:pt>
                <c:pt idx="1680">
                  <c:v>9.4</c:v>
                </c:pt>
                <c:pt idx="1681">
                  <c:v>9.3000000000000007</c:v>
                </c:pt>
                <c:pt idx="1682">
                  <c:v>9.3000000000000007</c:v>
                </c:pt>
                <c:pt idx="1683">
                  <c:v>8.9</c:v>
                </c:pt>
                <c:pt idx="1684">
                  <c:v>8.9</c:v>
                </c:pt>
                <c:pt idx="1685">
                  <c:v>8.9</c:v>
                </c:pt>
                <c:pt idx="1686">
                  <c:v>8.9</c:v>
                </c:pt>
                <c:pt idx="1687">
                  <c:v>8.8000000000000007</c:v>
                </c:pt>
                <c:pt idx="1688">
                  <c:v>8.8000000000000007</c:v>
                </c:pt>
                <c:pt idx="1689">
                  <c:v>8.8000000000000007</c:v>
                </c:pt>
                <c:pt idx="1690">
                  <c:v>8.8000000000000007</c:v>
                </c:pt>
                <c:pt idx="1691">
                  <c:v>8.8000000000000007</c:v>
                </c:pt>
                <c:pt idx="1692">
                  <c:v>8.8000000000000007</c:v>
                </c:pt>
                <c:pt idx="1693">
                  <c:v>8.8000000000000007</c:v>
                </c:pt>
                <c:pt idx="1694">
                  <c:v>8.8000000000000007</c:v>
                </c:pt>
                <c:pt idx="1695">
                  <c:v>8.8000000000000007</c:v>
                </c:pt>
                <c:pt idx="1696">
                  <c:v>8.8000000000000007</c:v>
                </c:pt>
                <c:pt idx="1697">
                  <c:v>8.8000000000000007</c:v>
                </c:pt>
                <c:pt idx="1698">
                  <c:v>8.8000000000000007</c:v>
                </c:pt>
                <c:pt idx="1699">
                  <c:v>8.8000000000000007</c:v>
                </c:pt>
                <c:pt idx="1700">
                  <c:v>8.8000000000000007</c:v>
                </c:pt>
                <c:pt idx="1701">
                  <c:v>8.6999999999999993</c:v>
                </c:pt>
                <c:pt idx="1702">
                  <c:v>8.6999999999999993</c:v>
                </c:pt>
                <c:pt idx="1703">
                  <c:v>8.6999999999999993</c:v>
                </c:pt>
                <c:pt idx="1704">
                  <c:v>8.6999999999999993</c:v>
                </c:pt>
                <c:pt idx="1705">
                  <c:v>8.6999999999999993</c:v>
                </c:pt>
                <c:pt idx="1706">
                  <c:v>8.6999999999999993</c:v>
                </c:pt>
                <c:pt idx="1707">
                  <c:v>8.6999999999999993</c:v>
                </c:pt>
                <c:pt idx="1708">
                  <c:v>8.6999999999999993</c:v>
                </c:pt>
                <c:pt idx="1709">
                  <c:v>8.6999999999999993</c:v>
                </c:pt>
                <c:pt idx="1710">
                  <c:v>8.6999999999999993</c:v>
                </c:pt>
                <c:pt idx="1711">
                  <c:v>8.6999999999999993</c:v>
                </c:pt>
                <c:pt idx="1712">
                  <c:v>8.6999999999999993</c:v>
                </c:pt>
                <c:pt idx="1713">
                  <c:v>8.1</c:v>
                </c:pt>
                <c:pt idx="1714">
                  <c:v>8.1</c:v>
                </c:pt>
                <c:pt idx="1715">
                  <c:v>8.1</c:v>
                </c:pt>
                <c:pt idx="1716">
                  <c:v>8.1</c:v>
                </c:pt>
                <c:pt idx="1717">
                  <c:v>8.1</c:v>
                </c:pt>
                <c:pt idx="1718">
                  <c:v>8.1</c:v>
                </c:pt>
                <c:pt idx="1719">
                  <c:v>8.1</c:v>
                </c:pt>
                <c:pt idx="1720">
                  <c:v>8.1</c:v>
                </c:pt>
                <c:pt idx="1721">
                  <c:v>8.1</c:v>
                </c:pt>
                <c:pt idx="1722">
                  <c:v>8.1</c:v>
                </c:pt>
                <c:pt idx="1723">
                  <c:v>8.1</c:v>
                </c:pt>
                <c:pt idx="1724">
                  <c:v>8.1</c:v>
                </c:pt>
                <c:pt idx="1725">
                  <c:v>8.1</c:v>
                </c:pt>
                <c:pt idx="1726">
                  <c:v>8.1</c:v>
                </c:pt>
                <c:pt idx="1727">
                  <c:v>8.1</c:v>
                </c:pt>
                <c:pt idx="1728">
                  <c:v>8.1</c:v>
                </c:pt>
                <c:pt idx="1729">
                  <c:v>8.1</c:v>
                </c:pt>
                <c:pt idx="1730">
                  <c:v>8.1</c:v>
                </c:pt>
                <c:pt idx="1731">
                  <c:v>8.1</c:v>
                </c:pt>
                <c:pt idx="1732">
                  <c:v>8</c:v>
                </c:pt>
                <c:pt idx="1733">
                  <c:v>8</c:v>
                </c:pt>
                <c:pt idx="1734">
                  <c:v>8</c:v>
                </c:pt>
                <c:pt idx="1735">
                  <c:v>8</c:v>
                </c:pt>
                <c:pt idx="1736">
                  <c:v>8</c:v>
                </c:pt>
                <c:pt idx="1737">
                  <c:v>8</c:v>
                </c:pt>
                <c:pt idx="1738">
                  <c:v>8</c:v>
                </c:pt>
                <c:pt idx="1739">
                  <c:v>8</c:v>
                </c:pt>
                <c:pt idx="1740">
                  <c:v>8</c:v>
                </c:pt>
                <c:pt idx="1741">
                  <c:v>8</c:v>
                </c:pt>
                <c:pt idx="1742">
                  <c:v>8</c:v>
                </c:pt>
                <c:pt idx="1743">
                  <c:v>8</c:v>
                </c:pt>
                <c:pt idx="1744">
                  <c:v>7.1</c:v>
                </c:pt>
                <c:pt idx="1745">
                  <c:v>7.1</c:v>
                </c:pt>
                <c:pt idx="1746">
                  <c:v>7</c:v>
                </c:pt>
                <c:pt idx="1747">
                  <c:v>7</c:v>
                </c:pt>
                <c:pt idx="1748">
                  <c:v>7</c:v>
                </c:pt>
                <c:pt idx="1749">
                  <c:v>7</c:v>
                </c:pt>
                <c:pt idx="1750">
                  <c:v>7</c:v>
                </c:pt>
                <c:pt idx="1751">
                  <c:v>7</c:v>
                </c:pt>
                <c:pt idx="1752">
                  <c:v>7</c:v>
                </c:pt>
                <c:pt idx="1753">
                  <c:v>7</c:v>
                </c:pt>
                <c:pt idx="1754">
                  <c:v>7</c:v>
                </c:pt>
                <c:pt idx="1755">
                  <c:v>7</c:v>
                </c:pt>
                <c:pt idx="1756">
                  <c:v>7</c:v>
                </c:pt>
                <c:pt idx="1757">
                  <c:v>7.1</c:v>
                </c:pt>
                <c:pt idx="1758">
                  <c:v>7.1</c:v>
                </c:pt>
                <c:pt idx="1759">
                  <c:v>7.1</c:v>
                </c:pt>
                <c:pt idx="1760">
                  <c:v>7.1</c:v>
                </c:pt>
                <c:pt idx="1761">
                  <c:v>7.1</c:v>
                </c:pt>
                <c:pt idx="1762">
                  <c:v>7.1</c:v>
                </c:pt>
                <c:pt idx="1763">
                  <c:v>7.1</c:v>
                </c:pt>
                <c:pt idx="1764">
                  <c:v>7</c:v>
                </c:pt>
                <c:pt idx="1765">
                  <c:v>7</c:v>
                </c:pt>
                <c:pt idx="1766">
                  <c:v>7.1</c:v>
                </c:pt>
                <c:pt idx="1767">
                  <c:v>7.1</c:v>
                </c:pt>
                <c:pt idx="1768">
                  <c:v>7.1</c:v>
                </c:pt>
                <c:pt idx="1769">
                  <c:v>7.1</c:v>
                </c:pt>
                <c:pt idx="1770">
                  <c:v>7.1</c:v>
                </c:pt>
                <c:pt idx="1771">
                  <c:v>7.1</c:v>
                </c:pt>
                <c:pt idx="1772">
                  <c:v>7.1</c:v>
                </c:pt>
                <c:pt idx="1773">
                  <c:v>7.1</c:v>
                </c:pt>
                <c:pt idx="1774">
                  <c:v>6.1</c:v>
                </c:pt>
                <c:pt idx="1775">
                  <c:v>6.1</c:v>
                </c:pt>
                <c:pt idx="1776">
                  <c:v>6.1</c:v>
                </c:pt>
                <c:pt idx="1777">
                  <c:v>6.1</c:v>
                </c:pt>
                <c:pt idx="1778">
                  <c:v>6.1</c:v>
                </c:pt>
                <c:pt idx="1779">
                  <c:v>6.1</c:v>
                </c:pt>
                <c:pt idx="1780">
                  <c:v>6.1</c:v>
                </c:pt>
                <c:pt idx="1781">
                  <c:v>6.1</c:v>
                </c:pt>
                <c:pt idx="1782">
                  <c:v>6.1</c:v>
                </c:pt>
                <c:pt idx="1783">
                  <c:v>6.1</c:v>
                </c:pt>
                <c:pt idx="1784">
                  <c:v>6.1</c:v>
                </c:pt>
                <c:pt idx="1785">
                  <c:v>6.1</c:v>
                </c:pt>
                <c:pt idx="1786">
                  <c:v>6.1</c:v>
                </c:pt>
                <c:pt idx="1787">
                  <c:v>6.1</c:v>
                </c:pt>
                <c:pt idx="1788">
                  <c:v>6.1</c:v>
                </c:pt>
                <c:pt idx="1789">
                  <c:v>6.1</c:v>
                </c:pt>
                <c:pt idx="1790">
                  <c:v>6.1</c:v>
                </c:pt>
                <c:pt idx="1791">
                  <c:v>6.1</c:v>
                </c:pt>
                <c:pt idx="1792">
                  <c:v>6.1</c:v>
                </c:pt>
                <c:pt idx="1793">
                  <c:v>6.1</c:v>
                </c:pt>
                <c:pt idx="1794">
                  <c:v>6.1</c:v>
                </c:pt>
                <c:pt idx="1795">
                  <c:v>6.1</c:v>
                </c:pt>
                <c:pt idx="1796">
                  <c:v>6.1</c:v>
                </c:pt>
                <c:pt idx="1797">
                  <c:v>6.1</c:v>
                </c:pt>
                <c:pt idx="1798">
                  <c:v>6.1</c:v>
                </c:pt>
                <c:pt idx="1799">
                  <c:v>6.1</c:v>
                </c:pt>
                <c:pt idx="1800">
                  <c:v>6.1</c:v>
                </c:pt>
                <c:pt idx="1801">
                  <c:v>6.1</c:v>
                </c:pt>
                <c:pt idx="1802">
                  <c:v>6.1</c:v>
                </c:pt>
                <c:pt idx="1803">
                  <c:v>6.1</c:v>
                </c:pt>
                <c:pt idx="1804">
                  <c:v>6.1</c:v>
                </c:pt>
                <c:pt idx="1805">
                  <c:v>5.8</c:v>
                </c:pt>
                <c:pt idx="1806">
                  <c:v>5.9</c:v>
                </c:pt>
                <c:pt idx="1807">
                  <c:v>5.9</c:v>
                </c:pt>
                <c:pt idx="1808">
                  <c:v>5.9</c:v>
                </c:pt>
                <c:pt idx="1809">
                  <c:v>5.9</c:v>
                </c:pt>
                <c:pt idx="1810">
                  <c:v>5.9</c:v>
                </c:pt>
                <c:pt idx="1811">
                  <c:v>5.9</c:v>
                </c:pt>
                <c:pt idx="1812">
                  <c:v>5.9</c:v>
                </c:pt>
                <c:pt idx="1813">
                  <c:v>5.9</c:v>
                </c:pt>
                <c:pt idx="1814">
                  <c:v>5.9</c:v>
                </c:pt>
                <c:pt idx="1815">
                  <c:v>5.9</c:v>
                </c:pt>
                <c:pt idx="1816">
                  <c:v>5.9</c:v>
                </c:pt>
                <c:pt idx="1817">
                  <c:v>5.9</c:v>
                </c:pt>
                <c:pt idx="1818">
                  <c:v>5.9</c:v>
                </c:pt>
                <c:pt idx="1819">
                  <c:v>5.9</c:v>
                </c:pt>
                <c:pt idx="1820">
                  <c:v>5.9</c:v>
                </c:pt>
                <c:pt idx="1821">
                  <c:v>5.9</c:v>
                </c:pt>
                <c:pt idx="1822">
                  <c:v>5.9</c:v>
                </c:pt>
                <c:pt idx="1823">
                  <c:v>5.9</c:v>
                </c:pt>
                <c:pt idx="1824">
                  <c:v>5.9</c:v>
                </c:pt>
                <c:pt idx="1825">
                  <c:v>5.9</c:v>
                </c:pt>
                <c:pt idx="1826">
                  <c:v>5.9</c:v>
                </c:pt>
                <c:pt idx="1827">
                  <c:v>5.9</c:v>
                </c:pt>
                <c:pt idx="1828">
                  <c:v>5.9</c:v>
                </c:pt>
                <c:pt idx="1829">
                  <c:v>5.9</c:v>
                </c:pt>
                <c:pt idx="1830">
                  <c:v>5.9</c:v>
                </c:pt>
                <c:pt idx="1831">
                  <c:v>5.9</c:v>
                </c:pt>
                <c:pt idx="1832">
                  <c:v>5.9</c:v>
                </c:pt>
                <c:pt idx="1833">
                  <c:v>5.9</c:v>
                </c:pt>
                <c:pt idx="1834">
                  <c:v>5.9</c:v>
                </c:pt>
                <c:pt idx="1835">
                  <c:v>5.9</c:v>
                </c:pt>
                <c:pt idx="1836">
                  <c:v>6.4</c:v>
                </c:pt>
                <c:pt idx="1837">
                  <c:v>6.4</c:v>
                </c:pt>
                <c:pt idx="1838">
                  <c:v>6.4</c:v>
                </c:pt>
                <c:pt idx="1839">
                  <c:v>6.4</c:v>
                </c:pt>
                <c:pt idx="1840">
                  <c:v>6.4</c:v>
                </c:pt>
                <c:pt idx="1841">
                  <c:v>6.4</c:v>
                </c:pt>
                <c:pt idx="1842">
                  <c:v>6.4</c:v>
                </c:pt>
                <c:pt idx="1843">
                  <c:v>6.4</c:v>
                </c:pt>
                <c:pt idx="1844">
                  <c:v>6.4</c:v>
                </c:pt>
                <c:pt idx="1845">
                  <c:v>6.4</c:v>
                </c:pt>
                <c:pt idx="1846">
                  <c:v>6.4</c:v>
                </c:pt>
                <c:pt idx="1847">
                  <c:v>6.4</c:v>
                </c:pt>
                <c:pt idx="1848">
                  <c:v>6.4</c:v>
                </c:pt>
                <c:pt idx="1849">
                  <c:v>6.4</c:v>
                </c:pt>
                <c:pt idx="1850">
                  <c:v>6.4</c:v>
                </c:pt>
                <c:pt idx="1851">
                  <c:v>6.3</c:v>
                </c:pt>
                <c:pt idx="1852">
                  <c:v>6.3</c:v>
                </c:pt>
                <c:pt idx="1853">
                  <c:v>6.3</c:v>
                </c:pt>
                <c:pt idx="1854">
                  <c:v>6.3</c:v>
                </c:pt>
                <c:pt idx="1855">
                  <c:v>6.4</c:v>
                </c:pt>
                <c:pt idx="1856">
                  <c:v>6.4</c:v>
                </c:pt>
                <c:pt idx="1857">
                  <c:v>6.4</c:v>
                </c:pt>
                <c:pt idx="1858">
                  <c:v>6.3</c:v>
                </c:pt>
                <c:pt idx="1859">
                  <c:v>6.3</c:v>
                </c:pt>
                <c:pt idx="1860">
                  <c:v>6.3</c:v>
                </c:pt>
                <c:pt idx="1861">
                  <c:v>6.3</c:v>
                </c:pt>
                <c:pt idx="1862">
                  <c:v>6.4</c:v>
                </c:pt>
                <c:pt idx="1863">
                  <c:v>6.3</c:v>
                </c:pt>
                <c:pt idx="1864">
                  <c:v>6.3</c:v>
                </c:pt>
                <c:pt idx="1865">
                  <c:v>6.3</c:v>
                </c:pt>
                <c:pt idx="1866">
                  <c:v>6.5</c:v>
                </c:pt>
                <c:pt idx="1867">
                  <c:v>6.5</c:v>
                </c:pt>
                <c:pt idx="1868">
                  <c:v>6.5</c:v>
                </c:pt>
                <c:pt idx="1869">
                  <c:v>6.5</c:v>
                </c:pt>
                <c:pt idx="1870">
                  <c:v>6.5</c:v>
                </c:pt>
                <c:pt idx="1871">
                  <c:v>6.5</c:v>
                </c:pt>
                <c:pt idx="1872">
                  <c:v>6.5</c:v>
                </c:pt>
                <c:pt idx="1873">
                  <c:v>6.5</c:v>
                </c:pt>
                <c:pt idx="1874">
                  <c:v>6.5</c:v>
                </c:pt>
                <c:pt idx="1875">
                  <c:v>6.5</c:v>
                </c:pt>
                <c:pt idx="1876">
                  <c:v>6.5</c:v>
                </c:pt>
                <c:pt idx="1877">
                  <c:v>6.5</c:v>
                </c:pt>
                <c:pt idx="1878">
                  <c:v>6.5</c:v>
                </c:pt>
                <c:pt idx="1879">
                  <c:v>6.5</c:v>
                </c:pt>
                <c:pt idx="1880">
                  <c:v>6.5</c:v>
                </c:pt>
                <c:pt idx="1881">
                  <c:v>6.5</c:v>
                </c:pt>
                <c:pt idx="1882">
                  <c:v>6.5</c:v>
                </c:pt>
                <c:pt idx="1883">
                  <c:v>6.4</c:v>
                </c:pt>
                <c:pt idx="1884">
                  <c:v>6.4</c:v>
                </c:pt>
                <c:pt idx="1885">
                  <c:v>6.4</c:v>
                </c:pt>
                <c:pt idx="1886">
                  <c:v>6.4</c:v>
                </c:pt>
                <c:pt idx="1887">
                  <c:v>6.4</c:v>
                </c:pt>
                <c:pt idx="1888">
                  <c:v>6.4</c:v>
                </c:pt>
                <c:pt idx="1889">
                  <c:v>6.4</c:v>
                </c:pt>
                <c:pt idx="1890">
                  <c:v>6.4</c:v>
                </c:pt>
                <c:pt idx="1891">
                  <c:v>6.3</c:v>
                </c:pt>
                <c:pt idx="1892">
                  <c:v>6.3</c:v>
                </c:pt>
                <c:pt idx="1893">
                  <c:v>6.3</c:v>
                </c:pt>
                <c:pt idx="1894">
                  <c:v>6.3</c:v>
                </c:pt>
                <c:pt idx="1895">
                  <c:v>6.3</c:v>
                </c:pt>
                <c:pt idx="1896">
                  <c:v>6.3</c:v>
                </c:pt>
                <c:pt idx="1897">
                  <c:v>5.2</c:v>
                </c:pt>
                <c:pt idx="1898">
                  <c:v>5.2</c:v>
                </c:pt>
                <c:pt idx="1899">
                  <c:v>5.2</c:v>
                </c:pt>
                <c:pt idx="1900">
                  <c:v>5.2</c:v>
                </c:pt>
                <c:pt idx="1901">
                  <c:v>5.2</c:v>
                </c:pt>
                <c:pt idx="1902">
                  <c:v>5.2</c:v>
                </c:pt>
                <c:pt idx="1903">
                  <c:v>5.2</c:v>
                </c:pt>
                <c:pt idx="1904">
                  <c:v>5.2</c:v>
                </c:pt>
                <c:pt idx="1905">
                  <c:v>5.2</c:v>
                </c:pt>
                <c:pt idx="1906">
                  <c:v>5.2</c:v>
                </c:pt>
                <c:pt idx="1907">
                  <c:v>5.2</c:v>
                </c:pt>
                <c:pt idx="1908">
                  <c:v>5.2</c:v>
                </c:pt>
                <c:pt idx="1909">
                  <c:v>5.2</c:v>
                </c:pt>
                <c:pt idx="1910">
                  <c:v>5.2</c:v>
                </c:pt>
                <c:pt idx="1911">
                  <c:v>5.0999999999999996</c:v>
                </c:pt>
                <c:pt idx="1912">
                  <c:v>5.0999999999999996</c:v>
                </c:pt>
                <c:pt idx="1913">
                  <c:v>5.0999999999999996</c:v>
                </c:pt>
                <c:pt idx="1914">
                  <c:v>5.0999999999999996</c:v>
                </c:pt>
                <c:pt idx="1915">
                  <c:v>5.0999999999999996</c:v>
                </c:pt>
                <c:pt idx="1916">
                  <c:v>5.0999999999999996</c:v>
                </c:pt>
                <c:pt idx="1917">
                  <c:v>5.0999999999999996</c:v>
                </c:pt>
                <c:pt idx="1918">
                  <c:v>5.0999999999999996</c:v>
                </c:pt>
                <c:pt idx="1919">
                  <c:v>5.0999999999999996</c:v>
                </c:pt>
                <c:pt idx="1920">
                  <c:v>5.0999999999999996</c:v>
                </c:pt>
                <c:pt idx="1921">
                  <c:v>5.0999999999999996</c:v>
                </c:pt>
                <c:pt idx="1922">
                  <c:v>5.0999999999999996</c:v>
                </c:pt>
                <c:pt idx="1923">
                  <c:v>5.0999999999999996</c:v>
                </c:pt>
                <c:pt idx="1924">
                  <c:v>5.0999999999999996</c:v>
                </c:pt>
                <c:pt idx="1925">
                  <c:v>5.0999999999999996</c:v>
                </c:pt>
                <c:pt idx="1926">
                  <c:v>5.0999999999999996</c:v>
                </c:pt>
                <c:pt idx="1927">
                  <c:v>2.8</c:v>
                </c:pt>
                <c:pt idx="1928">
                  <c:v>2.8</c:v>
                </c:pt>
                <c:pt idx="1929">
                  <c:v>2.8</c:v>
                </c:pt>
                <c:pt idx="1930">
                  <c:v>2.8</c:v>
                </c:pt>
                <c:pt idx="1931">
                  <c:v>2.8</c:v>
                </c:pt>
                <c:pt idx="1932">
                  <c:v>2.8</c:v>
                </c:pt>
                <c:pt idx="1933">
                  <c:v>2.8</c:v>
                </c:pt>
                <c:pt idx="1934">
                  <c:v>2.8</c:v>
                </c:pt>
                <c:pt idx="1935">
                  <c:v>2.8</c:v>
                </c:pt>
                <c:pt idx="1936">
                  <c:v>2.8</c:v>
                </c:pt>
                <c:pt idx="1937">
                  <c:v>2.8</c:v>
                </c:pt>
                <c:pt idx="1938">
                  <c:v>2.8</c:v>
                </c:pt>
                <c:pt idx="1939">
                  <c:v>2.7</c:v>
                </c:pt>
                <c:pt idx="1940">
                  <c:v>2.7</c:v>
                </c:pt>
                <c:pt idx="1941">
                  <c:v>2.7</c:v>
                </c:pt>
                <c:pt idx="1942">
                  <c:v>2.7</c:v>
                </c:pt>
                <c:pt idx="1943">
                  <c:v>2.7</c:v>
                </c:pt>
                <c:pt idx="1944">
                  <c:v>2.7</c:v>
                </c:pt>
                <c:pt idx="1945">
                  <c:v>2.7</c:v>
                </c:pt>
                <c:pt idx="1946">
                  <c:v>2.6</c:v>
                </c:pt>
                <c:pt idx="1947">
                  <c:v>2.6</c:v>
                </c:pt>
                <c:pt idx="1948">
                  <c:v>2.6</c:v>
                </c:pt>
                <c:pt idx="1949">
                  <c:v>2.6</c:v>
                </c:pt>
                <c:pt idx="1950">
                  <c:v>2.6</c:v>
                </c:pt>
                <c:pt idx="1951">
                  <c:v>2.6</c:v>
                </c:pt>
                <c:pt idx="1952">
                  <c:v>2.6</c:v>
                </c:pt>
                <c:pt idx="1953">
                  <c:v>2.6</c:v>
                </c:pt>
                <c:pt idx="1954">
                  <c:v>2.6</c:v>
                </c:pt>
                <c:pt idx="1955">
                  <c:v>2.6</c:v>
                </c:pt>
                <c:pt idx="1956">
                  <c:v>2.6</c:v>
                </c:pt>
                <c:pt idx="1957">
                  <c:v>2.6</c:v>
                </c:pt>
                <c:pt idx="1958">
                  <c:v>1.9</c:v>
                </c:pt>
                <c:pt idx="1959">
                  <c:v>1.9</c:v>
                </c:pt>
                <c:pt idx="1960">
                  <c:v>1.8</c:v>
                </c:pt>
                <c:pt idx="1961">
                  <c:v>1.8</c:v>
                </c:pt>
                <c:pt idx="1962">
                  <c:v>1.8</c:v>
                </c:pt>
                <c:pt idx="1963">
                  <c:v>1.8</c:v>
                </c:pt>
                <c:pt idx="1964">
                  <c:v>1.8</c:v>
                </c:pt>
                <c:pt idx="1965">
                  <c:v>1.8</c:v>
                </c:pt>
                <c:pt idx="1966">
                  <c:v>1.8</c:v>
                </c:pt>
                <c:pt idx="1967">
                  <c:v>1.8</c:v>
                </c:pt>
                <c:pt idx="1968">
                  <c:v>1.8</c:v>
                </c:pt>
                <c:pt idx="1969">
                  <c:v>1.8</c:v>
                </c:pt>
                <c:pt idx="1970">
                  <c:v>1.8</c:v>
                </c:pt>
                <c:pt idx="1971">
                  <c:v>1.8</c:v>
                </c:pt>
                <c:pt idx="1972">
                  <c:v>1.8</c:v>
                </c:pt>
                <c:pt idx="1973">
                  <c:v>1.8</c:v>
                </c:pt>
                <c:pt idx="1974">
                  <c:v>1.8</c:v>
                </c:pt>
                <c:pt idx="1975">
                  <c:v>1.8</c:v>
                </c:pt>
                <c:pt idx="1976">
                  <c:v>1.8</c:v>
                </c:pt>
                <c:pt idx="1977">
                  <c:v>1.8</c:v>
                </c:pt>
                <c:pt idx="1978">
                  <c:v>1.8</c:v>
                </c:pt>
                <c:pt idx="1979">
                  <c:v>1.8</c:v>
                </c:pt>
                <c:pt idx="1980">
                  <c:v>1.8</c:v>
                </c:pt>
                <c:pt idx="1981">
                  <c:v>1.8</c:v>
                </c:pt>
                <c:pt idx="1982">
                  <c:v>1.8</c:v>
                </c:pt>
                <c:pt idx="1983">
                  <c:v>1.8</c:v>
                </c:pt>
                <c:pt idx="1984">
                  <c:v>1.8</c:v>
                </c:pt>
                <c:pt idx="1985">
                  <c:v>1.8</c:v>
                </c:pt>
                <c:pt idx="1986">
                  <c:v>1.6</c:v>
                </c:pt>
                <c:pt idx="1987">
                  <c:v>1.6</c:v>
                </c:pt>
                <c:pt idx="1988">
                  <c:v>1.7</c:v>
                </c:pt>
                <c:pt idx="1989">
                  <c:v>1.7</c:v>
                </c:pt>
                <c:pt idx="1990">
                  <c:v>1.7</c:v>
                </c:pt>
                <c:pt idx="1991">
                  <c:v>1.7</c:v>
                </c:pt>
                <c:pt idx="1992">
                  <c:v>1.7</c:v>
                </c:pt>
                <c:pt idx="1993">
                  <c:v>1.7</c:v>
                </c:pt>
                <c:pt idx="1994">
                  <c:v>1.7</c:v>
                </c:pt>
                <c:pt idx="1995">
                  <c:v>1.7</c:v>
                </c:pt>
                <c:pt idx="1996">
                  <c:v>1.7</c:v>
                </c:pt>
                <c:pt idx="1997">
                  <c:v>1.7</c:v>
                </c:pt>
                <c:pt idx="1998">
                  <c:v>1.7</c:v>
                </c:pt>
                <c:pt idx="1999">
                  <c:v>1.7</c:v>
                </c:pt>
                <c:pt idx="2000">
                  <c:v>1.7</c:v>
                </c:pt>
                <c:pt idx="2001">
                  <c:v>1.7</c:v>
                </c:pt>
                <c:pt idx="2002">
                  <c:v>1.7</c:v>
                </c:pt>
                <c:pt idx="2003">
                  <c:v>1.7</c:v>
                </c:pt>
                <c:pt idx="2004">
                  <c:v>1.7</c:v>
                </c:pt>
                <c:pt idx="2005">
                  <c:v>1.7</c:v>
                </c:pt>
                <c:pt idx="2006">
                  <c:v>1.7</c:v>
                </c:pt>
                <c:pt idx="2007">
                  <c:v>1.7</c:v>
                </c:pt>
                <c:pt idx="2008">
                  <c:v>1.7</c:v>
                </c:pt>
                <c:pt idx="2009">
                  <c:v>1.7</c:v>
                </c:pt>
                <c:pt idx="2010">
                  <c:v>1.7</c:v>
                </c:pt>
                <c:pt idx="2011">
                  <c:v>1.7</c:v>
                </c:pt>
                <c:pt idx="2012">
                  <c:v>1.7</c:v>
                </c:pt>
                <c:pt idx="2013">
                  <c:v>1.7</c:v>
                </c:pt>
                <c:pt idx="2014">
                  <c:v>1.7</c:v>
                </c:pt>
                <c:pt idx="2015">
                  <c:v>1.7</c:v>
                </c:pt>
                <c:pt idx="2016">
                  <c:v>1.7</c:v>
                </c:pt>
                <c:pt idx="2017">
                  <c:v>1.8</c:v>
                </c:pt>
                <c:pt idx="2018">
                  <c:v>1.8</c:v>
                </c:pt>
                <c:pt idx="2019">
                  <c:v>1.8</c:v>
                </c:pt>
                <c:pt idx="2020">
                  <c:v>1.8</c:v>
                </c:pt>
                <c:pt idx="2021">
                  <c:v>1.8</c:v>
                </c:pt>
                <c:pt idx="2022">
                  <c:v>1.8</c:v>
                </c:pt>
                <c:pt idx="2023">
                  <c:v>1.8</c:v>
                </c:pt>
                <c:pt idx="2024">
                  <c:v>1.8</c:v>
                </c:pt>
                <c:pt idx="2025">
                  <c:v>1.8</c:v>
                </c:pt>
                <c:pt idx="2026">
                  <c:v>1.8</c:v>
                </c:pt>
                <c:pt idx="2027">
                  <c:v>1.8</c:v>
                </c:pt>
                <c:pt idx="2028">
                  <c:v>1.8</c:v>
                </c:pt>
                <c:pt idx="2029">
                  <c:v>1.8</c:v>
                </c:pt>
                <c:pt idx="2030">
                  <c:v>1.8</c:v>
                </c:pt>
                <c:pt idx="2031">
                  <c:v>1.8</c:v>
                </c:pt>
                <c:pt idx="2032">
                  <c:v>1.8</c:v>
                </c:pt>
                <c:pt idx="2033">
                  <c:v>1.8</c:v>
                </c:pt>
                <c:pt idx="2034">
                  <c:v>1.8</c:v>
                </c:pt>
                <c:pt idx="2035">
                  <c:v>1.8</c:v>
                </c:pt>
                <c:pt idx="2036">
                  <c:v>1.8</c:v>
                </c:pt>
                <c:pt idx="2037">
                  <c:v>1.8</c:v>
                </c:pt>
                <c:pt idx="2038">
                  <c:v>1.8</c:v>
                </c:pt>
                <c:pt idx="2039">
                  <c:v>1.8</c:v>
                </c:pt>
                <c:pt idx="2040">
                  <c:v>1.8</c:v>
                </c:pt>
                <c:pt idx="2041">
                  <c:v>1.8</c:v>
                </c:pt>
                <c:pt idx="2042">
                  <c:v>1.8</c:v>
                </c:pt>
                <c:pt idx="2043">
                  <c:v>1.8</c:v>
                </c:pt>
                <c:pt idx="2044">
                  <c:v>1.8</c:v>
                </c:pt>
                <c:pt idx="2045">
                  <c:v>1.8</c:v>
                </c:pt>
                <c:pt idx="2046">
                  <c:v>1.8</c:v>
                </c:pt>
                <c:pt idx="2047">
                  <c:v>1.8</c:v>
                </c:pt>
                <c:pt idx="2048">
                  <c:v>1.8</c:v>
                </c:pt>
                <c:pt idx="2049">
                  <c:v>1.8</c:v>
                </c:pt>
                <c:pt idx="2050">
                  <c:v>1.8</c:v>
                </c:pt>
                <c:pt idx="2051">
                  <c:v>1.8</c:v>
                </c:pt>
                <c:pt idx="2052">
                  <c:v>1.8</c:v>
                </c:pt>
                <c:pt idx="2053">
                  <c:v>1.8</c:v>
                </c:pt>
                <c:pt idx="2054">
                  <c:v>1.8</c:v>
                </c:pt>
                <c:pt idx="2055">
                  <c:v>1.8</c:v>
                </c:pt>
                <c:pt idx="2056">
                  <c:v>1.8</c:v>
                </c:pt>
                <c:pt idx="2057">
                  <c:v>1.8</c:v>
                </c:pt>
                <c:pt idx="2058">
                  <c:v>1.8</c:v>
                </c:pt>
                <c:pt idx="2059">
                  <c:v>1.8</c:v>
                </c:pt>
                <c:pt idx="2060">
                  <c:v>1.8</c:v>
                </c:pt>
                <c:pt idx="2061">
                  <c:v>1.8</c:v>
                </c:pt>
                <c:pt idx="2062">
                  <c:v>1.8</c:v>
                </c:pt>
                <c:pt idx="2063">
                  <c:v>1.8</c:v>
                </c:pt>
                <c:pt idx="2064">
                  <c:v>1.8</c:v>
                </c:pt>
                <c:pt idx="2065">
                  <c:v>1.8</c:v>
                </c:pt>
                <c:pt idx="2066">
                  <c:v>1.8</c:v>
                </c:pt>
                <c:pt idx="2067">
                  <c:v>1.8</c:v>
                </c:pt>
                <c:pt idx="2068">
                  <c:v>1.8</c:v>
                </c:pt>
                <c:pt idx="2069">
                  <c:v>1.8</c:v>
                </c:pt>
                <c:pt idx="2070">
                  <c:v>1.8</c:v>
                </c:pt>
                <c:pt idx="2071">
                  <c:v>1.8</c:v>
                </c:pt>
                <c:pt idx="2072">
                  <c:v>1.8</c:v>
                </c:pt>
                <c:pt idx="2073">
                  <c:v>1.8</c:v>
                </c:pt>
                <c:pt idx="2074">
                  <c:v>1.8</c:v>
                </c:pt>
                <c:pt idx="2075">
                  <c:v>1.8</c:v>
                </c:pt>
                <c:pt idx="2076">
                  <c:v>1.8</c:v>
                </c:pt>
                <c:pt idx="2077">
                  <c:v>1.8</c:v>
                </c:pt>
                <c:pt idx="2078">
                  <c:v>1.6</c:v>
                </c:pt>
                <c:pt idx="2079">
                  <c:v>1.6</c:v>
                </c:pt>
                <c:pt idx="2080">
                  <c:v>1.6</c:v>
                </c:pt>
                <c:pt idx="2081">
                  <c:v>1.6</c:v>
                </c:pt>
                <c:pt idx="2082">
                  <c:v>1.6</c:v>
                </c:pt>
                <c:pt idx="2083">
                  <c:v>1.6</c:v>
                </c:pt>
                <c:pt idx="2084">
                  <c:v>1.6</c:v>
                </c:pt>
                <c:pt idx="2085">
                  <c:v>1.6</c:v>
                </c:pt>
                <c:pt idx="2086">
                  <c:v>1.6</c:v>
                </c:pt>
                <c:pt idx="2087">
                  <c:v>1.6</c:v>
                </c:pt>
                <c:pt idx="2088">
                  <c:v>1.6</c:v>
                </c:pt>
                <c:pt idx="2089">
                  <c:v>1.6</c:v>
                </c:pt>
                <c:pt idx="2090">
                  <c:v>1.6</c:v>
                </c:pt>
                <c:pt idx="2091">
                  <c:v>1.6</c:v>
                </c:pt>
                <c:pt idx="2092">
                  <c:v>1.6</c:v>
                </c:pt>
                <c:pt idx="2093">
                  <c:v>1.6</c:v>
                </c:pt>
                <c:pt idx="2094">
                  <c:v>1.6</c:v>
                </c:pt>
                <c:pt idx="2095">
                  <c:v>1.6</c:v>
                </c:pt>
                <c:pt idx="2096">
                  <c:v>1.6</c:v>
                </c:pt>
                <c:pt idx="2097">
                  <c:v>1.6</c:v>
                </c:pt>
                <c:pt idx="2098">
                  <c:v>1.6</c:v>
                </c:pt>
                <c:pt idx="2099">
                  <c:v>1.6</c:v>
                </c:pt>
                <c:pt idx="2100">
                  <c:v>1.6</c:v>
                </c:pt>
                <c:pt idx="2101">
                  <c:v>1.6</c:v>
                </c:pt>
                <c:pt idx="2102">
                  <c:v>1.6</c:v>
                </c:pt>
                <c:pt idx="2103">
                  <c:v>1.6</c:v>
                </c:pt>
                <c:pt idx="2104">
                  <c:v>1.6</c:v>
                </c:pt>
                <c:pt idx="2105">
                  <c:v>1.6</c:v>
                </c:pt>
                <c:pt idx="2106">
                  <c:v>1.6</c:v>
                </c:pt>
                <c:pt idx="2107">
                  <c:v>1.6</c:v>
                </c:pt>
                <c:pt idx="2108">
                  <c:v>1.6</c:v>
                </c:pt>
                <c:pt idx="2109">
                  <c:v>1.6</c:v>
                </c:pt>
                <c:pt idx="2110">
                  <c:v>1.6</c:v>
                </c:pt>
                <c:pt idx="2111">
                  <c:v>1.6</c:v>
                </c:pt>
                <c:pt idx="2112">
                  <c:v>1.6</c:v>
                </c:pt>
                <c:pt idx="2113">
                  <c:v>1.6</c:v>
                </c:pt>
                <c:pt idx="2114">
                  <c:v>1.6</c:v>
                </c:pt>
                <c:pt idx="2115">
                  <c:v>1.6</c:v>
                </c:pt>
                <c:pt idx="2116">
                  <c:v>1.6</c:v>
                </c:pt>
                <c:pt idx="2117">
                  <c:v>1.6</c:v>
                </c:pt>
                <c:pt idx="2118">
                  <c:v>1.6</c:v>
                </c:pt>
                <c:pt idx="2119">
                  <c:v>1.6</c:v>
                </c:pt>
                <c:pt idx="2120">
                  <c:v>1.6</c:v>
                </c:pt>
                <c:pt idx="2121">
                  <c:v>1.6</c:v>
                </c:pt>
                <c:pt idx="2122">
                  <c:v>1.6</c:v>
                </c:pt>
                <c:pt idx="2123">
                  <c:v>1.6</c:v>
                </c:pt>
                <c:pt idx="2124">
                  <c:v>1.6</c:v>
                </c:pt>
                <c:pt idx="2125">
                  <c:v>1.6</c:v>
                </c:pt>
                <c:pt idx="2126">
                  <c:v>1.6</c:v>
                </c:pt>
                <c:pt idx="2127">
                  <c:v>1.6</c:v>
                </c:pt>
                <c:pt idx="2128">
                  <c:v>1.6</c:v>
                </c:pt>
                <c:pt idx="2129">
                  <c:v>1.5</c:v>
                </c:pt>
                <c:pt idx="2130">
                  <c:v>1.5</c:v>
                </c:pt>
                <c:pt idx="2131">
                  <c:v>1.5</c:v>
                </c:pt>
                <c:pt idx="2132">
                  <c:v>1.5</c:v>
                </c:pt>
                <c:pt idx="2133">
                  <c:v>1.5</c:v>
                </c:pt>
                <c:pt idx="2134">
                  <c:v>1.5</c:v>
                </c:pt>
                <c:pt idx="2135">
                  <c:v>1.5</c:v>
                </c:pt>
                <c:pt idx="2136">
                  <c:v>1.5</c:v>
                </c:pt>
                <c:pt idx="2137">
                  <c:v>1.5</c:v>
                </c:pt>
                <c:pt idx="2138">
                  <c:v>1.5</c:v>
                </c:pt>
                <c:pt idx="2139">
                  <c:v>1.9</c:v>
                </c:pt>
                <c:pt idx="2140">
                  <c:v>1.9</c:v>
                </c:pt>
                <c:pt idx="2141">
                  <c:v>1.9</c:v>
                </c:pt>
                <c:pt idx="2142">
                  <c:v>1.9</c:v>
                </c:pt>
                <c:pt idx="2143">
                  <c:v>1.9</c:v>
                </c:pt>
                <c:pt idx="2144">
                  <c:v>1.8</c:v>
                </c:pt>
                <c:pt idx="2145">
                  <c:v>1.8</c:v>
                </c:pt>
                <c:pt idx="2146">
                  <c:v>1.8</c:v>
                </c:pt>
                <c:pt idx="2147">
                  <c:v>1.8</c:v>
                </c:pt>
                <c:pt idx="2148">
                  <c:v>1.8</c:v>
                </c:pt>
                <c:pt idx="2149">
                  <c:v>1.8</c:v>
                </c:pt>
                <c:pt idx="2150">
                  <c:v>1.8</c:v>
                </c:pt>
                <c:pt idx="2151">
                  <c:v>1.8</c:v>
                </c:pt>
                <c:pt idx="2152">
                  <c:v>1.8</c:v>
                </c:pt>
                <c:pt idx="2153">
                  <c:v>1.8</c:v>
                </c:pt>
                <c:pt idx="2154">
                  <c:v>1.8</c:v>
                </c:pt>
                <c:pt idx="2155">
                  <c:v>1.8</c:v>
                </c:pt>
                <c:pt idx="2156">
                  <c:v>1.8</c:v>
                </c:pt>
                <c:pt idx="2157">
                  <c:v>1.8</c:v>
                </c:pt>
                <c:pt idx="2158">
                  <c:v>1.8</c:v>
                </c:pt>
                <c:pt idx="2159">
                  <c:v>1.8</c:v>
                </c:pt>
                <c:pt idx="2160">
                  <c:v>1.8</c:v>
                </c:pt>
                <c:pt idx="2161">
                  <c:v>1.8</c:v>
                </c:pt>
                <c:pt idx="2162">
                  <c:v>1.8</c:v>
                </c:pt>
                <c:pt idx="2163">
                  <c:v>1.8</c:v>
                </c:pt>
                <c:pt idx="2164">
                  <c:v>1.8</c:v>
                </c:pt>
                <c:pt idx="2165">
                  <c:v>1.8</c:v>
                </c:pt>
                <c:pt idx="2166">
                  <c:v>1.8</c:v>
                </c:pt>
                <c:pt idx="2167">
                  <c:v>1.8</c:v>
                </c:pt>
                <c:pt idx="2168">
                  <c:v>1.8</c:v>
                </c:pt>
                <c:pt idx="2169">
                  <c:v>1.8</c:v>
                </c:pt>
                <c:pt idx="2170">
                  <c:v>1.6</c:v>
                </c:pt>
                <c:pt idx="2171">
                  <c:v>1.6</c:v>
                </c:pt>
                <c:pt idx="2172">
                  <c:v>1.6</c:v>
                </c:pt>
                <c:pt idx="2173">
                  <c:v>1.6</c:v>
                </c:pt>
                <c:pt idx="2174">
                  <c:v>1.6</c:v>
                </c:pt>
                <c:pt idx="2175">
                  <c:v>1.6</c:v>
                </c:pt>
                <c:pt idx="2176">
                  <c:v>1.6</c:v>
                </c:pt>
                <c:pt idx="2177">
                  <c:v>1.6</c:v>
                </c:pt>
                <c:pt idx="2178">
                  <c:v>1.6</c:v>
                </c:pt>
                <c:pt idx="2179">
                  <c:v>1.6</c:v>
                </c:pt>
                <c:pt idx="2180">
                  <c:v>1.6</c:v>
                </c:pt>
                <c:pt idx="2181">
                  <c:v>1.6</c:v>
                </c:pt>
                <c:pt idx="2182">
                  <c:v>1.6</c:v>
                </c:pt>
                <c:pt idx="2183">
                  <c:v>1.6</c:v>
                </c:pt>
                <c:pt idx="2184">
                  <c:v>1.6</c:v>
                </c:pt>
                <c:pt idx="2185">
                  <c:v>1.6</c:v>
                </c:pt>
                <c:pt idx="2186">
                  <c:v>1.6</c:v>
                </c:pt>
                <c:pt idx="2187">
                  <c:v>1.6</c:v>
                </c:pt>
                <c:pt idx="2188">
                  <c:v>1.6</c:v>
                </c:pt>
                <c:pt idx="2189">
                  <c:v>1.6</c:v>
                </c:pt>
                <c:pt idx="2190">
                  <c:v>1.6</c:v>
                </c:pt>
                <c:pt idx="2191">
                  <c:v>1.6</c:v>
                </c:pt>
                <c:pt idx="2192">
                  <c:v>1.6</c:v>
                </c:pt>
                <c:pt idx="2193">
                  <c:v>1.6</c:v>
                </c:pt>
                <c:pt idx="2194">
                  <c:v>1.6</c:v>
                </c:pt>
                <c:pt idx="2195">
                  <c:v>1.6</c:v>
                </c:pt>
                <c:pt idx="2196">
                  <c:v>1.6</c:v>
                </c:pt>
                <c:pt idx="2197">
                  <c:v>1.6</c:v>
                </c:pt>
                <c:pt idx="2198">
                  <c:v>1.6</c:v>
                </c:pt>
                <c:pt idx="2199">
                  <c:v>1.6</c:v>
                </c:pt>
                <c:pt idx="2200">
                  <c:v>1.6</c:v>
                </c:pt>
                <c:pt idx="2201">
                  <c:v>0.8</c:v>
                </c:pt>
                <c:pt idx="2202">
                  <c:v>0.8</c:v>
                </c:pt>
                <c:pt idx="2203">
                  <c:v>0.8</c:v>
                </c:pt>
                <c:pt idx="2204">
                  <c:v>0.8</c:v>
                </c:pt>
                <c:pt idx="2205">
                  <c:v>0.8</c:v>
                </c:pt>
                <c:pt idx="2206">
                  <c:v>0.8</c:v>
                </c:pt>
                <c:pt idx="2207">
                  <c:v>0.8</c:v>
                </c:pt>
                <c:pt idx="2208">
                  <c:v>0.8</c:v>
                </c:pt>
                <c:pt idx="2209">
                  <c:v>0.8</c:v>
                </c:pt>
                <c:pt idx="2210">
                  <c:v>0.8</c:v>
                </c:pt>
                <c:pt idx="2211">
                  <c:v>0.8</c:v>
                </c:pt>
                <c:pt idx="2212">
                  <c:v>0.8</c:v>
                </c:pt>
                <c:pt idx="2213">
                  <c:v>0.8</c:v>
                </c:pt>
                <c:pt idx="2214">
                  <c:v>0.8</c:v>
                </c:pt>
                <c:pt idx="2215">
                  <c:v>0.8</c:v>
                </c:pt>
                <c:pt idx="2216">
                  <c:v>0.8</c:v>
                </c:pt>
                <c:pt idx="2217">
                  <c:v>0.8</c:v>
                </c:pt>
                <c:pt idx="2218">
                  <c:v>0.8</c:v>
                </c:pt>
                <c:pt idx="2219">
                  <c:v>0.8</c:v>
                </c:pt>
                <c:pt idx="2220">
                  <c:v>0.8</c:v>
                </c:pt>
                <c:pt idx="2221">
                  <c:v>0.8</c:v>
                </c:pt>
                <c:pt idx="2222">
                  <c:v>0.8</c:v>
                </c:pt>
                <c:pt idx="2223">
                  <c:v>0.8</c:v>
                </c:pt>
                <c:pt idx="2224">
                  <c:v>0.8</c:v>
                </c:pt>
                <c:pt idx="2225">
                  <c:v>0.8</c:v>
                </c:pt>
                <c:pt idx="2226">
                  <c:v>0.8</c:v>
                </c:pt>
                <c:pt idx="2227">
                  <c:v>0.8</c:v>
                </c:pt>
                <c:pt idx="2228">
                  <c:v>0.8</c:v>
                </c:pt>
                <c:pt idx="2229">
                  <c:v>0.8</c:v>
                </c:pt>
                <c:pt idx="2230">
                  <c:v>0.8</c:v>
                </c:pt>
                <c:pt idx="2231">
                  <c:v>0.3</c:v>
                </c:pt>
                <c:pt idx="2232">
                  <c:v>0.3</c:v>
                </c:pt>
                <c:pt idx="2233">
                  <c:v>0.3</c:v>
                </c:pt>
                <c:pt idx="2234">
                  <c:v>0.3</c:v>
                </c:pt>
                <c:pt idx="2235">
                  <c:v>0.3</c:v>
                </c:pt>
                <c:pt idx="2236">
                  <c:v>0.3</c:v>
                </c:pt>
                <c:pt idx="2237">
                  <c:v>0.3</c:v>
                </c:pt>
                <c:pt idx="2238">
                  <c:v>0.3</c:v>
                </c:pt>
                <c:pt idx="2239">
                  <c:v>0.3</c:v>
                </c:pt>
                <c:pt idx="2240">
                  <c:v>0.3</c:v>
                </c:pt>
                <c:pt idx="2241">
                  <c:v>0.3</c:v>
                </c:pt>
                <c:pt idx="2242">
                  <c:v>0.3</c:v>
                </c:pt>
                <c:pt idx="2243">
                  <c:v>0.3</c:v>
                </c:pt>
                <c:pt idx="2244">
                  <c:v>0.3</c:v>
                </c:pt>
                <c:pt idx="2245">
                  <c:v>0.3</c:v>
                </c:pt>
                <c:pt idx="2246">
                  <c:v>0.3</c:v>
                </c:pt>
                <c:pt idx="2247">
                  <c:v>0.3</c:v>
                </c:pt>
                <c:pt idx="2248">
                  <c:v>0.3</c:v>
                </c:pt>
                <c:pt idx="2249">
                  <c:v>0.4</c:v>
                </c:pt>
                <c:pt idx="2250">
                  <c:v>0.4</c:v>
                </c:pt>
                <c:pt idx="2251">
                  <c:v>0.4</c:v>
                </c:pt>
                <c:pt idx="2252">
                  <c:v>0.4</c:v>
                </c:pt>
                <c:pt idx="2253">
                  <c:v>0.4</c:v>
                </c:pt>
                <c:pt idx="2254">
                  <c:v>0.4</c:v>
                </c:pt>
                <c:pt idx="2255">
                  <c:v>0.4</c:v>
                </c:pt>
                <c:pt idx="2256">
                  <c:v>0.4</c:v>
                </c:pt>
                <c:pt idx="2257">
                  <c:v>0.4</c:v>
                </c:pt>
                <c:pt idx="2258">
                  <c:v>0.4</c:v>
                </c:pt>
                <c:pt idx="2259">
                  <c:v>0.4</c:v>
                </c:pt>
                <c:pt idx="2260">
                  <c:v>0.4</c:v>
                </c:pt>
                <c:pt idx="2261">
                  <c:v>0.4</c:v>
                </c:pt>
                <c:pt idx="2262">
                  <c:v>0.8</c:v>
                </c:pt>
                <c:pt idx="2263">
                  <c:v>0.8</c:v>
                </c:pt>
                <c:pt idx="2264">
                  <c:v>0.8</c:v>
                </c:pt>
                <c:pt idx="2265">
                  <c:v>0.8</c:v>
                </c:pt>
                <c:pt idx="2266">
                  <c:v>0.8</c:v>
                </c:pt>
                <c:pt idx="2267">
                  <c:v>0.8</c:v>
                </c:pt>
                <c:pt idx="2268">
                  <c:v>0.8</c:v>
                </c:pt>
                <c:pt idx="2269">
                  <c:v>0.8</c:v>
                </c:pt>
                <c:pt idx="2270">
                  <c:v>0.8</c:v>
                </c:pt>
                <c:pt idx="2271">
                  <c:v>0.8</c:v>
                </c:pt>
                <c:pt idx="2272">
                  <c:v>0.8</c:v>
                </c:pt>
                <c:pt idx="2273">
                  <c:v>0.8</c:v>
                </c:pt>
                <c:pt idx="2274">
                  <c:v>0.8</c:v>
                </c:pt>
                <c:pt idx="2275">
                  <c:v>0.8</c:v>
                </c:pt>
                <c:pt idx="2276">
                  <c:v>0.8</c:v>
                </c:pt>
                <c:pt idx="2277">
                  <c:v>0.8</c:v>
                </c:pt>
                <c:pt idx="2278">
                  <c:v>0.8</c:v>
                </c:pt>
                <c:pt idx="2279">
                  <c:v>0.8</c:v>
                </c:pt>
                <c:pt idx="2280">
                  <c:v>0.8</c:v>
                </c:pt>
                <c:pt idx="2281">
                  <c:v>0.8</c:v>
                </c:pt>
                <c:pt idx="2282">
                  <c:v>0.8</c:v>
                </c:pt>
                <c:pt idx="2283">
                  <c:v>0.8</c:v>
                </c:pt>
                <c:pt idx="2284">
                  <c:v>0.8</c:v>
                </c:pt>
                <c:pt idx="2285">
                  <c:v>0.8</c:v>
                </c:pt>
                <c:pt idx="2286">
                  <c:v>0.8</c:v>
                </c:pt>
                <c:pt idx="2287">
                  <c:v>0.8</c:v>
                </c:pt>
                <c:pt idx="2288">
                  <c:v>0.8</c:v>
                </c:pt>
                <c:pt idx="2289">
                  <c:v>0.8</c:v>
                </c:pt>
                <c:pt idx="2290">
                  <c:v>0.8</c:v>
                </c:pt>
                <c:pt idx="2291">
                  <c:v>0.8</c:v>
                </c:pt>
                <c:pt idx="2292">
                  <c:v>2.2000000000000002</c:v>
                </c:pt>
                <c:pt idx="2293">
                  <c:v>2.2000000000000002</c:v>
                </c:pt>
                <c:pt idx="2294">
                  <c:v>2.2000000000000002</c:v>
                </c:pt>
                <c:pt idx="2295">
                  <c:v>2.2000000000000002</c:v>
                </c:pt>
                <c:pt idx="2296">
                  <c:v>2.2000000000000002</c:v>
                </c:pt>
                <c:pt idx="2297">
                  <c:v>2.2000000000000002</c:v>
                </c:pt>
                <c:pt idx="2298">
                  <c:v>2.2000000000000002</c:v>
                </c:pt>
                <c:pt idx="2299">
                  <c:v>2.2000000000000002</c:v>
                </c:pt>
                <c:pt idx="2300">
                  <c:v>2.2000000000000002</c:v>
                </c:pt>
                <c:pt idx="2301">
                  <c:v>2.2000000000000002</c:v>
                </c:pt>
                <c:pt idx="2302">
                  <c:v>2.2000000000000002</c:v>
                </c:pt>
                <c:pt idx="2303">
                  <c:v>2.2000000000000002</c:v>
                </c:pt>
                <c:pt idx="2304">
                  <c:v>2.2000000000000002</c:v>
                </c:pt>
                <c:pt idx="2305">
                  <c:v>2.2000000000000002</c:v>
                </c:pt>
                <c:pt idx="2306">
                  <c:v>2.2000000000000002</c:v>
                </c:pt>
                <c:pt idx="2307">
                  <c:v>2.2000000000000002</c:v>
                </c:pt>
                <c:pt idx="2308">
                  <c:v>2.2000000000000002</c:v>
                </c:pt>
                <c:pt idx="2309">
                  <c:v>2.2000000000000002</c:v>
                </c:pt>
                <c:pt idx="2310">
                  <c:v>2.2000000000000002</c:v>
                </c:pt>
                <c:pt idx="2311">
                  <c:v>2.2000000000000002</c:v>
                </c:pt>
                <c:pt idx="2312">
                  <c:v>2.2000000000000002</c:v>
                </c:pt>
                <c:pt idx="2313">
                  <c:v>2.2000000000000002</c:v>
                </c:pt>
                <c:pt idx="2314">
                  <c:v>2.2000000000000002</c:v>
                </c:pt>
                <c:pt idx="2315">
                  <c:v>2.2000000000000002</c:v>
                </c:pt>
                <c:pt idx="2316">
                  <c:v>2.2000000000000002</c:v>
                </c:pt>
                <c:pt idx="2317">
                  <c:v>2.2000000000000002</c:v>
                </c:pt>
                <c:pt idx="2318">
                  <c:v>2.2000000000000002</c:v>
                </c:pt>
                <c:pt idx="2319">
                  <c:v>2.2000000000000002</c:v>
                </c:pt>
                <c:pt idx="2320">
                  <c:v>2.2000000000000002</c:v>
                </c:pt>
                <c:pt idx="2321">
                  <c:v>2.2000000000000002</c:v>
                </c:pt>
                <c:pt idx="2322">
                  <c:v>2.2000000000000002</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2.2000000000000002</c:v>
                </c:pt>
                <c:pt idx="2353">
                  <c:v>2.2000000000000002</c:v>
                </c:pt>
                <c:pt idx="2354">
                  <c:v>2.2000000000000002</c:v>
                </c:pt>
                <c:pt idx="2355">
                  <c:v>2.2000000000000002</c:v>
                </c:pt>
                <c:pt idx="2356">
                  <c:v>2.2000000000000002</c:v>
                </c:pt>
                <c:pt idx="2357">
                  <c:v>2.2000000000000002</c:v>
                </c:pt>
                <c:pt idx="2358">
                  <c:v>2.2000000000000002</c:v>
                </c:pt>
                <c:pt idx="2359">
                  <c:v>2.2000000000000002</c:v>
                </c:pt>
                <c:pt idx="2360">
                  <c:v>2.2000000000000002</c:v>
                </c:pt>
                <c:pt idx="2361">
                  <c:v>2.2000000000000002</c:v>
                </c:pt>
                <c:pt idx="2362">
                  <c:v>2.2000000000000002</c:v>
                </c:pt>
                <c:pt idx="2363">
                  <c:v>2.2000000000000002</c:v>
                </c:pt>
                <c:pt idx="2364">
                  <c:v>2.2000000000000002</c:v>
                </c:pt>
                <c:pt idx="2365">
                  <c:v>2.2000000000000002</c:v>
                </c:pt>
                <c:pt idx="2366">
                  <c:v>2.2000000000000002</c:v>
                </c:pt>
                <c:pt idx="2367">
                  <c:v>2.2000000000000002</c:v>
                </c:pt>
                <c:pt idx="2368">
                  <c:v>2.2000000000000002</c:v>
                </c:pt>
                <c:pt idx="2369">
                  <c:v>2.2000000000000002</c:v>
                </c:pt>
                <c:pt idx="2370">
                  <c:v>2.2000000000000002</c:v>
                </c:pt>
                <c:pt idx="2371">
                  <c:v>2.2000000000000002</c:v>
                </c:pt>
                <c:pt idx="2372">
                  <c:v>2.2000000000000002</c:v>
                </c:pt>
                <c:pt idx="2373">
                  <c:v>2.2000000000000002</c:v>
                </c:pt>
                <c:pt idx="2374">
                  <c:v>2.2000000000000002</c:v>
                </c:pt>
                <c:pt idx="2375">
                  <c:v>2.2000000000000002</c:v>
                </c:pt>
                <c:pt idx="2376">
                  <c:v>2.2000000000000002</c:v>
                </c:pt>
                <c:pt idx="2377">
                  <c:v>2.2000000000000002</c:v>
                </c:pt>
                <c:pt idx="2378">
                  <c:v>2.2000000000000002</c:v>
                </c:pt>
                <c:pt idx="2379">
                  <c:v>2.2000000000000002</c:v>
                </c:pt>
                <c:pt idx="2380">
                  <c:v>2.2000000000000002</c:v>
                </c:pt>
                <c:pt idx="2381">
                  <c:v>2.2000000000000002</c:v>
                </c:pt>
                <c:pt idx="2382">
                  <c:v>2.2000000000000002</c:v>
                </c:pt>
                <c:pt idx="2383">
                  <c:v>2</c:v>
                </c:pt>
                <c:pt idx="2384">
                  <c:v>2</c:v>
                </c:pt>
                <c:pt idx="2385">
                  <c:v>2</c:v>
                </c:pt>
                <c:pt idx="2386">
                  <c:v>2</c:v>
                </c:pt>
                <c:pt idx="2387">
                  <c:v>2</c:v>
                </c:pt>
                <c:pt idx="2388">
                  <c:v>2</c:v>
                </c:pt>
                <c:pt idx="2389">
                  <c:v>2</c:v>
                </c:pt>
                <c:pt idx="2390">
                  <c:v>2</c:v>
                </c:pt>
                <c:pt idx="2391">
                  <c:v>2</c:v>
                </c:pt>
                <c:pt idx="2392">
                  <c:v>2</c:v>
                </c:pt>
                <c:pt idx="2393">
                  <c:v>2</c:v>
                </c:pt>
                <c:pt idx="2394">
                  <c:v>2</c:v>
                </c:pt>
                <c:pt idx="2395">
                  <c:v>2</c:v>
                </c:pt>
                <c:pt idx="2396">
                  <c:v>2</c:v>
                </c:pt>
                <c:pt idx="2397">
                  <c:v>2</c:v>
                </c:pt>
                <c:pt idx="2398">
                  <c:v>2.1</c:v>
                </c:pt>
                <c:pt idx="2399">
                  <c:v>2.1</c:v>
                </c:pt>
                <c:pt idx="2400">
                  <c:v>2.1</c:v>
                </c:pt>
                <c:pt idx="2401">
                  <c:v>2.1</c:v>
                </c:pt>
                <c:pt idx="2402">
                  <c:v>2.1</c:v>
                </c:pt>
                <c:pt idx="2403">
                  <c:v>2.1</c:v>
                </c:pt>
                <c:pt idx="2404">
                  <c:v>2.1</c:v>
                </c:pt>
                <c:pt idx="2405">
                  <c:v>2.1</c:v>
                </c:pt>
                <c:pt idx="2406">
                  <c:v>2.1</c:v>
                </c:pt>
                <c:pt idx="2407">
                  <c:v>2.1</c:v>
                </c:pt>
                <c:pt idx="2408">
                  <c:v>2.1</c:v>
                </c:pt>
                <c:pt idx="2409">
                  <c:v>2.1</c:v>
                </c:pt>
                <c:pt idx="2410">
                  <c:v>2.1</c:v>
                </c:pt>
                <c:pt idx="2411">
                  <c:v>2.1</c:v>
                </c:pt>
                <c:pt idx="2412">
                  <c:v>2.1</c:v>
                </c:pt>
                <c:pt idx="2413">
                  <c:v>2.1</c:v>
                </c:pt>
                <c:pt idx="2414">
                  <c:v>2</c:v>
                </c:pt>
                <c:pt idx="2415">
                  <c:v>2</c:v>
                </c:pt>
                <c:pt idx="2416">
                  <c:v>2</c:v>
                </c:pt>
                <c:pt idx="2417">
                  <c:v>2</c:v>
                </c:pt>
                <c:pt idx="2418">
                  <c:v>2</c:v>
                </c:pt>
                <c:pt idx="2419">
                  <c:v>2</c:v>
                </c:pt>
                <c:pt idx="2420">
                  <c:v>2</c:v>
                </c:pt>
                <c:pt idx="2421">
                  <c:v>2</c:v>
                </c:pt>
                <c:pt idx="2422">
                  <c:v>2</c:v>
                </c:pt>
                <c:pt idx="2423">
                  <c:v>2</c:v>
                </c:pt>
                <c:pt idx="2424">
                  <c:v>2</c:v>
                </c:pt>
                <c:pt idx="2425">
                  <c:v>2</c:v>
                </c:pt>
                <c:pt idx="2426">
                  <c:v>2</c:v>
                </c:pt>
                <c:pt idx="2427">
                  <c:v>2</c:v>
                </c:pt>
                <c:pt idx="2428">
                  <c:v>2</c:v>
                </c:pt>
                <c:pt idx="2429">
                  <c:v>2</c:v>
                </c:pt>
                <c:pt idx="2430">
                  <c:v>2</c:v>
                </c:pt>
                <c:pt idx="2431">
                  <c:v>2</c:v>
                </c:pt>
                <c:pt idx="2432">
                  <c:v>2</c:v>
                </c:pt>
                <c:pt idx="2433">
                  <c:v>2</c:v>
                </c:pt>
                <c:pt idx="2434">
                  <c:v>2</c:v>
                </c:pt>
                <c:pt idx="2435">
                  <c:v>2</c:v>
                </c:pt>
                <c:pt idx="2436">
                  <c:v>2</c:v>
                </c:pt>
                <c:pt idx="2437">
                  <c:v>2</c:v>
                </c:pt>
                <c:pt idx="2438">
                  <c:v>2</c:v>
                </c:pt>
                <c:pt idx="2439">
                  <c:v>2</c:v>
                </c:pt>
                <c:pt idx="2440">
                  <c:v>2</c:v>
                </c:pt>
                <c:pt idx="2441">
                  <c:v>2</c:v>
                </c:pt>
                <c:pt idx="2442">
                  <c:v>2</c:v>
                </c:pt>
                <c:pt idx="2443">
                  <c:v>2</c:v>
                </c:pt>
                <c:pt idx="2444">
                  <c:v>2.1</c:v>
                </c:pt>
                <c:pt idx="2445">
                  <c:v>2.1</c:v>
                </c:pt>
                <c:pt idx="2446">
                  <c:v>2.1</c:v>
                </c:pt>
                <c:pt idx="2447">
                  <c:v>2.1</c:v>
                </c:pt>
                <c:pt idx="2448">
                  <c:v>2.1</c:v>
                </c:pt>
                <c:pt idx="2449">
                  <c:v>2.1</c:v>
                </c:pt>
                <c:pt idx="2450">
                  <c:v>2.1</c:v>
                </c:pt>
                <c:pt idx="2451">
                  <c:v>2.1</c:v>
                </c:pt>
                <c:pt idx="2452">
                  <c:v>2.1</c:v>
                </c:pt>
                <c:pt idx="2453">
                  <c:v>2.1</c:v>
                </c:pt>
                <c:pt idx="2454">
                  <c:v>2.1</c:v>
                </c:pt>
                <c:pt idx="2455">
                  <c:v>2.1</c:v>
                </c:pt>
                <c:pt idx="2456">
                  <c:v>2.1</c:v>
                </c:pt>
                <c:pt idx="2457">
                  <c:v>2.1</c:v>
                </c:pt>
                <c:pt idx="2458">
                  <c:v>2.1</c:v>
                </c:pt>
                <c:pt idx="2459">
                  <c:v>2.1</c:v>
                </c:pt>
                <c:pt idx="2460">
                  <c:v>2.1</c:v>
                </c:pt>
                <c:pt idx="2461">
                  <c:v>2.1</c:v>
                </c:pt>
                <c:pt idx="2462">
                  <c:v>2.1</c:v>
                </c:pt>
                <c:pt idx="2463">
                  <c:v>2.1</c:v>
                </c:pt>
                <c:pt idx="2464">
                  <c:v>2.1</c:v>
                </c:pt>
                <c:pt idx="2465">
                  <c:v>2.1</c:v>
                </c:pt>
                <c:pt idx="2466">
                  <c:v>2.1</c:v>
                </c:pt>
                <c:pt idx="2467">
                  <c:v>2.1</c:v>
                </c:pt>
                <c:pt idx="2468">
                  <c:v>2.1</c:v>
                </c:pt>
                <c:pt idx="2469">
                  <c:v>2.1</c:v>
                </c:pt>
                <c:pt idx="2470">
                  <c:v>2.1</c:v>
                </c:pt>
                <c:pt idx="2471">
                  <c:v>2.1</c:v>
                </c:pt>
                <c:pt idx="2472">
                  <c:v>2.1</c:v>
                </c:pt>
                <c:pt idx="2473">
                  <c:v>2.1</c:v>
                </c:pt>
                <c:pt idx="2474">
                  <c:v>2.1</c:v>
                </c:pt>
                <c:pt idx="2475">
                  <c:v>2.2999999999999998</c:v>
                </c:pt>
                <c:pt idx="2476">
                  <c:v>2.2999999999999998</c:v>
                </c:pt>
                <c:pt idx="2477">
                  <c:v>2.2999999999999998</c:v>
                </c:pt>
                <c:pt idx="2478">
                  <c:v>2.2999999999999998</c:v>
                </c:pt>
                <c:pt idx="2479">
                  <c:v>2.2999999999999998</c:v>
                </c:pt>
                <c:pt idx="2480">
                  <c:v>2.2999999999999998</c:v>
                </c:pt>
                <c:pt idx="2481">
                  <c:v>2.2999999999999998</c:v>
                </c:pt>
                <c:pt idx="2482">
                  <c:v>2.2999999999999998</c:v>
                </c:pt>
                <c:pt idx="2483">
                  <c:v>2.2999999999999998</c:v>
                </c:pt>
                <c:pt idx="2484">
                  <c:v>2.2999999999999998</c:v>
                </c:pt>
                <c:pt idx="2485">
                  <c:v>2.2999999999999998</c:v>
                </c:pt>
                <c:pt idx="2486">
                  <c:v>2.2999999999999998</c:v>
                </c:pt>
                <c:pt idx="2487">
                  <c:v>2.2999999999999998</c:v>
                </c:pt>
                <c:pt idx="2488">
                  <c:v>2.2999999999999998</c:v>
                </c:pt>
                <c:pt idx="2489">
                  <c:v>2.2999999999999998</c:v>
                </c:pt>
                <c:pt idx="2490">
                  <c:v>2.2999999999999998</c:v>
                </c:pt>
                <c:pt idx="2491">
                  <c:v>2.2999999999999998</c:v>
                </c:pt>
                <c:pt idx="2492">
                  <c:v>2.2999999999999998</c:v>
                </c:pt>
                <c:pt idx="2493">
                  <c:v>2.2999999999999998</c:v>
                </c:pt>
                <c:pt idx="2494">
                  <c:v>2.2999999999999998</c:v>
                </c:pt>
                <c:pt idx="2495">
                  <c:v>2.2999999999999998</c:v>
                </c:pt>
                <c:pt idx="2496">
                  <c:v>2.2999999999999998</c:v>
                </c:pt>
                <c:pt idx="2497">
                  <c:v>2.2999999999999998</c:v>
                </c:pt>
                <c:pt idx="2498">
                  <c:v>2.2999999999999998</c:v>
                </c:pt>
                <c:pt idx="2499">
                  <c:v>2.2999999999999998</c:v>
                </c:pt>
                <c:pt idx="2500">
                  <c:v>2.2999999999999998</c:v>
                </c:pt>
                <c:pt idx="2501">
                  <c:v>2.2999999999999998</c:v>
                </c:pt>
                <c:pt idx="2502">
                  <c:v>2.2999999999999998</c:v>
                </c:pt>
                <c:pt idx="2503">
                  <c:v>2.2999999999999998</c:v>
                </c:pt>
                <c:pt idx="2504">
                  <c:v>2.2999999999999998</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2.4</c:v>
                </c:pt>
                <c:pt idx="2537">
                  <c:v>2.4</c:v>
                </c:pt>
                <c:pt idx="2538">
                  <c:v>2.4</c:v>
                </c:pt>
                <c:pt idx="2539">
                  <c:v>2.4</c:v>
                </c:pt>
                <c:pt idx="2540">
                  <c:v>2.4</c:v>
                </c:pt>
                <c:pt idx="2541">
                  <c:v>2.4</c:v>
                </c:pt>
                <c:pt idx="2542">
                  <c:v>2.4</c:v>
                </c:pt>
                <c:pt idx="2543">
                  <c:v>2.4</c:v>
                </c:pt>
                <c:pt idx="2544">
                  <c:v>2.4</c:v>
                </c:pt>
                <c:pt idx="2545">
                  <c:v>2.4</c:v>
                </c:pt>
                <c:pt idx="2546">
                  <c:v>2.4</c:v>
                </c:pt>
                <c:pt idx="2547">
                  <c:v>2.4</c:v>
                </c:pt>
                <c:pt idx="2548">
                  <c:v>2.4</c:v>
                </c:pt>
                <c:pt idx="2549">
                  <c:v>2.4</c:v>
                </c:pt>
                <c:pt idx="2550">
                  <c:v>2.4</c:v>
                </c:pt>
                <c:pt idx="2551">
                  <c:v>2.4</c:v>
                </c:pt>
                <c:pt idx="2552">
                  <c:v>2.4</c:v>
                </c:pt>
                <c:pt idx="2553">
                  <c:v>2.4</c:v>
                </c:pt>
                <c:pt idx="2554">
                  <c:v>2.4</c:v>
                </c:pt>
                <c:pt idx="2555">
                  <c:v>2.4</c:v>
                </c:pt>
                <c:pt idx="2556">
                  <c:v>2.4</c:v>
                </c:pt>
                <c:pt idx="2557">
                  <c:v>2.4</c:v>
                </c:pt>
                <c:pt idx="2558">
                  <c:v>2.4</c:v>
                </c:pt>
                <c:pt idx="2559">
                  <c:v>2.4</c:v>
                </c:pt>
                <c:pt idx="2560">
                  <c:v>2.4</c:v>
                </c:pt>
                <c:pt idx="2561">
                  <c:v>2.4</c:v>
                </c:pt>
                <c:pt idx="2562">
                  <c:v>2.4</c:v>
                </c:pt>
                <c:pt idx="2563">
                  <c:v>2.4</c:v>
                </c:pt>
                <c:pt idx="2564">
                  <c:v>2.4</c:v>
                </c:pt>
                <c:pt idx="2565">
                  <c:v>2.4</c:v>
                </c:pt>
                <c:pt idx="2566">
                  <c:v>2.4</c:v>
                </c:pt>
                <c:pt idx="2567">
                  <c:v>2.2999999999999998</c:v>
                </c:pt>
                <c:pt idx="2568">
                  <c:v>2.2999999999999998</c:v>
                </c:pt>
                <c:pt idx="2569">
                  <c:v>2.2999999999999998</c:v>
                </c:pt>
                <c:pt idx="2570">
                  <c:v>2.2999999999999998</c:v>
                </c:pt>
                <c:pt idx="2571">
                  <c:v>2.2999999999999998</c:v>
                </c:pt>
                <c:pt idx="2572">
                  <c:v>2.2999999999999998</c:v>
                </c:pt>
                <c:pt idx="2573">
                  <c:v>2.2999999999999998</c:v>
                </c:pt>
                <c:pt idx="2574">
                  <c:v>2.2999999999999998</c:v>
                </c:pt>
                <c:pt idx="2575">
                  <c:v>2.2999999999999998</c:v>
                </c:pt>
                <c:pt idx="2576">
                  <c:v>2.2999999999999998</c:v>
                </c:pt>
                <c:pt idx="2577">
                  <c:v>2.2999999999999998</c:v>
                </c:pt>
                <c:pt idx="2578">
                  <c:v>2.2999999999999998</c:v>
                </c:pt>
                <c:pt idx="2579">
                  <c:v>2.2999999999999998</c:v>
                </c:pt>
                <c:pt idx="2580">
                  <c:v>2.2999999999999998</c:v>
                </c:pt>
                <c:pt idx="2581">
                  <c:v>2.2999999999999998</c:v>
                </c:pt>
                <c:pt idx="2582">
                  <c:v>2.2999999999999998</c:v>
                </c:pt>
                <c:pt idx="2583">
                  <c:v>2.2999999999999998</c:v>
                </c:pt>
                <c:pt idx="2584">
                  <c:v>2.2999999999999998</c:v>
                </c:pt>
                <c:pt idx="2585">
                  <c:v>2.2999999999999998</c:v>
                </c:pt>
                <c:pt idx="2586">
                  <c:v>2.2999999999999998</c:v>
                </c:pt>
                <c:pt idx="2587">
                  <c:v>2.2999999999999998</c:v>
                </c:pt>
                <c:pt idx="2588">
                  <c:v>2.2999999999999998</c:v>
                </c:pt>
                <c:pt idx="2589">
                  <c:v>2.2999999999999998</c:v>
                </c:pt>
                <c:pt idx="2590">
                  <c:v>2.2999999999999998</c:v>
                </c:pt>
                <c:pt idx="2591">
                  <c:v>2.2999999999999998</c:v>
                </c:pt>
                <c:pt idx="2592">
                  <c:v>2.2999999999999998</c:v>
                </c:pt>
                <c:pt idx="2593">
                  <c:v>2.2999999999999998</c:v>
                </c:pt>
                <c:pt idx="2594">
                  <c:v>2.2999999999999998</c:v>
                </c:pt>
                <c:pt idx="2595">
                  <c:v>2.2999999999999998</c:v>
                </c:pt>
                <c:pt idx="2596">
                  <c:v>2.2999999999999998</c:v>
                </c:pt>
                <c:pt idx="2597">
                  <c:v>2.1</c:v>
                </c:pt>
                <c:pt idx="2598">
                  <c:v>2.1</c:v>
                </c:pt>
                <c:pt idx="2599">
                  <c:v>2.1</c:v>
                </c:pt>
                <c:pt idx="2600">
                  <c:v>2.1</c:v>
                </c:pt>
                <c:pt idx="2601">
                  <c:v>2.1</c:v>
                </c:pt>
                <c:pt idx="2602">
                  <c:v>2.1</c:v>
                </c:pt>
                <c:pt idx="2603">
                  <c:v>2.1</c:v>
                </c:pt>
                <c:pt idx="2604">
                  <c:v>2.1</c:v>
                </c:pt>
                <c:pt idx="2605">
                  <c:v>2.1</c:v>
                </c:pt>
                <c:pt idx="2606">
                  <c:v>2.1</c:v>
                </c:pt>
                <c:pt idx="2607">
                  <c:v>2.1</c:v>
                </c:pt>
                <c:pt idx="2608">
                  <c:v>2.1</c:v>
                </c:pt>
                <c:pt idx="2609">
                  <c:v>2.1</c:v>
                </c:pt>
                <c:pt idx="2610">
                  <c:v>2.1</c:v>
                </c:pt>
                <c:pt idx="2611">
                  <c:v>2.1</c:v>
                </c:pt>
                <c:pt idx="2612">
                  <c:v>2.1</c:v>
                </c:pt>
                <c:pt idx="2613">
                  <c:v>2.1</c:v>
                </c:pt>
                <c:pt idx="2614">
                  <c:v>2.1</c:v>
                </c:pt>
                <c:pt idx="2615">
                  <c:v>2.1</c:v>
                </c:pt>
                <c:pt idx="2616">
                  <c:v>2.1</c:v>
                </c:pt>
                <c:pt idx="2617">
                  <c:v>2.1</c:v>
                </c:pt>
                <c:pt idx="2618">
                  <c:v>2.1</c:v>
                </c:pt>
                <c:pt idx="2619">
                  <c:v>2.1</c:v>
                </c:pt>
                <c:pt idx="2620">
                  <c:v>2.1</c:v>
                </c:pt>
                <c:pt idx="2621">
                  <c:v>2.1</c:v>
                </c:pt>
                <c:pt idx="2622">
                  <c:v>2.1</c:v>
                </c:pt>
                <c:pt idx="2623">
                  <c:v>2.1</c:v>
                </c:pt>
                <c:pt idx="2624">
                  <c:v>2.1</c:v>
                </c:pt>
                <c:pt idx="2625">
                  <c:v>2.1</c:v>
                </c:pt>
                <c:pt idx="2626">
                  <c:v>2.1</c:v>
                </c:pt>
                <c:pt idx="2627">
                  <c:v>2.1</c:v>
                </c:pt>
                <c:pt idx="2628">
                  <c:v>2.2000000000000002</c:v>
                </c:pt>
                <c:pt idx="2629">
                  <c:v>2.2000000000000002</c:v>
                </c:pt>
                <c:pt idx="2630">
                  <c:v>2.2000000000000002</c:v>
                </c:pt>
                <c:pt idx="2631">
                  <c:v>2.2000000000000002</c:v>
                </c:pt>
                <c:pt idx="2632">
                  <c:v>2.2000000000000002</c:v>
                </c:pt>
                <c:pt idx="2633">
                  <c:v>2.2000000000000002</c:v>
                </c:pt>
                <c:pt idx="2634">
                  <c:v>2.2000000000000002</c:v>
                </c:pt>
                <c:pt idx="2635">
                  <c:v>2.2000000000000002</c:v>
                </c:pt>
                <c:pt idx="2636">
                  <c:v>2.2000000000000002</c:v>
                </c:pt>
                <c:pt idx="2637">
                  <c:v>2.2000000000000002</c:v>
                </c:pt>
                <c:pt idx="2638">
                  <c:v>2.2000000000000002</c:v>
                </c:pt>
                <c:pt idx="2639">
                  <c:v>2.2000000000000002</c:v>
                </c:pt>
                <c:pt idx="2640">
                  <c:v>2.2000000000000002</c:v>
                </c:pt>
                <c:pt idx="2641">
                  <c:v>2.2000000000000002</c:v>
                </c:pt>
                <c:pt idx="2642">
                  <c:v>2.2000000000000002</c:v>
                </c:pt>
                <c:pt idx="2643">
                  <c:v>2.2000000000000002</c:v>
                </c:pt>
                <c:pt idx="2644">
                  <c:v>2.2000000000000002</c:v>
                </c:pt>
                <c:pt idx="2645">
                  <c:v>2.2000000000000002</c:v>
                </c:pt>
                <c:pt idx="2646">
                  <c:v>2.2000000000000002</c:v>
                </c:pt>
                <c:pt idx="2647">
                  <c:v>2.2000000000000002</c:v>
                </c:pt>
                <c:pt idx="2648">
                  <c:v>2.2000000000000002</c:v>
                </c:pt>
                <c:pt idx="2649">
                  <c:v>2.2000000000000002</c:v>
                </c:pt>
                <c:pt idx="2650">
                  <c:v>2.2000000000000002</c:v>
                </c:pt>
                <c:pt idx="2651">
                  <c:v>2.2000000000000002</c:v>
                </c:pt>
                <c:pt idx="2652">
                  <c:v>2.2000000000000002</c:v>
                </c:pt>
                <c:pt idx="2653">
                  <c:v>2.2000000000000002</c:v>
                </c:pt>
                <c:pt idx="2654">
                  <c:v>2.2000000000000002</c:v>
                </c:pt>
                <c:pt idx="2655">
                  <c:v>2.2000000000000002</c:v>
                </c:pt>
                <c:pt idx="2656">
                  <c:v>2.2000000000000002</c:v>
                </c:pt>
                <c:pt idx="2657">
                  <c:v>2.2000000000000002</c:v>
                </c:pt>
                <c:pt idx="2658">
                  <c:v>2.2000000000000002</c:v>
                </c:pt>
                <c:pt idx="2659">
                  <c:v>2.2000000000000002</c:v>
                </c:pt>
                <c:pt idx="2660">
                  <c:v>2.2000000000000002</c:v>
                </c:pt>
                <c:pt idx="2661">
                  <c:v>2.2000000000000002</c:v>
                </c:pt>
                <c:pt idx="2662">
                  <c:v>2.2000000000000002</c:v>
                </c:pt>
                <c:pt idx="2663">
                  <c:v>2.2000000000000002</c:v>
                </c:pt>
                <c:pt idx="2664">
                  <c:v>2.2999999999999998</c:v>
                </c:pt>
                <c:pt idx="2665">
                  <c:v>2.2999999999999998</c:v>
                </c:pt>
                <c:pt idx="2666">
                  <c:v>2.2999999999999998</c:v>
                </c:pt>
                <c:pt idx="2667">
                  <c:v>2.2999999999999998</c:v>
                </c:pt>
                <c:pt idx="2668">
                  <c:v>2.2999999999999998</c:v>
                </c:pt>
                <c:pt idx="2669">
                  <c:v>2.2999999999999998</c:v>
                </c:pt>
                <c:pt idx="2670">
                  <c:v>2.2999999999999998</c:v>
                </c:pt>
                <c:pt idx="2671">
                  <c:v>2.2999999999999998</c:v>
                </c:pt>
                <c:pt idx="2672">
                  <c:v>2.2999999999999998</c:v>
                </c:pt>
                <c:pt idx="2673">
                  <c:v>2.2999999999999998</c:v>
                </c:pt>
                <c:pt idx="2674">
                  <c:v>2.2999999999999998</c:v>
                </c:pt>
                <c:pt idx="2675">
                  <c:v>2.2999999999999998</c:v>
                </c:pt>
                <c:pt idx="2676">
                  <c:v>2.2999999999999998</c:v>
                </c:pt>
                <c:pt idx="2677">
                  <c:v>2.2999999999999998</c:v>
                </c:pt>
                <c:pt idx="2678">
                  <c:v>2.2999999999999998</c:v>
                </c:pt>
                <c:pt idx="2679">
                  <c:v>2.2999999999999998</c:v>
                </c:pt>
                <c:pt idx="2680">
                  <c:v>2.2999999999999998</c:v>
                </c:pt>
                <c:pt idx="2681">
                  <c:v>2.2999999999999998</c:v>
                </c:pt>
                <c:pt idx="2682">
                  <c:v>2.2999999999999998</c:v>
                </c:pt>
                <c:pt idx="2683">
                  <c:v>2.2999999999999998</c:v>
                </c:pt>
                <c:pt idx="2684">
                  <c:v>2.2999999999999998</c:v>
                </c:pt>
                <c:pt idx="2685">
                  <c:v>2.2999999999999998</c:v>
                </c:pt>
                <c:pt idx="2686">
                  <c:v>2.2999999999999998</c:v>
                </c:pt>
                <c:pt idx="2687">
                  <c:v>2.2999999999999998</c:v>
                </c:pt>
                <c:pt idx="2688">
                  <c:v>2.2999999999999998</c:v>
                </c:pt>
                <c:pt idx="2689">
                  <c:v>2.4</c:v>
                </c:pt>
                <c:pt idx="2690">
                  <c:v>2.4</c:v>
                </c:pt>
                <c:pt idx="2691">
                  <c:v>2.4</c:v>
                </c:pt>
                <c:pt idx="2692">
                  <c:v>2.4</c:v>
                </c:pt>
                <c:pt idx="2693">
                  <c:v>2.4</c:v>
                </c:pt>
                <c:pt idx="2694">
                  <c:v>2.4</c:v>
                </c:pt>
                <c:pt idx="2695">
                  <c:v>2.4</c:v>
                </c:pt>
                <c:pt idx="2696">
                  <c:v>2.4</c:v>
                </c:pt>
                <c:pt idx="2697">
                  <c:v>2.4</c:v>
                </c:pt>
                <c:pt idx="2698">
                  <c:v>2.4</c:v>
                </c:pt>
                <c:pt idx="2699">
                  <c:v>2.4</c:v>
                </c:pt>
                <c:pt idx="2700">
                  <c:v>2.4</c:v>
                </c:pt>
                <c:pt idx="2701">
                  <c:v>2.4</c:v>
                </c:pt>
                <c:pt idx="2702">
                  <c:v>2.4</c:v>
                </c:pt>
                <c:pt idx="2703">
                  <c:v>2.4</c:v>
                </c:pt>
                <c:pt idx="2704">
                  <c:v>2.4</c:v>
                </c:pt>
                <c:pt idx="2705">
                  <c:v>2.4</c:v>
                </c:pt>
                <c:pt idx="2706">
                  <c:v>2.4</c:v>
                </c:pt>
                <c:pt idx="2707">
                  <c:v>2.4</c:v>
                </c:pt>
                <c:pt idx="2708">
                  <c:v>2.4</c:v>
                </c:pt>
                <c:pt idx="2709">
                  <c:v>2.4</c:v>
                </c:pt>
                <c:pt idx="2710">
                  <c:v>2.4</c:v>
                </c:pt>
                <c:pt idx="2711">
                  <c:v>2.4</c:v>
                </c:pt>
                <c:pt idx="2712">
                  <c:v>2.4</c:v>
                </c:pt>
                <c:pt idx="2713">
                  <c:v>2.4</c:v>
                </c:pt>
                <c:pt idx="2714">
                  <c:v>2.4</c:v>
                </c:pt>
                <c:pt idx="2715">
                  <c:v>2.4</c:v>
                </c:pt>
                <c:pt idx="2716">
                  <c:v>2.4</c:v>
                </c:pt>
                <c:pt idx="2717">
                  <c:v>2.8</c:v>
                </c:pt>
                <c:pt idx="2718">
                  <c:v>2.8</c:v>
                </c:pt>
                <c:pt idx="2719">
                  <c:v>2.8</c:v>
                </c:pt>
                <c:pt idx="2720">
                  <c:v>2.8</c:v>
                </c:pt>
                <c:pt idx="2721">
                  <c:v>2.8</c:v>
                </c:pt>
                <c:pt idx="2722">
                  <c:v>2.8</c:v>
                </c:pt>
                <c:pt idx="2723">
                  <c:v>2.8</c:v>
                </c:pt>
                <c:pt idx="2724">
                  <c:v>2.8</c:v>
                </c:pt>
                <c:pt idx="2725">
                  <c:v>2.8</c:v>
                </c:pt>
                <c:pt idx="2726">
                  <c:v>2.8</c:v>
                </c:pt>
                <c:pt idx="2727">
                  <c:v>2.8</c:v>
                </c:pt>
                <c:pt idx="2728">
                  <c:v>2.8</c:v>
                </c:pt>
                <c:pt idx="2729">
                  <c:v>2.8</c:v>
                </c:pt>
                <c:pt idx="2730">
                  <c:v>2.8</c:v>
                </c:pt>
                <c:pt idx="2731">
                  <c:v>2.8</c:v>
                </c:pt>
                <c:pt idx="2732">
                  <c:v>2.8</c:v>
                </c:pt>
                <c:pt idx="2733">
                  <c:v>2.8</c:v>
                </c:pt>
                <c:pt idx="2734">
                  <c:v>2.8</c:v>
                </c:pt>
                <c:pt idx="2735">
                  <c:v>2.8</c:v>
                </c:pt>
                <c:pt idx="2736">
                  <c:v>2.8</c:v>
                </c:pt>
                <c:pt idx="2737">
                  <c:v>2.8</c:v>
                </c:pt>
                <c:pt idx="2738">
                  <c:v>2.8</c:v>
                </c:pt>
                <c:pt idx="2739">
                  <c:v>2.8</c:v>
                </c:pt>
                <c:pt idx="2740">
                  <c:v>2.8</c:v>
                </c:pt>
                <c:pt idx="2741">
                  <c:v>2.8</c:v>
                </c:pt>
                <c:pt idx="2742">
                  <c:v>2.8</c:v>
                </c:pt>
                <c:pt idx="2743">
                  <c:v>2.8</c:v>
                </c:pt>
                <c:pt idx="2744">
                  <c:v>2.8</c:v>
                </c:pt>
                <c:pt idx="2745">
                  <c:v>2.8</c:v>
                </c:pt>
                <c:pt idx="2746">
                  <c:v>2.8</c:v>
                </c:pt>
                <c:pt idx="2747">
                  <c:v>2.8</c:v>
                </c:pt>
                <c:pt idx="2748">
                  <c:v>2.9</c:v>
                </c:pt>
                <c:pt idx="2749">
                  <c:v>2.9</c:v>
                </c:pt>
                <c:pt idx="2750">
                  <c:v>2.9</c:v>
                </c:pt>
                <c:pt idx="2751">
                  <c:v>2.9</c:v>
                </c:pt>
                <c:pt idx="2752">
                  <c:v>2.9</c:v>
                </c:pt>
                <c:pt idx="2753">
                  <c:v>2.9</c:v>
                </c:pt>
                <c:pt idx="2754">
                  <c:v>2.9</c:v>
                </c:pt>
                <c:pt idx="2755">
                  <c:v>2.9</c:v>
                </c:pt>
                <c:pt idx="2756">
                  <c:v>2.9</c:v>
                </c:pt>
                <c:pt idx="2757">
                  <c:v>2.9</c:v>
                </c:pt>
                <c:pt idx="2758">
                  <c:v>2.9</c:v>
                </c:pt>
                <c:pt idx="2759">
                  <c:v>2.9</c:v>
                </c:pt>
                <c:pt idx="2760">
                  <c:v>2.9</c:v>
                </c:pt>
                <c:pt idx="2761">
                  <c:v>2.9</c:v>
                </c:pt>
                <c:pt idx="2762">
                  <c:v>2.9</c:v>
                </c:pt>
                <c:pt idx="2763">
                  <c:v>2.9</c:v>
                </c:pt>
                <c:pt idx="2764">
                  <c:v>2.9</c:v>
                </c:pt>
                <c:pt idx="2765">
                  <c:v>2.9</c:v>
                </c:pt>
                <c:pt idx="2766">
                  <c:v>2.9</c:v>
                </c:pt>
                <c:pt idx="2767">
                  <c:v>2.9</c:v>
                </c:pt>
                <c:pt idx="2768">
                  <c:v>2.9</c:v>
                </c:pt>
                <c:pt idx="2769">
                  <c:v>2.9</c:v>
                </c:pt>
                <c:pt idx="2770">
                  <c:v>2.9</c:v>
                </c:pt>
                <c:pt idx="2771">
                  <c:v>2.9</c:v>
                </c:pt>
                <c:pt idx="2772">
                  <c:v>2.9</c:v>
                </c:pt>
                <c:pt idx="2773">
                  <c:v>2.9</c:v>
                </c:pt>
                <c:pt idx="2774">
                  <c:v>2.9</c:v>
                </c:pt>
                <c:pt idx="2775">
                  <c:v>2.9</c:v>
                </c:pt>
                <c:pt idx="2776">
                  <c:v>2.9</c:v>
                </c:pt>
                <c:pt idx="2777">
                  <c:v>2.9</c:v>
                </c:pt>
                <c:pt idx="2778">
                  <c:v>2.9</c:v>
                </c:pt>
                <c:pt idx="2779">
                  <c:v>2.9</c:v>
                </c:pt>
                <c:pt idx="2780">
                  <c:v>2.9</c:v>
                </c:pt>
                <c:pt idx="2781">
                  <c:v>2.9</c:v>
                </c:pt>
                <c:pt idx="2782">
                  <c:v>2.9</c:v>
                </c:pt>
                <c:pt idx="2783">
                  <c:v>2.9</c:v>
                </c:pt>
                <c:pt idx="2784">
                  <c:v>2.9</c:v>
                </c:pt>
                <c:pt idx="2785">
                  <c:v>2.9</c:v>
                </c:pt>
                <c:pt idx="2786">
                  <c:v>2.9</c:v>
                </c:pt>
                <c:pt idx="2787">
                  <c:v>2.9</c:v>
                </c:pt>
                <c:pt idx="2788">
                  <c:v>2.9</c:v>
                </c:pt>
                <c:pt idx="2789">
                  <c:v>2.9</c:v>
                </c:pt>
                <c:pt idx="2790">
                  <c:v>2.9</c:v>
                </c:pt>
                <c:pt idx="2791">
                  <c:v>2.9</c:v>
                </c:pt>
                <c:pt idx="2792">
                  <c:v>2.9</c:v>
                </c:pt>
                <c:pt idx="2793">
                  <c:v>2.9</c:v>
                </c:pt>
                <c:pt idx="2794">
                  <c:v>2.9</c:v>
                </c:pt>
                <c:pt idx="2795">
                  <c:v>2.9</c:v>
                </c:pt>
                <c:pt idx="2796">
                  <c:v>2.9</c:v>
                </c:pt>
                <c:pt idx="2797">
                  <c:v>2.9</c:v>
                </c:pt>
                <c:pt idx="2798">
                  <c:v>2.9</c:v>
                </c:pt>
                <c:pt idx="2799">
                  <c:v>2.9</c:v>
                </c:pt>
                <c:pt idx="2800">
                  <c:v>2.9</c:v>
                </c:pt>
                <c:pt idx="2801">
                  <c:v>2.9</c:v>
                </c:pt>
                <c:pt idx="2802">
                  <c:v>2.9</c:v>
                </c:pt>
                <c:pt idx="2803">
                  <c:v>2.9</c:v>
                </c:pt>
                <c:pt idx="2804">
                  <c:v>2.9</c:v>
                </c:pt>
                <c:pt idx="2805">
                  <c:v>2.9</c:v>
                </c:pt>
                <c:pt idx="2806">
                  <c:v>2.9</c:v>
                </c:pt>
                <c:pt idx="2807">
                  <c:v>2.9</c:v>
                </c:pt>
                <c:pt idx="2808">
                  <c:v>2.9</c:v>
                </c:pt>
                <c:pt idx="2809">
                  <c:v>2.8</c:v>
                </c:pt>
                <c:pt idx="2810">
                  <c:v>2.8</c:v>
                </c:pt>
                <c:pt idx="2811">
                  <c:v>2.8</c:v>
                </c:pt>
                <c:pt idx="2812">
                  <c:v>2.8</c:v>
                </c:pt>
                <c:pt idx="2813">
                  <c:v>2.8</c:v>
                </c:pt>
                <c:pt idx="2814">
                  <c:v>2.8</c:v>
                </c:pt>
                <c:pt idx="2815">
                  <c:v>2.8</c:v>
                </c:pt>
                <c:pt idx="2816">
                  <c:v>2.8</c:v>
                </c:pt>
                <c:pt idx="2817">
                  <c:v>2.8</c:v>
                </c:pt>
                <c:pt idx="2818">
                  <c:v>2.8</c:v>
                </c:pt>
                <c:pt idx="2819">
                  <c:v>2.8</c:v>
                </c:pt>
                <c:pt idx="2820">
                  <c:v>2.8</c:v>
                </c:pt>
                <c:pt idx="2821">
                  <c:v>2.8</c:v>
                </c:pt>
                <c:pt idx="2822">
                  <c:v>2.8</c:v>
                </c:pt>
                <c:pt idx="2823">
                  <c:v>2.8</c:v>
                </c:pt>
                <c:pt idx="2824">
                  <c:v>2.8</c:v>
                </c:pt>
                <c:pt idx="2825">
                  <c:v>2.8</c:v>
                </c:pt>
                <c:pt idx="2826">
                  <c:v>2.8</c:v>
                </c:pt>
                <c:pt idx="2827">
                  <c:v>2.8</c:v>
                </c:pt>
                <c:pt idx="2828">
                  <c:v>2.8</c:v>
                </c:pt>
                <c:pt idx="2829">
                  <c:v>2.8</c:v>
                </c:pt>
                <c:pt idx="2830">
                  <c:v>2.8</c:v>
                </c:pt>
                <c:pt idx="2831">
                  <c:v>2.8</c:v>
                </c:pt>
                <c:pt idx="2832">
                  <c:v>2.8</c:v>
                </c:pt>
                <c:pt idx="2833">
                  <c:v>2.8</c:v>
                </c:pt>
                <c:pt idx="2834">
                  <c:v>2.8</c:v>
                </c:pt>
                <c:pt idx="2835">
                  <c:v>2.8</c:v>
                </c:pt>
                <c:pt idx="2836">
                  <c:v>2.8</c:v>
                </c:pt>
                <c:pt idx="2837">
                  <c:v>2.8</c:v>
                </c:pt>
                <c:pt idx="2838">
                  <c:v>2.8</c:v>
                </c:pt>
                <c:pt idx="2839">
                  <c:v>2.8</c:v>
                </c:pt>
                <c:pt idx="2840">
                  <c:v>2.8</c:v>
                </c:pt>
                <c:pt idx="2841">
                  <c:v>2.8</c:v>
                </c:pt>
                <c:pt idx="2842">
                  <c:v>2.8</c:v>
                </c:pt>
                <c:pt idx="2843">
                  <c:v>2.8</c:v>
                </c:pt>
                <c:pt idx="2844">
                  <c:v>2.8</c:v>
                </c:pt>
                <c:pt idx="2845">
                  <c:v>2.8</c:v>
                </c:pt>
                <c:pt idx="2846">
                  <c:v>2.8</c:v>
                </c:pt>
                <c:pt idx="2847">
                  <c:v>2.8</c:v>
                </c:pt>
                <c:pt idx="2848">
                  <c:v>2.8</c:v>
                </c:pt>
                <c:pt idx="2849">
                  <c:v>2.8</c:v>
                </c:pt>
                <c:pt idx="2850">
                  <c:v>2.8</c:v>
                </c:pt>
                <c:pt idx="2851">
                  <c:v>2.8</c:v>
                </c:pt>
                <c:pt idx="2852">
                  <c:v>2.8</c:v>
                </c:pt>
                <c:pt idx="2853">
                  <c:v>2.8</c:v>
                </c:pt>
                <c:pt idx="2854">
                  <c:v>2.8</c:v>
                </c:pt>
                <c:pt idx="2855">
                  <c:v>2.8</c:v>
                </c:pt>
                <c:pt idx="2856">
                  <c:v>2.8</c:v>
                </c:pt>
                <c:pt idx="2857">
                  <c:v>2.8</c:v>
                </c:pt>
                <c:pt idx="2858">
                  <c:v>2.8</c:v>
                </c:pt>
                <c:pt idx="2859">
                  <c:v>2.8</c:v>
                </c:pt>
                <c:pt idx="2860">
                  <c:v>2.8</c:v>
                </c:pt>
                <c:pt idx="2861">
                  <c:v>2.8</c:v>
                </c:pt>
                <c:pt idx="2862">
                  <c:v>2.8</c:v>
                </c:pt>
                <c:pt idx="2863">
                  <c:v>2.8</c:v>
                </c:pt>
                <c:pt idx="2864">
                  <c:v>2.8</c:v>
                </c:pt>
                <c:pt idx="2865">
                  <c:v>2.8</c:v>
                </c:pt>
                <c:pt idx="2866">
                  <c:v>2.8</c:v>
                </c:pt>
                <c:pt idx="2867">
                  <c:v>2.8</c:v>
                </c:pt>
                <c:pt idx="2868">
                  <c:v>2.8</c:v>
                </c:pt>
                <c:pt idx="2869">
                  <c:v>2.8</c:v>
                </c:pt>
                <c:pt idx="2870">
                  <c:v>2.7</c:v>
                </c:pt>
                <c:pt idx="2871">
                  <c:v>2.7</c:v>
                </c:pt>
                <c:pt idx="2872">
                  <c:v>2.7</c:v>
                </c:pt>
                <c:pt idx="2873">
                  <c:v>2.7</c:v>
                </c:pt>
                <c:pt idx="2874">
                  <c:v>2.7</c:v>
                </c:pt>
                <c:pt idx="2875">
                  <c:v>2.7</c:v>
                </c:pt>
                <c:pt idx="2876">
                  <c:v>2.7</c:v>
                </c:pt>
                <c:pt idx="2877">
                  <c:v>2.7</c:v>
                </c:pt>
                <c:pt idx="2878">
                  <c:v>2.7</c:v>
                </c:pt>
                <c:pt idx="2879">
                  <c:v>2.7</c:v>
                </c:pt>
                <c:pt idx="2880">
                  <c:v>2.7</c:v>
                </c:pt>
                <c:pt idx="2881">
                  <c:v>2.7</c:v>
                </c:pt>
                <c:pt idx="2882">
                  <c:v>2.7</c:v>
                </c:pt>
                <c:pt idx="2883">
                  <c:v>2.7</c:v>
                </c:pt>
                <c:pt idx="2884">
                  <c:v>2.7</c:v>
                </c:pt>
                <c:pt idx="2885">
                  <c:v>2.7</c:v>
                </c:pt>
                <c:pt idx="2886">
                  <c:v>2.7</c:v>
                </c:pt>
                <c:pt idx="2887">
                  <c:v>2.7</c:v>
                </c:pt>
                <c:pt idx="2888">
                  <c:v>2.7</c:v>
                </c:pt>
                <c:pt idx="2889">
                  <c:v>2.7</c:v>
                </c:pt>
                <c:pt idx="2890">
                  <c:v>2.7</c:v>
                </c:pt>
                <c:pt idx="2891">
                  <c:v>2.7</c:v>
                </c:pt>
                <c:pt idx="2892">
                  <c:v>2.7</c:v>
                </c:pt>
                <c:pt idx="2893">
                  <c:v>2.7</c:v>
                </c:pt>
                <c:pt idx="2894">
                  <c:v>2.7</c:v>
                </c:pt>
                <c:pt idx="2895">
                  <c:v>2.7</c:v>
                </c:pt>
                <c:pt idx="2896">
                  <c:v>2.7</c:v>
                </c:pt>
                <c:pt idx="2897">
                  <c:v>2.7</c:v>
                </c:pt>
                <c:pt idx="2898">
                  <c:v>2.7</c:v>
                </c:pt>
                <c:pt idx="2899">
                  <c:v>2.7</c:v>
                </c:pt>
                <c:pt idx="2900">
                  <c:v>2.7</c:v>
                </c:pt>
                <c:pt idx="2901">
                  <c:v>3</c:v>
                </c:pt>
                <c:pt idx="2902">
                  <c:v>3</c:v>
                </c:pt>
                <c:pt idx="2903">
                  <c:v>3</c:v>
                </c:pt>
                <c:pt idx="2904">
                  <c:v>3</c:v>
                </c:pt>
                <c:pt idx="2905">
                  <c:v>3</c:v>
                </c:pt>
                <c:pt idx="2906">
                  <c:v>3</c:v>
                </c:pt>
                <c:pt idx="2907">
                  <c:v>3</c:v>
                </c:pt>
                <c:pt idx="2908">
                  <c:v>3</c:v>
                </c:pt>
                <c:pt idx="2909">
                  <c:v>3</c:v>
                </c:pt>
                <c:pt idx="2910">
                  <c:v>3</c:v>
                </c:pt>
                <c:pt idx="2911">
                  <c:v>3</c:v>
                </c:pt>
                <c:pt idx="2912">
                  <c:v>3</c:v>
                </c:pt>
                <c:pt idx="2913">
                  <c:v>3</c:v>
                </c:pt>
                <c:pt idx="2914">
                  <c:v>3</c:v>
                </c:pt>
                <c:pt idx="2915">
                  <c:v>3</c:v>
                </c:pt>
                <c:pt idx="2916">
                  <c:v>3</c:v>
                </c:pt>
                <c:pt idx="2917">
                  <c:v>3</c:v>
                </c:pt>
                <c:pt idx="2918">
                  <c:v>3</c:v>
                </c:pt>
                <c:pt idx="2919">
                  <c:v>3</c:v>
                </c:pt>
                <c:pt idx="2920">
                  <c:v>3</c:v>
                </c:pt>
                <c:pt idx="2921">
                  <c:v>3</c:v>
                </c:pt>
                <c:pt idx="2922">
                  <c:v>3</c:v>
                </c:pt>
                <c:pt idx="2923">
                  <c:v>3</c:v>
                </c:pt>
                <c:pt idx="2924">
                  <c:v>3</c:v>
                </c:pt>
                <c:pt idx="2925">
                  <c:v>3</c:v>
                </c:pt>
                <c:pt idx="2926">
                  <c:v>3</c:v>
                </c:pt>
                <c:pt idx="2927">
                  <c:v>3</c:v>
                </c:pt>
                <c:pt idx="2928">
                  <c:v>3</c:v>
                </c:pt>
                <c:pt idx="2929">
                  <c:v>3</c:v>
                </c:pt>
                <c:pt idx="2930">
                  <c:v>3</c:v>
                </c:pt>
                <c:pt idx="2931">
                  <c:v>3</c:v>
                </c:pt>
                <c:pt idx="2932">
                  <c:v>2.9</c:v>
                </c:pt>
                <c:pt idx="2933">
                  <c:v>2.9</c:v>
                </c:pt>
                <c:pt idx="2934">
                  <c:v>2.9</c:v>
                </c:pt>
                <c:pt idx="2935">
                  <c:v>2.9</c:v>
                </c:pt>
                <c:pt idx="2936">
                  <c:v>2.9</c:v>
                </c:pt>
                <c:pt idx="2937">
                  <c:v>2.9</c:v>
                </c:pt>
                <c:pt idx="2938">
                  <c:v>2.9</c:v>
                </c:pt>
                <c:pt idx="2939">
                  <c:v>2.9</c:v>
                </c:pt>
                <c:pt idx="2940">
                  <c:v>2.9</c:v>
                </c:pt>
                <c:pt idx="2941">
                  <c:v>2.9</c:v>
                </c:pt>
                <c:pt idx="2942">
                  <c:v>2.9</c:v>
                </c:pt>
                <c:pt idx="2943">
                  <c:v>2.9</c:v>
                </c:pt>
                <c:pt idx="2944">
                  <c:v>2.9</c:v>
                </c:pt>
                <c:pt idx="2945">
                  <c:v>2.9</c:v>
                </c:pt>
                <c:pt idx="2946">
                  <c:v>2.9</c:v>
                </c:pt>
                <c:pt idx="2947">
                  <c:v>2.9</c:v>
                </c:pt>
                <c:pt idx="2948">
                  <c:v>2.9</c:v>
                </c:pt>
                <c:pt idx="2949">
                  <c:v>2.9</c:v>
                </c:pt>
                <c:pt idx="2950">
                  <c:v>2.9</c:v>
                </c:pt>
                <c:pt idx="2951">
                  <c:v>2.9</c:v>
                </c:pt>
                <c:pt idx="2952">
                  <c:v>2.9</c:v>
                </c:pt>
                <c:pt idx="2953">
                  <c:v>2.9</c:v>
                </c:pt>
                <c:pt idx="2954">
                  <c:v>2.9</c:v>
                </c:pt>
                <c:pt idx="2955">
                  <c:v>2.9</c:v>
                </c:pt>
                <c:pt idx="2956">
                  <c:v>2.9</c:v>
                </c:pt>
                <c:pt idx="2957">
                  <c:v>2.9</c:v>
                </c:pt>
                <c:pt idx="2958">
                  <c:v>2.9</c:v>
                </c:pt>
                <c:pt idx="2959">
                  <c:v>2.9</c:v>
                </c:pt>
                <c:pt idx="2960">
                  <c:v>2.9</c:v>
                </c:pt>
                <c:pt idx="2961">
                  <c:v>2.9</c:v>
                </c:pt>
                <c:pt idx="2962">
                  <c:v>3</c:v>
                </c:pt>
                <c:pt idx="2963">
                  <c:v>3</c:v>
                </c:pt>
                <c:pt idx="2964">
                  <c:v>3</c:v>
                </c:pt>
                <c:pt idx="2965">
                  <c:v>3</c:v>
                </c:pt>
                <c:pt idx="2966">
                  <c:v>3</c:v>
                </c:pt>
                <c:pt idx="2967">
                  <c:v>3</c:v>
                </c:pt>
                <c:pt idx="2968">
                  <c:v>3</c:v>
                </c:pt>
                <c:pt idx="2969">
                  <c:v>3</c:v>
                </c:pt>
                <c:pt idx="2970">
                  <c:v>3</c:v>
                </c:pt>
                <c:pt idx="2971">
                  <c:v>3</c:v>
                </c:pt>
                <c:pt idx="2972">
                  <c:v>3</c:v>
                </c:pt>
                <c:pt idx="2973">
                  <c:v>3</c:v>
                </c:pt>
                <c:pt idx="2974">
                  <c:v>3</c:v>
                </c:pt>
                <c:pt idx="2975">
                  <c:v>3</c:v>
                </c:pt>
                <c:pt idx="2976">
                  <c:v>3</c:v>
                </c:pt>
                <c:pt idx="2977">
                  <c:v>3</c:v>
                </c:pt>
                <c:pt idx="2978">
                  <c:v>3</c:v>
                </c:pt>
                <c:pt idx="2979">
                  <c:v>3</c:v>
                </c:pt>
                <c:pt idx="2980">
                  <c:v>3</c:v>
                </c:pt>
                <c:pt idx="2981">
                  <c:v>3</c:v>
                </c:pt>
                <c:pt idx="2982">
                  <c:v>3</c:v>
                </c:pt>
                <c:pt idx="2983">
                  <c:v>3</c:v>
                </c:pt>
                <c:pt idx="2984">
                  <c:v>3</c:v>
                </c:pt>
                <c:pt idx="2985">
                  <c:v>3</c:v>
                </c:pt>
                <c:pt idx="2986">
                  <c:v>3</c:v>
                </c:pt>
                <c:pt idx="2987">
                  <c:v>3</c:v>
                </c:pt>
                <c:pt idx="2988">
                  <c:v>3</c:v>
                </c:pt>
                <c:pt idx="2989">
                  <c:v>3</c:v>
                </c:pt>
                <c:pt idx="2990">
                  <c:v>3</c:v>
                </c:pt>
                <c:pt idx="2991">
                  <c:v>3</c:v>
                </c:pt>
                <c:pt idx="2992">
                  <c:v>3</c:v>
                </c:pt>
                <c:pt idx="2993">
                  <c:v>2.8</c:v>
                </c:pt>
                <c:pt idx="2994">
                  <c:v>2.8</c:v>
                </c:pt>
                <c:pt idx="2995">
                  <c:v>2.8</c:v>
                </c:pt>
                <c:pt idx="2996">
                  <c:v>2.8</c:v>
                </c:pt>
                <c:pt idx="2997">
                  <c:v>2.8</c:v>
                </c:pt>
                <c:pt idx="2998">
                  <c:v>2.8</c:v>
                </c:pt>
                <c:pt idx="2999">
                  <c:v>2.8</c:v>
                </c:pt>
                <c:pt idx="3000">
                  <c:v>2.8</c:v>
                </c:pt>
                <c:pt idx="3001">
                  <c:v>2.8</c:v>
                </c:pt>
                <c:pt idx="3002">
                  <c:v>2.8</c:v>
                </c:pt>
                <c:pt idx="3003">
                  <c:v>2.8</c:v>
                </c:pt>
                <c:pt idx="3004">
                  <c:v>2.8</c:v>
                </c:pt>
                <c:pt idx="3005">
                  <c:v>2.8</c:v>
                </c:pt>
                <c:pt idx="3006">
                  <c:v>2.8</c:v>
                </c:pt>
                <c:pt idx="3007">
                  <c:v>2.8</c:v>
                </c:pt>
                <c:pt idx="3008">
                  <c:v>2.8</c:v>
                </c:pt>
                <c:pt idx="3009">
                  <c:v>2.8</c:v>
                </c:pt>
                <c:pt idx="3010">
                  <c:v>2.8</c:v>
                </c:pt>
                <c:pt idx="3011">
                  <c:v>2.8</c:v>
                </c:pt>
                <c:pt idx="3012">
                  <c:v>2.8</c:v>
                </c:pt>
                <c:pt idx="3013">
                  <c:v>2.8</c:v>
                </c:pt>
                <c:pt idx="3014">
                  <c:v>2.8</c:v>
                </c:pt>
                <c:pt idx="3015">
                  <c:v>2.8</c:v>
                </c:pt>
                <c:pt idx="3016">
                  <c:v>2.8</c:v>
                </c:pt>
                <c:pt idx="3017">
                  <c:v>2.8</c:v>
                </c:pt>
                <c:pt idx="3018">
                  <c:v>2.8</c:v>
                </c:pt>
                <c:pt idx="3019">
                  <c:v>2.8</c:v>
                </c:pt>
                <c:pt idx="3020">
                  <c:v>2.8</c:v>
                </c:pt>
                <c:pt idx="3021">
                  <c:v>2.8</c:v>
                </c:pt>
                <c:pt idx="3022">
                  <c:v>2.8</c:v>
                </c:pt>
                <c:pt idx="3023">
                  <c:v>2.7</c:v>
                </c:pt>
                <c:pt idx="3024">
                  <c:v>2.7</c:v>
                </c:pt>
                <c:pt idx="3025">
                  <c:v>2.7</c:v>
                </c:pt>
                <c:pt idx="3026">
                  <c:v>2.7</c:v>
                </c:pt>
                <c:pt idx="3027">
                  <c:v>2.7</c:v>
                </c:pt>
                <c:pt idx="3028">
                  <c:v>2.7</c:v>
                </c:pt>
                <c:pt idx="3029">
                  <c:v>2.7</c:v>
                </c:pt>
                <c:pt idx="3030">
                  <c:v>2.7</c:v>
                </c:pt>
                <c:pt idx="3031">
                  <c:v>2.7</c:v>
                </c:pt>
                <c:pt idx="3032">
                  <c:v>2.7</c:v>
                </c:pt>
                <c:pt idx="3033">
                  <c:v>2.7</c:v>
                </c:pt>
                <c:pt idx="3034">
                  <c:v>2.7</c:v>
                </c:pt>
                <c:pt idx="3035">
                  <c:v>2.7</c:v>
                </c:pt>
                <c:pt idx="3036">
                  <c:v>2.7</c:v>
                </c:pt>
                <c:pt idx="3037">
                  <c:v>2.7</c:v>
                </c:pt>
                <c:pt idx="3038">
                  <c:v>2.7</c:v>
                </c:pt>
                <c:pt idx="3039">
                  <c:v>2.7</c:v>
                </c:pt>
                <c:pt idx="3040">
                  <c:v>2.7</c:v>
                </c:pt>
                <c:pt idx="3041">
                  <c:v>2.7</c:v>
                </c:pt>
                <c:pt idx="3042">
                  <c:v>2.7</c:v>
                </c:pt>
                <c:pt idx="3043">
                  <c:v>2.7</c:v>
                </c:pt>
                <c:pt idx="3044">
                  <c:v>2.7</c:v>
                </c:pt>
                <c:pt idx="3045">
                  <c:v>2.7</c:v>
                </c:pt>
                <c:pt idx="3046">
                  <c:v>2.7</c:v>
                </c:pt>
                <c:pt idx="3047">
                  <c:v>2.7</c:v>
                </c:pt>
                <c:pt idx="3048">
                  <c:v>2.7</c:v>
                </c:pt>
                <c:pt idx="3049">
                  <c:v>2.7</c:v>
                </c:pt>
                <c:pt idx="3050">
                  <c:v>2.7</c:v>
                </c:pt>
                <c:pt idx="3051">
                  <c:v>2.7</c:v>
                </c:pt>
                <c:pt idx="3052">
                  <c:v>2.7</c:v>
                </c:pt>
                <c:pt idx="3053">
                  <c:v>2.7</c:v>
                </c:pt>
                <c:pt idx="3054">
                  <c:v>2.2999999999999998</c:v>
                </c:pt>
                <c:pt idx="3055">
                  <c:v>2.2999999999999998</c:v>
                </c:pt>
                <c:pt idx="3056">
                  <c:v>2.2999999999999998</c:v>
                </c:pt>
                <c:pt idx="3057">
                  <c:v>2.2999999999999998</c:v>
                </c:pt>
                <c:pt idx="3058">
                  <c:v>2.2999999999999998</c:v>
                </c:pt>
                <c:pt idx="3059">
                  <c:v>2.2999999999999998</c:v>
                </c:pt>
                <c:pt idx="3060">
                  <c:v>2.2999999999999998</c:v>
                </c:pt>
                <c:pt idx="3061">
                  <c:v>2.2999999999999998</c:v>
                </c:pt>
                <c:pt idx="3062">
                  <c:v>2.2999999999999998</c:v>
                </c:pt>
                <c:pt idx="3063">
                  <c:v>2.2999999999999998</c:v>
                </c:pt>
                <c:pt idx="3064">
                  <c:v>2.2999999999999998</c:v>
                </c:pt>
                <c:pt idx="3065">
                  <c:v>2.2999999999999998</c:v>
                </c:pt>
                <c:pt idx="3066">
                  <c:v>2.2999999999999998</c:v>
                </c:pt>
                <c:pt idx="3067">
                  <c:v>2.2999999999999998</c:v>
                </c:pt>
                <c:pt idx="3068">
                  <c:v>2.2999999999999998</c:v>
                </c:pt>
                <c:pt idx="3069">
                  <c:v>2.2999999999999998</c:v>
                </c:pt>
                <c:pt idx="3070">
                  <c:v>2.2999999999999998</c:v>
                </c:pt>
                <c:pt idx="3071">
                  <c:v>2.2999999999999998</c:v>
                </c:pt>
                <c:pt idx="3072">
                  <c:v>2.2999999999999998</c:v>
                </c:pt>
                <c:pt idx="3073">
                  <c:v>2.2999999999999998</c:v>
                </c:pt>
                <c:pt idx="3074">
                  <c:v>2.2999999999999998</c:v>
                </c:pt>
                <c:pt idx="3075">
                  <c:v>2.2999999999999998</c:v>
                </c:pt>
                <c:pt idx="3076">
                  <c:v>2.2999999999999998</c:v>
                </c:pt>
                <c:pt idx="3077">
                  <c:v>2.2999999999999998</c:v>
                </c:pt>
                <c:pt idx="3078">
                  <c:v>2.2999999999999998</c:v>
                </c:pt>
                <c:pt idx="3079">
                  <c:v>2.2999999999999998</c:v>
                </c:pt>
                <c:pt idx="3080">
                  <c:v>2.2999999999999998</c:v>
                </c:pt>
                <c:pt idx="3081">
                  <c:v>2.2999999999999998</c:v>
                </c:pt>
                <c:pt idx="3082">
                  <c:v>2</c:v>
                </c:pt>
                <c:pt idx="3083">
                  <c:v>2</c:v>
                </c:pt>
                <c:pt idx="3084">
                  <c:v>2</c:v>
                </c:pt>
                <c:pt idx="3085">
                  <c:v>2</c:v>
                </c:pt>
                <c:pt idx="3086">
                  <c:v>2</c:v>
                </c:pt>
                <c:pt idx="3087">
                  <c:v>2</c:v>
                </c:pt>
                <c:pt idx="3088">
                  <c:v>2</c:v>
                </c:pt>
                <c:pt idx="3089">
                  <c:v>2</c:v>
                </c:pt>
                <c:pt idx="3090">
                  <c:v>2</c:v>
                </c:pt>
                <c:pt idx="3091">
                  <c:v>2</c:v>
                </c:pt>
                <c:pt idx="3092">
                  <c:v>2</c:v>
                </c:pt>
                <c:pt idx="3093">
                  <c:v>2</c:v>
                </c:pt>
                <c:pt idx="3094">
                  <c:v>2</c:v>
                </c:pt>
                <c:pt idx="3095">
                  <c:v>2</c:v>
                </c:pt>
                <c:pt idx="3096">
                  <c:v>2</c:v>
                </c:pt>
                <c:pt idx="3097">
                  <c:v>2</c:v>
                </c:pt>
                <c:pt idx="3098">
                  <c:v>2</c:v>
                </c:pt>
                <c:pt idx="3099">
                  <c:v>2</c:v>
                </c:pt>
                <c:pt idx="3100">
                  <c:v>2</c:v>
                </c:pt>
                <c:pt idx="3101">
                  <c:v>2</c:v>
                </c:pt>
                <c:pt idx="3102">
                  <c:v>2</c:v>
                </c:pt>
                <c:pt idx="3103">
                  <c:v>2</c:v>
                </c:pt>
                <c:pt idx="3104">
                  <c:v>2</c:v>
                </c:pt>
                <c:pt idx="3105">
                  <c:v>2</c:v>
                </c:pt>
                <c:pt idx="3106">
                  <c:v>2</c:v>
                </c:pt>
                <c:pt idx="3107">
                  <c:v>2</c:v>
                </c:pt>
                <c:pt idx="3108">
                  <c:v>2</c:v>
                </c:pt>
                <c:pt idx="3109">
                  <c:v>2</c:v>
                </c:pt>
                <c:pt idx="3110">
                  <c:v>2</c:v>
                </c:pt>
                <c:pt idx="3111">
                  <c:v>2</c:v>
                </c:pt>
                <c:pt idx="3112">
                  <c:v>2</c:v>
                </c:pt>
                <c:pt idx="3113">
                  <c:v>2</c:v>
                </c:pt>
                <c:pt idx="3114">
                  <c:v>2</c:v>
                </c:pt>
                <c:pt idx="3115">
                  <c:v>2</c:v>
                </c:pt>
                <c:pt idx="3116">
                  <c:v>2</c:v>
                </c:pt>
                <c:pt idx="3117">
                  <c:v>2</c:v>
                </c:pt>
                <c:pt idx="3118">
                  <c:v>2</c:v>
                </c:pt>
                <c:pt idx="3119">
                  <c:v>2</c:v>
                </c:pt>
                <c:pt idx="3120">
                  <c:v>2</c:v>
                </c:pt>
                <c:pt idx="3121">
                  <c:v>1.9</c:v>
                </c:pt>
                <c:pt idx="3122">
                  <c:v>1.9</c:v>
                </c:pt>
                <c:pt idx="3123">
                  <c:v>2</c:v>
                </c:pt>
                <c:pt idx="3124">
                  <c:v>2</c:v>
                </c:pt>
                <c:pt idx="3125">
                  <c:v>2</c:v>
                </c:pt>
                <c:pt idx="3126">
                  <c:v>2</c:v>
                </c:pt>
                <c:pt idx="3127">
                  <c:v>2</c:v>
                </c:pt>
                <c:pt idx="3128">
                  <c:v>2</c:v>
                </c:pt>
                <c:pt idx="3129">
                  <c:v>1.9</c:v>
                </c:pt>
                <c:pt idx="3130">
                  <c:v>1.9</c:v>
                </c:pt>
                <c:pt idx="3131">
                  <c:v>1.9</c:v>
                </c:pt>
                <c:pt idx="3132">
                  <c:v>2</c:v>
                </c:pt>
                <c:pt idx="3133">
                  <c:v>1.9</c:v>
                </c:pt>
                <c:pt idx="3134">
                  <c:v>1.9</c:v>
                </c:pt>
                <c:pt idx="3135">
                  <c:v>1.9</c:v>
                </c:pt>
                <c:pt idx="3136">
                  <c:v>1.9</c:v>
                </c:pt>
                <c:pt idx="3137">
                  <c:v>1.9</c:v>
                </c:pt>
                <c:pt idx="3138">
                  <c:v>1.9</c:v>
                </c:pt>
                <c:pt idx="3139">
                  <c:v>1.9</c:v>
                </c:pt>
                <c:pt idx="3140">
                  <c:v>1.9</c:v>
                </c:pt>
                <c:pt idx="3141">
                  <c:v>1.9</c:v>
                </c:pt>
                <c:pt idx="3142">
                  <c:v>1.9</c:v>
                </c:pt>
                <c:pt idx="3143">
                  <c:v>1.9</c:v>
                </c:pt>
                <c:pt idx="3144">
                  <c:v>1.9</c:v>
                </c:pt>
                <c:pt idx="3145">
                  <c:v>1.9</c:v>
                </c:pt>
                <c:pt idx="3146">
                  <c:v>1.9</c:v>
                </c:pt>
                <c:pt idx="3147">
                  <c:v>1.9</c:v>
                </c:pt>
                <c:pt idx="3148">
                  <c:v>1.9</c:v>
                </c:pt>
                <c:pt idx="3149">
                  <c:v>1.9</c:v>
                </c:pt>
                <c:pt idx="3150">
                  <c:v>1.9</c:v>
                </c:pt>
                <c:pt idx="3151">
                  <c:v>1.9</c:v>
                </c:pt>
                <c:pt idx="3152">
                  <c:v>1.9</c:v>
                </c:pt>
                <c:pt idx="3153">
                  <c:v>1.9</c:v>
                </c:pt>
                <c:pt idx="3154">
                  <c:v>1.9</c:v>
                </c:pt>
                <c:pt idx="3155">
                  <c:v>1.9</c:v>
                </c:pt>
                <c:pt idx="3156">
                  <c:v>1.9</c:v>
                </c:pt>
                <c:pt idx="3157">
                  <c:v>1.9</c:v>
                </c:pt>
                <c:pt idx="3158">
                  <c:v>1.9</c:v>
                </c:pt>
                <c:pt idx="3159">
                  <c:v>1.9</c:v>
                </c:pt>
                <c:pt idx="3160">
                  <c:v>1.9</c:v>
                </c:pt>
                <c:pt idx="3161">
                  <c:v>1.9</c:v>
                </c:pt>
                <c:pt idx="3162">
                  <c:v>1.9</c:v>
                </c:pt>
                <c:pt idx="3163">
                  <c:v>1.9</c:v>
                </c:pt>
                <c:pt idx="3164">
                  <c:v>1.9</c:v>
                </c:pt>
                <c:pt idx="3165">
                  <c:v>1.9</c:v>
                </c:pt>
                <c:pt idx="3166">
                  <c:v>1.9</c:v>
                </c:pt>
                <c:pt idx="3167">
                  <c:v>1.9</c:v>
                </c:pt>
                <c:pt idx="3168">
                  <c:v>1.9</c:v>
                </c:pt>
                <c:pt idx="3169">
                  <c:v>1.9</c:v>
                </c:pt>
                <c:pt idx="3170">
                  <c:v>1.9</c:v>
                </c:pt>
                <c:pt idx="3171">
                  <c:v>1.9</c:v>
                </c:pt>
                <c:pt idx="3172">
                  <c:v>1.9</c:v>
                </c:pt>
                <c:pt idx="3173">
                  <c:v>1.9</c:v>
                </c:pt>
                <c:pt idx="3174">
                  <c:v>2.1</c:v>
                </c:pt>
                <c:pt idx="3175">
                  <c:v>2.1</c:v>
                </c:pt>
                <c:pt idx="3176">
                  <c:v>2.1</c:v>
                </c:pt>
                <c:pt idx="3177">
                  <c:v>2.1</c:v>
                </c:pt>
                <c:pt idx="3178">
                  <c:v>2.1</c:v>
                </c:pt>
                <c:pt idx="3179">
                  <c:v>2.1</c:v>
                </c:pt>
                <c:pt idx="3180">
                  <c:v>2.1</c:v>
                </c:pt>
                <c:pt idx="3181">
                  <c:v>2.1</c:v>
                </c:pt>
                <c:pt idx="3182">
                  <c:v>2.1</c:v>
                </c:pt>
                <c:pt idx="3183">
                  <c:v>2.1</c:v>
                </c:pt>
                <c:pt idx="3184">
                  <c:v>2.1</c:v>
                </c:pt>
                <c:pt idx="3185">
                  <c:v>2.1</c:v>
                </c:pt>
                <c:pt idx="3186">
                  <c:v>2.1</c:v>
                </c:pt>
                <c:pt idx="3187">
                  <c:v>2.1</c:v>
                </c:pt>
                <c:pt idx="3188">
                  <c:v>2.1</c:v>
                </c:pt>
                <c:pt idx="3189">
                  <c:v>2.1</c:v>
                </c:pt>
                <c:pt idx="3190">
                  <c:v>2.1</c:v>
                </c:pt>
                <c:pt idx="3191">
                  <c:v>2.1</c:v>
                </c:pt>
                <c:pt idx="3192">
                  <c:v>2.1</c:v>
                </c:pt>
                <c:pt idx="3193">
                  <c:v>2.1</c:v>
                </c:pt>
                <c:pt idx="3194">
                  <c:v>2.1</c:v>
                </c:pt>
                <c:pt idx="3195">
                  <c:v>2.1</c:v>
                </c:pt>
                <c:pt idx="3196">
                  <c:v>2.1</c:v>
                </c:pt>
                <c:pt idx="3197">
                  <c:v>2.1</c:v>
                </c:pt>
                <c:pt idx="3198">
                  <c:v>2.1</c:v>
                </c:pt>
                <c:pt idx="3199">
                  <c:v>2.1</c:v>
                </c:pt>
                <c:pt idx="3200">
                  <c:v>2.1</c:v>
                </c:pt>
                <c:pt idx="3201">
                  <c:v>2.1</c:v>
                </c:pt>
                <c:pt idx="3202">
                  <c:v>2.1</c:v>
                </c:pt>
                <c:pt idx="3203">
                  <c:v>2.1</c:v>
                </c:pt>
                <c:pt idx="3204">
                  <c:v>2.1</c:v>
                </c:pt>
                <c:pt idx="3205">
                  <c:v>2.1</c:v>
                </c:pt>
                <c:pt idx="3206">
                  <c:v>2.1</c:v>
                </c:pt>
                <c:pt idx="3207">
                  <c:v>2.1</c:v>
                </c:pt>
                <c:pt idx="3208">
                  <c:v>2.1</c:v>
                </c:pt>
                <c:pt idx="3209">
                  <c:v>2.1</c:v>
                </c:pt>
                <c:pt idx="3210">
                  <c:v>2.1</c:v>
                </c:pt>
                <c:pt idx="3211">
                  <c:v>2.1</c:v>
                </c:pt>
                <c:pt idx="3212">
                  <c:v>2.1</c:v>
                </c:pt>
                <c:pt idx="3213">
                  <c:v>2.1</c:v>
                </c:pt>
                <c:pt idx="3214">
                  <c:v>2.1</c:v>
                </c:pt>
                <c:pt idx="3215">
                  <c:v>2.1</c:v>
                </c:pt>
                <c:pt idx="3216">
                  <c:v>2.1</c:v>
                </c:pt>
                <c:pt idx="3217">
                  <c:v>2.1</c:v>
                </c:pt>
                <c:pt idx="3218">
                  <c:v>2.1</c:v>
                </c:pt>
                <c:pt idx="3219">
                  <c:v>2.1</c:v>
                </c:pt>
                <c:pt idx="3220">
                  <c:v>2.1</c:v>
                </c:pt>
                <c:pt idx="3221">
                  <c:v>2.1</c:v>
                </c:pt>
                <c:pt idx="3222">
                  <c:v>2.1</c:v>
                </c:pt>
                <c:pt idx="3223">
                  <c:v>2.1</c:v>
                </c:pt>
                <c:pt idx="3224">
                  <c:v>2.1</c:v>
                </c:pt>
                <c:pt idx="3225">
                  <c:v>2.1</c:v>
                </c:pt>
                <c:pt idx="3226">
                  <c:v>2.1</c:v>
                </c:pt>
                <c:pt idx="3227">
                  <c:v>2.1</c:v>
                </c:pt>
                <c:pt idx="3228">
                  <c:v>2.1</c:v>
                </c:pt>
                <c:pt idx="3229">
                  <c:v>2</c:v>
                </c:pt>
                <c:pt idx="3230">
                  <c:v>2</c:v>
                </c:pt>
                <c:pt idx="3231">
                  <c:v>2</c:v>
                </c:pt>
                <c:pt idx="3232">
                  <c:v>2</c:v>
                </c:pt>
                <c:pt idx="3233">
                  <c:v>2</c:v>
                </c:pt>
                <c:pt idx="3234">
                  <c:v>2</c:v>
                </c:pt>
                <c:pt idx="3235">
                  <c:v>2</c:v>
                </c:pt>
                <c:pt idx="3236">
                  <c:v>2</c:v>
                </c:pt>
                <c:pt idx="3237">
                  <c:v>2</c:v>
                </c:pt>
                <c:pt idx="3238">
                  <c:v>2</c:v>
                </c:pt>
                <c:pt idx="3239">
                  <c:v>2</c:v>
                </c:pt>
                <c:pt idx="3240">
                  <c:v>2</c:v>
                </c:pt>
                <c:pt idx="3241">
                  <c:v>2</c:v>
                </c:pt>
                <c:pt idx="3242">
                  <c:v>2</c:v>
                </c:pt>
                <c:pt idx="3243">
                  <c:v>2</c:v>
                </c:pt>
                <c:pt idx="3244">
                  <c:v>2</c:v>
                </c:pt>
                <c:pt idx="3245">
                  <c:v>2</c:v>
                </c:pt>
                <c:pt idx="3246">
                  <c:v>2</c:v>
                </c:pt>
                <c:pt idx="3247">
                  <c:v>2</c:v>
                </c:pt>
                <c:pt idx="3248">
                  <c:v>2</c:v>
                </c:pt>
                <c:pt idx="3249">
                  <c:v>2</c:v>
                </c:pt>
                <c:pt idx="3250">
                  <c:v>2</c:v>
                </c:pt>
                <c:pt idx="3251">
                  <c:v>2</c:v>
                </c:pt>
                <c:pt idx="3252">
                  <c:v>2</c:v>
                </c:pt>
                <c:pt idx="3253">
                  <c:v>2</c:v>
                </c:pt>
                <c:pt idx="3254">
                  <c:v>2</c:v>
                </c:pt>
                <c:pt idx="3255">
                  <c:v>2</c:v>
                </c:pt>
                <c:pt idx="3256">
                  <c:v>2</c:v>
                </c:pt>
                <c:pt idx="3257">
                  <c:v>2</c:v>
                </c:pt>
                <c:pt idx="3258">
                  <c:v>2</c:v>
                </c:pt>
                <c:pt idx="3259">
                  <c:v>2</c:v>
                </c:pt>
                <c:pt idx="3260">
                  <c:v>2</c:v>
                </c:pt>
                <c:pt idx="3261">
                  <c:v>2</c:v>
                </c:pt>
                <c:pt idx="3262">
                  <c:v>2</c:v>
                </c:pt>
                <c:pt idx="3263">
                  <c:v>2</c:v>
                </c:pt>
                <c:pt idx="3264">
                  <c:v>2</c:v>
                </c:pt>
                <c:pt idx="3265">
                  <c:v>2</c:v>
                </c:pt>
                <c:pt idx="3266">
                  <c:v>1.7</c:v>
                </c:pt>
                <c:pt idx="3267">
                  <c:v>1.7</c:v>
                </c:pt>
                <c:pt idx="3268">
                  <c:v>1.7</c:v>
                </c:pt>
                <c:pt idx="3269">
                  <c:v>1.7</c:v>
                </c:pt>
                <c:pt idx="3270">
                  <c:v>1.7</c:v>
                </c:pt>
                <c:pt idx="3271">
                  <c:v>1.7</c:v>
                </c:pt>
                <c:pt idx="3272">
                  <c:v>1.7</c:v>
                </c:pt>
                <c:pt idx="3273">
                  <c:v>1.7</c:v>
                </c:pt>
                <c:pt idx="3274">
                  <c:v>1.7</c:v>
                </c:pt>
                <c:pt idx="3275">
                  <c:v>1.7</c:v>
                </c:pt>
                <c:pt idx="3276">
                  <c:v>1.7</c:v>
                </c:pt>
                <c:pt idx="3277">
                  <c:v>1.7</c:v>
                </c:pt>
                <c:pt idx="3278">
                  <c:v>1.7</c:v>
                </c:pt>
                <c:pt idx="3279">
                  <c:v>1.7</c:v>
                </c:pt>
                <c:pt idx="3280">
                  <c:v>1.7</c:v>
                </c:pt>
                <c:pt idx="3281">
                  <c:v>1.7</c:v>
                </c:pt>
                <c:pt idx="3282">
                  <c:v>1.7</c:v>
                </c:pt>
                <c:pt idx="3283">
                  <c:v>1.7</c:v>
                </c:pt>
                <c:pt idx="3284">
                  <c:v>1.7</c:v>
                </c:pt>
                <c:pt idx="3285">
                  <c:v>1.7</c:v>
                </c:pt>
                <c:pt idx="3286">
                  <c:v>1.7</c:v>
                </c:pt>
                <c:pt idx="3287">
                  <c:v>1.7</c:v>
                </c:pt>
                <c:pt idx="3288">
                  <c:v>1.7</c:v>
                </c:pt>
                <c:pt idx="3289">
                  <c:v>1.7</c:v>
                </c:pt>
                <c:pt idx="3290">
                  <c:v>1.7</c:v>
                </c:pt>
                <c:pt idx="3291">
                  <c:v>1.7</c:v>
                </c:pt>
                <c:pt idx="3292">
                  <c:v>1.7</c:v>
                </c:pt>
                <c:pt idx="3293">
                  <c:v>1.7</c:v>
                </c:pt>
                <c:pt idx="3294">
                  <c:v>1.7</c:v>
                </c:pt>
                <c:pt idx="3295">
                  <c:v>1.7</c:v>
                </c:pt>
                <c:pt idx="3296">
                  <c:v>1.7</c:v>
                </c:pt>
                <c:pt idx="3297">
                  <c:v>1.7</c:v>
                </c:pt>
                <c:pt idx="3298">
                  <c:v>1.7</c:v>
                </c:pt>
                <c:pt idx="3299">
                  <c:v>1.7</c:v>
                </c:pt>
                <c:pt idx="3300">
                  <c:v>1.7</c:v>
                </c:pt>
                <c:pt idx="3301">
                  <c:v>1.7</c:v>
                </c:pt>
                <c:pt idx="3302">
                  <c:v>1.7</c:v>
                </c:pt>
                <c:pt idx="3303">
                  <c:v>1.7</c:v>
                </c:pt>
                <c:pt idx="3304">
                  <c:v>1.7</c:v>
                </c:pt>
                <c:pt idx="3305">
                  <c:v>1.7</c:v>
                </c:pt>
                <c:pt idx="3306">
                  <c:v>1.7</c:v>
                </c:pt>
                <c:pt idx="3307">
                  <c:v>1.7</c:v>
                </c:pt>
                <c:pt idx="3308">
                  <c:v>1.7</c:v>
                </c:pt>
                <c:pt idx="3309">
                  <c:v>1.7</c:v>
                </c:pt>
                <c:pt idx="3310">
                  <c:v>1.7</c:v>
                </c:pt>
                <c:pt idx="3311">
                  <c:v>1.7</c:v>
                </c:pt>
                <c:pt idx="3312">
                  <c:v>1.7</c:v>
                </c:pt>
                <c:pt idx="3313">
                  <c:v>1.7</c:v>
                </c:pt>
                <c:pt idx="3314">
                  <c:v>1.7</c:v>
                </c:pt>
                <c:pt idx="3315">
                  <c:v>1.7</c:v>
                </c:pt>
                <c:pt idx="3316">
                  <c:v>1.7</c:v>
                </c:pt>
                <c:pt idx="3317">
                  <c:v>1.7</c:v>
                </c:pt>
                <c:pt idx="3318">
                  <c:v>1.7</c:v>
                </c:pt>
                <c:pt idx="3319">
                  <c:v>1.7</c:v>
                </c:pt>
                <c:pt idx="3320">
                  <c:v>1.7</c:v>
                </c:pt>
                <c:pt idx="3321">
                  <c:v>1.7</c:v>
                </c:pt>
                <c:pt idx="3322">
                  <c:v>1.7</c:v>
                </c:pt>
                <c:pt idx="3323">
                  <c:v>1.7</c:v>
                </c:pt>
                <c:pt idx="3324">
                  <c:v>1.7</c:v>
                </c:pt>
                <c:pt idx="3325">
                  <c:v>1.7</c:v>
                </c:pt>
                <c:pt idx="3326">
                  <c:v>1.7</c:v>
                </c:pt>
                <c:pt idx="3327">
                  <c:v>1.6</c:v>
                </c:pt>
                <c:pt idx="3328">
                  <c:v>1.6</c:v>
                </c:pt>
                <c:pt idx="3329">
                  <c:v>1.6</c:v>
                </c:pt>
                <c:pt idx="3330">
                  <c:v>1.6</c:v>
                </c:pt>
                <c:pt idx="3331">
                  <c:v>1.6</c:v>
                </c:pt>
                <c:pt idx="3332">
                  <c:v>1.6</c:v>
                </c:pt>
                <c:pt idx="3333">
                  <c:v>1.6</c:v>
                </c:pt>
                <c:pt idx="3334">
                  <c:v>1.6</c:v>
                </c:pt>
                <c:pt idx="3335">
                  <c:v>1.6</c:v>
                </c:pt>
                <c:pt idx="3336">
                  <c:v>1.6</c:v>
                </c:pt>
                <c:pt idx="3337">
                  <c:v>1.6</c:v>
                </c:pt>
                <c:pt idx="3338">
                  <c:v>1.6</c:v>
                </c:pt>
                <c:pt idx="3339">
                  <c:v>1.6</c:v>
                </c:pt>
                <c:pt idx="3340">
                  <c:v>1.6</c:v>
                </c:pt>
                <c:pt idx="3341">
                  <c:v>1.6</c:v>
                </c:pt>
                <c:pt idx="3342">
                  <c:v>1.6</c:v>
                </c:pt>
                <c:pt idx="3343">
                  <c:v>1.6</c:v>
                </c:pt>
                <c:pt idx="3344">
                  <c:v>1.6</c:v>
                </c:pt>
                <c:pt idx="3345">
                  <c:v>1.6</c:v>
                </c:pt>
                <c:pt idx="3346">
                  <c:v>1.6</c:v>
                </c:pt>
                <c:pt idx="3347">
                  <c:v>1.6</c:v>
                </c:pt>
                <c:pt idx="3348">
                  <c:v>1.6</c:v>
                </c:pt>
                <c:pt idx="3349">
                  <c:v>1.6</c:v>
                </c:pt>
                <c:pt idx="3350">
                  <c:v>1.6</c:v>
                </c:pt>
                <c:pt idx="3351">
                  <c:v>1.6</c:v>
                </c:pt>
                <c:pt idx="3352">
                  <c:v>1.6</c:v>
                </c:pt>
                <c:pt idx="3353">
                  <c:v>1.6</c:v>
                </c:pt>
                <c:pt idx="3354">
                  <c:v>1.6</c:v>
                </c:pt>
                <c:pt idx="3355">
                  <c:v>1.6</c:v>
                </c:pt>
                <c:pt idx="3356">
                  <c:v>1.6</c:v>
                </c:pt>
                <c:pt idx="3357">
                  <c:v>1.6</c:v>
                </c:pt>
                <c:pt idx="3358">
                  <c:v>1.8</c:v>
                </c:pt>
                <c:pt idx="3359">
                  <c:v>1.8</c:v>
                </c:pt>
                <c:pt idx="3360">
                  <c:v>1.8</c:v>
                </c:pt>
                <c:pt idx="3361">
                  <c:v>1.8</c:v>
                </c:pt>
                <c:pt idx="3362">
                  <c:v>1.8</c:v>
                </c:pt>
                <c:pt idx="3363">
                  <c:v>1.8</c:v>
                </c:pt>
                <c:pt idx="3364">
                  <c:v>1.8</c:v>
                </c:pt>
                <c:pt idx="3365">
                  <c:v>1.8</c:v>
                </c:pt>
                <c:pt idx="3366">
                  <c:v>1.8</c:v>
                </c:pt>
                <c:pt idx="3367">
                  <c:v>1.8</c:v>
                </c:pt>
                <c:pt idx="3368">
                  <c:v>1.8</c:v>
                </c:pt>
                <c:pt idx="3369">
                  <c:v>1.8</c:v>
                </c:pt>
                <c:pt idx="3370">
                  <c:v>1.8</c:v>
                </c:pt>
                <c:pt idx="3371">
                  <c:v>1.8</c:v>
                </c:pt>
                <c:pt idx="3372">
                  <c:v>1.8</c:v>
                </c:pt>
                <c:pt idx="3373">
                  <c:v>1.8</c:v>
                </c:pt>
                <c:pt idx="3374">
                  <c:v>1.8</c:v>
                </c:pt>
                <c:pt idx="3375">
                  <c:v>1.8</c:v>
                </c:pt>
                <c:pt idx="3376">
                  <c:v>1.8</c:v>
                </c:pt>
                <c:pt idx="3377">
                  <c:v>1.8</c:v>
                </c:pt>
                <c:pt idx="3378">
                  <c:v>1.8</c:v>
                </c:pt>
                <c:pt idx="3379">
                  <c:v>1.8</c:v>
                </c:pt>
                <c:pt idx="3380">
                  <c:v>1.8</c:v>
                </c:pt>
                <c:pt idx="3381">
                  <c:v>1.8</c:v>
                </c:pt>
                <c:pt idx="3382">
                  <c:v>1.8</c:v>
                </c:pt>
                <c:pt idx="3383">
                  <c:v>1.8</c:v>
                </c:pt>
                <c:pt idx="3384">
                  <c:v>1.8</c:v>
                </c:pt>
                <c:pt idx="3385">
                  <c:v>1.8</c:v>
                </c:pt>
                <c:pt idx="3386">
                  <c:v>1.8</c:v>
                </c:pt>
                <c:pt idx="3387">
                  <c:v>1.8</c:v>
                </c:pt>
                <c:pt idx="3388">
                  <c:v>1.7</c:v>
                </c:pt>
                <c:pt idx="3389">
                  <c:v>1.7</c:v>
                </c:pt>
                <c:pt idx="3390">
                  <c:v>1.7</c:v>
                </c:pt>
                <c:pt idx="3391">
                  <c:v>1.7</c:v>
                </c:pt>
                <c:pt idx="3392">
                  <c:v>1.7</c:v>
                </c:pt>
                <c:pt idx="3393">
                  <c:v>1.7</c:v>
                </c:pt>
                <c:pt idx="3394">
                  <c:v>1.7</c:v>
                </c:pt>
                <c:pt idx="3395">
                  <c:v>1.7</c:v>
                </c:pt>
                <c:pt idx="3396">
                  <c:v>1.7</c:v>
                </c:pt>
                <c:pt idx="3397">
                  <c:v>1.7</c:v>
                </c:pt>
                <c:pt idx="3398">
                  <c:v>1.7</c:v>
                </c:pt>
                <c:pt idx="3399">
                  <c:v>1.7</c:v>
                </c:pt>
                <c:pt idx="3400">
                  <c:v>1.7</c:v>
                </c:pt>
                <c:pt idx="3401">
                  <c:v>1.7</c:v>
                </c:pt>
                <c:pt idx="3402">
                  <c:v>1.7</c:v>
                </c:pt>
                <c:pt idx="3403">
                  <c:v>1.7</c:v>
                </c:pt>
                <c:pt idx="3404">
                  <c:v>1.7</c:v>
                </c:pt>
                <c:pt idx="3405">
                  <c:v>1.7</c:v>
                </c:pt>
                <c:pt idx="3406">
                  <c:v>1.7</c:v>
                </c:pt>
                <c:pt idx="3407">
                  <c:v>1.7</c:v>
                </c:pt>
                <c:pt idx="3408">
                  <c:v>1.7</c:v>
                </c:pt>
                <c:pt idx="3409">
                  <c:v>1.7</c:v>
                </c:pt>
                <c:pt idx="3410">
                  <c:v>1.7</c:v>
                </c:pt>
                <c:pt idx="3411">
                  <c:v>1.7</c:v>
                </c:pt>
                <c:pt idx="3412">
                  <c:v>1.7</c:v>
                </c:pt>
                <c:pt idx="3413">
                  <c:v>1.7</c:v>
                </c:pt>
                <c:pt idx="3414">
                  <c:v>1.7</c:v>
                </c:pt>
                <c:pt idx="3415">
                  <c:v>1.7</c:v>
                </c:pt>
                <c:pt idx="3416">
                  <c:v>1.7</c:v>
                </c:pt>
                <c:pt idx="3417">
                  <c:v>1.7</c:v>
                </c:pt>
                <c:pt idx="3418">
                  <c:v>1.7</c:v>
                </c:pt>
                <c:pt idx="3419">
                  <c:v>1.9</c:v>
                </c:pt>
                <c:pt idx="3420">
                  <c:v>1.9</c:v>
                </c:pt>
                <c:pt idx="3421">
                  <c:v>1.9</c:v>
                </c:pt>
                <c:pt idx="3422">
                  <c:v>1.9</c:v>
                </c:pt>
                <c:pt idx="3423">
                  <c:v>1.9</c:v>
                </c:pt>
                <c:pt idx="3424">
                  <c:v>1.9</c:v>
                </c:pt>
                <c:pt idx="3425">
                  <c:v>1.9</c:v>
                </c:pt>
                <c:pt idx="3426">
                  <c:v>1.9</c:v>
                </c:pt>
                <c:pt idx="3427">
                  <c:v>1.9</c:v>
                </c:pt>
                <c:pt idx="3428">
                  <c:v>1.9</c:v>
                </c:pt>
                <c:pt idx="3429">
                  <c:v>1.9</c:v>
                </c:pt>
                <c:pt idx="3430">
                  <c:v>1.9</c:v>
                </c:pt>
                <c:pt idx="3431">
                  <c:v>1.9</c:v>
                </c:pt>
                <c:pt idx="3432">
                  <c:v>1.9</c:v>
                </c:pt>
                <c:pt idx="3433">
                  <c:v>1.9</c:v>
                </c:pt>
                <c:pt idx="3434">
                  <c:v>1.9</c:v>
                </c:pt>
                <c:pt idx="3435">
                  <c:v>1.9</c:v>
                </c:pt>
                <c:pt idx="3436">
                  <c:v>1.9</c:v>
                </c:pt>
                <c:pt idx="3437">
                  <c:v>2</c:v>
                </c:pt>
                <c:pt idx="3438">
                  <c:v>2</c:v>
                </c:pt>
                <c:pt idx="3439">
                  <c:v>2</c:v>
                </c:pt>
                <c:pt idx="3440">
                  <c:v>2</c:v>
                </c:pt>
                <c:pt idx="3441">
                  <c:v>1.9</c:v>
                </c:pt>
                <c:pt idx="3442">
                  <c:v>1.9</c:v>
                </c:pt>
                <c:pt idx="3443">
                  <c:v>1.9</c:v>
                </c:pt>
                <c:pt idx="3444">
                  <c:v>1.9</c:v>
                </c:pt>
                <c:pt idx="3445">
                  <c:v>1.9</c:v>
                </c:pt>
                <c:pt idx="3446">
                  <c:v>1.9</c:v>
                </c:pt>
                <c:pt idx="3447">
                  <c:v>2.1</c:v>
                </c:pt>
                <c:pt idx="3448">
                  <c:v>2.1</c:v>
                </c:pt>
                <c:pt idx="3449">
                  <c:v>2.1</c:v>
                </c:pt>
                <c:pt idx="3450">
                  <c:v>2.1</c:v>
                </c:pt>
                <c:pt idx="3451">
                  <c:v>2.1</c:v>
                </c:pt>
                <c:pt idx="3452">
                  <c:v>2.1</c:v>
                </c:pt>
                <c:pt idx="3453">
                  <c:v>2.1</c:v>
                </c:pt>
                <c:pt idx="3454">
                  <c:v>2.1</c:v>
                </c:pt>
                <c:pt idx="3455">
                  <c:v>2.1</c:v>
                </c:pt>
                <c:pt idx="3456">
                  <c:v>2.1</c:v>
                </c:pt>
                <c:pt idx="3457">
                  <c:v>2.1</c:v>
                </c:pt>
                <c:pt idx="3458">
                  <c:v>2.1</c:v>
                </c:pt>
                <c:pt idx="3459">
                  <c:v>2.1</c:v>
                </c:pt>
                <c:pt idx="3460">
                  <c:v>2.1</c:v>
                </c:pt>
                <c:pt idx="3461">
                  <c:v>2.1</c:v>
                </c:pt>
                <c:pt idx="3462">
                  <c:v>2.1</c:v>
                </c:pt>
                <c:pt idx="3463">
                  <c:v>2.1</c:v>
                </c:pt>
                <c:pt idx="3464">
                  <c:v>2.1</c:v>
                </c:pt>
                <c:pt idx="3465">
                  <c:v>2.1</c:v>
                </c:pt>
                <c:pt idx="3466">
                  <c:v>2.1</c:v>
                </c:pt>
                <c:pt idx="3467">
                  <c:v>2.1</c:v>
                </c:pt>
                <c:pt idx="3468">
                  <c:v>2.1</c:v>
                </c:pt>
                <c:pt idx="3469">
                  <c:v>2.1</c:v>
                </c:pt>
                <c:pt idx="3470">
                  <c:v>2.1</c:v>
                </c:pt>
                <c:pt idx="3471">
                  <c:v>2.1</c:v>
                </c:pt>
                <c:pt idx="3472">
                  <c:v>2.1</c:v>
                </c:pt>
                <c:pt idx="3473">
                  <c:v>2.1</c:v>
                </c:pt>
                <c:pt idx="3474">
                  <c:v>2.1</c:v>
                </c:pt>
                <c:pt idx="3475">
                  <c:v>2.1</c:v>
                </c:pt>
                <c:pt idx="3476">
                  <c:v>2.1</c:v>
                </c:pt>
                <c:pt idx="3477">
                  <c:v>2.1</c:v>
                </c:pt>
                <c:pt idx="3478">
                  <c:v>2</c:v>
                </c:pt>
                <c:pt idx="3479">
                  <c:v>2</c:v>
                </c:pt>
                <c:pt idx="3480">
                  <c:v>2</c:v>
                </c:pt>
                <c:pt idx="3481">
                  <c:v>2</c:v>
                </c:pt>
                <c:pt idx="3482">
                  <c:v>2</c:v>
                </c:pt>
                <c:pt idx="3483">
                  <c:v>2</c:v>
                </c:pt>
                <c:pt idx="3484">
                  <c:v>2</c:v>
                </c:pt>
                <c:pt idx="3485">
                  <c:v>2</c:v>
                </c:pt>
                <c:pt idx="3486">
                  <c:v>2</c:v>
                </c:pt>
                <c:pt idx="3487">
                  <c:v>2</c:v>
                </c:pt>
                <c:pt idx="3488">
                  <c:v>2</c:v>
                </c:pt>
                <c:pt idx="3489">
                  <c:v>2</c:v>
                </c:pt>
                <c:pt idx="3490">
                  <c:v>2</c:v>
                </c:pt>
                <c:pt idx="3491">
                  <c:v>2</c:v>
                </c:pt>
                <c:pt idx="3492">
                  <c:v>2</c:v>
                </c:pt>
                <c:pt idx="3493">
                  <c:v>2</c:v>
                </c:pt>
                <c:pt idx="3494">
                  <c:v>2.1</c:v>
                </c:pt>
                <c:pt idx="3495">
                  <c:v>2.1</c:v>
                </c:pt>
                <c:pt idx="3496">
                  <c:v>2.1</c:v>
                </c:pt>
                <c:pt idx="3497">
                  <c:v>2.1</c:v>
                </c:pt>
                <c:pt idx="3498">
                  <c:v>2.1</c:v>
                </c:pt>
                <c:pt idx="3499">
                  <c:v>2.1</c:v>
                </c:pt>
                <c:pt idx="3500">
                  <c:v>2.1</c:v>
                </c:pt>
                <c:pt idx="3501">
                  <c:v>2.1</c:v>
                </c:pt>
                <c:pt idx="3502">
                  <c:v>2.1</c:v>
                </c:pt>
                <c:pt idx="3503">
                  <c:v>2.1</c:v>
                </c:pt>
                <c:pt idx="3504">
                  <c:v>2.1</c:v>
                </c:pt>
                <c:pt idx="3505">
                  <c:v>2.1</c:v>
                </c:pt>
                <c:pt idx="3506">
                  <c:v>2.1</c:v>
                </c:pt>
                <c:pt idx="3507">
                  <c:v>2.1</c:v>
                </c:pt>
                <c:pt idx="3508">
                  <c:v>2.1</c:v>
                </c:pt>
                <c:pt idx="3509">
                  <c:v>2.1</c:v>
                </c:pt>
                <c:pt idx="3510">
                  <c:v>2.1</c:v>
                </c:pt>
                <c:pt idx="3511">
                  <c:v>2.1</c:v>
                </c:pt>
                <c:pt idx="3512">
                  <c:v>2.1</c:v>
                </c:pt>
                <c:pt idx="3513">
                  <c:v>2.1</c:v>
                </c:pt>
                <c:pt idx="3514">
                  <c:v>2.1</c:v>
                </c:pt>
                <c:pt idx="3515">
                  <c:v>2.1</c:v>
                </c:pt>
                <c:pt idx="3516">
                  <c:v>2.1</c:v>
                </c:pt>
                <c:pt idx="3517">
                  <c:v>2.1</c:v>
                </c:pt>
                <c:pt idx="3518">
                  <c:v>2.1</c:v>
                </c:pt>
                <c:pt idx="3519">
                  <c:v>2.1</c:v>
                </c:pt>
                <c:pt idx="3520">
                  <c:v>2.1</c:v>
                </c:pt>
                <c:pt idx="3521">
                  <c:v>2.1</c:v>
                </c:pt>
                <c:pt idx="3522">
                  <c:v>2.1</c:v>
                </c:pt>
                <c:pt idx="3523">
                  <c:v>2.1</c:v>
                </c:pt>
                <c:pt idx="3524">
                  <c:v>2.1</c:v>
                </c:pt>
                <c:pt idx="3525">
                  <c:v>2.1</c:v>
                </c:pt>
                <c:pt idx="3526">
                  <c:v>2.1</c:v>
                </c:pt>
                <c:pt idx="3527">
                  <c:v>2.1</c:v>
                </c:pt>
                <c:pt idx="3528">
                  <c:v>2.1</c:v>
                </c:pt>
                <c:pt idx="3529">
                  <c:v>2.1</c:v>
                </c:pt>
                <c:pt idx="3530">
                  <c:v>2.1</c:v>
                </c:pt>
                <c:pt idx="3531">
                  <c:v>2.1</c:v>
                </c:pt>
                <c:pt idx="3532">
                  <c:v>2.1</c:v>
                </c:pt>
                <c:pt idx="3533">
                  <c:v>2.1</c:v>
                </c:pt>
                <c:pt idx="3534">
                  <c:v>2.1</c:v>
                </c:pt>
                <c:pt idx="3535">
                  <c:v>2.1</c:v>
                </c:pt>
                <c:pt idx="3536">
                  <c:v>2.1</c:v>
                </c:pt>
                <c:pt idx="3537">
                  <c:v>2.1</c:v>
                </c:pt>
                <c:pt idx="3538">
                  <c:v>2.1</c:v>
                </c:pt>
                <c:pt idx="3539">
                  <c:v>2.2000000000000002</c:v>
                </c:pt>
                <c:pt idx="3540">
                  <c:v>2.2000000000000002</c:v>
                </c:pt>
                <c:pt idx="3541">
                  <c:v>2.2000000000000002</c:v>
                </c:pt>
                <c:pt idx="3542">
                  <c:v>2.2000000000000002</c:v>
                </c:pt>
                <c:pt idx="3543">
                  <c:v>2.2000000000000002</c:v>
                </c:pt>
                <c:pt idx="3544">
                  <c:v>2.2000000000000002</c:v>
                </c:pt>
                <c:pt idx="3545">
                  <c:v>2.2000000000000002</c:v>
                </c:pt>
                <c:pt idx="3546">
                  <c:v>2.2000000000000002</c:v>
                </c:pt>
                <c:pt idx="3547">
                  <c:v>2.2000000000000002</c:v>
                </c:pt>
                <c:pt idx="3548">
                  <c:v>2.2000000000000002</c:v>
                </c:pt>
                <c:pt idx="3549">
                  <c:v>2.2000000000000002</c:v>
                </c:pt>
                <c:pt idx="3550">
                  <c:v>2.2000000000000002</c:v>
                </c:pt>
                <c:pt idx="3551">
                  <c:v>2.2000000000000002</c:v>
                </c:pt>
                <c:pt idx="3552">
                  <c:v>2.2000000000000002</c:v>
                </c:pt>
                <c:pt idx="3553">
                  <c:v>2.2000000000000002</c:v>
                </c:pt>
                <c:pt idx="3554">
                  <c:v>2.2000000000000002</c:v>
                </c:pt>
                <c:pt idx="3555">
                  <c:v>2.2000000000000002</c:v>
                </c:pt>
                <c:pt idx="3556">
                  <c:v>2.2000000000000002</c:v>
                </c:pt>
                <c:pt idx="3557">
                  <c:v>2.2000000000000002</c:v>
                </c:pt>
                <c:pt idx="3558">
                  <c:v>2.2000000000000002</c:v>
                </c:pt>
                <c:pt idx="3559">
                  <c:v>2.2000000000000002</c:v>
                </c:pt>
                <c:pt idx="3560">
                  <c:v>2.2000000000000002</c:v>
                </c:pt>
                <c:pt idx="3561">
                  <c:v>2.2000000000000002</c:v>
                </c:pt>
                <c:pt idx="3562">
                  <c:v>2.2000000000000002</c:v>
                </c:pt>
                <c:pt idx="3563">
                  <c:v>2.2000000000000002</c:v>
                </c:pt>
                <c:pt idx="3564">
                  <c:v>2.2000000000000002</c:v>
                </c:pt>
                <c:pt idx="3565">
                  <c:v>2.2000000000000002</c:v>
                </c:pt>
                <c:pt idx="3566">
                  <c:v>2.2000000000000002</c:v>
                </c:pt>
                <c:pt idx="3567">
                  <c:v>2.2000000000000002</c:v>
                </c:pt>
                <c:pt idx="3568">
                  <c:v>2.2000000000000002</c:v>
                </c:pt>
                <c:pt idx="3569">
                  <c:v>2.2000000000000002</c:v>
                </c:pt>
                <c:pt idx="3570">
                  <c:v>2.2999999999999998</c:v>
                </c:pt>
                <c:pt idx="3571">
                  <c:v>2.2999999999999998</c:v>
                </c:pt>
                <c:pt idx="3572">
                  <c:v>2.2999999999999998</c:v>
                </c:pt>
                <c:pt idx="3573">
                  <c:v>2.2999999999999998</c:v>
                </c:pt>
                <c:pt idx="3574">
                  <c:v>2.2999999999999998</c:v>
                </c:pt>
                <c:pt idx="3575">
                  <c:v>2.2999999999999998</c:v>
                </c:pt>
                <c:pt idx="3576">
                  <c:v>2.2999999999999998</c:v>
                </c:pt>
                <c:pt idx="3577">
                  <c:v>2.2999999999999998</c:v>
                </c:pt>
                <c:pt idx="3578">
                  <c:v>2.2999999999999998</c:v>
                </c:pt>
                <c:pt idx="3579">
                  <c:v>2.2999999999999998</c:v>
                </c:pt>
                <c:pt idx="3580">
                  <c:v>2.2999999999999998</c:v>
                </c:pt>
                <c:pt idx="3581">
                  <c:v>2.2999999999999998</c:v>
                </c:pt>
                <c:pt idx="3582">
                  <c:v>2.2999999999999998</c:v>
                </c:pt>
                <c:pt idx="3583">
                  <c:v>2.2999999999999998</c:v>
                </c:pt>
                <c:pt idx="3584">
                  <c:v>2.2999999999999998</c:v>
                </c:pt>
                <c:pt idx="3585">
                  <c:v>2.2999999999999998</c:v>
                </c:pt>
                <c:pt idx="3586">
                  <c:v>2.2999999999999998</c:v>
                </c:pt>
                <c:pt idx="3587">
                  <c:v>2.2999999999999998</c:v>
                </c:pt>
                <c:pt idx="3588">
                  <c:v>2.2999999999999998</c:v>
                </c:pt>
                <c:pt idx="3589">
                  <c:v>2.2999999999999998</c:v>
                </c:pt>
                <c:pt idx="3590">
                  <c:v>2.2999999999999998</c:v>
                </c:pt>
                <c:pt idx="3591">
                  <c:v>2.2999999999999998</c:v>
                </c:pt>
                <c:pt idx="3592">
                  <c:v>2.2999999999999998</c:v>
                </c:pt>
                <c:pt idx="3593">
                  <c:v>2.2999999999999998</c:v>
                </c:pt>
                <c:pt idx="3594">
                  <c:v>2.2999999999999998</c:v>
                </c:pt>
                <c:pt idx="3595">
                  <c:v>2.2999999999999998</c:v>
                </c:pt>
                <c:pt idx="3596">
                  <c:v>2.2999999999999998</c:v>
                </c:pt>
                <c:pt idx="3597">
                  <c:v>2.2999999999999998</c:v>
                </c:pt>
                <c:pt idx="3598">
                  <c:v>2.2999999999999998</c:v>
                </c:pt>
                <c:pt idx="3599">
                  <c:v>2.2999999999999998</c:v>
                </c:pt>
                <c:pt idx="3600">
                  <c:v>2.5</c:v>
                </c:pt>
                <c:pt idx="3601">
                  <c:v>2.5</c:v>
                </c:pt>
                <c:pt idx="3602">
                  <c:v>2.5</c:v>
                </c:pt>
                <c:pt idx="3603">
                  <c:v>2.5</c:v>
                </c:pt>
                <c:pt idx="3604">
                  <c:v>2.5</c:v>
                </c:pt>
                <c:pt idx="3605">
                  <c:v>2.5</c:v>
                </c:pt>
                <c:pt idx="3606">
                  <c:v>2.5</c:v>
                </c:pt>
                <c:pt idx="3607">
                  <c:v>2.5</c:v>
                </c:pt>
                <c:pt idx="3608">
                  <c:v>2.5</c:v>
                </c:pt>
                <c:pt idx="3609">
                  <c:v>2.5</c:v>
                </c:pt>
                <c:pt idx="3610">
                  <c:v>2.5</c:v>
                </c:pt>
                <c:pt idx="3611">
                  <c:v>2.5</c:v>
                </c:pt>
                <c:pt idx="3612">
                  <c:v>2.5</c:v>
                </c:pt>
                <c:pt idx="3613">
                  <c:v>2.5</c:v>
                </c:pt>
                <c:pt idx="3614">
                  <c:v>2.5</c:v>
                </c:pt>
                <c:pt idx="3615">
                  <c:v>2.5</c:v>
                </c:pt>
                <c:pt idx="3616">
                  <c:v>2.5</c:v>
                </c:pt>
                <c:pt idx="3617">
                  <c:v>2.5</c:v>
                </c:pt>
                <c:pt idx="3618">
                  <c:v>2.5</c:v>
                </c:pt>
                <c:pt idx="3619">
                  <c:v>2.5</c:v>
                </c:pt>
                <c:pt idx="3620">
                  <c:v>2.5</c:v>
                </c:pt>
                <c:pt idx="3621">
                  <c:v>2.5</c:v>
                </c:pt>
                <c:pt idx="3622">
                  <c:v>2.5</c:v>
                </c:pt>
                <c:pt idx="3623">
                  <c:v>2.5</c:v>
                </c:pt>
                <c:pt idx="3624">
                  <c:v>2.5</c:v>
                </c:pt>
                <c:pt idx="3625">
                  <c:v>2.5</c:v>
                </c:pt>
                <c:pt idx="3626">
                  <c:v>2.5</c:v>
                </c:pt>
                <c:pt idx="3627">
                  <c:v>2.5</c:v>
                </c:pt>
                <c:pt idx="3628">
                  <c:v>2.5</c:v>
                </c:pt>
                <c:pt idx="3629">
                  <c:v>2.5</c:v>
                </c:pt>
                <c:pt idx="3630">
                  <c:v>2.5</c:v>
                </c:pt>
                <c:pt idx="3631">
                  <c:v>2.4</c:v>
                </c:pt>
                <c:pt idx="3632">
                  <c:v>2.4</c:v>
                </c:pt>
                <c:pt idx="3633">
                  <c:v>2.4</c:v>
                </c:pt>
                <c:pt idx="3634">
                  <c:v>2.4</c:v>
                </c:pt>
                <c:pt idx="3635">
                  <c:v>2.4</c:v>
                </c:pt>
                <c:pt idx="3636">
                  <c:v>2.4</c:v>
                </c:pt>
                <c:pt idx="3637">
                  <c:v>2.4</c:v>
                </c:pt>
                <c:pt idx="3638">
                  <c:v>2.4</c:v>
                </c:pt>
                <c:pt idx="3639">
                  <c:v>2.4</c:v>
                </c:pt>
                <c:pt idx="3640">
                  <c:v>2.4</c:v>
                </c:pt>
                <c:pt idx="3641">
                  <c:v>2.4</c:v>
                </c:pt>
                <c:pt idx="3642">
                  <c:v>2.4</c:v>
                </c:pt>
                <c:pt idx="3643">
                  <c:v>2.4</c:v>
                </c:pt>
                <c:pt idx="3644">
                  <c:v>2.4</c:v>
                </c:pt>
                <c:pt idx="3645">
                  <c:v>2.4</c:v>
                </c:pt>
                <c:pt idx="3646">
                  <c:v>2.4</c:v>
                </c:pt>
                <c:pt idx="3647">
                  <c:v>2.4</c:v>
                </c:pt>
                <c:pt idx="3648">
                  <c:v>2.4</c:v>
                </c:pt>
                <c:pt idx="3649">
                  <c:v>2.4</c:v>
                </c:pt>
                <c:pt idx="3650">
                  <c:v>2.4</c:v>
                </c:pt>
                <c:pt idx="3651">
                  <c:v>2.4</c:v>
                </c:pt>
              </c:numCache>
            </c:numRef>
          </c:val>
          <c:smooth val="0"/>
          <c:extLst>
            <c:ext xmlns:c16="http://schemas.microsoft.com/office/drawing/2014/chart" uri="{C3380CC4-5D6E-409C-BE32-E72D297353CC}">
              <c16:uniqueId val="{00000002-C2CC-4767-A320-5CE534E0B493}"/>
            </c:ext>
          </c:extLst>
        </c:ser>
        <c:ser>
          <c:idx val="3"/>
          <c:order val="3"/>
          <c:tx>
            <c:strRef>
              <c:f>通胀pce!$E$4</c:f>
              <c:strCache>
                <c:ptCount val="1"/>
                <c:pt idx="0">
                  <c:v>核心PCE同比</c:v>
                </c:pt>
              </c:strCache>
            </c:strRef>
          </c:tx>
          <c:spPr>
            <a:ln w="28575">
              <a:solidFill>
                <a:srgbClr val="B8BFE4"/>
              </a:solidFill>
              <a:prstDash val="solid"/>
            </a:ln>
          </c:spPr>
          <c:marker>
            <c:symbol val="square"/>
            <c:size val="5"/>
            <c:spPr>
              <a:solidFill>
                <a:srgbClr val="B8BFE4"/>
              </a:solidFill>
              <a:ln>
                <a:solidFill>
                  <a:srgbClr val="B8BFE4"/>
                </a:solidFill>
              </a:ln>
            </c:spPr>
          </c:marker>
          <c:cat>
            <c:numRef>
              <c:f>通胀pce!$A$5:$A$3656</c:f>
              <c:numCache>
                <c:formatCode>m/d/yyyy</c:formatCode>
                <c:ptCount val="3652"/>
                <c:pt idx="0">
                  <c:v>46213</c:v>
                </c:pt>
                <c:pt idx="1">
                  <c:v>46212</c:v>
                </c:pt>
                <c:pt idx="2">
                  <c:v>46211</c:v>
                </c:pt>
                <c:pt idx="3">
                  <c:v>46210</c:v>
                </c:pt>
                <c:pt idx="4">
                  <c:v>46209</c:v>
                </c:pt>
                <c:pt idx="5">
                  <c:v>46208</c:v>
                </c:pt>
                <c:pt idx="6">
                  <c:v>46207</c:v>
                </c:pt>
                <c:pt idx="7">
                  <c:v>46206</c:v>
                </c:pt>
                <c:pt idx="8">
                  <c:v>46205</c:v>
                </c:pt>
                <c:pt idx="9">
                  <c:v>46204</c:v>
                </c:pt>
                <c:pt idx="10">
                  <c:v>46203</c:v>
                </c:pt>
                <c:pt idx="11">
                  <c:v>46202</c:v>
                </c:pt>
                <c:pt idx="12">
                  <c:v>46201</c:v>
                </c:pt>
                <c:pt idx="13">
                  <c:v>46200</c:v>
                </c:pt>
                <c:pt idx="14">
                  <c:v>46199</c:v>
                </c:pt>
                <c:pt idx="15">
                  <c:v>46198</c:v>
                </c:pt>
                <c:pt idx="16">
                  <c:v>46197</c:v>
                </c:pt>
                <c:pt idx="17">
                  <c:v>46196</c:v>
                </c:pt>
                <c:pt idx="18">
                  <c:v>46195</c:v>
                </c:pt>
                <c:pt idx="19">
                  <c:v>46194</c:v>
                </c:pt>
                <c:pt idx="20">
                  <c:v>46193</c:v>
                </c:pt>
                <c:pt idx="21">
                  <c:v>46192</c:v>
                </c:pt>
                <c:pt idx="22">
                  <c:v>46191</c:v>
                </c:pt>
                <c:pt idx="23">
                  <c:v>46190</c:v>
                </c:pt>
                <c:pt idx="24">
                  <c:v>46189</c:v>
                </c:pt>
                <c:pt idx="25">
                  <c:v>46188</c:v>
                </c:pt>
                <c:pt idx="26">
                  <c:v>46187</c:v>
                </c:pt>
                <c:pt idx="27">
                  <c:v>46186</c:v>
                </c:pt>
                <c:pt idx="28">
                  <c:v>46185</c:v>
                </c:pt>
                <c:pt idx="29">
                  <c:v>46184</c:v>
                </c:pt>
                <c:pt idx="30">
                  <c:v>46183</c:v>
                </c:pt>
                <c:pt idx="31">
                  <c:v>46182</c:v>
                </c:pt>
                <c:pt idx="32">
                  <c:v>46181</c:v>
                </c:pt>
                <c:pt idx="33">
                  <c:v>46180</c:v>
                </c:pt>
                <c:pt idx="34">
                  <c:v>46179</c:v>
                </c:pt>
                <c:pt idx="35">
                  <c:v>46178</c:v>
                </c:pt>
                <c:pt idx="36">
                  <c:v>46177</c:v>
                </c:pt>
                <c:pt idx="37">
                  <c:v>46176</c:v>
                </c:pt>
                <c:pt idx="38">
                  <c:v>46175</c:v>
                </c:pt>
                <c:pt idx="39">
                  <c:v>46174</c:v>
                </c:pt>
                <c:pt idx="40">
                  <c:v>46173</c:v>
                </c:pt>
                <c:pt idx="41">
                  <c:v>46172</c:v>
                </c:pt>
                <c:pt idx="42">
                  <c:v>46171</c:v>
                </c:pt>
                <c:pt idx="43">
                  <c:v>46170</c:v>
                </c:pt>
                <c:pt idx="44">
                  <c:v>46169</c:v>
                </c:pt>
                <c:pt idx="45">
                  <c:v>46168</c:v>
                </c:pt>
                <c:pt idx="46">
                  <c:v>46167</c:v>
                </c:pt>
                <c:pt idx="47">
                  <c:v>46166</c:v>
                </c:pt>
                <c:pt idx="48">
                  <c:v>46165</c:v>
                </c:pt>
                <c:pt idx="49">
                  <c:v>46164</c:v>
                </c:pt>
                <c:pt idx="50">
                  <c:v>46163</c:v>
                </c:pt>
                <c:pt idx="51">
                  <c:v>46162</c:v>
                </c:pt>
                <c:pt idx="52">
                  <c:v>46161</c:v>
                </c:pt>
                <c:pt idx="53">
                  <c:v>46160</c:v>
                </c:pt>
                <c:pt idx="54">
                  <c:v>46159</c:v>
                </c:pt>
                <c:pt idx="55">
                  <c:v>46158</c:v>
                </c:pt>
                <c:pt idx="56">
                  <c:v>46157</c:v>
                </c:pt>
                <c:pt idx="57">
                  <c:v>46156</c:v>
                </c:pt>
                <c:pt idx="58">
                  <c:v>46155</c:v>
                </c:pt>
                <c:pt idx="59">
                  <c:v>46154</c:v>
                </c:pt>
                <c:pt idx="60">
                  <c:v>46153</c:v>
                </c:pt>
                <c:pt idx="61">
                  <c:v>46152</c:v>
                </c:pt>
                <c:pt idx="62">
                  <c:v>46151</c:v>
                </c:pt>
                <c:pt idx="63">
                  <c:v>46150</c:v>
                </c:pt>
                <c:pt idx="64">
                  <c:v>46149</c:v>
                </c:pt>
                <c:pt idx="65">
                  <c:v>46148</c:v>
                </c:pt>
                <c:pt idx="66">
                  <c:v>46147</c:v>
                </c:pt>
                <c:pt idx="67">
                  <c:v>46146</c:v>
                </c:pt>
                <c:pt idx="68">
                  <c:v>46145</c:v>
                </c:pt>
                <c:pt idx="69">
                  <c:v>46144</c:v>
                </c:pt>
                <c:pt idx="70">
                  <c:v>46143</c:v>
                </c:pt>
                <c:pt idx="71">
                  <c:v>46142</c:v>
                </c:pt>
                <c:pt idx="72">
                  <c:v>46141</c:v>
                </c:pt>
                <c:pt idx="73">
                  <c:v>46140</c:v>
                </c:pt>
                <c:pt idx="74">
                  <c:v>46139</c:v>
                </c:pt>
                <c:pt idx="75">
                  <c:v>46138</c:v>
                </c:pt>
                <c:pt idx="76">
                  <c:v>46137</c:v>
                </c:pt>
                <c:pt idx="77">
                  <c:v>46136</c:v>
                </c:pt>
                <c:pt idx="78">
                  <c:v>46135</c:v>
                </c:pt>
                <c:pt idx="79">
                  <c:v>46134</c:v>
                </c:pt>
                <c:pt idx="80">
                  <c:v>46133</c:v>
                </c:pt>
                <c:pt idx="81">
                  <c:v>46132</c:v>
                </c:pt>
                <c:pt idx="82">
                  <c:v>46131</c:v>
                </c:pt>
                <c:pt idx="83">
                  <c:v>46130</c:v>
                </c:pt>
                <c:pt idx="84">
                  <c:v>46129</c:v>
                </c:pt>
                <c:pt idx="85">
                  <c:v>46128</c:v>
                </c:pt>
                <c:pt idx="86">
                  <c:v>46127</c:v>
                </c:pt>
                <c:pt idx="87">
                  <c:v>46126</c:v>
                </c:pt>
                <c:pt idx="88">
                  <c:v>46125</c:v>
                </c:pt>
                <c:pt idx="89">
                  <c:v>46124</c:v>
                </c:pt>
                <c:pt idx="90">
                  <c:v>46123</c:v>
                </c:pt>
                <c:pt idx="91">
                  <c:v>46122</c:v>
                </c:pt>
                <c:pt idx="92">
                  <c:v>46121</c:v>
                </c:pt>
                <c:pt idx="93">
                  <c:v>46120</c:v>
                </c:pt>
                <c:pt idx="94">
                  <c:v>46119</c:v>
                </c:pt>
                <c:pt idx="95">
                  <c:v>46118</c:v>
                </c:pt>
                <c:pt idx="96">
                  <c:v>46117</c:v>
                </c:pt>
                <c:pt idx="97">
                  <c:v>46116</c:v>
                </c:pt>
                <c:pt idx="98">
                  <c:v>46115</c:v>
                </c:pt>
                <c:pt idx="99">
                  <c:v>46114</c:v>
                </c:pt>
                <c:pt idx="100">
                  <c:v>46113</c:v>
                </c:pt>
                <c:pt idx="101">
                  <c:v>46112</c:v>
                </c:pt>
                <c:pt idx="102">
                  <c:v>46111</c:v>
                </c:pt>
                <c:pt idx="103">
                  <c:v>46110</c:v>
                </c:pt>
                <c:pt idx="104">
                  <c:v>46109</c:v>
                </c:pt>
                <c:pt idx="105">
                  <c:v>46108</c:v>
                </c:pt>
                <c:pt idx="106">
                  <c:v>46107</c:v>
                </c:pt>
                <c:pt idx="107">
                  <c:v>46106</c:v>
                </c:pt>
                <c:pt idx="108">
                  <c:v>46105</c:v>
                </c:pt>
                <c:pt idx="109">
                  <c:v>46104</c:v>
                </c:pt>
                <c:pt idx="110">
                  <c:v>46103</c:v>
                </c:pt>
                <c:pt idx="111">
                  <c:v>46102</c:v>
                </c:pt>
                <c:pt idx="112">
                  <c:v>46101</c:v>
                </c:pt>
                <c:pt idx="113">
                  <c:v>46100</c:v>
                </c:pt>
                <c:pt idx="114">
                  <c:v>46099</c:v>
                </c:pt>
                <c:pt idx="115">
                  <c:v>46098</c:v>
                </c:pt>
                <c:pt idx="116">
                  <c:v>46097</c:v>
                </c:pt>
                <c:pt idx="117">
                  <c:v>46096</c:v>
                </c:pt>
                <c:pt idx="118">
                  <c:v>46095</c:v>
                </c:pt>
                <c:pt idx="119">
                  <c:v>46094</c:v>
                </c:pt>
                <c:pt idx="120">
                  <c:v>46093</c:v>
                </c:pt>
                <c:pt idx="121">
                  <c:v>46092</c:v>
                </c:pt>
                <c:pt idx="122">
                  <c:v>46091</c:v>
                </c:pt>
                <c:pt idx="123">
                  <c:v>46090</c:v>
                </c:pt>
                <c:pt idx="124">
                  <c:v>46089</c:v>
                </c:pt>
                <c:pt idx="125">
                  <c:v>46088</c:v>
                </c:pt>
                <c:pt idx="126">
                  <c:v>46087</c:v>
                </c:pt>
                <c:pt idx="127">
                  <c:v>46086</c:v>
                </c:pt>
                <c:pt idx="128">
                  <c:v>46085</c:v>
                </c:pt>
                <c:pt idx="129">
                  <c:v>46084</c:v>
                </c:pt>
                <c:pt idx="130">
                  <c:v>46083</c:v>
                </c:pt>
                <c:pt idx="131">
                  <c:v>46082</c:v>
                </c:pt>
                <c:pt idx="132">
                  <c:v>46081</c:v>
                </c:pt>
                <c:pt idx="133">
                  <c:v>46080</c:v>
                </c:pt>
                <c:pt idx="134">
                  <c:v>46079</c:v>
                </c:pt>
                <c:pt idx="135">
                  <c:v>46078</c:v>
                </c:pt>
                <c:pt idx="136">
                  <c:v>46077</c:v>
                </c:pt>
                <c:pt idx="137">
                  <c:v>46076</c:v>
                </c:pt>
                <c:pt idx="138">
                  <c:v>46075</c:v>
                </c:pt>
                <c:pt idx="139">
                  <c:v>46074</c:v>
                </c:pt>
                <c:pt idx="140">
                  <c:v>46073</c:v>
                </c:pt>
                <c:pt idx="141">
                  <c:v>46072</c:v>
                </c:pt>
                <c:pt idx="142">
                  <c:v>46071</c:v>
                </c:pt>
                <c:pt idx="143">
                  <c:v>46070</c:v>
                </c:pt>
                <c:pt idx="144">
                  <c:v>46069</c:v>
                </c:pt>
                <c:pt idx="145">
                  <c:v>46068</c:v>
                </c:pt>
                <c:pt idx="146">
                  <c:v>46067</c:v>
                </c:pt>
                <c:pt idx="147">
                  <c:v>46066</c:v>
                </c:pt>
                <c:pt idx="148">
                  <c:v>46065</c:v>
                </c:pt>
                <c:pt idx="149">
                  <c:v>46064</c:v>
                </c:pt>
                <c:pt idx="150">
                  <c:v>46063</c:v>
                </c:pt>
                <c:pt idx="151">
                  <c:v>46062</c:v>
                </c:pt>
                <c:pt idx="152">
                  <c:v>46061</c:v>
                </c:pt>
                <c:pt idx="153">
                  <c:v>46060</c:v>
                </c:pt>
                <c:pt idx="154">
                  <c:v>46059</c:v>
                </c:pt>
                <c:pt idx="155">
                  <c:v>46058</c:v>
                </c:pt>
                <c:pt idx="156">
                  <c:v>46057</c:v>
                </c:pt>
                <c:pt idx="157">
                  <c:v>46056</c:v>
                </c:pt>
                <c:pt idx="158">
                  <c:v>46055</c:v>
                </c:pt>
                <c:pt idx="159">
                  <c:v>46054</c:v>
                </c:pt>
                <c:pt idx="160">
                  <c:v>46053</c:v>
                </c:pt>
                <c:pt idx="161">
                  <c:v>46052</c:v>
                </c:pt>
                <c:pt idx="162">
                  <c:v>46051</c:v>
                </c:pt>
                <c:pt idx="163">
                  <c:v>46050</c:v>
                </c:pt>
                <c:pt idx="164">
                  <c:v>46049</c:v>
                </c:pt>
                <c:pt idx="165">
                  <c:v>46048</c:v>
                </c:pt>
                <c:pt idx="166">
                  <c:v>46047</c:v>
                </c:pt>
                <c:pt idx="167">
                  <c:v>46046</c:v>
                </c:pt>
                <c:pt idx="168">
                  <c:v>46045</c:v>
                </c:pt>
                <c:pt idx="169">
                  <c:v>46044</c:v>
                </c:pt>
                <c:pt idx="170">
                  <c:v>46043</c:v>
                </c:pt>
                <c:pt idx="171">
                  <c:v>46042</c:v>
                </c:pt>
                <c:pt idx="172">
                  <c:v>46041</c:v>
                </c:pt>
                <c:pt idx="173">
                  <c:v>46040</c:v>
                </c:pt>
                <c:pt idx="174">
                  <c:v>46039</c:v>
                </c:pt>
                <c:pt idx="175">
                  <c:v>46038</c:v>
                </c:pt>
                <c:pt idx="176">
                  <c:v>46037</c:v>
                </c:pt>
                <c:pt idx="177">
                  <c:v>46036</c:v>
                </c:pt>
                <c:pt idx="178">
                  <c:v>46035</c:v>
                </c:pt>
                <c:pt idx="179">
                  <c:v>46034</c:v>
                </c:pt>
                <c:pt idx="180">
                  <c:v>46033</c:v>
                </c:pt>
                <c:pt idx="181">
                  <c:v>46032</c:v>
                </c:pt>
                <c:pt idx="182">
                  <c:v>46031</c:v>
                </c:pt>
                <c:pt idx="183">
                  <c:v>46030</c:v>
                </c:pt>
                <c:pt idx="184">
                  <c:v>46029</c:v>
                </c:pt>
                <c:pt idx="185">
                  <c:v>46028</c:v>
                </c:pt>
                <c:pt idx="186">
                  <c:v>46027</c:v>
                </c:pt>
                <c:pt idx="187">
                  <c:v>46026</c:v>
                </c:pt>
                <c:pt idx="188">
                  <c:v>46025</c:v>
                </c:pt>
                <c:pt idx="189">
                  <c:v>46024</c:v>
                </c:pt>
                <c:pt idx="190">
                  <c:v>46023</c:v>
                </c:pt>
                <c:pt idx="191">
                  <c:v>46022</c:v>
                </c:pt>
                <c:pt idx="192">
                  <c:v>46021</c:v>
                </c:pt>
                <c:pt idx="193">
                  <c:v>46020</c:v>
                </c:pt>
                <c:pt idx="194">
                  <c:v>46019</c:v>
                </c:pt>
                <c:pt idx="195">
                  <c:v>46018</c:v>
                </c:pt>
                <c:pt idx="196">
                  <c:v>46017</c:v>
                </c:pt>
                <c:pt idx="197">
                  <c:v>46016</c:v>
                </c:pt>
                <c:pt idx="198">
                  <c:v>46015</c:v>
                </c:pt>
                <c:pt idx="199">
                  <c:v>46014</c:v>
                </c:pt>
                <c:pt idx="200">
                  <c:v>46013</c:v>
                </c:pt>
                <c:pt idx="201">
                  <c:v>46012</c:v>
                </c:pt>
                <c:pt idx="202">
                  <c:v>46011</c:v>
                </c:pt>
                <c:pt idx="203">
                  <c:v>46010</c:v>
                </c:pt>
                <c:pt idx="204">
                  <c:v>46009</c:v>
                </c:pt>
                <c:pt idx="205">
                  <c:v>46008</c:v>
                </c:pt>
                <c:pt idx="206">
                  <c:v>46007</c:v>
                </c:pt>
                <c:pt idx="207">
                  <c:v>46006</c:v>
                </c:pt>
                <c:pt idx="208">
                  <c:v>46005</c:v>
                </c:pt>
                <c:pt idx="209">
                  <c:v>46004</c:v>
                </c:pt>
                <c:pt idx="210">
                  <c:v>46003</c:v>
                </c:pt>
                <c:pt idx="211">
                  <c:v>46002</c:v>
                </c:pt>
                <c:pt idx="212">
                  <c:v>46001</c:v>
                </c:pt>
                <c:pt idx="213">
                  <c:v>46000</c:v>
                </c:pt>
                <c:pt idx="214">
                  <c:v>45999</c:v>
                </c:pt>
                <c:pt idx="215">
                  <c:v>45998</c:v>
                </c:pt>
                <c:pt idx="216">
                  <c:v>45997</c:v>
                </c:pt>
                <c:pt idx="217">
                  <c:v>45996</c:v>
                </c:pt>
                <c:pt idx="218">
                  <c:v>45995</c:v>
                </c:pt>
                <c:pt idx="219">
                  <c:v>45994</c:v>
                </c:pt>
                <c:pt idx="220">
                  <c:v>45993</c:v>
                </c:pt>
                <c:pt idx="221">
                  <c:v>45992</c:v>
                </c:pt>
                <c:pt idx="222">
                  <c:v>45991</c:v>
                </c:pt>
                <c:pt idx="223">
                  <c:v>45990</c:v>
                </c:pt>
                <c:pt idx="224">
                  <c:v>45989</c:v>
                </c:pt>
                <c:pt idx="225">
                  <c:v>45988</c:v>
                </c:pt>
                <c:pt idx="226">
                  <c:v>45987</c:v>
                </c:pt>
                <c:pt idx="227">
                  <c:v>45986</c:v>
                </c:pt>
                <c:pt idx="228">
                  <c:v>45985</c:v>
                </c:pt>
                <c:pt idx="229">
                  <c:v>45984</c:v>
                </c:pt>
                <c:pt idx="230">
                  <c:v>45983</c:v>
                </c:pt>
                <c:pt idx="231">
                  <c:v>45982</c:v>
                </c:pt>
                <c:pt idx="232">
                  <c:v>45981</c:v>
                </c:pt>
                <c:pt idx="233">
                  <c:v>45980</c:v>
                </c:pt>
                <c:pt idx="234">
                  <c:v>45979</c:v>
                </c:pt>
                <c:pt idx="235">
                  <c:v>45978</c:v>
                </c:pt>
                <c:pt idx="236">
                  <c:v>45977</c:v>
                </c:pt>
                <c:pt idx="237">
                  <c:v>45976</c:v>
                </c:pt>
                <c:pt idx="238">
                  <c:v>45975</c:v>
                </c:pt>
                <c:pt idx="239">
                  <c:v>45974</c:v>
                </c:pt>
                <c:pt idx="240">
                  <c:v>45973</c:v>
                </c:pt>
                <c:pt idx="241">
                  <c:v>45972</c:v>
                </c:pt>
                <c:pt idx="242">
                  <c:v>45971</c:v>
                </c:pt>
                <c:pt idx="243">
                  <c:v>45970</c:v>
                </c:pt>
                <c:pt idx="244">
                  <c:v>45969</c:v>
                </c:pt>
                <c:pt idx="245">
                  <c:v>45968</c:v>
                </c:pt>
                <c:pt idx="246">
                  <c:v>45967</c:v>
                </c:pt>
                <c:pt idx="247">
                  <c:v>45966</c:v>
                </c:pt>
                <c:pt idx="248">
                  <c:v>45965</c:v>
                </c:pt>
                <c:pt idx="249">
                  <c:v>45964</c:v>
                </c:pt>
                <c:pt idx="250">
                  <c:v>45963</c:v>
                </c:pt>
                <c:pt idx="251">
                  <c:v>45962</c:v>
                </c:pt>
                <c:pt idx="252">
                  <c:v>45961</c:v>
                </c:pt>
                <c:pt idx="253">
                  <c:v>45960</c:v>
                </c:pt>
                <c:pt idx="254">
                  <c:v>45959</c:v>
                </c:pt>
                <c:pt idx="255">
                  <c:v>45958</c:v>
                </c:pt>
                <c:pt idx="256">
                  <c:v>45957</c:v>
                </c:pt>
                <c:pt idx="257">
                  <c:v>45956</c:v>
                </c:pt>
                <c:pt idx="258">
                  <c:v>45955</c:v>
                </c:pt>
                <c:pt idx="259">
                  <c:v>45954</c:v>
                </c:pt>
                <c:pt idx="260">
                  <c:v>45953</c:v>
                </c:pt>
                <c:pt idx="261">
                  <c:v>45952</c:v>
                </c:pt>
                <c:pt idx="262">
                  <c:v>45951</c:v>
                </c:pt>
                <c:pt idx="263">
                  <c:v>45950</c:v>
                </c:pt>
                <c:pt idx="264">
                  <c:v>45949</c:v>
                </c:pt>
                <c:pt idx="265">
                  <c:v>45948</c:v>
                </c:pt>
                <c:pt idx="266">
                  <c:v>45947</c:v>
                </c:pt>
                <c:pt idx="267">
                  <c:v>45946</c:v>
                </c:pt>
                <c:pt idx="268">
                  <c:v>45945</c:v>
                </c:pt>
                <c:pt idx="269">
                  <c:v>45944</c:v>
                </c:pt>
                <c:pt idx="270">
                  <c:v>45943</c:v>
                </c:pt>
                <c:pt idx="271">
                  <c:v>45942</c:v>
                </c:pt>
                <c:pt idx="272">
                  <c:v>45941</c:v>
                </c:pt>
                <c:pt idx="273">
                  <c:v>45940</c:v>
                </c:pt>
                <c:pt idx="274">
                  <c:v>45939</c:v>
                </c:pt>
                <c:pt idx="275">
                  <c:v>45938</c:v>
                </c:pt>
                <c:pt idx="276">
                  <c:v>45937</c:v>
                </c:pt>
                <c:pt idx="277">
                  <c:v>45936</c:v>
                </c:pt>
                <c:pt idx="278">
                  <c:v>45935</c:v>
                </c:pt>
                <c:pt idx="279">
                  <c:v>45934</c:v>
                </c:pt>
                <c:pt idx="280">
                  <c:v>45933</c:v>
                </c:pt>
                <c:pt idx="281">
                  <c:v>45932</c:v>
                </c:pt>
                <c:pt idx="282">
                  <c:v>45931</c:v>
                </c:pt>
                <c:pt idx="283">
                  <c:v>45930</c:v>
                </c:pt>
                <c:pt idx="284">
                  <c:v>45929</c:v>
                </c:pt>
                <c:pt idx="285">
                  <c:v>45928</c:v>
                </c:pt>
                <c:pt idx="286">
                  <c:v>45927</c:v>
                </c:pt>
                <c:pt idx="287">
                  <c:v>45926</c:v>
                </c:pt>
                <c:pt idx="288">
                  <c:v>45925</c:v>
                </c:pt>
                <c:pt idx="289">
                  <c:v>45924</c:v>
                </c:pt>
                <c:pt idx="290">
                  <c:v>45923</c:v>
                </c:pt>
                <c:pt idx="291">
                  <c:v>45922</c:v>
                </c:pt>
                <c:pt idx="292">
                  <c:v>45921</c:v>
                </c:pt>
                <c:pt idx="293">
                  <c:v>45920</c:v>
                </c:pt>
                <c:pt idx="294">
                  <c:v>45919</c:v>
                </c:pt>
                <c:pt idx="295">
                  <c:v>45918</c:v>
                </c:pt>
                <c:pt idx="296">
                  <c:v>45917</c:v>
                </c:pt>
                <c:pt idx="297">
                  <c:v>45916</c:v>
                </c:pt>
                <c:pt idx="298">
                  <c:v>45915</c:v>
                </c:pt>
                <c:pt idx="299">
                  <c:v>45914</c:v>
                </c:pt>
                <c:pt idx="300">
                  <c:v>45913</c:v>
                </c:pt>
                <c:pt idx="301">
                  <c:v>45912</c:v>
                </c:pt>
                <c:pt idx="302">
                  <c:v>45911</c:v>
                </c:pt>
                <c:pt idx="303">
                  <c:v>45910</c:v>
                </c:pt>
                <c:pt idx="304">
                  <c:v>45909</c:v>
                </c:pt>
                <c:pt idx="305">
                  <c:v>45908</c:v>
                </c:pt>
                <c:pt idx="306">
                  <c:v>45907</c:v>
                </c:pt>
                <c:pt idx="307">
                  <c:v>45906</c:v>
                </c:pt>
                <c:pt idx="308">
                  <c:v>45905</c:v>
                </c:pt>
                <c:pt idx="309">
                  <c:v>45904</c:v>
                </c:pt>
                <c:pt idx="310">
                  <c:v>45903</c:v>
                </c:pt>
                <c:pt idx="311">
                  <c:v>45902</c:v>
                </c:pt>
                <c:pt idx="312">
                  <c:v>45901</c:v>
                </c:pt>
                <c:pt idx="313">
                  <c:v>45900</c:v>
                </c:pt>
                <c:pt idx="314">
                  <c:v>45899</c:v>
                </c:pt>
                <c:pt idx="315">
                  <c:v>45898</c:v>
                </c:pt>
                <c:pt idx="316">
                  <c:v>45897</c:v>
                </c:pt>
                <c:pt idx="317">
                  <c:v>45896</c:v>
                </c:pt>
                <c:pt idx="318">
                  <c:v>45895</c:v>
                </c:pt>
                <c:pt idx="319">
                  <c:v>45894</c:v>
                </c:pt>
                <c:pt idx="320">
                  <c:v>45893</c:v>
                </c:pt>
                <c:pt idx="321">
                  <c:v>45892</c:v>
                </c:pt>
                <c:pt idx="322">
                  <c:v>45891</c:v>
                </c:pt>
                <c:pt idx="323">
                  <c:v>45890</c:v>
                </c:pt>
                <c:pt idx="324">
                  <c:v>45889</c:v>
                </c:pt>
                <c:pt idx="325">
                  <c:v>45888</c:v>
                </c:pt>
                <c:pt idx="326">
                  <c:v>45887</c:v>
                </c:pt>
                <c:pt idx="327">
                  <c:v>45886</c:v>
                </c:pt>
                <c:pt idx="328">
                  <c:v>45885</c:v>
                </c:pt>
                <c:pt idx="329">
                  <c:v>45884</c:v>
                </c:pt>
                <c:pt idx="330">
                  <c:v>45883</c:v>
                </c:pt>
                <c:pt idx="331">
                  <c:v>45882</c:v>
                </c:pt>
                <c:pt idx="332">
                  <c:v>45881</c:v>
                </c:pt>
                <c:pt idx="333">
                  <c:v>45880</c:v>
                </c:pt>
                <c:pt idx="334">
                  <c:v>45879</c:v>
                </c:pt>
                <c:pt idx="335">
                  <c:v>45878</c:v>
                </c:pt>
                <c:pt idx="336">
                  <c:v>45877</c:v>
                </c:pt>
                <c:pt idx="337">
                  <c:v>45876</c:v>
                </c:pt>
                <c:pt idx="338">
                  <c:v>45875</c:v>
                </c:pt>
                <c:pt idx="339">
                  <c:v>45874</c:v>
                </c:pt>
                <c:pt idx="340">
                  <c:v>45873</c:v>
                </c:pt>
                <c:pt idx="341">
                  <c:v>45872</c:v>
                </c:pt>
                <c:pt idx="342">
                  <c:v>45871</c:v>
                </c:pt>
                <c:pt idx="343">
                  <c:v>45870</c:v>
                </c:pt>
                <c:pt idx="344">
                  <c:v>45869</c:v>
                </c:pt>
                <c:pt idx="345">
                  <c:v>45868</c:v>
                </c:pt>
                <c:pt idx="346">
                  <c:v>45867</c:v>
                </c:pt>
                <c:pt idx="347">
                  <c:v>45866</c:v>
                </c:pt>
                <c:pt idx="348">
                  <c:v>45865</c:v>
                </c:pt>
                <c:pt idx="349">
                  <c:v>45864</c:v>
                </c:pt>
                <c:pt idx="350">
                  <c:v>45863</c:v>
                </c:pt>
                <c:pt idx="351">
                  <c:v>45862</c:v>
                </c:pt>
                <c:pt idx="352">
                  <c:v>45861</c:v>
                </c:pt>
                <c:pt idx="353">
                  <c:v>45860</c:v>
                </c:pt>
                <c:pt idx="354">
                  <c:v>45859</c:v>
                </c:pt>
                <c:pt idx="355">
                  <c:v>45858</c:v>
                </c:pt>
                <c:pt idx="356">
                  <c:v>45857</c:v>
                </c:pt>
                <c:pt idx="357">
                  <c:v>45856</c:v>
                </c:pt>
                <c:pt idx="358">
                  <c:v>45855</c:v>
                </c:pt>
                <c:pt idx="359">
                  <c:v>45854</c:v>
                </c:pt>
                <c:pt idx="360">
                  <c:v>45853</c:v>
                </c:pt>
                <c:pt idx="361">
                  <c:v>45852</c:v>
                </c:pt>
                <c:pt idx="362">
                  <c:v>45851</c:v>
                </c:pt>
                <c:pt idx="363">
                  <c:v>45850</c:v>
                </c:pt>
                <c:pt idx="364">
                  <c:v>45849</c:v>
                </c:pt>
                <c:pt idx="365">
                  <c:v>45848</c:v>
                </c:pt>
                <c:pt idx="366">
                  <c:v>45847</c:v>
                </c:pt>
                <c:pt idx="367">
                  <c:v>45846</c:v>
                </c:pt>
                <c:pt idx="368">
                  <c:v>45845</c:v>
                </c:pt>
                <c:pt idx="369">
                  <c:v>45844</c:v>
                </c:pt>
                <c:pt idx="370">
                  <c:v>45843</c:v>
                </c:pt>
                <c:pt idx="371">
                  <c:v>45842</c:v>
                </c:pt>
                <c:pt idx="372">
                  <c:v>45841</c:v>
                </c:pt>
                <c:pt idx="373">
                  <c:v>45840</c:v>
                </c:pt>
                <c:pt idx="374">
                  <c:v>45839</c:v>
                </c:pt>
                <c:pt idx="375">
                  <c:v>45838</c:v>
                </c:pt>
                <c:pt idx="376">
                  <c:v>45837</c:v>
                </c:pt>
                <c:pt idx="377">
                  <c:v>45836</c:v>
                </c:pt>
                <c:pt idx="378">
                  <c:v>45835</c:v>
                </c:pt>
                <c:pt idx="379">
                  <c:v>45834</c:v>
                </c:pt>
                <c:pt idx="380">
                  <c:v>45833</c:v>
                </c:pt>
                <c:pt idx="381">
                  <c:v>45832</c:v>
                </c:pt>
                <c:pt idx="382">
                  <c:v>45831</c:v>
                </c:pt>
                <c:pt idx="383">
                  <c:v>45830</c:v>
                </c:pt>
                <c:pt idx="384">
                  <c:v>45829</c:v>
                </c:pt>
                <c:pt idx="385">
                  <c:v>45828</c:v>
                </c:pt>
                <c:pt idx="386">
                  <c:v>45827</c:v>
                </c:pt>
                <c:pt idx="387">
                  <c:v>45826</c:v>
                </c:pt>
                <c:pt idx="388">
                  <c:v>45825</c:v>
                </c:pt>
                <c:pt idx="389">
                  <c:v>45824</c:v>
                </c:pt>
                <c:pt idx="390">
                  <c:v>45823</c:v>
                </c:pt>
                <c:pt idx="391">
                  <c:v>45822</c:v>
                </c:pt>
                <c:pt idx="392">
                  <c:v>45821</c:v>
                </c:pt>
                <c:pt idx="393">
                  <c:v>45820</c:v>
                </c:pt>
                <c:pt idx="394">
                  <c:v>45819</c:v>
                </c:pt>
                <c:pt idx="395">
                  <c:v>45818</c:v>
                </c:pt>
                <c:pt idx="396">
                  <c:v>45817</c:v>
                </c:pt>
                <c:pt idx="397">
                  <c:v>45816</c:v>
                </c:pt>
                <c:pt idx="398">
                  <c:v>45815</c:v>
                </c:pt>
                <c:pt idx="399">
                  <c:v>45814</c:v>
                </c:pt>
                <c:pt idx="400">
                  <c:v>45813</c:v>
                </c:pt>
                <c:pt idx="401">
                  <c:v>45812</c:v>
                </c:pt>
                <c:pt idx="402">
                  <c:v>45811</c:v>
                </c:pt>
                <c:pt idx="403">
                  <c:v>45810</c:v>
                </c:pt>
                <c:pt idx="404">
                  <c:v>45809</c:v>
                </c:pt>
                <c:pt idx="405">
                  <c:v>45808</c:v>
                </c:pt>
                <c:pt idx="406">
                  <c:v>45807</c:v>
                </c:pt>
                <c:pt idx="407">
                  <c:v>45806</c:v>
                </c:pt>
                <c:pt idx="408">
                  <c:v>45805</c:v>
                </c:pt>
                <c:pt idx="409">
                  <c:v>45804</c:v>
                </c:pt>
                <c:pt idx="410">
                  <c:v>45803</c:v>
                </c:pt>
                <c:pt idx="411">
                  <c:v>45802</c:v>
                </c:pt>
                <c:pt idx="412">
                  <c:v>45801</c:v>
                </c:pt>
                <c:pt idx="413">
                  <c:v>45800</c:v>
                </c:pt>
                <c:pt idx="414">
                  <c:v>45799</c:v>
                </c:pt>
                <c:pt idx="415">
                  <c:v>45798</c:v>
                </c:pt>
                <c:pt idx="416">
                  <c:v>45797</c:v>
                </c:pt>
                <c:pt idx="417">
                  <c:v>45796</c:v>
                </c:pt>
                <c:pt idx="418">
                  <c:v>45795</c:v>
                </c:pt>
                <c:pt idx="419">
                  <c:v>45794</c:v>
                </c:pt>
                <c:pt idx="420">
                  <c:v>45793</c:v>
                </c:pt>
                <c:pt idx="421">
                  <c:v>45792</c:v>
                </c:pt>
                <c:pt idx="422">
                  <c:v>45791</c:v>
                </c:pt>
                <c:pt idx="423">
                  <c:v>45790</c:v>
                </c:pt>
                <c:pt idx="424">
                  <c:v>45789</c:v>
                </c:pt>
                <c:pt idx="425">
                  <c:v>45788</c:v>
                </c:pt>
                <c:pt idx="426">
                  <c:v>45787</c:v>
                </c:pt>
                <c:pt idx="427">
                  <c:v>45786</c:v>
                </c:pt>
                <c:pt idx="428">
                  <c:v>45785</c:v>
                </c:pt>
                <c:pt idx="429">
                  <c:v>45784</c:v>
                </c:pt>
                <c:pt idx="430">
                  <c:v>45783</c:v>
                </c:pt>
                <c:pt idx="431">
                  <c:v>45782</c:v>
                </c:pt>
                <c:pt idx="432">
                  <c:v>45781</c:v>
                </c:pt>
                <c:pt idx="433">
                  <c:v>45780</c:v>
                </c:pt>
                <c:pt idx="434">
                  <c:v>45779</c:v>
                </c:pt>
                <c:pt idx="435">
                  <c:v>45778</c:v>
                </c:pt>
                <c:pt idx="436">
                  <c:v>45777</c:v>
                </c:pt>
                <c:pt idx="437">
                  <c:v>45776</c:v>
                </c:pt>
                <c:pt idx="438">
                  <c:v>45775</c:v>
                </c:pt>
                <c:pt idx="439">
                  <c:v>45774</c:v>
                </c:pt>
                <c:pt idx="440">
                  <c:v>45773</c:v>
                </c:pt>
                <c:pt idx="441">
                  <c:v>45772</c:v>
                </c:pt>
                <c:pt idx="442">
                  <c:v>45771</c:v>
                </c:pt>
                <c:pt idx="443">
                  <c:v>45770</c:v>
                </c:pt>
                <c:pt idx="444">
                  <c:v>45769</c:v>
                </c:pt>
                <c:pt idx="445">
                  <c:v>45768</c:v>
                </c:pt>
                <c:pt idx="446">
                  <c:v>45767</c:v>
                </c:pt>
                <c:pt idx="447">
                  <c:v>45766</c:v>
                </c:pt>
                <c:pt idx="448">
                  <c:v>45765</c:v>
                </c:pt>
                <c:pt idx="449">
                  <c:v>45764</c:v>
                </c:pt>
                <c:pt idx="450">
                  <c:v>45763</c:v>
                </c:pt>
                <c:pt idx="451">
                  <c:v>45762</c:v>
                </c:pt>
                <c:pt idx="452">
                  <c:v>45761</c:v>
                </c:pt>
                <c:pt idx="453">
                  <c:v>45760</c:v>
                </c:pt>
                <c:pt idx="454">
                  <c:v>45759</c:v>
                </c:pt>
                <c:pt idx="455">
                  <c:v>45758</c:v>
                </c:pt>
                <c:pt idx="456">
                  <c:v>45757</c:v>
                </c:pt>
                <c:pt idx="457">
                  <c:v>45756</c:v>
                </c:pt>
                <c:pt idx="458">
                  <c:v>45755</c:v>
                </c:pt>
                <c:pt idx="459">
                  <c:v>45754</c:v>
                </c:pt>
                <c:pt idx="460">
                  <c:v>45753</c:v>
                </c:pt>
                <c:pt idx="461">
                  <c:v>45752</c:v>
                </c:pt>
                <c:pt idx="462">
                  <c:v>45751</c:v>
                </c:pt>
                <c:pt idx="463">
                  <c:v>45750</c:v>
                </c:pt>
                <c:pt idx="464">
                  <c:v>45749</c:v>
                </c:pt>
                <c:pt idx="465">
                  <c:v>45748</c:v>
                </c:pt>
                <c:pt idx="466">
                  <c:v>45747</c:v>
                </c:pt>
                <c:pt idx="467">
                  <c:v>45746</c:v>
                </c:pt>
                <c:pt idx="468">
                  <c:v>45745</c:v>
                </c:pt>
                <c:pt idx="469">
                  <c:v>45744</c:v>
                </c:pt>
                <c:pt idx="470">
                  <c:v>45743</c:v>
                </c:pt>
                <c:pt idx="471">
                  <c:v>45742</c:v>
                </c:pt>
                <c:pt idx="472">
                  <c:v>45741</c:v>
                </c:pt>
                <c:pt idx="473">
                  <c:v>45740</c:v>
                </c:pt>
                <c:pt idx="474">
                  <c:v>45739</c:v>
                </c:pt>
                <c:pt idx="475">
                  <c:v>45738</c:v>
                </c:pt>
                <c:pt idx="476">
                  <c:v>45737</c:v>
                </c:pt>
                <c:pt idx="477">
                  <c:v>45736</c:v>
                </c:pt>
                <c:pt idx="478">
                  <c:v>45735</c:v>
                </c:pt>
                <c:pt idx="479">
                  <c:v>45734</c:v>
                </c:pt>
                <c:pt idx="480">
                  <c:v>45733</c:v>
                </c:pt>
                <c:pt idx="481">
                  <c:v>45732</c:v>
                </c:pt>
                <c:pt idx="482">
                  <c:v>45731</c:v>
                </c:pt>
                <c:pt idx="483">
                  <c:v>45730</c:v>
                </c:pt>
                <c:pt idx="484">
                  <c:v>45729</c:v>
                </c:pt>
                <c:pt idx="485">
                  <c:v>45728</c:v>
                </c:pt>
                <c:pt idx="486">
                  <c:v>45727</c:v>
                </c:pt>
                <c:pt idx="487">
                  <c:v>45726</c:v>
                </c:pt>
                <c:pt idx="488">
                  <c:v>45725</c:v>
                </c:pt>
                <c:pt idx="489">
                  <c:v>45724</c:v>
                </c:pt>
                <c:pt idx="490">
                  <c:v>45723</c:v>
                </c:pt>
                <c:pt idx="491">
                  <c:v>45722</c:v>
                </c:pt>
                <c:pt idx="492">
                  <c:v>45721</c:v>
                </c:pt>
                <c:pt idx="493">
                  <c:v>45720</c:v>
                </c:pt>
                <c:pt idx="494">
                  <c:v>45719</c:v>
                </c:pt>
                <c:pt idx="495">
                  <c:v>45718</c:v>
                </c:pt>
                <c:pt idx="496">
                  <c:v>45717</c:v>
                </c:pt>
                <c:pt idx="497">
                  <c:v>45716</c:v>
                </c:pt>
                <c:pt idx="498">
                  <c:v>45715</c:v>
                </c:pt>
                <c:pt idx="499">
                  <c:v>45714</c:v>
                </c:pt>
                <c:pt idx="500">
                  <c:v>45713</c:v>
                </c:pt>
                <c:pt idx="501">
                  <c:v>45712</c:v>
                </c:pt>
                <c:pt idx="502">
                  <c:v>45711</c:v>
                </c:pt>
                <c:pt idx="503">
                  <c:v>45710</c:v>
                </c:pt>
                <c:pt idx="504">
                  <c:v>45709</c:v>
                </c:pt>
                <c:pt idx="505">
                  <c:v>45708</c:v>
                </c:pt>
                <c:pt idx="506">
                  <c:v>45707</c:v>
                </c:pt>
                <c:pt idx="507">
                  <c:v>45706</c:v>
                </c:pt>
                <c:pt idx="508">
                  <c:v>45705</c:v>
                </c:pt>
                <c:pt idx="509">
                  <c:v>45704</c:v>
                </c:pt>
                <c:pt idx="510">
                  <c:v>45703</c:v>
                </c:pt>
                <c:pt idx="511">
                  <c:v>45702</c:v>
                </c:pt>
                <c:pt idx="512">
                  <c:v>45701</c:v>
                </c:pt>
                <c:pt idx="513">
                  <c:v>45700</c:v>
                </c:pt>
                <c:pt idx="514">
                  <c:v>45699</c:v>
                </c:pt>
                <c:pt idx="515">
                  <c:v>45698</c:v>
                </c:pt>
                <c:pt idx="516">
                  <c:v>45697</c:v>
                </c:pt>
                <c:pt idx="517">
                  <c:v>45696</c:v>
                </c:pt>
                <c:pt idx="518">
                  <c:v>45695</c:v>
                </c:pt>
                <c:pt idx="519">
                  <c:v>45694</c:v>
                </c:pt>
                <c:pt idx="520">
                  <c:v>45693</c:v>
                </c:pt>
                <c:pt idx="521">
                  <c:v>45692</c:v>
                </c:pt>
                <c:pt idx="522">
                  <c:v>45691</c:v>
                </c:pt>
                <c:pt idx="523">
                  <c:v>45690</c:v>
                </c:pt>
                <c:pt idx="524">
                  <c:v>45689</c:v>
                </c:pt>
                <c:pt idx="525">
                  <c:v>45688</c:v>
                </c:pt>
                <c:pt idx="526">
                  <c:v>45687</c:v>
                </c:pt>
                <c:pt idx="527">
                  <c:v>45686</c:v>
                </c:pt>
                <c:pt idx="528">
                  <c:v>45685</c:v>
                </c:pt>
                <c:pt idx="529">
                  <c:v>45684</c:v>
                </c:pt>
                <c:pt idx="530">
                  <c:v>45683</c:v>
                </c:pt>
                <c:pt idx="531">
                  <c:v>45682</c:v>
                </c:pt>
                <c:pt idx="532">
                  <c:v>45681</c:v>
                </c:pt>
                <c:pt idx="533">
                  <c:v>45680</c:v>
                </c:pt>
                <c:pt idx="534">
                  <c:v>45679</c:v>
                </c:pt>
                <c:pt idx="535">
                  <c:v>45678</c:v>
                </c:pt>
                <c:pt idx="536">
                  <c:v>45677</c:v>
                </c:pt>
                <c:pt idx="537">
                  <c:v>45676</c:v>
                </c:pt>
                <c:pt idx="538">
                  <c:v>45675</c:v>
                </c:pt>
                <c:pt idx="539">
                  <c:v>45674</c:v>
                </c:pt>
                <c:pt idx="540">
                  <c:v>45673</c:v>
                </c:pt>
                <c:pt idx="541">
                  <c:v>45672</c:v>
                </c:pt>
                <c:pt idx="542">
                  <c:v>45671</c:v>
                </c:pt>
                <c:pt idx="543">
                  <c:v>45670</c:v>
                </c:pt>
                <c:pt idx="544">
                  <c:v>45669</c:v>
                </c:pt>
                <c:pt idx="545">
                  <c:v>45668</c:v>
                </c:pt>
                <c:pt idx="546">
                  <c:v>45667</c:v>
                </c:pt>
                <c:pt idx="547">
                  <c:v>45666</c:v>
                </c:pt>
                <c:pt idx="548">
                  <c:v>45665</c:v>
                </c:pt>
                <c:pt idx="549">
                  <c:v>45664</c:v>
                </c:pt>
                <c:pt idx="550">
                  <c:v>45663</c:v>
                </c:pt>
                <c:pt idx="551">
                  <c:v>45662</c:v>
                </c:pt>
                <c:pt idx="552">
                  <c:v>45661</c:v>
                </c:pt>
                <c:pt idx="553">
                  <c:v>45660</c:v>
                </c:pt>
                <c:pt idx="554">
                  <c:v>45659</c:v>
                </c:pt>
                <c:pt idx="555">
                  <c:v>45658</c:v>
                </c:pt>
                <c:pt idx="556">
                  <c:v>45657</c:v>
                </c:pt>
                <c:pt idx="557">
                  <c:v>45656</c:v>
                </c:pt>
                <c:pt idx="558">
                  <c:v>45655</c:v>
                </c:pt>
                <c:pt idx="559">
                  <c:v>45654</c:v>
                </c:pt>
                <c:pt idx="560">
                  <c:v>45653</c:v>
                </c:pt>
                <c:pt idx="561">
                  <c:v>45652</c:v>
                </c:pt>
                <c:pt idx="562">
                  <c:v>45651</c:v>
                </c:pt>
                <c:pt idx="563">
                  <c:v>45650</c:v>
                </c:pt>
                <c:pt idx="564">
                  <c:v>45649</c:v>
                </c:pt>
                <c:pt idx="565">
                  <c:v>45648</c:v>
                </c:pt>
                <c:pt idx="566">
                  <c:v>45647</c:v>
                </c:pt>
                <c:pt idx="567">
                  <c:v>45646</c:v>
                </c:pt>
                <c:pt idx="568">
                  <c:v>45645</c:v>
                </c:pt>
                <c:pt idx="569">
                  <c:v>45644</c:v>
                </c:pt>
                <c:pt idx="570">
                  <c:v>45643</c:v>
                </c:pt>
                <c:pt idx="571">
                  <c:v>45642</c:v>
                </c:pt>
                <c:pt idx="572">
                  <c:v>45641</c:v>
                </c:pt>
                <c:pt idx="573">
                  <c:v>45640</c:v>
                </c:pt>
                <c:pt idx="574">
                  <c:v>45639</c:v>
                </c:pt>
                <c:pt idx="575">
                  <c:v>45638</c:v>
                </c:pt>
                <c:pt idx="576">
                  <c:v>45637</c:v>
                </c:pt>
                <c:pt idx="577">
                  <c:v>45636</c:v>
                </c:pt>
                <c:pt idx="578">
                  <c:v>45635</c:v>
                </c:pt>
                <c:pt idx="579">
                  <c:v>45634</c:v>
                </c:pt>
                <c:pt idx="580">
                  <c:v>45633</c:v>
                </c:pt>
                <c:pt idx="581">
                  <c:v>45632</c:v>
                </c:pt>
                <c:pt idx="582">
                  <c:v>45631</c:v>
                </c:pt>
                <c:pt idx="583">
                  <c:v>45630</c:v>
                </c:pt>
                <c:pt idx="584">
                  <c:v>45629</c:v>
                </c:pt>
                <c:pt idx="585">
                  <c:v>45628</c:v>
                </c:pt>
                <c:pt idx="586">
                  <c:v>45627</c:v>
                </c:pt>
                <c:pt idx="587">
                  <c:v>45626</c:v>
                </c:pt>
                <c:pt idx="588">
                  <c:v>45625</c:v>
                </c:pt>
                <c:pt idx="589">
                  <c:v>45624</c:v>
                </c:pt>
                <c:pt idx="590">
                  <c:v>45623</c:v>
                </c:pt>
                <c:pt idx="591">
                  <c:v>45622</c:v>
                </c:pt>
                <c:pt idx="592">
                  <c:v>45621</c:v>
                </c:pt>
                <c:pt idx="593">
                  <c:v>45620</c:v>
                </c:pt>
                <c:pt idx="594">
                  <c:v>45619</c:v>
                </c:pt>
                <c:pt idx="595">
                  <c:v>45618</c:v>
                </c:pt>
                <c:pt idx="596">
                  <c:v>45617</c:v>
                </c:pt>
                <c:pt idx="597">
                  <c:v>45616</c:v>
                </c:pt>
                <c:pt idx="598">
                  <c:v>45615</c:v>
                </c:pt>
                <c:pt idx="599">
                  <c:v>45614</c:v>
                </c:pt>
                <c:pt idx="600">
                  <c:v>45613</c:v>
                </c:pt>
                <c:pt idx="601">
                  <c:v>45612</c:v>
                </c:pt>
                <c:pt idx="602">
                  <c:v>45611</c:v>
                </c:pt>
                <c:pt idx="603">
                  <c:v>45610</c:v>
                </c:pt>
                <c:pt idx="604">
                  <c:v>45609</c:v>
                </c:pt>
                <c:pt idx="605">
                  <c:v>45608</c:v>
                </c:pt>
                <c:pt idx="606">
                  <c:v>45607</c:v>
                </c:pt>
                <c:pt idx="607">
                  <c:v>45606</c:v>
                </c:pt>
                <c:pt idx="608">
                  <c:v>45605</c:v>
                </c:pt>
                <c:pt idx="609">
                  <c:v>45604</c:v>
                </c:pt>
                <c:pt idx="610">
                  <c:v>45603</c:v>
                </c:pt>
                <c:pt idx="611">
                  <c:v>45602</c:v>
                </c:pt>
                <c:pt idx="612">
                  <c:v>45601</c:v>
                </c:pt>
                <c:pt idx="613">
                  <c:v>45600</c:v>
                </c:pt>
                <c:pt idx="614">
                  <c:v>45599</c:v>
                </c:pt>
                <c:pt idx="615">
                  <c:v>45598</c:v>
                </c:pt>
                <c:pt idx="616">
                  <c:v>45597</c:v>
                </c:pt>
                <c:pt idx="617">
                  <c:v>45596</c:v>
                </c:pt>
                <c:pt idx="618">
                  <c:v>45595</c:v>
                </c:pt>
                <c:pt idx="619">
                  <c:v>45594</c:v>
                </c:pt>
                <c:pt idx="620">
                  <c:v>45593</c:v>
                </c:pt>
                <c:pt idx="621">
                  <c:v>45592</c:v>
                </c:pt>
                <c:pt idx="622">
                  <c:v>45591</c:v>
                </c:pt>
                <c:pt idx="623">
                  <c:v>45590</c:v>
                </c:pt>
                <c:pt idx="624">
                  <c:v>45589</c:v>
                </c:pt>
                <c:pt idx="625">
                  <c:v>45588</c:v>
                </c:pt>
                <c:pt idx="626">
                  <c:v>45587</c:v>
                </c:pt>
                <c:pt idx="627">
                  <c:v>45586</c:v>
                </c:pt>
                <c:pt idx="628">
                  <c:v>45585</c:v>
                </c:pt>
                <c:pt idx="629">
                  <c:v>45584</c:v>
                </c:pt>
                <c:pt idx="630">
                  <c:v>45583</c:v>
                </c:pt>
                <c:pt idx="631">
                  <c:v>45582</c:v>
                </c:pt>
                <c:pt idx="632">
                  <c:v>45581</c:v>
                </c:pt>
                <c:pt idx="633">
                  <c:v>45580</c:v>
                </c:pt>
                <c:pt idx="634">
                  <c:v>45579</c:v>
                </c:pt>
                <c:pt idx="635">
                  <c:v>45578</c:v>
                </c:pt>
                <c:pt idx="636">
                  <c:v>45577</c:v>
                </c:pt>
                <c:pt idx="637">
                  <c:v>45576</c:v>
                </c:pt>
                <c:pt idx="638">
                  <c:v>45575</c:v>
                </c:pt>
                <c:pt idx="639">
                  <c:v>45574</c:v>
                </c:pt>
                <c:pt idx="640">
                  <c:v>45573</c:v>
                </c:pt>
                <c:pt idx="641">
                  <c:v>45572</c:v>
                </c:pt>
                <c:pt idx="642">
                  <c:v>45571</c:v>
                </c:pt>
                <c:pt idx="643">
                  <c:v>45570</c:v>
                </c:pt>
                <c:pt idx="644">
                  <c:v>45569</c:v>
                </c:pt>
                <c:pt idx="645">
                  <c:v>45568</c:v>
                </c:pt>
                <c:pt idx="646">
                  <c:v>45567</c:v>
                </c:pt>
                <c:pt idx="647">
                  <c:v>45566</c:v>
                </c:pt>
                <c:pt idx="648">
                  <c:v>45565</c:v>
                </c:pt>
                <c:pt idx="649">
                  <c:v>45564</c:v>
                </c:pt>
                <c:pt idx="650">
                  <c:v>45563</c:v>
                </c:pt>
                <c:pt idx="651">
                  <c:v>45562</c:v>
                </c:pt>
                <c:pt idx="652">
                  <c:v>45561</c:v>
                </c:pt>
                <c:pt idx="653">
                  <c:v>45560</c:v>
                </c:pt>
                <c:pt idx="654">
                  <c:v>45559</c:v>
                </c:pt>
                <c:pt idx="655">
                  <c:v>45558</c:v>
                </c:pt>
                <c:pt idx="656">
                  <c:v>45557</c:v>
                </c:pt>
                <c:pt idx="657">
                  <c:v>45556</c:v>
                </c:pt>
                <c:pt idx="658">
                  <c:v>45555</c:v>
                </c:pt>
                <c:pt idx="659">
                  <c:v>45554</c:v>
                </c:pt>
                <c:pt idx="660">
                  <c:v>45553</c:v>
                </c:pt>
                <c:pt idx="661">
                  <c:v>45552</c:v>
                </c:pt>
                <c:pt idx="662">
                  <c:v>45551</c:v>
                </c:pt>
                <c:pt idx="663">
                  <c:v>45550</c:v>
                </c:pt>
                <c:pt idx="664">
                  <c:v>45549</c:v>
                </c:pt>
                <c:pt idx="665">
                  <c:v>45548</c:v>
                </c:pt>
                <c:pt idx="666">
                  <c:v>45547</c:v>
                </c:pt>
                <c:pt idx="667">
                  <c:v>45546</c:v>
                </c:pt>
                <c:pt idx="668">
                  <c:v>45545</c:v>
                </c:pt>
                <c:pt idx="669">
                  <c:v>45544</c:v>
                </c:pt>
                <c:pt idx="670">
                  <c:v>45543</c:v>
                </c:pt>
                <c:pt idx="671">
                  <c:v>45542</c:v>
                </c:pt>
                <c:pt idx="672">
                  <c:v>45541</c:v>
                </c:pt>
                <c:pt idx="673">
                  <c:v>45540</c:v>
                </c:pt>
                <c:pt idx="674">
                  <c:v>45539</c:v>
                </c:pt>
                <c:pt idx="675">
                  <c:v>45538</c:v>
                </c:pt>
                <c:pt idx="676">
                  <c:v>45537</c:v>
                </c:pt>
                <c:pt idx="677">
                  <c:v>45536</c:v>
                </c:pt>
                <c:pt idx="678">
                  <c:v>45535</c:v>
                </c:pt>
                <c:pt idx="679">
                  <c:v>45534</c:v>
                </c:pt>
                <c:pt idx="680">
                  <c:v>45533</c:v>
                </c:pt>
                <c:pt idx="681">
                  <c:v>45532</c:v>
                </c:pt>
                <c:pt idx="682">
                  <c:v>45531</c:v>
                </c:pt>
                <c:pt idx="683">
                  <c:v>45530</c:v>
                </c:pt>
                <c:pt idx="684">
                  <c:v>45529</c:v>
                </c:pt>
                <c:pt idx="685">
                  <c:v>45528</c:v>
                </c:pt>
                <c:pt idx="686">
                  <c:v>45527</c:v>
                </c:pt>
                <c:pt idx="687">
                  <c:v>45526</c:v>
                </c:pt>
                <c:pt idx="688">
                  <c:v>45525</c:v>
                </c:pt>
                <c:pt idx="689">
                  <c:v>45524</c:v>
                </c:pt>
                <c:pt idx="690">
                  <c:v>45523</c:v>
                </c:pt>
                <c:pt idx="691">
                  <c:v>45522</c:v>
                </c:pt>
                <c:pt idx="692">
                  <c:v>45521</c:v>
                </c:pt>
                <c:pt idx="693">
                  <c:v>45520</c:v>
                </c:pt>
                <c:pt idx="694">
                  <c:v>45519</c:v>
                </c:pt>
                <c:pt idx="695">
                  <c:v>45518</c:v>
                </c:pt>
                <c:pt idx="696">
                  <c:v>45517</c:v>
                </c:pt>
                <c:pt idx="697">
                  <c:v>45516</c:v>
                </c:pt>
                <c:pt idx="698">
                  <c:v>45515</c:v>
                </c:pt>
                <c:pt idx="699">
                  <c:v>45514</c:v>
                </c:pt>
                <c:pt idx="700">
                  <c:v>45513</c:v>
                </c:pt>
                <c:pt idx="701">
                  <c:v>45512</c:v>
                </c:pt>
                <c:pt idx="702">
                  <c:v>45511</c:v>
                </c:pt>
                <c:pt idx="703">
                  <c:v>45510</c:v>
                </c:pt>
                <c:pt idx="704">
                  <c:v>45509</c:v>
                </c:pt>
                <c:pt idx="705">
                  <c:v>45508</c:v>
                </c:pt>
                <c:pt idx="706">
                  <c:v>45507</c:v>
                </c:pt>
                <c:pt idx="707">
                  <c:v>45506</c:v>
                </c:pt>
                <c:pt idx="708">
                  <c:v>45505</c:v>
                </c:pt>
                <c:pt idx="709">
                  <c:v>45504</c:v>
                </c:pt>
                <c:pt idx="710">
                  <c:v>45503</c:v>
                </c:pt>
                <c:pt idx="711">
                  <c:v>45502</c:v>
                </c:pt>
                <c:pt idx="712">
                  <c:v>45501</c:v>
                </c:pt>
                <c:pt idx="713">
                  <c:v>45500</c:v>
                </c:pt>
                <c:pt idx="714">
                  <c:v>45499</c:v>
                </c:pt>
                <c:pt idx="715">
                  <c:v>45498</c:v>
                </c:pt>
                <c:pt idx="716">
                  <c:v>45497</c:v>
                </c:pt>
                <c:pt idx="717">
                  <c:v>45496</c:v>
                </c:pt>
                <c:pt idx="718">
                  <c:v>45495</c:v>
                </c:pt>
                <c:pt idx="719">
                  <c:v>45494</c:v>
                </c:pt>
                <c:pt idx="720">
                  <c:v>45493</c:v>
                </c:pt>
                <c:pt idx="721">
                  <c:v>45492</c:v>
                </c:pt>
                <c:pt idx="722">
                  <c:v>45491</c:v>
                </c:pt>
                <c:pt idx="723">
                  <c:v>45490</c:v>
                </c:pt>
                <c:pt idx="724">
                  <c:v>45489</c:v>
                </c:pt>
                <c:pt idx="725">
                  <c:v>45488</c:v>
                </c:pt>
                <c:pt idx="726">
                  <c:v>45487</c:v>
                </c:pt>
                <c:pt idx="727">
                  <c:v>45486</c:v>
                </c:pt>
                <c:pt idx="728">
                  <c:v>45485</c:v>
                </c:pt>
                <c:pt idx="729">
                  <c:v>45484</c:v>
                </c:pt>
                <c:pt idx="730">
                  <c:v>45483</c:v>
                </c:pt>
                <c:pt idx="731">
                  <c:v>45482</c:v>
                </c:pt>
                <c:pt idx="732">
                  <c:v>45481</c:v>
                </c:pt>
                <c:pt idx="733">
                  <c:v>45480</c:v>
                </c:pt>
                <c:pt idx="734">
                  <c:v>45479</c:v>
                </c:pt>
                <c:pt idx="735">
                  <c:v>45478</c:v>
                </c:pt>
                <c:pt idx="736">
                  <c:v>45477</c:v>
                </c:pt>
                <c:pt idx="737">
                  <c:v>45476</c:v>
                </c:pt>
                <c:pt idx="738">
                  <c:v>45475</c:v>
                </c:pt>
                <c:pt idx="739">
                  <c:v>45474</c:v>
                </c:pt>
                <c:pt idx="740">
                  <c:v>45473</c:v>
                </c:pt>
                <c:pt idx="741">
                  <c:v>45472</c:v>
                </c:pt>
                <c:pt idx="742">
                  <c:v>45471</c:v>
                </c:pt>
                <c:pt idx="743">
                  <c:v>45470</c:v>
                </c:pt>
                <c:pt idx="744">
                  <c:v>45469</c:v>
                </c:pt>
                <c:pt idx="745">
                  <c:v>45468</c:v>
                </c:pt>
                <c:pt idx="746">
                  <c:v>45467</c:v>
                </c:pt>
                <c:pt idx="747">
                  <c:v>45466</c:v>
                </c:pt>
                <c:pt idx="748">
                  <c:v>45465</c:v>
                </c:pt>
                <c:pt idx="749">
                  <c:v>45464</c:v>
                </c:pt>
                <c:pt idx="750">
                  <c:v>45463</c:v>
                </c:pt>
                <c:pt idx="751">
                  <c:v>45462</c:v>
                </c:pt>
                <c:pt idx="752">
                  <c:v>45461</c:v>
                </c:pt>
                <c:pt idx="753">
                  <c:v>45460</c:v>
                </c:pt>
                <c:pt idx="754">
                  <c:v>45459</c:v>
                </c:pt>
                <c:pt idx="755">
                  <c:v>45458</c:v>
                </c:pt>
                <c:pt idx="756">
                  <c:v>45457</c:v>
                </c:pt>
                <c:pt idx="757">
                  <c:v>45456</c:v>
                </c:pt>
                <c:pt idx="758">
                  <c:v>45455</c:v>
                </c:pt>
                <c:pt idx="759">
                  <c:v>45454</c:v>
                </c:pt>
                <c:pt idx="760">
                  <c:v>45453</c:v>
                </c:pt>
                <c:pt idx="761">
                  <c:v>45452</c:v>
                </c:pt>
                <c:pt idx="762">
                  <c:v>45451</c:v>
                </c:pt>
                <c:pt idx="763">
                  <c:v>45450</c:v>
                </c:pt>
                <c:pt idx="764">
                  <c:v>45449</c:v>
                </c:pt>
                <c:pt idx="765">
                  <c:v>45448</c:v>
                </c:pt>
                <c:pt idx="766">
                  <c:v>45447</c:v>
                </c:pt>
                <c:pt idx="767">
                  <c:v>45446</c:v>
                </c:pt>
                <c:pt idx="768">
                  <c:v>45445</c:v>
                </c:pt>
                <c:pt idx="769">
                  <c:v>45444</c:v>
                </c:pt>
                <c:pt idx="770">
                  <c:v>45443</c:v>
                </c:pt>
                <c:pt idx="771">
                  <c:v>45442</c:v>
                </c:pt>
                <c:pt idx="772">
                  <c:v>45441</c:v>
                </c:pt>
                <c:pt idx="773">
                  <c:v>45440</c:v>
                </c:pt>
                <c:pt idx="774">
                  <c:v>45439</c:v>
                </c:pt>
                <c:pt idx="775">
                  <c:v>45438</c:v>
                </c:pt>
                <c:pt idx="776">
                  <c:v>45437</c:v>
                </c:pt>
                <c:pt idx="777">
                  <c:v>45436</c:v>
                </c:pt>
                <c:pt idx="778">
                  <c:v>45435</c:v>
                </c:pt>
                <c:pt idx="779">
                  <c:v>45434</c:v>
                </c:pt>
                <c:pt idx="780">
                  <c:v>45433</c:v>
                </c:pt>
                <c:pt idx="781">
                  <c:v>45432</c:v>
                </c:pt>
                <c:pt idx="782">
                  <c:v>45431</c:v>
                </c:pt>
                <c:pt idx="783">
                  <c:v>45430</c:v>
                </c:pt>
                <c:pt idx="784">
                  <c:v>45429</c:v>
                </c:pt>
                <c:pt idx="785">
                  <c:v>45428</c:v>
                </c:pt>
                <c:pt idx="786">
                  <c:v>45427</c:v>
                </c:pt>
                <c:pt idx="787">
                  <c:v>45426</c:v>
                </c:pt>
                <c:pt idx="788">
                  <c:v>45425</c:v>
                </c:pt>
                <c:pt idx="789">
                  <c:v>45424</c:v>
                </c:pt>
                <c:pt idx="790">
                  <c:v>45423</c:v>
                </c:pt>
                <c:pt idx="791">
                  <c:v>45422</c:v>
                </c:pt>
                <c:pt idx="792">
                  <c:v>45421</c:v>
                </c:pt>
                <c:pt idx="793">
                  <c:v>45420</c:v>
                </c:pt>
                <c:pt idx="794">
                  <c:v>45419</c:v>
                </c:pt>
                <c:pt idx="795">
                  <c:v>45418</c:v>
                </c:pt>
                <c:pt idx="796">
                  <c:v>45417</c:v>
                </c:pt>
                <c:pt idx="797">
                  <c:v>45416</c:v>
                </c:pt>
                <c:pt idx="798">
                  <c:v>45415</c:v>
                </c:pt>
                <c:pt idx="799">
                  <c:v>45414</c:v>
                </c:pt>
                <c:pt idx="800">
                  <c:v>45413</c:v>
                </c:pt>
                <c:pt idx="801">
                  <c:v>45412</c:v>
                </c:pt>
                <c:pt idx="802">
                  <c:v>45411</c:v>
                </c:pt>
                <c:pt idx="803">
                  <c:v>45410</c:v>
                </c:pt>
                <c:pt idx="804">
                  <c:v>45409</c:v>
                </c:pt>
                <c:pt idx="805">
                  <c:v>45408</c:v>
                </c:pt>
                <c:pt idx="806">
                  <c:v>45407</c:v>
                </c:pt>
                <c:pt idx="807">
                  <c:v>45406</c:v>
                </c:pt>
                <c:pt idx="808">
                  <c:v>45405</c:v>
                </c:pt>
                <c:pt idx="809">
                  <c:v>45404</c:v>
                </c:pt>
                <c:pt idx="810">
                  <c:v>45403</c:v>
                </c:pt>
                <c:pt idx="811">
                  <c:v>45402</c:v>
                </c:pt>
                <c:pt idx="812">
                  <c:v>45401</c:v>
                </c:pt>
                <c:pt idx="813">
                  <c:v>45400</c:v>
                </c:pt>
                <c:pt idx="814">
                  <c:v>45399</c:v>
                </c:pt>
                <c:pt idx="815">
                  <c:v>45398</c:v>
                </c:pt>
                <c:pt idx="816">
                  <c:v>45397</c:v>
                </c:pt>
                <c:pt idx="817">
                  <c:v>45396</c:v>
                </c:pt>
                <c:pt idx="818">
                  <c:v>45395</c:v>
                </c:pt>
                <c:pt idx="819">
                  <c:v>45394</c:v>
                </c:pt>
                <c:pt idx="820">
                  <c:v>45393</c:v>
                </c:pt>
                <c:pt idx="821">
                  <c:v>45392</c:v>
                </c:pt>
                <c:pt idx="822">
                  <c:v>45391</c:v>
                </c:pt>
                <c:pt idx="823">
                  <c:v>45390</c:v>
                </c:pt>
                <c:pt idx="824">
                  <c:v>45389</c:v>
                </c:pt>
                <c:pt idx="825">
                  <c:v>45388</c:v>
                </c:pt>
                <c:pt idx="826">
                  <c:v>45387</c:v>
                </c:pt>
                <c:pt idx="827">
                  <c:v>45386</c:v>
                </c:pt>
                <c:pt idx="828">
                  <c:v>45385</c:v>
                </c:pt>
                <c:pt idx="829">
                  <c:v>45384</c:v>
                </c:pt>
                <c:pt idx="830">
                  <c:v>45383</c:v>
                </c:pt>
                <c:pt idx="831">
                  <c:v>45382</c:v>
                </c:pt>
                <c:pt idx="832">
                  <c:v>45381</c:v>
                </c:pt>
                <c:pt idx="833">
                  <c:v>45380</c:v>
                </c:pt>
                <c:pt idx="834">
                  <c:v>45379</c:v>
                </c:pt>
                <c:pt idx="835">
                  <c:v>45378</c:v>
                </c:pt>
                <c:pt idx="836">
                  <c:v>45377</c:v>
                </c:pt>
                <c:pt idx="837">
                  <c:v>45376</c:v>
                </c:pt>
                <c:pt idx="838">
                  <c:v>45375</c:v>
                </c:pt>
                <c:pt idx="839">
                  <c:v>45374</c:v>
                </c:pt>
                <c:pt idx="840">
                  <c:v>45373</c:v>
                </c:pt>
                <c:pt idx="841">
                  <c:v>45372</c:v>
                </c:pt>
                <c:pt idx="842">
                  <c:v>45371</c:v>
                </c:pt>
                <c:pt idx="843">
                  <c:v>45370</c:v>
                </c:pt>
                <c:pt idx="844">
                  <c:v>45369</c:v>
                </c:pt>
                <c:pt idx="845">
                  <c:v>45368</c:v>
                </c:pt>
                <c:pt idx="846">
                  <c:v>45367</c:v>
                </c:pt>
                <c:pt idx="847">
                  <c:v>45366</c:v>
                </c:pt>
                <c:pt idx="848">
                  <c:v>45365</c:v>
                </c:pt>
                <c:pt idx="849">
                  <c:v>45364</c:v>
                </c:pt>
                <c:pt idx="850">
                  <c:v>45363</c:v>
                </c:pt>
                <c:pt idx="851">
                  <c:v>45362</c:v>
                </c:pt>
                <c:pt idx="852">
                  <c:v>45361</c:v>
                </c:pt>
                <c:pt idx="853">
                  <c:v>45360</c:v>
                </c:pt>
                <c:pt idx="854">
                  <c:v>45359</c:v>
                </c:pt>
                <c:pt idx="855">
                  <c:v>45358</c:v>
                </c:pt>
                <c:pt idx="856">
                  <c:v>45357</c:v>
                </c:pt>
                <c:pt idx="857">
                  <c:v>45356</c:v>
                </c:pt>
                <c:pt idx="858">
                  <c:v>45355</c:v>
                </c:pt>
                <c:pt idx="859">
                  <c:v>45354</c:v>
                </c:pt>
                <c:pt idx="860">
                  <c:v>45353</c:v>
                </c:pt>
                <c:pt idx="861">
                  <c:v>45352</c:v>
                </c:pt>
                <c:pt idx="862">
                  <c:v>45351</c:v>
                </c:pt>
                <c:pt idx="863">
                  <c:v>45350</c:v>
                </c:pt>
                <c:pt idx="864">
                  <c:v>45349</c:v>
                </c:pt>
                <c:pt idx="865">
                  <c:v>45348</c:v>
                </c:pt>
                <c:pt idx="866">
                  <c:v>45347</c:v>
                </c:pt>
                <c:pt idx="867">
                  <c:v>45346</c:v>
                </c:pt>
                <c:pt idx="868">
                  <c:v>45345</c:v>
                </c:pt>
                <c:pt idx="869">
                  <c:v>45344</c:v>
                </c:pt>
                <c:pt idx="870">
                  <c:v>45343</c:v>
                </c:pt>
                <c:pt idx="871">
                  <c:v>45342</c:v>
                </c:pt>
                <c:pt idx="872">
                  <c:v>45341</c:v>
                </c:pt>
                <c:pt idx="873">
                  <c:v>45340</c:v>
                </c:pt>
                <c:pt idx="874">
                  <c:v>45339</c:v>
                </c:pt>
                <c:pt idx="875">
                  <c:v>45338</c:v>
                </c:pt>
                <c:pt idx="876">
                  <c:v>45337</c:v>
                </c:pt>
                <c:pt idx="877">
                  <c:v>45336</c:v>
                </c:pt>
                <c:pt idx="878">
                  <c:v>45335</c:v>
                </c:pt>
                <c:pt idx="879">
                  <c:v>45334</c:v>
                </c:pt>
                <c:pt idx="880">
                  <c:v>45333</c:v>
                </c:pt>
                <c:pt idx="881">
                  <c:v>45332</c:v>
                </c:pt>
                <c:pt idx="882">
                  <c:v>45331</c:v>
                </c:pt>
                <c:pt idx="883">
                  <c:v>45330</c:v>
                </c:pt>
                <c:pt idx="884">
                  <c:v>45329</c:v>
                </c:pt>
                <c:pt idx="885">
                  <c:v>45328</c:v>
                </c:pt>
                <c:pt idx="886">
                  <c:v>45327</c:v>
                </c:pt>
                <c:pt idx="887">
                  <c:v>45326</c:v>
                </c:pt>
                <c:pt idx="888">
                  <c:v>45325</c:v>
                </c:pt>
                <c:pt idx="889">
                  <c:v>45324</c:v>
                </c:pt>
                <c:pt idx="890">
                  <c:v>45323</c:v>
                </c:pt>
                <c:pt idx="891">
                  <c:v>45322</c:v>
                </c:pt>
                <c:pt idx="892">
                  <c:v>45321</c:v>
                </c:pt>
                <c:pt idx="893">
                  <c:v>45320</c:v>
                </c:pt>
                <c:pt idx="894">
                  <c:v>45319</c:v>
                </c:pt>
                <c:pt idx="895">
                  <c:v>45318</c:v>
                </c:pt>
                <c:pt idx="896">
                  <c:v>45317</c:v>
                </c:pt>
                <c:pt idx="897">
                  <c:v>45316</c:v>
                </c:pt>
                <c:pt idx="898">
                  <c:v>45315</c:v>
                </c:pt>
                <c:pt idx="899">
                  <c:v>45314</c:v>
                </c:pt>
                <c:pt idx="900">
                  <c:v>45313</c:v>
                </c:pt>
                <c:pt idx="901">
                  <c:v>45312</c:v>
                </c:pt>
                <c:pt idx="902">
                  <c:v>45311</c:v>
                </c:pt>
                <c:pt idx="903">
                  <c:v>45310</c:v>
                </c:pt>
                <c:pt idx="904">
                  <c:v>45309</c:v>
                </c:pt>
                <c:pt idx="905">
                  <c:v>45308</c:v>
                </c:pt>
                <c:pt idx="906">
                  <c:v>45307</c:v>
                </c:pt>
                <c:pt idx="907">
                  <c:v>45306</c:v>
                </c:pt>
                <c:pt idx="908">
                  <c:v>45305</c:v>
                </c:pt>
                <c:pt idx="909">
                  <c:v>45304</c:v>
                </c:pt>
                <c:pt idx="910">
                  <c:v>45303</c:v>
                </c:pt>
                <c:pt idx="911">
                  <c:v>45302</c:v>
                </c:pt>
                <c:pt idx="912">
                  <c:v>45301</c:v>
                </c:pt>
                <c:pt idx="913">
                  <c:v>45300</c:v>
                </c:pt>
                <c:pt idx="914">
                  <c:v>45299</c:v>
                </c:pt>
                <c:pt idx="915">
                  <c:v>45298</c:v>
                </c:pt>
                <c:pt idx="916">
                  <c:v>45297</c:v>
                </c:pt>
                <c:pt idx="917">
                  <c:v>45296</c:v>
                </c:pt>
                <c:pt idx="918">
                  <c:v>45295</c:v>
                </c:pt>
                <c:pt idx="919">
                  <c:v>45294</c:v>
                </c:pt>
                <c:pt idx="920">
                  <c:v>45293</c:v>
                </c:pt>
                <c:pt idx="921">
                  <c:v>45292</c:v>
                </c:pt>
                <c:pt idx="922">
                  <c:v>45291</c:v>
                </c:pt>
                <c:pt idx="923">
                  <c:v>45290</c:v>
                </c:pt>
                <c:pt idx="924">
                  <c:v>45289</c:v>
                </c:pt>
                <c:pt idx="925">
                  <c:v>45288</c:v>
                </c:pt>
                <c:pt idx="926">
                  <c:v>45287</c:v>
                </c:pt>
                <c:pt idx="927">
                  <c:v>45286</c:v>
                </c:pt>
                <c:pt idx="928">
                  <c:v>45285</c:v>
                </c:pt>
                <c:pt idx="929">
                  <c:v>45284</c:v>
                </c:pt>
                <c:pt idx="930">
                  <c:v>45283</c:v>
                </c:pt>
                <c:pt idx="931">
                  <c:v>45282</c:v>
                </c:pt>
                <c:pt idx="932">
                  <c:v>45281</c:v>
                </c:pt>
                <c:pt idx="933">
                  <c:v>45280</c:v>
                </c:pt>
                <c:pt idx="934">
                  <c:v>45279</c:v>
                </c:pt>
                <c:pt idx="935">
                  <c:v>45278</c:v>
                </c:pt>
                <c:pt idx="936">
                  <c:v>45277</c:v>
                </c:pt>
                <c:pt idx="937">
                  <c:v>45276</c:v>
                </c:pt>
                <c:pt idx="938">
                  <c:v>45275</c:v>
                </c:pt>
                <c:pt idx="939">
                  <c:v>45274</c:v>
                </c:pt>
                <c:pt idx="940">
                  <c:v>45273</c:v>
                </c:pt>
                <c:pt idx="941">
                  <c:v>45272</c:v>
                </c:pt>
                <c:pt idx="942">
                  <c:v>45271</c:v>
                </c:pt>
                <c:pt idx="943">
                  <c:v>45270</c:v>
                </c:pt>
                <c:pt idx="944">
                  <c:v>45269</c:v>
                </c:pt>
                <c:pt idx="945">
                  <c:v>45268</c:v>
                </c:pt>
                <c:pt idx="946">
                  <c:v>45267</c:v>
                </c:pt>
                <c:pt idx="947">
                  <c:v>45266</c:v>
                </c:pt>
                <c:pt idx="948">
                  <c:v>45265</c:v>
                </c:pt>
                <c:pt idx="949">
                  <c:v>45264</c:v>
                </c:pt>
                <c:pt idx="950">
                  <c:v>45263</c:v>
                </c:pt>
                <c:pt idx="951">
                  <c:v>45262</c:v>
                </c:pt>
                <c:pt idx="952">
                  <c:v>45261</c:v>
                </c:pt>
                <c:pt idx="953">
                  <c:v>45260</c:v>
                </c:pt>
                <c:pt idx="954">
                  <c:v>45259</c:v>
                </c:pt>
                <c:pt idx="955">
                  <c:v>45258</c:v>
                </c:pt>
                <c:pt idx="956">
                  <c:v>45257</c:v>
                </c:pt>
                <c:pt idx="957">
                  <c:v>45256</c:v>
                </c:pt>
                <c:pt idx="958">
                  <c:v>45255</c:v>
                </c:pt>
                <c:pt idx="959">
                  <c:v>45254</c:v>
                </c:pt>
                <c:pt idx="960">
                  <c:v>45253</c:v>
                </c:pt>
                <c:pt idx="961">
                  <c:v>45252</c:v>
                </c:pt>
                <c:pt idx="962">
                  <c:v>45251</c:v>
                </c:pt>
                <c:pt idx="963">
                  <c:v>45250</c:v>
                </c:pt>
                <c:pt idx="964">
                  <c:v>45249</c:v>
                </c:pt>
                <c:pt idx="965">
                  <c:v>45248</c:v>
                </c:pt>
                <c:pt idx="966">
                  <c:v>45247</c:v>
                </c:pt>
                <c:pt idx="967">
                  <c:v>45246</c:v>
                </c:pt>
                <c:pt idx="968">
                  <c:v>45245</c:v>
                </c:pt>
                <c:pt idx="969">
                  <c:v>45244</c:v>
                </c:pt>
                <c:pt idx="970">
                  <c:v>45243</c:v>
                </c:pt>
                <c:pt idx="971">
                  <c:v>45242</c:v>
                </c:pt>
                <c:pt idx="972">
                  <c:v>45241</c:v>
                </c:pt>
                <c:pt idx="973">
                  <c:v>45240</c:v>
                </c:pt>
                <c:pt idx="974">
                  <c:v>45239</c:v>
                </c:pt>
                <c:pt idx="975">
                  <c:v>45238</c:v>
                </c:pt>
                <c:pt idx="976">
                  <c:v>45237</c:v>
                </c:pt>
                <c:pt idx="977">
                  <c:v>45236</c:v>
                </c:pt>
                <c:pt idx="978">
                  <c:v>45235</c:v>
                </c:pt>
                <c:pt idx="979">
                  <c:v>45234</c:v>
                </c:pt>
                <c:pt idx="980">
                  <c:v>45233</c:v>
                </c:pt>
                <c:pt idx="981">
                  <c:v>45232</c:v>
                </c:pt>
                <c:pt idx="982">
                  <c:v>45231</c:v>
                </c:pt>
                <c:pt idx="983">
                  <c:v>45230</c:v>
                </c:pt>
                <c:pt idx="984">
                  <c:v>45229</c:v>
                </c:pt>
                <c:pt idx="985">
                  <c:v>45228</c:v>
                </c:pt>
                <c:pt idx="986">
                  <c:v>45227</c:v>
                </c:pt>
                <c:pt idx="987">
                  <c:v>45226</c:v>
                </c:pt>
                <c:pt idx="988">
                  <c:v>45225</c:v>
                </c:pt>
                <c:pt idx="989">
                  <c:v>45224</c:v>
                </c:pt>
                <c:pt idx="990">
                  <c:v>45223</c:v>
                </c:pt>
                <c:pt idx="991">
                  <c:v>45222</c:v>
                </c:pt>
                <c:pt idx="992">
                  <c:v>45221</c:v>
                </c:pt>
                <c:pt idx="993">
                  <c:v>45220</c:v>
                </c:pt>
                <c:pt idx="994">
                  <c:v>45219</c:v>
                </c:pt>
                <c:pt idx="995">
                  <c:v>45218</c:v>
                </c:pt>
                <c:pt idx="996">
                  <c:v>45217</c:v>
                </c:pt>
                <c:pt idx="997">
                  <c:v>45216</c:v>
                </c:pt>
                <c:pt idx="998">
                  <c:v>45215</c:v>
                </c:pt>
                <c:pt idx="999">
                  <c:v>45214</c:v>
                </c:pt>
                <c:pt idx="1000">
                  <c:v>45213</c:v>
                </c:pt>
                <c:pt idx="1001">
                  <c:v>45212</c:v>
                </c:pt>
                <c:pt idx="1002">
                  <c:v>45211</c:v>
                </c:pt>
                <c:pt idx="1003">
                  <c:v>45210</c:v>
                </c:pt>
                <c:pt idx="1004">
                  <c:v>45209</c:v>
                </c:pt>
                <c:pt idx="1005">
                  <c:v>45208</c:v>
                </c:pt>
                <c:pt idx="1006">
                  <c:v>45207</c:v>
                </c:pt>
                <c:pt idx="1007">
                  <c:v>45206</c:v>
                </c:pt>
                <c:pt idx="1008">
                  <c:v>45205</c:v>
                </c:pt>
                <c:pt idx="1009">
                  <c:v>45204</c:v>
                </c:pt>
                <c:pt idx="1010">
                  <c:v>45203</c:v>
                </c:pt>
                <c:pt idx="1011">
                  <c:v>45202</c:v>
                </c:pt>
                <c:pt idx="1012">
                  <c:v>45201</c:v>
                </c:pt>
                <c:pt idx="1013">
                  <c:v>45200</c:v>
                </c:pt>
                <c:pt idx="1014">
                  <c:v>45199</c:v>
                </c:pt>
                <c:pt idx="1015">
                  <c:v>45198</c:v>
                </c:pt>
                <c:pt idx="1016">
                  <c:v>45197</c:v>
                </c:pt>
                <c:pt idx="1017">
                  <c:v>45196</c:v>
                </c:pt>
                <c:pt idx="1018">
                  <c:v>45195</c:v>
                </c:pt>
                <c:pt idx="1019">
                  <c:v>45194</c:v>
                </c:pt>
                <c:pt idx="1020">
                  <c:v>45193</c:v>
                </c:pt>
                <c:pt idx="1021">
                  <c:v>45192</c:v>
                </c:pt>
                <c:pt idx="1022">
                  <c:v>45191</c:v>
                </c:pt>
                <c:pt idx="1023">
                  <c:v>45190</c:v>
                </c:pt>
                <c:pt idx="1024">
                  <c:v>45189</c:v>
                </c:pt>
                <c:pt idx="1025">
                  <c:v>45188</c:v>
                </c:pt>
                <c:pt idx="1026">
                  <c:v>45187</c:v>
                </c:pt>
                <c:pt idx="1027">
                  <c:v>45186</c:v>
                </c:pt>
                <c:pt idx="1028">
                  <c:v>45185</c:v>
                </c:pt>
                <c:pt idx="1029">
                  <c:v>45184</c:v>
                </c:pt>
                <c:pt idx="1030">
                  <c:v>45183</c:v>
                </c:pt>
                <c:pt idx="1031">
                  <c:v>45182</c:v>
                </c:pt>
                <c:pt idx="1032">
                  <c:v>45181</c:v>
                </c:pt>
                <c:pt idx="1033">
                  <c:v>45180</c:v>
                </c:pt>
                <c:pt idx="1034">
                  <c:v>45179</c:v>
                </c:pt>
                <c:pt idx="1035">
                  <c:v>45178</c:v>
                </c:pt>
                <c:pt idx="1036">
                  <c:v>45177</c:v>
                </c:pt>
                <c:pt idx="1037">
                  <c:v>45176</c:v>
                </c:pt>
                <c:pt idx="1038">
                  <c:v>45175</c:v>
                </c:pt>
                <c:pt idx="1039">
                  <c:v>45174</c:v>
                </c:pt>
                <c:pt idx="1040">
                  <c:v>45173</c:v>
                </c:pt>
                <c:pt idx="1041">
                  <c:v>45172</c:v>
                </c:pt>
                <c:pt idx="1042">
                  <c:v>45171</c:v>
                </c:pt>
                <c:pt idx="1043">
                  <c:v>45170</c:v>
                </c:pt>
                <c:pt idx="1044">
                  <c:v>45169</c:v>
                </c:pt>
                <c:pt idx="1045">
                  <c:v>45168</c:v>
                </c:pt>
                <c:pt idx="1046">
                  <c:v>45167</c:v>
                </c:pt>
                <c:pt idx="1047">
                  <c:v>45166</c:v>
                </c:pt>
                <c:pt idx="1048">
                  <c:v>45165</c:v>
                </c:pt>
                <c:pt idx="1049">
                  <c:v>45164</c:v>
                </c:pt>
                <c:pt idx="1050">
                  <c:v>45163</c:v>
                </c:pt>
                <c:pt idx="1051">
                  <c:v>45162</c:v>
                </c:pt>
                <c:pt idx="1052">
                  <c:v>45161</c:v>
                </c:pt>
                <c:pt idx="1053">
                  <c:v>45160</c:v>
                </c:pt>
                <c:pt idx="1054">
                  <c:v>45159</c:v>
                </c:pt>
                <c:pt idx="1055">
                  <c:v>45158</c:v>
                </c:pt>
                <c:pt idx="1056">
                  <c:v>45157</c:v>
                </c:pt>
                <c:pt idx="1057">
                  <c:v>45156</c:v>
                </c:pt>
                <c:pt idx="1058">
                  <c:v>45155</c:v>
                </c:pt>
                <c:pt idx="1059">
                  <c:v>45154</c:v>
                </c:pt>
                <c:pt idx="1060">
                  <c:v>45153</c:v>
                </c:pt>
                <c:pt idx="1061">
                  <c:v>45152</c:v>
                </c:pt>
                <c:pt idx="1062">
                  <c:v>45151</c:v>
                </c:pt>
                <c:pt idx="1063">
                  <c:v>45150</c:v>
                </c:pt>
                <c:pt idx="1064">
                  <c:v>45149</c:v>
                </c:pt>
                <c:pt idx="1065">
                  <c:v>45148</c:v>
                </c:pt>
                <c:pt idx="1066">
                  <c:v>45147</c:v>
                </c:pt>
                <c:pt idx="1067">
                  <c:v>45146</c:v>
                </c:pt>
                <c:pt idx="1068">
                  <c:v>45145</c:v>
                </c:pt>
                <c:pt idx="1069">
                  <c:v>45144</c:v>
                </c:pt>
                <c:pt idx="1070">
                  <c:v>45143</c:v>
                </c:pt>
                <c:pt idx="1071">
                  <c:v>45142</c:v>
                </c:pt>
                <c:pt idx="1072">
                  <c:v>45141</c:v>
                </c:pt>
                <c:pt idx="1073">
                  <c:v>45140</c:v>
                </c:pt>
                <c:pt idx="1074">
                  <c:v>45139</c:v>
                </c:pt>
                <c:pt idx="1075">
                  <c:v>45138</c:v>
                </c:pt>
                <c:pt idx="1076">
                  <c:v>45137</c:v>
                </c:pt>
                <c:pt idx="1077">
                  <c:v>45136</c:v>
                </c:pt>
                <c:pt idx="1078">
                  <c:v>45135</c:v>
                </c:pt>
                <c:pt idx="1079">
                  <c:v>45134</c:v>
                </c:pt>
                <c:pt idx="1080">
                  <c:v>45133</c:v>
                </c:pt>
                <c:pt idx="1081">
                  <c:v>45132</c:v>
                </c:pt>
                <c:pt idx="1082">
                  <c:v>45131</c:v>
                </c:pt>
                <c:pt idx="1083">
                  <c:v>45130</c:v>
                </c:pt>
                <c:pt idx="1084">
                  <c:v>45129</c:v>
                </c:pt>
                <c:pt idx="1085">
                  <c:v>45128</c:v>
                </c:pt>
                <c:pt idx="1086">
                  <c:v>45127</c:v>
                </c:pt>
                <c:pt idx="1087">
                  <c:v>45126</c:v>
                </c:pt>
                <c:pt idx="1088">
                  <c:v>45125</c:v>
                </c:pt>
                <c:pt idx="1089">
                  <c:v>45124</c:v>
                </c:pt>
                <c:pt idx="1090">
                  <c:v>45123</c:v>
                </c:pt>
                <c:pt idx="1091">
                  <c:v>45122</c:v>
                </c:pt>
                <c:pt idx="1092">
                  <c:v>45121</c:v>
                </c:pt>
                <c:pt idx="1093">
                  <c:v>45120</c:v>
                </c:pt>
                <c:pt idx="1094">
                  <c:v>45119</c:v>
                </c:pt>
                <c:pt idx="1095">
                  <c:v>45118</c:v>
                </c:pt>
                <c:pt idx="1096">
                  <c:v>45117</c:v>
                </c:pt>
                <c:pt idx="1097">
                  <c:v>45116</c:v>
                </c:pt>
                <c:pt idx="1098">
                  <c:v>45115</c:v>
                </c:pt>
                <c:pt idx="1099">
                  <c:v>45114</c:v>
                </c:pt>
                <c:pt idx="1100">
                  <c:v>45113</c:v>
                </c:pt>
                <c:pt idx="1101">
                  <c:v>45112</c:v>
                </c:pt>
                <c:pt idx="1102">
                  <c:v>45111</c:v>
                </c:pt>
                <c:pt idx="1103">
                  <c:v>45110</c:v>
                </c:pt>
                <c:pt idx="1104">
                  <c:v>45109</c:v>
                </c:pt>
                <c:pt idx="1105">
                  <c:v>45108</c:v>
                </c:pt>
                <c:pt idx="1106">
                  <c:v>45107</c:v>
                </c:pt>
                <c:pt idx="1107">
                  <c:v>45106</c:v>
                </c:pt>
                <c:pt idx="1108">
                  <c:v>45105</c:v>
                </c:pt>
                <c:pt idx="1109">
                  <c:v>45104</c:v>
                </c:pt>
                <c:pt idx="1110">
                  <c:v>45103</c:v>
                </c:pt>
                <c:pt idx="1111">
                  <c:v>45102</c:v>
                </c:pt>
                <c:pt idx="1112">
                  <c:v>45101</c:v>
                </c:pt>
                <c:pt idx="1113">
                  <c:v>45100</c:v>
                </c:pt>
                <c:pt idx="1114">
                  <c:v>45099</c:v>
                </c:pt>
                <c:pt idx="1115">
                  <c:v>45098</c:v>
                </c:pt>
                <c:pt idx="1116">
                  <c:v>45097</c:v>
                </c:pt>
                <c:pt idx="1117">
                  <c:v>45096</c:v>
                </c:pt>
                <c:pt idx="1118">
                  <c:v>45095</c:v>
                </c:pt>
                <c:pt idx="1119">
                  <c:v>45094</c:v>
                </c:pt>
                <c:pt idx="1120">
                  <c:v>45093</c:v>
                </c:pt>
                <c:pt idx="1121">
                  <c:v>45092</c:v>
                </c:pt>
                <c:pt idx="1122">
                  <c:v>45091</c:v>
                </c:pt>
                <c:pt idx="1123">
                  <c:v>45090</c:v>
                </c:pt>
                <c:pt idx="1124">
                  <c:v>45089</c:v>
                </c:pt>
                <c:pt idx="1125">
                  <c:v>45088</c:v>
                </c:pt>
                <c:pt idx="1126">
                  <c:v>45087</c:v>
                </c:pt>
                <c:pt idx="1127">
                  <c:v>45086</c:v>
                </c:pt>
                <c:pt idx="1128">
                  <c:v>45085</c:v>
                </c:pt>
                <c:pt idx="1129">
                  <c:v>45084</c:v>
                </c:pt>
                <c:pt idx="1130">
                  <c:v>45083</c:v>
                </c:pt>
                <c:pt idx="1131">
                  <c:v>45082</c:v>
                </c:pt>
                <c:pt idx="1132">
                  <c:v>45081</c:v>
                </c:pt>
                <c:pt idx="1133">
                  <c:v>45080</c:v>
                </c:pt>
                <c:pt idx="1134">
                  <c:v>45079</c:v>
                </c:pt>
                <c:pt idx="1135">
                  <c:v>45078</c:v>
                </c:pt>
                <c:pt idx="1136">
                  <c:v>45077</c:v>
                </c:pt>
                <c:pt idx="1137">
                  <c:v>45076</c:v>
                </c:pt>
                <c:pt idx="1138">
                  <c:v>45075</c:v>
                </c:pt>
                <c:pt idx="1139">
                  <c:v>45074</c:v>
                </c:pt>
                <c:pt idx="1140">
                  <c:v>45073</c:v>
                </c:pt>
                <c:pt idx="1141">
                  <c:v>45072</c:v>
                </c:pt>
                <c:pt idx="1142">
                  <c:v>45071</c:v>
                </c:pt>
                <c:pt idx="1143">
                  <c:v>45070</c:v>
                </c:pt>
                <c:pt idx="1144">
                  <c:v>45069</c:v>
                </c:pt>
                <c:pt idx="1145">
                  <c:v>45068</c:v>
                </c:pt>
                <c:pt idx="1146">
                  <c:v>45067</c:v>
                </c:pt>
                <c:pt idx="1147">
                  <c:v>45066</c:v>
                </c:pt>
                <c:pt idx="1148">
                  <c:v>45065</c:v>
                </c:pt>
                <c:pt idx="1149">
                  <c:v>45064</c:v>
                </c:pt>
                <c:pt idx="1150">
                  <c:v>45063</c:v>
                </c:pt>
                <c:pt idx="1151">
                  <c:v>45062</c:v>
                </c:pt>
                <c:pt idx="1152">
                  <c:v>45061</c:v>
                </c:pt>
                <c:pt idx="1153">
                  <c:v>45060</c:v>
                </c:pt>
                <c:pt idx="1154">
                  <c:v>45059</c:v>
                </c:pt>
                <c:pt idx="1155">
                  <c:v>45058</c:v>
                </c:pt>
                <c:pt idx="1156">
                  <c:v>45057</c:v>
                </c:pt>
                <c:pt idx="1157">
                  <c:v>45056</c:v>
                </c:pt>
                <c:pt idx="1158">
                  <c:v>45055</c:v>
                </c:pt>
                <c:pt idx="1159">
                  <c:v>45054</c:v>
                </c:pt>
                <c:pt idx="1160">
                  <c:v>45053</c:v>
                </c:pt>
                <c:pt idx="1161">
                  <c:v>45052</c:v>
                </c:pt>
                <c:pt idx="1162">
                  <c:v>45051</c:v>
                </c:pt>
                <c:pt idx="1163">
                  <c:v>45050</c:v>
                </c:pt>
                <c:pt idx="1164">
                  <c:v>45049</c:v>
                </c:pt>
                <c:pt idx="1165">
                  <c:v>45048</c:v>
                </c:pt>
                <c:pt idx="1166">
                  <c:v>45047</c:v>
                </c:pt>
                <c:pt idx="1167">
                  <c:v>45046</c:v>
                </c:pt>
                <c:pt idx="1168">
                  <c:v>45045</c:v>
                </c:pt>
                <c:pt idx="1169">
                  <c:v>45044</c:v>
                </c:pt>
                <c:pt idx="1170">
                  <c:v>45043</c:v>
                </c:pt>
                <c:pt idx="1171">
                  <c:v>45042</c:v>
                </c:pt>
                <c:pt idx="1172">
                  <c:v>45041</c:v>
                </c:pt>
                <c:pt idx="1173">
                  <c:v>45040</c:v>
                </c:pt>
                <c:pt idx="1174">
                  <c:v>45039</c:v>
                </c:pt>
                <c:pt idx="1175">
                  <c:v>45038</c:v>
                </c:pt>
                <c:pt idx="1176">
                  <c:v>45037</c:v>
                </c:pt>
                <c:pt idx="1177">
                  <c:v>45036</c:v>
                </c:pt>
                <c:pt idx="1178">
                  <c:v>45035</c:v>
                </c:pt>
                <c:pt idx="1179">
                  <c:v>45034</c:v>
                </c:pt>
                <c:pt idx="1180">
                  <c:v>45033</c:v>
                </c:pt>
                <c:pt idx="1181">
                  <c:v>45032</c:v>
                </c:pt>
                <c:pt idx="1182">
                  <c:v>45031</c:v>
                </c:pt>
                <c:pt idx="1183">
                  <c:v>45030</c:v>
                </c:pt>
                <c:pt idx="1184">
                  <c:v>45029</c:v>
                </c:pt>
                <c:pt idx="1185">
                  <c:v>45028</c:v>
                </c:pt>
                <c:pt idx="1186">
                  <c:v>45027</c:v>
                </c:pt>
                <c:pt idx="1187">
                  <c:v>45026</c:v>
                </c:pt>
                <c:pt idx="1188">
                  <c:v>45025</c:v>
                </c:pt>
                <c:pt idx="1189">
                  <c:v>45024</c:v>
                </c:pt>
                <c:pt idx="1190">
                  <c:v>45023</c:v>
                </c:pt>
                <c:pt idx="1191">
                  <c:v>45022</c:v>
                </c:pt>
                <c:pt idx="1192">
                  <c:v>45021</c:v>
                </c:pt>
                <c:pt idx="1193">
                  <c:v>45020</c:v>
                </c:pt>
                <c:pt idx="1194">
                  <c:v>45019</c:v>
                </c:pt>
                <c:pt idx="1195">
                  <c:v>45018</c:v>
                </c:pt>
                <c:pt idx="1196">
                  <c:v>45017</c:v>
                </c:pt>
                <c:pt idx="1197">
                  <c:v>45016</c:v>
                </c:pt>
                <c:pt idx="1198">
                  <c:v>45015</c:v>
                </c:pt>
                <c:pt idx="1199">
                  <c:v>45014</c:v>
                </c:pt>
                <c:pt idx="1200">
                  <c:v>45013</c:v>
                </c:pt>
                <c:pt idx="1201">
                  <c:v>45012</c:v>
                </c:pt>
                <c:pt idx="1202">
                  <c:v>45011</c:v>
                </c:pt>
                <c:pt idx="1203">
                  <c:v>45010</c:v>
                </c:pt>
                <c:pt idx="1204">
                  <c:v>45009</c:v>
                </c:pt>
                <c:pt idx="1205">
                  <c:v>45008</c:v>
                </c:pt>
                <c:pt idx="1206">
                  <c:v>45007</c:v>
                </c:pt>
                <c:pt idx="1207">
                  <c:v>45006</c:v>
                </c:pt>
                <c:pt idx="1208">
                  <c:v>45005</c:v>
                </c:pt>
                <c:pt idx="1209">
                  <c:v>45004</c:v>
                </c:pt>
                <c:pt idx="1210">
                  <c:v>45003</c:v>
                </c:pt>
                <c:pt idx="1211">
                  <c:v>45002</c:v>
                </c:pt>
                <c:pt idx="1212">
                  <c:v>45001</c:v>
                </c:pt>
                <c:pt idx="1213">
                  <c:v>45000</c:v>
                </c:pt>
                <c:pt idx="1214">
                  <c:v>44999</c:v>
                </c:pt>
                <c:pt idx="1215">
                  <c:v>44998</c:v>
                </c:pt>
                <c:pt idx="1216">
                  <c:v>44997</c:v>
                </c:pt>
                <c:pt idx="1217">
                  <c:v>44996</c:v>
                </c:pt>
                <c:pt idx="1218">
                  <c:v>44995</c:v>
                </c:pt>
                <c:pt idx="1219">
                  <c:v>44994</c:v>
                </c:pt>
                <c:pt idx="1220">
                  <c:v>44993</c:v>
                </c:pt>
                <c:pt idx="1221">
                  <c:v>44992</c:v>
                </c:pt>
                <c:pt idx="1222">
                  <c:v>44991</c:v>
                </c:pt>
                <c:pt idx="1223">
                  <c:v>44990</c:v>
                </c:pt>
                <c:pt idx="1224">
                  <c:v>44989</c:v>
                </c:pt>
                <c:pt idx="1225">
                  <c:v>44988</c:v>
                </c:pt>
                <c:pt idx="1226">
                  <c:v>44987</c:v>
                </c:pt>
                <c:pt idx="1227">
                  <c:v>44986</c:v>
                </c:pt>
                <c:pt idx="1228">
                  <c:v>44985</c:v>
                </c:pt>
                <c:pt idx="1229">
                  <c:v>44984</c:v>
                </c:pt>
                <c:pt idx="1230">
                  <c:v>44983</c:v>
                </c:pt>
                <c:pt idx="1231">
                  <c:v>44982</c:v>
                </c:pt>
                <c:pt idx="1232">
                  <c:v>44981</c:v>
                </c:pt>
                <c:pt idx="1233">
                  <c:v>44980</c:v>
                </c:pt>
                <c:pt idx="1234">
                  <c:v>44979</c:v>
                </c:pt>
                <c:pt idx="1235">
                  <c:v>44978</c:v>
                </c:pt>
                <c:pt idx="1236">
                  <c:v>44977</c:v>
                </c:pt>
                <c:pt idx="1237">
                  <c:v>44976</c:v>
                </c:pt>
                <c:pt idx="1238">
                  <c:v>44975</c:v>
                </c:pt>
                <c:pt idx="1239">
                  <c:v>44974</c:v>
                </c:pt>
                <c:pt idx="1240">
                  <c:v>44973</c:v>
                </c:pt>
                <c:pt idx="1241">
                  <c:v>44972</c:v>
                </c:pt>
                <c:pt idx="1242">
                  <c:v>44971</c:v>
                </c:pt>
                <c:pt idx="1243">
                  <c:v>44970</c:v>
                </c:pt>
                <c:pt idx="1244">
                  <c:v>44969</c:v>
                </c:pt>
                <c:pt idx="1245">
                  <c:v>44968</c:v>
                </c:pt>
                <c:pt idx="1246">
                  <c:v>44967</c:v>
                </c:pt>
                <c:pt idx="1247">
                  <c:v>44966</c:v>
                </c:pt>
                <c:pt idx="1248">
                  <c:v>44965</c:v>
                </c:pt>
                <c:pt idx="1249">
                  <c:v>44964</c:v>
                </c:pt>
                <c:pt idx="1250">
                  <c:v>44963</c:v>
                </c:pt>
                <c:pt idx="1251">
                  <c:v>44962</c:v>
                </c:pt>
                <c:pt idx="1252">
                  <c:v>44961</c:v>
                </c:pt>
                <c:pt idx="1253">
                  <c:v>44960</c:v>
                </c:pt>
                <c:pt idx="1254">
                  <c:v>44959</c:v>
                </c:pt>
                <c:pt idx="1255">
                  <c:v>44958</c:v>
                </c:pt>
                <c:pt idx="1256">
                  <c:v>44957</c:v>
                </c:pt>
                <c:pt idx="1257">
                  <c:v>44956</c:v>
                </c:pt>
                <c:pt idx="1258">
                  <c:v>44955</c:v>
                </c:pt>
                <c:pt idx="1259">
                  <c:v>44954</c:v>
                </c:pt>
                <c:pt idx="1260">
                  <c:v>44953</c:v>
                </c:pt>
                <c:pt idx="1261">
                  <c:v>44952</c:v>
                </c:pt>
                <c:pt idx="1262">
                  <c:v>44951</c:v>
                </c:pt>
                <c:pt idx="1263">
                  <c:v>44950</c:v>
                </c:pt>
                <c:pt idx="1264">
                  <c:v>44949</c:v>
                </c:pt>
                <c:pt idx="1265">
                  <c:v>44948</c:v>
                </c:pt>
                <c:pt idx="1266">
                  <c:v>44947</c:v>
                </c:pt>
                <c:pt idx="1267">
                  <c:v>44946</c:v>
                </c:pt>
                <c:pt idx="1268">
                  <c:v>44945</c:v>
                </c:pt>
                <c:pt idx="1269">
                  <c:v>44944</c:v>
                </c:pt>
                <c:pt idx="1270">
                  <c:v>44943</c:v>
                </c:pt>
                <c:pt idx="1271">
                  <c:v>44942</c:v>
                </c:pt>
                <c:pt idx="1272">
                  <c:v>44941</c:v>
                </c:pt>
                <c:pt idx="1273">
                  <c:v>44940</c:v>
                </c:pt>
                <c:pt idx="1274">
                  <c:v>44939</c:v>
                </c:pt>
                <c:pt idx="1275">
                  <c:v>44938</c:v>
                </c:pt>
                <c:pt idx="1276">
                  <c:v>44937</c:v>
                </c:pt>
                <c:pt idx="1277">
                  <c:v>44936</c:v>
                </c:pt>
                <c:pt idx="1278">
                  <c:v>44935</c:v>
                </c:pt>
                <c:pt idx="1279">
                  <c:v>44934</c:v>
                </c:pt>
                <c:pt idx="1280">
                  <c:v>44933</c:v>
                </c:pt>
                <c:pt idx="1281">
                  <c:v>44932</c:v>
                </c:pt>
                <c:pt idx="1282">
                  <c:v>44931</c:v>
                </c:pt>
                <c:pt idx="1283">
                  <c:v>44930</c:v>
                </c:pt>
                <c:pt idx="1284">
                  <c:v>44929</c:v>
                </c:pt>
                <c:pt idx="1285">
                  <c:v>44928</c:v>
                </c:pt>
                <c:pt idx="1286">
                  <c:v>44927</c:v>
                </c:pt>
                <c:pt idx="1287">
                  <c:v>44926</c:v>
                </c:pt>
                <c:pt idx="1288">
                  <c:v>44925</c:v>
                </c:pt>
                <c:pt idx="1289">
                  <c:v>44924</c:v>
                </c:pt>
                <c:pt idx="1290">
                  <c:v>44923</c:v>
                </c:pt>
                <c:pt idx="1291">
                  <c:v>44922</c:v>
                </c:pt>
                <c:pt idx="1292">
                  <c:v>44921</c:v>
                </c:pt>
                <c:pt idx="1293">
                  <c:v>44920</c:v>
                </c:pt>
                <c:pt idx="1294">
                  <c:v>44919</c:v>
                </c:pt>
                <c:pt idx="1295">
                  <c:v>44918</c:v>
                </c:pt>
                <c:pt idx="1296">
                  <c:v>44917</c:v>
                </c:pt>
                <c:pt idx="1297">
                  <c:v>44916</c:v>
                </c:pt>
                <c:pt idx="1298">
                  <c:v>44915</c:v>
                </c:pt>
                <c:pt idx="1299">
                  <c:v>44914</c:v>
                </c:pt>
                <c:pt idx="1300">
                  <c:v>44913</c:v>
                </c:pt>
                <c:pt idx="1301">
                  <c:v>44912</c:v>
                </c:pt>
                <c:pt idx="1302">
                  <c:v>44911</c:v>
                </c:pt>
                <c:pt idx="1303">
                  <c:v>44910</c:v>
                </c:pt>
                <c:pt idx="1304">
                  <c:v>44909</c:v>
                </c:pt>
                <c:pt idx="1305">
                  <c:v>44908</c:v>
                </c:pt>
                <c:pt idx="1306">
                  <c:v>44907</c:v>
                </c:pt>
                <c:pt idx="1307">
                  <c:v>44906</c:v>
                </c:pt>
                <c:pt idx="1308">
                  <c:v>44905</c:v>
                </c:pt>
                <c:pt idx="1309">
                  <c:v>44904</c:v>
                </c:pt>
                <c:pt idx="1310">
                  <c:v>44903</c:v>
                </c:pt>
                <c:pt idx="1311">
                  <c:v>44902</c:v>
                </c:pt>
                <c:pt idx="1312">
                  <c:v>44901</c:v>
                </c:pt>
                <c:pt idx="1313">
                  <c:v>44900</c:v>
                </c:pt>
                <c:pt idx="1314">
                  <c:v>44899</c:v>
                </c:pt>
                <c:pt idx="1315">
                  <c:v>44898</c:v>
                </c:pt>
                <c:pt idx="1316">
                  <c:v>44897</c:v>
                </c:pt>
                <c:pt idx="1317">
                  <c:v>44896</c:v>
                </c:pt>
                <c:pt idx="1318">
                  <c:v>44895</c:v>
                </c:pt>
                <c:pt idx="1319">
                  <c:v>44894</c:v>
                </c:pt>
                <c:pt idx="1320">
                  <c:v>44893</c:v>
                </c:pt>
                <c:pt idx="1321">
                  <c:v>44892</c:v>
                </c:pt>
                <c:pt idx="1322">
                  <c:v>44891</c:v>
                </c:pt>
                <c:pt idx="1323">
                  <c:v>44890</c:v>
                </c:pt>
                <c:pt idx="1324">
                  <c:v>44889</c:v>
                </c:pt>
                <c:pt idx="1325">
                  <c:v>44888</c:v>
                </c:pt>
                <c:pt idx="1326">
                  <c:v>44887</c:v>
                </c:pt>
                <c:pt idx="1327">
                  <c:v>44886</c:v>
                </c:pt>
                <c:pt idx="1328">
                  <c:v>44885</c:v>
                </c:pt>
                <c:pt idx="1329">
                  <c:v>44884</c:v>
                </c:pt>
                <c:pt idx="1330">
                  <c:v>44883</c:v>
                </c:pt>
                <c:pt idx="1331">
                  <c:v>44882</c:v>
                </c:pt>
                <c:pt idx="1332">
                  <c:v>44881</c:v>
                </c:pt>
                <c:pt idx="1333">
                  <c:v>44880</c:v>
                </c:pt>
                <c:pt idx="1334">
                  <c:v>44879</c:v>
                </c:pt>
                <c:pt idx="1335">
                  <c:v>44878</c:v>
                </c:pt>
                <c:pt idx="1336">
                  <c:v>44877</c:v>
                </c:pt>
                <c:pt idx="1337">
                  <c:v>44876</c:v>
                </c:pt>
                <c:pt idx="1338">
                  <c:v>44875</c:v>
                </c:pt>
                <c:pt idx="1339">
                  <c:v>44874</c:v>
                </c:pt>
                <c:pt idx="1340">
                  <c:v>44873</c:v>
                </c:pt>
                <c:pt idx="1341">
                  <c:v>44872</c:v>
                </c:pt>
                <c:pt idx="1342">
                  <c:v>44871</c:v>
                </c:pt>
                <c:pt idx="1343">
                  <c:v>44870</c:v>
                </c:pt>
                <c:pt idx="1344">
                  <c:v>44869</c:v>
                </c:pt>
                <c:pt idx="1345">
                  <c:v>44868</c:v>
                </c:pt>
                <c:pt idx="1346">
                  <c:v>44867</c:v>
                </c:pt>
                <c:pt idx="1347">
                  <c:v>44866</c:v>
                </c:pt>
                <c:pt idx="1348">
                  <c:v>44865</c:v>
                </c:pt>
                <c:pt idx="1349">
                  <c:v>44864</c:v>
                </c:pt>
                <c:pt idx="1350">
                  <c:v>44863</c:v>
                </c:pt>
                <c:pt idx="1351">
                  <c:v>44862</c:v>
                </c:pt>
                <c:pt idx="1352">
                  <c:v>44861</c:v>
                </c:pt>
                <c:pt idx="1353">
                  <c:v>44860</c:v>
                </c:pt>
                <c:pt idx="1354">
                  <c:v>44859</c:v>
                </c:pt>
                <c:pt idx="1355">
                  <c:v>44858</c:v>
                </c:pt>
                <c:pt idx="1356">
                  <c:v>44857</c:v>
                </c:pt>
                <c:pt idx="1357">
                  <c:v>44856</c:v>
                </c:pt>
                <c:pt idx="1358">
                  <c:v>44855</c:v>
                </c:pt>
                <c:pt idx="1359">
                  <c:v>44854</c:v>
                </c:pt>
                <c:pt idx="1360">
                  <c:v>44853</c:v>
                </c:pt>
                <c:pt idx="1361">
                  <c:v>44852</c:v>
                </c:pt>
                <c:pt idx="1362">
                  <c:v>44851</c:v>
                </c:pt>
                <c:pt idx="1363">
                  <c:v>44850</c:v>
                </c:pt>
                <c:pt idx="1364">
                  <c:v>44849</c:v>
                </c:pt>
                <c:pt idx="1365">
                  <c:v>44848</c:v>
                </c:pt>
                <c:pt idx="1366">
                  <c:v>44847</c:v>
                </c:pt>
                <c:pt idx="1367">
                  <c:v>44846</c:v>
                </c:pt>
                <c:pt idx="1368">
                  <c:v>44845</c:v>
                </c:pt>
                <c:pt idx="1369">
                  <c:v>44844</c:v>
                </c:pt>
                <c:pt idx="1370">
                  <c:v>44843</c:v>
                </c:pt>
                <c:pt idx="1371">
                  <c:v>44842</c:v>
                </c:pt>
                <c:pt idx="1372">
                  <c:v>44841</c:v>
                </c:pt>
                <c:pt idx="1373">
                  <c:v>44840</c:v>
                </c:pt>
                <c:pt idx="1374">
                  <c:v>44839</c:v>
                </c:pt>
                <c:pt idx="1375">
                  <c:v>44838</c:v>
                </c:pt>
                <c:pt idx="1376">
                  <c:v>44837</c:v>
                </c:pt>
                <c:pt idx="1377">
                  <c:v>44836</c:v>
                </c:pt>
                <c:pt idx="1378">
                  <c:v>44835</c:v>
                </c:pt>
                <c:pt idx="1379">
                  <c:v>44834</c:v>
                </c:pt>
                <c:pt idx="1380">
                  <c:v>44833</c:v>
                </c:pt>
                <c:pt idx="1381">
                  <c:v>44832</c:v>
                </c:pt>
                <c:pt idx="1382">
                  <c:v>44831</c:v>
                </c:pt>
                <c:pt idx="1383">
                  <c:v>44830</c:v>
                </c:pt>
                <c:pt idx="1384">
                  <c:v>44829</c:v>
                </c:pt>
                <c:pt idx="1385">
                  <c:v>44828</c:v>
                </c:pt>
                <c:pt idx="1386">
                  <c:v>44827</c:v>
                </c:pt>
                <c:pt idx="1387">
                  <c:v>44826</c:v>
                </c:pt>
                <c:pt idx="1388">
                  <c:v>44825</c:v>
                </c:pt>
                <c:pt idx="1389">
                  <c:v>44824</c:v>
                </c:pt>
                <c:pt idx="1390">
                  <c:v>44823</c:v>
                </c:pt>
                <c:pt idx="1391">
                  <c:v>44822</c:v>
                </c:pt>
                <c:pt idx="1392">
                  <c:v>44821</c:v>
                </c:pt>
                <c:pt idx="1393">
                  <c:v>44820</c:v>
                </c:pt>
                <c:pt idx="1394">
                  <c:v>44819</c:v>
                </c:pt>
                <c:pt idx="1395">
                  <c:v>44818</c:v>
                </c:pt>
                <c:pt idx="1396">
                  <c:v>44817</c:v>
                </c:pt>
                <c:pt idx="1397">
                  <c:v>44816</c:v>
                </c:pt>
                <c:pt idx="1398">
                  <c:v>44815</c:v>
                </c:pt>
                <c:pt idx="1399">
                  <c:v>44814</c:v>
                </c:pt>
                <c:pt idx="1400">
                  <c:v>44813</c:v>
                </c:pt>
                <c:pt idx="1401">
                  <c:v>44812</c:v>
                </c:pt>
                <c:pt idx="1402">
                  <c:v>44811</c:v>
                </c:pt>
                <c:pt idx="1403">
                  <c:v>44810</c:v>
                </c:pt>
                <c:pt idx="1404">
                  <c:v>44809</c:v>
                </c:pt>
                <c:pt idx="1405">
                  <c:v>44808</c:v>
                </c:pt>
                <c:pt idx="1406">
                  <c:v>44807</c:v>
                </c:pt>
                <c:pt idx="1407">
                  <c:v>44806</c:v>
                </c:pt>
                <c:pt idx="1408">
                  <c:v>44805</c:v>
                </c:pt>
                <c:pt idx="1409">
                  <c:v>44804</c:v>
                </c:pt>
                <c:pt idx="1410">
                  <c:v>44803</c:v>
                </c:pt>
                <c:pt idx="1411">
                  <c:v>44802</c:v>
                </c:pt>
                <c:pt idx="1412">
                  <c:v>44801</c:v>
                </c:pt>
                <c:pt idx="1413">
                  <c:v>44800</c:v>
                </c:pt>
                <c:pt idx="1414">
                  <c:v>44799</c:v>
                </c:pt>
                <c:pt idx="1415">
                  <c:v>44798</c:v>
                </c:pt>
                <c:pt idx="1416">
                  <c:v>44797</c:v>
                </c:pt>
                <c:pt idx="1417">
                  <c:v>44796</c:v>
                </c:pt>
                <c:pt idx="1418">
                  <c:v>44795</c:v>
                </c:pt>
                <c:pt idx="1419">
                  <c:v>44794</c:v>
                </c:pt>
                <c:pt idx="1420">
                  <c:v>44793</c:v>
                </c:pt>
                <c:pt idx="1421">
                  <c:v>44792</c:v>
                </c:pt>
                <c:pt idx="1422">
                  <c:v>44791</c:v>
                </c:pt>
                <c:pt idx="1423">
                  <c:v>44790</c:v>
                </c:pt>
                <c:pt idx="1424">
                  <c:v>44789</c:v>
                </c:pt>
                <c:pt idx="1425">
                  <c:v>44788</c:v>
                </c:pt>
                <c:pt idx="1426">
                  <c:v>44787</c:v>
                </c:pt>
                <c:pt idx="1427">
                  <c:v>44786</c:v>
                </c:pt>
                <c:pt idx="1428">
                  <c:v>44785</c:v>
                </c:pt>
                <c:pt idx="1429">
                  <c:v>44784</c:v>
                </c:pt>
                <c:pt idx="1430">
                  <c:v>44783</c:v>
                </c:pt>
                <c:pt idx="1431">
                  <c:v>44782</c:v>
                </c:pt>
                <c:pt idx="1432">
                  <c:v>44781</c:v>
                </c:pt>
                <c:pt idx="1433">
                  <c:v>44780</c:v>
                </c:pt>
                <c:pt idx="1434">
                  <c:v>44779</c:v>
                </c:pt>
                <c:pt idx="1435">
                  <c:v>44778</c:v>
                </c:pt>
                <c:pt idx="1436">
                  <c:v>44777</c:v>
                </c:pt>
                <c:pt idx="1437">
                  <c:v>44776</c:v>
                </c:pt>
                <c:pt idx="1438">
                  <c:v>44775</c:v>
                </c:pt>
                <c:pt idx="1439">
                  <c:v>44774</c:v>
                </c:pt>
                <c:pt idx="1440">
                  <c:v>44773</c:v>
                </c:pt>
                <c:pt idx="1441">
                  <c:v>44772</c:v>
                </c:pt>
                <c:pt idx="1442">
                  <c:v>44771</c:v>
                </c:pt>
                <c:pt idx="1443">
                  <c:v>44770</c:v>
                </c:pt>
                <c:pt idx="1444">
                  <c:v>44769</c:v>
                </c:pt>
                <c:pt idx="1445">
                  <c:v>44768</c:v>
                </c:pt>
                <c:pt idx="1446">
                  <c:v>44767</c:v>
                </c:pt>
                <c:pt idx="1447">
                  <c:v>44766</c:v>
                </c:pt>
                <c:pt idx="1448">
                  <c:v>44765</c:v>
                </c:pt>
                <c:pt idx="1449">
                  <c:v>44764</c:v>
                </c:pt>
                <c:pt idx="1450">
                  <c:v>44763</c:v>
                </c:pt>
                <c:pt idx="1451">
                  <c:v>44762</c:v>
                </c:pt>
                <c:pt idx="1452">
                  <c:v>44761</c:v>
                </c:pt>
                <c:pt idx="1453">
                  <c:v>44760</c:v>
                </c:pt>
                <c:pt idx="1454">
                  <c:v>44759</c:v>
                </c:pt>
                <c:pt idx="1455">
                  <c:v>44758</c:v>
                </c:pt>
                <c:pt idx="1456">
                  <c:v>44757</c:v>
                </c:pt>
                <c:pt idx="1457">
                  <c:v>44756</c:v>
                </c:pt>
                <c:pt idx="1458">
                  <c:v>44755</c:v>
                </c:pt>
                <c:pt idx="1459">
                  <c:v>44754</c:v>
                </c:pt>
                <c:pt idx="1460">
                  <c:v>44753</c:v>
                </c:pt>
                <c:pt idx="1461">
                  <c:v>44752</c:v>
                </c:pt>
                <c:pt idx="1462">
                  <c:v>44751</c:v>
                </c:pt>
                <c:pt idx="1463">
                  <c:v>44750</c:v>
                </c:pt>
                <c:pt idx="1464">
                  <c:v>44749</c:v>
                </c:pt>
                <c:pt idx="1465">
                  <c:v>44748</c:v>
                </c:pt>
                <c:pt idx="1466">
                  <c:v>44747</c:v>
                </c:pt>
                <c:pt idx="1467">
                  <c:v>44746</c:v>
                </c:pt>
                <c:pt idx="1468">
                  <c:v>44745</c:v>
                </c:pt>
                <c:pt idx="1469">
                  <c:v>44744</c:v>
                </c:pt>
                <c:pt idx="1470">
                  <c:v>44743</c:v>
                </c:pt>
                <c:pt idx="1471">
                  <c:v>44742</c:v>
                </c:pt>
                <c:pt idx="1472">
                  <c:v>44741</c:v>
                </c:pt>
                <c:pt idx="1473">
                  <c:v>44740</c:v>
                </c:pt>
                <c:pt idx="1474">
                  <c:v>44739</c:v>
                </c:pt>
                <c:pt idx="1475">
                  <c:v>44738</c:v>
                </c:pt>
                <c:pt idx="1476">
                  <c:v>44737</c:v>
                </c:pt>
                <c:pt idx="1477">
                  <c:v>44736</c:v>
                </c:pt>
                <c:pt idx="1478">
                  <c:v>44735</c:v>
                </c:pt>
                <c:pt idx="1479">
                  <c:v>44734</c:v>
                </c:pt>
                <c:pt idx="1480">
                  <c:v>44733</c:v>
                </c:pt>
                <c:pt idx="1481">
                  <c:v>44732</c:v>
                </c:pt>
                <c:pt idx="1482">
                  <c:v>44731</c:v>
                </c:pt>
                <c:pt idx="1483">
                  <c:v>44730</c:v>
                </c:pt>
                <c:pt idx="1484">
                  <c:v>44729</c:v>
                </c:pt>
                <c:pt idx="1485">
                  <c:v>44728</c:v>
                </c:pt>
                <c:pt idx="1486">
                  <c:v>44727</c:v>
                </c:pt>
                <c:pt idx="1487">
                  <c:v>44726</c:v>
                </c:pt>
                <c:pt idx="1488">
                  <c:v>44725</c:v>
                </c:pt>
                <c:pt idx="1489">
                  <c:v>44724</c:v>
                </c:pt>
                <c:pt idx="1490">
                  <c:v>44723</c:v>
                </c:pt>
                <c:pt idx="1491">
                  <c:v>44722</c:v>
                </c:pt>
                <c:pt idx="1492">
                  <c:v>44721</c:v>
                </c:pt>
                <c:pt idx="1493">
                  <c:v>44720</c:v>
                </c:pt>
                <c:pt idx="1494">
                  <c:v>44719</c:v>
                </c:pt>
                <c:pt idx="1495">
                  <c:v>44718</c:v>
                </c:pt>
                <c:pt idx="1496">
                  <c:v>44717</c:v>
                </c:pt>
                <c:pt idx="1497">
                  <c:v>44716</c:v>
                </c:pt>
                <c:pt idx="1498">
                  <c:v>44715</c:v>
                </c:pt>
                <c:pt idx="1499">
                  <c:v>44714</c:v>
                </c:pt>
                <c:pt idx="1500">
                  <c:v>44713</c:v>
                </c:pt>
                <c:pt idx="1501">
                  <c:v>44712</c:v>
                </c:pt>
                <c:pt idx="1502">
                  <c:v>44711</c:v>
                </c:pt>
                <c:pt idx="1503">
                  <c:v>44710</c:v>
                </c:pt>
                <c:pt idx="1504">
                  <c:v>44709</c:v>
                </c:pt>
                <c:pt idx="1505">
                  <c:v>44708</c:v>
                </c:pt>
                <c:pt idx="1506">
                  <c:v>44707</c:v>
                </c:pt>
                <c:pt idx="1507">
                  <c:v>44706</c:v>
                </c:pt>
                <c:pt idx="1508">
                  <c:v>44705</c:v>
                </c:pt>
                <c:pt idx="1509">
                  <c:v>44704</c:v>
                </c:pt>
                <c:pt idx="1510">
                  <c:v>44703</c:v>
                </c:pt>
                <c:pt idx="1511">
                  <c:v>44702</c:v>
                </c:pt>
                <c:pt idx="1512">
                  <c:v>44701</c:v>
                </c:pt>
                <c:pt idx="1513">
                  <c:v>44700</c:v>
                </c:pt>
                <c:pt idx="1514">
                  <c:v>44699</c:v>
                </c:pt>
                <c:pt idx="1515">
                  <c:v>44698</c:v>
                </c:pt>
                <c:pt idx="1516">
                  <c:v>44697</c:v>
                </c:pt>
                <c:pt idx="1517">
                  <c:v>44696</c:v>
                </c:pt>
                <c:pt idx="1518">
                  <c:v>44695</c:v>
                </c:pt>
                <c:pt idx="1519">
                  <c:v>44694</c:v>
                </c:pt>
                <c:pt idx="1520">
                  <c:v>44693</c:v>
                </c:pt>
                <c:pt idx="1521">
                  <c:v>44692</c:v>
                </c:pt>
                <c:pt idx="1522">
                  <c:v>44691</c:v>
                </c:pt>
                <c:pt idx="1523">
                  <c:v>44690</c:v>
                </c:pt>
                <c:pt idx="1524">
                  <c:v>44689</c:v>
                </c:pt>
                <c:pt idx="1525">
                  <c:v>44688</c:v>
                </c:pt>
                <c:pt idx="1526">
                  <c:v>44687</c:v>
                </c:pt>
                <c:pt idx="1527">
                  <c:v>44686</c:v>
                </c:pt>
                <c:pt idx="1528">
                  <c:v>44685</c:v>
                </c:pt>
                <c:pt idx="1529">
                  <c:v>44684</c:v>
                </c:pt>
                <c:pt idx="1530">
                  <c:v>44683</c:v>
                </c:pt>
                <c:pt idx="1531">
                  <c:v>44682</c:v>
                </c:pt>
                <c:pt idx="1532">
                  <c:v>44681</c:v>
                </c:pt>
                <c:pt idx="1533">
                  <c:v>44680</c:v>
                </c:pt>
                <c:pt idx="1534">
                  <c:v>44679</c:v>
                </c:pt>
                <c:pt idx="1535">
                  <c:v>44678</c:v>
                </c:pt>
                <c:pt idx="1536">
                  <c:v>44677</c:v>
                </c:pt>
                <c:pt idx="1537">
                  <c:v>44676</c:v>
                </c:pt>
                <c:pt idx="1538">
                  <c:v>44675</c:v>
                </c:pt>
                <c:pt idx="1539">
                  <c:v>44674</c:v>
                </c:pt>
                <c:pt idx="1540">
                  <c:v>44673</c:v>
                </c:pt>
                <c:pt idx="1541">
                  <c:v>44672</c:v>
                </c:pt>
                <c:pt idx="1542">
                  <c:v>44671</c:v>
                </c:pt>
                <c:pt idx="1543">
                  <c:v>44670</c:v>
                </c:pt>
                <c:pt idx="1544">
                  <c:v>44669</c:v>
                </c:pt>
                <c:pt idx="1545">
                  <c:v>44668</c:v>
                </c:pt>
                <c:pt idx="1546">
                  <c:v>44667</c:v>
                </c:pt>
                <c:pt idx="1547">
                  <c:v>44666</c:v>
                </c:pt>
                <c:pt idx="1548">
                  <c:v>44665</c:v>
                </c:pt>
                <c:pt idx="1549">
                  <c:v>44664</c:v>
                </c:pt>
                <c:pt idx="1550">
                  <c:v>44663</c:v>
                </c:pt>
                <c:pt idx="1551">
                  <c:v>44662</c:v>
                </c:pt>
                <c:pt idx="1552">
                  <c:v>44661</c:v>
                </c:pt>
                <c:pt idx="1553">
                  <c:v>44660</c:v>
                </c:pt>
                <c:pt idx="1554">
                  <c:v>44659</c:v>
                </c:pt>
                <c:pt idx="1555">
                  <c:v>44658</c:v>
                </c:pt>
                <c:pt idx="1556">
                  <c:v>44657</c:v>
                </c:pt>
                <c:pt idx="1557">
                  <c:v>44656</c:v>
                </c:pt>
                <c:pt idx="1558">
                  <c:v>44655</c:v>
                </c:pt>
                <c:pt idx="1559">
                  <c:v>44654</c:v>
                </c:pt>
                <c:pt idx="1560">
                  <c:v>44653</c:v>
                </c:pt>
                <c:pt idx="1561">
                  <c:v>44652</c:v>
                </c:pt>
                <c:pt idx="1562">
                  <c:v>44651</c:v>
                </c:pt>
                <c:pt idx="1563">
                  <c:v>44650</c:v>
                </c:pt>
                <c:pt idx="1564">
                  <c:v>44649</c:v>
                </c:pt>
                <c:pt idx="1565">
                  <c:v>44648</c:v>
                </c:pt>
                <c:pt idx="1566">
                  <c:v>44647</c:v>
                </c:pt>
                <c:pt idx="1567">
                  <c:v>44646</c:v>
                </c:pt>
                <c:pt idx="1568">
                  <c:v>44645</c:v>
                </c:pt>
                <c:pt idx="1569">
                  <c:v>44644</c:v>
                </c:pt>
                <c:pt idx="1570">
                  <c:v>44643</c:v>
                </c:pt>
                <c:pt idx="1571">
                  <c:v>44642</c:v>
                </c:pt>
                <c:pt idx="1572">
                  <c:v>44641</c:v>
                </c:pt>
                <c:pt idx="1573">
                  <c:v>44640</c:v>
                </c:pt>
                <c:pt idx="1574">
                  <c:v>44639</c:v>
                </c:pt>
                <c:pt idx="1575">
                  <c:v>44638</c:v>
                </c:pt>
                <c:pt idx="1576">
                  <c:v>44637</c:v>
                </c:pt>
                <c:pt idx="1577">
                  <c:v>44636</c:v>
                </c:pt>
                <c:pt idx="1578">
                  <c:v>44635</c:v>
                </c:pt>
                <c:pt idx="1579">
                  <c:v>44634</c:v>
                </c:pt>
                <c:pt idx="1580">
                  <c:v>44633</c:v>
                </c:pt>
                <c:pt idx="1581">
                  <c:v>44632</c:v>
                </c:pt>
                <c:pt idx="1582">
                  <c:v>44631</c:v>
                </c:pt>
                <c:pt idx="1583">
                  <c:v>44630</c:v>
                </c:pt>
                <c:pt idx="1584">
                  <c:v>44629</c:v>
                </c:pt>
                <c:pt idx="1585">
                  <c:v>44628</c:v>
                </c:pt>
                <c:pt idx="1586">
                  <c:v>44627</c:v>
                </c:pt>
                <c:pt idx="1587">
                  <c:v>44626</c:v>
                </c:pt>
                <c:pt idx="1588">
                  <c:v>44625</c:v>
                </c:pt>
                <c:pt idx="1589">
                  <c:v>44624</c:v>
                </c:pt>
                <c:pt idx="1590">
                  <c:v>44623</c:v>
                </c:pt>
                <c:pt idx="1591">
                  <c:v>44622</c:v>
                </c:pt>
                <c:pt idx="1592">
                  <c:v>44621</c:v>
                </c:pt>
                <c:pt idx="1593">
                  <c:v>44620</c:v>
                </c:pt>
                <c:pt idx="1594">
                  <c:v>44619</c:v>
                </c:pt>
                <c:pt idx="1595">
                  <c:v>44618</c:v>
                </c:pt>
                <c:pt idx="1596">
                  <c:v>44617</c:v>
                </c:pt>
                <c:pt idx="1597">
                  <c:v>44616</c:v>
                </c:pt>
                <c:pt idx="1598">
                  <c:v>44615</c:v>
                </c:pt>
                <c:pt idx="1599">
                  <c:v>44614</c:v>
                </c:pt>
                <c:pt idx="1600">
                  <c:v>44613</c:v>
                </c:pt>
                <c:pt idx="1601">
                  <c:v>44612</c:v>
                </c:pt>
                <c:pt idx="1602">
                  <c:v>44611</c:v>
                </c:pt>
                <c:pt idx="1603">
                  <c:v>44610</c:v>
                </c:pt>
                <c:pt idx="1604">
                  <c:v>44609</c:v>
                </c:pt>
                <c:pt idx="1605">
                  <c:v>44608</c:v>
                </c:pt>
                <c:pt idx="1606">
                  <c:v>44607</c:v>
                </c:pt>
                <c:pt idx="1607">
                  <c:v>44606</c:v>
                </c:pt>
                <c:pt idx="1608">
                  <c:v>44605</c:v>
                </c:pt>
                <c:pt idx="1609">
                  <c:v>44604</c:v>
                </c:pt>
                <c:pt idx="1610">
                  <c:v>44603</c:v>
                </c:pt>
                <c:pt idx="1611">
                  <c:v>44602</c:v>
                </c:pt>
                <c:pt idx="1612">
                  <c:v>44601</c:v>
                </c:pt>
                <c:pt idx="1613">
                  <c:v>44600</c:v>
                </c:pt>
                <c:pt idx="1614">
                  <c:v>44599</c:v>
                </c:pt>
                <c:pt idx="1615">
                  <c:v>44598</c:v>
                </c:pt>
                <c:pt idx="1616">
                  <c:v>44597</c:v>
                </c:pt>
                <c:pt idx="1617">
                  <c:v>44596</c:v>
                </c:pt>
                <c:pt idx="1618">
                  <c:v>44595</c:v>
                </c:pt>
                <c:pt idx="1619">
                  <c:v>44594</c:v>
                </c:pt>
                <c:pt idx="1620">
                  <c:v>44593</c:v>
                </c:pt>
                <c:pt idx="1621">
                  <c:v>44592</c:v>
                </c:pt>
                <c:pt idx="1622">
                  <c:v>44591</c:v>
                </c:pt>
                <c:pt idx="1623">
                  <c:v>44590</c:v>
                </c:pt>
                <c:pt idx="1624">
                  <c:v>44589</c:v>
                </c:pt>
                <c:pt idx="1625">
                  <c:v>44588</c:v>
                </c:pt>
                <c:pt idx="1626">
                  <c:v>44587</c:v>
                </c:pt>
                <c:pt idx="1627">
                  <c:v>44586</c:v>
                </c:pt>
                <c:pt idx="1628">
                  <c:v>44585</c:v>
                </c:pt>
                <c:pt idx="1629">
                  <c:v>44584</c:v>
                </c:pt>
                <c:pt idx="1630">
                  <c:v>44583</c:v>
                </c:pt>
                <c:pt idx="1631">
                  <c:v>44582</c:v>
                </c:pt>
                <c:pt idx="1632">
                  <c:v>44581</c:v>
                </c:pt>
                <c:pt idx="1633">
                  <c:v>44580</c:v>
                </c:pt>
                <c:pt idx="1634">
                  <c:v>44579</c:v>
                </c:pt>
                <c:pt idx="1635">
                  <c:v>44578</c:v>
                </c:pt>
                <c:pt idx="1636">
                  <c:v>44577</c:v>
                </c:pt>
                <c:pt idx="1637">
                  <c:v>44576</c:v>
                </c:pt>
                <c:pt idx="1638">
                  <c:v>44575</c:v>
                </c:pt>
                <c:pt idx="1639">
                  <c:v>44574</c:v>
                </c:pt>
                <c:pt idx="1640">
                  <c:v>44573</c:v>
                </c:pt>
                <c:pt idx="1641">
                  <c:v>44572</c:v>
                </c:pt>
                <c:pt idx="1642">
                  <c:v>44571</c:v>
                </c:pt>
                <c:pt idx="1643">
                  <c:v>44570</c:v>
                </c:pt>
                <c:pt idx="1644">
                  <c:v>44569</c:v>
                </c:pt>
                <c:pt idx="1645">
                  <c:v>44568</c:v>
                </c:pt>
                <c:pt idx="1646">
                  <c:v>44567</c:v>
                </c:pt>
                <c:pt idx="1647">
                  <c:v>44566</c:v>
                </c:pt>
                <c:pt idx="1648">
                  <c:v>44565</c:v>
                </c:pt>
                <c:pt idx="1649">
                  <c:v>44564</c:v>
                </c:pt>
                <c:pt idx="1650">
                  <c:v>44563</c:v>
                </c:pt>
                <c:pt idx="1651">
                  <c:v>44562</c:v>
                </c:pt>
                <c:pt idx="1652">
                  <c:v>44561</c:v>
                </c:pt>
                <c:pt idx="1653">
                  <c:v>44560</c:v>
                </c:pt>
                <c:pt idx="1654">
                  <c:v>44559</c:v>
                </c:pt>
                <c:pt idx="1655">
                  <c:v>44558</c:v>
                </c:pt>
                <c:pt idx="1656">
                  <c:v>44557</c:v>
                </c:pt>
                <c:pt idx="1657">
                  <c:v>44556</c:v>
                </c:pt>
                <c:pt idx="1658">
                  <c:v>44555</c:v>
                </c:pt>
                <c:pt idx="1659">
                  <c:v>44554</c:v>
                </c:pt>
                <c:pt idx="1660">
                  <c:v>44553</c:v>
                </c:pt>
                <c:pt idx="1661">
                  <c:v>44552</c:v>
                </c:pt>
                <c:pt idx="1662">
                  <c:v>44551</c:v>
                </c:pt>
                <c:pt idx="1663">
                  <c:v>44550</c:v>
                </c:pt>
                <c:pt idx="1664">
                  <c:v>44549</c:v>
                </c:pt>
                <c:pt idx="1665">
                  <c:v>44548</c:v>
                </c:pt>
                <c:pt idx="1666">
                  <c:v>44547</c:v>
                </c:pt>
                <c:pt idx="1667">
                  <c:v>44546</c:v>
                </c:pt>
                <c:pt idx="1668">
                  <c:v>44545</c:v>
                </c:pt>
                <c:pt idx="1669">
                  <c:v>44544</c:v>
                </c:pt>
                <c:pt idx="1670">
                  <c:v>44543</c:v>
                </c:pt>
                <c:pt idx="1671">
                  <c:v>44542</c:v>
                </c:pt>
                <c:pt idx="1672">
                  <c:v>44541</c:v>
                </c:pt>
                <c:pt idx="1673">
                  <c:v>44540</c:v>
                </c:pt>
                <c:pt idx="1674">
                  <c:v>44539</c:v>
                </c:pt>
                <c:pt idx="1675">
                  <c:v>44538</c:v>
                </c:pt>
                <c:pt idx="1676">
                  <c:v>44537</c:v>
                </c:pt>
                <c:pt idx="1677">
                  <c:v>44536</c:v>
                </c:pt>
                <c:pt idx="1678">
                  <c:v>44535</c:v>
                </c:pt>
                <c:pt idx="1679">
                  <c:v>44534</c:v>
                </c:pt>
                <c:pt idx="1680">
                  <c:v>44533</c:v>
                </c:pt>
                <c:pt idx="1681">
                  <c:v>44532</c:v>
                </c:pt>
                <c:pt idx="1682">
                  <c:v>44531</c:v>
                </c:pt>
                <c:pt idx="1683">
                  <c:v>44530</c:v>
                </c:pt>
                <c:pt idx="1684">
                  <c:v>44529</c:v>
                </c:pt>
                <c:pt idx="1685">
                  <c:v>44528</c:v>
                </c:pt>
                <c:pt idx="1686">
                  <c:v>44527</c:v>
                </c:pt>
                <c:pt idx="1687">
                  <c:v>44526</c:v>
                </c:pt>
                <c:pt idx="1688">
                  <c:v>44525</c:v>
                </c:pt>
                <c:pt idx="1689">
                  <c:v>44524</c:v>
                </c:pt>
                <c:pt idx="1690">
                  <c:v>44523</c:v>
                </c:pt>
                <c:pt idx="1691">
                  <c:v>44522</c:v>
                </c:pt>
                <c:pt idx="1692">
                  <c:v>44521</c:v>
                </c:pt>
                <c:pt idx="1693">
                  <c:v>44520</c:v>
                </c:pt>
                <c:pt idx="1694">
                  <c:v>44519</c:v>
                </c:pt>
                <c:pt idx="1695">
                  <c:v>44518</c:v>
                </c:pt>
                <c:pt idx="1696">
                  <c:v>44517</c:v>
                </c:pt>
                <c:pt idx="1697">
                  <c:v>44516</c:v>
                </c:pt>
                <c:pt idx="1698">
                  <c:v>44515</c:v>
                </c:pt>
                <c:pt idx="1699">
                  <c:v>44514</c:v>
                </c:pt>
                <c:pt idx="1700">
                  <c:v>44513</c:v>
                </c:pt>
                <c:pt idx="1701">
                  <c:v>44512</c:v>
                </c:pt>
                <c:pt idx="1702">
                  <c:v>44511</c:v>
                </c:pt>
                <c:pt idx="1703">
                  <c:v>44510</c:v>
                </c:pt>
                <c:pt idx="1704">
                  <c:v>44509</c:v>
                </c:pt>
                <c:pt idx="1705">
                  <c:v>44508</c:v>
                </c:pt>
                <c:pt idx="1706">
                  <c:v>44507</c:v>
                </c:pt>
                <c:pt idx="1707">
                  <c:v>44506</c:v>
                </c:pt>
                <c:pt idx="1708">
                  <c:v>44505</c:v>
                </c:pt>
                <c:pt idx="1709">
                  <c:v>44504</c:v>
                </c:pt>
                <c:pt idx="1710">
                  <c:v>44503</c:v>
                </c:pt>
                <c:pt idx="1711">
                  <c:v>44502</c:v>
                </c:pt>
                <c:pt idx="1712">
                  <c:v>44501</c:v>
                </c:pt>
                <c:pt idx="1713">
                  <c:v>44500</c:v>
                </c:pt>
                <c:pt idx="1714">
                  <c:v>44499</c:v>
                </c:pt>
                <c:pt idx="1715">
                  <c:v>44498</c:v>
                </c:pt>
                <c:pt idx="1716">
                  <c:v>44497</c:v>
                </c:pt>
                <c:pt idx="1717">
                  <c:v>44496</c:v>
                </c:pt>
                <c:pt idx="1718">
                  <c:v>44495</c:v>
                </c:pt>
                <c:pt idx="1719">
                  <c:v>44494</c:v>
                </c:pt>
                <c:pt idx="1720">
                  <c:v>44493</c:v>
                </c:pt>
                <c:pt idx="1721">
                  <c:v>44492</c:v>
                </c:pt>
                <c:pt idx="1722">
                  <c:v>44491</c:v>
                </c:pt>
                <c:pt idx="1723">
                  <c:v>44490</c:v>
                </c:pt>
                <c:pt idx="1724">
                  <c:v>44489</c:v>
                </c:pt>
                <c:pt idx="1725">
                  <c:v>44488</c:v>
                </c:pt>
                <c:pt idx="1726">
                  <c:v>44487</c:v>
                </c:pt>
                <c:pt idx="1727">
                  <c:v>44486</c:v>
                </c:pt>
                <c:pt idx="1728">
                  <c:v>44485</c:v>
                </c:pt>
                <c:pt idx="1729">
                  <c:v>44484</c:v>
                </c:pt>
                <c:pt idx="1730">
                  <c:v>44483</c:v>
                </c:pt>
                <c:pt idx="1731">
                  <c:v>44482</c:v>
                </c:pt>
                <c:pt idx="1732">
                  <c:v>44481</c:v>
                </c:pt>
                <c:pt idx="1733">
                  <c:v>44480</c:v>
                </c:pt>
                <c:pt idx="1734">
                  <c:v>44479</c:v>
                </c:pt>
                <c:pt idx="1735">
                  <c:v>44478</c:v>
                </c:pt>
                <c:pt idx="1736">
                  <c:v>44477</c:v>
                </c:pt>
                <c:pt idx="1737">
                  <c:v>44476</c:v>
                </c:pt>
                <c:pt idx="1738">
                  <c:v>44475</c:v>
                </c:pt>
                <c:pt idx="1739">
                  <c:v>44474</c:v>
                </c:pt>
                <c:pt idx="1740">
                  <c:v>44473</c:v>
                </c:pt>
                <c:pt idx="1741">
                  <c:v>44472</c:v>
                </c:pt>
                <c:pt idx="1742">
                  <c:v>44471</c:v>
                </c:pt>
                <c:pt idx="1743">
                  <c:v>44470</c:v>
                </c:pt>
                <c:pt idx="1744">
                  <c:v>44469</c:v>
                </c:pt>
                <c:pt idx="1745">
                  <c:v>44468</c:v>
                </c:pt>
                <c:pt idx="1746">
                  <c:v>44467</c:v>
                </c:pt>
                <c:pt idx="1747">
                  <c:v>44466</c:v>
                </c:pt>
                <c:pt idx="1748">
                  <c:v>44465</c:v>
                </c:pt>
                <c:pt idx="1749">
                  <c:v>44464</c:v>
                </c:pt>
                <c:pt idx="1750">
                  <c:v>44463</c:v>
                </c:pt>
                <c:pt idx="1751">
                  <c:v>44462</c:v>
                </c:pt>
                <c:pt idx="1752">
                  <c:v>44461</c:v>
                </c:pt>
                <c:pt idx="1753">
                  <c:v>44460</c:v>
                </c:pt>
                <c:pt idx="1754">
                  <c:v>44459</c:v>
                </c:pt>
                <c:pt idx="1755">
                  <c:v>44458</c:v>
                </c:pt>
                <c:pt idx="1756">
                  <c:v>44457</c:v>
                </c:pt>
                <c:pt idx="1757">
                  <c:v>44456</c:v>
                </c:pt>
                <c:pt idx="1758">
                  <c:v>44455</c:v>
                </c:pt>
                <c:pt idx="1759">
                  <c:v>44454</c:v>
                </c:pt>
                <c:pt idx="1760">
                  <c:v>44453</c:v>
                </c:pt>
                <c:pt idx="1761">
                  <c:v>44452</c:v>
                </c:pt>
                <c:pt idx="1762">
                  <c:v>44451</c:v>
                </c:pt>
                <c:pt idx="1763">
                  <c:v>44450</c:v>
                </c:pt>
                <c:pt idx="1764">
                  <c:v>44449</c:v>
                </c:pt>
                <c:pt idx="1765">
                  <c:v>44448</c:v>
                </c:pt>
                <c:pt idx="1766">
                  <c:v>44447</c:v>
                </c:pt>
                <c:pt idx="1767">
                  <c:v>44446</c:v>
                </c:pt>
                <c:pt idx="1768">
                  <c:v>44445</c:v>
                </c:pt>
                <c:pt idx="1769">
                  <c:v>44444</c:v>
                </c:pt>
                <c:pt idx="1770">
                  <c:v>44443</c:v>
                </c:pt>
                <c:pt idx="1771">
                  <c:v>44442</c:v>
                </c:pt>
                <c:pt idx="1772">
                  <c:v>44441</c:v>
                </c:pt>
                <c:pt idx="1773">
                  <c:v>44440</c:v>
                </c:pt>
                <c:pt idx="1774">
                  <c:v>44439</c:v>
                </c:pt>
                <c:pt idx="1775">
                  <c:v>44438</c:v>
                </c:pt>
                <c:pt idx="1776">
                  <c:v>44437</c:v>
                </c:pt>
                <c:pt idx="1777">
                  <c:v>44436</c:v>
                </c:pt>
                <c:pt idx="1778">
                  <c:v>44435</c:v>
                </c:pt>
                <c:pt idx="1779">
                  <c:v>44434</c:v>
                </c:pt>
                <c:pt idx="1780">
                  <c:v>44433</c:v>
                </c:pt>
                <c:pt idx="1781">
                  <c:v>44432</c:v>
                </c:pt>
                <c:pt idx="1782">
                  <c:v>44431</c:v>
                </c:pt>
                <c:pt idx="1783">
                  <c:v>44430</c:v>
                </c:pt>
                <c:pt idx="1784">
                  <c:v>44429</c:v>
                </c:pt>
                <c:pt idx="1785">
                  <c:v>44428</c:v>
                </c:pt>
                <c:pt idx="1786">
                  <c:v>44427</c:v>
                </c:pt>
                <c:pt idx="1787">
                  <c:v>44426</c:v>
                </c:pt>
                <c:pt idx="1788">
                  <c:v>44425</c:v>
                </c:pt>
                <c:pt idx="1789">
                  <c:v>44424</c:v>
                </c:pt>
                <c:pt idx="1790">
                  <c:v>44423</c:v>
                </c:pt>
                <c:pt idx="1791">
                  <c:v>44422</c:v>
                </c:pt>
                <c:pt idx="1792">
                  <c:v>44421</c:v>
                </c:pt>
                <c:pt idx="1793">
                  <c:v>44420</c:v>
                </c:pt>
                <c:pt idx="1794">
                  <c:v>44419</c:v>
                </c:pt>
                <c:pt idx="1795">
                  <c:v>44418</c:v>
                </c:pt>
                <c:pt idx="1796">
                  <c:v>44417</c:v>
                </c:pt>
                <c:pt idx="1797">
                  <c:v>44416</c:v>
                </c:pt>
                <c:pt idx="1798">
                  <c:v>44415</c:v>
                </c:pt>
                <c:pt idx="1799">
                  <c:v>44414</c:v>
                </c:pt>
                <c:pt idx="1800">
                  <c:v>44413</c:v>
                </c:pt>
                <c:pt idx="1801">
                  <c:v>44412</c:v>
                </c:pt>
                <c:pt idx="1802">
                  <c:v>44411</c:v>
                </c:pt>
                <c:pt idx="1803">
                  <c:v>44410</c:v>
                </c:pt>
                <c:pt idx="1804">
                  <c:v>44409</c:v>
                </c:pt>
                <c:pt idx="1805">
                  <c:v>44408</c:v>
                </c:pt>
                <c:pt idx="1806">
                  <c:v>44407</c:v>
                </c:pt>
                <c:pt idx="1807">
                  <c:v>44406</c:v>
                </c:pt>
                <c:pt idx="1808">
                  <c:v>44405</c:v>
                </c:pt>
                <c:pt idx="1809">
                  <c:v>44404</c:v>
                </c:pt>
                <c:pt idx="1810">
                  <c:v>44403</c:v>
                </c:pt>
                <c:pt idx="1811">
                  <c:v>44402</c:v>
                </c:pt>
                <c:pt idx="1812">
                  <c:v>44401</c:v>
                </c:pt>
                <c:pt idx="1813">
                  <c:v>44400</c:v>
                </c:pt>
                <c:pt idx="1814">
                  <c:v>44399</c:v>
                </c:pt>
                <c:pt idx="1815">
                  <c:v>44398</c:v>
                </c:pt>
                <c:pt idx="1816">
                  <c:v>44397</c:v>
                </c:pt>
                <c:pt idx="1817">
                  <c:v>44396</c:v>
                </c:pt>
                <c:pt idx="1818">
                  <c:v>44395</c:v>
                </c:pt>
                <c:pt idx="1819">
                  <c:v>44394</c:v>
                </c:pt>
                <c:pt idx="1820">
                  <c:v>44393</c:v>
                </c:pt>
                <c:pt idx="1821">
                  <c:v>44392</c:v>
                </c:pt>
                <c:pt idx="1822">
                  <c:v>44391</c:v>
                </c:pt>
                <c:pt idx="1823">
                  <c:v>44390</c:v>
                </c:pt>
                <c:pt idx="1824">
                  <c:v>44389</c:v>
                </c:pt>
                <c:pt idx="1825">
                  <c:v>44388</c:v>
                </c:pt>
                <c:pt idx="1826">
                  <c:v>44387</c:v>
                </c:pt>
                <c:pt idx="1827">
                  <c:v>44386</c:v>
                </c:pt>
                <c:pt idx="1828">
                  <c:v>44385</c:v>
                </c:pt>
                <c:pt idx="1829">
                  <c:v>44384</c:v>
                </c:pt>
                <c:pt idx="1830">
                  <c:v>44383</c:v>
                </c:pt>
                <c:pt idx="1831">
                  <c:v>44382</c:v>
                </c:pt>
                <c:pt idx="1832">
                  <c:v>44381</c:v>
                </c:pt>
                <c:pt idx="1833">
                  <c:v>44380</c:v>
                </c:pt>
                <c:pt idx="1834">
                  <c:v>44379</c:v>
                </c:pt>
                <c:pt idx="1835">
                  <c:v>44378</c:v>
                </c:pt>
                <c:pt idx="1836">
                  <c:v>44377</c:v>
                </c:pt>
                <c:pt idx="1837">
                  <c:v>44376</c:v>
                </c:pt>
                <c:pt idx="1838">
                  <c:v>44375</c:v>
                </c:pt>
                <c:pt idx="1839">
                  <c:v>44374</c:v>
                </c:pt>
                <c:pt idx="1840">
                  <c:v>44373</c:v>
                </c:pt>
                <c:pt idx="1841">
                  <c:v>44372</c:v>
                </c:pt>
                <c:pt idx="1842">
                  <c:v>44371</c:v>
                </c:pt>
                <c:pt idx="1843">
                  <c:v>44370</c:v>
                </c:pt>
                <c:pt idx="1844">
                  <c:v>44369</c:v>
                </c:pt>
                <c:pt idx="1845">
                  <c:v>44368</c:v>
                </c:pt>
                <c:pt idx="1846">
                  <c:v>44367</c:v>
                </c:pt>
                <c:pt idx="1847">
                  <c:v>44366</c:v>
                </c:pt>
                <c:pt idx="1848">
                  <c:v>44365</c:v>
                </c:pt>
                <c:pt idx="1849">
                  <c:v>44364</c:v>
                </c:pt>
                <c:pt idx="1850">
                  <c:v>44363</c:v>
                </c:pt>
                <c:pt idx="1851">
                  <c:v>44362</c:v>
                </c:pt>
                <c:pt idx="1852">
                  <c:v>44361</c:v>
                </c:pt>
                <c:pt idx="1853">
                  <c:v>44360</c:v>
                </c:pt>
                <c:pt idx="1854">
                  <c:v>44359</c:v>
                </c:pt>
                <c:pt idx="1855">
                  <c:v>44358</c:v>
                </c:pt>
                <c:pt idx="1856">
                  <c:v>44357</c:v>
                </c:pt>
                <c:pt idx="1857">
                  <c:v>44356</c:v>
                </c:pt>
                <c:pt idx="1858">
                  <c:v>44355</c:v>
                </c:pt>
                <c:pt idx="1859">
                  <c:v>44354</c:v>
                </c:pt>
                <c:pt idx="1860">
                  <c:v>44353</c:v>
                </c:pt>
                <c:pt idx="1861">
                  <c:v>44352</c:v>
                </c:pt>
                <c:pt idx="1862">
                  <c:v>44351</c:v>
                </c:pt>
                <c:pt idx="1863">
                  <c:v>44350</c:v>
                </c:pt>
                <c:pt idx="1864">
                  <c:v>44349</c:v>
                </c:pt>
                <c:pt idx="1865">
                  <c:v>44348</c:v>
                </c:pt>
                <c:pt idx="1866">
                  <c:v>44347</c:v>
                </c:pt>
                <c:pt idx="1867">
                  <c:v>44346</c:v>
                </c:pt>
                <c:pt idx="1868">
                  <c:v>44345</c:v>
                </c:pt>
                <c:pt idx="1869">
                  <c:v>44344</c:v>
                </c:pt>
                <c:pt idx="1870">
                  <c:v>44343</c:v>
                </c:pt>
                <c:pt idx="1871">
                  <c:v>44342</c:v>
                </c:pt>
                <c:pt idx="1872">
                  <c:v>44341</c:v>
                </c:pt>
                <c:pt idx="1873">
                  <c:v>44340</c:v>
                </c:pt>
                <c:pt idx="1874">
                  <c:v>44339</c:v>
                </c:pt>
                <c:pt idx="1875">
                  <c:v>44338</c:v>
                </c:pt>
                <c:pt idx="1876">
                  <c:v>44337</c:v>
                </c:pt>
                <c:pt idx="1877">
                  <c:v>44336</c:v>
                </c:pt>
                <c:pt idx="1878">
                  <c:v>44335</c:v>
                </c:pt>
                <c:pt idx="1879">
                  <c:v>44334</c:v>
                </c:pt>
                <c:pt idx="1880">
                  <c:v>44333</c:v>
                </c:pt>
                <c:pt idx="1881">
                  <c:v>44332</c:v>
                </c:pt>
                <c:pt idx="1882">
                  <c:v>44331</c:v>
                </c:pt>
                <c:pt idx="1883">
                  <c:v>44330</c:v>
                </c:pt>
                <c:pt idx="1884">
                  <c:v>44329</c:v>
                </c:pt>
                <c:pt idx="1885">
                  <c:v>44328</c:v>
                </c:pt>
                <c:pt idx="1886">
                  <c:v>44327</c:v>
                </c:pt>
                <c:pt idx="1887">
                  <c:v>44326</c:v>
                </c:pt>
                <c:pt idx="1888">
                  <c:v>44325</c:v>
                </c:pt>
                <c:pt idx="1889">
                  <c:v>44324</c:v>
                </c:pt>
                <c:pt idx="1890">
                  <c:v>44323</c:v>
                </c:pt>
                <c:pt idx="1891">
                  <c:v>44322</c:v>
                </c:pt>
                <c:pt idx="1892">
                  <c:v>44321</c:v>
                </c:pt>
                <c:pt idx="1893">
                  <c:v>44320</c:v>
                </c:pt>
                <c:pt idx="1894">
                  <c:v>44319</c:v>
                </c:pt>
                <c:pt idx="1895">
                  <c:v>44318</c:v>
                </c:pt>
                <c:pt idx="1896">
                  <c:v>44317</c:v>
                </c:pt>
                <c:pt idx="1897">
                  <c:v>44316</c:v>
                </c:pt>
                <c:pt idx="1898">
                  <c:v>44315</c:v>
                </c:pt>
                <c:pt idx="1899">
                  <c:v>44314</c:v>
                </c:pt>
                <c:pt idx="1900">
                  <c:v>44313</c:v>
                </c:pt>
                <c:pt idx="1901">
                  <c:v>44312</c:v>
                </c:pt>
                <c:pt idx="1902">
                  <c:v>44311</c:v>
                </c:pt>
                <c:pt idx="1903">
                  <c:v>44310</c:v>
                </c:pt>
                <c:pt idx="1904">
                  <c:v>44309</c:v>
                </c:pt>
                <c:pt idx="1905">
                  <c:v>44308</c:v>
                </c:pt>
                <c:pt idx="1906">
                  <c:v>44307</c:v>
                </c:pt>
                <c:pt idx="1907">
                  <c:v>44306</c:v>
                </c:pt>
                <c:pt idx="1908">
                  <c:v>44305</c:v>
                </c:pt>
                <c:pt idx="1909">
                  <c:v>44304</c:v>
                </c:pt>
                <c:pt idx="1910">
                  <c:v>44303</c:v>
                </c:pt>
                <c:pt idx="1911">
                  <c:v>44302</c:v>
                </c:pt>
                <c:pt idx="1912">
                  <c:v>44301</c:v>
                </c:pt>
                <c:pt idx="1913">
                  <c:v>44300</c:v>
                </c:pt>
                <c:pt idx="1914">
                  <c:v>44299</c:v>
                </c:pt>
                <c:pt idx="1915">
                  <c:v>44298</c:v>
                </c:pt>
                <c:pt idx="1916">
                  <c:v>44297</c:v>
                </c:pt>
                <c:pt idx="1917">
                  <c:v>44296</c:v>
                </c:pt>
                <c:pt idx="1918">
                  <c:v>44295</c:v>
                </c:pt>
                <c:pt idx="1919">
                  <c:v>44294</c:v>
                </c:pt>
                <c:pt idx="1920">
                  <c:v>44293</c:v>
                </c:pt>
                <c:pt idx="1921">
                  <c:v>44292</c:v>
                </c:pt>
                <c:pt idx="1922">
                  <c:v>44291</c:v>
                </c:pt>
                <c:pt idx="1923">
                  <c:v>44290</c:v>
                </c:pt>
                <c:pt idx="1924">
                  <c:v>44289</c:v>
                </c:pt>
                <c:pt idx="1925">
                  <c:v>44288</c:v>
                </c:pt>
                <c:pt idx="1926">
                  <c:v>44287</c:v>
                </c:pt>
                <c:pt idx="1927">
                  <c:v>44286</c:v>
                </c:pt>
                <c:pt idx="1928">
                  <c:v>44285</c:v>
                </c:pt>
                <c:pt idx="1929">
                  <c:v>44284</c:v>
                </c:pt>
                <c:pt idx="1930">
                  <c:v>44283</c:v>
                </c:pt>
                <c:pt idx="1931">
                  <c:v>44282</c:v>
                </c:pt>
                <c:pt idx="1932">
                  <c:v>44281</c:v>
                </c:pt>
                <c:pt idx="1933">
                  <c:v>44280</c:v>
                </c:pt>
                <c:pt idx="1934">
                  <c:v>44279</c:v>
                </c:pt>
                <c:pt idx="1935">
                  <c:v>44278</c:v>
                </c:pt>
                <c:pt idx="1936">
                  <c:v>44277</c:v>
                </c:pt>
                <c:pt idx="1937">
                  <c:v>44276</c:v>
                </c:pt>
                <c:pt idx="1938">
                  <c:v>44275</c:v>
                </c:pt>
                <c:pt idx="1939">
                  <c:v>44274</c:v>
                </c:pt>
                <c:pt idx="1940">
                  <c:v>44273</c:v>
                </c:pt>
                <c:pt idx="1941">
                  <c:v>44272</c:v>
                </c:pt>
                <c:pt idx="1942">
                  <c:v>44271</c:v>
                </c:pt>
                <c:pt idx="1943">
                  <c:v>44270</c:v>
                </c:pt>
                <c:pt idx="1944">
                  <c:v>44269</c:v>
                </c:pt>
                <c:pt idx="1945">
                  <c:v>44268</c:v>
                </c:pt>
                <c:pt idx="1946">
                  <c:v>44267</c:v>
                </c:pt>
                <c:pt idx="1947">
                  <c:v>44266</c:v>
                </c:pt>
                <c:pt idx="1948">
                  <c:v>44265</c:v>
                </c:pt>
                <c:pt idx="1949">
                  <c:v>44264</c:v>
                </c:pt>
                <c:pt idx="1950">
                  <c:v>44263</c:v>
                </c:pt>
                <c:pt idx="1951">
                  <c:v>44262</c:v>
                </c:pt>
                <c:pt idx="1952">
                  <c:v>44261</c:v>
                </c:pt>
                <c:pt idx="1953">
                  <c:v>44260</c:v>
                </c:pt>
                <c:pt idx="1954">
                  <c:v>44259</c:v>
                </c:pt>
                <c:pt idx="1955">
                  <c:v>44258</c:v>
                </c:pt>
                <c:pt idx="1956">
                  <c:v>44257</c:v>
                </c:pt>
                <c:pt idx="1957">
                  <c:v>44256</c:v>
                </c:pt>
                <c:pt idx="1958">
                  <c:v>44255</c:v>
                </c:pt>
                <c:pt idx="1959">
                  <c:v>44254</c:v>
                </c:pt>
                <c:pt idx="1960">
                  <c:v>44253</c:v>
                </c:pt>
                <c:pt idx="1961">
                  <c:v>44252</c:v>
                </c:pt>
                <c:pt idx="1962">
                  <c:v>44251</c:v>
                </c:pt>
                <c:pt idx="1963">
                  <c:v>44250</c:v>
                </c:pt>
                <c:pt idx="1964">
                  <c:v>44249</c:v>
                </c:pt>
                <c:pt idx="1965">
                  <c:v>44248</c:v>
                </c:pt>
                <c:pt idx="1966">
                  <c:v>44247</c:v>
                </c:pt>
                <c:pt idx="1967">
                  <c:v>44246</c:v>
                </c:pt>
                <c:pt idx="1968">
                  <c:v>44245</c:v>
                </c:pt>
                <c:pt idx="1969">
                  <c:v>44244</c:v>
                </c:pt>
                <c:pt idx="1970">
                  <c:v>44243</c:v>
                </c:pt>
                <c:pt idx="1971">
                  <c:v>44242</c:v>
                </c:pt>
                <c:pt idx="1972">
                  <c:v>44241</c:v>
                </c:pt>
                <c:pt idx="1973">
                  <c:v>44240</c:v>
                </c:pt>
                <c:pt idx="1974">
                  <c:v>44239</c:v>
                </c:pt>
                <c:pt idx="1975">
                  <c:v>44238</c:v>
                </c:pt>
                <c:pt idx="1976">
                  <c:v>44237</c:v>
                </c:pt>
                <c:pt idx="1977">
                  <c:v>44236</c:v>
                </c:pt>
                <c:pt idx="1978">
                  <c:v>44235</c:v>
                </c:pt>
                <c:pt idx="1979">
                  <c:v>44234</c:v>
                </c:pt>
                <c:pt idx="1980">
                  <c:v>44233</c:v>
                </c:pt>
                <c:pt idx="1981">
                  <c:v>44232</c:v>
                </c:pt>
                <c:pt idx="1982">
                  <c:v>44231</c:v>
                </c:pt>
                <c:pt idx="1983">
                  <c:v>44230</c:v>
                </c:pt>
                <c:pt idx="1984">
                  <c:v>44229</c:v>
                </c:pt>
                <c:pt idx="1985">
                  <c:v>44228</c:v>
                </c:pt>
                <c:pt idx="1986">
                  <c:v>44227</c:v>
                </c:pt>
                <c:pt idx="1987">
                  <c:v>44226</c:v>
                </c:pt>
                <c:pt idx="1988">
                  <c:v>44225</c:v>
                </c:pt>
                <c:pt idx="1989">
                  <c:v>44224</c:v>
                </c:pt>
                <c:pt idx="1990">
                  <c:v>44223</c:v>
                </c:pt>
                <c:pt idx="1991">
                  <c:v>44222</c:v>
                </c:pt>
                <c:pt idx="1992">
                  <c:v>44221</c:v>
                </c:pt>
                <c:pt idx="1993">
                  <c:v>44220</c:v>
                </c:pt>
                <c:pt idx="1994">
                  <c:v>44219</c:v>
                </c:pt>
                <c:pt idx="1995">
                  <c:v>44218</c:v>
                </c:pt>
                <c:pt idx="1996">
                  <c:v>44217</c:v>
                </c:pt>
                <c:pt idx="1997">
                  <c:v>44216</c:v>
                </c:pt>
                <c:pt idx="1998">
                  <c:v>44215</c:v>
                </c:pt>
                <c:pt idx="1999">
                  <c:v>44214</c:v>
                </c:pt>
                <c:pt idx="2000">
                  <c:v>44213</c:v>
                </c:pt>
                <c:pt idx="2001">
                  <c:v>44212</c:v>
                </c:pt>
                <c:pt idx="2002">
                  <c:v>44211</c:v>
                </c:pt>
                <c:pt idx="2003">
                  <c:v>44210</c:v>
                </c:pt>
                <c:pt idx="2004">
                  <c:v>44209</c:v>
                </c:pt>
                <c:pt idx="2005">
                  <c:v>44208</c:v>
                </c:pt>
                <c:pt idx="2006">
                  <c:v>44207</c:v>
                </c:pt>
                <c:pt idx="2007">
                  <c:v>44206</c:v>
                </c:pt>
                <c:pt idx="2008">
                  <c:v>44205</c:v>
                </c:pt>
                <c:pt idx="2009">
                  <c:v>44204</c:v>
                </c:pt>
                <c:pt idx="2010">
                  <c:v>44203</c:v>
                </c:pt>
                <c:pt idx="2011">
                  <c:v>44202</c:v>
                </c:pt>
                <c:pt idx="2012">
                  <c:v>44201</c:v>
                </c:pt>
                <c:pt idx="2013">
                  <c:v>44200</c:v>
                </c:pt>
                <c:pt idx="2014">
                  <c:v>44199</c:v>
                </c:pt>
                <c:pt idx="2015">
                  <c:v>44198</c:v>
                </c:pt>
                <c:pt idx="2016">
                  <c:v>44197</c:v>
                </c:pt>
                <c:pt idx="2017">
                  <c:v>44196</c:v>
                </c:pt>
                <c:pt idx="2018">
                  <c:v>44195</c:v>
                </c:pt>
                <c:pt idx="2019">
                  <c:v>44194</c:v>
                </c:pt>
                <c:pt idx="2020">
                  <c:v>44193</c:v>
                </c:pt>
                <c:pt idx="2021">
                  <c:v>44192</c:v>
                </c:pt>
                <c:pt idx="2022">
                  <c:v>44191</c:v>
                </c:pt>
                <c:pt idx="2023">
                  <c:v>44190</c:v>
                </c:pt>
                <c:pt idx="2024">
                  <c:v>44189</c:v>
                </c:pt>
                <c:pt idx="2025">
                  <c:v>44188</c:v>
                </c:pt>
                <c:pt idx="2026">
                  <c:v>44187</c:v>
                </c:pt>
                <c:pt idx="2027">
                  <c:v>44186</c:v>
                </c:pt>
                <c:pt idx="2028">
                  <c:v>44185</c:v>
                </c:pt>
                <c:pt idx="2029">
                  <c:v>44184</c:v>
                </c:pt>
                <c:pt idx="2030">
                  <c:v>44183</c:v>
                </c:pt>
                <c:pt idx="2031">
                  <c:v>44182</c:v>
                </c:pt>
                <c:pt idx="2032">
                  <c:v>44181</c:v>
                </c:pt>
                <c:pt idx="2033">
                  <c:v>44180</c:v>
                </c:pt>
                <c:pt idx="2034">
                  <c:v>44179</c:v>
                </c:pt>
                <c:pt idx="2035">
                  <c:v>44178</c:v>
                </c:pt>
                <c:pt idx="2036">
                  <c:v>44177</c:v>
                </c:pt>
                <c:pt idx="2037">
                  <c:v>44176</c:v>
                </c:pt>
                <c:pt idx="2038">
                  <c:v>44175</c:v>
                </c:pt>
                <c:pt idx="2039">
                  <c:v>44174</c:v>
                </c:pt>
                <c:pt idx="2040">
                  <c:v>44173</c:v>
                </c:pt>
                <c:pt idx="2041">
                  <c:v>44172</c:v>
                </c:pt>
                <c:pt idx="2042">
                  <c:v>44171</c:v>
                </c:pt>
                <c:pt idx="2043">
                  <c:v>44170</c:v>
                </c:pt>
                <c:pt idx="2044">
                  <c:v>44169</c:v>
                </c:pt>
                <c:pt idx="2045">
                  <c:v>44168</c:v>
                </c:pt>
                <c:pt idx="2046">
                  <c:v>44167</c:v>
                </c:pt>
                <c:pt idx="2047">
                  <c:v>44166</c:v>
                </c:pt>
                <c:pt idx="2048">
                  <c:v>44165</c:v>
                </c:pt>
                <c:pt idx="2049">
                  <c:v>44164</c:v>
                </c:pt>
                <c:pt idx="2050">
                  <c:v>44163</c:v>
                </c:pt>
                <c:pt idx="2051">
                  <c:v>44162</c:v>
                </c:pt>
                <c:pt idx="2052">
                  <c:v>44161</c:v>
                </c:pt>
                <c:pt idx="2053">
                  <c:v>44160</c:v>
                </c:pt>
                <c:pt idx="2054">
                  <c:v>44159</c:v>
                </c:pt>
                <c:pt idx="2055">
                  <c:v>44158</c:v>
                </c:pt>
                <c:pt idx="2056">
                  <c:v>44157</c:v>
                </c:pt>
                <c:pt idx="2057">
                  <c:v>44156</c:v>
                </c:pt>
                <c:pt idx="2058">
                  <c:v>44155</c:v>
                </c:pt>
                <c:pt idx="2059">
                  <c:v>44154</c:v>
                </c:pt>
                <c:pt idx="2060">
                  <c:v>44153</c:v>
                </c:pt>
                <c:pt idx="2061">
                  <c:v>44152</c:v>
                </c:pt>
                <c:pt idx="2062">
                  <c:v>44151</c:v>
                </c:pt>
                <c:pt idx="2063">
                  <c:v>44150</c:v>
                </c:pt>
                <c:pt idx="2064">
                  <c:v>44149</c:v>
                </c:pt>
                <c:pt idx="2065">
                  <c:v>44148</c:v>
                </c:pt>
                <c:pt idx="2066">
                  <c:v>44147</c:v>
                </c:pt>
                <c:pt idx="2067">
                  <c:v>44146</c:v>
                </c:pt>
                <c:pt idx="2068">
                  <c:v>44145</c:v>
                </c:pt>
                <c:pt idx="2069">
                  <c:v>44144</c:v>
                </c:pt>
                <c:pt idx="2070">
                  <c:v>44143</c:v>
                </c:pt>
                <c:pt idx="2071">
                  <c:v>44142</c:v>
                </c:pt>
                <c:pt idx="2072">
                  <c:v>44141</c:v>
                </c:pt>
                <c:pt idx="2073">
                  <c:v>44140</c:v>
                </c:pt>
                <c:pt idx="2074">
                  <c:v>44139</c:v>
                </c:pt>
                <c:pt idx="2075">
                  <c:v>44138</c:v>
                </c:pt>
                <c:pt idx="2076">
                  <c:v>44137</c:v>
                </c:pt>
                <c:pt idx="2077">
                  <c:v>44136</c:v>
                </c:pt>
                <c:pt idx="2078">
                  <c:v>44135</c:v>
                </c:pt>
                <c:pt idx="2079">
                  <c:v>44134</c:v>
                </c:pt>
                <c:pt idx="2080">
                  <c:v>44133</c:v>
                </c:pt>
                <c:pt idx="2081">
                  <c:v>44132</c:v>
                </c:pt>
                <c:pt idx="2082">
                  <c:v>44131</c:v>
                </c:pt>
                <c:pt idx="2083">
                  <c:v>44130</c:v>
                </c:pt>
                <c:pt idx="2084">
                  <c:v>44129</c:v>
                </c:pt>
                <c:pt idx="2085">
                  <c:v>44128</c:v>
                </c:pt>
                <c:pt idx="2086">
                  <c:v>44127</c:v>
                </c:pt>
                <c:pt idx="2087">
                  <c:v>44126</c:v>
                </c:pt>
                <c:pt idx="2088">
                  <c:v>44125</c:v>
                </c:pt>
                <c:pt idx="2089">
                  <c:v>44124</c:v>
                </c:pt>
                <c:pt idx="2090">
                  <c:v>44123</c:v>
                </c:pt>
                <c:pt idx="2091">
                  <c:v>44122</c:v>
                </c:pt>
                <c:pt idx="2092">
                  <c:v>44121</c:v>
                </c:pt>
                <c:pt idx="2093">
                  <c:v>44120</c:v>
                </c:pt>
                <c:pt idx="2094">
                  <c:v>44119</c:v>
                </c:pt>
                <c:pt idx="2095">
                  <c:v>44118</c:v>
                </c:pt>
                <c:pt idx="2096">
                  <c:v>44117</c:v>
                </c:pt>
                <c:pt idx="2097">
                  <c:v>44116</c:v>
                </c:pt>
                <c:pt idx="2098">
                  <c:v>44115</c:v>
                </c:pt>
                <c:pt idx="2099">
                  <c:v>44114</c:v>
                </c:pt>
                <c:pt idx="2100">
                  <c:v>44113</c:v>
                </c:pt>
                <c:pt idx="2101">
                  <c:v>44112</c:v>
                </c:pt>
                <c:pt idx="2102">
                  <c:v>44111</c:v>
                </c:pt>
                <c:pt idx="2103">
                  <c:v>44110</c:v>
                </c:pt>
                <c:pt idx="2104">
                  <c:v>44109</c:v>
                </c:pt>
                <c:pt idx="2105">
                  <c:v>44108</c:v>
                </c:pt>
                <c:pt idx="2106">
                  <c:v>44107</c:v>
                </c:pt>
                <c:pt idx="2107">
                  <c:v>44106</c:v>
                </c:pt>
                <c:pt idx="2108">
                  <c:v>44105</c:v>
                </c:pt>
                <c:pt idx="2109">
                  <c:v>44104</c:v>
                </c:pt>
                <c:pt idx="2110">
                  <c:v>44103</c:v>
                </c:pt>
                <c:pt idx="2111">
                  <c:v>44102</c:v>
                </c:pt>
                <c:pt idx="2112">
                  <c:v>44101</c:v>
                </c:pt>
                <c:pt idx="2113">
                  <c:v>44100</c:v>
                </c:pt>
                <c:pt idx="2114">
                  <c:v>44099</c:v>
                </c:pt>
                <c:pt idx="2115">
                  <c:v>44098</c:v>
                </c:pt>
                <c:pt idx="2116">
                  <c:v>44097</c:v>
                </c:pt>
                <c:pt idx="2117">
                  <c:v>44096</c:v>
                </c:pt>
                <c:pt idx="2118">
                  <c:v>44095</c:v>
                </c:pt>
                <c:pt idx="2119">
                  <c:v>44094</c:v>
                </c:pt>
                <c:pt idx="2120">
                  <c:v>44093</c:v>
                </c:pt>
                <c:pt idx="2121">
                  <c:v>44092</c:v>
                </c:pt>
                <c:pt idx="2122">
                  <c:v>44091</c:v>
                </c:pt>
                <c:pt idx="2123">
                  <c:v>44090</c:v>
                </c:pt>
                <c:pt idx="2124">
                  <c:v>44089</c:v>
                </c:pt>
                <c:pt idx="2125">
                  <c:v>44088</c:v>
                </c:pt>
                <c:pt idx="2126">
                  <c:v>44087</c:v>
                </c:pt>
                <c:pt idx="2127">
                  <c:v>44086</c:v>
                </c:pt>
                <c:pt idx="2128">
                  <c:v>44085</c:v>
                </c:pt>
                <c:pt idx="2129">
                  <c:v>44084</c:v>
                </c:pt>
                <c:pt idx="2130">
                  <c:v>44083</c:v>
                </c:pt>
                <c:pt idx="2131">
                  <c:v>44082</c:v>
                </c:pt>
                <c:pt idx="2132">
                  <c:v>44081</c:v>
                </c:pt>
                <c:pt idx="2133">
                  <c:v>44080</c:v>
                </c:pt>
                <c:pt idx="2134">
                  <c:v>44079</c:v>
                </c:pt>
                <c:pt idx="2135">
                  <c:v>44078</c:v>
                </c:pt>
                <c:pt idx="2136">
                  <c:v>44077</c:v>
                </c:pt>
                <c:pt idx="2137">
                  <c:v>44076</c:v>
                </c:pt>
                <c:pt idx="2138">
                  <c:v>44075</c:v>
                </c:pt>
                <c:pt idx="2139">
                  <c:v>44074</c:v>
                </c:pt>
                <c:pt idx="2140">
                  <c:v>44073</c:v>
                </c:pt>
                <c:pt idx="2141">
                  <c:v>44072</c:v>
                </c:pt>
                <c:pt idx="2142">
                  <c:v>44071</c:v>
                </c:pt>
                <c:pt idx="2143">
                  <c:v>44070</c:v>
                </c:pt>
                <c:pt idx="2144">
                  <c:v>44069</c:v>
                </c:pt>
                <c:pt idx="2145">
                  <c:v>44068</c:v>
                </c:pt>
                <c:pt idx="2146">
                  <c:v>44067</c:v>
                </c:pt>
                <c:pt idx="2147">
                  <c:v>44066</c:v>
                </c:pt>
                <c:pt idx="2148">
                  <c:v>44065</c:v>
                </c:pt>
                <c:pt idx="2149">
                  <c:v>44064</c:v>
                </c:pt>
                <c:pt idx="2150">
                  <c:v>44063</c:v>
                </c:pt>
                <c:pt idx="2151">
                  <c:v>44062</c:v>
                </c:pt>
                <c:pt idx="2152">
                  <c:v>44061</c:v>
                </c:pt>
                <c:pt idx="2153">
                  <c:v>44060</c:v>
                </c:pt>
                <c:pt idx="2154">
                  <c:v>44059</c:v>
                </c:pt>
                <c:pt idx="2155">
                  <c:v>44058</c:v>
                </c:pt>
                <c:pt idx="2156">
                  <c:v>44057</c:v>
                </c:pt>
                <c:pt idx="2157">
                  <c:v>44056</c:v>
                </c:pt>
                <c:pt idx="2158">
                  <c:v>44055</c:v>
                </c:pt>
                <c:pt idx="2159">
                  <c:v>44054</c:v>
                </c:pt>
                <c:pt idx="2160">
                  <c:v>44053</c:v>
                </c:pt>
                <c:pt idx="2161">
                  <c:v>44052</c:v>
                </c:pt>
                <c:pt idx="2162">
                  <c:v>44051</c:v>
                </c:pt>
                <c:pt idx="2163">
                  <c:v>44050</c:v>
                </c:pt>
                <c:pt idx="2164">
                  <c:v>44049</c:v>
                </c:pt>
                <c:pt idx="2165">
                  <c:v>44048</c:v>
                </c:pt>
                <c:pt idx="2166">
                  <c:v>44047</c:v>
                </c:pt>
                <c:pt idx="2167">
                  <c:v>44046</c:v>
                </c:pt>
                <c:pt idx="2168">
                  <c:v>44045</c:v>
                </c:pt>
                <c:pt idx="2169">
                  <c:v>44044</c:v>
                </c:pt>
                <c:pt idx="2170">
                  <c:v>44043</c:v>
                </c:pt>
                <c:pt idx="2171">
                  <c:v>44042</c:v>
                </c:pt>
                <c:pt idx="2172">
                  <c:v>44041</c:v>
                </c:pt>
                <c:pt idx="2173">
                  <c:v>44040</c:v>
                </c:pt>
                <c:pt idx="2174">
                  <c:v>44039</c:v>
                </c:pt>
                <c:pt idx="2175">
                  <c:v>44038</c:v>
                </c:pt>
                <c:pt idx="2176">
                  <c:v>44037</c:v>
                </c:pt>
                <c:pt idx="2177">
                  <c:v>44036</c:v>
                </c:pt>
                <c:pt idx="2178">
                  <c:v>44035</c:v>
                </c:pt>
                <c:pt idx="2179">
                  <c:v>44034</c:v>
                </c:pt>
                <c:pt idx="2180">
                  <c:v>44033</c:v>
                </c:pt>
                <c:pt idx="2181">
                  <c:v>44032</c:v>
                </c:pt>
                <c:pt idx="2182">
                  <c:v>44031</c:v>
                </c:pt>
                <c:pt idx="2183">
                  <c:v>44030</c:v>
                </c:pt>
                <c:pt idx="2184">
                  <c:v>44029</c:v>
                </c:pt>
                <c:pt idx="2185">
                  <c:v>44028</c:v>
                </c:pt>
                <c:pt idx="2186">
                  <c:v>44027</c:v>
                </c:pt>
                <c:pt idx="2187">
                  <c:v>44026</c:v>
                </c:pt>
                <c:pt idx="2188">
                  <c:v>44025</c:v>
                </c:pt>
                <c:pt idx="2189">
                  <c:v>44024</c:v>
                </c:pt>
                <c:pt idx="2190">
                  <c:v>44023</c:v>
                </c:pt>
                <c:pt idx="2191">
                  <c:v>44022</c:v>
                </c:pt>
                <c:pt idx="2192">
                  <c:v>44021</c:v>
                </c:pt>
                <c:pt idx="2193">
                  <c:v>44020</c:v>
                </c:pt>
                <c:pt idx="2194">
                  <c:v>44019</c:v>
                </c:pt>
                <c:pt idx="2195">
                  <c:v>44018</c:v>
                </c:pt>
                <c:pt idx="2196">
                  <c:v>44017</c:v>
                </c:pt>
                <c:pt idx="2197">
                  <c:v>44016</c:v>
                </c:pt>
                <c:pt idx="2198">
                  <c:v>44015</c:v>
                </c:pt>
                <c:pt idx="2199">
                  <c:v>44014</c:v>
                </c:pt>
                <c:pt idx="2200">
                  <c:v>44013</c:v>
                </c:pt>
                <c:pt idx="2201">
                  <c:v>44012</c:v>
                </c:pt>
                <c:pt idx="2202">
                  <c:v>44011</c:v>
                </c:pt>
                <c:pt idx="2203">
                  <c:v>44010</c:v>
                </c:pt>
                <c:pt idx="2204">
                  <c:v>44009</c:v>
                </c:pt>
                <c:pt idx="2205">
                  <c:v>44008</c:v>
                </c:pt>
                <c:pt idx="2206">
                  <c:v>44007</c:v>
                </c:pt>
                <c:pt idx="2207">
                  <c:v>44006</c:v>
                </c:pt>
                <c:pt idx="2208">
                  <c:v>44005</c:v>
                </c:pt>
                <c:pt idx="2209">
                  <c:v>44004</c:v>
                </c:pt>
                <c:pt idx="2210">
                  <c:v>44003</c:v>
                </c:pt>
                <c:pt idx="2211">
                  <c:v>44002</c:v>
                </c:pt>
                <c:pt idx="2212">
                  <c:v>44001</c:v>
                </c:pt>
                <c:pt idx="2213">
                  <c:v>44000</c:v>
                </c:pt>
                <c:pt idx="2214">
                  <c:v>43999</c:v>
                </c:pt>
                <c:pt idx="2215">
                  <c:v>43998</c:v>
                </c:pt>
                <c:pt idx="2216">
                  <c:v>43997</c:v>
                </c:pt>
                <c:pt idx="2217">
                  <c:v>43996</c:v>
                </c:pt>
                <c:pt idx="2218">
                  <c:v>43995</c:v>
                </c:pt>
                <c:pt idx="2219">
                  <c:v>43994</c:v>
                </c:pt>
                <c:pt idx="2220">
                  <c:v>43993</c:v>
                </c:pt>
                <c:pt idx="2221">
                  <c:v>43992</c:v>
                </c:pt>
                <c:pt idx="2222">
                  <c:v>43991</c:v>
                </c:pt>
                <c:pt idx="2223">
                  <c:v>43990</c:v>
                </c:pt>
                <c:pt idx="2224">
                  <c:v>43989</c:v>
                </c:pt>
                <c:pt idx="2225">
                  <c:v>43988</c:v>
                </c:pt>
                <c:pt idx="2226">
                  <c:v>43987</c:v>
                </c:pt>
                <c:pt idx="2227">
                  <c:v>43986</c:v>
                </c:pt>
                <c:pt idx="2228">
                  <c:v>43985</c:v>
                </c:pt>
                <c:pt idx="2229">
                  <c:v>43984</c:v>
                </c:pt>
                <c:pt idx="2230">
                  <c:v>43983</c:v>
                </c:pt>
                <c:pt idx="2231">
                  <c:v>43982</c:v>
                </c:pt>
                <c:pt idx="2232">
                  <c:v>43981</c:v>
                </c:pt>
                <c:pt idx="2233">
                  <c:v>43980</c:v>
                </c:pt>
                <c:pt idx="2234">
                  <c:v>43979</c:v>
                </c:pt>
                <c:pt idx="2235">
                  <c:v>43978</c:v>
                </c:pt>
                <c:pt idx="2236">
                  <c:v>43977</c:v>
                </c:pt>
                <c:pt idx="2237">
                  <c:v>43976</c:v>
                </c:pt>
                <c:pt idx="2238">
                  <c:v>43975</c:v>
                </c:pt>
                <c:pt idx="2239">
                  <c:v>43974</c:v>
                </c:pt>
                <c:pt idx="2240">
                  <c:v>43973</c:v>
                </c:pt>
                <c:pt idx="2241">
                  <c:v>43972</c:v>
                </c:pt>
                <c:pt idx="2242">
                  <c:v>43971</c:v>
                </c:pt>
                <c:pt idx="2243">
                  <c:v>43970</c:v>
                </c:pt>
                <c:pt idx="2244">
                  <c:v>43969</c:v>
                </c:pt>
                <c:pt idx="2245">
                  <c:v>43968</c:v>
                </c:pt>
                <c:pt idx="2246">
                  <c:v>43967</c:v>
                </c:pt>
                <c:pt idx="2247">
                  <c:v>43966</c:v>
                </c:pt>
                <c:pt idx="2248">
                  <c:v>43965</c:v>
                </c:pt>
                <c:pt idx="2249">
                  <c:v>43964</c:v>
                </c:pt>
                <c:pt idx="2250">
                  <c:v>43963</c:v>
                </c:pt>
                <c:pt idx="2251">
                  <c:v>43962</c:v>
                </c:pt>
                <c:pt idx="2252">
                  <c:v>43961</c:v>
                </c:pt>
                <c:pt idx="2253">
                  <c:v>43960</c:v>
                </c:pt>
                <c:pt idx="2254">
                  <c:v>43959</c:v>
                </c:pt>
                <c:pt idx="2255">
                  <c:v>43958</c:v>
                </c:pt>
                <c:pt idx="2256">
                  <c:v>43957</c:v>
                </c:pt>
                <c:pt idx="2257">
                  <c:v>43956</c:v>
                </c:pt>
                <c:pt idx="2258">
                  <c:v>43955</c:v>
                </c:pt>
                <c:pt idx="2259">
                  <c:v>43954</c:v>
                </c:pt>
                <c:pt idx="2260">
                  <c:v>43953</c:v>
                </c:pt>
                <c:pt idx="2261">
                  <c:v>43952</c:v>
                </c:pt>
                <c:pt idx="2262">
                  <c:v>43951</c:v>
                </c:pt>
                <c:pt idx="2263">
                  <c:v>43950</c:v>
                </c:pt>
                <c:pt idx="2264">
                  <c:v>43949</c:v>
                </c:pt>
                <c:pt idx="2265">
                  <c:v>43948</c:v>
                </c:pt>
                <c:pt idx="2266">
                  <c:v>43947</c:v>
                </c:pt>
                <c:pt idx="2267">
                  <c:v>43946</c:v>
                </c:pt>
                <c:pt idx="2268">
                  <c:v>43945</c:v>
                </c:pt>
                <c:pt idx="2269">
                  <c:v>43944</c:v>
                </c:pt>
                <c:pt idx="2270">
                  <c:v>43943</c:v>
                </c:pt>
                <c:pt idx="2271">
                  <c:v>43942</c:v>
                </c:pt>
                <c:pt idx="2272">
                  <c:v>43941</c:v>
                </c:pt>
                <c:pt idx="2273">
                  <c:v>43940</c:v>
                </c:pt>
                <c:pt idx="2274">
                  <c:v>43939</c:v>
                </c:pt>
                <c:pt idx="2275">
                  <c:v>43938</c:v>
                </c:pt>
                <c:pt idx="2276">
                  <c:v>43937</c:v>
                </c:pt>
                <c:pt idx="2277">
                  <c:v>43936</c:v>
                </c:pt>
                <c:pt idx="2278">
                  <c:v>43935</c:v>
                </c:pt>
                <c:pt idx="2279">
                  <c:v>43934</c:v>
                </c:pt>
                <c:pt idx="2280">
                  <c:v>43933</c:v>
                </c:pt>
                <c:pt idx="2281">
                  <c:v>43932</c:v>
                </c:pt>
                <c:pt idx="2282">
                  <c:v>43931</c:v>
                </c:pt>
                <c:pt idx="2283">
                  <c:v>43930</c:v>
                </c:pt>
                <c:pt idx="2284">
                  <c:v>43929</c:v>
                </c:pt>
                <c:pt idx="2285">
                  <c:v>43928</c:v>
                </c:pt>
                <c:pt idx="2286">
                  <c:v>43927</c:v>
                </c:pt>
                <c:pt idx="2287">
                  <c:v>43926</c:v>
                </c:pt>
                <c:pt idx="2288">
                  <c:v>43925</c:v>
                </c:pt>
                <c:pt idx="2289">
                  <c:v>43924</c:v>
                </c:pt>
                <c:pt idx="2290">
                  <c:v>43923</c:v>
                </c:pt>
                <c:pt idx="2291">
                  <c:v>43922</c:v>
                </c:pt>
                <c:pt idx="2292">
                  <c:v>43921</c:v>
                </c:pt>
                <c:pt idx="2293">
                  <c:v>43920</c:v>
                </c:pt>
                <c:pt idx="2294">
                  <c:v>43919</c:v>
                </c:pt>
                <c:pt idx="2295">
                  <c:v>43918</c:v>
                </c:pt>
                <c:pt idx="2296">
                  <c:v>43917</c:v>
                </c:pt>
                <c:pt idx="2297">
                  <c:v>43916</c:v>
                </c:pt>
                <c:pt idx="2298">
                  <c:v>43915</c:v>
                </c:pt>
                <c:pt idx="2299">
                  <c:v>43914</c:v>
                </c:pt>
                <c:pt idx="2300">
                  <c:v>43913</c:v>
                </c:pt>
                <c:pt idx="2301">
                  <c:v>43912</c:v>
                </c:pt>
                <c:pt idx="2302">
                  <c:v>43911</c:v>
                </c:pt>
                <c:pt idx="2303">
                  <c:v>43910</c:v>
                </c:pt>
                <c:pt idx="2304">
                  <c:v>43909</c:v>
                </c:pt>
                <c:pt idx="2305">
                  <c:v>43908</c:v>
                </c:pt>
                <c:pt idx="2306">
                  <c:v>43907</c:v>
                </c:pt>
                <c:pt idx="2307">
                  <c:v>43906</c:v>
                </c:pt>
                <c:pt idx="2308">
                  <c:v>43905</c:v>
                </c:pt>
                <c:pt idx="2309">
                  <c:v>43904</c:v>
                </c:pt>
                <c:pt idx="2310">
                  <c:v>43903</c:v>
                </c:pt>
                <c:pt idx="2311">
                  <c:v>43902</c:v>
                </c:pt>
                <c:pt idx="2312">
                  <c:v>43901</c:v>
                </c:pt>
                <c:pt idx="2313">
                  <c:v>43900</c:v>
                </c:pt>
                <c:pt idx="2314">
                  <c:v>43899</c:v>
                </c:pt>
                <c:pt idx="2315">
                  <c:v>43898</c:v>
                </c:pt>
                <c:pt idx="2316">
                  <c:v>43897</c:v>
                </c:pt>
                <c:pt idx="2317">
                  <c:v>43896</c:v>
                </c:pt>
                <c:pt idx="2318">
                  <c:v>43895</c:v>
                </c:pt>
                <c:pt idx="2319">
                  <c:v>43894</c:v>
                </c:pt>
                <c:pt idx="2320">
                  <c:v>43893</c:v>
                </c:pt>
                <c:pt idx="2321">
                  <c:v>43892</c:v>
                </c:pt>
                <c:pt idx="2322">
                  <c:v>43891</c:v>
                </c:pt>
                <c:pt idx="2323">
                  <c:v>43890</c:v>
                </c:pt>
                <c:pt idx="2324">
                  <c:v>43889</c:v>
                </c:pt>
                <c:pt idx="2325">
                  <c:v>43888</c:v>
                </c:pt>
                <c:pt idx="2326">
                  <c:v>43887</c:v>
                </c:pt>
                <c:pt idx="2327">
                  <c:v>43886</c:v>
                </c:pt>
                <c:pt idx="2328">
                  <c:v>43885</c:v>
                </c:pt>
                <c:pt idx="2329">
                  <c:v>43884</c:v>
                </c:pt>
                <c:pt idx="2330">
                  <c:v>43883</c:v>
                </c:pt>
                <c:pt idx="2331">
                  <c:v>43882</c:v>
                </c:pt>
                <c:pt idx="2332">
                  <c:v>43881</c:v>
                </c:pt>
                <c:pt idx="2333">
                  <c:v>43880</c:v>
                </c:pt>
                <c:pt idx="2334">
                  <c:v>43879</c:v>
                </c:pt>
                <c:pt idx="2335">
                  <c:v>43878</c:v>
                </c:pt>
                <c:pt idx="2336">
                  <c:v>43877</c:v>
                </c:pt>
                <c:pt idx="2337">
                  <c:v>43876</c:v>
                </c:pt>
                <c:pt idx="2338">
                  <c:v>43875</c:v>
                </c:pt>
                <c:pt idx="2339">
                  <c:v>43874</c:v>
                </c:pt>
                <c:pt idx="2340">
                  <c:v>43873</c:v>
                </c:pt>
                <c:pt idx="2341">
                  <c:v>43872</c:v>
                </c:pt>
                <c:pt idx="2342">
                  <c:v>43871</c:v>
                </c:pt>
                <c:pt idx="2343">
                  <c:v>43870</c:v>
                </c:pt>
                <c:pt idx="2344">
                  <c:v>43869</c:v>
                </c:pt>
                <c:pt idx="2345">
                  <c:v>43868</c:v>
                </c:pt>
                <c:pt idx="2346">
                  <c:v>43867</c:v>
                </c:pt>
                <c:pt idx="2347">
                  <c:v>43866</c:v>
                </c:pt>
                <c:pt idx="2348">
                  <c:v>43865</c:v>
                </c:pt>
                <c:pt idx="2349">
                  <c:v>43864</c:v>
                </c:pt>
                <c:pt idx="2350">
                  <c:v>43863</c:v>
                </c:pt>
                <c:pt idx="2351">
                  <c:v>43862</c:v>
                </c:pt>
                <c:pt idx="2352">
                  <c:v>43861</c:v>
                </c:pt>
                <c:pt idx="2353">
                  <c:v>43860</c:v>
                </c:pt>
                <c:pt idx="2354">
                  <c:v>43859</c:v>
                </c:pt>
                <c:pt idx="2355">
                  <c:v>43858</c:v>
                </c:pt>
                <c:pt idx="2356">
                  <c:v>43857</c:v>
                </c:pt>
                <c:pt idx="2357">
                  <c:v>43856</c:v>
                </c:pt>
                <c:pt idx="2358">
                  <c:v>43855</c:v>
                </c:pt>
                <c:pt idx="2359">
                  <c:v>43854</c:v>
                </c:pt>
                <c:pt idx="2360">
                  <c:v>43853</c:v>
                </c:pt>
                <c:pt idx="2361">
                  <c:v>43852</c:v>
                </c:pt>
                <c:pt idx="2362">
                  <c:v>43851</c:v>
                </c:pt>
                <c:pt idx="2363">
                  <c:v>43850</c:v>
                </c:pt>
                <c:pt idx="2364">
                  <c:v>43849</c:v>
                </c:pt>
                <c:pt idx="2365">
                  <c:v>43848</c:v>
                </c:pt>
                <c:pt idx="2366">
                  <c:v>43847</c:v>
                </c:pt>
                <c:pt idx="2367">
                  <c:v>43846</c:v>
                </c:pt>
                <c:pt idx="2368">
                  <c:v>43845</c:v>
                </c:pt>
                <c:pt idx="2369">
                  <c:v>43844</c:v>
                </c:pt>
                <c:pt idx="2370">
                  <c:v>43843</c:v>
                </c:pt>
                <c:pt idx="2371">
                  <c:v>43842</c:v>
                </c:pt>
                <c:pt idx="2372">
                  <c:v>43841</c:v>
                </c:pt>
                <c:pt idx="2373">
                  <c:v>43840</c:v>
                </c:pt>
                <c:pt idx="2374">
                  <c:v>43839</c:v>
                </c:pt>
                <c:pt idx="2375">
                  <c:v>43838</c:v>
                </c:pt>
                <c:pt idx="2376">
                  <c:v>43837</c:v>
                </c:pt>
                <c:pt idx="2377">
                  <c:v>43836</c:v>
                </c:pt>
                <c:pt idx="2378">
                  <c:v>43835</c:v>
                </c:pt>
                <c:pt idx="2379">
                  <c:v>43834</c:v>
                </c:pt>
                <c:pt idx="2380">
                  <c:v>43833</c:v>
                </c:pt>
                <c:pt idx="2381">
                  <c:v>43832</c:v>
                </c:pt>
                <c:pt idx="2382">
                  <c:v>43831</c:v>
                </c:pt>
                <c:pt idx="2383">
                  <c:v>43830</c:v>
                </c:pt>
                <c:pt idx="2384">
                  <c:v>43829</c:v>
                </c:pt>
                <c:pt idx="2385">
                  <c:v>43828</c:v>
                </c:pt>
                <c:pt idx="2386">
                  <c:v>43827</c:v>
                </c:pt>
                <c:pt idx="2387">
                  <c:v>43826</c:v>
                </c:pt>
                <c:pt idx="2388">
                  <c:v>43825</c:v>
                </c:pt>
                <c:pt idx="2389">
                  <c:v>43824</c:v>
                </c:pt>
                <c:pt idx="2390">
                  <c:v>43823</c:v>
                </c:pt>
                <c:pt idx="2391">
                  <c:v>43822</c:v>
                </c:pt>
                <c:pt idx="2392">
                  <c:v>43821</c:v>
                </c:pt>
                <c:pt idx="2393">
                  <c:v>43820</c:v>
                </c:pt>
                <c:pt idx="2394">
                  <c:v>43819</c:v>
                </c:pt>
                <c:pt idx="2395">
                  <c:v>43818</c:v>
                </c:pt>
                <c:pt idx="2396">
                  <c:v>43817</c:v>
                </c:pt>
                <c:pt idx="2397">
                  <c:v>43816</c:v>
                </c:pt>
                <c:pt idx="2398">
                  <c:v>43815</c:v>
                </c:pt>
                <c:pt idx="2399">
                  <c:v>43814</c:v>
                </c:pt>
                <c:pt idx="2400">
                  <c:v>43813</c:v>
                </c:pt>
                <c:pt idx="2401">
                  <c:v>43812</c:v>
                </c:pt>
                <c:pt idx="2402">
                  <c:v>43811</c:v>
                </c:pt>
                <c:pt idx="2403">
                  <c:v>43810</c:v>
                </c:pt>
                <c:pt idx="2404">
                  <c:v>43809</c:v>
                </c:pt>
                <c:pt idx="2405">
                  <c:v>43808</c:v>
                </c:pt>
                <c:pt idx="2406">
                  <c:v>43807</c:v>
                </c:pt>
                <c:pt idx="2407">
                  <c:v>43806</c:v>
                </c:pt>
                <c:pt idx="2408">
                  <c:v>43805</c:v>
                </c:pt>
                <c:pt idx="2409">
                  <c:v>43804</c:v>
                </c:pt>
                <c:pt idx="2410">
                  <c:v>43803</c:v>
                </c:pt>
                <c:pt idx="2411">
                  <c:v>43802</c:v>
                </c:pt>
                <c:pt idx="2412">
                  <c:v>43801</c:v>
                </c:pt>
                <c:pt idx="2413">
                  <c:v>43800</c:v>
                </c:pt>
                <c:pt idx="2414">
                  <c:v>43799</c:v>
                </c:pt>
                <c:pt idx="2415">
                  <c:v>43798</c:v>
                </c:pt>
                <c:pt idx="2416">
                  <c:v>43797</c:v>
                </c:pt>
                <c:pt idx="2417">
                  <c:v>43796</c:v>
                </c:pt>
                <c:pt idx="2418">
                  <c:v>43795</c:v>
                </c:pt>
                <c:pt idx="2419">
                  <c:v>43794</c:v>
                </c:pt>
                <c:pt idx="2420">
                  <c:v>43793</c:v>
                </c:pt>
                <c:pt idx="2421">
                  <c:v>43792</c:v>
                </c:pt>
                <c:pt idx="2422">
                  <c:v>43791</c:v>
                </c:pt>
                <c:pt idx="2423">
                  <c:v>43790</c:v>
                </c:pt>
                <c:pt idx="2424">
                  <c:v>43789</c:v>
                </c:pt>
                <c:pt idx="2425">
                  <c:v>43788</c:v>
                </c:pt>
                <c:pt idx="2426">
                  <c:v>43787</c:v>
                </c:pt>
                <c:pt idx="2427">
                  <c:v>43786</c:v>
                </c:pt>
                <c:pt idx="2428">
                  <c:v>43785</c:v>
                </c:pt>
                <c:pt idx="2429">
                  <c:v>43784</c:v>
                </c:pt>
                <c:pt idx="2430">
                  <c:v>43783</c:v>
                </c:pt>
                <c:pt idx="2431">
                  <c:v>43782</c:v>
                </c:pt>
                <c:pt idx="2432">
                  <c:v>43781</c:v>
                </c:pt>
                <c:pt idx="2433">
                  <c:v>43780</c:v>
                </c:pt>
                <c:pt idx="2434">
                  <c:v>43779</c:v>
                </c:pt>
                <c:pt idx="2435">
                  <c:v>43778</c:v>
                </c:pt>
                <c:pt idx="2436">
                  <c:v>43777</c:v>
                </c:pt>
                <c:pt idx="2437">
                  <c:v>43776</c:v>
                </c:pt>
                <c:pt idx="2438">
                  <c:v>43775</c:v>
                </c:pt>
                <c:pt idx="2439">
                  <c:v>43774</c:v>
                </c:pt>
                <c:pt idx="2440">
                  <c:v>43773</c:v>
                </c:pt>
                <c:pt idx="2441">
                  <c:v>43772</c:v>
                </c:pt>
                <c:pt idx="2442">
                  <c:v>43771</c:v>
                </c:pt>
                <c:pt idx="2443">
                  <c:v>43770</c:v>
                </c:pt>
                <c:pt idx="2444">
                  <c:v>43769</c:v>
                </c:pt>
                <c:pt idx="2445">
                  <c:v>43768</c:v>
                </c:pt>
                <c:pt idx="2446">
                  <c:v>43767</c:v>
                </c:pt>
                <c:pt idx="2447">
                  <c:v>43766</c:v>
                </c:pt>
                <c:pt idx="2448">
                  <c:v>43765</c:v>
                </c:pt>
                <c:pt idx="2449">
                  <c:v>43764</c:v>
                </c:pt>
                <c:pt idx="2450">
                  <c:v>43763</c:v>
                </c:pt>
                <c:pt idx="2451">
                  <c:v>43762</c:v>
                </c:pt>
                <c:pt idx="2452">
                  <c:v>43761</c:v>
                </c:pt>
                <c:pt idx="2453">
                  <c:v>43760</c:v>
                </c:pt>
                <c:pt idx="2454">
                  <c:v>43759</c:v>
                </c:pt>
                <c:pt idx="2455">
                  <c:v>43758</c:v>
                </c:pt>
                <c:pt idx="2456">
                  <c:v>43757</c:v>
                </c:pt>
                <c:pt idx="2457">
                  <c:v>43756</c:v>
                </c:pt>
                <c:pt idx="2458">
                  <c:v>43755</c:v>
                </c:pt>
                <c:pt idx="2459">
                  <c:v>43754</c:v>
                </c:pt>
                <c:pt idx="2460">
                  <c:v>43753</c:v>
                </c:pt>
                <c:pt idx="2461">
                  <c:v>43752</c:v>
                </c:pt>
                <c:pt idx="2462">
                  <c:v>43751</c:v>
                </c:pt>
                <c:pt idx="2463">
                  <c:v>43750</c:v>
                </c:pt>
                <c:pt idx="2464">
                  <c:v>43749</c:v>
                </c:pt>
                <c:pt idx="2465">
                  <c:v>43748</c:v>
                </c:pt>
                <c:pt idx="2466">
                  <c:v>43747</c:v>
                </c:pt>
                <c:pt idx="2467">
                  <c:v>43746</c:v>
                </c:pt>
                <c:pt idx="2468">
                  <c:v>43745</c:v>
                </c:pt>
                <c:pt idx="2469">
                  <c:v>43744</c:v>
                </c:pt>
                <c:pt idx="2470">
                  <c:v>43743</c:v>
                </c:pt>
                <c:pt idx="2471">
                  <c:v>43742</c:v>
                </c:pt>
                <c:pt idx="2472">
                  <c:v>43741</c:v>
                </c:pt>
                <c:pt idx="2473">
                  <c:v>43740</c:v>
                </c:pt>
                <c:pt idx="2474">
                  <c:v>43739</c:v>
                </c:pt>
                <c:pt idx="2475">
                  <c:v>43738</c:v>
                </c:pt>
                <c:pt idx="2476">
                  <c:v>43737</c:v>
                </c:pt>
                <c:pt idx="2477">
                  <c:v>43736</c:v>
                </c:pt>
                <c:pt idx="2478">
                  <c:v>43735</c:v>
                </c:pt>
                <c:pt idx="2479">
                  <c:v>43734</c:v>
                </c:pt>
                <c:pt idx="2480">
                  <c:v>43733</c:v>
                </c:pt>
                <c:pt idx="2481">
                  <c:v>43732</c:v>
                </c:pt>
                <c:pt idx="2482">
                  <c:v>43731</c:v>
                </c:pt>
                <c:pt idx="2483">
                  <c:v>43730</c:v>
                </c:pt>
                <c:pt idx="2484">
                  <c:v>43729</c:v>
                </c:pt>
                <c:pt idx="2485">
                  <c:v>43728</c:v>
                </c:pt>
                <c:pt idx="2486">
                  <c:v>43727</c:v>
                </c:pt>
                <c:pt idx="2487">
                  <c:v>43726</c:v>
                </c:pt>
                <c:pt idx="2488">
                  <c:v>43725</c:v>
                </c:pt>
                <c:pt idx="2489">
                  <c:v>43724</c:v>
                </c:pt>
                <c:pt idx="2490">
                  <c:v>43723</c:v>
                </c:pt>
                <c:pt idx="2491">
                  <c:v>43722</c:v>
                </c:pt>
                <c:pt idx="2492">
                  <c:v>43721</c:v>
                </c:pt>
                <c:pt idx="2493">
                  <c:v>43720</c:v>
                </c:pt>
                <c:pt idx="2494">
                  <c:v>43719</c:v>
                </c:pt>
                <c:pt idx="2495">
                  <c:v>43718</c:v>
                </c:pt>
                <c:pt idx="2496">
                  <c:v>43717</c:v>
                </c:pt>
                <c:pt idx="2497">
                  <c:v>43716</c:v>
                </c:pt>
                <c:pt idx="2498">
                  <c:v>43715</c:v>
                </c:pt>
                <c:pt idx="2499">
                  <c:v>43714</c:v>
                </c:pt>
                <c:pt idx="2500">
                  <c:v>43713</c:v>
                </c:pt>
                <c:pt idx="2501">
                  <c:v>43712</c:v>
                </c:pt>
                <c:pt idx="2502">
                  <c:v>43711</c:v>
                </c:pt>
                <c:pt idx="2503">
                  <c:v>43710</c:v>
                </c:pt>
                <c:pt idx="2504">
                  <c:v>43709</c:v>
                </c:pt>
                <c:pt idx="2505">
                  <c:v>43708</c:v>
                </c:pt>
                <c:pt idx="2506">
                  <c:v>43707</c:v>
                </c:pt>
                <c:pt idx="2507">
                  <c:v>43706</c:v>
                </c:pt>
                <c:pt idx="2508">
                  <c:v>43705</c:v>
                </c:pt>
                <c:pt idx="2509">
                  <c:v>43704</c:v>
                </c:pt>
                <c:pt idx="2510">
                  <c:v>43703</c:v>
                </c:pt>
                <c:pt idx="2511">
                  <c:v>43702</c:v>
                </c:pt>
                <c:pt idx="2512">
                  <c:v>43701</c:v>
                </c:pt>
                <c:pt idx="2513">
                  <c:v>43700</c:v>
                </c:pt>
                <c:pt idx="2514">
                  <c:v>43699</c:v>
                </c:pt>
                <c:pt idx="2515">
                  <c:v>43698</c:v>
                </c:pt>
                <c:pt idx="2516">
                  <c:v>43697</c:v>
                </c:pt>
                <c:pt idx="2517">
                  <c:v>43696</c:v>
                </c:pt>
                <c:pt idx="2518">
                  <c:v>43695</c:v>
                </c:pt>
                <c:pt idx="2519">
                  <c:v>43694</c:v>
                </c:pt>
                <c:pt idx="2520">
                  <c:v>43693</c:v>
                </c:pt>
                <c:pt idx="2521">
                  <c:v>43692</c:v>
                </c:pt>
                <c:pt idx="2522">
                  <c:v>43691</c:v>
                </c:pt>
                <c:pt idx="2523">
                  <c:v>43690</c:v>
                </c:pt>
                <c:pt idx="2524">
                  <c:v>43689</c:v>
                </c:pt>
                <c:pt idx="2525">
                  <c:v>43688</c:v>
                </c:pt>
                <c:pt idx="2526">
                  <c:v>43687</c:v>
                </c:pt>
                <c:pt idx="2527">
                  <c:v>43686</c:v>
                </c:pt>
                <c:pt idx="2528">
                  <c:v>43685</c:v>
                </c:pt>
                <c:pt idx="2529">
                  <c:v>43684</c:v>
                </c:pt>
                <c:pt idx="2530">
                  <c:v>43683</c:v>
                </c:pt>
                <c:pt idx="2531">
                  <c:v>43682</c:v>
                </c:pt>
                <c:pt idx="2532">
                  <c:v>43681</c:v>
                </c:pt>
                <c:pt idx="2533">
                  <c:v>43680</c:v>
                </c:pt>
                <c:pt idx="2534">
                  <c:v>43679</c:v>
                </c:pt>
                <c:pt idx="2535">
                  <c:v>43678</c:v>
                </c:pt>
                <c:pt idx="2536">
                  <c:v>43677</c:v>
                </c:pt>
                <c:pt idx="2537">
                  <c:v>43676</c:v>
                </c:pt>
                <c:pt idx="2538">
                  <c:v>43675</c:v>
                </c:pt>
                <c:pt idx="2539">
                  <c:v>43674</c:v>
                </c:pt>
                <c:pt idx="2540">
                  <c:v>43673</c:v>
                </c:pt>
                <c:pt idx="2541">
                  <c:v>43672</c:v>
                </c:pt>
                <c:pt idx="2542">
                  <c:v>43671</c:v>
                </c:pt>
                <c:pt idx="2543">
                  <c:v>43670</c:v>
                </c:pt>
                <c:pt idx="2544">
                  <c:v>43669</c:v>
                </c:pt>
                <c:pt idx="2545">
                  <c:v>43668</c:v>
                </c:pt>
                <c:pt idx="2546">
                  <c:v>43667</c:v>
                </c:pt>
                <c:pt idx="2547">
                  <c:v>43666</c:v>
                </c:pt>
                <c:pt idx="2548">
                  <c:v>43665</c:v>
                </c:pt>
                <c:pt idx="2549">
                  <c:v>43664</c:v>
                </c:pt>
                <c:pt idx="2550">
                  <c:v>43663</c:v>
                </c:pt>
                <c:pt idx="2551">
                  <c:v>43662</c:v>
                </c:pt>
                <c:pt idx="2552">
                  <c:v>43661</c:v>
                </c:pt>
                <c:pt idx="2553">
                  <c:v>43660</c:v>
                </c:pt>
                <c:pt idx="2554">
                  <c:v>43659</c:v>
                </c:pt>
                <c:pt idx="2555">
                  <c:v>43658</c:v>
                </c:pt>
                <c:pt idx="2556">
                  <c:v>43657</c:v>
                </c:pt>
                <c:pt idx="2557">
                  <c:v>43656</c:v>
                </c:pt>
                <c:pt idx="2558">
                  <c:v>43655</c:v>
                </c:pt>
                <c:pt idx="2559">
                  <c:v>43654</c:v>
                </c:pt>
                <c:pt idx="2560">
                  <c:v>43653</c:v>
                </c:pt>
                <c:pt idx="2561">
                  <c:v>43652</c:v>
                </c:pt>
                <c:pt idx="2562">
                  <c:v>43651</c:v>
                </c:pt>
                <c:pt idx="2563">
                  <c:v>43650</c:v>
                </c:pt>
                <c:pt idx="2564">
                  <c:v>43649</c:v>
                </c:pt>
                <c:pt idx="2565">
                  <c:v>43648</c:v>
                </c:pt>
                <c:pt idx="2566">
                  <c:v>43647</c:v>
                </c:pt>
                <c:pt idx="2567">
                  <c:v>43646</c:v>
                </c:pt>
                <c:pt idx="2568">
                  <c:v>43645</c:v>
                </c:pt>
                <c:pt idx="2569">
                  <c:v>43644</c:v>
                </c:pt>
                <c:pt idx="2570">
                  <c:v>43643</c:v>
                </c:pt>
                <c:pt idx="2571">
                  <c:v>43642</c:v>
                </c:pt>
                <c:pt idx="2572">
                  <c:v>43641</c:v>
                </c:pt>
                <c:pt idx="2573">
                  <c:v>43640</c:v>
                </c:pt>
                <c:pt idx="2574">
                  <c:v>43639</c:v>
                </c:pt>
                <c:pt idx="2575">
                  <c:v>43638</c:v>
                </c:pt>
                <c:pt idx="2576">
                  <c:v>43637</c:v>
                </c:pt>
                <c:pt idx="2577">
                  <c:v>43636</c:v>
                </c:pt>
                <c:pt idx="2578">
                  <c:v>43635</c:v>
                </c:pt>
                <c:pt idx="2579">
                  <c:v>43634</c:v>
                </c:pt>
                <c:pt idx="2580">
                  <c:v>43633</c:v>
                </c:pt>
                <c:pt idx="2581">
                  <c:v>43632</c:v>
                </c:pt>
                <c:pt idx="2582">
                  <c:v>43631</c:v>
                </c:pt>
                <c:pt idx="2583">
                  <c:v>43630</c:v>
                </c:pt>
                <c:pt idx="2584">
                  <c:v>43629</c:v>
                </c:pt>
                <c:pt idx="2585">
                  <c:v>43628</c:v>
                </c:pt>
                <c:pt idx="2586">
                  <c:v>43627</c:v>
                </c:pt>
                <c:pt idx="2587">
                  <c:v>43626</c:v>
                </c:pt>
                <c:pt idx="2588">
                  <c:v>43625</c:v>
                </c:pt>
                <c:pt idx="2589">
                  <c:v>43624</c:v>
                </c:pt>
                <c:pt idx="2590">
                  <c:v>43623</c:v>
                </c:pt>
                <c:pt idx="2591">
                  <c:v>43622</c:v>
                </c:pt>
                <c:pt idx="2592">
                  <c:v>43621</c:v>
                </c:pt>
                <c:pt idx="2593">
                  <c:v>43620</c:v>
                </c:pt>
                <c:pt idx="2594">
                  <c:v>43619</c:v>
                </c:pt>
                <c:pt idx="2595">
                  <c:v>43618</c:v>
                </c:pt>
                <c:pt idx="2596">
                  <c:v>43617</c:v>
                </c:pt>
                <c:pt idx="2597">
                  <c:v>43616</c:v>
                </c:pt>
                <c:pt idx="2598">
                  <c:v>43615</c:v>
                </c:pt>
                <c:pt idx="2599">
                  <c:v>43614</c:v>
                </c:pt>
                <c:pt idx="2600">
                  <c:v>43613</c:v>
                </c:pt>
                <c:pt idx="2601">
                  <c:v>43612</c:v>
                </c:pt>
                <c:pt idx="2602">
                  <c:v>43611</c:v>
                </c:pt>
                <c:pt idx="2603">
                  <c:v>43610</c:v>
                </c:pt>
                <c:pt idx="2604">
                  <c:v>43609</c:v>
                </c:pt>
                <c:pt idx="2605">
                  <c:v>43608</c:v>
                </c:pt>
                <c:pt idx="2606">
                  <c:v>43607</c:v>
                </c:pt>
                <c:pt idx="2607">
                  <c:v>43606</c:v>
                </c:pt>
                <c:pt idx="2608">
                  <c:v>43605</c:v>
                </c:pt>
                <c:pt idx="2609">
                  <c:v>43604</c:v>
                </c:pt>
                <c:pt idx="2610">
                  <c:v>43603</c:v>
                </c:pt>
                <c:pt idx="2611">
                  <c:v>43602</c:v>
                </c:pt>
                <c:pt idx="2612">
                  <c:v>43601</c:v>
                </c:pt>
                <c:pt idx="2613">
                  <c:v>43600</c:v>
                </c:pt>
                <c:pt idx="2614">
                  <c:v>43599</c:v>
                </c:pt>
                <c:pt idx="2615">
                  <c:v>43598</c:v>
                </c:pt>
                <c:pt idx="2616">
                  <c:v>43597</c:v>
                </c:pt>
                <c:pt idx="2617">
                  <c:v>43596</c:v>
                </c:pt>
                <c:pt idx="2618">
                  <c:v>43595</c:v>
                </c:pt>
                <c:pt idx="2619">
                  <c:v>43594</c:v>
                </c:pt>
                <c:pt idx="2620">
                  <c:v>43593</c:v>
                </c:pt>
                <c:pt idx="2621">
                  <c:v>43592</c:v>
                </c:pt>
                <c:pt idx="2622">
                  <c:v>43591</c:v>
                </c:pt>
                <c:pt idx="2623">
                  <c:v>43590</c:v>
                </c:pt>
                <c:pt idx="2624">
                  <c:v>43589</c:v>
                </c:pt>
                <c:pt idx="2625">
                  <c:v>43588</c:v>
                </c:pt>
                <c:pt idx="2626">
                  <c:v>43587</c:v>
                </c:pt>
                <c:pt idx="2627">
                  <c:v>43586</c:v>
                </c:pt>
                <c:pt idx="2628">
                  <c:v>43585</c:v>
                </c:pt>
                <c:pt idx="2629">
                  <c:v>43584</c:v>
                </c:pt>
                <c:pt idx="2630">
                  <c:v>43583</c:v>
                </c:pt>
                <c:pt idx="2631">
                  <c:v>43582</c:v>
                </c:pt>
                <c:pt idx="2632">
                  <c:v>43581</c:v>
                </c:pt>
                <c:pt idx="2633">
                  <c:v>43580</c:v>
                </c:pt>
                <c:pt idx="2634">
                  <c:v>43579</c:v>
                </c:pt>
                <c:pt idx="2635">
                  <c:v>43578</c:v>
                </c:pt>
                <c:pt idx="2636">
                  <c:v>43577</c:v>
                </c:pt>
                <c:pt idx="2637">
                  <c:v>43576</c:v>
                </c:pt>
                <c:pt idx="2638">
                  <c:v>43575</c:v>
                </c:pt>
                <c:pt idx="2639">
                  <c:v>43574</c:v>
                </c:pt>
                <c:pt idx="2640">
                  <c:v>43573</c:v>
                </c:pt>
                <c:pt idx="2641">
                  <c:v>43572</c:v>
                </c:pt>
                <c:pt idx="2642">
                  <c:v>43571</c:v>
                </c:pt>
                <c:pt idx="2643">
                  <c:v>43570</c:v>
                </c:pt>
                <c:pt idx="2644">
                  <c:v>43569</c:v>
                </c:pt>
                <c:pt idx="2645">
                  <c:v>43568</c:v>
                </c:pt>
                <c:pt idx="2646">
                  <c:v>43567</c:v>
                </c:pt>
                <c:pt idx="2647">
                  <c:v>43566</c:v>
                </c:pt>
                <c:pt idx="2648">
                  <c:v>43565</c:v>
                </c:pt>
                <c:pt idx="2649">
                  <c:v>43564</c:v>
                </c:pt>
                <c:pt idx="2650">
                  <c:v>43563</c:v>
                </c:pt>
                <c:pt idx="2651">
                  <c:v>43562</c:v>
                </c:pt>
                <c:pt idx="2652">
                  <c:v>43561</c:v>
                </c:pt>
                <c:pt idx="2653">
                  <c:v>43560</c:v>
                </c:pt>
                <c:pt idx="2654">
                  <c:v>43559</c:v>
                </c:pt>
                <c:pt idx="2655">
                  <c:v>43558</c:v>
                </c:pt>
                <c:pt idx="2656">
                  <c:v>43557</c:v>
                </c:pt>
                <c:pt idx="2657">
                  <c:v>43556</c:v>
                </c:pt>
                <c:pt idx="2658">
                  <c:v>43555</c:v>
                </c:pt>
                <c:pt idx="2659">
                  <c:v>43554</c:v>
                </c:pt>
                <c:pt idx="2660">
                  <c:v>43553</c:v>
                </c:pt>
                <c:pt idx="2661">
                  <c:v>43552</c:v>
                </c:pt>
                <c:pt idx="2662">
                  <c:v>43551</c:v>
                </c:pt>
                <c:pt idx="2663">
                  <c:v>43550</c:v>
                </c:pt>
                <c:pt idx="2664">
                  <c:v>43549</c:v>
                </c:pt>
                <c:pt idx="2665">
                  <c:v>43548</c:v>
                </c:pt>
                <c:pt idx="2666">
                  <c:v>43547</c:v>
                </c:pt>
                <c:pt idx="2667">
                  <c:v>43546</c:v>
                </c:pt>
                <c:pt idx="2668">
                  <c:v>43545</c:v>
                </c:pt>
                <c:pt idx="2669">
                  <c:v>43544</c:v>
                </c:pt>
                <c:pt idx="2670">
                  <c:v>43543</c:v>
                </c:pt>
                <c:pt idx="2671">
                  <c:v>43542</c:v>
                </c:pt>
                <c:pt idx="2672">
                  <c:v>43541</c:v>
                </c:pt>
                <c:pt idx="2673">
                  <c:v>43540</c:v>
                </c:pt>
                <c:pt idx="2674">
                  <c:v>43539</c:v>
                </c:pt>
                <c:pt idx="2675">
                  <c:v>43538</c:v>
                </c:pt>
                <c:pt idx="2676">
                  <c:v>43537</c:v>
                </c:pt>
                <c:pt idx="2677">
                  <c:v>43536</c:v>
                </c:pt>
                <c:pt idx="2678">
                  <c:v>43535</c:v>
                </c:pt>
                <c:pt idx="2679">
                  <c:v>43534</c:v>
                </c:pt>
                <c:pt idx="2680">
                  <c:v>43533</c:v>
                </c:pt>
                <c:pt idx="2681">
                  <c:v>43532</c:v>
                </c:pt>
                <c:pt idx="2682">
                  <c:v>43531</c:v>
                </c:pt>
                <c:pt idx="2683">
                  <c:v>43530</c:v>
                </c:pt>
                <c:pt idx="2684">
                  <c:v>43529</c:v>
                </c:pt>
                <c:pt idx="2685">
                  <c:v>43528</c:v>
                </c:pt>
                <c:pt idx="2686">
                  <c:v>43527</c:v>
                </c:pt>
                <c:pt idx="2687">
                  <c:v>43526</c:v>
                </c:pt>
                <c:pt idx="2688">
                  <c:v>43525</c:v>
                </c:pt>
                <c:pt idx="2689">
                  <c:v>43524</c:v>
                </c:pt>
                <c:pt idx="2690">
                  <c:v>43523</c:v>
                </c:pt>
                <c:pt idx="2691">
                  <c:v>43522</c:v>
                </c:pt>
                <c:pt idx="2692">
                  <c:v>43521</c:v>
                </c:pt>
                <c:pt idx="2693">
                  <c:v>43520</c:v>
                </c:pt>
                <c:pt idx="2694">
                  <c:v>43519</c:v>
                </c:pt>
                <c:pt idx="2695">
                  <c:v>43518</c:v>
                </c:pt>
                <c:pt idx="2696">
                  <c:v>43517</c:v>
                </c:pt>
                <c:pt idx="2697">
                  <c:v>43516</c:v>
                </c:pt>
                <c:pt idx="2698">
                  <c:v>43515</c:v>
                </c:pt>
                <c:pt idx="2699">
                  <c:v>43514</c:v>
                </c:pt>
                <c:pt idx="2700">
                  <c:v>43513</c:v>
                </c:pt>
                <c:pt idx="2701">
                  <c:v>43512</c:v>
                </c:pt>
                <c:pt idx="2702">
                  <c:v>43511</c:v>
                </c:pt>
                <c:pt idx="2703">
                  <c:v>43510</c:v>
                </c:pt>
                <c:pt idx="2704">
                  <c:v>43509</c:v>
                </c:pt>
                <c:pt idx="2705">
                  <c:v>43508</c:v>
                </c:pt>
                <c:pt idx="2706">
                  <c:v>43507</c:v>
                </c:pt>
                <c:pt idx="2707">
                  <c:v>43506</c:v>
                </c:pt>
                <c:pt idx="2708">
                  <c:v>43505</c:v>
                </c:pt>
                <c:pt idx="2709">
                  <c:v>43504</c:v>
                </c:pt>
                <c:pt idx="2710">
                  <c:v>43503</c:v>
                </c:pt>
                <c:pt idx="2711">
                  <c:v>43502</c:v>
                </c:pt>
                <c:pt idx="2712">
                  <c:v>43501</c:v>
                </c:pt>
                <c:pt idx="2713">
                  <c:v>43500</c:v>
                </c:pt>
                <c:pt idx="2714">
                  <c:v>43499</c:v>
                </c:pt>
                <c:pt idx="2715">
                  <c:v>43498</c:v>
                </c:pt>
                <c:pt idx="2716">
                  <c:v>43497</c:v>
                </c:pt>
                <c:pt idx="2717">
                  <c:v>43496</c:v>
                </c:pt>
                <c:pt idx="2718">
                  <c:v>43495</c:v>
                </c:pt>
                <c:pt idx="2719">
                  <c:v>43494</c:v>
                </c:pt>
                <c:pt idx="2720">
                  <c:v>43493</c:v>
                </c:pt>
                <c:pt idx="2721">
                  <c:v>43492</c:v>
                </c:pt>
                <c:pt idx="2722">
                  <c:v>43491</c:v>
                </c:pt>
                <c:pt idx="2723">
                  <c:v>43490</c:v>
                </c:pt>
                <c:pt idx="2724">
                  <c:v>43489</c:v>
                </c:pt>
                <c:pt idx="2725">
                  <c:v>43488</c:v>
                </c:pt>
                <c:pt idx="2726">
                  <c:v>43487</c:v>
                </c:pt>
                <c:pt idx="2727">
                  <c:v>43486</c:v>
                </c:pt>
                <c:pt idx="2728">
                  <c:v>43485</c:v>
                </c:pt>
                <c:pt idx="2729">
                  <c:v>43484</c:v>
                </c:pt>
                <c:pt idx="2730">
                  <c:v>43483</c:v>
                </c:pt>
                <c:pt idx="2731">
                  <c:v>43482</c:v>
                </c:pt>
                <c:pt idx="2732">
                  <c:v>43481</c:v>
                </c:pt>
                <c:pt idx="2733">
                  <c:v>43480</c:v>
                </c:pt>
                <c:pt idx="2734">
                  <c:v>43479</c:v>
                </c:pt>
                <c:pt idx="2735">
                  <c:v>43478</c:v>
                </c:pt>
                <c:pt idx="2736">
                  <c:v>43477</c:v>
                </c:pt>
                <c:pt idx="2737">
                  <c:v>43476</c:v>
                </c:pt>
                <c:pt idx="2738">
                  <c:v>43475</c:v>
                </c:pt>
                <c:pt idx="2739">
                  <c:v>43474</c:v>
                </c:pt>
                <c:pt idx="2740">
                  <c:v>43473</c:v>
                </c:pt>
                <c:pt idx="2741">
                  <c:v>43472</c:v>
                </c:pt>
                <c:pt idx="2742">
                  <c:v>43471</c:v>
                </c:pt>
                <c:pt idx="2743">
                  <c:v>43470</c:v>
                </c:pt>
                <c:pt idx="2744">
                  <c:v>43469</c:v>
                </c:pt>
                <c:pt idx="2745">
                  <c:v>43468</c:v>
                </c:pt>
                <c:pt idx="2746">
                  <c:v>43467</c:v>
                </c:pt>
                <c:pt idx="2747">
                  <c:v>43466</c:v>
                </c:pt>
                <c:pt idx="2748">
                  <c:v>43465</c:v>
                </c:pt>
                <c:pt idx="2749">
                  <c:v>43464</c:v>
                </c:pt>
                <c:pt idx="2750">
                  <c:v>43463</c:v>
                </c:pt>
                <c:pt idx="2751">
                  <c:v>43462</c:v>
                </c:pt>
                <c:pt idx="2752">
                  <c:v>43461</c:v>
                </c:pt>
                <c:pt idx="2753">
                  <c:v>43460</c:v>
                </c:pt>
                <c:pt idx="2754">
                  <c:v>43459</c:v>
                </c:pt>
                <c:pt idx="2755">
                  <c:v>43458</c:v>
                </c:pt>
                <c:pt idx="2756">
                  <c:v>43457</c:v>
                </c:pt>
                <c:pt idx="2757">
                  <c:v>43456</c:v>
                </c:pt>
                <c:pt idx="2758">
                  <c:v>43455</c:v>
                </c:pt>
                <c:pt idx="2759">
                  <c:v>43454</c:v>
                </c:pt>
                <c:pt idx="2760">
                  <c:v>43453</c:v>
                </c:pt>
                <c:pt idx="2761">
                  <c:v>43452</c:v>
                </c:pt>
                <c:pt idx="2762">
                  <c:v>43451</c:v>
                </c:pt>
                <c:pt idx="2763">
                  <c:v>43450</c:v>
                </c:pt>
                <c:pt idx="2764">
                  <c:v>43449</c:v>
                </c:pt>
                <c:pt idx="2765">
                  <c:v>43448</c:v>
                </c:pt>
                <c:pt idx="2766">
                  <c:v>43447</c:v>
                </c:pt>
                <c:pt idx="2767">
                  <c:v>43446</c:v>
                </c:pt>
                <c:pt idx="2768">
                  <c:v>43445</c:v>
                </c:pt>
                <c:pt idx="2769">
                  <c:v>43444</c:v>
                </c:pt>
                <c:pt idx="2770">
                  <c:v>43443</c:v>
                </c:pt>
                <c:pt idx="2771">
                  <c:v>43442</c:v>
                </c:pt>
                <c:pt idx="2772">
                  <c:v>43441</c:v>
                </c:pt>
                <c:pt idx="2773">
                  <c:v>43440</c:v>
                </c:pt>
                <c:pt idx="2774">
                  <c:v>43439</c:v>
                </c:pt>
                <c:pt idx="2775">
                  <c:v>43438</c:v>
                </c:pt>
                <c:pt idx="2776">
                  <c:v>43437</c:v>
                </c:pt>
                <c:pt idx="2777">
                  <c:v>43436</c:v>
                </c:pt>
                <c:pt idx="2778">
                  <c:v>43435</c:v>
                </c:pt>
                <c:pt idx="2779">
                  <c:v>43434</c:v>
                </c:pt>
                <c:pt idx="2780">
                  <c:v>43433</c:v>
                </c:pt>
                <c:pt idx="2781">
                  <c:v>43432</c:v>
                </c:pt>
                <c:pt idx="2782">
                  <c:v>43431</c:v>
                </c:pt>
                <c:pt idx="2783">
                  <c:v>43430</c:v>
                </c:pt>
                <c:pt idx="2784">
                  <c:v>43429</c:v>
                </c:pt>
                <c:pt idx="2785">
                  <c:v>43428</c:v>
                </c:pt>
                <c:pt idx="2786">
                  <c:v>43427</c:v>
                </c:pt>
                <c:pt idx="2787">
                  <c:v>43426</c:v>
                </c:pt>
                <c:pt idx="2788">
                  <c:v>43425</c:v>
                </c:pt>
                <c:pt idx="2789">
                  <c:v>43424</c:v>
                </c:pt>
                <c:pt idx="2790">
                  <c:v>43423</c:v>
                </c:pt>
                <c:pt idx="2791">
                  <c:v>43422</c:v>
                </c:pt>
                <c:pt idx="2792">
                  <c:v>43421</c:v>
                </c:pt>
                <c:pt idx="2793">
                  <c:v>43420</c:v>
                </c:pt>
                <c:pt idx="2794">
                  <c:v>43419</c:v>
                </c:pt>
                <c:pt idx="2795">
                  <c:v>43418</c:v>
                </c:pt>
                <c:pt idx="2796">
                  <c:v>43417</c:v>
                </c:pt>
                <c:pt idx="2797">
                  <c:v>43416</c:v>
                </c:pt>
                <c:pt idx="2798">
                  <c:v>43415</c:v>
                </c:pt>
                <c:pt idx="2799">
                  <c:v>43414</c:v>
                </c:pt>
                <c:pt idx="2800">
                  <c:v>43413</c:v>
                </c:pt>
                <c:pt idx="2801">
                  <c:v>43412</c:v>
                </c:pt>
                <c:pt idx="2802">
                  <c:v>43411</c:v>
                </c:pt>
                <c:pt idx="2803">
                  <c:v>43410</c:v>
                </c:pt>
                <c:pt idx="2804">
                  <c:v>43409</c:v>
                </c:pt>
                <c:pt idx="2805">
                  <c:v>43408</c:v>
                </c:pt>
                <c:pt idx="2806">
                  <c:v>43407</c:v>
                </c:pt>
                <c:pt idx="2807">
                  <c:v>43406</c:v>
                </c:pt>
                <c:pt idx="2808">
                  <c:v>43405</c:v>
                </c:pt>
                <c:pt idx="2809">
                  <c:v>43404</c:v>
                </c:pt>
                <c:pt idx="2810">
                  <c:v>43403</c:v>
                </c:pt>
                <c:pt idx="2811">
                  <c:v>43402</c:v>
                </c:pt>
                <c:pt idx="2812">
                  <c:v>43401</c:v>
                </c:pt>
                <c:pt idx="2813">
                  <c:v>43400</c:v>
                </c:pt>
                <c:pt idx="2814">
                  <c:v>43399</c:v>
                </c:pt>
                <c:pt idx="2815">
                  <c:v>43398</c:v>
                </c:pt>
                <c:pt idx="2816">
                  <c:v>43397</c:v>
                </c:pt>
                <c:pt idx="2817">
                  <c:v>43396</c:v>
                </c:pt>
                <c:pt idx="2818">
                  <c:v>43395</c:v>
                </c:pt>
                <c:pt idx="2819">
                  <c:v>43394</c:v>
                </c:pt>
                <c:pt idx="2820">
                  <c:v>43393</c:v>
                </c:pt>
                <c:pt idx="2821">
                  <c:v>43392</c:v>
                </c:pt>
                <c:pt idx="2822">
                  <c:v>43391</c:v>
                </c:pt>
                <c:pt idx="2823">
                  <c:v>43390</c:v>
                </c:pt>
                <c:pt idx="2824">
                  <c:v>43389</c:v>
                </c:pt>
                <c:pt idx="2825">
                  <c:v>43388</c:v>
                </c:pt>
                <c:pt idx="2826">
                  <c:v>43387</c:v>
                </c:pt>
                <c:pt idx="2827">
                  <c:v>43386</c:v>
                </c:pt>
                <c:pt idx="2828">
                  <c:v>43385</c:v>
                </c:pt>
                <c:pt idx="2829">
                  <c:v>43384</c:v>
                </c:pt>
                <c:pt idx="2830">
                  <c:v>43383</c:v>
                </c:pt>
                <c:pt idx="2831">
                  <c:v>43382</c:v>
                </c:pt>
                <c:pt idx="2832">
                  <c:v>43381</c:v>
                </c:pt>
                <c:pt idx="2833">
                  <c:v>43380</c:v>
                </c:pt>
                <c:pt idx="2834">
                  <c:v>43379</c:v>
                </c:pt>
                <c:pt idx="2835">
                  <c:v>43378</c:v>
                </c:pt>
                <c:pt idx="2836">
                  <c:v>43377</c:v>
                </c:pt>
                <c:pt idx="2837">
                  <c:v>43376</c:v>
                </c:pt>
                <c:pt idx="2838">
                  <c:v>43375</c:v>
                </c:pt>
                <c:pt idx="2839">
                  <c:v>43374</c:v>
                </c:pt>
                <c:pt idx="2840">
                  <c:v>43373</c:v>
                </c:pt>
                <c:pt idx="2841">
                  <c:v>43372</c:v>
                </c:pt>
                <c:pt idx="2842">
                  <c:v>43371</c:v>
                </c:pt>
                <c:pt idx="2843">
                  <c:v>43370</c:v>
                </c:pt>
                <c:pt idx="2844">
                  <c:v>43369</c:v>
                </c:pt>
                <c:pt idx="2845">
                  <c:v>43368</c:v>
                </c:pt>
                <c:pt idx="2846">
                  <c:v>43367</c:v>
                </c:pt>
                <c:pt idx="2847">
                  <c:v>43366</c:v>
                </c:pt>
                <c:pt idx="2848">
                  <c:v>43365</c:v>
                </c:pt>
                <c:pt idx="2849">
                  <c:v>43364</c:v>
                </c:pt>
                <c:pt idx="2850">
                  <c:v>43363</c:v>
                </c:pt>
                <c:pt idx="2851">
                  <c:v>43362</c:v>
                </c:pt>
                <c:pt idx="2852">
                  <c:v>43361</c:v>
                </c:pt>
                <c:pt idx="2853">
                  <c:v>43360</c:v>
                </c:pt>
                <c:pt idx="2854">
                  <c:v>43359</c:v>
                </c:pt>
                <c:pt idx="2855">
                  <c:v>43358</c:v>
                </c:pt>
                <c:pt idx="2856">
                  <c:v>43357</c:v>
                </c:pt>
                <c:pt idx="2857">
                  <c:v>43356</c:v>
                </c:pt>
                <c:pt idx="2858">
                  <c:v>43355</c:v>
                </c:pt>
                <c:pt idx="2859">
                  <c:v>43354</c:v>
                </c:pt>
                <c:pt idx="2860">
                  <c:v>43353</c:v>
                </c:pt>
                <c:pt idx="2861">
                  <c:v>43352</c:v>
                </c:pt>
                <c:pt idx="2862">
                  <c:v>43351</c:v>
                </c:pt>
                <c:pt idx="2863">
                  <c:v>43350</c:v>
                </c:pt>
                <c:pt idx="2864">
                  <c:v>43349</c:v>
                </c:pt>
                <c:pt idx="2865">
                  <c:v>43348</c:v>
                </c:pt>
                <c:pt idx="2866">
                  <c:v>43347</c:v>
                </c:pt>
                <c:pt idx="2867">
                  <c:v>43346</c:v>
                </c:pt>
                <c:pt idx="2868">
                  <c:v>43345</c:v>
                </c:pt>
                <c:pt idx="2869">
                  <c:v>43344</c:v>
                </c:pt>
                <c:pt idx="2870">
                  <c:v>43343</c:v>
                </c:pt>
                <c:pt idx="2871">
                  <c:v>43342</c:v>
                </c:pt>
                <c:pt idx="2872">
                  <c:v>43341</c:v>
                </c:pt>
                <c:pt idx="2873">
                  <c:v>43340</c:v>
                </c:pt>
                <c:pt idx="2874">
                  <c:v>43339</c:v>
                </c:pt>
                <c:pt idx="2875">
                  <c:v>43338</c:v>
                </c:pt>
                <c:pt idx="2876">
                  <c:v>43337</c:v>
                </c:pt>
                <c:pt idx="2877">
                  <c:v>43336</c:v>
                </c:pt>
                <c:pt idx="2878">
                  <c:v>43335</c:v>
                </c:pt>
                <c:pt idx="2879">
                  <c:v>43334</c:v>
                </c:pt>
                <c:pt idx="2880">
                  <c:v>43333</c:v>
                </c:pt>
                <c:pt idx="2881">
                  <c:v>43332</c:v>
                </c:pt>
                <c:pt idx="2882">
                  <c:v>43331</c:v>
                </c:pt>
                <c:pt idx="2883">
                  <c:v>43330</c:v>
                </c:pt>
                <c:pt idx="2884">
                  <c:v>43329</c:v>
                </c:pt>
                <c:pt idx="2885">
                  <c:v>43328</c:v>
                </c:pt>
                <c:pt idx="2886">
                  <c:v>43327</c:v>
                </c:pt>
                <c:pt idx="2887">
                  <c:v>43326</c:v>
                </c:pt>
                <c:pt idx="2888">
                  <c:v>43325</c:v>
                </c:pt>
                <c:pt idx="2889">
                  <c:v>43324</c:v>
                </c:pt>
                <c:pt idx="2890">
                  <c:v>43323</c:v>
                </c:pt>
                <c:pt idx="2891">
                  <c:v>43322</c:v>
                </c:pt>
                <c:pt idx="2892">
                  <c:v>43321</c:v>
                </c:pt>
                <c:pt idx="2893">
                  <c:v>43320</c:v>
                </c:pt>
                <c:pt idx="2894">
                  <c:v>43319</c:v>
                </c:pt>
                <c:pt idx="2895">
                  <c:v>43318</c:v>
                </c:pt>
                <c:pt idx="2896">
                  <c:v>43317</c:v>
                </c:pt>
                <c:pt idx="2897">
                  <c:v>43316</c:v>
                </c:pt>
                <c:pt idx="2898">
                  <c:v>43315</c:v>
                </c:pt>
                <c:pt idx="2899">
                  <c:v>43314</c:v>
                </c:pt>
                <c:pt idx="2900">
                  <c:v>43313</c:v>
                </c:pt>
                <c:pt idx="2901">
                  <c:v>43312</c:v>
                </c:pt>
                <c:pt idx="2902">
                  <c:v>43311</c:v>
                </c:pt>
                <c:pt idx="2903">
                  <c:v>43310</c:v>
                </c:pt>
                <c:pt idx="2904">
                  <c:v>43309</c:v>
                </c:pt>
                <c:pt idx="2905">
                  <c:v>43308</c:v>
                </c:pt>
                <c:pt idx="2906">
                  <c:v>43307</c:v>
                </c:pt>
                <c:pt idx="2907">
                  <c:v>43306</c:v>
                </c:pt>
                <c:pt idx="2908">
                  <c:v>43305</c:v>
                </c:pt>
                <c:pt idx="2909">
                  <c:v>43304</c:v>
                </c:pt>
                <c:pt idx="2910">
                  <c:v>43303</c:v>
                </c:pt>
                <c:pt idx="2911">
                  <c:v>43302</c:v>
                </c:pt>
                <c:pt idx="2912">
                  <c:v>43301</c:v>
                </c:pt>
                <c:pt idx="2913">
                  <c:v>43300</c:v>
                </c:pt>
                <c:pt idx="2914">
                  <c:v>43299</c:v>
                </c:pt>
                <c:pt idx="2915">
                  <c:v>43298</c:v>
                </c:pt>
                <c:pt idx="2916">
                  <c:v>43297</c:v>
                </c:pt>
                <c:pt idx="2917">
                  <c:v>43296</c:v>
                </c:pt>
                <c:pt idx="2918">
                  <c:v>43295</c:v>
                </c:pt>
                <c:pt idx="2919">
                  <c:v>43294</c:v>
                </c:pt>
                <c:pt idx="2920">
                  <c:v>43293</c:v>
                </c:pt>
                <c:pt idx="2921">
                  <c:v>43292</c:v>
                </c:pt>
                <c:pt idx="2922">
                  <c:v>43291</c:v>
                </c:pt>
                <c:pt idx="2923">
                  <c:v>43290</c:v>
                </c:pt>
                <c:pt idx="2924">
                  <c:v>43289</c:v>
                </c:pt>
                <c:pt idx="2925">
                  <c:v>43288</c:v>
                </c:pt>
                <c:pt idx="2926">
                  <c:v>43287</c:v>
                </c:pt>
                <c:pt idx="2927">
                  <c:v>43286</c:v>
                </c:pt>
                <c:pt idx="2928">
                  <c:v>43285</c:v>
                </c:pt>
                <c:pt idx="2929">
                  <c:v>43284</c:v>
                </c:pt>
                <c:pt idx="2930">
                  <c:v>43283</c:v>
                </c:pt>
                <c:pt idx="2931">
                  <c:v>43282</c:v>
                </c:pt>
                <c:pt idx="2932">
                  <c:v>43281</c:v>
                </c:pt>
                <c:pt idx="2933">
                  <c:v>43280</c:v>
                </c:pt>
                <c:pt idx="2934">
                  <c:v>43279</c:v>
                </c:pt>
                <c:pt idx="2935">
                  <c:v>43278</c:v>
                </c:pt>
                <c:pt idx="2936">
                  <c:v>43277</c:v>
                </c:pt>
                <c:pt idx="2937">
                  <c:v>43276</c:v>
                </c:pt>
                <c:pt idx="2938">
                  <c:v>43275</c:v>
                </c:pt>
                <c:pt idx="2939">
                  <c:v>43274</c:v>
                </c:pt>
                <c:pt idx="2940">
                  <c:v>43273</c:v>
                </c:pt>
                <c:pt idx="2941">
                  <c:v>43272</c:v>
                </c:pt>
                <c:pt idx="2942">
                  <c:v>43271</c:v>
                </c:pt>
                <c:pt idx="2943">
                  <c:v>43270</c:v>
                </c:pt>
                <c:pt idx="2944">
                  <c:v>43269</c:v>
                </c:pt>
                <c:pt idx="2945">
                  <c:v>43268</c:v>
                </c:pt>
                <c:pt idx="2946">
                  <c:v>43267</c:v>
                </c:pt>
                <c:pt idx="2947">
                  <c:v>43266</c:v>
                </c:pt>
                <c:pt idx="2948">
                  <c:v>43265</c:v>
                </c:pt>
                <c:pt idx="2949">
                  <c:v>43264</c:v>
                </c:pt>
                <c:pt idx="2950">
                  <c:v>43263</c:v>
                </c:pt>
                <c:pt idx="2951">
                  <c:v>43262</c:v>
                </c:pt>
                <c:pt idx="2952">
                  <c:v>43261</c:v>
                </c:pt>
                <c:pt idx="2953">
                  <c:v>43260</c:v>
                </c:pt>
                <c:pt idx="2954">
                  <c:v>43259</c:v>
                </c:pt>
                <c:pt idx="2955">
                  <c:v>43258</c:v>
                </c:pt>
                <c:pt idx="2956">
                  <c:v>43257</c:v>
                </c:pt>
                <c:pt idx="2957">
                  <c:v>43256</c:v>
                </c:pt>
                <c:pt idx="2958">
                  <c:v>43255</c:v>
                </c:pt>
                <c:pt idx="2959">
                  <c:v>43254</c:v>
                </c:pt>
                <c:pt idx="2960">
                  <c:v>43253</c:v>
                </c:pt>
                <c:pt idx="2961">
                  <c:v>43252</c:v>
                </c:pt>
                <c:pt idx="2962">
                  <c:v>43251</c:v>
                </c:pt>
                <c:pt idx="2963">
                  <c:v>43250</c:v>
                </c:pt>
                <c:pt idx="2964">
                  <c:v>43249</c:v>
                </c:pt>
                <c:pt idx="2965">
                  <c:v>43248</c:v>
                </c:pt>
                <c:pt idx="2966">
                  <c:v>43247</c:v>
                </c:pt>
                <c:pt idx="2967">
                  <c:v>43246</c:v>
                </c:pt>
                <c:pt idx="2968">
                  <c:v>43245</c:v>
                </c:pt>
                <c:pt idx="2969">
                  <c:v>43244</c:v>
                </c:pt>
                <c:pt idx="2970">
                  <c:v>43243</c:v>
                </c:pt>
                <c:pt idx="2971">
                  <c:v>43242</c:v>
                </c:pt>
                <c:pt idx="2972">
                  <c:v>43241</c:v>
                </c:pt>
                <c:pt idx="2973">
                  <c:v>43240</c:v>
                </c:pt>
                <c:pt idx="2974">
                  <c:v>43239</c:v>
                </c:pt>
                <c:pt idx="2975">
                  <c:v>43238</c:v>
                </c:pt>
                <c:pt idx="2976">
                  <c:v>43237</c:v>
                </c:pt>
                <c:pt idx="2977">
                  <c:v>43236</c:v>
                </c:pt>
                <c:pt idx="2978">
                  <c:v>43235</c:v>
                </c:pt>
                <c:pt idx="2979">
                  <c:v>43234</c:v>
                </c:pt>
                <c:pt idx="2980">
                  <c:v>43233</c:v>
                </c:pt>
                <c:pt idx="2981">
                  <c:v>43232</c:v>
                </c:pt>
                <c:pt idx="2982">
                  <c:v>43231</c:v>
                </c:pt>
                <c:pt idx="2983">
                  <c:v>43230</c:v>
                </c:pt>
                <c:pt idx="2984">
                  <c:v>43229</c:v>
                </c:pt>
                <c:pt idx="2985">
                  <c:v>43228</c:v>
                </c:pt>
                <c:pt idx="2986">
                  <c:v>43227</c:v>
                </c:pt>
                <c:pt idx="2987">
                  <c:v>43226</c:v>
                </c:pt>
                <c:pt idx="2988">
                  <c:v>43225</c:v>
                </c:pt>
                <c:pt idx="2989">
                  <c:v>43224</c:v>
                </c:pt>
                <c:pt idx="2990">
                  <c:v>43223</c:v>
                </c:pt>
                <c:pt idx="2991">
                  <c:v>43222</c:v>
                </c:pt>
                <c:pt idx="2992">
                  <c:v>43221</c:v>
                </c:pt>
                <c:pt idx="2993">
                  <c:v>43220</c:v>
                </c:pt>
                <c:pt idx="2994">
                  <c:v>43219</c:v>
                </c:pt>
                <c:pt idx="2995">
                  <c:v>43218</c:v>
                </c:pt>
                <c:pt idx="2996">
                  <c:v>43217</c:v>
                </c:pt>
                <c:pt idx="2997">
                  <c:v>43216</c:v>
                </c:pt>
                <c:pt idx="2998">
                  <c:v>43215</c:v>
                </c:pt>
                <c:pt idx="2999">
                  <c:v>43214</c:v>
                </c:pt>
                <c:pt idx="3000">
                  <c:v>43213</c:v>
                </c:pt>
                <c:pt idx="3001">
                  <c:v>43212</c:v>
                </c:pt>
                <c:pt idx="3002">
                  <c:v>43211</c:v>
                </c:pt>
                <c:pt idx="3003">
                  <c:v>43210</c:v>
                </c:pt>
                <c:pt idx="3004">
                  <c:v>43209</c:v>
                </c:pt>
                <c:pt idx="3005">
                  <c:v>43208</c:v>
                </c:pt>
                <c:pt idx="3006">
                  <c:v>43207</c:v>
                </c:pt>
                <c:pt idx="3007">
                  <c:v>43206</c:v>
                </c:pt>
                <c:pt idx="3008">
                  <c:v>43205</c:v>
                </c:pt>
                <c:pt idx="3009">
                  <c:v>43204</c:v>
                </c:pt>
                <c:pt idx="3010">
                  <c:v>43203</c:v>
                </c:pt>
                <c:pt idx="3011">
                  <c:v>43202</c:v>
                </c:pt>
                <c:pt idx="3012">
                  <c:v>43201</c:v>
                </c:pt>
                <c:pt idx="3013">
                  <c:v>43200</c:v>
                </c:pt>
                <c:pt idx="3014">
                  <c:v>43199</c:v>
                </c:pt>
                <c:pt idx="3015">
                  <c:v>43198</c:v>
                </c:pt>
                <c:pt idx="3016">
                  <c:v>43197</c:v>
                </c:pt>
                <c:pt idx="3017">
                  <c:v>43196</c:v>
                </c:pt>
                <c:pt idx="3018">
                  <c:v>43195</c:v>
                </c:pt>
                <c:pt idx="3019">
                  <c:v>43194</c:v>
                </c:pt>
                <c:pt idx="3020">
                  <c:v>43193</c:v>
                </c:pt>
                <c:pt idx="3021">
                  <c:v>43192</c:v>
                </c:pt>
                <c:pt idx="3022">
                  <c:v>43191</c:v>
                </c:pt>
                <c:pt idx="3023">
                  <c:v>43190</c:v>
                </c:pt>
                <c:pt idx="3024">
                  <c:v>43189</c:v>
                </c:pt>
                <c:pt idx="3025">
                  <c:v>43188</c:v>
                </c:pt>
                <c:pt idx="3026">
                  <c:v>43187</c:v>
                </c:pt>
                <c:pt idx="3027">
                  <c:v>43186</c:v>
                </c:pt>
                <c:pt idx="3028">
                  <c:v>43185</c:v>
                </c:pt>
                <c:pt idx="3029">
                  <c:v>43184</c:v>
                </c:pt>
                <c:pt idx="3030">
                  <c:v>43183</c:v>
                </c:pt>
                <c:pt idx="3031">
                  <c:v>43182</c:v>
                </c:pt>
                <c:pt idx="3032">
                  <c:v>43181</c:v>
                </c:pt>
                <c:pt idx="3033">
                  <c:v>43180</c:v>
                </c:pt>
                <c:pt idx="3034">
                  <c:v>43179</c:v>
                </c:pt>
                <c:pt idx="3035">
                  <c:v>43178</c:v>
                </c:pt>
                <c:pt idx="3036">
                  <c:v>43177</c:v>
                </c:pt>
                <c:pt idx="3037">
                  <c:v>43176</c:v>
                </c:pt>
                <c:pt idx="3038">
                  <c:v>43175</c:v>
                </c:pt>
                <c:pt idx="3039">
                  <c:v>43174</c:v>
                </c:pt>
                <c:pt idx="3040">
                  <c:v>43173</c:v>
                </c:pt>
                <c:pt idx="3041">
                  <c:v>43172</c:v>
                </c:pt>
                <c:pt idx="3042">
                  <c:v>43171</c:v>
                </c:pt>
                <c:pt idx="3043">
                  <c:v>43170</c:v>
                </c:pt>
                <c:pt idx="3044">
                  <c:v>43169</c:v>
                </c:pt>
                <c:pt idx="3045">
                  <c:v>43168</c:v>
                </c:pt>
                <c:pt idx="3046">
                  <c:v>43167</c:v>
                </c:pt>
                <c:pt idx="3047">
                  <c:v>43166</c:v>
                </c:pt>
                <c:pt idx="3048">
                  <c:v>43165</c:v>
                </c:pt>
                <c:pt idx="3049">
                  <c:v>43164</c:v>
                </c:pt>
                <c:pt idx="3050">
                  <c:v>43163</c:v>
                </c:pt>
                <c:pt idx="3051">
                  <c:v>43162</c:v>
                </c:pt>
                <c:pt idx="3052">
                  <c:v>43161</c:v>
                </c:pt>
                <c:pt idx="3053">
                  <c:v>43160</c:v>
                </c:pt>
                <c:pt idx="3054">
                  <c:v>43159</c:v>
                </c:pt>
                <c:pt idx="3055">
                  <c:v>43158</c:v>
                </c:pt>
                <c:pt idx="3056">
                  <c:v>43157</c:v>
                </c:pt>
                <c:pt idx="3057">
                  <c:v>43156</c:v>
                </c:pt>
                <c:pt idx="3058">
                  <c:v>43155</c:v>
                </c:pt>
                <c:pt idx="3059">
                  <c:v>43154</c:v>
                </c:pt>
                <c:pt idx="3060">
                  <c:v>43153</c:v>
                </c:pt>
                <c:pt idx="3061">
                  <c:v>43152</c:v>
                </c:pt>
                <c:pt idx="3062">
                  <c:v>43151</c:v>
                </c:pt>
                <c:pt idx="3063">
                  <c:v>43150</c:v>
                </c:pt>
                <c:pt idx="3064">
                  <c:v>43149</c:v>
                </c:pt>
                <c:pt idx="3065">
                  <c:v>43148</c:v>
                </c:pt>
                <c:pt idx="3066">
                  <c:v>43147</c:v>
                </c:pt>
                <c:pt idx="3067">
                  <c:v>43146</c:v>
                </c:pt>
                <c:pt idx="3068">
                  <c:v>43145</c:v>
                </c:pt>
                <c:pt idx="3069">
                  <c:v>43144</c:v>
                </c:pt>
                <c:pt idx="3070">
                  <c:v>43143</c:v>
                </c:pt>
                <c:pt idx="3071">
                  <c:v>43142</c:v>
                </c:pt>
                <c:pt idx="3072">
                  <c:v>43141</c:v>
                </c:pt>
                <c:pt idx="3073">
                  <c:v>43140</c:v>
                </c:pt>
                <c:pt idx="3074">
                  <c:v>43139</c:v>
                </c:pt>
                <c:pt idx="3075">
                  <c:v>43138</c:v>
                </c:pt>
                <c:pt idx="3076">
                  <c:v>43137</c:v>
                </c:pt>
                <c:pt idx="3077">
                  <c:v>43136</c:v>
                </c:pt>
                <c:pt idx="3078">
                  <c:v>43135</c:v>
                </c:pt>
                <c:pt idx="3079">
                  <c:v>43134</c:v>
                </c:pt>
                <c:pt idx="3080">
                  <c:v>43133</c:v>
                </c:pt>
                <c:pt idx="3081">
                  <c:v>43132</c:v>
                </c:pt>
                <c:pt idx="3082">
                  <c:v>43131</c:v>
                </c:pt>
                <c:pt idx="3083">
                  <c:v>43130</c:v>
                </c:pt>
                <c:pt idx="3084">
                  <c:v>43129</c:v>
                </c:pt>
                <c:pt idx="3085">
                  <c:v>43128</c:v>
                </c:pt>
                <c:pt idx="3086">
                  <c:v>43127</c:v>
                </c:pt>
                <c:pt idx="3087">
                  <c:v>43126</c:v>
                </c:pt>
                <c:pt idx="3088">
                  <c:v>43125</c:v>
                </c:pt>
                <c:pt idx="3089">
                  <c:v>43124</c:v>
                </c:pt>
                <c:pt idx="3090">
                  <c:v>43123</c:v>
                </c:pt>
                <c:pt idx="3091">
                  <c:v>43122</c:v>
                </c:pt>
                <c:pt idx="3092">
                  <c:v>43121</c:v>
                </c:pt>
                <c:pt idx="3093">
                  <c:v>43120</c:v>
                </c:pt>
                <c:pt idx="3094">
                  <c:v>43119</c:v>
                </c:pt>
                <c:pt idx="3095">
                  <c:v>43118</c:v>
                </c:pt>
                <c:pt idx="3096">
                  <c:v>43117</c:v>
                </c:pt>
                <c:pt idx="3097">
                  <c:v>43116</c:v>
                </c:pt>
                <c:pt idx="3098">
                  <c:v>43115</c:v>
                </c:pt>
                <c:pt idx="3099">
                  <c:v>43114</c:v>
                </c:pt>
                <c:pt idx="3100">
                  <c:v>43113</c:v>
                </c:pt>
                <c:pt idx="3101">
                  <c:v>43112</c:v>
                </c:pt>
                <c:pt idx="3102">
                  <c:v>43111</c:v>
                </c:pt>
                <c:pt idx="3103">
                  <c:v>43110</c:v>
                </c:pt>
                <c:pt idx="3104">
                  <c:v>43109</c:v>
                </c:pt>
                <c:pt idx="3105">
                  <c:v>43108</c:v>
                </c:pt>
                <c:pt idx="3106">
                  <c:v>43107</c:v>
                </c:pt>
                <c:pt idx="3107">
                  <c:v>43106</c:v>
                </c:pt>
                <c:pt idx="3108">
                  <c:v>43105</c:v>
                </c:pt>
                <c:pt idx="3109">
                  <c:v>43104</c:v>
                </c:pt>
                <c:pt idx="3110">
                  <c:v>43103</c:v>
                </c:pt>
                <c:pt idx="3111">
                  <c:v>43102</c:v>
                </c:pt>
                <c:pt idx="3112">
                  <c:v>43101</c:v>
                </c:pt>
                <c:pt idx="3113">
                  <c:v>43100</c:v>
                </c:pt>
                <c:pt idx="3114">
                  <c:v>43099</c:v>
                </c:pt>
                <c:pt idx="3115">
                  <c:v>43098</c:v>
                </c:pt>
                <c:pt idx="3116">
                  <c:v>43097</c:v>
                </c:pt>
                <c:pt idx="3117">
                  <c:v>43096</c:v>
                </c:pt>
                <c:pt idx="3118">
                  <c:v>43095</c:v>
                </c:pt>
                <c:pt idx="3119">
                  <c:v>43094</c:v>
                </c:pt>
                <c:pt idx="3120">
                  <c:v>43093</c:v>
                </c:pt>
                <c:pt idx="3121">
                  <c:v>43092</c:v>
                </c:pt>
                <c:pt idx="3122">
                  <c:v>43091</c:v>
                </c:pt>
                <c:pt idx="3123">
                  <c:v>43090</c:v>
                </c:pt>
                <c:pt idx="3124">
                  <c:v>43089</c:v>
                </c:pt>
                <c:pt idx="3125">
                  <c:v>43088</c:v>
                </c:pt>
                <c:pt idx="3126">
                  <c:v>43087</c:v>
                </c:pt>
                <c:pt idx="3127">
                  <c:v>43086</c:v>
                </c:pt>
                <c:pt idx="3128">
                  <c:v>43085</c:v>
                </c:pt>
                <c:pt idx="3129">
                  <c:v>43084</c:v>
                </c:pt>
                <c:pt idx="3130">
                  <c:v>43083</c:v>
                </c:pt>
                <c:pt idx="3131">
                  <c:v>43082</c:v>
                </c:pt>
                <c:pt idx="3132">
                  <c:v>43081</c:v>
                </c:pt>
                <c:pt idx="3133">
                  <c:v>43080</c:v>
                </c:pt>
                <c:pt idx="3134">
                  <c:v>43079</c:v>
                </c:pt>
                <c:pt idx="3135">
                  <c:v>43078</c:v>
                </c:pt>
                <c:pt idx="3136">
                  <c:v>43077</c:v>
                </c:pt>
                <c:pt idx="3137">
                  <c:v>43076</c:v>
                </c:pt>
                <c:pt idx="3138">
                  <c:v>43075</c:v>
                </c:pt>
                <c:pt idx="3139">
                  <c:v>43074</c:v>
                </c:pt>
                <c:pt idx="3140">
                  <c:v>43073</c:v>
                </c:pt>
                <c:pt idx="3141">
                  <c:v>43072</c:v>
                </c:pt>
                <c:pt idx="3142">
                  <c:v>43071</c:v>
                </c:pt>
                <c:pt idx="3143">
                  <c:v>43070</c:v>
                </c:pt>
                <c:pt idx="3144">
                  <c:v>43069</c:v>
                </c:pt>
                <c:pt idx="3145">
                  <c:v>43068</c:v>
                </c:pt>
                <c:pt idx="3146">
                  <c:v>43067</c:v>
                </c:pt>
                <c:pt idx="3147">
                  <c:v>43066</c:v>
                </c:pt>
                <c:pt idx="3148">
                  <c:v>43065</c:v>
                </c:pt>
                <c:pt idx="3149">
                  <c:v>43064</c:v>
                </c:pt>
                <c:pt idx="3150">
                  <c:v>43063</c:v>
                </c:pt>
                <c:pt idx="3151">
                  <c:v>43062</c:v>
                </c:pt>
                <c:pt idx="3152">
                  <c:v>43061</c:v>
                </c:pt>
                <c:pt idx="3153">
                  <c:v>43060</c:v>
                </c:pt>
                <c:pt idx="3154">
                  <c:v>43059</c:v>
                </c:pt>
                <c:pt idx="3155">
                  <c:v>43058</c:v>
                </c:pt>
                <c:pt idx="3156">
                  <c:v>43057</c:v>
                </c:pt>
                <c:pt idx="3157">
                  <c:v>43056</c:v>
                </c:pt>
                <c:pt idx="3158">
                  <c:v>43055</c:v>
                </c:pt>
                <c:pt idx="3159">
                  <c:v>43054</c:v>
                </c:pt>
                <c:pt idx="3160">
                  <c:v>43053</c:v>
                </c:pt>
                <c:pt idx="3161">
                  <c:v>43052</c:v>
                </c:pt>
                <c:pt idx="3162">
                  <c:v>43051</c:v>
                </c:pt>
                <c:pt idx="3163">
                  <c:v>43050</c:v>
                </c:pt>
                <c:pt idx="3164">
                  <c:v>43049</c:v>
                </c:pt>
                <c:pt idx="3165">
                  <c:v>43048</c:v>
                </c:pt>
                <c:pt idx="3166">
                  <c:v>43047</c:v>
                </c:pt>
                <c:pt idx="3167">
                  <c:v>43046</c:v>
                </c:pt>
                <c:pt idx="3168">
                  <c:v>43045</c:v>
                </c:pt>
                <c:pt idx="3169">
                  <c:v>43044</c:v>
                </c:pt>
                <c:pt idx="3170">
                  <c:v>43043</c:v>
                </c:pt>
                <c:pt idx="3171">
                  <c:v>43042</c:v>
                </c:pt>
                <c:pt idx="3172">
                  <c:v>43041</c:v>
                </c:pt>
                <c:pt idx="3173">
                  <c:v>43040</c:v>
                </c:pt>
                <c:pt idx="3174">
                  <c:v>43039</c:v>
                </c:pt>
                <c:pt idx="3175">
                  <c:v>43038</c:v>
                </c:pt>
                <c:pt idx="3176">
                  <c:v>43037</c:v>
                </c:pt>
                <c:pt idx="3177">
                  <c:v>43036</c:v>
                </c:pt>
                <c:pt idx="3178">
                  <c:v>43035</c:v>
                </c:pt>
                <c:pt idx="3179">
                  <c:v>43034</c:v>
                </c:pt>
                <c:pt idx="3180">
                  <c:v>43033</c:v>
                </c:pt>
                <c:pt idx="3181">
                  <c:v>43032</c:v>
                </c:pt>
                <c:pt idx="3182">
                  <c:v>43031</c:v>
                </c:pt>
                <c:pt idx="3183">
                  <c:v>43030</c:v>
                </c:pt>
                <c:pt idx="3184">
                  <c:v>43029</c:v>
                </c:pt>
                <c:pt idx="3185">
                  <c:v>43028</c:v>
                </c:pt>
                <c:pt idx="3186">
                  <c:v>43027</c:v>
                </c:pt>
                <c:pt idx="3187">
                  <c:v>43026</c:v>
                </c:pt>
                <c:pt idx="3188">
                  <c:v>43025</c:v>
                </c:pt>
                <c:pt idx="3189">
                  <c:v>43024</c:v>
                </c:pt>
                <c:pt idx="3190">
                  <c:v>43023</c:v>
                </c:pt>
                <c:pt idx="3191">
                  <c:v>43022</c:v>
                </c:pt>
                <c:pt idx="3192">
                  <c:v>43021</c:v>
                </c:pt>
                <c:pt idx="3193">
                  <c:v>43020</c:v>
                </c:pt>
                <c:pt idx="3194">
                  <c:v>43019</c:v>
                </c:pt>
                <c:pt idx="3195">
                  <c:v>43018</c:v>
                </c:pt>
                <c:pt idx="3196">
                  <c:v>43017</c:v>
                </c:pt>
                <c:pt idx="3197">
                  <c:v>43016</c:v>
                </c:pt>
                <c:pt idx="3198">
                  <c:v>43015</c:v>
                </c:pt>
                <c:pt idx="3199">
                  <c:v>43014</c:v>
                </c:pt>
                <c:pt idx="3200">
                  <c:v>43013</c:v>
                </c:pt>
                <c:pt idx="3201">
                  <c:v>43012</c:v>
                </c:pt>
                <c:pt idx="3202">
                  <c:v>43011</c:v>
                </c:pt>
                <c:pt idx="3203">
                  <c:v>43010</c:v>
                </c:pt>
                <c:pt idx="3204">
                  <c:v>43009</c:v>
                </c:pt>
                <c:pt idx="3205">
                  <c:v>43008</c:v>
                </c:pt>
                <c:pt idx="3206">
                  <c:v>43007</c:v>
                </c:pt>
                <c:pt idx="3207">
                  <c:v>43006</c:v>
                </c:pt>
                <c:pt idx="3208">
                  <c:v>43005</c:v>
                </c:pt>
                <c:pt idx="3209">
                  <c:v>43004</c:v>
                </c:pt>
                <c:pt idx="3210">
                  <c:v>43003</c:v>
                </c:pt>
                <c:pt idx="3211">
                  <c:v>43002</c:v>
                </c:pt>
                <c:pt idx="3212">
                  <c:v>43001</c:v>
                </c:pt>
                <c:pt idx="3213">
                  <c:v>43000</c:v>
                </c:pt>
                <c:pt idx="3214">
                  <c:v>42999</c:v>
                </c:pt>
                <c:pt idx="3215">
                  <c:v>42998</c:v>
                </c:pt>
                <c:pt idx="3216">
                  <c:v>42997</c:v>
                </c:pt>
                <c:pt idx="3217">
                  <c:v>42996</c:v>
                </c:pt>
                <c:pt idx="3218">
                  <c:v>42995</c:v>
                </c:pt>
                <c:pt idx="3219">
                  <c:v>42994</c:v>
                </c:pt>
                <c:pt idx="3220">
                  <c:v>42993</c:v>
                </c:pt>
                <c:pt idx="3221">
                  <c:v>42992</c:v>
                </c:pt>
                <c:pt idx="3222">
                  <c:v>42991</c:v>
                </c:pt>
                <c:pt idx="3223">
                  <c:v>42990</c:v>
                </c:pt>
                <c:pt idx="3224">
                  <c:v>42989</c:v>
                </c:pt>
                <c:pt idx="3225">
                  <c:v>42988</c:v>
                </c:pt>
                <c:pt idx="3226">
                  <c:v>42987</c:v>
                </c:pt>
                <c:pt idx="3227">
                  <c:v>42986</c:v>
                </c:pt>
                <c:pt idx="3228">
                  <c:v>42985</c:v>
                </c:pt>
                <c:pt idx="3229">
                  <c:v>42984</c:v>
                </c:pt>
                <c:pt idx="3230">
                  <c:v>42983</c:v>
                </c:pt>
                <c:pt idx="3231">
                  <c:v>42982</c:v>
                </c:pt>
                <c:pt idx="3232">
                  <c:v>42981</c:v>
                </c:pt>
                <c:pt idx="3233">
                  <c:v>42980</c:v>
                </c:pt>
                <c:pt idx="3234">
                  <c:v>42979</c:v>
                </c:pt>
                <c:pt idx="3235">
                  <c:v>42978</c:v>
                </c:pt>
                <c:pt idx="3236">
                  <c:v>42977</c:v>
                </c:pt>
                <c:pt idx="3237">
                  <c:v>42976</c:v>
                </c:pt>
                <c:pt idx="3238">
                  <c:v>42975</c:v>
                </c:pt>
                <c:pt idx="3239">
                  <c:v>42974</c:v>
                </c:pt>
                <c:pt idx="3240">
                  <c:v>42973</c:v>
                </c:pt>
                <c:pt idx="3241">
                  <c:v>42972</c:v>
                </c:pt>
                <c:pt idx="3242">
                  <c:v>42971</c:v>
                </c:pt>
                <c:pt idx="3243">
                  <c:v>42970</c:v>
                </c:pt>
                <c:pt idx="3244">
                  <c:v>42969</c:v>
                </c:pt>
                <c:pt idx="3245">
                  <c:v>42968</c:v>
                </c:pt>
                <c:pt idx="3246">
                  <c:v>42967</c:v>
                </c:pt>
                <c:pt idx="3247">
                  <c:v>42966</c:v>
                </c:pt>
                <c:pt idx="3248">
                  <c:v>42965</c:v>
                </c:pt>
                <c:pt idx="3249">
                  <c:v>42964</c:v>
                </c:pt>
                <c:pt idx="3250">
                  <c:v>42963</c:v>
                </c:pt>
                <c:pt idx="3251">
                  <c:v>42962</c:v>
                </c:pt>
                <c:pt idx="3252">
                  <c:v>42961</c:v>
                </c:pt>
                <c:pt idx="3253">
                  <c:v>42960</c:v>
                </c:pt>
                <c:pt idx="3254">
                  <c:v>42959</c:v>
                </c:pt>
                <c:pt idx="3255">
                  <c:v>42958</c:v>
                </c:pt>
                <c:pt idx="3256">
                  <c:v>42957</c:v>
                </c:pt>
                <c:pt idx="3257">
                  <c:v>42956</c:v>
                </c:pt>
                <c:pt idx="3258">
                  <c:v>42955</c:v>
                </c:pt>
                <c:pt idx="3259">
                  <c:v>42954</c:v>
                </c:pt>
                <c:pt idx="3260">
                  <c:v>42953</c:v>
                </c:pt>
                <c:pt idx="3261">
                  <c:v>42952</c:v>
                </c:pt>
                <c:pt idx="3262">
                  <c:v>42951</c:v>
                </c:pt>
                <c:pt idx="3263">
                  <c:v>42950</c:v>
                </c:pt>
                <c:pt idx="3264">
                  <c:v>42949</c:v>
                </c:pt>
                <c:pt idx="3265">
                  <c:v>42948</c:v>
                </c:pt>
                <c:pt idx="3266">
                  <c:v>42947</c:v>
                </c:pt>
                <c:pt idx="3267">
                  <c:v>42946</c:v>
                </c:pt>
                <c:pt idx="3268">
                  <c:v>42945</c:v>
                </c:pt>
                <c:pt idx="3269">
                  <c:v>42944</c:v>
                </c:pt>
                <c:pt idx="3270">
                  <c:v>42943</c:v>
                </c:pt>
                <c:pt idx="3271">
                  <c:v>42942</c:v>
                </c:pt>
                <c:pt idx="3272">
                  <c:v>42941</c:v>
                </c:pt>
                <c:pt idx="3273">
                  <c:v>42940</c:v>
                </c:pt>
                <c:pt idx="3274">
                  <c:v>42939</c:v>
                </c:pt>
                <c:pt idx="3275">
                  <c:v>42938</c:v>
                </c:pt>
                <c:pt idx="3276">
                  <c:v>42937</c:v>
                </c:pt>
                <c:pt idx="3277">
                  <c:v>42936</c:v>
                </c:pt>
                <c:pt idx="3278">
                  <c:v>42935</c:v>
                </c:pt>
                <c:pt idx="3279">
                  <c:v>42934</c:v>
                </c:pt>
                <c:pt idx="3280">
                  <c:v>42933</c:v>
                </c:pt>
                <c:pt idx="3281">
                  <c:v>42932</c:v>
                </c:pt>
                <c:pt idx="3282">
                  <c:v>42931</c:v>
                </c:pt>
                <c:pt idx="3283">
                  <c:v>42930</c:v>
                </c:pt>
                <c:pt idx="3284">
                  <c:v>42929</c:v>
                </c:pt>
                <c:pt idx="3285">
                  <c:v>42928</c:v>
                </c:pt>
                <c:pt idx="3286">
                  <c:v>42927</c:v>
                </c:pt>
                <c:pt idx="3287">
                  <c:v>42926</c:v>
                </c:pt>
                <c:pt idx="3288">
                  <c:v>42925</c:v>
                </c:pt>
                <c:pt idx="3289">
                  <c:v>42924</c:v>
                </c:pt>
                <c:pt idx="3290">
                  <c:v>42923</c:v>
                </c:pt>
                <c:pt idx="3291">
                  <c:v>42922</c:v>
                </c:pt>
                <c:pt idx="3292">
                  <c:v>42921</c:v>
                </c:pt>
                <c:pt idx="3293">
                  <c:v>42920</c:v>
                </c:pt>
                <c:pt idx="3294">
                  <c:v>42919</c:v>
                </c:pt>
                <c:pt idx="3295">
                  <c:v>42918</c:v>
                </c:pt>
                <c:pt idx="3296">
                  <c:v>42917</c:v>
                </c:pt>
                <c:pt idx="3297">
                  <c:v>42916</c:v>
                </c:pt>
                <c:pt idx="3298">
                  <c:v>42915</c:v>
                </c:pt>
                <c:pt idx="3299">
                  <c:v>42914</c:v>
                </c:pt>
                <c:pt idx="3300">
                  <c:v>42913</c:v>
                </c:pt>
                <c:pt idx="3301">
                  <c:v>42912</c:v>
                </c:pt>
                <c:pt idx="3302">
                  <c:v>42911</c:v>
                </c:pt>
                <c:pt idx="3303">
                  <c:v>42910</c:v>
                </c:pt>
                <c:pt idx="3304">
                  <c:v>42909</c:v>
                </c:pt>
                <c:pt idx="3305">
                  <c:v>42908</c:v>
                </c:pt>
                <c:pt idx="3306">
                  <c:v>42907</c:v>
                </c:pt>
                <c:pt idx="3307">
                  <c:v>42906</c:v>
                </c:pt>
                <c:pt idx="3308">
                  <c:v>42905</c:v>
                </c:pt>
                <c:pt idx="3309">
                  <c:v>42904</c:v>
                </c:pt>
                <c:pt idx="3310">
                  <c:v>42903</c:v>
                </c:pt>
                <c:pt idx="3311">
                  <c:v>42902</c:v>
                </c:pt>
                <c:pt idx="3312">
                  <c:v>42901</c:v>
                </c:pt>
                <c:pt idx="3313">
                  <c:v>42900</c:v>
                </c:pt>
                <c:pt idx="3314">
                  <c:v>42899</c:v>
                </c:pt>
                <c:pt idx="3315">
                  <c:v>42898</c:v>
                </c:pt>
                <c:pt idx="3316">
                  <c:v>42897</c:v>
                </c:pt>
                <c:pt idx="3317">
                  <c:v>42896</c:v>
                </c:pt>
                <c:pt idx="3318">
                  <c:v>42895</c:v>
                </c:pt>
                <c:pt idx="3319">
                  <c:v>42894</c:v>
                </c:pt>
                <c:pt idx="3320">
                  <c:v>42893</c:v>
                </c:pt>
                <c:pt idx="3321">
                  <c:v>42892</c:v>
                </c:pt>
                <c:pt idx="3322">
                  <c:v>42891</c:v>
                </c:pt>
                <c:pt idx="3323">
                  <c:v>42890</c:v>
                </c:pt>
                <c:pt idx="3324">
                  <c:v>42889</c:v>
                </c:pt>
                <c:pt idx="3325">
                  <c:v>42888</c:v>
                </c:pt>
                <c:pt idx="3326">
                  <c:v>42887</c:v>
                </c:pt>
                <c:pt idx="3327">
                  <c:v>42886</c:v>
                </c:pt>
                <c:pt idx="3328">
                  <c:v>42885</c:v>
                </c:pt>
                <c:pt idx="3329">
                  <c:v>42884</c:v>
                </c:pt>
                <c:pt idx="3330">
                  <c:v>42883</c:v>
                </c:pt>
                <c:pt idx="3331">
                  <c:v>42882</c:v>
                </c:pt>
                <c:pt idx="3332">
                  <c:v>42881</c:v>
                </c:pt>
                <c:pt idx="3333">
                  <c:v>42880</c:v>
                </c:pt>
                <c:pt idx="3334">
                  <c:v>42879</c:v>
                </c:pt>
                <c:pt idx="3335">
                  <c:v>42878</c:v>
                </c:pt>
                <c:pt idx="3336">
                  <c:v>42877</c:v>
                </c:pt>
                <c:pt idx="3337">
                  <c:v>42876</c:v>
                </c:pt>
                <c:pt idx="3338">
                  <c:v>42875</c:v>
                </c:pt>
                <c:pt idx="3339">
                  <c:v>42874</c:v>
                </c:pt>
                <c:pt idx="3340">
                  <c:v>42873</c:v>
                </c:pt>
                <c:pt idx="3341">
                  <c:v>42872</c:v>
                </c:pt>
                <c:pt idx="3342">
                  <c:v>42871</c:v>
                </c:pt>
                <c:pt idx="3343">
                  <c:v>42870</c:v>
                </c:pt>
                <c:pt idx="3344">
                  <c:v>42869</c:v>
                </c:pt>
                <c:pt idx="3345">
                  <c:v>42868</c:v>
                </c:pt>
                <c:pt idx="3346">
                  <c:v>42867</c:v>
                </c:pt>
                <c:pt idx="3347">
                  <c:v>42866</c:v>
                </c:pt>
                <c:pt idx="3348">
                  <c:v>42865</c:v>
                </c:pt>
                <c:pt idx="3349">
                  <c:v>42864</c:v>
                </c:pt>
                <c:pt idx="3350">
                  <c:v>42863</c:v>
                </c:pt>
                <c:pt idx="3351">
                  <c:v>42862</c:v>
                </c:pt>
                <c:pt idx="3352">
                  <c:v>42861</c:v>
                </c:pt>
                <c:pt idx="3353">
                  <c:v>42860</c:v>
                </c:pt>
                <c:pt idx="3354">
                  <c:v>42859</c:v>
                </c:pt>
                <c:pt idx="3355">
                  <c:v>42858</c:v>
                </c:pt>
                <c:pt idx="3356">
                  <c:v>42857</c:v>
                </c:pt>
                <c:pt idx="3357">
                  <c:v>42856</c:v>
                </c:pt>
                <c:pt idx="3358">
                  <c:v>42855</c:v>
                </c:pt>
                <c:pt idx="3359">
                  <c:v>42854</c:v>
                </c:pt>
                <c:pt idx="3360">
                  <c:v>42853</c:v>
                </c:pt>
                <c:pt idx="3361">
                  <c:v>42852</c:v>
                </c:pt>
                <c:pt idx="3362">
                  <c:v>42851</c:v>
                </c:pt>
                <c:pt idx="3363">
                  <c:v>42850</c:v>
                </c:pt>
                <c:pt idx="3364">
                  <c:v>42849</c:v>
                </c:pt>
                <c:pt idx="3365">
                  <c:v>42848</c:v>
                </c:pt>
                <c:pt idx="3366">
                  <c:v>42847</c:v>
                </c:pt>
                <c:pt idx="3367">
                  <c:v>42846</c:v>
                </c:pt>
                <c:pt idx="3368">
                  <c:v>42845</c:v>
                </c:pt>
                <c:pt idx="3369">
                  <c:v>42844</c:v>
                </c:pt>
                <c:pt idx="3370">
                  <c:v>42843</c:v>
                </c:pt>
                <c:pt idx="3371">
                  <c:v>42842</c:v>
                </c:pt>
                <c:pt idx="3372">
                  <c:v>42841</c:v>
                </c:pt>
                <c:pt idx="3373">
                  <c:v>42840</c:v>
                </c:pt>
                <c:pt idx="3374">
                  <c:v>42839</c:v>
                </c:pt>
                <c:pt idx="3375">
                  <c:v>42838</c:v>
                </c:pt>
                <c:pt idx="3376">
                  <c:v>42837</c:v>
                </c:pt>
                <c:pt idx="3377">
                  <c:v>42836</c:v>
                </c:pt>
                <c:pt idx="3378">
                  <c:v>42835</c:v>
                </c:pt>
                <c:pt idx="3379">
                  <c:v>42834</c:v>
                </c:pt>
                <c:pt idx="3380">
                  <c:v>42833</c:v>
                </c:pt>
                <c:pt idx="3381">
                  <c:v>42832</c:v>
                </c:pt>
                <c:pt idx="3382">
                  <c:v>42831</c:v>
                </c:pt>
                <c:pt idx="3383">
                  <c:v>42830</c:v>
                </c:pt>
                <c:pt idx="3384">
                  <c:v>42829</c:v>
                </c:pt>
                <c:pt idx="3385">
                  <c:v>42828</c:v>
                </c:pt>
                <c:pt idx="3386">
                  <c:v>42827</c:v>
                </c:pt>
                <c:pt idx="3387">
                  <c:v>42826</c:v>
                </c:pt>
                <c:pt idx="3388">
                  <c:v>42825</c:v>
                </c:pt>
                <c:pt idx="3389">
                  <c:v>42824</c:v>
                </c:pt>
                <c:pt idx="3390">
                  <c:v>42823</c:v>
                </c:pt>
                <c:pt idx="3391">
                  <c:v>42822</c:v>
                </c:pt>
                <c:pt idx="3392">
                  <c:v>42821</c:v>
                </c:pt>
                <c:pt idx="3393">
                  <c:v>42820</c:v>
                </c:pt>
                <c:pt idx="3394">
                  <c:v>42819</c:v>
                </c:pt>
                <c:pt idx="3395">
                  <c:v>42818</c:v>
                </c:pt>
                <c:pt idx="3396">
                  <c:v>42817</c:v>
                </c:pt>
                <c:pt idx="3397">
                  <c:v>42816</c:v>
                </c:pt>
                <c:pt idx="3398">
                  <c:v>42815</c:v>
                </c:pt>
                <c:pt idx="3399">
                  <c:v>42814</c:v>
                </c:pt>
                <c:pt idx="3400">
                  <c:v>42813</c:v>
                </c:pt>
                <c:pt idx="3401">
                  <c:v>42812</c:v>
                </c:pt>
                <c:pt idx="3402">
                  <c:v>42811</c:v>
                </c:pt>
                <c:pt idx="3403">
                  <c:v>42810</c:v>
                </c:pt>
                <c:pt idx="3404">
                  <c:v>42809</c:v>
                </c:pt>
                <c:pt idx="3405">
                  <c:v>42808</c:v>
                </c:pt>
                <c:pt idx="3406">
                  <c:v>42807</c:v>
                </c:pt>
                <c:pt idx="3407">
                  <c:v>42806</c:v>
                </c:pt>
                <c:pt idx="3408">
                  <c:v>42805</c:v>
                </c:pt>
                <c:pt idx="3409">
                  <c:v>42804</c:v>
                </c:pt>
                <c:pt idx="3410">
                  <c:v>42803</c:v>
                </c:pt>
                <c:pt idx="3411">
                  <c:v>42802</c:v>
                </c:pt>
                <c:pt idx="3412">
                  <c:v>42801</c:v>
                </c:pt>
                <c:pt idx="3413">
                  <c:v>42800</c:v>
                </c:pt>
                <c:pt idx="3414">
                  <c:v>42799</c:v>
                </c:pt>
                <c:pt idx="3415">
                  <c:v>42798</c:v>
                </c:pt>
                <c:pt idx="3416">
                  <c:v>42797</c:v>
                </c:pt>
                <c:pt idx="3417">
                  <c:v>42796</c:v>
                </c:pt>
                <c:pt idx="3418">
                  <c:v>42795</c:v>
                </c:pt>
                <c:pt idx="3419">
                  <c:v>42794</c:v>
                </c:pt>
                <c:pt idx="3420">
                  <c:v>42793</c:v>
                </c:pt>
                <c:pt idx="3421">
                  <c:v>42792</c:v>
                </c:pt>
                <c:pt idx="3422">
                  <c:v>42791</c:v>
                </c:pt>
                <c:pt idx="3423">
                  <c:v>42790</c:v>
                </c:pt>
                <c:pt idx="3424">
                  <c:v>42789</c:v>
                </c:pt>
                <c:pt idx="3425">
                  <c:v>42788</c:v>
                </c:pt>
                <c:pt idx="3426">
                  <c:v>42787</c:v>
                </c:pt>
                <c:pt idx="3427">
                  <c:v>42786</c:v>
                </c:pt>
                <c:pt idx="3428">
                  <c:v>42785</c:v>
                </c:pt>
                <c:pt idx="3429">
                  <c:v>42784</c:v>
                </c:pt>
                <c:pt idx="3430">
                  <c:v>42783</c:v>
                </c:pt>
                <c:pt idx="3431">
                  <c:v>42782</c:v>
                </c:pt>
                <c:pt idx="3432">
                  <c:v>42781</c:v>
                </c:pt>
                <c:pt idx="3433">
                  <c:v>42780</c:v>
                </c:pt>
                <c:pt idx="3434">
                  <c:v>42779</c:v>
                </c:pt>
                <c:pt idx="3435">
                  <c:v>42778</c:v>
                </c:pt>
                <c:pt idx="3436">
                  <c:v>42777</c:v>
                </c:pt>
                <c:pt idx="3437">
                  <c:v>42776</c:v>
                </c:pt>
                <c:pt idx="3438">
                  <c:v>42775</c:v>
                </c:pt>
                <c:pt idx="3439">
                  <c:v>42774</c:v>
                </c:pt>
                <c:pt idx="3440">
                  <c:v>42773</c:v>
                </c:pt>
                <c:pt idx="3441">
                  <c:v>42772</c:v>
                </c:pt>
                <c:pt idx="3442">
                  <c:v>42771</c:v>
                </c:pt>
                <c:pt idx="3443">
                  <c:v>42770</c:v>
                </c:pt>
                <c:pt idx="3444">
                  <c:v>42769</c:v>
                </c:pt>
                <c:pt idx="3445">
                  <c:v>42768</c:v>
                </c:pt>
                <c:pt idx="3446">
                  <c:v>42767</c:v>
                </c:pt>
                <c:pt idx="3447">
                  <c:v>42766</c:v>
                </c:pt>
                <c:pt idx="3448">
                  <c:v>42765</c:v>
                </c:pt>
                <c:pt idx="3449">
                  <c:v>42764</c:v>
                </c:pt>
                <c:pt idx="3450">
                  <c:v>42763</c:v>
                </c:pt>
                <c:pt idx="3451">
                  <c:v>42762</c:v>
                </c:pt>
                <c:pt idx="3452">
                  <c:v>42761</c:v>
                </c:pt>
                <c:pt idx="3453">
                  <c:v>42760</c:v>
                </c:pt>
                <c:pt idx="3454">
                  <c:v>42759</c:v>
                </c:pt>
                <c:pt idx="3455">
                  <c:v>42758</c:v>
                </c:pt>
                <c:pt idx="3456">
                  <c:v>42757</c:v>
                </c:pt>
                <c:pt idx="3457">
                  <c:v>42756</c:v>
                </c:pt>
                <c:pt idx="3458">
                  <c:v>42755</c:v>
                </c:pt>
                <c:pt idx="3459">
                  <c:v>42754</c:v>
                </c:pt>
                <c:pt idx="3460">
                  <c:v>42753</c:v>
                </c:pt>
                <c:pt idx="3461">
                  <c:v>42752</c:v>
                </c:pt>
                <c:pt idx="3462">
                  <c:v>42751</c:v>
                </c:pt>
                <c:pt idx="3463">
                  <c:v>42750</c:v>
                </c:pt>
                <c:pt idx="3464">
                  <c:v>42749</c:v>
                </c:pt>
                <c:pt idx="3465">
                  <c:v>42748</c:v>
                </c:pt>
                <c:pt idx="3466">
                  <c:v>42747</c:v>
                </c:pt>
                <c:pt idx="3467">
                  <c:v>42746</c:v>
                </c:pt>
                <c:pt idx="3468">
                  <c:v>42745</c:v>
                </c:pt>
                <c:pt idx="3469">
                  <c:v>42744</c:v>
                </c:pt>
                <c:pt idx="3470">
                  <c:v>42743</c:v>
                </c:pt>
                <c:pt idx="3471">
                  <c:v>42742</c:v>
                </c:pt>
                <c:pt idx="3472">
                  <c:v>42741</c:v>
                </c:pt>
                <c:pt idx="3473">
                  <c:v>42740</c:v>
                </c:pt>
                <c:pt idx="3474">
                  <c:v>42739</c:v>
                </c:pt>
                <c:pt idx="3475">
                  <c:v>42738</c:v>
                </c:pt>
                <c:pt idx="3476">
                  <c:v>42737</c:v>
                </c:pt>
                <c:pt idx="3477">
                  <c:v>42736</c:v>
                </c:pt>
                <c:pt idx="3478">
                  <c:v>42735</c:v>
                </c:pt>
                <c:pt idx="3479">
                  <c:v>42734</c:v>
                </c:pt>
                <c:pt idx="3480">
                  <c:v>42733</c:v>
                </c:pt>
                <c:pt idx="3481">
                  <c:v>42732</c:v>
                </c:pt>
                <c:pt idx="3482">
                  <c:v>42731</c:v>
                </c:pt>
                <c:pt idx="3483">
                  <c:v>42730</c:v>
                </c:pt>
                <c:pt idx="3484">
                  <c:v>42729</c:v>
                </c:pt>
                <c:pt idx="3485">
                  <c:v>42728</c:v>
                </c:pt>
                <c:pt idx="3486">
                  <c:v>42727</c:v>
                </c:pt>
                <c:pt idx="3487">
                  <c:v>42726</c:v>
                </c:pt>
                <c:pt idx="3488">
                  <c:v>42725</c:v>
                </c:pt>
                <c:pt idx="3489">
                  <c:v>42724</c:v>
                </c:pt>
                <c:pt idx="3490">
                  <c:v>42723</c:v>
                </c:pt>
                <c:pt idx="3491">
                  <c:v>42722</c:v>
                </c:pt>
                <c:pt idx="3492">
                  <c:v>42721</c:v>
                </c:pt>
                <c:pt idx="3493">
                  <c:v>42720</c:v>
                </c:pt>
                <c:pt idx="3494">
                  <c:v>42719</c:v>
                </c:pt>
                <c:pt idx="3495">
                  <c:v>42718</c:v>
                </c:pt>
                <c:pt idx="3496">
                  <c:v>42717</c:v>
                </c:pt>
                <c:pt idx="3497">
                  <c:v>42716</c:v>
                </c:pt>
                <c:pt idx="3498">
                  <c:v>42715</c:v>
                </c:pt>
                <c:pt idx="3499">
                  <c:v>42714</c:v>
                </c:pt>
                <c:pt idx="3500">
                  <c:v>42713</c:v>
                </c:pt>
                <c:pt idx="3501">
                  <c:v>42712</c:v>
                </c:pt>
                <c:pt idx="3502">
                  <c:v>42711</c:v>
                </c:pt>
                <c:pt idx="3503">
                  <c:v>42710</c:v>
                </c:pt>
                <c:pt idx="3504">
                  <c:v>42709</c:v>
                </c:pt>
                <c:pt idx="3505">
                  <c:v>42708</c:v>
                </c:pt>
                <c:pt idx="3506">
                  <c:v>42707</c:v>
                </c:pt>
                <c:pt idx="3507">
                  <c:v>42706</c:v>
                </c:pt>
                <c:pt idx="3508">
                  <c:v>42705</c:v>
                </c:pt>
                <c:pt idx="3509">
                  <c:v>42704</c:v>
                </c:pt>
                <c:pt idx="3510">
                  <c:v>42703</c:v>
                </c:pt>
                <c:pt idx="3511">
                  <c:v>42702</c:v>
                </c:pt>
                <c:pt idx="3512">
                  <c:v>42701</c:v>
                </c:pt>
                <c:pt idx="3513">
                  <c:v>42700</c:v>
                </c:pt>
                <c:pt idx="3514">
                  <c:v>42699</c:v>
                </c:pt>
                <c:pt idx="3515">
                  <c:v>42698</c:v>
                </c:pt>
                <c:pt idx="3516">
                  <c:v>42697</c:v>
                </c:pt>
                <c:pt idx="3517">
                  <c:v>42696</c:v>
                </c:pt>
                <c:pt idx="3518">
                  <c:v>42695</c:v>
                </c:pt>
                <c:pt idx="3519">
                  <c:v>42694</c:v>
                </c:pt>
                <c:pt idx="3520">
                  <c:v>42693</c:v>
                </c:pt>
                <c:pt idx="3521">
                  <c:v>42692</c:v>
                </c:pt>
                <c:pt idx="3522">
                  <c:v>42691</c:v>
                </c:pt>
                <c:pt idx="3523">
                  <c:v>42690</c:v>
                </c:pt>
                <c:pt idx="3524">
                  <c:v>42689</c:v>
                </c:pt>
                <c:pt idx="3525">
                  <c:v>42688</c:v>
                </c:pt>
                <c:pt idx="3526">
                  <c:v>42687</c:v>
                </c:pt>
                <c:pt idx="3527">
                  <c:v>42686</c:v>
                </c:pt>
                <c:pt idx="3528">
                  <c:v>42685</c:v>
                </c:pt>
                <c:pt idx="3529">
                  <c:v>42684</c:v>
                </c:pt>
                <c:pt idx="3530">
                  <c:v>42683</c:v>
                </c:pt>
                <c:pt idx="3531">
                  <c:v>42682</c:v>
                </c:pt>
                <c:pt idx="3532">
                  <c:v>42681</c:v>
                </c:pt>
                <c:pt idx="3533">
                  <c:v>42680</c:v>
                </c:pt>
                <c:pt idx="3534">
                  <c:v>42679</c:v>
                </c:pt>
                <c:pt idx="3535">
                  <c:v>42678</c:v>
                </c:pt>
                <c:pt idx="3536">
                  <c:v>42677</c:v>
                </c:pt>
                <c:pt idx="3537">
                  <c:v>42676</c:v>
                </c:pt>
                <c:pt idx="3538">
                  <c:v>42675</c:v>
                </c:pt>
                <c:pt idx="3539">
                  <c:v>42674</c:v>
                </c:pt>
                <c:pt idx="3540">
                  <c:v>42673</c:v>
                </c:pt>
                <c:pt idx="3541">
                  <c:v>42672</c:v>
                </c:pt>
                <c:pt idx="3542">
                  <c:v>42671</c:v>
                </c:pt>
                <c:pt idx="3543">
                  <c:v>42670</c:v>
                </c:pt>
                <c:pt idx="3544">
                  <c:v>42669</c:v>
                </c:pt>
                <c:pt idx="3545">
                  <c:v>42668</c:v>
                </c:pt>
                <c:pt idx="3546">
                  <c:v>42667</c:v>
                </c:pt>
                <c:pt idx="3547">
                  <c:v>42666</c:v>
                </c:pt>
                <c:pt idx="3548">
                  <c:v>42665</c:v>
                </c:pt>
                <c:pt idx="3549">
                  <c:v>42664</c:v>
                </c:pt>
                <c:pt idx="3550">
                  <c:v>42663</c:v>
                </c:pt>
                <c:pt idx="3551">
                  <c:v>42662</c:v>
                </c:pt>
                <c:pt idx="3552">
                  <c:v>42661</c:v>
                </c:pt>
                <c:pt idx="3553">
                  <c:v>42660</c:v>
                </c:pt>
                <c:pt idx="3554">
                  <c:v>42659</c:v>
                </c:pt>
                <c:pt idx="3555">
                  <c:v>42658</c:v>
                </c:pt>
                <c:pt idx="3556">
                  <c:v>42657</c:v>
                </c:pt>
                <c:pt idx="3557">
                  <c:v>42656</c:v>
                </c:pt>
                <c:pt idx="3558">
                  <c:v>42655</c:v>
                </c:pt>
                <c:pt idx="3559">
                  <c:v>42654</c:v>
                </c:pt>
                <c:pt idx="3560">
                  <c:v>42653</c:v>
                </c:pt>
                <c:pt idx="3561">
                  <c:v>42652</c:v>
                </c:pt>
                <c:pt idx="3562">
                  <c:v>42651</c:v>
                </c:pt>
                <c:pt idx="3563">
                  <c:v>42650</c:v>
                </c:pt>
                <c:pt idx="3564">
                  <c:v>42649</c:v>
                </c:pt>
                <c:pt idx="3565">
                  <c:v>42648</c:v>
                </c:pt>
                <c:pt idx="3566">
                  <c:v>42647</c:v>
                </c:pt>
                <c:pt idx="3567">
                  <c:v>42646</c:v>
                </c:pt>
                <c:pt idx="3568">
                  <c:v>42645</c:v>
                </c:pt>
                <c:pt idx="3569">
                  <c:v>42644</c:v>
                </c:pt>
                <c:pt idx="3570">
                  <c:v>42643</c:v>
                </c:pt>
                <c:pt idx="3571">
                  <c:v>42642</c:v>
                </c:pt>
                <c:pt idx="3572">
                  <c:v>42641</c:v>
                </c:pt>
                <c:pt idx="3573">
                  <c:v>42640</c:v>
                </c:pt>
                <c:pt idx="3574">
                  <c:v>42639</c:v>
                </c:pt>
                <c:pt idx="3575">
                  <c:v>42638</c:v>
                </c:pt>
                <c:pt idx="3576">
                  <c:v>42637</c:v>
                </c:pt>
                <c:pt idx="3577">
                  <c:v>42636</c:v>
                </c:pt>
                <c:pt idx="3578">
                  <c:v>42635</c:v>
                </c:pt>
                <c:pt idx="3579">
                  <c:v>42634</c:v>
                </c:pt>
                <c:pt idx="3580">
                  <c:v>42633</c:v>
                </c:pt>
                <c:pt idx="3581">
                  <c:v>42632</c:v>
                </c:pt>
                <c:pt idx="3582">
                  <c:v>42631</c:v>
                </c:pt>
                <c:pt idx="3583">
                  <c:v>42630</c:v>
                </c:pt>
                <c:pt idx="3584">
                  <c:v>42629</c:v>
                </c:pt>
                <c:pt idx="3585">
                  <c:v>42628</c:v>
                </c:pt>
                <c:pt idx="3586">
                  <c:v>42627</c:v>
                </c:pt>
                <c:pt idx="3587">
                  <c:v>42626</c:v>
                </c:pt>
                <c:pt idx="3588">
                  <c:v>42625</c:v>
                </c:pt>
                <c:pt idx="3589">
                  <c:v>42624</c:v>
                </c:pt>
                <c:pt idx="3590">
                  <c:v>42623</c:v>
                </c:pt>
                <c:pt idx="3591">
                  <c:v>42622</c:v>
                </c:pt>
                <c:pt idx="3592">
                  <c:v>42621</c:v>
                </c:pt>
                <c:pt idx="3593">
                  <c:v>42620</c:v>
                </c:pt>
                <c:pt idx="3594">
                  <c:v>42619</c:v>
                </c:pt>
                <c:pt idx="3595">
                  <c:v>42618</c:v>
                </c:pt>
                <c:pt idx="3596">
                  <c:v>42617</c:v>
                </c:pt>
                <c:pt idx="3597">
                  <c:v>42616</c:v>
                </c:pt>
                <c:pt idx="3598">
                  <c:v>42615</c:v>
                </c:pt>
                <c:pt idx="3599">
                  <c:v>42614</c:v>
                </c:pt>
                <c:pt idx="3600">
                  <c:v>42613</c:v>
                </c:pt>
                <c:pt idx="3601">
                  <c:v>42612</c:v>
                </c:pt>
                <c:pt idx="3602">
                  <c:v>42611</c:v>
                </c:pt>
                <c:pt idx="3603">
                  <c:v>42610</c:v>
                </c:pt>
                <c:pt idx="3604">
                  <c:v>42609</c:v>
                </c:pt>
                <c:pt idx="3605">
                  <c:v>42608</c:v>
                </c:pt>
                <c:pt idx="3606">
                  <c:v>42607</c:v>
                </c:pt>
                <c:pt idx="3607">
                  <c:v>42606</c:v>
                </c:pt>
                <c:pt idx="3608">
                  <c:v>42605</c:v>
                </c:pt>
                <c:pt idx="3609">
                  <c:v>42604</c:v>
                </c:pt>
                <c:pt idx="3610">
                  <c:v>42603</c:v>
                </c:pt>
                <c:pt idx="3611">
                  <c:v>42602</c:v>
                </c:pt>
                <c:pt idx="3612">
                  <c:v>42601</c:v>
                </c:pt>
                <c:pt idx="3613">
                  <c:v>42600</c:v>
                </c:pt>
                <c:pt idx="3614">
                  <c:v>42599</c:v>
                </c:pt>
                <c:pt idx="3615">
                  <c:v>42598</c:v>
                </c:pt>
                <c:pt idx="3616">
                  <c:v>42597</c:v>
                </c:pt>
                <c:pt idx="3617">
                  <c:v>42596</c:v>
                </c:pt>
                <c:pt idx="3618">
                  <c:v>42595</c:v>
                </c:pt>
                <c:pt idx="3619">
                  <c:v>42594</c:v>
                </c:pt>
                <c:pt idx="3620">
                  <c:v>42593</c:v>
                </c:pt>
                <c:pt idx="3621">
                  <c:v>42592</c:v>
                </c:pt>
                <c:pt idx="3622">
                  <c:v>42591</c:v>
                </c:pt>
                <c:pt idx="3623">
                  <c:v>42590</c:v>
                </c:pt>
                <c:pt idx="3624">
                  <c:v>42589</c:v>
                </c:pt>
                <c:pt idx="3625">
                  <c:v>42588</c:v>
                </c:pt>
                <c:pt idx="3626">
                  <c:v>42587</c:v>
                </c:pt>
                <c:pt idx="3627">
                  <c:v>42586</c:v>
                </c:pt>
                <c:pt idx="3628">
                  <c:v>42585</c:v>
                </c:pt>
                <c:pt idx="3629">
                  <c:v>42584</c:v>
                </c:pt>
                <c:pt idx="3630">
                  <c:v>42583</c:v>
                </c:pt>
                <c:pt idx="3631">
                  <c:v>42582</c:v>
                </c:pt>
                <c:pt idx="3632">
                  <c:v>42581</c:v>
                </c:pt>
                <c:pt idx="3633">
                  <c:v>42580</c:v>
                </c:pt>
                <c:pt idx="3634">
                  <c:v>42579</c:v>
                </c:pt>
                <c:pt idx="3635">
                  <c:v>42578</c:v>
                </c:pt>
                <c:pt idx="3636">
                  <c:v>42577</c:v>
                </c:pt>
                <c:pt idx="3637">
                  <c:v>42576</c:v>
                </c:pt>
                <c:pt idx="3638">
                  <c:v>42575</c:v>
                </c:pt>
                <c:pt idx="3639">
                  <c:v>42574</c:v>
                </c:pt>
                <c:pt idx="3640">
                  <c:v>42573</c:v>
                </c:pt>
                <c:pt idx="3641">
                  <c:v>42572</c:v>
                </c:pt>
                <c:pt idx="3642">
                  <c:v>42571</c:v>
                </c:pt>
                <c:pt idx="3643">
                  <c:v>42570</c:v>
                </c:pt>
                <c:pt idx="3644">
                  <c:v>42569</c:v>
                </c:pt>
                <c:pt idx="3645">
                  <c:v>42568</c:v>
                </c:pt>
                <c:pt idx="3646">
                  <c:v>42567</c:v>
                </c:pt>
                <c:pt idx="3647">
                  <c:v>42566</c:v>
                </c:pt>
                <c:pt idx="3648">
                  <c:v>42565</c:v>
                </c:pt>
                <c:pt idx="3649">
                  <c:v>42564</c:v>
                </c:pt>
                <c:pt idx="3650">
                  <c:v>42563</c:v>
                </c:pt>
                <c:pt idx="3651">
                  <c:v>42562</c:v>
                </c:pt>
              </c:numCache>
            </c:numRef>
          </c:cat>
          <c:val>
            <c:numRef>
              <c:f>通胀pce!$E$5:$E$3656</c:f>
              <c:numCache>
                <c:formatCode>General</c:formatCode>
                <c:ptCount val="3652"/>
                <c:pt idx="0">
                  <c:v>#N/A</c:v>
                </c:pt>
                <c:pt idx="1">
                  <c:v>#N/A</c:v>
                </c:pt>
                <c:pt idx="2">
                  <c:v>#N/A</c:v>
                </c:pt>
                <c:pt idx="3">
                  <c:v>#N/A</c:v>
                </c:pt>
                <c:pt idx="4">
                  <c:v>#N/A</c:v>
                </c:pt>
                <c:pt idx="5">
                  <c:v>#N/A</c:v>
                </c:pt>
                <c:pt idx="6">
                  <c:v>#N/A</c:v>
                </c:pt>
                <c:pt idx="7">
                  <c:v>#N/A</c:v>
                </c:pt>
                <c:pt idx="8">
                  <c:v>#N/A</c:v>
                </c:pt>
                <c:pt idx="9">
                  <c:v>#N/A</c:v>
                </c:pt>
                <c:pt idx="10">
                  <c:v>#N/A</c:v>
                </c:pt>
                <c:pt idx="11">
                  <c:v>#N/A</c:v>
                </c:pt>
                <c:pt idx="12">
                  <c:v>#N/A</c:v>
                </c:pt>
                <c:pt idx="13">
                  <c:v>#N/A</c:v>
                </c:pt>
                <c:pt idx="14">
                  <c:v>#N/A</c:v>
                </c:pt>
                <c:pt idx="15">
                  <c:v>#N/A</c:v>
                </c:pt>
                <c:pt idx="16">
                  <c:v>#N/A</c:v>
                </c:pt>
                <c:pt idx="17">
                  <c:v>#N/A</c:v>
                </c:pt>
                <c:pt idx="18">
                  <c:v>#N/A</c:v>
                </c:pt>
                <c:pt idx="19">
                  <c:v>#N/A</c:v>
                </c:pt>
                <c:pt idx="20">
                  <c:v>#N/A</c:v>
                </c:pt>
                <c:pt idx="21">
                  <c:v>#N/A</c:v>
                </c:pt>
                <c:pt idx="22">
                  <c:v>#N/A</c:v>
                </c:pt>
                <c:pt idx="23">
                  <c:v>#N/A</c:v>
                </c:pt>
                <c:pt idx="24">
                  <c:v>#N/A</c:v>
                </c:pt>
                <c:pt idx="25">
                  <c:v>#N/A</c:v>
                </c:pt>
                <c:pt idx="26">
                  <c:v>#N/A</c:v>
                </c:pt>
                <c:pt idx="27">
                  <c:v>#N/A</c:v>
                </c:pt>
                <c:pt idx="28">
                  <c:v>#N/A</c:v>
                </c:pt>
                <c:pt idx="29">
                  <c:v>#N/A</c:v>
                </c:pt>
                <c:pt idx="30">
                  <c:v>#N/A</c:v>
                </c:pt>
                <c:pt idx="31">
                  <c:v>#N/A</c:v>
                </c:pt>
                <c:pt idx="32">
                  <c:v>#N/A</c:v>
                </c:pt>
                <c:pt idx="33">
                  <c:v>#N/A</c:v>
                </c:pt>
                <c:pt idx="34">
                  <c:v>#N/A</c:v>
                </c:pt>
                <c:pt idx="35">
                  <c:v>#N/A</c:v>
                </c:pt>
                <c:pt idx="36">
                  <c:v>#N/A</c:v>
                </c:pt>
                <c:pt idx="37">
                  <c:v>#N/A</c:v>
                </c:pt>
                <c:pt idx="38">
                  <c:v>#N/A</c:v>
                </c:pt>
                <c:pt idx="39">
                  <c:v>#N/A</c:v>
                </c:pt>
                <c:pt idx="40">
                  <c:v>3.4</c:v>
                </c:pt>
                <c:pt idx="41">
                  <c:v>#N/A</c:v>
                </c:pt>
                <c:pt idx="42">
                  <c:v>#N/A</c:v>
                </c:pt>
                <c:pt idx="43">
                  <c:v>#N/A</c:v>
                </c:pt>
                <c:pt idx="44">
                  <c:v>#N/A</c:v>
                </c:pt>
                <c:pt idx="45">
                  <c:v>#N/A</c:v>
                </c:pt>
                <c:pt idx="46">
                  <c:v>#N/A</c:v>
                </c:pt>
                <c:pt idx="47">
                  <c:v>#N/A</c:v>
                </c:pt>
                <c:pt idx="48">
                  <c:v>#N/A</c:v>
                </c:pt>
                <c:pt idx="49">
                  <c:v>#N/A</c:v>
                </c:pt>
                <c:pt idx="50">
                  <c:v>#N/A</c:v>
                </c:pt>
                <c:pt idx="51">
                  <c:v>#N/A</c:v>
                </c:pt>
                <c:pt idx="52">
                  <c:v>#N/A</c:v>
                </c:pt>
                <c:pt idx="53">
                  <c:v>#N/A</c:v>
                </c:pt>
                <c:pt idx="54">
                  <c:v>#N/A</c:v>
                </c:pt>
                <c:pt idx="55">
                  <c:v>#N/A</c:v>
                </c:pt>
                <c:pt idx="56">
                  <c:v>#N/A</c:v>
                </c:pt>
                <c:pt idx="57">
                  <c:v>#N/A</c:v>
                </c:pt>
                <c:pt idx="58">
                  <c:v>#N/A</c:v>
                </c:pt>
                <c:pt idx="59">
                  <c:v>#N/A</c:v>
                </c:pt>
                <c:pt idx="60">
                  <c:v>#N/A</c:v>
                </c:pt>
                <c:pt idx="61">
                  <c:v>#N/A</c:v>
                </c:pt>
                <c:pt idx="62">
                  <c:v>#N/A</c:v>
                </c:pt>
                <c:pt idx="63">
                  <c:v>#N/A</c:v>
                </c:pt>
                <c:pt idx="64">
                  <c:v>#N/A</c:v>
                </c:pt>
                <c:pt idx="65">
                  <c:v>#N/A</c:v>
                </c:pt>
                <c:pt idx="66">
                  <c:v>#N/A</c:v>
                </c:pt>
                <c:pt idx="67">
                  <c:v>#N/A</c:v>
                </c:pt>
                <c:pt idx="68">
                  <c:v>#N/A</c:v>
                </c:pt>
                <c:pt idx="69">
                  <c:v>#N/A</c:v>
                </c:pt>
                <c:pt idx="70">
                  <c:v>#N/A</c:v>
                </c:pt>
                <c:pt idx="71">
                  <c:v>3.3</c:v>
                </c:pt>
                <c:pt idx="72">
                  <c:v>#N/A</c:v>
                </c:pt>
                <c:pt idx="73">
                  <c:v>#N/A</c:v>
                </c:pt>
                <c:pt idx="74">
                  <c:v>#N/A</c:v>
                </c:pt>
                <c:pt idx="75">
                  <c:v>#N/A</c:v>
                </c:pt>
                <c:pt idx="76">
                  <c:v>#N/A</c:v>
                </c:pt>
                <c:pt idx="77">
                  <c:v>#N/A</c:v>
                </c:pt>
                <c:pt idx="78">
                  <c:v>#N/A</c:v>
                </c:pt>
                <c:pt idx="79">
                  <c:v>#N/A</c:v>
                </c:pt>
                <c:pt idx="80">
                  <c:v>#N/A</c:v>
                </c:pt>
                <c:pt idx="81">
                  <c:v>#N/A</c:v>
                </c:pt>
                <c:pt idx="82">
                  <c:v>#N/A</c:v>
                </c:pt>
                <c:pt idx="83">
                  <c:v>#N/A</c:v>
                </c:pt>
                <c:pt idx="84">
                  <c:v>#N/A</c:v>
                </c:pt>
                <c:pt idx="85">
                  <c:v>#N/A</c:v>
                </c:pt>
                <c:pt idx="86">
                  <c:v>#N/A</c:v>
                </c:pt>
                <c:pt idx="87">
                  <c:v>#N/A</c:v>
                </c:pt>
                <c:pt idx="88">
                  <c:v>#N/A</c:v>
                </c:pt>
                <c:pt idx="89">
                  <c:v>#N/A</c:v>
                </c:pt>
                <c:pt idx="90">
                  <c:v>#N/A</c:v>
                </c:pt>
                <c:pt idx="91">
                  <c:v>#N/A</c:v>
                </c:pt>
                <c:pt idx="92">
                  <c:v>#N/A</c:v>
                </c:pt>
                <c:pt idx="93">
                  <c:v>#N/A</c:v>
                </c:pt>
                <c:pt idx="94">
                  <c:v>#N/A</c:v>
                </c:pt>
                <c:pt idx="95">
                  <c:v>#N/A</c:v>
                </c:pt>
                <c:pt idx="96">
                  <c:v>#N/A</c:v>
                </c:pt>
                <c:pt idx="97">
                  <c:v>#N/A</c:v>
                </c:pt>
                <c:pt idx="98">
                  <c:v>#N/A</c:v>
                </c:pt>
                <c:pt idx="99">
                  <c:v>#N/A</c:v>
                </c:pt>
                <c:pt idx="100">
                  <c:v>#N/A</c:v>
                </c:pt>
                <c:pt idx="101">
                  <c:v>3.3</c:v>
                </c:pt>
                <c:pt idx="102">
                  <c:v>#N/A</c:v>
                </c:pt>
                <c:pt idx="103">
                  <c:v>#N/A</c:v>
                </c:pt>
                <c:pt idx="104">
                  <c:v>#N/A</c:v>
                </c:pt>
                <c:pt idx="105">
                  <c:v>#N/A</c:v>
                </c:pt>
                <c:pt idx="106">
                  <c:v>#N/A</c:v>
                </c:pt>
                <c:pt idx="107">
                  <c:v>#N/A</c:v>
                </c:pt>
                <c:pt idx="108">
                  <c:v>#N/A</c:v>
                </c:pt>
                <c:pt idx="109">
                  <c:v>#N/A</c:v>
                </c:pt>
                <c:pt idx="110">
                  <c:v>#N/A</c:v>
                </c:pt>
                <c:pt idx="111">
                  <c:v>#N/A</c:v>
                </c:pt>
                <c:pt idx="112">
                  <c:v>#N/A</c:v>
                </c:pt>
                <c:pt idx="113">
                  <c:v>#N/A</c:v>
                </c:pt>
                <c:pt idx="114">
                  <c:v>#N/A</c:v>
                </c:pt>
                <c:pt idx="115">
                  <c:v>#N/A</c:v>
                </c:pt>
                <c:pt idx="116">
                  <c:v>#N/A</c:v>
                </c:pt>
                <c:pt idx="117">
                  <c:v>#N/A</c:v>
                </c:pt>
                <c:pt idx="118">
                  <c:v>#N/A</c:v>
                </c:pt>
                <c:pt idx="119">
                  <c:v>#N/A</c:v>
                </c:pt>
                <c:pt idx="120">
                  <c:v>#N/A</c:v>
                </c:pt>
                <c:pt idx="121">
                  <c:v>#N/A</c:v>
                </c:pt>
                <c:pt idx="122">
                  <c:v>#N/A</c:v>
                </c:pt>
                <c:pt idx="123">
                  <c:v>#N/A</c:v>
                </c:pt>
                <c:pt idx="124">
                  <c:v>#N/A</c:v>
                </c:pt>
                <c:pt idx="125">
                  <c:v>#N/A</c:v>
                </c:pt>
                <c:pt idx="126">
                  <c:v>#N/A</c:v>
                </c:pt>
                <c:pt idx="127">
                  <c:v>#N/A</c:v>
                </c:pt>
                <c:pt idx="128">
                  <c:v>#N/A</c:v>
                </c:pt>
                <c:pt idx="129">
                  <c:v>#N/A</c:v>
                </c:pt>
                <c:pt idx="130">
                  <c:v>#N/A</c:v>
                </c:pt>
                <c:pt idx="131">
                  <c:v>#N/A</c:v>
                </c:pt>
                <c:pt idx="132">
                  <c:v>3</c:v>
                </c:pt>
                <c:pt idx="133">
                  <c:v>#N/A</c:v>
                </c:pt>
                <c:pt idx="134">
                  <c:v>#N/A</c:v>
                </c:pt>
                <c:pt idx="135">
                  <c:v>#N/A</c:v>
                </c:pt>
                <c:pt idx="136">
                  <c:v>#N/A</c:v>
                </c:pt>
                <c:pt idx="137">
                  <c:v>#N/A</c:v>
                </c:pt>
                <c:pt idx="138">
                  <c:v>#N/A</c:v>
                </c:pt>
                <c:pt idx="139">
                  <c:v>#N/A</c:v>
                </c:pt>
                <c:pt idx="140">
                  <c:v>#N/A</c:v>
                </c:pt>
                <c:pt idx="141">
                  <c:v>#N/A</c:v>
                </c:pt>
                <c:pt idx="142">
                  <c:v>#N/A</c:v>
                </c:pt>
                <c:pt idx="143">
                  <c:v>#N/A</c:v>
                </c:pt>
                <c:pt idx="144">
                  <c:v>#N/A</c:v>
                </c:pt>
                <c:pt idx="145">
                  <c:v>#N/A</c:v>
                </c:pt>
                <c:pt idx="146">
                  <c:v>#N/A</c:v>
                </c:pt>
                <c:pt idx="147">
                  <c:v>#N/A</c:v>
                </c:pt>
                <c:pt idx="148">
                  <c:v>#N/A</c:v>
                </c:pt>
                <c:pt idx="149">
                  <c:v>#N/A</c:v>
                </c:pt>
                <c:pt idx="150">
                  <c:v>#N/A</c:v>
                </c:pt>
                <c:pt idx="151">
                  <c:v>#N/A</c:v>
                </c:pt>
                <c:pt idx="152">
                  <c:v>#N/A</c:v>
                </c:pt>
                <c:pt idx="153">
                  <c:v>#N/A</c:v>
                </c:pt>
                <c:pt idx="154">
                  <c:v>#N/A</c:v>
                </c:pt>
                <c:pt idx="155">
                  <c:v>#N/A</c:v>
                </c:pt>
                <c:pt idx="156">
                  <c:v>#N/A</c:v>
                </c:pt>
                <c:pt idx="157">
                  <c:v>#N/A</c:v>
                </c:pt>
                <c:pt idx="158">
                  <c:v>#N/A</c:v>
                </c:pt>
                <c:pt idx="159">
                  <c:v>#N/A</c:v>
                </c:pt>
                <c:pt idx="160">
                  <c:v>3.1</c:v>
                </c:pt>
                <c:pt idx="161">
                  <c:v>#N/A</c:v>
                </c:pt>
                <c:pt idx="162">
                  <c:v>#N/A</c:v>
                </c:pt>
                <c:pt idx="163">
                  <c:v>#N/A</c:v>
                </c:pt>
                <c:pt idx="164">
                  <c:v>#N/A</c:v>
                </c:pt>
                <c:pt idx="165">
                  <c:v>#N/A</c:v>
                </c:pt>
                <c:pt idx="166">
                  <c:v>#N/A</c:v>
                </c:pt>
                <c:pt idx="167">
                  <c:v>#N/A</c:v>
                </c:pt>
                <c:pt idx="168">
                  <c:v>#N/A</c:v>
                </c:pt>
                <c:pt idx="169">
                  <c:v>#N/A</c:v>
                </c:pt>
                <c:pt idx="170">
                  <c:v>#N/A</c:v>
                </c:pt>
                <c:pt idx="171">
                  <c:v>#N/A</c:v>
                </c:pt>
                <c:pt idx="172">
                  <c:v>#N/A</c:v>
                </c:pt>
                <c:pt idx="173">
                  <c:v>#N/A</c:v>
                </c:pt>
                <c:pt idx="174">
                  <c:v>#N/A</c:v>
                </c:pt>
                <c:pt idx="175">
                  <c:v>#N/A</c:v>
                </c:pt>
                <c:pt idx="176">
                  <c:v>#N/A</c:v>
                </c:pt>
                <c:pt idx="177">
                  <c:v>#N/A</c:v>
                </c:pt>
                <c:pt idx="178">
                  <c:v>#N/A</c:v>
                </c:pt>
                <c:pt idx="179">
                  <c:v>#N/A</c:v>
                </c:pt>
                <c:pt idx="180">
                  <c:v>#N/A</c:v>
                </c:pt>
                <c:pt idx="181">
                  <c:v>#N/A</c:v>
                </c:pt>
                <c:pt idx="182">
                  <c:v>#N/A</c:v>
                </c:pt>
                <c:pt idx="183">
                  <c:v>#N/A</c:v>
                </c:pt>
                <c:pt idx="184">
                  <c:v>#N/A</c:v>
                </c:pt>
                <c:pt idx="185">
                  <c:v>#N/A</c:v>
                </c:pt>
                <c:pt idx="186">
                  <c:v>#N/A</c:v>
                </c:pt>
                <c:pt idx="187">
                  <c:v>#N/A</c:v>
                </c:pt>
                <c:pt idx="188">
                  <c:v>#N/A</c:v>
                </c:pt>
                <c:pt idx="189">
                  <c:v>#N/A</c:v>
                </c:pt>
                <c:pt idx="190">
                  <c:v>#N/A</c:v>
                </c:pt>
                <c:pt idx="191">
                  <c:v>3</c:v>
                </c:pt>
                <c:pt idx="192">
                  <c:v>#N/A</c:v>
                </c:pt>
                <c:pt idx="193">
                  <c:v>#N/A</c:v>
                </c:pt>
                <c:pt idx="194">
                  <c:v>#N/A</c:v>
                </c:pt>
                <c:pt idx="195">
                  <c:v>#N/A</c:v>
                </c:pt>
                <c:pt idx="196">
                  <c:v>#N/A</c:v>
                </c:pt>
                <c:pt idx="197">
                  <c:v>#N/A</c:v>
                </c:pt>
                <c:pt idx="198">
                  <c:v>#N/A</c:v>
                </c:pt>
                <c:pt idx="199">
                  <c:v>#N/A</c:v>
                </c:pt>
                <c:pt idx="200">
                  <c:v>#N/A</c:v>
                </c:pt>
                <c:pt idx="201">
                  <c:v>#N/A</c:v>
                </c:pt>
                <c:pt idx="202">
                  <c:v>#N/A</c:v>
                </c:pt>
                <c:pt idx="203">
                  <c:v>#N/A</c:v>
                </c:pt>
                <c:pt idx="204">
                  <c:v>#N/A</c:v>
                </c:pt>
                <c:pt idx="205">
                  <c:v>#N/A</c:v>
                </c:pt>
                <c:pt idx="206">
                  <c:v>#N/A</c:v>
                </c:pt>
                <c:pt idx="207">
                  <c:v>#N/A</c:v>
                </c:pt>
                <c:pt idx="208">
                  <c:v>#N/A</c:v>
                </c:pt>
                <c:pt idx="209">
                  <c:v>#N/A</c:v>
                </c:pt>
                <c:pt idx="210">
                  <c:v>#N/A</c:v>
                </c:pt>
                <c:pt idx="211">
                  <c:v>#N/A</c:v>
                </c:pt>
                <c:pt idx="212">
                  <c:v>#N/A</c:v>
                </c:pt>
                <c:pt idx="213">
                  <c:v>#N/A</c:v>
                </c:pt>
                <c:pt idx="214">
                  <c:v>#N/A</c:v>
                </c:pt>
                <c:pt idx="215">
                  <c:v>#N/A</c:v>
                </c:pt>
                <c:pt idx="216">
                  <c:v>#N/A</c:v>
                </c:pt>
                <c:pt idx="217">
                  <c:v>#N/A</c:v>
                </c:pt>
                <c:pt idx="218">
                  <c:v>#N/A</c:v>
                </c:pt>
                <c:pt idx="219">
                  <c:v>#N/A</c:v>
                </c:pt>
                <c:pt idx="220">
                  <c:v>#N/A</c:v>
                </c:pt>
                <c:pt idx="221">
                  <c:v>#N/A</c:v>
                </c:pt>
                <c:pt idx="222">
                  <c:v>2.8</c:v>
                </c:pt>
                <c:pt idx="223">
                  <c:v>#N/A</c:v>
                </c:pt>
                <c:pt idx="224">
                  <c:v>#N/A</c:v>
                </c:pt>
                <c:pt idx="225">
                  <c:v>#N/A</c:v>
                </c:pt>
                <c:pt idx="226">
                  <c:v>#N/A</c:v>
                </c:pt>
                <c:pt idx="227">
                  <c:v>#N/A</c:v>
                </c:pt>
                <c:pt idx="228">
                  <c:v>#N/A</c:v>
                </c:pt>
                <c:pt idx="229">
                  <c:v>#N/A</c:v>
                </c:pt>
                <c:pt idx="230">
                  <c:v>#N/A</c:v>
                </c:pt>
                <c:pt idx="231">
                  <c:v>#N/A</c:v>
                </c:pt>
                <c:pt idx="232">
                  <c:v>#N/A</c:v>
                </c:pt>
                <c:pt idx="233">
                  <c:v>#N/A</c:v>
                </c:pt>
                <c:pt idx="234">
                  <c:v>#N/A</c:v>
                </c:pt>
                <c:pt idx="235">
                  <c:v>#N/A</c:v>
                </c:pt>
                <c:pt idx="236">
                  <c:v>#N/A</c:v>
                </c:pt>
                <c:pt idx="237">
                  <c:v>#N/A</c:v>
                </c:pt>
                <c:pt idx="238">
                  <c:v>#N/A</c:v>
                </c:pt>
                <c:pt idx="239">
                  <c:v>#N/A</c:v>
                </c:pt>
                <c:pt idx="240">
                  <c:v>#N/A</c:v>
                </c:pt>
                <c:pt idx="241">
                  <c:v>#N/A</c:v>
                </c:pt>
                <c:pt idx="242">
                  <c:v>#N/A</c:v>
                </c:pt>
                <c:pt idx="243">
                  <c:v>#N/A</c:v>
                </c:pt>
                <c:pt idx="244">
                  <c:v>#N/A</c:v>
                </c:pt>
                <c:pt idx="245">
                  <c:v>#N/A</c:v>
                </c:pt>
                <c:pt idx="246">
                  <c:v>#N/A</c:v>
                </c:pt>
                <c:pt idx="247">
                  <c:v>#N/A</c:v>
                </c:pt>
                <c:pt idx="248">
                  <c:v>#N/A</c:v>
                </c:pt>
                <c:pt idx="249">
                  <c:v>#N/A</c:v>
                </c:pt>
                <c:pt idx="250">
                  <c:v>#N/A</c:v>
                </c:pt>
                <c:pt idx="251">
                  <c:v>#N/A</c:v>
                </c:pt>
                <c:pt idx="252">
                  <c:v>2.8</c:v>
                </c:pt>
                <c:pt idx="253">
                  <c:v>#N/A</c:v>
                </c:pt>
                <c:pt idx="254">
                  <c:v>#N/A</c:v>
                </c:pt>
                <c:pt idx="255">
                  <c:v>#N/A</c:v>
                </c:pt>
                <c:pt idx="256">
                  <c:v>#N/A</c:v>
                </c:pt>
                <c:pt idx="257">
                  <c:v>#N/A</c:v>
                </c:pt>
                <c:pt idx="258">
                  <c:v>#N/A</c:v>
                </c:pt>
                <c:pt idx="259">
                  <c:v>#N/A</c:v>
                </c:pt>
                <c:pt idx="260">
                  <c:v>#N/A</c:v>
                </c:pt>
                <c:pt idx="261">
                  <c:v>#N/A</c:v>
                </c:pt>
                <c:pt idx="262">
                  <c:v>#N/A</c:v>
                </c:pt>
                <c:pt idx="263">
                  <c:v>#N/A</c:v>
                </c:pt>
                <c:pt idx="264">
                  <c:v>#N/A</c:v>
                </c:pt>
                <c:pt idx="265">
                  <c:v>#N/A</c:v>
                </c:pt>
                <c:pt idx="266">
                  <c:v>#N/A</c:v>
                </c:pt>
                <c:pt idx="267">
                  <c:v>#N/A</c:v>
                </c:pt>
                <c:pt idx="268">
                  <c:v>#N/A</c:v>
                </c:pt>
                <c:pt idx="269">
                  <c:v>#N/A</c:v>
                </c:pt>
                <c:pt idx="270">
                  <c:v>#N/A</c:v>
                </c:pt>
                <c:pt idx="271">
                  <c:v>#N/A</c:v>
                </c:pt>
                <c:pt idx="272">
                  <c:v>#N/A</c:v>
                </c:pt>
                <c:pt idx="273">
                  <c:v>#N/A</c:v>
                </c:pt>
                <c:pt idx="274">
                  <c:v>#N/A</c:v>
                </c:pt>
                <c:pt idx="275">
                  <c:v>#N/A</c:v>
                </c:pt>
                <c:pt idx="276">
                  <c:v>#N/A</c:v>
                </c:pt>
                <c:pt idx="277">
                  <c:v>#N/A</c:v>
                </c:pt>
                <c:pt idx="278">
                  <c:v>#N/A</c:v>
                </c:pt>
                <c:pt idx="279">
                  <c:v>#N/A</c:v>
                </c:pt>
                <c:pt idx="280">
                  <c:v>#N/A</c:v>
                </c:pt>
                <c:pt idx="281">
                  <c:v>#N/A</c:v>
                </c:pt>
                <c:pt idx="282">
                  <c:v>#N/A</c:v>
                </c:pt>
                <c:pt idx="283">
                  <c:v>2.8</c:v>
                </c:pt>
                <c:pt idx="284">
                  <c:v>#N/A</c:v>
                </c:pt>
                <c:pt idx="285">
                  <c:v>#N/A</c:v>
                </c:pt>
                <c:pt idx="286">
                  <c:v>#N/A</c:v>
                </c:pt>
                <c:pt idx="287">
                  <c:v>#N/A</c:v>
                </c:pt>
                <c:pt idx="288">
                  <c:v>#N/A</c:v>
                </c:pt>
                <c:pt idx="289">
                  <c:v>#N/A</c:v>
                </c:pt>
                <c:pt idx="290">
                  <c:v>#N/A</c:v>
                </c:pt>
                <c:pt idx="291">
                  <c:v>#N/A</c:v>
                </c:pt>
                <c:pt idx="292">
                  <c:v>#N/A</c:v>
                </c:pt>
                <c:pt idx="293">
                  <c:v>#N/A</c:v>
                </c:pt>
                <c:pt idx="294">
                  <c:v>#N/A</c:v>
                </c:pt>
                <c:pt idx="295">
                  <c:v>#N/A</c:v>
                </c:pt>
                <c:pt idx="296">
                  <c:v>#N/A</c:v>
                </c:pt>
                <c:pt idx="297">
                  <c:v>#N/A</c:v>
                </c:pt>
                <c:pt idx="298">
                  <c:v>#N/A</c:v>
                </c:pt>
                <c:pt idx="299">
                  <c:v>#N/A</c:v>
                </c:pt>
                <c:pt idx="300">
                  <c:v>#N/A</c:v>
                </c:pt>
                <c:pt idx="301">
                  <c:v>#N/A</c:v>
                </c:pt>
                <c:pt idx="302">
                  <c:v>#N/A</c:v>
                </c:pt>
                <c:pt idx="303">
                  <c:v>#N/A</c:v>
                </c:pt>
                <c:pt idx="304">
                  <c:v>#N/A</c:v>
                </c:pt>
                <c:pt idx="305">
                  <c:v>#N/A</c:v>
                </c:pt>
                <c:pt idx="306">
                  <c:v>#N/A</c:v>
                </c:pt>
                <c:pt idx="307">
                  <c:v>#N/A</c:v>
                </c:pt>
                <c:pt idx="308">
                  <c:v>#N/A</c:v>
                </c:pt>
                <c:pt idx="309">
                  <c:v>#N/A</c:v>
                </c:pt>
                <c:pt idx="310">
                  <c:v>#N/A</c:v>
                </c:pt>
                <c:pt idx="311">
                  <c:v>#N/A</c:v>
                </c:pt>
                <c:pt idx="312">
                  <c:v>#N/A</c:v>
                </c:pt>
                <c:pt idx="313">
                  <c:v>2.9</c:v>
                </c:pt>
                <c:pt idx="314">
                  <c:v>#N/A</c:v>
                </c:pt>
                <c:pt idx="315">
                  <c:v>#N/A</c:v>
                </c:pt>
                <c:pt idx="316">
                  <c:v>#N/A</c:v>
                </c:pt>
                <c:pt idx="317">
                  <c:v>#N/A</c:v>
                </c:pt>
                <c:pt idx="318">
                  <c:v>#N/A</c:v>
                </c:pt>
                <c:pt idx="319">
                  <c:v>#N/A</c:v>
                </c:pt>
                <c:pt idx="320">
                  <c:v>#N/A</c:v>
                </c:pt>
                <c:pt idx="321">
                  <c:v>#N/A</c:v>
                </c:pt>
                <c:pt idx="322">
                  <c:v>#N/A</c:v>
                </c:pt>
                <c:pt idx="323">
                  <c:v>#N/A</c:v>
                </c:pt>
                <c:pt idx="324">
                  <c:v>#N/A</c:v>
                </c:pt>
                <c:pt idx="325">
                  <c:v>#N/A</c:v>
                </c:pt>
                <c:pt idx="326">
                  <c:v>#N/A</c:v>
                </c:pt>
                <c:pt idx="327">
                  <c:v>#N/A</c:v>
                </c:pt>
                <c:pt idx="328">
                  <c:v>#N/A</c:v>
                </c:pt>
                <c:pt idx="329">
                  <c:v>#N/A</c:v>
                </c:pt>
                <c:pt idx="330">
                  <c:v>#N/A</c:v>
                </c:pt>
                <c:pt idx="331">
                  <c:v>#N/A</c:v>
                </c:pt>
                <c:pt idx="332">
                  <c:v>#N/A</c:v>
                </c:pt>
                <c:pt idx="333">
                  <c:v>#N/A</c:v>
                </c:pt>
                <c:pt idx="334">
                  <c:v>#N/A</c:v>
                </c:pt>
                <c:pt idx="335">
                  <c:v>#N/A</c:v>
                </c:pt>
                <c:pt idx="336">
                  <c:v>#N/A</c:v>
                </c:pt>
                <c:pt idx="337">
                  <c:v>#N/A</c:v>
                </c:pt>
                <c:pt idx="338">
                  <c:v>#N/A</c:v>
                </c:pt>
                <c:pt idx="339">
                  <c:v>#N/A</c:v>
                </c:pt>
                <c:pt idx="340">
                  <c:v>#N/A</c:v>
                </c:pt>
                <c:pt idx="341">
                  <c:v>#N/A</c:v>
                </c:pt>
                <c:pt idx="342">
                  <c:v>#N/A</c:v>
                </c:pt>
                <c:pt idx="343">
                  <c:v>#N/A</c:v>
                </c:pt>
                <c:pt idx="344">
                  <c:v>2.9</c:v>
                </c:pt>
                <c:pt idx="345">
                  <c:v>#N/A</c:v>
                </c:pt>
                <c:pt idx="346">
                  <c:v>#N/A</c:v>
                </c:pt>
                <c:pt idx="347">
                  <c:v>#N/A</c:v>
                </c:pt>
                <c:pt idx="348">
                  <c:v>#N/A</c:v>
                </c:pt>
                <c:pt idx="349">
                  <c:v>#N/A</c:v>
                </c:pt>
                <c:pt idx="350">
                  <c:v>#N/A</c:v>
                </c:pt>
                <c:pt idx="351">
                  <c:v>#N/A</c:v>
                </c:pt>
                <c:pt idx="352">
                  <c:v>#N/A</c:v>
                </c:pt>
                <c:pt idx="353">
                  <c:v>#N/A</c:v>
                </c:pt>
                <c:pt idx="354">
                  <c:v>#N/A</c:v>
                </c:pt>
                <c:pt idx="355">
                  <c:v>#N/A</c:v>
                </c:pt>
                <c:pt idx="356">
                  <c:v>#N/A</c:v>
                </c:pt>
                <c:pt idx="357">
                  <c:v>#N/A</c:v>
                </c:pt>
                <c:pt idx="358">
                  <c:v>#N/A</c:v>
                </c:pt>
                <c:pt idx="359">
                  <c:v>#N/A</c:v>
                </c:pt>
                <c:pt idx="360">
                  <c:v>#N/A</c:v>
                </c:pt>
                <c:pt idx="361">
                  <c:v>#N/A</c:v>
                </c:pt>
                <c:pt idx="362">
                  <c:v>#N/A</c:v>
                </c:pt>
                <c:pt idx="363">
                  <c:v>#N/A</c:v>
                </c:pt>
                <c:pt idx="364">
                  <c:v>#N/A</c:v>
                </c:pt>
                <c:pt idx="365">
                  <c:v>#N/A</c:v>
                </c:pt>
                <c:pt idx="366">
                  <c:v>#N/A</c:v>
                </c:pt>
                <c:pt idx="367">
                  <c:v>#N/A</c:v>
                </c:pt>
                <c:pt idx="368">
                  <c:v>#N/A</c:v>
                </c:pt>
                <c:pt idx="369">
                  <c:v>#N/A</c:v>
                </c:pt>
                <c:pt idx="370">
                  <c:v>#N/A</c:v>
                </c:pt>
                <c:pt idx="371">
                  <c:v>#N/A</c:v>
                </c:pt>
                <c:pt idx="372">
                  <c:v>#N/A</c:v>
                </c:pt>
                <c:pt idx="373">
                  <c:v>#N/A</c:v>
                </c:pt>
                <c:pt idx="374">
                  <c:v>#N/A</c:v>
                </c:pt>
                <c:pt idx="375">
                  <c:v>2.8</c:v>
                </c:pt>
                <c:pt idx="376">
                  <c:v>#N/A</c:v>
                </c:pt>
                <c:pt idx="377">
                  <c:v>#N/A</c:v>
                </c:pt>
                <c:pt idx="378">
                  <c:v>#N/A</c:v>
                </c:pt>
                <c:pt idx="379">
                  <c:v>#N/A</c:v>
                </c:pt>
                <c:pt idx="380">
                  <c:v>#N/A</c:v>
                </c:pt>
                <c:pt idx="381">
                  <c:v>#N/A</c:v>
                </c:pt>
                <c:pt idx="382">
                  <c:v>#N/A</c:v>
                </c:pt>
                <c:pt idx="383">
                  <c:v>#N/A</c:v>
                </c:pt>
                <c:pt idx="384">
                  <c:v>#N/A</c:v>
                </c:pt>
                <c:pt idx="385">
                  <c:v>#N/A</c:v>
                </c:pt>
                <c:pt idx="386">
                  <c:v>#N/A</c:v>
                </c:pt>
                <c:pt idx="387">
                  <c:v>#N/A</c:v>
                </c:pt>
                <c:pt idx="388">
                  <c:v>#N/A</c:v>
                </c:pt>
                <c:pt idx="389">
                  <c:v>#N/A</c:v>
                </c:pt>
                <c:pt idx="390">
                  <c:v>#N/A</c:v>
                </c:pt>
                <c:pt idx="391">
                  <c:v>#N/A</c:v>
                </c:pt>
                <c:pt idx="392">
                  <c:v>#N/A</c:v>
                </c:pt>
                <c:pt idx="393">
                  <c:v>#N/A</c:v>
                </c:pt>
                <c:pt idx="394">
                  <c:v>#N/A</c:v>
                </c:pt>
                <c:pt idx="395">
                  <c:v>#N/A</c:v>
                </c:pt>
                <c:pt idx="396">
                  <c:v>#N/A</c:v>
                </c:pt>
                <c:pt idx="397">
                  <c:v>#N/A</c:v>
                </c:pt>
                <c:pt idx="398">
                  <c:v>#N/A</c:v>
                </c:pt>
                <c:pt idx="399">
                  <c:v>#N/A</c:v>
                </c:pt>
                <c:pt idx="400">
                  <c:v>#N/A</c:v>
                </c:pt>
                <c:pt idx="401">
                  <c:v>#N/A</c:v>
                </c:pt>
                <c:pt idx="402">
                  <c:v>#N/A</c:v>
                </c:pt>
                <c:pt idx="403">
                  <c:v>#N/A</c:v>
                </c:pt>
                <c:pt idx="404">
                  <c:v>#N/A</c:v>
                </c:pt>
                <c:pt idx="405">
                  <c:v>2.8</c:v>
                </c:pt>
                <c:pt idx="406">
                  <c:v>#N/A</c:v>
                </c:pt>
                <c:pt idx="407">
                  <c:v>#N/A</c:v>
                </c:pt>
                <c:pt idx="408">
                  <c:v>#N/A</c:v>
                </c:pt>
                <c:pt idx="409">
                  <c:v>#N/A</c:v>
                </c:pt>
                <c:pt idx="410">
                  <c:v>#N/A</c:v>
                </c:pt>
                <c:pt idx="411">
                  <c:v>#N/A</c:v>
                </c:pt>
                <c:pt idx="412">
                  <c:v>#N/A</c:v>
                </c:pt>
                <c:pt idx="413">
                  <c:v>#N/A</c:v>
                </c:pt>
                <c:pt idx="414">
                  <c:v>#N/A</c:v>
                </c:pt>
                <c:pt idx="415">
                  <c:v>#N/A</c:v>
                </c:pt>
                <c:pt idx="416">
                  <c:v>#N/A</c:v>
                </c:pt>
                <c:pt idx="417">
                  <c:v>#N/A</c:v>
                </c:pt>
                <c:pt idx="418">
                  <c:v>#N/A</c:v>
                </c:pt>
                <c:pt idx="419">
                  <c:v>#N/A</c:v>
                </c:pt>
                <c:pt idx="420">
                  <c:v>#N/A</c:v>
                </c:pt>
                <c:pt idx="421">
                  <c:v>#N/A</c:v>
                </c:pt>
                <c:pt idx="422">
                  <c:v>#N/A</c:v>
                </c:pt>
                <c:pt idx="423">
                  <c:v>#N/A</c:v>
                </c:pt>
                <c:pt idx="424">
                  <c:v>#N/A</c:v>
                </c:pt>
                <c:pt idx="425">
                  <c:v>#N/A</c:v>
                </c:pt>
                <c:pt idx="426">
                  <c:v>#N/A</c:v>
                </c:pt>
                <c:pt idx="427">
                  <c:v>#N/A</c:v>
                </c:pt>
                <c:pt idx="428">
                  <c:v>#N/A</c:v>
                </c:pt>
                <c:pt idx="429">
                  <c:v>#N/A</c:v>
                </c:pt>
                <c:pt idx="430">
                  <c:v>#N/A</c:v>
                </c:pt>
                <c:pt idx="431">
                  <c:v>#N/A</c:v>
                </c:pt>
                <c:pt idx="432">
                  <c:v>#N/A</c:v>
                </c:pt>
                <c:pt idx="433">
                  <c:v>#N/A</c:v>
                </c:pt>
                <c:pt idx="434">
                  <c:v>#N/A</c:v>
                </c:pt>
                <c:pt idx="435">
                  <c:v>#N/A</c:v>
                </c:pt>
                <c:pt idx="436">
                  <c:v>2.6</c:v>
                </c:pt>
                <c:pt idx="437">
                  <c:v>#N/A</c:v>
                </c:pt>
                <c:pt idx="438">
                  <c:v>#N/A</c:v>
                </c:pt>
                <c:pt idx="439">
                  <c:v>#N/A</c:v>
                </c:pt>
                <c:pt idx="440">
                  <c:v>#N/A</c:v>
                </c:pt>
                <c:pt idx="441">
                  <c:v>#N/A</c:v>
                </c:pt>
                <c:pt idx="442">
                  <c:v>#N/A</c:v>
                </c:pt>
                <c:pt idx="443">
                  <c:v>#N/A</c:v>
                </c:pt>
                <c:pt idx="444">
                  <c:v>#N/A</c:v>
                </c:pt>
                <c:pt idx="445">
                  <c:v>#N/A</c:v>
                </c:pt>
                <c:pt idx="446">
                  <c:v>#N/A</c:v>
                </c:pt>
                <c:pt idx="447">
                  <c:v>#N/A</c:v>
                </c:pt>
                <c:pt idx="448">
                  <c:v>#N/A</c:v>
                </c:pt>
                <c:pt idx="449">
                  <c:v>#N/A</c:v>
                </c:pt>
                <c:pt idx="450">
                  <c:v>#N/A</c:v>
                </c:pt>
                <c:pt idx="451">
                  <c:v>#N/A</c:v>
                </c:pt>
                <c:pt idx="452">
                  <c:v>#N/A</c:v>
                </c:pt>
                <c:pt idx="453">
                  <c:v>#N/A</c:v>
                </c:pt>
                <c:pt idx="454">
                  <c:v>#N/A</c:v>
                </c:pt>
                <c:pt idx="455">
                  <c:v>#N/A</c:v>
                </c:pt>
                <c:pt idx="456">
                  <c:v>#N/A</c:v>
                </c:pt>
                <c:pt idx="457">
                  <c:v>#N/A</c:v>
                </c:pt>
                <c:pt idx="458">
                  <c:v>#N/A</c:v>
                </c:pt>
                <c:pt idx="459">
                  <c:v>#N/A</c:v>
                </c:pt>
                <c:pt idx="460">
                  <c:v>#N/A</c:v>
                </c:pt>
                <c:pt idx="461">
                  <c:v>#N/A</c:v>
                </c:pt>
                <c:pt idx="462">
                  <c:v>#N/A</c:v>
                </c:pt>
                <c:pt idx="463">
                  <c:v>#N/A</c:v>
                </c:pt>
                <c:pt idx="464">
                  <c:v>#N/A</c:v>
                </c:pt>
                <c:pt idx="465">
                  <c:v>#N/A</c:v>
                </c:pt>
                <c:pt idx="466">
                  <c:v>2.7</c:v>
                </c:pt>
                <c:pt idx="467">
                  <c:v>#N/A</c:v>
                </c:pt>
                <c:pt idx="468">
                  <c:v>#N/A</c:v>
                </c:pt>
                <c:pt idx="469">
                  <c:v>#N/A</c:v>
                </c:pt>
                <c:pt idx="470">
                  <c:v>#N/A</c:v>
                </c:pt>
                <c:pt idx="471">
                  <c:v>#N/A</c:v>
                </c:pt>
                <c:pt idx="472">
                  <c:v>#N/A</c:v>
                </c:pt>
                <c:pt idx="473">
                  <c:v>#N/A</c:v>
                </c:pt>
                <c:pt idx="474">
                  <c:v>#N/A</c:v>
                </c:pt>
                <c:pt idx="475">
                  <c:v>#N/A</c:v>
                </c:pt>
                <c:pt idx="476">
                  <c:v>#N/A</c:v>
                </c:pt>
                <c:pt idx="477">
                  <c:v>#N/A</c:v>
                </c:pt>
                <c:pt idx="478">
                  <c:v>#N/A</c:v>
                </c:pt>
                <c:pt idx="479">
                  <c:v>#N/A</c:v>
                </c:pt>
                <c:pt idx="480">
                  <c:v>#N/A</c:v>
                </c:pt>
                <c:pt idx="481">
                  <c:v>#N/A</c:v>
                </c:pt>
                <c:pt idx="482">
                  <c:v>#N/A</c:v>
                </c:pt>
                <c:pt idx="483">
                  <c:v>#N/A</c:v>
                </c:pt>
                <c:pt idx="484">
                  <c:v>#N/A</c:v>
                </c:pt>
                <c:pt idx="485">
                  <c:v>#N/A</c:v>
                </c:pt>
                <c:pt idx="486">
                  <c:v>#N/A</c:v>
                </c:pt>
                <c:pt idx="487">
                  <c:v>#N/A</c:v>
                </c:pt>
                <c:pt idx="488">
                  <c:v>#N/A</c:v>
                </c:pt>
                <c:pt idx="489">
                  <c:v>#N/A</c:v>
                </c:pt>
                <c:pt idx="490">
                  <c:v>#N/A</c:v>
                </c:pt>
                <c:pt idx="491">
                  <c:v>#N/A</c:v>
                </c:pt>
                <c:pt idx="492">
                  <c:v>#N/A</c:v>
                </c:pt>
                <c:pt idx="493">
                  <c:v>#N/A</c:v>
                </c:pt>
                <c:pt idx="494">
                  <c:v>#N/A</c:v>
                </c:pt>
                <c:pt idx="495">
                  <c:v>#N/A</c:v>
                </c:pt>
                <c:pt idx="496">
                  <c:v>#N/A</c:v>
                </c:pt>
                <c:pt idx="497">
                  <c:v>3</c:v>
                </c:pt>
                <c:pt idx="498">
                  <c:v>#N/A</c:v>
                </c:pt>
                <c:pt idx="499">
                  <c:v>#N/A</c:v>
                </c:pt>
                <c:pt idx="500">
                  <c:v>#N/A</c:v>
                </c:pt>
                <c:pt idx="501">
                  <c:v>#N/A</c:v>
                </c:pt>
                <c:pt idx="502">
                  <c:v>#N/A</c:v>
                </c:pt>
                <c:pt idx="503">
                  <c:v>#N/A</c:v>
                </c:pt>
                <c:pt idx="504">
                  <c:v>#N/A</c:v>
                </c:pt>
                <c:pt idx="505">
                  <c:v>#N/A</c:v>
                </c:pt>
                <c:pt idx="506">
                  <c:v>#N/A</c:v>
                </c:pt>
                <c:pt idx="507">
                  <c:v>#N/A</c:v>
                </c:pt>
                <c:pt idx="508">
                  <c:v>#N/A</c:v>
                </c:pt>
                <c:pt idx="509">
                  <c:v>#N/A</c:v>
                </c:pt>
                <c:pt idx="510">
                  <c:v>#N/A</c:v>
                </c:pt>
                <c:pt idx="511">
                  <c:v>#N/A</c:v>
                </c:pt>
                <c:pt idx="512">
                  <c:v>#N/A</c:v>
                </c:pt>
                <c:pt idx="513">
                  <c:v>#N/A</c:v>
                </c:pt>
                <c:pt idx="514">
                  <c:v>#N/A</c:v>
                </c:pt>
                <c:pt idx="515">
                  <c:v>#N/A</c:v>
                </c:pt>
                <c:pt idx="516">
                  <c:v>#N/A</c:v>
                </c:pt>
                <c:pt idx="517">
                  <c:v>#N/A</c:v>
                </c:pt>
                <c:pt idx="518">
                  <c:v>#N/A</c:v>
                </c:pt>
                <c:pt idx="519">
                  <c:v>#N/A</c:v>
                </c:pt>
                <c:pt idx="520">
                  <c:v>#N/A</c:v>
                </c:pt>
                <c:pt idx="521">
                  <c:v>#N/A</c:v>
                </c:pt>
                <c:pt idx="522">
                  <c:v>#N/A</c:v>
                </c:pt>
                <c:pt idx="523">
                  <c:v>#N/A</c:v>
                </c:pt>
                <c:pt idx="524">
                  <c:v>#N/A</c:v>
                </c:pt>
                <c:pt idx="525">
                  <c:v>2.8</c:v>
                </c:pt>
                <c:pt idx="526">
                  <c:v>#N/A</c:v>
                </c:pt>
                <c:pt idx="527">
                  <c:v>#N/A</c:v>
                </c:pt>
                <c:pt idx="528">
                  <c:v>#N/A</c:v>
                </c:pt>
                <c:pt idx="529">
                  <c:v>#N/A</c:v>
                </c:pt>
                <c:pt idx="530">
                  <c:v>#N/A</c:v>
                </c:pt>
                <c:pt idx="531">
                  <c:v>#N/A</c:v>
                </c:pt>
                <c:pt idx="532">
                  <c:v>#N/A</c:v>
                </c:pt>
                <c:pt idx="533">
                  <c:v>#N/A</c:v>
                </c:pt>
                <c:pt idx="534">
                  <c:v>#N/A</c:v>
                </c:pt>
                <c:pt idx="535">
                  <c:v>#N/A</c:v>
                </c:pt>
                <c:pt idx="536">
                  <c:v>#N/A</c:v>
                </c:pt>
                <c:pt idx="537">
                  <c:v>#N/A</c:v>
                </c:pt>
                <c:pt idx="538">
                  <c:v>#N/A</c:v>
                </c:pt>
                <c:pt idx="539">
                  <c:v>#N/A</c:v>
                </c:pt>
                <c:pt idx="540">
                  <c:v>#N/A</c:v>
                </c:pt>
                <c:pt idx="541">
                  <c:v>#N/A</c:v>
                </c:pt>
                <c:pt idx="542">
                  <c:v>#N/A</c:v>
                </c:pt>
                <c:pt idx="543">
                  <c:v>#N/A</c:v>
                </c:pt>
                <c:pt idx="544">
                  <c:v>#N/A</c:v>
                </c:pt>
                <c:pt idx="545">
                  <c:v>#N/A</c:v>
                </c:pt>
                <c:pt idx="546">
                  <c:v>#N/A</c:v>
                </c:pt>
                <c:pt idx="547">
                  <c:v>#N/A</c:v>
                </c:pt>
                <c:pt idx="548">
                  <c:v>#N/A</c:v>
                </c:pt>
                <c:pt idx="549">
                  <c:v>#N/A</c:v>
                </c:pt>
                <c:pt idx="550">
                  <c:v>#N/A</c:v>
                </c:pt>
                <c:pt idx="551">
                  <c:v>#N/A</c:v>
                </c:pt>
                <c:pt idx="552">
                  <c:v>#N/A</c:v>
                </c:pt>
                <c:pt idx="553">
                  <c:v>#N/A</c:v>
                </c:pt>
                <c:pt idx="554">
                  <c:v>#N/A</c:v>
                </c:pt>
                <c:pt idx="555">
                  <c:v>#N/A</c:v>
                </c:pt>
                <c:pt idx="556">
                  <c:v>3</c:v>
                </c:pt>
                <c:pt idx="557">
                  <c:v>#N/A</c:v>
                </c:pt>
                <c:pt idx="558">
                  <c:v>#N/A</c:v>
                </c:pt>
                <c:pt idx="559">
                  <c:v>#N/A</c:v>
                </c:pt>
                <c:pt idx="560">
                  <c:v>#N/A</c:v>
                </c:pt>
                <c:pt idx="561">
                  <c:v>#N/A</c:v>
                </c:pt>
                <c:pt idx="562">
                  <c:v>#N/A</c:v>
                </c:pt>
                <c:pt idx="563">
                  <c:v>#N/A</c:v>
                </c:pt>
                <c:pt idx="564">
                  <c:v>#N/A</c:v>
                </c:pt>
                <c:pt idx="565">
                  <c:v>#N/A</c:v>
                </c:pt>
                <c:pt idx="566">
                  <c:v>#N/A</c:v>
                </c:pt>
                <c:pt idx="567">
                  <c:v>#N/A</c:v>
                </c:pt>
                <c:pt idx="568">
                  <c:v>#N/A</c:v>
                </c:pt>
                <c:pt idx="569">
                  <c:v>#N/A</c:v>
                </c:pt>
                <c:pt idx="570">
                  <c:v>#N/A</c:v>
                </c:pt>
                <c:pt idx="571">
                  <c:v>#N/A</c:v>
                </c:pt>
                <c:pt idx="572">
                  <c:v>#N/A</c:v>
                </c:pt>
                <c:pt idx="573">
                  <c:v>#N/A</c:v>
                </c:pt>
                <c:pt idx="574">
                  <c:v>#N/A</c:v>
                </c:pt>
                <c:pt idx="575">
                  <c:v>#N/A</c:v>
                </c:pt>
                <c:pt idx="576">
                  <c:v>#N/A</c:v>
                </c:pt>
                <c:pt idx="577">
                  <c:v>#N/A</c:v>
                </c:pt>
                <c:pt idx="578">
                  <c:v>#N/A</c:v>
                </c:pt>
                <c:pt idx="579">
                  <c:v>#N/A</c:v>
                </c:pt>
                <c:pt idx="580">
                  <c:v>#N/A</c:v>
                </c:pt>
                <c:pt idx="581">
                  <c:v>#N/A</c:v>
                </c:pt>
                <c:pt idx="582">
                  <c:v>#N/A</c:v>
                </c:pt>
                <c:pt idx="583">
                  <c:v>#N/A</c:v>
                </c:pt>
                <c:pt idx="584">
                  <c:v>#N/A</c:v>
                </c:pt>
                <c:pt idx="585">
                  <c:v>#N/A</c:v>
                </c:pt>
                <c:pt idx="586">
                  <c:v>#N/A</c:v>
                </c:pt>
                <c:pt idx="587">
                  <c:v>3</c:v>
                </c:pt>
                <c:pt idx="588">
                  <c:v>#N/A</c:v>
                </c:pt>
                <c:pt idx="589">
                  <c:v>#N/A</c:v>
                </c:pt>
                <c:pt idx="590">
                  <c:v>#N/A</c:v>
                </c:pt>
                <c:pt idx="591">
                  <c:v>#N/A</c:v>
                </c:pt>
                <c:pt idx="592">
                  <c:v>#N/A</c:v>
                </c:pt>
                <c:pt idx="593">
                  <c:v>#N/A</c:v>
                </c:pt>
                <c:pt idx="594">
                  <c:v>#N/A</c:v>
                </c:pt>
                <c:pt idx="595">
                  <c:v>#N/A</c:v>
                </c:pt>
                <c:pt idx="596">
                  <c:v>#N/A</c:v>
                </c:pt>
                <c:pt idx="597">
                  <c:v>#N/A</c:v>
                </c:pt>
                <c:pt idx="598">
                  <c:v>#N/A</c:v>
                </c:pt>
                <c:pt idx="599">
                  <c:v>#N/A</c:v>
                </c:pt>
                <c:pt idx="600">
                  <c:v>#N/A</c:v>
                </c:pt>
                <c:pt idx="601">
                  <c:v>#N/A</c:v>
                </c:pt>
                <c:pt idx="602">
                  <c:v>#N/A</c:v>
                </c:pt>
                <c:pt idx="603">
                  <c:v>#N/A</c:v>
                </c:pt>
                <c:pt idx="604">
                  <c:v>#N/A</c:v>
                </c:pt>
                <c:pt idx="605">
                  <c:v>#N/A</c:v>
                </c:pt>
                <c:pt idx="606">
                  <c:v>#N/A</c:v>
                </c:pt>
                <c:pt idx="607">
                  <c:v>#N/A</c:v>
                </c:pt>
                <c:pt idx="608">
                  <c:v>#N/A</c:v>
                </c:pt>
                <c:pt idx="609">
                  <c:v>#N/A</c:v>
                </c:pt>
                <c:pt idx="610">
                  <c:v>#N/A</c:v>
                </c:pt>
                <c:pt idx="611">
                  <c:v>#N/A</c:v>
                </c:pt>
                <c:pt idx="612">
                  <c:v>#N/A</c:v>
                </c:pt>
                <c:pt idx="613">
                  <c:v>#N/A</c:v>
                </c:pt>
                <c:pt idx="614">
                  <c:v>#N/A</c:v>
                </c:pt>
                <c:pt idx="615">
                  <c:v>#N/A</c:v>
                </c:pt>
                <c:pt idx="616">
                  <c:v>#N/A</c:v>
                </c:pt>
                <c:pt idx="617">
                  <c:v>3</c:v>
                </c:pt>
                <c:pt idx="618">
                  <c:v>#N/A</c:v>
                </c:pt>
                <c:pt idx="619">
                  <c:v>#N/A</c:v>
                </c:pt>
                <c:pt idx="620">
                  <c:v>#N/A</c:v>
                </c:pt>
                <c:pt idx="621">
                  <c:v>#N/A</c:v>
                </c:pt>
                <c:pt idx="622">
                  <c:v>#N/A</c:v>
                </c:pt>
                <c:pt idx="623">
                  <c:v>#N/A</c:v>
                </c:pt>
                <c:pt idx="624">
                  <c:v>#N/A</c:v>
                </c:pt>
                <c:pt idx="625">
                  <c:v>#N/A</c:v>
                </c:pt>
                <c:pt idx="626">
                  <c:v>#N/A</c:v>
                </c:pt>
                <c:pt idx="627">
                  <c:v>#N/A</c:v>
                </c:pt>
                <c:pt idx="628">
                  <c:v>#N/A</c:v>
                </c:pt>
                <c:pt idx="629">
                  <c:v>#N/A</c:v>
                </c:pt>
                <c:pt idx="630">
                  <c:v>#N/A</c:v>
                </c:pt>
                <c:pt idx="631">
                  <c:v>#N/A</c:v>
                </c:pt>
                <c:pt idx="632">
                  <c:v>#N/A</c:v>
                </c:pt>
                <c:pt idx="633">
                  <c:v>#N/A</c:v>
                </c:pt>
                <c:pt idx="634">
                  <c:v>#N/A</c:v>
                </c:pt>
                <c:pt idx="635">
                  <c:v>#N/A</c:v>
                </c:pt>
                <c:pt idx="636">
                  <c:v>#N/A</c:v>
                </c:pt>
                <c:pt idx="637">
                  <c:v>#N/A</c:v>
                </c:pt>
                <c:pt idx="638">
                  <c:v>#N/A</c:v>
                </c:pt>
                <c:pt idx="639">
                  <c:v>#N/A</c:v>
                </c:pt>
                <c:pt idx="640">
                  <c:v>#N/A</c:v>
                </c:pt>
                <c:pt idx="641">
                  <c:v>#N/A</c:v>
                </c:pt>
                <c:pt idx="642">
                  <c:v>#N/A</c:v>
                </c:pt>
                <c:pt idx="643">
                  <c:v>#N/A</c:v>
                </c:pt>
                <c:pt idx="644">
                  <c:v>#N/A</c:v>
                </c:pt>
                <c:pt idx="645">
                  <c:v>#N/A</c:v>
                </c:pt>
                <c:pt idx="646">
                  <c:v>#N/A</c:v>
                </c:pt>
                <c:pt idx="647">
                  <c:v>#N/A</c:v>
                </c:pt>
                <c:pt idx="648">
                  <c:v>2.8</c:v>
                </c:pt>
                <c:pt idx="649">
                  <c:v>#N/A</c:v>
                </c:pt>
                <c:pt idx="650">
                  <c:v>#N/A</c:v>
                </c:pt>
                <c:pt idx="651">
                  <c:v>#N/A</c:v>
                </c:pt>
                <c:pt idx="652">
                  <c:v>#N/A</c:v>
                </c:pt>
                <c:pt idx="653">
                  <c:v>#N/A</c:v>
                </c:pt>
                <c:pt idx="654">
                  <c:v>#N/A</c:v>
                </c:pt>
                <c:pt idx="655">
                  <c:v>#N/A</c:v>
                </c:pt>
                <c:pt idx="656">
                  <c:v>#N/A</c:v>
                </c:pt>
                <c:pt idx="657">
                  <c:v>#N/A</c:v>
                </c:pt>
                <c:pt idx="658">
                  <c:v>#N/A</c:v>
                </c:pt>
                <c:pt idx="659">
                  <c:v>#N/A</c:v>
                </c:pt>
                <c:pt idx="660">
                  <c:v>#N/A</c:v>
                </c:pt>
                <c:pt idx="661">
                  <c:v>#N/A</c:v>
                </c:pt>
                <c:pt idx="662">
                  <c:v>#N/A</c:v>
                </c:pt>
                <c:pt idx="663">
                  <c:v>#N/A</c:v>
                </c:pt>
                <c:pt idx="664">
                  <c:v>#N/A</c:v>
                </c:pt>
                <c:pt idx="665">
                  <c:v>#N/A</c:v>
                </c:pt>
                <c:pt idx="666">
                  <c:v>#N/A</c:v>
                </c:pt>
                <c:pt idx="667">
                  <c:v>#N/A</c:v>
                </c:pt>
                <c:pt idx="668">
                  <c:v>#N/A</c:v>
                </c:pt>
                <c:pt idx="669">
                  <c:v>#N/A</c:v>
                </c:pt>
                <c:pt idx="670">
                  <c:v>#N/A</c:v>
                </c:pt>
                <c:pt idx="671">
                  <c:v>#N/A</c:v>
                </c:pt>
                <c:pt idx="672">
                  <c:v>#N/A</c:v>
                </c:pt>
                <c:pt idx="673">
                  <c:v>#N/A</c:v>
                </c:pt>
                <c:pt idx="674">
                  <c:v>#N/A</c:v>
                </c:pt>
                <c:pt idx="675">
                  <c:v>#N/A</c:v>
                </c:pt>
                <c:pt idx="676">
                  <c:v>#N/A</c:v>
                </c:pt>
                <c:pt idx="677">
                  <c:v>#N/A</c:v>
                </c:pt>
                <c:pt idx="678">
                  <c:v>2.9</c:v>
                </c:pt>
                <c:pt idx="679">
                  <c:v>#N/A</c:v>
                </c:pt>
                <c:pt idx="680">
                  <c:v>#N/A</c:v>
                </c:pt>
                <c:pt idx="681">
                  <c:v>#N/A</c:v>
                </c:pt>
                <c:pt idx="682">
                  <c:v>#N/A</c:v>
                </c:pt>
                <c:pt idx="683">
                  <c:v>#N/A</c:v>
                </c:pt>
                <c:pt idx="684">
                  <c:v>#N/A</c:v>
                </c:pt>
                <c:pt idx="685">
                  <c:v>#N/A</c:v>
                </c:pt>
                <c:pt idx="686">
                  <c:v>#N/A</c:v>
                </c:pt>
                <c:pt idx="687">
                  <c:v>#N/A</c:v>
                </c:pt>
                <c:pt idx="688">
                  <c:v>#N/A</c:v>
                </c:pt>
                <c:pt idx="689">
                  <c:v>#N/A</c:v>
                </c:pt>
                <c:pt idx="690">
                  <c:v>#N/A</c:v>
                </c:pt>
                <c:pt idx="691">
                  <c:v>#N/A</c:v>
                </c:pt>
                <c:pt idx="692">
                  <c:v>#N/A</c:v>
                </c:pt>
                <c:pt idx="693">
                  <c:v>#N/A</c:v>
                </c:pt>
                <c:pt idx="694">
                  <c:v>#N/A</c:v>
                </c:pt>
                <c:pt idx="695">
                  <c:v>#N/A</c:v>
                </c:pt>
                <c:pt idx="696">
                  <c:v>#N/A</c:v>
                </c:pt>
                <c:pt idx="697">
                  <c:v>#N/A</c:v>
                </c:pt>
                <c:pt idx="698">
                  <c:v>#N/A</c:v>
                </c:pt>
                <c:pt idx="699">
                  <c:v>#N/A</c:v>
                </c:pt>
                <c:pt idx="700">
                  <c:v>#N/A</c:v>
                </c:pt>
                <c:pt idx="701">
                  <c:v>#N/A</c:v>
                </c:pt>
                <c:pt idx="702">
                  <c:v>#N/A</c:v>
                </c:pt>
                <c:pt idx="703">
                  <c:v>#N/A</c:v>
                </c:pt>
                <c:pt idx="704">
                  <c:v>#N/A</c:v>
                </c:pt>
                <c:pt idx="705">
                  <c:v>#N/A</c:v>
                </c:pt>
                <c:pt idx="706">
                  <c:v>#N/A</c:v>
                </c:pt>
                <c:pt idx="707">
                  <c:v>#N/A</c:v>
                </c:pt>
                <c:pt idx="708">
                  <c:v>#N/A</c:v>
                </c:pt>
                <c:pt idx="709">
                  <c:v>2.8</c:v>
                </c:pt>
                <c:pt idx="710">
                  <c:v>#N/A</c:v>
                </c:pt>
                <c:pt idx="711">
                  <c:v>#N/A</c:v>
                </c:pt>
                <c:pt idx="712">
                  <c:v>#N/A</c:v>
                </c:pt>
                <c:pt idx="713">
                  <c:v>#N/A</c:v>
                </c:pt>
                <c:pt idx="714">
                  <c:v>#N/A</c:v>
                </c:pt>
                <c:pt idx="715">
                  <c:v>#N/A</c:v>
                </c:pt>
                <c:pt idx="716">
                  <c:v>#N/A</c:v>
                </c:pt>
                <c:pt idx="717">
                  <c:v>#N/A</c:v>
                </c:pt>
                <c:pt idx="718">
                  <c:v>#N/A</c:v>
                </c:pt>
                <c:pt idx="719">
                  <c:v>#N/A</c:v>
                </c:pt>
                <c:pt idx="720">
                  <c:v>#N/A</c:v>
                </c:pt>
                <c:pt idx="721">
                  <c:v>#N/A</c:v>
                </c:pt>
                <c:pt idx="722">
                  <c:v>#N/A</c:v>
                </c:pt>
                <c:pt idx="723">
                  <c:v>#N/A</c:v>
                </c:pt>
                <c:pt idx="724">
                  <c:v>#N/A</c:v>
                </c:pt>
                <c:pt idx="725">
                  <c:v>#N/A</c:v>
                </c:pt>
                <c:pt idx="726">
                  <c:v>#N/A</c:v>
                </c:pt>
                <c:pt idx="727">
                  <c:v>#N/A</c:v>
                </c:pt>
                <c:pt idx="728">
                  <c:v>#N/A</c:v>
                </c:pt>
                <c:pt idx="729">
                  <c:v>#N/A</c:v>
                </c:pt>
                <c:pt idx="730">
                  <c:v>#N/A</c:v>
                </c:pt>
                <c:pt idx="731">
                  <c:v>#N/A</c:v>
                </c:pt>
                <c:pt idx="732">
                  <c:v>#N/A</c:v>
                </c:pt>
                <c:pt idx="733">
                  <c:v>#N/A</c:v>
                </c:pt>
                <c:pt idx="734">
                  <c:v>#N/A</c:v>
                </c:pt>
                <c:pt idx="735">
                  <c:v>#N/A</c:v>
                </c:pt>
                <c:pt idx="736">
                  <c:v>#N/A</c:v>
                </c:pt>
                <c:pt idx="737">
                  <c:v>#N/A</c:v>
                </c:pt>
                <c:pt idx="738">
                  <c:v>#N/A</c:v>
                </c:pt>
                <c:pt idx="739">
                  <c:v>#N/A</c:v>
                </c:pt>
                <c:pt idx="740">
                  <c:v>2.8</c:v>
                </c:pt>
                <c:pt idx="741">
                  <c:v>#N/A</c:v>
                </c:pt>
                <c:pt idx="742">
                  <c:v>#N/A</c:v>
                </c:pt>
                <c:pt idx="743">
                  <c:v>#N/A</c:v>
                </c:pt>
                <c:pt idx="744">
                  <c:v>#N/A</c:v>
                </c:pt>
                <c:pt idx="745">
                  <c:v>#N/A</c:v>
                </c:pt>
                <c:pt idx="746">
                  <c:v>#N/A</c:v>
                </c:pt>
                <c:pt idx="747">
                  <c:v>#N/A</c:v>
                </c:pt>
                <c:pt idx="748">
                  <c:v>#N/A</c:v>
                </c:pt>
                <c:pt idx="749">
                  <c:v>#N/A</c:v>
                </c:pt>
                <c:pt idx="750">
                  <c:v>#N/A</c:v>
                </c:pt>
                <c:pt idx="751">
                  <c:v>#N/A</c:v>
                </c:pt>
                <c:pt idx="752">
                  <c:v>#N/A</c:v>
                </c:pt>
                <c:pt idx="753">
                  <c:v>#N/A</c:v>
                </c:pt>
                <c:pt idx="754">
                  <c:v>#N/A</c:v>
                </c:pt>
                <c:pt idx="755">
                  <c:v>#N/A</c:v>
                </c:pt>
                <c:pt idx="756">
                  <c:v>#N/A</c:v>
                </c:pt>
                <c:pt idx="757">
                  <c:v>#N/A</c:v>
                </c:pt>
                <c:pt idx="758">
                  <c:v>#N/A</c:v>
                </c:pt>
                <c:pt idx="759">
                  <c:v>#N/A</c:v>
                </c:pt>
                <c:pt idx="760">
                  <c:v>#N/A</c:v>
                </c:pt>
                <c:pt idx="761">
                  <c:v>#N/A</c:v>
                </c:pt>
                <c:pt idx="762">
                  <c:v>#N/A</c:v>
                </c:pt>
                <c:pt idx="763">
                  <c:v>#N/A</c:v>
                </c:pt>
                <c:pt idx="764">
                  <c:v>#N/A</c:v>
                </c:pt>
                <c:pt idx="765">
                  <c:v>#N/A</c:v>
                </c:pt>
                <c:pt idx="766">
                  <c:v>#N/A</c:v>
                </c:pt>
                <c:pt idx="767">
                  <c:v>#N/A</c:v>
                </c:pt>
                <c:pt idx="768">
                  <c:v>#N/A</c:v>
                </c:pt>
                <c:pt idx="769">
                  <c:v>#N/A</c:v>
                </c:pt>
                <c:pt idx="770">
                  <c:v>2.8</c:v>
                </c:pt>
                <c:pt idx="771">
                  <c:v>#N/A</c:v>
                </c:pt>
                <c:pt idx="772">
                  <c:v>#N/A</c:v>
                </c:pt>
                <c:pt idx="773">
                  <c:v>#N/A</c:v>
                </c:pt>
                <c:pt idx="774">
                  <c:v>#N/A</c:v>
                </c:pt>
                <c:pt idx="775">
                  <c:v>#N/A</c:v>
                </c:pt>
                <c:pt idx="776">
                  <c:v>#N/A</c:v>
                </c:pt>
                <c:pt idx="777">
                  <c:v>#N/A</c:v>
                </c:pt>
                <c:pt idx="778">
                  <c:v>#N/A</c:v>
                </c:pt>
                <c:pt idx="779">
                  <c:v>#N/A</c:v>
                </c:pt>
                <c:pt idx="780">
                  <c:v>#N/A</c:v>
                </c:pt>
                <c:pt idx="781">
                  <c:v>#N/A</c:v>
                </c:pt>
                <c:pt idx="782">
                  <c:v>#N/A</c:v>
                </c:pt>
                <c:pt idx="783">
                  <c:v>#N/A</c:v>
                </c:pt>
                <c:pt idx="784">
                  <c:v>#N/A</c:v>
                </c:pt>
                <c:pt idx="785">
                  <c:v>#N/A</c:v>
                </c:pt>
                <c:pt idx="786">
                  <c:v>#N/A</c:v>
                </c:pt>
                <c:pt idx="787">
                  <c:v>#N/A</c:v>
                </c:pt>
                <c:pt idx="788">
                  <c:v>#N/A</c:v>
                </c:pt>
                <c:pt idx="789">
                  <c:v>#N/A</c:v>
                </c:pt>
                <c:pt idx="790">
                  <c:v>#N/A</c:v>
                </c:pt>
                <c:pt idx="791">
                  <c:v>#N/A</c:v>
                </c:pt>
                <c:pt idx="792">
                  <c:v>#N/A</c:v>
                </c:pt>
                <c:pt idx="793">
                  <c:v>#N/A</c:v>
                </c:pt>
                <c:pt idx="794">
                  <c:v>#N/A</c:v>
                </c:pt>
                <c:pt idx="795">
                  <c:v>#N/A</c:v>
                </c:pt>
                <c:pt idx="796">
                  <c:v>#N/A</c:v>
                </c:pt>
                <c:pt idx="797">
                  <c:v>#N/A</c:v>
                </c:pt>
                <c:pt idx="798">
                  <c:v>#N/A</c:v>
                </c:pt>
                <c:pt idx="799">
                  <c:v>#N/A</c:v>
                </c:pt>
                <c:pt idx="800">
                  <c:v>#N/A</c:v>
                </c:pt>
                <c:pt idx="801">
                  <c:v>3</c:v>
                </c:pt>
                <c:pt idx="802">
                  <c:v>#N/A</c:v>
                </c:pt>
                <c:pt idx="803">
                  <c:v>#N/A</c:v>
                </c:pt>
                <c:pt idx="804">
                  <c:v>#N/A</c:v>
                </c:pt>
                <c:pt idx="805">
                  <c:v>#N/A</c:v>
                </c:pt>
                <c:pt idx="806">
                  <c:v>#N/A</c:v>
                </c:pt>
                <c:pt idx="807">
                  <c:v>#N/A</c:v>
                </c:pt>
                <c:pt idx="808">
                  <c:v>#N/A</c:v>
                </c:pt>
                <c:pt idx="809">
                  <c:v>#N/A</c:v>
                </c:pt>
                <c:pt idx="810">
                  <c:v>#N/A</c:v>
                </c:pt>
                <c:pt idx="811">
                  <c:v>#N/A</c:v>
                </c:pt>
                <c:pt idx="812">
                  <c:v>#N/A</c:v>
                </c:pt>
                <c:pt idx="813">
                  <c:v>#N/A</c:v>
                </c:pt>
                <c:pt idx="814">
                  <c:v>#N/A</c:v>
                </c:pt>
                <c:pt idx="815">
                  <c:v>#N/A</c:v>
                </c:pt>
                <c:pt idx="816">
                  <c:v>#N/A</c:v>
                </c:pt>
                <c:pt idx="817">
                  <c:v>#N/A</c:v>
                </c:pt>
                <c:pt idx="818">
                  <c:v>#N/A</c:v>
                </c:pt>
                <c:pt idx="819">
                  <c:v>#N/A</c:v>
                </c:pt>
                <c:pt idx="820">
                  <c:v>#N/A</c:v>
                </c:pt>
                <c:pt idx="821">
                  <c:v>#N/A</c:v>
                </c:pt>
                <c:pt idx="822">
                  <c:v>#N/A</c:v>
                </c:pt>
                <c:pt idx="823">
                  <c:v>#N/A</c:v>
                </c:pt>
                <c:pt idx="824">
                  <c:v>#N/A</c:v>
                </c:pt>
                <c:pt idx="825">
                  <c:v>#N/A</c:v>
                </c:pt>
                <c:pt idx="826">
                  <c:v>#N/A</c:v>
                </c:pt>
                <c:pt idx="827">
                  <c:v>#N/A</c:v>
                </c:pt>
                <c:pt idx="828">
                  <c:v>#N/A</c:v>
                </c:pt>
                <c:pt idx="829">
                  <c:v>#N/A</c:v>
                </c:pt>
                <c:pt idx="830">
                  <c:v>#N/A</c:v>
                </c:pt>
                <c:pt idx="831">
                  <c:v>3.1</c:v>
                </c:pt>
                <c:pt idx="832">
                  <c:v>#N/A</c:v>
                </c:pt>
                <c:pt idx="833">
                  <c:v>#N/A</c:v>
                </c:pt>
                <c:pt idx="834">
                  <c:v>#N/A</c:v>
                </c:pt>
                <c:pt idx="835">
                  <c:v>#N/A</c:v>
                </c:pt>
                <c:pt idx="836">
                  <c:v>#N/A</c:v>
                </c:pt>
                <c:pt idx="837">
                  <c:v>#N/A</c:v>
                </c:pt>
                <c:pt idx="838">
                  <c:v>#N/A</c:v>
                </c:pt>
                <c:pt idx="839">
                  <c:v>#N/A</c:v>
                </c:pt>
                <c:pt idx="840">
                  <c:v>#N/A</c:v>
                </c:pt>
                <c:pt idx="841">
                  <c:v>#N/A</c:v>
                </c:pt>
                <c:pt idx="842">
                  <c:v>#N/A</c:v>
                </c:pt>
                <c:pt idx="843">
                  <c:v>#N/A</c:v>
                </c:pt>
                <c:pt idx="844">
                  <c:v>#N/A</c:v>
                </c:pt>
                <c:pt idx="845">
                  <c:v>#N/A</c:v>
                </c:pt>
                <c:pt idx="846">
                  <c:v>#N/A</c:v>
                </c:pt>
                <c:pt idx="847">
                  <c:v>#N/A</c:v>
                </c:pt>
                <c:pt idx="848">
                  <c:v>#N/A</c:v>
                </c:pt>
                <c:pt idx="849">
                  <c:v>#N/A</c:v>
                </c:pt>
                <c:pt idx="850">
                  <c:v>#N/A</c:v>
                </c:pt>
                <c:pt idx="851">
                  <c:v>#N/A</c:v>
                </c:pt>
                <c:pt idx="852">
                  <c:v>#N/A</c:v>
                </c:pt>
                <c:pt idx="853">
                  <c:v>#N/A</c:v>
                </c:pt>
                <c:pt idx="854">
                  <c:v>#N/A</c:v>
                </c:pt>
                <c:pt idx="855">
                  <c:v>#N/A</c:v>
                </c:pt>
                <c:pt idx="856">
                  <c:v>#N/A</c:v>
                </c:pt>
                <c:pt idx="857">
                  <c:v>#N/A</c:v>
                </c:pt>
                <c:pt idx="858">
                  <c:v>#N/A</c:v>
                </c:pt>
                <c:pt idx="859">
                  <c:v>#N/A</c:v>
                </c:pt>
                <c:pt idx="860">
                  <c:v>#N/A</c:v>
                </c:pt>
                <c:pt idx="861">
                  <c:v>#N/A</c:v>
                </c:pt>
                <c:pt idx="862">
                  <c:v>3.1</c:v>
                </c:pt>
                <c:pt idx="863">
                  <c:v>#N/A</c:v>
                </c:pt>
                <c:pt idx="864">
                  <c:v>#N/A</c:v>
                </c:pt>
                <c:pt idx="865">
                  <c:v>#N/A</c:v>
                </c:pt>
                <c:pt idx="866">
                  <c:v>#N/A</c:v>
                </c:pt>
                <c:pt idx="867">
                  <c:v>#N/A</c:v>
                </c:pt>
                <c:pt idx="868">
                  <c:v>#N/A</c:v>
                </c:pt>
                <c:pt idx="869">
                  <c:v>#N/A</c:v>
                </c:pt>
                <c:pt idx="870">
                  <c:v>#N/A</c:v>
                </c:pt>
                <c:pt idx="871">
                  <c:v>#N/A</c:v>
                </c:pt>
                <c:pt idx="872">
                  <c:v>#N/A</c:v>
                </c:pt>
                <c:pt idx="873">
                  <c:v>#N/A</c:v>
                </c:pt>
                <c:pt idx="874">
                  <c:v>#N/A</c:v>
                </c:pt>
                <c:pt idx="875">
                  <c:v>#N/A</c:v>
                </c:pt>
                <c:pt idx="876">
                  <c:v>#N/A</c:v>
                </c:pt>
                <c:pt idx="877">
                  <c:v>#N/A</c:v>
                </c:pt>
                <c:pt idx="878">
                  <c:v>#N/A</c:v>
                </c:pt>
                <c:pt idx="879">
                  <c:v>#N/A</c:v>
                </c:pt>
                <c:pt idx="880">
                  <c:v>#N/A</c:v>
                </c:pt>
                <c:pt idx="881">
                  <c:v>#N/A</c:v>
                </c:pt>
                <c:pt idx="882">
                  <c:v>#N/A</c:v>
                </c:pt>
                <c:pt idx="883">
                  <c:v>#N/A</c:v>
                </c:pt>
                <c:pt idx="884">
                  <c:v>#N/A</c:v>
                </c:pt>
                <c:pt idx="885">
                  <c:v>#N/A</c:v>
                </c:pt>
                <c:pt idx="886">
                  <c:v>#N/A</c:v>
                </c:pt>
                <c:pt idx="887">
                  <c:v>#N/A</c:v>
                </c:pt>
                <c:pt idx="888">
                  <c:v>#N/A</c:v>
                </c:pt>
                <c:pt idx="889">
                  <c:v>#N/A</c:v>
                </c:pt>
                <c:pt idx="890">
                  <c:v>#N/A</c:v>
                </c:pt>
                <c:pt idx="891">
                  <c:v>3.2</c:v>
                </c:pt>
                <c:pt idx="892">
                  <c:v>#N/A</c:v>
                </c:pt>
                <c:pt idx="893">
                  <c:v>#N/A</c:v>
                </c:pt>
                <c:pt idx="894">
                  <c:v>#N/A</c:v>
                </c:pt>
                <c:pt idx="895">
                  <c:v>#N/A</c:v>
                </c:pt>
                <c:pt idx="896">
                  <c:v>#N/A</c:v>
                </c:pt>
                <c:pt idx="897">
                  <c:v>#N/A</c:v>
                </c:pt>
                <c:pt idx="898">
                  <c:v>#N/A</c:v>
                </c:pt>
                <c:pt idx="899">
                  <c:v>#N/A</c:v>
                </c:pt>
                <c:pt idx="900">
                  <c:v>#N/A</c:v>
                </c:pt>
                <c:pt idx="901">
                  <c:v>#N/A</c:v>
                </c:pt>
                <c:pt idx="902">
                  <c:v>#N/A</c:v>
                </c:pt>
                <c:pt idx="903">
                  <c:v>#N/A</c:v>
                </c:pt>
                <c:pt idx="904">
                  <c:v>#N/A</c:v>
                </c:pt>
                <c:pt idx="905">
                  <c:v>#N/A</c:v>
                </c:pt>
                <c:pt idx="906">
                  <c:v>#N/A</c:v>
                </c:pt>
                <c:pt idx="907">
                  <c:v>#N/A</c:v>
                </c:pt>
                <c:pt idx="908">
                  <c:v>#N/A</c:v>
                </c:pt>
                <c:pt idx="909">
                  <c:v>#N/A</c:v>
                </c:pt>
                <c:pt idx="910">
                  <c:v>#N/A</c:v>
                </c:pt>
                <c:pt idx="911">
                  <c:v>#N/A</c:v>
                </c:pt>
                <c:pt idx="912">
                  <c:v>#N/A</c:v>
                </c:pt>
                <c:pt idx="913">
                  <c:v>#N/A</c:v>
                </c:pt>
                <c:pt idx="914">
                  <c:v>#N/A</c:v>
                </c:pt>
                <c:pt idx="915">
                  <c:v>#N/A</c:v>
                </c:pt>
                <c:pt idx="916">
                  <c:v>#N/A</c:v>
                </c:pt>
                <c:pt idx="917">
                  <c:v>#N/A</c:v>
                </c:pt>
                <c:pt idx="918">
                  <c:v>#N/A</c:v>
                </c:pt>
                <c:pt idx="919">
                  <c:v>#N/A</c:v>
                </c:pt>
                <c:pt idx="920">
                  <c:v>#N/A</c:v>
                </c:pt>
                <c:pt idx="921">
                  <c:v>#N/A</c:v>
                </c:pt>
                <c:pt idx="922">
                  <c:v>3.1</c:v>
                </c:pt>
                <c:pt idx="923">
                  <c:v>#N/A</c:v>
                </c:pt>
                <c:pt idx="924">
                  <c:v>#N/A</c:v>
                </c:pt>
                <c:pt idx="925">
                  <c:v>#N/A</c:v>
                </c:pt>
                <c:pt idx="926">
                  <c:v>#N/A</c:v>
                </c:pt>
                <c:pt idx="927">
                  <c:v>#N/A</c:v>
                </c:pt>
                <c:pt idx="928">
                  <c:v>#N/A</c:v>
                </c:pt>
                <c:pt idx="929">
                  <c:v>#N/A</c:v>
                </c:pt>
                <c:pt idx="930">
                  <c:v>#N/A</c:v>
                </c:pt>
                <c:pt idx="931">
                  <c:v>#N/A</c:v>
                </c:pt>
                <c:pt idx="932">
                  <c:v>#N/A</c:v>
                </c:pt>
                <c:pt idx="933">
                  <c:v>#N/A</c:v>
                </c:pt>
                <c:pt idx="934">
                  <c:v>#N/A</c:v>
                </c:pt>
                <c:pt idx="935">
                  <c:v>#N/A</c:v>
                </c:pt>
                <c:pt idx="936">
                  <c:v>#N/A</c:v>
                </c:pt>
                <c:pt idx="937">
                  <c:v>#N/A</c:v>
                </c:pt>
                <c:pt idx="938">
                  <c:v>#N/A</c:v>
                </c:pt>
                <c:pt idx="939">
                  <c:v>#N/A</c:v>
                </c:pt>
                <c:pt idx="940">
                  <c:v>#N/A</c:v>
                </c:pt>
                <c:pt idx="941">
                  <c:v>#N/A</c:v>
                </c:pt>
                <c:pt idx="942">
                  <c:v>#N/A</c:v>
                </c:pt>
                <c:pt idx="943">
                  <c:v>#N/A</c:v>
                </c:pt>
                <c:pt idx="944">
                  <c:v>#N/A</c:v>
                </c:pt>
                <c:pt idx="945">
                  <c:v>#N/A</c:v>
                </c:pt>
                <c:pt idx="946">
                  <c:v>#N/A</c:v>
                </c:pt>
                <c:pt idx="947">
                  <c:v>#N/A</c:v>
                </c:pt>
                <c:pt idx="948">
                  <c:v>#N/A</c:v>
                </c:pt>
                <c:pt idx="949">
                  <c:v>#N/A</c:v>
                </c:pt>
                <c:pt idx="950">
                  <c:v>#N/A</c:v>
                </c:pt>
                <c:pt idx="951">
                  <c:v>#N/A</c:v>
                </c:pt>
                <c:pt idx="952">
                  <c:v>#N/A</c:v>
                </c:pt>
                <c:pt idx="953">
                  <c:v>3.3</c:v>
                </c:pt>
                <c:pt idx="954">
                  <c:v>#N/A</c:v>
                </c:pt>
                <c:pt idx="955">
                  <c:v>#N/A</c:v>
                </c:pt>
                <c:pt idx="956">
                  <c:v>#N/A</c:v>
                </c:pt>
                <c:pt idx="957">
                  <c:v>#N/A</c:v>
                </c:pt>
                <c:pt idx="958">
                  <c:v>#N/A</c:v>
                </c:pt>
                <c:pt idx="959">
                  <c:v>#N/A</c:v>
                </c:pt>
                <c:pt idx="960">
                  <c:v>#N/A</c:v>
                </c:pt>
                <c:pt idx="961">
                  <c:v>#N/A</c:v>
                </c:pt>
                <c:pt idx="962">
                  <c:v>#N/A</c:v>
                </c:pt>
                <c:pt idx="963">
                  <c:v>#N/A</c:v>
                </c:pt>
                <c:pt idx="964">
                  <c:v>#N/A</c:v>
                </c:pt>
                <c:pt idx="965">
                  <c:v>#N/A</c:v>
                </c:pt>
                <c:pt idx="966">
                  <c:v>#N/A</c:v>
                </c:pt>
                <c:pt idx="967">
                  <c:v>#N/A</c:v>
                </c:pt>
                <c:pt idx="968">
                  <c:v>#N/A</c:v>
                </c:pt>
                <c:pt idx="969">
                  <c:v>#N/A</c:v>
                </c:pt>
                <c:pt idx="970">
                  <c:v>#N/A</c:v>
                </c:pt>
                <c:pt idx="971">
                  <c:v>#N/A</c:v>
                </c:pt>
                <c:pt idx="972">
                  <c:v>#N/A</c:v>
                </c:pt>
                <c:pt idx="973">
                  <c:v>#N/A</c:v>
                </c:pt>
                <c:pt idx="974">
                  <c:v>#N/A</c:v>
                </c:pt>
                <c:pt idx="975">
                  <c:v>#N/A</c:v>
                </c:pt>
                <c:pt idx="976">
                  <c:v>#N/A</c:v>
                </c:pt>
                <c:pt idx="977">
                  <c:v>#N/A</c:v>
                </c:pt>
                <c:pt idx="978">
                  <c:v>#N/A</c:v>
                </c:pt>
                <c:pt idx="979">
                  <c:v>#N/A</c:v>
                </c:pt>
                <c:pt idx="980">
                  <c:v>#N/A</c:v>
                </c:pt>
                <c:pt idx="981">
                  <c:v>#N/A</c:v>
                </c:pt>
                <c:pt idx="982">
                  <c:v>#N/A</c:v>
                </c:pt>
                <c:pt idx="983">
                  <c:v>3.5</c:v>
                </c:pt>
                <c:pt idx="984">
                  <c:v>#N/A</c:v>
                </c:pt>
                <c:pt idx="985">
                  <c:v>#N/A</c:v>
                </c:pt>
                <c:pt idx="986">
                  <c:v>#N/A</c:v>
                </c:pt>
                <c:pt idx="987">
                  <c:v>#N/A</c:v>
                </c:pt>
                <c:pt idx="988">
                  <c:v>#N/A</c:v>
                </c:pt>
                <c:pt idx="989">
                  <c:v>#N/A</c:v>
                </c:pt>
                <c:pt idx="990">
                  <c:v>#N/A</c:v>
                </c:pt>
                <c:pt idx="991">
                  <c:v>#N/A</c:v>
                </c:pt>
                <c:pt idx="992">
                  <c:v>#N/A</c:v>
                </c:pt>
                <c:pt idx="993">
                  <c:v>#N/A</c:v>
                </c:pt>
                <c:pt idx="994">
                  <c:v>#N/A</c:v>
                </c:pt>
                <c:pt idx="995">
                  <c:v>#N/A</c:v>
                </c:pt>
                <c:pt idx="996">
                  <c:v>#N/A</c:v>
                </c:pt>
                <c:pt idx="997">
                  <c:v>#N/A</c:v>
                </c:pt>
                <c:pt idx="998">
                  <c:v>#N/A</c:v>
                </c:pt>
                <c:pt idx="999">
                  <c:v>#N/A</c:v>
                </c:pt>
                <c:pt idx="1000">
                  <c:v>#N/A</c:v>
                </c:pt>
                <c:pt idx="1001">
                  <c:v>#N/A</c:v>
                </c:pt>
                <c:pt idx="1002">
                  <c:v>#N/A</c:v>
                </c:pt>
                <c:pt idx="1003">
                  <c:v>#N/A</c:v>
                </c:pt>
                <c:pt idx="1004">
                  <c:v>#N/A</c:v>
                </c:pt>
                <c:pt idx="1005">
                  <c:v>#N/A</c:v>
                </c:pt>
                <c:pt idx="1006">
                  <c:v>#N/A</c:v>
                </c:pt>
                <c:pt idx="1007">
                  <c:v>#N/A</c:v>
                </c:pt>
                <c:pt idx="1008">
                  <c:v>#N/A</c:v>
                </c:pt>
                <c:pt idx="1009">
                  <c:v>#N/A</c:v>
                </c:pt>
                <c:pt idx="1010">
                  <c:v>#N/A</c:v>
                </c:pt>
                <c:pt idx="1011">
                  <c:v>#N/A</c:v>
                </c:pt>
                <c:pt idx="1012">
                  <c:v>#N/A</c:v>
                </c:pt>
                <c:pt idx="1013">
                  <c:v>#N/A</c:v>
                </c:pt>
                <c:pt idx="1014">
                  <c:v>3.7</c:v>
                </c:pt>
                <c:pt idx="1015">
                  <c:v>#N/A</c:v>
                </c:pt>
                <c:pt idx="1016">
                  <c:v>#N/A</c:v>
                </c:pt>
                <c:pt idx="1017">
                  <c:v>#N/A</c:v>
                </c:pt>
                <c:pt idx="1018">
                  <c:v>#N/A</c:v>
                </c:pt>
                <c:pt idx="1019">
                  <c:v>#N/A</c:v>
                </c:pt>
                <c:pt idx="1020">
                  <c:v>#N/A</c:v>
                </c:pt>
                <c:pt idx="1021">
                  <c:v>#N/A</c:v>
                </c:pt>
                <c:pt idx="1022">
                  <c:v>#N/A</c:v>
                </c:pt>
                <c:pt idx="1023">
                  <c:v>#N/A</c:v>
                </c:pt>
                <c:pt idx="1024">
                  <c:v>#N/A</c:v>
                </c:pt>
                <c:pt idx="1025">
                  <c:v>#N/A</c:v>
                </c:pt>
                <c:pt idx="1026">
                  <c:v>#N/A</c:v>
                </c:pt>
                <c:pt idx="1027">
                  <c:v>#N/A</c:v>
                </c:pt>
                <c:pt idx="1028">
                  <c:v>#N/A</c:v>
                </c:pt>
                <c:pt idx="1029">
                  <c:v>#N/A</c:v>
                </c:pt>
                <c:pt idx="1030">
                  <c:v>#N/A</c:v>
                </c:pt>
                <c:pt idx="1031">
                  <c:v>#N/A</c:v>
                </c:pt>
                <c:pt idx="1032">
                  <c:v>#N/A</c:v>
                </c:pt>
                <c:pt idx="1033">
                  <c:v>#N/A</c:v>
                </c:pt>
                <c:pt idx="1034">
                  <c:v>#N/A</c:v>
                </c:pt>
                <c:pt idx="1035">
                  <c:v>#N/A</c:v>
                </c:pt>
                <c:pt idx="1036">
                  <c:v>#N/A</c:v>
                </c:pt>
                <c:pt idx="1037">
                  <c:v>#N/A</c:v>
                </c:pt>
                <c:pt idx="1038">
                  <c:v>#N/A</c:v>
                </c:pt>
                <c:pt idx="1039">
                  <c:v>#N/A</c:v>
                </c:pt>
                <c:pt idx="1040">
                  <c:v>#N/A</c:v>
                </c:pt>
                <c:pt idx="1041">
                  <c:v>#N/A</c:v>
                </c:pt>
                <c:pt idx="1042">
                  <c:v>#N/A</c:v>
                </c:pt>
                <c:pt idx="1043">
                  <c:v>#N/A</c:v>
                </c:pt>
                <c:pt idx="1044">
                  <c:v>3.8</c:v>
                </c:pt>
                <c:pt idx="1045">
                  <c:v>#N/A</c:v>
                </c:pt>
                <c:pt idx="1046">
                  <c:v>#N/A</c:v>
                </c:pt>
                <c:pt idx="1047">
                  <c:v>#N/A</c:v>
                </c:pt>
                <c:pt idx="1048">
                  <c:v>#N/A</c:v>
                </c:pt>
                <c:pt idx="1049">
                  <c:v>#N/A</c:v>
                </c:pt>
                <c:pt idx="1050">
                  <c:v>#N/A</c:v>
                </c:pt>
                <c:pt idx="1051">
                  <c:v>#N/A</c:v>
                </c:pt>
                <c:pt idx="1052">
                  <c:v>#N/A</c:v>
                </c:pt>
                <c:pt idx="1053">
                  <c:v>#N/A</c:v>
                </c:pt>
                <c:pt idx="1054">
                  <c:v>#N/A</c:v>
                </c:pt>
                <c:pt idx="1055">
                  <c:v>#N/A</c:v>
                </c:pt>
                <c:pt idx="1056">
                  <c:v>#N/A</c:v>
                </c:pt>
                <c:pt idx="1057">
                  <c:v>#N/A</c:v>
                </c:pt>
                <c:pt idx="1058">
                  <c:v>#N/A</c:v>
                </c:pt>
                <c:pt idx="1059">
                  <c:v>#N/A</c:v>
                </c:pt>
                <c:pt idx="1060">
                  <c:v>#N/A</c:v>
                </c:pt>
                <c:pt idx="1061">
                  <c:v>#N/A</c:v>
                </c:pt>
                <c:pt idx="1062">
                  <c:v>#N/A</c:v>
                </c:pt>
                <c:pt idx="1063">
                  <c:v>#N/A</c:v>
                </c:pt>
                <c:pt idx="1064">
                  <c:v>#N/A</c:v>
                </c:pt>
                <c:pt idx="1065">
                  <c:v>#N/A</c:v>
                </c:pt>
                <c:pt idx="1066">
                  <c:v>#N/A</c:v>
                </c:pt>
                <c:pt idx="1067">
                  <c:v>#N/A</c:v>
                </c:pt>
                <c:pt idx="1068">
                  <c:v>#N/A</c:v>
                </c:pt>
                <c:pt idx="1069">
                  <c:v>#N/A</c:v>
                </c:pt>
                <c:pt idx="1070">
                  <c:v>#N/A</c:v>
                </c:pt>
                <c:pt idx="1071">
                  <c:v>#N/A</c:v>
                </c:pt>
                <c:pt idx="1072">
                  <c:v>#N/A</c:v>
                </c:pt>
                <c:pt idx="1073">
                  <c:v>#N/A</c:v>
                </c:pt>
                <c:pt idx="1074">
                  <c:v>#N/A</c:v>
                </c:pt>
                <c:pt idx="1075">
                  <c:v>4.3</c:v>
                </c:pt>
                <c:pt idx="1076">
                  <c:v>#N/A</c:v>
                </c:pt>
                <c:pt idx="1077">
                  <c:v>#N/A</c:v>
                </c:pt>
                <c:pt idx="1078">
                  <c:v>#N/A</c:v>
                </c:pt>
                <c:pt idx="1079">
                  <c:v>#N/A</c:v>
                </c:pt>
                <c:pt idx="1080">
                  <c:v>#N/A</c:v>
                </c:pt>
                <c:pt idx="1081">
                  <c:v>#N/A</c:v>
                </c:pt>
                <c:pt idx="1082">
                  <c:v>#N/A</c:v>
                </c:pt>
                <c:pt idx="1083">
                  <c:v>#N/A</c:v>
                </c:pt>
                <c:pt idx="1084">
                  <c:v>#N/A</c:v>
                </c:pt>
                <c:pt idx="1085">
                  <c:v>#N/A</c:v>
                </c:pt>
                <c:pt idx="1086">
                  <c:v>#N/A</c:v>
                </c:pt>
                <c:pt idx="1087">
                  <c:v>#N/A</c:v>
                </c:pt>
                <c:pt idx="1088">
                  <c:v>#N/A</c:v>
                </c:pt>
                <c:pt idx="1089">
                  <c:v>#N/A</c:v>
                </c:pt>
                <c:pt idx="1090">
                  <c:v>#N/A</c:v>
                </c:pt>
                <c:pt idx="1091">
                  <c:v>#N/A</c:v>
                </c:pt>
                <c:pt idx="1092">
                  <c:v>#N/A</c:v>
                </c:pt>
                <c:pt idx="1093">
                  <c:v>#N/A</c:v>
                </c:pt>
                <c:pt idx="1094">
                  <c:v>#N/A</c:v>
                </c:pt>
                <c:pt idx="1095">
                  <c:v>#N/A</c:v>
                </c:pt>
                <c:pt idx="1096">
                  <c:v>#N/A</c:v>
                </c:pt>
                <c:pt idx="1097">
                  <c:v>#N/A</c:v>
                </c:pt>
                <c:pt idx="1098">
                  <c:v>#N/A</c:v>
                </c:pt>
                <c:pt idx="1099">
                  <c:v>#N/A</c:v>
                </c:pt>
                <c:pt idx="1100">
                  <c:v>#N/A</c:v>
                </c:pt>
                <c:pt idx="1101">
                  <c:v>#N/A</c:v>
                </c:pt>
                <c:pt idx="1102">
                  <c:v>#N/A</c:v>
                </c:pt>
                <c:pt idx="1103">
                  <c:v>#N/A</c:v>
                </c:pt>
                <c:pt idx="1104">
                  <c:v>#N/A</c:v>
                </c:pt>
                <c:pt idx="1105">
                  <c:v>#N/A</c:v>
                </c:pt>
                <c:pt idx="1106">
                  <c:v>4.4000000000000004</c:v>
                </c:pt>
                <c:pt idx="1107">
                  <c:v>#N/A</c:v>
                </c:pt>
                <c:pt idx="1108">
                  <c:v>#N/A</c:v>
                </c:pt>
                <c:pt idx="1109">
                  <c:v>#N/A</c:v>
                </c:pt>
                <c:pt idx="1110">
                  <c:v>#N/A</c:v>
                </c:pt>
                <c:pt idx="1111">
                  <c:v>#N/A</c:v>
                </c:pt>
                <c:pt idx="1112">
                  <c:v>#N/A</c:v>
                </c:pt>
                <c:pt idx="1113">
                  <c:v>#N/A</c:v>
                </c:pt>
                <c:pt idx="1114">
                  <c:v>#N/A</c:v>
                </c:pt>
                <c:pt idx="1115">
                  <c:v>#N/A</c:v>
                </c:pt>
                <c:pt idx="1116">
                  <c:v>#N/A</c:v>
                </c:pt>
                <c:pt idx="1117">
                  <c:v>#N/A</c:v>
                </c:pt>
                <c:pt idx="1118">
                  <c:v>#N/A</c:v>
                </c:pt>
                <c:pt idx="1119">
                  <c:v>#N/A</c:v>
                </c:pt>
                <c:pt idx="1120">
                  <c:v>#N/A</c:v>
                </c:pt>
                <c:pt idx="1121">
                  <c:v>#N/A</c:v>
                </c:pt>
                <c:pt idx="1122">
                  <c:v>#N/A</c:v>
                </c:pt>
                <c:pt idx="1123">
                  <c:v>#N/A</c:v>
                </c:pt>
                <c:pt idx="1124">
                  <c:v>#N/A</c:v>
                </c:pt>
                <c:pt idx="1125">
                  <c:v>#N/A</c:v>
                </c:pt>
                <c:pt idx="1126">
                  <c:v>#N/A</c:v>
                </c:pt>
                <c:pt idx="1127">
                  <c:v>#N/A</c:v>
                </c:pt>
                <c:pt idx="1128">
                  <c:v>#N/A</c:v>
                </c:pt>
                <c:pt idx="1129">
                  <c:v>#N/A</c:v>
                </c:pt>
                <c:pt idx="1130">
                  <c:v>#N/A</c:v>
                </c:pt>
                <c:pt idx="1131">
                  <c:v>#N/A</c:v>
                </c:pt>
                <c:pt idx="1132">
                  <c:v>#N/A</c:v>
                </c:pt>
                <c:pt idx="1133">
                  <c:v>#N/A</c:v>
                </c:pt>
                <c:pt idx="1134">
                  <c:v>#N/A</c:v>
                </c:pt>
                <c:pt idx="1135">
                  <c:v>#N/A</c:v>
                </c:pt>
                <c:pt idx="1136">
                  <c:v>4.7</c:v>
                </c:pt>
                <c:pt idx="1137">
                  <c:v>#N/A</c:v>
                </c:pt>
                <c:pt idx="1138">
                  <c:v>#N/A</c:v>
                </c:pt>
                <c:pt idx="1139">
                  <c:v>#N/A</c:v>
                </c:pt>
                <c:pt idx="1140">
                  <c:v>#N/A</c:v>
                </c:pt>
                <c:pt idx="1141">
                  <c:v>#N/A</c:v>
                </c:pt>
                <c:pt idx="1142">
                  <c:v>#N/A</c:v>
                </c:pt>
                <c:pt idx="1143">
                  <c:v>#N/A</c:v>
                </c:pt>
                <c:pt idx="1144">
                  <c:v>#N/A</c:v>
                </c:pt>
                <c:pt idx="1145">
                  <c:v>#N/A</c:v>
                </c:pt>
                <c:pt idx="1146">
                  <c:v>#N/A</c:v>
                </c:pt>
                <c:pt idx="1147">
                  <c:v>#N/A</c:v>
                </c:pt>
                <c:pt idx="1148">
                  <c:v>#N/A</c:v>
                </c:pt>
                <c:pt idx="1149">
                  <c:v>#N/A</c:v>
                </c:pt>
                <c:pt idx="1150">
                  <c:v>#N/A</c:v>
                </c:pt>
                <c:pt idx="1151">
                  <c:v>#N/A</c:v>
                </c:pt>
                <c:pt idx="1152">
                  <c:v>#N/A</c:v>
                </c:pt>
                <c:pt idx="1153">
                  <c:v>#N/A</c:v>
                </c:pt>
                <c:pt idx="1154">
                  <c:v>#N/A</c:v>
                </c:pt>
                <c:pt idx="1155">
                  <c:v>#N/A</c:v>
                </c:pt>
                <c:pt idx="1156">
                  <c:v>#N/A</c:v>
                </c:pt>
                <c:pt idx="1157">
                  <c:v>#N/A</c:v>
                </c:pt>
                <c:pt idx="1158">
                  <c:v>#N/A</c:v>
                </c:pt>
                <c:pt idx="1159">
                  <c:v>#N/A</c:v>
                </c:pt>
                <c:pt idx="1160">
                  <c:v>#N/A</c:v>
                </c:pt>
                <c:pt idx="1161">
                  <c:v>#N/A</c:v>
                </c:pt>
                <c:pt idx="1162">
                  <c:v>#N/A</c:v>
                </c:pt>
                <c:pt idx="1163">
                  <c:v>#N/A</c:v>
                </c:pt>
                <c:pt idx="1164">
                  <c:v>#N/A</c:v>
                </c:pt>
                <c:pt idx="1165">
                  <c:v>#N/A</c:v>
                </c:pt>
                <c:pt idx="1166">
                  <c:v>#N/A</c:v>
                </c:pt>
                <c:pt idx="1167">
                  <c:v>4.8</c:v>
                </c:pt>
                <c:pt idx="1168">
                  <c:v>#N/A</c:v>
                </c:pt>
                <c:pt idx="1169">
                  <c:v>#N/A</c:v>
                </c:pt>
                <c:pt idx="1170">
                  <c:v>#N/A</c:v>
                </c:pt>
                <c:pt idx="1171">
                  <c:v>#N/A</c:v>
                </c:pt>
                <c:pt idx="1172">
                  <c:v>#N/A</c:v>
                </c:pt>
                <c:pt idx="1173">
                  <c:v>#N/A</c:v>
                </c:pt>
                <c:pt idx="1174">
                  <c:v>#N/A</c:v>
                </c:pt>
                <c:pt idx="1175">
                  <c:v>#N/A</c:v>
                </c:pt>
                <c:pt idx="1176">
                  <c:v>#N/A</c:v>
                </c:pt>
                <c:pt idx="1177">
                  <c:v>#N/A</c:v>
                </c:pt>
                <c:pt idx="1178">
                  <c:v>#N/A</c:v>
                </c:pt>
                <c:pt idx="1179">
                  <c:v>#N/A</c:v>
                </c:pt>
                <c:pt idx="1180">
                  <c:v>#N/A</c:v>
                </c:pt>
                <c:pt idx="1181">
                  <c:v>#N/A</c:v>
                </c:pt>
                <c:pt idx="1182">
                  <c:v>#N/A</c:v>
                </c:pt>
                <c:pt idx="1183">
                  <c:v>#N/A</c:v>
                </c:pt>
                <c:pt idx="1184">
                  <c:v>#N/A</c:v>
                </c:pt>
                <c:pt idx="1185">
                  <c:v>#N/A</c:v>
                </c:pt>
                <c:pt idx="1186">
                  <c:v>#N/A</c:v>
                </c:pt>
                <c:pt idx="1187">
                  <c:v>#N/A</c:v>
                </c:pt>
                <c:pt idx="1188">
                  <c:v>#N/A</c:v>
                </c:pt>
                <c:pt idx="1189">
                  <c:v>#N/A</c:v>
                </c:pt>
                <c:pt idx="1190">
                  <c:v>#N/A</c:v>
                </c:pt>
                <c:pt idx="1191">
                  <c:v>#N/A</c:v>
                </c:pt>
                <c:pt idx="1192">
                  <c:v>#N/A</c:v>
                </c:pt>
                <c:pt idx="1193">
                  <c:v>#N/A</c:v>
                </c:pt>
                <c:pt idx="1194">
                  <c:v>#N/A</c:v>
                </c:pt>
                <c:pt idx="1195">
                  <c:v>#N/A</c:v>
                </c:pt>
                <c:pt idx="1196">
                  <c:v>#N/A</c:v>
                </c:pt>
                <c:pt idx="1197">
                  <c:v>4.8</c:v>
                </c:pt>
                <c:pt idx="1198">
                  <c:v>#N/A</c:v>
                </c:pt>
                <c:pt idx="1199">
                  <c:v>#N/A</c:v>
                </c:pt>
                <c:pt idx="1200">
                  <c:v>#N/A</c:v>
                </c:pt>
                <c:pt idx="1201">
                  <c:v>#N/A</c:v>
                </c:pt>
                <c:pt idx="1202">
                  <c:v>#N/A</c:v>
                </c:pt>
                <c:pt idx="1203">
                  <c:v>#N/A</c:v>
                </c:pt>
                <c:pt idx="1204">
                  <c:v>#N/A</c:v>
                </c:pt>
                <c:pt idx="1205">
                  <c:v>#N/A</c:v>
                </c:pt>
                <c:pt idx="1206">
                  <c:v>#N/A</c:v>
                </c:pt>
                <c:pt idx="1207">
                  <c:v>#N/A</c:v>
                </c:pt>
                <c:pt idx="1208">
                  <c:v>#N/A</c:v>
                </c:pt>
                <c:pt idx="1209">
                  <c:v>#N/A</c:v>
                </c:pt>
                <c:pt idx="1210">
                  <c:v>#N/A</c:v>
                </c:pt>
                <c:pt idx="1211">
                  <c:v>#N/A</c:v>
                </c:pt>
                <c:pt idx="1212">
                  <c:v>#N/A</c:v>
                </c:pt>
                <c:pt idx="1213">
                  <c:v>#N/A</c:v>
                </c:pt>
                <c:pt idx="1214">
                  <c:v>#N/A</c:v>
                </c:pt>
                <c:pt idx="1215">
                  <c:v>#N/A</c:v>
                </c:pt>
                <c:pt idx="1216">
                  <c:v>#N/A</c:v>
                </c:pt>
                <c:pt idx="1217">
                  <c:v>#N/A</c:v>
                </c:pt>
                <c:pt idx="1218">
                  <c:v>#N/A</c:v>
                </c:pt>
                <c:pt idx="1219">
                  <c:v>#N/A</c:v>
                </c:pt>
                <c:pt idx="1220">
                  <c:v>#N/A</c:v>
                </c:pt>
                <c:pt idx="1221">
                  <c:v>#N/A</c:v>
                </c:pt>
                <c:pt idx="1222">
                  <c:v>#N/A</c:v>
                </c:pt>
                <c:pt idx="1223">
                  <c:v>#N/A</c:v>
                </c:pt>
                <c:pt idx="1224">
                  <c:v>#N/A</c:v>
                </c:pt>
                <c:pt idx="1225">
                  <c:v>#N/A</c:v>
                </c:pt>
                <c:pt idx="1226">
                  <c:v>#N/A</c:v>
                </c:pt>
                <c:pt idx="1227">
                  <c:v>#N/A</c:v>
                </c:pt>
                <c:pt idx="1228">
                  <c:v>4.9000000000000004</c:v>
                </c:pt>
                <c:pt idx="1229">
                  <c:v>#N/A</c:v>
                </c:pt>
                <c:pt idx="1230">
                  <c:v>#N/A</c:v>
                </c:pt>
                <c:pt idx="1231">
                  <c:v>#N/A</c:v>
                </c:pt>
                <c:pt idx="1232">
                  <c:v>#N/A</c:v>
                </c:pt>
                <c:pt idx="1233">
                  <c:v>#N/A</c:v>
                </c:pt>
                <c:pt idx="1234">
                  <c:v>#N/A</c:v>
                </c:pt>
                <c:pt idx="1235">
                  <c:v>#N/A</c:v>
                </c:pt>
                <c:pt idx="1236">
                  <c:v>#N/A</c:v>
                </c:pt>
                <c:pt idx="1237">
                  <c:v>#N/A</c:v>
                </c:pt>
                <c:pt idx="1238">
                  <c:v>#N/A</c:v>
                </c:pt>
                <c:pt idx="1239">
                  <c:v>#N/A</c:v>
                </c:pt>
                <c:pt idx="1240">
                  <c:v>#N/A</c:v>
                </c:pt>
                <c:pt idx="1241">
                  <c:v>#N/A</c:v>
                </c:pt>
                <c:pt idx="1242">
                  <c:v>#N/A</c:v>
                </c:pt>
                <c:pt idx="1243">
                  <c:v>#N/A</c:v>
                </c:pt>
                <c:pt idx="1244">
                  <c:v>#N/A</c:v>
                </c:pt>
                <c:pt idx="1245">
                  <c:v>#N/A</c:v>
                </c:pt>
                <c:pt idx="1246">
                  <c:v>#N/A</c:v>
                </c:pt>
                <c:pt idx="1247">
                  <c:v>#N/A</c:v>
                </c:pt>
                <c:pt idx="1248">
                  <c:v>#N/A</c:v>
                </c:pt>
                <c:pt idx="1249">
                  <c:v>#N/A</c:v>
                </c:pt>
                <c:pt idx="1250">
                  <c:v>#N/A</c:v>
                </c:pt>
                <c:pt idx="1251">
                  <c:v>#N/A</c:v>
                </c:pt>
                <c:pt idx="1252">
                  <c:v>#N/A</c:v>
                </c:pt>
                <c:pt idx="1253">
                  <c:v>#N/A</c:v>
                </c:pt>
                <c:pt idx="1254">
                  <c:v>#N/A</c:v>
                </c:pt>
                <c:pt idx="1255">
                  <c:v>#N/A</c:v>
                </c:pt>
                <c:pt idx="1256">
                  <c:v>4.9000000000000004</c:v>
                </c:pt>
                <c:pt idx="1257">
                  <c:v>#N/A</c:v>
                </c:pt>
                <c:pt idx="1258">
                  <c:v>#N/A</c:v>
                </c:pt>
                <c:pt idx="1259">
                  <c:v>#N/A</c:v>
                </c:pt>
                <c:pt idx="1260">
                  <c:v>#N/A</c:v>
                </c:pt>
                <c:pt idx="1261">
                  <c:v>#N/A</c:v>
                </c:pt>
                <c:pt idx="1262">
                  <c:v>#N/A</c:v>
                </c:pt>
                <c:pt idx="1263">
                  <c:v>#N/A</c:v>
                </c:pt>
                <c:pt idx="1264">
                  <c:v>#N/A</c:v>
                </c:pt>
                <c:pt idx="1265">
                  <c:v>#N/A</c:v>
                </c:pt>
                <c:pt idx="1266">
                  <c:v>#N/A</c:v>
                </c:pt>
                <c:pt idx="1267">
                  <c:v>#N/A</c:v>
                </c:pt>
                <c:pt idx="1268">
                  <c:v>#N/A</c:v>
                </c:pt>
                <c:pt idx="1269">
                  <c:v>#N/A</c:v>
                </c:pt>
                <c:pt idx="1270">
                  <c:v>#N/A</c:v>
                </c:pt>
                <c:pt idx="1271">
                  <c:v>#N/A</c:v>
                </c:pt>
                <c:pt idx="1272">
                  <c:v>#N/A</c:v>
                </c:pt>
                <c:pt idx="1273">
                  <c:v>#N/A</c:v>
                </c:pt>
                <c:pt idx="1274">
                  <c:v>#N/A</c:v>
                </c:pt>
                <c:pt idx="1275">
                  <c:v>#N/A</c:v>
                </c:pt>
                <c:pt idx="1276">
                  <c:v>#N/A</c:v>
                </c:pt>
                <c:pt idx="1277">
                  <c:v>#N/A</c:v>
                </c:pt>
                <c:pt idx="1278">
                  <c:v>#N/A</c:v>
                </c:pt>
                <c:pt idx="1279">
                  <c:v>#N/A</c:v>
                </c:pt>
                <c:pt idx="1280">
                  <c:v>#N/A</c:v>
                </c:pt>
                <c:pt idx="1281">
                  <c:v>#N/A</c:v>
                </c:pt>
                <c:pt idx="1282">
                  <c:v>#N/A</c:v>
                </c:pt>
                <c:pt idx="1283">
                  <c:v>#N/A</c:v>
                </c:pt>
                <c:pt idx="1284">
                  <c:v>#N/A</c:v>
                </c:pt>
                <c:pt idx="1285">
                  <c:v>#N/A</c:v>
                </c:pt>
                <c:pt idx="1286">
                  <c:v>#N/A</c:v>
                </c:pt>
                <c:pt idx="1287">
                  <c:v>5</c:v>
                </c:pt>
                <c:pt idx="1288">
                  <c:v>#N/A</c:v>
                </c:pt>
                <c:pt idx="1289">
                  <c:v>#N/A</c:v>
                </c:pt>
                <c:pt idx="1290">
                  <c:v>#N/A</c:v>
                </c:pt>
                <c:pt idx="1291">
                  <c:v>#N/A</c:v>
                </c:pt>
                <c:pt idx="1292">
                  <c:v>#N/A</c:v>
                </c:pt>
                <c:pt idx="1293">
                  <c:v>#N/A</c:v>
                </c:pt>
                <c:pt idx="1294">
                  <c:v>#N/A</c:v>
                </c:pt>
                <c:pt idx="1295">
                  <c:v>#N/A</c:v>
                </c:pt>
                <c:pt idx="1296">
                  <c:v>#N/A</c:v>
                </c:pt>
                <c:pt idx="1297">
                  <c:v>#N/A</c:v>
                </c:pt>
                <c:pt idx="1298">
                  <c:v>#N/A</c:v>
                </c:pt>
                <c:pt idx="1299">
                  <c:v>#N/A</c:v>
                </c:pt>
                <c:pt idx="1300">
                  <c:v>#N/A</c:v>
                </c:pt>
                <c:pt idx="1301">
                  <c:v>#N/A</c:v>
                </c:pt>
                <c:pt idx="1302">
                  <c:v>#N/A</c:v>
                </c:pt>
                <c:pt idx="1303">
                  <c:v>#N/A</c:v>
                </c:pt>
                <c:pt idx="1304">
                  <c:v>#N/A</c:v>
                </c:pt>
                <c:pt idx="1305">
                  <c:v>#N/A</c:v>
                </c:pt>
                <c:pt idx="1306">
                  <c:v>#N/A</c:v>
                </c:pt>
                <c:pt idx="1307">
                  <c:v>#N/A</c:v>
                </c:pt>
                <c:pt idx="1308">
                  <c:v>#N/A</c:v>
                </c:pt>
                <c:pt idx="1309">
                  <c:v>#N/A</c:v>
                </c:pt>
                <c:pt idx="1310">
                  <c:v>#N/A</c:v>
                </c:pt>
                <c:pt idx="1311">
                  <c:v>#N/A</c:v>
                </c:pt>
                <c:pt idx="1312">
                  <c:v>#N/A</c:v>
                </c:pt>
                <c:pt idx="1313">
                  <c:v>#N/A</c:v>
                </c:pt>
                <c:pt idx="1314">
                  <c:v>#N/A</c:v>
                </c:pt>
                <c:pt idx="1315">
                  <c:v>#N/A</c:v>
                </c:pt>
                <c:pt idx="1316">
                  <c:v>#N/A</c:v>
                </c:pt>
                <c:pt idx="1317">
                  <c:v>#N/A</c:v>
                </c:pt>
                <c:pt idx="1318">
                  <c:v>5.2</c:v>
                </c:pt>
                <c:pt idx="1319">
                  <c:v>#N/A</c:v>
                </c:pt>
                <c:pt idx="1320">
                  <c:v>#N/A</c:v>
                </c:pt>
                <c:pt idx="1321">
                  <c:v>#N/A</c:v>
                </c:pt>
                <c:pt idx="1322">
                  <c:v>#N/A</c:v>
                </c:pt>
                <c:pt idx="1323">
                  <c:v>#N/A</c:v>
                </c:pt>
                <c:pt idx="1324">
                  <c:v>#N/A</c:v>
                </c:pt>
                <c:pt idx="1325">
                  <c:v>#N/A</c:v>
                </c:pt>
                <c:pt idx="1326">
                  <c:v>#N/A</c:v>
                </c:pt>
                <c:pt idx="1327">
                  <c:v>#N/A</c:v>
                </c:pt>
                <c:pt idx="1328">
                  <c:v>#N/A</c:v>
                </c:pt>
                <c:pt idx="1329">
                  <c:v>#N/A</c:v>
                </c:pt>
                <c:pt idx="1330">
                  <c:v>#N/A</c:v>
                </c:pt>
                <c:pt idx="1331">
                  <c:v>#N/A</c:v>
                </c:pt>
                <c:pt idx="1332">
                  <c:v>#N/A</c:v>
                </c:pt>
                <c:pt idx="1333">
                  <c:v>#N/A</c:v>
                </c:pt>
                <c:pt idx="1334">
                  <c:v>#N/A</c:v>
                </c:pt>
                <c:pt idx="1335">
                  <c:v>#N/A</c:v>
                </c:pt>
                <c:pt idx="1336">
                  <c:v>#N/A</c:v>
                </c:pt>
                <c:pt idx="1337">
                  <c:v>#N/A</c:v>
                </c:pt>
                <c:pt idx="1338">
                  <c:v>#N/A</c:v>
                </c:pt>
                <c:pt idx="1339">
                  <c:v>#N/A</c:v>
                </c:pt>
                <c:pt idx="1340">
                  <c:v>#N/A</c:v>
                </c:pt>
                <c:pt idx="1341">
                  <c:v>#N/A</c:v>
                </c:pt>
                <c:pt idx="1342">
                  <c:v>#N/A</c:v>
                </c:pt>
                <c:pt idx="1343">
                  <c:v>#N/A</c:v>
                </c:pt>
                <c:pt idx="1344">
                  <c:v>#N/A</c:v>
                </c:pt>
                <c:pt idx="1345">
                  <c:v>#N/A</c:v>
                </c:pt>
                <c:pt idx="1346">
                  <c:v>#N/A</c:v>
                </c:pt>
                <c:pt idx="1347">
                  <c:v>#N/A</c:v>
                </c:pt>
                <c:pt idx="1348">
                  <c:v>5.5</c:v>
                </c:pt>
                <c:pt idx="1349">
                  <c:v>#N/A</c:v>
                </c:pt>
                <c:pt idx="1350">
                  <c:v>#N/A</c:v>
                </c:pt>
                <c:pt idx="1351">
                  <c:v>#N/A</c:v>
                </c:pt>
                <c:pt idx="1352">
                  <c:v>#N/A</c:v>
                </c:pt>
                <c:pt idx="1353">
                  <c:v>#N/A</c:v>
                </c:pt>
                <c:pt idx="1354">
                  <c:v>#N/A</c:v>
                </c:pt>
                <c:pt idx="1355">
                  <c:v>#N/A</c:v>
                </c:pt>
                <c:pt idx="1356">
                  <c:v>#N/A</c:v>
                </c:pt>
                <c:pt idx="1357">
                  <c:v>#N/A</c:v>
                </c:pt>
                <c:pt idx="1358">
                  <c:v>#N/A</c:v>
                </c:pt>
                <c:pt idx="1359">
                  <c:v>#N/A</c:v>
                </c:pt>
                <c:pt idx="1360">
                  <c:v>#N/A</c:v>
                </c:pt>
                <c:pt idx="1361">
                  <c:v>#N/A</c:v>
                </c:pt>
                <c:pt idx="1362">
                  <c:v>#N/A</c:v>
                </c:pt>
                <c:pt idx="1363">
                  <c:v>#N/A</c:v>
                </c:pt>
                <c:pt idx="1364">
                  <c:v>#N/A</c:v>
                </c:pt>
                <c:pt idx="1365">
                  <c:v>#N/A</c:v>
                </c:pt>
                <c:pt idx="1366">
                  <c:v>#N/A</c:v>
                </c:pt>
                <c:pt idx="1367">
                  <c:v>#N/A</c:v>
                </c:pt>
                <c:pt idx="1368">
                  <c:v>#N/A</c:v>
                </c:pt>
                <c:pt idx="1369">
                  <c:v>#N/A</c:v>
                </c:pt>
                <c:pt idx="1370">
                  <c:v>#N/A</c:v>
                </c:pt>
                <c:pt idx="1371">
                  <c:v>#N/A</c:v>
                </c:pt>
                <c:pt idx="1372">
                  <c:v>#N/A</c:v>
                </c:pt>
                <c:pt idx="1373">
                  <c:v>#N/A</c:v>
                </c:pt>
                <c:pt idx="1374">
                  <c:v>#N/A</c:v>
                </c:pt>
                <c:pt idx="1375">
                  <c:v>#N/A</c:v>
                </c:pt>
                <c:pt idx="1376">
                  <c:v>#N/A</c:v>
                </c:pt>
                <c:pt idx="1377">
                  <c:v>#N/A</c:v>
                </c:pt>
                <c:pt idx="1378">
                  <c:v>#N/A</c:v>
                </c:pt>
                <c:pt idx="1379">
                  <c:v>5.6</c:v>
                </c:pt>
                <c:pt idx="1380">
                  <c:v>#N/A</c:v>
                </c:pt>
                <c:pt idx="1381">
                  <c:v>#N/A</c:v>
                </c:pt>
                <c:pt idx="1382">
                  <c:v>#N/A</c:v>
                </c:pt>
                <c:pt idx="1383">
                  <c:v>#N/A</c:v>
                </c:pt>
                <c:pt idx="1384">
                  <c:v>#N/A</c:v>
                </c:pt>
                <c:pt idx="1385">
                  <c:v>#N/A</c:v>
                </c:pt>
                <c:pt idx="1386">
                  <c:v>#N/A</c:v>
                </c:pt>
                <c:pt idx="1387">
                  <c:v>#N/A</c:v>
                </c:pt>
                <c:pt idx="1388">
                  <c:v>#N/A</c:v>
                </c:pt>
                <c:pt idx="1389">
                  <c:v>#N/A</c:v>
                </c:pt>
                <c:pt idx="1390">
                  <c:v>#N/A</c:v>
                </c:pt>
                <c:pt idx="1391">
                  <c:v>#N/A</c:v>
                </c:pt>
                <c:pt idx="1392">
                  <c:v>#N/A</c:v>
                </c:pt>
                <c:pt idx="1393">
                  <c:v>#N/A</c:v>
                </c:pt>
                <c:pt idx="1394">
                  <c:v>#N/A</c:v>
                </c:pt>
                <c:pt idx="1395">
                  <c:v>#N/A</c:v>
                </c:pt>
                <c:pt idx="1396">
                  <c:v>#N/A</c:v>
                </c:pt>
                <c:pt idx="1397">
                  <c:v>#N/A</c:v>
                </c:pt>
                <c:pt idx="1398">
                  <c:v>#N/A</c:v>
                </c:pt>
                <c:pt idx="1399">
                  <c:v>#N/A</c:v>
                </c:pt>
                <c:pt idx="1400">
                  <c:v>#N/A</c:v>
                </c:pt>
                <c:pt idx="1401">
                  <c:v>#N/A</c:v>
                </c:pt>
                <c:pt idx="1402">
                  <c:v>#N/A</c:v>
                </c:pt>
                <c:pt idx="1403">
                  <c:v>#N/A</c:v>
                </c:pt>
                <c:pt idx="1404">
                  <c:v>#N/A</c:v>
                </c:pt>
                <c:pt idx="1405">
                  <c:v>#N/A</c:v>
                </c:pt>
                <c:pt idx="1406">
                  <c:v>#N/A</c:v>
                </c:pt>
                <c:pt idx="1407">
                  <c:v>#N/A</c:v>
                </c:pt>
                <c:pt idx="1408">
                  <c:v>#N/A</c:v>
                </c:pt>
                <c:pt idx="1409">
                  <c:v>5.4</c:v>
                </c:pt>
                <c:pt idx="1410">
                  <c:v>#N/A</c:v>
                </c:pt>
                <c:pt idx="1411">
                  <c:v>#N/A</c:v>
                </c:pt>
                <c:pt idx="1412">
                  <c:v>#N/A</c:v>
                </c:pt>
                <c:pt idx="1413">
                  <c:v>#N/A</c:v>
                </c:pt>
                <c:pt idx="1414">
                  <c:v>#N/A</c:v>
                </c:pt>
                <c:pt idx="1415">
                  <c:v>#N/A</c:v>
                </c:pt>
                <c:pt idx="1416">
                  <c:v>#N/A</c:v>
                </c:pt>
                <c:pt idx="1417">
                  <c:v>#N/A</c:v>
                </c:pt>
                <c:pt idx="1418">
                  <c:v>#N/A</c:v>
                </c:pt>
                <c:pt idx="1419">
                  <c:v>#N/A</c:v>
                </c:pt>
                <c:pt idx="1420">
                  <c:v>#N/A</c:v>
                </c:pt>
                <c:pt idx="1421">
                  <c:v>#N/A</c:v>
                </c:pt>
                <c:pt idx="1422">
                  <c:v>#N/A</c:v>
                </c:pt>
                <c:pt idx="1423">
                  <c:v>#N/A</c:v>
                </c:pt>
                <c:pt idx="1424">
                  <c:v>#N/A</c:v>
                </c:pt>
                <c:pt idx="1425">
                  <c:v>#N/A</c:v>
                </c:pt>
                <c:pt idx="1426">
                  <c:v>#N/A</c:v>
                </c:pt>
                <c:pt idx="1427">
                  <c:v>#N/A</c:v>
                </c:pt>
                <c:pt idx="1428">
                  <c:v>#N/A</c:v>
                </c:pt>
                <c:pt idx="1429">
                  <c:v>#N/A</c:v>
                </c:pt>
                <c:pt idx="1430">
                  <c:v>#N/A</c:v>
                </c:pt>
                <c:pt idx="1431">
                  <c:v>#N/A</c:v>
                </c:pt>
                <c:pt idx="1432">
                  <c:v>#N/A</c:v>
                </c:pt>
                <c:pt idx="1433">
                  <c:v>#N/A</c:v>
                </c:pt>
                <c:pt idx="1434">
                  <c:v>#N/A</c:v>
                </c:pt>
                <c:pt idx="1435">
                  <c:v>#N/A</c:v>
                </c:pt>
                <c:pt idx="1436">
                  <c:v>#N/A</c:v>
                </c:pt>
                <c:pt idx="1437">
                  <c:v>#N/A</c:v>
                </c:pt>
                <c:pt idx="1438">
                  <c:v>#N/A</c:v>
                </c:pt>
                <c:pt idx="1439">
                  <c:v>#N/A</c:v>
                </c:pt>
                <c:pt idx="1440">
                  <c:v>5.0999999999999996</c:v>
                </c:pt>
                <c:pt idx="1441">
                  <c:v>#N/A</c:v>
                </c:pt>
                <c:pt idx="1442">
                  <c:v>#N/A</c:v>
                </c:pt>
                <c:pt idx="1443">
                  <c:v>#N/A</c:v>
                </c:pt>
                <c:pt idx="1444">
                  <c:v>#N/A</c:v>
                </c:pt>
                <c:pt idx="1445">
                  <c:v>#N/A</c:v>
                </c:pt>
                <c:pt idx="1446">
                  <c:v>#N/A</c:v>
                </c:pt>
                <c:pt idx="1447">
                  <c:v>#N/A</c:v>
                </c:pt>
                <c:pt idx="1448">
                  <c:v>#N/A</c:v>
                </c:pt>
                <c:pt idx="1449">
                  <c:v>#N/A</c:v>
                </c:pt>
                <c:pt idx="1450">
                  <c:v>#N/A</c:v>
                </c:pt>
                <c:pt idx="1451">
                  <c:v>#N/A</c:v>
                </c:pt>
                <c:pt idx="1452">
                  <c:v>#N/A</c:v>
                </c:pt>
                <c:pt idx="1453">
                  <c:v>#N/A</c:v>
                </c:pt>
                <c:pt idx="1454">
                  <c:v>#N/A</c:v>
                </c:pt>
                <c:pt idx="1455">
                  <c:v>#N/A</c:v>
                </c:pt>
                <c:pt idx="1456">
                  <c:v>#N/A</c:v>
                </c:pt>
                <c:pt idx="1457">
                  <c:v>#N/A</c:v>
                </c:pt>
                <c:pt idx="1458">
                  <c:v>#N/A</c:v>
                </c:pt>
                <c:pt idx="1459">
                  <c:v>#N/A</c:v>
                </c:pt>
                <c:pt idx="1460">
                  <c:v>#N/A</c:v>
                </c:pt>
                <c:pt idx="1461">
                  <c:v>#N/A</c:v>
                </c:pt>
                <c:pt idx="1462">
                  <c:v>#N/A</c:v>
                </c:pt>
                <c:pt idx="1463">
                  <c:v>#N/A</c:v>
                </c:pt>
                <c:pt idx="1464">
                  <c:v>#N/A</c:v>
                </c:pt>
                <c:pt idx="1465">
                  <c:v>#N/A</c:v>
                </c:pt>
                <c:pt idx="1466">
                  <c:v>#N/A</c:v>
                </c:pt>
                <c:pt idx="1467">
                  <c:v>#N/A</c:v>
                </c:pt>
                <c:pt idx="1468">
                  <c:v>#N/A</c:v>
                </c:pt>
                <c:pt idx="1469">
                  <c:v>#N/A</c:v>
                </c:pt>
                <c:pt idx="1470">
                  <c:v>#N/A</c:v>
                </c:pt>
                <c:pt idx="1471">
                  <c:v>5.3</c:v>
                </c:pt>
                <c:pt idx="1472">
                  <c:v>#N/A</c:v>
                </c:pt>
                <c:pt idx="1473">
                  <c:v>#N/A</c:v>
                </c:pt>
                <c:pt idx="1474">
                  <c:v>#N/A</c:v>
                </c:pt>
                <c:pt idx="1475">
                  <c:v>#N/A</c:v>
                </c:pt>
                <c:pt idx="1476">
                  <c:v>#N/A</c:v>
                </c:pt>
                <c:pt idx="1477">
                  <c:v>#N/A</c:v>
                </c:pt>
                <c:pt idx="1478">
                  <c:v>#N/A</c:v>
                </c:pt>
                <c:pt idx="1479">
                  <c:v>#N/A</c:v>
                </c:pt>
                <c:pt idx="1480">
                  <c:v>#N/A</c:v>
                </c:pt>
                <c:pt idx="1481">
                  <c:v>#N/A</c:v>
                </c:pt>
                <c:pt idx="1482">
                  <c:v>#N/A</c:v>
                </c:pt>
                <c:pt idx="1483">
                  <c:v>#N/A</c:v>
                </c:pt>
                <c:pt idx="1484">
                  <c:v>#N/A</c:v>
                </c:pt>
                <c:pt idx="1485">
                  <c:v>#N/A</c:v>
                </c:pt>
                <c:pt idx="1486">
                  <c:v>#N/A</c:v>
                </c:pt>
                <c:pt idx="1487">
                  <c:v>#N/A</c:v>
                </c:pt>
                <c:pt idx="1488">
                  <c:v>#N/A</c:v>
                </c:pt>
                <c:pt idx="1489">
                  <c:v>#N/A</c:v>
                </c:pt>
                <c:pt idx="1490">
                  <c:v>#N/A</c:v>
                </c:pt>
                <c:pt idx="1491">
                  <c:v>#N/A</c:v>
                </c:pt>
                <c:pt idx="1492">
                  <c:v>#N/A</c:v>
                </c:pt>
                <c:pt idx="1493">
                  <c:v>#N/A</c:v>
                </c:pt>
                <c:pt idx="1494">
                  <c:v>#N/A</c:v>
                </c:pt>
                <c:pt idx="1495">
                  <c:v>#N/A</c:v>
                </c:pt>
                <c:pt idx="1496">
                  <c:v>#N/A</c:v>
                </c:pt>
                <c:pt idx="1497">
                  <c:v>#N/A</c:v>
                </c:pt>
                <c:pt idx="1498">
                  <c:v>#N/A</c:v>
                </c:pt>
                <c:pt idx="1499">
                  <c:v>#N/A</c:v>
                </c:pt>
                <c:pt idx="1500">
                  <c:v>#N/A</c:v>
                </c:pt>
                <c:pt idx="1501">
                  <c:v>5.2</c:v>
                </c:pt>
                <c:pt idx="1502">
                  <c:v>#N/A</c:v>
                </c:pt>
                <c:pt idx="1503">
                  <c:v>#N/A</c:v>
                </c:pt>
                <c:pt idx="1504">
                  <c:v>#N/A</c:v>
                </c:pt>
                <c:pt idx="1505">
                  <c:v>#N/A</c:v>
                </c:pt>
                <c:pt idx="1506">
                  <c:v>#N/A</c:v>
                </c:pt>
                <c:pt idx="1507">
                  <c:v>#N/A</c:v>
                </c:pt>
                <c:pt idx="1508">
                  <c:v>#N/A</c:v>
                </c:pt>
                <c:pt idx="1509">
                  <c:v>#N/A</c:v>
                </c:pt>
                <c:pt idx="1510">
                  <c:v>#N/A</c:v>
                </c:pt>
                <c:pt idx="1511">
                  <c:v>#N/A</c:v>
                </c:pt>
                <c:pt idx="1512">
                  <c:v>#N/A</c:v>
                </c:pt>
                <c:pt idx="1513">
                  <c:v>#N/A</c:v>
                </c:pt>
                <c:pt idx="1514">
                  <c:v>#N/A</c:v>
                </c:pt>
                <c:pt idx="1515">
                  <c:v>#N/A</c:v>
                </c:pt>
                <c:pt idx="1516">
                  <c:v>#N/A</c:v>
                </c:pt>
                <c:pt idx="1517">
                  <c:v>#N/A</c:v>
                </c:pt>
                <c:pt idx="1518">
                  <c:v>#N/A</c:v>
                </c:pt>
                <c:pt idx="1519">
                  <c:v>#N/A</c:v>
                </c:pt>
                <c:pt idx="1520">
                  <c:v>#N/A</c:v>
                </c:pt>
                <c:pt idx="1521">
                  <c:v>#N/A</c:v>
                </c:pt>
                <c:pt idx="1522">
                  <c:v>#N/A</c:v>
                </c:pt>
                <c:pt idx="1523">
                  <c:v>#N/A</c:v>
                </c:pt>
                <c:pt idx="1524">
                  <c:v>#N/A</c:v>
                </c:pt>
                <c:pt idx="1525">
                  <c:v>#N/A</c:v>
                </c:pt>
                <c:pt idx="1526">
                  <c:v>#N/A</c:v>
                </c:pt>
                <c:pt idx="1527">
                  <c:v>#N/A</c:v>
                </c:pt>
                <c:pt idx="1528">
                  <c:v>#N/A</c:v>
                </c:pt>
                <c:pt idx="1529">
                  <c:v>#N/A</c:v>
                </c:pt>
                <c:pt idx="1530">
                  <c:v>#N/A</c:v>
                </c:pt>
                <c:pt idx="1531">
                  <c:v>#N/A</c:v>
                </c:pt>
                <c:pt idx="1532">
                  <c:v>5.3</c:v>
                </c:pt>
                <c:pt idx="1533">
                  <c:v>#N/A</c:v>
                </c:pt>
                <c:pt idx="1534">
                  <c:v>#N/A</c:v>
                </c:pt>
                <c:pt idx="1535">
                  <c:v>#N/A</c:v>
                </c:pt>
                <c:pt idx="1536">
                  <c:v>#N/A</c:v>
                </c:pt>
                <c:pt idx="1537">
                  <c:v>#N/A</c:v>
                </c:pt>
                <c:pt idx="1538">
                  <c:v>#N/A</c:v>
                </c:pt>
                <c:pt idx="1539">
                  <c:v>#N/A</c:v>
                </c:pt>
                <c:pt idx="1540">
                  <c:v>#N/A</c:v>
                </c:pt>
                <c:pt idx="1541">
                  <c:v>#N/A</c:v>
                </c:pt>
                <c:pt idx="1542">
                  <c:v>#N/A</c:v>
                </c:pt>
                <c:pt idx="1543">
                  <c:v>#N/A</c:v>
                </c:pt>
                <c:pt idx="1544">
                  <c:v>#N/A</c:v>
                </c:pt>
                <c:pt idx="1545">
                  <c:v>#N/A</c:v>
                </c:pt>
                <c:pt idx="1546">
                  <c:v>#N/A</c:v>
                </c:pt>
                <c:pt idx="1547">
                  <c:v>#N/A</c:v>
                </c:pt>
                <c:pt idx="1548">
                  <c:v>#N/A</c:v>
                </c:pt>
                <c:pt idx="1549">
                  <c:v>#N/A</c:v>
                </c:pt>
                <c:pt idx="1550">
                  <c:v>#N/A</c:v>
                </c:pt>
                <c:pt idx="1551">
                  <c:v>#N/A</c:v>
                </c:pt>
                <c:pt idx="1552">
                  <c:v>#N/A</c:v>
                </c:pt>
                <c:pt idx="1553">
                  <c:v>#N/A</c:v>
                </c:pt>
                <c:pt idx="1554">
                  <c:v>#N/A</c:v>
                </c:pt>
                <c:pt idx="1555">
                  <c:v>#N/A</c:v>
                </c:pt>
                <c:pt idx="1556">
                  <c:v>#N/A</c:v>
                </c:pt>
                <c:pt idx="1557">
                  <c:v>#N/A</c:v>
                </c:pt>
                <c:pt idx="1558">
                  <c:v>#N/A</c:v>
                </c:pt>
                <c:pt idx="1559">
                  <c:v>#N/A</c:v>
                </c:pt>
                <c:pt idx="1560">
                  <c:v>#N/A</c:v>
                </c:pt>
                <c:pt idx="1561">
                  <c:v>#N/A</c:v>
                </c:pt>
                <c:pt idx="1562">
                  <c:v>5.6</c:v>
                </c:pt>
                <c:pt idx="1563">
                  <c:v>#N/A</c:v>
                </c:pt>
                <c:pt idx="1564">
                  <c:v>#N/A</c:v>
                </c:pt>
                <c:pt idx="1565">
                  <c:v>#N/A</c:v>
                </c:pt>
                <c:pt idx="1566">
                  <c:v>#N/A</c:v>
                </c:pt>
                <c:pt idx="1567">
                  <c:v>#N/A</c:v>
                </c:pt>
                <c:pt idx="1568">
                  <c:v>#N/A</c:v>
                </c:pt>
                <c:pt idx="1569">
                  <c:v>#N/A</c:v>
                </c:pt>
                <c:pt idx="1570">
                  <c:v>#N/A</c:v>
                </c:pt>
                <c:pt idx="1571">
                  <c:v>#N/A</c:v>
                </c:pt>
                <c:pt idx="1572">
                  <c:v>#N/A</c:v>
                </c:pt>
                <c:pt idx="1573">
                  <c:v>#N/A</c:v>
                </c:pt>
                <c:pt idx="1574">
                  <c:v>#N/A</c:v>
                </c:pt>
                <c:pt idx="1575">
                  <c:v>#N/A</c:v>
                </c:pt>
                <c:pt idx="1576">
                  <c:v>#N/A</c:v>
                </c:pt>
                <c:pt idx="1577">
                  <c:v>#N/A</c:v>
                </c:pt>
                <c:pt idx="1578">
                  <c:v>#N/A</c:v>
                </c:pt>
                <c:pt idx="1579">
                  <c:v>#N/A</c:v>
                </c:pt>
                <c:pt idx="1580">
                  <c:v>#N/A</c:v>
                </c:pt>
                <c:pt idx="1581">
                  <c:v>#N/A</c:v>
                </c:pt>
                <c:pt idx="1582">
                  <c:v>#N/A</c:v>
                </c:pt>
                <c:pt idx="1583">
                  <c:v>#N/A</c:v>
                </c:pt>
                <c:pt idx="1584">
                  <c:v>#N/A</c:v>
                </c:pt>
                <c:pt idx="1585">
                  <c:v>#N/A</c:v>
                </c:pt>
                <c:pt idx="1586">
                  <c:v>#N/A</c:v>
                </c:pt>
                <c:pt idx="1587">
                  <c:v>#N/A</c:v>
                </c:pt>
                <c:pt idx="1588">
                  <c:v>#N/A</c:v>
                </c:pt>
                <c:pt idx="1589">
                  <c:v>#N/A</c:v>
                </c:pt>
                <c:pt idx="1590">
                  <c:v>#N/A</c:v>
                </c:pt>
                <c:pt idx="1591">
                  <c:v>#N/A</c:v>
                </c:pt>
                <c:pt idx="1592">
                  <c:v>#N/A</c:v>
                </c:pt>
                <c:pt idx="1593">
                  <c:v>5.6</c:v>
                </c:pt>
                <c:pt idx="1594">
                  <c:v>#N/A</c:v>
                </c:pt>
                <c:pt idx="1595">
                  <c:v>#N/A</c:v>
                </c:pt>
                <c:pt idx="1596">
                  <c:v>#N/A</c:v>
                </c:pt>
                <c:pt idx="1597">
                  <c:v>#N/A</c:v>
                </c:pt>
                <c:pt idx="1598">
                  <c:v>#N/A</c:v>
                </c:pt>
                <c:pt idx="1599">
                  <c:v>#N/A</c:v>
                </c:pt>
                <c:pt idx="1600">
                  <c:v>#N/A</c:v>
                </c:pt>
                <c:pt idx="1601">
                  <c:v>#N/A</c:v>
                </c:pt>
                <c:pt idx="1602">
                  <c:v>#N/A</c:v>
                </c:pt>
                <c:pt idx="1603">
                  <c:v>#N/A</c:v>
                </c:pt>
                <c:pt idx="1604">
                  <c:v>#N/A</c:v>
                </c:pt>
                <c:pt idx="1605">
                  <c:v>#N/A</c:v>
                </c:pt>
                <c:pt idx="1606">
                  <c:v>#N/A</c:v>
                </c:pt>
                <c:pt idx="1607">
                  <c:v>#N/A</c:v>
                </c:pt>
                <c:pt idx="1608">
                  <c:v>#N/A</c:v>
                </c:pt>
                <c:pt idx="1609">
                  <c:v>#N/A</c:v>
                </c:pt>
                <c:pt idx="1610">
                  <c:v>#N/A</c:v>
                </c:pt>
                <c:pt idx="1611">
                  <c:v>#N/A</c:v>
                </c:pt>
                <c:pt idx="1612">
                  <c:v>#N/A</c:v>
                </c:pt>
                <c:pt idx="1613">
                  <c:v>#N/A</c:v>
                </c:pt>
                <c:pt idx="1614">
                  <c:v>#N/A</c:v>
                </c:pt>
                <c:pt idx="1615">
                  <c:v>#N/A</c:v>
                </c:pt>
                <c:pt idx="1616">
                  <c:v>#N/A</c:v>
                </c:pt>
                <c:pt idx="1617">
                  <c:v>#N/A</c:v>
                </c:pt>
                <c:pt idx="1618">
                  <c:v>#N/A</c:v>
                </c:pt>
                <c:pt idx="1619">
                  <c:v>#N/A</c:v>
                </c:pt>
                <c:pt idx="1620">
                  <c:v>#N/A</c:v>
                </c:pt>
                <c:pt idx="1621">
                  <c:v>5.4</c:v>
                </c:pt>
                <c:pt idx="1622">
                  <c:v>#N/A</c:v>
                </c:pt>
                <c:pt idx="1623">
                  <c:v>#N/A</c:v>
                </c:pt>
                <c:pt idx="1624">
                  <c:v>#N/A</c:v>
                </c:pt>
                <c:pt idx="1625">
                  <c:v>#N/A</c:v>
                </c:pt>
                <c:pt idx="1626">
                  <c:v>#N/A</c:v>
                </c:pt>
                <c:pt idx="1627">
                  <c:v>#N/A</c:v>
                </c:pt>
                <c:pt idx="1628">
                  <c:v>#N/A</c:v>
                </c:pt>
                <c:pt idx="1629">
                  <c:v>#N/A</c:v>
                </c:pt>
                <c:pt idx="1630">
                  <c:v>#N/A</c:v>
                </c:pt>
                <c:pt idx="1631">
                  <c:v>#N/A</c:v>
                </c:pt>
                <c:pt idx="1632">
                  <c:v>#N/A</c:v>
                </c:pt>
                <c:pt idx="1633">
                  <c:v>#N/A</c:v>
                </c:pt>
                <c:pt idx="1634">
                  <c:v>#N/A</c:v>
                </c:pt>
                <c:pt idx="1635">
                  <c:v>#N/A</c:v>
                </c:pt>
                <c:pt idx="1636">
                  <c:v>#N/A</c:v>
                </c:pt>
                <c:pt idx="1637">
                  <c:v>#N/A</c:v>
                </c:pt>
                <c:pt idx="1638">
                  <c:v>#N/A</c:v>
                </c:pt>
                <c:pt idx="1639">
                  <c:v>#N/A</c:v>
                </c:pt>
                <c:pt idx="1640">
                  <c:v>#N/A</c:v>
                </c:pt>
                <c:pt idx="1641">
                  <c:v>#N/A</c:v>
                </c:pt>
                <c:pt idx="1642">
                  <c:v>#N/A</c:v>
                </c:pt>
                <c:pt idx="1643">
                  <c:v>#N/A</c:v>
                </c:pt>
                <c:pt idx="1644">
                  <c:v>#N/A</c:v>
                </c:pt>
                <c:pt idx="1645">
                  <c:v>#N/A</c:v>
                </c:pt>
                <c:pt idx="1646">
                  <c:v>#N/A</c:v>
                </c:pt>
                <c:pt idx="1647">
                  <c:v>#N/A</c:v>
                </c:pt>
                <c:pt idx="1648">
                  <c:v>#N/A</c:v>
                </c:pt>
                <c:pt idx="1649">
                  <c:v>#N/A</c:v>
                </c:pt>
                <c:pt idx="1650">
                  <c:v>#N/A</c:v>
                </c:pt>
                <c:pt idx="1651">
                  <c:v>#N/A</c:v>
                </c:pt>
                <c:pt idx="1652">
                  <c:v>5.2</c:v>
                </c:pt>
                <c:pt idx="1653">
                  <c:v>#N/A</c:v>
                </c:pt>
                <c:pt idx="1654">
                  <c:v>#N/A</c:v>
                </c:pt>
                <c:pt idx="1655">
                  <c:v>#N/A</c:v>
                </c:pt>
                <c:pt idx="1656">
                  <c:v>#N/A</c:v>
                </c:pt>
                <c:pt idx="1657">
                  <c:v>#N/A</c:v>
                </c:pt>
                <c:pt idx="1658">
                  <c:v>#N/A</c:v>
                </c:pt>
                <c:pt idx="1659">
                  <c:v>#N/A</c:v>
                </c:pt>
                <c:pt idx="1660">
                  <c:v>#N/A</c:v>
                </c:pt>
                <c:pt idx="1661">
                  <c:v>#N/A</c:v>
                </c:pt>
                <c:pt idx="1662">
                  <c:v>#N/A</c:v>
                </c:pt>
                <c:pt idx="1663">
                  <c:v>#N/A</c:v>
                </c:pt>
                <c:pt idx="1664">
                  <c:v>#N/A</c:v>
                </c:pt>
                <c:pt idx="1665">
                  <c:v>#N/A</c:v>
                </c:pt>
                <c:pt idx="1666">
                  <c:v>#N/A</c:v>
                </c:pt>
                <c:pt idx="1667">
                  <c:v>#N/A</c:v>
                </c:pt>
                <c:pt idx="1668">
                  <c:v>#N/A</c:v>
                </c:pt>
                <c:pt idx="1669">
                  <c:v>#N/A</c:v>
                </c:pt>
                <c:pt idx="1670">
                  <c:v>#N/A</c:v>
                </c:pt>
                <c:pt idx="1671">
                  <c:v>#N/A</c:v>
                </c:pt>
                <c:pt idx="1672">
                  <c:v>#N/A</c:v>
                </c:pt>
                <c:pt idx="1673">
                  <c:v>#N/A</c:v>
                </c:pt>
                <c:pt idx="1674">
                  <c:v>#N/A</c:v>
                </c:pt>
                <c:pt idx="1675">
                  <c:v>#N/A</c:v>
                </c:pt>
                <c:pt idx="1676">
                  <c:v>#N/A</c:v>
                </c:pt>
                <c:pt idx="1677">
                  <c:v>#N/A</c:v>
                </c:pt>
                <c:pt idx="1678">
                  <c:v>#N/A</c:v>
                </c:pt>
                <c:pt idx="1679">
                  <c:v>#N/A</c:v>
                </c:pt>
                <c:pt idx="1680">
                  <c:v>#N/A</c:v>
                </c:pt>
                <c:pt idx="1681">
                  <c:v>#N/A</c:v>
                </c:pt>
                <c:pt idx="1682">
                  <c:v>#N/A</c:v>
                </c:pt>
                <c:pt idx="1683">
                  <c:v>4.9000000000000004</c:v>
                </c:pt>
                <c:pt idx="1684">
                  <c:v>#N/A</c:v>
                </c:pt>
                <c:pt idx="1685">
                  <c:v>#N/A</c:v>
                </c:pt>
                <c:pt idx="1686">
                  <c:v>#N/A</c:v>
                </c:pt>
                <c:pt idx="1687">
                  <c:v>#N/A</c:v>
                </c:pt>
                <c:pt idx="1688">
                  <c:v>#N/A</c:v>
                </c:pt>
                <c:pt idx="1689">
                  <c:v>#N/A</c:v>
                </c:pt>
                <c:pt idx="1690">
                  <c:v>#N/A</c:v>
                </c:pt>
                <c:pt idx="1691">
                  <c:v>#N/A</c:v>
                </c:pt>
                <c:pt idx="1692">
                  <c:v>#N/A</c:v>
                </c:pt>
                <c:pt idx="1693">
                  <c:v>#N/A</c:v>
                </c:pt>
                <c:pt idx="1694">
                  <c:v>#N/A</c:v>
                </c:pt>
                <c:pt idx="1695">
                  <c:v>#N/A</c:v>
                </c:pt>
                <c:pt idx="1696">
                  <c:v>#N/A</c:v>
                </c:pt>
                <c:pt idx="1697">
                  <c:v>#N/A</c:v>
                </c:pt>
                <c:pt idx="1698">
                  <c:v>#N/A</c:v>
                </c:pt>
                <c:pt idx="1699">
                  <c:v>#N/A</c:v>
                </c:pt>
                <c:pt idx="1700">
                  <c:v>#N/A</c:v>
                </c:pt>
                <c:pt idx="1701">
                  <c:v>#N/A</c:v>
                </c:pt>
                <c:pt idx="1702">
                  <c:v>#N/A</c:v>
                </c:pt>
                <c:pt idx="1703">
                  <c:v>#N/A</c:v>
                </c:pt>
                <c:pt idx="1704">
                  <c:v>#N/A</c:v>
                </c:pt>
                <c:pt idx="1705">
                  <c:v>#N/A</c:v>
                </c:pt>
                <c:pt idx="1706">
                  <c:v>#N/A</c:v>
                </c:pt>
                <c:pt idx="1707">
                  <c:v>#N/A</c:v>
                </c:pt>
                <c:pt idx="1708">
                  <c:v>#N/A</c:v>
                </c:pt>
                <c:pt idx="1709">
                  <c:v>#N/A</c:v>
                </c:pt>
                <c:pt idx="1710">
                  <c:v>#N/A</c:v>
                </c:pt>
                <c:pt idx="1711">
                  <c:v>#N/A</c:v>
                </c:pt>
                <c:pt idx="1712">
                  <c:v>#N/A</c:v>
                </c:pt>
                <c:pt idx="1713">
                  <c:v>4.4000000000000004</c:v>
                </c:pt>
                <c:pt idx="1714">
                  <c:v>#N/A</c:v>
                </c:pt>
                <c:pt idx="1715">
                  <c:v>#N/A</c:v>
                </c:pt>
                <c:pt idx="1716">
                  <c:v>#N/A</c:v>
                </c:pt>
                <c:pt idx="1717">
                  <c:v>#N/A</c:v>
                </c:pt>
                <c:pt idx="1718">
                  <c:v>#N/A</c:v>
                </c:pt>
                <c:pt idx="1719">
                  <c:v>#N/A</c:v>
                </c:pt>
                <c:pt idx="1720">
                  <c:v>#N/A</c:v>
                </c:pt>
                <c:pt idx="1721">
                  <c:v>#N/A</c:v>
                </c:pt>
                <c:pt idx="1722">
                  <c:v>#N/A</c:v>
                </c:pt>
                <c:pt idx="1723">
                  <c:v>#N/A</c:v>
                </c:pt>
                <c:pt idx="1724">
                  <c:v>#N/A</c:v>
                </c:pt>
                <c:pt idx="1725">
                  <c:v>#N/A</c:v>
                </c:pt>
                <c:pt idx="1726">
                  <c:v>#N/A</c:v>
                </c:pt>
                <c:pt idx="1727">
                  <c:v>#N/A</c:v>
                </c:pt>
                <c:pt idx="1728">
                  <c:v>#N/A</c:v>
                </c:pt>
                <c:pt idx="1729">
                  <c:v>#N/A</c:v>
                </c:pt>
                <c:pt idx="1730">
                  <c:v>#N/A</c:v>
                </c:pt>
                <c:pt idx="1731">
                  <c:v>#N/A</c:v>
                </c:pt>
                <c:pt idx="1732">
                  <c:v>#N/A</c:v>
                </c:pt>
                <c:pt idx="1733">
                  <c:v>#N/A</c:v>
                </c:pt>
                <c:pt idx="1734">
                  <c:v>#N/A</c:v>
                </c:pt>
                <c:pt idx="1735">
                  <c:v>#N/A</c:v>
                </c:pt>
                <c:pt idx="1736">
                  <c:v>#N/A</c:v>
                </c:pt>
                <c:pt idx="1737">
                  <c:v>#N/A</c:v>
                </c:pt>
                <c:pt idx="1738">
                  <c:v>#N/A</c:v>
                </c:pt>
                <c:pt idx="1739">
                  <c:v>#N/A</c:v>
                </c:pt>
                <c:pt idx="1740">
                  <c:v>#N/A</c:v>
                </c:pt>
                <c:pt idx="1741">
                  <c:v>#N/A</c:v>
                </c:pt>
                <c:pt idx="1742">
                  <c:v>#N/A</c:v>
                </c:pt>
                <c:pt idx="1743">
                  <c:v>#N/A</c:v>
                </c:pt>
                <c:pt idx="1744">
                  <c:v>4</c:v>
                </c:pt>
                <c:pt idx="1745">
                  <c:v>#N/A</c:v>
                </c:pt>
                <c:pt idx="1746">
                  <c:v>#N/A</c:v>
                </c:pt>
                <c:pt idx="1747">
                  <c:v>#N/A</c:v>
                </c:pt>
                <c:pt idx="1748">
                  <c:v>#N/A</c:v>
                </c:pt>
                <c:pt idx="1749">
                  <c:v>#N/A</c:v>
                </c:pt>
                <c:pt idx="1750">
                  <c:v>#N/A</c:v>
                </c:pt>
                <c:pt idx="1751">
                  <c:v>#N/A</c:v>
                </c:pt>
                <c:pt idx="1752">
                  <c:v>#N/A</c:v>
                </c:pt>
                <c:pt idx="1753">
                  <c:v>#N/A</c:v>
                </c:pt>
                <c:pt idx="1754">
                  <c:v>#N/A</c:v>
                </c:pt>
                <c:pt idx="1755">
                  <c:v>#N/A</c:v>
                </c:pt>
                <c:pt idx="1756">
                  <c:v>#N/A</c:v>
                </c:pt>
                <c:pt idx="1757">
                  <c:v>#N/A</c:v>
                </c:pt>
                <c:pt idx="1758">
                  <c:v>#N/A</c:v>
                </c:pt>
                <c:pt idx="1759">
                  <c:v>#N/A</c:v>
                </c:pt>
                <c:pt idx="1760">
                  <c:v>#N/A</c:v>
                </c:pt>
                <c:pt idx="1761">
                  <c:v>#N/A</c:v>
                </c:pt>
                <c:pt idx="1762">
                  <c:v>#N/A</c:v>
                </c:pt>
                <c:pt idx="1763">
                  <c:v>#N/A</c:v>
                </c:pt>
                <c:pt idx="1764">
                  <c:v>#N/A</c:v>
                </c:pt>
                <c:pt idx="1765">
                  <c:v>#N/A</c:v>
                </c:pt>
                <c:pt idx="1766">
                  <c:v>#N/A</c:v>
                </c:pt>
                <c:pt idx="1767">
                  <c:v>#N/A</c:v>
                </c:pt>
                <c:pt idx="1768">
                  <c:v>#N/A</c:v>
                </c:pt>
                <c:pt idx="1769">
                  <c:v>#N/A</c:v>
                </c:pt>
                <c:pt idx="1770">
                  <c:v>#N/A</c:v>
                </c:pt>
                <c:pt idx="1771">
                  <c:v>#N/A</c:v>
                </c:pt>
                <c:pt idx="1772">
                  <c:v>#N/A</c:v>
                </c:pt>
                <c:pt idx="1773">
                  <c:v>#N/A</c:v>
                </c:pt>
                <c:pt idx="1774">
                  <c:v>4</c:v>
                </c:pt>
                <c:pt idx="1775">
                  <c:v>#N/A</c:v>
                </c:pt>
                <c:pt idx="1776">
                  <c:v>#N/A</c:v>
                </c:pt>
                <c:pt idx="1777">
                  <c:v>#N/A</c:v>
                </c:pt>
                <c:pt idx="1778">
                  <c:v>#N/A</c:v>
                </c:pt>
                <c:pt idx="1779">
                  <c:v>#N/A</c:v>
                </c:pt>
                <c:pt idx="1780">
                  <c:v>#N/A</c:v>
                </c:pt>
                <c:pt idx="1781">
                  <c:v>#N/A</c:v>
                </c:pt>
                <c:pt idx="1782">
                  <c:v>#N/A</c:v>
                </c:pt>
                <c:pt idx="1783">
                  <c:v>#N/A</c:v>
                </c:pt>
                <c:pt idx="1784">
                  <c:v>#N/A</c:v>
                </c:pt>
                <c:pt idx="1785">
                  <c:v>#N/A</c:v>
                </c:pt>
                <c:pt idx="1786">
                  <c:v>#N/A</c:v>
                </c:pt>
                <c:pt idx="1787">
                  <c:v>#N/A</c:v>
                </c:pt>
                <c:pt idx="1788">
                  <c:v>#N/A</c:v>
                </c:pt>
                <c:pt idx="1789">
                  <c:v>#N/A</c:v>
                </c:pt>
                <c:pt idx="1790">
                  <c:v>#N/A</c:v>
                </c:pt>
                <c:pt idx="1791">
                  <c:v>#N/A</c:v>
                </c:pt>
                <c:pt idx="1792">
                  <c:v>#N/A</c:v>
                </c:pt>
                <c:pt idx="1793">
                  <c:v>#N/A</c:v>
                </c:pt>
                <c:pt idx="1794">
                  <c:v>#N/A</c:v>
                </c:pt>
                <c:pt idx="1795">
                  <c:v>#N/A</c:v>
                </c:pt>
                <c:pt idx="1796">
                  <c:v>#N/A</c:v>
                </c:pt>
                <c:pt idx="1797">
                  <c:v>#N/A</c:v>
                </c:pt>
                <c:pt idx="1798">
                  <c:v>#N/A</c:v>
                </c:pt>
                <c:pt idx="1799">
                  <c:v>#N/A</c:v>
                </c:pt>
                <c:pt idx="1800">
                  <c:v>#N/A</c:v>
                </c:pt>
                <c:pt idx="1801">
                  <c:v>#N/A</c:v>
                </c:pt>
                <c:pt idx="1802">
                  <c:v>#N/A</c:v>
                </c:pt>
                <c:pt idx="1803">
                  <c:v>#N/A</c:v>
                </c:pt>
                <c:pt idx="1804">
                  <c:v>#N/A</c:v>
                </c:pt>
                <c:pt idx="1805">
                  <c:v>3.9</c:v>
                </c:pt>
                <c:pt idx="1806">
                  <c:v>#N/A</c:v>
                </c:pt>
                <c:pt idx="1807">
                  <c:v>#N/A</c:v>
                </c:pt>
                <c:pt idx="1808">
                  <c:v>#N/A</c:v>
                </c:pt>
                <c:pt idx="1809">
                  <c:v>#N/A</c:v>
                </c:pt>
                <c:pt idx="1810">
                  <c:v>#N/A</c:v>
                </c:pt>
                <c:pt idx="1811">
                  <c:v>#N/A</c:v>
                </c:pt>
                <c:pt idx="1812">
                  <c:v>#N/A</c:v>
                </c:pt>
                <c:pt idx="1813">
                  <c:v>#N/A</c:v>
                </c:pt>
                <c:pt idx="1814">
                  <c:v>#N/A</c:v>
                </c:pt>
                <c:pt idx="1815">
                  <c:v>#N/A</c:v>
                </c:pt>
                <c:pt idx="1816">
                  <c:v>#N/A</c:v>
                </c:pt>
                <c:pt idx="1817">
                  <c:v>#N/A</c:v>
                </c:pt>
                <c:pt idx="1818">
                  <c:v>#N/A</c:v>
                </c:pt>
                <c:pt idx="1819">
                  <c:v>#N/A</c:v>
                </c:pt>
                <c:pt idx="1820">
                  <c:v>#N/A</c:v>
                </c:pt>
                <c:pt idx="1821">
                  <c:v>#N/A</c:v>
                </c:pt>
                <c:pt idx="1822">
                  <c:v>#N/A</c:v>
                </c:pt>
                <c:pt idx="1823">
                  <c:v>#N/A</c:v>
                </c:pt>
                <c:pt idx="1824">
                  <c:v>#N/A</c:v>
                </c:pt>
                <c:pt idx="1825">
                  <c:v>#N/A</c:v>
                </c:pt>
                <c:pt idx="1826">
                  <c:v>#N/A</c:v>
                </c:pt>
                <c:pt idx="1827">
                  <c:v>#N/A</c:v>
                </c:pt>
                <c:pt idx="1828">
                  <c:v>#N/A</c:v>
                </c:pt>
                <c:pt idx="1829">
                  <c:v>#N/A</c:v>
                </c:pt>
                <c:pt idx="1830">
                  <c:v>#N/A</c:v>
                </c:pt>
                <c:pt idx="1831">
                  <c:v>#N/A</c:v>
                </c:pt>
                <c:pt idx="1832">
                  <c:v>#N/A</c:v>
                </c:pt>
                <c:pt idx="1833">
                  <c:v>#N/A</c:v>
                </c:pt>
                <c:pt idx="1834">
                  <c:v>#N/A</c:v>
                </c:pt>
                <c:pt idx="1835">
                  <c:v>#N/A</c:v>
                </c:pt>
                <c:pt idx="1836">
                  <c:v>3.9</c:v>
                </c:pt>
                <c:pt idx="1837">
                  <c:v>#N/A</c:v>
                </c:pt>
                <c:pt idx="1838">
                  <c:v>#N/A</c:v>
                </c:pt>
                <c:pt idx="1839">
                  <c:v>#N/A</c:v>
                </c:pt>
                <c:pt idx="1840">
                  <c:v>#N/A</c:v>
                </c:pt>
                <c:pt idx="1841">
                  <c:v>#N/A</c:v>
                </c:pt>
                <c:pt idx="1842">
                  <c:v>#N/A</c:v>
                </c:pt>
                <c:pt idx="1843">
                  <c:v>#N/A</c:v>
                </c:pt>
                <c:pt idx="1844">
                  <c:v>#N/A</c:v>
                </c:pt>
                <c:pt idx="1845">
                  <c:v>#N/A</c:v>
                </c:pt>
                <c:pt idx="1846">
                  <c:v>#N/A</c:v>
                </c:pt>
                <c:pt idx="1847">
                  <c:v>#N/A</c:v>
                </c:pt>
                <c:pt idx="1848">
                  <c:v>#N/A</c:v>
                </c:pt>
                <c:pt idx="1849">
                  <c:v>#N/A</c:v>
                </c:pt>
                <c:pt idx="1850">
                  <c:v>#N/A</c:v>
                </c:pt>
                <c:pt idx="1851">
                  <c:v>#N/A</c:v>
                </c:pt>
                <c:pt idx="1852">
                  <c:v>#N/A</c:v>
                </c:pt>
                <c:pt idx="1853">
                  <c:v>#N/A</c:v>
                </c:pt>
                <c:pt idx="1854">
                  <c:v>#N/A</c:v>
                </c:pt>
                <c:pt idx="1855">
                  <c:v>#N/A</c:v>
                </c:pt>
                <c:pt idx="1856">
                  <c:v>#N/A</c:v>
                </c:pt>
                <c:pt idx="1857">
                  <c:v>#N/A</c:v>
                </c:pt>
                <c:pt idx="1858">
                  <c:v>#N/A</c:v>
                </c:pt>
                <c:pt idx="1859">
                  <c:v>#N/A</c:v>
                </c:pt>
                <c:pt idx="1860">
                  <c:v>#N/A</c:v>
                </c:pt>
                <c:pt idx="1861">
                  <c:v>#N/A</c:v>
                </c:pt>
                <c:pt idx="1862">
                  <c:v>#N/A</c:v>
                </c:pt>
                <c:pt idx="1863">
                  <c:v>#N/A</c:v>
                </c:pt>
                <c:pt idx="1864">
                  <c:v>#N/A</c:v>
                </c:pt>
                <c:pt idx="1865">
                  <c:v>#N/A</c:v>
                </c:pt>
                <c:pt idx="1866">
                  <c:v>3.5</c:v>
                </c:pt>
                <c:pt idx="1867">
                  <c:v>#N/A</c:v>
                </c:pt>
                <c:pt idx="1868">
                  <c:v>#N/A</c:v>
                </c:pt>
                <c:pt idx="1869">
                  <c:v>#N/A</c:v>
                </c:pt>
                <c:pt idx="1870">
                  <c:v>#N/A</c:v>
                </c:pt>
                <c:pt idx="1871">
                  <c:v>#N/A</c:v>
                </c:pt>
                <c:pt idx="1872">
                  <c:v>#N/A</c:v>
                </c:pt>
                <c:pt idx="1873">
                  <c:v>#N/A</c:v>
                </c:pt>
                <c:pt idx="1874">
                  <c:v>#N/A</c:v>
                </c:pt>
                <c:pt idx="1875">
                  <c:v>#N/A</c:v>
                </c:pt>
                <c:pt idx="1876">
                  <c:v>#N/A</c:v>
                </c:pt>
                <c:pt idx="1877">
                  <c:v>#N/A</c:v>
                </c:pt>
                <c:pt idx="1878">
                  <c:v>#N/A</c:v>
                </c:pt>
                <c:pt idx="1879">
                  <c:v>#N/A</c:v>
                </c:pt>
                <c:pt idx="1880">
                  <c:v>#N/A</c:v>
                </c:pt>
                <c:pt idx="1881">
                  <c:v>#N/A</c:v>
                </c:pt>
                <c:pt idx="1882">
                  <c:v>#N/A</c:v>
                </c:pt>
                <c:pt idx="1883">
                  <c:v>#N/A</c:v>
                </c:pt>
                <c:pt idx="1884">
                  <c:v>#N/A</c:v>
                </c:pt>
                <c:pt idx="1885">
                  <c:v>#N/A</c:v>
                </c:pt>
                <c:pt idx="1886">
                  <c:v>#N/A</c:v>
                </c:pt>
                <c:pt idx="1887">
                  <c:v>#N/A</c:v>
                </c:pt>
                <c:pt idx="1888">
                  <c:v>#N/A</c:v>
                </c:pt>
                <c:pt idx="1889">
                  <c:v>#N/A</c:v>
                </c:pt>
                <c:pt idx="1890">
                  <c:v>#N/A</c:v>
                </c:pt>
                <c:pt idx="1891">
                  <c:v>#N/A</c:v>
                </c:pt>
                <c:pt idx="1892">
                  <c:v>#N/A</c:v>
                </c:pt>
                <c:pt idx="1893">
                  <c:v>#N/A</c:v>
                </c:pt>
                <c:pt idx="1894">
                  <c:v>#N/A</c:v>
                </c:pt>
                <c:pt idx="1895">
                  <c:v>#N/A</c:v>
                </c:pt>
                <c:pt idx="1896">
                  <c:v>#N/A</c:v>
                </c:pt>
                <c:pt idx="1897">
                  <c:v>3.1</c:v>
                </c:pt>
                <c:pt idx="1898">
                  <c:v>#N/A</c:v>
                </c:pt>
                <c:pt idx="1899">
                  <c:v>#N/A</c:v>
                </c:pt>
                <c:pt idx="1900">
                  <c:v>#N/A</c:v>
                </c:pt>
                <c:pt idx="1901">
                  <c:v>#N/A</c:v>
                </c:pt>
                <c:pt idx="1902">
                  <c:v>#N/A</c:v>
                </c:pt>
                <c:pt idx="1903">
                  <c:v>#N/A</c:v>
                </c:pt>
                <c:pt idx="1904">
                  <c:v>#N/A</c:v>
                </c:pt>
                <c:pt idx="1905">
                  <c:v>#N/A</c:v>
                </c:pt>
                <c:pt idx="1906">
                  <c:v>#N/A</c:v>
                </c:pt>
                <c:pt idx="1907">
                  <c:v>#N/A</c:v>
                </c:pt>
                <c:pt idx="1908">
                  <c:v>#N/A</c:v>
                </c:pt>
                <c:pt idx="1909">
                  <c:v>#N/A</c:v>
                </c:pt>
                <c:pt idx="1910">
                  <c:v>#N/A</c:v>
                </c:pt>
                <c:pt idx="1911">
                  <c:v>#N/A</c:v>
                </c:pt>
                <c:pt idx="1912">
                  <c:v>#N/A</c:v>
                </c:pt>
                <c:pt idx="1913">
                  <c:v>#N/A</c:v>
                </c:pt>
                <c:pt idx="1914">
                  <c:v>#N/A</c:v>
                </c:pt>
                <c:pt idx="1915">
                  <c:v>#N/A</c:v>
                </c:pt>
                <c:pt idx="1916">
                  <c:v>#N/A</c:v>
                </c:pt>
                <c:pt idx="1917">
                  <c:v>#N/A</c:v>
                </c:pt>
                <c:pt idx="1918">
                  <c:v>#N/A</c:v>
                </c:pt>
                <c:pt idx="1919">
                  <c:v>#N/A</c:v>
                </c:pt>
                <c:pt idx="1920">
                  <c:v>#N/A</c:v>
                </c:pt>
                <c:pt idx="1921">
                  <c:v>#N/A</c:v>
                </c:pt>
                <c:pt idx="1922">
                  <c:v>#N/A</c:v>
                </c:pt>
                <c:pt idx="1923">
                  <c:v>#N/A</c:v>
                </c:pt>
                <c:pt idx="1924">
                  <c:v>#N/A</c:v>
                </c:pt>
                <c:pt idx="1925">
                  <c:v>#N/A</c:v>
                </c:pt>
                <c:pt idx="1926">
                  <c:v>#N/A</c:v>
                </c:pt>
                <c:pt idx="1927">
                  <c:v>2.2000000000000002</c:v>
                </c:pt>
                <c:pt idx="1928">
                  <c:v>#N/A</c:v>
                </c:pt>
                <c:pt idx="1929">
                  <c:v>#N/A</c:v>
                </c:pt>
                <c:pt idx="1930">
                  <c:v>#N/A</c:v>
                </c:pt>
                <c:pt idx="1931">
                  <c:v>#N/A</c:v>
                </c:pt>
                <c:pt idx="1932">
                  <c:v>#N/A</c:v>
                </c:pt>
                <c:pt idx="1933">
                  <c:v>#N/A</c:v>
                </c:pt>
                <c:pt idx="1934">
                  <c:v>#N/A</c:v>
                </c:pt>
                <c:pt idx="1935">
                  <c:v>#N/A</c:v>
                </c:pt>
                <c:pt idx="1936">
                  <c:v>#N/A</c:v>
                </c:pt>
                <c:pt idx="1937">
                  <c:v>#N/A</c:v>
                </c:pt>
                <c:pt idx="1938">
                  <c:v>#N/A</c:v>
                </c:pt>
                <c:pt idx="1939">
                  <c:v>#N/A</c:v>
                </c:pt>
                <c:pt idx="1940">
                  <c:v>#N/A</c:v>
                </c:pt>
                <c:pt idx="1941">
                  <c:v>#N/A</c:v>
                </c:pt>
                <c:pt idx="1942">
                  <c:v>#N/A</c:v>
                </c:pt>
                <c:pt idx="1943">
                  <c:v>#N/A</c:v>
                </c:pt>
                <c:pt idx="1944">
                  <c:v>#N/A</c:v>
                </c:pt>
                <c:pt idx="1945">
                  <c:v>#N/A</c:v>
                </c:pt>
                <c:pt idx="1946">
                  <c:v>#N/A</c:v>
                </c:pt>
                <c:pt idx="1947">
                  <c:v>#N/A</c:v>
                </c:pt>
                <c:pt idx="1948">
                  <c:v>#N/A</c:v>
                </c:pt>
                <c:pt idx="1949">
                  <c:v>#N/A</c:v>
                </c:pt>
                <c:pt idx="1950">
                  <c:v>#N/A</c:v>
                </c:pt>
                <c:pt idx="1951">
                  <c:v>#N/A</c:v>
                </c:pt>
                <c:pt idx="1952">
                  <c:v>#N/A</c:v>
                </c:pt>
                <c:pt idx="1953">
                  <c:v>#N/A</c:v>
                </c:pt>
                <c:pt idx="1954">
                  <c:v>#N/A</c:v>
                </c:pt>
                <c:pt idx="1955">
                  <c:v>#N/A</c:v>
                </c:pt>
                <c:pt idx="1956">
                  <c:v>#N/A</c:v>
                </c:pt>
                <c:pt idx="1957">
                  <c:v>#N/A</c:v>
                </c:pt>
                <c:pt idx="1958">
                  <c:v>1.7</c:v>
                </c:pt>
                <c:pt idx="1959">
                  <c:v>#N/A</c:v>
                </c:pt>
                <c:pt idx="1960">
                  <c:v>#N/A</c:v>
                </c:pt>
                <c:pt idx="1961">
                  <c:v>#N/A</c:v>
                </c:pt>
                <c:pt idx="1962">
                  <c:v>#N/A</c:v>
                </c:pt>
                <c:pt idx="1963">
                  <c:v>#N/A</c:v>
                </c:pt>
                <c:pt idx="1964">
                  <c:v>#N/A</c:v>
                </c:pt>
                <c:pt idx="1965">
                  <c:v>#N/A</c:v>
                </c:pt>
                <c:pt idx="1966">
                  <c:v>#N/A</c:v>
                </c:pt>
                <c:pt idx="1967">
                  <c:v>#N/A</c:v>
                </c:pt>
                <c:pt idx="1968">
                  <c:v>#N/A</c:v>
                </c:pt>
                <c:pt idx="1969">
                  <c:v>#N/A</c:v>
                </c:pt>
                <c:pt idx="1970">
                  <c:v>#N/A</c:v>
                </c:pt>
                <c:pt idx="1971">
                  <c:v>#N/A</c:v>
                </c:pt>
                <c:pt idx="1972">
                  <c:v>#N/A</c:v>
                </c:pt>
                <c:pt idx="1973">
                  <c:v>#N/A</c:v>
                </c:pt>
                <c:pt idx="1974">
                  <c:v>#N/A</c:v>
                </c:pt>
                <c:pt idx="1975">
                  <c:v>#N/A</c:v>
                </c:pt>
                <c:pt idx="1976">
                  <c:v>#N/A</c:v>
                </c:pt>
                <c:pt idx="1977">
                  <c:v>#N/A</c:v>
                </c:pt>
                <c:pt idx="1978">
                  <c:v>#N/A</c:v>
                </c:pt>
                <c:pt idx="1979">
                  <c:v>#N/A</c:v>
                </c:pt>
                <c:pt idx="1980">
                  <c:v>#N/A</c:v>
                </c:pt>
                <c:pt idx="1981">
                  <c:v>#N/A</c:v>
                </c:pt>
                <c:pt idx="1982">
                  <c:v>#N/A</c:v>
                </c:pt>
                <c:pt idx="1983">
                  <c:v>#N/A</c:v>
                </c:pt>
                <c:pt idx="1984">
                  <c:v>#N/A</c:v>
                </c:pt>
                <c:pt idx="1985">
                  <c:v>#N/A</c:v>
                </c:pt>
                <c:pt idx="1986">
                  <c:v>1.7</c:v>
                </c:pt>
                <c:pt idx="1987">
                  <c:v>#N/A</c:v>
                </c:pt>
                <c:pt idx="1988">
                  <c:v>#N/A</c:v>
                </c:pt>
                <c:pt idx="1989">
                  <c:v>#N/A</c:v>
                </c:pt>
                <c:pt idx="1990">
                  <c:v>#N/A</c:v>
                </c:pt>
                <c:pt idx="1991">
                  <c:v>#N/A</c:v>
                </c:pt>
                <c:pt idx="1992">
                  <c:v>#N/A</c:v>
                </c:pt>
                <c:pt idx="1993">
                  <c:v>#N/A</c:v>
                </c:pt>
                <c:pt idx="1994">
                  <c:v>#N/A</c:v>
                </c:pt>
                <c:pt idx="1995">
                  <c:v>#N/A</c:v>
                </c:pt>
                <c:pt idx="1996">
                  <c:v>#N/A</c:v>
                </c:pt>
                <c:pt idx="1997">
                  <c:v>#N/A</c:v>
                </c:pt>
                <c:pt idx="1998">
                  <c:v>#N/A</c:v>
                </c:pt>
                <c:pt idx="1999">
                  <c:v>#N/A</c:v>
                </c:pt>
                <c:pt idx="2000">
                  <c:v>#N/A</c:v>
                </c:pt>
                <c:pt idx="2001">
                  <c:v>#N/A</c:v>
                </c:pt>
                <c:pt idx="2002">
                  <c:v>#N/A</c:v>
                </c:pt>
                <c:pt idx="2003">
                  <c:v>#N/A</c:v>
                </c:pt>
                <c:pt idx="2004">
                  <c:v>#N/A</c:v>
                </c:pt>
                <c:pt idx="2005">
                  <c:v>#N/A</c:v>
                </c:pt>
                <c:pt idx="2006">
                  <c:v>#N/A</c:v>
                </c:pt>
                <c:pt idx="2007">
                  <c:v>#N/A</c:v>
                </c:pt>
                <c:pt idx="2008">
                  <c:v>#N/A</c:v>
                </c:pt>
                <c:pt idx="2009">
                  <c:v>#N/A</c:v>
                </c:pt>
                <c:pt idx="2010">
                  <c:v>#N/A</c:v>
                </c:pt>
                <c:pt idx="2011">
                  <c:v>#N/A</c:v>
                </c:pt>
                <c:pt idx="2012">
                  <c:v>#N/A</c:v>
                </c:pt>
                <c:pt idx="2013">
                  <c:v>#N/A</c:v>
                </c:pt>
                <c:pt idx="2014">
                  <c:v>#N/A</c:v>
                </c:pt>
                <c:pt idx="2015">
                  <c:v>#N/A</c:v>
                </c:pt>
                <c:pt idx="2016">
                  <c:v>#N/A</c:v>
                </c:pt>
                <c:pt idx="2017">
                  <c:v>1.5</c:v>
                </c:pt>
                <c:pt idx="2018">
                  <c:v>#N/A</c:v>
                </c:pt>
                <c:pt idx="2019">
                  <c:v>#N/A</c:v>
                </c:pt>
                <c:pt idx="2020">
                  <c:v>#N/A</c:v>
                </c:pt>
                <c:pt idx="2021">
                  <c:v>#N/A</c:v>
                </c:pt>
                <c:pt idx="2022">
                  <c:v>#N/A</c:v>
                </c:pt>
                <c:pt idx="2023">
                  <c:v>#N/A</c:v>
                </c:pt>
                <c:pt idx="2024">
                  <c:v>#N/A</c:v>
                </c:pt>
                <c:pt idx="2025">
                  <c:v>#N/A</c:v>
                </c:pt>
                <c:pt idx="2026">
                  <c:v>#N/A</c:v>
                </c:pt>
                <c:pt idx="2027">
                  <c:v>#N/A</c:v>
                </c:pt>
                <c:pt idx="2028">
                  <c:v>#N/A</c:v>
                </c:pt>
                <c:pt idx="2029">
                  <c:v>#N/A</c:v>
                </c:pt>
                <c:pt idx="2030">
                  <c:v>#N/A</c:v>
                </c:pt>
                <c:pt idx="2031">
                  <c:v>#N/A</c:v>
                </c:pt>
                <c:pt idx="2032">
                  <c:v>#N/A</c:v>
                </c:pt>
                <c:pt idx="2033">
                  <c:v>#N/A</c:v>
                </c:pt>
                <c:pt idx="2034">
                  <c:v>#N/A</c:v>
                </c:pt>
                <c:pt idx="2035">
                  <c:v>#N/A</c:v>
                </c:pt>
                <c:pt idx="2036">
                  <c:v>#N/A</c:v>
                </c:pt>
                <c:pt idx="2037">
                  <c:v>#N/A</c:v>
                </c:pt>
                <c:pt idx="2038">
                  <c:v>#N/A</c:v>
                </c:pt>
                <c:pt idx="2039">
                  <c:v>#N/A</c:v>
                </c:pt>
                <c:pt idx="2040">
                  <c:v>#N/A</c:v>
                </c:pt>
                <c:pt idx="2041">
                  <c:v>#N/A</c:v>
                </c:pt>
                <c:pt idx="2042">
                  <c:v>#N/A</c:v>
                </c:pt>
                <c:pt idx="2043">
                  <c:v>#N/A</c:v>
                </c:pt>
                <c:pt idx="2044">
                  <c:v>#N/A</c:v>
                </c:pt>
                <c:pt idx="2045">
                  <c:v>#N/A</c:v>
                </c:pt>
                <c:pt idx="2046">
                  <c:v>#N/A</c:v>
                </c:pt>
                <c:pt idx="2047">
                  <c:v>#N/A</c:v>
                </c:pt>
                <c:pt idx="2048">
                  <c:v>1.5</c:v>
                </c:pt>
                <c:pt idx="2049">
                  <c:v>#N/A</c:v>
                </c:pt>
                <c:pt idx="2050">
                  <c:v>#N/A</c:v>
                </c:pt>
                <c:pt idx="2051">
                  <c:v>#N/A</c:v>
                </c:pt>
                <c:pt idx="2052">
                  <c:v>#N/A</c:v>
                </c:pt>
                <c:pt idx="2053">
                  <c:v>#N/A</c:v>
                </c:pt>
                <c:pt idx="2054">
                  <c:v>#N/A</c:v>
                </c:pt>
                <c:pt idx="2055">
                  <c:v>#N/A</c:v>
                </c:pt>
                <c:pt idx="2056">
                  <c:v>#N/A</c:v>
                </c:pt>
                <c:pt idx="2057">
                  <c:v>#N/A</c:v>
                </c:pt>
                <c:pt idx="2058">
                  <c:v>#N/A</c:v>
                </c:pt>
                <c:pt idx="2059">
                  <c:v>#N/A</c:v>
                </c:pt>
                <c:pt idx="2060">
                  <c:v>#N/A</c:v>
                </c:pt>
                <c:pt idx="2061">
                  <c:v>#N/A</c:v>
                </c:pt>
                <c:pt idx="2062">
                  <c:v>#N/A</c:v>
                </c:pt>
                <c:pt idx="2063">
                  <c:v>#N/A</c:v>
                </c:pt>
                <c:pt idx="2064">
                  <c:v>#N/A</c:v>
                </c:pt>
                <c:pt idx="2065">
                  <c:v>#N/A</c:v>
                </c:pt>
                <c:pt idx="2066">
                  <c:v>#N/A</c:v>
                </c:pt>
                <c:pt idx="2067">
                  <c:v>#N/A</c:v>
                </c:pt>
                <c:pt idx="2068">
                  <c:v>#N/A</c:v>
                </c:pt>
                <c:pt idx="2069">
                  <c:v>#N/A</c:v>
                </c:pt>
                <c:pt idx="2070">
                  <c:v>#N/A</c:v>
                </c:pt>
                <c:pt idx="2071">
                  <c:v>#N/A</c:v>
                </c:pt>
                <c:pt idx="2072">
                  <c:v>#N/A</c:v>
                </c:pt>
                <c:pt idx="2073">
                  <c:v>#N/A</c:v>
                </c:pt>
                <c:pt idx="2074">
                  <c:v>#N/A</c:v>
                </c:pt>
                <c:pt idx="2075">
                  <c:v>#N/A</c:v>
                </c:pt>
                <c:pt idx="2076">
                  <c:v>#N/A</c:v>
                </c:pt>
                <c:pt idx="2077">
                  <c:v>#N/A</c:v>
                </c:pt>
                <c:pt idx="2078">
                  <c:v>1.4</c:v>
                </c:pt>
                <c:pt idx="2079">
                  <c:v>#N/A</c:v>
                </c:pt>
                <c:pt idx="2080">
                  <c:v>#N/A</c:v>
                </c:pt>
                <c:pt idx="2081">
                  <c:v>#N/A</c:v>
                </c:pt>
                <c:pt idx="2082">
                  <c:v>#N/A</c:v>
                </c:pt>
                <c:pt idx="2083">
                  <c:v>#N/A</c:v>
                </c:pt>
                <c:pt idx="2084">
                  <c:v>#N/A</c:v>
                </c:pt>
                <c:pt idx="2085">
                  <c:v>#N/A</c:v>
                </c:pt>
                <c:pt idx="2086">
                  <c:v>#N/A</c:v>
                </c:pt>
                <c:pt idx="2087">
                  <c:v>#N/A</c:v>
                </c:pt>
                <c:pt idx="2088">
                  <c:v>#N/A</c:v>
                </c:pt>
                <c:pt idx="2089">
                  <c:v>#N/A</c:v>
                </c:pt>
                <c:pt idx="2090">
                  <c:v>#N/A</c:v>
                </c:pt>
                <c:pt idx="2091">
                  <c:v>#N/A</c:v>
                </c:pt>
                <c:pt idx="2092">
                  <c:v>#N/A</c:v>
                </c:pt>
                <c:pt idx="2093">
                  <c:v>#N/A</c:v>
                </c:pt>
                <c:pt idx="2094">
                  <c:v>#N/A</c:v>
                </c:pt>
                <c:pt idx="2095">
                  <c:v>#N/A</c:v>
                </c:pt>
                <c:pt idx="2096">
                  <c:v>#N/A</c:v>
                </c:pt>
                <c:pt idx="2097">
                  <c:v>#N/A</c:v>
                </c:pt>
                <c:pt idx="2098">
                  <c:v>#N/A</c:v>
                </c:pt>
                <c:pt idx="2099">
                  <c:v>#N/A</c:v>
                </c:pt>
                <c:pt idx="2100">
                  <c:v>#N/A</c:v>
                </c:pt>
                <c:pt idx="2101">
                  <c:v>#N/A</c:v>
                </c:pt>
                <c:pt idx="2102">
                  <c:v>#N/A</c:v>
                </c:pt>
                <c:pt idx="2103">
                  <c:v>#N/A</c:v>
                </c:pt>
                <c:pt idx="2104">
                  <c:v>#N/A</c:v>
                </c:pt>
                <c:pt idx="2105">
                  <c:v>#N/A</c:v>
                </c:pt>
                <c:pt idx="2106">
                  <c:v>#N/A</c:v>
                </c:pt>
                <c:pt idx="2107">
                  <c:v>#N/A</c:v>
                </c:pt>
                <c:pt idx="2108">
                  <c:v>#N/A</c:v>
                </c:pt>
                <c:pt idx="2109">
                  <c:v>1.5</c:v>
                </c:pt>
                <c:pt idx="2110">
                  <c:v>#N/A</c:v>
                </c:pt>
                <c:pt idx="2111">
                  <c:v>#N/A</c:v>
                </c:pt>
                <c:pt idx="2112">
                  <c:v>#N/A</c:v>
                </c:pt>
                <c:pt idx="2113">
                  <c:v>#N/A</c:v>
                </c:pt>
                <c:pt idx="2114">
                  <c:v>#N/A</c:v>
                </c:pt>
                <c:pt idx="2115">
                  <c:v>#N/A</c:v>
                </c:pt>
                <c:pt idx="2116">
                  <c:v>#N/A</c:v>
                </c:pt>
                <c:pt idx="2117">
                  <c:v>#N/A</c:v>
                </c:pt>
                <c:pt idx="2118">
                  <c:v>#N/A</c:v>
                </c:pt>
                <c:pt idx="2119">
                  <c:v>#N/A</c:v>
                </c:pt>
                <c:pt idx="2120">
                  <c:v>#N/A</c:v>
                </c:pt>
                <c:pt idx="2121">
                  <c:v>#N/A</c:v>
                </c:pt>
                <c:pt idx="2122">
                  <c:v>#N/A</c:v>
                </c:pt>
                <c:pt idx="2123">
                  <c:v>#N/A</c:v>
                </c:pt>
                <c:pt idx="2124">
                  <c:v>#N/A</c:v>
                </c:pt>
                <c:pt idx="2125">
                  <c:v>#N/A</c:v>
                </c:pt>
                <c:pt idx="2126">
                  <c:v>#N/A</c:v>
                </c:pt>
                <c:pt idx="2127">
                  <c:v>#N/A</c:v>
                </c:pt>
                <c:pt idx="2128">
                  <c:v>#N/A</c:v>
                </c:pt>
                <c:pt idx="2129">
                  <c:v>#N/A</c:v>
                </c:pt>
                <c:pt idx="2130">
                  <c:v>#N/A</c:v>
                </c:pt>
                <c:pt idx="2131">
                  <c:v>#N/A</c:v>
                </c:pt>
                <c:pt idx="2132">
                  <c:v>#N/A</c:v>
                </c:pt>
                <c:pt idx="2133">
                  <c:v>#N/A</c:v>
                </c:pt>
                <c:pt idx="2134">
                  <c:v>#N/A</c:v>
                </c:pt>
                <c:pt idx="2135">
                  <c:v>#N/A</c:v>
                </c:pt>
                <c:pt idx="2136">
                  <c:v>#N/A</c:v>
                </c:pt>
                <c:pt idx="2137">
                  <c:v>#N/A</c:v>
                </c:pt>
                <c:pt idx="2138">
                  <c:v>#N/A</c:v>
                </c:pt>
                <c:pt idx="2139">
                  <c:v>1.4</c:v>
                </c:pt>
                <c:pt idx="2140">
                  <c:v>#N/A</c:v>
                </c:pt>
                <c:pt idx="2141">
                  <c:v>#N/A</c:v>
                </c:pt>
                <c:pt idx="2142">
                  <c:v>#N/A</c:v>
                </c:pt>
                <c:pt idx="2143">
                  <c:v>#N/A</c:v>
                </c:pt>
                <c:pt idx="2144">
                  <c:v>#N/A</c:v>
                </c:pt>
                <c:pt idx="2145">
                  <c:v>#N/A</c:v>
                </c:pt>
                <c:pt idx="2146">
                  <c:v>#N/A</c:v>
                </c:pt>
                <c:pt idx="2147">
                  <c:v>#N/A</c:v>
                </c:pt>
                <c:pt idx="2148">
                  <c:v>#N/A</c:v>
                </c:pt>
                <c:pt idx="2149">
                  <c:v>#N/A</c:v>
                </c:pt>
                <c:pt idx="2150">
                  <c:v>#N/A</c:v>
                </c:pt>
                <c:pt idx="2151">
                  <c:v>#N/A</c:v>
                </c:pt>
                <c:pt idx="2152">
                  <c:v>#N/A</c:v>
                </c:pt>
                <c:pt idx="2153">
                  <c:v>#N/A</c:v>
                </c:pt>
                <c:pt idx="2154">
                  <c:v>#N/A</c:v>
                </c:pt>
                <c:pt idx="2155">
                  <c:v>#N/A</c:v>
                </c:pt>
                <c:pt idx="2156">
                  <c:v>#N/A</c:v>
                </c:pt>
                <c:pt idx="2157">
                  <c:v>#N/A</c:v>
                </c:pt>
                <c:pt idx="2158">
                  <c:v>#N/A</c:v>
                </c:pt>
                <c:pt idx="2159">
                  <c:v>#N/A</c:v>
                </c:pt>
                <c:pt idx="2160">
                  <c:v>#N/A</c:v>
                </c:pt>
                <c:pt idx="2161">
                  <c:v>#N/A</c:v>
                </c:pt>
                <c:pt idx="2162">
                  <c:v>#N/A</c:v>
                </c:pt>
                <c:pt idx="2163">
                  <c:v>#N/A</c:v>
                </c:pt>
                <c:pt idx="2164">
                  <c:v>#N/A</c:v>
                </c:pt>
                <c:pt idx="2165">
                  <c:v>#N/A</c:v>
                </c:pt>
                <c:pt idx="2166">
                  <c:v>#N/A</c:v>
                </c:pt>
                <c:pt idx="2167">
                  <c:v>#N/A</c:v>
                </c:pt>
                <c:pt idx="2168">
                  <c:v>#N/A</c:v>
                </c:pt>
                <c:pt idx="2169">
                  <c:v>#N/A</c:v>
                </c:pt>
                <c:pt idx="2170">
                  <c:v>1.2</c:v>
                </c:pt>
                <c:pt idx="2171">
                  <c:v>#N/A</c:v>
                </c:pt>
                <c:pt idx="2172">
                  <c:v>#N/A</c:v>
                </c:pt>
                <c:pt idx="2173">
                  <c:v>#N/A</c:v>
                </c:pt>
                <c:pt idx="2174">
                  <c:v>#N/A</c:v>
                </c:pt>
                <c:pt idx="2175">
                  <c:v>#N/A</c:v>
                </c:pt>
                <c:pt idx="2176">
                  <c:v>#N/A</c:v>
                </c:pt>
                <c:pt idx="2177">
                  <c:v>#N/A</c:v>
                </c:pt>
                <c:pt idx="2178">
                  <c:v>#N/A</c:v>
                </c:pt>
                <c:pt idx="2179">
                  <c:v>#N/A</c:v>
                </c:pt>
                <c:pt idx="2180">
                  <c:v>#N/A</c:v>
                </c:pt>
                <c:pt idx="2181">
                  <c:v>#N/A</c:v>
                </c:pt>
                <c:pt idx="2182">
                  <c:v>#N/A</c:v>
                </c:pt>
                <c:pt idx="2183">
                  <c:v>#N/A</c:v>
                </c:pt>
                <c:pt idx="2184">
                  <c:v>#N/A</c:v>
                </c:pt>
                <c:pt idx="2185">
                  <c:v>#N/A</c:v>
                </c:pt>
                <c:pt idx="2186">
                  <c:v>#N/A</c:v>
                </c:pt>
                <c:pt idx="2187">
                  <c:v>#N/A</c:v>
                </c:pt>
                <c:pt idx="2188">
                  <c:v>#N/A</c:v>
                </c:pt>
                <c:pt idx="2189">
                  <c:v>#N/A</c:v>
                </c:pt>
                <c:pt idx="2190">
                  <c:v>#N/A</c:v>
                </c:pt>
                <c:pt idx="2191">
                  <c:v>#N/A</c:v>
                </c:pt>
                <c:pt idx="2192">
                  <c:v>#N/A</c:v>
                </c:pt>
                <c:pt idx="2193">
                  <c:v>#N/A</c:v>
                </c:pt>
                <c:pt idx="2194">
                  <c:v>#N/A</c:v>
                </c:pt>
                <c:pt idx="2195">
                  <c:v>#N/A</c:v>
                </c:pt>
                <c:pt idx="2196">
                  <c:v>#N/A</c:v>
                </c:pt>
                <c:pt idx="2197">
                  <c:v>#N/A</c:v>
                </c:pt>
                <c:pt idx="2198">
                  <c:v>#N/A</c:v>
                </c:pt>
                <c:pt idx="2199">
                  <c:v>#N/A</c:v>
                </c:pt>
                <c:pt idx="2200">
                  <c:v>#N/A</c:v>
                </c:pt>
                <c:pt idx="2201">
                  <c:v>1</c:v>
                </c:pt>
                <c:pt idx="2202">
                  <c:v>#N/A</c:v>
                </c:pt>
                <c:pt idx="2203">
                  <c:v>#N/A</c:v>
                </c:pt>
                <c:pt idx="2204">
                  <c:v>#N/A</c:v>
                </c:pt>
                <c:pt idx="2205">
                  <c:v>#N/A</c:v>
                </c:pt>
                <c:pt idx="2206">
                  <c:v>#N/A</c:v>
                </c:pt>
                <c:pt idx="2207">
                  <c:v>#N/A</c:v>
                </c:pt>
                <c:pt idx="2208">
                  <c:v>#N/A</c:v>
                </c:pt>
                <c:pt idx="2209">
                  <c:v>#N/A</c:v>
                </c:pt>
                <c:pt idx="2210">
                  <c:v>#N/A</c:v>
                </c:pt>
                <c:pt idx="2211">
                  <c:v>#N/A</c:v>
                </c:pt>
                <c:pt idx="2212">
                  <c:v>#N/A</c:v>
                </c:pt>
                <c:pt idx="2213">
                  <c:v>#N/A</c:v>
                </c:pt>
                <c:pt idx="2214">
                  <c:v>#N/A</c:v>
                </c:pt>
                <c:pt idx="2215">
                  <c:v>#N/A</c:v>
                </c:pt>
                <c:pt idx="2216">
                  <c:v>#N/A</c:v>
                </c:pt>
                <c:pt idx="2217">
                  <c:v>#N/A</c:v>
                </c:pt>
                <c:pt idx="2218">
                  <c:v>#N/A</c:v>
                </c:pt>
                <c:pt idx="2219">
                  <c:v>#N/A</c:v>
                </c:pt>
                <c:pt idx="2220">
                  <c:v>#N/A</c:v>
                </c:pt>
                <c:pt idx="2221">
                  <c:v>#N/A</c:v>
                </c:pt>
                <c:pt idx="2222">
                  <c:v>#N/A</c:v>
                </c:pt>
                <c:pt idx="2223">
                  <c:v>#N/A</c:v>
                </c:pt>
                <c:pt idx="2224">
                  <c:v>#N/A</c:v>
                </c:pt>
                <c:pt idx="2225">
                  <c:v>#N/A</c:v>
                </c:pt>
                <c:pt idx="2226">
                  <c:v>#N/A</c:v>
                </c:pt>
                <c:pt idx="2227">
                  <c:v>#N/A</c:v>
                </c:pt>
                <c:pt idx="2228">
                  <c:v>#N/A</c:v>
                </c:pt>
                <c:pt idx="2229">
                  <c:v>#N/A</c:v>
                </c:pt>
                <c:pt idx="2230">
                  <c:v>#N/A</c:v>
                </c:pt>
                <c:pt idx="2231">
                  <c:v>1</c:v>
                </c:pt>
                <c:pt idx="2232">
                  <c:v>#N/A</c:v>
                </c:pt>
                <c:pt idx="2233">
                  <c:v>#N/A</c:v>
                </c:pt>
                <c:pt idx="2234">
                  <c:v>#N/A</c:v>
                </c:pt>
                <c:pt idx="2235">
                  <c:v>#N/A</c:v>
                </c:pt>
                <c:pt idx="2236">
                  <c:v>#N/A</c:v>
                </c:pt>
                <c:pt idx="2237">
                  <c:v>#N/A</c:v>
                </c:pt>
                <c:pt idx="2238">
                  <c:v>#N/A</c:v>
                </c:pt>
                <c:pt idx="2239">
                  <c:v>#N/A</c:v>
                </c:pt>
                <c:pt idx="2240">
                  <c:v>#N/A</c:v>
                </c:pt>
                <c:pt idx="2241">
                  <c:v>#N/A</c:v>
                </c:pt>
                <c:pt idx="2242">
                  <c:v>#N/A</c:v>
                </c:pt>
                <c:pt idx="2243">
                  <c:v>#N/A</c:v>
                </c:pt>
                <c:pt idx="2244">
                  <c:v>#N/A</c:v>
                </c:pt>
                <c:pt idx="2245">
                  <c:v>#N/A</c:v>
                </c:pt>
                <c:pt idx="2246">
                  <c:v>#N/A</c:v>
                </c:pt>
                <c:pt idx="2247">
                  <c:v>#N/A</c:v>
                </c:pt>
                <c:pt idx="2248">
                  <c:v>#N/A</c:v>
                </c:pt>
                <c:pt idx="2249">
                  <c:v>#N/A</c:v>
                </c:pt>
                <c:pt idx="2250">
                  <c:v>#N/A</c:v>
                </c:pt>
                <c:pt idx="2251">
                  <c:v>#N/A</c:v>
                </c:pt>
                <c:pt idx="2252">
                  <c:v>#N/A</c:v>
                </c:pt>
                <c:pt idx="2253">
                  <c:v>#N/A</c:v>
                </c:pt>
                <c:pt idx="2254">
                  <c:v>#N/A</c:v>
                </c:pt>
                <c:pt idx="2255">
                  <c:v>#N/A</c:v>
                </c:pt>
                <c:pt idx="2256">
                  <c:v>#N/A</c:v>
                </c:pt>
                <c:pt idx="2257">
                  <c:v>#N/A</c:v>
                </c:pt>
                <c:pt idx="2258">
                  <c:v>#N/A</c:v>
                </c:pt>
                <c:pt idx="2259">
                  <c:v>#N/A</c:v>
                </c:pt>
                <c:pt idx="2260">
                  <c:v>#N/A</c:v>
                </c:pt>
                <c:pt idx="2261">
                  <c:v>#N/A</c:v>
                </c:pt>
                <c:pt idx="2262">
                  <c:v>1</c:v>
                </c:pt>
                <c:pt idx="2263">
                  <c:v>#N/A</c:v>
                </c:pt>
                <c:pt idx="2264">
                  <c:v>#N/A</c:v>
                </c:pt>
                <c:pt idx="2265">
                  <c:v>#N/A</c:v>
                </c:pt>
                <c:pt idx="2266">
                  <c:v>#N/A</c:v>
                </c:pt>
                <c:pt idx="2267">
                  <c:v>#N/A</c:v>
                </c:pt>
                <c:pt idx="2268">
                  <c:v>#N/A</c:v>
                </c:pt>
                <c:pt idx="2269">
                  <c:v>#N/A</c:v>
                </c:pt>
                <c:pt idx="2270">
                  <c:v>#N/A</c:v>
                </c:pt>
                <c:pt idx="2271">
                  <c:v>#N/A</c:v>
                </c:pt>
                <c:pt idx="2272">
                  <c:v>#N/A</c:v>
                </c:pt>
                <c:pt idx="2273">
                  <c:v>#N/A</c:v>
                </c:pt>
                <c:pt idx="2274">
                  <c:v>#N/A</c:v>
                </c:pt>
                <c:pt idx="2275">
                  <c:v>#N/A</c:v>
                </c:pt>
                <c:pt idx="2276">
                  <c:v>#N/A</c:v>
                </c:pt>
                <c:pt idx="2277">
                  <c:v>#N/A</c:v>
                </c:pt>
                <c:pt idx="2278">
                  <c:v>#N/A</c:v>
                </c:pt>
                <c:pt idx="2279">
                  <c:v>#N/A</c:v>
                </c:pt>
                <c:pt idx="2280">
                  <c:v>#N/A</c:v>
                </c:pt>
                <c:pt idx="2281">
                  <c:v>#N/A</c:v>
                </c:pt>
                <c:pt idx="2282">
                  <c:v>#N/A</c:v>
                </c:pt>
                <c:pt idx="2283">
                  <c:v>#N/A</c:v>
                </c:pt>
                <c:pt idx="2284">
                  <c:v>#N/A</c:v>
                </c:pt>
                <c:pt idx="2285">
                  <c:v>#N/A</c:v>
                </c:pt>
                <c:pt idx="2286">
                  <c:v>#N/A</c:v>
                </c:pt>
                <c:pt idx="2287">
                  <c:v>#N/A</c:v>
                </c:pt>
                <c:pt idx="2288">
                  <c:v>#N/A</c:v>
                </c:pt>
                <c:pt idx="2289">
                  <c:v>#N/A</c:v>
                </c:pt>
                <c:pt idx="2290">
                  <c:v>#N/A</c:v>
                </c:pt>
                <c:pt idx="2291">
                  <c:v>#N/A</c:v>
                </c:pt>
                <c:pt idx="2292">
                  <c:v>1.5</c:v>
                </c:pt>
                <c:pt idx="2293">
                  <c:v>#N/A</c:v>
                </c:pt>
                <c:pt idx="2294">
                  <c:v>#N/A</c:v>
                </c:pt>
                <c:pt idx="2295">
                  <c:v>#N/A</c:v>
                </c:pt>
                <c:pt idx="2296">
                  <c:v>#N/A</c:v>
                </c:pt>
                <c:pt idx="2297">
                  <c:v>#N/A</c:v>
                </c:pt>
                <c:pt idx="2298">
                  <c:v>#N/A</c:v>
                </c:pt>
                <c:pt idx="2299">
                  <c:v>#N/A</c:v>
                </c:pt>
                <c:pt idx="2300">
                  <c:v>#N/A</c:v>
                </c:pt>
                <c:pt idx="2301">
                  <c:v>#N/A</c:v>
                </c:pt>
                <c:pt idx="2302">
                  <c:v>#N/A</c:v>
                </c:pt>
                <c:pt idx="2303">
                  <c:v>#N/A</c:v>
                </c:pt>
                <c:pt idx="2304">
                  <c:v>#N/A</c:v>
                </c:pt>
                <c:pt idx="2305">
                  <c:v>#N/A</c:v>
                </c:pt>
                <c:pt idx="2306">
                  <c:v>#N/A</c:v>
                </c:pt>
                <c:pt idx="2307">
                  <c:v>#N/A</c:v>
                </c:pt>
                <c:pt idx="2308">
                  <c:v>#N/A</c:v>
                </c:pt>
                <c:pt idx="2309">
                  <c:v>#N/A</c:v>
                </c:pt>
                <c:pt idx="2310">
                  <c:v>#N/A</c:v>
                </c:pt>
                <c:pt idx="2311">
                  <c:v>#N/A</c:v>
                </c:pt>
                <c:pt idx="2312">
                  <c:v>#N/A</c:v>
                </c:pt>
                <c:pt idx="2313">
                  <c:v>#N/A</c:v>
                </c:pt>
                <c:pt idx="2314">
                  <c:v>#N/A</c:v>
                </c:pt>
                <c:pt idx="2315">
                  <c:v>#N/A</c:v>
                </c:pt>
                <c:pt idx="2316">
                  <c:v>#N/A</c:v>
                </c:pt>
                <c:pt idx="2317">
                  <c:v>#N/A</c:v>
                </c:pt>
                <c:pt idx="2318">
                  <c:v>#N/A</c:v>
                </c:pt>
                <c:pt idx="2319">
                  <c:v>#N/A</c:v>
                </c:pt>
                <c:pt idx="2320">
                  <c:v>#N/A</c:v>
                </c:pt>
                <c:pt idx="2321">
                  <c:v>#N/A</c:v>
                </c:pt>
                <c:pt idx="2322">
                  <c:v>#N/A</c:v>
                </c:pt>
                <c:pt idx="2323">
                  <c:v>1.7</c:v>
                </c:pt>
                <c:pt idx="2324">
                  <c:v>#N/A</c:v>
                </c:pt>
                <c:pt idx="2325">
                  <c:v>#N/A</c:v>
                </c:pt>
                <c:pt idx="2326">
                  <c:v>#N/A</c:v>
                </c:pt>
                <c:pt idx="2327">
                  <c:v>#N/A</c:v>
                </c:pt>
                <c:pt idx="2328">
                  <c:v>#N/A</c:v>
                </c:pt>
                <c:pt idx="2329">
                  <c:v>#N/A</c:v>
                </c:pt>
                <c:pt idx="2330">
                  <c:v>#N/A</c:v>
                </c:pt>
                <c:pt idx="2331">
                  <c:v>#N/A</c:v>
                </c:pt>
                <c:pt idx="2332">
                  <c:v>#N/A</c:v>
                </c:pt>
                <c:pt idx="2333">
                  <c:v>#N/A</c:v>
                </c:pt>
                <c:pt idx="2334">
                  <c:v>#N/A</c:v>
                </c:pt>
                <c:pt idx="2335">
                  <c:v>#N/A</c:v>
                </c:pt>
                <c:pt idx="2336">
                  <c:v>#N/A</c:v>
                </c:pt>
                <c:pt idx="2337">
                  <c:v>#N/A</c:v>
                </c:pt>
                <c:pt idx="2338">
                  <c:v>#N/A</c:v>
                </c:pt>
                <c:pt idx="2339">
                  <c:v>#N/A</c:v>
                </c:pt>
                <c:pt idx="2340">
                  <c:v>#N/A</c:v>
                </c:pt>
                <c:pt idx="2341">
                  <c:v>#N/A</c:v>
                </c:pt>
                <c:pt idx="2342">
                  <c:v>#N/A</c:v>
                </c:pt>
                <c:pt idx="2343">
                  <c:v>#N/A</c:v>
                </c:pt>
                <c:pt idx="2344">
                  <c:v>#N/A</c:v>
                </c:pt>
                <c:pt idx="2345">
                  <c:v>#N/A</c:v>
                </c:pt>
                <c:pt idx="2346">
                  <c:v>#N/A</c:v>
                </c:pt>
                <c:pt idx="2347">
                  <c:v>#N/A</c:v>
                </c:pt>
                <c:pt idx="2348">
                  <c:v>#N/A</c:v>
                </c:pt>
                <c:pt idx="2349">
                  <c:v>#N/A</c:v>
                </c:pt>
                <c:pt idx="2350">
                  <c:v>#N/A</c:v>
                </c:pt>
                <c:pt idx="2351">
                  <c:v>#N/A</c:v>
                </c:pt>
                <c:pt idx="2352">
                  <c:v>1.6</c:v>
                </c:pt>
                <c:pt idx="2353">
                  <c:v>#N/A</c:v>
                </c:pt>
                <c:pt idx="2354">
                  <c:v>#N/A</c:v>
                </c:pt>
                <c:pt idx="2355">
                  <c:v>#N/A</c:v>
                </c:pt>
                <c:pt idx="2356">
                  <c:v>#N/A</c:v>
                </c:pt>
                <c:pt idx="2357">
                  <c:v>#N/A</c:v>
                </c:pt>
                <c:pt idx="2358">
                  <c:v>#N/A</c:v>
                </c:pt>
                <c:pt idx="2359">
                  <c:v>#N/A</c:v>
                </c:pt>
                <c:pt idx="2360">
                  <c:v>#N/A</c:v>
                </c:pt>
                <c:pt idx="2361">
                  <c:v>#N/A</c:v>
                </c:pt>
                <c:pt idx="2362">
                  <c:v>#N/A</c:v>
                </c:pt>
                <c:pt idx="2363">
                  <c:v>#N/A</c:v>
                </c:pt>
                <c:pt idx="2364">
                  <c:v>#N/A</c:v>
                </c:pt>
                <c:pt idx="2365">
                  <c:v>#N/A</c:v>
                </c:pt>
                <c:pt idx="2366">
                  <c:v>#N/A</c:v>
                </c:pt>
                <c:pt idx="2367">
                  <c:v>#N/A</c:v>
                </c:pt>
                <c:pt idx="2368">
                  <c:v>#N/A</c:v>
                </c:pt>
                <c:pt idx="2369">
                  <c:v>#N/A</c:v>
                </c:pt>
                <c:pt idx="2370">
                  <c:v>#N/A</c:v>
                </c:pt>
                <c:pt idx="2371">
                  <c:v>#N/A</c:v>
                </c:pt>
                <c:pt idx="2372">
                  <c:v>#N/A</c:v>
                </c:pt>
                <c:pt idx="2373">
                  <c:v>#N/A</c:v>
                </c:pt>
                <c:pt idx="2374">
                  <c:v>#N/A</c:v>
                </c:pt>
                <c:pt idx="2375">
                  <c:v>#N/A</c:v>
                </c:pt>
                <c:pt idx="2376">
                  <c:v>#N/A</c:v>
                </c:pt>
                <c:pt idx="2377">
                  <c:v>#N/A</c:v>
                </c:pt>
                <c:pt idx="2378">
                  <c:v>#N/A</c:v>
                </c:pt>
                <c:pt idx="2379">
                  <c:v>#N/A</c:v>
                </c:pt>
                <c:pt idx="2380">
                  <c:v>#N/A</c:v>
                </c:pt>
                <c:pt idx="2381">
                  <c:v>#N/A</c:v>
                </c:pt>
                <c:pt idx="2382">
                  <c:v>#N/A</c:v>
                </c:pt>
                <c:pt idx="2383">
                  <c:v>1.5</c:v>
                </c:pt>
                <c:pt idx="2384">
                  <c:v>#N/A</c:v>
                </c:pt>
                <c:pt idx="2385">
                  <c:v>#N/A</c:v>
                </c:pt>
                <c:pt idx="2386">
                  <c:v>#N/A</c:v>
                </c:pt>
                <c:pt idx="2387">
                  <c:v>#N/A</c:v>
                </c:pt>
                <c:pt idx="2388">
                  <c:v>#N/A</c:v>
                </c:pt>
                <c:pt idx="2389">
                  <c:v>#N/A</c:v>
                </c:pt>
                <c:pt idx="2390">
                  <c:v>#N/A</c:v>
                </c:pt>
                <c:pt idx="2391">
                  <c:v>#N/A</c:v>
                </c:pt>
                <c:pt idx="2392">
                  <c:v>#N/A</c:v>
                </c:pt>
                <c:pt idx="2393">
                  <c:v>#N/A</c:v>
                </c:pt>
                <c:pt idx="2394">
                  <c:v>#N/A</c:v>
                </c:pt>
                <c:pt idx="2395">
                  <c:v>#N/A</c:v>
                </c:pt>
                <c:pt idx="2396">
                  <c:v>#N/A</c:v>
                </c:pt>
                <c:pt idx="2397">
                  <c:v>#N/A</c:v>
                </c:pt>
                <c:pt idx="2398">
                  <c:v>#N/A</c:v>
                </c:pt>
                <c:pt idx="2399">
                  <c:v>#N/A</c:v>
                </c:pt>
                <c:pt idx="2400">
                  <c:v>#N/A</c:v>
                </c:pt>
                <c:pt idx="2401">
                  <c:v>#N/A</c:v>
                </c:pt>
                <c:pt idx="2402">
                  <c:v>#N/A</c:v>
                </c:pt>
                <c:pt idx="2403">
                  <c:v>#N/A</c:v>
                </c:pt>
                <c:pt idx="2404">
                  <c:v>#N/A</c:v>
                </c:pt>
                <c:pt idx="2405">
                  <c:v>#N/A</c:v>
                </c:pt>
                <c:pt idx="2406">
                  <c:v>#N/A</c:v>
                </c:pt>
                <c:pt idx="2407">
                  <c:v>#N/A</c:v>
                </c:pt>
                <c:pt idx="2408">
                  <c:v>#N/A</c:v>
                </c:pt>
                <c:pt idx="2409">
                  <c:v>#N/A</c:v>
                </c:pt>
                <c:pt idx="2410">
                  <c:v>#N/A</c:v>
                </c:pt>
                <c:pt idx="2411">
                  <c:v>#N/A</c:v>
                </c:pt>
                <c:pt idx="2412">
                  <c:v>#N/A</c:v>
                </c:pt>
                <c:pt idx="2413">
                  <c:v>#N/A</c:v>
                </c:pt>
                <c:pt idx="2414">
                  <c:v>1.5</c:v>
                </c:pt>
                <c:pt idx="2415">
                  <c:v>#N/A</c:v>
                </c:pt>
                <c:pt idx="2416">
                  <c:v>#N/A</c:v>
                </c:pt>
                <c:pt idx="2417">
                  <c:v>#N/A</c:v>
                </c:pt>
                <c:pt idx="2418">
                  <c:v>#N/A</c:v>
                </c:pt>
                <c:pt idx="2419">
                  <c:v>#N/A</c:v>
                </c:pt>
                <c:pt idx="2420">
                  <c:v>#N/A</c:v>
                </c:pt>
                <c:pt idx="2421">
                  <c:v>#N/A</c:v>
                </c:pt>
                <c:pt idx="2422">
                  <c:v>#N/A</c:v>
                </c:pt>
                <c:pt idx="2423">
                  <c:v>#N/A</c:v>
                </c:pt>
                <c:pt idx="2424">
                  <c:v>#N/A</c:v>
                </c:pt>
                <c:pt idx="2425">
                  <c:v>#N/A</c:v>
                </c:pt>
                <c:pt idx="2426">
                  <c:v>#N/A</c:v>
                </c:pt>
                <c:pt idx="2427">
                  <c:v>#N/A</c:v>
                </c:pt>
                <c:pt idx="2428">
                  <c:v>#N/A</c:v>
                </c:pt>
                <c:pt idx="2429">
                  <c:v>#N/A</c:v>
                </c:pt>
                <c:pt idx="2430">
                  <c:v>#N/A</c:v>
                </c:pt>
                <c:pt idx="2431">
                  <c:v>#N/A</c:v>
                </c:pt>
                <c:pt idx="2432">
                  <c:v>#N/A</c:v>
                </c:pt>
                <c:pt idx="2433">
                  <c:v>#N/A</c:v>
                </c:pt>
                <c:pt idx="2434">
                  <c:v>#N/A</c:v>
                </c:pt>
                <c:pt idx="2435">
                  <c:v>#N/A</c:v>
                </c:pt>
                <c:pt idx="2436">
                  <c:v>#N/A</c:v>
                </c:pt>
                <c:pt idx="2437">
                  <c:v>#N/A</c:v>
                </c:pt>
                <c:pt idx="2438">
                  <c:v>#N/A</c:v>
                </c:pt>
                <c:pt idx="2439">
                  <c:v>#N/A</c:v>
                </c:pt>
                <c:pt idx="2440">
                  <c:v>#N/A</c:v>
                </c:pt>
                <c:pt idx="2441">
                  <c:v>#N/A</c:v>
                </c:pt>
                <c:pt idx="2442">
                  <c:v>#N/A</c:v>
                </c:pt>
                <c:pt idx="2443">
                  <c:v>#N/A</c:v>
                </c:pt>
                <c:pt idx="2444">
                  <c:v>1.6</c:v>
                </c:pt>
                <c:pt idx="2445">
                  <c:v>#N/A</c:v>
                </c:pt>
                <c:pt idx="2446">
                  <c:v>#N/A</c:v>
                </c:pt>
                <c:pt idx="2447">
                  <c:v>#N/A</c:v>
                </c:pt>
                <c:pt idx="2448">
                  <c:v>#N/A</c:v>
                </c:pt>
                <c:pt idx="2449">
                  <c:v>#N/A</c:v>
                </c:pt>
                <c:pt idx="2450">
                  <c:v>#N/A</c:v>
                </c:pt>
                <c:pt idx="2451">
                  <c:v>#N/A</c:v>
                </c:pt>
                <c:pt idx="2452">
                  <c:v>#N/A</c:v>
                </c:pt>
                <c:pt idx="2453">
                  <c:v>#N/A</c:v>
                </c:pt>
                <c:pt idx="2454">
                  <c:v>#N/A</c:v>
                </c:pt>
                <c:pt idx="2455">
                  <c:v>#N/A</c:v>
                </c:pt>
                <c:pt idx="2456">
                  <c:v>#N/A</c:v>
                </c:pt>
                <c:pt idx="2457">
                  <c:v>#N/A</c:v>
                </c:pt>
                <c:pt idx="2458">
                  <c:v>#N/A</c:v>
                </c:pt>
                <c:pt idx="2459">
                  <c:v>#N/A</c:v>
                </c:pt>
                <c:pt idx="2460">
                  <c:v>#N/A</c:v>
                </c:pt>
                <c:pt idx="2461">
                  <c:v>#N/A</c:v>
                </c:pt>
                <c:pt idx="2462">
                  <c:v>#N/A</c:v>
                </c:pt>
                <c:pt idx="2463">
                  <c:v>#N/A</c:v>
                </c:pt>
                <c:pt idx="2464">
                  <c:v>#N/A</c:v>
                </c:pt>
                <c:pt idx="2465">
                  <c:v>#N/A</c:v>
                </c:pt>
                <c:pt idx="2466">
                  <c:v>#N/A</c:v>
                </c:pt>
                <c:pt idx="2467">
                  <c:v>#N/A</c:v>
                </c:pt>
                <c:pt idx="2468">
                  <c:v>#N/A</c:v>
                </c:pt>
                <c:pt idx="2469">
                  <c:v>#N/A</c:v>
                </c:pt>
                <c:pt idx="2470">
                  <c:v>#N/A</c:v>
                </c:pt>
                <c:pt idx="2471">
                  <c:v>#N/A</c:v>
                </c:pt>
                <c:pt idx="2472">
                  <c:v>#N/A</c:v>
                </c:pt>
                <c:pt idx="2473">
                  <c:v>#N/A</c:v>
                </c:pt>
                <c:pt idx="2474">
                  <c:v>#N/A</c:v>
                </c:pt>
                <c:pt idx="2475">
                  <c:v>1.6</c:v>
                </c:pt>
                <c:pt idx="2476">
                  <c:v>#N/A</c:v>
                </c:pt>
                <c:pt idx="2477">
                  <c:v>#N/A</c:v>
                </c:pt>
                <c:pt idx="2478">
                  <c:v>#N/A</c:v>
                </c:pt>
                <c:pt idx="2479">
                  <c:v>#N/A</c:v>
                </c:pt>
                <c:pt idx="2480">
                  <c:v>#N/A</c:v>
                </c:pt>
                <c:pt idx="2481">
                  <c:v>#N/A</c:v>
                </c:pt>
                <c:pt idx="2482">
                  <c:v>#N/A</c:v>
                </c:pt>
                <c:pt idx="2483">
                  <c:v>#N/A</c:v>
                </c:pt>
                <c:pt idx="2484">
                  <c:v>#N/A</c:v>
                </c:pt>
                <c:pt idx="2485">
                  <c:v>#N/A</c:v>
                </c:pt>
                <c:pt idx="2486">
                  <c:v>#N/A</c:v>
                </c:pt>
                <c:pt idx="2487">
                  <c:v>#N/A</c:v>
                </c:pt>
                <c:pt idx="2488">
                  <c:v>#N/A</c:v>
                </c:pt>
                <c:pt idx="2489">
                  <c:v>#N/A</c:v>
                </c:pt>
                <c:pt idx="2490">
                  <c:v>#N/A</c:v>
                </c:pt>
                <c:pt idx="2491">
                  <c:v>#N/A</c:v>
                </c:pt>
                <c:pt idx="2492">
                  <c:v>#N/A</c:v>
                </c:pt>
                <c:pt idx="2493">
                  <c:v>#N/A</c:v>
                </c:pt>
                <c:pt idx="2494">
                  <c:v>#N/A</c:v>
                </c:pt>
                <c:pt idx="2495">
                  <c:v>#N/A</c:v>
                </c:pt>
                <c:pt idx="2496">
                  <c:v>#N/A</c:v>
                </c:pt>
                <c:pt idx="2497">
                  <c:v>#N/A</c:v>
                </c:pt>
                <c:pt idx="2498">
                  <c:v>#N/A</c:v>
                </c:pt>
                <c:pt idx="2499">
                  <c:v>#N/A</c:v>
                </c:pt>
                <c:pt idx="2500">
                  <c:v>#N/A</c:v>
                </c:pt>
                <c:pt idx="2501">
                  <c:v>#N/A</c:v>
                </c:pt>
                <c:pt idx="2502">
                  <c:v>#N/A</c:v>
                </c:pt>
                <c:pt idx="2503">
                  <c:v>#N/A</c:v>
                </c:pt>
                <c:pt idx="2504">
                  <c:v>#N/A</c:v>
                </c:pt>
                <c:pt idx="2505">
                  <c:v>1.7</c:v>
                </c:pt>
                <c:pt idx="2506">
                  <c:v>#N/A</c:v>
                </c:pt>
                <c:pt idx="2507">
                  <c:v>#N/A</c:v>
                </c:pt>
                <c:pt idx="2508">
                  <c:v>#N/A</c:v>
                </c:pt>
                <c:pt idx="2509">
                  <c:v>#N/A</c:v>
                </c:pt>
                <c:pt idx="2510">
                  <c:v>#N/A</c:v>
                </c:pt>
                <c:pt idx="2511">
                  <c:v>#N/A</c:v>
                </c:pt>
                <c:pt idx="2512">
                  <c:v>#N/A</c:v>
                </c:pt>
                <c:pt idx="2513">
                  <c:v>#N/A</c:v>
                </c:pt>
                <c:pt idx="2514">
                  <c:v>#N/A</c:v>
                </c:pt>
                <c:pt idx="2515">
                  <c:v>#N/A</c:v>
                </c:pt>
                <c:pt idx="2516">
                  <c:v>#N/A</c:v>
                </c:pt>
                <c:pt idx="2517">
                  <c:v>#N/A</c:v>
                </c:pt>
                <c:pt idx="2518">
                  <c:v>#N/A</c:v>
                </c:pt>
                <c:pt idx="2519">
                  <c:v>#N/A</c:v>
                </c:pt>
                <c:pt idx="2520">
                  <c:v>#N/A</c:v>
                </c:pt>
                <c:pt idx="2521">
                  <c:v>#N/A</c:v>
                </c:pt>
                <c:pt idx="2522">
                  <c:v>#N/A</c:v>
                </c:pt>
                <c:pt idx="2523">
                  <c:v>#N/A</c:v>
                </c:pt>
                <c:pt idx="2524">
                  <c:v>#N/A</c:v>
                </c:pt>
                <c:pt idx="2525">
                  <c:v>#N/A</c:v>
                </c:pt>
                <c:pt idx="2526">
                  <c:v>#N/A</c:v>
                </c:pt>
                <c:pt idx="2527">
                  <c:v>#N/A</c:v>
                </c:pt>
                <c:pt idx="2528">
                  <c:v>#N/A</c:v>
                </c:pt>
                <c:pt idx="2529">
                  <c:v>#N/A</c:v>
                </c:pt>
                <c:pt idx="2530">
                  <c:v>#N/A</c:v>
                </c:pt>
                <c:pt idx="2531">
                  <c:v>#N/A</c:v>
                </c:pt>
                <c:pt idx="2532">
                  <c:v>#N/A</c:v>
                </c:pt>
                <c:pt idx="2533">
                  <c:v>#N/A</c:v>
                </c:pt>
                <c:pt idx="2534">
                  <c:v>#N/A</c:v>
                </c:pt>
                <c:pt idx="2535">
                  <c:v>#N/A</c:v>
                </c:pt>
                <c:pt idx="2536">
                  <c:v>1.6</c:v>
                </c:pt>
                <c:pt idx="2537">
                  <c:v>#N/A</c:v>
                </c:pt>
                <c:pt idx="2538">
                  <c:v>#N/A</c:v>
                </c:pt>
                <c:pt idx="2539">
                  <c:v>#N/A</c:v>
                </c:pt>
                <c:pt idx="2540">
                  <c:v>#N/A</c:v>
                </c:pt>
                <c:pt idx="2541">
                  <c:v>#N/A</c:v>
                </c:pt>
                <c:pt idx="2542">
                  <c:v>#N/A</c:v>
                </c:pt>
                <c:pt idx="2543">
                  <c:v>#N/A</c:v>
                </c:pt>
                <c:pt idx="2544">
                  <c:v>#N/A</c:v>
                </c:pt>
                <c:pt idx="2545">
                  <c:v>#N/A</c:v>
                </c:pt>
                <c:pt idx="2546">
                  <c:v>#N/A</c:v>
                </c:pt>
                <c:pt idx="2547">
                  <c:v>#N/A</c:v>
                </c:pt>
                <c:pt idx="2548">
                  <c:v>#N/A</c:v>
                </c:pt>
                <c:pt idx="2549">
                  <c:v>#N/A</c:v>
                </c:pt>
                <c:pt idx="2550">
                  <c:v>#N/A</c:v>
                </c:pt>
                <c:pt idx="2551">
                  <c:v>#N/A</c:v>
                </c:pt>
                <c:pt idx="2552">
                  <c:v>#N/A</c:v>
                </c:pt>
                <c:pt idx="2553">
                  <c:v>#N/A</c:v>
                </c:pt>
                <c:pt idx="2554">
                  <c:v>#N/A</c:v>
                </c:pt>
                <c:pt idx="2555">
                  <c:v>#N/A</c:v>
                </c:pt>
                <c:pt idx="2556">
                  <c:v>#N/A</c:v>
                </c:pt>
                <c:pt idx="2557">
                  <c:v>#N/A</c:v>
                </c:pt>
                <c:pt idx="2558">
                  <c:v>#N/A</c:v>
                </c:pt>
                <c:pt idx="2559">
                  <c:v>#N/A</c:v>
                </c:pt>
                <c:pt idx="2560">
                  <c:v>#N/A</c:v>
                </c:pt>
                <c:pt idx="2561">
                  <c:v>#N/A</c:v>
                </c:pt>
                <c:pt idx="2562">
                  <c:v>#N/A</c:v>
                </c:pt>
                <c:pt idx="2563">
                  <c:v>#N/A</c:v>
                </c:pt>
                <c:pt idx="2564">
                  <c:v>#N/A</c:v>
                </c:pt>
                <c:pt idx="2565">
                  <c:v>#N/A</c:v>
                </c:pt>
                <c:pt idx="2566">
                  <c:v>#N/A</c:v>
                </c:pt>
                <c:pt idx="2567">
                  <c:v>1.7</c:v>
                </c:pt>
                <c:pt idx="2568">
                  <c:v>#N/A</c:v>
                </c:pt>
                <c:pt idx="2569">
                  <c:v>#N/A</c:v>
                </c:pt>
                <c:pt idx="2570">
                  <c:v>#N/A</c:v>
                </c:pt>
                <c:pt idx="2571">
                  <c:v>#N/A</c:v>
                </c:pt>
                <c:pt idx="2572">
                  <c:v>#N/A</c:v>
                </c:pt>
                <c:pt idx="2573">
                  <c:v>#N/A</c:v>
                </c:pt>
                <c:pt idx="2574">
                  <c:v>#N/A</c:v>
                </c:pt>
                <c:pt idx="2575">
                  <c:v>#N/A</c:v>
                </c:pt>
                <c:pt idx="2576">
                  <c:v>#N/A</c:v>
                </c:pt>
                <c:pt idx="2577">
                  <c:v>#N/A</c:v>
                </c:pt>
                <c:pt idx="2578">
                  <c:v>#N/A</c:v>
                </c:pt>
                <c:pt idx="2579">
                  <c:v>#N/A</c:v>
                </c:pt>
                <c:pt idx="2580">
                  <c:v>#N/A</c:v>
                </c:pt>
                <c:pt idx="2581">
                  <c:v>#N/A</c:v>
                </c:pt>
                <c:pt idx="2582">
                  <c:v>#N/A</c:v>
                </c:pt>
                <c:pt idx="2583">
                  <c:v>#N/A</c:v>
                </c:pt>
                <c:pt idx="2584">
                  <c:v>#N/A</c:v>
                </c:pt>
                <c:pt idx="2585">
                  <c:v>#N/A</c:v>
                </c:pt>
                <c:pt idx="2586">
                  <c:v>#N/A</c:v>
                </c:pt>
                <c:pt idx="2587">
                  <c:v>#N/A</c:v>
                </c:pt>
                <c:pt idx="2588">
                  <c:v>#N/A</c:v>
                </c:pt>
                <c:pt idx="2589">
                  <c:v>#N/A</c:v>
                </c:pt>
                <c:pt idx="2590">
                  <c:v>#N/A</c:v>
                </c:pt>
                <c:pt idx="2591">
                  <c:v>#N/A</c:v>
                </c:pt>
                <c:pt idx="2592">
                  <c:v>#N/A</c:v>
                </c:pt>
                <c:pt idx="2593">
                  <c:v>#N/A</c:v>
                </c:pt>
                <c:pt idx="2594">
                  <c:v>#N/A</c:v>
                </c:pt>
                <c:pt idx="2595">
                  <c:v>#N/A</c:v>
                </c:pt>
                <c:pt idx="2596">
                  <c:v>#N/A</c:v>
                </c:pt>
                <c:pt idx="2597">
                  <c:v>1.6</c:v>
                </c:pt>
                <c:pt idx="2598">
                  <c:v>#N/A</c:v>
                </c:pt>
                <c:pt idx="2599">
                  <c:v>#N/A</c:v>
                </c:pt>
                <c:pt idx="2600">
                  <c:v>#N/A</c:v>
                </c:pt>
                <c:pt idx="2601">
                  <c:v>#N/A</c:v>
                </c:pt>
                <c:pt idx="2602">
                  <c:v>#N/A</c:v>
                </c:pt>
                <c:pt idx="2603">
                  <c:v>#N/A</c:v>
                </c:pt>
                <c:pt idx="2604">
                  <c:v>#N/A</c:v>
                </c:pt>
                <c:pt idx="2605">
                  <c:v>#N/A</c:v>
                </c:pt>
                <c:pt idx="2606">
                  <c:v>#N/A</c:v>
                </c:pt>
                <c:pt idx="2607">
                  <c:v>#N/A</c:v>
                </c:pt>
                <c:pt idx="2608">
                  <c:v>#N/A</c:v>
                </c:pt>
                <c:pt idx="2609">
                  <c:v>#N/A</c:v>
                </c:pt>
                <c:pt idx="2610">
                  <c:v>#N/A</c:v>
                </c:pt>
                <c:pt idx="2611">
                  <c:v>#N/A</c:v>
                </c:pt>
                <c:pt idx="2612">
                  <c:v>#N/A</c:v>
                </c:pt>
                <c:pt idx="2613">
                  <c:v>#N/A</c:v>
                </c:pt>
                <c:pt idx="2614">
                  <c:v>#N/A</c:v>
                </c:pt>
                <c:pt idx="2615">
                  <c:v>#N/A</c:v>
                </c:pt>
                <c:pt idx="2616">
                  <c:v>#N/A</c:v>
                </c:pt>
                <c:pt idx="2617">
                  <c:v>#N/A</c:v>
                </c:pt>
                <c:pt idx="2618">
                  <c:v>#N/A</c:v>
                </c:pt>
                <c:pt idx="2619">
                  <c:v>#N/A</c:v>
                </c:pt>
                <c:pt idx="2620">
                  <c:v>#N/A</c:v>
                </c:pt>
                <c:pt idx="2621">
                  <c:v>#N/A</c:v>
                </c:pt>
                <c:pt idx="2622">
                  <c:v>#N/A</c:v>
                </c:pt>
                <c:pt idx="2623">
                  <c:v>#N/A</c:v>
                </c:pt>
                <c:pt idx="2624">
                  <c:v>#N/A</c:v>
                </c:pt>
                <c:pt idx="2625">
                  <c:v>#N/A</c:v>
                </c:pt>
                <c:pt idx="2626">
                  <c:v>#N/A</c:v>
                </c:pt>
                <c:pt idx="2627">
                  <c:v>#N/A</c:v>
                </c:pt>
                <c:pt idx="2628">
                  <c:v>1.6</c:v>
                </c:pt>
                <c:pt idx="2629">
                  <c:v>#N/A</c:v>
                </c:pt>
                <c:pt idx="2630">
                  <c:v>#N/A</c:v>
                </c:pt>
                <c:pt idx="2631">
                  <c:v>#N/A</c:v>
                </c:pt>
                <c:pt idx="2632">
                  <c:v>#N/A</c:v>
                </c:pt>
                <c:pt idx="2633">
                  <c:v>#N/A</c:v>
                </c:pt>
                <c:pt idx="2634">
                  <c:v>#N/A</c:v>
                </c:pt>
                <c:pt idx="2635">
                  <c:v>#N/A</c:v>
                </c:pt>
                <c:pt idx="2636">
                  <c:v>#N/A</c:v>
                </c:pt>
                <c:pt idx="2637">
                  <c:v>#N/A</c:v>
                </c:pt>
                <c:pt idx="2638">
                  <c:v>#N/A</c:v>
                </c:pt>
                <c:pt idx="2639">
                  <c:v>#N/A</c:v>
                </c:pt>
                <c:pt idx="2640">
                  <c:v>#N/A</c:v>
                </c:pt>
                <c:pt idx="2641">
                  <c:v>#N/A</c:v>
                </c:pt>
                <c:pt idx="2642">
                  <c:v>#N/A</c:v>
                </c:pt>
                <c:pt idx="2643">
                  <c:v>#N/A</c:v>
                </c:pt>
                <c:pt idx="2644">
                  <c:v>#N/A</c:v>
                </c:pt>
                <c:pt idx="2645">
                  <c:v>#N/A</c:v>
                </c:pt>
                <c:pt idx="2646">
                  <c:v>#N/A</c:v>
                </c:pt>
                <c:pt idx="2647">
                  <c:v>#N/A</c:v>
                </c:pt>
                <c:pt idx="2648">
                  <c:v>#N/A</c:v>
                </c:pt>
                <c:pt idx="2649">
                  <c:v>#N/A</c:v>
                </c:pt>
                <c:pt idx="2650">
                  <c:v>#N/A</c:v>
                </c:pt>
                <c:pt idx="2651">
                  <c:v>#N/A</c:v>
                </c:pt>
                <c:pt idx="2652">
                  <c:v>#N/A</c:v>
                </c:pt>
                <c:pt idx="2653">
                  <c:v>#N/A</c:v>
                </c:pt>
                <c:pt idx="2654">
                  <c:v>#N/A</c:v>
                </c:pt>
                <c:pt idx="2655">
                  <c:v>#N/A</c:v>
                </c:pt>
                <c:pt idx="2656">
                  <c:v>#N/A</c:v>
                </c:pt>
                <c:pt idx="2657">
                  <c:v>#N/A</c:v>
                </c:pt>
                <c:pt idx="2658">
                  <c:v>1.6</c:v>
                </c:pt>
                <c:pt idx="2659">
                  <c:v>#N/A</c:v>
                </c:pt>
                <c:pt idx="2660">
                  <c:v>#N/A</c:v>
                </c:pt>
                <c:pt idx="2661">
                  <c:v>#N/A</c:v>
                </c:pt>
                <c:pt idx="2662">
                  <c:v>#N/A</c:v>
                </c:pt>
                <c:pt idx="2663">
                  <c:v>#N/A</c:v>
                </c:pt>
                <c:pt idx="2664">
                  <c:v>#N/A</c:v>
                </c:pt>
                <c:pt idx="2665">
                  <c:v>#N/A</c:v>
                </c:pt>
                <c:pt idx="2666">
                  <c:v>#N/A</c:v>
                </c:pt>
                <c:pt idx="2667">
                  <c:v>#N/A</c:v>
                </c:pt>
                <c:pt idx="2668">
                  <c:v>#N/A</c:v>
                </c:pt>
                <c:pt idx="2669">
                  <c:v>#N/A</c:v>
                </c:pt>
                <c:pt idx="2670">
                  <c:v>#N/A</c:v>
                </c:pt>
                <c:pt idx="2671">
                  <c:v>#N/A</c:v>
                </c:pt>
                <c:pt idx="2672">
                  <c:v>#N/A</c:v>
                </c:pt>
                <c:pt idx="2673">
                  <c:v>#N/A</c:v>
                </c:pt>
                <c:pt idx="2674">
                  <c:v>#N/A</c:v>
                </c:pt>
                <c:pt idx="2675">
                  <c:v>#N/A</c:v>
                </c:pt>
                <c:pt idx="2676">
                  <c:v>#N/A</c:v>
                </c:pt>
                <c:pt idx="2677">
                  <c:v>#N/A</c:v>
                </c:pt>
                <c:pt idx="2678">
                  <c:v>#N/A</c:v>
                </c:pt>
                <c:pt idx="2679">
                  <c:v>#N/A</c:v>
                </c:pt>
                <c:pt idx="2680">
                  <c:v>#N/A</c:v>
                </c:pt>
                <c:pt idx="2681">
                  <c:v>#N/A</c:v>
                </c:pt>
                <c:pt idx="2682">
                  <c:v>#N/A</c:v>
                </c:pt>
                <c:pt idx="2683">
                  <c:v>#N/A</c:v>
                </c:pt>
                <c:pt idx="2684">
                  <c:v>#N/A</c:v>
                </c:pt>
                <c:pt idx="2685">
                  <c:v>#N/A</c:v>
                </c:pt>
                <c:pt idx="2686">
                  <c:v>#N/A</c:v>
                </c:pt>
                <c:pt idx="2687">
                  <c:v>#N/A</c:v>
                </c:pt>
                <c:pt idx="2688">
                  <c:v>#N/A</c:v>
                </c:pt>
                <c:pt idx="2689">
                  <c:v>1.7</c:v>
                </c:pt>
                <c:pt idx="2690">
                  <c:v>#N/A</c:v>
                </c:pt>
                <c:pt idx="2691">
                  <c:v>#N/A</c:v>
                </c:pt>
                <c:pt idx="2692">
                  <c:v>#N/A</c:v>
                </c:pt>
                <c:pt idx="2693">
                  <c:v>#N/A</c:v>
                </c:pt>
                <c:pt idx="2694">
                  <c:v>#N/A</c:v>
                </c:pt>
                <c:pt idx="2695">
                  <c:v>#N/A</c:v>
                </c:pt>
                <c:pt idx="2696">
                  <c:v>#N/A</c:v>
                </c:pt>
                <c:pt idx="2697">
                  <c:v>#N/A</c:v>
                </c:pt>
                <c:pt idx="2698">
                  <c:v>#N/A</c:v>
                </c:pt>
                <c:pt idx="2699">
                  <c:v>#N/A</c:v>
                </c:pt>
                <c:pt idx="2700">
                  <c:v>#N/A</c:v>
                </c:pt>
                <c:pt idx="2701">
                  <c:v>#N/A</c:v>
                </c:pt>
                <c:pt idx="2702">
                  <c:v>#N/A</c:v>
                </c:pt>
                <c:pt idx="2703">
                  <c:v>#N/A</c:v>
                </c:pt>
                <c:pt idx="2704">
                  <c:v>#N/A</c:v>
                </c:pt>
                <c:pt idx="2705">
                  <c:v>#N/A</c:v>
                </c:pt>
                <c:pt idx="2706">
                  <c:v>#N/A</c:v>
                </c:pt>
                <c:pt idx="2707">
                  <c:v>#N/A</c:v>
                </c:pt>
                <c:pt idx="2708">
                  <c:v>#N/A</c:v>
                </c:pt>
                <c:pt idx="2709">
                  <c:v>#N/A</c:v>
                </c:pt>
                <c:pt idx="2710">
                  <c:v>#N/A</c:v>
                </c:pt>
                <c:pt idx="2711">
                  <c:v>#N/A</c:v>
                </c:pt>
                <c:pt idx="2712">
                  <c:v>#N/A</c:v>
                </c:pt>
                <c:pt idx="2713">
                  <c:v>#N/A</c:v>
                </c:pt>
                <c:pt idx="2714">
                  <c:v>#N/A</c:v>
                </c:pt>
                <c:pt idx="2715">
                  <c:v>#N/A</c:v>
                </c:pt>
                <c:pt idx="2716">
                  <c:v>#N/A</c:v>
                </c:pt>
                <c:pt idx="2717">
                  <c:v>1.8</c:v>
                </c:pt>
                <c:pt idx="2718">
                  <c:v>#N/A</c:v>
                </c:pt>
                <c:pt idx="2719">
                  <c:v>#N/A</c:v>
                </c:pt>
                <c:pt idx="2720">
                  <c:v>#N/A</c:v>
                </c:pt>
                <c:pt idx="2721">
                  <c:v>#N/A</c:v>
                </c:pt>
                <c:pt idx="2722">
                  <c:v>#N/A</c:v>
                </c:pt>
                <c:pt idx="2723">
                  <c:v>#N/A</c:v>
                </c:pt>
                <c:pt idx="2724">
                  <c:v>#N/A</c:v>
                </c:pt>
                <c:pt idx="2725">
                  <c:v>#N/A</c:v>
                </c:pt>
                <c:pt idx="2726">
                  <c:v>#N/A</c:v>
                </c:pt>
                <c:pt idx="2727">
                  <c:v>#N/A</c:v>
                </c:pt>
                <c:pt idx="2728">
                  <c:v>#N/A</c:v>
                </c:pt>
                <c:pt idx="2729">
                  <c:v>#N/A</c:v>
                </c:pt>
                <c:pt idx="2730">
                  <c:v>#N/A</c:v>
                </c:pt>
                <c:pt idx="2731">
                  <c:v>#N/A</c:v>
                </c:pt>
                <c:pt idx="2732">
                  <c:v>#N/A</c:v>
                </c:pt>
                <c:pt idx="2733">
                  <c:v>#N/A</c:v>
                </c:pt>
                <c:pt idx="2734">
                  <c:v>#N/A</c:v>
                </c:pt>
                <c:pt idx="2735">
                  <c:v>#N/A</c:v>
                </c:pt>
                <c:pt idx="2736">
                  <c:v>#N/A</c:v>
                </c:pt>
                <c:pt idx="2737">
                  <c:v>#N/A</c:v>
                </c:pt>
                <c:pt idx="2738">
                  <c:v>#N/A</c:v>
                </c:pt>
                <c:pt idx="2739">
                  <c:v>#N/A</c:v>
                </c:pt>
                <c:pt idx="2740">
                  <c:v>#N/A</c:v>
                </c:pt>
                <c:pt idx="2741">
                  <c:v>#N/A</c:v>
                </c:pt>
                <c:pt idx="2742">
                  <c:v>#N/A</c:v>
                </c:pt>
                <c:pt idx="2743">
                  <c:v>#N/A</c:v>
                </c:pt>
                <c:pt idx="2744">
                  <c:v>#N/A</c:v>
                </c:pt>
                <c:pt idx="2745">
                  <c:v>#N/A</c:v>
                </c:pt>
                <c:pt idx="2746">
                  <c:v>#N/A</c:v>
                </c:pt>
                <c:pt idx="2747">
                  <c:v>#N/A</c:v>
                </c:pt>
                <c:pt idx="2748">
                  <c:v>2</c:v>
                </c:pt>
                <c:pt idx="2749">
                  <c:v>#N/A</c:v>
                </c:pt>
                <c:pt idx="2750">
                  <c:v>#N/A</c:v>
                </c:pt>
                <c:pt idx="2751">
                  <c:v>#N/A</c:v>
                </c:pt>
                <c:pt idx="2752">
                  <c:v>#N/A</c:v>
                </c:pt>
                <c:pt idx="2753">
                  <c:v>#N/A</c:v>
                </c:pt>
                <c:pt idx="2754">
                  <c:v>#N/A</c:v>
                </c:pt>
                <c:pt idx="2755">
                  <c:v>#N/A</c:v>
                </c:pt>
                <c:pt idx="2756">
                  <c:v>#N/A</c:v>
                </c:pt>
                <c:pt idx="2757">
                  <c:v>#N/A</c:v>
                </c:pt>
                <c:pt idx="2758">
                  <c:v>#N/A</c:v>
                </c:pt>
                <c:pt idx="2759">
                  <c:v>#N/A</c:v>
                </c:pt>
                <c:pt idx="2760">
                  <c:v>#N/A</c:v>
                </c:pt>
                <c:pt idx="2761">
                  <c:v>#N/A</c:v>
                </c:pt>
                <c:pt idx="2762">
                  <c:v>#N/A</c:v>
                </c:pt>
                <c:pt idx="2763">
                  <c:v>#N/A</c:v>
                </c:pt>
                <c:pt idx="2764">
                  <c:v>#N/A</c:v>
                </c:pt>
                <c:pt idx="2765">
                  <c:v>#N/A</c:v>
                </c:pt>
                <c:pt idx="2766">
                  <c:v>#N/A</c:v>
                </c:pt>
                <c:pt idx="2767">
                  <c:v>#N/A</c:v>
                </c:pt>
                <c:pt idx="2768">
                  <c:v>#N/A</c:v>
                </c:pt>
                <c:pt idx="2769">
                  <c:v>#N/A</c:v>
                </c:pt>
                <c:pt idx="2770">
                  <c:v>#N/A</c:v>
                </c:pt>
                <c:pt idx="2771">
                  <c:v>#N/A</c:v>
                </c:pt>
                <c:pt idx="2772">
                  <c:v>#N/A</c:v>
                </c:pt>
                <c:pt idx="2773">
                  <c:v>#N/A</c:v>
                </c:pt>
                <c:pt idx="2774">
                  <c:v>#N/A</c:v>
                </c:pt>
                <c:pt idx="2775">
                  <c:v>#N/A</c:v>
                </c:pt>
                <c:pt idx="2776">
                  <c:v>#N/A</c:v>
                </c:pt>
                <c:pt idx="2777">
                  <c:v>#N/A</c:v>
                </c:pt>
                <c:pt idx="2778">
                  <c:v>#N/A</c:v>
                </c:pt>
                <c:pt idx="2779">
                  <c:v>2</c:v>
                </c:pt>
                <c:pt idx="2780">
                  <c:v>#N/A</c:v>
                </c:pt>
                <c:pt idx="2781">
                  <c:v>#N/A</c:v>
                </c:pt>
                <c:pt idx="2782">
                  <c:v>#N/A</c:v>
                </c:pt>
                <c:pt idx="2783">
                  <c:v>#N/A</c:v>
                </c:pt>
                <c:pt idx="2784">
                  <c:v>#N/A</c:v>
                </c:pt>
                <c:pt idx="2785">
                  <c:v>#N/A</c:v>
                </c:pt>
                <c:pt idx="2786">
                  <c:v>#N/A</c:v>
                </c:pt>
                <c:pt idx="2787">
                  <c:v>#N/A</c:v>
                </c:pt>
                <c:pt idx="2788">
                  <c:v>#N/A</c:v>
                </c:pt>
                <c:pt idx="2789">
                  <c:v>#N/A</c:v>
                </c:pt>
                <c:pt idx="2790">
                  <c:v>#N/A</c:v>
                </c:pt>
                <c:pt idx="2791">
                  <c:v>#N/A</c:v>
                </c:pt>
                <c:pt idx="2792">
                  <c:v>#N/A</c:v>
                </c:pt>
                <c:pt idx="2793">
                  <c:v>#N/A</c:v>
                </c:pt>
                <c:pt idx="2794">
                  <c:v>#N/A</c:v>
                </c:pt>
                <c:pt idx="2795">
                  <c:v>#N/A</c:v>
                </c:pt>
                <c:pt idx="2796">
                  <c:v>#N/A</c:v>
                </c:pt>
                <c:pt idx="2797">
                  <c:v>#N/A</c:v>
                </c:pt>
                <c:pt idx="2798">
                  <c:v>#N/A</c:v>
                </c:pt>
                <c:pt idx="2799">
                  <c:v>#N/A</c:v>
                </c:pt>
                <c:pt idx="2800">
                  <c:v>#N/A</c:v>
                </c:pt>
                <c:pt idx="2801">
                  <c:v>#N/A</c:v>
                </c:pt>
                <c:pt idx="2802">
                  <c:v>#N/A</c:v>
                </c:pt>
                <c:pt idx="2803">
                  <c:v>#N/A</c:v>
                </c:pt>
                <c:pt idx="2804">
                  <c:v>#N/A</c:v>
                </c:pt>
                <c:pt idx="2805">
                  <c:v>#N/A</c:v>
                </c:pt>
                <c:pt idx="2806">
                  <c:v>#N/A</c:v>
                </c:pt>
                <c:pt idx="2807">
                  <c:v>#N/A</c:v>
                </c:pt>
                <c:pt idx="2808">
                  <c:v>#N/A</c:v>
                </c:pt>
                <c:pt idx="2809">
                  <c:v>1.9</c:v>
                </c:pt>
                <c:pt idx="2810">
                  <c:v>#N/A</c:v>
                </c:pt>
                <c:pt idx="2811">
                  <c:v>#N/A</c:v>
                </c:pt>
                <c:pt idx="2812">
                  <c:v>#N/A</c:v>
                </c:pt>
                <c:pt idx="2813">
                  <c:v>#N/A</c:v>
                </c:pt>
                <c:pt idx="2814">
                  <c:v>#N/A</c:v>
                </c:pt>
                <c:pt idx="2815">
                  <c:v>#N/A</c:v>
                </c:pt>
                <c:pt idx="2816">
                  <c:v>#N/A</c:v>
                </c:pt>
                <c:pt idx="2817">
                  <c:v>#N/A</c:v>
                </c:pt>
                <c:pt idx="2818">
                  <c:v>#N/A</c:v>
                </c:pt>
                <c:pt idx="2819">
                  <c:v>#N/A</c:v>
                </c:pt>
                <c:pt idx="2820">
                  <c:v>#N/A</c:v>
                </c:pt>
                <c:pt idx="2821">
                  <c:v>#N/A</c:v>
                </c:pt>
                <c:pt idx="2822">
                  <c:v>#N/A</c:v>
                </c:pt>
                <c:pt idx="2823">
                  <c:v>#N/A</c:v>
                </c:pt>
                <c:pt idx="2824">
                  <c:v>#N/A</c:v>
                </c:pt>
                <c:pt idx="2825">
                  <c:v>#N/A</c:v>
                </c:pt>
                <c:pt idx="2826">
                  <c:v>#N/A</c:v>
                </c:pt>
                <c:pt idx="2827">
                  <c:v>#N/A</c:v>
                </c:pt>
                <c:pt idx="2828">
                  <c:v>#N/A</c:v>
                </c:pt>
                <c:pt idx="2829">
                  <c:v>#N/A</c:v>
                </c:pt>
                <c:pt idx="2830">
                  <c:v>#N/A</c:v>
                </c:pt>
                <c:pt idx="2831">
                  <c:v>#N/A</c:v>
                </c:pt>
                <c:pt idx="2832">
                  <c:v>#N/A</c:v>
                </c:pt>
                <c:pt idx="2833">
                  <c:v>#N/A</c:v>
                </c:pt>
                <c:pt idx="2834">
                  <c:v>#N/A</c:v>
                </c:pt>
                <c:pt idx="2835">
                  <c:v>#N/A</c:v>
                </c:pt>
                <c:pt idx="2836">
                  <c:v>#N/A</c:v>
                </c:pt>
                <c:pt idx="2837">
                  <c:v>#N/A</c:v>
                </c:pt>
                <c:pt idx="2838">
                  <c:v>#N/A</c:v>
                </c:pt>
                <c:pt idx="2839">
                  <c:v>#N/A</c:v>
                </c:pt>
                <c:pt idx="2840">
                  <c:v>2</c:v>
                </c:pt>
                <c:pt idx="2841">
                  <c:v>#N/A</c:v>
                </c:pt>
                <c:pt idx="2842">
                  <c:v>#N/A</c:v>
                </c:pt>
                <c:pt idx="2843">
                  <c:v>#N/A</c:v>
                </c:pt>
                <c:pt idx="2844">
                  <c:v>#N/A</c:v>
                </c:pt>
                <c:pt idx="2845">
                  <c:v>#N/A</c:v>
                </c:pt>
                <c:pt idx="2846">
                  <c:v>#N/A</c:v>
                </c:pt>
                <c:pt idx="2847">
                  <c:v>#N/A</c:v>
                </c:pt>
                <c:pt idx="2848">
                  <c:v>#N/A</c:v>
                </c:pt>
                <c:pt idx="2849">
                  <c:v>#N/A</c:v>
                </c:pt>
                <c:pt idx="2850">
                  <c:v>#N/A</c:v>
                </c:pt>
                <c:pt idx="2851">
                  <c:v>#N/A</c:v>
                </c:pt>
                <c:pt idx="2852">
                  <c:v>#N/A</c:v>
                </c:pt>
                <c:pt idx="2853">
                  <c:v>#N/A</c:v>
                </c:pt>
                <c:pt idx="2854">
                  <c:v>#N/A</c:v>
                </c:pt>
                <c:pt idx="2855">
                  <c:v>#N/A</c:v>
                </c:pt>
                <c:pt idx="2856">
                  <c:v>#N/A</c:v>
                </c:pt>
                <c:pt idx="2857">
                  <c:v>#N/A</c:v>
                </c:pt>
                <c:pt idx="2858">
                  <c:v>#N/A</c:v>
                </c:pt>
                <c:pt idx="2859">
                  <c:v>#N/A</c:v>
                </c:pt>
                <c:pt idx="2860">
                  <c:v>#N/A</c:v>
                </c:pt>
                <c:pt idx="2861">
                  <c:v>#N/A</c:v>
                </c:pt>
                <c:pt idx="2862">
                  <c:v>#N/A</c:v>
                </c:pt>
                <c:pt idx="2863">
                  <c:v>#N/A</c:v>
                </c:pt>
                <c:pt idx="2864">
                  <c:v>#N/A</c:v>
                </c:pt>
                <c:pt idx="2865">
                  <c:v>#N/A</c:v>
                </c:pt>
                <c:pt idx="2866">
                  <c:v>#N/A</c:v>
                </c:pt>
                <c:pt idx="2867">
                  <c:v>#N/A</c:v>
                </c:pt>
                <c:pt idx="2868">
                  <c:v>#N/A</c:v>
                </c:pt>
                <c:pt idx="2869">
                  <c:v>#N/A</c:v>
                </c:pt>
                <c:pt idx="2870">
                  <c:v>1.9</c:v>
                </c:pt>
                <c:pt idx="2871">
                  <c:v>#N/A</c:v>
                </c:pt>
                <c:pt idx="2872">
                  <c:v>#N/A</c:v>
                </c:pt>
                <c:pt idx="2873">
                  <c:v>#N/A</c:v>
                </c:pt>
                <c:pt idx="2874">
                  <c:v>#N/A</c:v>
                </c:pt>
                <c:pt idx="2875">
                  <c:v>#N/A</c:v>
                </c:pt>
                <c:pt idx="2876">
                  <c:v>#N/A</c:v>
                </c:pt>
                <c:pt idx="2877">
                  <c:v>#N/A</c:v>
                </c:pt>
                <c:pt idx="2878">
                  <c:v>#N/A</c:v>
                </c:pt>
                <c:pt idx="2879">
                  <c:v>#N/A</c:v>
                </c:pt>
                <c:pt idx="2880">
                  <c:v>#N/A</c:v>
                </c:pt>
                <c:pt idx="2881">
                  <c:v>#N/A</c:v>
                </c:pt>
                <c:pt idx="2882">
                  <c:v>#N/A</c:v>
                </c:pt>
                <c:pt idx="2883">
                  <c:v>#N/A</c:v>
                </c:pt>
                <c:pt idx="2884">
                  <c:v>#N/A</c:v>
                </c:pt>
                <c:pt idx="2885">
                  <c:v>#N/A</c:v>
                </c:pt>
                <c:pt idx="2886">
                  <c:v>#N/A</c:v>
                </c:pt>
                <c:pt idx="2887">
                  <c:v>#N/A</c:v>
                </c:pt>
                <c:pt idx="2888">
                  <c:v>#N/A</c:v>
                </c:pt>
                <c:pt idx="2889">
                  <c:v>#N/A</c:v>
                </c:pt>
                <c:pt idx="2890">
                  <c:v>#N/A</c:v>
                </c:pt>
                <c:pt idx="2891">
                  <c:v>#N/A</c:v>
                </c:pt>
                <c:pt idx="2892">
                  <c:v>#N/A</c:v>
                </c:pt>
                <c:pt idx="2893">
                  <c:v>#N/A</c:v>
                </c:pt>
                <c:pt idx="2894">
                  <c:v>#N/A</c:v>
                </c:pt>
                <c:pt idx="2895">
                  <c:v>#N/A</c:v>
                </c:pt>
                <c:pt idx="2896">
                  <c:v>#N/A</c:v>
                </c:pt>
                <c:pt idx="2897">
                  <c:v>#N/A</c:v>
                </c:pt>
                <c:pt idx="2898">
                  <c:v>#N/A</c:v>
                </c:pt>
                <c:pt idx="2899">
                  <c:v>#N/A</c:v>
                </c:pt>
                <c:pt idx="2900">
                  <c:v>#N/A</c:v>
                </c:pt>
                <c:pt idx="2901">
                  <c:v>2</c:v>
                </c:pt>
                <c:pt idx="2902">
                  <c:v>#N/A</c:v>
                </c:pt>
                <c:pt idx="2903">
                  <c:v>#N/A</c:v>
                </c:pt>
                <c:pt idx="2904">
                  <c:v>#N/A</c:v>
                </c:pt>
                <c:pt idx="2905">
                  <c:v>#N/A</c:v>
                </c:pt>
                <c:pt idx="2906">
                  <c:v>#N/A</c:v>
                </c:pt>
                <c:pt idx="2907">
                  <c:v>#N/A</c:v>
                </c:pt>
                <c:pt idx="2908">
                  <c:v>#N/A</c:v>
                </c:pt>
                <c:pt idx="2909">
                  <c:v>#N/A</c:v>
                </c:pt>
                <c:pt idx="2910">
                  <c:v>#N/A</c:v>
                </c:pt>
                <c:pt idx="2911">
                  <c:v>#N/A</c:v>
                </c:pt>
                <c:pt idx="2912">
                  <c:v>#N/A</c:v>
                </c:pt>
                <c:pt idx="2913">
                  <c:v>#N/A</c:v>
                </c:pt>
                <c:pt idx="2914">
                  <c:v>#N/A</c:v>
                </c:pt>
                <c:pt idx="2915">
                  <c:v>#N/A</c:v>
                </c:pt>
                <c:pt idx="2916">
                  <c:v>#N/A</c:v>
                </c:pt>
                <c:pt idx="2917">
                  <c:v>#N/A</c:v>
                </c:pt>
                <c:pt idx="2918">
                  <c:v>#N/A</c:v>
                </c:pt>
                <c:pt idx="2919">
                  <c:v>#N/A</c:v>
                </c:pt>
                <c:pt idx="2920">
                  <c:v>#N/A</c:v>
                </c:pt>
                <c:pt idx="2921">
                  <c:v>#N/A</c:v>
                </c:pt>
                <c:pt idx="2922">
                  <c:v>#N/A</c:v>
                </c:pt>
                <c:pt idx="2923">
                  <c:v>#N/A</c:v>
                </c:pt>
                <c:pt idx="2924">
                  <c:v>#N/A</c:v>
                </c:pt>
                <c:pt idx="2925">
                  <c:v>#N/A</c:v>
                </c:pt>
                <c:pt idx="2926">
                  <c:v>#N/A</c:v>
                </c:pt>
                <c:pt idx="2927">
                  <c:v>#N/A</c:v>
                </c:pt>
                <c:pt idx="2928">
                  <c:v>#N/A</c:v>
                </c:pt>
                <c:pt idx="2929">
                  <c:v>#N/A</c:v>
                </c:pt>
                <c:pt idx="2930">
                  <c:v>#N/A</c:v>
                </c:pt>
                <c:pt idx="2931">
                  <c:v>#N/A</c:v>
                </c:pt>
                <c:pt idx="2932">
                  <c:v>1.9</c:v>
                </c:pt>
                <c:pt idx="2933">
                  <c:v>#N/A</c:v>
                </c:pt>
                <c:pt idx="2934">
                  <c:v>#N/A</c:v>
                </c:pt>
                <c:pt idx="2935">
                  <c:v>#N/A</c:v>
                </c:pt>
                <c:pt idx="2936">
                  <c:v>#N/A</c:v>
                </c:pt>
                <c:pt idx="2937">
                  <c:v>#N/A</c:v>
                </c:pt>
                <c:pt idx="2938">
                  <c:v>#N/A</c:v>
                </c:pt>
                <c:pt idx="2939">
                  <c:v>#N/A</c:v>
                </c:pt>
                <c:pt idx="2940">
                  <c:v>#N/A</c:v>
                </c:pt>
                <c:pt idx="2941">
                  <c:v>#N/A</c:v>
                </c:pt>
                <c:pt idx="2942">
                  <c:v>#N/A</c:v>
                </c:pt>
                <c:pt idx="2943">
                  <c:v>#N/A</c:v>
                </c:pt>
                <c:pt idx="2944">
                  <c:v>#N/A</c:v>
                </c:pt>
                <c:pt idx="2945">
                  <c:v>#N/A</c:v>
                </c:pt>
                <c:pt idx="2946">
                  <c:v>#N/A</c:v>
                </c:pt>
                <c:pt idx="2947">
                  <c:v>#N/A</c:v>
                </c:pt>
                <c:pt idx="2948">
                  <c:v>#N/A</c:v>
                </c:pt>
                <c:pt idx="2949">
                  <c:v>#N/A</c:v>
                </c:pt>
                <c:pt idx="2950">
                  <c:v>#N/A</c:v>
                </c:pt>
                <c:pt idx="2951">
                  <c:v>#N/A</c:v>
                </c:pt>
                <c:pt idx="2952">
                  <c:v>#N/A</c:v>
                </c:pt>
                <c:pt idx="2953">
                  <c:v>#N/A</c:v>
                </c:pt>
                <c:pt idx="2954">
                  <c:v>#N/A</c:v>
                </c:pt>
                <c:pt idx="2955">
                  <c:v>#N/A</c:v>
                </c:pt>
                <c:pt idx="2956">
                  <c:v>#N/A</c:v>
                </c:pt>
                <c:pt idx="2957">
                  <c:v>#N/A</c:v>
                </c:pt>
                <c:pt idx="2958">
                  <c:v>#N/A</c:v>
                </c:pt>
                <c:pt idx="2959">
                  <c:v>#N/A</c:v>
                </c:pt>
                <c:pt idx="2960">
                  <c:v>#N/A</c:v>
                </c:pt>
                <c:pt idx="2961">
                  <c:v>#N/A</c:v>
                </c:pt>
                <c:pt idx="2962">
                  <c:v>2</c:v>
                </c:pt>
                <c:pt idx="2963">
                  <c:v>#N/A</c:v>
                </c:pt>
                <c:pt idx="2964">
                  <c:v>#N/A</c:v>
                </c:pt>
                <c:pt idx="2965">
                  <c:v>#N/A</c:v>
                </c:pt>
                <c:pt idx="2966">
                  <c:v>#N/A</c:v>
                </c:pt>
                <c:pt idx="2967">
                  <c:v>#N/A</c:v>
                </c:pt>
                <c:pt idx="2968">
                  <c:v>#N/A</c:v>
                </c:pt>
                <c:pt idx="2969">
                  <c:v>#N/A</c:v>
                </c:pt>
                <c:pt idx="2970">
                  <c:v>#N/A</c:v>
                </c:pt>
                <c:pt idx="2971">
                  <c:v>#N/A</c:v>
                </c:pt>
                <c:pt idx="2972">
                  <c:v>#N/A</c:v>
                </c:pt>
                <c:pt idx="2973">
                  <c:v>#N/A</c:v>
                </c:pt>
                <c:pt idx="2974">
                  <c:v>#N/A</c:v>
                </c:pt>
                <c:pt idx="2975">
                  <c:v>#N/A</c:v>
                </c:pt>
                <c:pt idx="2976">
                  <c:v>#N/A</c:v>
                </c:pt>
                <c:pt idx="2977">
                  <c:v>#N/A</c:v>
                </c:pt>
                <c:pt idx="2978">
                  <c:v>#N/A</c:v>
                </c:pt>
                <c:pt idx="2979">
                  <c:v>#N/A</c:v>
                </c:pt>
                <c:pt idx="2980">
                  <c:v>#N/A</c:v>
                </c:pt>
                <c:pt idx="2981">
                  <c:v>#N/A</c:v>
                </c:pt>
                <c:pt idx="2982">
                  <c:v>#N/A</c:v>
                </c:pt>
                <c:pt idx="2983">
                  <c:v>#N/A</c:v>
                </c:pt>
                <c:pt idx="2984">
                  <c:v>#N/A</c:v>
                </c:pt>
                <c:pt idx="2985">
                  <c:v>#N/A</c:v>
                </c:pt>
                <c:pt idx="2986">
                  <c:v>#N/A</c:v>
                </c:pt>
                <c:pt idx="2987">
                  <c:v>#N/A</c:v>
                </c:pt>
                <c:pt idx="2988">
                  <c:v>#N/A</c:v>
                </c:pt>
                <c:pt idx="2989">
                  <c:v>#N/A</c:v>
                </c:pt>
                <c:pt idx="2990">
                  <c:v>#N/A</c:v>
                </c:pt>
                <c:pt idx="2991">
                  <c:v>#N/A</c:v>
                </c:pt>
                <c:pt idx="2992">
                  <c:v>#N/A</c:v>
                </c:pt>
                <c:pt idx="2993">
                  <c:v>1.9</c:v>
                </c:pt>
                <c:pt idx="2994">
                  <c:v>#N/A</c:v>
                </c:pt>
                <c:pt idx="2995">
                  <c:v>#N/A</c:v>
                </c:pt>
                <c:pt idx="2996">
                  <c:v>#N/A</c:v>
                </c:pt>
                <c:pt idx="2997">
                  <c:v>#N/A</c:v>
                </c:pt>
                <c:pt idx="2998">
                  <c:v>#N/A</c:v>
                </c:pt>
                <c:pt idx="2999">
                  <c:v>#N/A</c:v>
                </c:pt>
                <c:pt idx="3000">
                  <c:v>#N/A</c:v>
                </c:pt>
                <c:pt idx="3001">
                  <c:v>#N/A</c:v>
                </c:pt>
                <c:pt idx="3002">
                  <c:v>#N/A</c:v>
                </c:pt>
                <c:pt idx="3003">
                  <c:v>#N/A</c:v>
                </c:pt>
                <c:pt idx="3004">
                  <c:v>#N/A</c:v>
                </c:pt>
                <c:pt idx="3005">
                  <c:v>#N/A</c:v>
                </c:pt>
                <c:pt idx="3006">
                  <c:v>#N/A</c:v>
                </c:pt>
                <c:pt idx="3007">
                  <c:v>#N/A</c:v>
                </c:pt>
                <c:pt idx="3008">
                  <c:v>#N/A</c:v>
                </c:pt>
                <c:pt idx="3009">
                  <c:v>#N/A</c:v>
                </c:pt>
                <c:pt idx="3010">
                  <c:v>#N/A</c:v>
                </c:pt>
                <c:pt idx="3011">
                  <c:v>#N/A</c:v>
                </c:pt>
                <c:pt idx="3012">
                  <c:v>#N/A</c:v>
                </c:pt>
                <c:pt idx="3013">
                  <c:v>#N/A</c:v>
                </c:pt>
                <c:pt idx="3014">
                  <c:v>#N/A</c:v>
                </c:pt>
                <c:pt idx="3015">
                  <c:v>#N/A</c:v>
                </c:pt>
                <c:pt idx="3016">
                  <c:v>#N/A</c:v>
                </c:pt>
                <c:pt idx="3017">
                  <c:v>#N/A</c:v>
                </c:pt>
                <c:pt idx="3018">
                  <c:v>#N/A</c:v>
                </c:pt>
                <c:pt idx="3019">
                  <c:v>#N/A</c:v>
                </c:pt>
                <c:pt idx="3020">
                  <c:v>#N/A</c:v>
                </c:pt>
                <c:pt idx="3021">
                  <c:v>#N/A</c:v>
                </c:pt>
                <c:pt idx="3022">
                  <c:v>#N/A</c:v>
                </c:pt>
                <c:pt idx="3023">
                  <c:v>1.9</c:v>
                </c:pt>
                <c:pt idx="3024">
                  <c:v>#N/A</c:v>
                </c:pt>
                <c:pt idx="3025">
                  <c:v>#N/A</c:v>
                </c:pt>
                <c:pt idx="3026">
                  <c:v>#N/A</c:v>
                </c:pt>
                <c:pt idx="3027">
                  <c:v>#N/A</c:v>
                </c:pt>
                <c:pt idx="3028">
                  <c:v>#N/A</c:v>
                </c:pt>
                <c:pt idx="3029">
                  <c:v>#N/A</c:v>
                </c:pt>
                <c:pt idx="3030">
                  <c:v>#N/A</c:v>
                </c:pt>
                <c:pt idx="3031">
                  <c:v>#N/A</c:v>
                </c:pt>
                <c:pt idx="3032">
                  <c:v>#N/A</c:v>
                </c:pt>
                <c:pt idx="3033">
                  <c:v>#N/A</c:v>
                </c:pt>
                <c:pt idx="3034">
                  <c:v>#N/A</c:v>
                </c:pt>
                <c:pt idx="3035">
                  <c:v>#N/A</c:v>
                </c:pt>
                <c:pt idx="3036">
                  <c:v>#N/A</c:v>
                </c:pt>
                <c:pt idx="3037">
                  <c:v>#N/A</c:v>
                </c:pt>
                <c:pt idx="3038">
                  <c:v>#N/A</c:v>
                </c:pt>
                <c:pt idx="3039">
                  <c:v>#N/A</c:v>
                </c:pt>
                <c:pt idx="3040">
                  <c:v>#N/A</c:v>
                </c:pt>
                <c:pt idx="3041">
                  <c:v>#N/A</c:v>
                </c:pt>
                <c:pt idx="3042">
                  <c:v>#N/A</c:v>
                </c:pt>
                <c:pt idx="3043">
                  <c:v>#N/A</c:v>
                </c:pt>
                <c:pt idx="3044">
                  <c:v>#N/A</c:v>
                </c:pt>
                <c:pt idx="3045">
                  <c:v>#N/A</c:v>
                </c:pt>
                <c:pt idx="3046">
                  <c:v>#N/A</c:v>
                </c:pt>
                <c:pt idx="3047">
                  <c:v>#N/A</c:v>
                </c:pt>
                <c:pt idx="3048">
                  <c:v>#N/A</c:v>
                </c:pt>
                <c:pt idx="3049">
                  <c:v>#N/A</c:v>
                </c:pt>
                <c:pt idx="3050">
                  <c:v>#N/A</c:v>
                </c:pt>
                <c:pt idx="3051">
                  <c:v>#N/A</c:v>
                </c:pt>
                <c:pt idx="3052">
                  <c:v>#N/A</c:v>
                </c:pt>
                <c:pt idx="3053">
                  <c:v>#N/A</c:v>
                </c:pt>
                <c:pt idx="3054">
                  <c:v>1.6</c:v>
                </c:pt>
                <c:pt idx="3055">
                  <c:v>#N/A</c:v>
                </c:pt>
                <c:pt idx="3056">
                  <c:v>#N/A</c:v>
                </c:pt>
                <c:pt idx="3057">
                  <c:v>#N/A</c:v>
                </c:pt>
                <c:pt idx="3058">
                  <c:v>#N/A</c:v>
                </c:pt>
                <c:pt idx="3059">
                  <c:v>#N/A</c:v>
                </c:pt>
                <c:pt idx="3060">
                  <c:v>#N/A</c:v>
                </c:pt>
                <c:pt idx="3061">
                  <c:v>#N/A</c:v>
                </c:pt>
                <c:pt idx="3062">
                  <c:v>#N/A</c:v>
                </c:pt>
                <c:pt idx="3063">
                  <c:v>#N/A</c:v>
                </c:pt>
                <c:pt idx="3064">
                  <c:v>#N/A</c:v>
                </c:pt>
                <c:pt idx="3065">
                  <c:v>#N/A</c:v>
                </c:pt>
                <c:pt idx="3066">
                  <c:v>#N/A</c:v>
                </c:pt>
                <c:pt idx="3067">
                  <c:v>#N/A</c:v>
                </c:pt>
                <c:pt idx="3068">
                  <c:v>#N/A</c:v>
                </c:pt>
                <c:pt idx="3069">
                  <c:v>#N/A</c:v>
                </c:pt>
                <c:pt idx="3070">
                  <c:v>#N/A</c:v>
                </c:pt>
                <c:pt idx="3071">
                  <c:v>#N/A</c:v>
                </c:pt>
                <c:pt idx="3072">
                  <c:v>#N/A</c:v>
                </c:pt>
                <c:pt idx="3073">
                  <c:v>#N/A</c:v>
                </c:pt>
                <c:pt idx="3074">
                  <c:v>#N/A</c:v>
                </c:pt>
                <c:pt idx="3075">
                  <c:v>#N/A</c:v>
                </c:pt>
                <c:pt idx="3076">
                  <c:v>#N/A</c:v>
                </c:pt>
                <c:pt idx="3077">
                  <c:v>#N/A</c:v>
                </c:pt>
                <c:pt idx="3078">
                  <c:v>#N/A</c:v>
                </c:pt>
                <c:pt idx="3079">
                  <c:v>#N/A</c:v>
                </c:pt>
                <c:pt idx="3080">
                  <c:v>#N/A</c:v>
                </c:pt>
                <c:pt idx="3081">
                  <c:v>#N/A</c:v>
                </c:pt>
                <c:pt idx="3082">
                  <c:v>1.6</c:v>
                </c:pt>
                <c:pt idx="3083">
                  <c:v>#N/A</c:v>
                </c:pt>
                <c:pt idx="3084">
                  <c:v>#N/A</c:v>
                </c:pt>
                <c:pt idx="3085">
                  <c:v>#N/A</c:v>
                </c:pt>
                <c:pt idx="3086">
                  <c:v>#N/A</c:v>
                </c:pt>
                <c:pt idx="3087">
                  <c:v>#N/A</c:v>
                </c:pt>
                <c:pt idx="3088">
                  <c:v>#N/A</c:v>
                </c:pt>
                <c:pt idx="3089">
                  <c:v>#N/A</c:v>
                </c:pt>
                <c:pt idx="3090">
                  <c:v>#N/A</c:v>
                </c:pt>
                <c:pt idx="3091">
                  <c:v>#N/A</c:v>
                </c:pt>
                <c:pt idx="3092">
                  <c:v>#N/A</c:v>
                </c:pt>
                <c:pt idx="3093">
                  <c:v>#N/A</c:v>
                </c:pt>
                <c:pt idx="3094">
                  <c:v>#N/A</c:v>
                </c:pt>
                <c:pt idx="3095">
                  <c:v>#N/A</c:v>
                </c:pt>
                <c:pt idx="3096">
                  <c:v>#N/A</c:v>
                </c:pt>
                <c:pt idx="3097">
                  <c:v>#N/A</c:v>
                </c:pt>
                <c:pt idx="3098">
                  <c:v>#N/A</c:v>
                </c:pt>
                <c:pt idx="3099">
                  <c:v>#N/A</c:v>
                </c:pt>
                <c:pt idx="3100">
                  <c:v>#N/A</c:v>
                </c:pt>
                <c:pt idx="3101">
                  <c:v>#N/A</c:v>
                </c:pt>
                <c:pt idx="3102">
                  <c:v>#N/A</c:v>
                </c:pt>
                <c:pt idx="3103">
                  <c:v>#N/A</c:v>
                </c:pt>
                <c:pt idx="3104">
                  <c:v>#N/A</c:v>
                </c:pt>
                <c:pt idx="3105">
                  <c:v>#N/A</c:v>
                </c:pt>
                <c:pt idx="3106">
                  <c:v>#N/A</c:v>
                </c:pt>
                <c:pt idx="3107">
                  <c:v>#N/A</c:v>
                </c:pt>
                <c:pt idx="3108">
                  <c:v>#N/A</c:v>
                </c:pt>
                <c:pt idx="3109">
                  <c:v>#N/A</c:v>
                </c:pt>
                <c:pt idx="3110">
                  <c:v>#N/A</c:v>
                </c:pt>
                <c:pt idx="3111">
                  <c:v>#N/A</c:v>
                </c:pt>
                <c:pt idx="3112">
                  <c:v>#N/A</c:v>
                </c:pt>
                <c:pt idx="3113">
                  <c:v>1.6</c:v>
                </c:pt>
                <c:pt idx="3114">
                  <c:v>#N/A</c:v>
                </c:pt>
                <c:pt idx="3115">
                  <c:v>#N/A</c:v>
                </c:pt>
                <c:pt idx="3116">
                  <c:v>#N/A</c:v>
                </c:pt>
                <c:pt idx="3117">
                  <c:v>#N/A</c:v>
                </c:pt>
                <c:pt idx="3118">
                  <c:v>#N/A</c:v>
                </c:pt>
                <c:pt idx="3119">
                  <c:v>#N/A</c:v>
                </c:pt>
                <c:pt idx="3120">
                  <c:v>#N/A</c:v>
                </c:pt>
                <c:pt idx="3121">
                  <c:v>#N/A</c:v>
                </c:pt>
                <c:pt idx="3122">
                  <c:v>#N/A</c:v>
                </c:pt>
                <c:pt idx="3123">
                  <c:v>#N/A</c:v>
                </c:pt>
                <c:pt idx="3124">
                  <c:v>#N/A</c:v>
                </c:pt>
                <c:pt idx="3125">
                  <c:v>#N/A</c:v>
                </c:pt>
                <c:pt idx="3126">
                  <c:v>#N/A</c:v>
                </c:pt>
                <c:pt idx="3127">
                  <c:v>#N/A</c:v>
                </c:pt>
                <c:pt idx="3128">
                  <c:v>#N/A</c:v>
                </c:pt>
                <c:pt idx="3129">
                  <c:v>#N/A</c:v>
                </c:pt>
                <c:pt idx="3130">
                  <c:v>#N/A</c:v>
                </c:pt>
                <c:pt idx="3131">
                  <c:v>#N/A</c:v>
                </c:pt>
                <c:pt idx="3132">
                  <c:v>#N/A</c:v>
                </c:pt>
                <c:pt idx="3133">
                  <c:v>#N/A</c:v>
                </c:pt>
                <c:pt idx="3134">
                  <c:v>#N/A</c:v>
                </c:pt>
                <c:pt idx="3135">
                  <c:v>#N/A</c:v>
                </c:pt>
                <c:pt idx="3136">
                  <c:v>#N/A</c:v>
                </c:pt>
                <c:pt idx="3137">
                  <c:v>#N/A</c:v>
                </c:pt>
                <c:pt idx="3138">
                  <c:v>#N/A</c:v>
                </c:pt>
                <c:pt idx="3139">
                  <c:v>#N/A</c:v>
                </c:pt>
                <c:pt idx="3140">
                  <c:v>#N/A</c:v>
                </c:pt>
                <c:pt idx="3141">
                  <c:v>#N/A</c:v>
                </c:pt>
                <c:pt idx="3142">
                  <c:v>#N/A</c:v>
                </c:pt>
                <c:pt idx="3143">
                  <c:v>#N/A</c:v>
                </c:pt>
                <c:pt idx="3144">
                  <c:v>1.5</c:v>
                </c:pt>
                <c:pt idx="3145">
                  <c:v>#N/A</c:v>
                </c:pt>
                <c:pt idx="3146">
                  <c:v>#N/A</c:v>
                </c:pt>
                <c:pt idx="3147">
                  <c:v>#N/A</c:v>
                </c:pt>
                <c:pt idx="3148">
                  <c:v>#N/A</c:v>
                </c:pt>
                <c:pt idx="3149">
                  <c:v>#N/A</c:v>
                </c:pt>
                <c:pt idx="3150">
                  <c:v>#N/A</c:v>
                </c:pt>
                <c:pt idx="3151">
                  <c:v>#N/A</c:v>
                </c:pt>
                <c:pt idx="3152">
                  <c:v>#N/A</c:v>
                </c:pt>
                <c:pt idx="3153">
                  <c:v>#N/A</c:v>
                </c:pt>
                <c:pt idx="3154">
                  <c:v>#N/A</c:v>
                </c:pt>
                <c:pt idx="3155">
                  <c:v>#N/A</c:v>
                </c:pt>
                <c:pt idx="3156">
                  <c:v>#N/A</c:v>
                </c:pt>
                <c:pt idx="3157">
                  <c:v>#N/A</c:v>
                </c:pt>
                <c:pt idx="3158">
                  <c:v>#N/A</c:v>
                </c:pt>
                <c:pt idx="3159">
                  <c:v>#N/A</c:v>
                </c:pt>
                <c:pt idx="3160">
                  <c:v>#N/A</c:v>
                </c:pt>
                <c:pt idx="3161">
                  <c:v>#N/A</c:v>
                </c:pt>
                <c:pt idx="3162">
                  <c:v>#N/A</c:v>
                </c:pt>
                <c:pt idx="3163">
                  <c:v>#N/A</c:v>
                </c:pt>
                <c:pt idx="3164">
                  <c:v>#N/A</c:v>
                </c:pt>
                <c:pt idx="3165">
                  <c:v>#N/A</c:v>
                </c:pt>
                <c:pt idx="3166">
                  <c:v>#N/A</c:v>
                </c:pt>
                <c:pt idx="3167">
                  <c:v>#N/A</c:v>
                </c:pt>
                <c:pt idx="3168">
                  <c:v>#N/A</c:v>
                </c:pt>
                <c:pt idx="3169">
                  <c:v>#N/A</c:v>
                </c:pt>
                <c:pt idx="3170">
                  <c:v>#N/A</c:v>
                </c:pt>
                <c:pt idx="3171">
                  <c:v>#N/A</c:v>
                </c:pt>
                <c:pt idx="3172">
                  <c:v>#N/A</c:v>
                </c:pt>
                <c:pt idx="3173">
                  <c:v>#N/A</c:v>
                </c:pt>
                <c:pt idx="3174">
                  <c:v>1.5</c:v>
                </c:pt>
                <c:pt idx="3175">
                  <c:v>#N/A</c:v>
                </c:pt>
                <c:pt idx="3176">
                  <c:v>#N/A</c:v>
                </c:pt>
                <c:pt idx="3177">
                  <c:v>#N/A</c:v>
                </c:pt>
                <c:pt idx="3178">
                  <c:v>#N/A</c:v>
                </c:pt>
                <c:pt idx="3179">
                  <c:v>#N/A</c:v>
                </c:pt>
                <c:pt idx="3180">
                  <c:v>#N/A</c:v>
                </c:pt>
                <c:pt idx="3181">
                  <c:v>#N/A</c:v>
                </c:pt>
                <c:pt idx="3182">
                  <c:v>#N/A</c:v>
                </c:pt>
                <c:pt idx="3183">
                  <c:v>#N/A</c:v>
                </c:pt>
                <c:pt idx="3184">
                  <c:v>#N/A</c:v>
                </c:pt>
                <c:pt idx="3185">
                  <c:v>#N/A</c:v>
                </c:pt>
                <c:pt idx="3186">
                  <c:v>#N/A</c:v>
                </c:pt>
                <c:pt idx="3187">
                  <c:v>#N/A</c:v>
                </c:pt>
                <c:pt idx="3188">
                  <c:v>#N/A</c:v>
                </c:pt>
                <c:pt idx="3189">
                  <c:v>#N/A</c:v>
                </c:pt>
                <c:pt idx="3190">
                  <c:v>#N/A</c:v>
                </c:pt>
                <c:pt idx="3191">
                  <c:v>#N/A</c:v>
                </c:pt>
                <c:pt idx="3192">
                  <c:v>#N/A</c:v>
                </c:pt>
                <c:pt idx="3193">
                  <c:v>#N/A</c:v>
                </c:pt>
                <c:pt idx="3194">
                  <c:v>#N/A</c:v>
                </c:pt>
                <c:pt idx="3195">
                  <c:v>#N/A</c:v>
                </c:pt>
                <c:pt idx="3196">
                  <c:v>#N/A</c:v>
                </c:pt>
                <c:pt idx="3197">
                  <c:v>#N/A</c:v>
                </c:pt>
                <c:pt idx="3198">
                  <c:v>#N/A</c:v>
                </c:pt>
                <c:pt idx="3199">
                  <c:v>#N/A</c:v>
                </c:pt>
                <c:pt idx="3200">
                  <c:v>#N/A</c:v>
                </c:pt>
                <c:pt idx="3201">
                  <c:v>#N/A</c:v>
                </c:pt>
                <c:pt idx="3202">
                  <c:v>#N/A</c:v>
                </c:pt>
                <c:pt idx="3203">
                  <c:v>#N/A</c:v>
                </c:pt>
                <c:pt idx="3204">
                  <c:v>#N/A</c:v>
                </c:pt>
                <c:pt idx="3205">
                  <c:v>1.4</c:v>
                </c:pt>
                <c:pt idx="3206">
                  <c:v>#N/A</c:v>
                </c:pt>
                <c:pt idx="3207">
                  <c:v>#N/A</c:v>
                </c:pt>
                <c:pt idx="3208">
                  <c:v>#N/A</c:v>
                </c:pt>
                <c:pt idx="3209">
                  <c:v>#N/A</c:v>
                </c:pt>
                <c:pt idx="3210">
                  <c:v>#N/A</c:v>
                </c:pt>
                <c:pt idx="3211">
                  <c:v>#N/A</c:v>
                </c:pt>
                <c:pt idx="3212">
                  <c:v>#N/A</c:v>
                </c:pt>
                <c:pt idx="3213">
                  <c:v>#N/A</c:v>
                </c:pt>
                <c:pt idx="3214">
                  <c:v>#N/A</c:v>
                </c:pt>
                <c:pt idx="3215">
                  <c:v>#N/A</c:v>
                </c:pt>
                <c:pt idx="3216">
                  <c:v>#N/A</c:v>
                </c:pt>
                <c:pt idx="3217">
                  <c:v>#N/A</c:v>
                </c:pt>
                <c:pt idx="3218">
                  <c:v>#N/A</c:v>
                </c:pt>
                <c:pt idx="3219">
                  <c:v>#N/A</c:v>
                </c:pt>
                <c:pt idx="3220">
                  <c:v>#N/A</c:v>
                </c:pt>
                <c:pt idx="3221">
                  <c:v>#N/A</c:v>
                </c:pt>
                <c:pt idx="3222">
                  <c:v>#N/A</c:v>
                </c:pt>
                <c:pt idx="3223">
                  <c:v>#N/A</c:v>
                </c:pt>
                <c:pt idx="3224">
                  <c:v>#N/A</c:v>
                </c:pt>
                <c:pt idx="3225">
                  <c:v>#N/A</c:v>
                </c:pt>
                <c:pt idx="3226">
                  <c:v>#N/A</c:v>
                </c:pt>
                <c:pt idx="3227">
                  <c:v>#N/A</c:v>
                </c:pt>
                <c:pt idx="3228">
                  <c:v>#N/A</c:v>
                </c:pt>
                <c:pt idx="3229">
                  <c:v>#N/A</c:v>
                </c:pt>
                <c:pt idx="3230">
                  <c:v>#N/A</c:v>
                </c:pt>
                <c:pt idx="3231">
                  <c:v>#N/A</c:v>
                </c:pt>
                <c:pt idx="3232">
                  <c:v>#N/A</c:v>
                </c:pt>
                <c:pt idx="3233">
                  <c:v>#N/A</c:v>
                </c:pt>
                <c:pt idx="3234">
                  <c:v>#N/A</c:v>
                </c:pt>
                <c:pt idx="3235">
                  <c:v>1.4</c:v>
                </c:pt>
                <c:pt idx="3236">
                  <c:v>#N/A</c:v>
                </c:pt>
                <c:pt idx="3237">
                  <c:v>#N/A</c:v>
                </c:pt>
                <c:pt idx="3238">
                  <c:v>#N/A</c:v>
                </c:pt>
                <c:pt idx="3239">
                  <c:v>#N/A</c:v>
                </c:pt>
                <c:pt idx="3240">
                  <c:v>#N/A</c:v>
                </c:pt>
                <c:pt idx="3241">
                  <c:v>#N/A</c:v>
                </c:pt>
                <c:pt idx="3242">
                  <c:v>#N/A</c:v>
                </c:pt>
                <c:pt idx="3243">
                  <c:v>#N/A</c:v>
                </c:pt>
                <c:pt idx="3244">
                  <c:v>#N/A</c:v>
                </c:pt>
                <c:pt idx="3245">
                  <c:v>#N/A</c:v>
                </c:pt>
                <c:pt idx="3246">
                  <c:v>#N/A</c:v>
                </c:pt>
                <c:pt idx="3247">
                  <c:v>#N/A</c:v>
                </c:pt>
                <c:pt idx="3248">
                  <c:v>#N/A</c:v>
                </c:pt>
                <c:pt idx="3249">
                  <c:v>#N/A</c:v>
                </c:pt>
                <c:pt idx="3250">
                  <c:v>#N/A</c:v>
                </c:pt>
                <c:pt idx="3251">
                  <c:v>#N/A</c:v>
                </c:pt>
                <c:pt idx="3252">
                  <c:v>#N/A</c:v>
                </c:pt>
                <c:pt idx="3253">
                  <c:v>#N/A</c:v>
                </c:pt>
                <c:pt idx="3254">
                  <c:v>#N/A</c:v>
                </c:pt>
                <c:pt idx="3255">
                  <c:v>#N/A</c:v>
                </c:pt>
                <c:pt idx="3256">
                  <c:v>#N/A</c:v>
                </c:pt>
                <c:pt idx="3257">
                  <c:v>#N/A</c:v>
                </c:pt>
                <c:pt idx="3258">
                  <c:v>#N/A</c:v>
                </c:pt>
                <c:pt idx="3259">
                  <c:v>#N/A</c:v>
                </c:pt>
                <c:pt idx="3260">
                  <c:v>#N/A</c:v>
                </c:pt>
                <c:pt idx="3261">
                  <c:v>#N/A</c:v>
                </c:pt>
                <c:pt idx="3262">
                  <c:v>#N/A</c:v>
                </c:pt>
                <c:pt idx="3263">
                  <c:v>#N/A</c:v>
                </c:pt>
                <c:pt idx="3264">
                  <c:v>#N/A</c:v>
                </c:pt>
                <c:pt idx="3265">
                  <c:v>#N/A</c:v>
                </c:pt>
                <c:pt idx="3266">
                  <c:v>1.5</c:v>
                </c:pt>
                <c:pt idx="3267">
                  <c:v>#N/A</c:v>
                </c:pt>
                <c:pt idx="3268">
                  <c:v>#N/A</c:v>
                </c:pt>
                <c:pt idx="3269">
                  <c:v>#N/A</c:v>
                </c:pt>
                <c:pt idx="3270">
                  <c:v>#N/A</c:v>
                </c:pt>
                <c:pt idx="3271">
                  <c:v>#N/A</c:v>
                </c:pt>
                <c:pt idx="3272">
                  <c:v>#N/A</c:v>
                </c:pt>
                <c:pt idx="3273">
                  <c:v>#N/A</c:v>
                </c:pt>
                <c:pt idx="3274">
                  <c:v>#N/A</c:v>
                </c:pt>
                <c:pt idx="3275">
                  <c:v>#N/A</c:v>
                </c:pt>
                <c:pt idx="3276">
                  <c:v>#N/A</c:v>
                </c:pt>
                <c:pt idx="3277">
                  <c:v>#N/A</c:v>
                </c:pt>
                <c:pt idx="3278">
                  <c:v>#N/A</c:v>
                </c:pt>
                <c:pt idx="3279">
                  <c:v>#N/A</c:v>
                </c:pt>
                <c:pt idx="3280">
                  <c:v>#N/A</c:v>
                </c:pt>
                <c:pt idx="3281">
                  <c:v>#N/A</c:v>
                </c:pt>
                <c:pt idx="3282">
                  <c:v>#N/A</c:v>
                </c:pt>
                <c:pt idx="3283">
                  <c:v>#N/A</c:v>
                </c:pt>
                <c:pt idx="3284">
                  <c:v>#N/A</c:v>
                </c:pt>
                <c:pt idx="3285">
                  <c:v>#N/A</c:v>
                </c:pt>
                <c:pt idx="3286">
                  <c:v>#N/A</c:v>
                </c:pt>
                <c:pt idx="3287">
                  <c:v>#N/A</c:v>
                </c:pt>
                <c:pt idx="3288">
                  <c:v>#N/A</c:v>
                </c:pt>
                <c:pt idx="3289">
                  <c:v>#N/A</c:v>
                </c:pt>
                <c:pt idx="3290">
                  <c:v>#N/A</c:v>
                </c:pt>
                <c:pt idx="3291">
                  <c:v>#N/A</c:v>
                </c:pt>
                <c:pt idx="3292">
                  <c:v>#N/A</c:v>
                </c:pt>
                <c:pt idx="3293">
                  <c:v>#N/A</c:v>
                </c:pt>
                <c:pt idx="3294">
                  <c:v>#N/A</c:v>
                </c:pt>
                <c:pt idx="3295">
                  <c:v>#N/A</c:v>
                </c:pt>
                <c:pt idx="3296">
                  <c:v>#N/A</c:v>
                </c:pt>
                <c:pt idx="3297">
                  <c:v>1.6</c:v>
                </c:pt>
                <c:pt idx="3298">
                  <c:v>#N/A</c:v>
                </c:pt>
                <c:pt idx="3299">
                  <c:v>#N/A</c:v>
                </c:pt>
                <c:pt idx="3300">
                  <c:v>#N/A</c:v>
                </c:pt>
                <c:pt idx="3301">
                  <c:v>#N/A</c:v>
                </c:pt>
                <c:pt idx="3302">
                  <c:v>#N/A</c:v>
                </c:pt>
                <c:pt idx="3303">
                  <c:v>#N/A</c:v>
                </c:pt>
                <c:pt idx="3304">
                  <c:v>#N/A</c:v>
                </c:pt>
                <c:pt idx="3305">
                  <c:v>#N/A</c:v>
                </c:pt>
                <c:pt idx="3306">
                  <c:v>#N/A</c:v>
                </c:pt>
                <c:pt idx="3307">
                  <c:v>#N/A</c:v>
                </c:pt>
                <c:pt idx="3308">
                  <c:v>#N/A</c:v>
                </c:pt>
                <c:pt idx="3309">
                  <c:v>#N/A</c:v>
                </c:pt>
                <c:pt idx="3310">
                  <c:v>#N/A</c:v>
                </c:pt>
                <c:pt idx="3311">
                  <c:v>#N/A</c:v>
                </c:pt>
                <c:pt idx="3312">
                  <c:v>#N/A</c:v>
                </c:pt>
                <c:pt idx="3313">
                  <c:v>#N/A</c:v>
                </c:pt>
                <c:pt idx="3314">
                  <c:v>#N/A</c:v>
                </c:pt>
                <c:pt idx="3315">
                  <c:v>#N/A</c:v>
                </c:pt>
                <c:pt idx="3316">
                  <c:v>#N/A</c:v>
                </c:pt>
                <c:pt idx="3317">
                  <c:v>#N/A</c:v>
                </c:pt>
                <c:pt idx="3318">
                  <c:v>#N/A</c:v>
                </c:pt>
                <c:pt idx="3319">
                  <c:v>#N/A</c:v>
                </c:pt>
                <c:pt idx="3320">
                  <c:v>#N/A</c:v>
                </c:pt>
                <c:pt idx="3321">
                  <c:v>#N/A</c:v>
                </c:pt>
                <c:pt idx="3322">
                  <c:v>#N/A</c:v>
                </c:pt>
                <c:pt idx="3323">
                  <c:v>#N/A</c:v>
                </c:pt>
                <c:pt idx="3324">
                  <c:v>#N/A</c:v>
                </c:pt>
                <c:pt idx="3325">
                  <c:v>#N/A</c:v>
                </c:pt>
                <c:pt idx="3326">
                  <c:v>#N/A</c:v>
                </c:pt>
                <c:pt idx="3327">
                  <c:v>1.5</c:v>
                </c:pt>
                <c:pt idx="3328">
                  <c:v>#N/A</c:v>
                </c:pt>
                <c:pt idx="3329">
                  <c:v>#N/A</c:v>
                </c:pt>
                <c:pt idx="3330">
                  <c:v>#N/A</c:v>
                </c:pt>
                <c:pt idx="3331">
                  <c:v>#N/A</c:v>
                </c:pt>
                <c:pt idx="3332">
                  <c:v>#N/A</c:v>
                </c:pt>
                <c:pt idx="3333">
                  <c:v>#N/A</c:v>
                </c:pt>
                <c:pt idx="3334">
                  <c:v>#N/A</c:v>
                </c:pt>
                <c:pt idx="3335">
                  <c:v>#N/A</c:v>
                </c:pt>
                <c:pt idx="3336">
                  <c:v>#N/A</c:v>
                </c:pt>
                <c:pt idx="3337">
                  <c:v>#N/A</c:v>
                </c:pt>
                <c:pt idx="3338">
                  <c:v>#N/A</c:v>
                </c:pt>
                <c:pt idx="3339">
                  <c:v>#N/A</c:v>
                </c:pt>
                <c:pt idx="3340">
                  <c:v>#N/A</c:v>
                </c:pt>
                <c:pt idx="3341">
                  <c:v>#N/A</c:v>
                </c:pt>
                <c:pt idx="3342">
                  <c:v>#N/A</c:v>
                </c:pt>
                <c:pt idx="3343">
                  <c:v>#N/A</c:v>
                </c:pt>
                <c:pt idx="3344">
                  <c:v>#N/A</c:v>
                </c:pt>
                <c:pt idx="3345">
                  <c:v>#N/A</c:v>
                </c:pt>
                <c:pt idx="3346">
                  <c:v>#N/A</c:v>
                </c:pt>
                <c:pt idx="3347">
                  <c:v>#N/A</c:v>
                </c:pt>
                <c:pt idx="3348">
                  <c:v>#N/A</c:v>
                </c:pt>
                <c:pt idx="3349">
                  <c:v>#N/A</c:v>
                </c:pt>
                <c:pt idx="3350">
                  <c:v>#N/A</c:v>
                </c:pt>
                <c:pt idx="3351">
                  <c:v>#N/A</c:v>
                </c:pt>
                <c:pt idx="3352">
                  <c:v>#N/A</c:v>
                </c:pt>
                <c:pt idx="3353">
                  <c:v>#N/A</c:v>
                </c:pt>
                <c:pt idx="3354">
                  <c:v>#N/A</c:v>
                </c:pt>
                <c:pt idx="3355">
                  <c:v>#N/A</c:v>
                </c:pt>
                <c:pt idx="3356">
                  <c:v>#N/A</c:v>
                </c:pt>
                <c:pt idx="3357">
                  <c:v>#N/A</c:v>
                </c:pt>
                <c:pt idx="3358">
                  <c:v>1.6</c:v>
                </c:pt>
                <c:pt idx="3359">
                  <c:v>#N/A</c:v>
                </c:pt>
                <c:pt idx="3360">
                  <c:v>#N/A</c:v>
                </c:pt>
                <c:pt idx="3361">
                  <c:v>#N/A</c:v>
                </c:pt>
                <c:pt idx="3362">
                  <c:v>#N/A</c:v>
                </c:pt>
                <c:pt idx="3363">
                  <c:v>#N/A</c:v>
                </c:pt>
                <c:pt idx="3364">
                  <c:v>#N/A</c:v>
                </c:pt>
                <c:pt idx="3365">
                  <c:v>#N/A</c:v>
                </c:pt>
                <c:pt idx="3366">
                  <c:v>#N/A</c:v>
                </c:pt>
                <c:pt idx="3367">
                  <c:v>#N/A</c:v>
                </c:pt>
                <c:pt idx="3368">
                  <c:v>#N/A</c:v>
                </c:pt>
                <c:pt idx="3369">
                  <c:v>#N/A</c:v>
                </c:pt>
                <c:pt idx="3370">
                  <c:v>#N/A</c:v>
                </c:pt>
                <c:pt idx="3371">
                  <c:v>#N/A</c:v>
                </c:pt>
                <c:pt idx="3372">
                  <c:v>#N/A</c:v>
                </c:pt>
                <c:pt idx="3373">
                  <c:v>#N/A</c:v>
                </c:pt>
                <c:pt idx="3374">
                  <c:v>#N/A</c:v>
                </c:pt>
                <c:pt idx="3375">
                  <c:v>#N/A</c:v>
                </c:pt>
                <c:pt idx="3376">
                  <c:v>#N/A</c:v>
                </c:pt>
                <c:pt idx="3377">
                  <c:v>#N/A</c:v>
                </c:pt>
                <c:pt idx="3378">
                  <c:v>#N/A</c:v>
                </c:pt>
                <c:pt idx="3379">
                  <c:v>#N/A</c:v>
                </c:pt>
                <c:pt idx="3380">
                  <c:v>#N/A</c:v>
                </c:pt>
                <c:pt idx="3381">
                  <c:v>#N/A</c:v>
                </c:pt>
                <c:pt idx="3382">
                  <c:v>#N/A</c:v>
                </c:pt>
                <c:pt idx="3383">
                  <c:v>#N/A</c:v>
                </c:pt>
                <c:pt idx="3384">
                  <c:v>#N/A</c:v>
                </c:pt>
                <c:pt idx="3385">
                  <c:v>#N/A</c:v>
                </c:pt>
                <c:pt idx="3386">
                  <c:v>#N/A</c:v>
                </c:pt>
                <c:pt idx="3387">
                  <c:v>#N/A</c:v>
                </c:pt>
                <c:pt idx="3388">
                  <c:v>1.7</c:v>
                </c:pt>
                <c:pt idx="3389">
                  <c:v>#N/A</c:v>
                </c:pt>
                <c:pt idx="3390">
                  <c:v>#N/A</c:v>
                </c:pt>
                <c:pt idx="3391">
                  <c:v>#N/A</c:v>
                </c:pt>
                <c:pt idx="3392">
                  <c:v>#N/A</c:v>
                </c:pt>
                <c:pt idx="3393">
                  <c:v>#N/A</c:v>
                </c:pt>
                <c:pt idx="3394">
                  <c:v>#N/A</c:v>
                </c:pt>
                <c:pt idx="3395">
                  <c:v>#N/A</c:v>
                </c:pt>
                <c:pt idx="3396">
                  <c:v>#N/A</c:v>
                </c:pt>
                <c:pt idx="3397">
                  <c:v>#N/A</c:v>
                </c:pt>
                <c:pt idx="3398">
                  <c:v>#N/A</c:v>
                </c:pt>
                <c:pt idx="3399">
                  <c:v>#N/A</c:v>
                </c:pt>
                <c:pt idx="3400">
                  <c:v>#N/A</c:v>
                </c:pt>
                <c:pt idx="3401">
                  <c:v>#N/A</c:v>
                </c:pt>
                <c:pt idx="3402">
                  <c:v>#N/A</c:v>
                </c:pt>
                <c:pt idx="3403">
                  <c:v>#N/A</c:v>
                </c:pt>
                <c:pt idx="3404">
                  <c:v>#N/A</c:v>
                </c:pt>
                <c:pt idx="3405">
                  <c:v>#N/A</c:v>
                </c:pt>
                <c:pt idx="3406">
                  <c:v>#N/A</c:v>
                </c:pt>
                <c:pt idx="3407">
                  <c:v>#N/A</c:v>
                </c:pt>
                <c:pt idx="3408">
                  <c:v>#N/A</c:v>
                </c:pt>
                <c:pt idx="3409">
                  <c:v>#N/A</c:v>
                </c:pt>
                <c:pt idx="3410">
                  <c:v>#N/A</c:v>
                </c:pt>
                <c:pt idx="3411">
                  <c:v>#N/A</c:v>
                </c:pt>
                <c:pt idx="3412">
                  <c:v>#N/A</c:v>
                </c:pt>
                <c:pt idx="3413">
                  <c:v>#N/A</c:v>
                </c:pt>
                <c:pt idx="3414">
                  <c:v>#N/A</c:v>
                </c:pt>
                <c:pt idx="3415">
                  <c:v>#N/A</c:v>
                </c:pt>
                <c:pt idx="3416">
                  <c:v>#N/A</c:v>
                </c:pt>
                <c:pt idx="3417">
                  <c:v>#N/A</c:v>
                </c:pt>
                <c:pt idx="3418">
                  <c:v>#N/A</c:v>
                </c:pt>
                <c:pt idx="3419">
                  <c:v>1.9</c:v>
                </c:pt>
                <c:pt idx="3420">
                  <c:v>#N/A</c:v>
                </c:pt>
                <c:pt idx="3421">
                  <c:v>#N/A</c:v>
                </c:pt>
                <c:pt idx="3422">
                  <c:v>#N/A</c:v>
                </c:pt>
                <c:pt idx="3423">
                  <c:v>#N/A</c:v>
                </c:pt>
                <c:pt idx="3424">
                  <c:v>#N/A</c:v>
                </c:pt>
                <c:pt idx="3425">
                  <c:v>#N/A</c:v>
                </c:pt>
                <c:pt idx="3426">
                  <c:v>#N/A</c:v>
                </c:pt>
                <c:pt idx="3427">
                  <c:v>#N/A</c:v>
                </c:pt>
                <c:pt idx="3428">
                  <c:v>#N/A</c:v>
                </c:pt>
                <c:pt idx="3429">
                  <c:v>#N/A</c:v>
                </c:pt>
                <c:pt idx="3430">
                  <c:v>#N/A</c:v>
                </c:pt>
                <c:pt idx="3431">
                  <c:v>#N/A</c:v>
                </c:pt>
                <c:pt idx="3432">
                  <c:v>#N/A</c:v>
                </c:pt>
                <c:pt idx="3433">
                  <c:v>#N/A</c:v>
                </c:pt>
                <c:pt idx="3434">
                  <c:v>#N/A</c:v>
                </c:pt>
                <c:pt idx="3435">
                  <c:v>#N/A</c:v>
                </c:pt>
                <c:pt idx="3436">
                  <c:v>#N/A</c:v>
                </c:pt>
                <c:pt idx="3437">
                  <c:v>#N/A</c:v>
                </c:pt>
                <c:pt idx="3438">
                  <c:v>#N/A</c:v>
                </c:pt>
                <c:pt idx="3439">
                  <c:v>#N/A</c:v>
                </c:pt>
                <c:pt idx="3440">
                  <c:v>#N/A</c:v>
                </c:pt>
                <c:pt idx="3441">
                  <c:v>#N/A</c:v>
                </c:pt>
                <c:pt idx="3442">
                  <c:v>#N/A</c:v>
                </c:pt>
                <c:pt idx="3443">
                  <c:v>#N/A</c:v>
                </c:pt>
                <c:pt idx="3444">
                  <c:v>#N/A</c:v>
                </c:pt>
                <c:pt idx="3445">
                  <c:v>#N/A</c:v>
                </c:pt>
                <c:pt idx="3446">
                  <c:v>#N/A</c:v>
                </c:pt>
                <c:pt idx="3447">
                  <c:v>1.9</c:v>
                </c:pt>
                <c:pt idx="3448">
                  <c:v>#N/A</c:v>
                </c:pt>
                <c:pt idx="3449">
                  <c:v>#N/A</c:v>
                </c:pt>
                <c:pt idx="3450">
                  <c:v>#N/A</c:v>
                </c:pt>
                <c:pt idx="3451">
                  <c:v>#N/A</c:v>
                </c:pt>
                <c:pt idx="3452">
                  <c:v>#N/A</c:v>
                </c:pt>
                <c:pt idx="3453">
                  <c:v>#N/A</c:v>
                </c:pt>
                <c:pt idx="3454">
                  <c:v>#N/A</c:v>
                </c:pt>
                <c:pt idx="3455">
                  <c:v>#N/A</c:v>
                </c:pt>
                <c:pt idx="3456">
                  <c:v>#N/A</c:v>
                </c:pt>
                <c:pt idx="3457">
                  <c:v>#N/A</c:v>
                </c:pt>
                <c:pt idx="3458">
                  <c:v>#N/A</c:v>
                </c:pt>
                <c:pt idx="3459">
                  <c:v>#N/A</c:v>
                </c:pt>
                <c:pt idx="3460">
                  <c:v>#N/A</c:v>
                </c:pt>
                <c:pt idx="3461">
                  <c:v>#N/A</c:v>
                </c:pt>
                <c:pt idx="3462">
                  <c:v>#N/A</c:v>
                </c:pt>
                <c:pt idx="3463">
                  <c:v>#N/A</c:v>
                </c:pt>
                <c:pt idx="3464">
                  <c:v>#N/A</c:v>
                </c:pt>
                <c:pt idx="3465">
                  <c:v>#N/A</c:v>
                </c:pt>
                <c:pt idx="3466">
                  <c:v>#N/A</c:v>
                </c:pt>
                <c:pt idx="3467">
                  <c:v>#N/A</c:v>
                </c:pt>
                <c:pt idx="3468">
                  <c:v>#N/A</c:v>
                </c:pt>
                <c:pt idx="3469">
                  <c:v>#N/A</c:v>
                </c:pt>
                <c:pt idx="3470">
                  <c:v>#N/A</c:v>
                </c:pt>
                <c:pt idx="3471">
                  <c:v>#N/A</c:v>
                </c:pt>
                <c:pt idx="3472">
                  <c:v>#N/A</c:v>
                </c:pt>
                <c:pt idx="3473">
                  <c:v>#N/A</c:v>
                </c:pt>
                <c:pt idx="3474">
                  <c:v>#N/A</c:v>
                </c:pt>
                <c:pt idx="3475">
                  <c:v>#N/A</c:v>
                </c:pt>
                <c:pt idx="3476">
                  <c:v>#N/A</c:v>
                </c:pt>
                <c:pt idx="3477">
                  <c:v>#N/A</c:v>
                </c:pt>
                <c:pt idx="3478">
                  <c:v>1.8</c:v>
                </c:pt>
                <c:pt idx="3479">
                  <c:v>#N/A</c:v>
                </c:pt>
                <c:pt idx="3480">
                  <c:v>#N/A</c:v>
                </c:pt>
                <c:pt idx="3481">
                  <c:v>#N/A</c:v>
                </c:pt>
                <c:pt idx="3482">
                  <c:v>#N/A</c:v>
                </c:pt>
                <c:pt idx="3483">
                  <c:v>#N/A</c:v>
                </c:pt>
                <c:pt idx="3484">
                  <c:v>#N/A</c:v>
                </c:pt>
                <c:pt idx="3485">
                  <c:v>#N/A</c:v>
                </c:pt>
                <c:pt idx="3486">
                  <c:v>#N/A</c:v>
                </c:pt>
                <c:pt idx="3487">
                  <c:v>#N/A</c:v>
                </c:pt>
                <c:pt idx="3488">
                  <c:v>#N/A</c:v>
                </c:pt>
                <c:pt idx="3489">
                  <c:v>#N/A</c:v>
                </c:pt>
                <c:pt idx="3490">
                  <c:v>#N/A</c:v>
                </c:pt>
                <c:pt idx="3491">
                  <c:v>#N/A</c:v>
                </c:pt>
                <c:pt idx="3492">
                  <c:v>#N/A</c:v>
                </c:pt>
                <c:pt idx="3493">
                  <c:v>#N/A</c:v>
                </c:pt>
                <c:pt idx="3494">
                  <c:v>#N/A</c:v>
                </c:pt>
                <c:pt idx="3495">
                  <c:v>#N/A</c:v>
                </c:pt>
                <c:pt idx="3496">
                  <c:v>#N/A</c:v>
                </c:pt>
                <c:pt idx="3497">
                  <c:v>#N/A</c:v>
                </c:pt>
                <c:pt idx="3498">
                  <c:v>#N/A</c:v>
                </c:pt>
                <c:pt idx="3499">
                  <c:v>#N/A</c:v>
                </c:pt>
                <c:pt idx="3500">
                  <c:v>#N/A</c:v>
                </c:pt>
                <c:pt idx="3501">
                  <c:v>#N/A</c:v>
                </c:pt>
                <c:pt idx="3502">
                  <c:v>#N/A</c:v>
                </c:pt>
                <c:pt idx="3503">
                  <c:v>#N/A</c:v>
                </c:pt>
                <c:pt idx="3504">
                  <c:v>#N/A</c:v>
                </c:pt>
                <c:pt idx="3505">
                  <c:v>#N/A</c:v>
                </c:pt>
                <c:pt idx="3506">
                  <c:v>#N/A</c:v>
                </c:pt>
                <c:pt idx="3507">
                  <c:v>#N/A</c:v>
                </c:pt>
                <c:pt idx="3508">
                  <c:v>#N/A</c:v>
                </c:pt>
                <c:pt idx="3509">
                  <c:v>1.7</c:v>
                </c:pt>
                <c:pt idx="3510">
                  <c:v>#N/A</c:v>
                </c:pt>
                <c:pt idx="3511">
                  <c:v>#N/A</c:v>
                </c:pt>
                <c:pt idx="3512">
                  <c:v>#N/A</c:v>
                </c:pt>
                <c:pt idx="3513">
                  <c:v>#N/A</c:v>
                </c:pt>
                <c:pt idx="3514">
                  <c:v>#N/A</c:v>
                </c:pt>
                <c:pt idx="3515">
                  <c:v>#N/A</c:v>
                </c:pt>
                <c:pt idx="3516">
                  <c:v>#N/A</c:v>
                </c:pt>
                <c:pt idx="3517">
                  <c:v>#N/A</c:v>
                </c:pt>
                <c:pt idx="3518">
                  <c:v>#N/A</c:v>
                </c:pt>
                <c:pt idx="3519">
                  <c:v>#N/A</c:v>
                </c:pt>
                <c:pt idx="3520">
                  <c:v>#N/A</c:v>
                </c:pt>
                <c:pt idx="3521">
                  <c:v>#N/A</c:v>
                </c:pt>
                <c:pt idx="3522">
                  <c:v>#N/A</c:v>
                </c:pt>
                <c:pt idx="3523">
                  <c:v>#N/A</c:v>
                </c:pt>
                <c:pt idx="3524">
                  <c:v>#N/A</c:v>
                </c:pt>
                <c:pt idx="3525">
                  <c:v>#N/A</c:v>
                </c:pt>
                <c:pt idx="3526">
                  <c:v>#N/A</c:v>
                </c:pt>
                <c:pt idx="3527">
                  <c:v>#N/A</c:v>
                </c:pt>
                <c:pt idx="3528">
                  <c:v>#N/A</c:v>
                </c:pt>
                <c:pt idx="3529">
                  <c:v>#N/A</c:v>
                </c:pt>
                <c:pt idx="3530">
                  <c:v>#N/A</c:v>
                </c:pt>
                <c:pt idx="3531">
                  <c:v>#N/A</c:v>
                </c:pt>
                <c:pt idx="3532">
                  <c:v>#N/A</c:v>
                </c:pt>
                <c:pt idx="3533">
                  <c:v>#N/A</c:v>
                </c:pt>
                <c:pt idx="3534">
                  <c:v>#N/A</c:v>
                </c:pt>
                <c:pt idx="3535">
                  <c:v>#N/A</c:v>
                </c:pt>
                <c:pt idx="3536">
                  <c:v>#N/A</c:v>
                </c:pt>
                <c:pt idx="3537">
                  <c:v>#N/A</c:v>
                </c:pt>
                <c:pt idx="3538">
                  <c:v>#N/A</c:v>
                </c:pt>
                <c:pt idx="3539">
                  <c:v>1.8</c:v>
                </c:pt>
                <c:pt idx="3540">
                  <c:v>#N/A</c:v>
                </c:pt>
                <c:pt idx="3541">
                  <c:v>#N/A</c:v>
                </c:pt>
                <c:pt idx="3542">
                  <c:v>#N/A</c:v>
                </c:pt>
                <c:pt idx="3543">
                  <c:v>#N/A</c:v>
                </c:pt>
                <c:pt idx="3544">
                  <c:v>#N/A</c:v>
                </c:pt>
                <c:pt idx="3545">
                  <c:v>#N/A</c:v>
                </c:pt>
                <c:pt idx="3546">
                  <c:v>#N/A</c:v>
                </c:pt>
                <c:pt idx="3547">
                  <c:v>#N/A</c:v>
                </c:pt>
                <c:pt idx="3548">
                  <c:v>#N/A</c:v>
                </c:pt>
                <c:pt idx="3549">
                  <c:v>#N/A</c:v>
                </c:pt>
                <c:pt idx="3550">
                  <c:v>#N/A</c:v>
                </c:pt>
                <c:pt idx="3551">
                  <c:v>#N/A</c:v>
                </c:pt>
                <c:pt idx="3552">
                  <c:v>#N/A</c:v>
                </c:pt>
                <c:pt idx="3553">
                  <c:v>#N/A</c:v>
                </c:pt>
                <c:pt idx="3554">
                  <c:v>#N/A</c:v>
                </c:pt>
                <c:pt idx="3555">
                  <c:v>#N/A</c:v>
                </c:pt>
                <c:pt idx="3556">
                  <c:v>#N/A</c:v>
                </c:pt>
                <c:pt idx="3557">
                  <c:v>#N/A</c:v>
                </c:pt>
                <c:pt idx="3558">
                  <c:v>#N/A</c:v>
                </c:pt>
                <c:pt idx="3559">
                  <c:v>#N/A</c:v>
                </c:pt>
                <c:pt idx="3560">
                  <c:v>#N/A</c:v>
                </c:pt>
                <c:pt idx="3561">
                  <c:v>#N/A</c:v>
                </c:pt>
                <c:pt idx="3562">
                  <c:v>#N/A</c:v>
                </c:pt>
                <c:pt idx="3563">
                  <c:v>#N/A</c:v>
                </c:pt>
                <c:pt idx="3564">
                  <c:v>#N/A</c:v>
                </c:pt>
                <c:pt idx="3565">
                  <c:v>#N/A</c:v>
                </c:pt>
                <c:pt idx="3566">
                  <c:v>#N/A</c:v>
                </c:pt>
                <c:pt idx="3567">
                  <c:v>#N/A</c:v>
                </c:pt>
                <c:pt idx="3568">
                  <c:v>#N/A</c:v>
                </c:pt>
                <c:pt idx="3569">
                  <c:v>#N/A</c:v>
                </c:pt>
                <c:pt idx="3570">
                  <c:v>1.7</c:v>
                </c:pt>
                <c:pt idx="3571">
                  <c:v>#N/A</c:v>
                </c:pt>
                <c:pt idx="3572">
                  <c:v>#N/A</c:v>
                </c:pt>
                <c:pt idx="3573">
                  <c:v>#N/A</c:v>
                </c:pt>
                <c:pt idx="3574">
                  <c:v>#N/A</c:v>
                </c:pt>
                <c:pt idx="3575">
                  <c:v>#N/A</c:v>
                </c:pt>
                <c:pt idx="3576">
                  <c:v>#N/A</c:v>
                </c:pt>
                <c:pt idx="3577">
                  <c:v>#N/A</c:v>
                </c:pt>
                <c:pt idx="3578">
                  <c:v>#N/A</c:v>
                </c:pt>
                <c:pt idx="3579">
                  <c:v>#N/A</c:v>
                </c:pt>
                <c:pt idx="3580">
                  <c:v>#N/A</c:v>
                </c:pt>
                <c:pt idx="3581">
                  <c:v>#N/A</c:v>
                </c:pt>
                <c:pt idx="3582">
                  <c:v>#N/A</c:v>
                </c:pt>
                <c:pt idx="3583">
                  <c:v>#N/A</c:v>
                </c:pt>
                <c:pt idx="3584">
                  <c:v>#N/A</c:v>
                </c:pt>
                <c:pt idx="3585">
                  <c:v>#N/A</c:v>
                </c:pt>
                <c:pt idx="3586">
                  <c:v>#N/A</c:v>
                </c:pt>
                <c:pt idx="3587">
                  <c:v>#N/A</c:v>
                </c:pt>
                <c:pt idx="3588">
                  <c:v>#N/A</c:v>
                </c:pt>
                <c:pt idx="3589">
                  <c:v>#N/A</c:v>
                </c:pt>
                <c:pt idx="3590">
                  <c:v>#N/A</c:v>
                </c:pt>
                <c:pt idx="3591">
                  <c:v>#N/A</c:v>
                </c:pt>
                <c:pt idx="3592">
                  <c:v>#N/A</c:v>
                </c:pt>
                <c:pt idx="3593">
                  <c:v>#N/A</c:v>
                </c:pt>
                <c:pt idx="3594">
                  <c:v>#N/A</c:v>
                </c:pt>
                <c:pt idx="3595">
                  <c:v>#N/A</c:v>
                </c:pt>
                <c:pt idx="3596">
                  <c:v>#N/A</c:v>
                </c:pt>
                <c:pt idx="3597">
                  <c:v>#N/A</c:v>
                </c:pt>
                <c:pt idx="3598">
                  <c:v>#N/A</c:v>
                </c:pt>
                <c:pt idx="3599">
                  <c:v>#N/A</c:v>
                </c:pt>
                <c:pt idx="3600">
                  <c:v>1.7</c:v>
                </c:pt>
                <c:pt idx="3601">
                  <c:v>#N/A</c:v>
                </c:pt>
                <c:pt idx="3602">
                  <c:v>#N/A</c:v>
                </c:pt>
                <c:pt idx="3603">
                  <c:v>#N/A</c:v>
                </c:pt>
                <c:pt idx="3604">
                  <c:v>#N/A</c:v>
                </c:pt>
                <c:pt idx="3605">
                  <c:v>#N/A</c:v>
                </c:pt>
                <c:pt idx="3606">
                  <c:v>#N/A</c:v>
                </c:pt>
                <c:pt idx="3607">
                  <c:v>#N/A</c:v>
                </c:pt>
                <c:pt idx="3608">
                  <c:v>#N/A</c:v>
                </c:pt>
                <c:pt idx="3609">
                  <c:v>#N/A</c:v>
                </c:pt>
                <c:pt idx="3610">
                  <c:v>#N/A</c:v>
                </c:pt>
                <c:pt idx="3611">
                  <c:v>#N/A</c:v>
                </c:pt>
                <c:pt idx="3612">
                  <c:v>#N/A</c:v>
                </c:pt>
                <c:pt idx="3613">
                  <c:v>#N/A</c:v>
                </c:pt>
                <c:pt idx="3614">
                  <c:v>#N/A</c:v>
                </c:pt>
                <c:pt idx="3615">
                  <c:v>#N/A</c:v>
                </c:pt>
                <c:pt idx="3616">
                  <c:v>#N/A</c:v>
                </c:pt>
                <c:pt idx="3617">
                  <c:v>#N/A</c:v>
                </c:pt>
                <c:pt idx="3618">
                  <c:v>#N/A</c:v>
                </c:pt>
                <c:pt idx="3619">
                  <c:v>#N/A</c:v>
                </c:pt>
                <c:pt idx="3620">
                  <c:v>#N/A</c:v>
                </c:pt>
                <c:pt idx="3621">
                  <c:v>#N/A</c:v>
                </c:pt>
                <c:pt idx="3622">
                  <c:v>#N/A</c:v>
                </c:pt>
                <c:pt idx="3623">
                  <c:v>#N/A</c:v>
                </c:pt>
                <c:pt idx="3624">
                  <c:v>#N/A</c:v>
                </c:pt>
                <c:pt idx="3625">
                  <c:v>#N/A</c:v>
                </c:pt>
                <c:pt idx="3626">
                  <c:v>#N/A</c:v>
                </c:pt>
                <c:pt idx="3627">
                  <c:v>#N/A</c:v>
                </c:pt>
                <c:pt idx="3628">
                  <c:v>#N/A</c:v>
                </c:pt>
                <c:pt idx="3629">
                  <c:v>#N/A</c:v>
                </c:pt>
                <c:pt idx="3630">
                  <c:v>#N/A</c:v>
                </c:pt>
                <c:pt idx="3631">
                  <c:v>1.6</c:v>
                </c:pt>
                <c:pt idx="3632">
                  <c:v>#N/A</c:v>
                </c:pt>
                <c:pt idx="3633">
                  <c:v>#N/A</c:v>
                </c:pt>
                <c:pt idx="3634">
                  <c:v>#N/A</c:v>
                </c:pt>
                <c:pt idx="3635">
                  <c:v>#N/A</c:v>
                </c:pt>
                <c:pt idx="3636">
                  <c:v>#N/A</c:v>
                </c:pt>
                <c:pt idx="3637">
                  <c:v>#N/A</c:v>
                </c:pt>
                <c:pt idx="3638">
                  <c:v>#N/A</c:v>
                </c:pt>
                <c:pt idx="3639">
                  <c:v>#N/A</c:v>
                </c:pt>
                <c:pt idx="3640">
                  <c:v>#N/A</c:v>
                </c:pt>
                <c:pt idx="3641">
                  <c:v>#N/A</c:v>
                </c:pt>
                <c:pt idx="3642">
                  <c:v>#N/A</c:v>
                </c:pt>
                <c:pt idx="3643">
                  <c:v>#N/A</c:v>
                </c:pt>
                <c:pt idx="3644">
                  <c:v>#N/A</c:v>
                </c:pt>
                <c:pt idx="3645">
                  <c:v>#N/A</c:v>
                </c:pt>
                <c:pt idx="3646">
                  <c:v>#N/A</c:v>
                </c:pt>
                <c:pt idx="3647">
                  <c:v>#N/A</c:v>
                </c:pt>
                <c:pt idx="3648">
                  <c:v>#N/A</c:v>
                </c:pt>
                <c:pt idx="3649">
                  <c:v>#N/A</c:v>
                </c:pt>
                <c:pt idx="3650">
                  <c:v>#N/A</c:v>
                </c:pt>
                <c:pt idx="3651">
                  <c:v>#N/A</c:v>
                </c:pt>
              </c:numCache>
            </c:numRef>
          </c:val>
          <c:smooth val="0"/>
          <c:extLst>
            <c:ext xmlns:c16="http://schemas.microsoft.com/office/drawing/2014/chart" uri="{C3380CC4-5D6E-409C-BE32-E72D297353CC}">
              <c16:uniqueId val="{00000003-C2CC-4767-A320-5CE534E0B493}"/>
            </c:ext>
          </c:extLst>
        </c:ser>
        <c:ser>
          <c:idx val="4"/>
          <c:order val="4"/>
          <c:tx>
            <c:strRef>
              <c:f>通胀pce!$F$4</c:f>
              <c:strCache>
                <c:ptCount val="1"/>
                <c:pt idx="0">
                  <c:v>PCE同比</c:v>
                </c:pt>
              </c:strCache>
            </c:strRef>
          </c:tx>
          <c:spPr>
            <a:ln w="28575">
              <a:solidFill>
                <a:srgbClr val="B2B2B2"/>
              </a:solidFill>
              <a:prstDash val="solid"/>
            </a:ln>
          </c:spPr>
          <c:marker>
            <c:symbol val="square"/>
            <c:size val="5"/>
            <c:spPr>
              <a:solidFill>
                <a:srgbClr val="B2B2B2"/>
              </a:solidFill>
              <a:ln>
                <a:solidFill>
                  <a:srgbClr val="B2B2B2">
                    <a:alpha val="97000"/>
                  </a:srgbClr>
                </a:solidFill>
              </a:ln>
            </c:spPr>
          </c:marker>
          <c:cat>
            <c:numRef>
              <c:f>通胀pce!$A$5:$A$3656</c:f>
              <c:numCache>
                <c:formatCode>m/d/yyyy</c:formatCode>
                <c:ptCount val="3652"/>
                <c:pt idx="0">
                  <c:v>46213</c:v>
                </c:pt>
                <c:pt idx="1">
                  <c:v>46212</c:v>
                </c:pt>
                <c:pt idx="2">
                  <c:v>46211</c:v>
                </c:pt>
                <c:pt idx="3">
                  <c:v>46210</c:v>
                </c:pt>
                <c:pt idx="4">
                  <c:v>46209</c:v>
                </c:pt>
                <c:pt idx="5">
                  <c:v>46208</c:v>
                </c:pt>
                <c:pt idx="6">
                  <c:v>46207</c:v>
                </c:pt>
                <c:pt idx="7">
                  <c:v>46206</c:v>
                </c:pt>
                <c:pt idx="8">
                  <c:v>46205</c:v>
                </c:pt>
                <c:pt idx="9">
                  <c:v>46204</c:v>
                </c:pt>
                <c:pt idx="10">
                  <c:v>46203</c:v>
                </c:pt>
                <c:pt idx="11">
                  <c:v>46202</c:v>
                </c:pt>
                <c:pt idx="12">
                  <c:v>46201</c:v>
                </c:pt>
                <c:pt idx="13">
                  <c:v>46200</c:v>
                </c:pt>
                <c:pt idx="14">
                  <c:v>46199</c:v>
                </c:pt>
                <c:pt idx="15">
                  <c:v>46198</c:v>
                </c:pt>
                <c:pt idx="16">
                  <c:v>46197</c:v>
                </c:pt>
                <c:pt idx="17">
                  <c:v>46196</c:v>
                </c:pt>
                <c:pt idx="18">
                  <c:v>46195</c:v>
                </c:pt>
                <c:pt idx="19">
                  <c:v>46194</c:v>
                </c:pt>
                <c:pt idx="20">
                  <c:v>46193</c:v>
                </c:pt>
                <c:pt idx="21">
                  <c:v>46192</c:v>
                </c:pt>
                <c:pt idx="22">
                  <c:v>46191</c:v>
                </c:pt>
                <c:pt idx="23">
                  <c:v>46190</c:v>
                </c:pt>
                <c:pt idx="24">
                  <c:v>46189</c:v>
                </c:pt>
                <c:pt idx="25">
                  <c:v>46188</c:v>
                </c:pt>
                <c:pt idx="26">
                  <c:v>46187</c:v>
                </c:pt>
                <c:pt idx="27">
                  <c:v>46186</c:v>
                </c:pt>
                <c:pt idx="28">
                  <c:v>46185</c:v>
                </c:pt>
                <c:pt idx="29">
                  <c:v>46184</c:v>
                </c:pt>
                <c:pt idx="30">
                  <c:v>46183</c:v>
                </c:pt>
                <c:pt idx="31">
                  <c:v>46182</c:v>
                </c:pt>
                <c:pt idx="32">
                  <c:v>46181</c:v>
                </c:pt>
                <c:pt idx="33">
                  <c:v>46180</c:v>
                </c:pt>
                <c:pt idx="34">
                  <c:v>46179</c:v>
                </c:pt>
                <c:pt idx="35">
                  <c:v>46178</c:v>
                </c:pt>
                <c:pt idx="36">
                  <c:v>46177</c:v>
                </c:pt>
                <c:pt idx="37">
                  <c:v>46176</c:v>
                </c:pt>
                <c:pt idx="38">
                  <c:v>46175</c:v>
                </c:pt>
                <c:pt idx="39">
                  <c:v>46174</c:v>
                </c:pt>
                <c:pt idx="40">
                  <c:v>46173</c:v>
                </c:pt>
                <c:pt idx="41">
                  <c:v>46172</c:v>
                </c:pt>
                <c:pt idx="42">
                  <c:v>46171</c:v>
                </c:pt>
                <c:pt idx="43">
                  <c:v>46170</c:v>
                </c:pt>
                <c:pt idx="44">
                  <c:v>46169</c:v>
                </c:pt>
                <c:pt idx="45">
                  <c:v>46168</c:v>
                </c:pt>
                <c:pt idx="46">
                  <c:v>46167</c:v>
                </c:pt>
                <c:pt idx="47">
                  <c:v>46166</c:v>
                </c:pt>
                <c:pt idx="48">
                  <c:v>46165</c:v>
                </c:pt>
                <c:pt idx="49">
                  <c:v>46164</c:v>
                </c:pt>
                <c:pt idx="50">
                  <c:v>46163</c:v>
                </c:pt>
                <c:pt idx="51">
                  <c:v>46162</c:v>
                </c:pt>
                <c:pt idx="52">
                  <c:v>46161</c:v>
                </c:pt>
                <c:pt idx="53">
                  <c:v>46160</c:v>
                </c:pt>
                <c:pt idx="54">
                  <c:v>46159</c:v>
                </c:pt>
                <c:pt idx="55">
                  <c:v>46158</c:v>
                </c:pt>
                <c:pt idx="56">
                  <c:v>46157</c:v>
                </c:pt>
                <c:pt idx="57">
                  <c:v>46156</c:v>
                </c:pt>
                <c:pt idx="58">
                  <c:v>46155</c:v>
                </c:pt>
                <c:pt idx="59">
                  <c:v>46154</c:v>
                </c:pt>
                <c:pt idx="60">
                  <c:v>46153</c:v>
                </c:pt>
                <c:pt idx="61">
                  <c:v>46152</c:v>
                </c:pt>
                <c:pt idx="62">
                  <c:v>46151</c:v>
                </c:pt>
                <c:pt idx="63">
                  <c:v>46150</c:v>
                </c:pt>
                <c:pt idx="64">
                  <c:v>46149</c:v>
                </c:pt>
                <c:pt idx="65">
                  <c:v>46148</c:v>
                </c:pt>
                <c:pt idx="66">
                  <c:v>46147</c:v>
                </c:pt>
                <c:pt idx="67">
                  <c:v>46146</c:v>
                </c:pt>
                <c:pt idx="68">
                  <c:v>46145</c:v>
                </c:pt>
                <c:pt idx="69">
                  <c:v>46144</c:v>
                </c:pt>
                <c:pt idx="70">
                  <c:v>46143</c:v>
                </c:pt>
                <c:pt idx="71">
                  <c:v>46142</c:v>
                </c:pt>
                <c:pt idx="72">
                  <c:v>46141</c:v>
                </c:pt>
                <c:pt idx="73">
                  <c:v>46140</c:v>
                </c:pt>
                <c:pt idx="74">
                  <c:v>46139</c:v>
                </c:pt>
                <c:pt idx="75">
                  <c:v>46138</c:v>
                </c:pt>
                <c:pt idx="76">
                  <c:v>46137</c:v>
                </c:pt>
                <c:pt idx="77">
                  <c:v>46136</c:v>
                </c:pt>
                <c:pt idx="78">
                  <c:v>46135</c:v>
                </c:pt>
                <c:pt idx="79">
                  <c:v>46134</c:v>
                </c:pt>
                <c:pt idx="80">
                  <c:v>46133</c:v>
                </c:pt>
                <c:pt idx="81">
                  <c:v>46132</c:v>
                </c:pt>
                <c:pt idx="82">
                  <c:v>46131</c:v>
                </c:pt>
                <c:pt idx="83">
                  <c:v>46130</c:v>
                </c:pt>
                <c:pt idx="84">
                  <c:v>46129</c:v>
                </c:pt>
                <c:pt idx="85">
                  <c:v>46128</c:v>
                </c:pt>
                <c:pt idx="86">
                  <c:v>46127</c:v>
                </c:pt>
                <c:pt idx="87">
                  <c:v>46126</c:v>
                </c:pt>
                <c:pt idx="88">
                  <c:v>46125</c:v>
                </c:pt>
                <c:pt idx="89">
                  <c:v>46124</c:v>
                </c:pt>
                <c:pt idx="90">
                  <c:v>46123</c:v>
                </c:pt>
                <c:pt idx="91">
                  <c:v>46122</c:v>
                </c:pt>
                <c:pt idx="92">
                  <c:v>46121</c:v>
                </c:pt>
                <c:pt idx="93">
                  <c:v>46120</c:v>
                </c:pt>
                <c:pt idx="94">
                  <c:v>46119</c:v>
                </c:pt>
                <c:pt idx="95">
                  <c:v>46118</c:v>
                </c:pt>
                <c:pt idx="96">
                  <c:v>46117</c:v>
                </c:pt>
                <c:pt idx="97">
                  <c:v>46116</c:v>
                </c:pt>
                <c:pt idx="98">
                  <c:v>46115</c:v>
                </c:pt>
                <c:pt idx="99">
                  <c:v>46114</c:v>
                </c:pt>
                <c:pt idx="100">
                  <c:v>46113</c:v>
                </c:pt>
                <c:pt idx="101">
                  <c:v>46112</c:v>
                </c:pt>
                <c:pt idx="102">
                  <c:v>46111</c:v>
                </c:pt>
                <c:pt idx="103">
                  <c:v>46110</c:v>
                </c:pt>
                <c:pt idx="104">
                  <c:v>46109</c:v>
                </c:pt>
                <c:pt idx="105">
                  <c:v>46108</c:v>
                </c:pt>
                <c:pt idx="106">
                  <c:v>46107</c:v>
                </c:pt>
                <c:pt idx="107">
                  <c:v>46106</c:v>
                </c:pt>
                <c:pt idx="108">
                  <c:v>46105</c:v>
                </c:pt>
                <c:pt idx="109">
                  <c:v>46104</c:v>
                </c:pt>
                <c:pt idx="110">
                  <c:v>46103</c:v>
                </c:pt>
                <c:pt idx="111">
                  <c:v>46102</c:v>
                </c:pt>
                <c:pt idx="112">
                  <c:v>46101</c:v>
                </c:pt>
                <c:pt idx="113">
                  <c:v>46100</c:v>
                </c:pt>
                <c:pt idx="114">
                  <c:v>46099</c:v>
                </c:pt>
                <c:pt idx="115">
                  <c:v>46098</c:v>
                </c:pt>
                <c:pt idx="116">
                  <c:v>46097</c:v>
                </c:pt>
                <c:pt idx="117">
                  <c:v>46096</c:v>
                </c:pt>
                <c:pt idx="118">
                  <c:v>46095</c:v>
                </c:pt>
                <c:pt idx="119">
                  <c:v>46094</c:v>
                </c:pt>
                <c:pt idx="120">
                  <c:v>46093</c:v>
                </c:pt>
                <c:pt idx="121">
                  <c:v>46092</c:v>
                </c:pt>
                <c:pt idx="122">
                  <c:v>46091</c:v>
                </c:pt>
                <c:pt idx="123">
                  <c:v>46090</c:v>
                </c:pt>
                <c:pt idx="124">
                  <c:v>46089</c:v>
                </c:pt>
                <c:pt idx="125">
                  <c:v>46088</c:v>
                </c:pt>
                <c:pt idx="126">
                  <c:v>46087</c:v>
                </c:pt>
                <c:pt idx="127">
                  <c:v>46086</c:v>
                </c:pt>
                <c:pt idx="128">
                  <c:v>46085</c:v>
                </c:pt>
                <c:pt idx="129">
                  <c:v>46084</c:v>
                </c:pt>
                <c:pt idx="130">
                  <c:v>46083</c:v>
                </c:pt>
                <c:pt idx="131">
                  <c:v>46082</c:v>
                </c:pt>
                <c:pt idx="132">
                  <c:v>46081</c:v>
                </c:pt>
                <c:pt idx="133">
                  <c:v>46080</c:v>
                </c:pt>
                <c:pt idx="134">
                  <c:v>46079</c:v>
                </c:pt>
                <c:pt idx="135">
                  <c:v>46078</c:v>
                </c:pt>
                <c:pt idx="136">
                  <c:v>46077</c:v>
                </c:pt>
                <c:pt idx="137">
                  <c:v>46076</c:v>
                </c:pt>
                <c:pt idx="138">
                  <c:v>46075</c:v>
                </c:pt>
                <c:pt idx="139">
                  <c:v>46074</c:v>
                </c:pt>
                <c:pt idx="140">
                  <c:v>46073</c:v>
                </c:pt>
                <c:pt idx="141">
                  <c:v>46072</c:v>
                </c:pt>
                <c:pt idx="142">
                  <c:v>46071</c:v>
                </c:pt>
                <c:pt idx="143">
                  <c:v>46070</c:v>
                </c:pt>
                <c:pt idx="144">
                  <c:v>46069</c:v>
                </c:pt>
                <c:pt idx="145">
                  <c:v>46068</c:v>
                </c:pt>
                <c:pt idx="146">
                  <c:v>46067</c:v>
                </c:pt>
                <c:pt idx="147">
                  <c:v>46066</c:v>
                </c:pt>
                <c:pt idx="148">
                  <c:v>46065</c:v>
                </c:pt>
                <c:pt idx="149">
                  <c:v>46064</c:v>
                </c:pt>
                <c:pt idx="150">
                  <c:v>46063</c:v>
                </c:pt>
                <c:pt idx="151">
                  <c:v>46062</c:v>
                </c:pt>
                <c:pt idx="152">
                  <c:v>46061</c:v>
                </c:pt>
                <c:pt idx="153">
                  <c:v>46060</c:v>
                </c:pt>
                <c:pt idx="154">
                  <c:v>46059</c:v>
                </c:pt>
                <c:pt idx="155">
                  <c:v>46058</c:v>
                </c:pt>
                <c:pt idx="156">
                  <c:v>46057</c:v>
                </c:pt>
                <c:pt idx="157">
                  <c:v>46056</c:v>
                </c:pt>
                <c:pt idx="158">
                  <c:v>46055</c:v>
                </c:pt>
                <c:pt idx="159">
                  <c:v>46054</c:v>
                </c:pt>
                <c:pt idx="160">
                  <c:v>46053</c:v>
                </c:pt>
                <c:pt idx="161">
                  <c:v>46052</c:v>
                </c:pt>
                <c:pt idx="162">
                  <c:v>46051</c:v>
                </c:pt>
                <c:pt idx="163">
                  <c:v>46050</c:v>
                </c:pt>
                <c:pt idx="164">
                  <c:v>46049</c:v>
                </c:pt>
                <c:pt idx="165">
                  <c:v>46048</c:v>
                </c:pt>
                <c:pt idx="166">
                  <c:v>46047</c:v>
                </c:pt>
                <c:pt idx="167">
                  <c:v>46046</c:v>
                </c:pt>
                <c:pt idx="168">
                  <c:v>46045</c:v>
                </c:pt>
                <c:pt idx="169">
                  <c:v>46044</c:v>
                </c:pt>
                <c:pt idx="170">
                  <c:v>46043</c:v>
                </c:pt>
                <c:pt idx="171">
                  <c:v>46042</c:v>
                </c:pt>
                <c:pt idx="172">
                  <c:v>46041</c:v>
                </c:pt>
                <c:pt idx="173">
                  <c:v>46040</c:v>
                </c:pt>
                <c:pt idx="174">
                  <c:v>46039</c:v>
                </c:pt>
                <c:pt idx="175">
                  <c:v>46038</c:v>
                </c:pt>
                <c:pt idx="176">
                  <c:v>46037</c:v>
                </c:pt>
                <c:pt idx="177">
                  <c:v>46036</c:v>
                </c:pt>
                <c:pt idx="178">
                  <c:v>46035</c:v>
                </c:pt>
                <c:pt idx="179">
                  <c:v>46034</c:v>
                </c:pt>
                <c:pt idx="180">
                  <c:v>46033</c:v>
                </c:pt>
                <c:pt idx="181">
                  <c:v>46032</c:v>
                </c:pt>
                <c:pt idx="182">
                  <c:v>46031</c:v>
                </c:pt>
                <c:pt idx="183">
                  <c:v>46030</c:v>
                </c:pt>
                <c:pt idx="184">
                  <c:v>46029</c:v>
                </c:pt>
                <c:pt idx="185">
                  <c:v>46028</c:v>
                </c:pt>
                <c:pt idx="186">
                  <c:v>46027</c:v>
                </c:pt>
                <c:pt idx="187">
                  <c:v>46026</c:v>
                </c:pt>
                <c:pt idx="188">
                  <c:v>46025</c:v>
                </c:pt>
                <c:pt idx="189">
                  <c:v>46024</c:v>
                </c:pt>
                <c:pt idx="190">
                  <c:v>46023</c:v>
                </c:pt>
                <c:pt idx="191">
                  <c:v>46022</c:v>
                </c:pt>
                <c:pt idx="192">
                  <c:v>46021</c:v>
                </c:pt>
                <c:pt idx="193">
                  <c:v>46020</c:v>
                </c:pt>
                <c:pt idx="194">
                  <c:v>46019</c:v>
                </c:pt>
                <c:pt idx="195">
                  <c:v>46018</c:v>
                </c:pt>
                <c:pt idx="196">
                  <c:v>46017</c:v>
                </c:pt>
                <c:pt idx="197">
                  <c:v>46016</c:v>
                </c:pt>
                <c:pt idx="198">
                  <c:v>46015</c:v>
                </c:pt>
                <c:pt idx="199">
                  <c:v>46014</c:v>
                </c:pt>
                <c:pt idx="200">
                  <c:v>46013</c:v>
                </c:pt>
                <c:pt idx="201">
                  <c:v>46012</c:v>
                </c:pt>
                <c:pt idx="202">
                  <c:v>46011</c:v>
                </c:pt>
                <c:pt idx="203">
                  <c:v>46010</c:v>
                </c:pt>
                <c:pt idx="204">
                  <c:v>46009</c:v>
                </c:pt>
                <c:pt idx="205">
                  <c:v>46008</c:v>
                </c:pt>
                <c:pt idx="206">
                  <c:v>46007</c:v>
                </c:pt>
                <c:pt idx="207">
                  <c:v>46006</c:v>
                </c:pt>
                <c:pt idx="208">
                  <c:v>46005</c:v>
                </c:pt>
                <c:pt idx="209">
                  <c:v>46004</c:v>
                </c:pt>
                <c:pt idx="210">
                  <c:v>46003</c:v>
                </c:pt>
                <c:pt idx="211">
                  <c:v>46002</c:v>
                </c:pt>
                <c:pt idx="212">
                  <c:v>46001</c:v>
                </c:pt>
                <c:pt idx="213">
                  <c:v>46000</c:v>
                </c:pt>
                <c:pt idx="214">
                  <c:v>45999</c:v>
                </c:pt>
                <c:pt idx="215">
                  <c:v>45998</c:v>
                </c:pt>
                <c:pt idx="216">
                  <c:v>45997</c:v>
                </c:pt>
                <c:pt idx="217">
                  <c:v>45996</c:v>
                </c:pt>
                <c:pt idx="218">
                  <c:v>45995</c:v>
                </c:pt>
                <c:pt idx="219">
                  <c:v>45994</c:v>
                </c:pt>
                <c:pt idx="220">
                  <c:v>45993</c:v>
                </c:pt>
                <c:pt idx="221">
                  <c:v>45992</c:v>
                </c:pt>
                <c:pt idx="222">
                  <c:v>45991</c:v>
                </c:pt>
                <c:pt idx="223">
                  <c:v>45990</c:v>
                </c:pt>
                <c:pt idx="224">
                  <c:v>45989</c:v>
                </c:pt>
                <c:pt idx="225">
                  <c:v>45988</c:v>
                </c:pt>
                <c:pt idx="226">
                  <c:v>45987</c:v>
                </c:pt>
                <c:pt idx="227">
                  <c:v>45986</c:v>
                </c:pt>
                <c:pt idx="228">
                  <c:v>45985</c:v>
                </c:pt>
                <c:pt idx="229">
                  <c:v>45984</c:v>
                </c:pt>
                <c:pt idx="230">
                  <c:v>45983</c:v>
                </c:pt>
                <c:pt idx="231">
                  <c:v>45982</c:v>
                </c:pt>
                <c:pt idx="232">
                  <c:v>45981</c:v>
                </c:pt>
                <c:pt idx="233">
                  <c:v>45980</c:v>
                </c:pt>
                <c:pt idx="234">
                  <c:v>45979</c:v>
                </c:pt>
                <c:pt idx="235">
                  <c:v>45978</c:v>
                </c:pt>
                <c:pt idx="236">
                  <c:v>45977</c:v>
                </c:pt>
                <c:pt idx="237">
                  <c:v>45976</c:v>
                </c:pt>
                <c:pt idx="238">
                  <c:v>45975</c:v>
                </c:pt>
                <c:pt idx="239">
                  <c:v>45974</c:v>
                </c:pt>
                <c:pt idx="240">
                  <c:v>45973</c:v>
                </c:pt>
                <c:pt idx="241">
                  <c:v>45972</c:v>
                </c:pt>
                <c:pt idx="242">
                  <c:v>45971</c:v>
                </c:pt>
                <c:pt idx="243">
                  <c:v>45970</c:v>
                </c:pt>
                <c:pt idx="244">
                  <c:v>45969</c:v>
                </c:pt>
                <c:pt idx="245">
                  <c:v>45968</c:v>
                </c:pt>
                <c:pt idx="246">
                  <c:v>45967</c:v>
                </c:pt>
                <c:pt idx="247">
                  <c:v>45966</c:v>
                </c:pt>
                <c:pt idx="248">
                  <c:v>45965</c:v>
                </c:pt>
                <c:pt idx="249">
                  <c:v>45964</c:v>
                </c:pt>
                <c:pt idx="250">
                  <c:v>45963</c:v>
                </c:pt>
                <c:pt idx="251">
                  <c:v>45962</c:v>
                </c:pt>
                <c:pt idx="252">
                  <c:v>45961</c:v>
                </c:pt>
                <c:pt idx="253">
                  <c:v>45960</c:v>
                </c:pt>
                <c:pt idx="254">
                  <c:v>45959</c:v>
                </c:pt>
                <c:pt idx="255">
                  <c:v>45958</c:v>
                </c:pt>
                <c:pt idx="256">
                  <c:v>45957</c:v>
                </c:pt>
                <c:pt idx="257">
                  <c:v>45956</c:v>
                </c:pt>
                <c:pt idx="258">
                  <c:v>45955</c:v>
                </c:pt>
                <c:pt idx="259">
                  <c:v>45954</c:v>
                </c:pt>
                <c:pt idx="260">
                  <c:v>45953</c:v>
                </c:pt>
                <c:pt idx="261">
                  <c:v>45952</c:v>
                </c:pt>
                <c:pt idx="262">
                  <c:v>45951</c:v>
                </c:pt>
                <c:pt idx="263">
                  <c:v>45950</c:v>
                </c:pt>
                <c:pt idx="264">
                  <c:v>45949</c:v>
                </c:pt>
                <c:pt idx="265">
                  <c:v>45948</c:v>
                </c:pt>
                <c:pt idx="266">
                  <c:v>45947</c:v>
                </c:pt>
                <c:pt idx="267">
                  <c:v>45946</c:v>
                </c:pt>
                <c:pt idx="268">
                  <c:v>45945</c:v>
                </c:pt>
                <c:pt idx="269">
                  <c:v>45944</c:v>
                </c:pt>
                <c:pt idx="270">
                  <c:v>45943</c:v>
                </c:pt>
                <c:pt idx="271">
                  <c:v>45942</c:v>
                </c:pt>
                <c:pt idx="272">
                  <c:v>45941</c:v>
                </c:pt>
                <c:pt idx="273">
                  <c:v>45940</c:v>
                </c:pt>
                <c:pt idx="274">
                  <c:v>45939</c:v>
                </c:pt>
                <c:pt idx="275">
                  <c:v>45938</c:v>
                </c:pt>
                <c:pt idx="276">
                  <c:v>45937</c:v>
                </c:pt>
                <c:pt idx="277">
                  <c:v>45936</c:v>
                </c:pt>
                <c:pt idx="278">
                  <c:v>45935</c:v>
                </c:pt>
                <c:pt idx="279">
                  <c:v>45934</c:v>
                </c:pt>
                <c:pt idx="280">
                  <c:v>45933</c:v>
                </c:pt>
                <c:pt idx="281">
                  <c:v>45932</c:v>
                </c:pt>
                <c:pt idx="282">
                  <c:v>45931</c:v>
                </c:pt>
                <c:pt idx="283">
                  <c:v>45930</c:v>
                </c:pt>
                <c:pt idx="284">
                  <c:v>45929</c:v>
                </c:pt>
                <c:pt idx="285">
                  <c:v>45928</c:v>
                </c:pt>
                <c:pt idx="286">
                  <c:v>45927</c:v>
                </c:pt>
                <c:pt idx="287">
                  <c:v>45926</c:v>
                </c:pt>
                <c:pt idx="288">
                  <c:v>45925</c:v>
                </c:pt>
                <c:pt idx="289">
                  <c:v>45924</c:v>
                </c:pt>
                <c:pt idx="290">
                  <c:v>45923</c:v>
                </c:pt>
                <c:pt idx="291">
                  <c:v>45922</c:v>
                </c:pt>
                <c:pt idx="292">
                  <c:v>45921</c:v>
                </c:pt>
                <c:pt idx="293">
                  <c:v>45920</c:v>
                </c:pt>
                <c:pt idx="294">
                  <c:v>45919</c:v>
                </c:pt>
                <c:pt idx="295">
                  <c:v>45918</c:v>
                </c:pt>
                <c:pt idx="296">
                  <c:v>45917</c:v>
                </c:pt>
                <c:pt idx="297">
                  <c:v>45916</c:v>
                </c:pt>
                <c:pt idx="298">
                  <c:v>45915</c:v>
                </c:pt>
                <c:pt idx="299">
                  <c:v>45914</c:v>
                </c:pt>
                <c:pt idx="300">
                  <c:v>45913</c:v>
                </c:pt>
                <c:pt idx="301">
                  <c:v>45912</c:v>
                </c:pt>
                <c:pt idx="302">
                  <c:v>45911</c:v>
                </c:pt>
                <c:pt idx="303">
                  <c:v>45910</c:v>
                </c:pt>
                <c:pt idx="304">
                  <c:v>45909</c:v>
                </c:pt>
                <c:pt idx="305">
                  <c:v>45908</c:v>
                </c:pt>
                <c:pt idx="306">
                  <c:v>45907</c:v>
                </c:pt>
                <c:pt idx="307">
                  <c:v>45906</c:v>
                </c:pt>
                <c:pt idx="308">
                  <c:v>45905</c:v>
                </c:pt>
                <c:pt idx="309">
                  <c:v>45904</c:v>
                </c:pt>
                <c:pt idx="310">
                  <c:v>45903</c:v>
                </c:pt>
                <c:pt idx="311">
                  <c:v>45902</c:v>
                </c:pt>
                <c:pt idx="312">
                  <c:v>45901</c:v>
                </c:pt>
                <c:pt idx="313">
                  <c:v>45900</c:v>
                </c:pt>
                <c:pt idx="314">
                  <c:v>45899</c:v>
                </c:pt>
                <c:pt idx="315">
                  <c:v>45898</c:v>
                </c:pt>
                <c:pt idx="316">
                  <c:v>45897</c:v>
                </c:pt>
                <c:pt idx="317">
                  <c:v>45896</c:v>
                </c:pt>
                <c:pt idx="318">
                  <c:v>45895</c:v>
                </c:pt>
                <c:pt idx="319">
                  <c:v>45894</c:v>
                </c:pt>
                <c:pt idx="320">
                  <c:v>45893</c:v>
                </c:pt>
                <c:pt idx="321">
                  <c:v>45892</c:v>
                </c:pt>
                <c:pt idx="322">
                  <c:v>45891</c:v>
                </c:pt>
                <c:pt idx="323">
                  <c:v>45890</c:v>
                </c:pt>
                <c:pt idx="324">
                  <c:v>45889</c:v>
                </c:pt>
                <c:pt idx="325">
                  <c:v>45888</c:v>
                </c:pt>
                <c:pt idx="326">
                  <c:v>45887</c:v>
                </c:pt>
                <c:pt idx="327">
                  <c:v>45886</c:v>
                </c:pt>
                <c:pt idx="328">
                  <c:v>45885</c:v>
                </c:pt>
                <c:pt idx="329">
                  <c:v>45884</c:v>
                </c:pt>
                <c:pt idx="330">
                  <c:v>45883</c:v>
                </c:pt>
                <c:pt idx="331">
                  <c:v>45882</c:v>
                </c:pt>
                <c:pt idx="332">
                  <c:v>45881</c:v>
                </c:pt>
                <c:pt idx="333">
                  <c:v>45880</c:v>
                </c:pt>
                <c:pt idx="334">
                  <c:v>45879</c:v>
                </c:pt>
                <c:pt idx="335">
                  <c:v>45878</c:v>
                </c:pt>
                <c:pt idx="336">
                  <c:v>45877</c:v>
                </c:pt>
                <c:pt idx="337">
                  <c:v>45876</c:v>
                </c:pt>
                <c:pt idx="338">
                  <c:v>45875</c:v>
                </c:pt>
                <c:pt idx="339">
                  <c:v>45874</c:v>
                </c:pt>
                <c:pt idx="340">
                  <c:v>45873</c:v>
                </c:pt>
                <c:pt idx="341">
                  <c:v>45872</c:v>
                </c:pt>
                <c:pt idx="342">
                  <c:v>45871</c:v>
                </c:pt>
                <c:pt idx="343">
                  <c:v>45870</c:v>
                </c:pt>
                <c:pt idx="344">
                  <c:v>45869</c:v>
                </c:pt>
                <c:pt idx="345">
                  <c:v>45868</c:v>
                </c:pt>
                <c:pt idx="346">
                  <c:v>45867</c:v>
                </c:pt>
                <c:pt idx="347">
                  <c:v>45866</c:v>
                </c:pt>
                <c:pt idx="348">
                  <c:v>45865</c:v>
                </c:pt>
                <c:pt idx="349">
                  <c:v>45864</c:v>
                </c:pt>
                <c:pt idx="350">
                  <c:v>45863</c:v>
                </c:pt>
                <c:pt idx="351">
                  <c:v>45862</c:v>
                </c:pt>
                <c:pt idx="352">
                  <c:v>45861</c:v>
                </c:pt>
                <c:pt idx="353">
                  <c:v>45860</c:v>
                </c:pt>
                <c:pt idx="354">
                  <c:v>45859</c:v>
                </c:pt>
                <c:pt idx="355">
                  <c:v>45858</c:v>
                </c:pt>
                <c:pt idx="356">
                  <c:v>45857</c:v>
                </c:pt>
                <c:pt idx="357">
                  <c:v>45856</c:v>
                </c:pt>
                <c:pt idx="358">
                  <c:v>45855</c:v>
                </c:pt>
                <c:pt idx="359">
                  <c:v>45854</c:v>
                </c:pt>
                <c:pt idx="360">
                  <c:v>45853</c:v>
                </c:pt>
                <c:pt idx="361">
                  <c:v>45852</c:v>
                </c:pt>
                <c:pt idx="362">
                  <c:v>45851</c:v>
                </c:pt>
                <c:pt idx="363">
                  <c:v>45850</c:v>
                </c:pt>
                <c:pt idx="364">
                  <c:v>45849</c:v>
                </c:pt>
                <c:pt idx="365">
                  <c:v>45848</c:v>
                </c:pt>
                <c:pt idx="366">
                  <c:v>45847</c:v>
                </c:pt>
                <c:pt idx="367">
                  <c:v>45846</c:v>
                </c:pt>
                <c:pt idx="368">
                  <c:v>45845</c:v>
                </c:pt>
                <c:pt idx="369">
                  <c:v>45844</c:v>
                </c:pt>
                <c:pt idx="370">
                  <c:v>45843</c:v>
                </c:pt>
                <c:pt idx="371">
                  <c:v>45842</c:v>
                </c:pt>
                <c:pt idx="372">
                  <c:v>45841</c:v>
                </c:pt>
                <c:pt idx="373">
                  <c:v>45840</c:v>
                </c:pt>
                <c:pt idx="374">
                  <c:v>45839</c:v>
                </c:pt>
                <c:pt idx="375">
                  <c:v>45838</c:v>
                </c:pt>
                <c:pt idx="376">
                  <c:v>45837</c:v>
                </c:pt>
                <c:pt idx="377">
                  <c:v>45836</c:v>
                </c:pt>
                <c:pt idx="378">
                  <c:v>45835</c:v>
                </c:pt>
                <c:pt idx="379">
                  <c:v>45834</c:v>
                </c:pt>
                <c:pt idx="380">
                  <c:v>45833</c:v>
                </c:pt>
                <c:pt idx="381">
                  <c:v>45832</c:v>
                </c:pt>
                <c:pt idx="382">
                  <c:v>45831</c:v>
                </c:pt>
                <c:pt idx="383">
                  <c:v>45830</c:v>
                </c:pt>
                <c:pt idx="384">
                  <c:v>45829</c:v>
                </c:pt>
                <c:pt idx="385">
                  <c:v>45828</c:v>
                </c:pt>
                <c:pt idx="386">
                  <c:v>45827</c:v>
                </c:pt>
                <c:pt idx="387">
                  <c:v>45826</c:v>
                </c:pt>
                <c:pt idx="388">
                  <c:v>45825</c:v>
                </c:pt>
                <c:pt idx="389">
                  <c:v>45824</c:v>
                </c:pt>
                <c:pt idx="390">
                  <c:v>45823</c:v>
                </c:pt>
                <c:pt idx="391">
                  <c:v>45822</c:v>
                </c:pt>
                <c:pt idx="392">
                  <c:v>45821</c:v>
                </c:pt>
                <c:pt idx="393">
                  <c:v>45820</c:v>
                </c:pt>
                <c:pt idx="394">
                  <c:v>45819</c:v>
                </c:pt>
                <c:pt idx="395">
                  <c:v>45818</c:v>
                </c:pt>
                <c:pt idx="396">
                  <c:v>45817</c:v>
                </c:pt>
                <c:pt idx="397">
                  <c:v>45816</c:v>
                </c:pt>
                <c:pt idx="398">
                  <c:v>45815</c:v>
                </c:pt>
                <c:pt idx="399">
                  <c:v>45814</c:v>
                </c:pt>
                <c:pt idx="400">
                  <c:v>45813</c:v>
                </c:pt>
                <c:pt idx="401">
                  <c:v>45812</c:v>
                </c:pt>
                <c:pt idx="402">
                  <c:v>45811</c:v>
                </c:pt>
                <c:pt idx="403">
                  <c:v>45810</c:v>
                </c:pt>
                <c:pt idx="404">
                  <c:v>45809</c:v>
                </c:pt>
                <c:pt idx="405">
                  <c:v>45808</c:v>
                </c:pt>
                <c:pt idx="406">
                  <c:v>45807</c:v>
                </c:pt>
                <c:pt idx="407">
                  <c:v>45806</c:v>
                </c:pt>
                <c:pt idx="408">
                  <c:v>45805</c:v>
                </c:pt>
                <c:pt idx="409">
                  <c:v>45804</c:v>
                </c:pt>
                <c:pt idx="410">
                  <c:v>45803</c:v>
                </c:pt>
                <c:pt idx="411">
                  <c:v>45802</c:v>
                </c:pt>
                <c:pt idx="412">
                  <c:v>45801</c:v>
                </c:pt>
                <c:pt idx="413">
                  <c:v>45800</c:v>
                </c:pt>
                <c:pt idx="414">
                  <c:v>45799</c:v>
                </c:pt>
                <c:pt idx="415">
                  <c:v>45798</c:v>
                </c:pt>
                <c:pt idx="416">
                  <c:v>45797</c:v>
                </c:pt>
                <c:pt idx="417">
                  <c:v>45796</c:v>
                </c:pt>
                <c:pt idx="418">
                  <c:v>45795</c:v>
                </c:pt>
                <c:pt idx="419">
                  <c:v>45794</c:v>
                </c:pt>
                <c:pt idx="420">
                  <c:v>45793</c:v>
                </c:pt>
                <c:pt idx="421">
                  <c:v>45792</c:v>
                </c:pt>
                <c:pt idx="422">
                  <c:v>45791</c:v>
                </c:pt>
                <c:pt idx="423">
                  <c:v>45790</c:v>
                </c:pt>
                <c:pt idx="424">
                  <c:v>45789</c:v>
                </c:pt>
                <c:pt idx="425">
                  <c:v>45788</c:v>
                </c:pt>
                <c:pt idx="426">
                  <c:v>45787</c:v>
                </c:pt>
                <c:pt idx="427">
                  <c:v>45786</c:v>
                </c:pt>
                <c:pt idx="428">
                  <c:v>45785</c:v>
                </c:pt>
                <c:pt idx="429">
                  <c:v>45784</c:v>
                </c:pt>
                <c:pt idx="430">
                  <c:v>45783</c:v>
                </c:pt>
                <c:pt idx="431">
                  <c:v>45782</c:v>
                </c:pt>
                <c:pt idx="432">
                  <c:v>45781</c:v>
                </c:pt>
                <c:pt idx="433">
                  <c:v>45780</c:v>
                </c:pt>
                <c:pt idx="434">
                  <c:v>45779</c:v>
                </c:pt>
                <c:pt idx="435">
                  <c:v>45778</c:v>
                </c:pt>
                <c:pt idx="436">
                  <c:v>45777</c:v>
                </c:pt>
                <c:pt idx="437">
                  <c:v>45776</c:v>
                </c:pt>
                <c:pt idx="438">
                  <c:v>45775</c:v>
                </c:pt>
                <c:pt idx="439">
                  <c:v>45774</c:v>
                </c:pt>
                <c:pt idx="440">
                  <c:v>45773</c:v>
                </c:pt>
                <c:pt idx="441">
                  <c:v>45772</c:v>
                </c:pt>
                <c:pt idx="442">
                  <c:v>45771</c:v>
                </c:pt>
                <c:pt idx="443">
                  <c:v>45770</c:v>
                </c:pt>
                <c:pt idx="444">
                  <c:v>45769</c:v>
                </c:pt>
                <c:pt idx="445">
                  <c:v>45768</c:v>
                </c:pt>
                <c:pt idx="446">
                  <c:v>45767</c:v>
                </c:pt>
                <c:pt idx="447">
                  <c:v>45766</c:v>
                </c:pt>
                <c:pt idx="448">
                  <c:v>45765</c:v>
                </c:pt>
                <c:pt idx="449">
                  <c:v>45764</c:v>
                </c:pt>
                <c:pt idx="450">
                  <c:v>45763</c:v>
                </c:pt>
                <c:pt idx="451">
                  <c:v>45762</c:v>
                </c:pt>
                <c:pt idx="452">
                  <c:v>45761</c:v>
                </c:pt>
                <c:pt idx="453">
                  <c:v>45760</c:v>
                </c:pt>
                <c:pt idx="454">
                  <c:v>45759</c:v>
                </c:pt>
                <c:pt idx="455">
                  <c:v>45758</c:v>
                </c:pt>
                <c:pt idx="456">
                  <c:v>45757</c:v>
                </c:pt>
                <c:pt idx="457">
                  <c:v>45756</c:v>
                </c:pt>
                <c:pt idx="458">
                  <c:v>45755</c:v>
                </c:pt>
                <c:pt idx="459">
                  <c:v>45754</c:v>
                </c:pt>
                <c:pt idx="460">
                  <c:v>45753</c:v>
                </c:pt>
                <c:pt idx="461">
                  <c:v>45752</c:v>
                </c:pt>
                <c:pt idx="462">
                  <c:v>45751</c:v>
                </c:pt>
                <c:pt idx="463">
                  <c:v>45750</c:v>
                </c:pt>
                <c:pt idx="464">
                  <c:v>45749</c:v>
                </c:pt>
                <c:pt idx="465">
                  <c:v>45748</c:v>
                </c:pt>
                <c:pt idx="466">
                  <c:v>45747</c:v>
                </c:pt>
                <c:pt idx="467">
                  <c:v>45746</c:v>
                </c:pt>
                <c:pt idx="468">
                  <c:v>45745</c:v>
                </c:pt>
                <c:pt idx="469">
                  <c:v>45744</c:v>
                </c:pt>
                <c:pt idx="470">
                  <c:v>45743</c:v>
                </c:pt>
                <c:pt idx="471">
                  <c:v>45742</c:v>
                </c:pt>
                <c:pt idx="472">
                  <c:v>45741</c:v>
                </c:pt>
                <c:pt idx="473">
                  <c:v>45740</c:v>
                </c:pt>
                <c:pt idx="474">
                  <c:v>45739</c:v>
                </c:pt>
                <c:pt idx="475">
                  <c:v>45738</c:v>
                </c:pt>
                <c:pt idx="476">
                  <c:v>45737</c:v>
                </c:pt>
                <c:pt idx="477">
                  <c:v>45736</c:v>
                </c:pt>
                <c:pt idx="478">
                  <c:v>45735</c:v>
                </c:pt>
                <c:pt idx="479">
                  <c:v>45734</c:v>
                </c:pt>
                <c:pt idx="480">
                  <c:v>45733</c:v>
                </c:pt>
                <c:pt idx="481">
                  <c:v>45732</c:v>
                </c:pt>
                <c:pt idx="482">
                  <c:v>45731</c:v>
                </c:pt>
                <c:pt idx="483">
                  <c:v>45730</c:v>
                </c:pt>
                <c:pt idx="484">
                  <c:v>45729</c:v>
                </c:pt>
                <c:pt idx="485">
                  <c:v>45728</c:v>
                </c:pt>
                <c:pt idx="486">
                  <c:v>45727</c:v>
                </c:pt>
                <c:pt idx="487">
                  <c:v>45726</c:v>
                </c:pt>
                <c:pt idx="488">
                  <c:v>45725</c:v>
                </c:pt>
                <c:pt idx="489">
                  <c:v>45724</c:v>
                </c:pt>
                <c:pt idx="490">
                  <c:v>45723</c:v>
                </c:pt>
                <c:pt idx="491">
                  <c:v>45722</c:v>
                </c:pt>
                <c:pt idx="492">
                  <c:v>45721</c:v>
                </c:pt>
                <c:pt idx="493">
                  <c:v>45720</c:v>
                </c:pt>
                <c:pt idx="494">
                  <c:v>45719</c:v>
                </c:pt>
                <c:pt idx="495">
                  <c:v>45718</c:v>
                </c:pt>
                <c:pt idx="496">
                  <c:v>45717</c:v>
                </c:pt>
                <c:pt idx="497">
                  <c:v>45716</c:v>
                </c:pt>
                <c:pt idx="498">
                  <c:v>45715</c:v>
                </c:pt>
                <c:pt idx="499">
                  <c:v>45714</c:v>
                </c:pt>
                <c:pt idx="500">
                  <c:v>45713</c:v>
                </c:pt>
                <c:pt idx="501">
                  <c:v>45712</c:v>
                </c:pt>
                <c:pt idx="502">
                  <c:v>45711</c:v>
                </c:pt>
                <c:pt idx="503">
                  <c:v>45710</c:v>
                </c:pt>
                <c:pt idx="504">
                  <c:v>45709</c:v>
                </c:pt>
                <c:pt idx="505">
                  <c:v>45708</c:v>
                </c:pt>
                <c:pt idx="506">
                  <c:v>45707</c:v>
                </c:pt>
                <c:pt idx="507">
                  <c:v>45706</c:v>
                </c:pt>
                <c:pt idx="508">
                  <c:v>45705</c:v>
                </c:pt>
                <c:pt idx="509">
                  <c:v>45704</c:v>
                </c:pt>
                <c:pt idx="510">
                  <c:v>45703</c:v>
                </c:pt>
                <c:pt idx="511">
                  <c:v>45702</c:v>
                </c:pt>
                <c:pt idx="512">
                  <c:v>45701</c:v>
                </c:pt>
                <c:pt idx="513">
                  <c:v>45700</c:v>
                </c:pt>
                <c:pt idx="514">
                  <c:v>45699</c:v>
                </c:pt>
                <c:pt idx="515">
                  <c:v>45698</c:v>
                </c:pt>
                <c:pt idx="516">
                  <c:v>45697</c:v>
                </c:pt>
                <c:pt idx="517">
                  <c:v>45696</c:v>
                </c:pt>
                <c:pt idx="518">
                  <c:v>45695</c:v>
                </c:pt>
                <c:pt idx="519">
                  <c:v>45694</c:v>
                </c:pt>
                <c:pt idx="520">
                  <c:v>45693</c:v>
                </c:pt>
                <c:pt idx="521">
                  <c:v>45692</c:v>
                </c:pt>
                <c:pt idx="522">
                  <c:v>45691</c:v>
                </c:pt>
                <c:pt idx="523">
                  <c:v>45690</c:v>
                </c:pt>
                <c:pt idx="524">
                  <c:v>45689</c:v>
                </c:pt>
                <c:pt idx="525">
                  <c:v>45688</c:v>
                </c:pt>
                <c:pt idx="526">
                  <c:v>45687</c:v>
                </c:pt>
                <c:pt idx="527">
                  <c:v>45686</c:v>
                </c:pt>
                <c:pt idx="528">
                  <c:v>45685</c:v>
                </c:pt>
                <c:pt idx="529">
                  <c:v>45684</c:v>
                </c:pt>
                <c:pt idx="530">
                  <c:v>45683</c:v>
                </c:pt>
                <c:pt idx="531">
                  <c:v>45682</c:v>
                </c:pt>
                <c:pt idx="532">
                  <c:v>45681</c:v>
                </c:pt>
                <c:pt idx="533">
                  <c:v>45680</c:v>
                </c:pt>
                <c:pt idx="534">
                  <c:v>45679</c:v>
                </c:pt>
                <c:pt idx="535">
                  <c:v>45678</c:v>
                </c:pt>
                <c:pt idx="536">
                  <c:v>45677</c:v>
                </c:pt>
                <c:pt idx="537">
                  <c:v>45676</c:v>
                </c:pt>
                <c:pt idx="538">
                  <c:v>45675</c:v>
                </c:pt>
                <c:pt idx="539">
                  <c:v>45674</c:v>
                </c:pt>
                <c:pt idx="540">
                  <c:v>45673</c:v>
                </c:pt>
                <c:pt idx="541">
                  <c:v>45672</c:v>
                </c:pt>
                <c:pt idx="542">
                  <c:v>45671</c:v>
                </c:pt>
                <c:pt idx="543">
                  <c:v>45670</c:v>
                </c:pt>
                <c:pt idx="544">
                  <c:v>45669</c:v>
                </c:pt>
                <c:pt idx="545">
                  <c:v>45668</c:v>
                </c:pt>
                <c:pt idx="546">
                  <c:v>45667</c:v>
                </c:pt>
                <c:pt idx="547">
                  <c:v>45666</c:v>
                </c:pt>
                <c:pt idx="548">
                  <c:v>45665</c:v>
                </c:pt>
                <c:pt idx="549">
                  <c:v>45664</c:v>
                </c:pt>
                <c:pt idx="550">
                  <c:v>45663</c:v>
                </c:pt>
                <c:pt idx="551">
                  <c:v>45662</c:v>
                </c:pt>
                <c:pt idx="552">
                  <c:v>45661</c:v>
                </c:pt>
                <c:pt idx="553">
                  <c:v>45660</c:v>
                </c:pt>
                <c:pt idx="554">
                  <c:v>45659</c:v>
                </c:pt>
                <c:pt idx="555">
                  <c:v>45658</c:v>
                </c:pt>
                <c:pt idx="556">
                  <c:v>45657</c:v>
                </c:pt>
                <c:pt idx="557">
                  <c:v>45656</c:v>
                </c:pt>
                <c:pt idx="558">
                  <c:v>45655</c:v>
                </c:pt>
                <c:pt idx="559">
                  <c:v>45654</c:v>
                </c:pt>
                <c:pt idx="560">
                  <c:v>45653</c:v>
                </c:pt>
                <c:pt idx="561">
                  <c:v>45652</c:v>
                </c:pt>
                <c:pt idx="562">
                  <c:v>45651</c:v>
                </c:pt>
                <c:pt idx="563">
                  <c:v>45650</c:v>
                </c:pt>
                <c:pt idx="564">
                  <c:v>45649</c:v>
                </c:pt>
                <c:pt idx="565">
                  <c:v>45648</c:v>
                </c:pt>
                <c:pt idx="566">
                  <c:v>45647</c:v>
                </c:pt>
                <c:pt idx="567">
                  <c:v>45646</c:v>
                </c:pt>
                <c:pt idx="568">
                  <c:v>45645</c:v>
                </c:pt>
                <c:pt idx="569">
                  <c:v>45644</c:v>
                </c:pt>
                <c:pt idx="570">
                  <c:v>45643</c:v>
                </c:pt>
                <c:pt idx="571">
                  <c:v>45642</c:v>
                </c:pt>
                <c:pt idx="572">
                  <c:v>45641</c:v>
                </c:pt>
                <c:pt idx="573">
                  <c:v>45640</c:v>
                </c:pt>
                <c:pt idx="574">
                  <c:v>45639</c:v>
                </c:pt>
                <c:pt idx="575">
                  <c:v>45638</c:v>
                </c:pt>
                <c:pt idx="576">
                  <c:v>45637</c:v>
                </c:pt>
                <c:pt idx="577">
                  <c:v>45636</c:v>
                </c:pt>
                <c:pt idx="578">
                  <c:v>45635</c:v>
                </c:pt>
                <c:pt idx="579">
                  <c:v>45634</c:v>
                </c:pt>
                <c:pt idx="580">
                  <c:v>45633</c:v>
                </c:pt>
                <c:pt idx="581">
                  <c:v>45632</c:v>
                </c:pt>
                <c:pt idx="582">
                  <c:v>45631</c:v>
                </c:pt>
                <c:pt idx="583">
                  <c:v>45630</c:v>
                </c:pt>
                <c:pt idx="584">
                  <c:v>45629</c:v>
                </c:pt>
                <c:pt idx="585">
                  <c:v>45628</c:v>
                </c:pt>
                <c:pt idx="586">
                  <c:v>45627</c:v>
                </c:pt>
                <c:pt idx="587">
                  <c:v>45626</c:v>
                </c:pt>
                <c:pt idx="588">
                  <c:v>45625</c:v>
                </c:pt>
                <c:pt idx="589">
                  <c:v>45624</c:v>
                </c:pt>
                <c:pt idx="590">
                  <c:v>45623</c:v>
                </c:pt>
                <c:pt idx="591">
                  <c:v>45622</c:v>
                </c:pt>
                <c:pt idx="592">
                  <c:v>45621</c:v>
                </c:pt>
                <c:pt idx="593">
                  <c:v>45620</c:v>
                </c:pt>
                <c:pt idx="594">
                  <c:v>45619</c:v>
                </c:pt>
                <c:pt idx="595">
                  <c:v>45618</c:v>
                </c:pt>
                <c:pt idx="596">
                  <c:v>45617</c:v>
                </c:pt>
                <c:pt idx="597">
                  <c:v>45616</c:v>
                </c:pt>
                <c:pt idx="598">
                  <c:v>45615</c:v>
                </c:pt>
                <c:pt idx="599">
                  <c:v>45614</c:v>
                </c:pt>
                <c:pt idx="600">
                  <c:v>45613</c:v>
                </c:pt>
                <c:pt idx="601">
                  <c:v>45612</c:v>
                </c:pt>
                <c:pt idx="602">
                  <c:v>45611</c:v>
                </c:pt>
                <c:pt idx="603">
                  <c:v>45610</c:v>
                </c:pt>
                <c:pt idx="604">
                  <c:v>45609</c:v>
                </c:pt>
                <c:pt idx="605">
                  <c:v>45608</c:v>
                </c:pt>
                <c:pt idx="606">
                  <c:v>45607</c:v>
                </c:pt>
                <c:pt idx="607">
                  <c:v>45606</c:v>
                </c:pt>
                <c:pt idx="608">
                  <c:v>45605</c:v>
                </c:pt>
                <c:pt idx="609">
                  <c:v>45604</c:v>
                </c:pt>
                <c:pt idx="610">
                  <c:v>45603</c:v>
                </c:pt>
                <c:pt idx="611">
                  <c:v>45602</c:v>
                </c:pt>
                <c:pt idx="612">
                  <c:v>45601</c:v>
                </c:pt>
                <c:pt idx="613">
                  <c:v>45600</c:v>
                </c:pt>
                <c:pt idx="614">
                  <c:v>45599</c:v>
                </c:pt>
                <c:pt idx="615">
                  <c:v>45598</c:v>
                </c:pt>
                <c:pt idx="616">
                  <c:v>45597</c:v>
                </c:pt>
                <c:pt idx="617">
                  <c:v>45596</c:v>
                </c:pt>
                <c:pt idx="618">
                  <c:v>45595</c:v>
                </c:pt>
                <c:pt idx="619">
                  <c:v>45594</c:v>
                </c:pt>
                <c:pt idx="620">
                  <c:v>45593</c:v>
                </c:pt>
                <c:pt idx="621">
                  <c:v>45592</c:v>
                </c:pt>
                <c:pt idx="622">
                  <c:v>45591</c:v>
                </c:pt>
                <c:pt idx="623">
                  <c:v>45590</c:v>
                </c:pt>
                <c:pt idx="624">
                  <c:v>45589</c:v>
                </c:pt>
                <c:pt idx="625">
                  <c:v>45588</c:v>
                </c:pt>
                <c:pt idx="626">
                  <c:v>45587</c:v>
                </c:pt>
                <c:pt idx="627">
                  <c:v>45586</c:v>
                </c:pt>
                <c:pt idx="628">
                  <c:v>45585</c:v>
                </c:pt>
                <c:pt idx="629">
                  <c:v>45584</c:v>
                </c:pt>
                <c:pt idx="630">
                  <c:v>45583</c:v>
                </c:pt>
                <c:pt idx="631">
                  <c:v>45582</c:v>
                </c:pt>
                <c:pt idx="632">
                  <c:v>45581</c:v>
                </c:pt>
                <c:pt idx="633">
                  <c:v>45580</c:v>
                </c:pt>
                <c:pt idx="634">
                  <c:v>45579</c:v>
                </c:pt>
                <c:pt idx="635">
                  <c:v>45578</c:v>
                </c:pt>
                <c:pt idx="636">
                  <c:v>45577</c:v>
                </c:pt>
                <c:pt idx="637">
                  <c:v>45576</c:v>
                </c:pt>
                <c:pt idx="638">
                  <c:v>45575</c:v>
                </c:pt>
                <c:pt idx="639">
                  <c:v>45574</c:v>
                </c:pt>
                <c:pt idx="640">
                  <c:v>45573</c:v>
                </c:pt>
                <c:pt idx="641">
                  <c:v>45572</c:v>
                </c:pt>
                <c:pt idx="642">
                  <c:v>45571</c:v>
                </c:pt>
                <c:pt idx="643">
                  <c:v>45570</c:v>
                </c:pt>
                <c:pt idx="644">
                  <c:v>45569</c:v>
                </c:pt>
                <c:pt idx="645">
                  <c:v>45568</c:v>
                </c:pt>
                <c:pt idx="646">
                  <c:v>45567</c:v>
                </c:pt>
                <c:pt idx="647">
                  <c:v>45566</c:v>
                </c:pt>
                <c:pt idx="648">
                  <c:v>45565</c:v>
                </c:pt>
                <c:pt idx="649">
                  <c:v>45564</c:v>
                </c:pt>
                <c:pt idx="650">
                  <c:v>45563</c:v>
                </c:pt>
                <c:pt idx="651">
                  <c:v>45562</c:v>
                </c:pt>
                <c:pt idx="652">
                  <c:v>45561</c:v>
                </c:pt>
                <c:pt idx="653">
                  <c:v>45560</c:v>
                </c:pt>
                <c:pt idx="654">
                  <c:v>45559</c:v>
                </c:pt>
                <c:pt idx="655">
                  <c:v>45558</c:v>
                </c:pt>
                <c:pt idx="656">
                  <c:v>45557</c:v>
                </c:pt>
                <c:pt idx="657">
                  <c:v>45556</c:v>
                </c:pt>
                <c:pt idx="658">
                  <c:v>45555</c:v>
                </c:pt>
                <c:pt idx="659">
                  <c:v>45554</c:v>
                </c:pt>
                <c:pt idx="660">
                  <c:v>45553</c:v>
                </c:pt>
                <c:pt idx="661">
                  <c:v>45552</c:v>
                </c:pt>
                <c:pt idx="662">
                  <c:v>45551</c:v>
                </c:pt>
                <c:pt idx="663">
                  <c:v>45550</c:v>
                </c:pt>
                <c:pt idx="664">
                  <c:v>45549</c:v>
                </c:pt>
                <c:pt idx="665">
                  <c:v>45548</c:v>
                </c:pt>
                <c:pt idx="666">
                  <c:v>45547</c:v>
                </c:pt>
                <c:pt idx="667">
                  <c:v>45546</c:v>
                </c:pt>
                <c:pt idx="668">
                  <c:v>45545</c:v>
                </c:pt>
                <c:pt idx="669">
                  <c:v>45544</c:v>
                </c:pt>
                <c:pt idx="670">
                  <c:v>45543</c:v>
                </c:pt>
                <c:pt idx="671">
                  <c:v>45542</c:v>
                </c:pt>
                <c:pt idx="672">
                  <c:v>45541</c:v>
                </c:pt>
                <c:pt idx="673">
                  <c:v>45540</c:v>
                </c:pt>
                <c:pt idx="674">
                  <c:v>45539</c:v>
                </c:pt>
                <c:pt idx="675">
                  <c:v>45538</c:v>
                </c:pt>
                <c:pt idx="676">
                  <c:v>45537</c:v>
                </c:pt>
                <c:pt idx="677">
                  <c:v>45536</c:v>
                </c:pt>
                <c:pt idx="678">
                  <c:v>45535</c:v>
                </c:pt>
                <c:pt idx="679">
                  <c:v>45534</c:v>
                </c:pt>
                <c:pt idx="680">
                  <c:v>45533</c:v>
                </c:pt>
                <c:pt idx="681">
                  <c:v>45532</c:v>
                </c:pt>
                <c:pt idx="682">
                  <c:v>45531</c:v>
                </c:pt>
                <c:pt idx="683">
                  <c:v>45530</c:v>
                </c:pt>
                <c:pt idx="684">
                  <c:v>45529</c:v>
                </c:pt>
                <c:pt idx="685">
                  <c:v>45528</c:v>
                </c:pt>
                <c:pt idx="686">
                  <c:v>45527</c:v>
                </c:pt>
                <c:pt idx="687">
                  <c:v>45526</c:v>
                </c:pt>
                <c:pt idx="688">
                  <c:v>45525</c:v>
                </c:pt>
                <c:pt idx="689">
                  <c:v>45524</c:v>
                </c:pt>
                <c:pt idx="690">
                  <c:v>45523</c:v>
                </c:pt>
                <c:pt idx="691">
                  <c:v>45522</c:v>
                </c:pt>
                <c:pt idx="692">
                  <c:v>45521</c:v>
                </c:pt>
                <c:pt idx="693">
                  <c:v>45520</c:v>
                </c:pt>
                <c:pt idx="694">
                  <c:v>45519</c:v>
                </c:pt>
                <c:pt idx="695">
                  <c:v>45518</c:v>
                </c:pt>
                <c:pt idx="696">
                  <c:v>45517</c:v>
                </c:pt>
                <c:pt idx="697">
                  <c:v>45516</c:v>
                </c:pt>
                <c:pt idx="698">
                  <c:v>45515</c:v>
                </c:pt>
                <c:pt idx="699">
                  <c:v>45514</c:v>
                </c:pt>
                <c:pt idx="700">
                  <c:v>45513</c:v>
                </c:pt>
                <c:pt idx="701">
                  <c:v>45512</c:v>
                </c:pt>
                <c:pt idx="702">
                  <c:v>45511</c:v>
                </c:pt>
                <c:pt idx="703">
                  <c:v>45510</c:v>
                </c:pt>
                <c:pt idx="704">
                  <c:v>45509</c:v>
                </c:pt>
                <c:pt idx="705">
                  <c:v>45508</c:v>
                </c:pt>
                <c:pt idx="706">
                  <c:v>45507</c:v>
                </c:pt>
                <c:pt idx="707">
                  <c:v>45506</c:v>
                </c:pt>
                <c:pt idx="708">
                  <c:v>45505</c:v>
                </c:pt>
                <c:pt idx="709">
                  <c:v>45504</c:v>
                </c:pt>
                <c:pt idx="710">
                  <c:v>45503</c:v>
                </c:pt>
                <c:pt idx="711">
                  <c:v>45502</c:v>
                </c:pt>
                <c:pt idx="712">
                  <c:v>45501</c:v>
                </c:pt>
                <c:pt idx="713">
                  <c:v>45500</c:v>
                </c:pt>
                <c:pt idx="714">
                  <c:v>45499</c:v>
                </c:pt>
                <c:pt idx="715">
                  <c:v>45498</c:v>
                </c:pt>
                <c:pt idx="716">
                  <c:v>45497</c:v>
                </c:pt>
                <c:pt idx="717">
                  <c:v>45496</c:v>
                </c:pt>
                <c:pt idx="718">
                  <c:v>45495</c:v>
                </c:pt>
                <c:pt idx="719">
                  <c:v>45494</c:v>
                </c:pt>
                <c:pt idx="720">
                  <c:v>45493</c:v>
                </c:pt>
                <c:pt idx="721">
                  <c:v>45492</c:v>
                </c:pt>
                <c:pt idx="722">
                  <c:v>45491</c:v>
                </c:pt>
                <c:pt idx="723">
                  <c:v>45490</c:v>
                </c:pt>
                <c:pt idx="724">
                  <c:v>45489</c:v>
                </c:pt>
                <c:pt idx="725">
                  <c:v>45488</c:v>
                </c:pt>
                <c:pt idx="726">
                  <c:v>45487</c:v>
                </c:pt>
                <c:pt idx="727">
                  <c:v>45486</c:v>
                </c:pt>
                <c:pt idx="728">
                  <c:v>45485</c:v>
                </c:pt>
                <c:pt idx="729">
                  <c:v>45484</c:v>
                </c:pt>
                <c:pt idx="730">
                  <c:v>45483</c:v>
                </c:pt>
                <c:pt idx="731">
                  <c:v>45482</c:v>
                </c:pt>
                <c:pt idx="732">
                  <c:v>45481</c:v>
                </c:pt>
                <c:pt idx="733">
                  <c:v>45480</c:v>
                </c:pt>
                <c:pt idx="734">
                  <c:v>45479</c:v>
                </c:pt>
                <c:pt idx="735">
                  <c:v>45478</c:v>
                </c:pt>
                <c:pt idx="736">
                  <c:v>45477</c:v>
                </c:pt>
                <c:pt idx="737">
                  <c:v>45476</c:v>
                </c:pt>
                <c:pt idx="738">
                  <c:v>45475</c:v>
                </c:pt>
                <c:pt idx="739">
                  <c:v>45474</c:v>
                </c:pt>
                <c:pt idx="740">
                  <c:v>45473</c:v>
                </c:pt>
                <c:pt idx="741">
                  <c:v>45472</c:v>
                </c:pt>
                <c:pt idx="742">
                  <c:v>45471</c:v>
                </c:pt>
                <c:pt idx="743">
                  <c:v>45470</c:v>
                </c:pt>
                <c:pt idx="744">
                  <c:v>45469</c:v>
                </c:pt>
                <c:pt idx="745">
                  <c:v>45468</c:v>
                </c:pt>
                <c:pt idx="746">
                  <c:v>45467</c:v>
                </c:pt>
                <c:pt idx="747">
                  <c:v>45466</c:v>
                </c:pt>
                <c:pt idx="748">
                  <c:v>45465</c:v>
                </c:pt>
                <c:pt idx="749">
                  <c:v>45464</c:v>
                </c:pt>
                <c:pt idx="750">
                  <c:v>45463</c:v>
                </c:pt>
                <c:pt idx="751">
                  <c:v>45462</c:v>
                </c:pt>
                <c:pt idx="752">
                  <c:v>45461</c:v>
                </c:pt>
                <c:pt idx="753">
                  <c:v>45460</c:v>
                </c:pt>
                <c:pt idx="754">
                  <c:v>45459</c:v>
                </c:pt>
                <c:pt idx="755">
                  <c:v>45458</c:v>
                </c:pt>
                <c:pt idx="756">
                  <c:v>45457</c:v>
                </c:pt>
                <c:pt idx="757">
                  <c:v>45456</c:v>
                </c:pt>
                <c:pt idx="758">
                  <c:v>45455</c:v>
                </c:pt>
                <c:pt idx="759">
                  <c:v>45454</c:v>
                </c:pt>
                <c:pt idx="760">
                  <c:v>45453</c:v>
                </c:pt>
                <c:pt idx="761">
                  <c:v>45452</c:v>
                </c:pt>
                <c:pt idx="762">
                  <c:v>45451</c:v>
                </c:pt>
                <c:pt idx="763">
                  <c:v>45450</c:v>
                </c:pt>
                <c:pt idx="764">
                  <c:v>45449</c:v>
                </c:pt>
                <c:pt idx="765">
                  <c:v>45448</c:v>
                </c:pt>
                <c:pt idx="766">
                  <c:v>45447</c:v>
                </c:pt>
                <c:pt idx="767">
                  <c:v>45446</c:v>
                </c:pt>
                <c:pt idx="768">
                  <c:v>45445</c:v>
                </c:pt>
                <c:pt idx="769">
                  <c:v>45444</c:v>
                </c:pt>
                <c:pt idx="770">
                  <c:v>45443</c:v>
                </c:pt>
                <c:pt idx="771">
                  <c:v>45442</c:v>
                </c:pt>
                <c:pt idx="772">
                  <c:v>45441</c:v>
                </c:pt>
                <c:pt idx="773">
                  <c:v>45440</c:v>
                </c:pt>
                <c:pt idx="774">
                  <c:v>45439</c:v>
                </c:pt>
                <c:pt idx="775">
                  <c:v>45438</c:v>
                </c:pt>
                <c:pt idx="776">
                  <c:v>45437</c:v>
                </c:pt>
                <c:pt idx="777">
                  <c:v>45436</c:v>
                </c:pt>
                <c:pt idx="778">
                  <c:v>45435</c:v>
                </c:pt>
                <c:pt idx="779">
                  <c:v>45434</c:v>
                </c:pt>
                <c:pt idx="780">
                  <c:v>45433</c:v>
                </c:pt>
                <c:pt idx="781">
                  <c:v>45432</c:v>
                </c:pt>
                <c:pt idx="782">
                  <c:v>45431</c:v>
                </c:pt>
                <c:pt idx="783">
                  <c:v>45430</c:v>
                </c:pt>
                <c:pt idx="784">
                  <c:v>45429</c:v>
                </c:pt>
                <c:pt idx="785">
                  <c:v>45428</c:v>
                </c:pt>
                <c:pt idx="786">
                  <c:v>45427</c:v>
                </c:pt>
                <c:pt idx="787">
                  <c:v>45426</c:v>
                </c:pt>
                <c:pt idx="788">
                  <c:v>45425</c:v>
                </c:pt>
                <c:pt idx="789">
                  <c:v>45424</c:v>
                </c:pt>
                <c:pt idx="790">
                  <c:v>45423</c:v>
                </c:pt>
                <c:pt idx="791">
                  <c:v>45422</c:v>
                </c:pt>
                <c:pt idx="792">
                  <c:v>45421</c:v>
                </c:pt>
                <c:pt idx="793">
                  <c:v>45420</c:v>
                </c:pt>
                <c:pt idx="794">
                  <c:v>45419</c:v>
                </c:pt>
                <c:pt idx="795">
                  <c:v>45418</c:v>
                </c:pt>
                <c:pt idx="796">
                  <c:v>45417</c:v>
                </c:pt>
                <c:pt idx="797">
                  <c:v>45416</c:v>
                </c:pt>
                <c:pt idx="798">
                  <c:v>45415</c:v>
                </c:pt>
                <c:pt idx="799">
                  <c:v>45414</c:v>
                </c:pt>
                <c:pt idx="800">
                  <c:v>45413</c:v>
                </c:pt>
                <c:pt idx="801">
                  <c:v>45412</c:v>
                </c:pt>
                <c:pt idx="802">
                  <c:v>45411</c:v>
                </c:pt>
                <c:pt idx="803">
                  <c:v>45410</c:v>
                </c:pt>
                <c:pt idx="804">
                  <c:v>45409</c:v>
                </c:pt>
                <c:pt idx="805">
                  <c:v>45408</c:v>
                </c:pt>
                <c:pt idx="806">
                  <c:v>45407</c:v>
                </c:pt>
                <c:pt idx="807">
                  <c:v>45406</c:v>
                </c:pt>
                <c:pt idx="808">
                  <c:v>45405</c:v>
                </c:pt>
                <c:pt idx="809">
                  <c:v>45404</c:v>
                </c:pt>
                <c:pt idx="810">
                  <c:v>45403</c:v>
                </c:pt>
                <c:pt idx="811">
                  <c:v>45402</c:v>
                </c:pt>
                <c:pt idx="812">
                  <c:v>45401</c:v>
                </c:pt>
                <c:pt idx="813">
                  <c:v>45400</c:v>
                </c:pt>
                <c:pt idx="814">
                  <c:v>45399</c:v>
                </c:pt>
                <c:pt idx="815">
                  <c:v>45398</c:v>
                </c:pt>
                <c:pt idx="816">
                  <c:v>45397</c:v>
                </c:pt>
                <c:pt idx="817">
                  <c:v>45396</c:v>
                </c:pt>
                <c:pt idx="818">
                  <c:v>45395</c:v>
                </c:pt>
                <c:pt idx="819">
                  <c:v>45394</c:v>
                </c:pt>
                <c:pt idx="820">
                  <c:v>45393</c:v>
                </c:pt>
                <c:pt idx="821">
                  <c:v>45392</c:v>
                </c:pt>
                <c:pt idx="822">
                  <c:v>45391</c:v>
                </c:pt>
                <c:pt idx="823">
                  <c:v>45390</c:v>
                </c:pt>
                <c:pt idx="824">
                  <c:v>45389</c:v>
                </c:pt>
                <c:pt idx="825">
                  <c:v>45388</c:v>
                </c:pt>
                <c:pt idx="826">
                  <c:v>45387</c:v>
                </c:pt>
                <c:pt idx="827">
                  <c:v>45386</c:v>
                </c:pt>
                <c:pt idx="828">
                  <c:v>45385</c:v>
                </c:pt>
                <c:pt idx="829">
                  <c:v>45384</c:v>
                </c:pt>
                <c:pt idx="830">
                  <c:v>45383</c:v>
                </c:pt>
                <c:pt idx="831">
                  <c:v>45382</c:v>
                </c:pt>
                <c:pt idx="832">
                  <c:v>45381</c:v>
                </c:pt>
                <c:pt idx="833">
                  <c:v>45380</c:v>
                </c:pt>
                <c:pt idx="834">
                  <c:v>45379</c:v>
                </c:pt>
                <c:pt idx="835">
                  <c:v>45378</c:v>
                </c:pt>
                <c:pt idx="836">
                  <c:v>45377</c:v>
                </c:pt>
                <c:pt idx="837">
                  <c:v>45376</c:v>
                </c:pt>
                <c:pt idx="838">
                  <c:v>45375</c:v>
                </c:pt>
                <c:pt idx="839">
                  <c:v>45374</c:v>
                </c:pt>
                <c:pt idx="840">
                  <c:v>45373</c:v>
                </c:pt>
                <c:pt idx="841">
                  <c:v>45372</c:v>
                </c:pt>
                <c:pt idx="842">
                  <c:v>45371</c:v>
                </c:pt>
                <c:pt idx="843">
                  <c:v>45370</c:v>
                </c:pt>
                <c:pt idx="844">
                  <c:v>45369</c:v>
                </c:pt>
                <c:pt idx="845">
                  <c:v>45368</c:v>
                </c:pt>
                <c:pt idx="846">
                  <c:v>45367</c:v>
                </c:pt>
                <c:pt idx="847">
                  <c:v>45366</c:v>
                </c:pt>
                <c:pt idx="848">
                  <c:v>45365</c:v>
                </c:pt>
                <c:pt idx="849">
                  <c:v>45364</c:v>
                </c:pt>
                <c:pt idx="850">
                  <c:v>45363</c:v>
                </c:pt>
                <c:pt idx="851">
                  <c:v>45362</c:v>
                </c:pt>
                <c:pt idx="852">
                  <c:v>45361</c:v>
                </c:pt>
                <c:pt idx="853">
                  <c:v>45360</c:v>
                </c:pt>
                <c:pt idx="854">
                  <c:v>45359</c:v>
                </c:pt>
                <c:pt idx="855">
                  <c:v>45358</c:v>
                </c:pt>
                <c:pt idx="856">
                  <c:v>45357</c:v>
                </c:pt>
                <c:pt idx="857">
                  <c:v>45356</c:v>
                </c:pt>
                <c:pt idx="858">
                  <c:v>45355</c:v>
                </c:pt>
                <c:pt idx="859">
                  <c:v>45354</c:v>
                </c:pt>
                <c:pt idx="860">
                  <c:v>45353</c:v>
                </c:pt>
                <c:pt idx="861">
                  <c:v>45352</c:v>
                </c:pt>
                <c:pt idx="862">
                  <c:v>45351</c:v>
                </c:pt>
                <c:pt idx="863">
                  <c:v>45350</c:v>
                </c:pt>
                <c:pt idx="864">
                  <c:v>45349</c:v>
                </c:pt>
                <c:pt idx="865">
                  <c:v>45348</c:v>
                </c:pt>
                <c:pt idx="866">
                  <c:v>45347</c:v>
                </c:pt>
                <c:pt idx="867">
                  <c:v>45346</c:v>
                </c:pt>
                <c:pt idx="868">
                  <c:v>45345</c:v>
                </c:pt>
                <c:pt idx="869">
                  <c:v>45344</c:v>
                </c:pt>
                <c:pt idx="870">
                  <c:v>45343</c:v>
                </c:pt>
                <c:pt idx="871">
                  <c:v>45342</c:v>
                </c:pt>
                <c:pt idx="872">
                  <c:v>45341</c:v>
                </c:pt>
                <c:pt idx="873">
                  <c:v>45340</c:v>
                </c:pt>
                <c:pt idx="874">
                  <c:v>45339</c:v>
                </c:pt>
                <c:pt idx="875">
                  <c:v>45338</c:v>
                </c:pt>
                <c:pt idx="876">
                  <c:v>45337</c:v>
                </c:pt>
                <c:pt idx="877">
                  <c:v>45336</c:v>
                </c:pt>
                <c:pt idx="878">
                  <c:v>45335</c:v>
                </c:pt>
                <c:pt idx="879">
                  <c:v>45334</c:v>
                </c:pt>
                <c:pt idx="880">
                  <c:v>45333</c:v>
                </c:pt>
                <c:pt idx="881">
                  <c:v>45332</c:v>
                </c:pt>
                <c:pt idx="882">
                  <c:v>45331</c:v>
                </c:pt>
                <c:pt idx="883">
                  <c:v>45330</c:v>
                </c:pt>
                <c:pt idx="884">
                  <c:v>45329</c:v>
                </c:pt>
                <c:pt idx="885">
                  <c:v>45328</c:v>
                </c:pt>
                <c:pt idx="886">
                  <c:v>45327</c:v>
                </c:pt>
                <c:pt idx="887">
                  <c:v>45326</c:v>
                </c:pt>
                <c:pt idx="888">
                  <c:v>45325</c:v>
                </c:pt>
                <c:pt idx="889">
                  <c:v>45324</c:v>
                </c:pt>
                <c:pt idx="890">
                  <c:v>45323</c:v>
                </c:pt>
                <c:pt idx="891">
                  <c:v>45322</c:v>
                </c:pt>
                <c:pt idx="892">
                  <c:v>45321</c:v>
                </c:pt>
                <c:pt idx="893">
                  <c:v>45320</c:v>
                </c:pt>
                <c:pt idx="894">
                  <c:v>45319</c:v>
                </c:pt>
                <c:pt idx="895">
                  <c:v>45318</c:v>
                </c:pt>
                <c:pt idx="896">
                  <c:v>45317</c:v>
                </c:pt>
                <c:pt idx="897">
                  <c:v>45316</c:v>
                </c:pt>
                <c:pt idx="898">
                  <c:v>45315</c:v>
                </c:pt>
                <c:pt idx="899">
                  <c:v>45314</c:v>
                </c:pt>
                <c:pt idx="900">
                  <c:v>45313</c:v>
                </c:pt>
                <c:pt idx="901">
                  <c:v>45312</c:v>
                </c:pt>
                <c:pt idx="902">
                  <c:v>45311</c:v>
                </c:pt>
                <c:pt idx="903">
                  <c:v>45310</c:v>
                </c:pt>
                <c:pt idx="904">
                  <c:v>45309</c:v>
                </c:pt>
                <c:pt idx="905">
                  <c:v>45308</c:v>
                </c:pt>
                <c:pt idx="906">
                  <c:v>45307</c:v>
                </c:pt>
                <c:pt idx="907">
                  <c:v>45306</c:v>
                </c:pt>
                <c:pt idx="908">
                  <c:v>45305</c:v>
                </c:pt>
                <c:pt idx="909">
                  <c:v>45304</c:v>
                </c:pt>
                <c:pt idx="910">
                  <c:v>45303</c:v>
                </c:pt>
                <c:pt idx="911">
                  <c:v>45302</c:v>
                </c:pt>
                <c:pt idx="912">
                  <c:v>45301</c:v>
                </c:pt>
                <c:pt idx="913">
                  <c:v>45300</c:v>
                </c:pt>
                <c:pt idx="914">
                  <c:v>45299</c:v>
                </c:pt>
                <c:pt idx="915">
                  <c:v>45298</c:v>
                </c:pt>
                <c:pt idx="916">
                  <c:v>45297</c:v>
                </c:pt>
                <c:pt idx="917">
                  <c:v>45296</c:v>
                </c:pt>
                <c:pt idx="918">
                  <c:v>45295</c:v>
                </c:pt>
                <c:pt idx="919">
                  <c:v>45294</c:v>
                </c:pt>
                <c:pt idx="920">
                  <c:v>45293</c:v>
                </c:pt>
                <c:pt idx="921">
                  <c:v>45292</c:v>
                </c:pt>
                <c:pt idx="922">
                  <c:v>45291</c:v>
                </c:pt>
                <c:pt idx="923">
                  <c:v>45290</c:v>
                </c:pt>
                <c:pt idx="924">
                  <c:v>45289</c:v>
                </c:pt>
                <c:pt idx="925">
                  <c:v>45288</c:v>
                </c:pt>
                <c:pt idx="926">
                  <c:v>45287</c:v>
                </c:pt>
                <c:pt idx="927">
                  <c:v>45286</c:v>
                </c:pt>
                <c:pt idx="928">
                  <c:v>45285</c:v>
                </c:pt>
                <c:pt idx="929">
                  <c:v>45284</c:v>
                </c:pt>
                <c:pt idx="930">
                  <c:v>45283</c:v>
                </c:pt>
                <c:pt idx="931">
                  <c:v>45282</c:v>
                </c:pt>
                <c:pt idx="932">
                  <c:v>45281</c:v>
                </c:pt>
                <c:pt idx="933">
                  <c:v>45280</c:v>
                </c:pt>
                <c:pt idx="934">
                  <c:v>45279</c:v>
                </c:pt>
                <c:pt idx="935">
                  <c:v>45278</c:v>
                </c:pt>
                <c:pt idx="936">
                  <c:v>45277</c:v>
                </c:pt>
                <c:pt idx="937">
                  <c:v>45276</c:v>
                </c:pt>
                <c:pt idx="938">
                  <c:v>45275</c:v>
                </c:pt>
                <c:pt idx="939">
                  <c:v>45274</c:v>
                </c:pt>
                <c:pt idx="940">
                  <c:v>45273</c:v>
                </c:pt>
                <c:pt idx="941">
                  <c:v>45272</c:v>
                </c:pt>
                <c:pt idx="942">
                  <c:v>45271</c:v>
                </c:pt>
                <c:pt idx="943">
                  <c:v>45270</c:v>
                </c:pt>
                <c:pt idx="944">
                  <c:v>45269</c:v>
                </c:pt>
                <c:pt idx="945">
                  <c:v>45268</c:v>
                </c:pt>
                <c:pt idx="946">
                  <c:v>45267</c:v>
                </c:pt>
                <c:pt idx="947">
                  <c:v>45266</c:v>
                </c:pt>
                <c:pt idx="948">
                  <c:v>45265</c:v>
                </c:pt>
                <c:pt idx="949">
                  <c:v>45264</c:v>
                </c:pt>
                <c:pt idx="950">
                  <c:v>45263</c:v>
                </c:pt>
                <c:pt idx="951">
                  <c:v>45262</c:v>
                </c:pt>
                <c:pt idx="952">
                  <c:v>45261</c:v>
                </c:pt>
                <c:pt idx="953">
                  <c:v>45260</c:v>
                </c:pt>
                <c:pt idx="954">
                  <c:v>45259</c:v>
                </c:pt>
                <c:pt idx="955">
                  <c:v>45258</c:v>
                </c:pt>
                <c:pt idx="956">
                  <c:v>45257</c:v>
                </c:pt>
                <c:pt idx="957">
                  <c:v>45256</c:v>
                </c:pt>
                <c:pt idx="958">
                  <c:v>45255</c:v>
                </c:pt>
                <c:pt idx="959">
                  <c:v>45254</c:v>
                </c:pt>
                <c:pt idx="960">
                  <c:v>45253</c:v>
                </c:pt>
                <c:pt idx="961">
                  <c:v>45252</c:v>
                </c:pt>
                <c:pt idx="962">
                  <c:v>45251</c:v>
                </c:pt>
                <c:pt idx="963">
                  <c:v>45250</c:v>
                </c:pt>
                <c:pt idx="964">
                  <c:v>45249</c:v>
                </c:pt>
                <c:pt idx="965">
                  <c:v>45248</c:v>
                </c:pt>
                <c:pt idx="966">
                  <c:v>45247</c:v>
                </c:pt>
                <c:pt idx="967">
                  <c:v>45246</c:v>
                </c:pt>
                <c:pt idx="968">
                  <c:v>45245</c:v>
                </c:pt>
                <c:pt idx="969">
                  <c:v>45244</c:v>
                </c:pt>
                <c:pt idx="970">
                  <c:v>45243</c:v>
                </c:pt>
                <c:pt idx="971">
                  <c:v>45242</c:v>
                </c:pt>
                <c:pt idx="972">
                  <c:v>45241</c:v>
                </c:pt>
                <c:pt idx="973">
                  <c:v>45240</c:v>
                </c:pt>
                <c:pt idx="974">
                  <c:v>45239</c:v>
                </c:pt>
                <c:pt idx="975">
                  <c:v>45238</c:v>
                </c:pt>
                <c:pt idx="976">
                  <c:v>45237</c:v>
                </c:pt>
                <c:pt idx="977">
                  <c:v>45236</c:v>
                </c:pt>
                <c:pt idx="978">
                  <c:v>45235</c:v>
                </c:pt>
                <c:pt idx="979">
                  <c:v>45234</c:v>
                </c:pt>
                <c:pt idx="980">
                  <c:v>45233</c:v>
                </c:pt>
                <c:pt idx="981">
                  <c:v>45232</c:v>
                </c:pt>
                <c:pt idx="982">
                  <c:v>45231</c:v>
                </c:pt>
                <c:pt idx="983">
                  <c:v>45230</c:v>
                </c:pt>
                <c:pt idx="984">
                  <c:v>45229</c:v>
                </c:pt>
                <c:pt idx="985">
                  <c:v>45228</c:v>
                </c:pt>
                <c:pt idx="986">
                  <c:v>45227</c:v>
                </c:pt>
                <c:pt idx="987">
                  <c:v>45226</c:v>
                </c:pt>
                <c:pt idx="988">
                  <c:v>45225</c:v>
                </c:pt>
                <c:pt idx="989">
                  <c:v>45224</c:v>
                </c:pt>
                <c:pt idx="990">
                  <c:v>45223</c:v>
                </c:pt>
                <c:pt idx="991">
                  <c:v>45222</c:v>
                </c:pt>
                <c:pt idx="992">
                  <c:v>45221</c:v>
                </c:pt>
                <c:pt idx="993">
                  <c:v>45220</c:v>
                </c:pt>
                <c:pt idx="994">
                  <c:v>45219</c:v>
                </c:pt>
                <c:pt idx="995">
                  <c:v>45218</c:v>
                </c:pt>
                <c:pt idx="996">
                  <c:v>45217</c:v>
                </c:pt>
                <c:pt idx="997">
                  <c:v>45216</c:v>
                </c:pt>
                <c:pt idx="998">
                  <c:v>45215</c:v>
                </c:pt>
                <c:pt idx="999">
                  <c:v>45214</c:v>
                </c:pt>
                <c:pt idx="1000">
                  <c:v>45213</c:v>
                </c:pt>
                <c:pt idx="1001">
                  <c:v>45212</c:v>
                </c:pt>
                <c:pt idx="1002">
                  <c:v>45211</c:v>
                </c:pt>
                <c:pt idx="1003">
                  <c:v>45210</c:v>
                </c:pt>
                <c:pt idx="1004">
                  <c:v>45209</c:v>
                </c:pt>
                <c:pt idx="1005">
                  <c:v>45208</c:v>
                </c:pt>
                <c:pt idx="1006">
                  <c:v>45207</c:v>
                </c:pt>
                <c:pt idx="1007">
                  <c:v>45206</c:v>
                </c:pt>
                <c:pt idx="1008">
                  <c:v>45205</c:v>
                </c:pt>
                <c:pt idx="1009">
                  <c:v>45204</c:v>
                </c:pt>
                <c:pt idx="1010">
                  <c:v>45203</c:v>
                </c:pt>
                <c:pt idx="1011">
                  <c:v>45202</c:v>
                </c:pt>
                <c:pt idx="1012">
                  <c:v>45201</c:v>
                </c:pt>
                <c:pt idx="1013">
                  <c:v>45200</c:v>
                </c:pt>
                <c:pt idx="1014">
                  <c:v>45199</c:v>
                </c:pt>
                <c:pt idx="1015">
                  <c:v>45198</c:v>
                </c:pt>
                <c:pt idx="1016">
                  <c:v>45197</c:v>
                </c:pt>
                <c:pt idx="1017">
                  <c:v>45196</c:v>
                </c:pt>
                <c:pt idx="1018">
                  <c:v>45195</c:v>
                </c:pt>
                <c:pt idx="1019">
                  <c:v>45194</c:v>
                </c:pt>
                <c:pt idx="1020">
                  <c:v>45193</c:v>
                </c:pt>
                <c:pt idx="1021">
                  <c:v>45192</c:v>
                </c:pt>
                <c:pt idx="1022">
                  <c:v>45191</c:v>
                </c:pt>
                <c:pt idx="1023">
                  <c:v>45190</c:v>
                </c:pt>
                <c:pt idx="1024">
                  <c:v>45189</c:v>
                </c:pt>
                <c:pt idx="1025">
                  <c:v>45188</c:v>
                </c:pt>
                <c:pt idx="1026">
                  <c:v>45187</c:v>
                </c:pt>
                <c:pt idx="1027">
                  <c:v>45186</c:v>
                </c:pt>
                <c:pt idx="1028">
                  <c:v>45185</c:v>
                </c:pt>
                <c:pt idx="1029">
                  <c:v>45184</c:v>
                </c:pt>
                <c:pt idx="1030">
                  <c:v>45183</c:v>
                </c:pt>
                <c:pt idx="1031">
                  <c:v>45182</c:v>
                </c:pt>
                <c:pt idx="1032">
                  <c:v>45181</c:v>
                </c:pt>
                <c:pt idx="1033">
                  <c:v>45180</c:v>
                </c:pt>
                <c:pt idx="1034">
                  <c:v>45179</c:v>
                </c:pt>
                <c:pt idx="1035">
                  <c:v>45178</c:v>
                </c:pt>
                <c:pt idx="1036">
                  <c:v>45177</c:v>
                </c:pt>
                <c:pt idx="1037">
                  <c:v>45176</c:v>
                </c:pt>
                <c:pt idx="1038">
                  <c:v>45175</c:v>
                </c:pt>
                <c:pt idx="1039">
                  <c:v>45174</c:v>
                </c:pt>
                <c:pt idx="1040">
                  <c:v>45173</c:v>
                </c:pt>
                <c:pt idx="1041">
                  <c:v>45172</c:v>
                </c:pt>
                <c:pt idx="1042">
                  <c:v>45171</c:v>
                </c:pt>
                <c:pt idx="1043">
                  <c:v>45170</c:v>
                </c:pt>
                <c:pt idx="1044">
                  <c:v>45169</c:v>
                </c:pt>
                <c:pt idx="1045">
                  <c:v>45168</c:v>
                </c:pt>
                <c:pt idx="1046">
                  <c:v>45167</c:v>
                </c:pt>
                <c:pt idx="1047">
                  <c:v>45166</c:v>
                </c:pt>
                <c:pt idx="1048">
                  <c:v>45165</c:v>
                </c:pt>
                <c:pt idx="1049">
                  <c:v>45164</c:v>
                </c:pt>
                <c:pt idx="1050">
                  <c:v>45163</c:v>
                </c:pt>
                <c:pt idx="1051">
                  <c:v>45162</c:v>
                </c:pt>
                <c:pt idx="1052">
                  <c:v>45161</c:v>
                </c:pt>
                <c:pt idx="1053">
                  <c:v>45160</c:v>
                </c:pt>
                <c:pt idx="1054">
                  <c:v>45159</c:v>
                </c:pt>
                <c:pt idx="1055">
                  <c:v>45158</c:v>
                </c:pt>
                <c:pt idx="1056">
                  <c:v>45157</c:v>
                </c:pt>
                <c:pt idx="1057">
                  <c:v>45156</c:v>
                </c:pt>
                <c:pt idx="1058">
                  <c:v>45155</c:v>
                </c:pt>
                <c:pt idx="1059">
                  <c:v>45154</c:v>
                </c:pt>
                <c:pt idx="1060">
                  <c:v>45153</c:v>
                </c:pt>
                <c:pt idx="1061">
                  <c:v>45152</c:v>
                </c:pt>
                <c:pt idx="1062">
                  <c:v>45151</c:v>
                </c:pt>
                <c:pt idx="1063">
                  <c:v>45150</c:v>
                </c:pt>
                <c:pt idx="1064">
                  <c:v>45149</c:v>
                </c:pt>
                <c:pt idx="1065">
                  <c:v>45148</c:v>
                </c:pt>
                <c:pt idx="1066">
                  <c:v>45147</c:v>
                </c:pt>
                <c:pt idx="1067">
                  <c:v>45146</c:v>
                </c:pt>
                <c:pt idx="1068">
                  <c:v>45145</c:v>
                </c:pt>
                <c:pt idx="1069">
                  <c:v>45144</c:v>
                </c:pt>
                <c:pt idx="1070">
                  <c:v>45143</c:v>
                </c:pt>
                <c:pt idx="1071">
                  <c:v>45142</c:v>
                </c:pt>
                <c:pt idx="1072">
                  <c:v>45141</c:v>
                </c:pt>
                <c:pt idx="1073">
                  <c:v>45140</c:v>
                </c:pt>
                <c:pt idx="1074">
                  <c:v>45139</c:v>
                </c:pt>
                <c:pt idx="1075">
                  <c:v>45138</c:v>
                </c:pt>
                <c:pt idx="1076">
                  <c:v>45137</c:v>
                </c:pt>
                <c:pt idx="1077">
                  <c:v>45136</c:v>
                </c:pt>
                <c:pt idx="1078">
                  <c:v>45135</c:v>
                </c:pt>
                <c:pt idx="1079">
                  <c:v>45134</c:v>
                </c:pt>
                <c:pt idx="1080">
                  <c:v>45133</c:v>
                </c:pt>
                <c:pt idx="1081">
                  <c:v>45132</c:v>
                </c:pt>
                <c:pt idx="1082">
                  <c:v>45131</c:v>
                </c:pt>
                <c:pt idx="1083">
                  <c:v>45130</c:v>
                </c:pt>
                <c:pt idx="1084">
                  <c:v>45129</c:v>
                </c:pt>
                <c:pt idx="1085">
                  <c:v>45128</c:v>
                </c:pt>
                <c:pt idx="1086">
                  <c:v>45127</c:v>
                </c:pt>
                <c:pt idx="1087">
                  <c:v>45126</c:v>
                </c:pt>
                <c:pt idx="1088">
                  <c:v>45125</c:v>
                </c:pt>
                <c:pt idx="1089">
                  <c:v>45124</c:v>
                </c:pt>
                <c:pt idx="1090">
                  <c:v>45123</c:v>
                </c:pt>
                <c:pt idx="1091">
                  <c:v>45122</c:v>
                </c:pt>
                <c:pt idx="1092">
                  <c:v>45121</c:v>
                </c:pt>
                <c:pt idx="1093">
                  <c:v>45120</c:v>
                </c:pt>
                <c:pt idx="1094">
                  <c:v>45119</c:v>
                </c:pt>
                <c:pt idx="1095">
                  <c:v>45118</c:v>
                </c:pt>
                <c:pt idx="1096">
                  <c:v>45117</c:v>
                </c:pt>
                <c:pt idx="1097">
                  <c:v>45116</c:v>
                </c:pt>
                <c:pt idx="1098">
                  <c:v>45115</c:v>
                </c:pt>
                <c:pt idx="1099">
                  <c:v>45114</c:v>
                </c:pt>
                <c:pt idx="1100">
                  <c:v>45113</c:v>
                </c:pt>
                <c:pt idx="1101">
                  <c:v>45112</c:v>
                </c:pt>
                <c:pt idx="1102">
                  <c:v>45111</c:v>
                </c:pt>
                <c:pt idx="1103">
                  <c:v>45110</c:v>
                </c:pt>
                <c:pt idx="1104">
                  <c:v>45109</c:v>
                </c:pt>
                <c:pt idx="1105">
                  <c:v>45108</c:v>
                </c:pt>
                <c:pt idx="1106">
                  <c:v>45107</c:v>
                </c:pt>
                <c:pt idx="1107">
                  <c:v>45106</c:v>
                </c:pt>
                <c:pt idx="1108">
                  <c:v>45105</c:v>
                </c:pt>
                <c:pt idx="1109">
                  <c:v>45104</c:v>
                </c:pt>
                <c:pt idx="1110">
                  <c:v>45103</c:v>
                </c:pt>
                <c:pt idx="1111">
                  <c:v>45102</c:v>
                </c:pt>
                <c:pt idx="1112">
                  <c:v>45101</c:v>
                </c:pt>
                <c:pt idx="1113">
                  <c:v>45100</c:v>
                </c:pt>
                <c:pt idx="1114">
                  <c:v>45099</c:v>
                </c:pt>
                <c:pt idx="1115">
                  <c:v>45098</c:v>
                </c:pt>
                <c:pt idx="1116">
                  <c:v>45097</c:v>
                </c:pt>
                <c:pt idx="1117">
                  <c:v>45096</c:v>
                </c:pt>
                <c:pt idx="1118">
                  <c:v>45095</c:v>
                </c:pt>
                <c:pt idx="1119">
                  <c:v>45094</c:v>
                </c:pt>
                <c:pt idx="1120">
                  <c:v>45093</c:v>
                </c:pt>
                <c:pt idx="1121">
                  <c:v>45092</c:v>
                </c:pt>
                <c:pt idx="1122">
                  <c:v>45091</c:v>
                </c:pt>
                <c:pt idx="1123">
                  <c:v>45090</c:v>
                </c:pt>
                <c:pt idx="1124">
                  <c:v>45089</c:v>
                </c:pt>
                <c:pt idx="1125">
                  <c:v>45088</c:v>
                </c:pt>
                <c:pt idx="1126">
                  <c:v>45087</c:v>
                </c:pt>
                <c:pt idx="1127">
                  <c:v>45086</c:v>
                </c:pt>
                <c:pt idx="1128">
                  <c:v>45085</c:v>
                </c:pt>
                <c:pt idx="1129">
                  <c:v>45084</c:v>
                </c:pt>
                <c:pt idx="1130">
                  <c:v>45083</c:v>
                </c:pt>
                <c:pt idx="1131">
                  <c:v>45082</c:v>
                </c:pt>
                <c:pt idx="1132">
                  <c:v>45081</c:v>
                </c:pt>
                <c:pt idx="1133">
                  <c:v>45080</c:v>
                </c:pt>
                <c:pt idx="1134">
                  <c:v>45079</c:v>
                </c:pt>
                <c:pt idx="1135">
                  <c:v>45078</c:v>
                </c:pt>
                <c:pt idx="1136">
                  <c:v>45077</c:v>
                </c:pt>
                <c:pt idx="1137">
                  <c:v>45076</c:v>
                </c:pt>
                <c:pt idx="1138">
                  <c:v>45075</c:v>
                </c:pt>
                <c:pt idx="1139">
                  <c:v>45074</c:v>
                </c:pt>
                <c:pt idx="1140">
                  <c:v>45073</c:v>
                </c:pt>
                <c:pt idx="1141">
                  <c:v>45072</c:v>
                </c:pt>
                <c:pt idx="1142">
                  <c:v>45071</c:v>
                </c:pt>
                <c:pt idx="1143">
                  <c:v>45070</c:v>
                </c:pt>
                <c:pt idx="1144">
                  <c:v>45069</c:v>
                </c:pt>
                <c:pt idx="1145">
                  <c:v>45068</c:v>
                </c:pt>
                <c:pt idx="1146">
                  <c:v>45067</c:v>
                </c:pt>
                <c:pt idx="1147">
                  <c:v>45066</c:v>
                </c:pt>
                <c:pt idx="1148">
                  <c:v>45065</c:v>
                </c:pt>
                <c:pt idx="1149">
                  <c:v>45064</c:v>
                </c:pt>
                <c:pt idx="1150">
                  <c:v>45063</c:v>
                </c:pt>
                <c:pt idx="1151">
                  <c:v>45062</c:v>
                </c:pt>
                <c:pt idx="1152">
                  <c:v>45061</c:v>
                </c:pt>
                <c:pt idx="1153">
                  <c:v>45060</c:v>
                </c:pt>
                <c:pt idx="1154">
                  <c:v>45059</c:v>
                </c:pt>
                <c:pt idx="1155">
                  <c:v>45058</c:v>
                </c:pt>
                <c:pt idx="1156">
                  <c:v>45057</c:v>
                </c:pt>
                <c:pt idx="1157">
                  <c:v>45056</c:v>
                </c:pt>
                <c:pt idx="1158">
                  <c:v>45055</c:v>
                </c:pt>
                <c:pt idx="1159">
                  <c:v>45054</c:v>
                </c:pt>
                <c:pt idx="1160">
                  <c:v>45053</c:v>
                </c:pt>
                <c:pt idx="1161">
                  <c:v>45052</c:v>
                </c:pt>
                <c:pt idx="1162">
                  <c:v>45051</c:v>
                </c:pt>
                <c:pt idx="1163">
                  <c:v>45050</c:v>
                </c:pt>
                <c:pt idx="1164">
                  <c:v>45049</c:v>
                </c:pt>
                <c:pt idx="1165">
                  <c:v>45048</c:v>
                </c:pt>
                <c:pt idx="1166">
                  <c:v>45047</c:v>
                </c:pt>
                <c:pt idx="1167">
                  <c:v>45046</c:v>
                </c:pt>
                <c:pt idx="1168">
                  <c:v>45045</c:v>
                </c:pt>
                <c:pt idx="1169">
                  <c:v>45044</c:v>
                </c:pt>
                <c:pt idx="1170">
                  <c:v>45043</c:v>
                </c:pt>
                <c:pt idx="1171">
                  <c:v>45042</c:v>
                </c:pt>
                <c:pt idx="1172">
                  <c:v>45041</c:v>
                </c:pt>
                <c:pt idx="1173">
                  <c:v>45040</c:v>
                </c:pt>
                <c:pt idx="1174">
                  <c:v>45039</c:v>
                </c:pt>
                <c:pt idx="1175">
                  <c:v>45038</c:v>
                </c:pt>
                <c:pt idx="1176">
                  <c:v>45037</c:v>
                </c:pt>
                <c:pt idx="1177">
                  <c:v>45036</c:v>
                </c:pt>
                <c:pt idx="1178">
                  <c:v>45035</c:v>
                </c:pt>
                <c:pt idx="1179">
                  <c:v>45034</c:v>
                </c:pt>
                <c:pt idx="1180">
                  <c:v>45033</c:v>
                </c:pt>
                <c:pt idx="1181">
                  <c:v>45032</c:v>
                </c:pt>
                <c:pt idx="1182">
                  <c:v>45031</c:v>
                </c:pt>
                <c:pt idx="1183">
                  <c:v>45030</c:v>
                </c:pt>
                <c:pt idx="1184">
                  <c:v>45029</c:v>
                </c:pt>
                <c:pt idx="1185">
                  <c:v>45028</c:v>
                </c:pt>
                <c:pt idx="1186">
                  <c:v>45027</c:v>
                </c:pt>
                <c:pt idx="1187">
                  <c:v>45026</c:v>
                </c:pt>
                <c:pt idx="1188">
                  <c:v>45025</c:v>
                </c:pt>
                <c:pt idx="1189">
                  <c:v>45024</c:v>
                </c:pt>
                <c:pt idx="1190">
                  <c:v>45023</c:v>
                </c:pt>
                <c:pt idx="1191">
                  <c:v>45022</c:v>
                </c:pt>
                <c:pt idx="1192">
                  <c:v>45021</c:v>
                </c:pt>
                <c:pt idx="1193">
                  <c:v>45020</c:v>
                </c:pt>
                <c:pt idx="1194">
                  <c:v>45019</c:v>
                </c:pt>
                <c:pt idx="1195">
                  <c:v>45018</c:v>
                </c:pt>
                <c:pt idx="1196">
                  <c:v>45017</c:v>
                </c:pt>
                <c:pt idx="1197">
                  <c:v>45016</c:v>
                </c:pt>
                <c:pt idx="1198">
                  <c:v>45015</c:v>
                </c:pt>
                <c:pt idx="1199">
                  <c:v>45014</c:v>
                </c:pt>
                <c:pt idx="1200">
                  <c:v>45013</c:v>
                </c:pt>
                <c:pt idx="1201">
                  <c:v>45012</c:v>
                </c:pt>
                <c:pt idx="1202">
                  <c:v>45011</c:v>
                </c:pt>
                <c:pt idx="1203">
                  <c:v>45010</c:v>
                </c:pt>
                <c:pt idx="1204">
                  <c:v>45009</c:v>
                </c:pt>
                <c:pt idx="1205">
                  <c:v>45008</c:v>
                </c:pt>
                <c:pt idx="1206">
                  <c:v>45007</c:v>
                </c:pt>
                <c:pt idx="1207">
                  <c:v>45006</c:v>
                </c:pt>
                <c:pt idx="1208">
                  <c:v>45005</c:v>
                </c:pt>
                <c:pt idx="1209">
                  <c:v>45004</c:v>
                </c:pt>
                <c:pt idx="1210">
                  <c:v>45003</c:v>
                </c:pt>
                <c:pt idx="1211">
                  <c:v>45002</c:v>
                </c:pt>
                <c:pt idx="1212">
                  <c:v>45001</c:v>
                </c:pt>
                <c:pt idx="1213">
                  <c:v>45000</c:v>
                </c:pt>
                <c:pt idx="1214">
                  <c:v>44999</c:v>
                </c:pt>
                <c:pt idx="1215">
                  <c:v>44998</c:v>
                </c:pt>
                <c:pt idx="1216">
                  <c:v>44997</c:v>
                </c:pt>
                <c:pt idx="1217">
                  <c:v>44996</c:v>
                </c:pt>
                <c:pt idx="1218">
                  <c:v>44995</c:v>
                </c:pt>
                <c:pt idx="1219">
                  <c:v>44994</c:v>
                </c:pt>
                <c:pt idx="1220">
                  <c:v>44993</c:v>
                </c:pt>
                <c:pt idx="1221">
                  <c:v>44992</c:v>
                </c:pt>
                <c:pt idx="1222">
                  <c:v>44991</c:v>
                </c:pt>
                <c:pt idx="1223">
                  <c:v>44990</c:v>
                </c:pt>
                <c:pt idx="1224">
                  <c:v>44989</c:v>
                </c:pt>
                <c:pt idx="1225">
                  <c:v>44988</c:v>
                </c:pt>
                <c:pt idx="1226">
                  <c:v>44987</c:v>
                </c:pt>
                <c:pt idx="1227">
                  <c:v>44986</c:v>
                </c:pt>
                <c:pt idx="1228">
                  <c:v>44985</c:v>
                </c:pt>
                <c:pt idx="1229">
                  <c:v>44984</c:v>
                </c:pt>
                <c:pt idx="1230">
                  <c:v>44983</c:v>
                </c:pt>
                <c:pt idx="1231">
                  <c:v>44982</c:v>
                </c:pt>
                <c:pt idx="1232">
                  <c:v>44981</c:v>
                </c:pt>
                <c:pt idx="1233">
                  <c:v>44980</c:v>
                </c:pt>
                <c:pt idx="1234">
                  <c:v>44979</c:v>
                </c:pt>
                <c:pt idx="1235">
                  <c:v>44978</c:v>
                </c:pt>
                <c:pt idx="1236">
                  <c:v>44977</c:v>
                </c:pt>
                <c:pt idx="1237">
                  <c:v>44976</c:v>
                </c:pt>
                <c:pt idx="1238">
                  <c:v>44975</c:v>
                </c:pt>
                <c:pt idx="1239">
                  <c:v>44974</c:v>
                </c:pt>
                <c:pt idx="1240">
                  <c:v>44973</c:v>
                </c:pt>
                <c:pt idx="1241">
                  <c:v>44972</c:v>
                </c:pt>
                <c:pt idx="1242">
                  <c:v>44971</c:v>
                </c:pt>
                <c:pt idx="1243">
                  <c:v>44970</c:v>
                </c:pt>
                <c:pt idx="1244">
                  <c:v>44969</c:v>
                </c:pt>
                <c:pt idx="1245">
                  <c:v>44968</c:v>
                </c:pt>
                <c:pt idx="1246">
                  <c:v>44967</c:v>
                </c:pt>
                <c:pt idx="1247">
                  <c:v>44966</c:v>
                </c:pt>
                <c:pt idx="1248">
                  <c:v>44965</c:v>
                </c:pt>
                <c:pt idx="1249">
                  <c:v>44964</c:v>
                </c:pt>
                <c:pt idx="1250">
                  <c:v>44963</c:v>
                </c:pt>
                <c:pt idx="1251">
                  <c:v>44962</c:v>
                </c:pt>
                <c:pt idx="1252">
                  <c:v>44961</c:v>
                </c:pt>
                <c:pt idx="1253">
                  <c:v>44960</c:v>
                </c:pt>
                <c:pt idx="1254">
                  <c:v>44959</c:v>
                </c:pt>
                <c:pt idx="1255">
                  <c:v>44958</c:v>
                </c:pt>
                <c:pt idx="1256">
                  <c:v>44957</c:v>
                </c:pt>
                <c:pt idx="1257">
                  <c:v>44956</c:v>
                </c:pt>
                <c:pt idx="1258">
                  <c:v>44955</c:v>
                </c:pt>
                <c:pt idx="1259">
                  <c:v>44954</c:v>
                </c:pt>
                <c:pt idx="1260">
                  <c:v>44953</c:v>
                </c:pt>
                <c:pt idx="1261">
                  <c:v>44952</c:v>
                </c:pt>
                <c:pt idx="1262">
                  <c:v>44951</c:v>
                </c:pt>
                <c:pt idx="1263">
                  <c:v>44950</c:v>
                </c:pt>
                <c:pt idx="1264">
                  <c:v>44949</c:v>
                </c:pt>
                <c:pt idx="1265">
                  <c:v>44948</c:v>
                </c:pt>
                <c:pt idx="1266">
                  <c:v>44947</c:v>
                </c:pt>
                <c:pt idx="1267">
                  <c:v>44946</c:v>
                </c:pt>
                <c:pt idx="1268">
                  <c:v>44945</c:v>
                </c:pt>
                <c:pt idx="1269">
                  <c:v>44944</c:v>
                </c:pt>
                <c:pt idx="1270">
                  <c:v>44943</c:v>
                </c:pt>
                <c:pt idx="1271">
                  <c:v>44942</c:v>
                </c:pt>
                <c:pt idx="1272">
                  <c:v>44941</c:v>
                </c:pt>
                <c:pt idx="1273">
                  <c:v>44940</c:v>
                </c:pt>
                <c:pt idx="1274">
                  <c:v>44939</c:v>
                </c:pt>
                <c:pt idx="1275">
                  <c:v>44938</c:v>
                </c:pt>
                <c:pt idx="1276">
                  <c:v>44937</c:v>
                </c:pt>
                <c:pt idx="1277">
                  <c:v>44936</c:v>
                </c:pt>
                <c:pt idx="1278">
                  <c:v>44935</c:v>
                </c:pt>
                <c:pt idx="1279">
                  <c:v>44934</c:v>
                </c:pt>
                <c:pt idx="1280">
                  <c:v>44933</c:v>
                </c:pt>
                <c:pt idx="1281">
                  <c:v>44932</c:v>
                </c:pt>
                <c:pt idx="1282">
                  <c:v>44931</c:v>
                </c:pt>
                <c:pt idx="1283">
                  <c:v>44930</c:v>
                </c:pt>
                <c:pt idx="1284">
                  <c:v>44929</c:v>
                </c:pt>
                <c:pt idx="1285">
                  <c:v>44928</c:v>
                </c:pt>
                <c:pt idx="1286">
                  <c:v>44927</c:v>
                </c:pt>
                <c:pt idx="1287">
                  <c:v>44926</c:v>
                </c:pt>
                <c:pt idx="1288">
                  <c:v>44925</c:v>
                </c:pt>
                <c:pt idx="1289">
                  <c:v>44924</c:v>
                </c:pt>
                <c:pt idx="1290">
                  <c:v>44923</c:v>
                </c:pt>
                <c:pt idx="1291">
                  <c:v>44922</c:v>
                </c:pt>
                <c:pt idx="1292">
                  <c:v>44921</c:v>
                </c:pt>
                <c:pt idx="1293">
                  <c:v>44920</c:v>
                </c:pt>
                <c:pt idx="1294">
                  <c:v>44919</c:v>
                </c:pt>
                <c:pt idx="1295">
                  <c:v>44918</c:v>
                </c:pt>
                <c:pt idx="1296">
                  <c:v>44917</c:v>
                </c:pt>
                <c:pt idx="1297">
                  <c:v>44916</c:v>
                </c:pt>
                <c:pt idx="1298">
                  <c:v>44915</c:v>
                </c:pt>
                <c:pt idx="1299">
                  <c:v>44914</c:v>
                </c:pt>
                <c:pt idx="1300">
                  <c:v>44913</c:v>
                </c:pt>
                <c:pt idx="1301">
                  <c:v>44912</c:v>
                </c:pt>
                <c:pt idx="1302">
                  <c:v>44911</c:v>
                </c:pt>
                <c:pt idx="1303">
                  <c:v>44910</c:v>
                </c:pt>
                <c:pt idx="1304">
                  <c:v>44909</c:v>
                </c:pt>
                <c:pt idx="1305">
                  <c:v>44908</c:v>
                </c:pt>
                <c:pt idx="1306">
                  <c:v>44907</c:v>
                </c:pt>
                <c:pt idx="1307">
                  <c:v>44906</c:v>
                </c:pt>
                <c:pt idx="1308">
                  <c:v>44905</c:v>
                </c:pt>
                <c:pt idx="1309">
                  <c:v>44904</c:v>
                </c:pt>
                <c:pt idx="1310">
                  <c:v>44903</c:v>
                </c:pt>
                <c:pt idx="1311">
                  <c:v>44902</c:v>
                </c:pt>
                <c:pt idx="1312">
                  <c:v>44901</c:v>
                </c:pt>
                <c:pt idx="1313">
                  <c:v>44900</c:v>
                </c:pt>
                <c:pt idx="1314">
                  <c:v>44899</c:v>
                </c:pt>
                <c:pt idx="1315">
                  <c:v>44898</c:v>
                </c:pt>
                <c:pt idx="1316">
                  <c:v>44897</c:v>
                </c:pt>
                <c:pt idx="1317">
                  <c:v>44896</c:v>
                </c:pt>
                <c:pt idx="1318">
                  <c:v>44895</c:v>
                </c:pt>
                <c:pt idx="1319">
                  <c:v>44894</c:v>
                </c:pt>
                <c:pt idx="1320">
                  <c:v>44893</c:v>
                </c:pt>
                <c:pt idx="1321">
                  <c:v>44892</c:v>
                </c:pt>
                <c:pt idx="1322">
                  <c:v>44891</c:v>
                </c:pt>
                <c:pt idx="1323">
                  <c:v>44890</c:v>
                </c:pt>
                <c:pt idx="1324">
                  <c:v>44889</c:v>
                </c:pt>
                <c:pt idx="1325">
                  <c:v>44888</c:v>
                </c:pt>
                <c:pt idx="1326">
                  <c:v>44887</c:v>
                </c:pt>
                <c:pt idx="1327">
                  <c:v>44886</c:v>
                </c:pt>
                <c:pt idx="1328">
                  <c:v>44885</c:v>
                </c:pt>
                <c:pt idx="1329">
                  <c:v>44884</c:v>
                </c:pt>
                <c:pt idx="1330">
                  <c:v>44883</c:v>
                </c:pt>
                <c:pt idx="1331">
                  <c:v>44882</c:v>
                </c:pt>
                <c:pt idx="1332">
                  <c:v>44881</c:v>
                </c:pt>
                <c:pt idx="1333">
                  <c:v>44880</c:v>
                </c:pt>
                <c:pt idx="1334">
                  <c:v>44879</c:v>
                </c:pt>
                <c:pt idx="1335">
                  <c:v>44878</c:v>
                </c:pt>
                <c:pt idx="1336">
                  <c:v>44877</c:v>
                </c:pt>
                <c:pt idx="1337">
                  <c:v>44876</c:v>
                </c:pt>
                <c:pt idx="1338">
                  <c:v>44875</c:v>
                </c:pt>
                <c:pt idx="1339">
                  <c:v>44874</c:v>
                </c:pt>
                <c:pt idx="1340">
                  <c:v>44873</c:v>
                </c:pt>
                <c:pt idx="1341">
                  <c:v>44872</c:v>
                </c:pt>
                <c:pt idx="1342">
                  <c:v>44871</c:v>
                </c:pt>
                <c:pt idx="1343">
                  <c:v>44870</c:v>
                </c:pt>
                <c:pt idx="1344">
                  <c:v>44869</c:v>
                </c:pt>
                <c:pt idx="1345">
                  <c:v>44868</c:v>
                </c:pt>
                <c:pt idx="1346">
                  <c:v>44867</c:v>
                </c:pt>
                <c:pt idx="1347">
                  <c:v>44866</c:v>
                </c:pt>
                <c:pt idx="1348">
                  <c:v>44865</c:v>
                </c:pt>
                <c:pt idx="1349">
                  <c:v>44864</c:v>
                </c:pt>
                <c:pt idx="1350">
                  <c:v>44863</c:v>
                </c:pt>
                <c:pt idx="1351">
                  <c:v>44862</c:v>
                </c:pt>
                <c:pt idx="1352">
                  <c:v>44861</c:v>
                </c:pt>
                <c:pt idx="1353">
                  <c:v>44860</c:v>
                </c:pt>
                <c:pt idx="1354">
                  <c:v>44859</c:v>
                </c:pt>
                <c:pt idx="1355">
                  <c:v>44858</c:v>
                </c:pt>
                <c:pt idx="1356">
                  <c:v>44857</c:v>
                </c:pt>
                <c:pt idx="1357">
                  <c:v>44856</c:v>
                </c:pt>
                <c:pt idx="1358">
                  <c:v>44855</c:v>
                </c:pt>
                <c:pt idx="1359">
                  <c:v>44854</c:v>
                </c:pt>
                <c:pt idx="1360">
                  <c:v>44853</c:v>
                </c:pt>
                <c:pt idx="1361">
                  <c:v>44852</c:v>
                </c:pt>
                <c:pt idx="1362">
                  <c:v>44851</c:v>
                </c:pt>
                <c:pt idx="1363">
                  <c:v>44850</c:v>
                </c:pt>
                <c:pt idx="1364">
                  <c:v>44849</c:v>
                </c:pt>
                <c:pt idx="1365">
                  <c:v>44848</c:v>
                </c:pt>
                <c:pt idx="1366">
                  <c:v>44847</c:v>
                </c:pt>
                <c:pt idx="1367">
                  <c:v>44846</c:v>
                </c:pt>
                <c:pt idx="1368">
                  <c:v>44845</c:v>
                </c:pt>
                <c:pt idx="1369">
                  <c:v>44844</c:v>
                </c:pt>
                <c:pt idx="1370">
                  <c:v>44843</c:v>
                </c:pt>
                <c:pt idx="1371">
                  <c:v>44842</c:v>
                </c:pt>
                <c:pt idx="1372">
                  <c:v>44841</c:v>
                </c:pt>
                <c:pt idx="1373">
                  <c:v>44840</c:v>
                </c:pt>
                <c:pt idx="1374">
                  <c:v>44839</c:v>
                </c:pt>
                <c:pt idx="1375">
                  <c:v>44838</c:v>
                </c:pt>
                <c:pt idx="1376">
                  <c:v>44837</c:v>
                </c:pt>
                <c:pt idx="1377">
                  <c:v>44836</c:v>
                </c:pt>
                <c:pt idx="1378">
                  <c:v>44835</c:v>
                </c:pt>
                <c:pt idx="1379">
                  <c:v>44834</c:v>
                </c:pt>
                <c:pt idx="1380">
                  <c:v>44833</c:v>
                </c:pt>
                <c:pt idx="1381">
                  <c:v>44832</c:v>
                </c:pt>
                <c:pt idx="1382">
                  <c:v>44831</c:v>
                </c:pt>
                <c:pt idx="1383">
                  <c:v>44830</c:v>
                </c:pt>
                <c:pt idx="1384">
                  <c:v>44829</c:v>
                </c:pt>
                <c:pt idx="1385">
                  <c:v>44828</c:v>
                </c:pt>
                <c:pt idx="1386">
                  <c:v>44827</c:v>
                </c:pt>
                <c:pt idx="1387">
                  <c:v>44826</c:v>
                </c:pt>
                <c:pt idx="1388">
                  <c:v>44825</c:v>
                </c:pt>
                <c:pt idx="1389">
                  <c:v>44824</c:v>
                </c:pt>
                <c:pt idx="1390">
                  <c:v>44823</c:v>
                </c:pt>
                <c:pt idx="1391">
                  <c:v>44822</c:v>
                </c:pt>
                <c:pt idx="1392">
                  <c:v>44821</c:v>
                </c:pt>
                <c:pt idx="1393">
                  <c:v>44820</c:v>
                </c:pt>
                <c:pt idx="1394">
                  <c:v>44819</c:v>
                </c:pt>
                <c:pt idx="1395">
                  <c:v>44818</c:v>
                </c:pt>
                <c:pt idx="1396">
                  <c:v>44817</c:v>
                </c:pt>
                <c:pt idx="1397">
                  <c:v>44816</c:v>
                </c:pt>
                <c:pt idx="1398">
                  <c:v>44815</c:v>
                </c:pt>
                <c:pt idx="1399">
                  <c:v>44814</c:v>
                </c:pt>
                <c:pt idx="1400">
                  <c:v>44813</c:v>
                </c:pt>
                <c:pt idx="1401">
                  <c:v>44812</c:v>
                </c:pt>
                <c:pt idx="1402">
                  <c:v>44811</c:v>
                </c:pt>
                <c:pt idx="1403">
                  <c:v>44810</c:v>
                </c:pt>
                <c:pt idx="1404">
                  <c:v>44809</c:v>
                </c:pt>
                <c:pt idx="1405">
                  <c:v>44808</c:v>
                </c:pt>
                <c:pt idx="1406">
                  <c:v>44807</c:v>
                </c:pt>
                <c:pt idx="1407">
                  <c:v>44806</c:v>
                </c:pt>
                <c:pt idx="1408">
                  <c:v>44805</c:v>
                </c:pt>
                <c:pt idx="1409">
                  <c:v>44804</c:v>
                </c:pt>
                <c:pt idx="1410">
                  <c:v>44803</c:v>
                </c:pt>
                <c:pt idx="1411">
                  <c:v>44802</c:v>
                </c:pt>
                <c:pt idx="1412">
                  <c:v>44801</c:v>
                </c:pt>
                <c:pt idx="1413">
                  <c:v>44800</c:v>
                </c:pt>
                <c:pt idx="1414">
                  <c:v>44799</c:v>
                </c:pt>
                <c:pt idx="1415">
                  <c:v>44798</c:v>
                </c:pt>
                <c:pt idx="1416">
                  <c:v>44797</c:v>
                </c:pt>
                <c:pt idx="1417">
                  <c:v>44796</c:v>
                </c:pt>
                <c:pt idx="1418">
                  <c:v>44795</c:v>
                </c:pt>
                <c:pt idx="1419">
                  <c:v>44794</c:v>
                </c:pt>
                <c:pt idx="1420">
                  <c:v>44793</c:v>
                </c:pt>
                <c:pt idx="1421">
                  <c:v>44792</c:v>
                </c:pt>
                <c:pt idx="1422">
                  <c:v>44791</c:v>
                </c:pt>
                <c:pt idx="1423">
                  <c:v>44790</c:v>
                </c:pt>
                <c:pt idx="1424">
                  <c:v>44789</c:v>
                </c:pt>
                <c:pt idx="1425">
                  <c:v>44788</c:v>
                </c:pt>
                <c:pt idx="1426">
                  <c:v>44787</c:v>
                </c:pt>
                <c:pt idx="1427">
                  <c:v>44786</c:v>
                </c:pt>
                <c:pt idx="1428">
                  <c:v>44785</c:v>
                </c:pt>
                <c:pt idx="1429">
                  <c:v>44784</c:v>
                </c:pt>
                <c:pt idx="1430">
                  <c:v>44783</c:v>
                </c:pt>
                <c:pt idx="1431">
                  <c:v>44782</c:v>
                </c:pt>
                <c:pt idx="1432">
                  <c:v>44781</c:v>
                </c:pt>
                <c:pt idx="1433">
                  <c:v>44780</c:v>
                </c:pt>
                <c:pt idx="1434">
                  <c:v>44779</c:v>
                </c:pt>
                <c:pt idx="1435">
                  <c:v>44778</c:v>
                </c:pt>
                <c:pt idx="1436">
                  <c:v>44777</c:v>
                </c:pt>
                <c:pt idx="1437">
                  <c:v>44776</c:v>
                </c:pt>
                <c:pt idx="1438">
                  <c:v>44775</c:v>
                </c:pt>
                <c:pt idx="1439">
                  <c:v>44774</c:v>
                </c:pt>
                <c:pt idx="1440">
                  <c:v>44773</c:v>
                </c:pt>
                <c:pt idx="1441">
                  <c:v>44772</c:v>
                </c:pt>
                <c:pt idx="1442">
                  <c:v>44771</c:v>
                </c:pt>
                <c:pt idx="1443">
                  <c:v>44770</c:v>
                </c:pt>
                <c:pt idx="1444">
                  <c:v>44769</c:v>
                </c:pt>
                <c:pt idx="1445">
                  <c:v>44768</c:v>
                </c:pt>
                <c:pt idx="1446">
                  <c:v>44767</c:v>
                </c:pt>
                <c:pt idx="1447">
                  <c:v>44766</c:v>
                </c:pt>
                <c:pt idx="1448">
                  <c:v>44765</c:v>
                </c:pt>
                <c:pt idx="1449">
                  <c:v>44764</c:v>
                </c:pt>
                <c:pt idx="1450">
                  <c:v>44763</c:v>
                </c:pt>
                <c:pt idx="1451">
                  <c:v>44762</c:v>
                </c:pt>
                <c:pt idx="1452">
                  <c:v>44761</c:v>
                </c:pt>
                <c:pt idx="1453">
                  <c:v>44760</c:v>
                </c:pt>
                <c:pt idx="1454">
                  <c:v>44759</c:v>
                </c:pt>
                <c:pt idx="1455">
                  <c:v>44758</c:v>
                </c:pt>
                <c:pt idx="1456">
                  <c:v>44757</c:v>
                </c:pt>
                <c:pt idx="1457">
                  <c:v>44756</c:v>
                </c:pt>
                <c:pt idx="1458">
                  <c:v>44755</c:v>
                </c:pt>
                <c:pt idx="1459">
                  <c:v>44754</c:v>
                </c:pt>
                <c:pt idx="1460">
                  <c:v>44753</c:v>
                </c:pt>
                <c:pt idx="1461">
                  <c:v>44752</c:v>
                </c:pt>
                <c:pt idx="1462">
                  <c:v>44751</c:v>
                </c:pt>
                <c:pt idx="1463">
                  <c:v>44750</c:v>
                </c:pt>
                <c:pt idx="1464">
                  <c:v>44749</c:v>
                </c:pt>
                <c:pt idx="1465">
                  <c:v>44748</c:v>
                </c:pt>
                <c:pt idx="1466">
                  <c:v>44747</c:v>
                </c:pt>
                <c:pt idx="1467">
                  <c:v>44746</c:v>
                </c:pt>
                <c:pt idx="1468">
                  <c:v>44745</c:v>
                </c:pt>
                <c:pt idx="1469">
                  <c:v>44744</c:v>
                </c:pt>
                <c:pt idx="1470">
                  <c:v>44743</c:v>
                </c:pt>
                <c:pt idx="1471">
                  <c:v>44742</c:v>
                </c:pt>
                <c:pt idx="1472">
                  <c:v>44741</c:v>
                </c:pt>
                <c:pt idx="1473">
                  <c:v>44740</c:v>
                </c:pt>
                <c:pt idx="1474">
                  <c:v>44739</c:v>
                </c:pt>
                <c:pt idx="1475">
                  <c:v>44738</c:v>
                </c:pt>
                <c:pt idx="1476">
                  <c:v>44737</c:v>
                </c:pt>
                <c:pt idx="1477">
                  <c:v>44736</c:v>
                </c:pt>
                <c:pt idx="1478">
                  <c:v>44735</c:v>
                </c:pt>
                <c:pt idx="1479">
                  <c:v>44734</c:v>
                </c:pt>
                <c:pt idx="1480">
                  <c:v>44733</c:v>
                </c:pt>
                <c:pt idx="1481">
                  <c:v>44732</c:v>
                </c:pt>
                <c:pt idx="1482">
                  <c:v>44731</c:v>
                </c:pt>
                <c:pt idx="1483">
                  <c:v>44730</c:v>
                </c:pt>
                <c:pt idx="1484">
                  <c:v>44729</c:v>
                </c:pt>
                <c:pt idx="1485">
                  <c:v>44728</c:v>
                </c:pt>
                <c:pt idx="1486">
                  <c:v>44727</c:v>
                </c:pt>
                <c:pt idx="1487">
                  <c:v>44726</c:v>
                </c:pt>
                <c:pt idx="1488">
                  <c:v>44725</c:v>
                </c:pt>
                <c:pt idx="1489">
                  <c:v>44724</c:v>
                </c:pt>
                <c:pt idx="1490">
                  <c:v>44723</c:v>
                </c:pt>
                <c:pt idx="1491">
                  <c:v>44722</c:v>
                </c:pt>
                <c:pt idx="1492">
                  <c:v>44721</c:v>
                </c:pt>
                <c:pt idx="1493">
                  <c:v>44720</c:v>
                </c:pt>
                <c:pt idx="1494">
                  <c:v>44719</c:v>
                </c:pt>
                <c:pt idx="1495">
                  <c:v>44718</c:v>
                </c:pt>
                <c:pt idx="1496">
                  <c:v>44717</c:v>
                </c:pt>
                <c:pt idx="1497">
                  <c:v>44716</c:v>
                </c:pt>
                <c:pt idx="1498">
                  <c:v>44715</c:v>
                </c:pt>
                <c:pt idx="1499">
                  <c:v>44714</c:v>
                </c:pt>
                <c:pt idx="1500">
                  <c:v>44713</c:v>
                </c:pt>
                <c:pt idx="1501">
                  <c:v>44712</c:v>
                </c:pt>
                <c:pt idx="1502">
                  <c:v>44711</c:v>
                </c:pt>
                <c:pt idx="1503">
                  <c:v>44710</c:v>
                </c:pt>
                <c:pt idx="1504">
                  <c:v>44709</c:v>
                </c:pt>
                <c:pt idx="1505">
                  <c:v>44708</c:v>
                </c:pt>
                <c:pt idx="1506">
                  <c:v>44707</c:v>
                </c:pt>
                <c:pt idx="1507">
                  <c:v>44706</c:v>
                </c:pt>
                <c:pt idx="1508">
                  <c:v>44705</c:v>
                </c:pt>
                <c:pt idx="1509">
                  <c:v>44704</c:v>
                </c:pt>
                <c:pt idx="1510">
                  <c:v>44703</c:v>
                </c:pt>
                <c:pt idx="1511">
                  <c:v>44702</c:v>
                </c:pt>
                <c:pt idx="1512">
                  <c:v>44701</c:v>
                </c:pt>
                <c:pt idx="1513">
                  <c:v>44700</c:v>
                </c:pt>
                <c:pt idx="1514">
                  <c:v>44699</c:v>
                </c:pt>
                <c:pt idx="1515">
                  <c:v>44698</c:v>
                </c:pt>
                <c:pt idx="1516">
                  <c:v>44697</c:v>
                </c:pt>
                <c:pt idx="1517">
                  <c:v>44696</c:v>
                </c:pt>
                <c:pt idx="1518">
                  <c:v>44695</c:v>
                </c:pt>
                <c:pt idx="1519">
                  <c:v>44694</c:v>
                </c:pt>
                <c:pt idx="1520">
                  <c:v>44693</c:v>
                </c:pt>
                <c:pt idx="1521">
                  <c:v>44692</c:v>
                </c:pt>
                <c:pt idx="1522">
                  <c:v>44691</c:v>
                </c:pt>
                <c:pt idx="1523">
                  <c:v>44690</c:v>
                </c:pt>
                <c:pt idx="1524">
                  <c:v>44689</c:v>
                </c:pt>
                <c:pt idx="1525">
                  <c:v>44688</c:v>
                </c:pt>
                <c:pt idx="1526">
                  <c:v>44687</c:v>
                </c:pt>
                <c:pt idx="1527">
                  <c:v>44686</c:v>
                </c:pt>
                <c:pt idx="1528">
                  <c:v>44685</c:v>
                </c:pt>
                <c:pt idx="1529">
                  <c:v>44684</c:v>
                </c:pt>
                <c:pt idx="1530">
                  <c:v>44683</c:v>
                </c:pt>
                <c:pt idx="1531">
                  <c:v>44682</c:v>
                </c:pt>
                <c:pt idx="1532">
                  <c:v>44681</c:v>
                </c:pt>
                <c:pt idx="1533">
                  <c:v>44680</c:v>
                </c:pt>
                <c:pt idx="1534">
                  <c:v>44679</c:v>
                </c:pt>
                <c:pt idx="1535">
                  <c:v>44678</c:v>
                </c:pt>
                <c:pt idx="1536">
                  <c:v>44677</c:v>
                </c:pt>
                <c:pt idx="1537">
                  <c:v>44676</c:v>
                </c:pt>
                <c:pt idx="1538">
                  <c:v>44675</c:v>
                </c:pt>
                <c:pt idx="1539">
                  <c:v>44674</c:v>
                </c:pt>
                <c:pt idx="1540">
                  <c:v>44673</c:v>
                </c:pt>
                <c:pt idx="1541">
                  <c:v>44672</c:v>
                </c:pt>
                <c:pt idx="1542">
                  <c:v>44671</c:v>
                </c:pt>
                <c:pt idx="1543">
                  <c:v>44670</c:v>
                </c:pt>
                <c:pt idx="1544">
                  <c:v>44669</c:v>
                </c:pt>
                <c:pt idx="1545">
                  <c:v>44668</c:v>
                </c:pt>
                <c:pt idx="1546">
                  <c:v>44667</c:v>
                </c:pt>
                <c:pt idx="1547">
                  <c:v>44666</c:v>
                </c:pt>
                <c:pt idx="1548">
                  <c:v>44665</c:v>
                </c:pt>
                <c:pt idx="1549">
                  <c:v>44664</c:v>
                </c:pt>
                <c:pt idx="1550">
                  <c:v>44663</c:v>
                </c:pt>
                <c:pt idx="1551">
                  <c:v>44662</c:v>
                </c:pt>
                <c:pt idx="1552">
                  <c:v>44661</c:v>
                </c:pt>
                <c:pt idx="1553">
                  <c:v>44660</c:v>
                </c:pt>
                <c:pt idx="1554">
                  <c:v>44659</c:v>
                </c:pt>
                <c:pt idx="1555">
                  <c:v>44658</c:v>
                </c:pt>
                <c:pt idx="1556">
                  <c:v>44657</c:v>
                </c:pt>
                <c:pt idx="1557">
                  <c:v>44656</c:v>
                </c:pt>
                <c:pt idx="1558">
                  <c:v>44655</c:v>
                </c:pt>
                <c:pt idx="1559">
                  <c:v>44654</c:v>
                </c:pt>
                <c:pt idx="1560">
                  <c:v>44653</c:v>
                </c:pt>
                <c:pt idx="1561">
                  <c:v>44652</c:v>
                </c:pt>
                <c:pt idx="1562">
                  <c:v>44651</c:v>
                </c:pt>
                <c:pt idx="1563">
                  <c:v>44650</c:v>
                </c:pt>
                <c:pt idx="1564">
                  <c:v>44649</c:v>
                </c:pt>
                <c:pt idx="1565">
                  <c:v>44648</c:v>
                </c:pt>
                <c:pt idx="1566">
                  <c:v>44647</c:v>
                </c:pt>
                <c:pt idx="1567">
                  <c:v>44646</c:v>
                </c:pt>
                <c:pt idx="1568">
                  <c:v>44645</c:v>
                </c:pt>
                <c:pt idx="1569">
                  <c:v>44644</c:v>
                </c:pt>
                <c:pt idx="1570">
                  <c:v>44643</c:v>
                </c:pt>
                <c:pt idx="1571">
                  <c:v>44642</c:v>
                </c:pt>
                <c:pt idx="1572">
                  <c:v>44641</c:v>
                </c:pt>
                <c:pt idx="1573">
                  <c:v>44640</c:v>
                </c:pt>
                <c:pt idx="1574">
                  <c:v>44639</c:v>
                </c:pt>
                <c:pt idx="1575">
                  <c:v>44638</c:v>
                </c:pt>
                <c:pt idx="1576">
                  <c:v>44637</c:v>
                </c:pt>
                <c:pt idx="1577">
                  <c:v>44636</c:v>
                </c:pt>
                <c:pt idx="1578">
                  <c:v>44635</c:v>
                </c:pt>
                <c:pt idx="1579">
                  <c:v>44634</c:v>
                </c:pt>
                <c:pt idx="1580">
                  <c:v>44633</c:v>
                </c:pt>
                <c:pt idx="1581">
                  <c:v>44632</c:v>
                </c:pt>
                <c:pt idx="1582">
                  <c:v>44631</c:v>
                </c:pt>
                <c:pt idx="1583">
                  <c:v>44630</c:v>
                </c:pt>
                <c:pt idx="1584">
                  <c:v>44629</c:v>
                </c:pt>
                <c:pt idx="1585">
                  <c:v>44628</c:v>
                </c:pt>
                <c:pt idx="1586">
                  <c:v>44627</c:v>
                </c:pt>
                <c:pt idx="1587">
                  <c:v>44626</c:v>
                </c:pt>
                <c:pt idx="1588">
                  <c:v>44625</c:v>
                </c:pt>
                <c:pt idx="1589">
                  <c:v>44624</c:v>
                </c:pt>
                <c:pt idx="1590">
                  <c:v>44623</c:v>
                </c:pt>
                <c:pt idx="1591">
                  <c:v>44622</c:v>
                </c:pt>
                <c:pt idx="1592">
                  <c:v>44621</c:v>
                </c:pt>
                <c:pt idx="1593">
                  <c:v>44620</c:v>
                </c:pt>
                <c:pt idx="1594">
                  <c:v>44619</c:v>
                </c:pt>
                <c:pt idx="1595">
                  <c:v>44618</c:v>
                </c:pt>
                <c:pt idx="1596">
                  <c:v>44617</c:v>
                </c:pt>
                <c:pt idx="1597">
                  <c:v>44616</c:v>
                </c:pt>
                <c:pt idx="1598">
                  <c:v>44615</c:v>
                </c:pt>
                <c:pt idx="1599">
                  <c:v>44614</c:v>
                </c:pt>
                <c:pt idx="1600">
                  <c:v>44613</c:v>
                </c:pt>
                <c:pt idx="1601">
                  <c:v>44612</c:v>
                </c:pt>
                <c:pt idx="1602">
                  <c:v>44611</c:v>
                </c:pt>
                <c:pt idx="1603">
                  <c:v>44610</c:v>
                </c:pt>
                <c:pt idx="1604">
                  <c:v>44609</c:v>
                </c:pt>
                <c:pt idx="1605">
                  <c:v>44608</c:v>
                </c:pt>
                <c:pt idx="1606">
                  <c:v>44607</c:v>
                </c:pt>
                <c:pt idx="1607">
                  <c:v>44606</c:v>
                </c:pt>
                <c:pt idx="1608">
                  <c:v>44605</c:v>
                </c:pt>
                <c:pt idx="1609">
                  <c:v>44604</c:v>
                </c:pt>
                <c:pt idx="1610">
                  <c:v>44603</c:v>
                </c:pt>
                <c:pt idx="1611">
                  <c:v>44602</c:v>
                </c:pt>
                <c:pt idx="1612">
                  <c:v>44601</c:v>
                </c:pt>
                <c:pt idx="1613">
                  <c:v>44600</c:v>
                </c:pt>
                <c:pt idx="1614">
                  <c:v>44599</c:v>
                </c:pt>
                <c:pt idx="1615">
                  <c:v>44598</c:v>
                </c:pt>
                <c:pt idx="1616">
                  <c:v>44597</c:v>
                </c:pt>
                <c:pt idx="1617">
                  <c:v>44596</c:v>
                </c:pt>
                <c:pt idx="1618">
                  <c:v>44595</c:v>
                </c:pt>
                <c:pt idx="1619">
                  <c:v>44594</c:v>
                </c:pt>
                <c:pt idx="1620">
                  <c:v>44593</c:v>
                </c:pt>
                <c:pt idx="1621">
                  <c:v>44592</c:v>
                </c:pt>
                <c:pt idx="1622">
                  <c:v>44591</c:v>
                </c:pt>
                <c:pt idx="1623">
                  <c:v>44590</c:v>
                </c:pt>
                <c:pt idx="1624">
                  <c:v>44589</c:v>
                </c:pt>
                <c:pt idx="1625">
                  <c:v>44588</c:v>
                </c:pt>
                <c:pt idx="1626">
                  <c:v>44587</c:v>
                </c:pt>
                <c:pt idx="1627">
                  <c:v>44586</c:v>
                </c:pt>
                <c:pt idx="1628">
                  <c:v>44585</c:v>
                </c:pt>
                <c:pt idx="1629">
                  <c:v>44584</c:v>
                </c:pt>
                <c:pt idx="1630">
                  <c:v>44583</c:v>
                </c:pt>
                <c:pt idx="1631">
                  <c:v>44582</c:v>
                </c:pt>
                <c:pt idx="1632">
                  <c:v>44581</c:v>
                </c:pt>
                <c:pt idx="1633">
                  <c:v>44580</c:v>
                </c:pt>
                <c:pt idx="1634">
                  <c:v>44579</c:v>
                </c:pt>
                <c:pt idx="1635">
                  <c:v>44578</c:v>
                </c:pt>
                <c:pt idx="1636">
                  <c:v>44577</c:v>
                </c:pt>
                <c:pt idx="1637">
                  <c:v>44576</c:v>
                </c:pt>
                <c:pt idx="1638">
                  <c:v>44575</c:v>
                </c:pt>
                <c:pt idx="1639">
                  <c:v>44574</c:v>
                </c:pt>
                <c:pt idx="1640">
                  <c:v>44573</c:v>
                </c:pt>
                <c:pt idx="1641">
                  <c:v>44572</c:v>
                </c:pt>
                <c:pt idx="1642">
                  <c:v>44571</c:v>
                </c:pt>
                <c:pt idx="1643">
                  <c:v>44570</c:v>
                </c:pt>
                <c:pt idx="1644">
                  <c:v>44569</c:v>
                </c:pt>
                <c:pt idx="1645">
                  <c:v>44568</c:v>
                </c:pt>
                <c:pt idx="1646">
                  <c:v>44567</c:v>
                </c:pt>
                <c:pt idx="1647">
                  <c:v>44566</c:v>
                </c:pt>
                <c:pt idx="1648">
                  <c:v>44565</c:v>
                </c:pt>
                <c:pt idx="1649">
                  <c:v>44564</c:v>
                </c:pt>
                <c:pt idx="1650">
                  <c:v>44563</c:v>
                </c:pt>
                <c:pt idx="1651">
                  <c:v>44562</c:v>
                </c:pt>
                <c:pt idx="1652">
                  <c:v>44561</c:v>
                </c:pt>
                <c:pt idx="1653">
                  <c:v>44560</c:v>
                </c:pt>
                <c:pt idx="1654">
                  <c:v>44559</c:v>
                </c:pt>
                <c:pt idx="1655">
                  <c:v>44558</c:v>
                </c:pt>
                <c:pt idx="1656">
                  <c:v>44557</c:v>
                </c:pt>
                <c:pt idx="1657">
                  <c:v>44556</c:v>
                </c:pt>
                <c:pt idx="1658">
                  <c:v>44555</c:v>
                </c:pt>
                <c:pt idx="1659">
                  <c:v>44554</c:v>
                </c:pt>
                <c:pt idx="1660">
                  <c:v>44553</c:v>
                </c:pt>
                <c:pt idx="1661">
                  <c:v>44552</c:v>
                </c:pt>
                <c:pt idx="1662">
                  <c:v>44551</c:v>
                </c:pt>
                <c:pt idx="1663">
                  <c:v>44550</c:v>
                </c:pt>
                <c:pt idx="1664">
                  <c:v>44549</c:v>
                </c:pt>
                <c:pt idx="1665">
                  <c:v>44548</c:v>
                </c:pt>
                <c:pt idx="1666">
                  <c:v>44547</c:v>
                </c:pt>
                <c:pt idx="1667">
                  <c:v>44546</c:v>
                </c:pt>
                <c:pt idx="1668">
                  <c:v>44545</c:v>
                </c:pt>
                <c:pt idx="1669">
                  <c:v>44544</c:v>
                </c:pt>
                <c:pt idx="1670">
                  <c:v>44543</c:v>
                </c:pt>
                <c:pt idx="1671">
                  <c:v>44542</c:v>
                </c:pt>
                <c:pt idx="1672">
                  <c:v>44541</c:v>
                </c:pt>
                <c:pt idx="1673">
                  <c:v>44540</c:v>
                </c:pt>
                <c:pt idx="1674">
                  <c:v>44539</c:v>
                </c:pt>
                <c:pt idx="1675">
                  <c:v>44538</c:v>
                </c:pt>
                <c:pt idx="1676">
                  <c:v>44537</c:v>
                </c:pt>
                <c:pt idx="1677">
                  <c:v>44536</c:v>
                </c:pt>
                <c:pt idx="1678">
                  <c:v>44535</c:v>
                </c:pt>
                <c:pt idx="1679">
                  <c:v>44534</c:v>
                </c:pt>
                <c:pt idx="1680">
                  <c:v>44533</c:v>
                </c:pt>
                <c:pt idx="1681">
                  <c:v>44532</c:v>
                </c:pt>
                <c:pt idx="1682">
                  <c:v>44531</c:v>
                </c:pt>
                <c:pt idx="1683">
                  <c:v>44530</c:v>
                </c:pt>
                <c:pt idx="1684">
                  <c:v>44529</c:v>
                </c:pt>
                <c:pt idx="1685">
                  <c:v>44528</c:v>
                </c:pt>
                <c:pt idx="1686">
                  <c:v>44527</c:v>
                </c:pt>
                <c:pt idx="1687">
                  <c:v>44526</c:v>
                </c:pt>
                <c:pt idx="1688">
                  <c:v>44525</c:v>
                </c:pt>
                <c:pt idx="1689">
                  <c:v>44524</c:v>
                </c:pt>
                <c:pt idx="1690">
                  <c:v>44523</c:v>
                </c:pt>
                <c:pt idx="1691">
                  <c:v>44522</c:v>
                </c:pt>
                <c:pt idx="1692">
                  <c:v>44521</c:v>
                </c:pt>
                <c:pt idx="1693">
                  <c:v>44520</c:v>
                </c:pt>
                <c:pt idx="1694">
                  <c:v>44519</c:v>
                </c:pt>
                <c:pt idx="1695">
                  <c:v>44518</c:v>
                </c:pt>
                <c:pt idx="1696">
                  <c:v>44517</c:v>
                </c:pt>
                <c:pt idx="1697">
                  <c:v>44516</c:v>
                </c:pt>
                <c:pt idx="1698">
                  <c:v>44515</c:v>
                </c:pt>
                <c:pt idx="1699">
                  <c:v>44514</c:v>
                </c:pt>
                <c:pt idx="1700">
                  <c:v>44513</c:v>
                </c:pt>
                <c:pt idx="1701">
                  <c:v>44512</c:v>
                </c:pt>
                <c:pt idx="1702">
                  <c:v>44511</c:v>
                </c:pt>
                <c:pt idx="1703">
                  <c:v>44510</c:v>
                </c:pt>
                <c:pt idx="1704">
                  <c:v>44509</c:v>
                </c:pt>
                <c:pt idx="1705">
                  <c:v>44508</c:v>
                </c:pt>
                <c:pt idx="1706">
                  <c:v>44507</c:v>
                </c:pt>
                <c:pt idx="1707">
                  <c:v>44506</c:v>
                </c:pt>
                <c:pt idx="1708">
                  <c:v>44505</c:v>
                </c:pt>
                <c:pt idx="1709">
                  <c:v>44504</c:v>
                </c:pt>
                <c:pt idx="1710">
                  <c:v>44503</c:v>
                </c:pt>
                <c:pt idx="1711">
                  <c:v>44502</c:v>
                </c:pt>
                <c:pt idx="1712">
                  <c:v>44501</c:v>
                </c:pt>
                <c:pt idx="1713">
                  <c:v>44500</c:v>
                </c:pt>
                <c:pt idx="1714">
                  <c:v>44499</c:v>
                </c:pt>
                <c:pt idx="1715">
                  <c:v>44498</c:v>
                </c:pt>
                <c:pt idx="1716">
                  <c:v>44497</c:v>
                </c:pt>
                <c:pt idx="1717">
                  <c:v>44496</c:v>
                </c:pt>
                <c:pt idx="1718">
                  <c:v>44495</c:v>
                </c:pt>
                <c:pt idx="1719">
                  <c:v>44494</c:v>
                </c:pt>
                <c:pt idx="1720">
                  <c:v>44493</c:v>
                </c:pt>
                <c:pt idx="1721">
                  <c:v>44492</c:v>
                </c:pt>
                <c:pt idx="1722">
                  <c:v>44491</c:v>
                </c:pt>
                <c:pt idx="1723">
                  <c:v>44490</c:v>
                </c:pt>
                <c:pt idx="1724">
                  <c:v>44489</c:v>
                </c:pt>
                <c:pt idx="1725">
                  <c:v>44488</c:v>
                </c:pt>
                <c:pt idx="1726">
                  <c:v>44487</c:v>
                </c:pt>
                <c:pt idx="1727">
                  <c:v>44486</c:v>
                </c:pt>
                <c:pt idx="1728">
                  <c:v>44485</c:v>
                </c:pt>
                <c:pt idx="1729">
                  <c:v>44484</c:v>
                </c:pt>
                <c:pt idx="1730">
                  <c:v>44483</c:v>
                </c:pt>
                <c:pt idx="1731">
                  <c:v>44482</c:v>
                </c:pt>
                <c:pt idx="1732">
                  <c:v>44481</c:v>
                </c:pt>
                <c:pt idx="1733">
                  <c:v>44480</c:v>
                </c:pt>
                <c:pt idx="1734">
                  <c:v>44479</c:v>
                </c:pt>
                <c:pt idx="1735">
                  <c:v>44478</c:v>
                </c:pt>
                <c:pt idx="1736">
                  <c:v>44477</c:v>
                </c:pt>
                <c:pt idx="1737">
                  <c:v>44476</c:v>
                </c:pt>
                <c:pt idx="1738">
                  <c:v>44475</c:v>
                </c:pt>
                <c:pt idx="1739">
                  <c:v>44474</c:v>
                </c:pt>
                <c:pt idx="1740">
                  <c:v>44473</c:v>
                </c:pt>
                <c:pt idx="1741">
                  <c:v>44472</c:v>
                </c:pt>
                <c:pt idx="1742">
                  <c:v>44471</c:v>
                </c:pt>
                <c:pt idx="1743">
                  <c:v>44470</c:v>
                </c:pt>
                <c:pt idx="1744">
                  <c:v>44469</c:v>
                </c:pt>
                <c:pt idx="1745">
                  <c:v>44468</c:v>
                </c:pt>
                <c:pt idx="1746">
                  <c:v>44467</c:v>
                </c:pt>
                <c:pt idx="1747">
                  <c:v>44466</c:v>
                </c:pt>
                <c:pt idx="1748">
                  <c:v>44465</c:v>
                </c:pt>
                <c:pt idx="1749">
                  <c:v>44464</c:v>
                </c:pt>
                <c:pt idx="1750">
                  <c:v>44463</c:v>
                </c:pt>
                <c:pt idx="1751">
                  <c:v>44462</c:v>
                </c:pt>
                <c:pt idx="1752">
                  <c:v>44461</c:v>
                </c:pt>
                <c:pt idx="1753">
                  <c:v>44460</c:v>
                </c:pt>
                <c:pt idx="1754">
                  <c:v>44459</c:v>
                </c:pt>
                <c:pt idx="1755">
                  <c:v>44458</c:v>
                </c:pt>
                <c:pt idx="1756">
                  <c:v>44457</c:v>
                </c:pt>
                <c:pt idx="1757">
                  <c:v>44456</c:v>
                </c:pt>
                <c:pt idx="1758">
                  <c:v>44455</c:v>
                </c:pt>
                <c:pt idx="1759">
                  <c:v>44454</c:v>
                </c:pt>
                <c:pt idx="1760">
                  <c:v>44453</c:v>
                </c:pt>
                <c:pt idx="1761">
                  <c:v>44452</c:v>
                </c:pt>
                <c:pt idx="1762">
                  <c:v>44451</c:v>
                </c:pt>
                <c:pt idx="1763">
                  <c:v>44450</c:v>
                </c:pt>
                <c:pt idx="1764">
                  <c:v>44449</c:v>
                </c:pt>
                <c:pt idx="1765">
                  <c:v>44448</c:v>
                </c:pt>
                <c:pt idx="1766">
                  <c:v>44447</c:v>
                </c:pt>
                <c:pt idx="1767">
                  <c:v>44446</c:v>
                </c:pt>
                <c:pt idx="1768">
                  <c:v>44445</c:v>
                </c:pt>
                <c:pt idx="1769">
                  <c:v>44444</c:v>
                </c:pt>
                <c:pt idx="1770">
                  <c:v>44443</c:v>
                </c:pt>
                <c:pt idx="1771">
                  <c:v>44442</c:v>
                </c:pt>
                <c:pt idx="1772">
                  <c:v>44441</c:v>
                </c:pt>
                <c:pt idx="1773">
                  <c:v>44440</c:v>
                </c:pt>
                <c:pt idx="1774">
                  <c:v>44439</c:v>
                </c:pt>
                <c:pt idx="1775">
                  <c:v>44438</c:v>
                </c:pt>
                <c:pt idx="1776">
                  <c:v>44437</c:v>
                </c:pt>
                <c:pt idx="1777">
                  <c:v>44436</c:v>
                </c:pt>
                <c:pt idx="1778">
                  <c:v>44435</c:v>
                </c:pt>
                <c:pt idx="1779">
                  <c:v>44434</c:v>
                </c:pt>
                <c:pt idx="1780">
                  <c:v>44433</c:v>
                </c:pt>
                <c:pt idx="1781">
                  <c:v>44432</c:v>
                </c:pt>
                <c:pt idx="1782">
                  <c:v>44431</c:v>
                </c:pt>
                <c:pt idx="1783">
                  <c:v>44430</c:v>
                </c:pt>
                <c:pt idx="1784">
                  <c:v>44429</c:v>
                </c:pt>
                <c:pt idx="1785">
                  <c:v>44428</c:v>
                </c:pt>
                <c:pt idx="1786">
                  <c:v>44427</c:v>
                </c:pt>
                <c:pt idx="1787">
                  <c:v>44426</c:v>
                </c:pt>
                <c:pt idx="1788">
                  <c:v>44425</c:v>
                </c:pt>
                <c:pt idx="1789">
                  <c:v>44424</c:v>
                </c:pt>
                <c:pt idx="1790">
                  <c:v>44423</c:v>
                </c:pt>
                <c:pt idx="1791">
                  <c:v>44422</c:v>
                </c:pt>
                <c:pt idx="1792">
                  <c:v>44421</c:v>
                </c:pt>
                <c:pt idx="1793">
                  <c:v>44420</c:v>
                </c:pt>
                <c:pt idx="1794">
                  <c:v>44419</c:v>
                </c:pt>
                <c:pt idx="1795">
                  <c:v>44418</c:v>
                </c:pt>
                <c:pt idx="1796">
                  <c:v>44417</c:v>
                </c:pt>
                <c:pt idx="1797">
                  <c:v>44416</c:v>
                </c:pt>
                <c:pt idx="1798">
                  <c:v>44415</c:v>
                </c:pt>
                <c:pt idx="1799">
                  <c:v>44414</c:v>
                </c:pt>
                <c:pt idx="1800">
                  <c:v>44413</c:v>
                </c:pt>
                <c:pt idx="1801">
                  <c:v>44412</c:v>
                </c:pt>
                <c:pt idx="1802">
                  <c:v>44411</c:v>
                </c:pt>
                <c:pt idx="1803">
                  <c:v>44410</c:v>
                </c:pt>
                <c:pt idx="1804">
                  <c:v>44409</c:v>
                </c:pt>
                <c:pt idx="1805">
                  <c:v>44408</c:v>
                </c:pt>
                <c:pt idx="1806">
                  <c:v>44407</c:v>
                </c:pt>
                <c:pt idx="1807">
                  <c:v>44406</c:v>
                </c:pt>
                <c:pt idx="1808">
                  <c:v>44405</c:v>
                </c:pt>
                <c:pt idx="1809">
                  <c:v>44404</c:v>
                </c:pt>
                <c:pt idx="1810">
                  <c:v>44403</c:v>
                </c:pt>
                <c:pt idx="1811">
                  <c:v>44402</c:v>
                </c:pt>
                <c:pt idx="1812">
                  <c:v>44401</c:v>
                </c:pt>
                <c:pt idx="1813">
                  <c:v>44400</c:v>
                </c:pt>
                <c:pt idx="1814">
                  <c:v>44399</c:v>
                </c:pt>
                <c:pt idx="1815">
                  <c:v>44398</c:v>
                </c:pt>
                <c:pt idx="1816">
                  <c:v>44397</c:v>
                </c:pt>
                <c:pt idx="1817">
                  <c:v>44396</c:v>
                </c:pt>
                <c:pt idx="1818">
                  <c:v>44395</c:v>
                </c:pt>
                <c:pt idx="1819">
                  <c:v>44394</c:v>
                </c:pt>
                <c:pt idx="1820">
                  <c:v>44393</c:v>
                </c:pt>
                <c:pt idx="1821">
                  <c:v>44392</c:v>
                </c:pt>
                <c:pt idx="1822">
                  <c:v>44391</c:v>
                </c:pt>
                <c:pt idx="1823">
                  <c:v>44390</c:v>
                </c:pt>
                <c:pt idx="1824">
                  <c:v>44389</c:v>
                </c:pt>
                <c:pt idx="1825">
                  <c:v>44388</c:v>
                </c:pt>
                <c:pt idx="1826">
                  <c:v>44387</c:v>
                </c:pt>
                <c:pt idx="1827">
                  <c:v>44386</c:v>
                </c:pt>
                <c:pt idx="1828">
                  <c:v>44385</c:v>
                </c:pt>
                <c:pt idx="1829">
                  <c:v>44384</c:v>
                </c:pt>
                <c:pt idx="1830">
                  <c:v>44383</c:v>
                </c:pt>
                <c:pt idx="1831">
                  <c:v>44382</c:v>
                </c:pt>
                <c:pt idx="1832">
                  <c:v>44381</c:v>
                </c:pt>
                <c:pt idx="1833">
                  <c:v>44380</c:v>
                </c:pt>
                <c:pt idx="1834">
                  <c:v>44379</c:v>
                </c:pt>
                <c:pt idx="1835">
                  <c:v>44378</c:v>
                </c:pt>
                <c:pt idx="1836">
                  <c:v>44377</c:v>
                </c:pt>
                <c:pt idx="1837">
                  <c:v>44376</c:v>
                </c:pt>
                <c:pt idx="1838">
                  <c:v>44375</c:v>
                </c:pt>
                <c:pt idx="1839">
                  <c:v>44374</c:v>
                </c:pt>
                <c:pt idx="1840">
                  <c:v>44373</c:v>
                </c:pt>
                <c:pt idx="1841">
                  <c:v>44372</c:v>
                </c:pt>
                <c:pt idx="1842">
                  <c:v>44371</c:v>
                </c:pt>
                <c:pt idx="1843">
                  <c:v>44370</c:v>
                </c:pt>
                <c:pt idx="1844">
                  <c:v>44369</c:v>
                </c:pt>
                <c:pt idx="1845">
                  <c:v>44368</c:v>
                </c:pt>
                <c:pt idx="1846">
                  <c:v>44367</c:v>
                </c:pt>
                <c:pt idx="1847">
                  <c:v>44366</c:v>
                </c:pt>
                <c:pt idx="1848">
                  <c:v>44365</c:v>
                </c:pt>
                <c:pt idx="1849">
                  <c:v>44364</c:v>
                </c:pt>
                <c:pt idx="1850">
                  <c:v>44363</c:v>
                </c:pt>
                <c:pt idx="1851">
                  <c:v>44362</c:v>
                </c:pt>
                <c:pt idx="1852">
                  <c:v>44361</c:v>
                </c:pt>
                <c:pt idx="1853">
                  <c:v>44360</c:v>
                </c:pt>
                <c:pt idx="1854">
                  <c:v>44359</c:v>
                </c:pt>
                <c:pt idx="1855">
                  <c:v>44358</c:v>
                </c:pt>
                <c:pt idx="1856">
                  <c:v>44357</c:v>
                </c:pt>
                <c:pt idx="1857">
                  <c:v>44356</c:v>
                </c:pt>
                <c:pt idx="1858">
                  <c:v>44355</c:v>
                </c:pt>
                <c:pt idx="1859">
                  <c:v>44354</c:v>
                </c:pt>
                <c:pt idx="1860">
                  <c:v>44353</c:v>
                </c:pt>
                <c:pt idx="1861">
                  <c:v>44352</c:v>
                </c:pt>
                <c:pt idx="1862">
                  <c:v>44351</c:v>
                </c:pt>
                <c:pt idx="1863">
                  <c:v>44350</c:v>
                </c:pt>
                <c:pt idx="1864">
                  <c:v>44349</c:v>
                </c:pt>
                <c:pt idx="1865">
                  <c:v>44348</c:v>
                </c:pt>
                <c:pt idx="1866">
                  <c:v>44347</c:v>
                </c:pt>
                <c:pt idx="1867">
                  <c:v>44346</c:v>
                </c:pt>
                <c:pt idx="1868">
                  <c:v>44345</c:v>
                </c:pt>
                <c:pt idx="1869">
                  <c:v>44344</c:v>
                </c:pt>
                <c:pt idx="1870">
                  <c:v>44343</c:v>
                </c:pt>
                <c:pt idx="1871">
                  <c:v>44342</c:v>
                </c:pt>
                <c:pt idx="1872">
                  <c:v>44341</c:v>
                </c:pt>
                <c:pt idx="1873">
                  <c:v>44340</c:v>
                </c:pt>
                <c:pt idx="1874">
                  <c:v>44339</c:v>
                </c:pt>
                <c:pt idx="1875">
                  <c:v>44338</c:v>
                </c:pt>
                <c:pt idx="1876">
                  <c:v>44337</c:v>
                </c:pt>
                <c:pt idx="1877">
                  <c:v>44336</c:v>
                </c:pt>
                <c:pt idx="1878">
                  <c:v>44335</c:v>
                </c:pt>
                <c:pt idx="1879">
                  <c:v>44334</c:v>
                </c:pt>
                <c:pt idx="1880">
                  <c:v>44333</c:v>
                </c:pt>
                <c:pt idx="1881">
                  <c:v>44332</c:v>
                </c:pt>
                <c:pt idx="1882">
                  <c:v>44331</c:v>
                </c:pt>
                <c:pt idx="1883">
                  <c:v>44330</c:v>
                </c:pt>
                <c:pt idx="1884">
                  <c:v>44329</c:v>
                </c:pt>
                <c:pt idx="1885">
                  <c:v>44328</c:v>
                </c:pt>
                <c:pt idx="1886">
                  <c:v>44327</c:v>
                </c:pt>
                <c:pt idx="1887">
                  <c:v>44326</c:v>
                </c:pt>
                <c:pt idx="1888">
                  <c:v>44325</c:v>
                </c:pt>
                <c:pt idx="1889">
                  <c:v>44324</c:v>
                </c:pt>
                <c:pt idx="1890">
                  <c:v>44323</c:v>
                </c:pt>
                <c:pt idx="1891">
                  <c:v>44322</c:v>
                </c:pt>
                <c:pt idx="1892">
                  <c:v>44321</c:v>
                </c:pt>
                <c:pt idx="1893">
                  <c:v>44320</c:v>
                </c:pt>
                <c:pt idx="1894">
                  <c:v>44319</c:v>
                </c:pt>
                <c:pt idx="1895">
                  <c:v>44318</c:v>
                </c:pt>
                <c:pt idx="1896">
                  <c:v>44317</c:v>
                </c:pt>
                <c:pt idx="1897">
                  <c:v>44316</c:v>
                </c:pt>
                <c:pt idx="1898">
                  <c:v>44315</c:v>
                </c:pt>
                <c:pt idx="1899">
                  <c:v>44314</c:v>
                </c:pt>
                <c:pt idx="1900">
                  <c:v>44313</c:v>
                </c:pt>
                <c:pt idx="1901">
                  <c:v>44312</c:v>
                </c:pt>
                <c:pt idx="1902">
                  <c:v>44311</c:v>
                </c:pt>
                <c:pt idx="1903">
                  <c:v>44310</c:v>
                </c:pt>
                <c:pt idx="1904">
                  <c:v>44309</c:v>
                </c:pt>
                <c:pt idx="1905">
                  <c:v>44308</c:v>
                </c:pt>
                <c:pt idx="1906">
                  <c:v>44307</c:v>
                </c:pt>
                <c:pt idx="1907">
                  <c:v>44306</c:v>
                </c:pt>
                <c:pt idx="1908">
                  <c:v>44305</c:v>
                </c:pt>
                <c:pt idx="1909">
                  <c:v>44304</c:v>
                </c:pt>
                <c:pt idx="1910">
                  <c:v>44303</c:v>
                </c:pt>
                <c:pt idx="1911">
                  <c:v>44302</c:v>
                </c:pt>
                <c:pt idx="1912">
                  <c:v>44301</c:v>
                </c:pt>
                <c:pt idx="1913">
                  <c:v>44300</c:v>
                </c:pt>
                <c:pt idx="1914">
                  <c:v>44299</c:v>
                </c:pt>
                <c:pt idx="1915">
                  <c:v>44298</c:v>
                </c:pt>
                <c:pt idx="1916">
                  <c:v>44297</c:v>
                </c:pt>
                <c:pt idx="1917">
                  <c:v>44296</c:v>
                </c:pt>
                <c:pt idx="1918">
                  <c:v>44295</c:v>
                </c:pt>
                <c:pt idx="1919">
                  <c:v>44294</c:v>
                </c:pt>
                <c:pt idx="1920">
                  <c:v>44293</c:v>
                </c:pt>
                <c:pt idx="1921">
                  <c:v>44292</c:v>
                </c:pt>
                <c:pt idx="1922">
                  <c:v>44291</c:v>
                </c:pt>
                <c:pt idx="1923">
                  <c:v>44290</c:v>
                </c:pt>
                <c:pt idx="1924">
                  <c:v>44289</c:v>
                </c:pt>
                <c:pt idx="1925">
                  <c:v>44288</c:v>
                </c:pt>
                <c:pt idx="1926">
                  <c:v>44287</c:v>
                </c:pt>
                <c:pt idx="1927">
                  <c:v>44286</c:v>
                </c:pt>
                <c:pt idx="1928">
                  <c:v>44285</c:v>
                </c:pt>
                <c:pt idx="1929">
                  <c:v>44284</c:v>
                </c:pt>
                <c:pt idx="1930">
                  <c:v>44283</c:v>
                </c:pt>
                <c:pt idx="1931">
                  <c:v>44282</c:v>
                </c:pt>
                <c:pt idx="1932">
                  <c:v>44281</c:v>
                </c:pt>
                <c:pt idx="1933">
                  <c:v>44280</c:v>
                </c:pt>
                <c:pt idx="1934">
                  <c:v>44279</c:v>
                </c:pt>
                <c:pt idx="1935">
                  <c:v>44278</c:v>
                </c:pt>
                <c:pt idx="1936">
                  <c:v>44277</c:v>
                </c:pt>
                <c:pt idx="1937">
                  <c:v>44276</c:v>
                </c:pt>
                <c:pt idx="1938">
                  <c:v>44275</c:v>
                </c:pt>
                <c:pt idx="1939">
                  <c:v>44274</c:v>
                </c:pt>
                <c:pt idx="1940">
                  <c:v>44273</c:v>
                </c:pt>
                <c:pt idx="1941">
                  <c:v>44272</c:v>
                </c:pt>
                <c:pt idx="1942">
                  <c:v>44271</c:v>
                </c:pt>
                <c:pt idx="1943">
                  <c:v>44270</c:v>
                </c:pt>
                <c:pt idx="1944">
                  <c:v>44269</c:v>
                </c:pt>
                <c:pt idx="1945">
                  <c:v>44268</c:v>
                </c:pt>
                <c:pt idx="1946">
                  <c:v>44267</c:v>
                </c:pt>
                <c:pt idx="1947">
                  <c:v>44266</c:v>
                </c:pt>
                <c:pt idx="1948">
                  <c:v>44265</c:v>
                </c:pt>
                <c:pt idx="1949">
                  <c:v>44264</c:v>
                </c:pt>
                <c:pt idx="1950">
                  <c:v>44263</c:v>
                </c:pt>
                <c:pt idx="1951">
                  <c:v>44262</c:v>
                </c:pt>
                <c:pt idx="1952">
                  <c:v>44261</c:v>
                </c:pt>
                <c:pt idx="1953">
                  <c:v>44260</c:v>
                </c:pt>
                <c:pt idx="1954">
                  <c:v>44259</c:v>
                </c:pt>
                <c:pt idx="1955">
                  <c:v>44258</c:v>
                </c:pt>
                <c:pt idx="1956">
                  <c:v>44257</c:v>
                </c:pt>
                <c:pt idx="1957">
                  <c:v>44256</c:v>
                </c:pt>
                <c:pt idx="1958">
                  <c:v>44255</c:v>
                </c:pt>
                <c:pt idx="1959">
                  <c:v>44254</c:v>
                </c:pt>
                <c:pt idx="1960">
                  <c:v>44253</c:v>
                </c:pt>
                <c:pt idx="1961">
                  <c:v>44252</c:v>
                </c:pt>
                <c:pt idx="1962">
                  <c:v>44251</c:v>
                </c:pt>
                <c:pt idx="1963">
                  <c:v>44250</c:v>
                </c:pt>
                <c:pt idx="1964">
                  <c:v>44249</c:v>
                </c:pt>
                <c:pt idx="1965">
                  <c:v>44248</c:v>
                </c:pt>
                <c:pt idx="1966">
                  <c:v>44247</c:v>
                </c:pt>
                <c:pt idx="1967">
                  <c:v>44246</c:v>
                </c:pt>
                <c:pt idx="1968">
                  <c:v>44245</c:v>
                </c:pt>
                <c:pt idx="1969">
                  <c:v>44244</c:v>
                </c:pt>
                <c:pt idx="1970">
                  <c:v>44243</c:v>
                </c:pt>
                <c:pt idx="1971">
                  <c:v>44242</c:v>
                </c:pt>
                <c:pt idx="1972">
                  <c:v>44241</c:v>
                </c:pt>
                <c:pt idx="1973">
                  <c:v>44240</c:v>
                </c:pt>
                <c:pt idx="1974">
                  <c:v>44239</c:v>
                </c:pt>
                <c:pt idx="1975">
                  <c:v>44238</c:v>
                </c:pt>
                <c:pt idx="1976">
                  <c:v>44237</c:v>
                </c:pt>
                <c:pt idx="1977">
                  <c:v>44236</c:v>
                </c:pt>
                <c:pt idx="1978">
                  <c:v>44235</c:v>
                </c:pt>
                <c:pt idx="1979">
                  <c:v>44234</c:v>
                </c:pt>
                <c:pt idx="1980">
                  <c:v>44233</c:v>
                </c:pt>
                <c:pt idx="1981">
                  <c:v>44232</c:v>
                </c:pt>
                <c:pt idx="1982">
                  <c:v>44231</c:v>
                </c:pt>
                <c:pt idx="1983">
                  <c:v>44230</c:v>
                </c:pt>
                <c:pt idx="1984">
                  <c:v>44229</c:v>
                </c:pt>
                <c:pt idx="1985">
                  <c:v>44228</c:v>
                </c:pt>
                <c:pt idx="1986">
                  <c:v>44227</c:v>
                </c:pt>
                <c:pt idx="1987">
                  <c:v>44226</c:v>
                </c:pt>
                <c:pt idx="1988">
                  <c:v>44225</c:v>
                </c:pt>
                <c:pt idx="1989">
                  <c:v>44224</c:v>
                </c:pt>
                <c:pt idx="1990">
                  <c:v>44223</c:v>
                </c:pt>
                <c:pt idx="1991">
                  <c:v>44222</c:v>
                </c:pt>
                <c:pt idx="1992">
                  <c:v>44221</c:v>
                </c:pt>
                <c:pt idx="1993">
                  <c:v>44220</c:v>
                </c:pt>
                <c:pt idx="1994">
                  <c:v>44219</c:v>
                </c:pt>
                <c:pt idx="1995">
                  <c:v>44218</c:v>
                </c:pt>
                <c:pt idx="1996">
                  <c:v>44217</c:v>
                </c:pt>
                <c:pt idx="1997">
                  <c:v>44216</c:v>
                </c:pt>
                <c:pt idx="1998">
                  <c:v>44215</c:v>
                </c:pt>
                <c:pt idx="1999">
                  <c:v>44214</c:v>
                </c:pt>
                <c:pt idx="2000">
                  <c:v>44213</c:v>
                </c:pt>
                <c:pt idx="2001">
                  <c:v>44212</c:v>
                </c:pt>
                <c:pt idx="2002">
                  <c:v>44211</c:v>
                </c:pt>
                <c:pt idx="2003">
                  <c:v>44210</c:v>
                </c:pt>
                <c:pt idx="2004">
                  <c:v>44209</c:v>
                </c:pt>
                <c:pt idx="2005">
                  <c:v>44208</c:v>
                </c:pt>
                <c:pt idx="2006">
                  <c:v>44207</c:v>
                </c:pt>
                <c:pt idx="2007">
                  <c:v>44206</c:v>
                </c:pt>
                <c:pt idx="2008">
                  <c:v>44205</c:v>
                </c:pt>
                <c:pt idx="2009">
                  <c:v>44204</c:v>
                </c:pt>
                <c:pt idx="2010">
                  <c:v>44203</c:v>
                </c:pt>
                <c:pt idx="2011">
                  <c:v>44202</c:v>
                </c:pt>
                <c:pt idx="2012">
                  <c:v>44201</c:v>
                </c:pt>
                <c:pt idx="2013">
                  <c:v>44200</c:v>
                </c:pt>
                <c:pt idx="2014">
                  <c:v>44199</c:v>
                </c:pt>
                <c:pt idx="2015">
                  <c:v>44198</c:v>
                </c:pt>
                <c:pt idx="2016">
                  <c:v>44197</c:v>
                </c:pt>
                <c:pt idx="2017">
                  <c:v>44196</c:v>
                </c:pt>
                <c:pt idx="2018">
                  <c:v>44195</c:v>
                </c:pt>
                <c:pt idx="2019">
                  <c:v>44194</c:v>
                </c:pt>
                <c:pt idx="2020">
                  <c:v>44193</c:v>
                </c:pt>
                <c:pt idx="2021">
                  <c:v>44192</c:v>
                </c:pt>
                <c:pt idx="2022">
                  <c:v>44191</c:v>
                </c:pt>
                <c:pt idx="2023">
                  <c:v>44190</c:v>
                </c:pt>
                <c:pt idx="2024">
                  <c:v>44189</c:v>
                </c:pt>
                <c:pt idx="2025">
                  <c:v>44188</c:v>
                </c:pt>
                <c:pt idx="2026">
                  <c:v>44187</c:v>
                </c:pt>
                <c:pt idx="2027">
                  <c:v>44186</c:v>
                </c:pt>
                <c:pt idx="2028">
                  <c:v>44185</c:v>
                </c:pt>
                <c:pt idx="2029">
                  <c:v>44184</c:v>
                </c:pt>
                <c:pt idx="2030">
                  <c:v>44183</c:v>
                </c:pt>
                <c:pt idx="2031">
                  <c:v>44182</c:v>
                </c:pt>
                <c:pt idx="2032">
                  <c:v>44181</c:v>
                </c:pt>
                <c:pt idx="2033">
                  <c:v>44180</c:v>
                </c:pt>
                <c:pt idx="2034">
                  <c:v>44179</c:v>
                </c:pt>
                <c:pt idx="2035">
                  <c:v>44178</c:v>
                </c:pt>
                <c:pt idx="2036">
                  <c:v>44177</c:v>
                </c:pt>
                <c:pt idx="2037">
                  <c:v>44176</c:v>
                </c:pt>
                <c:pt idx="2038">
                  <c:v>44175</c:v>
                </c:pt>
                <c:pt idx="2039">
                  <c:v>44174</c:v>
                </c:pt>
                <c:pt idx="2040">
                  <c:v>44173</c:v>
                </c:pt>
                <c:pt idx="2041">
                  <c:v>44172</c:v>
                </c:pt>
                <c:pt idx="2042">
                  <c:v>44171</c:v>
                </c:pt>
                <c:pt idx="2043">
                  <c:v>44170</c:v>
                </c:pt>
                <c:pt idx="2044">
                  <c:v>44169</c:v>
                </c:pt>
                <c:pt idx="2045">
                  <c:v>44168</c:v>
                </c:pt>
                <c:pt idx="2046">
                  <c:v>44167</c:v>
                </c:pt>
                <c:pt idx="2047">
                  <c:v>44166</c:v>
                </c:pt>
                <c:pt idx="2048">
                  <c:v>44165</c:v>
                </c:pt>
                <c:pt idx="2049">
                  <c:v>44164</c:v>
                </c:pt>
                <c:pt idx="2050">
                  <c:v>44163</c:v>
                </c:pt>
                <c:pt idx="2051">
                  <c:v>44162</c:v>
                </c:pt>
                <c:pt idx="2052">
                  <c:v>44161</c:v>
                </c:pt>
                <c:pt idx="2053">
                  <c:v>44160</c:v>
                </c:pt>
                <c:pt idx="2054">
                  <c:v>44159</c:v>
                </c:pt>
                <c:pt idx="2055">
                  <c:v>44158</c:v>
                </c:pt>
                <c:pt idx="2056">
                  <c:v>44157</c:v>
                </c:pt>
                <c:pt idx="2057">
                  <c:v>44156</c:v>
                </c:pt>
                <c:pt idx="2058">
                  <c:v>44155</c:v>
                </c:pt>
                <c:pt idx="2059">
                  <c:v>44154</c:v>
                </c:pt>
                <c:pt idx="2060">
                  <c:v>44153</c:v>
                </c:pt>
                <c:pt idx="2061">
                  <c:v>44152</c:v>
                </c:pt>
                <c:pt idx="2062">
                  <c:v>44151</c:v>
                </c:pt>
                <c:pt idx="2063">
                  <c:v>44150</c:v>
                </c:pt>
                <c:pt idx="2064">
                  <c:v>44149</c:v>
                </c:pt>
                <c:pt idx="2065">
                  <c:v>44148</c:v>
                </c:pt>
                <c:pt idx="2066">
                  <c:v>44147</c:v>
                </c:pt>
                <c:pt idx="2067">
                  <c:v>44146</c:v>
                </c:pt>
                <c:pt idx="2068">
                  <c:v>44145</c:v>
                </c:pt>
                <c:pt idx="2069">
                  <c:v>44144</c:v>
                </c:pt>
                <c:pt idx="2070">
                  <c:v>44143</c:v>
                </c:pt>
                <c:pt idx="2071">
                  <c:v>44142</c:v>
                </c:pt>
                <c:pt idx="2072">
                  <c:v>44141</c:v>
                </c:pt>
                <c:pt idx="2073">
                  <c:v>44140</c:v>
                </c:pt>
                <c:pt idx="2074">
                  <c:v>44139</c:v>
                </c:pt>
                <c:pt idx="2075">
                  <c:v>44138</c:v>
                </c:pt>
                <c:pt idx="2076">
                  <c:v>44137</c:v>
                </c:pt>
                <c:pt idx="2077">
                  <c:v>44136</c:v>
                </c:pt>
                <c:pt idx="2078">
                  <c:v>44135</c:v>
                </c:pt>
                <c:pt idx="2079">
                  <c:v>44134</c:v>
                </c:pt>
                <c:pt idx="2080">
                  <c:v>44133</c:v>
                </c:pt>
                <c:pt idx="2081">
                  <c:v>44132</c:v>
                </c:pt>
                <c:pt idx="2082">
                  <c:v>44131</c:v>
                </c:pt>
                <c:pt idx="2083">
                  <c:v>44130</c:v>
                </c:pt>
                <c:pt idx="2084">
                  <c:v>44129</c:v>
                </c:pt>
                <c:pt idx="2085">
                  <c:v>44128</c:v>
                </c:pt>
                <c:pt idx="2086">
                  <c:v>44127</c:v>
                </c:pt>
                <c:pt idx="2087">
                  <c:v>44126</c:v>
                </c:pt>
                <c:pt idx="2088">
                  <c:v>44125</c:v>
                </c:pt>
                <c:pt idx="2089">
                  <c:v>44124</c:v>
                </c:pt>
                <c:pt idx="2090">
                  <c:v>44123</c:v>
                </c:pt>
                <c:pt idx="2091">
                  <c:v>44122</c:v>
                </c:pt>
                <c:pt idx="2092">
                  <c:v>44121</c:v>
                </c:pt>
                <c:pt idx="2093">
                  <c:v>44120</c:v>
                </c:pt>
                <c:pt idx="2094">
                  <c:v>44119</c:v>
                </c:pt>
                <c:pt idx="2095">
                  <c:v>44118</c:v>
                </c:pt>
                <c:pt idx="2096">
                  <c:v>44117</c:v>
                </c:pt>
                <c:pt idx="2097">
                  <c:v>44116</c:v>
                </c:pt>
                <c:pt idx="2098">
                  <c:v>44115</c:v>
                </c:pt>
                <c:pt idx="2099">
                  <c:v>44114</c:v>
                </c:pt>
                <c:pt idx="2100">
                  <c:v>44113</c:v>
                </c:pt>
                <c:pt idx="2101">
                  <c:v>44112</c:v>
                </c:pt>
                <c:pt idx="2102">
                  <c:v>44111</c:v>
                </c:pt>
                <c:pt idx="2103">
                  <c:v>44110</c:v>
                </c:pt>
                <c:pt idx="2104">
                  <c:v>44109</c:v>
                </c:pt>
                <c:pt idx="2105">
                  <c:v>44108</c:v>
                </c:pt>
                <c:pt idx="2106">
                  <c:v>44107</c:v>
                </c:pt>
                <c:pt idx="2107">
                  <c:v>44106</c:v>
                </c:pt>
                <c:pt idx="2108">
                  <c:v>44105</c:v>
                </c:pt>
                <c:pt idx="2109">
                  <c:v>44104</c:v>
                </c:pt>
                <c:pt idx="2110">
                  <c:v>44103</c:v>
                </c:pt>
                <c:pt idx="2111">
                  <c:v>44102</c:v>
                </c:pt>
                <c:pt idx="2112">
                  <c:v>44101</c:v>
                </c:pt>
                <c:pt idx="2113">
                  <c:v>44100</c:v>
                </c:pt>
                <c:pt idx="2114">
                  <c:v>44099</c:v>
                </c:pt>
                <c:pt idx="2115">
                  <c:v>44098</c:v>
                </c:pt>
                <c:pt idx="2116">
                  <c:v>44097</c:v>
                </c:pt>
                <c:pt idx="2117">
                  <c:v>44096</c:v>
                </c:pt>
                <c:pt idx="2118">
                  <c:v>44095</c:v>
                </c:pt>
                <c:pt idx="2119">
                  <c:v>44094</c:v>
                </c:pt>
                <c:pt idx="2120">
                  <c:v>44093</c:v>
                </c:pt>
                <c:pt idx="2121">
                  <c:v>44092</c:v>
                </c:pt>
                <c:pt idx="2122">
                  <c:v>44091</c:v>
                </c:pt>
                <c:pt idx="2123">
                  <c:v>44090</c:v>
                </c:pt>
                <c:pt idx="2124">
                  <c:v>44089</c:v>
                </c:pt>
                <c:pt idx="2125">
                  <c:v>44088</c:v>
                </c:pt>
                <c:pt idx="2126">
                  <c:v>44087</c:v>
                </c:pt>
                <c:pt idx="2127">
                  <c:v>44086</c:v>
                </c:pt>
                <c:pt idx="2128">
                  <c:v>44085</c:v>
                </c:pt>
                <c:pt idx="2129">
                  <c:v>44084</c:v>
                </c:pt>
                <c:pt idx="2130">
                  <c:v>44083</c:v>
                </c:pt>
                <c:pt idx="2131">
                  <c:v>44082</c:v>
                </c:pt>
                <c:pt idx="2132">
                  <c:v>44081</c:v>
                </c:pt>
                <c:pt idx="2133">
                  <c:v>44080</c:v>
                </c:pt>
                <c:pt idx="2134">
                  <c:v>44079</c:v>
                </c:pt>
                <c:pt idx="2135">
                  <c:v>44078</c:v>
                </c:pt>
                <c:pt idx="2136">
                  <c:v>44077</c:v>
                </c:pt>
                <c:pt idx="2137">
                  <c:v>44076</c:v>
                </c:pt>
                <c:pt idx="2138">
                  <c:v>44075</c:v>
                </c:pt>
                <c:pt idx="2139">
                  <c:v>44074</c:v>
                </c:pt>
                <c:pt idx="2140">
                  <c:v>44073</c:v>
                </c:pt>
                <c:pt idx="2141">
                  <c:v>44072</c:v>
                </c:pt>
                <c:pt idx="2142">
                  <c:v>44071</c:v>
                </c:pt>
                <c:pt idx="2143">
                  <c:v>44070</c:v>
                </c:pt>
                <c:pt idx="2144">
                  <c:v>44069</c:v>
                </c:pt>
                <c:pt idx="2145">
                  <c:v>44068</c:v>
                </c:pt>
                <c:pt idx="2146">
                  <c:v>44067</c:v>
                </c:pt>
                <c:pt idx="2147">
                  <c:v>44066</c:v>
                </c:pt>
                <c:pt idx="2148">
                  <c:v>44065</c:v>
                </c:pt>
                <c:pt idx="2149">
                  <c:v>44064</c:v>
                </c:pt>
                <c:pt idx="2150">
                  <c:v>44063</c:v>
                </c:pt>
                <c:pt idx="2151">
                  <c:v>44062</c:v>
                </c:pt>
                <c:pt idx="2152">
                  <c:v>44061</c:v>
                </c:pt>
                <c:pt idx="2153">
                  <c:v>44060</c:v>
                </c:pt>
                <c:pt idx="2154">
                  <c:v>44059</c:v>
                </c:pt>
                <c:pt idx="2155">
                  <c:v>44058</c:v>
                </c:pt>
                <c:pt idx="2156">
                  <c:v>44057</c:v>
                </c:pt>
                <c:pt idx="2157">
                  <c:v>44056</c:v>
                </c:pt>
                <c:pt idx="2158">
                  <c:v>44055</c:v>
                </c:pt>
                <c:pt idx="2159">
                  <c:v>44054</c:v>
                </c:pt>
                <c:pt idx="2160">
                  <c:v>44053</c:v>
                </c:pt>
                <c:pt idx="2161">
                  <c:v>44052</c:v>
                </c:pt>
                <c:pt idx="2162">
                  <c:v>44051</c:v>
                </c:pt>
                <c:pt idx="2163">
                  <c:v>44050</c:v>
                </c:pt>
                <c:pt idx="2164">
                  <c:v>44049</c:v>
                </c:pt>
                <c:pt idx="2165">
                  <c:v>44048</c:v>
                </c:pt>
                <c:pt idx="2166">
                  <c:v>44047</c:v>
                </c:pt>
                <c:pt idx="2167">
                  <c:v>44046</c:v>
                </c:pt>
                <c:pt idx="2168">
                  <c:v>44045</c:v>
                </c:pt>
                <c:pt idx="2169">
                  <c:v>44044</c:v>
                </c:pt>
                <c:pt idx="2170">
                  <c:v>44043</c:v>
                </c:pt>
                <c:pt idx="2171">
                  <c:v>44042</c:v>
                </c:pt>
                <c:pt idx="2172">
                  <c:v>44041</c:v>
                </c:pt>
                <c:pt idx="2173">
                  <c:v>44040</c:v>
                </c:pt>
                <c:pt idx="2174">
                  <c:v>44039</c:v>
                </c:pt>
                <c:pt idx="2175">
                  <c:v>44038</c:v>
                </c:pt>
                <c:pt idx="2176">
                  <c:v>44037</c:v>
                </c:pt>
                <c:pt idx="2177">
                  <c:v>44036</c:v>
                </c:pt>
                <c:pt idx="2178">
                  <c:v>44035</c:v>
                </c:pt>
                <c:pt idx="2179">
                  <c:v>44034</c:v>
                </c:pt>
                <c:pt idx="2180">
                  <c:v>44033</c:v>
                </c:pt>
                <c:pt idx="2181">
                  <c:v>44032</c:v>
                </c:pt>
                <c:pt idx="2182">
                  <c:v>44031</c:v>
                </c:pt>
                <c:pt idx="2183">
                  <c:v>44030</c:v>
                </c:pt>
                <c:pt idx="2184">
                  <c:v>44029</c:v>
                </c:pt>
                <c:pt idx="2185">
                  <c:v>44028</c:v>
                </c:pt>
                <c:pt idx="2186">
                  <c:v>44027</c:v>
                </c:pt>
                <c:pt idx="2187">
                  <c:v>44026</c:v>
                </c:pt>
                <c:pt idx="2188">
                  <c:v>44025</c:v>
                </c:pt>
                <c:pt idx="2189">
                  <c:v>44024</c:v>
                </c:pt>
                <c:pt idx="2190">
                  <c:v>44023</c:v>
                </c:pt>
                <c:pt idx="2191">
                  <c:v>44022</c:v>
                </c:pt>
                <c:pt idx="2192">
                  <c:v>44021</c:v>
                </c:pt>
                <c:pt idx="2193">
                  <c:v>44020</c:v>
                </c:pt>
                <c:pt idx="2194">
                  <c:v>44019</c:v>
                </c:pt>
                <c:pt idx="2195">
                  <c:v>44018</c:v>
                </c:pt>
                <c:pt idx="2196">
                  <c:v>44017</c:v>
                </c:pt>
                <c:pt idx="2197">
                  <c:v>44016</c:v>
                </c:pt>
                <c:pt idx="2198">
                  <c:v>44015</c:v>
                </c:pt>
                <c:pt idx="2199">
                  <c:v>44014</c:v>
                </c:pt>
                <c:pt idx="2200">
                  <c:v>44013</c:v>
                </c:pt>
                <c:pt idx="2201">
                  <c:v>44012</c:v>
                </c:pt>
                <c:pt idx="2202">
                  <c:v>44011</c:v>
                </c:pt>
                <c:pt idx="2203">
                  <c:v>44010</c:v>
                </c:pt>
                <c:pt idx="2204">
                  <c:v>44009</c:v>
                </c:pt>
                <c:pt idx="2205">
                  <c:v>44008</c:v>
                </c:pt>
                <c:pt idx="2206">
                  <c:v>44007</c:v>
                </c:pt>
                <c:pt idx="2207">
                  <c:v>44006</c:v>
                </c:pt>
                <c:pt idx="2208">
                  <c:v>44005</c:v>
                </c:pt>
                <c:pt idx="2209">
                  <c:v>44004</c:v>
                </c:pt>
                <c:pt idx="2210">
                  <c:v>44003</c:v>
                </c:pt>
                <c:pt idx="2211">
                  <c:v>44002</c:v>
                </c:pt>
                <c:pt idx="2212">
                  <c:v>44001</c:v>
                </c:pt>
                <c:pt idx="2213">
                  <c:v>44000</c:v>
                </c:pt>
                <c:pt idx="2214">
                  <c:v>43999</c:v>
                </c:pt>
                <c:pt idx="2215">
                  <c:v>43998</c:v>
                </c:pt>
                <c:pt idx="2216">
                  <c:v>43997</c:v>
                </c:pt>
                <c:pt idx="2217">
                  <c:v>43996</c:v>
                </c:pt>
                <c:pt idx="2218">
                  <c:v>43995</c:v>
                </c:pt>
                <c:pt idx="2219">
                  <c:v>43994</c:v>
                </c:pt>
                <c:pt idx="2220">
                  <c:v>43993</c:v>
                </c:pt>
                <c:pt idx="2221">
                  <c:v>43992</c:v>
                </c:pt>
                <c:pt idx="2222">
                  <c:v>43991</c:v>
                </c:pt>
                <c:pt idx="2223">
                  <c:v>43990</c:v>
                </c:pt>
                <c:pt idx="2224">
                  <c:v>43989</c:v>
                </c:pt>
                <c:pt idx="2225">
                  <c:v>43988</c:v>
                </c:pt>
                <c:pt idx="2226">
                  <c:v>43987</c:v>
                </c:pt>
                <c:pt idx="2227">
                  <c:v>43986</c:v>
                </c:pt>
                <c:pt idx="2228">
                  <c:v>43985</c:v>
                </c:pt>
                <c:pt idx="2229">
                  <c:v>43984</c:v>
                </c:pt>
                <c:pt idx="2230">
                  <c:v>43983</c:v>
                </c:pt>
                <c:pt idx="2231">
                  <c:v>43982</c:v>
                </c:pt>
                <c:pt idx="2232">
                  <c:v>43981</c:v>
                </c:pt>
                <c:pt idx="2233">
                  <c:v>43980</c:v>
                </c:pt>
                <c:pt idx="2234">
                  <c:v>43979</c:v>
                </c:pt>
                <c:pt idx="2235">
                  <c:v>43978</c:v>
                </c:pt>
                <c:pt idx="2236">
                  <c:v>43977</c:v>
                </c:pt>
                <c:pt idx="2237">
                  <c:v>43976</c:v>
                </c:pt>
                <c:pt idx="2238">
                  <c:v>43975</c:v>
                </c:pt>
                <c:pt idx="2239">
                  <c:v>43974</c:v>
                </c:pt>
                <c:pt idx="2240">
                  <c:v>43973</c:v>
                </c:pt>
                <c:pt idx="2241">
                  <c:v>43972</c:v>
                </c:pt>
                <c:pt idx="2242">
                  <c:v>43971</c:v>
                </c:pt>
                <c:pt idx="2243">
                  <c:v>43970</c:v>
                </c:pt>
                <c:pt idx="2244">
                  <c:v>43969</c:v>
                </c:pt>
                <c:pt idx="2245">
                  <c:v>43968</c:v>
                </c:pt>
                <c:pt idx="2246">
                  <c:v>43967</c:v>
                </c:pt>
                <c:pt idx="2247">
                  <c:v>43966</c:v>
                </c:pt>
                <c:pt idx="2248">
                  <c:v>43965</c:v>
                </c:pt>
                <c:pt idx="2249">
                  <c:v>43964</c:v>
                </c:pt>
                <c:pt idx="2250">
                  <c:v>43963</c:v>
                </c:pt>
                <c:pt idx="2251">
                  <c:v>43962</c:v>
                </c:pt>
                <c:pt idx="2252">
                  <c:v>43961</c:v>
                </c:pt>
                <c:pt idx="2253">
                  <c:v>43960</c:v>
                </c:pt>
                <c:pt idx="2254">
                  <c:v>43959</c:v>
                </c:pt>
                <c:pt idx="2255">
                  <c:v>43958</c:v>
                </c:pt>
                <c:pt idx="2256">
                  <c:v>43957</c:v>
                </c:pt>
                <c:pt idx="2257">
                  <c:v>43956</c:v>
                </c:pt>
                <c:pt idx="2258">
                  <c:v>43955</c:v>
                </c:pt>
                <c:pt idx="2259">
                  <c:v>43954</c:v>
                </c:pt>
                <c:pt idx="2260">
                  <c:v>43953</c:v>
                </c:pt>
                <c:pt idx="2261">
                  <c:v>43952</c:v>
                </c:pt>
                <c:pt idx="2262">
                  <c:v>43951</c:v>
                </c:pt>
                <c:pt idx="2263">
                  <c:v>43950</c:v>
                </c:pt>
                <c:pt idx="2264">
                  <c:v>43949</c:v>
                </c:pt>
                <c:pt idx="2265">
                  <c:v>43948</c:v>
                </c:pt>
                <c:pt idx="2266">
                  <c:v>43947</c:v>
                </c:pt>
                <c:pt idx="2267">
                  <c:v>43946</c:v>
                </c:pt>
                <c:pt idx="2268">
                  <c:v>43945</c:v>
                </c:pt>
                <c:pt idx="2269">
                  <c:v>43944</c:v>
                </c:pt>
                <c:pt idx="2270">
                  <c:v>43943</c:v>
                </c:pt>
                <c:pt idx="2271">
                  <c:v>43942</c:v>
                </c:pt>
                <c:pt idx="2272">
                  <c:v>43941</c:v>
                </c:pt>
                <c:pt idx="2273">
                  <c:v>43940</c:v>
                </c:pt>
                <c:pt idx="2274">
                  <c:v>43939</c:v>
                </c:pt>
                <c:pt idx="2275">
                  <c:v>43938</c:v>
                </c:pt>
                <c:pt idx="2276">
                  <c:v>43937</c:v>
                </c:pt>
                <c:pt idx="2277">
                  <c:v>43936</c:v>
                </c:pt>
                <c:pt idx="2278">
                  <c:v>43935</c:v>
                </c:pt>
                <c:pt idx="2279">
                  <c:v>43934</c:v>
                </c:pt>
                <c:pt idx="2280">
                  <c:v>43933</c:v>
                </c:pt>
                <c:pt idx="2281">
                  <c:v>43932</c:v>
                </c:pt>
                <c:pt idx="2282">
                  <c:v>43931</c:v>
                </c:pt>
                <c:pt idx="2283">
                  <c:v>43930</c:v>
                </c:pt>
                <c:pt idx="2284">
                  <c:v>43929</c:v>
                </c:pt>
                <c:pt idx="2285">
                  <c:v>43928</c:v>
                </c:pt>
                <c:pt idx="2286">
                  <c:v>43927</c:v>
                </c:pt>
                <c:pt idx="2287">
                  <c:v>43926</c:v>
                </c:pt>
                <c:pt idx="2288">
                  <c:v>43925</c:v>
                </c:pt>
                <c:pt idx="2289">
                  <c:v>43924</c:v>
                </c:pt>
                <c:pt idx="2290">
                  <c:v>43923</c:v>
                </c:pt>
                <c:pt idx="2291">
                  <c:v>43922</c:v>
                </c:pt>
                <c:pt idx="2292">
                  <c:v>43921</c:v>
                </c:pt>
                <c:pt idx="2293">
                  <c:v>43920</c:v>
                </c:pt>
                <c:pt idx="2294">
                  <c:v>43919</c:v>
                </c:pt>
                <c:pt idx="2295">
                  <c:v>43918</c:v>
                </c:pt>
                <c:pt idx="2296">
                  <c:v>43917</c:v>
                </c:pt>
                <c:pt idx="2297">
                  <c:v>43916</c:v>
                </c:pt>
                <c:pt idx="2298">
                  <c:v>43915</c:v>
                </c:pt>
                <c:pt idx="2299">
                  <c:v>43914</c:v>
                </c:pt>
                <c:pt idx="2300">
                  <c:v>43913</c:v>
                </c:pt>
                <c:pt idx="2301">
                  <c:v>43912</c:v>
                </c:pt>
                <c:pt idx="2302">
                  <c:v>43911</c:v>
                </c:pt>
                <c:pt idx="2303">
                  <c:v>43910</c:v>
                </c:pt>
                <c:pt idx="2304">
                  <c:v>43909</c:v>
                </c:pt>
                <c:pt idx="2305">
                  <c:v>43908</c:v>
                </c:pt>
                <c:pt idx="2306">
                  <c:v>43907</c:v>
                </c:pt>
                <c:pt idx="2307">
                  <c:v>43906</c:v>
                </c:pt>
                <c:pt idx="2308">
                  <c:v>43905</c:v>
                </c:pt>
                <c:pt idx="2309">
                  <c:v>43904</c:v>
                </c:pt>
                <c:pt idx="2310">
                  <c:v>43903</c:v>
                </c:pt>
                <c:pt idx="2311">
                  <c:v>43902</c:v>
                </c:pt>
                <c:pt idx="2312">
                  <c:v>43901</c:v>
                </c:pt>
                <c:pt idx="2313">
                  <c:v>43900</c:v>
                </c:pt>
                <c:pt idx="2314">
                  <c:v>43899</c:v>
                </c:pt>
                <c:pt idx="2315">
                  <c:v>43898</c:v>
                </c:pt>
                <c:pt idx="2316">
                  <c:v>43897</c:v>
                </c:pt>
                <c:pt idx="2317">
                  <c:v>43896</c:v>
                </c:pt>
                <c:pt idx="2318">
                  <c:v>43895</c:v>
                </c:pt>
                <c:pt idx="2319">
                  <c:v>43894</c:v>
                </c:pt>
                <c:pt idx="2320">
                  <c:v>43893</c:v>
                </c:pt>
                <c:pt idx="2321">
                  <c:v>43892</c:v>
                </c:pt>
                <c:pt idx="2322">
                  <c:v>43891</c:v>
                </c:pt>
                <c:pt idx="2323">
                  <c:v>43890</c:v>
                </c:pt>
                <c:pt idx="2324">
                  <c:v>43889</c:v>
                </c:pt>
                <c:pt idx="2325">
                  <c:v>43888</c:v>
                </c:pt>
                <c:pt idx="2326">
                  <c:v>43887</c:v>
                </c:pt>
                <c:pt idx="2327">
                  <c:v>43886</c:v>
                </c:pt>
                <c:pt idx="2328">
                  <c:v>43885</c:v>
                </c:pt>
                <c:pt idx="2329">
                  <c:v>43884</c:v>
                </c:pt>
                <c:pt idx="2330">
                  <c:v>43883</c:v>
                </c:pt>
                <c:pt idx="2331">
                  <c:v>43882</c:v>
                </c:pt>
                <c:pt idx="2332">
                  <c:v>43881</c:v>
                </c:pt>
                <c:pt idx="2333">
                  <c:v>43880</c:v>
                </c:pt>
                <c:pt idx="2334">
                  <c:v>43879</c:v>
                </c:pt>
                <c:pt idx="2335">
                  <c:v>43878</c:v>
                </c:pt>
                <c:pt idx="2336">
                  <c:v>43877</c:v>
                </c:pt>
                <c:pt idx="2337">
                  <c:v>43876</c:v>
                </c:pt>
                <c:pt idx="2338">
                  <c:v>43875</c:v>
                </c:pt>
                <c:pt idx="2339">
                  <c:v>43874</c:v>
                </c:pt>
                <c:pt idx="2340">
                  <c:v>43873</c:v>
                </c:pt>
                <c:pt idx="2341">
                  <c:v>43872</c:v>
                </c:pt>
                <c:pt idx="2342">
                  <c:v>43871</c:v>
                </c:pt>
                <c:pt idx="2343">
                  <c:v>43870</c:v>
                </c:pt>
                <c:pt idx="2344">
                  <c:v>43869</c:v>
                </c:pt>
                <c:pt idx="2345">
                  <c:v>43868</c:v>
                </c:pt>
                <c:pt idx="2346">
                  <c:v>43867</c:v>
                </c:pt>
                <c:pt idx="2347">
                  <c:v>43866</c:v>
                </c:pt>
                <c:pt idx="2348">
                  <c:v>43865</c:v>
                </c:pt>
                <c:pt idx="2349">
                  <c:v>43864</c:v>
                </c:pt>
                <c:pt idx="2350">
                  <c:v>43863</c:v>
                </c:pt>
                <c:pt idx="2351">
                  <c:v>43862</c:v>
                </c:pt>
                <c:pt idx="2352">
                  <c:v>43861</c:v>
                </c:pt>
                <c:pt idx="2353">
                  <c:v>43860</c:v>
                </c:pt>
                <c:pt idx="2354">
                  <c:v>43859</c:v>
                </c:pt>
                <c:pt idx="2355">
                  <c:v>43858</c:v>
                </c:pt>
                <c:pt idx="2356">
                  <c:v>43857</c:v>
                </c:pt>
                <c:pt idx="2357">
                  <c:v>43856</c:v>
                </c:pt>
                <c:pt idx="2358">
                  <c:v>43855</c:v>
                </c:pt>
                <c:pt idx="2359">
                  <c:v>43854</c:v>
                </c:pt>
                <c:pt idx="2360">
                  <c:v>43853</c:v>
                </c:pt>
                <c:pt idx="2361">
                  <c:v>43852</c:v>
                </c:pt>
                <c:pt idx="2362">
                  <c:v>43851</c:v>
                </c:pt>
                <c:pt idx="2363">
                  <c:v>43850</c:v>
                </c:pt>
                <c:pt idx="2364">
                  <c:v>43849</c:v>
                </c:pt>
                <c:pt idx="2365">
                  <c:v>43848</c:v>
                </c:pt>
                <c:pt idx="2366">
                  <c:v>43847</c:v>
                </c:pt>
                <c:pt idx="2367">
                  <c:v>43846</c:v>
                </c:pt>
                <c:pt idx="2368">
                  <c:v>43845</c:v>
                </c:pt>
                <c:pt idx="2369">
                  <c:v>43844</c:v>
                </c:pt>
                <c:pt idx="2370">
                  <c:v>43843</c:v>
                </c:pt>
                <c:pt idx="2371">
                  <c:v>43842</c:v>
                </c:pt>
                <c:pt idx="2372">
                  <c:v>43841</c:v>
                </c:pt>
                <c:pt idx="2373">
                  <c:v>43840</c:v>
                </c:pt>
                <c:pt idx="2374">
                  <c:v>43839</c:v>
                </c:pt>
                <c:pt idx="2375">
                  <c:v>43838</c:v>
                </c:pt>
                <c:pt idx="2376">
                  <c:v>43837</c:v>
                </c:pt>
                <c:pt idx="2377">
                  <c:v>43836</c:v>
                </c:pt>
                <c:pt idx="2378">
                  <c:v>43835</c:v>
                </c:pt>
                <c:pt idx="2379">
                  <c:v>43834</c:v>
                </c:pt>
                <c:pt idx="2380">
                  <c:v>43833</c:v>
                </c:pt>
                <c:pt idx="2381">
                  <c:v>43832</c:v>
                </c:pt>
                <c:pt idx="2382">
                  <c:v>43831</c:v>
                </c:pt>
                <c:pt idx="2383">
                  <c:v>43830</c:v>
                </c:pt>
                <c:pt idx="2384">
                  <c:v>43829</c:v>
                </c:pt>
                <c:pt idx="2385">
                  <c:v>43828</c:v>
                </c:pt>
                <c:pt idx="2386">
                  <c:v>43827</c:v>
                </c:pt>
                <c:pt idx="2387">
                  <c:v>43826</c:v>
                </c:pt>
                <c:pt idx="2388">
                  <c:v>43825</c:v>
                </c:pt>
                <c:pt idx="2389">
                  <c:v>43824</c:v>
                </c:pt>
                <c:pt idx="2390">
                  <c:v>43823</c:v>
                </c:pt>
                <c:pt idx="2391">
                  <c:v>43822</c:v>
                </c:pt>
                <c:pt idx="2392">
                  <c:v>43821</c:v>
                </c:pt>
                <c:pt idx="2393">
                  <c:v>43820</c:v>
                </c:pt>
                <c:pt idx="2394">
                  <c:v>43819</c:v>
                </c:pt>
                <c:pt idx="2395">
                  <c:v>43818</c:v>
                </c:pt>
                <c:pt idx="2396">
                  <c:v>43817</c:v>
                </c:pt>
                <c:pt idx="2397">
                  <c:v>43816</c:v>
                </c:pt>
                <c:pt idx="2398">
                  <c:v>43815</c:v>
                </c:pt>
                <c:pt idx="2399">
                  <c:v>43814</c:v>
                </c:pt>
                <c:pt idx="2400">
                  <c:v>43813</c:v>
                </c:pt>
                <c:pt idx="2401">
                  <c:v>43812</c:v>
                </c:pt>
                <c:pt idx="2402">
                  <c:v>43811</c:v>
                </c:pt>
                <c:pt idx="2403">
                  <c:v>43810</c:v>
                </c:pt>
                <c:pt idx="2404">
                  <c:v>43809</c:v>
                </c:pt>
                <c:pt idx="2405">
                  <c:v>43808</c:v>
                </c:pt>
                <c:pt idx="2406">
                  <c:v>43807</c:v>
                </c:pt>
                <c:pt idx="2407">
                  <c:v>43806</c:v>
                </c:pt>
                <c:pt idx="2408">
                  <c:v>43805</c:v>
                </c:pt>
                <c:pt idx="2409">
                  <c:v>43804</c:v>
                </c:pt>
                <c:pt idx="2410">
                  <c:v>43803</c:v>
                </c:pt>
                <c:pt idx="2411">
                  <c:v>43802</c:v>
                </c:pt>
                <c:pt idx="2412">
                  <c:v>43801</c:v>
                </c:pt>
                <c:pt idx="2413">
                  <c:v>43800</c:v>
                </c:pt>
                <c:pt idx="2414">
                  <c:v>43799</c:v>
                </c:pt>
                <c:pt idx="2415">
                  <c:v>43798</c:v>
                </c:pt>
                <c:pt idx="2416">
                  <c:v>43797</c:v>
                </c:pt>
                <c:pt idx="2417">
                  <c:v>43796</c:v>
                </c:pt>
                <c:pt idx="2418">
                  <c:v>43795</c:v>
                </c:pt>
                <c:pt idx="2419">
                  <c:v>43794</c:v>
                </c:pt>
                <c:pt idx="2420">
                  <c:v>43793</c:v>
                </c:pt>
                <c:pt idx="2421">
                  <c:v>43792</c:v>
                </c:pt>
                <c:pt idx="2422">
                  <c:v>43791</c:v>
                </c:pt>
                <c:pt idx="2423">
                  <c:v>43790</c:v>
                </c:pt>
                <c:pt idx="2424">
                  <c:v>43789</c:v>
                </c:pt>
                <c:pt idx="2425">
                  <c:v>43788</c:v>
                </c:pt>
                <c:pt idx="2426">
                  <c:v>43787</c:v>
                </c:pt>
                <c:pt idx="2427">
                  <c:v>43786</c:v>
                </c:pt>
                <c:pt idx="2428">
                  <c:v>43785</c:v>
                </c:pt>
                <c:pt idx="2429">
                  <c:v>43784</c:v>
                </c:pt>
                <c:pt idx="2430">
                  <c:v>43783</c:v>
                </c:pt>
                <c:pt idx="2431">
                  <c:v>43782</c:v>
                </c:pt>
                <c:pt idx="2432">
                  <c:v>43781</c:v>
                </c:pt>
                <c:pt idx="2433">
                  <c:v>43780</c:v>
                </c:pt>
                <c:pt idx="2434">
                  <c:v>43779</c:v>
                </c:pt>
                <c:pt idx="2435">
                  <c:v>43778</c:v>
                </c:pt>
                <c:pt idx="2436">
                  <c:v>43777</c:v>
                </c:pt>
                <c:pt idx="2437">
                  <c:v>43776</c:v>
                </c:pt>
                <c:pt idx="2438">
                  <c:v>43775</c:v>
                </c:pt>
                <c:pt idx="2439">
                  <c:v>43774</c:v>
                </c:pt>
                <c:pt idx="2440">
                  <c:v>43773</c:v>
                </c:pt>
                <c:pt idx="2441">
                  <c:v>43772</c:v>
                </c:pt>
                <c:pt idx="2442">
                  <c:v>43771</c:v>
                </c:pt>
                <c:pt idx="2443">
                  <c:v>43770</c:v>
                </c:pt>
                <c:pt idx="2444">
                  <c:v>43769</c:v>
                </c:pt>
                <c:pt idx="2445">
                  <c:v>43768</c:v>
                </c:pt>
                <c:pt idx="2446">
                  <c:v>43767</c:v>
                </c:pt>
                <c:pt idx="2447">
                  <c:v>43766</c:v>
                </c:pt>
                <c:pt idx="2448">
                  <c:v>43765</c:v>
                </c:pt>
                <c:pt idx="2449">
                  <c:v>43764</c:v>
                </c:pt>
                <c:pt idx="2450">
                  <c:v>43763</c:v>
                </c:pt>
                <c:pt idx="2451">
                  <c:v>43762</c:v>
                </c:pt>
                <c:pt idx="2452">
                  <c:v>43761</c:v>
                </c:pt>
                <c:pt idx="2453">
                  <c:v>43760</c:v>
                </c:pt>
                <c:pt idx="2454">
                  <c:v>43759</c:v>
                </c:pt>
                <c:pt idx="2455">
                  <c:v>43758</c:v>
                </c:pt>
                <c:pt idx="2456">
                  <c:v>43757</c:v>
                </c:pt>
                <c:pt idx="2457">
                  <c:v>43756</c:v>
                </c:pt>
                <c:pt idx="2458">
                  <c:v>43755</c:v>
                </c:pt>
                <c:pt idx="2459">
                  <c:v>43754</c:v>
                </c:pt>
                <c:pt idx="2460">
                  <c:v>43753</c:v>
                </c:pt>
                <c:pt idx="2461">
                  <c:v>43752</c:v>
                </c:pt>
                <c:pt idx="2462">
                  <c:v>43751</c:v>
                </c:pt>
                <c:pt idx="2463">
                  <c:v>43750</c:v>
                </c:pt>
                <c:pt idx="2464">
                  <c:v>43749</c:v>
                </c:pt>
                <c:pt idx="2465">
                  <c:v>43748</c:v>
                </c:pt>
                <c:pt idx="2466">
                  <c:v>43747</c:v>
                </c:pt>
                <c:pt idx="2467">
                  <c:v>43746</c:v>
                </c:pt>
                <c:pt idx="2468">
                  <c:v>43745</c:v>
                </c:pt>
                <c:pt idx="2469">
                  <c:v>43744</c:v>
                </c:pt>
                <c:pt idx="2470">
                  <c:v>43743</c:v>
                </c:pt>
                <c:pt idx="2471">
                  <c:v>43742</c:v>
                </c:pt>
                <c:pt idx="2472">
                  <c:v>43741</c:v>
                </c:pt>
                <c:pt idx="2473">
                  <c:v>43740</c:v>
                </c:pt>
                <c:pt idx="2474">
                  <c:v>43739</c:v>
                </c:pt>
                <c:pt idx="2475">
                  <c:v>43738</c:v>
                </c:pt>
                <c:pt idx="2476">
                  <c:v>43737</c:v>
                </c:pt>
                <c:pt idx="2477">
                  <c:v>43736</c:v>
                </c:pt>
                <c:pt idx="2478">
                  <c:v>43735</c:v>
                </c:pt>
                <c:pt idx="2479">
                  <c:v>43734</c:v>
                </c:pt>
                <c:pt idx="2480">
                  <c:v>43733</c:v>
                </c:pt>
                <c:pt idx="2481">
                  <c:v>43732</c:v>
                </c:pt>
                <c:pt idx="2482">
                  <c:v>43731</c:v>
                </c:pt>
                <c:pt idx="2483">
                  <c:v>43730</c:v>
                </c:pt>
                <c:pt idx="2484">
                  <c:v>43729</c:v>
                </c:pt>
                <c:pt idx="2485">
                  <c:v>43728</c:v>
                </c:pt>
                <c:pt idx="2486">
                  <c:v>43727</c:v>
                </c:pt>
                <c:pt idx="2487">
                  <c:v>43726</c:v>
                </c:pt>
                <c:pt idx="2488">
                  <c:v>43725</c:v>
                </c:pt>
                <c:pt idx="2489">
                  <c:v>43724</c:v>
                </c:pt>
                <c:pt idx="2490">
                  <c:v>43723</c:v>
                </c:pt>
                <c:pt idx="2491">
                  <c:v>43722</c:v>
                </c:pt>
                <c:pt idx="2492">
                  <c:v>43721</c:v>
                </c:pt>
                <c:pt idx="2493">
                  <c:v>43720</c:v>
                </c:pt>
                <c:pt idx="2494">
                  <c:v>43719</c:v>
                </c:pt>
                <c:pt idx="2495">
                  <c:v>43718</c:v>
                </c:pt>
                <c:pt idx="2496">
                  <c:v>43717</c:v>
                </c:pt>
                <c:pt idx="2497">
                  <c:v>43716</c:v>
                </c:pt>
                <c:pt idx="2498">
                  <c:v>43715</c:v>
                </c:pt>
                <c:pt idx="2499">
                  <c:v>43714</c:v>
                </c:pt>
                <c:pt idx="2500">
                  <c:v>43713</c:v>
                </c:pt>
                <c:pt idx="2501">
                  <c:v>43712</c:v>
                </c:pt>
                <c:pt idx="2502">
                  <c:v>43711</c:v>
                </c:pt>
                <c:pt idx="2503">
                  <c:v>43710</c:v>
                </c:pt>
                <c:pt idx="2504">
                  <c:v>43709</c:v>
                </c:pt>
                <c:pt idx="2505">
                  <c:v>43708</c:v>
                </c:pt>
                <c:pt idx="2506">
                  <c:v>43707</c:v>
                </c:pt>
                <c:pt idx="2507">
                  <c:v>43706</c:v>
                </c:pt>
                <c:pt idx="2508">
                  <c:v>43705</c:v>
                </c:pt>
                <c:pt idx="2509">
                  <c:v>43704</c:v>
                </c:pt>
                <c:pt idx="2510">
                  <c:v>43703</c:v>
                </c:pt>
                <c:pt idx="2511">
                  <c:v>43702</c:v>
                </c:pt>
                <c:pt idx="2512">
                  <c:v>43701</c:v>
                </c:pt>
                <c:pt idx="2513">
                  <c:v>43700</c:v>
                </c:pt>
                <c:pt idx="2514">
                  <c:v>43699</c:v>
                </c:pt>
                <c:pt idx="2515">
                  <c:v>43698</c:v>
                </c:pt>
                <c:pt idx="2516">
                  <c:v>43697</c:v>
                </c:pt>
                <c:pt idx="2517">
                  <c:v>43696</c:v>
                </c:pt>
                <c:pt idx="2518">
                  <c:v>43695</c:v>
                </c:pt>
                <c:pt idx="2519">
                  <c:v>43694</c:v>
                </c:pt>
                <c:pt idx="2520">
                  <c:v>43693</c:v>
                </c:pt>
                <c:pt idx="2521">
                  <c:v>43692</c:v>
                </c:pt>
                <c:pt idx="2522">
                  <c:v>43691</c:v>
                </c:pt>
                <c:pt idx="2523">
                  <c:v>43690</c:v>
                </c:pt>
                <c:pt idx="2524">
                  <c:v>43689</c:v>
                </c:pt>
                <c:pt idx="2525">
                  <c:v>43688</c:v>
                </c:pt>
                <c:pt idx="2526">
                  <c:v>43687</c:v>
                </c:pt>
                <c:pt idx="2527">
                  <c:v>43686</c:v>
                </c:pt>
                <c:pt idx="2528">
                  <c:v>43685</c:v>
                </c:pt>
                <c:pt idx="2529">
                  <c:v>43684</c:v>
                </c:pt>
                <c:pt idx="2530">
                  <c:v>43683</c:v>
                </c:pt>
                <c:pt idx="2531">
                  <c:v>43682</c:v>
                </c:pt>
                <c:pt idx="2532">
                  <c:v>43681</c:v>
                </c:pt>
                <c:pt idx="2533">
                  <c:v>43680</c:v>
                </c:pt>
                <c:pt idx="2534">
                  <c:v>43679</c:v>
                </c:pt>
                <c:pt idx="2535">
                  <c:v>43678</c:v>
                </c:pt>
                <c:pt idx="2536">
                  <c:v>43677</c:v>
                </c:pt>
                <c:pt idx="2537">
                  <c:v>43676</c:v>
                </c:pt>
                <c:pt idx="2538">
                  <c:v>43675</c:v>
                </c:pt>
                <c:pt idx="2539">
                  <c:v>43674</c:v>
                </c:pt>
                <c:pt idx="2540">
                  <c:v>43673</c:v>
                </c:pt>
                <c:pt idx="2541">
                  <c:v>43672</c:v>
                </c:pt>
                <c:pt idx="2542">
                  <c:v>43671</c:v>
                </c:pt>
                <c:pt idx="2543">
                  <c:v>43670</c:v>
                </c:pt>
                <c:pt idx="2544">
                  <c:v>43669</c:v>
                </c:pt>
                <c:pt idx="2545">
                  <c:v>43668</c:v>
                </c:pt>
                <c:pt idx="2546">
                  <c:v>43667</c:v>
                </c:pt>
                <c:pt idx="2547">
                  <c:v>43666</c:v>
                </c:pt>
                <c:pt idx="2548">
                  <c:v>43665</c:v>
                </c:pt>
                <c:pt idx="2549">
                  <c:v>43664</c:v>
                </c:pt>
                <c:pt idx="2550">
                  <c:v>43663</c:v>
                </c:pt>
                <c:pt idx="2551">
                  <c:v>43662</c:v>
                </c:pt>
                <c:pt idx="2552">
                  <c:v>43661</c:v>
                </c:pt>
                <c:pt idx="2553">
                  <c:v>43660</c:v>
                </c:pt>
                <c:pt idx="2554">
                  <c:v>43659</c:v>
                </c:pt>
                <c:pt idx="2555">
                  <c:v>43658</c:v>
                </c:pt>
                <c:pt idx="2556">
                  <c:v>43657</c:v>
                </c:pt>
                <c:pt idx="2557">
                  <c:v>43656</c:v>
                </c:pt>
                <c:pt idx="2558">
                  <c:v>43655</c:v>
                </c:pt>
                <c:pt idx="2559">
                  <c:v>43654</c:v>
                </c:pt>
                <c:pt idx="2560">
                  <c:v>43653</c:v>
                </c:pt>
                <c:pt idx="2561">
                  <c:v>43652</c:v>
                </c:pt>
                <c:pt idx="2562">
                  <c:v>43651</c:v>
                </c:pt>
                <c:pt idx="2563">
                  <c:v>43650</c:v>
                </c:pt>
                <c:pt idx="2564">
                  <c:v>43649</c:v>
                </c:pt>
                <c:pt idx="2565">
                  <c:v>43648</c:v>
                </c:pt>
                <c:pt idx="2566">
                  <c:v>43647</c:v>
                </c:pt>
                <c:pt idx="2567">
                  <c:v>43646</c:v>
                </c:pt>
                <c:pt idx="2568">
                  <c:v>43645</c:v>
                </c:pt>
                <c:pt idx="2569">
                  <c:v>43644</c:v>
                </c:pt>
                <c:pt idx="2570">
                  <c:v>43643</c:v>
                </c:pt>
                <c:pt idx="2571">
                  <c:v>43642</c:v>
                </c:pt>
                <c:pt idx="2572">
                  <c:v>43641</c:v>
                </c:pt>
                <c:pt idx="2573">
                  <c:v>43640</c:v>
                </c:pt>
                <c:pt idx="2574">
                  <c:v>43639</c:v>
                </c:pt>
                <c:pt idx="2575">
                  <c:v>43638</c:v>
                </c:pt>
                <c:pt idx="2576">
                  <c:v>43637</c:v>
                </c:pt>
                <c:pt idx="2577">
                  <c:v>43636</c:v>
                </c:pt>
                <c:pt idx="2578">
                  <c:v>43635</c:v>
                </c:pt>
                <c:pt idx="2579">
                  <c:v>43634</c:v>
                </c:pt>
                <c:pt idx="2580">
                  <c:v>43633</c:v>
                </c:pt>
                <c:pt idx="2581">
                  <c:v>43632</c:v>
                </c:pt>
                <c:pt idx="2582">
                  <c:v>43631</c:v>
                </c:pt>
                <c:pt idx="2583">
                  <c:v>43630</c:v>
                </c:pt>
                <c:pt idx="2584">
                  <c:v>43629</c:v>
                </c:pt>
                <c:pt idx="2585">
                  <c:v>43628</c:v>
                </c:pt>
                <c:pt idx="2586">
                  <c:v>43627</c:v>
                </c:pt>
                <c:pt idx="2587">
                  <c:v>43626</c:v>
                </c:pt>
                <c:pt idx="2588">
                  <c:v>43625</c:v>
                </c:pt>
                <c:pt idx="2589">
                  <c:v>43624</c:v>
                </c:pt>
                <c:pt idx="2590">
                  <c:v>43623</c:v>
                </c:pt>
                <c:pt idx="2591">
                  <c:v>43622</c:v>
                </c:pt>
                <c:pt idx="2592">
                  <c:v>43621</c:v>
                </c:pt>
                <c:pt idx="2593">
                  <c:v>43620</c:v>
                </c:pt>
                <c:pt idx="2594">
                  <c:v>43619</c:v>
                </c:pt>
                <c:pt idx="2595">
                  <c:v>43618</c:v>
                </c:pt>
                <c:pt idx="2596">
                  <c:v>43617</c:v>
                </c:pt>
                <c:pt idx="2597">
                  <c:v>43616</c:v>
                </c:pt>
                <c:pt idx="2598">
                  <c:v>43615</c:v>
                </c:pt>
                <c:pt idx="2599">
                  <c:v>43614</c:v>
                </c:pt>
                <c:pt idx="2600">
                  <c:v>43613</c:v>
                </c:pt>
                <c:pt idx="2601">
                  <c:v>43612</c:v>
                </c:pt>
                <c:pt idx="2602">
                  <c:v>43611</c:v>
                </c:pt>
                <c:pt idx="2603">
                  <c:v>43610</c:v>
                </c:pt>
                <c:pt idx="2604">
                  <c:v>43609</c:v>
                </c:pt>
                <c:pt idx="2605">
                  <c:v>43608</c:v>
                </c:pt>
                <c:pt idx="2606">
                  <c:v>43607</c:v>
                </c:pt>
                <c:pt idx="2607">
                  <c:v>43606</c:v>
                </c:pt>
                <c:pt idx="2608">
                  <c:v>43605</c:v>
                </c:pt>
                <c:pt idx="2609">
                  <c:v>43604</c:v>
                </c:pt>
                <c:pt idx="2610">
                  <c:v>43603</c:v>
                </c:pt>
                <c:pt idx="2611">
                  <c:v>43602</c:v>
                </c:pt>
                <c:pt idx="2612">
                  <c:v>43601</c:v>
                </c:pt>
                <c:pt idx="2613">
                  <c:v>43600</c:v>
                </c:pt>
                <c:pt idx="2614">
                  <c:v>43599</c:v>
                </c:pt>
                <c:pt idx="2615">
                  <c:v>43598</c:v>
                </c:pt>
                <c:pt idx="2616">
                  <c:v>43597</c:v>
                </c:pt>
                <c:pt idx="2617">
                  <c:v>43596</c:v>
                </c:pt>
                <c:pt idx="2618">
                  <c:v>43595</c:v>
                </c:pt>
                <c:pt idx="2619">
                  <c:v>43594</c:v>
                </c:pt>
                <c:pt idx="2620">
                  <c:v>43593</c:v>
                </c:pt>
                <c:pt idx="2621">
                  <c:v>43592</c:v>
                </c:pt>
                <c:pt idx="2622">
                  <c:v>43591</c:v>
                </c:pt>
                <c:pt idx="2623">
                  <c:v>43590</c:v>
                </c:pt>
                <c:pt idx="2624">
                  <c:v>43589</c:v>
                </c:pt>
                <c:pt idx="2625">
                  <c:v>43588</c:v>
                </c:pt>
                <c:pt idx="2626">
                  <c:v>43587</c:v>
                </c:pt>
                <c:pt idx="2627">
                  <c:v>43586</c:v>
                </c:pt>
                <c:pt idx="2628">
                  <c:v>43585</c:v>
                </c:pt>
                <c:pt idx="2629">
                  <c:v>43584</c:v>
                </c:pt>
                <c:pt idx="2630">
                  <c:v>43583</c:v>
                </c:pt>
                <c:pt idx="2631">
                  <c:v>43582</c:v>
                </c:pt>
                <c:pt idx="2632">
                  <c:v>43581</c:v>
                </c:pt>
                <c:pt idx="2633">
                  <c:v>43580</c:v>
                </c:pt>
                <c:pt idx="2634">
                  <c:v>43579</c:v>
                </c:pt>
                <c:pt idx="2635">
                  <c:v>43578</c:v>
                </c:pt>
                <c:pt idx="2636">
                  <c:v>43577</c:v>
                </c:pt>
                <c:pt idx="2637">
                  <c:v>43576</c:v>
                </c:pt>
                <c:pt idx="2638">
                  <c:v>43575</c:v>
                </c:pt>
                <c:pt idx="2639">
                  <c:v>43574</c:v>
                </c:pt>
                <c:pt idx="2640">
                  <c:v>43573</c:v>
                </c:pt>
                <c:pt idx="2641">
                  <c:v>43572</c:v>
                </c:pt>
                <c:pt idx="2642">
                  <c:v>43571</c:v>
                </c:pt>
                <c:pt idx="2643">
                  <c:v>43570</c:v>
                </c:pt>
                <c:pt idx="2644">
                  <c:v>43569</c:v>
                </c:pt>
                <c:pt idx="2645">
                  <c:v>43568</c:v>
                </c:pt>
                <c:pt idx="2646">
                  <c:v>43567</c:v>
                </c:pt>
                <c:pt idx="2647">
                  <c:v>43566</c:v>
                </c:pt>
                <c:pt idx="2648">
                  <c:v>43565</c:v>
                </c:pt>
                <c:pt idx="2649">
                  <c:v>43564</c:v>
                </c:pt>
                <c:pt idx="2650">
                  <c:v>43563</c:v>
                </c:pt>
                <c:pt idx="2651">
                  <c:v>43562</c:v>
                </c:pt>
                <c:pt idx="2652">
                  <c:v>43561</c:v>
                </c:pt>
                <c:pt idx="2653">
                  <c:v>43560</c:v>
                </c:pt>
                <c:pt idx="2654">
                  <c:v>43559</c:v>
                </c:pt>
                <c:pt idx="2655">
                  <c:v>43558</c:v>
                </c:pt>
                <c:pt idx="2656">
                  <c:v>43557</c:v>
                </c:pt>
                <c:pt idx="2657">
                  <c:v>43556</c:v>
                </c:pt>
                <c:pt idx="2658">
                  <c:v>43555</c:v>
                </c:pt>
                <c:pt idx="2659">
                  <c:v>43554</c:v>
                </c:pt>
                <c:pt idx="2660">
                  <c:v>43553</c:v>
                </c:pt>
                <c:pt idx="2661">
                  <c:v>43552</c:v>
                </c:pt>
                <c:pt idx="2662">
                  <c:v>43551</c:v>
                </c:pt>
                <c:pt idx="2663">
                  <c:v>43550</c:v>
                </c:pt>
                <c:pt idx="2664">
                  <c:v>43549</c:v>
                </c:pt>
                <c:pt idx="2665">
                  <c:v>43548</c:v>
                </c:pt>
                <c:pt idx="2666">
                  <c:v>43547</c:v>
                </c:pt>
                <c:pt idx="2667">
                  <c:v>43546</c:v>
                </c:pt>
                <c:pt idx="2668">
                  <c:v>43545</c:v>
                </c:pt>
                <c:pt idx="2669">
                  <c:v>43544</c:v>
                </c:pt>
                <c:pt idx="2670">
                  <c:v>43543</c:v>
                </c:pt>
                <c:pt idx="2671">
                  <c:v>43542</c:v>
                </c:pt>
                <c:pt idx="2672">
                  <c:v>43541</c:v>
                </c:pt>
                <c:pt idx="2673">
                  <c:v>43540</c:v>
                </c:pt>
                <c:pt idx="2674">
                  <c:v>43539</c:v>
                </c:pt>
                <c:pt idx="2675">
                  <c:v>43538</c:v>
                </c:pt>
                <c:pt idx="2676">
                  <c:v>43537</c:v>
                </c:pt>
                <c:pt idx="2677">
                  <c:v>43536</c:v>
                </c:pt>
                <c:pt idx="2678">
                  <c:v>43535</c:v>
                </c:pt>
                <c:pt idx="2679">
                  <c:v>43534</c:v>
                </c:pt>
                <c:pt idx="2680">
                  <c:v>43533</c:v>
                </c:pt>
                <c:pt idx="2681">
                  <c:v>43532</c:v>
                </c:pt>
                <c:pt idx="2682">
                  <c:v>43531</c:v>
                </c:pt>
                <c:pt idx="2683">
                  <c:v>43530</c:v>
                </c:pt>
                <c:pt idx="2684">
                  <c:v>43529</c:v>
                </c:pt>
                <c:pt idx="2685">
                  <c:v>43528</c:v>
                </c:pt>
                <c:pt idx="2686">
                  <c:v>43527</c:v>
                </c:pt>
                <c:pt idx="2687">
                  <c:v>43526</c:v>
                </c:pt>
                <c:pt idx="2688">
                  <c:v>43525</c:v>
                </c:pt>
                <c:pt idx="2689">
                  <c:v>43524</c:v>
                </c:pt>
                <c:pt idx="2690">
                  <c:v>43523</c:v>
                </c:pt>
                <c:pt idx="2691">
                  <c:v>43522</c:v>
                </c:pt>
                <c:pt idx="2692">
                  <c:v>43521</c:v>
                </c:pt>
                <c:pt idx="2693">
                  <c:v>43520</c:v>
                </c:pt>
                <c:pt idx="2694">
                  <c:v>43519</c:v>
                </c:pt>
                <c:pt idx="2695">
                  <c:v>43518</c:v>
                </c:pt>
                <c:pt idx="2696">
                  <c:v>43517</c:v>
                </c:pt>
                <c:pt idx="2697">
                  <c:v>43516</c:v>
                </c:pt>
                <c:pt idx="2698">
                  <c:v>43515</c:v>
                </c:pt>
                <c:pt idx="2699">
                  <c:v>43514</c:v>
                </c:pt>
                <c:pt idx="2700">
                  <c:v>43513</c:v>
                </c:pt>
                <c:pt idx="2701">
                  <c:v>43512</c:v>
                </c:pt>
                <c:pt idx="2702">
                  <c:v>43511</c:v>
                </c:pt>
                <c:pt idx="2703">
                  <c:v>43510</c:v>
                </c:pt>
                <c:pt idx="2704">
                  <c:v>43509</c:v>
                </c:pt>
                <c:pt idx="2705">
                  <c:v>43508</c:v>
                </c:pt>
                <c:pt idx="2706">
                  <c:v>43507</c:v>
                </c:pt>
                <c:pt idx="2707">
                  <c:v>43506</c:v>
                </c:pt>
                <c:pt idx="2708">
                  <c:v>43505</c:v>
                </c:pt>
                <c:pt idx="2709">
                  <c:v>43504</c:v>
                </c:pt>
                <c:pt idx="2710">
                  <c:v>43503</c:v>
                </c:pt>
                <c:pt idx="2711">
                  <c:v>43502</c:v>
                </c:pt>
                <c:pt idx="2712">
                  <c:v>43501</c:v>
                </c:pt>
                <c:pt idx="2713">
                  <c:v>43500</c:v>
                </c:pt>
                <c:pt idx="2714">
                  <c:v>43499</c:v>
                </c:pt>
                <c:pt idx="2715">
                  <c:v>43498</c:v>
                </c:pt>
                <c:pt idx="2716">
                  <c:v>43497</c:v>
                </c:pt>
                <c:pt idx="2717">
                  <c:v>43496</c:v>
                </c:pt>
                <c:pt idx="2718">
                  <c:v>43495</c:v>
                </c:pt>
                <c:pt idx="2719">
                  <c:v>43494</c:v>
                </c:pt>
                <c:pt idx="2720">
                  <c:v>43493</c:v>
                </c:pt>
                <c:pt idx="2721">
                  <c:v>43492</c:v>
                </c:pt>
                <c:pt idx="2722">
                  <c:v>43491</c:v>
                </c:pt>
                <c:pt idx="2723">
                  <c:v>43490</c:v>
                </c:pt>
                <c:pt idx="2724">
                  <c:v>43489</c:v>
                </c:pt>
                <c:pt idx="2725">
                  <c:v>43488</c:v>
                </c:pt>
                <c:pt idx="2726">
                  <c:v>43487</c:v>
                </c:pt>
                <c:pt idx="2727">
                  <c:v>43486</c:v>
                </c:pt>
                <c:pt idx="2728">
                  <c:v>43485</c:v>
                </c:pt>
                <c:pt idx="2729">
                  <c:v>43484</c:v>
                </c:pt>
                <c:pt idx="2730">
                  <c:v>43483</c:v>
                </c:pt>
                <c:pt idx="2731">
                  <c:v>43482</c:v>
                </c:pt>
                <c:pt idx="2732">
                  <c:v>43481</c:v>
                </c:pt>
                <c:pt idx="2733">
                  <c:v>43480</c:v>
                </c:pt>
                <c:pt idx="2734">
                  <c:v>43479</c:v>
                </c:pt>
                <c:pt idx="2735">
                  <c:v>43478</c:v>
                </c:pt>
                <c:pt idx="2736">
                  <c:v>43477</c:v>
                </c:pt>
                <c:pt idx="2737">
                  <c:v>43476</c:v>
                </c:pt>
                <c:pt idx="2738">
                  <c:v>43475</c:v>
                </c:pt>
                <c:pt idx="2739">
                  <c:v>43474</c:v>
                </c:pt>
                <c:pt idx="2740">
                  <c:v>43473</c:v>
                </c:pt>
                <c:pt idx="2741">
                  <c:v>43472</c:v>
                </c:pt>
                <c:pt idx="2742">
                  <c:v>43471</c:v>
                </c:pt>
                <c:pt idx="2743">
                  <c:v>43470</c:v>
                </c:pt>
                <c:pt idx="2744">
                  <c:v>43469</c:v>
                </c:pt>
                <c:pt idx="2745">
                  <c:v>43468</c:v>
                </c:pt>
                <c:pt idx="2746">
                  <c:v>43467</c:v>
                </c:pt>
                <c:pt idx="2747">
                  <c:v>43466</c:v>
                </c:pt>
                <c:pt idx="2748">
                  <c:v>43465</c:v>
                </c:pt>
                <c:pt idx="2749">
                  <c:v>43464</c:v>
                </c:pt>
                <c:pt idx="2750">
                  <c:v>43463</c:v>
                </c:pt>
                <c:pt idx="2751">
                  <c:v>43462</c:v>
                </c:pt>
                <c:pt idx="2752">
                  <c:v>43461</c:v>
                </c:pt>
                <c:pt idx="2753">
                  <c:v>43460</c:v>
                </c:pt>
                <c:pt idx="2754">
                  <c:v>43459</c:v>
                </c:pt>
                <c:pt idx="2755">
                  <c:v>43458</c:v>
                </c:pt>
                <c:pt idx="2756">
                  <c:v>43457</c:v>
                </c:pt>
                <c:pt idx="2757">
                  <c:v>43456</c:v>
                </c:pt>
                <c:pt idx="2758">
                  <c:v>43455</c:v>
                </c:pt>
                <c:pt idx="2759">
                  <c:v>43454</c:v>
                </c:pt>
                <c:pt idx="2760">
                  <c:v>43453</c:v>
                </c:pt>
                <c:pt idx="2761">
                  <c:v>43452</c:v>
                </c:pt>
                <c:pt idx="2762">
                  <c:v>43451</c:v>
                </c:pt>
                <c:pt idx="2763">
                  <c:v>43450</c:v>
                </c:pt>
                <c:pt idx="2764">
                  <c:v>43449</c:v>
                </c:pt>
                <c:pt idx="2765">
                  <c:v>43448</c:v>
                </c:pt>
                <c:pt idx="2766">
                  <c:v>43447</c:v>
                </c:pt>
                <c:pt idx="2767">
                  <c:v>43446</c:v>
                </c:pt>
                <c:pt idx="2768">
                  <c:v>43445</c:v>
                </c:pt>
                <c:pt idx="2769">
                  <c:v>43444</c:v>
                </c:pt>
                <c:pt idx="2770">
                  <c:v>43443</c:v>
                </c:pt>
                <c:pt idx="2771">
                  <c:v>43442</c:v>
                </c:pt>
                <c:pt idx="2772">
                  <c:v>43441</c:v>
                </c:pt>
                <c:pt idx="2773">
                  <c:v>43440</c:v>
                </c:pt>
                <c:pt idx="2774">
                  <c:v>43439</c:v>
                </c:pt>
                <c:pt idx="2775">
                  <c:v>43438</c:v>
                </c:pt>
                <c:pt idx="2776">
                  <c:v>43437</c:v>
                </c:pt>
                <c:pt idx="2777">
                  <c:v>43436</c:v>
                </c:pt>
                <c:pt idx="2778">
                  <c:v>43435</c:v>
                </c:pt>
                <c:pt idx="2779">
                  <c:v>43434</c:v>
                </c:pt>
                <c:pt idx="2780">
                  <c:v>43433</c:v>
                </c:pt>
                <c:pt idx="2781">
                  <c:v>43432</c:v>
                </c:pt>
                <c:pt idx="2782">
                  <c:v>43431</c:v>
                </c:pt>
                <c:pt idx="2783">
                  <c:v>43430</c:v>
                </c:pt>
                <c:pt idx="2784">
                  <c:v>43429</c:v>
                </c:pt>
                <c:pt idx="2785">
                  <c:v>43428</c:v>
                </c:pt>
                <c:pt idx="2786">
                  <c:v>43427</c:v>
                </c:pt>
                <c:pt idx="2787">
                  <c:v>43426</c:v>
                </c:pt>
                <c:pt idx="2788">
                  <c:v>43425</c:v>
                </c:pt>
                <c:pt idx="2789">
                  <c:v>43424</c:v>
                </c:pt>
                <c:pt idx="2790">
                  <c:v>43423</c:v>
                </c:pt>
                <c:pt idx="2791">
                  <c:v>43422</c:v>
                </c:pt>
                <c:pt idx="2792">
                  <c:v>43421</c:v>
                </c:pt>
                <c:pt idx="2793">
                  <c:v>43420</c:v>
                </c:pt>
                <c:pt idx="2794">
                  <c:v>43419</c:v>
                </c:pt>
                <c:pt idx="2795">
                  <c:v>43418</c:v>
                </c:pt>
                <c:pt idx="2796">
                  <c:v>43417</c:v>
                </c:pt>
                <c:pt idx="2797">
                  <c:v>43416</c:v>
                </c:pt>
                <c:pt idx="2798">
                  <c:v>43415</c:v>
                </c:pt>
                <c:pt idx="2799">
                  <c:v>43414</c:v>
                </c:pt>
                <c:pt idx="2800">
                  <c:v>43413</c:v>
                </c:pt>
                <c:pt idx="2801">
                  <c:v>43412</c:v>
                </c:pt>
                <c:pt idx="2802">
                  <c:v>43411</c:v>
                </c:pt>
                <c:pt idx="2803">
                  <c:v>43410</c:v>
                </c:pt>
                <c:pt idx="2804">
                  <c:v>43409</c:v>
                </c:pt>
                <c:pt idx="2805">
                  <c:v>43408</c:v>
                </c:pt>
                <c:pt idx="2806">
                  <c:v>43407</c:v>
                </c:pt>
                <c:pt idx="2807">
                  <c:v>43406</c:v>
                </c:pt>
                <c:pt idx="2808">
                  <c:v>43405</c:v>
                </c:pt>
                <c:pt idx="2809">
                  <c:v>43404</c:v>
                </c:pt>
                <c:pt idx="2810">
                  <c:v>43403</c:v>
                </c:pt>
                <c:pt idx="2811">
                  <c:v>43402</c:v>
                </c:pt>
                <c:pt idx="2812">
                  <c:v>43401</c:v>
                </c:pt>
                <c:pt idx="2813">
                  <c:v>43400</c:v>
                </c:pt>
                <c:pt idx="2814">
                  <c:v>43399</c:v>
                </c:pt>
                <c:pt idx="2815">
                  <c:v>43398</c:v>
                </c:pt>
                <c:pt idx="2816">
                  <c:v>43397</c:v>
                </c:pt>
                <c:pt idx="2817">
                  <c:v>43396</c:v>
                </c:pt>
                <c:pt idx="2818">
                  <c:v>43395</c:v>
                </c:pt>
                <c:pt idx="2819">
                  <c:v>43394</c:v>
                </c:pt>
                <c:pt idx="2820">
                  <c:v>43393</c:v>
                </c:pt>
                <c:pt idx="2821">
                  <c:v>43392</c:v>
                </c:pt>
                <c:pt idx="2822">
                  <c:v>43391</c:v>
                </c:pt>
                <c:pt idx="2823">
                  <c:v>43390</c:v>
                </c:pt>
                <c:pt idx="2824">
                  <c:v>43389</c:v>
                </c:pt>
                <c:pt idx="2825">
                  <c:v>43388</c:v>
                </c:pt>
                <c:pt idx="2826">
                  <c:v>43387</c:v>
                </c:pt>
                <c:pt idx="2827">
                  <c:v>43386</c:v>
                </c:pt>
                <c:pt idx="2828">
                  <c:v>43385</c:v>
                </c:pt>
                <c:pt idx="2829">
                  <c:v>43384</c:v>
                </c:pt>
                <c:pt idx="2830">
                  <c:v>43383</c:v>
                </c:pt>
                <c:pt idx="2831">
                  <c:v>43382</c:v>
                </c:pt>
                <c:pt idx="2832">
                  <c:v>43381</c:v>
                </c:pt>
                <c:pt idx="2833">
                  <c:v>43380</c:v>
                </c:pt>
                <c:pt idx="2834">
                  <c:v>43379</c:v>
                </c:pt>
                <c:pt idx="2835">
                  <c:v>43378</c:v>
                </c:pt>
                <c:pt idx="2836">
                  <c:v>43377</c:v>
                </c:pt>
                <c:pt idx="2837">
                  <c:v>43376</c:v>
                </c:pt>
                <c:pt idx="2838">
                  <c:v>43375</c:v>
                </c:pt>
                <c:pt idx="2839">
                  <c:v>43374</c:v>
                </c:pt>
                <c:pt idx="2840">
                  <c:v>43373</c:v>
                </c:pt>
                <c:pt idx="2841">
                  <c:v>43372</c:v>
                </c:pt>
                <c:pt idx="2842">
                  <c:v>43371</c:v>
                </c:pt>
                <c:pt idx="2843">
                  <c:v>43370</c:v>
                </c:pt>
                <c:pt idx="2844">
                  <c:v>43369</c:v>
                </c:pt>
                <c:pt idx="2845">
                  <c:v>43368</c:v>
                </c:pt>
                <c:pt idx="2846">
                  <c:v>43367</c:v>
                </c:pt>
                <c:pt idx="2847">
                  <c:v>43366</c:v>
                </c:pt>
                <c:pt idx="2848">
                  <c:v>43365</c:v>
                </c:pt>
                <c:pt idx="2849">
                  <c:v>43364</c:v>
                </c:pt>
                <c:pt idx="2850">
                  <c:v>43363</c:v>
                </c:pt>
                <c:pt idx="2851">
                  <c:v>43362</c:v>
                </c:pt>
                <c:pt idx="2852">
                  <c:v>43361</c:v>
                </c:pt>
                <c:pt idx="2853">
                  <c:v>43360</c:v>
                </c:pt>
                <c:pt idx="2854">
                  <c:v>43359</c:v>
                </c:pt>
                <c:pt idx="2855">
                  <c:v>43358</c:v>
                </c:pt>
                <c:pt idx="2856">
                  <c:v>43357</c:v>
                </c:pt>
                <c:pt idx="2857">
                  <c:v>43356</c:v>
                </c:pt>
                <c:pt idx="2858">
                  <c:v>43355</c:v>
                </c:pt>
                <c:pt idx="2859">
                  <c:v>43354</c:v>
                </c:pt>
                <c:pt idx="2860">
                  <c:v>43353</c:v>
                </c:pt>
                <c:pt idx="2861">
                  <c:v>43352</c:v>
                </c:pt>
                <c:pt idx="2862">
                  <c:v>43351</c:v>
                </c:pt>
                <c:pt idx="2863">
                  <c:v>43350</c:v>
                </c:pt>
                <c:pt idx="2864">
                  <c:v>43349</c:v>
                </c:pt>
                <c:pt idx="2865">
                  <c:v>43348</c:v>
                </c:pt>
                <c:pt idx="2866">
                  <c:v>43347</c:v>
                </c:pt>
                <c:pt idx="2867">
                  <c:v>43346</c:v>
                </c:pt>
                <c:pt idx="2868">
                  <c:v>43345</c:v>
                </c:pt>
                <c:pt idx="2869">
                  <c:v>43344</c:v>
                </c:pt>
                <c:pt idx="2870">
                  <c:v>43343</c:v>
                </c:pt>
                <c:pt idx="2871">
                  <c:v>43342</c:v>
                </c:pt>
                <c:pt idx="2872">
                  <c:v>43341</c:v>
                </c:pt>
                <c:pt idx="2873">
                  <c:v>43340</c:v>
                </c:pt>
                <c:pt idx="2874">
                  <c:v>43339</c:v>
                </c:pt>
                <c:pt idx="2875">
                  <c:v>43338</c:v>
                </c:pt>
                <c:pt idx="2876">
                  <c:v>43337</c:v>
                </c:pt>
                <c:pt idx="2877">
                  <c:v>43336</c:v>
                </c:pt>
                <c:pt idx="2878">
                  <c:v>43335</c:v>
                </c:pt>
                <c:pt idx="2879">
                  <c:v>43334</c:v>
                </c:pt>
                <c:pt idx="2880">
                  <c:v>43333</c:v>
                </c:pt>
                <c:pt idx="2881">
                  <c:v>43332</c:v>
                </c:pt>
                <c:pt idx="2882">
                  <c:v>43331</c:v>
                </c:pt>
                <c:pt idx="2883">
                  <c:v>43330</c:v>
                </c:pt>
                <c:pt idx="2884">
                  <c:v>43329</c:v>
                </c:pt>
                <c:pt idx="2885">
                  <c:v>43328</c:v>
                </c:pt>
                <c:pt idx="2886">
                  <c:v>43327</c:v>
                </c:pt>
                <c:pt idx="2887">
                  <c:v>43326</c:v>
                </c:pt>
                <c:pt idx="2888">
                  <c:v>43325</c:v>
                </c:pt>
                <c:pt idx="2889">
                  <c:v>43324</c:v>
                </c:pt>
                <c:pt idx="2890">
                  <c:v>43323</c:v>
                </c:pt>
                <c:pt idx="2891">
                  <c:v>43322</c:v>
                </c:pt>
                <c:pt idx="2892">
                  <c:v>43321</c:v>
                </c:pt>
                <c:pt idx="2893">
                  <c:v>43320</c:v>
                </c:pt>
                <c:pt idx="2894">
                  <c:v>43319</c:v>
                </c:pt>
                <c:pt idx="2895">
                  <c:v>43318</c:v>
                </c:pt>
                <c:pt idx="2896">
                  <c:v>43317</c:v>
                </c:pt>
                <c:pt idx="2897">
                  <c:v>43316</c:v>
                </c:pt>
                <c:pt idx="2898">
                  <c:v>43315</c:v>
                </c:pt>
                <c:pt idx="2899">
                  <c:v>43314</c:v>
                </c:pt>
                <c:pt idx="2900">
                  <c:v>43313</c:v>
                </c:pt>
                <c:pt idx="2901">
                  <c:v>43312</c:v>
                </c:pt>
                <c:pt idx="2902">
                  <c:v>43311</c:v>
                </c:pt>
                <c:pt idx="2903">
                  <c:v>43310</c:v>
                </c:pt>
                <c:pt idx="2904">
                  <c:v>43309</c:v>
                </c:pt>
                <c:pt idx="2905">
                  <c:v>43308</c:v>
                </c:pt>
                <c:pt idx="2906">
                  <c:v>43307</c:v>
                </c:pt>
                <c:pt idx="2907">
                  <c:v>43306</c:v>
                </c:pt>
                <c:pt idx="2908">
                  <c:v>43305</c:v>
                </c:pt>
                <c:pt idx="2909">
                  <c:v>43304</c:v>
                </c:pt>
                <c:pt idx="2910">
                  <c:v>43303</c:v>
                </c:pt>
                <c:pt idx="2911">
                  <c:v>43302</c:v>
                </c:pt>
                <c:pt idx="2912">
                  <c:v>43301</c:v>
                </c:pt>
                <c:pt idx="2913">
                  <c:v>43300</c:v>
                </c:pt>
                <c:pt idx="2914">
                  <c:v>43299</c:v>
                </c:pt>
                <c:pt idx="2915">
                  <c:v>43298</c:v>
                </c:pt>
                <c:pt idx="2916">
                  <c:v>43297</c:v>
                </c:pt>
                <c:pt idx="2917">
                  <c:v>43296</c:v>
                </c:pt>
                <c:pt idx="2918">
                  <c:v>43295</c:v>
                </c:pt>
                <c:pt idx="2919">
                  <c:v>43294</c:v>
                </c:pt>
                <c:pt idx="2920">
                  <c:v>43293</c:v>
                </c:pt>
                <c:pt idx="2921">
                  <c:v>43292</c:v>
                </c:pt>
                <c:pt idx="2922">
                  <c:v>43291</c:v>
                </c:pt>
                <c:pt idx="2923">
                  <c:v>43290</c:v>
                </c:pt>
                <c:pt idx="2924">
                  <c:v>43289</c:v>
                </c:pt>
                <c:pt idx="2925">
                  <c:v>43288</c:v>
                </c:pt>
                <c:pt idx="2926">
                  <c:v>43287</c:v>
                </c:pt>
                <c:pt idx="2927">
                  <c:v>43286</c:v>
                </c:pt>
                <c:pt idx="2928">
                  <c:v>43285</c:v>
                </c:pt>
                <c:pt idx="2929">
                  <c:v>43284</c:v>
                </c:pt>
                <c:pt idx="2930">
                  <c:v>43283</c:v>
                </c:pt>
                <c:pt idx="2931">
                  <c:v>43282</c:v>
                </c:pt>
                <c:pt idx="2932">
                  <c:v>43281</c:v>
                </c:pt>
                <c:pt idx="2933">
                  <c:v>43280</c:v>
                </c:pt>
                <c:pt idx="2934">
                  <c:v>43279</c:v>
                </c:pt>
                <c:pt idx="2935">
                  <c:v>43278</c:v>
                </c:pt>
                <c:pt idx="2936">
                  <c:v>43277</c:v>
                </c:pt>
                <c:pt idx="2937">
                  <c:v>43276</c:v>
                </c:pt>
                <c:pt idx="2938">
                  <c:v>43275</c:v>
                </c:pt>
                <c:pt idx="2939">
                  <c:v>43274</c:v>
                </c:pt>
                <c:pt idx="2940">
                  <c:v>43273</c:v>
                </c:pt>
                <c:pt idx="2941">
                  <c:v>43272</c:v>
                </c:pt>
                <c:pt idx="2942">
                  <c:v>43271</c:v>
                </c:pt>
                <c:pt idx="2943">
                  <c:v>43270</c:v>
                </c:pt>
                <c:pt idx="2944">
                  <c:v>43269</c:v>
                </c:pt>
                <c:pt idx="2945">
                  <c:v>43268</c:v>
                </c:pt>
                <c:pt idx="2946">
                  <c:v>43267</c:v>
                </c:pt>
                <c:pt idx="2947">
                  <c:v>43266</c:v>
                </c:pt>
                <c:pt idx="2948">
                  <c:v>43265</c:v>
                </c:pt>
                <c:pt idx="2949">
                  <c:v>43264</c:v>
                </c:pt>
                <c:pt idx="2950">
                  <c:v>43263</c:v>
                </c:pt>
                <c:pt idx="2951">
                  <c:v>43262</c:v>
                </c:pt>
                <c:pt idx="2952">
                  <c:v>43261</c:v>
                </c:pt>
                <c:pt idx="2953">
                  <c:v>43260</c:v>
                </c:pt>
                <c:pt idx="2954">
                  <c:v>43259</c:v>
                </c:pt>
                <c:pt idx="2955">
                  <c:v>43258</c:v>
                </c:pt>
                <c:pt idx="2956">
                  <c:v>43257</c:v>
                </c:pt>
                <c:pt idx="2957">
                  <c:v>43256</c:v>
                </c:pt>
                <c:pt idx="2958">
                  <c:v>43255</c:v>
                </c:pt>
                <c:pt idx="2959">
                  <c:v>43254</c:v>
                </c:pt>
                <c:pt idx="2960">
                  <c:v>43253</c:v>
                </c:pt>
                <c:pt idx="2961">
                  <c:v>43252</c:v>
                </c:pt>
                <c:pt idx="2962">
                  <c:v>43251</c:v>
                </c:pt>
                <c:pt idx="2963">
                  <c:v>43250</c:v>
                </c:pt>
                <c:pt idx="2964">
                  <c:v>43249</c:v>
                </c:pt>
                <c:pt idx="2965">
                  <c:v>43248</c:v>
                </c:pt>
                <c:pt idx="2966">
                  <c:v>43247</c:v>
                </c:pt>
                <c:pt idx="2967">
                  <c:v>43246</c:v>
                </c:pt>
                <c:pt idx="2968">
                  <c:v>43245</c:v>
                </c:pt>
                <c:pt idx="2969">
                  <c:v>43244</c:v>
                </c:pt>
                <c:pt idx="2970">
                  <c:v>43243</c:v>
                </c:pt>
                <c:pt idx="2971">
                  <c:v>43242</c:v>
                </c:pt>
                <c:pt idx="2972">
                  <c:v>43241</c:v>
                </c:pt>
                <c:pt idx="2973">
                  <c:v>43240</c:v>
                </c:pt>
                <c:pt idx="2974">
                  <c:v>43239</c:v>
                </c:pt>
                <c:pt idx="2975">
                  <c:v>43238</c:v>
                </c:pt>
                <c:pt idx="2976">
                  <c:v>43237</c:v>
                </c:pt>
                <c:pt idx="2977">
                  <c:v>43236</c:v>
                </c:pt>
                <c:pt idx="2978">
                  <c:v>43235</c:v>
                </c:pt>
                <c:pt idx="2979">
                  <c:v>43234</c:v>
                </c:pt>
                <c:pt idx="2980">
                  <c:v>43233</c:v>
                </c:pt>
                <c:pt idx="2981">
                  <c:v>43232</c:v>
                </c:pt>
                <c:pt idx="2982">
                  <c:v>43231</c:v>
                </c:pt>
                <c:pt idx="2983">
                  <c:v>43230</c:v>
                </c:pt>
                <c:pt idx="2984">
                  <c:v>43229</c:v>
                </c:pt>
                <c:pt idx="2985">
                  <c:v>43228</c:v>
                </c:pt>
                <c:pt idx="2986">
                  <c:v>43227</c:v>
                </c:pt>
                <c:pt idx="2987">
                  <c:v>43226</c:v>
                </c:pt>
                <c:pt idx="2988">
                  <c:v>43225</c:v>
                </c:pt>
                <c:pt idx="2989">
                  <c:v>43224</c:v>
                </c:pt>
                <c:pt idx="2990">
                  <c:v>43223</c:v>
                </c:pt>
                <c:pt idx="2991">
                  <c:v>43222</c:v>
                </c:pt>
                <c:pt idx="2992">
                  <c:v>43221</c:v>
                </c:pt>
                <c:pt idx="2993">
                  <c:v>43220</c:v>
                </c:pt>
                <c:pt idx="2994">
                  <c:v>43219</c:v>
                </c:pt>
                <c:pt idx="2995">
                  <c:v>43218</c:v>
                </c:pt>
                <c:pt idx="2996">
                  <c:v>43217</c:v>
                </c:pt>
                <c:pt idx="2997">
                  <c:v>43216</c:v>
                </c:pt>
                <c:pt idx="2998">
                  <c:v>43215</c:v>
                </c:pt>
                <c:pt idx="2999">
                  <c:v>43214</c:v>
                </c:pt>
                <c:pt idx="3000">
                  <c:v>43213</c:v>
                </c:pt>
                <c:pt idx="3001">
                  <c:v>43212</c:v>
                </c:pt>
                <c:pt idx="3002">
                  <c:v>43211</c:v>
                </c:pt>
                <c:pt idx="3003">
                  <c:v>43210</c:v>
                </c:pt>
                <c:pt idx="3004">
                  <c:v>43209</c:v>
                </c:pt>
                <c:pt idx="3005">
                  <c:v>43208</c:v>
                </c:pt>
                <c:pt idx="3006">
                  <c:v>43207</c:v>
                </c:pt>
                <c:pt idx="3007">
                  <c:v>43206</c:v>
                </c:pt>
                <c:pt idx="3008">
                  <c:v>43205</c:v>
                </c:pt>
                <c:pt idx="3009">
                  <c:v>43204</c:v>
                </c:pt>
                <c:pt idx="3010">
                  <c:v>43203</c:v>
                </c:pt>
                <c:pt idx="3011">
                  <c:v>43202</c:v>
                </c:pt>
                <c:pt idx="3012">
                  <c:v>43201</c:v>
                </c:pt>
                <c:pt idx="3013">
                  <c:v>43200</c:v>
                </c:pt>
                <c:pt idx="3014">
                  <c:v>43199</c:v>
                </c:pt>
                <c:pt idx="3015">
                  <c:v>43198</c:v>
                </c:pt>
                <c:pt idx="3016">
                  <c:v>43197</c:v>
                </c:pt>
                <c:pt idx="3017">
                  <c:v>43196</c:v>
                </c:pt>
                <c:pt idx="3018">
                  <c:v>43195</c:v>
                </c:pt>
                <c:pt idx="3019">
                  <c:v>43194</c:v>
                </c:pt>
                <c:pt idx="3020">
                  <c:v>43193</c:v>
                </c:pt>
                <c:pt idx="3021">
                  <c:v>43192</c:v>
                </c:pt>
                <c:pt idx="3022">
                  <c:v>43191</c:v>
                </c:pt>
                <c:pt idx="3023">
                  <c:v>43190</c:v>
                </c:pt>
                <c:pt idx="3024">
                  <c:v>43189</c:v>
                </c:pt>
                <c:pt idx="3025">
                  <c:v>43188</c:v>
                </c:pt>
                <c:pt idx="3026">
                  <c:v>43187</c:v>
                </c:pt>
                <c:pt idx="3027">
                  <c:v>43186</c:v>
                </c:pt>
                <c:pt idx="3028">
                  <c:v>43185</c:v>
                </c:pt>
                <c:pt idx="3029">
                  <c:v>43184</c:v>
                </c:pt>
                <c:pt idx="3030">
                  <c:v>43183</c:v>
                </c:pt>
                <c:pt idx="3031">
                  <c:v>43182</c:v>
                </c:pt>
                <c:pt idx="3032">
                  <c:v>43181</c:v>
                </c:pt>
                <c:pt idx="3033">
                  <c:v>43180</c:v>
                </c:pt>
                <c:pt idx="3034">
                  <c:v>43179</c:v>
                </c:pt>
                <c:pt idx="3035">
                  <c:v>43178</c:v>
                </c:pt>
                <c:pt idx="3036">
                  <c:v>43177</c:v>
                </c:pt>
                <c:pt idx="3037">
                  <c:v>43176</c:v>
                </c:pt>
                <c:pt idx="3038">
                  <c:v>43175</c:v>
                </c:pt>
                <c:pt idx="3039">
                  <c:v>43174</c:v>
                </c:pt>
                <c:pt idx="3040">
                  <c:v>43173</c:v>
                </c:pt>
                <c:pt idx="3041">
                  <c:v>43172</c:v>
                </c:pt>
                <c:pt idx="3042">
                  <c:v>43171</c:v>
                </c:pt>
                <c:pt idx="3043">
                  <c:v>43170</c:v>
                </c:pt>
                <c:pt idx="3044">
                  <c:v>43169</c:v>
                </c:pt>
                <c:pt idx="3045">
                  <c:v>43168</c:v>
                </c:pt>
                <c:pt idx="3046">
                  <c:v>43167</c:v>
                </c:pt>
                <c:pt idx="3047">
                  <c:v>43166</c:v>
                </c:pt>
                <c:pt idx="3048">
                  <c:v>43165</c:v>
                </c:pt>
                <c:pt idx="3049">
                  <c:v>43164</c:v>
                </c:pt>
                <c:pt idx="3050">
                  <c:v>43163</c:v>
                </c:pt>
                <c:pt idx="3051">
                  <c:v>43162</c:v>
                </c:pt>
                <c:pt idx="3052">
                  <c:v>43161</c:v>
                </c:pt>
                <c:pt idx="3053">
                  <c:v>43160</c:v>
                </c:pt>
                <c:pt idx="3054">
                  <c:v>43159</c:v>
                </c:pt>
                <c:pt idx="3055">
                  <c:v>43158</c:v>
                </c:pt>
                <c:pt idx="3056">
                  <c:v>43157</c:v>
                </c:pt>
                <c:pt idx="3057">
                  <c:v>43156</c:v>
                </c:pt>
                <c:pt idx="3058">
                  <c:v>43155</c:v>
                </c:pt>
                <c:pt idx="3059">
                  <c:v>43154</c:v>
                </c:pt>
                <c:pt idx="3060">
                  <c:v>43153</c:v>
                </c:pt>
                <c:pt idx="3061">
                  <c:v>43152</c:v>
                </c:pt>
                <c:pt idx="3062">
                  <c:v>43151</c:v>
                </c:pt>
                <c:pt idx="3063">
                  <c:v>43150</c:v>
                </c:pt>
                <c:pt idx="3064">
                  <c:v>43149</c:v>
                </c:pt>
                <c:pt idx="3065">
                  <c:v>43148</c:v>
                </c:pt>
                <c:pt idx="3066">
                  <c:v>43147</c:v>
                </c:pt>
                <c:pt idx="3067">
                  <c:v>43146</c:v>
                </c:pt>
                <c:pt idx="3068">
                  <c:v>43145</c:v>
                </c:pt>
                <c:pt idx="3069">
                  <c:v>43144</c:v>
                </c:pt>
                <c:pt idx="3070">
                  <c:v>43143</c:v>
                </c:pt>
                <c:pt idx="3071">
                  <c:v>43142</c:v>
                </c:pt>
                <c:pt idx="3072">
                  <c:v>43141</c:v>
                </c:pt>
                <c:pt idx="3073">
                  <c:v>43140</c:v>
                </c:pt>
                <c:pt idx="3074">
                  <c:v>43139</c:v>
                </c:pt>
                <c:pt idx="3075">
                  <c:v>43138</c:v>
                </c:pt>
                <c:pt idx="3076">
                  <c:v>43137</c:v>
                </c:pt>
                <c:pt idx="3077">
                  <c:v>43136</c:v>
                </c:pt>
                <c:pt idx="3078">
                  <c:v>43135</c:v>
                </c:pt>
                <c:pt idx="3079">
                  <c:v>43134</c:v>
                </c:pt>
                <c:pt idx="3080">
                  <c:v>43133</c:v>
                </c:pt>
                <c:pt idx="3081">
                  <c:v>43132</c:v>
                </c:pt>
                <c:pt idx="3082">
                  <c:v>43131</c:v>
                </c:pt>
                <c:pt idx="3083">
                  <c:v>43130</c:v>
                </c:pt>
                <c:pt idx="3084">
                  <c:v>43129</c:v>
                </c:pt>
                <c:pt idx="3085">
                  <c:v>43128</c:v>
                </c:pt>
                <c:pt idx="3086">
                  <c:v>43127</c:v>
                </c:pt>
                <c:pt idx="3087">
                  <c:v>43126</c:v>
                </c:pt>
                <c:pt idx="3088">
                  <c:v>43125</c:v>
                </c:pt>
                <c:pt idx="3089">
                  <c:v>43124</c:v>
                </c:pt>
                <c:pt idx="3090">
                  <c:v>43123</c:v>
                </c:pt>
                <c:pt idx="3091">
                  <c:v>43122</c:v>
                </c:pt>
                <c:pt idx="3092">
                  <c:v>43121</c:v>
                </c:pt>
                <c:pt idx="3093">
                  <c:v>43120</c:v>
                </c:pt>
                <c:pt idx="3094">
                  <c:v>43119</c:v>
                </c:pt>
                <c:pt idx="3095">
                  <c:v>43118</c:v>
                </c:pt>
                <c:pt idx="3096">
                  <c:v>43117</c:v>
                </c:pt>
                <c:pt idx="3097">
                  <c:v>43116</c:v>
                </c:pt>
                <c:pt idx="3098">
                  <c:v>43115</c:v>
                </c:pt>
                <c:pt idx="3099">
                  <c:v>43114</c:v>
                </c:pt>
                <c:pt idx="3100">
                  <c:v>43113</c:v>
                </c:pt>
                <c:pt idx="3101">
                  <c:v>43112</c:v>
                </c:pt>
                <c:pt idx="3102">
                  <c:v>43111</c:v>
                </c:pt>
                <c:pt idx="3103">
                  <c:v>43110</c:v>
                </c:pt>
                <c:pt idx="3104">
                  <c:v>43109</c:v>
                </c:pt>
                <c:pt idx="3105">
                  <c:v>43108</c:v>
                </c:pt>
                <c:pt idx="3106">
                  <c:v>43107</c:v>
                </c:pt>
                <c:pt idx="3107">
                  <c:v>43106</c:v>
                </c:pt>
                <c:pt idx="3108">
                  <c:v>43105</c:v>
                </c:pt>
                <c:pt idx="3109">
                  <c:v>43104</c:v>
                </c:pt>
                <c:pt idx="3110">
                  <c:v>43103</c:v>
                </c:pt>
                <c:pt idx="3111">
                  <c:v>43102</c:v>
                </c:pt>
                <c:pt idx="3112">
                  <c:v>43101</c:v>
                </c:pt>
                <c:pt idx="3113">
                  <c:v>43100</c:v>
                </c:pt>
                <c:pt idx="3114">
                  <c:v>43099</c:v>
                </c:pt>
                <c:pt idx="3115">
                  <c:v>43098</c:v>
                </c:pt>
                <c:pt idx="3116">
                  <c:v>43097</c:v>
                </c:pt>
                <c:pt idx="3117">
                  <c:v>43096</c:v>
                </c:pt>
                <c:pt idx="3118">
                  <c:v>43095</c:v>
                </c:pt>
                <c:pt idx="3119">
                  <c:v>43094</c:v>
                </c:pt>
                <c:pt idx="3120">
                  <c:v>43093</c:v>
                </c:pt>
                <c:pt idx="3121">
                  <c:v>43092</c:v>
                </c:pt>
                <c:pt idx="3122">
                  <c:v>43091</c:v>
                </c:pt>
                <c:pt idx="3123">
                  <c:v>43090</c:v>
                </c:pt>
                <c:pt idx="3124">
                  <c:v>43089</c:v>
                </c:pt>
                <c:pt idx="3125">
                  <c:v>43088</c:v>
                </c:pt>
                <c:pt idx="3126">
                  <c:v>43087</c:v>
                </c:pt>
                <c:pt idx="3127">
                  <c:v>43086</c:v>
                </c:pt>
                <c:pt idx="3128">
                  <c:v>43085</c:v>
                </c:pt>
                <c:pt idx="3129">
                  <c:v>43084</c:v>
                </c:pt>
                <c:pt idx="3130">
                  <c:v>43083</c:v>
                </c:pt>
                <c:pt idx="3131">
                  <c:v>43082</c:v>
                </c:pt>
                <c:pt idx="3132">
                  <c:v>43081</c:v>
                </c:pt>
                <c:pt idx="3133">
                  <c:v>43080</c:v>
                </c:pt>
                <c:pt idx="3134">
                  <c:v>43079</c:v>
                </c:pt>
                <c:pt idx="3135">
                  <c:v>43078</c:v>
                </c:pt>
                <c:pt idx="3136">
                  <c:v>43077</c:v>
                </c:pt>
                <c:pt idx="3137">
                  <c:v>43076</c:v>
                </c:pt>
                <c:pt idx="3138">
                  <c:v>43075</c:v>
                </c:pt>
                <c:pt idx="3139">
                  <c:v>43074</c:v>
                </c:pt>
                <c:pt idx="3140">
                  <c:v>43073</c:v>
                </c:pt>
                <c:pt idx="3141">
                  <c:v>43072</c:v>
                </c:pt>
                <c:pt idx="3142">
                  <c:v>43071</c:v>
                </c:pt>
                <c:pt idx="3143">
                  <c:v>43070</c:v>
                </c:pt>
                <c:pt idx="3144">
                  <c:v>43069</c:v>
                </c:pt>
                <c:pt idx="3145">
                  <c:v>43068</c:v>
                </c:pt>
                <c:pt idx="3146">
                  <c:v>43067</c:v>
                </c:pt>
                <c:pt idx="3147">
                  <c:v>43066</c:v>
                </c:pt>
                <c:pt idx="3148">
                  <c:v>43065</c:v>
                </c:pt>
                <c:pt idx="3149">
                  <c:v>43064</c:v>
                </c:pt>
                <c:pt idx="3150">
                  <c:v>43063</c:v>
                </c:pt>
                <c:pt idx="3151">
                  <c:v>43062</c:v>
                </c:pt>
                <c:pt idx="3152">
                  <c:v>43061</c:v>
                </c:pt>
                <c:pt idx="3153">
                  <c:v>43060</c:v>
                </c:pt>
                <c:pt idx="3154">
                  <c:v>43059</c:v>
                </c:pt>
                <c:pt idx="3155">
                  <c:v>43058</c:v>
                </c:pt>
                <c:pt idx="3156">
                  <c:v>43057</c:v>
                </c:pt>
                <c:pt idx="3157">
                  <c:v>43056</c:v>
                </c:pt>
                <c:pt idx="3158">
                  <c:v>43055</c:v>
                </c:pt>
                <c:pt idx="3159">
                  <c:v>43054</c:v>
                </c:pt>
                <c:pt idx="3160">
                  <c:v>43053</c:v>
                </c:pt>
                <c:pt idx="3161">
                  <c:v>43052</c:v>
                </c:pt>
                <c:pt idx="3162">
                  <c:v>43051</c:v>
                </c:pt>
                <c:pt idx="3163">
                  <c:v>43050</c:v>
                </c:pt>
                <c:pt idx="3164">
                  <c:v>43049</c:v>
                </c:pt>
                <c:pt idx="3165">
                  <c:v>43048</c:v>
                </c:pt>
                <c:pt idx="3166">
                  <c:v>43047</c:v>
                </c:pt>
                <c:pt idx="3167">
                  <c:v>43046</c:v>
                </c:pt>
                <c:pt idx="3168">
                  <c:v>43045</c:v>
                </c:pt>
                <c:pt idx="3169">
                  <c:v>43044</c:v>
                </c:pt>
                <c:pt idx="3170">
                  <c:v>43043</c:v>
                </c:pt>
                <c:pt idx="3171">
                  <c:v>43042</c:v>
                </c:pt>
                <c:pt idx="3172">
                  <c:v>43041</c:v>
                </c:pt>
                <c:pt idx="3173">
                  <c:v>43040</c:v>
                </c:pt>
                <c:pt idx="3174">
                  <c:v>43039</c:v>
                </c:pt>
                <c:pt idx="3175">
                  <c:v>43038</c:v>
                </c:pt>
                <c:pt idx="3176">
                  <c:v>43037</c:v>
                </c:pt>
                <c:pt idx="3177">
                  <c:v>43036</c:v>
                </c:pt>
                <c:pt idx="3178">
                  <c:v>43035</c:v>
                </c:pt>
                <c:pt idx="3179">
                  <c:v>43034</c:v>
                </c:pt>
                <c:pt idx="3180">
                  <c:v>43033</c:v>
                </c:pt>
                <c:pt idx="3181">
                  <c:v>43032</c:v>
                </c:pt>
                <c:pt idx="3182">
                  <c:v>43031</c:v>
                </c:pt>
                <c:pt idx="3183">
                  <c:v>43030</c:v>
                </c:pt>
                <c:pt idx="3184">
                  <c:v>43029</c:v>
                </c:pt>
                <c:pt idx="3185">
                  <c:v>43028</c:v>
                </c:pt>
                <c:pt idx="3186">
                  <c:v>43027</c:v>
                </c:pt>
                <c:pt idx="3187">
                  <c:v>43026</c:v>
                </c:pt>
                <c:pt idx="3188">
                  <c:v>43025</c:v>
                </c:pt>
                <c:pt idx="3189">
                  <c:v>43024</c:v>
                </c:pt>
                <c:pt idx="3190">
                  <c:v>43023</c:v>
                </c:pt>
                <c:pt idx="3191">
                  <c:v>43022</c:v>
                </c:pt>
                <c:pt idx="3192">
                  <c:v>43021</c:v>
                </c:pt>
                <c:pt idx="3193">
                  <c:v>43020</c:v>
                </c:pt>
                <c:pt idx="3194">
                  <c:v>43019</c:v>
                </c:pt>
                <c:pt idx="3195">
                  <c:v>43018</c:v>
                </c:pt>
                <c:pt idx="3196">
                  <c:v>43017</c:v>
                </c:pt>
                <c:pt idx="3197">
                  <c:v>43016</c:v>
                </c:pt>
                <c:pt idx="3198">
                  <c:v>43015</c:v>
                </c:pt>
                <c:pt idx="3199">
                  <c:v>43014</c:v>
                </c:pt>
                <c:pt idx="3200">
                  <c:v>43013</c:v>
                </c:pt>
                <c:pt idx="3201">
                  <c:v>43012</c:v>
                </c:pt>
                <c:pt idx="3202">
                  <c:v>43011</c:v>
                </c:pt>
                <c:pt idx="3203">
                  <c:v>43010</c:v>
                </c:pt>
                <c:pt idx="3204">
                  <c:v>43009</c:v>
                </c:pt>
                <c:pt idx="3205">
                  <c:v>43008</c:v>
                </c:pt>
                <c:pt idx="3206">
                  <c:v>43007</c:v>
                </c:pt>
                <c:pt idx="3207">
                  <c:v>43006</c:v>
                </c:pt>
                <c:pt idx="3208">
                  <c:v>43005</c:v>
                </c:pt>
                <c:pt idx="3209">
                  <c:v>43004</c:v>
                </c:pt>
                <c:pt idx="3210">
                  <c:v>43003</c:v>
                </c:pt>
                <c:pt idx="3211">
                  <c:v>43002</c:v>
                </c:pt>
                <c:pt idx="3212">
                  <c:v>43001</c:v>
                </c:pt>
                <c:pt idx="3213">
                  <c:v>43000</c:v>
                </c:pt>
                <c:pt idx="3214">
                  <c:v>42999</c:v>
                </c:pt>
                <c:pt idx="3215">
                  <c:v>42998</c:v>
                </c:pt>
                <c:pt idx="3216">
                  <c:v>42997</c:v>
                </c:pt>
                <c:pt idx="3217">
                  <c:v>42996</c:v>
                </c:pt>
                <c:pt idx="3218">
                  <c:v>42995</c:v>
                </c:pt>
                <c:pt idx="3219">
                  <c:v>42994</c:v>
                </c:pt>
                <c:pt idx="3220">
                  <c:v>42993</c:v>
                </c:pt>
                <c:pt idx="3221">
                  <c:v>42992</c:v>
                </c:pt>
                <c:pt idx="3222">
                  <c:v>42991</c:v>
                </c:pt>
                <c:pt idx="3223">
                  <c:v>42990</c:v>
                </c:pt>
                <c:pt idx="3224">
                  <c:v>42989</c:v>
                </c:pt>
                <c:pt idx="3225">
                  <c:v>42988</c:v>
                </c:pt>
                <c:pt idx="3226">
                  <c:v>42987</c:v>
                </c:pt>
                <c:pt idx="3227">
                  <c:v>42986</c:v>
                </c:pt>
                <c:pt idx="3228">
                  <c:v>42985</c:v>
                </c:pt>
                <c:pt idx="3229">
                  <c:v>42984</c:v>
                </c:pt>
                <c:pt idx="3230">
                  <c:v>42983</c:v>
                </c:pt>
                <c:pt idx="3231">
                  <c:v>42982</c:v>
                </c:pt>
                <c:pt idx="3232">
                  <c:v>42981</c:v>
                </c:pt>
                <c:pt idx="3233">
                  <c:v>42980</c:v>
                </c:pt>
                <c:pt idx="3234">
                  <c:v>42979</c:v>
                </c:pt>
                <c:pt idx="3235">
                  <c:v>42978</c:v>
                </c:pt>
                <c:pt idx="3236">
                  <c:v>42977</c:v>
                </c:pt>
                <c:pt idx="3237">
                  <c:v>42976</c:v>
                </c:pt>
                <c:pt idx="3238">
                  <c:v>42975</c:v>
                </c:pt>
                <c:pt idx="3239">
                  <c:v>42974</c:v>
                </c:pt>
                <c:pt idx="3240">
                  <c:v>42973</c:v>
                </c:pt>
                <c:pt idx="3241">
                  <c:v>42972</c:v>
                </c:pt>
                <c:pt idx="3242">
                  <c:v>42971</c:v>
                </c:pt>
                <c:pt idx="3243">
                  <c:v>42970</c:v>
                </c:pt>
                <c:pt idx="3244">
                  <c:v>42969</c:v>
                </c:pt>
                <c:pt idx="3245">
                  <c:v>42968</c:v>
                </c:pt>
                <c:pt idx="3246">
                  <c:v>42967</c:v>
                </c:pt>
                <c:pt idx="3247">
                  <c:v>42966</c:v>
                </c:pt>
                <c:pt idx="3248">
                  <c:v>42965</c:v>
                </c:pt>
                <c:pt idx="3249">
                  <c:v>42964</c:v>
                </c:pt>
                <c:pt idx="3250">
                  <c:v>42963</c:v>
                </c:pt>
                <c:pt idx="3251">
                  <c:v>42962</c:v>
                </c:pt>
                <c:pt idx="3252">
                  <c:v>42961</c:v>
                </c:pt>
                <c:pt idx="3253">
                  <c:v>42960</c:v>
                </c:pt>
                <c:pt idx="3254">
                  <c:v>42959</c:v>
                </c:pt>
                <c:pt idx="3255">
                  <c:v>42958</c:v>
                </c:pt>
                <c:pt idx="3256">
                  <c:v>42957</c:v>
                </c:pt>
                <c:pt idx="3257">
                  <c:v>42956</c:v>
                </c:pt>
                <c:pt idx="3258">
                  <c:v>42955</c:v>
                </c:pt>
                <c:pt idx="3259">
                  <c:v>42954</c:v>
                </c:pt>
                <c:pt idx="3260">
                  <c:v>42953</c:v>
                </c:pt>
                <c:pt idx="3261">
                  <c:v>42952</c:v>
                </c:pt>
                <c:pt idx="3262">
                  <c:v>42951</c:v>
                </c:pt>
                <c:pt idx="3263">
                  <c:v>42950</c:v>
                </c:pt>
                <c:pt idx="3264">
                  <c:v>42949</c:v>
                </c:pt>
                <c:pt idx="3265">
                  <c:v>42948</c:v>
                </c:pt>
                <c:pt idx="3266">
                  <c:v>42947</c:v>
                </c:pt>
                <c:pt idx="3267">
                  <c:v>42946</c:v>
                </c:pt>
                <c:pt idx="3268">
                  <c:v>42945</c:v>
                </c:pt>
                <c:pt idx="3269">
                  <c:v>42944</c:v>
                </c:pt>
                <c:pt idx="3270">
                  <c:v>42943</c:v>
                </c:pt>
                <c:pt idx="3271">
                  <c:v>42942</c:v>
                </c:pt>
                <c:pt idx="3272">
                  <c:v>42941</c:v>
                </c:pt>
                <c:pt idx="3273">
                  <c:v>42940</c:v>
                </c:pt>
                <c:pt idx="3274">
                  <c:v>42939</c:v>
                </c:pt>
                <c:pt idx="3275">
                  <c:v>42938</c:v>
                </c:pt>
                <c:pt idx="3276">
                  <c:v>42937</c:v>
                </c:pt>
                <c:pt idx="3277">
                  <c:v>42936</c:v>
                </c:pt>
                <c:pt idx="3278">
                  <c:v>42935</c:v>
                </c:pt>
                <c:pt idx="3279">
                  <c:v>42934</c:v>
                </c:pt>
                <c:pt idx="3280">
                  <c:v>42933</c:v>
                </c:pt>
                <c:pt idx="3281">
                  <c:v>42932</c:v>
                </c:pt>
                <c:pt idx="3282">
                  <c:v>42931</c:v>
                </c:pt>
                <c:pt idx="3283">
                  <c:v>42930</c:v>
                </c:pt>
                <c:pt idx="3284">
                  <c:v>42929</c:v>
                </c:pt>
                <c:pt idx="3285">
                  <c:v>42928</c:v>
                </c:pt>
                <c:pt idx="3286">
                  <c:v>42927</c:v>
                </c:pt>
                <c:pt idx="3287">
                  <c:v>42926</c:v>
                </c:pt>
                <c:pt idx="3288">
                  <c:v>42925</c:v>
                </c:pt>
                <c:pt idx="3289">
                  <c:v>42924</c:v>
                </c:pt>
                <c:pt idx="3290">
                  <c:v>42923</c:v>
                </c:pt>
                <c:pt idx="3291">
                  <c:v>42922</c:v>
                </c:pt>
                <c:pt idx="3292">
                  <c:v>42921</c:v>
                </c:pt>
                <c:pt idx="3293">
                  <c:v>42920</c:v>
                </c:pt>
                <c:pt idx="3294">
                  <c:v>42919</c:v>
                </c:pt>
                <c:pt idx="3295">
                  <c:v>42918</c:v>
                </c:pt>
                <c:pt idx="3296">
                  <c:v>42917</c:v>
                </c:pt>
                <c:pt idx="3297">
                  <c:v>42916</c:v>
                </c:pt>
                <c:pt idx="3298">
                  <c:v>42915</c:v>
                </c:pt>
                <c:pt idx="3299">
                  <c:v>42914</c:v>
                </c:pt>
                <c:pt idx="3300">
                  <c:v>42913</c:v>
                </c:pt>
                <c:pt idx="3301">
                  <c:v>42912</c:v>
                </c:pt>
                <c:pt idx="3302">
                  <c:v>42911</c:v>
                </c:pt>
                <c:pt idx="3303">
                  <c:v>42910</c:v>
                </c:pt>
                <c:pt idx="3304">
                  <c:v>42909</c:v>
                </c:pt>
                <c:pt idx="3305">
                  <c:v>42908</c:v>
                </c:pt>
                <c:pt idx="3306">
                  <c:v>42907</c:v>
                </c:pt>
                <c:pt idx="3307">
                  <c:v>42906</c:v>
                </c:pt>
                <c:pt idx="3308">
                  <c:v>42905</c:v>
                </c:pt>
                <c:pt idx="3309">
                  <c:v>42904</c:v>
                </c:pt>
                <c:pt idx="3310">
                  <c:v>42903</c:v>
                </c:pt>
                <c:pt idx="3311">
                  <c:v>42902</c:v>
                </c:pt>
                <c:pt idx="3312">
                  <c:v>42901</c:v>
                </c:pt>
                <c:pt idx="3313">
                  <c:v>42900</c:v>
                </c:pt>
                <c:pt idx="3314">
                  <c:v>42899</c:v>
                </c:pt>
                <c:pt idx="3315">
                  <c:v>42898</c:v>
                </c:pt>
                <c:pt idx="3316">
                  <c:v>42897</c:v>
                </c:pt>
                <c:pt idx="3317">
                  <c:v>42896</c:v>
                </c:pt>
                <c:pt idx="3318">
                  <c:v>42895</c:v>
                </c:pt>
                <c:pt idx="3319">
                  <c:v>42894</c:v>
                </c:pt>
                <c:pt idx="3320">
                  <c:v>42893</c:v>
                </c:pt>
                <c:pt idx="3321">
                  <c:v>42892</c:v>
                </c:pt>
                <c:pt idx="3322">
                  <c:v>42891</c:v>
                </c:pt>
                <c:pt idx="3323">
                  <c:v>42890</c:v>
                </c:pt>
                <c:pt idx="3324">
                  <c:v>42889</c:v>
                </c:pt>
                <c:pt idx="3325">
                  <c:v>42888</c:v>
                </c:pt>
                <c:pt idx="3326">
                  <c:v>42887</c:v>
                </c:pt>
                <c:pt idx="3327">
                  <c:v>42886</c:v>
                </c:pt>
                <c:pt idx="3328">
                  <c:v>42885</c:v>
                </c:pt>
                <c:pt idx="3329">
                  <c:v>42884</c:v>
                </c:pt>
                <c:pt idx="3330">
                  <c:v>42883</c:v>
                </c:pt>
                <c:pt idx="3331">
                  <c:v>42882</c:v>
                </c:pt>
                <c:pt idx="3332">
                  <c:v>42881</c:v>
                </c:pt>
                <c:pt idx="3333">
                  <c:v>42880</c:v>
                </c:pt>
                <c:pt idx="3334">
                  <c:v>42879</c:v>
                </c:pt>
                <c:pt idx="3335">
                  <c:v>42878</c:v>
                </c:pt>
                <c:pt idx="3336">
                  <c:v>42877</c:v>
                </c:pt>
                <c:pt idx="3337">
                  <c:v>42876</c:v>
                </c:pt>
                <c:pt idx="3338">
                  <c:v>42875</c:v>
                </c:pt>
                <c:pt idx="3339">
                  <c:v>42874</c:v>
                </c:pt>
                <c:pt idx="3340">
                  <c:v>42873</c:v>
                </c:pt>
                <c:pt idx="3341">
                  <c:v>42872</c:v>
                </c:pt>
                <c:pt idx="3342">
                  <c:v>42871</c:v>
                </c:pt>
                <c:pt idx="3343">
                  <c:v>42870</c:v>
                </c:pt>
                <c:pt idx="3344">
                  <c:v>42869</c:v>
                </c:pt>
                <c:pt idx="3345">
                  <c:v>42868</c:v>
                </c:pt>
                <c:pt idx="3346">
                  <c:v>42867</c:v>
                </c:pt>
                <c:pt idx="3347">
                  <c:v>42866</c:v>
                </c:pt>
                <c:pt idx="3348">
                  <c:v>42865</c:v>
                </c:pt>
                <c:pt idx="3349">
                  <c:v>42864</c:v>
                </c:pt>
                <c:pt idx="3350">
                  <c:v>42863</c:v>
                </c:pt>
                <c:pt idx="3351">
                  <c:v>42862</c:v>
                </c:pt>
                <c:pt idx="3352">
                  <c:v>42861</c:v>
                </c:pt>
                <c:pt idx="3353">
                  <c:v>42860</c:v>
                </c:pt>
                <c:pt idx="3354">
                  <c:v>42859</c:v>
                </c:pt>
                <c:pt idx="3355">
                  <c:v>42858</c:v>
                </c:pt>
                <c:pt idx="3356">
                  <c:v>42857</c:v>
                </c:pt>
                <c:pt idx="3357">
                  <c:v>42856</c:v>
                </c:pt>
                <c:pt idx="3358">
                  <c:v>42855</c:v>
                </c:pt>
                <c:pt idx="3359">
                  <c:v>42854</c:v>
                </c:pt>
                <c:pt idx="3360">
                  <c:v>42853</c:v>
                </c:pt>
                <c:pt idx="3361">
                  <c:v>42852</c:v>
                </c:pt>
                <c:pt idx="3362">
                  <c:v>42851</c:v>
                </c:pt>
                <c:pt idx="3363">
                  <c:v>42850</c:v>
                </c:pt>
                <c:pt idx="3364">
                  <c:v>42849</c:v>
                </c:pt>
                <c:pt idx="3365">
                  <c:v>42848</c:v>
                </c:pt>
                <c:pt idx="3366">
                  <c:v>42847</c:v>
                </c:pt>
                <c:pt idx="3367">
                  <c:v>42846</c:v>
                </c:pt>
                <c:pt idx="3368">
                  <c:v>42845</c:v>
                </c:pt>
                <c:pt idx="3369">
                  <c:v>42844</c:v>
                </c:pt>
                <c:pt idx="3370">
                  <c:v>42843</c:v>
                </c:pt>
                <c:pt idx="3371">
                  <c:v>42842</c:v>
                </c:pt>
                <c:pt idx="3372">
                  <c:v>42841</c:v>
                </c:pt>
                <c:pt idx="3373">
                  <c:v>42840</c:v>
                </c:pt>
                <c:pt idx="3374">
                  <c:v>42839</c:v>
                </c:pt>
                <c:pt idx="3375">
                  <c:v>42838</c:v>
                </c:pt>
                <c:pt idx="3376">
                  <c:v>42837</c:v>
                </c:pt>
                <c:pt idx="3377">
                  <c:v>42836</c:v>
                </c:pt>
                <c:pt idx="3378">
                  <c:v>42835</c:v>
                </c:pt>
                <c:pt idx="3379">
                  <c:v>42834</c:v>
                </c:pt>
                <c:pt idx="3380">
                  <c:v>42833</c:v>
                </c:pt>
                <c:pt idx="3381">
                  <c:v>42832</c:v>
                </c:pt>
                <c:pt idx="3382">
                  <c:v>42831</c:v>
                </c:pt>
                <c:pt idx="3383">
                  <c:v>42830</c:v>
                </c:pt>
                <c:pt idx="3384">
                  <c:v>42829</c:v>
                </c:pt>
                <c:pt idx="3385">
                  <c:v>42828</c:v>
                </c:pt>
                <c:pt idx="3386">
                  <c:v>42827</c:v>
                </c:pt>
                <c:pt idx="3387">
                  <c:v>42826</c:v>
                </c:pt>
                <c:pt idx="3388">
                  <c:v>42825</c:v>
                </c:pt>
                <c:pt idx="3389">
                  <c:v>42824</c:v>
                </c:pt>
                <c:pt idx="3390">
                  <c:v>42823</c:v>
                </c:pt>
                <c:pt idx="3391">
                  <c:v>42822</c:v>
                </c:pt>
                <c:pt idx="3392">
                  <c:v>42821</c:v>
                </c:pt>
                <c:pt idx="3393">
                  <c:v>42820</c:v>
                </c:pt>
                <c:pt idx="3394">
                  <c:v>42819</c:v>
                </c:pt>
                <c:pt idx="3395">
                  <c:v>42818</c:v>
                </c:pt>
                <c:pt idx="3396">
                  <c:v>42817</c:v>
                </c:pt>
                <c:pt idx="3397">
                  <c:v>42816</c:v>
                </c:pt>
                <c:pt idx="3398">
                  <c:v>42815</c:v>
                </c:pt>
                <c:pt idx="3399">
                  <c:v>42814</c:v>
                </c:pt>
                <c:pt idx="3400">
                  <c:v>42813</c:v>
                </c:pt>
                <c:pt idx="3401">
                  <c:v>42812</c:v>
                </c:pt>
                <c:pt idx="3402">
                  <c:v>42811</c:v>
                </c:pt>
                <c:pt idx="3403">
                  <c:v>42810</c:v>
                </c:pt>
                <c:pt idx="3404">
                  <c:v>42809</c:v>
                </c:pt>
                <c:pt idx="3405">
                  <c:v>42808</c:v>
                </c:pt>
                <c:pt idx="3406">
                  <c:v>42807</c:v>
                </c:pt>
                <c:pt idx="3407">
                  <c:v>42806</c:v>
                </c:pt>
                <c:pt idx="3408">
                  <c:v>42805</c:v>
                </c:pt>
                <c:pt idx="3409">
                  <c:v>42804</c:v>
                </c:pt>
                <c:pt idx="3410">
                  <c:v>42803</c:v>
                </c:pt>
                <c:pt idx="3411">
                  <c:v>42802</c:v>
                </c:pt>
                <c:pt idx="3412">
                  <c:v>42801</c:v>
                </c:pt>
                <c:pt idx="3413">
                  <c:v>42800</c:v>
                </c:pt>
                <c:pt idx="3414">
                  <c:v>42799</c:v>
                </c:pt>
                <c:pt idx="3415">
                  <c:v>42798</c:v>
                </c:pt>
                <c:pt idx="3416">
                  <c:v>42797</c:v>
                </c:pt>
                <c:pt idx="3417">
                  <c:v>42796</c:v>
                </c:pt>
                <c:pt idx="3418">
                  <c:v>42795</c:v>
                </c:pt>
                <c:pt idx="3419">
                  <c:v>42794</c:v>
                </c:pt>
                <c:pt idx="3420">
                  <c:v>42793</c:v>
                </c:pt>
                <c:pt idx="3421">
                  <c:v>42792</c:v>
                </c:pt>
                <c:pt idx="3422">
                  <c:v>42791</c:v>
                </c:pt>
                <c:pt idx="3423">
                  <c:v>42790</c:v>
                </c:pt>
                <c:pt idx="3424">
                  <c:v>42789</c:v>
                </c:pt>
                <c:pt idx="3425">
                  <c:v>42788</c:v>
                </c:pt>
                <c:pt idx="3426">
                  <c:v>42787</c:v>
                </c:pt>
                <c:pt idx="3427">
                  <c:v>42786</c:v>
                </c:pt>
                <c:pt idx="3428">
                  <c:v>42785</c:v>
                </c:pt>
                <c:pt idx="3429">
                  <c:v>42784</c:v>
                </c:pt>
                <c:pt idx="3430">
                  <c:v>42783</c:v>
                </c:pt>
                <c:pt idx="3431">
                  <c:v>42782</c:v>
                </c:pt>
                <c:pt idx="3432">
                  <c:v>42781</c:v>
                </c:pt>
                <c:pt idx="3433">
                  <c:v>42780</c:v>
                </c:pt>
                <c:pt idx="3434">
                  <c:v>42779</c:v>
                </c:pt>
                <c:pt idx="3435">
                  <c:v>42778</c:v>
                </c:pt>
                <c:pt idx="3436">
                  <c:v>42777</c:v>
                </c:pt>
                <c:pt idx="3437">
                  <c:v>42776</c:v>
                </c:pt>
                <c:pt idx="3438">
                  <c:v>42775</c:v>
                </c:pt>
                <c:pt idx="3439">
                  <c:v>42774</c:v>
                </c:pt>
                <c:pt idx="3440">
                  <c:v>42773</c:v>
                </c:pt>
                <c:pt idx="3441">
                  <c:v>42772</c:v>
                </c:pt>
                <c:pt idx="3442">
                  <c:v>42771</c:v>
                </c:pt>
                <c:pt idx="3443">
                  <c:v>42770</c:v>
                </c:pt>
                <c:pt idx="3444">
                  <c:v>42769</c:v>
                </c:pt>
                <c:pt idx="3445">
                  <c:v>42768</c:v>
                </c:pt>
                <c:pt idx="3446">
                  <c:v>42767</c:v>
                </c:pt>
                <c:pt idx="3447">
                  <c:v>42766</c:v>
                </c:pt>
                <c:pt idx="3448">
                  <c:v>42765</c:v>
                </c:pt>
                <c:pt idx="3449">
                  <c:v>42764</c:v>
                </c:pt>
                <c:pt idx="3450">
                  <c:v>42763</c:v>
                </c:pt>
                <c:pt idx="3451">
                  <c:v>42762</c:v>
                </c:pt>
                <c:pt idx="3452">
                  <c:v>42761</c:v>
                </c:pt>
                <c:pt idx="3453">
                  <c:v>42760</c:v>
                </c:pt>
                <c:pt idx="3454">
                  <c:v>42759</c:v>
                </c:pt>
                <c:pt idx="3455">
                  <c:v>42758</c:v>
                </c:pt>
                <c:pt idx="3456">
                  <c:v>42757</c:v>
                </c:pt>
                <c:pt idx="3457">
                  <c:v>42756</c:v>
                </c:pt>
                <c:pt idx="3458">
                  <c:v>42755</c:v>
                </c:pt>
                <c:pt idx="3459">
                  <c:v>42754</c:v>
                </c:pt>
                <c:pt idx="3460">
                  <c:v>42753</c:v>
                </c:pt>
                <c:pt idx="3461">
                  <c:v>42752</c:v>
                </c:pt>
                <c:pt idx="3462">
                  <c:v>42751</c:v>
                </c:pt>
                <c:pt idx="3463">
                  <c:v>42750</c:v>
                </c:pt>
                <c:pt idx="3464">
                  <c:v>42749</c:v>
                </c:pt>
                <c:pt idx="3465">
                  <c:v>42748</c:v>
                </c:pt>
                <c:pt idx="3466">
                  <c:v>42747</c:v>
                </c:pt>
                <c:pt idx="3467">
                  <c:v>42746</c:v>
                </c:pt>
                <c:pt idx="3468">
                  <c:v>42745</c:v>
                </c:pt>
                <c:pt idx="3469">
                  <c:v>42744</c:v>
                </c:pt>
                <c:pt idx="3470">
                  <c:v>42743</c:v>
                </c:pt>
                <c:pt idx="3471">
                  <c:v>42742</c:v>
                </c:pt>
                <c:pt idx="3472">
                  <c:v>42741</c:v>
                </c:pt>
                <c:pt idx="3473">
                  <c:v>42740</c:v>
                </c:pt>
                <c:pt idx="3474">
                  <c:v>42739</c:v>
                </c:pt>
                <c:pt idx="3475">
                  <c:v>42738</c:v>
                </c:pt>
                <c:pt idx="3476">
                  <c:v>42737</c:v>
                </c:pt>
                <c:pt idx="3477">
                  <c:v>42736</c:v>
                </c:pt>
                <c:pt idx="3478">
                  <c:v>42735</c:v>
                </c:pt>
                <c:pt idx="3479">
                  <c:v>42734</c:v>
                </c:pt>
                <c:pt idx="3480">
                  <c:v>42733</c:v>
                </c:pt>
                <c:pt idx="3481">
                  <c:v>42732</c:v>
                </c:pt>
                <c:pt idx="3482">
                  <c:v>42731</c:v>
                </c:pt>
                <c:pt idx="3483">
                  <c:v>42730</c:v>
                </c:pt>
                <c:pt idx="3484">
                  <c:v>42729</c:v>
                </c:pt>
                <c:pt idx="3485">
                  <c:v>42728</c:v>
                </c:pt>
                <c:pt idx="3486">
                  <c:v>42727</c:v>
                </c:pt>
                <c:pt idx="3487">
                  <c:v>42726</c:v>
                </c:pt>
                <c:pt idx="3488">
                  <c:v>42725</c:v>
                </c:pt>
                <c:pt idx="3489">
                  <c:v>42724</c:v>
                </c:pt>
                <c:pt idx="3490">
                  <c:v>42723</c:v>
                </c:pt>
                <c:pt idx="3491">
                  <c:v>42722</c:v>
                </c:pt>
                <c:pt idx="3492">
                  <c:v>42721</c:v>
                </c:pt>
                <c:pt idx="3493">
                  <c:v>42720</c:v>
                </c:pt>
                <c:pt idx="3494">
                  <c:v>42719</c:v>
                </c:pt>
                <c:pt idx="3495">
                  <c:v>42718</c:v>
                </c:pt>
                <c:pt idx="3496">
                  <c:v>42717</c:v>
                </c:pt>
                <c:pt idx="3497">
                  <c:v>42716</c:v>
                </c:pt>
                <c:pt idx="3498">
                  <c:v>42715</c:v>
                </c:pt>
                <c:pt idx="3499">
                  <c:v>42714</c:v>
                </c:pt>
                <c:pt idx="3500">
                  <c:v>42713</c:v>
                </c:pt>
                <c:pt idx="3501">
                  <c:v>42712</c:v>
                </c:pt>
                <c:pt idx="3502">
                  <c:v>42711</c:v>
                </c:pt>
                <c:pt idx="3503">
                  <c:v>42710</c:v>
                </c:pt>
                <c:pt idx="3504">
                  <c:v>42709</c:v>
                </c:pt>
                <c:pt idx="3505">
                  <c:v>42708</c:v>
                </c:pt>
                <c:pt idx="3506">
                  <c:v>42707</c:v>
                </c:pt>
                <c:pt idx="3507">
                  <c:v>42706</c:v>
                </c:pt>
                <c:pt idx="3508">
                  <c:v>42705</c:v>
                </c:pt>
                <c:pt idx="3509">
                  <c:v>42704</c:v>
                </c:pt>
                <c:pt idx="3510">
                  <c:v>42703</c:v>
                </c:pt>
                <c:pt idx="3511">
                  <c:v>42702</c:v>
                </c:pt>
                <c:pt idx="3512">
                  <c:v>42701</c:v>
                </c:pt>
                <c:pt idx="3513">
                  <c:v>42700</c:v>
                </c:pt>
                <c:pt idx="3514">
                  <c:v>42699</c:v>
                </c:pt>
                <c:pt idx="3515">
                  <c:v>42698</c:v>
                </c:pt>
                <c:pt idx="3516">
                  <c:v>42697</c:v>
                </c:pt>
                <c:pt idx="3517">
                  <c:v>42696</c:v>
                </c:pt>
                <c:pt idx="3518">
                  <c:v>42695</c:v>
                </c:pt>
                <c:pt idx="3519">
                  <c:v>42694</c:v>
                </c:pt>
                <c:pt idx="3520">
                  <c:v>42693</c:v>
                </c:pt>
                <c:pt idx="3521">
                  <c:v>42692</c:v>
                </c:pt>
                <c:pt idx="3522">
                  <c:v>42691</c:v>
                </c:pt>
                <c:pt idx="3523">
                  <c:v>42690</c:v>
                </c:pt>
                <c:pt idx="3524">
                  <c:v>42689</c:v>
                </c:pt>
                <c:pt idx="3525">
                  <c:v>42688</c:v>
                </c:pt>
                <c:pt idx="3526">
                  <c:v>42687</c:v>
                </c:pt>
                <c:pt idx="3527">
                  <c:v>42686</c:v>
                </c:pt>
                <c:pt idx="3528">
                  <c:v>42685</c:v>
                </c:pt>
                <c:pt idx="3529">
                  <c:v>42684</c:v>
                </c:pt>
                <c:pt idx="3530">
                  <c:v>42683</c:v>
                </c:pt>
                <c:pt idx="3531">
                  <c:v>42682</c:v>
                </c:pt>
                <c:pt idx="3532">
                  <c:v>42681</c:v>
                </c:pt>
                <c:pt idx="3533">
                  <c:v>42680</c:v>
                </c:pt>
                <c:pt idx="3534">
                  <c:v>42679</c:v>
                </c:pt>
                <c:pt idx="3535">
                  <c:v>42678</c:v>
                </c:pt>
                <c:pt idx="3536">
                  <c:v>42677</c:v>
                </c:pt>
                <c:pt idx="3537">
                  <c:v>42676</c:v>
                </c:pt>
                <c:pt idx="3538">
                  <c:v>42675</c:v>
                </c:pt>
                <c:pt idx="3539">
                  <c:v>42674</c:v>
                </c:pt>
                <c:pt idx="3540">
                  <c:v>42673</c:v>
                </c:pt>
                <c:pt idx="3541">
                  <c:v>42672</c:v>
                </c:pt>
                <c:pt idx="3542">
                  <c:v>42671</c:v>
                </c:pt>
                <c:pt idx="3543">
                  <c:v>42670</c:v>
                </c:pt>
                <c:pt idx="3544">
                  <c:v>42669</c:v>
                </c:pt>
                <c:pt idx="3545">
                  <c:v>42668</c:v>
                </c:pt>
                <c:pt idx="3546">
                  <c:v>42667</c:v>
                </c:pt>
                <c:pt idx="3547">
                  <c:v>42666</c:v>
                </c:pt>
                <c:pt idx="3548">
                  <c:v>42665</c:v>
                </c:pt>
                <c:pt idx="3549">
                  <c:v>42664</c:v>
                </c:pt>
                <c:pt idx="3550">
                  <c:v>42663</c:v>
                </c:pt>
                <c:pt idx="3551">
                  <c:v>42662</c:v>
                </c:pt>
                <c:pt idx="3552">
                  <c:v>42661</c:v>
                </c:pt>
                <c:pt idx="3553">
                  <c:v>42660</c:v>
                </c:pt>
                <c:pt idx="3554">
                  <c:v>42659</c:v>
                </c:pt>
                <c:pt idx="3555">
                  <c:v>42658</c:v>
                </c:pt>
                <c:pt idx="3556">
                  <c:v>42657</c:v>
                </c:pt>
                <c:pt idx="3557">
                  <c:v>42656</c:v>
                </c:pt>
                <c:pt idx="3558">
                  <c:v>42655</c:v>
                </c:pt>
                <c:pt idx="3559">
                  <c:v>42654</c:v>
                </c:pt>
                <c:pt idx="3560">
                  <c:v>42653</c:v>
                </c:pt>
                <c:pt idx="3561">
                  <c:v>42652</c:v>
                </c:pt>
                <c:pt idx="3562">
                  <c:v>42651</c:v>
                </c:pt>
                <c:pt idx="3563">
                  <c:v>42650</c:v>
                </c:pt>
                <c:pt idx="3564">
                  <c:v>42649</c:v>
                </c:pt>
                <c:pt idx="3565">
                  <c:v>42648</c:v>
                </c:pt>
                <c:pt idx="3566">
                  <c:v>42647</c:v>
                </c:pt>
                <c:pt idx="3567">
                  <c:v>42646</c:v>
                </c:pt>
                <c:pt idx="3568">
                  <c:v>42645</c:v>
                </c:pt>
                <c:pt idx="3569">
                  <c:v>42644</c:v>
                </c:pt>
                <c:pt idx="3570">
                  <c:v>42643</c:v>
                </c:pt>
                <c:pt idx="3571">
                  <c:v>42642</c:v>
                </c:pt>
                <c:pt idx="3572">
                  <c:v>42641</c:v>
                </c:pt>
                <c:pt idx="3573">
                  <c:v>42640</c:v>
                </c:pt>
                <c:pt idx="3574">
                  <c:v>42639</c:v>
                </c:pt>
                <c:pt idx="3575">
                  <c:v>42638</c:v>
                </c:pt>
                <c:pt idx="3576">
                  <c:v>42637</c:v>
                </c:pt>
                <c:pt idx="3577">
                  <c:v>42636</c:v>
                </c:pt>
                <c:pt idx="3578">
                  <c:v>42635</c:v>
                </c:pt>
                <c:pt idx="3579">
                  <c:v>42634</c:v>
                </c:pt>
                <c:pt idx="3580">
                  <c:v>42633</c:v>
                </c:pt>
                <c:pt idx="3581">
                  <c:v>42632</c:v>
                </c:pt>
                <c:pt idx="3582">
                  <c:v>42631</c:v>
                </c:pt>
                <c:pt idx="3583">
                  <c:v>42630</c:v>
                </c:pt>
                <c:pt idx="3584">
                  <c:v>42629</c:v>
                </c:pt>
                <c:pt idx="3585">
                  <c:v>42628</c:v>
                </c:pt>
                <c:pt idx="3586">
                  <c:v>42627</c:v>
                </c:pt>
                <c:pt idx="3587">
                  <c:v>42626</c:v>
                </c:pt>
                <c:pt idx="3588">
                  <c:v>42625</c:v>
                </c:pt>
                <c:pt idx="3589">
                  <c:v>42624</c:v>
                </c:pt>
                <c:pt idx="3590">
                  <c:v>42623</c:v>
                </c:pt>
                <c:pt idx="3591">
                  <c:v>42622</c:v>
                </c:pt>
                <c:pt idx="3592">
                  <c:v>42621</c:v>
                </c:pt>
                <c:pt idx="3593">
                  <c:v>42620</c:v>
                </c:pt>
                <c:pt idx="3594">
                  <c:v>42619</c:v>
                </c:pt>
                <c:pt idx="3595">
                  <c:v>42618</c:v>
                </c:pt>
                <c:pt idx="3596">
                  <c:v>42617</c:v>
                </c:pt>
                <c:pt idx="3597">
                  <c:v>42616</c:v>
                </c:pt>
                <c:pt idx="3598">
                  <c:v>42615</c:v>
                </c:pt>
                <c:pt idx="3599">
                  <c:v>42614</c:v>
                </c:pt>
                <c:pt idx="3600">
                  <c:v>42613</c:v>
                </c:pt>
                <c:pt idx="3601">
                  <c:v>42612</c:v>
                </c:pt>
                <c:pt idx="3602">
                  <c:v>42611</c:v>
                </c:pt>
                <c:pt idx="3603">
                  <c:v>42610</c:v>
                </c:pt>
                <c:pt idx="3604">
                  <c:v>42609</c:v>
                </c:pt>
                <c:pt idx="3605">
                  <c:v>42608</c:v>
                </c:pt>
                <c:pt idx="3606">
                  <c:v>42607</c:v>
                </c:pt>
                <c:pt idx="3607">
                  <c:v>42606</c:v>
                </c:pt>
                <c:pt idx="3608">
                  <c:v>42605</c:v>
                </c:pt>
                <c:pt idx="3609">
                  <c:v>42604</c:v>
                </c:pt>
                <c:pt idx="3610">
                  <c:v>42603</c:v>
                </c:pt>
                <c:pt idx="3611">
                  <c:v>42602</c:v>
                </c:pt>
                <c:pt idx="3612">
                  <c:v>42601</c:v>
                </c:pt>
                <c:pt idx="3613">
                  <c:v>42600</c:v>
                </c:pt>
                <c:pt idx="3614">
                  <c:v>42599</c:v>
                </c:pt>
                <c:pt idx="3615">
                  <c:v>42598</c:v>
                </c:pt>
                <c:pt idx="3616">
                  <c:v>42597</c:v>
                </c:pt>
                <c:pt idx="3617">
                  <c:v>42596</c:v>
                </c:pt>
                <c:pt idx="3618">
                  <c:v>42595</c:v>
                </c:pt>
                <c:pt idx="3619">
                  <c:v>42594</c:v>
                </c:pt>
                <c:pt idx="3620">
                  <c:v>42593</c:v>
                </c:pt>
                <c:pt idx="3621">
                  <c:v>42592</c:v>
                </c:pt>
                <c:pt idx="3622">
                  <c:v>42591</c:v>
                </c:pt>
                <c:pt idx="3623">
                  <c:v>42590</c:v>
                </c:pt>
                <c:pt idx="3624">
                  <c:v>42589</c:v>
                </c:pt>
                <c:pt idx="3625">
                  <c:v>42588</c:v>
                </c:pt>
                <c:pt idx="3626">
                  <c:v>42587</c:v>
                </c:pt>
                <c:pt idx="3627">
                  <c:v>42586</c:v>
                </c:pt>
                <c:pt idx="3628">
                  <c:v>42585</c:v>
                </c:pt>
                <c:pt idx="3629">
                  <c:v>42584</c:v>
                </c:pt>
                <c:pt idx="3630">
                  <c:v>42583</c:v>
                </c:pt>
                <c:pt idx="3631">
                  <c:v>42582</c:v>
                </c:pt>
                <c:pt idx="3632">
                  <c:v>42581</c:v>
                </c:pt>
                <c:pt idx="3633">
                  <c:v>42580</c:v>
                </c:pt>
                <c:pt idx="3634">
                  <c:v>42579</c:v>
                </c:pt>
                <c:pt idx="3635">
                  <c:v>42578</c:v>
                </c:pt>
                <c:pt idx="3636">
                  <c:v>42577</c:v>
                </c:pt>
                <c:pt idx="3637">
                  <c:v>42576</c:v>
                </c:pt>
                <c:pt idx="3638">
                  <c:v>42575</c:v>
                </c:pt>
                <c:pt idx="3639">
                  <c:v>42574</c:v>
                </c:pt>
                <c:pt idx="3640">
                  <c:v>42573</c:v>
                </c:pt>
                <c:pt idx="3641">
                  <c:v>42572</c:v>
                </c:pt>
                <c:pt idx="3642">
                  <c:v>42571</c:v>
                </c:pt>
                <c:pt idx="3643">
                  <c:v>42570</c:v>
                </c:pt>
                <c:pt idx="3644">
                  <c:v>42569</c:v>
                </c:pt>
                <c:pt idx="3645">
                  <c:v>42568</c:v>
                </c:pt>
                <c:pt idx="3646">
                  <c:v>42567</c:v>
                </c:pt>
                <c:pt idx="3647">
                  <c:v>42566</c:v>
                </c:pt>
                <c:pt idx="3648">
                  <c:v>42565</c:v>
                </c:pt>
                <c:pt idx="3649">
                  <c:v>42564</c:v>
                </c:pt>
                <c:pt idx="3650">
                  <c:v>42563</c:v>
                </c:pt>
                <c:pt idx="3651">
                  <c:v>42562</c:v>
                </c:pt>
              </c:numCache>
            </c:numRef>
          </c:cat>
          <c:val>
            <c:numRef>
              <c:f>通胀pce!$F$5:$F$3656</c:f>
              <c:numCache>
                <c:formatCode>General</c:formatCode>
                <c:ptCount val="3652"/>
                <c:pt idx="0">
                  <c:v>#N/A</c:v>
                </c:pt>
                <c:pt idx="1">
                  <c:v>#N/A</c:v>
                </c:pt>
                <c:pt idx="2">
                  <c:v>#N/A</c:v>
                </c:pt>
                <c:pt idx="3">
                  <c:v>#N/A</c:v>
                </c:pt>
                <c:pt idx="4">
                  <c:v>#N/A</c:v>
                </c:pt>
                <c:pt idx="5">
                  <c:v>#N/A</c:v>
                </c:pt>
                <c:pt idx="6">
                  <c:v>#N/A</c:v>
                </c:pt>
                <c:pt idx="7">
                  <c:v>#N/A</c:v>
                </c:pt>
                <c:pt idx="8">
                  <c:v>#N/A</c:v>
                </c:pt>
                <c:pt idx="9">
                  <c:v>#N/A</c:v>
                </c:pt>
                <c:pt idx="10">
                  <c:v>#N/A</c:v>
                </c:pt>
                <c:pt idx="11">
                  <c:v>#N/A</c:v>
                </c:pt>
                <c:pt idx="12">
                  <c:v>#N/A</c:v>
                </c:pt>
                <c:pt idx="13">
                  <c:v>#N/A</c:v>
                </c:pt>
                <c:pt idx="14">
                  <c:v>#N/A</c:v>
                </c:pt>
                <c:pt idx="15">
                  <c:v>#N/A</c:v>
                </c:pt>
                <c:pt idx="16">
                  <c:v>#N/A</c:v>
                </c:pt>
                <c:pt idx="17">
                  <c:v>#N/A</c:v>
                </c:pt>
                <c:pt idx="18">
                  <c:v>#N/A</c:v>
                </c:pt>
                <c:pt idx="19">
                  <c:v>#N/A</c:v>
                </c:pt>
                <c:pt idx="20">
                  <c:v>#N/A</c:v>
                </c:pt>
                <c:pt idx="21">
                  <c:v>#N/A</c:v>
                </c:pt>
                <c:pt idx="22">
                  <c:v>#N/A</c:v>
                </c:pt>
                <c:pt idx="23">
                  <c:v>#N/A</c:v>
                </c:pt>
                <c:pt idx="24">
                  <c:v>#N/A</c:v>
                </c:pt>
                <c:pt idx="25">
                  <c:v>#N/A</c:v>
                </c:pt>
                <c:pt idx="26">
                  <c:v>#N/A</c:v>
                </c:pt>
                <c:pt idx="27">
                  <c:v>#N/A</c:v>
                </c:pt>
                <c:pt idx="28">
                  <c:v>#N/A</c:v>
                </c:pt>
                <c:pt idx="29">
                  <c:v>#N/A</c:v>
                </c:pt>
                <c:pt idx="30">
                  <c:v>#N/A</c:v>
                </c:pt>
                <c:pt idx="31">
                  <c:v>#N/A</c:v>
                </c:pt>
                <c:pt idx="32">
                  <c:v>#N/A</c:v>
                </c:pt>
                <c:pt idx="33">
                  <c:v>#N/A</c:v>
                </c:pt>
                <c:pt idx="34">
                  <c:v>#N/A</c:v>
                </c:pt>
                <c:pt idx="35">
                  <c:v>#N/A</c:v>
                </c:pt>
                <c:pt idx="36">
                  <c:v>#N/A</c:v>
                </c:pt>
                <c:pt idx="37">
                  <c:v>#N/A</c:v>
                </c:pt>
                <c:pt idx="38">
                  <c:v>#N/A</c:v>
                </c:pt>
                <c:pt idx="39">
                  <c:v>#N/A</c:v>
                </c:pt>
                <c:pt idx="40">
                  <c:v>4.0999999999999996</c:v>
                </c:pt>
                <c:pt idx="41">
                  <c:v>#N/A</c:v>
                </c:pt>
                <c:pt idx="42">
                  <c:v>#N/A</c:v>
                </c:pt>
                <c:pt idx="43">
                  <c:v>#N/A</c:v>
                </c:pt>
                <c:pt idx="44">
                  <c:v>#N/A</c:v>
                </c:pt>
                <c:pt idx="45">
                  <c:v>#N/A</c:v>
                </c:pt>
                <c:pt idx="46">
                  <c:v>#N/A</c:v>
                </c:pt>
                <c:pt idx="47">
                  <c:v>#N/A</c:v>
                </c:pt>
                <c:pt idx="48">
                  <c:v>#N/A</c:v>
                </c:pt>
                <c:pt idx="49">
                  <c:v>#N/A</c:v>
                </c:pt>
                <c:pt idx="50">
                  <c:v>#N/A</c:v>
                </c:pt>
                <c:pt idx="51">
                  <c:v>#N/A</c:v>
                </c:pt>
                <c:pt idx="52">
                  <c:v>#N/A</c:v>
                </c:pt>
                <c:pt idx="53">
                  <c:v>#N/A</c:v>
                </c:pt>
                <c:pt idx="54">
                  <c:v>#N/A</c:v>
                </c:pt>
                <c:pt idx="55">
                  <c:v>#N/A</c:v>
                </c:pt>
                <c:pt idx="56">
                  <c:v>#N/A</c:v>
                </c:pt>
                <c:pt idx="57">
                  <c:v>#N/A</c:v>
                </c:pt>
                <c:pt idx="58">
                  <c:v>#N/A</c:v>
                </c:pt>
                <c:pt idx="59">
                  <c:v>#N/A</c:v>
                </c:pt>
                <c:pt idx="60">
                  <c:v>#N/A</c:v>
                </c:pt>
                <c:pt idx="61">
                  <c:v>#N/A</c:v>
                </c:pt>
                <c:pt idx="62">
                  <c:v>#N/A</c:v>
                </c:pt>
                <c:pt idx="63">
                  <c:v>#N/A</c:v>
                </c:pt>
                <c:pt idx="64">
                  <c:v>#N/A</c:v>
                </c:pt>
                <c:pt idx="65">
                  <c:v>#N/A</c:v>
                </c:pt>
                <c:pt idx="66">
                  <c:v>#N/A</c:v>
                </c:pt>
                <c:pt idx="67">
                  <c:v>#N/A</c:v>
                </c:pt>
                <c:pt idx="68">
                  <c:v>#N/A</c:v>
                </c:pt>
                <c:pt idx="69">
                  <c:v>#N/A</c:v>
                </c:pt>
                <c:pt idx="70">
                  <c:v>#N/A</c:v>
                </c:pt>
                <c:pt idx="71">
                  <c:v>3.8</c:v>
                </c:pt>
                <c:pt idx="72">
                  <c:v>#N/A</c:v>
                </c:pt>
                <c:pt idx="73">
                  <c:v>#N/A</c:v>
                </c:pt>
                <c:pt idx="74">
                  <c:v>#N/A</c:v>
                </c:pt>
                <c:pt idx="75">
                  <c:v>#N/A</c:v>
                </c:pt>
                <c:pt idx="76">
                  <c:v>#N/A</c:v>
                </c:pt>
                <c:pt idx="77">
                  <c:v>#N/A</c:v>
                </c:pt>
                <c:pt idx="78">
                  <c:v>#N/A</c:v>
                </c:pt>
                <c:pt idx="79">
                  <c:v>#N/A</c:v>
                </c:pt>
                <c:pt idx="80">
                  <c:v>#N/A</c:v>
                </c:pt>
                <c:pt idx="81">
                  <c:v>#N/A</c:v>
                </c:pt>
                <c:pt idx="82">
                  <c:v>#N/A</c:v>
                </c:pt>
                <c:pt idx="83">
                  <c:v>#N/A</c:v>
                </c:pt>
                <c:pt idx="84">
                  <c:v>#N/A</c:v>
                </c:pt>
                <c:pt idx="85">
                  <c:v>#N/A</c:v>
                </c:pt>
                <c:pt idx="86">
                  <c:v>#N/A</c:v>
                </c:pt>
                <c:pt idx="87">
                  <c:v>#N/A</c:v>
                </c:pt>
                <c:pt idx="88">
                  <c:v>#N/A</c:v>
                </c:pt>
                <c:pt idx="89">
                  <c:v>#N/A</c:v>
                </c:pt>
                <c:pt idx="90">
                  <c:v>#N/A</c:v>
                </c:pt>
                <c:pt idx="91">
                  <c:v>#N/A</c:v>
                </c:pt>
                <c:pt idx="92">
                  <c:v>#N/A</c:v>
                </c:pt>
                <c:pt idx="93">
                  <c:v>#N/A</c:v>
                </c:pt>
                <c:pt idx="94">
                  <c:v>#N/A</c:v>
                </c:pt>
                <c:pt idx="95">
                  <c:v>#N/A</c:v>
                </c:pt>
                <c:pt idx="96">
                  <c:v>#N/A</c:v>
                </c:pt>
                <c:pt idx="97">
                  <c:v>#N/A</c:v>
                </c:pt>
                <c:pt idx="98">
                  <c:v>#N/A</c:v>
                </c:pt>
                <c:pt idx="99">
                  <c:v>#N/A</c:v>
                </c:pt>
                <c:pt idx="100">
                  <c:v>#N/A</c:v>
                </c:pt>
                <c:pt idx="101">
                  <c:v>3.5</c:v>
                </c:pt>
                <c:pt idx="102">
                  <c:v>#N/A</c:v>
                </c:pt>
                <c:pt idx="103">
                  <c:v>#N/A</c:v>
                </c:pt>
                <c:pt idx="104">
                  <c:v>#N/A</c:v>
                </c:pt>
                <c:pt idx="105">
                  <c:v>#N/A</c:v>
                </c:pt>
                <c:pt idx="106">
                  <c:v>#N/A</c:v>
                </c:pt>
                <c:pt idx="107">
                  <c:v>#N/A</c:v>
                </c:pt>
                <c:pt idx="108">
                  <c:v>#N/A</c:v>
                </c:pt>
                <c:pt idx="109">
                  <c:v>#N/A</c:v>
                </c:pt>
                <c:pt idx="110">
                  <c:v>#N/A</c:v>
                </c:pt>
                <c:pt idx="111">
                  <c:v>#N/A</c:v>
                </c:pt>
                <c:pt idx="112">
                  <c:v>#N/A</c:v>
                </c:pt>
                <c:pt idx="113">
                  <c:v>#N/A</c:v>
                </c:pt>
                <c:pt idx="114">
                  <c:v>#N/A</c:v>
                </c:pt>
                <c:pt idx="115">
                  <c:v>#N/A</c:v>
                </c:pt>
                <c:pt idx="116">
                  <c:v>#N/A</c:v>
                </c:pt>
                <c:pt idx="117">
                  <c:v>#N/A</c:v>
                </c:pt>
                <c:pt idx="118">
                  <c:v>#N/A</c:v>
                </c:pt>
                <c:pt idx="119">
                  <c:v>#N/A</c:v>
                </c:pt>
                <c:pt idx="120">
                  <c:v>#N/A</c:v>
                </c:pt>
                <c:pt idx="121">
                  <c:v>#N/A</c:v>
                </c:pt>
                <c:pt idx="122">
                  <c:v>#N/A</c:v>
                </c:pt>
                <c:pt idx="123">
                  <c:v>#N/A</c:v>
                </c:pt>
                <c:pt idx="124">
                  <c:v>#N/A</c:v>
                </c:pt>
                <c:pt idx="125">
                  <c:v>#N/A</c:v>
                </c:pt>
                <c:pt idx="126">
                  <c:v>#N/A</c:v>
                </c:pt>
                <c:pt idx="127">
                  <c:v>#N/A</c:v>
                </c:pt>
                <c:pt idx="128">
                  <c:v>#N/A</c:v>
                </c:pt>
                <c:pt idx="129">
                  <c:v>#N/A</c:v>
                </c:pt>
                <c:pt idx="130">
                  <c:v>#N/A</c:v>
                </c:pt>
                <c:pt idx="131">
                  <c:v>#N/A</c:v>
                </c:pt>
                <c:pt idx="132">
                  <c:v>2.9</c:v>
                </c:pt>
                <c:pt idx="133">
                  <c:v>#N/A</c:v>
                </c:pt>
                <c:pt idx="134">
                  <c:v>#N/A</c:v>
                </c:pt>
                <c:pt idx="135">
                  <c:v>#N/A</c:v>
                </c:pt>
                <c:pt idx="136">
                  <c:v>#N/A</c:v>
                </c:pt>
                <c:pt idx="137">
                  <c:v>#N/A</c:v>
                </c:pt>
                <c:pt idx="138">
                  <c:v>#N/A</c:v>
                </c:pt>
                <c:pt idx="139">
                  <c:v>#N/A</c:v>
                </c:pt>
                <c:pt idx="140">
                  <c:v>#N/A</c:v>
                </c:pt>
                <c:pt idx="141">
                  <c:v>#N/A</c:v>
                </c:pt>
                <c:pt idx="142">
                  <c:v>#N/A</c:v>
                </c:pt>
                <c:pt idx="143">
                  <c:v>#N/A</c:v>
                </c:pt>
                <c:pt idx="144">
                  <c:v>#N/A</c:v>
                </c:pt>
                <c:pt idx="145">
                  <c:v>#N/A</c:v>
                </c:pt>
                <c:pt idx="146">
                  <c:v>#N/A</c:v>
                </c:pt>
                <c:pt idx="147">
                  <c:v>#N/A</c:v>
                </c:pt>
                <c:pt idx="148">
                  <c:v>#N/A</c:v>
                </c:pt>
                <c:pt idx="149">
                  <c:v>#N/A</c:v>
                </c:pt>
                <c:pt idx="150">
                  <c:v>#N/A</c:v>
                </c:pt>
                <c:pt idx="151">
                  <c:v>#N/A</c:v>
                </c:pt>
                <c:pt idx="152">
                  <c:v>#N/A</c:v>
                </c:pt>
                <c:pt idx="153">
                  <c:v>#N/A</c:v>
                </c:pt>
                <c:pt idx="154">
                  <c:v>#N/A</c:v>
                </c:pt>
                <c:pt idx="155">
                  <c:v>#N/A</c:v>
                </c:pt>
                <c:pt idx="156">
                  <c:v>#N/A</c:v>
                </c:pt>
                <c:pt idx="157">
                  <c:v>#N/A</c:v>
                </c:pt>
                <c:pt idx="158">
                  <c:v>#N/A</c:v>
                </c:pt>
                <c:pt idx="159">
                  <c:v>#N/A</c:v>
                </c:pt>
                <c:pt idx="160">
                  <c:v>2.9</c:v>
                </c:pt>
                <c:pt idx="161">
                  <c:v>#N/A</c:v>
                </c:pt>
                <c:pt idx="162">
                  <c:v>#N/A</c:v>
                </c:pt>
                <c:pt idx="163">
                  <c:v>#N/A</c:v>
                </c:pt>
                <c:pt idx="164">
                  <c:v>#N/A</c:v>
                </c:pt>
                <c:pt idx="165">
                  <c:v>#N/A</c:v>
                </c:pt>
                <c:pt idx="166">
                  <c:v>#N/A</c:v>
                </c:pt>
                <c:pt idx="167">
                  <c:v>#N/A</c:v>
                </c:pt>
                <c:pt idx="168">
                  <c:v>#N/A</c:v>
                </c:pt>
                <c:pt idx="169">
                  <c:v>#N/A</c:v>
                </c:pt>
                <c:pt idx="170">
                  <c:v>#N/A</c:v>
                </c:pt>
                <c:pt idx="171">
                  <c:v>#N/A</c:v>
                </c:pt>
                <c:pt idx="172">
                  <c:v>#N/A</c:v>
                </c:pt>
                <c:pt idx="173">
                  <c:v>#N/A</c:v>
                </c:pt>
                <c:pt idx="174">
                  <c:v>#N/A</c:v>
                </c:pt>
                <c:pt idx="175">
                  <c:v>#N/A</c:v>
                </c:pt>
                <c:pt idx="176">
                  <c:v>#N/A</c:v>
                </c:pt>
                <c:pt idx="177">
                  <c:v>#N/A</c:v>
                </c:pt>
                <c:pt idx="178">
                  <c:v>#N/A</c:v>
                </c:pt>
                <c:pt idx="179">
                  <c:v>#N/A</c:v>
                </c:pt>
                <c:pt idx="180">
                  <c:v>#N/A</c:v>
                </c:pt>
                <c:pt idx="181">
                  <c:v>#N/A</c:v>
                </c:pt>
                <c:pt idx="182">
                  <c:v>#N/A</c:v>
                </c:pt>
                <c:pt idx="183">
                  <c:v>#N/A</c:v>
                </c:pt>
                <c:pt idx="184">
                  <c:v>#N/A</c:v>
                </c:pt>
                <c:pt idx="185">
                  <c:v>#N/A</c:v>
                </c:pt>
                <c:pt idx="186">
                  <c:v>#N/A</c:v>
                </c:pt>
                <c:pt idx="187">
                  <c:v>#N/A</c:v>
                </c:pt>
                <c:pt idx="188">
                  <c:v>#N/A</c:v>
                </c:pt>
                <c:pt idx="189">
                  <c:v>#N/A</c:v>
                </c:pt>
                <c:pt idx="190">
                  <c:v>#N/A</c:v>
                </c:pt>
                <c:pt idx="191">
                  <c:v>2.9</c:v>
                </c:pt>
                <c:pt idx="192">
                  <c:v>#N/A</c:v>
                </c:pt>
                <c:pt idx="193">
                  <c:v>#N/A</c:v>
                </c:pt>
                <c:pt idx="194">
                  <c:v>#N/A</c:v>
                </c:pt>
                <c:pt idx="195">
                  <c:v>#N/A</c:v>
                </c:pt>
                <c:pt idx="196">
                  <c:v>#N/A</c:v>
                </c:pt>
                <c:pt idx="197">
                  <c:v>#N/A</c:v>
                </c:pt>
                <c:pt idx="198">
                  <c:v>#N/A</c:v>
                </c:pt>
                <c:pt idx="199">
                  <c:v>#N/A</c:v>
                </c:pt>
                <c:pt idx="200">
                  <c:v>#N/A</c:v>
                </c:pt>
                <c:pt idx="201">
                  <c:v>#N/A</c:v>
                </c:pt>
                <c:pt idx="202">
                  <c:v>#N/A</c:v>
                </c:pt>
                <c:pt idx="203">
                  <c:v>#N/A</c:v>
                </c:pt>
                <c:pt idx="204">
                  <c:v>#N/A</c:v>
                </c:pt>
                <c:pt idx="205">
                  <c:v>#N/A</c:v>
                </c:pt>
                <c:pt idx="206">
                  <c:v>#N/A</c:v>
                </c:pt>
                <c:pt idx="207">
                  <c:v>#N/A</c:v>
                </c:pt>
                <c:pt idx="208">
                  <c:v>#N/A</c:v>
                </c:pt>
                <c:pt idx="209">
                  <c:v>#N/A</c:v>
                </c:pt>
                <c:pt idx="210">
                  <c:v>#N/A</c:v>
                </c:pt>
                <c:pt idx="211">
                  <c:v>#N/A</c:v>
                </c:pt>
                <c:pt idx="212">
                  <c:v>#N/A</c:v>
                </c:pt>
                <c:pt idx="213">
                  <c:v>#N/A</c:v>
                </c:pt>
                <c:pt idx="214">
                  <c:v>#N/A</c:v>
                </c:pt>
                <c:pt idx="215">
                  <c:v>#N/A</c:v>
                </c:pt>
                <c:pt idx="216">
                  <c:v>#N/A</c:v>
                </c:pt>
                <c:pt idx="217">
                  <c:v>#N/A</c:v>
                </c:pt>
                <c:pt idx="218">
                  <c:v>#N/A</c:v>
                </c:pt>
                <c:pt idx="219">
                  <c:v>#N/A</c:v>
                </c:pt>
                <c:pt idx="220">
                  <c:v>#N/A</c:v>
                </c:pt>
                <c:pt idx="221">
                  <c:v>#N/A</c:v>
                </c:pt>
                <c:pt idx="222">
                  <c:v>2.8</c:v>
                </c:pt>
                <c:pt idx="223">
                  <c:v>#N/A</c:v>
                </c:pt>
                <c:pt idx="224">
                  <c:v>#N/A</c:v>
                </c:pt>
                <c:pt idx="225">
                  <c:v>#N/A</c:v>
                </c:pt>
                <c:pt idx="226">
                  <c:v>#N/A</c:v>
                </c:pt>
                <c:pt idx="227">
                  <c:v>#N/A</c:v>
                </c:pt>
                <c:pt idx="228">
                  <c:v>#N/A</c:v>
                </c:pt>
                <c:pt idx="229">
                  <c:v>#N/A</c:v>
                </c:pt>
                <c:pt idx="230">
                  <c:v>#N/A</c:v>
                </c:pt>
                <c:pt idx="231">
                  <c:v>#N/A</c:v>
                </c:pt>
                <c:pt idx="232">
                  <c:v>#N/A</c:v>
                </c:pt>
                <c:pt idx="233">
                  <c:v>#N/A</c:v>
                </c:pt>
                <c:pt idx="234">
                  <c:v>#N/A</c:v>
                </c:pt>
                <c:pt idx="235">
                  <c:v>#N/A</c:v>
                </c:pt>
                <c:pt idx="236">
                  <c:v>#N/A</c:v>
                </c:pt>
                <c:pt idx="237">
                  <c:v>#N/A</c:v>
                </c:pt>
                <c:pt idx="238">
                  <c:v>#N/A</c:v>
                </c:pt>
                <c:pt idx="239">
                  <c:v>#N/A</c:v>
                </c:pt>
                <c:pt idx="240">
                  <c:v>#N/A</c:v>
                </c:pt>
                <c:pt idx="241">
                  <c:v>#N/A</c:v>
                </c:pt>
                <c:pt idx="242">
                  <c:v>#N/A</c:v>
                </c:pt>
                <c:pt idx="243">
                  <c:v>#N/A</c:v>
                </c:pt>
                <c:pt idx="244">
                  <c:v>#N/A</c:v>
                </c:pt>
                <c:pt idx="245">
                  <c:v>#N/A</c:v>
                </c:pt>
                <c:pt idx="246">
                  <c:v>#N/A</c:v>
                </c:pt>
                <c:pt idx="247">
                  <c:v>#N/A</c:v>
                </c:pt>
                <c:pt idx="248">
                  <c:v>#N/A</c:v>
                </c:pt>
                <c:pt idx="249">
                  <c:v>#N/A</c:v>
                </c:pt>
                <c:pt idx="250">
                  <c:v>#N/A</c:v>
                </c:pt>
                <c:pt idx="251">
                  <c:v>#N/A</c:v>
                </c:pt>
                <c:pt idx="252">
                  <c:v>2.7</c:v>
                </c:pt>
                <c:pt idx="253">
                  <c:v>#N/A</c:v>
                </c:pt>
                <c:pt idx="254">
                  <c:v>#N/A</c:v>
                </c:pt>
                <c:pt idx="255">
                  <c:v>#N/A</c:v>
                </c:pt>
                <c:pt idx="256">
                  <c:v>#N/A</c:v>
                </c:pt>
                <c:pt idx="257">
                  <c:v>#N/A</c:v>
                </c:pt>
                <c:pt idx="258">
                  <c:v>#N/A</c:v>
                </c:pt>
                <c:pt idx="259">
                  <c:v>#N/A</c:v>
                </c:pt>
                <c:pt idx="260">
                  <c:v>#N/A</c:v>
                </c:pt>
                <c:pt idx="261">
                  <c:v>#N/A</c:v>
                </c:pt>
                <c:pt idx="262">
                  <c:v>#N/A</c:v>
                </c:pt>
                <c:pt idx="263">
                  <c:v>#N/A</c:v>
                </c:pt>
                <c:pt idx="264">
                  <c:v>#N/A</c:v>
                </c:pt>
                <c:pt idx="265">
                  <c:v>#N/A</c:v>
                </c:pt>
                <c:pt idx="266">
                  <c:v>#N/A</c:v>
                </c:pt>
                <c:pt idx="267">
                  <c:v>#N/A</c:v>
                </c:pt>
                <c:pt idx="268">
                  <c:v>#N/A</c:v>
                </c:pt>
                <c:pt idx="269">
                  <c:v>#N/A</c:v>
                </c:pt>
                <c:pt idx="270">
                  <c:v>#N/A</c:v>
                </c:pt>
                <c:pt idx="271">
                  <c:v>#N/A</c:v>
                </c:pt>
                <c:pt idx="272">
                  <c:v>#N/A</c:v>
                </c:pt>
                <c:pt idx="273">
                  <c:v>#N/A</c:v>
                </c:pt>
                <c:pt idx="274">
                  <c:v>#N/A</c:v>
                </c:pt>
                <c:pt idx="275">
                  <c:v>#N/A</c:v>
                </c:pt>
                <c:pt idx="276">
                  <c:v>#N/A</c:v>
                </c:pt>
                <c:pt idx="277">
                  <c:v>#N/A</c:v>
                </c:pt>
                <c:pt idx="278">
                  <c:v>#N/A</c:v>
                </c:pt>
                <c:pt idx="279">
                  <c:v>#N/A</c:v>
                </c:pt>
                <c:pt idx="280">
                  <c:v>#N/A</c:v>
                </c:pt>
                <c:pt idx="281">
                  <c:v>#N/A</c:v>
                </c:pt>
                <c:pt idx="282">
                  <c:v>#N/A</c:v>
                </c:pt>
                <c:pt idx="283">
                  <c:v>2.8</c:v>
                </c:pt>
                <c:pt idx="284">
                  <c:v>#N/A</c:v>
                </c:pt>
                <c:pt idx="285">
                  <c:v>#N/A</c:v>
                </c:pt>
                <c:pt idx="286">
                  <c:v>#N/A</c:v>
                </c:pt>
                <c:pt idx="287">
                  <c:v>#N/A</c:v>
                </c:pt>
                <c:pt idx="288">
                  <c:v>#N/A</c:v>
                </c:pt>
                <c:pt idx="289">
                  <c:v>#N/A</c:v>
                </c:pt>
                <c:pt idx="290">
                  <c:v>#N/A</c:v>
                </c:pt>
                <c:pt idx="291">
                  <c:v>#N/A</c:v>
                </c:pt>
                <c:pt idx="292">
                  <c:v>#N/A</c:v>
                </c:pt>
                <c:pt idx="293">
                  <c:v>#N/A</c:v>
                </c:pt>
                <c:pt idx="294">
                  <c:v>#N/A</c:v>
                </c:pt>
                <c:pt idx="295">
                  <c:v>#N/A</c:v>
                </c:pt>
                <c:pt idx="296">
                  <c:v>#N/A</c:v>
                </c:pt>
                <c:pt idx="297">
                  <c:v>#N/A</c:v>
                </c:pt>
                <c:pt idx="298">
                  <c:v>#N/A</c:v>
                </c:pt>
                <c:pt idx="299">
                  <c:v>#N/A</c:v>
                </c:pt>
                <c:pt idx="300">
                  <c:v>#N/A</c:v>
                </c:pt>
                <c:pt idx="301">
                  <c:v>#N/A</c:v>
                </c:pt>
                <c:pt idx="302">
                  <c:v>#N/A</c:v>
                </c:pt>
                <c:pt idx="303">
                  <c:v>#N/A</c:v>
                </c:pt>
                <c:pt idx="304">
                  <c:v>#N/A</c:v>
                </c:pt>
                <c:pt idx="305">
                  <c:v>#N/A</c:v>
                </c:pt>
                <c:pt idx="306">
                  <c:v>#N/A</c:v>
                </c:pt>
                <c:pt idx="307">
                  <c:v>#N/A</c:v>
                </c:pt>
                <c:pt idx="308">
                  <c:v>#N/A</c:v>
                </c:pt>
                <c:pt idx="309">
                  <c:v>#N/A</c:v>
                </c:pt>
                <c:pt idx="310">
                  <c:v>#N/A</c:v>
                </c:pt>
                <c:pt idx="311">
                  <c:v>#N/A</c:v>
                </c:pt>
                <c:pt idx="312">
                  <c:v>#N/A</c:v>
                </c:pt>
                <c:pt idx="313">
                  <c:v>2.7</c:v>
                </c:pt>
                <c:pt idx="314">
                  <c:v>#N/A</c:v>
                </c:pt>
                <c:pt idx="315">
                  <c:v>#N/A</c:v>
                </c:pt>
                <c:pt idx="316">
                  <c:v>#N/A</c:v>
                </c:pt>
                <c:pt idx="317">
                  <c:v>#N/A</c:v>
                </c:pt>
                <c:pt idx="318">
                  <c:v>#N/A</c:v>
                </c:pt>
                <c:pt idx="319">
                  <c:v>#N/A</c:v>
                </c:pt>
                <c:pt idx="320">
                  <c:v>#N/A</c:v>
                </c:pt>
                <c:pt idx="321">
                  <c:v>#N/A</c:v>
                </c:pt>
                <c:pt idx="322">
                  <c:v>#N/A</c:v>
                </c:pt>
                <c:pt idx="323">
                  <c:v>#N/A</c:v>
                </c:pt>
                <c:pt idx="324">
                  <c:v>#N/A</c:v>
                </c:pt>
                <c:pt idx="325">
                  <c:v>#N/A</c:v>
                </c:pt>
                <c:pt idx="326">
                  <c:v>#N/A</c:v>
                </c:pt>
                <c:pt idx="327">
                  <c:v>#N/A</c:v>
                </c:pt>
                <c:pt idx="328">
                  <c:v>#N/A</c:v>
                </c:pt>
                <c:pt idx="329">
                  <c:v>#N/A</c:v>
                </c:pt>
                <c:pt idx="330">
                  <c:v>#N/A</c:v>
                </c:pt>
                <c:pt idx="331">
                  <c:v>#N/A</c:v>
                </c:pt>
                <c:pt idx="332">
                  <c:v>#N/A</c:v>
                </c:pt>
                <c:pt idx="333">
                  <c:v>#N/A</c:v>
                </c:pt>
                <c:pt idx="334">
                  <c:v>#N/A</c:v>
                </c:pt>
                <c:pt idx="335">
                  <c:v>#N/A</c:v>
                </c:pt>
                <c:pt idx="336">
                  <c:v>#N/A</c:v>
                </c:pt>
                <c:pt idx="337">
                  <c:v>#N/A</c:v>
                </c:pt>
                <c:pt idx="338">
                  <c:v>#N/A</c:v>
                </c:pt>
                <c:pt idx="339">
                  <c:v>#N/A</c:v>
                </c:pt>
                <c:pt idx="340">
                  <c:v>#N/A</c:v>
                </c:pt>
                <c:pt idx="341">
                  <c:v>#N/A</c:v>
                </c:pt>
                <c:pt idx="342">
                  <c:v>#N/A</c:v>
                </c:pt>
                <c:pt idx="343">
                  <c:v>#N/A</c:v>
                </c:pt>
                <c:pt idx="344">
                  <c:v>2.6</c:v>
                </c:pt>
                <c:pt idx="345">
                  <c:v>#N/A</c:v>
                </c:pt>
                <c:pt idx="346">
                  <c:v>#N/A</c:v>
                </c:pt>
                <c:pt idx="347">
                  <c:v>#N/A</c:v>
                </c:pt>
                <c:pt idx="348">
                  <c:v>#N/A</c:v>
                </c:pt>
                <c:pt idx="349">
                  <c:v>#N/A</c:v>
                </c:pt>
                <c:pt idx="350">
                  <c:v>#N/A</c:v>
                </c:pt>
                <c:pt idx="351">
                  <c:v>#N/A</c:v>
                </c:pt>
                <c:pt idx="352">
                  <c:v>#N/A</c:v>
                </c:pt>
                <c:pt idx="353">
                  <c:v>#N/A</c:v>
                </c:pt>
                <c:pt idx="354">
                  <c:v>#N/A</c:v>
                </c:pt>
                <c:pt idx="355">
                  <c:v>#N/A</c:v>
                </c:pt>
                <c:pt idx="356">
                  <c:v>#N/A</c:v>
                </c:pt>
                <c:pt idx="357">
                  <c:v>#N/A</c:v>
                </c:pt>
                <c:pt idx="358">
                  <c:v>#N/A</c:v>
                </c:pt>
                <c:pt idx="359">
                  <c:v>#N/A</c:v>
                </c:pt>
                <c:pt idx="360">
                  <c:v>#N/A</c:v>
                </c:pt>
                <c:pt idx="361">
                  <c:v>#N/A</c:v>
                </c:pt>
                <c:pt idx="362">
                  <c:v>#N/A</c:v>
                </c:pt>
                <c:pt idx="363">
                  <c:v>#N/A</c:v>
                </c:pt>
                <c:pt idx="364">
                  <c:v>#N/A</c:v>
                </c:pt>
                <c:pt idx="365">
                  <c:v>#N/A</c:v>
                </c:pt>
                <c:pt idx="366">
                  <c:v>#N/A</c:v>
                </c:pt>
                <c:pt idx="367">
                  <c:v>#N/A</c:v>
                </c:pt>
                <c:pt idx="368">
                  <c:v>#N/A</c:v>
                </c:pt>
                <c:pt idx="369">
                  <c:v>#N/A</c:v>
                </c:pt>
                <c:pt idx="370">
                  <c:v>#N/A</c:v>
                </c:pt>
                <c:pt idx="371">
                  <c:v>#N/A</c:v>
                </c:pt>
                <c:pt idx="372">
                  <c:v>#N/A</c:v>
                </c:pt>
                <c:pt idx="373">
                  <c:v>#N/A</c:v>
                </c:pt>
                <c:pt idx="374">
                  <c:v>#N/A</c:v>
                </c:pt>
                <c:pt idx="375">
                  <c:v>2.6</c:v>
                </c:pt>
                <c:pt idx="376">
                  <c:v>#N/A</c:v>
                </c:pt>
                <c:pt idx="377">
                  <c:v>#N/A</c:v>
                </c:pt>
                <c:pt idx="378">
                  <c:v>#N/A</c:v>
                </c:pt>
                <c:pt idx="379">
                  <c:v>#N/A</c:v>
                </c:pt>
                <c:pt idx="380">
                  <c:v>#N/A</c:v>
                </c:pt>
                <c:pt idx="381">
                  <c:v>#N/A</c:v>
                </c:pt>
                <c:pt idx="382">
                  <c:v>#N/A</c:v>
                </c:pt>
                <c:pt idx="383">
                  <c:v>#N/A</c:v>
                </c:pt>
                <c:pt idx="384">
                  <c:v>#N/A</c:v>
                </c:pt>
                <c:pt idx="385">
                  <c:v>#N/A</c:v>
                </c:pt>
                <c:pt idx="386">
                  <c:v>#N/A</c:v>
                </c:pt>
                <c:pt idx="387">
                  <c:v>#N/A</c:v>
                </c:pt>
                <c:pt idx="388">
                  <c:v>#N/A</c:v>
                </c:pt>
                <c:pt idx="389">
                  <c:v>#N/A</c:v>
                </c:pt>
                <c:pt idx="390">
                  <c:v>#N/A</c:v>
                </c:pt>
                <c:pt idx="391">
                  <c:v>#N/A</c:v>
                </c:pt>
                <c:pt idx="392">
                  <c:v>#N/A</c:v>
                </c:pt>
                <c:pt idx="393">
                  <c:v>#N/A</c:v>
                </c:pt>
                <c:pt idx="394">
                  <c:v>#N/A</c:v>
                </c:pt>
                <c:pt idx="395">
                  <c:v>#N/A</c:v>
                </c:pt>
                <c:pt idx="396">
                  <c:v>#N/A</c:v>
                </c:pt>
                <c:pt idx="397">
                  <c:v>#N/A</c:v>
                </c:pt>
                <c:pt idx="398">
                  <c:v>#N/A</c:v>
                </c:pt>
                <c:pt idx="399">
                  <c:v>#N/A</c:v>
                </c:pt>
                <c:pt idx="400">
                  <c:v>#N/A</c:v>
                </c:pt>
                <c:pt idx="401">
                  <c:v>#N/A</c:v>
                </c:pt>
                <c:pt idx="402">
                  <c:v>#N/A</c:v>
                </c:pt>
                <c:pt idx="403">
                  <c:v>#N/A</c:v>
                </c:pt>
                <c:pt idx="404">
                  <c:v>#N/A</c:v>
                </c:pt>
                <c:pt idx="405">
                  <c:v>2.5</c:v>
                </c:pt>
                <c:pt idx="406">
                  <c:v>#N/A</c:v>
                </c:pt>
                <c:pt idx="407">
                  <c:v>#N/A</c:v>
                </c:pt>
                <c:pt idx="408">
                  <c:v>#N/A</c:v>
                </c:pt>
                <c:pt idx="409">
                  <c:v>#N/A</c:v>
                </c:pt>
                <c:pt idx="410">
                  <c:v>#N/A</c:v>
                </c:pt>
                <c:pt idx="411">
                  <c:v>#N/A</c:v>
                </c:pt>
                <c:pt idx="412">
                  <c:v>#N/A</c:v>
                </c:pt>
                <c:pt idx="413">
                  <c:v>#N/A</c:v>
                </c:pt>
                <c:pt idx="414">
                  <c:v>#N/A</c:v>
                </c:pt>
                <c:pt idx="415">
                  <c:v>#N/A</c:v>
                </c:pt>
                <c:pt idx="416">
                  <c:v>#N/A</c:v>
                </c:pt>
                <c:pt idx="417">
                  <c:v>#N/A</c:v>
                </c:pt>
                <c:pt idx="418">
                  <c:v>#N/A</c:v>
                </c:pt>
                <c:pt idx="419">
                  <c:v>#N/A</c:v>
                </c:pt>
                <c:pt idx="420">
                  <c:v>#N/A</c:v>
                </c:pt>
                <c:pt idx="421">
                  <c:v>#N/A</c:v>
                </c:pt>
                <c:pt idx="422">
                  <c:v>#N/A</c:v>
                </c:pt>
                <c:pt idx="423">
                  <c:v>#N/A</c:v>
                </c:pt>
                <c:pt idx="424">
                  <c:v>#N/A</c:v>
                </c:pt>
                <c:pt idx="425">
                  <c:v>#N/A</c:v>
                </c:pt>
                <c:pt idx="426">
                  <c:v>#N/A</c:v>
                </c:pt>
                <c:pt idx="427">
                  <c:v>#N/A</c:v>
                </c:pt>
                <c:pt idx="428">
                  <c:v>#N/A</c:v>
                </c:pt>
                <c:pt idx="429">
                  <c:v>#N/A</c:v>
                </c:pt>
                <c:pt idx="430">
                  <c:v>#N/A</c:v>
                </c:pt>
                <c:pt idx="431">
                  <c:v>#N/A</c:v>
                </c:pt>
                <c:pt idx="432">
                  <c:v>#N/A</c:v>
                </c:pt>
                <c:pt idx="433">
                  <c:v>#N/A</c:v>
                </c:pt>
                <c:pt idx="434">
                  <c:v>#N/A</c:v>
                </c:pt>
                <c:pt idx="435">
                  <c:v>#N/A</c:v>
                </c:pt>
                <c:pt idx="436">
                  <c:v>2.2999999999999998</c:v>
                </c:pt>
                <c:pt idx="437">
                  <c:v>#N/A</c:v>
                </c:pt>
                <c:pt idx="438">
                  <c:v>#N/A</c:v>
                </c:pt>
                <c:pt idx="439">
                  <c:v>#N/A</c:v>
                </c:pt>
                <c:pt idx="440">
                  <c:v>#N/A</c:v>
                </c:pt>
                <c:pt idx="441">
                  <c:v>#N/A</c:v>
                </c:pt>
                <c:pt idx="442">
                  <c:v>#N/A</c:v>
                </c:pt>
                <c:pt idx="443">
                  <c:v>#N/A</c:v>
                </c:pt>
                <c:pt idx="444">
                  <c:v>#N/A</c:v>
                </c:pt>
                <c:pt idx="445">
                  <c:v>#N/A</c:v>
                </c:pt>
                <c:pt idx="446">
                  <c:v>#N/A</c:v>
                </c:pt>
                <c:pt idx="447">
                  <c:v>#N/A</c:v>
                </c:pt>
                <c:pt idx="448">
                  <c:v>#N/A</c:v>
                </c:pt>
                <c:pt idx="449">
                  <c:v>#N/A</c:v>
                </c:pt>
                <c:pt idx="450">
                  <c:v>#N/A</c:v>
                </c:pt>
                <c:pt idx="451">
                  <c:v>#N/A</c:v>
                </c:pt>
                <c:pt idx="452">
                  <c:v>#N/A</c:v>
                </c:pt>
                <c:pt idx="453">
                  <c:v>#N/A</c:v>
                </c:pt>
                <c:pt idx="454">
                  <c:v>#N/A</c:v>
                </c:pt>
                <c:pt idx="455">
                  <c:v>#N/A</c:v>
                </c:pt>
                <c:pt idx="456">
                  <c:v>#N/A</c:v>
                </c:pt>
                <c:pt idx="457">
                  <c:v>#N/A</c:v>
                </c:pt>
                <c:pt idx="458">
                  <c:v>#N/A</c:v>
                </c:pt>
                <c:pt idx="459">
                  <c:v>#N/A</c:v>
                </c:pt>
                <c:pt idx="460">
                  <c:v>#N/A</c:v>
                </c:pt>
                <c:pt idx="461">
                  <c:v>#N/A</c:v>
                </c:pt>
                <c:pt idx="462">
                  <c:v>#N/A</c:v>
                </c:pt>
                <c:pt idx="463">
                  <c:v>#N/A</c:v>
                </c:pt>
                <c:pt idx="464">
                  <c:v>#N/A</c:v>
                </c:pt>
                <c:pt idx="465">
                  <c:v>#N/A</c:v>
                </c:pt>
                <c:pt idx="466">
                  <c:v>2.4</c:v>
                </c:pt>
                <c:pt idx="467">
                  <c:v>#N/A</c:v>
                </c:pt>
                <c:pt idx="468">
                  <c:v>#N/A</c:v>
                </c:pt>
                <c:pt idx="469">
                  <c:v>#N/A</c:v>
                </c:pt>
                <c:pt idx="470">
                  <c:v>#N/A</c:v>
                </c:pt>
                <c:pt idx="471">
                  <c:v>#N/A</c:v>
                </c:pt>
                <c:pt idx="472">
                  <c:v>#N/A</c:v>
                </c:pt>
                <c:pt idx="473">
                  <c:v>#N/A</c:v>
                </c:pt>
                <c:pt idx="474">
                  <c:v>#N/A</c:v>
                </c:pt>
                <c:pt idx="475">
                  <c:v>#N/A</c:v>
                </c:pt>
                <c:pt idx="476">
                  <c:v>#N/A</c:v>
                </c:pt>
                <c:pt idx="477">
                  <c:v>#N/A</c:v>
                </c:pt>
                <c:pt idx="478">
                  <c:v>#N/A</c:v>
                </c:pt>
                <c:pt idx="479">
                  <c:v>#N/A</c:v>
                </c:pt>
                <c:pt idx="480">
                  <c:v>#N/A</c:v>
                </c:pt>
                <c:pt idx="481">
                  <c:v>#N/A</c:v>
                </c:pt>
                <c:pt idx="482">
                  <c:v>#N/A</c:v>
                </c:pt>
                <c:pt idx="483">
                  <c:v>#N/A</c:v>
                </c:pt>
                <c:pt idx="484">
                  <c:v>#N/A</c:v>
                </c:pt>
                <c:pt idx="485">
                  <c:v>#N/A</c:v>
                </c:pt>
                <c:pt idx="486">
                  <c:v>#N/A</c:v>
                </c:pt>
                <c:pt idx="487">
                  <c:v>#N/A</c:v>
                </c:pt>
                <c:pt idx="488">
                  <c:v>#N/A</c:v>
                </c:pt>
                <c:pt idx="489">
                  <c:v>#N/A</c:v>
                </c:pt>
                <c:pt idx="490">
                  <c:v>#N/A</c:v>
                </c:pt>
                <c:pt idx="491">
                  <c:v>#N/A</c:v>
                </c:pt>
                <c:pt idx="492">
                  <c:v>#N/A</c:v>
                </c:pt>
                <c:pt idx="493">
                  <c:v>#N/A</c:v>
                </c:pt>
                <c:pt idx="494">
                  <c:v>#N/A</c:v>
                </c:pt>
                <c:pt idx="495">
                  <c:v>#N/A</c:v>
                </c:pt>
                <c:pt idx="496">
                  <c:v>#N/A</c:v>
                </c:pt>
                <c:pt idx="497">
                  <c:v>2.7</c:v>
                </c:pt>
                <c:pt idx="498">
                  <c:v>#N/A</c:v>
                </c:pt>
                <c:pt idx="499">
                  <c:v>#N/A</c:v>
                </c:pt>
                <c:pt idx="500">
                  <c:v>#N/A</c:v>
                </c:pt>
                <c:pt idx="501">
                  <c:v>#N/A</c:v>
                </c:pt>
                <c:pt idx="502">
                  <c:v>#N/A</c:v>
                </c:pt>
                <c:pt idx="503">
                  <c:v>#N/A</c:v>
                </c:pt>
                <c:pt idx="504">
                  <c:v>#N/A</c:v>
                </c:pt>
                <c:pt idx="505">
                  <c:v>#N/A</c:v>
                </c:pt>
                <c:pt idx="506">
                  <c:v>#N/A</c:v>
                </c:pt>
                <c:pt idx="507">
                  <c:v>#N/A</c:v>
                </c:pt>
                <c:pt idx="508">
                  <c:v>#N/A</c:v>
                </c:pt>
                <c:pt idx="509">
                  <c:v>#N/A</c:v>
                </c:pt>
                <c:pt idx="510">
                  <c:v>#N/A</c:v>
                </c:pt>
                <c:pt idx="511">
                  <c:v>#N/A</c:v>
                </c:pt>
                <c:pt idx="512">
                  <c:v>#N/A</c:v>
                </c:pt>
                <c:pt idx="513">
                  <c:v>#N/A</c:v>
                </c:pt>
                <c:pt idx="514">
                  <c:v>#N/A</c:v>
                </c:pt>
                <c:pt idx="515">
                  <c:v>#N/A</c:v>
                </c:pt>
                <c:pt idx="516">
                  <c:v>#N/A</c:v>
                </c:pt>
                <c:pt idx="517">
                  <c:v>#N/A</c:v>
                </c:pt>
                <c:pt idx="518">
                  <c:v>#N/A</c:v>
                </c:pt>
                <c:pt idx="519">
                  <c:v>#N/A</c:v>
                </c:pt>
                <c:pt idx="520">
                  <c:v>#N/A</c:v>
                </c:pt>
                <c:pt idx="521">
                  <c:v>#N/A</c:v>
                </c:pt>
                <c:pt idx="522">
                  <c:v>#N/A</c:v>
                </c:pt>
                <c:pt idx="523">
                  <c:v>#N/A</c:v>
                </c:pt>
                <c:pt idx="524">
                  <c:v>#N/A</c:v>
                </c:pt>
                <c:pt idx="525">
                  <c:v>2.6</c:v>
                </c:pt>
                <c:pt idx="526">
                  <c:v>#N/A</c:v>
                </c:pt>
                <c:pt idx="527">
                  <c:v>#N/A</c:v>
                </c:pt>
                <c:pt idx="528">
                  <c:v>#N/A</c:v>
                </c:pt>
                <c:pt idx="529">
                  <c:v>#N/A</c:v>
                </c:pt>
                <c:pt idx="530">
                  <c:v>#N/A</c:v>
                </c:pt>
                <c:pt idx="531">
                  <c:v>#N/A</c:v>
                </c:pt>
                <c:pt idx="532">
                  <c:v>#N/A</c:v>
                </c:pt>
                <c:pt idx="533">
                  <c:v>#N/A</c:v>
                </c:pt>
                <c:pt idx="534">
                  <c:v>#N/A</c:v>
                </c:pt>
                <c:pt idx="535">
                  <c:v>#N/A</c:v>
                </c:pt>
                <c:pt idx="536">
                  <c:v>#N/A</c:v>
                </c:pt>
                <c:pt idx="537">
                  <c:v>#N/A</c:v>
                </c:pt>
                <c:pt idx="538">
                  <c:v>#N/A</c:v>
                </c:pt>
                <c:pt idx="539">
                  <c:v>#N/A</c:v>
                </c:pt>
                <c:pt idx="540">
                  <c:v>#N/A</c:v>
                </c:pt>
                <c:pt idx="541">
                  <c:v>#N/A</c:v>
                </c:pt>
                <c:pt idx="542">
                  <c:v>#N/A</c:v>
                </c:pt>
                <c:pt idx="543">
                  <c:v>#N/A</c:v>
                </c:pt>
                <c:pt idx="544">
                  <c:v>#N/A</c:v>
                </c:pt>
                <c:pt idx="545">
                  <c:v>#N/A</c:v>
                </c:pt>
                <c:pt idx="546">
                  <c:v>#N/A</c:v>
                </c:pt>
                <c:pt idx="547">
                  <c:v>#N/A</c:v>
                </c:pt>
                <c:pt idx="548">
                  <c:v>#N/A</c:v>
                </c:pt>
                <c:pt idx="549">
                  <c:v>#N/A</c:v>
                </c:pt>
                <c:pt idx="550">
                  <c:v>#N/A</c:v>
                </c:pt>
                <c:pt idx="551">
                  <c:v>#N/A</c:v>
                </c:pt>
                <c:pt idx="552">
                  <c:v>#N/A</c:v>
                </c:pt>
                <c:pt idx="553">
                  <c:v>#N/A</c:v>
                </c:pt>
                <c:pt idx="554">
                  <c:v>#N/A</c:v>
                </c:pt>
                <c:pt idx="555">
                  <c:v>#N/A</c:v>
                </c:pt>
                <c:pt idx="556">
                  <c:v>2.7</c:v>
                </c:pt>
                <c:pt idx="557">
                  <c:v>#N/A</c:v>
                </c:pt>
                <c:pt idx="558">
                  <c:v>#N/A</c:v>
                </c:pt>
                <c:pt idx="559">
                  <c:v>#N/A</c:v>
                </c:pt>
                <c:pt idx="560">
                  <c:v>#N/A</c:v>
                </c:pt>
                <c:pt idx="561">
                  <c:v>#N/A</c:v>
                </c:pt>
                <c:pt idx="562">
                  <c:v>#N/A</c:v>
                </c:pt>
                <c:pt idx="563">
                  <c:v>#N/A</c:v>
                </c:pt>
                <c:pt idx="564">
                  <c:v>#N/A</c:v>
                </c:pt>
                <c:pt idx="565">
                  <c:v>#N/A</c:v>
                </c:pt>
                <c:pt idx="566">
                  <c:v>#N/A</c:v>
                </c:pt>
                <c:pt idx="567">
                  <c:v>#N/A</c:v>
                </c:pt>
                <c:pt idx="568">
                  <c:v>#N/A</c:v>
                </c:pt>
                <c:pt idx="569">
                  <c:v>#N/A</c:v>
                </c:pt>
                <c:pt idx="570">
                  <c:v>#N/A</c:v>
                </c:pt>
                <c:pt idx="571">
                  <c:v>#N/A</c:v>
                </c:pt>
                <c:pt idx="572">
                  <c:v>#N/A</c:v>
                </c:pt>
                <c:pt idx="573">
                  <c:v>#N/A</c:v>
                </c:pt>
                <c:pt idx="574">
                  <c:v>#N/A</c:v>
                </c:pt>
                <c:pt idx="575">
                  <c:v>#N/A</c:v>
                </c:pt>
                <c:pt idx="576">
                  <c:v>#N/A</c:v>
                </c:pt>
                <c:pt idx="577">
                  <c:v>#N/A</c:v>
                </c:pt>
                <c:pt idx="578">
                  <c:v>#N/A</c:v>
                </c:pt>
                <c:pt idx="579">
                  <c:v>#N/A</c:v>
                </c:pt>
                <c:pt idx="580">
                  <c:v>#N/A</c:v>
                </c:pt>
                <c:pt idx="581">
                  <c:v>#N/A</c:v>
                </c:pt>
                <c:pt idx="582">
                  <c:v>#N/A</c:v>
                </c:pt>
                <c:pt idx="583">
                  <c:v>#N/A</c:v>
                </c:pt>
                <c:pt idx="584">
                  <c:v>#N/A</c:v>
                </c:pt>
                <c:pt idx="585">
                  <c:v>#N/A</c:v>
                </c:pt>
                <c:pt idx="586">
                  <c:v>#N/A</c:v>
                </c:pt>
                <c:pt idx="587">
                  <c:v>2.6</c:v>
                </c:pt>
                <c:pt idx="588">
                  <c:v>#N/A</c:v>
                </c:pt>
                <c:pt idx="589">
                  <c:v>#N/A</c:v>
                </c:pt>
                <c:pt idx="590">
                  <c:v>#N/A</c:v>
                </c:pt>
                <c:pt idx="591">
                  <c:v>#N/A</c:v>
                </c:pt>
                <c:pt idx="592">
                  <c:v>#N/A</c:v>
                </c:pt>
                <c:pt idx="593">
                  <c:v>#N/A</c:v>
                </c:pt>
                <c:pt idx="594">
                  <c:v>#N/A</c:v>
                </c:pt>
                <c:pt idx="595">
                  <c:v>#N/A</c:v>
                </c:pt>
                <c:pt idx="596">
                  <c:v>#N/A</c:v>
                </c:pt>
                <c:pt idx="597">
                  <c:v>#N/A</c:v>
                </c:pt>
                <c:pt idx="598">
                  <c:v>#N/A</c:v>
                </c:pt>
                <c:pt idx="599">
                  <c:v>#N/A</c:v>
                </c:pt>
                <c:pt idx="600">
                  <c:v>#N/A</c:v>
                </c:pt>
                <c:pt idx="601">
                  <c:v>#N/A</c:v>
                </c:pt>
                <c:pt idx="602">
                  <c:v>#N/A</c:v>
                </c:pt>
                <c:pt idx="603">
                  <c:v>#N/A</c:v>
                </c:pt>
                <c:pt idx="604">
                  <c:v>#N/A</c:v>
                </c:pt>
                <c:pt idx="605">
                  <c:v>#N/A</c:v>
                </c:pt>
                <c:pt idx="606">
                  <c:v>#N/A</c:v>
                </c:pt>
                <c:pt idx="607">
                  <c:v>#N/A</c:v>
                </c:pt>
                <c:pt idx="608">
                  <c:v>#N/A</c:v>
                </c:pt>
                <c:pt idx="609">
                  <c:v>#N/A</c:v>
                </c:pt>
                <c:pt idx="610">
                  <c:v>#N/A</c:v>
                </c:pt>
                <c:pt idx="611">
                  <c:v>#N/A</c:v>
                </c:pt>
                <c:pt idx="612">
                  <c:v>#N/A</c:v>
                </c:pt>
                <c:pt idx="613">
                  <c:v>#N/A</c:v>
                </c:pt>
                <c:pt idx="614">
                  <c:v>#N/A</c:v>
                </c:pt>
                <c:pt idx="615">
                  <c:v>#N/A</c:v>
                </c:pt>
                <c:pt idx="616">
                  <c:v>#N/A</c:v>
                </c:pt>
                <c:pt idx="617">
                  <c:v>2.5</c:v>
                </c:pt>
                <c:pt idx="618">
                  <c:v>#N/A</c:v>
                </c:pt>
                <c:pt idx="619">
                  <c:v>#N/A</c:v>
                </c:pt>
                <c:pt idx="620">
                  <c:v>#N/A</c:v>
                </c:pt>
                <c:pt idx="621">
                  <c:v>#N/A</c:v>
                </c:pt>
                <c:pt idx="622">
                  <c:v>#N/A</c:v>
                </c:pt>
                <c:pt idx="623">
                  <c:v>#N/A</c:v>
                </c:pt>
                <c:pt idx="624">
                  <c:v>#N/A</c:v>
                </c:pt>
                <c:pt idx="625">
                  <c:v>#N/A</c:v>
                </c:pt>
                <c:pt idx="626">
                  <c:v>#N/A</c:v>
                </c:pt>
                <c:pt idx="627">
                  <c:v>#N/A</c:v>
                </c:pt>
                <c:pt idx="628">
                  <c:v>#N/A</c:v>
                </c:pt>
                <c:pt idx="629">
                  <c:v>#N/A</c:v>
                </c:pt>
                <c:pt idx="630">
                  <c:v>#N/A</c:v>
                </c:pt>
                <c:pt idx="631">
                  <c:v>#N/A</c:v>
                </c:pt>
                <c:pt idx="632">
                  <c:v>#N/A</c:v>
                </c:pt>
                <c:pt idx="633">
                  <c:v>#N/A</c:v>
                </c:pt>
                <c:pt idx="634">
                  <c:v>#N/A</c:v>
                </c:pt>
                <c:pt idx="635">
                  <c:v>#N/A</c:v>
                </c:pt>
                <c:pt idx="636">
                  <c:v>#N/A</c:v>
                </c:pt>
                <c:pt idx="637">
                  <c:v>#N/A</c:v>
                </c:pt>
                <c:pt idx="638">
                  <c:v>#N/A</c:v>
                </c:pt>
                <c:pt idx="639">
                  <c:v>#N/A</c:v>
                </c:pt>
                <c:pt idx="640">
                  <c:v>#N/A</c:v>
                </c:pt>
                <c:pt idx="641">
                  <c:v>#N/A</c:v>
                </c:pt>
                <c:pt idx="642">
                  <c:v>#N/A</c:v>
                </c:pt>
                <c:pt idx="643">
                  <c:v>#N/A</c:v>
                </c:pt>
                <c:pt idx="644">
                  <c:v>#N/A</c:v>
                </c:pt>
                <c:pt idx="645">
                  <c:v>#N/A</c:v>
                </c:pt>
                <c:pt idx="646">
                  <c:v>#N/A</c:v>
                </c:pt>
                <c:pt idx="647">
                  <c:v>#N/A</c:v>
                </c:pt>
                <c:pt idx="648">
                  <c:v>2.2999999999999998</c:v>
                </c:pt>
                <c:pt idx="649">
                  <c:v>#N/A</c:v>
                </c:pt>
                <c:pt idx="650">
                  <c:v>#N/A</c:v>
                </c:pt>
                <c:pt idx="651">
                  <c:v>#N/A</c:v>
                </c:pt>
                <c:pt idx="652">
                  <c:v>#N/A</c:v>
                </c:pt>
                <c:pt idx="653">
                  <c:v>#N/A</c:v>
                </c:pt>
                <c:pt idx="654">
                  <c:v>#N/A</c:v>
                </c:pt>
                <c:pt idx="655">
                  <c:v>#N/A</c:v>
                </c:pt>
                <c:pt idx="656">
                  <c:v>#N/A</c:v>
                </c:pt>
                <c:pt idx="657">
                  <c:v>#N/A</c:v>
                </c:pt>
                <c:pt idx="658">
                  <c:v>#N/A</c:v>
                </c:pt>
                <c:pt idx="659">
                  <c:v>#N/A</c:v>
                </c:pt>
                <c:pt idx="660">
                  <c:v>#N/A</c:v>
                </c:pt>
                <c:pt idx="661">
                  <c:v>#N/A</c:v>
                </c:pt>
                <c:pt idx="662">
                  <c:v>#N/A</c:v>
                </c:pt>
                <c:pt idx="663">
                  <c:v>#N/A</c:v>
                </c:pt>
                <c:pt idx="664">
                  <c:v>#N/A</c:v>
                </c:pt>
                <c:pt idx="665">
                  <c:v>#N/A</c:v>
                </c:pt>
                <c:pt idx="666">
                  <c:v>#N/A</c:v>
                </c:pt>
                <c:pt idx="667">
                  <c:v>#N/A</c:v>
                </c:pt>
                <c:pt idx="668">
                  <c:v>#N/A</c:v>
                </c:pt>
                <c:pt idx="669">
                  <c:v>#N/A</c:v>
                </c:pt>
                <c:pt idx="670">
                  <c:v>#N/A</c:v>
                </c:pt>
                <c:pt idx="671">
                  <c:v>#N/A</c:v>
                </c:pt>
                <c:pt idx="672">
                  <c:v>#N/A</c:v>
                </c:pt>
                <c:pt idx="673">
                  <c:v>#N/A</c:v>
                </c:pt>
                <c:pt idx="674">
                  <c:v>#N/A</c:v>
                </c:pt>
                <c:pt idx="675">
                  <c:v>#N/A</c:v>
                </c:pt>
                <c:pt idx="676">
                  <c:v>#N/A</c:v>
                </c:pt>
                <c:pt idx="677">
                  <c:v>#N/A</c:v>
                </c:pt>
                <c:pt idx="678">
                  <c:v>2.4</c:v>
                </c:pt>
                <c:pt idx="679">
                  <c:v>#N/A</c:v>
                </c:pt>
                <c:pt idx="680">
                  <c:v>#N/A</c:v>
                </c:pt>
                <c:pt idx="681">
                  <c:v>#N/A</c:v>
                </c:pt>
                <c:pt idx="682">
                  <c:v>#N/A</c:v>
                </c:pt>
                <c:pt idx="683">
                  <c:v>#N/A</c:v>
                </c:pt>
                <c:pt idx="684">
                  <c:v>#N/A</c:v>
                </c:pt>
                <c:pt idx="685">
                  <c:v>#N/A</c:v>
                </c:pt>
                <c:pt idx="686">
                  <c:v>#N/A</c:v>
                </c:pt>
                <c:pt idx="687">
                  <c:v>#N/A</c:v>
                </c:pt>
                <c:pt idx="688">
                  <c:v>#N/A</c:v>
                </c:pt>
                <c:pt idx="689">
                  <c:v>#N/A</c:v>
                </c:pt>
                <c:pt idx="690">
                  <c:v>#N/A</c:v>
                </c:pt>
                <c:pt idx="691">
                  <c:v>#N/A</c:v>
                </c:pt>
                <c:pt idx="692">
                  <c:v>#N/A</c:v>
                </c:pt>
                <c:pt idx="693">
                  <c:v>#N/A</c:v>
                </c:pt>
                <c:pt idx="694">
                  <c:v>#N/A</c:v>
                </c:pt>
                <c:pt idx="695">
                  <c:v>#N/A</c:v>
                </c:pt>
                <c:pt idx="696">
                  <c:v>#N/A</c:v>
                </c:pt>
                <c:pt idx="697">
                  <c:v>#N/A</c:v>
                </c:pt>
                <c:pt idx="698">
                  <c:v>#N/A</c:v>
                </c:pt>
                <c:pt idx="699">
                  <c:v>#N/A</c:v>
                </c:pt>
                <c:pt idx="700">
                  <c:v>#N/A</c:v>
                </c:pt>
                <c:pt idx="701">
                  <c:v>#N/A</c:v>
                </c:pt>
                <c:pt idx="702">
                  <c:v>#N/A</c:v>
                </c:pt>
                <c:pt idx="703">
                  <c:v>#N/A</c:v>
                </c:pt>
                <c:pt idx="704">
                  <c:v>#N/A</c:v>
                </c:pt>
                <c:pt idx="705">
                  <c:v>#N/A</c:v>
                </c:pt>
                <c:pt idx="706">
                  <c:v>#N/A</c:v>
                </c:pt>
                <c:pt idx="707">
                  <c:v>#N/A</c:v>
                </c:pt>
                <c:pt idx="708">
                  <c:v>#N/A</c:v>
                </c:pt>
                <c:pt idx="709">
                  <c:v>2.6</c:v>
                </c:pt>
                <c:pt idx="710">
                  <c:v>#N/A</c:v>
                </c:pt>
                <c:pt idx="711">
                  <c:v>#N/A</c:v>
                </c:pt>
                <c:pt idx="712">
                  <c:v>#N/A</c:v>
                </c:pt>
                <c:pt idx="713">
                  <c:v>#N/A</c:v>
                </c:pt>
                <c:pt idx="714">
                  <c:v>#N/A</c:v>
                </c:pt>
                <c:pt idx="715">
                  <c:v>#N/A</c:v>
                </c:pt>
                <c:pt idx="716">
                  <c:v>#N/A</c:v>
                </c:pt>
                <c:pt idx="717">
                  <c:v>#N/A</c:v>
                </c:pt>
                <c:pt idx="718">
                  <c:v>#N/A</c:v>
                </c:pt>
                <c:pt idx="719">
                  <c:v>#N/A</c:v>
                </c:pt>
                <c:pt idx="720">
                  <c:v>#N/A</c:v>
                </c:pt>
                <c:pt idx="721">
                  <c:v>#N/A</c:v>
                </c:pt>
                <c:pt idx="722">
                  <c:v>#N/A</c:v>
                </c:pt>
                <c:pt idx="723">
                  <c:v>#N/A</c:v>
                </c:pt>
                <c:pt idx="724">
                  <c:v>#N/A</c:v>
                </c:pt>
                <c:pt idx="725">
                  <c:v>#N/A</c:v>
                </c:pt>
                <c:pt idx="726">
                  <c:v>#N/A</c:v>
                </c:pt>
                <c:pt idx="727">
                  <c:v>#N/A</c:v>
                </c:pt>
                <c:pt idx="728">
                  <c:v>#N/A</c:v>
                </c:pt>
                <c:pt idx="729">
                  <c:v>#N/A</c:v>
                </c:pt>
                <c:pt idx="730">
                  <c:v>#N/A</c:v>
                </c:pt>
                <c:pt idx="731">
                  <c:v>#N/A</c:v>
                </c:pt>
                <c:pt idx="732">
                  <c:v>#N/A</c:v>
                </c:pt>
                <c:pt idx="733">
                  <c:v>#N/A</c:v>
                </c:pt>
                <c:pt idx="734">
                  <c:v>#N/A</c:v>
                </c:pt>
                <c:pt idx="735">
                  <c:v>#N/A</c:v>
                </c:pt>
                <c:pt idx="736">
                  <c:v>#N/A</c:v>
                </c:pt>
                <c:pt idx="737">
                  <c:v>#N/A</c:v>
                </c:pt>
                <c:pt idx="738">
                  <c:v>#N/A</c:v>
                </c:pt>
                <c:pt idx="739">
                  <c:v>#N/A</c:v>
                </c:pt>
                <c:pt idx="740">
                  <c:v>2.5</c:v>
                </c:pt>
                <c:pt idx="741">
                  <c:v>#N/A</c:v>
                </c:pt>
                <c:pt idx="742">
                  <c:v>#N/A</c:v>
                </c:pt>
                <c:pt idx="743">
                  <c:v>#N/A</c:v>
                </c:pt>
                <c:pt idx="744">
                  <c:v>#N/A</c:v>
                </c:pt>
                <c:pt idx="745">
                  <c:v>#N/A</c:v>
                </c:pt>
                <c:pt idx="746">
                  <c:v>#N/A</c:v>
                </c:pt>
                <c:pt idx="747">
                  <c:v>#N/A</c:v>
                </c:pt>
                <c:pt idx="748">
                  <c:v>#N/A</c:v>
                </c:pt>
                <c:pt idx="749">
                  <c:v>#N/A</c:v>
                </c:pt>
                <c:pt idx="750">
                  <c:v>#N/A</c:v>
                </c:pt>
                <c:pt idx="751">
                  <c:v>#N/A</c:v>
                </c:pt>
                <c:pt idx="752">
                  <c:v>#N/A</c:v>
                </c:pt>
                <c:pt idx="753">
                  <c:v>#N/A</c:v>
                </c:pt>
                <c:pt idx="754">
                  <c:v>#N/A</c:v>
                </c:pt>
                <c:pt idx="755">
                  <c:v>#N/A</c:v>
                </c:pt>
                <c:pt idx="756">
                  <c:v>#N/A</c:v>
                </c:pt>
                <c:pt idx="757">
                  <c:v>#N/A</c:v>
                </c:pt>
                <c:pt idx="758">
                  <c:v>#N/A</c:v>
                </c:pt>
                <c:pt idx="759">
                  <c:v>#N/A</c:v>
                </c:pt>
                <c:pt idx="760">
                  <c:v>#N/A</c:v>
                </c:pt>
                <c:pt idx="761">
                  <c:v>#N/A</c:v>
                </c:pt>
                <c:pt idx="762">
                  <c:v>#N/A</c:v>
                </c:pt>
                <c:pt idx="763">
                  <c:v>#N/A</c:v>
                </c:pt>
                <c:pt idx="764">
                  <c:v>#N/A</c:v>
                </c:pt>
                <c:pt idx="765">
                  <c:v>#N/A</c:v>
                </c:pt>
                <c:pt idx="766">
                  <c:v>#N/A</c:v>
                </c:pt>
                <c:pt idx="767">
                  <c:v>#N/A</c:v>
                </c:pt>
                <c:pt idx="768">
                  <c:v>#N/A</c:v>
                </c:pt>
                <c:pt idx="769">
                  <c:v>#N/A</c:v>
                </c:pt>
                <c:pt idx="770">
                  <c:v>2.7</c:v>
                </c:pt>
                <c:pt idx="771">
                  <c:v>#N/A</c:v>
                </c:pt>
                <c:pt idx="772">
                  <c:v>#N/A</c:v>
                </c:pt>
                <c:pt idx="773">
                  <c:v>#N/A</c:v>
                </c:pt>
                <c:pt idx="774">
                  <c:v>#N/A</c:v>
                </c:pt>
                <c:pt idx="775">
                  <c:v>#N/A</c:v>
                </c:pt>
                <c:pt idx="776">
                  <c:v>#N/A</c:v>
                </c:pt>
                <c:pt idx="777">
                  <c:v>#N/A</c:v>
                </c:pt>
                <c:pt idx="778">
                  <c:v>#N/A</c:v>
                </c:pt>
                <c:pt idx="779">
                  <c:v>#N/A</c:v>
                </c:pt>
                <c:pt idx="780">
                  <c:v>#N/A</c:v>
                </c:pt>
                <c:pt idx="781">
                  <c:v>#N/A</c:v>
                </c:pt>
                <c:pt idx="782">
                  <c:v>#N/A</c:v>
                </c:pt>
                <c:pt idx="783">
                  <c:v>#N/A</c:v>
                </c:pt>
                <c:pt idx="784">
                  <c:v>#N/A</c:v>
                </c:pt>
                <c:pt idx="785">
                  <c:v>#N/A</c:v>
                </c:pt>
                <c:pt idx="786">
                  <c:v>#N/A</c:v>
                </c:pt>
                <c:pt idx="787">
                  <c:v>#N/A</c:v>
                </c:pt>
                <c:pt idx="788">
                  <c:v>#N/A</c:v>
                </c:pt>
                <c:pt idx="789">
                  <c:v>#N/A</c:v>
                </c:pt>
                <c:pt idx="790">
                  <c:v>#N/A</c:v>
                </c:pt>
                <c:pt idx="791">
                  <c:v>#N/A</c:v>
                </c:pt>
                <c:pt idx="792">
                  <c:v>#N/A</c:v>
                </c:pt>
                <c:pt idx="793">
                  <c:v>#N/A</c:v>
                </c:pt>
                <c:pt idx="794">
                  <c:v>#N/A</c:v>
                </c:pt>
                <c:pt idx="795">
                  <c:v>#N/A</c:v>
                </c:pt>
                <c:pt idx="796">
                  <c:v>#N/A</c:v>
                </c:pt>
                <c:pt idx="797">
                  <c:v>#N/A</c:v>
                </c:pt>
                <c:pt idx="798">
                  <c:v>#N/A</c:v>
                </c:pt>
                <c:pt idx="799">
                  <c:v>#N/A</c:v>
                </c:pt>
                <c:pt idx="800">
                  <c:v>#N/A</c:v>
                </c:pt>
                <c:pt idx="801">
                  <c:v>2.8</c:v>
                </c:pt>
                <c:pt idx="802">
                  <c:v>#N/A</c:v>
                </c:pt>
                <c:pt idx="803">
                  <c:v>#N/A</c:v>
                </c:pt>
                <c:pt idx="804">
                  <c:v>#N/A</c:v>
                </c:pt>
                <c:pt idx="805">
                  <c:v>#N/A</c:v>
                </c:pt>
                <c:pt idx="806">
                  <c:v>#N/A</c:v>
                </c:pt>
                <c:pt idx="807">
                  <c:v>#N/A</c:v>
                </c:pt>
                <c:pt idx="808">
                  <c:v>#N/A</c:v>
                </c:pt>
                <c:pt idx="809">
                  <c:v>#N/A</c:v>
                </c:pt>
                <c:pt idx="810">
                  <c:v>#N/A</c:v>
                </c:pt>
                <c:pt idx="811">
                  <c:v>#N/A</c:v>
                </c:pt>
                <c:pt idx="812">
                  <c:v>#N/A</c:v>
                </c:pt>
                <c:pt idx="813">
                  <c:v>#N/A</c:v>
                </c:pt>
                <c:pt idx="814">
                  <c:v>#N/A</c:v>
                </c:pt>
                <c:pt idx="815">
                  <c:v>#N/A</c:v>
                </c:pt>
                <c:pt idx="816">
                  <c:v>#N/A</c:v>
                </c:pt>
                <c:pt idx="817">
                  <c:v>#N/A</c:v>
                </c:pt>
                <c:pt idx="818">
                  <c:v>#N/A</c:v>
                </c:pt>
                <c:pt idx="819">
                  <c:v>#N/A</c:v>
                </c:pt>
                <c:pt idx="820">
                  <c:v>#N/A</c:v>
                </c:pt>
                <c:pt idx="821">
                  <c:v>#N/A</c:v>
                </c:pt>
                <c:pt idx="822">
                  <c:v>#N/A</c:v>
                </c:pt>
                <c:pt idx="823">
                  <c:v>#N/A</c:v>
                </c:pt>
                <c:pt idx="824">
                  <c:v>#N/A</c:v>
                </c:pt>
                <c:pt idx="825">
                  <c:v>#N/A</c:v>
                </c:pt>
                <c:pt idx="826">
                  <c:v>#N/A</c:v>
                </c:pt>
                <c:pt idx="827">
                  <c:v>#N/A</c:v>
                </c:pt>
                <c:pt idx="828">
                  <c:v>#N/A</c:v>
                </c:pt>
                <c:pt idx="829">
                  <c:v>#N/A</c:v>
                </c:pt>
                <c:pt idx="830">
                  <c:v>#N/A</c:v>
                </c:pt>
                <c:pt idx="831">
                  <c:v>2.9</c:v>
                </c:pt>
                <c:pt idx="832">
                  <c:v>#N/A</c:v>
                </c:pt>
                <c:pt idx="833">
                  <c:v>#N/A</c:v>
                </c:pt>
                <c:pt idx="834">
                  <c:v>#N/A</c:v>
                </c:pt>
                <c:pt idx="835">
                  <c:v>#N/A</c:v>
                </c:pt>
                <c:pt idx="836">
                  <c:v>#N/A</c:v>
                </c:pt>
                <c:pt idx="837">
                  <c:v>#N/A</c:v>
                </c:pt>
                <c:pt idx="838">
                  <c:v>#N/A</c:v>
                </c:pt>
                <c:pt idx="839">
                  <c:v>#N/A</c:v>
                </c:pt>
                <c:pt idx="840">
                  <c:v>#N/A</c:v>
                </c:pt>
                <c:pt idx="841">
                  <c:v>#N/A</c:v>
                </c:pt>
                <c:pt idx="842">
                  <c:v>#N/A</c:v>
                </c:pt>
                <c:pt idx="843">
                  <c:v>#N/A</c:v>
                </c:pt>
                <c:pt idx="844">
                  <c:v>#N/A</c:v>
                </c:pt>
                <c:pt idx="845">
                  <c:v>#N/A</c:v>
                </c:pt>
                <c:pt idx="846">
                  <c:v>#N/A</c:v>
                </c:pt>
                <c:pt idx="847">
                  <c:v>#N/A</c:v>
                </c:pt>
                <c:pt idx="848">
                  <c:v>#N/A</c:v>
                </c:pt>
                <c:pt idx="849">
                  <c:v>#N/A</c:v>
                </c:pt>
                <c:pt idx="850">
                  <c:v>#N/A</c:v>
                </c:pt>
                <c:pt idx="851">
                  <c:v>#N/A</c:v>
                </c:pt>
                <c:pt idx="852">
                  <c:v>#N/A</c:v>
                </c:pt>
                <c:pt idx="853">
                  <c:v>#N/A</c:v>
                </c:pt>
                <c:pt idx="854">
                  <c:v>#N/A</c:v>
                </c:pt>
                <c:pt idx="855">
                  <c:v>#N/A</c:v>
                </c:pt>
                <c:pt idx="856">
                  <c:v>#N/A</c:v>
                </c:pt>
                <c:pt idx="857">
                  <c:v>#N/A</c:v>
                </c:pt>
                <c:pt idx="858">
                  <c:v>#N/A</c:v>
                </c:pt>
                <c:pt idx="859">
                  <c:v>#N/A</c:v>
                </c:pt>
                <c:pt idx="860">
                  <c:v>#N/A</c:v>
                </c:pt>
                <c:pt idx="861">
                  <c:v>#N/A</c:v>
                </c:pt>
                <c:pt idx="862">
                  <c:v>2.7</c:v>
                </c:pt>
                <c:pt idx="863">
                  <c:v>#N/A</c:v>
                </c:pt>
                <c:pt idx="864">
                  <c:v>#N/A</c:v>
                </c:pt>
                <c:pt idx="865">
                  <c:v>#N/A</c:v>
                </c:pt>
                <c:pt idx="866">
                  <c:v>#N/A</c:v>
                </c:pt>
                <c:pt idx="867">
                  <c:v>#N/A</c:v>
                </c:pt>
                <c:pt idx="868">
                  <c:v>#N/A</c:v>
                </c:pt>
                <c:pt idx="869">
                  <c:v>#N/A</c:v>
                </c:pt>
                <c:pt idx="870">
                  <c:v>#N/A</c:v>
                </c:pt>
                <c:pt idx="871">
                  <c:v>#N/A</c:v>
                </c:pt>
                <c:pt idx="872">
                  <c:v>#N/A</c:v>
                </c:pt>
                <c:pt idx="873">
                  <c:v>#N/A</c:v>
                </c:pt>
                <c:pt idx="874">
                  <c:v>#N/A</c:v>
                </c:pt>
                <c:pt idx="875">
                  <c:v>#N/A</c:v>
                </c:pt>
                <c:pt idx="876">
                  <c:v>#N/A</c:v>
                </c:pt>
                <c:pt idx="877">
                  <c:v>#N/A</c:v>
                </c:pt>
                <c:pt idx="878">
                  <c:v>#N/A</c:v>
                </c:pt>
                <c:pt idx="879">
                  <c:v>#N/A</c:v>
                </c:pt>
                <c:pt idx="880">
                  <c:v>#N/A</c:v>
                </c:pt>
                <c:pt idx="881">
                  <c:v>#N/A</c:v>
                </c:pt>
                <c:pt idx="882">
                  <c:v>#N/A</c:v>
                </c:pt>
                <c:pt idx="883">
                  <c:v>#N/A</c:v>
                </c:pt>
                <c:pt idx="884">
                  <c:v>#N/A</c:v>
                </c:pt>
                <c:pt idx="885">
                  <c:v>#N/A</c:v>
                </c:pt>
                <c:pt idx="886">
                  <c:v>#N/A</c:v>
                </c:pt>
                <c:pt idx="887">
                  <c:v>#N/A</c:v>
                </c:pt>
                <c:pt idx="888">
                  <c:v>#N/A</c:v>
                </c:pt>
                <c:pt idx="889">
                  <c:v>#N/A</c:v>
                </c:pt>
                <c:pt idx="890">
                  <c:v>#N/A</c:v>
                </c:pt>
                <c:pt idx="891">
                  <c:v>2.7</c:v>
                </c:pt>
                <c:pt idx="892">
                  <c:v>#N/A</c:v>
                </c:pt>
                <c:pt idx="893">
                  <c:v>#N/A</c:v>
                </c:pt>
                <c:pt idx="894">
                  <c:v>#N/A</c:v>
                </c:pt>
                <c:pt idx="895">
                  <c:v>#N/A</c:v>
                </c:pt>
                <c:pt idx="896">
                  <c:v>#N/A</c:v>
                </c:pt>
                <c:pt idx="897">
                  <c:v>#N/A</c:v>
                </c:pt>
                <c:pt idx="898">
                  <c:v>#N/A</c:v>
                </c:pt>
                <c:pt idx="899">
                  <c:v>#N/A</c:v>
                </c:pt>
                <c:pt idx="900">
                  <c:v>#N/A</c:v>
                </c:pt>
                <c:pt idx="901">
                  <c:v>#N/A</c:v>
                </c:pt>
                <c:pt idx="902">
                  <c:v>#N/A</c:v>
                </c:pt>
                <c:pt idx="903">
                  <c:v>#N/A</c:v>
                </c:pt>
                <c:pt idx="904">
                  <c:v>#N/A</c:v>
                </c:pt>
                <c:pt idx="905">
                  <c:v>#N/A</c:v>
                </c:pt>
                <c:pt idx="906">
                  <c:v>#N/A</c:v>
                </c:pt>
                <c:pt idx="907">
                  <c:v>#N/A</c:v>
                </c:pt>
                <c:pt idx="908">
                  <c:v>#N/A</c:v>
                </c:pt>
                <c:pt idx="909">
                  <c:v>#N/A</c:v>
                </c:pt>
                <c:pt idx="910">
                  <c:v>#N/A</c:v>
                </c:pt>
                <c:pt idx="911">
                  <c:v>#N/A</c:v>
                </c:pt>
                <c:pt idx="912">
                  <c:v>#N/A</c:v>
                </c:pt>
                <c:pt idx="913">
                  <c:v>#N/A</c:v>
                </c:pt>
                <c:pt idx="914">
                  <c:v>#N/A</c:v>
                </c:pt>
                <c:pt idx="915">
                  <c:v>#N/A</c:v>
                </c:pt>
                <c:pt idx="916">
                  <c:v>#N/A</c:v>
                </c:pt>
                <c:pt idx="917">
                  <c:v>#N/A</c:v>
                </c:pt>
                <c:pt idx="918">
                  <c:v>#N/A</c:v>
                </c:pt>
                <c:pt idx="919">
                  <c:v>#N/A</c:v>
                </c:pt>
                <c:pt idx="920">
                  <c:v>#N/A</c:v>
                </c:pt>
                <c:pt idx="921">
                  <c:v>#N/A</c:v>
                </c:pt>
                <c:pt idx="922">
                  <c:v>2.8</c:v>
                </c:pt>
                <c:pt idx="923">
                  <c:v>#N/A</c:v>
                </c:pt>
                <c:pt idx="924">
                  <c:v>#N/A</c:v>
                </c:pt>
                <c:pt idx="925">
                  <c:v>#N/A</c:v>
                </c:pt>
                <c:pt idx="926">
                  <c:v>#N/A</c:v>
                </c:pt>
                <c:pt idx="927">
                  <c:v>#N/A</c:v>
                </c:pt>
                <c:pt idx="928">
                  <c:v>#N/A</c:v>
                </c:pt>
                <c:pt idx="929">
                  <c:v>#N/A</c:v>
                </c:pt>
                <c:pt idx="930">
                  <c:v>#N/A</c:v>
                </c:pt>
                <c:pt idx="931">
                  <c:v>#N/A</c:v>
                </c:pt>
                <c:pt idx="932">
                  <c:v>#N/A</c:v>
                </c:pt>
                <c:pt idx="933">
                  <c:v>#N/A</c:v>
                </c:pt>
                <c:pt idx="934">
                  <c:v>#N/A</c:v>
                </c:pt>
                <c:pt idx="935">
                  <c:v>#N/A</c:v>
                </c:pt>
                <c:pt idx="936">
                  <c:v>#N/A</c:v>
                </c:pt>
                <c:pt idx="937">
                  <c:v>#N/A</c:v>
                </c:pt>
                <c:pt idx="938">
                  <c:v>#N/A</c:v>
                </c:pt>
                <c:pt idx="939">
                  <c:v>#N/A</c:v>
                </c:pt>
                <c:pt idx="940">
                  <c:v>#N/A</c:v>
                </c:pt>
                <c:pt idx="941">
                  <c:v>#N/A</c:v>
                </c:pt>
                <c:pt idx="942">
                  <c:v>#N/A</c:v>
                </c:pt>
                <c:pt idx="943">
                  <c:v>#N/A</c:v>
                </c:pt>
                <c:pt idx="944">
                  <c:v>#N/A</c:v>
                </c:pt>
                <c:pt idx="945">
                  <c:v>#N/A</c:v>
                </c:pt>
                <c:pt idx="946">
                  <c:v>#N/A</c:v>
                </c:pt>
                <c:pt idx="947">
                  <c:v>#N/A</c:v>
                </c:pt>
                <c:pt idx="948">
                  <c:v>#N/A</c:v>
                </c:pt>
                <c:pt idx="949">
                  <c:v>#N/A</c:v>
                </c:pt>
                <c:pt idx="950">
                  <c:v>#N/A</c:v>
                </c:pt>
                <c:pt idx="951">
                  <c:v>#N/A</c:v>
                </c:pt>
                <c:pt idx="952">
                  <c:v>#N/A</c:v>
                </c:pt>
                <c:pt idx="953">
                  <c:v>2.8</c:v>
                </c:pt>
                <c:pt idx="954">
                  <c:v>#N/A</c:v>
                </c:pt>
                <c:pt idx="955">
                  <c:v>#N/A</c:v>
                </c:pt>
                <c:pt idx="956">
                  <c:v>#N/A</c:v>
                </c:pt>
                <c:pt idx="957">
                  <c:v>#N/A</c:v>
                </c:pt>
                <c:pt idx="958">
                  <c:v>#N/A</c:v>
                </c:pt>
                <c:pt idx="959">
                  <c:v>#N/A</c:v>
                </c:pt>
                <c:pt idx="960">
                  <c:v>#N/A</c:v>
                </c:pt>
                <c:pt idx="961">
                  <c:v>#N/A</c:v>
                </c:pt>
                <c:pt idx="962">
                  <c:v>#N/A</c:v>
                </c:pt>
                <c:pt idx="963">
                  <c:v>#N/A</c:v>
                </c:pt>
                <c:pt idx="964">
                  <c:v>#N/A</c:v>
                </c:pt>
                <c:pt idx="965">
                  <c:v>#N/A</c:v>
                </c:pt>
                <c:pt idx="966">
                  <c:v>#N/A</c:v>
                </c:pt>
                <c:pt idx="967">
                  <c:v>#N/A</c:v>
                </c:pt>
                <c:pt idx="968">
                  <c:v>#N/A</c:v>
                </c:pt>
                <c:pt idx="969">
                  <c:v>#N/A</c:v>
                </c:pt>
                <c:pt idx="970">
                  <c:v>#N/A</c:v>
                </c:pt>
                <c:pt idx="971">
                  <c:v>#N/A</c:v>
                </c:pt>
                <c:pt idx="972">
                  <c:v>#N/A</c:v>
                </c:pt>
                <c:pt idx="973">
                  <c:v>#N/A</c:v>
                </c:pt>
                <c:pt idx="974">
                  <c:v>#N/A</c:v>
                </c:pt>
                <c:pt idx="975">
                  <c:v>#N/A</c:v>
                </c:pt>
                <c:pt idx="976">
                  <c:v>#N/A</c:v>
                </c:pt>
                <c:pt idx="977">
                  <c:v>#N/A</c:v>
                </c:pt>
                <c:pt idx="978">
                  <c:v>#N/A</c:v>
                </c:pt>
                <c:pt idx="979">
                  <c:v>#N/A</c:v>
                </c:pt>
                <c:pt idx="980">
                  <c:v>#N/A</c:v>
                </c:pt>
                <c:pt idx="981">
                  <c:v>#N/A</c:v>
                </c:pt>
                <c:pt idx="982">
                  <c:v>#N/A</c:v>
                </c:pt>
                <c:pt idx="983">
                  <c:v>3</c:v>
                </c:pt>
                <c:pt idx="984">
                  <c:v>#N/A</c:v>
                </c:pt>
                <c:pt idx="985">
                  <c:v>#N/A</c:v>
                </c:pt>
                <c:pt idx="986">
                  <c:v>#N/A</c:v>
                </c:pt>
                <c:pt idx="987">
                  <c:v>#N/A</c:v>
                </c:pt>
                <c:pt idx="988">
                  <c:v>#N/A</c:v>
                </c:pt>
                <c:pt idx="989">
                  <c:v>#N/A</c:v>
                </c:pt>
                <c:pt idx="990">
                  <c:v>#N/A</c:v>
                </c:pt>
                <c:pt idx="991">
                  <c:v>#N/A</c:v>
                </c:pt>
                <c:pt idx="992">
                  <c:v>#N/A</c:v>
                </c:pt>
                <c:pt idx="993">
                  <c:v>#N/A</c:v>
                </c:pt>
                <c:pt idx="994">
                  <c:v>#N/A</c:v>
                </c:pt>
                <c:pt idx="995">
                  <c:v>#N/A</c:v>
                </c:pt>
                <c:pt idx="996">
                  <c:v>#N/A</c:v>
                </c:pt>
                <c:pt idx="997">
                  <c:v>#N/A</c:v>
                </c:pt>
                <c:pt idx="998">
                  <c:v>#N/A</c:v>
                </c:pt>
                <c:pt idx="999">
                  <c:v>#N/A</c:v>
                </c:pt>
                <c:pt idx="1000">
                  <c:v>#N/A</c:v>
                </c:pt>
                <c:pt idx="1001">
                  <c:v>#N/A</c:v>
                </c:pt>
                <c:pt idx="1002">
                  <c:v>#N/A</c:v>
                </c:pt>
                <c:pt idx="1003">
                  <c:v>#N/A</c:v>
                </c:pt>
                <c:pt idx="1004">
                  <c:v>#N/A</c:v>
                </c:pt>
                <c:pt idx="1005">
                  <c:v>#N/A</c:v>
                </c:pt>
                <c:pt idx="1006">
                  <c:v>#N/A</c:v>
                </c:pt>
                <c:pt idx="1007">
                  <c:v>#N/A</c:v>
                </c:pt>
                <c:pt idx="1008">
                  <c:v>#N/A</c:v>
                </c:pt>
                <c:pt idx="1009">
                  <c:v>#N/A</c:v>
                </c:pt>
                <c:pt idx="1010">
                  <c:v>#N/A</c:v>
                </c:pt>
                <c:pt idx="1011">
                  <c:v>#N/A</c:v>
                </c:pt>
                <c:pt idx="1012">
                  <c:v>#N/A</c:v>
                </c:pt>
                <c:pt idx="1013">
                  <c:v>#N/A</c:v>
                </c:pt>
                <c:pt idx="1014">
                  <c:v>3.4</c:v>
                </c:pt>
                <c:pt idx="1015">
                  <c:v>#N/A</c:v>
                </c:pt>
                <c:pt idx="1016">
                  <c:v>#N/A</c:v>
                </c:pt>
                <c:pt idx="1017">
                  <c:v>#N/A</c:v>
                </c:pt>
                <c:pt idx="1018">
                  <c:v>#N/A</c:v>
                </c:pt>
                <c:pt idx="1019">
                  <c:v>#N/A</c:v>
                </c:pt>
                <c:pt idx="1020">
                  <c:v>#N/A</c:v>
                </c:pt>
                <c:pt idx="1021">
                  <c:v>#N/A</c:v>
                </c:pt>
                <c:pt idx="1022">
                  <c:v>#N/A</c:v>
                </c:pt>
                <c:pt idx="1023">
                  <c:v>#N/A</c:v>
                </c:pt>
                <c:pt idx="1024">
                  <c:v>#N/A</c:v>
                </c:pt>
                <c:pt idx="1025">
                  <c:v>#N/A</c:v>
                </c:pt>
                <c:pt idx="1026">
                  <c:v>#N/A</c:v>
                </c:pt>
                <c:pt idx="1027">
                  <c:v>#N/A</c:v>
                </c:pt>
                <c:pt idx="1028">
                  <c:v>#N/A</c:v>
                </c:pt>
                <c:pt idx="1029">
                  <c:v>#N/A</c:v>
                </c:pt>
                <c:pt idx="1030">
                  <c:v>#N/A</c:v>
                </c:pt>
                <c:pt idx="1031">
                  <c:v>#N/A</c:v>
                </c:pt>
                <c:pt idx="1032">
                  <c:v>#N/A</c:v>
                </c:pt>
                <c:pt idx="1033">
                  <c:v>#N/A</c:v>
                </c:pt>
                <c:pt idx="1034">
                  <c:v>#N/A</c:v>
                </c:pt>
                <c:pt idx="1035">
                  <c:v>#N/A</c:v>
                </c:pt>
                <c:pt idx="1036">
                  <c:v>#N/A</c:v>
                </c:pt>
                <c:pt idx="1037">
                  <c:v>#N/A</c:v>
                </c:pt>
                <c:pt idx="1038">
                  <c:v>#N/A</c:v>
                </c:pt>
                <c:pt idx="1039">
                  <c:v>#N/A</c:v>
                </c:pt>
                <c:pt idx="1040">
                  <c:v>#N/A</c:v>
                </c:pt>
                <c:pt idx="1041">
                  <c:v>#N/A</c:v>
                </c:pt>
                <c:pt idx="1042">
                  <c:v>#N/A</c:v>
                </c:pt>
                <c:pt idx="1043">
                  <c:v>#N/A</c:v>
                </c:pt>
                <c:pt idx="1044">
                  <c:v>3.4</c:v>
                </c:pt>
                <c:pt idx="1045">
                  <c:v>#N/A</c:v>
                </c:pt>
                <c:pt idx="1046">
                  <c:v>#N/A</c:v>
                </c:pt>
                <c:pt idx="1047">
                  <c:v>#N/A</c:v>
                </c:pt>
                <c:pt idx="1048">
                  <c:v>#N/A</c:v>
                </c:pt>
                <c:pt idx="1049">
                  <c:v>#N/A</c:v>
                </c:pt>
                <c:pt idx="1050">
                  <c:v>#N/A</c:v>
                </c:pt>
                <c:pt idx="1051">
                  <c:v>#N/A</c:v>
                </c:pt>
                <c:pt idx="1052">
                  <c:v>#N/A</c:v>
                </c:pt>
                <c:pt idx="1053">
                  <c:v>#N/A</c:v>
                </c:pt>
                <c:pt idx="1054">
                  <c:v>#N/A</c:v>
                </c:pt>
                <c:pt idx="1055">
                  <c:v>#N/A</c:v>
                </c:pt>
                <c:pt idx="1056">
                  <c:v>#N/A</c:v>
                </c:pt>
                <c:pt idx="1057">
                  <c:v>#N/A</c:v>
                </c:pt>
                <c:pt idx="1058">
                  <c:v>#N/A</c:v>
                </c:pt>
                <c:pt idx="1059">
                  <c:v>#N/A</c:v>
                </c:pt>
                <c:pt idx="1060">
                  <c:v>#N/A</c:v>
                </c:pt>
                <c:pt idx="1061">
                  <c:v>#N/A</c:v>
                </c:pt>
                <c:pt idx="1062">
                  <c:v>#N/A</c:v>
                </c:pt>
                <c:pt idx="1063">
                  <c:v>#N/A</c:v>
                </c:pt>
                <c:pt idx="1064">
                  <c:v>#N/A</c:v>
                </c:pt>
                <c:pt idx="1065">
                  <c:v>#N/A</c:v>
                </c:pt>
                <c:pt idx="1066">
                  <c:v>#N/A</c:v>
                </c:pt>
                <c:pt idx="1067">
                  <c:v>#N/A</c:v>
                </c:pt>
                <c:pt idx="1068">
                  <c:v>#N/A</c:v>
                </c:pt>
                <c:pt idx="1069">
                  <c:v>#N/A</c:v>
                </c:pt>
                <c:pt idx="1070">
                  <c:v>#N/A</c:v>
                </c:pt>
                <c:pt idx="1071">
                  <c:v>#N/A</c:v>
                </c:pt>
                <c:pt idx="1072">
                  <c:v>#N/A</c:v>
                </c:pt>
                <c:pt idx="1073">
                  <c:v>#N/A</c:v>
                </c:pt>
                <c:pt idx="1074">
                  <c:v>#N/A</c:v>
                </c:pt>
                <c:pt idx="1075">
                  <c:v>3.4</c:v>
                </c:pt>
                <c:pt idx="1076">
                  <c:v>#N/A</c:v>
                </c:pt>
                <c:pt idx="1077">
                  <c:v>#N/A</c:v>
                </c:pt>
                <c:pt idx="1078">
                  <c:v>#N/A</c:v>
                </c:pt>
                <c:pt idx="1079">
                  <c:v>#N/A</c:v>
                </c:pt>
                <c:pt idx="1080">
                  <c:v>#N/A</c:v>
                </c:pt>
                <c:pt idx="1081">
                  <c:v>#N/A</c:v>
                </c:pt>
                <c:pt idx="1082">
                  <c:v>#N/A</c:v>
                </c:pt>
                <c:pt idx="1083">
                  <c:v>#N/A</c:v>
                </c:pt>
                <c:pt idx="1084">
                  <c:v>#N/A</c:v>
                </c:pt>
                <c:pt idx="1085">
                  <c:v>#N/A</c:v>
                </c:pt>
                <c:pt idx="1086">
                  <c:v>#N/A</c:v>
                </c:pt>
                <c:pt idx="1087">
                  <c:v>#N/A</c:v>
                </c:pt>
                <c:pt idx="1088">
                  <c:v>#N/A</c:v>
                </c:pt>
                <c:pt idx="1089">
                  <c:v>#N/A</c:v>
                </c:pt>
                <c:pt idx="1090">
                  <c:v>#N/A</c:v>
                </c:pt>
                <c:pt idx="1091">
                  <c:v>#N/A</c:v>
                </c:pt>
                <c:pt idx="1092">
                  <c:v>#N/A</c:v>
                </c:pt>
                <c:pt idx="1093">
                  <c:v>#N/A</c:v>
                </c:pt>
                <c:pt idx="1094">
                  <c:v>#N/A</c:v>
                </c:pt>
                <c:pt idx="1095">
                  <c:v>#N/A</c:v>
                </c:pt>
                <c:pt idx="1096">
                  <c:v>#N/A</c:v>
                </c:pt>
                <c:pt idx="1097">
                  <c:v>#N/A</c:v>
                </c:pt>
                <c:pt idx="1098">
                  <c:v>#N/A</c:v>
                </c:pt>
                <c:pt idx="1099">
                  <c:v>#N/A</c:v>
                </c:pt>
                <c:pt idx="1100">
                  <c:v>#N/A</c:v>
                </c:pt>
                <c:pt idx="1101">
                  <c:v>#N/A</c:v>
                </c:pt>
                <c:pt idx="1102">
                  <c:v>#N/A</c:v>
                </c:pt>
                <c:pt idx="1103">
                  <c:v>#N/A</c:v>
                </c:pt>
                <c:pt idx="1104">
                  <c:v>#N/A</c:v>
                </c:pt>
                <c:pt idx="1105">
                  <c:v>#N/A</c:v>
                </c:pt>
                <c:pt idx="1106">
                  <c:v>3.3</c:v>
                </c:pt>
                <c:pt idx="1107">
                  <c:v>#N/A</c:v>
                </c:pt>
                <c:pt idx="1108">
                  <c:v>#N/A</c:v>
                </c:pt>
                <c:pt idx="1109">
                  <c:v>#N/A</c:v>
                </c:pt>
                <c:pt idx="1110">
                  <c:v>#N/A</c:v>
                </c:pt>
                <c:pt idx="1111">
                  <c:v>#N/A</c:v>
                </c:pt>
                <c:pt idx="1112">
                  <c:v>#N/A</c:v>
                </c:pt>
                <c:pt idx="1113">
                  <c:v>#N/A</c:v>
                </c:pt>
                <c:pt idx="1114">
                  <c:v>#N/A</c:v>
                </c:pt>
                <c:pt idx="1115">
                  <c:v>#N/A</c:v>
                </c:pt>
                <c:pt idx="1116">
                  <c:v>#N/A</c:v>
                </c:pt>
                <c:pt idx="1117">
                  <c:v>#N/A</c:v>
                </c:pt>
                <c:pt idx="1118">
                  <c:v>#N/A</c:v>
                </c:pt>
                <c:pt idx="1119">
                  <c:v>#N/A</c:v>
                </c:pt>
                <c:pt idx="1120">
                  <c:v>#N/A</c:v>
                </c:pt>
                <c:pt idx="1121">
                  <c:v>#N/A</c:v>
                </c:pt>
                <c:pt idx="1122">
                  <c:v>#N/A</c:v>
                </c:pt>
                <c:pt idx="1123">
                  <c:v>#N/A</c:v>
                </c:pt>
                <c:pt idx="1124">
                  <c:v>#N/A</c:v>
                </c:pt>
                <c:pt idx="1125">
                  <c:v>#N/A</c:v>
                </c:pt>
                <c:pt idx="1126">
                  <c:v>#N/A</c:v>
                </c:pt>
                <c:pt idx="1127">
                  <c:v>#N/A</c:v>
                </c:pt>
                <c:pt idx="1128">
                  <c:v>#N/A</c:v>
                </c:pt>
                <c:pt idx="1129">
                  <c:v>#N/A</c:v>
                </c:pt>
                <c:pt idx="1130">
                  <c:v>#N/A</c:v>
                </c:pt>
                <c:pt idx="1131">
                  <c:v>#N/A</c:v>
                </c:pt>
                <c:pt idx="1132">
                  <c:v>#N/A</c:v>
                </c:pt>
                <c:pt idx="1133">
                  <c:v>#N/A</c:v>
                </c:pt>
                <c:pt idx="1134">
                  <c:v>#N/A</c:v>
                </c:pt>
                <c:pt idx="1135">
                  <c:v>#N/A</c:v>
                </c:pt>
                <c:pt idx="1136">
                  <c:v>4</c:v>
                </c:pt>
                <c:pt idx="1137">
                  <c:v>#N/A</c:v>
                </c:pt>
                <c:pt idx="1138">
                  <c:v>#N/A</c:v>
                </c:pt>
                <c:pt idx="1139">
                  <c:v>#N/A</c:v>
                </c:pt>
                <c:pt idx="1140">
                  <c:v>#N/A</c:v>
                </c:pt>
                <c:pt idx="1141">
                  <c:v>#N/A</c:v>
                </c:pt>
                <c:pt idx="1142">
                  <c:v>#N/A</c:v>
                </c:pt>
                <c:pt idx="1143">
                  <c:v>#N/A</c:v>
                </c:pt>
                <c:pt idx="1144">
                  <c:v>#N/A</c:v>
                </c:pt>
                <c:pt idx="1145">
                  <c:v>#N/A</c:v>
                </c:pt>
                <c:pt idx="1146">
                  <c:v>#N/A</c:v>
                </c:pt>
                <c:pt idx="1147">
                  <c:v>#N/A</c:v>
                </c:pt>
                <c:pt idx="1148">
                  <c:v>#N/A</c:v>
                </c:pt>
                <c:pt idx="1149">
                  <c:v>#N/A</c:v>
                </c:pt>
                <c:pt idx="1150">
                  <c:v>#N/A</c:v>
                </c:pt>
                <c:pt idx="1151">
                  <c:v>#N/A</c:v>
                </c:pt>
                <c:pt idx="1152">
                  <c:v>#N/A</c:v>
                </c:pt>
                <c:pt idx="1153">
                  <c:v>#N/A</c:v>
                </c:pt>
                <c:pt idx="1154">
                  <c:v>#N/A</c:v>
                </c:pt>
                <c:pt idx="1155">
                  <c:v>#N/A</c:v>
                </c:pt>
                <c:pt idx="1156">
                  <c:v>#N/A</c:v>
                </c:pt>
                <c:pt idx="1157">
                  <c:v>#N/A</c:v>
                </c:pt>
                <c:pt idx="1158">
                  <c:v>#N/A</c:v>
                </c:pt>
                <c:pt idx="1159">
                  <c:v>#N/A</c:v>
                </c:pt>
                <c:pt idx="1160">
                  <c:v>#N/A</c:v>
                </c:pt>
                <c:pt idx="1161">
                  <c:v>#N/A</c:v>
                </c:pt>
                <c:pt idx="1162">
                  <c:v>#N/A</c:v>
                </c:pt>
                <c:pt idx="1163">
                  <c:v>#N/A</c:v>
                </c:pt>
                <c:pt idx="1164">
                  <c:v>#N/A</c:v>
                </c:pt>
                <c:pt idx="1165">
                  <c:v>#N/A</c:v>
                </c:pt>
                <c:pt idx="1166">
                  <c:v>#N/A</c:v>
                </c:pt>
                <c:pt idx="1167">
                  <c:v>4.5</c:v>
                </c:pt>
                <c:pt idx="1168">
                  <c:v>#N/A</c:v>
                </c:pt>
                <c:pt idx="1169">
                  <c:v>#N/A</c:v>
                </c:pt>
                <c:pt idx="1170">
                  <c:v>#N/A</c:v>
                </c:pt>
                <c:pt idx="1171">
                  <c:v>#N/A</c:v>
                </c:pt>
                <c:pt idx="1172">
                  <c:v>#N/A</c:v>
                </c:pt>
                <c:pt idx="1173">
                  <c:v>#N/A</c:v>
                </c:pt>
                <c:pt idx="1174">
                  <c:v>#N/A</c:v>
                </c:pt>
                <c:pt idx="1175">
                  <c:v>#N/A</c:v>
                </c:pt>
                <c:pt idx="1176">
                  <c:v>#N/A</c:v>
                </c:pt>
                <c:pt idx="1177">
                  <c:v>#N/A</c:v>
                </c:pt>
                <c:pt idx="1178">
                  <c:v>#N/A</c:v>
                </c:pt>
                <c:pt idx="1179">
                  <c:v>#N/A</c:v>
                </c:pt>
                <c:pt idx="1180">
                  <c:v>#N/A</c:v>
                </c:pt>
                <c:pt idx="1181">
                  <c:v>#N/A</c:v>
                </c:pt>
                <c:pt idx="1182">
                  <c:v>#N/A</c:v>
                </c:pt>
                <c:pt idx="1183">
                  <c:v>#N/A</c:v>
                </c:pt>
                <c:pt idx="1184">
                  <c:v>#N/A</c:v>
                </c:pt>
                <c:pt idx="1185">
                  <c:v>#N/A</c:v>
                </c:pt>
                <c:pt idx="1186">
                  <c:v>#N/A</c:v>
                </c:pt>
                <c:pt idx="1187">
                  <c:v>#N/A</c:v>
                </c:pt>
                <c:pt idx="1188">
                  <c:v>#N/A</c:v>
                </c:pt>
                <c:pt idx="1189">
                  <c:v>#N/A</c:v>
                </c:pt>
                <c:pt idx="1190">
                  <c:v>#N/A</c:v>
                </c:pt>
                <c:pt idx="1191">
                  <c:v>#N/A</c:v>
                </c:pt>
                <c:pt idx="1192">
                  <c:v>#N/A</c:v>
                </c:pt>
                <c:pt idx="1193">
                  <c:v>#N/A</c:v>
                </c:pt>
                <c:pt idx="1194">
                  <c:v>#N/A</c:v>
                </c:pt>
                <c:pt idx="1195">
                  <c:v>#N/A</c:v>
                </c:pt>
                <c:pt idx="1196">
                  <c:v>#N/A</c:v>
                </c:pt>
                <c:pt idx="1197">
                  <c:v>4.4000000000000004</c:v>
                </c:pt>
                <c:pt idx="1198">
                  <c:v>#N/A</c:v>
                </c:pt>
                <c:pt idx="1199">
                  <c:v>#N/A</c:v>
                </c:pt>
                <c:pt idx="1200">
                  <c:v>#N/A</c:v>
                </c:pt>
                <c:pt idx="1201">
                  <c:v>#N/A</c:v>
                </c:pt>
                <c:pt idx="1202">
                  <c:v>#N/A</c:v>
                </c:pt>
                <c:pt idx="1203">
                  <c:v>#N/A</c:v>
                </c:pt>
                <c:pt idx="1204">
                  <c:v>#N/A</c:v>
                </c:pt>
                <c:pt idx="1205">
                  <c:v>#N/A</c:v>
                </c:pt>
                <c:pt idx="1206">
                  <c:v>#N/A</c:v>
                </c:pt>
                <c:pt idx="1207">
                  <c:v>#N/A</c:v>
                </c:pt>
                <c:pt idx="1208">
                  <c:v>#N/A</c:v>
                </c:pt>
                <c:pt idx="1209">
                  <c:v>#N/A</c:v>
                </c:pt>
                <c:pt idx="1210">
                  <c:v>#N/A</c:v>
                </c:pt>
                <c:pt idx="1211">
                  <c:v>#N/A</c:v>
                </c:pt>
                <c:pt idx="1212">
                  <c:v>#N/A</c:v>
                </c:pt>
                <c:pt idx="1213">
                  <c:v>#N/A</c:v>
                </c:pt>
                <c:pt idx="1214">
                  <c:v>#N/A</c:v>
                </c:pt>
                <c:pt idx="1215">
                  <c:v>#N/A</c:v>
                </c:pt>
                <c:pt idx="1216">
                  <c:v>#N/A</c:v>
                </c:pt>
                <c:pt idx="1217">
                  <c:v>#N/A</c:v>
                </c:pt>
                <c:pt idx="1218">
                  <c:v>#N/A</c:v>
                </c:pt>
                <c:pt idx="1219">
                  <c:v>#N/A</c:v>
                </c:pt>
                <c:pt idx="1220">
                  <c:v>#N/A</c:v>
                </c:pt>
                <c:pt idx="1221">
                  <c:v>#N/A</c:v>
                </c:pt>
                <c:pt idx="1222">
                  <c:v>#N/A</c:v>
                </c:pt>
                <c:pt idx="1223">
                  <c:v>#N/A</c:v>
                </c:pt>
                <c:pt idx="1224">
                  <c:v>#N/A</c:v>
                </c:pt>
                <c:pt idx="1225">
                  <c:v>#N/A</c:v>
                </c:pt>
                <c:pt idx="1226">
                  <c:v>#N/A</c:v>
                </c:pt>
                <c:pt idx="1227">
                  <c:v>#N/A</c:v>
                </c:pt>
                <c:pt idx="1228">
                  <c:v>5.2</c:v>
                </c:pt>
                <c:pt idx="1229">
                  <c:v>#N/A</c:v>
                </c:pt>
                <c:pt idx="1230">
                  <c:v>#N/A</c:v>
                </c:pt>
                <c:pt idx="1231">
                  <c:v>#N/A</c:v>
                </c:pt>
                <c:pt idx="1232">
                  <c:v>#N/A</c:v>
                </c:pt>
                <c:pt idx="1233">
                  <c:v>#N/A</c:v>
                </c:pt>
                <c:pt idx="1234">
                  <c:v>#N/A</c:v>
                </c:pt>
                <c:pt idx="1235">
                  <c:v>#N/A</c:v>
                </c:pt>
                <c:pt idx="1236">
                  <c:v>#N/A</c:v>
                </c:pt>
                <c:pt idx="1237">
                  <c:v>#N/A</c:v>
                </c:pt>
                <c:pt idx="1238">
                  <c:v>#N/A</c:v>
                </c:pt>
                <c:pt idx="1239">
                  <c:v>#N/A</c:v>
                </c:pt>
                <c:pt idx="1240">
                  <c:v>#N/A</c:v>
                </c:pt>
                <c:pt idx="1241">
                  <c:v>#N/A</c:v>
                </c:pt>
                <c:pt idx="1242">
                  <c:v>#N/A</c:v>
                </c:pt>
                <c:pt idx="1243">
                  <c:v>#N/A</c:v>
                </c:pt>
                <c:pt idx="1244">
                  <c:v>#N/A</c:v>
                </c:pt>
                <c:pt idx="1245">
                  <c:v>#N/A</c:v>
                </c:pt>
                <c:pt idx="1246">
                  <c:v>#N/A</c:v>
                </c:pt>
                <c:pt idx="1247">
                  <c:v>#N/A</c:v>
                </c:pt>
                <c:pt idx="1248">
                  <c:v>#N/A</c:v>
                </c:pt>
                <c:pt idx="1249">
                  <c:v>#N/A</c:v>
                </c:pt>
                <c:pt idx="1250">
                  <c:v>#N/A</c:v>
                </c:pt>
                <c:pt idx="1251">
                  <c:v>#N/A</c:v>
                </c:pt>
                <c:pt idx="1252">
                  <c:v>#N/A</c:v>
                </c:pt>
                <c:pt idx="1253">
                  <c:v>#N/A</c:v>
                </c:pt>
                <c:pt idx="1254">
                  <c:v>#N/A</c:v>
                </c:pt>
                <c:pt idx="1255">
                  <c:v>#N/A</c:v>
                </c:pt>
                <c:pt idx="1256">
                  <c:v>5.5</c:v>
                </c:pt>
                <c:pt idx="1257">
                  <c:v>#N/A</c:v>
                </c:pt>
                <c:pt idx="1258">
                  <c:v>#N/A</c:v>
                </c:pt>
                <c:pt idx="1259">
                  <c:v>#N/A</c:v>
                </c:pt>
                <c:pt idx="1260">
                  <c:v>#N/A</c:v>
                </c:pt>
                <c:pt idx="1261">
                  <c:v>#N/A</c:v>
                </c:pt>
                <c:pt idx="1262">
                  <c:v>#N/A</c:v>
                </c:pt>
                <c:pt idx="1263">
                  <c:v>#N/A</c:v>
                </c:pt>
                <c:pt idx="1264">
                  <c:v>#N/A</c:v>
                </c:pt>
                <c:pt idx="1265">
                  <c:v>#N/A</c:v>
                </c:pt>
                <c:pt idx="1266">
                  <c:v>#N/A</c:v>
                </c:pt>
                <c:pt idx="1267">
                  <c:v>#N/A</c:v>
                </c:pt>
                <c:pt idx="1268">
                  <c:v>#N/A</c:v>
                </c:pt>
                <c:pt idx="1269">
                  <c:v>#N/A</c:v>
                </c:pt>
                <c:pt idx="1270">
                  <c:v>#N/A</c:v>
                </c:pt>
                <c:pt idx="1271">
                  <c:v>#N/A</c:v>
                </c:pt>
                <c:pt idx="1272">
                  <c:v>#N/A</c:v>
                </c:pt>
                <c:pt idx="1273">
                  <c:v>#N/A</c:v>
                </c:pt>
                <c:pt idx="1274">
                  <c:v>#N/A</c:v>
                </c:pt>
                <c:pt idx="1275">
                  <c:v>#N/A</c:v>
                </c:pt>
                <c:pt idx="1276">
                  <c:v>#N/A</c:v>
                </c:pt>
                <c:pt idx="1277">
                  <c:v>#N/A</c:v>
                </c:pt>
                <c:pt idx="1278">
                  <c:v>#N/A</c:v>
                </c:pt>
                <c:pt idx="1279">
                  <c:v>#N/A</c:v>
                </c:pt>
                <c:pt idx="1280">
                  <c:v>#N/A</c:v>
                </c:pt>
                <c:pt idx="1281">
                  <c:v>#N/A</c:v>
                </c:pt>
                <c:pt idx="1282">
                  <c:v>#N/A</c:v>
                </c:pt>
                <c:pt idx="1283">
                  <c:v>#N/A</c:v>
                </c:pt>
                <c:pt idx="1284">
                  <c:v>#N/A</c:v>
                </c:pt>
                <c:pt idx="1285">
                  <c:v>#N/A</c:v>
                </c:pt>
                <c:pt idx="1286">
                  <c:v>#N/A</c:v>
                </c:pt>
                <c:pt idx="1287">
                  <c:v>5.5</c:v>
                </c:pt>
                <c:pt idx="1288">
                  <c:v>#N/A</c:v>
                </c:pt>
                <c:pt idx="1289">
                  <c:v>#N/A</c:v>
                </c:pt>
                <c:pt idx="1290">
                  <c:v>#N/A</c:v>
                </c:pt>
                <c:pt idx="1291">
                  <c:v>#N/A</c:v>
                </c:pt>
                <c:pt idx="1292">
                  <c:v>#N/A</c:v>
                </c:pt>
                <c:pt idx="1293">
                  <c:v>#N/A</c:v>
                </c:pt>
                <c:pt idx="1294">
                  <c:v>#N/A</c:v>
                </c:pt>
                <c:pt idx="1295">
                  <c:v>#N/A</c:v>
                </c:pt>
                <c:pt idx="1296">
                  <c:v>#N/A</c:v>
                </c:pt>
                <c:pt idx="1297">
                  <c:v>#N/A</c:v>
                </c:pt>
                <c:pt idx="1298">
                  <c:v>#N/A</c:v>
                </c:pt>
                <c:pt idx="1299">
                  <c:v>#N/A</c:v>
                </c:pt>
                <c:pt idx="1300">
                  <c:v>#N/A</c:v>
                </c:pt>
                <c:pt idx="1301">
                  <c:v>#N/A</c:v>
                </c:pt>
                <c:pt idx="1302">
                  <c:v>#N/A</c:v>
                </c:pt>
                <c:pt idx="1303">
                  <c:v>#N/A</c:v>
                </c:pt>
                <c:pt idx="1304">
                  <c:v>#N/A</c:v>
                </c:pt>
                <c:pt idx="1305">
                  <c:v>#N/A</c:v>
                </c:pt>
                <c:pt idx="1306">
                  <c:v>#N/A</c:v>
                </c:pt>
                <c:pt idx="1307">
                  <c:v>#N/A</c:v>
                </c:pt>
                <c:pt idx="1308">
                  <c:v>#N/A</c:v>
                </c:pt>
                <c:pt idx="1309">
                  <c:v>#N/A</c:v>
                </c:pt>
                <c:pt idx="1310">
                  <c:v>#N/A</c:v>
                </c:pt>
                <c:pt idx="1311">
                  <c:v>#N/A</c:v>
                </c:pt>
                <c:pt idx="1312">
                  <c:v>#N/A</c:v>
                </c:pt>
                <c:pt idx="1313">
                  <c:v>#N/A</c:v>
                </c:pt>
                <c:pt idx="1314">
                  <c:v>#N/A</c:v>
                </c:pt>
                <c:pt idx="1315">
                  <c:v>#N/A</c:v>
                </c:pt>
                <c:pt idx="1316">
                  <c:v>#N/A</c:v>
                </c:pt>
                <c:pt idx="1317">
                  <c:v>#N/A</c:v>
                </c:pt>
                <c:pt idx="1318">
                  <c:v>6</c:v>
                </c:pt>
                <c:pt idx="1319">
                  <c:v>#N/A</c:v>
                </c:pt>
                <c:pt idx="1320">
                  <c:v>#N/A</c:v>
                </c:pt>
                <c:pt idx="1321">
                  <c:v>#N/A</c:v>
                </c:pt>
                <c:pt idx="1322">
                  <c:v>#N/A</c:v>
                </c:pt>
                <c:pt idx="1323">
                  <c:v>#N/A</c:v>
                </c:pt>
                <c:pt idx="1324">
                  <c:v>#N/A</c:v>
                </c:pt>
                <c:pt idx="1325">
                  <c:v>#N/A</c:v>
                </c:pt>
                <c:pt idx="1326">
                  <c:v>#N/A</c:v>
                </c:pt>
                <c:pt idx="1327">
                  <c:v>#N/A</c:v>
                </c:pt>
                <c:pt idx="1328">
                  <c:v>#N/A</c:v>
                </c:pt>
                <c:pt idx="1329">
                  <c:v>#N/A</c:v>
                </c:pt>
                <c:pt idx="1330">
                  <c:v>#N/A</c:v>
                </c:pt>
                <c:pt idx="1331">
                  <c:v>#N/A</c:v>
                </c:pt>
                <c:pt idx="1332">
                  <c:v>#N/A</c:v>
                </c:pt>
                <c:pt idx="1333">
                  <c:v>#N/A</c:v>
                </c:pt>
                <c:pt idx="1334">
                  <c:v>#N/A</c:v>
                </c:pt>
                <c:pt idx="1335">
                  <c:v>#N/A</c:v>
                </c:pt>
                <c:pt idx="1336">
                  <c:v>#N/A</c:v>
                </c:pt>
                <c:pt idx="1337">
                  <c:v>#N/A</c:v>
                </c:pt>
                <c:pt idx="1338">
                  <c:v>#N/A</c:v>
                </c:pt>
                <c:pt idx="1339">
                  <c:v>#N/A</c:v>
                </c:pt>
                <c:pt idx="1340">
                  <c:v>#N/A</c:v>
                </c:pt>
                <c:pt idx="1341">
                  <c:v>#N/A</c:v>
                </c:pt>
                <c:pt idx="1342">
                  <c:v>#N/A</c:v>
                </c:pt>
                <c:pt idx="1343">
                  <c:v>#N/A</c:v>
                </c:pt>
                <c:pt idx="1344">
                  <c:v>#N/A</c:v>
                </c:pt>
                <c:pt idx="1345">
                  <c:v>#N/A</c:v>
                </c:pt>
                <c:pt idx="1346">
                  <c:v>#N/A</c:v>
                </c:pt>
                <c:pt idx="1347">
                  <c:v>#N/A</c:v>
                </c:pt>
                <c:pt idx="1348">
                  <c:v>6.5</c:v>
                </c:pt>
                <c:pt idx="1349">
                  <c:v>#N/A</c:v>
                </c:pt>
                <c:pt idx="1350">
                  <c:v>#N/A</c:v>
                </c:pt>
                <c:pt idx="1351">
                  <c:v>#N/A</c:v>
                </c:pt>
                <c:pt idx="1352">
                  <c:v>#N/A</c:v>
                </c:pt>
                <c:pt idx="1353">
                  <c:v>#N/A</c:v>
                </c:pt>
                <c:pt idx="1354">
                  <c:v>#N/A</c:v>
                </c:pt>
                <c:pt idx="1355">
                  <c:v>#N/A</c:v>
                </c:pt>
                <c:pt idx="1356">
                  <c:v>#N/A</c:v>
                </c:pt>
                <c:pt idx="1357">
                  <c:v>#N/A</c:v>
                </c:pt>
                <c:pt idx="1358">
                  <c:v>#N/A</c:v>
                </c:pt>
                <c:pt idx="1359">
                  <c:v>#N/A</c:v>
                </c:pt>
                <c:pt idx="1360">
                  <c:v>#N/A</c:v>
                </c:pt>
                <c:pt idx="1361">
                  <c:v>#N/A</c:v>
                </c:pt>
                <c:pt idx="1362">
                  <c:v>#N/A</c:v>
                </c:pt>
                <c:pt idx="1363">
                  <c:v>#N/A</c:v>
                </c:pt>
                <c:pt idx="1364">
                  <c:v>#N/A</c:v>
                </c:pt>
                <c:pt idx="1365">
                  <c:v>#N/A</c:v>
                </c:pt>
                <c:pt idx="1366">
                  <c:v>#N/A</c:v>
                </c:pt>
                <c:pt idx="1367">
                  <c:v>#N/A</c:v>
                </c:pt>
                <c:pt idx="1368">
                  <c:v>#N/A</c:v>
                </c:pt>
                <c:pt idx="1369">
                  <c:v>#N/A</c:v>
                </c:pt>
                <c:pt idx="1370">
                  <c:v>#N/A</c:v>
                </c:pt>
                <c:pt idx="1371">
                  <c:v>#N/A</c:v>
                </c:pt>
                <c:pt idx="1372">
                  <c:v>#N/A</c:v>
                </c:pt>
                <c:pt idx="1373">
                  <c:v>#N/A</c:v>
                </c:pt>
                <c:pt idx="1374">
                  <c:v>#N/A</c:v>
                </c:pt>
                <c:pt idx="1375">
                  <c:v>#N/A</c:v>
                </c:pt>
                <c:pt idx="1376">
                  <c:v>#N/A</c:v>
                </c:pt>
                <c:pt idx="1377">
                  <c:v>#N/A</c:v>
                </c:pt>
                <c:pt idx="1378">
                  <c:v>#N/A</c:v>
                </c:pt>
                <c:pt idx="1379">
                  <c:v>6.7</c:v>
                </c:pt>
                <c:pt idx="1380">
                  <c:v>#N/A</c:v>
                </c:pt>
                <c:pt idx="1381">
                  <c:v>#N/A</c:v>
                </c:pt>
                <c:pt idx="1382">
                  <c:v>#N/A</c:v>
                </c:pt>
                <c:pt idx="1383">
                  <c:v>#N/A</c:v>
                </c:pt>
                <c:pt idx="1384">
                  <c:v>#N/A</c:v>
                </c:pt>
                <c:pt idx="1385">
                  <c:v>#N/A</c:v>
                </c:pt>
                <c:pt idx="1386">
                  <c:v>#N/A</c:v>
                </c:pt>
                <c:pt idx="1387">
                  <c:v>#N/A</c:v>
                </c:pt>
                <c:pt idx="1388">
                  <c:v>#N/A</c:v>
                </c:pt>
                <c:pt idx="1389">
                  <c:v>#N/A</c:v>
                </c:pt>
                <c:pt idx="1390">
                  <c:v>#N/A</c:v>
                </c:pt>
                <c:pt idx="1391">
                  <c:v>#N/A</c:v>
                </c:pt>
                <c:pt idx="1392">
                  <c:v>#N/A</c:v>
                </c:pt>
                <c:pt idx="1393">
                  <c:v>#N/A</c:v>
                </c:pt>
                <c:pt idx="1394">
                  <c:v>#N/A</c:v>
                </c:pt>
                <c:pt idx="1395">
                  <c:v>#N/A</c:v>
                </c:pt>
                <c:pt idx="1396">
                  <c:v>#N/A</c:v>
                </c:pt>
                <c:pt idx="1397">
                  <c:v>#N/A</c:v>
                </c:pt>
                <c:pt idx="1398">
                  <c:v>#N/A</c:v>
                </c:pt>
                <c:pt idx="1399">
                  <c:v>#N/A</c:v>
                </c:pt>
                <c:pt idx="1400">
                  <c:v>#N/A</c:v>
                </c:pt>
                <c:pt idx="1401">
                  <c:v>#N/A</c:v>
                </c:pt>
                <c:pt idx="1402">
                  <c:v>#N/A</c:v>
                </c:pt>
                <c:pt idx="1403">
                  <c:v>#N/A</c:v>
                </c:pt>
                <c:pt idx="1404">
                  <c:v>#N/A</c:v>
                </c:pt>
                <c:pt idx="1405">
                  <c:v>#N/A</c:v>
                </c:pt>
                <c:pt idx="1406">
                  <c:v>#N/A</c:v>
                </c:pt>
                <c:pt idx="1407">
                  <c:v>#N/A</c:v>
                </c:pt>
                <c:pt idx="1408">
                  <c:v>#N/A</c:v>
                </c:pt>
                <c:pt idx="1409">
                  <c:v>6.6</c:v>
                </c:pt>
                <c:pt idx="1410">
                  <c:v>#N/A</c:v>
                </c:pt>
                <c:pt idx="1411">
                  <c:v>#N/A</c:v>
                </c:pt>
                <c:pt idx="1412">
                  <c:v>#N/A</c:v>
                </c:pt>
                <c:pt idx="1413">
                  <c:v>#N/A</c:v>
                </c:pt>
                <c:pt idx="1414">
                  <c:v>#N/A</c:v>
                </c:pt>
                <c:pt idx="1415">
                  <c:v>#N/A</c:v>
                </c:pt>
                <c:pt idx="1416">
                  <c:v>#N/A</c:v>
                </c:pt>
                <c:pt idx="1417">
                  <c:v>#N/A</c:v>
                </c:pt>
                <c:pt idx="1418">
                  <c:v>#N/A</c:v>
                </c:pt>
                <c:pt idx="1419">
                  <c:v>#N/A</c:v>
                </c:pt>
                <c:pt idx="1420">
                  <c:v>#N/A</c:v>
                </c:pt>
                <c:pt idx="1421">
                  <c:v>#N/A</c:v>
                </c:pt>
                <c:pt idx="1422">
                  <c:v>#N/A</c:v>
                </c:pt>
                <c:pt idx="1423">
                  <c:v>#N/A</c:v>
                </c:pt>
                <c:pt idx="1424">
                  <c:v>#N/A</c:v>
                </c:pt>
                <c:pt idx="1425">
                  <c:v>#N/A</c:v>
                </c:pt>
                <c:pt idx="1426">
                  <c:v>#N/A</c:v>
                </c:pt>
                <c:pt idx="1427">
                  <c:v>#N/A</c:v>
                </c:pt>
                <c:pt idx="1428">
                  <c:v>#N/A</c:v>
                </c:pt>
                <c:pt idx="1429">
                  <c:v>#N/A</c:v>
                </c:pt>
                <c:pt idx="1430">
                  <c:v>#N/A</c:v>
                </c:pt>
                <c:pt idx="1431">
                  <c:v>#N/A</c:v>
                </c:pt>
                <c:pt idx="1432">
                  <c:v>#N/A</c:v>
                </c:pt>
                <c:pt idx="1433">
                  <c:v>#N/A</c:v>
                </c:pt>
                <c:pt idx="1434">
                  <c:v>#N/A</c:v>
                </c:pt>
                <c:pt idx="1435">
                  <c:v>#N/A</c:v>
                </c:pt>
                <c:pt idx="1436">
                  <c:v>#N/A</c:v>
                </c:pt>
                <c:pt idx="1437">
                  <c:v>#N/A</c:v>
                </c:pt>
                <c:pt idx="1438">
                  <c:v>#N/A</c:v>
                </c:pt>
                <c:pt idx="1439">
                  <c:v>#N/A</c:v>
                </c:pt>
                <c:pt idx="1440">
                  <c:v>6.8</c:v>
                </c:pt>
                <c:pt idx="1441">
                  <c:v>#N/A</c:v>
                </c:pt>
                <c:pt idx="1442">
                  <c:v>#N/A</c:v>
                </c:pt>
                <c:pt idx="1443">
                  <c:v>#N/A</c:v>
                </c:pt>
                <c:pt idx="1444">
                  <c:v>#N/A</c:v>
                </c:pt>
                <c:pt idx="1445">
                  <c:v>#N/A</c:v>
                </c:pt>
                <c:pt idx="1446">
                  <c:v>#N/A</c:v>
                </c:pt>
                <c:pt idx="1447">
                  <c:v>#N/A</c:v>
                </c:pt>
                <c:pt idx="1448">
                  <c:v>#N/A</c:v>
                </c:pt>
                <c:pt idx="1449">
                  <c:v>#N/A</c:v>
                </c:pt>
                <c:pt idx="1450">
                  <c:v>#N/A</c:v>
                </c:pt>
                <c:pt idx="1451">
                  <c:v>#N/A</c:v>
                </c:pt>
                <c:pt idx="1452">
                  <c:v>#N/A</c:v>
                </c:pt>
                <c:pt idx="1453">
                  <c:v>#N/A</c:v>
                </c:pt>
                <c:pt idx="1454">
                  <c:v>#N/A</c:v>
                </c:pt>
                <c:pt idx="1455">
                  <c:v>#N/A</c:v>
                </c:pt>
                <c:pt idx="1456">
                  <c:v>#N/A</c:v>
                </c:pt>
                <c:pt idx="1457">
                  <c:v>#N/A</c:v>
                </c:pt>
                <c:pt idx="1458">
                  <c:v>#N/A</c:v>
                </c:pt>
                <c:pt idx="1459">
                  <c:v>#N/A</c:v>
                </c:pt>
                <c:pt idx="1460">
                  <c:v>#N/A</c:v>
                </c:pt>
                <c:pt idx="1461">
                  <c:v>#N/A</c:v>
                </c:pt>
                <c:pt idx="1462">
                  <c:v>#N/A</c:v>
                </c:pt>
                <c:pt idx="1463">
                  <c:v>#N/A</c:v>
                </c:pt>
                <c:pt idx="1464">
                  <c:v>#N/A</c:v>
                </c:pt>
                <c:pt idx="1465">
                  <c:v>#N/A</c:v>
                </c:pt>
                <c:pt idx="1466">
                  <c:v>#N/A</c:v>
                </c:pt>
                <c:pt idx="1467">
                  <c:v>#N/A</c:v>
                </c:pt>
                <c:pt idx="1468">
                  <c:v>#N/A</c:v>
                </c:pt>
                <c:pt idx="1469">
                  <c:v>#N/A</c:v>
                </c:pt>
                <c:pt idx="1470">
                  <c:v>#N/A</c:v>
                </c:pt>
                <c:pt idx="1471">
                  <c:v>7.2</c:v>
                </c:pt>
                <c:pt idx="1472">
                  <c:v>#N/A</c:v>
                </c:pt>
                <c:pt idx="1473">
                  <c:v>#N/A</c:v>
                </c:pt>
                <c:pt idx="1474">
                  <c:v>#N/A</c:v>
                </c:pt>
                <c:pt idx="1475">
                  <c:v>#N/A</c:v>
                </c:pt>
                <c:pt idx="1476">
                  <c:v>#N/A</c:v>
                </c:pt>
                <c:pt idx="1477">
                  <c:v>#N/A</c:v>
                </c:pt>
                <c:pt idx="1478">
                  <c:v>#N/A</c:v>
                </c:pt>
                <c:pt idx="1479">
                  <c:v>#N/A</c:v>
                </c:pt>
                <c:pt idx="1480">
                  <c:v>#N/A</c:v>
                </c:pt>
                <c:pt idx="1481">
                  <c:v>#N/A</c:v>
                </c:pt>
                <c:pt idx="1482">
                  <c:v>#N/A</c:v>
                </c:pt>
                <c:pt idx="1483">
                  <c:v>#N/A</c:v>
                </c:pt>
                <c:pt idx="1484">
                  <c:v>#N/A</c:v>
                </c:pt>
                <c:pt idx="1485">
                  <c:v>#N/A</c:v>
                </c:pt>
                <c:pt idx="1486">
                  <c:v>#N/A</c:v>
                </c:pt>
                <c:pt idx="1487">
                  <c:v>#N/A</c:v>
                </c:pt>
                <c:pt idx="1488">
                  <c:v>#N/A</c:v>
                </c:pt>
                <c:pt idx="1489">
                  <c:v>#N/A</c:v>
                </c:pt>
                <c:pt idx="1490">
                  <c:v>#N/A</c:v>
                </c:pt>
                <c:pt idx="1491">
                  <c:v>#N/A</c:v>
                </c:pt>
                <c:pt idx="1492">
                  <c:v>#N/A</c:v>
                </c:pt>
                <c:pt idx="1493">
                  <c:v>#N/A</c:v>
                </c:pt>
                <c:pt idx="1494">
                  <c:v>#N/A</c:v>
                </c:pt>
                <c:pt idx="1495">
                  <c:v>#N/A</c:v>
                </c:pt>
                <c:pt idx="1496">
                  <c:v>#N/A</c:v>
                </c:pt>
                <c:pt idx="1497">
                  <c:v>#N/A</c:v>
                </c:pt>
                <c:pt idx="1498">
                  <c:v>#N/A</c:v>
                </c:pt>
                <c:pt idx="1499">
                  <c:v>#N/A</c:v>
                </c:pt>
                <c:pt idx="1500">
                  <c:v>#N/A</c:v>
                </c:pt>
                <c:pt idx="1501">
                  <c:v>6.8</c:v>
                </c:pt>
                <c:pt idx="1502">
                  <c:v>#N/A</c:v>
                </c:pt>
                <c:pt idx="1503">
                  <c:v>#N/A</c:v>
                </c:pt>
                <c:pt idx="1504">
                  <c:v>#N/A</c:v>
                </c:pt>
                <c:pt idx="1505">
                  <c:v>#N/A</c:v>
                </c:pt>
                <c:pt idx="1506">
                  <c:v>#N/A</c:v>
                </c:pt>
                <c:pt idx="1507">
                  <c:v>#N/A</c:v>
                </c:pt>
                <c:pt idx="1508">
                  <c:v>#N/A</c:v>
                </c:pt>
                <c:pt idx="1509">
                  <c:v>#N/A</c:v>
                </c:pt>
                <c:pt idx="1510">
                  <c:v>#N/A</c:v>
                </c:pt>
                <c:pt idx="1511">
                  <c:v>#N/A</c:v>
                </c:pt>
                <c:pt idx="1512">
                  <c:v>#N/A</c:v>
                </c:pt>
                <c:pt idx="1513">
                  <c:v>#N/A</c:v>
                </c:pt>
                <c:pt idx="1514">
                  <c:v>#N/A</c:v>
                </c:pt>
                <c:pt idx="1515">
                  <c:v>#N/A</c:v>
                </c:pt>
                <c:pt idx="1516">
                  <c:v>#N/A</c:v>
                </c:pt>
                <c:pt idx="1517">
                  <c:v>#N/A</c:v>
                </c:pt>
                <c:pt idx="1518">
                  <c:v>#N/A</c:v>
                </c:pt>
                <c:pt idx="1519">
                  <c:v>#N/A</c:v>
                </c:pt>
                <c:pt idx="1520">
                  <c:v>#N/A</c:v>
                </c:pt>
                <c:pt idx="1521">
                  <c:v>#N/A</c:v>
                </c:pt>
                <c:pt idx="1522">
                  <c:v>#N/A</c:v>
                </c:pt>
                <c:pt idx="1523">
                  <c:v>#N/A</c:v>
                </c:pt>
                <c:pt idx="1524">
                  <c:v>#N/A</c:v>
                </c:pt>
                <c:pt idx="1525">
                  <c:v>#N/A</c:v>
                </c:pt>
                <c:pt idx="1526">
                  <c:v>#N/A</c:v>
                </c:pt>
                <c:pt idx="1527">
                  <c:v>#N/A</c:v>
                </c:pt>
                <c:pt idx="1528">
                  <c:v>#N/A</c:v>
                </c:pt>
                <c:pt idx="1529">
                  <c:v>#N/A</c:v>
                </c:pt>
                <c:pt idx="1530">
                  <c:v>#N/A</c:v>
                </c:pt>
                <c:pt idx="1531">
                  <c:v>#N/A</c:v>
                </c:pt>
                <c:pt idx="1532">
                  <c:v>6.7</c:v>
                </c:pt>
                <c:pt idx="1533">
                  <c:v>#N/A</c:v>
                </c:pt>
                <c:pt idx="1534">
                  <c:v>#N/A</c:v>
                </c:pt>
                <c:pt idx="1535">
                  <c:v>#N/A</c:v>
                </c:pt>
                <c:pt idx="1536">
                  <c:v>#N/A</c:v>
                </c:pt>
                <c:pt idx="1537">
                  <c:v>#N/A</c:v>
                </c:pt>
                <c:pt idx="1538">
                  <c:v>#N/A</c:v>
                </c:pt>
                <c:pt idx="1539">
                  <c:v>#N/A</c:v>
                </c:pt>
                <c:pt idx="1540">
                  <c:v>#N/A</c:v>
                </c:pt>
                <c:pt idx="1541">
                  <c:v>#N/A</c:v>
                </c:pt>
                <c:pt idx="1542">
                  <c:v>#N/A</c:v>
                </c:pt>
                <c:pt idx="1543">
                  <c:v>#N/A</c:v>
                </c:pt>
                <c:pt idx="1544">
                  <c:v>#N/A</c:v>
                </c:pt>
                <c:pt idx="1545">
                  <c:v>#N/A</c:v>
                </c:pt>
                <c:pt idx="1546">
                  <c:v>#N/A</c:v>
                </c:pt>
                <c:pt idx="1547">
                  <c:v>#N/A</c:v>
                </c:pt>
                <c:pt idx="1548">
                  <c:v>#N/A</c:v>
                </c:pt>
                <c:pt idx="1549">
                  <c:v>#N/A</c:v>
                </c:pt>
                <c:pt idx="1550">
                  <c:v>#N/A</c:v>
                </c:pt>
                <c:pt idx="1551">
                  <c:v>#N/A</c:v>
                </c:pt>
                <c:pt idx="1552">
                  <c:v>#N/A</c:v>
                </c:pt>
                <c:pt idx="1553">
                  <c:v>#N/A</c:v>
                </c:pt>
                <c:pt idx="1554">
                  <c:v>#N/A</c:v>
                </c:pt>
                <c:pt idx="1555">
                  <c:v>#N/A</c:v>
                </c:pt>
                <c:pt idx="1556">
                  <c:v>#N/A</c:v>
                </c:pt>
                <c:pt idx="1557">
                  <c:v>#N/A</c:v>
                </c:pt>
                <c:pt idx="1558">
                  <c:v>#N/A</c:v>
                </c:pt>
                <c:pt idx="1559">
                  <c:v>#N/A</c:v>
                </c:pt>
                <c:pt idx="1560">
                  <c:v>#N/A</c:v>
                </c:pt>
                <c:pt idx="1561">
                  <c:v>#N/A</c:v>
                </c:pt>
                <c:pt idx="1562">
                  <c:v>6.9</c:v>
                </c:pt>
                <c:pt idx="1563">
                  <c:v>#N/A</c:v>
                </c:pt>
                <c:pt idx="1564">
                  <c:v>#N/A</c:v>
                </c:pt>
                <c:pt idx="1565">
                  <c:v>#N/A</c:v>
                </c:pt>
                <c:pt idx="1566">
                  <c:v>#N/A</c:v>
                </c:pt>
                <c:pt idx="1567">
                  <c:v>#N/A</c:v>
                </c:pt>
                <c:pt idx="1568">
                  <c:v>#N/A</c:v>
                </c:pt>
                <c:pt idx="1569">
                  <c:v>#N/A</c:v>
                </c:pt>
                <c:pt idx="1570">
                  <c:v>#N/A</c:v>
                </c:pt>
                <c:pt idx="1571">
                  <c:v>#N/A</c:v>
                </c:pt>
                <c:pt idx="1572">
                  <c:v>#N/A</c:v>
                </c:pt>
                <c:pt idx="1573">
                  <c:v>#N/A</c:v>
                </c:pt>
                <c:pt idx="1574">
                  <c:v>#N/A</c:v>
                </c:pt>
                <c:pt idx="1575">
                  <c:v>#N/A</c:v>
                </c:pt>
                <c:pt idx="1576">
                  <c:v>#N/A</c:v>
                </c:pt>
                <c:pt idx="1577">
                  <c:v>#N/A</c:v>
                </c:pt>
                <c:pt idx="1578">
                  <c:v>#N/A</c:v>
                </c:pt>
                <c:pt idx="1579">
                  <c:v>#N/A</c:v>
                </c:pt>
                <c:pt idx="1580">
                  <c:v>#N/A</c:v>
                </c:pt>
                <c:pt idx="1581">
                  <c:v>#N/A</c:v>
                </c:pt>
                <c:pt idx="1582">
                  <c:v>#N/A</c:v>
                </c:pt>
                <c:pt idx="1583">
                  <c:v>#N/A</c:v>
                </c:pt>
                <c:pt idx="1584">
                  <c:v>#N/A</c:v>
                </c:pt>
                <c:pt idx="1585">
                  <c:v>#N/A</c:v>
                </c:pt>
                <c:pt idx="1586">
                  <c:v>#N/A</c:v>
                </c:pt>
                <c:pt idx="1587">
                  <c:v>#N/A</c:v>
                </c:pt>
                <c:pt idx="1588">
                  <c:v>#N/A</c:v>
                </c:pt>
                <c:pt idx="1589">
                  <c:v>#N/A</c:v>
                </c:pt>
                <c:pt idx="1590">
                  <c:v>#N/A</c:v>
                </c:pt>
                <c:pt idx="1591">
                  <c:v>#N/A</c:v>
                </c:pt>
                <c:pt idx="1592">
                  <c:v>#N/A</c:v>
                </c:pt>
                <c:pt idx="1593">
                  <c:v>6.5</c:v>
                </c:pt>
                <c:pt idx="1594">
                  <c:v>#N/A</c:v>
                </c:pt>
                <c:pt idx="1595">
                  <c:v>#N/A</c:v>
                </c:pt>
                <c:pt idx="1596">
                  <c:v>#N/A</c:v>
                </c:pt>
                <c:pt idx="1597">
                  <c:v>#N/A</c:v>
                </c:pt>
                <c:pt idx="1598">
                  <c:v>#N/A</c:v>
                </c:pt>
                <c:pt idx="1599">
                  <c:v>#N/A</c:v>
                </c:pt>
                <c:pt idx="1600">
                  <c:v>#N/A</c:v>
                </c:pt>
                <c:pt idx="1601">
                  <c:v>#N/A</c:v>
                </c:pt>
                <c:pt idx="1602">
                  <c:v>#N/A</c:v>
                </c:pt>
                <c:pt idx="1603">
                  <c:v>#N/A</c:v>
                </c:pt>
                <c:pt idx="1604">
                  <c:v>#N/A</c:v>
                </c:pt>
                <c:pt idx="1605">
                  <c:v>#N/A</c:v>
                </c:pt>
                <c:pt idx="1606">
                  <c:v>#N/A</c:v>
                </c:pt>
                <c:pt idx="1607">
                  <c:v>#N/A</c:v>
                </c:pt>
                <c:pt idx="1608">
                  <c:v>#N/A</c:v>
                </c:pt>
                <c:pt idx="1609">
                  <c:v>#N/A</c:v>
                </c:pt>
                <c:pt idx="1610">
                  <c:v>#N/A</c:v>
                </c:pt>
                <c:pt idx="1611">
                  <c:v>#N/A</c:v>
                </c:pt>
                <c:pt idx="1612">
                  <c:v>#N/A</c:v>
                </c:pt>
                <c:pt idx="1613">
                  <c:v>#N/A</c:v>
                </c:pt>
                <c:pt idx="1614">
                  <c:v>#N/A</c:v>
                </c:pt>
                <c:pt idx="1615">
                  <c:v>#N/A</c:v>
                </c:pt>
                <c:pt idx="1616">
                  <c:v>#N/A</c:v>
                </c:pt>
                <c:pt idx="1617">
                  <c:v>#N/A</c:v>
                </c:pt>
                <c:pt idx="1618">
                  <c:v>#N/A</c:v>
                </c:pt>
                <c:pt idx="1619">
                  <c:v>#N/A</c:v>
                </c:pt>
                <c:pt idx="1620">
                  <c:v>#N/A</c:v>
                </c:pt>
                <c:pt idx="1621">
                  <c:v>6.3</c:v>
                </c:pt>
                <c:pt idx="1622">
                  <c:v>#N/A</c:v>
                </c:pt>
                <c:pt idx="1623">
                  <c:v>#N/A</c:v>
                </c:pt>
                <c:pt idx="1624">
                  <c:v>#N/A</c:v>
                </c:pt>
                <c:pt idx="1625">
                  <c:v>#N/A</c:v>
                </c:pt>
                <c:pt idx="1626">
                  <c:v>#N/A</c:v>
                </c:pt>
                <c:pt idx="1627">
                  <c:v>#N/A</c:v>
                </c:pt>
                <c:pt idx="1628">
                  <c:v>#N/A</c:v>
                </c:pt>
                <c:pt idx="1629">
                  <c:v>#N/A</c:v>
                </c:pt>
                <c:pt idx="1630">
                  <c:v>#N/A</c:v>
                </c:pt>
                <c:pt idx="1631">
                  <c:v>#N/A</c:v>
                </c:pt>
                <c:pt idx="1632">
                  <c:v>#N/A</c:v>
                </c:pt>
                <c:pt idx="1633">
                  <c:v>#N/A</c:v>
                </c:pt>
                <c:pt idx="1634">
                  <c:v>#N/A</c:v>
                </c:pt>
                <c:pt idx="1635">
                  <c:v>#N/A</c:v>
                </c:pt>
                <c:pt idx="1636">
                  <c:v>#N/A</c:v>
                </c:pt>
                <c:pt idx="1637">
                  <c:v>#N/A</c:v>
                </c:pt>
                <c:pt idx="1638">
                  <c:v>#N/A</c:v>
                </c:pt>
                <c:pt idx="1639">
                  <c:v>#N/A</c:v>
                </c:pt>
                <c:pt idx="1640">
                  <c:v>#N/A</c:v>
                </c:pt>
                <c:pt idx="1641">
                  <c:v>#N/A</c:v>
                </c:pt>
                <c:pt idx="1642">
                  <c:v>#N/A</c:v>
                </c:pt>
                <c:pt idx="1643">
                  <c:v>#N/A</c:v>
                </c:pt>
                <c:pt idx="1644">
                  <c:v>#N/A</c:v>
                </c:pt>
                <c:pt idx="1645">
                  <c:v>#N/A</c:v>
                </c:pt>
                <c:pt idx="1646">
                  <c:v>#N/A</c:v>
                </c:pt>
                <c:pt idx="1647">
                  <c:v>#N/A</c:v>
                </c:pt>
                <c:pt idx="1648">
                  <c:v>#N/A</c:v>
                </c:pt>
                <c:pt idx="1649">
                  <c:v>#N/A</c:v>
                </c:pt>
                <c:pt idx="1650">
                  <c:v>#N/A</c:v>
                </c:pt>
                <c:pt idx="1651">
                  <c:v>#N/A</c:v>
                </c:pt>
                <c:pt idx="1652">
                  <c:v>6.1</c:v>
                </c:pt>
                <c:pt idx="1653">
                  <c:v>#N/A</c:v>
                </c:pt>
                <c:pt idx="1654">
                  <c:v>#N/A</c:v>
                </c:pt>
                <c:pt idx="1655">
                  <c:v>#N/A</c:v>
                </c:pt>
                <c:pt idx="1656">
                  <c:v>#N/A</c:v>
                </c:pt>
                <c:pt idx="1657">
                  <c:v>#N/A</c:v>
                </c:pt>
                <c:pt idx="1658">
                  <c:v>#N/A</c:v>
                </c:pt>
                <c:pt idx="1659">
                  <c:v>#N/A</c:v>
                </c:pt>
                <c:pt idx="1660">
                  <c:v>#N/A</c:v>
                </c:pt>
                <c:pt idx="1661">
                  <c:v>#N/A</c:v>
                </c:pt>
                <c:pt idx="1662">
                  <c:v>#N/A</c:v>
                </c:pt>
                <c:pt idx="1663">
                  <c:v>#N/A</c:v>
                </c:pt>
                <c:pt idx="1664">
                  <c:v>#N/A</c:v>
                </c:pt>
                <c:pt idx="1665">
                  <c:v>#N/A</c:v>
                </c:pt>
                <c:pt idx="1666">
                  <c:v>#N/A</c:v>
                </c:pt>
                <c:pt idx="1667">
                  <c:v>#N/A</c:v>
                </c:pt>
                <c:pt idx="1668">
                  <c:v>#N/A</c:v>
                </c:pt>
                <c:pt idx="1669">
                  <c:v>#N/A</c:v>
                </c:pt>
                <c:pt idx="1670">
                  <c:v>#N/A</c:v>
                </c:pt>
                <c:pt idx="1671">
                  <c:v>#N/A</c:v>
                </c:pt>
                <c:pt idx="1672">
                  <c:v>#N/A</c:v>
                </c:pt>
                <c:pt idx="1673">
                  <c:v>#N/A</c:v>
                </c:pt>
                <c:pt idx="1674">
                  <c:v>#N/A</c:v>
                </c:pt>
                <c:pt idx="1675">
                  <c:v>#N/A</c:v>
                </c:pt>
                <c:pt idx="1676">
                  <c:v>#N/A</c:v>
                </c:pt>
                <c:pt idx="1677">
                  <c:v>#N/A</c:v>
                </c:pt>
                <c:pt idx="1678">
                  <c:v>#N/A</c:v>
                </c:pt>
                <c:pt idx="1679">
                  <c:v>#N/A</c:v>
                </c:pt>
                <c:pt idx="1680">
                  <c:v>#N/A</c:v>
                </c:pt>
                <c:pt idx="1681">
                  <c:v>#N/A</c:v>
                </c:pt>
                <c:pt idx="1682">
                  <c:v>#N/A</c:v>
                </c:pt>
                <c:pt idx="1683">
                  <c:v>5.9</c:v>
                </c:pt>
                <c:pt idx="1684">
                  <c:v>#N/A</c:v>
                </c:pt>
                <c:pt idx="1685">
                  <c:v>#N/A</c:v>
                </c:pt>
                <c:pt idx="1686">
                  <c:v>#N/A</c:v>
                </c:pt>
                <c:pt idx="1687">
                  <c:v>#N/A</c:v>
                </c:pt>
                <c:pt idx="1688">
                  <c:v>#N/A</c:v>
                </c:pt>
                <c:pt idx="1689">
                  <c:v>#N/A</c:v>
                </c:pt>
                <c:pt idx="1690">
                  <c:v>#N/A</c:v>
                </c:pt>
                <c:pt idx="1691">
                  <c:v>#N/A</c:v>
                </c:pt>
                <c:pt idx="1692">
                  <c:v>#N/A</c:v>
                </c:pt>
                <c:pt idx="1693">
                  <c:v>#N/A</c:v>
                </c:pt>
                <c:pt idx="1694">
                  <c:v>#N/A</c:v>
                </c:pt>
                <c:pt idx="1695">
                  <c:v>#N/A</c:v>
                </c:pt>
                <c:pt idx="1696">
                  <c:v>#N/A</c:v>
                </c:pt>
                <c:pt idx="1697">
                  <c:v>#N/A</c:v>
                </c:pt>
                <c:pt idx="1698">
                  <c:v>#N/A</c:v>
                </c:pt>
                <c:pt idx="1699">
                  <c:v>#N/A</c:v>
                </c:pt>
                <c:pt idx="1700">
                  <c:v>#N/A</c:v>
                </c:pt>
                <c:pt idx="1701">
                  <c:v>#N/A</c:v>
                </c:pt>
                <c:pt idx="1702">
                  <c:v>#N/A</c:v>
                </c:pt>
                <c:pt idx="1703">
                  <c:v>#N/A</c:v>
                </c:pt>
                <c:pt idx="1704">
                  <c:v>#N/A</c:v>
                </c:pt>
                <c:pt idx="1705">
                  <c:v>#N/A</c:v>
                </c:pt>
                <c:pt idx="1706">
                  <c:v>#N/A</c:v>
                </c:pt>
                <c:pt idx="1707">
                  <c:v>#N/A</c:v>
                </c:pt>
                <c:pt idx="1708">
                  <c:v>#N/A</c:v>
                </c:pt>
                <c:pt idx="1709">
                  <c:v>#N/A</c:v>
                </c:pt>
                <c:pt idx="1710">
                  <c:v>#N/A</c:v>
                </c:pt>
                <c:pt idx="1711">
                  <c:v>#N/A</c:v>
                </c:pt>
                <c:pt idx="1712">
                  <c:v>#N/A</c:v>
                </c:pt>
                <c:pt idx="1713">
                  <c:v>5.3</c:v>
                </c:pt>
                <c:pt idx="1714">
                  <c:v>#N/A</c:v>
                </c:pt>
                <c:pt idx="1715">
                  <c:v>#N/A</c:v>
                </c:pt>
                <c:pt idx="1716">
                  <c:v>#N/A</c:v>
                </c:pt>
                <c:pt idx="1717">
                  <c:v>#N/A</c:v>
                </c:pt>
                <c:pt idx="1718">
                  <c:v>#N/A</c:v>
                </c:pt>
                <c:pt idx="1719">
                  <c:v>#N/A</c:v>
                </c:pt>
                <c:pt idx="1720">
                  <c:v>#N/A</c:v>
                </c:pt>
                <c:pt idx="1721">
                  <c:v>#N/A</c:v>
                </c:pt>
                <c:pt idx="1722">
                  <c:v>#N/A</c:v>
                </c:pt>
                <c:pt idx="1723">
                  <c:v>#N/A</c:v>
                </c:pt>
                <c:pt idx="1724">
                  <c:v>#N/A</c:v>
                </c:pt>
                <c:pt idx="1725">
                  <c:v>#N/A</c:v>
                </c:pt>
                <c:pt idx="1726">
                  <c:v>#N/A</c:v>
                </c:pt>
                <c:pt idx="1727">
                  <c:v>#N/A</c:v>
                </c:pt>
                <c:pt idx="1728">
                  <c:v>#N/A</c:v>
                </c:pt>
                <c:pt idx="1729">
                  <c:v>#N/A</c:v>
                </c:pt>
                <c:pt idx="1730">
                  <c:v>#N/A</c:v>
                </c:pt>
                <c:pt idx="1731">
                  <c:v>#N/A</c:v>
                </c:pt>
                <c:pt idx="1732">
                  <c:v>#N/A</c:v>
                </c:pt>
                <c:pt idx="1733">
                  <c:v>#N/A</c:v>
                </c:pt>
                <c:pt idx="1734">
                  <c:v>#N/A</c:v>
                </c:pt>
                <c:pt idx="1735">
                  <c:v>#N/A</c:v>
                </c:pt>
                <c:pt idx="1736">
                  <c:v>#N/A</c:v>
                </c:pt>
                <c:pt idx="1737">
                  <c:v>#N/A</c:v>
                </c:pt>
                <c:pt idx="1738">
                  <c:v>#N/A</c:v>
                </c:pt>
                <c:pt idx="1739">
                  <c:v>#N/A</c:v>
                </c:pt>
                <c:pt idx="1740">
                  <c:v>#N/A</c:v>
                </c:pt>
                <c:pt idx="1741">
                  <c:v>#N/A</c:v>
                </c:pt>
                <c:pt idx="1742">
                  <c:v>#N/A</c:v>
                </c:pt>
                <c:pt idx="1743">
                  <c:v>#N/A</c:v>
                </c:pt>
                <c:pt idx="1744">
                  <c:v>4.7</c:v>
                </c:pt>
                <c:pt idx="1745">
                  <c:v>#N/A</c:v>
                </c:pt>
                <c:pt idx="1746">
                  <c:v>#N/A</c:v>
                </c:pt>
                <c:pt idx="1747">
                  <c:v>#N/A</c:v>
                </c:pt>
                <c:pt idx="1748">
                  <c:v>#N/A</c:v>
                </c:pt>
                <c:pt idx="1749">
                  <c:v>#N/A</c:v>
                </c:pt>
                <c:pt idx="1750">
                  <c:v>#N/A</c:v>
                </c:pt>
                <c:pt idx="1751">
                  <c:v>#N/A</c:v>
                </c:pt>
                <c:pt idx="1752">
                  <c:v>#N/A</c:v>
                </c:pt>
                <c:pt idx="1753">
                  <c:v>#N/A</c:v>
                </c:pt>
                <c:pt idx="1754">
                  <c:v>#N/A</c:v>
                </c:pt>
                <c:pt idx="1755">
                  <c:v>#N/A</c:v>
                </c:pt>
                <c:pt idx="1756">
                  <c:v>#N/A</c:v>
                </c:pt>
                <c:pt idx="1757">
                  <c:v>#N/A</c:v>
                </c:pt>
                <c:pt idx="1758">
                  <c:v>#N/A</c:v>
                </c:pt>
                <c:pt idx="1759">
                  <c:v>#N/A</c:v>
                </c:pt>
                <c:pt idx="1760">
                  <c:v>#N/A</c:v>
                </c:pt>
                <c:pt idx="1761">
                  <c:v>#N/A</c:v>
                </c:pt>
                <c:pt idx="1762">
                  <c:v>#N/A</c:v>
                </c:pt>
                <c:pt idx="1763">
                  <c:v>#N/A</c:v>
                </c:pt>
                <c:pt idx="1764">
                  <c:v>#N/A</c:v>
                </c:pt>
                <c:pt idx="1765">
                  <c:v>#N/A</c:v>
                </c:pt>
                <c:pt idx="1766">
                  <c:v>#N/A</c:v>
                </c:pt>
                <c:pt idx="1767">
                  <c:v>#N/A</c:v>
                </c:pt>
                <c:pt idx="1768">
                  <c:v>#N/A</c:v>
                </c:pt>
                <c:pt idx="1769">
                  <c:v>#N/A</c:v>
                </c:pt>
                <c:pt idx="1770">
                  <c:v>#N/A</c:v>
                </c:pt>
                <c:pt idx="1771">
                  <c:v>#N/A</c:v>
                </c:pt>
                <c:pt idx="1772">
                  <c:v>#N/A</c:v>
                </c:pt>
                <c:pt idx="1773">
                  <c:v>#N/A</c:v>
                </c:pt>
                <c:pt idx="1774">
                  <c:v>4.5999999999999996</c:v>
                </c:pt>
                <c:pt idx="1775">
                  <c:v>#N/A</c:v>
                </c:pt>
                <c:pt idx="1776">
                  <c:v>#N/A</c:v>
                </c:pt>
                <c:pt idx="1777">
                  <c:v>#N/A</c:v>
                </c:pt>
                <c:pt idx="1778">
                  <c:v>#N/A</c:v>
                </c:pt>
                <c:pt idx="1779">
                  <c:v>#N/A</c:v>
                </c:pt>
                <c:pt idx="1780">
                  <c:v>#N/A</c:v>
                </c:pt>
                <c:pt idx="1781">
                  <c:v>#N/A</c:v>
                </c:pt>
                <c:pt idx="1782">
                  <c:v>#N/A</c:v>
                </c:pt>
                <c:pt idx="1783">
                  <c:v>#N/A</c:v>
                </c:pt>
                <c:pt idx="1784">
                  <c:v>#N/A</c:v>
                </c:pt>
                <c:pt idx="1785">
                  <c:v>#N/A</c:v>
                </c:pt>
                <c:pt idx="1786">
                  <c:v>#N/A</c:v>
                </c:pt>
                <c:pt idx="1787">
                  <c:v>#N/A</c:v>
                </c:pt>
                <c:pt idx="1788">
                  <c:v>#N/A</c:v>
                </c:pt>
                <c:pt idx="1789">
                  <c:v>#N/A</c:v>
                </c:pt>
                <c:pt idx="1790">
                  <c:v>#N/A</c:v>
                </c:pt>
                <c:pt idx="1791">
                  <c:v>#N/A</c:v>
                </c:pt>
                <c:pt idx="1792">
                  <c:v>#N/A</c:v>
                </c:pt>
                <c:pt idx="1793">
                  <c:v>#N/A</c:v>
                </c:pt>
                <c:pt idx="1794">
                  <c:v>#N/A</c:v>
                </c:pt>
                <c:pt idx="1795">
                  <c:v>#N/A</c:v>
                </c:pt>
                <c:pt idx="1796">
                  <c:v>#N/A</c:v>
                </c:pt>
                <c:pt idx="1797">
                  <c:v>#N/A</c:v>
                </c:pt>
                <c:pt idx="1798">
                  <c:v>#N/A</c:v>
                </c:pt>
                <c:pt idx="1799">
                  <c:v>#N/A</c:v>
                </c:pt>
                <c:pt idx="1800">
                  <c:v>#N/A</c:v>
                </c:pt>
                <c:pt idx="1801">
                  <c:v>#N/A</c:v>
                </c:pt>
                <c:pt idx="1802">
                  <c:v>#N/A</c:v>
                </c:pt>
                <c:pt idx="1803">
                  <c:v>#N/A</c:v>
                </c:pt>
                <c:pt idx="1804">
                  <c:v>#N/A</c:v>
                </c:pt>
                <c:pt idx="1805">
                  <c:v>4.5</c:v>
                </c:pt>
                <c:pt idx="1806">
                  <c:v>#N/A</c:v>
                </c:pt>
                <c:pt idx="1807">
                  <c:v>#N/A</c:v>
                </c:pt>
                <c:pt idx="1808">
                  <c:v>#N/A</c:v>
                </c:pt>
                <c:pt idx="1809">
                  <c:v>#N/A</c:v>
                </c:pt>
                <c:pt idx="1810">
                  <c:v>#N/A</c:v>
                </c:pt>
                <c:pt idx="1811">
                  <c:v>#N/A</c:v>
                </c:pt>
                <c:pt idx="1812">
                  <c:v>#N/A</c:v>
                </c:pt>
                <c:pt idx="1813">
                  <c:v>#N/A</c:v>
                </c:pt>
                <c:pt idx="1814">
                  <c:v>#N/A</c:v>
                </c:pt>
                <c:pt idx="1815">
                  <c:v>#N/A</c:v>
                </c:pt>
                <c:pt idx="1816">
                  <c:v>#N/A</c:v>
                </c:pt>
                <c:pt idx="1817">
                  <c:v>#N/A</c:v>
                </c:pt>
                <c:pt idx="1818">
                  <c:v>#N/A</c:v>
                </c:pt>
                <c:pt idx="1819">
                  <c:v>#N/A</c:v>
                </c:pt>
                <c:pt idx="1820">
                  <c:v>#N/A</c:v>
                </c:pt>
                <c:pt idx="1821">
                  <c:v>#N/A</c:v>
                </c:pt>
                <c:pt idx="1822">
                  <c:v>#N/A</c:v>
                </c:pt>
                <c:pt idx="1823">
                  <c:v>#N/A</c:v>
                </c:pt>
                <c:pt idx="1824">
                  <c:v>#N/A</c:v>
                </c:pt>
                <c:pt idx="1825">
                  <c:v>#N/A</c:v>
                </c:pt>
                <c:pt idx="1826">
                  <c:v>#N/A</c:v>
                </c:pt>
                <c:pt idx="1827">
                  <c:v>#N/A</c:v>
                </c:pt>
                <c:pt idx="1828">
                  <c:v>#N/A</c:v>
                </c:pt>
                <c:pt idx="1829">
                  <c:v>#N/A</c:v>
                </c:pt>
                <c:pt idx="1830">
                  <c:v>#N/A</c:v>
                </c:pt>
                <c:pt idx="1831">
                  <c:v>#N/A</c:v>
                </c:pt>
                <c:pt idx="1832">
                  <c:v>#N/A</c:v>
                </c:pt>
                <c:pt idx="1833">
                  <c:v>#N/A</c:v>
                </c:pt>
                <c:pt idx="1834">
                  <c:v>#N/A</c:v>
                </c:pt>
                <c:pt idx="1835">
                  <c:v>#N/A</c:v>
                </c:pt>
                <c:pt idx="1836">
                  <c:v>4.3</c:v>
                </c:pt>
                <c:pt idx="1837">
                  <c:v>#N/A</c:v>
                </c:pt>
                <c:pt idx="1838">
                  <c:v>#N/A</c:v>
                </c:pt>
                <c:pt idx="1839">
                  <c:v>#N/A</c:v>
                </c:pt>
                <c:pt idx="1840">
                  <c:v>#N/A</c:v>
                </c:pt>
                <c:pt idx="1841">
                  <c:v>#N/A</c:v>
                </c:pt>
                <c:pt idx="1842">
                  <c:v>#N/A</c:v>
                </c:pt>
                <c:pt idx="1843">
                  <c:v>#N/A</c:v>
                </c:pt>
                <c:pt idx="1844">
                  <c:v>#N/A</c:v>
                </c:pt>
                <c:pt idx="1845">
                  <c:v>#N/A</c:v>
                </c:pt>
                <c:pt idx="1846">
                  <c:v>#N/A</c:v>
                </c:pt>
                <c:pt idx="1847">
                  <c:v>#N/A</c:v>
                </c:pt>
                <c:pt idx="1848">
                  <c:v>#N/A</c:v>
                </c:pt>
                <c:pt idx="1849">
                  <c:v>#N/A</c:v>
                </c:pt>
                <c:pt idx="1850">
                  <c:v>#N/A</c:v>
                </c:pt>
                <c:pt idx="1851">
                  <c:v>#N/A</c:v>
                </c:pt>
                <c:pt idx="1852">
                  <c:v>#N/A</c:v>
                </c:pt>
                <c:pt idx="1853">
                  <c:v>#N/A</c:v>
                </c:pt>
                <c:pt idx="1854">
                  <c:v>#N/A</c:v>
                </c:pt>
                <c:pt idx="1855">
                  <c:v>#N/A</c:v>
                </c:pt>
                <c:pt idx="1856">
                  <c:v>#N/A</c:v>
                </c:pt>
                <c:pt idx="1857">
                  <c:v>#N/A</c:v>
                </c:pt>
                <c:pt idx="1858">
                  <c:v>#N/A</c:v>
                </c:pt>
                <c:pt idx="1859">
                  <c:v>#N/A</c:v>
                </c:pt>
                <c:pt idx="1860">
                  <c:v>#N/A</c:v>
                </c:pt>
                <c:pt idx="1861">
                  <c:v>#N/A</c:v>
                </c:pt>
                <c:pt idx="1862">
                  <c:v>#N/A</c:v>
                </c:pt>
                <c:pt idx="1863">
                  <c:v>#N/A</c:v>
                </c:pt>
                <c:pt idx="1864">
                  <c:v>#N/A</c:v>
                </c:pt>
                <c:pt idx="1865">
                  <c:v>#N/A</c:v>
                </c:pt>
                <c:pt idx="1866">
                  <c:v>4.0999999999999996</c:v>
                </c:pt>
                <c:pt idx="1867">
                  <c:v>#N/A</c:v>
                </c:pt>
                <c:pt idx="1868">
                  <c:v>#N/A</c:v>
                </c:pt>
                <c:pt idx="1869">
                  <c:v>#N/A</c:v>
                </c:pt>
                <c:pt idx="1870">
                  <c:v>#N/A</c:v>
                </c:pt>
                <c:pt idx="1871">
                  <c:v>#N/A</c:v>
                </c:pt>
                <c:pt idx="1872">
                  <c:v>#N/A</c:v>
                </c:pt>
                <c:pt idx="1873">
                  <c:v>#N/A</c:v>
                </c:pt>
                <c:pt idx="1874">
                  <c:v>#N/A</c:v>
                </c:pt>
                <c:pt idx="1875">
                  <c:v>#N/A</c:v>
                </c:pt>
                <c:pt idx="1876">
                  <c:v>#N/A</c:v>
                </c:pt>
                <c:pt idx="1877">
                  <c:v>#N/A</c:v>
                </c:pt>
                <c:pt idx="1878">
                  <c:v>#N/A</c:v>
                </c:pt>
                <c:pt idx="1879">
                  <c:v>#N/A</c:v>
                </c:pt>
                <c:pt idx="1880">
                  <c:v>#N/A</c:v>
                </c:pt>
                <c:pt idx="1881">
                  <c:v>#N/A</c:v>
                </c:pt>
                <c:pt idx="1882">
                  <c:v>#N/A</c:v>
                </c:pt>
                <c:pt idx="1883">
                  <c:v>#N/A</c:v>
                </c:pt>
                <c:pt idx="1884">
                  <c:v>#N/A</c:v>
                </c:pt>
                <c:pt idx="1885">
                  <c:v>#N/A</c:v>
                </c:pt>
                <c:pt idx="1886">
                  <c:v>#N/A</c:v>
                </c:pt>
                <c:pt idx="1887">
                  <c:v>#N/A</c:v>
                </c:pt>
                <c:pt idx="1888">
                  <c:v>#N/A</c:v>
                </c:pt>
                <c:pt idx="1889">
                  <c:v>#N/A</c:v>
                </c:pt>
                <c:pt idx="1890">
                  <c:v>#N/A</c:v>
                </c:pt>
                <c:pt idx="1891">
                  <c:v>#N/A</c:v>
                </c:pt>
                <c:pt idx="1892">
                  <c:v>#N/A</c:v>
                </c:pt>
                <c:pt idx="1893">
                  <c:v>#N/A</c:v>
                </c:pt>
                <c:pt idx="1894">
                  <c:v>#N/A</c:v>
                </c:pt>
                <c:pt idx="1895">
                  <c:v>#N/A</c:v>
                </c:pt>
                <c:pt idx="1896">
                  <c:v>#N/A</c:v>
                </c:pt>
                <c:pt idx="1897">
                  <c:v>3.6</c:v>
                </c:pt>
                <c:pt idx="1898">
                  <c:v>#N/A</c:v>
                </c:pt>
                <c:pt idx="1899">
                  <c:v>#N/A</c:v>
                </c:pt>
                <c:pt idx="1900">
                  <c:v>#N/A</c:v>
                </c:pt>
                <c:pt idx="1901">
                  <c:v>#N/A</c:v>
                </c:pt>
                <c:pt idx="1902">
                  <c:v>#N/A</c:v>
                </c:pt>
                <c:pt idx="1903">
                  <c:v>#N/A</c:v>
                </c:pt>
                <c:pt idx="1904">
                  <c:v>#N/A</c:v>
                </c:pt>
                <c:pt idx="1905">
                  <c:v>#N/A</c:v>
                </c:pt>
                <c:pt idx="1906">
                  <c:v>#N/A</c:v>
                </c:pt>
                <c:pt idx="1907">
                  <c:v>#N/A</c:v>
                </c:pt>
                <c:pt idx="1908">
                  <c:v>#N/A</c:v>
                </c:pt>
                <c:pt idx="1909">
                  <c:v>#N/A</c:v>
                </c:pt>
                <c:pt idx="1910">
                  <c:v>#N/A</c:v>
                </c:pt>
                <c:pt idx="1911">
                  <c:v>#N/A</c:v>
                </c:pt>
                <c:pt idx="1912">
                  <c:v>#N/A</c:v>
                </c:pt>
                <c:pt idx="1913">
                  <c:v>#N/A</c:v>
                </c:pt>
                <c:pt idx="1914">
                  <c:v>#N/A</c:v>
                </c:pt>
                <c:pt idx="1915">
                  <c:v>#N/A</c:v>
                </c:pt>
                <c:pt idx="1916">
                  <c:v>#N/A</c:v>
                </c:pt>
                <c:pt idx="1917">
                  <c:v>#N/A</c:v>
                </c:pt>
                <c:pt idx="1918">
                  <c:v>#N/A</c:v>
                </c:pt>
                <c:pt idx="1919">
                  <c:v>#N/A</c:v>
                </c:pt>
                <c:pt idx="1920">
                  <c:v>#N/A</c:v>
                </c:pt>
                <c:pt idx="1921">
                  <c:v>#N/A</c:v>
                </c:pt>
                <c:pt idx="1922">
                  <c:v>#N/A</c:v>
                </c:pt>
                <c:pt idx="1923">
                  <c:v>#N/A</c:v>
                </c:pt>
                <c:pt idx="1924">
                  <c:v>#N/A</c:v>
                </c:pt>
                <c:pt idx="1925">
                  <c:v>#N/A</c:v>
                </c:pt>
                <c:pt idx="1926">
                  <c:v>#N/A</c:v>
                </c:pt>
                <c:pt idx="1927">
                  <c:v>2.7</c:v>
                </c:pt>
                <c:pt idx="1928">
                  <c:v>#N/A</c:v>
                </c:pt>
                <c:pt idx="1929">
                  <c:v>#N/A</c:v>
                </c:pt>
                <c:pt idx="1930">
                  <c:v>#N/A</c:v>
                </c:pt>
                <c:pt idx="1931">
                  <c:v>#N/A</c:v>
                </c:pt>
                <c:pt idx="1932">
                  <c:v>#N/A</c:v>
                </c:pt>
                <c:pt idx="1933">
                  <c:v>#N/A</c:v>
                </c:pt>
                <c:pt idx="1934">
                  <c:v>#N/A</c:v>
                </c:pt>
                <c:pt idx="1935">
                  <c:v>#N/A</c:v>
                </c:pt>
                <c:pt idx="1936">
                  <c:v>#N/A</c:v>
                </c:pt>
                <c:pt idx="1937">
                  <c:v>#N/A</c:v>
                </c:pt>
                <c:pt idx="1938">
                  <c:v>#N/A</c:v>
                </c:pt>
                <c:pt idx="1939">
                  <c:v>#N/A</c:v>
                </c:pt>
                <c:pt idx="1940">
                  <c:v>#N/A</c:v>
                </c:pt>
                <c:pt idx="1941">
                  <c:v>#N/A</c:v>
                </c:pt>
                <c:pt idx="1942">
                  <c:v>#N/A</c:v>
                </c:pt>
                <c:pt idx="1943">
                  <c:v>#N/A</c:v>
                </c:pt>
                <c:pt idx="1944">
                  <c:v>#N/A</c:v>
                </c:pt>
                <c:pt idx="1945">
                  <c:v>#N/A</c:v>
                </c:pt>
                <c:pt idx="1946">
                  <c:v>#N/A</c:v>
                </c:pt>
                <c:pt idx="1947">
                  <c:v>#N/A</c:v>
                </c:pt>
                <c:pt idx="1948">
                  <c:v>#N/A</c:v>
                </c:pt>
                <c:pt idx="1949">
                  <c:v>#N/A</c:v>
                </c:pt>
                <c:pt idx="1950">
                  <c:v>#N/A</c:v>
                </c:pt>
                <c:pt idx="1951">
                  <c:v>#N/A</c:v>
                </c:pt>
                <c:pt idx="1952">
                  <c:v>#N/A</c:v>
                </c:pt>
                <c:pt idx="1953">
                  <c:v>#N/A</c:v>
                </c:pt>
                <c:pt idx="1954">
                  <c:v>#N/A</c:v>
                </c:pt>
                <c:pt idx="1955">
                  <c:v>#N/A</c:v>
                </c:pt>
                <c:pt idx="1956">
                  <c:v>#N/A</c:v>
                </c:pt>
                <c:pt idx="1957">
                  <c:v>#N/A</c:v>
                </c:pt>
                <c:pt idx="1958">
                  <c:v>1.8</c:v>
                </c:pt>
                <c:pt idx="1959">
                  <c:v>#N/A</c:v>
                </c:pt>
                <c:pt idx="1960">
                  <c:v>#N/A</c:v>
                </c:pt>
                <c:pt idx="1961">
                  <c:v>#N/A</c:v>
                </c:pt>
                <c:pt idx="1962">
                  <c:v>#N/A</c:v>
                </c:pt>
                <c:pt idx="1963">
                  <c:v>#N/A</c:v>
                </c:pt>
                <c:pt idx="1964">
                  <c:v>#N/A</c:v>
                </c:pt>
                <c:pt idx="1965">
                  <c:v>#N/A</c:v>
                </c:pt>
                <c:pt idx="1966">
                  <c:v>#N/A</c:v>
                </c:pt>
                <c:pt idx="1967">
                  <c:v>#N/A</c:v>
                </c:pt>
                <c:pt idx="1968">
                  <c:v>#N/A</c:v>
                </c:pt>
                <c:pt idx="1969">
                  <c:v>#N/A</c:v>
                </c:pt>
                <c:pt idx="1970">
                  <c:v>#N/A</c:v>
                </c:pt>
                <c:pt idx="1971">
                  <c:v>#N/A</c:v>
                </c:pt>
                <c:pt idx="1972">
                  <c:v>#N/A</c:v>
                </c:pt>
                <c:pt idx="1973">
                  <c:v>#N/A</c:v>
                </c:pt>
                <c:pt idx="1974">
                  <c:v>#N/A</c:v>
                </c:pt>
                <c:pt idx="1975">
                  <c:v>#N/A</c:v>
                </c:pt>
                <c:pt idx="1976">
                  <c:v>#N/A</c:v>
                </c:pt>
                <c:pt idx="1977">
                  <c:v>#N/A</c:v>
                </c:pt>
                <c:pt idx="1978">
                  <c:v>#N/A</c:v>
                </c:pt>
                <c:pt idx="1979">
                  <c:v>#N/A</c:v>
                </c:pt>
                <c:pt idx="1980">
                  <c:v>#N/A</c:v>
                </c:pt>
                <c:pt idx="1981">
                  <c:v>#N/A</c:v>
                </c:pt>
                <c:pt idx="1982">
                  <c:v>#N/A</c:v>
                </c:pt>
                <c:pt idx="1983">
                  <c:v>#N/A</c:v>
                </c:pt>
                <c:pt idx="1984">
                  <c:v>#N/A</c:v>
                </c:pt>
                <c:pt idx="1985">
                  <c:v>#N/A</c:v>
                </c:pt>
                <c:pt idx="1986">
                  <c:v>1.6</c:v>
                </c:pt>
                <c:pt idx="1987">
                  <c:v>#N/A</c:v>
                </c:pt>
                <c:pt idx="1988">
                  <c:v>#N/A</c:v>
                </c:pt>
                <c:pt idx="1989">
                  <c:v>#N/A</c:v>
                </c:pt>
                <c:pt idx="1990">
                  <c:v>#N/A</c:v>
                </c:pt>
                <c:pt idx="1991">
                  <c:v>#N/A</c:v>
                </c:pt>
                <c:pt idx="1992">
                  <c:v>#N/A</c:v>
                </c:pt>
                <c:pt idx="1993">
                  <c:v>#N/A</c:v>
                </c:pt>
                <c:pt idx="1994">
                  <c:v>#N/A</c:v>
                </c:pt>
                <c:pt idx="1995">
                  <c:v>#N/A</c:v>
                </c:pt>
                <c:pt idx="1996">
                  <c:v>#N/A</c:v>
                </c:pt>
                <c:pt idx="1997">
                  <c:v>#N/A</c:v>
                </c:pt>
                <c:pt idx="1998">
                  <c:v>#N/A</c:v>
                </c:pt>
                <c:pt idx="1999">
                  <c:v>#N/A</c:v>
                </c:pt>
                <c:pt idx="2000">
                  <c:v>#N/A</c:v>
                </c:pt>
                <c:pt idx="2001">
                  <c:v>#N/A</c:v>
                </c:pt>
                <c:pt idx="2002">
                  <c:v>#N/A</c:v>
                </c:pt>
                <c:pt idx="2003">
                  <c:v>#N/A</c:v>
                </c:pt>
                <c:pt idx="2004">
                  <c:v>#N/A</c:v>
                </c:pt>
                <c:pt idx="2005">
                  <c:v>#N/A</c:v>
                </c:pt>
                <c:pt idx="2006">
                  <c:v>#N/A</c:v>
                </c:pt>
                <c:pt idx="2007">
                  <c:v>#N/A</c:v>
                </c:pt>
                <c:pt idx="2008">
                  <c:v>#N/A</c:v>
                </c:pt>
                <c:pt idx="2009">
                  <c:v>#N/A</c:v>
                </c:pt>
                <c:pt idx="2010">
                  <c:v>#N/A</c:v>
                </c:pt>
                <c:pt idx="2011">
                  <c:v>#N/A</c:v>
                </c:pt>
                <c:pt idx="2012">
                  <c:v>#N/A</c:v>
                </c:pt>
                <c:pt idx="2013">
                  <c:v>#N/A</c:v>
                </c:pt>
                <c:pt idx="2014">
                  <c:v>#N/A</c:v>
                </c:pt>
                <c:pt idx="2015">
                  <c:v>#N/A</c:v>
                </c:pt>
                <c:pt idx="2016">
                  <c:v>#N/A</c:v>
                </c:pt>
                <c:pt idx="2017">
                  <c:v>1.3</c:v>
                </c:pt>
                <c:pt idx="2018">
                  <c:v>#N/A</c:v>
                </c:pt>
                <c:pt idx="2019">
                  <c:v>#N/A</c:v>
                </c:pt>
                <c:pt idx="2020">
                  <c:v>#N/A</c:v>
                </c:pt>
                <c:pt idx="2021">
                  <c:v>#N/A</c:v>
                </c:pt>
                <c:pt idx="2022">
                  <c:v>#N/A</c:v>
                </c:pt>
                <c:pt idx="2023">
                  <c:v>#N/A</c:v>
                </c:pt>
                <c:pt idx="2024">
                  <c:v>#N/A</c:v>
                </c:pt>
                <c:pt idx="2025">
                  <c:v>#N/A</c:v>
                </c:pt>
                <c:pt idx="2026">
                  <c:v>#N/A</c:v>
                </c:pt>
                <c:pt idx="2027">
                  <c:v>#N/A</c:v>
                </c:pt>
                <c:pt idx="2028">
                  <c:v>#N/A</c:v>
                </c:pt>
                <c:pt idx="2029">
                  <c:v>#N/A</c:v>
                </c:pt>
                <c:pt idx="2030">
                  <c:v>#N/A</c:v>
                </c:pt>
                <c:pt idx="2031">
                  <c:v>#N/A</c:v>
                </c:pt>
                <c:pt idx="2032">
                  <c:v>#N/A</c:v>
                </c:pt>
                <c:pt idx="2033">
                  <c:v>#N/A</c:v>
                </c:pt>
                <c:pt idx="2034">
                  <c:v>#N/A</c:v>
                </c:pt>
                <c:pt idx="2035">
                  <c:v>#N/A</c:v>
                </c:pt>
                <c:pt idx="2036">
                  <c:v>#N/A</c:v>
                </c:pt>
                <c:pt idx="2037">
                  <c:v>#N/A</c:v>
                </c:pt>
                <c:pt idx="2038">
                  <c:v>#N/A</c:v>
                </c:pt>
                <c:pt idx="2039">
                  <c:v>#N/A</c:v>
                </c:pt>
                <c:pt idx="2040">
                  <c:v>#N/A</c:v>
                </c:pt>
                <c:pt idx="2041">
                  <c:v>#N/A</c:v>
                </c:pt>
                <c:pt idx="2042">
                  <c:v>#N/A</c:v>
                </c:pt>
                <c:pt idx="2043">
                  <c:v>#N/A</c:v>
                </c:pt>
                <c:pt idx="2044">
                  <c:v>#N/A</c:v>
                </c:pt>
                <c:pt idx="2045">
                  <c:v>#N/A</c:v>
                </c:pt>
                <c:pt idx="2046">
                  <c:v>#N/A</c:v>
                </c:pt>
                <c:pt idx="2047">
                  <c:v>#N/A</c:v>
                </c:pt>
                <c:pt idx="2048">
                  <c:v>1.2</c:v>
                </c:pt>
                <c:pt idx="2049">
                  <c:v>#N/A</c:v>
                </c:pt>
                <c:pt idx="2050">
                  <c:v>#N/A</c:v>
                </c:pt>
                <c:pt idx="2051">
                  <c:v>#N/A</c:v>
                </c:pt>
                <c:pt idx="2052">
                  <c:v>#N/A</c:v>
                </c:pt>
                <c:pt idx="2053">
                  <c:v>#N/A</c:v>
                </c:pt>
                <c:pt idx="2054">
                  <c:v>#N/A</c:v>
                </c:pt>
                <c:pt idx="2055">
                  <c:v>#N/A</c:v>
                </c:pt>
                <c:pt idx="2056">
                  <c:v>#N/A</c:v>
                </c:pt>
                <c:pt idx="2057">
                  <c:v>#N/A</c:v>
                </c:pt>
                <c:pt idx="2058">
                  <c:v>#N/A</c:v>
                </c:pt>
                <c:pt idx="2059">
                  <c:v>#N/A</c:v>
                </c:pt>
                <c:pt idx="2060">
                  <c:v>#N/A</c:v>
                </c:pt>
                <c:pt idx="2061">
                  <c:v>#N/A</c:v>
                </c:pt>
                <c:pt idx="2062">
                  <c:v>#N/A</c:v>
                </c:pt>
                <c:pt idx="2063">
                  <c:v>#N/A</c:v>
                </c:pt>
                <c:pt idx="2064">
                  <c:v>#N/A</c:v>
                </c:pt>
                <c:pt idx="2065">
                  <c:v>#N/A</c:v>
                </c:pt>
                <c:pt idx="2066">
                  <c:v>#N/A</c:v>
                </c:pt>
                <c:pt idx="2067">
                  <c:v>#N/A</c:v>
                </c:pt>
                <c:pt idx="2068">
                  <c:v>#N/A</c:v>
                </c:pt>
                <c:pt idx="2069">
                  <c:v>#N/A</c:v>
                </c:pt>
                <c:pt idx="2070">
                  <c:v>#N/A</c:v>
                </c:pt>
                <c:pt idx="2071">
                  <c:v>#N/A</c:v>
                </c:pt>
                <c:pt idx="2072">
                  <c:v>#N/A</c:v>
                </c:pt>
                <c:pt idx="2073">
                  <c:v>#N/A</c:v>
                </c:pt>
                <c:pt idx="2074">
                  <c:v>#N/A</c:v>
                </c:pt>
                <c:pt idx="2075">
                  <c:v>#N/A</c:v>
                </c:pt>
                <c:pt idx="2076">
                  <c:v>#N/A</c:v>
                </c:pt>
                <c:pt idx="2077">
                  <c:v>#N/A</c:v>
                </c:pt>
                <c:pt idx="2078">
                  <c:v>1.2</c:v>
                </c:pt>
                <c:pt idx="2079">
                  <c:v>#N/A</c:v>
                </c:pt>
                <c:pt idx="2080">
                  <c:v>#N/A</c:v>
                </c:pt>
                <c:pt idx="2081">
                  <c:v>#N/A</c:v>
                </c:pt>
                <c:pt idx="2082">
                  <c:v>#N/A</c:v>
                </c:pt>
                <c:pt idx="2083">
                  <c:v>#N/A</c:v>
                </c:pt>
                <c:pt idx="2084">
                  <c:v>#N/A</c:v>
                </c:pt>
                <c:pt idx="2085">
                  <c:v>#N/A</c:v>
                </c:pt>
                <c:pt idx="2086">
                  <c:v>#N/A</c:v>
                </c:pt>
                <c:pt idx="2087">
                  <c:v>#N/A</c:v>
                </c:pt>
                <c:pt idx="2088">
                  <c:v>#N/A</c:v>
                </c:pt>
                <c:pt idx="2089">
                  <c:v>#N/A</c:v>
                </c:pt>
                <c:pt idx="2090">
                  <c:v>#N/A</c:v>
                </c:pt>
                <c:pt idx="2091">
                  <c:v>#N/A</c:v>
                </c:pt>
                <c:pt idx="2092">
                  <c:v>#N/A</c:v>
                </c:pt>
                <c:pt idx="2093">
                  <c:v>#N/A</c:v>
                </c:pt>
                <c:pt idx="2094">
                  <c:v>#N/A</c:v>
                </c:pt>
                <c:pt idx="2095">
                  <c:v>#N/A</c:v>
                </c:pt>
                <c:pt idx="2096">
                  <c:v>#N/A</c:v>
                </c:pt>
                <c:pt idx="2097">
                  <c:v>#N/A</c:v>
                </c:pt>
                <c:pt idx="2098">
                  <c:v>#N/A</c:v>
                </c:pt>
                <c:pt idx="2099">
                  <c:v>#N/A</c:v>
                </c:pt>
                <c:pt idx="2100">
                  <c:v>#N/A</c:v>
                </c:pt>
                <c:pt idx="2101">
                  <c:v>#N/A</c:v>
                </c:pt>
                <c:pt idx="2102">
                  <c:v>#N/A</c:v>
                </c:pt>
                <c:pt idx="2103">
                  <c:v>#N/A</c:v>
                </c:pt>
                <c:pt idx="2104">
                  <c:v>#N/A</c:v>
                </c:pt>
                <c:pt idx="2105">
                  <c:v>#N/A</c:v>
                </c:pt>
                <c:pt idx="2106">
                  <c:v>#N/A</c:v>
                </c:pt>
                <c:pt idx="2107">
                  <c:v>#N/A</c:v>
                </c:pt>
                <c:pt idx="2108">
                  <c:v>#N/A</c:v>
                </c:pt>
                <c:pt idx="2109">
                  <c:v>1.3</c:v>
                </c:pt>
                <c:pt idx="2110">
                  <c:v>#N/A</c:v>
                </c:pt>
                <c:pt idx="2111">
                  <c:v>#N/A</c:v>
                </c:pt>
                <c:pt idx="2112">
                  <c:v>#N/A</c:v>
                </c:pt>
                <c:pt idx="2113">
                  <c:v>#N/A</c:v>
                </c:pt>
                <c:pt idx="2114">
                  <c:v>#N/A</c:v>
                </c:pt>
                <c:pt idx="2115">
                  <c:v>#N/A</c:v>
                </c:pt>
                <c:pt idx="2116">
                  <c:v>#N/A</c:v>
                </c:pt>
                <c:pt idx="2117">
                  <c:v>#N/A</c:v>
                </c:pt>
                <c:pt idx="2118">
                  <c:v>#N/A</c:v>
                </c:pt>
                <c:pt idx="2119">
                  <c:v>#N/A</c:v>
                </c:pt>
                <c:pt idx="2120">
                  <c:v>#N/A</c:v>
                </c:pt>
                <c:pt idx="2121">
                  <c:v>#N/A</c:v>
                </c:pt>
                <c:pt idx="2122">
                  <c:v>#N/A</c:v>
                </c:pt>
                <c:pt idx="2123">
                  <c:v>#N/A</c:v>
                </c:pt>
                <c:pt idx="2124">
                  <c:v>#N/A</c:v>
                </c:pt>
                <c:pt idx="2125">
                  <c:v>#N/A</c:v>
                </c:pt>
                <c:pt idx="2126">
                  <c:v>#N/A</c:v>
                </c:pt>
                <c:pt idx="2127">
                  <c:v>#N/A</c:v>
                </c:pt>
                <c:pt idx="2128">
                  <c:v>#N/A</c:v>
                </c:pt>
                <c:pt idx="2129">
                  <c:v>#N/A</c:v>
                </c:pt>
                <c:pt idx="2130">
                  <c:v>#N/A</c:v>
                </c:pt>
                <c:pt idx="2131">
                  <c:v>#N/A</c:v>
                </c:pt>
                <c:pt idx="2132">
                  <c:v>#N/A</c:v>
                </c:pt>
                <c:pt idx="2133">
                  <c:v>#N/A</c:v>
                </c:pt>
                <c:pt idx="2134">
                  <c:v>#N/A</c:v>
                </c:pt>
                <c:pt idx="2135">
                  <c:v>#N/A</c:v>
                </c:pt>
                <c:pt idx="2136">
                  <c:v>#N/A</c:v>
                </c:pt>
                <c:pt idx="2137">
                  <c:v>#N/A</c:v>
                </c:pt>
                <c:pt idx="2138">
                  <c:v>#N/A</c:v>
                </c:pt>
                <c:pt idx="2139">
                  <c:v>1.2</c:v>
                </c:pt>
                <c:pt idx="2140">
                  <c:v>#N/A</c:v>
                </c:pt>
                <c:pt idx="2141">
                  <c:v>#N/A</c:v>
                </c:pt>
                <c:pt idx="2142">
                  <c:v>#N/A</c:v>
                </c:pt>
                <c:pt idx="2143">
                  <c:v>#N/A</c:v>
                </c:pt>
                <c:pt idx="2144">
                  <c:v>#N/A</c:v>
                </c:pt>
                <c:pt idx="2145">
                  <c:v>#N/A</c:v>
                </c:pt>
                <c:pt idx="2146">
                  <c:v>#N/A</c:v>
                </c:pt>
                <c:pt idx="2147">
                  <c:v>#N/A</c:v>
                </c:pt>
                <c:pt idx="2148">
                  <c:v>#N/A</c:v>
                </c:pt>
                <c:pt idx="2149">
                  <c:v>#N/A</c:v>
                </c:pt>
                <c:pt idx="2150">
                  <c:v>#N/A</c:v>
                </c:pt>
                <c:pt idx="2151">
                  <c:v>#N/A</c:v>
                </c:pt>
                <c:pt idx="2152">
                  <c:v>#N/A</c:v>
                </c:pt>
                <c:pt idx="2153">
                  <c:v>#N/A</c:v>
                </c:pt>
                <c:pt idx="2154">
                  <c:v>#N/A</c:v>
                </c:pt>
                <c:pt idx="2155">
                  <c:v>#N/A</c:v>
                </c:pt>
                <c:pt idx="2156">
                  <c:v>#N/A</c:v>
                </c:pt>
                <c:pt idx="2157">
                  <c:v>#N/A</c:v>
                </c:pt>
                <c:pt idx="2158">
                  <c:v>#N/A</c:v>
                </c:pt>
                <c:pt idx="2159">
                  <c:v>#N/A</c:v>
                </c:pt>
                <c:pt idx="2160">
                  <c:v>#N/A</c:v>
                </c:pt>
                <c:pt idx="2161">
                  <c:v>#N/A</c:v>
                </c:pt>
                <c:pt idx="2162">
                  <c:v>#N/A</c:v>
                </c:pt>
                <c:pt idx="2163">
                  <c:v>#N/A</c:v>
                </c:pt>
                <c:pt idx="2164">
                  <c:v>#N/A</c:v>
                </c:pt>
                <c:pt idx="2165">
                  <c:v>#N/A</c:v>
                </c:pt>
                <c:pt idx="2166">
                  <c:v>#N/A</c:v>
                </c:pt>
                <c:pt idx="2167">
                  <c:v>#N/A</c:v>
                </c:pt>
                <c:pt idx="2168">
                  <c:v>#N/A</c:v>
                </c:pt>
                <c:pt idx="2169">
                  <c:v>#N/A</c:v>
                </c:pt>
                <c:pt idx="2170">
                  <c:v>0.9</c:v>
                </c:pt>
                <c:pt idx="2171">
                  <c:v>#N/A</c:v>
                </c:pt>
                <c:pt idx="2172">
                  <c:v>#N/A</c:v>
                </c:pt>
                <c:pt idx="2173">
                  <c:v>#N/A</c:v>
                </c:pt>
                <c:pt idx="2174">
                  <c:v>#N/A</c:v>
                </c:pt>
                <c:pt idx="2175">
                  <c:v>#N/A</c:v>
                </c:pt>
                <c:pt idx="2176">
                  <c:v>#N/A</c:v>
                </c:pt>
                <c:pt idx="2177">
                  <c:v>#N/A</c:v>
                </c:pt>
                <c:pt idx="2178">
                  <c:v>#N/A</c:v>
                </c:pt>
                <c:pt idx="2179">
                  <c:v>#N/A</c:v>
                </c:pt>
                <c:pt idx="2180">
                  <c:v>#N/A</c:v>
                </c:pt>
                <c:pt idx="2181">
                  <c:v>#N/A</c:v>
                </c:pt>
                <c:pt idx="2182">
                  <c:v>#N/A</c:v>
                </c:pt>
                <c:pt idx="2183">
                  <c:v>#N/A</c:v>
                </c:pt>
                <c:pt idx="2184">
                  <c:v>#N/A</c:v>
                </c:pt>
                <c:pt idx="2185">
                  <c:v>#N/A</c:v>
                </c:pt>
                <c:pt idx="2186">
                  <c:v>#N/A</c:v>
                </c:pt>
                <c:pt idx="2187">
                  <c:v>#N/A</c:v>
                </c:pt>
                <c:pt idx="2188">
                  <c:v>#N/A</c:v>
                </c:pt>
                <c:pt idx="2189">
                  <c:v>#N/A</c:v>
                </c:pt>
                <c:pt idx="2190">
                  <c:v>#N/A</c:v>
                </c:pt>
                <c:pt idx="2191">
                  <c:v>#N/A</c:v>
                </c:pt>
                <c:pt idx="2192">
                  <c:v>#N/A</c:v>
                </c:pt>
                <c:pt idx="2193">
                  <c:v>#N/A</c:v>
                </c:pt>
                <c:pt idx="2194">
                  <c:v>#N/A</c:v>
                </c:pt>
                <c:pt idx="2195">
                  <c:v>#N/A</c:v>
                </c:pt>
                <c:pt idx="2196">
                  <c:v>#N/A</c:v>
                </c:pt>
                <c:pt idx="2197">
                  <c:v>#N/A</c:v>
                </c:pt>
                <c:pt idx="2198">
                  <c:v>#N/A</c:v>
                </c:pt>
                <c:pt idx="2199">
                  <c:v>#N/A</c:v>
                </c:pt>
                <c:pt idx="2200">
                  <c:v>#N/A</c:v>
                </c:pt>
                <c:pt idx="2201">
                  <c:v>0.8</c:v>
                </c:pt>
                <c:pt idx="2202">
                  <c:v>#N/A</c:v>
                </c:pt>
                <c:pt idx="2203">
                  <c:v>#N/A</c:v>
                </c:pt>
                <c:pt idx="2204">
                  <c:v>#N/A</c:v>
                </c:pt>
                <c:pt idx="2205">
                  <c:v>#N/A</c:v>
                </c:pt>
                <c:pt idx="2206">
                  <c:v>#N/A</c:v>
                </c:pt>
                <c:pt idx="2207">
                  <c:v>#N/A</c:v>
                </c:pt>
                <c:pt idx="2208">
                  <c:v>#N/A</c:v>
                </c:pt>
                <c:pt idx="2209">
                  <c:v>#N/A</c:v>
                </c:pt>
                <c:pt idx="2210">
                  <c:v>#N/A</c:v>
                </c:pt>
                <c:pt idx="2211">
                  <c:v>#N/A</c:v>
                </c:pt>
                <c:pt idx="2212">
                  <c:v>#N/A</c:v>
                </c:pt>
                <c:pt idx="2213">
                  <c:v>#N/A</c:v>
                </c:pt>
                <c:pt idx="2214">
                  <c:v>#N/A</c:v>
                </c:pt>
                <c:pt idx="2215">
                  <c:v>#N/A</c:v>
                </c:pt>
                <c:pt idx="2216">
                  <c:v>#N/A</c:v>
                </c:pt>
                <c:pt idx="2217">
                  <c:v>#N/A</c:v>
                </c:pt>
                <c:pt idx="2218">
                  <c:v>#N/A</c:v>
                </c:pt>
                <c:pt idx="2219">
                  <c:v>#N/A</c:v>
                </c:pt>
                <c:pt idx="2220">
                  <c:v>#N/A</c:v>
                </c:pt>
                <c:pt idx="2221">
                  <c:v>#N/A</c:v>
                </c:pt>
                <c:pt idx="2222">
                  <c:v>#N/A</c:v>
                </c:pt>
                <c:pt idx="2223">
                  <c:v>#N/A</c:v>
                </c:pt>
                <c:pt idx="2224">
                  <c:v>#N/A</c:v>
                </c:pt>
                <c:pt idx="2225">
                  <c:v>#N/A</c:v>
                </c:pt>
                <c:pt idx="2226">
                  <c:v>#N/A</c:v>
                </c:pt>
                <c:pt idx="2227">
                  <c:v>#N/A</c:v>
                </c:pt>
                <c:pt idx="2228">
                  <c:v>#N/A</c:v>
                </c:pt>
                <c:pt idx="2229">
                  <c:v>#N/A</c:v>
                </c:pt>
                <c:pt idx="2230">
                  <c:v>#N/A</c:v>
                </c:pt>
                <c:pt idx="2231">
                  <c:v>0.5</c:v>
                </c:pt>
                <c:pt idx="2232">
                  <c:v>#N/A</c:v>
                </c:pt>
                <c:pt idx="2233">
                  <c:v>#N/A</c:v>
                </c:pt>
                <c:pt idx="2234">
                  <c:v>#N/A</c:v>
                </c:pt>
                <c:pt idx="2235">
                  <c:v>#N/A</c:v>
                </c:pt>
                <c:pt idx="2236">
                  <c:v>#N/A</c:v>
                </c:pt>
                <c:pt idx="2237">
                  <c:v>#N/A</c:v>
                </c:pt>
                <c:pt idx="2238">
                  <c:v>#N/A</c:v>
                </c:pt>
                <c:pt idx="2239">
                  <c:v>#N/A</c:v>
                </c:pt>
                <c:pt idx="2240">
                  <c:v>#N/A</c:v>
                </c:pt>
                <c:pt idx="2241">
                  <c:v>#N/A</c:v>
                </c:pt>
                <c:pt idx="2242">
                  <c:v>#N/A</c:v>
                </c:pt>
                <c:pt idx="2243">
                  <c:v>#N/A</c:v>
                </c:pt>
                <c:pt idx="2244">
                  <c:v>#N/A</c:v>
                </c:pt>
                <c:pt idx="2245">
                  <c:v>#N/A</c:v>
                </c:pt>
                <c:pt idx="2246">
                  <c:v>#N/A</c:v>
                </c:pt>
                <c:pt idx="2247">
                  <c:v>#N/A</c:v>
                </c:pt>
                <c:pt idx="2248">
                  <c:v>#N/A</c:v>
                </c:pt>
                <c:pt idx="2249">
                  <c:v>#N/A</c:v>
                </c:pt>
                <c:pt idx="2250">
                  <c:v>#N/A</c:v>
                </c:pt>
                <c:pt idx="2251">
                  <c:v>#N/A</c:v>
                </c:pt>
                <c:pt idx="2252">
                  <c:v>#N/A</c:v>
                </c:pt>
                <c:pt idx="2253">
                  <c:v>#N/A</c:v>
                </c:pt>
                <c:pt idx="2254">
                  <c:v>#N/A</c:v>
                </c:pt>
                <c:pt idx="2255">
                  <c:v>#N/A</c:v>
                </c:pt>
                <c:pt idx="2256">
                  <c:v>#N/A</c:v>
                </c:pt>
                <c:pt idx="2257">
                  <c:v>#N/A</c:v>
                </c:pt>
                <c:pt idx="2258">
                  <c:v>#N/A</c:v>
                </c:pt>
                <c:pt idx="2259">
                  <c:v>#N/A</c:v>
                </c:pt>
                <c:pt idx="2260">
                  <c:v>#N/A</c:v>
                </c:pt>
                <c:pt idx="2261">
                  <c:v>#N/A</c:v>
                </c:pt>
                <c:pt idx="2262">
                  <c:v>0.5</c:v>
                </c:pt>
                <c:pt idx="2263">
                  <c:v>#N/A</c:v>
                </c:pt>
                <c:pt idx="2264">
                  <c:v>#N/A</c:v>
                </c:pt>
                <c:pt idx="2265">
                  <c:v>#N/A</c:v>
                </c:pt>
                <c:pt idx="2266">
                  <c:v>#N/A</c:v>
                </c:pt>
                <c:pt idx="2267">
                  <c:v>#N/A</c:v>
                </c:pt>
                <c:pt idx="2268">
                  <c:v>#N/A</c:v>
                </c:pt>
                <c:pt idx="2269">
                  <c:v>#N/A</c:v>
                </c:pt>
                <c:pt idx="2270">
                  <c:v>#N/A</c:v>
                </c:pt>
                <c:pt idx="2271">
                  <c:v>#N/A</c:v>
                </c:pt>
                <c:pt idx="2272">
                  <c:v>#N/A</c:v>
                </c:pt>
                <c:pt idx="2273">
                  <c:v>#N/A</c:v>
                </c:pt>
                <c:pt idx="2274">
                  <c:v>#N/A</c:v>
                </c:pt>
                <c:pt idx="2275">
                  <c:v>#N/A</c:v>
                </c:pt>
                <c:pt idx="2276">
                  <c:v>#N/A</c:v>
                </c:pt>
                <c:pt idx="2277">
                  <c:v>#N/A</c:v>
                </c:pt>
                <c:pt idx="2278">
                  <c:v>#N/A</c:v>
                </c:pt>
                <c:pt idx="2279">
                  <c:v>#N/A</c:v>
                </c:pt>
                <c:pt idx="2280">
                  <c:v>#N/A</c:v>
                </c:pt>
                <c:pt idx="2281">
                  <c:v>#N/A</c:v>
                </c:pt>
                <c:pt idx="2282">
                  <c:v>#N/A</c:v>
                </c:pt>
                <c:pt idx="2283">
                  <c:v>#N/A</c:v>
                </c:pt>
                <c:pt idx="2284">
                  <c:v>#N/A</c:v>
                </c:pt>
                <c:pt idx="2285">
                  <c:v>#N/A</c:v>
                </c:pt>
                <c:pt idx="2286">
                  <c:v>#N/A</c:v>
                </c:pt>
                <c:pt idx="2287">
                  <c:v>#N/A</c:v>
                </c:pt>
                <c:pt idx="2288">
                  <c:v>#N/A</c:v>
                </c:pt>
                <c:pt idx="2289">
                  <c:v>#N/A</c:v>
                </c:pt>
                <c:pt idx="2290">
                  <c:v>#N/A</c:v>
                </c:pt>
                <c:pt idx="2291">
                  <c:v>#N/A</c:v>
                </c:pt>
                <c:pt idx="2292">
                  <c:v>1.2</c:v>
                </c:pt>
                <c:pt idx="2293">
                  <c:v>#N/A</c:v>
                </c:pt>
                <c:pt idx="2294">
                  <c:v>#N/A</c:v>
                </c:pt>
                <c:pt idx="2295">
                  <c:v>#N/A</c:v>
                </c:pt>
                <c:pt idx="2296">
                  <c:v>#N/A</c:v>
                </c:pt>
                <c:pt idx="2297">
                  <c:v>#N/A</c:v>
                </c:pt>
                <c:pt idx="2298">
                  <c:v>#N/A</c:v>
                </c:pt>
                <c:pt idx="2299">
                  <c:v>#N/A</c:v>
                </c:pt>
                <c:pt idx="2300">
                  <c:v>#N/A</c:v>
                </c:pt>
                <c:pt idx="2301">
                  <c:v>#N/A</c:v>
                </c:pt>
                <c:pt idx="2302">
                  <c:v>#N/A</c:v>
                </c:pt>
                <c:pt idx="2303">
                  <c:v>#N/A</c:v>
                </c:pt>
                <c:pt idx="2304">
                  <c:v>#N/A</c:v>
                </c:pt>
                <c:pt idx="2305">
                  <c:v>#N/A</c:v>
                </c:pt>
                <c:pt idx="2306">
                  <c:v>#N/A</c:v>
                </c:pt>
                <c:pt idx="2307">
                  <c:v>#N/A</c:v>
                </c:pt>
                <c:pt idx="2308">
                  <c:v>#N/A</c:v>
                </c:pt>
                <c:pt idx="2309">
                  <c:v>#N/A</c:v>
                </c:pt>
                <c:pt idx="2310">
                  <c:v>#N/A</c:v>
                </c:pt>
                <c:pt idx="2311">
                  <c:v>#N/A</c:v>
                </c:pt>
                <c:pt idx="2312">
                  <c:v>#N/A</c:v>
                </c:pt>
                <c:pt idx="2313">
                  <c:v>#N/A</c:v>
                </c:pt>
                <c:pt idx="2314">
                  <c:v>#N/A</c:v>
                </c:pt>
                <c:pt idx="2315">
                  <c:v>#N/A</c:v>
                </c:pt>
                <c:pt idx="2316">
                  <c:v>#N/A</c:v>
                </c:pt>
                <c:pt idx="2317">
                  <c:v>#N/A</c:v>
                </c:pt>
                <c:pt idx="2318">
                  <c:v>#N/A</c:v>
                </c:pt>
                <c:pt idx="2319">
                  <c:v>#N/A</c:v>
                </c:pt>
                <c:pt idx="2320">
                  <c:v>#N/A</c:v>
                </c:pt>
                <c:pt idx="2321">
                  <c:v>#N/A</c:v>
                </c:pt>
                <c:pt idx="2322">
                  <c:v>#N/A</c:v>
                </c:pt>
                <c:pt idx="2323">
                  <c:v>1.7</c:v>
                </c:pt>
                <c:pt idx="2324">
                  <c:v>#N/A</c:v>
                </c:pt>
                <c:pt idx="2325">
                  <c:v>#N/A</c:v>
                </c:pt>
                <c:pt idx="2326">
                  <c:v>#N/A</c:v>
                </c:pt>
                <c:pt idx="2327">
                  <c:v>#N/A</c:v>
                </c:pt>
                <c:pt idx="2328">
                  <c:v>#N/A</c:v>
                </c:pt>
                <c:pt idx="2329">
                  <c:v>#N/A</c:v>
                </c:pt>
                <c:pt idx="2330">
                  <c:v>#N/A</c:v>
                </c:pt>
                <c:pt idx="2331">
                  <c:v>#N/A</c:v>
                </c:pt>
                <c:pt idx="2332">
                  <c:v>#N/A</c:v>
                </c:pt>
                <c:pt idx="2333">
                  <c:v>#N/A</c:v>
                </c:pt>
                <c:pt idx="2334">
                  <c:v>#N/A</c:v>
                </c:pt>
                <c:pt idx="2335">
                  <c:v>#N/A</c:v>
                </c:pt>
                <c:pt idx="2336">
                  <c:v>#N/A</c:v>
                </c:pt>
                <c:pt idx="2337">
                  <c:v>#N/A</c:v>
                </c:pt>
                <c:pt idx="2338">
                  <c:v>#N/A</c:v>
                </c:pt>
                <c:pt idx="2339">
                  <c:v>#N/A</c:v>
                </c:pt>
                <c:pt idx="2340">
                  <c:v>#N/A</c:v>
                </c:pt>
                <c:pt idx="2341">
                  <c:v>#N/A</c:v>
                </c:pt>
                <c:pt idx="2342">
                  <c:v>#N/A</c:v>
                </c:pt>
                <c:pt idx="2343">
                  <c:v>#N/A</c:v>
                </c:pt>
                <c:pt idx="2344">
                  <c:v>#N/A</c:v>
                </c:pt>
                <c:pt idx="2345">
                  <c:v>#N/A</c:v>
                </c:pt>
                <c:pt idx="2346">
                  <c:v>#N/A</c:v>
                </c:pt>
                <c:pt idx="2347">
                  <c:v>#N/A</c:v>
                </c:pt>
                <c:pt idx="2348">
                  <c:v>#N/A</c:v>
                </c:pt>
                <c:pt idx="2349">
                  <c:v>#N/A</c:v>
                </c:pt>
                <c:pt idx="2350">
                  <c:v>#N/A</c:v>
                </c:pt>
                <c:pt idx="2351">
                  <c:v>#N/A</c:v>
                </c:pt>
                <c:pt idx="2352">
                  <c:v>1.8</c:v>
                </c:pt>
                <c:pt idx="2353">
                  <c:v>#N/A</c:v>
                </c:pt>
                <c:pt idx="2354">
                  <c:v>#N/A</c:v>
                </c:pt>
                <c:pt idx="2355">
                  <c:v>#N/A</c:v>
                </c:pt>
                <c:pt idx="2356">
                  <c:v>#N/A</c:v>
                </c:pt>
                <c:pt idx="2357">
                  <c:v>#N/A</c:v>
                </c:pt>
                <c:pt idx="2358">
                  <c:v>#N/A</c:v>
                </c:pt>
                <c:pt idx="2359">
                  <c:v>#N/A</c:v>
                </c:pt>
                <c:pt idx="2360">
                  <c:v>#N/A</c:v>
                </c:pt>
                <c:pt idx="2361">
                  <c:v>#N/A</c:v>
                </c:pt>
                <c:pt idx="2362">
                  <c:v>#N/A</c:v>
                </c:pt>
                <c:pt idx="2363">
                  <c:v>#N/A</c:v>
                </c:pt>
                <c:pt idx="2364">
                  <c:v>#N/A</c:v>
                </c:pt>
                <c:pt idx="2365">
                  <c:v>#N/A</c:v>
                </c:pt>
                <c:pt idx="2366">
                  <c:v>#N/A</c:v>
                </c:pt>
                <c:pt idx="2367">
                  <c:v>#N/A</c:v>
                </c:pt>
                <c:pt idx="2368">
                  <c:v>#N/A</c:v>
                </c:pt>
                <c:pt idx="2369">
                  <c:v>#N/A</c:v>
                </c:pt>
                <c:pt idx="2370">
                  <c:v>#N/A</c:v>
                </c:pt>
                <c:pt idx="2371">
                  <c:v>#N/A</c:v>
                </c:pt>
                <c:pt idx="2372">
                  <c:v>#N/A</c:v>
                </c:pt>
                <c:pt idx="2373">
                  <c:v>#N/A</c:v>
                </c:pt>
                <c:pt idx="2374">
                  <c:v>#N/A</c:v>
                </c:pt>
                <c:pt idx="2375">
                  <c:v>#N/A</c:v>
                </c:pt>
                <c:pt idx="2376">
                  <c:v>#N/A</c:v>
                </c:pt>
                <c:pt idx="2377">
                  <c:v>#N/A</c:v>
                </c:pt>
                <c:pt idx="2378">
                  <c:v>#N/A</c:v>
                </c:pt>
                <c:pt idx="2379">
                  <c:v>#N/A</c:v>
                </c:pt>
                <c:pt idx="2380">
                  <c:v>#N/A</c:v>
                </c:pt>
                <c:pt idx="2381">
                  <c:v>#N/A</c:v>
                </c:pt>
                <c:pt idx="2382">
                  <c:v>#N/A</c:v>
                </c:pt>
                <c:pt idx="2383">
                  <c:v>1.6</c:v>
                </c:pt>
                <c:pt idx="2384">
                  <c:v>#N/A</c:v>
                </c:pt>
                <c:pt idx="2385">
                  <c:v>#N/A</c:v>
                </c:pt>
                <c:pt idx="2386">
                  <c:v>#N/A</c:v>
                </c:pt>
                <c:pt idx="2387">
                  <c:v>#N/A</c:v>
                </c:pt>
                <c:pt idx="2388">
                  <c:v>#N/A</c:v>
                </c:pt>
                <c:pt idx="2389">
                  <c:v>#N/A</c:v>
                </c:pt>
                <c:pt idx="2390">
                  <c:v>#N/A</c:v>
                </c:pt>
                <c:pt idx="2391">
                  <c:v>#N/A</c:v>
                </c:pt>
                <c:pt idx="2392">
                  <c:v>#N/A</c:v>
                </c:pt>
                <c:pt idx="2393">
                  <c:v>#N/A</c:v>
                </c:pt>
                <c:pt idx="2394">
                  <c:v>#N/A</c:v>
                </c:pt>
                <c:pt idx="2395">
                  <c:v>#N/A</c:v>
                </c:pt>
                <c:pt idx="2396">
                  <c:v>#N/A</c:v>
                </c:pt>
                <c:pt idx="2397">
                  <c:v>#N/A</c:v>
                </c:pt>
                <c:pt idx="2398">
                  <c:v>#N/A</c:v>
                </c:pt>
                <c:pt idx="2399">
                  <c:v>#N/A</c:v>
                </c:pt>
                <c:pt idx="2400">
                  <c:v>#N/A</c:v>
                </c:pt>
                <c:pt idx="2401">
                  <c:v>#N/A</c:v>
                </c:pt>
                <c:pt idx="2402">
                  <c:v>#N/A</c:v>
                </c:pt>
                <c:pt idx="2403">
                  <c:v>#N/A</c:v>
                </c:pt>
                <c:pt idx="2404">
                  <c:v>#N/A</c:v>
                </c:pt>
                <c:pt idx="2405">
                  <c:v>#N/A</c:v>
                </c:pt>
                <c:pt idx="2406">
                  <c:v>#N/A</c:v>
                </c:pt>
                <c:pt idx="2407">
                  <c:v>#N/A</c:v>
                </c:pt>
                <c:pt idx="2408">
                  <c:v>#N/A</c:v>
                </c:pt>
                <c:pt idx="2409">
                  <c:v>#N/A</c:v>
                </c:pt>
                <c:pt idx="2410">
                  <c:v>#N/A</c:v>
                </c:pt>
                <c:pt idx="2411">
                  <c:v>#N/A</c:v>
                </c:pt>
                <c:pt idx="2412">
                  <c:v>#N/A</c:v>
                </c:pt>
                <c:pt idx="2413">
                  <c:v>#N/A</c:v>
                </c:pt>
                <c:pt idx="2414">
                  <c:v>1.4</c:v>
                </c:pt>
                <c:pt idx="2415">
                  <c:v>#N/A</c:v>
                </c:pt>
                <c:pt idx="2416">
                  <c:v>#N/A</c:v>
                </c:pt>
                <c:pt idx="2417">
                  <c:v>#N/A</c:v>
                </c:pt>
                <c:pt idx="2418">
                  <c:v>#N/A</c:v>
                </c:pt>
                <c:pt idx="2419">
                  <c:v>#N/A</c:v>
                </c:pt>
                <c:pt idx="2420">
                  <c:v>#N/A</c:v>
                </c:pt>
                <c:pt idx="2421">
                  <c:v>#N/A</c:v>
                </c:pt>
                <c:pt idx="2422">
                  <c:v>#N/A</c:v>
                </c:pt>
                <c:pt idx="2423">
                  <c:v>#N/A</c:v>
                </c:pt>
                <c:pt idx="2424">
                  <c:v>#N/A</c:v>
                </c:pt>
                <c:pt idx="2425">
                  <c:v>#N/A</c:v>
                </c:pt>
                <c:pt idx="2426">
                  <c:v>#N/A</c:v>
                </c:pt>
                <c:pt idx="2427">
                  <c:v>#N/A</c:v>
                </c:pt>
                <c:pt idx="2428">
                  <c:v>#N/A</c:v>
                </c:pt>
                <c:pt idx="2429">
                  <c:v>#N/A</c:v>
                </c:pt>
                <c:pt idx="2430">
                  <c:v>#N/A</c:v>
                </c:pt>
                <c:pt idx="2431">
                  <c:v>#N/A</c:v>
                </c:pt>
                <c:pt idx="2432">
                  <c:v>#N/A</c:v>
                </c:pt>
                <c:pt idx="2433">
                  <c:v>#N/A</c:v>
                </c:pt>
                <c:pt idx="2434">
                  <c:v>#N/A</c:v>
                </c:pt>
                <c:pt idx="2435">
                  <c:v>#N/A</c:v>
                </c:pt>
                <c:pt idx="2436">
                  <c:v>#N/A</c:v>
                </c:pt>
                <c:pt idx="2437">
                  <c:v>#N/A</c:v>
                </c:pt>
                <c:pt idx="2438">
                  <c:v>#N/A</c:v>
                </c:pt>
                <c:pt idx="2439">
                  <c:v>#N/A</c:v>
                </c:pt>
                <c:pt idx="2440">
                  <c:v>#N/A</c:v>
                </c:pt>
                <c:pt idx="2441">
                  <c:v>#N/A</c:v>
                </c:pt>
                <c:pt idx="2442">
                  <c:v>#N/A</c:v>
                </c:pt>
                <c:pt idx="2443">
                  <c:v>#N/A</c:v>
                </c:pt>
                <c:pt idx="2444">
                  <c:v>1.3</c:v>
                </c:pt>
                <c:pt idx="2445">
                  <c:v>#N/A</c:v>
                </c:pt>
                <c:pt idx="2446">
                  <c:v>#N/A</c:v>
                </c:pt>
                <c:pt idx="2447">
                  <c:v>#N/A</c:v>
                </c:pt>
                <c:pt idx="2448">
                  <c:v>#N/A</c:v>
                </c:pt>
                <c:pt idx="2449">
                  <c:v>#N/A</c:v>
                </c:pt>
                <c:pt idx="2450">
                  <c:v>#N/A</c:v>
                </c:pt>
                <c:pt idx="2451">
                  <c:v>#N/A</c:v>
                </c:pt>
                <c:pt idx="2452">
                  <c:v>#N/A</c:v>
                </c:pt>
                <c:pt idx="2453">
                  <c:v>#N/A</c:v>
                </c:pt>
                <c:pt idx="2454">
                  <c:v>#N/A</c:v>
                </c:pt>
                <c:pt idx="2455">
                  <c:v>#N/A</c:v>
                </c:pt>
                <c:pt idx="2456">
                  <c:v>#N/A</c:v>
                </c:pt>
                <c:pt idx="2457">
                  <c:v>#N/A</c:v>
                </c:pt>
                <c:pt idx="2458">
                  <c:v>#N/A</c:v>
                </c:pt>
                <c:pt idx="2459">
                  <c:v>#N/A</c:v>
                </c:pt>
                <c:pt idx="2460">
                  <c:v>#N/A</c:v>
                </c:pt>
                <c:pt idx="2461">
                  <c:v>#N/A</c:v>
                </c:pt>
                <c:pt idx="2462">
                  <c:v>#N/A</c:v>
                </c:pt>
                <c:pt idx="2463">
                  <c:v>#N/A</c:v>
                </c:pt>
                <c:pt idx="2464">
                  <c:v>#N/A</c:v>
                </c:pt>
                <c:pt idx="2465">
                  <c:v>#N/A</c:v>
                </c:pt>
                <c:pt idx="2466">
                  <c:v>#N/A</c:v>
                </c:pt>
                <c:pt idx="2467">
                  <c:v>#N/A</c:v>
                </c:pt>
                <c:pt idx="2468">
                  <c:v>#N/A</c:v>
                </c:pt>
                <c:pt idx="2469">
                  <c:v>#N/A</c:v>
                </c:pt>
                <c:pt idx="2470">
                  <c:v>#N/A</c:v>
                </c:pt>
                <c:pt idx="2471">
                  <c:v>#N/A</c:v>
                </c:pt>
                <c:pt idx="2472">
                  <c:v>#N/A</c:v>
                </c:pt>
                <c:pt idx="2473">
                  <c:v>#N/A</c:v>
                </c:pt>
                <c:pt idx="2474">
                  <c:v>#N/A</c:v>
                </c:pt>
                <c:pt idx="2475">
                  <c:v>1.3</c:v>
                </c:pt>
                <c:pt idx="2476">
                  <c:v>#N/A</c:v>
                </c:pt>
                <c:pt idx="2477">
                  <c:v>#N/A</c:v>
                </c:pt>
                <c:pt idx="2478">
                  <c:v>#N/A</c:v>
                </c:pt>
                <c:pt idx="2479">
                  <c:v>#N/A</c:v>
                </c:pt>
                <c:pt idx="2480">
                  <c:v>#N/A</c:v>
                </c:pt>
                <c:pt idx="2481">
                  <c:v>#N/A</c:v>
                </c:pt>
                <c:pt idx="2482">
                  <c:v>#N/A</c:v>
                </c:pt>
                <c:pt idx="2483">
                  <c:v>#N/A</c:v>
                </c:pt>
                <c:pt idx="2484">
                  <c:v>#N/A</c:v>
                </c:pt>
                <c:pt idx="2485">
                  <c:v>#N/A</c:v>
                </c:pt>
                <c:pt idx="2486">
                  <c:v>#N/A</c:v>
                </c:pt>
                <c:pt idx="2487">
                  <c:v>#N/A</c:v>
                </c:pt>
                <c:pt idx="2488">
                  <c:v>#N/A</c:v>
                </c:pt>
                <c:pt idx="2489">
                  <c:v>#N/A</c:v>
                </c:pt>
                <c:pt idx="2490">
                  <c:v>#N/A</c:v>
                </c:pt>
                <c:pt idx="2491">
                  <c:v>#N/A</c:v>
                </c:pt>
                <c:pt idx="2492">
                  <c:v>#N/A</c:v>
                </c:pt>
                <c:pt idx="2493">
                  <c:v>#N/A</c:v>
                </c:pt>
                <c:pt idx="2494">
                  <c:v>#N/A</c:v>
                </c:pt>
                <c:pt idx="2495">
                  <c:v>#N/A</c:v>
                </c:pt>
                <c:pt idx="2496">
                  <c:v>#N/A</c:v>
                </c:pt>
                <c:pt idx="2497">
                  <c:v>#N/A</c:v>
                </c:pt>
                <c:pt idx="2498">
                  <c:v>#N/A</c:v>
                </c:pt>
                <c:pt idx="2499">
                  <c:v>#N/A</c:v>
                </c:pt>
                <c:pt idx="2500">
                  <c:v>#N/A</c:v>
                </c:pt>
                <c:pt idx="2501">
                  <c:v>#N/A</c:v>
                </c:pt>
                <c:pt idx="2502">
                  <c:v>#N/A</c:v>
                </c:pt>
                <c:pt idx="2503">
                  <c:v>#N/A</c:v>
                </c:pt>
                <c:pt idx="2504">
                  <c:v>#N/A</c:v>
                </c:pt>
                <c:pt idx="2505">
                  <c:v>1.4</c:v>
                </c:pt>
                <c:pt idx="2506">
                  <c:v>#N/A</c:v>
                </c:pt>
                <c:pt idx="2507">
                  <c:v>#N/A</c:v>
                </c:pt>
                <c:pt idx="2508">
                  <c:v>#N/A</c:v>
                </c:pt>
                <c:pt idx="2509">
                  <c:v>#N/A</c:v>
                </c:pt>
                <c:pt idx="2510">
                  <c:v>#N/A</c:v>
                </c:pt>
                <c:pt idx="2511">
                  <c:v>#N/A</c:v>
                </c:pt>
                <c:pt idx="2512">
                  <c:v>#N/A</c:v>
                </c:pt>
                <c:pt idx="2513">
                  <c:v>#N/A</c:v>
                </c:pt>
                <c:pt idx="2514">
                  <c:v>#N/A</c:v>
                </c:pt>
                <c:pt idx="2515">
                  <c:v>#N/A</c:v>
                </c:pt>
                <c:pt idx="2516">
                  <c:v>#N/A</c:v>
                </c:pt>
                <c:pt idx="2517">
                  <c:v>#N/A</c:v>
                </c:pt>
                <c:pt idx="2518">
                  <c:v>#N/A</c:v>
                </c:pt>
                <c:pt idx="2519">
                  <c:v>#N/A</c:v>
                </c:pt>
                <c:pt idx="2520">
                  <c:v>#N/A</c:v>
                </c:pt>
                <c:pt idx="2521">
                  <c:v>#N/A</c:v>
                </c:pt>
                <c:pt idx="2522">
                  <c:v>#N/A</c:v>
                </c:pt>
                <c:pt idx="2523">
                  <c:v>#N/A</c:v>
                </c:pt>
                <c:pt idx="2524">
                  <c:v>#N/A</c:v>
                </c:pt>
                <c:pt idx="2525">
                  <c:v>#N/A</c:v>
                </c:pt>
                <c:pt idx="2526">
                  <c:v>#N/A</c:v>
                </c:pt>
                <c:pt idx="2527">
                  <c:v>#N/A</c:v>
                </c:pt>
                <c:pt idx="2528">
                  <c:v>#N/A</c:v>
                </c:pt>
                <c:pt idx="2529">
                  <c:v>#N/A</c:v>
                </c:pt>
                <c:pt idx="2530">
                  <c:v>#N/A</c:v>
                </c:pt>
                <c:pt idx="2531">
                  <c:v>#N/A</c:v>
                </c:pt>
                <c:pt idx="2532">
                  <c:v>#N/A</c:v>
                </c:pt>
                <c:pt idx="2533">
                  <c:v>#N/A</c:v>
                </c:pt>
                <c:pt idx="2534">
                  <c:v>#N/A</c:v>
                </c:pt>
                <c:pt idx="2535">
                  <c:v>#N/A</c:v>
                </c:pt>
                <c:pt idx="2536">
                  <c:v>1.5</c:v>
                </c:pt>
                <c:pt idx="2537">
                  <c:v>#N/A</c:v>
                </c:pt>
                <c:pt idx="2538">
                  <c:v>#N/A</c:v>
                </c:pt>
                <c:pt idx="2539">
                  <c:v>#N/A</c:v>
                </c:pt>
                <c:pt idx="2540">
                  <c:v>#N/A</c:v>
                </c:pt>
                <c:pt idx="2541">
                  <c:v>#N/A</c:v>
                </c:pt>
                <c:pt idx="2542">
                  <c:v>#N/A</c:v>
                </c:pt>
                <c:pt idx="2543">
                  <c:v>#N/A</c:v>
                </c:pt>
                <c:pt idx="2544">
                  <c:v>#N/A</c:v>
                </c:pt>
                <c:pt idx="2545">
                  <c:v>#N/A</c:v>
                </c:pt>
                <c:pt idx="2546">
                  <c:v>#N/A</c:v>
                </c:pt>
                <c:pt idx="2547">
                  <c:v>#N/A</c:v>
                </c:pt>
                <c:pt idx="2548">
                  <c:v>#N/A</c:v>
                </c:pt>
                <c:pt idx="2549">
                  <c:v>#N/A</c:v>
                </c:pt>
                <c:pt idx="2550">
                  <c:v>#N/A</c:v>
                </c:pt>
                <c:pt idx="2551">
                  <c:v>#N/A</c:v>
                </c:pt>
                <c:pt idx="2552">
                  <c:v>#N/A</c:v>
                </c:pt>
                <c:pt idx="2553">
                  <c:v>#N/A</c:v>
                </c:pt>
                <c:pt idx="2554">
                  <c:v>#N/A</c:v>
                </c:pt>
                <c:pt idx="2555">
                  <c:v>#N/A</c:v>
                </c:pt>
                <c:pt idx="2556">
                  <c:v>#N/A</c:v>
                </c:pt>
                <c:pt idx="2557">
                  <c:v>#N/A</c:v>
                </c:pt>
                <c:pt idx="2558">
                  <c:v>#N/A</c:v>
                </c:pt>
                <c:pt idx="2559">
                  <c:v>#N/A</c:v>
                </c:pt>
                <c:pt idx="2560">
                  <c:v>#N/A</c:v>
                </c:pt>
                <c:pt idx="2561">
                  <c:v>#N/A</c:v>
                </c:pt>
                <c:pt idx="2562">
                  <c:v>#N/A</c:v>
                </c:pt>
                <c:pt idx="2563">
                  <c:v>#N/A</c:v>
                </c:pt>
                <c:pt idx="2564">
                  <c:v>#N/A</c:v>
                </c:pt>
                <c:pt idx="2565">
                  <c:v>#N/A</c:v>
                </c:pt>
                <c:pt idx="2566">
                  <c:v>#N/A</c:v>
                </c:pt>
                <c:pt idx="2567">
                  <c:v>1.4</c:v>
                </c:pt>
                <c:pt idx="2568">
                  <c:v>#N/A</c:v>
                </c:pt>
                <c:pt idx="2569">
                  <c:v>#N/A</c:v>
                </c:pt>
                <c:pt idx="2570">
                  <c:v>#N/A</c:v>
                </c:pt>
                <c:pt idx="2571">
                  <c:v>#N/A</c:v>
                </c:pt>
                <c:pt idx="2572">
                  <c:v>#N/A</c:v>
                </c:pt>
                <c:pt idx="2573">
                  <c:v>#N/A</c:v>
                </c:pt>
                <c:pt idx="2574">
                  <c:v>#N/A</c:v>
                </c:pt>
                <c:pt idx="2575">
                  <c:v>#N/A</c:v>
                </c:pt>
                <c:pt idx="2576">
                  <c:v>#N/A</c:v>
                </c:pt>
                <c:pt idx="2577">
                  <c:v>#N/A</c:v>
                </c:pt>
                <c:pt idx="2578">
                  <c:v>#N/A</c:v>
                </c:pt>
                <c:pt idx="2579">
                  <c:v>#N/A</c:v>
                </c:pt>
                <c:pt idx="2580">
                  <c:v>#N/A</c:v>
                </c:pt>
                <c:pt idx="2581">
                  <c:v>#N/A</c:v>
                </c:pt>
                <c:pt idx="2582">
                  <c:v>#N/A</c:v>
                </c:pt>
                <c:pt idx="2583">
                  <c:v>#N/A</c:v>
                </c:pt>
                <c:pt idx="2584">
                  <c:v>#N/A</c:v>
                </c:pt>
                <c:pt idx="2585">
                  <c:v>#N/A</c:v>
                </c:pt>
                <c:pt idx="2586">
                  <c:v>#N/A</c:v>
                </c:pt>
                <c:pt idx="2587">
                  <c:v>#N/A</c:v>
                </c:pt>
                <c:pt idx="2588">
                  <c:v>#N/A</c:v>
                </c:pt>
                <c:pt idx="2589">
                  <c:v>#N/A</c:v>
                </c:pt>
                <c:pt idx="2590">
                  <c:v>#N/A</c:v>
                </c:pt>
                <c:pt idx="2591">
                  <c:v>#N/A</c:v>
                </c:pt>
                <c:pt idx="2592">
                  <c:v>#N/A</c:v>
                </c:pt>
                <c:pt idx="2593">
                  <c:v>#N/A</c:v>
                </c:pt>
                <c:pt idx="2594">
                  <c:v>#N/A</c:v>
                </c:pt>
                <c:pt idx="2595">
                  <c:v>#N/A</c:v>
                </c:pt>
                <c:pt idx="2596">
                  <c:v>#N/A</c:v>
                </c:pt>
                <c:pt idx="2597">
                  <c:v>1.5</c:v>
                </c:pt>
                <c:pt idx="2598">
                  <c:v>#N/A</c:v>
                </c:pt>
                <c:pt idx="2599">
                  <c:v>#N/A</c:v>
                </c:pt>
                <c:pt idx="2600">
                  <c:v>#N/A</c:v>
                </c:pt>
                <c:pt idx="2601">
                  <c:v>#N/A</c:v>
                </c:pt>
                <c:pt idx="2602">
                  <c:v>#N/A</c:v>
                </c:pt>
                <c:pt idx="2603">
                  <c:v>#N/A</c:v>
                </c:pt>
                <c:pt idx="2604">
                  <c:v>#N/A</c:v>
                </c:pt>
                <c:pt idx="2605">
                  <c:v>#N/A</c:v>
                </c:pt>
                <c:pt idx="2606">
                  <c:v>#N/A</c:v>
                </c:pt>
                <c:pt idx="2607">
                  <c:v>#N/A</c:v>
                </c:pt>
                <c:pt idx="2608">
                  <c:v>#N/A</c:v>
                </c:pt>
                <c:pt idx="2609">
                  <c:v>#N/A</c:v>
                </c:pt>
                <c:pt idx="2610">
                  <c:v>#N/A</c:v>
                </c:pt>
                <c:pt idx="2611">
                  <c:v>#N/A</c:v>
                </c:pt>
                <c:pt idx="2612">
                  <c:v>#N/A</c:v>
                </c:pt>
                <c:pt idx="2613">
                  <c:v>#N/A</c:v>
                </c:pt>
                <c:pt idx="2614">
                  <c:v>#N/A</c:v>
                </c:pt>
                <c:pt idx="2615">
                  <c:v>#N/A</c:v>
                </c:pt>
                <c:pt idx="2616">
                  <c:v>#N/A</c:v>
                </c:pt>
                <c:pt idx="2617">
                  <c:v>#N/A</c:v>
                </c:pt>
                <c:pt idx="2618">
                  <c:v>#N/A</c:v>
                </c:pt>
                <c:pt idx="2619">
                  <c:v>#N/A</c:v>
                </c:pt>
                <c:pt idx="2620">
                  <c:v>#N/A</c:v>
                </c:pt>
                <c:pt idx="2621">
                  <c:v>#N/A</c:v>
                </c:pt>
                <c:pt idx="2622">
                  <c:v>#N/A</c:v>
                </c:pt>
                <c:pt idx="2623">
                  <c:v>#N/A</c:v>
                </c:pt>
                <c:pt idx="2624">
                  <c:v>#N/A</c:v>
                </c:pt>
                <c:pt idx="2625">
                  <c:v>#N/A</c:v>
                </c:pt>
                <c:pt idx="2626">
                  <c:v>#N/A</c:v>
                </c:pt>
                <c:pt idx="2627">
                  <c:v>#N/A</c:v>
                </c:pt>
                <c:pt idx="2628">
                  <c:v>1.6</c:v>
                </c:pt>
                <c:pt idx="2629">
                  <c:v>#N/A</c:v>
                </c:pt>
                <c:pt idx="2630">
                  <c:v>#N/A</c:v>
                </c:pt>
                <c:pt idx="2631">
                  <c:v>#N/A</c:v>
                </c:pt>
                <c:pt idx="2632">
                  <c:v>#N/A</c:v>
                </c:pt>
                <c:pt idx="2633">
                  <c:v>#N/A</c:v>
                </c:pt>
                <c:pt idx="2634">
                  <c:v>#N/A</c:v>
                </c:pt>
                <c:pt idx="2635">
                  <c:v>#N/A</c:v>
                </c:pt>
                <c:pt idx="2636">
                  <c:v>#N/A</c:v>
                </c:pt>
                <c:pt idx="2637">
                  <c:v>#N/A</c:v>
                </c:pt>
                <c:pt idx="2638">
                  <c:v>#N/A</c:v>
                </c:pt>
                <c:pt idx="2639">
                  <c:v>#N/A</c:v>
                </c:pt>
                <c:pt idx="2640">
                  <c:v>#N/A</c:v>
                </c:pt>
                <c:pt idx="2641">
                  <c:v>#N/A</c:v>
                </c:pt>
                <c:pt idx="2642">
                  <c:v>#N/A</c:v>
                </c:pt>
                <c:pt idx="2643">
                  <c:v>#N/A</c:v>
                </c:pt>
                <c:pt idx="2644">
                  <c:v>#N/A</c:v>
                </c:pt>
                <c:pt idx="2645">
                  <c:v>#N/A</c:v>
                </c:pt>
                <c:pt idx="2646">
                  <c:v>#N/A</c:v>
                </c:pt>
                <c:pt idx="2647">
                  <c:v>#N/A</c:v>
                </c:pt>
                <c:pt idx="2648">
                  <c:v>#N/A</c:v>
                </c:pt>
                <c:pt idx="2649">
                  <c:v>#N/A</c:v>
                </c:pt>
                <c:pt idx="2650">
                  <c:v>#N/A</c:v>
                </c:pt>
                <c:pt idx="2651">
                  <c:v>#N/A</c:v>
                </c:pt>
                <c:pt idx="2652">
                  <c:v>#N/A</c:v>
                </c:pt>
                <c:pt idx="2653">
                  <c:v>#N/A</c:v>
                </c:pt>
                <c:pt idx="2654">
                  <c:v>#N/A</c:v>
                </c:pt>
                <c:pt idx="2655">
                  <c:v>#N/A</c:v>
                </c:pt>
                <c:pt idx="2656">
                  <c:v>#N/A</c:v>
                </c:pt>
                <c:pt idx="2657">
                  <c:v>#N/A</c:v>
                </c:pt>
                <c:pt idx="2658">
                  <c:v>1.5</c:v>
                </c:pt>
                <c:pt idx="2659">
                  <c:v>#N/A</c:v>
                </c:pt>
                <c:pt idx="2660">
                  <c:v>#N/A</c:v>
                </c:pt>
                <c:pt idx="2661">
                  <c:v>#N/A</c:v>
                </c:pt>
                <c:pt idx="2662">
                  <c:v>#N/A</c:v>
                </c:pt>
                <c:pt idx="2663">
                  <c:v>#N/A</c:v>
                </c:pt>
                <c:pt idx="2664">
                  <c:v>#N/A</c:v>
                </c:pt>
                <c:pt idx="2665">
                  <c:v>#N/A</c:v>
                </c:pt>
                <c:pt idx="2666">
                  <c:v>#N/A</c:v>
                </c:pt>
                <c:pt idx="2667">
                  <c:v>#N/A</c:v>
                </c:pt>
                <c:pt idx="2668">
                  <c:v>#N/A</c:v>
                </c:pt>
                <c:pt idx="2669">
                  <c:v>#N/A</c:v>
                </c:pt>
                <c:pt idx="2670">
                  <c:v>#N/A</c:v>
                </c:pt>
                <c:pt idx="2671">
                  <c:v>#N/A</c:v>
                </c:pt>
                <c:pt idx="2672">
                  <c:v>#N/A</c:v>
                </c:pt>
                <c:pt idx="2673">
                  <c:v>#N/A</c:v>
                </c:pt>
                <c:pt idx="2674">
                  <c:v>#N/A</c:v>
                </c:pt>
                <c:pt idx="2675">
                  <c:v>#N/A</c:v>
                </c:pt>
                <c:pt idx="2676">
                  <c:v>#N/A</c:v>
                </c:pt>
                <c:pt idx="2677">
                  <c:v>#N/A</c:v>
                </c:pt>
                <c:pt idx="2678">
                  <c:v>#N/A</c:v>
                </c:pt>
                <c:pt idx="2679">
                  <c:v>#N/A</c:v>
                </c:pt>
                <c:pt idx="2680">
                  <c:v>#N/A</c:v>
                </c:pt>
                <c:pt idx="2681">
                  <c:v>#N/A</c:v>
                </c:pt>
                <c:pt idx="2682">
                  <c:v>#N/A</c:v>
                </c:pt>
                <c:pt idx="2683">
                  <c:v>#N/A</c:v>
                </c:pt>
                <c:pt idx="2684">
                  <c:v>#N/A</c:v>
                </c:pt>
                <c:pt idx="2685">
                  <c:v>#N/A</c:v>
                </c:pt>
                <c:pt idx="2686">
                  <c:v>#N/A</c:v>
                </c:pt>
                <c:pt idx="2687">
                  <c:v>#N/A</c:v>
                </c:pt>
                <c:pt idx="2688">
                  <c:v>#N/A</c:v>
                </c:pt>
                <c:pt idx="2689">
                  <c:v>1.4</c:v>
                </c:pt>
                <c:pt idx="2690">
                  <c:v>#N/A</c:v>
                </c:pt>
                <c:pt idx="2691">
                  <c:v>#N/A</c:v>
                </c:pt>
                <c:pt idx="2692">
                  <c:v>#N/A</c:v>
                </c:pt>
                <c:pt idx="2693">
                  <c:v>#N/A</c:v>
                </c:pt>
                <c:pt idx="2694">
                  <c:v>#N/A</c:v>
                </c:pt>
                <c:pt idx="2695">
                  <c:v>#N/A</c:v>
                </c:pt>
                <c:pt idx="2696">
                  <c:v>#N/A</c:v>
                </c:pt>
                <c:pt idx="2697">
                  <c:v>#N/A</c:v>
                </c:pt>
                <c:pt idx="2698">
                  <c:v>#N/A</c:v>
                </c:pt>
                <c:pt idx="2699">
                  <c:v>#N/A</c:v>
                </c:pt>
                <c:pt idx="2700">
                  <c:v>#N/A</c:v>
                </c:pt>
                <c:pt idx="2701">
                  <c:v>#N/A</c:v>
                </c:pt>
                <c:pt idx="2702">
                  <c:v>#N/A</c:v>
                </c:pt>
                <c:pt idx="2703">
                  <c:v>#N/A</c:v>
                </c:pt>
                <c:pt idx="2704">
                  <c:v>#N/A</c:v>
                </c:pt>
                <c:pt idx="2705">
                  <c:v>#N/A</c:v>
                </c:pt>
                <c:pt idx="2706">
                  <c:v>#N/A</c:v>
                </c:pt>
                <c:pt idx="2707">
                  <c:v>#N/A</c:v>
                </c:pt>
                <c:pt idx="2708">
                  <c:v>#N/A</c:v>
                </c:pt>
                <c:pt idx="2709">
                  <c:v>#N/A</c:v>
                </c:pt>
                <c:pt idx="2710">
                  <c:v>#N/A</c:v>
                </c:pt>
                <c:pt idx="2711">
                  <c:v>#N/A</c:v>
                </c:pt>
                <c:pt idx="2712">
                  <c:v>#N/A</c:v>
                </c:pt>
                <c:pt idx="2713">
                  <c:v>#N/A</c:v>
                </c:pt>
                <c:pt idx="2714">
                  <c:v>#N/A</c:v>
                </c:pt>
                <c:pt idx="2715">
                  <c:v>#N/A</c:v>
                </c:pt>
                <c:pt idx="2716">
                  <c:v>#N/A</c:v>
                </c:pt>
                <c:pt idx="2717">
                  <c:v>1.4</c:v>
                </c:pt>
                <c:pt idx="2718">
                  <c:v>#N/A</c:v>
                </c:pt>
                <c:pt idx="2719">
                  <c:v>#N/A</c:v>
                </c:pt>
                <c:pt idx="2720">
                  <c:v>#N/A</c:v>
                </c:pt>
                <c:pt idx="2721">
                  <c:v>#N/A</c:v>
                </c:pt>
                <c:pt idx="2722">
                  <c:v>#N/A</c:v>
                </c:pt>
                <c:pt idx="2723">
                  <c:v>#N/A</c:v>
                </c:pt>
                <c:pt idx="2724">
                  <c:v>#N/A</c:v>
                </c:pt>
                <c:pt idx="2725">
                  <c:v>#N/A</c:v>
                </c:pt>
                <c:pt idx="2726">
                  <c:v>#N/A</c:v>
                </c:pt>
                <c:pt idx="2727">
                  <c:v>#N/A</c:v>
                </c:pt>
                <c:pt idx="2728">
                  <c:v>#N/A</c:v>
                </c:pt>
                <c:pt idx="2729">
                  <c:v>#N/A</c:v>
                </c:pt>
                <c:pt idx="2730">
                  <c:v>#N/A</c:v>
                </c:pt>
                <c:pt idx="2731">
                  <c:v>#N/A</c:v>
                </c:pt>
                <c:pt idx="2732">
                  <c:v>#N/A</c:v>
                </c:pt>
                <c:pt idx="2733">
                  <c:v>#N/A</c:v>
                </c:pt>
                <c:pt idx="2734">
                  <c:v>#N/A</c:v>
                </c:pt>
                <c:pt idx="2735">
                  <c:v>#N/A</c:v>
                </c:pt>
                <c:pt idx="2736">
                  <c:v>#N/A</c:v>
                </c:pt>
                <c:pt idx="2737">
                  <c:v>#N/A</c:v>
                </c:pt>
                <c:pt idx="2738">
                  <c:v>#N/A</c:v>
                </c:pt>
                <c:pt idx="2739">
                  <c:v>#N/A</c:v>
                </c:pt>
                <c:pt idx="2740">
                  <c:v>#N/A</c:v>
                </c:pt>
                <c:pt idx="2741">
                  <c:v>#N/A</c:v>
                </c:pt>
                <c:pt idx="2742">
                  <c:v>#N/A</c:v>
                </c:pt>
                <c:pt idx="2743">
                  <c:v>#N/A</c:v>
                </c:pt>
                <c:pt idx="2744">
                  <c:v>#N/A</c:v>
                </c:pt>
                <c:pt idx="2745">
                  <c:v>#N/A</c:v>
                </c:pt>
                <c:pt idx="2746">
                  <c:v>#N/A</c:v>
                </c:pt>
                <c:pt idx="2747">
                  <c:v>#N/A</c:v>
                </c:pt>
                <c:pt idx="2748">
                  <c:v>1.9</c:v>
                </c:pt>
                <c:pt idx="2749">
                  <c:v>#N/A</c:v>
                </c:pt>
                <c:pt idx="2750">
                  <c:v>#N/A</c:v>
                </c:pt>
                <c:pt idx="2751">
                  <c:v>#N/A</c:v>
                </c:pt>
                <c:pt idx="2752">
                  <c:v>#N/A</c:v>
                </c:pt>
                <c:pt idx="2753">
                  <c:v>#N/A</c:v>
                </c:pt>
                <c:pt idx="2754">
                  <c:v>#N/A</c:v>
                </c:pt>
                <c:pt idx="2755">
                  <c:v>#N/A</c:v>
                </c:pt>
                <c:pt idx="2756">
                  <c:v>#N/A</c:v>
                </c:pt>
                <c:pt idx="2757">
                  <c:v>#N/A</c:v>
                </c:pt>
                <c:pt idx="2758">
                  <c:v>#N/A</c:v>
                </c:pt>
                <c:pt idx="2759">
                  <c:v>#N/A</c:v>
                </c:pt>
                <c:pt idx="2760">
                  <c:v>#N/A</c:v>
                </c:pt>
                <c:pt idx="2761">
                  <c:v>#N/A</c:v>
                </c:pt>
                <c:pt idx="2762">
                  <c:v>#N/A</c:v>
                </c:pt>
                <c:pt idx="2763">
                  <c:v>#N/A</c:v>
                </c:pt>
                <c:pt idx="2764">
                  <c:v>#N/A</c:v>
                </c:pt>
                <c:pt idx="2765">
                  <c:v>#N/A</c:v>
                </c:pt>
                <c:pt idx="2766">
                  <c:v>#N/A</c:v>
                </c:pt>
                <c:pt idx="2767">
                  <c:v>#N/A</c:v>
                </c:pt>
                <c:pt idx="2768">
                  <c:v>#N/A</c:v>
                </c:pt>
                <c:pt idx="2769">
                  <c:v>#N/A</c:v>
                </c:pt>
                <c:pt idx="2770">
                  <c:v>#N/A</c:v>
                </c:pt>
                <c:pt idx="2771">
                  <c:v>#N/A</c:v>
                </c:pt>
                <c:pt idx="2772">
                  <c:v>#N/A</c:v>
                </c:pt>
                <c:pt idx="2773">
                  <c:v>#N/A</c:v>
                </c:pt>
                <c:pt idx="2774">
                  <c:v>#N/A</c:v>
                </c:pt>
                <c:pt idx="2775">
                  <c:v>#N/A</c:v>
                </c:pt>
                <c:pt idx="2776">
                  <c:v>#N/A</c:v>
                </c:pt>
                <c:pt idx="2777">
                  <c:v>#N/A</c:v>
                </c:pt>
                <c:pt idx="2778">
                  <c:v>#N/A</c:v>
                </c:pt>
                <c:pt idx="2779">
                  <c:v>1.9</c:v>
                </c:pt>
                <c:pt idx="2780">
                  <c:v>#N/A</c:v>
                </c:pt>
                <c:pt idx="2781">
                  <c:v>#N/A</c:v>
                </c:pt>
                <c:pt idx="2782">
                  <c:v>#N/A</c:v>
                </c:pt>
                <c:pt idx="2783">
                  <c:v>#N/A</c:v>
                </c:pt>
                <c:pt idx="2784">
                  <c:v>#N/A</c:v>
                </c:pt>
                <c:pt idx="2785">
                  <c:v>#N/A</c:v>
                </c:pt>
                <c:pt idx="2786">
                  <c:v>#N/A</c:v>
                </c:pt>
                <c:pt idx="2787">
                  <c:v>#N/A</c:v>
                </c:pt>
                <c:pt idx="2788">
                  <c:v>#N/A</c:v>
                </c:pt>
                <c:pt idx="2789">
                  <c:v>#N/A</c:v>
                </c:pt>
                <c:pt idx="2790">
                  <c:v>#N/A</c:v>
                </c:pt>
                <c:pt idx="2791">
                  <c:v>#N/A</c:v>
                </c:pt>
                <c:pt idx="2792">
                  <c:v>#N/A</c:v>
                </c:pt>
                <c:pt idx="2793">
                  <c:v>#N/A</c:v>
                </c:pt>
                <c:pt idx="2794">
                  <c:v>#N/A</c:v>
                </c:pt>
                <c:pt idx="2795">
                  <c:v>#N/A</c:v>
                </c:pt>
                <c:pt idx="2796">
                  <c:v>#N/A</c:v>
                </c:pt>
                <c:pt idx="2797">
                  <c:v>#N/A</c:v>
                </c:pt>
                <c:pt idx="2798">
                  <c:v>#N/A</c:v>
                </c:pt>
                <c:pt idx="2799">
                  <c:v>#N/A</c:v>
                </c:pt>
                <c:pt idx="2800">
                  <c:v>#N/A</c:v>
                </c:pt>
                <c:pt idx="2801">
                  <c:v>#N/A</c:v>
                </c:pt>
                <c:pt idx="2802">
                  <c:v>#N/A</c:v>
                </c:pt>
                <c:pt idx="2803">
                  <c:v>#N/A</c:v>
                </c:pt>
                <c:pt idx="2804">
                  <c:v>#N/A</c:v>
                </c:pt>
                <c:pt idx="2805">
                  <c:v>#N/A</c:v>
                </c:pt>
                <c:pt idx="2806">
                  <c:v>#N/A</c:v>
                </c:pt>
                <c:pt idx="2807">
                  <c:v>#N/A</c:v>
                </c:pt>
                <c:pt idx="2808">
                  <c:v>#N/A</c:v>
                </c:pt>
                <c:pt idx="2809">
                  <c:v>2.1</c:v>
                </c:pt>
                <c:pt idx="2810">
                  <c:v>#N/A</c:v>
                </c:pt>
                <c:pt idx="2811">
                  <c:v>#N/A</c:v>
                </c:pt>
                <c:pt idx="2812">
                  <c:v>#N/A</c:v>
                </c:pt>
                <c:pt idx="2813">
                  <c:v>#N/A</c:v>
                </c:pt>
                <c:pt idx="2814">
                  <c:v>#N/A</c:v>
                </c:pt>
                <c:pt idx="2815">
                  <c:v>#N/A</c:v>
                </c:pt>
                <c:pt idx="2816">
                  <c:v>#N/A</c:v>
                </c:pt>
                <c:pt idx="2817">
                  <c:v>#N/A</c:v>
                </c:pt>
                <c:pt idx="2818">
                  <c:v>#N/A</c:v>
                </c:pt>
                <c:pt idx="2819">
                  <c:v>#N/A</c:v>
                </c:pt>
                <c:pt idx="2820">
                  <c:v>#N/A</c:v>
                </c:pt>
                <c:pt idx="2821">
                  <c:v>#N/A</c:v>
                </c:pt>
                <c:pt idx="2822">
                  <c:v>#N/A</c:v>
                </c:pt>
                <c:pt idx="2823">
                  <c:v>#N/A</c:v>
                </c:pt>
                <c:pt idx="2824">
                  <c:v>#N/A</c:v>
                </c:pt>
                <c:pt idx="2825">
                  <c:v>#N/A</c:v>
                </c:pt>
                <c:pt idx="2826">
                  <c:v>#N/A</c:v>
                </c:pt>
                <c:pt idx="2827">
                  <c:v>#N/A</c:v>
                </c:pt>
                <c:pt idx="2828">
                  <c:v>#N/A</c:v>
                </c:pt>
                <c:pt idx="2829">
                  <c:v>#N/A</c:v>
                </c:pt>
                <c:pt idx="2830">
                  <c:v>#N/A</c:v>
                </c:pt>
                <c:pt idx="2831">
                  <c:v>#N/A</c:v>
                </c:pt>
                <c:pt idx="2832">
                  <c:v>#N/A</c:v>
                </c:pt>
                <c:pt idx="2833">
                  <c:v>#N/A</c:v>
                </c:pt>
                <c:pt idx="2834">
                  <c:v>#N/A</c:v>
                </c:pt>
                <c:pt idx="2835">
                  <c:v>#N/A</c:v>
                </c:pt>
                <c:pt idx="2836">
                  <c:v>#N/A</c:v>
                </c:pt>
                <c:pt idx="2837">
                  <c:v>#N/A</c:v>
                </c:pt>
                <c:pt idx="2838">
                  <c:v>#N/A</c:v>
                </c:pt>
                <c:pt idx="2839">
                  <c:v>#N/A</c:v>
                </c:pt>
                <c:pt idx="2840">
                  <c:v>2</c:v>
                </c:pt>
                <c:pt idx="2841">
                  <c:v>#N/A</c:v>
                </c:pt>
                <c:pt idx="2842">
                  <c:v>#N/A</c:v>
                </c:pt>
                <c:pt idx="2843">
                  <c:v>#N/A</c:v>
                </c:pt>
                <c:pt idx="2844">
                  <c:v>#N/A</c:v>
                </c:pt>
                <c:pt idx="2845">
                  <c:v>#N/A</c:v>
                </c:pt>
                <c:pt idx="2846">
                  <c:v>#N/A</c:v>
                </c:pt>
                <c:pt idx="2847">
                  <c:v>#N/A</c:v>
                </c:pt>
                <c:pt idx="2848">
                  <c:v>#N/A</c:v>
                </c:pt>
                <c:pt idx="2849">
                  <c:v>#N/A</c:v>
                </c:pt>
                <c:pt idx="2850">
                  <c:v>#N/A</c:v>
                </c:pt>
                <c:pt idx="2851">
                  <c:v>#N/A</c:v>
                </c:pt>
                <c:pt idx="2852">
                  <c:v>#N/A</c:v>
                </c:pt>
                <c:pt idx="2853">
                  <c:v>#N/A</c:v>
                </c:pt>
                <c:pt idx="2854">
                  <c:v>#N/A</c:v>
                </c:pt>
                <c:pt idx="2855">
                  <c:v>#N/A</c:v>
                </c:pt>
                <c:pt idx="2856">
                  <c:v>#N/A</c:v>
                </c:pt>
                <c:pt idx="2857">
                  <c:v>#N/A</c:v>
                </c:pt>
                <c:pt idx="2858">
                  <c:v>#N/A</c:v>
                </c:pt>
                <c:pt idx="2859">
                  <c:v>#N/A</c:v>
                </c:pt>
                <c:pt idx="2860">
                  <c:v>#N/A</c:v>
                </c:pt>
                <c:pt idx="2861">
                  <c:v>#N/A</c:v>
                </c:pt>
                <c:pt idx="2862">
                  <c:v>#N/A</c:v>
                </c:pt>
                <c:pt idx="2863">
                  <c:v>#N/A</c:v>
                </c:pt>
                <c:pt idx="2864">
                  <c:v>#N/A</c:v>
                </c:pt>
                <c:pt idx="2865">
                  <c:v>#N/A</c:v>
                </c:pt>
                <c:pt idx="2866">
                  <c:v>#N/A</c:v>
                </c:pt>
                <c:pt idx="2867">
                  <c:v>#N/A</c:v>
                </c:pt>
                <c:pt idx="2868">
                  <c:v>#N/A</c:v>
                </c:pt>
                <c:pt idx="2869">
                  <c:v>#N/A</c:v>
                </c:pt>
                <c:pt idx="2870">
                  <c:v>2.2000000000000002</c:v>
                </c:pt>
                <c:pt idx="2871">
                  <c:v>#N/A</c:v>
                </c:pt>
                <c:pt idx="2872">
                  <c:v>#N/A</c:v>
                </c:pt>
                <c:pt idx="2873">
                  <c:v>#N/A</c:v>
                </c:pt>
                <c:pt idx="2874">
                  <c:v>#N/A</c:v>
                </c:pt>
                <c:pt idx="2875">
                  <c:v>#N/A</c:v>
                </c:pt>
                <c:pt idx="2876">
                  <c:v>#N/A</c:v>
                </c:pt>
                <c:pt idx="2877">
                  <c:v>#N/A</c:v>
                </c:pt>
                <c:pt idx="2878">
                  <c:v>#N/A</c:v>
                </c:pt>
                <c:pt idx="2879">
                  <c:v>#N/A</c:v>
                </c:pt>
                <c:pt idx="2880">
                  <c:v>#N/A</c:v>
                </c:pt>
                <c:pt idx="2881">
                  <c:v>#N/A</c:v>
                </c:pt>
                <c:pt idx="2882">
                  <c:v>#N/A</c:v>
                </c:pt>
                <c:pt idx="2883">
                  <c:v>#N/A</c:v>
                </c:pt>
                <c:pt idx="2884">
                  <c:v>#N/A</c:v>
                </c:pt>
                <c:pt idx="2885">
                  <c:v>#N/A</c:v>
                </c:pt>
                <c:pt idx="2886">
                  <c:v>#N/A</c:v>
                </c:pt>
                <c:pt idx="2887">
                  <c:v>#N/A</c:v>
                </c:pt>
                <c:pt idx="2888">
                  <c:v>#N/A</c:v>
                </c:pt>
                <c:pt idx="2889">
                  <c:v>#N/A</c:v>
                </c:pt>
                <c:pt idx="2890">
                  <c:v>#N/A</c:v>
                </c:pt>
                <c:pt idx="2891">
                  <c:v>#N/A</c:v>
                </c:pt>
                <c:pt idx="2892">
                  <c:v>#N/A</c:v>
                </c:pt>
                <c:pt idx="2893">
                  <c:v>#N/A</c:v>
                </c:pt>
                <c:pt idx="2894">
                  <c:v>#N/A</c:v>
                </c:pt>
                <c:pt idx="2895">
                  <c:v>#N/A</c:v>
                </c:pt>
                <c:pt idx="2896">
                  <c:v>#N/A</c:v>
                </c:pt>
                <c:pt idx="2897">
                  <c:v>#N/A</c:v>
                </c:pt>
                <c:pt idx="2898">
                  <c:v>#N/A</c:v>
                </c:pt>
                <c:pt idx="2899">
                  <c:v>#N/A</c:v>
                </c:pt>
                <c:pt idx="2900">
                  <c:v>#N/A</c:v>
                </c:pt>
                <c:pt idx="2901">
                  <c:v>2.2999999999999998</c:v>
                </c:pt>
                <c:pt idx="2902">
                  <c:v>#N/A</c:v>
                </c:pt>
                <c:pt idx="2903">
                  <c:v>#N/A</c:v>
                </c:pt>
                <c:pt idx="2904">
                  <c:v>#N/A</c:v>
                </c:pt>
                <c:pt idx="2905">
                  <c:v>#N/A</c:v>
                </c:pt>
                <c:pt idx="2906">
                  <c:v>#N/A</c:v>
                </c:pt>
                <c:pt idx="2907">
                  <c:v>#N/A</c:v>
                </c:pt>
                <c:pt idx="2908">
                  <c:v>#N/A</c:v>
                </c:pt>
                <c:pt idx="2909">
                  <c:v>#N/A</c:v>
                </c:pt>
                <c:pt idx="2910">
                  <c:v>#N/A</c:v>
                </c:pt>
                <c:pt idx="2911">
                  <c:v>#N/A</c:v>
                </c:pt>
                <c:pt idx="2912">
                  <c:v>#N/A</c:v>
                </c:pt>
                <c:pt idx="2913">
                  <c:v>#N/A</c:v>
                </c:pt>
                <c:pt idx="2914">
                  <c:v>#N/A</c:v>
                </c:pt>
                <c:pt idx="2915">
                  <c:v>#N/A</c:v>
                </c:pt>
                <c:pt idx="2916">
                  <c:v>#N/A</c:v>
                </c:pt>
                <c:pt idx="2917">
                  <c:v>#N/A</c:v>
                </c:pt>
                <c:pt idx="2918">
                  <c:v>#N/A</c:v>
                </c:pt>
                <c:pt idx="2919">
                  <c:v>#N/A</c:v>
                </c:pt>
                <c:pt idx="2920">
                  <c:v>#N/A</c:v>
                </c:pt>
                <c:pt idx="2921">
                  <c:v>#N/A</c:v>
                </c:pt>
                <c:pt idx="2922">
                  <c:v>#N/A</c:v>
                </c:pt>
                <c:pt idx="2923">
                  <c:v>#N/A</c:v>
                </c:pt>
                <c:pt idx="2924">
                  <c:v>#N/A</c:v>
                </c:pt>
                <c:pt idx="2925">
                  <c:v>#N/A</c:v>
                </c:pt>
                <c:pt idx="2926">
                  <c:v>#N/A</c:v>
                </c:pt>
                <c:pt idx="2927">
                  <c:v>#N/A</c:v>
                </c:pt>
                <c:pt idx="2928">
                  <c:v>#N/A</c:v>
                </c:pt>
                <c:pt idx="2929">
                  <c:v>#N/A</c:v>
                </c:pt>
                <c:pt idx="2930">
                  <c:v>#N/A</c:v>
                </c:pt>
                <c:pt idx="2931">
                  <c:v>#N/A</c:v>
                </c:pt>
                <c:pt idx="2932">
                  <c:v>2.2999999999999998</c:v>
                </c:pt>
                <c:pt idx="2933">
                  <c:v>#N/A</c:v>
                </c:pt>
                <c:pt idx="2934">
                  <c:v>#N/A</c:v>
                </c:pt>
                <c:pt idx="2935">
                  <c:v>#N/A</c:v>
                </c:pt>
                <c:pt idx="2936">
                  <c:v>#N/A</c:v>
                </c:pt>
                <c:pt idx="2937">
                  <c:v>#N/A</c:v>
                </c:pt>
                <c:pt idx="2938">
                  <c:v>#N/A</c:v>
                </c:pt>
                <c:pt idx="2939">
                  <c:v>#N/A</c:v>
                </c:pt>
                <c:pt idx="2940">
                  <c:v>#N/A</c:v>
                </c:pt>
                <c:pt idx="2941">
                  <c:v>#N/A</c:v>
                </c:pt>
                <c:pt idx="2942">
                  <c:v>#N/A</c:v>
                </c:pt>
                <c:pt idx="2943">
                  <c:v>#N/A</c:v>
                </c:pt>
                <c:pt idx="2944">
                  <c:v>#N/A</c:v>
                </c:pt>
                <c:pt idx="2945">
                  <c:v>#N/A</c:v>
                </c:pt>
                <c:pt idx="2946">
                  <c:v>#N/A</c:v>
                </c:pt>
                <c:pt idx="2947">
                  <c:v>#N/A</c:v>
                </c:pt>
                <c:pt idx="2948">
                  <c:v>#N/A</c:v>
                </c:pt>
                <c:pt idx="2949">
                  <c:v>#N/A</c:v>
                </c:pt>
                <c:pt idx="2950">
                  <c:v>#N/A</c:v>
                </c:pt>
                <c:pt idx="2951">
                  <c:v>#N/A</c:v>
                </c:pt>
                <c:pt idx="2952">
                  <c:v>#N/A</c:v>
                </c:pt>
                <c:pt idx="2953">
                  <c:v>#N/A</c:v>
                </c:pt>
                <c:pt idx="2954">
                  <c:v>#N/A</c:v>
                </c:pt>
                <c:pt idx="2955">
                  <c:v>#N/A</c:v>
                </c:pt>
                <c:pt idx="2956">
                  <c:v>#N/A</c:v>
                </c:pt>
                <c:pt idx="2957">
                  <c:v>#N/A</c:v>
                </c:pt>
                <c:pt idx="2958">
                  <c:v>#N/A</c:v>
                </c:pt>
                <c:pt idx="2959">
                  <c:v>#N/A</c:v>
                </c:pt>
                <c:pt idx="2960">
                  <c:v>#N/A</c:v>
                </c:pt>
                <c:pt idx="2961">
                  <c:v>#N/A</c:v>
                </c:pt>
                <c:pt idx="2962">
                  <c:v>2.2999999999999998</c:v>
                </c:pt>
                <c:pt idx="2963">
                  <c:v>#N/A</c:v>
                </c:pt>
                <c:pt idx="2964">
                  <c:v>#N/A</c:v>
                </c:pt>
                <c:pt idx="2965">
                  <c:v>#N/A</c:v>
                </c:pt>
                <c:pt idx="2966">
                  <c:v>#N/A</c:v>
                </c:pt>
                <c:pt idx="2967">
                  <c:v>#N/A</c:v>
                </c:pt>
                <c:pt idx="2968">
                  <c:v>#N/A</c:v>
                </c:pt>
                <c:pt idx="2969">
                  <c:v>#N/A</c:v>
                </c:pt>
                <c:pt idx="2970">
                  <c:v>#N/A</c:v>
                </c:pt>
                <c:pt idx="2971">
                  <c:v>#N/A</c:v>
                </c:pt>
                <c:pt idx="2972">
                  <c:v>#N/A</c:v>
                </c:pt>
                <c:pt idx="2973">
                  <c:v>#N/A</c:v>
                </c:pt>
                <c:pt idx="2974">
                  <c:v>#N/A</c:v>
                </c:pt>
                <c:pt idx="2975">
                  <c:v>#N/A</c:v>
                </c:pt>
                <c:pt idx="2976">
                  <c:v>#N/A</c:v>
                </c:pt>
                <c:pt idx="2977">
                  <c:v>#N/A</c:v>
                </c:pt>
                <c:pt idx="2978">
                  <c:v>#N/A</c:v>
                </c:pt>
                <c:pt idx="2979">
                  <c:v>#N/A</c:v>
                </c:pt>
                <c:pt idx="2980">
                  <c:v>#N/A</c:v>
                </c:pt>
                <c:pt idx="2981">
                  <c:v>#N/A</c:v>
                </c:pt>
                <c:pt idx="2982">
                  <c:v>#N/A</c:v>
                </c:pt>
                <c:pt idx="2983">
                  <c:v>#N/A</c:v>
                </c:pt>
                <c:pt idx="2984">
                  <c:v>#N/A</c:v>
                </c:pt>
                <c:pt idx="2985">
                  <c:v>#N/A</c:v>
                </c:pt>
                <c:pt idx="2986">
                  <c:v>#N/A</c:v>
                </c:pt>
                <c:pt idx="2987">
                  <c:v>#N/A</c:v>
                </c:pt>
                <c:pt idx="2988">
                  <c:v>#N/A</c:v>
                </c:pt>
                <c:pt idx="2989">
                  <c:v>#N/A</c:v>
                </c:pt>
                <c:pt idx="2990">
                  <c:v>#N/A</c:v>
                </c:pt>
                <c:pt idx="2991">
                  <c:v>#N/A</c:v>
                </c:pt>
                <c:pt idx="2992">
                  <c:v>#N/A</c:v>
                </c:pt>
                <c:pt idx="2993">
                  <c:v>2</c:v>
                </c:pt>
                <c:pt idx="2994">
                  <c:v>#N/A</c:v>
                </c:pt>
                <c:pt idx="2995">
                  <c:v>#N/A</c:v>
                </c:pt>
                <c:pt idx="2996">
                  <c:v>#N/A</c:v>
                </c:pt>
                <c:pt idx="2997">
                  <c:v>#N/A</c:v>
                </c:pt>
                <c:pt idx="2998">
                  <c:v>#N/A</c:v>
                </c:pt>
                <c:pt idx="2999">
                  <c:v>#N/A</c:v>
                </c:pt>
                <c:pt idx="3000">
                  <c:v>#N/A</c:v>
                </c:pt>
                <c:pt idx="3001">
                  <c:v>#N/A</c:v>
                </c:pt>
                <c:pt idx="3002">
                  <c:v>#N/A</c:v>
                </c:pt>
                <c:pt idx="3003">
                  <c:v>#N/A</c:v>
                </c:pt>
                <c:pt idx="3004">
                  <c:v>#N/A</c:v>
                </c:pt>
                <c:pt idx="3005">
                  <c:v>#N/A</c:v>
                </c:pt>
                <c:pt idx="3006">
                  <c:v>#N/A</c:v>
                </c:pt>
                <c:pt idx="3007">
                  <c:v>#N/A</c:v>
                </c:pt>
                <c:pt idx="3008">
                  <c:v>#N/A</c:v>
                </c:pt>
                <c:pt idx="3009">
                  <c:v>#N/A</c:v>
                </c:pt>
                <c:pt idx="3010">
                  <c:v>#N/A</c:v>
                </c:pt>
                <c:pt idx="3011">
                  <c:v>#N/A</c:v>
                </c:pt>
                <c:pt idx="3012">
                  <c:v>#N/A</c:v>
                </c:pt>
                <c:pt idx="3013">
                  <c:v>#N/A</c:v>
                </c:pt>
                <c:pt idx="3014">
                  <c:v>#N/A</c:v>
                </c:pt>
                <c:pt idx="3015">
                  <c:v>#N/A</c:v>
                </c:pt>
                <c:pt idx="3016">
                  <c:v>#N/A</c:v>
                </c:pt>
                <c:pt idx="3017">
                  <c:v>#N/A</c:v>
                </c:pt>
                <c:pt idx="3018">
                  <c:v>#N/A</c:v>
                </c:pt>
                <c:pt idx="3019">
                  <c:v>#N/A</c:v>
                </c:pt>
                <c:pt idx="3020">
                  <c:v>#N/A</c:v>
                </c:pt>
                <c:pt idx="3021">
                  <c:v>#N/A</c:v>
                </c:pt>
                <c:pt idx="3022">
                  <c:v>#N/A</c:v>
                </c:pt>
                <c:pt idx="3023">
                  <c:v>2</c:v>
                </c:pt>
                <c:pt idx="3024">
                  <c:v>#N/A</c:v>
                </c:pt>
                <c:pt idx="3025">
                  <c:v>#N/A</c:v>
                </c:pt>
                <c:pt idx="3026">
                  <c:v>#N/A</c:v>
                </c:pt>
                <c:pt idx="3027">
                  <c:v>#N/A</c:v>
                </c:pt>
                <c:pt idx="3028">
                  <c:v>#N/A</c:v>
                </c:pt>
                <c:pt idx="3029">
                  <c:v>#N/A</c:v>
                </c:pt>
                <c:pt idx="3030">
                  <c:v>#N/A</c:v>
                </c:pt>
                <c:pt idx="3031">
                  <c:v>#N/A</c:v>
                </c:pt>
                <c:pt idx="3032">
                  <c:v>#N/A</c:v>
                </c:pt>
                <c:pt idx="3033">
                  <c:v>#N/A</c:v>
                </c:pt>
                <c:pt idx="3034">
                  <c:v>#N/A</c:v>
                </c:pt>
                <c:pt idx="3035">
                  <c:v>#N/A</c:v>
                </c:pt>
                <c:pt idx="3036">
                  <c:v>#N/A</c:v>
                </c:pt>
                <c:pt idx="3037">
                  <c:v>#N/A</c:v>
                </c:pt>
                <c:pt idx="3038">
                  <c:v>#N/A</c:v>
                </c:pt>
                <c:pt idx="3039">
                  <c:v>#N/A</c:v>
                </c:pt>
                <c:pt idx="3040">
                  <c:v>#N/A</c:v>
                </c:pt>
                <c:pt idx="3041">
                  <c:v>#N/A</c:v>
                </c:pt>
                <c:pt idx="3042">
                  <c:v>#N/A</c:v>
                </c:pt>
                <c:pt idx="3043">
                  <c:v>#N/A</c:v>
                </c:pt>
                <c:pt idx="3044">
                  <c:v>#N/A</c:v>
                </c:pt>
                <c:pt idx="3045">
                  <c:v>#N/A</c:v>
                </c:pt>
                <c:pt idx="3046">
                  <c:v>#N/A</c:v>
                </c:pt>
                <c:pt idx="3047">
                  <c:v>#N/A</c:v>
                </c:pt>
                <c:pt idx="3048">
                  <c:v>#N/A</c:v>
                </c:pt>
                <c:pt idx="3049">
                  <c:v>#N/A</c:v>
                </c:pt>
                <c:pt idx="3050">
                  <c:v>#N/A</c:v>
                </c:pt>
                <c:pt idx="3051">
                  <c:v>#N/A</c:v>
                </c:pt>
                <c:pt idx="3052">
                  <c:v>#N/A</c:v>
                </c:pt>
                <c:pt idx="3053">
                  <c:v>#N/A</c:v>
                </c:pt>
                <c:pt idx="3054">
                  <c:v>1.8</c:v>
                </c:pt>
                <c:pt idx="3055">
                  <c:v>#N/A</c:v>
                </c:pt>
                <c:pt idx="3056">
                  <c:v>#N/A</c:v>
                </c:pt>
                <c:pt idx="3057">
                  <c:v>#N/A</c:v>
                </c:pt>
                <c:pt idx="3058">
                  <c:v>#N/A</c:v>
                </c:pt>
                <c:pt idx="3059">
                  <c:v>#N/A</c:v>
                </c:pt>
                <c:pt idx="3060">
                  <c:v>#N/A</c:v>
                </c:pt>
                <c:pt idx="3061">
                  <c:v>#N/A</c:v>
                </c:pt>
                <c:pt idx="3062">
                  <c:v>#N/A</c:v>
                </c:pt>
                <c:pt idx="3063">
                  <c:v>#N/A</c:v>
                </c:pt>
                <c:pt idx="3064">
                  <c:v>#N/A</c:v>
                </c:pt>
                <c:pt idx="3065">
                  <c:v>#N/A</c:v>
                </c:pt>
                <c:pt idx="3066">
                  <c:v>#N/A</c:v>
                </c:pt>
                <c:pt idx="3067">
                  <c:v>#N/A</c:v>
                </c:pt>
                <c:pt idx="3068">
                  <c:v>#N/A</c:v>
                </c:pt>
                <c:pt idx="3069">
                  <c:v>#N/A</c:v>
                </c:pt>
                <c:pt idx="3070">
                  <c:v>#N/A</c:v>
                </c:pt>
                <c:pt idx="3071">
                  <c:v>#N/A</c:v>
                </c:pt>
                <c:pt idx="3072">
                  <c:v>#N/A</c:v>
                </c:pt>
                <c:pt idx="3073">
                  <c:v>#N/A</c:v>
                </c:pt>
                <c:pt idx="3074">
                  <c:v>#N/A</c:v>
                </c:pt>
                <c:pt idx="3075">
                  <c:v>#N/A</c:v>
                </c:pt>
                <c:pt idx="3076">
                  <c:v>#N/A</c:v>
                </c:pt>
                <c:pt idx="3077">
                  <c:v>#N/A</c:v>
                </c:pt>
                <c:pt idx="3078">
                  <c:v>#N/A</c:v>
                </c:pt>
                <c:pt idx="3079">
                  <c:v>#N/A</c:v>
                </c:pt>
                <c:pt idx="3080">
                  <c:v>#N/A</c:v>
                </c:pt>
                <c:pt idx="3081">
                  <c:v>#N/A</c:v>
                </c:pt>
                <c:pt idx="3082">
                  <c:v>1.8</c:v>
                </c:pt>
                <c:pt idx="3083">
                  <c:v>#N/A</c:v>
                </c:pt>
                <c:pt idx="3084">
                  <c:v>#N/A</c:v>
                </c:pt>
                <c:pt idx="3085">
                  <c:v>#N/A</c:v>
                </c:pt>
                <c:pt idx="3086">
                  <c:v>#N/A</c:v>
                </c:pt>
                <c:pt idx="3087">
                  <c:v>#N/A</c:v>
                </c:pt>
                <c:pt idx="3088">
                  <c:v>#N/A</c:v>
                </c:pt>
                <c:pt idx="3089">
                  <c:v>#N/A</c:v>
                </c:pt>
                <c:pt idx="3090">
                  <c:v>#N/A</c:v>
                </c:pt>
                <c:pt idx="3091">
                  <c:v>#N/A</c:v>
                </c:pt>
                <c:pt idx="3092">
                  <c:v>#N/A</c:v>
                </c:pt>
                <c:pt idx="3093">
                  <c:v>#N/A</c:v>
                </c:pt>
                <c:pt idx="3094">
                  <c:v>#N/A</c:v>
                </c:pt>
                <c:pt idx="3095">
                  <c:v>#N/A</c:v>
                </c:pt>
                <c:pt idx="3096">
                  <c:v>#N/A</c:v>
                </c:pt>
                <c:pt idx="3097">
                  <c:v>#N/A</c:v>
                </c:pt>
                <c:pt idx="3098">
                  <c:v>#N/A</c:v>
                </c:pt>
                <c:pt idx="3099">
                  <c:v>#N/A</c:v>
                </c:pt>
                <c:pt idx="3100">
                  <c:v>#N/A</c:v>
                </c:pt>
                <c:pt idx="3101">
                  <c:v>#N/A</c:v>
                </c:pt>
                <c:pt idx="3102">
                  <c:v>#N/A</c:v>
                </c:pt>
                <c:pt idx="3103">
                  <c:v>#N/A</c:v>
                </c:pt>
                <c:pt idx="3104">
                  <c:v>#N/A</c:v>
                </c:pt>
                <c:pt idx="3105">
                  <c:v>#N/A</c:v>
                </c:pt>
                <c:pt idx="3106">
                  <c:v>#N/A</c:v>
                </c:pt>
                <c:pt idx="3107">
                  <c:v>#N/A</c:v>
                </c:pt>
                <c:pt idx="3108">
                  <c:v>#N/A</c:v>
                </c:pt>
                <c:pt idx="3109">
                  <c:v>#N/A</c:v>
                </c:pt>
                <c:pt idx="3110">
                  <c:v>#N/A</c:v>
                </c:pt>
                <c:pt idx="3111">
                  <c:v>#N/A</c:v>
                </c:pt>
                <c:pt idx="3112">
                  <c:v>#N/A</c:v>
                </c:pt>
                <c:pt idx="3113">
                  <c:v>1.8</c:v>
                </c:pt>
                <c:pt idx="3114">
                  <c:v>#N/A</c:v>
                </c:pt>
                <c:pt idx="3115">
                  <c:v>#N/A</c:v>
                </c:pt>
                <c:pt idx="3116">
                  <c:v>#N/A</c:v>
                </c:pt>
                <c:pt idx="3117">
                  <c:v>#N/A</c:v>
                </c:pt>
                <c:pt idx="3118">
                  <c:v>#N/A</c:v>
                </c:pt>
                <c:pt idx="3119">
                  <c:v>#N/A</c:v>
                </c:pt>
                <c:pt idx="3120">
                  <c:v>#N/A</c:v>
                </c:pt>
                <c:pt idx="3121">
                  <c:v>#N/A</c:v>
                </c:pt>
                <c:pt idx="3122">
                  <c:v>#N/A</c:v>
                </c:pt>
                <c:pt idx="3123">
                  <c:v>#N/A</c:v>
                </c:pt>
                <c:pt idx="3124">
                  <c:v>#N/A</c:v>
                </c:pt>
                <c:pt idx="3125">
                  <c:v>#N/A</c:v>
                </c:pt>
                <c:pt idx="3126">
                  <c:v>#N/A</c:v>
                </c:pt>
                <c:pt idx="3127">
                  <c:v>#N/A</c:v>
                </c:pt>
                <c:pt idx="3128">
                  <c:v>#N/A</c:v>
                </c:pt>
                <c:pt idx="3129">
                  <c:v>#N/A</c:v>
                </c:pt>
                <c:pt idx="3130">
                  <c:v>#N/A</c:v>
                </c:pt>
                <c:pt idx="3131">
                  <c:v>#N/A</c:v>
                </c:pt>
                <c:pt idx="3132">
                  <c:v>#N/A</c:v>
                </c:pt>
                <c:pt idx="3133">
                  <c:v>#N/A</c:v>
                </c:pt>
                <c:pt idx="3134">
                  <c:v>#N/A</c:v>
                </c:pt>
                <c:pt idx="3135">
                  <c:v>#N/A</c:v>
                </c:pt>
                <c:pt idx="3136">
                  <c:v>#N/A</c:v>
                </c:pt>
                <c:pt idx="3137">
                  <c:v>#N/A</c:v>
                </c:pt>
                <c:pt idx="3138">
                  <c:v>#N/A</c:v>
                </c:pt>
                <c:pt idx="3139">
                  <c:v>#N/A</c:v>
                </c:pt>
                <c:pt idx="3140">
                  <c:v>#N/A</c:v>
                </c:pt>
                <c:pt idx="3141">
                  <c:v>#N/A</c:v>
                </c:pt>
                <c:pt idx="3142">
                  <c:v>#N/A</c:v>
                </c:pt>
                <c:pt idx="3143">
                  <c:v>#N/A</c:v>
                </c:pt>
                <c:pt idx="3144">
                  <c:v>1.8</c:v>
                </c:pt>
                <c:pt idx="3145">
                  <c:v>#N/A</c:v>
                </c:pt>
                <c:pt idx="3146">
                  <c:v>#N/A</c:v>
                </c:pt>
                <c:pt idx="3147">
                  <c:v>#N/A</c:v>
                </c:pt>
                <c:pt idx="3148">
                  <c:v>#N/A</c:v>
                </c:pt>
                <c:pt idx="3149">
                  <c:v>#N/A</c:v>
                </c:pt>
                <c:pt idx="3150">
                  <c:v>#N/A</c:v>
                </c:pt>
                <c:pt idx="3151">
                  <c:v>#N/A</c:v>
                </c:pt>
                <c:pt idx="3152">
                  <c:v>#N/A</c:v>
                </c:pt>
                <c:pt idx="3153">
                  <c:v>#N/A</c:v>
                </c:pt>
                <c:pt idx="3154">
                  <c:v>#N/A</c:v>
                </c:pt>
                <c:pt idx="3155">
                  <c:v>#N/A</c:v>
                </c:pt>
                <c:pt idx="3156">
                  <c:v>#N/A</c:v>
                </c:pt>
                <c:pt idx="3157">
                  <c:v>#N/A</c:v>
                </c:pt>
                <c:pt idx="3158">
                  <c:v>#N/A</c:v>
                </c:pt>
                <c:pt idx="3159">
                  <c:v>#N/A</c:v>
                </c:pt>
                <c:pt idx="3160">
                  <c:v>#N/A</c:v>
                </c:pt>
                <c:pt idx="3161">
                  <c:v>#N/A</c:v>
                </c:pt>
                <c:pt idx="3162">
                  <c:v>#N/A</c:v>
                </c:pt>
                <c:pt idx="3163">
                  <c:v>#N/A</c:v>
                </c:pt>
                <c:pt idx="3164">
                  <c:v>#N/A</c:v>
                </c:pt>
                <c:pt idx="3165">
                  <c:v>#N/A</c:v>
                </c:pt>
                <c:pt idx="3166">
                  <c:v>#N/A</c:v>
                </c:pt>
                <c:pt idx="3167">
                  <c:v>#N/A</c:v>
                </c:pt>
                <c:pt idx="3168">
                  <c:v>#N/A</c:v>
                </c:pt>
                <c:pt idx="3169">
                  <c:v>#N/A</c:v>
                </c:pt>
                <c:pt idx="3170">
                  <c:v>#N/A</c:v>
                </c:pt>
                <c:pt idx="3171">
                  <c:v>#N/A</c:v>
                </c:pt>
                <c:pt idx="3172">
                  <c:v>#N/A</c:v>
                </c:pt>
                <c:pt idx="3173">
                  <c:v>#N/A</c:v>
                </c:pt>
                <c:pt idx="3174">
                  <c:v>1.7</c:v>
                </c:pt>
                <c:pt idx="3175">
                  <c:v>#N/A</c:v>
                </c:pt>
                <c:pt idx="3176">
                  <c:v>#N/A</c:v>
                </c:pt>
                <c:pt idx="3177">
                  <c:v>#N/A</c:v>
                </c:pt>
                <c:pt idx="3178">
                  <c:v>#N/A</c:v>
                </c:pt>
                <c:pt idx="3179">
                  <c:v>#N/A</c:v>
                </c:pt>
                <c:pt idx="3180">
                  <c:v>#N/A</c:v>
                </c:pt>
                <c:pt idx="3181">
                  <c:v>#N/A</c:v>
                </c:pt>
                <c:pt idx="3182">
                  <c:v>#N/A</c:v>
                </c:pt>
                <c:pt idx="3183">
                  <c:v>#N/A</c:v>
                </c:pt>
                <c:pt idx="3184">
                  <c:v>#N/A</c:v>
                </c:pt>
                <c:pt idx="3185">
                  <c:v>#N/A</c:v>
                </c:pt>
                <c:pt idx="3186">
                  <c:v>#N/A</c:v>
                </c:pt>
                <c:pt idx="3187">
                  <c:v>#N/A</c:v>
                </c:pt>
                <c:pt idx="3188">
                  <c:v>#N/A</c:v>
                </c:pt>
                <c:pt idx="3189">
                  <c:v>#N/A</c:v>
                </c:pt>
                <c:pt idx="3190">
                  <c:v>#N/A</c:v>
                </c:pt>
                <c:pt idx="3191">
                  <c:v>#N/A</c:v>
                </c:pt>
                <c:pt idx="3192">
                  <c:v>#N/A</c:v>
                </c:pt>
                <c:pt idx="3193">
                  <c:v>#N/A</c:v>
                </c:pt>
                <c:pt idx="3194">
                  <c:v>#N/A</c:v>
                </c:pt>
                <c:pt idx="3195">
                  <c:v>#N/A</c:v>
                </c:pt>
                <c:pt idx="3196">
                  <c:v>#N/A</c:v>
                </c:pt>
                <c:pt idx="3197">
                  <c:v>#N/A</c:v>
                </c:pt>
                <c:pt idx="3198">
                  <c:v>#N/A</c:v>
                </c:pt>
                <c:pt idx="3199">
                  <c:v>#N/A</c:v>
                </c:pt>
                <c:pt idx="3200">
                  <c:v>#N/A</c:v>
                </c:pt>
                <c:pt idx="3201">
                  <c:v>#N/A</c:v>
                </c:pt>
                <c:pt idx="3202">
                  <c:v>#N/A</c:v>
                </c:pt>
                <c:pt idx="3203">
                  <c:v>#N/A</c:v>
                </c:pt>
                <c:pt idx="3204">
                  <c:v>#N/A</c:v>
                </c:pt>
                <c:pt idx="3205">
                  <c:v>1.8</c:v>
                </c:pt>
                <c:pt idx="3206">
                  <c:v>#N/A</c:v>
                </c:pt>
                <c:pt idx="3207">
                  <c:v>#N/A</c:v>
                </c:pt>
                <c:pt idx="3208">
                  <c:v>#N/A</c:v>
                </c:pt>
                <c:pt idx="3209">
                  <c:v>#N/A</c:v>
                </c:pt>
                <c:pt idx="3210">
                  <c:v>#N/A</c:v>
                </c:pt>
                <c:pt idx="3211">
                  <c:v>#N/A</c:v>
                </c:pt>
                <c:pt idx="3212">
                  <c:v>#N/A</c:v>
                </c:pt>
                <c:pt idx="3213">
                  <c:v>#N/A</c:v>
                </c:pt>
                <c:pt idx="3214">
                  <c:v>#N/A</c:v>
                </c:pt>
                <c:pt idx="3215">
                  <c:v>#N/A</c:v>
                </c:pt>
                <c:pt idx="3216">
                  <c:v>#N/A</c:v>
                </c:pt>
                <c:pt idx="3217">
                  <c:v>#N/A</c:v>
                </c:pt>
                <c:pt idx="3218">
                  <c:v>#N/A</c:v>
                </c:pt>
                <c:pt idx="3219">
                  <c:v>#N/A</c:v>
                </c:pt>
                <c:pt idx="3220">
                  <c:v>#N/A</c:v>
                </c:pt>
                <c:pt idx="3221">
                  <c:v>#N/A</c:v>
                </c:pt>
                <c:pt idx="3222">
                  <c:v>#N/A</c:v>
                </c:pt>
                <c:pt idx="3223">
                  <c:v>#N/A</c:v>
                </c:pt>
                <c:pt idx="3224">
                  <c:v>#N/A</c:v>
                </c:pt>
                <c:pt idx="3225">
                  <c:v>#N/A</c:v>
                </c:pt>
                <c:pt idx="3226">
                  <c:v>#N/A</c:v>
                </c:pt>
                <c:pt idx="3227">
                  <c:v>#N/A</c:v>
                </c:pt>
                <c:pt idx="3228">
                  <c:v>#N/A</c:v>
                </c:pt>
                <c:pt idx="3229">
                  <c:v>#N/A</c:v>
                </c:pt>
                <c:pt idx="3230">
                  <c:v>#N/A</c:v>
                </c:pt>
                <c:pt idx="3231">
                  <c:v>#N/A</c:v>
                </c:pt>
                <c:pt idx="3232">
                  <c:v>#N/A</c:v>
                </c:pt>
                <c:pt idx="3233">
                  <c:v>#N/A</c:v>
                </c:pt>
                <c:pt idx="3234">
                  <c:v>#N/A</c:v>
                </c:pt>
                <c:pt idx="3235">
                  <c:v>1.6</c:v>
                </c:pt>
                <c:pt idx="3236">
                  <c:v>#N/A</c:v>
                </c:pt>
                <c:pt idx="3237">
                  <c:v>#N/A</c:v>
                </c:pt>
                <c:pt idx="3238">
                  <c:v>#N/A</c:v>
                </c:pt>
                <c:pt idx="3239">
                  <c:v>#N/A</c:v>
                </c:pt>
                <c:pt idx="3240">
                  <c:v>#N/A</c:v>
                </c:pt>
                <c:pt idx="3241">
                  <c:v>#N/A</c:v>
                </c:pt>
                <c:pt idx="3242">
                  <c:v>#N/A</c:v>
                </c:pt>
                <c:pt idx="3243">
                  <c:v>#N/A</c:v>
                </c:pt>
                <c:pt idx="3244">
                  <c:v>#N/A</c:v>
                </c:pt>
                <c:pt idx="3245">
                  <c:v>#N/A</c:v>
                </c:pt>
                <c:pt idx="3246">
                  <c:v>#N/A</c:v>
                </c:pt>
                <c:pt idx="3247">
                  <c:v>#N/A</c:v>
                </c:pt>
                <c:pt idx="3248">
                  <c:v>#N/A</c:v>
                </c:pt>
                <c:pt idx="3249">
                  <c:v>#N/A</c:v>
                </c:pt>
                <c:pt idx="3250">
                  <c:v>#N/A</c:v>
                </c:pt>
                <c:pt idx="3251">
                  <c:v>#N/A</c:v>
                </c:pt>
                <c:pt idx="3252">
                  <c:v>#N/A</c:v>
                </c:pt>
                <c:pt idx="3253">
                  <c:v>#N/A</c:v>
                </c:pt>
                <c:pt idx="3254">
                  <c:v>#N/A</c:v>
                </c:pt>
                <c:pt idx="3255">
                  <c:v>#N/A</c:v>
                </c:pt>
                <c:pt idx="3256">
                  <c:v>#N/A</c:v>
                </c:pt>
                <c:pt idx="3257">
                  <c:v>#N/A</c:v>
                </c:pt>
                <c:pt idx="3258">
                  <c:v>#N/A</c:v>
                </c:pt>
                <c:pt idx="3259">
                  <c:v>#N/A</c:v>
                </c:pt>
                <c:pt idx="3260">
                  <c:v>#N/A</c:v>
                </c:pt>
                <c:pt idx="3261">
                  <c:v>#N/A</c:v>
                </c:pt>
                <c:pt idx="3262">
                  <c:v>#N/A</c:v>
                </c:pt>
                <c:pt idx="3263">
                  <c:v>#N/A</c:v>
                </c:pt>
                <c:pt idx="3264">
                  <c:v>#N/A</c:v>
                </c:pt>
                <c:pt idx="3265">
                  <c:v>#N/A</c:v>
                </c:pt>
                <c:pt idx="3266">
                  <c:v>1.5</c:v>
                </c:pt>
                <c:pt idx="3267">
                  <c:v>#N/A</c:v>
                </c:pt>
                <c:pt idx="3268">
                  <c:v>#N/A</c:v>
                </c:pt>
                <c:pt idx="3269">
                  <c:v>#N/A</c:v>
                </c:pt>
                <c:pt idx="3270">
                  <c:v>#N/A</c:v>
                </c:pt>
                <c:pt idx="3271">
                  <c:v>#N/A</c:v>
                </c:pt>
                <c:pt idx="3272">
                  <c:v>#N/A</c:v>
                </c:pt>
                <c:pt idx="3273">
                  <c:v>#N/A</c:v>
                </c:pt>
                <c:pt idx="3274">
                  <c:v>#N/A</c:v>
                </c:pt>
                <c:pt idx="3275">
                  <c:v>#N/A</c:v>
                </c:pt>
                <c:pt idx="3276">
                  <c:v>#N/A</c:v>
                </c:pt>
                <c:pt idx="3277">
                  <c:v>#N/A</c:v>
                </c:pt>
                <c:pt idx="3278">
                  <c:v>#N/A</c:v>
                </c:pt>
                <c:pt idx="3279">
                  <c:v>#N/A</c:v>
                </c:pt>
                <c:pt idx="3280">
                  <c:v>#N/A</c:v>
                </c:pt>
                <c:pt idx="3281">
                  <c:v>#N/A</c:v>
                </c:pt>
                <c:pt idx="3282">
                  <c:v>#N/A</c:v>
                </c:pt>
                <c:pt idx="3283">
                  <c:v>#N/A</c:v>
                </c:pt>
                <c:pt idx="3284">
                  <c:v>#N/A</c:v>
                </c:pt>
                <c:pt idx="3285">
                  <c:v>#N/A</c:v>
                </c:pt>
                <c:pt idx="3286">
                  <c:v>#N/A</c:v>
                </c:pt>
                <c:pt idx="3287">
                  <c:v>#N/A</c:v>
                </c:pt>
                <c:pt idx="3288">
                  <c:v>#N/A</c:v>
                </c:pt>
                <c:pt idx="3289">
                  <c:v>#N/A</c:v>
                </c:pt>
                <c:pt idx="3290">
                  <c:v>#N/A</c:v>
                </c:pt>
                <c:pt idx="3291">
                  <c:v>#N/A</c:v>
                </c:pt>
                <c:pt idx="3292">
                  <c:v>#N/A</c:v>
                </c:pt>
                <c:pt idx="3293">
                  <c:v>#N/A</c:v>
                </c:pt>
                <c:pt idx="3294">
                  <c:v>#N/A</c:v>
                </c:pt>
                <c:pt idx="3295">
                  <c:v>#N/A</c:v>
                </c:pt>
                <c:pt idx="3296">
                  <c:v>#N/A</c:v>
                </c:pt>
                <c:pt idx="3297">
                  <c:v>1.5</c:v>
                </c:pt>
                <c:pt idx="3298">
                  <c:v>#N/A</c:v>
                </c:pt>
                <c:pt idx="3299">
                  <c:v>#N/A</c:v>
                </c:pt>
                <c:pt idx="3300">
                  <c:v>#N/A</c:v>
                </c:pt>
                <c:pt idx="3301">
                  <c:v>#N/A</c:v>
                </c:pt>
                <c:pt idx="3302">
                  <c:v>#N/A</c:v>
                </c:pt>
                <c:pt idx="3303">
                  <c:v>#N/A</c:v>
                </c:pt>
                <c:pt idx="3304">
                  <c:v>#N/A</c:v>
                </c:pt>
                <c:pt idx="3305">
                  <c:v>#N/A</c:v>
                </c:pt>
                <c:pt idx="3306">
                  <c:v>#N/A</c:v>
                </c:pt>
                <c:pt idx="3307">
                  <c:v>#N/A</c:v>
                </c:pt>
                <c:pt idx="3308">
                  <c:v>#N/A</c:v>
                </c:pt>
                <c:pt idx="3309">
                  <c:v>#N/A</c:v>
                </c:pt>
                <c:pt idx="3310">
                  <c:v>#N/A</c:v>
                </c:pt>
                <c:pt idx="3311">
                  <c:v>#N/A</c:v>
                </c:pt>
                <c:pt idx="3312">
                  <c:v>#N/A</c:v>
                </c:pt>
                <c:pt idx="3313">
                  <c:v>#N/A</c:v>
                </c:pt>
                <c:pt idx="3314">
                  <c:v>#N/A</c:v>
                </c:pt>
                <c:pt idx="3315">
                  <c:v>#N/A</c:v>
                </c:pt>
                <c:pt idx="3316">
                  <c:v>#N/A</c:v>
                </c:pt>
                <c:pt idx="3317">
                  <c:v>#N/A</c:v>
                </c:pt>
                <c:pt idx="3318">
                  <c:v>#N/A</c:v>
                </c:pt>
                <c:pt idx="3319">
                  <c:v>#N/A</c:v>
                </c:pt>
                <c:pt idx="3320">
                  <c:v>#N/A</c:v>
                </c:pt>
                <c:pt idx="3321">
                  <c:v>#N/A</c:v>
                </c:pt>
                <c:pt idx="3322">
                  <c:v>#N/A</c:v>
                </c:pt>
                <c:pt idx="3323">
                  <c:v>#N/A</c:v>
                </c:pt>
                <c:pt idx="3324">
                  <c:v>#N/A</c:v>
                </c:pt>
                <c:pt idx="3325">
                  <c:v>#N/A</c:v>
                </c:pt>
                <c:pt idx="3326">
                  <c:v>#N/A</c:v>
                </c:pt>
                <c:pt idx="3327">
                  <c:v>1.6</c:v>
                </c:pt>
                <c:pt idx="3328">
                  <c:v>#N/A</c:v>
                </c:pt>
                <c:pt idx="3329">
                  <c:v>#N/A</c:v>
                </c:pt>
                <c:pt idx="3330">
                  <c:v>#N/A</c:v>
                </c:pt>
                <c:pt idx="3331">
                  <c:v>#N/A</c:v>
                </c:pt>
                <c:pt idx="3332">
                  <c:v>#N/A</c:v>
                </c:pt>
                <c:pt idx="3333">
                  <c:v>#N/A</c:v>
                </c:pt>
                <c:pt idx="3334">
                  <c:v>#N/A</c:v>
                </c:pt>
                <c:pt idx="3335">
                  <c:v>#N/A</c:v>
                </c:pt>
                <c:pt idx="3336">
                  <c:v>#N/A</c:v>
                </c:pt>
                <c:pt idx="3337">
                  <c:v>#N/A</c:v>
                </c:pt>
                <c:pt idx="3338">
                  <c:v>#N/A</c:v>
                </c:pt>
                <c:pt idx="3339">
                  <c:v>#N/A</c:v>
                </c:pt>
                <c:pt idx="3340">
                  <c:v>#N/A</c:v>
                </c:pt>
                <c:pt idx="3341">
                  <c:v>#N/A</c:v>
                </c:pt>
                <c:pt idx="3342">
                  <c:v>#N/A</c:v>
                </c:pt>
                <c:pt idx="3343">
                  <c:v>#N/A</c:v>
                </c:pt>
                <c:pt idx="3344">
                  <c:v>#N/A</c:v>
                </c:pt>
                <c:pt idx="3345">
                  <c:v>#N/A</c:v>
                </c:pt>
                <c:pt idx="3346">
                  <c:v>#N/A</c:v>
                </c:pt>
                <c:pt idx="3347">
                  <c:v>#N/A</c:v>
                </c:pt>
                <c:pt idx="3348">
                  <c:v>#N/A</c:v>
                </c:pt>
                <c:pt idx="3349">
                  <c:v>#N/A</c:v>
                </c:pt>
                <c:pt idx="3350">
                  <c:v>#N/A</c:v>
                </c:pt>
                <c:pt idx="3351">
                  <c:v>#N/A</c:v>
                </c:pt>
                <c:pt idx="3352">
                  <c:v>#N/A</c:v>
                </c:pt>
                <c:pt idx="3353">
                  <c:v>#N/A</c:v>
                </c:pt>
                <c:pt idx="3354">
                  <c:v>#N/A</c:v>
                </c:pt>
                <c:pt idx="3355">
                  <c:v>#N/A</c:v>
                </c:pt>
                <c:pt idx="3356">
                  <c:v>#N/A</c:v>
                </c:pt>
                <c:pt idx="3357">
                  <c:v>#N/A</c:v>
                </c:pt>
                <c:pt idx="3358">
                  <c:v>1.8</c:v>
                </c:pt>
                <c:pt idx="3359">
                  <c:v>#N/A</c:v>
                </c:pt>
                <c:pt idx="3360">
                  <c:v>#N/A</c:v>
                </c:pt>
                <c:pt idx="3361">
                  <c:v>#N/A</c:v>
                </c:pt>
                <c:pt idx="3362">
                  <c:v>#N/A</c:v>
                </c:pt>
                <c:pt idx="3363">
                  <c:v>#N/A</c:v>
                </c:pt>
                <c:pt idx="3364">
                  <c:v>#N/A</c:v>
                </c:pt>
                <c:pt idx="3365">
                  <c:v>#N/A</c:v>
                </c:pt>
                <c:pt idx="3366">
                  <c:v>#N/A</c:v>
                </c:pt>
                <c:pt idx="3367">
                  <c:v>#N/A</c:v>
                </c:pt>
                <c:pt idx="3368">
                  <c:v>#N/A</c:v>
                </c:pt>
                <c:pt idx="3369">
                  <c:v>#N/A</c:v>
                </c:pt>
                <c:pt idx="3370">
                  <c:v>#N/A</c:v>
                </c:pt>
                <c:pt idx="3371">
                  <c:v>#N/A</c:v>
                </c:pt>
                <c:pt idx="3372">
                  <c:v>#N/A</c:v>
                </c:pt>
                <c:pt idx="3373">
                  <c:v>#N/A</c:v>
                </c:pt>
                <c:pt idx="3374">
                  <c:v>#N/A</c:v>
                </c:pt>
                <c:pt idx="3375">
                  <c:v>#N/A</c:v>
                </c:pt>
                <c:pt idx="3376">
                  <c:v>#N/A</c:v>
                </c:pt>
                <c:pt idx="3377">
                  <c:v>#N/A</c:v>
                </c:pt>
                <c:pt idx="3378">
                  <c:v>#N/A</c:v>
                </c:pt>
                <c:pt idx="3379">
                  <c:v>#N/A</c:v>
                </c:pt>
                <c:pt idx="3380">
                  <c:v>#N/A</c:v>
                </c:pt>
                <c:pt idx="3381">
                  <c:v>#N/A</c:v>
                </c:pt>
                <c:pt idx="3382">
                  <c:v>#N/A</c:v>
                </c:pt>
                <c:pt idx="3383">
                  <c:v>#N/A</c:v>
                </c:pt>
                <c:pt idx="3384">
                  <c:v>#N/A</c:v>
                </c:pt>
                <c:pt idx="3385">
                  <c:v>#N/A</c:v>
                </c:pt>
                <c:pt idx="3386">
                  <c:v>#N/A</c:v>
                </c:pt>
                <c:pt idx="3387">
                  <c:v>#N/A</c:v>
                </c:pt>
                <c:pt idx="3388">
                  <c:v>1.9</c:v>
                </c:pt>
                <c:pt idx="3389">
                  <c:v>#N/A</c:v>
                </c:pt>
                <c:pt idx="3390">
                  <c:v>#N/A</c:v>
                </c:pt>
                <c:pt idx="3391">
                  <c:v>#N/A</c:v>
                </c:pt>
                <c:pt idx="3392">
                  <c:v>#N/A</c:v>
                </c:pt>
                <c:pt idx="3393">
                  <c:v>#N/A</c:v>
                </c:pt>
                <c:pt idx="3394">
                  <c:v>#N/A</c:v>
                </c:pt>
                <c:pt idx="3395">
                  <c:v>#N/A</c:v>
                </c:pt>
                <c:pt idx="3396">
                  <c:v>#N/A</c:v>
                </c:pt>
                <c:pt idx="3397">
                  <c:v>#N/A</c:v>
                </c:pt>
                <c:pt idx="3398">
                  <c:v>#N/A</c:v>
                </c:pt>
                <c:pt idx="3399">
                  <c:v>#N/A</c:v>
                </c:pt>
                <c:pt idx="3400">
                  <c:v>#N/A</c:v>
                </c:pt>
                <c:pt idx="3401">
                  <c:v>#N/A</c:v>
                </c:pt>
                <c:pt idx="3402">
                  <c:v>#N/A</c:v>
                </c:pt>
                <c:pt idx="3403">
                  <c:v>#N/A</c:v>
                </c:pt>
                <c:pt idx="3404">
                  <c:v>#N/A</c:v>
                </c:pt>
                <c:pt idx="3405">
                  <c:v>#N/A</c:v>
                </c:pt>
                <c:pt idx="3406">
                  <c:v>#N/A</c:v>
                </c:pt>
                <c:pt idx="3407">
                  <c:v>#N/A</c:v>
                </c:pt>
                <c:pt idx="3408">
                  <c:v>#N/A</c:v>
                </c:pt>
                <c:pt idx="3409">
                  <c:v>#N/A</c:v>
                </c:pt>
                <c:pt idx="3410">
                  <c:v>#N/A</c:v>
                </c:pt>
                <c:pt idx="3411">
                  <c:v>#N/A</c:v>
                </c:pt>
                <c:pt idx="3412">
                  <c:v>#N/A</c:v>
                </c:pt>
                <c:pt idx="3413">
                  <c:v>#N/A</c:v>
                </c:pt>
                <c:pt idx="3414">
                  <c:v>#N/A</c:v>
                </c:pt>
                <c:pt idx="3415">
                  <c:v>#N/A</c:v>
                </c:pt>
                <c:pt idx="3416">
                  <c:v>#N/A</c:v>
                </c:pt>
                <c:pt idx="3417">
                  <c:v>#N/A</c:v>
                </c:pt>
                <c:pt idx="3418">
                  <c:v>#N/A</c:v>
                </c:pt>
                <c:pt idx="3419">
                  <c:v>2.2000000000000002</c:v>
                </c:pt>
                <c:pt idx="3420">
                  <c:v>#N/A</c:v>
                </c:pt>
                <c:pt idx="3421">
                  <c:v>#N/A</c:v>
                </c:pt>
                <c:pt idx="3422">
                  <c:v>#N/A</c:v>
                </c:pt>
                <c:pt idx="3423">
                  <c:v>#N/A</c:v>
                </c:pt>
                <c:pt idx="3424">
                  <c:v>#N/A</c:v>
                </c:pt>
                <c:pt idx="3425">
                  <c:v>#N/A</c:v>
                </c:pt>
                <c:pt idx="3426">
                  <c:v>#N/A</c:v>
                </c:pt>
                <c:pt idx="3427">
                  <c:v>#N/A</c:v>
                </c:pt>
                <c:pt idx="3428">
                  <c:v>#N/A</c:v>
                </c:pt>
                <c:pt idx="3429">
                  <c:v>#N/A</c:v>
                </c:pt>
                <c:pt idx="3430">
                  <c:v>#N/A</c:v>
                </c:pt>
                <c:pt idx="3431">
                  <c:v>#N/A</c:v>
                </c:pt>
                <c:pt idx="3432">
                  <c:v>#N/A</c:v>
                </c:pt>
                <c:pt idx="3433">
                  <c:v>#N/A</c:v>
                </c:pt>
                <c:pt idx="3434">
                  <c:v>#N/A</c:v>
                </c:pt>
                <c:pt idx="3435">
                  <c:v>#N/A</c:v>
                </c:pt>
                <c:pt idx="3436">
                  <c:v>#N/A</c:v>
                </c:pt>
                <c:pt idx="3437">
                  <c:v>#N/A</c:v>
                </c:pt>
                <c:pt idx="3438">
                  <c:v>#N/A</c:v>
                </c:pt>
                <c:pt idx="3439">
                  <c:v>#N/A</c:v>
                </c:pt>
                <c:pt idx="3440">
                  <c:v>#N/A</c:v>
                </c:pt>
                <c:pt idx="3441">
                  <c:v>#N/A</c:v>
                </c:pt>
                <c:pt idx="3442">
                  <c:v>#N/A</c:v>
                </c:pt>
                <c:pt idx="3443">
                  <c:v>#N/A</c:v>
                </c:pt>
                <c:pt idx="3444">
                  <c:v>#N/A</c:v>
                </c:pt>
                <c:pt idx="3445">
                  <c:v>#N/A</c:v>
                </c:pt>
                <c:pt idx="3446">
                  <c:v>#N/A</c:v>
                </c:pt>
                <c:pt idx="3447">
                  <c:v>2</c:v>
                </c:pt>
                <c:pt idx="3448">
                  <c:v>#N/A</c:v>
                </c:pt>
                <c:pt idx="3449">
                  <c:v>#N/A</c:v>
                </c:pt>
                <c:pt idx="3450">
                  <c:v>#N/A</c:v>
                </c:pt>
                <c:pt idx="3451">
                  <c:v>#N/A</c:v>
                </c:pt>
                <c:pt idx="3452">
                  <c:v>#N/A</c:v>
                </c:pt>
                <c:pt idx="3453">
                  <c:v>#N/A</c:v>
                </c:pt>
                <c:pt idx="3454">
                  <c:v>#N/A</c:v>
                </c:pt>
                <c:pt idx="3455">
                  <c:v>#N/A</c:v>
                </c:pt>
                <c:pt idx="3456">
                  <c:v>#N/A</c:v>
                </c:pt>
                <c:pt idx="3457">
                  <c:v>#N/A</c:v>
                </c:pt>
                <c:pt idx="3458">
                  <c:v>#N/A</c:v>
                </c:pt>
                <c:pt idx="3459">
                  <c:v>#N/A</c:v>
                </c:pt>
                <c:pt idx="3460">
                  <c:v>#N/A</c:v>
                </c:pt>
                <c:pt idx="3461">
                  <c:v>#N/A</c:v>
                </c:pt>
                <c:pt idx="3462">
                  <c:v>#N/A</c:v>
                </c:pt>
                <c:pt idx="3463">
                  <c:v>#N/A</c:v>
                </c:pt>
                <c:pt idx="3464">
                  <c:v>#N/A</c:v>
                </c:pt>
                <c:pt idx="3465">
                  <c:v>#N/A</c:v>
                </c:pt>
                <c:pt idx="3466">
                  <c:v>#N/A</c:v>
                </c:pt>
                <c:pt idx="3467">
                  <c:v>#N/A</c:v>
                </c:pt>
                <c:pt idx="3468">
                  <c:v>#N/A</c:v>
                </c:pt>
                <c:pt idx="3469">
                  <c:v>#N/A</c:v>
                </c:pt>
                <c:pt idx="3470">
                  <c:v>#N/A</c:v>
                </c:pt>
                <c:pt idx="3471">
                  <c:v>#N/A</c:v>
                </c:pt>
                <c:pt idx="3472">
                  <c:v>#N/A</c:v>
                </c:pt>
                <c:pt idx="3473">
                  <c:v>#N/A</c:v>
                </c:pt>
                <c:pt idx="3474">
                  <c:v>#N/A</c:v>
                </c:pt>
                <c:pt idx="3475">
                  <c:v>#N/A</c:v>
                </c:pt>
                <c:pt idx="3476">
                  <c:v>#N/A</c:v>
                </c:pt>
                <c:pt idx="3477">
                  <c:v>#N/A</c:v>
                </c:pt>
                <c:pt idx="3478">
                  <c:v>1.7</c:v>
                </c:pt>
                <c:pt idx="3479">
                  <c:v>#N/A</c:v>
                </c:pt>
                <c:pt idx="3480">
                  <c:v>#N/A</c:v>
                </c:pt>
                <c:pt idx="3481">
                  <c:v>#N/A</c:v>
                </c:pt>
                <c:pt idx="3482">
                  <c:v>#N/A</c:v>
                </c:pt>
                <c:pt idx="3483">
                  <c:v>#N/A</c:v>
                </c:pt>
                <c:pt idx="3484">
                  <c:v>#N/A</c:v>
                </c:pt>
                <c:pt idx="3485">
                  <c:v>#N/A</c:v>
                </c:pt>
                <c:pt idx="3486">
                  <c:v>#N/A</c:v>
                </c:pt>
                <c:pt idx="3487">
                  <c:v>#N/A</c:v>
                </c:pt>
                <c:pt idx="3488">
                  <c:v>#N/A</c:v>
                </c:pt>
                <c:pt idx="3489">
                  <c:v>#N/A</c:v>
                </c:pt>
                <c:pt idx="3490">
                  <c:v>#N/A</c:v>
                </c:pt>
                <c:pt idx="3491">
                  <c:v>#N/A</c:v>
                </c:pt>
                <c:pt idx="3492">
                  <c:v>#N/A</c:v>
                </c:pt>
                <c:pt idx="3493">
                  <c:v>#N/A</c:v>
                </c:pt>
                <c:pt idx="3494">
                  <c:v>#N/A</c:v>
                </c:pt>
                <c:pt idx="3495">
                  <c:v>#N/A</c:v>
                </c:pt>
                <c:pt idx="3496">
                  <c:v>#N/A</c:v>
                </c:pt>
                <c:pt idx="3497">
                  <c:v>#N/A</c:v>
                </c:pt>
                <c:pt idx="3498">
                  <c:v>#N/A</c:v>
                </c:pt>
                <c:pt idx="3499">
                  <c:v>#N/A</c:v>
                </c:pt>
                <c:pt idx="3500">
                  <c:v>#N/A</c:v>
                </c:pt>
                <c:pt idx="3501">
                  <c:v>#N/A</c:v>
                </c:pt>
                <c:pt idx="3502">
                  <c:v>#N/A</c:v>
                </c:pt>
                <c:pt idx="3503">
                  <c:v>#N/A</c:v>
                </c:pt>
                <c:pt idx="3504">
                  <c:v>#N/A</c:v>
                </c:pt>
                <c:pt idx="3505">
                  <c:v>#N/A</c:v>
                </c:pt>
                <c:pt idx="3506">
                  <c:v>#N/A</c:v>
                </c:pt>
                <c:pt idx="3507">
                  <c:v>#N/A</c:v>
                </c:pt>
                <c:pt idx="3508">
                  <c:v>#N/A</c:v>
                </c:pt>
                <c:pt idx="3509">
                  <c:v>1.4</c:v>
                </c:pt>
                <c:pt idx="3510">
                  <c:v>#N/A</c:v>
                </c:pt>
                <c:pt idx="3511">
                  <c:v>#N/A</c:v>
                </c:pt>
                <c:pt idx="3512">
                  <c:v>#N/A</c:v>
                </c:pt>
                <c:pt idx="3513">
                  <c:v>#N/A</c:v>
                </c:pt>
                <c:pt idx="3514">
                  <c:v>#N/A</c:v>
                </c:pt>
                <c:pt idx="3515">
                  <c:v>#N/A</c:v>
                </c:pt>
                <c:pt idx="3516">
                  <c:v>#N/A</c:v>
                </c:pt>
                <c:pt idx="3517">
                  <c:v>#N/A</c:v>
                </c:pt>
                <c:pt idx="3518">
                  <c:v>#N/A</c:v>
                </c:pt>
                <c:pt idx="3519">
                  <c:v>#N/A</c:v>
                </c:pt>
                <c:pt idx="3520">
                  <c:v>#N/A</c:v>
                </c:pt>
                <c:pt idx="3521">
                  <c:v>#N/A</c:v>
                </c:pt>
                <c:pt idx="3522">
                  <c:v>#N/A</c:v>
                </c:pt>
                <c:pt idx="3523">
                  <c:v>#N/A</c:v>
                </c:pt>
                <c:pt idx="3524">
                  <c:v>#N/A</c:v>
                </c:pt>
                <c:pt idx="3525">
                  <c:v>#N/A</c:v>
                </c:pt>
                <c:pt idx="3526">
                  <c:v>#N/A</c:v>
                </c:pt>
                <c:pt idx="3527">
                  <c:v>#N/A</c:v>
                </c:pt>
                <c:pt idx="3528">
                  <c:v>#N/A</c:v>
                </c:pt>
                <c:pt idx="3529">
                  <c:v>#N/A</c:v>
                </c:pt>
                <c:pt idx="3530">
                  <c:v>#N/A</c:v>
                </c:pt>
                <c:pt idx="3531">
                  <c:v>#N/A</c:v>
                </c:pt>
                <c:pt idx="3532">
                  <c:v>#N/A</c:v>
                </c:pt>
                <c:pt idx="3533">
                  <c:v>#N/A</c:v>
                </c:pt>
                <c:pt idx="3534">
                  <c:v>#N/A</c:v>
                </c:pt>
                <c:pt idx="3535">
                  <c:v>#N/A</c:v>
                </c:pt>
                <c:pt idx="3536">
                  <c:v>#N/A</c:v>
                </c:pt>
                <c:pt idx="3537">
                  <c:v>#N/A</c:v>
                </c:pt>
                <c:pt idx="3538">
                  <c:v>#N/A</c:v>
                </c:pt>
                <c:pt idx="3539">
                  <c:v>1.4</c:v>
                </c:pt>
                <c:pt idx="3540">
                  <c:v>#N/A</c:v>
                </c:pt>
                <c:pt idx="3541">
                  <c:v>#N/A</c:v>
                </c:pt>
                <c:pt idx="3542">
                  <c:v>#N/A</c:v>
                </c:pt>
                <c:pt idx="3543">
                  <c:v>#N/A</c:v>
                </c:pt>
                <c:pt idx="3544">
                  <c:v>#N/A</c:v>
                </c:pt>
                <c:pt idx="3545">
                  <c:v>#N/A</c:v>
                </c:pt>
                <c:pt idx="3546">
                  <c:v>#N/A</c:v>
                </c:pt>
                <c:pt idx="3547">
                  <c:v>#N/A</c:v>
                </c:pt>
                <c:pt idx="3548">
                  <c:v>#N/A</c:v>
                </c:pt>
                <c:pt idx="3549">
                  <c:v>#N/A</c:v>
                </c:pt>
                <c:pt idx="3550">
                  <c:v>#N/A</c:v>
                </c:pt>
                <c:pt idx="3551">
                  <c:v>#N/A</c:v>
                </c:pt>
                <c:pt idx="3552">
                  <c:v>#N/A</c:v>
                </c:pt>
                <c:pt idx="3553">
                  <c:v>#N/A</c:v>
                </c:pt>
                <c:pt idx="3554">
                  <c:v>#N/A</c:v>
                </c:pt>
                <c:pt idx="3555">
                  <c:v>#N/A</c:v>
                </c:pt>
                <c:pt idx="3556">
                  <c:v>#N/A</c:v>
                </c:pt>
                <c:pt idx="3557">
                  <c:v>#N/A</c:v>
                </c:pt>
                <c:pt idx="3558">
                  <c:v>#N/A</c:v>
                </c:pt>
                <c:pt idx="3559">
                  <c:v>#N/A</c:v>
                </c:pt>
                <c:pt idx="3560">
                  <c:v>#N/A</c:v>
                </c:pt>
                <c:pt idx="3561">
                  <c:v>#N/A</c:v>
                </c:pt>
                <c:pt idx="3562">
                  <c:v>#N/A</c:v>
                </c:pt>
                <c:pt idx="3563">
                  <c:v>#N/A</c:v>
                </c:pt>
                <c:pt idx="3564">
                  <c:v>#N/A</c:v>
                </c:pt>
                <c:pt idx="3565">
                  <c:v>#N/A</c:v>
                </c:pt>
                <c:pt idx="3566">
                  <c:v>#N/A</c:v>
                </c:pt>
                <c:pt idx="3567">
                  <c:v>#N/A</c:v>
                </c:pt>
                <c:pt idx="3568">
                  <c:v>#N/A</c:v>
                </c:pt>
                <c:pt idx="3569">
                  <c:v>#N/A</c:v>
                </c:pt>
                <c:pt idx="3570">
                  <c:v>1.2</c:v>
                </c:pt>
                <c:pt idx="3571">
                  <c:v>#N/A</c:v>
                </c:pt>
                <c:pt idx="3572">
                  <c:v>#N/A</c:v>
                </c:pt>
                <c:pt idx="3573">
                  <c:v>#N/A</c:v>
                </c:pt>
                <c:pt idx="3574">
                  <c:v>#N/A</c:v>
                </c:pt>
                <c:pt idx="3575">
                  <c:v>#N/A</c:v>
                </c:pt>
                <c:pt idx="3576">
                  <c:v>#N/A</c:v>
                </c:pt>
                <c:pt idx="3577">
                  <c:v>#N/A</c:v>
                </c:pt>
                <c:pt idx="3578">
                  <c:v>#N/A</c:v>
                </c:pt>
                <c:pt idx="3579">
                  <c:v>#N/A</c:v>
                </c:pt>
                <c:pt idx="3580">
                  <c:v>#N/A</c:v>
                </c:pt>
                <c:pt idx="3581">
                  <c:v>#N/A</c:v>
                </c:pt>
                <c:pt idx="3582">
                  <c:v>#N/A</c:v>
                </c:pt>
                <c:pt idx="3583">
                  <c:v>#N/A</c:v>
                </c:pt>
                <c:pt idx="3584">
                  <c:v>#N/A</c:v>
                </c:pt>
                <c:pt idx="3585">
                  <c:v>#N/A</c:v>
                </c:pt>
                <c:pt idx="3586">
                  <c:v>#N/A</c:v>
                </c:pt>
                <c:pt idx="3587">
                  <c:v>#N/A</c:v>
                </c:pt>
                <c:pt idx="3588">
                  <c:v>#N/A</c:v>
                </c:pt>
                <c:pt idx="3589">
                  <c:v>#N/A</c:v>
                </c:pt>
                <c:pt idx="3590">
                  <c:v>#N/A</c:v>
                </c:pt>
                <c:pt idx="3591">
                  <c:v>#N/A</c:v>
                </c:pt>
                <c:pt idx="3592">
                  <c:v>#N/A</c:v>
                </c:pt>
                <c:pt idx="3593">
                  <c:v>#N/A</c:v>
                </c:pt>
                <c:pt idx="3594">
                  <c:v>#N/A</c:v>
                </c:pt>
                <c:pt idx="3595">
                  <c:v>#N/A</c:v>
                </c:pt>
                <c:pt idx="3596">
                  <c:v>#N/A</c:v>
                </c:pt>
                <c:pt idx="3597">
                  <c:v>#N/A</c:v>
                </c:pt>
                <c:pt idx="3598">
                  <c:v>#N/A</c:v>
                </c:pt>
                <c:pt idx="3599">
                  <c:v>#N/A</c:v>
                </c:pt>
                <c:pt idx="3600">
                  <c:v>0.9</c:v>
                </c:pt>
                <c:pt idx="3601">
                  <c:v>#N/A</c:v>
                </c:pt>
                <c:pt idx="3602">
                  <c:v>#N/A</c:v>
                </c:pt>
                <c:pt idx="3603">
                  <c:v>#N/A</c:v>
                </c:pt>
                <c:pt idx="3604">
                  <c:v>#N/A</c:v>
                </c:pt>
                <c:pt idx="3605">
                  <c:v>#N/A</c:v>
                </c:pt>
                <c:pt idx="3606">
                  <c:v>#N/A</c:v>
                </c:pt>
                <c:pt idx="3607">
                  <c:v>#N/A</c:v>
                </c:pt>
                <c:pt idx="3608">
                  <c:v>#N/A</c:v>
                </c:pt>
                <c:pt idx="3609">
                  <c:v>#N/A</c:v>
                </c:pt>
                <c:pt idx="3610">
                  <c:v>#N/A</c:v>
                </c:pt>
                <c:pt idx="3611">
                  <c:v>#N/A</c:v>
                </c:pt>
                <c:pt idx="3612">
                  <c:v>#N/A</c:v>
                </c:pt>
                <c:pt idx="3613">
                  <c:v>#N/A</c:v>
                </c:pt>
                <c:pt idx="3614">
                  <c:v>#N/A</c:v>
                </c:pt>
                <c:pt idx="3615">
                  <c:v>#N/A</c:v>
                </c:pt>
                <c:pt idx="3616">
                  <c:v>#N/A</c:v>
                </c:pt>
                <c:pt idx="3617">
                  <c:v>#N/A</c:v>
                </c:pt>
                <c:pt idx="3618">
                  <c:v>#N/A</c:v>
                </c:pt>
                <c:pt idx="3619">
                  <c:v>#N/A</c:v>
                </c:pt>
                <c:pt idx="3620">
                  <c:v>#N/A</c:v>
                </c:pt>
                <c:pt idx="3621">
                  <c:v>#N/A</c:v>
                </c:pt>
                <c:pt idx="3622">
                  <c:v>#N/A</c:v>
                </c:pt>
                <c:pt idx="3623">
                  <c:v>#N/A</c:v>
                </c:pt>
                <c:pt idx="3624">
                  <c:v>#N/A</c:v>
                </c:pt>
                <c:pt idx="3625">
                  <c:v>#N/A</c:v>
                </c:pt>
                <c:pt idx="3626">
                  <c:v>#N/A</c:v>
                </c:pt>
                <c:pt idx="3627">
                  <c:v>#N/A</c:v>
                </c:pt>
                <c:pt idx="3628">
                  <c:v>#N/A</c:v>
                </c:pt>
                <c:pt idx="3629">
                  <c:v>#N/A</c:v>
                </c:pt>
                <c:pt idx="3630">
                  <c:v>#N/A</c:v>
                </c:pt>
                <c:pt idx="3631">
                  <c:v>0.8</c:v>
                </c:pt>
                <c:pt idx="3632">
                  <c:v>#N/A</c:v>
                </c:pt>
                <c:pt idx="3633">
                  <c:v>#N/A</c:v>
                </c:pt>
                <c:pt idx="3634">
                  <c:v>#N/A</c:v>
                </c:pt>
                <c:pt idx="3635">
                  <c:v>#N/A</c:v>
                </c:pt>
                <c:pt idx="3636">
                  <c:v>#N/A</c:v>
                </c:pt>
                <c:pt idx="3637">
                  <c:v>#N/A</c:v>
                </c:pt>
                <c:pt idx="3638">
                  <c:v>#N/A</c:v>
                </c:pt>
                <c:pt idx="3639">
                  <c:v>#N/A</c:v>
                </c:pt>
                <c:pt idx="3640">
                  <c:v>#N/A</c:v>
                </c:pt>
                <c:pt idx="3641">
                  <c:v>#N/A</c:v>
                </c:pt>
                <c:pt idx="3642">
                  <c:v>#N/A</c:v>
                </c:pt>
                <c:pt idx="3643">
                  <c:v>#N/A</c:v>
                </c:pt>
                <c:pt idx="3644">
                  <c:v>#N/A</c:v>
                </c:pt>
                <c:pt idx="3645">
                  <c:v>#N/A</c:v>
                </c:pt>
                <c:pt idx="3646">
                  <c:v>#N/A</c:v>
                </c:pt>
                <c:pt idx="3647">
                  <c:v>#N/A</c:v>
                </c:pt>
                <c:pt idx="3648">
                  <c:v>#N/A</c:v>
                </c:pt>
                <c:pt idx="3649">
                  <c:v>#N/A</c:v>
                </c:pt>
                <c:pt idx="3650">
                  <c:v>#N/A</c:v>
                </c:pt>
                <c:pt idx="3651">
                  <c:v>#N/A</c:v>
                </c:pt>
              </c:numCache>
            </c:numRef>
          </c:val>
          <c:smooth val="0"/>
          <c:extLst>
            <c:ext xmlns:c16="http://schemas.microsoft.com/office/drawing/2014/chart" uri="{C3380CC4-5D6E-409C-BE32-E72D297353CC}">
              <c16:uniqueId val="{00000004-C2CC-4767-A320-5CE534E0B493}"/>
            </c:ext>
          </c:extLst>
        </c:ser>
        <c:dLbls>
          <c:showLegendKey val="0"/>
          <c:showVal val="0"/>
          <c:showCatName val="0"/>
          <c:showSerName val="0"/>
          <c:showPercent val="0"/>
          <c:showBubbleSize val="0"/>
        </c:dLbls>
        <c:marker val="1"/>
        <c:smooth val="0"/>
        <c:axId val="2000001696"/>
        <c:axId val="2000001697"/>
      </c:lineChart>
      <c:dateAx>
        <c:axId val="2000001696"/>
        <c:scaling>
          <c:orientation val="minMax"/>
          <c:min val="45118"/>
        </c:scaling>
        <c:delete val="0"/>
        <c:axPos val="b"/>
        <c:numFmt formatCode="yyyy/mm" sourceLinked="0"/>
        <c:majorTickMark val="in"/>
        <c:minorTickMark val="none"/>
        <c:tickLblPos val="nextTo"/>
        <c:spPr>
          <a:ln w="3175">
            <a:solidFill>
              <a:srgbClr val="000000"/>
            </a:solidFill>
            <a:prstDash val="solid"/>
          </a:ln>
        </c:spPr>
        <c:txPr>
          <a:bodyPr rot="0" vert="horz"/>
          <a:lstStyle/>
          <a:p>
            <a:pPr>
              <a:defRPr/>
            </a:pPr>
            <a:endParaRPr lang="zh-CN"/>
          </a:p>
        </c:txPr>
        <c:crossAx val="2000001697"/>
        <c:crosses val="autoZero"/>
        <c:auto val="0"/>
        <c:lblOffset val="100"/>
        <c:baseTimeUnit val="days"/>
      </c:dateAx>
      <c:valAx>
        <c:axId val="2000001697"/>
        <c:scaling>
          <c:orientation val="minMax"/>
          <c:max val="5"/>
          <c:min val="0"/>
        </c:scaling>
        <c:delete val="0"/>
        <c:axPos val="l"/>
        <c:numFmt formatCode="#,##0_);[Red]\(#,##0\)" sourceLinked="0"/>
        <c:majorTickMark val="in"/>
        <c:minorTickMark val="none"/>
        <c:tickLblPos val="nextTo"/>
        <c:spPr>
          <a:ln w="3175">
            <a:solidFill>
              <a:srgbClr val="000000"/>
            </a:solidFill>
            <a:prstDash val="solid"/>
          </a:ln>
        </c:spPr>
        <c:txPr>
          <a:bodyPr rot="0" vert="horz"/>
          <a:lstStyle/>
          <a:p>
            <a:pPr>
              <a:defRPr/>
            </a:pPr>
            <a:endParaRPr lang="zh-CN"/>
          </a:p>
        </c:txPr>
        <c:crossAx val="2000001696"/>
        <c:crosses val="autoZero"/>
        <c:crossBetween val="between"/>
        <c:majorUnit val="1"/>
      </c:valAx>
      <c:spPr>
        <a:noFill/>
        <a:ln w="25400">
          <a:noFill/>
        </a:ln>
      </c:spPr>
    </c:plotArea>
    <c:legend>
      <c:legendPos val="b"/>
      <c:layout>
        <c:manualLayout>
          <c:xMode val="edge"/>
          <c:yMode val="edge"/>
          <c:x val="0"/>
          <c:y val="1.6793039758919415E-3"/>
          <c:w val="1"/>
          <c:h val="0.17733304170312042"/>
        </c:manualLayout>
      </c:layout>
      <c:overlay val="0"/>
      <c:spPr>
        <a:solidFill>
          <a:srgbClr val="FFFFFF"/>
        </a:solidFill>
        <a:ln w="25400">
          <a:noFill/>
        </a:ln>
      </c:spPr>
    </c:legend>
    <c:plotVisOnly val="1"/>
    <c:dispBlanksAs val="gap"/>
    <c:showDLblsOverMax val="0"/>
  </c:chart>
  <c:spPr>
    <a:solidFill>
      <a:srgbClr val="FFFFFF"/>
    </a:solidFill>
    <a:ln w="9525">
      <a:noFill/>
    </a:ln>
  </c:spPr>
  <c:txPr>
    <a:bodyPr/>
    <a:lstStyle/>
    <a:p>
      <a:pPr>
        <a:defRPr sz="800" b="0" i="0" u="none" strike="noStrike" baseline="0">
          <a:solidFill>
            <a:srgbClr val="000000"/>
          </a:solidFill>
          <a:latin typeface="思源黑体 CN Medium" panose="020B0600000000000000" pitchFamily="34" charset="-122"/>
          <a:ea typeface="思源黑体 CN Medium" panose="020B0600000000000000" pitchFamily="34" charset="-122"/>
          <a:cs typeface="Arial"/>
        </a:defRPr>
      </a:pPr>
      <a:endParaRPr lang="zh-CN"/>
    </a:p>
  </c:txPr>
  <c:externalData r:id="rId1">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7.9679831925228276E-2"/>
          <c:y val="0.10707705992817841"/>
          <c:w val="0.86568892628879401"/>
          <c:h val="0.80603927124172237"/>
        </c:manualLayout>
      </c:layout>
      <c:lineChart>
        <c:grouping val="standard"/>
        <c:varyColors val="0"/>
        <c:ser>
          <c:idx val="0"/>
          <c:order val="0"/>
          <c:tx>
            <c:strRef>
              <c:f>美元指数!$D$1</c:f>
              <c:strCache>
                <c:ptCount val="1"/>
                <c:pt idx="0">
                  <c:v>美元指数（左轴，点）</c:v>
                </c:pt>
              </c:strCache>
            </c:strRef>
          </c:tx>
          <c:spPr>
            <a:ln w="25400">
              <a:solidFill>
                <a:srgbClr val="7C80C8"/>
              </a:solidFill>
              <a:prstDash val="solid"/>
            </a:ln>
          </c:spPr>
          <c:marker>
            <c:symbol val="none"/>
          </c:marker>
          <c:cat>
            <c:numRef>
              <c:f>美元指数!$C$5:$C$399</c:f>
              <c:numCache>
                <c:formatCode>yyyy\-mm</c:formatCode>
                <c:ptCount val="395"/>
                <c:pt idx="0">
                  <c:v>46203</c:v>
                </c:pt>
                <c:pt idx="1">
                  <c:v>46173</c:v>
                </c:pt>
                <c:pt idx="2">
                  <c:v>46142</c:v>
                </c:pt>
                <c:pt idx="3">
                  <c:v>46112</c:v>
                </c:pt>
                <c:pt idx="4">
                  <c:v>46081</c:v>
                </c:pt>
                <c:pt idx="5">
                  <c:v>46053</c:v>
                </c:pt>
                <c:pt idx="6">
                  <c:v>46022</c:v>
                </c:pt>
                <c:pt idx="7">
                  <c:v>45991</c:v>
                </c:pt>
                <c:pt idx="8">
                  <c:v>45961</c:v>
                </c:pt>
                <c:pt idx="9">
                  <c:v>45930</c:v>
                </c:pt>
                <c:pt idx="10">
                  <c:v>45900</c:v>
                </c:pt>
                <c:pt idx="11">
                  <c:v>45869</c:v>
                </c:pt>
                <c:pt idx="12">
                  <c:v>45838</c:v>
                </c:pt>
                <c:pt idx="13">
                  <c:v>45808</c:v>
                </c:pt>
                <c:pt idx="14">
                  <c:v>45777</c:v>
                </c:pt>
                <c:pt idx="15">
                  <c:v>45747</c:v>
                </c:pt>
                <c:pt idx="16">
                  <c:v>45716</c:v>
                </c:pt>
                <c:pt idx="17">
                  <c:v>45688</c:v>
                </c:pt>
                <c:pt idx="18">
                  <c:v>45657</c:v>
                </c:pt>
                <c:pt idx="19">
                  <c:v>45626</c:v>
                </c:pt>
                <c:pt idx="20">
                  <c:v>45596</c:v>
                </c:pt>
                <c:pt idx="21">
                  <c:v>45565</c:v>
                </c:pt>
                <c:pt idx="22">
                  <c:v>45535</c:v>
                </c:pt>
                <c:pt idx="23">
                  <c:v>45504</c:v>
                </c:pt>
                <c:pt idx="24">
                  <c:v>45473</c:v>
                </c:pt>
                <c:pt idx="25">
                  <c:v>45443</c:v>
                </c:pt>
                <c:pt idx="26">
                  <c:v>45412</c:v>
                </c:pt>
                <c:pt idx="27">
                  <c:v>45382</c:v>
                </c:pt>
                <c:pt idx="28">
                  <c:v>45351</c:v>
                </c:pt>
                <c:pt idx="29">
                  <c:v>45322</c:v>
                </c:pt>
                <c:pt idx="30">
                  <c:v>45291</c:v>
                </c:pt>
                <c:pt idx="31">
                  <c:v>45260</c:v>
                </c:pt>
                <c:pt idx="32">
                  <c:v>45230</c:v>
                </c:pt>
                <c:pt idx="33">
                  <c:v>45199</c:v>
                </c:pt>
                <c:pt idx="34">
                  <c:v>45169</c:v>
                </c:pt>
                <c:pt idx="35">
                  <c:v>45138</c:v>
                </c:pt>
                <c:pt idx="36">
                  <c:v>45107</c:v>
                </c:pt>
                <c:pt idx="37">
                  <c:v>45077</c:v>
                </c:pt>
                <c:pt idx="38">
                  <c:v>45046</c:v>
                </c:pt>
                <c:pt idx="39">
                  <c:v>45016</c:v>
                </c:pt>
                <c:pt idx="40">
                  <c:v>44985</c:v>
                </c:pt>
                <c:pt idx="41">
                  <c:v>44957</c:v>
                </c:pt>
                <c:pt idx="42">
                  <c:v>44926</c:v>
                </c:pt>
                <c:pt idx="43">
                  <c:v>44895</c:v>
                </c:pt>
                <c:pt idx="44">
                  <c:v>44865</c:v>
                </c:pt>
                <c:pt idx="45">
                  <c:v>44834</c:v>
                </c:pt>
                <c:pt idx="46">
                  <c:v>44804</c:v>
                </c:pt>
                <c:pt idx="47">
                  <c:v>44773</c:v>
                </c:pt>
                <c:pt idx="48">
                  <c:v>44742</c:v>
                </c:pt>
                <c:pt idx="49">
                  <c:v>44712</c:v>
                </c:pt>
                <c:pt idx="50">
                  <c:v>44681</c:v>
                </c:pt>
                <c:pt idx="51">
                  <c:v>44651</c:v>
                </c:pt>
                <c:pt idx="52">
                  <c:v>44620</c:v>
                </c:pt>
                <c:pt idx="53">
                  <c:v>44592</c:v>
                </c:pt>
                <c:pt idx="54">
                  <c:v>44561</c:v>
                </c:pt>
                <c:pt idx="55">
                  <c:v>44530</c:v>
                </c:pt>
                <c:pt idx="56">
                  <c:v>44500</c:v>
                </c:pt>
                <c:pt idx="57">
                  <c:v>44469</c:v>
                </c:pt>
                <c:pt idx="58">
                  <c:v>44439</c:v>
                </c:pt>
                <c:pt idx="59">
                  <c:v>44408</c:v>
                </c:pt>
                <c:pt idx="60">
                  <c:v>44377</c:v>
                </c:pt>
                <c:pt idx="61">
                  <c:v>44347</c:v>
                </c:pt>
                <c:pt idx="62">
                  <c:v>44316</c:v>
                </c:pt>
                <c:pt idx="63">
                  <c:v>44286</c:v>
                </c:pt>
                <c:pt idx="64">
                  <c:v>44255</c:v>
                </c:pt>
                <c:pt idx="65">
                  <c:v>44227</c:v>
                </c:pt>
                <c:pt idx="66">
                  <c:v>44196</c:v>
                </c:pt>
                <c:pt idx="67">
                  <c:v>44165</c:v>
                </c:pt>
                <c:pt idx="68">
                  <c:v>44135</c:v>
                </c:pt>
                <c:pt idx="69">
                  <c:v>44104</c:v>
                </c:pt>
                <c:pt idx="70">
                  <c:v>44074</c:v>
                </c:pt>
                <c:pt idx="71">
                  <c:v>44043</c:v>
                </c:pt>
                <c:pt idx="72">
                  <c:v>44012</c:v>
                </c:pt>
                <c:pt idx="73">
                  <c:v>43982</c:v>
                </c:pt>
                <c:pt idx="74">
                  <c:v>43951</c:v>
                </c:pt>
                <c:pt idx="75">
                  <c:v>43921</c:v>
                </c:pt>
                <c:pt idx="76">
                  <c:v>43890</c:v>
                </c:pt>
                <c:pt idx="77">
                  <c:v>43861</c:v>
                </c:pt>
                <c:pt idx="78">
                  <c:v>43830</c:v>
                </c:pt>
                <c:pt idx="79">
                  <c:v>43799</c:v>
                </c:pt>
                <c:pt idx="80">
                  <c:v>43769</c:v>
                </c:pt>
                <c:pt idx="81">
                  <c:v>43738</c:v>
                </c:pt>
                <c:pt idx="82">
                  <c:v>43708</c:v>
                </c:pt>
                <c:pt idx="83">
                  <c:v>43677</c:v>
                </c:pt>
                <c:pt idx="84">
                  <c:v>43646</c:v>
                </c:pt>
                <c:pt idx="85">
                  <c:v>43616</c:v>
                </c:pt>
                <c:pt idx="86">
                  <c:v>43585</c:v>
                </c:pt>
                <c:pt idx="87">
                  <c:v>43555</c:v>
                </c:pt>
                <c:pt idx="88">
                  <c:v>43524</c:v>
                </c:pt>
                <c:pt idx="89">
                  <c:v>43496</c:v>
                </c:pt>
                <c:pt idx="90">
                  <c:v>43465</c:v>
                </c:pt>
                <c:pt idx="91">
                  <c:v>43434</c:v>
                </c:pt>
                <c:pt idx="92">
                  <c:v>43404</c:v>
                </c:pt>
                <c:pt idx="93">
                  <c:v>43373</c:v>
                </c:pt>
                <c:pt idx="94">
                  <c:v>43343</c:v>
                </c:pt>
                <c:pt idx="95">
                  <c:v>43312</c:v>
                </c:pt>
                <c:pt idx="96">
                  <c:v>43281</c:v>
                </c:pt>
                <c:pt idx="97">
                  <c:v>43251</c:v>
                </c:pt>
                <c:pt idx="98">
                  <c:v>43220</c:v>
                </c:pt>
                <c:pt idx="99">
                  <c:v>43190</c:v>
                </c:pt>
                <c:pt idx="100">
                  <c:v>43159</c:v>
                </c:pt>
                <c:pt idx="101">
                  <c:v>43131</c:v>
                </c:pt>
                <c:pt idx="102">
                  <c:v>43100</c:v>
                </c:pt>
                <c:pt idx="103">
                  <c:v>43069</c:v>
                </c:pt>
                <c:pt idx="104">
                  <c:v>43039</c:v>
                </c:pt>
                <c:pt idx="105">
                  <c:v>43008</c:v>
                </c:pt>
                <c:pt idx="106">
                  <c:v>42978</c:v>
                </c:pt>
                <c:pt idx="107">
                  <c:v>42947</c:v>
                </c:pt>
                <c:pt idx="108">
                  <c:v>42916</c:v>
                </c:pt>
                <c:pt idx="109">
                  <c:v>42886</c:v>
                </c:pt>
                <c:pt idx="110">
                  <c:v>42855</c:v>
                </c:pt>
                <c:pt idx="111">
                  <c:v>42825</c:v>
                </c:pt>
                <c:pt idx="112">
                  <c:v>42794</c:v>
                </c:pt>
                <c:pt idx="113">
                  <c:v>42766</c:v>
                </c:pt>
                <c:pt idx="114">
                  <c:v>42735</c:v>
                </c:pt>
                <c:pt idx="115">
                  <c:v>42704</c:v>
                </c:pt>
                <c:pt idx="116">
                  <c:v>42674</c:v>
                </c:pt>
                <c:pt idx="117">
                  <c:v>42643</c:v>
                </c:pt>
                <c:pt idx="118">
                  <c:v>42613</c:v>
                </c:pt>
                <c:pt idx="119">
                  <c:v>42582</c:v>
                </c:pt>
                <c:pt idx="120">
                  <c:v>42551</c:v>
                </c:pt>
                <c:pt idx="121">
                  <c:v>42521</c:v>
                </c:pt>
                <c:pt idx="122">
                  <c:v>42490</c:v>
                </c:pt>
                <c:pt idx="123">
                  <c:v>42460</c:v>
                </c:pt>
                <c:pt idx="124">
                  <c:v>42429</c:v>
                </c:pt>
                <c:pt idx="125">
                  <c:v>42400</c:v>
                </c:pt>
                <c:pt idx="126">
                  <c:v>42369</c:v>
                </c:pt>
                <c:pt idx="127">
                  <c:v>42338</c:v>
                </c:pt>
                <c:pt idx="128">
                  <c:v>42308</c:v>
                </c:pt>
                <c:pt idx="129">
                  <c:v>42277</c:v>
                </c:pt>
                <c:pt idx="130">
                  <c:v>42247</c:v>
                </c:pt>
                <c:pt idx="131">
                  <c:v>42216</c:v>
                </c:pt>
                <c:pt idx="132">
                  <c:v>42185</c:v>
                </c:pt>
                <c:pt idx="133">
                  <c:v>42155</c:v>
                </c:pt>
                <c:pt idx="134">
                  <c:v>42124</c:v>
                </c:pt>
                <c:pt idx="135">
                  <c:v>42094</c:v>
                </c:pt>
                <c:pt idx="136">
                  <c:v>42063</c:v>
                </c:pt>
                <c:pt idx="137">
                  <c:v>42035</c:v>
                </c:pt>
                <c:pt idx="138">
                  <c:v>42004</c:v>
                </c:pt>
                <c:pt idx="139">
                  <c:v>41973</c:v>
                </c:pt>
                <c:pt idx="140">
                  <c:v>41943</c:v>
                </c:pt>
                <c:pt idx="141">
                  <c:v>41912</c:v>
                </c:pt>
                <c:pt idx="142">
                  <c:v>41882</c:v>
                </c:pt>
                <c:pt idx="143">
                  <c:v>41851</c:v>
                </c:pt>
                <c:pt idx="144">
                  <c:v>41820</c:v>
                </c:pt>
                <c:pt idx="145">
                  <c:v>41790</c:v>
                </c:pt>
                <c:pt idx="146">
                  <c:v>41759</c:v>
                </c:pt>
                <c:pt idx="147">
                  <c:v>41729</c:v>
                </c:pt>
                <c:pt idx="148">
                  <c:v>41698</c:v>
                </c:pt>
                <c:pt idx="149">
                  <c:v>41670</c:v>
                </c:pt>
                <c:pt idx="150">
                  <c:v>41639</c:v>
                </c:pt>
                <c:pt idx="151">
                  <c:v>41608</c:v>
                </c:pt>
                <c:pt idx="152">
                  <c:v>41578</c:v>
                </c:pt>
                <c:pt idx="153">
                  <c:v>41547</c:v>
                </c:pt>
                <c:pt idx="154">
                  <c:v>41517</c:v>
                </c:pt>
                <c:pt idx="155">
                  <c:v>41486</c:v>
                </c:pt>
                <c:pt idx="156">
                  <c:v>41455</c:v>
                </c:pt>
                <c:pt idx="157">
                  <c:v>41425</c:v>
                </c:pt>
                <c:pt idx="158">
                  <c:v>41394</c:v>
                </c:pt>
                <c:pt idx="159">
                  <c:v>41364</c:v>
                </c:pt>
                <c:pt idx="160">
                  <c:v>41333</c:v>
                </c:pt>
                <c:pt idx="161">
                  <c:v>41305</c:v>
                </c:pt>
                <c:pt idx="162">
                  <c:v>41274</c:v>
                </c:pt>
                <c:pt idx="163">
                  <c:v>41243</c:v>
                </c:pt>
                <c:pt idx="164">
                  <c:v>41213</c:v>
                </c:pt>
                <c:pt idx="165">
                  <c:v>41182</c:v>
                </c:pt>
                <c:pt idx="166">
                  <c:v>41152</c:v>
                </c:pt>
                <c:pt idx="167">
                  <c:v>41121</c:v>
                </c:pt>
                <c:pt idx="168">
                  <c:v>41090</c:v>
                </c:pt>
                <c:pt idx="169">
                  <c:v>41060</c:v>
                </c:pt>
                <c:pt idx="170">
                  <c:v>41029</c:v>
                </c:pt>
                <c:pt idx="171">
                  <c:v>40999</c:v>
                </c:pt>
                <c:pt idx="172">
                  <c:v>40968</c:v>
                </c:pt>
                <c:pt idx="173">
                  <c:v>40939</c:v>
                </c:pt>
                <c:pt idx="174">
                  <c:v>40908</c:v>
                </c:pt>
                <c:pt idx="175">
                  <c:v>40877</c:v>
                </c:pt>
                <c:pt idx="176">
                  <c:v>40847</c:v>
                </c:pt>
                <c:pt idx="177">
                  <c:v>40816</c:v>
                </c:pt>
                <c:pt idx="178">
                  <c:v>40786</c:v>
                </c:pt>
                <c:pt idx="179">
                  <c:v>40755</c:v>
                </c:pt>
                <c:pt idx="180">
                  <c:v>40724</c:v>
                </c:pt>
                <c:pt idx="181">
                  <c:v>40694</c:v>
                </c:pt>
                <c:pt idx="182">
                  <c:v>40663</c:v>
                </c:pt>
                <c:pt idx="183">
                  <c:v>40633</c:v>
                </c:pt>
                <c:pt idx="184">
                  <c:v>40602</c:v>
                </c:pt>
                <c:pt idx="185">
                  <c:v>40574</c:v>
                </c:pt>
                <c:pt idx="186">
                  <c:v>40543</c:v>
                </c:pt>
                <c:pt idx="187">
                  <c:v>40512</c:v>
                </c:pt>
                <c:pt idx="188">
                  <c:v>40482</c:v>
                </c:pt>
                <c:pt idx="189">
                  <c:v>40451</c:v>
                </c:pt>
                <c:pt idx="190">
                  <c:v>40421</c:v>
                </c:pt>
                <c:pt idx="191">
                  <c:v>40390</c:v>
                </c:pt>
                <c:pt idx="192">
                  <c:v>40359</c:v>
                </c:pt>
                <c:pt idx="193">
                  <c:v>40329</c:v>
                </c:pt>
                <c:pt idx="194">
                  <c:v>40298</c:v>
                </c:pt>
                <c:pt idx="195">
                  <c:v>40268</c:v>
                </c:pt>
                <c:pt idx="196">
                  <c:v>40237</c:v>
                </c:pt>
                <c:pt idx="197">
                  <c:v>40209</c:v>
                </c:pt>
                <c:pt idx="198">
                  <c:v>40178</c:v>
                </c:pt>
                <c:pt idx="199">
                  <c:v>40147</c:v>
                </c:pt>
                <c:pt idx="200">
                  <c:v>40117</c:v>
                </c:pt>
                <c:pt idx="201">
                  <c:v>40086</c:v>
                </c:pt>
                <c:pt idx="202">
                  <c:v>40056</c:v>
                </c:pt>
                <c:pt idx="203">
                  <c:v>40025</c:v>
                </c:pt>
                <c:pt idx="204">
                  <c:v>39994</c:v>
                </c:pt>
                <c:pt idx="205">
                  <c:v>39964</c:v>
                </c:pt>
                <c:pt idx="206">
                  <c:v>39933</c:v>
                </c:pt>
                <c:pt idx="207">
                  <c:v>39903</c:v>
                </c:pt>
                <c:pt idx="208">
                  <c:v>39872</c:v>
                </c:pt>
                <c:pt idx="209">
                  <c:v>39844</c:v>
                </c:pt>
                <c:pt idx="210">
                  <c:v>39813</c:v>
                </c:pt>
                <c:pt idx="211">
                  <c:v>39782</c:v>
                </c:pt>
                <c:pt idx="212">
                  <c:v>39752</c:v>
                </c:pt>
                <c:pt idx="213">
                  <c:v>39721</c:v>
                </c:pt>
                <c:pt idx="214">
                  <c:v>39691</c:v>
                </c:pt>
                <c:pt idx="215">
                  <c:v>39660</c:v>
                </c:pt>
                <c:pt idx="216">
                  <c:v>39629</c:v>
                </c:pt>
                <c:pt idx="217">
                  <c:v>39599</c:v>
                </c:pt>
                <c:pt idx="218">
                  <c:v>39568</c:v>
                </c:pt>
                <c:pt idx="219">
                  <c:v>39538</c:v>
                </c:pt>
                <c:pt idx="220">
                  <c:v>39507</c:v>
                </c:pt>
                <c:pt idx="221">
                  <c:v>39478</c:v>
                </c:pt>
                <c:pt idx="222">
                  <c:v>39447</c:v>
                </c:pt>
                <c:pt idx="223">
                  <c:v>39416</c:v>
                </c:pt>
                <c:pt idx="224">
                  <c:v>39386</c:v>
                </c:pt>
                <c:pt idx="225">
                  <c:v>39355</c:v>
                </c:pt>
                <c:pt idx="226">
                  <c:v>39325</c:v>
                </c:pt>
                <c:pt idx="227">
                  <c:v>39294</c:v>
                </c:pt>
                <c:pt idx="228">
                  <c:v>39263</c:v>
                </c:pt>
                <c:pt idx="229">
                  <c:v>39233</c:v>
                </c:pt>
                <c:pt idx="230">
                  <c:v>39202</c:v>
                </c:pt>
                <c:pt idx="231">
                  <c:v>39172</c:v>
                </c:pt>
                <c:pt idx="232">
                  <c:v>39141</c:v>
                </c:pt>
                <c:pt idx="233">
                  <c:v>39113</c:v>
                </c:pt>
                <c:pt idx="234">
                  <c:v>39082</c:v>
                </c:pt>
                <c:pt idx="235">
                  <c:v>39051</c:v>
                </c:pt>
                <c:pt idx="236">
                  <c:v>39021</c:v>
                </c:pt>
                <c:pt idx="237">
                  <c:v>38990</c:v>
                </c:pt>
                <c:pt idx="238">
                  <c:v>38960</c:v>
                </c:pt>
                <c:pt idx="239">
                  <c:v>38929</c:v>
                </c:pt>
                <c:pt idx="240">
                  <c:v>38898</c:v>
                </c:pt>
                <c:pt idx="241">
                  <c:v>38868</c:v>
                </c:pt>
                <c:pt idx="242">
                  <c:v>38837</c:v>
                </c:pt>
                <c:pt idx="243">
                  <c:v>38807</c:v>
                </c:pt>
                <c:pt idx="244">
                  <c:v>38776</c:v>
                </c:pt>
                <c:pt idx="245">
                  <c:v>38748</c:v>
                </c:pt>
                <c:pt idx="246">
                  <c:v>38717</c:v>
                </c:pt>
                <c:pt idx="247">
                  <c:v>38686</c:v>
                </c:pt>
                <c:pt idx="248">
                  <c:v>38656</c:v>
                </c:pt>
                <c:pt idx="249">
                  <c:v>38625</c:v>
                </c:pt>
                <c:pt idx="250">
                  <c:v>38595</c:v>
                </c:pt>
                <c:pt idx="251">
                  <c:v>38564</c:v>
                </c:pt>
                <c:pt idx="252">
                  <c:v>38533</c:v>
                </c:pt>
                <c:pt idx="253">
                  <c:v>38503</c:v>
                </c:pt>
                <c:pt idx="254">
                  <c:v>38472</c:v>
                </c:pt>
                <c:pt idx="255">
                  <c:v>38442</c:v>
                </c:pt>
                <c:pt idx="256">
                  <c:v>38411</c:v>
                </c:pt>
                <c:pt idx="257">
                  <c:v>38383</c:v>
                </c:pt>
                <c:pt idx="258">
                  <c:v>38352</c:v>
                </c:pt>
                <c:pt idx="259">
                  <c:v>38321</c:v>
                </c:pt>
                <c:pt idx="260">
                  <c:v>38291</c:v>
                </c:pt>
                <c:pt idx="261">
                  <c:v>38260</c:v>
                </c:pt>
                <c:pt idx="262">
                  <c:v>38230</c:v>
                </c:pt>
                <c:pt idx="263">
                  <c:v>38199</c:v>
                </c:pt>
                <c:pt idx="264">
                  <c:v>38168</c:v>
                </c:pt>
                <c:pt idx="265">
                  <c:v>38138</c:v>
                </c:pt>
                <c:pt idx="266">
                  <c:v>38107</c:v>
                </c:pt>
                <c:pt idx="267">
                  <c:v>38077</c:v>
                </c:pt>
                <c:pt idx="268">
                  <c:v>38046</c:v>
                </c:pt>
                <c:pt idx="269">
                  <c:v>38017</c:v>
                </c:pt>
                <c:pt idx="270">
                  <c:v>37986</c:v>
                </c:pt>
                <c:pt idx="271">
                  <c:v>37955</c:v>
                </c:pt>
                <c:pt idx="272">
                  <c:v>37925</c:v>
                </c:pt>
                <c:pt idx="273">
                  <c:v>37894</c:v>
                </c:pt>
                <c:pt idx="274">
                  <c:v>37864</c:v>
                </c:pt>
                <c:pt idx="275">
                  <c:v>37833</c:v>
                </c:pt>
                <c:pt idx="276">
                  <c:v>37802</c:v>
                </c:pt>
                <c:pt idx="277">
                  <c:v>37772</c:v>
                </c:pt>
                <c:pt idx="278">
                  <c:v>37741</c:v>
                </c:pt>
                <c:pt idx="279">
                  <c:v>37711</c:v>
                </c:pt>
                <c:pt idx="280">
                  <c:v>37680</c:v>
                </c:pt>
                <c:pt idx="281">
                  <c:v>37652</c:v>
                </c:pt>
                <c:pt idx="282">
                  <c:v>37621</c:v>
                </c:pt>
                <c:pt idx="283">
                  <c:v>37590</c:v>
                </c:pt>
                <c:pt idx="284">
                  <c:v>37560</c:v>
                </c:pt>
                <c:pt idx="285">
                  <c:v>37529</c:v>
                </c:pt>
                <c:pt idx="286">
                  <c:v>37499</c:v>
                </c:pt>
                <c:pt idx="287">
                  <c:v>37468</c:v>
                </c:pt>
                <c:pt idx="288">
                  <c:v>37437</c:v>
                </c:pt>
                <c:pt idx="289">
                  <c:v>37407</c:v>
                </c:pt>
                <c:pt idx="290">
                  <c:v>37376</c:v>
                </c:pt>
                <c:pt idx="291">
                  <c:v>37346</c:v>
                </c:pt>
                <c:pt idx="292">
                  <c:v>37315</c:v>
                </c:pt>
                <c:pt idx="293">
                  <c:v>37287</c:v>
                </c:pt>
                <c:pt idx="294">
                  <c:v>37256</c:v>
                </c:pt>
                <c:pt idx="295">
                  <c:v>37225</c:v>
                </c:pt>
                <c:pt idx="296">
                  <c:v>37195</c:v>
                </c:pt>
                <c:pt idx="297">
                  <c:v>37164</c:v>
                </c:pt>
                <c:pt idx="298">
                  <c:v>37134</c:v>
                </c:pt>
                <c:pt idx="299">
                  <c:v>37103</c:v>
                </c:pt>
                <c:pt idx="300">
                  <c:v>37072</c:v>
                </c:pt>
                <c:pt idx="301">
                  <c:v>37042</c:v>
                </c:pt>
                <c:pt idx="302">
                  <c:v>37011</c:v>
                </c:pt>
                <c:pt idx="303">
                  <c:v>36981</c:v>
                </c:pt>
                <c:pt idx="304">
                  <c:v>36950</c:v>
                </c:pt>
                <c:pt idx="305">
                  <c:v>36922</c:v>
                </c:pt>
                <c:pt idx="306">
                  <c:v>36891</c:v>
                </c:pt>
                <c:pt idx="307">
                  <c:v>36860</c:v>
                </c:pt>
                <c:pt idx="308">
                  <c:v>36830</c:v>
                </c:pt>
                <c:pt idx="309">
                  <c:v>36799</c:v>
                </c:pt>
                <c:pt idx="310">
                  <c:v>36769</c:v>
                </c:pt>
                <c:pt idx="311">
                  <c:v>36738</c:v>
                </c:pt>
                <c:pt idx="312">
                  <c:v>36707</c:v>
                </c:pt>
                <c:pt idx="313">
                  <c:v>36677</c:v>
                </c:pt>
                <c:pt idx="314">
                  <c:v>36646</c:v>
                </c:pt>
                <c:pt idx="315">
                  <c:v>36616</c:v>
                </c:pt>
                <c:pt idx="316">
                  <c:v>36585</c:v>
                </c:pt>
                <c:pt idx="317">
                  <c:v>36556</c:v>
                </c:pt>
                <c:pt idx="318">
                  <c:v>36525</c:v>
                </c:pt>
                <c:pt idx="319">
                  <c:v>36494</c:v>
                </c:pt>
                <c:pt idx="320">
                  <c:v>36464</c:v>
                </c:pt>
                <c:pt idx="321">
                  <c:v>36433</c:v>
                </c:pt>
                <c:pt idx="322">
                  <c:v>36403</c:v>
                </c:pt>
                <c:pt idx="323">
                  <c:v>36372</c:v>
                </c:pt>
                <c:pt idx="324">
                  <c:v>36341</c:v>
                </c:pt>
                <c:pt idx="325">
                  <c:v>36311</c:v>
                </c:pt>
                <c:pt idx="326">
                  <c:v>36280</c:v>
                </c:pt>
                <c:pt idx="327">
                  <c:v>36250</c:v>
                </c:pt>
                <c:pt idx="328">
                  <c:v>36219</c:v>
                </c:pt>
                <c:pt idx="329">
                  <c:v>36191</c:v>
                </c:pt>
                <c:pt idx="330">
                  <c:v>36160</c:v>
                </c:pt>
                <c:pt idx="331">
                  <c:v>36129</c:v>
                </c:pt>
                <c:pt idx="332">
                  <c:v>36099</c:v>
                </c:pt>
                <c:pt idx="333">
                  <c:v>36068</c:v>
                </c:pt>
                <c:pt idx="334">
                  <c:v>36038</c:v>
                </c:pt>
                <c:pt idx="335">
                  <c:v>36007</c:v>
                </c:pt>
                <c:pt idx="336">
                  <c:v>35976</c:v>
                </c:pt>
                <c:pt idx="337">
                  <c:v>35946</c:v>
                </c:pt>
                <c:pt idx="338">
                  <c:v>35915</c:v>
                </c:pt>
                <c:pt idx="339">
                  <c:v>35885</c:v>
                </c:pt>
                <c:pt idx="340">
                  <c:v>35854</c:v>
                </c:pt>
                <c:pt idx="341">
                  <c:v>35826</c:v>
                </c:pt>
                <c:pt idx="342">
                  <c:v>35795</c:v>
                </c:pt>
                <c:pt idx="343">
                  <c:v>35764</c:v>
                </c:pt>
                <c:pt idx="344">
                  <c:v>35734</c:v>
                </c:pt>
                <c:pt idx="345">
                  <c:v>35703</c:v>
                </c:pt>
                <c:pt idx="346">
                  <c:v>35673</c:v>
                </c:pt>
                <c:pt idx="347">
                  <c:v>35642</c:v>
                </c:pt>
                <c:pt idx="348">
                  <c:v>35611</c:v>
                </c:pt>
                <c:pt idx="349">
                  <c:v>35581</c:v>
                </c:pt>
                <c:pt idx="350">
                  <c:v>35550</c:v>
                </c:pt>
                <c:pt idx="351">
                  <c:v>35520</c:v>
                </c:pt>
                <c:pt idx="352">
                  <c:v>35489</c:v>
                </c:pt>
                <c:pt idx="353">
                  <c:v>35461</c:v>
                </c:pt>
                <c:pt idx="354">
                  <c:v>35430</c:v>
                </c:pt>
                <c:pt idx="355">
                  <c:v>35399</c:v>
                </c:pt>
                <c:pt idx="356">
                  <c:v>35369</c:v>
                </c:pt>
                <c:pt idx="357">
                  <c:v>35338</c:v>
                </c:pt>
                <c:pt idx="358">
                  <c:v>35308</c:v>
                </c:pt>
                <c:pt idx="359">
                  <c:v>35277</c:v>
                </c:pt>
                <c:pt idx="360">
                  <c:v>35246</c:v>
                </c:pt>
                <c:pt idx="361">
                  <c:v>35216</c:v>
                </c:pt>
                <c:pt idx="362">
                  <c:v>35185</c:v>
                </c:pt>
                <c:pt idx="363">
                  <c:v>35155</c:v>
                </c:pt>
                <c:pt idx="364">
                  <c:v>35124</c:v>
                </c:pt>
                <c:pt idx="365">
                  <c:v>35095</c:v>
                </c:pt>
                <c:pt idx="366">
                  <c:v>35064</c:v>
                </c:pt>
                <c:pt idx="367">
                  <c:v>35033</c:v>
                </c:pt>
                <c:pt idx="368">
                  <c:v>35003</c:v>
                </c:pt>
                <c:pt idx="369">
                  <c:v>34972</c:v>
                </c:pt>
                <c:pt idx="370">
                  <c:v>34942</c:v>
                </c:pt>
                <c:pt idx="371">
                  <c:v>34911</c:v>
                </c:pt>
                <c:pt idx="372">
                  <c:v>34880</c:v>
                </c:pt>
                <c:pt idx="373">
                  <c:v>34850</c:v>
                </c:pt>
                <c:pt idx="374">
                  <c:v>34819</c:v>
                </c:pt>
                <c:pt idx="375">
                  <c:v>34789</c:v>
                </c:pt>
                <c:pt idx="376">
                  <c:v>34758</c:v>
                </c:pt>
                <c:pt idx="377">
                  <c:v>34730</c:v>
                </c:pt>
                <c:pt idx="378">
                  <c:v>34699</c:v>
                </c:pt>
                <c:pt idx="379">
                  <c:v>34668</c:v>
                </c:pt>
                <c:pt idx="380">
                  <c:v>34638</c:v>
                </c:pt>
                <c:pt idx="381">
                  <c:v>34607</c:v>
                </c:pt>
                <c:pt idx="382">
                  <c:v>34577</c:v>
                </c:pt>
                <c:pt idx="383">
                  <c:v>34546</c:v>
                </c:pt>
                <c:pt idx="384">
                  <c:v>34515</c:v>
                </c:pt>
                <c:pt idx="385">
                  <c:v>34485</c:v>
                </c:pt>
                <c:pt idx="386">
                  <c:v>34454</c:v>
                </c:pt>
                <c:pt idx="387">
                  <c:v>34424</c:v>
                </c:pt>
                <c:pt idx="388">
                  <c:v>34393</c:v>
                </c:pt>
                <c:pt idx="389">
                  <c:v>34365</c:v>
                </c:pt>
                <c:pt idx="390">
                  <c:v>34334</c:v>
                </c:pt>
                <c:pt idx="391">
                  <c:v>34303</c:v>
                </c:pt>
                <c:pt idx="392">
                  <c:v>34273</c:v>
                </c:pt>
                <c:pt idx="393">
                  <c:v>34242</c:v>
                </c:pt>
                <c:pt idx="394">
                  <c:v>34212</c:v>
                </c:pt>
              </c:numCache>
            </c:numRef>
          </c:cat>
          <c:val>
            <c:numRef>
              <c:f>美元指数!$D$5:$D$399</c:f>
              <c:numCache>
                <c:formatCode>#,##0.0000_ </c:formatCode>
                <c:ptCount val="395"/>
                <c:pt idx="0">
                  <c:v>101.4559</c:v>
                </c:pt>
                <c:pt idx="1">
                  <c:v>98.925899999999999</c:v>
                </c:pt>
                <c:pt idx="2">
                  <c:v>98.099699999999999</c:v>
                </c:pt>
                <c:pt idx="3">
                  <c:v>99.881699999999995</c:v>
                </c:pt>
                <c:pt idx="4">
                  <c:v>97.644300000000001</c:v>
                </c:pt>
                <c:pt idx="5">
                  <c:v>97.115199999999987</c:v>
                </c:pt>
                <c:pt idx="6">
                  <c:v>98.269599999999997</c:v>
                </c:pt>
                <c:pt idx="7">
                  <c:v>99.43910000000001</c:v>
                </c:pt>
                <c:pt idx="8">
                  <c:v>99.730800000000002</c:v>
                </c:pt>
                <c:pt idx="9">
                  <c:v>97.822400000000016</c:v>
                </c:pt>
                <c:pt idx="10">
                  <c:v>97.847699999999989</c:v>
                </c:pt>
                <c:pt idx="11">
                  <c:v>100.04889999999999</c:v>
                </c:pt>
                <c:pt idx="12">
                  <c:v>96.772299999999987</c:v>
                </c:pt>
                <c:pt idx="13">
                  <c:v>99.439300000000003</c:v>
                </c:pt>
                <c:pt idx="14">
                  <c:v>99.640300000000011</c:v>
                </c:pt>
                <c:pt idx="15">
                  <c:v>104.1921</c:v>
                </c:pt>
                <c:pt idx="16">
                  <c:v>107.56440000000001</c:v>
                </c:pt>
                <c:pt idx="17">
                  <c:v>108.51599999999999</c:v>
                </c:pt>
                <c:pt idx="18">
                  <c:v>108.48159999999999</c:v>
                </c:pt>
                <c:pt idx="19">
                  <c:v>105.7761</c:v>
                </c:pt>
                <c:pt idx="20">
                  <c:v>103.8939</c:v>
                </c:pt>
                <c:pt idx="21">
                  <c:v>100.7604</c:v>
                </c:pt>
                <c:pt idx="22">
                  <c:v>101.732</c:v>
                </c:pt>
                <c:pt idx="23">
                  <c:v>104.0574</c:v>
                </c:pt>
                <c:pt idx="24">
                  <c:v>105.84270000000001</c:v>
                </c:pt>
                <c:pt idx="25">
                  <c:v>104.63179999999998</c:v>
                </c:pt>
                <c:pt idx="26">
                  <c:v>106.3369</c:v>
                </c:pt>
                <c:pt idx="27">
                  <c:v>104.50699999999999</c:v>
                </c:pt>
                <c:pt idx="28">
                  <c:v>104.13589999999999</c:v>
                </c:pt>
                <c:pt idx="29">
                  <c:v>103.5235</c:v>
                </c:pt>
                <c:pt idx="30">
                  <c:v>101.37780000000001</c:v>
                </c:pt>
                <c:pt idx="31">
                  <c:v>103.5064</c:v>
                </c:pt>
                <c:pt idx="32">
                  <c:v>106.7227</c:v>
                </c:pt>
                <c:pt idx="33">
                  <c:v>106.1919</c:v>
                </c:pt>
                <c:pt idx="34">
                  <c:v>103.62790000000001</c:v>
                </c:pt>
                <c:pt idx="35">
                  <c:v>101.8784</c:v>
                </c:pt>
                <c:pt idx="36">
                  <c:v>103.3788</c:v>
                </c:pt>
                <c:pt idx="37">
                  <c:v>104.2208</c:v>
                </c:pt>
                <c:pt idx="38">
                  <c:v>101.66449999999999</c:v>
                </c:pt>
                <c:pt idx="39">
                  <c:v>102.59700000000001</c:v>
                </c:pt>
                <c:pt idx="40">
                  <c:v>104.98679999999999</c:v>
                </c:pt>
                <c:pt idx="41">
                  <c:v>102.10369999999999</c:v>
                </c:pt>
                <c:pt idx="42">
                  <c:v>103.48949999999999</c:v>
                </c:pt>
                <c:pt idx="43">
                  <c:v>105.9765</c:v>
                </c:pt>
                <c:pt idx="44">
                  <c:v>111.6036</c:v>
                </c:pt>
                <c:pt idx="45">
                  <c:v>112.1511</c:v>
                </c:pt>
                <c:pt idx="46">
                  <c:v>108.67959999999999</c:v>
                </c:pt>
                <c:pt idx="47">
                  <c:v>105.8361</c:v>
                </c:pt>
                <c:pt idx="48">
                  <c:v>104.70570000000001</c:v>
                </c:pt>
                <c:pt idx="49">
                  <c:v>101.76789999999998</c:v>
                </c:pt>
                <c:pt idx="50">
                  <c:v>103.21729999999999</c:v>
                </c:pt>
                <c:pt idx="51">
                  <c:v>98.361800000000002</c:v>
                </c:pt>
                <c:pt idx="52">
                  <c:v>96.706299999999999</c:v>
                </c:pt>
                <c:pt idx="53">
                  <c:v>96.636899999999997</c:v>
                </c:pt>
                <c:pt idx="54">
                  <c:v>95.970100000000002</c:v>
                </c:pt>
                <c:pt idx="55">
                  <c:v>95.897000000000006</c:v>
                </c:pt>
                <c:pt idx="56">
                  <c:v>94.140799999999999</c:v>
                </c:pt>
                <c:pt idx="57">
                  <c:v>94.263800000000003</c:v>
                </c:pt>
                <c:pt idx="58">
                  <c:v>92.653999999999996</c:v>
                </c:pt>
                <c:pt idx="59">
                  <c:v>92.103200000000001</c:v>
                </c:pt>
                <c:pt idx="60">
                  <c:v>92.367099999999994</c:v>
                </c:pt>
                <c:pt idx="61">
                  <c:v>89.846699999999998</c:v>
                </c:pt>
                <c:pt idx="62">
                  <c:v>91.298500000000004</c:v>
                </c:pt>
                <c:pt idx="63">
                  <c:v>93.183899999999994</c:v>
                </c:pt>
                <c:pt idx="64">
                  <c:v>90.939899999999994</c:v>
                </c:pt>
                <c:pt idx="65">
                  <c:v>90.538199999999989</c:v>
                </c:pt>
                <c:pt idx="66">
                  <c:v>89.958299999999994</c:v>
                </c:pt>
                <c:pt idx="67">
                  <c:v>92.033000000000001</c:v>
                </c:pt>
                <c:pt idx="68">
                  <c:v>94.017499999999998</c:v>
                </c:pt>
                <c:pt idx="69">
                  <c:v>93.847999999999999</c:v>
                </c:pt>
                <c:pt idx="70">
                  <c:v>92.171099999999996</c:v>
                </c:pt>
                <c:pt idx="71">
                  <c:v>93.484099999999998</c:v>
                </c:pt>
                <c:pt idx="72">
                  <c:v>97.384100000000004</c:v>
                </c:pt>
                <c:pt idx="73">
                  <c:v>98.262799999999999</c:v>
                </c:pt>
                <c:pt idx="74">
                  <c:v>99.0167</c:v>
                </c:pt>
                <c:pt idx="75">
                  <c:v>98.9636</c:v>
                </c:pt>
                <c:pt idx="76">
                  <c:v>98.13300000000001</c:v>
                </c:pt>
                <c:pt idx="77">
                  <c:v>97.361399999999989</c:v>
                </c:pt>
                <c:pt idx="78">
                  <c:v>96.448099999999997</c:v>
                </c:pt>
                <c:pt idx="79">
                  <c:v>98.280400000000014</c:v>
                </c:pt>
                <c:pt idx="80">
                  <c:v>97.313299999999998</c:v>
                </c:pt>
                <c:pt idx="81">
                  <c:v>99.40209999999999</c:v>
                </c:pt>
                <c:pt idx="82">
                  <c:v>98.83659999999999</c:v>
                </c:pt>
                <c:pt idx="83">
                  <c:v>98.566699999999997</c:v>
                </c:pt>
                <c:pt idx="84">
                  <c:v>96.192999999999998</c:v>
                </c:pt>
                <c:pt idx="85">
                  <c:v>97.773999999999987</c:v>
                </c:pt>
                <c:pt idx="86">
                  <c:v>97.523499999999999</c:v>
                </c:pt>
                <c:pt idx="87">
                  <c:v>97.245599999999996</c:v>
                </c:pt>
                <c:pt idx="88">
                  <c:v>96.221799999999988</c:v>
                </c:pt>
                <c:pt idx="89">
                  <c:v>95.553299999999993</c:v>
                </c:pt>
                <c:pt idx="90">
                  <c:v>96.074100000000001</c:v>
                </c:pt>
                <c:pt idx="91">
                  <c:v>97.199700000000007</c:v>
                </c:pt>
                <c:pt idx="92">
                  <c:v>97.130099999999999</c:v>
                </c:pt>
                <c:pt idx="93">
                  <c:v>95.190399999999997</c:v>
                </c:pt>
                <c:pt idx="94">
                  <c:v>95.121299999999991</c:v>
                </c:pt>
                <c:pt idx="95">
                  <c:v>94.537199999999999</c:v>
                </c:pt>
                <c:pt idx="96">
                  <c:v>94.518299999999996</c:v>
                </c:pt>
                <c:pt idx="97">
                  <c:v>93.985900000000001</c:v>
                </c:pt>
                <c:pt idx="98">
                  <c:v>91.837800000000001</c:v>
                </c:pt>
                <c:pt idx="99">
                  <c:v>89.982900000000001</c:v>
                </c:pt>
                <c:pt idx="100">
                  <c:v>90.669299999999993</c:v>
                </c:pt>
                <c:pt idx="101">
                  <c:v>89.120099999999994</c:v>
                </c:pt>
                <c:pt idx="102">
                  <c:v>92.257400000000004</c:v>
                </c:pt>
                <c:pt idx="103">
                  <c:v>93.013900000000007</c:v>
                </c:pt>
                <c:pt idx="104">
                  <c:v>94.567399999999992</c:v>
                </c:pt>
                <c:pt idx="105">
                  <c:v>93.071100000000001</c:v>
                </c:pt>
                <c:pt idx="106">
                  <c:v>92.624299999999991</c:v>
                </c:pt>
                <c:pt idx="107">
                  <c:v>92.809100000000001</c:v>
                </c:pt>
                <c:pt idx="108">
                  <c:v>95.630900000000011</c:v>
                </c:pt>
                <c:pt idx="109">
                  <c:v>96.967199999999991</c:v>
                </c:pt>
                <c:pt idx="110">
                  <c:v>99.036799999999999</c:v>
                </c:pt>
                <c:pt idx="111">
                  <c:v>100.54509999999999</c:v>
                </c:pt>
                <c:pt idx="112">
                  <c:v>101.3437</c:v>
                </c:pt>
                <c:pt idx="113">
                  <c:v>99.566900000000004</c:v>
                </c:pt>
                <c:pt idx="114">
                  <c:v>102.3837</c:v>
                </c:pt>
                <c:pt idx="115">
                  <c:v>101.57320000000001</c:v>
                </c:pt>
                <c:pt idx="116">
                  <c:v>98.351700000000008</c:v>
                </c:pt>
                <c:pt idx="117">
                  <c:v>95.442599999999999</c:v>
                </c:pt>
                <c:pt idx="118">
                  <c:v>95.986800000000002</c:v>
                </c:pt>
                <c:pt idx="119">
                  <c:v>95.553399999999996</c:v>
                </c:pt>
                <c:pt idx="120">
                  <c:v>95.95259999999999</c:v>
                </c:pt>
                <c:pt idx="121">
                  <c:v>95.841199999999986</c:v>
                </c:pt>
                <c:pt idx="122">
                  <c:v>93.048199999999994</c:v>
                </c:pt>
                <c:pt idx="123">
                  <c:v>94.628099999999989</c:v>
                </c:pt>
                <c:pt idx="124">
                  <c:v>98.261600000000001</c:v>
                </c:pt>
                <c:pt idx="125">
                  <c:v>99.555799999999991</c:v>
                </c:pt>
                <c:pt idx="126">
                  <c:v>98.704399999999993</c:v>
                </c:pt>
                <c:pt idx="127">
                  <c:v>100.23509999999999</c:v>
                </c:pt>
                <c:pt idx="128">
                  <c:v>96.896100000000004</c:v>
                </c:pt>
                <c:pt idx="129">
                  <c:v>96.269199999999998</c:v>
                </c:pt>
                <c:pt idx="130">
                  <c:v>95.988499999999988</c:v>
                </c:pt>
                <c:pt idx="131">
                  <c:v>97.22760000000001</c:v>
                </c:pt>
                <c:pt idx="132">
                  <c:v>95.501599999999996</c:v>
                </c:pt>
                <c:pt idx="133">
                  <c:v>96.86</c:v>
                </c:pt>
                <c:pt idx="134">
                  <c:v>94.831299999999999</c:v>
                </c:pt>
                <c:pt idx="135">
                  <c:v>98.41170000000001</c:v>
                </c:pt>
                <c:pt idx="136">
                  <c:v>95.250000000000014</c:v>
                </c:pt>
                <c:pt idx="137">
                  <c:v>94.873699999999999</c:v>
                </c:pt>
                <c:pt idx="138">
                  <c:v>90.27</c:v>
                </c:pt>
                <c:pt idx="139">
                  <c:v>88.24</c:v>
                </c:pt>
                <c:pt idx="140">
                  <c:v>86.92</c:v>
                </c:pt>
                <c:pt idx="141">
                  <c:v>85.91</c:v>
                </c:pt>
                <c:pt idx="142">
                  <c:v>82.72</c:v>
                </c:pt>
                <c:pt idx="143">
                  <c:v>81.459999999999994</c:v>
                </c:pt>
                <c:pt idx="144">
                  <c:v>79.790000000000006</c:v>
                </c:pt>
                <c:pt idx="145">
                  <c:v>80.39</c:v>
                </c:pt>
                <c:pt idx="146">
                  <c:v>79.53</c:v>
                </c:pt>
                <c:pt idx="147">
                  <c:v>80.11</c:v>
                </c:pt>
                <c:pt idx="148">
                  <c:v>79.78</c:v>
                </c:pt>
                <c:pt idx="149">
                  <c:v>81.25</c:v>
                </c:pt>
                <c:pt idx="150">
                  <c:v>80.2</c:v>
                </c:pt>
                <c:pt idx="151">
                  <c:v>80.62</c:v>
                </c:pt>
                <c:pt idx="152">
                  <c:v>80.23</c:v>
                </c:pt>
                <c:pt idx="153">
                  <c:v>80.23</c:v>
                </c:pt>
                <c:pt idx="154">
                  <c:v>82.04</c:v>
                </c:pt>
                <c:pt idx="155">
                  <c:v>81.67</c:v>
                </c:pt>
                <c:pt idx="156">
                  <c:v>83.18</c:v>
                </c:pt>
                <c:pt idx="157">
                  <c:v>83.27</c:v>
                </c:pt>
                <c:pt idx="158">
                  <c:v>81.72</c:v>
                </c:pt>
                <c:pt idx="159">
                  <c:v>82.990000000000009</c:v>
                </c:pt>
                <c:pt idx="160">
                  <c:v>81.96</c:v>
                </c:pt>
                <c:pt idx="161">
                  <c:v>79.239999999999995</c:v>
                </c:pt>
                <c:pt idx="162">
                  <c:v>79.760000000000005</c:v>
                </c:pt>
                <c:pt idx="163">
                  <c:v>80.23</c:v>
                </c:pt>
                <c:pt idx="164">
                  <c:v>79.95</c:v>
                </c:pt>
                <c:pt idx="165">
                  <c:v>79.88</c:v>
                </c:pt>
                <c:pt idx="166">
                  <c:v>81.25</c:v>
                </c:pt>
                <c:pt idx="167">
                  <c:v>82.68</c:v>
                </c:pt>
                <c:pt idx="168">
                  <c:v>81.58</c:v>
                </c:pt>
                <c:pt idx="169">
                  <c:v>83.08</c:v>
                </c:pt>
                <c:pt idx="170">
                  <c:v>78.760000000000005</c:v>
                </c:pt>
                <c:pt idx="171">
                  <c:v>78.95</c:v>
                </c:pt>
                <c:pt idx="172">
                  <c:v>78.8</c:v>
                </c:pt>
                <c:pt idx="173">
                  <c:v>79.28</c:v>
                </c:pt>
                <c:pt idx="174">
                  <c:v>80.22</c:v>
                </c:pt>
                <c:pt idx="175">
                  <c:v>78.339999999999989</c:v>
                </c:pt>
                <c:pt idx="176">
                  <c:v>76.48</c:v>
                </c:pt>
                <c:pt idx="177">
                  <c:v>78.790000000000006</c:v>
                </c:pt>
                <c:pt idx="178">
                  <c:v>74.13</c:v>
                </c:pt>
                <c:pt idx="179">
                  <c:v>73.86</c:v>
                </c:pt>
                <c:pt idx="180">
                  <c:v>74.42</c:v>
                </c:pt>
                <c:pt idx="181">
                  <c:v>74.63000000000001</c:v>
                </c:pt>
                <c:pt idx="182">
                  <c:v>73.03</c:v>
                </c:pt>
                <c:pt idx="183">
                  <c:v>75.98</c:v>
                </c:pt>
                <c:pt idx="184">
                  <c:v>76.899999999999991</c:v>
                </c:pt>
                <c:pt idx="185">
                  <c:v>77.75</c:v>
                </c:pt>
                <c:pt idx="186">
                  <c:v>78.959999999999994</c:v>
                </c:pt>
                <c:pt idx="187">
                  <c:v>81.3</c:v>
                </c:pt>
                <c:pt idx="188">
                  <c:v>77.05</c:v>
                </c:pt>
                <c:pt idx="189">
                  <c:v>78.8</c:v>
                </c:pt>
                <c:pt idx="190">
                  <c:v>83.070000000000007</c:v>
                </c:pt>
                <c:pt idx="191">
                  <c:v>81.569999999999993</c:v>
                </c:pt>
                <c:pt idx="192">
                  <c:v>86.05</c:v>
                </c:pt>
                <c:pt idx="193">
                  <c:v>86.47</c:v>
                </c:pt>
                <c:pt idx="194">
                  <c:v>81.91</c:v>
                </c:pt>
                <c:pt idx="195">
                  <c:v>81.070000000000007</c:v>
                </c:pt>
                <c:pt idx="196">
                  <c:v>80.350000000000009</c:v>
                </c:pt>
                <c:pt idx="197">
                  <c:v>79.489999999999995</c:v>
                </c:pt>
                <c:pt idx="198">
                  <c:v>77.92</c:v>
                </c:pt>
                <c:pt idx="199">
                  <c:v>74.81</c:v>
                </c:pt>
                <c:pt idx="200">
                  <c:v>76.39</c:v>
                </c:pt>
                <c:pt idx="201">
                  <c:v>76.7</c:v>
                </c:pt>
                <c:pt idx="202">
                  <c:v>78.16</c:v>
                </c:pt>
                <c:pt idx="203">
                  <c:v>78.350000000000009</c:v>
                </c:pt>
                <c:pt idx="204">
                  <c:v>80.16</c:v>
                </c:pt>
                <c:pt idx="205">
                  <c:v>79.23</c:v>
                </c:pt>
                <c:pt idx="206">
                  <c:v>84.79</c:v>
                </c:pt>
                <c:pt idx="207">
                  <c:v>85.6</c:v>
                </c:pt>
                <c:pt idx="208">
                  <c:v>88.15</c:v>
                </c:pt>
                <c:pt idx="209">
                  <c:v>85.84</c:v>
                </c:pt>
                <c:pt idx="210">
                  <c:v>81.17</c:v>
                </c:pt>
                <c:pt idx="211">
                  <c:v>86.55</c:v>
                </c:pt>
                <c:pt idx="212">
                  <c:v>85.59</c:v>
                </c:pt>
                <c:pt idx="213">
                  <c:v>79.239999999999995</c:v>
                </c:pt>
                <c:pt idx="214">
                  <c:v>77.319999999999993</c:v>
                </c:pt>
                <c:pt idx="215">
                  <c:v>73.2</c:v>
                </c:pt>
                <c:pt idx="216">
                  <c:v>72.47</c:v>
                </c:pt>
                <c:pt idx="217">
                  <c:v>72.87</c:v>
                </c:pt>
                <c:pt idx="218">
                  <c:v>72.58</c:v>
                </c:pt>
                <c:pt idx="219">
                  <c:v>71.84</c:v>
                </c:pt>
                <c:pt idx="220">
                  <c:v>73.75</c:v>
                </c:pt>
                <c:pt idx="221">
                  <c:v>75.23</c:v>
                </c:pt>
                <c:pt idx="222">
                  <c:v>76.69</c:v>
                </c:pt>
                <c:pt idx="223">
                  <c:v>76.150000000000006</c:v>
                </c:pt>
                <c:pt idx="224">
                  <c:v>76.540000000000006</c:v>
                </c:pt>
                <c:pt idx="225">
                  <c:v>77.697999999999993</c:v>
                </c:pt>
                <c:pt idx="226">
                  <c:v>80.819999999999993</c:v>
                </c:pt>
                <c:pt idx="227">
                  <c:v>80.81</c:v>
                </c:pt>
                <c:pt idx="228">
                  <c:v>81.92</c:v>
                </c:pt>
                <c:pt idx="229">
                  <c:v>82.31</c:v>
                </c:pt>
                <c:pt idx="230">
                  <c:v>81.459999999999994</c:v>
                </c:pt>
                <c:pt idx="231">
                  <c:v>82.940000000000012</c:v>
                </c:pt>
                <c:pt idx="232">
                  <c:v>83.6</c:v>
                </c:pt>
                <c:pt idx="233">
                  <c:v>84.59</c:v>
                </c:pt>
                <c:pt idx="234">
                  <c:v>83.68</c:v>
                </c:pt>
                <c:pt idx="235">
                  <c:v>82.95</c:v>
                </c:pt>
                <c:pt idx="236">
                  <c:v>85.33</c:v>
                </c:pt>
                <c:pt idx="237">
                  <c:v>86.02</c:v>
                </c:pt>
                <c:pt idx="238">
                  <c:v>85.08</c:v>
                </c:pt>
                <c:pt idx="239">
                  <c:v>85.33</c:v>
                </c:pt>
                <c:pt idx="240">
                  <c:v>85.16</c:v>
                </c:pt>
                <c:pt idx="241">
                  <c:v>84.73</c:v>
                </c:pt>
                <c:pt idx="242">
                  <c:v>85.97</c:v>
                </c:pt>
                <c:pt idx="243">
                  <c:v>89.73</c:v>
                </c:pt>
                <c:pt idx="244">
                  <c:v>90.13</c:v>
                </c:pt>
                <c:pt idx="245">
                  <c:v>88.92</c:v>
                </c:pt>
                <c:pt idx="246">
                  <c:v>91.100000000000009</c:v>
                </c:pt>
                <c:pt idx="247">
                  <c:v>91.59</c:v>
                </c:pt>
                <c:pt idx="248">
                  <c:v>90.09</c:v>
                </c:pt>
                <c:pt idx="249">
                  <c:v>89.44</c:v>
                </c:pt>
                <c:pt idx="250">
                  <c:v>87.53</c:v>
                </c:pt>
                <c:pt idx="251">
                  <c:v>89.350000000000009</c:v>
                </c:pt>
                <c:pt idx="252">
                  <c:v>89.09</c:v>
                </c:pt>
                <c:pt idx="253">
                  <c:v>87.76</c:v>
                </c:pt>
                <c:pt idx="254">
                  <c:v>84.43</c:v>
                </c:pt>
                <c:pt idx="255">
                  <c:v>84.06</c:v>
                </c:pt>
                <c:pt idx="256">
                  <c:v>82.51</c:v>
                </c:pt>
                <c:pt idx="257">
                  <c:v>83.6</c:v>
                </c:pt>
                <c:pt idx="258">
                  <c:v>80.87</c:v>
                </c:pt>
                <c:pt idx="259">
                  <c:v>81.820000000000007</c:v>
                </c:pt>
                <c:pt idx="260">
                  <c:v>84.91</c:v>
                </c:pt>
                <c:pt idx="261">
                  <c:v>87.38</c:v>
                </c:pt>
                <c:pt idx="262">
                  <c:v>88.89</c:v>
                </c:pt>
                <c:pt idx="263">
                  <c:v>89.96</c:v>
                </c:pt>
                <c:pt idx="264">
                  <c:v>88.8</c:v>
                </c:pt>
                <c:pt idx="265">
                  <c:v>88.95</c:v>
                </c:pt>
                <c:pt idx="266">
                  <c:v>90.54</c:v>
                </c:pt>
                <c:pt idx="267">
                  <c:v>87.61</c:v>
                </c:pt>
                <c:pt idx="268">
                  <c:v>87.31</c:v>
                </c:pt>
                <c:pt idx="269">
                  <c:v>87.2</c:v>
                </c:pt>
                <c:pt idx="270">
                  <c:v>86.92</c:v>
                </c:pt>
                <c:pt idx="271">
                  <c:v>90.23</c:v>
                </c:pt>
                <c:pt idx="272">
                  <c:v>92.73</c:v>
                </c:pt>
                <c:pt idx="273">
                  <c:v>92.85</c:v>
                </c:pt>
                <c:pt idx="274">
                  <c:v>98.1</c:v>
                </c:pt>
                <c:pt idx="275">
                  <c:v>96.89</c:v>
                </c:pt>
                <c:pt idx="276">
                  <c:v>94.73</c:v>
                </c:pt>
                <c:pt idx="277">
                  <c:v>93.27</c:v>
                </c:pt>
                <c:pt idx="278">
                  <c:v>97.19</c:v>
                </c:pt>
                <c:pt idx="279">
                  <c:v>99.059999999999988</c:v>
                </c:pt>
                <c:pt idx="280">
                  <c:v>99.71</c:v>
                </c:pt>
                <c:pt idx="281">
                  <c:v>99.91</c:v>
                </c:pt>
                <c:pt idx="282">
                  <c:v>101.85</c:v>
                </c:pt>
                <c:pt idx="283">
                  <c:v>106.41</c:v>
                </c:pt>
                <c:pt idx="284">
                  <c:v>106.5</c:v>
                </c:pt>
                <c:pt idx="285">
                  <c:v>106.81</c:v>
                </c:pt>
                <c:pt idx="286">
                  <c:v>106.97999999999999</c:v>
                </c:pt>
                <c:pt idx="287">
                  <c:v>107.41000000000001</c:v>
                </c:pt>
                <c:pt idx="288">
                  <c:v>106.10999999999999</c:v>
                </c:pt>
                <c:pt idx="289">
                  <c:v>111.81</c:v>
                </c:pt>
                <c:pt idx="290">
                  <c:v>115.19</c:v>
                </c:pt>
                <c:pt idx="291">
                  <c:v>118.62</c:v>
                </c:pt>
                <c:pt idx="292">
                  <c:v>119.16000000000001</c:v>
                </c:pt>
                <c:pt idx="293">
                  <c:v>120.24</c:v>
                </c:pt>
                <c:pt idx="294">
                  <c:v>116.82</c:v>
                </c:pt>
                <c:pt idx="295">
                  <c:v>115.46</c:v>
                </c:pt>
                <c:pt idx="296">
                  <c:v>114.86</c:v>
                </c:pt>
                <c:pt idx="297">
                  <c:v>113.47999999999999</c:v>
                </c:pt>
                <c:pt idx="298">
                  <c:v>113.42</c:v>
                </c:pt>
                <c:pt idx="299">
                  <c:v>117.18</c:v>
                </c:pt>
                <c:pt idx="300">
                  <c:v>119.47</c:v>
                </c:pt>
                <c:pt idx="301">
                  <c:v>119.04</c:v>
                </c:pt>
                <c:pt idx="302">
                  <c:v>115.91</c:v>
                </c:pt>
                <c:pt idx="303">
                  <c:v>117.49000000000001</c:v>
                </c:pt>
                <c:pt idx="304">
                  <c:v>112.02</c:v>
                </c:pt>
                <c:pt idx="305">
                  <c:v>110.27999999999999</c:v>
                </c:pt>
                <c:pt idx="306">
                  <c:v>109.32</c:v>
                </c:pt>
                <c:pt idx="307">
                  <c:v>115.14999999999999</c:v>
                </c:pt>
                <c:pt idx="308">
                  <c:v>116.66</c:v>
                </c:pt>
                <c:pt idx="309">
                  <c:v>113.19</c:v>
                </c:pt>
                <c:pt idx="310">
                  <c:v>112.61000000000001</c:v>
                </c:pt>
                <c:pt idx="311">
                  <c:v>109.61</c:v>
                </c:pt>
                <c:pt idx="312">
                  <c:v>106.94000000000001</c:v>
                </c:pt>
                <c:pt idx="313">
                  <c:v>108.60000000000001</c:v>
                </c:pt>
                <c:pt idx="314">
                  <c:v>109.92999999999999</c:v>
                </c:pt>
                <c:pt idx="315">
                  <c:v>105.47</c:v>
                </c:pt>
                <c:pt idx="316">
                  <c:v>106.06</c:v>
                </c:pt>
                <c:pt idx="317">
                  <c:v>105.04</c:v>
                </c:pt>
                <c:pt idx="318">
                  <c:v>101.83</c:v>
                </c:pt>
                <c:pt idx="319">
                  <c:v>102.02</c:v>
                </c:pt>
                <c:pt idx="320">
                  <c:v>99.01</c:v>
                </c:pt>
                <c:pt idx="321">
                  <c:v>98.429999999999993</c:v>
                </c:pt>
                <c:pt idx="322">
                  <c:v>100.05000000000001</c:v>
                </c:pt>
                <c:pt idx="323">
                  <c:v>99.77</c:v>
                </c:pt>
                <c:pt idx="324">
                  <c:v>102.83</c:v>
                </c:pt>
                <c:pt idx="325">
                  <c:v>102.33999999999999</c:v>
                </c:pt>
                <c:pt idx="326">
                  <c:v>101.07</c:v>
                </c:pt>
                <c:pt idx="327">
                  <c:v>100.00999999999999</c:v>
                </c:pt>
                <c:pt idx="328">
                  <c:v>98.649999999999991</c:v>
                </c:pt>
                <c:pt idx="329">
                  <c:v>96.08</c:v>
                </c:pt>
                <c:pt idx="330">
                  <c:v>94.17</c:v>
                </c:pt>
                <c:pt idx="331">
                  <c:v>96.16</c:v>
                </c:pt>
                <c:pt idx="332">
                  <c:v>93.68</c:v>
                </c:pt>
                <c:pt idx="333">
                  <c:v>96.16</c:v>
                </c:pt>
                <c:pt idx="334">
                  <c:v>100.19999999999999</c:v>
                </c:pt>
                <c:pt idx="335">
                  <c:v>101.14</c:v>
                </c:pt>
                <c:pt idx="336">
                  <c:v>101.13</c:v>
                </c:pt>
                <c:pt idx="337">
                  <c:v>100.48</c:v>
                </c:pt>
                <c:pt idx="338">
                  <c:v>99.719999999999985</c:v>
                </c:pt>
                <c:pt idx="339">
                  <c:v>101.46</c:v>
                </c:pt>
                <c:pt idx="340">
                  <c:v>99.84</c:v>
                </c:pt>
                <c:pt idx="341">
                  <c:v>100.72</c:v>
                </c:pt>
                <c:pt idx="342">
                  <c:v>99.699999999999989</c:v>
                </c:pt>
                <c:pt idx="343">
                  <c:v>97.789999999999992</c:v>
                </c:pt>
                <c:pt idx="344">
                  <c:v>95.640000000000015</c:v>
                </c:pt>
                <c:pt idx="345">
                  <c:v>97.07</c:v>
                </c:pt>
                <c:pt idx="346">
                  <c:v>98.95</c:v>
                </c:pt>
                <c:pt idx="347">
                  <c:v>99.640000000000015</c:v>
                </c:pt>
                <c:pt idx="348">
                  <c:v>95.67</c:v>
                </c:pt>
                <c:pt idx="349">
                  <c:v>94.850000000000009</c:v>
                </c:pt>
                <c:pt idx="350">
                  <c:v>97.18</c:v>
                </c:pt>
                <c:pt idx="351">
                  <c:v>94.749999999999986</c:v>
                </c:pt>
                <c:pt idx="352">
                  <c:v>94.95</c:v>
                </c:pt>
                <c:pt idx="353">
                  <c:v>93.04</c:v>
                </c:pt>
                <c:pt idx="354">
                  <c:v>88.12</c:v>
                </c:pt>
                <c:pt idx="355">
                  <c:v>87.92</c:v>
                </c:pt>
                <c:pt idx="356">
                  <c:v>87.43</c:v>
                </c:pt>
                <c:pt idx="357">
                  <c:v>87.94</c:v>
                </c:pt>
                <c:pt idx="358">
                  <c:v>86.36</c:v>
                </c:pt>
                <c:pt idx="359">
                  <c:v>85.9</c:v>
                </c:pt>
                <c:pt idx="360">
                  <c:v>87.820000000000007</c:v>
                </c:pt>
                <c:pt idx="361">
                  <c:v>87.78</c:v>
                </c:pt>
                <c:pt idx="362">
                  <c:v>88.02</c:v>
                </c:pt>
                <c:pt idx="363">
                  <c:v>86.52</c:v>
                </c:pt>
                <c:pt idx="364">
                  <c:v>86.289999999999992</c:v>
                </c:pt>
                <c:pt idx="365">
                  <c:v>87.38</c:v>
                </c:pt>
                <c:pt idx="366">
                  <c:v>84.76</c:v>
                </c:pt>
                <c:pt idx="367">
                  <c:v>85.26</c:v>
                </c:pt>
                <c:pt idx="368">
                  <c:v>83.68</c:v>
                </c:pt>
                <c:pt idx="369">
                  <c:v>84.289999999999992</c:v>
                </c:pt>
                <c:pt idx="370">
                  <c:v>85.57</c:v>
                </c:pt>
                <c:pt idx="371">
                  <c:v>81.660000000000011</c:v>
                </c:pt>
                <c:pt idx="372">
                  <c:v>81.58</c:v>
                </c:pt>
                <c:pt idx="373">
                  <c:v>82.58</c:v>
                </c:pt>
                <c:pt idx="374">
                  <c:v>81.92</c:v>
                </c:pt>
                <c:pt idx="375">
                  <c:v>81.900000000000006</c:v>
                </c:pt>
                <c:pt idx="376">
                  <c:v>85.94</c:v>
                </c:pt>
                <c:pt idx="377">
                  <c:v>88.009999999999991</c:v>
                </c:pt>
                <c:pt idx="378">
                  <c:v>88.73</c:v>
                </c:pt>
                <c:pt idx="379">
                  <c:v>89.13</c:v>
                </c:pt>
                <c:pt idx="380">
                  <c:v>85.69</c:v>
                </c:pt>
                <c:pt idx="381">
                  <c:v>87.88</c:v>
                </c:pt>
                <c:pt idx="382">
                  <c:v>89.67</c:v>
                </c:pt>
                <c:pt idx="383">
                  <c:v>89.87</c:v>
                </c:pt>
                <c:pt idx="384">
                  <c:v>89.61999999999999</c:v>
                </c:pt>
                <c:pt idx="385">
                  <c:v>92.52</c:v>
                </c:pt>
                <c:pt idx="386">
                  <c:v>92.08</c:v>
                </c:pt>
                <c:pt idx="387">
                  <c:v>93.059999999999988</c:v>
                </c:pt>
                <c:pt idx="388">
                  <c:v>94.55</c:v>
                </c:pt>
                <c:pt idx="389">
                  <c:v>95.59</c:v>
                </c:pt>
                <c:pt idx="390">
                  <c:v>96.850000000000009</c:v>
                </c:pt>
                <c:pt idx="391">
                  <c:v>96.14</c:v>
                </c:pt>
                <c:pt idx="392">
                  <c:v>95.01</c:v>
                </c:pt>
                <c:pt idx="393">
                  <c:v>92.82</c:v>
                </c:pt>
                <c:pt idx="394">
                  <c:v>93.94</c:v>
                </c:pt>
              </c:numCache>
            </c:numRef>
          </c:val>
          <c:smooth val="0"/>
          <c:extLst>
            <c:ext xmlns:c16="http://schemas.microsoft.com/office/drawing/2014/chart" uri="{C3380CC4-5D6E-409C-BE32-E72D297353CC}">
              <c16:uniqueId val="{00000000-FA10-1947-8B4D-510D2EE31F07}"/>
            </c:ext>
          </c:extLst>
        </c:ser>
        <c:dLbls>
          <c:showLegendKey val="0"/>
          <c:showVal val="0"/>
          <c:showCatName val="0"/>
          <c:showSerName val="0"/>
          <c:showPercent val="0"/>
          <c:showBubbleSize val="0"/>
        </c:dLbls>
        <c:marker val="1"/>
        <c:smooth val="0"/>
        <c:axId val="2000001728"/>
        <c:axId val="2000001729"/>
      </c:lineChart>
      <c:lineChart>
        <c:grouping val="standard"/>
        <c:varyColors val="0"/>
        <c:ser>
          <c:idx val="1"/>
          <c:order val="1"/>
          <c:tx>
            <c:strRef>
              <c:f>美元指数!$H$3:$H$4</c:f>
              <c:strCache>
                <c:ptCount val="2"/>
                <c:pt idx="0">
                  <c:v>收盘价：万得全A/恒生指数（右轴，点）</c:v>
                </c:pt>
              </c:strCache>
            </c:strRef>
          </c:tx>
          <c:spPr>
            <a:ln>
              <a:solidFill>
                <a:srgbClr val="2C3160"/>
              </a:solidFill>
            </a:ln>
          </c:spPr>
          <c:marker>
            <c:symbol val="none"/>
          </c:marker>
          <c:cat>
            <c:numRef>
              <c:f>美元指数!$C$5:$C$399</c:f>
              <c:numCache>
                <c:formatCode>yyyy\-mm</c:formatCode>
                <c:ptCount val="395"/>
                <c:pt idx="0">
                  <c:v>46203</c:v>
                </c:pt>
                <c:pt idx="1">
                  <c:v>46173</c:v>
                </c:pt>
                <c:pt idx="2">
                  <c:v>46142</c:v>
                </c:pt>
                <c:pt idx="3">
                  <c:v>46112</c:v>
                </c:pt>
                <c:pt idx="4">
                  <c:v>46081</c:v>
                </c:pt>
                <c:pt idx="5">
                  <c:v>46053</c:v>
                </c:pt>
                <c:pt idx="6">
                  <c:v>46022</c:v>
                </c:pt>
                <c:pt idx="7">
                  <c:v>45991</c:v>
                </c:pt>
                <c:pt idx="8">
                  <c:v>45961</c:v>
                </c:pt>
                <c:pt idx="9">
                  <c:v>45930</c:v>
                </c:pt>
                <c:pt idx="10">
                  <c:v>45900</c:v>
                </c:pt>
                <c:pt idx="11">
                  <c:v>45869</c:v>
                </c:pt>
                <c:pt idx="12">
                  <c:v>45838</c:v>
                </c:pt>
                <c:pt idx="13">
                  <c:v>45808</c:v>
                </c:pt>
                <c:pt idx="14">
                  <c:v>45777</c:v>
                </c:pt>
                <c:pt idx="15">
                  <c:v>45747</c:v>
                </c:pt>
                <c:pt idx="16">
                  <c:v>45716</c:v>
                </c:pt>
                <c:pt idx="17">
                  <c:v>45688</c:v>
                </c:pt>
                <c:pt idx="18">
                  <c:v>45657</c:v>
                </c:pt>
                <c:pt idx="19">
                  <c:v>45626</c:v>
                </c:pt>
                <c:pt idx="20">
                  <c:v>45596</c:v>
                </c:pt>
                <c:pt idx="21">
                  <c:v>45565</c:v>
                </c:pt>
                <c:pt idx="22">
                  <c:v>45535</c:v>
                </c:pt>
                <c:pt idx="23">
                  <c:v>45504</c:v>
                </c:pt>
                <c:pt idx="24">
                  <c:v>45473</c:v>
                </c:pt>
                <c:pt idx="25">
                  <c:v>45443</c:v>
                </c:pt>
                <c:pt idx="26">
                  <c:v>45412</c:v>
                </c:pt>
                <c:pt idx="27">
                  <c:v>45382</c:v>
                </c:pt>
                <c:pt idx="28">
                  <c:v>45351</c:v>
                </c:pt>
                <c:pt idx="29">
                  <c:v>45322</c:v>
                </c:pt>
                <c:pt idx="30">
                  <c:v>45291</c:v>
                </c:pt>
                <c:pt idx="31">
                  <c:v>45260</c:v>
                </c:pt>
                <c:pt idx="32">
                  <c:v>45230</c:v>
                </c:pt>
                <c:pt idx="33">
                  <c:v>45199</c:v>
                </c:pt>
                <c:pt idx="34">
                  <c:v>45169</c:v>
                </c:pt>
                <c:pt idx="35">
                  <c:v>45138</c:v>
                </c:pt>
                <c:pt idx="36">
                  <c:v>45107</c:v>
                </c:pt>
                <c:pt idx="37">
                  <c:v>45077</c:v>
                </c:pt>
                <c:pt idx="38">
                  <c:v>45046</c:v>
                </c:pt>
                <c:pt idx="39">
                  <c:v>45016</c:v>
                </c:pt>
                <c:pt idx="40">
                  <c:v>44985</c:v>
                </c:pt>
                <c:pt idx="41">
                  <c:v>44957</c:v>
                </c:pt>
                <c:pt idx="42">
                  <c:v>44926</c:v>
                </c:pt>
                <c:pt idx="43">
                  <c:v>44895</c:v>
                </c:pt>
                <c:pt idx="44">
                  <c:v>44865</c:v>
                </c:pt>
                <c:pt idx="45">
                  <c:v>44834</c:v>
                </c:pt>
                <c:pt idx="46">
                  <c:v>44804</c:v>
                </c:pt>
                <c:pt idx="47">
                  <c:v>44773</c:v>
                </c:pt>
                <c:pt idx="48">
                  <c:v>44742</c:v>
                </c:pt>
                <c:pt idx="49">
                  <c:v>44712</c:v>
                </c:pt>
                <c:pt idx="50">
                  <c:v>44681</c:v>
                </c:pt>
                <c:pt idx="51">
                  <c:v>44651</c:v>
                </c:pt>
                <c:pt idx="52">
                  <c:v>44620</c:v>
                </c:pt>
                <c:pt idx="53">
                  <c:v>44592</c:v>
                </c:pt>
                <c:pt idx="54">
                  <c:v>44561</c:v>
                </c:pt>
                <c:pt idx="55">
                  <c:v>44530</c:v>
                </c:pt>
                <c:pt idx="56">
                  <c:v>44500</c:v>
                </c:pt>
                <c:pt idx="57">
                  <c:v>44469</c:v>
                </c:pt>
                <c:pt idx="58">
                  <c:v>44439</c:v>
                </c:pt>
                <c:pt idx="59">
                  <c:v>44408</c:v>
                </c:pt>
                <c:pt idx="60">
                  <c:v>44377</c:v>
                </c:pt>
                <c:pt idx="61">
                  <c:v>44347</c:v>
                </c:pt>
                <c:pt idx="62">
                  <c:v>44316</c:v>
                </c:pt>
                <c:pt idx="63">
                  <c:v>44286</c:v>
                </c:pt>
                <c:pt idx="64">
                  <c:v>44255</c:v>
                </c:pt>
                <c:pt idx="65">
                  <c:v>44227</c:v>
                </c:pt>
                <c:pt idx="66">
                  <c:v>44196</c:v>
                </c:pt>
                <c:pt idx="67">
                  <c:v>44165</c:v>
                </c:pt>
                <c:pt idx="68">
                  <c:v>44135</c:v>
                </c:pt>
                <c:pt idx="69">
                  <c:v>44104</c:v>
                </c:pt>
                <c:pt idx="70">
                  <c:v>44074</c:v>
                </c:pt>
                <c:pt idx="71">
                  <c:v>44043</c:v>
                </c:pt>
                <c:pt idx="72">
                  <c:v>44012</c:v>
                </c:pt>
                <c:pt idx="73">
                  <c:v>43982</c:v>
                </c:pt>
                <c:pt idx="74">
                  <c:v>43951</c:v>
                </c:pt>
                <c:pt idx="75">
                  <c:v>43921</c:v>
                </c:pt>
                <c:pt idx="76">
                  <c:v>43890</c:v>
                </c:pt>
                <c:pt idx="77">
                  <c:v>43861</c:v>
                </c:pt>
                <c:pt idx="78">
                  <c:v>43830</c:v>
                </c:pt>
                <c:pt idx="79">
                  <c:v>43799</c:v>
                </c:pt>
                <c:pt idx="80">
                  <c:v>43769</c:v>
                </c:pt>
                <c:pt idx="81">
                  <c:v>43738</c:v>
                </c:pt>
                <c:pt idx="82">
                  <c:v>43708</c:v>
                </c:pt>
                <c:pt idx="83">
                  <c:v>43677</c:v>
                </c:pt>
                <c:pt idx="84">
                  <c:v>43646</c:v>
                </c:pt>
                <c:pt idx="85">
                  <c:v>43616</c:v>
                </c:pt>
                <c:pt idx="86">
                  <c:v>43585</c:v>
                </c:pt>
                <c:pt idx="87">
                  <c:v>43555</c:v>
                </c:pt>
                <c:pt idx="88">
                  <c:v>43524</c:v>
                </c:pt>
                <c:pt idx="89">
                  <c:v>43496</c:v>
                </c:pt>
                <c:pt idx="90">
                  <c:v>43465</c:v>
                </c:pt>
                <c:pt idx="91">
                  <c:v>43434</c:v>
                </c:pt>
                <c:pt idx="92">
                  <c:v>43404</c:v>
                </c:pt>
                <c:pt idx="93">
                  <c:v>43373</c:v>
                </c:pt>
                <c:pt idx="94">
                  <c:v>43343</c:v>
                </c:pt>
                <c:pt idx="95">
                  <c:v>43312</c:v>
                </c:pt>
                <c:pt idx="96">
                  <c:v>43281</c:v>
                </c:pt>
                <c:pt idx="97">
                  <c:v>43251</c:v>
                </c:pt>
                <c:pt idx="98">
                  <c:v>43220</c:v>
                </c:pt>
                <c:pt idx="99">
                  <c:v>43190</c:v>
                </c:pt>
                <c:pt idx="100">
                  <c:v>43159</c:v>
                </c:pt>
                <c:pt idx="101">
                  <c:v>43131</c:v>
                </c:pt>
                <c:pt idx="102">
                  <c:v>43100</c:v>
                </c:pt>
                <c:pt idx="103">
                  <c:v>43069</c:v>
                </c:pt>
                <c:pt idx="104">
                  <c:v>43039</c:v>
                </c:pt>
                <c:pt idx="105">
                  <c:v>43008</c:v>
                </c:pt>
                <c:pt idx="106">
                  <c:v>42978</c:v>
                </c:pt>
                <c:pt idx="107">
                  <c:v>42947</c:v>
                </c:pt>
                <c:pt idx="108">
                  <c:v>42916</c:v>
                </c:pt>
                <c:pt idx="109">
                  <c:v>42886</c:v>
                </c:pt>
                <c:pt idx="110">
                  <c:v>42855</c:v>
                </c:pt>
                <c:pt idx="111">
                  <c:v>42825</c:v>
                </c:pt>
                <c:pt idx="112">
                  <c:v>42794</c:v>
                </c:pt>
                <c:pt idx="113">
                  <c:v>42766</c:v>
                </c:pt>
                <c:pt idx="114">
                  <c:v>42735</c:v>
                </c:pt>
                <c:pt idx="115">
                  <c:v>42704</c:v>
                </c:pt>
                <c:pt idx="116">
                  <c:v>42674</c:v>
                </c:pt>
                <c:pt idx="117">
                  <c:v>42643</c:v>
                </c:pt>
                <c:pt idx="118">
                  <c:v>42613</c:v>
                </c:pt>
                <c:pt idx="119">
                  <c:v>42582</c:v>
                </c:pt>
                <c:pt idx="120">
                  <c:v>42551</c:v>
                </c:pt>
                <c:pt idx="121">
                  <c:v>42521</c:v>
                </c:pt>
                <c:pt idx="122">
                  <c:v>42490</c:v>
                </c:pt>
                <c:pt idx="123">
                  <c:v>42460</c:v>
                </c:pt>
                <c:pt idx="124">
                  <c:v>42429</c:v>
                </c:pt>
                <c:pt idx="125">
                  <c:v>42400</c:v>
                </c:pt>
                <c:pt idx="126">
                  <c:v>42369</c:v>
                </c:pt>
                <c:pt idx="127">
                  <c:v>42338</c:v>
                </c:pt>
                <c:pt idx="128">
                  <c:v>42308</c:v>
                </c:pt>
                <c:pt idx="129">
                  <c:v>42277</c:v>
                </c:pt>
                <c:pt idx="130">
                  <c:v>42247</c:v>
                </c:pt>
                <c:pt idx="131">
                  <c:v>42216</c:v>
                </c:pt>
                <c:pt idx="132">
                  <c:v>42185</c:v>
                </c:pt>
                <c:pt idx="133">
                  <c:v>42155</c:v>
                </c:pt>
                <c:pt idx="134">
                  <c:v>42124</c:v>
                </c:pt>
                <c:pt idx="135">
                  <c:v>42094</c:v>
                </c:pt>
                <c:pt idx="136">
                  <c:v>42063</c:v>
                </c:pt>
                <c:pt idx="137">
                  <c:v>42035</c:v>
                </c:pt>
                <c:pt idx="138">
                  <c:v>42004</c:v>
                </c:pt>
                <c:pt idx="139">
                  <c:v>41973</c:v>
                </c:pt>
                <c:pt idx="140">
                  <c:v>41943</c:v>
                </c:pt>
                <c:pt idx="141">
                  <c:v>41912</c:v>
                </c:pt>
                <c:pt idx="142">
                  <c:v>41882</c:v>
                </c:pt>
                <c:pt idx="143">
                  <c:v>41851</c:v>
                </c:pt>
                <c:pt idx="144">
                  <c:v>41820</c:v>
                </c:pt>
                <c:pt idx="145">
                  <c:v>41790</c:v>
                </c:pt>
                <c:pt idx="146">
                  <c:v>41759</c:v>
                </c:pt>
                <c:pt idx="147">
                  <c:v>41729</c:v>
                </c:pt>
                <c:pt idx="148">
                  <c:v>41698</c:v>
                </c:pt>
                <c:pt idx="149">
                  <c:v>41670</c:v>
                </c:pt>
                <c:pt idx="150">
                  <c:v>41639</c:v>
                </c:pt>
                <c:pt idx="151">
                  <c:v>41608</c:v>
                </c:pt>
                <c:pt idx="152">
                  <c:v>41578</c:v>
                </c:pt>
                <c:pt idx="153">
                  <c:v>41547</c:v>
                </c:pt>
                <c:pt idx="154">
                  <c:v>41517</c:v>
                </c:pt>
                <c:pt idx="155">
                  <c:v>41486</c:v>
                </c:pt>
                <c:pt idx="156">
                  <c:v>41455</c:v>
                </c:pt>
                <c:pt idx="157">
                  <c:v>41425</c:v>
                </c:pt>
                <c:pt idx="158">
                  <c:v>41394</c:v>
                </c:pt>
                <c:pt idx="159">
                  <c:v>41364</c:v>
                </c:pt>
                <c:pt idx="160">
                  <c:v>41333</c:v>
                </c:pt>
                <c:pt idx="161">
                  <c:v>41305</c:v>
                </c:pt>
                <c:pt idx="162">
                  <c:v>41274</c:v>
                </c:pt>
                <c:pt idx="163">
                  <c:v>41243</c:v>
                </c:pt>
                <c:pt idx="164">
                  <c:v>41213</c:v>
                </c:pt>
                <c:pt idx="165">
                  <c:v>41182</c:v>
                </c:pt>
                <c:pt idx="166">
                  <c:v>41152</c:v>
                </c:pt>
                <c:pt idx="167">
                  <c:v>41121</c:v>
                </c:pt>
                <c:pt idx="168">
                  <c:v>41090</c:v>
                </c:pt>
                <c:pt idx="169">
                  <c:v>41060</c:v>
                </c:pt>
                <c:pt idx="170">
                  <c:v>41029</c:v>
                </c:pt>
                <c:pt idx="171">
                  <c:v>40999</c:v>
                </c:pt>
                <c:pt idx="172">
                  <c:v>40968</c:v>
                </c:pt>
                <c:pt idx="173">
                  <c:v>40939</c:v>
                </c:pt>
                <c:pt idx="174">
                  <c:v>40908</c:v>
                </c:pt>
                <c:pt idx="175">
                  <c:v>40877</c:v>
                </c:pt>
                <c:pt idx="176">
                  <c:v>40847</c:v>
                </c:pt>
                <c:pt idx="177">
                  <c:v>40816</c:v>
                </c:pt>
                <c:pt idx="178">
                  <c:v>40786</c:v>
                </c:pt>
                <c:pt idx="179">
                  <c:v>40755</c:v>
                </c:pt>
                <c:pt idx="180">
                  <c:v>40724</c:v>
                </c:pt>
                <c:pt idx="181">
                  <c:v>40694</c:v>
                </c:pt>
                <c:pt idx="182">
                  <c:v>40663</c:v>
                </c:pt>
                <c:pt idx="183">
                  <c:v>40633</c:v>
                </c:pt>
                <c:pt idx="184">
                  <c:v>40602</c:v>
                </c:pt>
                <c:pt idx="185">
                  <c:v>40574</c:v>
                </c:pt>
                <c:pt idx="186">
                  <c:v>40543</c:v>
                </c:pt>
                <c:pt idx="187">
                  <c:v>40512</c:v>
                </c:pt>
                <c:pt idx="188">
                  <c:v>40482</c:v>
                </c:pt>
                <c:pt idx="189">
                  <c:v>40451</c:v>
                </c:pt>
                <c:pt idx="190">
                  <c:v>40421</c:v>
                </c:pt>
                <c:pt idx="191">
                  <c:v>40390</c:v>
                </c:pt>
                <c:pt idx="192">
                  <c:v>40359</c:v>
                </c:pt>
                <c:pt idx="193">
                  <c:v>40329</c:v>
                </c:pt>
                <c:pt idx="194">
                  <c:v>40298</c:v>
                </c:pt>
                <c:pt idx="195">
                  <c:v>40268</c:v>
                </c:pt>
                <c:pt idx="196">
                  <c:v>40237</c:v>
                </c:pt>
                <c:pt idx="197">
                  <c:v>40209</c:v>
                </c:pt>
                <c:pt idx="198">
                  <c:v>40178</c:v>
                </c:pt>
                <c:pt idx="199">
                  <c:v>40147</c:v>
                </c:pt>
                <c:pt idx="200">
                  <c:v>40117</c:v>
                </c:pt>
                <c:pt idx="201">
                  <c:v>40086</c:v>
                </c:pt>
                <c:pt idx="202">
                  <c:v>40056</c:v>
                </c:pt>
                <c:pt idx="203">
                  <c:v>40025</c:v>
                </c:pt>
                <c:pt idx="204">
                  <c:v>39994</c:v>
                </c:pt>
                <c:pt idx="205">
                  <c:v>39964</c:v>
                </c:pt>
                <c:pt idx="206">
                  <c:v>39933</c:v>
                </c:pt>
                <c:pt idx="207">
                  <c:v>39903</c:v>
                </c:pt>
                <c:pt idx="208">
                  <c:v>39872</c:v>
                </c:pt>
                <c:pt idx="209">
                  <c:v>39844</c:v>
                </c:pt>
                <c:pt idx="210">
                  <c:v>39813</c:v>
                </c:pt>
                <c:pt idx="211">
                  <c:v>39782</c:v>
                </c:pt>
                <c:pt idx="212">
                  <c:v>39752</c:v>
                </c:pt>
                <c:pt idx="213">
                  <c:v>39721</c:v>
                </c:pt>
                <c:pt idx="214">
                  <c:v>39691</c:v>
                </c:pt>
                <c:pt idx="215">
                  <c:v>39660</c:v>
                </c:pt>
                <c:pt idx="216">
                  <c:v>39629</c:v>
                </c:pt>
                <c:pt idx="217">
                  <c:v>39599</c:v>
                </c:pt>
                <c:pt idx="218">
                  <c:v>39568</c:v>
                </c:pt>
                <c:pt idx="219">
                  <c:v>39538</c:v>
                </c:pt>
                <c:pt idx="220">
                  <c:v>39507</c:v>
                </c:pt>
                <c:pt idx="221">
                  <c:v>39478</c:v>
                </c:pt>
                <c:pt idx="222">
                  <c:v>39447</c:v>
                </c:pt>
                <c:pt idx="223">
                  <c:v>39416</c:v>
                </c:pt>
                <c:pt idx="224">
                  <c:v>39386</c:v>
                </c:pt>
                <c:pt idx="225">
                  <c:v>39355</c:v>
                </c:pt>
                <c:pt idx="226">
                  <c:v>39325</c:v>
                </c:pt>
                <c:pt idx="227">
                  <c:v>39294</c:v>
                </c:pt>
                <c:pt idx="228">
                  <c:v>39263</c:v>
                </c:pt>
                <c:pt idx="229">
                  <c:v>39233</c:v>
                </c:pt>
                <c:pt idx="230">
                  <c:v>39202</c:v>
                </c:pt>
                <c:pt idx="231">
                  <c:v>39172</c:v>
                </c:pt>
                <c:pt idx="232">
                  <c:v>39141</c:v>
                </c:pt>
                <c:pt idx="233">
                  <c:v>39113</c:v>
                </c:pt>
                <c:pt idx="234">
                  <c:v>39082</c:v>
                </c:pt>
                <c:pt idx="235">
                  <c:v>39051</c:v>
                </c:pt>
                <c:pt idx="236">
                  <c:v>39021</c:v>
                </c:pt>
                <c:pt idx="237">
                  <c:v>38990</c:v>
                </c:pt>
                <c:pt idx="238">
                  <c:v>38960</c:v>
                </c:pt>
                <c:pt idx="239">
                  <c:v>38929</c:v>
                </c:pt>
                <c:pt idx="240">
                  <c:v>38898</c:v>
                </c:pt>
                <c:pt idx="241">
                  <c:v>38868</c:v>
                </c:pt>
                <c:pt idx="242">
                  <c:v>38837</c:v>
                </c:pt>
                <c:pt idx="243">
                  <c:v>38807</c:v>
                </c:pt>
                <c:pt idx="244">
                  <c:v>38776</c:v>
                </c:pt>
                <c:pt idx="245">
                  <c:v>38748</c:v>
                </c:pt>
                <c:pt idx="246">
                  <c:v>38717</c:v>
                </c:pt>
                <c:pt idx="247">
                  <c:v>38686</c:v>
                </c:pt>
                <c:pt idx="248">
                  <c:v>38656</c:v>
                </c:pt>
                <c:pt idx="249">
                  <c:v>38625</c:v>
                </c:pt>
                <c:pt idx="250">
                  <c:v>38595</c:v>
                </c:pt>
                <c:pt idx="251">
                  <c:v>38564</c:v>
                </c:pt>
                <c:pt idx="252">
                  <c:v>38533</c:v>
                </c:pt>
                <c:pt idx="253">
                  <c:v>38503</c:v>
                </c:pt>
                <c:pt idx="254">
                  <c:v>38472</c:v>
                </c:pt>
                <c:pt idx="255">
                  <c:v>38442</c:v>
                </c:pt>
                <c:pt idx="256">
                  <c:v>38411</c:v>
                </c:pt>
                <c:pt idx="257">
                  <c:v>38383</c:v>
                </c:pt>
                <c:pt idx="258">
                  <c:v>38352</c:v>
                </c:pt>
                <c:pt idx="259">
                  <c:v>38321</c:v>
                </c:pt>
                <c:pt idx="260">
                  <c:v>38291</c:v>
                </c:pt>
                <c:pt idx="261">
                  <c:v>38260</c:v>
                </c:pt>
                <c:pt idx="262">
                  <c:v>38230</c:v>
                </c:pt>
                <c:pt idx="263">
                  <c:v>38199</c:v>
                </c:pt>
                <c:pt idx="264">
                  <c:v>38168</c:v>
                </c:pt>
                <c:pt idx="265">
                  <c:v>38138</c:v>
                </c:pt>
                <c:pt idx="266">
                  <c:v>38107</c:v>
                </c:pt>
                <c:pt idx="267">
                  <c:v>38077</c:v>
                </c:pt>
                <c:pt idx="268">
                  <c:v>38046</c:v>
                </c:pt>
                <c:pt idx="269">
                  <c:v>38017</c:v>
                </c:pt>
                <c:pt idx="270">
                  <c:v>37986</c:v>
                </c:pt>
                <c:pt idx="271">
                  <c:v>37955</c:v>
                </c:pt>
                <c:pt idx="272">
                  <c:v>37925</c:v>
                </c:pt>
                <c:pt idx="273">
                  <c:v>37894</c:v>
                </c:pt>
                <c:pt idx="274">
                  <c:v>37864</c:v>
                </c:pt>
                <c:pt idx="275">
                  <c:v>37833</c:v>
                </c:pt>
                <c:pt idx="276">
                  <c:v>37802</c:v>
                </c:pt>
                <c:pt idx="277">
                  <c:v>37772</c:v>
                </c:pt>
                <c:pt idx="278">
                  <c:v>37741</c:v>
                </c:pt>
                <c:pt idx="279">
                  <c:v>37711</c:v>
                </c:pt>
                <c:pt idx="280">
                  <c:v>37680</c:v>
                </c:pt>
                <c:pt idx="281">
                  <c:v>37652</c:v>
                </c:pt>
                <c:pt idx="282">
                  <c:v>37621</c:v>
                </c:pt>
                <c:pt idx="283">
                  <c:v>37590</c:v>
                </c:pt>
                <c:pt idx="284">
                  <c:v>37560</c:v>
                </c:pt>
                <c:pt idx="285">
                  <c:v>37529</c:v>
                </c:pt>
                <c:pt idx="286">
                  <c:v>37499</c:v>
                </c:pt>
                <c:pt idx="287">
                  <c:v>37468</c:v>
                </c:pt>
                <c:pt idx="288">
                  <c:v>37437</c:v>
                </c:pt>
                <c:pt idx="289">
                  <c:v>37407</c:v>
                </c:pt>
                <c:pt idx="290">
                  <c:v>37376</c:v>
                </c:pt>
                <c:pt idx="291">
                  <c:v>37346</c:v>
                </c:pt>
                <c:pt idx="292">
                  <c:v>37315</c:v>
                </c:pt>
                <c:pt idx="293">
                  <c:v>37287</c:v>
                </c:pt>
                <c:pt idx="294">
                  <c:v>37256</c:v>
                </c:pt>
                <c:pt idx="295">
                  <c:v>37225</c:v>
                </c:pt>
                <c:pt idx="296">
                  <c:v>37195</c:v>
                </c:pt>
                <c:pt idx="297">
                  <c:v>37164</c:v>
                </c:pt>
                <c:pt idx="298">
                  <c:v>37134</c:v>
                </c:pt>
                <c:pt idx="299">
                  <c:v>37103</c:v>
                </c:pt>
                <c:pt idx="300">
                  <c:v>37072</c:v>
                </c:pt>
                <c:pt idx="301">
                  <c:v>37042</c:v>
                </c:pt>
                <c:pt idx="302">
                  <c:v>37011</c:v>
                </c:pt>
                <c:pt idx="303">
                  <c:v>36981</c:v>
                </c:pt>
                <c:pt idx="304">
                  <c:v>36950</c:v>
                </c:pt>
                <c:pt idx="305">
                  <c:v>36922</c:v>
                </c:pt>
                <c:pt idx="306">
                  <c:v>36891</c:v>
                </c:pt>
                <c:pt idx="307">
                  <c:v>36860</c:v>
                </c:pt>
                <c:pt idx="308">
                  <c:v>36830</c:v>
                </c:pt>
                <c:pt idx="309">
                  <c:v>36799</c:v>
                </c:pt>
                <c:pt idx="310">
                  <c:v>36769</c:v>
                </c:pt>
                <c:pt idx="311">
                  <c:v>36738</c:v>
                </c:pt>
                <c:pt idx="312">
                  <c:v>36707</c:v>
                </c:pt>
                <c:pt idx="313">
                  <c:v>36677</c:v>
                </c:pt>
                <c:pt idx="314">
                  <c:v>36646</c:v>
                </c:pt>
                <c:pt idx="315">
                  <c:v>36616</c:v>
                </c:pt>
                <c:pt idx="316">
                  <c:v>36585</c:v>
                </c:pt>
                <c:pt idx="317">
                  <c:v>36556</c:v>
                </c:pt>
                <c:pt idx="318">
                  <c:v>36525</c:v>
                </c:pt>
                <c:pt idx="319">
                  <c:v>36494</c:v>
                </c:pt>
                <c:pt idx="320">
                  <c:v>36464</c:v>
                </c:pt>
                <c:pt idx="321">
                  <c:v>36433</c:v>
                </c:pt>
                <c:pt idx="322">
                  <c:v>36403</c:v>
                </c:pt>
                <c:pt idx="323">
                  <c:v>36372</c:v>
                </c:pt>
                <c:pt idx="324">
                  <c:v>36341</c:v>
                </c:pt>
                <c:pt idx="325">
                  <c:v>36311</c:v>
                </c:pt>
                <c:pt idx="326">
                  <c:v>36280</c:v>
                </c:pt>
                <c:pt idx="327">
                  <c:v>36250</c:v>
                </c:pt>
                <c:pt idx="328">
                  <c:v>36219</c:v>
                </c:pt>
                <c:pt idx="329">
                  <c:v>36191</c:v>
                </c:pt>
                <c:pt idx="330">
                  <c:v>36160</c:v>
                </c:pt>
                <c:pt idx="331">
                  <c:v>36129</c:v>
                </c:pt>
                <c:pt idx="332">
                  <c:v>36099</c:v>
                </c:pt>
                <c:pt idx="333">
                  <c:v>36068</c:v>
                </c:pt>
                <c:pt idx="334">
                  <c:v>36038</c:v>
                </c:pt>
                <c:pt idx="335">
                  <c:v>36007</c:v>
                </c:pt>
                <c:pt idx="336">
                  <c:v>35976</c:v>
                </c:pt>
                <c:pt idx="337">
                  <c:v>35946</c:v>
                </c:pt>
                <c:pt idx="338">
                  <c:v>35915</c:v>
                </c:pt>
                <c:pt idx="339">
                  <c:v>35885</c:v>
                </c:pt>
                <c:pt idx="340">
                  <c:v>35854</c:v>
                </c:pt>
                <c:pt idx="341">
                  <c:v>35826</c:v>
                </c:pt>
                <c:pt idx="342">
                  <c:v>35795</c:v>
                </c:pt>
                <c:pt idx="343">
                  <c:v>35764</c:v>
                </c:pt>
                <c:pt idx="344">
                  <c:v>35734</c:v>
                </c:pt>
                <c:pt idx="345">
                  <c:v>35703</c:v>
                </c:pt>
                <c:pt idx="346">
                  <c:v>35673</c:v>
                </c:pt>
                <c:pt idx="347">
                  <c:v>35642</c:v>
                </c:pt>
                <c:pt idx="348">
                  <c:v>35611</c:v>
                </c:pt>
                <c:pt idx="349">
                  <c:v>35581</c:v>
                </c:pt>
                <c:pt idx="350">
                  <c:v>35550</c:v>
                </c:pt>
                <c:pt idx="351">
                  <c:v>35520</c:v>
                </c:pt>
                <c:pt idx="352">
                  <c:v>35489</c:v>
                </c:pt>
                <c:pt idx="353">
                  <c:v>35461</c:v>
                </c:pt>
                <c:pt idx="354">
                  <c:v>35430</c:v>
                </c:pt>
                <c:pt idx="355">
                  <c:v>35399</c:v>
                </c:pt>
                <c:pt idx="356">
                  <c:v>35369</c:v>
                </c:pt>
                <c:pt idx="357">
                  <c:v>35338</c:v>
                </c:pt>
                <c:pt idx="358">
                  <c:v>35308</c:v>
                </c:pt>
                <c:pt idx="359">
                  <c:v>35277</c:v>
                </c:pt>
                <c:pt idx="360">
                  <c:v>35246</c:v>
                </c:pt>
                <c:pt idx="361">
                  <c:v>35216</c:v>
                </c:pt>
                <c:pt idx="362">
                  <c:v>35185</c:v>
                </c:pt>
                <c:pt idx="363">
                  <c:v>35155</c:v>
                </c:pt>
                <c:pt idx="364">
                  <c:v>35124</c:v>
                </c:pt>
                <c:pt idx="365">
                  <c:v>35095</c:v>
                </c:pt>
                <c:pt idx="366">
                  <c:v>35064</c:v>
                </c:pt>
                <c:pt idx="367">
                  <c:v>35033</c:v>
                </c:pt>
                <c:pt idx="368">
                  <c:v>35003</c:v>
                </c:pt>
                <c:pt idx="369">
                  <c:v>34972</c:v>
                </c:pt>
                <c:pt idx="370">
                  <c:v>34942</c:v>
                </c:pt>
                <c:pt idx="371">
                  <c:v>34911</c:v>
                </c:pt>
                <c:pt idx="372">
                  <c:v>34880</c:v>
                </c:pt>
                <c:pt idx="373">
                  <c:v>34850</c:v>
                </c:pt>
                <c:pt idx="374">
                  <c:v>34819</c:v>
                </c:pt>
                <c:pt idx="375">
                  <c:v>34789</c:v>
                </c:pt>
                <c:pt idx="376">
                  <c:v>34758</c:v>
                </c:pt>
                <c:pt idx="377">
                  <c:v>34730</c:v>
                </c:pt>
                <c:pt idx="378">
                  <c:v>34699</c:v>
                </c:pt>
                <c:pt idx="379">
                  <c:v>34668</c:v>
                </c:pt>
                <c:pt idx="380">
                  <c:v>34638</c:v>
                </c:pt>
                <c:pt idx="381">
                  <c:v>34607</c:v>
                </c:pt>
                <c:pt idx="382">
                  <c:v>34577</c:v>
                </c:pt>
                <c:pt idx="383">
                  <c:v>34546</c:v>
                </c:pt>
                <c:pt idx="384">
                  <c:v>34515</c:v>
                </c:pt>
                <c:pt idx="385">
                  <c:v>34485</c:v>
                </c:pt>
                <c:pt idx="386">
                  <c:v>34454</c:v>
                </c:pt>
                <c:pt idx="387">
                  <c:v>34424</c:v>
                </c:pt>
                <c:pt idx="388">
                  <c:v>34393</c:v>
                </c:pt>
                <c:pt idx="389">
                  <c:v>34365</c:v>
                </c:pt>
                <c:pt idx="390">
                  <c:v>34334</c:v>
                </c:pt>
                <c:pt idx="391">
                  <c:v>34303</c:v>
                </c:pt>
                <c:pt idx="392">
                  <c:v>34273</c:v>
                </c:pt>
                <c:pt idx="393">
                  <c:v>34242</c:v>
                </c:pt>
                <c:pt idx="394">
                  <c:v>34212</c:v>
                </c:pt>
              </c:numCache>
            </c:numRef>
          </c:cat>
          <c:val>
            <c:numRef>
              <c:f>美元指数!$H$5:$H$399</c:f>
              <c:numCache>
                <c:formatCode>General</c:formatCode>
                <c:ptCount val="395"/>
                <c:pt idx="0">
                  <c:v>0.30788655187532032</c:v>
                </c:pt>
                <c:pt idx="1">
                  <c:v>0.27510439239484419</c:v>
                </c:pt>
                <c:pt idx="2">
                  <c:v>0.26717461582299867</c:v>
                </c:pt>
                <c:pt idx="3">
                  <c:v>0.25562153917155545</c:v>
                </c:pt>
                <c:pt idx="4">
                  <c:v>0.26069333179124415</c:v>
                </c:pt>
                <c:pt idx="5">
                  <c:v>0.24769996907304201</c:v>
                </c:pt>
                <c:pt idx="6">
                  <c:v>0.25010150000741305</c:v>
                </c:pt>
                <c:pt idx="7">
                  <c:v>0.23998227688814175</c:v>
                </c:pt>
                <c:pt idx="8">
                  <c:v>0.24498068256605929</c:v>
                </c:pt>
                <c:pt idx="9">
                  <c:v>0.23641053845088314</c:v>
                </c:pt>
                <c:pt idx="10">
                  <c:v>0.24626485687238264</c:v>
                </c:pt>
                <c:pt idx="11">
                  <c:v>0.22472158970957878</c:v>
                </c:pt>
                <c:pt idx="12">
                  <c:v>0.22078805995942222</c:v>
                </c:pt>
                <c:pt idx="13">
                  <c:v>0.21787634227388247</c:v>
                </c:pt>
                <c:pt idx="14">
                  <c:v>0.22406018967052016</c:v>
                </c:pt>
                <c:pt idx="15">
                  <c:v>0.22134014977780736</c:v>
                </c:pt>
                <c:pt idx="16">
                  <c:v>0.22396138495954024</c:v>
                </c:pt>
                <c:pt idx="17">
                  <c:v>0.24254083166914789</c:v>
                </c:pt>
                <c:pt idx="18">
                  <c:v>0.25034243355541763</c:v>
                </c:pt>
                <c:pt idx="19">
                  <c:v>0.26371021658692689</c:v>
                </c:pt>
                <c:pt idx="20">
                  <c:v>0.24876903608889553</c:v>
                </c:pt>
                <c:pt idx="21">
                  <c:v>0.23383185039235949</c:v>
                </c:pt>
                <c:pt idx="22">
                  <c:v>0.22478268748745767</c:v>
                </c:pt>
                <c:pt idx="23">
                  <c:v>0.24277053376843516</c:v>
                </c:pt>
                <c:pt idx="24">
                  <c:v>0.23700361935840342</c:v>
                </c:pt>
                <c:pt idx="25">
                  <c:v>0.24482437950818631</c:v>
                </c:pt>
                <c:pt idx="26">
                  <c:v>0.25222927619893681</c:v>
                </c:pt>
                <c:pt idx="27">
                  <c:v>0.26812146720172758</c:v>
                </c:pt>
                <c:pt idx="28">
                  <c:v>0.26502743552349162</c:v>
                </c:pt>
                <c:pt idx="29">
                  <c:v>0.2576812568493394</c:v>
                </c:pt>
                <c:pt idx="30">
                  <c:v>0.26779336308959906</c:v>
                </c:pt>
                <c:pt idx="31">
                  <c:v>0.27348019231491388</c:v>
                </c:pt>
                <c:pt idx="32">
                  <c:v>0.2714166093985208</c:v>
                </c:pt>
                <c:pt idx="33">
                  <c:v>0.2665550549533231</c:v>
                </c:pt>
                <c:pt idx="34">
                  <c:v>0.26110137275147616</c:v>
                </c:pt>
                <c:pt idx="35">
                  <c:v>0.25325243762867961</c:v>
                </c:pt>
                <c:pt idx="36">
                  <c:v>0.26233054545704448</c:v>
                </c:pt>
                <c:pt idx="37">
                  <c:v>0.26791491515700927</c:v>
                </c:pt>
                <c:pt idx="38">
                  <c:v>0.25396769570792432</c:v>
                </c:pt>
                <c:pt idx="39">
                  <c:v>0.25130453218144411</c:v>
                </c:pt>
                <c:pt idx="40">
                  <c:v>0.26126341735596087</c:v>
                </c:pt>
                <c:pt idx="41">
                  <c:v>0.23672238263958101</c:v>
                </c:pt>
                <c:pt idx="42">
                  <c:v>0.24341608105792256</c:v>
                </c:pt>
                <c:pt idx="43">
                  <c:v>0.26451076316204081</c:v>
                </c:pt>
                <c:pt idx="44">
                  <c:v>0.31053026413799389</c:v>
                </c:pt>
                <c:pt idx="45">
                  <c:v>0.27172528556572867</c:v>
                </c:pt>
                <c:pt idx="46">
                  <c:v>0.25373378990788492</c:v>
                </c:pt>
                <c:pt idx="47">
                  <c:v>0.25859765901934417</c:v>
                </c:pt>
                <c:pt idx="48">
                  <c:v>0.24498679539007467</c:v>
                </c:pt>
                <c:pt idx="49">
                  <c:v>0.22800223205947176</c:v>
                </c:pt>
                <c:pt idx="50">
                  <c:v>0.21863062895607699</c:v>
                </c:pt>
                <c:pt idx="51">
                  <c:v>0.23165170922200226</c:v>
                </c:pt>
                <c:pt idx="52">
                  <c:v>0.24259546726943401</c:v>
                </c:pt>
                <c:pt idx="53">
                  <c:v>0.22515702710582947</c:v>
                </c:pt>
                <c:pt idx="54">
                  <c:v>0.25299093456741634</c:v>
                </c:pt>
                <c:pt idx="55">
                  <c:v>0.249561640637846</c:v>
                </c:pt>
                <c:pt idx="56">
                  <c:v>0.22381846883270207</c:v>
                </c:pt>
                <c:pt idx="57">
                  <c:v>0.23032648183322998</c:v>
                </c:pt>
                <c:pt idx="58">
                  <c:v>0.22100468758633932</c:v>
                </c:pt>
                <c:pt idx="59">
                  <c:v>0.21342672459451725</c:v>
                </c:pt>
                <c:pt idx="60">
                  <c:v>0.19834317043008609</c:v>
                </c:pt>
                <c:pt idx="61">
                  <c:v>0.19339404084824949</c:v>
                </c:pt>
                <c:pt idx="62">
                  <c:v>0.18668206446815441</c:v>
                </c:pt>
                <c:pt idx="63">
                  <c:v>0.18486746058174633</c:v>
                </c:pt>
                <c:pt idx="64">
                  <c:v>0.18689184101840531</c:v>
                </c:pt>
                <c:pt idx="65">
                  <c:v>0.1915075462165324</c:v>
                </c:pt>
                <c:pt idx="66">
                  <c:v>0.19911759078672092</c:v>
                </c:pt>
                <c:pt idx="67">
                  <c:v>0.19963403361009571</c:v>
                </c:pt>
                <c:pt idx="68">
                  <c:v>0.20977966119974681</c:v>
                </c:pt>
                <c:pt idx="69">
                  <c:v>0.21333102150342831</c:v>
                </c:pt>
                <c:pt idx="70">
                  <c:v>0.21139268103292483</c:v>
                </c:pt>
                <c:pt idx="71">
                  <c:v>0.21221490241041496</c:v>
                </c:pt>
                <c:pt idx="72">
                  <c:v>0.18898670702606402</c:v>
                </c:pt>
                <c:pt idx="73">
                  <c:v>0.1854573552999873</c:v>
                </c:pt>
                <c:pt idx="74">
                  <c:v>0.17180197365724717</c:v>
                </c:pt>
                <c:pt idx="75">
                  <c:v>0.17045406863733653</c:v>
                </c:pt>
                <c:pt idx="76">
                  <c:v>0.1647305714175277</c:v>
                </c:pt>
                <c:pt idx="77">
                  <c:v>0.16363179203295147</c:v>
                </c:pt>
                <c:pt idx="78">
                  <c:v>0.15312267402158586</c:v>
                </c:pt>
                <c:pt idx="79">
                  <c:v>0.15233914650490443</c:v>
                </c:pt>
                <c:pt idx="80">
                  <c:v>0.1514495003478685</c:v>
                </c:pt>
                <c:pt idx="81">
                  <c:v>0.15491250473799328</c:v>
                </c:pt>
                <c:pt idx="82">
                  <c:v>0.15592590476168264</c:v>
                </c:pt>
                <c:pt idx="83">
                  <c:v>0.14548041508041507</c:v>
                </c:pt>
                <c:pt idx="84">
                  <c:v>0.14174127322579358</c:v>
                </c:pt>
                <c:pt idx="85">
                  <c:v>0.14548338375879935</c:v>
                </c:pt>
                <c:pt idx="86">
                  <c:v>0.14075959851995565</c:v>
                </c:pt>
                <c:pt idx="87">
                  <c:v>0.1460009514184534</c:v>
                </c:pt>
                <c:pt idx="88">
                  <c:v>0.13719212466097025</c:v>
                </c:pt>
                <c:pt idx="89">
                  <c:v>0.1192974350513752</c:v>
                </c:pt>
                <c:pt idx="90">
                  <c:v>0.12554875665971515</c:v>
                </c:pt>
                <c:pt idx="91">
                  <c:v>0.12863842983391024</c:v>
                </c:pt>
                <c:pt idx="92">
                  <c:v>0.133662047047021</c:v>
                </c:pt>
                <c:pt idx="93">
                  <c:v>0.13224017328018908</c:v>
                </c:pt>
                <c:pt idx="94">
                  <c:v>0.13001435714657092</c:v>
                </c:pt>
                <c:pt idx="95">
                  <c:v>0.13546549856015866</c:v>
                </c:pt>
                <c:pt idx="96">
                  <c:v>0.13332144826940737</c:v>
                </c:pt>
                <c:pt idx="97">
                  <c:v>0.13820601630008111</c:v>
                </c:pt>
                <c:pt idx="98">
                  <c:v>0.13676158651279113</c:v>
                </c:pt>
                <c:pt idx="99">
                  <c:v>0.14542234537961504</c:v>
                </c:pt>
                <c:pt idx="100">
                  <c:v>0.14202114656900758</c:v>
                </c:pt>
                <c:pt idx="101">
                  <c:v>0.13999090529557487</c:v>
                </c:pt>
                <c:pt idx="102">
                  <c:v>0.15116479579132427</c:v>
                </c:pt>
                <c:pt idx="103">
                  <c:v>0.15542658603334439</c:v>
                </c:pt>
                <c:pt idx="104">
                  <c:v>0.16543687959231795</c:v>
                </c:pt>
                <c:pt idx="105">
                  <c:v>0.1677325353937498</c:v>
                </c:pt>
                <c:pt idx="106">
                  <c:v>0.16315105308130409</c:v>
                </c:pt>
                <c:pt idx="107">
                  <c:v>0.16206683943304034</c:v>
                </c:pt>
                <c:pt idx="108">
                  <c:v>0.16914626980140954</c:v>
                </c:pt>
                <c:pt idx="109">
                  <c:v>0.16204890756859239</c:v>
                </c:pt>
                <c:pt idx="110">
                  <c:v>0.17386736937810199</c:v>
                </c:pt>
                <c:pt idx="111">
                  <c:v>0.18286900615015433</c:v>
                </c:pt>
                <c:pt idx="112">
                  <c:v>0.18681333724784369</c:v>
                </c:pt>
                <c:pt idx="113">
                  <c:v>0.18403989079131777</c:v>
                </c:pt>
                <c:pt idx="114">
                  <c:v>0.19591430854487341</c:v>
                </c:pt>
                <c:pt idx="115">
                  <c:v>0.19984039329927419</c:v>
                </c:pt>
                <c:pt idx="116">
                  <c:v>0.19104979650779999</c:v>
                </c:pt>
                <c:pt idx="117">
                  <c:v>0.18232488094037252</c:v>
                </c:pt>
                <c:pt idx="118">
                  <c:v>0.18812983747140602</c:v>
                </c:pt>
                <c:pt idx="119">
                  <c:v>0.18854806711503208</c:v>
                </c:pt>
                <c:pt idx="120">
                  <c:v>0.19745451292825897</c:v>
                </c:pt>
                <c:pt idx="121">
                  <c:v>0.19064268758866765</c:v>
                </c:pt>
                <c:pt idx="122">
                  <c:v>0.18923958503919627</c:v>
                </c:pt>
                <c:pt idx="123">
                  <c:v>0.19552107408780028</c:v>
                </c:pt>
                <c:pt idx="124">
                  <c:v>0.18255757529459346</c:v>
                </c:pt>
                <c:pt idx="125">
                  <c:v>0.18215295245517604</c:v>
                </c:pt>
                <c:pt idx="126">
                  <c:v>0.22584215401744973</c:v>
                </c:pt>
                <c:pt idx="127">
                  <c:v>0.21360486842858978</c:v>
                </c:pt>
                <c:pt idx="128">
                  <c:v>0.19540275547216346</c:v>
                </c:pt>
                <c:pt idx="129">
                  <c:v>0.18122408293078388</c:v>
                </c:pt>
                <c:pt idx="130">
                  <c:v>0.18529946129729799</c:v>
                </c:pt>
                <c:pt idx="131">
                  <c:v>0.19254151194904426</c:v>
                </c:pt>
                <c:pt idx="132">
                  <c:v>0.2145420976661741</c:v>
                </c:pt>
                <c:pt idx="133">
                  <c:v>0.22950227153472902</c:v>
                </c:pt>
                <c:pt idx="134">
                  <c:v>0.19446311449187786</c:v>
                </c:pt>
                <c:pt idx="135">
                  <c:v>0.18468166398871688</c:v>
                </c:pt>
                <c:pt idx="136">
                  <c:v>0.15596621962681015</c:v>
                </c:pt>
                <c:pt idx="137">
                  <c:v>0.14868141616392019</c:v>
                </c:pt>
                <c:pt idx="138">
                  <c:v>0.15138639460047515</c:v>
                </c:pt>
                <c:pt idx="139">
                  <c:v>0.13392304309128314</c:v>
                </c:pt>
                <c:pt idx="140">
                  <c:v>0.12279315494669152</c:v>
                </c:pt>
                <c:pt idx="141">
                  <c:v>0.12588520985933793</c:v>
                </c:pt>
                <c:pt idx="142">
                  <c:v>0.10638440372386131</c:v>
                </c:pt>
                <c:pt idx="143">
                  <c:v>0.10339447869983459</c:v>
                </c:pt>
                <c:pt idx="144">
                  <c:v>0.10166291947813608</c:v>
                </c:pt>
                <c:pt idx="145">
                  <c:v>9.9091581407741644E-2</c:v>
                </c:pt>
                <c:pt idx="146">
                  <c:v>0.10181447340897272</c:v>
                </c:pt>
                <c:pt idx="147">
                  <c:v>0.10252293569698244</c:v>
                </c:pt>
                <c:pt idx="148">
                  <c:v>0.10229963620376793</c:v>
                </c:pt>
                <c:pt idx="149">
                  <c:v>0.10510874310541847</c:v>
                </c:pt>
                <c:pt idx="150">
                  <c:v>0.1005817288734978</c:v>
                </c:pt>
                <c:pt idx="151">
                  <c:v>0.10219294686342321</c:v>
                </c:pt>
                <c:pt idx="152">
                  <c:v>9.9924016552351794E-2</c:v>
                </c:pt>
                <c:pt idx="153">
                  <c:v>0.10436531107364612</c:v>
                </c:pt>
                <c:pt idx="154">
                  <c:v>0.10415547202040185</c:v>
                </c:pt>
                <c:pt idx="155">
                  <c:v>9.7024981196015658E-2</c:v>
                </c:pt>
                <c:pt idx="156">
                  <c:v>9.836258591790048E-2</c:v>
                </c:pt>
                <c:pt idx="157">
                  <c:v>0.1075066898414445</c:v>
                </c:pt>
                <c:pt idx="158">
                  <c:v>9.642812753303974E-2</c:v>
                </c:pt>
                <c:pt idx="159">
                  <c:v>0.10041717284098436</c:v>
                </c:pt>
                <c:pt idx="160">
                  <c:v>0.10278189612893332</c:v>
                </c:pt>
                <c:pt idx="161">
                  <c:v>9.8461284315365716E-2</c:v>
                </c:pt>
                <c:pt idx="162">
                  <c:v>9.8126311961202139E-2</c:v>
                </c:pt>
                <c:pt idx="163">
                  <c:v>8.7721551910792325E-2</c:v>
                </c:pt>
                <c:pt idx="164">
                  <c:v>9.4955969507185628E-2</c:v>
                </c:pt>
                <c:pt idx="165">
                  <c:v>9.9517379241645304E-2</c:v>
                </c:pt>
                <c:pt idx="166">
                  <c:v>0.1039679569995129</c:v>
                </c:pt>
                <c:pt idx="167">
                  <c:v>0.10485270101597174</c:v>
                </c:pt>
                <c:pt idx="168">
                  <c:v>0.1130303176819025</c:v>
                </c:pt>
                <c:pt idx="169">
                  <c:v>0.12426784479686002</c:v>
                </c:pt>
                <c:pt idx="170">
                  <c:v>0.10979463084893912</c:v>
                </c:pt>
                <c:pt idx="171">
                  <c:v>0.10638481132617031</c:v>
                </c:pt>
                <c:pt idx="172">
                  <c:v>0.10832861317854914</c:v>
                </c:pt>
                <c:pt idx="173">
                  <c:v>0.10753518429424697</c:v>
                </c:pt>
                <c:pt idx="174">
                  <c:v>0.11521146075351558</c:v>
                </c:pt>
                <c:pt idx="175">
                  <c:v>0.12730722899938021</c:v>
                </c:pt>
                <c:pt idx="176">
                  <c:v>0.12141964180988853</c:v>
                </c:pt>
                <c:pt idx="177">
                  <c:v>0.13143411846358743</c:v>
                </c:pt>
                <c:pt idx="178">
                  <c:v>0.12357303316069998</c:v>
                </c:pt>
                <c:pt idx="179">
                  <c:v>0.11852119740198973</c:v>
                </c:pt>
                <c:pt idx="180">
                  <c:v>0.11997104665127847</c:v>
                </c:pt>
                <c:pt idx="181">
                  <c:v>0.11079347647559779</c:v>
                </c:pt>
                <c:pt idx="182">
                  <c:v>0.11766588493394617</c:v>
                </c:pt>
                <c:pt idx="183">
                  <c:v>0.12027333097581046</c:v>
                </c:pt>
                <c:pt idx="184">
                  <c:v>0.12101978231229554</c:v>
                </c:pt>
                <c:pt idx="185">
                  <c:v>0.11438038600540616</c:v>
                </c:pt>
                <c:pt idx="186">
                  <c:v>0.11884155074027206</c:v>
                </c:pt>
                <c:pt idx="187">
                  <c:v>0.12005124741448514</c:v>
                </c:pt>
                <c:pt idx="188">
                  <c:v>0.12489472781811128</c:v>
                </c:pt>
                <c:pt idx="189">
                  <c:v>0.11518525494342896</c:v>
                </c:pt>
                <c:pt idx="190">
                  <c:v>0.12408133401490387</c:v>
                </c:pt>
                <c:pt idx="191">
                  <c:v>0.11816820222892642</c:v>
                </c:pt>
                <c:pt idx="192">
                  <c:v>0.1103606876414496</c:v>
                </c:pt>
                <c:pt idx="193">
                  <c:v>0.12170302743619028</c:v>
                </c:pt>
                <c:pt idx="194">
                  <c:v>0.12427633133502834</c:v>
                </c:pt>
                <c:pt idx="195">
                  <c:v>0.13380435623132264</c:v>
                </c:pt>
                <c:pt idx="196">
                  <c:v>0.13446336292782612</c:v>
                </c:pt>
                <c:pt idx="197">
                  <c:v>0.13357496814604353</c:v>
                </c:pt>
                <c:pt idx="198">
                  <c:v>0.13440561892787747</c:v>
                </c:pt>
                <c:pt idx="199">
                  <c:v>0.1308404326008753</c:v>
                </c:pt>
                <c:pt idx="200">
                  <c:v>0.12098952960646465</c:v>
                </c:pt>
                <c:pt idx="201">
                  <c:v>0.11484356903401295</c:v>
                </c:pt>
                <c:pt idx="202">
                  <c:v>0.11611969657866043</c:v>
                </c:pt>
                <c:pt idx="203">
                  <c:v>0.1413012762576536</c:v>
                </c:pt>
                <c:pt idx="204">
                  <c:v>0.13606172635264441</c:v>
                </c:pt>
                <c:pt idx="205">
                  <c:v>0.12334157173518244</c:v>
                </c:pt>
                <c:pt idx="206">
                  <c:v>0.1369800748923867</c:v>
                </c:pt>
                <c:pt idx="207">
                  <c:v>0.14926376615767234</c:v>
                </c:pt>
                <c:pt idx="208">
                  <c:v>0.13360347404096123</c:v>
                </c:pt>
                <c:pt idx="209">
                  <c:v>0.12191840617071126</c:v>
                </c:pt>
                <c:pt idx="210">
                  <c:v>9.9447085262774113E-2</c:v>
                </c:pt>
                <c:pt idx="211">
                  <c:v>0.10153655752584118</c:v>
                </c:pt>
                <c:pt idx="212">
                  <c:v>8.9625856216990277E-2</c:v>
                </c:pt>
                <c:pt idx="213">
                  <c:v>9.3588058519008574E-2</c:v>
                </c:pt>
                <c:pt idx="214">
                  <c:v>8.4920383326589036E-2</c:v>
                </c:pt>
                <c:pt idx="215">
                  <c:v>9.5817414833728493E-2</c:v>
                </c:pt>
                <c:pt idx="216">
                  <c:v>9.5632167351586292E-2</c:v>
                </c:pt>
                <c:pt idx="217">
                  <c:v>0.1110463161612418</c:v>
                </c:pt>
                <c:pt idx="218">
                  <c:v>0.11441097270137617</c:v>
                </c:pt>
                <c:pt idx="219">
                  <c:v>0.12561136497072511</c:v>
                </c:pt>
                <c:pt idx="220">
                  <c:v>0.14583561730795963</c:v>
                </c:pt>
                <c:pt idx="221">
                  <c:v>0.14627283129843696</c:v>
                </c:pt>
                <c:pt idx="222">
                  <c:v>0.13874257217489164</c:v>
                </c:pt>
                <c:pt idx="223">
                  <c:v>0.11728951762714267</c:v>
                </c:pt>
                <c:pt idx="224">
                  <c:v>0.12537375871459383</c:v>
                </c:pt>
                <c:pt idx="225">
                  <c:v>0.14695033281790493</c:v>
                </c:pt>
                <c:pt idx="226">
                  <c:v>0.15864411231755651</c:v>
                </c:pt>
                <c:pt idx="227">
                  <c:v>0.14195150817729096</c:v>
                </c:pt>
                <c:pt idx="228">
                  <c:v>0.1265058584752578</c:v>
                </c:pt>
                <c:pt idx="229">
                  <c:v>0.14633854903954402</c:v>
                </c:pt>
                <c:pt idx="230">
                  <c:v>0.13506073631648835</c:v>
                </c:pt>
                <c:pt idx="231">
                  <c:v>0.10730897993175068</c:v>
                </c:pt>
                <c:pt idx="232">
                  <c:v>9.6539863857790065E-2</c:v>
                </c:pt>
                <c:pt idx="233">
                  <c:v>8.5505694201155669E-2</c:v>
                </c:pt>
                <c:pt idx="234">
                  <c:v>7.2603632808273783E-2</c:v>
                </c:pt>
                <c:pt idx="235">
                  <c:v>6.7066023644971023E-2</c:v>
                </c:pt>
                <c:pt idx="236">
                  <c:v>6.1966012437003233E-2</c:v>
                </c:pt>
                <c:pt idx="237">
                  <c:v>6.3318858465318179E-2</c:v>
                </c:pt>
                <c:pt idx="238">
                  <c:v>6.0977675714555944E-2</c:v>
                </c:pt>
                <c:pt idx="239">
                  <c:v>6.0244011374470136E-2</c:v>
                </c:pt>
                <c:pt idx="240">
                  <c:v>6.6427590514162485E-2</c:v>
                </c:pt>
                <c:pt idx="241">
                  <c:v>6.5664839395405072E-2</c:v>
                </c:pt>
                <c:pt idx="242">
                  <c:v>5.2191131544357283E-2</c:v>
                </c:pt>
                <c:pt idx="243">
                  <c:v>4.9546018232158859E-2</c:v>
                </c:pt>
                <c:pt idx="244">
                  <c:v>4.8208767420004926E-2</c:v>
                </c:pt>
                <c:pt idx="245">
                  <c:v>4.7229365066266155E-2</c:v>
                </c:pt>
                <c:pt idx="246">
                  <c:v>4.5983115572755022E-2</c:v>
                </c:pt>
                <c:pt idx="247">
                  <c:v>4.3820088718456142E-2</c:v>
                </c:pt>
                <c:pt idx="248">
                  <c:v>4.5403649426505779E-2</c:v>
                </c:pt>
                <c:pt idx="249">
                  <c:v>4.4812833635371377E-2</c:v>
                </c:pt>
                <c:pt idx="250">
                  <c:v>4.6183674359464695E-2</c:v>
                </c:pt>
                <c:pt idx="251">
                  <c:v>4.2124792856384458E-2</c:v>
                </c:pt>
                <c:pt idx="252">
                  <c:v>4.5237996318584668E-2</c:v>
                </c:pt>
                <c:pt idx="253">
                  <c:v>4.5834505775192595E-2</c:v>
                </c:pt>
                <c:pt idx="254">
                  <c:v>4.8953430771653116E-2</c:v>
                </c:pt>
                <c:pt idx="255">
                  <c:v>5.2202705062114933E-2</c:v>
                </c:pt>
                <c:pt idx="256">
                  <c:v>5.5872507546485296E-2</c:v>
                </c:pt>
                <c:pt idx="257">
                  <c:v>5.2629712520833802E-2</c:v>
                </c:pt>
                <c:pt idx="258">
                  <c:v>5.4331102856331699E-2</c:v>
                </c:pt>
                <c:pt idx="259">
                  <c:v>5.9165308800466575E-2</c:v>
                </c:pt>
                <c:pt idx="260">
                  <c:v>6.2012691253544715E-2</c:v>
                </c:pt>
                <c:pt idx="261">
                  <c:v>6.5452091191864653E-2</c:v>
                </c:pt>
                <c:pt idx="262">
                  <c:v>6.3548389607074707E-2</c:v>
                </c:pt>
                <c:pt idx="263">
                  <c:v>7.0151094579764886E-2</c:v>
                </c:pt>
                <c:pt idx="264">
                  <c:v>7.0507645035915584E-2</c:v>
                </c:pt>
                <c:pt idx="265">
                  <c:v>8.0272203203085035E-2</c:v>
                </c:pt>
                <c:pt idx="266">
                  <c:v>8.4001713143140408E-2</c:v>
                </c:pt>
                <c:pt idx="267">
                  <c:v>8.754594623578757E-2</c:v>
                </c:pt>
                <c:pt idx="268">
                  <c:v>7.7310576018028279E-2</c:v>
                </c:pt>
                <c:pt idx="269">
                  <c:v>7.5134005599964485E-2</c:v>
                </c:pt>
                <c:pt idx="270">
                  <c:v>7.3729629753322604E-2</c:v>
                </c:pt>
                <c:pt idx="271">
                  <c:v>7.3112051419650312E-2</c:v>
                </c:pt>
                <c:pt idx="272">
                  <c:v>7.2336683046078362E-2</c:v>
                </c:pt>
                <c:pt idx="273">
                  <c:v>8.1943878246141758E-2</c:v>
                </c:pt>
                <c:pt idx="274">
                  <c:v>8.8240130387872748E-2</c:v>
                </c:pt>
                <c:pt idx="275">
                  <c:v>9.7937488837997286E-2</c:v>
                </c:pt>
                <c:pt idx="276">
                  <c:v>0.10537373448385318</c:v>
                </c:pt>
                <c:pt idx="277">
                  <c:v>0.11405790639776209</c:v>
                </c:pt>
                <c:pt idx="278">
                  <c:v>0.11890989329166868</c:v>
                </c:pt>
                <c:pt idx="279">
                  <c:v>0.12171899773581409</c:v>
                </c:pt>
                <c:pt idx="280">
                  <c:v>0.11696884461330358</c:v>
                </c:pt>
                <c:pt idx="281">
                  <c:v>0.11410533591821966</c:v>
                </c:pt>
                <c:pt idx="282">
                  <c:v>0.10307408094802328</c:v>
                </c:pt>
                <c:pt idx="283">
                  <c:v>0.10090805541680278</c:v>
                </c:pt>
                <c:pt idx="284">
                  <c:v>0.11537684099033496</c:v>
                </c:pt>
                <c:pt idx="285">
                  <c:v>0.12663467887096969</c:v>
                </c:pt>
                <c:pt idx="286">
                  <c:v>0.12116772718085757</c:v>
                </c:pt>
                <c:pt idx="287">
                  <c:v>0.11766257343659908</c:v>
                </c:pt>
                <c:pt idx="288">
                  <c:v>0.11881550778172485</c:v>
                </c:pt>
                <c:pt idx="289">
                  <c:v>9.8328809036324724E-2</c:v>
                </c:pt>
                <c:pt idx="290">
                  <c:v>0.10575715933265956</c:v>
                </c:pt>
                <c:pt idx="291">
                  <c:v>0.10583146619389971</c:v>
                </c:pt>
                <c:pt idx="292">
                  <c:v>0.10427654530624705</c:v>
                </c:pt>
                <c:pt idx="293">
                  <c:v>9.8965026619302024E-2</c:v>
                </c:pt>
                <c:pt idx="294">
                  <c:v>0.10493493583078667</c:v>
                </c:pt>
                <c:pt idx="295">
                  <c:v>0.11348727973934437</c:v>
                </c:pt>
                <c:pt idx="296">
                  <c:v>0.12207110999933493</c:v>
                </c:pt>
                <c:pt idx="297">
                  <c:v>0.12988876159466167</c:v>
                </c:pt>
                <c:pt idx="298">
                  <c:v>0.12309395084793445</c:v>
                </c:pt>
                <c:pt idx="299">
                  <c:v>0.11484541707228159</c:v>
                </c:pt>
                <c:pt idx="300">
                  <c:v>0.12544175861585136</c:v>
                </c:pt>
                <c:pt idx="301">
                  <c:v>0.12344555847282725</c:v>
                </c:pt>
                <c:pt idx="302">
                  <c:v>0.11710432659696221</c:v>
                </c:pt>
                <c:pt idx="303">
                  <c:v>0.12341003272563132</c:v>
                </c:pt>
                <c:pt idx="304">
                  <c:v>9.8923651614465105E-2</c:v>
                </c:pt>
                <c:pt idx="305">
                  <c:v>9.6606843100541212E-2</c:v>
                </c:pt>
                <c:pt idx="306">
                  <c:v>0.10409669617429795</c:v>
                </c:pt>
                <c:pt idx="307">
                  <c:v>0.1125759507565221</c:v>
                </c:pt>
                <c:pt idx="308">
                  <c:v>0.10030785467132673</c:v>
                </c:pt>
                <c:pt idx="309">
                  <c:v>9.2917563956245078E-2</c:v>
                </c:pt>
                <c:pt idx="310">
                  <c:v>8.9097476767084807E-2</c:v>
                </c:pt>
                <c:pt idx="311">
                  <c:v>9.0953691531015415E-2</c:v>
                </c:pt>
                <c:pt idx="312">
                  <c:v>9.0965177787763876E-2</c:v>
                </c:pt>
                <c:pt idx="313">
                  <c:v>9.7324678908185885E-2</c:v>
                </c:pt>
                <c:pt idx="314">
                  <c:v>8.9721952665390847E-2</c:v>
                </c:pt>
                <c:pt idx="315">
                  <c:v>7.8969869945434298E-2</c:v>
                </c:pt>
                <c:pt idx="316">
                  <c:v>7.5861204558797496E-2</c:v>
                </c:pt>
                <c:pt idx="317">
                  <c:v>7.473353016995507E-2</c:v>
                </c:pt>
                <c:pt idx="318">
                  <c:v>5.8954964302769121E-2</c:v>
                </c:pt>
                <c:pt idx="319">
                  <c:v>6.8432242821998029E-2</c:v>
                </c:pt>
                <c:pt idx="320">
                  <c:v>8.2993675015746449E-2</c:v>
                </c:pt>
                <c:pt idx="321">
                  <c:v>9.0612067313582401E-2</c:v>
                </c:pt>
                <c:pt idx="322">
                  <c:v>8.7841051950007298E-2</c:v>
                </c:pt>
                <c:pt idx="323">
                  <c:v>8.9118197963730564E-2</c:v>
                </c:pt>
                <c:pt idx="324">
                  <c:v>9.2690343138631448E-2</c:v>
                </c:pt>
                <c:pt idx="325">
                  <c:v>7.6004707288641254E-2</c:v>
                </c:pt>
                <c:pt idx="326">
                  <c:v>6.2188386883868838E-2</c:v>
                </c:pt>
                <c:pt idx="327">
                  <c:v>7.8632222039443617E-2</c:v>
                </c:pt>
                <c:pt idx="328">
                  <c:v>8.1957104992752439E-2</c:v>
                </c:pt>
                <c:pt idx="329">
                  <c:v>8.879670555070529E-2</c:v>
                </c:pt>
                <c:pt idx="330">
                  <c:v>8.437624022498702E-2</c:v>
                </c:pt>
                <c:pt idx="331">
                  <c:v>8.9005106553153523E-2</c:v>
                </c:pt>
                <c:pt idx="332">
                  <c:v>8.922261480619284E-2</c:v>
                </c:pt>
                <c:pt idx="333">
                  <c:v>0.11605146724915202</c:v>
                </c:pt>
                <c:pt idx="334">
                  <c:v>0.11706368624777322</c:v>
                </c:pt>
                <c:pt idx="335">
                  <c:v>0.12205074216879615</c:v>
                </c:pt>
                <c:pt idx="336">
                  <c:v>0.11493598342522034</c:v>
                </c:pt>
                <c:pt idx="337">
                  <c:v>0.11561122204115257</c:v>
                </c:pt>
                <c:pt idx="338">
                  <c:v>9.4464072467564483E-2</c:v>
                </c:pt>
                <c:pt idx="339">
                  <c:v>7.7240712927674121E-2</c:v>
                </c:pt>
                <c:pt idx="340">
                  <c:v>7.5739623890529323E-2</c:v>
                </c:pt>
                <c:pt idx="341">
                  <c:v>9.6710086031732312E-2</c:v>
                </c:pt>
                <c:pt idx="342">
                  <c:v>8.1479557578244488E-2</c:v>
                </c:pt>
                <c:pt idx="343">
                  <c:v>7.7736294635647726E-2</c:v>
                </c:pt>
                <c:pt idx="344">
                  <c:v>8.0855089515992393E-2</c:v>
                </c:pt>
                <c:pt idx="345">
                  <c:v>4.9851428305635478E-2</c:v>
                </c:pt>
                <c:pt idx="346">
                  <c:v>5.9378636312185179E-2</c:v>
                </c:pt>
                <c:pt idx="347">
                  <c:v>5.2095266319191966E-2</c:v>
                </c:pt>
                <c:pt idx="348">
                  <c:v>5.9716413981890926E-2</c:v>
                </c:pt>
                <c:pt idx="349">
                  <c:v>6.2544213907221952E-2</c:v>
                </c:pt>
                <c:pt idx="350">
                  <c:v>7.883295746049461E-2</c:v>
                </c:pt>
                <c:pt idx="351">
                  <c:v>7.3498440279872027E-2</c:v>
                </c:pt>
                <c:pt idx="352">
                  <c:v>5.7857150320553483E-2</c:v>
                </c:pt>
                <c:pt idx="353">
                  <c:v>5.5363096578540445E-2</c:v>
                </c:pt>
                <c:pt idx="354">
                  <c:v>5.1103326766531613E-2</c:v>
                </c:pt>
                <c:pt idx="355">
                  <c:v>6.1031297829608998E-2</c:v>
                </c:pt>
                <c:pt idx="356">
                  <c:v>5.9081105340770657E-2</c:v>
                </c:pt>
                <c:pt idx="357">
                  <c:v>5.1522953353945425E-2</c:v>
                </c:pt>
                <c:pt idx="358">
                  <c:v>5.1960820862084409E-2</c:v>
                </c:pt>
                <c:pt idx="359">
                  <c:v>5.3986209672889321E-2</c:v>
                </c:pt>
                <c:pt idx="360">
                  <c:v>4.4845103394459622E-2</c:v>
                </c:pt>
                <c:pt idx="361">
                  <c:v>3.6448569424840427E-2</c:v>
                </c:pt>
                <c:pt idx="362">
                  <c:v>3.9004049432258651E-2</c:v>
                </c:pt>
                <c:pt idx="363">
                  <c:v>2.9878828532836854E-2</c:v>
                </c:pt>
                <c:pt idx="364">
                  <c:v>2.9130931087482131E-2</c:v>
                </c:pt>
                <c:pt idx="365">
                  <c:v>2.7752202963106421E-2</c:v>
                </c:pt>
                <c:pt idx="366">
                  <c:v>3.2388667182877681E-2</c:v>
                </c:pt>
                <c:pt idx="367">
                  <c:v>3.8320962367399347E-2</c:v>
                </c:pt>
                <c:pt idx="368">
                  <c:v>4.2683543915603535E-2</c:v>
                </c:pt>
                <c:pt idx="369">
                  <c:v>4.3351305681971333E-2</c:v>
                </c:pt>
                <c:pt idx="370">
                  <c:v>4.5663743613764858E-2</c:v>
                </c:pt>
                <c:pt idx="371">
                  <c:v>4.2067901495758141E-2</c:v>
                </c:pt>
                <c:pt idx="372">
                  <c:v>4.0169641014500622E-2</c:v>
                </c:pt>
                <c:pt idx="373">
                  <c:v>4.295449327125455E-2</c:v>
                </c:pt>
                <c:pt idx="374">
                  <c:v>4.0440306183470873E-2</c:v>
                </c:pt>
                <c:pt idx="375">
                  <c:v>4.3774107153254069E-2</c:v>
                </c:pt>
                <c:pt idx="376">
                  <c:v>3.9657844491143797E-2</c:v>
                </c:pt>
                <c:pt idx="377">
                  <c:v>4.5541367616816701E-2</c:v>
                </c:pt>
                <c:pt idx="378">
                  <c:v>4.631183005738005E-2</c:v>
                </c:pt>
                <c:pt idx="379">
                  <c:v>4.7328136257869441E-2</c:v>
                </c:pt>
                <c:pt idx="380">
                  <c:v>4.0299306469838175E-2</c:v>
                </c:pt>
                <c:pt idx="381">
                  <c:v>4.9677425114481366E-2</c:v>
                </c:pt>
                <c:pt idx="382">
                  <c:v>4.5967359558482891E-2</c:v>
                </c:pt>
                <c:pt idx="383">
                  <c:v>2.2449603492639306E-2</c:v>
                </c:pt>
                <c:pt idx="384">
                  <c:v>3.2808012879064673E-2</c:v>
                </c:pt>
                <c:pt idx="385">
                  <c:v>3.5673557611790321E-2</c:v>
                </c:pt>
                <c:pt idx="386">
                  <c:v>3.881792529639419E-2</c:v>
                </c:pt>
                <c:pt idx="387">
                  <c:v>4.5617382252295155E-2</c:v>
                </c:pt>
                <c:pt idx="388">
                  <c:v>4.3577942786882096E-2</c:v>
                </c:pt>
                <c:pt idx="389">
                  <c:v>3.8732619482893707E-2</c:v>
                </c:pt>
                <c:pt idx="390">
                  <c:v>4.2038827764880056E-2</c:v>
                </c:pt>
                <c:pt idx="391">
                  <c:v>5.9897229649761095E-2</c:v>
                </c:pt>
                <c:pt idx="392">
                  <c:v>5.0423031160562112E-2</c:v>
                </c:pt>
                <c:pt idx="393">
                  <c:v>6.6357116802584618E-2</c:v>
                </c:pt>
                <c:pt idx="394">
                  <c:v>6.9047988661801132E-2</c:v>
                </c:pt>
              </c:numCache>
            </c:numRef>
          </c:val>
          <c:smooth val="0"/>
          <c:extLst>
            <c:ext xmlns:c16="http://schemas.microsoft.com/office/drawing/2014/chart" uri="{C3380CC4-5D6E-409C-BE32-E72D297353CC}">
              <c16:uniqueId val="{00000001-FA10-1947-8B4D-510D2EE31F07}"/>
            </c:ext>
          </c:extLst>
        </c:ser>
        <c:dLbls>
          <c:showLegendKey val="0"/>
          <c:showVal val="0"/>
          <c:showCatName val="0"/>
          <c:showSerName val="0"/>
          <c:showPercent val="0"/>
          <c:showBubbleSize val="0"/>
        </c:dLbls>
        <c:marker val="1"/>
        <c:smooth val="0"/>
        <c:axId val="2000001730"/>
        <c:axId val="2000001731"/>
      </c:lineChart>
      <c:dateAx>
        <c:axId val="2000001728"/>
        <c:scaling>
          <c:orientation val="minMax"/>
        </c:scaling>
        <c:delete val="0"/>
        <c:axPos val="b"/>
        <c:numFmt formatCode="yyyy\-mm" sourceLinked="0"/>
        <c:majorTickMark val="in"/>
        <c:minorTickMark val="none"/>
        <c:tickLblPos val="nextTo"/>
        <c:spPr>
          <a:ln w="3175">
            <a:solidFill>
              <a:srgbClr val="000000"/>
            </a:solidFill>
            <a:prstDash val="solid"/>
          </a:ln>
        </c:spPr>
        <c:txPr>
          <a:bodyPr rot="0" vert="horz"/>
          <a:lstStyle/>
          <a:p>
            <a:pPr>
              <a:defRPr/>
            </a:pPr>
            <a:endParaRPr lang="zh-CN"/>
          </a:p>
        </c:txPr>
        <c:crossAx val="2000001729"/>
        <c:crosses val="autoZero"/>
        <c:auto val="0"/>
        <c:lblOffset val="100"/>
        <c:baseTimeUnit val="months"/>
      </c:dateAx>
      <c:valAx>
        <c:axId val="2000001729"/>
        <c:scaling>
          <c:orientation val="minMax"/>
          <c:min val="75"/>
        </c:scaling>
        <c:delete val="0"/>
        <c:axPos val="l"/>
        <c:numFmt formatCode="General" sourceLinked="0"/>
        <c:majorTickMark val="in"/>
        <c:minorTickMark val="none"/>
        <c:tickLblPos val="nextTo"/>
        <c:spPr>
          <a:ln w="3175">
            <a:solidFill>
              <a:srgbClr val="000000"/>
            </a:solidFill>
            <a:prstDash val="solid"/>
          </a:ln>
        </c:spPr>
        <c:txPr>
          <a:bodyPr rot="0" vert="horz"/>
          <a:lstStyle/>
          <a:p>
            <a:pPr>
              <a:defRPr/>
            </a:pPr>
            <a:endParaRPr lang="zh-CN"/>
          </a:p>
        </c:txPr>
        <c:crossAx val="2000001728"/>
        <c:crosses val="autoZero"/>
        <c:crossBetween val="between"/>
      </c:valAx>
      <c:valAx>
        <c:axId val="2000001731"/>
        <c:scaling>
          <c:orientation val="minMax"/>
        </c:scaling>
        <c:delete val="0"/>
        <c:axPos val="r"/>
        <c:numFmt formatCode="General" sourceLinked="1"/>
        <c:majorTickMark val="out"/>
        <c:minorTickMark val="none"/>
        <c:tickLblPos val="nextTo"/>
        <c:crossAx val="2000001730"/>
        <c:crosses val="max"/>
        <c:crossBetween val="between"/>
      </c:valAx>
      <c:dateAx>
        <c:axId val="2000001730"/>
        <c:scaling>
          <c:orientation val="minMax"/>
        </c:scaling>
        <c:delete val="1"/>
        <c:axPos val="b"/>
        <c:numFmt formatCode="yyyy\-mm" sourceLinked="1"/>
        <c:majorTickMark val="out"/>
        <c:minorTickMark val="none"/>
        <c:tickLblPos val="nextTo"/>
        <c:crossAx val="2000001731"/>
        <c:crosses val="autoZero"/>
        <c:auto val="1"/>
        <c:lblOffset val="100"/>
        <c:baseTimeUnit val="months"/>
      </c:dateAx>
      <c:spPr>
        <a:noFill/>
        <a:ln w="25400">
          <a:noFill/>
        </a:ln>
      </c:spPr>
    </c:plotArea>
    <c:legend>
      <c:legendPos val="b"/>
      <c:layout>
        <c:manualLayout>
          <c:xMode val="edge"/>
          <c:yMode val="edge"/>
          <c:x val="2.5124305299921882E-2"/>
          <c:y val="6.460646394096664E-4"/>
          <c:w val="0.8950193483511254"/>
          <c:h val="6.2115441636741014E-2"/>
        </c:manualLayout>
      </c:layout>
      <c:overlay val="0"/>
      <c:spPr>
        <a:solidFill>
          <a:srgbClr val="FFFFFF"/>
        </a:solidFill>
        <a:ln w="25400">
          <a:noFill/>
        </a:ln>
      </c:spPr>
    </c:legend>
    <c:plotVisOnly val="1"/>
    <c:dispBlanksAs val="gap"/>
    <c:showDLblsOverMax val="0"/>
  </c:chart>
  <c:spPr>
    <a:solidFill>
      <a:srgbClr val="FFFFFF"/>
    </a:solidFill>
    <a:ln w="9525">
      <a:noFill/>
    </a:ln>
  </c:spPr>
  <c:txPr>
    <a:bodyPr/>
    <a:lstStyle/>
    <a:p>
      <a:pPr>
        <a:defRPr sz="800" b="0" i="0" u="none" strike="noStrike" baseline="0">
          <a:solidFill>
            <a:srgbClr val="000000"/>
          </a:solidFill>
          <a:latin typeface="Arial" panose="020B0604020202020204" pitchFamily="34" charset="0"/>
          <a:ea typeface="思源黑体 CN Regular" panose="020B0500000000000000" pitchFamily="34" charset="-122"/>
          <a:cs typeface="Arial" panose="020B0604020202020204" pitchFamily="34" charset="0"/>
        </a:defRPr>
      </a:pPr>
      <a:endParaRPr lang="zh-CN"/>
    </a:p>
  </c:txPr>
  <c:externalData r:id="rId1">
    <c:autoUpdate val="0"/>
  </c:externalData>
  <c:userShapes r:id="rId2"/>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4.9557097837114719E-2"/>
          <c:y val="6.5236055744078009E-2"/>
          <c:w val="0.89761588809380588"/>
          <c:h val="0.87090765327974173"/>
        </c:manualLayout>
      </c:layout>
      <c:lineChart>
        <c:grouping val="standard"/>
        <c:varyColors val="0"/>
        <c:ser>
          <c:idx val="0"/>
          <c:order val="0"/>
          <c:tx>
            <c:strRef>
              <c:f>美元指数!$D$1</c:f>
              <c:strCache>
                <c:ptCount val="1"/>
                <c:pt idx="0">
                  <c:v>美元指数（左轴，点）</c:v>
                </c:pt>
              </c:strCache>
            </c:strRef>
          </c:tx>
          <c:spPr>
            <a:ln w="25400">
              <a:solidFill>
                <a:srgbClr val="7C80C8"/>
              </a:solidFill>
              <a:prstDash val="solid"/>
            </a:ln>
          </c:spPr>
          <c:marker>
            <c:symbol val="none"/>
          </c:marker>
          <c:cat>
            <c:numRef>
              <c:f>美元指数!$C$5:$C$399</c:f>
              <c:numCache>
                <c:formatCode>yyyy\-mm</c:formatCode>
                <c:ptCount val="395"/>
                <c:pt idx="0">
                  <c:v>46203</c:v>
                </c:pt>
                <c:pt idx="1">
                  <c:v>46173</c:v>
                </c:pt>
                <c:pt idx="2">
                  <c:v>46142</c:v>
                </c:pt>
                <c:pt idx="3">
                  <c:v>46112</c:v>
                </c:pt>
                <c:pt idx="4">
                  <c:v>46081</c:v>
                </c:pt>
                <c:pt idx="5">
                  <c:v>46053</c:v>
                </c:pt>
                <c:pt idx="6">
                  <c:v>46022</c:v>
                </c:pt>
                <c:pt idx="7">
                  <c:v>45991</c:v>
                </c:pt>
                <c:pt idx="8">
                  <c:v>45961</c:v>
                </c:pt>
                <c:pt idx="9">
                  <c:v>45930</c:v>
                </c:pt>
                <c:pt idx="10">
                  <c:v>45900</c:v>
                </c:pt>
                <c:pt idx="11">
                  <c:v>45869</c:v>
                </c:pt>
                <c:pt idx="12">
                  <c:v>45838</c:v>
                </c:pt>
                <c:pt idx="13">
                  <c:v>45808</c:v>
                </c:pt>
                <c:pt idx="14">
                  <c:v>45777</c:v>
                </c:pt>
                <c:pt idx="15">
                  <c:v>45747</c:v>
                </c:pt>
                <c:pt idx="16">
                  <c:v>45716</c:v>
                </c:pt>
                <c:pt idx="17">
                  <c:v>45688</c:v>
                </c:pt>
                <c:pt idx="18">
                  <c:v>45657</c:v>
                </c:pt>
                <c:pt idx="19">
                  <c:v>45626</c:v>
                </c:pt>
                <c:pt idx="20">
                  <c:v>45596</c:v>
                </c:pt>
                <c:pt idx="21">
                  <c:v>45565</c:v>
                </c:pt>
                <c:pt idx="22">
                  <c:v>45535</c:v>
                </c:pt>
                <c:pt idx="23">
                  <c:v>45504</c:v>
                </c:pt>
                <c:pt idx="24">
                  <c:v>45473</c:v>
                </c:pt>
                <c:pt idx="25">
                  <c:v>45443</c:v>
                </c:pt>
                <c:pt idx="26">
                  <c:v>45412</c:v>
                </c:pt>
                <c:pt idx="27">
                  <c:v>45382</c:v>
                </c:pt>
                <c:pt idx="28">
                  <c:v>45351</c:v>
                </c:pt>
                <c:pt idx="29">
                  <c:v>45322</c:v>
                </c:pt>
                <c:pt idx="30">
                  <c:v>45291</c:v>
                </c:pt>
                <c:pt idx="31">
                  <c:v>45260</c:v>
                </c:pt>
                <c:pt idx="32">
                  <c:v>45230</c:v>
                </c:pt>
                <c:pt idx="33">
                  <c:v>45199</c:v>
                </c:pt>
                <c:pt idx="34">
                  <c:v>45169</c:v>
                </c:pt>
                <c:pt idx="35">
                  <c:v>45138</c:v>
                </c:pt>
                <c:pt idx="36">
                  <c:v>45107</c:v>
                </c:pt>
                <c:pt idx="37">
                  <c:v>45077</c:v>
                </c:pt>
                <c:pt idx="38">
                  <c:v>45046</c:v>
                </c:pt>
                <c:pt idx="39">
                  <c:v>45016</c:v>
                </c:pt>
                <c:pt idx="40">
                  <c:v>44985</c:v>
                </c:pt>
                <c:pt idx="41">
                  <c:v>44957</c:v>
                </c:pt>
                <c:pt idx="42">
                  <c:v>44926</c:v>
                </c:pt>
                <c:pt idx="43">
                  <c:v>44895</c:v>
                </c:pt>
                <c:pt idx="44">
                  <c:v>44865</c:v>
                </c:pt>
                <c:pt idx="45">
                  <c:v>44834</c:v>
                </c:pt>
                <c:pt idx="46">
                  <c:v>44804</c:v>
                </c:pt>
                <c:pt idx="47">
                  <c:v>44773</c:v>
                </c:pt>
                <c:pt idx="48">
                  <c:v>44742</c:v>
                </c:pt>
                <c:pt idx="49">
                  <c:v>44712</c:v>
                </c:pt>
                <c:pt idx="50">
                  <c:v>44681</c:v>
                </c:pt>
                <c:pt idx="51">
                  <c:v>44651</c:v>
                </c:pt>
                <c:pt idx="52">
                  <c:v>44620</c:v>
                </c:pt>
                <c:pt idx="53">
                  <c:v>44592</c:v>
                </c:pt>
                <c:pt idx="54">
                  <c:v>44561</c:v>
                </c:pt>
                <c:pt idx="55">
                  <c:v>44530</c:v>
                </c:pt>
                <c:pt idx="56">
                  <c:v>44500</c:v>
                </c:pt>
                <c:pt idx="57">
                  <c:v>44469</c:v>
                </c:pt>
                <c:pt idx="58">
                  <c:v>44439</c:v>
                </c:pt>
                <c:pt idx="59">
                  <c:v>44408</c:v>
                </c:pt>
                <c:pt idx="60">
                  <c:v>44377</c:v>
                </c:pt>
                <c:pt idx="61">
                  <c:v>44347</c:v>
                </c:pt>
                <c:pt idx="62">
                  <c:v>44316</c:v>
                </c:pt>
                <c:pt idx="63">
                  <c:v>44286</c:v>
                </c:pt>
                <c:pt idx="64">
                  <c:v>44255</c:v>
                </c:pt>
                <c:pt idx="65">
                  <c:v>44227</c:v>
                </c:pt>
                <c:pt idx="66">
                  <c:v>44196</c:v>
                </c:pt>
                <c:pt idx="67">
                  <c:v>44165</c:v>
                </c:pt>
                <c:pt idx="68">
                  <c:v>44135</c:v>
                </c:pt>
                <c:pt idx="69">
                  <c:v>44104</c:v>
                </c:pt>
                <c:pt idx="70">
                  <c:v>44074</c:v>
                </c:pt>
                <c:pt idx="71">
                  <c:v>44043</c:v>
                </c:pt>
                <c:pt idx="72">
                  <c:v>44012</c:v>
                </c:pt>
                <c:pt idx="73">
                  <c:v>43982</c:v>
                </c:pt>
                <c:pt idx="74">
                  <c:v>43951</c:v>
                </c:pt>
                <c:pt idx="75">
                  <c:v>43921</c:v>
                </c:pt>
                <c:pt idx="76">
                  <c:v>43890</c:v>
                </c:pt>
                <c:pt idx="77">
                  <c:v>43861</c:v>
                </c:pt>
                <c:pt idx="78">
                  <c:v>43830</c:v>
                </c:pt>
                <c:pt idx="79">
                  <c:v>43799</c:v>
                </c:pt>
                <c:pt idx="80">
                  <c:v>43769</c:v>
                </c:pt>
                <c:pt idx="81">
                  <c:v>43738</c:v>
                </c:pt>
                <c:pt idx="82">
                  <c:v>43708</c:v>
                </c:pt>
                <c:pt idx="83">
                  <c:v>43677</c:v>
                </c:pt>
                <c:pt idx="84">
                  <c:v>43646</c:v>
                </c:pt>
                <c:pt idx="85">
                  <c:v>43616</c:v>
                </c:pt>
                <c:pt idx="86">
                  <c:v>43585</c:v>
                </c:pt>
                <c:pt idx="87">
                  <c:v>43555</c:v>
                </c:pt>
                <c:pt idx="88">
                  <c:v>43524</c:v>
                </c:pt>
                <c:pt idx="89">
                  <c:v>43496</c:v>
                </c:pt>
                <c:pt idx="90">
                  <c:v>43465</c:v>
                </c:pt>
                <c:pt idx="91">
                  <c:v>43434</c:v>
                </c:pt>
                <c:pt idx="92">
                  <c:v>43404</c:v>
                </c:pt>
                <c:pt idx="93">
                  <c:v>43373</c:v>
                </c:pt>
                <c:pt idx="94">
                  <c:v>43343</c:v>
                </c:pt>
                <c:pt idx="95">
                  <c:v>43312</c:v>
                </c:pt>
                <c:pt idx="96">
                  <c:v>43281</c:v>
                </c:pt>
                <c:pt idx="97">
                  <c:v>43251</c:v>
                </c:pt>
                <c:pt idx="98">
                  <c:v>43220</c:v>
                </c:pt>
                <c:pt idx="99">
                  <c:v>43190</c:v>
                </c:pt>
                <c:pt idx="100">
                  <c:v>43159</c:v>
                </c:pt>
                <c:pt idx="101">
                  <c:v>43131</c:v>
                </c:pt>
                <c:pt idx="102">
                  <c:v>43100</c:v>
                </c:pt>
                <c:pt idx="103">
                  <c:v>43069</c:v>
                </c:pt>
                <c:pt idx="104">
                  <c:v>43039</c:v>
                </c:pt>
                <c:pt idx="105">
                  <c:v>43008</c:v>
                </c:pt>
                <c:pt idx="106">
                  <c:v>42978</c:v>
                </c:pt>
                <c:pt idx="107">
                  <c:v>42947</c:v>
                </c:pt>
                <c:pt idx="108">
                  <c:v>42916</c:v>
                </c:pt>
                <c:pt idx="109">
                  <c:v>42886</c:v>
                </c:pt>
                <c:pt idx="110">
                  <c:v>42855</c:v>
                </c:pt>
                <c:pt idx="111">
                  <c:v>42825</c:v>
                </c:pt>
                <c:pt idx="112">
                  <c:v>42794</c:v>
                </c:pt>
                <c:pt idx="113">
                  <c:v>42766</c:v>
                </c:pt>
                <c:pt idx="114">
                  <c:v>42735</c:v>
                </c:pt>
                <c:pt idx="115">
                  <c:v>42704</c:v>
                </c:pt>
                <c:pt idx="116">
                  <c:v>42674</c:v>
                </c:pt>
                <c:pt idx="117">
                  <c:v>42643</c:v>
                </c:pt>
                <c:pt idx="118">
                  <c:v>42613</c:v>
                </c:pt>
                <c:pt idx="119">
                  <c:v>42582</c:v>
                </c:pt>
                <c:pt idx="120">
                  <c:v>42551</c:v>
                </c:pt>
                <c:pt idx="121">
                  <c:v>42521</c:v>
                </c:pt>
                <c:pt idx="122">
                  <c:v>42490</c:v>
                </c:pt>
                <c:pt idx="123">
                  <c:v>42460</c:v>
                </c:pt>
                <c:pt idx="124">
                  <c:v>42429</c:v>
                </c:pt>
                <c:pt idx="125">
                  <c:v>42400</c:v>
                </c:pt>
                <c:pt idx="126">
                  <c:v>42369</c:v>
                </c:pt>
                <c:pt idx="127">
                  <c:v>42338</c:v>
                </c:pt>
                <c:pt idx="128">
                  <c:v>42308</c:v>
                </c:pt>
                <c:pt idx="129">
                  <c:v>42277</c:v>
                </c:pt>
                <c:pt idx="130">
                  <c:v>42247</c:v>
                </c:pt>
                <c:pt idx="131">
                  <c:v>42216</c:v>
                </c:pt>
                <c:pt idx="132">
                  <c:v>42185</c:v>
                </c:pt>
                <c:pt idx="133">
                  <c:v>42155</c:v>
                </c:pt>
                <c:pt idx="134">
                  <c:v>42124</c:v>
                </c:pt>
                <c:pt idx="135">
                  <c:v>42094</c:v>
                </c:pt>
                <c:pt idx="136">
                  <c:v>42063</c:v>
                </c:pt>
                <c:pt idx="137">
                  <c:v>42035</c:v>
                </c:pt>
                <c:pt idx="138">
                  <c:v>42004</c:v>
                </c:pt>
                <c:pt idx="139">
                  <c:v>41973</c:v>
                </c:pt>
                <c:pt idx="140">
                  <c:v>41943</c:v>
                </c:pt>
                <c:pt idx="141">
                  <c:v>41912</c:v>
                </c:pt>
                <c:pt idx="142">
                  <c:v>41882</c:v>
                </c:pt>
                <c:pt idx="143">
                  <c:v>41851</c:v>
                </c:pt>
                <c:pt idx="144">
                  <c:v>41820</c:v>
                </c:pt>
                <c:pt idx="145">
                  <c:v>41790</c:v>
                </c:pt>
                <c:pt idx="146">
                  <c:v>41759</c:v>
                </c:pt>
                <c:pt idx="147">
                  <c:v>41729</c:v>
                </c:pt>
                <c:pt idx="148">
                  <c:v>41698</c:v>
                </c:pt>
                <c:pt idx="149">
                  <c:v>41670</c:v>
                </c:pt>
                <c:pt idx="150">
                  <c:v>41639</c:v>
                </c:pt>
                <c:pt idx="151">
                  <c:v>41608</c:v>
                </c:pt>
                <c:pt idx="152">
                  <c:v>41578</c:v>
                </c:pt>
                <c:pt idx="153">
                  <c:v>41547</c:v>
                </c:pt>
                <c:pt idx="154">
                  <c:v>41517</c:v>
                </c:pt>
                <c:pt idx="155">
                  <c:v>41486</c:v>
                </c:pt>
                <c:pt idx="156">
                  <c:v>41455</c:v>
                </c:pt>
                <c:pt idx="157">
                  <c:v>41425</c:v>
                </c:pt>
                <c:pt idx="158">
                  <c:v>41394</c:v>
                </c:pt>
                <c:pt idx="159">
                  <c:v>41364</c:v>
                </c:pt>
                <c:pt idx="160">
                  <c:v>41333</c:v>
                </c:pt>
                <c:pt idx="161">
                  <c:v>41305</c:v>
                </c:pt>
                <c:pt idx="162">
                  <c:v>41274</c:v>
                </c:pt>
                <c:pt idx="163">
                  <c:v>41243</c:v>
                </c:pt>
                <c:pt idx="164">
                  <c:v>41213</c:v>
                </c:pt>
                <c:pt idx="165">
                  <c:v>41182</c:v>
                </c:pt>
                <c:pt idx="166">
                  <c:v>41152</c:v>
                </c:pt>
                <c:pt idx="167">
                  <c:v>41121</c:v>
                </c:pt>
                <c:pt idx="168">
                  <c:v>41090</c:v>
                </c:pt>
                <c:pt idx="169">
                  <c:v>41060</c:v>
                </c:pt>
                <c:pt idx="170">
                  <c:v>41029</c:v>
                </c:pt>
                <c:pt idx="171">
                  <c:v>40999</c:v>
                </c:pt>
                <c:pt idx="172">
                  <c:v>40968</c:v>
                </c:pt>
                <c:pt idx="173">
                  <c:v>40939</c:v>
                </c:pt>
                <c:pt idx="174">
                  <c:v>40908</c:v>
                </c:pt>
                <c:pt idx="175">
                  <c:v>40877</c:v>
                </c:pt>
                <c:pt idx="176">
                  <c:v>40847</c:v>
                </c:pt>
                <c:pt idx="177">
                  <c:v>40816</c:v>
                </c:pt>
                <c:pt idx="178">
                  <c:v>40786</c:v>
                </c:pt>
                <c:pt idx="179">
                  <c:v>40755</c:v>
                </c:pt>
                <c:pt idx="180">
                  <c:v>40724</c:v>
                </c:pt>
                <c:pt idx="181">
                  <c:v>40694</c:v>
                </c:pt>
                <c:pt idx="182">
                  <c:v>40663</c:v>
                </c:pt>
                <c:pt idx="183">
                  <c:v>40633</c:v>
                </c:pt>
                <c:pt idx="184">
                  <c:v>40602</c:v>
                </c:pt>
                <c:pt idx="185">
                  <c:v>40574</c:v>
                </c:pt>
                <c:pt idx="186">
                  <c:v>40543</c:v>
                </c:pt>
                <c:pt idx="187">
                  <c:v>40512</c:v>
                </c:pt>
                <c:pt idx="188">
                  <c:v>40482</c:v>
                </c:pt>
                <c:pt idx="189">
                  <c:v>40451</c:v>
                </c:pt>
                <c:pt idx="190">
                  <c:v>40421</c:v>
                </c:pt>
                <c:pt idx="191">
                  <c:v>40390</c:v>
                </c:pt>
                <c:pt idx="192">
                  <c:v>40359</c:v>
                </c:pt>
                <c:pt idx="193">
                  <c:v>40329</c:v>
                </c:pt>
                <c:pt idx="194">
                  <c:v>40298</c:v>
                </c:pt>
                <c:pt idx="195">
                  <c:v>40268</c:v>
                </c:pt>
                <c:pt idx="196">
                  <c:v>40237</c:v>
                </c:pt>
                <c:pt idx="197">
                  <c:v>40209</c:v>
                </c:pt>
                <c:pt idx="198">
                  <c:v>40178</c:v>
                </c:pt>
                <c:pt idx="199">
                  <c:v>40147</c:v>
                </c:pt>
                <c:pt idx="200">
                  <c:v>40117</c:v>
                </c:pt>
                <c:pt idx="201">
                  <c:v>40086</c:v>
                </c:pt>
                <c:pt idx="202">
                  <c:v>40056</c:v>
                </c:pt>
                <c:pt idx="203">
                  <c:v>40025</c:v>
                </c:pt>
                <c:pt idx="204">
                  <c:v>39994</c:v>
                </c:pt>
                <c:pt idx="205">
                  <c:v>39964</c:v>
                </c:pt>
                <c:pt idx="206">
                  <c:v>39933</c:v>
                </c:pt>
                <c:pt idx="207">
                  <c:v>39903</c:v>
                </c:pt>
                <c:pt idx="208">
                  <c:v>39872</c:v>
                </c:pt>
                <c:pt idx="209">
                  <c:v>39844</c:v>
                </c:pt>
                <c:pt idx="210">
                  <c:v>39813</c:v>
                </c:pt>
                <c:pt idx="211">
                  <c:v>39782</c:v>
                </c:pt>
                <c:pt idx="212">
                  <c:v>39752</c:v>
                </c:pt>
                <c:pt idx="213">
                  <c:v>39721</c:v>
                </c:pt>
                <c:pt idx="214">
                  <c:v>39691</c:v>
                </c:pt>
                <c:pt idx="215">
                  <c:v>39660</c:v>
                </c:pt>
                <c:pt idx="216">
                  <c:v>39629</c:v>
                </c:pt>
                <c:pt idx="217">
                  <c:v>39599</c:v>
                </c:pt>
                <c:pt idx="218">
                  <c:v>39568</c:v>
                </c:pt>
                <c:pt idx="219">
                  <c:v>39538</c:v>
                </c:pt>
                <c:pt idx="220">
                  <c:v>39507</c:v>
                </c:pt>
                <c:pt idx="221">
                  <c:v>39478</c:v>
                </c:pt>
                <c:pt idx="222">
                  <c:v>39447</c:v>
                </c:pt>
                <c:pt idx="223">
                  <c:v>39416</c:v>
                </c:pt>
                <c:pt idx="224">
                  <c:v>39386</c:v>
                </c:pt>
                <c:pt idx="225">
                  <c:v>39355</c:v>
                </c:pt>
                <c:pt idx="226">
                  <c:v>39325</c:v>
                </c:pt>
                <c:pt idx="227">
                  <c:v>39294</c:v>
                </c:pt>
                <c:pt idx="228">
                  <c:v>39263</c:v>
                </c:pt>
                <c:pt idx="229">
                  <c:v>39233</c:v>
                </c:pt>
                <c:pt idx="230">
                  <c:v>39202</c:v>
                </c:pt>
                <c:pt idx="231">
                  <c:v>39172</c:v>
                </c:pt>
                <c:pt idx="232">
                  <c:v>39141</c:v>
                </c:pt>
                <c:pt idx="233">
                  <c:v>39113</c:v>
                </c:pt>
                <c:pt idx="234">
                  <c:v>39082</c:v>
                </c:pt>
                <c:pt idx="235">
                  <c:v>39051</c:v>
                </c:pt>
                <c:pt idx="236">
                  <c:v>39021</c:v>
                </c:pt>
                <c:pt idx="237">
                  <c:v>38990</c:v>
                </c:pt>
                <c:pt idx="238">
                  <c:v>38960</c:v>
                </c:pt>
                <c:pt idx="239">
                  <c:v>38929</c:v>
                </c:pt>
                <c:pt idx="240">
                  <c:v>38898</c:v>
                </c:pt>
                <c:pt idx="241">
                  <c:v>38868</c:v>
                </c:pt>
                <c:pt idx="242">
                  <c:v>38837</c:v>
                </c:pt>
                <c:pt idx="243">
                  <c:v>38807</c:v>
                </c:pt>
                <c:pt idx="244">
                  <c:v>38776</c:v>
                </c:pt>
                <c:pt idx="245">
                  <c:v>38748</c:v>
                </c:pt>
                <c:pt idx="246">
                  <c:v>38717</c:v>
                </c:pt>
                <c:pt idx="247">
                  <c:v>38686</c:v>
                </c:pt>
                <c:pt idx="248">
                  <c:v>38656</c:v>
                </c:pt>
                <c:pt idx="249">
                  <c:v>38625</c:v>
                </c:pt>
                <c:pt idx="250">
                  <c:v>38595</c:v>
                </c:pt>
                <c:pt idx="251">
                  <c:v>38564</c:v>
                </c:pt>
                <c:pt idx="252">
                  <c:v>38533</c:v>
                </c:pt>
                <c:pt idx="253">
                  <c:v>38503</c:v>
                </c:pt>
                <c:pt idx="254">
                  <c:v>38472</c:v>
                </c:pt>
                <c:pt idx="255">
                  <c:v>38442</c:v>
                </c:pt>
                <c:pt idx="256">
                  <c:v>38411</c:v>
                </c:pt>
                <c:pt idx="257">
                  <c:v>38383</c:v>
                </c:pt>
                <c:pt idx="258">
                  <c:v>38352</c:v>
                </c:pt>
                <c:pt idx="259">
                  <c:v>38321</c:v>
                </c:pt>
                <c:pt idx="260">
                  <c:v>38291</c:v>
                </c:pt>
                <c:pt idx="261">
                  <c:v>38260</c:v>
                </c:pt>
                <c:pt idx="262">
                  <c:v>38230</c:v>
                </c:pt>
                <c:pt idx="263">
                  <c:v>38199</c:v>
                </c:pt>
                <c:pt idx="264">
                  <c:v>38168</c:v>
                </c:pt>
                <c:pt idx="265">
                  <c:v>38138</c:v>
                </c:pt>
                <c:pt idx="266">
                  <c:v>38107</c:v>
                </c:pt>
                <c:pt idx="267">
                  <c:v>38077</c:v>
                </c:pt>
                <c:pt idx="268">
                  <c:v>38046</c:v>
                </c:pt>
                <c:pt idx="269">
                  <c:v>38017</c:v>
                </c:pt>
                <c:pt idx="270">
                  <c:v>37986</c:v>
                </c:pt>
                <c:pt idx="271">
                  <c:v>37955</c:v>
                </c:pt>
                <c:pt idx="272">
                  <c:v>37925</c:v>
                </c:pt>
                <c:pt idx="273">
                  <c:v>37894</c:v>
                </c:pt>
                <c:pt idx="274">
                  <c:v>37864</c:v>
                </c:pt>
                <c:pt idx="275">
                  <c:v>37833</c:v>
                </c:pt>
                <c:pt idx="276">
                  <c:v>37802</c:v>
                </c:pt>
                <c:pt idx="277">
                  <c:v>37772</c:v>
                </c:pt>
                <c:pt idx="278">
                  <c:v>37741</c:v>
                </c:pt>
                <c:pt idx="279">
                  <c:v>37711</c:v>
                </c:pt>
                <c:pt idx="280">
                  <c:v>37680</c:v>
                </c:pt>
                <c:pt idx="281">
                  <c:v>37652</c:v>
                </c:pt>
                <c:pt idx="282">
                  <c:v>37621</c:v>
                </c:pt>
                <c:pt idx="283">
                  <c:v>37590</c:v>
                </c:pt>
                <c:pt idx="284">
                  <c:v>37560</c:v>
                </c:pt>
                <c:pt idx="285">
                  <c:v>37529</c:v>
                </c:pt>
                <c:pt idx="286">
                  <c:v>37499</c:v>
                </c:pt>
                <c:pt idx="287">
                  <c:v>37468</c:v>
                </c:pt>
                <c:pt idx="288">
                  <c:v>37437</c:v>
                </c:pt>
                <c:pt idx="289">
                  <c:v>37407</c:v>
                </c:pt>
                <c:pt idx="290">
                  <c:v>37376</c:v>
                </c:pt>
                <c:pt idx="291">
                  <c:v>37346</c:v>
                </c:pt>
                <c:pt idx="292">
                  <c:v>37315</c:v>
                </c:pt>
                <c:pt idx="293">
                  <c:v>37287</c:v>
                </c:pt>
                <c:pt idx="294">
                  <c:v>37256</c:v>
                </c:pt>
                <c:pt idx="295">
                  <c:v>37225</c:v>
                </c:pt>
                <c:pt idx="296">
                  <c:v>37195</c:v>
                </c:pt>
                <c:pt idx="297">
                  <c:v>37164</c:v>
                </c:pt>
                <c:pt idx="298">
                  <c:v>37134</c:v>
                </c:pt>
                <c:pt idx="299">
                  <c:v>37103</c:v>
                </c:pt>
                <c:pt idx="300">
                  <c:v>37072</c:v>
                </c:pt>
                <c:pt idx="301">
                  <c:v>37042</c:v>
                </c:pt>
                <c:pt idx="302">
                  <c:v>37011</c:v>
                </c:pt>
                <c:pt idx="303">
                  <c:v>36981</c:v>
                </c:pt>
                <c:pt idx="304">
                  <c:v>36950</c:v>
                </c:pt>
                <c:pt idx="305">
                  <c:v>36922</c:v>
                </c:pt>
                <c:pt idx="306">
                  <c:v>36891</c:v>
                </c:pt>
                <c:pt idx="307">
                  <c:v>36860</c:v>
                </c:pt>
                <c:pt idx="308">
                  <c:v>36830</c:v>
                </c:pt>
                <c:pt idx="309">
                  <c:v>36799</c:v>
                </c:pt>
                <c:pt idx="310">
                  <c:v>36769</c:v>
                </c:pt>
                <c:pt idx="311">
                  <c:v>36738</c:v>
                </c:pt>
                <c:pt idx="312">
                  <c:v>36707</c:v>
                </c:pt>
                <c:pt idx="313">
                  <c:v>36677</c:v>
                </c:pt>
                <c:pt idx="314">
                  <c:v>36646</c:v>
                </c:pt>
                <c:pt idx="315">
                  <c:v>36616</c:v>
                </c:pt>
                <c:pt idx="316">
                  <c:v>36585</c:v>
                </c:pt>
                <c:pt idx="317">
                  <c:v>36556</c:v>
                </c:pt>
                <c:pt idx="318">
                  <c:v>36525</c:v>
                </c:pt>
                <c:pt idx="319">
                  <c:v>36494</c:v>
                </c:pt>
                <c:pt idx="320">
                  <c:v>36464</c:v>
                </c:pt>
                <c:pt idx="321">
                  <c:v>36433</c:v>
                </c:pt>
                <c:pt idx="322">
                  <c:v>36403</c:v>
                </c:pt>
                <c:pt idx="323">
                  <c:v>36372</c:v>
                </c:pt>
                <c:pt idx="324">
                  <c:v>36341</c:v>
                </c:pt>
                <c:pt idx="325">
                  <c:v>36311</c:v>
                </c:pt>
                <c:pt idx="326">
                  <c:v>36280</c:v>
                </c:pt>
                <c:pt idx="327">
                  <c:v>36250</c:v>
                </c:pt>
                <c:pt idx="328">
                  <c:v>36219</c:v>
                </c:pt>
                <c:pt idx="329">
                  <c:v>36191</c:v>
                </c:pt>
                <c:pt idx="330">
                  <c:v>36160</c:v>
                </c:pt>
                <c:pt idx="331">
                  <c:v>36129</c:v>
                </c:pt>
                <c:pt idx="332">
                  <c:v>36099</c:v>
                </c:pt>
                <c:pt idx="333">
                  <c:v>36068</c:v>
                </c:pt>
                <c:pt idx="334">
                  <c:v>36038</c:v>
                </c:pt>
                <c:pt idx="335">
                  <c:v>36007</c:v>
                </c:pt>
                <c:pt idx="336">
                  <c:v>35976</c:v>
                </c:pt>
                <c:pt idx="337">
                  <c:v>35946</c:v>
                </c:pt>
                <c:pt idx="338">
                  <c:v>35915</c:v>
                </c:pt>
                <c:pt idx="339">
                  <c:v>35885</c:v>
                </c:pt>
                <c:pt idx="340">
                  <c:v>35854</c:v>
                </c:pt>
                <c:pt idx="341">
                  <c:v>35826</c:v>
                </c:pt>
                <c:pt idx="342">
                  <c:v>35795</c:v>
                </c:pt>
                <c:pt idx="343">
                  <c:v>35764</c:v>
                </c:pt>
                <c:pt idx="344">
                  <c:v>35734</c:v>
                </c:pt>
                <c:pt idx="345">
                  <c:v>35703</c:v>
                </c:pt>
                <c:pt idx="346">
                  <c:v>35673</c:v>
                </c:pt>
                <c:pt idx="347">
                  <c:v>35642</c:v>
                </c:pt>
                <c:pt idx="348">
                  <c:v>35611</c:v>
                </c:pt>
                <c:pt idx="349">
                  <c:v>35581</c:v>
                </c:pt>
                <c:pt idx="350">
                  <c:v>35550</c:v>
                </c:pt>
                <c:pt idx="351">
                  <c:v>35520</c:v>
                </c:pt>
                <c:pt idx="352">
                  <c:v>35489</c:v>
                </c:pt>
                <c:pt idx="353">
                  <c:v>35461</c:v>
                </c:pt>
                <c:pt idx="354">
                  <c:v>35430</c:v>
                </c:pt>
                <c:pt idx="355">
                  <c:v>35399</c:v>
                </c:pt>
                <c:pt idx="356">
                  <c:v>35369</c:v>
                </c:pt>
                <c:pt idx="357">
                  <c:v>35338</c:v>
                </c:pt>
                <c:pt idx="358">
                  <c:v>35308</c:v>
                </c:pt>
                <c:pt idx="359">
                  <c:v>35277</c:v>
                </c:pt>
                <c:pt idx="360">
                  <c:v>35246</c:v>
                </c:pt>
                <c:pt idx="361">
                  <c:v>35216</c:v>
                </c:pt>
                <c:pt idx="362">
                  <c:v>35185</c:v>
                </c:pt>
                <c:pt idx="363">
                  <c:v>35155</c:v>
                </c:pt>
                <c:pt idx="364">
                  <c:v>35124</c:v>
                </c:pt>
                <c:pt idx="365">
                  <c:v>35095</c:v>
                </c:pt>
                <c:pt idx="366">
                  <c:v>35064</c:v>
                </c:pt>
                <c:pt idx="367">
                  <c:v>35033</c:v>
                </c:pt>
                <c:pt idx="368">
                  <c:v>35003</c:v>
                </c:pt>
                <c:pt idx="369">
                  <c:v>34972</c:v>
                </c:pt>
                <c:pt idx="370">
                  <c:v>34942</c:v>
                </c:pt>
                <c:pt idx="371">
                  <c:v>34911</c:v>
                </c:pt>
                <c:pt idx="372">
                  <c:v>34880</c:v>
                </c:pt>
                <c:pt idx="373">
                  <c:v>34850</c:v>
                </c:pt>
                <c:pt idx="374">
                  <c:v>34819</c:v>
                </c:pt>
                <c:pt idx="375">
                  <c:v>34789</c:v>
                </c:pt>
                <c:pt idx="376">
                  <c:v>34758</c:v>
                </c:pt>
                <c:pt idx="377">
                  <c:v>34730</c:v>
                </c:pt>
                <c:pt idx="378">
                  <c:v>34699</c:v>
                </c:pt>
                <c:pt idx="379">
                  <c:v>34668</c:v>
                </c:pt>
                <c:pt idx="380">
                  <c:v>34638</c:v>
                </c:pt>
                <c:pt idx="381">
                  <c:v>34607</c:v>
                </c:pt>
                <c:pt idx="382">
                  <c:v>34577</c:v>
                </c:pt>
                <c:pt idx="383">
                  <c:v>34546</c:v>
                </c:pt>
                <c:pt idx="384">
                  <c:v>34515</c:v>
                </c:pt>
                <c:pt idx="385">
                  <c:v>34485</c:v>
                </c:pt>
                <c:pt idx="386">
                  <c:v>34454</c:v>
                </c:pt>
                <c:pt idx="387">
                  <c:v>34424</c:v>
                </c:pt>
                <c:pt idx="388">
                  <c:v>34393</c:v>
                </c:pt>
                <c:pt idx="389">
                  <c:v>34365</c:v>
                </c:pt>
                <c:pt idx="390">
                  <c:v>34334</c:v>
                </c:pt>
                <c:pt idx="391">
                  <c:v>34303</c:v>
                </c:pt>
                <c:pt idx="392">
                  <c:v>34273</c:v>
                </c:pt>
                <c:pt idx="393">
                  <c:v>34242</c:v>
                </c:pt>
                <c:pt idx="394">
                  <c:v>34212</c:v>
                </c:pt>
              </c:numCache>
            </c:numRef>
          </c:cat>
          <c:val>
            <c:numRef>
              <c:f>美元指数!$D$5:$D$399</c:f>
              <c:numCache>
                <c:formatCode>#,##0.0000_ </c:formatCode>
                <c:ptCount val="395"/>
                <c:pt idx="0">
                  <c:v>101.4559</c:v>
                </c:pt>
                <c:pt idx="1">
                  <c:v>98.925899999999999</c:v>
                </c:pt>
                <c:pt idx="2">
                  <c:v>98.099699999999999</c:v>
                </c:pt>
                <c:pt idx="3">
                  <c:v>99.881699999999995</c:v>
                </c:pt>
                <c:pt idx="4">
                  <c:v>97.644300000000001</c:v>
                </c:pt>
                <c:pt idx="5">
                  <c:v>97.115199999999987</c:v>
                </c:pt>
                <c:pt idx="6">
                  <c:v>98.269599999999997</c:v>
                </c:pt>
                <c:pt idx="7">
                  <c:v>99.43910000000001</c:v>
                </c:pt>
                <c:pt idx="8">
                  <c:v>99.730800000000002</c:v>
                </c:pt>
                <c:pt idx="9">
                  <c:v>97.822400000000016</c:v>
                </c:pt>
                <c:pt idx="10">
                  <c:v>97.847699999999989</c:v>
                </c:pt>
                <c:pt idx="11">
                  <c:v>100.04889999999999</c:v>
                </c:pt>
                <c:pt idx="12">
                  <c:v>96.772299999999987</c:v>
                </c:pt>
                <c:pt idx="13">
                  <c:v>99.439300000000003</c:v>
                </c:pt>
                <c:pt idx="14">
                  <c:v>99.640300000000011</c:v>
                </c:pt>
                <c:pt idx="15">
                  <c:v>104.1921</c:v>
                </c:pt>
                <c:pt idx="16">
                  <c:v>107.56440000000001</c:v>
                </c:pt>
                <c:pt idx="17">
                  <c:v>108.51599999999999</c:v>
                </c:pt>
                <c:pt idx="18">
                  <c:v>108.48159999999999</c:v>
                </c:pt>
                <c:pt idx="19">
                  <c:v>105.7761</c:v>
                </c:pt>
                <c:pt idx="20">
                  <c:v>103.8939</c:v>
                </c:pt>
                <c:pt idx="21">
                  <c:v>100.7604</c:v>
                </c:pt>
                <c:pt idx="22">
                  <c:v>101.732</c:v>
                </c:pt>
                <c:pt idx="23">
                  <c:v>104.0574</c:v>
                </c:pt>
                <c:pt idx="24">
                  <c:v>105.84270000000001</c:v>
                </c:pt>
                <c:pt idx="25">
                  <c:v>104.63179999999998</c:v>
                </c:pt>
                <c:pt idx="26">
                  <c:v>106.3369</c:v>
                </c:pt>
                <c:pt idx="27">
                  <c:v>104.50699999999999</c:v>
                </c:pt>
                <c:pt idx="28">
                  <c:v>104.13589999999999</c:v>
                </c:pt>
                <c:pt idx="29">
                  <c:v>103.5235</c:v>
                </c:pt>
                <c:pt idx="30">
                  <c:v>101.37780000000001</c:v>
                </c:pt>
                <c:pt idx="31">
                  <c:v>103.5064</c:v>
                </c:pt>
                <c:pt idx="32">
                  <c:v>106.7227</c:v>
                </c:pt>
                <c:pt idx="33">
                  <c:v>106.1919</c:v>
                </c:pt>
                <c:pt idx="34">
                  <c:v>103.62790000000001</c:v>
                </c:pt>
                <c:pt idx="35">
                  <c:v>101.8784</c:v>
                </c:pt>
                <c:pt idx="36">
                  <c:v>103.3788</c:v>
                </c:pt>
                <c:pt idx="37">
                  <c:v>104.2208</c:v>
                </c:pt>
                <c:pt idx="38">
                  <c:v>101.66449999999999</c:v>
                </c:pt>
                <c:pt idx="39">
                  <c:v>102.59700000000001</c:v>
                </c:pt>
                <c:pt idx="40">
                  <c:v>104.98679999999999</c:v>
                </c:pt>
                <c:pt idx="41">
                  <c:v>102.10369999999999</c:v>
                </c:pt>
                <c:pt idx="42">
                  <c:v>103.48949999999999</c:v>
                </c:pt>
                <c:pt idx="43">
                  <c:v>105.9765</c:v>
                </c:pt>
                <c:pt idx="44">
                  <c:v>111.6036</c:v>
                </c:pt>
                <c:pt idx="45">
                  <c:v>112.1511</c:v>
                </c:pt>
                <c:pt idx="46">
                  <c:v>108.67959999999999</c:v>
                </c:pt>
                <c:pt idx="47">
                  <c:v>105.8361</c:v>
                </c:pt>
                <c:pt idx="48">
                  <c:v>104.70570000000001</c:v>
                </c:pt>
                <c:pt idx="49">
                  <c:v>101.76789999999998</c:v>
                </c:pt>
                <c:pt idx="50">
                  <c:v>103.21729999999999</c:v>
                </c:pt>
                <c:pt idx="51">
                  <c:v>98.361800000000002</c:v>
                </c:pt>
                <c:pt idx="52">
                  <c:v>96.706299999999999</c:v>
                </c:pt>
                <c:pt idx="53">
                  <c:v>96.636899999999997</c:v>
                </c:pt>
                <c:pt idx="54">
                  <c:v>95.970100000000002</c:v>
                </c:pt>
                <c:pt idx="55">
                  <c:v>95.897000000000006</c:v>
                </c:pt>
                <c:pt idx="56">
                  <c:v>94.140799999999999</c:v>
                </c:pt>
                <c:pt idx="57">
                  <c:v>94.263800000000003</c:v>
                </c:pt>
                <c:pt idx="58">
                  <c:v>92.653999999999996</c:v>
                </c:pt>
                <c:pt idx="59">
                  <c:v>92.103200000000001</c:v>
                </c:pt>
                <c:pt idx="60">
                  <c:v>92.367099999999994</c:v>
                </c:pt>
                <c:pt idx="61">
                  <c:v>89.846699999999998</c:v>
                </c:pt>
                <c:pt idx="62">
                  <c:v>91.298500000000004</c:v>
                </c:pt>
                <c:pt idx="63">
                  <c:v>93.183899999999994</c:v>
                </c:pt>
                <c:pt idx="64">
                  <c:v>90.939899999999994</c:v>
                </c:pt>
                <c:pt idx="65">
                  <c:v>90.538199999999989</c:v>
                </c:pt>
                <c:pt idx="66">
                  <c:v>89.958299999999994</c:v>
                </c:pt>
                <c:pt idx="67">
                  <c:v>92.033000000000001</c:v>
                </c:pt>
                <c:pt idx="68">
                  <c:v>94.017499999999998</c:v>
                </c:pt>
                <c:pt idx="69">
                  <c:v>93.847999999999999</c:v>
                </c:pt>
                <c:pt idx="70">
                  <c:v>92.171099999999996</c:v>
                </c:pt>
                <c:pt idx="71">
                  <c:v>93.484099999999998</c:v>
                </c:pt>
                <c:pt idx="72">
                  <c:v>97.384100000000004</c:v>
                </c:pt>
                <c:pt idx="73">
                  <c:v>98.262799999999999</c:v>
                </c:pt>
                <c:pt idx="74">
                  <c:v>99.0167</c:v>
                </c:pt>
                <c:pt idx="75">
                  <c:v>98.9636</c:v>
                </c:pt>
                <c:pt idx="76">
                  <c:v>98.13300000000001</c:v>
                </c:pt>
                <c:pt idx="77">
                  <c:v>97.361399999999989</c:v>
                </c:pt>
                <c:pt idx="78">
                  <c:v>96.448099999999997</c:v>
                </c:pt>
                <c:pt idx="79">
                  <c:v>98.280400000000014</c:v>
                </c:pt>
                <c:pt idx="80">
                  <c:v>97.313299999999998</c:v>
                </c:pt>
                <c:pt idx="81">
                  <c:v>99.40209999999999</c:v>
                </c:pt>
                <c:pt idx="82">
                  <c:v>98.83659999999999</c:v>
                </c:pt>
                <c:pt idx="83">
                  <c:v>98.566699999999997</c:v>
                </c:pt>
                <c:pt idx="84">
                  <c:v>96.192999999999998</c:v>
                </c:pt>
                <c:pt idx="85">
                  <c:v>97.773999999999987</c:v>
                </c:pt>
                <c:pt idx="86">
                  <c:v>97.523499999999999</c:v>
                </c:pt>
                <c:pt idx="87">
                  <c:v>97.245599999999996</c:v>
                </c:pt>
                <c:pt idx="88">
                  <c:v>96.221799999999988</c:v>
                </c:pt>
                <c:pt idx="89">
                  <c:v>95.553299999999993</c:v>
                </c:pt>
                <c:pt idx="90">
                  <c:v>96.074100000000001</c:v>
                </c:pt>
                <c:pt idx="91">
                  <c:v>97.199700000000007</c:v>
                </c:pt>
                <c:pt idx="92">
                  <c:v>97.130099999999999</c:v>
                </c:pt>
                <c:pt idx="93">
                  <c:v>95.190399999999997</c:v>
                </c:pt>
                <c:pt idx="94">
                  <c:v>95.121299999999991</c:v>
                </c:pt>
                <c:pt idx="95">
                  <c:v>94.537199999999999</c:v>
                </c:pt>
                <c:pt idx="96">
                  <c:v>94.518299999999996</c:v>
                </c:pt>
                <c:pt idx="97">
                  <c:v>93.985900000000001</c:v>
                </c:pt>
                <c:pt idx="98">
                  <c:v>91.837800000000001</c:v>
                </c:pt>
                <c:pt idx="99">
                  <c:v>89.982900000000001</c:v>
                </c:pt>
                <c:pt idx="100">
                  <c:v>90.669299999999993</c:v>
                </c:pt>
                <c:pt idx="101">
                  <c:v>89.120099999999994</c:v>
                </c:pt>
                <c:pt idx="102">
                  <c:v>92.257400000000004</c:v>
                </c:pt>
                <c:pt idx="103">
                  <c:v>93.013900000000007</c:v>
                </c:pt>
                <c:pt idx="104">
                  <c:v>94.567399999999992</c:v>
                </c:pt>
                <c:pt idx="105">
                  <c:v>93.071100000000001</c:v>
                </c:pt>
                <c:pt idx="106">
                  <c:v>92.624299999999991</c:v>
                </c:pt>
                <c:pt idx="107">
                  <c:v>92.809100000000001</c:v>
                </c:pt>
                <c:pt idx="108">
                  <c:v>95.630900000000011</c:v>
                </c:pt>
                <c:pt idx="109">
                  <c:v>96.967199999999991</c:v>
                </c:pt>
                <c:pt idx="110">
                  <c:v>99.036799999999999</c:v>
                </c:pt>
                <c:pt idx="111">
                  <c:v>100.54509999999999</c:v>
                </c:pt>
                <c:pt idx="112">
                  <c:v>101.3437</c:v>
                </c:pt>
                <c:pt idx="113">
                  <c:v>99.566900000000004</c:v>
                </c:pt>
                <c:pt idx="114">
                  <c:v>102.3837</c:v>
                </c:pt>
                <c:pt idx="115">
                  <c:v>101.57320000000001</c:v>
                </c:pt>
                <c:pt idx="116">
                  <c:v>98.351700000000008</c:v>
                </c:pt>
                <c:pt idx="117">
                  <c:v>95.442599999999999</c:v>
                </c:pt>
                <c:pt idx="118">
                  <c:v>95.986800000000002</c:v>
                </c:pt>
                <c:pt idx="119">
                  <c:v>95.553399999999996</c:v>
                </c:pt>
                <c:pt idx="120">
                  <c:v>95.95259999999999</c:v>
                </c:pt>
                <c:pt idx="121">
                  <c:v>95.841199999999986</c:v>
                </c:pt>
                <c:pt idx="122">
                  <c:v>93.048199999999994</c:v>
                </c:pt>
                <c:pt idx="123">
                  <c:v>94.628099999999989</c:v>
                </c:pt>
                <c:pt idx="124">
                  <c:v>98.261600000000001</c:v>
                </c:pt>
                <c:pt idx="125">
                  <c:v>99.555799999999991</c:v>
                </c:pt>
                <c:pt idx="126">
                  <c:v>98.704399999999993</c:v>
                </c:pt>
                <c:pt idx="127">
                  <c:v>100.23509999999999</c:v>
                </c:pt>
                <c:pt idx="128">
                  <c:v>96.896100000000004</c:v>
                </c:pt>
                <c:pt idx="129">
                  <c:v>96.269199999999998</c:v>
                </c:pt>
                <c:pt idx="130">
                  <c:v>95.988499999999988</c:v>
                </c:pt>
                <c:pt idx="131">
                  <c:v>97.22760000000001</c:v>
                </c:pt>
                <c:pt idx="132">
                  <c:v>95.501599999999996</c:v>
                </c:pt>
                <c:pt idx="133">
                  <c:v>96.86</c:v>
                </c:pt>
                <c:pt idx="134">
                  <c:v>94.831299999999999</c:v>
                </c:pt>
                <c:pt idx="135">
                  <c:v>98.41170000000001</c:v>
                </c:pt>
                <c:pt idx="136">
                  <c:v>95.250000000000014</c:v>
                </c:pt>
                <c:pt idx="137">
                  <c:v>94.873699999999999</c:v>
                </c:pt>
                <c:pt idx="138">
                  <c:v>90.27</c:v>
                </c:pt>
                <c:pt idx="139">
                  <c:v>88.24</c:v>
                </c:pt>
                <c:pt idx="140">
                  <c:v>86.92</c:v>
                </c:pt>
                <c:pt idx="141">
                  <c:v>85.91</c:v>
                </c:pt>
                <c:pt idx="142">
                  <c:v>82.72</c:v>
                </c:pt>
                <c:pt idx="143">
                  <c:v>81.459999999999994</c:v>
                </c:pt>
                <c:pt idx="144">
                  <c:v>79.790000000000006</c:v>
                </c:pt>
                <c:pt idx="145">
                  <c:v>80.39</c:v>
                </c:pt>
                <c:pt idx="146">
                  <c:v>79.53</c:v>
                </c:pt>
                <c:pt idx="147">
                  <c:v>80.11</c:v>
                </c:pt>
                <c:pt idx="148">
                  <c:v>79.78</c:v>
                </c:pt>
                <c:pt idx="149">
                  <c:v>81.25</c:v>
                </c:pt>
                <c:pt idx="150">
                  <c:v>80.2</c:v>
                </c:pt>
                <c:pt idx="151">
                  <c:v>80.62</c:v>
                </c:pt>
                <c:pt idx="152">
                  <c:v>80.23</c:v>
                </c:pt>
                <c:pt idx="153">
                  <c:v>80.23</c:v>
                </c:pt>
                <c:pt idx="154">
                  <c:v>82.04</c:v>
                </c:pt>
                <c:pt idx="155">
                  <c:v>81.67</c:v>
                </c:pt>
                <c:pt idx="156">
                  <c:v>83.18</c:v>
                </c:pt>
                <c:pt idx="157">
                  <c:v>83.27</c:v>
                </c:pt>
                <c:pt idx="158">
                  <c:v>81.72</c:v>
                </c:pt>
                <c:pt idx="159">
                  <c:v>82.990000000000009</c:v>
                </c:pt>
                <c:pt idx="160">
                  <c:v>81.96</c:v>
                </c:pt>
                <c:pt idx="161">
                  <c:v>79.239999999999995</c:v>
                </c:pt>
                <c:pt idx="162">
                  <c:v>79.760000000000005</c:v>
                </c:pt>
                <c:pt idx="163">
                  <c:v>80.23</c:v>
                </c:pt>
                <c:pt idx="164">
                  <c:v>79.95</c:v>
                </c:pt>
                <c:pt idx="165">
                  <c:v>79.88</c:v>
                </c:pt>
                <c:pt idx="166">
                  <c:v>81.25</c:v>
                </c:pt>
                <c:pt idx="167">
                  <c:v>82.68</c:v>
                </c:pt>
                <c:pt idx="168">
                  <c:v>81.58</c:v>
                </c:pt>
                <c:pt idx="169">
                  <c:v>83.08</c:v>
                </c:pt>
                <c:pt idx="170">
                  <c:v>78.760000000000005</c:v>
                </c:pt>
                <c:pt idx="171">
                  <c:v>78.95</c:v>
                </c:pt>
                <c:pt idx="172">
                  <c:v>78.8</c:v>
                </c:pt>
                <c:pt idx="173">
                  <c:v>79.28</c:v>
                </c:pt>
                <c:pt idx="174">
                  <c:v>80.22</c:v>
                </c:pt>
                <c:pt idx="175">
                  <c:v>78.339999999999989</c:v>
                </c:pt>
                <c:pt idx="176">
                  <c:v>76.48</c:v>
                </c:pt>
                <c:pt idx="177">
                  <c:v>78.790000000000006</c:v>
                </c:pt>
                <c:pt idx="178">
                  <c:v>74.13</c:v>
                </c:pt>
                <c:pt idx="179">
                  <c:v>73.86</c:v>
                </c:pt>
                <c:pt idx="180">
                  <c:v>74.42</c:v>
                </c:pt>
                <c:pt idx="181">
                  <c:v>74.63000000000001</c:v>
                </c:pt>
                <c:pt idx="182">
                  <c:v>73.03</c:v>
                </c:pt>
                <c:pt idx="183">
                  <c:v>75.98</c:v>
                </c:pt>
                <c:pt idx="184">
                  <c:v>76.899999999999991</c:v>
                </c:pt>
                <c:pt idx="185">
                  <c:v>77.75</c:v>
                </c:pt>
                <c:pt idx="186">
                  <c:v>78.959999999999994</c:v>
                </c:pt>
                <c:pt idx="187">
                  <c:v>81.3</c:v>
                </c:pt>
                <c:pt idx="188">
                  <c:v>77.05</c:v>
                </c:pt>
                <c:pt idx="189">
                  <c:v>78.8</c:v>
                </c:pt>
                <c:pt idx="190">
                  <c:v>83.070000000000007</c:v>
                </c:pt>
                <c:pt idx="191">
                  <c:v>81.569999999999993</c:v>
                </c:pt>
                <c:pt idx="192">
                  <c:v>86.05</c:v>
                </c:pt>
                <c:pt idx="193">
                  <c:v>86.47</c:v>
                </c:pt>
                <c:pt idx="194">
                  <c:v>81.91</c:v>
                </c:pt>
                <c:pt idx="195">
                  <c:v>81.070000000000007</c:v>
                </c:pt>
                <c:pt idx="196">
                  <c:v>80.350000000000009</c:v>
                </c:pt>
                <c:pt idx="197">
                  <c:v>79.489999999999995</c:v>
                </c:pt>
                <c:pt idx="198">
                  <c:v>77.92</c:v>
                </c:pt>
                <c:pt idx="199">
                  <c:v>74.81</c:v>
                </c:pt>
                <c:pt idx="200">
                  <c:v>76.39</c:v>
                </c:pt>
                <c:pt idx="201">
                  <c:v>76.7</c:v>
                </c:pt>
                <c:pt idx="202">
                  <c:v>78.16</c:v>
                </c:pt>
                <c:pt idx="203">
                  <c:v>78.350000000000009</c:v>
                </c:pt>
                <c:pt idx="204">
                  <c:v>80.16</c:v>
                </c:pt>
                <c:pt idx="205">
                  <c:v>79.23</c:v>
                </c:pt>
                <c:pt idx="206">
                  <c:v>84.79</c:v>
                </c:pt>
                <c:pt idx="207">
                  <c:v>85.6</c:v>
                </c:pt>
                <c:pt idx="208">
                  <c:v>88.15</c:v>
                </c:pt>
                <c:pt idx="209">
                  <c:v>85.84</c:v>
                </c:pt>
                <c:pt idx="210">
                  <c:v>81.17</c:v>
                </c:pt>
                <c:pt idx="211">
                  <c:v>86.55</c:v>
                </c:pt>
                <c:pt idx="212">
                  <c:v>85.59</c:v>
                </c:pt>
                <c:pt idx="213">
                  <c:v>79.239999999999995</c:v>
                </c:pt>
                <c:pt idx="214">
                  <c:v>77.319999999999993</c:v>
                </c:pt>
                <c:pt idx="215">
                  <c:v>73.2</c:v>
                </c:pt>
                <c:pt idx="216">
                  <c:v>72.47</c:v>
                </c:pt>
                <c:pt idx="217">
                  <c:v>72.87</c:v>
                </c:pt>
                <c:pt idx="218">
                  <c:v>72.58</c:v>
                </c:pt>
                <c:pt idx="219">
                  <c:v>71.84</c:v>
                </c:pt>
                <c:pt idx="220">
                  <c:v>73.75</c:v>
                </c:pt>
                <c:pt idx="221">
                  <c:v>75.23</c:v>
                </c:pt>
                <c:pt idx="222">
                  <c:v>76.69</c:v>
                </c:pt>
                <c:pt idx="223">
                  <c:v>76.150000000000006</c:v>
                </c:pt>
                <c:pt idx="224">
                  <c:v>76.540000000000006</c:v>
                </c:pt>
                <c:pt idx="225">
                  <c:v>77.697999999999993</c:v>
                </c:pt>
                <c:pt idx="226">
                  <c:v>80.819999999999993</c:v>
                </c:pt>
                <c:pt idx="227">
                  <c:v>80.81</c:v>
                </c:pt>
                <c:pt idx="228">
                  <c:v>81.92</c:v>
                </c:pt>
                <c:pt idx="229">
                  <c:v>82.31</c:v>
                </c:pt>
                <c:pt idx="230">
                  <c:v>81.459999999999994</c:v>
                </c:pt>
                <c:pt idx="231">
                  <c:v>82.940000000000012</c:v>
                </c:pt>
                <c:pt idx="232">
                  <c:v>83.6</c:v>
                </c:pt>
                <c:pt idx="233">
                  <c:v>84.59</c:v>
                </c:pt>
                <c:pt idx="234">
                  <c:v>83.68</c:v>
                </c:pt>
                <c:pt idx="235">
                  <c:v>82.95</c:v>
                </c:pt>
                <c:pt idx="236">
                  <c:v>85.33</c:v>
                </c:pt>
                <c:pt idx="237">
                  <c:v>86.02</c:v>
                </c:pt>
                <c:pt idx="238">
                  <c:v>85.08</c:v>
                </c:pt>
                <c:pt idx="239">
                  <c:v>85.33</c:v>
                </c:pt>
                <c:pt idx="240">
                  <c:v>85.16</c:v>
                </c:pt>
                <c:pt idx="241">
                  <c:v>84.73</c:v>
                </c:pt>
                <c:pt idx="242">
                  <c:v>85.97</c:v>
                </c:pt>
                <c:pt idx="243">
                  <c:v>89.73</c:v>
                </c:pt>
                <c:pt idx="244">
                  <c:v>90.13</c:v>
                </c:pt>
                <c:pt idx="245">
                  <c:v>88.92</c:v>
                </c:pt>
                <c:pt idx="246">
                  <c:v>91.100000000000009</c:v>
                </c:pt>
                <c:pt idx="247">
                  <c:v>91.59</c:v>
                </c:pt>
                <c:pt idx="248">
                  <c:v>90.09</c:v>
                </c:pt>
                <c:pt idx="249">
                  <c:v>89.44</c:v>
                </c:pt>
                <c:pt idx="250">
                  <c:v>87.53</c:v>
                </c:pt>
                <c:pt idx="251">
                  <c:v>89.350000000000009</c:v>
                </c:pt>
                <c:pt idx="252">
                  <c:v>89.09</c:v>
                </c:pt>
                <c:pt idx="253">
                  <c:v>87.76</c:v>
                </c:pt>
                <c:pt idx="254">
                  <c:v>84.43</c:v>
                </c:pt>
                <c:pt idx="255">
                  <c:v>84.06</c:v>
                </c:pt>
                <c:pt idx="256">
                  <c:v>82.51</c:v>
                </c:pt>
                <c:pt idx="257">
                  <c:v>83.6</c:v>
                </c:pt>
                <c:pt idx="258">
                  <c:v>80.87</c:v>
                </c:pt>
                <c:pt idx="259">
                  <c:v>81.820000000000007</c:v>
                </c:pt>
                <c:pt idx="260">
                  <c:v>84.91</c:v>
                </c:pt>
                <c:pt idx="261">
                  <c:v>87.38</c:v>
                </c:pt>
                <c:pt idx="262">
                  <c:v>88.89</c:v>
                </c:pt>
                <c:pt idx="263">
                  <c:v>89.96</c:v>
                </c:pt>
                <c:pt idx="264">
                  <c:v>88.8</c:v>
                </c:pt>
                <c:pt idx="265">
                  <c:v>88.95</c:v>
                </c:pt>
                <c:pt idx="266">
                  <c:v>90.54</c:v>
                </c:pt>
                <c:pt idx="267">
                  <c:v>87.61</c:v>
                </c:pt>
                <c:pt idx="268">
                  <c:v>87.31</c:v>
                </c:pt>
                <c:pt idx="269">
                  <c:v>87.2</c:v>
                </c:pt>
                <c:pt idx="270">
                  <c:v>86.92</c:v>
                </c:pt>
                <c:pt idx="271">
                  <c:v>90.23</c:v>
                </c:pt>
                <c:pt idx="272">
                  <c:v>92.73</c:v>
                </c:pt>
                <c:pt idx="273">
                  <c:v>92.85</c:v>
                </c:pt>
                <c:pt idx="274">
                  <c:v>98.1</c:v>
                </c:pt>
                <c:pt idx="275">
                  <c:v>96.89</c:v>
                </c:pt>
                <c:pt idx="276">
                  <c:v>94.73</c:v>
                </c:pt>
                <c:pt idx="277">
                  <c:v>93.27</c:v>
                </c:pt>
                <c:pt idx="278">
                  <c:v>97.19</c:v>
                </c:pt>
                <c:pt idx="279">
                  <c:v>99.059999999999988</c:v>
                </c:pt>
                <c:pt idx="280">
                  <c:v>99.71</c:v>
                </c:pt>
                <c:pt idx="281">
                  <c:v>99.91</c:v>
                </c:pt>
                <c:pt idx="282">
                  <c:v>101.85</c:v>
                </c:pt>
                <c:pt idx="283">
                  <c:v>106.41</c:v>
                </c:pt>
                <c:pt idx="284">
                  <c:v>106.5</c:v>
                </c:pt>
                <c:pt idx="285">
                  <c:v>106.81</c:v>
                </c:pt>
                <c:pt idx="286">
                  <c:v>106.97999999999999</c:v>
                </c:pt>
                <c:pt idx="287">
                  <c:v>107.41000000000001</c:v>
                </c:pt>
                <c:pt idx="288">
                  <c:v>106.10999999999999</c:v>
                </c:pt>
                <c:pt idx="289">
                  <c:v>111.81</c:v>
                </c:pt>
                <c:pt idx="290">
                  <c:v>115.19</c:v>
                </c:pt>
                <c:pt idx="291">
                  <c:v>118.62</c:v>
                </c:pt>
                <c:pt idx="292">
                  <c:v>119.16000000000001</c:v>
                </c:pt>
                <c:pt idx="293">
                  <c:v>120.24</c:v>
                </c:pt>
                <c:pt idx="294">
                  <c:v>116.82</c:v>
                </c:pt>
                <c:pt idx="295">
                  <c:v>115.46</c:v>
                </c:pt>
                <c:pt idx="296">
                  <c:v>114.86</c:v>
                </c:pt>
                <c:pt idx="297">
                  <c:v>113.47999999999999</c:v>
                </c:pt>
                <c:pt idx="298">
                  <c:v>113.42</c:v>
                </c:pt>
                <c:pt idx="299">
                  <c:v>117.18</c:v>
                </c:pt>
                <c:pt idx="300">
                  <c:v>119.47</c:v>
                </c:pt>
                <c:pt idx="301">
                  <c:v>119.04</c:v>
                </c:pt>
                <c:pt idx="302">
                  <c:v>115.91</c:v>
                </c:pt>
                <c:pt idx="303">
                  <c:v>117.49000000000001</c:v>
                </c:pt>
                <c:pt idx="304">
                  <c:v>112.02</c:v>
                </c:pt>
                <c:pt idx="305">
                  <c:v>110.27999999999999</c:v>
                </c:pt>
                <c:pt idx="306">
                  <c:v>109.32</c:v>
                </c:pt>
                <c:pt idx="307">
                  <c:v>115.14999999999999</c:v>
                </c:pt>
                <c:pt idx="308">
                  <c:v>116.66</c:v>
                </c:pt>
                <c:pt idx="309">
                  <c:v>113.19</c:v>
                </c:pt>
                <c:pt idx="310">
                  <c:v>112.61000000000001</c:v>
                </c:pt>
                <c:pt idx="311">
                  <c:v>109.61</c:v>
                </c:pt>
                <c:pt idx="312">
                  <c:v>106.94000000000001</c:v>
                </c:pt>
                <c:pt idx="313">
                  <c:v>108.60000000000001</c:v>
                </c:pt>
                <c:pt idx="314">
                  <c:v>109.92999999999999</c:v>
                </c:pt>
                <c:pt idx="315">
                  <c:v>105.47</c:v>
                </c:pt>
                <c:pt idx="316">
                  <c:v>106.06</c:v>
                </c:pt>
                <c:pt idx="317">
                  <c:v>105.04</c:v>
                </c:pt>
                <c:pt idx="318">
                  <c:v>101.83</c:v>
                </c:pt>
                <c:pt idx="319">
                  <c:v>102.02</c:v>
                </c:pt>
                <c:pt idx="320">
                  <c:v>99.01</c:v>
                </c:pt>
                <c:pt idx="321">
                  <c:v>98.429999999999993</c:v>
                </c:pt>
                <c:pt idx="322">
                  <c:v>100.05000000000001</c:v>
                </c:pt>
                <c:pt idx="323">
                  <c:v>99.77</c:v>
                </c:pt>
                <c:pt idx="324">
                  <c:v>102.83</c:v>
                </c:pt>
                <c:pt idx="325">
                  <c:v>102.33999999999999</c:v>
                </c:pt>
                <c:pt idx="326">
                  <c:v>101.07</c:v>
                </c:pt>
                <c:pt idx="327">
                  <c:v>100.00999999999999</c:v>
                </c:pt>
                <c:pt idx="328">
                  <c:v>98.649999999999991</c:v>
                </c:pt>
                <c:pt idx="329">
                  <c:v>96.08</c:v>
                </c:pt>
                <c:pt idx="330">
                  <c:v>94.17</c:v>
                </c:pt>
                <c:pt idx="331">
                  <c:v>96.16</c:v>
                </c:pt>
                <c:pt idx="332">
                  <c:v>93.68</c:v>
                </c:pt>
                <c:pt idx="333">
                  <c:v>96.16</c:v>
                </c:pt>
                <c:pt idx="334">
                  <c:v>100.19999999999999</c:v>
                </c:pt>
                <c:pt idx="335">
                  <c:v>101.14</c:v>
                </c:pt>
                <c:pt idx="336">
                  <c:v>101.13</c:v>
                </c:pt>
                <c:pt idx="337">
                  <c:v>100.48</c:v>
                </c:pt>
                <c:pt idx="338">
                  <c:v>99.719999999999985</c:v>
                </c:pt>
                <c:pt idx="339">
                  <c:v>101.46</c:v>
                </c:pt>
                <c:pt idx="340">
                  <c:v>99.84</c:v>
                </c:pt>
                <c:pt idx="341">
                  <c:v>100.72</c:v>
                </c:pt>
                <c:pt idx="342">
                  <c:v>99.699999999999989</c:v>
                </c:pt>
                <c:pt idx="343">
                  <c:v>97.789999999999992</c:v>
                </c:pt>
                <c:pt idx="344">
                  <c:v>95.640000000000015</c:v>
                </c:pt>
                <c:pt idx="345">
                  <c:v>97.07</c:v>
                </c:pt>
                <c:pt idx="346">
                  <c:v>98.95</c:v>
                </c:pt>
                <c:pt idx="347">
                  <c:v>99.640000000000015</c:v>
                </c:pt>
                <c:pt idx="348">
                  <c:v>95.67</c:v>
                </c:pt>
                <c:pt idx="349">
                  <c:v>94.850000000000009</c:v>
                </c:pt>
                <c:pt idx="350">
                  <c:v>97.18</c:v>
                </c:pt>
                <c:pt idx="351">
                  <c:v>94.749999999999986</c:v>
                </c:pt>
                <c:pt idx="352">
                  <c:v>94.95</c:v>
                </c:pt>
                <c:pt idx="353">
                  <c:v>93.04</c:v>
                </c:pt>
                <c:pt idx="354">
                  <c:v>88.12</c:v>
                </c:pt>
                <c:pt idx="355">
                  <c:v>87.92</c:v>
                </c:pt>
                <c:pt idx="356">
                  <c:v>87.43</c:v>
                </c:pt>
                <c:pt idx="357">
                  <c:v>87.94</c:v>
                </c:pt>
                <c:pt idx="358">
                  <c:v>86.36</c:v>
                </c:pt>
                <c:pt idx="359">
                  <c:v>85.9</c:v>
                </c:pt>
                <c:pt idx="360">
                  <c:v>87.820000000000007</c:v>
                </c:pt>
                <c:pt idx="361">
                  <c:v>87.78</c:v>
                </c:pt>
                <c:pt idx="362">
                  <c:v>88.02</c:v>
                </c:pt>
                <c:pt idx="363">
                  <c:v>86.52</c:v>
                </c:pt>
                <c:pt idx="364">
                  <c:v>86.289999999999992</c:v>
                </c:pt>
                <c:pt idx="365">
                  <c:v>87.38</c:v>
                </c:pt>
                <c:pt idx="366">
                  <c:v>84.76</c:v>
                </c:pt>
                <c:pt idx="367">
                  <c:v>85.26</c:v>
                </c:pt>
                <c:pt idx="368">
                  <c:v>83.68</c:v>
                </c:pt>
                <c:pt idx="369">
                  <c:v>84.289999999999992</c:v>
                </c:pt>
                <c:pt idx="370">
                  <c:v>85.57</c:v>
                </c:pt>
                <c:pt idx="371">
                  <c:v>81.660000000000011</c:v>
                </c:pt>
                <c:pt idx="372">
                  <c:v>81.58</c:v>
                </c:pt>
                <c:pt idx="373">
                  <c:v>82.58</c:v>
                </c:pt>
                <c:pt idx="374">
                  <c:v>81.92</c:v>
                </c:pt>
                <c:pt idx="375">
                  <c:v>81.900000000000006</c:v>
                </c:pt>
                <c:pt idx="376">
                  <c:v>85.94</c:v>
                </c:pt>
                <c:pt idx="377">
                  <c:v>88.009999999999991</c:v>
                </c:pt>
                <c:pt idx="378">
                  <c:v>88.73</c:v>
                </c:pt>
                <c:pt idx="379">
                  <c:v>89.13</c:v>
                </c:pt>
                <c:pt idx="380">
                  <c:v>85.69</c:v>
                </c:pt>
                <c:pt idx="381">
                  <c:v>87.88</c:v>
                </c:pt>
                <c:pt idx="382">
                  <c:v>89.67</c:v>
                </c:pt>
                <c:pt idx="383">
                  <c:v>89.87</c:v>
                </c:pt>
                <c:pt idx="384">
                  <c:v>89.61999999999999</c:v>
                </c:pt>
                <c:pt idx="385">
                  <c:v>92.52</c:v>
                </c:pt>
                <c:pt idx="386">
                  <c:v>92.08</c:v>
                </c:pt>
                <c:pt idx="387">
                  <c:v>93.059999999999988</c:v>
                </c:pt>
                <c:pt idx="388">
                  <c:v>94.55</c:v>
                </c:pt>
                <c:pt idx="389">
                  <c:v>95.59</c:v>
                </c:pt>
                <c:pt idx="390">
                  <c:v>96.850000000000009</c:v>
                </c:pt>
                <c:pt idx="391">
                  <c:v>96.14</c:v>
                </c:pt>
                <c:pt idx="392">
                  <c:v>95.01</c:v>
                </c:pt>
                <c:pt idx="393">
                  <c:v>92.82</c:v>
                </c:pt>
                <c:pt idx="394">
                  <c:v>93.94</c:v>
                </c:pt>
              </c:numCache>
            </c:numRef>
          </c:val>
          <c:smooth val="1"/>
          <c:extLst>
            <c:ext xmlns:c16="http://schemas.microsoft.com/office/drawing/2014/chart" uri="{C3380CC4-5D6E-409C-BE32-E72D297353CC}">
              <c16:uniqueId val="{00000000-A354-DA4B-B864-BC477EF49699}"/>
            </c:ext>
          </c:extLst>
        </c:ser>
        <c:dLbls>
          <c:showLegendKey val="0"/>
          <c:showVal val="0"/>
          <c:showCatName val="0"/>
          <c:showSerName val="0"/>
          <c:showPercent val="0"/>
          <c:showBubbleSize val="0"/>
        </c:dLbls>
        <c:marker val="1"/>
        <c:smooth val="0"/>
        <c:axId val="2000001760"/>
        <c:axId val="2000001761"/>
      </c:lineChart>
      <c:lineChart>
        <c:grouping val="standard"/>
        <c:varyColors val="0"/>
        <c:ser>
          <c:idx val="1"/>
          <c:order val="1"/>
          <c:tx>
            <c:strRef>
              <c:f>美元指数!$I$3:$I$4</c:f>
              <c:strCache>
                <c:ptCount val="2"/>
                <c:pt idx="0">
                  <c:v>收盘价：万得全A/恒生科技（右轴，点）</c:v>
                </c:pt>
              </c:strCache>
            </c:strRef>
          </c:tx>
          <c:spPr>
            <a:ln>
              <a:solidFill>
                <a:srgbClr val="2C3160"/>
              </a:solidFill>
            </a:ln>
          </c:spPr>
          <c:marker>
            <c:symbol val="none"/>
          </c:marker>
          <c:cat>
            <c:numRef>
              <c:f>美元指数!$C$5:$C$399</c:f>
              <c:numCache>
                <c:formatCode>yyyy\-mm</c:formatCode>
                <c:ptCount val="395"/>
                <c:pt idx="0">
                  <c:v>46203</c:v>
                </c:pt>
                <c:pt idx="1">
                  <c:v>46173</c:v>
                </c:pt>
                <c:pt idx="2">
                  <c:v>46142</c:v>
                </c:pt>
                <c:pt idx="3">
                  <c:v>46112</c:v>
                </c:pt>
                <c:pt idx="4">
                  <c:v>46081</c:v>
                </c:pt>
                <c:pt idx="5">
                  <c:v>46053</c:v>
                </c:pt>
                <c:pt idx="6">
                  <c:v>46022</c:v>
                </c:pt>
                <c:pt idx="7">
                  <c:v>45991</c:v>
                </c:pt>
                <c:pt idx="8">
                  <c:v>45961</c:v>
                </c:pt>
                <c:pt idx="9">
                  <c:v>45930</c:v>
                </c:pt>
                <c:pt idx="10">
                  <c:v>45900</c:v>
                </c:pt>
                <c:pt idx="11">
                  <c:v>45869</c:v>
                </c:pt>
                <c:pt idx="12">
                  <c:v>45838</c:v>
                </c:pt>
                <c:pt idx="13">
                  <c:v>45808</c:v>
                </c:pt>
                <c:pt idx="14">
                  <c:v>45777</c:v>
                </c:pt>
                <c:pt idx="15">
                  <c:v>45747</c:v>
                </c:pt>
                <c:pt idx="16">
                  <c:v>45716</c:v>
                </c:pt>
                <c:pt idx="17">
                  <c:v>45688</c:v>
                </c:pt>
                <c:pt idx="18">
                  <c:v>45657</c:v>
                </c:pt>
                <c:pt idx="19">
                  <c:v>45626</c:v>
                </c:pt>
                <c:pt idx="20">
                  <c:v>45596</c:v>
                </c:pt>
                <c:pt idx="21">
                  <c:v>45565</c:v>
                </c:pt>
                <c:pt idx="22">
                  <c:v>45535</c:v>
                </c:pt>
                <c:pt idx="23">
                  <c:v>45504</c:v>
                </c:pt>
                <c:pt idx="24">
                  <c:v>45473</c:v>
                </c:pt>
                <c:pt idx="25">
                  <c:v>45443</c:v>
                </c:pt>
                <c:pt idx="26">
                  <c:v>45412</c:v>
                </c:pt>
                <c:pt idx="27">
                  <c:v>45382</c:v>
                </c:pt>
                <c:pt idx="28">
                  <c:v>45351</c:v>
                </c:pt>
                <c:pt idx="29">
                  <c:v>45322</c:v>
                </c:pt>
                <c:pt idx="30">
                  <c:v>45291</c:v>
                </c:pt>
                <c:pt idx="31">
                  <c:v>45260</c:v>
                </c:pt>
                <c:pt idx="32">
                  <c:v>45230</c:v>
                </c:pt>
                <c:pt idx="33">
                  <c:v>45199</c:v>
                </c:pt>
                <c:pt idx="34">
                  <c:v>45169</c:v>
                </c:pt>
                <c:pt idx="35">
                  <c:v>45138</c:v>
                </c:pt>
                <c:pt idx="36">
                  <c:v>45107</c:v>
                </c:pt>
                <c:pt idx="37">
                  <c:v>45077</c:v>
                </c:pt>
                <c:pt idx="38">
                  <c:v>45046</c:v>
                </c:pt>
                <c:pt idx="39">
                  <c:v>45016</c:v>
                </c:pt>
                <c:pt idx="40">
                  <c:v>44985</c:v>
                </c:pt>
                <c:pt idx="41">
                  <c:v>44957</c:v>
                </c:pt>
                <c:pt idx="42">
                  <c:v>44926</c:v>
                </c:pt>
                <c:pt idx="43">
                  <c:v>44895</c:v>
                </c:pt>
                <c:pt idx="44">
                  <c:v>44865</c:v>
                </c:pt>
                <c:pt idx="45">
                  <c:v>44834</c:v>
                </c:pt>
                <c:pt idx="46">
                  <c:v>44804</c:v>
                </c:pt>
                <c:pt idx="47">
                  <c:v>44773</c:v>
                </c:pt>
                <c:pt idx="48">
                  <c:v>44742</c:v>
                </c:pt>
                <c:pt idx="49">
                  <c:v>44712</c:v>
                </c:pt>
                <c:pt idx="50">
                  <c:v>44681</c:v>
                </c:pt>
                <c:pt idx="51">
                  <c:v>44651</c:v>
                </c:pt>
                <c:pt idx="52">
                  <c:v>44620</c:v>
                </c:pt>
                <c:pt idx="53">
                  <c:v>44592</c:v>
                </c:pt>
                <c:pt idx="54">
                  <c:v>44561</c:v>
                </c:pt>
                <c:pt idx="55">
                  <c:v>44530</c:v>
                </c:pt>
                <c:pt idx="56">
                  <c:v>44500</c:v>
                </c:pt>
                <c:pt idx="57">
                  <c:v>44469</c:v>
                </c:pt>
                <c:pt idx="58">
                  <c:v>44439</c:v>
                </c:pt>
                <c:pt idx="59">
                  <c:v>44408</c:v>
                </c:pt>
                <c:pt idx="60">
                  <c:v>44377</c:v>
                </c:pt>
                <c:pt idx="61">
                  <c:v>44347</c:v>
                </c:pt>
                <c:pt idx="62">
                  <c:v>44316</c:v>
                </c:pt>
                <c:pt idx="63">
                  <c:v>44286</c:v>
                </c:pt>
                <c:pt idx="64">
                  <c:v>44255</c:v>
                </c:pt>
                <c:pt idx="65">
                  <c:v>44227</c:v>
                </c:pt>
                <c:pt idx="66">
                  <c:v>44196</c:v>
                </c:pt>
                <c:pt idx="67">
                  <c:v>44165</c:v>
                </c:pt>
                <c:pt idx="68">
                  <c:v>44135</c:v>
                </c:pt>
                <c:pt idx="69">
                  <c:v>44104</c:v>
                </c:pt>
                <c:pt idx="70">
                  <c:v>44074</c:v>
                </c:pt>
                <c:pt idx="71">
                  <c:v>44043</c:v>
                </c:pt>
                <c:pt idx="72">
                  <c:v>44012</c:v>
                </c:pt>
                <c:pt idx="73">
                  <c:v>43982</c:v>
                </c:pt>
                <c:pt idx="74">
                  <c:v>43951</c:v>
                </c:pt>
                <c:pt idx="75">
                  <c:v>43921</c:v>
                </c:pt>
                <c:pt idx="76">
                  <c:v>43890</c:v>
                </c:pt>
                <c:pt idx="77">
                  <c:v>43861</c:v>
                </c:pt>
                <c:pt idx="78">
                  <c:v>43830</c:v>
                </c:pt>
                <c:pt idx="79">
                  <c:v>43799</c:v>
                </c:pt>
                <c:pt idx="80">
                  <c:v>43769</c:v>
                </c:pt>
                <c:pt idx="81">
                  <c:v>43738</c:v>
                </c:pt>
                <c:pt idx="82">
                  <c:v>43708</c:v>
                </c:pt>
                <c:pt idx="83">
                  <c:v>43677</c:v>
                </c:pt>
                <c:pt idx="84">
                  <c:v>43646</c:v>
                </c:pt>
                <c:pt idx="85">
                  <c:v>43616</c:v>
                </c:pt>
                <c:pt idx="86">
                  <c:v>43585</c:v>
                </c:pt>
                <c:pt idx="87">
                  <c:v>43555</c:v>
                </c:pt>
                <c:pt idx="88">
                  <c:v>43524</c:v>
                </c:pt>
                <c:pt idx="89">
                  <c:v>43496</c:v>
                </c:pt>
                <c:pt idx="90">
                  <c:v>43465</c:v>
                </c:pt>
                <c:pt idx="91">
                  <c:v>43434</c:v>
                </c:pt>
                <c:pt idx="92">
                  <c:v>43404</c:v>
                </c:pt>
                <c:pt idx="93">
                  <c:v>43373</c:v>
                </c:pt>
                <c:pt idx="94">
                  <c:v>43343</c:v>
                </c:pt>
                <c:pt idx="95">
                  <c:v>43312</c:v>
                </c:pt>
                <c:pt idx="96">
                  <c:v>43281</c:v>
                </c:pt>
                <c:pt idx="97">
                  <c:v>43251</c:v>
                </c:pt>
                <c:pt idx="98">
                  <c:v>43220</c:v>
                </c:pt>
                <c:pt idx="99">
                  <c:v>43190</c:v>
                </c:pt>
                <c:pt idx="100">
                  <c:v>43159</c:v>
                </c:pt>
                <c:pt idx="101">
                  <c:v>43131</c:v>
                </c:pt>
                <c:pt idx="102">
                  <c:v>43100</c:v>
                </c:pt>
                <c:pt idx="103">
                  <c:v>43069</c:v>
                </c:pt>
                <c:pt idx="104">
                  <c:v>43039</c:v>
                </c:pt>
                <c:pt idx="105">
                  <c:v>43008</c:v>
                </c:pt>
                <c:pt idx="106">
                  <c:v>42978</c:v>
                </c:pt>
                <c:pt idx="107">
                  <c:v>42947</c:v>
                </c:pt>
                <c:pt idx="108">
                  <c:v>42916</c:v>
                </c:pt>
                <c:pt idx="109">
                  <c:v>42886</c:v>
                </c:pt>
                <c:pt idx="110">
                  <c:v>42855</c:v>
                </c:pt>
                <c:pt idx="111">
                  <c:v>42825</c:v>
                </c:pt>
                <c:pt idx="112">
                  <c:v>42794</c:v>
                </c:pt>
                <c:pt idx="113">
                  <c:v>42766</c:v>
                </c:pt>
                <c:pt idx="114">
                  <c:v>42735</c:v>
                </c:pt>
                <c:pt idx="115">
                  <c:v>42704</c:v>
                </c:pt>
                <c:pt idx="116">
                  <c:v>42674</c:v>
                </c:pt>
                <c:pt idx="117">
                  <c:v>42643</c:v>
                </c:pt>
                <c:pt idx="118">
                  <c:v>42613</c:v>
                </c:pt>
                <c:pt idx="119">
                  <c:v>42582</c:v>
                </c:pt>
                <c:pt idx="120">
                  <c:v>42551</c:v>
                </c:pt>
                <c:pt idx="121">
                  <c:v>42521</c:v>
                </c:pt>
                <c:pt idx="122">
                  <c:v>42490</c:v>
                </c:pt>
                <c:pt idx="123">
                  <c:v>42460</c:v>
                </c:pt>
                <c:pt idx="124">
                  <c:v>42429</c:v>
                </c:pt>
                <c:pt idx="125">
                  <c:v>42400</c:v>
                </c:pt>
                <c:pt idx="126">
                  <c:v>42369</c:v>
                </c:pt>
                <c:pt idx="127">
                  <c:v>42338</c:v>
                </c:pt>
                <c:pt idx="128">
                  <c:v>42308</c:v>
                </c:pt>
                <c:pt idx="129">
                  <c:v>42277</c:v>
                </c:pt>
                <c:pt idx="130">
                  <c:v>42247</c:v>
                </c:pt>
                <c:pt idx="131">
                  <c:v>42216</c:v>
                </c:pt>
                <c:pt idx="132">
                  <c:v>42185</c:v>
                </c:pt>
                <c:pt idx="133">
                  <c:v>42155</c:v>
                </c:pt>
                <c:pt idx="134">
                  <c:v>42124</c:v>
                </c:pt>
                <c:pt idx="135">
                  <c:v>42094</c:v>
                </c:pt>
                <c:pt idx="136">
                  <c:v>42063</c:v>
                </c:pt>
                <c:pt idx="137">
                  <c:v>42035</c:v>
                </c:pt>
                <c:pt idx="138">
                  <c:v>42004</c:v>
                </c:pt>
                <c:pt idx="139">
                  <c:v>41973</c:v>
                </c:pt>
                <c:pt idx="140">
                  <c:v>41943</c:v>
                </c:pt>
                <c:pt idx="141">
                  <c:v>41912</c:v>
                </c:pt>
                <c:pt idx="142">
                  <c:v>41882</c:v>
                </c:pt>
                <c:pt idx="143">
                  <c:v>41851</c:v>
                </c:pt>
                <c:pt idx="144">
                  <c:v>41820</c:v>
                </c:pt>
                <c:pt idx="145">
                  <c:v>41790</c:v>
                </c:pt>
                <c:pt idx="146">
                  <c:v>41759</c:v>
                </c:pt>
                <c:pt idx="147">
                  <c:v>41729</c:v>
                </c:pt>
                <c:pt idx="148">
                  <c:v>41698</c:v>
                </c:pt>
                <c:pt idx="149">
                  <c:v>41670</c:v>
                </c:pt>
                <c:pt idx="150">
                  <c:v>41639</c:v>
                </c:pt>
                <c:pt idx="151">
                  <c:v>41608</c:v>
                </c:pt>
                <c:pt idx="152">
                  <c:v>41578</c:v>
                </c:pt>
                <c:pt idx="153">
                  <c:v>41547</c:v>
                </c:pt>
                <c:pt idx="154">
                  <c:v>41517</c:v>
                </c:pt>
                <c:pt idx="155">
                  <c:v>41486</c:v>
                </c:pt>
                <c:pt idx="156">
                  <c:v>41455</c:v>
                </c:pt>
                <c:pt idx="157">
                  <c:v>41425</c:v>
                </c:pt>
                <c:pt idx="158">
                  <c:v>41394</c:v>
                </c:pt>
                <c:pt idx="159">
                  <c:v>41364</c:v>
                </c:pt>
                <c:pt idx="160">
                  <c:v>41333</c:v>
                </c:pt>
                <c:pt idx="161">
                  <c:v>41305</c:v>
                </c:pt>
                <c:pt idx="162">
                  <c:v>41274</c:v>
                </c:pt>
                <c:pt idx="163">
                  <c:v>41243</c:v>
                </c:pt>
                <c:pt idx="164">
                  <c:v>41213</c:v>
                </c:pt>
                <c:pt idx="165">
                  <c:v>41182</c:v>
                </c:pt>
                <c:pt idx="166">
                  <c:v>41152</c:v>
                </c:pt>
                <c:pt idx="167">
                  <c:v>41121</c:v>
                </c:pt>
                <c:pt idx="168">
                  <c:v>41090</c:v>
                </c:pt>
                <c:pt idx="169">
                  <c:v>41060</c:v>
                </c:pt>
                <c:pt idx="170">
                  <c:v>41029</c:v>
                </c:pt>
                <c:pt idx="171">
                  <c:v>40999</c:v>
                </c:pt>
                <c:pt idx="172">
                  <c:v>40968</c:v>
                </c:pt>
                <c:pt idx="173">
                  <c:v>40939</c:v>
                </c:pt>
                <c:pt idx="174">
                  <c:v>40908</c:v>
                </c:pt>
                <c:pt idx="175">
                  <c:v>40877</c:v>
                </c:pt>
                <c:pt idx="176">
                  <c:v>40847</c:v>
                </c:pt>
                <c:pt idx="177">
                  <c:v>40816</c:v>
                </c:pt>
                <c:pt idx="178">
                  <c:v>40786</c:v>
                </c:pt>
                <c:pt idx="179">
                  <c:v>40755</c:v>
                </c:pt>
                <c:pt idx="180">
                  <c:v>40724</c:v>
                </c:pt>
                <c:pt idx="181">
                  <c:v>40694</c:v>
                </c:pt>
                <c:pt idx="182">
                  <c:v>40663</c:v>
                </c:pt>
                <c:pt idx="183">
                  <c:v>40633</c:v>
                </c:pt>
                <c:pt idx="184">
                  <c:v>40602</c:v>
                </c:pt>
                <c:pt idx="185">
                  <c:v>40574</c:v>
                </c:pt>
                <c:pt idx="186">
                  <c:v>40543</c:v>
                </c:pt>
                <c:pt idx="187">
                  <c:v>40512</c:v>
                </c:pt>
                <c:pt idx="188">
                  <c:v>40482</c:v>
                </c:pt>
                <c:pt idx="189">
                  <c:v>40451</c:v>
                </c:pt>
                <c:pt idx="190">
                  <c:v>40421</c:v>
                </c:pt>
                <c:pt idx="191">
                  <c:v>40390</c:v>
                </c:pt>
                <c:pt idx="192">
                  <c:v>40359</c:v>
                </c:pt>
                <c:pt idx="193">
                  <c:v>40329</c:v>
                </c:pt>
                <c:pt idx="194">
                  <c:v>40298</c:v>
                </c:pt>
                <c:pt idx="195">
                  <c:v>40268</c:v>
                </c:pt>
                <c:pt idx="196">
                  <c:v>40237</c:v>
                </c:pt>
                <c:pt idx="197">
                  <c:v>40209</c:v>
                </c:pt>
                <c:pt idx="198">
                  <c:v>40178</c:v>
                </c:pt>
                <c:pt idx="199">
                  <c:v>40147</c:v>
                </c:pt>
                <c:pt idx="200">
                  <c:v>40117</c:v>
                </c:pt>
                <c:pt idx="201">
                  <c:v>40086</c:v>
                </c:pt>
                <c:pt idx="202">
                  <c:v>40056</c:v>
                </c:pt>
                <c:pt idx="203">
                  <c:v>40025</c:v>
                </c:pt>
                <c:pt idx="204">
                  <c:v>39994</c:v>
                </c:pt>
                <c:pt idx="205">
                  <c:v>39964</c:v>
                </c:pt>
                <c:pt idx="206">
                  <c:v>39933</c:v>
                </c:pt>
                <c:pt idx="207">
                  <c:v>39903</c:v>
                </c:pt>
                <c:pt idx="208">
                  <c:v>39872</c:v>
                </c:pt>
                <c:pt idx="209">
                  <c:v>39844</c:v>
                </c:pt>
                <c:pt idx="210">
                  <c:v>39813</c:v>
                </c:pt>
                <c:pt idx="211">
                  <c:v>39782</c:v>
                </c:pt>
                <c:pt idx="212">
                  <c:v>39752</c:v>
                </c:pt>
                <c:pt idx="213">
                  <c:v>39721</c:v>
                </c:pt>
                <c:pt idx="214">
                  <c:v>39691</c:v>
                </c:pt>
                <c:pt idx="215">
                  <c:v>39660</c:v>
                </c:pt>
                <c:pt idx="216">
                  <c:v>39629</c:v>
                </c:pt>
                <c:pt idx="217">
                  <c:v>39599</c:v>
                </c:pt>
                <c:pt idx="218">
                  <c:v>39568</c:v>
                </c:pt>
                <c:pt idx="219">
                  <c:v>39538</c:v>
                </c:pt>
                <c:pt idx="220">
                  <c:v>39507</c:v>
                </c:pt>
                <c:pt idx="221">
                  <c:v>39478</c:v>
                </c:pt>
                <c:pt idx="222">
                  <c:v>39447</c:v>
                </c:pt>
                <c:pt idx="223">
                  <c:v>39416</c:v>
                </c:pt>
                <c:pt idx="224">
                  <c:v>39386</c:v>
                </c:pt>
                <c:pt idx="225">
                  <c:v>39355</c:v>
                </c:pt>
                <c:pt idx="226">
                  <c:v>39325</c:v>
                </c:pt>
                <c:pt idx="227">
                  <c:v>39294</c:v>
                </c:pt>
                <c:pt idx="228">
                  <c:v>39263</c:v>
                </c:pt>
                <c:pt idx="229">
                  <c:v>39233</c:v>
                </c:pt>
                <c:pt idx="230">
                  <c:v>39202</c:v>
                </c:pt>
                <c:pt idx="231">
                  <c:v>39172</c:v>
                </c:pt>
                <c:pt idx="232">
                  <c:v>39141</c:v>
                </c:pt>
                <c:pt idx="233">
                  <c:v>39113</c:v>
                </c:pt>
                <c:pt idx="234">
                  <c:v>39082</c:v>
                </c:pt>
                <c:pt idx="235">
                  <c:v>39051</c:v>
                </c:pt>
                <c:pt idx="236">
                  <c:v>39021</c:v>
                </c:pt>
                <c:pt idx="237">
                  <c:v>38990</c:v>
                </c:pt>
                <c:pt idx="238">
                  <c:v>38960</c:v>
                </c:pt>
                <c:pt idx="239">
                  <c:v>38929</c:v>
                </c:pt>
                <c:pt idx="240">
                  <c:v>38898</c:v>
                </c:pt>
                <c:pt idx="241">
                  <c:v>38868</c:v>
                </c:pt>
                <c:pt idx="242">
                  <c:v>38837</c:v>
                </c:pt>
                <c:pt idx="243">
                  <c:v>38807</c:v>
                </c:pt>
                <c:pt idx="244">
                  <c:v>38776</c:v>
                </c:pt>
                <c:pt idx="245">
                  <c:v>38748</c:v>
                </c:pt>
                <c:pt idx="246">
                  <c:v>38717</c:v>
                </c:pt>
                <c:pt idx="247">
                  <c:v>38686</c:v>
                </c:pt>
                <c:pt idx="248">
                  <c:v>38656</c:v>
                </c:pt>
                <c:pt idx="249">
                  <c:v>38625</c:v>
                </c:pt>
                <c:pt idx="250">
                  <c:v>38595</c:v>
                </c:pt>
                <c:pt idx="251">
                  <c:v>38564</c:v>
                </c:pt>
                <c:pt idx="252">
                  <c:v>38533</c:v>
                </c:pt>
                <c:pt idx="253">
                  <c:v>38503</c:v>
                </c:pt>
                <c:pt idx="254">
                  <c:v>38472</c:v>
                </c:pt>
                <c:pt idx="255">
                  <c:v>38442</c:v>
                </c:pt>
                <c:pt idx="256">
                  <c:v>38411</c:v>
                </c:pt>
                <c:pt idx="257">
                  <c:v>38383</c:v>
                </c:pt>
                <c:pt idx="258">
                  <c:v>38352</c:v>
                </c:pt>
                <c:pt idx="259">
                  <c:v>38321</c:v>
                </c:pt>
                <c:pt idx="260">
                  <c:v>38291</c:v>
                </c:pt>
                <c:pt idx="261">
                  <c:v>38260</c:v>
                </c:pt>
                <c:pt idx="262">
                  <c:v>38230</c:v>
                </c:pt>
                <c:pt idx="263">
                  <c:v>38199</c:v>
                </c:pt>
                <c:pt idx="264">
                  <c:v>38168</c:v>
                </c:pt>
                <c:pt idx="265">
                  <c:v>38138</c:v>
                </c:pt>
                <c:pt idx="266">
                  <c:v>38107</c:v>
                </c:pt>
                <c:pt idx="267">
                  <c:v>38077</c:v>
                </c:pt>
                <c:pt idx="268">
                  <c:v>38046</c:v>
                </c:pt>
                <c:pt idx="269">
                  <c:v>38017</c:v>
                </c:pt>
                <c:pt idx="270">
                  <c:v>37986</c:v>
                </c:pt>
                <c:pt idx="271">
                  <c:v>37955</c:v>
                </c:pt>
                <c:pt idx="272">
                  <c:v>37925</c:v>
                </c:pt>
                <c:pt idx="273">
                  <c:v>37894</c:v>
                </c:pt>
                <c:pt idx="274">
                  <c:v>37864</c:v>
                </c:pt>
                <c:pt idx="275">
                  <c:v>37833</c:v>
                </c:pt>
                <c:pt idx="276">
                  <c:v>37802</c:v>
                </c:pt>
                <c:pt idx="277">
                  <c:v>37772</c:v>
                </c:pt>
                <c:pt idx="278">
                  <c:v>37741</c:v>
                </c:pt>
                <c:pt idx="279">
                  <c:v>37711</c:v>
                </c:pt>
                <c:pt idx="280">
                  <c:v>37680</c:v>
                </c:pt>
                <c:pt idx="281">
                  <c:v>37652</c:v>
                </c:pt>
                <c:pt idx="282">
                  <c:v>37621</c:v>
                </c:pt>
                <c:pt idx="283">
                  <c:v>37590</c:v>
                </c:pt>
                <c:pt idx="284">
                  <c:v>37560</c:v>
                </c:pt>
                <c:pt idx="285">
                  <c:v>37529</c:v>
                </c:pt>
                <c:pt idx="286">
                  <c:v>37499</c:v>
                </c:pt>
                <c:pt idx="287">
                  <c:v>37468</c:v>
                </c:pt>
                <c:pt idx="288">
                  <c:v>37437</c:v>
                </c:pt>
                <c:pt idx="289">
                  <c:v>37407</c:v>
                </c:pt>
                <c:pt idx="290">
                  <c:v>37376</c:v>
                </c:pt>
                <c:pt idx="291">
                  <c:v>37346</c:v>
                </c:pt>
                <c:pt idx="292">
                  <c:v>37315</c:v>
                </c:pt>
                <c:pt idx="293">
                  <c:v>37287</c:v>
                </c:pt>
                <c:pt idx="294">
                  <c:v>37256</c:v>
                </c:pt>
                <c:pt idx="295">
                  <c:v>37225</c:v>
                </c:pt>
                <c:pt idx="296">
                  <c:v>37195</c:v>
                </c:pt>
                <c:pt idx="297">
                  <c:v>37164</c:v>
                </c:pt>
                <c:pt idx="298">
                  <c:v>37134</c:v>
                </c:pt>
                <c:pt idx="299">
                  <c:v>37103</c:v>
                </c:pt>
                <c:pt idx="300">
                  <c:v>37072</c:v>
                </c:pt>
                <c:pt idx="301">
                  <c:v>37042</c:v>
                </c:pt>
                <c:pt idx="302">
                  <c:v>37011</c:v>
                </c:pt>
                <c:pt idx="303">
                  <c:v>36981</c:v>
                </c:pt>
                <c:pt idx="304">
                  <c:v>36950</c:v>
                </c:pt>
                <c:pt idx="305">
                  <c:v>36922</c:v>
                </c:pt>
                <c:pt idx="306">
                  <c:v>36891</c:v>
                </c:pt>
                <c:pt idx="307">
                  <c:v>36860</c:v>
                </c:pt>
                <c:pt idx="308">
                  <c:v>36830</c:v>
                </c:pt>
                <c:pt idx="309">
                  <c:v>36799</c:v>
                </c:pt>
                <c:pt idx="310">
                  <c:v>36769</c:v>
                </c:pt>
                <c:pt idx="311">
                  <c:v>36738</c:v>
                </c:pt>
                <c:pt idx="312">
                  <c:v>36707</c:v>
                </c:pt>
                <c:pt idx="313">
                  <c:v>36677</c:v>
                </c:pt>
                <c:pt idx="314">
                  <c:v>36646</c:v>
                </c:pt>
                <c:pt idx="315">
                  <c:v>36616</c:v>
                </c:pt>
                <c:pt idx="316">
                  <c:v>36585</c:v>
                </c:pt>
                <c:pt idx="317">
                  <c:v>36556</c:v>
                </c:pt>
                <c:pt idx="318">
                  <c:v>36525</c:v>
                </c:pt>
                <c:pt idx="319">
                  <c:v>36494</c:v>
                </c:pt>
                <c:pt idx="320">
                  <c:v>36464</c:v>
                </c:pt>
                <c:pt idx="321">
                  <c:v>36433</c:v>
                </c:pt>
                <c:pt idx="322">
                  <c:v>36403</c:v>
                </c:pt>
                <c:pt idx="323">
                  <c:v>36372</c:v>
                </c:pt>
                <c:pt idx="324">
                  <c:v>36341</c:v>
                </c:pt>
                <c:pt idx="325">
                  <c:v>36311</c:v>
                </c:pt>
                <c:pt idx="326">
                  <c:v>36280</c:v>
                </c:pt>
                <c:pt idx="327">
                  <c:v>36250</c:v>
                </c:pt>
                <c:pt idx="328">
                  <c:v>36219</c:v>
                </c:pt>
                <c:pt idx="329">
                  <c:v>36191</c:v>
                </c:pt>
                <c:pt idx="330">
                  <c:v>36160</c:v>
                </c:pt>
                <c:pt idx="331">
                  <c:v>36129</c:v>
                </c:pt>
                <c:pt idx="332">
                  <c:v>36099</c:v>
                </c:pt>
                <c:pt idx="333">
                  <c:v>36068</c:v>
                </c:pt>
                <c:pt idx="334">
                  <c:v>36038</c:v>
                </c:pt>
                <c:pt idx="335">
                  <c:v>36007</c:v>
                </c:pt>
                <c:pt idx="336">
                  <c:v>35976</c:v>
                </c:pt>
                <c:pt idx="337">
                  <c:v>35946</c:v>
                </c:pt>
                <c:pt idx="338">
                  <c:v>35915</c:v>
                </c:pt>
                <c:pt idx="339">
                  <c:v>35885</c:v>
                </c:pt>
                <c:pt idx="340">
                  <c:v>35854</c:v>
                </c:pt>
                <c:pt idx="341">
                  <c:v>35826</c:v>
                </c:pt>
                <c:pt idx="342">
                  <c:v>35795</c:v>
                </c:pt>
                <c:pt idx="343">
                  <c:v>35764</c:v>
                </c:pt>
                <c:pt idx="344">
                  <c:v>35734</c:v>
                </c:pt>
                <c:pt idx="345">
                  <c:v>35703</c:v>
                </c:pt>
                <c:pt idx="346">
                  <c:v>35673</c:v>
                </c:pt>
                <c:pt idx="347">
                  <c:v>35642</c:v>
                </c:pt>
                <c:pt idx="348">
                  <c:v>35611</c:v>
                </c:pt>
                <c:pt idx="349">
                  <c:v>35581</c:v>
                </c:pt>
                <c:pt idx="350">
                  <c:v>35550</c:v>
                </c:pt>
                <c:pt idx="351">
                  <c:v>35520</c:v>
                </c:pt>
                <c:pt idx="352">
                  <c:v>35489</c:v>
                </c:pt>
                <c:pt idx="353">
                  <c:v>35461</c:v>
                </c:pt>
                <c:pt idx="354">
                  <c:v>35430</c:v>
                </c:pt>
                <c:pt idx="355">
                  <c:v>35399</c:v>
                </c:pt>
                <c:pt idx="356">
                  <c:v>35369</c:v>
                </c:pt>
                <c:pt idx="357">
                  <c:v>35338</c:v>
                </c:pt>
                <c:pt idx="358">
                  <c:v>35308</c:v>
                </c:pt>
                <c:pt idx="359">
                  <c:v>35277</c:v>
                </c:pt>
                <c:pt idx="360">
                  <c:v>35246</c:v>
                </c:pt>
                <c:pt idx="361">
                  <c:v>35216</c:v>
                </c:pt>
                <c:pt idx="362">
                  <c:v>35185</c:v>
                </c:pt>
                <c:pt idx="363">
                  <c:v>35155</c:v>
                </c:pt>
                <c:pt idx="364">
                  <c:v>35124</c:v>
                </c:pt>
                <c:pt idx="365">
                  <c:v>35095</c:v>
                </c:pt>
                <c:pt idx="366">
                  <c:v>35064</c:v>
                </c:pt>
                <c:pt idx="367">
                  <c:v>35033</c:v>
                </c:pt>
                <c:pt idx="368">
                  <c:v>35003</c:v>
                </c:pt>
                <c:pt idx="369">
                  <c:v>34972</c:v>
                </c:pt>
                <c:pt idx="370">
                  <c:v>34942</c:v>
                </c:pt>
                <c:pt idx="371">
                  <c:v>34911</c:v>
                </c:pt>
                <c:pt idx="372">
                  <c:v>34880</c:v>
                </c:pt>
                <c:pt idx="373">
                  <c:v>34850</c:v>
                </c:pt>
                <c:pt idx="374">
                  <c:v>34819</c:v>
                </c:pt>
                <c:pt idx="375">
                  <c:v>34789</c:v>
                </c:pt>
                <c:pt idx="376">
                  <c:v>34758</c:v>
                </c:pt>
                <c:pt idx="377">
                  <c:v>34730</c:v>
                </c:pt>
                <c:pt idx="378">
                  <c:v>34699</c:v>
                </c:pt>
                <c:pt idx="379">
                  <c:v>34668</c:v>
                </c:pt>
                <c:pt idx="380">
                  <c:v>34638</c:v>
                </c:pt>
                <c:pt idx="381">
                  <c:v>34607</c:v>
                </c:pt>
                <c:pt idx="382">
                  <c:v>34577</c:v>
                </c:pt>
                <c:pt idx="383">
                  <c:v>34546</c:v>
                </c:pt>
                <c:pt idx="384">
                  <c:v>34515</c:v>
                </c:pt>
                <c:pt idx="385">
                  <c:v>34485</c:v>
                </c:pt>
                <c:pt idx="386">
                  <c:v>34454</c:v>
                </c:pt>
                <c:pt idx="387">
                  <c:v>34424</c:v>
                </c:pt>
                <c:pt idx="388">
                  <c:v>34393</c:v>
                </c:pt>
                <c:pt idx="389">
                  <c:v>34365</c:v>
                </c:pt>
                <c:pt idx="390">
                  <c:v>34334</c:v>
                </c:pt>
                <c:pt idx="391">
                  <c:v>34303</c:v>
                </c:pt>
                <c:pt idx="392">
                  <c:v>34273</c:v>
                </c:pt>
                <c:pt idx="393">
                  <c:v>34242</c:v>
                </c:pt>
                <c:pt idx="394">
                  <c:v>34212</c:v>
                </c:pt>
              </c:numCache>
            </c:numRef>
          </c:cat>
          <c:val>
            <c:numRef>
              <c:f>美元指数!$I$5:$I$399</c:f>
              <c:numCache>
                <c:formatCode>General</c:formatCode>
                <c:ptCount val="395"/>
                <c:pt idx="0">
                  <c:v>1.6402803841535487</c:v>
                </c:pt>
                <c:pt idx="1">
                  <c:v>1.418398826427093</c:v>
                </c:pt>
                <c:pt idx="2">
                  <c:v>1.4137512009065305</c:v>
                </c:pt>
                <c:pt idx="3">
                  <c:v>1.362715653509168</c:v>
                </c:pt>
                <c:pt idx="4">
                  <c:v>1.3512301278358221</c:v>
                </c:pt>
                <c:pt idx="5">
                  <c:v>1.1863541021793647</c:v>
                </c:pt>
                <c:pt idx="6">
                  <c:v>1.1621210555513255</c:v>
                </c:pt>
                <c:pt idx="7">
                  <c:v>1.1083324492642581</c:v>
                </c:pt>
                <c:pt idx="8">
                  <c:v>1.0742286495782047</c:v>
                </c:pt>
                <c:pt idx="9">
                  <c:v>0.98194730313688006</c:v>
                </c:pt>
                <c:pt idx="10">
                  <c:v>1.0883678367942533</c:v>
                </c:pt>
                <c:pt idx="11">
                  <c:v>1.0208984364971374</c:v>
                </c:pt>
                <c:pt idx="12">
                  <c:v>1.0022727529880329</c:v>
                </c:pt>
                <c:pt idx="13">
                  <c:v>0.98140578249778054</c:v>
                </c:pt>
                <c:pt idx="14">
                  <c:v>0.9741832205715274</c:v>
                </c:pt>
                <c:pt idx="15">
                  <c:v>0.94857403164575727</c:v>
                </c:pt>
                <c:pt idx="16">
                  <c:v>0.92274436346787247</c:v>
                </c:pt>
                <c:pt idx="17">
                  <c:v>1.0384841742473478</c:v>
                </c:pt>
                <c:pt idx="18">
                  <c:v>1.1239330947537103</c:v>
                </c:pt>
                <c:pt idx="19">
                  <c:v>1.1765580732965051</c:v>
                </c:pt>
                <c:pt idx="20">
                  <c:v>1.1233949968327352</c:v>
                </c:pt>
                <c:pt idx="21">
                  <c:v>1.0399674018952778</c:v>
                </c:pt>
                <c:pt idx="22">
                  <c:v>1.1356569520391169</c:v>
                </c:pt>
                <c:pt idx="23">
                  <c:v>1.1973026583297082</c:v>
                </c:pt>
                <c:pt idx="24">
                  <c:v>1.1814414888379356</c:v>
                </c:pt>
                <c:pt idx="25">
                  <c:v>1.1993002254278251</c:v>
                </c:pt>
                <c:pt idx="26">
                  <c:v>1.2106878484166381</c:v>
                </c:pt>
                <c:pt idx="27">
                  <c:v>1.2753547181205158</c:v>
                </c:pt>
                <c:pt idx="28">
                  <c:v>1.2753139043511204</c:v>
                </c:pt>
                <c:pt idx="29">
                  <c:v>1.3275042584336949</c:v>
                </c:pt>
                <c:pt idx="30">
                  <c:v>1.2127593516971327</c:v>
                </c:pt>
                <c:pt idx="31">
                  <c:v>1.1952103527505102</c:v>
                </c:pt>
                <c:pt idx="32">
                  <c:v>1.2355449887740877</c:v>
                </c:pt>
                <c:pt idx="33">
                  <c:v>1.2108521676584392</c:v>
                </c:pt>
                <c:pt idx="34">
                  <c:v>1.1483652550909322</c:v>
                </c:pt>
                <c:pt idx="35">
                  <c:v>1.1176036000395608</c:v>
                </c:pt>
                <c:pt idx="36">
                  <c:v>1.2687200452022469</c:v>
                </c:pt>
                <c:pt idx="37">
                  <c:v>1.3470076074039148</c:v>
                </c:pt>
                <c:pt idx="38">
                  <c:v>1.2950281172466116</c:v>
                </c:pt>
                <c:pt idx="39">
                  <c:v>1.1912141152633424</c:v>
                </c:pt>
                <c:pt idx="40">
                  <c:v>1.317009752717156</c:v>
                </c:pt>
                <c:pt idx="41">
                  <c:v>1.1382448740583546</c:v>
                </c:pt>
                <c:pt idx="42">
                  <c:v>1.1662286771669181</c:v>
                </c:pt>
                <c:pt idx="43">
                  <c:v>1.2951346562441584</c:v>
                </c:pt>
                <c:pt idx="44">
                  <c:v>1.5988263916398193</c:v>
                </c:pt>
                <c:pt idx="45">
                  <c:v>1.3564393122558056</c:v>
                </c:pt>
                <c:pt idx="46">
                  <c:v>1.1847173864210703</c:v>
                </c:pt>
                <c:pt idx="47">
                  <c:v>1.2034628589371514</c:v>
                </c:pt>
                <c:pt idx="48">
                  <c:v>1.0995954869309899</c:v>
                </c:pt>
                <c:pt idx="49">
                  <c:v>1.0890162815594611</c:v>
                </c:pt>
                <c:pt idx="50">
                  <c:v>1.0310922122211663</c:v>
                </c:pt>
                <c:pt idx="51">
                  <c:v>1.1179506536872612</c:v>
                </c:pt>
                <c:pt idx="52">
                  <c:v>1.0766030027237095</c:v>
                </c:pt>
                <c:pt idx="53">
                  <c:v>0.98946808608844805</c:v>
                </c:pt>
                <c:pt idx="54">
                  <c:v>1.0438088789199713</c:v>
                </c:pt>
                <c:pt idx="55">
                  <c:v>0.97178370541897585</c:v>
                </c:pt>
                <c:pt idx="56">
                  <c:v>0.89084514221633193</c:v>
                </c:pt>
                <c:pt idx="57">
                  <c:v>0.92770665342406466</c:v>
                </c:pt>
                <c:pt idx="58">
                  <c:v>0.86555213702635381</c:v>
                </c:pt>
                <c:pt idx="59">
                  <c:v>0.81710693307889581</c:v>
                </c:pt>
                <c:pt idx="60">
                  <c:v>0.70111190540711221</c:v>
                </c:pt>
                <c:pt idx="61">
                  <c:v>0.69564917605977028</c:v>
                </c:pt>
                <c:pt idx="62">
                  <c:v>0.64505037783375307</c:v>
                </c:pt>
                <c:pt idx="63">
                  <c:v>0.64105103985923406</c:v>
                </c:pt>
                <c:pt idx="64">
                  <c:v>0.60485801457154209</c:v>
                </c:pt>
                <c:pt idx="65">
                  <c:v>0.57880746219054913</c:v>
                </c:pt>
                <c:pt idx="66">
                  <c:v>0.64351547015749067</c:v>
                </c:pt>
                <c:pt idx="67">
                  <c:v>0.65574533379222288</c:v>
                </c:pt>
                <c:pt idx="68">
                  <c:v>0.67122174456060801</c:v>
                </c:pt>
                <c:pt idx="69">
                  <c:v>0.70609442635348296</c:v>
                </c:pt>
                <c:pt idx="70">
                  <c:v>0.70550674323224449</c:v>
                </c:pt>
                <c:pt idx="71">
                  <c:v>0.72948678062845296</c:v>
                </c:pt>
                <c:pt idx="72">
                  <c:v>0.72391856333248661</c:v>
                </c:pt>
                <c:pt idx="73">
                  <c:v>0.80958132841061825</c:v>
                </c:pt>
                <c:pt idx="74">
                  <c:v>0.84732949610339703</c:v>
                </c:pt>
                <c:pt idx="75">
                  <c:v>0.90593239917407298</c:v>
                </c:pt>
                <c:pt idx="76">
                  <c:v>0.84880624004164762</c:v>
                </c:pt>
                <c:pt idx="77">
                  <c:v>0.8952953554912334</c:v>
                </c:pt>
                <c:pt idx="78">
                  <c:v>0.91551725308124809</c:v>
                </c:pt>
                <c:pt idx="79">
                  <c:v>0.93449978113678478</c:v>
                </c:pt>
                <c:pt idx="80">
                  <c:v>0.95418724506282404</c:v>
                </c:pt>
                <c:pt idx="81">
                  <c:v>1.033835814749356</c:v>
                </c:pt>
                <c:pt idx="82">
                  <c:v>1.0902950290299434</c:v>
                </c:pt>
                <c:pt idx="83">
                  <c:v>1.0515750002602187</c:v>
                </c:pt>
                <c:pt idx="84">
                  <c:v>1.0577820570140692</c:v>
                </c:pt>
                <c:pt idx="85">
                  <c:v>1.0667619584978998</c:v>
                </c:pt>
                <c:pt idx="86">
                  <c:v>0.97552453492387969</c:v>
                </c:pt>
                <c:pt idx="87">
                  <c:v>1.0225793479544925</c:v>
                </c:pt>
                <c:pt idx="88">
                  <c:v>0.95407857538398766</c:v>
                </c:pt>
                <c:pt idx="89">
                  <c:v>0.89275929392670916</c:v>
                </c:pt>
                <c:pt idx="90">
                  <c:v>0.93771724241566057</c:v>
                </c:pt>
                <c:pt idx="91">
                  <c:v>0.89527436230685409</c:v>
                </c:pt>
                <c:pt idx="92">
                  <c:v>0.95719407135587631</c:v>
                </c:pt>
                <c:pt idx="93">
                  <c:v>0.84644164812434641</c:v>
                </c:pt>
                <c:pt idx="94">
                  <c:v>0.82633391447031079</c:v>
                </c:pt>
                <c:pt idx="95">
                  <c:v>0.82619660517864946</c:v>
                </c:pt>
                <c:pt idx="96">
                  <c:v>0.77172325142986231</c:v>
                </c:pt>
                <c:pt idx="97">
                  <c:v>0.78606424503312489</c:v>
                </c:pt>
                <c:pt idx="98">
                  <c:v>0.84180365698211068</c:v>
                </c:pt>
                <c:pt idx="99">
                  <c:v>0.82439161263341909</c:v>
                </c:pt>
                <c:pt idx="100">
                  <c:v>0.78765290141847921</c:v>
                </c:pt>
                <c:pt idx="101">
                  <c:v>0.82991920583044765</c:v>
                </c:pt>
                <c:pt idx="102">
                  <c:v>0.81492105248932856</c:v>
                </c:pt>
                <c:pt idx="103">
                  <c:v>0.80997920994207728</c:v>
                </c:pt>
                <c:pt idx="104">
                  <c:v>0.83044761689808444</c:v>
                </c:pt>
                <c:pt idx="105">
                  <c:v>0.8778474302309458</c:v>
                </c:pt>
                <c:pt idx="106">
                  <c:v>0.88999785466736614</c:v>
                </c:pt>
                <c:pt idx="107">
                  <c:v>0.90098285242259391</c:v>
                </c:pt>
                <c:pt idx="108">
                  <c:v>0.96253701740436437</c:v>
                </c:pt>
                <c:pt idx="109">
                  <c:v>0.95224885499679401</c:v>
                </c:pt>
                <c:pt idx="110">
                  <c:v>0.90258281330074297</c:v>
                </c:pt>
                <c:pt idx="111">
                  <c:v>0.97854877583268229</c:v>
                </c:pt>
                <c:pt idx="112">
                  <c:v>1.107815758907942</c:v>
                </c:pt>
                <c:pt idx="113">
                  <c:v>1.1102858279144479</c:v>
                </c:pt>
                <c:pt idx="114">
                  <c:v>1.1750051795674243</c:v>
                </c:pt>
                <c:pt idx="115">
                  <c:v>1.2045270034382438</c:v>
                </c:pt>
                <c:pt idx="116">
                  <c:v>1.1800043089054302</c:v>
                </c:pt>
                <c:pt idx="117">
                  <c:v>1.1397243561019719</c:v>
                </c:pt>
                <c:pt idx="118">
                  <c:v>1.1641647096211232</c:v>
                </c:pt>
                <c:pt idx="119">
                  <c:v>1.2439050520757993</c:v>
                </c:pt>
                <c:pt idx="120">
                  <c:v>1.2841663747591765</c:v>
                </c:pt>
                <c:pt idx="121">
                  <c:v>1.2249861703638305</c:v>
                </c:pt>
                <c:pt idx="122">
                  <c:v>1.2169771545092676</c:v>
                </c:pt>
                <c:pt idx="123">
                  <c:v>1.2533925017664138</c:v>
                </c:pt>
                <c:pt idx="124">
                  <c:v>1.1933889035206233</c:v>
                </c:pt>
                <c:pt idx="125">
                  <c:v>1.2459858002231095</c:v>
                </c:pt>
                <c:pt idx="126">
                  <c:v>1.4954375092535799</c:v>
                </c:pt>
                <c:pt idx="127">
                  <c:v>1.3647564025479484</c:v>
                </c:pt>
                <c:pt idx="128">
                  <c:v>1.3455622773960625</c:v>
                </c:pt>
                <c:pt idx="129">
                  <c:v>1.256824679710034</c:v>
                </c:pt>
                <c:pt idx="130">
                  <c:v>1.3725831128612154</c:v>
                </c:pt>
                <c:pt idx="131">
                  <c:v>1.3920986661579773</c:v>
                </c:pt>
                <c:pt idx="132">
                  <c:v>1.3853767284195093</c:v>
                </c:pt>
                <c:pt idx="133">
                  <c:v>1.3518901590329147</c:v>
                </c:pt>
                <c:pt idx="134">
                  <c:v>1.2217430084258434</c:v>
                </c:pt>
                <c:pt idx="135">
                  <c:v>1.2862019220012082</c:v>
                </c:pt>
                <c:pt idx="136">
                  <c:v>1.2094727059161654</c:v>
                </c:pt>
                <c:pt idx="137">
                  <c:v>1.1908434865023858</c:v>
                </c:pt>
                <c:pt idx="138">
                  <c:v>1.1911606333333333</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numCache>
            </c:numRef>
          </c:val>
          <c:smooth val="1"/>
          <c:extLst>
            <c:ext xmlns:c16="http://schemas.microsoft.com/office/drawing/2014/chart" uri="{C3380CC4-5D6E-409C-BE32-E72D297353CC}">
              <c16:uniqueId val="{00000001-A354-DA4B-B864-BC477EF49699}"/>
            </c:ext>
          </c:extLst>
        </c:ser>
        <c:dLbls>
          <c:showLegendKey val="0"/>
          <c:showVal val="0"/>
          <c:showCatName val="0"/>
          <c:showSerName val="0"/>
          <c:showPercent val="0"/>
          <c:showBubbleSize val="0"/>
        </c:dLbls>
        <c:marker val="1"/>
        <c:smooth val="0"/>
        <c:axId val="2000001762"/>
        <c:axId val="2000001763"/>
      </c:lineChart>
      <c:dateAx>
        <c:axId val="2000001760"/>
        <c:scaling>
          <c:orientation val="minMax"/>
          <c:min val="42005"/>
        </c:scaling>
        <c:delete val="0"/>
        <c:axPos val="b"/>
        <c:numFmt formatCode="yyyy\-mm" sourceLinked="0"/>
        <c:majorTickMark val="in"/>
        <c:minorTickMark val="none"/>
        <c:tickLblPos val="nextTo"/>
        <c:spPr>
          <a:ln w="3175">
            <a:solidFill>
              <a:srgbClr val="000000"/>
            </a:solidFill>
            <a:prstDash val="solid"/>
          </a:ln>
        </c:spPr>
        <c:txPr>
          <a:bodyPr rot="0" vert="horz"/>
          <a:lstStyle/>
          <a:p>
            <a:pPr>
              <a:defRPr/>
            </a:pPr>
            <a:endParaRPr lang="zh-CN"/>
          </a:p>
        </c:txPr>
        <c:crossAx val="2000001761"/>
        <c:crosses val="autoZero"/>
        <c:auto val="0"/>
        <c:lblOffset val="100"/>
        <c:baseTimeUnit val="months"/>
      </c:dateAx>
      <c:valAx>
        <c:axId val="2000001761"/>
        <c:scaling>
          <c:orientation val="minMax"/>
          <c:max val="115"/>
          <c:min val="85"/>
        </c:scaling>
        <c:delete val="0"/>
        <c:axPos val="l"/>
        <c:numFmt formatCode="General" sourceLinked="0"/>
        <c:majorTickMark val="in"/>
        <c:minorTickMark val="none"/>
        <c:tickLblPos val="nextTo"/>
        <c:spPr>
          <a:ln w="3175">
            <a:solidFill>
              <a:srgbClr val="000000"/>
            </a:solidFill>
            <a:prstDash val="solid"/>
          </a:ln>
        </c:spPr>
        <c:txPr>
          <a:bodyPr rot="0" vert="horz"/>
          <a:lstStyle/>
          <a:p>
            <a:pPr>
              <a:defRPr/>
            </a:pPr>
            <a:endParaRPr lang="zh-CN"/>
          </a:p>
        </c:txPr>
        <c:crossAx val="2000001760"/>
        <c:crosses val="autoZero"/>
        <c:crossBetween val="between"/>
      </c:valAx>
      <c:valAx>
        <c:axId val="2000001763"/>
        <c:scaling>
          <c:orientation val="minMax"/>
          <c:min val="0.60000000000000009"/>
        </c:scaling>
        <c:delete val="0"/>
        <c:axPos val="r"/>
        <c:numFmt formatCode="General" sourceLinked="1"/>
        <c:majorTickMark val="out"/>
        <c:minorTickMark val="none"/>
        <c:tickLblPos val="nextTo"/>
        <c:crossAx val="2000001762"/>
        <c:crosses val="max"/>
        <c:crossBetween val="between"/>
      </c:valAx>
      <c:dateAx>
        <c:axId val="2000001762"/>
        <c:scaling>
          <c:orientation val="minMax"/>
        </c:scaling>
        <c:delete val="1"/>
        <c:axPos val="b"/>
        <c:numFmt formatCode="yyyy\-mm" sourceLinked="1"/>
        <c:majorTickMark val="out"/>
        <c:minorTickMark val="none"/>
        <c:tickLblPos val="nextTo"/>
        <c:crossAx val="2000001763"/>
        <c:crosses val="autoZero"/>
        <c:auto val="1"/>
        <c:lblOffset val="100"/>
        <c:baseTimeUnit val="months"/>
      </c:dateAx>
      <c:spPr>
        <a:noFill/>
        <a:ln w="25400">
          <a:noFill/>
        </a:ln>
      </c:spPr>
    </c:plotArea>
    <c:legend>
      <c:legendPos val="b"/>
      <c:layout>
        <c:manualLayout>
          <c:xMode val="edge"/>
          <c:yMode val="edge"/>
          <c:x val="0.1300273839772309"/>
          <c:y val="6.460646394096664E-4"/>
          <c:w val="0.77871376112193502"/>
          <c:h val="6.2115441636741014E-2"/>
        </c:manualLayout>
      </c:layout>
      <c:overlay val="0"/>
      <c:spPr>
        <a:solidFill>
          <a:srgbClr val="FFFFFF"/>
        </a:solidFill>
        <a:ln w="25400">
          <a:noFill/>
        </a:ln>
      </c:spPr>
    </c:legend>
    <c:plotVisOnly val="1"/>
    <c:dispBlanksAs val="gap"/>
    <c:showDLblsOverMax val="0"/>
  </c:chart>
  <c:spPr>
    <a:solidFill>
      <a:srgbClr val="FFFFFF"/>
    </a:solidFill>
    <a:ln w="9525">
      <a:noFill/>
    </a:ln>
  </c:spPr>
  <c:txPr>
    <a:bodyPr/>
    <a:lstStyle/>
    <a:p>
      <a:pPr>
        <a:defRPr sz="800" b="0" i="0" u="none" strike="noStrike" baseline="0">
          <a:solidFill>
            <a:srgbClr val="000000"/>
          </a:solidFill>
          <a:latin typeface="Arial" panose="020B0604020202020204" pitchFamily="34" charset="0"/>
          <a:ea typeface="思源黑体 CN Regular" panose="020B0500000000000000" pitchFamily="34" charset="-122"/>
          <a:cs typeface="Arial" panose="020B0604020202020204" pitchFamily="34" charset="0"/>
        </a:defRPr>
      </a:pPr>
      <a:endParaRPr lang="zh-CN"/>
    </a:p>
  </c:txPr>
  <c:externalData r:id="rId1">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9.3786509444940089E-2"/>
          <c:y val="0.12895304753572467"/>
          <c:w val="0.88293025871766029"/>
          <c:h val="0.77091328861670072"/>
        </c:manualLayout>
      </c:layout>
      <c:lineChart>
        <c:grouping val="standard"/>
        <c:varyColors val="0"/>
        <c:ser>
          <c:idx val="0"/>
          <c:order val="0"/>
          <c:tx>
            <c:strRef>
              <c:f>'图3恒科VS美股软件 (2)'!$H$10</c:f>
              <c:strCache>
                <c:ptCount val="1"/>
                <c:pt idx="0">
                  <c:v>收盘价：标普500软件行业</c:v>
                </c:pt>
              </c:strCache>
            </c:strRef>
          </c:tx>
          <c:spPr>
            <a:ln w="25400">
              <a:solidFill>
                <a:srgbClr val="7C80C8"/>
              </a:solidFill>
              <a:prstDash val="solid"/>
            </a:ln>
          </c:spPr>
          <c:marker>
            <c:symbol val="none"/>
          </c:marker>
          <c:cat>
            <c:numRef>
              <c:f>'图3恒科VS美股软件 (2)'!$G$12:$G$923</c:f>
              <c:numCache>
                <c:formatCode>yyyy\-mm\-dd</c:formatCode>
                <c:ptCount val="912"/>
                <c:pt idx="0">
                  <c:v>46213</c:v>
                </c:pt>
                <c:pt idx="1">
                  <c:v>46212</c:v>
                </c:pt>
                <c:pt idx="2">
                  <c:v>46211</c:v>
                </c:pt>
                <c:pt idx="3">
                  <c:v>46210</c:v>
                </c:pt>
                <c:pt idx="4">
                  <c:v>46209</c:v>
                </c:pt>
                <c:pt idx="5">
                  <c:v>46206</c:v>
                </c:pt>
                <c:pt idx="6">
                  <c:v>46205</c:v>
                </c:pt>
                <c:pt idx="7">
                  <c:v>46203</c:v>
                </c:pt>
                <c:pt idx="8">
                  <c:v>46202</c:v>
                </c:pt>
                <c:pt idx="9">
                  <c:v>46199</c:v>
                </c:pt>
                <c:pt idx="10">
                  <c:v>46198</c:v>
                </c:pt>
                <c:pt idx="11">
                  <c:v>46197</c:v>
                </c:pt>
                <c:pt idx="12">
                  <c:v>46196</c:v>
                </c:pt>
                <c:pt idx="13">
                  <c:v>46195</c:v>
                </c:pt>
                <c:pt idx="14">
                  <c:v>46191</c:v>
                </c:pt>
                <c:pt idx="15">
                  <c:v>46190</c:v>
                </c:pt>
                <c:pt idx="16">
                  <c:v>46189</c:v>
                </c:pt>
                <c:pt idx="17">
                  <c:v>46188</c:v>
                </c:pt>
                <c:pt idx="18">
                  <c:v>46185</c:v>
                </c:pt>
                <c:pt idx="19">
                  <c:v>46184</c:v>
                </c:pt>
                <c:pt idx="20">
                  <c:v>46183</c:v>
                </c:pt>
                <c:pt idx="21">
                  <c:v>46182</c:v>
                </c:pt>
                <c:pt idx="22">
                  <c:v>46181</c:v>
                </c:pt>
                <c:pt idx="23">
                  <c:v>46178</c:v>
                </c:pt>
                <c:pt idx="24">
                  <c:v>46177</c:v>
                </c:pt>
                <c:pt idx="25">
                  <c:v>46176</c:v>
                </c:pt>
                <c:pt idx="26">
                  <c:v>46175</c:v>
                </c:pt>
                <c:pt idx="27">
                  <c:v>46174</c:v>
                </c:pt>
                <c:pt idx="28">
                  <c:v>46171</c:v>
                </c:pt>
                <c:pt idx="29">
                  <c:v>46170</c:v>
                </c:pt>
                <c:pt idx="30">
                  <c:v>46169</c:v>
                </c:pt>
                <c:pt idx="31">
                  <c:v>46168</c:v>
                </c:pt>
                <c:pt idx="32">
                  <c:v>46164</c:v>
                </c:pt>
                <c:pt idx="33">
                  <c:v>46163</c:v>
                </c:pt>
                <c:pt idx="34">
                  <c:v>46162</c:v>
                </c:pt>
                <c:pt idx="35">
                  <c:v>46161</c:v>
                </c:pt>
                <c:pt idx="36">
                  <c:v>46160</c:v>
                </c:pt>
                <c:pt idx="37">
                  <c:v>46157</c:v>
                </c:pt>
                <c:pt idx="38">
                  <c:v>46156</c:v>
                </c:pt>
                <c:pt idx="39">
                  <c:v>46155</c:v>
                </c:pt>
                <c:pt idx="40">
                  <c:v>46154</c:v>
                </c:pt>
                <c:pt idx="41">
                  <c:v>46153</c:v>
                </c:pt>
                <c:pt idx="42">
                  <c:v>46150</c:v>
                </c:pt>
                <c:pt idx="43">
                  <c:v>46149</c:v>
                </c:pt>
                <c:pt idx="44">
                  <c:v>46148</c:v>
                </c:pt>
                <c:pt idx="45">
                  <c:v>46147</c:v>
                </c:pt>
                <c:pt idx="46">
                  <c:v>46146</c:v>
                </c:pt>
                <c:pt idx="47">
                  <c:v>46142</c:v>
                </c:pt>
                <c:pt idx="48">
                  <c:v>46141</c:v>
                </c:pt>
                <c:pt idx="49">
                  <c:v>46140</c:v>
                </c:pt>
                <c:pt idx="50">
                  <c:v>46139</c:v>
                </c:pt>
                <c:pt idx="51">
                  <c:v>46136</c:v>
                </c:pt>
                <c:pt idx="52">
                  <c:v>46135</c:v>
                </c:pt>
                <c:pt idx="53">
                  <c:v>46134</c:v>
                </c:pt>
                <c:pt idx="54">
                  <c:v>46133</c:v>
                </c:pt>
                <c:pt idx="55">
                  <c:v>46132</c:v>
                </c:pt>
                <c:pt idx="56">
                  <c:v>46129</c:v>
                </c:pt>
                <c:pt idx="57">
                  <c:v>46128</c:v>
                </c:pt>
                <c:pt idx="58">
                  <c:v>46127</c:v>
                </c:pt>
                <c:pt idx="59">
                  <c:v>46126</c:v>
                </c:pt>
                <c:pt idx="60">
                  <c:v>46125</c:v>
                </c:pt>
                <c:pt idx="61">
                  <c:v>46122</c:v>
                </c:pt>
                <c:pt idx="62">
                  <c:v>46121</c:v>
                </c:pt>
                <c:pt idx="63">
                  <c:v>46120</c:v>
                </c:pt>
                <c:pt idx="64">
                  <c:v>46114</c:v>
                </c:pt>
                <c:pt idx="65">
                  <c:v>46113</c:v>
                </c:pt>
                <c:pt idx="66">
                  <c:v>46112</c:v>
                </c:pt>
                <c:pt idx="67">
                  <c:v>46111</c:v>
                </c:pt>
                <c:pt idx="68">
                  <c:v>46108</c:v>
                </c:pt>
                <c:pt idx="69">
                  <c:v>46107</c:v>
                </c:pt>
                <c:pt idx="70">
                  <c:v>46106</c:v>
                </c:pt>
                <c:pt idx="71">
                  <c:v>46105</c:v>
                </c:pt>
                <c:pt idx="72">
                  <c:v>46104</c:v>
                </c:pt>
                <c:pt idx="73">
                  <c:v>46101</c:v>
                </c:pt>
                <c:pt idx="74">
                  <c:v>46100</c:v>
                </c:pt>
                <c:pt idx="75">
                  <c:v>46099</c:v>
                </c:pt>
                <c:pt idx="76">
                  <c:v>46098</c:v>
                </c:pt>
                <c:pt idx="77">
                  <c:v>46097</c:v>
                </c:pt>
                <c:pt idx="78">
                  <c:v>46094</c:v>
                </c:pt>
                <c:pt idx="79">
                  <c:v>46093</c:v>
                </c:pt>
                <c:pt idx="80">
                  <c:v>46092</c:v>
                </c:pt>
                <c:pt idx="81">
                  <c:v>46091</c:v>
                </c:pt>
                <c:pt idx="82">
                  <c:v>46090</c:v>
                </c:pt>
                <c:pt idx="83">
                  <c:v>46087</c:v>
                </c:pt>
                <c:pt idx="84">
                  <c:v>46086</c:v>
                </c:pt>
                <c:pt idx="85">
                  <c:v>46085</c:v>
                </c:pt>
                <c:pt idx="86">
                  <c:v>46084</c:v>
                </c:pt>
                <c:pt idx="87">
                  <c:v>46083</c:v>
                </c:pt>
                <c:pt idx="88">
                  <c:v>46080</c:v>
                </c:pt>
                <c:pt idx="89">
                  <c:v>46079</c:v>
                </c:pt>
                <c:pt idx="90">
                  <c:v>46078</c:v>
                </c:pt>
                <c:pt idx="91">
                  <c:v>46077</c:v>
                </c:pt>
                <c:pt idx="92">
                  <c:v>46076</c:v>
                </c:pt>
                <c:pt idx="93">
                  <c:v>46073</c:v>
                </c:pt>
                <c:pt idx="94">
                  <c:v>46069</c:v>
                </c:pt>
                <c:pt idx="95">
                  <c:v>46066</c:v>
                </c:pt>
                <c:pt idx="96">
                  <c:v>46065</c:v>
                </c:pt>
                <c:pt idx="97">
                  <c:v>46064</c:v>
                </c:pt>
                <c:pt idx="98">
                  <c:v>46063</c:v>
                </c:pt>
                <c:pt idx="99">
                  <c:v>46062</c:v>
                </c:pt>
                <c:pt idx="100">
                  <c:v>46059</c:v>
                </c:pt>
                <c:pt idx="101">
                  <c:v>46058</c:v>
                </c:pt>
                <c:pt idx="102">
                  <c:v>46057</c:v>
                </c:pt>
                <c:pt idx="103">
                  <c:v>46056</c:v>
                </c:pt>
                <c:pt idx="104">
                  <c:v>46055</c:v>
                </c:pt>
                <c:pt idx="105">
                  <c:v>46052</c:v>
                </c:pt>
                <c:pt idx="106">
                  <c:v>46051</c:v>
                </c:pt>
                <c:pt idx="107">
                  <c:v>46050</c:v>
                </c:pt>
                <c:pt idx="108">
                  <c:v>46049</c:v>
                </c:pt>
                <c:pt idx="109">
                  <c:v>46048</c:v>
                </c:pt>
                <c:pt idx="110">
                  <c:v>46045</c:v>
                </c:pt>
                <c:pt idx="111">
                  <c:v>46044</c:v>
                </c:pt>
                <c:pt idx="112">
                  <c:v>46043</c:v>
                </c:pt>
                <c:pt idx="113">
                  <c:v>46042</c:v>
                </c:pt>
                <c:pt idx="114">
                  <c:v>46041</c:v>
                </c:pt>
                <c:pt idx="115">
                  <c:v>46038</c:v>
                </c:pt>
                <c:pt idx="116">
                  <c:v>46037</c:v>
                </c:pt>
                <c:pt idx="117">
                  <c:v>46036</c:v>
                </c:pt>
                <c:pt idx="118">
                  <c:v>46035</c:v>
                </c:pt>
                <c:pt idx="119">
                  <c:v>46034</c:v>
                </c:pt>
                <c:pt idx="120">
                  <c:v>46031</c:v>
                </c:pt>
                <c:pt idx="121">
                  <c:v>46030</c:v>
                </c:pt>
                <c:pt idx="122">
                  <c:v>46029</c:v>
                </c:pt>
                <c:pt idx="123">
                  <c:v>46028</c:v>
                </c:pt>
                <c:pt idx="124">
                  <c:v>46027</c:v>
                </c:pt>
                <c:pt idx="125">
                  <c:v>46024</c:v>
                </c:pt>
                <c:pt idx="126">
                  <c:v>46022</c:v>
                </c:pt>
                <c:pt idx="127">
                  <c:v>46021</c:v>
                </c:pt>
                <c:pt idx="128">
                  <c:v>46020</c:v>
                </c:pt>
                <c:pt idx="129">
                  <c:v>46015</c:v>
                </c:pt>
                <c:pt idx="130">
                  <c:v>46014</c:v>
                </c:pt>
                <c:pt idx="131">
                  <c:v>46013</c:v>
                </c:pt>
                <c:pt idx="132">
                  <c:v>46010</c:v>
                </c:pt>
                <c:pt idx="133">
                  <c:v>46009</c:v>
                </c:pt>
                <c:pt idx="134">
                  <c:v>46008</c:v>
                </c:pt>
                <c:pt idx="135">
                  <c:v>46007</c:v>
                </c:pt>
                <c:pt idx="136">
                  <c:v>46006</c:v>
                </c:pt>
                <c:pt idx="137">
                  <c:v>46003</c:v>
                </c:pt>
                <c:pt idx="138">
                  <c:v>46002</c:v>
                </c:pt>
                <c:pt idx="139">
                  <c:v>46001</c:v>
                </c:pt>
                <c:pt idx="140">
                  <c:v>46000</c:v>
                </c:pt>
                <c:pt idx="141">
                  <c:v>45999</c:v>
                </c:pt>
                <c:pt idx="142">
                  <c:v>45996</c:v>
                </c:pt>
                <c:pt idx="143">
                  <c:v>45995</c:v>
                </c:pt>
                <c:pt idx="144">
                  <c:v>45994</c:v>
                </c:pt>
                <c:pt idx="145">
                  <c:v>45993</c:v>
                </c:pt>
                <c:pt idx="146">
                  <c:v>45992</c:v>
                </c:pt>
                <c:pt idx="147">
                  <c:v>45989</c:v>
                </c:pt>
                <c:pt idx="148">
                  <c:v>45988</c:v>
                </c:pt>
                <c:pt idx="149">
                  <c:v>45987</c:v>
                </c:pt>
                <c:pt idx="150">
                  <c:v>45986</c:v>
                </c:pt>
                <c:pt idx="151">
                  <c:v>45985</c:v>
                </c:pt>
                <c:pt idx="152">
                  <c:v>45982</c:v>
                </c:pt>
                <c:pt idx="153">
                  <c:v>45981</c:v>
                </c:pt>
                <c:pt idx="154">
                  <c:v>45980</c:v>
                </c:pt>
                <c:pt idx="155">
                  <c:v>45979</c:v>
                </c:pt>
                <c:pt idx="156">
                  <c:v>45978</c:v>
                </c:pt>
                <c:pt idx="157">
                  <c:v>45975</c:v>
                </c:pt>
                <c:pt idx="158">
                  <c:v>45974</c:v>
                </c:pt>
                <c:pt idx="159">
                  <c:v>45973</c:v>
                </c:pt>
                <c:pt idx="160">
                  <c:v>45972</c:v>
                </c:pt>
                <c:pt idx="161">
                  <c:v>45971</c:v>
                </c:pt>
                <c:pt idx="162">
                  <c:v>45968</c:v>
                </c:pt>
                <c:pt idx="163">
                  <c:v>45967</c:v>
                </c:pt>
                <c:pt idx="164">
                  <c:v>45966</c:v>
                </c:pt>
                <c:pt idx="165">
                  <c:v>45965</c:v>
                </c:pt>
                <c:pt idx="166">
                  <c:v>45964</c:v>
                </c:pt>
                <c:pt idx="167">
                  <c:v>45961</c:v>
                </c:pt>
                <c:pt idx="168">
                  <c:v>45960</c:v>
                </c:pt>
                <c:pt idx="169">
                  <c:v>45958</c:v>
                </c:pt>
                <c:pt idx="170">
                  <c:v>45957</c:v>
                </c:pt>
                <c:pt idx="171">
                  <c:v>45954</c:v>
                </c:pt>
                <c:pt idx="172">
                  <c:v>45953</c:v>
                </c:pt>
                <c:pt idx="173">
                  <c:v>45952</c:v>
                </c:pt>
                <c:pt idx="174">
                  <c:v>45951</c:v>
                </c:pt>
                <c:pt idx="175">
                  <c:v>45950</c:v>
                </c:pt>
                <c:pt idx="176">
                  <c:v>45947</c:v>
                </c:pt>
                <c:pt idx="177">
                  <c:v>45946</c:v>
                </c:pt>
                <c:pt idx="178">
                  <c:v>45945</c:v>
                </c:pt>
                <c:pt idx="179">
                  <c:v>45944</c:v>
                </c:pt>
                <c:pt idx="180">
                  <c:v>45943</c:v>
                </c:pt>
                <c:pt idx="181">
                  <c:v>45940</c:v>
                </c:pt>
                <c:pt idx="182">
                  <c:v>45939</c:v>
                </c:pt>
                <c:pt idx="183">
                  <c:v>45938</c:v>
                </c:pt>
                <c:pt idx="184">
                  <c:v>45936</c:v>
                </c:pt>
                <c:pt idx="185">
                  <c:v>45933</c:v>
                </c:pt>
                <c:pt idx="186">
                  <c:v>45932</c:v>
                </c:pt>
                <c:pt idx="187">
                  <c:v>45930</c:v>
                </c:pt>
                <c:pt idx="188">
                  <c:v>45929</c:v>
                </c:pt>
                <c:pt idx="189">
                  <c:v>45926</c:v>
                </c:pt>
                <c:pt idx="190">
                  <c:v>45925</c:v>
                </c:pt>
                <c:pt idx="191">
                  <c:v>45924</c:v>
                </c:pt>
                <c:pt idx="192">
                  <c:v>45923</c:v>
                </c:pt>
                <c:pt idx="193">
                  <c:v>45922</c:v>
                </c:pt>
                <c:pt idx="194">
                  <c:v>45919</c:v>
                </c:pt>
                <c:pt idx="195">
                  <c:v>45918</c:v>
                </c:pt>
                <c:pt idx="196">
                  <c:v>45917</c:v>
                </c:pt>
                <c:pt idx="197">
                  <c:v>45916</c:v>
                </c:pt>
                <c:pt idx="198">
                  <c:v>45915</c:v>
                </c:pt>
                <c:pt idx="199">
                  <c:v>45912</c:v>
                </c:pt>
                <c:pt idx="200">
                  <c:v>45911</c:v>
                </c:pt>
                <c:pt idx="201">
                  <c:v>45910</c:v>
                </c:pt>
                <c:pt idx="202">
                  <c:v>45909</c:v>
                </c:pt>
                <c:pt idx="203">
                  <c:v>45908</c:v>
                </c:pt>
                <c:pt idx="204">
                  <c:v>45905</c:v>
                </c:pt>
                <c:pt idx="205">
                  <c:v>45904</c:v>
                </c:pt>
                <c:pt idx="206">
                  <c:v>45903</c:v>
                </c:pt>
                <c:pt idx="207">
                  <c:v>45902</c:v>
                </c:pt>
                <c:pt idx="208">
                  <c:v>45901</c:v>
                </c:pt>
                <c:pt idx="209">
                  <c:v>45898</c:v>
                </c:pt>
                <c:pt idx="210">
                  <c:v>45897</c:v>
                </c:pt>
                <c:pt idx="211">
                  <c:v>45896</c:v>
                </c:pt>
                <c:pt idx="212">
                  <c:v>45895</c:v>
                </c:pt>
                <c:pt idx="213">
                  <c:v>45894</c:v>
                </c:pt>
                <c:pt idx="214">
                  <c:v>45891</c:v>
                </c:pt>
                <c:pt idx="215">
                  <c:v>45890</c:v>
                </c:pt>
                <c:pt idx="216">
                  <c:v>45889</c:v>
                </c:pt>
                <c:pt idx="217">
                  <c:v>45888</c:v>
                </c:pt>
                <c:pt idx="218">
                  <c:v>45887</c:v>
                </c:pt>
                <c:pt idx="219">
                  <c:v>45884</c:v>
                </c:pt>
                <c:pt idx="220">
                  <c:v>45883</c:v>
                </c:pt>
                <c:pt idx="221">
                  <c:v>45882</c:v>
                </c:pt>
                <c:pt idx="222">
                  <c:v>45881</c:v>
                </c:pt>
                <c:pt idx="223">
                  <c:v>45880</c:v>
                </c:pt>
                <c:pt idx="224">
                  <c:v>45877</c:v>
                </c:pt>
                <c:pt idx="225">
                  <c:v>45876</c:v>
                </c:pt>
                <c:pt idx="226">
                  <c:v>45875</c:v>
                </c:pt>
                <c:pt idx="227">
                  <c:v>45874</c:v>
                </c:pt>
                <c:pt idx="228">
                  <c:v>45873</c:v>
                </c:pt>
                <c:pt idx="229">
                  <c:v>45870</c:v>
                </c:pt>
                <c:pt idx="230">
                  <c:v>45869</c:v>
                </c:pt>
                <c:pt idx="231">
                  <c:v>45868</c:v>
                </c:pt>
                <c:pt idx="232">
                  <c:v>45867</c:v>
                </c:pt>
                <c:pt idx="233">
                  <c:v>45866</c:v>
                </c:pt>
                <c:pt idx="234">
                  <c:v>45863</c:v>
                </c:pt>
                <c:pt idx="235">
                  <c:v>45862</c:v>
                </c:pt>
                <c:pt idx="236">
                  <c:v>45861</c:v>
                </c:pt>
                <c:pt idx="237">
                  <c:v>45860</c:v>
                </c:pt>
                <c:pt idx="238">
                  <c:v>45859</c:v>
                </c:pt>
                <c:pt idx="239">
                  <c:v>45856</c:v>
                </c:pt>
                <c:pt idx="240">
                  <c:v>45855</c:v>
                </c:pt>
                <c:pt idx="241">
                  <c:v>45854</c:v>
                </c:pt>
                <c:pt idx="242">
                  <c:v>45853</c:v>
                </c:pt>
                <c:pt idx="243">
                  <c:v>45852</c:v>
                </c:pt>
                <c:pt idx="244">
                  <c:v>45849</c:v>
                </c:pt>
                <c:pt idx="245">
                  <c:v>45848</c:v>
                </c:pt>
                <c:pt idx="246">
                  <c:v>45847</c:v>
                </c:pt>
                <c:pt idx="247">
                  <c:v>45846</c:v>
                </c:pt>
                <c:pt idx="248">
                  <c:v>45845</c:v>
                </c:pt>
                <c:pt idx="249">
                  <c:v>45842</c:v>
                </c:pt>
                <c:pt idx="250">
                  <c:v>45841</c:v>
                </c:pt>
                <c:pt idx="251">
                  <c:v>45840</c:v>
                </c:pt>
                <c:pt idx="252">
                  <c:v>45838</c:v>
                </c:pt>
                <c:pt idx="253">
                  <c:v>45835</c:v>
                </c:pt>
                <c:pt idx="254">
                  <c:v>45834</c:v>
                </c:pt>
                <c:pt idx="255">
                  <c:v>45833</c:v>
                </c:pt>
                <c:pt idx="256">
                  <c:v>45832</c:v>
                </c:pt>
                <c:pt idx="257">
                  <c:v>45831</c:v>
                </c:pt>
                <c:pt idx="258">
                  <c:v>45828</c:v>
                </c:pt>
                <c:pt idx="259">
                  <c:v>45827</c:v>
                </c:pt>
                <c:pt idx="260">
                  <c:v>45826</c:v>
                </c:pt>
                <c:pt idx="261">
                  <c:v>45825</c:v>
                </c:pt>
                <c:pt idx="262">
                  <c:v>45824</c:v>
                </c:pt>
                <c:pt idx="263">
                  <c:v>45821</c:v>
                </c:pt>
                <c:pt idx="264">
                  <c:v>45820</c:v>
                </c:pt>
                <c:pt idx="265">
                  <c:v>45819</c:v>
                </c:pt>
                <c:pt idx="266">
                  <c:v>45818</c:v>
                </c:pt>
                <c:pt idx="267">
                  <c:v>45817</c:v>
                </c:pt>
                <c:pt idx="268">
                  <c:v>45814</c:v>
                </c:pt>
                <c:pt idx="269">
                  <c:v>45813</c:v>
                </c:pt>
                <c:pt idx="270">
                  <c:v>45812</c:v>
                </c:pt>
                <c:pt idx="271">
                  <c:v>45811</c:v>
                </c:pt>
                <c:pt idx="272">
                  <c:v>45810</c:v>
                </c:pt>
                <c:pt idx="273">
                  <c:v>45807</c:v>
                </c:pt>
                <c:pt idx="274">
                  <c:v>45806</c:v>
                </c:pt>
                <c:pt idx="275">
                  <c:v>45805</c:v>
                </c:pt>
                <c:pt idx="276">
                  <c:v>45804</c:v>
                </c:pt>
                <c:pt idx="277">
                  <c:v>45803</c:v>
                </c:pt>
                <c:pt idx="278">
                  <c:v>45800</c:v>
                </c:pt>
                <c:pt idx="279">
                  <c:v>45799</c:v>
                </c:pt>
                <c:pt idx="280">
                  <c:v>45798</c:v>
                </c:pt>
                <c:pt idx="281">
                  <c:v>45797</c:v>
                </c:pt>
                <c:pt idx="282">
                  <c:v>45796</c:v>
                </c:pt>
                <c:pt idx="283">
                  <c:v>45793</c:v>
                </c:pt>
                <c:pt idx="284">
                  <c:v>45792</c:v>
                </c:pt>
                <c:pt idx="285">
                  <c:v>45791</c:v>
                </c:pt>
                <c:pt idx="286">
                  <c:v>45790</c:v>
                </c:pt>
                <c:pt idx="287">
                  <c:v>45789</c:v>
                </c:pt>
                <c:pt idx="288">
                  <c:v>45786</c:v>
                </c:pt>
                <c:pt idx="289">
                  <c:v>45785</c:v>
                </c:pt>
                <c:pt idx="290">
                  <c:v>45784</c:v>
                </c:pt>
                <c:pt idx="291">
                  <c:v>45783</c:v>
                </c:pt>
                <c:pt idx="292">
                  <c:v>45779</c:v>
                </c:pt>
                <c:pt idx="293">
                  <c:v>45777</c:v>
                </c:pt>
                <c:pt idx="294">
                  <c:v>45776</c:v>
                </c:pt>
                <c:pt idx="295">
                  <c:v>45775</c:v>
                </c:pt>
                <c:pt idx="296">
                  <c:v>45772</c:v>
                </c:pt>
                <c:pt idx="297">
                  <c:v>45771</c:v>
                </c:pt>
                <c:pt idx="298">
                  <c:v>45770</c:v>
                </c:pt>
                <c:pt idx="299">
                  <c:v>45769</c:v>
                </c:pt>
                <c:pt idx="300">
                  <c:v>45764</c:v>
                </c:pt>
                <c:pt idx="301">
                  <c:v>45763</c:v>
                </c:pt>
                <c:pt idx="302">
                  <c:v>45762</c:v>
                </c:pt>
                <c:pt idx="303">
                  <c:v>45761</c:v>
                </c:pt>
                <c:pt idx="304">
                  <c:v>45758</c:v>
                </c:pt>
                <c:pt idx="305">
                  <c:v>45757</c:v>
                </c:pt>
                <c:pt idx="306">
                  <c:v>45756</c:v>
                </c:pt>
                <c:pt idx="307">
                  <c:v>45755</c:v>
                </c:pt>
                <c:pt idx="308">
                  <c:v>45754</c:v>
                </c:pt>
                <c:pt idx="309">
                  <c:v>45750</c:v>
                </c:pt>
                <c:pt idx="310">
                  <c:v>45749</c:v>
                </c:pt>
                <c:pt idx="311">
                  <c:v>45748</c:v>
                </c:pt>
                <c:pt idx="312">
                  <c:v>45747</c:v>
                </c:pt>
                <c:pt idx="313">
                  <c:v>45744</c:v>
                </c:pt>
                <c:pt idx="314">
                  <c:v>45743</c:v>
                </c:pt>
                <c:pt idx="315">
                  <c:v>45742</c:v>
                </c:pt>
                <c:pt idx="316">
                  <c:v>45741</c:v>
                </c:pt>
                <c:pt idx="317">
                  <c:v>45740</c:v>
                </c:pt>
                <c:pt idx="318">
                  <c:v>45737</c:v>
                </c:pt>
                <c:pt idx="319">
                  <c:v>45736</c:v>
                </c:pt>
                <c:pt idx="320">
                  <c:v>45735</c:v>
                </c:pt>
                <c:pt idx="321">
                  <c:v>45734</c:v>
                </c:pt>
                <c:pt idx="322">
                  <c:v>45733</c:v>
                </c:pt>
                <c:pt idx="323">
                  <c:v>45730</c:v>
                </c:pt>
                <c:pt idx="324">
                  <c:v>45729</c:v>
                </c:pt>
                <c:pt idx="325">
                  <c:v>45728</c:v>
                </c:pt>
                <c:pt idx="326">
                  <c:v>45727</c:v>
                </c:pt>
                <c:pt idx="327">
                  <c:v>45726</c:v>
                </c:pt>
                <c:pt idx="328">
                  <c:v>45723</c:v>
                </c:pt>
                <c:pt idx="329">
                  <c:v>45722</c:v>
                </c:pt>
                <c:pt idx="330">
                  <c:v>45721</c:v>
                </c:pt>
                <c:pt idx="331">
                  <c:v>45720</c:v>
                </c:pt>
                <c:pt idx="332">
                  <c:v>45719</c:v>
                </c:pt>
                <c:pt idx="333">
                  <c:v>45716</c:v>
                </c:pt>
                <c:pt idx="334">
                  <c:v>45715</c:v>
                </c:pt>
                <c:pt idx="335">
                  <c:v>45714</c:v>
                </c:pt>
                <c:pt idx="336">
                  <c:v>45713</c:v>
                </c:pt>
                <c:pt idx="337">
                  <c:v>45712</c:v>
                </c:pt>
                <c:pt idx="338">
                  <c:v>45709</c:v>
                </c:pt>
                <c:pt idx="339">
                  <c:v>45708</c:v>
                </c:pt>
                <c:pt idx="340">
                  <c:v>45707</c:v>
                </c:pt>
                <c:pt idx="341">
                  <c:v>45706</c:v>
                </c:pt>
                <c:pt idx="342">
                  <c:v>45705</c:v>
                </c:pt>
                <c:pt idx="343">
                  <c:v>45702</c:v>
                </c:pt>
                <c:pt idx="344">
                  <c:v>45701</c:v>
                </c:pt>
                <c:pt idx="345">
                  <c:v>45700</c:v>
                </c:pt>
                <c:pt idx="346">
                  <c:v>45699</c:v>
                </c:pt>
                <c:pt idx="347">
                  <c:v>45698</c:v>
                </c:pt>
                <c:pt idx="348">
                  <c:v>45695</c:v>
                </c:pt>
                <c:pt idx="349">
                  <c:v>45694</c:v>
                </c:pt>
                <c:pt idx="350">
                  <c:v>45693</c:v>
                </c:pt>
                <c:pt idx="351">
                  <c:v>45692</c:v>
                </c:pt>
                <c:pt idx="352">
                  <c:v>45691</c:v>
                </c:pt>
                <c:pt idx="353">
                  <c:v>45685</c:v>
                </c:pt>
                <c:pt idx="354">
                  <c:v>45684</c:v>
                </c:pt>
                <c:pt idx="355">
                  <c:v>45681</c:v>
                </c:pt>
                <c:pt idx="356">
                  <c:v>45680</c:v>
                </c:pt>
                <c:pt idx="357">
                  <c:v>45679</c:v>
                </c:pt>
                <c:pt idx="358">
                  <c:v>45678</c:v>
                </c:pt>
                <c:pt idx="359">
                  <c:v>45677</c:v>
                </c:pt>
                <c:pt idx="360">
                  <c:v>45674</c:v>
                </c:pt>
                <c:pt idx="361">
                  <c:v>45673</c:v>
                </c:pt>
                <c:pt idx="362">
                  <c:v>45672</c:v>
                </c:pt>
                <c:pt idx="363">
                  <c:v>45671</c:v>
                </c:pt>
                <c:pt idx="364">
                  <c:v>45670</c:v>
                </c:pt>
                <c:pt idx="365">
                  <c:v>45667</c:v>
                </c:pt>
                <c:pt idx="366">
                  <c:v>45666</c:v>
                </c:pt>
                <c:pt idx="367">
                  <c:v>45665</c:v>
                </c:pt>
                <c:pt idx="368">
                  <c:v>45664</c:v>
                </c:pt>
                <c:pt idx="369">
                  <c:v>45663</c:v>
                </c:pt>
                <c:pt idx="370">
                  <c:v>45660</c:v>
                </c:pt>
                <c:pt idx="371">
                  <c:v>45659</c:v>
                </c:pt>
                <c:pt idx="372">
                  <c:v>45657</c:v>
                </c:pt>
                <c:pt idx="373">
                  <c:v>45656</c:v>
                </c:pt>
                <c:pt idx="374">
                  <c:v>45653</c:v>
                </c:pt>
                <c:pt idx="375">
                  <c:v>45650</c:v>
                </c:pt>
                <c:pt idx="376">
                  <c:v>45649</c:v>
                </c:pt>
                <c:pt idx="377">
                  <c:v>45646</c:v>
                </c:pt>
                <c:pt idx="378">
                  <c:v>45645</c:v>
                </c:pt>
                <c:pt idx="379">
                  <c:v>45644</c:v>
                </c:pt>
                <c:pt idx="380">
                  <c:v>45643</c:v>
                </c:pt>
                <c:pt idx="381">
                  <c:v>45642</c:v>
                </c:pt>
                <c:pt idx="382">
                  <c:v>45639</c:v>
                </c:pt>
                <c:pt idx="383">
                  <c:v>45638</c:v>
                </c:pt>
                <c:pt idx="384">
                  <c:v>45637</c:v>
                </c:pt>
                <c:pt idx="385">
                  <c:v>45636</c:v>
                </c:pt>
                <c:pt idx="386">
                  <c:v>45635</c:v>
                </c:pt>
                <c:pt idx="387">
                  <c:v>45632</c:v>
                </c:pt>
                <c:pt idx="388">
                  <c:v>45631</c:v>
                </c:pt>
                <c:pt idx="389">
                  <c:v>45630</c:v>
                </c:pt>
                <c:pt idx="390">
                  <c:v>45629</c:v>
                </c:pt>
                <c:pt idx="391">
                  <c:v>45628</c:v>
                </c:pt>
                <c:pt idx="392">
                  <c:v>45625</c:v>
                </c:pt>
                <c:pt idx="393">
                  <c:v>45624</c:v>
                </c:pt>
                <c:pt idx="394">
                  <c:v>45623</c:v>
                </c:pt>
                <c:pt idx="395">
                  <c:v>45622</c:v>
                </c:pt>
                <c:pt idx="396">
                  <c:v>45621</c:v>
                </c:pt>
                <c:pt idx="397">
                  <c:v>45618</c:v>
                </c:pt>
                <c:pt idx="398">
                  <c:v>45617</c:v>
                </c:pt>
                <c:pt idx="399">
                  <c:v>45616</c:v>
                </c:pt>
                <c:pt idx="400">
                  <c:v>45615</c:v>
                </c:pt>
                <c:pt idx="401">
                  <c:v>45614</c:v>
                </c:pt>
                <c:pt idx="402">
                  <c:v>45611</c:v>
                </c:pt>
                <c:pt idx="403">
                  <c:v>45610</c:v>
                </c:pt>
                <c:pt idx="404">
                  <c:v>45609</c:v>
                </c:pt>
                <c:pt idx="405">
                  <c:v>45608</c:v>
                </c:pt>
                <c:pt idx="406">
                  <c:v>45607</c:v>
                </c:pt>
                <c:pt idx="407">
                  <c:v>45604</c:v>
                </c:pt>
                <c:pt idx="408">
                  <c:v>45603</c:v>
                </c:pt>
                <c:pt idx="409">
                  <c:v>45602</c:v>
                </c:pt>
                <c:pt idx="410">
                  <c:v>45601</c:v>
                </c:pt>
                <c:pt idx="411">
                  <c:v>45600</c:v>
                </c:pt>
                <c:pt idx="412">
                  <c:v>45597</c:v>
                </c:pt>
                <c:pt idx="413">
                  <c:v>45596</c:v>
                </c:pt>
                <c:pt idx="414">
                  <c:v>45595</c:v>
                </c:pt>
                <c:pt idx="415">
                  <c:v>45594</c:v>
                </c:pt>
                <c:pt idx="416">
                  <c:v>45593</c:v>
                </c:pt>
                <c:pt idx="417">
                  <c:v>45590</c:v>
                </c:pt>
                <c:pt idx="418">
                  <c:v>45589</c:v>
                </c:pt>
                <c:pt idx="419">
                  <c:v>45588</c:v>
                </c:pt>
                <c:pt idx="420">
                  <c:v>45587</c:v>
                </c:pt>
                <c:pt idx="421">
                  <c:v>45586</c:v>
                </c:pt>
                <c:pt idx="422">
                  <c:v>45583</c:v>
                </c:pt>
                <c:pt idx="423">
                  <c:v>45582</c:v>
                </c:pt>
                <c:pt idx="424">
                  <c:v>45581</c:v>
                </c:pt>
                <c:pt idx="425">
                  <c:v>45580</c:v>
                </c:pt>
                <c:pt idx="426">
                  <c:v>45579</c:v>
                </c:pt>
                <c:pt idx="427">
                  <c:v>45575</c:v>
                </c:pt>
                <c:pt idx="428">
                  <c:v>45574</c:v>
                </c:pt>
                <c:pt idx="429">
                  <c:v>45573</c:v>
                </c:pt>
                <c:pt idx="430">
                  <c:v>45572</c:v>
                </c:pt>
                <c:pt idx="431">
                  <c:v>45569</c:v>
                </c:pt>
                <c:pt idx="432">
                  <c:v>45568</c:v>
                </c:pt>
                <c:pt idx="433">
                  <c:v>45567</c:v>
                </c:pt>
                <c:pt idx="434">
                  <c:v>45565</c:v>
                </c:pt>
                <c:pt idx="435">
                  <c:v>45562</c:v>
                </c:pt>
                <c:pt idx="436">
                  <c:v>45561</c:v>
                </c:pt>
                <c:pt idx="437">
                  <c:v>45560</c:v>
                </c:pt>
                <c:pt idx="438">
                  <c:v>45559</c:v>
                </c:pt>
                <c:pt idx="439">
                  <c:v>45558</c:v>
                </c:pt>
                <c:pt idx="440">
                  <c:v>45555</c:v>
                </c:pt>
                <c:pt idx="441">
                  <c:v>45554</c:v>
                </c:pt>
                <c:pt idx="442">
                  <c:v>45552</c:v>
                </c:pt>
                <c:pt idx="443">
                  <c:v>45551</c:v>
                </c:pt>
                <c:pt idx="444">
                  <c:v>45548</c:v>
                </c:pt>
                <c:pt idx="445">
                  <c:v>45547</c:v>
                </c:pt>
                <c:pt idx="446">
                  <c:v>45546</c:v>
                </c:pt>
                <c:pt idx="447">
                  <c:v>45545</c:v>
                </c:pt>
                <c:pt idx="448">
                  <c:v>45544</c:v>
                </c:pt>
                <c:pt idx="449">
                  <c:v>45540</c:v>
                </c:pt>
                <c:pt idx="450">
                  <c:v>45539</c:v>
                </c:pt>
                <c:pt idx="451">
                  <c:v>45538</c:v>
                </c:pt>
                <c:pt idx="452">
                  <c:v>45537</c:v>
                </c:pt>
                <c:pt idx="453">
                  <c:v>45534</c:v>
                </c:pt>
                <c:pt idx="454">
                  <c:v>45533</c:v>
                </c:pt>
                <c:pt idx="455">
                  <c:v>45532</c:v>
                </c:pt>
                <c:pt idx="456">
                  <c:v>45531</c:v>
                </c:pt>
                <c:pt idx="457">
                  <c:v>45530</c:v>
                </c:pt>
                <c:pt idx="458">
                  <c:v>45527</c:v>
                </c:pt>
                <c:pt idx="459">
                  <c:v>45526</c:v>
                </c:pt>
                <c:pt idx="460">
                  <c:v>45525</c:v>
                </c:pt>
                <c:pt idx="461">
                  <c:v>45524</c:v>
                </c:pt>
                <c:pt idx="462">
                  <c:v>45523</c:v>
                </c:pt>
                <c:pt idx="463">
                  <c:v>45520</c:v>
                </c:pt>
                <c:pt idx="464">
                  <c:v>45519</c:v>
                </c:pt>
                <c:pt idx="465">
                  <c:v>45518</c:v>
                </c:pt>
                <c:pt idx="466">
                  <c:v>45517</c:v>
                </c:pt>
                <c:pt idx="467">
                  <c:v>45516</c:v>
                </c:pt>
                <c:pt idx="468">
                  <c:v>45513</c:v>
                </c:pt>
                <c:pt idx="469">
                  <c:v>45512</c:v>
                </c:pt>
                <c:pt idx="470">
                  <c:v>45511</c:v>
                </c:pt>
                <c:pt idx="471">
                  <c:v>45510</c:v>
                </c:pt>
                <c:pt idx="472">
                  <c:v>45509</c:v>
                </c:pt>
                <c:pt idx="473">
                  <c:v>45506</c:v>
                </c:pt>
                <c:pt idx="474">
                  <c:v>45505</c:v>
                </c:pt>
                <c:pt idx="475">
                  <c:v>45504</c:v>
                </c:pt>
                <c:pt idx="476">
                  <c:v>45503</c:v>
                </c:pt>
                <c:pt idx="477">
                  <c:v>45502</c:v>
                </c:pt>
                <c:pt idx="478">
                  <c:v>45499</c:v>
                </c:pt>
                <c:pt idx="479">
                  <c:v>45498</c:v>
                </c:pt>
                <c:pt idx="480">
                  <c:v>45497</c:v>
                </c:pt>
                <c:pt idx="481">
                  <c:v>45496</c:v>
                </c:pt>
                <c:pt idx="482">
                  <c:v>45495</c:v>
                </c:pt>
                <c:pt idx="483">
                  <c:v>45492</c:v>
                </c:pt>
                <c:pt idx="484">
                  <c:v>45491</c:v>
                </c:pt>
                <c:pt idx="485">
                  <c:v>45490</c:v>
                </c:pt>
                <c:pt idx="486">
                  <c:v>45489</c:v>
                </c:pt>
                <c:pt idx="487">
                  <c:v>45488</c:v>
                </c:pt>
                <c:pt idx="488">
                  <c:v>45485</c:v>
                </c:pt>
                <c:pt idx="489">
                  <c:v>45484</c:v>
                </c:pt>
                <c:pt idx="490">
                  <c:v>45483</c:v>
                </c:pt>
                <c:pt idx="491">
                  <c:v>45482</c:v>
                </c:pt>
                <c:pt idx="492">
                  <c:v>45481</c:v>
                </c:pt>
                <c:pt idx="493">
                  <c:v>45478</c:v>
                </c:pt>
                <c:pt idx="494">
                  <c:v>45477</c:v>
                </c:pt>
                <c:pt idx="495">
                  <c:v>45476</c:v>
                </c:pt>
                <c:pt idx="496">
                  <c:v>45475</c:v>
                </c:pt>
                <c:pt idx="497">
                  <c:v>45471</c:v>
                </c:pt>
                <c:pt idx="498">
                  <c:v>45470</c:v>
                </c:pt>
                <c:pt idx="499">
                  <c:v>45469</c:v>
                </c:pt>
                <c:pt idx="500">
                  <c:v>45468</c:v>
                </c:pt>
                <c:pt idx="501">
                  <c:v>45467</c:v>
                </c:pt>
                <c:pt idx="502">
                  <c:v>45464</c:v>
                </c:pt>
                <c:pt idx="503">
                  <c:v>45463</c:v>
                </c:pt>
                <c:pt idx="504">
                  <c:v>45462</c:v>
                </c:pt>
                <c:pt idx="505">
                  <c:v>45461</c:v>
                </c:pt>
                <c:pt idx="506">
                  <c:v>45460</c:v>
                </c:pt>
                <c:pt idx="507">
                  <c:v>45457</c:v>
                </c:pt>
                <c:pt idx="508">
                  <c:v>45456</c:v>
                </c:pt>
                <c:pt idx="509">
                  <c:v>45455</c:v>
                </c:pt>
                <c:pt idx="510">
                  <c:v>45454</c:v>
                </c:pt>
                <c:pt idx="511">
                  <c:v>45450</c:v>
                </c:pt>
                <c:pt idx="512">
                  <c:v>45449</c:v>
                </c:pt>
                <c:pt idx="513">
                  <c:v>45448</c:v>
                </c:pt>
                <c:pt idx="514">
                  <c:v>45447</c:v>
                </c:pt>
                <c:pt idx="515">
                  <c:v>45446</c:v>
                </c:pt>
                <c:pt idx="516">
                  <c:v>45443</c:v>
                </c:pt>
                <c:pt idx="517">
                  <c:v>45442</c:v>
                </c:pt>
                <c:pt idx="518">
                  <c:v>45441</c:v>
                </c:pt>
                <c:pt idx="519">
                  <c:v>45440</c:v>
                </c:pt>
                <c:pt idx="520">
                  <c:v>45439</c:v>
                </c:pt>
                <c:pt idx="521">
                  <c:v>45436</c:v>
                </c:pt>
                <c:pt idx="522">
                  <c:v>45435</c:v>
                </c:pt>
                <c:pt idx="523">
                  <c:v>45434</c:v>
                </c:pt>
                <c:pt idx="524">
                  <c:v>45433</c:v>
                </c:pt>
                <c:pt idx="525">
                  <c:v>45432</c:v>
                </c:pt>
                <c:pt idx="526">
                  <c:v>45429</c:v>
                </c:pt>
                <c:pt idx="527">
                  <c:v>45428</c:v>
                </c:pt>
                <c:pt idx="528">
                  <c:v>45426</c:v>
                </c:pt>
                <c:pt idx="529">
                  <c:v>45425</c:v>
                </c:pt>
                <c:pt idx="530">
                  <c:v>45422</c:v>
                </c:pt>
                <c:pt idx="531">
                  <c:v>45421</c:v>
                </c:pt>
                <c:pt idx="532">
                  <c:v>45420</c:v>
                </c:pt>
                <c:pt idx="533">
                  <c:v>45419</c:v>
                </c:pt>
                <c:pt idx="534">
                  <c:v>45418</c:v>
                </c:pt>
                <c:pt idx="535">
                  <c:v>45415</c:v>
                </c:pt>
                <c:pt idx="536">
                  <c:v>45414</c:v>
                </c:pt>
                <c:pt idx="537">
                  <c:v>45412</c:v>
                </c:pt>
                <c:pt idx="538">
                  <c:v>45411</c:v>
                </c:pt>
                <c:pt idx="539">
                  <c:v>45408</c:v>
                </c:pt>
                <c:pt idx="540">
                  <c:v>45407</c:v>
                </c:pt>
                <c:pt idx="541">
                  <c:v>45406</c:v>
                </c:pt>
                <c:pt idx="542">
                  <c:v>45405</c:v>
                </c:pt>
                <c:pt idx="543">
                  <c:v>45404</c:v>
                </c:pt>
                <c:pt idx="544">
                  <c:v>45401</c:v>
                </c:pt>
                <c:pt idx="545">
                  <c:v>45400</c:v>
                </c:pt>
                <c:pt idx="546">
                  <c:v>45399</c:v>
                </c:pt>
                <c:pt idx="547">
                  <c:v>45398</c:v>
                </c:pt>
                <c:pt idx="548">
                  <c:v>45397</c:v>
                </c:pt>
                <c:pt idx="549">
                  <c:v>45394</c:v>
                </c:pt>
                <c:pt idx="550">
                  <c:v>45393</c:v>
                </c:pt>
                <c:pt idx="551">
                  <c:v>45392</c:v>
                </c:pt>
                <c:pt idx="552">
                  <c:v>45391</c:v>
                </c:pt>
                <c:pt idx="553">
                  <c:v>45390</c:v>
                </c:pt>
                <c:pt idx="554">
                  <c:v>45387</c:v>
                </c:pt>
                <c:pt idx="555">
                  <c:v>45385</c:v>
                </c:pt>
                <c:pt idx="556">
                  <c:v>45384</c:v>
                </c:pt>
                <c:pt idx="557">
                  <c:v>45379</c:v>
                </c:pt>
                <c:pt idx="558">
                  <c:v>45378</c:v>
                </c:pt>
                <c:pt idx="559">
                  <c:v>45377</c:v>
                </c:pt>
                <c:pt idx="560">
                  <c:v>45376</c:v>
                </c:pt>
                <c:pt idx="561">
                  <c:v>45373</c:v>
                </c:pt>
                <c:pt idx="562">
                  <c:v>45372</c:v>
                </c:pt>
                <c:pt idx="563">
                  <c:v>45371</c:v>
                </c:pt>
                <c:pt idx="564">
                  <c:v>45370</c:v>
                </c:pt>
                <c:pt idx="565">
                  <c:v>45369</c:v>
                </c:pt>
                <c:pt idx="566">
                  <c:v>45366</c:v>
                </c:pt>
                <c:pt idx="567">
                  <c:v>45365</c:v>
                </c:pt>
                <c:pt idx="568">
                  <c:v>45364</c:v>
                </c:pt>
                <c:pt idx="569">
                  <c:v>45363</c:v>
                </c:pt>
                <c:pt idx="570">
                  <c:v>45362</c:v>
                </c:pt>
                <c:pt idx="571">
                  <c:v>45359</c:v>
                </c:pt>
                <c:pt idx="572">
                  <c:v>45358</c:v>
                </c:pt>
                <c:pt idx="573">
                  <c:v>45357</c:v>
                </c:pt>
                <c:pt idx="574">
                  <c:v>45356</c:v>
                </c:pt>
                <c:pt idx="575">
                  <c:v>45355</c:v>
                </c:pt>
                <c:pt idx="576">
                  <c:v>45352</c:v>
                </c:pt>
                <c:pt idx="577">
                  <c:v>45351</c:v>
                </c:pt>
                <c:pt idx="578">
                  <c:v>45350</c:v>
                </c:pt>
                <c:pt idx="579">
                  <c:v>45349</c:v>
                </c:pt>
                <c:pt idx="580">
                  <c:v>45348</c:v>
                </c:pt>
                <c:pt idx="581">
                  <c:v>45345</c:v>
                </c:pt>
                <c:pt idx="582">
                  <c:v>45344</c:v>
                </c:pt>
                <c:pt idx="583">
                  <c:v>45343</c:v>
                </c:pt>
                <c:pt idx="584">
                  <c:v>45342</c:v>
                </c:pt>
                <c:pt idx="585">
                  <c:v>45341</c:v>
                </c:pt>
                <c:pt idx="586">
                  <c:v>45338</c:v>
                </c:pt>
                <c:pt idx="587">
                  <c:v>45337</c:v>
                </c:pt>
                <c:pt idx="588">
                  <c:v>45336</c:v>
                </c:pt>
                <c:pt idx="589">
                  <c:v>45331</c:v>
                </c:pt>
                <c:pt idx="590">
                  <c:v>45330</c:v>
                </c:pt>
                <c:pt idx="591">
                  <c:v>45329</c:v>
                </c:pt>
                <c:pt idx="592">
                  <c:v>45328</c:v>
                </c:pt>
                <c:pt idx="593">
                  <c:v>45327</c:v>
                </c:pt>
                <c:pt idx="594">
                  <c:v>45324</c:v>
                </c:pt>
                <c:pt idx="595">
                  <c:v>45323</c:v>
                </c:pt>
                <c:pt idx="596">
                  <c:v>45322</c:v>
                </c:pt>
                <c:pt idx="597">
                  <c:v>45321</c:v>
                </c:pt>
                <c:pt idx="598">
                  <c:v>45320</c:v>
                </c:pt>
                <c:pt idx="599">
                  <c:v>45317</c:v>
                </c:pt>
                <c:pt idx="600">
                  <c:v>45316</c:v>
                </c:pt>
                <c:pt idx="601">
                  <c:v>45315</c:v>
                </c:pt>
                <c:pt idx="602">
                  <c:v>45314</c:v>
                </c:pt>
                <c:pt idx="603">
                  <c:v>45313</c:v>
                </c:pt>
                <c:pt idx="604">
                  <c:v>45310</c:v>
                </c:pt>
                <c:pt idx="605">
                  <c:v>45309</c:v>
                </c:pt>
                <c:pt idx="606">
                  <c:v>45308</c:v>
                </c:pt>
                <c:pt idx="607">
                  <c:v>45307</c:v>
                </c:pt>
                <c:pt idx="608">
                  <c:v>45306</c:v>
                </c:pt>
                <c:pt idx="609">
                  <c:v>45303</c:v>
                </c:pt>
                <c:pt idx="610">
                  <c:v>45302</c:v>
                </c:pt>
                <c:pt idx="611">
                  <c:v>45301</c:v>
                </c:pt>
                <c:pt idx="612">
                  <c:v>45300</c:v>
                </c:pt>
                <c:pt idx="613">
                  <c:v>45299</c:v>
                </c:pt>
                <c:pt idx="614">
                  <c:v>45296</c:v>
                </c:pt>
                <c:pt idx="615">
                  <c:v>45295</c:v>
                </c:pt>
                <c:pt idx="616">
                  <c:v>45294</c:v>
                </c:pt>
                <c:pt idx="617">
                  <c:v>45293</c:v>
                </c:pt>
                <c:pt idx="618">
                  <c:v>45289</c:v>
                </c:pt>
                <c:pt idx="619">
                  <c:v>45288</c:v>
                </c:pt>
                <c:pt idx="620">
                  <c:v>45287</c:v>
                </c:pt>
                <c:pt idx="621">
                  <c:v>45282</c:v>
                </c:pt>
                <c:pt idx="622">
                  <c:v>45281</c:v>
                </c:pt>
                <c:pt idx="623">
                  <c:v>45280</c:v>
                </c:pt>
                <c:pt idx="624">
                  <c:v>45279</c:v>
                </c:pt>
                <c:pt idx="625">
                  <c:v>45278</c:v>
                </c:pt>
                <c:pt idx="626">
                  <c:v>45275</c:v>
                </c:pt>
                <c:pt idx="627">
                  <c:v>45274</c:v>
                </c:pt>
                <c:pt idx="628">
                  <c:v>45273</c:v>
                </c:pt>
                <c:pt idx="629">
                  <c:v>45272</c:v>
                </c:pt>
                <c:pt idx="630">
                  <c:v>45271</c:v>
                </c:pt>
                <c:pt idx="631">
                  <c:v>45268</c:v>
                </c:pt>
                <c:pt idx="632">
                  <c:v>45267</c:v>
                </c:pt>
                <c:pt idx="633">
                  <c:v>45266</c:v>
                </c:pt>
                <c:pt idx="634">
                  <c:v>45265</c:v>
                </c:pt>
                <c:pt idx="635">
                  <c:v>45264</c:v>
                </c:pt>
                <c:pt idx="636">
                  <c:v>45261</c:v>
                </c:pt>
                <c:pt idx="637">
                  <c:v>45260</c:v>
                </c:pt>
                <c:pt idx="638">
                  <c:v>45259</c:v>
                </c:pt>
                <c:pt idx="639">
                  <c:v>45258</c:v>
                </c:pt>
                <c:pt idx="640">
                  <c:v>45257</c:v>
                </c:pt>
                <c:pt idx="641">
                  <c:v>45254</c:v>
                </c:pt>
                <c:pt idx="642">
                  <c:v>45253</c:v>
                </c:pt>
                <c:pt idx="643">
                  <c:v>45252</c:v>
                </c:pt>
                <c:pt idx="644">
                  <c:v>45251</c:v>
                </c:pt>
                <c:pt idx="645">
                  <c:v>45250</c:v>
                </c:pt>
                <c:pt idx="646">
                  <c:v>45247</c:v>
                </c:pt>
                <c:pt idx="647">
                  <c:v>45246</c:v>
                </c:pt>
                <c:pt idx="648">
                  <c:v>45245</c:v>
                </c:pt>
                <c:pt idx="649">
                  <c:v>45244</c:v>
                </c:pt>
                <c:pt idx="650">
                  <c:v>45243</c:v>
                </c:pt>
                <c:pt idx="651">
                  <c:v>45240</c:v>
                </c:pt>
                <c:pt idx="652">
                  <c:v>45239</c:v>
                </c:pt>
                <c:pt idx="653">
                  <c:v>45238</c:v>
                </c:pt>
                <c:pt idx="654">
                  <c:v>45237</c:v>
                </c:pt>
                <c:pt idx="655">
                  <c:v>45236</c:v>
                </c:pt>
                <c:pt idx="656">
                  <c:v>45233</c:v>
                </c:pt>
                <c:pt idx="657">
                  <c:v>45232</c:v>
                </c:pt>
                <c:pt idx="658">
                  <c:v>45231</c:v>
                </c:pt>
                <c:pt idx="659">
                  <c:v>45230</c:v>
                </c:pt>
                <c:pt idx="660">
                  <c:v>45229</c:v>
                </c:pt>
                <c:pt idx="661">
                  <c:v>45226</c:v>
                </c:pt>
                <c:pt idx="662">
                  <c:v>45225</c:v>
                </c:pt>
                <c:pt idx="663">
                  <c:v>45224</c:v>
                </c:pt>
                <c:pt idx="664">
                  <c:v>45223</c:v>
                </c:pt>
                <c:pt idx="665">
                  <c:v>45219</c:v>
                </c:pt>
                <c:pt idx="666">
                  <c:v>45218</c:v>
                </c:pt>
                <c:pt idx="667">
                  <c:v>45217</c:v>
                </c:pt>
                <c:pt idx="668">
                  <c:v>45216</c:v>
                </c:pt>
                <c:pt idx="669">
                  <c:v>45215</c:v>
                </c:pt>
                <c:pt idx="670">
                  <c:v>45212</c:v>
                </c:pt>
                <c:pt idx="671">
                  <c:v>45211</c:v>
                </c:pt>
                <c:pt idx="672">
                  <c:v>45210</c:v>
                </c:pt>
                <c:pt idx="673">
                  <c:v>45209</c:v>
                </c:pt>
                <c:pt idx="674">
                  <c:v>45208</c:v>
                </c:pt>
                <c:pt idx="675">
                  <c:v>45205</c:v>
                </c:pt>
                <c:pt idx="676">
                  <c:v>45204</c:v>
                </c:pt>
                <c:pt idx="677">
                  <c:v>45203</c:v>
                </c:pt>
                <c:pt idx="678">
                  <c:v>45202</c:v>
                </c:pt>
                <c:pt idx="679">
                  <c:v>45198</c:v>
                </c:pt>
                <c:pt idx="680">
                  <c:v>45197</c:v>
                </c:pt>
                <c:pt idx="681">
                  <c:v>45196</c:v>
                </c:pt>
                <c:pt idx="682">
                  <c:v>45195</c:v>
                </c:pt>
                <c:pt idx="683">
                  <c:v>45194</c:v>
                </c:pt>
                <c:pt idx="684">
                  <c:v>45191</c:v>
                </c:pt>
                <c:pt idx="685">
                  <c:v>45190</c:v>
                </c:pt>
                <c:pt idx="686">
                  <c:v>45189</c:v>
                </c:pt>
                <c:pt idx="687">
                  <c:v>45188</c:v>
                </c:pt>
                <c:pt idx="688">
                  <c:v>45187</c:v>
                </c:pt>
                <c:pt idx="689">
                  <c:v>45184</c:v>
                </c:pt>
                <c:pt idx="690">
                  <c:v>45183</c:v>
                </c:pt>
                <c:pt idx="691">
                  <c:v>45182</c:v>
                </c:pt>
                <c:pt idx="692">
                  <c:v>45181</c:v>
                </c:pt>
                <c:pt idx="693">
                  <c:v>45180</c:v>
                </c:pt>
                <c:pt idx="694">
                  <c:v>45176</c:v>
                </c:pt>
                <c:pt idx="695">
                  <c:v>45175</c:v>
                </c:pt>
                <c:pt idx="696">
                  <c:v>45174</c:v>
                </c:pt>
                <c:pt idx="697">
                  <c:v>45173</c:v>
                </c:pt>
                <c:pt idx="698">
                  <c:v>45169</c:v>
                </c:pt>
                <c:pt idx="699">
                  <c:v>45168</c:v>
                </c:pt>
                <c:pt idx="700">
                  <c:v>45167</c:v>
                </c:pt>
                <c:pt idx="701">
                  <c:v>45166</c:v>
                </c:pt>
                <c:pt idx="702">
                  <c:v>45163</c:v>
                </c:pt>
                <c:pt idx="703">
                  <c:v>45162</c:v>
                </c:pt>
                <c:pt idx="704">
                  <c:v>45161</c:v>
                </c:pt>
                <c:pt idx="705">
                  <c:v>45160</c:v>
                </c:pt>
                <c:pt idx="706">
                  <c:v>45159</c:v>
                </c:pt>
                <c:pt idx="707">
                  <c:v>45156</c:v>
                </c:pt>
                <c:pt idx="708">
                  <c:v>45155</c:v>
                </c:pt>
                <c:pt idx="709">
                  <c:v>45154</c:v>
                </c:pt>
                <c:pt idx="710">
                  <c:v>45153</c:v>
                </c:pt>
                <c:pt idx="711">
                  <c:v>45152</c:v>
                </c:pt>
                <c:pt idx="712">
                  <c:v>45149</c:v>
                </c:pt>
                <c:pt idx="713">
                  <c:v>45148</c:v>
                </c:pt>
                <c:pt idx="714">
                  <c:v>45147</c:v>
                </c:pt>
                <c:pt idx="715">
                  <c:v>45146</c:v>
                </c:pt>
                <c:pt idx="716">
                  <c:v>45145</c:v>
                </c:pt>
                <c:pt idx="717">
                  <c:v>45142</c:v>
                </c:pt>
                <c:pt idx="718">
                  <c:v>45141</c:v>
                </c:pt>
                <c:pt idx="719">
                  <c:v>45140</c:v>
                </c:pt>
                <c:pt idx="720">
                  <c:v>45139</c:v>
                </c:pt>
                <c:pt idx="721">
                  <c:v>45138</c:v>
                </c:pt>
                <c:pt idx="722">
                  <c:v>45135</c:v>
                </c:pt>
                <c:pt idx="723">
                  <c:v>45134</c:v>
                </c:pt>
                <c:pt idx="724">
                  <c:v>45133</c:v>
                </c:pt>
                <c:pt idx="725">
                  <c:v>45132</c:v>
                </c:pt>
                <c:pt idx="726">
                  <c:v>45131</c:v>
                </c:pt>
                <c:pt idx="727">
                  <c:v>45128</c:v>
                </c:pt>
                <c:pt idx="728">
                  <c:v>45127</c:v>
                </c:pt>
                <c:pt idx="729">
                  <c:v>45126</c:v>
                </c:pt>
                <c:pt idx="730">
                  <c:v>45125</c:v>
                </c:pt>
                <c:pt idx="731">
                  <c:v>45121</c:v>
                </c:pt>
                <c:pt idx="732">
                  <c:v>45120</c:v>
                </c:pt>
                <c:pt idx="733">
                  <c:v>45119</c:v>
                </c:pt>
                <c:pt idx="734">
                  <c:v>45118</c:v>
                </c:pt>
                <c:pt idx="735">
                  <c:v>45117</c:v>
                </c:pt>
                <c:pt idx="736">
                  <c:v>45114</c:v>
                </c:pt>
                <c:pt idx="737">
                  <c:v>45113</c:v>
                </c:pt>
                <c:pt idx="738">
                  <c:v>45112</c:v>
                </c:pt>
                <c:pt idx="739">
                  <c:v>45111</c:v>
                </c:pt>
                <c:pt idx="740">
                  <c:v>45110</c:v>
                </c:pt>
                <c:pt idx="741">
                  <c:v>45107</c:v>
                </c:pt>
                <c:pt idx="742">
                  <c:v>45106</c:v>
                </c:pt>
                <c:pt idx="743">
                  <c:v>45105</c:v>
                </c:pt>
                <c:pt idx="744">
                  <c:v>45104</c:v>
                </c:pt>
                <c:pt idx="745">
                  <c:v>45103</c:v>
                </c:pt>
                <c:pt idx="746">
                  <c:v>45100</c:v>
                </c:pt>
                <c:pt idx="747">
                  <c:v>45098</c:v>
                </c:pt>
                <c:pt idx="748">
                  <c:v>45097</c:v>
                </c:pt>
                <c:pt idx="749">
                  <c:v>45096</c:v>
                </c:pt>
                <c:pt idx="750">
                  <c:v>45093</c:v>
                </c:pt>
                <c:pt idx="751">
                  <c:v>45092</c:v>
                </c:pt>
                <c:pt idx="752">
                  <c:v>45091</c:v>
                </c:pt>
                <c:pt idx="753">
                  <c:v>45090</c:v>
                </c:pt>
                <c:pt idx="754">
                  <c:v>45089</c:v>
                </c:pt>
                <c:pt idx="755">
                  <c:v>45086</c:v>
                </c:pt>
                <c:pt idx="756">
                  <c:v>45085</c:v>
                </c:pt>
                <c:pt idx="757">
                  <c:v>45084</c:v>
                </c:pt>
                <c:pt idx="758">
                  <c:v>45083</c:v>
                </c:pt>
                <c:pt idx="759">
                  <c:v>45082</c:v>
                </c:pt>
                <c:pt idx="760">
                  <c:v>45079</c:v>
                </c:pt>
                <c:pt idx="761">
                  <c:v>45078</c:v>
                </c:pt>
                <c:pt idx="762">
                  <c:v>45077</c:v>
                </c:pt>
                <c:pt idx="763">
                  <c:v>45076</c:v>
                </c:pt>
                <c:pt idx="764">
                  <c:v>45075</c:v>
                </c:pt>
                <c:pt idx="765">
                  <c:v>45071</c:v>
                </c:pt>
                <c:pt idx="766">
                  <c:v>45070</c:v>
                </c:pt>
                <c:pt idx="767">
                  <c:v>45069</c:v>
                </c:pt>
                <c:pt idx="768">
                  <c:v>45068</c:v>
                </c:pt>
                <c:pt idx="769">
                  <c:v>45065</c:v>
                </c:pt>
                <c:pt idx="770">
                  <c:v>45064</c:v>
                </c:pt>
                <c:pt idx="771">
                  <c:v>45063</c:v>
                </c:pt>
                <c:pt idx="772">
                  <c:v>45062</c:v>
                </c:pt>
                <c:pt idx="773">
                  <c:v>45061</c:v>
                </c:pt>
                <c:pt idx="774">
                  <c:v>45058</c:v>
                </c:pt>
                <c:pt idx="775">
                  <c:v>45057</c:v>
                </c:pt>
                <c:pt idx="776">
                  <c:v>45056</c:v>
                </c:pt>
                <c:pt idx="777">
                  <c:v>45055</c:v>
                </c:pt>
                <c:pt idx="778">
                  <c:v>45054</c:v>
                </c:pt>
                <c:pt idx="779">
                  <c:v>45051</c:v>
                </c:pt>
                <c:pt idx="780">
                  <c:v>45050</c:v>
                </c:pt>
                <c:pt idx="781">
                  <c:v>45049</c:v>
                </c:pt>
                <c:pt idx="782">
                  <c:v>45048</c:v>
                </c:pt>
                <c:pt idx="783">
                  <c:v>45044</c:v>
                </c:pt>
                <c:pt idx="784">
                  <c:v>45043</c:v>
                </c:pt>
                <c:pt idx="785">
                  <c:v>45042</c:v>
                </c:pt>
                <c:pt idx="786">
                  <c:v>45041</c:v>
                </c:pt>
                <c:pt idx="787">
                  <c:v>45040</c:v>
                </c:pt>
                <c:pt idx="788">
                  <c:v>45037</c:v>
                </c:pt>
                <c:pt idx="789">
                  <c:v>45036</c:v>
                </c:pt>
                <c:pt idx="790">
                  <c:v>45035</c:v>
                </c:pt>
                <c:pt idx="791">
                  <c:v>45034</c:v>
                </c:pt>
                <c:pt idx="792">
                  <c:v>45033</c:v>
                </c:pt>
                <c:pt idx="793">
                  <c:v>45030</c:v>
                </c:pt>
                <c:pt idx="794">
                  <c:v>45029</c:v>
                </c:pt>
                <c:pt idx="795">
                  <c:v>45028</c:v>
                </c:pt>
                <c:pt idx="796">
                  <c:v>45027</c:v>
                </c:pt>
                <c:pt idx="797">
                  <c:v>45022</c:v>
                </c:pt>
                <c:pt idx="798">
                  <c:v>45020</c:v>
                </c:pt>
                <c:pt idx="799">
                  <c:v>45019</c:v>
                </c:pt>
                <c:pt idx="800">
                  <c:v>45016</c:v>
                </c:pt>
                <c:pt idx="801">
                  <c:v>45015</c:v>
                </c:pt>
                <c:pt idx="802">
                  <c:v>45014</c:v>
                </c:pt>
                <c:pt idx="803">
                  <c:v>45013</c:v>
                </c:pt>
                <c:pt idx="804">
                  <c:v>45012</c:v>
                </c:pt>
                <c:pt idx="805">
                  <c:v>45009</c:v>
                </c:pt>
                <c:pt idx="806">
                  <c:v>45008</c:v>
                </c:pt>
                <c:pt idx="807">
                  <c:v>45007</c:v>
                </c:pt>
                <c:pt idx="808">
                  <c:v>45006</c:v>
                </c:pt>
                <c:pt idx="809">
                  <c:v>45005</c:v>
                </c:pt>
                <c:pt idx="810">
                  <c:v>45002</c:v>
                </c:pt>
                <c:pt idx="811">
                  <c:v>45001</c:v>
                </c:pt>
                <c:pt idx="812">
                  <c:v>45000</c:v>
                </c:pt>
                <c:pt idx="813">
                  <c:v>44999</c:v>
                </c:pt>
                <c:pt idx="814">
                  <c:v>44998</c:v>
                </c:pt>
                <c:pt idx="815">
                  <c:v>44995</c:v>
                </c:pt>
                <c:pt idx="816">
                  <c:v>44994</c:v>
                </c:pt>
                <c:pt idx="817">
                  <c:v>44993</c:v>
                </c:pt>
                <c:pt idx="818">
                  <c:v>44992</c:v>
                </c:pt>
                <c:pt idx="819">
                  <c:v>44991</c:v>
                </c:pt>
                <c:pt idx="820">
                  <c:v>44988</c:v>
                </c:pt>
                <c:pt idx="821">
                  <c:v>44987</c:v>
                </c:pt>
                <c:pt idx="822">
                  <c:v>44986</c:v>
                </c:pt>
                <c:pt idx="823">
                  <c:v>44985</c:v>
                </c:pt>
                <c:pt idx="824">
                  <c:v>44984</c:v>
                </c:pt>
                <c:pt idx="825">
                  <c:v>44981</c:v>
                </c:pt>
                <c:pt idx="826">
                  <c:v>44980</c:v>
                </c:pt>
                <c:pt idx="827">
                  <c:v>44979</c:v>
                </c:pt>
                <c:pt idx="828">
                  <c:v>44978</c:v>
                </c:pt>
                <c:pt idx="829">
                  <c:v>44977</c:v>
                </c:pt>
                <c:pt idx="830">
                  <c:v>44974</c:v>
                </c:pt>
                <c:pt idx="831">
                  <c:v>44973</c:v>
                </c:pt>
                <c:pt idx="832">
                  <c:v>44972</c:v>
                </c:pt>
                <c:pt idx="833">
                  <c:v>44971</c:v>
                </c:pt>
                <c:pt idx="834">
                  <c:v>44970</c:v>
                </c:pt>
                <c:pt idx="835">
                  <c:v>44967</c:v>
                </c:pt>
                <c:pt idx="836">
                  <c:v>44966</c:v>
                </c:pt>
                <c:pt idx="837">
                  <c:v>44965</c:v>
                </c:pt>
                <c:pt idx="838">
                  <c:v>44964</c:v>
                </c:pt>
                <c:pt idx="839">
                  <c:v>44963</c:v>
                </c:pt>
                <c:pt idx="840">
                  <c:v>44960</c:v>
                </c:pt>
                <c:pt idx="841">
                  <c:v>44959</c:v>
                </c:pt>
                <c:pt idx="842">
                  <c:v>44958</c:v>
                </c:pt>
                <c:pt idx="843">
                  <c:v>44957</c:v>
                </c:pt>
                <c:pt idx="844">
                  <c:v>44956</c:v>
                </c:pt>
                <c:pt idx="845">
                  <c:v>44953</c:v>
                </c:pt>
                <c:pt idx="846">
                  <c:v>44952</c:v>
                </c:pt>
                <c:pt idx="847">
                  <c:v>44946</c:v>
                </c:pt>
                <c:pt idx="848">
                  <c:v>44945</c:v>
                </c:pt>
                <c:pt idx="849">
                  <c:v>44944</c:v>
                </c:pt>
                <c:pt idx="850">
                  <c:v>44943</c:v>
                </c:pt>
                <c:pt idx="851">
                  <c:v>44942</c:v>
                </c:pt>
                <c:pt idx="852">
                  <c:v>44939</c:v>
                </c:pt>
                <c:pt idx="853">
                  <c:v>44938</c:v>
                </c:pt>
                <c:pt idx="854">
                  <c:v>44937</c:v>
                </c:pt>
                <c:pt idx="855">
                  <c:v>44936</c:v>
                </c:pt>
                <c:pt idx="856">
                  <c:v>44935</c:v>
                </c:pt>
                <c:pt idx="857">
                  <c:v>44932</c:v>
                </c:pt>
                <c:pt idx="858">
                  <c:v>44931</c:v>
                </c:pt>
                <c:pt idx="859">
                  <c:v>44930</c:v>
                </c:pt>
                <c:pt idx="860">
                  <c:v>44929</c:v>
                </c:pt>
                <c:pt idx="861">
                  <c:v>44925</c:v>
                </c:pt>
                <c:pt idx="862">
                  <c:v>44924</c:v>
                </c:pt>
                <c:pt idx="863">
                  <c:v>44923</c:v>
                </c:pt>
                <c:pt idx="864">
                  <c:v>44918</c:v>
                </c:pt>
                <c:pt idx="865">
                  <c:v>44917</c:v>
                </c:pt>
                <c:pt idx="866">
                  <c:v>44916</c:v>
                </c:pt>
                <c:pt idx="867">
                  <c:v>44915</c:v>
                </c:pt>
                <c:pt idx="868">
                  <c:v>44914</c:v>
                </c:pt>
                <c:pt idx="869">
                  <c:v>44911</c:v>
                </c:pt>
                <c:pt idx="870">
                  <c:v>44910</c:v>
                </c:pt>
                <c:pt idx="871">
                  <c:v>44909</c:v>
                </c:pt>
                <c:pt idx="872">
                  <c:v>44908</c:v>
                </c:pt>
                <c:pt idx="873">
                  <c:v>44907</c:v>
                </c:pt>
                <c:pt idx="874">
                  <c:v>44904</c:v>
                </c:pt>
                <c:pt idx="875">
                  <c:v>44903</c:v>
                </c:pt>
                <c:pt idx="876">
                  <c:v>44902</c:v>
                </c:pt>
                <c:pt idx="877">
                  <c:v>44901</c:v>
                </c:pt>
                <c:pt idx="878">
                  <c:v>44900</c:v>
                </c:pt>
                <c:pt idx="879">
                  <c:v>44897</c:v>
                </c:pt>
                <c:pt idx="880">
                  <c:v>44896</c:v>
                </c:pt>
                <c:pt idx="881">
                  <c:v>44895</c:v>
                </c:pt>
                <c:pt idx="882">
                  <c:v>44894</c:v>
                </c:pt>
                <c:pt idx="883">
                  <c:v>44893</c:v>
                </c:pt>
                <c:pt idx="884">
                  <c:v>44890</c:v>
                </c:pt>
                <c:pt idx="885">
                  <c:v>44889</c:v>
                </c:pt>
                <c:pt idx="886">
                  <c:v>44888</c:v>
                </c:pt>
                <c:pt idx="887">
                  <c:v>44887</c:v>
                </c:pt>
                <c:pt idx="888">
                  <c:v>44886</c:v>
                </c:pt>
                <c:pt idx="889">
                  <c:v>44883</c:v>
                </c:pt>
                <c:pt idx="890">
                  <c:v>44882</c:v>
                </c:pt>
                <c:pt idx="891">
                  <c:v>44881</c:v>
                </c:pt>
                <c:pt idx="892">
                  <c:v>44880</c:v>
                </c:pt>
                <c:pt idx="893">
                  <c:v>44879</c:v>
                </c:pt>
                <c:pt idx="894">
                  <c:v>44876</c:v>
                </c:pt>
                <c:pt idx="895">
                  <c:v>44875</c:v>
                </c:pt>
                <c:pt idx="896">
                  <c:v>44874</c:v>
                </c:pt>
                <c:pt idx="897">
                  <c:v>44873</c:v>
                </c:pt>
                <c:pt idx="898">
                  <c:v>44872</c:v>
                </c:pt>
                <c:pt idx="899">
                  <c:v>44869</c:v>
                </c:pt>
                <c:pt idx="900">
                  <c:v>44868</c:v>
                </c:pt>
                <c:pt idx="901">
                  <c:v>44867</c:v>
                </c:pt>
                <c:pt idx="902">
                  <c:v>44866</c:v>
                </c:pt>
                <c:pt idx="903">
                  <c:v>44865</c:v>
                </c:pt>
                <c:pt idx="904">
                  <c:v>44862</c:v>
                </c:pt>
                <c:pt idx="905">
                  <c:v>44861</c:v>
                </c:pt>
                <c:pt idx="906">
                  <c:v>44860</c:v>
                </c:pt>
                <c:pt idx="907">
                  <c:v>44859</c:v>
                </c:pt>
                <c:pt idx="908">
                  <c:v>44858</c:v>
                </c:pt>
                <c:pt idx="909">
                  <c:v>44855</c:v>
                </c:pt>
                <c:pt idx="910">
                  <c:v>44854</c:v>
                </c:pt>
                <c:pt idx="911">
                  <c:v>44853</c:v>
                </c:pt>
              </c:numCache>
            </c:numRef>
          </c:cat>
          <c:val>
            <c:numRef>
              <c:f>'图3恒科VS美股软件 (2)'!$H$12:$H$923</c:f>
              <c:numCache>
                <c:formatCode>0.0000</c:formatCode>
                <c:ptCount val="912"/>
                <c:pt idx="0">
                  <c:v>6507.29</c:v>
                </c:pt>
                <c:pt idx="1">
                  <c:v>6558.19</c:v>
                </c:pt>
                <c:pt idx="2">
                  <c:v>6505.83</c:v>
                </c:pt>
                <c:pt idx="3">
                  <c:v>6609.97</c:v>
                </c:pt>
                <c:pt idx="4">
                  <c:v>6611.12</c:v>
                </c:pt>
                <c:pt idx="5">
                  <c:v>6601.15</c:v>
                </c:pt>
                <c:pt idx="6">
                  <c:v>6601.15</c:v>
                </c:pt>
                <c:pt idx="7">
                  <c:v>6341.29</c:v>
                </c:pt>
                <c:pt idx="8">
                  <c:v>6275.69</c:v>
                </c:pt>
                <c:pt idx="9">
                  <c:v>6254.92</c:v>
                </c:pt>
                <c:pt idx="10">
                  <c:v>5968.52</c:v>
                </c:pt>
                <c:pt idx="11">
                  <c:v>6133.95</c:v>
                </c:pt>
                <c:pt idx="12">
                  <c:v>6253.95</c:v>
                </c:pt>
                <c:pt idx="13">
                  <c:v>6206.28</c:v>
                </c:pt>
                <c:pt idx="14">
                  <c:v>6386.01</c:v>
                </c:pt>
                <c:pt idx="15">
                  <c:v>6394.85</c:v>
                </c:pt>
                <c:pt idx="16">
                  <c:v>6602.4</c:v>
                </c:pt>
                <c:pt idx="17">
                  <c:v>6696.94</c:v>
                </c:pt>
                <c:pt idx="18">
                  <c:v>6542.63</c:v>
                </c:pt>
                <c:pt idx="19">
                  <c:v>6557.11</c:v>
                </c:pt>
                <c:pt idx="20">
                  <c:v>6658.99</c:v>
                </c:pt>
                <c:pt idx="21">
                  <c:v>6758.18</c:v>
                </c:pt>
                <c:pt idx="22">
                  <c:v>6927.94</c:v>
                </c:pt>
                <c:pt idx="23">
                  <c:v>6980.6</c:v>
                </c:pt>
                <c:pt idx="24">
                  <c:v>7234.36</c:v>
                </c:pt>
                <c:pt idx="25">
                  <c:v>7231.57</c:v>
                </c:pt>
                <c:pt idx="26">
                  <c:v>7521.94</c:v>
                </c:pt>
                <c:pt idx="27">
                  <c:v>7798.71</c:v>
                </c:pt>
                <c:pt idx="28">
                  <c:v>7491.9</c:v>
                </c:pt>
                <c:pt idx="29">
                  <c:v>7053.93</c:v>
                </c:pt>
                <c:pt idx="30">
                  <c:v>6818.98</c:v>
                </c:pt>
                <c:pt idx="31">
                  <c:v>6877.8</c:v>
                </c:pt>
                <c:pt idx="32">
                  <c:v>6900.31</c:v>
                </c:pt>
                <c:pt idx="33">
                  <c:v>6857.69</c:v>
                </c:pt>
                <c:pt idx="34">
                  <c:v>6904.8</c:v>
                </c:pt>
                <c:pt idx="35">
                  <c:v>6825.8</c:v>
                </c:pt>
                <c:pt idx="36">
                  <c:v>6914.04</c:v>
                </c:pt>
                <c:pt idx="37">
                  <c:v>6861.72</c:v>
                </c:pt>
                <c:pt idx="38">
                  <c:v>6702.27</c:v>
                </c:pt>
                <c:pt idx="39">
                  <c:v>6595.64</c:v>
                </c:pt>
                <c:pt idx="40">
                  <c:v>6645.29</c:v>
                </c:pt>
                <c:pt idx="41">
                  <c:v>6727.46</c:v>
                </c:pt>
                <c:pt idx="42">
                  <c:v>6760.56</c:v>
                </c:pt>
                <c:pt idx="43">
                  <c:v>6804.35</c:v>
                </c:pt>
                <c:pt idx="44">
                  <c:v>6624.1</c:v>
                </c:pt>
                <c:pt idx="45">
                  <c:v>6616.61</c:v>
                </c:pt>
                <c:pt idx="46">
                  <c:v>6650.82</c:v>
                </c:pt>
                <c:pt idx="47">
                  <c:v>6454.47</c:v>
                </c:pt>
                <c:pt idx="48">
                  <c:v>6632.45</c:v>
                </c:pt>
                <c:pt idx="49">
                  <c:v>6694.53</c:v>
                </c:pt>
                <c:pt idx="50">
                  <c:v>6678.13</c:v>
                </c:pt>
                <c:pt idx="51">
                  <c:v>6666.81</c:v>
                </c:pt>
                <c:pt idx="52">
                  <c:v>6534.34</c:v>
                </c:pt>
                <c:pt idx="53">
                  <c:v>6875.2</c:v>
                </c:pt>
                <c:pt idx="54">
                  <c:v>6721.41</c:v>
                </c:pt>
                <c:pt idx="55">
                  <c:v>6642.96</c:v>
                </c:pt>
                <c:pt idx="56">
                  <c:v>6649.79</c:v>
                </c:pt>
                <c:pt idx="57">
                  <c:v>6608.09</c:v>
                </c:pt>
                <c:pt idx="58">
                  <c:v>6476.6</c:v>
                </c:pt>
                <c:pt idx="59">
                  <c:v>6196.76</c:v>
                </c:pt>
                <c:pt idx="60">
                  <c:v>6087.59</c:v>
                </c:pt>
                <c:pt idx="61">
                  <c:v>5819.72</c:v>
                </c:pt>
                <c:pt idx="62">
                  <c:v>5906.27</c:v>
                </c:pt>
                <c:pt idx="63">
                  <c:v>6035.47</c:v>
                </c:pt>
                <c:pt idx="64">
                  <c:v>6063.91</c:v>
                </c:pt>
                <c:pt idx="65">
                  <c:v>6010.1</c:v>
                </c:pt>
                <c:pt idx="66">
                  <c:v>6028.68</c:v>
                </c:pt>
                <c:pt idx="67">
                  <c:v>5839.92</c:v>
                </c:pt>
                <c:pt idx="68">
                  <c:v>5799.22</c:v>
                </c:pt>
                <c:pt idx="69">
                  <c:v>5975.86</c:v>
                </c:pt>
                <c:pt idx="70">
                  <c:v>6053.53</c:v>
                </c:pt>
                <c:pt idx="71">
                  <c:v>6087.46</c:v>
                </c:pt>
                <c:pt idx="72">
                  <c:v>6303.71</c:v>
                </c:pt>
                <c:pt idx="73">
                  <c:v>6235.47</c:v>
                </c:pt>
                <c:pt idx="74">
                  <c:v>6352.71</c:v>
                </c:pt>
                <c:pt idx="75">
                  <c:v>6367.74</c:v>
                </c:pt>
                <c:pt idx="76">
                  <c:v>6476.49</c:v>
                </c:pt>
                <c:pt idx="77">
                  <c:v>6464.21</c:v>
                </c:pt>
                <c:pt idx="78">
                  <c:v>6399.4</c:v>
                </c:pt>
                <c:pt idx="79">
                  <c:v>6494.42</c:v>
                </c:pt>
                <c:pt idx="80">
                  <c:v>6539.02</c:v>
                </c:pt>
                <c:pt idx="81">
                  <c:v>6533.85</c:v>
                </c:pt>
                <c:pt idx="82">
                  <c:v>6642.74</c:v>
                </c:pt>
                <c:pt idx="83">
                  <c:v>6648.49</c:v>
                </c:pt>
                <c:pt idx="84">
                  <c:v>6643.47</c:v>
                </c:pt>
                <c:pt idx="85">
                  <c:v>6524.73</c:v>
                </c:pt>
                <c:pt idx="86">
                  <c:v>6452.9</c:v>
                </c:pt>
                <c:pt idx="87">
                  <c:v>6356.32</c:v>
                </c:pt>
                <c:pt idx="88">
                  <c:v>6255.81</c:v>
                </c:pt>
                <c:pt idx="89">
                  <c:v>6359.52</c:v>
                </c:pt>
                <c:pt idx="90">
                  <c:v>6290.22</c:v>
                </c:pt>
                <c:pt idx="91">
                  <c:v>6103.78</c:v>
                </c:pt>
                <c:pt idx="92">
                  <c:v>6026.81</c:v>
                </c:pt>
                <c:pt idx="93">
                  <c:v>6266.2</c:v>
                </c:pt>
                <c:pt idx="94">
                  <c:v>6372.81</c:v>
                </c:pt>
                <c:pt idx="95">
                  <c:v>6372.81</c:v>
                </c:pt>
                <c:pt idx="96">
                  <c:v>6319.81</c:v>
                </c:pt>
                <c:pt idx="97">
                  <c:v>6415.46</c:v>
                </c:pt>
                <c:pt idx="98">
                  <c:v>6566.19</c:v>
                </c:pt>
                <c:pt idx="99">
                  <c:v>6560.43</c:v>
                </c:pt>
                <c:pt idx="100">
                  <c:v>6347.06</c:v>
                </c:pt>
                <c:pt idx="101">
                  <c:v>6230.28</c:v>
                </c:pt>
                <c:pt idx="102">
                  <c:v>6525.22</c:v>
                </c:pt>
                <c:pt idx="103">
                  <c:v>6573.85</c:v>
                </c:pt>
                <c:pt idx="104">
                  <c:v>6797.93</c:v>
                </c:pt>
                <c:pt idx="105">
                  <c:v>6831.31</c:v>
                </c:pt>
                <c:pt idx="106">
                  <c:v>6931.42</c:v>
                </c:pt>
                <c:pt idx="107">
                  <c:v>7564.41</c:v>
                </c:pt>
                <c:pt idx="108">
                  <c:v>7577.97</c:v>
                </c:pt>
                <c:pt idx="109">
                  <c:v>7534.92</c:v>
                </c:pt>
                <c:pt idx="110">
                  <c:v>7459.22</c:v>
                </c:pt>
                <c:pt idx="111">
                  <c:v>7212.9</c:v>
                </c:pt>
                <c:pt idx="112">
                  <c:v>7180.65</c:v>
                </c:pt>
                <c:pt idx="113">
                  <c:v>7304.38</c:v>
                </c:pt>
                <c:pt idx="114">
                  <c:v>7434.74</c:v>
                </c:pt>
                <c:pt idx="115">
                  <c:v>7434.74</c:v>
                </c:pt>
                <c:pt idx="116">
                  <c:v>7457.78</c:v>
                </c:pt>
                <c:pt idx="117">
                  <c:v>7522.45</c:v>
                </c:pt>
                <c:pt idx="118">
                  <c:v>7710.47</c:v>
                </c:pt>
                <c:pt idx="119">
                  <c:v>7838.03</c:v>
                </c:pt>
                <c:pt idx="120">
                  <c:v>7843.29</c:v>
                </c:pt>
                <c:pt idx="121">
                  <c:v>7804.3</c:v>
                </c:pt>
                <c:pt idx="122">
                  <c:v>7917.21</c:v>
                </c:pt>
                <c:pt idx="123">
                  <c:v>7732.99</c:v>
                </c:pt>
                <c:pt idx="124">
                  <c:v>7725.91</c:v>
                </c:pt>
                <c:pt idx="125">
                  <c:v>7699.86</c:v>
                </c:pt>
                <c:pt idx="126">
                  <c:v>7914.98</c:v>
                </c:pt>
                <c:pt idx="127">
                  <c:v>7994.05</c:v>
                </c:pt>
                <c:pt idx="128">
                  <c:v>8005.83</c:v>
                </c:pt>
                <c:pt idx="129">
                  <c:v>8053.65</c:v>
                </c:pt>
                <c:pt idx="130">
                  <c:v>8038.22</c:v>
                </c:pt>
                <c:pt idx="131">
                  <c:v>8044.1</c:v>
                </c:pt>
                <c:pt idx="132">
                  <c:v>8016.53</c:v>
                </c:pt>
                <c:pt idx="133">
                  <c:v>7923.85</c:v>
                </c:pt>
                <c:pt idx="134">
                  <c:v>7840.78</c:v>
                </c:pt>
                <c:pt idx="135">
                  <c:v>7845.62</c:v>
                </c:pt>
                <c:pt idx="136">
                  <c:v>7822.55</c:v>
                </c:pt>
                <c:pt idx="137">
                  <c:v>7931.29</c:v>
                </c:pt>
                <c:pt idx="138">
                  <c:v>8065.65</c:v>
                </c:pt>
                <c:pt idx="139">
                  <c:v>8063.38</c:v>
                </c:pt>
                <c:pt idx="140">
                  <c:v>8141.72</c:v>
                </c:pt>
                <c:pt idx="141">
                  <c:v>8098.57</c:v>
                </c:pt>
                <c:pt idx="142">
                  <c:v>8056.98</c:v>
                </c:pt>
                <c:pt idx="143">
                  <c:v>7972.48</c:v>
                </c:pt>
                <c:pt idx="144">
                  <c:v>7895.63</c:v>
                </c:pt>
                <c:pt idx="145">
                  <c:v>7951.52</c:v>
                </c:pt>
                <c:pt idx="146">
                  <c:v>7880.98</c:v>
                </c:pt>
                <c:pt idx="147">
                  <c:v>7924.9</c:v>
                </c:pt>
                <c:pt idx="148">
                  <c:v>7832.7</c:v>
                </c:pt>
                <c:pt idx="149">
                  <c:v>7832.7</c:v>
                </c:pt>
                <c:pt idx="150">
                  <c:v>7742.69</c:v>
                </c:pt>
                <c:pt idx="151">
                  <c:v>7695.45</c:v>
                </c:pt>
                <c:pt idx="152">
                  <c:v>7634.59</c:v>
                </c:pt>
                <c:pt idx="153">
                  <c:v>7701.92</c:v>
                </c:pt>
                <c:pt idx="154">
                  <c:v>7901.43</c:v>
                </c:pt>
                <c:pt idx="155">
                  <c:v>7968.75</c:v>
                </c:pt>
                <c:pt idx="156">
                  <c:v>8170.48</c:v>
                </c:pt>
                <c:pt idx="157">
                  <c:v>8224.49</c:v>
                </c:pt>
                <c:pt idx="158">
                  <c:v>8125.77</c:v>
                </c:pt>
                <c:pt idx="159">
                  <c:v>8304.76</c:v>
                </c:pt>
                <c:pt idx="160">
                  <c:v>8332.68</c:v>
                </c:pt>
                <c:pt idx="161">
                  <c:v>8341.2999999999993</c:v>
                </c:pt>
                <c:pt idx="162">
                  <c:v>8164.07</c:v>
                </c:pt>
                <c:pt idx="163">
                  <c:v>8258.2800000000007</c:v>
                </c:pt>
                <c:pt idx="164">
                  <c:v>8339.65</c:v>
                </c:pt>
                <c:pt idx="165">
                  <c:v>8423.1</c:v>
                </c:pt>
                <c:pt idx="166">
                  <c:v>8577.1</c:v>
                </c:pt>
                <c:pt idx="167">
                  <c:v>8576.9699999999993</c:v>
                </c:pt>
                <c:pt idx="168">
                  <c:v>8597.0499999999993</c:v>
                </c:pt>
                <c:pt idx="169">
                  <c:v>8837.84</c:v>
                </c:pt>
                <c:pt idx="170">
                  <c:v>8746.4500000000007</c:v>
                </c:pt>
                <c:pt idx="171">
                  <c:v>8640.24</c:v>
                </c:pt>
                <c:pt idx="172">
                  <c:v>8570.51</c:v>
                </c:pt>
                <c:pt idx="173">
                  <c:v>8517</c:v>
                </c:pt>
                <c:pt idx="174">
                  <c:v>8530.44</c:v>
                </c:pt>
                <c:pt idx="175">
                  <c:v>8494.2900000000009</c:v>
                </c:pt>
                <c:pt idx="176">
                  <c:v>8451.08</c:v>
                </c:pt>
                <c:pt idx="177">
                  <c:v>8464.44</c:v>
                </c:pt>
                <c:pt idx="178">
                  <c:v>8469.6</c:v>
                </c:pt>
                <c:pt idx="179">
                  <c:v>8474.41</c:v>
                </c:pt>
                <c:pt idx="180">
                  <c:v>8524.56</c:v>
                </c:pt>
                <c:pt idx="181">
                  <c:v>8404.48</c:v>
                </c:pt>
                <c:pt idx="182">
                  <c:v>8627.3799999999992</c:v>
                </c:pt>
                <c:pt idx="183">
                  <c:v>8641.94</c:v>
                </c:pt>
                <c:pt idx="184">
                  <c:v>8661.3799999999992</c:v>
                </c:pt>
                <c:pt idx="185">
                  <c:v>8532.56</c:v>
                </c:pt>
                <c:pt idx="186">
                  <c:v>8567.3700000000008</c:v>
                </c:pt>
                <c:pt idx="187">
                  <c:v>8560.84</c:v>
                </c:pt>
                <c:pt idx="188">
                  <c:v>8545.1200000000008</c:v>
                </c:pt>
                <c:pt idx="189">
                  <c:v>8490.17</c:v>
                </c:pt>
                <c:pt idx="190">
                  <c:v>8437.6299999999992</c:v>
                </c:pt>
                <c:pt idx="191">
                  <c:v>8518.19</c:v>
                </c:pt>
                <c:pt idx="192">
                  <c:v>8551.48</c:v>
                </c:pt>
                <c:pt idx="193">
                  <c:v>8653.82</c:v>
                </c:pt>
                <c:pt idx="194">
                  <c:v>8645.08</c:v>
                </c:pt>
                <c:pt idx="195">
                  <c:v>8484.34</c:v>
                </c:pt>
                <c:pt idx="196">
                  <c:v>8432.59</c:v>
                </c:pt>
                <c:pt idx="197">
                  <c:v>8413.99</c:v>
                </c:pt>
                <c:pt idx="198">
                  <c:v>8480.4699999999993</c:v>
                </c:pt>
                <c:pt idx="199">
                  <c:v>8388.3700000000008</c:v>
                </c:pt>
                <c:pt idx="200">
                  <c:v>8342.82</c:v>
                </c:pt>
                <c:pt idx="201">
                  <c:v>8349.76</c:v>
                </c:pt>
                <c:pt idx="202">
                  <c:v>8215.8700000000008</c:v>
                </c:pt>
                <c:pt idx="203">
                  <c:v>8197.86</c:v>
                </c:pt>
                <c:pt idx="204">
                  <c:v>8114.18</c:v>
                </c:pt>
                <c:pt idx="205">
                  <c:v>8206.23</c:v>
                </c:pt>
                <c:pt idx="206">
                  <c:v>8198.09</c:v>
                </c:pt>
                <c:pt idx="207">
                  <c:v>8191.49</c:v>
                </c:pt>
                <c:pt idx="208">
                  <c:v>8236.3799999999992</c:v>
                </c:pt>
                <c:pt idx="209">
                  <c:v>8236.3799999999992</c:v>
                </c:pt>
                <c:pt idx="210">
                  <c:v>8305.14</c:v>
                </c:pt>
                <c:pt idx="211">
                  <c:v>8222.35</c:v>
                </c:pt>
                <c:pt idx="212">
                  <c:v>8150.68</c:v>
                </c:pt>
                <c:pt idx="213">
                  <c:v>8183.88</c:v>
                </c:pt>
                <c:pt idx="214">
                  <c:v>8236</c:v>
                </c:pt>
                <c:pt idx="215">
                  <c:v>8180.3</c:v>
                </c:pt>
                <c:pt idx="216">
                  <c:v>8210.27</c:v>
                </c:pt>
                <c:pt idx="217">
                  <c:v>8259.5300000000007</c:v>
                </c:pt>
                <c:pt idx="218">
                  <c:v>8421.3799999999992</c:v>
                </c:pt>
                <c:pt idx="219">
                  <c:v>8440.8799999999992</c:v>
                </c:pt>
                <c:pt idx="220">
                  <c:v>8434.7099999999991</c:v>
                </c:pt>
                <c:pt idx="221">
                  <c:v>8445.75</c:v>
                </c:pt>
                <c:pt idx="222">
                  <c:v>8542.18</c:v>
                </c:pt>
                <c:pt idx="223">
                  <c:v>8432.2199999999993</c:v>
                </c:pt>
                <c:pt idx="224">
                  <c:v>8484.2099999999991</c:v>
                </c:pt>
                <c:pt idx="225">
                  <c:v>8466.25</c:v>
                </c:pt>
                <c:pt idx="226">
                  <c:v>8595.06</c:v>
                </c:pt>
                <c:pt idx="227">
                  <c:v>8577.8799999999992</c:v>
                </c:pt>
                <c:pt idx="228">
                  <c:v>8649.0499999999993</c:v>
                </c:pt>
                <c:pt idx="229">
                  <c:v>8477.86</c:v>
                </c:pt>
                <c:pt idx="230">
                  <c:v>8654.59</c:v>
                </c:pt>
                <c:pt idx="231">
                  <c:v>8499.59</c:v>
                </c:pt>
                <c:pt idx="232">
                  <c:v>8506.89</c:v>
                </c:pt>
                <c:pt idx="233">
                  <c:v>8492.16</c:v>
                </c:pt>
                <c:pt idx="234">
                  <c:v>8491.69</c:v>
                </c:pt>
                <c:pt idx="235">
                  <c:v>8442.56</c:v>
                </c:pt>
                <c:pt idx="236">
                  <c:v>8375.3799999999992</c:v>
                </c:pt>
                <c:pt idx="237">
                  <c:v>8337.7099999999991</c:v>
                </c:pt>
                <c:pt idx="238">
                  <c:v>8394.93</c:v>
                </c:pt>
                <c:pt idx="239">
                  <c:v>8390.91</c:v>
                </c:pt>
                <c:pt idx="240">
                  <c:v>8410.32</c:v>
                </c:pt>
                <c:pt idx="241">
                  <c:v>8301.19</c:v>
                </c:pt>
                <c:pt idx="242">
                  <c:v>8281.83</c:v>
                </c:pt>
                <c:pt idx="243">
                  <c:v>8246.69</c:v>
                </c:pt>
                <c:pt idx="244">
                  <c:v>8209.52</c:v>
                </c:pt>
                <c:pt idx="245">
                  <c:v>8239.34</c:v>
                </c:pt>
                <c:pt idx="246">
                  <c:v>8335.77</c:v>
                </c:pt>
                <c:pt idx="247">
                  <c:v>8268.93</c:v>
                </c:pt>
                <c:pt idx="248">
                  <c:v>8266.69</c:v>
                </c:pt>
                <c:pt idx="249">
                  <c:v>8291.16</c:v>
                </c:pt>
                <c:pt idx="250">
                  <c:v>8291.16</c:v>
                </c:pt>
                <c:pt idx="251">
                  <c:v>8140.22</c:v>
                </c:pt>
                <c:pt idx="252">
                  <c:v>8222.6</c:v>
                </c:pt>
                <c:pt idx="253">
                  <c:v>8149.97</c:v>
                </c:pt>
                <c:pt idx="254">
                  <c:v>8203.67</c:v>
                </c:pt>
                <c:pt idx="255">
                  <c:v>8126.82</c:v>
                </c:pt>
                <c:pt idx="256">
                  <c:v>8112.99</c:v>
                </c:pt>
                <c:pt idx="257">
                  <c:v>8022.47</c:v>
                </c:pt>
                <c:pt idx="258">
                  <c:v>7899.27</c:v>
                </c:pt>
                <c:pt idx="259">
                  <c:v>7950.63</c:v>
                </c:pt>
                <c:pt idx="260">
                  <c:v>7950.63</c:v>
                </c:pt>
                <c:pt idx="261">
                  <c:v>7946.88</c:v>
                </c:pt>
                <c:pt idx="262">
                  <c:v>7985.66</c:v>
                </c:pt>
                <c:pt idx="263">
                  <c:v>7909.56</c:v>
                </c:pt>
                <c:pt idx="264">
                  <c:v>7959.14</c:v>
                </c:pt>
                <c:pt idx="265">
                  <c:v>7839.65</c:v>
                </c:pt>
                <c:pt idx="266">
                  <c:v>7818.82</c:v>
                </c:pt>
                <c:pt idx="267">
                  <c:v>7839.8</c:v>
                </c:pt>
                <c:pt idx="268">
                  <c:v>7806.97</c:v>
                </c:pt>
                <c:pt idx="269">
                  <c:v>7726.49</c:v>
                </c:pt>
                <c:pt idx="270">
                  <c:v>7693.33</c:v>
                </c:pt>
                <c:pt idx="271">
                  <c:v>7706.09</c:v>
                </c:pt>
                <c:pt idx="272">
                  <c:v>7668.77</c:v>
                </c:pt>
                <c:pt idx="273">
                  <c:v>7649.44</c:v>
                </c:pt>
                <c:pt idx="274">
                  <c:v>7585.92</c:v>
                </c:pt>
                <c:pt idx="275">
                  <c:v>7599.87</c:v>
                </c:pt>
                <c:pt idx="276">
                  <c:v>7655.71</c:v>
                </c:pt>
                <c:pt idx="277">
                  <c:v>7496.11</c:v>
                </c:pt>
                <c:pt idx="278">
                  <c:v>7496.11</c:v>
                </c:pt>
                <c:pt idx="279">
                  <c:v>7552.22</c:v>
                </c:pt>
                <c:pt idx="280">
                  <c:v>7509.9</c:v>
                </c:pt>
                <c:pt idx="281">
                  <c:v>7640.27</c:v>
                </c:pt>
                <c:pt idx="282">
                  <c:v>7656.6</c:v>
                </c:pt>
                <c:pt idx="283">
                  <c:v>7625.61</c:v>
                </c:pt>
                <c:pt idx="284">
                  <c:v>7586.65</c:v>
                </c:pt>
                <c:pt idx="285">
                  <c:v>7586.08</c:v>
                </c:pt>
                <c:pt idx="286">
                  <c:v>7546.98</c:v>
                </c:pt>
                <c:pt idx="287">
                  <c:v>7492.13</c:v>
                </c:pt>
                <c:pt idx="288">
                  <c:v>7295.45</c:v>
                </c:pt>
                <c:pt idx="289">
                  <c:v>7310.86</c:v>
                </c:pt>
                <c:pt idx="290">
                  <c:v>7228.61</c:v>
                </c:pt>
                <c:pt idx="291">
                  <c:v>7200.4</c:v>
                </c:pt>
                <c:pt idx="292">
                  <c:v>7275.55</c:v>
                </c:pt>
                <c:pt idx="293">
                  <c:v>6788.28</c:v>
                </c:pt>
                <c:pt idx="294">
                  <c:v>6760.03</c:v>
                </c:pt>
                <c:pt idx="295">
                  <c:v>6695.15</c:v>
                </c:pt>
                <c:pt idx="296">
                  <c:v>6700.94</c:v>
                </c:pt>
                <c:pt idx="297">
                  <c:v>6611.67</c:v>
                </c:pt>
                <c:pt idx="298">
                  <c:v>6343.91</c:v>
                </c:pt>
                <c:pt idx="299">
                  <c:v>6187.42</c:v>
                </c:pt>
                <c:pt idx="300">
                  <c:v>6216.7</c:v>
                </c:pt>
                <c:pt idx="301">
                  <c:v>6268.7</c:v>
                </c:pt>
                <c:pt idx="302">
                  <c:v>6477.89</c:v>
                </c:pt>
                <c:pt idx="303">
                  <c:v>6464.72</c:v>
                </c:pt>
                <c:pt idx="304">
                  <c:v>6442.23</c:v>
                </c:pt>
                <c:pt idx="305">
                  <c:v>6352.37</c:v>
                </c:pt>
                <c:pt idx="306">
                  <c:v>6537.79</c:v>
                </c:pt>
                <c:pt idx="307">
                  <c:v>5904.13</c:v>
                </c:pt>
                <c:pt idx="308">
                  <c:v>5960.3</c:v>
                </c:pt>
                <c:pt idx="309">
                  <c:v>6271.81</c:v>
                </c:pt>
                <c:pt idx="310">
                  <c:v>6496.03</c:v>
                </c:pt>
                <c:pt idx="311">
                  <c:v>6459.53</c:v>
                </c:pt>
                <c:pt idx="312">
                  <c:v>6367.65</c:v>
                </c:pt>
                <c:pt idx="313">
                  <c:v>6413.38</c:v>
                </c:pt>
                <c:pt idx="314">
                  <c:v>6607.7</c:v>
                </c:pt>
                <c:pt idx="315">
                  <c:v>6635.55</c:v>
                </c:pt>
                <c:pt idx="316">
                  <c:v>6751.5</c:v>
                </c:pt>
                <c:pt idx="317">
                  <c:v>6703.44</c:v>
                </c:pt>
                <c:pt idx="318">
                  <c:v>6627.25</c:v>
                </c:pt>
                <c:pt idx="319">
                  <c:v>6573.88</c:v>
                </c:pt>
                <c:pt idx="320">
                  <c:v>6593.31</c:v>
                </c:pt>
                <c:pt idx="321">
                  <c:v>6515.96</c:v>
                </c:pt>
                <c:pt idx="322">
                  <c:v>6605.23</c:v>
                </c:pt>
                <c:pt idx="323">
                  <c:v>6565.87</c:v>
                </c:pt>
                <c:pt idx="324">
                  <c:v>6377.81</c:v>
                </c:pt>
                <c:pt idx="325">
                  <c:v>6525.9</c:v>
                </c:pt>
                <c:pt idx="326">
                  <c:v>6432.88</c:v>
                </c:pt>
                <c:pt idx="327">
                  <c:v>6408.9</c:v>
                </c:pt>
                <c:pt idx="328">
                  <c:v>6674.9</c:v>
                </c:pt>
                <c:pt idx="329">
                  <c:v>6696.8</c:v>
                </c:pt>
                <c:pt idx="330">
                  <c:v>6842.94</c:v>
                </c:pt>
                <c:pt idx="331">
                  <c:v>6672.89</c:v>
                </c:pt>
                <c:pt idx="332">
                  <c:v>6684.18</c:v>
                </c:pt>
                <c:pt idx="333">
                  <c:v>6719.3</c:v>
                </c:pt>
                <c:pt idx="334">
                  <c:v>6748.88</c:v>
                </c:pt>
                <c:pt idx="335">
                  <c:v>6906.71</c:v>
                </c:pt>
                <c:pt idx="336">
                  <c:v>6814.26</c:v>
                </c:pt>
                <c:pt idx="337">
                  <c:v>6916.87</c:v>
                </c:pt>
                <c:pt idx="338">
                  <c:v>6995.51</c:v>
                </c:pt>
                <c:pt idx="339">
                  <c:v>7175.77</c:v>
                </c:pt>
                <c:pt idx="340">
                  <c:v>7223.58</c:v>
                </c:pt>
                <c:pt idx="341">
                  <c:v>7235.28</c:v>
                </c:pt>
                <c:pt idx="342">
                  <c:v>7176.45</c:v>
                </c:pt>
                <c:pt idx="343">
                  <c:v>7176.45</c:v>
                </c:pt>
                <c:pt idx="344">
                  <c:v>7200.44</c:v>
                </c:pt>
                <c:pt idx="345">
                  <c:v>7146.98</c:v>
                </c:pt>
                <c:pt idx="346">
                  <c:v>7188.49</c:v>
                </c:pt>
                <c:pt idx="347">
                  <c:v>7221.78</c:v>
                </c:pt>
                <c:pt idx="348">
                  <c:v>7140.24</c:v>
                </c:pt>
                <c:pt idx="349">
                  <c:v>7216.68</c:v>
                </c:pt>
                <c:pt idx="350">
                  <c:v>7185.13</c:v>
                </c:pt>
                <c:pt idx="351">
                  <c:v>7150.17</c:v>
                </c:pt>
                <c:pt idx="352">
                  <c:v>7004.2</c:v>
                </c:pt>
                <c:pt idx="353">
                  <c:v>7509.74</c:v>
                </c:pt>
                <c:pt idx="354">
                  <c:v>7296.73</c:v>
                </c:pt>
                <c:pt idx="355">
                  <c:v>7447.48</c:v>
                </c:pt>
                <c:pt idx="356">
                  <c:v>7490.74</c:v>
                </c:pt>
                <c:pt idx="357">
                  <c:v>7472.66</c:v>
                </c:pt>
                <c:pt idx="358">
                  <c:v>7220.19</c:v>
                </c:pt>
                <c:pt idx="359">
                  <c:v>7162.46</c:v>
                </c:pt>
                <c:pt idx="360">
                  <c:v>7162.46</c:v>
                </c:pt>
                <c:pt idx="361">
                  <c:v>7094.26</c:v>
                </c:pt>
                <c:pt idx="362">
                  <c:v>7102.33</c:v>
                </c:pt>
                <c:pt idx="363">
                  <c:v>6957.17</c:v>
                </c:pt>
                <c:pt idx="364">
                  <c:v>6939.49</c:v>
                </c:pt>
                <c:pt idx="365">
                  <c:v>7001.42</c:v>
                </c:pt>
                <c:pt idx="366">
                  <c:v>7104.43</c:v>
                </c:pt>
                <c:pt idx="367">
                  <c:v>7104.43</c:v>
                </c:pt>
                <c:pt idx="368">
                  <c:v>7074</c:v>
                </c:pt>
                <c:pt idx="369">
                  <c:v>7194.63</c:v>
                </c:pt>
                <c:pt idx="370">
                  <c:v>7164.08</c:v>
                </c:pt>
                <c:pt idx="371">
                  <c:v>7082.81</c:v>
                </c:pt>
                <c:pt idx="372">
                  <c:v>7130.4</c:v>
                </c:pt>
                <c:pt idx="373">
                  <c:v>7183.05</c:v>
                </c:pt>
                <c:pt idx="374">
                  <c:v>7272.27</c:v>
                </c:pt>
                <c:pt idx="375">
                  <c:v>7412.54</c:v>
                </c:pt>
                <c:pt idx="376">
                  <c:v>7339.36</c:v>
                </c:pt>
                <c:pt idx="377">
                  <c:v>7360.21</c:v>
                </c:pt>
                <c:pt idx="378">
                  <c:v>7313.13</c:v>
                </c:pt>
                <c:pt idx="379">
                  <c:v>7305.85</c:v>
                </c:pt>
                <c:pt idx="380">
                  <c:v>7596.17</c:v>
                </c:pt>
                <c:pt idx="381">
                  <c:v>7599.94</c:v>
                </c:pt>
                <c:pt idx="382">
                  <c:v>7533.12</c:v>
                </c:pt>
                <c:pt idx="383">
                  <c:v>7586.45</c:v>
                </c:pt>
                <c:pt idx="384">
                  <c:v>7625.19</c:v>
                </c:pt>
                <c:pt idx="385">
                  <c:v>7518.72</c:v>
                </c:pt>
                <c:pt idx="386">
                  <c:v>7590.38</c:v>
                </c:pt>
                <c:pt idx="387">
                  <c:v>7617.52</c:v>
                </c:pt>
                <c:pt idx="388">
                  <c:v>7570.37</c:v>
                </c:pt>
                <c:pt idx="389">
                  <c:v>7554.25</c:v>
                </c:pt>
                <c:pt idx="390">
                  <c:v>7366.58</c:v>
                </c:pt>
                <c:pt idx="391">
                  <c:v>7339.39</c:v>
                </c:pt>
                <c:pt idx="392">
                  <c:v>7268.68</c:v>
                </c:pt>
                <c:pt idx="393">
                  <c:v>7243.51</c:v>
                </c:pt>
                <c:pt idx="394">
                  <c:v>7243.51</c:v>
                </c:pt>
                <c:pt idx="395">
                  <c:v>7370.92</c:v>
                </c:pt>
                <c:pt idx="396">
                  <c:v>7245.23</c:v>
                </c:pt>
                <c:pt idx="397">
                  <c:v>7240.04</c:v>
                </c:pt>
                <c:pt idx="398">
                  <c:v>7181.47</c:v>
                </c:pt>
                <c:pt idx="399">
                  <c:v>7156.66</c:v>
                </c:pt>
                <c:pt idx="400">
                  <c:v>7164.76</c:v>
                </c:pt>
                <c:pt idx="401">
                  <c:v>7130.52</c:v>
                </c:pt>
                <c:pt idx="402">
                  <c:v>7138.43</c:v>
                </c:pt>
                <c:pt idx="403">
                  <c:v>7314.26</c:v>
                </c:pt>
                <c:pt idx="404">
                  <c:v>7341.93</c:v>
                </c:pt>
                <c:pt idx="405">
                  <c:v>7302.32</c:v>
                </c:pt>
                <c:pt idx="406">
                  <c:v>7234.63</c:v>
                </c:pt>
                <c:pt idx="407">
                  <c:v>7217.02</c:v>
                </c:pt>
                <c:pt idx="408">
                  <c:v>7210.1</c:v>
                </c:pt>
                <c:pt idx="409">
                  <c:v>7104.5</c:v>
                </c:pt>
                <c:pt idx="410">
                  <c:v>6903.44</c:v>
                </c:pt>
                <c:pt idx="411">
                  <c:v>6825.74</c:v>
                </c:pt>
                <c:pt idx="412">
                  <c:v>6839.45</c:v>
                </c:pt>
                <c:pt idx="413">
                  <c:v>6770.15</c:v>
                </c:pt>
                <c:pt idx="414">
                  <c:v>7098.91</c:v>
                </c:pt>
                <c:pt idx="415">
                  <c:v>7100.46</c:v>
                </c:pt>
                <c:pt idx="416">
                  <c:v>6999.94</c:v>
                </c:pt>
                <c:pt idx="417">
                  <c:v>7020.03</c:v>
                </c:pt>
                <c:pt idx="418">
                  <c:v>6973.5</c:v>
                </c:pt>
                <c:pt idx="419">
                  <c:v>6942.67</c:v>
                </c:pt>
                <c:pt idx="420">
                  <c:v>7014.13</c:v>
                </c:pt>
                <c:pt idx="421">
                  <c:v>6931.2</c:v>
                </c:pt>
                <c:pt idx="422">
                  <c:v>6929.6</c:v>
                </c:pt>
                <c:pt idx="423">
                  <c:v>6914.83</c:v>
                </c:pt>
                <c:pt idx="424">
                  <c:v>6907.23</c:v>
                </c:pt>
                <c:pt idx="425">
                  <c:v>6945.64</c:v>
                </c:pt>
                <c:pt idx="426">
                  <c:v>6980.68</c:v>
                </c:pt>
                <c:pt idx="427">
                  <c:v>6926.44</c:v>
                </c:pt>
                <c:pt idx="428">
                  <c:v>6929.53</c:v>
                </c:pt>
                <c:pt idx="429">
                  <c:v>6869.23</c:v>
                </c:pt>
                <c:pt idx="430">
                  <c:v>6751.51</c:v>
                </c:pt>
                <c:pt idx="431">
                  <c:v>6855.74</c:v>
                </c:pt>
                <c:pt idx="432">
                  <c:v>6819.18</c:v>
                </c:pt>
                <c:pt idx="433">
                  <c:v>6820.21</c:v>
                </c:pt>
                <c:pt idx="434">
                  <c:v>6981.52</c:v>
                </c:pt>
                <c:pt idx="435">
                  <c:v>6951.47</c:v>
                </c:pt>
                <c:pt idx="436">
                  <c:v>6991.48</c:v>
                </c:pt>
                <c:pt idx="437">
                  <c:v>6991.17</c:v>
                </c:pt>
                <c:pt idx="438">
                  <c:v>6974.35</c:v>
                </c:pt>
                <c:pt idx="439">
                  <c:v>7021.02</c:v>
                </c:pt>
                <c:pt idx="440">
                  <c:v>7044.23</c:v>
                </c:pt>
                <c:pt idx="441">
                  <c:v>7074.13</c:v>
                </c:pt>
                <c:pt idx="442">
                  <c:v>6990.54</c:v>
                </c:pt>
                <c:pt idx="443">
                  <c:v>6970.25</c:v>
                </c:pt>
                <c:pt idx="444">
                  <c:v>6939.48</c:v>
                </c:pt>
                <c:pt idx="445">
                  <c:v>6925.06</c:v>
                </c:pt>
                <c:pt idx="446">
                  <c:v>6854.91</c:v>
                </c:pt>
                <c:pt idx="447">
                  <c:v>6733.65</c:v>
                </c:pt>
                <c:pt idx="448">
                  <c:v>6595.83</c:v>
                </c:pt>
                <c:pt idx="449">
                  <c:v>6625</c:v>
                </c:pt>
                <c:pt idx="450">
                  <c:v>6640.01</c:v>
                </c:pt>
                <c:pt idx="451">
                  <c:v>6647.54</c:v>
                </c:pt>
                <c:pt idx="452">
                  <c:v>6773.49</c:v>
                </c:pt>
                <c:pt idx="453">
                  <c:v>6773.49</c:v>
                </c:pt>
                <c:pt idx="454">
                  <c:v>6712.65</c:v>
                </c:pt>
                <c:pt idx="455">
                  <c:v>6660.46</c:v>
                </c:pt>
                <c:pt idx="456">
                  <c:v>6724.38</c:v>
                </c:pt>
                <c:pt idx="457">
                  <c:v>6708.67</c:v>
                </c:pt>
                <c:pt idx="458">
                  <c:v>6752.38</c:v>
                </c:pt>
                <c:pt idx="459">
                  <c:v>6742.58</c:v>
                </c:pt>
                <c:pt idx="460">
                  <c:v>6871.59</c:v>
                </c:pt>
                <c:pt idx="461">
                  <c:v>6869.59</c:v>
                </c:pt>
                <c:pt idx="462">
                  <c:v>6824.7</c:v>
                </c:pt>
                <c:pt idx="463">
                  <c:v>6767.13</c:v>
                </c:pt>
                <c:pt idx="464">
                  <c:v>6794.75</c:v>
                </c:pt>
                <c:pt idx="465">
                  <c:v>6706.32</c:v>
                </c:pt>
                <c:pt idx="466">
                  <c:v>6663.19</c:v>
                </c:pt>
                <c:pt idx="467">
                  <c:v>6552.47</c:v>
                </c:pt>
                <c:pt idx="468">
                  <c:v>6555.31</c:v>
                </c:pt>
                <c:pt idx="469">
                  <c:v>6486.26</c:v>
                </c:pt>
                <c:pt idx="470">
                  <c:v>6371.35</c:v>
                </c:pt>
                <c:pt idx="471">
                  <c:v>6386.85</c:v>
                </c:pt>
                <c:pt idx="472">
                  <c:v>6309.51</c:v>
                </c:pt>
                <c:pt idx="473">
                  <c:v>6506.8</c:v>
                </c:pt>
                <c:pt idx="474">
                  <c:v>6667.16</c:v>
                </c:pt>
                <c:pt idx="475">
                  <c:v>6717.91</c:v>
                </c:pt>
                <c:pt idx="476">
                  <c:v>6720.29</c:v>
                </c:pt>
                <c:pt idx="477">
                  <c:v>6784.1</c:v>
                </c:pt>
                <c:pt idx="478">
                  <c:v>6788.46</c:v>
                </c:pt>
                <c:pt idx="479">
                  <c:v>6687.07</c:v>
                </c:pt>
                <c:pt idx="480">
                  <c:v>6761.3</c:v>
                </c:pt>
                <c:pt idx="481">
                  <c:v>7010.03</c:v>
                </c:pt>
                <c:pt idx="482">
                  <c:v>6986.5</c:v>
                </c:pt>
                <c:pt idx="483">
                  <c:v>6905.09</c:v>
                </c:pt>
                <c:pt idx="484">
                  <c:v>6946.4</c:v>
                </c:pt>
                <c:pt idx="485">
                  <c:v>7017.96</c:v>
                </c:pt>
                <c:pt idx="486">
                  <c:v>7135.82</c:v>
                </c:pt>
                <c:pt idx="487">
                  <c:v>7180.5</c:v>
                </c:pt>
                <c:pt idx="488">
                  <c:v>7163.64</c:v>
                </c:pt>
                <c:pt idx="489">
                  <c:v>7149.33</c:v>
                </c:pt>
                <c:pt idx="490">
                  <c:v>7281.34</c:v>
                </c:pt>
                <c:pt idx="491">
                  <c:v>7214.56</c:v>
                </c:pt>
                <c:pt idx="492">
                  <c:v>7324.69</c:v>
                </c:pt>
                <c:pt idx="493">
                  <c:v>7370.44</c:v>
                </c:pt>
                <c:pt idx="494">
                  <c:v>7271.17</c:v>
                </c:pt>
                <c:pt idx="495">
                  <c:v>7271.17</c:v>
                </c:pt>
                <c:pt idx="496">
                  <c:v>7247.18</c:v>
                </c:pt>
                <c:pt idx="497">
                  <c:v>7094.02</c:v>
                </c:pt>
                <c:pt idx="498">
                  <c:v>7135.63</c:v>
                </c:pt>
                <c:pt idx="499">
                  <c:v>7075.85</c:v>
                </c:pt>
                <c:pt idx="500">
                  <c:v>7062.78</c:v>
                </c:pt>
                <c:pt idx="501">
                  <c:v>7009.2</c:v>
                </c:pt>
                <c:pt idx="502">
                  <c:v>7063.32</c:v>
                </c:pt>
                <c:pt idx="503">
                  <c:v>6995.22</c:v>
                </c:pt>
                <c:pt idx="504">
                  <c:v>6996.55</c:v>
                </c:pt>
                <c:pt idx="505">
                  <c:v>6996.55</c:v>
                </c:pt>
                <c:pt idx="506">
                  <c:v>6999.02</c:v>
                </c:pt>
                <c:pt idx="507">
                  <c:v>6919.09</c:v>
                </c:pt>
                <c:pt idx="508">
                  <c:v>6856.28</c:v>
                </c:pt>
                <c:pt idx="509">
                  <c:v>6870.4</c:v>
                </c:pt>
                <c:pt idx="510">
                  <c:v>6721.63</c:v>
                </c:pt>
                <c:pt idx="511">
                  <c:v>6626.18</c:v>
                </c:pt>
                <c:pt idx="512">
                  <c:v>6624.17</c:v>
                </c:pt>
                <c:pt idx="513">
                  <c:v>6611.03</c:v>
                </c:pt>
                <c:pt idx="514">
                  <c:v>6484.58</c:v>
                </c:pt>
                <c:pt idx="515">
                  <c:v>6446.23</c:v>
                </c:pt>
                <c:pt idx="516">
                  <c:v>6460.32</c:v>
                </c:pt>
                <c:pt idx="517">
                  <c:v>6421.83</c:v>
                </c:pt>
                <c:pt idx="518">
                  <c:v>6745</c:v>
                </c:pt>
                <c:pt idx="519">
                  <c:v>6764.26</c:v>
                </c:pt>
                <c:pt idx="520">
                  <c:v>6777.99</c:v>
                </c:pt>
                <c:pt idx="521">
                  <c:v>6777.99</c:v>
                </c:pt>
                <c:pt idx="522">
                  <c:v>6782.04</c:v>
                </c:pt>
                <c:pt idx="523">
                  <c:v>6834.05</c:v>
                </c:pt>
                <c:pt idx="524">
                  <c:v>6816.77</c:v>
                </c:pt>
                <c:pt idx="525">
                  <c:v>6795.1</c:v>
                </c:pt>
                <c:pt idx="526">
                  <c:v>6720.46</c:v>
                </c:pt>
                <c:pt idx="527">
                  <c:v>6718.05</c:v>
                </c:pt>
                <c:pt idx="528">
                  <c:v>6614.73</c:v>
                </c:pt>
                <c:pt idx="529">
                  <c:v>6577.78</c:v>
                </c:pt>
                <c:pt idx="530">
                  <c:v>6587.52</c:v>
                </c:pt>
                <c:pt idx="531">
                  <c:v>6548.34</c:v>
                </c:pt>
                <c:pt idx="532">
                  <c:v>6541.68</c:v>
                </c:pt>
                <c:pt idx="533">
                  <c:v>6532.36</c:v>
                </c:pt>
                <c:pt idx="534">
                  <c:v>6573.78</c:v>
                </c:pt>
                <c:pt idx="535">
                  <c:v>6474.06</c:v>
                </c:pt>
                <c:pt idx="536">
                  <c:v>6352.27</c:v>
                </c:pt>
                <c:pt idx="537">
                  <c:v>6249.34</c:v>
                </c:pt>
                <c:pt idx="538">
                  <c:v>6434.39</c:v>
                </c:pt>
                <c:pt idx="539">
                  <c:v>6480.38</c:v>
                </c:pt>
                <c:pt idx="540">
                  <c:v>6383.95</c:v>
                </c:pt>
                <c:pt idx="541">
                  <c:v>6511.44</c:v>
                </c:pt>
                <c:pt idx="542">
                  <c:v>6490.85</c:v>
                </c:pt>
                <c:pt idx="543">
                  <c:v>6386.77</c:v>
                </c:pt>
                <c:pt idx="544">
                  <c:v>6349.96</c:v>
                </c:pt>
                <c:pt idx="545">
                  <c:v>6425.88</c:v>
                </c:pt>
                <c:pt idx="546">
                  <c:v>6527.95</c:v>
                </c:pt>
                <c:pt idx="547">
                  <c:v>6574.86</c:v>
                </c:pt>
                <c:pt idx="548">
                  <c:v>6551.18</c:v>
                </c:pt>
                <c:pt idx="549">
                  <c:v>6703.37</c:v>
                </c:pt>
                <c:pt idx="550">
                  <c:v>6799.26</c:v>
                </c:pt>
                <c:pt idx="551">
                  <c:v>6743.92</c:v>
                </c:pt>
                <c:pt idx="552">
                  <c:v>6808.2</c:v>
                </c:pt>
                <c:pt idx="553">
                  <c:v>6784.09</c:v>
                </c:pt>
                <c:pt idx="554">
                  <c:v>6791.31</c:v>
                </c:pt>
                <c:pt idx="555">
                  <c:v>6743.98</c:v>
                </c:pt>
                <c:pt idx="556">
                  <c:v>6748.14</c:v>
                </c:pt>
                <c:pt idx="557">
                  <c:v>6768.05</c:v>
                </c:pt>
                <c:pt idx="558">
                  <c:v>6772.07</c:v>
                </c:pt>
                <c:pt idx="559">
                  <c:v>6794.37</c:v>
                </c:pt>
                <c:pt idx="560">
                  <c:v>6803.03</c:v>
                </c:pt>
                <c:pt idx="561">
                  <c:v>6876.86</c:v>
                </c:pt>
                <c:pt idx="562">
                  <c:v>6900.84</c:v>
                </c:pt>
                <c:pt idx="563">
                  <c:v>6841.02</c:v>
                </c:pt>
                <c:pt idx="564">
                  <c:v>6782.99</c:v>
                </c:pt>
                <c:pt idx="565">
                  <c:v>6716.8</c:v>
                </c:pt>
                <c:pt idx="566">
                  <c:v>6667</c:v>
                </c:pt>
                <c:pt idx="567">
                  <c:v>6855.26</c:v>
                </c:pt>
                <c:pt idx="568">
                  <c:v>6758.74</c:v>
                </c:pt>
                <c:pt idx="569">
                  <c:v>6789.31</c:v>
                </c:pt>
                <c:pt idx="570">
                  <c:v>6607.32</c:v>
                </c:pt>
                <c:pt idx="571">
                  <c:v>6613.52</c:v>
                </c:pt>
                <c:pt idx="572">
                  <c:v>6663.61</c:v>
                </c:pt>
                <c:pt idx="573">
                  <c:v>6555.54</c:v>
                </c:pt>
                <c:pt idx="574">
                  <c:v>6542.8</c:v>
                </c:pt>
                <c:pt idx="575">
                  <c:v>6767.44</c:v>
                </c:pt>
                <c:pt idx="576">
                  <c:v>6776.96</c:v>
                </c:pt>
                <c:pt idx="577">
                  <c:v>6720.98</c:v>
                </c:pt>
                <c:pt idx="578">
                  <c:v>6634.66</c:v>
                </c:pt>
                <c:pt idx="579">
                  <c:v>6639.12</c:v>
                </c:pt>
                <c:pt idx="580">
                  <c:v>6642.78</c:v>
                </c:pt>
                <c:pt idx="581">
                  <c:v>6647.36</c:v>
                </c:pt>
                <c:pt idx="582">
                  <c:v>6642.89</c:v>
                </c:pt>
                <c:pt idx="583">
                  <c:v>6483.74</c:v>
                </c:pt>
                <c:pt idx="584">
                  <c:v>6553.1</c:v>
                </c:pt>
                <c:pt idx="585">
                  <c:v>6591.43</c:v>
                </c:pt>
                <c:pt idx="586">
                  <c:v>6591.43</c:v>
                </c:pt>
                <c:pt idx="587">
                  <c:v>6668.76</c:v>
                </c:pt>
                <c:pt idx="588">
                  <c:v>6712.22</c:v>
                </c:pt>
                <c:pt idx="589">
                  <c:v>6876.06</c:v>
                </c:pt>
                <c:pt idx="590">
                  <c:v>6782.4</c:v>
                </c:pt>
                <c:pt idx="591">
                  <c:v>6763.75</c:v>
                </c:pt>
                <c:pt idx="592">
                  <c:v>6629.19</c:v>
                </c:pt>
                <c:pt idx="593">
                  <c:v>6661.25</c:v>
                </c:pt>
                <c:pt idx="594">
                  <c:v>6718.1</c:v>
                </c:pt>
                <c:pt idx="595">
                  <c:v>6618.66</c:v>
                </c:pt>
                <c:pt idx="596">
                  <c:v>6522.05</c:v>
                </c:pt>
                <c:pt idx="597">
                  <c:v>6689.75</c:v>
                </c:pt>
                <c:pt idx="598">
                  <c:v>6704.81</c:v>
                </c:pt>
                <c:pt idx="599">
                  <c:v>6603.39</c:v>
                </c:pt>
                <c:pt idx="600">
                  <c:v>6622.14</c:v>
                </c:pt>
                <c:pt idx="601">
                  <c:v>6581.66</c:v>
                </c:pt>
                <c:pt idx="602">
                  <c:v>6531.65</c:v>
                </c:pt>
                <c:pt idx="603">
                  <c:v>6505.08</c:v>
                </c:pt>
                <c:pt idx="604">
                  <c:v>6513.47</c:v>
                </c:pt>
                <c:pt idx="605">
                  <c:v>6417.92</c:v>
                </c:pt>
                <c:pt idx="606">
                  <c:v>6348.77</c:v>
                </c:pt>
                <c:pt idx="607">
                  <c:v>6360.99</c:v>
                </c:pt>
                <c:pt idx="608">
                  <c:v>6342.32</c:v>
                </c:pt>
                <c:pt idx="609">
                  <c:v>6342.32</c:v>
                </c:pt>
                <c:pt idx="610">
                  <c:v>6294.04</c:v>
                </c:pt>
                <c:pt idx="611">
                  <c:v>6247.5</c:v>
                </c:pt>
                <c:pt idx="612">
                  <c:v>6146.27</c:v>
                </c:pt>
                <c:pt idx="613">
                  <c:v>6124.74</c:v>
                </c:pt>
                <c:pt idx="614">
                  <c:v>5993.87</c:v>
                </c:pt>
                <c:pt idx="615">
                  <c:v>5998.19</c:v>
                </c:pt>
                <c:pt idx="616">
                  <c:v>6035.64</c:v>
                </c:pt>
                <c:pt idx="617">
                  <c:v>6071.77</c:v>
                </c:pt>
                <c:pt idx="618">
                  <c:v>6183.78</c:v>
                </c:pt>
                <c:pt idx="619">
                  <c:v>6183.21</c:v>
                </c:pt>
                <c:pt idx="620">
                  <c:v>6173.08</c:v>
                </c:pt>
                <c:pt idx="621">
                  <c:v>6177.31</c:v>
                </c:pt>
                <c:pt idx="622">
                  <c:v>6166.62</c:v>
                </c:pt>
                <c:pt idx="623">
                  <c:v>6106.65</c:v>
                </c:pt>
                <c:pt idx="624">
                  <c:v>6166.64</c:v>
                </c:pt>
                <c:pt idx="625">
                  <c:v>6148.58</c:v>
                </c:pt>
                <c:pt idx="626">
                  <c:v>6105.63</c:v>
                </c:pt>
                <c:pt idx="627">
                  <c:v>6026.86</c:v>
                </c:pt>
                <c:pt idx="628">
                  <c:v>6174.52</c:v>
                </c:pt>
                <c:pt idx="629">
                  <c:v>6159.27</c:v>
                </c:pt>
                <c:pt idx="630">
                  <c:v>6129.67</c:v>
                </c:pt>
                <c:pt idx="631">
                  <c:v>6126.58</c:v>
                </c:pt>
                <c:pt idx="632">
                  <c:v>6077.05</c:v>
                </c:pt>
                <c:pt idx="633">
                  <c:v>6034.51</c:v>
                </c:pt>
                <c:pt idx="634">
                  <c:v>6097.48</c:v>
                </c:pt>
                <c:pt idx="635">
                  <c:v>6062.5</c:v>
                </c:pt>
                <c:pt idx="636">
                  <c:v>6156.6</c:v>
                </c:pt>
                <c:pt idx="637">
                  <c:v>6181.7</c:v>
                </c:pt>
                <c:pt idx="638">
                  <c:v>6152.75</c:v>
                </c:pt>
                <c:pt idx="639">
                  <c:v>6168.86</c:v>
                </c:pt>
                <c:pt idx="640">
                  <c:v>6119.53</c:v>
                </c:pt>
                <c:pt idx="641">
                  <c:v>6105.94</c:v>
                </c:pt>
                <c:pt idx="642">
                  <c:v>6106.54</c:v>
                </c:pt>
                <c:pt idx="643">
                  <c:v>6106.54</c:v>
                </c:pt>
                <c:pt idx="644">
                  <c:v>6053.2</c:v>
                </c:pt>
                <c:pt idx="645">
                  <c:v>6102.71</c:v>
                </c:pt>
                <c:pt idx="646">
                  <c:v>5990.43</c:v>
                </c:pt>
                <c:pt idx="647">
                  <c:v>6049.7</c:v>
                </c:pt>
                <c:pt idx="648">
                  <c:v>5974.76</c:v>
                </c:pt>
                <c:pt idx="649">
                  <c:v>6003.29</c:v>
                </c:pt>
                <c:pt idx="650">
                  <c:v>5913.04</c:v>
                </c:pt>
                <c:pt idx="651">
                  <c:v>5940.05</c:v>
                </c:pt>
                <c:pt idx="652">
                  <c:v>5797.43</c:v>
                </c:pt>
                <c:pt idx="653">
                  <c:v>5837.33</c:v>
                </c:pt>
                <c:pt idx="654">
                  <c:v>5789.74</c:v>
                </c:pt>
                <c:pt idx="655">
                  <c:v>5712.99</c:v>
                </c:pt>
                <c:pt idx="656">
                  <c:v>5672.51</c:v>
                </c:pt>
                <c:pt idx="657">
                  <c:v>5617.1</c:v>
                </c:pt>
                <c:pt idx="658">
                  <c:v>5560.66</c:v>
                </c:pt>
                <c:pt idx="659">
                  <c:v>5452.06</c:v>
                </c:pt>
                <c:pt idx="660">
                  <c:v>5418.94</c:v>
                </c:pt>
                <c:pt idx="661">
                  <c:v>5308.22</c:v>
                </c:pt>
                <c:pt idx="662">
                  <c:v>5287.27</c:v>
                </c:pt>
                <c:pt idx="663">
                  <c:v>5432.73</c:v>
                </c:pt>
                <c:pt idx="664">
                  <c:v>5381.92</c:v>
                </c:pt>
                <c:pt idx="665">
                  <c:v>5330.88</c:v>
                </c:pt>
                <c:pt idx="666">
                  <c:v>5437.91</c:v>
                </c:pt>
                <c:pt idx="667">
                  <c:v>5429.08</c:v>
                </c:pt>
                <c:pt idx="668">
                  <c:v>5477.89</c:v>
                </c:pt>
                <c:pt idx="669">
                  <c:v>5469.95</c:v>
                </c:pt>
                <c:pt idx="670">
                  <c:v>5400.23</c:v>
                </c:pt>
                <c:pt idx="671">
                  <c:v>5461.16</c:v>
                </c:pt>
                <c:pt idx="672">
                  <c:v>5471.83</c:v>
                </c:pt>
                <c:pt idx="673">
                  <c:v>5412.17</c:v>
                </c:pt>
                <c:pt idx="674">
                  <c:v>5420.76</c:v>
                </c:pt>
                <c:pt idx="675">
                  <c:v>5382.16</c:v>
                </c:pt>
                <c:pt idx="676">
                  <c:v>5251.99</c:v>
                </c:pt>
                <c:pt idx="677">
                  <c:v>5248.4</c:v>
                </c:pt>
                <c:pt idx="678">
                  <c:v>5155.29</c:v>
                </c:pt>
                <c:pt idx="679">
                  <c:v>5207.78</c:v>
                </c:pt>
                <c:pt idx="680">
                  <c:v>5184.12</c:v>
                </c:pt>
                <c:pt idx="681">
                  <c:v>5156.68</c:v>
                </c:pt>
                <c:pt idx="682">
                  <c:v>5144.68</c:v>
                </c:pt>
                <c:pt idx="683">
                  <c:v>5232.83</c:v>
                </c:pt>
                <c:pt idx="684">
                  <c:v>5228.9399999999996</c:v>
                </c:pt>
                <c:pt idx="685">
                  <c:v>5255.91</c:v>
                </c:pt>
                <c:pt idx="686">
                  <c:v>5325.1</c:v>
                </c:pt>
                <c:pt idx="687">
                  <c:v>5423.35</c:v>
                </c:pt>
                <c:pt idx="688">
                  <c:v>5425.25</c:v>
                </c:pt>
                <c:pt idx="689">
                  <c:v>5435.67</c:v>
                </c:pt>
                <c:pt idx="690">
                  <c:v>5568.07</c:v>
                </c:pt>
                <c:pt idx="691">
                  <c:v>5530.39</c:v>
                </c:pt>
                <c:pt idx="692">
                  <c:v>5473.45</c:v>
                </c:pt>
                <c:pt idx="693">
                  <c:v>5616.44</c:v>
                </c:pt>
                <c:pt idx="694">
                  <c:v>5515.32</c:v>
                </c:pt>
                <c:pt idx="695">
                  <c:v>5547.72</c:v>
                </c:pt>
                <c:pt idx="696">
                  <c:v>5549.14</c:v>
                </c:pt>
                <c:pt idx="697">
                  <c:v>5488.42</c:v>
                </c:pt>
                <c:pt idx="698">
                  <c:v>5470.09</c:v>
                </c:pt>
                <c:pt idx="699">
                  <c:v>5461.54</c:v>
                </c:pt>
                <c:pt idx="700">
                  <c:v>5438.17</c:v>
                </c:pt>
                <c:pt idx="701">
                  <c:v>5352.71</c:v>
                </c:pt>
                <c:pt idx="702">
                  <c:v>5332.35</c:v>
                </c:pt>
                <c:pt idx="703">
                  <c:v>5256.68</c:v>
                </c:pt>
                <c:pt idx="704">
                  <c:v>5377</c:v>
                </c:pt>
                <c:pt idx="705">
                  <c:v>5296.81</c:v>
                </c:pt>
                <c:pt idx="706">
                  <c:v>5295.66</c:v>
                </c:pt>
                <c:pt idx="707">
                  <c:v>5198.12</c:v>
                </c:pt>
                <c:pt idx="708">
                  <c:v>5199.2299999999996</c:v>
                </c:pt>
                <c:pt idx="709">
                  <c:v>5259.85</c:v>
                </c:pt>
                <c:pt idx="710">
                  <c:v>5296.33</c:v>
                </c:pt>
                <c:pt idx="711">
                  <c:v>5333.1</c:v>
                </c:pt>
                <c:pt idx="712">
                  <c:v>5269.36</c:v>
                </c:pt>
                <c:pt idx="713">
                  <c:v>5293.56</c:v>
                </c:pt>
                <c:pt idx="714">
                  <c:v>5275.07</c:v>
                </c:pt>
                <c:pt idx="715">
                  <c:v>5336.52</c:v>
                </c:pt>
                <c:pt idx="716">
                  <c:v>5402.53</c:v>
                </c:pt>
                <c:pt idx="717">
                  <c:v>5360.61</c:v>
                </c:pt>
                <c:pt idx="718">
                  <c:v>5377.16</c:v>
                </c:pt>
                <c:pt idx="719">
                  <c:v>5402.65</c:v>
                </c:pt>
                <c:pt idx="720">
                  <c:v>5552.31</c:v>
                </c:pt>
                <c:pt idx="721">
                  <c:v>5543.44</c:v>
                </c:pt>
                <c:pt idx="722">
                  <c:v>5548.85</c:v>
                </c:pt>
                <c:pt idx="723">
                  <c:v>5445.32</c:v>
                </c:pt>
                <c:pt idx="724">
                  <c:v>5529.05</c:v>
                </c:pt>
                <c:pt idx="725">
                  <c:v>5688.55</c:v>
                </c:pt>
                <c:pt idx="726">
                  <c:v>5617.44</c:v>
                </c:pt>
                <c:pt idx="727">
                  <c:v>5609.76</c:v>
                </c:pt>
                <c:pt idx="728">
                  <c:v>5629.7</c:v>
                </c:pt>
                <c:pt idx="729">
                  <c:v>5759.9</c:v>
                </c:pt>
                <c:pt idx="730">
                  <c:v>5805.14</c:v>
                </c:pt>
                <c:pt idx="731">
                  <c:v>5619.83</c:v>
                </c:pt>
                <c:pt idx="732">
                  <c:v>5587.88</c:v>
                </c:pt>
                <c:pt idx="733">
                  <c:v>5497.78</c:v>
                </c:pt>
                <c:pt idx="734">
                  <c:v>5435.21</c:v>
                </c:pt>
                <c:pt idx="735">
                  <c:v>5409.75</c:v>
                </c:pt>
                <c:pt idx="736">
                  <c:v>5432.37</c:v>
                </c:pt>
                <c:pt idx="737">
                  <c:v>5481.29</c:v>
                </c:pt>
                <c:pt idx="738">
                  <c:v>5468.46</c:v>
                </c:pt>
                <c:pt idx="739">
                  <c:v>5463.09</c:v>
                </c:pt>
                <c:pt idx="740">
                  <c:v>5463.09</c:v>
                </c:pt>
                <c:pt idx="741">
                  <c:v>5502.5</c:v>
                </c:pt>
                <c:pt idx="742">
                  <c:v>5424.45</c:v>
                </c:pt>
                <c:pt idx="743">
                  <c:v>5431.12</c:v>
                </c:pt>
                <c:pt idx="744">
                  <c:v>5415.16</c:v>
                </c:pt>
                <c:pt idx="745">
                  <c:v>5322.03</c:v>
                </c:pt>
                <c:pt idx="746">
                  <c:v>5406.07</c:v>
                </c:pt>
                <c:pt idx="747">
                  <c:v>5395.48</c:v>
                </c:pt>
                <c:pt idx="748">
                  <c:v>5472.49</c:v>
                </c:pt>
                <c:pt idx="749">
                  <c:v>5533.83</c:v>
                </c:pt>
                <c:pt idx="750">
                  <c:v>5533.83</c:v>
                </c:pt>
                <c:pt idx="751">
                  <c:v>5605.83</c:v>
                </c:pt>
                <c:pt idx="752">
                  <c:v>5454.21</c:v>
                </c:pt>
                <c:pt idx="753">
                  <c:v>5405.24</c:v>
                </c:pt>
                <c:pt idx="754">
                  <c:v>5372.89</c:v>
                </c:pt>
                <c:pt idx="755">
                  <c:v>5272.12</c:v>
                </c:pt>
                <c:pt idx="756">
                  <c:v>5226.9399999999996</c:v>
                </c:pt>
                <c:pt idx="757">
                  <c:v>5173.97</c:v>
                </c:pt>
                <c:pt idx="758">
                  <c:v>5342.9</c:v>
                </c:pt>
                <c:pt idx="759">
                  <c:v>5366.25</c:v>
                </c:pt>
                <c:pt idx="760">
                  <c:v>5351.24</c:v>
                </c:pt>
                <c:pt idx="761">
                  <c:v>5309.8</c:v>
                </c:pt>
                <c:pt idx="762">
                  <c:v>5270.54</c:v>
                </c:pt>
                <c:pt idx="763">
                  <c:v>5290.88</c:v>
                </c:pt>
                <c:pt idx="764">
                  <c:v>5293.52</c:v>
                </c:pt>
                <c:pt idx="765">
                  <c:v>5182.66</c:v>
                </c:pt>
                <c:pt idx="766">
                  <c:v>4991.2299999999996</c:v>
                </c:pt>
                <c:pt idx="767">
                  <c:v>5023.1099999999997</c:v>
                </c:pt>
                <c:pt idx="768">
                  <c:v>5117.88</c:v>
                </c:pt>
                <c:pt idx="769">
                  <c:v>5086.37</c:v>
                </c:pt>
                <c:pt idx="770">
                  <c:v>5085.96</c:v>
                </c:pt>
                <c:pt idx="771">
                  <c:v>4994.4399999999996</c:v>
                </c:pt>
                <c:pt idx="772">
                  <c:v>4936.6400000000003</c:v>
                </c:pt>
                <c:pt idx="773">
                  <c:v>4911.3100000000004</c:v>
                </c:pt>
                <c:pt idx="774">
                  <c:v>4892.38</c:v>
                </c:pt>
                <c:pt idx="775">
                  <c:v>4907.8</c:v>
                </c:pt>
                <c:pt idx="776">
                  <c:v>4941.82</c:v>
                </c:pt>
                <c:pt idx="777">
                  <c:v>4864.78</c:v>
                </c:pt>
                <c:pt idx="778">
                  <c:v>4880.68</c:v>
                </c:pt>
                <c:pt idx="779">
                  <c:v>4903.91</c:v>
                </c:pt>
                <c:pt idx="780">
                  <c:v>4816.87</c:v>
                </c:pt>
                <c:pt idx="781">
                  <c:v>4819.53</c:v>
                </c:pt>
                <c:pt idx="782">
                  <c:v>4854.3599999999997</c:v>
                </c:pt>
                <c:pt idx="783">
                  <c:v>4897.62</c:v>
                </c:pt>
                <c:pt idx="784">
                  <c:v>4854.43</c:v>
                </c:pt>
                <c:pt idx="785">
                  <c:v>4722.51</c:v>
                </c:pt>
                <c:pt idx="786">
                  <c:v>4510.6400000000003</c:v>
                </c:pt>
                <c:pt idx="787">
                  <c:v>4627.9799999999996</c:v>
                </c:pt>
                <c:pt idx="788">
                  <c:v>4679.25</c:v>
                </c:pt>
                <c:pt idx="789">
                  <c:v>4680.12</c:v>
                </c:pt>
                <c:pt idx="790">
                  <c:v>4713.43</c:v>
                </c:pt>
                <c:pt idx="791">
                  <c:v>4711.3900000000003</c:v>
                </c:pt>
                <c:pt idx="792">
                  <c:v>4708.75</c:v>
                </c:pt>
                <c:pt idx="793">
                  <c:v>4674.8999999999996</c:v>
                </c:pt>
                <c:pt idx="794">
                  <c:v>4721.96</c:v>
                </c:pt>
                <c:pt idx="795">
                  <c:v>4624.49</c:v>
                </c:pt>
                <c:pt idx="796">
                  <c:v>4619.6499999999996</c:v>
                </c:pt>
                <c:pt idx="797">
                  <c:v>4729</c:v>
                </c:pt>
                <c:pt idx="798">
                  <c:v>4693.45</c:v>
                </c:pt>
                <c:pt idx="799">
                  <c:v>4689.95</c:v>
                </c:pt>
                <c:pt idx="800">
                  <c:v>4710.26</c:v>
                </c:pt>
                <c:pt idx="801">
                  <c:v>4631.96</c:v>
                </c:pt>
                <c:pt idx="802">
                  <c:v>4584.53</c:v>
                </c:pt>
                <c:pt idx="803">
                  <c:v>4500.43</c:v>
                </c:pt>
                <c:pt idx="804">
                  <c:v>4517.6400000000003</c:v>
                </c:pt>
                <c:pt idx="805">
                  <c:v>4557.92</c:v>
                </c:pt>
                <c:pt idx="806">
                  <c:v>4522.07</c:v>
                </c:pt>
                <c:pt idx="807">
                  <c:v>4441.72</c:v>
                </c:pt>
                <c:pt idx="808">
                  <c:v>4485.7299999999996</c:v>
                </c:pt>
                <c:pt idx="809">
                  <c:v>4442.82</c:v>
                </c:pt>
                <c:pt idx="810">
                  <c:v>4512.12</c:v>
                </c:pt>
                <c:pt idx="811">
                  <c:v>4481.68</c:v>
                </c:pt>
                <c:pt idx="812">
                  <c:v>4321.04</c:v>
                </c:pt>
                <c:pt idx="813">
                  <c:v>4279.47</c:v>
                </c:pt>
                <c:pt idx="814">
                  <c:v>4168.8100000000004</c:v>
                </c:pt>
                <c:pt idx="815">
                  <c:v>4105.46</c:v>
                </c:pt>
                <c:pt idx="816">
                  <c:v>4184.53</c:v>
                </c:pt>
                <c:pt idx="817">
                  <c:v>4232.99</c:v>
                </c:pt>
                <c:pt idx="818">
                  <c:v>4228.5600000000004</c:v>
                </c:pt>
                <c:pt idx="819">
                  <c:v>4273.1400000000003</c:v>
                </c:pt>
                <c:pt idx="820">
                  <c:v>4253.96</c:v>
                </c:pt>
                <c:pt idx="821">
                  <c:v>4183.3100000000004</c:v>
                </c:pt>
                <c:pt idx="822">
                  <c:v>4086.53</c:v>
                </c:pt>
                <c:pt idx="823">
                  <c:v>4127.33</c:v>
                </c:pt>
                <c:pt idx="824">
                  <c:v>4135.45</c:v>
                </c:pt>
                <c:pt idx="825">
                  <c:v>4124.01</c:v>
                </c:pt>
                <c:pt idx="826">
                  <c:v>4222.07</c:v>
                </c:pt>
                <c:pt idx="827">
                  <c:v>4168.05</c:v>
                </c:pt>
                <c:pt idx="828">
                  <c:v>4167.96</c:v>
                </c:pt>
                <c:pt idx="829">
                  <c:v>4252.93</c:v>
                </c:pt>
                <c:pt idx="830">
                  <c:v>4252.93</c:v>
                </c:pt>
                <c:pt idx="831">
                  <c:v>4316.99</c:v>
                </c:pt>
                <c:pt idx="832">
                  <c:v>4428.84</c:v>
                </c:pt>
                <c:pt idx="833">
                  <c:v>4456.8599999999997</c:v>
                </c:pt>
                <c:pt idx="834">
                  <c:v>4435.72</c:v>
                </c:pt>
                <c:pt idx="835">
                  <c:v>4325.95</c:v>
                </c:pt>
                <c:pt idx="836">
                  <c:v>4350.12</c:v>
                </c:pt>
                <c:pt idx="837">
                  <c:v>4379.83</c:v>
                </c:pt>
                <c:pt idx="838">
                  <c:v>4401.51</c:v>
                </c:pt>
                <c:pt idx="839">
                  <c:v>4259.68</c:v>
                </c:pt>
                <c:pt idx="840">
                  <c:v>4298.08</c:v>
                </c:pt>
                <c:pt idx="841">
                  <c:v>4407.4399999999996</c:v>
                </c:pt>
                <c:pt idx="842">
                  <c:v>4253.62</c:v>
                </c:pt>
                <c:pt idx="843">
                  <c:v>4156.87</c:v>
                </c:pt>
                <c:pt idx="844">
                  <c:v>4075.7</c:v>
                </c:pt>
                <c:pt idx="845">
                  <c:v>4160.1400000000003</c:v>
                </c:pt>
                <c:pt idx="846">
                  <c:v>4155.92</c:v>
                </c:pt>
                <c:pt idx="847">
                  <c:v>4011.91</c:v>
                </c:pt>
                <c:pt idx="848">
                  <c:v>3876.7</c:v>
                </c:pt>
                <c:pt idx="849">
                  <c:v>3922</c:v>
                </c:pt>
                <c:pt idx="850">
                  <c:v>3989.65</c:v>
                </c:pt>
                <c:pt idx="851">
                  <c:v>3977.21</c:v>
                </c:pt>
                <c:pt idx="852">
                  <c:v>3977.21</c:v>
                </c:pt>
                <c:pt idx="853">
                  <c:v>3967.98</c:v>
                </c:pt>
                <c:pt idx="854">
                  <c:v>3923.9</c:v>
                </c:pt>
                <c:pt idx="855">
                  <c:v>3829.38</c:v>
                </c:pt>
                <c:pt idx="856">
                  <c:v>3814.67</c:v>
                </c:pt>
                <c:pt idx="857">
                  <c:v>3757.28</c:v>
                </c:pt>
                <c:pt idx="858">
                  <c:v>3704.28</c:v>
                </c:pt>
                <c:pt idx="859">
                  <c:v>3817.1</c:v>
                </c:pt>
                <c:pt idx="860">
                  <c:v>3912.93</c:v>
                </c:pt>
                <c:pt idx="861">
                  <c:v>3909.94</c:v>
                </c:pt>
                <c:pt idx="862">
                  <c:v>3926.77</c:v>
                </c:pt>
                <c:pt idx="863">
                  <c:v>3820.42</c:v>
                </c:pt>
                <c:pt idx="864">
                  <c:v>3888.07</c:v>
                </c:pt>
                <c:pt idx="865">
                  <c:v>3879.59</c:v>
                </c:pt>
                <c:pt idx="866">
                  <c:v>3970.21</c:v>
                </c:pt>
                <c:pt idx="867">
                  <c:v>3924.66</c:v>
                </c:pt>
                <c:pt idx="868">
                  <c:v>3899.97</c:v>
                </c:pt>
                <c:pt idx="869">
                  <c:v>3960.42</c:v>
                </c:pt>
                <c:pt idx="870">
                  <c:v>4013.19</c:v>
                </c:pt>
                <c:pt idx="871">
                  <c:v>4147.79</c:v>
                </c:pt>
                <c:pt idx="872">
                  <c:v>4152.47</c:v>
                </c:pt>
                <c:pt idx="873">
                  <c:v>4081.04</c:v>
                </c:pt>
                <c:pt idx="874">
                  <c:v>3975.95</c:v>
                </c:pt>
                <c:pt idx="875">
                  <c:v>4004.71</c:v>
                </c:pt>
                <c:pt idx="876">
                  <c:v>3948.87</c:v>
                </c:pt>
                <c:pt idx="877">
                  <c:v>3967.93</c:v>
                </c:pt>
                <c:pt idx="878">
                  <c:v>4037.11</c:v>
                </c:pt>
                <c:pt idx="879">
                  <c:v>4145.41</c:v>
                </c:pt>
                <c:pt idx="880">
                  <c:v>4165.32</c:v>
                </c:pt>
                <c:pt idx="881">
                  <c:v>4167.68</c:v>
                </c:pt>
                <c:pt idx="882">
                  <c:v>3941.53</c:v>
                </c:pt>
                <c:pt idx="883">
                  <c:v>3969.68</c:v>
                </c:pt>
                <c:pt idx="884">
                  <c:v>4050.26</c:v>
                </c:pt>
                <c:pt idx="885">
                  <c:v>4051.63</c:v>
                </c:pt>
                <c:pt idx="886">
                  <c:v>4051.63</c:v>
                </c:pt>
                <c:pt idx="887">
                  <c:v>4009.75</c:v>
                </c:pt>
                <c:pt idx="888">
                  <c:v>3944.82</c:v>
                </c:pt>
                <c:pt idx="889">
                  <c:v>3954.4</c:v>
                </c:pt>
                <c:pt idx="890">
                  <c:v>3969.73</c:v>
                </c:pt>
                <c:pt idx="891">
                  <c:v>3999.4</c:v>
                </c:pt>
                <c:pt idx="892">
                  <c:v>4031.08</c:v>
                </c:pt>
                <c:pt idx="893">
                  <c:v>3998.11</c:v>
                </c:pt>
                <c:pt idx="894">
                  <c:v>4067.46</c:v>
                </c:pt>
                <c:pt idx="895">
                  <c:v>3996.2</c:v>
                </c:pt>
                <c:pt idx="896">
                  <c:v>3686.72</c:v>
                </c:pt>
                <c:pt idx="897">
                  <c:v>3755.58</c:v>
                </c:pt>
                <c:pt idx="898">
                  <c:v>3724.02</c:v>
                </c:pt>
                <c:pt idx="899">
                  <c:v>3626.25</c:v>
                </c:pt>
                <c:pt idx="900">
                  <c:v>3566.43</c:v>
                </c:pt>
                <c:pt idx="901">
                  <c:v>3665.13</c:v>
                </c:pt>
                <c:pt idx="902">
                  <c:v>3812.81</c:v>
                </c:pt>
                <c:pt idx="903">
                  <c:v>3879.88</c:v>
                </c:pt>
                <c:pt idx="904">
                  <c:v>3927.25</c:v>
                </c:pt>
                <c:pt idx="905">
                  <c:v>3798.21</c:v>
                </c:pt>
                <c:pt idx="906">
                  <c:v>3836.13</c:v>
                </c:pt>
                <c:pt idx="907">
                  <c:v>4059.92</c:v>
                </c:pt>
                <c:pt idx="908">
                  <c:v>3998.98</c:v>
                </c:pt>
                <c:pt idx="909">
                  <c:v>3927.28</c:v>
                </c:pt>
                <c:pt idx="910">
                  <c:v>3830.91</c:v>
                </c:pt>
                <c:pt idx="911">
                  <c:v>3822.43</c:v>
                </c:pt>
              </c:numCache>
            </c:numRef>
          </c:val>
          <c:smooth val="0"/>
          <c:extLst>
            <c:ext xmlns:c16="http://schemas.microsoft.com/office/drawing/2014/chart" uri="{C3380CC4-5D6E-409C-BE32-E72D297353CC}">
              <c16:uniqueId val="{00000000-F39F-4D80-9492-504018AF2FA9}"/>
            </c:ext>
          </c:extLst>
        </c:ser>
        <c:ser>
          <c:idx val="1"/>
          <c:order val="1"/>
          <c:tx>
            <c:strRef>
              <c:f>'图3恒科VS美股软件 (2)'!$I$10</c:f>
              <c:strCache>
                <c:ptCount val="1"/>
                <c:pt idx="0">
                  <c:v>收盘价：恒生科技</c:v>
                </c:pt>
              </c:strCache>
            </c:strRef>
          </c:tx>
          <c:spPr>
            <a:ln w="25400">
              <a:solidFill>
                <a:srgbClr val="2C3160"/>
              </a:solidFill>
              <a:prstDash val="solid"/>
            </a:ln>
          </c:spPr>
          <c:marker>
            <c:symbol val="none"/>
          </c:marker>
          <c:cat>
            <c:numRef>
              <c:f>'图3恒科VS美股软件 (2)'!$G$12:$G$923</c:f>
              <c:numCache>
                <c:formatCode>yyyy\-mm\-dd</c:formatCode>
                <c:ptCount val="912"/>
                <c:pt idx="0">
                  <c:v>46213</c:v>
                </c:pt>
                <c:pt idx="1">
                  <c:v>46212</c:v>
                </c:pt>
                <c:pt idx="2">
                  <c:v>46211</c:v>
                </c:pt>
                <c:pt idx="3">
                  <c:v>46210</c:v>
                </c:pt>
                <c:pt idx="4">
                  <c:v>46209</c:v>
                </c:pt>
                <c:pt idx="5">
                  <c:v>46206</c:v>
                </c:pt>
                <c:pt idx="6">
                  <c:v>46205</c:v>
                </c:pt>
                <c:pt idx="7">
                  <c:v>46203</c:v>
                </c:pt>
                <c:pt idx="8">
                  <c:v>46202</c:v>
                </c:pt>
                <c:pt idx="9">
                  <c:v>46199</c:v>
                </c:pt>
                <c:pt idx="10">
                  <c:v>46198</c:v>
                </c:pt>
                <c:pt idx="11">
                  <c:v>46197</c:v>
                </c:pt>
                <c:pt idx="12">
                  <c:v>46196</c:v>
                </c:pt>
                <c:pt idx="13">
                  <c:v>46195</c:v>
                </c:pt>
                <c:pt idx="14">
                  <c:v>46191</c:v>
                </c:pt>
                <c:pt idx="15">
                  <c:v>46190</c:v>
                </c:pt>
                <c:pt idx="16">
                  <c:v>46189</c:v>
                </c:pt>
                <c:pt idx="17">
                  <c:v>46188</c:v>
                </c:pt>
                <c:pt idx="18">
                  <c:v>46185</c:v>
                </c:pt>
                <c:pt idx="19">
                  <c:v>46184</c:v>
                </c:pt>
                <c:pt idx="20">
                  <c:v>46183</c:v>
                </c:pt>
                <c:pt idx="21">
                  <c:v>46182</c:v>
                </c:pt>
                <c:pt idx="22">
                  <c:v>46181</c:v>
                </c:pt>
                <c:pt idx="23">
                  <c:v>46178</c:v>
                </c:pt>
                <c:pt idx="24">
                  <c:v>46177</c:v>
                </c:pt>
                <c:pt idx="25">
                  <c:v>46176</c:v>
                </c:pt>
                <c:pt idx="26">
                  <c:v>46175</c:v>
                </c:pt>
                <c:pt idx="27">
                  <c:v>46174</c:v>
                </c:pt>
                <c:pt idx="28">
                  <c:v>46171</c:v>
                </c:pt>
                <c:pt idx="29">
                  <c:v>46170</c:v>
                </c:pt>
                <c:pt idx="30">
                  <c:v>46169</c:v>
                </c:pt>
                <c:pt idx="31">
                  <c:v>46168</c:v>
                </c:pt>
                <c:pt idx="32">
                  <c:v>46164</c:v>
                </c:pt>
                <c:pt idx="33">
                  <c:v>46163</c:v>
                </c:pt>
                <c:pt idx="34">
                  <c:v>46162</c:v>
                </c:pt>
                <c:pt idx="35">
                  <c:v>46161</c:v>
                </c:pt>
                <c:pt idx="36">
                  <c:v>46160</c:v>
                </c:pt>
                <c:pt idx="37">
                  <c:v>46157</c:v>
                </c:pt>
                <c:pt idx="38">
                  <c:v>46156</c:v>
                </c:pt>
                <c:pt idx="39">
                  <c:v>46155</c:v>
                </c:pt>
                <c:pt idx="40">
                  <c:v>46154</c:v>
                </c:pt>
                <c:pt idx="41">
                  <c:v>46153</c:v>
                </c:pt>
                <c:pt idx="42">
                  <c:v>46150</c:v>
                </c:pt>
                <c:pt idx="43">
                  <c:v>46149</c:v>
                </c:pt>
                <c:pt idx="44">
                  <c:v>46148</c:v>
                </c:pt>
                <c:pt idx="45">
                  <c:v>46147</c:v>
                </c:pt>
                <c:pt idx="46">
                  <c:v>46146</c:v>
                </c:pt>
                <c:pt idx="47">
                  <c:v>46142</c:v>
                </c:pt>
                <c:pt idx="48">
                  <c:v>46141</c:v>
                </c:pt>
                <c:pt idx="49">
                  <c:v>46140</c:v>
                </c:pt>
                <c:pt idx="50">
                  <c:v>46139</c:v>
                </c:pt>
                <c:pt idx="51">
                  <c:v>46136</c:v>
                </c:pt>
                <c:pt idx="52">
                  <c:v>46135</c:v>
                </c:pt>
                <c:pt idx="53">
                  <c:v>46134</c:v>
                </c:pt>
                <c:pt idx="54">
                  <c:v>46133</c:v>
                </c:pt>
                <c:pt idx="55">
                  <c:v>46132</c:v>
                </c:pt>
                <c:pt idx="56">
                  <c:v>46129</c:v>
                </c:pt>
                <c:pt idx="57">
                  <c:v>46128</c:v>
                </c:pt>
                <c:pt idx="58">
                  <c:v>46127</c:v>
                </c:pt>
                <c:pt idx="59">
                  <c:v>46126</c:v>
                </c:pt>
                <c:pt idx="60">
                  <c:v>46125</c:v>
                </c:pt>
                <c:pt idx="61">
                  <c:v>46122</c:v>
                </c:pt>
                <c:pt idx="62">
                  <c:v>46121</c:v>
                </c:pt>
                <c:pt idx="63">
                  <c:v>46120</c:v>
                </c:pt>
                <c:pt idx="64">
                  <c:v>46114</c:v>
                </c:pt>
                <c:pt idx="65">
                  <c:v>46113</c:v>
                </c:pt>
                <c:pt idx="66">
                  <c:v>46112</c:v>
                </c:pt>
                <c:pt idx="67">
                  <c:v>46111</c:v>
                </c:pt>
                <c:pt idx="68">
                  <c:v>46108</c:v>
                </c:pt>
                <c:pt idx="69">
                  <c:v>46107</c:v>
                </c:pt>
                <c:pt idx="70">
                  <c:v>46106</c:v>
                </c:pt>
                <c:pt idx="71">
                  <c:v>46105</c:v>
                </c:pt>
                <c:pt idx="72">
                  <c:v>46104</c:v>
                </c:pt>
                <c:pt idx="73">
                  <c:v>46101</c:v>
                </c:pt>
                <c:pt idx="74">
                  <c:v>46100</c:v>
                </c:pt>
                <c:pt idx="75">
                  <c:v>46099</c:v>
                </c:pt>
                <c:pt idx="76">
                  <c:v>46098</c:v>
                </c:pt>
                <c:pt idx="77">
                  <c:v>46097</c:v>
                </c:pt>
                <c:pt idx="78">
                  <c:v>46094</c:v>
                </c:pt>
                <c:pt idx="79">
                  <c:v>46093</c:v>
                </c:pt>
                <c:pt idx="80">
                  <c:v>46092</c:v>
                </c:pt>
                <c:pt idx="81">
                  <c:v>46091</c:v>
                </c:pt>
                <c:pt idx="82">
                  <c:v>46090</c:v>
                </c:pt>
                <c:pt idx="83">
                  <c:v>46087</c:v>
                </c:pt>
                <c:pt idx="84">
                  <c:v>46086</c:v>
                </c:pt>
                <c:pt idx="85">
                  <c:v>46085</c:v>
                </c:pt>
                <c:pt idx="86">
                  <c:v>46084</c:v>
                </c:pt>
                <c:pt idx="87">
                  <c:v>46083</c:v>
                </c:pt>
                <c:pt idx="88">
                  <c:v>46080</c:v>
                </c:pt>
                <c:pt idx="89">
                  <c:v>46079</c:v>
                </c:pt>
                <c:pt idx="90">
                  <c:v>46078</c:v>
                </c:pt>
                <c:pt idx="91">
                  <c:v>46077</c:v>
                </c:pt>
                <c:pt idx="92">
                  <c:v>46076</c:v>
                </c:pt>
                <c:pt idx="93">
                  <c:v>46073</c:v>
                </c:pt>
                <c:pt idx="94">
                  <c:v>46069</c:v>
                </c:pt>
                <c:pt idx="95">
                  <c:v>46066</c:v>
                </c:pt>
                <c:pt idx="96">
                  <c:v>46065</c:v>
                </c:pt>
                <c:pt idx="97">
                  <c:v>46064</c:v>
                </c:pt>
                <c:pt idx="98">
                  <c:v>46063</c:v>
                </c:pt>
                <c:pt idx="99">
                  <c:v>46062</c:v>
                </c:pt>
                <c:pt idx="100">
                  <c:v>46059</c:v>
                </c:pt>
                <c:pt idx="101">
                  <c:v>46058</c:v>
                </c:pt>
                <c:pt idx="102">
                  <c:v>46057</c:v>
                </c:pt>
                <c:pt idx="103">
                  <c:v>46056</c:v>
                </c:pt>
                <c:pt idx="104">
                  <c:v>46055</c:v>
                </c:pt>
                <c:pt idx="105">
                  <c:v>46052</c:v>
                </c:pt>
                <c:pt idx="106">
                  <c:v>46051</c:v>
                </c:pt>
                <c:pt idx="107">
                  <c:v>46050</c:v>
                </c:pt>
                <c:pt idx="108">
                  <c:v>46049</c:v>
                </c:pt>
                <c:pt idx="109">
                  <c:v>46048</c:v>
                </c:pt>
                <c:pt idx="110">
                  <c:v>46045</c:v>
                </c:pt>
                <c:pt idx="111">
                  <c:v>46044</c:v>
                </c:pt>
                <c:pt idx="112">
                  <c:v>46043</c:v>
                </c:pt>
                <c:pt idx="113">
                  <c:v>46042</c:v>
                </c:pt>
                <c:pt idx="114">
                  <c:v>46041</c:v>
                </c:pt>
                <c:pt idx="115">
                  <c:v>46038</c:v>
                </c:pt>
                <c:pt idx="116">
                  <c:v>46037</c:v>
                </c:pt>
                <c:pt idx="117">
                  <c:v>46036</c:v>
                </c:pt>
                <c:pt idx="118">
                  <c:v>46035</c:v>
                </c:pt>
                <c:pt idx="119">
                  <c:v>46034</c:v>
                </c:pt>
                <c:pt idx="120">
                  <c:v>46031</c:v>
                </c:pt>
                <c:pt idx="121">
                  <c:v>46030</c:v>
                </c:pt>
                <c:pt idx="122">
                  <c:v>46029</c:v>
                </c:pt>
                <c:pt idx="123">
                  <c:v>46028</c:v>
                </c:pt>
                <c:pt idx="124">
                  <c:v>46027</c:v>
                </c:pt>
                <c:pt idx="125">
                  <c:v>46024</c:v>
                </c:pt>
                <c:pt idx="126">
                  <c:v>46022</c:v>
                </c:pt>
                <c:pt idx="127">
                  <c:v>46021</c:v>
                </c:pt>
                <c:pt idx="128">
                  <c:v>46020</c:v>
                </c:pt>
                <c:pt idx="129">
                  <c:v>46015</c:v>
                </c:pt>
                <c:pt idx="130">
                  <c:v>46014</c:v>
                </c:pt>
                <c:pt idx="131">
                  <c:v>46013</c:v>
                </c:pt>
                <c:pt idx="132">
                  <c:v>46010</c:v>
                </c:pt>
                <c:pt idx="133">
                  <c:v>46009</c:v>
                </c:pt>
                <c:pt idx="134">
                  <c:v>46008</c:v>
                </c:pt>
                <c:pt idx="135">
                  <c:v>46007</c:v>
                </c:pt>
                <c:pt idx="136">
                  <c:v>46006</c:v>
                </c:pt>
                <c:pt idx="137">
                  <c:v>46003</c:v>
                </c:pt>
                <c:pt idx="138">
                  <c:v>46002</c:v>
                </c:pt>
                <c:pt idx="139">
                  <c:v>46001</c:v>
                </c:pt>
                <c:pt idx="140">
                  <c:v>46000</c:v>
                </c:pt>
                <c:pt idx="141">
                  <c:v>45999</c:v>
                </c:pt>
                <c:pt idx="142">
                  <c:v>45996</c:v>
                </c:pt>
                <c:pt idx="143">
                  <c:v>45995</c:v>
                </c:pt>
                <c:pt idx="144">
                  <c:v>45994</c:v>
                </c:pt>
                <c:pt idx="145">
                  <c:v>45993</c:v>
                </c:pt>
                <c:pt idx="146">
                  <c:v>45992</c:v>
                </c:pt>
                <c:pt idx="147">
                  <c:v>45989</c:v>
                </c:pt>
                <c:pt idx="148">
                  <c:v>45988</c:v>
                </c:pt>
                <c:pt idx="149">
                  <c:v>45987</c:v>
                </c:pt>
                <c:pt idx="150">
                  <c:v>45986</c:v>
                </c:pt>
                <c:pt idx="151">
                  <c:v>45985</c:v>
                </c:pt>
                <c:pt idx="152">
                  <c:v>45982</c:v>
                </c:pt>
                <c:pt idx="153">
                  <c:v>45981</c:v>
                </c:pt>
                <c:pt idx="154">
                  <c:v>45980</c:v>
                </c:pt>
                <c:pt idx="155">
                  <c:v>45979</c:v>
                </c:pt>
                <c:pt idx="156">
                  <c:v>45978</c:v>
                </c:pt>
                <c:pt idx="157">
                  <c:v>45975</c:v>
                </c:pt>
                <c:pt idx="158">
                  <c:v>45974</c:v>
                </c:pt>
                <c:pt idx="159">
                  <c:v>45973</c:v>
                </c:pt>
                <c:pt idx="160">
                  <c:v>45972</c:v>
                </c:pt>
                <c:pt idx="161">
                  <c:v>45971</c:v>
                </c:pt>
                <c:pt idx="162">
                  <c:v>45968</c:v>
                </c:pt>
                <c:pt idx="163">
                  <c:v>45967</c:v>
                </c:pt>
                <c:pt idx="164">
                  <c:v>45966</c:v>
                </c:pt>
                <c:pt idx="165">
                  <c:v>45965</c:v>
                </c:pt>
                <c:pt idx="166">
                  <c:v>45964</c:v>
                </c:pt>
                <c:pt idx="167">
                  <c:v>45961</c:v>
                </c:pt>
                <c:pt idx="168">
                  <c:v>45960</c:v>
                </c:pt>
                <c:pt idx="169">
                  <c:v>45958</c:v>
                </c:pt>
                <c:pt idx="170">
                  <c:v>45957</c:v>
                </c:pt>
                <c:pt idx="171">
                  <c:v>45954</c:v>
                </c:pt>
                <c:pt idx="172">
                  <c:v>45953</c:v>
                </c:pt>
                <c:pt idx="173">
                  <c:v>45952</c:v>
                </c:pt>
                <c:pt idx="174">
                  <c:v>45951</c:v>
                </c:pt>
                <c:pt idx="175">
                  <c:v>45950</c:v>
                </c:pt>
                <c:pt idx="176">
                  <c:v>45947</c:v>
                </c:pt>
                <c:pt idx="177">
                  <c:v>45946</c:v>
                </c:pt>
                <c:pt idx="178">
                  <c:v>45945</c:v>
                </c:pt>
                <c:pt idx="179">
                  <c:v>45944</c:v>
                </c:pt>
                <c:pt idx="180">
                  <c:v>45943</c:v>
                </c:pt>
                <c:pt idx="181">
                  <c:v>45940</c:v>
                </c:pt>
                <c:pt idx="182">
                  <c:v>45939</c:v>
                </c:pt>
                <c:pt idx="183">
                  <c:v>45938</c:v>
                </c:pt>
                <c:pt idx="184">
                  <c:v>45936</c:v>
                </c:pt>
                <c:pt idx="185">
                  <c:v>45933</c:v>
                </c:pt>
                <c:pt idx="186">
                  <c:v>45932</c:v>
                </c:pt>
                <c:pt idx="187">
                  <c:v>45930</c:v>
                </c:pt>
                <c:pt idx="188">
                  <c:v>45929</c:v>
                </c:pt>
                <c:pt idx="189">
                  <c:v>45926</c:v>
                </c:pt>
                <c:pt idx="190">
                  <c:v>45925</c:v>
                </c:pt>
                <c:pt idx="191">
                  <c:v>45924</c:v>
                </c:pt>
                <c:pt idx="192">
                  <c:v>45923</c:v>
                </c:pt>
                <c:pt idx="193">
                  <c:v>45922</c:v>
                </c:pt>
                <c:pt idx="194">
                  <c:v>45919</c:v>
                </c:pt>
                <c:pt idx="195">
                  <c:v>45918</c:v>
                </c:pt>
                <c:pt idx="196">
                  <c:v>45917</c:v>
                </c:pt>
                <c:pt idx="197">
                  <c:v>45916</c:v>
                </c:pt>
                <c:pt idx="198">
                  <c:v>45915</c:v>
                </c:pt>
                <c:pt idx="199">
                  <c:v>45912</c:v>
                </c:pt>
                <c:pt idx="200">
                  <c:v>45911</c:v>
                </c:pt>
                <c:pt idx="201">
                  <c:v>45910</c:v>
                </c:pt>
                <c:pt idx="202">
                  <c:v>45909</c:v>
                </c:pt>
                <c:pt idx="203">
                  <c:v>45908</c:v>
                </c:pt>
                <c:pt idx="204">
                  <c:v>45905</c:v>
                </c:pt>
                <c:pt idx="205">
                  <c:v>45904</c:v>
                </c:pt>
                <c:pt idx="206">
                  <c:v>45903</c:v>
                </c:pt>
                <c:pt idx="207">
                  <c:v>45902</c:v>
                </c:pt>
                <c:pt idx="208">
                  <c:v>45901</c:v>
                </c:pt>
                <c:pt idx="209">
                  <c:v>45898</c:v>
                </c:pt>
                <c:pt idx="210">
                  <c:v>45897</c:v>
                </c:pt>
                <c:pt idx="211">
                  <c:v>45896</c:v>
                </c:pt>
                <c:pt idx="212">
                  <c:v>45895</c:v>
                </c:pt>
                <c:pt idx="213">
                  <c:v>45894</c:v>
                </c:pt>
                <c:pt idx="214">
                  <c:v>45891</c:v>
                </c:pt>
                <c:pt idx="215">
                  <c:v>45890</c:v>
                </c:pt>
                <c:pt idx="216">
                  <c:v>45889</c:v>
                </c:pt>
                <c:pt idx="217">
                  <c:v>45888</c:v>
                </c:pt>
                <c:pt idx="218">
                  <c:v>45887</c:v>
                </c:pt>
                <c:pt idx="219">
                  <c:v>45884</c:v>
                </c:pt>
                <c:pt idx="220">
                  <c:v>45883</c:v>
                </c:pt>
                <c:pt idx="221">
                  <c:v>45882</c:v>
                </c:pt>
                <c:pt idx="222">
                  <c:v>45881</c:v>
                </c:pt>
                <c:pt idx="223">
                  <c:v>45880</c:v>
                </c:pt>
                <c:pt idx="224">
                  <c:v>45877</c:v>
                </c:pt>
                <c:pt idx="225">
                  <c:v>45876</c:v>
                </c:pt>
                <c:pt idx="226">
                  <c:v>45875</c:v>
                </c:pt>
                <c:pt idx="227">
                  <c:v>45874</c:v>
                </c:pt>
                <c:pt idx="228">
                  <c:v>45873</c:v>
                </c:pt>
                <c:pt idx="229">
                  <c:v>45870</c:v>
                </c:pt>
                <c:pt idx="230">
                  <c:v>45869</c:v>
                </c:pt>
                <c:pt idx="231">
                  <c:v>45868</c:v>
                </c:pt>
                <c:pt idx="232">
                  <c:v>45867</c:v>
                </c:pt>
                <c:pt idx="233">
                  <c:v>45866</c:v>
                </c:pt>
                <c:pt idx="234">
                  <c:v>45863</c:v>
                </c:pt>
                <c:pt idx="235">
                  <c:v>45862</c:v>
                </c:pt>
                <c:pt idx="236">
                  <c:v>45861</c:v>
                </c:pt>
                <c:pt idx="237">
                  <c:v>45860</c:v>
                </c:pt>
                <c:pt idx="238">
                  <c:v>45859</c:v>
                </c:pt>
                <c:pt idx="239">
                  <c:v>45856</c:v>
                </c:pt>
                <c:pt idx="240">
                  <c:v>45855</c:v>
                </c:pt>
                <c:pt idx="241">
                  <c:v>45854</c:v>
                </c:pt>
                <c:pt idx="242">
                  <c:v>45853</c:v>
                </c:pt>
                <c:pt idx="243">
                  <c:v>45852</c:v>
                </c:pt>
                <c:pt idx="244">
                  <c:v>45849</c:v>
                </c:pt>
                <c:pt idx="245">
                  <c:v>45848</c:v>
                </c:pt>
                <c:pt idx="246">
                  <c:v>45847</c:v>
                </c:pt>
                <c:pt idx="247">
                  <c:v>45846</c:v>
                </c:pt>
                <c:pt idx="248">
                  <c:v>45845</c:v>
                </c:pt>
                <c:pt idx="249">
                  <c:v>45842</c:v>
                </c:pt>
                <c:pt idx="250">
                  <c:v>45841</c:v>
                </c:pt>
                <c:pt idx="251">
                  <c:v>45840</c:v>
                </c:pt>
                <c:pt idx="252">
                  <c:v>45838</c:v>
                </c:pt>
                <c:pt idx="253">
                  <c:v>45835</c:v>
                </c:pt>
                <c:pt idx="254">
                  <c:v>45834</c:v>
                </c:pt>
                <c:pt idx="255">
                  <c:v>45833</c:v>
                </c:pt>
                <c:pt idx="256">
                  <c:v>45832</c:v>
                </c:pt>
                <c:pt idx="257">
                  <c:v>45831</c:v>
                </c:pt>
                <c:pt idx="258">
                  <c:v>45828</c:v>
                </c:pt>
                <c:pt idx="259">
                  <c:v>45827</c:v>
                </c:pt>
                <c:pt idx="260">
                  <c:v>45826</c:v>
                </c:pt>
                <c:pt idx="261">
                  <c:v>45825</c:v>
                </c:pt>
                <c:pt idx="262">
                  <c:v>45824</c:v>
                </c:pt>
                <c:pt idx="263">
                  <c:v>45821</c:v>
                </c:pt>
                <c:pt idx="264">
                  <c:v>45820</c:v>
                </c:pt>
                <c:pt idx="265">
                  <c:v>45819</c:v>
                </c:pt>
                <c:pt idx="266">
                  <c:v>45818</c:v>
                </c:pt>
                <c:pt idx="267">
                  <c:v>45817</c:v>
                </c:pt>
                <c:pt idx="268">
                  <c:v>45814</c:v>
                </c:pt>
                <c:pt idx="269">
                  <c:v>45813</c:v>
                </c:pt>
                <c:pt idx="270">
                  <c:v>45812</c:v>
                </c:pt>
                <c:pt idx="271">
                  <c:v>45811</c:v>
                </c:pt>
                <c:pt idx="272">
                  <c:v>45810</c:v>
                </c:pt>
                <c:pt idx="273">
                  <c:v>45807</c:v>
                </c:pt>
                <c:pt idx="274">
                  <c:v>45806</c:v>
                </c:pt>
                <c:pt idx="275">
                  <c:v>45805</c:v>
                </c:pt>
                <c:pt idx="276">
                  <c:v>45804</c:v>
                </c:pt>
                <c:pt idx="277">
                  <c:v>45803</c:v>
                </c:pt>
                <c:pt idx="278">
                  <c:v>45800</c:v>
                </c:pt>
                <c:pt idx="279">
                  <c:v>45799</c:v>
                </c:pt>
                <c:pt idx="280">
                  <c:v>45798</c:v>
                </c:pt>
                <c:pt idx="281">
                  <c:v>45797</c:v>
                </c:pt>
                <c:pt idx="282">
                  <c:v>45796</c:v>
                </c:pt>
                <c:pt idx="283">
                  <c:v>45793</c:v>
                </c:pt>
                <c:pt idx="284">
                  <c:v>45792</c:v>
                </c:pt>
                <c:pt idx="285">
                  <c:v>45791</c:v>
                </c:pt>
                <c:pt idx="286">
                  <c:v>45790</c:v>
                </c:pt>
                <c:pt idx="287">
                  <c:v>45789</c:v>
                </c:pt>
                <c:pt idx="288">
                  <c:v>45786</c:v>
                </c:pt>
                <c:pt idx="289">
                  <c:v>45785</c:v>
                </c:pt>
                <c:pt idx="290">
                  <c:v>45784</c:v>
                </c:pt>
                <c:pt idx="291">
                  <c:v>45783</c:v>
                </c:pt>
                <c:pt idx="292">
                  <c:v>45779</c:v>
                </c:pt>
                <c:pt idx="293">
                  <c:v>45777</c:v>
                </c:pt>
                <c:pt idx="294">
                  <c:v>45776</c:v>
                </c:pt>
                <c:pt idx="295">
                  <c:v>45775</c:v>
                </c:pt>
                <c:pt idx="296">
                  <c:v>45772</c:v>
                </c:pt>
                <c:pt idx="297">
                  <c:v>45771</c:v>
                </c:pt>
                <c:pt idx="298">
                  <c:v>45770</c:v>
                </c:pt>
                <c:pt idx="299">
                  <c:v>45769</c:v>
                </c:pt>
                <c:pt idx="300">
                  <c:v>45764</c:v>
                </c:pt>
                <c:pt idx="301">
                  <c:v>45763</c:v>
                </c:pt>
                <c:pt idx="302">
                  <c:v>45762</c:v>
                </c:pt>
                <c:pt idx="303">
                  <c:v>45761</c:v>
                </c:pt>
                <c:pt idx="304">
                  <c:v>45758</c:v>
                </c:pt>
                <c:pt idx="305">
                  <c:v>45757</c:v>
                </c:pt>
                <c:pt idx="306">
                  <c:v>45756</c:v>
                </c:pt>
                <c:pt idx="307">
                  <c:v>45755</c:v>
                </c:pt>
                <c:pt idx="308">
                  <c:v>45754</c:v>
                </c:pt>
                <c:pt idx="309">
                  <c:v>45750</c:v>
                </c:pt>
                <c:pt idx="310">
                  <c:v>45749</c:v>
                </c:pt>
                <c:pt idx="311">
                  <c:v>45748</c:v>
                </c:pt>
                <c:pt idx="312">
                  <c:v>45747</c:v>
                </c:pt>
                <c:pt idx="313">
                  <c:v>45744</c:v>
                </c:pt>
                <c:pt idx="314">
                  <c:v>45743</c:v>
                </c:pt>
                <c:pt idx="315">
                  <c:v>45742</c:v>
                </c:pt>
                <c:pt idx="316">
                  <c:v>45741</c:v>
                </c:pt>
                <c:pt idx="317">
                  <c:v>45740</c:v>
                </c:pt>
                <c:pt idx="318">
                  <c:v>45737</c:v>
                </c:pt>
                <c:pt idx="319">
                  <c:v>45736</c:v>
                </c:pt>
                <c:pt idx="320">
                  <c:v>45735</c:v>
                </c:pt>
                <c:pt idx="321">
                  <c:v>45734</c:v>
                </c:pt>
                <c:pt idx="322">
                  <c:v>45733</c:v>
                </c:pt>
                <c:pt idx="323">
                  <c:v>45730</c:v>
                </c:pt>
                <c:pt idx="324">
                  <c:v>45729</c:v>
                </c:pt>
                <c:pt idx="325">
                  <c:v>45728</c:v>
                </c:pt>
                <c:pt idx="326">
                  <c:v>45727</c:v>
                </c:pt>
                <c:pt idx="327">
                  <c:v>45726</c:v>
                </c:pt>
                <c:pt idx="328">
                  <c:v>45723</c:v>
                </c:pt>
                <c:pt idx="329">
                  <c:v>45722</c:v>
                </c:pt>
                <c:pt idx="330">
                  <c:v>45721</c:v>
                </c:pt>
                <c:pt idx="331">
                  <c:v>45720</c:v>
                </c:pt>
                <c:pt idx="332">
                  <c:v>45719</c:v>
                </c:pt>
                <c:pt idx="333">
                  <c:v>45716</c:v>
                </c:pt>
                <c:pt idx="334">
                  <c:v>45715</c:v>
                </c:pt>
                <c:pt idx="335">
                  <c:v>45714</c:v>
                </c:pt>
                <c:pt idx="336">
                  <c:v>45713</c:v>
                </c:pt>
                <c:pt idx="337">
                  <c:v>45712</c:v>
                </c:pt>
                <c:pt idx="338">
                  <c:v>45709</c:v>
                </c:pt>
                <c:pt idx="339">
                  <c:v>45708</c:v>
                </c:pt>
                <c:pt idx="340">
                  <c:v>45707</c:v>
                </c:pt>
                <c:pt idx="341">
                  <c:v>45706</c:v>
                </c:pt>
                <c:pt idx="342">
                  <c:v>45705</c:v>
                </c:pt>
                <c:pt idx="343">
                  <c:v>45702</c:v>
                </c:pt>
                <c:pt idx="344">
                  <c:v>45701</c:v>
                </c:pt>
                <c:pt idx="345">
                  <c:v>45700</c:v>
                </c:pt>
                <c:pt idx="346">
                  <c:v>45699</c:v>
                </c:pt>
                <c:pt idx="347">
                  <c:v>45698</c:v>
                </c:pt>
                <c:pt idx="348">
                  <c:v>45695</c:v>
                </c:pt>
                <c:pt idx="349">
                  <c:v>45694</c:v>
                </c:pt>
                <c:pt idx="350">
                  <c:v>45693</c:v>
                </c:pt>
                <c:pt idx="351">
                  <c:v>45692</c:v>
                </c:pt>
                <c:pt idx="352">
                  <c:v>45691</c:v>
                </c:pt>
                <c:pt idx="353">
                  <c:v>45685</c:v>
                </c:pt>
                <c:pt idx="354">
                  <c:v>45684</c:v>
                </c:pt>
                <c:pt idx="355">
                  <c:v>45681</c:v>
                </c:pt>
                <c:pt idx="356">
                  <c:v>45680</c:v>
                </c:pt>
                <c:pt idx="357">
                  <c:v>45679</c:v>
                </c:pt>
                <c:pt idx="358">
                  <c:v>45678</c:v>
                </c:pt>
                <c:pt idx="359">
                  <c:v>45677</c:v>
                </c:pt>
                <c:pt idx="360">
                  <c:v>45674</c:v>
                </c:pt>
                <c:pt idx="361">
                  <c:v>45673</c:v>
                </c:pt>
                <c:pt idx="362">
                  <c:v>45672</c:v>
                </c:pt>
                <c:pt idx="363">
                  <c:v>45671</c:v>
                </c:pt>
                <c:pt idx="364">
                  <c:v>45670</c:v>
                </c:pt>
                <c:pt idx="365">
                  <c:v>45667</c:v>
                </c:pt>
                <c:pt idx="366">
                  <c:v>45666</c:v>
                </c:pt>
                <c:pt idx="367">
                  <c:v>45665</c:v>
                </c:pt>
                <c:pt idx="368">
                  <c:v>45664</c:v>
                </c:pt>
                <c:pt idx="369">
                  <c:v>45663</c:v>
                </c:pt>
                <c:pt idx="370">
                  <c:v>45660</c:v>
                </c:pt>
                <c:pt idx="371">
                  <c:v>45659</c:v>
                </c:pt>
                <c:pt idx="372">
                  <c:v>45657</c:v>
                </c:pt>
                <c:pt idx="373">
                  <c:v>45656</c:v>
                </c:pt>
                <c:pt idx="374">
                  <c:v>45653</c:v>
                </c:pt>
                <c:pt idx="375">
                  <c:v>45650</c:v>
                </c:pt>
                <c:pt idx="376">
                  <c:v>45649</c:v>
                </c:pt>
                <c:pt idx="377">
                  <c:v>45646</c:v>
                </c:pt>
                <c:pt idx="378">
                  <c:v>45645</c:v>
                </c:pt>
                <c:pt idx="379">
                  <c:v>45644</c:v>
                </c:pt>
                <c:pt idx="380">
                  <c:v>45643</c:v>
                </c:pt>
                <c:pt idx="381">
                  <c:v>45642</c:v>
                </c:pt>
                <c:pt idx="382">
                  <c:v>45639</c:v>
                </c:pt>
                <c:pt idx="383">
                  <c:v>45638</c:v>
                </c:pt>
                <c:pt idx="384">
                  <c:v>45637</c:v>
                </c:pt>
                <c:pt idx="385">
                  <c:v>45636</c:v>
                </c:pt>
                <c:pt idx="386">
                  <c:v>45635</c:v>
                </c:pt>
                <c:pt idx="387">
                  <c:v>45632</c:v>
                </c:pt>
                <c:pt idx="388">
                  <c:v>45631</c:v>
                </c:pt>
                <c:pt idx="389">
                  <c:v>45630</c:v>
                </c:pt>
                <c:pt idx="390">
                  <c:v>45629</c:v>
                </c:pt>
                <c:pt idx="391">
                  <c:v>45628</c:v>
                </c:pt>
                <c:pt idx="392">
                  <c:v>45625</c:v>
                </c:pt>
                <c:pt idx="393">
                  <c:v>45624</c:v>
                </c:pt>
                <c:pt idx="394">
                  <c:v>45623</c:v>
                </c:pt>
                <c:pt idx="395">
                  <c:v>45622</c:v>
                </c:pt>
                <c:pt idx="396">
                  <c:v>45621</c:v>
                </c:pt>
                <c:pt idx="397">
                  <c:v>45618</c:v>
                </c:pt>
                <c:pt idx="398">
                  <c:v>45617</c:v>
                </c:pt>
                <c:pt idx="399">
                  <c:v>45616</c:v>
                </c:pt>
                <c:pt idx="400">
                  <c:v>45615</c:v>
                </c:pt>
                <c:pt idx="401">
                  <c:v>45614</c:v>
                </c:pt>
                <c:pt idx="402">
                  <c:v>45611</c:v>
                </c:pt>
                <c:pt idx="403">
                  <c:v>45610</c:v>
                </c:pt>
                <c:pt idx="404">
                  <c:v>45609</c:v>
                </c:pt>
                <c:pt idx="405">
                  <c:v>45608</c:v>
                </c:pt>
                <c:pt idx="406">
                  <c:v>45607</c:v>
                </c:pt>
                <c:pt idx="407">
                  <c:v>45604</c:v>
                </c:pt>
                <c:pt idx="408">
                  <c:v>45603</c:v>
                </c:pt>
                <c:pt idx="409">
                  <c:v>45602</c:v>
                </c:pt>
                <c:pt idx="410">
                  <c:v>45601</c:v>
                </c:pt>
                <c:pt idx="411">
                  <c:v>45600</c:v>
                </c:pt>
                <c:pt idx="412">
                  <c:v>45597</c:v>
                </c:pt>
                <c:pt idx="413">
                  <c:v>45596</c:v>
                </c:pt>
                <c:pt idx="414">
                  <c:v>45595</c:v>
                </c:pt>
                <c:pt idx="415">
                  <c:v>45594</c:v>
                </c:pt>
                <c:pt idx="416">
                  <c:v>45593</c:v>
                </c:pt>
                <c:pt idx="417">
                  <c:v>45590</c:v>
                </c:pt>
                <c:pt idx="418">
                  <c:v>45589</c:v>
                </c:pt>
                <c:pt idx="419">
                  <c:v>45588</c:v>
                </c:pt>
                <c:pt idx="420">
                  <c:v>45587</c:v>
                </c:pt>
                <c:pt idx="421">
                  <c:v>45586</c:v>
                </c:pt>
                <c:pt idx="422">
                  <c:v>45583</c:v>
                </c:pt>
                <c:pt idx="423">
                  <c:v>45582</c:v>
                </c:pt>
                <c:pt idx="424">
                  <c:v>45581</c:v>
                </c:pt>
                <c:pt idx="425">
                  <c:v>45580</c:v>
                </c:pt>
                <c:pt idx="426">
                  <c:v>45579</c:v>
                </c:pt>
                <c:pt idx="427">
                  <c:v>45575</c:v>
                </c:pt>
                <c:pt idx="428">
                  <c:v>45574</c:v>
                </c:pt>
                <c:pt idx="429">
                  <c:v>45573</c:v>
                </c:pt>
                <c:pt idx="430">
                  <c:v>45572</c:v>
                </c:pt>
                <c:pt idx="431">
                  <c:v>45569</c:v>
                </c:pt>
                <c:pt idx="432">
                  <c:v>45568</c:v>
                </c:pt>
                <c:pt idx="433">
                  <c:v>45567</c:v>
                </c:pt>
                <c:pt idx="434">
                  <c:v>45565</c:v>
                </c:pt>
                <c:pt idx="435">
                  <c:v>45562</c:v>
                </c:pt>
                <c:pt idx="436">
                  <c:v>45561</c:v>
                </c:pt>
                <c:pt idx="437">
                  <c:v>45560</c:v>
                </c:pt>
                <c:pt idx="438">
                  <c:v>45559</c:v>
                </c:pt>
                <c:pt idx="439">
                  <c:v>45558</c:v>
                </c:pt>
                <c:pt idx="440">
                  <c:v>45555</c:v>
                </c:pt>
                <c:pt idx="441">
                  <c:v>45554</c:v>
                </c:pt>
                <c:pt idx="442">
                  <c:v>45552</c:v>
                </c:pt>
                <c:pt idx="443">
                  <c:v>45551</c:v>
                </c:pt>
                <c:pt idx="444">
                  <c:v>45548</c:v>
                </c:pt>
                <c:pt idx="445">
                  <c:v>45547</c:v>
                </c:pt>
                <c:pt idx="446">
                  <c:v>45546</c:v>
                </c:pt>
                <c:pt idx="447">
                  <c:v>45545</c:v>
                </c:pt>
                <c:pt idx="448">
                  <c:v>45544</c:v>
                </c:pt>
                <c:pt idx="449">
                  <c:v>45540</c:v>
                </c:pt>
                <c:pt idx="450">
                  <c:v>45539</c:v>
                </c:pt>
                <c:pt idx="451">
                  <c:v>45538</c:v>
                </c:pt>
                <c:pt idx="452">
                  <c:v>45537</c:v>
                </c:pt>
                <c:pt idx="453">
                  <c:v>45534</c:v>
                </c:pt>
                <c:pt idx="454">
                  <c:v>45533</c:v>
                </c:pt>
                <c:pt idx="455">
                  <c:v>45532</c:v>
                </c:pt>
                <c:pt idx="456">
                  <c:v>45531</c:v>
                </c:pt>
                <c:pt idx="457">
                  <c:v>45530</c:v>
                </c:pt>
                <c:pt idx="458">
                  <c:v>45527</c:v>
                </c:pt>
                <c:pt idx="459">
                  <c:v>45526</c:v>
                </c:pt>
                <c:pt idx="460">
                  <c:v>45525</c:v>
                </c:pt>
                <c:pt idx="461">
                  <c:v>45524</c:v>
                </c:pt>
                <c:pt idx="462">
                  <c:v>45523</c:v>
                </c:pt>
                <c:pt idx="463">
                  <c:v>45520</c:v>
                </c:pt>
                <c:pt idx="464">
                  <c:v>45519</c:v>
                </c:pt>
                <c:pt idx="465">
                  <c:v>45518</c:v>
                </c:pt>
                <c:pt idx="466">
                  <c:v>45517</c:v>
                </c:pt>
                <c:pt idx="467">
                  <c:v>45516</c:v>
                </c:pt>
                <c:pt idx="468">
                  <c:v>45513</c:v>
                </c:pt>
                <c:pt idx="469">
                  <c:v>45512</c:v>
                </c:pt>
                <c:pt idx="470">
                  <c:v>45511</c:v>
                </c:pt>
                <c:pt idx="471">
                  <c:v>45510</c:v>
                </c:pt>
                <c:pt idx="472">
                  <c:v>45509</c:v>
                </c:pt>
                <c:pt idx="473">
                  <c:v>45506</c:v>
                </c:pt>
                <c:pt idx="474">
                  <c:v>45505</c:v>
                </c:pt>
                <c:pt idx="475">
                  <c:v>45504</c:v>
                </c:pt>
                <c:pt idx="476">
                  <c:v>45503</c:v>
                </c:pt>
                <c:pt idx="477">
                  <c:v>45502</c:v>
                </c:pt>
                <c:pt idx="478">
                  <c:v>45499</c:v>
                </c:pt>
                <c:pt idx="479">
                  <c:v>45498</c:v>
                </c:pt>
                <c:pt idx="480">
                  <c:v>45497</c:v>
                </c:pt>
                <c:pt idx="481">
                  <c:v>45496</c:v>
                </c:pt>
                <c:pt idx="482">
                  <c:v>45495</c:v>
                </c:pt>
                <c:pt idx="483">
                  <c:v>45492</c:v>
                </c:pt>
                <c:pt idx="484">
                  <c:v>45491</c:v>
                </c:pt>
                <c:pt idx="485">
                  <c:v>45490</c:v>
                </c:pt>
                <c:pt idx="486">
                  <c:v>45489</c:v>
                </c:pt>
                <c:pt idx="487">
                  <c:v>45488</c:v>
                </c:pt>
                <c:pt idx="488">
                  <c:v>45485</c:v>
                </c:pt>
                <c:pt idx="489">
                  <c:v>45484</c:v>
                </c:pt>
                <c:pt idx="490">
                  <c:v>45483</c:v>
                </c:pt>
                <c:pt idx="491">
                  <c:v>45482</c:v>
                </c:pt>
                <c:pt idx="492">
                  <c:v>45481</c:v>
                </c:pt>
                <c:pt idx="493">
                  <c:v>45478</c:v>
                </c:pt>
                <c:pt idx="494">
                  <c:v>45477</c:v>
                </c:pt>
                <c:pt idx="495">
                  <c:v>45476</c:v>
                </c:pt>
                <c:pt idx="496">
                  <c:v>45475</c:v>
                </c:pt>
                <c:pt idx="497">
                  <c:v>45471</c:v>
                </c:pt>
                <c:pt idx="498">
                  <c:v>45470</c:v>
                </c:pt>
                <c:pt idx="499">
                  <c:v>45469</c:v>
                </c:pt>
                <c:pt idx="500">
                  <c:v>45468</c:v>
                </c:pt>
                <c:pt idx="501">
                  <c:v>45467</c:v>
                </c:pt>
                <c:pt idx="502">
                  <c:v>45464</c:v>
                </c:pt>
                <c:pt idx="503">
                  <c:v>45463</c:v>
                </c:pt>
                <c:pt idx="504">
                  <c:v>45462</c:v>
                </c:pt>
                <c:pt idx="505">
                  <c:v>45461</c:v>
                </c:pt>
                <c:pt idx="506">
                  <c:v>45460</c:v>
                </c:pt>
                <c:pt idx="507">
                  <c:v>45457</c:v>
                </c:pt>
                <c:pt idx="508">
                  <c:v>45456</c:v>
                </c:pt>
                <c:pt idx="509">
                  <c:v>45455</c:v>
                </c:pt>
                <c:pt idx="510">
                  <c:v>45454</c:v>
                </c:pt>
                <c:pt idx="511">
                  <c:v>45450</c:v>
                </c:pt>
                <c:pt idx="512">
                  <c:v>45449</c:v>
                </c:pt>
                <c:pt idx="513">
                  <c:v>45448</c:v>
                </c:pt>
                <c:pt idx="514">
                  <c:v>45447</c:v>
                </c:pt>
                <c:pt idx="515">
                  <c:v>45446</c:v>
                </c:pt>
                <c:pt idx="516">
                  <c:v>45443</c:v>
                </c:pt>
                <c:pt idx="517">
                  <c:v>45442</c:v>
                </c:pt>
                <c:pt idx="518">
                  <c:v>45441</c:v>
                </c:pt>
                <c:pt idx="519">
                  <c:v>45440</c:v>
                </c:pt>
                <c:pt idx="520">
                  <c:v>45439</c:v>
                </c:pt>
                <c:pt idx="521">
                  <c:v>45436</c:v>
                </c:pt>
                <c:pt idx="522">
                  <c:v>45435</c:v>
                </c:pt>
                <c:pt idx="523">
                  <c:v>45434</c:v>
                </c:pt>
                <c:pt idx="524">
                  <c:v>45433</c:v>
                </c:pt>
                <c:pt idx="525">
                  <c:v>45432</c:v>
                </c:pt>
                <c:pt idx="526">
                  <c:v>45429</c:v>
                </c:pt>
                <c:pt idx="527">
                  <c:v>45428</c:v>
                </c:pt>
                <c:pt idx="528">
                  <c:v>45426</c:v>
                </c:pt>
                <c:pt idx="529">
                  <c:v>45425</c:v>
                </c:pt>
                <c:pt idx="530">
                  <c:v>45422</c:v>
                </c:pt>
                <c:pt idx="531">
                  <c:v>45421</c:v>
                </c:pt>
                <c:pt idx="532">
                  <c:v>45420</c:v>
                </c:pt>
                <c:pt idx="533">
                  <c:v>45419</c:v>
                </c:pt>
                <c:pt idx="534">
                  <c:v>45418</c:v>
                </c:pt>
                <c:pt idx="535">
                  <c:v>45415</c:v>
                </c:pt>
                <c:pt idx="536">
                  <c:v>45414</c:v>
                </c:pt>
                <c:pt idx="537">
                  <c:v>45412</c:v>
                </c:pt>
                <c:pt idx="538">
                  <c:v>45411</c:v>
                </c:pt>
                <c:pt idx="539">
                  <c:v>45408</c:v>
                </c:pt>
                <c:pt idx="540">
                  <c:v>45407</c:v>
                </c:pt>
                <c:pt idx="541">
                  <c:v>45406</c:v>
                </c:pt>
                <c:pt idx="542">
                  <c:v>45405</c:v>
                </c:pt>
                <c:pt idx="543">
                  <c:v>45404</c:v>
                </c:pt>
                <c:pt idx="544">
                  <c:v>45401</c:v>
                </c:pt>
                <c:pt idx="545">
                  <c:v>45400</c:v>
                </c:pt>
                <c:pt idx="546">
                  <c:v>45399</c:v>
                </c:pt>
                <c:pt idx="547">
                  <c:v>45398</c:v>
                </c:pt>
                <c:pt idx="548">
                  <c:v>45397</c:v>
                </c:pt>
                <c:pt idx="549">
                  <c:v>45394</c:v>
                </c:pt>
                <c:pt idx="550">
                  <c:v>45393</c:v>
                </c:pt>
                <c:pt idx="551">
                  <c:v>45392</c:v>
                </c:pt>
                <c:pt idx="552">
                  <c:v>45391</c:v>
                </c:pt>
                <c:pt idx="553">
                  <c:v>45390</c:v>
                </c:pt>
                <c:pt idx="554">
                  <c:v>45387</c:v>
                </c:pt>
                <c:pt idx="555">
                  <c:v>45385</c:v>
                </c:pt>
                <c:pt idx="556">
                  <c:v>45384</c:v>
                </c:pt>
                <c:pt idx="557">
                  <c:v>45379</c:v>
                </c:pt>
                <c:pt idx="558">
                  <c:v>45378</c:v>
                </c:pt>
                <c:pt idx="559">
                  <c:v>45377</c:v>
                </c:pt>
                <c:pt idx="560">
                  <c:v>45376</c:v>
                </c:pt>
                <c:pt idx="561">
                  <c:v>45373</c:v>
                </c:pt>
                <c:pt idx="562">
                  <c:v>45372</c:v>
                </c:pt>
                <c:pt idx="563">
                  <c:v>45371</c:v>
                </c:pt>
                <c:pt idx="564">
                  <c:v>45370</c:v>
                </c:pt>
                <c:pt idx="565">
                  <c:v>45369</c:v>
                </c:pt>
                <c:pt idx="566">
                  <c:v>45366</c:v>
                </c:pt>
                <c:pt idx="567">
                  <c:v>45365</c:v>
                </c:pt>
                <c:pt idx="568">
                  <c:v>45364</c:v>
                </c:pt>
                <c:pt idx="569">
                  <c:v>45363</c:v>
                </c:pt>
                <c:pt idx="570">
                  <c:v>45362</c:v>
                </c:pt>
                <c:pt idx="571">
                  <c:v>45359</c:v>
                </c:pt>
                <c:pt idx="572">
                  <c:v>45358</c:v>
                </c:pt>
                <c:pt idx="573">
                  <c:v>45357</c:v>
                </c:pt>
                <c:pt idx="574">
                  <c:v>45356</c:v>
                </c:pt>
                <c:pt idx="575">
                  <c:v>45355</c:v>
                </c:pt>
                <c:pt idx="576">
                  <c:v>45352</c:v>
                </c:pt>
                <c:pt idx="577">
                  <c:v>45351</c:v>
                </c:pt>
                <c:pt idx="578">
                  <c:v>45350</c:v>
                </c:pt>
                <c:pt idx="579">
                  <c:v>45349</c:v>
                </c:pt>
                <c:pt idx="580">
                  <c:v>45348</c:v>
                </c:pt>
                <c:pt idx="581">
                  <c:v>45345</c:v>
                </c:pt>
                <c:pt idx="582">
                  <c:v>45344</c:v>
                </c:pt>
                <c:pt idx="583">
                  <c:v>45343</c:v>
                </c:pt>
                <c:pt idx="584">
                  <c:v>45342</c:v>
                </c:pt>
                <c:pt idx="585">
                  <c:v>45341</c:v>
                </c:pt>
                <c:pt idx="586">
                  <c:v>45338</c:v>
                </c:pt>
                <c:pt idx="587">
                  <c:v>45337</c:v>
                </c:pt>
                <c:pt idx="588">
                  <c:v>45336</c:v>
                </c:pt>
                <c:pt idx="589">
                  <c:v>45331</c:v>
                </c:pt>
                <c:pt idx="590">
                  <c:v>45330</c:v>
                </c:pt>
                <c:pt idx="591">
                  <c:v>45329</c:v>
                </c:pt>
                <c:pt idx="592">
                  <c:v>45328</c:v>
                </c:pt>
                <c:pt idx="593">
                  <c:v>45327</c:v>
                </c:pt>
                <c:pt idx="594">
                  <c:v>45324</c:v>
                </c:pt>
                <c:pt idx="595">
                  <c:v>45323</c:v>
                </c:pt>
                <c:pt idx="596">
                  <c:v>45322</c:v>
                </c:pt>
                <c:pt idx="597">
                  <c:v>45321</c:v>
                </c:pt>
                <c:pt idx="598">
                  <c:v>45320</c:v>
                </c:pt>
                <c:pt idx="599">
                  <c:v>45317</c:v>
                </c:pt>
                <c:pt idx="600">
                  <c:v>45316</c:v>
                </c:pt>
                <c:pt idx="601">
                  <c:v>45315</c:v>
                </c:pt>
                <c:pt idx="602">
                  <c:v>45314</c:v>
                </c:pt>
                <c:pt idx="603">
                  <c:v>45313</c:v>
                </c:pt>
                <c:pt idx="604">
                  <c:v>45310</c:v>
                </c:pt>
                <c:pt idx="605">
                  <c:v>45309</c:v>
                </c:pt>
                <c:pt idx="606">
                  <c:v>45308</c:v>
                </c:pt>
                <c:pt idx="607">
                  <c:v>45307</c:v>
                </c:pt>
                <c:pt idx="608">
                  <c:v>45306</c:v>
                </c:pt>
                <c:pt idx="609">
                  <c:v>45303</c:v>
                </c:pt>
                <c:pt idx="610">
                  <c:v>45302</c:v>
                </c:pt>
                <c:pt idx="611">
                  <c:v>45301</c:v>
                </c:pt>
                <c:pt idx="612">
                  <c:v>45300</c:v>
                </c:pt>
                <c:pt idx="613">
                  <c:v>45299</c:v>
                </c:pt>
                <c:pt idx="614">
                  <c:v>45296</c:v>
                </c:pt>
                <c:pt idx="615">
                  <c:v>45295</c:v>
                </c:pt>
                <c:pt idx="616">
                  <c:v>45294</c:v>
                </c:pt>
                <c:pt idx="617">
                  <c:v>45293</c:v>
                </c:pt>
                <c:pt idx="618">
                  <c:v>45289</c:v>
                </c:pt>
                <c:pt idx="619">
                  <c:v>45288</c:v>
                </c:pt>
                <c:pt idx="620">
                  <c:v>45287</c:v>
                </c:pt>
                <c:pt idx="621">
                  <c:v>45282</c:v>
                </c:pt>
                <c:pt idx="622">
                  <c:v>45281</c:v>
                </c:pt>
                <c:pt idx="623">
                  <c:v>45280</c:v>
                </c:pt>
                <c:pt idx="624">
                  <c:v>45279</c:v>
                </c:pt>
                <c:pt idx="625">
                  <c:v>45278</c:v>
                </c:pt>
                <c:pt idx="626">
                  <c:v>45275</c:v>
                </c:pt>
                <c:pt idx="627">
                  <c:v>45274</c:v>
                </c:pt>
                <c:pt idx="628">
                  <c:v>45273</c:v>
                </c:pt>
                <c:pt idx="629">
                  <c:v>45272</c:v>
                </c:pt>
                <c:pt idx="630">
                  <c:v>45271</c:v>
                </c:pt>
                <c:pt idx="631">
                  <c:v>45268</c:v>
                </c:pt>
                <c:pt idx="632">
                  <c:v>45267</c:v>
                </c:pt>
                <c:pt idx="633">
                  <c:v>45266</c:v>
                </c:pt>
                <c:pt idx="634">
                  <c:v>45265</c:v>
                </c:pt>
                <c:pt idx="635">
                  <c:v>45264</c:v>
                </c:pt>
                <c:pt idx="636">
                  <c:v>45261</c:v>
                </c:pt>
                <c:pt idx="637">
                  <c:v>45260</c:v>
                </c:pt>
                <c:pt idx="638">
                  <c:v>45259</c:v>
                </c:pt>
                <c:pt idx="639">
                  <c:v>45258</c:v>
                </c:pt>
                <c:pt idx="640">
                  <c:v>45257</c:v>
                </c:pt>
                <c:pt idx="641">
                  <c:v>45254</c:v>
                </c:pt>
                <c:pt idx="642">
                  <c:v>45253</c:v>
                </c:pt>
                <c:pt idx="643">
                  <c:v>45252</c:v>
                </c:pt>
                <c:pt idx="644">
                  <c:v>45251</c:v>
                </c:pt>
                <c:pt idx="645">
                  <c:v>45250</c:v>
                </c:pt>
                <c:pt idx="646">
                  <c:v>45247</c:v>
                </c:pt>
                <c:pt idx="647">
                  <c:v>45246</c:v>
                </c:pt>
                <c:pt idx="648">
                  <c:v>45245</c:v>
                </c:pt>
                <c:pt idx="649">
                  <c:v>45244</c:v>
                </c:pt>
                <c:pt idx="650">
                  <c:v>45243</c:v>
                </c:pt>
                <c:pt idx="651">
                  <c:v>45240</c:v>
                </c:pt>
                <c:pt idx="652">
                  <c:v>45239</c:v>
                </c:pt>
                <c:pt idx="653">
                  <c:v>45238</c:v>
                </c:pt>
                <c:pt idx="654">
                  <c:v>45237</c:v>
                </c:pt>
                <c:pt idx="655">
                  <c:v>45236</c:v>
                </c:pt>
                <c:pt idx="656">
                  <c:v>45233</c:v>
                </c:pt>
                <c:pt idx="657">
                  <c:v>45232</c:v>
                </c:pt>
                <c:pt idx="658">
                  <c:v>45231</c:v>
                </c:pt>
                <c:pt idx="659">
                  <c:v>45230</c:v>
                </c:pt>
                <c:pt idx="660">
                  <c:v>45229</c:v>
                </c:pt>
                <c:pt idx="661">
                  <c:v>45226</c:v>
                </c:pt>
                <c:pt idx="662">
                  <c:v>45225</c:v>
                </c:pt>
                <c:pt idx="663">
                  <c:v>45224</c:v>
                </c:pt>
                <c:pt idx="664">
                  <c:v>45223</c:v>
                </c:pt>
                <c:pt idx="665">
                  <c:v>45219</c:v>
                </c:pt>
                <c:pt idx="666">
                  <c:v>45218</c:v>
                </c:pt>
                <c:pt idx="667">
                  <c:v>45217</c:v>
                </c:pt>
                <c:pt idx="668">
                  <c:v>45216</c:v>
                </c:pt>
                <c:pt idx="669">
                  <c:v>45215</c:v>
                </c:pt>
                <c:pt idx="670">
                  <c:v>45212</c:v>
                </c:pt>
                <c:pt idx="671">
                  <c:v>45211</c:v>
                </c:pt>
                <c:pt idx="672">
                  <c:v>45210</c:v>
                </c:pt>
                <c:pt idx="673">
                  <c:v>45209</c:v>
                </c:pt>
                <c:pt idx="674">
                  <c:v>45208</c:v>
                </c:pt>
                <c:pt idx="675">
                  <c:v>45205</c:v>
                </c:pt>
                <c:pt idx="676">
                  <c:v>45204</c:v>
                </c:pt>
                <c:pt idx="677">
                  <c:v>45203</c:v>
                </c:pt>
                <c:pt idx="678">
                  <c:v>45202</c:v>
                </c:pt>
                <c:pt idx="679">
                  <c:v>45198</c:v>
                </c:pt>
                <c:pt idx="680">
                  <c:v>45197</c:v>
                </c:pt>
                <c:pt idx="681">
                  <c:v>45196</c:v>
                </c:pt>
                <c:pt idx="682">
                  <c:v>45195</c:v>
                </c:pt>
                <c:pt idx="683">
                  <c:v>45194</c:v>
                </c:pt>
                <c:pt idx="684">
                  <c:v>45191</c:v>
                </c:pt>
                <c:pt idx="685">
                  <c:v>45190</c:v>
                </c:pt>
                <c:pt idx="686">
                  <c:v>45189</c:v>
                </c:pt>
                <c:pt idx="687">
                  <c:v>45188</c:v>
                </c:pt>
                <c:pt idx="688">
                  <c:v>45187</c:v>
                </c:pt>
                <c:pt idx="689">
                  <c:v>45184</c:v>
                </c:pt>
                <c:pt idx="690">
                  <c:v>45183</c:v>
                </c:pt>
                <c:pt idx="691">
                  <c:v>45182</c:v>
                </c:pt>
                <c:pt idx="692">
                  <c:v>45181</c:v>
                </c:pt>
                <c:pt idx="693">
                  <c:v>45180</c:v>
                </c:pt>
                <c:pt idx="694">
                  <c:v>45176</c:v>
                </c:pt>
                <c:pt idx="695">
                  <c:v>45175</c:v>
                </c:pt>
                <c:pt idx="696">
                  <c:v>45174</c:v>
                </c:pt>
                <c:pt idx="697">
                  <c:v>45173</c:v>
                </c:pt>
                <c:pt idx="698">
                  <c:v>45169</c:v>
                </c:pt>
                <c:pt idx="699">
                  <c:v>45168</c:v>
                </c:pt>
                <c:pt idx="700">
                  <c:v>45167</c:v>
                </c:pt>
                <c:pt idx="701">
                  <c:v>45166</c:v>
                </c:pt>
                <c:pt idx="702">
                  <c:v>45163</c:v>
                </c:pt>
                <c:pt idx="703">
                  <c:v>45162</c:v>
                </c:pt>
                <c:pt idx="704">
                  <c:v>45161</c:v>
                </c:pt>
                <c:pt idx="705">
                  <c:v>45160</c:v>
                </c:pt>
                <c:pt idx="706">
                  <c:v>45159</c:v>
                </c:pt>
                <c:pt idx="707">
                  <c:v>45156</c:v>
                </c:pt>
                <c:pt idx="708">
                  <c:v>45155</c:v>
                </c:pt>
                <c:pt idx="709">
                  <c:v>45154</c:v>
                </c:pt>
                <c:pt idx="710">
                  <c:v>45153</c:v>
                </c:pt>
                <c:pt idx="711">
                  <c:v>45152</c:v>
                </c:pt>
                <c:pt idx="712">
                  <c:v>45149</c:v>
                </c:pt>
                <c:pt idx="713">
                  <c:v>45148</c:v>
                </c:pt>
                <c:pt idx="714">
                  <c:v>45147</c:v>
                </c:pt>
                <c:pt idx="715">
                  <c:v>45146</c:v>
                </c:pt>
                <c:pt idx="716">
                  <c:v>45145</c:v>
                </c:pt>
                <c:pt idx="717">
                  <c:v>45142</c:v>
                </c:pt>
                <c:pt idx="718">
                  <c:v>45141</c:v>
                </c:pt>
                <c:pt idx="719">
                  <c:v>45140</c:v>
                </c:pt>
                <c:pt idx="720">
                  <c:v>45139</c:v>
                </c:pt>
                <c:pt idx="721">
                  <c:v>45138</c:v>
                </c:pt>
                <c:pt idx="722">
                  <c:v>45135</c:v>
                </c:pt>
                <c:pt idx="723">
                  <c:v>45134</c:v>
                </c:pt>
                <c:pt idx="724">
                  <c:v>45133</c:v>
                </c:pt>
                <c:pt idx="725">
                  <c:v>45132</c:v>
                </c:pt>
                <c:pt idx="726">
                  <c:v>45131</c:v>
                </c:pt>
                <c:pt idx="727">
                  <c:v>45128</c:v>
                </c:pt>
                <c:pt idx="728">
                  <c:v>45127</c:v>
                </c:pt>
                <c:pt idx="729">
                  <c:v>45126</c:v>
                </c:pt>
                <c:pt idx="730">
                  <c:v>45125</c:v>
                </c:pt>
                <c:pt idx="731">
                  <c:v>45121</c:v>
                </c:pt>
                <c:pt idx="732">
                  <c:v>45120</c:v>
                </c:pt>
                <c:pt idx="733">
                  <c:v>45119</c:v>
                </c:pt>
                <c:pt idx="734">
                  <c:v>45118</c:v>
                </c:pt>
                <c:pt idx="735">
                  <c:v>45117</c:v>
                </c:pt>
                <c:pt idx="736">
                  <c:v>45114</c:v>
                </c:pt>
                <c:pt idx="737">
                  <c:v>45113</c:v>
                </c:pt>
                <c:pt idx="738">
                  <c:v>45112</c:v>
                </c:pt>
                <c:pt idx="739">
                  <c:v>45111</c:v>
                </c:pt>
                <c:pt idx="740">
                  <c:v>45110</c:v>
                </c:pt>
                <c:pt idx="741">
                  <c:v>45107</c:v>
                </c:pt>
                <c:pt idx="742">
                  <c:v>45106</c:v>
                </c:pt>
                <c:pt idx="743">
                  <c:v>45105</c:v>
                </c:pt>
                <c:pt idx="744">
                  <c:v>45104</c:v>
                </c:pt>
                <c:pt idx="745">
                  <c:v>45103</c:v>
                </c:pt>
                <c:pt idx="746">
                  <c:v>45100</c:v>
                </c:pt>
                <c:pt idx="747">
                  <c:v>45098</c:v>
                </c:pt>
                <c:pt idx="748">
                  <c:v>45097</c:v>
                </c:pt>
                <c:pt idx="749">
                  <c:v>45096</c:v>
                </c:pt>
                <c:pt idx="750">
                  <c:v>45093</c:v>
                </c:pt>
                <c:pt idx="751">
                  <c:v>45092</c:v>
                </c:pt>
                <c:pt idx="752">
                  <c:v>45091</c:v>
                </c:pt>
                <c:pt idx="753">
                  <c:v>45090</c:v>
                </c:pt>
                <c:pt idx="754">
                  <c:v>45089</c:v>
                </c:pt>
                <c:pt idx="755">
                  <c:v>45086</c:v>
                </c:pt>
                <c:pt idx="756">
                  <c:v>45085</c:v>
                </c:pt>
                <c:pt idx="757">
                  <c:v>45084</c:v>
                </c:pt>
                <c:pt idx="758">
                  <c:v>45083</c:v>
                </c:pt>
                <c:pt idx="759">
                  <c:v>45082</c:v>
                </c:pt>
                <c:pt idx="760">
                  <c:v>45079</c:v>
                </c:pt>
                <c:pt idx="761">
                  <c:v>45078</c:v>
                </c:pt>
                <c:pt idx="762">
                  <c:v>45077</c:v>
                </c:pt>
                <c:pt idx="763">
                  <c:v>45076</c:v>
                </c:pt>
                <c:pt idx="764">
                  <c:v>45075</c:v>
                </c:pt>
                <c:pt idx="765">
                  <c:v>45071</c:v>
                </c:pt>
                <c:pt idx="766">
                  <c:v>45070</c:v>
                </c:pt>
                <c:pt idx="767">
                  <c:v>45069</c:v>
                </c:pt>
                <c:pt idx="768">
                  <c:v>45068</c:v>
                </c:pt>
                <c:pt idx="769">
                  <c:v>45065</c:v>
                </c:pt>
                <c:pt idx="770">
                  <c:v>45064</c:v>
                </c:pt>
                <c:pt idx="771">
                  <c:v>45063</c:v>
                </c:pt>
                <c:pt idx="772">
                  <c:v>45062</c:v>
                </c:pt>
                <c:pt idx="773">
                  <c:v>45061</c:v>
                </c:pt>
                <c:pt idx="774">
                  <c:v>45058</c:v>
                </c:pt>
                <c:pt idx="775">
                  <c:v>45057</c:v>
                </c:pt>
                <c:pt idx="776">
                  <c:v>45056</c:v>
                </c:pt>
                <c:pt idx="777">
                  <c:v>45055</c:v>
                </c:pt>
                <c:pt idx="778">
                  <c:v>45054</c:v>
                </c:pt>
                <c:pt idx="779">
                  <c:v>45051</c:v>
                </c:pt>
                <c:pt idx="780">
                  <c:v>45050</c:v>
                </c:pt>
                <c:pt idx="781">
                  <c:v>45049</c:v>
                </c:pt>
                <c:pt idx="782">
                  <c:v>45048</c:v>
                </c:pt>
                <c:pt idx="783">
                  <c:v>45044</c:v>
                </c:pt>
                <c:pt idx="784">
                  <c:v>45043</c:v>
                </c:pt>
                <c:pt idx="785">
                  <c:v>45042</c:v>
                </c:pt>
                <c:pt idx="786">
                  <c:v>45041</c:v>
                </c:pt>
                <c:pt idx="787">
                  <c:v>45040</c:v>
                </c:pt>
                <c:pt idx="788">
                  <c:v>45037</c:v>
                </c:pt>
                <c:pt idx="789">
                  <c:v>45036</c:v>
                </c:pt>
                <c:pt idx="790">
                  <c:v>45035</c:v>
                </c:pt>
                <c:pt idx="791">
                  <c:v>45034</c:v>
                </c:pt>
                <c:pt idx="792">
                  <c:v>45033</c:v>
                </c:pt>
                <c:pt idx="793">
                  <c:v>45030</c:v>
                </c:pt>
                <c:pt idx="794">
                  <c:v>45029</c:v>
                </c:pt>
                <c:pt idx="795">
                  <c:v>45028</c:v>
                </c:pt>
                <c:pt idx="796">
                  <c:v>45027</c:v>
                </c:pt>
                <c:pt idx="797">
                  <c:v>45022</c:v>
                </c:pt>
                <c:pt idx="798">
                  <c:v>45020</c:v>
                </c:pt>
                <c:pt idx="799">
                  <c:v>45019</c:v>
                </c:pt>
                <c:pt idx="800">
                  <c:v>45016</c:v>
                </c:pt>
                <c:pt idx="801">
                  <c:v>45015</c:v>
                </c:pt>
                <c:pt idx="802">
                  <c:v>45014</c:v>
                </c:pt>
                <c:pt idx="803">
                  <c:v>45013</c:v>
                </c:pt>
                <c:pt idx="804">
                  <c:v>45012</c:v>
                </c:pt>
                <c:pt idx="805">
                  <c:v>45009</c:v>
                </c:pt>
                <c:pt idx="806">
                  <c:v>45008</c:v>
                </c:pt>
                <c:pt idx="807">
                  <c:v>45007</c:v>
                </c:pt>
                <c:pt idx="808">
                  <c:v>45006</c:v>
                </c:pt>
                <c:pt idx="809">
                  <c:v>45005</c:v>
                </c:pt>
                <c:pt idx="810">
                  <c:v>45002</c:v>
                </c:pt>
                <c:pt idx="811">
                  <c:v>45001</c:v>
                </c:pt>
                <c:pt idx="812">
                  <c:v>45000</c:v>
                </c:pt>
                <c:pt idx="813">
                  <c:v>44999</c:v>
                </c:pt>
                <c:pt idx="814">
                  <c:v>44998</c:v>
                </c:pt>
                <c:pt idx="815">
                  <c:v>44995</c:v>
                </c:pt>
                <c:pt idx="816">
                  <c:v>44994</c:v>
                </c:pt>
                <c:pt idx="817">
                  <c:v>44993</c:v>
                </c:pt>
                <c:pt idx="818">
                  <c:v>44992</c:v>
                </c:pt>
                <c:pt idx="819">
                  <c:v>44991</c:v>
                </c:pt>
                <c:pt idx="820">
                  <c:v>44988</c:v>
                </c:pt>
                <c:pt idx="821">
                  <c:v>44987</c:v>
                </c:pt>
                <c:pt idx="822">
                  <c:v>44986</c:v>
                </c:pt>
                <c:pt idx="823">
                  <c:v>44985</c:v>
                </c:pt>
                <c:pt idx="824">
                  <c:v>44984</c:v>
                </c:pt>
                <c:pt idx="825">
                  <c:v>44981</c:v>
                </c:pt>
                <c:pt idx="826">
                  <c:v>44980</c:v>
                </c:pt>
                <c:pt idx="827">
                  <c:v>44979</c:v>
                </c:pt>
                <c:pt idx="828">
                  <c:v>44978</c:v>
                </c:pt>
                <c:pt idx="829">
                  <c:v>44977</c:v>
                </c:pt>
                <c:pt idx="830">
                  <c:v>44974</c:v>
                </c:pt>
                <c:pt idx="831">
                  <c:v>44973</c:v>
                </c:pt>
                <c:pt idx="832">
                  <c:v>44972</c:v>
                </c:pt>
                <c:pt idx="833">
                  <c:v>44971</c:v>
                </c:pt>
                <c:pt idx="834">
                  <c:v>44970</c:v>
                </c:pt>
                <c:pt idx="835">
                  <c:v>44967</c:v>
                </c:pt>
                <c:pt idx="836">
                  <c:v>44966</c:v>
                </c:pt>
                <c:pt idx="837">
                  <c:v>44965</c:v>
                </c:pt>
                <c:pt idx="838">
                  <c:v>44964</c:v>
                </c:pt>
                <c:pt idx="839">
                  <c:v>44963</c:v>
                </c:pt>
                <c:pt idx="840">
                  <c:v>44960</c:v>
                </c:pt>
                <c:pt idx="841">
                  <c:v>44959</c:v>
                </c:pt>
                <c:pt idx="842">
                  <c:v>44958</c:v>
                </c:pt>
                <c:pt idx="843">
                  <c:v>44957</c:v>
                </c:pt>
                <c:pt idx="844">
                  <c:v>44956</c:v>
                </c:pt>
                <c:pt idx="845">
                  <c:v>44953</c:v>
                </c:pt>
                <c:pt idx="846">
                  <c:v>44952</c:v>
                </c:pt>
                <c:pt idx="847">
                  <c:v>44946</c:v>
                </c:pt>
                <c:pt idx="848">
                  <c:v>44945</c:v>
                </c:pt>
                <c:pt idx="849">
                  <c:v>44944</c:v>
                </c:pt>
                <c:pt idx="850">
                  <c:v>44943</c:v>
                </c:pt>
                <c:pt idx="851">
                  <c:v>44942</c:v>
                </c:pt>
                <c:pt idx="852">
                  <c:v>44939</c:v>
                </c:pt>
                <c:pt idx="853">
                  <c:v>44938</c:v>
                </c:pt>
                <c:pt idx="854">
                  <c:v>44937</c:v>
                </c:pt>
                <c:pt idx="855">
                  <c:v>44936</c:v>
                </c:pt>
                <c:pt idx="856">
                  <c:v>44935</c:v>
                </c:pt>
                <c:pt idx="857">
                  <c:v>44932</c:v>
                </c:pt>
                <c:pt idx="858">
                  <c:v>44931</c:v>
                </c:pt>
                <c:pt idx="859">
                  <c:v>44930</c:v>
                </c:pt>
                <c:pt idx="860">
                  <c:v>44929</c:v>
                </c:pt>
                <c:pt idx="861">
                  <c:v>44925</c:v>
                </c:pt>
                <c:pt idx="862">
                  <c:v>44924</c:v>
                </c:pt>
                <c:pt idx="863">
                  <c:v>44923</c:v>
                </c:pt>
                <c:pt idx="864">
                  <c:v>44918</c:v>
                </c:pt>
                <c:pt idx="865">
                  <c:v>44917</c:v>
                </c:pt>
                <c:pt idx="866">
                  <c:v>44916</c:v>
                </c:pt>
                <c:pt idx="867">
                  <c:v>44915</c:v>
                </c:pt>
                <c:pt idx="868">
                  <c:v>44914</c:v>
                </c:pt>
                <c:pt idx="869">
                  <c:v>44911</c:v>
                </c:pt>
                <c:pt idx="870">
                  <c:v>44910</c:v>
                </c:pt>
                <c:pt idx="871">
                  <c:v>44909</c:v>
                </c:pt>
                <c:pt idx="872">
                  <c:v>44908</c:v>
                </c:pt>
                <c:pt idx="873">
                  <c:v>44907</c:v>
                </c:pt>
                <c:pt idx="874">
                  <c:v>44904</c:v>
                </c:pt>
                <c:pt idx="875">
                  <c:v>44903</c:v>
                </c:pt>
                <c:pt idx="876">
                  <c:v>44902</c:v>
                </c:pt>
                <c:pt idx="877">
                  <c:v>44901</c:v>
                </c:pt>
                <c:pt idx="878">
                  <c:v>44900</c:v>
                </c:pt>
                <c:pt idx="879">
                  <c:v>44897</c:v>
                </c:pt>
                <c:pt idx="880">
                  <c:v>44896</c:v>
                </c:pt>
                <c:pt idx="881">
                  <c:v>44895</c:v>
                </c:pt>
                <c:pt idx="882">
                  <c:v>44894</c:v>
                </c:pt>
                <c:pt idx="883">
                  <c:v>44893</c:v>
                </c:pt>
                <c:pt idx="884">
                  <c:v>44890</c:v>
                </c:pt>
                <c:pt idx="885">
                  <c:v>44889</c:v>
                </c:pt>
                <c:pt idx="886">
                  <c:v>44888</c:v>
                </c:pt>
                <c:pt idx="887">
                  <c:v>44887</c:v>
                </c:pt>
                <c:pt idx="888">
                  <c:v>44886</c:v>
                </c:pt>
                <c:pt idx="889">
                  <c:v>44883</c:v>
                </c:pt>
                <c:pt idx="890">
                  <c:v>44882</c:v>
                </c:pt>
                <c:pt idx="891">
                  <c:v>44881</c:v>
                </c:pt>
                <c:pt idx="892">
                  <c:v>44880</c:v>
                </c:pt>
                <c:pt idx="893">
                  <c:v>44879</c:v>
                </c:pt>
                <c:pt idx="894">
                  <c:v>44876</c:v>
                </c:pt>
                <c:pt idx="895">
                  <c:v>44875</c:v>
                </c:pt>
                <c:pt idx="896">
                  <c:v>44874</c:v>
                </c:pt>
                <c:pt idx="897">
                  <c:v>44873</c:v>
                </c:pt>
                <c:pt idx="898">
                  <c:v>44872</c:v>
                </c:pt>
                <c:pt idx="899">
                  <c:v>44869</c:v>
                </c:pt>
                <c:pt idx="900">
                  <c:v>44868</c:v>
                </c:pt>
                <c:pt idx="901">
                  <c:v>44867</c:v>
                </c:pt>
                <c:pt idx="902">
                  <c:v>44866</c:v>
                </c:pt>
                <c:pt idx="903">
                  <c:v>44865</c:v>
                </c:pt>
                <c:pt idx="904">
                  <c:v>44862</c:v>
                </c:pt>
                <c:pt idx="905">
                  <c:v>44861</c:v>
                </c:pt>
                <c:pt idx="906">
                  <c:v>44860</c:v>
                </c:pt>
                <c:pt idx="907">
                  <c:v>44859</c:v>
                </c:pt>
                <c:pt idx="908">
                  <c:v>44858</c:v>
                </c:pt>
                <c:pt idx="909">
                  <c:v>44855</c:v>
                </c:pt>
                <c:pt idx="910">
                  <c:v>44854</c:v>
                </c:pt>
                <c:pt idx="911">
                  <c:v>44853</c:v>
                </c:pt>
              </c:numCache>
            </c:numRef>
          </c:cat>
          <c:val>
            <c:numRef>
              <c:f>'图3恒科VS美股软件 (2)'!$I$12:$I$923</c:f>
              <c:numCache>
                <c:formatCode>0.0000</c:formatCode>
                <c:ptCount val="912"/>
                <c:pt idx="0">
                  <c:v>4721.66</c:v>
                </c:pt>
                <c:pt idx="1">
                  <c:v>4731.5600000000004</c:v>
                </c:pt>
                <c:pt idx="2">
                  <c:v>4731.0200000000004</c:v>
                </c:pt>
                <c:pt idx="3">
                  <c:v>4507.04</c:v>
                </c:pt>
                <c:pt idx="4">
                  <c:v>4541.2299999999996</c:v>
                </c:pt>
                <c:pt idx="5">
                  <c:v>4499</c:v>
                </c:pt>
                <c:pt idx="6">
                  <c:v>4454.28</c:v>
                </c:pt>
                <c:pt idx="7">
                  <c:v>4472.2299999999996</c:v>
                </c:pt>
                <c:pt idx="8">
                  <c:v>4393.01</c:v>
                </c:pt>
                <c:pt idx="9">
                  <c:v>4255.59</c:v>
                </c:pt>
                <c:pt idx="10">
                  <c:v>4405.92</c:v>
                </c:pt>
                <c:pt idx="11">
                  <c:v>4479.0200000000004</c:v>
                </c:pt>
                <c:pt idx="12">
                  <c:v>4399.22</c:v>
                </c:pt>
                <c:pt idx="13">
                  <c:v>4549.41</c:v>
                </c:pt>
                <c:pt idx="14">
                  <c:v>4604.3500000000004</c:v>
                </c:pt>
                <c:pt idx="15">
                  <c:v>4669.07</c:v>
                </c:pt>
                <c:pt idx="16">
                  <c:v>4658.6499999999996</c:v>
                </c:pt>
                <c:pt idx="17">
                  <c:v>4765.58</c:v>
                </c:pt>
                <c:pt idx="18">
                  <c:v>4705.2</c:v>
                </c:pt>
                <c:pt idx="19">
                  <c:v>4655.74</c:v>
                </c:pt>
                <c:pt idx="20">
                  <c:v>4724.79</c:v>
                </c:pt>
                <c:pt idx="21">
                  <c:v>4769.6099999999997</c:v>
                </c:pt>
                <c:pt idx="22">
                  <c:v>4755.91</c:v>
                </c:pt>
                <c:pt idx="23">
                  <c:v>4888.3900000000003</c:v>
                </c:pt>
                <c:pt idx="24">
                  <c:v>4975.3599999999997</c:v>
                </c:pt>
                <c:pt idx="25">
                  <c:v>5056.97</c:v>
                </c:pt>
                <c:pt idx="26">
                  <c:v>5199.28</c:v>
                </c:pt>
                <c:pt idx="27">
                  <c:v>4964.92</c:v>
                </c:pt>
                <c:pt idx="28">
                  <c:v>4884.2299999999996</c:v>
                </c:pt>
                <c:pt idx="29">
                  <c:v>4888.58</c:v>
                </c:pt>
                <c:pt idx="30">
                  <c:v>4907.57</c:v>
                </c:pt>
                <c:pt idx="31">
                  <c:v>4946.88</c:v>
                </c:pt>
                <c:pt idx="32">
                  <c:v>4869.57</c:v>
                </c:pt>
                <c:pt idx="33">
                  <c:v>4768.8999999999996</c:v>
                </c:pt>
                <c:pt idx="34">
                  <c:v>4873.82</c:v>
                </c:pt>
                <c:pt idx="35">
                  <c:v>4857.46</c:v>
                </c:pt>
                <c:pt idx="36">
                  <c:v>4844.9399999999996</c:v>
                </c:pt>
                <c:pt idx="37">
                  <c:v>4941.1400000000003</c:v>
                </c:pt>
                <c:pt idx="38">
                  <c:v>5076.2</c:v>
                </c:pt>
                <c:pt idx="39">
                  <c:v>5093.8500000000004</c:v>
                </c:pt>
                <c:pt idx="40">
                  <c:v>5070.6099999999997</c:v>
                </c:pt>
                <c:pt idx="41">
                  <c:v>5106.3999999999996</c:v>
                </c:pt>
                <c:pt idx="42">
                  <c:v>5102.79</c:v>
                </c:pt>
                <c:pt idx="43">
                  <c:v>5121.1000000000004</c:v>
                </c:pt>
                <c:pt idx="44">
                  <c:v>4969.2</c:v>
                </c:pt>
                <c:pt idx="45">
                  <c:v>4929.68</c:v>
                </c:pt>
                <c:pt idx="46">
                  <c:v>4976.7</c:v>
                </c:pt>
                <c:pt idx="47">
                  <c:v>4871.32</c:v>
                </c:pt>
                <c:pt idx="48">
                  <c:v>4910.0200000000004</c:v>
                </c:pt>
                <c:pt idx="49">
                  <c:v>4827.1899999999996</c:v>
                </c:pt>
                <c:pt idx="50">
                  <c:v>4939.84</c:v>
                </c:pt>
                <c:pt idx="51">
                  <c:v>4902.2</c:v>
                </c:pt>
                <c:pt idx="52">
                  <c:v>4865.5200000000004</c:v>
                </c:pt>
                <c:pt idx="53">
                  <c:v>4963.9399999999996</c:v>
                </c:pt>
                <c:pt idx="54">
                  <c:v>5061.5</c:v>
                </c:pt>
                <c:pt idx="55">
                  <c:v>5065.63</c:v>
                </c:pt>
                <c:pt idx="56">
                  <c:v>5042.68</c:v>
                </c:pt>
                <c:pt idx="57">
                  <c:v>5092.08</c:v>
                </c:pt>
                <c:pt idx="58">
                  <c:v>4911.79</c:v>
                </c:pt>
                <c:pt idx="59">
                  <c:v>4851.96</c:v>
                </c:pt>
                <c:pt idx="60">
                  <c:v>4822.01</c:v>
                </c:pt>
                <c:pt idx="61">
                  <c:v>4860.26</c:v>
                </c:pt>
                <c:pt idx="62">
                  <c:v>4821.67</c:v>
                </c:pt>
                <c:pt idx="63">
                  <c:v>4923.25</c:v>
                </c:pt>
                <c:pt idx="64">
                  <c:v>4679.1000000000004</c:v>
                </c:pt>
                <c:pt idx="65">
                  <c:v>4756.45</c:v>
                </c:pt>
                <c:pt idx="66">
                  <c:v>4649.82</c:v>
                </c:pt>
                <c:pt idx="67">
                  <c:v>4690.08</c:v>
                </c:pt>
                <c:pt idx="68">
                  <c:v>4778.01</c:v>
                </c:pt>
                <c:pt idx="69">
                  <c:v>4761.54</c:v>
                </c:pt>
                <c:pt idx="70">
                  <c:v>4922.9399999999996</c:v>
                </c:pt>
                <c:pt idx="71">
                  <c:v>4830.8900000000003</c:v>
                </c:pt>
                <c:pt idx="72">
                  <c:v>4712.4799999999996</c:v>
                </c:pt>
                <c:pt idx="73">
                  <c:v>4872.38</c:v>
                </c:pt>
                <c:pt idx="74">
                  <c:v>4996.28</c:v>
                </c:pt>
                <c:pt idx="75">
                  <c:v>5108.3</c:v>
                </c:pt>
                <c:pt idx="76">
                  <c:v>5107.6400000000003</c:v>
                </c:pt>
                <c:pt idx="77">
                  <c:v>5111.78</c:v>
                </c:pt>
                <c:pt idx="78">
                  <c:v>4978.08</c:v>
                </c:pt>
                <c:pt idx="79">
                  <c:v>5027.6400000000003</c:v>
                </c:pt>
                <c:pt idx="80">
                  <c:v>5054.8500000000004</c:v>
                </c:pt>
                <c:pt idx="81">
                  <c:v>5060.53</c:v>
                </c:pt>
                <c:pt idx="82">
                  <c:v>4941.7299999999996</c:v>
                </c:pt>
                <c:pt idx="83">
                  <c:v>4947.5</c:v>
                </c:pt>
                <c:pt idx="84">
                  <c:v>4796.33</c:v>
                </c:pt>
                <c:pt idx="85">
                  <c:v>4829.5</c:v>
                </c:pt>
                <c:pt idx="86">
                  <c:v>4876.53</c:v>
                </c:pt>
                <c:pt idx="87">
                  <c:v>4989.37</c:v>
                </c:pt>
                <c:pt idx="88">
                  <c:v>5137.84</c:v>
                </c:pt>
                <c:pt idx="89">
                  <c:v>5109.33</c:v>
                </c:pt>
                <c:pt idx="90">
                  <c:v>5260.5</c:v>
                </c:pt>
                <c:pt idx="91">
                  <c:v>5270.7</c:v>
                </c:pt>
                <c:pt idx="92">
                  <c:v>5385.35</c:v>
                </c:pt>
                <c:pt idx="93">
                  <c:v>5211.5</c:v>
                </c:pt>
                <c:pt idx="94">
                  <c:v>5367.52</c:v>
                </c:pt>
                <c:pt idx="95">
                  <c:v>5360.42</c:v>
                </c:pt>
                <c:pt idx="96">
                  <c:v>5408.98</c:v>
                </c:pt>
                <c:pt idx="97">
                  <c:v>5499.99</c:v>
                </c:pt>
                <c:pt idx="98">
                  <c:v>5451.03</c:v>
                </c:pt>
                <c:pt idx="99">
                  <c:v>5417.6</c:v>
                </c:pt>
                <c:pt idx="100">
                  <c:v>5346.2</c:v>
                </c:pt>
                <c:pt idx="101">
                  <c:v>5406.13</c:v>
                </c:pt>
                <c:pt idx="102">
                  <c:v>5366.44</c:v>
                </c:pt>
                <c:pt idx="103">
                  <c:v>5467.26</c:v>
                </c:pt>
                <c:pt idx="104">
                  <c:v>5526.31</c:v>
                </c:pt>
                <c:pt idx="105">
                  <c:v>5718.18</c:v>
                </c:pt>
                <c:pt idx="106">
                  <c:v>5841.1</c:v>
                </c:pt>
                <c:pt idx="107">
                  <c:v>5900.16</c:v>
                </c:pt>
                <c:pt idx="108">
                  <c:v>5754.72</c:v>
                </c:pt>
                <c:pt idx="109">
                  <c:v>5725.99</c:v>
                </c:pt>
                <c:pt idx="110">
                  <c:v>5798.01</c:v>
                </c:pt>
                <c:pt idx="111">
                  <c:v>5762.44</c:v>
                </c:pt>
                <c:pt idx="112">
                  <c:v>5746.3</c:v>
                </c:pt>
                <c:pt idx="113">
                  <c:v>5683.44</c:v>
                </c:pt>
                <c:pt idx="114">
                  <c:v>5749.98</c:v>
                </c:pt>
                <c:pt idx="115">
                  <c:v>5822.18</c:v>
                </c:pt>
                <c:pt idx="116">
                  <c:v>5828.35</c:v>
                </c:pt>
                <c:pt idx="117">
                  <c:v>5908.26</c:v>
                </c:pt>
                <c:pt idx="118">
                  <c:v>5869.79</c:v>
                </c:pt>
                <c:pt idx="119">
                  <c:v>5863.2</c:v>
                </c:pt>
                <c:pt idx="120">
                  <c:v>5687.14</c:v>
                </c:pt>
                <c:pt idx="121">
                  <c:v>5678.34</c:v>
                </c:pt>
                <c:pt idx="122">
                  <c:v>5738.52</c:v>
                </c:pt>
                <c:pt idx="123">
                  <c:v>5825.26</c:v>
                </c:pt>
                <c:pt idx="124">
                  <c:v>5741.63</c:v>
                </c:pt>
                <c:pt idx="125">
                  <c:v>5736.44</c:v>
                </c:pt>
                <c:pt idx="126">
                  <c:v>5515.98</c:v>
                </c:pt>
                <c:pt idx="127">
                  <c:v>5578.38</c:v>
                </c:pt>
                <c:pt idx="128">
                  <c:v>5483.01</c:v>
                </c:pt>
                <c:pt idx="129">
                  <c:v>5499.3</c:v>
                </c:pt>
                <c:pt idx="130">
                  <c:v>5488.89</c:v>
                </c:pt>
                <c:pt idx="131">
                  <c:v>5526.83</c:v>
                </c:pt>
                <c:pt idx="132">
                  <c:v>5479.04</c:v>
                </c:pt>
                <c:pt idx="133">
                  <c:v>5418.29</c:v>
                </c:pt>
                <c:pt idx="134">
                  <c:v>5457.95</c:v>
                </c:pt>
                <c:pt idx="135">
                  <c:v>5402.51</c:v>
                </c:pt>
                <c:pt idx="136">
                  <c:v>5498.42</c:v>
                </c:pt>
                <c:pt idx="137">
                  <c:v>5638.05</c:v>
                </c:pt>
                <c:pt idx="138">
                  <c:v>5534.59</c:v>
                </c:pt>
                <c:pt idx="139">
                  <c:v>5581.1</c:v>
                </c:pt>
                <c:pt idx="140">
                  <c:v>5554.68</c:v>
                </c:pt>
                <c:pt idx="141">
                  <c:v>5662.55</c:v>
                </c:pt>
                <c:pt idx="142">
                  <c:v>5662.46</c:v>
                </c:pt>
                <c:pt idx="143">
                  <c:v>5615.43</c:v>
                </c:pt>
                <c:pt idx="144">
                  <c:v>5534.92</c:v>
                </c:pt>
                <c:pt idx="145">
                  <c:v>5624.04</c:v>
                </c:pt>
                <c:pt idx="146">
                  <c:v>5644.76</c:v>
                </c:pt>
                <c:pt idx="147">
                  <c:v>5599.11</c:v>
                </c:pt>
                <c:pt idx="148">
                  <c:v>5598.05</c:v>
                </c:pt>
                <c:pt idx="149">
                  <c:v>5618.36</c:v>
                </c:pt>
                <c:pt idx="150">
                  <c:v>5612.03</c:v>
                </c:pt>
                <c:pt idx="151">
                  <c:v>5545.56</c:v>
                </c:pt>
                <c:pt idx="152">
                  <c:v>5395.49</c:v>
                </c:pt>
                <c:pt idx="153">
                  <c:v>5574.59</c:v>
                </c:pt>
                <c:pt idx="154">
                  <c:v>5606.9</c:v>
                </c:pt>
                <c:pt idx="155">
                  <c:v>5645.73</c:v>
                </c:pt>
                <c:pt idx="156">
                  <c:v>5756.88</c:v>
                </c:pt>
                <c:pt idx="157">
                  <c:v>5812.8</c:v>
                </c:pt>
                <c:pt idx="158">
                  <c:v>5981.3</c:v>
                </c:pt>
                <c:pt idx="159">
                  <c:v>5933.99</c:v>
                </c:pt>
                <c:pt idx="160">
                  <c:v>5924.39</c:v>
                </c:pt>
                <c:pt idx="161">
                  <c:v>5915.56</c:v>
                </c:pt>
                <c:pt idx="162">
                  <c:v>5837.36</c:v>
                </c:pt>
                <c:pt idx="163">
                  <c:v>5944.22</c:v>
                </c:pt>
                <c:pt idx="164">
                  <c:v>5785.85</c:v>
                </c:pt>
                <c:pt idx="165">
                  <c:v>5818.29</c:v>
                </c:pt>
                <c:pt idx="166">
                  <c:v>5922.48</c:v>
                </c:pt>
                <c:pt idx="167">
                  <c:v>5908.08</c:v>
                </c:pt>
                <c:pt idx="168">
                  <c:v>6051.76</c:v>
                </c:pt>
                <c:pt idx="169">
                  <c:v>6093.44</c:v>
                </c:pt>
                <c:pt idx="170">
                  <c:v>6171.08</c:v>
                </c:pt>
                <c:pt idx="171">
                  <c:v>6059.89</c:v>
                </c:pt>
                <c:pt idx="172">
                  <c:v>5951.45</c:v>
                </c:pt>
                <c:pt idx="173">
                  <c:v>5923.09</c:v>
                </c:pt>
                <c:pt idx="174">
                  <c:v>6007.94</c:v>
                </c:pt>
                <c:pt idx="175">
                  <c:v>5933.17</c:v>
                </c:pt>
                <c:pt idx="176">
                  <c:v>5760.38</c:v>
                </c:pt>
                <c:pt idx="177">
                  <c:v>6003.56</c:v>
                </c:pt>
                <c:pt idx="178">
                  <c:v>6075.27</c:v>
                </c:pt>
                <c:pt idx="179">
                  <c:v>5923.26</c:v>
                </c:pt>
                <c:pt idx="180">
                  <c:v>6145.51</c:v>
                </c:pt>
                <c:pt idx="181">
                  <c:v>6259.75</c:v>
                </c:pt>
                <c:pt idx="182">
                  <c:v>6471.34</c:v>
                </c:pt>
                <c:pt idx="183">
                  <c:v>6514.19</c:v>
                </c:pt>
                <c:pt idx="184">
                  <c:v>6550.3</c:v>
                </c:pt>
                <c:pt idx="185">
                  <c:v>6622.85</c:v>
                </c:pt>
                <c:pt idx="186">
                  <c:v>6682.86</c:v>
                </c:pt>
                <c:pt idx="187">
                  <c:v>6465.66</c:v>
                </c:pt>
                <c:pt idx="188">
                  <c:v>6324.25</c:v>
                </c:pt>
                <c:pt idx="189">
                  <c:v>6195.11</c:v>
                </c:pt>
                <c:pt idx="190">
                  <c:v>6379.19</c:v>
                </c:pt>
                <c:pt idx="191">
                  <c:v>6323.15</c:v>
                </c:pt>
                <c:pt idx="192">
                  <c:v>6167.06</c:v>
                </c:pt>
                <c:pt idx="193">
                  <c:v>6257.91</c:v>
                </c:pt>
                <c:pt idx="194">
                  <c:v>6294.42</c:v>
                </c:pt>
                <c:pt idx="195">
                  <c:v>6271.22</c:v>
                </c:pt>
                <c:pt idx="196">
                  <c:v>6334.24</c:v>
                </c:pt>
                <c:pt idx="197">
                  <c:v>6077.66</c:v>
                </c:pt>
                <c:pt idx="198">
                  <c:v>6043.61</c:v>
                </c:pt>
                <c:pt idx="199">
                  <c:v>5989.27</c:v>
                </c:pt>
                <c:pt idx="200">
                  <c:v>5888.77</c:v>
                </c:pt>
                <c:pt idx="201">
                  <c:v>5902.69</c:v>
                </c:pt>
                <c:pt idx="202">
                  <c:v>5828.74</c:v>
                </c:pt>
                <c:pt idx="203">
                  <c:v>5753.75</c:v>
                </c:pt>
                <c:pt idx="204">
                  <c:v>5687.45</c:v>
                </c:pt>
                <c:pt idx="205">
                  <c:v>5578.86</c:v>
                </c:pt>
                <c:pt idx="206">
                  <c:v>5683.74</c:v>
                </c:pt>
                <c:pt idx="207">
                  <c:v>5728.46</c:v>
                </c:pt>
                <c:pt idx="208">
                  <c:v>5798.96</c:v>
                </c:pt>
                <c:pt idx="209">
                  <c:v>5674.31</c:v>
                </c:pt>
                <c:pt idx="210">
                  <c:v>5644.02</c:v>
                </c:pt>
                <c:pt idx="211">
                  <c:v>5697.53</c:v>
                </c:pt>
                <c:pt idx="212">
                  <c:v>5782.24</c:v>
                </c:pt>
                <c:pt idx="213">
                  <c:v>5825.09</c:v>
                </c:pt>
                <c:pt idx="214">
                  <c:v>5647.68</c:v>
                </c:pt>
                <c:pt idx="215">
                  <c:v>5498.5</c:v>
                </c:pt>
                <c:pt idx="216">
                  <c:v>5541.27</c:v>
                </c:pt>
                <c:pt idx="217">
                  <c:v>5542.03</c:v>
                </c:pt>
                <c:pt idx="218">
                  <c:v>5579.18</c:v>
                </c:pt>
                <c:pt idx="219">
                  <c:v>5543.17</c:v>
                </c:pt>
                <c:pt idx="220">
                  <c:v>5576.03</c:v>
                </c:pt>
                <c:pt idx="221">
                  <c:v>5630.78</c:v>
                </c:pt>
                <c:pt idx="222">
                  <c:v>5439.16</c:v>
                </c:pt>
                <c:pt idx="223">
                  <c:v>5460.02</c:v>
                </c:pt>
                <c:pt idx="224">
                  <c:v>5460.3</c:v>
                </c:pt>
                <c:pt idx="225">
                  <c:v>5546.73</c:v>
                </c:pt>
                <c:pt idx="226">
                  <c:v>5532.17</c:v>
                </c:pt>
                <c:pt idx="227">
                  <c:v>5521.07</c:v>
                </c:pt>
                <c:pt idx="228">
                  <c:v>5481.25</c:v>
                </c:pt>
                <c:pt idx="229">
                  <c:v>5397.4</c:v>
                </c:pt>
                <c:pt idx="230">
                  <c:v>5453.14</c:v>
                </c:pt>
                <c:pt idx="231">
                  <c:v>5490.76</c:v>
                </c:pt>
                <c:pt idx="232">
                  <c:v>5644.38</c:v>
                </c:pt>
                <c:pt idx="233">
                  <c:v>5664.02</c:v>
                </c:pt>
                <c:pt idx="234">
                  <c:v>5677.9</c:v>
                </c:pt>
                <c:pt idx="235">
                  <c:v>5743</c:v>
                </c:pt>
                <c:pt idx="236">
                  <c:v>5745.74</c:v>
                </c:pt>
                <c:pt idx="237">
                  <c:v>5606.83</c:v>
                </c:pt>
                <c:pt idx="238">
                  <c:v>5585.5</c:v>
                </c:pt>
                <c:pt idx="239">
                  <c:v>5538.83</c:v>
                </c:pt>
                <c:pt idx="240">
                  <c:v>5448.85</c:v>
                </c:pt>
                <c:pt idx="241">
                  <c:v>5418.4</c:v>
                </c:pt>
                <c:pt idx="242">
                  <c:v>5431.29</c:v>
                </c:pt>
                <c:pt idx="243">
                  <c:v>5283.5</c:v>
                </c:pt>
                <c:pt idx="244">
                  <c:v>5248.48</c:v>
                </c:pt>
                <c:pt idx="245">
                  <c:v>5216.6000000000004</c:v>
                </c:pt>
                <c:pt idx="246">
                  <c:v>5231.99</c:v>
                </c:pt>
                <c:pt idx="247">
                  <c:v>5325.95</c:v>
                </c:pt>
                <c:pt idx="248">
                  <c:v>5229.5600000000004</c:v>
                </c:pt>
                <c:pt idx="249">
                  <c:v>5216.26</c:v>
                </c:pt>
                <c:pt idx="250">
                  <c:v>5233.71</c:v>
                </c:pt>
                <c:pt idx="251">
                  <c:v>5269.11</c:v>
                </c:pt>
                <c:pt idx="252">
                  <c:v>5302.82</c:v>
                </c:pt>
                <c:pt idx="253">
                  <c:v>5341.43</c:v>
                </c:pt>
                <c:pt idx="254">
                  <c:v>5345.16</c:v>
                </c:pt>
                <c:pt idx="255">
                  <c:v>5359.02</c:v>
                </c:pt>
                <c:pt idx="256">
                  <c:v>5297.96</c:v>
                </c:pt>
                <c:pt idx="257">
                  <c:v>5187.01</c:v>
                </c:pt>
                <c:pt idx="258">
                  <c:v>5133.1400000000003</c:v>
                </c:pt>
                <c:pt idx="259">
                  <c:v>5088.32</c:v>
                </c:pt>
                <c:pt idx="260">
                  <c:v>5214.41</c:v>
                </c:pt>
                <c:pt idx="261">
                  <c:v>5291.85</c:v>
                </c:pt>
                <c:pt idx="262">
                  <c:v>5299.91</c:v>
                </c:pt>
                <c:pt idx="263">
                  <c:v>5239.71</c:v>
                </c:pt>
                <c:pt idx="264">
                  <c:v>5331.33</c:v>
                </c:pt>
                <c:pt idx="265">
                  <c:v>5451.2</c:v>
                </c:pt>
                <c:pt idx="266">
                  <c:v>5392.19</c:v>
                </c:pt>
                <c:pt idx="267">
                  <c:v>5433.23</c:v>
                </c:pt>
                <c:pt idx="268">
                  <c:v>5286.52</c:v>
                </c:pt>
                <c:pt idx="269">
                  <c:v>5319.96</c:v>
                </c:pt>
                <c:pt idx="270">
                  <c:v>5219.0200000000004</c:v>
                </c:pt>
                <c:pt idx="271">
                  <c:v>5189.49</c:v>
                </c:pt>
                <c:pt idx="272">
                  <c:v>5134.1099999999997</c:v>
                </c:pt>
                <c:pt idx="273">
                  <c:v>5170.43</c:v>
                </c:pt>
                <c:pt idx="274">
                  <c:v>5301.92</c:v>
                </c:pt>
                <c:pt idx="275">
                  <c:v>5174.6400000000003</c:v>
                </c:pt>
                <c:pt idx="276">
                  <c:v>5182.6000000000004</c:v>
                </c:pt>
                <c:pt idx="277">
                  <c:v>5157.6499999999996</c:v>
                </c:pt>
                <c:pt idx="278">
                  <c:v>5246.87</c:v>
                </c:pt>
                <c:pt idx="279">
                  <c:v>5251.75</c:v>
                </c:pt>
                <c:pt idx="280">
                  <c:v>5342.41</c:v>
                </c:pt>
                <c:pt idx="281">
                  <c:v>5315.56</c:v>
                </c:pt>
                <c:pt idx="282">
                  <c:v>5255.06</c:v>
                </c:pt>
                <c:pt idx="283">
                  <c:v>5281.34</c:v>
                </c:pt>
                <c:pt idx="284">
                  <c:v>5297.84</c:v>
                </c:pt>
                <c:pt idx="285">
                  <c:v>5381.78</c:v>
                </c:pt>
                <c:pt idx="286">
                  <c:v>5269.66</c:v>
                </c:pt>
                <c:pt idx="287">
                  <c:v>5447.35</c:v>
                </c:pt>
                <c:pt idx="288">
                  <c:v>5180.25</c:v>
                </c:pt>
                <c:pt idx="289">
                  <c:v>5228.91</c:v>
                </c:pt>
                <c:pt idx="290">
                  <c:v>5200.04</c:v>
                </c:pt>
                <c:pt idx="291">
                  <c:v>5239.5</c:v>
                </c:pt>
                <c:pt idx="292">
                  <c:v>5244.06</c:v>
                </c:pt>
                <c:pt idx="293">
                  <c:v>5087.42</c:v>
                </c:pt>
                <c:pt idx="294">
                  <c:v>5019.7299999999996</c:v>
                </c:pt>
                <c:pt idx="295">
                  <c:v>4988.9399999999996</c:v>
                </c:pt>
                <c:pt idx="296">
                  <c:v>4982.96</c:v>
                </c:pt>
                <c:pt idx="297">
                  <c:v>4975.8900000000003</c:v>
                </c:pt>
                <c:pt idx="298">
                  <c:v>5049.3999999999996</c:v>
                </c:pt>
                <c:pt idx="299">
                  <c:v>4899.21</c:v>
                </c:pt>
                <c:pt idx="300">
                  <c:v>4887.37</c:v>
                </c:pt>
                <c:pt idx="301">
                  <c:v>4796.28</c:v>
                </c:pt>
                <c:pt idx="302">
                  <c:v>4981.6000000000004</c:v>
                </c:pt>
                <c:pt idx="303">
                  <c:v>5015.12</c:v>
                </c:pt>
                <c:pt idx="304">
                  <c:v>4900.43</c:v>
                </c:pt>
                <c:pt idx="305">
                  <c:v>4813.74</c:v>
                </c:pt>
                <c:pt idx="306">
                  <c:v>4689.1899999999996</c:v>
                </c:pt>
                <c:pt idx="307">
                  <c:v>4568.38</c:v>
                </c:pt>
                <c:pt idx="308">
                  <c:v>4401.51</c:v>
                </c:pt>
                <c:pt idx="309">
                  <c:v>5313.26</c:v>
                </c:pt>
                <c:pt idx="310">
                  <c:v>5426.44</c:v>
                </c:pt>
                <c:pt idx="311">
                  <c:v>5407.38</c:v>
                </c:pt>
                <c:pt idx="312">
                  <c:v>5394.72</c:v>
                </c:pt>
                <c:pt idx="313">
                  <c:v>5506.47</c:v>
                </c:pt>
                <c:pt idx="314">
                  <c:v>5589.12</c:v>
                </c:pt>
                <c:pt idx="315">
                  <c:v>5573.04</c:v>
                </c:pt>
                <c:pt idx="316">
                  <c:v>5517.52</c:v>
                </c:pt>
                <c:pt idx="317">
                  <c:v>5736.83</c:v>
                </c:pt>
                <c:pt idx="318">
                  <c:v>5639.56</c:v>
                </c:pt>
                <c:pt idx="319">
                  <c:v>5836.28</c:v>
                </c:pt>
                <c:pt idx="320">
                  <c:v>6041.19</c:v>
                </c:pt>
                <c:pt idx="321">
                  <c:v>6105.5</c:v>
                </c:pt>
                <c:pt idx="322">
                  <c:v>5872.81</c:v>
                </c:pt>
                <c:pt idx="323">
                  <c:v>5880.78</c:v>
                </c:pt>
                <c:pt idx="324">
                  <c:v>5747.77</c:v>
                </c:pt>
                <c:pt idx="325">
                  <c:v>5845.36</c:v>
                </c:pt>
                <c:pt idx="326">
                  <c:v>5967.23</c:v>
                </c:pt>
                <c:pt idx="327">
                  <c:v>5885.49</c:v>
                </c:pt>
                <c:pt idx="328">
                  <c:v>6037.44</c:v>
                </c:pt>
                <c:pt idx="329">
                  <c:v>6068.77</c:v>
                </c:pt>
                <c:pt idx="330">
                  <c:v>5757.94</c:v>
                </c:pt>
                <c:pt idx="331">
                  <c:v>5535.64</c:v>
                </c:pt>
                <c:pt idx="332">
                  <c:v>5535.86</c:v>
                </c:pt>
                <c:pt idx="333">
                  <c:v>5568.14</c:v>
                </c:pt>
                <c:pt idx="334">
                  <c:v>5881.01</c:v>
                </c:pt>
                <c:pt idx="335">
                  <c:v>5953.79</c:v>
                </c:pt>
                <c:pt idx="336">
                  <c:v>5698.82</c:v>
                </c:pt>
                <c:pt idx="337">
                  <c:v>5789.52</c:v>
                </c:pt>
                <c:pt idx="338">
                  <c:v>5859.3</c:v>
                </c:pt>
                <c:pt idx="339">
                  <c:v>5500.02</c:v>
                </c:pt>
                <c:pt idx="340">
                  <c:v>5672.24</c:v>
                </c:pt>
                <c:pt idx="341">
                  <c:v>5639.05</c:v>
                </c:pt>
                <c:pt idx="342">
                  <c:v>5499.26</c:v>
                </c:pt>
                <c:pt idx="343">
                  <c:v>5526.22</c:v>
                </c:pt>
                <c:pt idx="344">
                  <c:v>5235.28</c:v>
                </c:pt>
                <c:pt idx="345">
                  <c:v>5281.18</c:v>
                </c:pt>
                <c:pt idx="346">
                  <c:v>5142.3100000000004</c:v>
                </c:pt>
                <c:pt idx="347">
                  <c:v>5286.66</c:v>
                </c:pt>
                <c:pt idx="348">
                  <c:v>5150.3500000000004</c:v>
                </c:pt>
                <c:pt idx="349">
                  <c:v>5059.38</c:v>
                </c:pt>
                <c:pt idx="350">
                  <c:v>4930.2</c:v>
                </c:pt>
                <c:pt idx="351">
                  <c:v>4977.38</c:v>
                </c:pt>
                <c:pt idx="352">
                  <c:v>4737.46</c:v>
                </c:pt>
                <c:pt idx="353">
                  <c:v>4723.63</c:v>
                </c:pt>
                <c:pt idx="354">
                  <c:v>4687.34</c:v>
                </c:pt>
                <c:pt idx="355">
                  <c:v>4657.6099999999997</c:v>
                </c:pt>
                <c:pt idx="356">
                  <c:v>4515.4799999999996</c:v>
                </c:pt>
                <c:pt idx="357">
                  <c:v>4581.09</c:v>
                </c:pt>
                <c:pt idx="358">
                  <c:v>4693.72</c:v>
                </c:pt>
                <c:pt idx="359">
                  <c:v>4595.2</c:v>
                </c:pt>
                <c:pt idx="360">
                  <c:v>4479.1899999999996</c:v>
                </c:pt>
                <c:pt idx="361">
                  <c:v>4417.37</c:v>
                </c:pt>
                <c:pt idx="362">
                  <c:v>4363.79</c:v>
                </c:pt>
                <c:pt idx="363">
                  <c:v>4352.04</c:v>
                </c:pt>
                <c:pt idx="364">
                  <c:v>4221.92</c:v>
                </c:pt>
                <c:pt idx="365">
                  <c:v>4260.82</c:v>
                </c:pt>
                <c:pt idx="366">
                  <c:v>4311.54</c:v>
                </c:pt>
                <c:pt idx="367">
                  <c:v>4307.3999999999996</c:v>
                </c:pt>
                <c:pt idx="368">
                  <c:v>4354.8</c:v>
                </c:pt>
                <c:pt idx="369">
                  <c:v>4395.08</c:v>
                </c:pt>
                <c:pt idx="370">
                  <c:v>4403.12</c:v>
                </c:pt>
                <c:pt idx="371">
                  <c:v>4357.53</c:v>
                </c:pt>
                <c:pt idx="372">
                  <c:v>4468.1099999999997</c:v>
                </c:pt>
                <c:pt idx="373">
                  <c:v>4500.6000000000004</c:v>
                </c:pt>
                <c:pt idx="374">
                  <c:v>4538.59</c:v>
                </c:pt>
                <c:pt idx="375">
                  <c:v>4507.6499999999996</c:v>
                </c:pt>
                <c:pt idx="376">
                  <c:v>4457.8500000000004</c:v>
                </c:pt>
                <c:pt idx="377">
                  <c:v>4444.1899999999996</c:v>
                </c:pt>
                <c:pt idx="378">
                  <c:v>4439.47</c:v>
                </c:pt>
                <c:pt idx="379">
                  <c:v>4468.8500000000004</c:v>
                </c:pt>
                <c:pt idx="380">
                  <c:v>4389.08</c:v>
                </c:pt>
                <c:pt idx="381">
                  <c:v>4414.7</c:v>
                </c:pt>
                <c:pt idx="382">
                  <c:v>4479.6000000000004</c:v>
                </c:pt>
                <c:pt idx="383">
                  <c:v>4600.82</c:v>
                </c:pt>
                <c:pt idx="384">
                  <c:v>4531.58</c:v>
                </c:pt>
                <c:pt idx="385">
                  <c:v>4591.9399999999996</c:v>
                </c:pt>
                <c:pt idx="386">
                  <c:v>4656.8</c:v>
                </c:pt>
                <c:pt idx="387">
                  <c:v>4464.6499999999996</c:v>
                </c:pt>
                <c:pt idx="388">
                  <c:v>4370.22</c:v>
                </c:pt>
                <c:pt idx="389">
                  <c:v>4404.04</c:v>
                </c:pt>
                <c:pt idx="390">
                  <c:v>4417.99</c:v>
                </c:pt>
                <c:pt idx="391">
                  <c:v>4405.95</c:v>
                </c:pt>
                <c:pt idx="392">
                  <c:v>4353.55</c:v>
                </c:pt>
                <c:pt idx="393">
                  <c:v>4307.75</c:v>
                </c:pt>
                <c:pt idx="394">
                  <c:v>4374.4399999999996</c:v>
                </c:pt>
                <c:pt idx="395">
                  <c:v>4221.99</c:v>
                </c:pt>
                <c:pt idx="396">
                  <c:v>4235.3100000000004</c:v>
                </c:pt>
                <c:pt idx="397">
                  <c:v>4246.2</c:v>
                </c:pt>
                <c:pt idx="398">
                  <c:v>4358.1499999999996</c:v>
                </c:pt>
                <c:pt idx="399">
                  <c:v>4413.08</c:v>
                </c:pt>
                <c:pt idx="400">
                  <c:v>4395.04</c:v>
                </c:pt>
                <c:pt idx="401">
                  <c:v>4341.53</c:v>
                </c:pt>
                <c:pt idx="402">
                  <c:v>4327.84</c:v>
                </c:pt>
                <c:pt idx="403">
                  <c:v>4318.32</c:v>
                </c:pt>
                <c:pt idx="404">
                  <c:v>4455.67</c:v>
                </c:pt>
                <c:pt idx="405">
                  <c:v>4456.8599999999997</c:v>
                </c:pt>
                <c:pt idx="406">
                  <c:v>4651.71</c:v>
                </c:pt>
                <c:pt idx="407">
                  <c:v>4668.26</c:v>
                </c:pt>
                <c:pt idx="408">
                  <c:v>4677.6400000000003</c:v>
                </c:pt>
                <c:pt idx="409">
                  <c:v>4574.5</c:v>
                </c:pt>
                <c:pt idx="410">
                  <c:v>4693.8500000000004</c:v>
                </c:pt>
                <c:pt idx="411">
                  <c:v>4532.18</c:v>
                </c:pt>
                <c:pt idx="412">
                  <c:v>4483.91</c:v>
                </c:pt>
                <c:pt idx="413">
                  <c:v>4499.1499999999996</c:v>
                </c:pt>
                <c:pt idx="414">
                  <c:v>4513.68</c:v>
                </c:pt>
                <c:pt idx="415">
                  <c:v>4623.84</c:v>
                </c:pt>
                <c:pt idx="416">
                  <c:v>4574.07</c:v>
                </c:pt>
                <c:pt idx="417">
                  <c:v>4538.03</c:v>
                </c:pt>
                <c:pt idx="418">
                  <c:v>4483.99</c:v>
                </c:pt>
                <c:pt idx="419">
                  <c:v>4605.62</c:v>
                </c:pt>
                <c:pt idx="420">
                  <c:v>4521.63</c:v>
                </c:pt>
                <c:pt idx="421">
                  <c:v>4491.8999999999996</c:v>
                </c:pt>
                <c:pt idx="422">
                  <c:v>4600.8500000000004</c:v>
                </c:pt>
                <c:pt idx="423">
                  <c:v>4349.7700000000004</c:v>
                </c:pt>
                <c:pt idx="424">
                  <c:v>4402.37</c:v>
                </c:pt>
                <c:pt idx="425">
                  <c:v>4450.95</c:v>
                </c:pt>
                <c:pt idx="426">
                  <c:v>4668.18</c:v>
                </c:pt>
                <c:pt idx="427">
                  <c:v>4736.1000000000004</c:v>
                </c:pt>
                <c:pt idx="428">
                  <c:v>4640.75</c:v>
                </c:pt>
                <c:pt idx="429">
                  <c:v>4695.8100000000004</c:v>
                </c:pt>
                <c:pt idx="430">
                  <c:v>5386.48</c:v>
                </c:pt>
                <c:pt idx="431">
                  <c:v>5227.13</c:v>
                </c:pt>
                <c:pt idx="432">
                  <c:v>4978.6400000000003</c:v>
                </c:pt>
                <c:pt idx="433">
                  <c:v>5157.08</c:v>
                </c:pt>
                <c:pt idx="434">
                  <c:v>4751.8100000000004</c:v>
                </c:pt>
                <c:pt idx="435">
                  <c:v>4453.24</c:v>
                </c:pt>
                <c:pt idx="436">
                  <c:v>4209.71</c:v>
                </c:pt>
                <c:pt idx="437">
                  <c:v>3924.45</c:v>
                </c:pt>
                <c:pt idx="438">
                  <c:v>3915.58</c:v>
                </c:pt>
                <c:pt idx="439">
                  <c:v>3698.27</c:v>
                </c:pt>
                <c:pt idx="440">
                  <c:v>3703.84</c:v>
                </c:pt>
                <c:pt idx="441">
                  <c:v>3651.56</c:v>
                </c:pt>
                <c:pt idx="442">
                  <c:v>3536.57</c:v>
                </c:pt>
                <c:pt idx="443">
                  <c:v>3497.45</c:v>
                </c:pt>
                <c:pt idx="444">
                  <c:v>3479.8</c:v>
                </c:pt>
                <c:pt idx="445">
                  <c:v>3475.25</c:v>
                </c:pt>
                <c:pt idx="446">
                  <c:v>3450.92</c:v>
                </c:pt>
                <c:pt idx="447">
                  <c:v>3450.73</c:v>
                </c:pt>
                <c:pt idx="448">
                  <c:v>3436.75</c:v>
                </c:pt>
                <c:pt idx="449">
                  <c:v>3487.8</c:v>
                </c:pt>
                <c:pt idx="450">
                  <c:v>3482.84</c:v>
                </c:pt>
                <c:pt idx="451">
                  <c:v>3496.49</c:v>
                </c:pt>
                <c:pt idx="452">
                  <c:v>3486.4</c:v>
                </c:pt>
                <c:pt idx="453">
                  <c:v>3560.61</c:v>
                </c:pt>
                <c:pt idx="454">
                  <c:v>3461.22</c:v>
                </c:pt>
                <c:pt idx="455">
                  <c:v>3445.46</c:v>
                </c:pt>
                <c:pt idx="456">
                  <c:v>3501.29</c:v>
                </c:pt>
                <c:pt idx="457">
                  <c:v>3502.96</c:v>
                </c:pt>
                <c:pt idx="458">
                  <c:v>3468.94</c:v>
                </c:pt>
                <c:pt idx="459">
                  <c:v>3508.61</c:v>
                </c:pt>
                <c:pt idx="460">
                  <c:v>3434.39</c:v>
                </c:pt>
                <c:pt idx="461">
                  <c:v>3498.08</c:v>
                </c:pt>
                <c:pt idx="462">
                  <c:v>3517.09</c:v>
                </c:pt>
                <c:pt idx="463">
                  <c:v>3459.09</c:v>
                </c:pt>
                <c:pt idx="464">
                  <c:v>3384.38</c:v>
                </c:pt>
                <c:pt idx="465">
                  <c:v>3395.7</c:v>
                </c:pt>
                <c:pt idx="466">
                  <c:v>3429.69</c:v>
                </c:pt>
                <c:pt idx="467">
                  <c:v>3429.84</c:v>
                </c:pt>
                <c:pt idx="468">
                  <c:v>3436.8</c:v>
                </c:pt>
                <c:pt idx="469">
                  <c:v>3366.68</c:v>
                </c:pt>
                <c:pt idx="470">
                  <c:v>3382.42</c:v>
                </c:pt>
                <c:pt idx="471">
                  <c:v>3342.52</c:v>
                </c:pt>
                <c:pt idx="472">
                  <c:v>3339.42</c:v>
                </c:pt>
                <c:pt idx="473">
                  <c:v>3385.6</c:v>
                </c:pt>
                <c:pt idx="474">
                  <c:v>3476.58</c:v>
                </c:pt>
                <c:pt idx="475">
                  <c:v>3516.87</c:v>
                </c:pt>
                <c:pt idx="476">
                  <c:v>3414.04</c:v>
                </c:pt>
                <c:pt idx="477">
                  <c:v>3466.6</c:v>
                </c:pt>
                <c:pt idx="478">
                  <c:v>3443.73</c:v>
                </c:pt>
                <c:pt idx="479">
                  <c:v>3421.26</c:v>
                </c:pt>
                <c:pt idx="480">
                  <c:v>3491.2</c:v>
                </c:pt>
                <c:pt idx="481">
                  <c:v>3545.09</c:v>
                </c:pt>
                <c:pt idx="482">
                  <c:v>3610.71</c:v>
                </c:pt>
                <c:pt idx="483">
                  <c:v>3536.54</c:v>
                </c:pt>
                <c:pt idx="484">
                  <c:v>3613.13</c:v>
                </c:pt>
                <c:pt idx="485">
                  <c:v>3640.88</c:v>
                </c:pt>
                <c:pt idx="486">
                  <c:v>3622.84</c:v>
                </c:pt>
                <c:pt idx="487">
                  <c:v>3672.58</c:v>
                </c:pt>
                <c:pt idx="488">
                  <c:v>3782.08</c:v>
                </c:pt>
                <c:pt idx="489">
                  <c:v>3696.49</c:v>
                </c:pt>
                <c:pt idx="490">
                  <c:v>3600.49</c:v>
                </c:pt>
                <c:pt idx="491">
                  <c:v>3600.9</c:v>
                </c:pt>
                <c:pt idx="492">
                  <c:v>3566.63</c:v>
                </c:pt>
                <c:pt idx="493">
                  <c:v>3596.8</c:v>
                </c:pt>
                <c:pt idx="494">
                  <c:v>3649.67</c:v>
                </c:pt>
                <c:pt idx="495">
                  <c:v>3626.93</c:v>
                </c:pt>
                <c:pt idx="496">
                  <c:v>3539.13</c:v>
                </c:pt>
                <c:pt idx="497">
                  <c:v>3554.45</c:v>
                </c:pt>
                <c:pt idx="498">
                  <c:v>3588.86</c:v>
                </c:pt>
                <c:pt idx="499">
                  <c:v>3689.68</c:v>
                </c:pt>
                <c:pt idx="500">
                  <c:v>3655.46</c:v>
                </c:pt>
                <c:pt idx="501">
                  <c:v>3677.51</c:v>
                </c:pt>
                <c:pt idx="502">
                  <c:v>3701.4</c:v>
                </c:pt>
                <c:pt idx="503">
                  <c:v>3767.88</c:v>
                </c:pt>
                <c:pt idx="504">
                  <c:v>3832.32</c:v>
                </c:pt>
                <c:pt idx="505">
                  <c:v>3697.21</c:v>
                </c:pt>
                <c:pt idx="506">
                  <c:v>3709.35</c:v>
                </c:pt>
                <c:pt idx="507">
                  <c:v>3707.62</c:v>
                </c:pt>
                <c:pt idx="508">
                  <c:v>3739.14</c:v>
                </c:pt>
                <c:pt idx="509">
                  <c:v>3691.28</c:v>
                </c:pt>
                <c:pt idx="510">
                  <c:v>3755.42</c:v>
                </c:pt>
                <c:pt idx="511">
                  <c:v>3772.47</c:v>
                </c:pt>
                <c:pt idx="512">
                  <c:v>3840.66</c:v>
                </c:pt>
                <c:pt idx="513">
                  <c:v>3807.73</c:v>
                </c:pt>
                <c:pt idx="514">
                  <c:v>3796.17</c:v>
                </c:pt>
                <c:pt idx="515">
                  <c:v>3784.04</c:v>
                </c:pt>
                <c:pt idx="516">
                  <c:v>3690.76</c:v>
                </c:pt>
                <c:pt idx="517">
                  <c:v>3752.76</c:v>
                </c:pt>
                <c:pt idx="518">
                  <c:v>3765.24</c:v>
                </c:pt>
                <c:pt idx="519">
                  <c:v>3854.57</c:v>
                </c:pt>
                <c:pt idx="520">
                  <c:v>3864.48</c:v>
                </c:pt>
                <c:pt idx="521">
                  <c:v>3799.47</c:v>
                </c:pt>
                <c:pt idx="522">
                  <c:v>3896.19</c:v>
                </c:pt>
                <c:pt idx="523">
                  <c:v>3992.59</c:v>
                </c:pt>
                <c:pt idx="524">
                  <c:v>3980.63</c:v>
                </c:pt>
                <c:pt idx="525">
                  <c:v>4135.38</c:v>
                </c:pt>
                <c:pt idx="526">
                  <c:v>4112.59</c:v>
                </c:pt>
                <c:pt idx="527">
                  <c:v>4072.15</c:v>
                </c:pt>
                <c:pt idx="528">
                  <c:v>4041.45</c:v>
                </c:pt>
                <c:pt idx="529">
                  <c:v>4018.69</c:v>
                </c:pt>
                <c:pt idx="530">
                  <c:v>3962.32</c:v>
                </c:pt>
                <c:pt idx="531">
                  <c:v>3947.41</c:v>
                </c:pt>
                <c:pt idx="532">
                  <c:v>3872.01</c:v>
                </c:pt>
                <c:pt idx="533">
                  <c:v>3922.54</c:v>
                </c:pt>
                <c:pt idx="534">
                  <c:v>4007.78</c:v>
                </c:pt>
                <c:pt idx="535">
                  <c:v>3971.29</c:v>
                </c:pt>
                <c:pt idx="536">
                  <c:v>3865.48</c:v>
                </c:pt>
                <c:pt idx="537">
                  <c:v>3700.67</c:v>
                </c:pt>
                <c:pt idx="538">
                  <c:v>3713.32</c:v>
                </c:pt>
                <c:pt idx="539">
                  <c:v>3718.27</c:v>
                </c:pt>
                <c:pt idx="540">
                  <c:v>3554.3</c:v>
                </c:pt>
                <c:pt idx="541">
                  <c:v>3573.59</c:v>
                </c:pt>
                <c:pt idx="542">
                  <c:v>3449.1</c:v>
                </c:pt>
                <c:pt idx="543">
                  <c:v>3336.35</c:v>
                </c:pt>
                <c:pt idx="544">
                  <c:v>3278.06</c:v>
                </c:pt>
                <c:pt idx="545">
                  <c:v>3356.82</c:v>
                </c:pt>
                <c:pt idx="546">
                  <c:v>3340.22</c:v>
                </c:pt>
                <c:pt idx="547">
                  <c:v>3337.85</c:v>
                </c:pt>
                <c:pt idx="548">
                  <c:v>3442.49</c:v>
                </c:pt>
                <c:pt idx="549">
                  <c:v>3474.47</c:v>
                </c:pt>
                <c:pt idx="550">
                  <c:v>3538.39</c:v>
                </c:pt>
                <c:pt idx="551">
                  <c:v>3552.01</c:v>
                </c:pt>
                <c:pt idx="552">
                  <c:v>3478.24</c:v>
                </c:pt>
                <c:pt idx="553">
                  <c:v>3444.61</c:v>
                </c:pt>
                <c:pt idx="554">
                  <c:v>3450.89</c:v>
                </c:pt>
                <c:pt idx="555">
                  <c:v>3460.87</c:v>
                </c:pt>
                <c:pt idx="556">
                  <c:v>3543.12</c:v>
                </c:pt>
                <c:pt idx="557">
                  <c:v>3477.55</c:v>
                </c:pt>
                <c:pt idx="558">
                  <c:v>3393.43</c:v>
                </c:pt>
                <c:pt idx="559">
                  <c:v>3471.49</c:v>
                </c:pt>
                <c:pt idx="560">
                  <c:v>3437.2</c:v>
                </c:pt>
                <c:pt idx="561">
                  <c:v>3455.88</c:v>
                </c:pt>
                <c:pt idx="562">
                  <c:v>3582.9</c:v>
                </c:pt>
                <c:pt idx="563">
                  <c:v>3551.42</c:v>
                </c:pt>
                <c:pt idx="564">
                  <c:v>3528.47</c:v>
                </c:pt>
                <c:pt idx="565">
                  <c:v>3594.22</c:v>
                </c:pt>
                <c:pt idx="566">
                  <c:v>3549.84</c:v>
                </c:pt>
                <c:pt idx="567">
                  <c:v>3603.83</c:v>
                </c:pt>
                <c:pt idx="568">
                  <c:v>3656.3</c:v>
                </c:pt>
                <c:pt idx="569">
                  <c:v>3643.91</c:v>
                </c:pt>
                <c:pt idx="570">
                  <c:v>3482.29</c:v>
                </c:pt>
                <c:pt idx="571">
                  <c:v>3385.58</c:v>
                </c:pt>
                <c:pt idx="572">
                  <c:v>3359.34</c:v>
                </c:pt>
                <c:pt idx="573">
                  <c:v>3412.57</c:v>
                </c:pt>
                <c:pt idx="574">
                  <c:v>3323.89</c:v>
                </c:pt>
                <c:pt idx="575">
                  <c:v>3474.77</c:v>
                </c:pt>
                <c:pt idx="576">
                  <c:v>3488.13</c:v>
                </c:pt>
                <c:pt idx="577">
                  <c:v>3431.3</c:v>
                </c:pt>
                <c:pt idx="578">
                  <c:v>3426.61</c:v>
                </c:pt>
                <c:pt idx="579">
                  <c:v>3503.17</c:v>
                </c:pt>
                <c:pt idx="580">
                  <c:v>3393.29</c:v>
                </c:pt>
                <c:pt idx="581">
                  <c:v>3399.84</c:v>
                </c:pt>
                <c:pt idx="582">
                  <c:v>3410.02</c:v>
                </c:pt>
                <c:pt idx="583">
                  <c:v>3351.22</c:v>
                </c:pt>
                <c:pt idx="584">
                  <c:v>3264.4</c:v>
                </c:pt>
                <c:pt idx="585">
                  <c:v>3253.09</c:v>
                </c:pt>
                <c:pt idx="586">
                  <c:v>3342.73</c:v>
                </c:pt>
                <c:pt idx="587">
                  <c:v>3223.1</c:v>
                </c:pt>
                <c:pt idx="588">
                  <c:v>3197.87</c:v>
                </c:pt>
                <c:pt idx="589">
                  <c:v>3127.22</c:v>
                </c:pt>
                <c:pt idx="590">
                  <c:v>3168.55</c:v>
                </c:pt>
                <c:pt idx="591">
                  <c:v>3190.68</c:v>
                </c:pt>
                <c:pt idx="592">
                  <c:v>3243.81</c:v>
                </c:pt>
                <c:pt idx="593">
                  <c:v>3038.84</c:v>
                </c:pt>
                <c:pt idx="594">
                  <c:v>3043.9</c:v>
                </c:pt>
                <c:pt idx="595">
                  <c:v>3065.95</c:v>
                </c:pt>
                <c:pt idx="596">
                  <c:v>3005.8</c:v>
                </c:pt>
                <c:pt idx="597">
                  <c:v>3098.87</c:v>
                </c:pt>
                <c:pt idx="598">
                  <c:v>3203.59</c:v>
                </c:pt>
                <c:pt idx="599">
                  <c:v>3186.49</c:v>
                </c:pt>
                <c:pt idx="600">
                  <c:v>3310.69</c:v>
                </c:pt>
                <c:pt idx="601">
                  <c:v>3281.16</c:v>
                </c:pt>
                <c:pt idx="602">
                  <c:v>3147.81</c:v>
                </c:pt>
                <c:pt idx="603">
                  <c:v>3035.47</c:v>
                </c:pt>
                <c:pt idx="604">
                  <c:v>3129.92</c:v>
                </c:pt>
                <c:pt idx="605">
                  <c:v>3176.08</c:v>
                </c:pt>
                <c:pt idx="606">
                  <c:v>3160</c:v>
                </c:pt>
                <c:pt idx="607">
                  <c:v>3325.93</c:v>
                </c:pt>
                <c:pt idx="608">
                  <c:v>3404</c:v>
                </c:pt>
                <c:pt idx="609">
                  <c:v>3470.64</c:v>
                </c:pt>
                <c:pt idx="610">
                  <c:v>3503.02</c:v>
                </c:pt>
                <c:pt idx="611">
                  <c:v>3428.2</c:v>
                </c:pt>
                <c:pt idx="612">
                  <c:v>3454.5</c:v>
                </c:pt>
                <c:pt idx="613">
                  <c:v>3484.75</c:v>
                </c:pt>
                <c:pt idx="614">
                  <c:v>3592.33</c:v>
                </c:pt>
                <c:pt idx="615">
                  <c:v>3654.94</c:v>
                </c:pt>
                <c:pt idx="616">
                  <c:v>3646.39</c:v>
                </c:pt>
                <c:pt idx="617">
                  <c:v>3714.77</c:v>
                </c:pt>
                <c:pt idx="618">
                  <c:v>3764.29</c:v>
                </c:pt>
                <c:pt idx="619">
                  <c:v>3763.9</c:v>
                </c:pt>
                <c:pt idx="620">
                  <c:v>3639.76</c:v>
                </c:pt>
                <c:pt idx="621">
                  <c:v>3548.05</c:v>
                </c:pt>
                <c:pt idx="622">
                  <c:v>3710.22</c:v>
                </c:pt>
                <c:pt idx="623">
                  <c:v>3726.5</c:v>
                </c:pt>
                <c:pt idx="624">
                  <c:v>3707.76</c:v>
                </c:pt>
                <c:pt idx="625">
                  <c:v>3730.66</c:v>
                </c:pt>
                <c:pt idx="626">
                  <c:v>3780.69</c:v>
                </c:pt>
                <c:pt idx="627">
                  <c:v>3698.57</c:v>
                </c:pt>
                <c:pt idx="628">
                  <c:v>3686.21</c:v>
                </c:pt>
                <c:pt idx="629">
                  <c:v>3730.25</c:v>
                </c:pt>
                <c:pt idx="630">
                  <c:v>3666.51</c:v>
                </c:pt>
                <c:pt idx="631">
                  <c:v>3705.93</c:v>
                </c:pt>
                <c:pt idx="632">
                  <c:v>3720.21</c:v>
                </c:pt>
                <c:pt idx="633">
                  <c:v>3747.58</c:v>
                </c:pt>
                <c:pt idx="634">
                  <c:v>3682.67</c:v>
                </c:pt>
                <c:pt idx="635">
                  <c:v>3759.72</c:v>
                </c:pt>
                <c:pt idx="636">
                  <c:v>3830.92</c:v>
                </c:pt>
                <c:pt idx="637">
                  <c:v>3899.64</c:v>
                </c:pt>
                <c:pt idx="638">
                  <c:v>3910.24</c:v>
                </c:pt>
                <c:pt idx="639">
                  <c:v>4000.42</c:v>
                </c:pt>
                <c:pt idx="640">
                  <c:v>4031.66</c:v>
                </c:pt>
                <c:pt idx="641">
                  <c:v>4024.83</c:v>
                </c:pt>
                <c:pt idx="642">
                  <c:v>4117.12</c:v>
                </c:pt>
                <c:pt idx="643">
                  <c:v>4029.82</c:v>
                </c:pt>
                <c:pt idx="644">
                  <c:v>4037.07</c:v>
                </c:pt>
                <c:pt idx="645">
                  <c:v>4077.58</c:v>
                </c:pt>
                <c:pt idx="646">
                  <c:v>3980.15</c:v>
                </c:pt>
                <c:pt idx="647">
                  <c:v>4049.72</c:v>
                </c:pt>
                <c:pt idx="648">
                  <c:v>4125.87</c:v>
                </c:pt>
                <c:pt idx="649">
                  <c:v>3951.75</c:v>
                </c:pt>
                <c:pt idx="650">
                  <c:v>3981.27</c:v>
                </c:pt>
                <c:pt idx="651">
                  <c:v>3892.44</c:v>
                </c:pt>
                <c:pt idx="652">
                  <c:v>4024.24</c:v>
                </c:pt>
                <c:pt idx="653">
                  <c:v>4020.84</c:v>
                </c:pt>
                <c:pt idx="654">
                  <c:v>4055.84</c:v>
                </c:pt>
                <c:pt idx="655">
                  <c:v>4098.58</c:v>
                </c:pt>
                <c:pt idx="656">
                  <c:v>3937.37</c:v>
                </c:pt>
                <c:pt idx="657">
                  <c:v>3813.42</c:v>
                </c:pt>
                <c:pt idx="658">
                  <c:v>3752.37</c:v>
                </c:pt>
                <c:pt idx="659">
                  <c:v>3759.16</c:v>
                </c:pt>
                <c:pt idx="660">
                  <c:v>3854.31</c:v>
                </c:pt>
                <c:pt idx="661">
                  <c:v>3806.1</c:v>
                </c:pt>
                <c:pt idx="662">
                  <c:v>3712.55</c:v>
                </c:pt>
                <c:pt idx="663">
                  <c:v>3700.94</c:v>
                </c:pt>
                <c:pt idx="664">
                  <c:v>3622.86</c:v>
                </c:pt>
                <c:pt idx="665">
                  <c:v>3662.15</c:v>
                </c:pt>
                <c:pt idx="666">
                  <c:v>3700.15</c:v>
                </c:pt>
                <c:pt idx="667">
                  <c:v>3771.92</c:v>
                </c:pt>
                <c:pt idx="668">
                  <c:v>3836.05</c:v>
                </c:pt>
                <c:pt idx="669">
                  <c:v>3811.68</c:v>
                </c:pt>
                <c:pt idx="670">
                  <c:v>3879.84</c:v>
                </c:pt>
                <c:pt idx="671">
                  <c:v>4019.05</c:v>
                </c:pt>
                <c:pt idx="672">
                  <c:v>3952.5</c:v>
                </c:pt>
                <c:pt idx="673">
                  <c:v>3874.67</c:v>
                </c:pt>
                <c:pt idx="674">
                  <c:v>3825.48</c:v>
                </c:pt>
                <c:pt idx="675">
                  <c:v>3816.15</c:v>
                </c:pt>
                <c:pt idx="676">
                  <c:v>3757.82</c:v>
                </c:pt>
                <c:pt idx="677">
                  <c:v>3752.42</c:v>
                </c:pt>
                <c:pt idx="678">
                  <c:v>3817.52</c:v>
                </c:pt>
                <c:pt idx="679">
                  <c:v>3920.59</c:v>
                </c:pt>
                <c:pt idx="680">
                  <c:v>3778.12</c:v>
                </c:pt>
                <c:pt idx="681">
                  <c:v>3833.87</c:v>
                </c:pt>
                <c:pt idx="682">
                  <c:v>3817.27</c:v>
                </c:pt>
                <c:pt idx="683">
                  <c:v>3882.9</c:v>
                </c:pt>
                <c:pt idx="684">
                  <c:v>3991.33</c:v>
                </c:pt>
                <c:pt idx="685">
                  <c:v>3849.27</c:v>
                </c:pt>
                <c:pt idx="686">
                  <c:v>3921.83</c:v>
                </c:pt>
                <c:pt idx="687">
                  <c:v>3984.79</c:v>
                </c:pt>
                <c:pt idx="688">
                  <c:v>3987.35</c:v>
                </c:pt>
                <c:pt idx="689">
                  <c:v>4077.91</c:v>
                </c:pt>
                <c:pt idx="690">
                  <c:v>4059.15</c:v>
                </c:pt>
                <c:pt idx="691">
                  <c:v>4041.19</c:v>
                </c:pt>
                <c:pt idx="692">
                  <c:v>4063.96</c:v>
                </c:pt>
                <c:pt idx="693">
                  <c:v>4083.14</c:v>
                </c:pt>
                <c:pt idx="694">
                  <c:v>4091.65</c:v>
                </c:pt>
                <c:pt idx="695">
                  <c:v>4176.84</c:v>
                </c:pt>
                <c:pt idx="696">
                  <c:v>4193.45</c:v>
                </c:pt>
                <c:pt idx="697">
                  <c:v>4305.0200000000004</c:v>
                </c:pt>
                <c:pt idx="698">
                  <c:v>4179.49</c:v>
                </c:pt>
                <c:pt idx="699">
                  <c:v>4195.41</c:v>
                </c:pt>
                <c:pt idx="700">
                  <c:v>4234.43</c:v>
                </c:pt>
                <c:pt idx="701">
                  <c:v>4127.54</c:v>
                </c:pt>
                <c:pt idx="702">
                  <c:v>4058.95</c:v>
                </c:pt>
                <c:pt idx="703">
                  <c:v>4158.0200000000004</c:v>
                </c:pt>
                <c:pt idx="704">
                  <c:v>4008.86</c:v>
                </c:pt>
                <c:pt idx="705">
                  <c:v>4000.92</c:v>
                </c:pt>
                <c:pt idx="706">
                  <c:v>3923.16</c:v>
                </c:pt>
                <c:pt idx="707">
                  <c:v>4007.39</c:v>
                </c:pt>
                <c:pt idx="708">
                  <c:v>4158.28</c:v>
                </c:pt>
                <c:pt idx="709">
                  <c:v>4126.13</c:v>
                </c:pt>
                <c:pt idx="710">
                  <c:v>4179.13</c:v>
                </c:pt>
                <c:pt idx="711">
                  <c:v>4208.43</c:v>
                </c:pt>
                <c:pt idx="712">
                  <c:v>4273.1899999999996</c:v>
                </c:pt>
                <c:pt idx="713">
                  <c:v>4378.04</c:v>
                </c:pt>
                <c:pt idx="714">
                  <c:v>4373.71</c:v>
                </c:pt>
                <c:pt idx="715">
                  <c:v>4374.2</c:v>
                </c:pt>
                <c:pt idx="716">
                  <c:v>4499.43</c:v>
                </c:pt>
                <c:pt idx="717">
                  <c:v>4497.3100000000004</c:v>
                </c:pt>
                <c:pt idx="718">
                  <c:v>4406.4399999999996</c:v>
                </c:pt>
                <c:pt idx="719">
                  <c:v>4388.7700000000004</c:v>
                </c:pt>
                <c:pt idx="720">
                  <c:v>4538.1000000000004</c:v>
                </c:pt>
                <c:pt idx="721">
                  <c:v>4549.95</c:v>
                </c:pt>
                <c:pt idx="722">
                  <c:v>4466.57</c:v>
                </c:pt>
                <c:pt idx="723">
                  <c:v>4341.1899999999996</c:v>
                </c:pt>
                <c:pt idx="724">
                  <c:v>4218.83</c:v>
                </c:pt>
                <c:pt idx="725">
                  <c:v>4257.58</c:v>
                </c:pt>
                <c:pt idx="726">
                  <c:v>4015.08</c:v>
                </c:pt>
                <c:pt idx="727">
                  <c:v>4104.3599999999997</c:v>
                </c:pt>
                <c:pt idx="728">
                  <c:v>4063.74</c:v>
                </c:pt>
                <c:pt idx="729">
                  <c:v>4114.97</c:v>
                </c:pt>
                <c:pt idx="730">
                  <c:v>4129.29</c:v>
                </c:pt>
                <c:pt idx="731">
                  <c:v>4228.71</c:v>
                </c:pt>
                <c:pt idx="732">
                  <c:v>4237.09</c:v>
                </c:pt>
                <c:pt idx="733">
                  <c:v>4081.37</c:v>
                </c:pt>
                <c:pt idx="734">
                  <c:v>4003.05</c:v>
                </c:pt>
                <c:pt idx="735">
                  <c:v>3945.11</c:v>
                </c:pt>
                <c:pt idx="736">
                  <c:v>3901.21</c:v>
                </c:pt>
                <c:pt idx="737">
                  <c:v>3948.82</c:v>
                </c:pt>
                <c:pt idx="738">
                  <c:v>4016.53</c:v>
                </c:pt>
                <c:pt idx="739">
                  <c:v>4074.42</c:v>
                </c:pt>
                <c:pt idx="740">
                  <c:v>4054.35</c:v>
                </c:pt>
                <c:pt idx="741">
                  <c:v>3911.31</c:v>
                </c:pt>
                <c:pt idx="742">
                  <c:v>3933.44</c:v>
                </c:pt>
                <c:pt idx="743">
                  <c:v>4001.97</c:v>
                </c:pt>
                <c:pt idx="744">
                  <c:v>3972.17</c:v>
                </c:pt>
                <c:pt idx="745">
                  <c:v>3872.61</c:v>
                </c:pt>
                <c:pt idx="746">
                  <c:v>3879.33</c:v>
                </c:pt>
                <c:pt idx="747">
                  <c:v>3961.58</c:v>
                </c:pt>
                <c:pt idx="748">
                  <c:v>4075.17</c:v>
                </c:pt>
                <c:pt idx="749">
                  <c:v>4178.25</c:v>
                </c:pt>
                <c:pt idx="750">
                  <c:v>4233.49</c:v>
                </c:pt>
                <c:pt idx="751">
                  <c:v>4198.32</c:v>
                </c:pt>
                <c:pt idx="752">
                  <c:v>4052.69</c:v>
                </c:pt>
                <c:pt idx="753">
                  <c:v>4038.2</c:v>
                </c:pt>
                <c:pt idx="754">
                  <c:v>3944.67</c:v>
                </c:pt>
                <c:pt idx="755">
                  <c:v>3934.22</c:v>
                </c:pt>
                <c:pt idx="756">
                  <c:v>3894.3</c:v>
                </c:pt>
                <c:pt idx="757">
                  <c:v>3921.02</c:v>
                </c:pt>
                <c:pt idx="758">
                  <c:v>3834.34</c:v>
                </c:pt>
                <c:pt idx="759">
                  <c:v>3840.77</c:v>
                </c:pt>
                <c:pt idx="760">
                  <c:v>3824.28</c:v>
                </c:pt>
                <c:pt idx="761">
                  <c:v>3630.87</c:v>
                </c:pt>
                <c:pt idx="762">
                  <c:v>3626.73</c:v>
                </c:pt>
                <c:pt idx="763">
                  <c:v>3702.13</c:v>
                </c:pt>
                <c:pt idx="764">
                  <c:v>3647.26</c:v>
                </c:pt>
                <c:pt idx="765">
                  <c:v>3691.16</c:v>
                </c:pt>
                <c:pt idx="766">
                  <c:v>3775.93</c:v>
                </c:pt>
                <c:pt idx="767">
                  <c:v>3852.45</c:v>
                </c:pt>
                <c:pt idx="768">
                  <c:v>3903.58</c:v>
                </c:pt>
                <c:pt idx="769">
                  <c:v>3821.73</c:v>
                </c:pt>
                <c:pt idx="770">
                  <c:v>3917.09</c:v>
                </c:pt>
                <c:pt idx="771">
                  <c:v>3870.09</c:v>
                </c:pt>
                <c:pt idx="772">
                  <c:v>3958.25</c:v>
                </c:pt>
                <c:pt idx="773">
                  <c:v>3925.5</c:v>
                </c:pt>
                <c:pt idx="774">
                  <c:v>3874.11</c:v>
                </c:pt>
                <c:pt idx="775">
                  <c:v>3862.85</c:v>
                </c:pt>
                <c:pt idx="776">
                  <c:v>3811.66</c:v>
                </c:pt>
                <c:pt idx="777">
                  <c:v>3798.7</c:v>
                </c:pt>
                <c:pt idx="778">
                  <c:v>3914.34</c:v>
                </c:pt>
                <c:pt idx="779">
                  <c:v>3895.53</c:v>
                </c:pt>
                <c:pt idx="780">
                  <c:v>3856</c:v>
                </c:pt>
                <c:pt idx="781">
                  <c:v>3835.06</c:v>
                </c:pt>
                <c:pt idx="782">
                  <c:v>3898.59</c:v>
                </c:pt>
                <c:pt idx="783">
                  <c:v>3901.52</c:v>
                </c:pt>
                <c:pt idx="784">
                  <c:v>3861.98</c:v>
                </c:pt>
                <c:pt idx="785">
                  <c:v>3872.01</c:v>
                </c:pt>
                <c:pt idx="786">
                  <c:v>3824.09</c:v>
                </c:pt>
                <c:pt idx="787">
                  <c:v>3961.17</c:v>
                </c:pt>
                <c:pt idx="788">
                  <c:v>3969.94</c:v>
                </c:pt>
                <c:pt idx="789">
                  <c:v>4098.3500000000004</c:v>
                </c:pt>
                <c:pt idx="790">
                  <c:v>4102.0200000000004</c:v>
                </c:pt>
                <c:pt idx="791">
                  <c:v>4202.67</c:v>
                </c:pt>
                <c:pt idx="792">
                  <c:v>4254.01</c:v>
                </c:pt>
                <c:pt idx="793">
                  <c:v>4164.03</c:v>
                </c:pt>
                <c:pt idx="794">
                  <c:v>4159.8500000000004</c:v>
                </c:pt>
                <c:pt idx="795">
                  <c:v>4166.7700000000004</c:v>
                </c:pt>
                <c:pt idx="796">
                  <c:v>4248.1400000000003</c:v>
                </c:pt>
                <c:pt idx="797">
                  <c:v>4237.63</c:v>
                </c:pt>
                <c:pt idx="798">
                  <c:v>4233.42</c:v>
                </c:pt>
                <c:pt idx="799">
                  <c:v>4302.5200000000004</c:v>
                </c:pt>
                <c:pt idx="800">
                  <c:v>4303.71</c:v>
                </c:pt>
                <c:pt idx="801">
                  <c:v>4270.32</c:v>
                </c:pt>
                <c:pt idx="802">
                  <c:v>4246.3500000000004</c:v>
                </c:pt>
                <c:pt idx="803">
                  <c:v>4144.12</c:v>
                </c:pt>
                <c:pt idx="804">
                  <c:v>4105.6899999999996</c:v>
                </c:pt>
                <c:pt idx="805">
                  <c:v>4224.8500000000004</c:v>
                </c:pt>
                <c:pt idx="806">
                  <c:v>4198.99</c:v>
                </c:pt>
                <c:pt idx="807">
                  <c:v>4009.13</c:v>
                </c:pt>
                <c:pt idx="808">
                  <c:v>3965.17</c:v>
                </c:pt>
                <c:pt idx="809">
                  <c:v>3870.27</c:v>
                </c:pt>
                <c:pt idx="810">
                  <c:v>3979.8</c:v>
                </c:pt>
                <c:pt idx="811">
                  <c:v>3811.81</c:v>
                </c:pt>
                <c:pt idx="812">
                  <c:v>3866.26</c:v>
                </c:pt>
                <c:pt idx="813">
                  <c:v>3790.62</c:v>
                </c:pt>
                <c:pt idx="814">
                  <c:v>3891.48</c:v>
                </c:pt>
                <c:pt idx="815">
                  <c:v>3782.22</c:v>
                </c:pt>
                <c:pt idx="816">
                  <c:v>3930.94</c:v>
                </c:pt>
                <c:pt idx="817">
                  <c:v>3989.28</c:v>
                </c:pt>
                <c:pt idx="818">
                  <c:v>4122.6000000000004</c:v>
                </c:pt>
                <c:pt idx="819">
                  <c:v>4177.25</c:v>
                </c:pt>
                <c:pt idx="820">
                  <c:v>4211.3100000000004</c:v>
                </c:pt>
                <c:pt idx="821">
                  <c:v>4126.3100000000004</c:v>
                </c:pt>
                <c:pt idx="822">
                  <c:v>4185.62</c:v>
                </c:pt>
                <c:pt idx="823">
                  <c:v>3925.06</c:v>
                </c:pt>
                <c:pt idx="824">
                  <c:v>3989.83</c:v>
                </c:pt>
                <c:pt idx="825">
                  <c:v>4010.66</c:v>
                </c:pt>
                <c:pt idx="826">
                  <c:v>4149.12</c:v>
                </c:pt>
                <c:pt idx="827">
                  <c:v>4100.58</c:v>
                </c:pt>
                <c:pt idx="828">
                  <c:v>4158.04</c:v>
                </c:pt>
                <c:pt idx="829">
                  <c:v>4311.6099999999997</c:v>
                </c:pt>
                <c:pt idx="830">
                  <c:v>4257.63</c:v>
                </c:pt>
                <c:pt idx="831">
                  <c:v>4367.1000000000004</c:v>
                </c:pt>
                <c:pt idx="832">
                  <c:v>4288.75</c:v>
                </c:pt>
                <c:pt idx="833">
                  <c:v>4330.6000000000004</c:v>
                </c:pt>
                <c:pt idx="834">
                  <c:v>4374.8999999999996</c:v>
                </c:pt>
                <c:pt idx="835">
                  <c:v>4362.22</c:v>
                </c:pt>
                <c:pt idx="836">
                  <c:v>4571.71</c:v>
                </c:pt>
                <c:pt idx="837">
                  <c:v>4431.58</c:v>
                </c:pt>
                <c:pt idx="838">
                  <c:v>4516.3100000000004</c:v>
                </c:pt>
                <c:pt idx="839">
                  <c:v>4464.82</c:v>
                </c:pt>
                <c:pt idx="840">
                  <c:v>4634.1899999999996</c:v>
                </c:pt>
                <c:pt idx="841">
                  <c:v>4696.55</c:v>
                </c:pt>
                <c:pt idx="842">
                  <c:v>4695.7</c:v>
                </c:pt>
                <c:pt idx="843">
                  <c:v>4542.58</c:v>
                </c:pt>
                <c:pt idx="844">
                  <c:v>4580.22</c:v>
                </c:pt>
                <c:pt idx="845">
                  <c:v>4813.2299999999996</c:v>
                </c:pt>
                <c:pt idx="846">
                  <c:v>4763.6099999999997</c:v>
                </c:pt>
                <c:pt idx="847">
                  <c:v>4568.79</c:v>
                </c:pt>
                <c:pt idx="848">
                  <c:v>4449.91</c:v>
                </c:pt>
                <c:pt idx="849">
                  <c:v>4524.67</c:v>
                </c:pt>
                <c:pt idx="850">
                  <c:v>4500.54</c:v>
                </c:pt>
                <c:pt idx="851">
                  <c:v>4506.72</c:v>
                </c:pt>
                <c:pt idx="852">
                  <c:v>4554.78</c:v>
                </c:pt>
                <c:pt idx="853">
                  <c:v>4487.07</c:v>
                </c:pt>
                <c:pt idx="854">
                  <c:v>4547.12</c:v>
                </c:pt>
                <c:pt idx="855">
                  <c:v>4558.58</c:v>
                </c:pt>
                <c:pt idx="856">
                  <c:v>4570.72</c:v>
                </c:pt>
                <c:pt idx="857">
                  <c:v>4431.12</c:v>
                </c:pt>
                <c:pt idx="858">
                  <c:v>4494.22</c:v>
                </c:pt>
                <c:pt idx="859">
                  <c:v>4427.17</c:v>
                </c:pt>
                <c:pt idx="860">
                  <c:v>4233.37</c:v>
                </c:pt>
                <c:pt idx="861">
                  <c:v>4128.79</c:v>
                </c:pt>
                <c:pt idx="862">
                  <c:v>4107.43</c:v>
                </c:pt>
                <c:pt idx="863">
                  <c:v>4212.4399999999996</c:v>
                </c:pt>
                <c:pt idx="864">
                  <c:v>4124.33</c:v>
                </c:pt>
                <c:pt idx="865">
                  <c:v>4210.53</c:v>
                </c:pt>
                <c:pt idx="866">
                  <c:v>4024.84</c:v>
                </c:pt>
                <c:pt idx="867">
                  <c:v>3996.36</c:v>
                </c:pt>
                <c:pt idx="868">
                  <c:v>4125.0600000000004</c:v>
                </c:pt>
                <c:pt idx="869">
                  <c:v>4149.22</c:v>
                </c:pt>
                <c:pt idx="870">
                  <c:v>4136.42</c:v>
                </c:pt>
                <c:pt idx="871">
                  <c:v>4237.66</c:v>
                </c:pt>
                <c:pt idx="872">
                  <c:v>4223.2</c:v>
                </c:pt>
                <c:pt idx="873">
                  <c:v>4192.67</c:v>
                </c:pt>
                <c:pt idx="874">
                  <c:v>4369.53</c:v>
                </c:pt>
                <c:pt idx="875">
                  <c:v>4270.21</c:v>
                </c:pt>
                <c:pt idx="876">
                  <c:v>4004.31</c:v>
                </c:pt>
                <c:pt idx="877">
                  <c:v>4161.21</c:v>
                </c:pt>
                <c:pt idx="878">
                  <c:v>4238.2</c:v>
                </c:pt>
                <c:pt idx="879">
                  <c:v>3878.81</c:v>
                </c:pt>
                <c:pt idx="880">
                  <c:v>3839.27</c:v>
                </c:pt>
                <c:pt idx="881">
                  <c:v>3798.19</c:v>
                </c:pt>
                <c:pt idx="882">
                  <c:v>3695.8</c:v>
                </c:pt>
                <c:pt idx="883">
                  <c:v>3432.86</c:v>
                </c:pt>
                <c:pt idx="884">
                  <c:v>3500.31</c:v>
                </c:pt>
                <c:pt idx="885">
                  <c:v>3582.95</c:v>
                </c:pt>
                <c:pt idx="886">
                  <c:v>3555.02</c:v>
                </c:pt>
                <c:pt idx="887">
                  <c:v>3515.37</c:v>
                </c:pt>
                <c:pt idx="888">
                  <c:v>3631.97</c:v>
                </c:pt>
                <c:pt idx="889">
                  <c:v>3742.7</c:v>
                </c:pt>
                <c:pt idx="890">
                  <c:v>3721.61</c:v>
                </c:pt>
                <c:pt idx="891">
                  <c:v>3805.25</c:v>
                </c:pt>
                <c:pt idx="892">
                  <c:v>3813.86</c:v>
                </c:pt>
                <c:pt idx="893">
                  <c:v>3554.39</c:v>
                </c:pt>
                <c:pt idx="894">
                  <c:v>3491.7</c:v>
                </c:pt>
                <c:pt idx="895">
                  <c:v>3172.76</c:v>
                </c:pt>
                <c:pt idx="896">
                  <c:v>3280.48</c:v>
                </c:pt>
                <c:pt idx="897">
                  <c:v>3343.76</c:v>
                </c:pt>
                <c:pt idx="898">
                  <c:v>3396.64</c:v>
                </c:pt>
                <c:pt idx="899">
                  <c:v>3264.23</c:v>
                </c:pt>
                <c:pt idx="900">
                  <c:v>3035.39</c:v>
                </c:pt>
                <c:pt idx="901">
                  <c:v>3156.59</c:v>
                </c:pt>
                <c:pt idx="902">
                  <c:v>3075.16</c:v>
                </c:pt>
                <c:pt idx="903">
                  <c:v>2852.57</c:v>
                </c:pt>
                <c:pt idx="904">
                  <c:v>2822.92</c:v>
                </c:pt>
                <c:pt idx="905">
                  <c:v>2989.18</c:v>
                </c:pt>
                <c:pt idx="906">
                  <c:v>2956.41</c:v>
                </c:pt>
                <c:pt idx="907">
                  <c:v>2884.79</c:v>
                </c:pt>
                <c:pt idx="908">
                  <c:v>2801.99</c:v>
                </c:pt>
                <c:pt idx="909">
                  <c:v>3101.37</c:v>
                </c:pt>
                <c:pt idx="910">
                  <c:v>3120.83</c:v>
                </c:pt>
                <c:pt idx="911">
                  <c:v>3196.58</c:v>
                </c:pt>
              </c:numCache>
            </c:numRef>
          </c:val>
          <c:smooth val="0"/>
          <c:extLst>
            <c:ext xmlns:c16="http://schemas.microsoft.com/office/drawing/2014/chart" uri="{C3380CC4-5D6E-409C-BE32-E72D297353CC}">
              <c16:uniqueId val="{00000001-F39F-4D80-9492-504018AF2FA9}"/>
            </c:ext>
          </c:extLst>
        </c:ser>
        <c:dLbls>
          <c:showLegendKey val="0"/>
          <c:showVal val="0"/>
          <c:showCatName val="0"/>
          <c:showSerName val="0"/>
          <c:showPercent val="0"/>
          <c:showBubbleSize val="0"/>
        </c:dLbls>
        <c:marker val="1"/>
        <c:smooth val="0"/>
        <c:axId val="2000001792"/>
        <c:axId val="2000001793"/>
      </c:lineChart>
      <c:lineChart>
        <c:grouping val="standard"/>
        <c:varyColors val="0"/>
        <c:ser>
          <c:idx val="2"/>
          <c:order val="2"/>
          <c:tx>
            <c:strRef>
              <c:f>'图3恒科VS美股软件 (2)'!$J$10</c:f>
              <c:strCache>
                <c:ptCount val="1"/>
                <c:pt idx="0">
                  <c:v>收盘价：美光</c:v>
                </c:pt>
              </c:strCache>
            </c:strRef>
          </c:tx>
          <c:spPr>
            <a:ln w="25400">
              <a:solidFill>
                <a:srgbClr val="C00000"/>
              </a:solidFill>
            </a:ln>
          </c:spPr>
          <c:marker>
            <c:symbol val="none"/>
          </c:marker>
          <c:cat>
            <c:numRef>
              <c:f>'图3恒科VS美股软件 (2)'!$G$12:$G$923</c:f>
              <c:numCache>
                <c:formatCode>yyyy\-mm\-dd</c:formatCode>
                <c:ptCount val="912"/>
                <c:pt idx="0">
                  <c:v>46213</c:v>
                </c:pt>
                <c:pt idx="1">
                  <c:v>46212</c:v>
                </c:pt>
                <c:pt idx="2">
                  <c:v>46211</c:v>
                </c:pt>
                <c:pt idx="3">
                  <c:v>46210</c:v>
                </c:pt>
                <c:pt idx="4">
                  <c:v>46209</c:v>
                </c:pt>
                <c:pt idx="5">
                  <c:v>46206</c:v>
                </c:pt>
                <c:pt idx="6">
                  <c:v>46205</c:v>
                </c:pt>
                <c:pt idx="7">
                  <c:v>46203</c:v>
                </c:pt>
                <c:pt idx="8">
                  <c:v>46202</c:v>
                </c:pt>
                <c:pt idx="9">
                  <c:v>46199</c:v>
                </c:pt>
                <c:pt idx="10">
                  <c:v>46198</c:v>
                </c:pt>
                <c:pt idx="11">
                  <c:v>46197</c:v>
                </c:pt>
                <c:pt idx="12">
                  <c:v>46196</c:v>
                </c:pt>
                <c:pt idx="13">
                  <c:v>46195</c:v>
                </c:pt>
                <c:pt idx="14">
                  <c:v>46191</c:v>
                </c:pt>
                <c:pt idx="15">
                  <c:v>46190</c:v>
                </c:pt>
                <c:pt idx="16">
                  <c:v>46189</c:v>
                </c:pt>
                <c:pt idx="17">
                  <c:v>46188</c:v>
                </c:pt>
                <c:pt idx="18">
                  <c:v>46185</c:v>
                </c:pt>
                <c:pt idx="19">
                  <c:v>46184</c:v>
                </c:pt>
                <c:pt idx="20">
                  <c:v>46183</c:v>
                </c:pt>
                <c:pt idx="21">
                  <c:v>46182</c:v>
                </c:pt>
                <c:pt idx="22">
                  <c:v>46181</c:v>
                </c:pt>
                <c:pt idx="23">
                  <c:v>46178</c:v>
                </c:pt>
                <c:pt idx="24">
                  <c:v>46177</c:v>
                </c:pt>
                <c:pt idx="25">
                  <c:v>46176</c:v>
                </c:pt>
                <c:pt idx="26">
                  <c:v>46175</c:v>
                </c:pt>
                <c:pt idx="27">
                  <c:v>46174</c:v>
                </c:pt>
                <c:pt idx="28">
                  <c:v>46171</c:v>
                </c:pt>
                <c:pt idx="29">
                  <c:v>46170</c:v>
                </c:pt>
                <c:pt idx="30">
                  <c:v>46169</c:v>
                </c:pt>
                <c:pt idx="31">
                  <c:v>46168</c:v>
                </c:pt>
                <c:pt idx="32">
                  <c:v>46164</c:v>
                </c:pt>
                <c:pt idx="33">
                  <c:v>46163</c:v>
                </c:pt>
                <c:pt idx="34">
                  <c:v>46162</c:v>
                </c:pt>
                <c:pt idx="35">
                  <c:v>46161</c:v>
                </c:pt>
                <c:pt idx="36">
                  <c:v>46160</c:v>
                </c:pt>
                <c:pt idx="37">
                  <c:v>46157</c:v>
                </c:pt>
                <c:pt idx="38">
                  <c:v>46156</c:v>
                </c:pt>
                <c:pt idx="39">
                  <c:v>46155</c:v>
                </c:pt>
                <c:pt idx="40">
                  <c:v>46154</c:v>
                </c:pt>
                <c:pt idx="41">
                  <c:v>46153</c:v>
                </c:pt>
                <c:pt idx="42">
                  <c:v>46150</c:v>
                </c:pt>
                <c:pt idx="43">
                  <c:v>46149</c:v>
                </c:pt>
                <c:pt idx="44">
                  <c:v>46148</c:v>
                </c:pt>
                <c:pt idx="45">
                  <c:v>46147</c:v>
                </c:pt>
                <c:pt idx="46">
                  <c:v>46146</c:v>
                </c:pt>
                <c:pt idx="47">
                  <c:v>46142</c:v>
                </c:pt>
                <c:pt idx="48">
                  <c:v>46141</c:v>
                </c:pt>
                <c:pt idx="49">
                  <c:v>46140</c:v>
                </c:pt>
                <c:pt idx="50">
                  <c:v>46139</c:v>
                </c:pt>
                <c:pt idx="51">
                  <c:v>46136</c:v>
                </c:pt>
                <c:pt idx="52">
                  <c:v>46135</c:v>
                </c:pt>
                <c:pt idx="53">
                  <c:v>46134</c:v>
                </c:pt>
                <c:pt idx="54">
                  <c:v>46133</c:v>
                </c:pt>
                <c:pt idx="55">
                  <c:v>46132</c:v>
                </c:pt>
                <c:pt idx="56">
                  <c:v>46129</c:v>
                </c:pt>
                <c:pt idx="57">
                  <c:v>46128</c:v>
                </c:pt>
                <c:pt idx="58">
                  <c:v>46127</c:v>
                </c:pt>
                <c:pt idx="59">
                  <c:v>46126</c:v>
                </c:pt>
                <c:pt idx="60">
                  <c:v>46125</c:v>
                </c:pt>
                <c:pt idx="61">
                  <c:v>46122</c:v>
                </c:pt>
                <c:pt idx="62">
                  <c:v>46121</c:v>
                </c:pt>
                <c:pt idx="63">
                  <c:v>46120</c:v>
                </c:pt>
                <c:pt idx="64">
                  <c:v>46114</c:v>
                </c:pt>
                <c:pt idx="65">
                  <c:v>46113</c:v>
                </c:pt>
                <c:pt idx="66">
                  <c:v>46112</c:v>
                </c:pt>
                <c:pt idx="67">
                  <c:v>46111</c:v>
                </c:pt>
                <c:pt idx="68">
                  <c:v>46108</c:v>
                </c:pt>
                <c:pt idx="69">
                  <c:v>46107</c:v>
                </c:pt>
                <c:pt idx="70">
                  <c:v>46106</c:v>
                </c:pt>
                <c:pt idx="71">
                  <c:v>46105</c:v>
                </c:pt>
                <c:pt idx="72">
                  <c:v>46104</c:v>
                </c:pt>
                <c:pt idx="73">
                  <c:v>46101</c:v>
                </c:pt>
                <c:pt idx="74">
                  <c:v>46100</c:v>
                </c:pt>
                <c:pt idx="75">
                  <c:v>46099</c:v>
                </c:pt>
                <c:pt idx="76">
                  <c:v>46098</c:v>
                </c:pt>
                <c:pt idx="77">
                  <c:v>46097</c:v>
                </c:pt>
                <c:pt idx="78">
                  <c:v>46094</c:v>
                </c:pt>
                <c:pt idx="79">
                  <c:v>46093</c:v>
                </c:pt>
                <c:pt idx="80">
                  <c:v>46092</c:v>
                </c:pt>
                <c:pt idx="81">
                  <c:v>46091</c:v>
                </c:pt>
                <c:pt idx="82">
                  <c:v>46090</c:v>
                </c:pt>
                <c:pt idx="83">
                  <c:v>46087</c:v>
                </c:pt>
                <c:pt idx="84">
                  <c:v>46086</c:v>
                </c:pt>
                <c:pt idx="85">
                  <c:v>46085</c:v>
                </c:pt>
                <c:pt idx="86">
                  <c:v>46084</c:v>
                </c:pt>
                <c:pt idx="87">
                  <c:v>46083</c:v>
                </c:pt>
                <c:pt idx="88">
                  <c:v>46080</c:v>
                </c:pt>
                <c:pt idx="89">
                  <c:v>46079</c:v>
                </c:pt>
                <c:pt idx="90">
                  <c:v>46078</c:v>
                </c:pt>
                <c:pt idx="91">
                  <c:v>46077</c:v>
                </c:pt>
                <c:pt idx="92">
                  <c:v>46076</c:v>
                </c:pt>
                <c:pt idx="93">
                  <c:v>46073</c:v>
                </c:pt>
                <c:pt idx="94">
                  <c:v>46069</c:v>
                </c:pt>
                <c:pt idx="95">
                  <c:v>46066</c:v>
                </c:pt>
                <c:pt idx="96">
                  <c:v>46065</c:v>
                </c:pt>
                <c:pt idx="97">
                  <c:v>46064</c:v>
                </c:pt>
                <c:pt idx="98">
                  <c:v>46063</c:v>
                </c:pt>
                <c:pt idx="99">
                  <c:v>46062</c:v>
                </c:pt>
                <c:pt idx="100">
                  <c:v>46059</c:v>
                </c:pt>
                <c:pt idx="101">
                  <c:v>46058</c:v>
                </c:pt>
                <c:pt idx="102">
                  <c:v>46057</c:v>
                </c:pt>
                <c:pt idx="103">
                  <c:v>46056</c:v>
                </c:pt>
                <c:pt idx="104">
                  <c:v>46055</c:v>
                </c:pt>
                <c:pt idx="105">
                  <c:v>46052</c:v>
                </c:pt>
                <c:pt idx="106">
                  <c:v>46051</c:v>
                </c:pt>
                <c:pt idx="107">
                  <c:v>46050</c:v>
                </c:pt>
                <c:pt idx="108">
                  <c:v>46049</c:v>
                </c:pt>
                <c:pt idx="109">
                  <c:v>46048</c:v>
                </c:pt>
                <c:pt idx="110">
                  <c:v>46045</c:v>
                </c:pt>
                <c:pt idx="111">
                  <c:v>46044</c:v>
                </c:pt>
                <c:pt idx="112">
                  <c:v>46043</c:v>
                </c:pt>
                <c:pt idx="113">
                  <c:v>46042</c:v>
                </c:pt>
                <c:pt idx="114">
                  <c:v>46041</c:v>
                </c:pt>
                <c:pt idx="115">
                  <c:v>46038</c:v>
                </c:pt>
                <c:pt idx="116">
                  <c:v>46037</c:v>
                </c:pt>
                <c:pt idx="117">
                  <c:v>46036</c:v>
                </c:pt>
                <c:pt idx="118">
                  <c:v>46035</c:v>
                </c:pt>
                <c:pt idx="119">
                  <c:v>46034</c:v>
                </c:pt>
                <c:pt idx="120">
                  <c:v>46031</c:v>
                </c:pt>
                <c:pt idx="121">
                  <c:v>46030</c:v>
                </c:pt>
                <c:pt idx="122">
                  <c:v>46029</c:v>
                </c:pt>
                <c:pt idx="123">
                  <c:v>46028</c:v>
                </c:pt>
                <c:pt idx="124">
                  <c:v>46027</c:v>
                </c:pt>
                <c:pt idx="125">
                  <c:v>46024</c:v>
                </c:pt>
                <c:pt idx="126">
                  <c:v>46022</c:v>
                </c:pt>
                <c:pt idx="127">
                  <c:v>46021</c:v>
                </c:pt>
                <c:pt idx="128">
                  <c:v>46020</c:v>
                </c:pt>
                <c:pt idx="129">
                  <c:v>46015</c:v>
                </c:pt>
                <c:pt idx="130">
                  <c:v>46014</c:v>
                </c:pt>
                <c:pt idx="131">
                  <c:v>46013</c:v>
                </c:pt>
                <c:pt idx="132">
                  <c:v>46010</c:v>
                </c:pt>
                <c:pt idx="133">
                  <c:v>46009</c:v>
                </c:pt>
                <c:pt idx="134">
                  <c:v>46008</c:v>
                </c:pt>
                <c:pt idx="135">
                  <c:v>46007</c:v>
                </c:pt>
                <c:pt idx="136">
                  <c:v>46006</c:v>
                </c:pt>
                <c:pt idx="137">
                  <c:v>46003</c:v>
                </c:pt>
                <c:pt idx="138">
                  <c:v>46002</c:v>
                </c:pt>
                <c:pt idx="139">
                  <c:v>46001</c:v>
                </c:pt>
                <c:pt idx="140">
                  <c:v>46000</c:v>
                </c:pt>
                <c:pt idx="141">
                  <c:v>45999</c:v>
                </c:pt>
                <c:pt idx="142">
                  <c:v>45996</c:v>
                </c:pt>
                <c:pt idx="143">
                  <c:v>45995</c:v>
                </c:pt>
                <c:pt idx="144">
                  <c:v>45994</c:v>
                </c:pt>
                <c:pt idx="145">
                  <c:v>45993</c:v>
                </c:pt>
                <c:pt idx="146">
                  <c:v>45992</c:v>
                </c:pt>
                <c:pt idx="147">
                  <c:v>45989</c:v>
                </c:pt>
                <c:pt idx="148">
                  <c:v>45988</c:v>
                </c:pt>
                <c:pt idx="149">
                  <c:v>45987</c:v>
                </c:pt>
                <c:pt idx="150">
                  <c:v>45986</c:v>
                </c:pt>
                <c:pt idx="151">
                  <c:v>45985</c:v>
                </c:pt>
                <c:pt idx="152">
                  <c:v>45982</c:v>
                </c:pt>
                <c:pt idx="153">
                  <c:v>45981</c:v>
                </c:pt>
                <c:pt idx="154">
                  <c:v>45980</c:v>
                </c:pt>
                <c:pt idx="155">
                  <c:v>45979</c:v>
                </c:pt>
                <c:pt idx="156">
                  <c:v>45978</c:v>
                </c:pt>
                <c:pt idx="157">
                  <c:v>45975</c:v>
                </c:pt>
                <c:pt idx="158">
                  <c:v>45974</c:v>
                </c:pt>
                <c:pt idx="159">
                  <c:v>45973</c:v>
                </c:pt>
                <c:pt idx="160">
                  <c:v>45972</c:v>
                </c:pt>
                <c:pt idx="161">
                  <c:v>45971</c:v>
                </c:pt>
                <c:pt idx="162">
                  <c:v>45968</c:v>
                </c:pt>
                <c:pt idx="163">
                  <c:v>45967</c:v>
                </c:pt>
                <c:pt idx="164">
                  <c:v>45966</c:v>
                </c:pt>
                <c:pt idx="165">
                  <c:v>45965</c:v>
                </c:pt>
                <c:pt idx="166">
                  <c:v>45964</c:v>
                </c:pt>
                <c:pt idx="167">
                  <c:v>45961</c:v>
                </c:pt>
                <c:pt idx="168">
                  <c:v>45960</c:v>
                </c:pt>
                <c:pt idx="169">
                  <c:v>45958</c:v>
                </c:pt>
                <c:pt idx="170">
                  <c:v>45957</c:v>
                </c:pt>
                <c:pt idx="171">
                  <c:v>45954</c:v>
                </c:pt>
                <c:pt idx="172">
                  <c:v>45953</c:v>
                </c:pt>
                <c:pt idx="173">
                  <c:v>45952</c:v>
                </c:pt>
                <c:pt idx="174">
                  <c:v>45951</c:v>
                </c:pt>
                <c:pt idx="175">
                  <c:v>45950</c:v>
                </c:pt>
                <c:pt idx="176">
                  <c:v>45947</c:v>
                </c:pt>
                <c:pt idx="177">
                  <c:v>45946</c:v>
                </c:pt>
                <c:pt idx="178">
                  <c:v>45945</c:v>
                </c:pt>
                <c:pt idx="179">
                  <c:v>45944</c:v>
                </c:pt>
                <c:pt idx="180">
                  <c:v>45943</c:v>
                </c:pt>
                <c:pt idx="181">
                  <c:v>45940</c:v>
                </c:pt>
                <c:pt idx="182">
                  <c:v>45939</c:v>
                </c:pt>
                <c:pt idx="183">
                  <c:v>45938</c:v>
                </c:pt>
                <c:pt idx="184">
                  <c:v>45936</c:v>
                </c:pt>
                <c:pt idx="185">
                  <c:v>45933</c:v>
                </c:pt>
                <c:pt idx="186">
                  <c:v>45932</c:v>
                </c:pt>
                <c:pt idx="187">
                  <c:v>45930</c:v>
                </c:pt>
                <c:pt idx="188">
                  <c:v>45929</c:v>
                </c:pt>
                <c:pt idx="189">
                  <c:v>45926</c:v>
                </c:pt>
                <c:pt idx="190">
                  <c:v>45925</c:v>
                </c:pt>
                <c:pt idx="191">
                  <c:v>45924</c:v>
                </c:pt>
                <c:pt idx="192">
                  <c:v>45923</c:v>
                </c:pt>
                <c:pt idx="193">
                  <c:v>45922</c:v>
                </c:pt>
                <c:pt idx="194">
                  <c:v>45919</c:v>
                </c:pt>
                <c:pt idx="195">
                  <c:v>45918</c:v>
                </c:pt>
                <c:pt idx="196">
                  <c:v>45917</c:v>
                </c:pt>
                <c:pt idx="197">
                  <c:v>45916</c:v>
                </c:pt>
                <c:pt idx="198">
                  <c:v>45915</c:v>
                </c:pt>
                <c:pt idx="199">
                  <c:v>45912</c:v>
                </c:pt>
                <c:pt idx="200">
                  <c:v>45911</c:v>
                </c:pt>
                <c:pt idx="201">
                  <c:v>45910</c:v>
                </c:pt>
                <c:pt idx="202">
                  <c:v>45909</c:v>
                </c:pt>
                <c:pt idx="203">
                  <c:v>45908</c:v>
                </c:pt>
                <c:pt idx="204">
                  <c:v>45905</c:v>
                </c:pt>
                <c:pt idx="205">
                  <c:v>45904</c:v>
                </c:pt>
                <c:pt idx="206">
                  <c:v>45903</c:v>
                </c:pt>
                <c:pt idx="207">
                  <c:v>45902</c:v>
                </c:pt>
                <c:pt idx="208">
                  <c:v>45901</c:v>
                </c:pt>
                <c:pt idx="209">
                  <c:v>45898</c:v>
                </c:pt>
                <c:pt idx="210">
                  <c:v>45897</c:v>
                </c:pt>
                <c:pt idx="211">
                  <c:v>45896</c:v>
                </c:pt>
                <c:pt idx="212">
                  <c:v>45895</c:v>
                </c:pt>
                <c:pt idx="213">
                  <c:v>45894</c:v>
                </c:pt>
                <c:pt idx="214">
                  <c:v>45891</c:v>
                </c:pt>
                <c:pt idx="215">
                  <c:v>45890</c:v>
                </c:pt>
                <c:pt idx="216">
                  <c:v>45889</c:v>
                </c:pt>
                <c:pt idx="217">
                  <c:v>45888</c:v>
                </c:pt>
                <c:pt idx="218">
                  <c:v>45887</c:v>
                </c:pt>
                <c:pt idx="219">
                  <c:v>45884</c:v>
                </c:pt>
                <c:pt idx="220">
                  <c:v>45883</c:v>
                </c:pt>
                <c:pt idx="221">
                  <c:v>45882</c:v>
                </c:pt>
                <c:pt idx="222">
                  <c:v>45881</c:v>
                </c:pt>
                <c:pt idx="223">
                  <c:v>45880</c:v>
                </c:pt>
                <c:pt idx="224">
                  <c:v>45877</c:v>
                </c:pt>
                <c:pt idx="225">
                  <c:v>45876</c:v>
                </c:pt>
                <c:pt idx="226">
                  <c:v>45875</c:v>
                </c:pt>
                <c:pt idx="227">
                  <c:v>45874</c:v>
                </c:pt>
                <c:pt idx="228">
                  <c:v>45873</c:v>
                </c:pt>
                <c:pt idx="229">
                  <c:v>45870</c:v>
                </c:pt>
                <c:pt idx="230">
                  <c:v>45869</c:v>
                </c:pt>
                <c:pt idx="231">
                  <c:v>45868</c:v>
                </c:pt>
                <c:pt idx="232">
                  <c:v>45867</c:v>
                </c:pt>
                <c:pt idx="233">
                  <c:v>45866</c:v>
                </c:pt>
                <c:pt idx="234">
                  <c:v>45863</c:v>
                </c:pt>
                <c:pt idx="235">
                  <c:v>45862</c:v>
                </c:pt>
                <c:pt idx="236">
                  <c:v>45861</c:v>
                </c:pt>
                <c:pt idx="237">
                  <c:v>45860</c:v>
                </c:pt>
                <c:pt idx="238">
                  <c:v>45859</c:v>
                </c:pt>
                <c:pt idx="239">
                  <c:v>45856</c:v>
                </c:pt>
                <c:pt idx="240">
                  <c:v>45855</c:v>
                </c:pt>
                <c:pt idx="241">
                  <c:v>45854</c:v>
                </c:pt>
                <c:pt idx="242">
                  <c:v>45853</c:v>
                </c:pt>
                <c:pt idx="243">
                  <c:v>45852</c:v>
                </c:pt>
                <c:pt idx="244">
                  <c:v>45849</c:v>
                </c:pt>
                <c:pt idx="245">
                  <c:v>45848</c:v>
                </c:pt>
                <c:pt idx="246">
                  <c:v>45847</c:v>
                </c:pt>
                <c:pt idx="247">
                  <c:v>45846</c:v>
                </c:pt>
                <c:pt idx="248">
                  <c:v>45845</c:v>
                </c:pt>
                <c:pt idx="249">
                  <c:v>45842</c:v>
                </c:pt>
                <c:pt idx="250">
                  <c:v>45841</c:v>
                </c:pt>
                <c:pt idx="251">
                  <c:v>45840</c:v>
                </c:pt>
                <c:pt idx="252">
                  <c:v>45838</c:v>
                </c:pt>
                <c:pt idx="253">
                  <c:v>45835</c:v>
                </c:pt>
                <c:pt idx="254">
                  <c:v>45834</c:v>
                </c:pt>
                <c:pt idx="255">
                  <c:v>45833</c:v>
                </c:pt>
                <c:pt idx="256">
                  <c:v>45832</c:v>
                </c:pt>
                <c:pt idx="257">
                  <c:v>45831</c:v>
                </c:pt>
                <c:pt idx="258">
                  <c:v>45828</c:v>
                </c:pt>
                <c:pt idx="259">
                  <c:v>45827</c:v>
                </c:pt>
                <c:pt idx="260">
                  <c:v>45826</c:v>
                </c:pt>
                <c:pt idx="261">
                  <c:v>45825</c:v>
                </c:pt>
                <c:pt idx="262">
                  <c:v>45824</c:v>
                </c:pt>
                <c:pt idx="263">
                  <c:v>45821</c:v>
                </c:pt>
                <c:pt idx="264">
                  <c:v>45820</c:v>
                </c:pt>
                <c:pt idx="265">
                  <c:v>45819</c:v>
                </c:pt>
                <c:pt idx="266">
                  <c:v>45818</c:v>
                </c:pt>
                <c:pt idx="267">
                  <c:v>45817</c:v>
                </c:pt>
                <c:pt idx="268">
                  <c:v>45814</c:v>
                </c:pt>
                <c:pt idx="269">
                  <c:v>45813</c:v>
                </c:pt>
                <c:pt idx="270">
                  <c:v>45812</c:v>
                </c:pt>
                <c:pt idx="271">
                  <c:v>45811</c:v>
                </c:pt>
                <c:pt idx="272">
                  <c:v>45810</c:v>
                </c:pt>
                <c:pt idx="273">
                  <c:v>45807</c:v>
                </c:pt>
                <c:pt idx="274">
                  <c:v>45806</c:v>
                </c:pt>
                <c:pt idx="275">
                  <c:v>45805</c:v>
                </c:pt>
                <c:pt idx="276">
                  <c:v>45804</c:v>
                </c:pt>
                <c:pt idx="277">
                  <c:v>45803</c:v>
                </c:pt>
                <c:pt idx="278">
                  <c:v>45800</c:v>
                </c:pt>
                <c:pt idx="279">
                  <c:v>45799</c:v>
                </c:pt>
                <c:pt idx="280">
                  <c:v>45798</c:v>
                </c:pt>
                <c:pt idx="281">
                  <c:v>45797</c:v>
                </c:pt>
                <c:pt idx="282">
                  <c:v>45796</c:v>
                </c:pt>
                <c:pt idx="283">
                  <c:v>45793</c:v>
                </c:pt>
                <c:pt idx="284">
                  <c:v>45792</c:v>
                </c:pt>
                <c:pt idx="285">
                  <c:v>45791</c:v>
                </c:pt>
                <c:pt idx="286">
                  <c:v>45790</c:v>
                </c:pt>
                <c:pt idx="287">
                  <c:v>45789</c:v>
                </c:pt>
                <c:pt idx="288">
                  <c:v>45786</c:v>
                </c:pt>
                <c:pt idx="289">
                  <c:v>45785</c:v>
                </c:pt>
                <c:pt idx="290">
                  <c:v>45784</c:v>
                </c:pt>
                <c:pt idx="291">
                  <c:v>45783</c:v>
                </c:pt>
                <c:pt idx="292">
                  <c:v>45779</c:v>
                </c:pt>
                <c:pt idx="293">
                  <c:v>45777</c:v>
                </c:pt>
                <c:pt idx="294">
                  <c:v>45776</c:v>
                </c:pt>
                <c:pt idx="295">
                  <c:v>45775</c:v>
                </c:pt>
                <c:pt idx="296">
                  <c:v>45772</c:v>
                </c:pt>
                <c:pt idx="297">
                  <c:v>45771</c:v>
                </c:pt>
                <c:pt idx="298">
                  <c:v>45770</c:v>
                </c:pt>
                <c:pt idx="299">
                  <c:v>45769</c:v>
                </c:pt>
                <c:pt idx="300">
                  <c:v>45764</c:v>
                </c:pt>
                <c:pt idx="301">
                  <c:v>45763</c:v>
                </c:pt>
                <c:pt idx="302">
                  <c:v>45762</c:v>
                </c:pt>
                <c:pt idx="303">
                  <c:v>45761</c:v>
                </c:pt>
                <c:pt idx="304">
                  <c:v>45758</c:v>
                </c:pt>
                <c:pt idx="305">
                  <c:v>45757</c:v>
                </c:pt>
                <c:pt idx="306">
                  <c:v>45756</c:v>
                </c:pt>
                <c:pt idx="307">
                  <c:v>45755</c:v>
                </c:pt>
                <c:pt idx="308">
                  <c:v>45754</c:v>
                </c:pt>
                <c:pt idx="309">
                  <c:v>45750</c:v>
                </c:pt>
                <c:pt idx="310">
                  <c:v>45749</c:v>
                </c:pt>
                <c:pt idx="311">
                  <c:v>45748</c:v>
                </c:pt>
                <c:pt idx="312">
                  <c:v>45747</c:v>
                </c:pt>
                <c:pt idx="313">
                  <c:v>45744</c:v>
                </c:pt>
                <c:pt idx="314">
                  <c:v>45743</c:v>
                </c:pt>
                <c:pt idx="315">
                  <c:v>45742</c:v>
                </c:pt>
                <c:pt idx="316">
                  <c:v>45741</c:v>
                </c:pt>
                <c:pt idx="317">
                  <c:v>45740</c:v>
                </c:pt>
                <c:pt idx="318">
                  <c:v>45737</c:v>
                </c:pt>
                <c:pt idx="319">
                  <c:v>45736</c:v>
                </c:pt>
                <c:pt idx="320">
                  <c:v>45735</c:v>
                </c:pt>
                <c:pt idx="321">
                  <c:v>45734</c:v>
                </c:pt>
                <c:pt idx="322">
                  <c:v>45733</c:v>
                </c:pt>
                <c:pt idx="323">
                  <c:v>45730</c:v>
                </c:pt>
                <c:pt idx="324">
                  <c:v>45729</c:v>
                </c:pt>
                <c:pt idx="325">
                  <c:v>45728</c:v>
                </c:pt>
                <c:pt idx="326">
                  <c:v>45727</c:v>
                </c:pt>
                <c:pt idx="327">
                  <c:v>45726</c:v>
                </c:pt>
                <c:pt idx="328">
                  <c:v>45723</c:v>
                </c:pt>
                <c:pt idx="329">
                  <c:v>45722</c:v>
                </c:pt>
                <c:pt idx="330">
                  <c:v>45721</c:v>
                </c:pt>
                <c:pt idx="331">
                  <c:v>45720</c:v>
                </c:pt>
                <c:pt idx="332">
                  <c:v>45719</c:v>
                </c:pt>
                <c:pt idx="333">
                  <c:v>45716</c:v>
                </c:pt>
                <c:pt idx="334">
                  <c:v>45715</c:v>
                </c:pt>
                <c:pt idx="335">
                  <c:v>45714</c:v>
                </c:pt>
                <c:pt idx="336">
                  <c:v>45713</c:v>
                </c:pt>
                <c:pt idx="337">
                  <c:v>45712</c:v>
                </c:pt>
                <c:pt idx="338">
                  <c:v>45709</c:v>
                </c:pt>
                <c:pt idx="339">
                  <c:v>45708</c:v>
                </c:pt>
                <c:pt idx="340">
                  <c:v>45707</c:v>
                </c:pt>
                <c:pt idx="341">
                  <c:v>45706</c:v>
                </c:pt>
                <c:pt idx="342">
                  <c:v>45705</c:v>
                </c:pt>
                <c:pt idx="343">
                  <c:v>45702</c:v>
                </c:pt>
                <c:pt idx="344">
                  <c:v>45701</c:v>
                </c:pt>
                <c:pt idx="345">
                  <c:v>45700</c:v>
                </c:pt>
                <c:pt idx="346">
                  <c:v>45699</c:v>
                </c:pt>
                <c:pt idx="347">
                  <c:v>45698</c:v>
                </c:pt>
                <c:pt idx="348">
                  <c:v>45695</c:v>
                </c:pt>
                <c:pt idx="349">
                  <c:v>45694</c:v>
                </c:pt>
                <c:pt idx="350">
                  <c:v>45693</c:v>
                </c:pt>
                <c:pt idx="351">
                  <c:v>45692</c:v>
                </c:pt>
                <c:pt idx="352">
                  <c:v>45691</c:v>
                </c:pt>
                <c:pt idx="353">
                  <c:v>45685</c:v>
                </c:pt>
                <c:pt idx="354">
                  <c:v>45684</c:v>
                </c:pt>
                <c:pt idx="355">
                  <c:v>45681</c:v>
                </c:pt>
                <c:pt idx="356">
                  <c:v>45680</c:v>
                </c:pt>
                <c:pt idx="357">
                  <c:v>45679</c:v>
                </c:pt>
                <c:pt idx="358">
                  <c:v>45678</c:v>
                </c:pt>
                <c:pt idx="359">
                  <c:v>45677</c:v>
                </c:pt>
                <c:pt idx="360">
                  <c:v>45674</c:v>
                </c:pt>
                <c:pt idx="361">
                  <c:v>45673</c:v>
                </c:pt>
                <c:pt idx="362">
                  <c:v>45672</c:v>
                </c:pt>
                <c:pt idx="363">
                  <c:v>45671</c:v>
                </c:pt>
                <c:pt idx="364">
                  <c:v>45670</c:v>
                </c:pt>
                <c:pt idx="365">
                  <c:v>45667</c:v>
                </c:pt>
                <c:pt idx="366">
                  <c:v>45666</c:v>
                </c:pt>
                <c:pt idx="367">
                  <c:v>45665</c:v>
                </c:pt>
                <c:pt idx="368">
                  <c:v>45664</c:v>
                </c:pt>
                <c:pt idx="369">
                  <c:v>45663</c:v>
                </c:pt>
                <c:pt idx="370">
                  <c:v>45660</c:v>
                </c:pt>
                <c:pt idx="371">
                  <c:v>45659</c:v>
                </c:pt>
                <c:pt idx="372">
                  <c:v>45657</c:v>
                </c:pt>
                <c:pt idx="373">
                  <c:v>45656</c:v>
                </c:pt>
                <c:pt idx="374">
                  <c:v>45653</c:v>
                </c:pt>
                <c:pt idx="375">
                  <c:v>45650</c:v>
                </c:pt>
                <c:pt idx="376">
                  <c:v>45649</c:v>
                </c:pt>
                <c:pt idx="377">
                  <c:v>45646</c:v>
                </c:pt>
                <c:pt idx="378">
                  <c:v>45645</c:v>
                </c:pt>
                <c:pt idx="379">
                  <c:v>45644</c:v>
                </c:pt>
                <c:pt idx="380">
                  <c:v>45643</c:v>
                </c:pt>
                <c:pt idx="381">
                  <c:v>45642</c:v>
                </c:pt>
                <c:pt idx="382">
                  <c:v>45639</c:v>
                </c:pt>
                <c:pt idx="383">
                  <c:v>45638</c:v>
                </c:pt>
                <c:pt idx="384">
                  <c:v>45637</c:v>
                </c:pt>
                <c:pt idx="385">
                  <c:v>45636</c:v>
                </c:pt>
                <c:pt idx="386">
                  <c:v>45635</c:v>
                </c:pt>
                <c:pt idx="387">
                  <c:v>45632</c:v>
                </c:pt>
                <c:pt idx="388">
                  <c:v>45631</c:v>
                </c:pt>
                <c:pt idx="389">
                  <c:v>45630</c:v>
                </c:pt>
                <c:pt idx="390">
                  <c:v>45629</c:v>
                </c:pt>
                <c:pt idx="391">
                  <c:v>45628</c:v>
                </c:pt>
                <c:pt idx="392">
                  <c:v>45625</c:v>
                </c:pt>
                <c:pt idx="393">
                  <c:v>45624</c:v>
                </c:pt>
                <c:pt idx="394">
                  <c:v>45623</c:v>
                </c:pt>
                <c:pt idx="395">
                  <c:v>45622</c:v>
                </c:pt>
                <c:pt idx="396">
                  <c:v>45621</c:v>
                </c:pt>
                <c:pt idx="397">
                  <c:v>45618</c:v>
                </c:pt>
                <c:pt idx="398">
                  <c:v>45617</c:v>
                </c:pt>
                <c:pt idx="399">
                  <c:v>45616</c:v>
                </c:pt>
                <c:pt idx="400">
                  <c:v>45615</c:v>
                </c:pt>
                <c:pt idx="401">
                  <c:v>45614</c:v>
                </c:pt>
                <c:pt idx="402">
                  <c:v>45611</c:v>
                </c:pt>
                <c:pt idx="403">
                  <c:v>45610</c:v>
                </c:pt>
                <c:pt idx="404">
                  <c:v>45609</c:v>
                </c:pt>
                <c:pt idx="405">
                  <c:v>45608</c:v>
                </c:pt>
                <c:pt idx="406">
                  <c:v>45607</c:v>
                </c:pt>
                <c:pt idx="407">
                  <c:v>45604</c:v>
                </c:pt>
                <c:pt idx="408">
                  <c:v>45603</c:v>
                </c:pt>
                <c:pt idx="409">
                  <c:v>45602</c:v>
                </c:pt>
                <c:pt idx="410">
                  <c:v>45601</c:v>
                </c:pt>
                <c:pt idx="411">
                  <c:v>45600</c:v>
                </c:pt>
                <c:pt idx="412">
                  <c:v>45597</c:v>
                </c:pt>
                <c:pt idx="413">
                  <c:v>45596</c:v>
                </c:pt>
                <c:pt idx="414">
                  <c:v>45595</c:v>
                </c:pt>
                <c:pt idx="415">
                  <c:v>45594</c:v>
                </c:pt>
                <c:pt idx="416">
                  <c:v>45593</c:v>
                </c:pt>
                <c:pt idx="417">
                  <c:v>45590</c:v>
                </c:pt>
                <c:pt idx="418">
                  <c:v>45589</c:v>
                </c:pt>
                <c:pt idx="419">
                  <c:v>45588</c:v>
                </c:pt>
                <c:pt idx="420">
                  <c:v>45587</c:v>
                </c:pt>
                <c:pt idx="421">
                  <c:v>45586</c:v>
                </c:pt>
                <c:pt idx="422">
                  <c:v>45583</c:v>
                </c:pt>
                <c:pt idx="423">
                  <c:v>45582</c:v>
                </c:pt>
                <c:pt idx="424">
                  <c:v>45581</c:v>
                </c:pt>
                <c:pt idx="425">
                  <c:v>45580</c:v>
                </c:pt>
                <c:pt idx="426">
                  <c:v>45579</c:v>
                </c:pt>
                <c:pt idx="427">
                  <c:v>45575</c:v>
                </c:pt>
                <c:pt idx="428">
                  <c:v>45574</c:v>
                </c:pt>
                <c:pt idx="429">
                  <c:v>45573</c:v>
                </c:pt>
                <c:pt idx="430">
                  <c:v>45572</c:v>
                </c:pt>
                <c:pt idx="431">
                  <c:v>45569</c:v>
                </c:pt>
                <c:pt idx="432">
                  <c:v>45568</c:v>
                </c:pt>
                <c:pt idx="433">
                  <c:v>45567</c:v>
                </c:pt>
                <c:pt idx="434">
                  <c:v>45565</c:v>
                </c:pt>
                <c:pt idx="435">
                  <c:v>45562</c:v>
                </c:pt>
                <c:pt idx="436">
                  <c:v>45561</c:v>
                </c:pt>
                <c:pt idx="437">
                  <c:v>45560</c:v>
                </c:pt>
                <c:pt idx="438">
                  <c:v>45559</c:v>
                </c:pt>
                <c:pt idx="439">
                  <c:v>45558</c:v>
                </c:pt>
                <c:pt idx="440">
                  <c:v>45555</c:v>
                </c:pt>
                <c:pt idx="441">
                  <c:v>45554</c:v>
                </c:pt>
                <c:pt idx="442">
                  <c:v>45552</c:v>
                </c:pt>
                <c:pt idx="443">
                  <c:v>45551</c:v>
                </c:pt>
                <c:pt idx="444">
                  <c:v>45548</c:v>
                </c:pt>
                <c:pt idx="445">
                  <c:v>45547</c:v>
                </c:pt>
                <c:pt idx="446">
                  <c:v>45546</c:v>
                </c:pt>
                <c:pt idx="447">
                  <c:v>45545</c:v>
                </c:pt>
                <c:pt idx="448">
                  <c:v>45544</c:v>
                </c:pt>
                <c:pt idx="449">
                  <c:v>45540</c:v>
                </c:pt>
                <c:pt idx="450">
                  <c:v>45539</c:v>
                </c:pt>
                <c:pt idx="451">
                  <c:v>45538</c:v>
                </c:pt>
                <c:pt idx="452">
                  <c:v>45537</c:v>
                </c:pt>
                <c:pt idx="453">
                  <c:v>45534</c:v>
                </c:pt>
                <c:pt idx="454">
                  <c:v>45533</c:v>
                </c:pt>
                <c:pt idx="455">
                  <c:v>45532</c:v>
                </c:pt>
                <c:pt idx="456">
                  <c:v>45531</c:v>
                </c:pt>
                <c:pt idx="457">
                  <c:v>45530</c:v>
                </c:pt>
                <c:pt idx="458">
                  <c:v>45527</c:v>
                </c:pt>
                <c:pt idx="459">
                  <c:v>45526</c:v>
                </c:pt>
                <c:pt idx="460">
                  <c:v>45525</c:v>
                </c:pt>
                <c:pt idx="461">
                  <c:v>45524</c:v>
                </c:pt>
                <c:pt idx="462">
                  <c:v>45523</c:v>
                </c:pt>
                <c:pt idx="463">
                  <c:v>45520</c:v>
                </c:pt>
                <c:pt idx="464">
                  <c:v>45519</c:v>
                </c:pt>
                <c:pt idx="465">
                  <c:v>45518</c:v>
                </c:pt>
                <c:pt idx="466">
                  <c:v>45517</c:v>
                </c:pt>
                <c:pt idx="467">
                  <c:v>45516</c:v>
                </c:pt>
                <c:pt idx="468">
                  <c:v>45513</c:v>
                </c:pt>
                <c:pt idx="469">
                  <c:v>45512</c:v>
                </c:pt>
                <c:pt idx="470">
                  <c:v>45511</c:v>
                </c:pt>
                <c:pt idx="471">
                  <c:v>45510</c:v>
                </c:pt>
                <c:pt idx="472">
                  <c:v>45509</c:v>
                </c:pt>
                <c:pt idx="473">
                  <c:v>45506</c:v>
                </c:pt>
                <c:pt idx="474">
                  <c:v>45505</c:v>
                </c:pt>
                <c:pt idx="475">
                  <c:v>45504</c:v>
                </c:pt>
                <c:pt idx="476">
                  <c:v>45503</c:v>
                </c:pt>
                <c:pt idx="477">
                  <c:v>45502</c:v>
                </c:pt>
                <c:pt idx="478">
                  <c:v>45499</c:v>
                </c:pt>
                <c:pt idx="479">
                  <c:v>45498</c:v>
                </c:pt>
                <c:pt idx="480">
                  <c:v>45497</c:v>
                </c:pt>
                <c:pt idx="481">
                  <c:v>45496</c:v>
                </c:pt>
                <c:pt idx="482">
                  <c:v>45495</c:v>
                </c:pt>
                <c:pt idx="483">
                  <c:v>45492</c:v>
                </c:pt>
                <c:pt idx="484">
                  <c:v>45491</c:v>
                </c:pt>
                <c:pt idx="485">
                  <c:v>45490</c:v>
                </c:pt>
                <c:pt idx="486">
                  <c:v>45489</c:v>
                </c:pt>
                <c:pt idx="487">
                  <c:v>45488</c:v>
                </c:pt>
                <c:pt idx="488">
                  <c:v>45485</c:v>
                </c:pt>
                <c:pt idx="489">
                  <c:v>45484</c:v>
                </c:pt>
                <c:pt idx="490">
                  <c:v>45483</c:v>
                </c:pt>
                <c:pt idx="491">
                  <c:v>45482</c:v>
                </c:pt>
                <c:pt idx="492">
                  <c:v>45481</c:v>
                </c:pt>
                <c:pt idx="493">
                  <c:v>45478</c:v>
                </c:pt>
                <c:pt idx="494">
                  <c:v>45477</c:v>
                </c:pt>
                <c:pt idx="495">
                  <c:v>45476</c:v>
                </c:pt>
                <c:pt idx="496">
                  <c:v>45475</c:v>
                </c:pt>
                <c:pt idx="497">
                  <c:v>45471</c:v>
                </c:pt>
                <c:pt idx="498">
                  <c:v>45470</c:v>
                </c:pt>
                <c:pt idx="499">
                  <c:v>45469</c:v>
                </c:pt>
                <c:pt idx="500">
                  <c:v>45468</c:v>
                </c:pt>
                <c:pt idx="501">
                  <c:v>45467</c:v>
                </c:pt>
                <c:pt idx="502">
                  <c:v>45464</c:v>
                </c:pt>
                <c:pt idx="503">
                  <c:v>45463</c:v>
                </c:pt>
                <c:pt idx="504">
                  <c:v>45462</c:v>
                </c:pt>
                <c:pt idx="505">
                  <c:v>45461</c:v>
                </c:pt>
                <c:pt idx="506">
                  <c:v>45460</c:v>
                </c:pt>
                <c:pt idx="507">
                  <c:v>45457</c:v>
                </c:pt>
                <c:pt idx="508">
                  <c:v>45456</c:v>
                </c:pt>
                <c:pt idx="509">
                  <c:v>45455</c:v>
                </c:pt>
                <c:pt idx="510">
                  <c:v>45454</c:v>
                </c:pt>
                <c:pt idx="511">
                  <c:v>45450</c:v>
                </c:pt>
                <c:pt idx="512">
                  <c:v>45449</c:v>
                </c:pt>
                <c:pt idx="513">
                  <c:v>45448</c:v>
                </c:pt>
                <c:pt idx="514">
                  <c:v>45447</c:v>
                </c:pt>
                <c:pt idx="515">
                  <c:v>45446</c:v>
                </c:pt>
                <c:pt idx="516">
                  <c:v>45443</c:v>
                </c:pt>
                <c:pt idx="517">
                  <c:v>45442</c:v>
                </c:pt>
                <c:pt idx="518">
                  <c:v>45441</c:v>
                </c:pt>
                <c:pt idx="519">
                  <c:v>45440</c:v>
                </c:pt>
                <c:pt idx="520">
                  <c:v>45439</c:v>
                </c:pt>
                <c:pt idx="521">
                  <c:v>45436</c:v>
                </c:pt>
                <c:pt idx="522">
                  <c:v>45435</c:v>
                </c:pt>
                <c:pt idx="523">
                  <c:v>45434</c:v>
                </c:pt>
                <c:pt idx="524">
                  <c:v>45433</c:v>
                </c:pt>
                <c:pt idx="525">
                  <c:v>45432</c:v>
                </c:pt>
                <c:pt idx="526">
                  <c:v>45429</c:v>
                </c:pt>
                <c:pt idx="527">
                  <c:v>45428</c:v>
                </c:pt>
                <c:pt idx="528">
                  <c:v>45426</c:v>
                </c:pt>
                <c:pt idx="529">
                  <c:v>45425</c:v>
                </c:pt>
                <c:pt idx="530">
                  <c:v>45422</c:v>
                </c:pt>
                <c:pt idx="531">
                  <c:v>45421</c:v>
                </c:pt>
                <c:pt idx="532">
                  <c:v>45420</c:v>
                </c:pt>
                <c:pt idx="533">
                  <c:v>45419</c:v>
                </c:pt>
                <c:pt idx="534">
                  <c:v>45418</c:v>
                </c:pt>
                <c:pt idx="535">
                  <c:v>45415</c:v>
                </c:pt>
                <c:pt idx="536">
                  <c:v>45414</c:v>
                </c:pt>
                <c:pt idx="537">
                  <c:v>45412</c:v>
                </c:pt>
                <c:pt idx="538">
                  <c:v>45411</c:v>
                </c:pt>
                <c:pt idx="539">
                  <c:v>45408</c:v>
                </c:pt>
                <c:pt idx="540">
                  <c:v>45407</c:v>
                </c:pt>
                <c:pt idx="541">
                  <c:v>45406</c:v>
                </c:pt>
                <c:pt idx="542">
                  <c:v>45405</c:v>
                </c:pt>
                <c:pt idx="543">
                  <c:v>45404</c:v>
                </c:pt>
                <c:pt idx="544">
                  <c:v>45401</c:v>
                </c:pt>
                <c:pt idx="545">
                  <c:v>45400</c:v>
                </c:pt>
                <c:pt idx="546">
                  <c:v>45399</c:v>
                </c:pt>
                <c:pt idx="547">
                  <c:v>45398</c:v>
                </c:pt>
                <c:pt idx="548">
                  <c:v>45397</c:v>
                </c:pt>
                <c:pt idx="549">
                  <c:v>45394</c:v>
                </c:pt>
                <c:pt idx="550">
                  <c:v>45393</c:v>
                </c:pt>
                <c:pt idx="551">
                  <c:v>45392</c:v>
                </c:pt>
                <c:pt idx="552">
                  <c:v>45391</c:v>
                </c:pt>
                <c:pt idx="553">
                  <c:v>45390</c:v>
                </c:pt>
                <c:pt idx="554">
                  <c:v>45387</c:v>
                </c:pt>
                <c:pt idx="555">
                  <c:v>45385</c:v>
                </c:pt>
                <c:pt idx="556">
                  <c:v>45384</c:v>
                </c:pt>
                <c:pt idx="557">
                  <c:v>45379</c:v>
                </c:pt>
                <c:pt idx="558">
                  <c:v>45378</c:v>
                </c:pt>
                <c:pt idx="559">
                  <c:v>45377</c:v>
                </c:pt>
                <c:pt idx="560">
                  <c:v>45376</c:v>
                </c:pt>
                <c:pt idx="561">
                  <c:v>45373</c:v>
                </c:pt>
                <c:pt idx="562">
                  <c:v>45372</c:v>
                </c:pt>
                <c:pt idx="563">
                  <c:v>45371</c:v>
                </c:pt>
                <c:pt idx="564">
                  <c:v>45370</c:v>
                </c:pt>
                <c:pt idx="565">
                  <c:v>45369</c:v>
                </c:pt>
                <c:pt idx="566">
                  <c:v>45366</c:v>
                </c:pt>
                <c:pt idx="567">
                  <c:v>45365</c:v>
                </c:pt>
                <c:pt idx="568">
                  <c:v>45364</c:v>
                </c:pt>
                <c:pt idx="569">
                  <c:v>45363</c:v>
                </c:pt>
                <c:pt idx="570">
                  <c:v>45362</c:v>
                </c:pt>
                <c:pt idx="571">
                  <c:v>45359</c:v>
                </c:pt>
                <c:pt idx="572">
                  <c:v>45358</c:v>
                </c:pt>
                <c:pt idx="573">
                  <c:v>45357</c:v>
                </c:pt>
                <c:pt idx="574">
                  <c:v>45356</c:v>
                </c:pt>
                <c:pt idx="575">
                  <c:v>45355</c:v>
                </c:pt>
                <c:pt idx="576">
                  <c:v>45352</c:v>
                </c:pt>
                <c:pt idx="577">
                  <c:v>45351</c:v>
                </c:pt>
                <c:pt idx="578">
                  <c:v>45350</c:v>
                </c:pt>
                <c:pt idx="579">
                  <c:v>45349</c:v>
                </c:pt>
                <c:pt idx="580">
                  <c:v>45348</c:v>
                </c:pt>
                <c:pt idx="581">
                  <c:v>45345</c:v>
                </c:pt>
                <c:pt idx="582">
                  <c:v>45344</c:v>
                </c:pt>
                <c:pt idx="583">
                  <c:v>45343</c:v>
                </c:pt>
                <c:pt idx="584">
                  <c:v>45342</c:v>
                </c:pt>
                <c:pt idx="585">
                  <c:v>45341</c:v>
                </c:pt>
                <c:pt idx="586">
                  <c:v>45338</c:v>
                </c:pt>
                <c:pt idx="587">
                  <c:v>45337</c:v>
                </c:pt>
                <c:pt idx="588">
                  <c:v>45336</c:v>
                </c:pt>
                <c:pt idx="589">
                  <c:v>45331</c:v>
                </c:pt>
                <c:pt idx="590">
                  <c:v>45330</c:v>
                </c:pt>
                <c:pt idx="591">
                  <c:v>45329</c:v>
                </c:pt>
                <c:pt idx="592">
                  <c:v>45328</c:v>
                </c:pt>
                <c:pt idx="593">
                  <c:v>45327</c:v>
                </c:pt>
                <c:pt idx="594">
                  <c:v>45324</c:v>
                </c:pt>
                <c:pt idx="595">
                  <c:v>45323</c:v>
                </c:pt>
                <c:pt idx="596">
                  <c:v>45322</c:v>
                </c:pt>
                <c:pt idx="597">
                  <c:v>45321</c:v>
                </c:pt>
                <c:pt idx="598">
                  <c:v>45320</c:v>
                </c:pt>
                <c:pt idx="599">
                  <c:v>45317</c:v>
                </c:pt>
                <c:pt idx="600">
                  <c:v>45316</c:v>
                </c:pt>
                <c:pt idx="601">
                  <c:v>45315</c:v>
                </c:pt>
                <c:pt idx="602">
                  <c:v>45314</c:v>
                </c:pt>
                <c:pt idx="603">
                  <c:v>45313</c:v>
                </c:pt>
                <c:pt idx="604">
                  <c:v>45310</c:v>
                </c:pt>
                <c:pt idx="605">
                  <c:v>45309</c:v>
                </c:pt>
                <c:pt idx="606">
                  <c:v>45308</c:v>
                </c:pt>
                <c:pt idx="607">
                  <c:v>45307</c:v>
                </c:pt>
                <c:pt idx="608">
                  <c:v>45306</c:v>
                </c:pt>
                <c:pt idx="609">
                  <c:v>45303</c:v>
                </c:pt>
                <c:pt idx="610">
                  <c:v>45302</c:v>
                </c:pt>
                <c:pt idx="611">
                  <c:v>45301</c:v>
                </c:pt>
                <c:pt idx="612">
                  <c:v>45300</c:v>
                </c:pt>
                <c:pt idx="613">
                  <c:v>45299</c:v>
                </c:pt>
                <c:pt idx="614">
                  <c:v>45296</c:v>
                </c:pt>
                <c:pt idx="615">
                  <c:v>45295</c:v>
                </c:pt>
                <c:pt idx="616">
                  <c:v>45294</c:v>
                </c:pt>
                <c:pt idx="617">
                  <c:v>45293</c:v>
                </c:pt>
                <c:pt idx="618">
                  <c:v>45289</c:v>
                </c:pt>
                <c:pt idx="619">
                  <c:v>45288</c:v>
                </c:pt>
                <c:pt idx="620">
                  <c:v>45287</c:v>
                </c:pt>
                <c:pt idx="621">
                  <c:v>45282</c:v>
                </c:pt>
                <c:pt idx="622">
                  <c:v>45281</c:v>
                </c:pt>
                <c:pt idx="623">
                  <c:v>45280</c:v>
                </c:pt>
                <c:pt idx="624">
                  <c:v>45279</c:v>
                </c:pt>
                <c:pt idx="625">
                  <c:v>45278</c:v>
                </c:pt>
                <c:pt idx="626">
                  <c:v>45275</c:v>
                </c:pt>
                <c:pt idx="627">
                  <c:v>45274</c:v>
                </c:pt>
                <c:pt idx="628">
                  <c:v>45273</c:v>
                </c:pt>
                <c:pt idx="629">
                  <c:v>45272</c:v>
                </c:pt>
                <c:pt idx="630">
                  <c:v>45271</c:v>
                </c:pt>
                <c:pt idx="631">
                  <c:v>45268</c:v>
                </c:pt>
                <c:pt idx="632">
                  <c:v>45267</c:v>
                </c:pt>
                <c:pt idx="633">
                  <c:v>45266</c:v>
                </c:pt>
                <c:pt idx="634">
                  <c:v>45265</c:v>
                </c:pt>
                <c:pt idx="635">
                  <c:v>45264</c:v>
                </c:pt>
                <c:pt idx="636">
                  <c:v>45261</c:v>
                </c:pt>
                <c:pt idx="637">
                  <c:v>45260</c:v>
                </c:pt>
                <c:pt idx="638">
                  <c:v>45259</c:v>
                </c:pt>
                <c:pt idx="639">
                  <c:v>45258</c:v>
                </c:pt>
                <c:pt idx="640">
                  <c:v>45257</c:v>
                </c:pt>
                <c:pt idx="641">
                  <c:v>45254</c:v>
                </c:pt>
                <c:pt idx="642">
                  <c:v>45253</c:v>
                </c:pt>
                <c:pt idx="643">
                  <c:v>45252</c:v>
                </c:pt>
                <c:pt idx="644">
                  <c:v>45251</c:v>
                </c:pt>
                <c:pt idx="645">
                  <c:v>45250</c:v>
                </c:pt>
                <c:pt idx="646">
                  <c:v>45247</c:v>
                </c:pt>
                <c:pt idx="647">
                  <c:v>45246</c:v>
                </c:pt>
                <c:pt idx="648">
                  <c:v>45245</c:v>
                </c:pt>
                <c:pt idx="649">
                  <c:v>45244</c:v>
                </c:pt>
                <c:pt idx="650">
                  <c:v>45243</c:v>
                </c:pt>
                <c:pt idx="651">
                  <c:v>45240</c:v>
                </c:pt>
                <c:pt idx="652">
                  <c:v>45239</c:v>
                </c:pt>
                <c:pt idx="653">
                  <c:v>45238</c:v>
                </c:pt>
                <c:pt idx="654">
                  <c:v>45237</c:v>
                </c:pt>
                <c:pt idx="655">
                  <c:v>45236</c:v>
                </c:pt>
                <c:pt idx="656">
                  <c:v>45233</c:v>
                </c:pt>
                <c:pt idx="657">
                  <c:v>45232</c:v>
                </c:pt>
                <c:pt idx="658">
                  <c:v>45231</c:v>
                </c:pt>
                <c:pt idx="659">
                  <c:v>45230</c:v>
                </c:pt>
                <c:pt idx="660">
                  <c:v>45229</c:v>
                </c:pt>
                <c:pt idx="661">
                  <c:v>45226</c:v>
                </c:pt>
                <c:pt idx="662">
                  <c:v>45225</c:v>
                </c:pt>
                <c:pt idx="663">
                  <c:v>45224</c:v>
                </c:pt>
                <c:pt idx="664">
                  <c:v>45223</c:v>
                </c:pt>
                <c:pt idx="665">
                  <c:v>45219</c:v>
                </c:pt>
                <c:pt idx="666">
                  <c:v>45218</c:v>
                </c:pt>
                <c:pt idx="667">
                  <c:v>45217</c:v>
                </c:pt>
                <c:pt idx="668">
                  <c:v>45216</c:v>
                </c:pt>
                <c:pt idx="669">
                  <c:v>45215</c:v>
                </c:pt>
                <c:pt idx="670">
                  <c:v>45212</c:v>
                </c:pt>
                <c:pt idx="671">
                  <c:v>45211</c:v>
                </c:pt>
                <c:pt idx="672">
                  <c:v>45210</c:v>
                </c:pt>
                <c:pt idx="673">
                  <c:v>45209</c:v>
                </c:pt>
                <c:pt idx="674">
                  <c:v>45208</c:v>
                </c:pt>
                <c:pt idx="675">
                  <c:v>45205</c:v>
                </c:pt>
                <c:pt idx="676">
                  <c:v>45204</c:v>
                </c:pt>
                <c:pt idx="677">
                  <c:v>45203</c:v>
                </c:pt>
                <c:pt idx="678">
                  <c:v>45202</c:v>
                </c:pt>
                <c:pt idx="679">
                  <c:v>45198</c:v>
                </c:pt>
                <c:pt idx="680">
                  <c:v>45197</c:v>
                </c:pt>
                <c:pt idx="681">
                  <c:v>45196</c:v>
                </c:pt>
                <c:pt idx="682">
                  <c:v>45195</c:v>
                </c:pt>
                <c:pt idx="683">
                  <c:v>45194</c:v>
                </c:pt>
                <c:pt idx="684">
                  <c:v>45191</c:v>
                </c:pt>
                <c:pt idx="685">
                  <c:v>45190</c:v>
                </c:pt>
                <c:pt idx="686">
                  <c:v>45189</c:v>
                </c:pt>
                <c:pt idx="687">
                  <c:v>45188</c:v>
                </c:pt>
                <c:pt idx="688">
                  <c:v>45187</c:v>
                </c:pt>
                <c:pt idx="689">
                  <c:v>45184</c:v>
                </c:pt>
                <c:pt idx="690">
                  <c:v>45183</c:v>
                </c:pt>
                <c:pt idx="691">
                  <c:v>45182</c:v>
                </c:pt>
                <c:pt idx="692">
                  <c:v>45181</c:v>
                </c:pt>
                <c:pt idx="693">
                  <c:v>45180</c:v>
                </c:pt>
                <c:pt idx="694">
                  <c:v>45176</c:v>
                </c:pt>
                <c:pt idx="695">
                  <c:v>45175</c:v>
                </c:pt>
                <c:pt idx="696">
                  <c:v>45174</c:v>
                </c:pt>
                <c:pt idx="697">
                  <c:v>45173</c:v>
                </c:pt>
                <c:pt idx="698">
                  <c:v>45169</c:v>
                </c:pt>
                <c:pt idx="699">
                  <c:v>45168</c:v>
                </c:pt>
                <c:pt idx="700">
                  <c:v>45167</c:v>
                </c:pt>
                <c:pt idx="701">
                  <c:v>45166</c:v>
                </c:pt>
                <c:pt idx="702">
                  <c:v>45163</c:v>
                </c:pt>
                <c:pt idx="703">
                  <c:v>45162</c:v>
                </c:pt>
                <c:pt idx="704">
                  <c:v>45161</c:v>
                </c:pt>
                <c:pt idx="705">
                  <c:v>45160</c:v>
                </c:pt>
                <c:pt idx="706">
                  <c:v>45159</c:v>
                </c:pt>
                <c:pt idx="707">
                  <c:v>45156</c:v>
                </c:pt>
                <c:pt idx="708">
                  <c:v>45155</c:v>
                </c:pt>
                <c:pt idx="709">
                  <c:v>45154</c:v>
                </c:pt>
                <c:pt idx="710">
                  <c:v>45153</c:v>
                </c:pt>
                <c:pt idx="711">
                  <c:v>45152</c:v>
                </c:pt>
                <c:pt idx="712">
                  <c:v>45149</c:v>
                </c:pt>
                <c:pt idx="713">
                  <c:v>45148</c:v>
                </c:pt>
                <c:pt idx="714">
                  <c:v>45147</c:v>
                </c:pt>
                <c:pt idx="715">
                  <c:v>45146</c:v>
                </c:pt>
                <c:pt idx="716">
                  <c:v>45145</c:v>
                </c:pt>
                <c:pt idx="717">
                  <c:v>45142</c:v>
                </c:pt>
                <c:pt idx="718">
                  <c:v>45141</c:v>
                </c:pt>
                <c:pt idx="719">
                  <c:v>45140</c:v>
                </c:pt>
                <c:pt idx="720">
                  <c:v>45139</c:v>
                </c:pt>
                <c:pt idx="721">
                  <c:v>45138</c:v>
                </c:pt>
                <c:pt idx="722">
                  <c:v>45135</c:v>
                </c:pt>
                <c:pt idx="723">
                  <c:v>45134</c:v>
                </c:pt>
                <c:pt idx="724">
                  <c:v>45133</c:v>
                </c:pt>
                <c:pt idx="725">
                  <c:v>45132</c:v>
                </c:pt>
                <c:pt idx="726">
                  <c:v>45131</c:v>
                </c:pt>
                <c:pt idx="727">
                  <c:v>45128</c:v>
                </c:pt>
                <c:pt idx="728">
                  <c:v>45127</c:v>
                </c:pt>
                <c:pt idx="729">
                  <c:v>45126</c:v>
                </c:pt>
                <c:pt idx="730">
                  <c:v>45125</c:v>
                </c:pt>
                <c:pt idx="731">
                  <c:v>45121</c:v>
                </c:pt>
                <c:pt idx="732">
                  <c:v>45120</c:v>
                </c:pt>
                <c:pt idx="733">
                  <c:v>45119</c:v>
                </c:pt>
                <c:pt idx="734">
                  <c:v>45118</c:v>
                </c:pt>
                <c:pt idx="735">
                  <c:v>45117</c:v>
                </c:pt>
                <c:pt idx="736">
                  <c:v>45114</c:v>
                </c:pt>
                <c:pt idx="737">
                  <c:v>45113</c:v>
                </c:pt>
                <c:pt idx="738">
                  <c:v>45112</c:v>
                </c:pt>
                <c:pt idx="739">
                  <c:v>45111</c:v>
                </c:pt>
                <c:pt idx="740">
                  <c:v>45110</c:v>
                </c:pt>
                <c:pt idx="741">
                  <c:v>45107</c:v>
                </c:pt>
                <c:pt idx="742">
                  <c:v>45106</c:v>
                </c:pt>
                <c:pt idx="743">
                  <c:v>45105</c:v>
                </c:pt>
                <c:pt idx="744">
                  <c:v>45104</c:v>
                </c:pt>
                <c:pt idx="745">
                  <c:v>45103</c:v>
                </c:pt>
                <c:pt idx="746">
                  <c:v>45100</c:v>
                </c:pt>
                <c:pt idx="747">
                  <c:v>45098</c:v>
                </c:pt>
                <c:pt idx="748">
                  <c:v>45097</c:v>
                </c:pt>
                <c:pt idx="749">
                  <c:v>45096</c:v>
                </c:pt>
                <c:pt idx="750">
                  <c:v>45093</c:v>
                </c:pt>
                <c:pt idx="751">
                  <c:v>45092</c:v>
                </c:pt>
                <c:pt idx="752">
                  <c:v>45091</c:v>
                </c:pt>
                <c:pt idx="753">
                  <c:v>45090</c:v>
                </c:pt>
                <c:pt idx="754">
                  <c:v>45089</c:v>
                </c:pt>
                <c:pt idx="755">
                  <c:v>45086</c:v>
                </c:pt>
                <c:pt idx="756">
                  <c:v>45085</c:v>
                </c:pt>
                <c:pt idx="757">
                  <c:v>45084</c:v>
                </c:pt>
                <c:pt idx="758">
                  <c:v>45083</c:v>
                </c:pt>
                <c:pt idx="759">
                  <c:v>45082</c:v>
                </c:pt>
                <c:pt idx="760">
                  <c:v>45079</c:v>
                </c:pt>
                <c:pt idx="761">
                  <c:v>45078</c:v>
                </c:pt>
                <c:pt idx="762">
                  <c:v>45077</c:v>
                </c:pt>
                <c:pt idx="763">
                  <c:v>45076</c:v>
                </c:pt>
                <c:pt idx="764">
                  <c:v>45075</c:v>
                </c:pt>
                <c:pt idx="765">
                  <c:v>45071</c:v>
                </c:pt>
                <c:pt idx="766">
                  <c:v>45070</c:v>
                </c:pt>
                <c:pt idx="767">
                  <c:v>45069</c:v>
                </c:pt>
                <c:pt idx="768">
                  <c:v>45068</c:v>
                </c:pt>
                <c:pt idx="769">
                  <c:v>45065</c:v>
                </c:pt>
                <c:pt idx="770">
                  <c:v>45064</c:v>
                </c:pt>
                <c:pt idx="771">
                  <c:v>45063</c:v>
                </c:pt>
                <c:pt idx="772">
                  <c:v>45062</c:v>
                </c:pt>
                <c:pt idx="773">
                  <c:v>45061</c:v>
                </c:pt>
                <c:pt idx="774">
                  <c:v>45058</c:v>
                </c:pt>
                <c:pt idx="775">
                  <c:v>45057</c:v>
                </c:pt>
                <c:pt idx="776">
                  <c:v>45056</c:v>
                </c:pt>
                <c:pt idx="777">
                  <c:v>45055</c:v>
                </c:pt>
                <c:pt idx="778">
                  <c:v>45054</c:v>
                </c:pt>
                <c:pt idx="779">
                  <c:v>45051</c:v>
                </c:pt>
                <c:pt idx="780">
                  <c:v>45050</c:v>
                </c:pt>
                <c:pt idx="781">
                  <c:v>45049</c:v>
                </c:pt>
                <c:pt idx="782">
                  <c:v>45048</c:v>
                </c:pt>
                <c:pt idx="783">
                  <c:v>45044</c:v>
                </c:pt>
                <c:pt idx="784">
                  <c:v>45043</c:v>
                </c:pt>
                <c:pt idx="785">
                  <c:v>45042</c:v>
                </c:pt>
                <c:pt idx="786">
                  <c:v>45041</c:v>
                </c:pt>
                <c:pt idx="787">
                  <c:v>45040</c:v>
                </c:pt>
                <c:pt idx="788">
                  <c:v>45037</c:v>
                </c:pt>
                <c:pt idx="789">
                  <c:v>45036</c:v>
                </c:pt>
                <c:pt idx="790">
                  <c:v>45035</c:v>
                </c:pt>
                <c:pt idx="791">
                  <c:v>45034</c:v>
                </c:pt>
                <c:pt idx="792">
                  <c:v>45033</c:v>
                </c:pt>
                <c:pt idx="793">
                  <c:v>45030</c:v>
                </c:pt>
                <c:pt idx="794">
                  <c:v>45029</c:v>
                </c:pt>
                <c:pt idx="795">
                  <c:v>45028</c:v>
                </c:pt>
                <c:pt idx="796">
                  <c:v>45027</c:v>
                </c:pt>
                <c:pt idx="797">
                  <c:v>45022</c:v>
                </c:pt>
                <c:pt idx="798">
                  <c:v>45020</c:v>
                </c:pt>
                <c:pt idx="799">
                  <c:v>45019</c:v>
                </c:pt>
                <c:pt idx="800">
                  <c:v>45016</c:v>
                </c:pt>
                <c:pt idx="801">
                  <c:v>45015</c:v>
                </c:pt>
                <c:pt idx="802">
                  <c:v>45014</c:v>
                </c:pt>
                <c:pt idx="803">
                  <c:v>45013</c:v>
                </c:pt>
                <c:pt idx="804">
                  <c:v>45012</c:v>
                </c:pt>
                <c:pt idx="805">
                  <c:v>45009</c:v>
                </c:pt>
                <c:pt idx="806">
                  <c:v>45008</c:v>
                </c:pt>
                <c:pt idx="807">
                  <c:v>45007</c:v>
                </c:pt>
                <c:pt idx="808">
                  <c:v>45006</c:v>
                </c:pt>
                <c:pt idx="809">
                  <c:v>45005</c:v>
                </c:pt>
                <c:pt idx="810">
                  <c:v>45002</c:v>
                </c:pt>
                <c:pt idx="811">
                  <c:v>45001</c:v>
                </c:pt>
                <c:pt idx="812">
                  <c:v>45000</c:v>
                </c:pt>
                <c:pt idx="813">
                  <c:v>44999</c:v>
                </c:pt>
                <c:pt idx="814">
                  <c:v>44998</c:v>
                </c:pt>
                <c:pt idx="815">
                  <c:v>44995</c:v>
                </c:pt>
                <c:pt idx="816">
                  <c:v>44994</c:v>
                </c:pt>
                <c:pt idx="817">
                  <c:v>44993</c:v>
                </c:pt>
                <c:pt idx="818">
                  <c:v>44992</c:v>
                </c:pt>
                <c:pt idx="819">
                  <c:v>44991</c:v>
                </c:pt>
                <c:pt idx="820">
                  <c:v>44988</c:v>
                </c:pt>
                <c:pt idx="821">
                  <c:v>44987</c:v>
                </c:pt>
                <c:pt idx="822">
                  <c:v>44986</c:v>
                </c:pt>
                <c:pt idx="823">
                  <c:v>44985</c:v>
                </c:pt>
                <c:pt idx="824">
                  <c:v>44984</c:v>
                </c:pt>
                <c:pt idx="825">
                  <c:v>44981</c:v>
                </c:pt>
                <c:pt idx="826">
                  <c:v>44980</c:v>
                </c:pt>
                <c:pt idx="827">
                  <c:v>44979</c:v>
                </c:pt>
                <c:pt idx="828">
                  <c:v>44978</c:v>
                </c:pt>
                <c:pt idx="829">
                  <c:v>44977</c:v>
                </c:pt>
                <c:pt idx="830">
                  <c:v>44974</c:v>
                </c:pt>
                <c:pt idx="831">
                  <c:v>44973</c:v>
                </c:pt>
                <c:pt idx="832">
                  <c:v>44972</c:v>
                </c:pt>
                <c:pt idx="833">
                  <c:v>44971</c:v>
                </c:pt>
                <c:pt idx="834">
                  <c:v>44970</c:v>
                </c:pt>
                <c:pt idx="835">
                  <c:v>44967</c:v>
                </c:pt>
                <c:pt idx="836">
                  <c:v>44966</c:v>
                </c:pt>
                <c:pt idx="837">
                  <c:v>44965</c:v>
                </c:pt>
                <c:pt idx="838">
                  <c:v>44964</c:v>
                </c:pt>
                <c:pt idx="839">
                  <c:v>44963</c:v>
                </c:pt>
                <c:pt idx="840">
                  <c:v>44960</c:v>
                </c:pt>
                <c:pt idx="841">
                  <c:v>44959</c:v>
                </c:pt>
                <c:pt idx="842">
                  <c:v>44958</c:v>
                </c:pt>
                <c:pt idx="843">
                  <c:v>44957</c:v>
                </c:pt>
                <c:pt idx="844">
                  <c:v>44956</c:v>
                </c:pt>
                <c:pt idx="845">
                  <c:v>44953</c:v>
                </c:pt>
                <c:pt idx="846">
                  <c:v>44952</c:v>
                </c:pt>
                <c:pt idx="847">
                  <c:v>44946</c:v>
                </c:pt>
                <c:pt idx="848">
                  <c:v>44945</c:v>
                </c:pt>
                <c:pt idx="849">
                  <c:v>44944</c:v>
                </c:pt>
                <c:pt idx="850">
                  <c:v>44943</c:v>
                </c:pt>
                <c:pt idx="851">
                  <c:v>44942</c:v>
                </c:pt>
                <c:pt idx="852">
                  <c:v>44939</c:v>
                </c:pt>
                <c:pt idx="853">
                  <c:v>44938</c:v>
                </c:pt>
                <c:pt idx="854">
                  <c:v>44937</c:v>
                </c:pt>
                <c:pt idx="855">
                  <c:v>44936</c:v>
                </c:pt>
                <c:pt idx="856">
                  <c:v>44935</c:v>
                </c:pt>
                <c:pt idx="857">
                  <c:v>44932</c:v>
                </c:pt>
                <c:pt idx="858">
                  <c:v>44931</c:v>
                </c:pt>
                <c:pt idx="859">
                  <c:v>44930</c:v>
                </c:pt>
                <c:pt idx="860">
                  <c:v>44929</c:v>
                </c:pt>
                <c:pt idx="861">
                  <c:v>44925</c:v>
                </c:pt>
                <c:pt idx="862">
                  <c:v>44924</c:v>
                </c:pt>
                <c:pt idx="863">
                  <c:v>44923</c:v>
                </c:pt>
                <c:pt idx="864">
                  <c:v>44918</c:v>
                </c:pt>
                <c:pt idx="865">
                  <c:v>44917</c:v>
                </c:pt>
                <c:pt idx="866">
                  <c:v>44916</c:v>
                </c:pt>
                <c:pt idx="867">
                  <c:v>44915</c:v>
                </c:pt>
                <c:pt idx="868">
                  <c:v>44914</c:v>
                </c:pt>
                <c:pt idx="869">
                  <c:v>44911</c:v>
                </c:pt>
                <c:pt idx="870">
                  <c:v>44910</c:v>
                </c:pt>
                <c:pt idx="871">
                  <c:v>44909</c:v>
                </c:pt>
                <c:pt idx="872">
                  <c:v>44908</c:v>
                </c:pt>
                <c:pt idx="873">
                  <c:v>44907</c:v>
                </c:pt>
                <c:pt idx="874">
                  <c:v>44904</c:v>
                </c:pt>
                <c:pt idx="875">
                  <c:v>44903</c:v>
                </c:pt>
                <c:pt idx="876">
                  <c:v>44902</c:v>
                </c:pt>
                <c:pt idx="877">
                  <c:v>44901</c:v>
                </c:pt>
                <c:pt idx="878">
                  <c:v>44900</c:v>
                </c:pt>
                <c:pt idx="879">
                  <c:v>44897</c:v>
                </c:pt>
                <c:pt idx="880">
                  <c:v>44896</c:v>
                </c:pt>
                <c:pt idx="881">
                  <c:v>44895</c:v>
                </c:pt>
                <c:pt idx="882">
                  <c:v>44894</c:v>
                </c:pt>
                <c:pt idx="883">
                  <c:v>44893</c:v>
                </c:pt>
                <c:pt idx="884">
                  <c:v>44890</c:v>
                </c:pt>
                <c:pt idx="885">
                  <c:v>44889</c:v>
                </c:pt>
                <c:pt idx="886">
                  <c:v>44888</c:v>
                </c:pt>
                <c:pt idx="887">
                  <c:v>44887</c:v>
                </c:pt>
                <c:pt idx="888">
                  <c:v>44886</c:v>
                </c:pt>
                <c:pt idx="889">
                  <c:v>44883</c:v>
                </c:pt>
                <c:pt idx="890">
                  <c:v>44882</c:v>
                </c:pt>
                <c:pt idx="891">
                  <c:v>44881</c:v>
                </c:pt>
                <c:pt idx="892">
                  <c:v>44880</c:v>
                </c:pt>
                <c:pt idx="893">
                  <c:v>44879</c:v>
                </c:pt>
                <c:pt idx="894">
                  <c:v>44876</c:v>
                </c:pt>
                <c:pt idx="895">
                  <c:v>44875</c:v>
                </c:pt>
                <c:pt idx="896">
                  <c:v>44874</c:v>
                </c:pt>
                <c:pt idx="897">
                  <c:v>44873</c:v>
                </c:pt>
                <c:pt idx="898">
                  <c:v>44872</c:v>
                </c:pt>
                <c:pt idx="899">
                  <c:v>44869</c:v>
                </c:pt>
                <c:pt idx="900">
                  <c:v>44868</c:v>
                </c:pt>
                <c:pt idx="901">
                  <c:v>44867</c:v>
                </c:pt>
                <c:pt idx="902">
                  <c:v>44866</c:v>
                </c:pt>
                <c:pt idx="903">
                  <c:v>44865</c:v>
                </c:pt>
                <c:pt idx="904">
                  <c:v>44862</c:v>
                </c:pt>
                <c:pt idx="905">
                  <c:v>44861</c:v>
                </c:pt>
                <c:pt idx="906">
                  <c:v>44860</c:v>
                </c:pt>
                <c:pt idx="907">
                  <c:v>44859</c:v>
                </c:pt>
                <c:pt idx="908">
                  <c:v>44858</c:v>
                </c:pt>
                <c:pt idx="909">
                  <c:v>44855</c:v>
                </c:pt>
                <c:pt idx="910">
                  <c:v>44854</c:v>
                </c:pt>
                <c:pt idx="911">
                  <c:v>44853</c:v>
                </c:pt>
              </c:numCache>
            </c:numRef>
          </c:cat>
          <c:val>
            <c:numRef>
              <c:f>'图3恒科VS美股软件 (2)'!$J$12:$J$923</c:f>
              <c:numCache>
                <c:formatCode>0.0000</c:formatCode>
                <c:ptCount val="912"/>
                <c:pt idx="0">
                  <c:v>979.3</c:v>
                </c:pt>
                <c:pt idx="1">
                  <c:v>991.64</c:v>
                </c:pt>
                <c:pt idx="2">
                  <c:v>948.8</c:v>
                </c:pt>
                <c:pt idx="3">
                  <c:v>938.38</c:v>
                </c:pt>
                <c:pt idx="4">
                  <c:v>984.75</c:v>
                </c:pt>
                <c:pt idx="5">
                  <c:v>975.41</c:v>
                </c:pt>
                <c:pt idx="6">
                  <c:v>975.41</c:v>
                </c:pt>
                <c:pt idx="7">
                  <c:v>1154.1125188609619</c:v>
                </c:pt>
                <c:pt idx="8">
                  <c:v>1145.1039042191151</c:v>
                </c:pt>
                <c:pt idx="9">
                  <c:v>1132.1558953831645</c:v>
                </c:pt>
                <c:pt idx="10">
                  <c:v>1213.3734056336873</c:v>
                </c:pt>
                <c:pt idx="11">
                  <c:v>1048.3487833654517</c:v>
                </c:pt>
                <c:pt idx="12">
                  <c:v>1051.6082821148877</c:v>
                </c:pt>
                <c:pt idx="13">
                  <c:v>1211.1937408257822</c:v>
                </c:pt>
                <c:pt idx="14">
                  <c:v>1133.8156401451474</c:v>
                </c:pt>
                <c:pt idx="15">
                  <c:v>1043.0296013571692</c:v>
                </c:pt>
                <c:pt idx="16">
                  <c:v>1020.6030501455574</c:v>
                </c:pt>
                <c:pt idx="17">
                  <c:v>1087.8227130058633</c:v>
                </c:pt>
                <c:pt idx="18">
                  <c:v>981.45906976505796</c:v>
                </c:pt>
                <c:pt idx="19">
                  <c:v>995.71687717823602</c:v>
                </c:pt>
                <c:pt idx="20">
                  <c:v>891.74286645618929</c:v>
                </c:pt>
                <c:pt idx="21">
                  <c:v>935.74609957357825</c:v>
                </c:pt>
                <c:pt idx="22">
                  <c:v>949.13404075607855</c:v>
                </c:pt>
                <c:pt idx="23">
                  <c:v>863.87715168723605</c:v>
                </c:pt>
                <c:pt idx="24">
                  <c:v>995.84685718971662</c:v>
                </c:pt>
                <c:pt idx="25">
                  <c:v>1079.4040076468898</c:v>
                </c:pt>
                <c:pt idx="26">
                  <c:v>1063.9363862807002</c:v>
                </c:pt>
                <c:pt idx="27">
                  <c:v>1035.3407837549714</c:v>
                </c:pt>
                <c:pt idx="28">
                  <c:v>970.85070113575784</c:v>
                </c:pt>
                <c:pt idx="29">
                  <c:v>923.3780015580794</c:v>
                </c:pt>
                <c:pt idx="30">
                  <c:v>928.2672496822338</c:v>
                </c:pt>
                <c:pt idx="31">
                  <c:v>895.7422514248226</c:v>
                </c:pt>
                <c:pt idx="32">
                  <c:v>750.88452786092091</c:v>
                </c:pt>
                <c:pt idx="33">
                  <c:v>761.98282114887854</c:v>
                </c:pt>
                <c:pt idx="34">
                  <c:v>731.87745079749061</c:v>
                </c:pt>
                <c:pt idx="35">
                  <c:v>698.63256324572558</c:v>
                </c:pt>
                <c:pt idx="36">
                  <c:v>681.43520788060187</c:v>
                </c:pt>
                <c:pt idx="37">
                  <c:v>724.54857784246997</c:v>
                </c:pt>
                <c:pt idx="38">
                  <c:v>775.89068237730123</c:v>
                </c:pt>
                <c:pt idx="39">
                  <c:v>803.50643558571483</c:v>
                </c:pt>
                <c:pt idx="40">
                  <c:v>766.46213231374804</c:v>
                </c:pt>
                <c:pt idx="41">
                  <c:v>795.20771177580059</c:v>
                </c:pt>
                <c:pt idx="42">
                  <c:v>746.69517210627737</c:v>
                </c:pt>
                <c:pt idx="43">
                  <c:v>646.53057556685394</c:v>
                </c:pt>
                <c:pt idx="44">
                  <c:v>666.48750656033462</c:v>
                </c:pt>
                <c:pt idx="45">
                  <c:v>640.1015642297757</c:v>
                </c:pt>
                <c:pt idx="46">
                  <c:v>576.36136629218095</c:v>
                </c:pt>
                <c:pt idx="47">
                  <c:v>517.08048259461225</c:v>
                </c:pt>
                <c:pt idx="48">
                  <c:v>518.38028270941822</c:v>
                </c:pt>
                <c:pt idx="49">
                  <c:v>504.21246145803434</c:v>
                </c:pt>
                <c:pt idx="50">
                  <c:v>524.47934478658408</c:v>
                </c:pt>
                <c:pt idx="51">
                  <c:v>496.64362540489566</c:v>
                </c:pt>
                <c:pt idx="52">
                  <c:v>481.64593177252044</c:v>
                </c:pt>
                <c:pt idx="53">
                  <c:v>487.40504612735248</c:v>
                </c:pt>
                <c:pt idx="54">
                  <c:v>449.31090430111936</c:v>
                </c:pt>
                <c:pt idx="55">
                  <c:v>448.35105190864732</c:v>
                </c:pt>
                <c:pt idx="56">
                  <c:v>455.00002941900033</c:v>
                </c:pt>
                <c:pt idx="57">
                  <c:v>457.1596973020624</c:v>
                </c:pt>
                <c:pt idx="58">
                  <c:v>456.15985105990404</c:v>
                </c:pt>
                <c:pt idx="59">
                  <c:v>465.58840112345729</c:v>
                </c:pt>
                <c:pt idx="60">
                  <c:v>426.49441305506582</c:v>
                </c:pt>
                <c:pt idx="61">
                  <c:v>420.52533098938045</c:v>
                </c:pt>
                <c:pt idx="62">
                  <c:v>421.44518953216613</c:v>
                </c:pt>
                <c:pt idx="63">
                  <c:v>406.66746207306574</c:v>
                </c:pt>
                <c:pt idx="64">
                  <c:v>366.18368772807412</c:v>
                </c:pt>
                <c:pt idx="65">
                  <c:v>367.79344017794909</c:v>
                </c:pt>
                <c:pt idx="66">
                  <c:v>337.78805445077694</c:v>
                </c:pt>
                <c:pt idx="67">
                  <c:v>321.75052072655706</c:v>
                </c:pt>
                <c:pt idx="68">
                  <c:v>357.01509768663283</c:v>
                </c:pt>
                <c:pt idx="69">
                  <c:v>355.25610722717232</c:v>
                </c:pt>
                <c:pt idx="70">
                  <c:v>381.87083219048634</c:v>
                </c:pt>
                <c:pt idx="71">
                  <c:v>395.30312297182093</c:v>
                </c:pt>
                <c:pt idx="72">
                  <c:v>404.11806379707178</c:v>
                </c:pt>
                <c:pt idx="73">
                  <c:v>422.65742346922627</c:v>
                </c:pt>
                <c:pt idx="74">
                  <c:v>444.01516558210727</c:v>
                </c:pt>
                <c:pt idx="75">
                  <c:v>461.46515048107324</c:v>
                </c:pt>
                <c:pt idx="76">
                  <c:v>461.42517342517641</c:v>
                </c:pt>
                <c:pt idx="77">
                  <c:v>441.54658238047807</c:v>
                </c:pt>
                <c:pt idx="78">
                  <c:v>425.88557073289525</c:v>
                </c:pt>
                <c:pt idx="79">
                  <c:v>405.11749019449252</c:v>
                </c:pt>
                <c:pt idx="80">
                  <c:v>418.44983833608501</c:v>
                </c:pt>
                <c:pt idx="81">
                  <c:v>402.87877506427009</c:v>
                </c:pt>
                <c:pt idx="82">
                  <c:v>389.09668504383819</c:v>
                </c:pt>
                <c:pt idx="83">
                  <c:v>370.08759496489597</c:v>
                </c:pt>
                <c:pt idx="84">
                  <c:v>396.82225109590047</c:v>
                </c:pt>
                <c:pt idx="85">
                  <c:v>400.54011729430556</c:v>
                </c:pt>
                <c:pt idx="86">
                  <c:v>379.46221457270241</c:v>
                </c:pt>
                <c:pt idx="87">
                  <c:v>412.43329142361227</c:v>
                </c:pt>
                <c:pt idx="88">
                  <c:v>412.13346350438604</c:v>
                </c:pt>
                <c:pt idx="89">
                  <c:v>415.32163371215813</c:v>
                </c:pt>
                <c:pt idx="90">
                  <c:v>428.75392449349278</c:v>
                </c:pt>
                <c:pt idx="91">
                  <c:v>417.77022838583895</c:v>
                </c:pt>
                <c:pt idx="92">
                  <c:v>420.72853052220432</c:v>
                </c:pt>
                <c:pt idx="93">
                  <c:v>427.92440058363354</c:v>
                </c:pt>
                <c:pt idx="94">
                  <c:v>411.42387076221735</c:v>
                </c:pt>
                <c:pt idx="95">
                  <c:v>411.42387076221735</c:v>
                </c:pt>
                <c:pt idx="96">
                  <c:v>413.73254574025924</c:v>
                </c:pt>
                <c:pt idx="97">
                  <c:v>410.10462791762194</c:v>
                </c:pt>
                <c:pt idx="98">
                  <c:v>373.0359028372871</c:v>
                </c:pt>
                <c:pt idx="99">
                  <c:v>383.28002341084959</c:v>
                </c:pt>
                <c:pt idx="100">
                  <c:v>394.46360479798756</c:v>
                </c:pt>
                <c:pt idx="101">
                  <c:v>382.67037330842294</c:v>
                </c:pt>
                <c:pt idx="102">
                  <c:v>379.18237518142456</c:v>
                </c:pt>
                <c:pt idx="103">
                  <c:v>419.19940813415059</c:v>
                </c:pt>
                <c:pt idx="104">
                  <c:v>437.54887679079519</c:v>
                </c:pt>
                <c:pt idx="105">
                  <c:v>414.64202376191207</c:v>
                </c:pt>
                <c:pt idx="106">
                  <c:v>435.54002973197953</c:v>
                </c:pt>
                <c:pt idx="107">
                  <c:v>435.03032226929491</c:v>
                </c:pt>
                <c:pt idx="108">
                  <c:v>410.0046852778799</c:v>
                </c:pt>
                <c:pt idx="109">
                  <c:v>388.86681697243142</c:v>
                </c:pt>
                <c:pt idx="110">
                  <c:v>399.42075972919434</c:v>
                </c:pt>
                <c:pt idx="111">
                  <c:v>397.35194708653341</c:v>
                </c:pt>
                <c:pt idx="112">
                  <c:v>388.88680550037986</c:v>
                </c:pt>
                <c:pt idx="113">
                  <c:v>364.79063505856607</c:v>
                </c:pt>
                <c:pt idx="114">
                  <c:v>362.54192566436944</c:v>
                </c:pt>
                <c:pt idx="115">
                  <c:v>362.54192566436944</c:v>
                </c:pt>
                <c:pt idx="116">
                  <c:v>336.43690816373999</c:v>
                </c:pt>
                <c:pt idx="117">
                  <c:v>333.15878958020005</c:v>
                </c:pt>
                <c:pt idx="118">
                  <c:v>337.93604775987109</c:v>
                </c:pt>
                <c:pt idx="119">
                  <c:v>345.67160807590756</c:v>
                </c:pt>
                <c:pt idx="120">
                  <c:v>344.89205548591934</c:v>
                </c:pt>
                <c:pt idx="121">
                  <c:v>326.83242048452678</c:v>
                </c:pt>
                <c:pt idx="122">
                  <c:v>339.35523324420853</c:v>
                </c:pt>
                <c:pt idx="123">
                  <c:v>343.23300766620099</c:v>
                </c:pt>
                <c:pt idx="124">
                  <c:v>311.97094995488055</c:v>
                </c:pt>
                <c:pt idx="125">
                  <c:v>315.23907427444635</c:v>
                </c:pt>
                <c:pt idx="126">
                  <c:v>285.2462880878503</c:v>
                </c:pt>
                <c:pt idx="127">
                  <c:v>292.46214667722791</c:v>
                </c:pt>
                <c:pt idx="128">
                  <c:v>294.20114860874003</c:v>
                </c:pt>
                <c:pt idx="129">
                  <c:v>286.39986281979941</c:v>
                </c:pt>
                <c:pt idx="130">
                  <c:v>276.00003523519592</c:v>
                </c:pt>
                <c:pt idx="131">
                  <c:v>276.31972253846908</c:v>
                </c:pt>
                <c:pt idx="132">
                  <c:v>265.66014901995624</c:v>
                </c:pt>
                <c:pt idx="133">
                  <c:v>248.30712258916265</c:v>
                </c:pt>
                <c:pt idx="134">
                  <c:v>225.29962698172585</c:v>
                </c:pt>
                <c:pt idx="135">
                  <c:v>232.28279651259786</c:v>
                </c:pt>
                <c:pt idx="136">
                  <c:v>237.26792039801296</c:v>
                </c:pt>
                <c:pt idx="137">
                  <c:v>240.90436347274459</c:v>
                </c:pt>
                <c:pt idx="138">
                  <c:v>258.20743876240181</c:v>
                </c:pt>
                <c:pt idx="139">
                  <c:v>263.4523085817263</c:v>
                </c:pt>
                <c:pt idx="140">
                  <c:v>252.17334091312182</c:v>
                </c:pt>
                <c:pt idx="141">
                  <c:v>246.67871538811519</c:v>
                </c:pt>
                <c:pt idx="142">
                  <c:v>236.98819400764899</c:v>
                </c:pt>
                <c:pt idx="143">
                  <c:v>226.42852277140901</c:v>
                </c:pt>
                <c:pt idx="144">
                  <c:v>233.93118417009984</c:v>
                </c:pt>
                <c:pt idx="145">
                  <c:v>239.25597581524264</c:v>
                </c:pt>
                <c:pt idx="146">
                  <c:v>240.22502795328927</c:v>
                </c:pt>
                <c:pt idx="147">
                  <c:v>236.24891711882992</c:v>
                </c:pt>
                <c:pt idx="148">
                  <c:v>230.0349951614588</c:v>
                </c:pt>
                <c:pt idx="149">
                  <c:v>230.0349951614588</c:v>
                </c:pt>
                <c:pt idx="150">
                  <c:v>224.31059438722463</c:v>
                </c:pt>
                <c:pt idx="151">
                  <c:v>223.71118069358755</c:v>
                </c:pt>
                <c:pt idx="152">
                  <c:v>207.16736274920399</c:v>
                </c:pt>
                <c:pt idx="153">
                  <c:v>201.17322581283315</c:v>
                </c:pt>
                <c:pt idx="154">
                  <c:v>225.6992361108172</c:v>
                </c:pt>
                <c:pt idx="155">
                  <c:v>228.27671499345669</c:v>
                </c:pt>
                <c:pt idx="156">
                  <c:v>241.71357195915468</c:v>
                </c:pt>
                <c:pt idx="157">
                  <c:v>246.58880333406967</c:v>
                </c:pt>
                <c:pt idx="158">
                  <c:v>236.71845784551229</c:v>
                </c:pt>
                <c:pt idx="159">
                  <c:v>244.66068928620368</c:v>
                </c:pt>
                <c:pt idx="160">
                  <c:v>240.87439278806278</c:v>
                </c:pt>
                <c:pt idx="161">
                  <c:v>253.0524809971229</c:v>
                </c:pt>
                <c:pt idx="162">
                  <c:v>237.68750998355893</c:v>
                </c:pt>
                <c:pt idx="163">
                  <c:v>238.09710934087761</c:v>
                </c:pt>
                <c:pt idx="164">
                  <c:v>237.26792039801296</c:v>
                </c:pt>
                <c:pt idx="165">
                  <c:v>217.81694603948955</c:v>
                </c:pt>
                <c:pt idx="166">
                  <c:v>234.47065649437323</c:v>
                </c:pt>
                <c:pt idx="167">
                  <c:v>223.551337041951</c:v>
                </c:pt>
                <c:pt idx="168">
                  <c:v>223.79110251940583</c:v>
                </c:pt>
                <c:pt idx="169">
                  <c:v>221.69315459167603</c:v>
                </c:pt>
                <c:pt idx="170">
                  <c:v>219.88492328253747</c:v>
                </c:pt>
                <c:pt idx="171">
                  <c:v>218.80597863399075</c:v>
                </c:pt>
                <c:pt idx="172">
                  <c:v>206.5080076862032</c:v>
                </c:pt>
                <c:pt idx="173">
                  <c:v>198.27605962692056</c:v>
                </c:pt>
                <c:pt idx="174">
                  <c:v>202.09232680974333</c:v>
                </c:pt>
                <c:pt idx="175">
                  <c:v>206.56794905556691</c:v>
                </c:pt>
                <c:pt idx="176">
                  <c:v>202.18223886378891</c:v>
                </c:pt>
                <c:pt idx="177">
                  <c:v>202.33209228719818</c:v>
                </c:pt>
                <c:pt idx="178">
                  <c:v>191.75244059450361</c:v>
                </c:pt>
                <c:pt idx="179">
                  <c:v>186.87720921958865</c:v>
                </c:pt>
                <c:pt idx="180">
                  <c:v>192.58162953736826</c:v>
                </c:pt>
                <c:pt idx="181">
                  <c:v>181.42254460749118</c:v>
                </c:pt>
                <c:pt idx="182">
                  <c:v>192.14205949536773</c:v>
                </c:pt>
                <c:pt idx="183">
                  <c:v>196.3479455790546</c:v>
                </c:pt>
                <c:pt idx="184">
                  <c:v>190.77339822822972</c:v>
                </c:pt>
                <c:pt idx="185">
                  <c:v>187.64645679308958</c:v>
                </c:pt>
                <c:pt idx="186">
                  <c:v>183.45555605165615</c:v>
                </c:pt>
                <c:pt idx="187">
                  <c:v>167.0518837472822</c:v>
                </c:pt>
                <c:pt idx="188">
                  <c:v>163.63736401015751</c:v>
                </c:pt>
                <c:pt idx="189">
                  <c:v>157.01798802853858</c:v>
                </c:pt>
                <c:pt idx="190">
                  <c:v>156.57869309159855</c:v>
                </c:pt>
                <c:pt idx="191">
                  <c:v>161.45087330129695</c:v>
                </c:pt>
                <c:pt idx="192">
                  <c:v>166.14334194588352</c:v>
                </c:pt>
                <c:pt idx="193">
                  <c:v>164.35621027060481</c:v>
                </c:pt>
                <c:pt idx="194">
                  <c:v>162.46923883693063</c:v>
                </c:pt>
                <c:pt idx="195">
                  <c:v>168.6193679540909</c:v>
                </c:pt>
                <c:pt idx="196">
                  <c:v>159.73362945689504</c:v>
                </c:pt>
                <c:pt idx="197">
                  <c:v>158.56550428366816</c:v>
                </c:pt>
                <c:pt idx="198">
                  <c:v>157.51718682051586</c:v>
                </c:pt>
                <c:pt idx="199">
                  <c:v>156.97805212518037</c:v>
                </c:pt>
                <c:pt idx="200">
                  <c:v>150.32872421604279</c:v>
                </c:pt>
                <c:pt idx="201">
                  <c:v>139.77566175364277</c:v>
                </c:pt>
                <c:pt idx="202">
                  <c:v>135.02328925401892</c:v>
                </c:pt>
                <c:pt idx="203">
                  <c:v>131.24934638667057</c:v>
                </c:pt>
                <c:pt idx="204">
                  <c:v>131.15949060411467</c:v>
                </c:pt>
                <c:pt idx="205">
                  <c:v>124.01096390299976</c:v>
                </c:pt>
                <c:pt idx="206">
                  <c:v>118.52976116708906</c:v>
                </c:pt>
                <c:pt idx="207">
                  <c:v>118.29014574693997</c:v>
                </c:pt>
                <c:pt idx="208">
                  <c:v>118.8192964664359</c:v>
                </c:pt>
                <c:pt idx="209">
                  <c:v>118.8192964664359</c:v>
                </c:pt>
                <c:pt idx="210">
                  <c:v>121.80450524246012</c:v>
                </c:pt>
                <c:pt idx="211">
                  <c:v>117.56131551065312</c:v>
                </c:pt>
                <c:pt idx="212">
                  <c:v>116.31331853070988</c:v>
                </c:pt>
                <c:pt idx="213">
                  <c:v>116.23344672399351</c:v>
                </c:pt>
                <c:pt idx="214">
                  <c:v>117.49142767977631</c:v>
                </c:pt>
                <c:pt idx="215">
                  <c:v>115.60445624610212</c:v>
                </c:pt>
                <c:pt idx="216">
                  <c:v>117.02218081531763</c:v>
                </c:pt>
                <c:pt idx="217">
                  <c:v>121.85442512165785</c:v>
                </c:pt>
                <c:pt idx="218">
                  <c:v>123.35202149758975</c:v>
                </c:pt>
                <c:pt idx="219">
                  <c:v>120.67631597259144</c:v>
                </c:pt>
                <c:pt idx="220">
                  <c:v>125.08923329367074</c:v>
                </c:pt>
                <c:pt idx="221">
                  <c:v>124.07086775803705</c:v>
                </c:pt>
                <c:pt idx="222">
                  <c:v>127.54529135019902</c:v>
                </c:pt>
                <c:pt idx="223">
                  <c:v>123.52174908686203</c:v>
                </c:pt>
                <c:pt idx="224">
                  <c:v>118.69948875636135</c:v>
                </c:pt>
                <c:pt idx="225">
                  <c:v>111.69073771700012</c:v>
                </c:pt>
                <c:pt idx="226">
                  <c:v>108.60568918258043</c:v>
                </c:pt>
                <c:pt idx="227">
                  <c:v>108.88524050608773</c:v>
                </c:pt>
                <c:pt idx="228">
                  <c:v>107.59730762278629</c:v>
                </c:pt>
                <c:pt idx="229">
                  <c:v>104.71193860515753</c:v>
                </c:pt>
                <c:pt idx="230">
                  <c:v>108.96511231280408</c:v>
                </c:pt>
                <c:pt idx="231">
                  <c:v>114.55613878294979</c:v>
                </c:pt>
                <c:pt idx="232">
                  <c:v>111.78059349955602</c:v>
                </c:pt>
                <c:pt idx="233">
                  <c:v>111.07173121494827</c:v>
                </c:pt>
                <c:pt idx="234">
                  <c:v>111.08171519078782</c:v>
                </c:pt>
                <c:pt idx="235">
                  <c:v>111.55096205524649</c:v>
                </c:pt>
                <c:pt idx="236">
                  <c:v>109.65400664573275</c:v>
                </c:pt>
                <c:pt idx="237">
                  <c:v>109.04498411952045</c:v>
                </c:pt>
                <c:pt idx="238">
                  <c:v>113.04855843117836</c:v>
                </c:pt>
                <c:pt idx="239">
                  <c:v>114.20669962856569</c:v>
                </c:pt>
                <c:pt idx="240">
                  <c:v>113.078510358697</c:v>
                </c:pt>
                <c:pt idx="241">
                  <c:v>116.24343069983306</c:v>
                </c:pt>
                <c:pt idx="242">
                  <c:v>119.91753380878595</c:v>
                </c:pt>
                <c:pt idx="243">
                  <c:v>118.41993743285407</c:v>
                </c:pt>
                <c:pt idx="244">
                  <c:v>124.33045112986524</c:v>
                </c:pt>
                <c:pt idx="245">
                  <c:v>122.91272656064973</c:v>
                </c:pt>
                <c:pt idx="246">
                  <c:v>122.04412066260923</c:v>
                </c:pt>
                <c:pt idx="247">
                  <c:v>124.22062739563025</c:v>
                </c:pt>
                <c:pt idx="248">
                  <c:v>119.72783826783458</c:v>
                </c:pt>
                <c:pt idx="249">
                  <c:v>121.97922481984705</c:v>
                </c:pt>
                <c:pt idx="250">
                  <c:v>121.97922481984705</c:v>
                </c:pt>
                <c:pt idx="251">
                  <c:v>121.43062253306221</c:v>
                </c:pt>
                <c:pt idx="252">
                  <c:v>122.93678517496237</c:v>
                </c:pt>
                <c:pt idx="253">
                  <c:v>124.44294781686251</c:v>
                </c:pt>
                <c:pt idx="254">
                  <c:v>125.67979660888648</c:v>
                </c:pt>
                <c:pt idx="255">
                  <c:v>126.92661998794289</c:v>
                </c:pt>
                <c:pt idx="256">
                  <c:v>127.58494273208467</c:v>
                </c:pt>
                <c:pt idx="257">
                  <c:v>121.76975849216556</c:v>
                </c:pt>
                <c:pt idx="258">
                  <c:v>123.28589572109816</c:v>
                </c:pt>
                <c:pt idx="259">
                  <c:v>121.51041922932183</c:v>
                </c:pt>
                <c:pt idx="260">
                  <c:v>121.51041922932183</c:v>
                </c:pt>
                <c:pt idx="261">
                  <c:v>120.03418034851904</c:v>
                </c:pt>
                <c:pt idx="262">
                  <c:v>119.53545099689647</c:v>
                </c:pt>
                <c:pt idx="263">
                  <c:v>115.30622609513711</c:v>
                </c:pt>
                <c:pt idx="264">
                  <c:v>115.8847521430193</c:v>
                </c:pt>
                <c:pt idx="265">
                  <c:v>115.73513333753252</c:v>
                </c:pt>
                <c:pt idx="266">
                  <c:v>113.84993638839923</c:v>
                </c:pt>
                <c:pt idx="267">
                  <c:v>110.66804312504726</c:v>
                </c:pt>
                <c:pt idx="268">
                  <c:v>108.2841168242914</c:v>
                </c:pt>
                <c:pt idx="269">
                  <c:v>106.01988556792496</c:v>
                </c:pt>
                <c:pt idx="270">
                  <c:v>102.98761111005975</c:v>
                </c:pt>
                <c:pt idx="271">
                  <c:v>101.99015240681462</c:v>
                </c:pt>
                <c:pt idx="272">
                  <c:v>97.930495484606951</c:v>
                </c:pt>
                <c:pt idx="273">
                  <c:v>94.219949108535047</c:v>
                </c:pt>
                <c:pt idx="274">
                  <c:v>96.554002474128652</c:v>
                </c:pt>
                <c:pt idx="275">
                  <c:v>95.935578078116677</c:v>
                </c:pt>
                <c:pt idx="276">
                  <c:v>96.1350698187657</c:v>
                </c:pt>
                <c:pt idx="277">
                  <c:v>93.132719121997866</c:v>
                </c:pt>
                <c:pt idx="278">
                  <c:v>93.132719121997866</c:v>
                </c:pt>
                <c:pt idx="279">
                  <c:v>94.589008828735743</c:v>
                </c:pt>
                <c:pt idx="280">
                  <c:v>95.596442119013332</c:v>
                </c:pt>
                <c:pt idx="281">
                  <c:v>97.850698788347316</c:v>
                </c:pt>
                <c:pt idx="282">
                  <c:v>98.399301075132158</c:v>
                </c:pt>
                <c:pt idx="283">
                  <c:v>97.750952918022818</c:v>
                </c:pt>
                <c:pt idx="284">
                  <c:v>95.207433224747732</c:v>
                </c:pt>
                <c:pt idx="285">
                  <c:v>95.077763593325855</c:v>
                </c:pt>
                <c:pt idx="286">
                  <c:v>96.683672105550528</c:v>
                </c:pt>
                <c:pt idx="287">
                  <c:v>92.05546372249313</c:v>
                </c:pt>
                <c:pt idx="288">
                  <c:v>85.641804260626927</c:v>
                </c:pt>
                <c:pt idx="289">
                  <c:v>84.933608581322886</c:v>
                </c:pt>
                <c:pt idx="290">
                  <c:v>82.410038062112704</c:v>
                </c:pt>
                <c:pt idx="291">
                  <c:v>80.305400198265488</c:v>
                </c:pt>
                <c:pt idx="292">
                  <c:v>80.514866525946957</c:v>
                </c:pt>
                <c:pt idx="293">
                  <c:v>76.754447214712812</c:v>
                </c:pt>
                <c:pt idx="294">
                  <c:v>76.684625105485651</c:v>
                </c:pt>
                <c:pt idx="295">
                  <c:v>78.36035572693747</c:v>
                </c:pt>
                <c:pt idx="296">
                  <c:v>79.577255344896528</c:v>
                </c:pt>
                <c:pt idx="297">
                  <c:v>77.223252805238019</c:v>
                </c:pt>
                <c:pt idx="298">
                  <c:v>72.744663227667388</c:v>
                </c:pt>
                <c:pt idx="299">
                  <c:v>70.031575554840629</c:v>
                </c:pt>
                <c:pt idx="300">
                  <c:v>68.625158783264993</c:v>
                </c:pt>
                <c:pt idx="301">
                  <c:v>69.153811895984916</c:v>
                </c:pt>
                <c:pt idx="302">
                  <c:v>70.8594662785341</c:v>
                </c:pt>
                <c:pt idx="303">
                  <c:v>70.839517104469181</c:v>
                </c:pt>
                <c:pt idx="304">
                  <c:v>69.373252810698844</c:v>
                </c:pt>
                <c:pt idx="305">
                  <c:v>69.871982162321402</c:v>
                </c:pt>
                <c:pt idx="306">
                  <c:v>77.672109221698335</c:v>
                </c:pt>
                <c:pt idx="307">
                  <c:v>65.37344341068588</c:v>
                </c:pt>
                <c:pt idx="308">
                  <c:v>68.196251540869596</c:v>
                </c:pt>
                <c:pt idx="309">
                  <c:v>74.151079999243024</c:v>
                </c:pt>
                <c:pt idx="310">
                  <c:v>88.374841107518577</c:v>
                </c:pt>
                <c:pt idx="311">
                  <c:v>88.484561564875548</c:v>
                </c:pt>
                <c:pt idx="312">
                  <c:v>86.669186724969407</c:v>
                </c:pt>
                <c:pt idx="313">
                  <c:v>88.100539964293304</c:v>
                </c:pt>
                <c:pt idx="314">
                  <c:v>90.810099764190156</c:v>
                </c:pt>
                <c:pt idx="315">
                  <c:v>91.776376604594546</c:v>
                </c:pt>
                <c:pt idx="316">
                  <c:v>93.818508071428582</c:v>
                </c:pt>
                <c:pt idx="317">
                  <c:v>96.567914338970965</c:v>
                </c:pt>
                <c:pt idx="318">
                  <c:v>94.35643538464339</c:v>
                </c:pt>
                <c:pt idx="319">
                  <c:v>102.60465418727058</c:v>
                </c:pt>
                <c:pt idx="320">
                  <c:v>101.66826219760036</c:v>
                </c:pt>
                <c:pt idx="321">
                  <c:v>101.32956722261324</c:v>
                </c:pt>
                <c:pt idx="322">
                  <c:v>102.71423197329582</c:v>
                </c:pt>
                <c:pt idx="323">
                  <c:v>100.40313684985439</c:v>
                </c:pt>
                <c:pt idx="324">
                  <c:v>94.515821255225561</c:v>
                </c:pt>
                <c:pt idx="325">
                  <c:v>95.272904140490866</c:v>
                </c:pt>
                <c:pt idx="326">
                  <c:v>88.708198595887822</c:v>
                </c:pt>
                <c:pt idx="327">
                  <c:v>86.745760064344879</c:v>
                </c:pt>
                <c:pt idx="328">
                  <c:v>92.603190808239546</c:v>
                </c:pt>
                <c:pt idx="329">
                  <c:v>88.92735416793829</c:v>
                </c:pt>
                <c:pt idx="330">
                  <c:v>93.977893942010752</c:v>
                </c:pt>
                <c:pt idx="331">
                  <c:v>90.849946231835702</c:v>
                </c:pt>
                <c:pt idx="332">
                  <c:v>90.192479515684269</c:v>
                </c:pt>
                <c:pt idx="333">
                  <c:v>93.270619141302376</c:v>
                </c:pt>
                <c:pt idx="334">
                  <c:v>91.467566480341588</c:v>
                </c:pt>
                <c:pt idx="335">
                  <c:v>97.334958841147653</c:v>
                </c:pt>
                <c:pt idx="336">
                  <c:v>92.862192847935574</c:v>
                </c:pt>
                <c:pt idx="337">
                  <c:v>95.043786951528986</c:v>
                </c:pt>
                <c:pt idx="338">
                  <c:v>98.460621552134228</c:v>
                </c:pt>
                <c:pt idx="339">
                  <c:v>102.78396329167553</c:v>
                </c:pt>
                <c:pt idx="340">
                  <c:v>103.95943408721901</c:v>
                </c:pt>
                <c:pt idx="341">
                  <c:v>106.3801069966857</c:v>
                </c:pt>
                <c:pt idx="342">
                  <c:v>99.138011502108426</c:v>
                </c:pt>
                <c:pt idx="343">
                  <c:v>99.138011502108426</c:v>
                </c:pt>
                <c:pt idx="344">
                  <c:v>95.292827374313632</c:v>
                </c:pt>
                <c:pt idx="345">
                  <c:v>91.328103843582213</c:v>
                </c:pt>
                <c:pt idx="346">
                  <c:v>93.718891902314724</c:v>
                </c:pt>
                <c:pt idx="347">
                  <c:v>95.561791030921043</c:v>
                </c:pt>
                <c:pt idx="348">
                  <c:v>91.945724092088099</c:v>
                </c:pt>
                <c:pt idx="349">
                  <c:v>94.177126280238468</c:v>
                </c:pt>
                <c:pt idx="350">
                  <c:v>93.240734290568213</c:v>
                </c:pt>
                <c:pt idx="351">
                  <c:v>90.312018918620879</c:v>
                </c:pt>
                <c:pt idx="352">
                  <c:v>89.574859267178354</c:v>
                </c:pt>
                <c:pt idx="353">
                  <c:v>87.911269242976985</c:v>
                </c:pt>
                <c:pt idx="354">
                  <c:v>90.760291679633227</c:v>
                </c:pt>
                <c:pt idx="355">
                  <c:v>102.7939249085869</c:v>
                </c:pt>
                <c:pt idx="356">
                  <c:v>104.43759169896552</c:v>
                </c:pt>
                <c:pt idx="357">
                  <c:v>108.81074152306375</c:v>
                </c:pt>
                <c:pt idx="358">
                  <c:v>108.96016577673453</c:v>
                </c:pt>
                <c:pt idx="359">
                  <c:v>105.3440988379016</c:v>
                </c:pt>
                <c:pt idx="360">
                  <c:v>105.3440988379016</c:v>
                </c:pt>
                <c:pt idx="361">
                  <c:v>102.20618951081516</c:v>
                </c:pt>
                <c:pt idx="362">
                  <c:v>102.7939249085869</c:v>
                </c:pt>
                <c:pt idx="363">
                  <c:v>96.986302249249164</c:v>
                </c:pt>
                <c:pt idx="364">
                  <c:v>94.695130359630511</c:v>
                </c:pt>
                <c:pt idx="365">
                  <c:v>98.95870239770349</c:v>
                </c:pt>
                <c:pt idx="366">
                  <c:v>99.028433716083185</c:v>
                </c:pt>
                <c:pt idx="367">
                  <c:v>99.028433716083185</c:v>
                </c:pt>
                <c:pt idx="368">
                  <c:v>101.51883794392955</c:v>
                </c:pt>
                <c:pt idx="369">
                  <c:v>98.879009462412412</c:v>
                </c:pt>
                <c:pt idx="370">
                  <c:v>89.525051182621439</c:v>
                </c:pt>
                <c:pt idx="371">
                  <c:v>86.99480048712951</c:v>
                </c:pt>
                <c:pt idx="372">
                  <c:v>83.836967926220311</c:v>
                </c:pt>
                <c:pt idx="373">
                  <c:v>84.982553871029651</c:v>
                </c:pt>
                <c:pt idx="374">
                  <c:v>88.17525209116657</c:v>
                </c:pt>
                <c:pt idx="375">
                  <c:v>88.82191703372844</c:v>
                </c:pt>
                <c:pt idx="376">
                  <c:v>89.259659456385705</c:v>
                </c:pt>
                <c:pt idx="377">
                  <c:v>89.657607113346856</c:v>
                </c:pt>
                <c:pt idx="378">
                  <c:v>86.643153611866154</c:v>
                </c:pt>
                <c:pt idx="379">
                  <c:v>103.36690389565844</c:v>
                </c:pt>
                <c:pt idx="380">
                  <c:v>108.04278886495193</c:v>
                </c:pt>
                <c:pt idx="381">
                  <c:v>107.70453335653495</c:v>
                </c:pt>
                <c:pt idx="382">
                  <c:v>101.97408709629441</c:v>
                </c:pt>
                <c:pt idx="383">
                  <c:v>97.735944549658171</c:v>
                </c:pt>
                <c:pt idx="384">
                  <c:v>101.53137032792513</c:v>
                </c:pt>
                <c:pt idx="385">
                  <c:v>97.596662869721769</c:v>
                </c:pt>
                <c:pt idx="386">
                  <c:v>102.29244522186332</c:v>
                </c:pt>
                <c:pt idx="387">
                  <c:v>100.65091113689859</c:v>
                </c:pt>
                <c:pt idx="388">
                  <c:v>100.35245039417774</c:v>
                </c:pt>
                <c:pt idx="389">
                  <c:v>102.67049549597643</c:v>
                </c:pt>
                <c:pt idx="390">
                  <c:v>99.327735177502774</c:v>
                </c:pt>
                <c:pt idx="391">
                  <c:v>98.044353983803063</c:v>
                </c:pt>
                <c:pt idx="392">
                  <c:v>97.447432498361337</c:v>
                </c:pt>
                <c:pt idx="393">
                  <c:v>97.696149783962056</c:v>
                </c:pt>
                <c:pt idx="394">
                  <c:v>97.696149783962056</c:v>
                </c:pt>
                <c:pt idx="395">
                  <c:v>101.2776786966124</c:v>
                </c:pt>
                <c:pt idx="396">
                  <c:v>103.94392799825209</c:v>
                </c:pt>
                <c:pt idx="397">
                  <c:v>102.11336877623081</c:v>
                </c:pt>
                <c:pt idx="398">
                  <c:v>102.23275307331916</c:v>
                </c:pt>
                <c:pt idx="399">
                  <c:v>97.865277538170545</c:v>
                </c:pt>
                <c:pt idx="400">
                  <c:v>97.228561287032718</c:v>
                </c:pt>
                <c:pt idx="401">
                  <c:v>97.009690075704086</c:v>
                </c:pt>
                <c:pt idx="402">
                  <c:v>95.84569317909272</c:v>
                </c:pt>
                <c:pt idx="403">
                  <c:v>98.671121543516875</c:v>
                </c:pt>
                <c:pt idx="404">
                  <c:v>99.407324708895004</c:v>
                </c:pt>
                <c:pt idx="405">
                  <c:v>103.565877724139</c:v>
                </c:pt>
                <c:pt idx="406">
                  <c:v>108.09253232207207</c:v>
                </c:pt>
                <c:pt idx="407">
                  <c:v>111.32585703488141</c:v>
                </c:pt>
                <c:pt idx="408">
                  <c:v>112.82810943990974</c:v>
                </c:pt>
                <c:pt idx="409">
                  <c:v>111.25621619491321</c:v>
                </c:pt>
                <c:pt idx="410">
                  <c:v>104.948745832079</c:v>
                </c:pt>
                <c:pt idx="411">
                  <c:v>101.2080378566442</c:v>
                </c:pt>
                <c:pt idx="412">
                  <c:v>99.218299571838457</c:v>
                </c:pt>
                <c:pt idx="413">
                  <c:v>99.138710040446227</c:v>
                </c:pt>
                <c:pt idx="414">
                  <c:v>103.54598034129094</c:v>
                </c:pt>
                <c:pt idx="415">
                  <c:v>107.62494382514274</c:v>
                </c:pt>
                <c:pt idx="416">
                  <c:v>105.84412806024159</c:v>
                </c:pt>
                <c:pt idx="417">
                  <c:v>107.35632915669395</c:v>
                </c:pt>
                <c:pt idx="418">
                  <c:v>106.3017678657469</c:v>
                </c:pt>
                <c:pt idx="419">
                  <c:v>104.51100340942173</c:v>
                </c:pt>
                <c:pt idx="420">
                  <c:v>107.26679093387769</c:v>
                </c:pt>
                <c:pt idx="421">
                  <c:v>108.52032605330531</c:v>
                </c:pt>
                <c:pt idx="422">
                  <c:v>110.57970517807927</c:v>
                </c:pt>
                <c:pt idx="423">
                  <c:v>111.47508740624184</c:v>
                </c:pt>
                <c:pt idx="424">
                  <c:v>108.67950511608976</c:v>
                </c:pt>
                <c:pt idx="425">
                  <c:v>103.78474893546763</c:v>
                </c:pt>
                <c:pt idx="426">
                  <c:v>107.78412288792718</c:v>
                </c:pt>
                <c:pt idx="427">
                  <c:v>105.14771966055957</c:v>
                </c:pt>
                <c:pt idx="428">
                  <c:v>101.17819178237211</c:v>
                </c:pt>
                <c:pt idx="429">
                  <c:v>102.01388186199053</c:v>
                </c:pt>
                <c:pt idx="430">
                  <c:v>102.38198344467958</c:v>
                </c:pt>
                <c:pt idx="431">
                  <c:v>101.61095985890329</c:v>
                </c:pt>
                <c:pt idx="432">
                  <c:v>101.18364726487562</c:v>
                </c:pt>
                <c:pt idx="433">
                  <c:v>99.225959334097737</c:v>
                </c:pt>
                <c:pt idx="434">
                  <c:v>103.06183517816</c:v>
                </c:pt>
                <c:pt idx="435">
                  <c:v>106.82814850691544</c:v>
                </c:pt>
                <c:pt idx="436">
                  <c:v>109.19327402734761</c:v>
                </c:pt>
                <c:pt idx="437">
                  <c:v>95.171458441928294</c:v>
                </c:pt>
                <c:pt idx="438">
                  <c:v>93.412520554884196</c:v>
                </c:pt>
                <c:pt idx="439">
                  <c:v>92.985207960856528</c:v>
                </c:pt>
                <c:pt idx="440">
                  <c:v>90.33189487701037</c:v>
                </c:pt>
                <c:pt idx="441">
                  <c:v>88.692207016206538</c:v>
                </c:pt>
                <c:pt idx="442">
                  <c:v>88.175456902498667</c:v>
                </c:pt>
                <c:pt idx="443">
                  <c:v>86.635144063561754</c:v>
                </c:pt>
                <c:pt idx="444">
                  <c:v>90.649894946984432</c:v>
                </c:pt>
                <c:pt idx="445">
                  <c:v>86.664956570121817</c:v>
                </c:pt>
                <c:pt idx="446">
                  <c:v>90.083457322343122</c:v>
                </c:pt>
                <c:pt idx="447">
                  <c:v>86.307206491400976</c:v>
                </c:pt>
                <c:pt idx="448">
                  <c:v>85.730831364572978</c:v>
                </c:pt>
                <c:pt idx="449">
                  <c:v>88.831332046820194</c:v>
                </c:pt>
                <c:pt idx="450">
                  <c:v>88.731957024953303</c:v>
                </c:pt>
                <c:pt idx="451">
                  <c:v>88.026394369698323</c:v>
                </c:pt>
                <c:pt idx="452">
                  <c:v>95.638521044702713</c:v>
                </c:pt>
                <c:pt idx="453">
                  <c:v>95.638521044702713</c:v>
                </c:pt>
                <c:pt idx="454">
                  <c:v>94.972708398194484</c:v>
                </c:pt>
                <c:pt idx="455">
                  <c:v>94.267145742939519</c:v>
                </c:pt>
                <c:pt idx="456">
                  <c:v>97.248396398946468</c:v>
                </c:pt>
                <c:pt idx="457">
                  <c:v>98.291834128548885</c:v>
                </c:pt>
                <c:pt idx="458">
                  <c:v>102.20720999010467</c:v>
                </c:pt>
                <c:pt idx="459">
                  <c:v>103.60839779842794</c:v>
                </c:pt>
                <c:pt idx="460">
                  <c:v>107.65296118841069</c:v>
                </c:pt>
                <c:pt idx="461">
                  <c:v>107.31508611406323</c:v>
                </c:pt>
                <c:pt idx="462">
                  <c:v>107.95108625401139</c:v>
                </c:pt>
                <c:pt idx="463">
                  <c:v>107.31508611406323</c:v>
                </c:pt>
                <c:pt idx="464">
                  <c:v>106.28158588664751</c:v>
                </c:pt>
                <c:pt idx="465">
                  <c:v>99.78245945655236</c:v>
                </c:pt>
                <c:pt idx="466">
                  <c:v>96.831021307105487</c:v>
                </c:pt>
                <c:pt idx="467">
                  <c:v>94.048520694832348</c:v>
                </c:pt>
                <c:pt idx="468">
                  <c:v>92.498270353708733</c:v>
                </c:pt>
                <c:pt idx="469">
                  <c:v>91.494582632853053</c:v>
                </c:pt>
                <c:pt idx="470">
                  <c:v>86.257518980467538</c:v>
                </c:pt>
                <c:pt idx="471">
                  <c:v>88.44376946153929</c:v>
                </c:pt>
                <c:pt idx="472">
                  <c:v>89.854894772049249</c:v>
                </c:pt>
                <c:pt idx="473">
                  <c:v>92.120645270614531</c:v>
                </c:pt>
                <c:pt idx="474">
                  <c:v>100.87558469708824</c:v>
                </c:pt>
                <c:pt idx="475">
                  <c:v>109.13364901422747</c:v>
                </c:pt>
                <c:pt idx="476">
                  <c:v>101.91902242669067</c:v>
                </c:pt>
                <c:pt idx="477">
                  <c:v>107.17596108344958</c:v>
                </c:pt>
                <c:pt idx="478">
                  <c:v>108.72621142457319</c:v>
                </c:pt>
                <c:pt idx="479">
                  <c:v>106.77846099598199</c:v>
                </c:pt>
                <c:pt idx="480">
                  <c:v>109.5907741148152</c:v>
                </c:pt>
                <c:pt idx="481">
                  <c:v>113.53596248293105</c:v>
                </c:pt>
                <c:pt idx="482">
                  <c:v>114.55952520816011</c:v>
                </c:pt>
                <c:pt idx="483">
                  <c:v>113.54589998511776</c:v>
                </c:pt>
                <c:pt idx="484">
                  <c:v>116.7159631826718</c:v>
                </c:pt>
                <c:pt idx="485">
                  <c:v>118.75315113094321</c:v>
                </c:pt>
                <c:pt idx="486">
                  <c:v>126.69321537810836</c:v>
                </c:pt>
                <c:pt idx="487">
                  <c:v>130.05209111720953</c:v>
                </c:pt>
                <c:pt idx="488">
                  <c:v>132.71534170324239</c:v>
                </c:pt>
                <c:pt idx="489">
                  <c:v>129.41609097726138</c:v>
                </c:pt>
                <c:pt idx="490">
                  <c:v>135.53759232426228</c:v>
                </c:pt>
                <c:pt idx="491">
                  <c:v>130.32040367625012</c:v>
                </c:pt>
                <c:pt idx="492">
                  <c:v>129.87321607784909</c:v>
                </c:pt>
                <c:pt idx="493">
                  <c:v>130.66324750149096</c:v>
                </c:pt>
                <c:pt idx="494">
                  <c:v>135.84609060147412</c:v>
                </c:pt>
                <c:pt idx="495">
                  <c:v>135.84609060147412</c:v>
                </c:pt>
                <c:pt idx="496">
                  <c:v>131.6462005032119</c:v>
                </c:pt>
                <c:pt idx="497">
                  <c:v>130.59374577409656</c:v>
                </c:pt>
                <c:pt idx="498">
                  <c:v>131.28876304804064</c:v>
                </c:pt>
                <c:pt idx="499">
                  <c:v>141.34665588383174</c:v>
                </c:pt>
                <c:pt idx="500">
                  <c:v>140.11548242713076</c:v>
                </c:pt>
                <c:pt idx="501">
                  <c:v>138.02050178709922</c:v>
                </c:pt>
                <c:pt idx="502">
                  <c:v>138.5467291516569</c:v>
                </c:pt>
                <c:pt idx="503">
                  <c:v>143.16362961428558</c:v>
                </c:pt>
                <c:pt idx="504">
                  <c:v>152.35771526674611</c:v>
                </c:pt>
                <c:pt idx="505">
                  <c:v>152.35771526674611</c:v>
                </c:pt>
                <c:pt idx="506">
                  <c:v>146.77771943879492</c:v>
                </c:pt>
                <c:pt idx="507">
                  <c:v>140.3537740639116</c:v>
                </c:pt>
                <c:pt idx="508">
                  <c:v>142.12110370336941</c:v>
                </c:pt>
                <c:pt idx="509">
                  <c:v>139.74811615376029</c:v>
                </c:pt>
                <c:pt idx="510">
                  <c:v>134.10854741661387</c:v>
                </c:pt>
                <c:pt idx="511">
                  <c:v>130.00794550034368</c:v>
                </c:pt>
                <c:pt idx="512">
                  <c:v>129.14413831701313</c:v>
                </c:pt>
                <c:pt idx="513">
                  <c:v>132.75822814152247</c:v>
                </c:pt>
                <c:pt idx="514">
                  <c:v>125.73855367468705</c:v>
                </c:pt>
                <c:pt idx="515">
                  <c:v>127.25766285916487</c:v>
                </c:pt>
                <c:pt idx="516">
                  <c:v>124.11022749001802</c:v>
                </c:pt>
                <c:pt idx="517">
                  <c:v>125.391045037715</c:v>
                </c:pt>
                <c:pt idx="518">
                  <c:v>130.64338986509259</c:v>
                </c:pt>
                <c:pt idx="519">
                  <c:v>131.7256310488055</c:v>
                </c:pt>
                <c:pt idx="520">
                  <c:v>128.56826686145948</c:v>
                </c:pt>
                <c:pt idx="521">
                  <c:v>128.56826686145948</c:v>
                </c:pt>
                <c:pt idx="522">
                  <c:v>125.37118740131659</c:v>
                </c:pt>
                <c:pt idx="523">
                  <c:v>125.3811162195158</c:v>
                </c:pt>
                <c:pt idx="524">
                  <c:v>126.59243203981838</c:v>
                </c:pt>
                <c:pt idx="525">
                  <c:v>128.08175476969859</c:v>
                </c:pt>
                <c:pt idx="526">
                  <c:v>124.39816321779486</c:v>
                </c:pt>
                <c:pt idx="527">
                  <c:v>126.97965594958723</c:v>
                </c:pt>
                <c:pt idx="528">
                  <c:v>123.92157994423319</c:v>
                </c:pt>
                <c:pt idx="529">
                  <c:v>122.12446385017773</c:v>
                </c:pt>
                <c:pt idx="530">
                  <c:v>120.37699184711826</c:v>
                </c:pt>
                <c:pt idx="531">
                  <c:v>116.97140720479219</c:v>
                </c:pt>
                <c:pt idx="532">
                  <c:v>118.47065875287159</c:v>
                </c:pt>
                <c:pt idx="533">
                  <c:v>118.36144175268038</c:v>
                </c:pt>
                <c:pt idx="534">
                  <c:v>119.27489302700691</c:v>
                </c:pt>
                <c:pt idx="535">
                  <c:v>113.88354474484053</c:v>
                </c:pt>
                <c:pt idx="536">
                  <c:v>111.53041483162978</c:v>
                </c:pt>
                <c:pt idx="537">
                  <c:v>112.15593037817948</c:v>
                </c:pt>
                <c:pt idx="538">
                  <c:v>113.54596492606768</c:v>
                </c:pt>
                <c:pt idx="539">
                  <c:v>114.02254819962936</c:v>
                </c:pt>
                <c:pt idx="540">
                  <c:v>110.78575346668968</c:v>
                </c:pt>
                <c:pt idx="541">
                  <c:v>110.98432983067372</c:v>
                </c:pt>
                <c:pt idx="542">
                  <c:v>111.65948946821941</c:v>
                </c:pt>
                <c:pt idx="543">
                  <c:v>108.34326418968614</c:v>
                </c:pt>
                <c:pt idx="544">
                  <c:v>106.00999191287379</c:v>
                </c:pt>
                <c:pt idx="545">
                  <c:v>111.13326210366174</c:v>
                </c:pt>
                <c:pt idx="546">
                  <c:v>115.50194211131037</c:v>
                </c:pt>
                <c:pt idx="547">
                  <c:v>120.90321921167595</c:v>
                </c:pt>
                <c:pt idx="548">
                  <c:v>120.5060664837079</c:v>
                </c:pt>
                <c:pt idx="549">
                  <c:v>121.64788057661606</c:v>
                </c:pt>
                <c:pt idx="550">
                  <c:v>126.60236085801758</c:v>
                </c:pt>
                <c:pt idx="551">
                  <c:v>121.33015839424162</c:v>
                </c:pt>
                <c:pt idx="552">
                  <c:v>121.75709757680727</c:v>
                </c:pt>
                <c:pt idx="553">
                  <c:v>122.07481975918172</c:v>
                </c:pt>
                <c:pt idx="554">
                  <c:v>122.70033530573141</c:v>
                </c:pt>
                <c:pt idx="555">
                  <c:v>127.09880176797765</c:v>
                </c:pt>
                <c:pt idx="556">
                  <c:v>121.87624339519769</c:v>
                </c:pt>
                <c:pt idx="557">
                  <c:v>117.0508377503858</c:v>
                </c:pt>
                <c:pt idx="558">
                  <c:v>118.28697561607366</c:v>
                </c:pt>
                <c:pt idx="559">
                  <c:v>117.84060967035263</c:v>
                </c:pt>
                <c:pt idx="560">
                  <c:v>116.18409604956568</c:v>
                </c:pt>
                <c:pt idx="561">
                  <c:v>109.31997972870002</c:v>
                </c:pt>
                <c:pt idx="562">
                  <c:v>108.9628869721232</c:v>
                </c:pt>
                <c:pt idx="563">
                  <c:v>95.47271616810977</c:v>
                </c:pt>
                <c:pt idx="564">
                  <c:v>93.240886439504607</c:v>
                </c:pt>
                <c:pt idx="565">
                  <c:v>93.022663088263215</c:v>
                </c:pt>
                <c:pt idx="566">
                  <c:v>92.496943196636224</c:v>
                </c:pt>
                <c:pt idx="567">
                  <c:v>90.6916409272756</c:v>
                </c:pt>
                <c:pt idx="568">
                  <c:v>93.399594331316536</c:v>
                </c:pt>
                <c:pt idx="569">
                  <c:v>96.633267626984463</c:v>
                </c:pt>
                <c:pt idx="570">
                  <c:v>93.746767844655125</c:v>
                </c:pt>
                <c:pt idx="571">
                  <c:v>96.831652491749367</c:v>
                </c:pt>
                <c:pt idx="572">
                  <c:v>98.180669572150705</c:v>
                </c:pt>
                <c:pt idx="573">
                  <c:v>94.788288384670864</c:v>
                </c:pt>
                <c:pt idx="574">
                  <c:v>93.707090871702135</c:v>
                </c:pt>
                <c:pt idx="575">
                  <c:v>94.996592492673997</c:v>
                </c:pt>
                <c:pt idx="576">
                  <c:v>94.381599411902812</c:v>
                </c:pt>
                <c:pt idx="577">
                  <c:v>89.878262981739496</c:v>
                </c:pt>
                <c:pt idx="578">
                  <c:v>88.985531090297428</c:v>
                </c:pt>
                <c:pt idx="579">
                  <c:v>91.108249143281895</c:v>
                </c:pt>
                <c:pt idx="580">
                  <c:v>88.737550009341291</c:v>
                </c:pt>
                <c:pt idx="581">
                  <c:v>85.305491848908474</c:v>
                </c:pt>
                <c:pt idx="582">
                  <c:v>85.216218659764266</c:v>
                </c:pt>
                <c:pt idx="583">
                  <c:v>80.83191314845989</c:v>
                </c:pt>
                <c:pt idx="584">
                  <c:v>80.058212175876776</c:v>
                </c:pt>
                <c:pt idx="585">
                  <c:v>78.857983744049108</c:v>
                </c:pt>
                <c:pt idx="586">
                  <c:v>78.857983744049108</c:v>
                </c:pt>
                <c:pt idx="587">
                  <c:v>80.970782553795331</c:v>
                </c:pt>
                <c:pt idx="588">
                  <c:v>81.169167418560235</c:v>
                </c:pt>
                <c:pt idx="589">
                  <c:v>84.869045146425691</c:v>
                </c:pt>
                <c:pt idx="590">
                  <c:v>84.194536606225014</c:v>
                </c:pt>
                <c:pt idx="591">
                  <c:v>84.482194660134127</c:v>
                </c:pt>
                <c:pt idx="592">
                  <c:v>83.916797795554146</c:v>
                </c:pt>
                <c:pt idx="593">
                  <c:v>86.277577686256507</c:v>
                </c:pt>
                <c:pt idx="594">
                  <c:v>85.781615524344247</c:v>
                </c:pt>
                <c:pt idx="595">
                  <c:v>84.91864136261691</c:v>
                </c:pt>
                <c:pt idx="596">
                  <c:v>85.057510767952337</c:v>
                </c:pt>
                <c:pt idx="597">
                  <c:v>85.464199740720389</c:v>
                </c:pt>
                <c:pt idx="598">
                  <c:v>88.350699523049727</c:v>
                </c:pt>
                <c:pt idx="599">
                  <c:v>87.338936712748733</c:v>
                </c:pt>
                <c:pt idx="600">
                  <c:v>88.479649685146924</c:v>
                </c:pt>
                <c:pt idx="601">
                  <c:v>87.368694442463465</c:v>
                </c:pt>
                <c:pt idx="602">
                  <c:v>86.823136064359986</c:v>
                </c:pt>
                <c:pt idx="603">
                  <c:v>88.519326658099899</c:v>
                </c:pt>
                <c:pt idx="604">
                  <c:v>86.803297577883498</c:v>
                </c:pt>
                <c:pt idx="605">
                  <c:v>84.135021146795538</c:v>
                </c:pt>
                <c:pt idx="606">
                  <c:v>82.607457688105782</c:v>
                </c:pt>
                <c:pt idx="607">
                  <c:v>83.92671703879239</c:v>
                </c:pt>
                <c:pt idx="608">
                  <c:v>81.724645039901972</c:v>
                </c:pt>
                <c:pt idx="609">
                  <c:v>81.724645039901972</c:v>
                </c:pt>
                <c:pt idx="610">
                  <c:v>82.716569363726478</c:v>
                </c:pt>
                <c:pt idx="611">
                  <c:v>81.714725796663714</c:v>
                </c:pt>
                <c:pt idx="612">
                  <c:v>82.657053904297015</c:v>
                </c:pt>
                <c:pt idx="613">
                  <c:v>84.263971308892735</c:v>
                </c:pt>
                <c:pt idx="614">
                  <c:v>82.776084823155955</c:v>
                </c:pt>
                <c:pt idx="615">
                  <c:v>82.042060823525802</c:v>
                </c:pt>
                <c:pt idx="616">
                  <c:v>81.595694877804789</c:v>
                </c:pt>
                <c:pt idx="617">
                  <c:v>81.675048823710739</c:v>
                </c:pt>
                <c:pt idx="618">
                  <c:v>84.650821795184299</c:v>
                </c:pt>
                <c:pt idx="619">
                  <c:v>85.191420551407006</c:v>
                </c:pt>
                <c:pt idx="620">
                  <c:v>85.845215174243378</c:v>
                </c:pt>
                <c:pt idx="621">
                  <c:v>85.676813528967344</c:v>
                </c:pt>
                <c:pt idx="622">
                  <c:v>84.676309636445012</c:v>
                </c:pt>
                <c:pt idx="623">
                  <c:v>77.950149804537418</c:v>
                </c:pt>
                <c:pt idx="624">
                  <c:v>81.397430543129232</c:v>
                </c:pt>
                <c:pt idx="625">
                  <c:v>80.793165815962283</c:v>
                </c:pt>
                <c:pt idx="626">
                  <c:v>80.644576128954</c:v>
                </c:pt>
                <c:pt idx="627">
                  <c:v>81.417242501396998</c:v>
                </c:pt>
                <c:pt idx="628">
                  <c:v>79.039807509264719</c:v>
                </c:pt>
                <c:pt idx="629">
                  <c:v>77.425132910441533</c:v>
                </c:pt>
                <c:pt idx="630">
                  <c:v>77.058611682487808</c:v>
                </c:pt>
                <c:pt idx="631">
                  <c:v>74.255219587598475</c:v>
                </c:pt>
                <c:pt idx="632">
                  <c:v>72.957536321059607</c:v>
                </c:pt>
                <c:pt idx="633">
                  <c:v>72.442425406097612</c:v>
                </c:pt>
                <c:pt idx="634">
                  <c:v>72.997160237595139</c:v>
                </c:pt>
                <c:pt idx="635">
                  <c:v>73.591518985628227</c:v>
                </c:pt>
                <c:pt idx="636">
                  <c:v>75.216099563585288</c:v>
                </c:pt>
                <c:pt idx="637">
                  <c:v>75.404313167129089</c:v>
                </c:pt>
                <c:pt idx="638">
                  <c:v>75.968953977760506</c:v>
                </c:pt>
                <c:pt idx="639">
                  <c:v>75.404313167129089</c:v>
                </c:pt>
                <c:pt idx="640">
                  <c:v>76.781244266739037</c:v>
                </c:pt>
                <c:pt idx="641">
                  <c:v>76.147261602170431</c:v>
                </c:pt>
                <c:pt idx="642">
                  <c:v>76.375099122249765</c:v>
                </c:pt>
                <c:pt idx="643">
                  <c:v>76.375099122249765</c:v>
                </c:pt>
                <c:pt idx="644">
                  <c:v>75.988765936028273</c:v>
                </c:pt>
                <c:pt idx="645">
                  <c:v>77.880807950600229</c:v>
                </c:pt>
                <c:pt idx="646">
                  <c:v>76.83077416240846</c:v>
                </c:pt>
                <c:pt idx="647">
                  <c:v>75.94914201949274</c:v>
                </c:pt>
                <c:pt idx="648">
                  <c:v>76.414723038785311</c:v>
                </c:pt>
                <c:pt idx="649">
                  <c:v>76.444440976186968</c:v>
                </c:pt>
                <c:pt idx="650">
                  <c:v>74.076911963188564</c:v>
                </c:pt>
                <c:pt idx="651">
                  <c:v>74.651458752953857</c:v>
                </c:pt>
                <c:pt idx="652">
                  <c:v>72.878288487988527</c:v>
                </c:pt>
                <c:pt idx="653">
                  <c:v>71.600417179717425</c:v>
                </c:pt>
                <c:pt idx="654">
                  <c:v>72.115528094679419</c:v>
                </c:pt>
                <c:pt idx="655">
                  <c:v>72.234399844286031</c:v>
                </c:pt>
                <c:pt idx="656">
                  <c:v>71.897596553733962</c:v>
                </c:pt>
                <c:pt idx="657">
                  <c:v>69.777717019082672</c:v>
                </c:pt>
                <c:pt idx="658">
                  <c:v>68.747495189158684</c:v>
                </c:pt>
                <c:pt idx="659">
                  <c:v>66.241282468285902</c:v>
                </c:pt>
                <c:pt idx="660">
                  <c:v>65.448804137575124</c:v>
                </c:pt>
                <c:pt idx="661">
                  <c:v>65.032753013951989</c:v>
                </c:pt>
                <c:pt idx="662">
                  <c:v>63.923283350956915</c:v>
                </c:pt>
                <c:pt idx="663">
                  <c:v>65.874761240332163</c:v>
                </c:pt>
                <c:pt idx="664">
                  <c:v>67.429999964352035</c:v>
                </c:pt>
                <c:pt idx="665">
                  <c:v>66.587991737971848</c:v>
                </c:pt>
                <c:pt idx="666">
                  <c:v>66.895077091122275</c:v>
                </c:pt>
                <c:pt idx="667">
                  <c:v>68.48993973167768</c:v>
                </c:pt>
                <c:pt idx="668">
                  <c:v>68.351256023803302</c:v>
                </c:pt>
                <c:pt idx="669">
                  <c:v>68.430503856874367</c:v>
                </c:pt>
                <c:pt idx="670">
                  <c:v>68.559281585614869</c:v>
                </c:pt>
                <c:pt idx="671">
                  <c:v>69.094204458844644</c:v>
                </c:pt>
                <c:pt idx="672">
                  <c:v>69.549879499003325</c:v>
                </c:pt>
                <c:pt idx="673">
                  <c:v>68.420597877740477</c:v>
                </c:pt>
                <c:pt idx="674">
                  <c:v>68.826743022229763</c:v>
                </c:pt>
                <c:pt idx="675">
                  <c:v>69.302230020656211</c:v>
                </c:pt>
                <c:pt idx="676">
                  <c:v>68.286867159525158</c:v>
                </c:pt>
                <c:pt idx="677">
                  <c:v>67.357255933892233</c:v>
                </c:pt>
                <c:pt idx="678">
                  <c:v>67.080350462427106</c:v>
                </c:pt>
                <c:pt idx="679">
                  <c:v>67.278140084902191</c:v>
                </c:pt>
                <c:pt idx="680">
                  <c:v>64.479416926879665</c:v>
                </c:pt>
                <c:pt idx="681">
                  <c:v>67.456150745129776</c:v>
                </c:pt>
                <c:pt idx="682">
                  <c:v>67.189134754788398</c:v>
                </c:pt>
                <c:pt idx="683">
                  <c:v>67.822061546708696</c:v>
                </c:pt>
                <c:pt idx="684">
                  <c:v>68.118745980421323</c:v>
                </c:pt>
                <c:pt idx="685">
                  <c:v>67.149576830293398</c:v>
                </c:pt>
                <c:pt idx="686">
                  <c:v>68.909904470321706</c:v>
                </c:pt>
                <c:pt idx="687">
                  <c:v>69.92852102606841</c:v>
                </c:pt>
                <c:pt idx="688">
                  <c:v>69.720841922469575</c:v>
                </c:pt>
                <c:pt idx="689">
                  <c:v>69.107694092796777</c:v>
                </c:pt>
                <c:pt idx="690">
                  <c:v>70.996584987433906</c:v>
                </c:pt>
                <c:pt idx="691">
                  <c:v>70.066973761800966</c:v>
                </c:pt>
                <c:pt idx="692">
                  <c:v>69.53294178111824</c:v>
                </c:pt>
                <c:pt idx="693">
                  <c:v>69.256036309653112</c:v>
                </c:pt>
                <c:pt idx="694">
                  <c:v>69.097804611673041</c:v>
                </c:pt>
                <c:pt idx="695">
                  <c:v>69.631836592355768</c:v>
                </c:pt>
                <c:pt idx="696">
                  <c:v>69.513162818870725</c:v>
                </c:pt>
                <c:pt idx="697">
                  <c:v>69.612057630108268</c:v>
                </c:pt>
                <c:pt idx="698">
                  <c:v>69.167030979539305</c:v>
                </c:pt>
                <c:pt idx="699">
                  <c:v>67.337476971644733</c:v>
                </c:pt>
                <c:pt idx="700">
                  <c:v>65.943060133195331</c:v>
                </c:pt>
                <c:pt idx="701">
                  <c:v>64.588201219240958</c:v>
                </c:pt>
                <c:pt idx="702">
                  <c:v>63.015773720563985</c:v>
                </c:pt>
                <c:pt idx="703">
                  <c:v>62.986105277192721</c:v>
                </c:pt>
                <c:pt idx="704">
                  <c:v>64.469527445755901</c:v>
                </c:pt>
                <c:pt idx="705">
                  <c:v>62.709199805727593</c:v>
                </c:pt>
                <c:pt idx="706">
                  <c:v>63.253121267534098</c:v>
                </c:pt>
                <c:pt idx="707">
                  <c:v>62.887210465955178</c:v>
                </c:pt>
                <c:pt idx="708">
                  <c:v>62.857542022583914</c:v>
                </c:pt>
                <c:pt idx="709">
                  <c:v>63.510247776751712</c:v>
                </c:pt>
                <c:pt idx="710">
                  <c:v>64.607980181488472</c:v>
                </c:pt>
                <c:pt idx="711">
                  <c:v>67.525377112996054</c:v>
                </c:pt>
                <c:pt idx="712">
                  <c:v>63.658589993608032</c:v>
                </c:pt>
                <c:pt idx="713">
                  <c:v>64.716764473849764</c:v>
                </c:pt>
                <c:pt idx="714">
                  <c:v>65.962839095442845</c:v>
                </c:pt>
                <c:pt idx="715">
                  <c:v>66.902339802199535</c:v>
                </c:pt>
                <c:pt idx="716">
                  <c:v>68.61322003660905</c:v>
                </c:pt>
                <c:pt idx="717">
                  <c:v>69.137362536168041</c:v>
                </c:pt>
                <c:pt idx="718">
                  <c:v>68.415430414133979</c:v>
                </c:pt>
                <c:pt idx="719">
                  <c:v>67.416592820634762</c:v>
                </c:pt>
                <c:pt idx="720">
                  <c:v>69.977968431687188</c:v>
                </c:pt>
                <c:pt idx="721">
                  <c:v>70.601005742483721</c:v>
                </c:pt>
                <c:pt idx="722">
                  <c:v>70.413105601132386</c:v>
                </c:pt>
                <c:pt idx="723">
                  <c:v>70.284542346523565</c:v>
                </c:pt>
                <c:pt idx="724">
                  <c:v>66.635323811858143</c:v>
                </c:pt>
                <c:pt idx="725">
                  <c:v>64.954112020819878</c:v>
                </c:pt>
                <c:pt idx="726">
                  <c:v>64.756322398344793</c:v>
                </c:pt>
                <c:pt idx="727">
                  <c:v>64.924443577448613</c:v>
                </c:pt>
                <c:pt idx="728">
                  <c:v>63.975053389568174</c:v>
                </c:pt>
                <c:pt idx="729">
                  <c:v>64.242069379909537</c:v>
                </c:pt>
                <c:pt idx="730">
                  <c:v>64.222290417662037</c:v>
                </c:pt>
                <c:pt idx="731">
                  <c:v>63.371795041019148</c:v>
                </c:pt>
                <c:pt idx="732">
                  <c:v>63.816821691588103</c:v>
                </c:pt>
                <c:pt idx="733">
                  <c:v>63.085000088430263</c:v>
                </c:pt>
                <c:pt idx="734">
                  <c:v>62.897099947078935</c:v>
                </c:pt>
                <c:pt idx="735">
                  <c:v>61.789478061218418</c:v>
                </c:pt>
                <c:pt idx="736">
                  <c:v>59.979703015571339</c:v>
                </c:pt>
                <c:pt idx="737">
                  <c:v>60.439563887755888</c:v>
                </c:pt>
                <c:pt idx="738">
                  <c:v>61.258849173185219</c:v>
                </c:pt>
                <c:pt idx="739">
                  <c:v>63.075096071004438</c:v>
                </c:pt>
                <c:pt idx="740">
                  <c:v>63.075096071004438</c:v>
                </c:pt>
                <c:pt idx="741">
                  <c:v>62.295294413788575</c:v>
                </c:pt>
                <c:pt idx="742">
                  <c:v>63.499545074299142</c:v>
                </c:pt>
                <c:pt idx="743">
                  <c:v>66.204173606921245</c:v>
                </c:pt>
                <c:pt idx="744">
                  <c:v>65.927788209427021</c:v>
                </c:pt>
                <c:pt idx="745">
                  <c:v>64.605086664276058</c:v>
                </c:pt>
                <c:pt idx="746">
                  <c:v>64.437281244368847</c:v>
                </c:pt>
                <c:pt idx="747">
                  <c:v>64.950568411143848</c:v>
                </c:pt>
                <c:pt idx="748">
                  <c:v>66.036368187014034</c:v>
                </c:pt>
                <c:pt idx="749">
                  <c:v>66.786557123069798</c:v>
                </c:pt>
                <c:pt idx="750">
                  <c:v>66.786557123069798</c:v>
                </c:pt>
                <c:pt idx="751">
                  <c:v>67.931582341260167</c:v>
                </c:pt>
                <c:pt idx="752">
                  <c:v>68.227709552861143</c:v>
                </c:pt>
                <c:pt idx="753">
                  <c:v>66.993846171190469</c:v>
                </c:pt>
                <c:pt idx="754">
                  <c:v>66.579268074949127</c:v>
                </c:pt>
                <c:pt idx="755">
                  <c:v>64.585344850169335</c:v>
                </c:pt>
                <c:pt idx="756">
                  <c:v>64.476764872582308</c:v>
                </c:pt>
                <c:pt idx="757">
                  <c:v>66.194302699867876</c:v>
                </c:pt>
                <c:pt idx="758">
                  <c:v>66.668106238429417</c:v>
                </c:pt>
                <c:pt idx="759">
                  <c:v>66.895137100656811</c:v>
                </c:pt>
                <c:pt idx="760">
                  <c:v>68.277064088127972</c:v>
                </c:pt>
                <c:pt idx="761">
                  <c:v>68.198096831701051</c:v>
                </c:pt>
                <c:pt idx="762">
                  <c:v>67.319586103951536</c:v>
                </c:pt>
                <c:pt idx="763">
                  <c:v>70.764532665576027</c:v>
                </c:pt>
                <c:pt idx="764">
                  <c:v>72.975615845529859</c:v>
                </c:pt>
                <c:pt idx="765">
                  <c:v>68.711383998476038</c:v>
                </c:pt>
                <c:pt idx="766">
                  <c:v>65.671144626039521</c:v>
                </c:pt>
                <c:pt idx="767">
                  <c:v>65.15785745926452</c:v>
                </c:pt>
                <c:pt idx="768">
                  <c:v>65.37501741443856</c:v>
                </c:pt>
                <c:pt idx="769">
                  <c:v>67.28997338279143</c:v>
                </c:pt>
                <c:pt idx="770">
                  <c:v>66.697718959589508</c:v>
                </c:pt>
                <c:pt idx="771">
                  <c:v>64.081928590447703</c:v>
                </c:pt>
                <c:pt idx="772">
                  <c:v>62.90729065109722</c:v>
                </c:pt>
                <c:pt idx="773">
                  <c:v>63.805543192953472</c:v>
                </c:pt>
                <c:pt idx="774">
                  <c:v>60.133565769101573</c:v>
                </c:pt>
                <c:pt idx="775">
                  <c:v>60.814658355783777</c:v>
                </c:pt>
                <c:pt idx="776">
                  <c:v>59.215571413138598</c:v>
                </c:pt>
                <c:pt idx="777">
                  <c:v>60.143436676154934</c:v>
                </c:pt>
                <c:pt idx="778">
                  <c:v>60.084211233834736</c:v>
                </c:pt>
                <c:pt idx="779">
                  <c:v>60.439563887755888</c:v>
                </c:pt>
                <c:pt idx="780">
                  <c:v>59.728858579913592</c:v>
                </c:pt>
                <c:pt idx="781">
                  <c:v>60.123694862048197</c:v>
                </c:pt>
                <c:pt idx="782">
                  <c:v>61.10091466033137</c:v>
                </c:pt>
                <c:pt idx="783">
                  <c:v>63.529157795459241</c:v>
                </c:pt>
                <c:pt idx="784">
                  <c:v>61.10091466033137</c:v>
                </c:pt>
                <c:pt idx="785">
                  <c:v>60.232274839635224</c:v>
                </c:pt>
                <c:pt idx="786">
                  <c:v>57.38945360826601</c:v>
                </c:pt>
                <c:pt idx="787">
                  <c:v>58.741767874577057</c:v>
                </c:pt>
                <c:pt idx="788">
                  <c:v>60.340854817222244</c:v>
                </c:pt>
                <c:pt idx="789">
                  <c:v>60.666594749983297</c:v>
                </c:pt>
                <c:pt idx="790">
                  <c:v>59.867051278660703</c:v>
                </c:pt>
                <c:pt idx="791">
                  <c:v>61.130527381491468</c:v>
                </c:pt>
                <c:pt idx="792">
                  <c:v>61.732652711746752</c:v>
                </c:pt>
                <c:pt idx="793">
                  <c:v>61.821490875227042</c:v>
                </c:pt>
                <c:pt idx="794">
                  <c:v>62.186714436201555</c:v>
                </c:pt>
                <c:pt idx="795">
                  <c:v>61.16014010265156</c:v>
                </c:pt>
                <c:pt idx="796">
                  <c:v>62.749356138243378</c:v>
                </c:pt>
                <c:pt idx="797">
                  <c:v>57.804031704507352</c:v>
                </c:pt>
                <c:pt idx="798">
                  <c:v>56.416671563199415</c:v>
                </c:pt>
                <c:pt idx="799">
                  <c:v>58.721805341056694</c:v>
                </c:pt>
                <c:pt idx="800">
                  <c:v>59.440928271755766</c:v>
                </c:pt>
                <c:pt idx="801">
                  <c:v>62.149953010690602</c:v>
                </c:pt>
                <c:pt idx="802">
                  <c:v>62.593247967970846</c:v>
                </c:pt>
                <c:pt idx="803">
                  <c:v>58.396722372384517</c:v>
                </c:pt>
                <c:pt idx="804">
                  <c:v>58.899123323968794</c:v>
                </c:pt>
                <c:pt idx="805">
                  <c:v>60.248710193910874</c:v>
                </c:pt>
                <c:pt idx="806">
                  <c:v>60.426028176822982</c:v>
                </c:pt>
                <c:pt idx="807">
                  <c:v>57.303261477759904</c:v>
                </c:pt>
                <c:pt idx="808">
                  <c:v>57.756407434090825</c:v>
                </c:pt>
                <c:pt idx="809">
                  <c:v>56.781158528074279</c:v>
                </c:pt>
                <c:pt idx="810">
                  <c:v>55.815760621108403</c:v>
                </c:pt>
                <c:pt idx="811">
                  <c:v>55.72710162965236</c:v>
                </c:pt>
                <c:pt idx="812">
                  <c:v>53.323457861288354</c:v>
                </c:pt>
                <c:pt idx="813">
                  <c:v>53.461371847997768</c:v>
                </c:pt>
                <c:pt idx="814">
                  <c:v>53.096884883122897</c:v>
                </c:pt>
                <c:pt idx="815">
                  <c:v>54.111537785342129</c:v>
                </c:pt>
                <c:pt idx="816">
                  <c:v>54.771554721737161</c:v>
                </c:pt>
                <c:pt idx="817">
                  <c:v>56.042333599273867</c:v>
                </c:pt>
                <c:pt idx="818">
                  <c:v>54.732150725534474</c:v>
                </c:pt>
                <c:pt idx="819">
                  <c:v>55.983227604969834</c:v>
                </c:pt>
                <c:pt idx="820">
                  <c:v>55.933972609716477</c:v>
                </c:pt>
                <c:pt idx="821">
                  <c:v>55.589187642942946</c:v>
                </c:pt>
                <c:pt idx="822">
                  <c:v>56.485628556554119</c:v>
                </c:pt>
                <c:pt idx="823">
                  <c:v>56.95847651098638</c:v>
                </c:pt>
                <c:pt idx="824">
                  <c:v>57.037284503391753</c:v>
                </c:pt>
                <c:pt idx="825">
                  <c:v>57.313112476810574</c:v>
                </c:pt>
                <c:pt idx="826">
                  <c:v>57.874619422698885</c:v>
                </c:pt>
                <c:pt idx="827">
                  <c:v>56.130992590729917</c:v>
                </c:pt>
                <c:pt idx="828">
                  <c:v>56.741754531871592</c:v>
                </c:pt>
                <c:pt idx="829">
                  <c:v>58.130745398016366</c:v>
                </c:pt>
                <c:pt idx="830">
                  <c:v>58.130745398016366</c:v>
                </c:pt>
                <c:pt idx="831">
                  <c:v>59.155249299286268</c:v>
                </c:pt>
                <c:pt idx="832">
                  <c:v>60.91857812935659</c:v>
                </c:pt>
                <c:pt idx="833">
                  <c:v>61.14515110752204</c:v>
                </c:pt>
                <c:pt idx="834">
                  <c:v>59.224206292640972</c:v>
                </c:pt>
                <c:pt idx="835">
                  <c:v>58.928676321120811</c:v>
                </c:pt>
                <c:pt idx="836">
                  <c:v>59.283312286945005</c:v>
                </c:pt>
                <c:pt idx="837">
                  <c:v>59.352269280299708</c:v>
                </c:pt>
                <c:pt idx="838">
                  <c:v>61.20425710182608</c:v>
                </c:pt>
                <c:pt idx="839">
                  <c:v>59.086292305931558</c:v>
                </c:pt>
                <c:pt idx="840">
                  <c:v>61.480085075244894</c:v>
                </c:pt>
                <c:pt idx="841">
                  <c:v>62.228761003095983</c:v>
                </c:pt>
                <c:pt idx="842">
                  <c:v>61.667254057207671</c:v>
                </c:pt>
                <c:pt idx="843">
                  <c:v>59.401524275553072</c:v>
                </c:pt>
                <c:pt idx="844">
                  <c:v>60.790515141697846</c:v>
                </c:pt>
                <c:pt idx="845">
                  <c:v>62.918330936643024</c:v>
                </c:pt>
                <c:pt idx="846">
                  <c:v>61.864274038221104</c:v>
                </c:pt>
                <c:pt idx="847">
                  <c:v>57.588940450229394</c:v>
                </c:pt>
                <c:pt idx="848">
                  <c:v>55.520230649588242</c:v>
                </c:pt>
                <c:pt idx="849">
                  <c:v>55.667995635348326</c:v>
                </c:pt>
                <c:pt idx="850">
                  <c:v>56.002929603071181</c:v>
                </c:pt>
                <c:pt idx="851">
                  <c:v>56.081737595476554</c:v>
                </c:pt>
                <c:pt idx="852">
                  <c:v>56.081737595476554</c:v>
                </c:pt>
                <c:pt idx="853">
                  <c:v>56.416671563199415</c:v>
                </c:pt>
                <c:pt idx="854">
                  <c:v>57.194900488202514</c:v>
                </c:pt>
                <c:pt idx="855">
                  <c:v>56.357565568895374</c:v>
                </c:pt>
                <c:pt idx="856">
                  <c:v>55.520230649588242</c:v>
                </c:pt>
                <c:pt idx="857">
                  <c:v>55.924121610665807</c:v>
                </c:pt>
                <c:pt idx="858">
                  <c:v>53.894815806227342</c:v>
                </c:pt>
                <c:pt idx="859">
                  <c:v>53.392414854643064</c:v>
                </c:pt>
                <c:pt idx="860">
                  <c:v>49.619482218235625</c:v>
                </c:pt>
                <c:pt idx="861">
                  <c:v>49.235293255259407</c:v>
                </c:pt>
                <c:pt idx="862">
                  <c:v>49.782023702418947</c:v>
                </c:pt>
                <c:pt idx="863">
                  <c:v>48.27824292720274</c:v>
                </c:pt>
                <c:pt idx="864">
                  <c:v>49.339735239120067</c:v>
                </c:pt>
                <c:pt idx="865">
                  <c:v>48.582930535253084</c:v>
                </c:pt>
                <c:pt idx="866">
                  <c:v>50.312769858377607</c:v>
                </c:pt>
                <c:pt idx="867">
                  <c:v>49.811509599972212</c:v>
                </c:pt>
                <c:pt idx="868">
                  <c:v>50.833687381818521</c:v>
                </c:pt>
                <c:pt idx="869">
                  <c:v>51.177689519939875</c:v>
                </c:pt>
                <c:pt idx="870">
                  <c:v>51.148203622386617</c:v>
                </c:pt>
                <c:pt idx="871">
                  <c:v>53.654504914413636</c:v>
                </c:pt>
                <c:pt idx="872">
                  <c:v>54.293366028067581</c:v>
                </c:pt>
                <c:pt idx="873">
                  <c:v>54.401480985762859</c:v>
                </c:pt>
                <c:pt idx="874">
                  <c:v>53.929706624910715</c:v>
                </c:pt>
                <c:pt idx="875">
                  <c:v>54.254051497996571</c:v>
                </c:pt>
                <c:pt idx="876">
                  <c:v>52.897700210546652</c:v>
                </c:pt>
                <c:pt idx="877">
                  <c:v>52.760099355298109</c:v>
                </c:pt>
                <c:pt idx="878">
                  <c:v>53.113930125937216</c:v>
                </c:pt>
                <c:pt idx="879">
                  <c:v>53.742962607073409</c:v>
                </c:pt>
                <c:pt idx="880">
                  <c:v>54.539081841011402</c:v>
                </c:pt>
                <c:pt idx="881">
                  <c:v>56.662066464846049</c:v>
                </c:pt>
                <c:pt idx="882">
                  <c:v>54.175422437854536</c:v>
                </c:pt>
                <c:pt idx="883">
                  <c:v>54.794626286472983</c:v>
                </c:pt>
                <c:pt idx="884">
                  <c:v>57.409042536195273</c:v>
                </c:pt>
                <c:pt idx="885">
                  <c:v>57.920131427118434</c:v>
                </c:pt>
                <c:pt idx="886">
                  <c:v>57.920131427118434</c:v>
                </c:pt>
                <c:pt idx="887">
                  <c:v>57.615443819068091</c:v>
                </c:pt>
                <c:pt idx="888">
                  <c:v>56.180463471476152</c:v>
                </c:pt>
                <c:pt idx="889">
                  <c:v>57.57612928899708</c:v>
                </c:pt>
                <c:pt idx="890">
                  <c:v>57.733387409281129</c:v>
                </c:pt>
                <c:pt idx="891">
                  <c:v>57.861159632011912</c:v>
                </c:pt>
                <c:pt idx="892">
                  <c:v>62.01867118702144</c:v>
                </c:pt>
                <c:pt idx="893">
                  <c:v>60.721291694678044</c:v>
                </c:pt>
                <c:pt idx="894">
                  <c:v>61.448610500991762</c:v>
                </c:pt>
                <c:pt idx="895">
                  <c:v>59.237168184497342</c:v>
                </c:pt>
                <c:pt idx="896">
                  <c:v>55.010856201863547</c:v>
                </c:pt>
                <c:pt idx="897">
                  <c:v>56.504808344562008</c:v>
                </c:pt>
                <c:pt idx="898">
                  <c:v>55.590745520410977</c:v>
                </c:pt>
                <c:pt idx="899">
                  <c:v>55.197600219700853</c:v>
                </c:pt>
                <c:pt idx="900">
                  <c:v>52.563526704943044</c:v>
                </c:pt>
                <c:pt idx="901">
                  <c:v>52.534040807389793</c:v>
                </c:pt>
                <c:pt idx="902">
                  <c:v>53.919877992392962</c:v>
                </c:pt>
                <c:pt idx="903">
                  <c:v>53.172901921043739</c:v>
                </c:pt>
                <c:pt idx="904">
                  <c:v>53.113930125937216</c:v>
                </c:pt>
                <c:pt idx="905">
                  <c:v>51.315290375188418</c:v>
                </c:pt>
                <c:pt idx="906">
                  <c:v>54.499767310940392</c:v>
                </c:pt>
                <c:pt idx="907">
                  <c:v>54.912569876686014</c:v>
                </c:pt>
                <c:pt idx="908">
                  <c:v>55.27622927984288</c:v>
                </c:pt>
                <c:pt idx="909">
                  <c:v>55.089485262005567</c:v>
                </c:pt>
                <c:pt idx="910">
                  <c:v>52.779756620333615</c:v>
                </c:pt>
                <c:pt idx="911">
                  <c:v>52.121238241644164</c:v>
                </c:pt>
              </c:numCache>
            </c:numRef>
          </c:val>
          <c:smooth val="0"/>
          <c:extLst>
            <c:ext xmlns:c16="http://schemas.microsoft.com/office/drawing/2014/chart" uri="{C3380CC4-5D6E-409C-BE32-E72D297353CC}">
              <c16:uniqueId val="{00000002-F39F-4D80-9492-504018AF2FA9}"/>
            </c:ext>
          </c:extLst>
        </c:ser>
        <c:dLbls>
          <c:showLegendKey val="0"/>
          <c:showVal val="0"/>
          <c:showCatName val="0"/>
          <c:showSerName val="0"/>
          <c:showPercent val="0"/>
          <c:showBubbleSize val="0"/>
        </c:dLbls>
        <c:marker val="1"/>
        <c:smooth val="0"/>
        <c:axId val="2000001794"/>
        <c:axId val="2000001795"/>
      </c:lineChart>
      <c:dateAx>
        <c:axId val="2000001792"/>
        <c:scaling>
          <c:orientation val="minMax"/>
          <c:min val="45658"/>
        </c:scaling>
        <c:delete val="0"/>
        <c:axPos val="b"/>
        <c:numFmt formatCode="yyyy\-mm" sourceLinked="0"/>
        <c:majorTickMark val="in"/>
        <c:minorTickMark val="none"/>
        <c:tickLblPos val="nextTo"/>
        <c:spPr>
          <a:ln w="3175">
            <a:solidFill>
              <a:srgbClr val="000000"/>
            </a:solidFill>
            <a:prstDash val="solid"/>
          </a:ln>
        </c:spPr>
        <c:txPr>
          <a:bodyPr rot="0" vert="horz"/>
          <a:lstStyle/>
          <a:p>
            <a:pPr>
              <a:defRPr/>
            </a:pPr>
            <a:endParaRPr lang="zh-CN"/>
          </a:p>
        </c:txPr>
        <c:crossAx val="2000001793"/>
        <c:crosses val="autoZero"/>
        <c:auto val="0"/>
        <c:lblOffset val="100"/>
        <c:baseTimeUnit val="days"/>
      </c:dateAx>
      <c:valAx>
        <c:axId val="2000001793"/>
        <c:scaling>
          <c:orientation val="minMax"/>
          <c:max val="9000"/>
          <c:min val="4000"/>
        </c:scaling>
        <c:delete val="0"/>
        <c:axPos val="l"/>
        <c:numFmt formatCode="General" sourceLinked="0"/>
        <c:majorTickMark val="in"/>
        <c:minorTickMark val="none"/>
        <c:tickLblPos val="nextTo"/>
        <c:spPr>
          <a:ln w="3175">
            <a:solidFill>
              <a:srgbClr val="000000"/>
            </a:solidFill>
            <a:prstDash val="solid"/>
          </a:ln>
        </c:spPr>
        <c:txPr>
          <a:bodyPr rot="0" vert="horz"/>
          <a:lstStyle/>
          <a:p>
            <a:pPr>
              <a:defRPr/>
            </a:pPr>
            <a:endParaRPr lang="zh-CN"/>
          </a:p>
        </c:txPr>
        <c:crossAx val="2000001792"/>
        <c:crosses val="autoZero"/>
        <c:crossBetween val="between"/>
      </c:valAx>
      <c:valAx>
        <c:axId val="2000001795"/>
        <c:scaling>
          <c:orientation val="minMax"/>
        </c:scaling>
        <c:delete val="0"/>
        <c:axPos val="r"/>
        <c:numFmt formatCode="General" sourceLinked="0"/>
        <c:majorTickMark val="out"/>
        <c:minorTickMark val="none"/>
        <c:tickLblPos val="nextTo"/>
        <c:crossAx val="2000001794"/>
        <c:crosses val="max"/>
        <c:crossBetween val="between"/>
      </c:valAx>
      <c:dateAx>
        <c:axId val="2000001794"/>
        <c:scaling>
          <c:orientation val="minMax"/>
        </c:scaling>
        <c:delete val="1"/>
        <c:axPos val="b"/>
        <c:numFmt formatCode="yyyy\-mm\-dd" sourceLinked="1"/>
        <c:majorTickMark val="out"/>
        <c:minorTickMark val="none"/>
        <c:tickLblPos val="nextTo"/>
        <c:crossAx val="2000001795"/>
        <c:crosses val="autoZero"/>
        <c:auto val="1"/>
        <c:lblOffset val="100"/>
        <c:baseTimeUnit val="days"/>
      </c:dateAx>
      <c:spPr>
        <a:noFill/>
        <a:ln w="25400">
          <a:noFill/>
        </a:ln>
      </c:spPr>
    </c:plotArea>
    <c:legend>
      <c:legendPos val="b"/>
      <c:layout>
        <c:manualLayout>
          <c:xMode val="edge"/>
          <c:yMode val="edge"/>
          <c:x val="0.109020344538151"/>
          <c:y val="9.5314474579574239E-4"/>
          <c:w val="0.62930308640598398"/>
          <c:h val="6.9464197530864205E-2"/>
        </c:manualLayout>
      </c:layout>
      <c:overlay val="0"/>
      <c:spPr>
        <a:solidFill>
          <a:srgbClr val="FFFFFF"/>
        </a:solidFill>
        <a:ln w="25400">
          <a:noFill/>
        </a:ln>
      </c:spPr>
    </c:legend>
    <c:plotVisOnly val="1"/>
    <c:dispBlanksAs val="gap"/>
    <c:showDLblsOverMax val="0"/>
  </c:chart>
  <c:spPr>
    <a:solidFill>
      <a:srgbClr val="FFFFFF"/>
    </a:solidFill>
    <a:ln w="9525">
      <a:noFill/>
    </a:ln>
  </c:spPr>
  <c:txPr>
    <a:bodyPr/>
    <a:lstStyle/>
    <a:p>
      <a:pPr>
        <a:defRPr sz="800" b="0" i="0" u="none" strike="noStrike" baseline="0">
          <a:solidFill>
            <a:srgbClr val="000000"/>
          </a:solidFill>
          <a:latin typeface="思源黑体 CN Medium" panose="020B0600000000000000" pitchFamily="34" charset="-122"/>
          <a:ea typeface="思源黑体 CN Medium" panose="020B0600000000000000" pitchFamily="34" charset="-122"/>
          <a:cs typeface="Arial" panose="020B0604020202020204" pitchFamily="34" charset="0"/>
        </a:defRPr>
      </a:pPr>
      <a:endParaRPr lang="zh-CN"/>
    </a:p>
  </c:txPr>
  <c:externalData r:id="rId1">
    <c:autoUpdate val="0"/>
  </c:externalData>
  <c:userShapes r:id="rId2"/>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8.8185179263759544E-2"/>
          <c:y val="0.13512588704189754"/>
          <c:w val="0.86568892628879401"/>
          <c:h val="0.76474044911052785"/>
        </c:manualLayout>
      </c:layout>
      <c:lineChart>
        <c:grouping val="standard"/>
        <c:varyColors val="0"/>
        <c:ser>
          <c:idx val="0"/>
          <c:order val="0"/>
          <c:tx>
            <c:strRef>
              <c:f>'图14-15宁德时代恒瑞医药解禁'!$G$22:$G$23</c:f>
              <c:strCache>
                <c:ptCount val="2"/>
                <c:pt idx="0">
                  <c:v>宁德时代（左轴，人民币/股）</c:v>
                </c:pt>
                <c:pt idx="1">
                  <c:v>300750.SZ</c:v>
                </c:pt>
              </c:strCache>
            </c:strRef>
          </c:tx>
          <c:spPr>
            <a:ln w="25400">
              <a:solidFill>
                <a:srgbClr val="7C80C8"/>
              </a:solidFill>
              <a:prstDash val="solid"/>
            </a:ln>
          </c:spPr>
          <c:marker>
            <c:symbol val="none"/>
          </c:marker>
          <c:cat>
            <c:numRef>
              <c:f>'图14-15宁德时代恒瑞医药解禁'!$F$24:$F$271</c:f>
              <c:numCache>
                <c:formatCode>yyyy\-mm\-dd</c:formatCode>
                <c:ptCount val="248"/>
                <c:pt idx="0">
                  <c:v>46031</c:v>
                </c:pt>
                <c:pt idx="1">
                  <c:v>46030</c:v>
                </c:pt>
                <c:pt idx="2">
                  <c:v>46029</c:v>
                </c:pt>
                <c:pt idx="3">
                  <c:v>46028</c:v>
                </c:pt>
                <c:pt idx="4">
                  <c:v>46027</c:v>
                </c:pt>
                <c:pt idx="5">
                  <c:v>46022</c:v>
                </c:pt>
                <c:pt idx="6">
                  <c:v>46021</c:v>
                </c:pt>
                <c:pt idx="7">
                  <c:v>46020</c:v>
                </c:pt>
                <c:pt idx="8">
                  <c:v>46017</c:v>
                </c:pt>
                <c:pt idx="9">
                  <c:v>46016</c:v>
                </c:pt>
                <c:pt idx="10">
                  <c:v>46015</c:v>
                </c:pt>
                <c:pt idx="11">
                  <c:v>46014</c:v>
                </c:pt>
                <c:pt idx="12">
                  <c:v>46013</c:v>
                </c:pt>
                <c:pt idx="13">
                  <c:v>46010</c:v>
                </c:pt>
                <c:pt idx="14">
                  <c:v>46009</c:v>
                </c:pt>
                <c:pt idx="15">
                  <c:v>46008</c:v>
                </c:pt>
                <c:pt idx="16">
                  <c:v>46007</c:v>
                </c:pt>
                <c:pt idx="17">
                  <c:v>46006</c:v>
                </c:pt>
                <c:pt idx="18">
                  <c:v>46003</c:v>
                </c:pt>
                <c:pt idx="19">
                  <c:v>46002</c:v>
                </c:pt>
                <c:pt idx="20">
                  <c:v>46001</c:v>
                </c:pt>
                <c:pt idx="21">
                  <c:v>46000</c:v>
                </c:pt>
                <c:pt idx="22">
                  <c:v>45999</c:v>
                </c:pt>
                <c:pt idx="23">
                  <c:v>45996</c:v>
                </c:pt>
                <c:pt idx="24">
                  <c:v>45995</c:v>
                </c:pt>
                <c:pt idx="25">
                  <c:v>45994</c:v>
                </c:pt>
                <c:pt idx="26">
                  <c:v>45993</c:v>
                </c:pt>
                <c:pt idx="27">
                  <c:v>45992</c:v>
                </c:pt>
                <c:pt idx="28">
                  <c:v>45989</c:v>
                </c:pt>
                <c:pt idx="29">
                  <c:v>45988</c:v>
                </c:pt>
                <c:pt idx="30">
                  <c:v>45987</c:v>
                </c:pt>
                <c:pt idx="31">
                  <c:v>45986</c:v>
                </c:pt>
                <c:pt idx="32">
                  <c:v>45985</c:v>
                </c:pt>
                <c:pt idx="33">
                  <c:v>45982</c:v>
                </c:pt>
                <c:pt idx="34">
                  <c:v>45981</c:v>
                </c:pt>
                <c:pt idx="35">
                  <c:v>45980</c:v>
                </c:pt>
                <c:pt idx="36">
                  <c:v>45979</c:v>
                </c:pt>
                <c:pt idx="37">
                  <c:v>45978</c:v>
                </c:pt>
                <c:pt idx="38">
                  <c:v>45975</c:v>
                </c:pt>
                <c:pt idx="39">
                  <c:v>45974</c:v>
                </c:pt>
                <c:pt idx="40">
                  <c:v>45973</c:v>
                </c:pt>
                <c:pt idx="41">
                  <c:v>45972</c:v>
                </c:pt>
                <c:pt idx="42">
                  <c:v>45971</c:v>
                </c:pt>
                <c:pt idx="43">
                  <c:v>45968</c:v>
                </c:pt>
                <c:pt idx="44">
                  <c:v>45967</c:v>
                </c:pt>
                <c:pt idx="45">
                  <c:v>45966</c:v>
                </c:pt>
                <c:pt idx="46">
                  <c:v>45965</c:v>
                </c:pt>
                <c:pt idx="47">
                  <c:v>45964</c:v>
                </c:pt>
                <c:pt idx="48">
                  <c:v>45961</c:v>
                </c:pt>
                <c:pt idx="49">
                  <c:v>45960</c:v>
                </c:pt>
                <c:pt idx="50">
                  <c:v>45959</c:v>
                </c:pt>
                <c:pt idx="51">
                  <c:v>45958</c:v>
                </c:pt>
                <c:pt idx="52">
                  <c:v>45957</c:v>
                </c:pt>
                <c:pt idx="53">
                  <c:v>45954</c:v>
                </c:pt>
                <c:pt idx="54">
                  <c:v>45953</c:v>
                </c:pt>
                <c:pt idx="55">
                  <c:v>45952</c:v>
                </c:pt>
                <c:pt idx="56">
                  <c:v>45951</c:v>
                </c:pt>
                <c:pt idx="57">
                  <c:v>45950</c:v>
                </c:pt>
                <c:pt idx="58">
                  <c:v>45947</c:v>
                </c:pt>
                <c:pt idx="59">
                  <c:v>45946</c:v>
                </c:pt>
                <c:pt idx="60">
                  <c:v>45945</c:v>
                </c:pt>
                <c:pt idx="61">
                  <c:v>45944</c:v>
                </c:pt>
                <c:pt idx="62">
                  <c:v>45943</c:v>
                </c:pt>
                <c:pt idx="63">
                  <c:v>45940</c:v>
                </c:pt>
                <c:pt idx="64">
                  <c:v>45939</c:v>
                </c:pt>
                <c:pt idx="65">
                  <c:v>45930</c:v>
                </c:pt>
                <c:pt idx="66">
                  <c:v>45929</c:v>
                </c:pt>
                <c:pt idx="67">
                  <c:v>45926</c:v>
                </c:pt>
                <c:pt idx="68">
                  <c:v>45925</c:v>
                </c:pt>
                <c:pt idx="69">
                  <c:v>45924</c:v>
                </c:pt>
                <c:pt idx="70">
                  <c:v>45923</c:v>
                </c:pt>
                <c:pt idx="71">
                  <c:v>45922</c:v>
                </c:pt>
                <c:pt idx="72">
                  <c:v>45919</c:v>
                </c:pt>
                <c:pt idx="73">
                  <c:v>45918</c:v>
                </c:pt>
                <c:pt idx="74">
                  <c:v>45917</c:v>
                </c:pt>
                <c:pt idx="75">
                  <c:v>45916</c:v>
                </c:pt>
                <c:pt idx="76">
                  <c:v>45915</c:v>
                </c:pt>
                <c:pt idx="77">
                  <c:v>45912</c:v>
                </c:pt>
                <c:pt idx="78">
                  <c:v>45911</c:v>
                </c:pt>
                <c:pt idx="79">
                  <c:v>45910</c:v>
                </c:pt>
                <c:pt idx="80">
                  <c:v>45909</c:v>
                </c:pt>
                <c:pt idx="81">
                  <c:v>45908</c:v>
                </c:pt>
                <c:pt idx="82">
                  <c:v>45905</c:v>
                </c:pt>
                <c:pt idx="83">
                  <c:v>45904</c:v>
                </c:pt>
                <c:pt idx="84">
                  <c:v>45903</c:v>
                </c:pt>
                <c:pt idx="85">
                  <c:v>45902</c:v>
                </c:pt>
                <c:pt idx="86">
                  <c:v>45901</c:v>
                </c:pt>
                <c:pt idx="87">
                  <c:v>45898</c:v>
                </c:pt>
                <c:pt idx="88">
                  <c:v>45897</c:v>
                </c:pt>
                <c:pt idx="89">
                  <c:v>45896</c:v>
                </c:pt>
                <c:pt idx="90">
                  <c:v>45895</c:v>
                </c:pt>
                <c:pt idx="91">
                  <c:v>45894</c:v>
                </c:pt>
                <c:pt idx="92">
                  <c:v>45891</c:v>
                </c:pt>
                <c:pt idx="93">
                  <c:v>45890</c:v>
                </c:pt>
                <c:pt idx="94">
                  <c:v>45889</c:v>
                </c:pt>
                <c:pt idx="95">
                  <c:v>45888</c:v>
                </c:pt>
                <c:pt idx="96">
                  <c:v>45887</c:v>
                </c:pt>
                <c:pt idx="97">
                  <c:v>45884</c:v>
                </c:pt>
                <c:pt idx="98">
                  <c:v>45883</c:v>
                </c:pt>
                <c:pt idx="99">
                  <c:v>45882</c:v>
                </c:pt>
                <c:pt idx="100">
                  <c:v>45881</c:v>
                </c:pt>
                <c:pt idx="101">
                  <c:v>45880</c:v>
                </c:pt>
                <c:pt idx="102">
                  <c:v>45877</c:v>
                </c:pt>
                <c:pt idx="103">
                  <c:v>45876</c:v>
                </c:pt>
                <c:pt idx="104">
                  <c:v>45875</c:v>
                </c:pt>
                <c:pt idx="105">
                  <c:v>45874</c:v>
                </c:pt>
                <c:pt idx="106">
                  <c:v>45873</c:v>
                </c:pt>
                <c:pt idx="107">
                  <c:v>45870</c:v>
                </c:pt>
                <c:pt idx="108">
                  <c:v>45869</c:v>
                </c:pt>
                <c:pt idx="109">
                  <c:v>45868</c:v>
                </c:pt>
                <c:pt idx="110">
                  <c:v>45867</c:v>
                </c:pt>
                <c:pt idx="111">
                  <c:v>45866</c:v>
                </c:pt>
                <c:pt idx="112">
                  <c:v>45863</c:v>
                </c:pt>
                <c:pt idx="113">
                  <c:v>45862</c:v>
                </c:pt>
                <c:pt idx="114">
                  <c:v>45861</c:v>
                </c:pt>
                <c:pt idx="115">
                  <c:v>45860</c:v>
                </c:pt>
                <c:pt idx="116">
                  <c:v>45859</c:v>
                </c:pt>
                <c:pt idx="117">
                  <c:v>45856</c:v>
                </c:pt>
                <c:pt idx="118">
                  <c:v>45855</c:v>
                </c:pt>
                <c:pt idx="119">
                  <c:v>45854</c:v>
                </c:pt>
                <c:pt idx="120">
                  <c:v>45853</c:v>
                </c:pt>
                <c:pt idx="121">
                  <c:v>45852</c:v>
                </c:pt>
                <c:pt idx="122">
                  <c:v>45849</c:v>
                </c:pt>
                <c:pt idx="123">
                  <c:v>45848</c:v>
                </c:pt>
                <c:pt idx="124">
                  <c:v>45847</c:v>
                </c:pt>
                <c:pt idx="125">
                  <c:v>45846</c:v>
                </c:pt>
                <c:pt idx="126">
                  <c:v>45845</c:v>
                </c:pt>
                <c:pt idx="127">
                  <c:v>45842</c:v>
                </c:pt>
                <c:pt idx="128">
                  <c:v>45841</c:v>
                </c:pt>
                <c:pt idx="129">
                  <c:v>45840</c:v>
                </c:pt>
                <c:pt idx="130">
                  <c:v>45839</c:v>
                </c:pt>
                <c:pt idx="131">
                  <c:v>45838</c:v>
                </c:pt>
                <c:pt idx="132">
                  <c:v>45835</c:v>
                </c:pt>
                <c:pt idx="133">
                  <c:v>45834</c:v>
                </c:pt>
                <c:pt idx="134">
                  <c:v>45833</c:v>
                </c:pt>
                <c:pt idx="135">
                  <c:v>45832</c:v>
                </c:pt>
                <c:pt idx="136">
                  <c:v>45831</c:v>
                </c:pt>
                <c:pt idx="137">
                  <c:v>45828</c:v>
                </c:pt>
                <c:pt idx="138">
                  <c:v>45827</c:v>
                </c:pt>
                <c:pt idx="139">
                  <c:v>45826</c:v>
                </c:pt>
                <c:pt idx="140">
                  <c:v>45825</c:v>
                </c:pt>
                <c:pt idx="141">
                  <c:v>45824</c:v>
                </c:pt>
                <c:pt idx="142">
                  <c:v>45821</c:v>
                </c:pt>
                <c:pt idx="143">
                  <c:v>45820</c:v>
                </c:pt>
                <c:pt idx="144">
                  <c:v>45819</c:v>
                </c:pt>
                <c:pt idx="145">
                  <c:v>45818</c:v>
                </c:pt>
                <c:pt idx="146">
                  <c:v>45817</c:v>
                </c:pt>
                <c:pt idx="147">
                  <c:v>45814</c:v>
                </c:pt>
                <c:pt idx="148">
                  <c:v>45813</c:v>
                </c:pt>
                <c:pt idx="149">
                  <c:v>45812</c:v>
                </c:pt>
                <c:pt idx="150">
                  <c:v>45811</c:v>
                </c:pt>
                <c:pt idx="151">
                  <c:v>45807</c:v>
                </c:pt>
                <c:pt idx="152">
                  <c:v>45806</c:v>
                </c:pt>
                <c:pt idx="153">
                  <c:v>45805</c:v>
                </c:pt>
                <c:pt idx="154">
                  <c:v>45804</c:v>
                </c:pt>
                <c:pt idx="155">
                  <c:v>45803</c:v>
                </c:pt>
                <c:pt idx="156">
                  <c:v>45800</c:v>
                </c:pt>
                <c:pt idx="157">
                  <c:v>45799</c:v>
                </c:pt>
                <c:pt idx="158">
                  <c:v>45798</c:v>
                </c:pt>
                <c:pt idx="159">
                  <c:v>45797</c:v>
                </c:pt>
                <c:pt idx="160">
                  <c:v>45796</c:v>
                </c:pt>
                <c:pt idx="161">
                  <c:v>45793</c:v>
                </c:pt>
                <c:pt idx="162">
                  <c:v>45792</c:v>
                </c:pt>
                <c:pt idx="163">
                  <c:v>45791</c:v>
                </c:pt>
                <c:pt idx="164">
                  <c:v>45790</c:v>
                </c:pt>
                <c:pt idx="165">
                  <c:v>45789</c:v>
                </c:pt>
                <c:pt idx="166">
                  <c:v>45786</c:v>
                </c:pt>
                <c:pt idx="167">
                  <c:v>45785</c:v>
                </c:pt>
                <c:pt idx="168">
                  <c:v>45784</c:v>
                </c:pt>
                <c:pt idx="169">
                  <c:v>45783</c:v>
                </c:pt>
                <c:pt idx="170">
                  <c:v>45777</c:v>
                </c:pt>
                <c:pt idx="171">
                  <c:v>45776</c:v>
                </c:pt>
                <c:pt idx="172">
                  <c:v>45775</c:v>
                </c:pt>
                <c:pt idx="173">
                  <c:v>45772</c:v>
                </c:pt>
                <c:pt idx="174">
                  <c:v>45771</c:v>
                </c:pt>
                <c:pt idx="175">
                  <c:v>45770</c:v>
                </c:pt>
                <c:pt idx="176">
                  <c:v>45769</c:v>
                </c:pt>
                <c:pt idx="177">
                  <c:v>45768</c:v>
                </c:pt>
                <c:pt idx="178">
                  <c:v>45765</c:v>
                </c:pt>
                <c:pt idx="179">
                  <c:v>45764</c:v>
                </c:pt>
                <c:pt idx="180">
                  <c:v>45763</c:v>
                </c:pt>
                <c:pt idx="181">
                  <c:v>45762</c:v>
                </c:pt>
                <c:pt idx="182">
                  <c:v>45761</c:v>
                </c:pt>
                <c:pt idx="183">
                  <c:v>45758</c:v>
                </c:pt>
                <c:pt idx="184">
                  <c:v>45757</c:v>
                </c:pt>
                <c:pt idx="185">
                  <c:v>45756</c:v>
                </c:pt>
                <c:pt idx="186">
                  <c:v>45755</c:v>
                </c:pt>
                <c:pt idx="187">
                  <c:v>45754</c:v>
                </c:pt>
                <c:pt idx="188">
                  <c:v>45750</c:v>
                </c:pt>
                <c:pt idx="189">
                  <c:v>45749</c:v>
                </c:pt>
                <c:pt idx="190">
                  <c:v>45748</c:v>
                </c:pt>
                <c:pt idx="191">
                  <c:v>45747</c:v>
                </c:pt>
                <c:pt idx="192">
                  <c:v>45744</c:v>
                </c:pt>
                <c:pt idx="193">
                  <c:v>45743</c:v>
                </c:pt>
                <c:pt idx="194">
                  <c:v>45742</c:v>
                </c:pt>
                <c:pt idx="195">
                  <c:v>45741</c:v>
                </c:pt>
                <c:pt idx="196">
                  <c:v>45740</c:v>
                </c:pt>
                <c:pt idx="197">
                  <c:v>45737</c:v>
                </c:pt>
                <c:pt idx="198">
                  <c:v>45736</c:v>
                </c:pt>
                <c:pt idx="199">
                  <c:v>45735</c:v>
                </c:pt>
                <c:pt idx="200">
                  <c:v>45734</c:v>
                </c:pt>
                <c:pt idx="201">
                  <c:v>45733</c:v>
                </c:pt>
                <c:pt idx="202">
                  <c:v>45730</c:v>
                </c:pt>
                <c:pt idx="203">
                  <c:v>45729</c:v>
                </c:pt>
                <c:pt idx="204">
                  <c:v>45728</c:v>
                </c:pt>
                <c:pt idx="205">
                  <c:v>45727</c:v>
                </c:pt>
                <c:pt idx="206">
                  <c:v>45726</c:v>
                </c:pt>
                <c:pt idx="207">
                  <c:v>45723</c:v>
                </c:pt>
                <c:pt idx="208">
                  <c:v>45722</c:v>
                </c:pt>
                <c:pt idx="209">
                  <c:v>45721</c:v>
                </c:pt>
                <c:pt idx="210">
                  <c:v>45720</c:v>
                </c:pt>
                <c:pt idx="211">
                  <c:v>45719</c:v>
                </c:pt>
                <c:pt idx="212">
                  <c:v>45716</c:v>
                </c:pt>
                <c:pt idx="213">
                  <c:v>45715</c:v>
                </c:pt>
                <c:pt idx="214">
                  <c:v>45714</c:v>
                </c:pt>
                <c:pt idx="215">
                  <c:v>45713</c:v>
                </c:pt>
                <c:pt idx="216">
                  <c:v>45712</c:v>
                </c:pt>
                <c:pt idx="217">
                  <c:v>45709</c:v>
                </c:pt>
                <c:pt idx="218">
                  <c:v>45708</c:v>
                </c:pt>
                <c:pt idx="219">
                  <c:v>45707</c:v>
                </c:pt>
                <c:pt idx="220">
                  <c:v>45706</c:v>
                </c:pt>
                <c:pt idx="221">
                  <c:v>45705</c:v>
                </c:pt>
                <c:pt idx="222">
                  <c:v>45702</c:v>
                </c:pt>
                <c:pt idx="223">
                  <c:v>45701</c:v>
                </c:pt>
                <c:pt idx="224">
                  <c:v>45700</c:v>
                </c:pt>
                <c:pt idx="225">
                  <c:v>45699</c:v>
                </c:pt>
                <c:pt idx="226">
                  <c:v>45698</c:v>
                </c:pt>
                <c:pt idx="227">
                  <c:v>45695</c:v>
                </c:pt>
                <c:pt idx="228">
                  <c:v>45694</c:v>
                </c:pt>
                <c:pt idx="229">
                  <c:v>45693</c:v>
                </c:pt>
                <c:pt idx="230">
                  <c:v>45684</c:v>
                </c:pt>
                <c:pt idx="231">
                  <c:v>45681</c:v>
                </c:pt>
                <c:pt idx="232">
                  <c:v>45680</c:v>
                </c:pt>
                <c:pt idx="233">
                  <c:v>45679</c:v>
                </c:pt>
                <c:pt idx="234">
                  <c:v>45678</c:v>
                </c:pt>
                <c:pt idx="235">
                  <c:v>45677</c:v>
                </c:pt>
                <c:pt idx="236">
                  <c:v>45674</c:v>
                </c:pt>
                <c:pt idx="237">
                  <c:v>45673</c:v>
                </c:pt>
                <c:pt idx="238">
                  <c:v>45672</c:v>
                </c:pt>
                <c:pt idx="239">
                  <c:v>45671</c:v>
                </c:pt>
                <c:pt idx="240">
                  <c:v>45670</c:v>
                </c:pt>
                <c:pt idx="241">
                  <c:v>45667</c:v>
                </c:pt>
                <c:pt idx="242">
                  <c:v>45666</c:v>
                </c:pt>
                <c:pt idx="243">
                  <c:v>45665</c:v>
                </c:pt>
                <c:pt idx="244">
                  <c:v>45664</c:v>
                </c:pt>
                <c:pt idx="245">
                  <c:v>45663</c:v>
                </c:pt>
                <c:pt idx="246">
                  <c:v>45660</c:v>
                </c:pt>
                <c:pt idx="247">
                  <c:v>45659</c:v>
                </c:pt>
              </c:numCache>
            </c:numRef>
          </c:cat>
          <c:val>
            <c:numRef>
              <c:f>'图14-15宁德时代恒瑞医药解禁'!$G$24:$G$271</c:f>
              <c:numCache>
                <c:formatCode>0.0000</c:formatCode>
                <c:ptCount val="248"/>
                <c:pt idx="0">
                  <c:v>369.23</c:v>
                </c:pt>
                <c:pt idx="1">
                  <c:v>369.21</c:v>
                </c:pt>
                <c:pt idx="2">
                  <c:v>371.01</c:v>
                </c:pt>
                <c:pt idx="3">
                  <c:v>373.99</c:v>
                </c:pt>
                <c:pt idx="4">
                  <c:v>377.5</c:v>
                </c:pt>
                <c:pt idx="5">
                  <c:v>367.26</c:v>
                </c:pt>
                <c:pt idx="6">
                  <c:v>369.2</c:v>
                </c:pt>
                <c:pt idx="7">
                  <c:v>369.31</c:v>
                </c:pt>
                <c:pt idx="8">
                  <c:v>374.43</c:v>
                </c:pt>
                <c:pt idx="9">
                  <c:v>373.01</c:v>
                </c:pt>
                <c:pt idx="10">
                  <c:v>375.6</c:v>
                </c:pt>
                <c:pt idx="11">
                  <c:v>378.1</c:v>
                </c:pt>
                <c:pt idx="12">
                  <c:v>371.84</c:v>
                </c:pt>
                <c:pt idx="13">
                  <c:v>374</c:v>
                </c:pt>
                <c:pt idx="14">
                  <c:v>372</c:v>
                </c:pt>
                <c:pt idx="15">
                  <c:v>383.42</c:v>
                </c:pt>
                <c:pt idx="16">
                  <c:v>378.41</c:v>
                </c:pt>
                <c:pt idx="17">
                  <c:v>385.5</c:v>
                </c:pt>
                <c:pt idx="18">
                  <c:v>391.8</c:v>
                </c:pt>
                <c:pt idx="19">
                  <c:v>388.99</c:v>
                </c:pt>
                <c:pt idx="20">
                  <c:v>382.38</c:v>
                </c:pt>
                <c:pt idx="21">
                  <c:v>387.59</c:v>
                </c:pt>
                <c:pt idx="22">
                  <c:v>392.5</c:v>
                </c:pt>
                <c:pt idx="23">
                  <c:v>389.09</c:v>
                </c:pt>
                <c:pt idx="24">
                  <c:v>383.35</c:v>
                </c:pt>
                <c:pt idx="25">
                  <c:v>376.08</c:v>
                </c:pt>
                <c:pt idx="26">
                  <c:v>380.08</c:v>
                </c:pt>
                <c:pt idx="27">
                  <c:v>382.97</c:v>
                </c:pt>
                <c:pt idx="28">
                  <c:v>373.2</c:v>
                </c:pt>
                <c:pt idx="29">
                  <c:v>371.2</c:v>
                </c:pt>
                <c:pt idx="30">
                  <c:v>372.82</c:v>
                </c:pt>
                <c:pt idx="31">
                  <c:v>372.36</c:v>
                </c:pt>
                <c:pt idx="32">
                  <c:v>370.55</c:v>
                </c:pt>
                <c:pt idx="33">
                  <c:v>370</c:v>
                </c:pt>
                <c:pt idx="34">
                  <c:v>379.39</c:v>
                </c:pt>
                <c:pt idx="35">
                  <c:v>391.1</c:v>
                </c:pt>
                <c:pt idx="36">
                  <c:v>385</c:v>
                </c:pt>
                <c:pt idx="37">
                  <c:v>390.78</c:v>
                </c:pt>
                <c:pt idx="38">
                  <c:v>404.12</c:v>
                </c:pt>
                <c:pt idx="39">
                  <c:v>415.6</c:v>
                </c:pt>
                <c:pt idx="40">
                  <c:v>386.38</c:v>
                </c:pt>
                <c:pt idx="41">
                  <c:v>385.6</c:v>
                </c:pt>
                <c:pt idx="42">
                  <c:v>384.51</c:v>
                </c:pt>
                <c:pt idx="43">
                  <c:v>395.37</c:v>
                </c:pt>
                <c:pt idx="44">
                  <c:v>394.68</c:v>
                </c:pt>
                <c:pt idx="45">
                  <c:v>388.7</c:v>
                </c:pt>
                <c:pt idx="46">
                  <c:v>378.95</c:v>
                </c:pt>
                <c:pt idx="47">
                  <c:v>386.86</c:v>
                </c:pt>
                <c:pt idx="48">
                  <c:v>388.77</c:v>
                </c:pt>
                <c:pt idx="49">
                  <c:v>398.29</c:v>
                </c:pt>
                <c:pt idx="50">
                  <c:v>400</c:v>
                </c:pt>
                <c:pt idx="51">
                  <c:v>386.48</c:v>
                </c:pt>
                <c:pt idx="52">
                  <c:v>386.18</c:v>
                </c:pt>
                <c:pt idx="53">
                  <c:v>385.77</c:v>
                </c:pt>
                <c:pt idx="54">
                  <c:v>376.45</c:v>
                </c:pt>
                <c:pt idx="55">
                  <c:v>372.86</c:v>
                </c:pt>
                <c:pt idx="56">
                  <c:v>375.9</c:v>
                </c:pt>
                <c:pt idx="57">
                  <c:v>366.5</c:v>
                </c:pt>
                <c:pt idx="58">
                  <c:v>358.14</c:v>
                </c:pt>
                <c:pt idx="59">
                  <c:v>368.5</c:v>
                </c:pt>
                <c:pt idx="60">
                  <c:v>369.3</c:v>
                </c:pt>
                <c:pt idx="61">
                  <c:v>358</c:v>
                </c:pt>
                <c:pt idx="62">
                  <c:v>374.5</c:v>
                </c:pt>
                <c:pt idx="63">
                  <c:v>381.95</c:v>
                </c:pt>
                <c:pt idx="64">
                  <c:v>409.89</c:v>
                </c:pt>
                <c:pt idx="65">
                  <c:v>402</c:v>
                </c:pt>
                <c:pt idx="66">
                  <c:v>397.37</c:v>
                </c:pt>
                <c:pt idx="67">
                  <c:v>380.4</c:v>
                </c:pt>
                <c:pt idx="68">
                  <c:v>392.85</c:v>
                </c:pt>
                <c:pt idx="69">
                  <c:v>379.93</c:v>
                </c:pt>
                <c:pt idx="70">
                  <c:v>368.15</c:v>
                </c:pt>
                <c:pt idx="71">
                  <c:v>370.05</c:v>
                </c:pt>
                <c:pt idx="72">
                  <c:v>368.49</c:v>
                </c:pt>
                <c:pt idx="73">
                  <c:v>366.89</c:v>
                </c:pt>
                <c:pt idx="74">
                  <c:v>377.1</c:v>
                </c:pt>
                <c:pt idx="75">
                  <c:v>353.42</c:v>
                </c:pt>
                <c:pt idx="76">
                  <c:v>354.7</c:v>
                </c:pt>
                <c:pt idx="77">
                  <c:v>325</c:v>
                </c:pt>
                <c:pt idx="78">
                  <c:v>322.55</c:v>
                </c:pt>
                <c:pt idx="79">
                  <c:v>316.04000000000002</c:v>
                </c:pt>
                <c:pt idx="80">
                  <c:v>320</c:v>
                </c:pt>
                <c:pt idx="81">
                  <c:v>325.37</c:v>
                </c:pt>
                <c:pt idx="82">
                  <c:v>325.11</c:v>
                </c:pt>
                <c:pt idx="83">
                  <c:v>304.02999999999997</c:v>
                </c:pt>
                <c:pt idx="84">
                  <c:v>309</c:v>
                </c:pt>
                <c:pt idx="85">
                  <c:v>302.87</c:v>
                </c:pt>
                <c:pt idx="86">
                  <c:v>304</c:v>
                </c:pt>
                <c:pt idx="87">
                  <c:v>306.18</c:v>
                </c:pt>
                <c:pt idx="88">
                  <c:v>277.41000000000003</c:v>
                </c:pt>
                <c:pt idx="89">
                  <c:v>278.3</c:v>
                </c:pt>
                <c:pt idx="90">
                  <c:v>289.5</c:v>
                </c:pt>
                <c:pt idx="91">
                  <c:v>290.27999999999997</c:v>
                </c:pt>
                <c:pt idx="92">
                  <c:v>287.18</c:v>
                </c:pt>
                <c:pt idx="93">
                  <c:v>279</c:v>
                </c:pt>
                <c:pt idx="94">
                  <c:v>279.2</c:v>
                </c:pt>
                <c:pt idx="95">
                  <c:v>276.80001198153178</c:v>
                </c:pt>
                <c:pt idx="96">
                  <c:v>281.98129370328832</c:v>
                </c:pt>
                <c:pt idx="97">
                  <c:v>279.65968093180896</c:v>
                </c:pt>
                <c:pt idx="98">
                  <c:v>278.88248867354548</c:v>
                </c:pt>
                <c:pt idx="99">
                  <c:v>272.6151305908823</c:v>
                </c:pt>
                <c:pt idx="100">
                  <c:v>262.30238716392455</c:v>
                </c:pt>
                <c:pt idx="101">
                  <c:v>262.71091129967846</c:v>
                </c:pt>
                <c:pt idx="102">
                  <c:v>262.53155924007922</c:v>
                </c:pt>
                <c:pt idx="103">
                  <c:v>262.10310709770317</c:v>
                </c:pt>
                <c:pt idx="104">
                  <c:v>264.04608774336185</c:v>
                </c:pt>
                <c:pt idx="105">
                  <c:v>264.74356797513678</c:v>
                </c:pt>
                <c:pt idx="106">
                  <c:v>265.52076023340027</c:v>
                </c:pt>
                <c:pt idx="107">
                  <c:v>262.12303510432531</c:v>
                </c:pt>
                <c:pt idx="108">
                  <c:v>263.66745561754118</c:v>
                </c:pt>
                <c:pt idx="109">
                  <c:v>276.09256774644575</c:v>
                </c:pt>
                <c:pt idx="110">
                  <c:v>290.76954462365228</c:v>
                </c:pt>
                <c:pt idx="111">
                  <c:v>285.26941479594154</c:v>
                </c:pt>
                <c:pt idx="112">
                  <c:v>281.78201363706694</c:v>
                </c:pt>
                <c:pt idx="113">
                  <c:v>284.17337443172374</c:v>
                </c:pt>
                <c:pt idx="114">
                  <c:v>285.98682303433856</c:v>
                </c:pt>
                <c:pt idx="115">
                  <c:v>285.62811891514008</c:v>
                </c:pt>
                <c:pt idx="116">
                  <c:v>278.65331659739087</c:v>
                </c:pt>
                <c:pt idx="117">
                  <c:v>270.22376979622538</c:v>
                </c:pt>
                <c:pt idx="118">
                  <c:v>264.54428790891535</c:v>
                </c:pt>
                <c:pt idx="119">
                  <c:v>263.44824754469761</c:v>
                </c:pt>
                <c:pt idx="120">
                  <c:v>266.78618865390615</c:v>
                </c:pt>
                <c:pt idx="121">
                  <c:v>267.53348890223646</c:v>
                </c:pt>
                <c:pt idx="122">
                  <c:v>270.52268989555751</c:v>
                </c:pt>
                <c:pt idx="123">
                  <c:v>271.02089006111106</c:v>
                </c:pt>
                <c:pt idx="124">
                  <c:v>269.82520966378263</c:v>
                </c:pt>
                <c:pt idx="125">
                  <c:v>262.36217118379096</c:v>
                </c:pt>
                <c:pt idx="126">
                  <c:v>259.95088238251196</c:v>
                </c:pt>
                <c:pt idx="127">
                  <c:v>264.84320800824747</c:v>
                </c:pt>
                <c:pt idx="128">
                  <c:v>261.64476294539389</c:v>
                </c:pt>
                <c:pt idx="129">
                  <c:v>249.54846292575462</c:v>
                </c:pt>
                <c:pt idx="130">
                  <c:v>250.59468327341699</c:v>
                </c:pt>
                <c:pt idx="131">
                  <c:v>251.31209151181406</c:v>
                </c:pt>
                <c:pt idx="132">
                  <c:v>250.08651910455242</c:v>
                </c:pt>
                <c:pt idx="133">
                  <c:v>251.88003970054507</c:v>
                </c:pt>
                <c:pt idx="134">
                  <c:v>253.98244439918091</c:v>
                </c:pt>
                <c:pt idx="135">
                  <c:v>245.03476942583978</c:v>
                </c:pt>
                <c:pt idx="136">
                  <c:v>238.74748333655447</c:v>
                </c:pt>
                <c:pt idx="137">
                  <c:v>239.39514355177403</c:v>
                </c:pt>
                <c:pt idx="138">
                  <c:v>241.22852016101095</c:v>
                </c:pt>
                <c:pt idx="139">
                  <c:v>244.68602930995235</c:v>
                </c:pt>
                <c:pt idx="140">
                  <c:v>245.37354553841618</c:v>
                </c:pt>
                <c:pt idx="141">
                  <c:v>245.77210567085899</c:v>
                </c:pt>
                <c:pt idx="142">
                  <c:v>247.30656218076382</c:v>
                </c:pt>
                <c:pt idx="143">
                  <c:v>248.91076671384613</c:v>
                </c:pt>
                <c:pt idx="144">
                  <c:v>249.59828294230996</c:v>
                </c:pt>
                <c:pt idx="145">
                  <c:v>242.26477650536225</c:v>
                </c:pt>
                <c:pt idx="146">
                  <c:v>244.69599331326341</c:v>
                </c:pt>
                <c:pt idx="147">
                  <c:v>247.98411440591659</c:v>
                </c:pt>
                <c:pt idx="148">
                  <c:v>250.59468327341699</c:v>
                </c:pt>
                <c:pt idx="149">
                  <c:v>250.14630312441886</c:v>
                </c:pt>
                <c:pt idx="150">
                  <c:v>250.24594315752955</c:v>
                </c:pt>
                <c:pt idx="151">
                  <c:v>249.10008277675647</c:v>
                </c:pt>
                <c:pt idx="152">
                  <c:v>250.94342338930446</c:v>
                </c:pt>
                <c:pt idx="153">
                  <c:v>252.68712396874176</c:v>
                </c:pt>
                <c:pt idx="154">
                  <c:v>253.0757200978735</c:v>
                </c:pt>
                <c:pt idx="155">
                  <c:v>254.97884473028793</c:v>
                </c:pt>
                <c:pt idx="156">
                  <c:v>266.02892440226486</c:v>
                </c:pt>
                <c:pt idx="157">
                  <c:v>269.39675752140658</c:v>
                </c:pt>
                <c:pt idx="158">
                  <c:v>273.09340274981361</c:v>
                </c:pt>
                <c:pt idx="159">
                  <c:v>262.0532870811478</c:v>
                </c:pt>
                <c:pt idx="160">
                  <c:v>259.06408608782675</c:v>
                </c:pt>
                <c:pt idx="161">
                  <c:v>258.42638987591823</c:v>
                </c:pt>
                <c:pt idx="162">
                  <c:v>259.24343814742599</c:v>
                </c:pt>
                <c:pt idx="163">
                  <c:v>261.65472694870499</c:v>
                </c:pt>
                <c:pt idx="164">
                  <c:v>257.83851368056509</c:v>
                </c:pt>
                <c:pt idx="165">
                  <c:v>256.07488509450565</c:v>
                </c:pt>
                <c:pt idx="166">
                  <c:v>247.37631020394133</c:v>
                </c:pt>
                <c:pt idx="167">
                  <c:v>243.68962897884532</c:v>
                </c:pt>
                <c:pt idx="168">
                  <c:v>237.75108300544744</c:v>
                </c:pt>
                <c:pt idx="169">
                  <c:v>230.7962086943204</c:v>
                </c:pt>
                <c:pt idx="170">
                  <c:v>230.66667665127648</c:v>
                </c:pt>
                <c:pt idx="171">
                  <c:v>231.19476882676321</c:v>
                </c:pt>
                <c:pt idx="172">
                  <c:v>234.00461776048502</c:v>
                </c:pt>
                <c:pt idx="173">
                  <c:v>235.74831833992232</c:v>
                </c:pt>
                <c:pt idx="174">
                  <c:v>236.01734642932121</c:v>
                </c:pt>
                <c:pt idx="175">
                  <c:v>232.51001726382447</c:v>
                </c:pt>
                <c:pt idx="176">
                  <c:v>229.85959238307979</c:v>
                </c:pt>
                <c:pt idx="177">
                  <c:v>226.00356116129174</c:v>
                </c:pt>
                <c:pt idx="178">
                  <c:v>220.24015776030788</c:v>
                </c:pt>
                <c:pt idx="179">
                  <c:v>220.76765569870301</c:v>
                </c:pt>
                <c:pt idx="180">
                  <c:v>219.68335438089079</c:v>
                </c:pt>
                <c:pt idx="181">
                  <c:v>222.8678789719429</c:v>
                </c:pt>
                <c:pt idx="182">
                  <c:v>218.8139596305729</c:v>
                </c:pt>
                <c:pt idx="183">
                  <c:v>218.8139596305729</c:v>
                </c:pt>
                <c:pt idx="184">
                  <c:v>212.93333446550125</c:v>
                </c:pt>
                <c:pt idx="185">
                  <c:v>206.49590592101251</c:v>
                </c:pt>
                <c:pt idx="186">
                  <c:v>213.97856186195088</c:v>
                </c:pt>
                <c:pt idx="187">
                  <c:v>210.23723389148171</c:v>
                </c:pt>
                <c:pt idx="188">
                  <c:v>237.45222012053421</c:v>
                </c:pt>
                <c:pt idx="189">
                  <c:v>243.37191920696844</c:v>
                </c:pt>
                <c:pt idx="190">
                  <c:v>243.29377136424324</c:v>
                </c:pt>
                <c:pt idx="191">
                  <c:v>247.08394173641568</c:v>
                </c:pt>
                <c:pt idx="192">
                  <c:v>250.85457514790681</c:v>
                </c:pt>
                <c:pt idx="193">
                  <c:v>252.8864190587621</c:v>
                </c:pt>
                <c:pt idx="194">
                  <c:v>250.9717969119946</c:v>
                </c:pt>
                <c:pt idx="195">
                  <c:v>253.47252787920115</c:v>
                </c:pt>
                <c:pt idx="196">
                  <c:v>252.18308847423529</c:v>
                </c:pt>
                <c:pt idx="197">
                  <c:v>250.07309672065475</c:v>
                </c:pt>
                <c:pt idx="198">
                  <c:v>256.08071213015484</c:v>
                </c:pt>
                <c:pt idx="199">
                  <c:v>259.24569976052561</c:v>
                </c:pt>
                <c:pt idx="200">
                  <c:v>251.0499447547198</c:v>
                </c:pt>
                <c:pt idx="201">
                  <c:v>250.07309672065475</c:v>
                </c:pt>
                <c:pt idx="202">
                  <c:v>255.93418492504509</c:v>
                </c:pt>
                <c:pt idx="203">
                  <c:v>247.35745918595387</c:v>
                </c:pt>
                <c:pt idx="204">
                  <c:v>248.60782466955715</c:v>
                </c:pt>
                <c:pt idx="205">
                  <c:v>249.29161829340268</c:v>
                </c:pt>
                <c:pt idx="206">
                  <c:v>250.56152073768729</c:v>
                </c:pt>
                <c:pt idx="207">
                  <c:v>254.7228933628044</c:v>
                </c:pt>
                <c:pt idx="208">
                  <c:v>258.19070388373535</c:v>
                </c:pt>
                <c:pt idx="209">
                  <c:v>254.94756841063941</c:v>
                </c:pt>
                <c:pt idx="210">
                  <c:v>256.91103295911017</c:v>
                </c:pt>
                <c:pt idx="211">
                  <c:v>267.19724275781516</c:v>
                </c:pt>
                <c:pt idx="212">
                  <c:v>258.18093540339476</c:v>
                </c:pt>
                <c:pt idx="213">
                  <c:v>263.74896919756554</c:v>
                </c:pt>
                <c:pt idx="214">
                  <c:v>262.40091891055579</c:v>
                </c:pt>
                <c:pt idx="215">
                  <c:v>263.24100821985172</c:v>
                </c:pt>
                <c:pt idx="216">
                  <c:v>265.21424124866314</c:v>
                </c:pt>
                <c:pt idx="217">
                  <c:v>269.17047578662664</c:v>
                </c:pt>
                <c:pt idx="218">
                  <c:v>263.94433880437856</c:v>
                </c:pt>
                <c:pt idx="219">
                  <c:v>267.21677971849653</c:v>
                </c:pt>
                <c:pt idx="220">
                  <c:v>264.50114218379565</c:v>
                </c:pt>
                <c:pt idx="221">
                  <c:v>263.16286037712649</c:v>
                </c:pt>
                <c:pt idx="222">
                  <c:v>263.46568326768664</c:v>
                </c:pt>
                <c:pt idx="223">
                  <c:v>255.33830762426538</c:v>
                </c:pt>
                <c:pt idx="224">
                  <c:v>249.38930309680921</c:v>
                </c:pt>
                <c:pt idx="225">
                  <c:v>245.9703349775815</c:v>
                </c:pt>
                <c:pt idx="226">
                  <c:v>252.46637440411413</c:v>
                </c:pt>
                <c:pt idx="227">
                  <c:v>255.23085434051822</c:v>
                </c:pt>
                <c:pt idx="228">
                  <c:v>247.24023742186608</c:v>
                </c:pt>
                <c:pt idx="229">
                  <c:v>246.28292634848233</c:v>
                </c:pt>
                <c:pt idx="230">
                  <c:v>251.0499447547198</c:v>
                </c:pt>
                <c:pt idx="231">
                  <c:v>254.5861346380353</c:v>
                </c:pt>
                <c:pt idx="232">
                  <c:v>250.33686727744694</c:v>
                </c:pt>
                <c:pt idx="233">
                  <c:v>250.82295828186918</c:v>
                </c:pt>
                <c:pt idx="234">
                  <c:v>256.83104309652788</c:v>
                </c:pt>
                <c:pt idx="235">
                  <c:v>258.13376698837948</c:v>
                </c:pt>
                <c:pt idx="236">
                  <c:v>244.50377522438023</c:v>
                </c:pt>
                <c:pt idx="237">
                  <c:v>242.97744947049443</c:v>
                </c:pt>
                <c:pt idx="238">
                  <c:v>243.89130055880821</c:v>
                </c:pt>
                <c:pt idx="239">
                  <c:v>249.07303066594915</c:v>
                </c:pt>
                <c:pt idx="240">
                  <c:v>240.04145980378416</c:v>
                </c:pt>
                <c:pt idx="241">
                  <c:v>239.15677417573573</c:v>
                </c:pt>
                <c:pt idx="242">
                  <c:v>240.44977624749885</c:v>
                </c:pt>
                <c:pt idx="243">
                  <c:v>238.51513404989839</c:v>
                </c:pt>
                <c:pt idx="244">
                  <c:v>242.51080210624909</c:v>
                </c:pt>
                <c:pt idx="245">
                  <c:v>249.60773077081362</c:v>
                </c:pt>
                <c:pt idx="246">
                  <c:v>250.46325093859673</c:v>
                </c:pt>
                <c:pt idx="247">
                  <c:v>251.58126024876782</c:v>
                </c:pt>
              </c:numCache>
            </c:numRef>
          </c:val>
          <c:smooth val="0"/>
          <c:extLst>
            <c:ext xmlns:c16="http://schemas.microsoft.com/office/drawing/2014/chart" uri="{C3380CC4-5D6E-409C-BE32-E72D297353CC}">
              <c16:uniqueId val="{00000000-A11D-4140-BF6A-709793F4CD70}"/>
            </c:ext>
          </c:extLst>
        </c:ser>
        <c:dLbls>
          <c:showLegendKey val="0"/>
          <c:showVal val="0"/>
          <c:showCatName val="0"/>
          <c:showSerName val="0"/>
          <c:showPercent val="0"/>
          <c:showBubbleSize val="0"/>
        </c:dLbls>
        <c:marker val="1"/>
        <c:smooth val="0"/>
        <c:axId val="2000001824"/>
        <c:axId val="2000001825"/>
      </c:lineChart>
      <c:lineChart>
        <c:grouping val="standard"/>
        <c:varyColors val="0"/>
        <c:ser>
          <c:idx val="1"/>
          <c:order val="1"/>
          <c:tx>
            <c:strRef>
              <c:f>'图14-15宁德时代恒瑞医药解禁'!$H$22:$H$23</c:f>
              <c:strCache>
                <c:ptCount val="2"/>
                <c:pt idx="0">
                  <c:v>宁德时代（右轴，港元/股）</c:v>
                </c:pt>
                <c:pt idx="1">
                  <c:v>03750.HK</c:v>
                </c:pt>
              </c:strCache>
            </c:strRef>
          </c:tx>
          <c:spPr>
            <a:ln w="25400">
              <a:solidFill>
                <a:srgbClr val="2C3160"/>
              </a:solidFill>
              <a:prstDash val="solid"/>
            </a:ln>
          </c:spPr>
          <c:marker>
            <c:symbol val="none"/>
          </c:marker>
          <c:cat>
            <c:numRef>
              <c:f>'图14-15宁德时代恒瑞医药解禁'!$F$24:$F$271</c:f>
              <c:numCache>
                <c:formatCode>yyyy\-mm\-dd</c:formatCode>
                <c:ptCount val="248"/>
                <c:pt idx="0">
                  <c:v>46031</c:v>
                </c:pt>
                <c:pt idx="1">
                  <c:v>46030</c:v>
                </c:pt>
                <c:pt idx="2">
                  <c:v>46029</c:v>
                </c:pt>
                <c:pt idx="3">
                  <c:v>46028</c:v>
                </c:pt>
                <c:pt idx="4">
                  <c:v>46027</c:v>
                </c:pt>
                <c:pt idx="5">
                  <c:v>46022</c:v>
                </c:pt>
                <c:pt idx="6">
                  <c:v>46021</c:v>
                </c:pt>
                <c:pt idx="7">
                  <c:v>46020</c:v>
                </c:pt>
                <c:pt idx="8">
                  <c:v>46017</c:v>
                </c:pt>
                <c:pt idx="9">
                  <c:v>46016</c:v>
                </c:pt>
                <c:pt idx="10">
                  <c:v>46015</c:v>
                </c:pt>
                <c:pt idx="11">
                  <c:v>46014</c:v>
                </c:pt>
                <c:pt idx="12">
                  <c:v>46013</c:v>
                </c:pt>
                <c:pt idx="13">
                  <c:v>46010</c:v>
                </c:pt>
                <c:pt idx="14">
                  <c:v>46009</c:v>
                </c:pt>
                <c:pt idx="15">
                  <c:v>46008</c:v>
                </c:pt>
                <c:pt idx="16">
                  <c:v>46007</c:v>
                </c:pt>
                <c:pt idx="17">
                  <c:v>46006</c:v>
                </c:pt>
                <c:pt idx="18">
                  <c:v>46003</c:v>
                </c:pt>
                <c:pt idx="19">
                  <c:v>46002</c:v>
                </c:pt>
                <c:pt idx="20">
                  <c:v>46001</c:v>
                </c:pt>
                <c:pt idx="21">
                  <c:v>46000</c:v>
                </c:pt>
                <c:pt idx="22">
                  <c:v>45999</c:v>
                </c:pt>
                <c:pt idx="23">
                  <c:v>45996</c:v>
                </c:pt>
                <c:pt idx="24">
                  <c:v>45995</c:v>
                </c:pt>
                <c:pt idx="25">
                  <c:v>45994</c:v>
                </c:pt>
                <c:pt idx="26">
                  <c:v>45993</c:v>
                </c:pt>
                <c:pt idx="27">
                  <c:v>45992</c:v>
                </c:pt>
                <c:pt idx="28">
                  <c:v>45989</c:v>
                </c:pt>
                <c:pt idx="29">
                  <c:v>45988</c:v>
                </c:pt>
                <c:pt idx="30">
                  <c:v>45987</c:v>
                </c:pt>
                <c:pt idx="31">
                  <c:v>45986</c:v>
                </c:pt>
                <c:pt idx="32">
                  <c:v>45985</c:v>
                </c:pt>
                <c:pt idx="33">
                  <c:v>45982</c:v>
                </c:pt>
                <c:pt idx="34">
                  <c:v>45981</c:v>
                </c:pt>
                <c:pt idx="35">
                  <c:v>45980</c:v>
                </c:pt>
                <c:pt idx="36">
                  <c:v>45979</c:v>
                </c:pt>
                <c:pt idx="37">
                  <c:v>45978</c:v>
                </c:pt>
                <c:pt idx="38">
                  <c:v>45975</c:v>
                </c:pt>
                <c:pt idx="39">
                  <c:v>45974</c:v>
                </c:pt>
                <c:pt idx="40">
                  <c:v>45973</c:v>
                </c:pt>
                <c:pt idx="41">
                  <c:v>45972</c:v>
                </c:pt>
                <c:pt idx="42">
                  <c:v>45971</c:v>
                </c:pt>
                <c:pt idx="43">
                  <c:v>45968</c:v>
                </c:pt>
                <c:pt idx="44">
                  <c:v>45967</c:v>
                </c:pt>
                <c:pt idx="45">
                  <c:v>45966</c:v>
                </c:pt>
                <c:pt idx="46">
                  <c:v>45965</c:v>
                </c:pt>
                <c:pt idx="47">
                  <c:v>45964</c:v>
                </c:pt>
                <c:pt idx="48">
                  <c:v>45961</c:v>
                </c:pt>
                <c:pt idx="49">
                  <c:v>45960</c:v>
                </c:pt>
                <c:pt idx="50">
                  <c:v>45959</c:v>
                </c:pt>
                <c:pt idx="51">
                  <c:v>45958</c:v>
                </c:pt>
                <c:pt idx="52">
                  <c:v>45957</c:v>
                </c:pt>
                <c:pt idx="53">
                  <c:v>45954</c:v>
                </c:pt>
                <c:pt idx="54">
                  <c:v>45953</c:v>
                </c:pt>
                <c:pt idx="55">
                  <c:v>45952</c:v>
                </c:pt>
                <c:pt idx="56">
                  <c:v>45951</c:v>
                </c:pt>
                <c:pt idx="57">
                  <c:v>45950</c:v>
                </c:pt>
                <c:pt idx="58">
                  <c:v>45947</c:v>
                </c:pt>
                <c:pt idx="59">
                  <c:v>45946</c:v>
                </c:pt>
                <c:pt idx="60">
                  <c:v>45945</c:v>
                </c:pt>
                <c:pt idx="61">
                  <c:v>45944</c:v>
                </c:pt>
                <c:pt idx="62">
                  <c:v>45943</c:v>
                </c:pt>
                <c:pt idx="63">
                  <c:v>45940</c:v>
                </c:pt>
                <c:pt idx="64">
                  <c:v>45939</c:v>
                </c:pt>
                <c:pt idx="65">
                  <c:v>45930</c:v>
                </c:pt>
                <c:pt idx="66">
                  <c:v>45929</c:v>
                </c:pt>
                <c:pt idx="67">
                  <c:v>45926</c:v>
                </c:pt>
                <c:pt idx="68">
                  <c:v>45925</c:v>
                </c:pt>
                <c:pt idx="69">
                  <c:v>45924</c:v>
                </c:pt>
                <c:pt idx="70">
                  <c:v>45923</c:v>
                </c:pt>
                <c:pt idx="71">
                  <c:v>45922</c:v>
                </c:pt>
                <c:pt idx="72">
                  <c:v>45919</c:v>
                </c:pt>
                <c:pt idx="73">
                  <c:v>45918</c:v>
                </c:pt>
                <c:pt idx="74">
                  <c:v>45917</c:v>
                </c:pt>
                <c:pt idx="75">
                  <c:v>45916</c:v>
                </c:pt>
                <c:pt idx="76">
                  <c:v>45915</c:v>
                </c:pt>
                <c:pt idx="77">
                  <c:v>45912</c:v>
                </c:pt>
                <c:pt idx="78">
                  <c:v>45911</c:v>
                </c:pt>
                <c:pt idx="79">
                  <c:v>45910</c:v>
                </c:pt>
                <c:pt idx="80">
                  <c:v>45909</c:v>
                </c:pt>
                <c:pt idx="81">
                  <c:v>45908</c:v>
                </c:pt>
                <c:pt idx="82">
                  <c:v>45905</c:v>
                </c:pt>
                <c:pt idx="83">
                  <c:v>45904</c:v>
                </c:pt>
                <c:pt idx="84">
                  <c:v>45903</c:v>
                </c:pt>
                <c:pt idx="85">
                  <c:v>45902</c:v>
                </c:pt>
                <c:pt idx="86">
                  <c:v>45901</c:v>
                </c:pt>
                <c:pt idx="87">
                  <c:v>45898</c:v>
                </c:pt>
                <c:pt idx="88">
                  <c:v>45897</c:v>
                </c:pt>
                <c:pt idx="89">
                  <c:v>45896</c:v>
                </c:pt>
                <c:pt idx="90">
                  <c:v>45895</c:v>
                </c:pt>
                <c:pt idx="91">
                  <c:v>45894</c:v>
                </c:pt>
                <c:pt idx="92">
                  <c:v>45891</c:v>
                </c:pt>
                <c:pt idx="93">
                  <c:v>45890</c:v>
                </c:pt>
                <c:pt idx="94">
                  <c:v>45889</c:v>
                </c:pt>
                <c:pt idx="95">
                  <c:v>45888</c:v>
                </c:pt>
                <c:pt idx="96">
                  <c:v>45887</c:v>
                </c:pt>
                <c:pt idx="97">
                  <c:v>45884</c:v>
                </c:pt>
                <c:pt idx="98">
                  <c:v>45883</c:v>
                </c:pt>
                <c:pt idx="99">
                  <c:v>45882</c:v>
                </c:pt>
                <c:pt idx="100">
                  <c:v>45881</c:v>
                </c:pt>
                <c:pt idx="101">
                  <c:v>45880</c:v>
                </c:pt>
                <c:pt idx="102">
                  <c:v>45877</c:v>
                </c:pt>
                <c:pt idx="103">
                  <c:v>45876</c:v>
                </c:pt>
                <c:pt idx="104">
                  <c:v>45875</c:v>
                </c:pt>
                <c:pt idx="105">
                  <c:v>45874</c:v>
                </c:pt>
                <c:pt idx="106">
                  <c:v>45873</c:v>
                </c:pt>
                <c:pt idx="107">
                  <c:v>45870</c:v>
                </c:pt>
                <c:pt idx="108">
                  <c:v>45869</c:v>
                </c:pt>
                <c:pt idx="109">
                  <c:v>45868</c:v>
                </c:pt>
                <c:pt idx="110">
                  <c:v>45867</c:v>
                </c:pt>
                <c:pt idx="111">
                  <c:v>45866</c:v>
                </c:pt>
                <c:pt idx="112">
                  <c:v>45863</c:v>
                </c:pt>
                <c:pt idx="113">
                  <c:v>45862</c:v>
                </c:pt>
                <c:pt idx="114">
                  <c:v>45861</c:v>
                </c:pt>
                <c:pt idx="115">
                  <c:v>45860</c:v>
                </c:pt>
                <c:pt idx="116">
                  <c:v>45859</c:v>
                </c:pt>
                <c:pt idx="117">
                  <c:v>45856</c:v>
                </c:pt>
                <c:pt idx="118">
                  <c:v>45855</c:v>
                </c:pt>
                <c:pt idx="119">
                  <c:v>45854</c:v>
                </c:pt>
                <c:pt idx="120">
                  <c:v>45853</c:v>
                </c:pt>
                <c:pt idx="121">
                  <c:v>45852</c:v>
                </c:pt>
                <c:pt idx="122">
                  <c:v>45849</c:v>
                </c:pt>
                <c:pt idx="123">
                  <c:v>45848</c:v>
                </c:pt>
                <c:pt idx="124">
                  <c:v>45847</c:v>
                </c:pt>
                <c:pt idx="125">
                  <c:v>45846</c:v>
                </c:pt>
                <c:pt idx="126">
                  <c:v>45845</c:v>
                </c:pt>
                <c:pt idx="127">
                  <c:v>45842</c:v>
                </c:pt>
                <c:pt idx="128">
                  <c:v>45841</c:v>
                </c:pt>
                <c:pt idx="129">
                  <c:v>45840</c:v>
                </c:pt>
                <c:pt idx="130">
                  <c:v>45839</c:v>
                </c:pt>
                <c:pt idx="131">
                  <c:v>45838</c:v>
                </c:pt>
                <c:pt idx="132">
                  <c:v>45835</c:v>
                </c:pt>
                <c:pt idx="133">
                  <c:v>45834</c:v>
                </c:pt>
                <c:pt idx="134">
                  <c:v>45833</c:v>
                </c:pt>
                <c:pt idx="135">
                  <c:v>45832</c:v>
                </c:pt>
                <c:pt idx="136">
                  <c:v>45831</c:v>
                </c:pt>
                <c:pt idx="137">
                  <c:v>45828</c:v>
                </c:pt>
                <c:pt idx="138">
                  <c:v>45827</c:v>
                </c:pt>
                <c:pt idx="139">
                  <c:v>45826</c:v>
                </c:pt>
                <c:pt idx="140">
                  <c:v>45825</c:v>
                </c:pt>
                <c:pt idx="141">
                  <c:v>45824</c:v>
                </c:pt>
                <c:pt idx="142">
                  <c:v>45821</c:v>
                </c:pt>
                <c:pt idx="143">
                  <c:v>45820</c:v>
                </c:pt>
                <c:pt idx="144">
                  <c:v>45819</c:v>
                </c:pt>
                <c:pt idx="145">
                  <c:v>45818</c:v>
                </c:pt>
                <c:pt idx="146">
                  <c:v>45817</c:v>
                </c:pt>
                <c:pt idx="147">
                  <c:v>45814</c:v>
                </c:pt>
                <c:pt idx="148">
                  <c:v>45813</c:v>
                </c:pt>
                <c:pt idx="149">
                  <c:v>45812</c:v>
                </c:pt>
                <c:pt idx="150">
                  <c:v>45811</c:v>
                </c:pt>
                <c:pt idx="151">
                  <c:v>45807</c:v>
                </c:pt>
                <c:pt idx="152">
                  <c:v>45806</c:v>
                </c:pt>
                <c:pt idx="153">
                  <c:v>45805</c:v>
                </c:pt>
                <c:pt idx="154">
                  <c:v>45804</c:v>
                </c:pt>
                <c:pt idx="155">
                  <c:v>45803</c:v>
                </c:pt>
                <c:pt idx="156">
                  <c:v>45800</c:v>
                </c:pt>
                <c:pt idx="157">
                  <c:v>45799</c:v>
                </c:pt>
                <c:pt idx="158">
                  <c:v>45798</c:v>
                </c:pt>
                <c:pt idx="159">
                  <c:v>45797</c:v>
                </c:pt>
                <c:pt idx="160">
                  <c:v>45796</c:v>
                </c:pt>
                <c:pt idx="161">
                  <c:v>45793</c:v>
                </c:pt>
                <c:pt idx="162">
                  <c:v>45792</c:v>
                </c:pt>
                <c:pt idx="163">
                  <c:v>45791</c:v>
                </c:pt>
                <c:pt idx="164">
                  <c:v>45790</c:v>
                </c:pt>
                <c:pt idx="165">
                  <c:v>45789</c:v>
                </c:pt>
                <c:pt idx="166">
                  <c:v>45786</c:v>
                </c:pt>
                <c:pt idx="167">
                  <c:v>45785</c:v>
                </c:pt>
                <c:pt idx="168">
                  <c:v>45784</c:v>
                </c:pt>
                <c:pt idx="169">
                  <c:v>45783</c:v>
                </c:pt>
                <c:pt idx="170">
                  <c:v>45777</c:v>
                </c:pt>
                <c:pt idx="171">
                  <c:v>45776</c:v>
                </c:pt>
                <c:pt idx="172">
                  <c:v>45775</c:v>
                </c:pt>
                <c:pt idx="173">
                  <c:v>45772</c:v>
                </c:pt>
                <c:pt idx="174">
                  <c:v>45771</c:v>
                </c:pt>
                <c:pt idx="175">
                  <c:v>45770</c:v>
                </c:pt>
                <c:pt idx="176">
                  <c:v>45769</c:v>
                </c:pt>
                <c:pt idx="177">
                  <c:v>45768</c:v>
                </c:pt>
                <c:pt idx="178">
                  <c:v>45765</c:v>
                </c:pt>
                <c:pt idx="179">
                  <c:v>45764</c:v>
                </c:pt>
                <c:pt idx="180">
                  <c:v>45763</c:v>
                </c:pt>
                <c:pt idx="181">
                  <c:v>45762</c:v>
                </c:pt>
                <c:pt idx="182">
                  <c:v>45761</c:v>
                </c:pt>
                <c:pt idx="183">
                  <c:v>45758</c:v>
                </c:pt>
                <c:pt idx="184">
                  <c:v>45757</c:v>
                </c:pt>
                <c:pt idx="185">
                  <c:v>45756</c:v>
                </c:pt>
                <c:pt idx="186">
                  <c:v>45755</c:v>
                </c:pt>
                <c:pt idx="187">
                  <c:v>45754</c:v>
                </c:pt>
                <c:pt idx="188">
                  <c:v>45750</c:v>
                </c:pt>
                <c:pt idx="189">
                  <c:v>45749</c:v>
                </c:pt>
                <c:pt idx="190">
                  <c:v>45748</c:v>
                </c:pt>
                <c:pt idx="191">
                  <c:v>45747</c:v>
                </c:pt>
                <c:pt idx="192">
                  <c:v>45744</c:v>
                </c:pt>
                <c:pt idx="193">
                  <c:v>45743</c:v>
                </c:pt>
                <c:pt idx="194">
                  <c:v>45742</c:v>
                </c:pt>
                <c:pt idx="195">
                  <c:v>45741</c:v>
                </c:pt>
                <c:pt idx="196">
                  <c:v>45740</c:v>
                </c:pt>
                <c:pt idx="197">
                  <c:v>45737</c:v>
                </c:pt>
                <c:pt idx="198">
                  <c:v>45736</c:v>
                </c:pt>
                <c:pt idx="199">
                  <c:v>45735</c:v>
                </c:pt>
                <c:pt idx="200">
                  <c:v>45734</c:v>
                </c:pt>
                <c:pt idx="201">
                  <c:v>45733</c:v>
                </c:pt>
                <c:pt idx="202">
                  <c:v>45730</c:v>
                </c:pt>
                <c:pt idx="203">
                  <c:v>45729</c:v>
                </c:pt>
                <c:pt idx="204">
                  <c:v>45728</c:v>
                </c:pt>
                <c:pt idx="205">
                  <c:v>45727</c:v>
                </c:pt>
                <c:pt idx="206">
                  <c:v>45726</c:v>
                </c:pt>
                <c:pt idx="207">
                  <c:v>45723</c:v>
                </c:pt>
                <c:pt idx="208">
                  <c:v>45722</c:v>
                </c:pt>
                <c:pt idx="209">
                  <c:v>45721</c:v>
                </c:pt>
                <c:pt idx="210">
                  <c:v>45720</c:v>
                </c:pt>
                <c:pt idx="211">
                  <c:v>45719</c:v>
                </c:pt>
                <c:pt idx="212">
                  <c:v>45716</c:v>
                </c:pt>
                <c:pt idx="213">
                  <c:v>45715</c:v>
                </c:pt>
                <c:pt idx="214">
                  <c:v>45714</c:v>
                </c:pt>
                <c:pt idx="215">
                  <c:v>45713</c:v>
                </c:pt>
                <c:pt idx="216">
                  <c:v>45712</c:v>
                </c:pt>
                <c:pt idx="217">
                  <c:v>45709</c:v>
                </c:pt>
                <c:pt idx="218">
                  <c:v>45708</c:v>
                </c:pt>
                <c:pt idx="219">
                  <c:v>45707</c:v>
                </c:pt>
                <c:pt idx="220">
                  <c:v>45706</c:v>
                </c:pt>
                <c:pt idx="221">
                  <c:v>45705</c:v>
                </c:pt>
                <c:pt idx="222">
                  <c:v>45702</c:v>
                </c:pt>
                <c:pt idx="223">
                  <c:v>45701</c:v>
                </c:pt>
                <c:pt idx="224">
                  <c:v>45700</c:v>
                </c:pt>
                <c:pt idx="225">
                  <c:v>45699</c:v>
                </c:pt>
                <c:pt idx="226">
                  <c:v>45698</c:v>
                </c:pt>
                <c:pt idx="227">
                  <c:v>45695</c:v>
                </c:pt>
                <c:pt idx="228">
                  <c:v>45694</c:v>
                </c:pt>
                <c:pt idx="229">
                  <c:v>45693</c:v>
                </c:pt>
                <c:pt idx="230">
                  <c:v>45684</c:v>
                </c:pt>
                <c:pt idx="231">
                  <c:v>45681</c:v>
                </c:pt>
                <c:pt idx="232">
                  <c:v>45680</c:v>
                </c:pt>
                <c:pt idx="233">
                  <c:v>45679</c:v>
                </c:pt>
                <c:pt idx="234">
                  <c:v>45678</c:v>
                </c:pt>
                <c:pt idx="235">
                  <c:v>45677</c:v>
                </c:pt>
                <c:pt idx="236">
                  <c:v>45674</c:v>
                </c:pt>
                <c:pt idx="237">
                  <c:v>45673</c:v>
                </c:pt>
                <c:pt idx="238">
                  <c:v>45672</c:v>
                </c:pt>
                <c:pt idx="239">
                  <c:v>45671</c:v>
                </c:pt>
                <c:pt idx="240">
                  <c:v>45670</c:v>
                </c:pt>
                <c:pt idx="241">
                  <c:v>45667</c:v>
                </c:pt>
                <c:pt idx="242">
                  <c:v>45666</c:v>
                </c:pt>
                <c:pt idx="243">
                  <c:v>45665</c:v>
                </c:pt>
                <c:pt idx="244">
                  <c:v>45664</c:v>
                </c:pt>
                <c:pt idx="245">
                  <c:v>45663</c:v>
                </c:pt>
                <c:pt idx="246">
                  <c:v>45660</c:v>
                </c:pt>
                <c:pt idx="247">
                  <c:v>45659</c:v>
                </c:pt>
              </c:numCache>
            </c:numRef>
          </c:cat>
          <c:val>
            <c:numRef>
              <c:f>'图14-15宁德时代恒瑞医药解禁'!$H$24:$H$271</c:f>
              <c:numCache>
                <c:formatCode>0.0000</c:formatCode>
                <c:ptCount val="248"/>
                <c:pt idx="0">
                  <c:v>497.4</c:v>
                </c:pt>
                <c:pt idx="1">
                  <c:v>503.5</c:v>
                </c:pt>
                <c:pt idx="2">
                  <c:v>506</c:v>
                </c:pt>
                <c:pt idx="3">
                  <c:v>510.5</c:v>
                </c:pt>
                <c:pt idx="4">
                  <c:v>514.5</c:v>
                </c:pt>
                <c:pt idx="5">
                  <c:v>505.5</c:v>
                </c:pt>
                <c:pt idx="6">
                  <c:v>503</c:v>
                </c:pt>
                <c:pt idx="7">
                  <c:v>497.8</c:v>
                </c:pt>
                <c:pt idx="8">
                  <c:v>508.5</c:v>
                </c:pt>
                <c:pt idx="9">
                  <c:v>508.5</c:v>
                </c:pt>
                <c:pt idx="10">
                  <c:v>508.5</c:v>
                </c:pt>
                <c:pt idx="11">
                  <c:v>515</c:v>
                </c:pt>
                <c:pt idx="12">
                  <c:v>509.5</c:v>
                </c:pt>
                <c:pt idx="13">
                  <c:v>505</c:v>
                </c:pt>
                <c:pt idx="14">
                  <c:v>494</c:v>
                </c:pt>
                <c:pt idx="15">
                  <c:v>511</c:v>
                </c:pt>
                <c:pt idx="16">
                  <c:v>506</c:v>
                </c:pt>
                <c:pt idx="17">
                  <c:v>519</c:v>
                </c:pt>
                <c:pt idx="18">
                  <c:v>516</c:v>
                </c:pt>
                <c:pt idx="19">
                  <c:v>508</c:v>
                </c:pt>
                <c:pt idx="20">
                  <c:v>498.4</c:v>
                </c:pt>
                <c:pt idx="21">
                  <c:v>496</c:v>
                </c:pt>
                <c:pt idx="22">
                  <c:v>506.5</c:v>
                </c:pt>
                <c:pt idx="23">
                  <c:v>490.4</c:v>
                </c:pt>
                <c:pt idx="24">
                  <c:v>483</c:v>
                </c:pt>
                <c:pt idx="25">
                  <c:v>473.6</c:v>
                </c:pt>
                <c:pt idx="26">
                  <c:v>477.8</c:v>
                </c:pt>
                <c:pt idx="27">
                  <c:v>483</c:v>
                </c:pt>
                <c:pt idx="28">
                  <c:v>472</c:v>
                </c:pt>
                <c:pt idx="29">
                  <c:v>470</c:v>
                </c:pt>
                <c:pt idx="30">
                  <c:v>467.2</c:v>
                </c:pt>
                <c:pt idx="31">
                  <c:v>468.2</c:v>
                </c:pt>
                <c:pt idx="32">
                  <c:v>465</c:v>
                </c:pt>
                <c:pt idx="33">
                  <c:v>465</c:v>
                </c:pt>
                <c:pt idx="34">
                  <c:v>483</c:v>
                </c:pt>
                <c:pt idx="35">
                  <c:v>512</c:v>
                </c:pt>
                <c:pt idx="36">
                  <c:v>504</c:v>
                </c:pt>
                <c:pt idx="37">
                  <c:v>526</c:v>
                </c:pt>
                <c:pt idx="38">
                  <c:v>542</c:v>
                </c:pt>
                <c:pt idx="39">
                  <c:v>567.5</c:v>
                </c:pt>
                <c:pt idx="40">
                  <c:v>550</c:v>
                </c:pt>
                <c:pt idx="41">
                  <c:v>542.5</c:v>
                </c:pt>
                <c:pt idx="42">
                  <c:v>548</c:v>
                </c:pt>
                <c:pt idx="43">
                  <c:v>558.5</c:v>
                </c:pt>
                <c:pt idx="44">
                  <c:v>554.5</c:v>
                </c:pt>
                <c:pt idx="45">
                  <c:v>547.5</c:v>
                </c:pt>
                <c:pt idx="46">
                  <c:v>548</c:v>
                </c:pt>
                <c:pt idx="47">
                  <c:v>555</c:v>
                </c:pt>
                <c:pt idx="48">
                  <c:v>558.5</c:v>
                </c:pt>
                <c:pt idx="49">
                  <c:v>574.5</c:v>
                </c:pt>
                <c:pt idx="50">
                  <c:v>560.5</c:v>
                </c:pt>
                <c:pt idx="51">
                  <c:v>560.5</c:v>
                </c:pt>
                <c:pt idx="52">
                  <c:v>561.5</c:v>
                </c:pt>
                <c:pt idx="53">
                  <c:v>553.5</c:v>
                </c:pt>
                <c:pt idx="54">
                  <c:v>535</c:v>
                </c:pt>
                <c:pt idx="55">
                  <c:v>546</c:v>
                </c:pt>
                <c:pt idx="56">
                  <c:v>544</c:v>
                </c:pt>
                <c:pt idx="57">
                  <c:v>528</c:v>
                </c:pt>
                <c:pt idx="58">
                  <c:v>521.5</c:v>
                </c:pt>
                <c:pt idx="59">
                  <c:v>535.5</c:v>
                </c:pt>
                <c:pt idx="60">
                  <c:v>542</c:v>
                </c:pt>
                <c:pt idx="61">
                  <c:v>532.5</c:v>
                </c:pt>
                <c:pt idx="62">
                  <c:v>547.5</c:v>
                </c:pt>
                <c:pt idx="63">
                  <c:v>543</c:v>
                </c:pt>
                <c:pt idx="64">
                  <c:v>585</c:v>
                </c:pt>
                <c:pt idx="65">
                  <c:v>571.5</c:v>
                </c:pt>
                <c:pt idx="66">
                  <c:v>547</c:v>
                </c:pt>
                <c:pt idx="67">
                  <c:v>530.5</c:v>
                </c:pt>
                <c:pt idx="68">
                  <c:v>532</c:v>
                </c:pt>
                <c:pt idx="69">
                  <c:v>506</c:v>
                </c:pt>
                <c:pt idx="70">
                  <c:v>501.5</c:v>
                </c:pt>
                <c:pt idx="71">
                  <c:v>511</c:v>
                </c:pt>
                <c:pt idx="72">
                  <c:v>515.5</c:v>
                </c:pt>
                <c:pt idx="73">
                  <c:v>505</c:v>
                </c:pt>
                <c:pt idx="74">
                  <c:v>502.5</c:v>
                </c:pt>
                <c:pt idx="75">
                  <c:v>477</c:v>
                </c:pt>
                <c:pt idx="76">
                  <c:v>465</c:v>
                </c:pt>
                <c:pt idx="77">
                  <c:v>432.8</c:v>
                </c:pt>
                <c:pt idx="78">
                  <c:v>428.8</c:v>
                </c:pt>
                <c:pt idx="79">
                  <c:v>426</c:v>
                </c:pt>
                <c:pt idx="80">
                  <c:v>431</c:v>
                </c:pt>
                <c:pt idx="81">
                  <c:v>430.4</c:v>
                </c:pt>
                <c:pt idx="82">
                  <c:v>432.2</c:v>
                </c:pt>
                <c:pt idx="83">
                  <c:v>420</c:v>
                </c:pt>
                <c:pt idx="84">
                  <c:v>422</c:v>
                </c:pt>
                <c:pt idx="85">
                  <c:v>417.6</c:v>
                </c:pt>
                <c:pt idx="86">
                  <c:v>421</c:v>
                </c:pt>
                <c:pt idx="87">
                  <c:v>424.2</c:v>
                </c:pt>
                <c:pt idx="88">
                  <c:v>407.2</c:v>
                </c:pt>
                <c:pt idx="89">
                  <c:v>410.2</c:v>
                </c:pt>
                <c:pt idx="90">
                  <c:v>414.6</c:v>
                </c:pt>
                <c:pt idx="91">
                  <c:v>413</c:v>
                </c:pt>
                <c:pt idx="92">
                  <c:v>418</c:v>
                </c:pt>
                <c:pt idx="93">
                  <c:v>406</c:v>
                </c:pt>
                <c:pt idx="94">
                  <c:v>406.8</c:v>
                </c:pt>
                <c:pt idx="95">
                  <c:v>404.8</c:v>
                </c:pt>
                <c:pt idx="96">
                  <c:v>414</c:v>
                </c:pt>
                <c:pt idx="97">
                  <c:v>415.8</c:v>
                </c:pt>
                <c:pt idx="98">
                  <c:v>419.8</c:v>
                </c:pt>
                <c:pt idx="99">
                  <c:v>422.6</c:v>
                </c:pt>
                <c:pt idx="100">
                  <c:v>415.8</c:v>
                </c:pt>
                <c:pt idx="101">
                  <c:v>415.29599999999994</c:v>
                </c:pt>
                <c:pt idx="102">
                  <c:v>405.92092219020174</c:v>
                </c:pt>
                <c:pt idx="103">
                  <c:v>400.93417867435159</c:v>
                </c:pt>
                <c:pt idx="104">
                  <c:v>411.10713544668585</c:v>
                </c:pt>
                <c:pt idx="105">
                  <c:v>410.90766570605183</c:v>
                </c:pt>
                <c:pt idx="106">
                  <c:v>416.29334870317001</c:v>
                </c:pt>
                <c:pt idx="107">
                  <c:v>401.9315273775216</c:v>
                </c:pt>
                <c:pt idx="108">
                  <c:v>405.12304322766568</c:v>
                </c:pt>
                <c:pt idx="109">
                  <c:v>425.46895677233431</c:v>
                </c:pt>
                <c:pt idx="110">
                  <c:v>460.77510086455328</c:v>
                </c:pt>
                <c:pt idx="111">
                  <c:v>448.2085072046109</c:v>
                </c:pt>
                <c:pt idx="112">
                  <c:v>421.87850144092215</c:v>
                </c:pt>
                <c:pt idx="113">
                  <c:v>427.46365417867435</c:v>
                </c:pt>
                <c:pt idx="114">
                  <c:v>432.84933717579247</c:v>
                </c:pt>
                <c:pt idx="115">
                  <c:v>426.8652449567723</c:v>
                </c:pt>
                <c:pt idx="116">
                  <c:v>417.09122766570601</c:v>
                </c:pt>
                <c:pt idx="117">
                  <c:v>393.95273775216134</c:v>
                </c:pt>
                <c:pt idx="118">
                  <c:v>373.00841498559078</c:v>
                </c:pt>
                <c:pt idx="119">
                  <c:v>374.00576368876079</c:v>
                </c:pt>
                <c:pt idx="120">
                  <c:v>376.19993083573485</c:v>
                </c:pt>
                <c:pt idx="121">
                  <c:v>373.00841498559078</c:v>
                </c:pt>
                <c:pt idx="122">
                  <c:v>376.39940057636886</c:v>
                </c:pt>
                <c:pt idx="123">
                  <c:v>381.38614409221896</c:v>
                </c:pt>
                <c:pt idx="124">
                  <c:v>383.9792507204611</c:v>
                </c:pt>
                <c:pt idx="125">
                  <c:v>358.24765417867434</c:v>
                </c:pt>
                <c:pt idx="126">
                  <c:v>353.06144092219017</c:v>
                </c:pt>
                <c:pt idx="127">
                  <c:v>356.05348703170029</c:v>
                </c:pt>
                <c:pt idx="128">
                  <c:v>342.6890144092219</c:v>
                </c:pt>
                <c:pt idx="129">
                  <c:v>333.71287608069167</c:v>
                </c:pt>
                <c:pt idx="130">
                  <c:v>328.32719308357343</c:v>
                </c:pt>
                <c:pt idx="131">
                  <c:v>328.32719308357343</c:v>
                </c:pt>
                <c:pt idx="132">
                  <c:v>326.13302593659938</c:v>
                </c:pt>
                <c:pt idx="133">
                  <c:v>323.73938904899137</c:v>
                </c:pt>
                <c:pt idx="134">
                  <c:v>318.15423631123917</c:v>
                </c:pt>
                <c:pt idx="135">
                  <c:v>302.1966570605187</c:v>
                </c:pt>
                <c:pt idx="136">
                  <c:v>295.61415561959649</c:v>
                </c:pt>
                <c:pt idx="137">
                  <c:v>299.00514121037463</c:v>
                </c:pt>
                <c:pt idx="138">
                  <c:v>297.60885302593658</c:v>
                </c:pt>
                <c:pt idx="139">
                  <c:v>305.58764265129679</c:v>
                </c:pt>
                <c:pt idx="140">
                  <c:v>309.17809798270889</c:v>
                </c:pt>
                <c:pt idx="141">
                  <c:v>307.58234005763683</c:v>
                </c:pt>
                <c:pt idx="142">
                  <c:v>312.170144092219</c:v>
                </c:pt>
                <c:pt idx="143">
                  <c:v>308.38021902017289</c:v>
                </c:pt>
                <c:pt idx="144">
                  <c:v>307.58234005763683</c:v>
                </c:pt>
                <c:pt idx="145">
                  <c:v>298.80567146974062</c:v>
                </c:pt>
                <c:pt idx="146">
                  <c:v>301.79771757925073</c:v>
                </c:pt>
                <c:pt idx="147">
                  <c:v>304.1913544668588</c:v>
                </c:pt>
                <c:pt idx="148">
                  <c:v>308.18074927953887</c:v>
                </c:pt>
                <c:pt idx="149">
                  <c:v>305.58764265129679</c:v>
                </c:pt>
                <c:pt idx="150">
                  <c:v>306.18605187319883</c:v>
                </c:pt>
                <c:pt idx="151">
                  <c:v>302.59559654178673</c:v>
                </c:pt>
                <c:pt idx="152">
                  <c:v>307.7818097982709</c:v>
                </c:pt>
                <c:pt idx="153">
                  <c:v>311.17279538904899</c:v>
                </c:pt>
                <c:pt idx="154">
                  <c:v>308.18074927953887</c:v>
                </c:pt>
                <c:pt idx="155">
                  <c:v>313.16749279538902</c:v>
                </c:pt>
                <c:pt idx="156">
                  <c:v>321.54522190201726</c:v>
                </c:pt>
                <c:pt idx="157">
                  <c:v>328.92560230547548</c:v>
                </c:pt>
                <c:pt idx="158">
                  <c:v>336.50545244956771</c:v>
                </c:pt>
                <c:pt idx="159">
                  <c:v>305.38817291066277</c:v>
                </c:pt>
              </c:numCache>
            </c:numRef>
          </c:val>
          <c:smooth val="0"/>
          <c:extLst>
            <c:ext xmlns:c16="http://schemas.microsoft.com/office/drawing/2014/chart" uri="{C3380CC4-5D6E-409C-BE32-E72D297353CC}">
              <c16:uniqueId val="{00000001-A11D-4140-BF6A-709793F4CD70}"/>
            </c:ext>
          </c:extLst>
        </c:ser>
        <c:dLbls>
          <c:showLegendKey val="0"/>
          <c:showVal val="0"/>
          <c:showCatName val="0"/>
          <c:showSerName val="0"/>
          <c:showPercent val="0"/>
          <c:showBubbleSize val="0"/>
        </c:dLbls>
        <c:marker val="1"/>
        <c:smooth val="0"/>
        <c:axId val="2000001826"/>
        <c:axId val="2000001827"/>
      </c:lineChart>
      <c:dateAx>
        <c:axId val="2000001824"/>
        <c:scaling>
          <c:orientation val="minMax"/>
          <c:min val="45779"/>
        </c:scaling>
        <c:delete val="0"/>
        <c:axPos val="b"/>
        <c:numFmt formatCode="yyyy\-mm\-dd" sourceLinked="0"/>
        <c:majorTickMark val="in"/>
        <c:minorTickMark val="none"/>
        <c:tickLblPos val="nextTo"/>
        <c:spPr>
          <a:ln w="3175">
            <a:solidFill>
              <a:srgbClr val="000000"/>
            </a:solidFill>
            <a:prstDash val="solid"/>
          </a:ln>
        </c:spPr>
        <c:txPr>
          <a:bodyPr rot="0" vert="horz"/>
          <a:lstStyle/>
          <a:p>
            <a:pPr>
              <a:defRPr/>
            </a:pPr>
            <a:endParaRPr lang="zh-CN"/>
          </a:p>
        </c:txPr>
        <c:crossAx val="2000001825"/>
        <c:crosses val="autoZero"/>
        <c:auto val="0"/>
        <c:lblOffset val="100"/>
        <c:baseTimeUnit val="days"/>
      </c:dateAx>
      <c:valAx>
        <c:axId val="2000001825"/>
        <c:scaling>
          <c:orientation val="minMax"/>
          <c:max val="600"/>
          <c:min val="200"/>
        </c:scaling>
        <c:delete val="0"/>
        <c:axPos val="l"/>
        <c:numFmt formatCode="General" sourceLinked="0"/>
        <c:majorTickMark val="in"/>
        <c:minorTickMark val="none"/>
        <c:tickLblPos val="nextTo"/>
        <c:spPr>
          <a:ln w="3175">
            <a:solidFill>
              <a:srgbClr val="000000"/>
            </a:solidFill>
            <a:prstDash val="solid"/>
          </a:ln>
        </c:spPr>
        <c:txPr>
          <a:bodyPr rot="0" vert="horz"/>
          <a:lstStyle/>
          <a:p>
            <a:pPr>
              <a:defRPr/>
            </a:pPr>
            <a:endParaRPr lang="zh-CN"/>
          </a:p>
        </c:txPr>
        <c:crossAx val="2000001824"/>
        <c:crosses val="autoZero"/>
        <c:crossBetween val="between"/>
      </c:valAx>
      <c:valAx>
        <c:axId val="2000001827"/>
        <c:scaling>
          <c:orientation val="minMax"/>
          <c:max val="600"/>
          <c:min val="200"/>
        </c:scaling>
        <c:delete val="0"/>
        <c:axPos val="r"/>
        <c:numFmt formatCode="#,##0_);[Red]\(#,##0\)" sourceLinked="0"/>
        <c:majorTickMark val="out"/>
        <c:minorTickMark val="none"/>
        <c:tickLblPos val="nextTo"/>
        <c:crossAx val="2000001826"/>
        <c:crosses val="max"/>
        <c:crossBetween val="between"/>
      </c:valAx>
      <c:dateAx>
        <c:axId val="2000001826"/>
        <c:scaling>
          <c:orientation val="minMax"/>
        </c:scaling>
        <c:delete val="1"/>
        <c:axPos val="b"/>
        <c:numFmt formatCode="yyyy\-mm\-dd" sourceLinked="1"/>
        <c:majorTickMark val="out"/>
        <c:minorTickMark val="none"/>
        <c:tickLblPos val="nextTo"/>
        <c:crossAx val="2000001827"/>
        <c:crosses val="autoZero"/>
        <c:auto val="1"/>
        <c:lblOffset val="100"/>
        <c:baseTimeUnit val="days"/>
      </c:dateAx>
      <c:spPr>
        <a:noFill/>
        <a:ln w="25400">
          <a:noFill/>
        </a:ln>
      </c:spPr>
    </c:plotArea>
    <c:legend>
      <c:legendPos val="b"/>
      <c:layout>
        <c:manualLayout>
          <c:xMode val="edge"/>
          <c:yMode val="edge"/>
          <c:x val="2.5565878478083798E-2"/>
          <c:y val="9.5314474579574239E-4"/>
          <c:w val="0.97443412152191622"/>
          <c:h val="9.1639447846796923E-2"/>
        </c:manualLayout>
      </c:layout>
      <c:overlay val="0"/>
      <c:spPr>
        <a:solidFill>
          <a:srgbClr val="FFFFFF"/>
        </a:solidFill>
        <a:ln w="25400">
          <a:noFill/>
        </a:ln>
      </c:spPr>
    </c:legend>
    <c:plotVisOnly val="1"/>
    <c:dispBlanksAs val="gap"/>
    <c:showDLblsOverMax val="0"/>
  </c:chart>
  <c:spPr>
    <a:solidFill>
      <a:srgbClr val="FFFFFF"/>
    </a:solidFill>
    <a:ln w="9525">
      <a:noFill/>
    </a:ln>
  </c:spPr>
  <c:txPr>
    <a:bodyPr/>
    <a:lstStyle/>
    <a:p>
      <a:pPr>
        <a:defRPr sz="600" b="0" i="0" u="none" strike="noStrike" baseline="0">
          <a:solidFill>
            <a:srgbClr val="000000"/>
          </a:solidFill>
          <a:latin typeface="Arial" panose="020B0604020202020204" pitchFamily="34" charset="0"/>
          <a:ea typeface="楷体_GB2312" panose="02010609030101010101" pitchFamily="49" charset="-122"/>
          <a:cs typeface="Arial" panose="020B0604020202020204" pitchFamily="34" charset="0"/>
        </a:defRPr>
      </a:pPr>
      <a:endParaRPr lang="zh-CN"/>
    </a:p>
  </c:txPr>
  <c:externalData r:id="rId1">
    <c:autoUpdate val="0"/>
  </c:externalData>
  <c:userShapes r:id="rId2"/>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9.4339024170699406E-2"/>
          <c:y val="0.13512588704189754"/>
          <c:w val="0.83309658421167687"/>
          <c:h val="0.80167992853136105"/>
        </c:manualLayout>
      </c:layout>
      <c:lineChart>
        <c:grouping val="standard"/>
        <c:varyColors val="0"/>
        <c:ser>
          <c:idx val="0"/>
          <c:order val="0"/>
          <c:tx>
            <c:strRef>
              <c:f>'图14-15宁德时代恒瑞医药解禁'!$I$22:$I$23</c:f>
              <c:strCache>
                <c:ptCount val="2"/>
                <c:pt idx="0">
                  <c:v>恒瑞医药（左轴，人民币/股）</c:v>
                </c:pt>
                <c:pt idx="1">
                  <c:v>600276.SH</c:v>
                </c:pt>
              </c:strCache>
            </c:strRef>
          </c:tx>
          <c:spPr>
            <a:ln>
              <a:solidFill>
                <a:srgbClr val="7C80C8"/>
              </a:solidFill>
              <a:prstDash val="solid"/>
            </a:ln>
          </c:spPr>
          <c:marker>
            <c:symbol val="none"/>
          </c:marker>
          <c:cat>
            <c:numRef>
              <c:f>'图14-15宁德时代恒瑞医药解禁'!$F$24:$F$271</c:f>
              <c:numCache>
                <c:formatCode>yyyy\-mm\-dd</c:formatCode>
                <c:ptCount val="248"/>
                <c:pt idx="0">
                  <c:v>46031</c:v>
                </c:pt>
                <c:pt idx="1">
                  <c:v>46030</c:v>
                </c:pt>
                <c:pt idx="2">
                  <c:v>46029</c:v>
                </c:pt>
                <c:pt idx="3">
                  <c:v>46028</c:v>
                </c:pt>
                <c:pt idx="4">
                  <c:v>46027</c:v>
                </c:pt>
                <c:pt idx="5">
                  <c:v>46022</c:v>
                </c:pt>
                <c:pt idx="6">
                  <c:v>46021</c:v>
                </c:pt>
                <c:pt idx="7">
                  <c:v>46020</c:v>
                </c:pt>
                <c:pt idx="8">
                  <c:v>46017</c:v>
                </c:pt>
                <c:pt idx="9">
                  <c:v>46016</c:v>
                </c:pt>
                <c:pt idx="10">
                  <c:v>46015</c:v>
                </c:pt>
                <c:pt idx="11">
                  <c:v>46014</c:v>
                </c:pt>
                <c:pt idx="12">
                  <c:v>46013</c:v>
                </c:pt>
                <c:pt idx="13">
                  <c:v>46010</c:v>
                </c:pt>
                <c:pt idx="14">
                  <c:v>46009</c:v>
                </c:pt>
                <c:pt idx="15">
                  <c:v>46008</c:v>
                </c:pt>
                <c:pt idx="16">
                  <c:v>46007</c:v>
                </c:pt>
                <c:pt idx="17">
                  <c:v>46006</c:v>
                </c:pt>
                <c:pt idx="18">
                  <c:v>46003</c:v>
                </c:pt>
                <c:pt idx="19">
                  <c:v>46002</c:v>
                </c:pt>
                <c:pt idx="20">
                  <c:v>46001</c:v>
                </c:pt>
                <c:pt idx="21">
                  <c:v>46000</c:v>
                </c:pt>
                <c:pt idx="22">
                  <c:v>45999</c:v>
                </c:pt>
                <c:pt idx="23">
                  <c:v>45996</c:v>
                </c:pt>
                <c:pt idx="24">
                  <c:v>45995</c:v>
                </c:pt>
                <c:pt idx="25">
                  <c:v>45994</c:v>
                </c:pt>
                <c:pt idx="26">
                  <c:v>45993</c:v>
                </c:pt>
                <c:pt idx="27">
                  <c:v>45992</c:v>
                </c:pt>
                <c:pt idx="28">
                  <c:v>45989</c:v>
                </c:pt>
                <c:pt idx="29">
                  <c:v>45988</c:v>
                </c:pt>
                <c:pt idx="30">
                  <c:v>45987</c:v>
                </c:pt>
                <c:pt idx="31">
                  <c:v>45986</c:v>
                </c:pt>
                <c:pt idx="32">
                  <c:v>45985</c:v>
                </c:pt>
                <c:pt idx="33">
                  <c:v>45982</c:v>
                </c:pt>
                <c:pt idx="34">
                  <c:v>45981</c:v>
                </c:pt>
                <c:pt idx="35">
                  <c:v>45980</c:v>
                </c:pt>
                <c:pt idx="36">
                  <c:v>45979</c:v>
                </c:pt>
                <c:pt idx="37">
                  <c:v>45978</c:v>
                </c:pt>
                <c:pt idx="38">
                  <c:v>45975</c:v>
                </c:pt>
                <c:pt idx="39">
                  <c:v>45974</c:v>
                </c:pt>
                <c:pt idx="40">
                  <c:v>45973</c:v>
                </c:pt>
                <c:pt idx="41">
                  <c:v>45972</c:v>
                </c:pt>
                <c:pt idx="42">
                  <c:v>45971</c:v>
                </c:pt>
                <c:pt idx="43">
                  <c:v>45968</c:v>
                </c:pt>
                <c:pt idx="44">
                  <c:v>45967</c:v>
                </c:pt>
                <c:pt idx="45">
                  <c:v>45966</c:v>
                </c:pt>
                <c:pt idx="46">
                  <c:v>45965</c:v>
                </c:pt>
                <c:pt idx="47">
                  <c:v>45964</c:v>
                </c:pt>
                <c:pt idx="48">
                  <c:v>45961</c:v>
                </c:pt>
                <c:pt idx="49">
                  <c:v>45960</c:v>
                </c:pt>
                <c:pt idx="50">
                  <c:v>45959</c:v>
                </c:pt>
                <c:pt idx="51">
                  <c:v>45958</c:v>
                </c:pt>
                <c:pt idx="52">
                  <c:v>45957</c:v>
                </c:pt>
                <c:pt idx="53">
                  <c:v>45954</c:v>
                </c:pt>
                <c:pt idx="54">
                  <c:v>45953</c:v>
                </c:pt>
                <c:pt idx="55">
                  <c:v>45952</c:v>
                </c:pt>
                <c:pt idx="56">
                  <c:v>45951</c:v>
                </c:pt>
                <c:pt idx="57">
                  <c:v>45950</c:v>
                </c:pt>
                <c:pt idx="58">
                  <c:v>45947</c:v>
                </c:pt>
                <c:pt idx="59">
                  <c:v>45946</c:v>
                </c:pt>
                <c:pt idx="60">
                  <c:v>45945</c:v>
                </c:pt>
                <c:pt idx="61">
                  <c:v>45944</c:v>
                </c:pt>
                <c:pt idx="62">
                  <c:v>45943</c:v>
                </c:pt>
                <c:pt idx="63">
                  <c:v>45940</c:v>
                </c:pt>
                <c:pt idx="64">
                  <c:v>45939</c:v>
                </c:pt>
                <c:pt idx="65">
                  <c:v>45930</c:v>
                </c:pt>
                <c:pt idx="66">
                  <c:v>45929</c:v>
                </c:pt>
                <c:pt idx="67">
                  <c:v>45926</c:v>
                </c:pt>
                <c:pt idx="68">
                  <c:v>45925</c:v>
                </c:pt>
                <c:pt idx="69">
                  <c:v>45924</c:v>
                </c:pt>
                <c:pt idx="70">
                  <c:v>45923</c:v>
                </c:pt>
                <c:pt idx="71">
                  <c:v>45922</c:v>
                </c:pt>
                <c:pt idx="72">
                  <c:v>45919</c:v>
                </c:pt>
                <c:pt idx="73">
                  <c:v>45918</c:v>
                </c:pt>
                <c:pt idx="74">
                  <c:v>45917</c:v>
                </c:pt>
                <c:pt idx="75">
                  <c:v>45916</c:v>
                </c:pt>
                <c:pt idx="76">
                  <c:v>45915</c:v>
                </c:pt>
                <c:pt idx="77">
                  <c:v>45912</c:v>
                </c:pt>
                <c:pt idx="78">
                  <c:v>45911</c:v>
                </c:pt>
                <c:pt idx="79">
                  <c:v>45910</c:v>
                </c:pt>
                <c:pt idx="80">
                  <c:v>45909</c:v>
                </c:pt>
                <c:pt idx="81">
                  <c:v>45908</c:v>
                </c:pt>
                <c:pt idx="82">
                  <c:v>45905</c:v>
                </c:pt>
                <c:pt idx="83">
                  <c:v>45904</c:v>
                </c:pt>
                <c:pt idx="84">
                  <c:v>45903</c:v>
                </c:pt>
                <c:pt idx="85">
                  <c:v>45902</c:v>
                </c:pt>
                <c:pt idx="86">
                  <c:v>45901</c:v>
                </c:pt>
                <c:pt idx="87">
                  <c:v>45898</c:v>
                </c:pt>
                <c:pt idx="88">
                  <c:v>45897</c:v>
                </c:pt>
                <c:pt idx="89">
                  <c:v>45896</c:v>
                </c:pt>
                <c:pt idx="90">
                  <c:v>45895</c:v>
                </c:pt>
                <c:pt idx="91">
                  <c:v>45894</c:v>
                </c:pt>
                <c:pt idx="92">
                  <c:v>45891</c:v>
                </c:pt>
                <c:pt idx="93">
                  <c:v>45890</c:v>
                </c:pt>
                <c:pt idx="94">
                  <c:v>45889</c:v>
                </c:pt>
                <c:pt idx="95">
                  <c:v>45888</c:v>
                </c:pt>
                <c:pt idx="96">
                  <c:v>45887</c:v>
                </c:pt>
                <c:pt idx="97">
                  <c:v>45884</c:v>
                </c:pt>
                <c:pt idx="98">
                  <c:v>45883</c:v>
                </c:pt>
                <c:pt idx="99">
                  <c:v>45882</c:v>
                </c:pt>
                <c:pt idx="100">
                  <c:v>45881</c:v>
                </c:pt>
                <c:pt idx="101">
                  <c:v>45880</c:v>
                </c:pt>
                <c:pt idx="102">
                  <c:v>45877</c:v>
                </c:pt>
                <c:pt idx="103">
                  <c:v>45876</c:v>
                </c:pt>
                <c:pt idx="104">
                  <c:v>45875</c:v>
                </c:pt>
                <c:pt idx="105">
                  <c:v>45874</c:v>
                </c:pt>
                <c:pt idx="106">
                  <c:v>45873</c:v>
                </c:pt>
                <c:pt idx="107">
                  <c:v>45870</c:v>
                </c:pt>
                <c:pt idx="108">
                  <c:v>45869</c:v>
                </c:pt>
                <c:pt idx="109">
                  <c:v>45868</c:v>
                </c:pt>
                <c:pt idx="110">
                  <c:v>45867</c:v>
                </c:pt>
                <c:pt idx="111">
                  <c:v>45866</c:v>
                </c:pt>
                <c:pt idx="112">
                  <c:v>45863</c:v>
                </c:pt>
                <c:pt idx="113">
                  <c:v>45862</c:v>
                </c:pt>
                <c:pt idx="114">
                  <c:v>45861</c:v>
                </c:pt>
                <c:pt idx="115">
                  <c:v>45860</c:v>
                </c:pt>
                <c:pt idx="116">
                  <c:v>45859</c:v>
                </c:pt>
                <c:pt idx="117">
                  <c:v>45856</c:v>
                </c:pt>
                <c:pt idx="118">
                  <c:v>45855</c:v>
                </c:pt>
                <c:pt idx="119">
                  <c:v>45854</c:v>
                </c:pt>
                <c:pt idx="120">
                  <c:v>45853</c:v>
                </c:pt>
                <c:pt idx="121">
                  <c:v>45852</c:v>
                </c:pt>
                <c:pt idx="122">
                  <c:v>45849</c:v>
                </c:pt>
                <c:pt idx="123">
                  <c:v>45848</c:v>
                </c:pt>
                <c:pt idx="124">
                  <c:v>45847</c:v>
                </c:pt>
                <c:pt idx="125">
                  <c:v>45846</c:v>
                </c:pt>
                <c:pt idx="126">
                  <c:v>45845</c:v>
                </c:pt>
                <c:pt idx="127">
                  <c:v>45842</c:v>
                </c:pt>
                <c:pt idx="128">
                  <c:v>45841</c:v>
                </c:pt>
                <c:pt idx="129">
                  <c:v>45840</c:v>
                </c:pt>
                <c:pt idx="130">
                  <c:v>45839</c:v>
                </c:pt>
                <c:pt idx="131">
                  <c:v>45838</c:v>
                </c:pt>
                <c:pt idx="132">
                  <c:v>45835</c:v>
                </c:pt>
                <c:pt idx="133">
                  <c:v>45834</c:v>
                </c:pt>
                <c:pt idx="134">
                  <c:v>45833</c:v>
                </c:pt>
                <c:pt idx="135">
                  <c:v>45832</c:v>
                </c:pt>
                <c:pt idx="136">
                  <c:v>45831</c:v>
                </c:pt>
                <c:pt idx="137">
                  <c:v>45828</c:v>
                </c:pt>
                <c:pt idx="138">
                  <c:v>45827</c:v>
                </c:pt>
                <c:pt idx="139">
                  <c:v>45826</c:v>
                </c:pt>
                <c:pt idx="140">
                  <c:v>45825</c:v>
                </c:pt>
                <c:pt idx="141">
                  <c:v>45824</c:v>
                </c:pt>
                <c:pt idx="142">
                  <c:v>45821</c:v>
                </c:pt>
                <c:pt idx="143">
                  <c:v>45820</c:v>
                </c:pt>
                <c:pt idx="144">
                  <c:v>45819</c:v>
                </c:pt>
                <c:pt idx="145">
                  <c:v>45818</c:v>
                </c:pt>
                <c:pt idx="146">
                  <c:v>45817</c:v>
                </c:pt>
                <c:pt idx="147">
                  <c:v>45814</c:v>
                </c:pt>
                <c:pt idx="148">
                  <c:v>45813</c:v>
                </c:pt>
                <c:pt idx="149">
                  <c:v>45812</c:v>
                </c:pt>
                <c:pt idx="150">
                  <c:v>45811</c:v>
                </c:pt>
                <c:pt idx="151">
                  <c:v>45807</c:v>
                </c:pt>
                <c:pt idx="152">
                  <c:v>45806</c:v>
                </c:pt>
                <c:pt idx="153">
                  <c:v>45805</c:v>
                </c:pt>
                <c:pt idx="154">
                  <c:v>45804</c:v>
                </c:pt>
                <c:pt idx="155">
                  <c:v>45803</c:v>
                </c:pt>
                <c:pt idx="156">
                  <c:v>45800</c:v>
                </c:pt>
                <c:pt idx="157">
                  <c:v>45799</c:v>
                </c:pt>
                <c:pt idx="158">
                  <c:v>45798</c:v>
                </c:pt>
                <c:pt idx="159">
                  <c:v>45797</c:v>
                </c:pt>
                <c:pt idx="160">
                  <c:v>45796</c:v>
                </c:pt>
                <c:pt idx="161">
                  <c:v>45793</c:v>
                </c:pt>
                <c:pt idx="162">
                  <c:v>45792</c:v>
                </c:pt>
                <c:pt idx="163">
                  <c:v>45791</c:v>
                </c:pt>
                <c:pt idx="164">
                  <c:v>45790</c:v>
                </c:pt>
                <c:pt idx="165">
                  <c:v>45789</c:v>
                </c:pt>
                <c:pt idx="166">
                  <c:v>45786</c:v>
                </c:pt>
                <c:pt idx="167">
                  <c:v>45785</c:v>
                </c:pt>
                <c:pt idx="168">
                  <c:v>45784</c:v>
                </c:pt>
                <c:pt idx="169">
                  <c:v>45783</c:v>
                </c:pt>
                <c:pt idx="170">
                  <c:v>45777</c:v>
                </c:pt>
                <c:pt idx="171">
                  <c:v>45776</c:v>
                </c:pt>
                <c:pt idx="172">
                  <c:v>45775</c:v>
                </c:pt>
                <c:pt idx="173">
                  <c:v>45772</c:v>
                </c:pt>
                <c:pt idx="174">
                  <c:v>45771</c:v>
                </c:pt>
                <c:pt idx="175">
                  <c:v>45770</c:v>
                </c:pt>
                <c:pt idx="176">
                  <c:v>45769</c:v>
                </c:pt>
                <c:pt idx="177">
                  <c:v>45768</c:v>
                </c:pt>
                <c:pt idx="178">
                  <c:v>45765</c:v>
                </c:pt>
                <c:pt idx="179">
                  <c:v>45764</c:v>
                </c:pt>
                <c:pt idx="180">
                  <c:v>45763</c:v>
                </c:pt>
                <c:pt idx="181">
                  <c:v>45762</c:v>
                </c:pt>
                <c:pt idx="182">
                  <c:v>45761</c:v>
                </c:pt>
                <c:pt idx="183">
                  <c:v>45758</c:v>
                </c:pt>
                <c:pt idx="184">
                  <c:v>45757</c:v>
                </c:pt>
                <c:pt idx="185">
                  <c:v>45756</c:v>
                </c:pt>
                <c:pt idx="186">
                  <c:v>45755</c:v>
                </c:pt>
                <c:pt idx="187">
                  <c:v>45754</c:v>
                </c:pt>
                <c:pt idx="188">
                  <c:v>45750</c:v>
                </c:pt>
                <c:pt idx="189">
                  <c:v>45749</c:v>
                </c:pt>
                <c:pt idx="190">
                  <c:v>45748</c:v>
                </c:pt>
                <c:pt idx="191">
                  <c:v>45747</c:v>
                </c:pt>
                <c:pt idx="192">
                  <c:v>45744</c:v>
                </c:pt>
                <c:pt idx="193">
                  <c:v>45743</c:v>
                </c:pt>
                <c:pt idx="194">
                  <c:v>45742</c:v>
                </c:pt>
                <c:pt idx="195">
                  <c:v>45741</c:v>
                </c:pt>
                <c:pt idx="196">
                  <c:v>45740</c:v>
                </c:pt>
                <c:pt idx="197">
                  <c:v>45737</c:v>
                </c:pt>
                <c:pt idx="198">
                  <c:v>45736</c:v>
                </c:pt>
                <c:pt idx="199">
                  <c:v>45735</c:v>
                </c:pt>
                <c:pt idx="200">
                  <c:v>45734</c:v>
                </c:pt>
                <c:pt idx="201">
                  <c:v>45733</c:v>
                </c:pt>
                <c:pt idx="202">
                  <c:v>45730</c:v>
                </c:pt>
                <c:pt idx="203">
                  <c:v>45729</c:v>
                </c:pt>
                <c:pt idx="204">
                  <c:v>45728</c:v>
                </c:pt>
                <c:pt idx="205">
                  <c:v>45727</c:v>
                </c:pt>
                <c:pt idx="206">
                  <c:v>45726</c:v>
                </c:pt>
                <c:pt idx="207">
                  <c:v>45723</c:v>
                </c:pt>
                <c:pt idx="208">
                  <c:v>45722</c:v>
                </c:pt>
                <c:pt idx="209">
                  <c:v>45721</c:v>
                </c:pt>
                <c:pt idx="210">
                  <c:v>45720</c:v>
                </c:pt>
                <c:pt idx="211">
                  <c:v>45719</c:v>
                </c:pt>
                <c:pt idx="212">
                  <c:v>45716</c:v>
                </c:pt>
                <c:pt idx="213">
                  <c:v>45715</c:v>
                </c:pt>
                <c:pt idx="214">
                  <c:v>45714</c:v>
                </c:pt>
                <c:pt idx="215">
                  <c:v>45713</c:v>
                </c:pt>
                <c:pt idx="216">
                  <c:v>45712</c:v>
                </c:pt>
                <c:pt idx="217">
                  <c:v>45709</c:v>
                </c:pt>
                <c:pt idx="218">
                  <c:v>45708</c:v>
                </c:pt>
                <c:pt idx="219">
                  <c:v>45707</c:v>
                </c:pt>
                <c:pt idx="220">
                  <c:v>45706</c:v>
                </c:pt>
                <c:pt idx="221">
                  <c:v>45705</c:v>
                </c:pt>
                <c:pt idx="222">
                  <c:v>45702</c:v>
                </c:pt>
                <c:pt idx="223">
                  <c:v>45701</c:v>
                </c:pt>
                <c:pt idx="224">
                  <c:v>45700</c:v>
                </c:pt>
                <c:pt idx="225">
                  <c:v>45699</c:v>
                </c:pt>
                <c:pt idx="226">
                  <c:v>45698</c:v>
                </c:pt>
                <c:pt idx="227">
                  <c:v>45695</c:v>
                </c:pt>
                <c:pt idx="228">
                  <c:v>45694</c:v>
                </c:pt>
                <c:pt idx="229">
                  <c:v>45693</c:v>
                </c:pt>
                <c:pt idx="230">
                  <c:v>45684</c:v>
                </c:pt>
                <c:pt idx="231">
                  <c:v>45681</c:v>
                </c:pt>
                <c:pt idx="232">
                  <c:v>45680</c:v>
                </c:pt>
                <c:pt idx="233">
                  <c:v>45679</c:v>
                </c:pt>
                <c:pt idx="234">
                  <c:v>45678</c:v>
                </c:pt>
                <c:pt idx="235">
                  <c:v>45677</c:v>
                </c:pt>
                <c:pt idx="236">
                  <c:v>45674</c:v>
                </c:pt>
                <c:pt idx="237">
                  <c:v>45673</c:v>
                </c:pt>
                <c:pt idx="238">
                  <c:v>45672</c:v>
                </c:pt>
                <c:pt idx="239">
                  <c:v>45671</c:v>
                </c:pt>
                <c:pt idx="240">
                  <c:v>45670</c:v>
                </c:pt>
                <c:pt idx="241">
                  <c:v>45667</c:v>
                </c:pt>
                <c:pt idx="242">
                  <c:v>45666</c:v>
                </c:pt>
                <c:pt idx="243">
                  <c:v>45665</c:v>
                </c:pt>
                <c:pt idx="244">
                  <c:v>45664</c:v>
                </c:pt>
                <c:pt idx="245">
                  <c:v>45663</c:v>
                </c:pt>
                <c:pt idx="246">
                  <c:v>45660</c:v>
                </c:pt>
                <c:pt idx="247">
                  <c:v>45659</c:v>
                </c:pt>
              </c:numCache>
            </c:numRef>
          </c:cat>
          <c:val>
            <c:numRef>
              <c:f>'图14-15宁德时代恒瑞医药解禁'!$I$24:$I$271</c:f>
              <c:numCache>
                <c:formatCode>0.0000</c:formatCode>
                <c:ptCount val="248"/>
                <c:pt idx="0">
                  <c:v>63.78</c:v>
                </c:pt>
                <c:pt idx="1">
                  <c:v>63.6</c:v>
                </c:pt>
                <c:pt idx="2">
                  <c:v>63.85</c:v>
                </c:pt>
                <c:pt idx="3">
                  <c:v>63.06</c:v>
                </c:pt>
                <c:pt idx="4">
                  <c:v>63.08</c:v>
                </c:pt>
                <c:pt idx="5">
                  <c:v>59.57</c:v>
                </c:pt>
                <c:pt idx="6">
                  <c:v>60.18</c:v>
                </c:pt>
                <c:pt idx="7">
                  <c:v>60.51</c:v>
                </c:pt>
                <c:pt idx="8">
                  <c:v>61.06</c:v>
                </c:pt>
                <c:pt idx="9">
                  <c:v>61.4</c:v>
                </c:pt>
                <c:pt idx="10">
                  <c:v>61.23</c:v>
                </c:pt>
                <c:pt idx="11">
                  <c:v>61.8</c:v>
                </c:pt>
                <c:pt idx="12">
                  <c:v>60.93</c:v>
                </c:pt>
                <c:pt idx="13">
                  <c:v>60.85</c:v>
                </c:pt>
                <c:pt idx="14">
                  <c:v>60</c:v>
                </c:pt>
                <c:pt idx="15">
                  <c:v>60.3</c:v>
                </c:pt>
                <c:pt idx="16">
                  <c:v>59.15</c:v>
                </c:pt>
                <c:pt idx="17">
                  <c:v>61.38</c:v>
                </c:pt>
                <c:pt idx="18">
                  <c:v>63.28</c:v>
                </c:pt>
                <c:pt idx="19">
                  <c:v>63.4</c:v>
                </c:pt>
                <c:pt idx="20">
                  <c:v>63.38</c:v>
                </c:pt>
                <c:pt idx="21">
                  <c:v>63.08</c:v>
                </c:pt>
                <c:pt idx="22">
                  <c:v>62.46</c:v>
                </c:pt>
                <c:pt idx="23">
                  <c:v>61.62</c:v>
                </c:pt>
                <c:pt idx="24">
                  <c:v>61.25</c:v>
                </c:pt>
                <c:pt idx="25">
                  <c:v>60.97</c:v>
                </c:pt>
                <c:pt idx="26">
                  <c:v>61.12</c:v>
                </c:pt>
                <c:pt idx="27">
                  <c:v>61.94</c:v>
                </c:pt>
                <c:pt idx="28">
                  <c:v>62.08</c:v>
                </c:pt>
                <c:pt idx="29">
                  <c:v>62.09</c:v>
                </c:pt>
                <c:pt idx="30">
                  <c:v>62.36</c:v>
                </c:pt>
                <c:pt idx="31">
                  <c:v>60.88</c:v>
                </c:pt>
                <c:pt idx="32">
                  <c:v>60.66</c:v>
                </c:pt>
                <c:pt idx="33">
                  <c:v>59.5</c:v>
                </c:pt>
                <c:pt idx="34">
                  <c:v>60.63</c:v>
                </c:pt>
                <c:pt idx="35">
                  <c:v>61.11</c:v>
                </c:pt>
                <c:pt idx="36">
                  <c:v>61.78</c:v>
                </c:pt>
                <c:pt idx="37">
                  <c:v>61.8</c:v>
                </c:pt>
                <c:pt idx="38">
                  <c:v>62.9</c:v>
                </c:pt>
                <c:pt idx="39">
                  <c:v>63.56</c:v>
                </c:pt>
                <c:pt idx="40">
                  <c:v>62.1</c:v>
                </c:pt>
                <c:pt idx="41">
                  <c:v>61.06</c:v>
                </c:pt>
                <c:pt idx="42">
                  <c:v>61.83</c:v>
                </c:pt>
                <c:pt idx="43">
                  <c:v>61.58</c:v>
                </c:pt>
                <c:pt idx="44">
                  <c:v>62.42</c:v>
                </c:pt>
                <c:pt idx="45">
                  <c:v>61.96</c:v>
                </c:pt>
                <c:pt idx="46">
                  <c:v>61.92</c:v>
                </c:pt>
                <c:pt idx="47">
                  <c:v>63.4</c:v>
                </c:pt>
                <c:pt idx="48">
                  <c:v>64.150000000000006</c:v>
                </c:pt>
                <c:pt idx="49">
                  <c:v>62.88</c:v>
                </c:pt>
                <c:pt idx="50">
                  <c:v>64.02</c:v>
                </c:pt>
                <c:pt idx="51">
                  <c:v>63.62</c:v>
                </c:pt>
                <c:pt idx="52">
                  <c:v>67.010000000000005</c:v>
                </c:pt>
                <c:pt idx="53">
                  <c:v>65.5</c:v>
                </c:pt>
                <c:pt idx="54">
                  <c:v>65.14</c:v>
                </c:pt>
                <c:pt idx="55">
                  <c:v>65.260000000000005</c:v>
                </c:pt>
                <c:pt idx="56">
                  <c:v>66</c:v>
                </c:pt>
                <c:pt idx="57">
                  <c:v>65.13</c:v>
                </c:pt>
                <c:pt idx="58">
                  <c:v>65.099999999999994</c:v>
                </c:pt>
                <c:pt idx="59">
                  <c:v>66.84</c:v>
                </c:pt>
                <c:pt idx="60">
                  <c:v>66.400000000000006</c:v>
                </c:pt>
                <c:pt idx="61">
                  <c:v>64.27</c:v>
                </c:pt>
                <c:pt idx="62">
                  <c:v>66.98</c:v>
                </c:pt>
                <c:pt idx="63">
                  <c:v>68.2</c:v>
                </c:pt>
                <c:pt idx="64">
                  <c:v>71.150000000000006</c:v>
                </c:pt>
                <c:pt idx="65">
                  <c:v>71.55</c:v>
                </c:pt>
                <c:pt idx="66">
                  <c:v>69.2</c:v>
                </c:pt>
                <c:pt idx="67">
                  <c:v>70.08</c:v>
                </c:pt>
                <c:pt idx="68">
                  <c:v>72.27</c:v>
                </c:pt>
                <c:pt idx="69">
                  <c:v>70.11</c:v>
                </c:pt>
                <c:pt idx="70">
                  <c:v>69.7</c:v>
                </c:pt>
                <c:pt idx="71">
                  <c:v>71.05</c:v>
                </c:pt>
                <c:pt idx="72">
                  <c:v>69.650000000000006</c:v>
                </c:pt>
                <c:pt idx="73">
                  <c:v>71.09</c:v>
                </c:pt>
                <c:pt idx="74">
                  <c:v>70.13</c:v>
                </c:pt>
                <c:pt idx="75">
                  <c:v>69.150000000000006</c:v>
                </c:pt>
                <c:pt idx="76">
                  <c:v>69.099999999999994</c:v>
                </c:pt>
                <c:pt idx="77">
                  <c:v>69.010000000000005</c:v>
                </c:pt>
                <c:pt idx="78">
                  <c:v>68.290000000000006</c:v>
                </c:pt>
                <c:pt idx="79">
                  <c:v>70.319999999999993</c:v>
                </c:pt>
                <c:pt idx="80">
                  <c:v>71.09</c:v>
                </c:pt>
                <c:pt idx="81">
                  <c:v>72.31</c:v>
                </c:pt>
                <c:pt idx="82">
                  <c:v>72.47</c:v>
                </c:pt>
                <c:pt idx="83">
                  <c:v>68.650000000000006</c:v>
                </c:pt>
                <c:pt idx="84">
                  <c:v>71.98</c:v>
                </c:pt>
                <c:pt idx="85">
                  <c:v>68.87</c:v>
                </c:pt>
                <c:pt idx="86">
                  <c:v>68.349999999999994</c:v>
                </c:pt>
                <c:pt idx="87">
                  <c:v>66.23</c:v>
                </c:pt>
                <c:pt idx="88">
                  <c:v>63.03</c:v>
                </c:pt>
                <c:pt idx="89">
                  <c:v>63.05</c:v>
                </c:pt>
                <c:pt idx="90">
                  <c:v>65.3</c:v>
                </c:pt>
                <c:pt idx="91">
                  <c:v>66.260000000000005</c:v>
                </c:pt>
                <c:pt idx="92">
                  <c:v>64.98</c:v>
                </c:pt>
                <c:pt idx="93">
                  <c:v>63.99</c:v>
                </c:pt>
                <c:pt idx="94">
                  <c:v>62.85</c:v>
                </c:pt>
                <c:pt idx="95">
                  <c:v>61.69</c:v>
                </c:pt>
                <c:pt idx="96">
                  <c:v>63.08</c:v>
                </c:pt>
                <c:pt idx="97">
                  <c:v>63.4</c:v>
                </c:pt>
                <c:pt idx="98">
                  <c:v>62.82</c:v>
                </c:pt>
                <c:pt idx="99">
                  <c:v>62.61</c:v>
                </c:pt>
                <c:pt idx="100">
                  <c:v>60.85</c:v>
                </c:pt>
                <c:pt idx="101">
                  <c:v>61.07</c:v>
                </c:pt>
                <c:pt idx="102">
                  <c:v>60.99</c:v>
                </c:pt>
                <c:pt idx="103">
                  <c:v>60.81</c:v>
                </c:pt>
                <c:pt idx="104">
                  <c:v>61.58</c:v>
                </c:pt>
                <c:pt idx="105">
                  <c:v>62.3</c:v>
                </c:pt>
                <c:pt idx="106">
                  <c:v>62</c:v>
                </c:pt>
                <c:pt idx="107">
                  <c:v>61.31</c:v>
                </c:pt>
                <c:pt idx="108">
                  <c:v>62.9</c:v>
                </c:pt>
                <c:pt idx="109">
                  <c:v>63.59</c:v>
                </c:pt>
                <c:pt idx="110">
                  <c:v>63.8</c:v>
                </c:pt>
                <c:pt idx="111">
                  <c:v>62.04</c:v>
                </c:pt>
                <c:pt idx="112">
                  <c:v>56.4</c:v>
                </c:pt>
                <c:pt idx="113">
                  <c:v>57.5</c:v>
                </c:pt>
                <c:pt idx="114">
                  <c:v>57.13</c:v>
                </c:pt>
                <c:pt idx="115">
                  <c:v>57.41</c:v>
                </c:pt>
                <c:pt idx="116">
                  <c:v>58</c:v>
                </c:pt>
                <c:pt idx="117">
                  <c:v>58.76</c:v>
                </c:pt>
                <c:pt idx="118">
                  <c:v>57.73</c:v>
                </c:pt>
                <c:pt idx="119">
                  <c:v>57.22</c:v>
                </c:pt>
                <c:pt idx="120">
                  <c:v>57.22</c:v>
                </c:pt>
                <c:pt idx="121">
                  <c:v>57.21</c:v>
                </c:pt>
                <c:pt idx="122">
                  <c:v>56.9</c:v>
                </c:pt>
                <c:pt idx="123">
                  <c:v>57.6</c:v>
                </c:pt>
                <c:pt idx="124">
                  <c:v>57.19</c:v>
                </c:pt>
                <c:pt idx="125">
                  <c:v>53.4</c:v>
                </c:pt>
                <c:pt idx="126">
                  <c:v>52.65</c:v>
                </c:pt>
                <c:pt idx="127">
                  <c:v>53.26</c:v>
                </c:pt>
                <c:pt idx="128">
                  <c:v>52.47</c:v>
                </c:pt>
                <c:pt idx="129">
                  <c:v>52.25</c:v>
                </c:pt>
                <c:pt idx="130">
                  <c:v>52.46</c:v>
                </c:pt>
                <c:pt idx="131">
                  <c:v>51.9</c:v>
                </c:pt>
                <c:pt idx="132">
                  <c:v>51.95</c:v>
                </c:pt>
                <c:pt idx="133">
                  <c:v>52.08</c:v>
                </c:pt>
                <c:pt idx="134">
                  <c:v>52.95</c:v>
                </c:pt>
                <c:pt idx="135">
                  <c:v>52.15</c:v>
                </c:pt>
                <c:pt idx="136">
                  <c:v>51.96</c:v>
                </c:pt>
                <c:pt idx="137">
                  <c:v>51.76</c:v>
                </c:pt>
                <c:pt idx="138">
                  <c:v>51.58</c:v>
                </c:pt>
                <c:pt idx="139">
                  <c:v>51.81</c:v>
                </c:pt>
                <c:pt idx="140">
                  <c:v>51.84</c:v>
                </c:pt>
                <c:pt idx="141">
                  <c:v>53.76</c:v>
                </c:pt>
                <c:pt idx="142">
                  <c:v>53.89</c:v>
                </c:pt>
                <c:pt idx="143">
                  <c:v>55.82</c:v>
                </c:pt>
                <c:pt idx="144">
                  <c:v>54.71</c:v>
                </c:pt>
                <c:pt idx="145">
                  <c:v>55.13</c:v>
                </c:pt>
                <c:pt idx="146">
                  <c:v>54.36</c:v>
                </c:pt>
                <c:pt idx="147">
                  <c:v>53.8</c:v>
                </c:pt>
                <c:pt idx="148">
                  <c:v>53.88</c:v>
                </c:pt>
                <c:pt idx="149">
                  <c:v>55.29</c:v>
                </c:pt>
                <c:pt idx="150">
                  <c:v>54.88</c:v>
                </c:pt>
                <c:pt idx="151">
                  <c:v>54.74</c:v>
                </c:pt>
                <c:pt idx="152">
                  <c:v>54.1</c:v>
                </c:pt>
                <c:pt idx="153">
                  <c:v>54.25</c:v>
                </c:pt>
                <c:pt idx="154">
                  <c:v>53.42</c:v>
                </c:pt>
                <c:pt idx="155">
                  <c:v>53.35</c:v>
                </c:pt>
                <c:pt idx="156">
                  <c:v>54.5</c:v>
                </c:pt>
                <c:pt idx="157">
                  <c:v>55.399999656496249</c:v>
                </c:pt>
                <c:pt idx="158">
                  <c:v>55.738776632812943</c:v>
                </c:pt>
                <c:pt idx="159">
                  <c:v>54.254136354248573</c:v>
                </c:pt>
                <c:pt idx="160">
                  <c:v>53.25773348272886</c:v>
                </c:pt>
                <c:pt idx="161">
                  <c:v>53.656294631336742</c:v>
                </c:pt>
                <c:pt idx="162">
                  <c:v>53.496870171893583</c:v>
                </c:pt>
                <c:pt idx="163">
                  <c:v>52.709711903393007</c:v>
                </c:pt>
                <c:pt idx="164">
                  <c:v>51.04571910795508</c:v>
                </c:pt>
                <c:pt idx="165">
                  <c:v>50.507661557334437</c:v>
                </c:pt>
                <c:pt idx="166">
                  <c:v>52.620035644956239</c:v>
                </c:pt>
                <c:pt idx="167">
                  <c:v>51.374532055556593</c:v>
                </c:pt>
                <c:pt idx="168">
                  <c:v>51.3247119119806</c:v>
                </c:pt>
                <c:pt idx="169">
                  <c:v>50.816546447505544</c:v>
                </c:pt>
                <c:pt idx="170">
                  <c:v>50.916186734657522</c:v>
                </c:pt>
                <c:pt idx="171">
                  <c:v>49.421582427377949</c:v>
                </c:pt>
                <c:pt idx="172">
                  <c:v>49.790251489840237</c:v>
                </c:pt>
                <c:pt idx="173">
                  <c:v>50.089172351296156</c:v>
                </c:pt>
                <c:pt idx="174">
                  <c:v>50.946078820803116</c:v>
                </c:pt>
                <c:pt idx="175">
                  <c:v>50.906222705942326</c:v>
                </c:pt>
                <c:pt idx="176">
                  <c:v>50.786654361359957</c:v>
                </c:pt>
                <c:pt idx="177">
                  <c:v>48.993129192624465</c:v>
                </c:pt>
                <c:pt idx="178">
                  <c:v>47.827337832946398</c:v>
                </c:pt>
                <c:pt idx="179">
                  <c:v>48.604532072731779</c:v>
                </c:pt>
                <c:pt idx="180">
                  <c:v>48.724100417314141</c:v>
                </c:pt>
                <c:pt idx="181">
                  <c:v>48.096366608256723</c:v>
                </c:pt>
                <c:pt idx="182">
                  <c:v>48.694208331168547</c:v>
                </c:pt>
                <c:pt idx="183">
                  <c:v>48.205970924123896</c:v>
                </c:pt>
                <c:pt idx="184">
                  <c:v>48.325539268706258</c:v>
                </c:pt>
                <c:pt idx="185">
                  <c:v>48.046546464680738</c:v>
                </c:pt>
                <c:pt idx="186">
                  <c:v>48.524819843010199</c:v>
                </c:pt>
                <c:pt idx="187">
                  <c:v>48.524819843010199</c:v>
                </c:pt>
                <c:pt idx="188">
                  <c:v>50.856402562366334</c:v>
                </c:pt>
                <c:pt idx="189">
                  <c:v>50.667086016777588</c:v>
                </c:pt>
                <c:pt idx="190">
                  <c:v>51.613668744721316</c:v>
                </c:pt>
                <c:pt idx="191">
                  <c:v>49.023021278770059</c:v>
                </c:pt>
                <c:pt idx="192">
                  <c:v>48.435143584573424</c:v>
                </c:pt>
                <c:pt idx="193">
                  <c:v>48.215934952839085</c:v>
                </c:pt>
                <c:pt idx="194">
                  <c:v>46.0637047503565</c:v>
                </c:pt>
                <c:pt idx="195">
                  <c:v>44.70859684508968</c:v>
                </c:pt>
                <c:pt idx="196">
                  <c:v>44.190467351899436</c:v>
                </c:pt>
                <c:pt idx="197">
                  <c:v>44.688668787659289</c:v>
                </c:pt>
                <c:pt idx="198">
                  <c:v>46.46226589896439</c:v>
                </c:pt>
                <c:pt idx="199">
                  <c:v>47.119891794167401</c:v>
                </c:pt>
                <c:pt idx="200">
                  <c:v>46.332733525666825</c:v>
                </c:pt>
                <c:pt idx="201">
                  <c:v>46.312805468236427</c:v>
                </c:pt>
                <c:pt idx="202">
                  <c:v>46.372589640527607</c:v>
                </c:pt>
                <c:pt idx="203">
                  <c:v>44.868021304532839</c:v>
                </c:pt>
                <c:pt idx="204">
                  <c:v>44.838129218387252</c:v>
                </c:pt>
                <c:pt idx="205">
                  <c:v>45.176906194703953</c:v>
                </c:pt>
                <c:pt idx="206">
                  <c:v>45.326366625431909</c:v>
                </c:pt>
                <c:pt idx="207">
                  <c:v>45.515683171020655</c:v>
                </c:pt>
                <c:pt idx="208">
                  <c:v>46.352661583097223</c:v>
                </c:pt>
                <c:pt idx="209">
                  <c:v>45.814604032476566</c:v>
                </c:pt>
                <c:pt idx="210">
                  <c:v>45.695035687894205</c:v>
                </c:pt>
                <c:pt idx="211">
                  <c:v>45.754819860185393</c:v>
                </c:pt>
                <c:pt idx="212">
                  <c:v>45.794675975046175</c:v>
                </c:pt>
                <c:pt idx="213">
                  <c:v>47.737661574509623</c:v>
                </c:pt>
                <c:pt idx="214">
                  <c:v>47.378956540762523</c:v>
                </c:pt>
                <c:pt idx="215">
                  <c:v>47.199604023888973</c:v>
                </c:pt>
                <c:pt idx="216">
                  <c:v>47.917014091383173</c:v>
                </c:pt>
                <c:pt idx="217">
                  <c:v>48.106330636971919</c:v>
                </c:pt>
                <c:pt idx="218">
                  <c:v>46.332733525666825</c:v>
                </c:pt>
                <c:pt idx="219">
                  <c:v>44.549172385646528</c:v>
                </c:pt>
                <c:pt idx="220">
                  <c:v>44.658776701513702</c:v>
                </c:pt>
                <c:pt idx="221">
                  <c:v>45.097193964982374</c:v>
                </c:pt>
                <c:pt idx="222">
                  <c:v>45.336330654147105</c:v>
                </c:pt>
                <c:pt idx="223">
                  <c:v>44.479424184640152</c:v>
                </c:pt>
                <c:pt idx="224">
                  <c:v>44.280143610336204</c:v>
                </c:pt>
                <c:pt idx="225">
                  <c:v>44.031042892456277</c:v>
                </c:pt>
                <c:pt idx="226">
                  <c:v>44.718560873804883</c:v>
                </c:pt>
                <c:pt idx="227">
                  <c:v>45.127086051127968</c:v>
                </c:pt>
                <c:pt idx="228">
                  <c:v>44.200431380614631</c:v>
                </c:pt>
                <c:pt idx="229">
                  <c:v>43.851690375582727</c:v>
                </c:pt>
                <c:pt idx="230">
                  <c:v>44.489388213355348</c:v>
                </c:pt>
                <c:pt idx="231">
                  <c:v>44.479424184640152</c:v>
                </c:pt>
                <c:pt idx="232">
                  <c:v>43.801870232006742</c:v>
                </c:pt>
                <c:pt idx="233">
                  <c:v>44.270179581621008</c:v>
                </c:pt>
                <c:pt idx="234">
                  <c:v>44.967661591684816</c:v>
                </c:pt>
                <c:pt idx="235">
                  <c:v>44.35985584005779</c:v>
                </c:pt>
                <c:pt idx="236">
                  <c:v>42.685899015904667</c:v>
                </c:pt>
                <c:pt idx="237">
                  <c:v>42.745683188195841</c:v>
                </c:pt>
                <c:pt idx="238">
                  <c:v>43.72215800228517</c:v>
                </c:pt>
                <c:pt idx="239">
                  <c:v>44.130683179608248</c:v>
                </c:pt>
                <c:pt idx="240">
                  <c:v>42.656006929759073</c:v>
                </c:pt>
                <c:pt idx="241">
                  <c:v>42.516510527746313</c:v>
                </c:pt>
                <c:pt idx="242">
                  <c:v>42.925035705069391</c:v>
                </c:pt>
                <c:pt idx="243">
                  <c:v>43.393345054683657</c:v>
                </c:pt>
                <c:pt idx="244">
                  <c:v>43.881582461728321</c:v>
                </c:pt>
                <c:pt idx="245">
                  <c:v>44.84809324710244</c:v>
                </c:pt>
                <c:pt idx="246">
                  <c:v>44.200431380614631</c:v>
                </c:pt>
                <c:pt idx="247">
                  <c:v>44.788309074811266</c:v>
                </c:pt>
              </c:numCache>
            </c:numRef>
          </c:val>
          <c:smooth val="0"/>
          <c:extLst>
            <c:ext xmlns:c16="http://schemas.microsoft.com/office/drawing/2014/chart" uri="{C3380CC4-5D6E-409C-BE32-E72D297353CC}">
              <c16:uniqueId val="{00000000-3756-FC44-A691-7F49A76F7138}"/>
            </c:ext>
          </c:extLst>
        </c:ser>
        <c:dLbls>
          <c:showLegendKey val="0"/>
          <c:showVal val="0"/>
          <c:showCatName val="0"/>
          <c:showSerName val="0"/>
          <c:showPercent val="0"/>
          <c:showBubbleSize val="0"/>
        </c:dLbls>
        <c:marker val="1"/>
        <c:smooth val="0"/>
        <c:axId val="2000001856"/>
        <c:axId val="2000001857"/>
      </c:lineChart>
      <c:lineChart>
        <c:grouping val="standard"/>
        <c:varyColors val="0"/>
        <c:ser>
          <c:idx val="1"/>
          <c:order val="1"/>
          <c:tx>
            <c:strRef>
              <c:f>'图14-15宁德时代恒瑞医药解禁'!$J$22:$J$23</c:f>
              <c:strCache>
                <c:ptCount val="2"/>
                <c:pt idx="0">
                  <c:v>恒瑞医药（右轴，港元/股）</c:v>
                </c:pt>
                <c:pt idx="1">
                  <c:v>01276.HK</c:v>
                </c:pt>
              </c:strCache>
            </c:strRef>
          </c:tx>
          <c:spPr>
            <a:ln>
              <a:solidFill>
                <a:srgbClr val="2C3160"/>
              </a:solidFill>
              <a:prstDash val="solid"/>
            </a:ln>
          </c:spPr>
          <c:marker>
            <c:symbol val="none"/>
          </c:marker>
          <c:cat>
            <c:numRef>
              <c:f>'图14-15宁德时代恒瑞医药解禁'!$F$24:$F$271</c:f>
              <c:numCache>
                <c:formatCode>yyyy\-mm\-dd</c:formatCode>
                <c:ptCount val="248"/>
                <c:pt idx="0">
                  <c:v>46031</c:v>
                </c:pt>
                <c:pt idx="1">
                  <c:v>46030</c:v>
                </c:pt>
                <c:pt idx="2">
                  <c:v>46029</c:v>
                </c:pt>
                <c:pt idx="3">
                  <c:v>46028</c:v>
                </c:pt>
                <c:pt idx="4">
                  <c:v>46027</c:v>
                </c:pt>
                <c:pt idx="5">
                  <c:v>46022</c:v>
                </c:pt>
                <c:pt idx="6">
                  <c:v>46021</c:v>
                </c:pt>
                <c:pt idx="7">
                  <c:v>46020</c:v>
                </c:pt>
                <c:pt idx="8">
                  <c:v>46017</c:v>
                </c:pt>
                <c:pt idx="9">
                  <c:v>46016</c:v>
                </c:pt>
                <c:pt idx="10">
                  <c:v>46015</c:v>
                </c:pt>
                <c:pt idx="11">
                  <c:v>46014</c:v>
                </c:pt>
                <c:pt idx="12">
                  <c:v>46013</c:v>
                </c:pt>
                <c:pt idx="13">
                  <c:v>46010</c:v>
                </c:pt>
                <c:pt idx="14">
                  <c:v>46009</c:v>
                </c:pt>
                <c:pt idx="15">
                  <c:v>46008</c:v>
                </c:pt>
                <c:pt idx="16">
                  <c:v>46007</c:v>
                </c:pt>
                <c:pt idx="17">
                  <c:v>46006</c:v>
                </c:pt>
                <c:pt idx="18">
                  <c:v>46003</c:v>
                </c:pt>
                <c:pt idx="19">
                  <c:v>46002</c:v>
                </c:pt>
                <c:pt idx="20">
                  <c:v>46001</c:v>
                </c:pt>
                <c:pt idx="21">
                  <c:v>46000</c:v>
                </c:pt>
                <c:pt idx="22">
                  <c:v>45999</c:v>
                </c:pt>
                <c:pt idx="23">
                  <c:v>45996</c:v>
                </c:pt>
                <c:pt idx="24">
                  <c:v>45995</c:v>
                </c:pt>
                <c:pt idx="25">
                  <c:v>45994</c:v>
                </c:pt>
                <c:pt idx="26">
                  <c:v>45993</c:v>
                </c:pt>
                <c:pt idx="27">
                  <c:v>45992</c:v>
                </c:pt>
                <c:pt idx="28">
                  <c:v>45989</c:v>
                </c:pt>
                <c:pt idx="29">
                  <c:v>45988</c:v>
                </c:pt>
                <c:pt idx="30">
                  <c:v>45987</c:v>
                </c:pt>
                <c:pt idx="31">
                  <c:v>45986</c:v>
                </c:pt>
                <c:pt idx="32">
                  <c:v>45985</c:v>
                </c:pt>
                <c:pt idx="33">
                  <c:v>45982</c:v>
                </c:pt>
                <c:pt idx="34">
                  <c:v>45981</c:v>
                </c:pt>
                <c:pt idx="35">
                  <c:v>45980</c:v>
                </c:pt>
                <c:pt idx="36">
                  <c:v>45979</c:v>
                </c:pt>
                <c:pt idx="37">
                  <c:v>45978</c:v>
                </c:pt>
                <c:pt idx="38">
                  <c:v>45975</c:v>
                </c:pt>
                <c:pt idx="39">
                  <c:v>45974</c:v>
                </c:pt>
                <c:pt idx="40">
                  <c:v>45973</c:v>
                </c:pt>
                <c:pt idx="41">
                  <c:v>45972</c:v>
                </c:pt>
                <c:pt idx="42">
                  <c:v>45971</c:v>
                </c:pt>
                <c:pt idx="43">
                  <c:v>45968</c:v>
                </c:pt>
                <c:pt idx="44">
                  <c:v>45967</c:v>
                </c:pt>
                <c:pt idx="45">
                  <c:v>45966</c:v>
                </c:pt>
                <c:pt idx="46">
                  <c:v>45965</c:v>
                </c:pt>
                <c:pt idx="47">
                  <c:v>45964</c:v>
                </c:pt>
                <c:pt idx="48">
                  <c:v>45961</c:v>
                </c:pt>
                <c:pt idx="49">
                  <c:v>45960</c:v>
                </c:pt>
                <c:pt idx="50">
                  <c:v>45959</c:v>
                </c:pt>
                <c:pt idx="51">
                  <c:v>45958</c:v>
                </c:pt>
                <c:pt idx="52">
                  <c:v>45957</c:v>
                </c:pt>
                <c:pt idx="53">
                  <c:v>45954</c:v>
                </c:pt>
                <c:pt idx="54">
                  <c:v>45953</c:v>
                </c:pt>
                <c:pt idx="55">
                  <c:v>45952</c:v>
                </c:pt>
                <c:pt idx="56">
                  <c:v>45951</c:v>
                </c:pt>
                <c:pt idx="57">
                  <c:v>45950</c:v>
                </c:pt>
                <c:pt idx="58">
                  <c:v>45947</c:v>
                </c:pt>
                <c:pt idx="59">
                  <c:v>45946</c:v>
                </c:pt>
                <c:pt idx="60">
                  <c:v>45945</c:v>
                </c:pt>
                <c:pt idx="61">
                  <c:v>45944</c:v>
                </c:pt>
                <c:pt idx="62">
                  <c:v>45943</c:v>
                </c:pt>
                <c:pt idx="63">
                  <c:v>45940</c:v>
                </c:pt>
                <c:pt idx="64">
                  <c:v>45939</c:v>
                </c:pt>
                <c:pt idx="65">
                  <c:v>45930</c:v>
                </c:pt>
                <c:pt idx="66">
                  <c:v>45929</c:v>
                </c:pt>
                <c:pt idx="67">
                  <c:v>45926</c:v>
                </c:pt>
                <c:pt idx="68">
                  <c:v>45925</c:v>
                </c:pt>
                <c:pt idx="69">
                  <c:v>45924</c:v>
                </c:pt>
                <c:pt idx="70">
                  <c:v>45923</c:v>
                </c:pt>
                <c:pt idx="71">
                  <c:v>45922</c:v>
                </c:pt>
                <c:pt idx="72">
                  <c:v>45919</c:v>
                </c:pt>
                <c:pt idx="73">
                  <c:v>45918</c:v>
                </c:pt>
                <c:pt idx="74">
                  <c:v>45917</c:v>
                </c:pt>
                <c:pt idx="75">
                  <c:v>45916</c:v>
                </c:pt>
                <c:pt idx="76">
                  <c:v>45915</c:v>
                </c:pt>
                <c:pt idx="77">
                  <c:v>45912</c:v>
                </c:pt>
                <c:pt idx="78">
                  <c:v>45911</c:v>
                </c:pt>
                <c:pt idx="79">
                  <c:v>45910</c:v>
                </c:pt>
                <c:pt idx="80">
                  <c:v>45909</c:v>
                </c:pt>
                <c:pt idx="81">
                  <c:v>45908</c:v>
                </c:pt>
                <c:pt idx="82">
                  <c:v>45905</c:v>
                </c:pt>
                <c:pt idx="83">
                  <c:v>45904</c:v>
                </c:pt>
                <c:pt idx="84">
                  <c:v>45903</c:v>
                </c:pt>
                <c:pt idx="85">
                  <c:v>45902</c:v>
                </c:pt>
                <c:pt idx="86">
                  <c:v>45901</c:v>
                </c:pt>
                <c:pt idx="87">
                  <c:v>45898</c:v>
                </c:pt>
                <c:pt idx="88">
                  <c:v>45897</c:v>
                </c:pt>
                <c:pt idx="89">
                  <c:v>45896</c:v>
                </c:pt>
                <c:pt idx="90">
                  <c:v>45895</c:v>
                </c:pt>
                <c:pt idx="91">
                  <c:v>45894</c:v>
                </c:pt>
                <c:pt idx="92">
                  <c:v>45891</c:v>
                </c:pt>
                <c:pt idx="93">
                  <c:v>45890</c:v>
                </c:pt>
                <c:pt idx="94">
                  <c:v>45889</c:v>
                </c:pt>
                <c:pt idx="95">
                  <c:v>45888</c:v>
                </c:pt>
                <c:pt idx="96">
                  <c:v>45887</c:v>
                </c:pt>
                <c:pt idx="97">
                  <c:v>45884</c:v>
                </c:pt>
                <c:pt idx="98">
                  <c:v>45883</c:v>
                </c:pt>
                <c:pt idx="99">
                  <c:v>45882</c:v>
                </c:pt>
                <c:pt idx="100">
                  <c:v>45881</c:v>
                </c:pt>
                <c:pt idx="101">
                  <c:v>45880</c:v>
                </c:pt>
                <c:pt idx="102">
                  <c:v>45877</c:v>
                </c:pt>
                <c:pt idx="103">
                  <c:v>45876</c:v>
                </c:pt>
                <c:pt idx="104">
                  <c:v>45875</c:v>
                </c:pt>
                <c:pt idx="105">
                  <c:v>45874</c:v>
                </c:pt>
                <c:pt idx="106">
                  <c:v>45873</c:v>
                </c:pt>
                <c:pt idx="107">
                  <c:v>45870</c:v>
                </c:pt>
                <c:pt idx="108">
                  <c:v>45869</c:v>
                </c:pt>
                <c:pt idx="109">
                  <c:v>45868</c:v>
                </c:pt>
                <c:pt idx="110">
                  <c:v>45867</c:v>
                </c:pt>
                <c:pt idx="111">
                  <c:v>45866</c:v>
                </c:pt>
                <c:pt idx="112">
                  <c:v>45863</c:v>
                </c:pt>
                <c:pt idx="113">
                  <c:v>45862</c:v>
                </c:pt>
                <c:pt idx="114">
                  <c:v>45861</c:v>
                </c:pt>
                <c:pt idx="115">
                  <c:v>45860</c:v>
                </c:pt>
                <c:pt idx="116">
                  <c:v>45859</c:v>
                </c:pt>
                <c:pt idx="117">
                  <c:v>45856</c:v>
                </c:pt>
                <c:pt idx="118">
                  <c:v>45855</c:v>
                </c:pt>
                <c:pt idx="119">
                  <c:v>45854</c:v>
                </c:pt>
                <c:pt idx="120">
                  <c:v>45853</c:v>
                </c:pt>
                <c:pt idx="121">
                  <c:v>45852</c:v>
                </c:pt>
                <c:pt idx="122">
                  <c:v>45849</c:v>
                </c:pt>
                <c:pt idx="123">
                  <c:v>45848</c:v>
                </c:pt>
                <c:pt idx="124">
                  <c:v>45847</c:v>
                </c:pt>
                <c:pt idx="125">
                  <c:v>45846</c:v>
                </c:pt>
                <c:pt idx="126">
                  <c:v>45845</c:v>
                </c:pt>
                <c:pt idx="127">
                  <c:v>45842</c:v>
                </c:pt>
                <c:pt idx="128">
                  <c:v>45841</c:v>
                </c:pt>
                <c:pt idx="129">
                  <c:v>45840</c:v>
                </c:pt>
                <c:pt idx="130">
                  <c:v>45839</c:v>
                </c:pt>
                <c:pt idx="131">
                  <c:v>45838</c:v>
                </c:pt>
                <c:pt idx="132">
                  <c:v>45835</c:v>
                </c:pt>
                <c:pt idx="133">
                  <c:v>45834</c:v>
                </c:pt>
                <c:pt idx="134">
                  <c:v>45833</c:v>
                </c:pt>
                <c:pt idx="135">
                  <c:v>45832</c:v>
                </c:pt>
                <c:pt idx="136">
                  <c:v>45831</c:v>
                </c:pt>
                <c:pt idx="137">
                  <c:v>45828</c:v>
                </c:pt>
                <c:pt idx="138">
                  <c:v>45827</c:v>
                </c:pt>
                <c:pt idx="139">
                  <c:v>45826</c:v>
                </c:pt>
                <c:pt idx="140">
                  <c:v>45825</c:v>
                </c:pt>
                <c:pt idx="141">
                  <c:v>45824</c:v>
                </c:pt>
                <c:pt idx="142">
                  <c:v>45821</c:v>
                </c:pt>
                <c:pt idx="143">
                  <c:v>45820</c:v>
                </c:pt>
                <c:pt idx="144">
                  <c:v>45819</c:v>
                </c:pt>
                <c:pt idx="145">
                  <c:v>45818</c:v>
                </c:pt>
                <c:pt idx="146">
                  <c:v>45817</c:v>
                </c:pt>
                <c:pt idx="147">
                  <c:v>45814</c:v>
                </c:pt>
                <c:pt idx="148">
                  <c:v>45813</c:v>
                </c:pt>
                <c:pt idx="149">
                  <c:v>45812</c:v>
                </c:pt>
                <c:pt idx="150">
                  <c:v>45811</c:v>
                </c:pt>
                <c:pt idx="151">
                  <c:v>45807</c:v>
                </c:pt>
                <c:pt idx="152">
                  <c:v>45806</c:v>
                </c:pt>
                <c:pt idx="153">
                  <c:v>45805</c:v>
                </c:pt>
                <c:pt idx="154">
                  <c:v>45804</c:v>
                </c:pt>
                <c:pt idx="155">
                  <c:v>45803</c:v>
                </c:pt>
                <c:pt idx="156">
                  <c:v>45800</c:v>
                </c:pt>
                <c:pt idx="157">
                  <c:v>45799</c:v>
                </c:pt>
                <c:pt idx="158">
                  <c:v>45798</c:v>
                </c:pt>
                <c:pt idx="159">
                  <c:v>45797</c:v>
                </c:pt>
                <c:pt idx="160">
                  <c:v>45796</c:v>
                </c:pt>
                <c:pt idx="161">
                  <c:v>45793</c:v>
                </c:pt>
                <c:pt idx="162">
                  <c:v>45792</c:v>
                </c:pt>
                <c:pt idx="163">
                  <c:v>45791</c:v>
                </c:pt>
                <c:pt idx="164">
                  <c:v>45790</c:v>
                </c:pt>
                <c:pt idx="165">
                  <c:v>45789</c:v>
                </c:pt>
                <c:pt idx="166">
                  <c:v>45786</c:v>
                </c:pt>
                <c:pt idx="167">
                  <c:v>45785</c:v>
                </c:pt>
                <c:pt idx="168">
                  <c:v>45784</c:v>
                </c:pt>
                <c:pt idx="169">
                  <c:v>45783</c:v>
                </c:pt>
                <c:pt idx="170">
                  <c:v>45777</c:v>
                </c:pt>
                <c:pt idx="171">
                  <c:v>45776</c:v>
                </c:pt>
                <c:pt idx="172">
                  <c:v>45775</c:v>
                </c:pt>
                <c:pt idx="173">
                  <c:v>45772</c:v>
                </c:pt>
                <c:pt idx="174">
                  <c:v>45771</c:v>
                </c:pt>
                <c:pt idx="175">
                  <c:v>45770</c:v>
                </c:pt>
                <c:pt idx="176">
                  <c:v>45769</c:v>
                </c:pt>
                <c:pt idx="177">
                  <c:v>45768</c:v>
                </c:pt>
                <c:pt idx="178">
                  <c:v>45765</c:v>
                </c:pt>
                <c:pt idx="179">
                  <c:v>45764</c:v>
                </c:pt>
                <c:pt idx="180">
                  <c:v>45763</c:v>
                </c:pt>
                <c:pt idx="181">
                  <c:v>45762</c:v>
                </c:pt>
                <c:pt idx="182">
                  <c:v>45761</c:v>
                </c:pt>
                <c:pt idx="183">
                  <c:v>45758</c:v>
                </c:pt>
                <c:pt idx="184">
                  <c:v>45757</c:v>
                </c:pt>
                <c:pt idx="185">
                  <c:v>45756</c:v>
                </c:pt>
                <c:pt idx="186">
                  <c:v>45755</c:v>
                </c:pt>
                <c:pt idx="187">
                  <c:v>45754</c:v>
                </c:pt>
                <c:pt idx="188">
                  <c:v>45750</c:v>
                </c:pt>
                <c:pt idx="189">
                  <c:v>45749</c:v>
                </c:pt>
                <c:pt idx="190">
                  <c:v>45748</c:v>
                </c:pt>
                <c:pt idx="191">
                  <c:v>45747</c:v>
                </c:pt>
                <c:pt idx="192">
                  <c:v>45744</c:v>
                </c:pt>
                <c:pt idx="193">
                  <c:v>45743</c:v>
                </c:pt>
                <c:pt idx="194">
                  <c:v>45742</c:v>
                </c:pt>
                <c:pt idx="195">
                  <c:v>45741</c:v>
                </c:pt>
                <c:pt idx="196">
                  <c:v>45740</c:v>
                </c:pt>
                <c:pt idx="197">
                  <c:v>45737</c:v>
                </c:pt>
                <c:pt idx="198">
                  <c:v>45736</c:v>
                </c:pt>
                <c:pt idx="199">
                  <c:v>45735</c:v>
                </c:pt>
                <c:pt idx="200">
                  <c:v>45734</c:v>
                </c:pt>
                <c:pt idx="201">
                  <c:v>45733</c:v>
                </c:pt>
                <c:pt idx="202">
                  <c:v>45730</c:v>
                </c:pt>
                <c:pt idx="203">
                  <c:v>45729</c:v>
                </c:pt>
                <c:pt idx="204">
                  <c:v>45728</c:v>
                </c:pt>
                <c:pt idx="205">
                  <c:v>45727</c:v>
                </c:pt>
                <c:pt idx="206">
                  <c:v>45726</c:v>
                </c:pt>
                <c:pt idx="207">
                  <c:v>45723</c:v>
                </c:pt>
                <c:pt idx="208">
                  <c:v>45722</c:v>
                </c:pt>
                <c:pt idx="209">
                  <c:v>45721</c:v>
                </c:pt>
                <c:pt idx="210">
                  <c:v>45720</c:v>
                </c:pt>
                <c:pt idx="211">
                  <c:v>45719</c:v>
                </c:pt>
                <c:pt idx="212">
                  <c:v>45716</c:v>
                </c:pt>
                <c:pt idx="213">
                  <c:v>45715</c:v>
                </c:pt>
                <c:pt idx="214">
                  <c:v>45714</c:v>
                </c:pt>
                <c:pt idx="215">
                  <c:v>45713</c:v>
                </c:pt>
                <c:pt idx="216">
                  <c:v>45712</c:v>
                </c:pt>
                <c:pt idx="217">
                  <c:v>45709</c:v>
                </c:pt>
                <c:pt idx="218">
                  <c:v>45708</c:v>
                </c:pt>
                <c:pt idx="219">
                  <c:v>45707</c:v>
                </c:pt>
                <c:pt idx="220">
                  <c:v>45706</c:v>
                </c:pt>
                <c:pt idx="221">
                  <c:v>45705</c:v>
                </c:pt>
                <c:pt idx="222">
                  <c:v>45702</c:v>
                </c:pt>
                <c:pt idx="223">
                  <c:v>45701</c:v>
                </c:pt>
                <c:pt idx="224">
                  <c:v>45700</c:v>
                </c:pt>
                <c:pt idx="225">
                  <c:v>45699</c:v>
                </c:pt>
                <c:pt idx="226">
                  <c:v>45698</c:v>
                </c:pt>
                <c:pt idx="227">
                  <c:v>45695</c:v>
                </c:pt>
                <c:pt idx="228">
                  <c:v>45694</c:v>
                </c:pt>
                <c:pt idx="229">
                  <c:v>45693</c:v>
                </c:pt>
                <c:pt idx="230">
                  <c:v>45684</c:v>
                </c:pt>
                <c:pt idx="231">
                  <c:v>45681</c:v>
                </c:pt>
                <c:pt idx="232">
                  <c:v>45680</c:v>
                </c:pt>
                <c:pt idx="233">
                  <c:v>45679</c:v>
                </c:pt>
                <c:pt idx="234">
                  <c:v>45678</c:v>
                </c:pt>
                <c:pt idx="235">
                  <c:v>45677</c:v>
                </c:pt>
                <c:pt idx="236">
                  <c:v>45674</c:v>
                </c:pt>
                <c:pt idx="237">
                  <c:v>45673</c:v>
                </c:pt>
                <c:pt idx="238">
                  <c:v>45672</c:v>
                </c:pt>
                <c:pt idx="239">
                  <c:v>45671</c:v>
                </c:pt>
                <c:pt idx="240">
                  <c:v>45670</c:v>
                </c:pt>
                <c:pt idx="241">
                  <c:v>45667</c:v>
                </c:pt>
                <c:pt idx="242">
                  <c:v>45666</c:v>
                </c:pt>
                <c:pt idx="243">
                  <c:v>45665</c:v>
                </c:pt>
                <c:pt idx="244">
                  <c:v>45664</c:v>
                </c:pt>
                <c:pt idx="245">
                  <c:v>45663</c:v>
                </c:pt>
                <c:pt idx="246">
                  <c:v>45660</c:v>
                </c:pt>
                <c:pt idx="247">
                  <c:v>45659</c:v>
                </c:pt>
              </c:numCache>
            </c:numRef>
          </c:cat>
          <c:val>
            <c:numRef>
              <c:f>'图14-15宁德时代恒瑞医药解禁'!$J$24:$J$271</c:f>
              <c:numCache>
                <c:formatCode>0.0000</c:formatCode>
                <c:ptCount val="248"/>
                <c:pt idx="0">
                  <c:v>76.75</c:v>
                </c:pt>
                <c:pt idx="1">
                  <c:v>77.55</c:v>
                </c:pt>
                <c:pt idx="2">
                  <c:v>77.75</c:v>
                </c:pt>
                <c:pt idx="3">
                  <c:v>74.55</c:v>
                </c:pt>
                <c:pt idx="4">
                  <c:v>75.099999999999994</c:v>
                </c:pt>
                <c:pt idx="5">
                  <c:v>71.25</c:v>
                </c:pt>
                <c:pt idx="6">
                  <c:v>71.3</c:v>
                </c:pt>
                <c:pt idx="7">
                  <c:v>70.25</c:v>
                </c:pt>
                <c:pt idx="8">
                  <c:v>71.2</c:v>
                </c:pt>
                <c:pt idx="9">
                  <c:v>71.2</c:v>
                </c:pt>
                <c:pt idx="10">
                  <c:v>71.2</c:v>
                </c:pt>
                <c:pt idx="11">
                  <c:v>71.349999999999994</c:v>
                </c:pt>
                <c:pt idx="12">
                  <c:v>70.55</c:v>
                </c:pt>
                <c:pt idx="13">
                  <c:v>70.75</c:v>
                </c:pt>
                <c:pt idx="14">
                  <c:v>70.7</c:v>
                </c:pt>
                <c:pt idx="15">
                  <c:v>71.3</c:v>
                </c:pt>
                <c:pt idx="16">
                  <c:v>70.849999999999994</c:v>
                </c:pt>
                <c:pt idx="17">
                  <c:v>72.349999999999994</c:v>
                </c:pt>
                <c:pt idx="18">
                  <c:v>72.45</c:v>
                </c:pt>
                <c:pt idx="19">
                  <c:v>74.7</c:v>
                </c:pt>
                <c:pt idx="20">
                  <c:v>75.150000000000006</c:v>
                </c:pt>
                <c:pt idx="21">
                  <c:v>74.3</c:v>
                </c:pt>
                <c:pt idx="22">
                  <c:v>72.55</c:v>
                </c:pt>
                <c:pt idx="23">
                  <c:v>73.7</c:v>
                </c:pt>
                <c:pt idx="24">
                  <c:v>72.900000000000006</c:v>
                </c:pt>
                <c:pt idx="25">
                  <c:v>71.8</c:v>
                </c:pt>
                <c:pt idx="26">
                  <c:v>71.8</c:v>
                </c:pt>
                <c:pt idx="27">
                  <c:v>72.849999999999994</c:v>
                </c:pt>
                <c:pt idx="28">
                  <c:v>73.8</c:v>
                </c:pt>
                <c:pt idx="29">
                  <c:v>74.650000000000006</c:v>
                </c:pt>
                <c:pt idx="30">
                  <c:v>73.55</c:v>
                </c:pt>
                <c:pt idx="31">
                  <c:v>70.349999999999994</c:v>
                </c:pt>
                <c:pt idx="32">
                  <c:v>69.650000000000006</c:v>
                </c:pt>
                <c:pt idx="33">
                  <c:v>65.95</c:v>
                </c:pt>
                <c:pt idx="34">
                  <c:v>68.150000000000006</c:v>
                </c:pt>
                <c:pt idx="35">
                  <c:v>70.650000000000006</c:v>
                </c:pt>
                <c:pt idx="36">
                  <c:v>70.8</c:v>
                </c:pt>
                <c:pt idx="37">
                  <c:v>71.099999999999994</c:v>
                </c:pt>
                <c:pt idx="38">
                  <c:v>71.599999999999994</c:v>
                </c:pt>
                <c:pt idx="39">
                  <c:v>72.650000000000006</c:v>
                </c:pt>
                <c:pt idx="40">
                  <c:v>71.8</c:v>
                </c:pt>
                <c:pt idx="41">
                  <c:v>70.849999999999994</c:v>
                </c:pt>
                <c:pt idx="42">
                  <c:v>71.2</c:v>
                </c:pt>
                <c:pt idx="43">
                  <c:v>69.95</c:v>
                </c:pt>
                <c:pt idx="44">
                  <c:v>72.45</c:v>
                </c:pt>
                <c:pt idx="45">
                  <c:v>72.3</c:v>
                </c:pt>
                <c:pt idx="46">
                  <c:v>71.45</c:v>
                </c:pt>
                <c:pt idx="47">
                  <c:v>74</c:v>
                </c:pt>
                <c:pt idx="48">
                  <c:v>75.2</c:v>
                </c:pt>
                <c:pt idx="49">
                  <c:v>72.599999999999994</c:v>
                </c:pt>
                <c:pt idx="50">
                  <c:v>75.599999999999994</c:v>
                </c:pt>
                <c:pt idx="51">
                  <c:v>75.599999999999994</c:v>
                </c:pt>
                <c:pt idx="52">
                  <c:v>79.75</c:v>
                </c:pt>
                <c:pt idx="53">
                  <c:v>76.8</c:v>
                </c:pt>
                <c:pt idx="54">
                  <c:v>76.3</c:v>
                </c:pt>
                <c:pt idx="55">
                  <c:v>78.05</c:v>
                </c:pt>
                <c:pt idx="56">
                  <c:v>78.099999999999994</c:v>
                </c:pt>
                <c:pt idx="57">
                  <c:v>79.25</c:v>
                </c:pt>
                <c:pt idx="58">
                  <c:v>78.55</c:v>
                </c:pt>
                <c:pt idx="59">
                  <c:v>82</c:v>
                </c:pt>
                <c:pt idx="60">
                  <c:v>81.8</c:v>
                </c:pt>
                <c:pt idx="61">
                  <c:v>79.849999999999994</c:v>
                </c:pt>
                <c:pt idx="62">
                  <c:v>82.85</c:v>
                </c:pt>
                <c:pt idx="63">
                  <c:v>84.3</c:v>
                </c:pt>
                <c:pt idx="64">
                  <c:v>87.8</c:v>
                </c:pt>
                <c:pt idx="65">
                  <c:v>88.8</c:v>
                </c:pt>
                <c:pt idx="66">
                  <c:v>84.8</c:v>
                </c:pt>
                <c:pt idx="67">
                  <c:v>87.3</c:v>
                </c:pt>
                <c:pt idx="68">
                  <c:v>89.7</c:v>
                </c:pt>
                <c:pt idx="69">
                  <c:v>87.45</c:v>
                </c:pt>
                <c:pt idx="70">
                  <c:v>87.5</c:v>
                </c:pt>
                <c:pt idx="71">
                  <c:v>90</c:v>
                </c:pt>
                <c:pt idx="72">
                  <c:v>87.6</c:v>
                </c:pt>
                <c:pt idx="73">
                  <c:v>89.8</c:v>
                </c:pt>
                <c:pt idx="74">
                  <c:v>84.9</c:v>
                </c:pt>
                <c:pt idx="75">
                  <c:v>84.65</c:v>
                </c:pt>
                <c:pt idx="76">
                  <c:v>84.35</c:v>
                </c:pt>
                <c:pt idx="77">
                  <c:v>83.1</c:v>
                </c:pt>
                <c:pt idx="78">
                  <c:v>83.1</c:v>
                </c:pt>
                <c:pt idx="79">
                  <c:v>85.7</c:v>
                </c:pt>
                <c:pt idx="80">
                  <c:v>84.9</c:v>
                </c:pt>
                <c:pt idx="81">
                  <c:v>86.2</c:v>
                </c:pt>
                <c:pt idx="82">
                  <c:v>86.2</c:v>
                </c:pt>
                <c:pt idx="83">
                  <c:v>81.349999999999994</c:v>
                </c:pt>
                <c:pt idx="84">
                  <c:v>87.2</c:v>
                </c:pt>
                <c:pt idx="85">
                  <c:v>80.5</c:v>
                </c:pt>
                <c:pt idx="86">
                  <c:v>79.5</c:v>
                </c:pt>
                <c:pt idx="87">
                  <c:v>76.2</c:v>
                </c:pt>
                <c:pt idx="88">
                  <c:v>72.650000000000006</c:v>
                </c:pt>
                <c:pt idx="89">
                  <c:v>72.5</c:v>
                </c:pt>
                <c:pt idx="90">
                  <c:v>75.75</c:v>
                </c:pt>
                <c:pt idx="91">
                  <c:v>77.95</c:v>
                </c:pt>
                <c:pt idx="92">
                  <c:v>76.400000000000006</c:v>
                </c:pt>
                <c:pt idx="93">
                  <c:v>77.75</c:v>
                </c:pt>
                <c:pt idx="94">
                  <c:v>78.55</c:v>
                </c:pt>
                <c:pt idx="95">
                  <c:v>79</c:v>
                </c:pt>
                <c:pt idx="96">
                  <c:v>83.5</c:v>
                </c:pt>
                <c:pt idx="97">
                  <c:v>82.05</c:v>
                </c:pt>
                <c:pt idx="98">
                  <c:v>79.3</c:v>
                </c:pt>
                <c:pt idx="99">
                  <c:v>78.8</c:v>
                </c:pt>
                <c:pt idx="100">
                  <c:v>75.349999999999994</c:v>
                </c:pt>
                <c:pt idx="101">
                  <c:v>77.599999999999994</c:v>
                </c:pt>
                <c:pt idx="102">
                  <c:v>76.7</c:v>
                </c:pt>
                <c:pt idx="103">
                  <c:v>78.8</c:v>
                </c:pt>
                <c:pt idx="104">
                  <c:v>80.5</c:v>
                </c:pt>
                <c:pt idx="105">
                  <c:v>81</c:v>
                </c:pt>
                <c:pt idx="106">
                  <c:v>79</c:v>
                </c:pt>
                <c:pt idx="107">
                  <c:v>75.099999999999994</c:v>
                </c:pt>
                <c:pt idx="108">
                  <c:v>78.849999999999994</c:v>
                </c:pt>
                <c:pt idx="109">
                  <c:v>79.349999999999994</c:v>
                </c:pt>
                <c:pt idx="110">
                  <c:v>81.8</c:v>
                </c:pt>
                <c:pt idx="111">
                  <c:v>84.75</c:v>
                </c:pt>
                <c:pt idx="112">
                  <c:v>68.05</c:v>
                </c:pt>
                <c:pt idx="113">
                  <c:v>72.95</c:v>
                </c:pt>
                <c:pt idx="114">
                  <c:v>72</c:v>
                </c:pt>
                <c:pt idx="115">
                  <c:v>71.849999999999994</c:v>
                </c:pt>
                <c:pt idx="116">
                  <c:v>72.400000000000006</c:v>
                </c:pt>
                <c:pt idx="117">
                  <c:v>73</c:v>
                </c:pt>
                <c:pt idx="118">
                  <c:v>71.7</c:v>
                </c:pt>
                <c:pt idx="119">
                  <c:v>70.25</c:v>
                </c:pt>
                <c:pt idx="120">
                  <c:v>71.95</c:v>
                </c:pt>
                <c:pt idx="121">
                  <c:v>74.650000000000006</c:v>
                </c:pt>
                <c:pt idx="122">
                  <c:v>72.2</c:v>
                </c:pt>
                <c:pt idx="123">
                  <c:v>74.55</c:v>
                </c:pt>
                <c:pt idx="124">
                  <c:v>69.599999999999994</c:v>
                </c:pt>
                <c:pt idx="125">
                  <c:v>60.2</c:v>
                </c:pt>
                <c:pt idx="126">
                  <c:v>59.4</c:v>
                </c:pt>
                <c:pt idx="127">
                  <c:v>59.2</c:v>
                </c:pt>
                <c:pt idx="128">
                  <c:v>57</c:v>
                </c:pt>
                <c:pt idx="129">
                  <c:v>55.4</c:v>
                </c:pt>
                <c:pt idx="130">
                  <c:v>53.8</c:v>
                </c:pt>
                <c:pt idx="131">
                  <c:v>53.8</c:v>
                </c:pt>
                <c:pt idx="132">
                  <c:v>55.35</c:v>
                </c:pt>
                <c:pt idx="133">
                  <c:v>55.6</c:v>
                </c:pt>
                <c:pt idx="134">
                  <c:v>58.5</c:v>
                </c:pt>
                <c:pt idx="135">
                  <c:v>57.7</c:v>
                </c:pt>
                <c:pt idx="136">
                  <c:v>55.85</c:v>
                </c:pt>
                <c:pt idx="137">
                  <c:v>56.3</c:v>
                </c:pt>
                <c:pt idx="138">
                  <c:v>56.9</c:v>
                </c:pt>
                <c:pt idx="139">
                  <c:v>57.45</c:v>
                </c:pt>
                <c:pt idx="140">
                  <c:v>56.8</c:v>
                </c:pt>
                <c:pt idx="141">
                  <c:v>59.5</c:v>
                </c:pt>
                <c:pt idx="142">
                  <c:v>57.8</c:v>
                </c:pt>
                <c:pt idx="143">
                  <c:v>59.3</c:v>
                </c:pt>
                <c:pt idx="144">
                  <c:v>58.3</c:v>
                </c:pt>
                <c:pt idx="145">
                  <c:v>59.45</c:v>
                </c:pt>
                <c:pt idx="146">
                  <c:v>59.05</c:v>
                </c:pt>
                <c:pt idx="147">
                  <c:v>57.55</c:v>
                </c:pt>
                <c:pt idx="148">
                  <c:v>56.95</c:v>
                </c:pt>
                <c:pt idx="149">
                  <c:v>57.9</c:v>
                </c:pt>
                <c:pt idx="150">
                  <c:v>56.5</c:v>
                </c:pt>
                <c:pt idx="151">
                  <c:v>58</c:v>
                </c:pt>
                <c:pt idx="152">
                  <c:v>57.5</c:v>
                </c:pt>
                <c:pt idx="153">
                  <c:v>57.5</c:v>
                </c:pt>
                <c:pt idx="154">
                  <c:v>54.9</c:v>
                </c:pt>
                <c:pt idx="155">
                  <c:v>53.7</c:v>
                </c:pt>
                <c:pt idx="156">
                  <c:v>55.15</c:v>
                </c:pt>
              </c:numCache>
            </c:numRef>
          </c:val>
          <c:smooth val="0"/>
          <c:extLst>
            <c:ext xmlns:c16="http://schemas.microsoft.com/office/drawing/2014/chart" uri="{C3380CC4-5D6E-409C-BE32-E72D297353CC}">
              <c16:uniqueId val="{00000001-3756-FC44-A691-7F49A76F7138}"/>
            </c:ext>
          </c:extLst>
        </c:ser>
        <c:dLbls>
          <c:showLegendKey val="0"/>
          <c:showVal val="0"/>
          <c:showCatName val="0"/>
          <c:showSerName val="0"/>
          <c:showPercent val="0"/>
          <c:showBubbleSize val="0"/>
        </c:dLbls>
        <c:marker val="1"/>
        <c:smooth val="0"/>
        <c:axId val="2000001858"/>
        <c:axId val="2000001859"/>
      </c:lineChart>
      <c:dateAx>
        <c:axId val="2000001856"/>
        <c:scaling>
          <c:orientation val="minMax"/>
          <c:min val="45779"/>
        </c:scaling>
        <c:delete val="0"/>
        <c:axPos val="b"/>
        <c:numFmt formatCode="yyyy\-mm\-dd" sourceLinked="0"/>
        <c:majorTickMark val="in"/>
        <c:minorTickMark val="none"/>
        <c:tickLblPos val="nextTo"/>
        <c:spPr>
          <a:ln w="3175">
            <a:solidFill>
              <a:srgbClr val="000000"/>
            </a:solidFill>
            <a:prstDash val="solid"/>
          </a:ln>
        </c:spPr>
        <c:txPr>
          <a:bodyPr rot="0" vert="horz"/>
          <a:lstStyle/>
          <a:p>
            <a:pPr>
              <a:defRPr/>
            </a:pPr>
            <a:endParaRPr lang="zh-CN"/>
          </a:p>
        </c:txPr>
        <c:crossAx val="2000001857"/>
        <c:crosses val="autoZero"/>
        <c:auto val="0"/>
        <c:lblOffset val="100"/>
        <c:baseTimeUnit val="days"/>
      </c:dateAx>
      <c:valAx>
        <c:axId val="2000001857"/>
        <c:scaling>
          <c:orientation val="minMax"/>
          <c:max val="90"/>
          <c:min val="50"/>
        </c:scaling>
        <c:delete val="0"/>
        <c:axPos val="l"/>
        <c:numFmt formatCode="General" sourceLinked="0"/>
        <c:majorTickMark val="in"/>
        <c:minorTickMark val="none"/>
        <c:tickLblPos val="nextTo"/>
        <c:spPr>
          <a:ln w="3175">
            <a:solidFill>
              <a:srgbClr val="000000"/>
            </a:solidFill>
            <a:prstDash val="solid"/>
          </a:ln>
        </c:spPr>
        <c:txPr>
          <a:bodyPr rot="0" vert="horz"/>
          <a:lstStyle/>
          <a:p>
            <a:pPr>
              <a:defRPr/>
            </a:pPr>
            <a:endParaRPr lang="zh-CN"/>
          </a:p>
        </c:txPr>
        <c:crossAx val="2000001856"/>
        <c:crosses val="autoZero"/>
        <c:crossBetween val="between"/>
      </c:valAx>
      <c:valAx>
        <c:axId val="2000001859"/>
        <c:scaling>
          <c:orientation val="minMax"/>
          <c:max val="90"/>
          <c:min val="50"/>
        </c:scaling>
        <c:delete val="0"/>
        <c:axPos val="r"/>
        <c:numFmt formatCode="General" sourceLinked="0"/>
        <c:majorTickMark val="out"/>
        <c:minorTickMark val="none"/>
        <c:tickLblPos val="nextTo"/>
        <c:crossAx val="2000001858"/>
        <c:crosses val="max"/>
        <c:crossBetween val="between"/>
      </c:valAx>
      <c:dateAx>
        <c:axId val="2000001858"/>
        <c:scaling>
          <c:orientation val="minMax"/>
        </c:scaling>
        <c:delete val="1"/>
        <c:axPos val="b"/>
        <c:numFmt formatCode="yyyy\-mm\-dd" sourceLinked="1"/>
        <c:majorTickMark val="out"/>
        <c:minorTickMark val="none"/>
        <c:tickLblPos val="nextTo"/>
        <c:crossAx val="2000001859"/>
        <c:crosses val="autoZero"/>
        <c:auto val="1"/>
        <c:lblOffset val="100"/>
        <c:baseTimeUnit val="days"/>
      </c:dateAx>
      <c:spPr>
        <a:noFill/>
        <a:ln w="25400">
          <a:noFill/>
        </a:ln>
      </c:spPr>
    </c:plotArea>
    <c:legend>
      <c:legendPos val="b"/>
      <c:layout>
        <c:manualLayout>
          <c:xMode val="edge"/>
          <c:yMode val="edge"/>
          <c:x val="1.0573374729957863E-2"/>
          <c:y val="9.5314474579574239E-4"/>
          <c:w val="0.91704163666198402"/>
          <c:h val="9.1639447846796923E-2"/>
        </c:manualLayout>
      </c:layout>
      <c:overlay val="0"/>
      <c:spPr>
        <a:solidFill>
          <a:srgbClr val="FFFFFF"/>
        </a:solidFill>
        <a:ln w="25400">
          <a:noFill/>
        </a:ln>
      </c:spPr>
    </c:legend>
    <c:plotVisOnly val="1"/>
    <c:dispBlanksAs val="gap"/>
    <c:showDLblsOverMax val="0"/>
  </c:chart>
  <c:spPr>
    <a:solidFill>
      <a:srgbClr val="FFFFFF"/>
    </a:solidFill>
    <a:ln w="9525">
      <a:noFill/>
    </a:ln>
  </c:spPr>
  <c:txPr>
    <a:bodyPr/>
    <a:lstStyle/>
    <a:p>
      <a:pPr>
        <a:defRPr sz="600" b="0" i="0" u="none" strike="noStrike" baseline="0">
          <a:solidFill>
            <a:srgbClr val="000000"/>
          </a:solidFill>
          <a:latin typeface="Arial" panose="020B0604020202020204" pitchFamily="34" charset="0"/>
          <a:ea typeface="楷体_GB2312" panose="02010609030101010101" pitchFamily="49" charset="-122"/>
          <a:cs typeface="Arial" panose="020B0604020202020204" pitchFamily="34" charset="0"/>
        </a:defRPr>
      </a:pPr>
      <a:endParaRPr lang="zh-CN"/>
    </a:p>
  </c:txPr>
  <c:externalData r:id="rId1">
    <c:autoUpdate val="0"/>
  </c:externalData>
  <c:userShapes r:id="rId2"/>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6.6448898836883971E-2"/>
          <c:y val="0.15640000000000001"/>
          <c:w val="0.8592107952154836"/>
          <c:h val="0.74481574803149619"/>
        </c:manualLayout>
      </c:layout>
      <c:lineChart>
        <c:grouping val="standard"/>
        <c:varyColors val="0"/>
        <c:ser>
          <c:idx val="0"/>
          <c:order val="0"/>
          <c:tx>
            <c:strRef>
              <c:f>'图7恒生科技&amp;PMI (4)'!$G$1</c:f>
              <c:strCache>
                <c:ptCount val="1"/>
                <c:pt idx="0">
                  <c:v>中国:制造业PMI（左轴）：移动平均6个月</c:v>
                </c:pt>
              </c:strCache>
            </c:strRef>
          </c:tx>
          <c:spPr>
            <a:ln>
              <a:solidFill>
                <a:srgbClr val="7C80C8"/>
              </a:solidFill>
              <a:prstDash val="solid"/>
            </a:ln>
          </c:spPr>
          <c:marker>
            <c:symbol val="none"/>
          </c:marker>
          <c:cat>
            <c:numRef>
              <c:f>'图7恒生科技&amp;PMI (4)'!$A$5:$A$118</c:f>
              <c:numCache>
                <c:formatCode>yyyy\-mm</c:formatCode>
                <c:ptCount val="114"/>
                <c:pt idx="0">
                  <c:v>46173</c:v>
                </c:pt>
                <c:pt idx="1">
                  <c:v>46142</c:v>
                </c:pt>
                <c:pt idx="2">
                  <c:v>46112</c:v>
                </c:pt>
                <c:pt idx="3">
                  <c:v>46081</c:v>
                </c:pt>
                <c:pt idx="4">
                  <c:v>46053</c:v>
                </c:pt>
                <c:pt idx="5">
                  <c:v>46022</c:v>
                </c:pt>
                <c:pt idx="6">
                  <c:v>45991</c:v>
                </c:pt>
                <c:pt idx="7">
                  <c:v>45961</c:v>
                </c:pt>
                <c:pt idx="8">
                  <c:v>45930</c:v>
                </c:pt>
                <c:pt idx="9">
                  <c:v>45900</c:v>
                </c:pt>
                <c:pt idx="10">
                  <c:v>45869</c:v>
                </c:pt>
                <c:pt idx="11">
                  <c:v>45838</c:v>
                </c:pt>
                <c:pt idx="12">
                  <c:v>45808</c:v>
                </c:pt>
                <c:pt idx="13">
                  <c:v>45777</c:v>
                </c:pt>
                <c:pt idx="14">
                  <c:v>45747</c:v>
                </c:pt>
                <c:pt idx="15">
                  <c:v>45716</c:v>
                </c:pt>
                <c:pt idx="16">
                  <c:v>45688</c:v>
                </c:pt>
                <c:pt idx="17">
                  <c:v>45657</c:v>
                </c:pt>
                <c:pt idx="18">
                  <c:v>45626</c:v>
                </c:pt>
                <c:pt idx="19">
                  <c:v>45596</c:v>
                </c:pt>
                <c:pt idx="20">
                  <c:v>45565</c:v>
                </c:pt>
                <c:pt idx="21">
                  <c:v>45535</c:v>
                </c:pt>
                <c:pt idx="22">
                  <c:v>45504</c:v>
                </c:pt>
                <c:pt idx="23">
                  <c:v>45473</c:v>
                </c:pt>
                <c:pt idx="24">
                  <c:v>45443</c:v>
                </c:pt>
                <c:pt idx="25">
                  <c:v>45412</c:v>
                </c:pt>
                <c:pt idx="26">
                  <c:v>45382</c:v>
                </c:pt>
                <c:pt idx="27">
                  <c:v>45351</c:v>
                </c:pt>
                <c:pt idx="28">
                  <c:v>45322</c:v>
                </c:pt>
                <c:pt idx="29">
                  <c:v>45291</c:v>
                </c:pt>
                <c:pt idx="30">
                  <c:v>45260</c:v>
                </c:pt>
                <c:pt idx="31">
                  <c:v>45230</c:v>
                </c:pt>
                <c:pt idx="32">
                  <c:v>45199</c:v>
                </c:pt>
                <c:pt idx="33">
                  <c:v>45169</c:v>
                </c:pt>
                <c:pt idx="34">
                  <c:v>45138</c:v>
                </c:pt>
                <c:pt idx="35">
                  <c:v>45107</c:v>
                </c:pt>
                <c:pt idx="36">
                  <c:v>45077</c:v>
                </c:pt>
                <c:pt idx="37">
                  <c:v>45046</c:v>
                </c:pt>
                <c:pt idx="38">
                  <c:v>45016</c:v>
                </c:pt>
                <c:pt idx="39">
                  <c:v>44985</c:v>
                </c:pt>
                <c:pt idx="40">
                  <c:v>44957</c:v>
                </c:pt>
                <c:pt idx="41">
                  <c:v>44926</c:v>
                </c:pt>
                <c:pt idx="42">
                  <c:v>44895</c:v>
                </c:pt>
                <c:pt idx="43">
                  <c:v>44865</c:v>
                </c:pt>
                <c:pt idx="44">
                  <c:v>44834</c:v>
                </c:pt>
                <c:pt idx="45">
                  <c:v>44804</c:v>
                </c:pt>
                <c:pt idx="46">
                  <c:v>44773</c:v>
                </c:pt>
                <c:pt idx="47">
                  <c:v>44742</c:v>
                </c:pt>
                <c:pt idx="48">
                  <c:v>44712</c:v>
                </c:pt>
                <c:pt idx="49">
                  <c:v>44681</c:v>
                </c:pt>
                <c:pt idx="50">
                  <c:v>44651</c:v>
                </c:pt>
                <c:pt idx="51">
                  <c:v>44620</c:v>
                </c:pt>
                <c:pt idx="52">
                  <c:v>44592</c:v>
                </c:pt>
                <c:pt idx="53">
                  <c:v>44561</c:v>
                </c:pt>
                <c:pt idx="54">
                  <c:v>44530</c:v>
                </c:pt>
                <c:pt idx="55">
                  <c:v>44500</c:v>
                </c:pt>
                <c:pt idx="56">
                  <c:v>44469</c:v>
                </c:pt>
                <c:pt idx="57">
                  <c:v>44439</c:v>
                </c:pt>
                <c:pt idx="58">
                  <c:v>44408</c:v>
                </c:pt>
                <c:pt idx="59">
                  <c:v>44377</c:v>
                </c:pt>
                <c:pt idx="60">
                  <c:v>44347</c:v>
                </c:pt>
                <c:pt idx="61">
                  <c:v>44316</c:v>
                </c:pt>
                <c:pt idx="62">
                  <c:v>44286</c:v>
                </c:pt>
                <c:pt idx="63">
                  <c:v>44255</c:v>
                </c:pt>
                <c:pt idx="64">
                  <c:v>44227</c:v>
                </c:pt>
                <c:pt idx="65">
                  <c:v>44196</c:v>
                </c:pt>
                <c:pt idx="66">
                  <c:v>44165</c:v>
                </c:pt>
                <c:pt idx="67">
                  <c:v>44135</c:v>
                </c:pt>
                <c:pt idx="68">
                  <c:v>44104</c:v>
                </c:pt>
                <c:pt idx="69">
                  <c:v>44074</c:v>
                </c:pt>
                <c:pt idx="70">
                  <c:v>44043</c:v>
                </c:pt>
                <c:pt idx="71">
                  <c:v>44012</c:v>
                </c:pt>
                <c:pt idx="72">
                  <c:v>43982</c:v>
                </c:pt>
                <c:pt idx="73">
                  <c:v>43951</c:v>
                </c:pt>
                <c:pt idx="74">
                  <c:v>43921</c:v>
                </c:pt>
                <c:pt idx="75">
                  <c:v>43890</c:v>
                </c:pt>
                <c:pt idx="76">
                  <c:v>43861</c:v>
                </c:pt>
                <c:pt idx="77">
                  <c:v>43830</c:v>
                </c:pt>
                <c:pt idx="78">
                  <c:v>43799</c:v>
                </c:pt>
                <c:pt idx="79">
                  <c:v>43769</c:v>
                </c:pt>
                <c:pt idx="80">
                  <c:v>43738</c:v>
                </c:pt>
                <c:pt idx="81">
                  <c:v>43708</c:v>
                </c:pt>
                <c:pt idx="82">
                  <c:v>43677</c:v>
                </c:pt>
                <c:pt idx="83">
                  <c:v>43646</c:v>
                </c:pt>
                <c:pt idx="84">
                  <c:v>43616</c:v>
                </c:pt>
                <c:pt idx="85">
                  <c:v>43585</c:v>
                </c:pt>
                <c:pt idx="86">
                  <c:v>43555</c:v>
                </c:pt>
                <c:pt idx="87">
                  <c:v>43524</c:v>
                </c:pt>
                <c:pt idx="88">
                  <c:v>43496</c:v>
                </c:pt>
                <c:pt idx="89">
                  <c:v>43465</c:v>
                </c:pt>
                <c:pt idx="90">
                  <c:v>43434</c:v>
                </c:pt>
                <c:pt idx="91">
                  <c:v>43404</c:v>
                </c:pt>
                <c:pt idx="92">
                  <c:v>43373</c:v>
                </c:pt>
                <c:pt idx="93">
                  <c:v>43343</c:v>
                </c:pt>
                <c:pt idx="94">
                  <c:v>43312</c:v>
                </c:pt>
                <c:pt idx="95">
                  <c:v>43281</c:v>
                </c:pt>
                <c:pt idx="96">
                  <c:v>43251</c:v>
                </c:pt>
                <c:pt idx="97">
                  <c:v>43220</c:v>
                </c:pt>
                <c:pt idx="98">
                  <c:v>43190</c:v>
                </c:pt>
                <c:pt idx="99">
                  <c:v>43159</c:v>
                </c:pt>
                <c:pt idx="100">
                  <c:v>43131</c:v>
                </c:pt>
                <c:pt idx="101">
                  <c:v>43100</c:v>
                </c:pt>
                <c:pt idx="102">
                  <c:v>43069</c:v>
                </c:pt>
                <c:pt idx="103">
                  <c:v>43039</c:v>
                </c:pt>
                <c:pt idx="104">
                  <c:v>43008</c:v>
                </c:pt>
                <c:pt idx="105">
                  <c:v>42978</c:v>
                </c:pt>
                <c:pt idx="106">
                  <c:v>42947</c:v>
                </c:pt>
                <c:pt idx="107">
                  <c:v>42916</c:v>
                </c:pt>
                <c:pt idx="108">
                  <c:v>42886</c:v>
                </c:pt>
                <c:pt idx="109">
                  <c:v>42855</c:v>
                </c:pt>
                <c:pt idx="110">
                  <c:v>42825</c:v>
                </c:pt>
                <c:pt idx="111">
                  <c:v>42794</c:v>
                </c:pt>
                <c:pt idx="112">
                  <c:v>42766</c:v>
                </c:pt>
                <c:pt idx="113">
                  <c:v>42735</c:v>
                </c:pt>
              </c:numCache>
            </c:numRef>
          </c:cat>
          <c:val>
            <c:numRef>
              <c:f>'图7恒生科技&amp;PMI (4)'!$F$5:$F$118</c:f>
              <c:numCache>
                <c:formatCode>#,##0.00_ </c:formatCode>
                <c:ptCount val="114"/>
                <c:pt idx="0">
                  <c:v>49.85</c:v>
                </c:pt>
                <c:pt idx="1">
                  <c:v>49.716666666666669</c:v>
                </c:pt>
                <c:pt idx="2">
                  <c:v>49.5</c:v>
                </c:pt>
                <c:pt idx="3">
                  <c:v>49.400000000000006</c:v>
                </c:pt>
                <c:pt idx="4">
                  <c:v>49.466666666666669</c:v>
                </c:pt>
                <c:pt idx="5">
                  <c:v>49.466666666666669</c:v>
                </c:pt>
                <c:pt idx="6">
                  <c:v>49.4</c:v>
                </c:pt>
                <c:pt idx="7">
                  <c:v>49.449999999999996</c:v>
                </c:pt>
                <c:pt idx="8">
                  <c:v>49.449999999999996</c:v>
                </c:pt>
                <c:pt idx="9">
                  <c:v>49.566666666666663</c:v>
                </c:pt>
                <c:pt idx="10">
                  <c:v>49.699999999999996</c:v>
                </c:pt>
                <c:pt idx="11">
                  <c:v>49.666666666666664</c:v>
                </c:pt>
                <c:pt idx="12">
                  <c:v>49.733333333333327</c:v>
                </c:pt>
                <c:pt idx="13">
                  <c:v>49.866666666666667</c:v>
                </c:pt>
                <c:pt idx="14">
                  <c:v>50.050000000000004</c:v>
                </c:pt>
                <c:pt idx="15">
                  <c:v>49.93333333333333</c:v>
                </c:pt>
                <c:pt idx="16">
                  <c:v>49.75</c:v>
                </c:pt>
                <c:pt idx="17">
                  <c:v>49.800000000000004</c:v>
                </c:pt>
                <c:pt idx="18">
                  <c:v>49.699999999999996</c:v>
                </c:pt>
                <c:pt idx="19">
                  <c:v>49.566666666666663</c:v>
                </c:pt>
                <c:pt idx="20">
                  <c:v>49.616666666666667</c:v>
                </c:pt>
                <c:pt idx="21">
                  <c:v>49.783333333333331</c:v>
                </c:pt>
                <c:pt idx="22">
                  <c:v>49.783333333333339</c:v>
                </c:pt>
                <c:pt idx="23">
                  <c:v>49.75</c:v>
                </c:pt>
                <c:pt idx="24">
                  <c:v>49.666666666666664</c:v>
                </c:pt>
                <c:pt idx="25">
                  <c:v>49.65</c:v>
                </c:pt>
                <c:pt idx="26">
                  <c:v>49.5</c:v>
                </c:pt>
                <c:pt idx="27">
                  <c:v>49.400000000000006</c:v>
                </c:pt>
                <c:pt idx="28">
                  <c:v>49.5</c:v>
                </c:pt>
                <c:pt idx="29">
                  <c:v>49.516666666666673</c:v>
                </c:pt>
                <c:pt idx="30">
                  <c:v>49.516666666666673</c:v>
                </c:pt>
                <c:pt idx="31">
                  <c:v>49.416666666666664</c:v>
                </c:pt>
                <c:pt idx="32">
                  <c:v>49.366666666666667</c:v>
                </c:pt>
                <c:pt idx="33">
                  <c:v>49.65</c:v>
                </c:pt>
                <c:pt idx="34">
                  <c:v>50.133333333333333</c:v>
                </c:pt>
                <c:pt idx="35">
                  <c:v>50.266666666666673</c:v>
                </c:pt>
                <c:pt idx="36">
                  <c:v>49.933333333333337</c:v>
                </c:pt>
                <c:pt idx="37">
                  <c:v>49.79999999999999</c:v>
                </c:pt>
                <c:pt idx="38">
                  <c:v>49.800000000000004</c:v>
                </c:pt>
                <c:pt idx="39">
                  <c:v>49.5</c:v>
                </c:pt>
                <c:pt idx="40">
                  <c:v>48.966666666666669</c:v>
                </c:pt>
                <c:pt idx="41">
                  <c:v>48.783333333333331</c:v>
                </c:pt>
                <c:pt idx="42">
                  <c:v>49.31666666666667</c:v>
                </c:pt>
                <c:pt idx="43">
                  <c:v>49.583333333333343</c:v>
                </c:pt>
                <c:pt idx="44">
                  <c:v>49.283333333333331</c:v>
                </c:pt>
                <c:pt idx="45">
                  <c:v>49.183333333333337</c:v>
                </c:pt>
                <c:pt idx="46">
                  <c:v>49.31666666666667</c:v>
                </c:pt>
                <c:pt idx="47">
                  <c:v>49.500000000000007</c:v>
                </c:pt>
                <c:pt idx="48">
                  <c:v>49.516666666666659</c:v>
                </c:pt>
                <c:pt idx="49">
                  <c:v>49.6</c:v>
                </c:pt>
                <c:pt idx="50">
                  <c:v>49.900000000000006</c:v>
                </c:pt>
                <c:pt idx="51">
                  <c:v>49.916666666666679</c:v>
                </c:pt>
                <c:pt idx="52">
                  <c:v>49.9</c:v>
                </c:pt>
                <c:pt idx="53">
                  <c:v>49.949999999999996</c:v>
                </c:pt>
                <c:pt idx="54">
                  <c:v>50.050000000000004</c:v>
                </c:pt>
                <c:pt idx="55">
                  <c:v>50.20000000000001</c:v>
                </c:pt>
                <c:pt idx="56">
                  <c:v>50.516666666666673</c:v>
                </c:pt>
                <c:pt idx="57">
                  <c:v>50.9</c:v>
                </c:pt>
                <c:pt idx="58">
                  <c:v>50.983333333333341</c:v>
                </c:pt>
                <c:pt idx="59">
                  <c:v>51.133333333333333</c:v>
                </c:pt>
                <c:pt idx="60">
                  <c:v>51.29999999999999</c:v>
                </c:pt>
                <c:pt idx="61">
                  <c:v>51.483333333333327</c:v>
                </c:pt>
                <c:pt idx="62">
                  <c:v>51.533333333333331</c:v>
                </c:pt>
                <c:pt idx="63">
                  <c:v>51.466666666666669</c:v>
                </c:pt>
                <c:pt idx="64">
                  <c:v>51.533333333333331</c:v>
                </c:pt>
                <c:pt idx="65">
                  <c:v>51.5</c:v>
                </c:pt>
                <c:pt idx="66">
                  <c:v>51.333333333333336</c:v>
                </c:pt>
                <c:pt idx="67">
                  <c:v>51.083333333333336</c:v>
                </c:pt>
                <c:pt idx="68">
                  <c:v>50.983333333333327</c:v>
                </c:pt>
                <c:pt idx="69">
                  <c:v>51.066666666666663</c:v>
                </c:pt>
                <c:pt idx="70">
                  <c:v>48.516666666666659</c:v>
                </c:pt>
                <c:pt idx="71">
                  <c:v>48.333333333333336</c:v>
                </c:pt>
                <c:pt idx="72">
                  <c:v>48.216666666666669</c:v>
                </c:pt>
                <c:pt idx="73">
                  <c:v>48.15</c:v>
                </c:pt>
                <c:pt idx="74">
                  <c:v>47.9</c:v>
                </c:pt>
                <c:pt idx="75">
                  <c:v>47.533333333333339</c:v>
                </c:pt>
                <c:pt idx="76">
                  <c:v>49.833333333333336</c:v>
                </c:pt>
                <c:pt idx="77">
                  <c:v>49.783333333333331</c:v>
                </c:pt>
                <c:pt idx="78">
                  <c:v>49.65</c:v>
                </c:pt>
                <c:pt idx="79">
                  <c:v>49.516666666666673</c:v>
                </c:pt>
                <c:pt idx="80">
                  <c:v>49.650000000000006</c:v>
                </c:pt>
                <c:pt idx="81">
                  <c:v>49.766666666666673</c:v>
                </c:pt>
                <c:pt idx="82">
                  <c:v>49.716666666666669</c:v>
                </c:pt>
                <c:pt idx="83">
                  <c:v>49.683333333333337</c:v>
                </c:pt>
                <c:pt idx="84">
                  <c:v>49.68333333333333</c:v>
                </c:pt>
                <c:pt idx="85">
                  <c:v>49.783333333333339</c:v>
                </c:pt>
                <c:pt idx="86">
                  <c:v>49.800000000000004</c:v>
                </c:pt>
                <c:pt idx="87">
                  <c:v>49.85</c:v>
                </c:pt>
                <c:pt idx="88">
                  <c:v>50.20000000000001</c:v>
                </c:pt>
                <c:pt idx="89">
                  <c:v>50.483333333333341</c:v>
                </c:pt>
                <c:pt idx="90">
                  <c:v>50.833333333333336</c:v>
                </c:pt>
                <c:pt idx="91">
                  <c:v>51.15</c:v>
                </c:pt>
                <c:pt idx="92">
                  <c:v>51.349999999999994</c:v>
                </c:pt>
                <c:pt idx="93">
                  <c:v>51.466666666666669</c:v>
                </c:pt>
                <c:pt idx="94">
                  <c:v>51.300000000000004</c:v>
                </c:pt>
                <c:pt idx="95">
                  <c:v>51.31666666666667</c:v>
                </c:pt>
                <c:pt idx="96">
                  <c:v>51.333333333333343</c:v>
                </c:pt>
                <c:pt idx="97">
                  <c:v>51.31666666666667</c:v>
                </c:pt>
                <c:pt idx="98">
                  <c:v>51.35</c:v>
                </c:pt>
                <c:pt idx="99">
                  <c:v>51.5</c:v>
                </c:pt>
                <c:pt idx="100">
                  <c:v>51.733333333333327</c:v>
                </c:pt>
                <c:pt idx="101">
                  <c:v>51.75</c:v>
                </c:pt>
                <c:pt idx="102">
                  <c:v>51.766666666666659</c:v>
                </c:pt>
                <c:pt idx="103">
                  <c:v>51.666666666666664</c:v>
                </c:pt>
                <c:pt idx="104">
                  <c:v>51.599999999999994</c:v>
                </c:pt>
                <c:pt idx="105">
                  <c:v>51.5</c:v>
                </c:pt>
                <c:pt idx="106">
                  <c:v>51.483333333333341</c:v>
                </c:pt>
                <c:pt idx="107">
                  <c:v>51.466666666666676</c:v>
                </c:pt>
                <c:pt idx="108">
                  <c:v>51.416666666666657</c:v>
                </c:pt>
                <c:pt idx="109">
                  <c:v>51.499999999999993</c:v>
                </c:pt>
                <c:pt idx="110">
                  <c:v>51.5</c:v>
                </c:pt>
                <c:pt idx="111">
                  <c:v>51.266666666666659</c:v>
                </c:pt>
                <c:pt idx="112">
                  <c:v>51.066666666666663</c:v>
                </c:pt>
                <c:pt idx="113">
                  <c:v>50.833333333333336</c:v>
                </c:pt>
              </c:numCache>
            </c:numRef>
          </c:val>
          <c:smooth val="1"/>
          <c:extLst>
            <c:ext xmlns:c16="http://schemas.microsoft.com/office/drawing/2014/chart" uri="{C3380CC4-5D6E-409C-BE32-E72D297353CC}">
              <c16:uniqueId val="{00000000-625D-FC43-B522-8A49666D1B01}"/>
            </c:ext>
          </c:extLst>
        </c:ser>
        <c:dLbls>
          <c:showLegendKey val="0"/>
          <c:showVal val="0"/>
          <c:showCatName val="0"/>
          <c:showSerName val="0"/>
          <c:showPercent val="0"/>
          <c:showBubbleSize val="0"/>
        </c:dLbls>
        <c:marker val="1"/>
        <c:smooth val="0"/>
        <c:axId val="2000001888"/>
        <c:axId val="2000001889"/>
      </c:lineChart>
      <c:lineChart>
        <c:grouping val="standard"/>
        <c:varyColors val="0"/>
        <c:ser>
          <c:idx val="1"/>
          <c:order val="1"/>
          <c:tx>
            <c:strRef>
              <c:f>'图7恒生科技&amp;PMI (4)'!$F$1</c:f>
              <c:strCache>
                <c:ptCount val="1"/>
                <c:pt idx="0">
                  <c:v>恒生科技指数（右轴）：移动平均6个月</c:v>
                </c:pt>
              </c:strCache>
            </c:strRef>
          </c:tx>
          <c:spPr>
            <a:ln>
              <a:solidFill>
                <a:srgbClr val="2C3160"/>
              </a:solidFill>
              <a:prstDash val="solid"/>
            </a:ln>
          </c:spPr>
          <c:marker>
            <c:symbol val="none"/>
          </c:marker>
          <c:cat>
            <c:numRef>
              <c:f>'图7恒生科技&amp;PMI (4)'!$A$5:$A$118</c:f>
              <c:numCache>
                <c:formatCode>yyyy\-mm</c:formatCode>
                <c:ptCount val="114"/>
                <c:pt idx="0">
                  <c:v>46173</c:v>
                </c:pt>
                <c:pt idx="1">
                  <c:v>46142</c:v>
                </c:pt>
                <c:pt idx="2">
                  <c:v>46112</c:v>
                </c:pt>
                <c:pt idx="3">
                  <c:v>46081</c:v>
                </c:pt>
                <c:pt idx="4">
                  <c:v>46053</c:v>
                </c:pt>
                <c:pt idx="5">
                  <c:v>46022</c:v>
                </c:pt>
                <c:pt idx="6">
                  <c:v>45991</c:v>
                </c:pt>
                <c:pt idx="7">
                  <c:v>45961</c:v>
                </c:pt>
                <c:pt idx="8">
                  <c:v>45930</c:v>
                </c:pt>
                <c:pt idx="9">
                  <c:v>45900</c:v>
                </c:pt>
                <c:pt idx="10">
                  <c:v>45869</c:v>
                </c:pt>
                <c:pt idx="11">
                  <c:v>45838</c:v>
                </c:pt>
                <c:pt idx="12">
                  <c:v>45808</c:v>
                </c:pt>
                <c:pt idx="13">
                  <c:v>45777</c:v>
                </c:pt>
                <c:pt idx="14">
                  <c:v>45747</c:v>
                </c:pt>
                <c:pt idx="15">
                  <c:v>45716</c:v>
                </c:pt>
                <c:pt idx="16">
                  <c:v>45688</c:v>
                </c:pt>
                <c:pt idx="17">
                  <c:v>45657</c:v>
                </c:pt>
                <c:pt idx="18">
                  <c:v>45626</c:v>
                </c:pt>
                <c:pt idx="19">
                  <c:v>45596</c:v>
                </c:pt>
                <c:pt idx="20">
                  <c:v>45565</c:v>
                </c:pt>
                <c:pt idx="21">
                  <c:v>45535</c:v>
                </c:pt>
                <c:pt idx="22">
                  <c:v>45504</c:v>
                </c:pt>
                <c:pt idx="23">
                  <c:v>45473</c:v>
                </c:pt>
                <c:pt idx="24">
                  <c:v>45443</c:v>
                </c:pt>
                <c:pt idx="25">
                  <c:v>45412</c:v>
                </c:pt>
                <c:pt idx="26">
                  <c:v>45382</c:v>
                </c:pt>
                <c:pt idx="27">
                  <c:v>45351</c:v>
                </c:pt>
                <c:pt idx="28">
                  <c:v>45322</c:v>
                </c:pt>
                <c:pt idx="29">
                  <c:v>45291</c:v>
                </c:pt>
                <c:pt idx="30">
                  <c:v>45260</c:v>
                </c:pt>
                <c:pt idx="31">
                  <c:v>45230</c:v>
                </c:pt>
                <c:pt idx="32">
                  <c:v>45199</c:v>
                </c:pt>
                <c:pt idx="33">
                  <c:v>45169</c:v>
                </c:pt>
                <c:pt idx="34">
                  <c:v>45138</c:v>
                </c:pt>
                <c:pt idx="35">
                  <c:v>45107</c:v>
                </c:pt>
                <c:pt idx="36">
                  <c:v>45077</c:v>
                </c:pt>
                <c:pt idx="37">
                  <c:v>45046</c:v>
                </c:pt>
                <c:pt idx="38">
                  <c:v>45016</c:v>
                </c:pt>
                <c:pt idx="39">
                  <c:v>44985</c:v>
                </c:pt>
                <c:pt idx="40">
                  <c:v>44957</c:v>
                </c:pt>
                <c:pt idx="41">
                  <c:v>44926</c:v>
                </c:pt>
                <c:pt idx="42">
                  <c:v>44895</c:v>
                </c:pt>
                <c:pt idx="43">
                  <c:v>44865</c:v>
                </c:pt>
                <c:pt idx="44">
                  <c:v>44834</c:v>
                </c:pt>
                <c:pt idx="45">
                  <c:v>44804</c:v>
                </c:pt>
                <c:pt idx="46">
                  <c:v>44773</c:v>
                </c:pt>
                <c:pt idx="47">
                  <c:v>44742</c:v>
                </c:pt>
                <c:pt idx="48">
                  <c:v>44712</c:v>
                </c:pt>
                <c:pt idx="49">
                  <c:v>44681</c:v>
                </c:pt>
                <c:pt idx="50">
                  <c:v>44651</c:v>
                </c:pt>
                <c:pt idx="51">
                  <c:v>44620</c:v>
                </c:pt>
                <c:pt idx="52">
                  <c:v>44592</c:v>
                </c:pt>
                <c:pt idx="53">
                  <c:v>44561</c:v>
                </c:pt>
                <c:pt idx="54">
                  <c:v>44530</c:v>
                </c:pt>
                <c:pt idx="55">
                  <c:v>44500</c:v>
                </c:pt>
                <c:pt idx="56">
                  <c:v>44469</c:v>
                </c:pt>
                <c:pt idx="57">
                  <c:v>44439</c:v>
                </c:pt>
                <c:pt idx="58">
                  <c:v>44408</c:v>
                </c:pt>
                <c:pt idx="59">
                  <c:v>44377</c:v>
                </c:pt>
                <c:pt idx="60">
                  <c:v>44347</c:v>
                </c:pt>
                <c:pt idx="61">
                  <c:v>44316</c:v>
                </c:pt>
                <c:pt idx="62">
                  <c:v>44286</c:v>
                </c:pt>
                <c:pt idx="63">
                  <c:v>44255</c:v>
                </c:pt>
                <c:pt idx="64">
                  <c:v>44227</c:v>
                </c:pt>
                <c:pt idx="65">
                  <c:v>44196</c:v>
                </c:pt>
                <c:pt idx="66">
                  <c:v>44165</c:v>
                </c:pt>
                <c:pt idx="67">
                  <c:v>44135</c:v>
                </c:pt>
                <c:pt idx="68">
                  <c:v>44104</c:v>
                </c:pt>
                <c:pt idx="69">
                  <c:v>44074</c:v>
                </c:pt>
                <c:pt idx="70">
                  <c:v>44043</c:v>
                </c:pt>
                <c:pt idx="71">
                  <c:v>44012</c:v>
                </c:pt>
                <c:pt idx="72">
                  <c:v>43982</c:v>
                </c:pt>
                <c:pt idx="73">
                  <c:v>43951</c:v>
                </c:pt>
                <c:pt idx="74">
                  <c:v>43921</c:v>
                </c:pt>
                <c:pt idx="75">
                  <c:v>43890</c:v>
                </c:pt>
                <c:pt idx="76">
                  <c:v>43861</c:v>
                </c:pt>
                <c:pt idx="77">
                  <c:v>43830</c:v>
                </c:pt>
                <c:pt idx="78">
                  <c:v>43799</c:v>
                </c:pt>
                <c:pt idx="79">
                  <c:v>43769</c:v>
                </c:pt>
                <c:pt idx="80">
                  <c:v>43738</c:v>
                </c:pt>
                <c:pt idx="81">
                  <c:v>43708</c:v>
                </c:pt>
                <c:pt idx="82">
                  <c:v>43677</c:v>
                </c:pt>
                <c:pt idx="83">
                  <c:v>43646</c:v>
                </c:pt>
                <c:pt idx="84">
                  <c:v>43616</c:v>
                </c:pt>
                <c:pt idx="85">
                  <c:v>43585</c:v>
                </c:pt>
                <c:pt idx="86">
                  <c:v>43555</c:v>
                </c:pt>
                <c:pt idx="87">
                  <c:v>43524</c:v>
                </c:pt>
                <c:pt idx="88">
                  <c:v>43496</c:v>
                </c:pt>
                <c:pt idx="89">
                  <c:v>43465</c:v>
                </c:pt>
                <c:pt idx="90">
                  <c:v>43434</c:v>
                </c:pt>
                <c:pt idx="91">
                  <c:v>43404</c:v>
                </c:pt>
                <c:pt idx="92">
                  <c:v>43373</c:v>
                </c:pt>
                <c:pt idx="93">
                  <c:v>43343</c:v>
                </c:pt>
                <c:pt idx="94">
                  <c:v>43312</c:v>
                </c:pt>
                <c:pt idx="95">
                  <c:v>43281</c:v>
                </c:pt>
                <c:pt idx="96">
                  <c:v>43251</c:v>
                </c:pt>
                <c:pt idx="97">
                  <c:v>43220</c:v>
                </c:pt>
                <c:pt idx="98">
                  <c:v>43190</c:v>
                </c:pt>
                <c:pt idx="99">
                  <c:v>43159</c:v>
                </c:pt>
                <c:pt idx="100">
                  <c:v>43131</c:v>
                </c:pt>
                <c:pt idx="101">
                  <c:v>43100</c:v>
                </c:pt>
                <c:pt idx="102">
                  <c:v>43069</c:v>
                </c:pt>
                <c:pt idx="103">
                  <c:v>43039</c:v>
                </c:pt>
                <c:pt idx="104">
                  <c:v>43008</c:v>
                </c:pt>
                <c:pt idx="105">
                  <c:v>42978</c:v>
                </c:pt>
                <c:pt idx="106">
                  <c:v>42947</c:v>
                </c:pt>
                <c:pt idx="107">
                  <c:v>42916</c:v>
                </c:pt>
                <c:pt idx="108">
                  <c:v>42886</c:v>
                </c:pt>
                <c:pt idx="109">
                  <c:v>42855</c:v>
                </c:pt>
                <c:pt idx="110">
                  <c:v>42825</c:v>
                </c:pt>
                <c:pt idx="111">
                  <c:v>42794</c:v>
                </c:pt>
                <c:pt idx="112">
                  <c:v>42766</c:v>
                </c:pt>
                <c:pt idx="113">
                  <c:v>42735</c:v>
                </c:pt>
              </c:numCache>
            </c:numRef>
          </c:cat>
          <c:val>
            <c:numRef>
              <c:f>'图7恒生科技&amp;PMI (4)'!$G$5:$G$118</c:f>
              <c:numCache>
                <c:formatCode>#,##0.00_ </c:formatCode>
                <c:ptCount val="114"/>
                <c:pt idx="0">
                  <c:v>5129.5616666666665</c:v>
                </c:pt>
                <c:pt idx="1">
                  <c:v>5248.708333333333</c:v>
                </c:pt>
                <c:pt idx="2">
                  <c:v>5421.501666666667</c:v>
                </c:pt>
                <c:pt idx="3">
                  <c:v>5724.1416666666673</c:v>
                </c:pt>
                <c:pt idx="4">
                  <c:v>5813.5533333333333</c:v>
                </c:pt>
                <c:pt idx="5">
                  <c:v>5769.38</c:v>
                </c:pt>
                <c:pt idx="6">
                  <c:v>5733.8533333333326</c:v>
                </c:pt>
                <c:pt idx="7">
                  <c:v>5662.4066666666668</c:v>
                </c:pt>
                <c:pt idx="8">
                  <c:v>5525.63</c:v>
                </c:pt>
                <c:pt idx="9">
                  <c:v>5347.14</c:v>
                </c:pt>
                <c:pt idx="10">
                  <c:v>5329.4449999999997</c:v>
                </c:pt>
                <c:pt idx="11">
                  <c:v>5207.8599999999997</c:v>
                </c:pt>
                <c:pt idx="12">
                  <c:v>5068.7416666666668</c:v>
                </c:pt>
                <c:pt idx="13">
                  <c:v>4932.5950000000003</c:v>
                </c:pt>
                <c:pt idx="14">
                  <c:v>4834.55</c:v>
                </c:pt>
                <c:pt idx="15">
                  <c:v>4727.3983333333335</c:v>
                </c:pt>
                <c:pt idx="16">
                  <c:v>4392.8100000000004</c:v>
                </c:pt>
                <c:pt idx="17">
                  <c:v>4191.6833333333334</c:v>
                </c:pt>
                <c:pt idx="18">
                  <c:v>4039.4066666666672</c:v>
                </c:pt>
                <c:pt idx="19">
                  <c:v>3928.9416666666671</c:v>
                </c:pt>
                <c:pt idx="20">
                  <c:v>3795.8616666666662</c:v>
                </c:pt>
                <c:pt idx="21">
                  <c:v>3583.4850000000001</c:v>
                </c:pt>
                <c:pt idx="22">
                  <c:v>3561.9333333333329</c:v>
                </c:pt>
                <c:pt idx="23">
                  <c:v>3476.7549999999997</c:v>
                </c:pt>
                <c:pt idx="24">
                  <c:v>3511.728333333333</c:v>
                </c:pt>
                <c:pt idx="25">
                  <c:v>3546.5416666666665</c:v>
                </c:pt>
                <c:pt idx="26">
                  <c:v>3556.2900000000004</c:v>
                </c:pt>
                <c:pt idx="27">
                  <c:v>3630.1299999999997</c:v>
                </c:pt>
                <c:pt idx="28">
                  <c:v>3754.8283333333334</c:v>
                </c:pt>
                <c:pt idx="29">
                  <c:v>4012.1866666666665</c:v>
                </c:pt>
                <c:pt idx="30">
                  <c:v>4036.69</c:v>
                </c:pt>
                <c:pt idx="31">
                  <c:v>3991.2049999999999</c:v>
                </c:pt>
                <c:pt idx="32">
                  <c:v>4014.9316666666668</c:v>
                </c:pt>
                <c:pt idx="33">
                  <c:v>4078.7849999999994</c:v>
                </c:pt>
                <c:pt idx="34">
                  <c:v>4036.3800000000006</c:v>
                </c:pt>
                <c:pt idx="35">
                  <c:v>4035.1516666666671</c:v>
                </c:pt>
                <c:pt idx="36">
                  <c:v>4071.3983333333331</c:v>
                </c:pt>
                <c:pt idx="37">
                  <c:v>4099.9749999999995</c:v>
                </c:pt>
                <c:pt idx="38">
                  <c:v>3925.1499999999996</c:v>
                </c:pt>
                <c:pt idx="39">
                  <c:v>3782.8849999999998</c:v>
                </c:pt>
                <c:pt idx="40">
                  <c:v>3840.9883333333332</c:v>
                </c:pt>
                <c:pt idx="41">
                  <c:v>3805.7566666666662</c:v>
                </c:pt>
                <c:pt idx="42">
                  <c:v>3929.3416666666667</c:v>
                </c:pt>
                <c:pt idx="43">
                  <c:v>4043.5766666666664</c:v>
                </c:pt>
                <c:pt idx="44">
                  <c:v>4313.4399999999996</c:v>
                </c:pt>
                <c:pt idx="45">
                  <c:v>4498.0849999999991</c:v>
                </c:pt>
                <c:pt idx="46">
                  <c:v>4638.8083333333334</c:v>
                </c:pt>
                <c:pt idx="47">
                  <c:v>4819.6583333333338</c:v>
                </c:pt>
                <c:pt idx="48">
                  <c:v>4953.1016666666665</c:v>
                </c:pt>
                <c:pt idx="49">
                  <c:v>5210.6066666666666</c:v>
                </c:pt>
                <c:pt idx="50">
                  <c:v>5527.956666666666</c:v>
                </c:pt>
                <c:pt idx="51">
                  <c:v>5785.211666666667</c:v>
                </c:pt>
                <c:pt idx="52">
                  <c:v>6033.505000000001</c:v>
                </c:pt>
                <c:pt idx="53">
                  <c:v>6260.9516666666668</c:v>
                </c:pt>
                <c:pt idx="54">
                  <c:v>6675.02</c:v>
                </c:pt>
                <c:pt idx="55">
                  <c:v>7020.9733333333343</c:v>
                </c:pt>
                <c:pt idx="56">
                  <c:v>7343.8616666666667</c:v>
                </c:pt>
                <c:pt idx="57">
                  <c:v>7690.9083333333338</c:v>
                </c:pt>
                <c:pt idx="58">
                  <c:v>8082.0183333333343</c:v>
                </c:pt>
                <c:pt idx="59">
                  <c:v>8511.5416666666661</c:v>
                </c:pt>
                <c:pt idx="60">
                  <c:v>8556.6299999999992</c:v>
                </c:pt>
                <c:pt idx="61">
                  <c:v>8542.4650000000001</c:v>
                </c:pt>
                <c:pt idx="62">
                  <c:v>8412.6666666666661</c:v>
                </c:pt>
                <c:pt idx="63">
                  <c:v>8229.9733333333334</c:v>
                </c:pt>
                <c:pt idx="64">
                  <c:v>7994.876666666667</c:v>
                </c:pt>
                <c:pt idx="65">
                  <c:v>7627.6966666666658</c:v>
                </c:pt>
                <c:pt idx="66">
                  <c:v>7286.2099999999991</c:v>
                </c:pt>
                <c:pt idx="67">
                  <c:v>6826.3116666666656</c:v>
                </c:pt>
                <c:pt idx="68">
                  <c:v>6403.3566666666666</c:v>
                </c:pt>
                <c:pt idx="69">
                  <c:v>5962.2616666666663</c:v>
                </c:pt>
                <c:pt idx="70">
                  <c:v>5550.1383333333333</c:v>
                </c:pt>
                <c:pt idx="71">
                  <c:v>5159.1533333333327</c:v>
                </c:pt>
                <c:pt idx="72">
                  <c:v>4882.125</c:v>
                </c:pt>
                <c:pt idx="73">
                  <c:v>4721.2833333333328</c:v>
                </c:pt>
                <c:pt idx="74">
                  <c:v>4600.2833333333338</c:v>
                </c:pt>
                <c:pt idx="75">
                  <c:v>4511.7266666666665</c:v>
                </c:pt>
                <c:pt idx="76">
                  <c:v>4279.7</c:v>
                </c:pt>
                <c:pt idx="77">
                  <c:v>4118.666666666667</c:v>
                </c:pt>
                <c:pt idx="78">
                  <c:v>3970.31</c:v>
                </c:pt>
                <c:pt idx="79">
                  <c:v>3865.9449999999997</c:v>
                </c:pt>
                <c:pt idx="80">
                  <c:v>3868.3883333333338</c:v>
                </c:pt>
                <c:pt idx="81">
                  <c:v>3908.0783333333329</c:v>
                </c:pt>
                <c:pt idx="82">
                  <c:v>3981.1383333333329</c:v>
                </c:pt>
                <c:pt idx="83">
                  <c:v>3962.9666666666667</c:v>
                </c:pt>
                <c:pt idx="84">
                  <c:v>3902.2583333333328</c:v>
                </c:pt>
                <c:pt idx="85">
                  <c:v>3925.5783333333334</c:v>
                </c:pt>
                <c:pt idx="86">
                  <c:v>3792.7166666666667</c:v>
                </c:pt>
                <c:pt idx="87">
                  <c:v>3824.9749999999999</c:v>
                </c:pt>
                <c:pt idx="88">
                  <c:v>3870.08</c:v>
                </c:pt>
                <c:pt idx="89">
                  <c:v>4028.8566666666666</c:v>
                </c:pt>
                <c:pt idx="90">
                  <c:v>4285.8249999999998</c:v>
                </c:pt>
                <c:pt idx="91">
                  <c:v>4543.8816666666671</c:v>
                </c:pt>
                <c:pt idx="92">
                  <c:v>4796.7266666666665</c:v>
                </c:pt>
                <c:pt idx="93">
                  <c:v>4957.9000000000005</c:v>
                </c:pt>
                <c:pt idx="94">
                  <c:v>5153.5066666666662</c:v>
                </c:pt>
                <c:pt idx="95">
                  <c:v>5296.9866666666667</c:v>
                </c:pt>
                <c:pt idx="96">
                  <c:v>5388.2633333333333</c:v>
                </c:pt>
                <c:pt idx="97">
                  <c:v>5428.57</c:v>
                </c:pt>
                <c:pt idx="98">
                  <c:v>5532.1850000000004</c:v>
                </c:pt>
                <c:pt idx="99">
                  <c:v>5524.9199999999992</c:v>
                </c:pt>
                <c:pt idx="100">
                  <c:v>5452.5566666666664</c:v>
                </c:pt>
                <c:pt idx="101">
                  <c:v>5347.1483333333335</c:v>
                </c:pt>
                <c:pt idx="102">
                  <c:v>5176.7666666666664</c:v>
                </c:pt>
                <c:pt idx="103">
                  <c:v>4971.4283333333324</c:v>
                </c:pt>
                <c:pt idx="104">
                  <c:v>4823.8916666666664</c:v>
                </c:pt>
                <c:pt idx="105">
                  <c:v>4697.4000000000005</c:v>
                </c:pt>
                <c:pt idx="106">
                  <c:v>4510.0733333333328</c:v>
                </c:pt>
                <c:pt idx="107">
                  <c:v>4336.2866666666669</c:v>
                </c:pt>
                <c:pt idx="108">
                  <c:v>4193.0633333333344</c:v>
                </c:pt>
                <c:pt idx="109">
                  <c:v>4095.4300000000003</c:v>
                </c:pt>
                <c:pt idx="110">
                  <c:v>3924.0216666666661</c:v>
                </c:pt>
                <c:pt idx="111">
                  <c:v>3794.1866666666665</c:v>
                </c:pt>
                <c:pt idx="112">
                  <c:v>3745.7916666666665</c:v>
                </c:pt>
                <c:pt idx="113">
                  <c:v>3653.4549999999995</c:v>
                </c:pt>
              </c:numCache>
            </c:numRef>
          </c:val>
          <c:smooth val="1"/>
          <c:extLst>
            <c:ext xmlns:c16="http://schemas.microsoft.com/office/drawing/2014/chart" uri="{C3380CC4-5D6E-409C-BE32-E72D297353CC}">
              <c16:uniqueId val="{00000001-625D-FC43-B522-8A49666D1B01}"/>
            </c:ext>
          </c:extLst>
        </c:ser>
        <c:dLbls>
          <c:showLegendKey val="0"/>
          <c:showVal val="0"/>
          <c:showCatName val="0"/>
          <c:showSerName val="0"/>
          <c:showPercent val="0"/>
          <c:showBubbleSize val="0"/>
        </c:dLbls>
        <c:marker val="1"/>
        <c:smooth val="0"/>
        <c:axId val="2000001890"/>
        <c:axId val="2000001891"/>
      </c:lineChart>
      <c:dateAx>
        <c:axId val="2000001888"/>
        <c:scaling>
          <c:orientation val="minMax"/>
        </c:scaling>
        <c:delete val="0"/>
        <c:axPos val="b"/>
        <c:numFmt formatCode="yyyy\-mm" sourceLinked="0"/>
        <c:majorTickMark val="in"/>
        <c:minorTickMark val="none"/>
        <c:tickLblPos val="nextTo"/>
        <c:spPr>
          <a:ln w="3175">
            <a:solidFill>
              <a:srgbClr val="000000"/>
            </a:solidFill>
            <a:prstDash val="solid"/>
          </a:ln>
        </c:spPr>
        <c:txPr>
          <a:bodyPr rot="0" vert="horz"/>
          <a:lstStyle/>
          <a:p>
            <a:pPr>
              <a:defRPr/>
            </a:pPr>
            <a:endParaRPr lang="zh-CN"/>
          </a:p>
        </c:txPr>
        <c:crossAx val="2000001889"/>
        <c:crosses val="autoZero"/>
        <c:auto val="0"/>
        <c:lblOffset val="100"/>
        <c:baseTimeUnit val="months"/>
      </c:dateAx>
      <c:valAx>
        <c:axId val="2000001889"/>
        <c:scaling>
          <c:orientation val="minMax"/>
          <c:max val="52"/>
          <c:min val="48"/>
        </c:scaling>
        <c:delete val="0"/>
        <c:axPos val="l"/>
        <c:numFmt formatCode="#,##0_);[Red]\(#,##0\)" sourceLinked="0"/>
        <c:majorTickMark val="in"/>
        <c:minorTickMark val="none"/>
        <c:tickLblPos val="nextTo"/>
        <c:spPr>
          <a:ln w="3175">
            <a:solidFill>
              <a:srgbClr val="000000"/>
            </a:solidFill>
            <a:prstDash val="solid"/>
          </a:ln>
        </c:spPr>
        <c:txPr>
          <a:bodyPr rot="0" vert="horz"/>
          <a:lstStyle/>
          <a:p>
            <a:pPr>
              <a:defRPr/>
            </a:pPr>
            <a:endParaRPr lang="zh-CN"/>
          </a:p>
        </c:txPr>
        <c:crossAx val="2000001888"/>
        <c:crosses val="autoZero"/>
        <c:crossBetween val="between"/>
        <c:majorUnit val="1"/>
      </c:valAx>
      <c:dateAx>
        <c:axId val="2000001890"/>
        <c:scaling>
          <c:orientation val="minMax"/>
        </c:scaling>
        <c:delete val="1"/>
        <c:axPos val="b"/>
        <c:numFmt formatCode="yyyy\-mm" sourceLinked="1"/>
        <c:majorTickMark val="out"/>
        <c:minorTickMark val="none"/>
        <c:tickLblPos val="none"/>
        <c:crossAx val="2000001891"/>
        <c:crosses val="autoZero"/>
        <c:auto val="1"/>
        <c:lblOffset val="100"/>
        <c:baseTimeUnit val="months"/>
      </c:dateAx>
      <c:valAx>
        <c:axId val="2000001891"/>
        <c:scaling>
          <c:orientation val="minMax"/>
          <c:max val="8500"/>
          <c:min val="2500"/>
        </c:scaling>
        <c:delete val="0"/>
        <c:axPos val="r"/>
        <c:numFmt formatCode="#,##0_ " sourceLinked="0"/>
        <c:majorTickMark val="in"/>
        <c:minorTickMark val="none"/>
        <c:tickLblPos val="nextTo"/>
        <c:spPr>
          <a:ln w="3175">
            <a:solidFill>
              <a:srgbClr val="000000"/>
            </a:solidFill>
            <a:prstDash val="solid"/>
          </a:ln>
        </c:spPr>
        <c:txPr>
          <a:bodyPr rot="0" vert="horz"/>
          <a:lstStyle/>
          <a:p>
            <a:pPr>
              <a:defRPr/>
            </a:pPr>
            <a:endParaRPr lang="zh-CN"/>
          </a:p>
        </c:txPr>
        <c:crossAx val="2000001890"/>
        <c:crosses val="max"/>
        <c:crossBetween val="between"/>
      </c:valAx>
      <c:spPr>
        <a:noFill/>
        <a:ln w="25400">
          <a:noFill/>
        </a:ln>
      </c:spPr>
    </c:plotArea>
    <c:legend>
      <c:legendPos val="b"/>
      <c:layout>
        <c:manualLayout>
          <c:xMode val="edge"/>
          <c:yMode val="edge"/>
          <c:x val="3.4657260482033658E-2"/>
          <c:y val="9.5314960629921258E-4"/>
          <c:w val="0.8824619289340101"/>
          <c:h val="0.12663937007874015"/>
        </c:manualLayout>
      </c:layout>
      <c:overlay val="0"/>
      <c:spPr>
        <a:solidFill>
          <a:srgbClr val="FFFFFF"/>
        </a:solidFill>
        <a:ln w="25400">
          <a:noFill/>
        </a:ln>
      </c:spPr>
    </c:legend>
    <c:plotVisOnly val="1"/>
    <c:dispBlanksAs val="gap"/>
    <c:showDLblsOverMax val="0"/>
  </c:chart>
  <c:spPr>
    <a:solidFill>
      <a:srgbClr val="FFFFFF"/>
    </a:solidFill>
    <a:ln w="9525">
      <a:noFill/>
    </a:ln>
  </c:spPr>
  <c:txPr>
    <a:bodyPr/>
    <a:lstStyle/>
    <a:p>
      <a:pPr>
        <a:defRPr sz="600" b="0" i="0" u="none" strike="noStrike" baseline="0">
          <a:solidFill>
            <a:srgbClr val="000000"/>
          </a:solidFill>
          <a:latin typeface="Arial" panose="020B0604020202020204" pitchFamily="34" charset="0"/>
          <a:ea typeface="思源黑体 CN Regular" panose="020B0500000000000000" pitchFamily="34" charset="-122"/>
          <a:cs typeface="Arial" panose="020B0604020202020204" pitchFamily="34" charset="0"/>
        </a:defRPr>
      </a:pPr>
      <a:endParaRPr lang="zh-CN"/>
    </a:p>
  </c:txPr>
  <c:externalData r:id="rId1">
    <c:autoUpdate val="0"/>
  </c:externalData>
  <c:userShapes r:id="rId2"/>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6.6448898836883971E-2"/>
          <c:y val="0.15640000000000001"/>
          <c:w val="0.8592107952154836"/>
          <c:h val="0.74481574803149619"/>
        </c:manualLayout>
      </c:layout>
      <c:lineChart>
        <c:grouping val="standard"/>
        <c:varyColors val="0"/>
        <c:ser>
          <c:idx val="0"/>
          <c:order val="0"/>
          <c:tx>
            <c:strRef>
              <c:f>'图8恒生指数&amp;PMI (5)'!$D$1</c:f>
              <c:strCache>
                <c:ptCount val="1"/>
                <c:pt idx="0">
                  <c:v>中国:制造业PMI（左轴）</c:v>
                </c:pt>
              </c:strCache>
            </c:strRef>
          </c:tx>
          <c:spPr>
            <a:ln>
              <a:solidFill>
                <a:srgbClr val="7C80C8"/>
              </a:solidFill>
              <a:prstDash val="solid"/>
            </a:ln>
          </c:spPr>
          <c:marker>
            <c:symbol val="none"/>
          </c:marker>
          <c:cat>
            <c:numRef>
              <c:f>'图8恒生指数&amp;PMI (5)'!$A$5:$A$249</c:f>
              <c:numCache>
                <c:formatCode>yyyy\-mm</c:formatCode>
                <c:ptCount val="245"/>
                <c:pt idx="0">
                  <c:v>46173</c:v>
                </c:pt>
                <c:pt idx="1">
                  <c:v>46142</c:v>
                </c:pt>
                <c:pt idx="2">
                  <c:v>46112</c:v>
                </c:pt>
                <c:pt idx="3">
                  <c:v>46081</c:v>
                </c:pt>
                <c:pt idx="4">
                  <c:v>46053</c:v>
                </c:pt>
                <c:pt idx="5">
                  <c:v>46022</c:v>
                </c:pt>
                <c:pt idx="6">
                  <c:v>45991</c:v>
                </c:pt>
                <c:pt idx="7">
                  <c:v>45961</c:v>
                </c:pt>
                <c:pt idx="8">
                  <c:v>45930</c:v>
                </c:pt>
                <c:pt idx="9">
                  <c:v>45900</c:v>
                </c:pt>
                <c:pt idx="10">
                  <c:v>45869</c:v>
                </c:pt>
                <c:pt idx="11">
                  <c:v>45838</c:v>
                </c:pt>
                <c:pt idx="12">
                  <c:v>45808</c:v>
                </c:pt>
                <c:pt idx="13">
                  <c:v>45777</c:v>
                </c:pt>
                <c:pt idx="14">
                  <c:v>45747</c:v>
                </c:pt>
                <c:pt idx="15">
                  <c:v>45716</c:v>
                </c:pt>
                <c:pt idx="16">
                  <c:v>45688</c:v>
                </c:pt>
                <c:pt idx="17">
                  <c:v>45657</c:v>
                </c:pt>
                <c:pt idx="18">
                  <c:v>45626</c:v>
                </c:pt>
                <c:pt idx="19">
                  <c:v>45596</c:v>
                </c:pt>
                <c:pt idx="20">
                  <c:v>45565</c:v>
                </c:pt>
                <c:pt idx="21">
                  <c:v>45535</c:v>
                </c:pt>
                <c:pt idx="22">
                  <c:v>45504</c:v>
                </c:pt>
                <c:pt idx="23">
                  <c:v>45473</c:v>
                </c:pt>
                <c:pt idx="24">
                  <c:v>45443</c:v>
                </c:pt>
                <c:pt idx="25">
                  <c:v>45412</c:v>
                </c:pt>
                <c:pt idx="26">
                  <c:v>45382</c:v>
                </c:pt>
                <c:pt idx="27">
                  <c:v>45351</c:v>
                </c:pt>
                <c:pt idx="28">
                  <c:v>45322</c:v>
                </c:pt>
                <c:pt idx="29">
                  <c:v>45291</c:v>
                </c:pt>
                <c:pt idx="30">
                  <c:v>45260</c:v>
                </c:pt>
                <c:pt idx="31">
                  <c:v>45230</c:v>
                </c:pt>
                <c:pt idx="32">
                  <c:v>45199</c:v>
                </c:pt>
                <c:pt idx="33">
                  <c:v>45169</c:v>
                </c:pt>
                <c:pt idx="34">
                  <c:v>45138</c:v>
                </c:pt>
                <c:pt idx="35">
                  <c:v>45107</c:v>
                </c:pt>
                <c:pt idx="36">
                  <c:v>45077</c:v>
                </c:pt>
                <c:pt idx="37">
                  <c:v>45046</c:v>
                </c:pt>
                <c:pt idx="38">
                  <c:v>45016</c:v>
                </c:pt>
                <c:pt idx="39">
                  <c:v>44985</c:v>
                </c:pt>
                <c:pt idx="40">
                  <c:v>44957</c:v>
                </c:pt>
                <c:pt idx="41">
                  <c:v>44926</c:v>
                </c:pt>
                <c:pt idx="42">
                  <c:v>44895</c:v>
                </c:pt>
                <c:pt idx="43">
                  <c:v>44865</c:v>
                </c:pt>
                <c:pt idx="44">
                  <c:v>44834</c:v>
                </c:pt>
                <c:pt idx="45">
                  <c:v>44804</c:v>
                </c:pt>
                <c:pt idx="46">
                  <c:v>44773</c:v>
                </c:pt>
                <c:pt idx="47">
                  <c:v>44742</c:v>
                </c:pt>
                <c:pt idx="48">
                  <c:v>44712</c:v>
                </c:pt>
                <c:pt idx="49">
                  <c:v>44681</c:v>
                </c:pt>
                <c:pt idx="50">
                  <c:v>44651</c:v>
                </c:pt>
                <c:pt idx="51">
                  <c:v>44620</c:v>
                </c:pt>
                <c:pt idx="52">
                  <c:v>44592</c:v>
                </c:pt>
                <c:pt idx="53">
                  <c:v>44561</c:v>
                </c:pt>
                <c:pt idx="54">
                  <c:v>44530</c:v>
                </c:pt>
                <c:pt idx="55">
                  <c:v>44500</c:v>
                </c:pt>
                <c:pt idx="56">
                  <c:v>44469</c:v>
                </c:pt>
                <c:pt idx="57">
                  <c:v>44439</c:v>
                </c:pt>
                <c:pt idx="58">
                  <c:v>44408</c:v>
                </c:pt>
                <c:pt idx="59">
                  <c:v>44377</c:v>
                </c:pt>
                <c:pt idx="60">
                  <c:v>44347</c:v>
                </c:pt>
                <c:pt idx="61">
                  <c:v>44316</c:v>
                </c:pt>
                <c:pt idx="62">
                  <c:v>44286</c:v>
                </c:pt>
                <c:pt idx="63">
                  <c:v>44255</c:v>
                </c:pt>
                <c:pt idx="64">
                  <c:v>44227</c:v>
                </c:pt>
                <c:pt idx="65">
                  <c:v>44196</c:v>
                </c:pt>
                <c:pt idx="66">
                  <c:v>44165</c:v>
                </c:pt>
                <c:pt idx="67">
                  <c:v>44135</c:v>
                </c:pt>
                <c:pt idx="68">
                  <c:v>44104</c:v>
                </c:pt>
                <c:pt idx="69">
                  <c:v>44074</c:v>
                </c:pt>
                <c:pt idx="70">
                  <c:v>44043</c:v>
                </c:pt>
                <c:pt idx="71">
                  <c:v>44012</c:v>
                </c:pt>
                <c:pt idx="72">
                  <c:v>43982</c:v>
                </c:pt>
                <c:pt idx="73">
                  <c:v>43951</c:v>
                </c:pt>
                <c:pt idx="74">
                  <c:v>43921</c:v>
                </c:pt>
                <c:pt idx="75">
                  <c:v>43890</c:v>
                </c:pt>
                <c:pt idx="76">
                  <c:v>43861</c:v>
                </c:pt>
                <c:pt idx="77">
                  <c:v>43830</c:v>
                </c:pt>
                <c:pt idx="78">
                  <c:v>43799</c:v>
                </c:pt>
                <c:pt idx="79">
                  <c:v>43769</c:v>
                </c:pt>
                <c:pt idx="80">
                  <c:v>43738</c:v>
                </c:pt>
                <c:pt idx="81">
                  <c:v>43708</c:v>
                </c:pt>
                <c:pt idx="82">
                  <c:v>43677</c:v>
                </c:pt>
                <c:pt idx="83">
                  <c:v>43646</c:v>
                </c:pt>
                <c:pt idx="84">
                  <c:v>43616</c:v>
                </c:pt>
                <c:pt idx="85">
                  <c:v>43585</c:v>
                </c:pt>
                <c:pt idx="86">
                  <c:v>43555</c:v>
                </c:pt>
                <c:pt idx="87">
                  <c:v>43524</c:v>
                </c:pt>
                <c:pt idx="88">
                  <c:v>43496</c:v>
                </c:pt>
                <c:pt idx="89">
                  <c:v>43465</c:v>
                </c:pt>
                <c:pt idx="90">
                  <c:v>43434</c:v>
                </c:pt>
                <c:pt idx="91">
                  <c:v>43404</c:v>
                </c:pt>
                <c:pt idx="92">
                  <c:v>43373</c:v>
                </c:pt>
                <c:pt idx="93">
                  <c:v>43343</c:v>
                </c:pt>
                <c:pt idx="94">
                  <c:v>43312</c:v>
                </c:pt>
                <c:pt idx="95">
                  <c:v>43281</c:v>
                </c:pt>
                <c:pt idx="96">
                  <c:v>43251</c:v>
                </c:pt>
                <c:pt idx="97">
                  <c:v>43220</c:v>
                </c:pt>
                <c:pt idx="98">
                  <c:v>43190</c:v>
                </c:pt>
                <c:pt idx="99">
                  <c:v>43159</c:v>
                </c:pt>
                <c:pt idx="100">
                  <c:v>43131</c:v>
                </c:pt>
                <c:pt idx="101">
                  <c:v>43100</c:v>
                </c:pt>
                <c:pt idx="102">
                  <c:v>43069</c:v>
                </c:pt>
                <c:pt idx="103">
                  <c:v>43039</c:v>
                </c:pt>
                <c:pt idx="104">
                  <c:v>43008</c:v>
                </c:pt>
                <c:pt idx="105">
                  <c:v>42978</c:v>
                </c:pt>
                <c:pt idx="106">
                  <c:v>42947</c:v>
                </c:pt>
                <c:pt idx="107">
                  <c:v>42916</c:v>
                </c:pt>
                <c:pt idx="108">
                  <c:v>42886</c:v>
                </c:pt>
                <c:pt idx="109">
                  <c:v>42855</c:v>
                </c:pt>
                <c:pt idx="110">
                  <c:v>42825</c:v>
                </c:pt>
                <c:pt idx="111">
                  <c:v>42794</c:v>
                </c:pt>
                <c:pt idx="112">
                  <c:v>42766</c:v>
                </c:pt>
                <c:pt idx="113">
                  <c:v>42735</c:v>
                </c:pt>
                <c:pt idx="114">
                  <c:v>42704</c:v>
                </c:pt>
                <c:pt idx="115">
                  <c:v>42674</c:v>
                </c:pt>
                <c:pt idx="116">
                  <c:v>42643</c:v>
                </c:pt>
                <c:pt idx="117">
                  <c:v>42613</c:v>
                </c:pt>
                <c:pt idx="118">
                  <c:v>42582</c:v>
                </c:pt>
                <c:pt idx="119">
                  <c:v>42551</c:v>
                </c:pt>
                <c:pt idx="120">
                  <c:v>42521</c:v>
                </c:pt>
                <c:pt idx="121">
                  <c:v>42490</c:v>
                </c:pt>
                <c:pt idx="122">
                  <c:v>42460</c:v>
                </c:pt>
                <c:pt idx="123">
                  <c:v>42429</c:v>
                </c:pt>
                <c:pt idx="124">
                  <c:v>42400</c:v>
                </c:pt>
                <c:pt idx="125">
                  <c:v>42369</c:v>
                </c:pt>
                <c:pt idx="126">
                  <c:v>42338</c:v>
                </c:pt>
                <c:pt idx="127">
                  <c:v>42308</c:v>
                </c:pt>
                <c:pt idx="128">
                  <c:v>42277</c:v>
                </c:pt>
                <c:pt idx="129">
                  <c:v>42247</c:v>
                </c:pt>
                <c:pt idx="130">
                  <c:v>42216</c:v>
                </c:pt>
                <c:pt idx="131">
                  <c:v>42185</c:v>
                </c:pt>
                <c:pt idx="132">
                  <c:v>42155</c:v>
                </c:pt>
                <c:pt idx="133">
                  <c:v>42124</c:v>
                </c:pt>
                <c:pt idx="134">
                  <c:v>42094</c:v>
                </c:pt>
                <c:pt idx="135">
                  <c:v>42063</c:v>
                </c:pt>
                <c:pt idx="136">
                  <c:v>42035</c:v>
                </c:pt>
                <c:pt idx="137">
                  <c:v>42004</c:v>
                </c:pt>
                <c:pt idx="138">
                  <c:v>41973</c:v>
                </c:pt>
                <c:pt idx="139">
                  <c:v>41943</c:v>
                </c:pt>
                <c:pt idx="140">
                  <c:v>41912</c:v>
                </c:pt>
                <c:pt idx="141">
                  <c:v>41882</c:v>
                </c:pt>
                <c:pt idx="142">
                  <c:v>41851</c:v>
                </c:pt>
                <c:pt idx="143">
                  <c:v>41820</c:v>
                </c:pt>
                <c:pt idx="144">
                  <c:v>41790</c:v>
                </c:pt>
                <c:pt idx="145">
                  <c:v>41759</c:v>
                </c:pt>
                <c:pt idx="146">
                  <c:v>41729</c:v>
                </c:pt>
                <c:pt idx="147">
                  <c:v>41698</c:v>
                </c:pt>
                <c:pt idx="148">
                  <c:v>41670</c:v>
                </c:pt>
                <c:pt idx="149">
                  <c:v>41639</c:v>
                </c:pt>
                <c:pt idx="150">
                  <c:v>41608</c:v>
                </c:pt>
                <c:pt idx="151">
                  <c:v>41578</c:v>
                </c:pt>
                <c:pt idx="152">
                  <c:v>41547</c:v>
                </c:pt>
                <c:pt idx="153">
                  <c:v>41517</c:v>
                </c:pt>
                <c:pt idx="154">
                  <c:v>41486</c:v>
                </c:pt>
                <c:pt idx="155">
                  <c:v>41455</c:v>
                </c:pt>
                <c:pt idx="156">
                  <c:v>41425</c:v>
                </c:pt>
                <c:pt idx="157">
                  <c:v>41394</c:v>
                </c:pt>
                <c:pt idx="158">
                  <c:v>41364</c:v>
                </c:pt>
                <c:pt idx="159">
                  <c:v>41333</c:v>
                </c:pt>
                <c:pt idx="160">
                  <c:v>41305</c:v>
                </c:pt>
                <c:pt idx="161">
                  <c:v>41274</c:v>
                </c:pt>
                <c:pt idx="162">
                  <c:v>41243</c:v>
                </c:pt>
                <c:pt idx="163">
                  <c:v>41213</c:v>
                </c:pt>
                <c:pt idx="164">
                  <c:v>41182</c:v>
                </c:pt>
                <c:pt idx="165">
                  <c:v>41152</c:v>
                </c:pt>
                <c:pt idx="166">
                  <c:v>41121</c:v>
                </c:pt>
                <c:pt idx="167">
                  <c:v>41090</c:v>
                </c:pt>
                <c:pt idx="168">
                  <c:v>41060</c:v>
                </c:pt>
                <c:pt idx="169">
                  <c:v>41029</c:v>
                </c:pt>
                <c:pt idx="170">
                  <c:v>40999</c:v>
                </c:pt>
                <c:pt idx="171">
                  <c:v>40968</c:v>
                </c:pt>
                <c:pt idx="172">
                  <c:v>40939</c:v>
                </c:pt>
                <c:pt idx="173">
                  <c:v>40908</c:v>
                </c:pt>
                <c:pt idx="174">
                  <c:v>40877</c:v>
                </c:pt>
                <c:pt idx="175">
                  <c:v>40847</c:v>
                </c:pt>
                <c:pt idx="176">
                  <c:v>40816</c:v>
                </c:pt>
                <c:pt idx="177">
                  <c:v>40786</c:v>
                </c:pt>
                <c:pt idx="178">
                  <c:v>40755</c:v>
                </c:pt>
                <c:pt idx="179">
                  <c:v>40724</c:v>
                </c:pt>
                <c:pt idx="180">
                  <c:v>40694</c:v>
                </c:pt>
                <c:pt idx="181">
                  <c:v>40663</c:v>
                </c:pt>
                <c:pt idx="182">
                  <c:v>40633</c:v>
                </c:pt>
                <c:pt idx="183">
                  <c:v>40602</c:v>
                </c:pt>
                <c:pt idx="184">
                  <c:v>40574</c:v>
                </c:pt>
                <c:pt idx="185">
                  <c:v>40543</c:v>
                </c:pt>
                <c:pt idx="186">
                  <c:v>40512</c:v>
                </c:pt>
                <c:pt idx="187">
                  <c:v>40482</c:v>
                </c:pt>
                <c:pt idx="188">
                  <c:v>40451</c:v>
                </c:pt>
                <c:pt idx="189">
                  <c:v>40421</c:v>
                </c:pt>
                <c:pt idx="190">
                  <c:v>40390</c:v>
                </c:pt>
                <c:pt idx="191">
                  <c:v>40359</c:v>
                </c:pt>
                <c:pt idx="192">
                  <c:v>40329</c:v>
                </c:pt>
                <c:pt idx="193">
                  <c:v>40298</c:v>
                </c:pt>
                <c:pt idx="194">
                  <c:v>40268</c:v>
                </c:pt>
                <c:pt idx="195">
                  <c:v>40237</c:v>
                </c:pt>
                <c:pt idx="196">
                  <c:v>40209</c:v>
                </c:pt>
                <c:pt idx="197">
                  <c:v>40178</c:v>
                </c:pt>
                <c:pt idx="198">
                  <c:v>40147</c:v>
                </c:pt>
                <c:pt idx="199">
                  <c:v>40117</c:v>
                </c:pt>
                <c:pt idx="200">
                  <c:v>40086</c:v>
                </c:pt>
                <c:pt idx="201">
                  <c:v>40056</c:v>
                </c:pt>
                <c:pt idx="202">
                  <c:v>40025</c:v>
                </c:pt>
                <c:pt idx="203">
                  <c:v>39994</c:v>
                </c:pt>
                <c:pt idx="204">
                  <c:v>39964</c:v>
                </c:pt>
                <c:pt idx="205">
                  <c:v>39933</c:v>
                </c:pt>
                <c:pt idx="206">
                  <c:v>39903</c:v>
                </c:pt>
                <c:pt idx="207">
                  <c:v>39872</c:v>
                </c:pt>
                <c:pt idx="208">
                  <c:v>39844</c:v>
                </c:pt>
                <c:pt idx="209">
                  <c:v>39813</c:v>
                </c:pt>
                <c:pt idx="210">
                  <c:v>39782</c:v>
                </c:pt>
                <c:pt idx="211">
                  <c:v>39752</c:v>
                </c:pt>
                <c:pt idx="212">
                  <c:v>39721</c:v>
                </c:pt>
                <c:pt idx="213">
                  <c:v>39691</c:v>
                </c:pt>
                <c:pt idx="214">
                  <c:v>39660</c:v>
                </c:pt>
                <c:pt idx="215">
                  <c:v>39629</c:v>
                </c:pt>
                <c:pt idx="216">
                  <c:v>39599</c:v>
                </c:pt>
                <c:pt idx="217">
                  <c:v>39568</c:v>
                </c:pt>
                <c:pt idx="218">
                  <c:v>39538</c:v>
                </c:pt>
                <c:pt idx="219">
                  <c:v>39507</c:v>
                </c:pt>
                <c:pt idx="220">
                  <c:v>39478</c:v>
                </c:pt>
                <c:pt idx="221">
                  <c:v>39447</c:v>
                </c:pt>
                <c:pt idx="222">
                  <c:v>39416</c:v>
                </c:pt>
                <c:pt idx="223">
                  <c:v>39386</c:v>
                </c:pt>
                <c:pt idx="224">
                  <c:v>39355</c:v>
                </c:pt>
                <c:pt idx="225">
                  <c:v>39325</c:v>
                </c:pt>
                <c:pt idx="226">
                  <c:v>39294</c:v>
                </c:pt>
                <c:pt idx="227">
                  <c:v>39263</c:v>
                </c:pt>
                <c:pt idx="228">
                  <c:v>39233</c:v>
                </c:pt>
                <c:pt idx="229">
                  <c:v>39202</c:v>
                </c:pt>
                <c:pt idx="230">
                  <c:v>39172</c:v>
                </c:pt>
                <c:pt idx="231">
                  <c:v>39141</c:v>
                </c:pt>
                <c:pt idx="232">
                  <c:v>39113</c:v>
                </c:pt>
                <c:pt idx="233">
                  <c:v>39082</c:v>
                </c:pt>
                <c:pt idx="234">
                  <c:v>39051</c:v>
                </c:pt>
                <c:pt idx="235">
                  <c:v>39021</c:v>
                </c:pt>
                <c:pt idx="236">
                  <c:v>38990</c:v>
                </c:pt>
                <c:pt idx="237">
                  <c:v>38960</c:v>
                </c:pt>
                <c:pt idx="238">
                  <c:v>38929</c:v>
                </c:pt>
                <c:pt idx="239">
                  <c:v>38898</c:v>
                </c:pt>
                <c:pt idx="240">
                  <c:v>38868</c:v>
                </c:pt>
                <c:pt idx="241">
                  <c:v>38837</c:v>
                </c:pt>
                <c:pt idx="242">
                  <c:v>38807</c:v>
                </c:pt>
                <c:pt idx="243">
                  <c:v>38776</c:v>
                </c:pt>
                <c:pt idx="244">
                  <c:v>38748</c:v>
                </c:pt>
              </c:numCache>
            </c:numRef>
          </c:cat>
          <c:val>
            <c:numRef>
              <c:f>'图8恒生指数&amp;PMI (5)'!$F$5:$F$249</c:f>
              <c:numCache>
                <c:formatCode>#,##0.00_ </c:formatCode>
                <c:ptCount val="245"/>
                <c:pt idx="0">
                  <c:v>49.85</c:v>
                </c:pt>
                <c:pt idx="1">
                  <c:v>49.716666666666669</c:v>
                </c:pt>
                <c:pt idx="2">
                  <c:v>49.5</c:v>
                </c:pt>
                <c:pt idx="3">
                  <c:v>49.400000000000006</c:v>
                </c:pt>
                <c:pt idx="4">
                  <c:v>49.466666666666669</c:v>
                </c:pt>
                <c:pt idx="5">
                  <c:v>49.466666666666669</c:v>
                </c:pt>
                <c:pt idx="6">
                  <c:v>49.4</c:v>
                </c:pt>
                <c:pt idx="7">
                  <c:v>49.449999999999996</c:v>
                </c:pt>
                <c:pt idx="8">
                  <c:v>49.449999999999996</c:v>
                </c:pt>
                <c:pt idx="9">
                  <c:v>49.566666666666663</c:v>
                </c:pt>
                <c:pt idx="10">
                  <c:v>49.699999999999996</c:v>
                </c:pt>
                <c:pt idx="11">
                  <c:v>49.666666666666664</c:v>
                </c:pt>
                <c:pt idx="12">
                  <c:v>49.733333333333327</c:v>
                </c:pt>
                <c:pt idx="13">
                  <c:v>49.866666666666667</c:v>
                </c:pt>
                <c:pt idx="14">
                  <c:v>50.050000000000004</c:v>
                </c:pt>
                <c:pt idx="15">
                  <c:v>49.93333333333333</c:v>
                </c:pt>
                <c:pt idx="16">
                  <c:v>49.75</c:v>
                </c:pt>
                <c:pt idx="17">
                  <c:v>49.800000000000004</c:v>
                </c:pt>
                <c:pt idx="18">
                  <c:v>49.699999999999996</c:v>
                </c:pt>
                <c:pt idx="19">
                  <c:v>49.566666666666663</c:v>
                </c:pt>
                <c:pt idx="20">
                  <c:v>49.616666666666667</c:v>
                </c:pt>
                <c:pt idx="21">
                  <c:v>49.783333333333331</c:v>
                </c:pt>
                <c:pt idx="22">
                  <c:v>49.783333333333339</c:v>
                </c:pt>
                <c:pt idx="23">
                  <c:v>49.75</c:v>
                </c:pt>
                <c:pt idx="24">
                  <c:v>49.666666666666664</c:v>
                </c:pt>
                <c:pt idx="25">
                  <c:v>49.65</c:v>
                </c:pt>
                <c:pt idx="26">
                  <c:v>49.5</c:v>
                </c:pt>
                <c:pt idx="27">
                  <c:v>49.400000000000006</c:v>
                </c:pt>
                <c:pt idx="28">
                  <c:v>49.5</c:v>
                </c:pt>
                <c:pt idx="29">
                  <c:v>49.516666666666673</c:v>
                </c:pt>
                <c:pt idx="30">
                  <c:v>49.516666666666673</c:v>
                </c:pt>
                <c:pt idx="31">
                  <c:v>49.416666666666664</c:v>
                </c:pt>
                <c:pt idx="32">
                  <c:v>49.366666666666667</c:v>
                </c:pt>
                <c:pt idx="33">
                  <c:v>49.65</c:v>
                </c:pt>
                <c:pt idx="34">
                  <c:v>50.133333333333333</c:v>
                </c:pt>
                <c:pt idx="35">
                  <c:v>50.266666666666673</c:v>
                </c:pt>
                <c:pt idx="36">
                  <c:v>49.933333333333337</c:v>
                </c:pt>
                <c:pt idx="37">
                  <c:v>49.79999999999999</c:v>
                </c:pt>
                <c:pt idx="38">
                  <c:v>49.800000000000004</c:v>
                </c:pt>
                <c:pt idx="39">
                  <c:v>49.5</c:v>
                </c:pt>
                <c:pt idx="40">
                  <c:v>48.966666666666669</c:v>
                </c:pt>
                <c:pt idx="41">
                  <c:v>48.783333333333331</c:v>
                </c:pt>
                <c:pt idx="42">
                  <c:v>49.31666666666667</c:v>
                </c:pt>
                <c:pt idx="43">
                  <c:v>49.583333333333343</c:v>
                </c:pt>
                <c:pt idx="44">
                  <c:v>49.283333333333331</c:v>
                </c:pt>
                <c:pt idx="45">
                  <c:v>49.183333333333337</c:v>
                </c:pt>
                <c:pt idx="46">
                  <c:v>49.31666666666667</c:v>
                </c:pt>
                <c:pt idx="47">
                  <c:v>49.500000000000007</c:v>
                </c:pt>
                <c:pt idx="48">
                  <c:v>49.516666666666659</c:v>
                </c:pt>
                <c:pt idx="49">
                  <c:v>49.6</c:v>
                </c:pt>
                <c:pt idx="50">
                  <c:v>49.900000000000006</c:v>
                </c:pt>
                <c:pt idx="51">
                  <c:v>49.916666666666679</c:v>
                </c:pt>
                <c:pt idx="52">
                  <c:v>49.9</c:v>
                </c:pt>
                <c:pt idx="53">
                  <c:v>49.949999999999996</c:v>
                </c:pt>
                <c:pt idx="54">
                  <c:v>50.050000000000004</c:v>
                </c:pt>
                <c:pt idx="55">
                  <c:v>50.20000000000001</c:v>
                </c:pt>
                <c:pt idx="56">
                  <c:v>50.516666666666673</c:v>
                </c:pt>
                <c:pt idx="57">
                  <c:v>50.9</c:v>
                </c:pt>
                <c:pt idx="58">
                  <c:v>50.983333333333341</c:v>
                </c:pt>
                <c:pt idx="59">
                  <c:v>51.133333333333333</c:v>
                </c:pt>
                <c:pt idx="60">
                  <c:v>51.29999999999999</c:v>
                </c:pt>
                <c:pt idx="61">
                  <c:v>51.483333333333327</c:v>
                </c:pt>
                <c:pt idx="62">
                  <c:v>51.533333333333331</c:v>
                </c:pt>
                <c:pt idx="63">
                  <c:v>51.466666666666669</c:v>
                </c:pt>
                <c:pt idx="64">
                  <c:v>51.533333333333331</c:v>
                </c:pt>
                <c:pt idx="65">
                  <c:v>51.5</c:v>
                </c:pt>
                <c:pt idx="66">
                  <c:v>51.333333333333336</c:v>
                </c:pt>
                <c:pt idx="67">
                  <c:v>51.083333333333336</c:v>
                </c:pt>
                <c:pt idx="68">
                  <c:v>50.983333333333327</c:v>
                </c:pt>
                <c:pt idx="69">
                  <c:v>51.066666666666663</c:v>
                </c:pt>
                <c:pt idx="70">
                  <c:v>48.516666666666659</c:v>
                </c:pt>
                <c:pt idx="71">
                  <c:v>48.333333333333336</c:v>
                </c:pt>
                <c:pt idx="72">
                  <c:v>48.216666666666669</c:v>
                </c:pt>
                <c:pt idx="73">
                  <c:v>48.15</c:v>
                </c:pt>
                <c:pt idx="74">
                  <c:v>47.9</c:v>
                </c:pt>
                <c:pt idx="75">
                  <c:v>47.533333333333339</c:v>
                </c:pt>
                <c:pt idx="76">
                  <c:v>49.833333333333336</c:v>
                </c:pt>
                <c:pt idx="77">
                  <c:v>49.783333333333331</c:v>
                </c:pt>
                <c:pt idx="78">
                  <c:v>49.65</c:v>
                </c:pt>
                <c:pt idx="79">
                  <c:v>49.516666666666673</c:v>
                </c:pt>
                <c:pt idx="80">
                  <c:v>49.650000000000006</c:v>
                </c:pt>
                <c:pt idx="81">
                  <c:v>49.766666666666673</c:v>
                </c:pt>
                <c:pt idx="82">
                  <c:v>49.716666666666669</c:v>
                </c:pt>
                <c:pt idx="83">
                  <c:v>49.683333333333337</c:v>
                </c:pt>
                <c:pt idx="84">
                  <c:v>49.68333333333333</c:v>
                </c:pt>
                <c:pt idx="85">
                  <c:v>49.783333333333339</c:v>
                </c:pt>
                <c:pt idx="86">
                  <c:v>49.800000000000004</c:v>
                </c:pt>
                <c:pt idx="87">
                  <c:v>49.85</c:v>
                </c:pt>
                <c:pt idx="88">
                  <c:v>50.20000000000001</c:v>
                </c:pt>
                <c:pt idx="89">
                  <c:v>50.483333333333341</c:v>
                </c:pt>
                <c:pt idx="90">
                  <c:v>50.833333333333336</c:v>
                </c:pt>
                <c:pt idx="91">
                  <c:v>51.15</c:v>
                </c:pt>
                <c:pt idx="92">
                  <c:v>51.349999999999994</c:v>
                </c:pt>
                <c:pt idx="93">
                  <c:v>51.466666666666669</c:v>
                </c:pt>
                <c:pt idx="94">
                  <c:v>51.300000000000004</c:v>
                </c:pt>
                <c:pt idx="95">
                  <c:v>51.31666666666667</c:v>
                </c:pt>
                <c:pt idx="96">
                  <c:v>51.333333333333343</c:v>
                </c:pt>
                <c:pt idx="97">
                  <c:v>51.31666666666667</c:v>
                </c:pt>
                <c:pt idx="98">
                  <c:v>51.35</c:v>
                </c:pt>
                <c:pt idx="99">
                  <c:v>51.5</c:v>
                </c:pt>
                <c:pt idx="100">
                  <c:v>51.733333333333327</c:v>
                </c:pt>
                <c:pt idx="101">
                  <c:v>51.75</c:v>
                </c:pt>
                <c:pt idx="102">
                  <c:v>51.766666666666659</c:v>
                </c:pt>
                <c:pt idx="103">
                  <c:v>51.666666666666664</c:v>
                </c:pt>
                <c:pt idx="104">
                  <c:v>51.599999999999994</c:v>
                </c:pt>
                <c:pt idx="105">
                  <c:v>51.5</c:v>
                </c:pt>
                <c:pt idx="106">
                  <c:v>51.483333333333341</c:v>
                </c:pt>
                <c:pt idx="107">
                  <c:v>51.466666666666676</c:v>
                </c:pt>
                <c:pt idx="108">
                  <c:v>51.416666666666657</c:v>
                </c:pt>
                <c:pt idx="109">
                  <c:v>51.499999999999993</c:v>
                </c:pt>
                <c:pt idx="110">
                  <c:v>51.5</c:v>
                </c:pt>
                <c:pt idx="111">
                  <c:v>51.266666666666659</c:v>
                </c:pt>
                <c:pt idx="112">
                  <c:v>51.066666666666663</c:v>
                </c:pt>
                <c:pt idx="113">
                  <c:v>50.833333333333336</c:v>
                </c:pt>
                <c:pt idx="114">
                  <c:v>50.6</c:v>
                </c:pt>
                <c:pt idx="115">
                  <c:v>50.333333333333336</c:v>
                </c:pt>
                <c:pt idx="116">
                  <c:v>50.15</c:v>
                </c:pt>
                <c:pt idx="117">
                  <c:v>50.116666666666667</c:v>
                </c:pt>
                <c:pt idx="118">
                  <c:v>49.883333333333333</c:v>
                </c:pt>
                <c:pt idx="119">
                  <c:v>49.79999999999999</c:v>
                </c:pt>
                <c:pt idx="120">
                  <c:v>49.75</c:v>
                </c:pt>
                <c:pt idx="121">
                  <c:v>49.666666666666679</c:v>
                </c:pt>
                <c:pt idx="122">
                  <c:v>49.616666666666667</c:v>
                </c:pt>
                <c:pt idx="123">
                  <c:v>49.550000000000004</c:v>
                </c:pt>
                <c:pt idx="124">
                  <c:v>49.666666666666664</c:v>
                </c:pt>
                <c:pt idx="125">
                  <c:v>49.766666666666673</c:v>
                </c:pt>
                <c:pt idx="126">
                  <c:v>49.849999999999994</c:v>
                </c:pt>
                <c:pt idx="127">
                  <c:v>49.949999999999996</c:v>
                </c:pt>
                <c:pt idx="128">
                  <c:v>50</c:v>
                </c:pt>
                <c:pt idx="129">
                  <c:v>50.050000000000004</c:v>
                </c:pt>
                <c:pt idx="130">
                  <c:v>50.083333333333336</c:v>
                </c:pt>
                <c:pt idx="131">
                  <c:v>50.050000000000004</c:v>
                </c:pt>
                <c:pt idx="132">
                  <c:v>50.033333333333339</c:v>
                </c:pt>
                <c:pt idx="133">
                  <c:v>50.04999999999999</c:v>
                </c:pt>
                <c:pt idx="134">
                  <c:v>50.166666666666664</c:v>
                </c:pt>
                <c:pt idx="135">
                  <c:v>50.333333333333336</c:v>
                </c:pt>
                <c:pt idx="136">
                  <c:v>50.533333333333331</c:v>
                </c:pt>
                <c:pt idx="137">
                  <c:v>50.849999999999994</c:v>
                </c:pt>
                <c:pt idx="138">
                  <c:v>51</c:v>
                </c:pt>
                <c:pt idx="139">
                  <c:v>51.083333333333336</c:v>
                </c:pt>
                <c:pt idx="140">
                  <c:v>51.016666666666659</c:v>
                </c:pt>
                <c:pt idx="141">
                  <c:v>50.883333333333333</c:v>
                </c:pt>
                <c:pt idx="142">
                  <c:v>50.733333333333327</c:v>
                </c:pt>
                <c:pt idx="143">
                  <c:v>50.533333333333331</c:v>
                </c:pt>
                <c:pt idx="144">
                  <c:v>50.533333333333331</c:v>
                </c:pt>
                <c:pt idx="145">
                  <c:v>50.633333333333326</c:v>
                </c:pt>
                <c:pt idx="146">
                  <c:v>50.800000000000004</c:v>
                </c:pt>
                <c:pt idx="147">
                  <c:v>50.933333333333337</c:v>
                </c:pt>
                <c:pt idx="148">
                  <c:v>51.066666666666663</c:v>
                </c:pt>
                <c:pt idx="149">
                  <c:v>51.033333333333331</c:v>
                </c:pt>
                <c:pt idx="150">
                  <c:v>50.883333333333333</c:v>
                </c:pt>
                <c:pt idx="151">
                  <c:v>50.783333333333331</c:v>
                </c:pt>
                <c:pt idx="152">
                  <c:v>50.65</c:v>
                </c:pt>
                <c:pt idx="153">
                  <c:v>50.616666666666667</c:v>
                </c:pt>
                <c:pt idx="154">
                  <c:v>50.466666666666669</c:v>
                </c:pt>
                <c:pt idx="155">
                  <c:v>50.483333333333327</c:v>
                </c:pt>
                <c:pt idx="156">
                  <c:v>50.56666666666667</c:v>
                </c:pt>
                <c:pt idx="157">
                  <c:v>50.533333333333331</c:v>
                </c:pt>
                <c:pt idx="158">
                  <c:v>50.466666666666669</c:v>
                </c:pt>
                <c:pt idx="159">
                  <c:v>50.283333333333331</c:v>
                </c:pt>
                <c:pt idx="160">
                  <c:v>50.133333333333333</c:v>
                </c:pt>
                <c:pt idx="161">
                  <c:v>50.083333333333336</c:v>
                </c:pt>
                <c:pt idx="162">
                  <c:v>50.016666666666673</c:v>
                </c:pt>
                <c:pt idx="163">
                  <c:v>49.983333333333327</c:v>
                </c:pt>
                <c:pt idx="164">
                  <c:v>50.5</c:v>
                </c:pt>
                <c:pt idx="165">
                  <c:v>51.050000000000004</c:v>
                </c:pt>
                <c:pt idx="166">
                  <c:v>51.35</c:v>
                </c:pt>
                <c:pt idx="167">
                  <c:v>51.416666666666664</c:v>
                </c:pt>
                <c:pt idx="168">
                  <c:v>51.43333333333333</c:v>
                </c:pt>
                <c:pt idx="169">
                  <c:v>51.199999999999996</c:v>
                </c:pt>
                <c:pt idx="170">
                  <c:v>50.716666666666661</c:v>
                </c:pt>
                <c:pt idx="171">
                  <c:v>50.400000000000006</c:v>
                </c:pt>
                <c:pt idx="172">
                  <c:v>50.383333333333333</c:v>
                </c:pt>
                <c:pt idx="173">
                  <c:v>50.416666666666664</c:v>
                </c:pt>
                <c:pt idx="174">
                  <c:v>50.516666666666673</c:v>
                </c:pt>
                <c:pt idx="175">
                  <c:v>51.016666666666673</c:v>
                </c:pt>
                <c:pt idx="176">
                  <c:v>51.433333333333337</c:v>
                </c:pt>
                <c:pt idx="177">
                  <c:v>51.79999999999999</c:v>
                </c:pt>
                <c:pt idx="178">
                  <c:v>52.016666666666659</c:v>
                </c:pt>
                <c:pt idx="179">
                  <c:v>52.383333333333333</c:v>
                </c:pt>
                <c:pt idx="180">
                  <c:v>52.883333333333326</c:v>
                </c:pt>
                <c:pt idx="181">
                  <c:v>53.416666666666664</c:v>
                </c:pt>
                <c:pt idx="182">
                  <c:v>53.716666666666669</c:v>
                </c:pt>
                <c:pt idx="183">
                  <c:v>53.783333333333331</c:v>
                </c:pt>
                <c:pt idx="184">
                  <c:v>53.699999999999996</c:v>
                </c:pt>
                <c:pt idx="185">
                  <c:v>53.416666666666664</c:v>
                </c:pt>
                <c:pt idx="186">
                  <c:v>53.116666666666667</c:v>
                </c:pt>
                <c:pt idx="187">
                  <c:v>52.9</c:v>
                </c:pt>
                <c:pt idx="188">
                  <c:v>53.066666666666663</c:v>
                </c:pt>
                <c:pt idx="189">
                  <c:v>53.283333333333339</c:v>
                </c:pt>
                <c:pt idx="190">
                  <c:v>53.333333333333343</c:v>
                </c:pt>
                <c:pt idx="191">
                  <c:v>54.099999999999994</c:v>
                </c:pt>
                <c:pt idx="192">
                  <c:v>54.85</c:v>
                </c:pt>
                <c:pt idx="193">
                  <c:v>55.06666666666667</c:v>
                </c:pt>
                <c:pt idx="194">
                  <c:v>54.983333333333327</c:v>
                </c:pt>
                <c:pt idx="195">
                  <c:v>54.85</c:v>
                </c:pt>
                <c:pt idx="196">
                  <c:v>55.183333333333337</c:v>
                </c:pt>
                <c:pt idx="197">
                  <c:v>54.766666666666673</c:v>
                </c:pt>
                <c:pt idx="198">
                  <c:v>54.199999999999996</c:v>
                </c:pt>
                <c:pt idx="199">
                  <c:v>53.85</c:v>
                </c:pt>
                <c:pt idx="200">
                  <c:v>53.56666666666667</c:v>
                </c:pt>
                <c:pt idx="201">
                  <c:v>53.25</c:v>
                </c:pt>
                <c:pt idx="202">
                  <c:v>52.416666666666664</c:v>
                </c:pt>
                <c:pt idx="203">
                  <c:v>51.083333333333343</c:v>
                </c:pt>
                <c:pt idx="204">
                  <c:v>49.083333333333336</c:v>
                </c:pt>
                <c:pt idx="205">
                  <c:v>46.699999999999996</c:v>
                </c:pt>
                <c:pt idx="206">
                  <c:v>45.216666666666669</c:v>
                </c:pt>
                <c:pt idx="207">
                  <c:v>45.016666666666673</c:v>
                </c:pt>
                <c:pt idx="208">
                  <c:v>44.916666666666664</c:v>
                </c:pt>
                <c:pt idx="209">
                  <c:v>45.433333333333337</c:v>
                </c:pt>
                <c:pt idx="210">
                  <c:v>47.233333333333341</c:v>
                </c:pt>
                <c:pt idx="211">
                  <c:v>49.650000000000006</c:v>
                </c:pt>
                <c:pt idx="212">
                  <c:v>52.083333333333336</c:v>
                </c:pt>
                <c:pt idx="213">
                  <c:v>53.283333333333331</c:v>
                </c:pt>
                <c:pt idx="214">
                  <c:v>54.116666666666653</c:v>
                </c:pt>
                <c:pt idx="215">
                  <c:v>54.883333333333333</c:v>
                </c:pt>
                <c:pt idx="216">
                  <c:v>55.433333333333337</c:v>
                </c:pt>
                <c:pt idx="217">
                  <c:v>55.783333333333331</c:v>
                </c:pt>
                <c:pt idx="218">
                  <c:v>54.783333333333331</c:v>
                </c:pt>
                <c:pt idx="219">
                  <c:v>54.400000000000006</c:v>
                </c:pt>
                <c:pt idx="220">
                  <c:v>54.5</c:v>
                </c:pt>
                <c:pt idx="221">
                  <c:v>54.550000000000004</c:v>
                </c:pt>
                <c:pt idx="222">
                  <c:v>54.416666666666664</c:v>
                </c:pt>
                <c:pt idx="223">
                  <c:v>54.466666666666669</c:v>
                </c:pt>
                <c:pt idx="224">
                  <c:v>55.366666666666667</c:v>
                </c:pt>
                <c:pt idx="225">
                  <c:v>55.366666666666674</c:v>
                </c:pt>
                <c:pt idx="226">
                  <c:v>55.216666666666669</c:v>
                </c:pt>
                <c:pt idx="227">
                  <c:v>55.516666666666673</c:v>
                </c:pt>
                <c:pt idx="228">
                  <c:v>55.56666666666667</c:v>
                </c:pt>
                <c:pt idx="229">
                  <c:v>55.5</c:v>
                </c:pt>
                <c:pt idx="230">
                  <c:v>54.85</c:v>
                </c:pt>
                <c:pt idx="231">
                  <c:v>55</c:v>
                </c:pt>
                <c:pt idx="232">
                  <c:v>55</c:v>
                </c:pt>
                <c:pt idx="233">
                  <c:v>54.550000000000004</c:v>
                </c:pt>
                <c:pt idx="234">
                  <c:v>54.433333333333337</c:v>
                </c:pt>
                <c:pt idx="235">
                  <c:v>54.35</c:v>
                </c:pt>
                <c:pt idx="236">
                  <c:v>54.916666666666664</c:v>
                </c:pt>
                <c:pt idx="237">
                  <c:v>54.633333333333333</c:v>
                </c:pt>
                <c:pt idx="238">
                  <c:v>54.466666666666669</c:v>
                </c:pt>
                <c:pt idx="239">
                  <c:v>54.416666666666679</c:v>
                </c:pt>
                <c:pt idx="240">
                  <c:v>54.449999999999996</c:v>
                </c:pt>
                <c:pt idx="241">
                  <c:v>54.333333333333336</c:v>
                </c:pt>
                <c:pt idx="242">
                  <c:v>53.666666666666679</c:v>
                </c:pt>
                <c:pt idx="243">
                  <c:v>53.633333333333333</c:v>
                </c:pt>
                <c:pt idx="244">
                  <c:v>53.716666666666669</c:v>
                </c:pt>
              </c:numCache>
            </c:numRef>
          </c:val>
          <c:smooth val="1"/>
          <c:extLst>
            <c:ext xmlns:c16="http://schemas.microsoft.com/office/drawing/2014/chart" uri="{C3380CC4-5D6E-409C-BE32-E72D297353CC}">
              <c16:uniqueId val="{00000000-8A02-3A4D-9B53-A82E0D4CB2A7}"/>
            </c:ext>
          </c:extLst>
        </c:ser>
        <c:dLbls>
          <c:showLegendKey val="0"/>
          <c:showVal val="0"/>
          <c:showCatName val="0"/>
          <c:showSerName val="0"/>
          <c:showPercent val="0"/>
          <c:showBubbleSize val="0"/>
        </c:dLbls>
        <c:marker val="1"/>
        <c:smooth val="0"/>
        <c:axId val="2000001920"/>
        <c:axId val="2000001921"/>
      </c:lineChart>
      <c:lineChart>
        <c:grouping val="standard"/>
        <c:varyColors val="0"/>
        <c:ser>
          <c:idx val="1"/>
          <c:order val="1"/>
          <c:tx>
            <c:strRef>
              <c:f>'图8恒生指数&amp;PMI (5)'!$C$1</c:f>
              <c:strCache>
                <c:ptCount val="1"/>
                <c:pt idx="0">
                  <c:v>恒生指数（右轴）</c:v>
                </c:pt>
              </c:strCache>
            </c:strRef>
          </c:tx>
          <c:spPr>
            <a:ln>
              <a:solidFill>
                <a:srgbClr val="2C3160"/>
              </a:solidFill>
              <a:prstDash val="solid"/>
            </a:ln>
          </c:spPr>
          <c:marker>
            <c:symbol val="none"/>
          </c:marker>
          <c:cat>
            <c:numRef>
              <c:f>'图8恒生指数&amp;PMI (5)'!$A$5:$A$249</c:f>
              <c:numCache>
                <c:formatCode>yyyy\-mm</c:formatCode>
                <c:ptCount val="245"/>
                <c:pt idx="0">
                  <c:v>46173</c:v>
                </c:pt>
                <c:pt idx="1">
                  <c:v>46142</c:v>
                </c:pt>
                <c:pt idx="2">
                  <c:v>46112</c:v>
                </c:pt>
                <c:pt idx="3">
                  <c:v>46081</c:v>
                </c:pt>
                <c:pt idx="4">
                  <c:v>46053</c:v>
                </c:pt>
                <c:pt idx="5">
                  <c:v>46022</c:v>
                </c:pt>
                <c:pt idx="6">
                  <c:v>45991</c:v>
                </c:pt>
                <c:pt idx="7">
                  <c:v>45961</c:v>
                </c:pt>
                <c:pt idx="8">
                  <c:v>45930</c:v>
                </c:pt>
                <c:pt idx="9">
                  <c:v>45900</c:v>
                </c:pt>
                <c:pt idx="10">
                  <c:v>45869</c:v>
                </c:pt>
                <c:pt idx="11">
                  <c:v>45838</c:v>
                </c:pt>
                <c:pt idx="12">
                  <c:v>45808</c:v>
                </c:pt>
                <c:pt idx="13">
                  <c:v>45777</c:v>
                </c:pt>
                <c:pt idx="14">
                  <c:v>45747</c:v>
                </c:pt>
                <c:pt idx="15">
                  <c:v>45716</c:v>
                </c:pt>
                <c:pt idx="16">
                  <c:v>45688</c:v>
                </c:pt>
                <c:pt idx="17">
                  <c:v>45657</c:v>
                </c:pt>
                <c:pt idx="18">
                  <c:v>45626</c:v>
                </c:pt>
                <c:pt idx="19">
                  <c:v>45596</c:v>
                </c:pt>
                <c:pt idx="20">
                  <c:v>45565</c:v>
                </c:pt>
                <c:pt idx="21">
                  <c:v>45535</c:v>
                </c:pt>
                <c:pt idx="22">
                  <c:v>45504</c:v>
                </c:pt>
                <c:pt idx="23">
                  <c:v>45473</c:v>
                </c:pt>
                <c:pt idx="24">
                  <c:v>45443</c:v>
                </c:pt>
                <c:pt idx="25">
                  <c:v>45412</c:v>
                </c:pt>
                <c:pt idx="26">
                  <c:v>45382</c:v>
                </c:pt>
                <c:pt idx="27">
                  <c:v>45351</c:v>
                </c:pt>
                <c:pt idx="28">
                  <c:v>45322</c:v>
                </c:pt>
                <c:pt idx="29">
                  <c:v>45291</c:v>
                </c:pt>
                <c:pt idx="30">
                  <c:v>45260</c:v>
                </c:pt>
                <c:pt idx="31">
                  <c:v>45230</c:v>
                </c:pt>
                <c:pt idx="32">
                  <c:v>45199</c:v>
                </c:pt>
                <c:pt idx="33">
                  <c:v>45169</c:v>
                </c:pt>
                <c:pt idx="34">
                  <c:v>45138</c:v>
                </c:pt>
                <c:pt idx="35">
                  <c:v>45107</c:v>
                </c:pt>
                <c:pt idx="36">
                  <c:v>45077</c:v>
                </c:pt>
                <c:pt idx="37">
                  <c:v>45046</c:v>
                </c:pt>
                <c:pt idx="38">
                  <c:v>45016</c:v>
                </c:pt>
                <c:pt idx="39">
                  <c:v>44985</c:v>
                </c:pt>
                <c:pt idx="40">
                  <c:v>44957</c:v>
                </c:pt>
                <c:pt idx="41">
                  <c:v>44926</c:v>
                </c:pt>
                <c:pt idx="42">
                  <c:v>44895</c:v>
                </c:pt>
                <c:pt idx="43">
                  <c:v>44865</c:v>
                </c:pt>
                <c:pt idx="44">
                  <c:v>44834</c:v>
                </c:pt>
                <c:pt idx="45">
                  <c:v>44804</c:v>
                </c:pt>
                <c:pt idx="46">
                  <c:v>44773</c:v>
                </c:pt>
                <c:pt idx="47">
                  <c:v>44742</c:v>
                </c:pt>
                <c:pt idx="48">
                  <c:v>44712</c:v>
                </c:pt>
                <c:pt idx="49">
                  <c:v>44681</c:v>
                </c:pt>
                <c:pt idx="50">
                  <c:v>44651</c:v>
                </c:pt>
                <c:pt idx="51">
                  <c:v>44620</c:v>
                </c:pt>
                <c:pt idx="52">
                  <c:v>44592</c:v>
                </c:pt>
                <c:pt idx="53">
                  <c:v>44561</c:v>
                </c:pt>
                <c:pt idx="54">
                  <c:v>44530</c:v>
                </c:pt>
                <c:pt idx="55">
                  <c:v>44500</c:v>
                </c:pt>
                <c:pt idx="56">
                  <c:v>44469</c:v>
                </c:pt>
                <c:pt idx="57">
                  <c:v>44439</c:v>
                </c:pt>
                <c:pt idx="58">
                  <c:v>44408</c:v>
                </c:pt>
                <c:pt idx="59">
                  <c:v>44377</c:v>
                </c:pt>
                <c:pt idx="60">
                  <c:v>44347</c:v>
                </c:pt>
                <c:pt idx="61">
                  <c:v>44316</c:v>
                </c:pt>
                <c:pt idx="62">
                  <c:v>44286</c:v>
                </c:pt>
                <c:pt idx="63">
                  <c:v>44255</c:v>
                </c:pt>
                <c:pt idx="64">
                  <c:v>44227</c:v>
                </c:pt>
                <c:pt idx="65">
                  <c:v>44196</c:v>
                </c:pt>
                <c:pt idx="66">
                  <c:v>44165</c:v>
                </c:pt>
                <c:pt idx="67">
                  <c:v>44135</c:v>
                </c:pt>
                <c:pt idx="68">
                  <c:v>44104</c:v>
                </c:pt>
                <c:pt idx="69">
                  <c:v>44074</c:v>
                </c:pt>
                <c:pt idx="70">
                  <c:v>44043</c:v>
                </c:pt>
                <c:pt idx="71">
                  <c:v>44012</c:v>
                </c:pt>
                <c:pt idx="72">
                  <c:v>43982</c:v>
                </c:pt>
                <c:pt idx="73">
                  <c:v>43951</c:v>
                </c:pt>
                <c:pt idx="74">
                  <c:v>43921</c:v>
                </c:pt>
                <c:pt idx="75">
                  <c:v>43890</c:v>
                </c:pt>
                <c:pt idx="76">
                  <c:v>43861</c:v>
                </c:pt>
                <c:pt idx="77">
                  <c:v>43830</c:v>
                </c:pt>
                <c:pt idx="78">
                  <c:v>43799</c:v>
                </c:pt>
                <c:pt idx="79">
                  <c:v>43769</c:v>
                </c:pt>
                <c:pt idx="80">
                  <c:v>43738</c:v>
                </c:pt>
                <c:pt idx="81">
                  <c:v>43708</c:v>
                </c:pt>
                <c:pt idx="82">
                  <c:v>43677</c:v>
                </c:pt>
                <c:pt idx="83">
                  <c:v>43646</c:v>
                </c:pt>
                <c:pt idx="84">
                  <c:v>43616</c:v>
                </c:pt>
                <c:pt idx="85">
                  <c:v>43585</c:v>
                </c:pt>
                <c:pt idx="86">
                  <c:v>43555</c:v>
                </c:pt>
                <c:pt idx="87">
                  <c:v>43524</c:v>
                </c:pt>
                <c:pt idx="88">
                  <c:v>43496</c:v>
                </c:pt>
                <c:pt idx="89">
                  <c:v>43465</c:v>
                </c:pt>
                <c:pt idx="90">
                  <c:v>43434</c:v>
                </c:pt>
                <c:pt idx="91">
                  <c:v>43404</c:v>
                </c:pt>
                <c:pt idx="92">
                  <c:v>43373</c:v>
                </c:pt>
                <c:pt idx="93">
                  <c:v>43343</c:v>
                </c:pt>
                <c:pt idx="94">
                  <c:v>43312</c:v>
                </c:pt>
                <c:pt idx="95">
                  <c:v>43281</c:v>
                </c:pt>
                <c:pt idx="96">
                  <c:v>43251</c:v>
                </c:pt>
                <c:pt idx="97">
                  <c:v>43220</c:v>
                </c:pt>
                <c:pt idx="98">
                  <c:v>43190</c:v>
                </c:pt>
                <c:pt idx="99">
                  <c:v>43159</c:v>
                </c:pt>
                <c:pt idx="100">
                  <c:v>43131</c:v>
                </c:pt>
                <c:pt idx="101">
                  <c:v>43100</c:v>
                </c:pt>
                <c:pt idx="102">
                  <c:v>43069</c:v>
                </c:pt>
                <c:pt idx="103">
                  <c:v>43039</c:v>
                </c:pt>
                <c:pt idx="104">
                  <c:v>43008</c:v>
                </c:pt>
                <c:pt idx="105">
                  <c:v>42978</c:v>
                </c:pt>
                <c:pt idx="106">
                  <c:v>42947</c:v>
                </c:pt>
                <c:pt idx="107">
                  <c:v>42916</c:v>
                </c:pt>
                <c:pt idx="108">
                  <c:v>42886</c:v>
                </c:pt>
                <c:pt idx="109">
                  <c:v>42855</c:v>
                </c:pt>
                <c:pt idx="110">
                  <c:v>42825</c:v>
                </c:pt>
                <c:pt idx="111">
                  <c:v>42794</c:v>
                </c:pt>
                <c:pt idx="112">
                  <c:v>42766</c:v>
                </c:pt>
                <c:pt idx="113">
                  <c:v>42735</c:v>
                </c:pt>
                <c:pt idx="114">
                  <c:v>42704</c:v>
                </c:pt>
                <c:pt idx="115">
                  <c:v>42674</c:v>
                </c:pt>
                <c:pt idx="116">
                  <c:v>42643</c:v>
                </c:pt>
                <c:pt idx="117">
                  <c:v>42613</c:v>
                </c:pt>
                <c:pt idx="118">
                  <c:v>42582</c:v>
                </c:pt>
                <c:pt idx="119">
                  <c:v>42551</c:v>
                </c:pt>
                <c:pt idx="120">
                  <c:v>42521</c:v>
                </c:pt>
                <c:pt idx="121">
                  <c:v>42490</c:v>
                </c:pt>
                <c:pt idx="122">
                  <c:v>42460</c:v>
                </c:pt>
                <c:pt idx="123">
                  <c:v>42429</c:v>
                </c:pt>
                <c:pt idx="124">
                  <c:v>42400</c:v>
                </c:pt>
                <c:pt idx="125">
                  <c:v>42369</c:v>
                </c:pt>
                <c:pt idx="126">
                  <c:v>42338</c:v>
                </c:pt>
                <c:pt idx="127">
                  <c:v>42308</c:v>
                </c:pt>
                <c:pt idx="128">
                  <c:v>42277</c:v>
                </c:pt>
                <c:pt idx="129">
                  <c:v>42247</c:v>
                </c:pt>
                <c:pt idx="130">
                  <c:v>42216</c:v>
                </c:pt>
                <c:pt idx="131">
                  <c:v>42185</c:v>
                </c:pt>
                <c:pt idx="132">
                  <c:v>42155</c:v>
                </c:pt>
                <c:pt idx="133">
                  <c:v>42124</c:v>
                </c:pt>
                <c:pt idx="134">
                  <c:v>42094</c:v>
                </c:pt>
                <c:pt idx="135">
                  <c:v>42063</c:v>
                </c:pt>
                <c:pt idx="136">
                  <c:v>42035</c:v>
                </c:pt>
                <c:pt idx="137">
                  <c:v>42004</c:v>
                </c:pt>
                <c:pt idx="138">
                  <c:v>41973</c:v>
                </c:pt>
                <c:pt idx="139">
                  <c:v>41943</c:v>
                </c:pt>
                <c:pt idx="140">
                  <c:v>41912</c:v>
                </c:pt>
                <c:pt idx="141">
                  <c:v>41882</c:v>
                </c:pt>
                <c:pt idx="142">
                  <c:v>41851</c:v>
                </c:pt>
                <c:pt idx="143">
                  <c:v>41820</c:v>
                </c:pt>
                <c:pt idx="144">
                  <c:v>41790</c:v>
                </c:pt>
                <c:pt idx="145">
                  <c:v>41759</c:v>
                </c:pt>
                <c:pt idx="146">
                  <c:v>41729</c:v>
                </c:pt>
                <c:pt idx="147">
                  <c:v>41698</c:v>
                </c:pt>
                <c:pt idx="148">
                  <c:v>41670</c:v>
                </c:pt>
                <c:pt idx="149">
                  <c:v>41639</c:v>
                </c:pt>
                <c:pt idx="150">
                  <c:v>41608</c:v>
                </c:pt>
                <c:pt idx="151">
                  <c:v>41578</c:v>
                </c:pt>
                <c:pt idx="152">
                  <c:v>41547</c:v>
                </c:pt>
                <c:pt idx="153">
                  <c:v>41517</c:v>
                </c:pt>
                <c:pt idx="154">
                  <c:v>41486</c:v>
                </c:pt>
                <c:pt idx="155">
                  <c:v>41455</c:v>
                </c:pt>
                <c:pt idx="156">
                  <c:v>41425</c:v>
                </c:pt>
                <c:pt idx="157">
                  <c:v>41394</c:v>
                </c:pt>
                <c:pt idx="158">
                  <c:v>41364</c:v>
                </c:pt>
                <c:pt idx="159">
                  <c:v>41333</c:v>
                </c:pt>
                <c:pt idx="160">
                  <c:v>41305</c:v>
                </c:pt>
                <c:pt idx="161">
                  <c:v>41274</c:v>
                </c:pt>
                <c:pt idx="162">
                  <c:v>41243</c:v>
                </c:pt>
                <c:pt idx="163">
                  <c:v>41213</c:v>
                </c:pt>
                <c:pt idx="164">
                  <c:v>41182</c:v>
                </c:pt>
                <c:pt idx="165">
                  <c:v>41152</c:v>
                </c:pt>
                <c:pt idx="166">
                  <c:v>41121</c:v>
                </c:pt>
                <c:pt idx="167">
                  <c:v>41090</c:v>
                </c:pt>
                <c:pt idx="168">
                  <c:v>41060</c:v>
                </c:pt>
                <c:pt idx="169">
                  <c:v>41029</c:v>
                </c:pt>
                <c:pt idx="170">
                  <c:v>40999</c:v>
                </c:pt>
                <c:pt idx="171">
                  <c:v>40968</c:v>
                </c:pt>
                <c:pt idx="172">
                  <c:v>40939</c:v>
                </c:pt>
                <c:pt idx="173">
                  <c:v>40908</c:v>
                </c:pt>
                <c:pt idx="174">
                  <c:v>40877</c:v>
                </c:pt>
                <c:pt idx="175">
                  <c:v>40847</c:v>
                </c:pt>
                <c:pt idx="176">
                  <c:v>40816</c:v>
                </c:pt>
                <c:pt idx="177">
                  <c:v>40786</c:v>
                </c:pt>
                <c:pt idx="178">
                  <c:v>40755</c:v>
                </c:pt>
                <c:pt idx="179">
                  <c:v>40724</c:v>
                </c:pt>
                <c:pt idx="180">
                  <c:v>40694</c:v>
                </c:pt>
                <c:pt idx="181">
                  <c:v>40663</c:v>
                </c:pt>
                <c:pt idx="182">
                  <c:v>40633</c:v>
                </c:pt>
                <c:pt idx="183">
                  <c:v>40602</c:v>
                </c:pt>
                <c:pt idx="184">
                  <c:v>40574</c:v>
                </c:pt>
                <c:pt idx="185">
                  <c:v>40543</c:v>
                </c:pt>
                <c:pt idx="186">
                  <c:v>40512</c:v>
                </c:pt>
                <c:pt idx="187">
                  <c:v>40482</c:v>
                </c:pt>
                <c:pt idx="188">
                  <c:v>40451</c:v>
                </c:pt>
                <c:pt idx="189">
                  <c:v>40421</c:v>
                </c:pt>
                <c:pt idx="190">
                  <c:v>40390</c:v>
                </c:pt>
                <c:pt idx="191">
                  <c:v>40359</c:v>
                </c:pt>
                <c:pt idx="192">
                  <c:v>40329</c:v>
                </c:pt>
                <c:pt idx="193">
                  <c:v>40298</c:v>
                </c:pt>
                <c:pt idx="194">
                  <c:v>40268</c:v>
                </c:pt>
                <c:pt idx="195">
                  <c:v>40237</c:v>
                </c:pt>
                <c:pt idx="196">
                  <c:v>40209</c:v>
                </c:pt>
                <c:pt idx="197">
                  <c:v>40178</c:v>
                </c:pt>
                <c:pt idx="198">
                  <c:v>40147</c:v>
                </c:pt>
                <c:pt idx="199">
                  <c:v>40117</c:v>
                </c:pt>
                <c:pt idx="200">
                  <c:v>40086</c:v>
                </c:pt>
                <c:pt idx="201">
                  <c:v>40056</c:v>
                </c:pt>
                <c:pt idx="202">
                  <c:v>40025</c:v>
                </c:pt>
                <c:pt idx="203">
                  <c:v>39994</c:v>
                </c:pt>
                <c:pt idx="204">
                  <c:v>39964</c:v>
                </c:pt>
                <c:pt idx="205">
                  <c:v>39933</c:v>
                </c:pt>
                <c:pt idx="206">
                  <c:v>39903</c:v>
                </c:pt>
                <c:pt idx="207">
                  <c:v>39872</c:v>
                </c:pt>
                <c:pt idx="208">
                  <c:v>39844</c:v>
                </c:pt>
                <c:pt idx="209">
                  <c:v>39813</c:v>
                </c:pt>
                <c:pt idx="210">
                  <c:v>39782</c:v>
                </c:pt>
                <c:pt idx="211">
                  <c:v>39752</c:v>
                </c:pt>
                <c:pt idx="212">
                  <c:v>39721</c:v>
                </c:pt>
                <c:pt idx="213">
                  <c:v>39691</c:v>
                </c:pt>
                <c:pt idx="214">
                  <c:v>39660</c:v>
                </c:pt>
                <c:pt idx="215">
                  <c:v>39629</c:v>
                </c:pt>
                <c:pt idx="216">
                  <c:v>39599</c:v>
                </c:pt>
                <c:pt idx="217">
                  <c:v>39568</c:v>
                </c:pt>
                <c:pt idx="218">
                  <c:v>39538</c:v>
                </c:pt>
                <c:pt idx="219">
                  <c:v>39507</c:v>
                </c:pt>
                <c:pt idx="220">
                  <c:v>39478</c:v>
                </c:pt>
                <c:pt idx="221">
                  <c:v>39447</c:v>
                </c:pt>
                <c:pt idx="222">
                  <c:v>39416</c:v>
                </c:pt>
                <c:pt idx="223">
                  <c:v>39386</c:v>
                </c:pt>
                <c:pt idx="224">
                  <c:v>39355</c:v>
                </c:pt>
                <c:pt idx="225">
                  <c:v>39325</c:v>
                </c:pt>
                <c:pt idx="226">
                  <c:v>39294</c:v>
                </c:pt>
                <c:pt idx="227">
                  <c:v>39263</c:v>
                </c:pt>
                <c:pt idx="228">
                  <c:v>39233</c:v>
                </c:pt>
                <c:pt idx="229">
                  <c:v>39202</c:v>
                </c:pt>
                <c:pt idx="230">
                  <c:v>39172</c:v>
                </c:pt>
                <c:pt idx="231">
                  <c:v>39141</c:v>
                </c:pt>
                <c:pt idx="232">
                  <c:v>39113</c:v>
                </c:pt>
                <c:pt idx="233">
                  <c:v>39082</c:v>
                </c:pt>
                <c:pt idx="234">
                  <c:v>39051</c:v>
                </c:pt>
                <c:pt idx="235">
                  <c:v>39021</c:v>
                </c:pt>
                <c:pt idx="236">
                  <c:v>38990</c:v>
                </c:pt>
                <c:pt idx="237">
                  <c:v>38960</c:v>
                </c:pt>
                <c:pt idx="238">
                  <c:v>38929</c:v>
                </c:pt>
                <c:pt idx="239">
                  <c:v>38898</c:v>
                </c:pt>
                <c:pt idx="240">
                  <c:v>38868</c:v>
                </c:pt>
                <c:pt idx="241">
                  <c:v>38837</c:v>
                </c:pt>
                <c:pt idx="242">
                  <c:v>38807</c:v>
                </c:pt>
                <c:pt idx="243">
                  <c:v>38776</c:v>
                </c:pt>
                <c:pt idx="244">
                  <c:v>38748</c:v>
                </c:pt>
              </c:numCache>
            </c:numRef>
          </c:cat>
          <c:val>
            <c:numRef>
              <c:f>'图8恒生指数&amp;PMI (5)'!$G$5:$G$249</c:f>
              <c:numCache>
                <c:formatCode>#,##0.00_ </c:formatCode>
                <c:ptCount val="245"/>
                <c:pt idx="0">
                  <c:v>25899.208333333332</c:v>
                </c:pt>
                <c:pt idx="1">
                  <c:v>26011.958333333332</c:v>
                </c:pt>
                <c:pt idx="2">
                  <c:v>26033.645000000004</c:v>
                </c:pt>
                <c:pt idx="3">
                  <c:v>26378.215</c:v>
                </c:pt>
                <c:pt idx="4">
                  <c:v>26119.395</c:v>
                </c:pt>
                <c:pt idx="5">
                  <c:v>25683.764999999999</c:v>
                </c:pt>
                <c:pt idx="6">
                  <c:v>25424.055000000004</c:v>
                </c:pt>
                <c:pt idx="7">
                  <c:v>24995.868333333332</c:v>
                </c:pt>
                <c:pt idx="8">
                  <c:v>24364.661666666667</c:v>
                </c:pt>
                <c:pt idx="9">
                  <c:v>23741.998333333333</c:v>
                </c:pt>
                <c:pt idx="10">
                  <c:v>23385.948333333334</c:v>
                </c:pt>
                <c:pt idx="11">
                  <c:v>22627.91166666667</c:v>
                </c:pt>
                <c:pt idx="12">
                  <c:v>21959.190000000002</c:v>
                </c:pt>
                <c:pt idx="13">
                  <c:v>21314.829999999998</c:v>
                </c:pt>
                <c:pt idx="14">
                  <c:v>21014.483333333334</c:v>
                </c:pt>
                <c:pt idx="15">
                  <c:v>20683.5</c:v>
                </c:pt>
                <c:pt idx="16">
                  <c:v>19858.125</c:v>
                </c:pt>
                <c:pt idx="17">
                  <c:v>19378.040000000005</c:v>
                </c:pt>
                <c:pt idx="18">
                  <c:v>18987.816666666669</c:v>
                </c:pt>
                <c:pt idx="19">
                  <c:v>18763.816666666666</c:v>
                </c:pt>
                <c:pt idx="20">
                  <c:v>18338.099999999999</c:v>
                </c:pt>
                <c:pt idx="21">
                  <c:v>17572.723333333332</c:v>
                </c:pt>
                <c:pt idx="22">
                  <c:v>17326.451666666668</c:v>
                </c:pt>
                <c:pt idx="23">
                  <c:v>17016.53</c:v>
                </c:pt>
                <c:pt idx="24">
                  <c:v>16904.66</c:v>
                </c:pt>
                <c:pt idx="25">
                  <c:v>16731.871666666666</c:v>
                </c:pt>
                <c:pt idx="26">
                  <c:v>16623.446666666667</c:v>
                </c:pt>
                <c:pt idx="27">
                  <c:v>16834.82</c:v>
                </c:pt>
                <c:pt idx="28">
                  <c:v>17146.59</c:v>
                </c:pt>
                <c:pt idx="29">
                  <c:v>17912.235000000001</c:v>
                </c:pt>
                <c:pt idx="30">
                  <c:v>18223.741666666669</c:v>
                </c:pt>
                <c:pt idx="31">
                  <c:v>18422.306666666667</c:v>
                </c:pt>
                <c:pt idx="32">
                  <c:v>18885.988333333331</c:v>
                </c:pt>
                <c:pt idx="33">
                  <c:v>19317.73</c:v>
                </c:pt>
                <c:pt idx="34">
                  <c:v>19551.71</c:v>
                </c:pt>
                <c:pt idx="35">
                  <c:v>19845.608333333334</c:v>
                </c:pt>
                <c:pt idx="36">
                  <c:v>19989.771666666667</c:v>
                </c:pt>
                <c:pt idx="37">
                  <c:v>20050.264999999999</c:v>
                </c:pt>
                <c:pt idx="38">
                  <c:v>19182.34</c:v>
                </c:pt>
                <c:pt idx="39">
                  <c:v>18652.793333333335</c:v>
                </c:pt>
                <c:pt idx="40">
                  <c:v>18680.868333333336</c:v>
                </c:pt>
                <c:pt idx="41">
                  <c:v>18399.898333333334</c:v>
                </c:pt>
                <c:pt idx="42">
                  <c:v>18746.294999999998</c:v>
                </c:pt>
                <c:pt idx="43">
                  <c:v>19215.956666666669</c:v>
                </c:pt>
                <c:pt idx="44">
                  <c:v>20283.01833333333</c:v>
                </c:pt>
                <c:pt idx="45">
                  <c:v>21078.688333333335</c:v>
                </c:pt>
                <c:pt idx="46">
                  <c:v>21538.46</c:v>
                </c:pt>
                <c:pt idx="47">
                  <c:v>22146.085000000003</c:v>
                </c:pt>
                <c:pt idx="48">
                  <c:v>22402.398333333331</c:v>
                </c:pt>
                <c:pt idx="49">
                  <c:v>22745.741666666665</c:v>
                </c:pt>
                <c:pt idx="50">
                  <c:v>23460.383333333331</c:v>
                </c:pt>
                <c:pt idx="51">
                  <c:v>23890.181666666667</c:v>
                </c:pt>
                <c:pt idx="52">
                  <c:v>24417.843333333334</c:v>
                </c:pt>
                <c:pt idx="53">
                  <c:v>24777.638333333336</c:v>
                </c:pt>
                <c:pt idx="54">
                  <c:v>25682.685000000001</c:v>
                </c:pt>
                <c:pt idx="55">
                  <c:v>26628.774999999998</c:v>
                </c:pt>
                <c:pt idx="56">
                  <c:v>27186.715</c:v>
                </c:pt>
                <c:pt idx="57">
                  <c:v>27820.5</c:v>
                </c:pt>
                <c:pt idx="58">
                  <c:v>28337.37</c:v>
                </c:pt>
                <c:pt idx="59">
                  <c:v>28724.483333333334</c:v>
                </c:pt>
                <c:pt idx="60">
                  <c:v>28458.346666666665</c:v>
                </c:pt>
                <c:pt idx="61">
                  <c:v>27989.961666666666</c:v>
                </c:pt>
                <c:pt idx="62">
                  <c:v>27220.384999999998</c:v>
                </c:pt>
                <c:pt idx="63">
                  <c:v>26400.501666666667</c:v>
                </c:pt>
                <c:pt idx="64">
                  <c:v>25766.641666666666</c:v>
                </c:pt>
                <c:pt idx="65">
                  <c:v>25151.915000000005</c:v>
                </c:pt>
                <c:pt idx="66">
                  <c:v>24684.591666666671</c:v>
                </c:pt>
                <c:pt idx="67">
                  <c:v>24121.255000000001</c:v>
                </c:pt>
                <c:pt idx="68">
                  <c:v>24210.616666666669</c:v>
                </c:pt>
                <c:pt idx="69">
                  <c:v>24234.688333333335</c:v>
                </c:pt>
                <c:pt idx="70">
                  <c:v>24393.501666666663</c:v>
                </c:pt>
                <c:pt idx="71">
                  <c:v>24679.715</c:v>
                </c:pt>
                <c:pt idx="72">
                  <c:v>25306.808333333334</c:v>
                </c:pt>
                <c:pt idx="73">
                  <c:v>25870.978333333333</c:v>
                </c:pt>
                <c:pt idx="74">
                  <c:v>26248.166666666668</c:v>
                </c:pt>
                <c:pt idx="75">
                  <c:v>26662.965</c:v>
                </c:pt>
                <c:pt idx="76">
                  <c:v>26595.431666666671</c:v>
                </c:pt>
                <c:pt idx="77">
                  <c:v>26839.618333333336</c:v>
                </c:pt>
                <c:pt idx="78">
                  <c:v>26898.430000000004</c:v>
                </c:pt>
                <c:pt idx="79">
                  <c:v>26990.863333333331</c:v>
                </c:pt>
                <c:pt idx="80">
                  <c:v>27456.261666666669</c:v>
                </c:pt>
                <c:pt idx="81">
                  <c:v>27949.443333333329</c:v>
                </c:pt>
                <c:pt idx="82">
                  <c:v>28434.184999999998</c:v>
                </c:pt>
                <c:pt idx="83">
                  <c:v>28461.638333333336</c:v>
                </c:pt>
                <c:pt idx="84">
                  <c:v>28012.151666666668</c:v>
                </c:pt>
                <c:pt idx="85">
                  <c:v>27946.428333333333</c:v>
                </c:pt>
                <c:pt idx="86">
                  <c:v>27159.858333333337</c:v>
                </c:pt>
                <c:pt idx="87">
                  <c:v>26949.384999999998</c:v>
                </c:pt>
                <c:pt idx="88">
                  <c:v>26825.279999999999</c:v>
                </c:pt>
                <c:pt idx="89">
                  <c:v>26932.036666666667</c:v>
                </c:pt>
                <c:pt idx="90">
                  <c:v>27450.271666666667</c:v>
                </c:pt>
                <c:pt idx="91">
                  <c:v>28110.573333333334</c:v>
                </c:pt>
                <c:pt idx="92">
                  <c:v>29082.033333333336</c:v>
                </c:pt>
                <c:pt idx="93">
                  <c:v>29466.176666666666</c:v>
                </c:pt>
                <c:pt idx="94">
                  <c:v>29958.871666666662</c:v>
                </c:pt>
                <c:pt idx="95">
                  <c:v>30676.248333333333</c:v>
                </c:pt>
                <c:pt idx="96">
                  <c:v>30836.921666666665</c:v>
                </c:pt>
                <c:pt idx="97">
                  <c:v>30621.72</c:v>
                </c:pt>
                <c:pt idx="98">
                  <c:v>30194.568333333333</c:v>
                </c:pt>
                <c:pt idx="99">
                  <c:v>29771.388333333332</c:v>
                </c:pt>
                <c:pt idx="100">
                  <c:v>29292.318333333329</c:v>
                </c:pt>
                <c:pt idx="101">
                  <c:v>28365.105</c:v>
                </c:pt>
                <c:pt idx="102">
                  <c:v>27672.676666666666</c:v>
                </c:pt>
                <c:pt idx="103">
                  <c:v>27086.560000000001</c:v>
                </c:pt>
                <c:pt idx="104">
                  <c:v>26481.491666666669</c:v>
                </c:pt>
                <c:pt idx="105">
                  <c:v>25907.706666666665</c:v>
                </c:pt>
                <c:pt idx="106">
                  <c:v>25202.778333333335</c:v>
                </c:pt>
                <c:pt idx="107">
                  <c:v>24542.243333333332</c:v>
                </c:pt>
                <c:pt idx="108">
                  <c:v>23914.906666666666</c:v>
                </c:pt>
                <c:pt idx="109">
                  <c:v>23436.426666666666</c:v>
                </c:pt>
                <c:pt idx="110">
                  <c:v>23156.328333333335</c:v>
                </c:pt>
                <c:pt idx="111">
                  <c:v>23020.588333333333</c:v>
                </c:pt>
                <c:pt idx="112">
                  <c:v>22893.279999999999</c:v>
                </c:pt>
                <c:pt idx="113">
                  <c:v>22648.37833333333</c:v>
                </c:pt>
                <c:pt idx="114">
                  <c:v>22447.346666666665</c:v>
                </c:pt>
                <c:pt idx="115">
                  <c:v>22118.233333333334</c:v>
                </c:pt>
                <c:pt idx="116">
                  <c:v>21806.984999999997</c:v>
                </c:pt>
                <c:pt idx="117">
                  <c:v>21386.91</c:v>
                </c:pt>
                <c:pt idx="118">
                  <c:v>20742.751666666667</c:v>
                </c:pt>
                <c:pt idx="119">
                  <c:v>20374.708333333332</c:v>
                </c:pt>
                <c:pt idx="120">
                  <c:v>20561.38</c:v>
                </c:pt>
                <c:pt idx="121">
                  <c:v>20758.268333333333</c:v>
                </c:pt>
                <c:pt idx="122">
                  <c:v>21020.433333333334</c:v>
                </c:pt>
                <c:pt idx="123">
                  <c:v>21032.033333333333</c:v>
                </c:pt>
                <c:pt idx="124">
                  <c:v>21458.475000000002</c:v>
                </c:pt>
                <c:pt idx="125">
                  <c:v>22284.003333333338</c:v>
                </c:pt>
                <c:pt idx="126">
                  <c:v>23006.608333333334</c:v>
                </c:pt>
                <c:pt idx="127">
                  <c:v>23911.236666666664</c:v>
                </c:pt>
                <c:pt idx="128">
                  <c:v>24826.73</c:v>
                </c:pt>
                <c:pt idx="129">
                  <c:v>25502.494999999999</c:v>
                </c:pt>
                <c:pt idx="130">
                  <c:v>26027.94666666667</c:v>
                </c:pt>
                <c:pt idx="131">
                  <c:v>26006.408333333329</c:v>
                </c:pt>
                <c:pt idx="132">
                  <c:v>25565.576666666664</c:v>
                </c:pt>
                <c:pt idx="133">
                  <c:v>24992.786666666667</c:v>
                </c:pt>
                <c:pt idx="134">
                  <c:v>24303.63</c:v>
                </c:pt>
                <c:pt idx="135">
                  <c:v>23975.645</c:v>
                </c:pt>
                <c:pt idx="136">
                  <c:v>23962.106666666663</c:v>
                </c:pt>
                <c:pt idx="137">
                  <c:v>24003.74</c:v>
                </c:pt>
                <c:pt idx="138">
                  <c:v>23934.686666666665</c:v>
                </c:pt>
                <c:pt idx="139">
                  <c:v>23783.72</c:v>
                </c:pt>
                <c:pt idx="140">
                  <c:v>23473.038333333334</c:v>
                </c:pt>
                <c:pt idx="141">
                  <c:v>23342.718333333334</c:v>
                </c:pt>
                <c:pt idx="142">
                  <c:v>23025.201666666664</c:v>
                </c:pt>
                <c:pt idx="143">
                  <c:v>22571.629999999994</c:v>
                </c:pt>
                <c:pt idx="144">
                  <c:v>22590.908333333336</c:v>
                </c:pt>
                <c:pt idx="145">
                  <c:v>22724.181666666667</c:v>
                </c:pt>
                <c:pt idx="146">
                  <c:v>22902.914999999997</c:v>
                </c:pt>
                <c:pt idx="147">
                  <c:v>23021.048333333329</c:v>
                </c:pt>
                <c:pt idx="148">
                  <c:v>22836.783333333336</c:v>
                </c:pt>
                <c:pt idx="149">
                  <c:v>22811.49</c:v>
                </c:pt>
                <c:pt idx="150">
                  <c:v>22394.306666666667</c:v>
                </c:pt>
                <c:pt idx="151">
                  <c:v>22146.118333333332</c:v>
                </c:pt>
                <c:pt idx="152">
                  <c:v>22067.891666666666</c:v>
                </c:pt>
                <c:pt idx="153">
                  <c:v>21974.52</c:v>
                </c:pt>
                <c:pt idx="154">
                  <c:v>22189.336666666666</c:v>
                </c:pt>
                <c:pt idx="155">
                  <c:v>22496.98166666667</c:v>
                </c:pt>
                <c:pt idx="156">
                  <c:v>22805.920000000002</c:v>
                </c:pt>
                <c:pt idx="157">
                  <c:v>22745.625</c:v>
                </c:pt>
                <c:pt idx="158">
                  <c:v>22563.093333333334</c:v>
                </c:pt>
                <c:pt idx="159">
                  <c:v>22319.884999999998</c:v>
                </c:pt>
                <c:pt idx="160">
                  <c:v>21730.268333333337</c:v>
                </c:pt>
                <c:pt idx="161">
                  <c:v>21074.815000000002</c:v>
                </c:pt>
                <c:pt idx="162">
                  <c:v>20538.904999999999</c:v>
                </c:pt>
                <c:pt idx="163">
                  <c:v>19972.093333333334</c:v>
                </c:pt>
                <c:pt idx="164">
                  <c:v>19880.825000000001</c:v>
                </c:pt>
                <c:pt idx="165">
                  <c:v>19833.358333333334</c:v>
                </c:pt>
                <c:pt idx="166">
                  <c:v>20199.61</c:v>
                </c:pt>
                <c:pt idx="167">
                  <c:v>20298.556666666667</c:v>
                </c:pt>
                <c:pt idx="168">
                  <c:v>20130.711666666666</c:v>
                </c:pt>
                <c:pt idx="169">
                  <c:v>20024.016666666666</c:v>
                </c:pt>
                <c:pt idx="170">
                  <c:v>19819.126666666667</c:v>
                </c:pt>
                <c:pt idx="171">
                  <c:v>19325.264999999999</c:v>
                </c:pt>
                <c:pt idx="172">
                  <c:v>19134.393333333337</c:v>
                </c:pt>
                <c:pt idx="173">
                  <c:v>19476.02</c:v>
                </c:pt>
                <c:pt idx="174">
                  <c:v>20136.638333333336</c:v>
                </c:pt>
                <c:pt idx="175">
                  <c:v>21085.768333333337</c:v>
                </c:pt>
                <c:pt idx="176">
                  <c:v>21728.424999999999</c:v>
                </c:pt>
                <c:pt idx="177">
                  <c:v>22717.61</c:v>
                </c:pt>
                <c:pt idx="178">
                  <c:v>23184.804999999997</c:v>
                </c:pt>
                <c:pt idx="179">
                  <c:v>23352.653333333335</c:v>
                </c:pt>
                <c:pt idx="180">
                  <c:v>23458.878333333338</c:v>
                </c:pt>
                <c:pt idx="181">
                  <c:v>23346.188333333335</c:v>
                </c:pt>
                <c:pt idx="182">
                  <c:v>23242.10666666667</c:v>
                </c:pt>
                <c:pt idx="183">
                  <c:v>23047.214983333335</c:v>
                </c:pt>
                <c:pt idx="184">
                  <c:v>22580.293350000004</c:v>
                </c:pt>
                <c:pt idx="185">
                  <c:v>22177.371766666667</c:v>
                </c:pt>
                <c:pt idx="186">
                  <c:v>21692.961800000001</c:v>
                </c:pt>
                <c:pt idx="187">
                  <c:v>21152.495050000001</c:v>
                </c:pt>
                <c:pt idx="188">
                  <c:v>20821.206683333334</c:v>
                </c:pt>
                <c:pt idx="189">
                  <c:v>20634.736633333334</c:v>
                </c:pt>
                <c:pt idx="190">
                  <c:v>20646.771466666669</c:v>
                </c:pt>
                <c:pt idx="191">
                  <c:v>20495.468083333337</c:v>
                </c:pt>
                <c:pt idx="192">
                  <c:v>20786.053049999999</c:v>
                </c:pt>
                <c:pt idx="193">
                  <c:v>21128.771466666669</c:v>
                </c:pt>
                <c:pt idx="194">
                  <c:v>21236.15135</c:v>
                </c:pt>
                <c:pt idx="195">
                  <c:v>21188.801416666665</c:v>
                </c:pt>
                <c:pt idx="196">
                  <c:v>21041.383133333333</c:v>
                </c:pt>
                <c:pt idx="197">
                  <c:v>21116.606449999996</c:v>
                </c:pt>
                <c:pt idx="198">
                  <c:v>20534.31153333333</c:v>
                </c:pt>
                <c:pt idx="199">
                  <c:v>19925.894866666666</c:v>
                </c:pt>
                <c:pt idx="200">
                  <c:v>18887.248383333335</c:v>
                </c:pt>
                <c:pt idx="201">
                  <c:v>17657.376633333333</c:v>
                </c:pt>
                <c:pt idx="202">
                  <c:v>16505.273433333332</c:v>
                </c:pt>
                <c:pt idx="203">
                  <c:v>15289.420083333331</c:v>
                </c:pt>
                <c:pt idx="204">
                  <c:v>14624.211750000002</c:v>
                </c:pt>
                <c:pt idx="205">
                  <c:v>13910.418449999999</c:v>
                </c:pt>
                <c:pt idx="206">
                  <c:v>13651.698399999999</c:v>
                </c:pt>
                <c:pt idx="207">
                  <c:v>14391.730300000001</c:v>
                </c:pt>
                <c:pt idx="208">
                  <c:v>15800.117016666665</c:v>
                </c:pt>
                <c:pt idx="209">
                  <c:v>17375.598616666666</c:v>
                </c:pt>
                <c:pt idx="210">
                  <c:v>18661.353500000001</c:v>
                </c:pt>
                <c:pt idx="211">
                  <c:v>20435.499983333331</c:v>
                </c:pt>
                <c:pt idx="212">
                  <c:v>22399.946599999999</c:v>
                </c:pt>
                <c:pt idx="213">
                  <c:v>23205.444650000001</c:v>
                </c:pt>
                <c:pt idx="214">
                  <c:v>23717.074533333333</c:v>
                </c:pt>
                <c:pt idx="215">
                  <c:v>23837.847933333334</c:v>
                </c:pt>
                <c:pt idx="216">
                  <c:v>24789.621300000003</c:v>
                </c:pt>
                <c:pt idx="217">
                  <c:v>25474.703116666671</c:v>
                </c:pt>
                <c:pt idx="218">
                  <c:v>26407.574850000001</c:v>
                </c:pt>
                <c:pt idx="219">
                  <c:v>27123.119983333334</c:v>
                </c:pt>
                <c:pt idx="220">
                  <c:v>27065.198333333334</c:v>
                </c:pt>
                <c:pt idx="221">
                  <c:v>27020.065000000002</c:v>
                </c:pt>
                <c:pt idx="222">
                  <c:v>26013.411666666667</c:v>
                </c:pt>
                <c:pt idx="223">
                  <c:v>24678.555000000004</c:v>
                </c:pt>
                <c:pt idx="224">
                  <c:v>22839.62166666667</c:v>
                </c:pt>
                <c:pt idx="225">
                  <c:v>21616.031666666666</c:v>
                </c:pt>
                <c:pt idx="226">
                  <c:v>20893.926666666663</c:v>
                </c:pt>
                <c:pt idx="227">
                  <c:v>20380.839999999997</c:v>
                </c:pt>
                <c:pt idx="228">
                  <c:v>20079.505000000001</c:v>
                </c:pt>
                <c:pt idx="229">
                  <c:v>19800.506666666664</c:v>
                </c:pt>
                <c:pt idx="230">
                  <c:v>19468.068333333333</c:v>
                </c:pt>
                <c:pt idx="231">
                  <c:v>19091.754999999997</c:v>
                </c:pt>
                <c:pt idx="232">
                  <c:v>18715.215</c:v>
                </c:pt>
                <c:pt idx="233">
                  <c:v>18192.701666666664</c:v>
                </c:pt>
                <c:pt idx="234">
                  <c:v>17576.518333333333</c:v>
                </c:pt>
                <c:pt idx="235">
                  <c:v>17059.419999999998</c:v>
                </c:pt>
                <c:pt idx="236">
                  <c:v>16782.244999999999</c:v>
                </c:pt>
                <c:pt idx="237">
                  <c:v>16492.576666666664</c:v>
                </c:pt>
                <c:pt idx="238">
                  <c:v>16246.945</c:v>
                </c:pt>
                <c:pt idx="239">
                  <c:v>16043.911666666667</c:v>
                </c:pt>
                <c:pt idx="240">
                  <c:v>15812.046666666667</c:v>
                </c:pt>
                <c:pt idx="241">
                  <c:v>15658.588333333333</c:v>
                </c:pt>
                <c:pt idx="242">
                  <c:v>15279.433333333334</c:v>
                </c:pt>
                <c:pt idx="243">
                  <c:v>15216.68</c:v>
                </c:pt>
                <c:pt idx="244">
                  <c:v>15047.525000000001</c:v>
                </c:pt>
              </c:numCache>
            </c:numRef>
          </c:val>
          <c:smooth val="1"/>
          <c:extLst>
            <c:ext xmlns:c16="http://schemas.microsoft.com/office/drawing/2014/chart" uri="{C3380CC4-5D6E-409C-BE32-E72D297353CC}">
              <c16:uniqueId val="{00000001-8A02-3A4D-9B53-A82E0D4CB2A7}"/>
            </c:ext>
          </c:extLst>
        </c:ser>
        <c:dLbls>
          <c:showLegendKey val="0"/>
          <c:showVal val="0"/>
          <c:showCatName val="0"/>
          <c:showSerName val="0"/>
          <c:showPercent val="0"/>
          <c:showBubbleSize val="0"/>
        </c:dLbls>
        <c:marker val="1"/>
        <c:smooth val="0"/>
        <c:axId val="2000001922"/>
        <c:axId val="2000001923"/>
      </c:lineChart>
      <c:dateAx>
        <c:axId val="2000001920"/>
        <c:scaling>
          <c:orientation val="minMax"/>
          <c:max val="45931"/>
          <c:min val="38687"/>
        </c:scaling>
        <c:delete val="0"/>
        <c:axPos val="b"/>
        <c:numFmt formatCode="yyyy" sourceLinked="0"/>
        <c:majorTickMark val="in"/>
        <c:minorTickMark val="none"/>
        <c:tickLblPos val="nextTo"/>
        <c:spPr>
          <a:ln w="3175">
            <a:solidFill>
              <a:srgbClr val="000000"/>
            </a:solidFill>
            <a:prstDash val="solid"/>
          </a:ln>
        </c:spPr>
        <c:txPr>
          <a:bodyPr rot="0" vert="horz"/>
          <a:lstStyle/>
          <a:p>
            <a:pPr>
              <a:defRPr/>
            </a:pPr>
            <a:endParaRPr lang="zh-CN"/>
          </a:p>
        </c:txPr>
        <c:crossAx val="2000001921"/>
        <c:crosses val="autoZero"/>
        <c:auto val="0"/>
        <c:lblOffset val="100"/>
        <c:baseTimeUnit val="months"/>
      </c:dateAx>
      <c:valAx>
        <c:axId val="2000001921"/>
        <c:scaling>
          <c:orientation val="minMax"/>
          <c:max val="56"/>
          <c:min val="48"/>
        </c:scaling>
        <c:delete val="0"/>
        <c:axPos val="l"/>
        <c:numFmt formatCode="#,##0_);[Red]\(#,##0\)" sourceLinked="0"/>
        <c:majorTickMark val="in"/>
        <c:minorTickMark val="none"/>
        <c:tickLblPos val="nextTo"/>
        <c:spPr>
          <a:ln w="3175">
            <a:solidFill>
              <a:srgbClr val="000000"/>
            </a:solidFill>
            <a:prstDash val="solid"/>
          </a:ln>
        </c:spPr>
        <c:txPr>
          <a:bodyPr rot="0" vert="horz"/>
          <a:lstStyle/>
          <a:p>
            <a:pPr>
              <a:defRPr/>
            </a:pPr>
            <a:endParaRPr lang="zh-CN"/>
          </a:p>
        </c:txPr>
        <c:crossAx val="2000001920"/>
        <c:crosses val="autoZero"/>
        <c:crossBetween val="between"/>
        <c:majorUnit val="1"/>
      </c:valAx>
      <c:dateAx>
        <c:axId val="2000001922"/>
        <c:scaling>
          <c:orientation val="minMax"/>
        </c:scaling>
        <c:delete val="1"/>
        <c:axPos val="b"/>
        <c:numFmt formatCode="yyyy\-mm" sourceLinked="1"/>
        <c:majorTickMark val="out"/>
        <c:minorTickMark val="none"/>
        <c:tickLblPos val="none"/>
        <c:crossAx val="2000001923"/>
        <c:crosses val="autoZero"/>
        <c:auto val="1"/>
        <c:lblOffset val="100"/>
        <c:baseTimeUnit val="months"/>
      </c:dateAx>
      <c:valAx>
        <c:axId val="2000001923"/>
        <c:scaling>
          <c:orientation val="minMax"/>
          <c:max val="30000"/>
          <c:min val="15000"/>
        </c:scaling>
        <c:delete val="0"/>
        <c:axPos val="r"/>
        <c:numFmt formatCode="#,##0_ " sourceLinked="0"/>
        <c:majorTickMark val="in"/>
        <c:minorTickMark val="none"/>
        <c:tickLblPos val="nextTo"/>
        <c:spPr>
          <a:ln w="3175">
            <a:solidFill>
              <a:srgbClr val="000000"/>
            </a:solidFill>
            <a:prstDash val="solid"/>
          </a:ln>
        </c:spPr>
        <c:txPr>
          <a:bodyPr rot="0" vert="horz"/>
          <a:lstStyle/>
          <a:p>
            <a:pPr>
              <a:defRPr/>
            </a:pPr>
            <a:endParaRPr lang="zh-CN"/>
          </a:p>
        </c:txPr>
        <c:crossAx val="2000001922"/>
        <c:crosses val="max"/>
        <c:crossBetween val="between"/>
      </c:valAx>
      <c:spPr>
        <a:noFill/>
        <a:ln w="25400">
          <a:noFill/>
        </a:ln>
      </c:spPr>
    </c:plotArea>
    <c:legend>
      <c:legendPos val="b"/>
      <c:layout>
        <c:manualLayout>
          <c:xMode val="edge"/>
          <c:yMode val="edge"/>
          <c:x val="3.211918941604381E-2"/>
          <c:y val="9.5314960629921258E-4"/>
          <c:w val="0.96368020304568525"/>
          <c:h val="0.12663937007874015"/>
        </c:manualLayout>
      </c:layout>
      <c:overlay val="0"/>
      <c:spPr>
        <a:solidFill>
          <a:srgbClr val="FFFFFF"/>
        </a:solidFill>
        <a:ln w="25400">
          <a:noFill/>
        </a:ln>
      </c:spPr>
    </c:legend>
    <c:plotVisOnly val="1"/>
    <c:dispBlanksAs val="gap"/>
    <c:showDLblsOverMax val="0"/>
  </c:chart>
  <c:spPr>
    <a:solidFill>
      <a:srgbClr val="FFFFFF"/>
    </a:solidFill>
    <a:ln w="9525">
      <a:noFill/>
    </a:ln>
  </c:spPr>
  <c:txPr>
    <a:bodyPr/>
    <a:lstStyle/>
    <a:p>
      <a:pPr>
        <a:defRPr sz="600" b="0" i="0" u="none" strike="noStrike" baseline="0">
          <a:solidFill>
            <a:srgbClr val="000000"/>
          </a:solidFill>
          <a:latin typeface="Arial" panose="020B0604020202020204" pitchFamily="34" charset="0"/>
          <a:ea typeface="思源黑体 CN Regular" panose="020B0500000000000000" pitchFamily="34" charset="-122"/>
          <a:cs typeface="Arial" panose="020B0604020202020204" pitchFamily="34" charset="0"/>
        </a:defRPr>
      </a:pPr>
      <a:endParaRPr lang="zh-CN"/>
    </a:p>
  </c:txPr>
  <c:externalData r:id="rId1">
    <c:autoUpdate val="0"/>
  </c:externalData>
  <c:userShapes r:id="rId2"/>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4.4284352990907987E-2"/>
          <c:y val="0.14124231648463298"/>
          <c:w val="0.89301660821809037"/>
          <c:h val="0.78223520447040895"/>
        </c:manualLayout>
      </c:layout>
      <c:lineChart>
        <c:grouping val="standard"/>
        <c:varyColors val="0"/>
        <c:ser>
          <c:idx val="0"/>
          <c:order val="0"/>
          <c:tx>
            <c:strRef>
              <c:f>卖空!$H$2</c:f>
              <c:strCache>
                <c:ptCount val="1"/>
                <c:pt idx="0">
                  <c:v>做空成交量占市场成交总量百分比（%，左轴）</c:v>
                </c:pt>
              </c:strCache>
            </c:strRef>
          </c:tx>
          <c:spPr>
            <a:ln w="28575">
              <a:solidFill>
                <a:srgbClr val="7C80C8"/>
              </a:solidFill>
              <a:prstDash val="solid"/>
            </a:ln>
          </c:spPr>
          <c:marker>
            <c:symbol val="none"/>
          </c:marker>
          <c:cat>
            <c:numRef>
              <c:f>卖空!$G$5:$G$325</c:f>
              <c:numCache>
                <c:formatCode>m/d/yyyy</c:formatCode>
                <c:ptCount val="321"/>
                <c:pt idx="0">
                  <c:v>46191</c:v>
                </c:pt>
                <c:pt idx="1">
                  <c:v>46185</c:v>
                </c:pt>
                <c:pt idx="2">
                  <c:v>46178</c:v>
                </c:pt>
                <c:pt idx="3">
                  <c:v>46171</c:v>
                </c:pt>
                <c:pt idx="4">
                  <c:v>46164</c:v>
                </c:pt>
                <c:pt idx="5">
                  <c:v>46157</c:v>
                </c:pt>
                <c:pt idx="6">
                  <c:v>46150</c:v>
                </c:pt>
                <c:pt idx="7">
                  <c:v>46142</c:v>
                </c:pt>
                <c:pt idx="8">
                  <c:v>46136</c:v>
                </c:pt>
                <c:pt idx="9">
                  <c:v>46129</c:v>
                </c:pt>
                <c:pt idx="10">
                  <c:v>46122</c:v>
                </c:pt>
                <c:pt idx="11">
                  <c:v>46114</c:v>
                </c:pt>
                <c:pt idx="12">
                  <c:v>46108</c:v>
                </c:pt>
                <c:pt idx="13" formatCode="yyyy\-mm\-dd">
                  <c:v>46101</c:v>
                </c:pt>
                <c:pt idx="14" formatCode="yyyy\-mm\-dd">
                  <c:v>46094</c:v>
                </c:pt>
                <c:pt idx="15" formatCode="yyyy\-mm\-dd">
                  <c:v>46087</c:v>
                </c:pt>
                <c:pt idx="16" formatCode="yyyy\-mm\-dd">
                  <c:v>46080</c:v>
                </c:pt>
                <c:pt idx="17" formatCode="yyyy\-mm\-dd">
                  <c:v>46073</c:v>
                </c:pt>
                <c:pt idx="18" formatCode="yyyy\-mm\-dd">
                  <c:v>46066</c:v>
                </c:pt>
                <c:pt idx="19" formatCode="yyyy\-mm\-dd">
                  <c:v>46059</c:v>
                </c:pt>
                <c:pt idx="20" formatCode="yyyy\-mm\-dd">
                  <c:v>46052</c:v>
                </c:pt>
                <c:pt idx="21" formatCode="yyyy\-mm\-dd">
                  <c:v>46045</c:v>
                </c:pt>
                <c:pt idx="22" formatCode="yyyy\-mm\-dd">
                  <c:v>46038</c:v>
                </c:pt>
                <c:pt idx="23" formatCode="yyyy\-mm\-dd">
                  <c:v>46031</c:v>
                </c:pt>
                <c:pt idx="24" formatCode="yyyy\-mm\-dd">
                  <c:v>46024</c:v>
                </c:pt>
                <c:pt idx="25" formatCode="yyyy\-mm\-dd">
                  <c:v>46015</c:v>
                </c:pt>
                <c:pt idx="26" formatCode="yyyy\-mm\-dd">
                  <c:v>46010</c:v>
                </c:pt>
                <c:pt idx="27" formatCode="yyyy\-mm\-dd">
                  <c:v>46003</c:v>
                </c:pt>
                <c:pt idx="28" formatCode="yyyy\-mm\-dd">
                  <c:v>45996</c:v>
                </c:pt>
                <c:pt idx="29" formatCode="yyyy\-mm\-dd">
                  <c:v>45989</c:v>
                </c:pt>
                <c:pt idx="30" formatCode="yyyy\-mm\-dd">
                  <c:v>45982</c:v>
                </c:pt>
                <c:pt idx="31" formatCode="yyyy\-mm\-dd">
                  <c:v>45975</c:v>
                </c:pt>
                <c:pt idx="32" formatCode="yyyy\-mm\-dd">
                  <c:v>45968</c:v>
                </c:pt>
                <c:pt idx="33" formatCode="yyyy\-mm\-dd">
                  <c:v>45961</c:v>
                </c:pt>
                <c:pt idx="34" formatCode="yyyy\-mm\-dd">
                  <c:v>45954</c:v>
                </c:pt>
                <c:pt idx="35" formatCode="yyyy\-mm\-dd">
                  <c:v>45947</c:v>
                </c:pt>
                <c:pt idx="36" formatCode="yyyy\-mm\-dd">
                  <c:v>45940</c:v>
                </c:pt>
                <c:pt idx="38" formatCode="yyyy\-mm\-dd">
                  <c:v>45933</c:v>
                </c:pt>
                <c:pt idx="39" formatCode="yyyy\-mm\-dd">
                  <c:v>45926</c:v>
                </c:pt>
                <c:pt idx="40" formatCode="yyyy\-mm\-dd">
                  <c:v>45919</c:v>
                </c:pt>
                <c:pt idx="41" formatCode="yyyy\-mm\-dd">
                  <c:v>45912</c:v>
                </c:pt>
                <c:pt idx="42" formatCode="yyyy\-mm\-dd">
                  <c:v>45905</c:v>
                </c:pt>
                <c:pt idx="43" formatCode="yyyy\-mm\-dd">
                  <c:v>45898</c:v>
                </c:pt>
                <c:pt idx="44" formatCode="yyyy\-mm\-dd">
                  <c:v>45891</c:v>
                </c:pt>
                <c:pt idx="45" formatCode="yyyy\-mm\-dd">
                  <c:v>45884</c:v>
                </c:pt>
                <c:pt idx="46" formatCode="yyyy\-mm\-dd">
                  <c:v>45877</c:v>
                </c:pt>
                <c:pt idx="47" formatCode="yyyy\-mm\-dd">
                  <c:v>45870</c:v>
                </c:pt>
                <c:pt idx="48" formatCode="yyyy\-mm\-dd">
                  <c:v>45863</c:v>
                </c:pt>
                <c:pt idx="49" formatCode="yyyy\-mm\-dd">
                  <c:v>45856</c:v>
                </c:pt>
                <c:pt idx="50" formatCode="yyyy\-mm\-dd">
                  <c:v>45849</c:v>
                </c:pt>
                <c:pt idx="51" formatCode="yyyy\-mm\-dd">
                  <c:v>45842</c:v>
                </c:pt>
                <c:pt idx="52" formatCode="yyyy\-mm\-dd">
                  <c:v>45835</c:v>
                </c:pt>
                <c:pt idx="53" formatCode="yyyy\-mm\-dd">
                  <c:v>45828</c:v>
                </c:pt>
                <c:pt idx="54" formatCode="yyyy\-mm\-dd">
                  <c:v>45821</c:v>
                </c:pt>
                <c:pt idx="55" formatCode="yyyy\-mm\-dd">
                  <c:v>45814</c:v>
                </c:pt>
                <c:pt idx="56" formatCode="yyyy\-mm\-dd">
                  <c:v>45807</c:v>
                </c:pt>
                <c:pt idx="57" formatCode="yyyy\-mm\-dd">
                  <c:v>45800</c:v>
                </c:pt>
                <c:pt idx="58" formatCode="yyyy\-mm\-dd">
                  <c:v>45793</c:v>
                </c:pt>
                <c:pt idx="59" formatCode="yyyy\-mm\-dd">
                  <c:v>45786</c:v>
                </c:pt>
                <c:pt idx="60" formatCode="yyyy\-mm\-dd">
                  <c:v>45779</c:v>
                </c:pt>
                <c:pt idx="61" formatCode="yyyy\-mm\-dd">
                  <c:v>45772</c:v>
                </c:pt>
                <c:pt idx="62" formatCode="yyyy\-mm\-dd">
                  <c:v>45764</c:v>
                </c:pt>
                <c:pt idx="63" formatCode="yyyy\-mm\-dd">
                  <c:v>45758</c:v>
                </c:pt>
                <c:pt idx="64" formatCode="yyyy\-mm\-dd">
                  <c:v>45750</c:v>
                </c:pt>
                <c:pt idx="65" formatCode="yyyy\-mm\-dd">
                  <c:v>45744</c:v>
                </c:pt>
                <c:pt idx="66" formatCode="yyyy\-mm\-dd">
                  <c:v>45737</c:v>
                </c:pt>
                <c:pt idx="67" formatCode="yyyy\-mm\-dd">
                  <c:v>45730</c:v>
                </c:pt>
                <c:pt idx="68" formatCode="yyyy\-mm\-dd">
                  <c:v>45723</c:v>
                </c:pt>
                <c:pt idx="69" formatCode="yyyy\-mm\-dd">
                  <c:v>45716</c:v>
                </c:pt>
                <c:pt idx="70" formatCode="yyyy\-mm\-dd">
                  <c:v>45709</c:v>
                </c:pt>
                <c:pt idx="71" formatCode="yyyy\-mm\-dd">
                  <c:v>45702</c:v>
                </c:pt>
                <c:pt idx="72" formatCode="yyyy\-mm\-dd">
                  <c:v>45695</c:v>
                </c:pt>
                <c:pt idx="73" formatCode="yyyy\-mm\-dd">
                  <c:v>45685</c:v>
                </c:pt>
                <c:pt idx="74" formatCode="yyyy\-mm\-dd">
                  <c:v>45681</c:v>
                </c:pt>
                <c:pt idx="75" formatCode="yyyy\-mm\-dd">
                  <c:v>45674</c:v>
                </c:pt>
                <c:pt idx="76" formatCode="yyyy\-mm\-dd">
                  <c:v>45667</c:v>
                </c:pt>
                <c:pt idx="77" formatCode="yyyy\-mm\-dd">
                  <c:v>45660</c:v>
                </c:pt>
                <c:pt idx="78" formatCode="yyyy\-mm\-dd">
                  <c:v>45653</c:v>
                </c:pt>
                <c:pt idx="79" formatCode="yyyy\-mm\-dd">
                  <c:v>45646</c:v>
                </c:pt>
                <c:pt idx="80" formatCode="yyyy\-mm\-dd">
                  <c:v>45639</c:v>
                </c:pt>
                <c:pt idx="81" formatCode="yyyy\-mm\-dd">
                  <c:v>45632</c:v>
                </c:pt>
                <c:pt idx="82" formatCode="yyyy\-mm\-dd">
                  <c:v>45625</c:v>
                </c:pt>
                <c:pt idx="83" formatCode="yyyy\-mm\-dd">
                  <c:v>45618</c:v>
                </c:pt>
                <c:pt idx="84" formatCode="yyyy\-mm\-dd">
                  <c:v>45611</c:v>
                </c:pt>
                <c:pt idx="85" formatCode="yyyy\-mm\-dd">
                  <c:v>45604</c:v>
                </c:pt>
                <c:pt idx="86" formatCode="yyyy\-mm\-dd">
                  <c:v>45597</c:v>
                </c:pt>
                <c:pt idx="87" formatCode="yyyy\-mm\-dd">
                  <c:v>45590</c:v>
                </c:pt>
                <c:pt idx="88" formatCode="yyyy\-mm\-dd">
                  <c:v>45583</c:v>
                </c:pt>
                <c:pt idx="89" formatCode="yyyy\-mm\-dd">
                  <c:v>45575</c:v>
                </c:pt>
                <c:pt idx="90" formatCode="yyyy\-mm\-dd">
                  <c:v>45569</c:v>
                </c:pt>
                <c:pt idx="91" formatCode="yyyy\-mm\-dd">
                  <c:v>45562</c:v>
                </c:pt>
                <c:pt idx="92" formatCode="yyyy\-mm\-dd">
                  <c:v>45555</c:v>
                </c:pt>
                <c:pt idx="93" formatCode="yyyy\-mm\-dd">
                  <c:v>45548</c:v>
                </c:pt>
                <c:pt idx="94" formatCode="yyyy\-mm\-dd">
                  <c:v>45540</c:v>
                </c:pt>
                <c:pt idx="95" formatCode="yyyy\-mm\-dd">
                  <c:v>45534</c:v>
                </c:pt>
                <c:pt idx="96" formatCode="yyyy\-mm\-dd">
                  <c:v>45527</c:v>
                </c:pt>
                <c:pt idx="97" formatCode="yyyy\-mm\-dd">
                  <c:v>45520</c:v>
                </c:pt>
                <c:pt idx="98" formatCode="yyyy\-mm\-dd">
                  <c:v>45513</c:v>
                </c:pt>
                <c:pt idx="99" formatCode="yyyy\-mm\-dd">
                  <c:v>45506</c:v>
                </c:pt>
                <c:pt idx="100" formatCode="yyyy\-mm\-dd">
                  <c:v>45499</c:v>
                </c:pt>
                <c:pt idx="101" formatCode="yyyy\-mm\-dd">
                  <c:v>45492</c:v>
                </c:pt>
                <c:pt idx="102" formatCode="yyyy\-mm\-dd">
                  <c:v>45485</c:v>
                </c:pt>
                <c:pt idx="103" formatCode="yyyy\-mm\-dd">
                  <c:v>45478</c:v>
                </c:pt>
                <c:pt idx="104" formatCode="yyyy\-mm\-dd">
                  <c:v>45471</c:v>
                </c:pt>
                <c:pt idx="105" formatCode="yyyy\-mm\-dd">
                  <c:v>45464</c:v>
                </c:pt>
                <c:pt idx="106" formatCode="yyyy\-mm\-dd">
                  <c:v>45457</c:v>
                </c:pt>
                <c:pt idx="107" formatCode="yyyy\-mm\-dd">
                  <c:v>45450</c:v>
                </c:pt>
                <c:pt idx="108" formatCode="yyyy\-mm\-dd">
                  <c:v>45443</c:v>
                </c:pt>
                <c:pt idx="109" formatCode="yyyy\-mm\-dd">
                  <c:v>45436</c:v>
                </c:pt>
                <c:pt idx="110" formatCode="yyyy\-mm\-dd">
                  <c:v>45429</c:v>
                </c:pt>
                <c:pt idx="111" formatCode="yyyy\-mm\-dd">
                  <c:v>45422</c:v>
                </c:pt>
                <c:pt idx="112" formatCode="yyyy\-mm\-dd">
                  <c:v>45415</c:v>
                </c:pt>
                <c:pt idx="113" formatCode="yyyy\-mm\-dd">
                  <c:v>45408</c:v>
                </c:pt>
                <c:pt idx="114" formatCode="yyyy\-mm\-dd">
                  <c:v>45401</c:v>
                </c:pt>
                <c:pt idx="115" formatCode="yyyy\-mm\-dd">
                  <c:v>45394</c:v>
                </c:pt>
                <c:pt idx="116" formatCode="yyyy\-mm\-dd">
                  <c:v>45387</c:v>
                </c:pt>
                <c:pt idx="117" formatCode="yyyy\-mm\-dd">
                  <c:v>45379</c:v>
                </c:pt>
                <c:pt idx="118" formatCode="yyyy\-mm\-dd">
                  <c:v>45373</c:v>
                </c:pt>
                <c:pt idx="119" formatCode="yyyy\-mm\-dd">
                  <c:v>45366</c:v>
                </c:pt>
                <c:pt idx="120" formatCode="yyyy\-mm\-dd">
                  <c:v>45359</c:v>
                </c:pt>
                <c:pt idx="121" formatCode="yyyy\-mm\-dd">
                  <c:v>45352</c:v>
                </c:pt>
                <c:pt idx="122" formatCode="yyyy\-mm\-dd">
                  <c:v>45345</c:v>
                </c:pt>
                <c:pt idx="123" formatCode="yyyy\-mm\-dd">
                  <c:v>45338</c:v>
                </c:pt>
                <c:pt idx="124" formatCode="yyyy\-mm\-dd">
                  <c:v>45331</c:v>
                </c:pt>
                <c:pt idx="125" formatCode="yyyy\-mm\-dd">
                  <c:v>45324</c:v>
                </c:pt>
                <c:pt idx="126" formatCode="yyyy\-mm\-dd">
                  <c:v>45317</c:v>
                </c:pt>
                <c:pt idx="127" formatCode="yyyy\-mm\-dd">
                  <c:v>45310</c:v>
                </c:pt>
                <c:pt idx="128" formatCode="yyyy\-mm\-dd">
                  <c:v>45303</c:v>
                </c:pt>
                <c:pt idx="129" formatCode="yyyy\-mm\-dd">
                  <c:v>45296</c:v>
                </c:pt>
                <c:pt idx="130" formatCode="yyyy\-mm\-dd">
                  <c:v>45289</c:v>
                </c:pt>
                <c:pt idx="131" formatCode="yyyy\-mm\-dd">
                  <c:v>45282</c:v>
                </c:pt>
                <c:pt idx="132" formatCode="yyyy\-mm\-dd">
                  <c:v>45275</c:v>
                </c:pt>
                <c:pt idx="133" formatCode="yyyy\-mm\-dd">
                  <c:v>45268</c:v>
                </c:pt>
                <c:pt idx="134" formatCode="yyyy\-mm\-dd">
                  <c:v>45261</c:v>
                </c:pt>
                <c:pt idx="135" formatCode="yyyy\-mm\-dd">
                  <c:v>45254</c:v>
                </c:pt>
                <c:pt idx="136" formatCode="yyyy\-mm\-dd">
                  <c:v>45247</c:v>
                </c:pt>
                <c:pt idx="137" formatCode="yyyy\-mm\-dd">
                  <c:v>45240</c:v>
                </c:pt>
                <c:pt idx="138" formatCode="yyyy\-mm\-dd">
                  <c:v>45233</c:v>
                </c:pt>
                <c:pt idx="139" formatCode="yyyy\-mm\-dd">
                  <c:v>45226</c:v>
                </c:pt>
                <c:pt idx="140" formatCode="yyyy\-mm\-dd">
                  <c:v>45219</c:v>
                </c:pt>
                <c:pt idx="141" formatCode="yyyy\-mm\-dd">
                  <c:v>45212</c:v>
                </c:pt>
                <c:pt idx="142" formatCode="yyyy\-mm\-dd">
                  <c:v>45205</c:v>
                </c:pt>
                <c:pt idx="143" formatCode="yyyy\-mm\-dd">
                  <c:v>45198</c:v>
                </c:pt>
                <c:pt idx="144" formatCode="yyyy\-mm\-dd">
                  <c:v>45191</c:v>
                </c:pt>
                <c:pt idx="145" formatCode="yyyy\-mm\-dd">
                  <c:v>45184</c:v>
                </c:pt>
                <c:pt idx="146" formatCode="yyyy\-mm\-dd">
                  <c:v>45176</c:v>
                </c:pt>
                <c:pt idx="147" formatCode="yyyy\-mm\-dd">
                  <c:v>45169</c:v>
                </c:pt>
                <c:pt idx="148" formatCode="yyyy\-mm\-dd">
                  <c:v>45163</c:v>
                </c:pt>
                <c:pt idx="149" formatCode="yyyy\-mm\-dd">
                  <c:v>45156</c:v>
                </c:pt>
                <c:pt idx="150" formatCode="yyyy\-mm\-dd">
                  <c:v>45149</c:v>
                </c:pt>
                <c:pt idx="151" formatCode="yyyy\-mm\-dd">
                  <c:v>45142</c:v>
                </c:pt>
                <c:pt idx="152" formatCode="yyyy\-mm\-dd">
                  <c:v>45135</c:v>
                </c:pt>
                <c:pt idx="153" formatCode="yyyy\-mm\-dd">
                  <c:v>45128</c:v>
                </c:pt>
                <c:pt idx="154" formatCode="yyyy\-mm\-dd">
                  <c:v>45121</c:v>
                </c:pt>
                <c:pt idx="155" formatCode="yyyy\-mm\-dd">
                  <c:v>45114</c:v>
                </c:pt>
                <c:pt idx="156" formatCode="yyyy\-mm\-dd">
                  <c:v>45107</c:v>
                </c:pt>
                <c:pt idx="157" formatCode="yyyy\-mm\-dd">
                  <c:v>45100</c:v>
                </c:pt>
                <c:pt idx="158" formatCode="yyyy\-mm\-dd">
                  <c:v>45093</c:v>
                </c:pt>
                <c:pt idx="159" formatCode="yyyy\-mm\-dd">
                  <c:v>45086</c:v>
                </c:pt>
                <c:pt idx="160" formatCode="yyyy\-mm\-dd">
                  <c:v>45079</c:v>
                </c:pt>
                <c:pt idx="161" formatCode="yyyy\-mm\-dd">
                  <c:v>45071</c:v>
                </c:pt>
                <c:pt idx="162" formatCode="yyyy\-mm\-dd">
                  <c:v>45065</c:v>
                </c:pt>
                <c:pt idx="163" formatCode="yyyy\-mm\-dd">
                  <c:v>45058</c:v>
                </c:pt>
                <c:pt idx="164" formatCode="yyyy\-mm\-dd">
                  <c:v>45051</c:v>
                </c:pt>
                <c:pt idx="165" formatCode="yyyy\-mm\-dd">
                  <c:v>45044</c:v>
                </c:pt>
                <c:pt idx="166" formatCode="yyyy\-mm\-dd">
                  <c:v>45037</c:v>
                </c:pt>
                <c:pt idx="167" formatCode="yyyy\-mm\-dd">
                  <c:v>45030</c:v>
                </c:pt>
                <c:pt idx="168" formatCode="yyyy\-mm\-dd">
                  <c:v>45022</c:v>
                </c:pt>
                <c:pt idx="169" formatCode="yyyy\-mm\-dd">
                  <c:v>45016</c:v>
                </c:pt>
                <c:pt idx="170" formatCode="yyyy\-mm\-dd">
                  <c:v>45009</c:v>
                </c:pt>
                <c:pt idx="171" formatCode="yyyy\-mm\-dd">
                  <c:v>45002</c:v>
                </c:pt>
                <c:pt idx="172" formatCode="yyyy\-mm\-dd">
                  <c:v>44995</c:v>
                </c:pt>
                <c:pt idx="173" formatCode="yyyy\-mm\-dd">
                  <c:v>44988</c:v>
                </c:pt>
                <c:pt idx="174" formatCode="yyyy\-mm\-dd">
                  <c:v>44981</c:v>
                </c:pt>
                <c:pt idx="175" formatCode="yyyy\-mm\-dd">
                  <c:v>44974</c:v>
                </c:pt>
                <c:pt idx="176" formatCode="yyyy\-mm\-dd">
                  <c:v>44967</c:v>
                </c:pt>
                <c:pt idx="177" formatCode="yyyy\-mm\-dd">
                  <c:v>44960</c:v>
                </c:pt>
                <c:pt idx="178" formatCode="yyyy\-mm\-dd">
                  <c:v>44953</c:v>
                </c:pt>
                <c:pt idx="179" formatCode="yyyy\-mm\-dd">
                  <c:v>44946</c:v>
                </c:pt>
                <c:pt idx="180" formatCode="yyyy\-mm\-dd">
                  <c:v>44939</c:v>
                </c:pt>
                <c:pt idx="181" formatCode="yyyy\-mm\-dd">
                  <c:v>44932</c:v>
                </c:pt>
                <c:pt idx="182" formatCode="yyyy\-mm\-dd">
                  <c:v>44925</c:v>
                </c:pt>
                <c:pt idx="183" formatCode="yyyy\-mm\-dd">
                  <c:v>44918</c:v>
                </c:pt>
                <c:pt idx="184" formatCode="yyyy\-mm\-dd">
                  <c:v>44911</c:v>
                </c:pt>
                <c:pt idx="185" formatCode="yyyy\-mm\-dd">
                  <c:v>44904</c:v>
                </c:pt>
                <c:pt idx="186" formatCode="yyyy\-mm\-dd">
                  <c:v>44897</c:v>
                </c:pt>
                <c:pt idx="187" formatCode="yyyy\-mm\-dd">
                  <c:v>44890</c:v>
                </c:pt>
                <c:pt idx="188" formatCode="yyyy\-mm\-dd">
                  <c:v>44883</c:v>
                </c:pt>
                <c:pt idx="189" formatCode="yyyy\-mm\-dd">
                  <c:v>44876</c:v>
                </c:pt>
                <c:pt idx="190" formatCode="yyyy\-mm\-dd">
                  <c:v>44869</c:v>
                </c:pt>
                <c:pt idx="191" formatCode="yyyy\-mm\-dd">
                  <c:v>44862</c:v>
                </c:pt>
                <c:pt idx="192" formatCode="yyyy\-mm\-dd">
                  <c:v>44855</c:v>
                </c:pt>
                <c:pt idx="193" formatCode="yyyy\-mm\-dd">
                  <c:v>44848</c:v>
                </c:pt>
                <c:pt idx="194" formatCode="yyyy\-mm\-dd">
                  <c:v>44841</c:v>
                </c:pt>
                <c:pt idx="195" formatCode="yyyy\-mm\-dd">
                  <c:v>44834</c:v>
                </c:pt>
                <c:pt idx="196" formatCode="yyyy\-mm\-dd">
                  <c:v>44827</c:v>
                </c:pt>
                <c:pt idx="197" formatCode="yyyy\-mm\-dd">
                  <c:v>44820</c:v>
                </c:pt>
                <c:pt idx="198" formatCode="yyyy\-mm\-dd">
                  <c:v>44813</c:v>
                </c:pt>
                <c:pt idx="199" formatCode="yyyy\-mm\-dd">
                  <c:v>44806</c:v>
                </c:pt>
                <c:pt idx="200" formatCode="yyyy\-mm\-dd">
                  <c:v>44799</c:v>
                </c:pt>
                <c:pt idx="201" formatCode="yyyy\-mm\-dd">
                  <c:v>44792</c:v>
                </c:pt>
                <c:pt idx="202" formatCode="yyyy\-mm\-dd">
                  <c:v>44785</c:v>
                </c:pt>
                <c:pt idx="203" formatCode="yyyy\-mm\-dd">
                  <c:v>44778</c:v>
                </c:pt>
                <c:pt idx="204" formatCode="yyyy\-mm\-dd">
                  <c:v>44771</c:v>
                </c:pt>
                <c:pt idx="205" formatCode="yyyy\-mm\-dd">
                  <c:v>44764</c:v>
                </c:pt>
                <c:pt idx="206" formatCode="yyyy\-mm\-dd">
                  <c:v>44757</c:v>
                </c:pt>
                <c:pt idx="207" formatCode="yyyy\-mm\-dd">
                  <c:v>44750</c:v>
                </c:pt>
                <c:pt idx="208" formatCode="yyyy\-mm\-dd">
                  <c:v>44742</c:v>
                </c:pt>
                <c:pt idx="209" formatCode="yyyy\-mm\-dd">
                  <c:v>44736</c:v>
                </c:pt>
                <c:pt idx="210" formatCode="yyyy\-mm\-dd">
                  <c:v>44729</c:v>
                </c:pt>
                <c:pt idx="211" formatCode="yyyy\-mm\-dd">
                  <c:v>44722</c:v>
                </c:pt>
                <c:pt idx="212" formatCode="yyyy\-mm\-dd">
                  <c:v>44714</c:v>
                </c:pt>
                <c:pt idx="213" formatCode="yyyy\-mm\-dd">
                  <c:v>44708</c:v>
                </c:pt>
                <c:pt idx="214" formatCode="yyyy\-mm\-dd">
                  <c:v>44701</c:v>
                </c:pt>
                <c:pt idx="215" formatCode="yyyy\-mm\-dd">
                  <c:v>44694</c:v>
                </c:pt>
                <c:pt idx="216" formatCode="yyyy\-mm\-dd">
                  <c:v>44687</c:v>
                </c:pt>
                <c:pt idx="217" formatCode="yyyy\-mm\-dd">
                  <c:v>44680</c:v>
                </c:pt>
                <c:pt idx="218" formatCode="yyyy\-mm\-dd">
                  <c:v>44673</c:v>
                </c:pt>
                <c:pt idx="219" formatCode="yyyy\-mm\-dd">
                  <c:v>44665</c:v>
                </c:pt>
                <c:pt idx="220" formatCode="yyyy\-mm\-dd">
                  <c:v>44659</c:v>
                </c:pt>
                <c:pt idx="221" formatCode="yyyy\-mm\-dd">
                  <c:v>44652</c:v>
                </c:pt>
                <c:pt idx="222" formatCode="yyyy\-mm\-dd">
                  <c:v>44645</c:v>
                </c:pt>
                <c:pt idx="223" formatCode="yyyy\-mm\-dd">
                  <c:v>44638</c:v>
                </c:pt>
                <c:pt idx="224" formatCode="yyyy\-mm\-dd">
                  <c:v>44631</c:v>
                </c:pt>
                <c:pt idx="225" formatCode="yyyy\-mm\-dd">
                  <c:v>44624</c:v>
                </c:pt>
                <c:pt idx="226" formatCode="yyyy\-mm\-dd">
                  <c:v>44617</c:v>
                </c:pt>
                <c:pt idx="227" formatCode="yyyy\-mm\-dd">
                  <c:v>44610</c:v>
                </c:pt>
                <c:pt idx="228" formatCode="yyyy\-mm\-dd">
                  <c:v>44603</c:v>
                </c:pt>
                <c:pt idx="229" formatCode="yyyy\-mm\-dd">
                  <c:v>44596</c:v>
                </c:pt>
                <c:pt idx="230" formatCode="yyyy\-mm\-dd">
                  <c:v>44589</c:v>
                </c:pt>
                <c:pt idx="231" formatCode="yyyy\-mm\-dd">
                  <c:v>44582</c:v>
                </c:pt>
                <c:pt idx="232" formatCode="yyyy\-mm\-dd">
                  <c:v>44575</c:v>
                </c:pt>
                <c:pt idx="233" formatCode="yyyy\-mm\-dd">
                  <c:v>44568</c:v>
                </c:pt>
                <c:pt idx="234" formatCode="yyyy\-mm\-dd">
                  <c:v>44561</c:v>
                </c:pt>
                <c:pt idx="235" formatCode="yyyy\-mm\-dd">
                  <c:v>44554</c:v>
                </c:pt>
                <c:pt idx="236" formatCode="yyyy\-mm\-dd">
                  <c:v>44547</c:v>
                </c:pt>
                <c:pt idx="237" formatCode="yyyy\-mm\-dd">
                  <c:v>44540</c:v>
                </c:pt>
                <c:pt idx="238" formatCode="yyyy\-mm\-dd">
                  <c:v>44533</c:v>
                </c:pt>
                <c:pt idx="239" formatCode="yyyy\-mm\-dd">
                  <c:v>44526</c:v>
                </c:pt>
                <c:pt idx="240" formatCode="yyyy\-mm\-dd">
                  <c:v>44519</c:v>
                </c:pt>
                <c:pt idx="241" formatCode="yyyy\-mm\-dd">
                  <c:v>44512</c:v>
                </c:pt>
                <c:pt idx="242" formatCode="yyyy\-mm\-dd">
                  <c:v>44505</c:v>
                </c:pt>
                <c:pt idx="243" formatCode="yyyy\-mm\-dd">
                  <c:v>44498</c:v>
                </c:pt>
                <c:pt idx="244" formatCode="yyyy\-mm\-dd">
                  <c:v>44491</c:v>
                </c:pt>
                <c:pt idx="245" formatCode="yyyy\-mm\-dd">
                  <c:v>44484</c:v>
                </c:pt>
                <c:pt idx="246" formatCode="yyyy\-mm\-dd">
                  <c:v>44477</c:v>
                </c:pt>
                <c:pt idx="247" formatCode="yyyy\-mm\-dd">
                  <c:v>44469</c:v>
                </c:pt>
                <c:pt idx="248" formatCode="yyyy\-mm\-dd">
                  <c:v>44463</c:v>
                </c:pt>
                <c:pt idx="249" formatCode="yyyy\-mm\-dd">
                  <c:v>44456</c:v>
                </c:pt>
                <c:pt idx="250" formatCode="yyyy\-mm\-dd">
                  <c:v>44449</c:v>
                </c:pt>
                <c:pt idx="251" formatCode="yyyy\-mm\-dd">
                  <c:v>44442</c:v>
                </c:pt>
                <c:pt idx="252" formatCode="yyyy\-mm\-dd">
                  <c:v>44435</c:v>
                </c:pt>
                <c:pt idx="253" formatCode="yyyy\-mm\-dd">
                  <c:v>44428</c:v>
                </c:pt>
                <c:pt idx="254" formatCode="yyyy\-mm\-dd">
                  <c:v>44421</c:v>
                </c:pt>
                <c:pt idx="255" formatCode="yyyy\-mm\-dd">
                  <c:v>44414</c:v>
                </c:pt>
                <c:pt idx="256" formatCode="yyyy\-mm\-dd">
                  <c:v>44407</c:v>
                </c:pt>
                <c:pt idx="257" formatCode="yyyy\-mm\-dd">
                  <c:v>44400</c:v>
                </c:pt>
                <c:pt idx="258" formatCode="yyyy\-mm\-dd">
                  <c:v>44393</c:v>
                </c:pt>
                <c:pt idx="259" formatCode="yyyy\-mm\-dd">
                  <c:v>44386</c:v>
                </c:pt>
                <c:pt idx="260" formatCode="yyyy\-mm\-dd">
                  <c:v>44379</c:v>
                </c:pt>
                <c:pt idx="261" formatCode="yyyy\-mm\-dd">
                  <c:v>44372</c:v>
                </c:pt>
                <c:pt idx="262" formatCode="yyyy\-mm\-dd">
                  <c:v>44365</c:v>
                </c:pt>
                <c:pt idx="263" formatCode="yyyy\-mm\-dd">
                  <c:v>44358</c:v>
                </c:pt>
                <c:pt idx="264" formatCode="yyyy\-mm\-dd">
                  <c:v>44351</c:v>
                </c:pt>
                <c:pt idx="265" formatCode="yyyy\-mm\-dd">
                  <c:v>44344</c:v>
                </c:pt>
                <c:pt idx="266" formatCode="yyyy\-mm\-dd">
                  <c:v>44337</c:v>
                </c:pt>
                <c:pt idx="267" formatCode="yyyy\-mm\-dd">
                  <c:v>44330</c:v>
                </c:pt>
                <c:pt idx="268" formatCode="yyyy\-mm\-dd">
                  <c:v>44323</c:v>
                </c:pt>
                <c:pt idx="269" formatCode="yyyy\-mm\-dd">
                  <c:v>44316</c:v>
                </c:pt>
                <c:pt idx="270" formatCode="yyyy\-mm\-dd">
                  <c:v>44309</c:v>
                </c:pt>
                <c:pt idx="271" formatCode="yyyy\-mm\-dd">
                  <c:v>44302</c:v>
                </c:pt>
                <c:pt idx="272" formatCode="yyyy\-mm\-dd">
                  <c:v>44295</c:v>
                </c:pt>
                <c:pt idx="273" formatCode="yyyy\-mm\-dd">
                  <c:v>44287</c:v>
                </c:pt>
                <c:pt idx="274" formatCode="yyyy\-mm\-dd">
                  <c:v>44281</c:v>
                </c:pt>
                <c:pt idx="275" formatCode="yyyy\-mm\-dd">
                  <c:v>44274</c:v>
                </c:pt>
                <c:pt idx="276" formatCode="yyyy\-mm\-dd">
                  <c:v>44267</c:v>
                </c:pt>
                <c:pt idx="277" formatCode="yyyy\-mm\-dd">
                  <c:v>44260</c:v>
                </c:pt>
                <c:pt idx="278" formatCode="yyyy\-mm\-dd">
                  <c:v>44253</c:v>
                </c:pt>
                <c:pt idx="279" formatCode="yyyy\-mm\-dd">
                  <c:v>44246</c:v>
                </c:pt>
                <c:pt idx="280" formatCode="yyyy\-mm\-dd">
                  <c:v>44238</c:v>
                </c:pt>
                <c:pt idx="281" formatCode="yyyy\-mm\-dd">
                  <c:v>44232</c:v>
                </c:pt>
                <c:pt idx="282" formatCode="yyyy\-mm\-dd">
                  <c:v>44225</c:v>
                </c:pt>
                <c:pt idx="283" formatCode="yyyy\-mm\-dd">
                  <c:v>44218</c:v>
                </c:pt>
                <c:pt idx="284" formatCode="yyyy\-mm\-dd">
                  <c:v>44211</c:v>
                </c:pt>
                <c:pt idx="285" formatCode="yyyy\-mm\-dd">
                  <c:v>44204</c:v>
                </c:pt>
                <c:pt idx="286" formatCode="yyyy\-mm\-dd">
                  <c:v>44196</c:v>
                </c:pt>
                <c:pt idx="287" formatCode="yyyy\-mm\-dd">
                  <c:v>44189</c:v>
                </c:pt>
                <c:pt idx="288" formatCode="yyyy\-mm\-dd">
                  <c:v>44183</c:v>
                </c:pt>
                <c:pt idx="289" formatCode="yyyy\-mm\-dd">
                  <c:v>44176</c:v>
                </c:pt>
                <c:pt idx="290" formatCode="yyyy\-mm\-dd">
                  <c:v>44169</c:v>
                </c:pt>
                <c:pt idx="291" formatCode="yyyy\-mm\-dd">
                  <c:v>44162</c:v>
                </c:pt>
                <c:pt idx="292" formatCode="yyyy\-mm\-dd">
                  <c:v>44155</c:v>
                </c:pt>
                <c:pt idx="293" formatCode="yyyy\-mm\-dd">
                  <c:v>44148</c:v>
                </c:pt>
                <c:pt idx="294" formatCode="yyyy\-mm\-dd">
                  <c:v>44141</c:v>
                </c:pt>
                <c:pt idx="295" formatCode="yyyy\-mm\-dd">
                  <c:v>44134</c:v>
                </c:pt>
                <c:pt idx="296" formatCode="yyyy\-mm\-dd">
                  <c:v>44127</c:v>
                </c:pt>
                <c:pt idx="297" formatCode="yyyy\-mm\-dd">
                  <c:v>44120</c:v>
                </c:pt>
                <c:pt idx="298" formatCode="yyyy\-mm\-dd">
                  <c:v>44113</c:v>
                </c:pt>
                <c:pt idx="299" formatCode="yyyy\-mm\-dd">
                  <c:v>44104</c:v>
                </c:pt>
                <c:pt idx="300" formatCode="yyyy\-mm\-dd">
                  <c:v>44099</c:v>
                </c:pt>
                <c:pt idx="301" formatCode="yyyy\-mm\-dd">
                  <c:v>44092</c:v>
                </c:pt>
                <c:pt idx="302" formatCode="yyyy\-mm\-dd">
                  <c:v>44085</c:v>
                </c:pt>
                <c:pt idx="303" formatCode="yyyy\-mm\-dd">
                  <c:v>44078</c:v>
                </c:pt>
                <c:pt idx="304" formatCode="yyyy\-mm\-dd">
                  <c:v>44071</c:v>
                </c:pt>
                <c:pt idx="305" formatCode="yyyy\-mm\-dd">
                  <c:v>44064</c:v>
                </c:pt>
                <c:pt idx="306" formatCode="yyyy\-mm\-dd">
                  <c:v>44057</c:v>
                </c:pt>
                <c:pt idx="307" formatCode="yyyy\-mm\-dd">
                  <c:v>44050</c:v>
                </c:pt>
                <c:pt idx="308" formatCode="yyyy\-mm\-dd">
                  <c:v>44043</c:v>
                </c:pt>
                <c:pt idx="309" formatCode="yyyy\-mm\-dd">
                  <c:v>44036</c:v>
                </c:pt>
                <c:pt idx="310" formatCode="yyyy\-mm\-dd">
                  <c:v>44029</c:v>
                </c:pt>
                <c:pt idx="311" formatCode="yyyy\-mm\-dd">
                  <c:v>44022</c:v>
                </c:pt>
                <c:pt idx="312" formatCode="yyyy\-mm\-dd">
                  <c:v>44015</c:v>
                </c:pt>
                <c:pt idx="313" formatCode="yyyy\-mm\-dd">
                  <c:v>44008</c:v>
                </c:pt>
                <c:pt idx="314" formatCode="yyyy\-mm\-dd">
                  <c:v>44001</c:v>
                </c:pt>
                <c:pt idx="315" formatCode="yyyy\-mm\-dd">
                  <c:v>43994</c:v>
                </c:pt>
                <c:pt idx="316" formatCode="yyyy\-mm\-dd">
                  <c:v>43987</c:v>
                </c:pt>
                <c:pt idx="317" formatCode="yyyy\-mm\-dd">
                  <c:v>43980</c:v>
                </c:pt>
                <c:pt idx="318" formatCode="yyyy\-mm\-dd">
                  <c:v>43973</c:v>
                </c:pt>
                <c:pt idx="319" formatCode="yyyy\-mm\-dd">
                  <c:v>43966</c:v>
                </c:pt>
                <c:pt idx="320" formatCode="yyyy\-mm\-dd">
                  <c:v>43959</c:v>
                </c:pt>
              </c:numCache>
            </c:numRef>
          </c:cat>
          <c:val>
            <c:numRef>
              <c:f>卖空!$H$5:$H$325</c:f>
              <c:numCache>
                <c:formatCode>#,##0.00</c:formatCode>
                <c:ptCount val="321"/>
                <c:pt idx="0">
                  <c:v>13.29</c:v>
                </c:pt>
                <c:pt idx="1">
                  <c:v>13.406666666666666</c:v>
                </c:pt>
                <c:pt idx="2">
                  <c:v>12.966666666666667</c:v>
                </c:pt>
                <c:pt idx="3">
                  <c:v>12.483333333333334</c:v>
                </c:pt>
                <c:pt idx="4">
                  <c:v>11.700000000000001</c:v>
                </c:pt>
                <c:pt idx="5">
                  <c:v>12.106666666666667</c:v>
                </c:pt>
                <c:pt idx="6">
                  <c:v>12.996666666666664</c:v>
                </c:pt>
                <c:pt idx="7">
                  <c:v>13.21</c:v>
                </c:pt>
                <c:pt idx="8">
                  <c:v>12.813333333333333</c:v>
                </c:pt>
                <c:pt idx="9">
                  <c:v>12.19</c:v>
                </c:pt>
                <c:pt idx="10">
                  <c:v>12.576666666666668</c:v>
                </c:pt>
                <c:pt idx="11">
                  <c:v>13.123333333333335</c:v>
                </c:pt>
                <c:pt idx="12">
                  <c:v>13.198066666666668</c:v>
                </c:pt>
                <c:pt idx="13">
                  <c:v>12.717133333333335</c:v>
                </c:pt>
                <c:pt idx="14">
                  <c:v>11.305400000000001</c:v>
                </c:pt>
                <c:pt idx="15">
                  <c:v>10.921733333333334</c:v>
                </c:pt>
                <c:pt idx="16">
                  <c:v>11.453133333333334</c:v>
                </c:pt>
                <c:pt idx="17">
                  <c:v>11.793266666666668</c:v>
                </c:pt>
                <c:pt idx="18">
                  <c:v>11.773066666666667</c:v>
                </c:pt>
                <c:pt idx="19">
                  <c:v>10.0128</c:v>
                </c:pt>
                <c:pt idx="20">
                  <c:v>9.262533333333332</c:v>
                </c:pt>
                <c:pt idx="21">
                  <c:v>8.0825333333333322</c:v>
                </c:pt>
                <c:pt idx="22">
                  <c:v>9.1293333333333333</c:v>
                </c:pt>
                <c:pt idx="23">
                  <c:v>10.259433333333334</c:v>
                </c:pt>
                <c:pt idx="24">
                  <c:v>11.3162</c:v>
                </c:pt>
                <c:pt idx="25">
                  <c:v>12.039866666666667</c:v>
                </c:pt>
                <c:pt idx="26">
                  <c:v>12.204500000000001</c:v>
                </c:pt>
                <c:pt idx="27">
                  <c:v>11.981833333333332</c:v>
                </c:pt>
                <c:pt idx="28">
                  <c:v>11.450066666666666</c:v>
                </c:pt>
                <c:pt idx="29">
                  <c:v>11.432833333333333</c:v>
                </c:pt>
                <c:pt idx="30">
                  <c:v>11.400133333333335</c:v>
                </c:pt>
                <c:pt idx="31">
                  <c:v>11.1408</c:v>
                </c:pt>
                <c:pt idx="32">
                  <c:v>10.579066666666668</c:v>
                </c:pt>
                <c:pt idx="33">
                  <c:v>10.5235</c:v>
                </c:pt>
                <c:pt idx="34">
                  <c:v>10.589233333333333</c:v>
                </c:pt>
                <c:pt idx="35">
                  <c:v>10.374866666666666</c:v>
                </c:pt>
                <c:pt idx="36">
                  <c:v>10.228866666666667</c:v>
                </c:pt>
                <c:pt idx="38">
                  <c:v>9.4663666666666657</c:v>
                </c:pt>
                <c:pt idx="39">
                  <c:v>8.674100000000001</c:v>
                </c:pt>
                <c:pt idx="40">
                  <c:v>8.1271333333333331</c:v>
                </c:pt>
                <c:pt idx="41">
                  <c:v>8.048566666666666</c:v>
                </c:pt>
                <c:pt idx="42">
                  <c:v>8.3734000000000002</c:v>
                </c:pt>
                <c:pt idx="43">
                  <c:v>8.5825666666666667</c:v>
                </c:pt>
                <c:pt idx="44">
                  <c:v>8.2364666666666668</c:v>
                </c:pt>
                <c:pt idx="45">
                  <c:v>8.6456999999999997</c:v>
                </c:pt>
                <c:pt idx="46">
                  <c:v>8.6796333333333333</c:v>
                </c:pt>
                <c:pt idx="47">
                  <c:v>8.3828666666666667</c:v>
                </c:pt>
                <c:pt idx="48">
                  <c:v>7.1756000000000002</c:v>
                </c:pt>
                <c:pt idx="49">
                  <c:v>6.4491000000000005</c:v>
                </c:pt>
                <c:pt idx="50">
                  <c:v>6.5735666666666672</c:v>
                </c:pt>
                <c:pt idx="51">
                  <c:v>6.8281999999999998</c:v>
                </c:pt>
                <c:pt idx="52">
                  <c:v>7.5401999999999996</c:v>
                </c:pt>
                <c:pt idx="53">
                  <c:v>7.8109333333333337</c:v>
                </c:pt>
                <c:pt idx="54">
                  <c:v>9.0758333333333336</c:v>
                </c:pt>
                <c:pt idx="55">
                  <c:v>9.6894666666666662</c:v>
                </c:pt>
                <c:pt idx="56">
                  <c:v>10.495233333333333</c:v>
                </c:pt>
                <c:pt idx="57">
                  <c:v>9.8981333333333321</c:v>
                </c:pt>
                <c:pt idx="58">
                  <c:v>9.2100999999999988</c:v>
                </c:pt>
                <c:pt idx="59">
                  <c:v>9.095066666666666</c:v>
                </c:pt>
                <c:pt idx="60">
                  <c:v>9.5039999999999996</c:v>
                </c:pt>
                <c:pt idx="61">
                  <c:v>10.4278</c:v>
                </c:pt>
                <c:pt idx="62">
                  <c:v>11.711333333333334</c:v>
                </c:pt>
                <c:pt idx="63">
                  <c:v>12.2997</c:v>
                </c:pt>
                <c:pt idx="64">
                  <c:v>12.285499999999999</c:v>
                </c:pt>
                <c:pt idx="65">
                  <c:v>10.908700000000001</c:v>
                </c:pt>
                <c:pt idx="66">
                  <c:v>10.634300000000001</c:v>
                </c:pt>
                <c:pt idx="67">
                  <c:v>10.023466666666666</c:v>
                </c:pt>
                <c:pt idx="68">
                  <c:v>9.7468666666666675</c:v>
                </c:pt>
                <c:pt idx="69">
                  <c:v>8.9619999999999997</c:v>
                </c:pt>
                <c:pt idx="70">
                  <c:v>8.7710999999999988</c:v>
                </c:pt>
                <c:pt idx="71">
                  <c:v>9.0163333333333338</c:v>
                </c:pt>
                <c:pt idx="72">
                  <c:v>9.0861000000000001</c:v>
                </c:pt>
                <c:pt idx="73">
                  <c:v>9.6391333333333336</c:v>
                </c:pt>
                <c:pt idx="74">
                  <c:v>10.207533333333332</c:v>
                </c:pt>
                <c:pt idx="75">
                  <c:v>11.166333333333334</c:v>
                </c:pt>
                <c:pt idx="76">
                  <c:v>11.656000000000001</c:v>
                </c:pt>
                <c:pt idx="77">
                  <c:v>10.773499999999999</c:v>
                </c:pt>
                <c:pt idx="78">
                  <c:v>10.249866666666668</c:v>
                </c:pt>
                <c:pt idx="79">
                  <c:v>9.2748000000000008</c:v>
                </c:pt>
                <c:pt idx="80">
                  <c:v>9.3297333333333334</c:v>
                </c:pt>
                <c:pt idx="81">
                  <c:v>9.4367333333333345</c:v>
                </c:pt>
                <c:pt idx="82">
                  <c:v>10.2706</c:v>
                </c:pt>
                <c:pt idx="83">
                  <c:v>10.955300000000001</c:v>
                </c:pt>
                <c:pt idx="84">
                  <c:v>10.358966666666666</c:v>
                </c:pt>
                <c:pt idx="85">
                  <c:v>9.407566666666666</c:v>
                </c:pt>
                <c:pt idx="86">
                  <c:v>8.5808000000000018</c:v>
                </c:pt>
                <c:pt idx="87">
                  <c:v>8.4926666666666666</c:v>
                </c:pt>
                <c:pt idx="88">
                  <c:v>7.9267666666666665</c:v>
                </c:pt>
                <c:pt idx="89">
                  <c:v>6.9458000000000011</c:v>
                </c:pt>
                <c:pt idx="90">
                  <c:v>6.8719666666666663</c:v>
                </c:pt>
                <c:pt idx="91">
                  <c:v>8.4229333333333329</c:v>
                </c:pt>
                <c:pt idx="92">
                  <c:v>10.447066666666666</c:v>
                </c:pt>
                <c:pt idx="93">
                  <c:v>11.301466666666668</c:v>
                </c:pt>
                <c:pt idx="94">
                  <c:v>10.814233333333334</c:v>
                </c:pt>
                <c:pt idx="95">
                  <c:v>11.1775</c:v>
                </c:pt>
                <c:pt idx="96">
                  <c:v>11.695500000000001</c:v>
                </c:pt>
                <c:pt idx="97">
                  <c:v>12.193366666666668</c:v>
                </c:pt>
                <c:pt idx="98">
                  <c:v>11.431700000000001</c:v>
                </c:pt>
                <c:pt idx="99">
                  <c:v>11.547266666666667</c:v>
                </c:pt>
                <c:pt idx="100">
                  <c:v>11.706266666666666</c:v>
                </c:pt>
                <c:pt idx="101">
                  <c:v>11.419466666666665</c:v>
                </c:pt>
                <c:pt idx="102">
                  <c:v>10.3613</c:v>
                </c:pt>
                <c:pt idx="103">
                  <c:v>9.2302333333333326</c:v>
                </c:pt>
                <c:pt idx="104">
                  <c:v>9.5292666666666666</c:v>
                </c:pt>
                <c:pt idx="105">
                  <c:v>9.5719666666666665</c:v>
                </c:pt>
                <c:pt idx="106">
                  <c:v>9.4351666666666656</c:v>
                </c:pt>
                <c:pt idx="107">
                  <c:v>8.6638999999999999</c:v>
                </c:pt>
                <c:pt idx="108">
                  <c:v>7.5049333333333337</c:v>
                </c:pt>
                <c:pt idx="109">
                  <c:v>6.3165000000000004</c:v>
                </c:pt>
                <c:pt idx="110">
                  <c:v>5.6708333333333334</c:v>
                </c:pt>
                <c:pt idx="111">
                  <c:v>6.3301333333333334</c:v>
                </c:pt>
                <c:pt idx="112">
                  <c:v>8.1345666666666663</c:v>
                </c:pt>
                <c:pt idx="113">
                  <c:v>10.229466666666667</c:v>
                </c:pt>
                <c:pt idx="114">
                  <c:v>10.727133333333333</c:v>
                </c:pt>
                <c:pt idx="115">
                  <c:v>11.259900000000002</c:v>
                </c:pt>
                <c:pt idx="116">
                  <c:v>10.8072</c:v>
                </c:pt>
                <c:pt idx="117">
                  <c:v>10.547666666666666</c:v>
                </c:pt>
                <c:pt idx="118">
                  <c:v>9.1651333333333334</c:v>
                </c:pt>
                <c:pt idx="119">
                  <c:v>8.9175333333333331</c:v>
                </c:pt>
                <c:pt idx="120">
                  <c:v>8.8943999999999992</c:v>
                </c:pt>
                <c:pt idx="121">
                  <c:v>9.398299999999999</c:v>
                </c:pt>
                <c:pt idx="122">
                  <c:v>9.5508000000000006</c:v>
                </c:pt>
                <c:pt idx="123">
                  <c:v>9.7262666666666657</c:v>
                </c:pt>
                <c:pt idx="124">
                  <c:v>9.8030333333333335</c:v>
                </c:pt>
                <c:pt idx="125">
                  <c:v>9.2963666666666658</c:v>
                </c:pt>
                <c:pt idx="126">
                  <c:v>9.9954333333333327</c:v>
                </c:pt>
                <c:pt idx="127">
                  <c:v>9.7600999999999996</c:v>
                </c:pt>
                <c:pt idx="128">
                  <c:v>8.8027333333333342</c:v>
                </c:pt>
                <c:pt idx="129">
                  <c:v>6.5122666666666662</c:v>
                </c:pt>
                <c:pt idx="130">
                  <c:v>5.4528999999999996</c:v>
                </c:pt>
                <c:pt idx="131">
                  <c:v>5.7910000000000004</c:v>
                </c:pt>
                <c:pt idx="132">
                  <c:v>6.0579000000000001</c:v>
                </c:pt>
                <c:pt idx="133">
                  <c:v>5.9421999999999997</c:v>
                </c:pt>
                <c:pt idx="134">
                  <c:v>4.8384333333333327</c:v>
                </c:pt>
                <c:pt idx="135">
                  <c:v>5.2608999999999995</c:v>
                </c:pt>
                <c:pt idx="136">
                  <c:v>6.0240666666666662</c:v>
                </c:pt>
                <c:pt idx="137">
                  <c:v>7.3991333333333342</c:v>
                </c:pt>
                <c:pt idx="138">
                  <c:v>8.2257666666666669</c:v>
                </c:pt>
                <c:pt idx="139">
                  <c:v>9.0986333333333338</c:v>
                </c:pt>
                <c:pt idx="140">
                  <c:v>9.7070333333333334</c:v>
                </c:pt>
                <c:pt idx="141">
                  <c:v>11.126433333333333</c:v>
                </c:pt>
                <c:pt idx="142">
                  <c:v>10.893433333333334</c:v>
                </c:pt>
                <c:pt idx="143">
                  <c:v>10.583666666666668</c:v>
                </c:pt>
                <c:pt idx="144">
                  <c:v>8.5963333333333338</c:v>
                </c:pt>
                <c:pt idx="145">
                  <c:v>8.2277666666666658</c:v>
                </c:pt>
                <c:pt idx="146">
                  <c:v>8.0760000000000005</c:v>
                </c:pt>
                <c:pt idx="147">
                  <c:v>9.1075999999999997</c:v>
                </c:pt>
                <c:pt idx="148">
                  <c:v>9.5723000000000003</c:v>
                </c:pt>
                <c:pt idx="149">
                  <c:v>9.3603333333333349</c:v>
                </c:pt>
                <c:pt idx="150">
                  <c:v>8.1582999999999988</c:v>
                </c:pt>
                <c:pt idx="151">
                  <c:v>7.5103333333333326</c:v>
                </c:pt>
                <c:pt idx="152">
                  <c:v>7.5007333333333337</c:v>
                </c:pt>
                <c:pt idx="153">
                  <c:v>8.2219999999999995</c:v>
                </c:pt>
                <c:pt idx="154">
                  <c:v>8.6133333333333315</c:v>
                </c:pt>
                <c:pt idx="155">
                  <c:v>8.5846999999999998</c:v>
                </c:pt>
                <c:pt idx="156">
                  <c:v>8.2309333333333345</c:v>
                </c:pt>
                <c:pt idx="157">
                  <c:v>7.7749333333333333</c:v>
                </c:pt>
                <c:pt idx="158">
                  <c:v>7.8840666666666666</c:v>
                </c:pt>
                <c:pt idx="159">
                  <c:v>8.7799999999999994</c:v>
                </c:pt>
                <c:pt idx="160">
                  <c:v>9.6786333333333321</c:v>
                </c:pt>
                <c:pt idx="161">
                  <c:v>9.9482333333333326</c:v>
                </c:pt>
                <c:pt idx="162">
                  <c:v>9.3920333333333321</c:v>
                </c:pt>
                <c:pt idx="163">
                  <c:v>9.4382999999999999</c:v>
                </c:pt>
                <c:pt idx="164">
                  <c:v>9.9534333333333347</c:v>
                </c:pt>
                <c:pt idx="165">
                  <c:v>10.303166666666668</c:v>
                </c:pt>
                <c:pt idx="166">
                  <c:v>9.8467666666666673</c:v>
                </c:pt>
                <c:pt idx="167">
                  <c:v>9.4153000000000002</c:v>
                </c:pt>
                <c:pt idx="168">
                  <c:v>8.9752333333333336</c:v>
                </c:pt>
                <c:pt idx="169">
                  <c:v>8.7513000000000005</c:v>
                </c:pt>
                <c:pt idx="170">
                  <c:v>8.9806666666666661</c:v>
                </c:pt>
                <c:pt idx="171">
                  <c:v>9.2684666666666669</c:v>
                </c:pt>
                <c:pt idx="172">
                  <c:v>9.4929333333333332</c:v>
                </c:pt>
                <c:pt idx="173">
                  <c:v>8.5675333333333317</c:v>
                </c:pt>
                <c:pt idx="174">
                  <c:v>7.9269333333333334</c:v>
                </c:pt>
                <c:pt idx="175">
                  <c:v>7.3665666666666665</c:v>
                </c:pt>
                <c:pt idx="176">
                  <c:v>6.7666333333333339</c:v>
                </c:pt>
                <c:pt idx="177">
                  <c:v>7.0557333333333334</c:v>
                </c:pt>
                <c:pt idx="178">
                  <c:v>7.1559999999999997</c:v>
                </c:pt>
                <c:pt idx="179">
                  <c:v>7.0978333333333339</c:v>
                </c:pt>
                <c:pt idx="180">
                  <c:v>5.8848000000000011</c:v>
                </c:pt>
                <c:pt idx="181">
                  <c:v>5.7337666666666669</c:v>
                </c:pt>
                <c:pt idx="182">
                  <c:v>6.263066666666667</c:v>
                </c:pt>
                <c:pt idx="183">
                  <c:v>6.6893333333333338</c:v>
                </c:pt>
                <c:pt idx="184">
                  <c:v>6.5686666666666662</c:v>
                </c:pt>
                <c:pt idx="185">
                  <c:v>6.5252000000000008</c:v>
                </c:pt>
                <c:pt idx="186">
                  <c:v>6.7800666666666674</c:v>
                </c:pt>
                <c:pt idx="187">
                  <c:v>6.5211666666666668</c:v>
                </c:pt>
                <c:pt idx="188">
                  <c:v>6.7207333333333326</c:v>
                </c:pt>
                <c:pt idx="189">
                  <c:v>7.8399333333333336</c:v>
                </c:pt>
                <c:pt idx="190">
                  <c:v>9.7046666666666663</c:v>
                </c:pt>
                <c:pt idx="191">
                  <c:v>11.264699999999999</c:v>
                </c:pt>
                <c:pt idx="192">
                  <c:v>11.683566666666666</c:v>
                </c:pt>
                <c:pt idx="193">
                  <c:v>11.8972</c:v>
                </c:pt>
                <c:pt idx="194">
                  <c:v>12.231666666666667</c:v>
                </c:pt>
                <c:pt idx="195">
                  <c:v>11.521466666666667</c:v>
                </c:pt>
                <c:pt idx="196">
                  <c:v>10.520299999999999</c:v>
                </c:pt>
                <c:pt idx="197">
                  <c:v>9.1100666666666665</c:v>
                </c:pt>
                <c:pt idx="198">
                  <c:v>9.3340666666666667</c:v>
                </c:pt>
                <c:pt idx="199">
                  <c:v>9.1005000000000003</c:v>
                </c:pt>
                <c:pt idx="200">
                  <c:v>8.8060999999999989</c:v>
                </c:pt>
                <c:pt idx="201">
                  <c:v>7.8134333333333332</c:v>
                </c:pt>
                <c:pt idx="202">
                  <c:v>7.4844000000000008</c:v>
                </c:pt>
                <c:pt idx="203">
                  <c:v>7.4003333333333332</c:v>
                </c:pt>
                <c:pt idx="204">
                  <c:v>6.9042000000000003</c:v>
                </c:pt>
                <c:pt idx="205">
                  <c:v>7.3081333333333331</c:v>
                </c:pt>
                <c:pt idx="206">
                  <c:v>6.6733666666666664</c:v>
                </c:pt>
                <c:pt idx="207">
                  <c:v>6.5718000000000005</c:v>
                </c:pt>
                <c:pt idx="208">
                  <c:v>4.9049666666666667</c:v>
                </c:pt>
                <c:pt idx="209">
                  <c:v>5.6047000000000002</c:v>
                </c:pt>
                <c:pt idx="210">
                  <c:v>6.3383666666666656</c:v>
                </c:pt>
                <c:pt idx="211">
                  <c:v>8.1008666666666667</c:v>
                </c:pt>
                <c:pt idx="212">
                  <c:v>8.1772666666666662</c:v>
                </c:pt>
                <c:pt idx="213">
                  <c:v>8.5427666666666671</c:v>
                </c:pt>
                <c:pt idx="214">
                  <c:v>8.2838666666666665</c:v>
                </c:pt>
                <c:pt idx="215">
                  <c:v>8.5849333333333337</c:v>
                </c:pt>
                <c:pt idx="216">
                  <c:v>9.247066666666667</c:v>
                </c:pt>
                <c:pt idx="217">
                  <c:v>9.7307333333333332</c:v>
                </c:pt>
                <c:pt idx="218">
                  <c:v>10.379366666666668</c:v>
                </c:pt>
                <c:pt idx="219">
                  <c:v>10.378833333333334</c:v>
                </c:pt>
                <c:pt idx="220">
                  <c:v>10.721533333333333</c:v>
                </c:pt>
                <c:pt idx="221">
                  <c:v>10.622033333333334</c:v>
                </c:pt>
                <c:pt idx="222">
                  <c:v>11.402499999999998</c:v>
                </c:pt>
                <c:pt idx="223">
                  <c:v>11.856466666666668</c:v>
                </c:pt>
                <c:pt idx="224">
                  <c:v>11.978133333333334</c:v>
                </c:pt>
                <c:pt idx="225">
                  <c:v>11.220066666666668</c:v>
                </c:pt>
                <c:pt idx="226">
                  <c:v>10.1875</c:v>
                </c:pt>
                <c:pt idx="227">
                  <c:v>9.7957666666666654</c:v>
                </c:pt>
                <c:pt idx="228">
                  <c:v>10.225966666666666</c:v>
                </c:pt>
                <c:pt idx="229">
                  <c:v>10.737200000000001</c:v>
                </c:pt>
                <c:pt idx="230">
                  <c:v>10.6668</c:v>
                </c:pt>
                <c:pt idx="231">
                  <c:v>10.158300000000001</c:v>
                </c:pt>
                <c:pt idx="232">
                  <c:v>9.3021000000000011</c:v>
                </c:pt>
                <c:pt idx="233">
                  <c:v>8.4462666666666664</c:v>
                </c:pt>
                <c:pt idx="234">
                  <c:v>7.7350666666666656</c:v>
                </c:pt>
                <c:pt idx="235">
                  <c:v>7.8273999999999999</c:v>
                </c:pt>
                <c:pt idx="236">
                  <c:v>8.2368666666666659</c:v>
                </c:pt>
                <c:pt idx="237">
                  <c:v>8.6080666666666659</c:v>
                </c:pt>
                <c:pt idx="238">
                  <c:v>8.4762666666666657</c:v>
                </c:pt>
                <c:pt idx="239">
                  <c:v>8.4176000000000002</c:v>
                </c:pt>
                <c:pt idx="240">
                  <c:v>8.4114333333333331</c:v>
                </c:pt>
                <c:pt idx="241">
                  <c:v>8.9003333333333341</c:v>
                </c:pt>
                <c:pt idx="242">
                  <c:v>8.9841666666666669</c:v>
                </c:pt>
                <c:pt idx="243">
                  <c:v>9.1834333333333333</c:v>
                </c:pt>
                <c:pt idx="244">
                  <c:v>9.808466666666666</c:v>
                </c:pt>
                <c:pt idx="245">
                  <c:v>10.570433333333334</c:v>
                </c:pt>
                <c:pt idx="246">
                  <c:v>10.385366666666668</c:v>
                </c:pt>
                <c:pt idx="247">
                  <c:v>10.219233333333333</c:v>
                </c:pt>
                <c:pt idx="248">
                  <c:v>10.248366666666668</c:v>
                </c:pt>
                <c:pt idx="249">
                  <c:v>9.8358666666666661</c:v>
                </c:pt>
                <c:pt idx="250">
                  <c:v>9.4426000000000005</c:v>
                </c:pt>
                <c:pt idx="251">
                  <c:v>9.1644999999999985</c:v>
                </c:pt>
                <c:pt idx="252">
                  <c:v>9.9294666666666664</c:v>
                </c:pt>
                <c:pt idx="253">
                  <c:v>9.9248333333333338</c:v>
                </c:pt>
                <c:pt idx="254">
                  <c:v>9.3020333333333323</c:v>
                </c:pt>
                <c:pt idx="255">
                  <c:v>9.1188666666666673</c:v>
                </c:pt>
                <c:pt idx="256">
                  <c:v>8.6109333333333336</c:v>
                </c:pt>
                <c:pt idx="257">
                  <c:v>8.6541999999999994</c:v>
                </c:pt>
                <c:pt idx="258">
                  <c:v>8.4800333333333331</c:v>
                </c:pt>
                <c:pt idx="259">
                  <c:v>8.5180000000000007</c:v>
                </c:pt>
                <c:pt idx="260">
                  <c:v>8.4065000000000012</c:v>
                </c:pt>
                <c:pt idx="261">
                  <c:v>8.4345999999999997</c:v>
                </c:pt>
                <c:pt idx="262">
                  <c:v>8.1930999999999994</c:v>
                </c:pt>
                <c:pt idx="263">
                  <c:v>8.1262999999999987</c:v>
                </c:pt>
                <c:pt idx="264">
                  <c:v>7.6728333333333341</c:v>
                </c:pt>
                <c:pt idx="265">
                  <c:v>8.1004333333333332</c:v>
                </c:pt>
                <c:pt idx="266">
                  <c:v>8.4895999999999994</c:v>
                </c:pt>
                <c:pt idx="267">
                  <c:v>8.4624333333333333</c:v>
                </c:pt>
                <c:pt idx="268">
                  <c:v>8.1859666666666673</c:v>
                </c:pt>
                <c:pt idx="269">
                  <c:v>8.0290999999999997</c:v>
                </c:pt>
                <c:pt idx="270">
                  <c:v>8.3690666666666669</c:v>
                </c:pt>
                <c:pt idx="271">
                  <c:v>8.6105666666666671</c:v>
                </c:pt>
                <c:pt idx="272">
                  <c:v>8.734633333333333</c:v>
                </c:pt>
                <c:pt idx="273">
                  <c:v>8.3103333333333342</c:v>
                </c:pt>
                <c:pt idx="274">
                  <c:v>8.0595333333333325</c:v>
                </c:pt>
                <c:pt idx="275">
                  <c:v>7.6347333333333331</c:v>
                </c:pt>
                <c:pt idx="276">
                  <c:v>7.4796000000000005</c:v>
                </c:pt>
                <c:pt idx="277">
                  <c:v>6.8814666666666673</c:v>
                </c:pt>
                <c:pt idx="278">
                  <c:v>6.1655333333333333</c:v>
                </c:pt>
                <c:pt idx="279">
                  <c:v>5.5888999999999998</c:v>
                </c:pt>
                <c:pt idx="280">
                  <c:v>5.8227333333333346</c:v>
                </c:pt>
                <c:pt idx="281">
                  <c:v>6.3510333333333335</c:v>
                </c:pt>
                <c:pt idx="282">
                  <c:v>6.7670333333333339</c:v>
                </c:pt>
                <c:pt idx="283">
                  <c:v>6.9988999999999999</c:v>
                </c:pt>
                <c:pt idx="284">
                  <c:v>6.9446666666666674</c:v>
                </c:pt>
                <c:pt idx="285">
                  <c:v>6.632133333333333</c:v>
                </c:pt>
                <c:pt idx="286">
                  <c:v>6.1337333333333328</c:v>
                </c:pt>
                <c:pt idx="287">
                  <c:v>6.2137333333333329</c:v>
                </c:pt>
                <c:pt idx="288">
                  <c:v>6.4597000000000007</c:v>
                </c:pt>
                <c:pt idx="289">
                  <c:v>7.3103333333333333</c:v>
                </c:pt>
                <c:pt idx="290">
                  <c:v>7.6485666666666674</c:v>
                </c:pt>
                <c:pt idx="291">
                  <c:v>8.3109999999999999</c:v>
                </c:pt>
                <c:pt idx="292">
                  <c:v>8.5511999999999997</c:v>
                </c:pt>
                <c:pt idx="293">
                  <c:v>8.9975000000000005</c:v>
                </c:pt>
                <c:pt idx="294">
                  <c:v>9.5684666666666658</c:v>
                </c:pt>
                <c:pt idx="295">
                  <c:v>10.058266666666666</c:v>
                </c:pt>
                <c:pt idx="296">
                  <c:v>10.475</c:v>
                </c:pt>
                <c:pt idx="297">
                  <c:v>9.7334999999999994</c:v>
                </c:pt>
                <c:pt idx="298">
                  <c:v>9.0894666666666666</c:v>
                </c:pt>
                <c:pt idx="299">
                  <c:v>8.7370666666666654</c:v>
                </c:pt>
                <c:pt idx="300">
                  <c:v>8.3739666666666661</c:v>
                </c:pt>
                <c:pt idx="301">
                  <c:v>8.1317666666666657</c:v>
                </c:pt>
                <c:pt idx="302">
                  <c:v>7.8708666666666671</c:v>
                </c:pt>
                <c:pt idx="303">
                  <c:v>8.4302666666666681</c:v>
                </c:pt>
                <c:pt idx="304">
                  <c:v>8.4354666666666684</c:v>
                </c:pt>
                <c:pt idx="305">
                  <c:v>7.5833666666666666</c:v>
                </c:pt>
                <c:pt idx="306">
                  <c:v>6.8735666666666662</c:v>
                </c:pt>
                <c:pt idx="307">
                  <c:v>6.7566333333333333</c:v>
                </c:pt>
                <c:pt idx="308">
                  <c:v>7.1462666666666665</c:v>
                </c:pt>
                <c:pt idx="309">
                  <c:v>7.2727666666666666</c:v>
                </c:pt>
                <c:pt idx="310">
                  <c:v>6.9174999999999995</c:v>
                </c:pt>
                <c:pt idx="311">
                  <c:v>6.9550333333333336</c:v>
                </c:pt>
                <c:pt idx="312">
                  <c:v>7.2437666666666658</c:v>
                </c:pt>
                <c:pt idx="313">
                  <c:v>8.2072999999999983</c:v>
                </c:pt>
                <c:pt idx="314">
                  <c:v>8.1311999999999998</c:v>
                </c:pt>
                <c:pt idx="315">
                  <c:v>7.9312000000000005</c:v>
                </c:pt>
                <c:pt idx="316">
                  <c:v>8.0884666666666671</c:v>
                </c:pt>
                <c:pt idx="317">
                  <c:v>8.4752999999999989</c:v>
                </c:pt>
                <c:pt idx="318">
                  <c:v>8.9197666666666677</c:v>
                </c:pt>
                <c:pt idx="319">
                  <c:v>8.7584333333333344</c:v>
                </c:pt>
                <c:pt idx="320">
                  <c:v>8.9346999999999994</c:v>
                </c:pt>
              </c:numCache>
            </c:numRef>
          </c:val>
          <c:smooth val="0"/>
          <c:extLst>
            <c:ext xmlns:c16="http://schemas.microsoft.com/office/drawing/2014/chart" uri="{C3380CC4-5D6E-409C-BE32-E72D297353CC}">
              <c16:uniqueId val="{00000000-CAF1-4743-84CD-DAD5E0DA7302}"/>
            </c:ext>
          </c:extLst>
        </c:ser>
        <c:dLbls>
          <c:showLegendKey val="0"/>
          <c:showVal val="0"/>
          <c:showCatName val="0"/>
          <c:showSerName val="0"/>
          <c:showPercent val="0"/>
          <c:showBubbleSize val="0"/>
        </c:dLbls>
        <c:marker val="1"/>
        <c:smooth val="0"/>
        <c:axId val="2000001952"/>
        <c:axId val="2000001953"/>
      </c:lineChart>
      <c:lineChart>
        <c:grouping val="standard"/>
        <c:varyColors val="0"/>
        <c:ser>
          <c:idx val="1"/>
          <c:order val="1"/>
          <c:tx>
            <c:strRef>
              <c:f>卖空!$I$2</c:f>
              <c:strCache>
                <c:ptCount val="1"/>
                <c:pt idx="0">
                  <c:v>收盘价：恒生指数（点，右轴）</c:v>
                </c:pt>
              </c:strCache>
            </c:strRef>
          </c:tx>
          <c:spPr>
            <a:ln w="25400">
              <a:solidFill>
                <a:srgbClr val="2C3160"/>
              </a:solidFill>
              <a:prstDash val="solid"/>
            </a:ln>
          </c:spPr>
          <c:marker>
            <c:symbol val="none"/>
          </c:marker>
          <c:cat>
            <c:numRef>
              <c:f>卖空!$G$5:$G$325</c:f>
              <c:numCache>
                <c:formatCode>m/d/yyyy</c:formatCode>
                <c:ptCount val="321"/>
                <c:pt idx="0">
                  <c:v>46191</c:v>
                </c:pt>
                <c:pt idx="1">
                  <c:v>46185</c:v>
                </c:pt>
                <c:pt idx="2">
                  <c:v>46178</c:v>
                </c:pt>
                <c:pt idx="3">
                  <c:v>46171</c:v>
                </c:pt>
                <c:pt idx="4">
                  <c:v>46164</c:v>
                </c:pt>
                <c:pt idx="5">
                  <c:v>46157</c:v>
                </c:pt>
                <c:pt idx="6">
                  <c:v>46150</c:v>
                </c:pt>
                <c:pt idx="7">
                  <c:v>46142</c:v>
                </c:pt>
                <c:pt idx="8">
                  <c:v>46136</c:v>
                </c:pt>
                <c:pt idx="9">
                  <c:v>46129</c:v>
                </c:pt>
                <c:pt idx="10">
                  <c:v>46122</c:v>
                </c:pt>
                <c:pt idx="11">
                  <c:v>46114</c:v>
                </c:pt>
                <c:pt idx="12">
                  <c:v>46108</c:v>
                </c:pt>
                <c:pt idx="13" formatCode="yyyy\-mm\-dd">
                  <c:v>46101</c:v>
                </c:pt>
                <c:pt idx="14" formatCode="yyyy\-mm\-dd">
                  <c:v>46094</c:v>
                </c:pt>
                <c:pt idx="15" formatCode="yyyy\-mm\-dd">
                  <c:v>46087</c:v>
                </c:pt>
                <c:pt idx="16" formatCode="yyyy\-mm\-dd">
                  <c:v>46080</c:v>
                </c:pt>
                <c:pt idx="17" formatCode="yyyy\-mm\-dd">
                  <c:v>46073</c:v>
                </c:pt>
                <c:pt idx="18" formatCode="yyyy\-mm\-dd">
                  <c:v>46066</c:v>
                </c:pt>
                <c:pt idx="19" formatCode="yyyy\-mm\-dd">
                  <c:v>46059</c:v>
                </c:pt>
                <c:pt idx="20" formatCode="yyyy\-mm\-dd">
                  <c:v>46052</c:v>
                </c:pt>
                <c:pt idx="21" formatCode="yyyy\-mm\-dd">
                  <c:v>46045</c:v>
                </c:pt>
                <c:pt idx="22" formatCode="yyyy\-mm\-dd">
                  <c:v>46038</c:v>
                </c:pt>
                <c:pt idx="23" formatCode="yyyy\-mm\-dd">
                  <c:v>46031</c:v>
                </c:pt>
                <c:pt idx="24" formatCode="yyyy\-mm\-dd">
                  <c:v>46024</c:v>
                </c:pt>
                <c:pt idx="25" formatCode="yyyy\-mm\-dd">
                  <c:v>46015</c:v>
                </c:pt>
                <c:pt idx="26" formatCode="yyyy\-mm\-dd">
                  <c:v>46010</c:v>
                </c:pt>
                <c:pt idx="27" formatCode="yyyy\-mm\-dd">
                  <c:v>46003</c:v>
                </c:pt>
                <c:pt idx="28" formatCode="yyyy\-mm\-dd">
                  <c:v>45996</c:v>
                </c:pt>
                <c:pt idx="29" formatCode="yyyy\-mm\-dd">
                  <c:v>45989</c:v>
                </c:pt>
                <c:pt idx="30" formatCode="yyyy\-mm\-dd">
                  <c:v>45982</c:v>
                </c:pt>
                <c:pt idx="31" formatCode="yyyy\-mm\-dd">
                  <c:v>45975</c:v>
                </c:pt>
                <c:pt idx="32" formatCode="yyyy\-mm\-dd">
                  <c:v>45968</c:v>
                </c:pt>
                <c:pt idx="33" formatCode="yyyy\-mm\-dd">
                  <c:v>45961</c:v>
                </c:pt>
                <c:pt idx="34" formatCode="yyyy\-mm\-dd">
                  <c:v>45954</c:v>
                </c:pt>
                <c:pt idx="35" formatCode="yyyy\-mm\-dd">
                  <c:v>45947</c:v>
                </c:pt>
                <c:pt idx="36" formatCode="yyyy\-mm\-dd">
                  <c:v>45940</c:v>
                </c:pt>
                <c:pt idx="38" formatCode="yyyy\-mm\-dd">
                  <c:v>45933</c:v>
                </c:pt>
                <c:pt idx="39" formatCode="yyyy\-mm\-dd">
                  <c:v>45926</c:v>
                </c:pt>
                <c:pt idx="40" formatCode="yyyy\-mm\-dd">
                  <c:v>45919</c:v>
                </c:pt>
                <c:pt idx="41" formatCode="yyyy\-mm\-dd">
                  <c:v>45912</c:v>
                </c:pt>
                <c:pt idx="42" formatCode="yyyy\-mm\-dd">
                  <c:v>45905</c:v>
                </c:pt>
                <c:pt idx="43" formatCode="yyyy\-mm\-dd">
                  <c:v>45898</c:v>
                </c:pt>
                <c:pt idx="44" formatCode="yyyy\-mm\-dd">
                  <c:v>45891</c:v>
                </c:pt>
                <c:pt idx="45" formatCode="yyyy\-mm\-dd">
                  <c:v>45884</c:v>
                </c:pt>
                <c:pt idx="46" formatCode="yyyy\-mm\-dd">
                  <c:v>45877</c:v>
                </c:pt>
                <c:pt idx="47" formatCode="yyyy\-mm\-dd">
                  <c:v>45870</c:v>
                </c:pt>
                <c:pt idx="48" formatCode="yyyy\-mm\-dd">
                  <c:v>45863</c:v>
                </c:pt>
                <c:pt idx="49" formatCode="yyyy\-mm\-dd">
                  <c:v>45856</c:v>
                </c:pt>
                <c:pt idx="50" formatCode="yyyy\-mm\-dd">
                  <c:v>45849</c:v>
                </c:pt>
                <c:pt idx="51" formatCode="yyyy\-mm\-dd">
                  <c:v>45842</c:v>
                </c:pt>
                <c:pt idx="52" formatCode="yyyy\-mm\-dd">
                  <c:v>45835</c:v>
                </c:pt>
                <c:pt idx="53" formatCode="yyyy\-mm\-dd">
                  <c:v>45828</c:v>
                </c:pt>
                <c:pt idx="54" formatCode="yyyy\-mm\-dd">
                  <c:v>45821</c:v>
                </c:pt>
                <c:pt idx="55" formatCode="yyyy\-mm\-dd">
                  <c:v>45814</c:v>
                </c:pt>
                <c:pt idx="56" formatCode="yyyy\-mm\-dd">
                  <c:v>45807</c:v>
                </c:pt>
                <c:pt idx="57" formatCode="yyyy\-mm\-dd">
                  <c:v>45800</c:v>
                </c:pt>
                <c:pt idx="58" formatCode="yyyy\-mm\-dd">
                  <c:v>45793</c:v>
                </c:pt>
                <c:pt idx="59" formatCode="yyyy\-mm\-dd">
                  <c:v>45786</c:v>
                </c:pt>
                <c:pt idx="60" formatCode="yyyy\-mm\-dd">
                  <c:v>45779</c:v>
                </c:pt>
                <c:pt idx="61" formatCode="yyyy\-mm\-dd">
                  <c:v>45772</c:v>
                </c:pt>
                <c:pt idx="62" formatCode="yyyy\-mm\-dd">
                  <c:v>45764</c:v>
                </c:pt>
                <c:pt idx="63" formatCode="yyyy\-mm\-dd">
                  <c:v>45758</c:v>
                </c:pt>
                <c:pt idx="64" formatCode="yyyy\-mm\-dd">
                  <c:v>45750</c:v>
                </c:pt>
                <c:pt idx="65" formatCode="yyyy\-mm\-dd">
                  <c:v>45744</c:v>
                </c:pt>
                <c:pt idx="66" formatCode="yyyy\-mm\-dd">
                  <c:v>45737</c:v>
                </c:pt>
                <c:pt idx="67" formatCode="yyyy\-mm\-dd">
                  <c:v>45730</c:v>
                </c:pt>
                <c:pt idx="68" formatCode="yyyy\-mm\-dd">
                  <c:v>45723</c:v>
                </c:pt>
                <c:pt idx="69" formatCode="yyyy\-mm\-dd">
                  <c:v>45716</c:v>
                </c:pt>
                <c:pt idx="70" formatCode="yyyy\-mm\-dd">
                  <c:v>45709</c:v>
                </c:pt>
                <c:pt idx="71" formatCode="yyyy\-mm\-dd">
                  <c:v>45702</c:v>
                </c:pt>
                <c:pt idx="72" formatCode="yyyy\-mm\-dd">
                  <c:v>45695</c:v>
                </c:pt>
                <c:pt idx="73" formatCode="yyyy\-mm\-dd">
                  <c:v>45685</c:v>
                </c:pt>
                <c:pt idx="74" formatCode="yyyy\-mm\-dd">
                  <c:v>45681</c:v>
                </c:pt>
                <c:pt idx="75" formatCode="yyyy\-mm\-dd">
                  <c:v>45674</c:v>
                </c:pt>
                <c:pt idx="76" formatCode="yyyy\-mm\-dd">
                  <c:v>45667</c:v>
                </c:pt>
                <c:pt idx="77" formatCode="yyyy\-mm\-dd">
                  <c:v>45660</c:v>
                </c:pt>
                <c:pt idx="78" formatCode="yyyy\-mm\-dd">
                  <c:v>45653</c:v>
                </c:pt>
                <c:pt idx="79" formatCode="yyyy\-mm\-dd">
                  <c:v>45646</c:v>
                </c:pt>
                <c:pt idx="80" formatCode="yyyy\-mm\-dd">
                  <c:v>45639</c:v>
                </c:pt>
                <c:pt idx="81" formatCode="yyyy\-mm\-dd">
                  <c:v>45632</c:v>
                </c:pt>
                <c:pt idx="82" formatCode="yyyy\-mm\-dd">
                  <c:v>45625</c:v>
                </c:pt>
                <c:pt idx="83" formatCode="yyyy\-mm\-dd">
                  <c:v>45618</c:v>
                </c:pt>
                <c:pt idx="84" formatCode="yyyy\-mm\-dd">
                  <c:v>45611</c:v>
                </c:pt>
                <c:pt idx="85" formatCode="yyyy\-mm\-dd">
                  <c:v>45604</c:v>
                </c:pt>
                <c:pt idx="86" formatCode="yyyy\-mm\-dd">
                  <c:v>45597</c:v>
                </c:pt>
                <c:pt idx="87" formatCode="yyyy\-mm\-dd">
                  <c:v>45590</c:v>
                </c:pt>
                <c:pt idx="88" formatCode="yyyy\-mm\-dd">
                  <c:v>45583</c:v>
                </c:pt>
                <c:pt idx="89" formatCode="yyyy\-mm\-dd">
                  <c:v>45575</c:v>
                </c:pt>
                <c:pt idx="90" formatCode="yyyy\-mm\-dd">
                  <c:v>45569</c:v>
                </c:pt>
                <c:pt idx="91" formatCode="yyyy\-mm\-dd">
                  <c:v>45562</c:v>
                </c:pt>
                <c:pt idx="92" formatCode="yyyy\-mm\-dd">
                  <c:v>45555</c:v>
                </c:pt>
                <c:pt idx="93" formatCode="yyyy\-mm\-dd">
                  <c:v>45548</c:v>
                </c:pt>
                <c:pt idx="94" formatCode="yyyy\-mm\-dd">
                  <c:v>45540</c:v>
                </c:pt>
                <c:pt idx="95" formatCode="yyyy\-mm\-dd">
                  <c:v>45534</c:v>
                </c:pt>
                <c:pt idx="96" formatCode="yyyy\-mm\-dd">
                  <c:v>45527</c:v>
                </c:pt>
                <c:pt idx="97" formatCode="yyyy\-mm\-dd">
                  <c:v>45520</c:v>
                </c:pt>
                <c:pt idx="98" formatCode="yyyy\-mm\-dd">
                  <c:v>45513</c:v>
                </c:pt>
                <c:pt idx="99" formatCode="yyyy\-mm\-dd">
                  <c:v>45506</c:v>
                </c:pt>
                <c:pt idx="100" formatCode="yyyy\-mm\-dd">
                  <c:v>45499</c:v>
                </c:pt>
                <c:pt idx="101" formatCode="yyyy\-mm\-dd">
                  <c:v>45492</c:v>
                </c:pt>
                <c:pt idx="102" formatCode="yyyy\-mm\-dd">
                  <c:v>45485</c:v>
                </c:pt>
                <c:pt idx="103" formatCode="yyyy\-mm\-dd">
                  <c:v>45478</c:v>
                </c:pt>
                <c:pt idx="104" formatCode="yyyy\-mm\-dd">
                  <c:v>45471</c:v>
                </c:pt>
                <c:pt idx="105" formatCode="yyyy\-mm\-dd">
                  <c:v>45464</c:v>
                </c:pt>
                <c:pt idx="106" formatCode="yyyy\-mm\-dd">
                  <c:v>45457</c:v>
                </c:pt>
                <c:pt idx="107" formatCode="yyyy\-mm\-dd">
                  <c:v>45450</c:v>
                </c:pt>
                <c:pt idx="108" formatCode="yyyy\-mm\-dd">
                  <c:v>45443</c:v>
                </c:pt>
                <c:pt idx="109" formatCode="yyyy\-mm\-dd">
                  <c:v>45436</c:v>
                </c:pt>
                <c:pt idx="110" formatCode="yyyy\-mm\-dd">
                  <c:v>45429</c:v>
                </c:pt>
                <c:pt idx="111" formatCode="yyyy\-mm\-dd">
                  <c:v>45422</c:v>
                </c:pt>
                <c:pt idx="112" formatCode="yyyy\-mm\-dd">
                  <c:v>45415</c:v>
                </c:pt>
                <c:pt idx="113" formatCode="yyyy\-mm\-dd">
                  <c:v>45408</c:v>
                </c:pt>
                <c:pt idx="114" formatCode="yyyy\-mm\-dd">
                  <c:v>45401</c:v>
                </c:pt>
                <c:pt idx="115" formatCode="yyyy\-mm\-dd">
                  <c:v>45394</c:v>
                </c:pt>
                <c:pt idx="116" formatCode="yyyy\-mm\-dd">
                  <c:v>45387</c:v>
                </c:pt>
                <c:pt idx="117" formatCode="yyyy\-mm\-dd">
                  <c:v>45379</c:v>
                </c:pt>
                <c:pt idx="118" formatCode="yyyy\-mm\-dd">
                  <c:v>45373</c:v>
                </c:pt>
                <c:pt idx="119" formatCode="yyyy\-mm\-dd">
                  <c:v>45366</c:v>
                </c:pt>
                <c:pt idx="120" formatCode="yyyy\-mm\-dd">
                  <c:v>45359</c:v>
                </c:pt>
                <c:pt idx="121" formatCode="yyyy\-mm\-dd">
                  <c:v>45352</c:v>
                </c:pt>
                <c:pt idx="122" formatCode="yyyy\-mm\-dd">
                  <c:v>45345</c:v>
                </c:pt>
                <c:pt idx="123" formatCode="yyyy\-mm\-dd">
                  <c:v>45338</c:v>
                </c:pt>
                <c:pt idx="124" formatCode="yyyy\-mm\-dd">
                  <c:v>45331</c:v>
                </c:pt>
                <c:pt idx="125" formatCode="yyyy\-mm\-dd">
                  <c:v>45324</c:v>
                </c:pt>
                <c:pt idx="126" formatCode="yyyy\-mm\-dd">
                  <c:v>45317</c:v>
                </c:pt>
                <c:pt idx="127" formatCode="yyyy\-mm\-dd">
                  <c:v>45310</c:v>
                </c:pt>
                <c:pt idx="128" formatCode="yyyy\-mm\-dd">
                  <c:v>45303</c:v>
                </c:pt>
                <c:pt idx="129" formatCode="yyyy\-mm\-dd">
                  <c:v>45296</c:v>
                </c:pt>
                <c:pt idx="130" formatCode="yyyy\-mm\-dd">
                  <c:v>45289</c:v>
                </c:pt>
                <c:pt idx="131" formatCode="yyyy\-mm\-dd">
                  <c:v>45282</c:v>
                </c:pt>
                <c:pt idx="132" formatCode="yyyy\-mm\-dd">
                  <c:v>45275</c:v>
                </c:pt>
                <c:pt idx="133" formatCode="yyyy\-mm\-dd">
                  <c:v>45268</c:v>
                </c:pt>
                <c:pt idx="134" formatCode="yyyy\-mm\-dd">
                  <c:v>45261</c:v>
                </c:pt>
                <c:pt idx="135" formatCode="yyyy\-mm\-dd">
                  <c:v>45254</c:v>
                </c:pt>
                <c:pt idx="136" formatCode="yyyy\-mm\-dd">
                  <c:v>45247</c:v>
                </c:pt>
                <c:pt idx="137" formatCode="yyyy\-mm\-dd">
                  <c:v>45240</c:v>
                </c:pt>
                <c:pt idx="138" formatCode="yyyy\-mm\-dd">
                  <c:v>45233</c:v>
                </c:pt>
                <c:pt idx="139" formatCode="yyyy\-mm\-dd">
                  <c:v>45226</c:v>
                </c:pt>
                <c:pt idx="140" formatCode="yyyy\-mm\-dd">
                  <c:v>45219</c:v>
                </c:pt>
                <c:pt idx="141" formatCode="yyyy\-mm\-dd">
                  <c:v>45212</c:v>
                </c:pt>
                <c:pt idx="142" formatCode="yyyy\-mm\-dd">
                  <c:v>45205</c:v>
                </c:pt>
                <c:pt idx="143" formatCode="yyyy\-mm\-dd">
                  <c:v>45198</c:v>
                </c:pt>
                <c:pt idx="144" formatCode="yyyy\-mm\-dd">
                  <c:v>45191</c:v>
                </c:pt>
                <c:pt idx="145" formatCode="yyyy\-mm\-dd">
                  <c:v>45184</c:v>
                </c:pt>
                <c:pt idx="146" formatCode="yyyy\-mm\-dd">
                  <c:v>45176</c:v>
                </c:pt>
                <c:pt idx="147" formatCode="yyyy\-mm\-dd">
                  <c:v>45169</c:v>
                </c:pt>
                <c:pt idx="148" formatCode="yyyy\-mm\-dd">
                  <c:v>45163</c:v>
                </c:pt>
                <c:pt idx="149" formatCode="yyyy\-mm\-dd">
                  <c:v>45156</c:v>
                </c:pt>
                <c:pt idx="150" formatCode="yyyy\-mm\-dd">
                  <c:v>45149</c:v>
                </c:pt>
                <c:pt idx="151" formatCode="yyyy\-mm\-dd">
                  <c:v>45142</c:v>
                </c:pt>
                <c:pt idx="152" formatCode="yyyy\-mm\-dd">
                  <c:v>45135</c:v>
                </c:pt>
                <c:pt idx="153" formatCode="yyyy\-mm\-dd">
                  <c:v>45128</c:v>
                </c:pt>
                <c:pt idx="154" formatCode="yyyy\-mm\-dd">
                  <c:v>45121</c:v>
                </c:pt>
                <c:pt idx="155" formatCode="yyyy\-mm\-dd">
                  <c:v>45114</c:v>
                </c:pt>
                <c:pt idx="156" formatCode="yyyy\-mm\-dd">
                  <c:v>45107</c:v>
                </c:pt>
                <c:pt idx="157" formatCode="yyyy\-mm\-dd">
                  <c:v>45100</c:v>
                </c:pt>
                <c:pt idx="158" formatCode="yyyy\-mm\-dd">
                  <c:v>45093</c:v>
                </c:pt>
                <c:pt idx="159" formatCode="yyyy\-mm\-dd">
                  <c:v>45086</c:v>
                </c:pt>
                <c:pt idx="160" formatCode="yyyy\-mm\-dd">
                  <c:v>45079</c:v>
                </c:pt>
                <c:pt idx="161" formatCode="yyyy\-mm\-dd">
                  <c:v>45071</c:v>
                </c:pt>
                <c:pt idx="162" formatCode="yyyy\-mm\-dd">
                  <c:v>45065</c:v>
                </c:pt>
                <c:pt idx="163" formatCode="yyyy\-mm\-dd">
                  <c:v>45058</c:v>
                </c:pt>
                <c:pt idx="164" formatCode="yyyy\-mm\-dd">
                  <c:v>45051</c:v>
                </c:pt>
                <c:pt idx="165" formatCode="yyyy\-mm\-dd">
                  <c:v>45044</c:v>
                </c:pt>
                <c:pt idx="166" formatCode="yyyy\-mm\-dd">
                  <c:v>45037</c:v>
                </c:pt>
                <c:pt idx="167" formatCode="yyyy\-mm\-dd">
                  <c:v>45030</c:v>
                </c:pt>
                <c:pt idx="168" formatCode="yyyy\-mm\-dd">
                  <c:v>45022</c:v>
                </c:pt>
                <c:pt idx="169" formatCode="yyyy\-mm\-dd">
                  <c:v>45016</c:v>
                </c:pt>
                <c:pt idx="170" formatCode="yyyy\-mm\-dd">
                  <c:v>45009</c:v>
                </c:pt>
                <c:pt idx="171" formatCode="yyyy\-mm\-dd">
                  <c:v>45002</c:v>
                </c:pt>
                <c:pt idx="172" formatCode="yyyy\-mm\-dd">
                  <c:v>44995</c:v>
                </c:pt>
                <c:pt idx="173" formatCode="yyyy\-mm\-dd">
                  <c:v>44988</c:v>
                </c:pt>
                <c:pt idx="174" formatCode="yyyy\-mm\-dd">
                  <c:v>44981</c:v>
                </c:pt>
                <c:pt idx="175" formatCode="yyyy\-mm\-dd">
                  <c:v>44974</c:v>
                </c:pt>
                <c:pt idx="176" formatCode="yyyy\-mm\-dd">
                  <c:v>44967</c:v>
                </c:pt>
                <c:pt idx="177" formatCode="yyyy\-mm\-dd">
                  <c:v>44960</c:v>
                </c:pt>
                <c:pt idx="178" formatCode="yyyy\-mm\-dd">
                  <c:v>44953</c:v>
                </c:pt>
                <c:pt idx="179" formatCode="yyyy\-mm\-dd">
                  <c:v>44946</c:v>
                </c:pt>
                <c:pt idx="180" formatCode="yyyy\-mm\-dd">
                  <c:v>44939</c:v>
                </c:pt>
                <c:pt idx="181" formatCode="yyyy\-mm\-dd">
                  <c:v>44932</c:v>
                </c:pt>
                <c:pt idx="182" formatCode="yyyy\-mm\-dd">
                  <c:v>44925</c:v>
                </c:pt>
                <c:pt idx="183" formatCode="yyyy\-mm\-dd">
                  <c:v>44918</c:v>
                </c:pt>
                <c:pt idx="184" formatCode="yyyy\-mm\-dd">
                  <c:v>44911</c:v>
                </c:pt>
                <c:pt idx="185" formatCode="yyyy\-mm\-dd">
                  <c:v>44904</c:v>
                </c:pt>
                <c:pt idx="186" formatCode="yyyy\-mm\-dd">
                  <c:v>44897</c:v>
                </c:pt>
                <c:pt idx="187" formatCode="yyyy\-mm\-dd">
                  <c:v>44890</c:v>
                </c:pt>
                <c:pt idx="188" formatCode="yyyy\-mm\-dd">
                  <c:v>44883</c:v>
                </c:pt>
                <c:pt idx="189" formatCode="yyyy\-mm\-dd">
                  <c:v>44876</c:v>
                </c:pt>
                <c:pt idx="190" formatCode="yyyy\-mm\-dd">
                  <c:v>44869</c:v>
                </c:pt>
                <c:pt idx="191" formatCode="yyyy\-mm\-dd">
                  <c:v>44862</c:v>
                </c:pt>
                <c:pt idx="192" formatCode="yyyy\-mm\-dd">
                  <c:v>44855</c:v>
                </c:pt>
                <c:pt idx="193" formatCode="yyyy\-mm\-dd">
                  <c:v>44848</c:v>
                </c:pt>
                <c:pt idx="194" formatCode="yyyy\-mm\-dd">
                  <c:v>44841</c:v>
                </c:pt>
                <c:pt idx="195" formatCode="yyyy\-mm\-dd">
                  <c:v>44834</c:v>
                </c:pt>
                <c:pt idx="196" formatCode="yyyy\-mm\-dd">
                  <c:v>44827</c:v>
                </c:pt>
                <c:pt idx="197" formatCode="yyyy\-mm\-dd">
                  <c:v>44820</c:v>
                </c:pt>
                <c:pt idx="198" formatCode="yyyy\-mm\-dd">
                  <c:v>44813</c:v>
                </c:pt>
                <c:pt idx="199" formatCode="yyyy\-mm\-dd">
                  <c:v>44806</c:v>
                </c:pt>
                <c:pt idx="200" formatCode="yyyy\-mm\-dd">
                  <c:v>44799</c:v>
                </c:pt>
                <c:pt idx="201" formatCode="yyyy\-mm\-dd">
                  <c:v>44792</c:v>
                </c:pt>
                <c:pt idx="202" formatCode="yyyy\-mm\-dd">
                  <c:v>44785</c:v>
                </c:pt>
                <c:pt idx="203" formatCode="yyyy\-mm\-dd">
                  <c:v>44778</c:v>
                </c:pt>
                <c:pt idx="204" formatCode="yyyy\-mm\-dd">
                  <c:v>44771</c:v>
                </c:pt>
                <c:pt idx="205" formatCode="yyyy\-mm\-dd">
                  <c:v>44764</c:v>
                </c:pt>
                <c:pt idx="206" formatCode="yyyy\-mm\-dd">
                  <c:v>44757</c:v>
                </c:pt>
                <c:pt idx="207" formatCode="yyyy\-mm\-dd">
                  <c:v>44750</c:v>
                </c:pt>
                <c:pt idx="208" formatCode="yyyy\-mm\-dd">
                  <c:v>44742</c:v>
                </c:pt>
                <c:pt idx="209" formatCode="yyyy\-mm\-dd">
                  <c:v>44736</c:v>
                </c:pt>
                <c:pt idx="210" formatCode="yyyy\-mm\-dd">
                  <c:v>44729</c:v>
                </c:pt>
                <c:pt idx="211" formatCode="yyyy\-mm\-dd">
                  <c:v>44722</c:v>
                </c:pt>
                <c:pt idx="212" formatCode="yyyy\-mm\-dd">
                  <c:v>44714</c:v>
                </c:pt>
                <c:pt idx="213" formatCode="yyyy\-mm\-dd">
                  <c:v>44708</c:v>
                </c:pt>
                <c:pt idx="214" formatCode="yyyy\-mm\-dd">
                  <c:v>44701</c:v>
                </c:pt>
                <c:pt idx="215" formatCode="yyyy\-mm\-dd">
                  <c:v>44694</c:v>
                </c:pt>
                <c:pt idx="216" formatCode="yyyy\-mm\-dd">
                  <c:v>44687</c:v>
                </c:pt>
                <c:pt idx="217" formatCode="yyyy\-mm\-dd">
                  <c:v>44680</c:v>
                </c:pt>
                <c:pt idx="218" formatCode="yyyy\-mm\-dd">
                  <c:v>44673</c:v>
                </c:pt>
                <c:pt idx="219" formatCode="yyyy\-mm\-dd">
                  <c:v>44665</c:v>
                </c:pt>
                <c:pt idx="220" formatCode="yyyy\-mm\-dd">
                  <c:v>44659</c:v>
                </c:pt>
                <c:pt idx="221" formatCode="yyyy\-mm\-dd">
                  <c:v>44652</c:v>
                </c:pt>
                <c:pt idx="222" formatCode="yyyy\-mm\-dd">
                  <c:v>44645</c:v>
                </c:pt>
                <c:pt idx="223" formatCode="yyyy\-mm\-dd">
                  <c:v>44638</c:v>
                </c:pt>
                <c:pt idx="224" formatCode="yyyy\-mm\-dd">
                  <c:v>44631</c:v>
                </c:pt>
                <c:pt idx="225" formatCode="yyyy\-mm\-dd">
                  <c:v>44624</c:v>
                </c:pt>
                <c:pt idx="226" formatCode="yyyy\-mm\-dd">
                  <c:v>44617</c:v>
                </c:pt>
                <c:pt idx="227" formatCode="yyyy\-mm\-dd">
                  <c:v>44610</c:v>
                </c:pt>
                <c:pt idx="228" formatCode="yyyy\-mm\-dd">
                  <c:v>44603</c:v>
                </c:pt>
                <c:pt idx="229" formatCode="yyyy\-mm\-dd">
                  <c:v>44596</c:v>
                </c:pt>
                <c:pt idx="230" formatCode="yyyy\-mm\-dd">
                  <c:v>44589</c:v>
                </c:pt>
                <c:pt idx="231" formatCode="yyyy\-mm\-dd">
                  <c:v>44582</c:v>
                </c:pt>
                <c:pt idx="232" formatCode="yyyy\-mm\-dd">
                  <c:v>44575</c:v>
                </c:pt>
                <c:pt idx="233" formatCode="yyyy\-mm\-dd">
                  <c:v>44568</c:v>
                </c:pt>
                <c:pt idx="234" formatCode="yyyy\-mm\-dd">
                  <c:v>44561</c:v>
                </c:pt>
                <c:pt idx="235" formatCode="yyyy\-mm\-dd">
                  <c:v>44554</c:v>
                </c:pt>
                <c:pt idx="236" formatCode="yyyy\-mm\-dd">
                  <c:v>44547</c:v>
                </c:pt>
                <c:pt idx="237" formatCode="yyyy\-mm\-dd">
                  <c:v>44540</c:v>
                </c:pt>
                <c:pt idx="238" formatCode="yyyy\-mm\-dd">
                  <c:v>44533</c:v>
                </c:pt>
                <c:pt idx="239" formatCode="yyyy\-mm\-dd">
                  <c:v>44526</c:v>
                </c:pt>
                <c:pt idx="240" formatCode="yyyy\-mm\-dd">
                  <c:v>44519</c:v>
                </c:pt>
                <c:pt idx="241" formatCode="yyyy\-mm\-dd">
                  <c:v>44512</c:v>
                </c:pt>
                <c:pt idx="242" formatCode="yyyy\-mm\-dd">
                  <c:v>44505</c:v>
                </c:pt>
                <c:pt idx="243" formatCode="yyyy\-mm\-dd">
                  <c:v>44498</c:v>
                </c:pt>
                <c:pt idx="244" formatCode="yyyy\-mm\-dd">
                  <c:v>44491</c:v>
                </c:pt>
                <c:pt idx="245" formatCode="yyyy\-mm\-dd">
                  <c:v>44484</c:v>
                </c:pt>
                <c:pt idx="246" formatCode="yyyy\-mm\-dd">
                  <c:v>44477</c:v>
                </c:pt>
                <c:pt idx="247" formatCode="yyyy\-mm\-dd">
                  <c:v>44469</c:v>
                </c:pt>
                <c:pt idx="248" formatCode="yyyy\-mm\-dd">
                  <c:v>44463</c:v>
                </c:pt>
                <c:pt idx="249" formatCode="yyyy\-mm\-dd">
                  <c:v>44456</c:v>
                </c:pt>
                <c:pt idx="250" formatCode="yyyy\-mm\-dd">
                  <c:v>44449</c:v>
                </c:pt>
                <c:pt idx="251" formatCode="yyyy\-mm\-dd">
                  <c:v>44442</c:v>
                </c:pt>
                <c:pt idx="252" formatCode="yyyy\-mm\-dd">
                  <c:v>44435</c:v>
                </c:pt>
                <c:pt idx="253" formatCode="yyyy\-mm\-dd">
                  <c:v>44428</c:v>
                </c:pt>
                <c:pt idx="254" formatCode="yyyy\-mm\-dd">
                  <c:v>44421</c:v>
                </c:pt>
                <c:pt idx="255" formatCode="yyyy\-mm\-dd">
                  <c:v>44414</c:v>
                </c:pt>
                <c:pt idx="256" formatCode="yyyy\-mm\-dd">
                  <c:v>44407</c:v>
                </c:pt>
                <c:pt idx="257" formatCode="yyyy\-mm\-dd">
                  <c:v>44400</c:v>
                </c:pt>
                <c:pt idx="258" formatCode="yyyy\-mm\-dd">
                  <c:v>44393</c:v>
                </c:pt>
                <c:pt idx="259" formatCode="yyyy\-mm\-dd">
                  <c:v>44386</c:v>
                </c:pt>
                <c:pt idx="260" formatCode="yyyy\-mm\-dd">
                  <c:v>44379</c:v>
                </c:pt>
                <c:pt idx="261" formatCode="yyyy\-mm\-dd">
                  <c:v>44372</c:v>
                </c:pt>
                <c:pt idx="262" formatCode="yyyy\-mm\-dd">
                  <c:v>44365</c:v>
                </c:pt>
                <c:pt idx="263" formatCode="yyyy\-mm\-dd">
                  <c:v>44358</c:v>
                </c:pt>
                <c:pt idx="264" formatCode="yyyy\-mm\-dd">
                  <c:v>44351</c:v>
                </c:pt>
                <c:pt idx="265" formatCode="yyyy\-mm\-dd">
                  <c:v>44344</c:v>
                </c:pt>
                <c:pt idx="266" formatCode="yyyy\-mm\-dd">
                  <c:v>44337</c:v>
                </c:pt>
                <c:pt idx="267" formatCode="yyyy\-mm\-dd">
                  <c:v>44330</c:v>
                </c:pt>
                <c:pt idx="268" formatCode="yyyy\-mm\-dd">
                  <c:v>44323</c:v>
                </c:pt>
                <c:pt idx="269" formatCode="yyyy\-mm\-dd">
                  <c:v>44316</c:v>
                </c:pt>
                <c:pt idx="270" formatCode="yyyy\-mm\-dd">
                  <c:v>44309</c:v>
                </c:pt>
                <c:pt idx="271" formatCode="yyyy\-mm\-dd">
                  <c:v>44302</c:v>
                </c:pt>
                <c:pt idx="272" formatCode="yyyy\-mm\-dd">
                  <c:v>44295</c:v>
                </c:pt>
                <c:pt idx="273" formatCode="yyyy\-mm\-dd">
                  <c:v>44287</c:v>
                </c:pt>
                <c:pt idx="274" formatCode="yyyy\-mm\-dd">
                  <c:v>44281</c:v>
                </c:pt>
                <c:pt idx="275" formatCode="yyyy\-mm\-dd">
                  <c:v>44274</c:v>
                </c:pt>
                <c:pt idx="276" formatCode="yyyy\-mm\-dd">
                  <c:v>44267</c:v>
                </c:pt>
                <c:pt idx="277" formatCode="yyyy\-mm\-dd">
                  <c:v>44260</c:v>
                </c:pt>
                <c:pt idx="278" formatCode="yyyy\-mm\-dd">
                  <c:v>44253</c:v>
                </c:pt>
                <c:pt idx="279" formatCode="yyyy\-mm\-dd">
                  <c:v>44246</c:v>
                </c:pt>
                <c:pt idx="280" formatCode="yyyy\-mm\-dd">
                  <c:v>44238</c:v>
                </c:pt>
                <c:pt idx="281" formatCode="yyyy\-mm\-dd">
                  <c:v>44232</c:v>
                </c:pt>
                <c:pt idx="282" formatCode="yyyy\-mm\-dd">
                  <c:v>44225</c:v>
                </c:pt>
                <c:pt idx="283" formatCode="yyyy\-mm\-dd">
                  <c:v>44218</c:v>
                </c:pt>
                <c:pt idx="284" formatCode="yyyy\-mm\-dd">
                  <c:v>44211</c:v>
                </c:pt>
                <c:pt idx="285" formatCode="yyyy\-mm\-dd">
                  <c:v>44204</c:v>
                </c:pt>
                <c:pt idx="286" formatCode="yyyy\-mm\-dd">
                  <c:v>44196</c:v>
                </c:pt>
                <c:pt idx="287" formatCode="yyyy\-mm\-dd">
                  <c:v>44189</c:v>
                </c:pt>
                <c:pt idx="288" formatCode="yyyy\-mm\-dd">
                  <c:v>44183</c:v>
                </c:pt>
                <c:pt idx="289" formatCode="yyyy\-mm\-dd">
                  <c:v>44176</c:v>
                </c:pt>
                <c:pt idx="290" formatCode="yyyy\-mm\-dd">
                  <c:v>44169</c:v>
                </c:pt>
                <c:pt idx="291" formatCode="yyyy\-mm\-dd">
                  <c:v>44162</c:v>
                </c:pt>
                <c:pt idx="292" formatCode="yyyy\-mm\-dd">
                  <c:v>44155</c:v>
                </c:pt>
                <c:pt idx="293" formatCode="yyyy\-mm\-dd">
                  <c:v>44148</c:v>
                </c:pt>
                <c:pt idx="294" formatCode="yyyy\-mm\-dd">
                  <c:v>44141</c:v>
                </c:pt>
                <c:pt idx="295" formatCode="yyyy\-mm\-dd">
                  <c:v>44134</c:v>
                </c:pt>
                <c:pt idx="296" formatCode="yyyy\-mm\-dd">
                  <c:v>44127</c:v>
                </c:pt>
                <c:pt idx="297" formatCode="yyyy\-mm\-dd">
                  <c:v>44120</c:v>
                </c:pt>
                <c:pt idx="298" formatCode="yyyy\-mm\-dd">
                  <c:v>44113</c:v>
                </c:pt>
                <c:pt idx="299" formatCode="yyyy\-mm\-dd">
                  <c:v>44104</c:v>
                </c:pt>
                <c:pt idx="300" formatCode="yyyy\-mm\-dd">
                  <c:v>44099</c:v>
                </c:pt>
                <c:pt idx="301" formatCode="yyyy\-mm\-dd">
                  <c:v>44092</c:v>
                </c:pt>
                <c:pt idx="302" formatCode="yyyy\-mm\-dd">
                  <c:v>44085</c:v>
                </c:pt>
                <c:pt idx="303" formatCode="yyyy\-mm\-dd">
                  <c:v>44078</c:v>
                </c:pt>
                <c:pt idx="304" formatCode="yyyy\-mm\-dd">
                  <c:v>44071</c:v>
                </c:pt>
                <c:pt idx="305" formatCode="yyyy\-mm\-dd">
                  <c:v>44064</c:v>
                </c:pt>
                <c:pt idx="306" formatCode="yyyy\-mm\-dd">
                  <c:v>44057</c:v>
                </c:pt>
                <c:pt idx="307" formatCode="yyyy\-mm\-dd">
                  <c:v>44050</c:v>
                </c:pt>
                <c:pt idx="308" formatCode="yyyy\-mm\-dd">
                  <c:v>44043</c:v>
                </c:pt>
                <c:pt idx="309" formatCode="yyyy\-mm\-dd">
                  <c:v>44036</c:v>
                </c:pt>
                <c:pt idx="310" formatCode="yyyy\-mm\-dd">
                  <c:v>44029</c:v>
                </c:pt>
                <c:pt idx="311" formatCode="yyyy\-mm\-dd">
                  <c:v>44022</c:v>
                </c:pt>
                <c:pt idx="312" formatCode="yyyy\-mm\-dd">
                  <c:v>44015</c:v>
                </c:pt>
                <c:pt idx="313" formatCode="yyyy\-mm\-dd">
                  <c:v>44008</c:v>
                </c:pt>
                <c:pt idx="314" formatCode="yyyy\-mm\-dd">
                  <c:v>44001</c:v>
                </c:pt>
                <c:pt idx="315" formatCode="yyyy\-mm\-dd">
                  <c:v>43994</c:v>
                </c:pt>
                <c:pt idx="316" formatCode="yyyy\-mm\-dd">
                  <c:v>43987</c:v>
                </c:pt>
                <c:pt idx="317" formatCode="yyyy\-mm\-dd">
                  <c:v>43980</c:v>
                </c:pt>
                <c:pt idx="318" formatCode="yyyy\-mm\-dd">
                  <c:v>43973</c:v>
                </c:pt>
                <c:pt idx="319" formatCode="yyyy\-mm\-dd">
                  <c:v>43966</c:v>
                </c:pt>
                <c:pt idx="320" formatCode="yyyy\-mm\-dd">
                  <c:v>43959</c:v>
                </c:pt>
              </c:numCache>
            </c:numRef>
          </c:cat>
          <c:val>
            <c:numRef>
              <c:f>卖空!$I$5:$I$325</c:f>
              <c:numCache>
                <c:formatCode>_ * #,##0_ ;_ * \-#,##0_ ;_ * "-"??_ ;_ @_ </c:formatCode>
                <c:ptCount val="321"/>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numCache>
            </c:numRef>
          </c:val>
          <c:smooth val="0"/>
          <c:extLst>
            <c:ext xmlns:c16="http://schemas.microsoft.com/office/drawing/2014/chart" uri="{C3380CC4-5D6E-409C-BE32-E72D297353CC}">
              <c16:uniqueId val="{00000001-CAF1-4743-84CD-DAD5E0DA7302}"/>
            </c:ext>
          </c:extLst>
        </c:ser>
        <c:dLbls>
          <c:showLegendKey val="0"/>
          <c:showVal val="0"/>
          <c:showCatName val="0"/>
          <c:showSerName val="0"/>
          <c:showPercent val="0"/>
          <c:showBubbleSize val="0"/>
        </c:dLbls>
        <c:marker val="1"/>
        <c:smooth val="0"/>
        <c:axId val="2000001954"/>
        <c:axId val="2000001955"/>
      </c:lineChart>
      <c:dateAx>
        <c:axId val="2000001952"/>
        <c:scaling>
          <c:orientation val="minMax"/>
          <c:max val="46205"/>
        </c:scaling>
        <c:delete val="0"/>
        <c:axPos val="b"/>
        <c:numFmt formatCode="yyyy\-mm" sourceLinked="0"/>
        <c:majorTickMark val="in"/>
        <c:minorTickMark val="none"/>
        <c:tickLblPos val="nextTo"/>
        <c:spPr>
          <a:ln w="3175">
            <a:solidFill>
              <a:srgbClr val="000000"/>
            </a:solidFill>
            <a:prstDash val="solid"/>
          </a:ln>
        </c:spPr>
        <c:txPr>
          <a:bodyPr rot="0" vert="horz"/>
          <a:lstStyle/>
          <a:p>
            <a:pPr>
              <a:defRPr/>
            </a:pPr>
            <a:endParaRPr lang="zh-CN"/>
          </a:p>
        </c:txPr>
        <c:crossAx val="2000001953"/>
        <c:crosses val="autoZero"/>
        <c:auto val="0"/>
        <c:lblOffset val="100"/>
        <c:baseTimeUnit val="days"/>
        <c:majorUnit val="10"/>
        <c:majorTimeUnit val="months"/>
      </c:dateAx>
      <c:valAx>
        <c:axId val="2000001953"/>
        <c:scaling>
          <c:orientation val="minMax"/>
          <c:min val="4"/>
        </c:scaling>
        <c:delete val="0"/>
        <c:axPos val="l"/>
        <c:numFmt formatCode="General" sourceLinked="0"/>
        <c:majorTickMark val="in"/>
        <c:minorTickMark val="none"/>
        <c:tickLblPos val="nextTo"/>
        <c:spPr>
          <a:ln w="3175">
            <a:solidFill>
              <a:srgbClr val="000000"/>
            </a:solidFill>
            <a:prstDash val="solid"/>
          </a:ln>
        </c:spPr>
        <c:txPr>
          <a:bodyPr rot="0" vert="horz"/>
          <a:lstStyle/>
          <a:p>
            <a:pPr>
              <a:defRPr/>
            </a:pPr>
            <a:endParaRPr lang="zh-CN"/>
          </a:p>
        </c:txPr>
        <c:crossAx val="2000001952"/>
        <c:crosses val="autoZero"/>
        <c:crossBetween val="between"/>
      </c:valAx>
      <c:dateAx>
        <c:axId val="2000001954"/>
        <c:scaling>
          <c:orientation val="minMax"/>
        </c:scaling>
        <c:delete val="1"/>
        <c:axPos val="b"/>
        <c:numFmt formatCode="m/d/yyyy" sourceLinked="1"/>
        <c:majorTickMark val="out"/>
        <c:minorTickMark val="none"/>
        <c:tickLblPos val="none"/>
        <c:crossAx val="2000001955"/>
        <c:crosses val="autoZero"/>
        <c:auto val="1"/>
        <c:lblOffset val="100"/>
        <c:baseTimeUnit val="days"/>
      </c:dateAx>
      <c:valAx>
        <c:axId val="2000001955"/>
        <c:scaling>
          <c:orientation val="minMax"/>
          <c:min val="15000"/>
        </c:scaling>
        <c:delete val="0"/>
        <c:axPos val="r"/>
        <c:numFmt formatCode="_ * #,##0_ ;_ * \-#,##0_ ;_ * &quot;-&quot;??_ ;_ @_ " sourceLinked="1"/>
        <c:majorTickMark val="in"/>
        <c:minorTickMark val="none"/>
        <c:tickLblPos val="nextTo"/>
        <c:spPr>
          <a:ln w="3175">
            <a:solidFill>
              <a:srgbClr val="000000"/>
            </a:solidFill>
            <a:prstDash val="solid"/>
          </a:ln>
        </c:spPr>
        <c:txPr>
          <a:bodyPr rot="0" vert="horz"/>
          <a:lstStyle/>
          <a:p>
            <a:pPr>
              <a:defRPr/>
            </a:pPr>
            <a:endParaRPr lang="zh-CN"/>
          </a:p>
        </c:txPr>
        <c:crossAx val="2000001954"/>
        <c:crosses val="max"/>
        <c:crossBetween val="between"/>
      </c:valAx>
      <c:spPr>
        <a:noFill/>
        <a:ln w="25400">
          <a:noFill/>
        </a:ln>
      </c:spPr>
    </c:plotArea>
    <c:legend>
      <c:legendPos val="b"/>
      <c:layout>
        <c:manualLayout>
          <c:xMode val="edge"/>
          <c:yMode val="edge"/>
          <c:x val="4.2040250725238308E-2"/>
          <c:y val="4.9809499619003306E-4"/>
          <c:w val="0.95009156133443862"/>
          <c:h val="4.7889001778003558E-2"/>
        </c:manualLayout>
      </c:layout>
      <c:overlay val="0"/>
      <c:spPr>
        <a:solidFill>
          <a:srgbClr val="FFFFFF"/>
        </a:solidFill>
        <a:ln w="25400">
          <a:noFill/>
        </a:ln>
      </c:spPr>
    </c:legend>
    <c:plotVisOnly val="1"/>
    <c:dispBlanksAs val="gap"/>
    <c:showDLblsOverMax val="0"/>
  </c:chart>
  <c:spPr>
    <a:solidFill>
      <a:srgbClr val="FFFFFF"/>
    </a:solidFill>
    <a:ln w="9525">
      <a:noFill/>
    </a:ln>
  </c:spPr>
  <c:txPr>
    <a:bodyPr/>
    <a:lstStyle/>
    <a:p>
      <a:pPr>
        <a:defRPr sz="800" b="0" i="0" u="none" strike="noStrike" baseline="0">
          <a:solidFill>
            <a:srgbClr val="000000"/>
          </a:solidFill>
          <a:latin typeface="Arial" panose="020B0604020202020204" pitchFamily="34" charset="0"/>
          <a:ea typeface="思源黑体 CN Regular" panose="020B0500000000000000" pitchFamily="34" charset="-122"/>
          <a:cs typeface="Arial" panose="020B0604020202020204" pitchFamily="34" charset="0"/>
        </a:defRPr>
      </a:pPr>
      <a:endParaRPr lang="zh-CN"/>
    </a:p>
  </c:txPr>
  <c:externalData r:id="rId1">
    <c:autoUpdate val="0"/>
  </c:externalData>
  <c:userShapes r:id="rId2"/>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日本半导体行业!$B$1</c:f>
              <c:strCache>
                <c:ptCount val="1"/>
                <c:pt idx="0">
                  <c:v>日本半导体设备出货额（亿日元）</c:v>
                </c:pt>
              </c:strCache>
            </c:strRef>
          </c:tx>
          <c:spPr>
            <a:ln w="28575" cap="rnd">
              <a:solidFill>
                <a:schemeClr val="accent1"/>
              </a:solidFill>
              <a:round/>
            </a:ln>
            <a:effectLst/>
          </c:spPr>
          <c:marker>
            <c:symbol val="none"/>
          </c:marker>
          <c:cat>
            <c:numRef>
              <c:f>日本半导体行业!$A$5:$A$44</c:f>
              <c:numCache>
                <c:formatCode>yyyy\-mm\-dd;@</c:formatCode>
                <c:ptCount val="40"/>
                <c:pt idx="0">
                  <c:v>46142</c:v>
                </c:pt>
                <c:pt idx="1">
                  <c:v>46112</c:v>
                </c:pt>
                <c:pt idx="2">
                  <c:v>46081</c:v>
                </c:pt>
                <c:pt idx="3">
                  <c:v>46053</c:v>
                </c:pt>
                <c:pt idx="4">
                  <c:v>46022</c:v>
                </c:pt>
                <c:pt idx="5">
                  <c:v>45991</c:v>
                </c:pt>
                <c:pt idx="6">
                  <c:v>45961</c:v>
                </c:pt>
                <c:pt idx="7">
                  <c:v>45930</c:v>
                </c:pt>
                <c:pt idx="8">
                  <c:v>45900</c:v>
                </c:pt>
                <c:pt idx="9">
                  <c:v>45869</c:v>
                </c:pt>
                <c:pt idx="10">
                  <c:v>45838</c:v>
                </c:pt>
                <c:pt idx="11">
                  <c:v>45808</c:v>
                </c:pt>
                <c:pt idx="12">
                  <c:v>45777</c:v>
                </c:pt>
                <c:pt idx="13">
                  <c:v>45747</c:v>
                </c:pt>
                <c:pt idx="14">
                  <c:v>45716</c:v>
                </c:pt>
                <c:pt idx="15">
                  <c:v>45688</c:v>
                </c:pt>
                <c:pt idx="16">
                  <c:v>45657</c:v>
                </c:pt>
                <c:pt idx="17">
                  <c:v>45626</c:v>
                </c:pt>
                <c:pt idx="18">
                  <c:v>45596</c:v>
                </c:pt>
                <c:pt idx="19">
                  <c:v>45565</c:v>
                </c:pt>
                <c:pt idx="20">
                  <c:v>45535</c:v>
                </c:pt>
                <c:pt idx="21">
                  <c:v>45504</c:v>
                </c:pt>
                <c:pt idx="22">
                  <c:v>45473</c:v>
                </c:pt>
                <c:pt idx="23">
                  <c:v>45443</c:v>
                </c:pt>
                <c:pt idx="24">
                  <c:v>45412</c:v>
                </c:pt>
                <c:pt idx="25">
                  <c:v>45382</c:v>
                </c:pt>
                <c:pt idx="26">
                  <c:v>45351</c:v>
                </c:pt>
                <c:pt idx="27">
                  <c:v>45322</c:v>
                </c:pt>
                <c:pt idx="28">
                  <c:v>45291</c:v>
                </c:pt>
                <c:pt idx="29">
                  <c:v>45260</c:v>
                </c:pt>
                <c:pt idx="30">
                  <c:v>45230</c:v>
                </c:pt>
                <c:pt idx="31">
                  <c:v>45199</c:v>
                </c:pt>
                <c:pt idx="32">
                  <c:v>45169</c:v>
                </c:pt>
                <c:pt idx="33">
                  <c:v>45138</c:v>
                </c:pt>
                <c:pt idx="34">
                  <c:v>45107</c:v>
                </c:pt>
                <c:pt idx="35">
                  <c:v>45077</c:v>
                </c:pt>
                <c:pt idx="36">
                  <c:v>45046</c:v>
                </c:pt>
                <c:pt idx="37">
                  <c:v>45016</c:v>
                </c:pt>
                <c:pt idx="38">
                  <c:v>44985</c:v>
                </c:pt>
                <c:pt idx="39">
                  <c:v>44957</c:v>
                </c:pt>
              </c:numCache>
            </c:numRef>
          </c:cat>
          <c:val>
            <c:numRef>
              <c:f>日本半导体行业!$B$5:$B$44</c:f>
              <c:numCache>
                <c:formatCode>#,##0.00</c:formatCode>
                <c:ptCount val="40"/>
                <c:pt idx="0">
                  <c:v>5101.55</c:v>
                </c:pt>
                <c:pt idx="1">
                  <c:v>4801.82</c:v>
                </c:pt>
                <c:pt idx="2">
                  <c:v>4231.03</c:v>
                </c:pt>
                <c:pt idx="3">
                  <c:v>4275.08</c:v>
                </c:pt>
                <c:pt idx="4">
                  <c:v>4234.87</c:v>
                </c:pt>
                <c:pt idx="5">
                  <c:v>4206.7</c:v>
                </c:pt>
                <c:pt idx="6">
                  <c:v>4138.76</c:v>
                </c:pt>
                <c:pt idx="7">
                  <c:v>4245.8999999999996</c:v>
                </c:pt>
                <c:pt idx="8">
                  <c:v>4057.64</c:v>
                </c:pt>
                <c:pt idx="9">
                  <c:v>4109.46</c:v>
                </c:pt>
                <c:pt idx="10">
                  <c:v>4045.92</c:v>
                </c:pt>
                <c:pt idx="11">
                  <c:v>4462.91</c:v>
                </c:pt>
                <c:pt idx="12">
                  <c:v>4470.38</c:v>
                </c:pt>
                <c:pt idx="13">
                  <c:v>4324.01</c:v>
                </c:pt>
                <c:pt idx="14">
                  <c:v>4120.6499999999996</c:v>
                </c:pt>
                <c:pt idx="15">
                  <c:v>4167.8999999999996</c:v>
                </c:pt>
                <c:pt idx="16">
                  <c:v>4433.6400000000003</c:v>
                </c:pt>
                <c:pt idx="17">
                  <c:v>4057.88</c:v>
                </c:pt>
                <c:pt idx="18">
                  <c:v>3856.76</c:v>
                </c:pt>
                <c:pt idx="19">
                  <c:v>3695.98</c:v>
                </c:pt>
                <c:pt idx="20">
                  <c:v>3510.58</c:v>
                </c:pt>
                <c:pt idx="21">
                  <c:v>3480.92</c:v>
                </c:pt>
                <c:pt idx="22">
                  <c:v>3439.9</c:v>
                </c:pt>
                <c:pt idx="23">
                  <c:v>4009.54</c:v>
                </c:pt>
                <c:pt idx="24">
                  <c:v>3891.06</c:v>
                </c:pt>
                <c:pt idx="25">
                  <c:v>3656.8</c:v>
                </c:pt>
                <c:pt idx="26">
                  <c:v>3174.18</c:v>
                </c:pt>
                <c:pt idx="27">
                  <c:v>3148.75</c:v>
                </c:pt>
                <c:pt idx="28">
                  <c:v>3064.12</c:v>
                </c:pt>
                <c:pt idx="29">
                  <c:v>3001.87</c:v>
                </c:pt>
                <c:pt idx="30">
                  <c:v>2891.98</c:v>
                </c:pt>
                <c:pt idx="31">
                  <c:v>2995.24</c:v>
                </c:pt>
                <c:pt idx="32">
                  <c:v>2878.21</c:v>
                </c:pt>
                <c:pt idx="33">
                  <c:v>2816.04</c:v>
                </c:pt>
                <c:pt idx="34">
                  <c:v>2609.13</c:v>
                </c:pt>
                <c:pt idx="35">
                  <c:v>3157.3</c:v>
                </c:pt>
                <c:pt idx="36">
                  <c:v>3361.62</c:v>
                </c:pt>
                <c:pt idx="37">
                  <c:v>3370.42</c:v>
                </c:pt>
                <c:pt idx="38">
                  <c:v>2945.26</c:v>
                </c:pt>
                <c:pt idx="39">
                  <c:v>2998.09</c:v>
                </c:pt>
              </c:numCache>
            </c:numRef>
          </c:val>
          <c:smooth val="0"/>
          <c:extLst>
            <c:ext xmlns:c16="http://schemas.microsoft.com/office/drawing/2014/chart" uri="{C3380CC4-5D6E-409C-BE32-E72D297353CC}">
              <c16:uniqueId val="{00000000-D9D0-4A59-8D12-FA0E5587932E}"/>
            </c:ext>
          </c:extLst>
        </c:ser>
        <c:dLbls>
          <c:showLegendKey val="0"/>
          <c:showVal val="0"/>
          <c:showCatName val="0"/>
          <c:showSerName val="0"/>
          <c:showPercent val="0"/>
          <c:showBubbleSize val="0"/>
        </c:dLbls>
        <c:marker val="1"/>
        <c:smooth val="0"/>
        <c:axId val="2000001984"/>
        <c:axId val="2000001985"/>
      </c:lineChart>
      <c:lineChart>
        <c:grouping val="standard"/>
        <c:varyColors val="0"/>
        <c:ser>
          <c:idx val="1"/>
          <c:order val="1"/>
          <c:tx>
            <c:v>yoy（右轴，%）</c:v>
          </c:tx>
          <c:spPr>
            <a:ln w="28575" cap="rnd">
              <a:solidFill>
                <a:schemeClr val="accent2"/>
              </a:solidFill>
              <a:round/>
            </a:ln>
            <a:effectLst/>
          </c:spPr>
          <c:marker>
            <c:symbol val="none"/>
          </c:marker>
          <c:cat>
            <c:numRef>
              <c:f>日本半导体行业!$A$5:$A$44</c:f>
              <c:numCache>
                <c:formatCode>yyyy\-mm\-dd;@</c:formatCode>
                <c:ptCount val="40"/>
                <c:pt idx="0">
                  <c:v>46142</c:v>
                </c:pt>
                <c:pt idx="1">
                  <c:v>46112</c:v>
                </c:pt>
                <c:pt idx="2">
                  <c:v>46081</c:v>
                </c:pt>
                <c:pt idx="3">
                  <c:v>46053</c:v>
                </c:pt>
                <c:pt idx="4">
                  <c:v>46022</c:v>
                </c:pt>
                <c:pt idx="5">
                  <c:v>45991</c:v>
                </c:pt>
                <c:pt idx="6">
                  <c:v>45961</c:v>
                </c:pt>
                <c:pt idx="7">
                  <c:v>45930</c:v>
                </c:pt>
                <c:pt idx="8">
                  <c:v>45900</c:v>
                </c:pt>
                <c:pt idx="9">
                  <c:v>45869</c:v>
                </c:pt>
                <c:pt idx="10">
                  <c:v>45838</c:v>
                </c:pt>
                <c:pt idx="11">
                  <c:v>45808</c:v>
                </c:pt>
                <c:pt idx="12">
                  <c:v>45777</c:v>
                </c:pt>
                <c:pt idx="13">
                  <c:v>45747</c:v>
                </c:pt>
                <c:pt idx="14">
                  <c:v>45716</c:v>
                </c:pt>
                <c:pt idx="15">
                  <c:v>45688</c:v>
                </c:pt>
                <c:pt idx="16">
                  <c:v>45657</c:v>
                </c:pt>
                <c:pt idx="17">
                  <c:v>45626</c:v>
                </c:pt>
                <c:pt idx="18">
                  <c:v>45596</c:v>
                </c:pt>
                <c:pt idx="19">
                  <c:v>45565</c:v>
                </c:pt>
                <c:pt idx="20">
                  <c:v>45535</c:v>
                </c:pt>
                <c:pt idx="21">
                  <c:v>45504</c:v>
                </c:pt>
                <c:pt idx="22">
                  <c:v>45473</c:v>
                </c:pt>
                <c:pt idx="23">
                  <c:v>45443</c:v>
                </c:pt>
                <c:pt idx="24">
                  <c:v>45412</c:v>
                </c:pt>
                <c:pt idx="25">
                  <c:v>45382</c:v>
                </c:pt>
                <c:pt idx="26">
                  <c:v>45351</c:v>
                </c:pt>
                <c:pt idx="27">
                  <c:v>45322</c:v>
                </c:pt>
                <c:pt idx="28">
                  <c:v>45291</c:v>
                </c:pt>
                <c:pt idx="29">
                  <c:v>45260</c:v>
                </c:pt>
                <c:pt idx="30">
                  <c:v>45230</c:v>
                </c:pt>
                <c:pt idx="31">
                  <c:v>45199</c:v>
                </c:pt>
                <c:pt idx="32">
                  <c:v>45169</c:v>
                </c:pt>
                <c:pt idx="33">
                  <c:v>45138</c:v>
                </c:pt>
                <c:pt idx="34">
                  <c:v>45107</c:v>
                </c:pt>
                <c:pt idx="35">
                  <c:v>45077</c:v>
                </c:pt>
                <c:pt idx="36">
                  <c:v>45046</c:v>
                </c:pt>
                <c:pt idx="37">
                  <c:v>45016</c:v>
                </c:pt>
                <c:pt idx="38">
                  <c:v>44985</c:v>
                </c:pt>
                <c:pt idx="39">
                  <c:v>44957</c:v>
                </c:pt>
              </c:numCache>
            </c:numRef>
          </c:cat>
          <c:val>
            <c:numRef>
              <c:f>日本半导体行业!$C$5:$C$44</c:f>
              <c:numCache>
                <c:formatCode>#,##0.00</c:formatCode>
                <c:ptCount val="40"/>
                <c:pt idx="0">
                  <c:v>14.12</c:v>
                </c:pt>
                <c:pt idx="1">
                  <c:v>11.05</c:v>
                </c:pt>
                <c:pt idx="2">
                  <c:v>2.68</c:v>
                </c:pt>
                <c:pt idx="3">
                  <c:v>2.57</c:v>
                </c:pt>
                <c:pt idx="4">
                  <c:v>-0.04</c:v>
                </c:pt>
                <c:pt idx="5">
                  <c:v>3.67</c:v>
                </c:pt>
                <c:pt idx="6">
                  <c:v>7.3</c:v>
                </c:pt>
                <c:pt idx="7">
                  <c:v>14.88</c:v>
                </c:pt>
                <c:pt idx="8">
                  <c:v>15.58</c:v>
                </c:pt>
                <c:pt idx="9">
                  <c:v>18.059999999999999</c:v>
                </c:pt>
                <c:pt idx="10">
                  <c:v>17.62</c:v>
                </c:pt>
                <c:pt idx="11">
                  <c:v>11.3</c:v>
                </c:pt>
                <c:pt idx="12">
                  <c:v>14.89</c:v>
                </c:pt>
                <c:pt idx="13">
                  <c:v>18.25</c:v>
                </c:pt>
                <c:pt idx="14">
                  <c:v>29.82</c:v>
                </c:pt>
                <c:pt idx="15">
                  <c:v>32.369999999999997</c:v>
                </c:pt>
                <c:pt idx="16">
                  <c:v>44.7</c:v>
                </c:pt>
                <c:pt idx="17">
                  <c:v>35.18</c:v>
                </c:pt>
                <c:pt idx="18">
                  <c:v>33.36</c:v>
                </c:pt>
                <c:pt idx="19">
                  <c:v>23.4</c:v>
                </c:pt>
                <c:pt idx="20">
                  <c:v>21.97</c:v>
                </c:pt>
                <c:pt idx="21">
                  <c:v>23.6</c:v>
                </c:pt>
                <c:pt idx="22">
                  <c:v>31.84</c:v>
                </c:pt>
                <c:pt idx="23">
                  <c:v>26.99</c:v>
                </c:pt>
                <c:pt idx="24">
                  <c:v>15.75</c:v>
                </c:pt>
                <c:pt idx="25">
                  <c:v>8.5</c:v>
                </c:pt>
                <c:pt idx="26">
                  <c:v>7.77</c:v>
                </c:pt>
                <c:pt idx="27">
                  <c:v>5.03</c:v>
                </c:pt>
                <c:pt idx="28">
                  <c:v>0</c:v>
                </c:pt>
                <c:pt idx="29">
                  <c:v>-0.11</c:v>
                </c:pt>
                <c:pt idx="30">
                  <c:v>-0.17</c:v>
                </c:pt>
                <c:pt idx="31">
                  <c:v>-0.21</c:v>
                </c:pt>
                <c:pt idx="32">
                  <c:v>-0.17</c:v>
                </c:pt>
                <c:pt idx="33">
                  <c:v>-0.12</c:v>
                </c:pt>
                <c:pt idx="34">
                  <c:v>-0.08</c:v>
                </c:pt>
                <c:pt idx="35">
                  <c:v>2.6</c:v>
                </c:pt>
                <c:pt idx="36">
                  <c:v>9.7899999999999991</c:v>
                </c:pt>
                <c:pt idx="37">
                  <c:v>7.04</c:v>
                </c:pt>
                <c:pt idx="38">
                  <c:v>0.18</c:v>
                </c:pt>
                <c:pt idx="39">
                  <c:v>-0.02</c:v>
                </c:pt>
              </c:numCache>
            </c:numRef>
          </c:val>
          <c:smooth val="0"/>
          <c:extLst>
            <c:ext xmlns:c16="http://schemas.microsoft.com/office/drawing/2014/chart" uri="{C3380CC4-5D6E-409C-BE32-E72D297353CC}">
              <c16:uniqueId val="{00000001-D9D0-4A59-8D12-FA0E5587932E}"/>
            </c:ext>
          </c:extLst>
        </c:ser>
        <c:dLbls>
          <c:showLegendKey val="0"/>
          <c:showVal val="0"/>
          <c:showCatName val="0"/>
          <c:showSerName val="0"/>
          <c:showPercent val="0"/>
          <c:showBubbleSize val="0"/>
        </c:dLbls>
        <c:marker val="1"/>
        <c:smooth val="0"/>
        <c:axId val="2000001986"/>
        <c:axId val="2000001987"/>
      </c:lineChart>
      <c:dateAx>
        <c:axId val="2000001984"/>
        <c:scaling>
          <c:orientation val="minMax"/>
        </c:scaling>
        <c:delete val="0"/>
        <c:axPos val="b"/>
        <c:numFmt formatCode="yyyy\-mm" sourceLinked="0"/>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Light" panose="020B0300000000000000" pitchFamily="34" charset="-122"/>
                <a:cs typeface="Arial" panose="020B0604020202020204" pitchFamily="34" charset="0"/>
              </a:defRPr>
            </a:pPr>
            <a:endParaRPr lang="zh-CN"/>
          </a:p>
        </c:txPr>
        <c:crossAx val="2000001985"/>
        <c:crosses val="autoZero"/>
        <c:auto val="1"/>
        <c:lblOffset val="100"/>
        <c:baseTimeUnit val="months"/>
      </c:dateAx>
      <c:valAx>
        <c:axId val="2000001985"/>
        <c:scaling>
          <c:orientation val="minMax"/>
        </c:scaling>
        <c:delete val="0"/>
        <c:axPos val="l"/>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Light" panose="020B0300000000000000" pitchFamily="34" charset="-122"/>
                <a:cs typeface="Arial" panose="020B0604020202020204" pitchFamily="34" charset="0"/>
              </a:defRPr>
            </a:pPr>
            <a:endParaRPr lang="zh-CN"/>
          </a:p>
        </c:txPr>
        <c:crossAx val="2000001984"/>
        <c:crosses val="autoZero"/>
        <c:crossBetween val="between"/>
      </c:valAx>
      <c:valAx>
        <c:axId val="2000001987"/>
        <c:scaling>
          <c:orientation val="minMax"/>
        </c:scaling>
        <c:delete val="0"/>
        <c:axPos val="r"/>
        <c:numFmt formatCode="#,##0" sourceLinked="0"/>
        <c:majorTickMark val="out"/>
        <c:minorTickMark val="none"/>
        <c:tickLblPos val="nextTo"/>
        <c:spPr>
          <a:noFill/>
          <a:ln>
            <a:noFill/>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Light" panose="020B0300000000000000" pitchFamily="34" charset="-122"/>
                <a:cs typeface="Arial" panose="020B0604020202020204" pitchFamily="34" charset="0"/>
              </a:defRPr>
            </a:pPr>
            <a:endParaRPr lang="zh-CN"/>
          </a:p>
        </c:txPr>
        <c:crossAx val="2000001986"/>
        <c:crosses val="max"/>
        <c:crossBetween val="between"/>
        <c:majorUnit val="10"/>
      </c:valAx>
      <c:dateAx>
        <c:axId val="2000001986"/>
        <c:scaling>
          <c:orientation val="minMax"/>
        </c:scaling>
        <c:delete val="1"/>
        <c:axPos val="b"/>
        <c:numFmt formatCode="yyyy\-mm\-dd;@" sourceLinked="1"/>
        <c:majorTickMark val="out"/>
        <c:minorTickMark val="none"/>
        <c:tickLblPos val="nextTo"/>
        <c:crossAx val="2000001987"/>
        <c:crosses val="autoZero"/>
        <c:auto val="1"/>
        <c:lblOffset val="100"/>
        <c:baseTimeUnit val="months"/>
      </c:dateAx>
      <c:spPr>
        <a:noFill/>
        <a:ln>
          <a:noFill/>
        </a:ln>
        <a:effectLst/>
      </c:spPr>
    </c:plotArea>
    <c:legend>
      <c:legendPos val="b"/>
      <c:overlay val="0"/>
      <c:spPr>
        <a:noFill/>
        <a:ln>
          <a:noFill/>
        </a:ln>
        <a:effectLst/>
      </c:spPr>
      <c:txPr>
        <a:bodyPr rot="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Light" panose="020B0300000000000000" pitchFamily="34" charset="-122"/>
              <a:cs typeface="Arial" panose="020B0604020202020204" pitchFamily="34" charset="0"/>
            </a:defRPr>
          </a:pPr>
          <a:endParaRPr lang="zh-CN"/>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700" baseline="0">
          <a:latin typeface="Arial" panose="020B0604020202020204" pitchFamily="34" charset="0"/>
          <a:ea typeface="思源黑体 CN Light" panose="020B0300000000000000" pitchFamily="34" charset="-122"/>
          <a:cs typeface="Arial" panose="020B0604020202020204" pitchFamily="34" charset="0"/>
        </a:defRPr>
      </a:pPr>
      <a:endParaRPr lang="zh-CN"/>
    </a:p>
  </c:txPr>
  <c:externalData r:id="rId1">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978553504987702"/>
          <c:y val="6.3109581181870336E-2"/>
          <c:w val="0.76658879178564221"/>
          <c:h val="0.52146087160791643"/>
        </c:manualLayout>
      </c:layout>
      <c:lineChart>
        <c:grouping val="standard"/>
        <c:varyColors val="0"/>
        <c:ser>
          <c:idx val="0"/>
          <c:order val="0"/>
          <c:tx>
            <c:strRef>
              <c:f>日股企业盈利!$D$1</c:f>
              <c:strCache>
                <c:ptCount val="1"/>
                <c:pt idx="0">
                  <c:v>东京电子</c:v>
                </c:pt>
              </c:strCache>
            </c:strRef>
          </c:tx>
          <c:spPr>
            <a:ln w="28575" cap="rnd">
              <a:solidFill>
                <a:schemeClr val="accent1"/>
              </a:solidFill>
              <a:round/>
            </a:ln>
            <a:effectLst/>
          </c:spPr>
          <c:marker>
            <c:symbol val="none"/>
          </c:marker>
          <c:cat>
            <c:numRef>
              <c:f>日股企业盈利!$C$2:$C$110</c:f>
              <c:numCache>
                <c:formatCode>m/d/yyyy</c:formatCode>
                <c:ptCount val="109"/>
                <c:pt idx="0">
                  <c:v>46191</c:v>
                </c:pt>
                <c:pt idx="1">
                  <c:v>46190</c:v>
                </c:pt>
                <c:pt idx="2">
                  <c:v>46189</c:v>
                </c:pt>
                <c:pt idx="3">
                  <c:v>46188</c:v>
                </c:pt>
                <c:pt idx="4">
                  <c:v>46185</c:v>
                </c:pt>
                <c:pt idx="5">
                  <c:v>46184</c:v>
                </c:pt>
                <c:pt idx="6">
                  <c:v>46183</c:v>
                </c:pt>
                <c:pt idx="7">
                  <c:v>46182</c:v>
                </c:pt>
                <c:pt idx="8">
                  <c:v>46181</c:v>
                </c:pt>
                <c:pt idx="9">
                  <c:v>46178</c:v>
                </c:pt>
                <c:pt idx="10">
                  <c:v>46177</c:v>
                </c:pt>
                <c:pt idx="11">
                  <c:v>46176</c:v>
                </c:pt>
                <c:pt idx="12">
                  <c:v>46175</c:v>
                </c:pt>
                <c:pt idx="13">
                  <c:v>46174</c:v>
                </c:pt>
                <c:pt idx="14">
                  <c:v>46171</c:v>
                </c:pt>
                <c:pt idx="15">
                  <c:v>46170</c:v>
                </c:pt>
                <c:pt idx="16">
                  <c:v>46169</c:v>
                </c:pt>
                <c:pt idx="17">
                  <c:v>46168</c:v>
                </c:pt>
                <c:pt idx="18">
                  <c:v>46167</c:v>
                </c:pt>
                <c:pt idx="19">
                  <c:v>46164</c:v>
                </c:pt>
                <c:pt idx="20">
                  <c:v>46163</c:v>
                </c:pt>
                <c:pt idx="21">
                  <c:v>46162</c:v>
                </c:pt>
                <c:pt idx="22">
                  <c:v>46161</c:v>
                </c:pt>
                <c:pt idx="23">
                  <c:v>46160</c:v>
                </c:pt>
                <c:pt idx="24">
                  <c:v>46157</c:v>
                </c:pt>
                <c:pt idx="25">
                  <c:v>46156</c:v>
                </c:pt>
                <c:pt idx="26">
                  <c:v>46155</c:v>
                </c:pt>
                <c:pt idx="27">
                  <c:v>46154</c:v>
                </c:pt>
                <c:pt idx="28">
                  <c:v>46153</c:v>
                </c:pt>
                <c:pt idx="29">
                  <c:v>46150</c:v>
                </c:pt>
                <c:pt idx="30">
                  <c:v>46149</c:v>
                </c:pt>
                <c:pt idx="31">
                  <c:v>46148</c:v>
                </c:pt>
                <c:pt idx="32">
                  <c:v>46142</c:v>
                </c:pt>
                <c:pt idx="33">
                  <c:v>46141</c:v>
                </c:pt>
                <c:pt idx="34">
                  <c:v>46140</c:v>
                </c:pt>
                <c:pt idx="35">
                  <c:v>46139</c:v>
                </c:pt>
                <c:pt idx="36">
                  <c:v>46136</c:v>
                </c:pt>
                <c:pt idx="37">
                  <c:v>46135</c:v>
                </c:pt>
                <c:pt idx="38">
                  <c:v>46134</c:v>
                </c:pt>
                <c:pt idx="39">
                  <c:v>46133</c:v>
                </c:pt>
                <c:pt idx="40">
                  <c:v>46132</c:v>
                </c:pt>
                <c:pt idx="41">
                  <c:v>46129</c:v>
                </c:pt>
                <c:pt idx="42">
                  <c:v>46128</c:v>
                </c:pt>
                <c:pt idx="43">
                  <c:v>46127</c:v>
                </c:pt>
                <c:pt idx="44">
                  <c:v>46126</c:v>
                </c:pt>
                <c:pt idx="45">
                  <c:v>46125</c:v>
                </c:pt>
                <c:pt idx="46">
                  <c:v>46122</c:v>
                </c:pt>
                <c:pt idx="47">
                  <c:v>46121</c:v>
                </c:pt>
                <c:pt idx="48">
                  <c:v>46120</c:v>
                </c:pt>
                <c:pt idx="49">
                  <c:v>46119</c:v>
                </c:pt>
                <c:pt idx="50">
                  <c:v>46115</c:v>
                </c:pt>
                <c:pt idx="51">
                  <c:v>46114</c:v>
                </c:pt>
                <c:pt idx="52">
                  <c:v>46113</c:v>
                </c:pt>
                <c:pt idx="53">
                  <c:v>46112</c:v>
                </c:pt>
                <c:pt idx="54">
                  <c:v>46111</c:v>
                </c:pt>
                <c:pt idx="55">
                  <c:v>46108</c:v>
                </c:pt>
                <c:pt idx="56">
                  <c:v>46107</c:v>
                </c:pt>
                <c:pt idx="57">
                  <c:v>46106</c:v>
                </c:pt>
                <c:pt idx="58">
                  <c:v>46105</c:v>
                </c:pt>
                <c:pt idx="59">
                  <c:v>46104</c:v>
                </c:pt>
                <c:pt idx="60">
                  <c:v>46101</c:v>
                </c:pt>
                <c:pt idx="61">
                  <c:v>46100</c:v>
                </c:pt>
                <c:pt idx="62">
                  <c:v>46099</c:v>
                </c:pt>
                <c:pt idx="63">
                  <c:v>46098</c:v>
                </c:pt>
                <c:pt idx="64">
                  <c:v>46097</c:v>
                </c:pt>
                <c:pt idx="65">
                  <c:v>46094</c:v>
                </c:pt>
                <c:pt idx="66">
                  <c:v>46093</c:v>
                </c:pt>
                <c:pt idx="67">
                  <c:v>46092</c:v>
                </c:pt>
                <c:pt idx="68">
                  <c:v>46091</c:v>
                </c:pt>
                <c:pt idx="69">
                  <c:v>46090</c:v>
                </c:pt>
                <c:pt idx="70">
                  <c:v>46087</c:v>
                </c:pt>
                <c:pt idx="71">
                  <c:v>46086</c:v>
                </c:pt>
                <c:pt idx="72">
                  <c:v>46085</c:v>
                </c:pt>
                <c:pt idx="73">
                  <c:v>46084</c:v>
                </c:pt>
                <c:pt idx="74">
                  <c:v>46083</c:v>
                </c:pt>
                <c:pt idx="75">
                  <c:v>46080</c:v>
                </c:pt>
                <c:pt idx="76">
                  <c:v>46079</c:v>
                </c:pt>
                <c:pt idx="77">
                  <c:v>46078</c:v>
                </c:pt>
                <c:pt idx="78">
                  <c:v>46077</c:v>
                </c:pt>
                <c:pt idx="79">
                  <c:v>46066</c:v>
                </c:pt>
                <c:pt idx="80">
                  <c:v>46065</c:v>
                </c:pt>
                <c:pt idx="81">
                  <c:v>46064</c:v>
                </c:pt>
                <c:pt idx="82">
                  <c:v>46063</c:v>
                </c:pt>
                <c:pt idx="83">
                  <c:v>46062</c:v>
                </c:pt>
                <c:pt idx="84">
                  <c:v>46059</c:v>
                </c:pt>
                <c:pt idx="85">
                  <c:v>46058</c:v>
                </c:pt>
                <c:pt idx="86">
                  <c:v>46057</c:v>
                </c:pt>
                <c:pt idx="87">
                  <c:v>46056</c:v>
                </c:pt>
                <c:pt idx="88">
                  <c:v>46055</c:v>
                </c:pt>
                <c:pt idx="89">
                  <c:v>46052</c:v>
                </c:pt>
                <c:pt idx="90">
                  <c:v>46051</c:v>
                </c:pt>
                <c:pt idx="91">
                  <c:v>46050</c:v>
                </c:pt>
                <c:pt idx="92">
                  <c:v>46049</c:v>
                </c:pt>
                <c:pt idx="93">
                  <c:v>46048</c:v>
                </c:pt>
                <c:pt idx="94">
                  <c:v>46045</c:v>
                </c:pt>
                <c:pt idx="95">
                  <c:v>46044</c:v>
                </c:pt>
                <c:pt idx="96">
                  <c:v>46043</c:v>
                </c:pt>
                <c:pt idx="97">
                  <c:v>46042</c:v>
                </c:pt>
                <c:pt idx="98">
                  <c:v>46041</c:v>
                </c:pt>
                <c:pt idx="99">
                  <c:v>46038</c:v>
                </c:pt>
                <c:pt idx="100">
                  <c:v>46037</c:v>
                </c:pt>
                <c:pt idx="101">
                  <c:v>46036</c:v>
                </c:pt>
                <c:pt idx="102">
                  <c:v>46035</c:v>
                </c:pt>
                <c:pt idx="103">
                  <c:v>46034</c:v>
                </c:pt>
                <c:pt idx="104">
                  <c:v>46031</c:v>
                </c:pt>
                <c:pt idx="105">
                  <c:v>46030</c:v>
                </c:pt>
                <c:pt idx="106">
                  <c:v>46029</c:v>
                </c:pt>
                <c:pt idx="107">
                  <c:v>46028</c:v>
                </c:pt>
                <c:pt idx="108">
                  <c:v>46027</c:v>
                </c:pt>
              </c:numCache>
            </c:numRef>
          </c:cat>
          <c:val>
            <c:numRef>
              <c:f>日股企业盈利!$D$2:$D$110</c:f>
              <c:numCache>
                <c:formatCode>General</c:formatCode>
                <c:ptCount val="109"/>
                <c:pt idx="0">
                  <c:v>1227.3799661785599</c:v>
                </c:pt>
                <c:pt idx="1">
                  <c:v>1227.3799661785599</c:v>
                </c:pt>
                <c:pt idx="2">
                  <c:v>1227.3799661785599</c:v>
                </c:pt>
                <c:pt idx="3">
                  <c:v>1227.3799661785599</c:v>
                </c:pt>
                <c:pt idx="4">
                  <c:v>1227.3799661785599</c:v>
                </c:pt>
                <c:pt idx="5">
                  <c:v>1227.3799661785599</c:v>
                </c:pt>
                <c:pt idx="6">
                  <c:v>1227.3799661785599</c:v>
                </c:pt>
                <c:pt idx="7">
                  <c:v>1227.3799661785599</c:v>
                </c:pt>
                <c:pt idx="8">
                  <c:v>1227.3799661785599</c:v>
                </c:pt>
                <c:pt idx="9">
                  <c:v>1227.3799661785599</c:v>
                </c:pt>
                <c:pt idx="10">
                  <c:v>1227.3799661785599</c:v>
                </c:pt>
                <c:pt idx="11">
                  <c:v>1227.3799661785599</c:v>
                </c:pt>
                <c:pt idx="12">
                  <c:v>1227.3799661785599</c:v>
                </c:pt>
                <c:pt idx="13">
                  <c:v>1227.3799661785599</c:v>
                </c:pt>
                <c:pt idx="14">
                  <c:v>1227.3799661785599</c:v>
                </c:pt>
                <c:pt idx="15">
                  <c:v>1227.3799661785599</c:v>
                </c:pt>
                <c:pt idx="16">
                  <c:v>1227.3799661785599</c:v>
                </c:pt>
                <c:pt idx="17">
                  <c:v>1227.3799661785599</c:v>
                </c:pt>
                <c:pt idx="18">
                  <c:v>1227.3799661785599</c:v>
                </c:pt>
                <c:pt idx="19">
                  <c:v>1227.3799661785599</c:v>
                </c:pt>
                <c:pt idx="20">
                  <c:v>1227.3799661785599</c:v>
                </c:pt>
                <c:pt idx="21">
                  <c:v>1227.3799661785599</c:v>
                </c:pt>
                <c:pt idx="22">
                  <c:v>1227.3799661785599</c:v>
                </c:pt>
                <c:pt idx="23">
                  <c:v>1227.3799661785599</c:v>
                </c:pt>
                <c:pt idx="24">
                  <c:v>1227.3799661785599</c:v>
                </c:pt>
                <c:pt idx="25">
                  <c:v>1227.3799661785599</c:v>
                </c:pt>
                <c:pt idx="26">
                  <c:v>1227.3799661785599</c:v>
                </c:pt>
                <c:pt idx="27">
                  <c:v>1227.3799661785599</c:v>
                </c:pt>
                <c:pt idx="28">
                  <c:v>1227.3799661785599</c:v>
                </c:pt>
                <c:pt idx="29">
                  <c:v>1227.3799661785599</c:v>
                </c:pt>
                <c:pt idx="30">
                  <c:v>1227.3799661785599</c:v>
                </c:pt>
                <c:pt idx="31">
                  <c:v>1227.3799661785599</c:v>
                </c:pt>
                <c:pt idx="32">
                  <c:v>1074.98891535862</c:v>
                </c:pt>
                <c:pt idx="33">
                  <c:v>1066.7834626312899</c:v>
                </c:pt>
                <c:pt idx="34">
                  <c:v>1066.7834626312899</c:v>
                </c:pt>
                <c:pt idx="35">
                  <c:v>1066.7834626312899</c:v>
                </c:pt>
                <c:pt idx="36">
                  <c:v>1066.7834626312899</c:v>
                </c:pt>
                <c:pt idx="37">
                  <c:v>1066.7834626312899</c:v>
                </c:pt>
                <c:pt idx="38">
                  <c:v>1066.7834626312899</c:v>
                </c:pt>
                <c:pt idx="39">
                  <c:v>1066.7834626312899</c:v>
                </c:pt>
                <c:pt idx="40">
                  <c:v>1066.7834626312899</c:v>
                </c:pt>
                <c:pt idx="41">
                  <c:v>1066.7834626312899</c:v>
                </c:pt>
                <c:pt idx="42">
                  <c:v>1066.7834626312899</c:v>
                </c:pt>
                <c:pt idx="43">
                  <c:v>1066.7834626312899</c:v>
                </c:pt>
                <c:pt idx="44">
                  <c:v>1066.7834626312899</c:v>
                </c:pt>
                <c:pt idx="45">
                  <c:v>1066.7834626312899</c:v>
                </c:pt>
                <c:pt idx="46">
                  <c:v>1066.7834626312899</c:v>
                </c:pt>
                <c:pt idx="47">
                  <c:v>1066.7834626312899</c:v>
                </c:pt>
                <c:pt idx="48">
                  <c:v>1066.7834626312899</c:v>
                </c:pt>
                <c:pt idx="49">
                  <c:v>1066.7834626312899</c:v>
                </c:pt>
                <c:pt idx="50">
                  <c:v>1066.7834626312899</c:v>
                </c:pt>
                <c:pt idx="51">
                  <c:v>1066.7834626312899</c:v>
                </c:pt>
                <c:pt idx="52">
                  <c:v>1066.7834626312899</c:v>
                </c:pt>
                <c:pt idx="53">
                  <c:v>1066.7834626312899</c:v>
                </c:pt>
                <c:pt idx="54">
                  <c:v>1066.7834626312899</c:v>
                </c:pt>
                <c:pt idx="55">
                  <c:v>1066.7834626312899</c:v>
                </c:pt>
                <c:pt idx="56">
                  <c:v>1066.7834626312899</c:v>
                </c:pt>
                <c:pt idx="57">
                  <c:v>1066.7834626312899</c:v>
                </c:pt>
                <c:pt idx="58">
                  <c:v>1066.7834626312899</c:v>
                </c:pt>
                <c:pt idx="59">
                  <c:v>1066.7834626312899</c:v>
                </c:pt>
                <c:pt idx="60">
                  <c:v>1066.7834626312899</c:v>
                </c:pt>
                <c:pt idx="61">
                  <c:v>1066.7834626312899</c:v>
                </c:pt>
                <c:pt idx="62">
                  <c:v>1066.7834626312899</c:v>
                </c:pt>
                <c:pt idx="63">
                  <c:v>1066.7834626312899</c:v>
                </c:pt>
                <c:pt idx="64">
                  <c:v>1066.7834626312899</c:v>
                </c:pt>
                <c:pt idx="65">
                  <c:v>1066.7834626312899</c:v>
                </c:pt>
                <c:pt idx="66">
                  <c:v>1066.7834626312899</c:v>
                </c:pt>
                <c:pt idx="67">
                  <c:v>1066.7834626312899</c:v>
                </c:pt>
                <c:pt idx="68">
                  <c:v>1066.7834626312899</c:v>
                </c:pt>
                <c:pt idx="69">
                  <c:v>1066.7834626312899</c:v>
                </c:pt>
                <c:pt idx="70">
                  <c:v>1066.7834626312899</c:v>
                </c:pt>
                <c:pt idx="71">
                  <c:v>1066.7834626312899</c:v>
                </c:pt>
                <c:pt idx="72">
                  <c:v>1066.7834626312899</c:v>
                </c:pt>
                <c:pt idx="73">
                  <c:v>1066.7834626312899</c:v>
                </c:pt>
                <c:pt idx="74">
                  <c:v>1066.7834626312899</c:v>
                </c:pt>
                <c:pt idx="75">
                  <c:v>1066.7834626312899</c:v>
                </c:pt>
                <c:pt idx="76">
                  <c:v>1066.7834626312899</c:v>
                </c:pt>
                <c:pt idx="77">
                  <c:v>1066.7834626312899</c:v>
                </c:pt>
                <c:pt idx="78">
                  <c:v>1066.7834626312899</c:v>
                </c:pt>
                <c:pt idx="79">
                  <c:v>1066.7834626312899</c:v>
                </c:pt>
                <c:pt idx="80">
                  <c:v>1066.7834626312899</c:v>
                </c:pt>
                <c:pt idx="81">
                  <c:v>1066.7834626312899</c:v>
                </c:pt>
                <c:pt idx="82">
                  <c:v>1066.7834626312899</c:v>
                </c:pt>
                <c:pt idx="83">
                  <c:v>1066.7834626312899</c:v>
                </c:pt>
                <c:pt idx="84">
                  <c:v>1148.8939636426801</c:v>
                </c:pt>
                <c:pt idx="85">
                  <c:v>1148.8939636426801</c:v>
                </c:pt>
                <c:pt idx="86">
                  <c:v>1148.8939636426801</c:v>
                </c:pt>
                <c:pt idx="87">
                  <c:v>1148.8939636426801</c:v>
                </c:pt>
                <c:pt idx="88">
                  <c:v>1148.8939636426801</c:v>
                </c:pt>
                <c:pt idx="89">
                  <c:v>1148.8939636426801</c:v>
                </c:pt>
                <c:pt idx="90">
                  <c:v>1148.8939636426801</c:v>
                </c:pt>
                <c:pt idx="91">
                  <c:v>1148.8939636426801</c:v>
                </c:pt>
                <c:pt idx="92">
                  <c:v>1148.8939636426801</c:v>
                </c:pt>
                <c:pt idx="93">
                  <c:v>1148.8939636426801</c:v>
                </c:pt>
                <c:pt idx="94">
                  <c:v>1148.8939636426801</c:v>
                </c:pt>
                <c:pt idx="95">
                  <c:v>1148.8939636426801</c:v>
                </c:pt>
                <c:pt idx="96">
                  <c:v>1148.8939636426801</c:v>
                </c:pt>
                <c:pt idx="97">
                  <c:v>1148.8939636426801</c:v>
                </c:pt>
                <c:pt idx="98">
                  <c:v>1148.8939636426801</c:v>
                </c:pt>
                <c:pt idx="99">
                  <c:v>1148.8939636426801</c:v>
                </c:pt>
                <c:pt idx="100">
                  <c:v>1148.8939636426801</c:v>
                </c:pt>
                <c:pt idx="101">
                  <c:v>1148.8939636426801</c:v>
                </c:pt>
                <c:pt idx="102">
                  <c:v>1148.8939636426801</c:v>
                </c:pt>
                <c:pt idx="103">
                  <c:v>1148.8939636426801</c:v>
                </c:pt>
                <c:pt idx="104">
                  <c:v>1148.8939636426801</c:v>
                </c:pt>
                <c:pt idx="105">
                  <c:v>1148.8939636426801</c:v>
                </c:pt>
                <c:pt idx="106">
                  <c:v>1148.8939636426801</c:v>
                </c:pt>
                <c:pt idx="107">
                  <c:v>1148.8939636426801</c:v>
                </c:pt>
                <c:pt idx="108">
                  <c:v>1148.8939636426801</c:v>
                </c:pt>
              </c:numCache>
            </c:numRef>
          </c:val>
          <c:smooth val="0"/>
          <c:extLst>
            <c:ext xmlns:c16="http://schemas.microsoft.com/office/drawing/2014/chart" uri="{C3380CC4-5D6E-409C-BE32-E72D297353CC}">
              <c16:uniqueId val="{00000000-A871-4D40-93B8-673AB02C3D9D}"/>
            </c:ext>
          </c:extLst>
        </c:ser>
        <c:ser>
          <c:idx val="1"/>
          <c:order val="1"/>
          <c:tx>
            <c:strRef>
              <c:f>日股企业盈利!$E$1</c:f>
              <c:strCache>
                <c:ptCount val="1"/>
                <c:pt idx="0">
                  <c:v>爱德万测试</c:v>
                </c:pt>
              </c:strCache>
            </c:strRef>
          </c:tx>
          <c:spPr>
            <a:ln w="28575" cap="rnd">
              <a:solidFill>
                <a:schemeClr val="accent2"/>
              </a:solidFill>
              <a:round/>
            </a:ln>
            <a:effectLst/>
          </c:spPr>
          <c:marker>
            <c:symbol val="none"/>
          </c:marker>
          <c:cat>
            <c:numRef>
              <c:f>日股企业盈利!$C$2:$C$110</c:f>
              <c:numCache>
                <c:formatCode>m/d/yyyy</c:formatCode>
                <c:ptCount val="109"/>
                <c:pt idx="0">
                  <c:v>46191</c:v>
                </c:pt>
                <c:pt idx="1">
                  <c:v>46190</c:v>
                </c:pt>
                <c:pt idx="2">
                  <c:v>46189</c:v>
                </c:pt>
                <c:pt idx="3">
                  <c:v>46188</c:v>
                </c:pt>
                <c:pt idx="4">
                  <c:v>46185</c:v>
                </c:pt>
                <c:pt idx="5">
                  <c:v>46184</c:v>
                </c:pt>
                <c:pt idx="6">
                  <c:v>46183</c:v>
                </c:pt>
                <c:pt idx="7">
                  <c:v>46182</c:v>
                </c:pt>
                <c:pt idx="8">
                  <c:v>46181</c:v>
                </c:pt>
                <c:pt idx="9">
                  <c:v>46178</c:v>
                </c:pt>
                <c:pt idx="10">
                  <c:v>46177</c:v>
                </c:pt>
                <c:pt idx="11">
                  <c:v>46176</c:v>
                </c:pt>
                <c:pt idx="12">
                  <c:v>46175</c:v>
                </c:pt>
                <c:pt idx="13">
                  <c:v>46174</c:v>
                </c:pt>
                <c:pt idx="14">
                  <c:v>46171</c:v>
                </c:pt>
                <c:pt idx="15">
                  <c:v>46170</c:v>
                </c:pt>
                <c:pt idx="16">
                  <c:v>46169</c:v>
                </c:pt>
                <c:pt idx="17">
                  <c:v>46168</c:v>
                </c:pt>
                <c:pt idx="18">
                  <c:v>46167</c:v>
                </c:pt>
                <c:pt idx="19">
                  <c:v>46164</c:v>
                </c:pt>
                <c:pt idx="20">
                  <c:v>46163</c:v>
                </c:pt>
                <c:pt idx="21">
                  <c:v>46162</c:v>
                </c:pt>
                <c:pt idx="22">
                  <c:v>46161</c:v>
                </c:pt>
                <c:pt idx="23">
                  <c:v>46160</c:v>
                </c:pt>
                <c:pt idx="24">
                  <c:v>46157</c:v>
                </c:pt>
                <c:pt idx="25">
                  <c:v>46156</c:v>
                </c:pt>
                <c:pt idx="26">
                  <c:v>46155</c:v>
                </c:pt>
                <c:pt idx="27">
                  <c:v>46154</c:v>
                </c:pt>
                <c:pt idx="28">
                  <c:v>46153</c:v>
                </c:pt>
                <c:pt idx="29">
                  <c:v>46150</c:v>
                </c:pt>
                <c:pt idx="30">
                  <c:v>46149</c:v>
                </c:pt>
                <c:pt idx="31">
                  <c:v>46148</c:v>
                </c:pt>
                <c:pt idx="32">
                  <c:v>46142</c:v>
                </c:pt>
                <c:pt idx="33">
                  <c:v>46141</c:v>
                </c:pt>
                <c:pt idx="34">
                  <c:v>46140</c:v>
                </c:pt>
                <c:pt idx="35">
                  <c:v>46139</c:v>
                </c:pt>
                <c:pt idx="36">
                  <c:v>46136</c:v>
                </c:pt>
                <c:pt idx="37">
                  <c:v>46135</c:v>
                </c:pt>
                <c:pt idx="38">
                  <c:v>46134</c:v>
                </c:pt>
                <c:pt idx="39">
                  <c:v>46133</c:v>
                </c:pt>
                <c:pt idx="40">
                  <c:v>46132</c:v>
                </c:pt>
                <c:pt idx="41">
                  <c:v>46129</c:v>
                </c:pt>
                <c:pt idx="42">
                  <c:v>46128</c:v>
                </c:pt>
                <c:pt idx="43">
                  <c:v>46127</c:v>
                </c:pt>
                <c:pt idx="44">
                  <c:v>46126</c:v>
                </c:pt>
                <c:pt idx="45">
                  <c:v>46125</c:v>
                </c:pt>
                <c:pt idx="46">
                  <c:v>46122</c:v>
                </c:pt>
                <c:pt idx="47">
                  <c:v>46121</c:v>
                </c:pt>
                <c:pt idx="48">
                  <c:v>46120</c:v>
                </c:pt>
                <c:pt idx="49">
                  <c:v>46119</c:v>
                </c:pt>
                <c:pt idx="50">
                  <c:v>46115</c:v>
                </c:pt>
                <c:pt idx="51">
                  <c:v>46114</c:v>
                </c:pt>
                <c:pt idx="52">
                  <c:v>46113</c:v>
                </c:pt>
                <c:pt idx="53">
                  <c:v>46112</c:v>
                </c:pt>
                <c:pt idx="54">
                  <c:v>46111</c:v>
                </c:pt>
                <c:pt idx="55">
                  <c:v>46108</c:v>
                </c:pt>
                <c:pt idx="56">
                  <c:v>46107</c:v>
                </c:pt>
                <c:pt idx="57">
                  <c:v>46106</c:v>
                </c:pt>
                <c:pt idx="58">
                  <c:v>46105</c:v>
                </c:pt>
                <c:pt idx="59">
                  <c:v>46104</c:v>
                </c:pt>
                <c:pt idx="60">
                  <c:v>46101</c:v>
                </c:pt>
                <c:pt idx="61">
                  <c:v>46100</c:v>
                </c:pt>
                <c:pt idx="62">
                  <c:v>46099</c:v>
                </c:pt>
                <c:pt idx="63">
                  <c:v>46098</c:v>
                </c:pt>
                <c:pt idx="64">
                  <c:v>46097</c:v>
                </c:pt>
                <c:pt idx="65">
                  <c:v>46094</c:v>
                </c:pt>
                <c:pt idx="66">
                  <c:v>46093</c:v>
                </c:pt>
                <c:pt idx="67">
                  <c:v>46092</c:v>
                </c:pt>
                <c:pt idx="68">
                  <c:v>46091</c:v>
                </c:pt>
                <c:pt idx="69">
                  <c:v>46090</c:v>
                </c:pt>
                <c:pt idx="70">
                  <c:v>46087</c:v>
                </c:pt>
                <c:pt idx="71">
                  <c:v>46086</c:v>
                </c:pt>
                <c:pt idx="72">
                  <c:v>46085</c:v>
                </c:pt>
                <c:pt idx="73">
                  <c:v>46084</c:v>
                </c:pt>
                <c:pt idx="74">
                  <c:v>46083</c:v>
                </c:pt>
                <c:pt idx="75">
                  <c:v>46080</c:v>
                </c:pt>
                <c:pt idx="76">
                  <c:v>46079</c:v>
                </c:pt>
                <c:pt idx="77">
                  <c:v>46078</c:v>
                </c:pt>
                <c:pt idx="78">
                  <c:v>46077</c:v>
                </c:pt>
                <c:pt idx="79">
                  <c:v>46066</c:v>
                </c:pt>
                <c:pt idx="80">
                  <c:v>46065</c:v>
                </c:pt>
                <c:pt idx="81">
                  <c:v>46064</c:v>
                </c:pt>
                <c:pt idx="82">
                  <c:v>46063</c:v>
                </c:pt>
                <c:pt idx="83">
                  <c:v>46062</c:v>
                </c:pt>
                <c:pt idx="84">
                  <c:v>46059</c:v>
                </c:pt>
                <c:pt idx="85">
                  <c:v>46058</c:v>
                </c:pt>
                <c:pt idx="86">
                  <c:v>46057</c:v>
                </c:pt>
                <c:pt idx="87">
                  <c:v>46056</c:v>
                </c:pt>
                <c:pt idx="88">
                  <c:v>46055</c:v>
                </c:pt>
                <c:pt idx="89">
                  <c:v>46052</c:v>
                </c:pt>
                <c:pt idx="90">
                  <c:v>46051</c:v>
                </c:pt>
                <c:pt idx="91">
                  <c:v>46050</c:v>
                </c:pt>
                <c:pt idx="92">
                  <c:v>46049</c:v>
                </c:pt>
                <c:pt idx="93">
                  <c:v>46048</c:v>
                </c:pt>
                <c:pt idx="94">
                  <c:v>46045</c:v>
                </c:pt>
                <c:pt idx="95">
                  <c:v>46044</c:v>
                </c:pt>
                <c:pt idx="96">
                  <c:v>46043</c:v>
                </c:pt>
                <c:pt idx="97">
                  <c:v>46042</c:v>
                </c:pt>
                <c:pt idx="98">
                  <c:v>46041</c:v>
                </c:pt>
                <c:pt idx="99">
                  <c:v>46038</c:v>
                </c:pt>
                <c:pt idx="100">
                  <c:v>46037</c:v>
                </c:pt>
                <c:pt idx="101">
                  <c:v>46036</c:v>
                </c:pt>
                <c:pt idx="102">
                  <c:v>46035</c:v>
                </c:pt>
                <c:pt idx="103">
                  <c:v>46034</c:v>
                </c:pt>
                <c:pt idx="104">
                  <c:v>46031</c:v>
                </c:pt>
                <c:pt idx="105">
                  <c:v>46030</c:v>
                </c:pt>
                <c:pt idx="106">
                  <c:v>46029</c:v>
                </c:pt>
                <c:pt idx="107">
                  <c:v>46028</c:v>
                </c:pt>
                <c:pt idx="108">
                  <c:v>46027</c:v>
                </c:pt>
              </c:numCache>
            </c:numRef>
          </c:cat>
          <c:val>
            <c:numRef>
              <c:f>日股企业盈利!$E$2:$E$110</c:f>
              <c:numCache>
                <c:formatCode>General</c:formatCode>
                <c:ptCount val="109"/>
                <c:pt idx="0">
                  <c:v>512.77732240437194</c:v>
                </c:pt>
                <c:pt idx="1">
                  <c:v>512.77732240437194</c:v>
                </c:pt>
                <c:pt idx="2">
                  <c:v>512.77732240437194</c:v>
                </c:pt>
                <c:pt idx="3">
                  <c:v>512.77732240437194</c:v>
                </c:pt>
                <c:pt idx="4">
                  <c:v>512.77732240437194</c:v>
                </c:pt>
                <c:pt idx="5">
                  <c:v>512.77732240437194</c:v>
                </c:pt>
                <c:pt idx="6">
                  <c:v>512.77732240437194</c:v>
                </c:pt>
                <c:pt idx="7">
                  <c:v>512.77732240437194</c:v>
                </c:pt>
                <c:pt idx="8">
                  <c:v>512.77732240437194</c:v>
                </c:pt>
                <c:pt idx="9">
                  <c:v>512.77732240437194</c:v>
                </c:pt>
                <c:pt idx="10">
                  <c:v>512.77732240437194</c:v>
                </c:pt>
                <c:pt idx="11">
                  <c:v>512.77732240437194</c:v>
                </c:pt>
                <c:pt idx="12">
                  <c:v>512.77732240437194</c:v>
                </c:pt>
                <c:pt idx="13">
                  <c:v>512.77732240437194</c:v>
                </c:pt>
                <c:pt idx="14">
                  <c:v>512.77732240437194</c:v>
                </c:pt>
                <c:pt idx="15">
                  <c:v>512.77732240437194</c:v>
                </c:pt>
                <c:pt idx="16">
                  <c:v>512.77732240437194</c:v>
                </c:pt>
                <c:pt idx="17">
                  <c:v>512.77732240437194</c:v>
                </c:pt>
                <c:pt idx="18">
                  <c:v>512.77732240437194</c:v>
                </c:pt>
                <c:pt idx="19">
                  <c:v>512.77732240437194</c:v>
                </c:pt>
                <c:pt idx="20">
                  <c:v>512.77732240437194</c:v>
                </c:pt>
                <c:pt idx="21">
                  <c:v>512.77732240437194</c:v>
                </c:pt>
                <c:pt idx="22">
                  <c:v>512.77732240437194</c:v>
                </c:pt>
                <c:pt idx="23">
                  <c:v>512.77732240437194</c:v>
                </c:pt>
                <c:pt idx="24">
                  <c:v>512.77732240437194</c:v>
                </c:pt>
                <c:pt idx="25">
                  <c:v>512.77732240437194</c:v>
                </c:pt>
                <c:pt idx="26">
                  <c:v>512.77732240437194</c:v>
                </c:pt>
                <c:pt idx="27">
                  <c:v>512.77732240437194</c:v>
                </c:pt>
                <c:pt idx="28">
                  <c:v>512.77732240437194</c:v>
                </c:pt>
                <c:pt idx="29">
                  <c:v>512.77732240437194</c:v>
                </c:pt>
                <c:pt idx="30">
                  <c:v>512.77732240437194</c:v>
                </c:pt>
                <c:pt idx="31">
                  <c:v>512.77732240437194</c:v>
                </c:pt>
                <c:pt idx="32">
                  <c:v>512.77732240437194</c:v>
                </c:pt>
                <c:pt idx="33">
                  <c:v>512.77732240437194</c:v>
                </c:pt>
                <c:pt idx="34">
                  <c:v>512.77732240437194</c:v>
                </c:pt>
                <c:pt idx="35">
                  <c:v>512.77732240437194</c:v>
                </c:pt>
                <c:pt idx="36">
                  <c:v>394.116120218579</c:v>
                </c:pt>
                <c:pt idx="37">
                  <c:v>394.116120218579</c:v>
                </c:pt>
                <c:pt idx="38">
                  <c:v>394.116120218579</c:v>
                </c:pt>
                <c:pt idx="39">
                  <c:v>394.116120218579</c:v>
                </c:pt>
                <c:pt idx="40">
                  <c:v>394.116120218579</c:v>
                </c:pt>
                <c:pt idx="41">
                  <c:v>394.116120218579</c:v>
                </c:pt>
                <c:pt idx="42">
                  <c:v>394.116120218579</c:v>
                </c:pt>
                <c:pt idx="43">
                  <c:v>394.116120218579</c:v>
                </c:pt>
                <c:pt idx="44">
                  <c:v>394.116120218579</c:v>
                </c:pt>
                <c:pt idx="45">
                  <c:v>394.116120218579</c:v>
                </c:pt>
                <c:pt idx="46">
                  <c:v>394.116120218579</c:v>
                </c:pt>
                <c:pt idx="47">
                  <c:v>394.116120218579</c:v>
                </c:pt>
                <c:pt idx="48">
                  <c:v>394.116120218579</c:v>
                </c:pt>
                <c:pt idx="49">
                  <c:v>394.116120218579</c:v>
                </c:pt>
                <c:pt idx="50">
                  <c:v>394.116120218579</c:v>
                </c:pt>
                <c:pt idx="51">
                  <c:v>394.116120218579</c:v>
                </c:pt>
                <c:pt idx="52">
                  <c:v>394.116120218579</c:v>
                </c:pt>
                <c:pt idx="53">
                  <c:v>394.116120218579</c:v>
                </c:pt>
                <c:pt idx="54">
                  <c:v>394.116120218579</c:v>
                </c:pt>
                <c:pt idx="55">
                  <c:v>394.116120218579</c:v>
                </c:pt>
                <c:pt idx="56">
                  <c:v>394.116120218579</c:v>
                </c:pt>
                <c:pt idx="57">
                  <c:v>394.116120218579</c:v>
                </c:pt>
                <c:pt idx="58">
                  <c:v>394.116120218579</c:v>
                </c:pt>
                <c:pt idx="59">
                  <c:v>394.116120218579</c:v>
                </c:pt>
                <c:pt idx="60">
                  <c:v>394.116120218579</c:v>
                </c:pt>
                <c:pt idx="61">
                  <c:v>394.116120218579</c:v>
                </c:pt>
                <c:pt idx="62">
                  <c:v>394.116120218579</c:v>
                </c:pt>
                <c:pt idx="63">
                  <c:v>394.116120218579</c:v>
                </c:pt>
                <c:pt idx="64">
                  <c:v>394.116120218579</c:v>
                </c:pt>
                <c:pt idx="65">
                  <c:v>394.116120218579</c:v>
                </c:pt>
                <c:pt idx="66">
                  <c:v>394.116120218579</c:v>
                </c:pt>
                <c:pt idx="67">
                  <c:v>394.116120218579</c:v>
                </c:pt>
                <c:pt idx="68">
                  <c:v>394.116120218579</c:v>
                </c:pt>
                <c:pt idx="69">
                  <c:v>394.116120218579</c:v>
                </c:pt>
                <c:pt idx="70">
                  <c:v>394.116120218579</c:v>
                </c:pt>
                <c:pt idx="71">
                  <c:v>394.116120218579</c:v>
                </c:pt>
                <c:pt idx="72">
                  <c:v>394.116120218579</c:v>
                </c:pt>
                <c:pt idx="73">
                  <c:v>394.116120218579</c:v>
                </c:pt>
                <c:pt idx="74">
                  <c:v>394.116120218579</c:v>
                </c:pt>
                <c:pt idx="75">
                  <c:v>394.116120218579</c:v>
                </c:pt>
                <c:pt idx="76">
                  <c:v>394.116120218579</c:v>
                </c:pt>
                <c:pt idx="77">
                  <c:v>394.116120218579</c:v>
                </c:pt>
                <c:pt idx="78">
                  <c:v>394.116120218579</c:v>
                </c:pt>
                <c:pt idx="79">
                  <c:v>394.116120218579</c:v>
                </c:pt>
                <c:pt idx="80">
                  <c:v>394.116120218579</c:v>
                </c:pt>
                <c:pt idx="81">
                  <c:v>394.116120218579</c:v>
                </c:pt>
                <c:pt idx="82">
                  <c:v>394.116120218579</c:v>
                </c:pt>
                <c:pt idx="83">
                  <c:v>394.116120218579</c:v>
                </c:pt>
                <c:pt idx="84">
                  <c:v>394.116120218579</c:v>
                </c:pt>
                <c:pt idx="85">
                  <c:v>376.553276227693</c:v>
                </c:pt>
                <c:pt idx="86">
                  <c:v>376.553276227693</c:v>
                </c:pt>
                <c:pt idx="87">
                  <c:v>376.553276227693</c:v>
                </c:pt>
                <c:pt idx="88">
                  <c:v>376.553276227693</c:v>
                </c:pt>
                <c:pt idx="89">
                  <c:v>376.553276227693</c:v>
                </c:pt>
                <c:pt idx="90">
                  <c:v>376.553276227693</c:v>
                </c:pt>
                <c:pt idx="91">
                  <c:v>341.51274056960602</c:v>
                </c:pt>
                <c:pt idx="92">
                  <c:v>341.51274056960602</c:v>
                </c:pt>
                <c:pt idx="93">
                  <c:v>341.51274056960602</c:v>
                </c:pt>
                <c:pt idx="94">
                  <c:v>341.51274056960602</c:v>
                </c:pt>
                <c:pt idx="95">
                  <c:v>341.51274056960602</c:v>
                </c:pt>
                <c:pt idx="96">
                  <c:v>341.51274056960602</c:v>
                </c:pt>
                <c:pt idx="97">
                  <c:v>341.51274056960602</c:v>
                </c:pt>
                <c:pt idx="98">
                  <c:v>341.51274056960602</c:v>
                </c:pt>
                <c:pt idx="99">
                  <c:v>341.51274056960602</c:v>
                </c:pt>
                <c:pt idx="100">
                  <c:v>341.51274056960602</c:v>
                </c:pt>
                <c:pt idx="101">
                  <c:v>341.51274056960602</c:v>
                </c:pt>
                <c:pt idx="102">
                  <c:v>341.51274056960602</c:v>
                </c:pt>
                <c:pt idx="103">
                  <c:v>341.51274056960602</c:v>
                </c:pt>
                <c:pt idx="104">
                  <c:v>341.51274056960602</c:v>
                </c:pt>
                <c:pt idx="105">
                  <c:v>341.51274056960602</c:v>
                </c:pt>
                <c:pt idx="106">
                  <c:v>341.51274056960602</c:v>
                </c:pt>
                <c:pt idx="107">
                  <c:v>341.51274056960602</c:v>
                </c:pt>
                <c:pt idx="108">
                  <c:v>341.51274056960602</c:v>
                </c:pt>
              </c:numCache>
            </c:numRef>
          </c:val>
          <c:smooth val="0"/>
          <c:extLst>
            <c:ext xmlns:c16="http://schemas.microsoft.com/office/drawing/2014/chart" uri="{C3380CC4-5D6E-409C-BE32-E72D297353CC}">
              <c16:uniqueId val="{00000001-A871-4D40-93B8-673AB02C3D9D}"/>
            </c:ext>
          </c:extLst>
        </c:ser>
        <c:ser>
          <c:idx val="2"/>
          <c:order val="2"/>
          <c:tx>
            <c:strRef>
              <c:f>日股企业盈利!$F$1</c:f>
              <c:strCache>
                <c:ptCount val="1"/>
                <c:pt idx="0">
                  <c:v>铠侠</c:v>
                </c:pt>
              </c:strCache>
            </c:strRef>
          </c:tx>
          <c:spPr>
            <a:ln w="28575" cap="rnd">
              <a:solidFill>
                <a:schemeClr val="accent3"/>
              </a:solidFill>
              <a:round/>
            </a:ln>
            <a:effectLst/>
          </c:spPr>
          <c:marker>
            <c:symbol val="none"/>
          </c:marker>
          <c:cat>
            <c:numRef>
              <c:f>日股企业盈利!$C$2:$C$110</c:f>
              <c:numCache>
                <c:formatCode>m/d/yyyy</c:formatCode>
                <c:ptCount val="109"/>
                <c:pt idx="0">
                  <c:v>46191</c:v>
                </c:pt>
                <c:pt idx="1">
                  <c:v>46190</c:v>
                </c:pt>
                <c:pt idx="2">
                  <c:v>46189</c:v>
                </c:pt>
                <c:pt idx="3">
                  <c:v>46188</c:v>
                </c:pt>
                <c:pt idx="4">
                  <c:v>46185</c:v>
                </c:pt>
                <c:pt idx="5">
                  <c:v>46184</c:v>
                </c:pt>
                <c:pt idx="6">
                  <c:v>46183</c:v>
                </c:pt>
                <c:pt idx="7">
                  <c:v>46182</c:v>
                </c:pt>
                <c:pt idx="8">
                  <c:v>46181</c:v>
                </c:pt>
                <c:pt idx="9">
                  <c:v>46178</c:v>
                </c:pt>
                <c:pt idx="10">
                  <c:v>46177</c:v>
                </c:pt>
                <c:pt idx="11">
                  <c:v>46176</c:v>
                </c:pt>
                <c:pt idx="12">
                  <c:v>46175</c:v>
                </c:pt>
                <c:pt idx="13">
                  <c:v>46174</c:v>
                </c:pt>
                <c:pt idx="14">
                  <c:v>46171</c:v>
                </c:pt>
                <c:pt idx="15">
                  <c:v>46170</c:v>
                </c:pt>
                <c:pt idx="16">
                  <c:v>46169</c:v>
                </c:pt>
                <c:pt idx="17">
                  <c:v>46168</c:v>
                </c:pt>
                <c:pt idx="18">
                  <c:v>46167</c:v>
                </c:pt>
                <c:pt idx="19">
                  <c:v>46164</c:v>
                </c:pt>
                <c:pt idx="20">
                  <c:v>46163</c:v>
                </c:pt>
                <c:pt idx="21">
                  <c:v>46162</c:v>
                </c:pt>
                <c:pt idx="22">
                  <c:v>46161</c:v>
                </c:pt>
                <c:pt idx="23">
                  <c:v>46160</c:v>
                </c:pt>
                <c:pt idx="24">
                  <c:v>46157</c:v>
                </c:pt>
                <c:pt idx="25">
                  <c:v>46156</c:v>
                </c:pt>
                <c:pt idx="26">
                  <c:v>46155</c:v>
                </c:pt>
                <c:pt idx="27">
                  <c:v>46154</c:v>
                </c:pt>
                <c:pt idx="28">
                  <c:v>46153</c:v>
                </c:pt>
                <c:pt idx="29">
                  <c:v>46150</c:v>
                </c:pt>
                <c:pt idx="30">
                  <c:v>46149</c:v>
                </c:pt>
                <c:pt idx="31">
                  <c:v>46148</c:v>
                </c:pt>
                <c:pt idx="32">
                  <c:v>46142</c:v>
                </c:pt>
                <c:pt idx="33">
                  <c:v>46141</c:v>
                </c:pt>
                <c:pt idx="34">
                  <c:v>46140</c:v>
                </c:pt>
                <c:pt idx="35">
                  <c:v>46139</c:v>
                </c:pt>
                <c:pt idx="36">
                  <c:v>46136</c:v>
                </c:pt>
                <c:pt idx="37">
                  <c:v>46135</c:v>
                </c:pt>
                <c:pt idx="38">
                  <c:v>46134</c:v>
                </c:pt>
                <c:pt idx="39">
                  <c:v>46133</c:v>
                </c:pt>
                <c:pt idx="40">
                  <c:v>46132</c:v>
                </c:pt>
                <c:pt idx="41">
                  <c:v>46129</c:v>
                </c:pt>
                <c:pt idx="42">
                  <c:v>46128</c:v>
                </c:pt>
                <c:pt idx="43">
                  <c:v>46127</c:v>
                </c:pt>
                <c:pt idx="44">
                  <c:v>46126</c:v>
                </c:pt>
                <c:pt idx="45">
                  <c:v>46125</c:v>
                </c:pt>
                <c:pt idx="46">
                  <c:v>46122</c:v>
                </c:pt>
                <c:pt idx="47">
                  <c:v>46121</c:v>
                </c:pt>
                <c:pt idx="48">
                  <c:v>46120</c:v>
                </c:pt>
                <c:pt idx="49">
                  <c:v>46119</c:v>
                </c:pt>
                <c:pt idx="50">
                  <c:v>46115</c:v>
                </c:pt>
                <c:pt idx="51">
                  <c:v>46114</c:v>
                </c:pt>
                <c:pt idx="52">
                  <c:v>46113</c:v>
                </c:pt>
                <c:pt idx="53">
                  <c:v>46112</c:v>
                </c:pt>
                <c:pt idx="54">
                  <c:v>46111</c:v>
                </c:pt>
                <c:pt idx="55">
                  <c:v>46108</c:v>
                </c:pt>
                <c:pt idx="56">
                  <c:v>46107</c:v>
                </c:pt>
                <c:pt idx="57">
                  <c:v>46106</c:v>
                </c:pt>
                <c:pt idx="58">
                  <c:v>46105</c:v>
                </c:pt>
                <c:pt idx="59">
                  <c:v>46104</c:v>
                </c:pt>
                <c:pt idx="60">
                  <c:v>46101</c:v>
                </c:pt>
                <c:pt idx="61">
                  <c:v>46100</c:v>
                </c:pt>
                <c:pt idx="62">
                  <c:v>46099</c:v>
                </c:pt>
                <c:pt idx="63">
                  <c:v>46098</c:v>
                </c:pt>
                <c:pt idx="64">
                  <c:v>46097</c:v>
                </c:pt>
                <c:pt idx="65">
                  <c:v>46094</c:v>
                </c:pt>
                <c:pt idx="66">
                  <c:v>46093</c:v>
                </c:pt>
                <c:pt idx="67">
                  <c:v>46092</c:v>
                </c:pt>
                <c:pt idx="68">
                  <c:v>46091</c:v>
                </c:pt>
                <c:pt idx="69">
                  <c:v>46090</c:v>
                </c:pt>
                <c:pt idx="70">
                  <c:v>46087</c:v>
                </c:pt>
                <c:pt idx="71">
                  <c:v>46086</c:v>
                </c:pt>
                <c:pt idx="72">
                  <c:v>46085</c:v>
                </c:pt>
                <c:pt idx="73">
                  <c:v>46084</c:v>
                </c:pt>
                <c:pt idx="74">
                  <c:v>46083</c:v>
                </c:pt>
                <c:pt idx="75">
                  <c:v>46080</c:v>
                </c:pt>
                <c:pt idx="76">
                  <c:v>46079</c:v>
                </c:pt>
                <c:pt idx="77">
                  <c:v>46078</c:v>
                </c:pt>
                <c:pt idx="78">
                  <c:v>46077</c:v>
                </c:pt>
                <c:pt idx="79">
                  <c:v>46066</c:v>
                </c:pt>
                <c:pt idx="80">
                  <c:v>46065</c:v>
                </c:pt>
                <c:pt idx="81">
                  <c:v>46064</c:v>
                </c:pt>
                <c:pt idx="82">
                  <c:v>46063</c:v>
                </c:pt>
                <c:pt idx="83">
                  <c:v>46062</c:v>
                </c:pt>
                <c:pt idx="84">
                  <c:v>46059</c:v>
                </c:pt>
                <c:pt idx="85">
                  <c:v>46058</c:v>
                </c:pt>
                <c:pt idx="86">
                  <c:v>46057</c:v>
                </c:pt>
                <c:pt idx="87">
                  <c:v>46056</c:v>
                </c:pt>
                <c:pt idx="88">
                  <c:v>46055</c:v>
                </c:pt>
                <c:pt idx="89">
                  <c:v>46052</c:v>
                </c:pt>
                <c:pt idx="90">
                  <c:v>46051</c:v>
                </c:pt>
                <c:pt idx="91">
                  <c:v>46050</c:v>
                </c:pt>
                <c:pt idx="92">
                  <c:v>46049</c:v>
                </c:pt>
                <c:pt idx="93">
                  <c:v>46048</c:v>
                </c:pt>
                <c:pt idx="94">
                  <c:v>46045</c:v>
                </c:pt>
                <c:pt idx="95">
                  <c:v>46044</c:v>
                </c:pt>
                <c:pt idx="96">
                  <c:v>46043</c:v>
                </c:pt>
                <c:pt idx="97">
                  <c:v>46042</c:v>
                </c:pt>
                <c:pt idx="98">
                  <c:v>46041</c:v>
                </c:pt>
                <c:pt idx="99">
                  <c:v>46038</c:v>
                </c:pt>
                <c:pt idx="100">
                  <c:v>46037</c:v>
                </c:pt>
                <c:pt idx="101">
                  <c:v>46036</c:v>
                </c:pt>
                <c:pt idx="102">
                  <c:v>46035</c:v>
                </c:pt>
                <c:pt idx="103">
                  <c:v>46034</c:v>
                </c:pt>
                <c:pt idx="104">
                  <c:v>46031</c:v>
                </c:pt>
                <c:pt idx="105">
                  <c:v>46030</c:v>
                </c:pt>
                <c:pt idx="106">
                  <c:v>46029</c:v>
                </c:pt>
                <c:pt idx="107">
                  <c:v>46028</c:v>
                </c:pt>
                <c:pt idx="108">
                  <c:v>46027</c:v>
                </c:pt>
              </c:numCache>
            </c:numRef>
          </c:cat>
          <c:val>
            <c:numRef>
              <c:f>日股企业盈利!$F$2:$F$110</c:f>
              <c:numCache>
                <c:formatCode>General</c:formatCode>
                <c:ptCount val="109"/>
                <c:pt idx="0">
                  <c:v>1014.9341142127701</c:v>
                </c:pt>
                <c:pt idx="1">
                  <c:v>1014.9341142127701</c:v>
                </c:pt>
                <c:pt idx="2">
                  <c:v>1014.9341142127701</c:v>
                </c:pt>
                <c:pt idx="3">
                  <c:v>1014.9341142127701</c:v>
                </c:pt>
                <c:pt idx="4">
                  <c:v>1014.9341142127701</c:v>
                </c:pt>
                <c:pt idx="5">
                  <c:v>1014.9341142127701</c:v>
                </c:pt>
                <c:pt idx="6">
                  <c:v>1014.9341142127701</c:v>
                </c:pt>
                <c:pt idx="7">
                  <c:v>1014.9341142127701</c:v>
                </c:pt>
                <c:pt idx="8">
                  <c:v>1014.9341142127701</c:v>
                </c:pt>
                <c:pt idx="9">
                  <c:v>1014.9341142127701</c:v>
                </c:pt>
                <c:pt idx="10">
                  <c:v>1014.9341142127701</c:v>
                </c:pt>
                <c:pt idx="11">
                  <c:v>1014.9341142127701</c:v>
                </c:pt>
                <c:pt idx="12">
                  <c:v>1014.9341142127701</c:v>
                </c:pt>
                <c:pt idx="13">
                  <c:v>1014.9341142127701</c:v>
                </c:pt>
                <c:pt idx="14">
                  <c:v>1014.9341142127701</c:v>
                </c:pt>
                <c:pt idx="15">
                  <c:v>1014.9341142127701</c:v>
                </c:pt>
                <c:pt idx="16">
                  <c:v>1014.9341142127701</c:v>
                </c:pt>
                <c:pt idx="17">
                  <c:v>1014.9341142127701</c:v>
                </c:pt>
                <c:pt idx="18">
                  <c:v>1014.9341142127701</c:v>
                </c:pt>
                <c:pt idx="19">
                  <c:v>1014.9341142127701</c:v>
                </c:pt>
                <c:pt idx="20">
                  <c:v>1014.9341142127701</c:v>
                </c:pt>
                <c:pt idx="21">
                  <c:v>1014.9341142127701</c:v>
                </c:pt>
                <c:pt idx="22">
                  <c:v>1015.38897817779</c:v>
                </c:pt>
                <c:pt idx="23">
                  <c:v>1015.38897817779</c:v>
                </c:pt>
                <c:pt idx="24">
                  <c:v>284.35249674552301</c:v>
                </c:pt>
                <c:pt idx="25">
                  <c:v>284.35249674552301</c:v>
                </c:pt>
                <c:pt idx="26">
                  <c:v>284.35249674552301</c:v>
                </c:pt>
                <c:pt idx="27">
                  <c:v>284.35249674552301</c:v>
                </c:pt>
                <c:pt idx="28">
                  <c:v>284.35249674552301</c:v>
                </c:pt>
                <c:pt idx="29">
                  <c:v>284.35249674552301</c:v>
                </c:pt>
                <c:pt idx="30">
                  <c:v>284.35249674552301</c:v>
                </c:pt>
                <c:pt idx="31">
                  <c:v>284.35249674552301</c:v>
                </c:pt>
                <c:pt idx="32">
                  <c:v>284.35249674552301</c:v>
                </c:pt>
                <c:pt idx="33">
                  <c:v>284.35249674552301</c:v>
                </c:pt>
                <c:pt idx="34">
                  <c:v>284.35249674552301</c:v>
                </c:pt>
                <c:pt idx="35">
                  <c:v>284.35249674552301</c:v>
                </c:pt>
                <c:pt idx="36">
                  <c:v>284.35249674552301</c:v>
                </c:pt>
                <c:pt idx="37">
                  <c:v>284.35249674552301</c:v>
                </c:pt>
                <c:pt idx="38">
                  <c:v>284.35249674552301</c:v>
                </c:pt>
                <c:pt idx="39">
                  <c:v>284.35249674552301</c:v>
                </c:pt>
                <c:pt idx="40">
                  <c:v>284.35249674552301</c:v>
                </c:pt>
                <c:pt idx="41">
                  <c:v>284.57383519143002</c:v>
                </c:pt>
                <c:pt idx="42">
                  <c:v>284.57383519143002</c:v>
                </c:pt>
                <c:pt idx="43">
                  <c:v>284.57383519143002</c:v>
                </c:pt>
                <c:pt idx="44">
                  <c:v>284.57383519143002</c:v>
                </c:pt>
                <c:pt idx="45">
                  <c:v>284.57383519143002</c:v>
                </c:pt>
                <c:pt idx="46">
                  <c:v>284.57383519143002</c:v>
                </c:pt>
                <c:pt idx="47">
                  <c:v>284.57383519143002</c:v>
                </c:pt>
                <c:pt idx="48">
                  <c:v>284.57383519143002</c:v>
                </c:pt>
                <c:pt idx="49">
                  <c:v>284.57383519143002</c:v>
                </c:pt>
                <c:pt idx="50">
                  <c:v>284.57383519143002</c:v>
                </c:pt>
                <c:pt idx="51">
                  <c:v>284.57383519143002</c:v>
                </c:pt>
                <c:pt idx="52">
                  <c:v>284.57383519143002</c:v>
                </c:pt>
                <c:pt idx="53">
                  <c:v>284.57383519143002</c:v>
                </c:pt>
                <c:pt idx="54">
                  <c:v>284.57383519143002</c:v>
                </c:pt>
                <c:pt idx="55">
                  <c:v>284.57383519143002</c:v>
                </c:pt>
                <c:pt idx="56">
                  <c:v>284.57383519143002</c:v>
                </c:pt>
                <c:pt idx="57">
                  <c:v>284.57383519143002</c:v>
                </c:pt>
                <c:pt idx="58">
                  <c:v>284.57383519143002</c:v>
                </c:pt>
                <c:pt idx="59">
                  <c:v>284.57383519143002</c:v>
                </c:pt>
                <c:pt idx="60">
                  <c:v>284.57383519143002</c:v>
                </c:pt>
                <c:pt idx="61">
                  <c:v>284.57383519143002</c:v>
                </c:pt>
                <c:pt idx="62">
                  <c:v>284.88260767472298</c:v>
                </c:pt>
                <c:pt idx="63">
                  <c:v>284.88260767472298</c:v>
                </c:pt>
                <c:pt idx="64">
                  <c:v>284.88260767472298</c:v>
                </c:pt>
                <c:pt idx="65">
                  <c:v>284.88260767472298</c:v>
                </c:pt>
                <c:pt idx="66">
                  <c:v>284.88260767472298</c:v>
                </c:pt>
                <c:pt idx="67">
                  <c:v>284.88260767472298</c:v>
                </c:pt>
                <c:pt idx="68">
                  <c:v>284.88260767472298</c:v>
                </c:pt>
                <c:pt idx="69">
                  <c:v>284.88260767472298</c:v>
                </c:pt>
                <c:pt idx="70">
                  <c:v>284.88260767472298</c:v>
                </c:pt>
                <c:pt idx="71">
                  <c:v>284.88260767472298</c:v>
                </c:pt>
                <c:pt idx="72">
                  <c:v>284.88260767472298</c:v>
                </c:pt>
                <c:pt idx="73">
                  <c:v>284.88260767472298</c:v>
                </c:pt>
                <c:pt idx="74">
                  <c:v>284.88260767472298</c:v>
                </c:pt>
                <c:pt idx="75">
                  <c:v>284.88260767472298</c:v>
                </c:pt>
                <c:pt idx="76">
                  <c:v>284.88260767472298</c:v>
                </c:pt>
                <c:pt idx="77">
                  <c:v>284.88260767472298</c:v>
                </c:pt>
                <c:pt idx="78">
                  <c:v>284.88260767472298</c:v>
                </c:pt>
                <c:pt idx="79">
                  <c:v>285.19758226445401</c:v>
                </c:pt>
                <c:pt idx="80">
                  <c:v>285.19758226445401</c:v>
                </c:pt>
                <c:pt idx="81">
                  <c:v>285.19758226445401</c:v>
                </c:pt>
                <c:pt idx="82">
                  <c:v>285.19758226445401</c:v>
                </c:pt>
                <c:pt idx="83">
                  <c:v>285.19758226445401</c:v>
                </c:pt>
                <c:pt idx="84">
                  <c:v>285.19758226445401</c:v>
                </c:pt>
                <c:pt idx="85">
                  <c:v>285.19758226445401</c:v>
                </c:pt>
                <c:pt idx="86">
                  <c:v>285.19758226445401</c:v>
                </c:pt>
                <c:pt idx="87">
                  <c:v>285.19758226445401</c:v>
                </c:pt>
                <c:pt idx="88">
                  <c:v>285.19758226445401</c:v>
                </c:pt>
                <c:pt idx="89">
                  <c:v>285.19758226445401</c:v>
                </c:pt>
                <c:pt idx="90">
                  <c:v>285.19758226445401</c:v>
                </c:pt>
                <c:pt idx="91">
                  <c:v>285.19758226445401</c:v>
                </c:pt>
                <c:pt idx="92">
                  <c:v>285.19758226445401</c:v>
                </c:pt>
                <c:pt idx="93">
                  <c:v>285.19758226445401</c:v>
                </c:pt>
                <c:pt idx="94">
                  <c:v>285.19758226445401</c:v>
                </c:pt>
                <c:pt idx="95">
                  <c:v>285.19758226445401</c:v>
                </c:pt>
                <c:pt idx="96">
                  <c:v>285.19758226445401</c:v>
                </c:pt>
                <c:pt idx="97">
                  <c:v>285.19758226445401</c:v>
                </c:pt>
                <c:pt idx="98">
                  <c:v>286.72447281388298</c:v>
                </c:pt>
                <c:pt idx="99">
                  <c:v>286.72447281388298</c:v>
                </c:pt>
                <c:pt idx="100">
                  <c:v>286.72447281388298</c:v>
                </c:pt>
                <c:pt idx="101">
                  <c:v>286.72447281388298</c:v>
                </c:pt>
                <c:pt idx="102">
                  <c:v>286.72447281388298</c:v>
                </c:pt>
                <c:pt idx="103">
                  <c:v>286.72447281388298</c:v>
                </c:pt>
                <c:pt idx="104">
                  <c:v>286.72447281388298</c:v>
                </c:pt>
                <c:pt idx="105">
                  <c:v>286.72447281388298</c:v>
                </c:pt>
                <c:pt idx="106">
                  <c:v>286.72447281388298</c:v>
                </c:pt>
                <c:pt idx="107">
                  <c:v>286.72447281388298</c:v>
                </c:pt>
                <c:pt idx="108">
                  <c:v>286.72447281388298</c:v>
                </c:pt>
              </c:numCache>
            </c:numRef>
          </c:val>
          <c:smooth val="0"/>
          <c:extLst>
            <c:ext xmlns:c16="http://schemas.microsoft.com/office/drawing/2014/chart" uri="{C3380CC4-5D6E-409C-BE32-E72D297353CC}">
              <c16:uniqueId val="{00000002-A871-4D40-93B8-673AB02C3D9D}"/>
            </c:ext>
          </c:extLst>
        </c:ser>
        <c:ser>
          <c:idx val="3"/>
          <c:order val="3"/>
          <c:tx>
            <c:strRef>
              <c:f>日股企业盈利!$G$1</c:f>
              <c:strCache>
                <c:ptCount val="1"/>
                <c:pt idx="0">
                  <c:v>软银集团</c:v>
                </c:pt>
              </c:strCache>
            </c:strRef>
          </c:tx>
          <c:spPr>
            <a:ln w="28575" cap="rnd">
              <a:solidFill>
                <a:schemeClr val="accent4"/>
              </a:solidFill>
              <a:round/>
            </a:ln>
            <a:effectLst/>
          </c:spPr>
          <c:marker>
            <c:symbol val="none"/>
          </c:marker>
          <c:cat>
            <c:numRef>
              <c:f>日股企业盈利!$C$2:$C$110</c:f>
              <c:numCache>
                <c:formatCode>m/d/yyyy</c:formatCode>
                <c:ptCount val="109"/>
                <c:pt idx="0">
                  <c:v>46191</c:v>
                </c:pt>
                <c:pt idx="1">
                  <c:v>46190</c:v>
                </c:pt>
                <c:pt idx="2">
                  <c:v>46189</c:v>
                </c:pt>
                <c:pt idx="3">
                  <c:v>46188</c:v>
                </c:pt>
                <c:pt idx="4">
                  <c:v>46185</c:v>
                </c:pt>
                <c:pt idx="5">
                  <c:v>46184</c:v>
                </c:pt>
                <c:pt idx="6">
                  <c:v>46183</c:v>
                </c:pt>
                <c:pt idx="7">
                  <c:v>46182</c:v>
                </c:pt>
                <c:pt idx="8">
                  <c:v>46181</c:v>
                </c:pt>
                <c:pt idx="9">
                  <c:v>46178</c:v>
                </c:pt>
                <c:pt idx="10">
                  <c:v>46177</c:v>
                </c:pt>
                <c:pt idx="11">
                  <c:v>46176</c:v>
                </c:pt>
                <c:pt idx="12">
                  <c:v>46175</c:v>
                </c:pt>
                <c:pt idx="13">
                  <c:v>46174</c:v>
                </c:pt>
                <c:pt idx="14">
                  <c:v>46171</c:v>
                </c:pt>
                <c:pt idx="15">
                  <c:v>46170</c:v>
                </c:pt>
                <c:pt idx="16">
                  <c:v>46169</c:v>
                </c:pt>
                <c:pt idx="17">
                  <c:v>46168</c:v>
                </c:pt>
                <c:pt idx="18">
                  <c:v>46167</c:v>
                </c:pt>
                <c:pt idx="19">
                  <c:v>46164</c:v>
                </c:pt>
                <c:pt idx="20">
                  <c:v>46163</c:v>
                </c:pt>
                <c:pt idx="21">
                  <c:v>46162</c:v>
                </c:pt>
                <c:pt idx="22">
                  <c:v>46161</c:v>
                </c:pt>
                <c:pt idx="23">
                  <c:v>46160</c:v>
                </c:pt>
                <c:pt idx="24">
                  <c:v>46157</c:v>
                </c:pt>
                <c:pt idx="25">
                  <c:v>46156</c:v>
                </c:pt>
                <c:pt idx="26">
                  <c:v>46155</c:v>
                </c:pt>
                <c:pt idx="27">
                  <c:v>46154</c:v>
                </c:pt>
                <c:pt idx="28">
                  <c:v>46153</c:v>
                </c:pt>
                <c:pt idx="29">
                  <c:v>46150</c:v>
                </c:pt>
                <c:pt idx="30">
                  <c:v>46149</c:v>
                </c:pt>
                <c:pt idx="31">
                  <c:v>46148</c:v>
                </c:pt>
                <c:pt idx="32">
                  <c:v>46142</c:v>
                </c:pt>
                <c:pt idx="33">
                  <c:v>46141</c:v>
                </c:pt>
                <c:pt idx="34">
                  <c:v>46140</c:v>
                </c:pt>
                <c:pt idx="35">
                  <c:v>46139</c:v>
                </c:pt>
                <c:pt idx="36">
                  <c:v>46136</c:v>
                </c:pt>
                <c:pt idx="37">
                  <c:v>46135</c:v>
                </c:pt>
                <c:pt idx="38">
                  <c:v>46134</c:v>
                </c:pt>
                <c:pt idx="39">
                  <c:v>46133</c:v>
                </c:pt>
                <c:pt idx="40">
                  <c:v>46132</c:v>
                </c:pt>
                <c:pt idx="41">
                  <c:v>46129</c:v>
                </c:pt>
                <c:pt idx="42">
                  <c:v>46128</c:v>
                </c:pt>
                <c:pt idx="43">
                  <c:v>46127</c:v>
                </c:pt>
                <c:pt idx="44">
                  <c:v>46126</c:v>
                </c:pt>
                <c:pt idx="45">
                  <c:v>46125</c:v>
                </c:pt>
                <c:pt idx="46">
                  <c:v>46122</c:v>
                </c:pt>
                <c:pt idx="47">
                  <c:v>46121</c:v>
                </c:pt>
                <c:pt idx="48">
                  <c:v>46120</c:v>
                </c:pt>
                <c:pt idx="49">
                  <c:v>46119</c:v>
                </c:pt>
                <c:pt idx="50">
                  <c:v>46115</c:v>
                </c:pt>
                <c:pt idx="51">
                  <c:v>46114</c:v>
                </c:pt>
                <c:pt idx="52">
                  <c:v>46113</c:v>
                </c:pt>
                <c:pt idx="53">
                  <c:v>46112</c:v>
                </c:pt>
                <c:pt idx="54">
                  <c:v>46111</c:v>
                </c:pt>
                <c:pt idx="55">
                  <c:v>46108</c:v>
                </c:pt>
                <c:pt idx="56">
                  <c:v>46107</c:v>
                </c:pt>
                <c:pt idx="57">
                  <c:v>46106</c:v>
                </c:pt>
                <c:pt idx="58">
                  <c:v>46105</c:v>
                </c:pt>
                <c:pt idx="59">
                  <c:v>46104</c:v>
                </c:pt>
                <c:pt idx="60">
                  <c:v>46101</c:v>
                </c:pt>
                <c:pt idx="61">
                  <c:v>46100</c:v>
                </c:pt>
                <c:pt idx="62">
                  <c:v>46099</c:v>
                </c:pt>
                <c:pt idx="63">
                  <c:v>46098</c:v>
                </c:pt>
                <c:pt idx="64">
                  <c:v>46097</c:v>
                </c:pt>
                <c:pt idx="65">
                  <c:v>46094</c:v>
                </c:pt>
                <c:pt idx="66">
                  <c:v>46093</c:v>
                </c:pt>
                <c:pt idx="67">
                  <c:v>46092</c:v>
                </c:pt>
                <c:pt idx="68">
                  <c:v>46091</c:v>
                </c:pt>
                <c:pt idx="69">
                  <c:v>46090</c:v>
                </c:pt>
                <c:pt idx="70">
                  <c:v>46087</c:v>
                </c:pt>
                <c:pt idx="71">
                  <c:v>46086</c:v>
                </c:pt>
                <c:pt idx="72">
                  <c:v>46085</c:v>
                </c:pt>
                <c:pt idx="73">
                  <c:v>46084</c:v>
                </c:pt>
                <c:pt idx="74">
                  <c:v>46083</c:v>
                </c:pt>
                <c:pt idx="75">
                  <c:v>46080</c:v>
                </c:pt>
                <c:pt idx="76">
                  <c:v>46079</c:v>
                </c:pt>
                <c:pt idx="77">
                  <c:v>46078</c:v>
                </c:pt>
                <c:pt idx="78">
                  <c:v>46077</c:v>
                </c:pt>
                <c:pt idx="79">
                  <c:v>46066</c:v>
                </c:pt>
                <c:pt idx="80">
                  <c:v>46065</c:v>
                </c:pt>
                <c:pt idx="81">
                  <c:v>46064</c:v>
                </c:pt>
                <c:pt idx="82">
                  <c:v>46063</c:v>
                </c:pt>
                <c:pt idx="83">
                  <c:v>46062</c:v>
                </c:pt>
                <c:pt idx="84">
                  <c:v>46059</c:v>
                </c:pt>
                <c:pt idx="85">
                  <c:v>46058</c:v>
                </c:pt>
                <c:pt idx="86">
                  <c:v>46057</c:v>
                </c:pt>
                <c:pt idx="87">
                  <c:v>46056</c:v>
                </c:pt>
                <c:pt idx="88">
                  <c:v>46055</c:v>
                </c:pt>
                <c:pt idx="89">
                  <c:v>46052</c:v>
                </c:pt>
                <c:pt idx="90">
                  <c:v>46051</c:v>
                </c:pt>
                <c:pt idx="91">
                  <c:v>46050</c:v>
                </c:pt>
                <c:pt idx="92">
                  <c:v>46049</c:v>
                </c:pt>
                <c:pt idx="93">
                  <c:v>46048</c:v>
                </c:pt>
                <c:pt idx="94">
                  <c:v>46045</c:v>
                </c:pt>
                <c:pt idx="95">
                  <c:v>46044</c:v>
                </c:pt>
                <c:pt idx="96">
                  <c:v>46043</c:v>
                </c:pt>
                <c:pt idx="97">
                  <c:v>46042</c:v>
                </c:pt>
                <c:pt idx="98">
                  <c:v>46041</c:v>
                </c:pt>
                <c:pt idx="99">
                  <c:v>46038</c:v>
                </c:pt>
                <c:pt idx="100">
                  <c:v>46037</c:v>
                </c:pt>
                <c:pt idx="101">
                  <c:v>46036</c:v>
                </c:pt>
                <c:pt idx="102">
                  <c:v>46035</c:v>
                </c:pt>
                <c:pt idx="103">
                  <c:v>46034</c:v>
                </c:pt>
                <c:pt idx="104">
                  <c:v>46031</c:v>
                </c:pt>
                <c:pt idx="105">
                  <c:v>46030</c:v>
                </c:pt>
                <c:pt idx="106">
                  <c:v>46029</c:v>
                </c:pt>
                <c:pt idx="107">
                  <c:v>46028</c:v>
                </c:pt>
                <c:pt idx="108">
                  <c:v>46027</c:v>
                </c:pt>
              </c:numCache>
            </c:numRef>
          </c:cat>
          <c:val>
            <c:numRef>
              <c:f>日股企业盈利!$G$2:$G$110</c:f>
              <c:numCache>
                <c:formatCode>General</c:formatCode>
                <c:ptCount val="109"/>
                <c:pt idx="0">
                  <c:v>875.77101052189698</c:v>
                </c:pt>
                <c:pt idx="1">
                  <c:v>875.77101052189698</c:v>
                </c:pt>
                <c:pt idx="2">
                  <c:v>875.77101052189698</c:v>
                </c:pt>
                <c:pt idx="3">
                  <c:v>875.77101052189698</c:v>
                </c:pt>
                <c:pt idx="4">
                  <c:v>875.77101052189698</c:v>
                </c:pt>
                <c:pt idx="5">
                  <c:v>875.77101052189698</c:v>
                </c:pt>
                <c:pt idx="6">
                  <c:v>875.77101052189698</c:v>
                </c:pt>
                <c:pt idx="7">
                  <c:v>875.77101052189698</c:v>
                </c:pt>
                <c:pt idx="8">
                  <c:v>875.77101052189698</c:v>
                </c:pt>
                <c:pt idx="9">
                  <c:v>875.77101052189698</c:v>
                </c:pt>
                <c:pt idx="10">
                  <c:v>875.77101052189698</c:v>
                </c:pt>
                <c:pt idx="11">
                  <c:v>875.77101052189698</c:v>
                </c:pt>
                <c:pt idx="12">
                  <c:v>875.77101052189698</c:v>
                </c:pt>
                <c:pt idx="13">
                  <c:v>875.77101052189698</c:v>
                </c:pt>
                <c:pt idx="14">
                  <c:v>875.77101052189698</c:v>
                </c:pt>
                <c:pt idx="15">
                  <c:v>875.77101052189698</c:v>
                </c:pt>
                <c:pt idx="16">
                  <c:v>875.77101052189698</c:v>
                </c:pt>
                <c:pt idx="17">
                  <c:v>875.77101052189698</c:v>
                </c:pt>
                <c:pt idx="18">
                  <c:v>875.77101052189698</c:v>
                </c:pt>
                <c:pt idx="19">
                  <c:v>875.77101052189698</c:v>
                </c:pt>
                <c:pt idx="20">
                  <c:v>875.77101052189698</c:v>
                </c:pt>
                <c:pt idx="21">
                  <c:v>875.77101052189698</c:v>
                </c:pt>
                <c:pt idx="22">
                  <c:v>875.77101052189698</c:v>
                </c:pt>
                <c:pt idx="23">
                  <c:v>875.77101052189698</c:v>
                </c:pt>
                <c:pt idx="24">
                  <c:v>875.77101052189698</c:v>
                </c:pt>
                <c:pt idx="25">
                  <c:v>875.77101052189698</c:v>
                </c:pt>
                <c:pt idx="26">
                  <c:v>645.99599332483604</c:v>
                </c:pt>
                <c:pt idx="27">
                  <c:v>645.99599332483604</c:v>
                </c:pt>
                <c:pt idx="28">
                  <c:v>645.99599332483604</c:v>
                </c:pt>
                <c:pt idx="29">
                  <c:v>645.99599332483604</c:v>
                </c:pt>
                <c:pt idx="30">
                  <c:v>645.99599332483604</c:v>
                </c:pt>
                <c:pt idx="31">
                  <c:v>645.99599332483604</c:v>
                </c:pt>
                <c:pt idx="32">
                  <c:v>645.99599332483604</c:v>
                </c:pt>
                <c:pt idx="33">
                  <c:v>645.99599332483604</c:v>
                </c:pt>
                <c:pt idx="34">
                  <c:v>645.99599332483604</c:v>
                </c:pt>
                <c:pt idx="35">
                  <c:v>645.99599332483604</c:v>
                </c:pt>
                <c:pt idx="36">
                  <c:v>645.99599332483604</c:v>
                </c:pt>
                <c:pt idx="37">
                  <c:v>645.99599332483604</c:v>
                </c:pt>
                <c:pt idx="38">
                  <c:v>645.99599332483604</c:v>
                </c:pt>
                <c:pt idx="39">
                  <c:v>645.99599332483604</c:v>
                </c:pt>
                <c:pt idx="40">
                  <c:v>645.99599332483604</c:v>
                </c:pt>
                <c:pt idx="41">
                  <c:v>645.99599332483604</c:v>
                </c:pt>
                <c:pt idx="42">
                  <c:v>645.99599332483604</c:v>
                </c:pt>
                <c:pt idx="43">
                  <c:v>645.99599332483604</c:v>
                </c:pt>
                <c:pt idx="44">
                  <c:v>645.99599332483604</c:v>
                </c:pt>
                <c:pt idx="45">
                  <c:v>645.99599332483604</c:v>
                </c:pt>
                <c:pt idx="46">
                  <c:v>645.99599332483604</c:v>
                </c:pt>
                <c:pt idx="47">
                  <c:v>645.99599332483604</c:v>
                </c:pt>
                <c:pt idx="48">
                  <c:v>645.99599332483604</c:v>
                </c:pt>
                <c:pt idx="49">
                  <c:v>645.99599332483604</c:v>
                </c:pt>
                <c:pt idx="50">
                  <c:v>645.99599332483604</c:v>
                </c:pt>
                <c:pt idx="51">
                  <c:v>645.99599332483604</c:v>
                </c:pt>
                <c:pt idx="52">
                  <c:v>645.99599332483604</c:v>
                </c:pt>
                <c:pt idx="53">
                  <c:v>645.99599332483604</c:v>
                </c:pt>
                <c:pt idx="54">
                  <c:v>645.99599332483604</c:v>
                </c:pt>
                <c:pt idx="55">
                  <c:v>645.99599332483604</c:v>
                </c:pt>
                <c:pt idx="56">
                  <c:v>645.99599332483604</c:v>
                </c:pt>
                <c:pt idx="57">
                  <c:v>645.99599332483604</c:v>
                </c:pt>
                <c:pt idx="58">
                  <c:v>645.99599332483604</c:v>
                </c:pt>
                <c:pt idx="59">
                  <c:v>645.99599332483604</c:v>
                </c:pt>
                <c:pt idx="60">
                  <c:v>645.99599332483604</c:v>
                </c:pt>
                <c:pt idx="61">
                  <c:v>645.99599332483604</c:v>
                </c:pt>
                <c:pt idx="62">
                  <c:v>645.99599332483604</c:v>
                </c:pt>
                <c:pt idx="63">
                  <c:v>645.99599332483604</c:v>
                </c:pt>
                <c:pt idx="64">
                  <c:v>645.99599332483604</c:v>
                </c:pt>
                <c:pt idx="65">
                  <c:v>645.99599332483604</c:v>
                </c:pt>
                <c:pt idx="66">
                  <c:v>645.99599332483604</c:v>
                </c:pt>
                <c:pt idx="67">
                  <c:v>645.99599332483604</c:v>
                </c:pt>
                <c:pt idx="68">
                  <c:v>645.99599332483604</c:v>
                </c:pt>
                <c:pt idx="69">
                  <c:v>645.99599332483604</c:v>
                </c:pt>
                <c:pt idx="70">
                  <c:v>645.99599332483604</c:v>
                </c:pt>
                <c:pt idx="71">
                  <c:v>645.99599332483604</c:v>
                </c:pt>
                <c:pt idx="72">
                  <c:v>645.99599332483604</c:v>
                </c:pt>
                <c:pt idx="73">
                  <c:v>645.99599332483604</c:v>
                </c:pt>
                <c:pt idx="74">
                  <c:v>645.99599332483604</c:v>
                </c:pt>
                <c:pt idx="75">
                  <c:v>645.99599332483604</c:v>
                </c:pt>
                <c:pt idx="76">
                  <c:v>645.99599332483604</c:v>
                </c:pt>
                <c:pt idx="77">
                  <c:v>645.99599332483604</c:v>
                </c:pt>
                <c:pt idx="78">
                  <c:v>645.99599332483604</c:v>
                </c:pt>
                <c:pt idx="79">
                  <c:v>645.99599332483604</c:v>
                </c:pt>
                <c:pt idx="80">
                  <c:v>537.84325763899994</c:v>
                </c:pt>
                <c:pt idx="81">
                  <c:v>537.84325763899994</c:v>
                </c:pt>
                <c:pt idx="82">
                  <c:v>537.84325763899994</c:v>
                </c:pt>
                <c:pt idx="83">
                  <c:v>537.84325763899994</c:v>
                </c:pt>
                <c:pt idx="84">
                  <c:v>537.84325763899994</c:v>
                </c:pt>
                <c:pt idx="85">
                  <c:v>537.84325763899994</c:v>
                </c:pt>
                <c:pt idx="86">
                  <c:v>537.84325763899994</c:v>
                </c:pt>
                <c:pt idx="87">
                  <c:v>537.84325763899994</c:v>
                </c:pt>
                <c:pt idx="88">
                  <c:v>537.84325763899994</c:v>
                </c:pt>
                <c:pt idx="89">
                  <c:v>537.84325763899994</c:v>
                </c:pt>
                <c:pt idx="90">
                  <c:v>537.84325763899994</c:v>
                </c:pt>
                <c:pt idx="91">
                  <c:v>537.84325763899994</c:v>
                </c:pt>
                <c:pt idx="92">
                  <c:v>537.84325763899994</c:v>
                </c:pt>
                <c:pt idx="93">
                  <c:v>537.84325763899994</c:v>
                </c:pt>
                <c:pt idx="94">
                  <c:v>537.84325763899994</c:v>
                </c:pt>
                <c:pt idx="95">
                  <c:v>537.84325763899994</c:v>
                </c:pt>
                <c:pt idx="96">
                  <c:v>537.84325763899994</c:v>
                </c:pt>
                <c:pt idx="97">
                  <c:v>537.84325763899994</c:v>
                </c:pt>
                <c:pt idx="98">
                  <c:v>537.84325763899994</c:v>
                </c:pt>
                <c:pt idx="99">
                  <c:v>537.84325763899994</c:v>
                </c:pt>
                <c:pt idx="100">
                  <c:v>537.84325763899994</c:v>
                </c:pt>
                <c:pt idx="101">
                  <c:v>537.84325763899994</c:v>
                </c:pt>
                <c:pt idx="102">
                  <c:v>537.84325763899994</c:v>
                </c:pt>
                <c:pt idx="103">
                  <c:v>537.84325763899994</c:v>
                </c:pt>
                <c:pt idx="104">
                  <c:v>537.84325763899994</c:v>
                </c:pt>
                <c:pt idx="105">
                  <c:v>537.84325763899994</c:v>
                </c:pt>
                <c:pt idx="106">
                  <c:v>537.84325763899994</c:v>
                </c:pt>
                <c:pt idx="107">
                  <c:v>537.84325763899994</c:v>
                </c:pt>
                <c:pt idx="108">
                  <c:v>537.84325763899994</c:v>
                </c:pt>
              </c:numCache>
            </c:numRef>
          </c:val>
          <c:smooth val="0"/>
          <c:extLst>
            <c:ext xmlns:c16="http://schemas.microsoft.com/office/drawing/2014/chart" uri="{C3380CC4-5D6E-409C-BE32-E72D297353CC}">
              <c16:uniqueId val="{00000003-A871-4D40-93B8-673AB02C3D9D}"/>
            </c:ext>
          </c:extLst>
        </c:ser>
        <c:dLbls>
          <c:showLegendKey val="0"/>
          <c:showVal val="0"/>
          <c:showCatName val="0"/>
          <c:showSerName val="0"/>
          <c:showPercent val="0"/>
          <c:showBubbleSize val="0"/>
        </c:dLbls>
        <c:smooth val="0"/>
        <c:axId val="2000002016"/>
        <c:axId val="2000002017"/>
      </c:lineChart>
      <c:dateAx>
        <c:axId val="2000002016"/>
        <c:scaling>
          <c:orientation val="minMax"/>
        </c:scaling>
        <c:delete val="0"/>
        <c:axPos val="b"/>
        <c:numFmt formatCode="yyyy\-mm" sourceLinked="0"/>
        <c:majorTickMark val="out"/>
        <c:minorTickMark val="none"/>
        <c:tickLblPos val="nextTo"/>
        <c:spPr>
          <a:noFill/>
          <a:ln w="9525" cap="flat" cmpd="sng" algn="ctr">
            <a:solidFill>
              <a:schemeClr val="tx1">
                <a:lumMod val="95000"/>
                <a:lumOff val="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Light" panose="020B0300000000000000" pitchFamily="34" charset="-122"/>
                <a:cs typeface="Arial" panose="020B0604020202020204" pitchFamily="34" charset="0"/>
              </a:defRPr>
            </a:pPr>
            <a:endParaRPr lang="zh-CN"/>
          </a:p>
        </c:txPr>
        <c:crossAx val="2000002017"/>
        <c:crosses val="autoZero"/>
        <c:auto val="1"/>
        <c:lblOffset val="100"/>
        <c:baseTimeUnit val="days"/>
      </c:dateAx>
      <c:valAx>
        <c:axId val="2000002017"/>
        <c:scaling>
          <c:orientation val="minMax"/>
        </c:scaling>
        <c:delete val="0"/>
        <c:axPos val="l"/>
        <c:numFmt formatCode="General" sourceLinked="1"/>
        <c:majorTickMark val="out"/>
        <c:minorTickMark val="none"/>
        <c:tickLblPos val="nextTo"/>
        <c:spPr>
          <a:noFill/>
          <a:ln>
            <a:solidFill>
              <a:schemeClr val="tx1">
                <a:lumMod val="95000"/>
                <a:lumOff val="5000"/>
              </a:schemeClr>
            </a:solidFill>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Light" panose="020B0300000000000000" pitchFamily="34" charset="-122"/>
                <a:cs typeface="Arial" panose="020B0604020202020204" pitchFamily="34" charset="0"/>
              </a:defRPr>
            </a:pPr>
            <a:endParaRPr lang="zh-CN"/>
          </a:p>
        </c:txPr>
        <c:crossAx val="2000002016"/>
        <c:crosses val="autoZero"/>
        <c:crossBetween val="between"/>
      </c:valAx>
      <c:spPr>
        <a:noFill/>
        <a:ln>
          <a:noFill/>
        </a:ln>
        <a:effectLst/>
      </c:spPr>
    </c:plotArea>
    <c:legend>
      <c:legendPos val="b"/>
      <c:layout>
        <c:manualLayout>
          <c:xMode val="edge"/>
          <c:yMode val="edge"/>
          <c:x val="0.1075353218210361"/>
          <c:y val="0.77634181269509994"/>
          <c:w val="0.77969649398220842"/>
          <c:h val="0.14907413681723519"/>
        </c:manualLayout>
      </c:layout>
      <c:overlay val="0"/>
      <c:spPr>
        <a:noFill/>
        <a:ln>
          <a:noFill/>
        </a:ln>
        <a:effectLst/>
      </c:spPr>
      <c:txPr>
        <a:bodyPr rot="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Light" panose="020B0300000000000000" pitchFamily="34" charset="-122"/>
              <a:cs typeface="Arial" panose="020B0604020202020204" pitchFamily="34" charset="0"/>
            </a:defRPr>
          </a:pPr>
          <a:endParaRPr lang="zh-CN"/>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700" baseline="0">
          <a:latin typeface="Arial" panose="020B0604020202020204" pitchFamily="34" charset="0"/>
          <a:ea typeface="思源黑体 CN Light" panose="020B0300000000000000" pitchFamily="34" charset="-122"/>
          <a:cs typeface="Arial" panose="020B0604020202020204" pitchFamily="34" charset="0"/>
        </a:defRPr>
      </a:pPr>
      <a:endParaRPr lang="zh-CN"/>
    </a:p>
  </c:txPr>
  <c:externalData r:id="rId1">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1"/>
          <c:order val="0"/>
          <c:spPr>
            <a:solidFill>
              <a:schemeClr val="accent2"/>
            </a:solidFill>
            <a:ln>
              <a:noFill/>
            </a:ln>
            <a:effectLst/>
          </c:spPr>
          <c:invertIfNegative val="0"/>
          <c:cat>
            <c:numRef>
              <c:f>分红!$E$7:$E$11</c:f>
              <c:numCache>
                <c:formatCode>General</c:formatCode>
                <c:ptCount val="5"/>
                <c:pt idx="0">
                  <c:v>2022</c:v>
                </c:pt>
                <c:pt idx="1">
                  <c:v>2023</c:v>
                </c:pt>
                <c:pt idx="2">
                  <c:v>2024</c:v>
                </c:pt>
                <c:pt idx="3">
                  <c:v>2025</c:v>
                </c:pt>
                <c:pt idx="4">
                  <c:v>2026</c:v>
                </c:pt>
              </c:numCache>
            </c:numRef>
          </c:cat>
          <c:val>
            <c:numRef>
              <c:f>分红!$F$7:$F$11</c:f>
              <c:numCache>
                <c:formatCode>General</c:formatCode>
                <c:ptCount val="5"/>
                <c:pt idx="0">
                  <c:v>51.456699999999998</c:v>
                </c:pt>
                <c:pt idx="1">
                  <c:v>54.582889999999999</c:v>
                </c:pt>
                <c:pt idx="2">
                  <c:v>63.690919999999998</c:v>
                </c:pt>
                <c:pt idx="3">
                  <c:v>73.172169999999994</c:v>
                </c:pt>
                <c:pt idx="4">
                  <c:v>38.893300000000004</c:v>
                </c:pt>
              </c:numCache>
            </c:numRef>
          </c:val>
          <c:extLst>
            <c:ext xmlns:c16="http://schemas.microsoft.com/office/drawing/2014/chart" uri="{C3380CC4-5D6E-409C-BE32-E72D297353CC}">
              <c16:uniqueId val="{00000000-2650-4B63-B264-64A4314EBAA9}"/>
            </c:ext>
          </c:extLst>
        </c:ser>
        <c:dLbls>
          <c:showLegendKey val="0"/>
          <c:showVal val="0"/>
          <c:showCatName val="0"/>
          <c:showSerName val="0"/>
          <c:showPercent val="0"/>
          <c:showBubbleSize val="0"/>
        </c:dLbls>
        <c:gapWidth val="219"/>
        <c:overlap val="-27"/>
        <c:axId val="2000002048"/>
        <c:axId val="2000002049"/>
      </c:barChart>
      <c:catAx>
        <c:axId val="20000020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zh-CN"/>
          </a:p>
        </c:txPr>
        <c:crossAx val="2000002049"/>
        <c:crosses val="autoZero"/>
        <c:auto val="1"/>
        <c:lblAlgn val="ctr"/>
        <c:lblOffset val="100"/>
        <c:noMultiLvlLbl val="0"/>
      </c:catAx>
      <c:valAx>
        <c:axId val="2000002049"/>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zh-CN"/>
          </a:p>
        </c:txPr>
        <c:crossAx val="2000002048"/>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700">
          <a:latin typeface="Arial" panose="020B0604020202020204" pitchFamily="34" charset="0"/>
          <a:cs typeface="Arial" panose="020B0604020202020204" pitchFamily="34" charset="0"/>
        </a:defRPr>
      </a:pPr>
      <a:endParaRPr lang="zh-CN"/>
    </a:p>
  </c:txPr>
  <c:externalData r:id="rId1">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359210262912051"/>
          <c:y val="7.560137457044673E-2"/>
          <c:w val="0.75978162952088613"/>
          <c:h val="0.56763319533511924"/>
        </c:manualLayout>
      </c:layout>
      <c:lineChart>
        <c:grouping val="standard"/>
        <c:varyColors val="0"/>
        <c:ser>
          <c:idx val="0"/>
          <c:order val="0"/>
          <c:tx>
            <c:strRef>
              <c:f>日本外资进入!$B$1</c:f>
              <c:strCache>
                <c:ptCount val="1"/>
                <c:pt idx="0">
                  <c:v>日本外国投资者股票净买入额：经纪人交易（千亿日元）</c:v>
                </c:pt>
              </c:strCache>
            </c:strRef>
          </c:tx>
          <c:spPr>
            <a:ln w="28575" cap="rnd">
              <a:solidFill>
                <a:schemeClr val="accent1"/>
              </a:solidFill>
              <a:round/>
            </a:ln>
            <a:effectLst/>
          </c:spPr>
          <c:marker>
            <c:symbol val="none"/>
          </c:marker>
          <c:cat>
            <c:numRef>
              <c:f>日本外资进入!$A$5:$A$78</c:f>
              <c:numCache>
                <c:formatCode>yyyy\-mm\-dd;@</c:formatCode>
                <c:ptCount val="74"/>
                <c:pt idx="0">
                  <c:v>46178</c:v>
                </c:pt>
                <c:pt idx="1">
                  <c:v>46171</c:v>
                </c:pt>
                <c:pt idx="2">
                  <c:v>46164</c:v>
                </c:pt>
                <c:pt idx="3">
                  <c:v>46157</c:v>
                </c:pt>
                <c:pt idx="4">
                  <c:v>46150</c:v>
                </c:pt>
                <c:pt idx="5">
                  <c:v>46143</c:v>
                </c:pt>
                <c:pt idx="6">
                  <c:v>46136</c:v>
                </c:pt>
                <c:pt idx="7">
                  <c:v>46129</c:v>
                </c:pt>
                <c:pt idx="8">
                  <c:v>46122</c:v>
                </c:pt>
                <c:pt idx="9">
                  <c:v>46115</c:v>
                </c:pt>
                <c:pt idx="10">
                  <c:v>46108</c:v>
                </c:pt>
                <c:pt idx="11">
                  <c:v>46100</c:v>
                </c:pt>
                <c:pt idx="12">
                  <c:v>46094</c:v>
                </c:pt>
                <c:pt idx="13">
                  <c:v>46087</c:v>
                </c:pt>
                <c:pt idx="14">
                  <c:v>46080</c:v>
                </c:pt>
                <c:pt idx="15">
                  <c:v>46073</c:v>
                </c:pt>
                <c:pt idx="16">
                  <c:v>46066</c:v>
                </c:pt>
                <c:pt idx="17">
                  <c:v>46059</c:v>
                </c:pt>
                <c:pt idx="18">
                  <c:v>46052</c:v>
                </c:pt>
                <c:pt idx="19">
                  <c:v>46045</c:v>
                </c:pt>
                <c:pt idx="20">
                  <c:v>46038</c:v>
                </c:pt>
                <c:pt idx="21">
                  <c:v>46031</c:v>
                </c:pt>
                <c:pt idx="22">
                  <c:v>46021</c:v>
                </c:pt>
                <c:pt idx="23">
                  <c:v>46017</c:v>
                </c:pt>
                <c:pt idx="24">
                  <c:v>46010</c:v>
                </c:pt>
                <c:pt idx="25">
                  <c:v>46003</c:v>
                </c:pt>
                <c:pt idx="26">
                  <c:v>45996</c:v>
                </c:pt>
                <c:pt idx="27">
                  <c:v>45989</c:v>
                </c:pt>
                <c:pt idx="28">
                  <c:v>45982</c:v>
                </c:pt>
                <c:pt idx="29">
                  <c:v>45975</c:v>
                </c:pt>
                <c:pt idx="30">
                  <c:v>45968</c:v>
                </c:pt>
                <c:pt idx="31">
                  <c:v>45961</c:v>
                </c:pt>
                <c:pt idx="32">
                  <c:v>45954</c:v>
                </c:pt>
                <c:pt idx="33">
                  <c:v>45947</c:v>
                </c:pt>
                <c:pt idx="34">
                  <c:v>45940</c:v>
                </c:pt>
                <c:pt idx="35">
                  <c:v>45933</c:v>
                </c:pt>
                <c:pt idx="36">
                  <c:v>45926</c:v>
                </c:pt>
                <c:pt idx="37">
                  <c:v>45919</c:v>
                </c:pt>
                <c:pt idx="38">
                  <c:v>45912</c:v>
                </c:pt>
                <c:pt idx="39">
                  <c:v>45905</c:v>
                </c:pt>
                <c:pt idx="40">
                  <c:v>45898</c:v>
                </c:pt>
                <c:pt idx="41">
                  <c:v>45891</c:v>
                </c:pt>
                <c:pt idx="42">
                  <c:v>45884</c:v>
                </c:pt>
                <c:pt idx="43">
                  <c:v>45877</c:v>
                </c:pt>
                <c:pt idx="44">
                  <c:v>45870</c:v>
                </c:pt>
                <c:pt idx="45">
                  <c:v>45863</c:v>
                </c:pt>
                <c:pt idx="46">
                  <c:v>45856</c:v>
                </c:pt>
                <c:pt idx="47">
                  <c:v>45849</c:v>
                </c:pt>
                <c:pt idx="48">
                  <c:v>45842</c:v>
                </c:pt>
                <c:pt idx="49">
                  <c:v>45835</c:v>
                </c:pt>
                <c:pt idx="50">
                  <c:v>45828</c:v>
                </c:pt>
                <c:pt idx="51">
                  <c:v>45821</c:v>
                </c:pt>
                <c:pt idx="52">
                  <c:v>45814</c:v>
                </c:pt>
                <c:pt idx="53">
                  <c:v>45807</c:v>
                </c:pt>
                <c:pt idx="54">
                  <c:v>45800</c:v>
                </c:pt>
                <c:pt idx="55">
                  <c:v>45793</c:v>
                </c:pt>
                <c:pt idx="56">
                  <c:v>45786</c:v>
                </c:pt>
                <c:pt idx="57">
                  <c:v>45779</c:v>
                </c:pt>
                <c:pt idx="58">
                  <c:v>45772</c:v>
                </c:pt>
                <c:pt idx="59">
                  <c:v>45765</c:v>
                </c:pt>
                <c:pt idx="60">
                  <c:v>45758</c:v>
                </c:pt>
                <c:pt idx="61">
                  <c:v>45751</c:v>
                </c:pt>
                <c:pt idx="62">
                  <c:v>45744</c:v>
                </c:pt>
                <c:pt idx="63">
                  <c:v>45737</c:v>
                </c:pt>
                <c:pt idx="64">
                  <c:v>45730</c:v>
                </c:pt>
                <c:pt idx="65">
                  <c:v>45723</c:v>
                </c:pt>
                <c:pt idx="66">
                  <c:v>45716</c:v>
                </c:pt>
                <c:pt idx="67">
                  <c:v>45709</c:v>
                </c:pt>
                <c:pt idx="68">
                  <c:v>45702</c:v>
                </c:pt>
                <c:pt idx="69">
                  <c:v>45695</c:v>
                </c:pt>
                <c:pt idx="70">
                  <c:v>45688</c:v>
                </c:pt>
                <c:pt idx="71">
                  <c:v>45681</c:v>
                </c:pt>
                <c:pt idx="72">
                  <c:v>45674</c:v>
                </c:pt>
                <c:pt idx="73">
                  <c:v>45667</c:v>
                </c:pt>
              </c:numCache>
            </c:numRef>
          </c:cat>
          <c:val>
            <c:numRef>
              <c:f>日本外资进入!$D$5:$D$78</c:f>
              <c:numCache>
                <c:formatCode>General</c:formatCode>
                <c:ptCount val="74"/>
                <c:pt idx="0">
                  <c:v>160.91964000000002</c:v>
                </c:pt>
                <c:pt idx="1">
                  <c:v>161.57561000000001</c:v>
                </c:pt>
                <c:pt idx="2">
                  <c:v>165.14780000000002</c:v>
                </c:pt>
                <c:pt idx="3">
                  <c:v>160.50486000000001</c:v>
                </c:pt>
                <c:pt idx="4">
                  <c:v>155.15848</c:v>
                </c:pt>
                <c:pt idx="5">
                  <c:v>143.06194000000002</c:v>
                </c:pt>
                <c:pt idx="6">
                  <c:v>139.17523</c:v>
                </c:pt>
                <c:pt idx="7">
                  <c:v>130.90986999999998</c:v>
                </c:pt>
                <c:pt idx="8">
                  <c:v>121.06028000000001</c:v>
                </c:pt>
                <c:pt idx="9">
                  <c:v>104.70853000000001</c:v>
                </c:pt>
                <c:pt idx="10">
                  <c:v>85.615289999999987</c:v>
                </c:pt>
                <c:pt idx="11">
                  <c:v>100.70159</c:v>
                </c:pt>
                <c:pt idx="12">
                  <c:v>105.62055000000002</c:v>
                </c:pt>
                <c:pt idx="13">
                  <c:v>110.34951999999997</c:v>
                </c:pt>
                <c:pt idx="14">
                  <c:v>108.08821999999999</c:v>
                </c:pt>
                <c:pt idx="15">
                  <c:v>100.63412</c:v>
                </c:pt>
                <c:pt idx="16">
                  <c:v>95.400220000000004</c:v>
                </c:pt>
                <c:pt idx="17">
                  <c:v>83.482149999999976</c:v>
                </c:pt>
                <c:pt idx="18">
                  <c:v>80.995479999999972</c:v>
                </c:pt>
                <c:pt idx="19">
                  <c:v>79.12521999999997</c:v>
                </c:pt>
                <c:pt idx="20">
                  <c:v>76.997389999999967</c:v>
                </c:pt>
                <c:pt idx="21">
                  <c:v>69.492449999999977</c:v>
                </c:pt>
                <c:pt idx="22">
                  <c:v>57.364789999999978</c:v>
                </c:pt>
                <c:pt idx="23">
                  <c:v>57.38480999999998</c:v>
                </c:pt>
                <c:pt idx="24">
                  <c:v>57.759529999999984</c:v>
                </c:pt>
                <c:pt idx="25">
                  <c:v>62.081809999999969</c:v>
                </c:pt>
                <c:pt idx="26">
                  <c:v>60.061259999999969</c:v>
                </c:pt>
                <c:pt idx="27">
                  <c:v>59.572099999999978</c:v>
                </c:pt>
                <c:pt idx="28">
                  <c:v>60.960389999999968</c:v>
                </c:pt>
                <c:pt idx="29">
                  <c:v>64.99281999999998</c:v>
                </c:pt>
                <c:pt idx="30">
                  <c:v>59.77396999999997</c:v>
                </c:pt>
                <c:pt idx="31">
                  <c:v>62.987669999999966</c:v>
                </c:pt>
                <c:pt idx="32">
                  <c:v>59.271159999999973</c:v>
                </c:pt>
                <c:pt idx="33">
                  <c:v>52.769330000000004</c:v>
                </c:pt>
                <c:pt idx="34">
                  <c:v>50.936809999999994</c:v>
                </c:pt>
                <c:pt idx="35">
                  <c:v>40.220740000000006</c:v>
                </c:pt>
                <c:pt idx="36">
                  <c:v>27.434369999999998</c:v>
                </c:pt>
                <c:pt idx="37">
                  <c:v>32.747019999999992</c:v>
                </c:pt>
                <c:pt idx="38">
                  <c:v>35.640489999999993</c:v>
                </c:pt>
                <c:pt idx="39">
                  <c:v>42.173620000000007</c:v>
                </c:pt>
                <c:pt idx="40">
                  <c:v>40.541820000000008</c:v>
                </c:pt>
                <c:pt idx="41">
                  <c:v>43.408720000000002</c:v>
                </c:pt>
                <c:pt idx="42">
                  <c:v>45.284219999999998</c:v>
                </c:pt>
                <c:pt idx="43">
                  <c:v>39.733899999999991</c:v>
                </c:pt>
                <c:pt idx="44">
                  <c:v>40.107140000000001</c:v>
                </c:pt>
                <c:pt idx="45">
                  <c:v>42.100720000000003</c:v>
                </c:pt>
                <c:pt idx="46">
                  <c:v>36.385379999999991</c:v>
                </c:pt>
                <c:pt idx="47">
                  <c:v>34.382989999999992</c:v>
                </c:pt>
                <c:pt idx="48">
                  <c:v>30.379549999999991</c:v>
                </c:pt>
                <c:pt idx="49">
                  <c:v>24.604539999999997</c:v>
                </c:pt>
                <c:pt idx="50">
                  <c:v>20.943630000000006</c:v>
                </c:pt>
                <c:pt idx="51">
                  <c:v>19.972880000000004</c:v>
                </c:pt>
                <c:pt idx="52">
                  <c:v>19.004140000000007</c:v>
                </c:pt>
                <c:pt idx="53">
                  <c:v>15.071980000000005</c:v>
                </c:pt>
                <c:pt idx="54">
                  <c:v>8.9563400000000044</c:v>
                </c:pt>
                <c:pt idx="55">
                  <c:v>6.1231100000000005</c:v>
                </c:pt>
                <c:pt idx="56">
                  <c:v>0.1448199999999997</c:v>
                </c:pt>
                <c:pt idx="57">
                  <c:v>-3.4950399999999981</c:v>
                </c:pt>
                <c:pt idx="58">
                  <c:v>-7.3649699999999996</c:v>
                </c:pt>
                <c:pt idx="59">
                  <c:v>-10.426779999999997</c:v>
                </c:pt>
                <c:pt idx="60">
                  <c:v>-12.106279999999996</c:v>
                </c:pt>
                <c:pt idx="61">
                  <c:v>-13.433209999999999</c:v>
                </c:pt>
                <c:pt idx="62">
                  <c:v>-19.650710000000004</c:v>
                </c:pt>
                <c:pt idx="63">
                  <c:v>-11.37933</c:v>
                </c:pt>
                <c:pt idx="64">
                  <c:v>-13.652080000000002</c:v>
                </c:pt>
                <c:pt idx="65">
                  <c:v>-5.7304699999999995</c:v>
                </c:pt>
                <c:pt idx="66">
                  <c:v>-4.9909300000000005</c:v>
                </c:pt>
                <c:pt idx="67">
                  <c:v>1.0862099999999992</c:v>
                </c:pt>
                <c:pt idx="68">
                  <c:v>2.5511099999999995</c:v>
                </c:pt>
                <c:pt idx="69">
                  <c:v>1.58233</c:v>
                </c:pt>
                <c:pt idx="70">
                  <c:v>4.40327</c:v>
                </c:pt>
                <c:pt idx="71">
                  <c:v>7.7574899999999998</c:v>
                </c:pt>
                <c:pt idx="72">
                  <c:v>3.8667999999999996</c:v>
                </c:pt>
                <c:pt idx="73">
                  <c:v>3.7861599999999997</c:v>
                </c:pt>
              </c:numCache>
            </c:numRef>
          </c:val>
          <c:smooth val="0"/>
          <c:extLst>
            <c:ext xmlns:c16="http://schemas.microsoft.com/office/drawing/2014/chart" uri="{C3380CC4-5D6E-409C-BE32-E72D297353CC}">
              <c16:uniqueId val="{00000000-8225-4E90-8D9E-65AD6443D8DB}"/>
            </c:ext>
          </c:extLst>
        </c:ser>
        <c:dLbls>
          <c:showLegendKey val="0"/>
          <c:showVal val="0"/>
          <c:showCatName val="0"/>
          <c:showSerName val="0"/>
          <c:showPercent val="0"/>
          <c:showBubbleSize val="0"/>
        </c:dLbls>
        <c:smooth val="0"/>
        <c:axId val="2000002080"/>
        <c:axId val="2000002081"/>
      </c:lineChart>
      <c:dateAx>
        <c:axId val="2000002080"/>
        <c:scaling>
          <c:orientation val="minMax"/>
        </c:scaling>
        <c:delete val="0"/>
        <c:axPos val="b"/>
        <c:numFmt formatCode="yyyy\-mm" sourceLinked="0"/>
        <c:majorTickMark val="none"/>
        <c:minorTickMark val="none"/>
        <c:tickLblPos val="low"/>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Light" panose="020B0300000000000000" pitchFamily="34" charset="-122"/>
                <a:cs typeface="+mn-cs"/>
              </a:defRPr>
            </a:pPr>
            <a:endParaRPr lang="zh-CN"/>
          </a:p>
        </c:txPr>
        <c:crossAx val="2000002081"/>
        <c:crosses val="autoZero"/>
        <c:auto val="1"/>
        <c:lblOffset val="100"/>
        <c:baseTimeUnit val="days"/>
      </c:dateAx>
      <c:valAx>
        <c:axId val="2000002081"/>
        <c:scaling>
          <c:orientation val="minMax"/>
        </c:scaling>
        <c:delete val="0"/>
        <c:axPos val="l"/>
        <c:numFmt formatCode="General" sourceLinked="1"/>
        <c:majorTickMark val="out"/>
        <c:minorTickMark val="none"/>
        <c:tickLblPos val="nextTo"/>
        <c:spPr>
          <a:noFill/>
          <a:ln>
            <a:solidFill>
              <a:schemeClr val="tx1">
                <a:lumMod val="95000"/>
                <a:lumOff val="5000"/>
              </a:schemeClr>
            </a:solidFill>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Light" panose="020B0300000000000000" pitchFamily="34" charset="-122"/>
                <a:cs typeface="+mn-cs"/>
              </a:defRPr>
            </a:pPr>
            <a:endParaRPr lang="zh-CN"/>
          </a:p>
        </c:txPr>
        <c:crossAx val="2000002080"/>
        <c:crosses val="autoZero"/>
        <c:crossBetween val="between"/>
      </c:valAx>
      <c:spPr>
        <a:noFill/>
        <a:ln>
          <a:noFill/>
        </a:ln>
        <a:effectLst/>
      </c:spPr>
    </c:plotArea>
    <c:legend>
      <c:legendPos val="b"/>
      <c:layout>
        <c:manualLayout>
          <c:xMode val="edge"/>
          <c:yMode val="edge"/>
          <c:x val="0"/>
          <c:y val="0.85542441215466614"/>
          <c:w val="0.99533898305084745"/>
          <c:h val="9.1618908461184603E-2"/>
        </c:manualLayout>
      </c:layout>
      <c:overlay val="0"/>
      <c:spPr>
        <a:noFill/>
        <a:ln>
          <a:noFill/>
        </a:ln>
        <a:effectLst/>
      </c:spPr>
      <c:txPr>
        <a:bodyPr rot="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Light" panose="020B0300000000000000" pitchFamily="34" charset="-122"/>
              <a:cs typeface="+mn-cs"/>
            </a:defRPr>
          </a:pPr>
          <a:endParaRPr lang="zh-CN"/>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700" baseline="0">
          <a:latin typeface="Arial" panose="020B0604020202020204" pitchFamily="34" charset="0"/>
          <a:ea typeface="思源黑体 CN Light" panose="020B0300000000000000" pitchFamily="34" charset="-122"/>
        </a:defRPr>
      </a:pPr>
      <a:endParaRPr lang="zh-CN"/>
    </a:p>
  </c:txPr>
  <c:externalData r:id="rId1">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6.5932468639130826E-2"/>
          <c:y val="0.10875536480686696"/>
          <c:w val="0.86568892628879401"/>
          <c:h val="0.82519916061837018"/>
        </c:manualLayout>
      </c:layout>
      <c:lineChart>
        <c:grouping val="standard"/>
        <c:varyColors val="0"/>
        <c:ser>
          <c:idx val="0"/>
          <c:order val="0"/>
          <c:tx>
            <c:strRef>
              <c:f>'图1 恒生指数eps (3)'!$J$3</c:f>
              <c:strCache>
                <c:ptCount val="1"/>
                <c:pt idx="0">
                  <c:v>收盘价：恒生指数（点，左轴）</c:v>
                </c:pt>
              </c:strCache>
            </c:strRef>
          </c:tx>
          <c:spPr>
            <a:ln w="25400">
              <a:solidFill>
                <a:srgbClr val="7C80C8"/>
              </a:solidFill>
              <a:prstDash val="solid"/>
            </a:ln>
          </c:spPr>
          <c:marker>
            <c:symbol val="none"/>
          </c:marker>
          <c:cat>
            <c:numRef>
              <c:f>'图1 恒生指数eps (3)'!$I$10:$I$6455</c:f>
              <c:numCache>
                <c:formatCode>yyyy\-mm\-dd</c:formatCode>
                <c:ptCount val="6446"/>
                <c:pt idx="0">
                  <c:v>46199</c:v>
                </c:pt>
                <c:pt idx="1">
                  <c:v>46198</c:v>
                </c:pt>
                <c:pt idx="2">
                  <c:v>46197</c:v>
                </c:pt>
                <c:pt idx="3">
                  <c:v>46196</c:v>
                </c:pt>
                <c:pt idx="4">
                  <c:v>46195</c:v>
                </c:pt>
                <c:pt idx="5">
                  <c:v>46191</c:v>
                </c:pt>
                <c:pt idx="6">
                  <c:v>46190</c:v>
                </c:pt>
                <c:pt idx="7">
                  <c:v>46189</c:v>
                </c:pt>
                <c:pt idx="8">
                  <c:v>46188</c:v>
                </c:pt>
                <c:pt idx="9">
                  <c:v>46185</c:v>
                </c:pt>
                <c:pt idx="10">
                  <c:v>46184</c:v>
                </c:pt>
                <c:pt idx="11">
                  <c:v>46183</c:v>
                </c:pt>
                <c:pt idx="12">
                  <c:v>46182</c:v>
                </c:pt>
                <c:pt idx="13">
                  <c:v>46181</c:v>
                </c:pt>
                <c:pt idx="14">
                  <c:v>46178</c:v>
                </c:pt>
                <c:pt idx="15">
                  <c:v>46177</c:v>
                </c:pt>
                <c:pt idx="16">
                  <c:v>46176</c:v>
                </c:pt>
                <c:pt idx="17">
                  <c:v>46175</c:v>
                </c:pt>
                <c:pt idx="18">
                  <c:v>46174</c:v>
                </c:pt>
                <c:pt idx="19">
                  <c:v>46171</c:v>
                </c:pt>
                <c:pt idx="20">
                  <c:v>46170</c:v>
                </c:pt>
                <c:pt idx="21">
                  <c:v>46169</c:v>
                </c:pt>
                <c:pt idx="22">
                  <c:v>46168</c:v>
                </c:pt>
                <c:pt idx="23">
                  <c:v>46164</c:v>
                </c:pt>
                <c:pt idx="24">
                  <c:v>46163</c:v>
                </c:pt>
                <c:pt idx="25">
                  <c:v>46162</c:v>
                </c:pt>
                <c:pt idx="26">
                  <c:v>46161</c:v>
                </c:pt>
                <c:pt idx="27">
                  <c:v>46160</c:v>
                </c:pt>
                <c:pt idx="28">
                  <c:v>46157</c:v>
                </c:pt>
                <c:pt idx="29">
                  <c:v>46156</c:v>
                </c:pt>
                <c:pt idx="30">
                  <c:v>46155</c:v>
                </c:pt>
                <c:pt idx="31">
                  <c:v>46154</c:v>
                </c:pt>
                <c:pt idx="32">
                  <c:v>46153</c:v>
                </c:pt>
                <c:pt idx="33">
                  <c:v>46150</c:v>
                </c:pt>
                <c:pt idx="34">
                  <c:v>46149</c:v>
                </c:pt>
                <c:pt idx="35">
                  <c:v>46148</c:v>
                </c:pt>
                <c:pt idx="36">
                  <c:v>46147</c:v>
                </c:pt>
                <c:pt idx="37">
                  <c:v>46146</c:v>
                </c:pt>
                <c:pt idx="38">
                  <c:v>46142</c:v>
                </c:pt>
                <c:pt idx="39">
                  <c:v>46141</c:v>
                </c:pt>
                <c:pt idx="40">
                  <c:v>46140</c:v>
                </c:pt>
                <c:pt idx="41">
                  <c:v>46139</c:v>
                </c:pt>
                <c:pt idx="42">
                  <c:v>46136</c:v>
                </c:pt>
                <c:pt idx="43">
                  <c:v>46135</c:v>
                </c:pt>
                <c:pt idx="44">
                  <c:v>46134</c:v>
                </c:pt>
                <c:pt idx="45">
                  <c:v>46133</c:v>
                </c:pt>
                <c:pt idx="46">
                  <c:v>46132</c:v>
                </c:pt>
                <c:pt idx="47">
                  <c:v>46129</c:v>
                </c:pt>
                <c:pt idx="48">
                  <c:v>46128</c:v>
                </c:pt>
                <c:pt idx="49">
                  <c:v>46127</c:v>
                </c:pt>
                <c:pt idx="50">
                  <c:v>46126</c:v>
                </c:pt>
                <c:pt idx="51">
                  <c:v>46125</c:v>
                </c:pt>
                <c:pt idx="52">
                  <c:v>46122</c:v>
                </c:pt>
                <c:pt idx="53">
                  <c:v>46121</c:v>
                </c:pt>
                <c:pt idx="54">
                  <c:v>46120</c:v>
                </c:pt>
                <c:pt idx="55">
                  <c:v>46114</c:v>
                </c:pt>
                <c:pt idx="56">
                  <c:v>46113</c:v>
                </c:pt>
                <c:pt idx="57">
                  <c:v>46112</c:v>
                </c:pt>
                <c:pt idx="58">
                  <c:v>46111</c:v>
                </c:pt>
                <c:pt idx="59">
                  <c:v>46108</c:v>
                </c:pt>
                <c:pt idx="60">
                  <c:v>46107</c:v>
                </c:pt>
                <c:pt idx="61">
                  <c:v>46106</c:v>
                </c:pt>
                <c:pt idx="62">
                  <c:v>46105</c:v>
                </c:pt>
                <c:pt idx="63">
                  <c:v>46104</c:v>
                </c:pt>
                <c:pt idx="64">
                  <c:v>46101</c:v>
                </c:pt>
                <c:pt idx="65">
                  <c:v>46100</c:v>
                </c:pt>
                <c:pt idx="66">
                  <c:v>46099</c:v>
                </c:pt>
                <c:pt idx="67">
                  <c:v>46098</c:v>
                </c:pt>
                <c:pt idx="68">
                  <c:v>46097</c:v>
                </c:pt>
                <c:pt idx="69">
                  <c:v>46094</c:v>
                </c:pt>
                <c:pt idx="70">
                  <c:v>46093</c:v>
                </c:pt>
                <c:pt idx="71">
                  <c:v>46092</c:v>
                </c:pt>
                <c:pt idx="72">
                  <c:v>46091</c:v>
                </c:pt>
                <c:pt idx="73">
                  <c:v>46090</c:v>
                </c:pt>
                <c:pt idx="74">
                  <c:v>46087</c:v>
                </c:pt>
                <c:pt idx="75">
                  <c:v>46086</c:v>
                </c:pt>
                <c:pt idx="76">
                  <c:v>46085</c:v>
                </c:pt>
                <c:pt idx="77">
                  <c:v>46084</c:v>
                </c:pt>
                <c:pt idx="78">
                  <c:v>46083</c:v>
                </c:pt>
                <c:pt idx="79">
                  <c:v>46080</c:v>
                </c:pt>
                <c:pt idx="80">
                  <c:v>46079</c:v>
                </c:pt>
                <c:pt idx="81">
                  <c:v>46078</c:v>
                </c:pt>
                <c:pt idx="82">
                  <c:v>46077</c:v>
                </c:pt>
                <c:pt idx="83">
                  <c:v>46076</c:v>
                </c:pt>
                <c:pt idx="84">
                  <c:v>46073</c:v>
                </c:pt>
                <c:pt idx="85">
                  <c:v>46069</c:v>
                </c:pt>
                <c:pt idx="86">
                  <c:v>46066</c:v>
                </c:pt>
                <c:pt idx="87">
                  <c:v>46065</c:v>
                </c:pt>
                <c:pt idx="88">
                  <c:v>46064</c:v>
                </c:pt>
                <c:pt idx="89">
                  <c:v>46063</c:v>
                </c:pt>
                <c:pt idx="90">
                  <c:v>46062</c:v>
                </c:pt>
                <c:pt idx="91">
                  <c:v>46059</c:v>
                </c:pt>
                <c:pt idx="92">
                  <c:v>46058</c:v>
                </c:pt>
                <c:pt idx="93">
                  <c:v>46057</c:v>
                </c:pt>
                <c:pt idx="94">
                  <c:v>46056</c:v>
                </c:pt>
                <c:pt idx="95">
                  <c:v>46055</c:v>
                </c:pt>
                <c:pt idx="96">
                  <c:v>46052</c:v>
                </c:pt>
                <c:pt idx="97">
                  <c:v>46051</c:v>
                </c:pt>
                <c:pt idx="98">
                  <c:v>46050</c:v>
                </c:pt>
                <c:pt idx="99">
                  <c:v>46049</c:v>
                </c:pt>
                <c:pt idx="100">
                  <c:v>46048</c:v>
                </c:pt>
                <c:pt idx="101">
                  <c:v>46045</c:v>
                </c:pt>
                <c:pt idx="102">
                  <c:v>46044</c:v>
                </c:pt>
                <c:pt idx="103">
                  <c:v>46043</c:v>
                </c:pt>
                <c:pt idx="104">
                  <c:v>46042</c:v>
                </c:pt>
                <c:pt idx="105">
                  <c:v>46041</c:v>
                </c:pt>
                <c:pt idx="106">
                  <c:v>46038</c:v>
                </c:pt>
                <c:pt idx="107">
                  <c:v>46037</c:v>
                </c:pt>
                <c:pt idx="108">
                  <c:v>46036</c:v>
                </c:pt>
                <c:pt idx="109">
                  <c:v>46035</c:v>
                </c:pt>
                <c:pt idx="110">
                  <c:v>46034</c:v>
                </c:pt>
                <c:pt idx="111">
                  <c:v>46031</c:v>
                </c:pt>
                <c:pt idx="112">
                  <c:v>46030</c:v>
                </c:pt>
                <c:pt idx="113">
                  <c:v>46029</c:v>
                </c:pt>
                <c:pt idx="114">
                  <c:v>46028</c:v>
                </c:pt>
                <c:pt idx="115">
                  <c:v>46027</c:v>
                </c:pt>
                <c:pt idx="116">
                  <c:v>46024</c:v>
                </c:pt>
                <c:pt idx="117">
                  <c:v>46022</c:v>
                </c:pt>
                <c:pt idx="118">
                  <c:v>46021</c:v>
                </c:pt>
                <c:pt idx="119">
                  <c:v>46020</c:v>
                </c:pt>
                <c:pt idx="120">
                  <c:v>46015</c:v>
                </c:pt>
                <c:pt idx="121">
                  <c:v>46014</c:v>
                </c:pt>
                <c:pt idx="122">
                  <c:v>46013</c:v>
                </c:pt>
                <c:pt idx="123">
                  <c:v>46010</c:v>
                </c:pt>
                <c:pt idx="124">
                  <c:v>46009</c:v>
                </c:pt>
                <c:pt idx="125">
                  <c:v>46008</c:v>
                </c:pt>
                <c:pt idx="126">
                  <c:v>46007</c:v>
                </c:pt>
                <c:pt idx="127">
                  <c:v>46006</c:v>
                </c:pt>
                <c:pt idx="128">
                  <c:v>46003</c:v>
                </c:pt>
                <c:pt idx="129">
                  <c:v>46002</c:v>
                </c:pt>
                <c:pt idx="130">
                  <c:v>46001</c:v>
                </c:pt>
                <c:pt idx="131">
                  <c:v>46000</c:v>
                </c:pt>
                <c:pt idx="132">
                  <c:v>45999</c:v>
                </c:pt>
                <c:pt idx="133">
                  <c:v>45996</c:v>
                </c:pt>
                <c:pt idx="134">
                  <c:v>45995</c:v>
                </c:pt>
                <c:pt idx="135">
                  <c:v>45994</c:v>
                </c:pt>
                <c:pt idx="136">
                  <c:v>45993</c:v>
                </c:pt>
                <c:pt idx="137">
                  <c:v>45992</c:v>
                </c:pt>
                <c:pt idx="138">
                  <c:v>45989</c:v>
                </c:pt>
                <c:pt idx="139">
                  <c:v>45988</c:v>
                </c:pt>
                <c:pt idx="140">
                  <c:v>45987</c:v>
                </c:pt>
                <c:pt idx="141">
                  <c:v>45986</c:v>
                </c:pt>
                <c:pt idx="142">
                  <c:v>45985</c:v>
                </c:pt>
                <c:pt idx="143">
                  <c:v>45982</c:v>
                </c:pt>
                <c:pt idx="144">
                  <c:v>45981</c:v>
                </c:pt>
                <c:pt idx="145">
                  <c:v>45980</c:v>
                </c:pt>
                <c:pt idx="146">
                  <c:v>45979</c:v>
                </c:pt>
                <c:pt idx="147">
                  <c:v>45978</c:v>
                </c:pt>
                <c:pt idx="148">
                  <c:v>45975</c:v>
                </c:pt>
                <c:pt idx="149">
                  <c:v>45974</c:v>
                </c:pt>
                <c:pt idx="150">
                  <c:v>45973</c:v>
                </c:pt>
                <c:pt idx="151">
                  <c:v>45972</c:v>
                </c:pt>
                <c:pt idx="152">
                  <c:v>45971</c:v>
                </c:pt>
                <c:pt idx="153">
                  <c:v>45968</c:v>
                </c:pt>
                <c:pt idx="154">
                  <c:v>45967</c:v>
                </c:pt>
                <c:pt idx="155">
                  <c:v>45966</c:v>
                </c:pt>
                <c:pt idx="156">
                  <c:v>45965</c:v>
                </c:pt>
                <c:pt idx="157">
                  <c:v>45964</c:v>
                </c:pt>
                <c:pt idx="158">
                  <c:v>45961</c:v>
                </c:pt>
                <c:pt idx="159">
                  <c:v>45960</c:v>
                </c:pt>
                <c:pt idx="160">
                  <c:v>45958</c:v>
                </c:pt>
                <c:pt idx="161">
                  <c:v>45957</c:v>
                </c:pt>
                <c:pt idx="162">
                  <c:v>45954</c:v>
                </c:pt>
                <c:pt idx="163">
                  <c:v>45953</c:v>
                </c:pt>
                <c:pt idx="164">
                  <c:v>45952</c:v>
                </c:pt>
                <c:pt idx="165">
                  <c:v>45951</c:v>
                </c:pt>
                <c:pt idx="166">
                  <c:v>45950</c:v>
                </c:pt>
                <c:pt idx="167">
                  <c:v>45947</c:v>
                </c:pt>
                <c:pt idx="168">
                  <c:v>45946</c:v>
                </c:pt>
                <c:pt idx="169">
                  <c:v>45945</c:v>
                </c:pt>
                <c:pt idx="170">
                  <c:v>45944</c:v>
                </c:pt>
                <c:pt idx="171">
                  <c:v>45943</c:v>
                </c:pt>
                <c:pt idx="172">
                  <c:v>45940</c:v>
                </c:pt>
                <c:pt idx="173">
                  <c:v>45939</c:v>
                </c:pt>
                <c:pt idx="174">
                  <c:v>45938</c:v>
                </c:pt>
                <c:pt idx="175">
                  <c:v>45936</c:v>
                </c:pt>
                <c:pt idx="176">
                  <c:v>45933</c:v>
                </c:pt>
                <c:pt idx="177">
                  <c:v>45932</c:v>
                </c:pt>
                <c:pt idx="178">
                  <c:v>45930</c:v>
                </c:pt>
                <c:pt idx="179">
                  <c:v>45929</c:v>
                </c:pt>
                <c:pt idx="180">
                  <c:v>45926</c:v>
                </c:pt>
                <c:pt idx="181">
                  <c:v>45925</c:v>
                </c:pt>
                <c:pt idx="182">
                  <c:v>45924</c:v>
                </c:pt>
                <c:pt idx="183">
                  <c:v>45923</c:v>
                </c:pt>
                <c:pt idx="184">
                  <c:v>45922</c:v>
                </c:pt>
                <c:pt idx="185">
                  <c:v>45919</c:v>
                </c:pt>
                <c:pt idx="186">
                  <c:v>45918</c:v>
                </c:pt>
                <c:pt idx="187">
                  <c:v>45917</c:v>
                </c:pt>
                <c:pt idx="188">
                  <c:v>45916</c:v>
                </c:pt>
                <c:pt idx="189">
                  <c:v>45915</c:v>
                </c:pt>
                <c:pt idx="190">
                  <c:v>45912</c:v>
                </c:pt>
                <c:pt idx="191">
                  <c:v>45911</c:v>
                </c:pt>
                <c:pt idx="192">
                  <c:v>45910</c:v>
                </c:pt>
                <c:pt idx="193">
                  <c:v>45909</c:v>
                </c:pt>
                <c:pt idx="194">
                  <c:v>45908</c:v>
                </c:pt>
                <c:pt idx="195">
                  <c:v>45905</c:v>
                </c:pt>
                <c:pt idx="196">
                  <c:v>45904</c:v>
                </c:pt>
                <c:pt idx="197">
                  <c:v>45903</c:v>
                </c:pt>
                <c:pt idx="198">
                  <c:v>45902</c:v>
                </c:pt>
                <c:pt idx="199">
                  <c:v>45901</c:v>
                </c:pt>
                <c:pt idx="200">
                  <c:v>45898</c:v>
                </c:pt>
                <c:pt idx="201">
                  <c:v>45897</c:v>
                </c:pt>
                <c:pt idx="202">
                  <c:v>45896</c:v>
                </c:pt>
                <c:pt idx="203">
                  <c:v>45895</c:v>
                </c:pt>
                <c:pt idx="204">
                  <c:v>45894</c:v>
                </c:pt>
                <c:pt idx="205">
                  <c:v>45891</c:v>
                </c:pt>
                <c:pt idx="206">
                  <c:v>45890</c:v>
                </c:pt>
                <c:pt idx="207">
                  <c:v>45889</c:v>
                </c:pt>
                <c:pt idx="208">
                  <c:v>45888</c:v>
                </c:pt>
                <c:pt idx="209">
                  <c:v>45887</c:v>
                </c:pt>
                <c:pt idx="210">
                  <c:v>45884</c:v>
                </c:pt>
                <c:pt idx="211">
                  <c:v>45883</c:v>
                </c:pt>
                <c:pt idx="212">
                  <c:v>45882</c:v>
                </c:pt>
                <c:pt idx="213">
                  <c:v>45881</c:v>
                </c:pt>
                <c:pt idx="214">
                  <c:v>45880</c:v>
                </c:pt>
                <c:pt idx="215">
                  <c:v>45877</c:v>
                </c:pt>
                <c:pt idx="216">
                  <c:v>45876</c:v>
                </c:pt>
                <c:pt idx="217">
                  <c:v>45875</c:v>
                </c:pt>
                <c:pt idx="218">
                  <c:v>45874</c:v>
                </c:pt>
                <c:pt idx="219">
                  <c:v>45873</c:v>
                </c:pt>
                <c:pt idx="220">
                  <c:v>45870</c:v>
                </c:pt>
                <c:pt idx="221">
                  <c:v>45869</c:v>
                </c:pt>
                <c:pt idx="222">
                  <c:v>45868</c:v>
                </c:pt>
                <c:pt idx="223">
                  <c:v>45867</c:v>
                </c:pt>
                <c:pt idx="224">
                  <c:v>45866</c:v>
                </c:pt>
                <c:pt idx="225">
                  <c:v>45863</c:v>
                </c:pt>
                <c:pt idx="226">
                  <c:v>45862</c:v>
                </c:pt>
                <c:pt idx="227">
                  <c:v>45861</c:v>
                </c:pt>
                <c:pt idx="228">
                  <c:v>45860</c:v>
                </c:pt>
                <c:pt idx="229">
                  <c:v>45859</c:v>
                </c:pt>
                <c:pt idx="230">
                  <c:v>45856</c:v>
                </c:pt>
                <c:pt idx="231">
                  <c:v>45855</c:v>
                </c:pt>
                <c:pt idx="232">
                  <c:v>45854</c:v>
                </c:pt>
                <c:pt idx="233">
                  <c:v>45853</c:v>
                </c:pt>
                <c:pt idx="234">
                  <c:v>45852</c:v>
                </c:pt>
                <c:pt idx="235">
                  <c:v>45849</c:v>
                </c:pt>
                <c:pt idx="236">
                  <c:v>45848</c:v>
                </c:pt>
                <c:pt idx="237">
                  <c:v>45847</c:v>
                </c:pt>
                <c:pt idx="238">
                  <c:v>45846</c:v>
                </c:pt>
                <c:pt idx="239">
                  <c:v>45845</c:v>
                </c:pt>
                <c:pt idx="240">
                  <c:v>45842</c:v>
                </c:pt>
                <c:pt idx="241">
                  <c:v>45841</c:v>
                </c:pt>
                <c:pt idx="242">
                  <c:v>45840</c:v>
                </c:pt>
                <c:pt idx="243">
                  <c:v>45838</c:v>
                </c:pt>
                <c:pt idx="244">
                  <c:v>45835</c:v>
                </c:pt>
                <c:pt idx="245">
                  <c:v>45834</c:v>
                </c:pt>
                <c:pt idx="246">
                  <c:v>45833</c:v>
                </c:pt>
                <c:pt idx="247">
                  <c:v>45832</c:v>
                </c:pt>
                <c:pt idx="248">
                  <c:v>45831</c:v>
                </c:pt>
                <c:pt idx="249">
                  <c:v>45828</c:v>
                </c:pt>
                <c:pt idx="250">
                  <c:v>45827</c:v>
                </c:pt>
                <c:pt idx="251">
                  <c:v>45826</c:v>
                </c:pt>
                <c:pt idx="252">
                  <c:v>45825</c:v>
                </c:pt>
                <c:pt idx="253">
                  <c:v>45824</c:v>
                </c:pt>
                <c:pt idx="254">
                  <c:v>45821</c:v>
                </c:pt>
                <c:pt idx="255">
                  <c:v>45820</c:v>
                </c:pt>
                <c:pt idx="256">
                  <c:v>45819</c:v>
                </c:pt>
                <c:pt idx="257">
                  <c:v>45818</c:v>
                </c:pt>
                <c:pt idx="258">
                  <c:v>45817</c:v>
                </c:pt>
                <c:pt idx="259">
                  <c:v>45814</c:v>
                </c:pt>
                <c:pt idx="260">
                  <c:v>45813</c:v>
                </c:pt>
                <c:pt idx="261">
                  <c:v>45812</c:v>
                </c:pt>
                <c:pt idx="262">
                  <c:v>45811</c:v>
                </c:pt>
                <c:pt idx="263">
                  <c:v>45810</c:v>
                </c:pt>
                <c:pt idx="264">
                  <c:v>45807</c:v>
                </c:pt>
                <c:pt idx="265">
                  <c:v>45806</c:v>
                </c:pt>
                <c:pt idx="266">
                  <c:v>45805</c:v>
                </c:pt>
                <c:pt idx="267">
                  <c:v>45804</c:v>
                </c:pt>
                <c:pt idx="268">
                  <c:v>45803</c:v>
                </c:pt>
                <c:pt idx="269">
                  <c:v>45800</c:v>
                </c:pt>
                <c:pt idx="270">
                  <c:v>45799</c:v>
                </c:pt>
                <c:pt idx="271">
                  <c:v>45798</c:v>
                </c:pt>
                <c:pt idx="272">
                  <c:v>45797</c:v>
                </c:pt>
                <c:pt idx="273">
                  <c:v>45796</c:v>
                </c:pt>
                <c:pt idx="274">
                  <c:v>45793</c:v>
                </c:pt>
                <c:pt idx="275">
                  <c:v>45792</c:v>
                </c:pt>
                <c:pt idx="276">
                  <c:v>45791</c:v>
                </c:pt>
                <c:pt idx="277">
                  <c:v>45790</c:v>
                </c:pt>
                <c:pt idx="278">
                  <c:v>45789</c:v>
                </c:pt>
                <c:pt idx="279">
                  <c:v>45786</c:v>
                </c:pt>
                <c:pt idx="280">
                  <c:v>45785</c:v>
                </c:pt>
                <c:pt idx="281">
                  <c:v>45784</c:v>
                </c:pt>
                <c:pt idx="282">
                  <c:v>45783</c:v>
                </c:pt>
                <c:pt idx="283">
                  <c:v>45779</c:v>
                </c:pt>
                <c:pt idx="284">
                  <c:v>45777</c:v>
                </c:pt>
                <c:pt idx="285">
                  <c:v>45776</c:v>
                </c:pt>
                <c:pt idx="286">
                  <c:v>45775</c:v>
                </c:pt>
                <c:pt idx="287">
                  <c:v>45772</c:v>
                </c:pt>
                <c:pt idx="288">
                  <c:v>45771</c:v>
                </c:pt>
                <c:pt idx="289">
                  <c:v>45770</c:v>
                </c:pt>
                <c:pt idx="290">
                  <c:v>45769</c:v>
                </c:pt>
                <c:pt idx="291">
                  <c:v>45764</c:v>
                </c:pt>
                <c:pt idx="292">
                  <c:v>45763</c:v>
                </c:pt>
                <c:pt idx="293">
                  <c:v>45762</c:v>
                </c:pt>
                <c:pt idx="294">
                  <c:v>45761</c:v>
                </c:pt>
                <c:pt idx="295">
                  <c:v>45758</c:v>
                </c:pt>
                <c:pt idx="296">
                  <c:v>45757</c:v>
                </c:pt>
                <c:pt idx="297">
                  <c:v>45756</c:v>
                </c:pt>
                <c:pt idx="298">
                  <c:v>45755</c:v>
                </c:pt>
                <c:pt idx="299">
                  <c:v>45754</c:v>
                </c:pt>
                <c:pt idx="300">
                  <c:v>45750</c:v>
                </c:pt>
                <c:pt idx="301">
                  <c:v>45749</c:v>
                </c:pt>
                <c:pt idx="302">
                  <c:v>45748</c:v>
                </c:pt>
                <c:pt idx="303">
                  <c:v>45747</c:v>
                </c:pt>
                <c:pt idx="304">
                  <c:v>45744</c:v>
                </c:pt>
                <c:pt idx="305">
                  <c:v>45743</c:v>
                </c:pt>
                <c:pt idx="306">
                  <c:v>45742</c:v>
                </c:pt>
                <c:pt idx="307">
                  <c:v>45741</c:v>
                </c:pt>
                <c:pt idx="308">
                  <c:v>45740</c:v>
                </c:pt>
                <c:pt idx="309">
                  <c:v>45737</c:v>
                </c:pt>
                <c:pt idx="310">
                  <c:v>45736</c:v>
                </c:pt>
                <c:pt idx="311">
                  <c:v>45735</c:v>
                </c:pt>
                <c:pt idx="312">
                  <c:v>45734</c:v>
                </c:pt>
                <c:pt idx="313">
                  <c:v>45733</c:v>
                </c:pt>
                <c:pt idx="314">
                  <c:v>45730</c:v>
                </c:pt>
                <c:pt idx="315">
                  <c:v>45729</c:v>
                </c:pt>
                <c:pt idx="316">
                  <c:v>45728</c:v>
                </c:pt>
                <c:pt idx="317">
                  <c:v>45727</c:v>
                </c:pt>
                <c:pt idx="318">
                  <c:v>45726</c:v>
                </c:pt>
                <c:pt idx="319">
                  <c:v>45723</c:v>
                </c:pt>
                <c:pt idx="320">
                  <c:v>45722</c:v>
                </c:pt>
                <c:pt idx="321">
                  <c:v>45721</c:v>
                </c:pt>
                <c:pt idx="322">
                  <c:v>45720</c:v>
                </c:pt>
                <c:pt idx="323">
                  <c:v>45719</c:v>
                </c:pt>
                <c:pt idx="324">
                  <c:v>45716</c:v>
                </c:pt>
                <c:pt idx="325">
                  <c:v>45715</c:v>
                </c:pt>
                <c:pt idx="326">
                  <c:v>45714</c:v>
                </c:pt>
                <c:pt idx="327">
                  <c:v>45713</c:v>
                </c:pt>
                <c:pt idx="328">
                  <c:v>45712</c:v>
                </c:pt>
                <c:pt idx="329">
                  <c:v>45709</c:v>
                </c:pt>
                <c:pt idx="330">
                  <c:v>45708</c:v>
                </c:pt>
                <c:pt idx="331">
                  <c:v>45707</c:v>
                </c:pt>
                <c:pt idx="332">
                  <c:v>45706</c:v>
                </c:pt>
                <c:pt idx="333">
                  <c:v>45705</c:v>
                </c:pt>
                <c:pt idx="334">
                  <c:v>45702</c:v>
                </c:pt>
                <c:pt idx="335">
                  <c:v>45701</c:v>
                </c:pt>
                <c:pt idx="336">
                  <c:v>45700</c:v>
                </c:pt>
                <c:pt idx="337">
                  <c:v>45699</c:v>
                </c:pt>
                <c:pt idx="338">
                  <c:v>45698</c:v>
                </c:pt>
                <c:pt idx="339">
                  <c:v>45695</c:v>
                </c:pt>
                <c:pt idx="340">
                  <c:v>45694</c:v>
                </c:pt>
                <c:pt idx="341">
                  <c:v>45693</c:v>
                </c:pt>
                <c:pt idx="342">
                  <c:v>45692</c:v>
                </c:pt>
                <c:pt idx="343">
                  <c:v>45691</c:v>
                </c:pt>
                <c:pt idx="344">
                  <c:v>45685</c:v>
                </c:pt>
                <c:pt idx="345">
                  <c:v>45684</c:v>
                </c:pt>
                <c:pt idx="346">
                  <c:v>45681</c:v>
                </c:pt>
                <c:pt idx="347">
                  <c:v>45680</c:v>
                </c:pt>
                <c:pt idx="348">
                  <c:v>45679</c:v>
                </c:pt>
                <c:pt idx="349">
                  <c:v>45678</c:v>
                </c:pt>
                <c:pt idx="350">
                  <c:v>45677</c:v>
                </c:pt>
                <c:pt idx="351">
                  <c:v>45674</c:v>
                </c:pt>
                <c:pt idx="352">
                  <c:v>45673</c:v>
                </c:pt>
                <c:pt idx="353">
                  <c:v>45672</c:v>
                </c:pt>
                <c:pt idx="354">
                  <c:v>45671</c:v>
                </c:pt>
                <c:pt idx="355">
                  <c:v>45670</c:v>
                </c:pt>
                <c:pt idx="356">
                  <c:v>45667</c:v>
                </c:pt>
                <c:pt idx="357">
                  <c:v>45666</c:v>
                </c:pt>
                <c:pt idx="358">
                  <c:v>45665</c:v>
                </c:pt>
                <c:pt idx="359">
                  <c:v>45664</c:v>
                </c:pt>
                <c:pt idx="360">
                  <c:v>45663</c:v>
                </c:pt>
                <c:pt idx="361">
                  <c:v>45660</c:v>
                </c:pt>
                <c:pt idx="362">
                  <c:v>45659</c:v>
                </c:pt>
                <c:pt idx="363">
                  <c:v>45657</c:v>
                </c:pt>
                <c:pt idx="364">
                  <c:v>45656</c:v>
                </c:pt>
                <c:pt idx="365">
                  <c:v>45653</c:v>
                </c:pt>
                <c:pt idx="366">
                  <c:v>45650</c:v>
                </c:pt>
                <c:pt idx="367">
                  <c:v>45649</c:v>
                </c:pt>
                <c:pt idx="368">
                  <c:v>45646</c:v>
                </c:pt>
                <c:pt idx="369">
                  <c:v>45645</c:v>
                </c:pt>
                <c:pt idx="370">
                  <c:v>45644</c:v>
                </c:pt>
                <c:pt idx="371">
                  <c:v>45643</c:v>
                </c:pt>
                <c:pt idx="372">
                  <c:v>45642</c:v>
                </c:pt>
                <c:pt idx="373">
                  <c:v>45639</c:v>
                </c:pt>
                <c:pt idx="374">
                  <c:v>45638</c:v>
                </c:pt>
                <c:pt idx="375">
                  <c:v>45637</c:v>
                </c:pt>
                <c:pt idx="376">
                  <c:v>45636</c:v>
                </c:pt>
                <c:pt idx="377">
                  <c:v>45635</c:v>
                </c:pt>
                <c:pt idx="378">
                  <c:v>45632</c:v>
                </c:pt>
                <c:pt idx="379">
                  <c:v>45631</c:v>
                </c:pt>
                <c:pt idx="380">
                  <c:v>45630</c:v>
                </c:pt>
                <c:pt idx="381">
                  <c:v>45629</c:v>
                </c:pt>
                <c:pt idx="382">
                  <c:v>45628</c:v>
                </c:pt>
                <c:pt idx="383">
                  <c:v>45625</c:v>
                </c:pt>
                <c:pt idx="384">
                  <c:v>45624</c:v>
                </c:pt>
                <c:pt idx="385">
                  <c:v>45623</c:v>
                </c:pt>
                <c:pt idx="386">
                  <c:v>45622</c:v>
                </c:pt>
                <c:pt idx="387">
                  <c:v>45621</c:v>
                </c:pt>
                <c:pt idx="388">
                  <c:v>45618</c:v>
                </c:pt>
                <c:pt idx="389">
                  <c:v>45617</c:v>
                </c:pt>
                <c:pt idx="390">
                  <c:v>45616</c:v>
                </c:pt>
                <c:pt idx="391">
                  <c:v>45615</c:v>
                </c:pt>
                <c:pt idx="392">
                  <c:v>45614</c:v>
                </c:pt>
                <c:pt idx="393">
                  <c:v>45611</c:v>
                </c:pt>
                <c:pt idx="394">
                  <c:v>45610</c:v>
                </c:pt>
                <c:pt idx="395">
                  <c:v>45609</c:v>
                </c:pt>
                <c:pt idx="396">
                  <c:v>45608</c:v>
                </c:pt>
                <c:pt idx="397">
                  <c:v>45607</c:v>
                </c:pt>
                <c:pt idx="398">
                  <c:v>45604</c:v>
                </c:pt>
                <c:pt idx="399">
                  <c:v>45603</c:v>
                </c:pt>
                <c:pt idx="400">
                  <c:v>45602</c:v>
                </c:pt>
                <c:pt idx="401">
                  <c:v>45601</c:v>
                </c:pt>
                <c:pt idx="402">
                  <c:v>45600</c:v>
                </c:pt>
                <c:pt idx="403">
                  <c:v>45597</c:v>
                </c:pt>
                <c:pt idx="404">
                  <c:v>45596</c:v>
                </c:pt>
                <c:pt idx="405">
                  <c:v>45595</c:v>
                </c:pt>
                <c:pt idx="406">
                  <c:v>45594</c:v>
                </c:pt>
                <c:pt idx="407">
                  <c:v>45593</c:v>
                </c:pt>
                <c:pt idx="408">
                  <c:v>45590</c:v>
                </c:pt>
                <c:pt idx="409">
                  <c:v>45589</c:v>
                </c:pt>
                <c:pt idx="410">
                  <c:v>45588</c:v>
                </c:pt>
                <c:pt idx="411">
                  <c:v>45587</c:v>
                </c:pt>
                <c:pt idx="412">
                  <c:v>45586</c:v>
                </c:pt>
                <c:pt idx="413">
                  <c:v>45583</c:v>
                </c:pt>
                <c:pt idx="414">
                  <c:v>45582</c:v>
                </c:pt>
                <c:pt idx="415">
                  <c:v>45581</c:v>
                </c:pt>
                <c:pt idx="416">
                  <c:v>45580</c:v>
                </c:pt>
                <c:pt idx="417">
                  <c:v>45579</c:v>
                </c:pt>
                <c:pt idx="418">
                  <c:v>45575</c:v>
                </c:pt>
                <c:pt idx="419">
                  <c:v>45574</c:v>
                </c:pt>
                <c:pt idx="420">
                  <c:v>45573</c:v>
                </c:pt>
                <c:pt idx="421">
                  <c:v>45572</c:v>
                </c:pt>
                <c:pt idx="422">
                  <c:v>45569</c:v>
                </c:pt>
                <c:pt idx="423">
                  <c:v>45568</c:v>
                </c:pt>
                <c:pt idx="424">
                  <c:v>45567</c:v>
                </c:pt>
                <c:pt idx="425">
                  <c:v>45565</c:v>
                </c:pt>
                <c:pt idx="426">
                  <c:v>45562</c:v>
                </c:pt>
                <c:pt idx="427">
                  <c:v>45561</c:v>
                </c:pt>
                <c:pt idx="428">
                  <c:v>45560</c:v>
                </c:pt>
                <c:pt idx="429">
                  <c:v>45559</c:v>
                </c:pt>
                <c:pt idx="430">
                  <c:v>45558</c:v>
                </c:pt>
                <c:pt idx="431">
                  <c:v>45555</c:v>
                </c:pt>
                <c:pt idx="432">
                  <c:v>45554</c:v>
                </c:pt>
                <c:pt idx="433">
                  <c:v>45552</c:v>
                </c:pt>
                <c:pt idx="434">
                  <c:v>45551</c:v>
                </c:pt>
                <c:pt idx="435">
                  <c:v>45548</c:v>
                </c:pt>
                <c:pt idx="436">
                  <c:v>45547</c:v>
                </c:pt>
                <c:pt idx="437">
                  <c:v>45546</c:v>
                </c:pt>
                <c:pt idx="438">
                  <c:v>45545</c:v>
                </c:pt>
                <c:pt idx="439">
                  <c:v>45544</c:v>
                </c:pt>
                <c:pt idx="440">
                  <c:v>45540</c:v>
                </c:pt>
                <c:pt idx="441">
                  <c:v>45539</c:v>
                </c:pt>
                <c:pt idx="442">
                  <c:v>45538</c:v>
                </c:pt>
                <c:pt idx="443">
                  <c:v>45537</c:v>
                </c:pt>
                <c:pt idx="444">
                  <c:v>45534</c:v>
                </c:pt>
                <c:pt idx="445">
                  <c:v>45533</c:v>
                </c:pt>
                <c:pt idx="446">
                  <c:v>45532</c:v>
                </c:pt>
                <c:pt idx="447">
                  <c:v>45531</c:v>
                </c:pt>
                <c:pt idx="448">
                  <c:v>45530</c:v>
                </c:pt>
                <c:pt idx="449">
                  <c:v>45527</c:v>
                </c:pt>
                <c:pt idx="450">
                  <c:v>45526</c:v>
                </c:pt>
                <c:pt idx="451">
                  <c:v>45525</c:v>
                </c:pt>
                <c:pt idx="452">
                  <c:v>45524</c:v>
                </c:pt>
                <c:pt idx="453">
                  <c:v>45523</c:v>
                </c:pt>
                <c:pt idx="454">
                  <c:v>45520</c:v>
                </c:pt>
                <c:pt idx="455">
                  <c:v>45519</c:v>
                </c:pt>
                <c:pt idx="456">
                  <c:v>45518</c:v>
                </c:pt>
                <c:pt idx="457">
                  <c:v>45517</c:v>
                </c:pt>
                <c:pt idx="458">
                  <c:v>45516</c:v>
                </c:pt>
                <c:pt idx="459">
                  <c:v>45513</c:v>
                </c:pt>
                <c:pt idx="460">
                  <c:v>45512</c:v>
                </c:pt>
                <c:pt idx="461">
                  <c:v>45511</c:v>
                </c:pt>
                <c:pt idx="462">
                  <c:v>45510</c:v>
                </c:pt>
                <c:pt idx="463">
                  <c:v>45509</c:v>
                </c:pt>
                <c:pt idx="464">
                  <c:v>45506</c:v>
                </c:pt>
                <c:pt idx="465">
                  <c:v>45505</c:v>
                </c:pt>
                <c:pt idx="466">
                  <c:v>45504</c:v>
                </c:pt>
                <c:pt idx="467">
                  <c:v>45503</c:v>
                </c:pt>
                <c:pt idx="468">
                  <c:v>45502</c:v>
                </c:pt>
                <c:pt idx="469">
                  <c:v>45499</c:v>
                </c:pt>
                <c:pt idx="470">
                  <c:v>45498</c:v>
                </c:pt>
                <c:pt idx="471">
                  <c:v>45497</c:v>
                </c:pt>
                <c:pt idx="472">
                  <c:v>45496</c:v>
                </c:pt>
                <c:pt idx="473">
                  <c:v>45495</c:v>
                </c:pt>
                <c:pt idx="474">
                  <c:v>45492</c:v>
                </c:pt>
                <c:pt idx="475">
                  <c:v>45491</c:v>
                </c:pt>
                <c:pt idx="476">
                  <c:v>45490</c:v>
                </c:pt>
                <c:pt idx="477">
                  <c:v>45489</c:v>
                </c:pt>
                <c:pt idx="478">
                  <c:v>45488</c:v>
                </c:pt>
                <c:pt idx="479">
                  <c:v>45485</c:v>
                </c:pt>
                <c:pt idx="480">
                  <c:v>45484</c:v>
                </c:pt>
                <c:pt idx="481">
                  <c:v>45483</c:v>
                </c:pt>
                <c:pt idx="482">
                  <c:v>45482</c:v>
                </c:pt>
                <c:pt idx="483">
                  <c:v>45481</c:v>
                </c:pt>
                <c:pt idx="484">
                  <c:v>45478</c:v>
                </c:pt>
                <c:pt idx="485">
                  <c:v>45477</c:v>
                </c:pt>
                <c:pt idx="486">
                  <c:v>45476</c:v>
                </c:pt>
                <c:pt idx="487">
                  <c:v>45475</c:v>
                </c:pt>
                <c:pt idx="488">
                  <c:v>45471</c:v>
                </c:pt>
                <c:pt idx="489">
                  <c:v>45470</c:v>
                </c:pt>
                <c:pt idx="490">
                  <c:v>45469</c:v>
                </c:pt>
                <c:pt idx="491">
                  <c:v>45468</c:v>
                </c:pt>
                <c:pt idx="492">
                  <c:v>45467</c:v>
                </c:pt>
                <c:pt idx="493">
                  <c:v>45464</c:v>
                </c:pt>
                <c:pt idx="494">
                  <c:v>45463</c:v>
                </c:pt>
                <c:pt idx="495">
                  <c:v>45462</c:v>
                </c:pt>
                <c:pt idx="496">
                  <c:v>45461</c:v>
                </c:pt>
                <c:pt idx="497">
                  <c:v>45460</c:v>
                </c:pt>
                <c:pt idx="498">
                  <c:v>45457</c:v>
                </c:pt>
                <c:pt idx="499">
                  <c:v>45456</c:v>
                </c:pt>
                <c:pt idx="500">
                  <c:v>45455</c:v>
                </c:pt>
                <c:pt idx="501">
                  <c:v>45454</c:v>
                </c:pt>
                <c:pt idx="502">
                  <c:v>45450</c:v>
                </c:pt>
                <c:pt idx="503">
                  <c:v>45449</c:v>
                </c:pt>
                <c:pt idx="504">
                  <c:v>45448</c:v>
                </c:pt>
                <c:pt idx="505">
                  <c:v>45447</c:v>
                </c:pt>
                <c:pt idx="506">
                  <c:v>45446</c:v>
                </c:pt>
                <c:pt idx="507">
                  <c:v>45443</c:v>
                </c:pt>
                <c:pt idx="508">
                  <c:v>45442</c:v>
                </c:pt>
                <c:pt idx="509">
                  <c:v>45441</c:v>
                </c:pt>
                <c:pt idx="510">
                  <c:v>45440</c:v>
                </c:pt>
                <c:pt idx="511">
                  <c:v>45439</c:v>
                </c:pt>
                <c:pt idx="512">
                  <c:v>45436</c:v>
                </c:pt>
                <c:pt idx="513">
                  <c:v>45435</c:v>
                </c:pt>
                <c:pt idx="514">
                  <c:v>45434</c:v>
                </c:pt>
                <c:pt idx="515">
                  <c:v>45433</c:v>
                </c:pt>
                <c:pt idx="516">
                  <c:v>45432</c:v>
                </c:pt>
                <c:pt idx="517">
                  <c:v>45429</c:v>
                </c:pt>
                <c:pt idx="518">
                  <c:v>45428</c:v>
                </c:pt>
                <c:pt idx="519">
                  <c:v>45426</c:v>
                </c:pt>
                <c:pt idx="520">
                  <c:v>45425</c:v>
                </c:pt>
                <c:pt idx="521">
                  <c:v>45422</c:v>
                </c:pt>
                <c:pt idx="522">
                  <c:v>45421</c:v>
                </c:pt>
                <c:pt idx="523">
                  <c:v>45420</c:v>
                </c:pt>
                <c:pt idx="524">
                  <c:v>45419</c:v>
                </c:pt>
                <c:pt idx="525">
                  <c:v>45418</c:v>
                </c:pt>
                <c:pt idx="526">
                  <c:v>45415</c:v>
                </c:pt>
                <c:pt idx="527">
                  <c:v>45414</c:v>
                </c:pt>
                <c:pt idx="528">
                  <c:v>45412</c:v>
                </c:pt>
                <c:pt idx="529">
                  <c:v>45411</c:v>
                </c:pt>
                <c:pt idx="530">
                  <c:v>45408</c:v>
                </c:pt>
                <c:pt idx="531">
                  <c:v>45407</c:v>
                </c:pt>
                <c:pt idx="532">
                  <c:v>45406</c:v>
                </c:pt>
                <c:pt idx="533">
                  <c:v>45405</c:v>
                </c:pt>
                <c:pt idx="534">
                  <c:v>45404</c:v>
                </c:pt>
                <c:pt idx="535">
                  <c:v>45401</c:v>
                </c:pt>
                <c:pt idx="536">
                  <c:v>45400</c:v>
                </c:pt>
                <c:pt idx="537">
                  <c:v>45399</c:v>
                </c:pt>
                <c:pt idx="538">
                  <c:v>45398</c:v>
                </c:pt>
                <c:pt idx="539">
                  <c:v>45397</c:v>
                </c:pt>
                <c:pt idx="540">
                  <c:v>45394</c:v>
                </c:pt>
                <c:pt idx="541">
                  <c:v>45393</c:v>
                </c:pt>
                <c:pt idx="542">
                  <c:v>45392</c:v>
                </c:pt>
                <c:pt idx="543">
                  <c:v>45391</c:v>
                </c:pt>
                <c:pt idx="544">
                  <c:v>45390</c:v>
                </c:pt>
                <c:pt idx="545">
                  <c:v>45387</c:v>
                </c:pt>
                <c:pt idx="546">
                  <c:v>45385</c:v>
                </c:pt>
                <c:pt idx="547">
                  <c:v>45384</c:v>
                </c:pt>
                <c:pt idx="548">
                  <c:v>45379</c:v>
                </c:pt>
                <c:pt idx="549">
                  <c:v>45378</c:v>
                </c:pt>
                <c:pt idx="550">
                  <c:v>45377</c:v>
                </c:pt>
                <c:pt idx="551">
                  <c:v>45376</c:v>
                </c:pt>
                <c:pt idx="552">
                  <c:v>45373</c:v>
                </c:pt>
                <c:pt idx="553">
                  <c:v>45372</c:v>
                </c:pt>
                <c:pt idx="554">
                  <c:v>45371</c:v>
                </c:pt>
                <c:pt idx="555">
                  <c:v>45370</c:v>
                </c:pt>
                <c:pt idx="556">
                  <c:v>45369</c:v>
                </c:pt>
                <c:pt idx="557">
                  <c:v>45366</c:v>
                </c:pt>
                <c:pt idx="558">
                  <c:v>45365</c:v>
                </c:pt>
                <c:pt idx="559">
                  <c:v>45364</c:v>
                </c:pt>
                <c:pt idx="560">
                  <c:v>45363</c:v>
                </c:pt>
                <c:pt idx="561">
                  <c:v>45362</c:v>
                </c:pt>
                <c:pt idx="562">
                  <c:v>45359</c:v>
                </c:pt>
                <c:pt idx="563">
                  <c:v>45358</c:v>
                </c:pt>
                <c:pt idx="564">
                  <c:v>45357</c:v>
                </c:pt>
                <c:pt idx="565">
                  <c:v>45356</c:v>
                </c:pt>
                <c:pt idx="566">
                  <c:v>45355</c:v>
                </c:pt>
                <c:pt idx="567">
                  <c:v>45352</c:v>
                </c:pt>
                <c:pt idx="568">
                  <c:v>45351</c:v>
                </c:pt>
                <c:pt idx="569">
                  <c:v>45350</c:v>
                </c:pt>
                <c:pt idx="570">
                  <c:v>45349</c:v>
                </c:pt>
                <c:pt idx="571">
                  <c:v>45348</c:v>
                </c:pt>
                <c:pt idx="572">
                  <c:v>45345</c:v>
                </c:pt>
                <c:pt idx="573">
                  <c:v>45344</c:v>
                </c:pt>
                <c:pt idx="574">
                  <c:v>45343</c:v>
                </c:pt>
                <c:pt idx="575">
                  <c:v>45342</c:v>
                </c:pt>
                <c:pt idx="576">
                  <c:v>45341</c:v>
                </c:pt>
                <c:pt idx="577">
                  <c:v>45338</c:v>
                </c:pt>
                <c:pt idx="578">
                  <c:v>45337</c:v>
                </c:pt>
                <c:pt idx="579">
                  <c:v>45336</c:v>
                </c:pt>
                <c:pt idx="580">
                  <c:v>45331</c:v>
                </c:pt>
                <c:pt idx="581">
                  <c:v>45330</c:v>
                </c:pt>
                <c:pt idx="582">
                  <c:v>45329</c:v>
                </c:pt>
                <c:pt idx="583">
                  <c:v>45328</c:v>
                </c:pt>
                <c:pt idx="584">
                  <c:v>45327</c:v>
                </c:pt>
                <c:pt idx="585">
                  <c:v>45324</c:v>
                </c:pt>
                <c:pt idx="586">
                  <c:v>45323</c:v>
                </c:pt>
                <c:pt idx="587">
                  <c:v>45322</c:v>
                </c:pt>
                <c:pt idx="588">
                  <c:v>45321</c:v>
                </c:pt>
                <c:pt idx="589">
                  <c:v>45320</c:v>
                </c:pt>
                <c:pt idx="590">
                  <c:v>45317</c:v>
                </c:pt>
                <c:pt idx="591">
                  <c:v>45316</c:v>
                </c:pt>
                <c:pt idx="592">
                  <c:v>45315</c:v>
                </c:pt>
                <c:pt idx="593">
                  <c:v>45314</c:v>
                </c:pt>
                <c:pt idx="594">
                  <c:v>45313</c:v>
                </c:pt>
                <c:pt idx="595">
                  <c:v>45310</c:v>
                </c:pt>
                <c:pt idx="596">
                  <c:v>45309</c:v>
                </c:pt>
                <c:pt idx="597">
                  <c:v>45308</c:v>
                </c:pt>
                <c:pt idx="598">
                  <c:v>45307</c:v>
                </c:pt>
                <c:pt idx="599">
                  <c:v>45306</c:v>
                </c:pt>
                <c:pt idx="600">
                  <c:v>45303</c:v>
                </c:pt>
                <c:pt idx="601">
                  <c:v>45302</c:v>
                </c:pt>
                <c:pt idx="602">
                  <c:v>45301</c:v>
                </c:pt>
                <c:pt idx="603">
                  <c:v>45300</c:v>
                </c:pt>
                <c:pt idx="604">
                  <c:v>45299</c:v>
                </c:pt>
                <c:pt idx="605">
                  <c:v>45296</c:v>
                </c:pt>
                <c:pt idx="606">
                  <c:v>45295</c:v>
                </c:pt>
                <c:pt idx="607">
                  <c:v>45294</c:v>
                </c:pt>
                <c:pt idx="608">
                  <c:v>45293</c:v>
                </c:pt>
                <c:pt idx="609">
                  <c:v>45289</c:v>
                </c:pt>
                <c:pt idx="610">
                  <c:v>45288</c:v>
                </c:pt>
                <c:pt idx="611">
                  <c:v>45287</c:v>
                </c:pt>
                <c:pt idx="612">
                  <c:v>45282</c:v>
                </c:pt>
                <c:pt idx="613">
                  <c:v>45281</c:v>
                </c:pt>
                <c:pt idx="614">
                  <c:v>45280</c:v>
                </c:pt>
                <c:pt idx="615">
                  <c:v>45279</c:v>
                </c:pt>
                <c:pt idx="616">
                  <c:v>45278</c:v>
                </c:pt>
                <c:pt idx="617">
                  <c:v>45275</c:v>
                </c:pt>
                <c:pt idx="618">
                  <c:v>45274</c:v>
                </c:pt>
                <c:pt idx="619">
                  <c:v>45273</c:v>
                </c:pt>
                <c:pt idx="620">
                  <c:v>45272</c:v>
                </c:pt>
                <c:pt idx="621">
                  <c:v>45271</c:v>
                </c:pt>
                <c:pt idx="622">
                  <c:v>45268</c:v>
                </c:pt>
                <c:pt idx="623">
                  <c:v>45267</c:v>
                </c:pt>
                <c:pt idx="624">
                  <c:v>45266</c:v>
                </c:pt>
                <c:pt idx="625">
                  <c:v>45265</c:v>
                </c:pt>
                <c:pt idx="626">
                  <c:v>45264</c:v>
                </c:pt>
                <c:pt idx="627">
                  <c:v>45261</c:v>
                </c:pt>
                <c:pt idx="628">
                  <c:v>45260</c:v>
                </c:pt>
                <c:pt idx="629">
                  <c:v>45259</c:v>
                </c:pt>
                <c:pt idx="630">
                  <c:v>45258</c:v>
                </c:pt>
                <c:pt idx="631">
                  <c:v>45257</c:v>
                </c:pt>
                <c:pt idx="632">
                  <c:v>45254</c:v>
                </c:pt>
                <c:pt idx="633">
                  <c:v>45253</c:v>
                </c:pt>
                <c:pt idx="634">
                  <c:v>45252</c:v>
                </c:pt>
                <c:pt idx="635">
                  <c:v>45251</c:v>
                </c:pt>
                <c:pt idx="636">
                  <c:v>45250</c:v>
                </c:pt>
                <c:pt idx="637">
                  <c:v>45247</c:v>
                </c:pt>
                <c:pt idx="638">
                  <c:v>45246</c:v>
                </c:pt>
                <c:pt idx="639">
                  <c:v>45245</c:v>
                </c:pt>
                <c:pt idx="640">
                  <c:v>45244</c:v>
                </c:pt>
                <c:pt idx="641">
                  <c:v>45243</c:v>
                </c:pt>
                <c:pt idx="642">
                  <c:v>45240</c:v>
                </c:pt>
                <c:pt idx="643">
                  <c:v>45239</c:v>
                </c:pt>
                <c:pt idx="644">
                  <c:v>45238</c:v>
                </c:pt>
                <c:pt idx="645">
                  <c:v>45237</c:v>
                </c:pt>
                <c:pt idx="646">
                  <c:v>45236</c:v>
                </c:pt>
                <c:pt idx="647">
                  <c:v>45233</c:v>
                </c:pt>
                <c:pt idx="648">
                  <c:v>45232</c:v>
                </c:pt>
                <c:pt idx="649">
                  <c:v>45231</c:v>
                </c:pt>
                <c:pt idx="650">
                  <c:v>45230</c:v>
                </c:pt>
                <c:pt idx="651">
                  <c:v>45229</c:v>
                </c:pt>
                <c:pt idx="652">
                  <c:v>45226</c:v>
                </c:pt>
                <c:pt idx="653">
                  <c:v>45225</c:v>
                </c:pt>
                <c:pt idx="654">
                  <c:v>45224</c:v>
                </c:pt>
                <c:pt idx="655">
                  <c:v>45223</c:v>
                </c:pt>
                <c:pt idx="656">
                  <c:v>45219</c:v>
                </c:pt>
                <c:pt idx="657">
                  <c:v>45218</c:v>
                </c:pt>
                <c:pt idx="658">
                  <c:v>45217</c:v>
                </c:pt>
                <c:pt idx="659">
                  <c:v>45216</c:v>
                </c:pt>
                <c:pt idx="660">
                  <c:v>45215</c:v>
                </c:pt>
                <c:pt idx="661">
                  <c:v>45212</c:v>
                </c:pt>
                <c:pt idx="662">
                  <c:v>45211</c:v>
                </c:pt>
                <c:pt idx="663">
                  <c:v>45210</c:v>
                </c:pt>
                <c:pt idx="664">
                  <c:v>45209</c:v>
                </c:pt>
                <c:pt idx="665">
                  <c:v>45208</c:v>
                </c:pt>
                <c:pt idx="666">
                  <c:v>45205</c:v>
                </c:pt>
                <c:pt idx="667">
                  <c:v>45204</c:v>
                </c:pt>
                <c:pt idx="668">
                  <c:v>45203</c:v>
                </c:pt>
                <c:pt idx="669">
                  <c:v>45202</c:v>
                </c:pt>
                <c:pt idx="670">
                  <c:v>45198</c:v>
                </c:pt>
                <c:pt idx="671">
                  <c:v>45197</c:v>
                </c:pt>
                <c:pt idx="672">
                  <c:v>45196</c:v>
                </c:pt>
                <c:pt idx="673">
                  <c:v>45195</c:v>
                </c:pt>
                <c:pt idx="674">
                  <c:v>45194</c:v>
                </c:pt>
                <c:pt idx="675">
                  <c:v>45191</c:v>
                </c:pt>
                <c:pt idx="676">
                  <c:v>45190</c:v>
                </c:pt>
                <c:pt idx="677">
                  <c:v>45189</c:v>
                </c:pt>
                <c:pt idx="678">
                  <c:v>45188</c:v>
                </c:pt>
                <c:pt idx="679">
                  <c:v>45187</c:v>
                </c:pt>
                <c:pt idx="680">
                  <c:v>45184</c:v>
                </c:pt>
                <c:pt idx="681">
                  <c:v>45183</c:v>
                </c:pt>
                <c:pt idx="682">
                  <c:v>45182</c:v>
                </c:pt>
                <c:pt idx="683">
                  <c:v>45181</c:v>
                </c:pt>
                <c:pt idx="684">
                  <c:v>45180</c:v>
                </c:pt>
                <c:pt idx="685">
                  <c:v>45176</c:v>
                </c:pt>
                <c:pt idx="686">
                  <c:v>45175</c:v>
                </c:pt>
                <c:pt idx="687">
                  <c:v>45174</c:v>
                </c:pt>
                <c:pt idx="688">
                  <c:v>45173</c:v>
                </c:pt>
                <c:pt idx="689">
                  <c:v>45169</c:v>
                </c:pt>
                <c:pt idx="690">
                  <c:v>45168</c:v>
                </c:pt>
                <c:pt idx="691">
                  <c:v>45167</c:v>
                </c:pt>
                <c:pt idx="692">
                  <c:v>45166</c:v>
                </c:pt>
                <c:pt idx="693">
                  <c:v>45163</c:v>
                </c:pt>
                <c:pt idx="694">
                  <c:v>45162</c:v>
                </c:pt>
                <c:pt idx="695">
                  <c:v>45161</c:v>
                </c:pt>
                <c:pt idx="696">
                  <c:v>45160</c:v>
                </c:pt>
                <c:pt idx="697">
                  <c:v>45159</c:v>
                </c:pt>
                <c:pt idx="698">
                  <c:v>45156</c:v>
                </c:pt>
                <c:pt idx="699">
                  <c:v>45155</c:v>
                </c:pt>
                <c:pt idx="700">
                  <c:v>45154</c:v>
                </c:pt>
                <c:pt idx="701">
                  <c:v>45153</c:v>
                </c:pt>
                <c:pt idx="702">
                  <c:v>45152</c:v>
                </c:pt>
                <c:pt idx="703">
                  <c:v>45149</c:v>
                </c:pt>
                <c:pt idx="704">
                  <c:v>45148</c:v>
                </c:pt>
                <c:pt idx="705">
                  <c:v>45147</c:v>
                </c:pt>
                <c:pt idx="706">
                  <c:v>45146</c:v>
                </c:pt>
                <c:pt idx="707">
                  <c:v>45145</c:v>
                </c:pt>
                <c:pt idx="708">
                  <c:v>45142</c:v>
                </c:pt>
                <c:pt idx="709">
                  <c:v>45141</c:v>
                </c:pt>
                <c:pt idx="710">
                  <c:v>45140</c:v>
                </c:pt>
                <c:pt idx="711">
                  <c:v>45139</c:v>
                </c:pt>
                <c:pt idx="712">
                  <c:v>45138</c:v>
                </c:pt>
                <c:pt idx="713">
                  <c:v>45135</c:v>
                </c:pt>
                <c:pt idx="714">
                  <c:v>45134</c:v>
                </c:pt>
                <c:pt idx="715">
                  <c:v>45133</c:v>
                </c:pt>
                <c:pt idx="716">
                  <c:v>45132</c:v>
                </c:pt>
                <c:pt idx="717">
                  <c:v>45131</c:v>
                </c:pt>
                <c:pt idx="718">
                  <c:v>45128</c:v>
                </c:pt>
                <c:pt idx="719">
                  <c:v>45127</c:v>
                </c:pt>
                <c:pt idx="720">
                  <c:v>45126</c:v>
                </c:pt>
                <c:pt idx="721">
                  <c:v>45125</c:v>
                </c:pt>
                <c:pt idx="722">
                  <c:v>45121</c:v>
                </c:pt>
                <c:pt idx="723">
                  <c:v>45120</c:v>
                </c:pt>
                <c:pt idx="724">
                  <c:v>45119</c:v>
                </c:pt>
                <c:pt idx="725">
                  <c:v>45118</c:v>
                </c:pt>
                <c:pt idx="726">
                  <c:v>45117</c:v>
                </c:pt>
                <c:pt idx="727">
                  <c:v>45114</c:v>
                </c:pt>
                <c:pt idx="728">
                  <c:v>45113</c:v>
                </c:pt>
                <c:pt idx="729">
                  <c:v>45112</c:v>
                </c:pt>
                <c:pt idx="730">
                  <c:v>45111</c:v>
                </c:pt>
                <c:pt idx="731">
                  <c:v>45110</c:v>
                </c:pt>
                <c:pt idx="732">
                  <c:v>45107</c:v>
                </c:pt>
                <c:pt idx="733">
                  <c:v>45106</c:v>
                </c:pt>
                <c:pt idx="734">
                  <c:v>45105</c:v>
                </c:pt>
                <c:pt idx="735">
                  <c:v>45104</c:v>
                </c:pt>
                <c:pt idx="736">
                  <c:v>45103</c:v>
                </c:pt>
                <c:pt idx="737">
                  <c:v>45100</c:v>
                </c:pt>
                <c:pt idx="738">
                  <c:v>45098</c:v>
                </c:pt>
                <c:pt idx="739">
                  <c:v>45097</c:v>
                </c:pt>
                <c:pt idx="740">
                  <c:v>45096</c:v>
                </c:pt>
                <c:pt idx="741">
                  <c:v>45093</c:v>
                </c:pt>
                <c:pt idx="742">
                  <c:v>45092</c:v>
                </c:pt>
                <c:pt idx="743">
                  <c:v>45091</c:v>
                </c:pt>
                <c:pt idx="744">
                  <c:v>45090</c:v>
                </c:pt>
                <c:pt idx="745">
                  <c:v>45089</c:v>
                </c:pt>
                <c:pt idx="746">
                  <c:v>45086</c:v>
                </c:pt>
                <c:pt idx="747">
                  <c:v>45085</c:v>
                </c:pt>
                <c:pt idx="748">
                  <c:v>45084</c:v>
                </c:pt>
                <c:pt idx="749">
                  <c:v>45083</c:v>
                </c:pt>
                <c:pt idx="750">
                  <c:v>45082</c:v>
                </c:pt>
                <c:pt idx="751">
                  <c:v>45079</c:v>
                </c:pt>
                <c:pt idx="752">
                  <c:v>45078</c:v>
                </c:pt>
                <c:pt idx="753">
                  <c:v>45077</c:v>
                </c:pt>
                <c:pt idx="754">
                  <c:v>45076</c:v>
                </c:pt>
                <c:pt idx="755">
                  <c:v>45075</c:v>
                </c:pt>
                <c:pt idx="756">
                  <c:v>45071</c:v>
                </c:pt>
                <c:pt idx="757">
                  <c:v>45070</c:v>
                </c:pt>
                <c:pt idx="758">
                  <c:v>45069</c:v>
                </c:pt>
                <c:pt idx="759">
                  <c:v>45068</c:v>
                </c:pt>
                <c:pt idx="760">
                  <c:v>45065</c:v>
                </c:pt>
                <c:pt idx="761">
                  <c:v>45064</c:v>
                </c:pt>
                <c:pt idx="762">
                  <c:v>45063</c:v>
                </c:pt>
                <c:pt idx="763">
                  <c:v>45062</c:v>
                </c:pt>
                <c:pt idx="764">
                  <c:v>45061</c:v>
                </c:pt>
                <c:pt idx="765">
                  <c:v>45058</c:v>
                </c:pt>
                <c:pt idx="766">
                  <c:v>45057</c:v>
                </c:pt>
                <c:pt idx="767">
                  <c:v>45056</c:v>
                </c:pt>
                <c:pt idx="768">
                  <c:v>45055</c:v>
                </c:pt>
                <c:pt idx="769">
                  <c:v>45054</c:v>
                </c:pt>
                <c:pt idx="770">
                  <c:v>45051</c:v>
                </c:pt>
                <c:pt idx="771">
                  <c:v>45050</c:v>
                </c:pt>
                <c:pt idx="772">
                  <c:v>45049</c:v>
                </c:pt>
                <c:pt idx="773">
                  <c:v>45048</c:v>
                </c:pt>
                <c:pt idx="774">
                  <c:v>45044</c:v>
                </c:pt>
                <c:pt idx="775">
                  <c:v>45043</c:v>
                </c:pt>
                <c:pt idx="776">
                  <c:v>45042</c:v>
                </c:pt>
                <c:pt idx="777">
                  <c:v>45041</c:v>
                </c:pt>
                <c:pt idx="778">
                  <c:v>45040</c:v>
                </c:pt>
                <c:pt idx="779">
                  <c:v>45037</c:v>
                </c:pt>
                <c:pt idx="780">
                  <c:v>45036</c:v>
                </c:pt>
                <c:pt idx="781">
                  <c:v>45035</c:v>
                </c:pt>
                <c:pt idx="782">
                  <c:v>45034</c:v>
                </c:pt>
                <c:pt idx="783">
                  <c:v>45033</c:v>
                </c:pt>
                <c:pt idx="784">
                  <c:v>45030</c:v>
                </c:pt>
                <c:pt idx="785">
                  <c:v>45029</c:v>
                </c:pt>
                <c:pt idx="786">
                  <c:v>45028</c:v>
                </c:pt>
                <c:pt idx="787">
                  <c:v>45027</c:v>
                </c:pt>
                <c:pt idx="788">
                  <c:v>45022</c:v>
                </c:pt>
                <c:pt idx="789">
                  <c:v>45020</c:v>
                </c:pt>
                <c:pt idx="790">
                  <c:v>45019</c:v>
                </c:pt>
                <c:pt idx="791">
                  <c:v>45016</c:v>
                </c:pt>
                <c:pt idx="792">
                  <c:v>45015</c:v>
                </c:pt>
                <c:pt idx="793">
                  <c:v>45014</c:v>
                </c:pt>
                <c:pt idx="794">
                  <c:v>45013</c:v>
                </c:pt>
                <c:pt idx="795">
                  <c:v>45012</c:v>
                </c:pt>
                <c:pt idx="796">
                  <c:v>45009</c:v>
                </c:pt>
                <c:pt idx="797">
                  <c:v>45008</c:v>
                </c:pt>
                <c:pt idx="798">
                  <c:v>45007</c:v>
                </c:pt>
                <c:pt idx="799">
                  <c:v>45006</c:v>
                </c:pt>
                <c:pt idx="800">
                  <c:v>45005</c:v>
                </c:pt>
                <c:pt idx="801">
                  <c:v>45002</c:v>
                </c:pt>
                <c:pt idx="802">
                  <c:v>45001</c:v>
                </c:pt>
                <c:pt idx="803">
                  <c:v>45000</c:v>
                </c:pt>
                <c:pt idx="804">
                  <c:v>44999</c:v>
                </c:pt>
                <c:pt idx="805">
                  <c:v>44998</c:v>
                </c:pt>
                <c:pt idx="806">
                  <c:v>44995</c:v>
                </c:pt>
                <c:pt idx="807">
                  <c:v>44994</c:v>
                </c:pt>
                <c:pt idx="808">
                  <c:v>44993</c:v>
                </c:pt>
                <c:pt idx="809">
                  <c:v>44992</c:v>
                </c:pt>
                <c:pt idx="810">
                  <c:v>44991</c:v>
                </c:pt>
                <c:pt idx="811">
                  <c:v>44988</c:v>
                </c:pt>
                <c:pt idx="812">
                  <c:v>44987</c:v>
                </c:pt>
                <c:pt idx="813">
                  <c:v>44986</c:v>
                </c:pt>
                <c:pt idx="814">
                  <c:v>44985</c:v>
                </c:pt>
                <c:pt idx="815">
                  <c:v>44984</c:v>
                </c:pt>
                <c:pt idx="816">
                  <c:v>44981</c:v>
                </c:pt>
                <c:pt idx="817">
                  <c:v>44980</c:v>
                </c:pt>
                <c:pt idx="818">
                  <c:v>44979</c:v>
                </c:pt>
                <c:pt idx="819">
                  <c:v>44978</c:v>
                </c:pt>
                <c:pt idx="820">
                  <c:v>44977</c:v>
                </c:pt>
                <c:pt idx="821">
                  <c:v>44974</c:v>
                </c:pt>
                <c:pt idx="822">
                  <c:v>44973</c:v>
                </c:pt>
                <c:pt idx="823">
                  <c:v>44972</c:v>
                </c:pt>
                <c:pt idx="824">
                  <c:v>44971</c:v>
                </c:pt>
                <c:pt idx="825">
                  <c:v>44970</c:v>
                </c:pt>
                <c:pt idx="826">
                  <c:v>44967</c:v>
                </c:pt>
                <c:pt idx="827">
                  <c:v>44966</c:v>
                </c:pt>
                <c:pt idx="828">
                  <c:v>44965</c:v>
                </c:pt>
                <c:pt idx="829">
                  <c:v>44964</c:v>
                </c:pt>
                <c:pt idx="830">
                  <c:v>44963</c:v>
                </c:pt>
                <c:pt idx="831">
                  <c:v>44960</c:v>
                </c:pt>
                <c:pt idx="832">
                  <c:v>44959</c:v>
                </c:pt>
                <c:pt idx="833">
                  <c:v>44958</c:v>
                </c:pt>
                <c:pt idx="834">
                  <c:v>44957</c:v>
                </c:pt>
                <c:pt idx="835">
                  <c:v>44956</c:v>
                </c:pt>
                <c:pt idx="836">
                  <c:v>44953</c:v>
                </c:pt>
                <c:pt idx="837">
                  <c:v>44952</c:v>
                </c:pt>
                <c:pt idx="838">
                  <c:v>44946</c:v>
                </c:pt>
                <c:pt idx="839">
                  <c:v>44945</c:v>
                </c:pt>
                <c:pt idx="840">
                  <c:v>44944</c:v>
                </c:pt>
                <c:pt idx="841">
                  <c:v>44943</c:v>
                </c:pt>
                <c:pt idx="842">
                  <c:v>44942</c:v>
                </c:pt>
                <c:pt idx="843">
                  <c:v>44939</c:v>
                </c:pt>
                <c:pt idx="844">
                  <c:v>44938</c:v>
                </c:pt>
                <c:pt idx="845">
                  <c:v>44937</c:v>
                </c:pt>
                <c:pt idx="846">
                  <c:v>44936</c:v>
                </c:pt>
                <c:pt idx="847">
                  <c:v>44935</c:v>
                </c:pt>
                <c:pt idx="848">
                  <c:v>44932</c:v>
                </c:pt>
                <c:pt idx="849">
                  <c:v>44931</c:v>
                </c:pt>
                <c:pt idx="850">
                  <c:v>44930</c:v>
                </c:pt>
                <c:pt idx="851">
                  <c:v>44929</c:v>
                </c:pt>
                <c:pt idx="852">
                  <c:v>44925</c:v>
                </c:pt>
                <c:pt idx="853">
                  <c:v>44924</c:v>
                </c:pt>
                <c:pt idx="854">
                  <c:v>44923</c:v>
                </c:pt>
                <c:pt idx="855">
                  <c:v>44918</c:v>
                </c:pt>
                <c:pt idx="856">
                  <c:v>44917</c:v>
                </c:pt>
                <c:pt idx="857">
                  <c:v>44916</c:v>
                </c:pt>
                <c:pt idx="858">
                  <c:v>44915</c:v>
                </c:pt>
                <c:pt idx="859">
                  <c:v>44914</c:v>
                </c:pt>
                <c:pt idx="860">
                  <c:v>44911</c:v>
                </c:pt>
                <c:pt idx="861">
                  <c:v>44910</c:v>
                </c:pt>
                <c:pt idx="862">
                  <c:v>44909</c:v>
                </c:pt>
                <c:pt idx="863">
                  <c:v>44908</c:v>
                </c:pt>
                <c:pt idx="864">
                  <c:v>44907</c:v>
                </c:pt>
                <c:pt idx="865">
                  <c:v>44904</c:v>
                </c:pt>
                <c:pt idx="866">
                  <c:v>44903</c:v>
                </c:pt>
                <c:pt idx="867">
                  <c:v>44902</c:v>
                </c:pt>
                <c:pt idx="868">
                  <c:v>44901</c:v>
                </c:pt>
                <c:pt idx="869">
                  <c:v>44900</c:v>
                </c:pt>
                <c:pt idx="870">
                  <c:v>44897</c:v>
                </c:pt>
                <c:pt idx="871">
                  <c:v>44896</c:v>
                </c:pt>
                <c:pt idx="872">
                  <c:v>44895</c:v>
                </c:pt>
                <c:pt idx="873">
                  <c:v>44894</c:v>
                </c:pt>
                <c:pt idx="874">
                  <c:v>44893</c:v>
                </c:pt>
                <c:pt idx="875">
                  <c:v>44890</c:v>
                </c:pt>
                <c:pt idx="876">
                  <c:v>44889</c:v>
                </c:pt>
                <c:pt idx="877">
                  <c:v>44888</c:v>
                </c:pt>
                <c:pt idx="878">
                  <c:v>44887</c:v>
                </c:pt>
                <c:pt idx="879">
                  <c:v>44886</c:v>
                </c:pt>
                <c:pt idx="880">
                  <c:v>44883</c:v>
                </c:pt>
                <c:pt idx="881">
                  <c:v>44882</c:v>
                </c:pt>
                <c:pt idx="882">
                  <c:v>44881</c:v>
                </c:pt>
                <c:pt idx="883">
                  <c:v>44880</c:v>
                </c:pt>
                <c:pt idx="884">
                  <c:v>44879</c:v>
                </c:pt>
                <c:pt idx="885">
                  <c:v>44876</c:v>
                </c:pt>
                <c:pt idx="886">
                  <c:v>44875</c:v>
                </c:pt>
                <c:pt idx="887">
                  <c:v>44874</c:v>
                </c:pt>
                <c:pt idx="888">
                  <c:v>44873</c:v>
                </c:pt>
                <c:pt idx="889">
                  <c:v>44872</c:v>
                </c:pt>
                <c:pt idx="890">
                  <c:v>44869</c:v>
                </c:pt>
                <c:pt idx="891">
                  <c:v>44868</c:v>
                </c:pt>
                <c:pt idx="892">
                  <c:v>44867</c:v>
                </c:pt>
                <c:pt idx="893">
                  <c:v>44866</c:v>
                </c:pt>
                <c:pt idx="894">
                  <c:v>44865</c:v>
                </c:pt>
                <c:pt idx="895">
                  <c:v>44862</c:v>
                </c:pt>
                <c:pt idx="896">
                  <c:v>44861</c:v>
                </c:pt>
                <c:pt idx="897">
                  <c:v>44860</c:v>
                </c:pt>
                <c:pt idx="898">
                  <c:v>44859</c:v>
                </c:pt>
                <c:pt idx="899">
                  <c:v>44858</c:v>
                </c:pt>
                <c:pt idx="900">
                  <c:v>44855</c:v>
                </c:pt>
                <c:pt idx="901">
                  <c:v>44854</c:v>
                </c:pt>
                <c:pt idx="902">
                  <c:v>44853</c:v>
                </c:pt>
                <c:pt idx="903">
                  <c:v>44852</c:v>
                </c:pt>
                <c:pt idx="904">
                  <c:v>44851</c:v>
                </c:pt>
                <c:pt idx="905">
                  <c:v>44848</c:v>
                </c:pt>
                <c:pt idx="906">
                  <c:v>44847</c:v>
                </c:pt>
                <c:pt idx="907">
                  <c:v>44846</c:v>
                </c:pt>
                <c:pt idx="908">
                  <c:v>44845</c:v>
                </c:pt>
                <c:pt idx="909">
                  <c:v>44844</c:v>
                </c:pt>
                <c:pt idx="910">
                  <c:v>44841</c:v>
                </c:pt>
                <c:pt idx="911">
                  <c:v>44840</c:v>
                </c:pt>
                <c:pt idx="912">
                  <c:v>44839</c:v>
                </c:pt>
                <c:pt idx="913">
                  <c:v>44837</c:v>
                </c:pt>
                <c:pt idx="914">
                  <c:v>44834</c:v>
                </c:pt>
                <c:pt idx="915">
                  <c:v>44833</c:v>
                </c:pt>
                <c:pt idx="916">
                  <c:v>44832</c:v>
                </c:pt>
                <c:pt idx="917">
                  <c:v>44831</c:v>
                </c:pt>
                <c:pt idx="918">
                  <c:v>44830</c:v>
                </c:pt>
                <c:pt idx="919">
                  <c:v>44827</c:v>
                </c:pt>
                <c:pt idx="920">
                  <c:v>44826</c:v>
                </c:pt>
                <c:pt idx="921">
                  <c:v>44825</c:v>
                </c:pt>
                <c:pt idx="922">
                  <c:v>44824</c:v>
                </c:pt>
                <c:pt idx="923">
                  <c:v>44823</c:v>
                </c:pt>
                <c:pt idx="924">
                  <c:v>44820</c:v>
                </c:pt>
                <c:pt idx="925">
                  <c:v>44819</c:v>
                </c:pt>
                <c:pt idx="926">
                  <c:v>44818</c:v>
                </c:pt>
                <c:pt idx="927">
                  <c:v>44817</c:v>
                </c:pt>
                <c:pt idx="928">
                  <c:v>44813</c:v>
                </c:pt>
                <c:pt idx="929">
                  <c:v>44812</c:v>
                </c:pt>
                <c:pt idx="930">
                  <c:v>44811</c:v>
                </c:pt>
                <c:pt idx="931">
                  <c:v>44810</c:v>
                </c:pt>
                <c:pt idx="932">
                  <c:v>44809</c:v>
                </c:pt>
                <c:pt idx="933">
                  <c:v>44806</c:v>
                </c:pt>
                <c:pt idx="934">
                  <c:v>44805</c:v>
                </c:pt>
                <c:pt idx="935">
                  <c:v>44804</c:v>
                </c:pt>
                <c:pt idx="936">
                  <c:v>44803</c:v>
                </c:pt>
                <c:pt idx="937">
                  <c:v>44802</c:v>
                </c:pt>
                <c:pt idx="938">
                  <c:v>44799</c:v>
                </c:pt>
                <c:pt idx="939">
                  <c:v>44798</c:v>
                </c:pt>
                <c:pt idx="940">
                  <c:v>44797</c:v>
                </c:pt>
                <c:pt idx="941">
                  <c:v>44796</c:v>
                </c:pt>
                <c:pt idx="942">
                  <c:v>44795</c:v>
                </c:pt>
                <c:pt idx="943">
                  <c:v>44792</c:v>
                </c:pt>
                <c:pt idx="944">
                  <c:v>44791</c:v>
                </c:pt>
                <c:pt idx="945">
                  <c:v>44790</c:v>
                </c:pt>
                <c:pt idx="946">
                  <c:v>44789</c:v>
                </c:pt>
                <c:pt idx="947">
                  <c:v>44788</c:v>
                </c:pt>
                <c:pt idx="948">
                  <c:v>44785</c:v>
                </c:pt>
                <c:pt idx="949">
                  <c:v>44784</c:v>
                </c:pt>
                <c:pt idx="950">
                  <c:v>44783</c:v>
                </c:pt>
                <c:pt idx="951">
                  <c:v>44782</c:v>
                </c:pt>
                <c:pt idx="952">
                  <c:v>44781</c:v>
                </c:pt>
                <c:pt idx="953">
                  <c:v>44778</c:v>
                </c:pt>
                <c:pt idx="954">
                  <c:v>44777</c:v>
                </c:pt>
                <c:pt idx="955">
                  <c:v>44776</c:v>
                </c:pt>
                <c:pt idx="956">
                  <c:v>44775</c:v>
                </c:pt>
                <c:pt idx="957">
                  <c:v>44774</c:v>
                </c:pt>
                <c:pt idx="958">
                  <c:v>44771</c:v>
                </c:pt>
                <c:pt idx="959">
                  <c:v>44770</c:v>
                </c:pt>
                <c:pt idx="960">
                  <c:v>44769</c:v>
                </c:pt>
                <c:pt idx="961">
                  <c:v>44768</c:v>
                </c:pt>
                <c:pt idx="962">
                  <c:v>44767</c:v>
                </c:pt>
                <c:pt idx="963">
                  <c:v>44764</c:v>
                </c:pt>
                <c:pt idx="964">
                  <c:v>44763</c:v>
                </c:pt>
                <c:pt idx="965">
                  <c:v>44762</c:v>
                </c:pt>
                <c:pt idx="966">
                  <c:v>44761</c:v>
                </c:pt>
                <c:pt idx="967">
                  <c:v>44760</c:v>
                </c:pt>
                <c:pt idx="968">
                  <c:v>44757</c:v>
                </c:pt>
                <c:pt idx="969">
                  <c:v>44756</c:v>
                </c:pt>
                <c:pt idx="970">
                  <c:v>44755</c:v>
                </c:pt>
                <c:pt idx="971">
                  <c:v>44754</c:v>
                </c:pt>
                <c:pt idx="972">
                  <c:v>44753</c:v>
                </c:pt>
                <c:pt idx="973">
                  <c:v>44750</c:v>
                </c:pt>
                <c:pt idx="974">
                  <c:v>44749</c:v>
                </c:pt>
                <c:pt idx="975">
                  <c:v>44748</c:v>
                </c:pt>
                <c:pt idx="976">
                  <c:v>44747</c:v>
                </c:pt>
                <c:pt idx="977">
                  <c:v>44746</c:v>
                </c:pt>
                <c:pt idx="978">
                  <c:v>44742</c:v>
                </c:pt>
                <c:pt idx="979">
                  <c:v>44741</c:v>
                </c:pt>
                <c:pt idx="980">
                  <c:v>44740</c:v>
                </c:pt>
                <c:pt idx="981">
                  <c:v>44739</c:v>
                </c:pt>
                <c:pt idx="982">
                  <c:v>44736</c:v>
                </c:pt>
                <c:pt idx="983">
                  <c:v>44735</c:v>
                </c:pt>
                <c:pt idx="984">
                  <c:v>44734</c:v>
                </c:pt>
                <c:pt idx="985">
                  <c:v>44733</c:v>
                </c:pt>
                <c:pt idx="986">
                  <c:v>44732</c:v>
                </c:pt>
                <c:pt idx="987">
                  <c:v>44729</c:v>
                </c:pt>
                <c:pt idx="988">
                  <c:v>44728</c:v>
                </c:pt>
                <c:pt idx="989">
                  <c:v>44727</c:v>
                </c:pt>
                <c:pt idx="990">
                  <c:v>44726</c:v>
                </c:pt>
                <c:pt idx="991">
                  <c:v>44725</c:v>
                </c:pt>
                <c:pt idx="992">
                  <c:v>44722</c:v>
                </c:pt>
                <c:pt idx="993">
                  <c:v>44721</c:v>
                </c:pt>
                <c:pt idx="994">
                  <c:v>44720</c:v>
                </c:pt>
                <c:pt idx="995">
                  <c:v>44719</c:v>
                </c:pt>
                <c:pt idx="996">
                  <c:v>44718</c:v>
                </c:pt>
                <c:pt idx="997">
                  <c:v>44714</c:v>
                </c:pt>
                <c:pt idx="998">
                  <c:v>44713</c:v>
                </c:pt>
                <c:pt idx="999">
                  <c:v>44712</c:v>
                </c:pt>
                <c:pt idx="1000">
                  <c:v>44711</c:v>
                </c:pt>
                <c:pt idx="1001">
                  <c:v>44708</c:v>
                </c:pt>
                <c:pt idx="1002">
                  <c:v>44707</c:v>
                </c:pt>
                <c:pt idx="1003">
                  <c:v>44706</c:v>
                </c:pt>
                <c:pt idx="1004">
                  <c:v>44705</c:v>
                </c:pt>
                <c:pt idx="1005">
                  <c:v>44704</c:v>
                </c:pt>
                <c:pt idx="1006">
                  <c:v>44701</c:v>
                </c:pt>
                <c:pt idx="1007">
                  <c:v>44700</c:v>
                </c:pt>
                <c:pt idx="1008">
                  <c:v>44699</c:v>
                </c:pt>
                <c:pt idx="1009">
                  <c:v>44698</c:v>
                </c:pt>
                <c:pt idx="1010">
                  <c:v>44697</c:v>
                </c:pt>
                <c:pt idx="1011">
                  <c:v>44694</c:v>
                </c:pt>
                <c:pt idx="1012">
                  <c:v>44693</c:v>
                </c:pt>
                <c:pt idx="1013">
                  <c:v>44692</c:v>
                </c:pt>
                <c:pt idx="1014">
                  <c:v>44691</c:v>
                </c:pt>
                <c:pt idx="1015">
                  <c:v>44687</c:v>
                </c:pt>
                <c:pt idx="1016">
                  <c:v>44686</c:v>
                </c:pt>
                <c:pt idx="1017">
                  <c:v>44685</c:v>
                </c:pt>
                <c:pt idx="1018">
                  <c:v>44684</c:v>
                </c:pt>
                <c:pt idx="1019">
                  <c:v>44680</c:v>
                </c:pt>
                <c:pt idx="1020">
                  <c:v>44679</c:v>
                </c:pt>
                <c:pt idx="1021">
                  <c:v>44678</c:v>
                </c:pt>
                <c:pt idx="1022">
                  <c:v>44677</c:v>
                </c:pt>
                <c:pt idx="1023">
                  <c:v>44676</c:v>
                </c:pt>
                <c:pt idx="1024">
                  <c:v>44673</c:v>
                </c:pt>
                <c:pt idx="1025">
                  <c:v>44672</c:v>
                </c:pt>
                <c:pt idx="1026">
                  <c:v>44671</c:v>
                </c:pt>
                <c:pt idx="1027">
                  <c:v>44670</c:v>
                </c:pt>
                <c:pt idx="1028">
                  <c:v>44665</c:v>
                </c:pt>
                <c:pt idx="1029">
                  <c:v>44664</c:v>
                </c:pt>
                <c:pt idx="1030">
                  <c:v>44663</c:v>
                </c:pt>
                <c:pt idx="1031">
                  <c:v>44662</c:v>
                </c:pt>
                <c:pt idx="1032">
                  <c:v>44659</c:v>
                </c:pt>
                <c:pt idx="1033">
                  <c:v>44658</c:v>
                </c:pt>
                <c:pt idx="1034">
                  <c:v>44657</c:v>
                </c:pt>
                <c:pt idx="1035">
                  <c:v>44655</c:v>
                </c:pt>
                <c:pt idx="1036">
                  <c:v>44652</c:v>
                </c:pt>
                <c:pt idx="1037">
                  <c:v>44651</c:v>
                </c:pt>
                <c:pt idx="1038">
                  <c:v>44650</c:v>
                </c:pt>
                <c:pt idx="1039">
                  <c:v>44649</c:v>
                </c:pt>
                <c:pt idx="1040">
                  <c:v>44648</c:v>
                </c:pt>
                <c:pt idx="1041">
                  <c:v>44645</c:v>
                </c:pt>
                <c:pt idx="1042">
                  <c:v>44644</c:v>
                </c:pt>
                <c:pt idx="1043">
                  <c:v>44643</c:v>
                </c:pt>
                <c:pt idx="1044">
                  <c:v>44642</c:v>
                </c:pt>
                <c:pt idx="1045">
                  <c:v>44641</c:v>
                </c:pt>
                <c:pt idx="1046">
                  <c:v>44638</c:v>
                </c:pt>
                <c:pt idx="1047">
                  <c:v>44637</c:v>
                </c:pt>
                <c:pt idx="1048">
                  <c:v>44636</c:v>
                </c:pt>
                <c:pt idx="1049">
                  <c:v>44635</c:v>
                </c:pt>
                <c:pt idx="1050">
                  <c:v>44634</c:v>
                </c:pt>
                <c:pt idx="1051">
                  <c:v>44631</c:v>
                </c:pt>
                <c:pt idx="1052">
                  <c:v>44630</c:v>
                </c:pt>
                <c:pt idx="1053">
                  <c:v>44629</c:v>
                </c:pt>
                <c:pt idx="1054">
                  <c:v>44628</c:v>
                </c:pt>
                <c:pt idx="1055">
                  <c:v>44627</c:v>
                </c:pt>
                <c:pt idx="1056">
                  <c:v>44624</c:v>
                </c:pt>
                <c:pt idx="1057">
                  <c:v>44623</c:v>
                </c:pt>
                <c:pt idx="1058">
                  <c:v>44622</c:v>
                </c:pt>
                <c:pt idx="1059">
                  <c:v>44621</c:v>
                </c:pt>
                <c:pt idx="1060">
                  <c:v>44620</c:v>
                </c:pt>
                <c:pt idx="1061">
                  <c:v>44617</c:v>
                </c:pt>
                <c:pt idx="1062">
                  <c:v>44616</c:v>
                </c:pt>
                <c:pt idx="1063">
                  <c:v>44615</c:v>
                </c:pt>
                <c:pt idx="1064">
                  <c:v>44614</c:v>
                </c:pt>
                <c:pt idx="1065">
                  <c:v>44613</c:v>
                </c:pt>
                <c:pt idx="1066">
                  <c:v>44610</c:v>
                </c:pt>
                <c:pt idx="1067">
                  <c:v>44609</c:v>
                </c:pt>
                <c:pt idx="1068">
                  <c:v>44608</c:v>
                </c:pt>
                <c:pt idx="1069">
                  <c:v>44607</c:v>
                </c:pt>
                <c:pt idx="1070">
                  <c:v>44606</c:v>
                </c:pt>
                <c:pt idx="1071">
                  <c:v>44603</c:v>
                </c:pt>
                <c:pt idx="1072">
                  <c:v>44602</c:v>
                </c:pt>
                <c:pt idx="1073">
                  <c:v>44601</c:v>
                </c:pt>
                <c:pt idx="1074">
                  <c:v>44600</c:v>
                </c:pt>
                <c:pt idx="1075">
                  <c:v>44599</c:v>
                </c:pt>
                <c:pt idx="1076">
                  <c:v>44596</c:v>
                </c:pt>
                <c:pt idx="1077">
                  <c:v>44592</c:v>
                </c:pt>
                <c:pt idx="1078">
                  <c:v>44589</c:v>
                </c:pt>
                <c:pt idx="1079">
                  <c:v>44588</c:v>
                </c:pt>
                <c:pt idx="1080">
                  <c:v>44587</c:v>
                </c:pt>
                <c:pt idx="1081">
                  <c:v>44586</c:v>
                </c:pt>
                <c:pt idx="1082">
                  <c:v>44585</c:v>
                </c:pt>
                <c:pt idx="1083">
                  <c:v>44582</c:v>
                </c:pt>
                <c:pt idx="1084">
                  <c:v>44581</c:v>
                </c:pt>
                <c:pt idx="1085">
                  <c:v>44580</c:v>
                </c:pt>
                <c:pt idx="1086">
                  <c:v>44579</c:v>
                </c:pt>
                <c:pt idx="1087">
                  <c:v>44578</c:v>
                </c:pt>
                <c:pt idx="1088">
                  <c:v>44575</c:v>
                </c:pt>
                <c:pt idx="1089">
                  <c:v>44574</c:v>
                </c:pt>
                <c:pt idx="1090">
                  <c:v>44573</c:v>
                </c:pt>
                <c:pt idx="1091">
                  <c:v>44572</c:v>
                </c:pt>
                <c:pt idx="1092">
                  <c:v>44571</c:v>
                </c:pt>
                <c:pt idx="1093">
                  <c:v>44568</c:v>
                </c:pt>
                <c:pt idx="1094">
                  <c:v>44567</c:v>
                </c:pt>
                <c:pt idx="1095">
                  <c:v>44566</c:v>
                </c:pt>
                <c:pt idx="1096">
                  <c:v>44565</c:v>
                </c:pt>
                <c:pt idx="1097">
                  <c:v>44564</c:v>
                </c:pt>
                <c:pt idx="1098">
                  <c:v>44561</c:v>
                </c:pt>
                <c:pt idx="1099">
                  <c:v>44560</c:v>
                </c:pt>
                <c:pt idx="1100">
                  <c:v>44559</c:v>
                </c:pt>
                <c:pt idx="1101">
                  <c:v>44558</c:v>
                </c:pt>
                <c:pt idx="1102">
                  <c:v>44554</c:v>
                </c:pt>
                <c:pt idx="1103">
                  <c:v>44553</c:v>
                </c:pt>
                <c:pt idx="1104">
                  <c:v>44552</c:v>
                </c:pt>
                <c:pt idx="1105">
                  <c:v>44551</c:v>
                </c:pt>
                <c:pt idx="1106">
                  <c:v>44550</c:v>
                </c:pt>
                <c:pt idx="1107">
                  <c:v>44547</c:v>
                </c:pt>
                <c:pt idx="1108">
                  <c:v>44546</c:v>
                </c:pt>
                <c:pt idx="1109">
                  <c:v>44545</c:v>
                </c:pt>
                <c:pt idx="1110">
                  <c:v>44544</c:v>
                </c:pt>
                <c:pt idx="1111">
                  <c:v>44543</c:v>
                </c:pt>
                <c:pt idx="1112">
                  <c:v>44540</c:v>
                </c:pt>
                <c:pt idx="1113">
                  <c:v>44539</c:v>
                </c:pt>
                <c:pt idx="1114">
                  <c:v>44538</c:v>
                </c:pt>
                <c:pt idx="1115">
                  <c:v>44537</c:v>
                </c:pt>
                <c:pt idx="1116">
                  <c:v>44536</c:v>
                </c:pt>
                <c:pt idx="1117">
                  <c:v>44533</c:v>
                </c:pt>
                <c:pt idx="1118">
                  <c:v>44532</c:v>
                </c:pt>
                <c:pt idx="1119">
                  <c:v>44531</c:v>
                </c:pt>
                <c:pt idx="1120">
                  <c:v>44530</c:v>
                </c:pt>
                <c:pt idx="1121">
                  <c:v>44529</c:v>
                </c:pt>
                <c:pt idx="1122">
                  <c:v>44526</c:v>
                </c:pt>
                <c:pt idx="1123">
                  <c:v>44525</c:v>
                </c:pt>
                <c:pt idx="1124">
                  <c:v>44524</c:v>
                </c:pt>
                <c:pt idx="1125">
                  <c:v>44523</c:v>
                </c:pt>
                <c:pt idx="1126">
                  <c:v>44522</c:v>
                </c:pt>
                <c:pt idx="1127">
                  <c:v>44519</c:v>
                </c:pt>
                <c:pt idx="1128">
                  <c:v>44518</c:v>
                </c:pt>
                <c:pt idx="1129">
                  <c:v>44517</c:v>
                </c:pt>
                <c:pt idx="1130">
                  <c:v>44516</c:v>
                </c:pt>
                <c:pt idx="1131">
                  <c:v>44515</c:v>
                </c:pt>
                <c:pt idx="1132">
                  <c:v>44512</c:v>
                </c:pt>
                <c:pt idx="1133">
                  <c:v>44511</c:v>
                </c:pt>
                <c:pt idx="1134">
                  <c:v>44510</c:v>
                </c:pt>
                <c:pt idx="1135">
                  <c:v>44509</c:v>
                </c:pt>
                <c:pt idx="1136">
                  <c:v>44508</c:v>
                </c:pt>
                <c:pt idx="1137">
                  <c:v>44505</c:v>
                </c:pt>
                <c:pt idx="1138">
                  <c:v>44504</c:v>
                </c:pt>
                <c:pt idx="1139">
                  <c:v>44503</c:v>
                </c:pt>
                <c:pt idx="1140">
                  <c:v>44502</c:v>
                </c:pt>
                <c:pt idx="1141">
                  <c:v>44501</c:v>
                </c:pt>
                <c:pt idx="1142">
                  <c:v>44498</c:v>
                </c:pt>
                <c:pt idx="1143">
                  <c:v>44497</c:v>
                </c:pt>
                <c:pt idx="1144">
                  <c:v>44496</c:v>
                </c:pt>
                <c:pt idx="1145">
                  <c:v>44495</c:v>
                </c:pt>
                <c:pt idx="1146">
                  <c:v>44494</c:v>
                </c:pt>
                <c:pt idx="1147">
                  <c:v>44491</c:v>
                </c:pt>
                <c:pt idx="1148">
                  <c:v>44490</c:v>
                </c:pt>
                <c:pt idx="1149">
                  <c:v>44489</c:v>
                </c:pt>
                <c:pt idx="1150">
                  <c:v>44488</c:v>
                </c:pt>
                <c:pt idx="1151">
                  <c:v>44487</c:v>
                </c:pt>
                <c:pt idx="1152">
                  <c:v>44484</c:v>
                </c:pt>
                <c:pt idx="1153">
                  <c:v>44481</c:v>
                </c:pt>
                <c:pt idx="1154">
                  <c:v>44480</c:v>
                </c:pt>
                <c:pt idx="1155">
                  <c:v>44477</c:v>
                </c:pt>
                <c:pt idx="1156">
                  <c:v>44476</c:v>
                </c:pt>
                <c:pt idx="1157">
                  <c:v>44475</c:v>
                </c:pt>
                <c:pt idx="1158">
                  <c:v>44474</c:v>
                </c:pt>
                <c:pt idx="1159">
                  <c:v>44473</c:v>
                </c:pt>
                <c:pt idx="1160">
                  <c:v>44469</c:v>
                </c:pt>
                <c:pt idx="1161">
                  <c:v>44468</c:v>
                </c:pt>
                <c:pt idx="1162">
                  <c:v>44467</c:v>
                </c:pt>
                <c:pt idx="1163">
                  <c:v>44466</c:v>
                </c:pt>
                <c:pt idx="1164">
                  <c:v>44463</c:v>
                </c:pt>
                <c:pt idx="1165">
                  <c:v>44462</c:v>
                </c:pt>
                <c:pt idx="1166">
                  <c:v>44460</c:v>
                </c:pt>
                <c:pt idx="1167">
                  <c:v>44459</c:v>
                </c:pt>
                <c:pt idx="1168">
                  <c:v>44456</c:v>
                </c:pt>
                <c:pt idx="1169">
                  <c:v>44455</c:v>
                </c:pt>
                <c:pt idx="1170">
                  <c:v>44454</c:v>
                </c:pt>
                <c:pt idx="1171">
                  <c:v>44453</c:v>
                </c:pt>
                <c:pt idx="1172">
                  <c:v>44452</c:v>
                </c:pt>
                <c:pt idx="1173">
                  <c:v>44449</c:v>
                </c:pt>
                <c:pt idx="1174">
                  <c:v>44448</c:v>
                </c:pt>
                <c:pt idx="1175">
                  <c:v>44447</c:v>
                </c:pt>
                <c:pt idx="1176">
                  <c:v>44446</c:v>
                </c:pt>
                <c:pt idx="1177">
                  <c:v>44445</c:v>
                </c:pt>
                <c:pt idx="1178">
                  <c:v>44442</c:v>
                </c:pt>
                <c:pt idx="1179">
                  <c:v>44441</c:v>
                </c:pt>
                <c:pt idx="1180">
                  <c:v>44440</c:v>
                </c:pt>
                <c:pt idx="1181">
                  <c:v>44439</c:v>
                </c:pt>
                <c:pt idx="1182">
                  <c:v>44438</c:v>
                </c:pt>
                <c:pt idx="1183">
                  <c:v>44435</c:v>
                </c:pt>
                <c:pt idx="1184">
                  <c:v>44434</c:v>
                </c:pt>
                <c:pt idx="1185">
                  <c:v>44433</c:v>
                </c:pt>
                <c:pt idx="1186">
                  <c:v>44432</c:v>
                </c:pt>
                <c:pt idx="1187">
                  <c:v>44431</c:v>
                </c:pt>
                <c:pt idx="1188">
                  <c:v>44428</c:v>
                </c:pt>
                <c:pt idx="1189">
                  <c:v>44427</c:v>
                </c:pt>
                <c:pt idx="1190">
                  <c:v>44426</c:v>
                </c:pt>
                <c:pt idx="1191">
                  <c:v>44425</c:v>
                </c:pt>
                <c:pt idx="1192">
                  <c:v>44424</c:v>
                </c:pt>
                <c:pt idx="1193">
                  <c:v>44421</c:v>
                </c:pt>
                <c:pt idx="1194">
                  <c:v>44420</c:v>
                </c:pt>
                <c:pt idx="1195">
                  <c:v>44419</c:v>
                </c:pt>
                <c:pt idx="1196">
                  <c:v>44418</c:v>
                </c:pt>
                <c:pt idx="1197">
                  <c:v>44417</c:v>
                </c:pt>
                <c:pt idx="1198">
                  <c:v>44414</c:v>
                </c:pt>
                <c:pt idx="1199">
                  <c:v>44413</c:v>
                </c:pt>
                <c:pt idx="1200">
                  <c:v>44412</c:v>
                </c:pt>
                <c:pt idx="1201">
                  <c:v>44411</c:v>
                </c:pt>
                <c:pt idx="1202">
                  <c:v>44410</c:v>
                </c:pt>
                <c:pt idx="1203">
                  <c:v>44407</c:v>
                </c:pt>
                <c:pt idx="1204">
                  <c:v>44406</c:v>
                </c:pt>
                <c:pt idx="1205">
                  <c:v>44405</c:v>
                </c:pt>
                <c:pt idx="1206">
                  <c:v>44404</c:v>
                </c:pt>
                <c:pt idx="1207">
                  <c:v>44403</c:v>
                </c:pt>
                <c:pt idx="1208">
                  <c:v>44400</c:v>
                </c:pt>
                <c:pt idx="1209">
                  <c:v>44399</c:v>
                </c:pt>
                <c:pt idx="1210">
                  <c:v>44398</c:v>
                </c:pt>
                <c:pt idx="1211">
                  <c:v>44397</c:v>
                </c:pt>
                <c:pt idx="1212">
                  <c:v>44396</c:v>
                </c:pt>
                <c:pt idx="1213">
                  <c:v>44393</c:v>
                </c:pt>
                <c:pt idx="1214">
                  <c:v>44392</c:v>
                </c:pt>
                <c:pt idx="1215">
                  <c:v>44391</c:v>
                </c:pt>
                <c:pt idx="1216">
                  <c:v>44390</c:v>
                </c:pt>
                <c:pt idx="1217">
                  <c:v>44389</c:v>
                </c:pt>
                <c:pt idx="1218">
                  <c:v>44386</c:v>
                </c:pt>
                <c:pt idx="1219">
                  <c:v>44385</c:v>
                </c:pt>
                <c:pt idx="1220">
                  <c:v>44384</c:v>
                </c:pt>
                <c:pt idx="1221">
                  <c:v>44383</c:v>
                </c:pt>
                <c:pt idx="1222">
                  <c:v>44382</c:v>
                </c:pt>
                <c:pt idx="1223">
                  <c:v>44379</c:v>
                </c:pt>
                <c:pt idx="1224">
                  <c:v>44377</c:v>
                </c:pt>
                <c:pt idx="1225">
                  <c:v>44376</c:v>
                </c:pt>
                <c:pt idx="1226">
                  <c:v>44375</c:v>
                </c:pt>
                <c:pt idx="1227">
                  <c:v>44372</c:v>
                </c:pt>
                <c:pt idx="1228">
                  <c:v>44371</c:v>
                </c:pt>
                <c:pt idx="1229">
                  <c:v>44370</c:v>
                </c:pt>
                <c:pt idx="1230">
                  <c:v>44369</c:v>
                </c:pt>
                <c:pt idx="1231">
                  <c:v>44368</c:v>
                </c:pt>
                <c:pt idx="1232">
                  <c:v>44365</c:v>
                </c:pt>
                <c:pt idx="1233">
                  <c:v>44364</c:v>
                </c:pt>
                <c:pt idx="1234">
                  <c:v>44363</c:v>
                </c:pt>
                <c:pt idx="1235">
                  <c:v>44362</c:v>
                </c:pt>
                <c:pt idx="1236">
                  <c:v>44358</c:v>
                </c:pt>
                <c:pt idx="1237">
                  <c:v>44357</c:v>
                </c:pt>
                <c:pt idx="1238">
                  <c:v>44356</c:v>
                </c:pt>
                <c:pt idx="1239">
                  <c:v>44355</c:v>
                </c:pt>
                <c:pt idx="1240">
                  <c:v>44354</c:v>
                </c:pt>
                <c:pt idx="1241">
                  <c:v>44351</c:v>
                </c:pt>
                <c:pt idx="1242">
                  <c:v>44350</c:v>
                </c:pt>
                <c:pt idx="1243">
                  <c:v>44349</c:v>
                </c:pt>
                <c:pt idx="1244">
                  <c:v>44348</c:v>
                </c:pt>
                <c:pt idx="1245">
                  <c:v>44347</c:v>
                </c:pt>
                <c:pt idx="1246">
                  <c:v>44344</c:v>
                </c:pt>
                <c:pt idx="1247">
                  <c:v>44343</c:v>
                </c:pt>
                <c:pt idx="1248">
                  <c:v>44342</c:v>
                </c:pt>
                <c:pt idx="1249">
                  <c:v>44341</c:v>
                </c:pt>
                <c:pt idx="1250">
                  <c:v>44340</c:v>
                </c:pt>
                <c:pt idx="1251">
                  <c:v>44337</c:v>
                </c:pt>
                <c:pt idx="1252">
                  <c:v>44336</c:v>
                </c:pt>
                <c:pt idx="1253">
                  <c:v>44334</c:v>
                </c:pt>
                <c:pt idx="1254">
                  <c:v>44333</c:v>
                </c:pt>
                <c:pt idx="1255">
                  <c:v>44330</c:v>
                </c:pt>
                <c:pt idx="1256">
                  <c:v>44329</c:v>
                </c:pt>
                <c:pt idx="1257">
                  <c:v>44328</c:v>
                </c:pt>
                <c:pt idx="1258">
                  <c:v>44327</c:v>
                </c:pt>
                <c:pt idx="1259">
                  <c:v>44326</c:v>
                </c:pt>
                <c:pt idx="1260">
                  <c:v>44323</c:v>
                </c:pt>
                <c:pt idx="1261">
                  <c:v>44322</c:v>
                </c:pt>
                <c:pt idx="1262">
                  <c:v>44321</c:v>
                </c:pt>
                <c:pt idx="1263">
                  <c:v>44320</c:v>
                </c:pt>
                <c:pt idx="1264">
                  <c:v>44319</c:v>
                </c:pt>
                <c:pt idx="1265">
                  <c:v>44316</c:v>
                </c:pt>
                <c:pt idx="1266">
                  <c:v>44315</c:v>
                </c:pt>
                <c:pt idx="1267">
                  <c:v>44314</c:v>
                </c:pt>
                <c:pt idx="1268">
                  <c:v>44313</c:v>
                </c:pt>
                <c:pt idx="1269">
                  <c:v>44312</c:v>
                </c:pt>
                <c:pt idx="1270">
                  <c:v>44309</c:v>
                </c:pt>
                <c:pt idx="1271">
                  <c:v>44308</c:v>
                </c:pt>
                <c:pt idx="1272">
                  <c:v>44307</c:v>
                </c:pt>
                <c:pt idx="1273">
                  <c:v>44306</c:v>
                </c:pt>
                <c:pt idx="1274">
                  <c:v>44305</c:v>
                </c:pt>
                <c:pt idx="1275">
                  <c:v>44302</c:v>
                </c:pt>
                <c:pt idx="1276">
                  <c:v>44301</c:v>
                </c:pt>
                <c:pt idx="1277">
                  <c:v>44300</c:v>
                </c:pt>
                <c:pt idx="1278">
                  <c:v>44299</c:v>
                </c:pt>
                <c:pt idx="1279">
                  <c:v>44298</c:v>
                </c:pt>
                <c:pt idx="1280">
                  <c:v>44295</c:v>
                </c:pt>
                <c:pt idx="1281">
                  <c:v>44294</c:v>
                </c:pt>
                <c:pt idx="1282">
                  <c:v>44293</c:v>
                </c:pt>
                <c:pt idx="1283">
                  <c:v>44287</c:v>
                </c:pt>
                <c:pt idx="1284">
                  <c:v>44286</c:v>
                </c:pt>
                <c:pt idx="1285">
                  <c:v>44285</c:v>
                </c:pt>
                <c:pt idx="1286">
                  <c:v>44284</c:v>
                </c:pt>
                <c:pt idx="1287">
                  <c:v>44281</c:v>
                </c:pt>
                <c:pt idx="1288">
                  <c:v>44280</c:v>
                </c:pt>
                <c:pt idx="1289">
                  <c:v>44279</c:v>
                </c:pt>
                <c:pt idx="1290">
                  <c:v>44278</c:v>
                </c:pt>
                <c:pt idx="1291">
                  <c:v>44277</c:v>
                </c:pt>
                <c:pt idx="1292">
                  <c:v>44274</c:v>
                </c:pt>
                <c:pt idx="1293">
                  <c:v>44273</c:v>
                </c:pt>
                <c:pt idx="1294">
                  <c:v>44272</c:v>
                </c:pt>
                <c:pt idx="1295">
                  <c:v>44271</c:v>
                </c:pt>
                <c:pt idx="1296">
                  <c:v>44270</c:v>
                </c:pt>
                <c:pt idx="1297">
                  <c:v>44267</c:v>
                </c:pt>
                <c:pt idx="1298">
                  <c:v>44266</c:v>
                </c:pt>
                <c:pt idx="1299">
                  <c:v>44265</c:v>
                </c:pt>
                <c:pt idx="1300">
                  <c:v>44264</c:v>
                </c:pt>
                <c:pt idx="1301">
                  <c:v>44263</c:v>
                </c:pt>
                <c:pt idx="1302">
                  <c:v>44260</c:v>
                </c:pt>
                <c:pt idx="1303">
                  <c:v>44259</c:v>
                </c:pt>
                <c:pt idx="1304">
                  <c:v>44258</c:v>
                </c:pt>
                <c:pt idx="1305">
                  <c:v>44257</c:v>
                </c:pt>
                <c:pt idx="1306">
                  <c:v>44256</c:v>
                </c:pt>
                <c:pt idx="1307">
                  <c:v>44253</c:v>
                </c:pt>
                <c:pt idx="1308">
                  <c:v>44252</c:v>
                </c:pt>
                <c:pt idx="1309">
                  <c:v>44251</c:v>
                </c:pt>
                <c:pt idx="1310">
                  <c:v>44250</c:v>
                </c:pt>
                <c:pt idx="1311">
                  <c:v>44249</c:v>
                </c:pt>
                <c:pt idx="1312">
                  <c:v>44246</c:v>
                </c:pt>
                <c:pt idx="1313">
                  <c:v>44245</c:v>
                </c:pt>
                <c:pt idx="1314">
                  <c:v>44244</c:v>
                </c:pt>
                <c:pt idx="1315">
                  <c:v>44243</c:v>
                </c:pt>
                <c:pt idx="1316">
                  <c:v>44238</c:v>
                </c:pt>
                <c:pt idx="1317">
                  <c:v>44237</c:v>
                </c:pt>
                <c:pt idx="1318">
                  <c:v>44236</c:v>
                </c:pt>
                <c:pt idx="1319">
                  <c:v>44235</c:v>
                </c:pt>
                <c:pt idx="1320">
                  <c:v>44232</c:v>
                </c:pt>
                <c:pt idx="1321">
                  <c:v>44231</c:v>
                </c:pt>
                <c:pt idx="1322">
                  <c:v>44230</c:v>
                </c:pt>
                <c:pt idx="1323">
                  <c:v>44229</c:v>
                </c:pt>
                <c:pt idx="1324">
                  <c:v>44228</c:v>
                </c:pt>
                <c:pt idx="1325">
                  <c:v>44225</c:v>
                </c:pt>
                <c:pt idx="1326">
                  <c:v>44224</c:v>
                </c:pt>
                <c:pt idx="1327">
                  <c:v>44223</c:v>
                </c:pt>
                <c:pt idx="1328">
                  <c:v>44222</c:v>
                </c:pt>
                <c:pt idx="1329">
                  <c:v>44221</c:v>
                </c:pt>
                <c:pt idx="1330">
                  <c:v>44218</c:v>
                </c:pt>
                <c:pt idx="1331">
                  <c:v>44217</c:v>
                </c:pt>
                <c:pt idx="1332">
                  <c:v>44216</c:v>
                </c:pt>
                <c:pt idx="1333">
                  <c:v>44215</c:v>
                </c:pt>
                <c:pt idx="1334">
                  <c:v>44214</c:v>
                </c:pt>
                <c:pt idx="1335">
                  <c:v>44211</c:v>
                </c:pt>
                <c:pt idx="1336">
                  <c:v>44210</c:v>
                </c:pt>
                <c:pt idx="1337">
                  <c:v>44209</c:v>
                </c:pt>
                <c:pt idx="1338">
                  <c:v>44208</c:v>
                </c:pt>
                <c:pt idx="1339">
                  <c:v>44207</c:v>
                </c:pt>
                <c:pt idx="1340">
                  <c:v>44204</c:v>
                </c:pt>
                <c:pt idx="1341">
                  <c:v>44203</c:v>
                </c:pt>
                <c:pt idx="1342">
                  <c:v>44202</c:v>
                </c:pt>
                <c:pt idx="1343">
                  <c:v>44201</c:v>
                </c:pt>
                <c:pt idx="1344">
                  <c:v>44200</c:v>
                </c:pt>
                <c:pt idx="1345">
                  <c:v>44196</c:v>
                </c:pt>
                <c:pt idx="1346">
                  <c:v>44195</c:v>
                </c:pt>
                <c:pt idx="1347">
                  <c:v>44194</c:v>
                </c:pt>
                <c:pt idx="1348">
                  <c:v>44193</c:v>
                </c:pt>
                <c:pt idx="1349">
                  <c:v>44189</c:v>
                </c:pt>
                <c:pt idx="1350">
                  <c:v>44188</c:v>
                </c:pt>
                <c:pt idx="1351">
                  <c:v>44187</c:v>
                </c:pt>
                <c:pt idx="1352">
                  <c:v>44186</c:v>
                </c:pt>
                <c:pt idx="1353">
                  <c:v>44183</c:v>
                </c:pt>
                <c:pt idx="1354">
                  <c:v>44182</c:v>
                </c:pt>
                <c:pt idx="1355">
                  <c:v>44181</c:v>
                </c:pt>
                <c:pt idx="1356">
                  <c:v>44180</c:v>
                </c:pt>
                <c:pt idx="1357">
                  <c:v>44179</c:v>
                </c:pt>
                <c:pt idx="1358">
                  <c:v>44176</c:v>
                </c:pt>
                <c:pt idx="1359">
                  <c:v>44175</c:v>
                </c:pt>
                <c:pt idx="1360">
                  <c:v>44174</c:v>
                </c:pt>
                <c:pt idx="1361">
                  <c:v>44173</c:v>
                </c:pt>
                <c:pt idx="1362">
                  <c:v>44172</c:v>
                </c:pt>
                <c:pt idx="1363">
                  <c:v>44169</c:v>
                </c:pt>
                <c:pt idx="1364">
                  <c:v>44168</c:v>
                </c:pt>
                <c:pt idx="1365">
                  <c:v>44167</c:v>
                </c:pt>
                <c:pt idx="1366">
                  <c:v>44166</c:v>
                </c:pt>
                <c:pt idx="1367">
                  <c:v>44165</c:v>
                </c:pt>
                <c:pt idx="1368">
                  <c:v>44162</c:v>
                </c:pt>
                <c:pt idx="1369">
                  <c:v>44161</c:v>
                </c:pt>
                <c:pt idx="1370">
                  <c:v>44160</c:v>
                </c:pt>
                <c:pt idx="1371">
                  <c:v>44159</c:v>
                </c:pt>
                <c:pt idx="1372">
                  <c:v>44158</c:v>
                </c:pt>
                <c:pt idx="1373">
                  <c:v>44155</c:v>
                </c:pt>
                <c:pt idx="1374">
                  <c:v>44154</c:v>
                </c:pt>
                <c:pt idx="1375">
                  <c:v>44153</c:v>
                </c:pt>
                <c:pt idx="1376">
                  <c:v>44152</c:v>
                </c:pt>
                <c:pt idx="1377">
                  <c:v>44151</c:v>
                </c:pt>
                <c:pt idx="1378">
                  <c:v>44148</c:v>
                </c:pt>
                <c:pt idx="1379">
                  <c:v>44147</c:v>
                </c:pt>
                <c:pt idx="1380">
                  <c:v>44146</c:v>
                </c:pt>
                <c:pt idx="1381">
                  <c:v>44145</c:v>
                </c:pt>
                <c:pt idx="1382">
                  <c:v>44144</c:v>
                </c:pt>
                <c:pt idx="1383">
                  <c:v>44141</c:v>
                </c:pt>
                <c:pt idx="1384">
                  <c:v>44140</c:v>
                </c:pt>
                <c:pt idx="1385">
                  <c:v>44139</c:v>
                </c:pt>
                <c:pt idx="1386">
                  <c:v>44138</c:v>
                </c:pt>
                <c:pt idx="1387">
                  <c:v>44137</c:v>
                </c:pt>
                <c:pt idx="1388">
                  <c:v>44134</c:v>
                </c:pt>
                <c:pt idx="1389">
                  <c:v>44133</c:v>
                </c:pt>
                <c:pt idx="1390">
                  <c:v>44132</c:v>
                </c:pt>
                <c:pt idx="1391">
                  <c:v>44131</c:v>
                </c:pt>
                <c:pt idx="1392">
                  <c:v>44127</c:v>
                </c:pt>
                <c:pt idx="1393">
                  <c:v>44126</c:v>
                </c:pt>
                <c:pt idx="1394">
                  <c:v>44125</c:v>
                </c:pt>
                <c:pt idx="1395">
                  <c:v>44124</c:v>
                </c:pt>
                <c:pt idx="1396">
                  <c:v>44123</c:v>
                </c:pt>
                <c:pt idx="1397">
                  <c:v>44120</c:v>
                </c:pt>
                <c:pt idx="1398">
                  <c:v>44119</c:v>
                </c:pt>
                <c:pt idx="1399">
                  <c:v>44118</c:v>
                </c:pt>
                <c:pt idx="1400">
                  <c:v>44116</c:v>
                </c:pt>
                <c:pt idx="1401">
                  <c:v>44113</c:v>
                </c:pt>
                <c:pt idx="1402">
                  <c:v>44112</c:v>
                </c:pt>
                <c:pt idx="1403">
                  <c:v>44111</c:v>
                </c:pt>
                <c:pt idx="1404">
                  <c:v>44110</c:v>
                </c:pt>
                <c:pt idx="1405">
                  <c:v>44109</c:v>
                </c:pt>
                <c:pt idx="1406">
                  <c:v>44104</c:v>
                </c:pt>
                <c:pt idx="1407">
                  <c:v>44103</c:v>
                </c:pt>
                <c:pt idx="1408">
                  <c:v>44102</c:v>
                </c:pt>
                <c:pt idx="1409">
                  <c:v>44099</c:v>
                </c:pt>
                <c:pt idx="1410">
                  <c:v>44098</c:v>
                </c:pt>
                <c:pt idx="1411">
                  <c:v>44097</c:v>
                </c:pt>
                <c:pt idx="1412">
                  <c:v>44096</c:v>
                </c:pt>
                <c:pt idx="1413">
                  <c:v>44095</c:v>
                </c:pt>
                <c:pt idx="1414">
                  <c:v>44092</c:v>
                </c:pt>
                <c:pt idx="1415">
                  <c:v>44091</c:v>
                </c:pt>
                <c:pt idx="1416">
                  <c:v>44090</c:v>
                </c:pt>
                <c:pt idx="1417">
                  <c:v>44089</c:v>
                </c:pt>
                <c:pt idx="1418">
                  <c:v>44088</c:v>
                </c:pt>
                <c:pt idx="1419">
                  <c:v>44085</c:v>
                </c:pt>
                <c:pt idx="1420">
                  <c:v>44084</c:v>
                </c:pt>
                <c:pt idx="1421">
                  <c:v>44083</c:v>
                </c:pt>
                <c:pt idx="1422">
                  <c:v>44082</c:v>
                </c:pt>
                <c:pt idx="1423">
                  <c:v>44081</c:v>
                </c:pt>
                <c:pt idx="1424">
                  <c:v>44078</c:v>
                </c:pt>
                <c:pt idx="1425">
                  <c:v>44077</c:v>
                </c:pt>
                <c:pt idx="1426">
                  <c:v>44076</c:v>
                </c:pt>
                <c:pt idx="1427">
                  <c:v>44075</c:v>
                </c:pt>
                <c:pt idx="1428">
                  <c:v>44074</c:v>
                </c:pt>
                <c:pt idx="1429">
                  <c:v>44071</c:v>
                </c:pt>
                <c:pt idx="1430">
                  <c:v>44070</c:v>
                </c:pt>
                <c:pt idx="1431">
                  <c:v>44069</c:v>
                </c:pt>
                <c:pt idx="1432">
                  <c:v>44068</c:v>
                </c:pt>
                <c:pt idx="1433">
                  <c:v>44067</c:v>
                </c:pt>
                <c:pt idx="1434">
                  <c:v>44064</c:v>
                </c:pt>
                <c:pt idx="1435">
                  <c:v>44063</c:v>
                </c:pt>
                <c:pt idx="1436">
                  <c:v>44062</c:v>
                </c:pt>
                <c:pt idx="1437">
                  <c:v>44061</c:v>
                </c:pt>
                <c:pt idx="1438">
                  <c:v>44060</c:v>
                </c:pt>
                <c:pt idx="1439">
                  <c:v>44057</c:v>
                </c:pt>
                <c:pt idx="1440">
                  <c:v>44056</c:v>
                </c:pt>
                <c:pt idx="1441">
                  <c:v>44055</c:v>
                </c:pt>
                <c:pt idx="1442">
                  <c:v>44054</c:v>
                </c:pt>
                <c:pt idx="1443">
                  <c:v>44053</c:v>
                </c:pt>
                <c:pt idx="1444">
                  <c:v>44050</c:v>
                </c:pt>
                <c:pt idx="1445">
                  <c:v>44049</c:v>
                </c:pt>
                <c:pt idx="1446">
                  <c:v>44048</c:v>
                </c:pt>
                <c:pt idx="1447">
                  <c:v>44047</c:v>
                </c:pt>
                <c:pt idx="1448">
                  <c:v>44046</c:v>
                </c:pt>
                <c:pt idx="1449">
                  <c:v>44043</c:v>
                </c:pt>
                <c:pt idx="1450">
                  <c:v>44042</c:v>
                </c:pt>
                <c:pt idx="1451">
                  <c:v>44041</c:v>
                </c:pt>
                <c:pt idx="1452">
                  <c:v>44040</c:v>
                </c:pt>
                <c:pt idx="1453">
                  <c:v>44039</c:v>
                </c:pt>
                <c:pt idx="1454">
                  <c:v>44036</c:v>
                </c:pt>
                <c:pt idx="1455">
                  <c:v>44035</c:v>
                </c:pt>
                <c:pt idx="1456">
                  <c:v>44034</c:v>
                </c:pt>
                <c:pt idx="1457">
                  <c:v>44033</c:v>
                </c:pt>
                <c:pt idx="1458">
                  <c:v>44032</c:v>
                </c:pt>
                <c:pt idx="1459">
                  <c:v>44029</c:v>
                </c:pt>
                <c:pt idx="1460">
                  <c:v>44028</c:v>
                </c:pt>
                <c:pt idx="1461">
                  <c:v>44027</c:v>
                </c:pt>
                <c:pt idx="1462">
                  <c:v>44026</c:v>
                </c:pt>
                <c:pt idx="1463">
                  <c:v>44025</c:v>
                </c:pt>
                <c:pt idx="1464">
                  <c:v>44022</c:v>
                </c:pt>
                <c:pt idx="1465">
                  <c:v>44021</c:v>
                </c:pt>
                <c:pt idx="1466">
                  <c:v>44020</c:v>
                </c:pt>
                <c:pt idx="1467">
                  <c:v>44019</c:v>
                </c:pt>
                <c:pt idx="1468">
                  <c:v>44018</c:v>
                </c:pt>
                <c:pt idx="1469">
                  <c:v>44015</c:v>
                </c:pt>
                <c:pt idx="1470">
                  <c:v>44014</c:v>
                </c:pt>
                <c:pt idx="1471">
                  <c:v>44012</c:v>
                </c:pt>
                <c:pt idx="1472">
                  <c:v>44011</c:v>
                </c:pt>
                <c:pt idx="1473">
                  <c:v>44008</c:v>
                </c:pt>
                <c:pt idx="1474">
                  <c:v>44006</c:v>
                </c:pt>
                <c:pt idx="1475">
                  <c:v>44005</c:v>
                </c:pt>
                <c:pt idx="1476">
                  <c:v>44004</c:v>
                </c:pt>
                <c:pt idx="1477">
                  <c:v>44001</c:v>
                </c:pt>
                <c:pt idx="1478">
                  <c:v>44000</c:v>
                </c:pt>
                <c:pt idx="1479">
                  <c:v>43999</c:v>
                </c:pt>
                <c:pt idx="1480">
                  <c:v>43998</c:v>
                </c:pt>
                <c:pt idx="1481">
                  <c:v>43997</c:v>
                </c:pt>
                <c:pt idx="1482">
                  <c:v>43994</c:v>
                </c:pt>
                <c:pt idx="1483">
                  <c:v>43993</c:v>
                </c:pt>
                <c:pt idx="1484">
                  <c:v>43992</c:v>
                </c:pt>
                <c:pt idx="1485">
                  <c:v>43991</c:v>
                </c:pt>
                <c:pt idx="1486">
                  <c:v>43990</c:v>
                </c:pt>
                <c:pt idx="1487">
                  <c:v>43987</c:v>
                </c:pt>
                <c:pt idx="1488">
                  <c:v>43986</c:v>
                </c:pt>
                <c:pt idx="1489">
                  <c:v>43985</c:v>
                </c:pt>
                <c:pt idx="1490">
                  <c:v>43984</c:v>
                </c:pt>
                <c:pt idx="1491">
                  <c:v>43983</c:v>
                </c:pt>
                <c:pt idx="1492">
                  <c:v>43980</c:v>
                </c:pt>
                <c:pt idx="1493">
                  <c:v>43979</c:v>
                </c:pt>
                <c:pt idx="1494">
                  <c:v>43978</c:v>
                </c:pt>
                <c:pt idx="1495">
                  <c:v>43977</c:v>
                </c:pt>
                <c:pt idx="1496">
                  <c:v>43976</c:v>
                </c:pt>
                <c:pt idx="1497">
                  <c:v>43973</c:v>
                </c:pt>
                <c:pt idx="1498">
                  <c:v>43972</c:v>
                </c:pt>
                <c:pt idx="1499">
                  <c:v>43971</c:v>
                </c:pt>
                <c:pt idx="1500">
                  <c:v>43970</c:v>
                </c:pt>
                <c:pt idx="1501">
                  <c:v>43969</c:v>
                </c:pt>
                <c:pt idx="1502">
                  <c:v>43966</c:v>
                </c:pt>
                <c:pt idx="1503">
                  <c:v>43965</c:v>
                </c:pt>
                <c:pt idx="1504">
                  <c:v>43964</c:v>
                </c:pt>
                <c:pt idx="1505">
                  <c:v>43963</c:v>
                </c:pt>
                <c:pt idx="1506">
                  <c:v>43962</c:v>
                </c:pt>
                <c:pt idx="1507">
                  <c:v>43959</c:v>
                </c:pt>
                <c:pt idx="1508">
                  <c:v>43958</c:v>
                </c:pt>
                <c:pt idx="1509">
                  <c:v>43957</c:v>
                </c:pt>
                <c:pt idx="1510">
                  <c:v>43956</c:v>
                </c:pt>
                <c:pt idx="1511">
                  <c:v>43955</c:v>
                </c:pt>
                <c:pt idx="1512">
                  <c:v>43950</c:v>
                </c:pt>
                <c:pt idx="1513">
                  <c:v>43949</c:v>
                </c:pt>
                <c:pt idx="1514">
                  <c:v>43948</c:v>
                </c:pt>
                <c:pt idx="1515">
                  <c:v>43945</c:v>
                </c:pt>
                <c:pt idx="1516">
                  <c:v>43944</c:v>
                </c:pt>
                <c:pt idx="1517">
                  <c:v>43943</c:v>
                </c:pt>
                <c:pt idx="1518">
                  <c:v>43942</c:v>
                </c:pt>
                <c:pt idx="1519">
                  <c:v>43941</c:v>
                </c:pt>
                <c:pt idx="1520">
                  <c:v>43938</c:v>
                </c:pt>
                <c:pt idx="1521">
                  <c:v>43937</c:v>
                </c:pt>
                <c:pt idx="1522">
                  <c:v>43936</c:v>
                </c:pt>
                <c:pt idx="1523">
                  <c:v>43935</c:v>
                </c:pt>
                <c:pt idx="1524">
                  <c:v>43930</c:v>
                </c:pt>
                <c:pt idx="1525">
                  <c:v>43929</c:v>
                </c:pt>
                <c:pt idx="1526">
                  <c:v>43928</c:v>
                </c:pt>
                <c:pt idx="1527">
                  <c:v>43927</c:v>
                </c:pt>
                <c:pt idx="1528">
                  <c:v>43924</c:v>
                </c:pt>
                <c:pt idx="1529">
                  <c:v>43923</c:v>
                </c:pt>
                <c:pt idx="1530">
                  <c:v>43922</c:v>
                </c:pt>
                <c:pt idx="1531">
                  <c:v>43921</c:v>
                </c:pt>
                <c:pt idx="1532">
                  <c:v>43920</c:v>
                </c:pt>
                <c:pt idx="1533">
                  <c:v>43917</c:v>
                </c:pt>
                <c:pt idx="1534">
                  <c:v>43916</c:v>
                </c:pt>
                <c:pt idx="1535">
                  <c:v>43915</c:v>
                </c:pt>
                <c:pt idx="1536">
                  <c:v>43914</c:v>
                </c:pt>
                <c:pt idx="1537">
                  <c:v>43913</c:v>
                </c:pt>
                <c:pt idx="1538">
                  <c:v>43910</c:v>
                </c:pt>
                <c:pt idx="1539">
                  <c:v>43909</c:v>
                </c:pt>
                <c:pt idx="1540">
                  <c:v>43908</c:v>
                </c:pt>
                <c:pt idx="1541">
                  <c:v>43907</c:v>
                </c:pt>
                <c:pt idx="1542">
                  <c:v>43906</c:v>
                </c:pt>
                <c:pt idx="1543">
                  <c:v>43903</c:v>
                </c:pt>
                <c:pt idx="1544">
                  <c:v>43902</c:v>
                </c:pt>
                <c:pt idx="1545">
                  <c:v>43901</c:v>
                </c:pt>
                <c:pt idx="1546">
                  <c:v>43900</c:v>
                </c:pt>
                <c:pt idx="1547">
                  <c:v>43899</c:v>
                </c:pt>
                <c:pt idx="1548">
                  <c:v>43896</c:v>
                </c:pt>
                <c:pt idx="1549">
                  <c:v>43895</c:v>
                </c:pt>
                <c:pt idx="1550">
                  <c:v>43894</c:v>
                </c:pt>
                <c:pt idx="1551">
                  <c:v>43893</c:v>
                </c:pt>
                <c:pt idx="1552">
                  <c:v>43892</c:v>
                </c:pt>
                <c:pt idx="1553">
                  <c:v>43889</c:v>
                </c:pt>
                <c:pt idx="1554">
                  <c:v>43888</c:v>
                </c:pt>
                <c:pt idx="1555">
                  <c:v>43887</c:v>
                </c:pt>
                <c:pt idx="1556">
                  <c:v>43886</c:v>
                </c:pt>
                <c:pt idx="1557">
                  <c:v>43885</c:v>
                </c:pt>
                <c:pt idx="1558">
                  <c:v>43882</c:v>
                </c:pt>
                <c:pt idx="1559">
                  <c:v>43881</c:v>
                </c:pt>
                <c:pt idx="1560">
                  <c:v>43880</c:v>
                </c:pt>
                <c:pt idx="1561">
                  <c:v>43879</c:v>
                </c:pt>
                <c:pt idx="1562">
                  <c:v>43878</c:v>
                </c:pt>
                <c:pt idx="1563">
                  <c:v>43875</c:v>
                </c:pt>
                <c:pt idx="1564">
                  <c:v>43874</c:v>
                </c:pt>
                <c:pt idx="1565">
                  <c:v>43873</c:v>
                </c:pt>
                <c:pt idx="1566">
                  <c:v>43872</c:v>
                </c:pt>
                <c:pt idx="1567">
                  <c:v>43871</c:v>
                </c:pt>
                <c:pt idx="1568">
                  <c:v>43868</c:v>
                </c:pt>
                <c:pt idx="1569">
                  <c:v>43867</c:v>
                </c:pt>
                <c:pt idx="1570">
                  <c:v>43866</c:v>
                </c:pt>
                <c:pt idx="1571">
                  <c:v>43865</c:v>
                </c:pt>
                <c:pt idx="1572">
                  <c:v>43864</c:v>
                </c:pt>
                <c:pt idx="1573">
                  <c:v>43861</c:v>
                </c:pt>
                <c:pt idx="1574">
                  <c:v>43860</c:v>
                </c:pt>
                <c:pt idx="1575">
                  <c:v>43859</c:v>
                </c:pt>
                <c:pt idx="1576">
                  <c:v>43854</c:v>
                </c:pt>
                <c:pt idx="1577">
                  <c:v>43853</c:v>
                </c:pt>
                <c:pt idx="1578">
                  <c:v>43852</c:v>
                </c:pt>
                <c:pt idx="1579">
                  <c:v>43851</c:v>
                </c:pt>
                <c:pt idx="1580">
                  <c:v>43850</c:v>
                </c:pt>
                <c:pt idx="1581">
                  <c:v>43847</c:v>
                </c:pt>
                <c:pt idx="1582">
                  <c:v>43846</c:v>
                </c:pt>
                <c:pt idx="1583">
                  <c:v>43845</c:v>
                </c:pt>
                <c:pt idx="1584">
                  <c:v>43844</c:v>
                </c:pt>
                <c:pt idx="1585">
                  <c:v>43843</c:v>
                </c:pt>
                <c:pt idx="1586">
                  <c:v>43840</c:v>
                </c:pt>
                <c:pt idx="1587">
                  <c:v>43839</c:v>
                </c:pt>
                <c:pt idx="1588">
                  <c:v>43838</c:v>
                </c:pt>
                <c:pt idx="1589">
                  <c:v>43837</c:v>
                </c:pt>
                <c:pt idx="1590">
                  <c:v>43836</c:v>
                </c:pt>
                <c:pt idx="1591">
                  <c:v>43833</c:v>
                </c:pt>
                <c:pt idx="1592">
                  <c:v>43832</c:v>
                </c:pt>
                <c:pt idx="1593">
                  <c:v>43830</c:v>
                </c:pt>
                <c:pt idx="1594">
                  <c:v>43829</c:v>
                </c:pt>
                <c:pt idx="1595">
                  <c:v>43826</c:v>
                </c:pt>
                <c:pt idx="1596">
                  <c:v>43823</c:v>
                </c:pt>
                <c:pt idx="1597">
                  <c:v>43822</c:v>
                </c:pt>
                <c:pt idx="1598">
                  <c:v>43819</c:v>
                </c:pt>
                <c:pt idx="1599">
                  <c:v>43818</c:v>
                </c:pt>
                <c:pt idx="1600">
                  <c:v>43817</c:v>
                </c:pt>
                <c:pt idx="1601">
                  <c:v>43816</c:v>
                </c:pt>
                <c:pt idx="1602">
                  <c:v>43815</c:v>
                </c:pt>
                <c:pt idx="1603">
                  <c:v>43812</c:v>
                </c:pt>
                <c:pt idx="1604">
                  <c:v>43811</c:v>
                </c:pt>
                <c:pt idx="1605">
                  <c:v>43810</c:v>
                </c:pt>
                <c:pt idx="1606">
                  <c:v>43809</c:v>
                </c:pt>
                <c:pt idx="1607">
                  <c:v>43808</c:v>
                </c:pt>
                <c:pt idx="1608">
                  <c:v>43805</c:v>
                </c:pt>
                <c:pt idx="1609">
                  <c:v>43804</c:v>
                </c:pt>
                <c:pt idx="1610">
                  <c:v>43803</c:v>
                </c:pt>
                <c:pt idx="1611">
                  <c:v>43802</c:v>
                </c:pt>
                <c:pt idx="1612">
                  <c:v>43801</c:v>
                </c:pt>
                <c:pt idx="1613">
                  <c:v>43798</c:v>
                </c:pt>
                <c:pt idx="1614">
                  <c:v>43797</c:v>
                </c:pt>
                <c:pt idx="1615">
                  <c:v>43796</c:v>
                </c:pt>
                <c:pt idx="1616">
                  <c:v>43795</c:v>
                </c:pt>
                <c:pt idx="1617">
                  <c:v>43794</c:v>
                </c:pt>
                <c:pt idx="1618">
                  <c:v>43791</c:v>
                </c:pt>
                <c:pt idx="1619">
                  <c:v>43790</c:v>
                </c:pt>
                <c:pt idx="1620">
                  <c:v>43789</c:v>
                </c:pt>
                <c:pt idx="1621">
                  <c:v>43788</c:v>
                </c:pt>
                <c:pt idx="1622">
                  <c:v>43787</c:v>
                </c:pt>
                <c:pt idx="1623">
                  <c:v>43784</c:v>
                </c:pt>
                <c:pt idx="1624">
                  <c:v>43783</c:v>
                </c:pt>
                <c:pt idx="1625">
                  <c:v>43782</c:v>
                </c:pt>
                <c:pt idx="1626">
                  <c:v>43781</c:v>
                </c:pt>
                <c:pt idx="1627">
                  <c:v>43780</c:v>
                </c:pt>
                <c:pt idx="1628">
                  <c:v>43777</c:v>
                </c:pt>
                <c:pt idx="1629">
                  <c:v>43776</c:v>
                </c:pt>
                <c:pt idx="1630">
                  <c:v>43775</c:v>
                </c:pt>
                <c:pt idx="1631">
                  <c:v>43774</c:v>
                </c:pt>
                <c:pt idx="1632">
                  <c:v>43773</c:v>
                </c:pt>
                <c:pt idx="1633">
                  <c:v>43770</c:v>
                </c:pt>
                <c:pt idx="1634">
                  <c:v>43769</c:v>
                </c:pt>
                <c:pt idx="1635">
                  <c:v>43768</c:v>
                </c:pt>
                <c:pt idx="1636">
                  <c:v>43767</c:v>
                </c:pt>
                <c:pt idx="1637">
                  <c:v>43766</c:v>
                </c:pt>
                <c:pt idx="1638">
                  <c:v>43763</c:v>
                </c:pt>
                <c:pt idx="1639">
                  <c:v>43762</c:v>
                </c:pt>
                <c:pt idx="1640">
                  <c:v>43761</c:v>
                </c:pt>
                <c:pt idx="1641">
                  <c:v>43760</c:v>
                </c:pt>
                <c:pt idx="1642">
                  <c:v>43759</c:v>
                </c:pt>
                <c:pt idx="1643">
                  <c:v>43756</c:v>
                </c:pt>
                <c:pt idx="1644">
                  <c:v>43755</c:v>
                </c:pt>
                <c:pt idx="1645">
                  <c:v>43754</c:v>
                </c:pt>
                <c:pt idx="1646">
                  <c:v>43753</c:v>
                </c:pt>
                <c:pt idx="1647">
                  <c:v>43752</c:v>
                </c:pt>
                <c:pt idx="1648">
                  <c:v>43749</c:v>
                </c:pt>
                <c:pt idx="1649">
                  <c:v>43748</c:v>
                </c:pt>
                <c:pt idx="1650">
                  <c:v>43747</c:v>
                </c:pt>
                <c:pt idx="1651">
                  <c:v>43746</c:v>
                </c:pt>
                <c:pt idx="1652">
                  <c:v>43742</c:v>
                </c:pt>
                <c:pt idx="1653">
                  <c:v>43741</c:v>
                </c:pt>
                <c:pt idx="1654">
                  <c:v>43740</c:v>
                </c:pt>
                <c:pt idx="1655">
                  <c:v>43738</c:v>
                </c:pt>
                <c:pt idx="1656">
                  <c:v>43735</c:v>
                </c:pt>
                <c:pt idx="1657">
                  <c:v>43734</c:v>
                </c:pt>
                <c:pt idx="1658">
                  <c:v>43733</c:v>
                </c:pt>
                <c:pt idx="1659">
                  <c:v>43732</c:v>
                </c:pt>
                <c:pt idx="1660">
                  <c:v>43731</c:v>
                </c:pt>
                <c:pt idx="1661">
                  <c:v>43728</c:v>
                </c:pt>
                <c:pt idx="1662">
                  <c:v>43727</c:v>
                </c:pt>
                <c:pt idx="1663">
                  <c:v>43726</c:v>
                </c:pt>
                <c:pt idx="1664">
                  <c:v>43725</c:v>
                </c:pt>
                <c:pt idx="1665">
                  <c:v>43724</c:v>
                </c:pt>
                <c:pt idx="1666">
                  <c:v>43721</c:v>
                </c:pt>
                <c:pt idx="1667">
                  <c:v>43720</c:v>
                </c:pt>
                <c:pt idx="1668">
                  <c:v>43719</c:v>
                </c:pt>
                <c:pt idx="1669">
                  <c:v>43718</c:v>
                </c:pt>
                <c:pt idx="1670">
                  <c:v>43717</c:v>
                </c:pt>
                <c:pt idx="1671">
                  <c:v>43714</c:v>
                </c:pt>
                <c:pt idx="1672">
                  <c:v>43713</c:v>
                </c:pt>
                <c:pt idx="1673">
                  <c:v>43712</c:v>
                </c:pt>
                <c:pt idx="1674">
                  <c:v>43711</c:v>
                </c:pt>
                <c:pt idx="1675">
                  <c:v>43710</c:v>
                </c:pt>
                <c:pt idx="1676">
                  <c:v>43707</c:v>
                </c:pt>
                <c:pt idx="1677">
                  <c:v>43706</c:v>
                </c:pt>
                <c:pt idx="1678">
                  <c:v>43705</c:v>
                </c:pt>
                <c:pt idx="1679">
                  <c:v>43704</c:v>
                </c:pt>
                <c:pt idx="1680">
                  <c:v>43703</c:v>
                </c:pt>
                <c:pt idx="1681">
                  <c:v>43700</c:v>
                </c:pt>
                <c:pt idx="1682">
                  <c:v>43699</c:v>
                </c:pt>
                <c:pt idx="1683">
                  <c:v>43698</c:v>
                </c:pt>
                <c:pt idx="1684">
                  <c:v>43697</c:v>
                </c:pt>
                <c:pt idx="1685">
                  <c:v>43696</c:v>
                </c:pt>
                <c:pt idx="1686">
                  <c:v>43693</c:v>
                </c:pt>
                <c:pt idx="1687">
                  <c:v>43692</c:v>
                </c:pt>
                <c:pt idx="1688">
                  <c:v>43691</c:v>
                </c:pt>
                <c:pt idx="1689">
                  <c:v>43690</c:v>
                </c:pt>
                <c:pt idx="1690">
                  <c:v>43689</c:v>
                </c:pt>
                <c:pt idx="1691">
                  <c:v>43686</c:v>
                </c:pt>
                <c:pt idx="1692">
                  <c:v>43685</c:v>
                </c:pt>
                <c:pt idx="1693">
                  <c:v>43684</c:v>
                </c:pt>
                <c:pt idx="1694">
                  <c:v>43683</c:v>
                </c:pt>
                <c:pt idx="1695">
                  <c:v>43682</c:v>
                </c:pt>
                <c:pt idx="1696">
                  <c:v>43679</c:v>
                </c:pt>
                <c:pt idx="1697">
                  <c:v>43678</c:v>
                </c:pt>
                <c:pt idx="1698">
                  <c:v>43677</c:v>
                </c:pt>
                <c:pt idx="1699">
                  <c:v>43676</c:v>
                </c:pt>
                <c:pt idx="1700">
                  <c:v>43675</c:v>
                </c:pt>
                <c:pt idx="1701">
                  <c:v>43672</c:v>
                </c:pt>
                <c:pt idx="1702">
                  <c:v>43671</c:v>
                </c:pt>
                <c:pt idx="1703">
                  <c:v>43670</c:v>
                </c:pt>
                <c:pt idx="1704">
                  <c:v>43669</c:v>
                </c:pt>
                <c:pt idx="1705">
                  <c:v>43668</c:v>
                </c:pt>
                <c:pt idx="1706">
                  <c:v>43665</c:v>
                </c:pt>
                <c:pt idx="1707">
                  <c:v>43664</c:v>
                </c:pt>
                <c:pt idx="1708">
                  <c:v>43663</c:v>
                </c:pt>
                <c:pt idx="1709">
                  <c:v>43662</c:v>
                </c:pt>
                <c:pt idx="1710">
                  <c:v>43661</c:v>
                </c:pt>
                <c:pt idx="1711">
                  <c:v>43658</c:v>
                </c:pt>
                <c:pt idx="1712">
                  <c:v>43657</c:v>
                </c:pt>
                <c:pt idx="1713">
                  <c:v>43656</c:v>
                </c:pt>
                <c:pt idx="1714">
                  <c:v>43655</c:v>
                </c:pt>
                <c:pt idx="1715">
                  <c:v>43654</c:v>
                </c:pt>
                <c:pt idx="1716">
                  <c:v>43651</c:v>
                </c:pt>
                <c:pt idx="1717">
                  <c:v>43650</c:v>
                </c:pt>
                <c:pt idx="1718">
                  <c:v>43649</c:v>
                </c:pt>
                <c:pt idx="1719">
                  <c:v>43648</c:v>
                </c:pt>
                <c:pt idx="1720">
                  <c:v>43644</c:v>
                </c:pt>
                <c:pt idx="1721">
                  <c:v>43643</c:v>
                </c:pt>
                <c:pt idx="1722">
                  <c:v>43642</c:v>
                </c:pt>
                <c:pt idx="1723">
                  <c:v>43641</c:v>
                </c:pt>
                <c:pt idx="1724">
                  <c:v>43640</c:v>
                </c:pt>
                <c:pt idx="1725">
                  <c:v>43637</c:v>
                </c:pt>
                <c:pt idx="1726">
                  <c:v>43636</c:v>
                </c:pt>
                <c:pt idx="1727">
                  <c:v>43635</c:v>
                </c:pt>
                <c:pt idx="1728">
                  <c:v>43634</c:v>
                </c:pt>
                <c:pt idx="1729">
                  <c:v>43633</c:v>
                </c:pt>
                <c:pt idx="1730">
                  <c:v>43630</c:v>
                </c:pt>
                <c:pt idx="1731">
                  <c:v>43629</c:v>
                </c:pt>
                <c:pt idx="1732">
                  <c:v>43628</c:v>
                </c:pt>
                <c:pt idx="1733">
                  <c:v>43627</c:v>
                </c:pt>
                <c:pt idx="1734">
                  <c:v>43626</c:v>
                </c:pt>
                <c:pt idx="1735">
                  <c:v>43622</c:v>
                </c:pt>
                <c:pt idx="1736">
                  <c:v>43621</c:v>
                </c:pt>
                <c:pt idx="1737">
                  <c:v>43620</c:v>
                </c:pt>
                <c:pt idx="1738">
                  <c:v>43619</c:v>
                </c:pt>
                <c:pt idx="1739">
                  <c:v>43616</c:v>
                </c:pt>
                <c:pt idx="1740">
                  <c:v>43615</c:v>
                </c:pt>
                <c:pt idx="1741">
                  <c:v>43614</c:v>
                </c:pt>
                <c:pt idx="1742">
                  <c:v>43613</c:v>
                </c:pt>
                <c:pt idx="1743">
                  <c:v>43612</c:v>
                </c:pt>
                <c:pt idx="1744">
                  <c:v>43609</c:v>
                </c:pt>
                <c:pt idx="1745">
                  <c:v>43608</c:v>
                </c:pt>
                <c:pt idx="1746">
                  <c:v>43607</c:v>
                </c:pt>
                <c:pt idx="1747">
                  <c:v>43606</c:v>
                </c:pt>
                <c:pt idx="1748">
                  <c:v>43605</c:v>
                </c:pt>
                <c:pt idx="1749">
                  <c:v>43602</c:v>
                </c:pt>
                <c:pt idx="1750">
                  <c:v>43601</c:v>
                </c:pt>
                <c:pt idx="1751">
                  <c:v>43600</c:v>
                </c:pt>
                <c:pt idx="1752">
                  <c:v>43599</c:v>
                </c:pt>
                <c:pt idx="1753">
                  <c:v>43595</c:v>
                </c:pt>
                <c:pt idx="1754">
                  <c:v>43594</c:v>
                </c:pt>
                <c:pt idx="1755">
                  <c:v>43593</c:v>
                </c:pt>
                <c:pt idx="1756">
                  <c:v>43592</c:v>
                </c:pt>
                <c:pt idx="1757">
                  <c:v>43591</c:v>
                </c:pt>
                <c:pt idx="1758">
                  <c:v>43588</c:v>
                </c:pt>
                <c:pt idx="1759">
                  <c:v>43587</c:v>
                </c:pt>
                <c:pt idx="1760">
                  <c:v>43585</c:v>
                </c:pt>
                <c:pt idx="1761">
                  <c:v>43584</c:v>
                </c:pt>
                <c:pt idx="1762">
                  <c:v>43581</c:v>
                </c:pt>
                <c:pt idx="1763">
                  <c:v>43580</c:v>
                </c:pt>
                <c:pt idx="1764">
                  <c:v>43579</c:v>
                </c:pt>
                <c:pt idx="1765">
                  <c:v>43578</c:v>
                </c:pt>
                <c:pt idx="1766">
                  <c:v>43573</c:v>
                </c:pt>
                <c:pt idx="1767">
                  <c:v>43572</c:v>
                </c:pt>
                <c:pt idx="1768">
                  <c:v>43571</c:v>
                </c:pt>
                <c:pt idx="1769">
                  <c:v>43570</c:v>
                </c:pt>
                <c:pt idx="1770">
                  <c:v>43567</c:v>
                </c:pt>
                <c:pt idx="1771">
                  <c:v>43566</c:v>
                </c:pt>
                <c:pt idx="1772">
                  <c:v>43565</c:v>
                </c:pt>
                <c:pt idx="1773">
                  <c:v>43564</c:v>
                </c:pt>
                <c:pt idx="1774">
                  <c:v>43563</c:v>
                </c:pt>
                <c:pt idx="1775">
                  <c:v>43559</c:v>
                </c:pt>
                <c:pt idx="1776">
                  <c:v>43558</c:v>
                </c:pt>
                <c:pt idx="1777">
                  <c:v>43557</c:v>
                </c:pt>
                <c:pt idx="1778">
                  <c:v>43556</c:v>
                </c:pt>
                <c:pt idx="1779">
                  <c:v>43553</c:v>
                </c:pt>
                <c:pt idx="1780">
                  <c:v>43552</c:v>
                </c:pt>
                <c:pt idx="1781">
                  <c:v>43551</c:v>
                </c:pt>
                <c:pt idx="1782">
                  <c:v>43550</c:v>
                </c:pt>
                <c:pt idx="1783">
                  <c:v>43549</c:v>
                </c:pt>
                <c:pt idx="1784">
                  <c:v>43546</c:v>
                </c:pt>
                <c:pt idx="1785">
                  <c:v>43545</c:v>
                </c:pt>
                <c:pt idx="1786">
                  <c:v>43544</c:v>
                </c:pt>
                <c:pt idx="1787">
                  <c:v>43543</c:v>
                </c:pt>
                <c:pt idx="1788">
                  <c:v>43542</c:v>
                </c:pt>
                <c:pt idx="1789">
                  <c:v>43539</c:v>
                </c:pt>
                <c:pt idx="1790">
                  <c:v>43538</c:v>
                </c:pt>
                <c:pt idx="1791">
                  <c:v>43537</c:v>
                </c:pt>
                <c:pt idx="1792">
                  <c:v>43536</c:v>
                </c:pt>
                <c:pt idx="1793">
                  <c:v>43535</c:v>
                </c:pt>
                <c:pt idx="1794">
                  <c:v>43532</c:v>
                </c:pt>
                <c:pt idx="1795">
                  <c:v>43531</c:v>
                </c:pt>
                <c:pt idx="1796">
                  <c:v>43530</c:v>
                </c:pt>
                <c:pt idx="1797">
                  <c:v>43529</c:v>
                </c:pt>
                <c:pt idx="1798">
                  <c:v>43528</c:v>
                </c:pt>
                <c:pt idx="1799">
                  <c:v>43525</c:v>
                </c:pt>
                <c:pt idx="1800">
                  <c:v>43524</c:v>
                </c:pt>
                <c:pt idx="1801">
                  <c:v>43523</c:v>
                </c:pt>
                <c:pt idx="1802">
                  <c:v>43522</c:v>
                </c:pt>
                <c:pt idx="1803">
                  <c:v>43521</c:v>
                </c:pt>
                <c:pt idx="1804">
                  <c:v>43518</c:v>
                </c:pt>
                <c:pt idx="1805">
                  <c:v>43517</c:v>
                </c:pt>
                <c:pt idx="1806">
                  <c:v>43516</c:v>
                </c:pt>
                <c:pt idx="1807">
                  <c:v>43515</c:v>
                </c:pt>
                <c:pt idx="1808">
                  <c:v>43514</c:v>
                </c:pt>
                <c:pt idx="1809">
                  <c:v>43511</c:v>
                </c:pt>
                <c:pt idx="1810">
                  <c:v>43510</c:v>
                </c:pt>
                <c:pt idx="1811">
                  <c:v>43509</c:v>
                </c:pt>
                <c:pt idx="1812">
                  <c:v>43508</c:v>
                </c:pt>
                <c:pt idx="1813">
                  <c:v>43507</c:v>
                </c:pt>
                <c:pt idx="1814">
                  <c:v>43504</c:v>
                </c:pt>
                <c:pt idx="1815">
                  <c:v>43500</c:v>
                </c:pt>
                <c:pt idx="1816">
                  <c:v>43497</c:v>
                </c:pt>
                <c:pt idx="1817">
                  <c:v>43496</c:v>
                </c:pt>
                <c:pt idx="1818">
                  <c:v>43495</c:v>
                </c:pt>
                <c:pt idx="1819">
                  <c:v>43494</c:v>
                </c:pt>
                <c:pt idx="1820">
                  <c:v>43493</c:v>
                </c:pt>
                <c:pt idx="1821">
                  <c:v>43490</c:v>
                </c:pt>
                <c:pt idx="1822">
                  <c:v>43489</c:v>
                </c:pt>
                <c:pt idx="1823">
                  <c:v>43488</c:v>
                </c:pt>
                <c:pt idx="1824">
                  <c:v>43487</c:v>
                </c:pt>
                <c:pt idx="1825">
                  <c:v>43486</c:v>
                </c:pt>
                <c:pt idx="1826">
                  <c:v>43483</c:v>
                </c:pt>
                <c:pt idx="1827">
                  <c:v>43482</c:v>
                </c:pt>
                <c:pt idx="1828">
                  <c:v>43481</c:v>
                </c:pt>
                <c:pt idx="1829">
                  <c:v>43480</c:v>
                </c:pt>
                <c:pt idx="1830">
                  <c:v>43479</c:v>
                </c:pt>
                <c:pt idx="1831">
                  <c:v>43476</c:v>
                </c:pt>
                <c:pt idx="1832">
                  <c:v>43475</c:v>
                </c:pt>
                <c:pt idx="1833">
                  <c:v>43474</c:v>
                </c:pt>
                <c:pt idx="1834">
                  <c:v>43473</c:v>
                </c:pt>
                <c:pt idx="1835">
                  <c:v>43472</c:v>
                </c:pt>
                <c:pt idx="1836">
                  <c:v>43469</c:v>
                </c:pt>
                <c:pt idx="1837">
                  <c:v>43468</c:v>
                </c:pt>
                <c:pt idx="1838">
                  <c:v>43467</c:v>
                </c:pt>
                <c:pt idx="1839">
                  <c:v>43465</c:v>
                </c:pt>
                <c:pt idx="1840">
                  <c:v>43462</c:v>
                </c:pt>
                <c:pt idx="1841">
                  <c:v>43461</c:v>
                </c:pt>
                <c:pt idx="1842">
                  <c:v>43458</c:v>
                </c:pt>
                <c:pt idx="1843">
                  <c:v>43455</c:v>
                </c:pt>
                <c:pt idx="1844">
                  <c:v>43454</c:v>
                </c:pt>
                <c:pt idx="1845">
                  <c:v>43453</c:v>
                </c:pt>
                <c:pt idx="1846">
                  <c:v>43452</c:v>
                </c:pt>
                <c:pt idx="1847">
                  <c:v>43451</c:v>
                </c:pt>
                <c:pt idx="1848">
                  <c:v>43448</c:v>
                </c:pt>
                <c:pt idx="1849">
                  <c:v>43447</c:v>
                </c:pt>
                <c:pt idx="1850">
                  <c:v>43446</c:v>
                </c:pt>
                <c:pt idx="1851">
                  <c:v>43445</c:v>
                </c:pt>
                <c:pt idx="1852">
                  <c:v>43444</c:v>
                </c:pt>
                <c:pt idx="1853">
                  <c:v>43441</c:v>
                </c:pt>
                <c:pt idx="1854">
                  <c:v>43440</c:v>
                </c:pt>
                <c:pt idx="1855">
                  <c:v>43439</c:v>
                </c:pt>
                <c:pt idx="1856">
                  <c:v>43438</c:v>
                </c:pt>
                <c:pt idx="1857">
                  <c:v>43437</c:v>
                </c:pt>
                <c:pt idx="1858">
                  <c:v>43434</c:v>
                </c:pt>
                <c:pt idx="1859">
                  <c:v>43433</c:v>
                </c:pt>
                <c:pt idx="1860">
                  <c:v>43432</c:v>
                </c:pt>
                <c:pt idx="1861">
                  <c:v>43431</c:v>
                </c:pt>
                <c:pt idx="1862">
                  <c:v>43430</c:v>
                </c:pt>
                <c:pt idx="1863">
                  <c:v>43427</c:v>
                </c:pt>
                <c:pt idx="1864">
                  <c:v>43426</c:v>
                </c:pt>
                <c:pt idx="1865">
                  <c:v>43425</c:v>
                </c:pt>
                <c:pt idx="1866">
                  <c:v>43424</c:v>
                </c:pt>
                <c:pt idx="1867">
                  <c:v>43423</c:v>
                </c:pt>
                <c:pt idx="1868">
                  <c:v>43420</c:v>
                </c:pt>
                <c:pt idx="1869">
                  <c:v>43419</c:v>
                </c:pt>
                <c:pt idx="1870">
                  <c:v>43418</c:v>
                </c:pt>
                <c:pt idx="1871">
                  <c:v>43417</c:v>
                </c:pt>
                <c:pt idx="1872">
                  <c:v>43416</c:v>
                </c:pt>
                <c:pt idx="1873">
                  <c:v>43413</c:v>
                </c:pt>
                <c:pt idx="1874">
                  <c:v>43412</c:v>
                </c:pt>
                <c:pt idx="1875">
                  <c:v>43411</c:v>
                </c:pt>
                <c:pt idx="1876">
                  <c:v>43410</c:v>
                </c:pt>
                <c:pt idx="1877">
                  <c:v>43409</c:v>
                </c:pt>
                <c:pt idx="1878">
                  <c:v>43406</c:v>
                </c:pt>
                <c:pt idx="1879">
                  <c:v>43405</c:v>
                </c:pt>
                <c:pt idx="1880">
                  <c:v>43404</c:v>
                </c:pt>
                <c:pt idx="1881">
                  <c:v>43403</c:v>
                </c:pt>
                <c:pt idx="1882">
                  <c:v>43402</c:v>
                </c:pt>
                <c:pt idx="1883">
                  <c:v>43399</c:v>
                </c:pt>
                <c:pt idx="1884">
                  <c:v>43398</c:v>
                </c:pt>
                <c:pt idx="1885">
                  <c:v>43397</c:v>
                </c:pt>
                <c:pt idx="1886">
                  <c:v>43396</c:v>
                </c:pt>
                <c:pt idx="1887">
                  <c:v>43395</c:v>
                </c:pt>
                <c:pt idx="1888">
                  <c:v>43392</c:v>
                </c:pt>
                <c:pt idx="1889">
                  <c:v>43391</c:v>
                </c:pt>
                <c:pt idx="1890">
                  <c:v>43389</c:v>
                </c:pt>
                <c:pt idx="1891">
                  <c:v>43388</c:v>
                </c:pt>
                <c:pt idx="1892">
                  <c:v>43385</c:v>
                </c:pt>
                <c:pt idx="1893">
                  <c:v>43384</c:v>
                </c:pt>
                <c:pt idx="1894">
                  <c:v>43383</c:v>
                </c:pt>
                <c:pt idx="1895">
                  <c:v>43382</c:v>
                </c:pt>
                <c:pt idx="1896">
                  <c:v>43381</c:v>
                </c:pt>
                <c:pt idx="1897">
                  <c:v>43378</c:v>
                </c:pt>
                <c:pt idx="1898">
                  <c:v>43377</c:v>
                </c:pt>
                <c:pt idx="1899">
                  <c:v>43376</c:v>
                </c:pt>
                <c:pt idx="1900">
                  <c:v>43375</c:v>
                </c:pt>
                <c:pt idx="1901">
                  <c:v>43371</c:v>
                </c:pt>
                <c:pt idx="1902">
                  <c:v>43370</c:v>
                </c:pt>
                <c:pt idx="1903">
                  <c:v>43369</c:v>
                </c:pt>
                <c:pt idx="1904">
                  <c:v>43367</c:v>
                </c:pt>
                <c:pt idx="1905">
                  <c:v>43364</c:v>
                </c:pt>
                <c:pt idx="1906">
                  <c:v>43363</c:v>
                </c:pt>
                <c:pt idx="1907">
                  <c:v>43362</c:v>
                </c:pt>
                <c:pt idx="1908">
                  <c:v>43361</c:v>
                </c:pt>
                <c:pt idx="1909">
                  <c:v>43360</c:v>
                </c:pt>
                <c:pt idx="1910">
                  <c:v>43357</c:v>
                </c:pt>
                <c:pt idx="1911">
                  <c:v>43356</c:v>
                </c:pt>
                <c:pt idx="1912">
                  <c:v>43355</c:v>
                </c:pt>
                <c:pt idx="1913">
                  <c:v>43354</c:v>
                </c:pt>
                <c:pt idx="1914">
                  <c:v>43353</c:v>
                </c:pt>
                <c:pt idx="1915">
                  <c:v>43350</c:v>
                </c:pt>
                <c:pt idx="1916">
                  <c:v>43349</c:v>
                </c:pt>
                <c:pt idx="1917">
                  <c:v>43348</c:v>
                </c:pt>
                <c:pt idx="1918">
                  <c:v>43347</c:v>
                </c:pt>
                <c:pt idx="1919">
                  <c:v>43346</c:v>
                </c:pt>
                <c:pt idx="1920">
                  <c:v>43343</c:v>
                </c:pt>
                <c:pt idx="1921">
                  <c:v>43342</c:v>
                </c:pt>
                <c:pt idx="1922">
                  <c:v>43341</c:v>
                </c:pt>
                <c:pt idx="1923">
                  <c:v>43340</c:v>
                </c:pt>
                <c:pt idx="1924">
                  <c:v>43339</c:v>
                </c:pt>
                <c:pt idx="1925">
                  <c:v>43336</c:v>
                </c:pt>
                <c:pt idx="1926">
                  <c:v>43335</c:v>
                </c:pt>
                <c:pt idx="1927">
                  <c:v>43334</c:v>
                </c:pt>
                <c:pt idx="1928">
                  <c:v>43333</c:v>
                </c:pt>
                <c:pt idx="1929">
                  <c:v>43332</c:v>
                </c:pt>
                <c:pt idx="1930">
                  <c:v>43329</c:v>
                </c:pt>
                <c:pt idx="1931">
                  <c:v>43328</c:v>
                </c:pt>
                <c:pt idx="1932">
                  <c:v>43327</c:v>
                </c:pt>
                <c:pt idx="1933">
                  <c:v>43326</c:v>
                </c:pt>
                <c:pt idx="1934">
                  <c:v>43325</c:v>
                </c:pt>
                <c:pt idx="1935">
                  <c:v>43322</c:v>
                </c:pt>
                <c:pt idx="1936">
                  <c:v>43321</c:v>
                </c:pt>
                <c:pt idx="1937">
                  <c:v>43320</c:v>
                </c:pt>
                <c:pt idx="1938">
                  <c:v>43319</c:v>
                </c:pt>
                <c:pt idx="1939">
                  <c:v>43318</c:v>
                </c:pt>
                <c:pt idx="1940">
                  <c:v>43315</c:v>
                </c:pt>
                <c:pt idx="1941">
                  <c:v>43314</c:v>
                </c:pt>
                <c:pt idx="1942">
                  <c:v>43313</c:v>
                </c:pt>
                <c:pt idx="1943">
                  <c:v>43312</c:v>
                </c:pt>
                <c:pt idx="1944">
                  <c:v>43311</c:v>
                </c:pt>
                <c:pt idx="1945">
                  <c:v>43308</c:v>
                </c:pt>
                <c:pt idx="1946">
                  <c:v>43307</c:v>
                </c:pt>
                <c:pt idx="1947">
                  <c:v>43306</c:v>
                </c:pt>
                <c:pt idx="1948">
                  <c:v>43305</c:v>
                </c:pt>
                <c:pt idx="1949">
                  <c:v>43304</c:v>
                </c:pt>
                <c:pt idx="1950">
                  <c:v>43301</c:v>
                </c:pt>
                <c:pt idx="1951">
                  <c:v>43300</c:v>
                </c:pt>
                <c:pt idx="1952">
                  <c:v>43299</c:v>
                </c:pt>
                <c:pt idx="1953">
                  <c:v>43298</c:v>
                </c:pt>
                <c:pt idx="1954">
                  <c:v>43297</c:v>
                </c:pt>
                <c:pt idx="1955">
                  <c:v>43294</c:v>
                </c:pt>
                <c:pt idx="1956">
                  <c:v>43293</c:v>
                </c:pt>
                <c:pt idx="1957">
                  <c:v>43292</c:v>
                </c:pt>
                <c:pt idx="1958">
                  <c:v>43291</c:v>
                </c:pt>
                <c:pt idx="1959">
                  <c:v>43290</c:v>
                </c:pt>
                <c:pt idx="1960">
                  <c:v>43287</c:v>
                </c:pt>
                <c:pt idx="1961">
                  <c:v>43286</c:v>
                </c:pt>
                <c:pt idx="1962">
                  <c:v>43285</c:v>
                </c:pt>
                <c:pt idx="1963">
                  <c:v>43284</c:v>
                </c:pt>
                <c:pt idx="1964">
                  <c:v>43280</c:v>
                </c:pt>
                <c:pt idx="1965">
                  <c:v>43279</c:v>
                </c:pt>
                <c:pt idx="1966">
                  <c:v>43278</c:v>
                </c:pt>
                <c:pt idx="1967">
                  <c:v>43277</c:v>
                </c:pt>
                <c:pt idx="1968">
                  <c:v>43276</c:v>
                </c:pt>
                <c:pt idx="1969">
                  <c:v>43273</c:v>
                </c:pt>
                <c:pt idx="1970">
                  <c:v>43272</c:v>
                </c:pt>
                <c:pt idx="1971">
                  <c:v>43271</c:v>
                </c:pt>
                <c:pt idx="1972">
                  <c:v>43270</c:v>
                </c:pt>
                <c:pt idx="1973">
                  <c:v>43266</c:v>
                </c:pt>
                <c:pt idx="1974">
                  <c:v>43265</c:v>
                </c:pt>
                <c:pt idx="1975">
                  <c:v>43264</c:v>
                </c:pt>
                <c:pt idx="1976">
                  <c:v>43263</c:v>
                </c:pt>
                <c:pt idx="1977">
                  <c:v>43262</c:v>
                </c:pt>
                <c:pt idx="1978">
                  <c:v>43259</c:v>
                </c:pt>
                <c:pt idx="1979">
                  <c:v>43258</c:v>
                </c:pt>
                <c:pt idx="1980">
                  <c:v>43257</c:v>
                </c:pt>
                <c:pt idx="1981">
                  <c:v>43256</c:v>
                </c:pt>
                <c:pt idx="1982">
                  <c:v>43255</c:v>
                </c:pt>
                <c:pt idx="1983">
                  <c:v>43252</c:v>
                </c:pt>
                <c:pt idx="1984">
                  <c:v>43251</c:v>
                </c:pt>
                <c:pt idx="1985">
                  <c:v>43250</c:v>
                </c:pt>
                <c:pt idx="1986">
                  <c:v>43249</c:v>
                </c:pt>
                <c:pt idx="1987">
                  <c:v>43248</c:v>
                </c:pt>
                <c:pt idx="1988">
                  <c:v>43245</c:v>
                </c:pt>
                <c:pt idx="1989">
                  <c:v>43244</c:v>
                </c:pt>
                <c:pt idx="1990">
                  <c:v>43243</c:v>
                </c:pt>
                <c:pt idx="1991">
                  <c:v>43241</c:v>
                </c:pt>
                <c:pt idx="1992">
                  <c:v>43238</c:v>
                </c:pt>
                <c:pt idx="1993">
                  <c:v>43237</c:v>
                </c:pt>
                <c:pt idx="1994">
                  <c:v>43236</c:v>
                </c:pt>
                <c:pt idx="1995">
                  <c:v>43235</c:v>
                </c:pt>
                <c:pt idx="1996">
                  <c:v>43234</c:v>
                </c:pt>
                <c:pt idx="1997">
                  <c:v>43231</c:v>
                </c:pt>
                <c:pt idx="1998">
                  <c:v>43230</c:v>
                </c:pt>
                <c:pt idx="1999">
                  <c:v>43229</c:v>
                </c:pt>
                <c:pt idx="2000">
                  <c:v>43228</c:v>
                </c:pt>
                <c:pt idx="2001">
                  <c:v>43227</c:v>
                </c:pt>
                <c:pt idx="2002">
                  <c:v>43224</c:v>
                </c:pt>
                <c:pt idx="2003">
                  <c:v>43223</c:v>
                </c:pt>
                <c:pt idx="2004">
                  <c:v>43222</c:v>
                </c:pt>
                <c:pt idx="2005">
                  <c:v>43220</c:v>
                </c:pt>
                <c:pt idx="2006">
                  <c:v>43217</c:v>
                </c:pt>
                <c:pt idx="2007">
                  <c:v>43216</c:v>
                </c:pt>
                <c:pt idx="2008">
                  <c:v>43215</c:v>
                </c:pt>
                <c:pt idx="2009">
                  <c:v>43214</c:v>
                </c:pt>
                <c:pt idx="2010">
                  <c:v>43213</c:v>
                </c:pt>
                <c:pt idx="2011">
                  <c:v>43210</c:v>
                </c:pt>
                <c:pt idx="2012">
                  <c:v>43209</c:v>
                </c:pt>
                <c:pt idx="2013">
                  <c:v>43208</c:v>
                </c:pt>
                <c:pt idx="2014">
                  <c:v>43207</c:v>
                </c:pt>
                <c:pt idx="2015">
                  <c:v>43206</c:v>
                </c:pt>
                <c:pt idx="2016">
                  <c:v>43203</c:v>
                </c:pt>
                <c:pt idx="2017">
                  <c:v>43202</c:v>
                </c:pt>
                <c:pt idx="2018">
                  <c:v>43201</c:v>
                </c:pt>
                <c:pt idx="2019">
                  <c:v>43200</c:v>
                </c:pt>
                <c:pt idx="2020">
                  <c:v>43199</c:v>
                </c:pt>
                <c:pt idx="2021">
                  <c:v>43196</c:v>
                </c:pt>
                <c:pt idx="2022">
                  <c:v>43194</c:v>
                </c:pt>
                <c:pt idx="2023">
                  <c:v>43193</c:v>
                </c:pt>
                <c:pt idx="2024">
                  <c:v>43188</c:v>
                </c:pt>
                <c:pt idx="2025">
                  <c:v>43187</c:v>
                </c:pt>
                <c:pt idx="2026">
                  <c:v>43186</c:v>
                </c:pt>
                <c:pt idx="2027">
                  <c:v>43185</c:v>
                </c:pt>
                <c:pt idx="2028">
                  <c:v>43182</c:v>
                </c:pt>
                <c:pt idx="2029">
                  <c:v>43181</c:v>
                </c:pt>
                <c:pt idx="2030">
                  <c:v>43180</c:v>
                </c:pt>
                <c:pt idx="2031">
                  <c:v>43179</c:v>
                </c:pt>
                <c:pt idx="2032">
                  <c:v>43178</c:v>
                </c:pt>
                <c:pt idx="2033">
                  <c:v>43175</c:v>
                </c:pt>
                <c:pt idx="2034">
                  <c:v>43174</c:v>
                </c:pt>
                <c:pt idx="2035">
                  <c:v>43173</c:v>
                </c:pt>
                <c:pt idx="2036">
                  <c:v>43172</c:v>
                </c:pt>
                <c:pt idx="2037">
                  <c:v>43171</c:v>
                </c:pt>
                <c:pt idx="2038">
                  <c:v>43168</c:v>
                </c:pt>
                <c:pt idx="2039">
                  <c:v>43167</c:v>
                </c:pt>
                <c:pt idx="2040">
                  <c:v>43166</c:v>
                </c:pt>
                <c:pt idx="2041">
                  <c:v>43165</c:v>
                </c:pt>
                <c:pt idx="2042">
                  <c:v>43164</c:v>
                </c:pt>
                <c:pt idx="2043">
                  <c:v>43161</c:v>
                </c:pt>
                <c:pt idx="2044">
                  <c:v>43160</c:v>
                </c:pt>
                <c:pt idx="2045">
                  <c:v>43159</c:v>
                </c:pt>
                <c:pt idx="2046">
                  <c:v>43158</c:v>
                </c:pt>
                <c:pt idx="2047">
                  <c:v>43157</c:v>
                </c:pt>
                <c:pt idx="2048">
                  <c:v>43154</c:v>
                </c:pt>
                <c:pt idx="2049">
                  <c:v>43153</c:v>
                </c:pt>
                <c:pt idx="2050">
                  <c:v>43152</c:v>
                </c:pt>
                <c:pt idx="2051">
                  <c:v>43151</c:v>
                </c:pt>
                <c:pt idx="2052">
                  <c:v>43146</c:v>
                </c:pt>
                <c:pt idx="2053">
                  <c:v>43145</c:v>
                </c:pt>
                <c:pt idx="2054">
                  <c:v>43144</c:v>
                </c:pt>
                <c:pt idx="2055">
                  <c:v>43143</c:v>
                </c:pt>
                <c:pt idx="2056">
                  <c:v>43140</c:v>
                </c:pt>
                <c:pt idx="2057">
                  <c:v>43139</c:v>
                </c:pt>
                <c:pt idx="2058">
                  <c:v>43138</c:v>
                </c:pt>
                <c:pt idx="2059">
                  <c:v>43137</c:v>
                </c:pt>
                <c:pt idx="2060">
                  <c:v>43136</c:v>
                </c:pt>
                <c:pt idx="2061">
                  <c:v>43133</c:v>
                </c:pt>
                <c:pt idx="2062">
                  <c:v>43132</c:v>
                </c:pt>
                <c:pt idx="2063">
                  <c:v>43131</c:v>
                </c:pt>
                <c:pt idx="2064">
                  <c:v>43130</c:v>
                </c:pt>
                <c:pt idx="2065">
                  <c:v>43129</c:v>
                </c:pt>
                <c:pt idx="2066">
                  <c:v>43126</c:v>
                </c:pt>
                <c:pt idx="2067">
                  <c:v>43125</c:v>
                </c:pt>
                <c:pt idx="2068">
                  <c:v>43124</c:v>
                </c:pt>
                <c:pt idx="2069">
                  <c:v>43123</c:v>
                </c:pt>
                <c:pt idx="2070">
                  <c:v>43122</c:v>
                </c:pt>
                <c:pt idx="2071">
                  <c:v>43119</c:v>
                </c:pt>
                <c:pt idx="2072">
                  <c:v>43118</c:v>
                </c:pt>
                <c:pt idx="2073">
                  <c:v>43117</c:v>
                </c:pt>
                <c:pt idx="2074">
                  <c:v>43116</c:v>
                </c:pt>
                <c:pt idx="2075">
                  <c:v>43115</c:v>
                </c:pt>
                <c:pt idx="2076">
                  <c:v>43112</c:v>
                </c:pt>
                <c:pt idx="2077">
                  <c:v>43111</c:v>
                </c:pt>
                <c:pt idx="2078">
                  <c:v>43110</c:v>
                </c:pt>
                <c:pt idx="2079">
                  <c:v>43109</c:v>
                </c:pt>
                <c:pt idx="2080">
                  <c:v>43108</c:v>
                </c:pt>
                <c:pt idx="2081">
                  <c:v>43105</c:v>
                </c:pt>
                <c:pt idx="2082">
                  <c:v>43104</c:v>
                </c:pt>
                <c:pt idx="2083">
                  <c:v>43103</c:v>
                </c:pt>
                <c:pt idx="2084">
                  <c:v>43102</c:v>
                </c:pt>
                <c:pt idx="2085">
                  <c:v>43098</c:v>
                </c:pt>
                <c:pt idx="2086">
                  <c:v>43097</c:v>
                </c:pt>
                <c:pt idx="2087">
                  <c:v>43096</c:v>
                </c:pt>
                <c:pt idx="2088">
                  <c:v>43091</c:v>
                </c:pt>
                <c:pt idx="2089">
                  <c:v>43090</c:v>
                </c:pt>
                <c:pt idx="2090">
                  <c:v>43089</c:v>
                </c:pt>
                <c:pt idx="2091">
                  <c:v>43088</c:v>
                </c:pt>
                <c:pt idx="2092">
                  <c:v>43087</c:v>
                </c:pt>
                <c:pt idx="2093">
                  <c:v>43084</c:v>
                </c:pt>
                <c:pt idx="2094">
                  <c:v>43083</c:v>
                </c:pt>
                <c:pt idx="2095">
                  <c:v>43082</c:v>
                </c:pt>
                <c:pt idx="2096">
                  <c:v>43081</c:v>
                </c:pt>
                <c:pt idx="2097">
                  <c:v>43080</c:v>
                </c:pt>
                <c:pt idx="2098">
                  <c:v>43077</c:v>
                </c:pt>
                <c:pt idx="2099">
                  <c:v>43076</c:v>
                </c:pt>
                <c:pt idx="2100">
                  <c:v>43075</c:v>
                </c:pt>
                <c:pt idx="2101">
                  <c:v>43074</c:v>
                </c:pt>
                <c:pt idx="2102">
                  <c:v>43073</c:v>
                </c:pt>
                <c:pt idx="2103">
                  <c:v>43070</c:v>
                </c:pt>
                <c:pt idx="2104">
                  <c:v>43069</c:v>
                </c:pt>
                <c:pt idx="2105">
                  <c:v>43068</c:v>
                </c:pt>
                <c:pt idx="2106">
                  <c:v>43067</c:v>
                </c:pt>
                <c:pt idx="2107">
                  <c:v>43066</c:v>
                </c:pt>
                <c:pt idx="2108">
                  <c:v>43063</c:v>
                </c:pt>
                <c:pt idx="2109">
                  <c:v>43062</c:v>
                </c:pt>
                <c:pt idx="2110">
                  <c:v>43061</c:v>
                </c:pt>
                <c:pt idx="2111">
                  <c:v>43060</c:v>
                </c:pt>
                <c:pt idx="2112">
                  <c:v>43059</c:v>
                </c:pt>
                <c:pt idx="2113">
                  <c:v>43056</c:v>
                </c:pt>
                <c:pt idx="2114">
                  <c:v>43055</c:v>
                </c:pt>
                <c:pt idx="2115">
                  <c:v>43054</c:v>
                </c:pt>
                <c:pt idx="2116">
                  <c:v>43053</c:v>
                </c:pt>
                <c:pt idx="2117">
                  <c:v>43052</c:v>
                </c:pt>
                <c:pt idx="2118">
                  <c:v>43049</c:v>
                </c:pt>
                <c:pt idx="2119">
                  <c:v>43048</c:v>
                </c:pt>
                <c:pt idx="2120">
                  <c:v>43047</c:v>
                </c:pt>
                <c:pt idx="2121">
                  <c:v>43046</c:v>
                </c:pt>
                <c:pt idx="2122">
                  <c:v>43045</c:v>
                </c:pt>
                <c:pt idx="2123">
                  <c:v>43042</c:v>
                </c:pt>
                <c:pt idx="2124">
                  <c:v>43041</c:v>
                </c:pt>
                <c:pt idx="2125">
                  <c:v>43040</c:v>
                </c:pt>
                <c:pt idx="2126">
                  <c:v>43039</c:v>
                </c:pt>
                <c:pt idx="2127">
                  <c:v>43038</c:v>
                </c:pt>
                <c:pt idx="2128">
                  <c:v>43035</c:v>
                </c:pt>
                <c:pt idx="2129">
                  <c:v>43034</c:v>
                </c:pt>
                <c:pt idx="2130">
                  <c:v>43033</c:v>
                </c:pt>
                <c:pt idx="2131">
                  <c:v>43032</c:v>
                </c:pt>
                <c:pt idx="2132">
                  <c:v>43031</c:v>
                </c:pt>
                <c:pt idx="2133">
                  <c:v>43028</c:v>
                </c:pt>
                <c:pt idx="2134">
                  <c:v>43027</c:v>
                </c:pt>
                <c:pt idx="2135">
                  <c:v>43026</c:v>
                </c:pt>
                <c:pt idx="2136">
                  <c:v>43025</c:v>
                </c:pt>
                <c:pt idx="2137">
                  <c:v>43024</c:v>
                </c:pt>
                <c:pt idx="2138">
                  <c:v>43021</c:v>
                </c:pt>
                <c:pt idx="2139">
                  <c:v>43020</c:v>
                </c:pt>
                <c:pt idx="2140">
                  <c:v>43019</c:v>
                </c:pt>
                <c:pt idx="2141">
                  <c:v>43018</c:v>
                </c:pt>
                <c:pt idx="2142">
                  <c:v>43017</c:v>
                </c:pt>
                <c:pt idx="2143">
                  <c:v>43014</c:v>
                </c:pt>
                <c:pt idx="2144">
                  <c:v>43012</c:v>
                </c:pt>
                <c:pt idx="2145">
                  <c:v>43011</c:v>
                </c:pt>
                <c:pt idx="2146">
                  <c:v>43007</c:v>
                </c:pt>
                <c:pt idx="2147">
                  <c:v>43006</c:v>
                </c:pt>
                <c:pt idx="2148">
                  <c:v>43005</c:v>
                </c:pt>
                <c:pt idx="2149">
                  <c:v>43004</c:v>
                </c:pt>
                <c:pt idx="2150">
                  <c:v>43003</c:v>
                </c:pt>
                <c:pt idx="2151">
                  <c:v>43000</c:v>
                </c:pt>
                <c:pt idx="2152">
                  <c:v>42999</c:v>
                </c:pt>
                <c:pt idx="2153">
                  <c:v>42998</c:v>
                </c:pt>
                <c:pt idx="2154">
                  <c:v>42997</c:v>
                </c:pt>
                <c:pt idx="2155">
                  <c:v>42996</c:v>
                </c:pt>
                <c:pt idx="2156">
                  <c:v>42993</c:v>
                </c:pt>
                <c:pt idx="2157">
                  <c:v>42992</c:v>
                </c:pt>
                <c:pt idx="2158">
                  <c:v>42991</c:v>
                </c:pt>
                <c:pt idx="2159">
                  <c:v>42990</c:v>
                </c:pt>
                <c:pt idx="2160">
                  <c:v>42989</c:v>
                </c:pt>
                <c:pt idx="2161">
                  <c:v>42986</c:v>
                </c:pt>
                <c:pt idx="2162">
                  <c:v>42985</c:v>
                </c:pt>
                <c:pt idx="2163">
                  <c:v>42984</c:v>
                </c:pt>
                <c:pt idx="2164">
                  <c:v>42983</c:v>
                </c:pt>
                <c:pt idx="2165">
                  <c:v>42982</c:v>
                </c:pt>
                <c:pt idx="2166">
                  <c:v>42979</c:v>
                </c:pt>
                <c:pt idx="2167">
                  <c:v>42978</c:v>
                </c:pt>
                <c:pt idx="2168">
                  <c:v>42977</c:v>
                </c:pt>
                <c:pt idx="2169">
                  <c:v>42976</c:v>
                </c:pt>
                <c:pt idx="2170">
                  <c:v>42975</c:v>
                </c:pt>
                <c:pt idx="2171">
                  <c:v>42972</c:v>
                </c:pt>
                <c:pt idx="2172">
                  <c:v>42971</c:v>
                </c:pt>
                <c:pt idx="2173">
                  <c:v>42969</c:v>
                </c:pt>
                <c:pt idx="2174">
                  <c:v>42968</c:v>
                </c:pt>
                <c:pt idx="2175">
                  <c:v>42965</c:v>
                </c:pt>
                <c:pt idx="2176">
                  <c:v>42964</c:v>
                </c:pt>
                <c:pt idx="2177">
                  <c:v>42963</c:v>
                </c:pt>
                <c:pt idx="2178">
                  <c:v>42962</c:v>
                </c:pt>
                <c:pt idx="2179">
                  <c:v>42961</c:v>
                </c:pt>
                <c:pt idx="2180">
                  <c:v>42958</c:v>
                </c:pt>
                <c:pt idx="2181">
                  <c:v>42957</c:v>
                </c:pt>
                <c:pt idx="2182">
                  <c:v>42956</c:v>
                </c:pt>
                <c:pt idx="2183">
                  <c:v>42955</c:v>
                </c:pt>
                <c:pt idx="2184">
                  <c:v>42954</c:v>
                </c:pt>
                <c:pt idx="2185">
                  <c:v>42951</c:v>
                </c:pt>
                <c:pt idx="2186">
                  <c:v>42950</c:v>
                </c:pt>
                <c:pt idx="2187">
                  <c:v>42949</c:v>
                </c:pt>
                <c:pt idx="2188">
                  <c:v>42948</c:v>
                </c:pt>
                <c:pt idx="2189">
                  <c:v>42947</c:v>
                </c:pt>
                <c:pt idx="2190">
                  <c:v>42944</c:v>
                </c:pt>
                <c:pt idx="2191">
                  <c:v>42943</c:v>
                </c:pt>
                <c:pt idx="2192">
                  <c:v>42942</c:v>
                </c:pt>
                <c:pt idx="2193">
                  <c:v>42941</c:v>
                </c:pt>
                <c:pt idx="2194">
                  <c:v>42940</c:v>
                </c:pt>
                <c:pt idx="2195">
                  <c:v>42937</c:v>
                </c:pt>
                <c:pt idx="2196">
                  <c:v>42936</c:v>
                </c:pt>
                <c:pt idx="2197">
                  <c:v>42935</c:v>
                </c:pt>
                <c:pt idx="2198">
                  <c:v>42934</c:v>
                </c:pt>
                <c:pt idx="2199">
                  <c:v>42933</c:v>
                </c:pt>
                <c:pt idx="2200">
                  <c:v>42930</c:v>
                </c:pt>
                <c:pt idx="2201">
                  <c:v>42929</c:v>
                </c:pt>
                <c:pt idx="2202">
                  <c:v>42928</c:v>
                </c:pt>
                <c:pt idx="2203">
                  <c:v>42927</c:v>
                </c:pt>
                <c:pt idx="2204">
                  <c:v>42926</c:v>
                </c:pt>
                <c:pt idx="2205">
                  <c:v>42923</c:v>
                </c:pt>
                <c:pt idx="2206">
                  <c:v>42922</c:v>
                </c:pt>
                <c:pt idx="2207">
                  <c:v>42921</c:v>
                </c:pt>
                <c:pt idx="2208">
                  <c:v>42920</c:v>
                </c:pt>
                <c:pt idx="2209">
                  <c:v>42919</c:v>
                </c:pt>
                <c:pt idx="2210">
                  <c:v>42916</c:v>
                </c:pt>
                <c:pt idx="2211">
                  <c:v>42915</c:v>
                </c:pt>
                <c:pt idx="2212">
                  <c:v>42914</c:v>
                </c:pt>
                <c:pt idx="2213">
                  <c:v>42913</c:v>
                </c:pt>
                <c:pt idx="2214">
                  <c:v>42912</c:v>
                </c:pt>
                <c:pt idx="2215">
                  <c:v>42909</c:v>
                </c:pt>
                <c:pt idx="2216">
                  <c:v>42908</c:v>
                </c:pt>
                <c:pt idx="2217">
                  <c:v>42907</c:v>
                </c:pt>
                <c:pt idx="2218">
                  <c:v>42906</c:v>
                </c:pt>
                <c:pt idx="2219">
                  <c:v>42905</c:v>
                </c:pt>
                <c:pt idx="2220">
                  <c:v>42902</c:v>
                </c:pt>
                <c:pt idx="2221">
                  <c:v>42901</c:v>
                </c:pt>
                <c:pt idx="2222">
                  <c:v>42900</c:v>
                </c:pt>
                <c:pt idx="2223">
                  <c:v>42899</c:v>
                </c:pt>
                <c:pt idx="2224">
                  <c:v>42898</c:v>
                </c:pt>
                <c:pt idx="2225">
                  <c:v>42895</c:v>
                </c:pt>
                <c:pt idx="2226">
                  <c:v>42894</c:v>
                </c:pt>
                <c:pt idx="2227">
                  <c:v>42893</c:v>
                </c:pt>
                <c:pt idx="2228">
                  <c:v>42892</c:v>
                </c:pt>
                <c:pt idx="2229">
                  <c:v>42891</c:v>
                </c:pt>
                <c:pt idx="2230">
                  <c:v>42888</c:v>
                </c:pt>
                <c:pt idx="2231">
                  <c:v>42887</c:v>
                </c:pt>
                <c:pt idx="2232">
                  <c:v>42886</c:v>
                </c:pt>
                <c:pt idx="2233">
                  <c:v>42884</c:v>
                </c:pt>
                <c:pt idx="2234">
                  <c:v>42881</c:v>
                </c:pt>
                <c:pt idx="2235">
                  <c:v>42880</c:v>
                </c:pt>
                <c:pt idx="2236">
                  <c:v>42879</c:v>
                </c:pt>
                <c:pt idx="2237">
                  <c:v>42878</c:v>
                </c:pt>
                <c:pt idx="2238">
                  <c:v>42877</c:v>
                </c:pt>
                <c:pt idx="2239">
                  <c:v>42874</c:v>
                </c:pt>
                <c:pt idx="2240">
                  <c:v>42873</c:v>
                </c:pt>
                <c:pt idx="2241">
                  <c:v>42872</c:v>
                </c:pt>
                <c:pt idx="2242">
                  <c:v>42871</c:v>
                </c:pt>
                <c:pt idx="2243">
                  <c:v>42870</c:v>
                </c:pt>
                <c:pt idx="2244">
                  <c:v>42867</c:v>
                </c:pt>
                <c:pt idx="2245">
                  <c:v>42866</c:v>
                </c:pt>
                <c:pt idx="2246">
                  <c:v>42865</c:v>
                </c:pt>
                <c:pt idx="2247">
                  <c:v>42864</c:v>
                </c:pt>
                <c:pt idx="2248">
                  <c:v>42863</c:v>
                </c:pt>
                <c:pt idx="2249">
                  <c:v>42860</c:v>
                </c:pt>
                <c:pt idx="2250">
                  <c:v>42859</c:v>
                </c:pt>
                <c:pt idx="2251">
                  <c:v>42857</c:v>
                </c:pt>
                <c:pt idx="2252">
                  <c:v>42853</c:v>
                </c:pt>
                <c:pt idx="2253">
                  <c:v>42852</c:v>
                </c:pt>
                <c:pt idx="2254">
                  <c:v>42851</c:v>
                </c:pt>
                <c:pt idx="2255">
                  <c:v>42850</c:v>
                </c:pt>
                <c:pt idx="2256">
                  <c:v>42849</c:v>
                </c:pt>
                <c:pt idx="2257">
                  <c:v>42846</c:v>
                </c:pt>
                <c:pt idx="2258">
                  <c:v>42845</c:v>
                </c:pt>
                <c:pt idx="2259">
                  <c:v>42844</c:v>
                </c:pt>
                <c:pt idx="2260">
                  <c:v>42843</c:v>
                </c:pt>
                <c:pt idx="2261">
                  <c:v>42838</c:v>
                </c:pt>
                <c:pt idx="2262">
                  <c:v>42837</c:v>
                </c:pt>
                <c:pt idx="2263">
                  <c:v>42836</c:v>
                </c:pt>
                <c:pt idx="2264">
                  <c:v>42835</c:v>
                </c:pt>
                <c:pt idx="2265">
                  <c:v>42832</c:v>
                </c:pt>
                <c:pt idx="2266">
                  <c:v>42831</c:v>
                </c:pt>
                <c:pt idx="2267">
                  <c:v>42830</c:v>
                </c:pt>
                <c:pt idx="2268">
                  <c:v>42828</c:v>
                </c:pt>
                <c:pt idx="2269">
                  <c:v>42825</c:v>
                </c:pt>
                <c:pt idx="2270">
                  <c:v>42824</c:v>
                </c:pt>
                <c:pt idx="2271">
                  <c:v>42823</c:v>
                </c:pt>
                <c:pt idx="2272">
                  <c:v>42822</c:v>
                </c:pt>
                <c:pt idx="2273">
                  <c:v>42821</c:v>
                </c:pt>
                <c:pt idx="2274">
                  <c:v>42818</c:v>
                </c:pt>
                <c:pt idx="2275">
                  <c:v>42817</c:v>
                </c:pt>
                <c:pt idx="2276">
                  <c:v>42816</c:v>
                </c:pt>
                <c:pt idx="2277">
                  <c:v>42815</c:v>
                </c:pt>
                <c:pt idx="2278">
                  <c:v>42814</c:v>
                </c:pt>
                <c:pt idx="2279">
                  <c:v>42811</c:v>
                </c:pt>
                <c:pt idx="2280">
                  <c:v>42810</c:v>
                </c:pt>
                <c:pt idx="2281">
                  <c:v>42809</c:v>
                </c:pt>
                <c:pt idx="2282">
                  <c:v>42808</c:v>
                </c:pt>
                <c:pt idx="2283">
                  <c:v>42807</c:v>
                </c:pt>
                <c:pt idx="2284">
                  <c:v>42804</c:v>
                </c:pt>
                <c:pt idx="2285">
                  <c:v>42803</c:v>
                </c:pt>
                <c:pt idx="2286">
                  <c:v>42802</c:v>
                </c:pt>
                <c:pt idx="2287">
                  <c:v>42801</c:v>
                </c:pt>
                <c:pt idx="2288">
                  <c:v>42800</c:v>
                </c:pt>
                <c:pt idx="2289">
                  <c:v>42797</c:v>
                </c:pt>
                <c:pt idx="2290">
                  <c:v>42796</c:v>
                </c:pt>
                <c:pt idx="2291">
                  <c:v>42795</c:v>
                </c:pt>
                <c:pt idx="2292">
                  <c:v>42794</c:v>
                </c:pt>
                <c:pt idx="2293">
                  <c:v>42793</c:v>
                </c:pt>
                <c:pt idx="2294">
                  <c:v>42790</c:v>
                </c:pt>
                <c:pt idx="2295">
                  <c:v>42789</c:v>
                </c:pt>
                <c:pt idx="2296">
                  <c:v>42788</c:v>
                </c:pt>
                <c:pt idx="2297">
                  <c:v>42787</c:v>
                </c:pt>
                <c:pt idx="2298">
                  <c:v>42786</c:v>
                </c:pt>
                <c:pt idx="2299">
                  <c:v>42783</c:v>
                </c:pt>
                <c:pt idx="2300">
                  <c:v>42782</c:v>
                </c:pt>
                <c:pt idx="2301">
                  <c:v>42781</c:v>
                </c:pt>
                <c:pt idx="2302">
                  <c:v>42780</c:v>
                </c:pt>
                <c:pt idx="2303">
                  <c:v>42779</c:v>
                </c:pt>
                <c:pt idx="2304">
                  <c:v>42776</c:v>
                </c:pt>
                <c:pt idx="2305">
                  <c:v>42775</c:v>
                </c:pt>
                <c:pt idx="2306">
                  <c:v>42774</c:v>
                </c:pt>
                <c:pt idx="2307">
                  <c:v>42773</c:v>
                </c:pt>
                <c:pt idx="2308">
                  <c:v>42772</c:v>
                </c:pt>
                <c:pt idx="2309">
                  <c:v>42769</c:v>
                </c:pt>
                <c:pt idx="2310">
                  <c:v>42768</c:v>
                </c:pt>
                <c:pt idx="2311">
                  <c:v>42767</c:v>
                </c:pt>
                <c:pt idx="2312">
                  <c:v>42762</c:v>
                </c:pt>
                <c:pt idx="2313">
                  <c:v>42761</c:v>
                </c:pt>
                <c:pt idx="2314">
                  <c:v>42760</c:v>
                </c:pt>
                <c:pt idx="2315">
                  <c:v>42759</c:v>
                </c:pt>
                <c:pt idx="2316">
                  <c:v>42758</c:v>
                </c:pt>
                <c:pt idx="2317">
                  <c:v>42755</c:v>
                </c:pt>
                <c:pt idx="2318">
                  <c:v>42754</c:v>
                </c:pt>
                <c:pt idx="2319">
                  <c:v>42753</c:v>
                </c:pt>
                <c:pt idx="2320">
                  <c:v>42752</c:v>
                </c:pt>
                <c:pt idx="2321">
                  <c:v>42751</c:v>
                </c:pt>
                <c:pt idx="2322">
                  <c:v>42748</c:v>
                </c:pt>
                <c:pt idx="2323">
                  <c:v>42747</c:v>
                </c:pt>
                <c:pt idx="2324">
                  <c:v>42746</c:v>
                </c:pt>
                <c:pt idx="2325">
                  <c:v>42745</c:v>
                </c:pt>
                <c:pt idx="2326">
                  <c:v>42744</c:v>
                </c:pt>
                <c:pt idx="2327">
                  <c:v>42741</c:v>
                </c:pt>
                <c:pt idx="2328">
                  <c:v>42740</c:v>
                </c:pt>
                <c:pt idx="2329">
                  <c:v>42739</c:v>
                </c:pt>
                <c:pt idx="2330">
                  <c:v>42738</c:v>
                </c:pt>
                <c:pt idx="2331">
                  <c:v>42734</c:v>
                </c:pt>
                <c:pt idx="2332">
                  <c:v>42733</c:v>
                </c:pt>
                <c:pt idx="2333">
                  <c:v>42732</c:v>
                </c:pt>
                <c:pt idx="2334">
                  <c:v>42727</c:v>
                </c:pt>
                <c:pt idx="2335">
                  <c:v>42726</c:v>
                </c:pt>
                <c:pt idx="2336">
                  <c:v>42725</c:v>
                </c:pt>
                <c:pt idx="2337">
                  <c:v>42724</c:v>
                </c:pt>
                <c:pt idx="2338">
                  <c:v>42723</c:v>
                </c:pt>
                <c:pt idx="2339">
                  <c:v>42720</c:v>
                </c:pt>
                <c:pt idx="2340">
                  <c:v>42719</c:v>
                </c:pt>
                <c:pt idx="2341">
                  <c:v>42718</c:v>
                </c:pt>
                <c:pt idx="2342">
                  <c:v>42717</c:v>
                </c:pt>
                <c:pt idx="2343">
                  <c:v>42716</c:v>
                </c:pt>
                <c:pt idx="2344">
                  <c:v>42713</c:v>
                </c:pt>
                <c:pt idx="2345">
                  <c:v>42712</c:v>
                </c:pt>
                <c:pt idx="2346">
                  <c:v>42711</c:v>
                </c:pt>
                <c:pt idx="2347">
                  <c:v>42710</c:v>
                </c:pt>
                <c:pt idx="2348">
                  <c:v>42709</c:v>
                </c:pt>
                <c:pt idx="2349">
                  <c:v>42706</c:v>
                </c:pt>
                <c:pt idx="2350">
                  <c:v>42705</c:v>
                </c:pt>
                <c:pt idx="2351">
                  <c:v>42704</c:v>
                </c:pt>
                <c:pt idx="2352">
                  <c:v>42703</c:v>
                </c:pt>
                <c:pt idx="2353">
                  <c:v>42702</c:v>
                </c:pt>
                <c:pt idx="2354">
                  <c:v>42699</c:v>
                </c:pt>
                <c:pt idx="2355">
                  <c:v>42698</c:v>
                </c:pt>
                <c:pt idx="2356">
                  <c:v>42697</c:v>
                </c:pt>
                <c:pt idx="2357">
                  <c:v>42696</c:v>
                </c:pt>
                <c:pt idx="2358">
                  <c:v>42695</c:v>
                </c:pt>
                <c:pt idx="2359">
                  <c:v>42692</c:v>
                </c:pt>
                <c:pt idx="2360">
                  <c:v>42691</c:v>
                </c:pt>
                <c:pt idx="2361">
                  <c:v>42690</c:v>
                </c:pt>
                <c:pt idx="2362">
                  <c:v>42689</c:v>
                </c:pt>
                <c:pt idx="2363">
                  <c:v>42688</c:v>
                </c:pt>
                <c:pt idx="2364">
                  <c:v>42685</c:v>
                </c:pt>
                <c:pt idx="2365">
                  <c:v>42684</c:v>
                </c:pt>
                <c:pt idx="2366">
                  <c:v>42683</c:v>
                </c:pt>
                <c:pt idx="2367">
                  <c:v>42682</c:v>
                </c:pt>
                <c:pt idx="2368">
                  <c:v>42681</c:v>
                </c:pt>
                <c:pt idx="2369">
                  <c:v>42678</c:v>
                </c:pt>
                <c:pt idx="2370">
                  <c:v>42677</c:v>
                </c:pt>
                <c:pt idx="2371">
                  <c:v>42676</c:v>
                </c:pt>
                <c:pt idx="2372">
                  <c:v>42675</c:v>
                </c:pt>
                <c:pt idx="2373">
                  <c:v>42674</c:v>
                </c:pt>
                <c:pt idx="2374">
                  <c:v>42671</c:v>
                </c:pt>
                <c:pt idx="2375">
                  <c:v>42670</c:v>
                </c:pt>
                <c:pt idx="2376">
                  <c:v>42669</c:v>
                </c:pt>
                <c:pt idx="2377">
                  <c:v>42668</c:v>
                </c:pt>
                <c:pt idx="2378">
                  <c:v>42667</c:v>
                </c:pt>
                <c:pt idx="2379">
                  <c:v>42663</c:v>
                </c:pt>
                <c:pt idx="2380">
                  <c:v>42662</c:v>
                </c:pt>
                <c:pt idx="2381">
                  <c:v>42661</c:v>
                </c:pt>
                <c:pt idx="2382">
                  <c:v>42660</c:v>
                </c:pt>
                <c:pt idx="2383">
                  <c:v>42657</c:v>
                </c:pt>
                <c:pt idx="2384">
                  <c:v>42656</c:v>
                </c:pt>
                <c:pt idx="2385">
                  <c:v>42655</c:v>
                </c:pt>
                <c:pt idx="2386">
                  <c:v>42654</c:v>
                </c:pt>
                <c:pt idx="2387">
                  <c:v>42650</c:v>
                </c:pt>
                <c:pt idx="2388">
                  <c:v>42649</c:v>
                </c:pt>
                <c:pt idx="2389">
                  <c:v>42648</c:v>
                </c:pt>
                <c:pt idx="2390">
                  <c:v>42647</c:v>
                </c:pt>
                <c:pt idx="2391">
                  <c:v>42646</c:v>
                </c:pt>
                <c:pt idx="2392">
                  <c:v>42643</c:v>
                </c:pt>
                <c:pt idx="2393">
                  <c:v>42642</c:v>
                </c:pt>
                <c:pt idx="2394">
                  <c:v>42641</c:v>
                </c:pt>
                <c:pt idx="2395">
                  <c:v>42640</c:v>
                </c:pt>
                <c:pt idx="2396">
                  <c:v>42639</c:v>
                </c:pt>
                <c:pt idx="2397">
                  <c:v>42636</c:v>
                </c:pt>
                <c:pt idx="2398">
                  <c:v>42635</c:v>
                </c:pt>
                <c:pt idx="2399">
                  <c:v>42634</c:v>
                </c:pt>
                <c:pt idx="2400">
                  <c:v>42633</c:v>
                </c:pt>
                <c:pt idx="2401">
                  <c:v>42632</c:v>
                </c:pt>
                <c:pt idx="2402">
                  <c:v>42628</c:v>
                </c:pt>
                <c:pt idx="2403">
                  <c:v>42627</c:v>
                </c:pt>
                <c:pt idx="2404">
                  <c:v>42626</c:v>
                </c:pt>
                <c:pt idx="2405">
                  <c:v>42625</c:v>
                </c:pt>
                <c:pt idx="2406">
                  <c:v>42622</c:v>
                </c:pt>
                <c:pt idx="2407">
                  <c:v>42621</c:v>
                </c:pt>
                <c:pt idx="2408">
                  <c:v>42620</c:v>
                </c:pt>
                <c:pt idx="2409">
                  <c:v>42619</c:v>
                </c:pt>
                <c:pt idx="2410">
                  <c:v>42618</c:v>
                </c:pt>
                <c:pt idx="2411">
                  <c:v>42615</c:v>
                </c:pt>
                <c:pt idx="2412">
                  <c:v>42614</c:v>
                </c:pt>
                <c:pt idx="2413">
                  <c:v>42613</c:v>
                </c:pt>
                <c:pt idx="2414">
                  <c:v>42612</c:v>
                </c:pt>
                <c:pt idx="2415">
                  <c:v>42611</c:v>
                </c:pt>
                <c:pt idx="2416">
                  <c:v>42608</c:v>
                </c:pt>
                <c:pt idx="2417">
                  <c:v>42607</c:v>
                </c:pt>
                <c:pt idx="2418">
                  <c:v>42606</c:v>
                </c:pt>
                <c:pt idx="2419">
                  <c:v>42605</c:v>
                </c:pt>
                <c:pt idx="2420">
                  <c:v>42604</c:v>
                </c:pt>
                <c:pt idx="2421">
                  <c:v>42601</c:v>
                </c:pt>
                <c:pt idx="2422">
                  <c:v>42600</c:v>
                </c:pt>
                <c:pt idx="2423">
                  <c:v>42599</c:v>
                </c:pt>
                <c:pt idx="2424">
                  <c:v>42598</c:v>
                </c:pt>
                <c:pt idx="2425">
                  <c:v>42597</c:v>
                </c:pt>
                <c:pt idx="2426">
                  <c:v>42594</c:v>
                </c:pt>
                <c:pt idx="2427">
                  <c:v>42593</c:v>
                </c:pt>
                <c:pt idx="2428">
                  <c:v>42592</c:v>
                </c:pt>
                <c:pt idx="2429">
                  <c:v>42591</c:v>
                </c:pt>
                <c:pt idx="2430">
                  <c:v>42590</c:v>
                </c:pt>
                <c:pt idx="2431">
                  <c:v>42587</c:v>
                </c:pt>
                <c:pt idx="2432">
                  <c:v>42586</c:v>
                </c:pt>
                <c:pt idx="2433">
                  <c:v>42585</c:v>
                </c:pt>
                <c:pt idx="2434">
                  <c:v>42583</c:v>
                </c:pt>
                <c:pt idx="2435">
                  <c:v>42580</c:v>
                </c:pt>
                <c:pt idx="2436">
                  <c:v>42579</c:v>
                </c:pt>
                <c:pt idx="2437">
                  <c:v>42578</c:v>
                </c:pt>
                <c:pt idx="2438">
                  <c:v>42577</c:v>
                </c:pt>
                <c:pt idx="2439">
                  <c:v>42576</c:v>
                </c:pt>
                <c:pt idx="2440">
                  <c:v>42573</c:v>
                </c:pt>
                <c:pt idx="2441">
                  <c:v>42572</c:v>
                </c:pt>
                <c:pt idx="2442">
                  <c:v>42571</c:v>
                </c:pt>
                <c:pt idx="2443">
                  <c:v>42570</c:v>
                </c:pt>
                <c:pt idx="2444">
                  <c:v>42569</c:v>
                </c:pt>
                <c:pt idx="2445">
                  <c:v>42566</c:v>
                </c:pt>
                <c:pt idx="2446">
                  <c:v>42565</c:v>
                </c:pt>
                <c:pt idx="2447">
                  <c:v>42564</c:v>
                </c:pt>
                <c:pt idx="2448">
                  <c:v>42563</c:v>
                </c:pt>
                <c:pt idx="2449">
                  <c:v>42562</c:v>
                </c:pt>
                <c:pt idx="2450">
                  <c:v>42559</c:v>
                </c:pt>
                <c:pt idx="2451">
                  <c:v>42558</c:v>
                </c:pt>
                <c:pt idx="2452">
                  <c:v>42557</c:v>
                </c:pt>
                <c:pt idx="2453">
                  <c:v>42556</c:v>
                </c:pt>
                <c:pt idx="2454">
                  <c:v>42555</c:v>
                </c:pt>
                <c:pt idx="2455">
                  <c:v>42551</c:v>
                </c:pt>
                <c:pt idx="2456">
                  <c:v>42550</c:v>
                </c:pt>
                <c:pt idx="2457">
                  <c:v>42549</c:v>
                </c:pt>
                <c:pt idx="2458">
                  <c:v>42548</c:v>
                </c:pt>
                <c:pt idx="2459">
                  <c:v>42545</c:v>
                </c:pt>
                <c:pt idx="2460">
                  <c:v>42544</c:v>
                </c:pt>
                <c:pt idx="2461">
                  <c:v>42543</c:v>
                </c:pt>
                <c:pt idx="2462">
                  <c:v>42542</c:v>
                </c:pt>
                <c:pt idx="2463">
                  <c:v>42541</c:v>
                </c:pt>
                <c:pt idx="2464">
                  <c:v>42538</c:v>
                </c:pt>
                <c:pt idx="2465">
                  <c:v>42537</c:v>
                </c:pt>
                <c:pt idx="2466">
                  <c:v>42536</c:v>
                </c:pt>
                <c:pt idx="2467">
                  <c:v>42535</c:v>
                </c:pt>
                <c:pt idx="2468">
                  <c:v>42534</c:v>
                </c:pt>
                <c:pt idx="2469">
                  <c:v>42531</c:v>
                </c:pt>
                <c:pt idx="2470">
                  <c:v>42529</c:v>
                </c:pt>
                <c:pt idx="2471">
                  <c:v>42528</c:v>
                </c:pt>
                <c:pt idx="2472">
                  <c:v>42527</c:v>
                </c:pt>
                <c:pt idx="2473">
                  <c:v>42524</c:v>
                </c:pt>
                <c:pt idx="2474">
                  <c:v>42523</c:v>
                </c:pt>
                <c:pt idx="2475">
                  <c:v>42522</c:v>
                </c:pt>
                <c:pt idx="2476">
                  <c:v>42521</c:v>
                </c:pt>
                <c:pt idx="2477">
                  <c:v>42520</c:v>
                </c:pt>
                <c:pt idx="2478">
                  <c:v>42517</c:v>
                </c:pt>
                <c:pt idx="2479">
                  <c:v>42516</c:v>
                </c:pt>
                <c:pt idx="2480">
                  <c:v>42515</c:v>
                </c:pt>
                <c:pt idx="2481">
                  <c:v>42514</c:v>
                </c:pt>
                <c:pt idx="2482">
                  <c:v>42513</c:v>
                </c:pt>
                <c:pt idx="2483">
                  <c:v>42510</c:v>
                </c:pt>
                <c:pt idx="2484">
                  <c:v>42509</c:v>
                </c:pt>
                <c:pt idx="2485">
                  <c:v>42508</c:v>
                </c:pt>
                <c:pt idx="2486">
                  <c:v>42507</c:v>
                </c:pt>
                <c:pt idx="2487">
                  <c:v>42506</c:v>
                </c:pt>
                <c:pt idx="2488">
                  <c:v>42503</c:v>
                </c:pt>
                <c:pt idx="2489">
                  <c:v>42502</c:v>
                </c:pt>
                <c:pt idx="2490">
                  <c:v>42501</c:v>
                </c:pt>
                <c:pt idx="2491">
                  <c:v>42500</c:v>
                </c:pt>
                <c:pt idx="2492">
                  <c:v>42499</c:v>
                </c:pt>
                <c:pt idx="2493">
                  <c:v>42496</c:v>
                </c:pt>
                <c:pt idx="2494">
                  <c:v>42495</c:v>
                </c:pt>
                <c:pt idx="2495">
                  <c:v>42494</c:v>
                </c:pt>
                <c:pt idx="2496">
                  <c:v>42493</c:v>
                </c:pt>
                <c:pt idx="2497">
                  <c:v>42489</c:v>
                </c:pt>
                <c:pt idx="2498">
                  <c:v>42488</c:v>
                </c:pt>
                <c:pt idx="2499">
                  <c:v>42487</c:v>
                </c:pt>
                <c:pt idx="2500">
                  <c:v>42486</c:v>
                </c:pt>
                <c:pt idx="2501">
                  <c:v>42485</c:v>
                </c:pt>
                <c:pt idx="2502">
                  <c:v>42482</c:v>
                </c:pt>
                <c:pt idx="2503">
                  <c:v>42481</c:v>
                </c:pt>
                <c:pt idx="2504">
                  <c:v>42480</c:v>
                </c:pt>
                <c:pt idx="2505">
                  <c:v>42479</c:v>
                </c:pt>
                <c:pt idx="2506">
                  <c:v>42478</c:v>
                </c:pt>
                <c:pt idx="2507">
                  <c:v>42475</c:v>
                </c:pt>
                <c:pt idx="2508">
                  <c:v>42474</c:v>
                </c:pt>
                <c:pt idx="2509">
                  <c:v>42473</c:v>
                </c:pt>
                <c:pt idx="2510">
                  <c:v>42472</c:v>
                </c:pt>
                <c:pt idx="2511">
                  <c:v>42471</c:v>
                </c:pt>
                <c:pt idx="2512">
                  <c:v>42468</c:v>
                </c:pt>
                <c:pt idx="2513">
                  <c:v>42467</c:v>
                </c:pt>
                <c:pt idx="2514">
                  <c:v>42466</c:v>
                </c:pt>
                <c:pt idx="2515">
                  <c:v>42465</c:v>
                </c:pt>
                <c:pt idx="2516">
                  <c:v>42461</c:v>
                </c:pt>
                <c:pt idx="2517">
                  <c:v>42460</c:v>
                </c:pt>
                <c:pt idx="2518">
                  <c:v>42459</c:v>
                </c:pt>
                <c:pt idx="2519">
                  <c:v>42458</c:v>
                </c:pt>
                <c:pt idx="2520">
                  <c:v>42453</c:v>
                </c:pt>
                <c:pt idx="2521">
                  <c:v>42452</c:v>
                </c:pt>
                <c:pt idx="2522">
                  <c:v>42451</c:v>
                </c:pt>
                <c:pt idx="2523">
                  <c:v>42450</c:v>
                </c:pt>
                <c:pt idx="2524">
                  <c:v>42447</c:v>
                </c:pt>
                <c:pt idx="2525">
                  <c:v>42446</c:v>
                </c:pt>
                <c:pt idx="2526">
                  <c:v>42445</c:v>
                </c:pt>
                <c:pt idx="2527">
                  <c:v>42444</c:v>
                </c:pt>
                <c:pt idx="2528">
                  <c:v>42443</c:v>
                </c:pt>
                <c:pt idx="2529">
                  <c:v>42440</c:v>
                </c:pt>
                <c:pt idx="2530">
                  <c:v>42439</c:v>
                </c:pt>
                <c:pt idx="2531">
                  <c:v>42438</c:v>
                </c:pt>
                <c:pt idx="2532">
                  <c:v>42437</c:v>
                </c:pt>
                <c:pt idx="2533">
                  <c:v>42436</c:v>
                </c:pt>
                <c:pt idx="2534">
                  <c:v>42433</c:v>
                </c:pt>
                <c:pt idx="2535">
                  <c:v>42432</c:v>
                </c:pt>
                <c:pt idx="2536">
                  <c:v>42431</c:v>
                </c:pt>
                <c:pt idx="2537">
                  <c:v>42430</c:v>
                </c:pt>
                <c:pt idx="2538">
                  <c:v>42429</c:v>
                </c:pt>
                <c:pt idx="2539">
                  <c:v>42426</c:v>
                </c:pt>
                <c:pt idx="2540">
                  <c:v>42425</c:v>
                </c:pt>
                <c:pt idx="2541">
                  <c:v>42424</c:v>
                </c:pt>
                <c:pt idx="2542">
                  <c:v>42423</c:v>
                </c:pt>
                <c:pt idx="2543">
                  <c:v>42422</c:v>
                </c:pt>
                <c:pt idx="2544">
                  <c:v>42419</c:v>
                </c:pt>
                <c:pt idx="2545">
                  <c:v>42418</c:v>
                </c:pt>
                <c:pt idx="2546">
                  <c:v>42417</c:v>
                </c:pt>
                <c:pt idx="2547">
                  <c:v>42416</c:v>
                </c:pt>
                <c:pt idx="2548">
                  <c:v>42415</c:v>
                </c:pt>
                <c:pt idx="2549">
                  <c:v>42412</c:v>
                </c:pt>
                <c:pt idx="2550">
                  <c:v>42411</c:v>
                </c:pt>
                <c:pt idx="2551">
                  <c:v>42405</c:v>
                </c:pt>
                <c:pt idx="2552">
                  <c:v>42404</c:v>
                </c:pt>
                <c:pt idx="2553">
                  <c:v>42403</c:v>
                </c:pt>
                <c:pt idx="2554">
                  <c:v>42402</c:v>
                </c:pt>
                <c:pt idx="2555">
                  <c:v>42401</c:v>
                </c:pt>
                <c:pt idx="2556">
                  <c:v>42398</c:v>
                </c:pt>
                <c:pt idx="2557">
                  <c:v>42397</c:v>
                </c:pt>
                <c:pt idx="2558">
                  <c:v>42396</c:v>
                </c:pt>
                <c:pt idx="2559">
                  <c:v>42395</c:v>
                </c:pt>
                <c:pt idx="2560">
                  <c:v>42394</c:v>
                </c:pt>
                <c:pt idx="2561">
                  <c:v>42391</c:v>
                </c:pt>
                <c:pt idx="2562">
                  <c:v>42390</c:v>
                </c:pt>
                <c:pt idx="2563">
                  <c:v>42389</c:v>
                </c:pt>
                <c:pt idx="2564">
                  <c:v>42388</c:v>
                </c:pt>
                <c:pt idx="2565">
                  <c:v>42387</c:v>
                </c:pt>
                <c:pt idx="2566">
                  <c:v>42384</c:v>
                </c:pt>
                <c:pt idx="2567">
                  <c:v>42383</c:v>
                </c:pt>
                <c:pt idx="2568">
                  <c:v>42382</c:v>
                </c:pt>
                <c:pt idx="2569">
                  <c:v>42381</c:v>
                </c:pt>
                <c:pt idx="2570">
                  <c:v>42380</c:v>
                </c:pt>
                <c:pt idx="2571">
                  <c:v>42377</c:v>
                </c:pt>
                <c:pt idx="2572">
                  <c:v>42376</c:v>
                </c:pt>
                <c:pt idx="2573">
                  <c:v>42375</c:v>
                </c:pt>
                <c:pt idx="2574">
                  <c:v>42374</c:v>
                </c:pt>
                <c:pt idx="2575">
                  <c:v>42373</c:v>
                </c:pt>
                <c:pt idx="2576">
                  <c:v>42369</c:v>
                </c:pt>
                <c:pt idx="2577">
                  <c:v>42368</c:v>
                </c:pt>
                <c:pt idx="2578">
                  <c:v>42367</c:v>
                </c:pt>
                <c:pt idx="2579">
                  <c:v>42366</c:v>
                </c:pt>
                <c:pt idx="2580">
                  <c:v>42362</c:v>
                </c:pt>
                <c:pt idx="2581">
                  <c:v>42361</c:v>
                </c:pt>
                <c:pt idx="2582">
                  <c:v>42360</c:v>
                </c:pt>
                <c:pt idx="2583">
                  <c:v>42359</c:v>
                </c:pt>
                <c:pt idx="2584">
                  <c:v>42356</c:v>
                </c:pt>
                <c:pt idx="2585">
                  <c:v>42355</c:v>
                </c:pt>
                <c:pt idx="2586">
                  <c:v>42354</c:v>
                </c:pt>
                <c:pt idx="2587">
                  <c:v>42353</c:v>
                </c:pt>
                <c:pt idx="2588">
                  <c:v>42352</c:v>
                </c:pt>
                <c:pt idx="2589">
                  <c:v>42349</c:v>
                </c:pt>
                <c:pt idx="2590">
                  <c:v>42348</c:v>
                </c:pt>
                <c:pt idx="2591">
                  <c:v>42347</c:v>
                </c:pt>
                <c:pt idx="2592">
                  <c:v>42346</c:v>
                </c:pt>
                <c:pt idx="2593">
                  <c:v>42345</c:v>
                </c:pt>
                <c:pt idx="2594">
                  <c:v>42342</c:v>
                </c:pt>
                <c:pt idx="2595">
                  <c:v>42341</c:v>
                </c:pt>
                <c:pt idx="2596">
                  <c:v>42340</c:v>
                </c:pt>
                <c:pt idx="2597">
                  <c:v>42339</c:v>
                </c:pt>
                <c:pt idx="2598">
                  <c:v>42338</c:v>
                </c:pt>
                <c:pt idx="2599">
                  <c:v>42335</c:v>
                </c:pt>
                <c:pt idx="2600">
                  <c:v>42334</c:v>
                </c:pt>
                <c:pt idx="2601">
                  <c:v>42333</c:v>
                </c:pt>
                <c:pt idx="2602">
                  <c:v>42332</c:v>
                </c:pt>
                <c:pt idx="2603">
                  <c:v>42331</c:v>
                </c:pt>
                <c:pt idx="2604">
                  <c:v>42328</c:v>
                </c:pt>
                <c:pt idx="2605">
                  <c:v>42327</c:v>
                </c:pt>
                <c:pt idx="2606">
                  <c:v>42326</c:v>
                </c:pt>
                <c:pt idx="2607">
                  <c:v>42325</c:v>
                </c:pt>
                <c:pt idx="2608">
                  <c:v>42324</c:v>
                </c:pt>
                <c:pt idx="2609">
                  <c:v>42321</c:v>
                </c:pt>
                <c:pt idx="2610">
                  <c:v>42320</c:v>
                </c:pt>
                <c:pt idx="2611">
                  <c:v>42319</c:v>
                </c:pt>
                <c:pt idx="2612">
                  <c:v>42318</c:v>
                </c:pt>
                <c:pt idx="2613">
                  <c:v>42317</c:v>
                </c:pt>
                <c:pt idx="2614">
                  <c:v>42314</c:v>
                </c:pt>
                <c:pt idx="2615">
                  <c:v>42313</c:v>
                </c:pt>
                <c:pt idx="2616">
                  <c:v>42312</c:v>
                </c:pt>
                <c:pt idx="2617">
                  <c:v>42311</c:v>
                </c:pt>
                <c:pt idx="2618">
                  <c:v>42310</c:v>
                </c:pt>
                <c:pt idx="2619">
                  <c:v>42307</c:v>
                </c:pt>
                <c:pt idx="2620">
                  <c:v>42306</c:v>
                </c:pt>
                <c:pt idx="2621">
                  <c:v>42305</c:v>
                </c:pt>
                <c:pt idx="2622">
                  <c:v>42304</c:v>
                </c:pt>
                <c:pt idx="2623">
                  <c:v>42303</c:v>
                </c:pt>
                <c:pt idx="2624">
                  <c:v>42300</c:v>
                </c:pt>
                <c:pt idx="2625">
                  <c:v>42299</c:v>
                </c:pt>
                <c:pt idx="2626">
                  <c:v>42297</c:v>
                </c:pt>
                <c:pt idx="2627">
                  <c:v>42296</c:v>
                </c:pt>
                <c:pt idx="2628">
                  <c:v>42293</c:v>
                </c:pt>
                <c:pt idx="2629">
                  <c:v>42292</c:v>
                </c:pt>
                <c:pt idx="2630">
                  <c:v>42291</c:v>
                </c:pt>
                <c:pt idx="2631">
                  <c:v>42290</c:v>
                </c:pt>
                <c:pt idx="2632">
                  <c:v>42289</c:v>
                </c:pt>
                <c:pt idx="2633">
                  <c:v>42286</c:v>
                </c:pt>
                <c:pt idx="2634">
                  <c:v>42285</c:v>
                </c:pt>
                <c:pt idx="2635">
                  <c:v>42284</c:v>
                </c:pt>
                <c:pt idx="2636">
                  <c:v>42283</c:v>
                </c:pt>
                <c:pt idx="2637">
                  <c:v>42282</c:v>
                </c:pt>
                <c:pt idx="2638">
                  <c:v>42279</c:v>
                </c:pt>
                <c:pt idx="2639">
                  <c:v>42277</c:v>
                </c:pt>
                <c:pt idx="2640">
                  <c:v>42276</c:v>
                </c:pt>
                <c:pt idx="2641">
                  <c:v>42272</c:v>
                </c:pt>
                <c:pt idx="2642">
                  <c:v>42271</c:v>
                </c:pt>
                <c:pt idx="2643">
                  <c:v>42270</c:v>
                </c:pt>
                <c:pt idx="2644">
                  <c:v>42269</c:v>
                </c:pt>
                <c:pt idx="2645">
                  <c:v>42268</c:v>
                </c:pt>
                <c:pt idx="2646">
                  <c:v>42265</c:v>
                </c:pt>
                <c:pt idx="2647">
                  <c:v>42264</c:v>
                </c:pt>
                <c:pt idx="2648">
                  <c:v>42263</c:v>
                </c:pt>
                <c:pt idx="2649">
                  <c:v>42262</c:v>
                </c:pt>
                <c:pt idx="2650">
                  <c:v>42261</c:v>
                </c:pt>
                <c:pt idx="2651">
                  <c:v>42258</c:v>
                </c:pt>
                <c:pt idx="2652">
                  <c:v>42257</c:v>
                </c:pt>
                <c:pt idx="2653">
                  <c:v>42256</c:v>
                </c:pt>
                <c:pt idx="2654">
                  <c:v>42255</c:v>
                </c:pt>
                <c:pt idx="2655">
                  <c:v>42254</c:v>
                </c:pt>
                <c:pt idx="2656">
                  <c:v>42251</c:v>
                </c:pt>
                <c:pt idx="2657">
                  <c:v>42249</c:v>
                </c:pt>
                <c:pt idx="2658">
                  <c:v>42248</c:v>
                </c:pt>
                <c:pt idx="2659">
                  <c:v>42247</c:v>
                </c:pt>
                <c:pt idx="2660">
                  <c:v>42244</c:v>
                </c:pt>
                <c:pt idx="2661">
                  <c:v>42243</c:v>
                </c:pt>
                <c:pt idx="2662">
                  <c:v>42242</c:v>
                </c:pt>
                <c:pt idx="2663">
                  <c:v>42241</c:v>
                </c:pt>
                <c:pt idx="2664">
                  <c:v>42240</c:v>
                </c:pt>
                <c:pt idx="2665">
                  <c:v>42237</c:v>
                </c:pt>
                <c:pt idx="2666">
                  <c:v>42236</c:v>
                </c:pt>
                <c:pt idx="2667">
                  <c:v>42235</c:v>
                </c:pt>
                <c:pt idx="2668">
                  <c:v>42234</c:v>
                </c:pt>
                <c:pt idx="2669">
                  <c:v>42233</c:v>
                </c:pt>
                <c:pt idx="2670">
                  <c:v>42230</c:v>
                </c:pt>
                <c:pt idx="2671">
                  <c:v>42229</c:v>
                </c:pt>
                <c:pt idx="2672">
                  <c:v>42228</c:v>
                </c:pt>
                <c:pt idx="2673">
                  <c:v>42227</c:v>
                </c:pt>
                <c:pt idx="2674">
                  <c:v>42226</c:v>
                </c:pt>
                <c:pt idx="2675">
                  <c:v>42223</c:v>
                </c:pt>
                <c:pt idx="2676">
                  <c:v>42222</c:v>
                </c:pt>
                <c:pt idx="2677">
                  <c:v>42221</c:v>
                </c:pt>
                <c:pt idx="2678">
                  <c:v>42220</c:v>
                </c:pt>
                <c:pt idx="2679">
                  <c:v>42219</c:v>
                </c:pt>
                <c:pt idx="2680">
                  <c:v>42216</c:v>
                </c:pt>
                <c:pt idx="2681">
                  <c:v>42215</c:v>
                </c:pt>
                <c:pt idx="2682">
                  <c:v>42214</c:v>
                </c:pt>
                <c:pt idx="2683">
                  <c:v>42213</c:v>
                </c:pt>
                <c:pt idx="2684">
                  <c:v>42212</c:v>
                </c:pt>
                <c:pt idx="2685">
                  <c:v>42209</c:v>
                </c:pt>
                <c:pt idx="2686">
                  <c:v>42208</c:v>
                </c:pt>
                <c:pt idx="2687">
                  <c:v>42207</c:v>
                </c:pt>
                <c:pt idx="2688">
                  <c:v>42206</c:v>
                </c:pt>
                <c:pt idx="2689">
                  <c:v>42205</c:v>
                </c:pt>
                <c:pt idx="2690">
                  <c:v>42202</c:v>
                </c:pt>
                <c:pt idx="2691">
                  <c:v>42201</c:v>
                </c:pt>
                <c:pt idx="2692">
                  <c:v>42200</c:v>
                </c:pt>
                <c:pt idx="2693">
                  <c:v>42199</c:v>
                </c:pt>
                <c:pt idx="2694">
                  <c:v>42198</c:v>
                </c:pt>
                <c:pt idx="2695">
                  <c:v>42195</c:v>
                </c:pt>
                <c:pt idx="2696">
                  <c:v>42194</c:v>
                </c:pt>
                <c:pt idx="2697">
                  <c:v>42193</c:v>
                </c:pt>
                <c:pt idx="2698">
                  <c:v>42192</c:v>
                </c:pt>
                <c:pt idx="2699">
                  <c:v>42191</c:v>
                </c:pt>
                <c:pt idx="2700">
                  <c:v>42188</c:v>
                </c:pt>
                <c:pt idx="2701">
                  <c:v>42187</c:v>
                </c:pt>
                <c:pt idx="2702">
                  <c:v>42185</c:v>
                </c:pt>
                <c:pt idx="2703">
                  <c:v>42184</c:v>
                </c:pt>
                <c:pt idx="2704">
                  <c:v>42181</c:v>
                </c:pt>
                <c:pt idx="2705">
                  <c:v>42180</c:v>
                </c:pt>
                <c:pt idx="2706">
                  <c:v>42179</c:v>
                </c:pt>
                <c:pt idx="2707">
                  <c:v>42178</c:v>
                </c:pt>
                <c:pt idx="2708">
                  <c:v>42177</c:v>
                </c:pt>
                <c:pt idx="2709">
                  <c:v>42174</c:v>
                </c:pt>
                <c:pt idx="2710">
                  <c:v>42173</c:v>
                </c:pt>
                <c:pt idx="2711">
                  <c:v>42172</c:v>
                </c:pt>
                <c:pt idx="2712">
                  <c:v>42171</c:v>
                </c:pt>
                <c:pt idx="2713">
                  <c:v>42170</c:v>
                </c:pt>
                <c:pt idx="2714">
                  <c:v>42167</c:v>
                </c:pt>
                <c:pt idx="2715">
                  <c:v>42166</c:v>
                </c:pt>
                <c:pt idx="2716">
                  <c:v>42165</c:v>
                </c:pt>
                <c:pt idx="2717">
                  <c:v>42164</c:v>
                </c:pt>
                <c:pt idx="2718">
                  <c:v>42163</c:v>
                </c:pt>
                <c:pt idx="2719">
                  <c:v>42160</c:v>
                </c:pt>
                <c:pt idx="2720">
                  <c:v>42159</c:v>
                </c:pt>
                <c:pt idx="2721">
                  <c:v>42158</c:v>
                </c:pt>
                <c:pt idx="2722">
                  <c:v>42157</c:v>
                </c:pt>
                <c:pt idx="2723">
                  <c:v>42156</c:v>
                </c:pt>
                <c:pt idx="2724">
                  <c:v>42153</c:v>
                </c:pt>
                <c:pt idx="2725">
                  <c:v>42152</c:v>
                </c:pt>
                <c:pt idx="2726">
                  <c:v>42151</c:v>
                </c:pt>
                <c:pt idx="2727">
                  <c:v>42150</c:v>
                </c:pt>
                <c:pt idx="2728">
                  <c:v>42146</c:v>
                </c:pt>
                <c:pt idx="2729">
                  <c:v>42145</c:v>
                </c:pt>
                <c:pt idx="2730">
                  <c:v>42144</c:v>
                </c:pt>
                <c:pt idx="2731">
                  <c:v>42143</c:v>
                </c:pt>
                <c:pt idx="2732">
                  <c:v>42142</c:v>
                </c:pt>
                <c:pt idx="2733">
                  <c:v>42139</c:v>
                </c:pt>
                <c:pt idx="2734">
                  <c:v>42138</c:v>
                </c:pt>
                <c:pt idx="2735">
                  <c:v>42137</c:v>
                </c:pt>
                <c:pt idx="2736">
                  <c:v>42136</c:v>
                </c:pt>
                <c:pt idx="2737">
                  <c:v>42135</c:v>
                </c:pt>
                <c:pt idx="2738">
                  <c:v>42132</c:v>
                </c:pt>
                <c:pt idx="2739">
                  <c:v>42131</c:v>
                </c:pt>
                <c:pt idx="2740">
                  <c:v>42130</c:v>
                </c:pt>
                <c:pt idx="2741">
                  <c:v>42129</c:v>
                </c:pt>
                <c:pt idx="2742">
                  <c:v>42128</c:v>
                </c:pt>
                <c:pt idx="2743">
                  <c:v>42124</c:v>
                </c:pt>
                <c:pt idx="2744">
                  <c:v>42123</c:v>
                </c:pt>
                <c:pt idx="2745">
                  <c:v>42122</c:v>
                </c:pt>
                <c:pt idx="2746">
                  <c:v>42121</c:v>
                </c:pt>
                <c:pt idx="2747">
                  <c:v>42118</c:v>
                </c:pt>
                <c:pt idx="2748">
                  <c:v>42117</c:v>
                </c:pt>
                <c:pt idx="2749">
                  <c:v>42116</c:v>
                </c:pt>
                <c:pt idx="2750">
                  <c:v>42115</c:v>
                </c:pt>
                <c:pt idx="2751">
                  <c:v>42114</c:v>
                </c:pt>
                <c:pt idx="2752">
                  <c:v>42111</c:v>
                </c:pt>
                <c:pt idx="2753">
                  <c:v>42110</c:v>
                </c:pt>
                <c:pt idx="2754">
                  <c:v>42109</c:v>
                </c:pt>
                <c:pt idx="2755">
                  <c:v>42108</c:v>
                </c:pt>
                <c:pt idx="2756">
                  <c:v>42107</c:v>
                </c:pt>
                <c:pt idx="2757">
                  <c:v>42104</c:v>
                </c:pt>
                <c:pt idx="2758">
                  <c:v>42103</c:v>
                </c:pt>
                <c:pt idx="2759">
                  <c:v>42102</c:v>
                </c:pt>
                <c:pt idx="2760">
                  <c:v>42096</c:v>
                </c:pt>
                <c:pt idx="2761">
                  <c:v>42095</c:v>
                </c:pt>
                <c:pt idx="2762">
                  <c:v>42094</c:v>
                </c:pt>
                <c:pt idx="2763">
                  <c:v>42093</c:v>
                </c:pt>
                <c:pt idx="2764">
                  <c:v>42090</c:v>
                </c:pt>
                <c:pt idx="2765">
                  <c:v>42089</c:v>
                </c:pt>
                <c:pt idx="2766">
                  <c:v>42088</c:v>
                </c:pt>
                <c:pt idx="2767">
                  <c:v>42087</c:v>
                </c:pt>
                <c:pt idx="2768">
                  <c:v>42086</c:v>
                </c:pt>
                <c:pt idx="2769">
                  <c:v>42083</c:v>
                </c:pt>
                <c:pt idx="2770">
                  <c:v>42082</c:v>
                </c:pt>
                <c:pt idx="2771">
                  <c:v>42081</c:v>
                </c:pt>
                <c:pt idx="2772">
                  <c:v>42080</c:v>
                </c:pt>
                <c:pt idx="2773">
                  <c:v>42079</c:v>
                </c:pt>
                <c:pt idx="2774">
                  <c:v>42076</c:v>
                </c:pt>
                <c:pt idx="2775">
                  <c:v>42075</c:v>
                </c:pt>
                <c:pt idx="2776">
                  <c:v>42074</c:v>
                </c:pt>
                <c:pt idx="2777">
                  <c:v>42073</c:v>
                </c:pt>
                <c:pt idx="2778">
                  <c:v>42072</c:v>
                </c:pt>
                <c:pt idx="2779">
                  <c:v>42069</c:v>
                </c:pt>
                <c:pt idx="2780">
                  <c:v>42068</c:v>
                </c:pt>
                <c:pt idx="2781">
                  <c:v>42067</c:v>
                </c:pt>
                <c:pt idx="2782">
                  <c:v>42066</c:v>
                </c:pt>
                <c:pt idx="2783">
                  <c:v>42065</c:v>
                </c:pt>
                <c:pt idx="2784">
                  <c:v>42062</c:v>
                </c:pt>
                <c:pt idx="2785">
                  <c:v>42061</c:v>
                </c:pt>
                <c:pt idx="2786">
                  <c:v>42060</c:v>
                </c:pt>
                <c:pt idx="2787">
                  <c:v>42059</c:v>
                </c:pt>
                <c:pt idx="2788">
                  <c:v>42058</c:v>
                </c:pt>
                <c:pt idx="2789">
                  <c:v>42053</c:v>
                </c:pt>
                <c:pt idx="2790">
                  <c:v>42052</c:v>
                </c:pt>
                <c:pt idx="2791">
                  <c:v>42051</c:v>
                </c:pt>
                <c:pt idx="2792">
                  <c:v>42048</c:v>
                </c:pt>
                <c:pt idx="2793">
                  <c:v>42047</c:v>
                </c:pt>
                <c:pt idx="2794">
                  <c:v>42046</c:v>
                </c:pt>
                <c:pt idx="2795">
                  <c:v>42045</c:v>
                </c:pt>
                <c:pt idx="2796">
                  <c:v>42044</c:v>
                </c:pt>
                <c:pt idx="2797">
                  <c:v>42041</c:v>
                </c:pt>
                <c:pt idx="2798">
                  <c:v>42040</c:v>
                </c:pt>
                <c:pt idx="2799">
                  <c:v>42039</c:v>
                </c:pt>
                <c:pt idx="2800">
                  <c:v>42038</c:v>
                </c:pt>
                <c:pt idx="2801">
                  <c:v>42037</c:v>
                </c:pt>
                <c:pt idx="2802">
                  <c:v>42034</c:v>
                </c:pt>
                <c:pt idx="2803">
                  <c:v>42033</c:v>
                </c:pt>
                <c:pt idx="2804">
                  <c:v>42032</c:v>
                </c:pt>
                <c:pt idx="2805">
                  <c:v>42031</c:v>
                </c:pt>
                <c:pt idx="2806">
                  <c:v>42030</c:v>
                </c:pt>
                <c:pt idx="2807">
                  <c:v>42027</c:v>
                </c:pt>
                <c:pt idx="2808">
                  <c:v>42026</c:v>
                </c:pt>
                <c:pt idx="2809">
                  <c:v>42025</c:v>
                </c:pt>
                <c:pt idx="2810">
                  <c:v>42024</c:v>
                </c:pt>
                <c:pt idx="2811">
                  <c:v>42023</c:v>
                </c:pt>
                <c:pt idx="2812">
                  <c:v>42020</c:v>
                </c:pt>
                <c:pt idx="2813">
                  <c:v>42019</c:v>
                </c:pt>
                <c:pt idx="2814">
                  <c:v>42018</c:v>
                </c:pt>
                <c:pt idx="2815">
                  <c:v>42017</c:v>
                </c:pt>
                <c:pt idx="2816">
                  <c:v>42016</c:v>
                </c:pt>
                <c:pt idx="2817">
                  <c:v>42013</c:v>
                </c:pt>
                <c:pt idx="2818">
                  <c:v>42012</c:v>
                </c:pt>
                <c:pt idx="2819">
                  <c:v>42011</c:v>
                </c:pt>
                <c:pt idx="2820">
                  <c:v>42010</c:v>
                </c:pt>
                <c:pt idx="2821">
                  <c:v>42009</c:v>
                </c:pt>
                <c:pt idx="2822">
                  <c:v>42006</c:v>
                </c:pt>
                <c:pt idx="2823">
                  <c:v>42004</c:v>
                </c:pt>
                <c:pt idx="2824">
                  <c:v>42003</c:v>
                </c:pt>
                <c:pt idx="2825">
                  <c:v>42002</c:v>
                </c:pt>
                <c:pt idx="2826">
                  <c:v>41997</c:v>
                </c:pt>
                <c:pt idx="2827">
                  <c:v>41996</c:v>
                </c:pt>
                <c:pt idx="2828">
                  <c:v>41995</c:v>
                </c:pt>
                <c:pt idx="2829">
                  <c:v>41992</c:v>
                </c:pt>
                <c:pt idx="2830">
                  <c:v>41991</c:v>
                </c:pt>
                <c:pt idx="2831">
                  <c:v>41990</c:v>
                </c:pt>
                <c:pt idx="2832">
                  <c:v>41989</c:v>
                </c:pt>
                <c:pt idx="2833">
                  <c:v>41988</c:v>
                </c:pt>
                <c:pt idx="2834">
                  <c:v>41985</c:v>
                </c:pt>
                <c:pt idx="2835">
                  <c:v>41984</c:v>
                </c:pt>
                <c:pt idx="2836">
                  <c:v>41983</c:v>
                </c:pt>
                <c:pt idx="2837">
                  <c:v>41982</c:v>
                </c:pt>
                <c:pt idx="2838">
                  <c:v>41981</c:v>
                </c:pt>
                <c:pt idx="2839">
                  <c:v>41978</c:v>
                </c:pt>
                <c:pt idx="2840">
                  <c:v>41977</c:v>
                </c:pt>
                <c:pt idx="2841">
                  <c:v>41976</c:v>
                </c:pt>
                <c:pt idx="2842">
                  <c:v>41975</c:v>
                </c:pt>
                <c:pt idx="2843">
                  <c:v>41974</c:v>
                </c:pt>
                <c:pt idx="2844">
                  <c:v>41971</c:v>
                </c:pt>
                <c:pt idx="2845">
                  <c:v>41970</c:v>
                </c:pt>
                <c:pt idx="2846">
                  <c:v>41969</c:v>
                </c:pt>
                <c:pt idx="2847">
                  <c:v>41968</c:v>
                </c:pt>
                <c:pt idx="2848">
                  <c:v>41967</c:v>
                </c:pt>
                <c:pt idx="2849">
                  <c:v>41964</c:v>
                </c:pt>
                <c:pt idx="2850">
                  <c:v>41963</c:v>
                </c:pt>
                <c:pt idx="2851">
                  <c:v>41962</c:v>
                </c:pt>
                <c:pt idx="2852">
                  <c:v>41961</c:v>
                </c:pt>
                <c:pt idx="2853">
                  <c:v>41960</c:v>
                </c:pt>
                <c:pt idx="2854">
                  <c:v>41957</c:v>
                </c:pt>
                <c:pt idx="2855">
                  <c:v>41956</c:v>
                </c:pt>
                <c:pt idx="2856">
                  <c:v>41955</c:v>
                </c:pt>
                <c:pt idx="2857">
                  <c:v>41954</c:v>
                </c:pt>
                <c:pt idx="2858">
                  <c:v>41953</c:v>
                </c:pt>
                <c:pt idx="2859">
                  <c:v>41950</c:v>
                </c:pt>
                <c:pt idx="2860">
                  <c:v>41949</c:v>
                </c:pt>
                <c:pt idx="2861">
                  <c:v>41948</c:v>
                </c:pt>
                <c:pt idx="2862">
                  <c:v>41947</c:v>
                </c:pt>
                <c:pt idx="2863">
                  <c:v>41946</c:v>
                </c:pt>
                <c:pt idx="2864">
                  <c:v>41943</c:v>
                </c:pt>
                <c:pt idx="2865">
                  <c:v>41942</c:v>
                </c:pt>
                <c:pt idx="2866">
                  <c:v>41941</c:v>
                </c:pt>
                <c:pt idx="2867">
                  <c:v>41940</c:v>
                </c:pt>
                <c:pt idx="2868">
                  <c:v>41939</c:v>
                </c:pt>
                <c:pt idx="2869">
                  <c:v>41936</c:v>
                </c:pt>
                <c:pt idx="2870">
                  <c:v>41935</c:v>
                </c:pt>
                <c:pt idx="2871">
                  <c:v>41934</c:v>
                </c:pt>
                <c:pt idx="2872">
                  <c:v>41933</c:v>
                </c:pt>
                <c:pt idx="2873">
                  <c:v>41932</c:v>
                </c:pt>
                <c:pt idx="2874">
                  <c:v>41929</c:v>
                </c:pt>
                <c:pt idx="2875">
                  <c:v>41928</c:v>
                </c:pt>
                <c:pt idx="2876">
                  <c:v>41927</c:v>
                </c:pt>
                <c:pt idx="2877">
                  <c:v>41926</c:v>
                </c:pt>
                <c:pt idx="2878">
                  <c:v>41925</c:v>
                </c:pt>
                <c:pt idx="2879">
                  <c:v>41922</c:v>
                </c:pt>
                <c:pt idx="2880">
                  <c:v>41921</c:v>
                </c:pt>
                <c:pt idx="2881">
                  <c:v>41920</c:v>
                </c:pt>
                <c:pt idx="2882">
                  <c:v>41919</c:v>
                </c:pt>
                <c:pt idx="2883">
                  <c:v>41918</c:v>
                </c:pt>
                <c:pt idx="2884">
                  <c:v>41915</c:v>
                </c:pt>
                <c:pt idx="2885">
                  <c:v>41912</c:v>
                </c:pt>
                <c:pt idx="2886">
                  <c:v>41911</c:v>
                </c:pt>
                <c:pt idx="2887">
                  <c:v>41908</c:v>
                </c:pt>
                <c:pt idx="2888">
                  <c:v>41907</c:v>
                </c:pt>
                <c:pt idx="2889">
                  <c:v>41906</c:v>
                </c:pt>
                <c:pt idx="2890">
                  <c:v>41905</c:v>
                </c:pt>
                <c:pt idx="2891">
                  <c:v>41904</c:v>
                </c:pt>
                <c:pt idx="2892">
                  <c:v>41901</c:v>
                </c:pt>
                <c:pt idx="2893">
                  <c:v>41900</c:v>
                </c:pt>
                <c:pt idx="2894">
                  <c:v>41899</c:v>
                </c:pt>
                <c:pt idx="2895">
                  <c:v>41898</c:v>
                </c:pt>
                <c:pt idx="2896">
                  <c:v>41897</c:v>
                </c:pt>
                <c:pt idx="2897">
                  <c:v>41894</c:v>
                </c:pt>
                <c:pt idx="2898">
                  <c:v>41893</c:v>
                </c:pt>
                <c:pt idx="2899">
                  <c:v>41892</c:v>
                </c:pt>
                <c:pt idx="2900">
                  <c:v>41890</c:v>
                </c:pt>
                <c:pt idx="2901">
                  <c:v>41887</c:v>
                </c:pt>
                <c:pt idx="2902">
                  <c:v>41886</c:v>
                </c:pt>
                <c:pt idx="2903">
                  <c:v>41885</c:v>
                </c:pt>
                <c:pt idx="2904">
                  <c:v>41884</c:v>
                </c:pt>
                <c:pt idx="2905">
                  <c:v>41883</c:v>
                </c:pt>
                <c:pt idx="2906">
                  <c:v>41880</c:v>
                </c:pt>
                <c:pt idx="2907">
                  <c:v>41879</c:v>
                </c:pt>
                <c:pt idx="2908">
                  <c:v>41878</c:v>
                </c:pt>
                <c:pt idx="2909">
                  <c:v>41877</c:v>
                </c:pt>
                <c:pt idx="2910">
                  <c:v>41876</c:v>
                </c:pt>
                <c:pt idx="2911">
                  <c:v>41873</c:v>
                </c:pt>
                <c:pt idx="2912">
                  <c:v>41872</c:v>
                </c:pt>
                <c:pt idx="2913">
                  <c:v>41871</c:v>
                </c:pt>
                <c:pt idx="2914">
                  <c:v>41870</c:v>
                </c:pt>
                <c:pt idx="2915">
                  <c:v>41869</c:v>
                </c:pt>
                <c:pt idx="2916">
                  <c:v>41866</c:v>
                </c:pt>
                <c:pt idx="2917">
                  <c:v>41865</c:v>
                </c:pt>
                <c:pt idx="2918">
                  <c:v>41864</c:v>
                </c:pt>
                <c:pt idx="2919">
                  <c:v>41863</c:v>
                </c:pt>
                <c:pt idx="2920">
                  <c:v>41862</c:v>
                </c:pt>
                <c:pt idx="2921">
                  <c:v>41859</c:v>
                </c:pt>
                <c:pt idx="2922">
                  <c:v>41858</c:v>
                </c:pt>
                <c:pt idx="2923">
                  <c:v>41857</c:v>
                </c:pt>
                <c:pt idx="2924">
                  <c:v>41856</c:v>
                </c:pt>
                <c:pt idx="2925">
                  <c:v>41855</c:v>
                </c:pt>
                <c:pt idx="2926">
                  <c:v>41852</c:v>
                </c:pt>
                <c:pt idx="2927">
                  <c:v>41851</c:v>
                </c:pt>
                <c:pt idx="2928">
                  <c:v>41850</c:v>
                </c:pt>
                <c:pt idx="2929">
                  <c:v>41849</c:v>
                </c:pt>
                <c:pt idx="2930">
                  <c:v>41848</c:v>
                </c:pt>
                <c:pt idx="2931">
                  <c:v>41845</c:v>
                </c:pt>
                <c:pt idx="2932">
                  <c:v>41844</c:v>
                </c:pt>
                <c:pt idx="2933">
                  <c:v>41843</c:v>
                </c:pt>
                <c:pt idx="2934">
                  <c:v>41842</c:v>
                </c:pt>
                <c:pt idx="2935">
                  <c:v>41841</c:v>
                </c:pt>
                <c:pt idx="2936">
                  <c:v>41838</c:v>
                </c:pt>
                <c:pt idx="2937">
                  <c:v>41837</c:v>
                </c:pt>
                <c:pt idx="2938">
                  <c:v>41836</c:v>
                </c:pt>
                <c:pt idx="2939">
                  <c:v>41835</c:v>
                </c:pt>
                <c:pt idx="2940">
                  <c:v>41834</c:v>
                </c:pt>
                <c:pt idx="2941">
                  <c:v>41831</c:v>
                </c:pt>
                <c:pt idx="2942">
                  <c:v>41830</c:v>
                </c:pt>
                <c:pt idx="2943">
                  <c:v>41829</c:v>
                </c:pt>
                <c:pt idx="2944">
                  <c:v>41828</c:v>
                </c:pt>
                <c:pt idx="2945">
                  <c:v>41827</c:v>
                </c:pt>
                <c:pt idx="2946">
                  <c:v>41824</c:v>
                </c:pt>
                <c:pt idx="2947">
                  <c:v>41823</c:v>
                </c:pt>
                <c:pt idx="2948">
                  <c:v>41822</c:v>
                </c:pt>
                <c:pt idx="2949">
                  <c:v>41820</c:v>
                </c:pt>
                <c:pt idx="2950">
                  <c:v>41817</c:v>
                </c:pt>
                <c:pt idx="2951">
                  <c:v>41816</c:v>
                </c:pt>
                <c:pt idx="2952">
                  <c:v>41815</c:v>
                </c:pt>
                <c:pt idx="2953">
                  <c:v>41814</c:v>
                </c:pt>
                <c:pt idx="2954">
                  <c:v>41813</c:v>
                </c:pt>
                <c:pt idx="2955">
                  <c:v>41810</c:v>
                </c:pt>
                <c:pt idx="2956">
                  <c:v>41809</c:v>
                </c:pt>
                <c:pt idx="2957">
                  <c:v>41808</c:v>
                </c:pt>
                <c:pt idx="2958">
                  <c:v>41807</c:v>
                </c:pt>
                <c:pt idx="2959">
                  <c:v>41806</c:v>
                </c:pt>
                <c:pt idx="2960">
                  <c:v>41803</c:v>
                </c:pt>
                <c:pt idx="2961">
                  <c:v>41802</c:v>
                </c:pt>
                <c:pt idx="2962">
                  <c:v>41801</c:v>
                </c:pt>
                <c:pt idx="2963">
                  <c:v>41800</c:v>
                </c:pt>
                <c:pt idx="2964">
                  <c:v>41799</c:v>
                </c:pt>
                <c:pt idx="2965">
                  <c:v>41796</c:v>
                </c:pt>
                <c:pt idx="2966">
                  <c:v>41795</c:v>
                </c:pt>
                <c:pt idx="2967">
                  <c:v>41794</c:v>
                </c:pt>
                <c:pt idx="2968">
                  <c:v>41793</c:v>
                </c:pt>
                <c:pt idx="2969">
                  <c:v>41789</c:v>
                </c:pt>
                <c:pt idx="2970">
                  <c:v>41788</c:v>
                </c:pt>
                <c:pt idx="2971">
                  <c:v>41787</c:v>
                </c:pt>
                <c:pt idx="2972">
                  <c:v>41786</c:v>
                </c:pt>
                <c:pt idx="2973">
                  <c:v>41785</c:v>
                </c:pt>
                <c:pt idx="2974">
                  <c:v>41782</c:v>
                </c:pt>
                <c:pt idx="2975">
                  <c:v>41781</c:v>
                </c:pt>
                <c:pt idx="2976">
                  <c:v>41780</c:v>
                </c:pt>
                <c:pt idx="2977">
                  <c:v>41779</c:v>
                </c:pt>
                <c:pt idx="2978">
                  <c:v>41778</c:v>
                </c:pt>
                <c:pt idx="2979">
                  <c:v>41775</c:v>
                </c:pt>
                <c:pt idx="2980">
                  <c:v>41774</c:v>
                </c:pt>
                <c:pt idx="2981">
                  <c:v>41773</c:v>
                </c:pt>
                <c:pt idx="2982">
                  <c:v>41772</c:v>
                </c:pt>
                <c:pt idx="2983">
                  <c:v>41771</c:v>
                </c:pt>
                <c:pt idx="2984">
                  <c:v>41768</c:v>
                </c:pt>
                <c:pt idx="2985">
                  <c:v>41767</c:v>
                </c:pt>
                <c:pt idx="2986">
                  <c:v>41766</c:v>
                </c:pt>
                <c:pt idx="2987">
                  <c:v>41764</c:v>
                </c:pt>
                <c:pt idx="2988">
                  <c:v>41761</c:v>
                </c:pt>
                <c:pt idx="2989">
                  <c:v>41759</c:v>
                </c:pt>
                <c:pt idx="2990">
                  <c:v>41758</c:v>
                </c:pt>
                <c:pt idx="2991">
                  <c:v>41757</c:v>
                </c:pt>
                <c:pt idx="2992">
                  <c:v>41754</c:v>
                </c:pt>
                <c:pt idx="2993">
                  <c:v>41753</c:v>
                </c:pt>
                <c:pt idx="2994">
                  <c:v>41752</c:v>
                </c:pt>
                <c:pt idx="2995">
                  <c:v>41751</c:v>
                </c:pt>
                <c:pt idx="2996">
                  <c:v>41746</c:v>
                </c:pt>
                <c:pt idx="2997">
                  <c:v>41745</c:v>
                </c:pt>
                <c:pt idx="2998">
                  <c:v>41744</c:v>
                </c:pt>
                <c:pt idx="2999">
                  <c:v>41743</c:v>
                </c:pt>
                <c:pt idx="3000">
                  <c:v>41740</c:v>
                </c:pt>
                <c:pt idx="3001">
                  <c:v>41739</c:v>
                </c:pt>
                <c:pt idx="3002">
                  <c:v>41738</c:v>
                </c:pt>
                <c:pt idx="3003">
                  <c:v>41737</c:v>
                </c:pt>
                <c:pt idx="3004">
                  <c:v>41736</c:v>
                </c:pt>
                <c:pt idx="3005">
                  <c:v>41733</c:v>
                </c:pt>
                <c:pt idx="3006">
                  <c:v>41732</c:v>
                </c:pt>
                <c:pt idx="3007">
                  <c:v>41731</c:v>
                </c:pt>
                <c:pt idx="3008">
                  <c:v>41730</c:v>
                </c:pt>
                <c:pt idx="3009">
                  <c:v>41729</c:v>
                </c:pt>
                <c:pt idx="3010">
                  <c:v>41726</c:v>
                </c:pt>
                <c:pt idx="3011">
                  <c:v>41725</c:v>
                </c:pt>
                <c:pt idx="3012">
                  <c:v>41724</c:v>
                </c:pt>
                <c:pt idx="3013">
                  <c:v>41723</c:v>
                </c:pt>
                <c:pt idx="3014">
                  <c:v>41722</c:v>
                </c:pt>
                <c:pt idx="3015">
                  <c:v>41719</c:v>
                </c:pt>
                <c:pt idx="3016">
                  <c:v>41718</c:v>
                </c:pt>
                <c:pt idx="3017">
                  <c:v>41717</c:v>
                </c:pt>
                <c:pt idx="3018">
                  <c:v>41716</c:v>
                </c:pt>
                <c:pt idx="3019">
                  <c:v>41715</c:v>
                </c:pt>
                <c:pt idx="3020">
                  <c:v>41712</c:v>
                </c:pt>
                <c:pt idx="3021">
                  <c:v>41711</c:v>
                </c:pt>
                <c:pt idx="3022">
                  <c:v>41710</c:v>
                </c:pt>
                <c:pt idx="3023">
                  <c:v>41709</c:v>
                </c:pt>
                <c:pt idx="3024">
                  <c:v>41708</c:v>
                </c:pt>
                <c:pt idx="3025">
                  <c:v>41705</c:v>
                </c:pt>
                <c:pt idx="3026">
                  <c:v>41704</c:v>
                </c:pt>
                <c:pt idx="3027">
                  <c:v>41703</c:v>
                </c:pt>
                <c:pt idx="3028">
                  <c:v>41702</c:v>
                </c:pt>
                <c:pt idx="3029">
                  <c:v>41701</c:v>
                </c:pt>
                <c:pt idx="3030">
                  <c:v>41698</c:v>
                </c:pt>
                <c:pt idx="3031">
                  <c:v>41697</c:v>
                </c:pt>
                <c:pt idx="3032">
                  <c:v>41696</c:v>
                </c:pt>
                <c:pt idx="3033">
                  <c:v>41695</c:v>
                </c:pt>
                <c:pt idx="3034">
                  <c:v>41694</c:v>
                </c:pt>
                <c:pt idx="3035">
                  <c:v>41691</c:v>
                </c:pt>
                <c:pt idx="3036">
                  <c:v>41690</c:v>
                </c:pt>
                <c:pt idx="3037">
                  <c:v>41689</c:v>
                </c:pt>
                <c:pt idx="3038">
                  <c:v>41688</c:v>
                </c:pt>
                <c:pt idx="3039">
                  <c:v>41687</c:v>
                </c:pt>
                <c:pt idx="3040">
                  <c:v>41684</c:v>
                </c:pt>
                <c:pt idx="3041">
                  <c:v>41683</c:v>
                </c:pt>
                <c:pt idx="3042">
                  <c:v>41682</c:v>
                </c:pt>
                <c:pt idx="3043">
                  <c:v>41681</c:v>
                </c:pt>
                <c:pt idx="3044">
                  <c:v>41680</c:v>
                </c:pt>
                <c:pt idx="3045">
                  <c:v>41677</c:v>
                </c:pt>
                <c:pt idx="3046">
                  <c:v>41676</c:v>
                </c:pt>
                <c:pt idx="3047">
                  <c:v>41675</c:v>
                </c:pt>
                <c:pt idx="3048">
                  <c:v>41674</c:v>
                </c:pt>
                <c:pt idx="3049">
                  <c:v>41669</c:v>
                </c:pt>
                <c:pt idx="3050">
                  <c:v>41668</c:v>
                </c:pt>
                <c:pt idx="3051">
                  <c:v>41667</c:v>
                </c:pt>
                <c:pt idx="3052">
                  <c:v>41666</c:v>
                </c:pt>
                <c:pt idx="3053">
                  <c:v>41663</c:v>
                </c:pt>
                <c:pt idx="3054">
                  <c:v>41662</c:v>
                </c:pt>
                <c:pt idx="3055">
                  <c:v>41661</c:v>
                </c:pt>
                <c:pt idx="3056">
                  <c:v>41660</c:v>
                </c:pt>
                <c:pt idx="3057">
                  <c:v>41659</c:v>
                </c:pt>
                <c:pt idx="3058">
                  <c:v>41656</c:v>
                </c:pt>
                <c:pt idx="3059">
                  <c:v>41655</c:v>
                </c:pt>
                <c:pt idx="3060">
                  <c:v>41654</c:v>
                </c:pt>
                <c:pt idx="3061">
                  <c:v>41653</c:v>
                </c:pt>
                <c:pt idx="3062">
                  <c:v>41652</c:v>
                </c:pt>
                <c:pt idx="3063">
                  <c:v>41649</c:v>
                </c:pt>
                <c:pt idx="3064">
                  <c:v>41648</c:v>
                </c:pt>
                <c:pt idx="3065">
                  <c:v>41647</c:v>
                </c:pt>
                <c:pt idx="3066">
                  <c:v>41646</c:v>
                </c:pt>
                <c:pt idx="3067">
                  <c:v>41645</c:v>
                </c:pt>
                <c:pt idx="3068">
                  <c:v>41642</c:v>
                </c:pt>
                <c:pt idx="3069">
                  <c:v>41641</c:v>
                </c:pt>
                <c:pt idx="3070">
                  <c:v>41639</c:v>
                </c:pt>
                <c:pt idx="3071">
                  <c:v>41638</c:v>
                </c:pt>
                <c:pt idx="3072">
                  <c:v>41635</c:v>
                </c:pt>
                <c:pt idx="3073">
                  <c:v>41632</c:v>
                </c:pt>
                <c:pt idx="3074">
                  <c:v>41631</c:v>
                </c:pt>
                <c:pt idx="3075">
                  <c:v>41628</c:v>
                </c:pt>
                <c:pt idx="3076">
                  <c:v>41627</c:v>
                </c:pt>
                <c:pt idx="3077">
                  <c:v>41626</c:v>
                </c:pt>
                <c:pt idx="3078">
                  <c:v>41625</c:v>
                </c:pt>
                <c:pt idx="3079">
                  <c:v>41624</c:v>
                </c:pt>
                <c:pt idx="3080">
                  <c:v>41621</c:v>
                </c:pt>
                <c:pt idx="3081">
                  <c:v>41620</c:v>
                </c:pt>
                <c:pt idx="3082">
                  <c:v>41619</c:v>
                </c:pt>
                <c:pt idx="3083">
                  <c:v>41618</c:v>
                </c:pt>
                <c:pt idx="3084">
                  <c:v>41617</c:v>
                </c:pt>
                <c:pt idx="3085">
                  <c:v>41614</c:v>
                </c:pt>
                <c:pt idx="3086">
                  <c:v>41613</c:v>
                </c:pt>
                <c:pt idx="3087">
                  <c:v>41612</c:v>
                </c:pt>
                <c:pt idx="3088">
                  <c:v>41611</c:v>
                </c:pt>
                <c:pt idx="3089">
                  <c:v>41610</c:v>
                </c:pt>
                <c:pt idx="3090">
                  <c:v>41607</c:v>
                </c:pt>
                <c:pt idx="3091">
                  <c:v>41606</c:v>
                </c:pt>
                <c:pt idx="3092">
                  <c:v>41605</c:v>
                </c:pt>
                <c:pt idx="3093">
                  <c:v>41604</c:v>
                </c:pt>
                <c:pt idx="3094">
                  <c:v>41603</c:v>
                </c:pt>
                <c:pt idx="3095">
                  <c:v>41600</c:v>
                </c:pt>
                <c:pt idx="3096">
                  <c:v>41599</c:v>
                </c:pt>
                <c:pt idx="3097">
                  <c:v>41598</c:v>
                </c:pt>
                <c:pt idx="3098">
                  <c:v>41597</c:v>
                </c:pt>
                <c:pt idx="3099">
                  <c:v>41596</c:v>
                </c:pt>
                <c:pt idx="3100">
                  <c:v>41593</c:v>
                </c:pt>
                <c:pt idx="3101">
                  <c:v>41592</c:v>
                </c:pt>
                <c:pt idx="3102">
                  <c:v>41591</c:v>
                </c:pt>
                <c:pt idx="3103">
                  <c:v>41590</c:v>
                </c:pt>
                <c:pt idx="3104">
                  <c:v>41589</c:v>
                </c:pt>
                <c:pt idx="3105">
                  <c:v>41586</c:v>
                </c:pt>
                <c:pt idx="3106">
                  <c:v>41585</c:v>
                </c:pt>
                <c:pt idx="3107">
                  <c:v>41584</c:v>
                </c:pt>
                <c:pt idx="3108">
                  <c:v>41583</c:v>
                </c:pt>
                <c:pt idx="3109">
                  <c:v>41582</c:v>
                </c:pt>
                <c:pt idx="3110">
                  <c:v>41579</c:v>
                </c:pt>
                <c:pt idx="3111">
                  <c:v>41578</c:v>
                </c:pt>
                <c:pt idx="3112">
                  <c:v>41577</c:v>
                </c:pt>
                <c:pt idx="3113">
                  <c:v>41576</c:v>
                </c:pt>
                <c:pt idx="3114">
                  <c:v>41575</c:v>
                </c:pt>
                <c:pt idx="3115">
                  <c:v>41572</c:v>
                </c:pt>
                <c:pt idx="3116">
                  <c:v>41571</c:v>
                </c:pt>
                <c:pt idx="3117">
                  <c:v>41570</c:v>
                </c:pt>
                <c:pt idx="3118">
                  <c:v>41569</c:v>
                </c:pt>
                <c:pt idx="3119">
                  <c:v>41568</c:v>
                </c:pt>
                <c:pt idx="3120">
                  <c:v>41565</c:v>
                </c:pt>
                <c:pt idx="3121">
                  <c:v>41564</c:v>
                </c:pt>
                <c:pt idx="3122">
                  <c:v>41563</c:v>
                </c:pt>
                <c:pt idx="3123">
                  <c:v>41562</c:v>
                </c:pt>
                <c:pt idx="3124">
                  <c:v>41558</c:v>
                </c:pt>
                <c:pt idx="3125">
                  <c:v>41557</c:v>
                </c:pt>
                <c:pt idx="3126">
                  <c:v>41556</c:v>
                </c:pt>
                <c:pt idx="3127">
                  <c:v>41555</c:v>
                </c:pt>
                <c:pt idx="3128">
                  <c:v>41554</c:v>
                </c:pt>
                <c:pt idx="3129">
                  <c:v>41551</c:v>
                </c:pt>
                <c:pt idx="3130">
                  <c:v>41550</c:v>
                </c:pt>
                <c:pt idx="3131">
                  <c:v>41549</c:v>
                </c:pt>
                <c:pt idx="3132">
                  <c:v>41547</c:v>
                </c:pt>
                <c:pt idx="3133">
                  <c:v>41544</c:v>
                </c:pt>
                <c:pt idx="3134">
                  <c:v>41543</c:v>
                </c:pt>
                <c:pt idx="3135">
                  <c:v>41542</c:v>
                </c:pt>
                <c:pt idx="3136">
                  <c:v>41541</c:v>
                </c:pt>
                <c:pt idx="3137">
                  <c:v>41540</c:v>
                </c:pt>
                <c:pt idx="3138">
                  <c:v>41536</c:v>
                </c:pt>
                <c:pt idx="3139">
                  <c:v>41535</c:v>
                </c:pt>
                <c:pt idx="3140">
                  <c:v>41534</c:v>
                </c:pt>
                <c:pt idx="3141">
                  <c:v>41533</c:v>
                </c:pt>
                <c:pt idx="3142">
                  <c:v>41530</c:v>
                </c:pt>
                <c:pt idx="3143">
                  <c:v>41529</c:v>
                </c:pt>
                <c:pt idx="3144">
                  <c:v>41528</c:v>
                </c:pt>
                <c:pt idx="3145">
                  <c:v>41527</c:v>
                </c:pt>
                <c:pt idx="3146">
                  <c:v>41526</c:v>
                </c:pt>
                <c:pt idx="3147">
                  <c:v>41523</c:v>
                </c:pt>
                <c:pt idx="3148">
                  <c:v>41522</c:v>
                </c:pt>
                <c:pt idx="3149">
                  <c:v>41521</c:v>
                </c:pt>
                <c:pt idx="3150">
                  <c:v>41520</c:v>
                </c:pt>
                <c:pt idx="3151">
                  <c:v>41519</c:v>
                </c:pt>
                <c:pt idx="3152">
                  <c:v>41516</c:v>
                </c:pt>
                <c:pt idx="3153">
                  <c:v>41515</c:v>
                </c:pt>
                <c:pt idx="3154">
                  <c:v>41514</c:v>
                </c:pt>
                <c:pt idx="3155">
                  <c:v>41513</c:v>
                </c:pt>
                <c:pt idx="3156">
                  <c:v>41512</c:v>
                </c:pt>
                <c:pt idx="3157">
                  <c:v>41509</c:v>
                </c:pt>
                <c:pt idx="3158">
                  <c:v>41508</c:v>
                </c:pt>
                <c:pt idx="3159">
                  <c:v>41507</c:v>
                </c:pt>
                <c:pt idx="3160">
                  <c:v>41506</c:v>
                </c:pt>
                <c:pt idx="3161">
                  <c:v>41505</c:v>
                </c:pt>
                <c:pt idx="3162">
                  <c:v>41502</c:v>
                </c:pt>
                <c:pt idx="3163">
                  <c:v>41501</c:v>
                </c:pt>
                <c:pt idx="3164">
                  <c:v>41499</c:v>
                </c:pt>
                <c:pt idx="3165">
                  <c:v>41498</c:v>
                </c:pt>
                <c:pt idx="3166">
                  <c:v>41495</c:v>
                </c:pt>
                <c:pt idx="3167">
                  <c:v>41494</c:v>
                </c:pt>
                <c:pt idx="3168">
                  <c:v>41493</c:v>
                </c:pt>
                <c:pt idx="3169">
                  <c:v>41492</c:v>
                </c:pt>
                <c:pt idx="3170">
                  <c:v>41491</c:v>
                </c:pt>
                <c:pt idx="3171">
                  <c:v>41488</c:v>
                </c:pt>
                <c:pt idx="3172">
                  <c:v>41487</c:v>
                </c:pt>
                <c:pt idx="3173">
                  <c:v>41486</c:v>
                </c:pt>
                <c:pt idx="3174">
                  <c:v>41485</c:v>
                </c:pt>
                <c:pt idx="3175">
                  <c:v>41484</c:v>
                </c:pt>
                <c:pt idx="3176">
                  <c:v>41481</c:v>
                </c:pt>
                <c:pt idx="3177">
                  <c:v>41480</c:v>
                </c:pt>
                <c:pt idx="3178">
                  <c:v>41479</c:v>
                </c:pt>
                <c:pt idx="3179">
                  <c:v>41478</c:v>
                </c:pt>
                <c:pt idx="3180">
                  <c:v>41477</c:v>
                </c:pt>
                <c:pt idx="3181">
                  <c:v>41474</c:v>
                </c:pt>
                <c:pt idx="3182">
                  <c:v>41473</c:v>
                </c:pt>
                <c:pt idx="3183">
                  <c:v>41472</c:v>
                </c:pt>
                <c:pt idx="3184">
                  <c:v>41471</c:v>
                </c:pt>
                <c:pt idx="3185">
                  <c:v>41470</c:v>
                </c:pt>
                <c:pt idx="3186">
                  <c:v>41467</c:v>
                </c:pt>
                <c:pt idx="3187">
                  <c:v>41466</c:v>
                </c:pt>
                <c:pt idx="3188">
                  <c:v>41465</c:v>
                </c:pt>
                <c:pt idx="3189">
                  <c:v>41464</c:v>
                </c:pt>
                <c:pt idx="3190">
                  <c:v>41463</c:v>
                </c:pt>
                <c:pt idx="3191">
                  <c:v>41460</c:v>
                </c:pt>
                <c:pt idx="3192">
                  <c:v>41459</c:v>
                </c:pt>
                <c:pt idx="3193">
                  <c:v>41458</c:v>
                </c:pt>
                <c:pt idx="3194">
                  <c:v>41457</c:v>
                </c:pt>
                <c:pt idx="3195">
                  <c:v>41453</c:v>
                </c:pt>
                <c:pt idx="3196">
                  <c:v>41452</c:v>
                </c:pt>
                <c:pt idx="3197">
                  <c:v>41451</c:v>
                </c:pt>
                <c:pt idx="3198">
                  <c:v>41450</c:v>
                </c:pt>
                <c:pt idx="3199">
                  <c:v>41449</c:v>
                </c:pt>
                <c:pt idx="3200">
                  <c:v>41446</c:v>
                </c:pt>
                <c:pt idx="3201">
                  <c:v>41445</c:v>
                </c:pt>
                <c:pt idx="3202">
                  <c:v>41444</c:v>
                </c:pt>
                <c:pt idx="3203">
                  <c:v>41443</c:v>
                </c:pt>
                <c:pt idx="3204">
                  <c:v>41442</c:v>
                </c:pt>
                <c:pt idx="3205">
                  <c:v>41439</c:v>
                </c:pt>
                <c:pt idx="3206">
                  <c:v>41438</c:v>
                </c:pt>
                <c:pt idx="3207">
                  <c:v>41436</c:v>
                </c:pt>
                <c:pt idx="3208">
                  <c:v>41435</c:v>
                </c:pt>
                <c:pt idx="3209">
                  <c:v>41432</c:v>
                </c:pt>
                <c:pt idx="3210">
                  <c:v>41431</c:v>
                </c:pt>
                <c:pt idx="3211">
                  <c:v>41430</c:v>
                </c:pt>
                <c:pt idx="3212">
                  <c:v>41429</c:v>
                </c:pt>
                <c:pt idx="3213">
                  <c:v>41428</c:v>
                </c:pt>
                <c:pt idx="3214">
                  <c:v>41425</c:v>
                </c:pt>
                <c:pt idx="3215">
                  <c:v>41424</c:v>
                </c:pt>
                <c:pt idx="3216">
                  <c:v>41423</c:v>
                </c:pt>
                <c:pt idx="3217">
                  <c:v>41422</c:v>
                </c:pt>
                <c:pt idx="3218">
                  <c:v>41421</c:v>
                </c:pt>
                <c:pt idx="3219">
                  <c:v>41418</c:v>
                </c:pt>
                <c:pt idx="3220">
                  <c:v>41417</c:v>
                </c:pt>
                <c:pt idx="3221">
                  <c:v>41416</c:v>
                </c:pt>
                <c:pt idx="3222">
                  <c:v>41415</c:v>
                </c:pt>
                <c:pt idx="3223">
                  <c:v>41414</c:v>
                </c:pt>
                <c:pt idx="3224">
                  <c:v>41410</c:v>
                </c:pt>
                <c:pt idx="3225">
                  <c:v>41409</c:v>
                </c:pt>
                <c:pt idx="3226">
                  <c:v>41408</c:v>
                </c:pt>
                <c:pt idx="3227">
                  <c:v>41407</c:v>
                </c:pt>
                <c:pt idx="3228">
                  <c:v>41404</c:v>
                </c:pt>
                <c:pt idx="3229">
                  <c:v>41403</c:v>
                </c:pt>
                <c:pt idx="3230">
                  <c:v>41402</c:v>
                </c:pt>
                <c:pt idx="3231">
                  <c:v>41401</c:v>
                </c:pt>
                <c:pt idx="3232">
                  <c:v>41400</c:v>
                </c:pt>
                <c:pt idx="3233">
                  <c:v>41397</c:v>
                </c:pt>
                <c:pt idx="3234">
                  <c:v>41396</c:v>
                </c:pt>
                <c:pt idx="3235">
                  <c:v>41394</c:v>
                </c:pt>
                <c:pt idx="3236">
                  <c:v>41393</c:v>
                </c:pt>
                <c:pt idx="3237">
                  <c:v>41390</c:v>
                </c:pt>
                <c:pt idx="3238">
                  <c:v>41389</c:v>
                </c:pt>
                <c:pt idx="3239">
                  <c:v>41388</c:v>
                </c:pt>
                <c:pt idx="3240">
                  <c:v>41387</c:v>
                </c:pt>
                <c:pt idx="3241">
                  <c:v>41386</c:v>
                </c:pt>
                <c:pt idx="3242">
                  <c:v>41383</c:v>
                </c:pt>
                <c:pt idx="3243">
                  <c:v>41382</c:v>
                </c:pt>
                <c:pt idx="3244">
                  <c:v>41381</c:v>
                </c:pt>
                <c:pt idx="3245">
                  <c:v>41380</c:v>
                </c:pt>
                <c:pt idx="3246">
                  <c:v>41379</c:v>
                </c:pt>
                <c:pt idx="3247">
                  <c:v>41376</c:v>
                </c:pt>
                <c:pt idx="3248">
                  <c:v>41375</c:v>
                </c:pt>
                <c:pt idx="3249">
                  <c:v>41374</c:v>
                </c:pt>
                <c:pt idx="3250">
                  <c:v>41373</c:v>
                </c:pt>
                <c:pt idx="3251">
                  <c:v>41372</c:v>
                </c:pt>
                <c:pt idx="3252">
                  <c:v>41369</c:v>
                </c:pt>
                <c:pt idx="3253">
                  <c:v>41367</c:v>
                </c:pt>
                <c:pt idx="3254">
                  <c:v>41366</c:v>
                </c:pt>
                <c:pt idx="3255">
                  <c:v>41361</c:v>
                </c:pt>
                <c:pt idx="3256">
                  <c:v>41360</c:v>
                </c:pt>
                <c:pt idx="3257">
                  <c:v>41359</c:v>
                </c:pt>
                <c:pt idx="3258">
                  <c:v>41358</c:v>
                </c:pt>
                <c:pt idx="3259">
                  <c:v>41355</c:v>
                </c:pt>
                <c:pt idx="3260">
                  <c:v>41354</c:v>
                </c:pt>
                <c:pt idx="3261">
                  <c:v>41353</c:v>
                </c:pt>
                <c:pt idx="3262">
                  <c:v>41352</c:v>
                </c:pt>
                <c:pt idx="3263">
                  <c:v>41351</c:v>
                </c:pt>
                <c:pt idx="3264">
                  <c:v>41348</c:v>
                </c:pt>
                <c:pt idx="3265">
                  <c:v>41347</c:v>
                </c:pt>
                <c:pt idx="3266">
                  <c:v>41346</c:v>
                </c:pt>
                <c:pt idx="3267">
                  <c:v>41345</c:v>
                </c:pt>
                <c:pt idx="3268">
                  <c:v>41344</c:v>
                </c:pt>
                <c:pt idx="3269">
                  <c:v>41341</c:v>
                </c:pt>
                <c:pt idx="3270">
                  <c:v>41340</c:v>
                </c:pt>
                <c:pt idx="3271">
                  <c:v>41339</c:v>
                </c:pt>
                <c:pt idx="3272">
                  <c:v>41338</c:v>
                </c:pt>
                <c:pt idx="3273">
                  <c:v>41337</c:v>
                </c:pt>
                <c:pt idx="3274">
                  <c:v>41334</c:v>
                </c:pt>
                <c:pt idx="3275">
                  <c:v>41333</c:v>
                </c:pt>
                <c:pt idx="3276">
                  <c:v>41332</c:v>
                </c:pt>
                <c:pt idx="3277">
                  <c:v>41331</c:v>
                </c:pt>
                <c:pt idx="3278">
                  <c:v>41330</c:v>
                </c:pt>
                <c:pt idx="3279">
                  <c:v>41327</c:v>
                </c:pt>
                <c:pt idx="3280">
                  <c:v>41326</c:v>
                </c:pt>
                <c:pt idx="3281">
                  <c:v>41325</c:v>
                </c:pt>
                <c:pt idx="3282">
                  <c:v>41324</c:v>
                </c:pt>
                <c:pt idx="3283">
                  <c:v>41323</c:v>
                </c:pt>
                <c:pt idx="3284">
                  <c:v>41320</c:v>
                </c:pt>
                <c:pt idx="3285">
                  <c:v>41319</c:v>
                </c:pt>
                <c:pt idx="3286">
                  <c:v>41313</c:v>
                </c:pt>
                <c:pt idx="3287">
                  <c:v>41312</c:v>
                </c:pt>
                <c:pt idx="3288">
                  <c:v>41311</c:v>
                </c:pt>
                <c:pt idx="3289">
                  <c:v>41310</c:v>
                </c:pt>
                <c:pt idx="3290">
                  <c:v>41309</c:v>
                </c:pt>
                <c:pt idx="3291">
                  <c:v>41306</c:v>
                </c:pt>
                <c:pt idx="3292">
                  <c:v>41305</c:v>
                </c:pt>
                <c:pt idx="3293">
                  <c:v>41304</c:v>
                </c:pt>
                <c:pt idx="3294">
                  <c:v>41303</c:v>
                </c:pt>
                <c:pt idx="3295">
                  <c:v>41302</c:v>
                </c:pt>
                <c:pt idx="3296">
                  <c:v>41299</c:v>
                </c:pt>
                <c:pt idx="3297">
                  <c:v>41298</c:v>
                </c:pt>
                <c:pt idx="3298">
                  <c:v>41297</c:v>
                </c:pt>
                <c:pt idx="3299">
                  <c:v>41296</c:v>
                </c:pt>
                <c:pt idx="3300">
                  <c:v>41295</c:v>
                </c:pt>
                <c:pt idx="3301">
                  <c:v>41292</c:v>
                </c:pt>
                <c:pt idx="3302">
                  <c:v>41291</c:v>
                </c:pt>
                <c:pt idx="3303">
                  <c:v>41290</c:v>
                </c:pt>
                <c:pt idx="3304">
                  <c:v>41289</c:v>
                </c:pt>
                <c:pt idx="3305">
                  <c:v>41288</c:v>
                </c:pt>
                <c:pt idx="3306">
                  <c:v>41285</c:v>
                </c:pt>
                <c:pt idx="3307">
                  <c:v>41284</c:v>
                </c:pt>
                <c:pt idx="3308">
                  <c:v>41283</c:v>
                </c:pt>
                <c:pt idx="3309">
                  <c:v>41282</c:v>
                </c:pt>
                <c:pt idx="3310">
                  <c:v>41281</c:v>
                </c:pt>
                <c:pt idx="3311">
                  <c:v>41278</c:v>
                </c:pt>
                <c:pt idx="3312">
                  <c:v>41277</c:v>
                </c:pt>
                <c:pt idx="3313">
                  <c:v>41276</c:v>
                </c:pt>
                <c:pt idx="3314">
                  <c:v>41274</c:v>
                </c:pt>
                <c:pt idx="3315">
                  <c:v>41271</c:v>
                </c:pt>
                <c:pt idx="3316">
                  <c:v>41270</c:v>
                </c:pt>
                <c:pt idx="3317">
                  <c:v>41267</c:v>
                </c:pt>
                <c:pt idx="3318">
                  <c:v>41264</c:v>
                </c:pt>
                <c:pt idx="3319">
                  <c:v>41263</c:v>
                </c:pt>
                <c:pt idx="3320">
                  <c:v>41262</c:v>
                </c:pt>
                <c:pt idx="3321">
                  <c:v>41261</c:v>
                </c:pt>
                <c:pt idx="3322">
                  <c:v>41260</c:v>
                </c:pt>
                <c:pt idx="3323">
                  <c:v>41257</c:v>
                </c:pt>
                <c:pt idx="3324">
                  <c:v>41256</c:v>
                </c:pt>
                <c:pt idx="3325">
                  <c:v>41255</c:v>
                </c:pt>
                <c:pt idx="3326">
                  <c:v>41254</c:v>
                </c:pt>
                <c:pt idx="3327">
                  <c:v>41253</c:v>
                </c:pt>
                <c:pt idx="3328">
                  <c:v>41250</c:v>
                </c:pt>
                <c:pt idx="3329">
                  <c:v>41249</c:v>
                </c:pt>
                <c:pt idx="3330">
                  <c:v>41248</c:v>
                </c:pt>
                <c:pt idx="3331">
                  <c:v>41247</c:v>
                </c:pt>
                <c:pt idx="3332">
                  <c:v>41246</c:v>
                </c:pt>
                <c:pt idx="3333">
                  <c:v>41243</c:v>
                </c:pt>
                <c:pt idx="3334">
                  <c:v>41242</c:v>
                </c:pt>
                <c:pt idx="3335">
                  <c:v>41241</c:v>
                </c:pt>
                <c:pt idx="3336">
                  <c:v>41240</c:v>
                </c:pt>
                <c:pt idx="3337">
                  <c:v>41239</c:v>
                </c:pt>
                <c:pt idx="3338">
                  <c:v>41236</c:v>
                </c:pt>
                <c:pt idx="3339">
                  <c:v>41235</c:v>
                </c:pt>
                <c:pt idx="3340">
                  <c:v>41234</c:v>
                </c:pt>
                <c:pt idx="3341">
                  <c:v>41233</c:v>
                </c:pt>
                <c:pt idx="3342">
                  <c:v>41232</c:v>
                </c:pt>
                <c:pt idx="3343">
                  <c:v>41229</c:v>
                </c:pt>
                <c:pt idx="3344">
                  <c:v>41228</c:v>
                </c:pt>
                <c:pt idx="3345">
                  <c:v>41227</c:v>
                </c:pt>
                <c:pt idx="3346">
                  <c:v>41226</c:v>
                </c:pt>
                <c:pt idx="3347">
                  <c:v>41225</c:v>
                </c:pt>
                <c:pt idx="3348">
                  <c:v>41222</c:v>
                </c:pt>
                <c:pt idx="3349">
                  <c:v>41221</c:v>
                </c:pt>
                <c:pt idx="3350">
                  <c:v>41220</c:v>
                </c:pt>
                <c:pt idx="3351">
                  <c:v>41219</c:v>
                </c:pt>
                <c:pt idx="3352">
                  <c:v>41218</c:v>
                </c:pt>
                <c:pt idx="3353">
                  <c:v>41215</c:v>
                </c:pt>
                <c:pt idx="3354">
                  <c:v>41214</c:v>
                </c:pt>
                <c:pt idx="3355">
                  <c:v>41213</c:v>
                </c:pt>
                <c:pt idx="3356">
                  <c:v>41212</c:v>
                </c:pt>
                <c:pt idx="3357">
                  <c:v>41211</c:v>
                </c:pt>
                <c:pt idx="3358">
                  <c:v>41208</c:v>
                </c:pt>
                <c:pt idx="3359">
                  <c:v>41207</c:v>
                </c:pt>
                <c:pt idx="3360">
                  <c:v>41206</c:v>
                </c:pt>
                <c:pt idx="3361">
                  <c:v>41204</c:v>
                </c:pt>
                <c:pt idx="3362">
                  <c:v>41201</c:v>
                </c:pt>
                <c:pt idx="3363">
                  <c:v>41200</c:v>
                </c:pt>
                <c:pt idx="3364">
                  <c:v>41199</c:v>
                </c:pt>
                <c:pt idx="3365">
                  <c:v>41198</c:v>
                </c:pt>
                <c:pt idx="3366">
                  <c:v>41197</c:v>
                </c:pt>
                <c:pt idx="3367">
                  <c:v>41194</c:v>
                </c:pt>
                <c:pt idx="3368">
                  <c:v>41193</c:v>
                </c:pt>
                <c:pt idx="3369">
                  <c:v>41192</c:v>
                </c:pt>
                <c:pt idx="3370">
                  <c:v>41191</c:v>
                </c:pt>
                <c:pt idx="3371">
                  <c:v>41190</c:v>
                </c:pt>
                <c:pt idx="3372">
                  <c:v>41187</c:v>
                </c:pt>
                <c:pt idx="3373">
                  <c:v>41186</c:v>
                </c:pt>
                <c:pt idx="3374">
                  <c:v>41185</c:v>
                </c:pt>
                <c:pt idx="3375">
                  <c:v>41180</c:v>
                </c:pt>
                <c:pt idx="3376">
                  <c:v>41179</c:v>
                </c:pt>
                <c:pt idx="3377">
                  <c:v>41178</c:v>
                </c:pt>
                <c:pt idx="3378">
                  <c:v>41177</c:v>
                </c:pt>
                <c:pt idx="3379">
                  <c:v>41176</c:v>
                </c:pt>
                <c:pt idx="3380">
                  <c:v>41173</c:v>
                </c:pt>
                <c:pt idx="3381">
                  <c:v>41172</c:v>
                </c:pt>
                <c:pt idx="3382">
                  <c:v>41171</c:v>
                </c:pt>
                <c:pt idx="3383">
                  <c:v>41170</c:v>
                </c:pt>
                <c:pt idx="3384">
                  <c:v>41169</c:v>
                </c:pt>
                <c:pt idx="3385">
                  <c:v>41166</c:v>
                </c:pt>
                <c:pt idx="3386">
                  <c:v>41165</c:v>
                </c:pt>
                <c:pt idx="3387">
                  <c:v>41164</c:v>
                </c:pt>
                <c:pt idx="3388">
                  <c:v>41163</c:v>
                </c:pt>
                <c:pt idx="3389">
                  <c:v>41162</c:v>
                </c:pt>
                <c:pt idx="3390">
                  <c:v>41159</c:v>
                </c:pt>
                <c:pt idx="3391">
                  <c:v>41158</c:v>
                </c:pt>
                <c:pt idx="3392">
                  <c:v>41157</c:v>
                </c:pt>
                <c:pt idx="3393">
                  <c:v>41156</c:v>
                </c:pt>
                <c:pt idx="3394">
                  <c:v>41155</c:v>
                </c:pt>
                <c:pt idx="3395">
                  <c:v>41152</c:v>
                </c:pt>
                <c:pt idx="3396">
                  <c:v>41151</c:v>
                </c:pt>
                <c:pt idx="3397">
                  <c:v>41150</c:v>
                </c:pt>
                <c:pt idx="3398">
                  <c:v>41149</c:v>
                </c:pt>
                <c:pt idx="3399">
                  <c:v>41148</c:v>
                </c:pt>
                <c:pt idx="3400">
                  <c:v>41145</c:v>
                </c:pt>
                <c:pt idx="3401">
                  <c:v>41144</c:v>
                </c:pt>
                <c:pt idx="3402">
                  <c:v>41143</c:v>
                </c:pt>
                <c:pt idx="3403">
                  <c:v>41142</c:v>
                </c:pt>
                <c:pt idx="3404">
                  <c:v>41141</c:v>
                </c:pt>
                <c:pt idx="3405">
                  <c:v>41138</c:v>
                </c:pt>
                <c:pt idx="3406">
                  <c:v>41137</c:v>
                </c:pt>
                <c:pt idx="3407">
                  <c:v>41136</c:v>
                </c:pt>
                <c:pt idx="3408">
                  <c:v>41135</c:v>
                </c:pt>
                <c:pt idx="3409">
                  <c:v>41134</c:v>
                </c:pt>
                <c:pt idx="3410">
                  <c:v>41131</c:v>
                </c:pt>
                <c:pt idx="3411">
                  <c:v>41130</c:v>
                </c:pt>
                <c:pt idx="3412">
                  <c:v>41129</c:v>
                </c:pt>
                <c:pt idx="3413">
                  <c:v>41128</c:v>
                </c:pt>
                <c:pt idx="3414">
                  <c:v>41127</c:v>
                </c:pt>
                <c:pt idx="3415">
                  <c:v>41124</c:v>
                </c:pt>
                <c:pt idx="3416">
                  <c:v>41123</c:v>
                </c:pt>
                <c:pt idx="3417">
                  <c:v>41122</c:v>
                </c:pt>
                <c:pt idx="3418">
                  <c:v>41121</c:v>
                </c:pt>
                <c:pt idx="3419">
                  <c:v>41120</c:v>
                </c:pt>
                <c:pt idx="3420">
                  <c:v>41117</c:v>
                </c:pt>
                <c:pt idx="3421">
                  <c:v>41116</c:v>
                </c:pt>
                <c:pt idx="3422">
                  <c:v>41115</c:v>
                </c:pt>
                <c:pt idx="3423">
                  <c:v>41114</c:v>
                </c:pt>
                <c:pt idx="3424">
                  <c:v>41113</c:v>
                </c:pt>
                <c:pt idx="3425">
                  <c:v>41110</c:v>
                </c:pt>
                <c:pt idx="3426">
                  <c:v>41109</c:v>
                </c:pt>
                <c:pt idx="3427">
                  <c:v>41108</c:v>
                </c:pt>
                <c:pt idx="3428">
                  <c:v>41107</c:v>
                </c:pt>
                <c:pt idx="3429">
                  <c:v>41106</c:v>
                </c:pt>
                <c:pt idx="3430">
                  <c:v>41103</c:v>
                </c:pt>
                <c:pt idx="3431">
                  <c:v>41102</c:v>
                </c:pt>
                <c:pt idx="3432">
                  <c:v>41101</c:v>
                </c:pt>
                <c:pt idx="3433">
                  <c:v>41100</c:v>
                </c:pt>
                <c:pt idx="3434">
                  <c:v>41099</c:v>
                </c:pt>
                <c:pt idx="3435">
                  <c:v>41096</c:v>
                </c:pt>
                <c:pt idx="3436">
                  <c:v>41095</c:v>
                </c:pt>
                <c:pt idx="3437">
                  <c:v>41094</c:v>
                </c:pt>
                <c:pt idx="3438">
                  <c:v>41093</c:v>
                </c:pt>
                <c:pt idx="3439">
                  <c:v>41089</c:v>
                </c:pt>
                <c:pt idx="3440">
                  <c:v>41088</c:v>
                </c:pt>
                <c:pt idx="3441">
                  <c:v>41087</c:v>
                </c:pt>
                <c:pt idx="3442">
                  <c:v>41086</c:v>
                </c:pt>
                <c:pt idx="3443">
                  <c:v>41085</c:v>
                </c:pt>
                <c:pt idx="3444">
                  <c:v>41082</c:v>
                </c:pt>
                <c:pt idx="3445">
                  <c:v>41081</c:v>
                </c:pt>
                <c:pt idx="3446">
                  <c:v>41080</c:v>
                </c:pt>
                <c:pt idx="3447">
                  <c:v>41079</c:v>
                </c:pt>
                <c:pt idx="3448">
                  <c:v>41078</c:v>
                </c:pt>
                <c:pt idx="3449">
                  <c:v>41075</c:v>
                </c:pt>
                <c:pt idx="3450">
                  <c:v>41074</c:v>
                </c:pt>
                <c:pt idx="3451">
                  <c:v>41073</c:v>
                </c:pt>
                <c:pt idx="3452">
                  <c:v>41072</c:v>
                </c:pt>
                <c:pt idx="3453">
                  <c:v>41071</c:v>
                </c:pt>
                <c:pt idx="3454">
                  <c:v>41068</c:v>
                </c:pt>
                <c:pt idx="3455">
                  <c:v>41067</c:v>
                </c:pt>
                <c:pt idx="3456">
                  <c:v>41066</c:v>
                </c:pt>
                <c:pt idx="3457">
                  <c:v>41065</c:v>
                </c:pt>
                <c:pt idx="3458">
                  <c:v>41064</c:v>
                </c:pt>
                <c:pt idx="3459">
                  <c:v>41061</c:v>
                </c:pt>
                <c:pt idx="3460">
                  <c:v>41060</c:v>
                </c:pt>
                <c:pt idx="3461">
                  <c:v>41059</c:v>
                </c:pt>
                <c:pt idx="3462">
                  <c:v>41058</c:v>
                </c:pt>
                <c:pt idx="3463">
                  <c:v>41057</c:v>
                </c:pt>
                <c:pt idx="3464">
                  <c:v>41054</c:v>
                </c:pt>
                <c:pt idx="3465">
                  <c:v>41053</c:v>
                </c:pt>
                <c:pt idx="3466">
                  <c:v>41052</c:v>
                </c:pt>
                <c:pt idx="3467">
                  <c:v>41051</c:v>
                </c:pt>
                <c:pt idx="3468">
                  <c:v>41050</c:v>
                </c:pt>
                <c:pt idx="3469">
                  <c:v>41047</c:v>
                </c:pt>
                <c:pt idx="3470">
                  <c:v>41046</c:v>
                </c:pt>
                <c:pt idx="3471">
                  <c:v>41045</c:v>
                </c:pt>
                <c:pt idx="3472">
                  <c:v>41044</c:v>
                </c:pt>
                <c:pt idx="3473">
                  <c:v>41043</c:v>
                </c:pt>
                <c:pt idx="3474">
                  <c:v>41040</c:v>
                </c:pt>
                <c:pt idx="3475">
                  <c:v>41039</c:v>
                </c:pt>
                <c:pt idx="3476">
                  <c:v>41038</c:v>
                </c:pt>
                <c:pt idx="3477">
                  <c:v>41037</c:v>
                </c:pt>
                <c:pt idx="3478">
                  <c:v>41036</c:v>
                </c:pt>
                <c:pt idx="3479">
                  <c:v>41033</c:v>
                </c:pt>
                <c:pt idx="3480">
                  <c:v>41032</c:v>
                </c:pt>
                <c:pt idx="3481">
                  <c:v>41031</c:v>
                </c:pt>
                <c:pt idx="3482">
                  <c:v>41029</c:v>
                </c:pt>
                <c:pt idx="3483">
                  <c:v>41026</c:v>
                </c:pt>
                <c:pt idx="3484">
                  <c:v>41025</c:v>
                </c:pt>
                <c:pt idx="3485">
                  <c:v>41024</c:v>
                </c:pt>
                <c:pt idx="3486">
                  <c:v>41023</c:v>
                </c:pt>
                <c:pt idx="3487">
                  <c:v>41022</c:v>
                </c:pt>
                <c:pt idx="3488">
                  <c:v>41019</c:v>
                </c:pt>
                <c:pt idx="3489">
                  <c:v>41018</c:v>
                </c:pt>
                <c:pt idx="3490">
                  <c:v>41017</c:v>
                </c:pt>
                <c:pt idx="3491">
                  <c:v>41016</c:v>
                </c:pt>
                <c:pt idx="3492">
                  <c:v>41015</c:v>
                </c:pt>
                <c:pt idx="3493">
                  <c:v>41012</c:v>
                </c:pt>
                <c:pt idx="3494">
                  <c:v>41011</c:v>
                </c:pt>
                <c:pt idx="3495">
                  <c:v>41010</c:v>
                </c:pt>
                <c:pt idx="3496">
                  <c:v>41009</c:v>
                </c:pt>
                <c:pt idx="3497">
                  <c:v>41004</c:v>
                </c:pt>
                <c:pt idx="3498">
                  <c:v>41002</c:v>
                </c:pt>
                <c:pt idx="3499">
                  <c:v>41001</c:v>
                </c:pt>
                <c:pt idx="3500">
                  <c:v>40998</c:v>
                </c:pt>
                <c:pt idx="3501">
                  <c:v>40997</c:v>
                </c:pt>
                <c:pt idx="3502">
                  <c:v>40996</c:v>
                </c:pt>
                <c:pt idx="3503">
                  <c:v>40995</c:v>
                </c:pt>
                <c:pt idx="3504">
                  <c:v>40994</c:v>
                </c:pt>
                <c:pt idx="3505">
                  <c:v>40991</c:v>
                </c:pt>
                <c:pt idx="3506">
                  <c:v>40990</c:v>
                </c:pt>
                <c:pt idx="3507">
                  <c:v>40989</c:v>
                </c:pt>
                <c:pt idx="3508">
                  <c:v>40988</c:v>
                </c:pt>
                <c:pt idx="3509">
                  <c:v>40987</c:v>
                </c:pt>
                <c:pt idx="3510">
                  <c:v>40984</c:v>
                </c:pt>
                <c:pt idx="3511">
                  <c:v>40983</c:v>
                </c:pt>
                <c:pt idx="3512">
                  <c:v>40982</c:v>
                </c:pt>
                <c:pt idx="3513">
                  <c:v>40981</c:v>
                </c:pt>
                <c:pt idx="3514">
                  <c:v>40980</c:v>
                </c:pt>
                <c:pt idx="3515">
                  <c:v>40977</c:v>
                </c:pt>
                <c:pt idx="3516">
                  <c:v>40976</c:v>
                </c:pt>
                <c:pt idx="3517">
                  <c:v>40975</c:v>
                </c:pt>
                <c:pt idx="3518">
                  <c:v>40974</c:v>
                </c:pt>
                <c:pt idx="3519">
                  <c:v>40973</c:v>
                </c:pt>
                <c:pt idx="3520">
                  <c:v>40970</c:v>
                </c:pt>
                <c:pt idx="3521">
                  <c:v>40969</c:v>
                </c:pt>
                <c:pt idx="3522">
                  <c:v>40968</c:v>
                </c:pt>
                <c:pt idx="3523">
                  <c:v>40967</c:v>
                </c:pt>
                <c:pt idx="3524">
                  <c:v>40966</c:v>
                </c:pt>
                <c:pt idx="3525">
                  <c:v>40963</c:v>
                </c:pt>
                <c:pt idx="3526">
                  <c:v>40962</c:v>
                </c:pt>
                <c:pt idx="3527">
                  <c:v>40961</c:v>
                </c:pt>
                <c:pt idx="3528">
                  <c:v>40960</c:v>
                </c:pt>
                <c:pt idx="3529">
                  <c:v>40959</c:v>
                </c:pt>
                <c:pt idx="3530">
                  <c:v>40956</c:v>
                </c:pt>
                <c:pt idx="3531">
                  <c:v>40955</c:v>
                </c:pt>
                <c:pt idx="3532">
                  <c:v>40954</c:v>
                </c:pt>
                <c:pt idx="3533">
                  <c:v>40953</c:v>
                </c:pt>
                <c:pt idx="3534">
                  <c:v>40952</c:v>
                </c:pt>
                <c:pt idx="3535">
                  <c:v>40949</c:v>
                </c:pt>
                <c:pt idx="3536">
                  <c:v>40948</c:v>
                </c:pt>
                <c:pt idx="3537">
                  <c:v>40947</c:v>
                </c:pt>
                <c:pt idx="3538">
                  <c:v>40946</c:v>
                </c:pt>
                <c:pt idx="3539">
                  <c:v>40945</c:v>
                </c:pt>
                <c:pt idx="3540">
                  <c:v>40942</c:v>
                </c:pt>
                <c:pt idx="3541">
                  <c:v>40941</c:v>
                </c:pt>
                <c:pt idx="3542">
                  <c:v>40940</c:v>
                </c:pt>
                <c:pt idx="3543">
                  <c:v>40939</c:v>
                </c:pt>
                <c:pt idx="3544">
                  <c:v>40938</c:v>
                </c:pt>
                <c:pt idx="3545">
                  <c:v>40935</c:v>
                </c:pt>
                <c:pt idx="3546">
                  <c:v>40934</c:v>
                </c:pt>
                <c:pt idx="3547">
                  <c:v>40928</c:v>
                </c:pt>
                <c:pt idx="3548">
                  <c:v>40927</c:v>
                </c:pt>
                <c:pt idx="3549">
                  <c:v>40926</c:v>
                </c:pt>
                <c:pt idx="3550">
                  <c:v>40925</c:v>
                </c:pt>
                <c:pt idx="3551">
                  <c:v>40924</c:v>
                </c:pt>
                <c:pt idx="3552">
                  <c:v>40921</c:v>
                </c:pt>
                <c:pt idx="3553">
                  <c:v>40920</c:v>
                </c:pt>
                <c:pt idx="3554">
                  <c:v>40919</c:v>
                </c:pt>
                <c:pt idx="3555">
                  <c:v>40918</c:v>
                </c:pt>
                <c:pt idx="3556">
                  <c:v>40917</c:v>
                </c:pt>
                <c:pt idx="3557">
                  <c:v>40914</c:v>
                </c:pt>
                <c:pt idx="3558">
                  <c:v>40913</c:v>
                </c:pt>
                <c:pt idx="3559">
                  <c:v>40912</c:v>
                </c:pt>
                <c:pt idx="3560">
                  <c:v>40911</c:v>
                </c:pt>
                <c:pt idx="3561">
                  <c:v>40907</c:v>
                </c:pt>
                <c:pt idx="3562">
                  <c:v>40906</c:v>
                </c:pt>
                <c:pt idx="3563">
                  <c:v>40905</c:v>
                </c:pt>
                <c:pt idx="3564">
                  <c:v>40900</c:v>
                </c:pt>
                <c:pt idx="3565">
                  <c:v>40899</c:v>
                </c:pt>
                <c:pt idx="3566">
                  <c:v>40898</c:v>
                </c:pt>
                <c:pt idx="3567">
                  <c:v>40897</c:v>
                </c:pt>
                <c:pt idx="3568">
                  <c:v>40896</c:v>
                </c:pt>
                <c:pt idx="3569">
                  <c:v>40893</c:v>
                </c:pt>
                <c:pt idx="3570">
                  <c:v>40892</c:v>
                </c:pt>
                <c:pt idx="3571">
                  <c:v>40891</c:v>
                </c:pt>
                <c:pt idx="3572">
                  <c:v>40890</c:v>
                </c:pt>
                <c:pt idx="3573">
                  <c:v>40889</c:v>
                </c:pt>
                <c:pt idx="3574">
                  <c:v>40886</c:v>
                </c:pt>
                <c:pt idx="3575">
                  <c:v>40885</c:v>
                </c:pt>
                <c:pt idx="3576">
                  <c:v>40884</c:v>
                </c:pt>
                <c:pt idx="3577">
                  <c:v>40883</c:v>
                </c:pt>
                <c:pt idx="3578">
                  <c:v>40882</c:v>
                </c:pt>
                <c:pt idx="3579">
                  <c:v>40879</c:v>
                </c:pt>
                <c:pt idx="3580">
                  <c:v>40878</c:v>
                </c:pt>
                <c:pt idx="3581">
                  <c:v>40877</c:v>
                </c:pt>
                <c:pt idx="3582">
                  <c:v>40876</c:v>
                </c:pt>
                <c:pt idx="3583">
                  <c:v>40875</c:v>
                </c:pt>
                <c:pt idx="3584">
                  <c:v>40872</c:v>
                </c:pt>
                <c:pt idx="3585">
                  <c:v>40871</c:v>
                </c:pt>
                <c:pt idx="3586">
                  <c:v>40870</c:v>
                </c:pt>
                <c:pt idx="3587">
                  <c:v>40869</c:v>
                </c:pt>
                <c:pt idx="3588">
                  <c:v>40868</c:v>
                </c:pt>
                <c:pt idx="3589">
                  <c:v>40865</c:v>
                </c:pt>
                <c:pt idx="3590">
                  <c:v>40864</c:v>
                </c:pt>
                <c:pt idx="3591">
                  <c:v>40863</c:v>
                </c:pt>
                <c:pt idx="3592">
                  <c:v>40862</c:v>
                </c:pt>
                <c:pt idx="3593">
                  <c:v>40861</c:v>
                </c:pt>
                <c:pt idx="3594">
                  <c:v>40858</c:v>
                </c:pt>
                <c:pt idx="3595">
                  <c:v>40857</c:v>
                </c:pt>
                <c:pt idx="3596">
                  <c:v>40856</c:v>
                </c:pt>
                <c:pt idx="3597">
                  <c:v>40855</c:v>
                </c:pt>
                <c:pt idx="3598">
                  <c:v>40854</c:v>
                </c:pt>
                <c:pt idx="3599">
                  <c:v>40851</c:v>
                </c:pt>
                <c:pt idx="3600">
                  <c:v>40850</c:v>
                </c:pt>
                <c:pt idx="3601">
                  <c:v>40849</c:v>
                </c:pt>
                <c:pt idx="3602">
                  <c:v>40848</c:v>
                </c:pt>
                <c:pt idx="3603">
                  <c:v>40847</c:v>
                </c:pt>
                <c:pt idx="3604">
                  <c:v>40844</c:v>
                </c:pt>
                <c:pt idx="3605">
                  <c:v>40843</c:v>
                </c:pt>
                <c:pt idx="3606">
                  <c:v>40842</c:v>
                </c:pt>
                <c:pt idx="3607">
                  <c:v>40841</c:v>
                </c:pt>
                <c:pt idx="3608">
                  <c:v>40840</c:v>
                </c:pt>
                <c:pt idx="3609">
                  <c:v>40837</c:v>
                </c:pt>
                <c:pt idx="3610">
                  <c:v>40836</c:v>
                </c:pt>
                <c:pt idx="3611">
                  <c:v>40835</c:v>
                </c:pt>
                <c:pt idx="3612">
                  <c:v>40834</c:v>
                </c:pt>
                <c:pt idx="3613">
                  <c:v>40833</c:v>
                </c:pt>
                <c:pt idx="3614">
                  <c:v>40830</c:v>
                </c:pt>
                <c:pt idx="3615">
                  <c:v>40829</c:v>
                </c:pt>
                <c:pt idx="3616">
                  <c:v>40828</c:v>
                </c:pt>
                <c:pt idx="3617">
                  <c:v>40827</c:v>
                </c:pt>
                <c:pt idx="3618">
                  <c:v>40826</c:v>
                </c:pt>
                <c:pt idx="3619">
                  <c:v>40823</c:v>
                </c:pt>
                <c:pt idx="3620">
                  <c:v>40822</c:v>
                </c:pt>
                <c:pt idx="3621">
                  <c:v>40820</c:v>
                </c:pt>
                <c:pt idx="3622">
                  <c:v>40819</c:v>
                </c:pt>
                <c:pt idx="3623">
                  <c:v>40816</c:v>
                </c:pt>
                <c:pt idx="3624">
                  <c:v>40814</c:v>
                </c:pt>
                <c:pt idx="3625">
                  <c:v>40813</c:v>
                </c:pt>
                <c:pt idx="3626">
                  <c:v>40812</c:v>
                </c:pt>
                <c:pt idx="3627">
                  <c:v>40809</c:v>
                </c:pt>
                <c:pt idx="3628">
                  <c:v>40808</c:v>
                </c:pt>
                <c:pt idx="3629">
                  <c:v>40807</c:v>
                </c:pt>
                <c:pt idx="3630">
                  <c:v>40806</c:v>
                </c:pt>
                <c:pt idx="3631">
                  <c:v>40805</c:v>
                </c:pt>
                <c:pt idx="3632">
                  <c:v>40802</c:v>
                </c:pt>
                <c:pt idx="3633">
                  <c:v>40801</c:v>
                </c:pt>
                <c:pt idx="3634">
                  <c:v>40800</c:v>
                </c:pt>
                <c:pt idx="3635">
                  <c:v>40798</c:v>
                </c:pt>
                <c:pt idx="3636">
                  <c:v>40795</c:v>
                </c:pt>
                <c:pt idx="3637">
                  <c:v>40794</c:v>
                </c:pt>
                <c:pt idx="3638">
                  <c:v>40793</c:v>
                </c:pt>
                <c:pt idx="3639">
                  <c:v>40792</c:v>
                </c:pt>
                <c:pt idx="3640">
                  <c:v>40791</c:v>
                </c:pt>
                <c:pt idx="3641">
                  <c:v>40788</c:v>
                </c:pt>
                <c:pt idx="3642">
                  <c:v>40787</c:v>
                </c:pt>
                <c:pt idx="3643">
                  <c:v>40786</c:v>
                </c:pt>
                <c:pt idx="3644">
                  <c:v>40785</c:v>
                </c:pt>
                <c:pt idx="3645">
                  <c:v>40784</c:v>
                </c:pt>
                <c:pt idx="3646">
                  <c:v>40781</c:v>
                </c:pt>
                <c:pt idx="3647">
                  <c:v>40780</c:v>
                </c:pt>
                <c:pt idx="3648">
                  <c:v>40779</c:v>
                </c:pt>
                <c:pt idx="3649">
                  <c:v>40778</c:v>
                </c:pt>
                <c:pt idx="3650">
                  <c:v>40777</c:v>
                </c:pt>
                <c:pt idx="3651">
                  <c:v>40774</c:v>
                </c:pt>
                <c:pt idx="3652">
                  <c:v>40773</c:v>
                </c:pt>
                <c:pt idx="3653">
                  <c:v>40772</c:v>
                </c:pt>
                <c:pt idx="3654">
                  <c:v>40771</c:v>
                </c:pt>
                <c:pt idx="3655">
                  <c:v>40770</c:v>
                </c:pt>
                <c:pt idx="3656">
                  <c:v>40767</c:v>
                </c:pt>
                <c:pt idx="3657">
                  <c:v>40766</c:v>
                </c:pt>
                <c:pt idx="3658">
                  <c:v>40765</c:v>
                </c:pt>
                <c:pt idx="3659">
                  <c:v>40764</c:v>
                </c:pt>
                <c:pt idx="3660">
                  <c:v>40763</c:v>
                </c:pt>
                <c:pt idx="3661">
                  <c:v>40760</c:v>
                </c:pt>
                <c:pt idx="3662">
                  <c:v>40759</c:v>
                </c:pt>
                <c:pt idx="3663">
                  <c:v>40758</c:v>
                </c:pt>
                <c:pt idx="3664">
                  <c:v>40757</c:v>
                </c:pt>
                <c:pt idx="3665">
                  <c:v>40756</c:v>
                </c:pt>
                <c:pt idx="3666">
                  <c:v>40753</c:v>
                </c:pt>
                <c:pt idx="3667">
                  <c:v>40752</c:v>
                </c:pt>
                <c:pt idx="3668">
                  <c:v>40751</c:v>
                </c:pt>
                <c:pt idx="3669">
                  <c:v>40750</c:v>
                </c:pt>
                <c:pt idx="3670">
                  <c:v>40749</c:v>
                </c:pt>
                <c:pt idx="3671">
                  <c:v>40746</c:v>
                </c:pt>
                <c:pt idx="3672">
                  <c:v>40745</c:v>
                </c:pt>
                <c:pt idx="3673">
                  <c:v>40744</c:v>
                </c:pt>
                <c:pt idx="3674">
                  <c:v>40743</c:v>
                </c:pt>
                <c:pt idx="3675">
                  <c:v>40742</c:v>
                </c:pt>
                <c:pt idx="3676">
                  <c:v>40739</c:v>
                </c:pt>
                <c:pt idx="3677">
                  <c:v>40738</c:v>
                </c:pt>
                <c:pt idx="3678">
                  <c:v>40737</c:v>
                </c:pt>
                <c:pt idx="3679">
                  <c:v>40736</c:v>
                </c:pt>
                <c:pt idx="3680">
                  <c:v>40735</c:v>
                </c:pt>
                <c:pt idx="3681">
                  <c:v>40732</c:v>
                </c:pt>
                <c:pt idx="3682">
                  <c:v>40731</c:v>
                </c:pt>
                <c:pt idx="3683">
                  <c:v>40730</c:v>
                </c:pt>
                <c:pt idx="3684">
                  <c:v>40729</c:v>
                </c:pt>
                <c:pt idx="3685">
                  <c:v>40728</c:v>
                </c:pt>
                <c:pt idx="3686">
                  <c:v>40724</c:v>
                </c:pt>
                <c:pt idx="3687">
                  <c:v>40723</c:v>
                </c:pt>
                <c:pt idx="3688">
                  <c:v>40722</c:v>
                </c:pt>
                <c:pt idx="3689">
                  <c:v>40721</c:v>
                </c:pt>
                <c:pt idx="3690">
                  <c:v>40718</c:v>
                </c:pt>
                <c:pt idx="3691">
                  <c:v>40717</c:v>
                </c:pt>
                <c:pt idx="3692">
                  <c:v>40716</c:v>
                </c:pt>
                <c:pt idx="3693">
                  <c:v>40715</c:v>
                </c:pt>
                <c:pt idx="3694">
                  <c:v>40714</c:v>
                </c:pt>
                <c:pt idx="3695">
                  <c:v>40711</c:v>
                </c:pt>
                <c:pt idx="3696">
                  <c:v>40710</c:v>
                </c:pt>
                <c:pt idx="3697">
                  <c:v>40709</c:v>
                </c:pt>
                <c:pt idx="3698">
                  <c:v>40708</c:v>
                </c:pt>
                <c:pt idx="3699">
                  <c:v>40707</c:v>
                </c:pt>
                <c:pt idx="3700">
                  <c:v>40704</c:v>
                </c:pt>
                <c:pt idx="3701">
                  <c:v>40703</c:v>
                </c:pt>
                <c:pt idx="3702">
                  <c:v>40702</c:v>
                </c:pt>
                <c:pt idx="3703">
                  <c:v>40701</c:v>
                </c:pt>
                <c:pt idx="3704">
                  <c:v>40697</c:v>
                </c:pt>
                <c:pt idx="3705">
                  <c:v>40696</c:v>
                </c:pt>
                <c:pt idx="3706">
                  <c:v>40695</c:v>
                </c:pt>
                <c:pt idx="3707">
                  <c:v>40694</c:v>
                </c:pt>
                <c:pt idx="3708">
                  <c:v>40693</c:v>
                </c:pt>
                <c:pt idx="3709">
                  <c:v>40690</c:v>
                </c:pt>
                <c:pt idx="3710">
                  <c:v>40689</c:v>
                </c:pt>
                <c:pt idx="3711">
                  <c:v>40688</c:v>
                </c:pt>
                <c:pt idx="3712">
                  <c:v>40687</c:v>
                </c:pt>
                <c:pt idx="3713">
                  <c:v>40686</c:v>
                </c:pt>
                <c:pt idx="3714">
                  <c:v>40683</c:v>
                </c:pt>
                <c:pt idx="3715">
                  <c:v>40682</c:v>
                </c:pt>
                <c:pt idx="3716">
                  <c:v>40681</c:v>
                </c:pt>
                <c:pt idx="3717">
                  <c:v>40680</c:v>
                </c:pt>
                <c:pt idx="3718">
                  <c:v>40679</c:v>
                </c:pt>
                <c:pt idx="3719">
                  <c:v>40676</c:v>
                </c:pt>
                <c:pt idx="3720">
                  <c:v>40675</c:v>
                </c:pt>
                <c:pt idx="3721">
                  <c:v>40674</c:v>
                </c:pt>
                <c:pt idx="3722">
                  <c:v>40672</c:v>
                </c:pt>
                <c:pt idx="3723">
                  <c:v>40669</c:v>
                </c:pt>
                <c:pt idx="3724">
                  <c:v>40668</c:v>
                </c:pt>
                <c:pt idx="3725">
                  <c:v>40667</c:v>
                </c:pt>
                <c:pt idx="3726">
                  <c:v>40666</c:v>
                </c:pt>
                <c:pt idx="3727">
                  <c:v>40662</c:v>
                </c:pt>
                <c:pt idx="3728">
                  <c:v>40661</c:v>
                </c:pt>
                <c:pt idx="3729">
                  <c:v>40660</c:v>
                </c:pt>
                <c:pt idx="3730">
                  <c:v>40659</c:v>
                </c:pt>
                <c:pt idx="3731">
                  <c:v>40654</c:v>
                </c:pt>
                <c:pt idx="3732">
                  <c:v>40653</c:v>
                </c:pt>
                <c:pt idx="3733">
                  <c:v>40652</c:v>
                </c:pt>
                <c:pt idx="3734">
                  <c:v>40651</c:v>
                </c:pt>
                <c:pt idx="3735">
                  <c:v>40648</c:v>
                </c:pt>
                <c:pt idx="3736">
                  <c:v>40647</c:v>
                </c:pt>
                <c:pt idx="3737">
                  <c:v>40646</c:v>
                </c:pt>
                <c:pt idx="3738">
                  <c:v>40645</c:v>
                </c:pt>
                <c:pt idx="3739">
                  <c:v>40644</c:v>
                </c:pt>
                <c:pt idx="3740">
                  <c:v>40641</c:v>
                </c:pt>
                <c:pt idx="3741">
                  <c:v>40640</c:v>
                </c:pt>
                <c:pt idx="3742">
                  <c:v>40639</c:v>
                </c:pt>
                <c:pt idx="3743">
                  <c:v>40637</c:v>
                </c:pt>
                <c:pt idx="3744">
                  <c:v>40634</c:v>
                </c:pt>
                <c:pt idx="3745">
                  <c:v>40633</c:v>
                </c:pt>
                <c:pt idx="3746">
                  <c:v>40632</c:v>
                </c:pt>
                <c:pt idx="3747">
                  <c:v>40631</c:v>
                </c:pt>
                <c:pt idx="3748">
                  <c:v>40630</c:v>
                </c:pt>
                <c:pt idx="3749">
                  <c:v>40627</c:v>
                </c:pt>
                <c:pt idx="3750">
                  <c:v>40626</c:v>
                </c:pt>
                <c:pt idx="3751">
                  <c:v>40625</c:v>
                </c:pt>
                <c:pt idx="3752">
                  <c:v>40624</c:v>
                </c:pt>
                <c:pt idx="3753">
                  <c:v>40623</c:v>
                </c:pt>
                <c:pt idx="3754">
                  <c:v>40620</c:v>
                </c:pt>
                <c:pt idx="3755">
                  <c:v>40619</c:v>
                </c:pt>
                <c:pt idx="3756">
                  <c:v>40618</c:v>
                </c:pt>
                <c:pt idx="3757">
                  <c:v>40617</c:v>
                </c:pt>
                <c:pt idx="3758">
                  <c:v>40616</c:v>
                </c:pt>
                <c:pt idx="3759">
                  <c:v>40613</c:v>
                </c:pt>
                <c:pt idx="3760">
                  <c:v>40612</c:v>
                </c:pt>
                <c:pt idx="3761">
                  <c:v>40611</c:v>
                </c:pt>
                <c:pt idx="3762">
                  <c:v>40610</c:v>
                </c:pt>
                <c:pt idx="3763">
                  <c:v>40609</c:v>
                </c:pt>
                <c:pt idx="3764">
                  <c:v>40606</c:v>
                </c:pt>
                <c:pt idx="3765">
                  <c:v>40605</c:v>
                </c:pt>
                <c:pt idx="3766">
                  <c:v>40604</c:v>
                </c:pt>
                <c:pt idx="3767">
                  <c:v>40603</c:v>
                </c:pt>
                <c:pt idx="3768">
                  <c:v>40602</c:v>
                </c:pt>
                <c:pt idx="3769">
                  <c:v>40599</c:v>
                </c:pt>
                <c:pt idx="3770">
                  <c:v>40598</c:v>
                </c:pt>
                <c:pt idx="3771">
                  <c:v>40597</c:v>
                </c:pt>
                <c:pt idx="3772">
                  <c:v>40596</c:v>
                </c:pt>
                <c:pt idx="3773">
                  <c:v>40595</c:v>
                </c:pt>
                <c:pt idx="3774">
                  <c:v>40592</c:v>
                </c:pt>
                <c:pt idx="3775">
                  <c:v>40591</c:v>
                </c:pt>
                <c:pt idx="3776">
                  <c:v>40590</c:v>
                </c:pt>
                <c:pt idx="3777">
                  <c:v>40589</c:v>
                </c:pt>
                <c:pt idx="3778">
                  <c:v>40588</c:v>
                </c:pt>
                <c:pt idx="3779">
                  <c:v>40585</c:v>
                </c:pt>
                <c:pt idx="3780">
                  <c:v>40584</c:v>
                </c:pt>
                <c:pt idx="3781">
                  <c:v>40583</c:v>
                </c:pt>
                <c:pt idx="3782">
                  <c:v>40582</c:v>
                </c:pt>
                <c:pt idx="3783">
                  <c:v>40581</c:v>
                </c:pt>
                <c:pt idx="3784">
                  <c:v>40576</c:v>
                </c:pt>
                <c:pt idx="3785">
                  <c:v>40575</c:v>
                </c:pt>
                <c:pt idx="3786">
                  <c:v>40574</c:v>
                </c:pt>
                <c:pt idx="3787">
                  <c:v>40571</c:v>
                </c:pt>
                <c:pt idx="3788">
                  <c:v>40570</c:v>
                </c:pt>
                <c:pt idx="3789">
                  <c:v>40569</c:v>
                </c:pt>
                <c:pt idx="3790">
                  <c:v>40568</c:v>
                </c:pt>
                <c:pt idx="3791">
                  <c:v>40567</c:v>
                </c:pt>
                <c:pt idx="3792">
                  <c:v>40564</c:v>
                </c:pt>
                <c:pt idx="3793">
                  <c:v>40563</c:v>
                </c:pt>
                <c:pt idx="3794">
                  <c:v>40562</c:v>
                </c:pt>
                <c:pt idx="3795">
                  <c:v>40561</c:v>
                </c:pt>
                <c:pt idx="3796">
                  <c:v>40560</c:v>
                </c:pt>
                <c:pt idx="3797">
                  <c:v>40557</c:v>
                </c:pt>
                <c:pt idx="3798">
                  <c:v>40556</c:v>
                </c:pt>
                <c:pt idx="3799">
                  <c:v>40555</c:v>
                </c:pt>
                <c:pt idx="3800">
                  <c:v>40554</c:v>
                </c:pt>
                <c:pt idx="3801">
                  <c:v>40553</c:v>
                </c:pt>
                <c:pt idx="3802">
                  <c:v>40550</c:v>
                </c:pt>
                <c:pt idx="3803">
                  <c:v>40549</c:v>
                </c:pt>
                <c:pt idx="3804">
                  <c:v>40548</c:v>
                </c:pt>
                <c:pt idx="3805">
                  <c:v>40547</c:v>
                </c:pt>
                <c:pt idx="3806">
                  <c:v>40546</c:v>
                </c:pt>
                <c:pt idx="3807">
                  <c:v>40543</c:v>
                </c:pt>
                <c:pt idx="3808">
                  <c:v>40542</c:v>
                </c:pt>
                <c:pt idx="3809">
                  <c:v>40541</c:v>
                </c:pt>
                <c:pt idx="3810">
                  <c:v>40540</c:v>
                </c:pt>
                <c:pt idx="3811">
                  <c:v>40536</c:v>
                </c:pt>
                <c:pt idx="3812">
                  <c:v>40535</c:v>
                </c:pt>
                <c:pt idx="3813">
                  <c:v>40534</c:v>
                </c:pt>
                <c:pt idx="3814">
                  <c:v>40533</c:v>
                </c:pt>
                <c:pt idx="3815">
                  <c:v>40532</c:v>
                </c:pt>
                <c:pt idx="3816">
                  <c:v>40529</c:v>
                </c:pt>
                <c:pt idx="3817">
                  <c:v>40528</c:v>
                </c:pt>
                <c:pt idx="3818">
                  <c:v>40527</c:v>
                </c:pt>
                <c:pt idx="3819">
                  <c:v>40526</c:v>
                </c:pt>
                <c:pt idx="3820">
                  <c:v>40525</c:v>
                </c:pt>
                <c:pt idx="3821">
                  <c:v>40522</c:v>
                </c:pt>
                <c:pt idx="3822">
                  <c:v>40521</c:v>
                </c:pt>
                <c:pt idx="3823">
                  <c:v>40520</c:v>
                </c:pt>
                <c:pt idx="3824">
                  <c:v>40519</c:v>
                </c:pt>
                <c:pt idx="3825">
                  <c:v>40518</c:v>
                </c:pt>
                <c:pt idx="3826">
                  <c:v>40515</c:v>
                </c:pt>
                <c:pt idx="3827">
                  <c:v>40514</c:v>
                </c:pt>
                <c:pt idx="3828">
                  <c:v>40513</c:v>
                </c:pt>
                <c:pt idx="3829">
                  <c:v>40512</c:v>
                </c:pt>
                <c:pt idx="3830">
                  <c:v>40511</c:v>
                </c:pt>
                <c:pt idx="3831">
                  <c:v>40508</c:v>
                </c:pt>
                <c:pt idx="3832">
                  <c:v>40507</c:v>
                </c:pt>
                <c:pt idx="3833">
                  <c:v>40506</c:v>
                </c:pt>
                <c:pt idx="3834">
                  <c:v>40505</c:v>
                </c:pt>
                <c:pt idx="3835">
                  <c:v>40504</c:v>
                </c:pt>
                <c:pt idx="3836">
                  <c:v>40501</c:v>
                </c:pt>
                <c:pt idx="3837">
                  <c:v>40500</c:v>
                </c:pt>
                <c:pt idx="3838">
                  <c:v>40499</c:v>
                </c:pt>
                <c:pt idx="3839">
                  <c:v>40498</c:v>
                </c:pt>
                <c:pt idx="3840">
                  <c:v>40497</c:v>
                </c:pt>
                <c:pt idx="3841">
                  <c:v>40494</c:v>
                </c:pt>
                <c:pt idx="3842">
                  <c:v>40493</c:v>
                </c:pt>
                <c:pt idx="3843">
                  <c:v>40492</c:v>
                </c:pt>
                <c:pt idx="3844">
                  <c:v>40491</c:v>
                </c:pt>
                <c:pt idx="3845">
                  <c:v>40490</c:v>
                </c:pt>
                <c:pt idx="3846">
                  <c:v>40487</c:v>
                </c:pt>
                <c:pt idx="3847">
                  <c:v>40486</c:v>
                </c:pt>
                <c:pt idx="3848">
                  <c:v>40485</c:v>
                </c:pt>
                <c:pt idx="3849">
                  <c:v>40484</c:v>
                </c:pt>
                <c:pt idx="3850">
                  <c:v>40483</c:v>
                </c:pt>
                <c:pt idx="3851">
                  <c:v>40480</c:v>
                </c:pt>
                <c:pt idx="3852">
                  <c:v>40479</c:v>
                </c:pt>
                <c:pt idx="3853">
                  <c:v>40478</c:v>
                </c:pt>
                <c:pt idx="3854">
                  <c:v>40477</c:v>
                </c:pt>
                <c:pt idx="3855">
                  <c:v>40476</c:v>
                </c:pt>
                <c:pt idx="3856">
                  <c:v>40473</c:v>
                </c:pt>
                <c:pt idx="3857">
                  <c:v>40472</c:v>
                </c:pt>
                <c:pt idx="3858">
                  <c:v>40471</c:v>
                </c:pt>
                <c:pt idx="3859">
                  <c:v>40470</c:v>
                </c:pt>
                <c:pt idx="3860">
                  <c:v>40469</c:v>
                </c:pt>
                <c:pt idx="3861">
                  <c:v>40466</c:v>
                </c:pt>
                <c:pt idx="3862">
                  <c:v>40465</c:v>
                </c:pt>
                <c:pt idx="3863">
                  <c:v>40464</c:v>
                </c:pt>
                <c:pt idx="3864">
                  <c:v>40463</c:v>
                </c:pt>
                <c:pt idx="3865">
                  <c:v>40462</c:v>
                </c:pt>
                <c:pt idx="3866">
                  <c:v>40459</c:v>
                </c:pt>
                <c:pt idx="3867">
                  <c:v>40458</c:v>
                </c:pt>
                <c:pt idx="3868">
                  <c:v>40457</c:v>
                </c:pt>
                <c:pt idx="3869">
                  <c:v>40456</c:v>
                </c:pt>
                <c:pt idx="3870">
                  <c:v>40455</c:v>
                </c:pt>
                <c:pt idx="3871">
                  <c:v>40451</c:v>
                </c:pt>
                <c:pt idx="3872">
                  <c:v>40450</c:v>
                </c:pt>
                <c:pt idx="3873">
                  <c:v>40449</c:v>
                </c:pt>
                <c:pt idx="3874">
                  <c:v>40448</c:v>
                </c:pt>
                <c:pt idx="3875">
                  <c:v>40445</c:v>
                </c:pt>
                <c:pt idx="3876">
                  <c:v>40443</c:v>
                </c:pt>
                <c:pt idx="3877">
                  <c:v>40442</c:v>
                </c:pt>
                <c:pt idx="3878">
                  <c:v>40441</c:v>
                </c:pt>
                <c:pt idx="3879">
                  <c:v>40438</c:v>
                </c:pt>
                <c:pt idx="3880">
                  <c:v>40437</c:v>
                </c:pt>
                <c:pt idx="3881">
                  <c:v>40436</c:v>
                </c:pt>
                <c:pt idx="3882">
                  <c:v>40435</c:v>
                </c:pt>
                <c:pt idx="3883">
                  <c:v>40434</c:v>
                </c:pt>
                <c:pt idx="3884">
                  <c:v>40431</c:v>
                </c:pt>
                <c:pt idx="3885">
                  <c:v>40430</c:v>
                </c:pt>
                <c:pt idx="3886">
                  <c:v>40429</c:v>
                </c:pt>
                <c:pt idx="3887">
                  <c:v>40428</c:v>
                </c:pt>
                <c:pt idx="3888">
                  <c:v>40427</c:v>
                </c:pt>
                <c:pt idx="3889">
                  <c:v>40424</c:v>
                </c:pt>
                <c:pt idx="3890">
                  <c:v>40423</c:v>
                </c:pt>
                <c:pt idx="3891">
                  <c:v>40422</c:v>
                </c:pt>
                <c:pt idx="3892">
                  <c:v>40421</c:v>
                </c:pt>
                <c:pt idx="3893">
                  <c:v>40420</c:v>
                </c:pt>
                <c:pt idx="3894">
                  <c:v>40417</c:v>
                </c:pt>
                <c:pt idx="3895">
                  <c:v>40416</c:v>
                </c:pt>
                <c:pt idx="3896">
                  <c:v>40415</c:v>
                </c:pt>
                <c:pt idx="3897">
                  <c:v>40414</c:v>
                </c:pt>
                <c:pt idx="3898">
                  <c:v>40413</c:v>
                </c:pt>
                <c:pt idx="3899">
                  <c:v>40410</c:v>
                </c:pt>
                <c:pt idx="3900">
                  <c:v>40409</c:v>
                </c:pt>
                <c:pt idx="3901">
                  <c:v>40408</c:v>
                </c:pt>
                <c:pt idx="3902">
                  <c:v>40407</c:v>
                </c:pt>
                <c:pt idx="3903">
                  <c:v>40406</c:v>
                </c:pt>
                <c:pt idx="3904">
                  <c:v>40403</c:v>
                </c:pt>
                <c:pt idx="3905">
                  <c:v>40402</c:v>
                </c:pt>
                <c:pt idx="3906">
                  <c:v>40401</c:v>
                </c:pt>
                <c:pt idx="3907">
                  <c:v>40400</c:v>
                </c:pt>
                <c:pt idx="3908">
                  <c:v>40399</c:v>
                </c:pt>
                <c:pt idx="3909">
                  <c:v>40396</c:v>
                </c:pt>
                <c:pt idx="3910">
                  <c:v>40395</c:v>
                </c:pt>
                <c:pt idx="3911">
                  <c:v>40394</c:v>
                </c:pt>
                <c:pt idx="3912">
                  <c:v>40393</c:v>
                </c:pt>
                <c:pt idx="3913">
                  <c:v>40392</c:v>
                </c:pt>
                <c:pt idx="3914">
                  <c:v>40389</c:v>
                </c:pt>
                <c:pt idx="3915">
                  <c:v>40388</c:v>
                </c:pt>
                <c:pt idx="3916">
                  <c:v>40387</c:v>
                </c:pt>
                <c:pt idx="3917">
                  <c:v>40386</c:v>
                </c:pt>
                <c:pt idx="3918">
                  <c:v>40385</c:v>
                </c:pt>
                <c:pt idx="3919">
                  <c:v>40382</c:v>
                </c:pt>
                <c:pt idx="3920">
                  <c:v>40381</c:v>
                </c:pt>
                <c:pt idx="3921">
                  <c:v>40380</c:v>
                </c:pt>
                <c:pt idx="3922">
                  <c:v>40379</c:v>
                </c:pt>
                <c:pt idx="3923">
                  <c:v>40378</c:v>
                </c:pt>
                <c:pt idx="3924">
                  <c:v>40375</c:v>
                </c:pt>
                <c:pt idx="3925">
                  <c:v>40374</c:v>
                </c:pt>
                <c:pt idx="3926">
                  <c:v>40373</c:v>
                </c:pt>
                <c:pt idx="3927">
                  <c:v>40372</c:v>
                </c:pt>
                <c:pt idx="3928">
                  <c:v>40371</c:v>
                </c:pt>
                <c:pt idx="3929">
                  <c:v>40368</c:v>
                </c:pt>
                <c:pt idx="3930">
                  <c:v>40367</c:v>
                </c:pt>
                <c:pt idx="3931">
                  <c:v>40366</c:v>
                </c:pt>
                <c:pt idx="3932">
                  <c:v>40365</c:v>
                </c:pt>
                <c:pt idx="3933">
                  <c:v>40364</c:v>
                </c:pt>
                <c:pt idx="3934">
                  <c:v>40361</c:v>
                </c:pt>
                <c:pt idx="3935">
                  <c:v>40359</c:v>
                </c:pt>
                <c:pt idx="3936">
                  <c:v>40358</c:v>
                </c:pt>
                <c:pt idx="3937">
                  <c:v>40357</c:v>
                </c:pt>
                <c:pt idx="3938">
                  <c:v>40354</c:v>
                </c:pt>
                <c:pt idx="3939">
                  <c:v>40353</c:v>
                </c:pt>
                <c:pt idx="3940">
                  <c:v>40352</c:v>
                </c:pt>
                <c:pt idx="3941">
                  <c:v>40351</c:v>
                </c:pt>
                <c:pt idx="3942">
                  <c:v>40350</c:v>
                </c:pt>
                <c:pt idx="3943">
                  <c:v>40347</c:v>
                </c:pt>
                <c:pt idx="3944">
                  <c:v>40346</c:v>
                </c:pt>
                <c:pt idx="3945">
                  <c:v>40344</c:v>
                </c:pt>
                <c:pt idx="3946">
                  <c:v>40343</c:v>
                </c:pt>
                <c:pt idx="3947">
                  <c:v>40340</c:v>
                </c:pt>
                <c:pt idx="3948">
                  <c:v>40339</c:v>
                </c:pt>
                <c:pt idx="3949">
                  <c:v>40338</c:v>
                </c:pt>
                <c:pt idx="3950">
                  <c:v>40337</c:v>
                </c:pt>
                <c:pt idx="3951">
                  <c:v>40336</c:v>
                </c:pt>
                <c:pt idx="3952">
                  <c:v>40333</c:v>
                </c:pt>
                <c:pt idx="3953">
                  <c:v>40332</c:v>
                </c:pt>
                <c:pt idx="3954">
                  <c:v>40331</c:v>
                </c:pt>
                <c:pt idx="3955">
                  <c:v>40330</c:v>
                </c:pt>
                <c:pt idx="3956">
                  <c:v>40329</c:v>
                </c:pt>
                <c:pt idx="3957">
                  <c:v>40326</c:v>
                </c:pt>
                <c:pt idx="3958">
                  <c:v>40325</c:v>
                </c:pt>
                <c:pt idx="3959">
                  <c:v>40324</c:v>
                </c:pt>
                <c:pt idx="3960">
                  <c:v>40323</c:v>
                </c:pt>
                <c:pt idx="3961">
                  <c:v>40322</c:v>
                </c:pt>
                <c:pt idx="3962">
                  <c:v>40318</c:v>
                </c:pt>
                <c:pt idx="3963">
                  <c:v>40317</c:v>
                </c:pt>
                <c:pt idx="3964">
                  <c:v>40316</c:v>
                </c:pt>
                <c:pt idx="3965">
                  <c:v>40315</c:v>
                </c:pt>
                <c:pt idx="3966">
                  <c:v>40312</c:v>
                </c:pt>
                <c:pt idx="3967">
                  <c:v>40311</c:v>
                </c:pt>
                <c:pt idx="3968">
                  <c:v>40310</c:v>
                </c:pt>
                <c:pt idx="3969">
                  <c:v>40309</c:v>
                </c:pt>
                <c:pt idx="3970">
                  <c:v>40308</c:v>
                </c:pt>
                <c:pt idx="3971">
                  <c:v>40305</c:v>
                </c:pt>
                <c:pt idx="3972">
                  <c:v>40304</c:v>
                </c:pt>
                <c:pt idx="3973">
                  <c:v>40303</c:v>
                </c:pt>
                <c:pt idx="3974">
                  <c:v>40302</c:v>
                </c:pt>
                <c:pt idx="3975">
                  <c:v>40301</c:v>
                </c:pt>
                <c:pt idx="3976">
                  <c:v>40298</c:v>
                </c:pt>
                <c:pt idx="3977">
                  <c:v>40297</c:v>
                </c:pt>
                <c:pt idx="3978">
                  <c:v>40296</c:v>
                </c:pt>
                <c:pt idx="3979">
                  <c:v>40295</c:v>
                </c:pt>
                <c:pt idx="3980">
                  <c:v>40294</c:v>
                </c:pt>
                <c:pt idx="3981">
                  <c:v>40291</c:v>
                </c:pt>
                <c:pt idx="3982">
                  <c:v>40290</c:v>
                </c:pt>
                <c:pt idx="3983">
                  <c:v>40289</c:v>
                </c:pt>
                <c:pt idx="3984">
                  <c:v>40288</c:v>
                </c:pt>
                <c:pt idx="3985">
                  <c:v>40287</c:v>
                </c:pt>
                <c:pt idx="3986">
                  <c:v>40284</c:v>
                </c:pt>
                <c:pt idx="3987">
                  <c:v>40283</c:v>
                </c:pt>
                <c:pt idx="3988">
                  <c:v>40282</c:v>
                </c:pt>
                <c:pt idx="3989">
                  <c:v>40281</c:v>
                </c:pt>
                <c:pt idx="3990">
                  <c:v>40280</c:v>
                </c:pt>
                <c:pt idx="3991">
                  <c:v>40277</c:v>
                </c:pt>
                <c:pt idx="3992">
                  <c:v>40276</c:v>
                </c:pt>
                <c:pt idx="3993">
                  <c:v>40275</c:v>
                </c:pt>
                <c:pt idx="3994">
                  <c:v>40269</c:v>
                </c:pt>
                <c:pt idx="3995">
                  <c:v>40268</c:v>
                </c:pt>
                <c:pt idx="3996">
                  <c:v>40267</c:v>
                </c:pt>
                <c:pt idx="3997">
                  <c:v>40266</c:v>
                </c:pt>
                <c:pt idx="3998">
                  <c:v>40263</c:v>
                </c:pt>
                <c:pt idx="3999">
                  <c:v>40262</c:v>
                </c:pt>
                <c:pt idx="4000">
                  <c:v>40261</c:v>
                </c:pt>
                <c:pt idx="4001">
                  <c:v>40260</c:v>
                </c:pt>
                <c:pt idx="4002">
                  <c:v>40259</c:v>
                </c:pt>
                <c:pt idx="4003">
                  <c:v>40256</c:v>
                </c:pt>
                <c:pt idx="4004">
                  <c:v>40255</c:v>
                </c:pt>
                <c:pt idx="4005">
                  <c:v>40254</c:v>
                </c:pt>
                <c:pt idx="4006">
                  <c:v>40253</c:v>
                </c:pt>
                <c:pt idx="4007">
                  <c:v>40252</c:v>
                </c:pt>
                <c:pt idx="4008">
                  <c:v>40249</c:v>
                </c:pt>
                <c:pt idx="4009">
                  <c:v>40248</c:v>
                </c:pt>
                <c:pt idx="4010">
                  <c:v>40247</c:v>
                </c:pt>
                <c:pt idx="4011">
                  <c:v>40246</c:v>
                </c:pt>
                <c:pt idx="4012">
                  <c:v>40245</c:v>
                </c:pt>
                <c:pt idx="4013">
                  <c:v>40242</c:v>
                </c:pt>
                <c:pt idx="4014">
                  <c:v>40241</c:v>
                </c:pt>
                <c:pt idx="4015">
                  <c:v>40240</c:v>
                </c:pt>
                <c:pt idx="4016">
                  <c:v>40239</c:v>
                </c:pt>
                <c:pt idx="4017">
                  <c:v>40238</c:v>
                </c:pt>
                <c:pt idx="4018">
                  <c:v>40235</c:v>
                </c:pt>
                <c:pt idx="4019">
                  <c:v>40234</c:v>
                </c:pt>
                <c:pt idx="4020">
                  <c:v>40233</c:v>
                </c:pt>
                <c:pt idx="4021">
                  <c:v>40232</c:v>
                </c:pt>
                <c:pt idx="4022">
                  <c:v>40231</c:v>
                </c:pt>
                <c:pt idx="4023">
                  <c:v>40228</c:v>
                </c:pt>
                <c:pt idx="4024">
                  <c:v>40227</c:v>
                </c:pt>
                <c:pt idx="4025">
                  <c:v>40226</c:v>
                </c:pt>
                <c:pt idx="4026">
                  <c:v>40221</c:v>
                </c:pt>
                <c:pt idx="4027">
                  <c:v>40220</c:v>
                </c:pt>
                <c:pt idx="4028">
                  <c:v>40219</c:v>
                </c:pt>
                <c:pt idx="4029">
                  <c:v>40218</c:v>
                </c:pt>
                <c:pt idx="4030">
                  <c:v>40217</c:v>
                </c:pt>
                <c:pt idx="4031">
                  <c:v>40214</c:v>
                </c:pt>
                <c:pt idx="4032">
                  <c:v>40213</c:v>
                </c:pt>
                <c:pt idx="4033">
                  <c:v>40212</c:v>
                </c:pt>
                <c:pt idx="4034">
                  <c:v>40211</c:v>
                </c:pt>
                <c:pt idx="4035">
                  <c:v>40210</c:v>
                </c:pt>
                <c:pt idx="4036">
                  <c:v>40207</c:v>
                </c:pt>
                <c:pt idx="4037">
                  <c:v>40206</c:v>
                </c:pt>
                <c:pt idx="4038">
                  <c:v>40205</c:v>
                </c:pt>
                <c:pt idx="4039">
                  <c:v>40204</c:v>
                </c:pt>
                <c:pt idx="4040">
                  <c:v>40203</c:v>
                </c:pt>
                <c:pt idx="4041">
                  <c:v>40200</c:v>
                </c:pt>
                <c:pt idx="4042">
                  <c:v>40199</c:v>
                </c:pt>
                <c:pt idx="4043">
                  <c:v>40198</c:v>
                </c:pt>
                <c:pt idx="4044">
                  <c:v>40197</c:v>
                </c:pt>
                <c:pt idx="4045">
                  <c:v>40196</c:v>
                </c:pt>
                <c:pt idx="4046">
                  <c:v>40193</c:v>
                </c:pt>
                <c:pt idx="4047">
                  <c:v>40192</c:v>
                </c:pt>
                <c:pt idx="4048">
                  <c:v>40191</c:v>
                </c:pt>
                <c:pt idx="4049">
                  <c:v>40190</c:v>
                </c:pt>
                <c:pt idx="4050">
                  <c:v>40189</c:v>
                </c:pt>
                <c:pt idx="4051">
                  <c:v>40186</c:v>
                </c:pt>
                <c:pt idx="4052">
                  <c:v>40185</c:v>
                </c:pt>
                <c:pt idx="4053">
                  <c:v>40184</c:v>
                </c:pt>
                <c:pt idx="4054">
                  <c:v>40183</c:v>
                </c:pt>
                <c:pt idx="4055">
                  <c:v>40182</c:v>
                </c:pt>
                <c:pt idx="4056">
                  <c:v>40178</c:v>
                </c:pt>
                <c:pt idx="4057">
                  <c:v>40177</c:v>
                </c:pt>
                <c:pt idx="4058">
                  <c:v>40176</c:v>
                </c:pt>
                <c:pt idx="4059">
                  <c:v>40175</c:v>
                </c:pt>
                <c:pt idx="4060">
                  <c:v>40171</c:v>
                </c:pt>
                <c:pt idx="4061">
                  <c:v>40170</c:v>
                </c:pt>
                <c:pt idx="4062">
                  <c:v>40169</c:v>
                </c:pt>
                <c:pt idx="4063">
                  <c:v>40168</c:v>
                </c:pt>
                <c:pt idx="4064">
                  <c:v>40165</c:v>
                </c:pt>
                <c:pt idx="4065">
                  <c:v>40164</c:v>
                </c:pt>
                <c:pt idx="4066">
                  <c:v>40163</c:v>
                </c:pt>
                <c:pt idx="4067">
                  <c:v>40162</c:v>
                </c:pt>
                <c:pt idx="4068">
                  <c:v>40161</c:v>
                </c:pt>
                <c:pt idx="4069">
                  <c:v>40158</c:v>
                </c:pt>
                <c:pt idx="4070">
                  <c:v>40157</c:v>
                </c:pt>
                <c:pt idx="4071">
                  <c:v>40156</c:v>
                </c:pt>
                <c:pt idx="4072">
                  <c:v>40155</c:v>
                </c:pt>
                <c:pt idx="4073">
                  <c:v>40154</c:v>
                </c:pt>
                <c:pt idx="4074">
                  <c:v>40151</c:v>
                </c:pt>
                <c:pt idx="4075">
                  <c:v>40150</c:v>
                </c:pt>
                <c:pt idx="4076">
                  <c:v>40149</c:v>
                </c:pt>
                <c:pt idx="4077">
                  <c:v>40148</c:v>
                </c:pt>
                <c:pt idx="4078">
                  <c:v>40147</c:v>
                </c:pt>
                <c:pt idx="4079">
                  <c:v>40144</c:v>
                </c:pt>
                <c:pt idx="4080">
                  <c:v>40143</c:v>
                </c:pt>
                <c:pt idx="4081">
                  <c:v>40142</c:v>
                </c:pt>
                <c:pt idx="4082">
                  <c:v>40141</c:v>
                </c:pt>
                <c:pt idx="4083">
                  <c:v>40140</c:v>
                </c:pt>
                <c:pt idx="4084">
                  <c:v>40137</c:v>
                </c:pt>
                <c:pt idx="4085">
                  <c:v>40136</c:v>
                </c:pt>
                <c:pt idx="4086">
                  <c:v>40135</c:v>
                </c:pt>
                <c:pt idx="4087">
                  <c:v>40134</c:v>
                </c:pt>
                <c:pt idx="4088">
                  <c:v>40133</c:v>
                </c:pt>
                <c:pt idx="4089">
                  <c:v>40130</c:v>
                </c:pt>
                <c:pt idx="4090">
                  <c:v>40129</c:v>
                </c:pt>
                <c:pt idx="4091">
                  <c:v>40128</c:v>
                </c:pt>
                <c:pt idx="4092">
                  <c:v>40127</c:v>
                </c:pt>
                <c:pt idx="4093">
                  <c:v>40126</c:v>
                </c:pt>
                <c:pt idx="4094">
                  <c:v>40123</c:v>
                </c:pt>
                <c:pt idx="4095">
                  <c:v>40122</c:v>
                </c:pt>
                <c:pt idx="4096">
                  <c:v>40121</c:v>
                </c:pt>
                <c:pt idx="4097">
                  <c:v>40120</c:v>
                </c:pt>
                <c:pt idx="4098">
                  <c:v>40119</c:v>
                </c:pt>
                <c:pt idx="4099">
                  <c:v>40116</c:v>
                </c:pt>
                <c:pt idx="4100">
                  <c:v>40115</c:v>
                </c:pt>
                <c:pt idx="4101">
                  <c:v>40114</c:v>
                </c:pt>
                <c:pt idx="4102">
                  <c:v>40113</c:v>
                </c:pt>
                <c:pt idx="4103">
                  <c:v>40109</c:v>
                </c:pt>
                <c:pt idx="4104">
                  <c:v>40108</c:v>
                </c:pt>
                <c:pt idx="4105">
                  <c:v>40107</c:v>
                </c:pt>
                <c:pt idx="4106">
                  <c:v>40106</c:v>
                </c:pt>
                <c:pt idx="4107">
                  <c:v>40105</c:v>
                </c:pt>
                <c:pt idx="4108">
                  <c:v>40102</c:v>
                </c:pt>
                <c:pt idx="4109">
                  <c:v>40101</c:v>
                </c:pt>
                <c:pt idx="4110">
                  <c:v>40100</c:v>
                </c:pt>
                <c:pt idx="4111">
                  <c:v>40099</c:v>
                </c:pt>
                <c:pt idx="4112">
                  <c:v>40098</c:v>
                </c:pt>
                <c:pt idx="4113">
                  <c:v>40095</c:v>
                </c:pt>
                <c:pt idx="4114">
                  <c:v>40094</c:v>
                </c:pt>
                <c:pt idx="4115">
                  <c:v>40093</c:v>
                </c:pt>
                <c:pt idx="4116">
                  <c:v>40092</c:v>
                </c:pt>
                <c:pt idx="4117">
                  <c:v>40091</c:v>
                </c:pt>
                <c:pt idx="4118">
                  <c:v>40088</c:v>
                </c:pt>
                <c:pt idx="4119">
                  <c:v>40086</c:v>
                </c:pt>
                <c:pt idx="4120">
                  <c:v>40085</c:v>
                </c:pt>
                <c:pt idx="4121">
                  <c:v>40084</c:v>
                </c:pt>
                <c:pt idx="4122">
                  <c:v>40081</c:v>
                </c:pt>
                <c:pt idx="4123">
                  <c:v>40080</c:v>
                </c:pt>
                <c:pt idx="4124">
                  <c:v>40079</c:v>
                </c:pt>
                <c:pt idx="4125">
                  <c:v>40078</c:v>
                </c:pt>
                <c:pt idx="4126">
                  <c:v>40077</c:v>
                </c:pt>
                <c:pt idx="4127">
                  <c:v>40074</c:v>
                </c:pt>
                <c:pt idx="4128">
                  <c:v>40073</c:v>
                </c:pt>
                <c:pt idx="4129">
                  <c:v>40072</c:v>
                </c:pt>
                <c:pt idx="4130">
                  <c:v>40071</c:v>
                </c:pt>
                <c:pt idx="4131">
                  <c:v>40070</c:v>
                </c:pt>
                <c:pt idx="4132">
                  <c:v>40067</c:v>
                </c:pt>
                <c:pt idx="4133">
                  <c:v>40066</c:v>
                </c:pt>
                <c:pt idx="4134">
                  <c:v>40065</c:v>
                </c:pt>
                <c:pt idx="4135">
                  <c:v>40064</c:v>
                </c:pt>
                <c:pt idx="4136">
                  <c:v>40063</c:v>
                </c:pt>
                <c:pt idx="4137">
                  <c:v>40060</c:v>
                </c:pt>
                <c:pt idx="4138">
                  <c:v>40059</c:v>
                </c:pt>
                <c:pt idx="4139">
                  <c:v>40058</c:v>
                </c:pt>
                <c:pt idx="4140">
                  <c:v>40057</c:v>
                </c:pt>
                <c:pt idx="4141">
                  <c:v>40056</c:v>
                </c:pt>
                <c:pt idx="4142">
                  <c:v>40053</c:v>
                </c:pt>
                <c:pt idx="4143">
                  <c:v>40052</c:v>
                </c:pt>
                <c:pt idx="4144">
                  <c:v>40051</c:v>
                </c:pt>
                <c:pt idx="4145">
                  <c:v>40050</c:v>
                </c:pt>
                <c:pt idx="4146">
                  <c:v>40049</c:v>
                </c:pt>
                <c:pt idx="4147">
                  <c:v>40046</c:v>
                </c:pt>
                <c:pt idx="4148">
                  <c:v>40045</c:v>
                </c:pt>
                <c:pt idx="4149">
                  <c:v>40044</c:v>
                </c:pt>
                <c:pt idx="4150">
                  <c:v>40043</c:v>
                </c:pt>
                <c:pt idx="4151">
                  <c:v>40042</c:v>
                </c:pt>
                <c:pt idx="4152">
                  <c:v>40039</c:v>
                </c:pt>
                <c:pt idx="4153">
                  <c:v>40038</c:v>
                </c:pt>
                <c:pt idx="4154">
                  <c:v>40037</c:v>
                </c:pt>
                <c:pt idx="4155">
                  <c:v>40036</c:v>
                </c:pt>
                <c:pt idx="4156">
                  <c:v>40035</c:v>
                </c:pt>
                <c:pt idx="4157">
                  <c:v>40032</c:v>
                </c:pt>
                <c:pt idx="4158">
                  <c:v>40031</c:v>
                </c:pt>
                <c:pt idx="4159">
                  <c:v>40030</c:v>
                </c:pt>
                <c:pt idx="4160">
                  <c:v>40029</c:v>
                </c:pt>
                <c:pt idx="4161">
                  <c:v>40028</c:v>
                </c:pt>
                <c:pt idx="4162">
                  <c:v>40025</c:v>
                </c:pt>
                <c:pt idx="4163">
                  <c:v>40024</c:v>
                </c:pt>
                <c:pt idx="4164">
                  <c:v>40023</c:v>
                </c:pt>
                <c:pt idx="4165">
                  <c:v>40022</c:v>
                </c:pt>
                <c:pt idx="4166">
                  <c:v>40021</c:v>
                </c:pt>
                <c:pt idx="4167">
                  <c:v>40018</c:v>
                </c:pt>
                <c:pt idx="4168">
                  <c:v>40017</c:v>
                </c:pt>
                <c:pt idx="4169">
                  <c:v>40016</c:v>
                </c:pt>
                <c:pt idx="4170">
                  <c:v>40015</c:v>
                </c:pt>
                <c:pt idx="4171">
                  <c:v>40014</c:v>
                </c:pt>
                <c:pt idx="4172">
                  <c:v>40011</c:v>
                </c:pt>
                <c:pt idx="4173">
                  <c:v>40010</c:v>
                </c:pt>
                <c:pt idx="4174">
                  <c:v>40009</c:v>
                </c:pt>
                <c:pt idx="4175">
                  <c:v>40008</c:v>
                </c:pt>
                <c:pt idx="4176">
                  <c:v>40007</c:v>
                </c:pt>
                <c:pt idx="4177">
                  <c:v>40004</c:v>
                </c:pt>
                <c:pt idx="4178">
                  <c:v>40003</c:v>
                </c:pt>
                <c:pt idx="4179">
                  <c:v>40002</c:v>
                </c:pt>
                <c:pt idx="4180">
                  <c:v>40001</c:v>
                </c:pt>
                <c:pt idx="4181">
                  <c:v>40000</c:v>
                </c:pt>
                <c:pt idx="4182">
                  <c:v>39997</c:v>
                </c:pt>
                <c:pt idx="4183">
                  <c:v>39996</c:v>
                </c:pt>
                <c:pt idx="4184">
                  <c:v>39994</c:v>
                </c:pt>
                <c:pt idx="4185">
                  <c:v>39993</c:v>
                </c:pt>
                <c:pt idx="4186">
                  <c:v>39990</c:v>
                </c:pt>
                <c:pt idx="4187">
                  <c:v>39989</c:v>
                </c:pt>
                <c:pt idx="4188">
                  <c:v>39988</c:v>
                </c:pt>
                <c:pt idx="4189">
                  <c:v>39987</c:v>
                </c:pt>
                <c:pt idx="4190">
                  <c:v>39986</c:v>
                </c:pt>
                <c:pt idx="4191">
                  <c:v>39983</c:v>
                </c:pt>
                <c:pt idx="4192">
                  <c:v>39982</c:v>
                </c:pt>
                <c:pt idx="4193">
                  <c:v>39981</c:v>
                </c:pt>
                <c:pt idx="4194">
                  <c:v>39980</c:v>
                </c:pt>
                <c:pt idx="4195">
                  <c:v>39979</c:v>
                </c:pt>
                <c:pt idx="4196">
                  <c:v>39976</c:v>
                </c:pt>
                <c:pt idx="4197">
                  <c:v>39975</c:v>
                </c:pt>
                <c:pt idx="4198">
                  <c:v>39974</c:v>
                </c:pt>
                <c:pt idx="4199">
                  <c:v>39973</c:v>
                </c:pt>
                <c:pt idx="4200">
                  <c:v>39972</c:v>
                </c:pt>
                <c:pt idx="4201">
                  <c:v>39969</c:v>
                </c:pt>
                <c:pt idx="4202">
                  <c:v>39968</c:v>
                </c:pt>
                <c:pt idx="4203">
                  <c:v>39967</c:v>
                </c:pt>
                <c:pt idx="4204">
                  <c:v>39966</c:v>
                </c:pt>
                <c:pt idx="4205">
                  <c:v>39965</c:v>
                </c:pt>
                <c:pt idx="4206">
                  <c:v>39962</c:v>
                </c:pt>
                <c:pt idx="4207">
                  <c:v>39960</c:v>
                </c:pt>
                <c:pt idx="4208">
                  <c:v>39959</c:v>
                </c:pt>
                <c:pt idx="4209">
                  <c:v>39958</c:v>
                </c:pt>
                <c:pt idx="4210">
                  <c:v>39955</c:v>
                </c:pt>
                <c:pt idx="4211">
                  <c:v>39954</c:v>
                </c:pt>
                <c:pt idx="4212">
                  <c:v>39953</c:v>
                </c:pt>
                <c:pt idx="4213">
                  <c:v>39952</c:v>
                </c:pt>
                <c:pt idx="4214">
                  <c:v>39951</c:v>
                </c:pt>
                <c:pt idx="4215">
                  <c:v>39948</c:v>
                </c:pt>
                <c:pt idx="4216">
                  <c:v>39947</c:v>
                </c:pt>
                <c:pt idx="4217">
                  <c:v>39946</c:v>
                </c:pt>
                <c:pt idx="4218">
                  <c:v>39945</c:v>
                </c:pt>
                <c:pt idx="4219">
                  <c:v>39944</c:v>
                </c:pt>
                <c:pt idx="4220">
                  <c:v>39941</c:v>
                </c:pt>
                <c:pt idx="4221">
                  <c:v>39940</c:v>
                </c:pt>
                <c:pt idx="4222">
                  <c:v>39939</c:v>
                </c:pt>
                <c:pt idx="4223">
                  <c:v>39938</c:v>
                </c:pt>
                <c:pt idx="4224">
                  <c:v>39937</c:v>
                </c:pt>
                <c:pt idx="4225">
                  <c:v>39933</c:v>
                </c:pt>
                <c:pt idx="4226">
                  <c:v>39932</c:v>
                </c:pt>
                <c:pt idx="4227">
                  <c:v>39931</c:v>
                </c:pt>
                <c:pt idx="4228">
                  <c:v>39930</c:v>
                </c:pt>
                <c:pt idx="4229">
                  <c:v>39927</c:v>
                </c:pt>
                <c:pt idx="4230">
                  <c:v>39926</c:v>
                </c:pt>
                <c:pt idx="4231">
                  <c:v>39925</c:v>
                </c:pt>
                <c:pt idx="4232">
                  <c:v>39924</c:v>
                </c:pt>
                <c:pt idx="4233">
                  <c:v>39923</c:v>
                </c:pt>
                <c:pt idx="4234">
                  <c:v>39920</c:v>
                </c:pt>
                <c:pt idx="4235">
                  <c:v>39919</c:v>
                </c:pt>
                <c:pt idx="4236">
                  <c:v>39918</c:v>
                </c:pt>
                <c:pt idx="4237">
                  <c:v>39917</c:v>
                </c:pt>
                <c:pt idx="4238">
                  <c:v>39912</c:v>
                </c:pt>
                <c:pt idx="4239">
                  <c:v>39911</c:v>
                </c:pt>
                <c:pt idx="4240">
                  <c:v>39910</c:v>
                </c:pt>
                <c:pt idx="4241">
                  <c:v>39909</c:v>
                </c:pt>
                <c:pt idx="4242">
                  <c:v>39906</c:v>
                </c:pt>
                <c:pt idx="4243">
                  <c:v>39905</c:v>
                </c:pt>
                <c:pt idx="4244">
                  <c:v>39904</c:v>
                </c:pt>
                <c:pt idx="4245">
                  <c:v>39903</c:v>
                </c:pt>
                <c:pt idx="4246">
                  <c:v>39902</c:v>
                </c:pt>
                <c:pt idx="4247">
                  <c:v>39899</c:v>
                </c:pt>
                <c:pt idx="4248">
                  <c:v>39898</c:v>
                </c:pt>
                <c:pt idx="4249">
                  <c:v>39897</c:v>
                </c:pt>
                <c:pt idx="4250">
                  <c:v>39896</c:v>
                </c:pt>
                <c:pt idx="4251">
                  <c:v>39895</c:v>
                </c:pt>
                <c:pt idx="4252">
                  <c:v>39892</c:v>
                </c:pt>
                <c:pt idx="4253">
                  <c:v>39891</c:v>
                </c:pt>
                <c:pt idx="4254">
                  <c:v>39890</c:v>
                </c:pt>
                <c:pt idx="4255">
                  <c:v>39889</c:v>
                </c:pt>
                <c:pt idx="4256">
                  <c:v>39888</c:v>
                </c:pt>
                <c:pt idx="4257">
                  <c:v>39885</c:v>
                </c:pt>
                <c:pt idx="4258">
                  <c:v>39884</c:v>
                </c:pt>
                <c:pt idx="4259">
                  <c:v>39883</c:v>
                </c:pt>
                <c:pt idx="4260">
                  <c:v>39882</c:v>
                </c:pt>
                <c:pt idx="4261">
                  <c:v>39881</c:v>
                </c:pt>
                <c:pt idx="4262">
                  <c:v>39878</c:v>
                </c:pt>
                <c:pt idx="4263">
                  <c:v>39877</c:v>
                </c:pt>
                <c:pt idx="4264">
                  <c:v>39876</c:v>
                </c:pt>
                <c:pt idx="4265">
                  <c:v>39875</c:v>
                </c:pt>
                <c:pt idx="4266">
                  <c:v>39874</c:v>
                </c:pt>
                <c:pt idx="4267">
                  <c:v>39871</c:v>
                </c:pt>
                <c:pt idx="4268">
                  <c:v>39870</c:v>
                </c:pt>
                <c:pt idx="4269">
                  <c:v>39869</c:v>
                </c:pt>
                <c:pt idx="4270">
                  <c:v>39868</c:v>
                </c:pt>
                <c:pt idx="4271">
                  <c:v>39867</c:v>
                </c:pt>
                <c:pt idx="4272">
                  <c:v>39864</c:v>
                </c:pt>
                <c:pt idx="4273">
                  <c:v>39863</c:v>
                </c:pt>
                <c:pt idx="4274">
                  <c:v>39862</c:v>
                </c:pt>
                <c:pt idx="4275">
                  <c:v>39861</c:v>
                </c:pt>
                <c:pt idx="4276">
                  <c:v>39860</c:v>
                </c:pt>
                <c:pt idx="4277">
                  <c:v>39857</c:v>
                </c:pt>
                <c:pt idx="4278">
                  <c:v>39856</c:v>
                </c:pt>
                <c:pt idx="4279">
                  <c:v>39855</c:v>
                </c:pt>
                <c:pt idx="4280">
                  <c:v>39854</c:v>
                </c:pt>
                <c:pt idx="4281">
                  <c:v>39853</c:v>
                </c:pt>
                <c:pt idx="4282">
                  <c:v>39850</c:v>
                </c:pt>
                <c:pt idx="4283">
                  <c:v>39849</c:v>
                </c:pt>
                <c:pt idx="4284">
                  <c:v>39848</c:v>
                </c:pt>
                <c:pt idx="4285">
                  <c:v>39847</c:v>
                </c:pt>
                <c:pt idx="4286">
                  <c:v>39846</c:v>
                </c:pt>
                <c:pt idx="4287">
                  <c:v>39843</c:v>
                </c:pt>
                <c:pt idx="4288">
                  <c:v>39842</c:v>
                </c:pt>
                <c:pt idx="4289">
                  <c:v>39836</c:v>
                </c:pt>
                <c:pt idx="4290">
                  <c:v>39835</c:v>
                </c:pt>
                <c:pt idx="4291">
                  <c:v>39834</c:v>
                </c:pt>
                <c:pt idx="4292">
                  <c:v>39833</c:v>
                </c:pt>
                <c:pt idx="4293">
                  <c:v>39832</c:v>
                </c:pt>
                <c:pt idx="4294">
                  <c:v>39829</c:v>
                </c:pt>
                <c:pt idx="4295">
                  <c:v>39828</c:v>
                </c:pt>
                <c:pt idx="4296">
                  <c:v>39827</c:v>
                </c:pt>
                <c:pt idx="4297">
                  <c:v>39826</c:v>
                </c:pt>
                <c:pt idx="4298">
                  <c:v>39825</c:v>
                </c:pt>
                <c:pt idx="4299">
                  <c:v>39822</c:v>
                </c:pt>
                <c:pt idx="4300">
                  <c:v>39821</c:v>
                </c:pt>
                <c:pt idx="4301">
                  <c:v>39820</c:v>
                </c:pt>
                <c:pt idx="4302">
                  <c:v>39819</c:v>
                </c:pt>
                <c:pt idx="4303">
                  <c:v>39818</c:v>
                </c:pt>
                <c:pt idx="4304">
                  <c:v>39815</c:v>
                </c:pt>
                <c:pt idx="4305">
                  <c:v>39813</c:v>
                </c:pt>
                <c:pt idx="4306">
                  <c:v>39812</c:v>
                </c:pt>
                <c:pt idx="4307">
                  <c:v>39811</c:v>
                </c:pt>
                <c:pt idx="4308">
                  <c:v>39806</c:v>
                </c:pt>
                <c:pt idx="4309">
                  <c:v>39805</c:v>
                </c:pt>
                <c:pt idx="4310">
                  <c:v>39804</c:v>
                </c:pt>
                <c:pt idx="4311">
                  <c:v>39801</c:v>
                </c:pt>
                <c:pt idx="4312">
                  <c:v>39800</c:v>
                </c:pt>
                <c:pt idx="4313">
                  <c:v>39799</c:v>
                </c:pt>
                <c:pt idx="4314">
                  <c:v>39798</c:v>
                </c:pt>
                <c:pt idx="4315">
                  <c:v>39797</c:v>
                </c:pt>
                <c:pt idx="4316">
                  <c:v>39794</c:v>
                </c:pt>
                <c:pt idx="4317">
                  <c:v>39793</c:v>
                </c:pt>
                <c:pt idx="4318">
                  <c:v>39792</c:v>
                </c:pt>
                <c:pt idx="4319">
                  <c:v>39791</c:v>
                </c:pt>
                <c:pt idx="4320">
                  <c:v>39790</c:v>
                </c:pt>
                <c:pt idx="4321">
                  <c:v>39787</c:v>
                </c:pt>
                <c:pt idx="4322">
                  <c:v>39786</c:v>
                </c:pt>
                <c:pt idx="4323">
                  <c:v>39785</c:v>
                </c:pt>
                <c:pt idx="4324">
                  <c:v>39784</c:v>
                </c:pt>
                <c:pt idx="4325">
                  <c:v>39783</c:v>
                </c:pt>
                <c:pt idx="4326">
                  <c:v>39780</c:v>
                </c:pt>
                <c:pt idx="4327">
                  <c:v>39779</c:v>
                </c:pt>
                <c:pt idx="4328">
                  <c:v>39778</c:v>
                </c:pt>
                <c:pt idx="4329">
                  <c:v>39777</c:v>
                </c:pt>
                <c:pt idx="4330">
                  <c:v>39776</c:v>
                </c:pt>
                <c:pt idx="4331">
                  <c:v>39773</c:v>
                </c:pt>
                <c:pt idx="4332">
                  <c:v>39772</c:v>
                </c:pt>
                <c:pt idx="4333">
                  <c:v>39771</c:v>
                </c:pt>
                <c:pt idx="4334">
                  <c:v>39770</c:v>
                </c:pt>
                <c:pt idx="4335">
                  <c:v>39769</c:v>
                </c:pt>
                <c:pt idx="4336">
                  <c:v>39766</c:v>
                </c:pt>
                <c:pt idx="4337">
                  <c:v>39765</c:v>
                </c:pt>
                <c:pt idx="4338">
                  <c:v>39764</c:v>
                </c:pt>
                <c:pt idx="4339">
                  <c:v>39763</c:v>
                </c:pt>
                <c:pt idx="4340">
                  <c:v>39762</c:v>
                </c:pt>
                <c:pt idx="4341">
                  <c:v>39759</c:v>
                </c:pt>
                <c:pt idx="4342">
                  <c:v>39758</c:v>
                </c:pt>
                <c:pt idx="4343">
                  <c:v>39757</c:v>
                </c:pt>
                <c:pt idx="4344">
                  <c:v>39756</c:v>
                </c:pt>
                <c:pt idx="4345">
                  <c:v>39755</c:v>
                </c:pt>
                <c:pt idx="4346">
                  <c:v>39752</c:v>
                </c:pt>
                <c:pt idx="4347">
                  <c:v>39751</c:v>
                </c:pt>
                <c:pt idx="4348">
                  <c:v>39750</c:v>
                </c:pt>
                <c:pt idx="4349">
                  <c:v>39749</c:v>
                </c:pt>
                <c:pt idx="4350">
                  <c:v>39748</c:v>
                </c:pt>
                <c:pt idx="4351">
                  <c:v>39745</c:v>
                </c:pt>
                <c:pt idx="4352">
                  <c:v>39744</c:v>
                </c:pt>
                <c:pt idx="4353">
                  <c:v>39743</c:v>
                </c:pt>
                <c:pt idx="4354">
                  <c:v>39742</c:v>
                </c:pt>
                <c:pt idx="4355">
                  <c:v>39741</c:v>
                </c:pt>
                <c:pt idx="4356">
                  <c:v>39738</c:v>
                </c:pt>
                <c:pt idx="4357">
                  <c:v>39737</c:v>
                </c:pt>
                <c:pt idx="4358">
                  <c:v>39736</c:v>
                </c:pt>
                <c:pt idx="4359">
                  <c:v>39735</c:v>
                </c:pt>
                <c:pt idx="4360">
                  <c:v>39734</c:v>
                </c:pt>
                <c:pt idx="4361">
                  <c:v>39731</c:v>
                </c:pt>
                <c:pt idx="4362">
                  <c:v>39730</c:v>
                </c:pt>
                <c:pt idx="4363">
                  <c:v>39729</c:v>
                </c:pt>
                <c:pt idx="4364">
                  <c:v>39727</c:v>
                </c:pt>
                <c:pt idx="4365">
                  <c:v>39724</c:v>
                </c:pt>
                <c:pt idx="4366">
                  <c:v>39723</c:v>
                </c:pt>
                <c:pt idx="4367">
                  <c:v>39721</c:v>
                </c:pt>
                <c:pt idx="4368">
                  <c:v>39720</c:v>
                </c:pt>
                <c:pt idx="4369">
                  <c:v>39717</c:v>
                </c:pt>
                <c:pt idx="4370">
                  <c:v>39716</c:v>
                </c:pt>
                <c:pt idx="4371">
                  <c:v>39715</c:v>
                </c:pt>
                <c:pt idx="4372">
                  <c:v>39714</c:v>
                </c:pt>
                <c:pt idx="4373">
                  <c:v>39713</c:v>
                </c:pt>
                <c:pt idx="4374">
                  <c:v>39710</c:v>
                </c:pt>
                <c:pt idx="4375">
                  <c:v>39709</c:v>
                </c:pt>
                <c:pt idx="4376">
                  <c:v>39708</c:v>
                </c:pt>
                <c:pt idx="4377">
                  <c:v>39707</c:v>
                </c:pt>
                <c:pt idx="4378">
                  <c:v>39703</c:v>
                </c:pt>
                <c:pt idx="4379">
                  <c:v>39702</c:v>
                </c:pt>
                <c:pt idx="4380">
                  <c:v>39701</c:v>
                </c:pt>
                <c:pt idx="4381">
                  <c:v>39700</c:v>
                </c:pt>
                <c:pt idx="4382">
                  <c:v>39699</c:v>
                </c:pt>
                <c:pt idx="4383">
                  <c:v>39696</c:v>
                </c:pt>
                <c:pt idx="4384">
                  <c:v>39695</c:v>
                </c:pt>
                <c:pt idx="4385">
                  <c:v>39694</c:v>
                </c:pt>
                <c:pt idx="4386">
                  <c:v>39693</c:v>
                </c:pt>
                <c:pt idx="4387">
                  <c:v>39692</c:v>
                </c:pt>
                <c:pt idx="4388">
                  <c:v>39689</c:v>
                </c:pt>
                <c:pt idx="4389">
                  <c:v>39688</c:v>
                </c:pt>
                <c:pt idx="4390">
                  <c:v>39687</c:v>
                </c:pt>
                <c:pt idx="4391">
                  <c:v>39686</c:v>
                </c:pt>
                <c:pt idx="4392">
                  <c:v>39685</c:v>
                </c:pt>
                <c:pt idx="4393">
                  <c:v>39681</c:v>
                </c:pt>
                <c:pt idx="4394">
                  <c:v>39680</c:v>
                </c:pt>
                <c:pt idx="4395">
                  <c:v>39679</c:v>
                </c:pt>
                <c:pt idx="4396">
                  <c:v>39678</c:v>
                </c:pt>
                <c:pt idx="4397">
                  <c:v>39675</c:v>
                </c:pt>
                <c:pt idx="4398">
                  <c:v>39674</c:v>
                </c:pt>
                <c:pt idx="4399">
                  <c:v>39673</c:v>
                </c:pt>
                <c:pt idx="4400">
                  <c:v>39672</c:v>
                </c:pt>
                <c:pt idx="4401">
                  <c:v>39671</c:v>
                </c:pt>
                <c:pt idx="4402">
                  <c:v>39668</c:v>
                </c:pt>
                <c:pt idx="4403">
                  <c:v>39667</c:v>
                </c:pt>
                <c:pt idx="4404">
                  <c:v>39665</c:v>
                </c:pt>
                <c:pt idx="4405">
                  <c:v>39664</c:v>
                </c:pt>
                <c:pt idx="4406">
                  <c:v>39661</c:v>
                </c:pt>
                <c:pt idx="4407">
                  <c:v>39660</c:v>
                </c:pt>
                <c:pt idx="4408">
                  <c:v>39659</c:v>
                </c:pt>
                <c:pt idx="4409">
                  <c:v>39658</c:v>
                </c:pt>
                <c:pt idx="4410">
                  <c:v>39657</c:v>
                </c:pt>
                <c:pt idx="4411">
                  <c:v>39654</c:v>
                </c:pt>
                <c:pt idx="4412">
                  <c:v>39653</c:v>
                </c:pt>
                <c:pt idx="4413">
                  <c:v>39652</c:v>
                </c:pt>
                <c:pt idx="4414">
                  <c:v>39651</c:v>
                </c:pt>
                <c:pt idx="4415">
                  <c:v>39650</c:v>
                </c:pt>
                <c:pt idx="4416">
                  <c:v>39647</c:v>
                </c:pt>
                <c:pt idx="4417">
                  <c:v>39646</c:v>
                </c:pt>
                <c:pt idx="4418">
                  <c:v>39645</c:v>
                </c:pt>
                <c:pt idx="4419">
                  <c:v>39644</c:v>
                </c:pt>
                <c:pt idx="4420">
                  <c:v>39643</c:v>
                </c:pt>
                <c:pt idx="4421">
                  <c:v>39640</c:v>
                </c:pt>
                <c:pt idx="4422">
                  <c:v>39639</c:v>
                </c:pt>
                <c:pt idx="4423">
                  <c:v>39638</c:v>
                </c:pt>
                <c:pt idx="4424">
                  <c:v>39637</c:v>
                </c:pt>
                <c:pt idx="4425">
                  <c:v>39636</c:v>
                </c:pt>
                <c:pt idx="4426">
                  <c:v>39633</c:v>
                </c:pt>
                <c:pt idx="4427">
                  <c:v>39632</c:v>
                </c:pt>
                <c:pt idx="4428">
                  <c:v>39631</c:v>
                </c:pt>
                <c:pt idx="4429">
                  <c:v>39629</c:v>
                </c:pt>
                <c:pt idx="4430">
                  <c:v>39626</c:v>
                </c:pt>
                <c:pt idx="4431">
                  <c:v>39625</c:v>
                </c:pt>
                <c:pt idx="4432">
                  <c:v>39624</c:v>
                </c:pt>
                <c:pt idx="4433">
                  <c:v>39623</c:v>
                </c:pt>
                <c:pt idx="4434">
                  <c:v>39622</c:v>
                </c:pt>
                <c:pt idx="4435">
                  <c:v>39619</c:v>
                </c:pt>
                <c:pt idx="4436">
                  <c:v>39618</c:v>
                </c:pt>
                <c:pt idx="4437">
                  <c:v>39617</c:v>
                </c:pt>
                <c:pt idx="4438">
                  <c:v>39616</c:v>
                </c:pt>
                <c:pt idx="4439">
                  <c:v>39615</c:v>
                </c:pt>
                <c:pt idx="4440">
                  <c:v>39612</c:v>
                </c:pt>
                <c:pt idx="4441">
                  <c:v>39611</c:v>
                </c:pt>
                <c:pt idx="4442">
                  <c:v>39610</c:v>
                </c:pt>
                <c:pt idx="4443">
                  <c:v>39609</c:v>
                </c:pt>
                <c:pt idx="4444">
                  <c:v>39605</c:v>
                </c:pt>
                <c:pt idx="4445">
                  <c:v>39604</c:v>
                </c:pt>
                <c:pt idx="4446">
                  <c:v>39603</c:v>
                </c:pt>
                <c:pt idx="4447">
                  <c:v>39602</c:v>
                </c:pt>
                <c:pt idx="4448">
                  <c:v>39601</c:v>
                </c:pt>
                <c:pt idx="4449">
                  <c:v>39598</c:v>
                </c:pt>
                <c:pt idx="4450">
                  <c:v>39597</c:v>
                </c:pt>
                <c:pt idx="4451">
                  <c:v>39596</c:v>
                </c:pt>
                <c:pt idx="4452">
                  <c:v>39595</c:v>
                </c:pt>
                <c:pt idx="4453">
                  <c:v>39594</c:v>
                </c:pt>
                <c:pt idx="4454">
                  <c:v>39591</c:v>
                </c:pt>
                <c:pt idx="4455">
                  <c:v>39590</c:v>
                </c:pt>
                <c:pt idx="4456">
                  <c:v>39589</c:v>
                </c:pt>
                <c:pt idx="4457">
                  <c:v>39588</c:v>
                </c:pt>
                <c:pt idx="4458">
                  <c:v>39587</c:v>
                </c:pt>
                <c:pt idx="4459">
                  <c:v>39584</c:v>
                </c:pt>
                <c:pt idx="4460">
                  <c:v>39583</c:v>
                </c:pt>
                <c:pt idx="4461">
                  <c:v>39582</c:v>
                </c:pt>
                <c:pt idx="4462">
                  <c:v>39581</c:v>
                </c:pt>
                <c:pt idx="4463">
                  <c:v>39577</c:v>
                </c:pt>
                <c:pt idx="4464">
                  <c:v>39576</c:v>
                </c:pt>
                <c:pt idx="4465">
                  <c:v>39575</c:v>
                </c:pt>
                <c:pt idx="4466">
                  <c:v>39574</c:v>
                </c:pt>
                <c:pt idx="4467">
                  <c:v>39573</c:v>
                </c:pt>
                <c:pt idx="4468">
                  <c:v>39570</c:v>
                </c:pt>
                <c:pt idx="4469">
                  <c:v>39568</c:v>
                </c:pt>
                <c:pt idx="4470">
                  <c:v>39567</c:v>
                </c:pt>
                <c:pt idx="4471">
                  <c:v>39566</c:v>
                </c:pt>
                <c:pt idx="4472">
                  <c:v>39563</c:v>
                </c:pt>
                <c:pt idx="4473">
                  <c:v>39562</c:v>
                </c:pt>
                <c:pt idx="4474">
                  <c:v>39561</c:v>
                </c:pt>
                <c:pt idx="4475">
                  <c:v>39560</c:v>
                </c:pt>
                <c:pt idx="4476">
                  <c:v>39559</c:v>
                </c:pt>
                <c:pt idx="4477">
                  <c:v>39556</c:v>
                </c:pt>
                <c:pt idx="4478">
                  <c:v>39555</c:v>
                </c:pt>
                <c:pt idx="4479">
                  <c:v>39554</c:v>
                </c:pt>
                <c:pt idx="4480">
                  <c:v>39553</c:v>
                </c:pt>
                <c:pt idx="4481">
                  <c:v>39552</c:v>
                </c:pt>
                <c:pt idx="4482">
                  <c:v>39549</c:v>
                </c:pt>
                <c:pt idx="4483">
                  <c:v>39548</c:v>
                </c:pt>
                <c:pt idx="4484">
                  <c:v>39547</c:v>
                </c:pt>
                <c:pt idx="4485">
                  <c:v>39546</c:v>
                </c:pt>
                <c:pt idx="4486">
                  <c:v>39545</c:v>
                </c:pt>
                <c:pt idx="4487">
                  <c:v>39541</c:v>
                </c:pt>
                <c:pt idx="4488">
                  <c:v>39540</c:v>
                </c:pt>
                <c:pt idx="4489">
                  <c:v>39539</c:v>
                </c:pt>
                <c:pt idx="4490">
                  <c:v>39538</c:v>
                </c:pt>
                <c:pt idx="4491">
                  <c:v>39535</c:v>
                </c:pt>
                <c:pt idx="4492">
                  <c:v>39534</c:v>
                </c:pt>
                <c:pt idx="4493">
                  <c:v>39533</c:v>
                </c:pt>
                <c:pt idx="4494">
                  <c:v>39532</c:v>
                </c:pt>
                <c:pt idx="4495">
                  <c:v>39527</c:v>
                </c:pt>
                <c:pt idx="4496">
                  <c:v>39526</c:v>
                </c:pt>
                <c:pt idx="4497">
                  <c:v>39525</c:v>
                </c:pt>
                <c:pt idx="4498">
                  <c:v>39524</c:v>
                </c:pt>
                <c:pt idx="4499">
                  <c:v>39521</c:v>
                </c:pt>
                <c:pt idx="4500">
                  <c:v>39520</c:v>
                </c:pt>
                <c:pt idx="4501">
                  <c:v>39519</c:v>
                </c:pt>
                <c:pt idx="4502">
                  <c:v>39518</c:v>
                </c:pt>
                <c:pt idx="4503">
                  <c:v>39517</c:v>
                </c:pt>
                <c:pt idx="4504">
                  <c:v>39514</c:v>
                </c:pt>
                <c:pt idx="4505">
                  <c:v>39513</c:v>
                </c:pt>
                <c:pt idx="4506">
                  <c:v>39512</c:v>
                </c:pt>
                <c:pt idx="4507">
                  <c:v>39511</c:v>
                </c:pt>
                <c:pt idx="4508">
                  <c:v>39510</c:v>
                </c:pt>
                <c:pt idx="4509">
                  <c:v>39507</c:v>
                </c:pt>
                <c:pt idx="4510">
                  <c:v>39506</c:v>
                </c:pt>
                <c:pt idx="4511">
                  <c:v>39505</c:v>
                </c:pt>
                <c:pt idx="4512">
                  <c:v>39504</c:v>
                </c:pt>
                <c:pt idx="4513">
                  <c:v>39503</c:v>
                </c:pt>
                <c:pt idx="4514">
                  <c:v>39500</c:v>
                </c:pt>
                <c:pt idx="4515">
                  <c:v>39499</c:v>
                </c:pt>
                <c:pt idx="4516">
                  <c:v>39498</c:v>
                </c:pt>
                <c:pt idx="4517">
                  <c:v>39497</c:v>
                </c:pt>
                <c:pt idx="4518">
                  <c:v>39496</c:v>
                </c:pt>
                <c:pt idx="4519">
                  <c:v>39493</c:v>
                </c:pt>
                <c:pt idx="4520">
                  <c:v>39492</c:v>
                </c:pt>
                <c:pt idx="4521">
                  <c:v>39491</c:v>
                </c:pt>
                <c:pt idx="4522">
                  <c:v>39490</c:v>
                </c:pt>
                <c:pt idx="4523">
                  <c:v>39489</c:v>
                </c:pt>
                <c:pt idx="4524">
                  <c:v>39484</c:v>
                </c:pt>
                <c:pt idx="4525">
                  <c:v>39483</c:v>
                </c:pt>
                <c:pt idx="4526">
                  <c:v>39482</c:v>
                </c:pt>
                <c:pt idx="4527">
                  <c:v>39479</c:v>
                </c:pt>
                <c:pt idx="4528">
                  <c:v>39478</c:v>
                </c:pt>
                <c:pt idx="4529">
                  <c:v>39477</c:v>
                </c:pt>
                <c:pt idx="4530">
                  <c:v>39476</c:v>
                </c:pt>
                <c:pt idx="4531">
                  <c:v>39475</c:v>
                </c:pt>
                <c:pt idx="4532">
                  <c:v>39472</c:v>
                </c:pt>
                <c:pt idx="4533">
                  <c:v>39471</c:v>
                </c:pt>
                <c:pt idx="4534">
                  <c:v>39470</c:v>
                </c:pt>
                <c:pt idx="4535">
                  <c:v>39469</c:v>
                </c:pt>
                <c:pt idx="4536">
                  <c:v>39468</c:v>
                </c:pt>
                <c:pt idx="4537">
                  <c:v>39465</c:v>
                </c:pt>
                <c:pt idx="4538">
                  <c:v>39464</c:v>
                </c:pt>
                <c:pt idx="4539">
                  <c:v>39463</c:v>
                </c:pt>
                <c:pt idx="4540">
                  <c:v>39462</c:v>
                </c:pt>
                <c:pt idx="4541">
                  <c:v>39461</c:v>
                </c:pt>
                <c:pt idx="4542">
                  <c:v>39458</c:v>
                </c:pt>
                <c:pt idx="4543">
                  <c:v>39457</c:v>
                </c:pt>
                <c:pt idx="4544">
                  <c:v>39456</c:v>
                </c:pt>
                <c:pt idx="4545">
                  <c:v>39455</c:v>
                </c:pt>
                <c:pt idx="4546">
                  <c:v>39454</c:v>
                </c:pt>
                <c:pt idx="4547">
                  <c:v>39451</c:v>
                </c:pt>
                <c:pt idx="4548">
                  <c:v>39450</c:v>
                </c:pt>
                <c:pt idx="4549">
                  <c:v>39449</c:v>
                </c:pt>
                <c:pt idx="4550">
                  <c:v>39447</c:v>
                </c:pt>
                <c:pt idx="4551">
                  <c:v>39444</c:v>
                </c:pt>
                <c:pt idx="4552">
                  <c:v>39443</c:v>
                </c:pt>
                <c:pt idx="4553">
                  <c:v>39440</c:v>
                </c:pt>
                <c:pt idx="4554">
                  <c:v>39437</c:v>
                </c:pt>
                <c:pt idx="4555">
                  <c:v>39436</c:v>
                </c:pt>
                <c:pt idx="4556">
                  <c:v>39435</c:v>
                </c:pt>
                <c:pt idx="4557">
                  <c:v>39434</c:v>
                </c:pt>
                <c:pt idx="4558">
                  <c:v>39433</c:v>
                </c:pt>
                <c:pt idx="4559">
                  <c:v>39430</c:v>
                </c:pt>
                <c:pt idx="4560">
                  <c:v>39429</c:v>
                </c:pt>
                <c:pt idx="4561">
                  <c:v>39428</c:v>
                </c:pt>
                <c:pt idx="4562">
                  <c:v>39427</c:v>
                </c:pt>
                <c:pt idx="4563">
                  <c:v>39426</c:v>
                </c:pt>
                <c:pt idx="4564">
                  <c:v>39423</c:v>
                </c:pt>
                <c:pt idx="4565">
                  <c:v>39422</c:v>
                </c:pt>
                <c:pt idx="4566">
                  <c:v>39421</c:v>
                </c:pt>
                <c:pt idx="4567">
                  <c:v>39420</c:v>
                </c:pt>
                <c:pt idx="4568">
                  <c:v>39419</c:v>
                </c:pt>
                <c:pt idx="4569">
                  <c:v>39416</c:v>
                </c:pt>
                <c:pt idx="4570">
                  <c:v>39415</c:v>
                </c:pt>
                <c:pt idx="4571">
                  <c:v>39414</c:v>
                </c:pt>
                <c:pt idx="4572">
                  <c:v>39413</c:v>
                </c:pt>
                <c:pt idx="4573">
                  <c:v>39412</c:v>
                </c:pt>
                <c:pt idx="4574">
                  <c:v>39409</c:v>
                </c:pt>
                <c:pt idx="4575">
                  <c:v>39408</c:v>
                </c:pt>
                <c:pt idx="4576">
                  <c:v>39407</c:v>
                </c:pt>
                <c:pt idx="4577">
                  <c:v>39406</c:v>
                </c:pt>
                <c:pt idx="4578">
                  <c:v>39405</c:v>
                </c:pt>
                <c:pt idx="4579">
                  <c:v>39402</c:v>
                </c:pt>
                <c:pt idx="4580">
                  <c:v>39401</c:v>
                </c:pt>
                <c:pt idx="4581">
                  <c:v>39400</c:v>
                </c:pt>
                <c:pt idx="4582">
                  <c:v>39399</c:v>
                </c:pt>
                <c:pt idx="4583">
                  <c:v>39398</c:v>
                </c:pt>
                <c:pt idx="4584">
                  <c:v>39395</c:v>
                </c:pt>
                <c:pt idx="4585">
                  <c:v>39394</c:v>
                </c:pt>
                <c:pt idx="4586">
                  <c:v>39393</c:v>
                </c:pt>
                <c:pt idx="4587">
                  <c:v>39392</c:v>
                </c:pt>
                <c:pt idx="4588">
                  <c:v>39391</c:v>
                </c:pt>
                <c:pt idx="4589">
                  <c:v>39388</c:v>
                </c:pt>
                <c:pt idx="4590">
                  <c:v>39387</c:v>
                </c:pt>
                <c:pt idx="4591">
                  <c:v>39386</c:v>
                </c:pt>
                <c:pt idx="4592">
                  <c:v>39385</c:v>
                </c:pt>
                <c:pt idx="4593">
                  <c:v>39384</c:v>
                </c:pt>
                <c:pt idx="4594">
                  <c:v>39381</c:v>
                </c:pt>
                <c:pt idx="4595">
                  <c:v>39380</c:v>
                </c:pt>
                <c:pt idx="4596">
                  <c:v>39379</c:v>
                </c:pt>
                <c:pt idx="4597">
                  <c:v>39378</c:v>
                </c:pt>
                <c:pt idx="4598">
                  <c:v>39377</c:v>
                </c:pt>
                <c:pt idx="4599">
                  <c:v>39373</c:v>
                </c:pt>
                <c:pt idx="4600">
                  <c:v>39372</c:v>
                </c:pt>
                <c:pt idx="4601">
                  <c:v>39371</c:v>
                </c:pt>
                <c:pt idx="4602">
                  <c:v>39370</c:v>
                </c:pt>
                <c:pt idx="4603">
                  <c:v>39367</c:v>
                </c:pt>
                <c:pt idx="4604">
                  <c:v>39366</c:v>
                </c:pt>
                <c:pt idx="4605">
                  <c:v>39365</c:v>
                </c:pt>
                <c:pt idx="4606">
                  <c:v>39364</c:v>
                </c:pt>
                <c:pt idx="4607">
                  <c:v>39363</c:v>
                </c:pt>
                <c:pt idx="4608">
                  <c:v>39360</c:v>
                </c:pt>
                <c:pt idx="4609">
                  <c:v>39359</c:v>
                </c:pt>
                <c:pt idx="4610">
                  <c:v>39358</c:v>
                </c:pt>
                <c:pt idx="4611">
                  <c:v>39357</c:v>
                </c:pt>
                <c:pt idx="4612">
                  <c:v>39353</c:v>
                </c:pt>
                <c:pt idx="4613">
                  <c:v>39352</c:v>
                </c:pt>
                <c:pt idx="4614">
                  <c:v>39350</c:v>
                </c:pt>
                <c:pt idx="4615">
                  <c:v>39349</c:v>
                </c:pt>
                <c:pt idx="4616">
                  <c:v>39346</c:v>
                </c:pt>
                <c:pt idx="4617">
                  <c:v>39345</c:v>
                </c:pt>
                <c:pt idx="4618">
                  <c:v>39344</c:v>
                </c:pt>
                <c:pt idx="4619">
                  <c:v>39343</c:v>
                </c:pt>
                <c:pt idx="4620">
                  <c:v>39342</c:v>
                </c:pt>
                <c:pt idx="4621">
                  <c:v>39339</c:v>
                </c:pt>
                <c:pt idx="4622">
                  <c:v>39338</c:v>
                </c:pt>
                <c:pt idx="4623">
                  <c:v>39337</c:v>
                </c:pt>
                <c:pt idx="4624">
                  <c:v>39336</c:v>
                </c:pt>
                <c:pt idx="4625">
                  <c:v>39335</c:v>
                </c:pt>
                <c:pt idx="4626">
                  <c:v>39332</c:v>
                </c:pt>
                <c:pt idx="4627">
                  <c:v>39331</c:v>
                </c:pt>
                <c:pt idx="4628">
                  <c:v>39330</c:v>
                </c:pt>
                <c:pt idx="4629">
                  <c:v>39329</c:v>
                </c:pt>
                <c:pt idx="4630">
                  <c:v>39328</c:v>
                </c:pt>
                <c:pt idx="4631">
                  <c:v>39325</c:v>
                </c:pt>
                <c:pt idx="4632">
                  <c:v>39324</c:v>
                </c:pt>
                <c:pt idx="4633">
                  <c:v>39323</c:v>
                </c:pt>
                <c:pt idx="4634">
                  <c:v>39322</c:v>
                </c:pt>
                <c:pt idx="4635">
                  <c:v>39321</c:v>
                </c:pt>
                <c:pt idx="4636">
                  <c:v>39318</c:v>
                </c:pt>
                <c:pt idx="4637">
                  <c:v>39317</c:v>
                </c:pt>
                <c:pt idx="4638">
                  <c:v>39316</c:v>
                </c:pt>
                <c:pt idx="4639">
                  <c:v>39315</c:v>
                </c:pt>
                <c:pt idx="4640">
                  <c:v>39314</c:v>
                </c:pt>
                <c:pt idx="4641">
                  <c:v>39311</c:v>
                </c:pt>
                <c:pt idx="4642">
                  <c:v>39310</c:v>
                </c:pt>
                <c:pt idx="4643">
                  <c:v>39309</c:v>
                </c:pt>
                <c:pt idx="4644">
                  <c:v>39308</c:v>
                </c:pt>
                <c:pt idx="4645">
                  <c:v>39307</c:v>
                </c:pt>
                <c:pt idx="4646">
                  <c:v>39304</c:v>
                </c:pt>
                <c:pt idx="4647">
                  <c:v>39303</c:v>
                </c:pt>
                <c:pt idx="4648">
                  <c:v>39302</c:v>
                </c:pt>
                <c:pt idx="4649">
                  <c:v>39301</c:v>
                </c:pt>
                <c:pt idx="4650">
                  <c:v>39300</c:v>
                </c:pt>
                <c:pt idx="4651">
                  <c:v>39297</c:v>
                </c:pt>
                <c:pt idx="4652">
                  <c:v>39296</c:v>
                </c:pt>
                <c:pt idx="4653">
                  <c:v>39295</c:v>
                </c:pt>
                <c:pt idx="4654">
                  <c:v>39294</c:v>
                </c:pt>
                <c:pt idx="4655">
                  <c:v>39293</c:v>
                </c:pt>
                <c:pt idx="4656">
                  <c:v>39290</c:v>
                </c:pt>
                <c:pt idx="4657">
                  <c:v>39289</c:v>
                </c:pt>
                <c:pt idx="4658">
                  <c:v>39288</c:v>
                </c:pt>
                <c:pt idx="4659">
                  <c:v>39287</c:v>
                </c:pt>
                <c:pt idx="4660">
                  <c:v>39286</c:v>
                </c:pt>
                <c:pt idx="4661">
                  <c:v>39283</c:v>
                </c:pt>
                <c:pt idx="4662">
                  <c:v>39282</c:v>
                </c:pt>
                <c:pt idx="4663">
                  <c:v>39281</c:v>
                </c:pt>
                <c:pt idx="4664">
                  <c:v>39280</c:v>
                </c:pt>
                <c:pt idx="4665">
                  <c:v>39279</c:v>
                </c:pt>
                <c:pt idx="4666">
                  <c:v>39276</c:v>
                </c:pt>
                <c:pt idx="4667">
                  <c:v>39275</c:v>
                </c:pt>
                <c:pt idx="4668">
                  <c:v>39274</c:v>
                </c:pt>
                <c:pt idx="4669">
                  <c:v>39273</c:v>
                </c:pt>
                <c:pt idx="4670">
                  <c:v>39272</c:v>
                </c:pt>
                <c:pt idx="4671">
                  <c:v>39269</c:v>
                </c:pt>
                <c:pt idx="4672">
                  <c:v>39268</c:v>
                </c:pt>
                <c:pt idx="4673">
                  <c:v>39267</c:v>
                </c:pt>
                <c:pt idx="4674">
                  <c:v>39266</c:v>
                </c:pt>
                <c:pt idx="4675">
                  <c:v>39262</c:v>
                </c:pt>
                <c:pt idx="4676">
                  <c:v>39261</c:v>
                </c:pt>
                <c:pt idx="4677">
                  <c:v>39260</c:v>
                </c:pt>
                <c:pt idx="4678">
                  <c:v>39259</c:v>
                </c:pt>
                <c:pt idx="4679">
                  <c:v>39258</c:v>
                </c:pt>
                <c:pt idx="4680">
                  <c:v>39255</c:v>
                </c:pt>
                <c:pt idx="4681">
                  <c:v>39254</c:v>
                </c:pt>
                <c:pt idx="4682">
                  <c:v>39253</c:v>
                </c:pt>
                <c:pt idx="4683">
                  <c:v>39251</c:v>
                </c:pt>
                <c:pt idx="4684">
                  <c:v>39248</c:v>
                </c:pt>
                <c:pt idx="4685">
                  <c:v>39247</c:v>
                </c:pt>
                <c:pt idx="4686">
                  <c:v>39246</c:v>
                </c:pt>
                <c:pt idx="4687">
                  <c:v>39245</c:v>
                </c:pt>
                <c:pt idx="4688">
                  <c:v>39244</c:v>
                </c:pt>
                <c:pt idx="4689">
                  <c:v>39241</c:v>
                </c:pt>
                <c:pt idx="4690">
                  <c:v>39240</c:v>
                </c:pt>
                <c:pt idx="4691">
                  <c:v>39239</c:v>
                </c:pt>
                <c:pt idx="4692">
                  <c:v>39238</c:v>
                </c:pt>
                <c:pt idx="4693">
                  <c:v>39237</c:v>
                </c:pt>
                <c:pt idx="4694">
                  <c:v>39234</c:v>
                </c:pt>
                <c:pt idx="4695">
                  <c:v>39233</c:v>
                </c:pt>
                <c:pt idx="4696">
                  <c:v>39232</c:v>
                </c:pt>
                <c:pt idx="4697">
                  <c:v>39231</c:v>
                </c:pt>
                <c:pt idx="4698">
                  <c:v>39230</c:v>
                </c:pt>
                <c:pt idx="4699">
                  <c:v>39227</c:v>
                </c:pt>
                <c:pt idx="4700">
                  <c:v>39225</c:v>
                </c:pt>
                <c:pt idx="4701">
                  <c:v>39224</c:v>
                </c:pt>
                <c:pt idx="4702">
                  <c:v>39223</c:v>
                </c:pt>
                <c:pt idx="4703">
                  <c:v>39220</c:v>
                </c:pt>
                <c:pt idx="4704">
                  <c:v>39219</c:v>
                </c:pt>
                <c:pt idx="4705">
                  <c:v>39218</c:v>
                </c:pt>
                <c:pt idx="4706">
                  <c:v>39217</c:v>
                </c:pt>
                <c:pt idx="4707">
                  <c:v>39216</c:v>
                </c:pt>
                <c:pt idx="4708">
                  <c:v>39213</c:v>
                </c:pt>
                <c:pt idx="4709">
                  <c:v>39212</c:v>
                </c:pt>
                <c:pt idx="4710">
                  <c:v>39211</c:v>
                </c:pt>
                <c:pt idx="4711">
                  <c:v>39210</c:v>
                </c:pt>
                <c:pt idx="4712">
                  <c:v>39209</c:v>
                </c:pt>
                <c:pt idx="4713">
                  <c:v>39206</c:v>
                </c:pt>
                <c:pt idx="4714">
                  <c:v>39205</c:v>
                </c:pt>
                <c:pt idx="4715">
                  <c:v>39204</c:v>
                </c:pt>
                <c:pt idx="4716">
                  <c:v>39202</c:v>
                </c:pt>
                <c:pt idx="4717">
                  <c:v>39199</c:v>
                </c:pt>
                <c:pt idx="4718">
                  <c:v>39198</c:v>
                </c:pt>
                <c:pt idx="4719">
                  <c:v>39197</c:v>
                </c:pt>
                <c:pt idx="4720">
                  <c:v>39196</c:v>
                </c:pt>
                <c:pt idx="4721">
                  <c:v>39195</c:v>
                </c:pt>
                <c:pt idx="4722">
                  <c:v>39192</c:v>
                </c:pt>
                <c:pt idx="4723">
                  <c:v>39191</c:v>
                </c:pt>
                <c:pt idx="4724">
                  <c:v>39190</c:v>
                </c:pt>
                <c:pt idx="4725">
                  <c:v>39189</c:v>
                </c:pt>
                <c:pt idx="4726">
                  <c:v>39188</c:v>
                </c:pt>
                <c:pt idx="4727">
                  <c:v>39185</c:v>
                </c:pt>
                <c:pt idx="4728">
                  <c:v>39184</c:v>
                </c:pt>
                <c:pt idx="4729">
                  <c:v>39183</c:v>
                </c:pt>
                <c:pt idx="4730">
                  <c:v>39182</c:v>
                </c:pt>
                <c:pt idx="4731">
                  <c:v>39176</c:v>
                </c:pt>
                <c:pt idx="4732">
                  <c:v>39175</c:v>
                </c:pt>
                <c:pt idx="4733">
                  <c:v>39174</c:v>
                </c:pt>
                <c:pt idx="4734">
                  <c:v>39171</c:v>
                </c:pt>
                <c:pt idx="4735">
                  <c:v>39170</c:v>
                </c:pt>
                <c:pt idx="4736">
                  <c:v>39169</c:v>
                </c:pt>
                <c:pt idx="4737">
                  <c:v>39168</c:v>
                </c:pt>
                <c:pt idx="4738">
                  <c:v>39167</c:v>
                </c:pt>
                <c:pt idx="4739">
                  <c:v>39164</c:v>
                </c:pt>
                <c:pt idx="4740">
                  <c:v>39163</c:v>
                </c:pt>
                <c:pt idx="4741">
                  <c:v>39162</c:v>
                </c:pt>
                <c:pt idx="4742">
                  <c:v>39161</c:v>
                </c:pt>
                <c:pt idx="4743">
                  <c:v>39160</c:v>
                </c:pt>
                <c:pt idx="4744">
                  <c:v>39157</c:v>
                </c:pt>
                <c:pt idx="4745">
                  <c:v>39156</c:v>
                </c:pt>
                <c:pt idx="4746">
                  <c:v>39155</c:v>
                </c:pt>
                <c:pt idx="4747">
                  <c:v>39154</c:v>
                </c:pt>
                <c:pt idx="4748">
                  <c:v>39153</c:v>
                </c:pt>
                <c:pt idx="4749">
                  <c:v>39150</c:v>
                </c:pt>
                <c:pt idx="4750">
                  <c:v>39149</c:v>
                </c:pt>
                <c:pt idx="4751">
                  <c:v>39148</c:v>
                </c:pt>
                <c:pt idx="4752">
                  <c:v>39147</c:v>
                </c:pt>
                <c:pt idx="4753">
                  <c:v>39146</c:v>
                </c:pt>
                <c:pt idx="4754">
                  <c:v>39143</c:v>
                </c:pt>
                <c:pt idx="4755">
                  <c:v>39142</c:v>
                </c:pt>
                <c:pt idx="4756">
                  <c:v>39141</c:v>
                </c:pt>
                <c:pt idx="4757">
                  <c:v>39140</c:v>
                </c:pt>
                <c:pt idx="4758">
                  <c:v>39139</c:v>
                </c:pt>
                <c:pt idx="4759">
                  <c:v>39136</c:v>
                </c:pt>
                <c:pt idx="4760">
                  <c:v>39135</c:v>
                </c:pt>
                <c:pt idx="4761">
                  <c:v>39134</c:v>
                </c:pt>
                <c:pt idx="4762">
                  <c:v>39129</c:v>
                </c:pt>
                <c:pt idx="4763">
                  <c:v>39128</c:v>
                </c:pt>
                <c:pt idx="4764">
                  <c:v>39127</c:v>
                </c:pt>
                <c:pt idx="4765">
                  <c:v>39126</c:v>
                </c:pt>
                <c:pt idx="4766">
                  <c:v>39125</c:v>
                </c:pt>
                <c:pt idx="4767">
                  <c:v>39122</c:v>
                </c:pt>
                <c:pt idx="4768">
                  <c:v>39121</c:v>
                </c:pt>
                <c:pt idx="4769">
                  <c:v>39120</c:v>
                </c:pt>
                <c:pt idx="4770">
                  <c:v>39119</c:v>
                </c:pt>
                <c:pt idx="4771">
                  <c:v>39118</c:v>
                </c:pt>
                <c:pt idx="4772">
                  <c:v>39115</c:v>
                </c:pt>
                <c:pt idx="4773">
                  <c:v>39114</c:v>
                </c:pt>
                <c:pt idx="4774">
                  <c:v>39113</c:v>
                </c:pt>
                <c:pt idx="4775">
                  <c:v>39112</c:v>
                </c:pt>
                <c:pt idx="4776">
                  <c:v>39111</c:v>
                </c:pt>
                <c:pt idx="4777">
                  <c:v>39108</c:v>
                </c:pt>
                <c:pt idx="4778">
                  <c:v>39107</c:v>
                </c:pt>
                <c:pt idx="4779">
                  <c:v>39106</c:v>
                </c:pt>
                <c:pt idx="4780">
                  <c:v>39105</c:v>
                </c:pt>
                <c:pt idx="4781">
                  <c:v>39104</c:v>
                </c:pt>
                <c:pt idx="4782">
                  <c:v>39101</c:v>
                </c:pt>
                <c:pt idx="4783">
                  <c:v>39100</c:v>
                </c:pt>
                <c:pt idx="4784">
                  <c:v>39099</c:v>
                </c:pt>
                <c:pt idx="4785">
                  <c:v>39098</c:v>
                </c:pt>
                <c:pt idx="4786">
                  <c:v>39097</c:v>
                </c:pt>
                <c:pt idx="4787">
                  <c:v>39094</c:v>
                </c:pt>
                <c:pt idx="4788">
                  <c:v>39093</c:v>
                </c:pt>
                <c:pt idx="4789">
                  <c:v>39092</c:v>
                </c:pt>
                <c:pt idx="4790">
                  <c:v>39091</c:v>
                </c:pt>
                <c:pt idx="4791">
                  <c:v>39090</c:v>
                </c:pt>
                <c:pt idx="4792">
                  <c:v>39087</c:v>
                </c:pt>
                <c:pt idx="4793">
                  <c:v>39086</c:v>
                </c:pt>
                <c:pt idx="4794">
                  <c:v>39085</c:v>
                </c:pt>
                <c:pt idx="4795">
                  <c:v>39084</c:v>
                </c:pt>
                <c:pt idx="4796">
                  <c:v>39080</c:v>
                </c:pt>
                <c:pt idx="4797">
                  <c:v>39079</c:v>
                </c:pt>
                <c:pt idx="4798">
                  <c:v>39078</c:v>
                </c:pt>
                <c:pt idx="4799">
                  <c:v>39073</c:v>
                </c:pt>
                <c:pt idx="4800">
                  <c:v>39072</c:v>
                </c:pt>
                <c:pt idx="4801">
                  <c:v>39071</c:v>
                </c:pt>
                <c:pt idx="4802">
                  <c:v>39070</c:v>
                </c:pt>
                <c:pt idx="4803">
                  <c:v>39069</c:v>
                </c:pt>
                <c:pt idx="4804">
                  <c:v>39066</c:v>
                </c:pt>
                <c:pt idx="4805">
                  <c:v>39065</c:v>
                </c:pt>
                <c:pt idx="4806">
                  <c:v>39064</c:v>
                </c:pt>
                <c:pt idx="4807">
                  <c:v>39063</c:v>
                </c:pt>
                <c:pt idx="4808">
                  <c:v>39062</c:v>
                </c:pt>
                <c:pt idx="4809">
                  <c:v>39059</c:v>
                </c:pt>
                <c:pt idx="4810">
                  <c:v>39058</c:v>
                </c:pt>
                <c:pt idx="4811">
                  <c:v>39057</c:v>
                </c:pt>
                <c:pt idx="4812">
                  <c:v>39056</c:v>
                </c:pt>
                <c:pt idx="4813">
                  <c:v>39055</c:v>
                </c:pt>
                <c:pt idx="4814">
                  <c:v>39052</c:v>
                </c:pt>
                <c:pt idx="4815">
                  <c:v>39051</c:v>
                </c:pt>
                <c:pt idx="4816">
                  <c:v>39050</c:v>
                </c:pt>
                <c:pt idx="4817">
                  <c:v>39049</c:v>
                </c:pt>
                <c:pt idx="4818">
                  <c:v>39048</c:v>
                </c:pt>
                <c:pt idx="4819">
                  <c:v>39045</c:v>
                </c:pt>
                <c:pt idx="4820">
                  <c:v>39044</c:v>
                </c:pt>
                <c:pt idx="4821">
                  <c:v>39043</c:v>
                </c:pt>
                <c:pt idx="4822">
                  <c:v>39042</c:v>
                </c:pt>
                <c:pt idx="4823">
                  <c:v>39041</c:v>
                </c:pt>
                <c:pt idx="4824">
                  <c:v>39038</c:v>
                </c:pt>
                <c:pt idx="4825">
                  <c:v>39037</c:v>
                </c:pt>
                <c:pt idx="4826">
                  <c:v>39036</c:v>
                </c:pt>
                <c:pt idx="4827">
                  <c:v>39035</c:v>
                </c:pt>
                <c:pt idx="4828">
                  <c:v>39034</c:v>
                </c:pt>
                <c:pt idx="4829">
                  <c:v>39031</c:v>
                </c:pt>
                <c:pt idx="4830">
                  <c:v>39030</c:v>
                </c:pt>
                <c:pt idx="4831">
                  <c:v>39029</c:v>
                </c:pt>
                <c:pt idx="4832">
                  <c:v>39028</c:v>
                </c:pt>
                <c:pt idx="4833">
                  <c:v>39027</c:v>
                </c:pt>
                <c:pt idx="4834">
                  <c:v>39024</c:v>
                </c:pt>
                <c:pt idx="4835">
                  <c:v>39023</c:v>
                </c:pt>
                <c:pt idx="4836">
                  <c:v>39022</c:v>
                </c:pt>
                <c:pt idx="4837">
                  <c:v>39021</c:v>
                </c:pt>
                <c:pt idx="4838">
                  <c:v>39017</c:v>
                </c:pt>
                <c:pt idx="4839">
                  <c:v>39016</c:v>
                </c:pt>
                <c:pt idx="4840">
                  <c:v>39015</c:v>
                </c:pt>
                <c:pt idx="4841">
                  <c:v>39014</c:v>
                </c:pt>
                <c:pt idx="4842">
                  <c:v>39013</c:v>
                </c:pt>
                <c:pt idx="4843">
                  <c:v>39010</c:v>
                </c:pt>
                <c:pt idx="4844">
                  <c:v>39009</c:v>
                </c:pt>
                <c:pt idx="4845">
                  <c:v>39008</c:v>
                </c:pt>
                <c:pt idx="4846">
                  <c:v>39007</c:v>
                </c:pt>
                <c:pt idx="4847">
                  <c:v>39006</c:v>
                </c:pt>
                <c:pt idx="4848">
                  <c:v>39003</c:v>
                </c:pt>
                <c:pt idx="4849">
                  <c:v>39002</c:v>
                </c:pt>
                <c:pt idx="4850">
                  <c:v>39001</c:v>
                </c:pt>
                <c:pt idx="4851">
                  <c:v>39000</c:v>
                </c:pt>
                <c:pt idx="4852">
                  <c:v>38999</c:v>
                </c:pt>
                <c:pt idx="4853">
                  <c:v>38996</c:v>
                </c:pt>
                <c:pt idx="4854">
                  <c:v>38995</c:v>
                </c:pt>
                <c:pt idx="4855">
                  <c:v>38994</c:v>
                </c:pt>
                <c:pt idx="4856">
                  <c:v>38993</c:v>
                </c:pt>
                <c:pt idx="4857">
                  <c:v>38989</c:v>
                </c:pt>
                <c:pt idx="4858">
                  <c:v>38988</c:v>
                </c:pt>
                <c:pt idx="4859">
                  <c:v>38987</c:v>
                </c:pt>
                <c:pt idx="4860">
                  <c:v>38986</c:v>
                </c:pt>
                <c:pt idx="4861">
                  <c:v>38985</c:v>
                </c:pt>
                <c:pt idx="4862">
                  <c:v>38982</c:v>
                </c:pt>
                <c:pt idx="4863">
                  <c:v>38981</c:v>
                </c:pt>
                <c:pt idx="4864">
                  <c:v>38980</c:v>
                </c:pt>
                <c:pt idx="4865">
                  <c:v>38979</c:v>
                </c:pt>
                <c:pt idx="4866">
                  <c:v>38978</c:v>
                </c:pt>
                <c:pt idx="4867">
                  <c:v>38975</c:v>
                </c:pt>
                <c:pt idx="4868">
                  <c:v>38974</c:v>
                </c:pt>
                <c:pt idx="4869">
                  <c:v>38973</c:v>
                </c:pt>
                <c:pt idx="4870">
                  <c:v>38972</c:v>
                </c:pt>
                <c:pt idx="4871">
                  <c:v>38971</c:v>
                </c:pt>
                <c:pt idx="4872">
                  <c:v>38968</c:v>
                </c:pt>
                <c:pt idx="4873">
                  <c:v>38967</c:v>
                </c:pt>
                <c:pt idx="4874">
                  <c:v>38966</c:v>
                </c:pt>
                <c:pt idx="4875">
                  <c:v>38965</c:v>
                </c:pt>
                <c:pt idx="4876">
                  <c:v>38964</c:v>
                </c:pt>
                <c:pt idx="4877">
                  <c:v>38961</c:v>
                </c:pt>
                <c:pt idx="4878">
                  <c:v>38960</c:v>
                </c:pt>
                <c:pt idx="4879">
                  <c:v>38959</c:v>
                </c:pt>
                <c:pt idx="4880">
                  <c:v>38958</c:v>
                </c:pt>
                <c:pt idx="4881">
                  <c:v>38957</c:v>
                </c:pt>
                <c:pt idx="4882">
                  <c:v>38954</c:v>
                </c:pt>
                <c:pt idx="4883">
                  <c:v>38953</c:v>
                </c:pt>
                <c:pt idx="4884">
                  <c:v>38952</c:v>
                </c:pt>
                <c:pt idx="4885">
                  <c:v>38951</c:v>
                </c:pt>
                <c:pt idx="4886">
                  <c:v>38950</c:v>
                </c:pt>
                <c:pt idx="4887">
                  <c:v>38947</c:v>
                </c:pt>
                <c:pt idx="4888">
                  <c:v>38946</c:v>
                </c:pt>
                <c:pt idx="4889">
                  <c:v>38945</c:v>
                </c:pt>
                <c:pt idx="4890">
                  <c:v>38944</c:v>
                </c:pt>
                <c:pt idx="4891">
                  <c:v>38943</c:v>
                </c:pt>
                <c:pt idx="4892">
                  <c:v>38940</c:v>
                </c:pt>
                <c:pt idx="4893">
                  <c:v>38939</c:v>
                </c:pt>
                <c:pt idx="4894">
                  <c:v>38938</c:v>
                </c:pt>
                <c:pt idx="4895">
                  <c:v>38937</c:v>
                </c:pt>
                <c:pt idx="4896">
                  <c:v>38936</c:v>
                </c:pt>
                <c:pt idx="4897">
                  <c:v>38933</c:v>
                </c:pt>
                <c:pt idx="4898">
                  <c:v>38932</c:v>
                </c:pt>
                <c:pt idx="4899">
                  <c:v>38931</c:v>
                </c:pt>
                <c:pt idx="4900">
                  <c:v>38930</c:v>
                </c:pt>
                <c:pt idx="4901">
                  <c:v>38929</c:v>
                </c:pt>
                <c:pt idx="4902">
                  <c:v>38926</c:v>
                </c:pt>
                <c:pt idx="4903">
                  <c:v>38925</c:v>
                </c:pt>
                <c:pt idx="4904">
                  <c:v>38924</c:v>
                </c:pt>
                <c:pt idx="4905">
                  <c:v>38923</c:v>
                </c:pt>
                <c:pt idx="4906">
                  <c:v>38922</c:v>
                </c:pt>
                <c:pt idx="4907">
                  <c:v>38919</c:v>
                </c:pt>
                <c:pt idx="4908">
                  <c:v>38918</c:v>
                </c:pt>
                <c:pt idx="4909">
                  <c:v>38917</c:v>
                </c:pt>
                <c:pt idx="4910">
                  <c:v>38916</c:v>
                </c:pt>
                <c:pt idx="4911">
                  <c:v>38915</c:v>
                </c:pt>
                <c:pt idx="4912">
                  <c:v>38912</c:v>
                </c:pt>
                <c:pt idx="4913">
                  <c:v>38911</c:v>
                </c:pt>
                <c:pt idx="4914">
                  <c:v>38910</c:v>
                </c:pt>
                <c:pt idx="4915">
                  <c:v>38909</c:v>
                </c:pt>
                <c:pt idx="4916">
                  <c:v>38908</c:v>
                </c:pt>
                <c:pt idx="4917">
                  <c:v>38905</c:v>
                </c:pt>
                <c:pt idx="4918">
                  <c:v>38904</c:v>
                </c:pt>
                <c:pt idx="4919">
                  <c:v>38903</c:v>
                </c:pt>
                <c:pt idx="4920">
                  <c:v>38902</c:v>
                </c:pt>
                <c:pt idx="4921">
                  <c:v>38901</c:v>
                </c:pt>
                <c:pt idx="4922">
                  <c:v>38898</c:v>
                </c:pt>
                <c:pt idx="4923">
                  <c:v>38897</c:v>
                </c:pt>
                <c:pt idx="4924">
                  <c:v>38896</c:v>
                </c:pt>
                <c:pt idx="4925">
                  <c:v>38895</c:v>
                </c:pt>
                <c:pt idx="4926">
                  <c:v>38894</c:v>
                </c:pt>
                <c:pt idx="4927">
                  <c:v>38891</c:v>
                </c:pt>
                <c:pt idx="4928">
                  <c:v>38890</c:v>
                </c:pt>
                <c:pt idx="4929">
                  <c:v>38889</c:v>
                </c:pt>
                <c:pt idx="4930">
                  <c:v>38888</c:v>
                </c:pt>
                <c:pt idx="4931">
                  <c:v>38887</c:v>
                </c:pt>
                <c:pt idx="4932">
                  <c:v>38884</c:v>
                </c:pt>
                <c:pt idx="4933">
                  <c:v>38883</c:v>
                </c:pt>
                <c:pt idx="4934">
                  <c:v>38882</c:v>
                </c:pt>
                <c:pt idx="4935">
                  <c:v>38881</c:v>
                </c:pt>
                <c:pt idx="4936">
                  <c:v>38880</c:v>
                </c:pt>
                <c:pt idx="4937">
                  <c:v>38877</c:v>
                </c:pt>
                <c:pt idx="4938">
                  <c:v>38876</c:v>
                </c:pt>
                <c:pt idx="4939">
                  <c:v>38875</c:v>
                </c:pt>
                <c:pt idx="4940">
                  <c:v>38874</c:v>
                </c:pt>
                <c:pt idx="4941">
                  <c:v>38873</c:v>
                </c:pt>
                <c:pt idx="4942">
                  <c:v>38870</c:v>
                </c:pt>
                <c:pt idx="4943">
                  <c:v>38869</c:v>
                </c:pt>
                <c:pt idx="4944">
                  <c:v>38867</c:v>
                </c:pt>
                <c:pt idx="4945">
                  <c:v>38866</c:v>
                </c:pt>
                <c:pt idx="4946">
                  <c:v>38863</c:v>
                </c:pt>
                <c:pt idx="4947">
                  <c:v>38862</c:v>
                </c:pt>
                <c:pt idx="4948">
                  <c:v>38861</c:v>
                </c:pt>
                <c:pt idx="4949">
                  <c:v>38860</c:v>
                </c:pt>
                <c:pt idx="4950">
                  <c:v>38859</c:v>
                </c:pt>
                <c:pt idx="4951">
                  <c:v>38856</c:v>
                </c:pt>
                <c:pt idx="4952">
                  <c:v>38855</c:v>
                </c:pt>
                <c:pt idx="4953">
                  <c:v>38854</c:v>
                </c:pt>
                <c:pt idx="4954">
                  <c:v>38853</c:v>
                </c:pt>
                <c:pt idx="4955">
                  <c:v>38852</c:v>
                </c:pt>
                <c:pt idx="4956">
                  <c:v>38849</c:v>
                </c:pt>
                <c:pt idx="4957">
                  <c:v>38848</c:v>
                </c:pt>
                <c:pt idx="4958">
                  <c:v>38847</c:v>
                </c:pt>
                <c:pt idx="4959">
                  <c:v>38846</c:v>
                </c:pt>
                <c:pt idx="4960">
                  <c:v>38845</c:v>
                </c:pt>
                <c:pt idx="4961">
                  <c:v>38841</c:v>
                </c:pt>
                <c:pt idx="4962">
                  <c:v>38840</c:v>
                </c:pt>
                <c:pt idx="4963">
                  <c:v>38839</c:v>
                </c:pt>
                <c:pt idx="4964">
                  <c:v>38835</c:v>
                </c:pt>
                <c:pt idx="4965">
                  <c:v>38834</c:v>
                </c:pt>
                <c:pt idx="4966">
                  <c:v>38833</c:v>
                </c:pt>
                <c:pt idx="4967">
                  <c:v>38832</c:v>
                </c:pt>
                <c:pt idx="4968">
                  <c:v>38831</c:v>
                </c:pt>
                <c:pt idx="4969">
                  <c:v>38828</c:v>
                </c:pt>
                <c:pt idx="4970">
                  <c:v>38827</c:v>
                </c:pt>
                <c:pt idx="4971">
                  <c:v>38826</c:v>
                </c:pt>
                <c:pt idx="4972">
                  <c:v>38825</c:v>
                </c:pt>
                <c:pt idx="4973">
                  <c:v>38820</c:v>
                </c:pt>
                <c:pt idx="4974">
                  <c:v>38819</c:v>
                </c:pt>
                <c:pt idx="4975">
                  <c:v>38818</c:v>
                </c:pt>
                <c:pt idx="4976">
                  <c:v>38817</c:v>
                </c:pt>
                <c:pt idx="4977">
                  <c:v>38814</c:v>
                </c:pt>
                <c:pt idx="4978">
                  <c:v>38813</c:v>
                </c:pt>
                <c:pt idx="4979">
                  <c:v>38811</c:v>
                </c:pt>
                <c:pt idx="4980">
                  <c:v>38810</c:v>
                </c:pt>
                <c:pt idx="4981">
                  <c:v>38807</c:v>
                </c:pt>
                <c:pt idx="4982">
                  <c:v>38806</c:v>
                </c:pt>
                <c:pt idx="4983">
                  <c:v>38805</c:v>
                </c:pt>
                <c:pt idx="4984">
                  <c:v>38804</c:v>
                </c:pt>
                <c:pt idx="4985">
                  <c:v>38803</c:v>
                </c:pt>
                <c:pt idx="4986">
                  <c:v>38800</c:v>
                </c:pt>
                <c:pt idx="4987">
                  <c:v>38799</c:v>
                </c:pt>
                <c:pt idx="4988">
                  <c:v>38798</c:v>
                </c:pt>
                <c:pt idx="4989">
                  <c:v>38797</c:v>
                </c:pt>
                <c:pt idx="4990">
                  <c:v>38796</c:v>
                </c:pt>
                <c:pt idx="4991">
                  <c:v>38793</c:v>
                </c:pt>
                <c:pt idx="4992">
                  <c:v>38792</c:v>
                </c:pt>
                <c:pt idx="4993">
                  <c:v>38791</c:v>
                </c:pt>
                <c:pt idx="4994">
                  <c:v>38790</c:v>
                </c:pt>
                <c:pt idx="4995">
                  <c:v>38789</c:v>
                </c:pt>
                <c:pt idx="4996">
                  <c:v>38786</c:v>
                </c:pt>
                <c:pt idx="4997">
                  <c:v>38785</c:v>
                </c:pt>
                <c:pt idx="4998">
                  <c:v>38784</c:v>
                </c:pt>
                <c:pt idx="4999">
                  <c:v>38783</c:v>
                </c:pt>
                <c:pt idx="5000">
                  <c:v>38782</c:v>
                </c:pt>
                <c:pt idx="5001">
                  <c:v>38779</c:v>
                </c:pt>
                <c:pt idx="5002">
                  <c:v>38778</c:v>
                </c:pt>
                <c:pt idx="5003">
                  <c:v>38777</c:v>
                </c:pt>
                <c:pt idx="5004">
                  <c:v>38776</c:v>
                </c:pt>
                <c:pt idx="5005">
                  <c:v>38775</c:v>
                </c:pt>
                <c:pt idx="5006">
                  <c:v>38772</c:v>
                </c:pt>
                <c:pt idx="5007">
                  <c:v>38771</c:v>
                </c:pt>
                <c:pt idx="5008">
                  <c:v>38770</c:v>
                </c:pt>
                <c:pt idx="5009">
                  <c:v>38769</c:v>
                </c:pt>
                <c:pt idx="5010">
                  <c:v>38768</c:v>
                </c:pt>
                <c:pt idx="5011">
                  <c:v>38765</c:v>
                </c:pt>
                <c:pt idx="5012">
                  <c:v>38764</c:v>
                </c:pt>
                <c:pt idx="5013">
                  <c:v>38763</c:v>
                </c:pt>
                <c:pt idx="5014">
                  <c:v>38762</c:v>
                </c:pt>
                <c:pt idx="5015">
                  <c:v>38761</c:v>
                </c:pt>
                <c:pt idx="5016">
                  <c:v>38758</c:v>
                </c:pt>
                <c:pt idx="5017">
                  <c:v>38757</c:v>
                </c:pt>
                <c:pt idx="5018">
                  <c:v>38756</c:v>
                </c:pt>
                <c:pt idx="5019">
                  <c:v>38755</c:v>
                </c:pt>
                <c:pt idx="5020">
                  <c:v>38754</c:v>
                </c:pt>
                <c:pt idx="5021">
                  <c:v>38751</c:v>
                </c:pt>
                <c:pt idx="5022">
                  <c:v>38750</c:v>
                </c:pt>
                <c:pt idx="5023">
                  <c:v>38749</c:v>
                </c:pt>
                <c:pt idx="5024">
                  <c:v>38744</c:v>
                </c:pt>
                <c:pt idx="5025">
                  <c:v>38743</c:v>
                </c:pt>
                <c:pt idx="5026">
                  <c:v>38742</c:v>
                </c:pt>
                <c:pt idx="5027">
                  <c:v>38741</c:v>
                </c:pt>
                <c:pt idx="5028">
                  <c:v>38740</c:v>
                </c:pt>
                <c:pt idx="5029">
                  <c:v>38737</c:v>
                </c:pt>
                <c:pt idx="5030">
                  <c:v>38736</c:v>
                </c:pt>
                <c:pt idx="5031">
                  <c:v>38735</c:v>
                </c:pt>
                <c:pt idx="5032">
                  <c:v>38734</c:v>
                </c:pt>
                <c:pt idx="5033">
                  <c:v>38733</c:v>
                </c:pt>
                <c:pt idx="5034">
                  <c:v>38730</c:v>
                </c:pt>
                <c:pt idx="5035">
                  <c:v>38729</c:v>
                </c:pt>
                <c:pt idx="5036">
                  <c:v>38728</c:v>
                </c:pt>
                <c:pt idx="5037">
                  <c:v>38727</c:v>
                </c:pt>
                <c:pt idx="5038">
                  <c:v>38726</c:v>
                </c:pt>
                <c:pt idx="5039">
                  <c:v>38723</c:v>
                </c:pt>
                <c:pt idx="5040">
                  <c:v>38722</c:v>
                </c:pt>
                <c:pt idx="5041">
                  <c:v>38721</c:v>
                </c:pt>
                <c:pt idx="5042">
                  <c:v>38720</c:v>
                </c:pt>
                <c:pt idx="5043">
                  <c:v>38716</c:v>
                </c:pt>
                <c:pt idx="5044">
                  <c:v>38715</c:v>
                </c:pt>
                <c:pt idx="5045">
                  <c:v>38714</c:v>
                </c:pt>
                <c:pt idx="5046">
                  <c:v>38709</c:v>
                </c:pt>
                <c:pt idx="5047">
                  <c:v>38708</c:v>
                </c:pt>
                <c:pt idx="5048">
                  <c:v>38707</c:v>
                </c:pt>
                <c:pt idx="5049">
                  <c:v>38706</c:v>
                </c:pt>
                <c:pt idx="5050">
                  <c:v>38705</c:v>
                </c:pt>
                <c:pt idx="5051">
                  <c:v>38702</c:v>
                </c:pt>
                <c:pt idx="5052">
                  <c:v>38701</c:v>
                </c:pt>
                <c:pt idx="5053">
                  <c:v>38700</c:v>
                </c:pt>
                <c:pt idx="5054">
                  <c:v>38699</c:v>
                </c:pt>
                <c:pt idx="5055">
                  <c:v>38698</c:v>
                </c:pt>
                <c:pt idx="5056">
                  <c:v>38695</c:v>
                </c:pt>
                <c:pt idx="5057">
                  <c:v>38694</c:v>
                </c:pt>
                <c:pt idx="5058">
                  <c:v>38693</c:v>
                </c:pt>
                <c:pt idx="5059">
                  <c:v>38692</c:v>
                </c:pt>
                <c:pt idx="5060">
                  <c:v>38691</c:v>
                </c:pt>
                <c:pt idx="5061">
                  <c:v>38688</c:v>
                </c:pt>
                <c:pt idx="5062">
                  <c:v>38687</c:v>
                </c:pt>
                <c:pt idx="5063">
                  <c:v>38686</c:v>
                </c:pt>
                <c:pt idx="5064">
                  <c:v>38685</c:v>
                </c:pt>
                <c:pt idx="5065">
                  <c:v>38684</c:v>
                </c:pt>
                <c:pt idx="5066">
                  <c:v>38681</c:v>
                </c:pt>
                <c:pt idx="5067">
                  <c:v>38680</c:v>
                </c:pt>
                <c:pt idx="5068">
                  <c:v>38679</c:v>
                </c:pt>
                <c:pt idx="5069">
                  <c:v>38678</c:v>
                </c:pt>
                <c:pt idx="5070">
                  <c:v>38677</c:v>
                </c:pt>
                <c:pt idx="5071">
                  <c:v>38674</c:v>
                </c:pt>
                <c:pt idx="5072">
                  <c:v>38673</c:v>
                </c:pt>
                <c:pt idx="5073">
                  <c:v>38672</c:v>
                </c:pt>
                <c:pt idx="5074">
                  <c:v>38671</c:v>
                </c:pt>
                <c:pt idx="5075">
                  <c:v>38670</c:v>
                </c:pt>
                <c:pt idx="5076">
                  <c:v>38667</c:v>
                </c:pt>
                <c:pt idx="5077">
                  <c:v>38666</c:v>
                </c:pt>
                <c:pt idx="5078">
                  <c:v>38665</c:v>
                </c:pt>
                <c:pt idx="5079">
                  <c:v>38664</c:v>
                </c:pt>
                <c:pt idx="5080">
                  <c:v>38663</c:v>
                </c:pt>
                <c:pt idx="5081">
                  <c:v>38660</c:v>
                </c:pt>
                <c:pt idx="5082">
                  <c:v>38659</c:v>
                </c:pt>
                <c:pt idx="5083">
                  <c:v>38658</c:v>
                </c:pt>
                <c:pt idx="5084">
                  <c:v>38657</c:v>
                </c:pt>
                <c:pt idx="5085">
                  <c:v>38656</c:v>
                </c:pt>
                <c:pt idx="5086">
                  <c:v>38653</c:v>
                </c:pt>
                <c:pt idx="5087">
                  <c:v>38652</c:v>
                </c:pt>
                <c:pt idx="5088">
                  <c:v>38651</c:v>
                </c:pt>
                <c:pt idx="5089">
                  <c:v>38650</c:v>
                </c:pt>
                <c:pt idx="5090">
                  <c:v>38649</c:v>
                </c:pt>
                <c:pt idx="5091">
                  <c:v>38646</c:v>
                </c:pt>
                <c:pt idx="5092">
                  <c:v>38645</c:v>
                </c:pt>
                <c:pt idx="5093">
                  <c:v>38644</c:v>
                </c:pt>
                <c:pt idx="5094">
                  <c:v>38643</c:v>
                </c:pt>
                <c:pt idx="5095">
                  <c:v>38642</c:v>
                </c:pt>
                <c:pt idx="5096">
                  <c:v>38639</c:v>
                </c:pt>
                <c:pt idx="5097">
                  <c:v>38638</c:v>
                </c:pt>
                <c:pt idx="5098">
                  <c:v>38637</c:v>
                </c:pt>
                <c:pt idx="5099">
                  <c:v>38635</c:v>
                </c:pt>
                <c:pt idx="5100">
                  <c:v>38632</c:v>
                </c:pt>
                <c:pt idx="5101">
                  <c:v>38631</c:v>
                </c:pt>
                <c:pt idx="5102">
                  <c:v>38630</c:v>
                </c:pt>
                <c:pt idx="5103">
                  <c:v>38629</c:v>
                </c:pt>
                <c:pt idx="5104">
                  <c:v>38628</c:v>
                </c:pt>
                <c:pt idx="5105">
                  <c:v>38625</c:v>
                </c:pt>
                <c:pt idx="5106">
                  <c:v>38624</c:v>
                </c:pt>
                <c:pt idx="5107">
                  <c:v>38623</c:v>
                </c:pt>
                <c:pt idx="5108">
                  <c:v>38622</c:v>
                </c:pt>
                <c:pt idx="5109">
                  <c:v>38621</c:v>
                </c:pt>
                <c:pt idx="5110">
                  <c:v>38618</c:v>
                </c:pt>
                <c:pt idx="5111">
                  <c:v>38617</c:v>
                </c:pt>
                <c:pt idx="5112">
                  <c:v>38616</c:v>
                </c:pt>
                <c:pt idx="5113">
                  <c:v>38615</c:v>
                </c:pt>
                <c:pt idx="5114">
                  <c:v>38611</c:v>
                </c:pt>
                <c:pt idx="5115">
                  <c:v>38610</c:v>
                </c:pt>
                <c:pt idx="5116">
                  <c:v>38609</c:v>
                </c:pt>
                <c:pt idx="5117">
                  <c:v>38608</c:v>
                </c:pt>
                <c:pt idx="5118">
                  <c:v>38607</c:v>
                </c:pt>
                <c:pt idx="5119">
                  <c:v>38604</c:v>
                </c:pt>
                <c:pt idx="5120">
                  <c:v>38603</c:v>
                </c:pt>
                <c:pt idx="5121">
                  <c:v>38602</c:v>
                </c:pt>
                <c:pt idx="5122">
                  <c:v>38601</c:v>
                </c:pt>
                <c:pt idx="5123">
                  <c:v>38600</c:v>
                </c:pt>
                <c:pt idx="5124">
                  <c:v>38597</c:v>
                </c:pt>
                <c:pt idx="5125">
                  <c:v>38596</c:v>
                </c:pt>
                <c:pt idx="5126">
                  <c:v>38595</c:v>
                </c:pt>
                <c:pt idx="5127">
                  <c:v>38594</c:v>
                </c:pt>
                <c:pt idx="5128">
                  <c:v>38593</c:v>
                </c:pt>
                <c:pt idx="5129">
                  <c:v>38590</c:v>
                </c:pt>
                <c:pt idx="5130">
                  <c:v>38589</c:v>
                </c:pt>
                <c:pt idx="5131">
                  <c:v>38588</c:v>
                </c:pt>
                <c:pt idx="5132">
                  <c:v>38587</c:v>
                </c:pt>
                <c:pt idx="5133">
                  <c:v>38586</c:v>
                </c:pt>
                <c:pt idx="5134">
                  <c:v>38583</c:v>
                </c:pt>
                <c:pt idx="5135">
                  <c:v>38582</c:v>
                </c:pt>
                <c:pt idx="5136">
                  <c:v>38581</c:v>
                </c:pt>
                <c:pt idx="5137">
                  <c:v>38580</c:v>
                </c:pt>
                <c:pt idx="5138">
                  <c:v>38579</c:v>
                </c:pt>
                <c:pt idx="5139">
                  <c:v>38576</c:v>
                </c:pt>
                <c:pt idx="5140">
                  <c:v>38575</c:v>
                </c:pt>
                <c:pt idx="5141">
                  <c:v>38574</c:v>
                </c:pt>
                <c:pt idx="5142">
                  <c:v>38573</c:v>
                </c:pt>
                <c:pt idx="5143">
                  <c:v>38572</c:v>
                </c:pt>
                <c:pt idx="5144">
                  <c:v>38569</c:v>
                </c:pt>
                <c:pt idx="5145">
                  <c:v>38568</c:v>
                </c:pt>
                <c:pt idx="5146">
                  <c:v>38567</c:v>
                </c:pt>
                <c:pt idx="5147">
                  <c:v>38566</c:v>
                </c:pt>
                <c:pt idx="5148">
                  <c:v>38565</c:v>
                </c:pt>
                <c:pt idx="5149">
                  <c:v>38562</c:v>
                </c:pt>
                <c:pt idx="5150">
                  <c:v>38561</c:v>
                </c:pt>
                <c:pt idx="5151">
                  <c:v>38560</c:v>
                </c:pt>
                <c:pt idx="5152">
                  <c:v>38559</c:v>
                </c:pt>
                <c:pt idx="5153">
                  <c:v>38558</c:v>
                </c:pt>
                <c:pt idx="5154">
                  <c:v>38555</c:v>
                </c:pt>
                <c:pt idx="5155">
                  <c:v>38554</c:v>
                </c:pt>
                <c:pt idx="5156">
                  <c:v>38553</c:v>
                </c:pt>
                <c:pt idx="5157">
                  <c:v>38552</c:v>
                </c:pt>
                <c:pt idx="5158">
                  <c:v>38551</c:v>
                </c:pt>
                <c:pt idx="5159">
                  <c:v>38548</c:v>
                </c:pt>
                <c:pt idx="5160">
                  <c:v>38547</c:v>
                </c:pt>
                <c:pt idx="5161">
                  <c:v>38546</c:v>
                </c:pt>
                <c:pt idx="5162">
                  <c:v>38545</c:v>
                </c:pt>
                <c:pt idx="5163">
                  <c:v>38544</c:v>
                </c:pt>
                <c:pt idx="5164">
                  <c:v>38541</c:v>
                </c:pt>
                <c:pt idx="5165">
                  <c:v>38540</c:v>
                </c:pt>
                <c:pt idx="5166">
                  <c:v>38539</c:v>
                </c:pt>
                <c:pt idx="5167">
                  <c:v>38538</c:v>
                </c:pt>
                <c:pt idx="5168">
                  <c:v>38537</c:v>
                </c:pt>
                <c:pt idx="5169">
                  <c:v>38533</c:v>
                </c:pt>
                <c:pt idx="5170">
                  <c:v>38532</c:v>
                </c:pt>
                <c:pt idx="5171">
                  <c:v>38531</c:v>
                </c:pt>
                <c:pt idx="5172">
                  <c:v>38530</c:v>
                </c:pt>
                <c:pt idx="5173">
                  <c:v>38527</c:v>
                </c:pt>
                <c:pt idx="5174">
                  <c:v>38526</c:v>
                </c:pt>
                <c:pt idx="5175">
                  <c:v>38525</c:v>
                </c:pt>
                <c:pt idx="5176">
                  <c:v>38524</c:v>
                </c:pt>
                <c:pt idx="5177">
                  <c:v>38523</c:v>
                </c:pt>
                <c:pt idx="5178">
                  <c:v>38520</c:v>
                </c:pt>
                <c:pt idx="5179">
                  <c:v>38519</c:v>
                </c:pt>
                <c:pt idx="5180">
                  <c:v>38518</c:v>
                </c:pt>
                <c:pt idx="5181">
                  <c:v>38517</c:v>
                </c:pt>
                <c:pt idx="5182">
                  <c:v>38516</c:v>
                </c:pt>
                <c:pt idx="5183">
                  <c:v>38513</c:v>
                </c:pt>
                <c:pt idx="5184">
                  <c:v>38512</c:v>
                </c:pt>
                <c:pt idx="5185">
                  <c:v>38511</c:v>
                </c:pt>
                <c:pt idx="5186">
                  <c:v>38510</c:v>
                </c:pt>
                <c:pt idx="5187">
                  <c:v>38509</c:v>
                </c:pt>
                <c:pt idx="5188">
                  <c:v>38506</c:v>
                </c:pt>
                <c:pt idx="5189">
                  <c:v>38505</c:v>
                </c:pt>
                <c:pt idx="5190">
                  <c:v>38504</c:v>
                </c:pt>
                <c:pt idx="5191">
                  <c:v>38503</c:v>
                </c:pt>
                <c:pt idx="5192">
                  <c:v>38502</c:v>
                </c:pt>
                <c:pt idx="5193">
                  <c:v>38499</c:v>
                </c:pt>
                <c:pt idx="5194">
                  <c:v>38498</c:v>
                </c:pt>
                <c:pt idx="5195">
                  <c:v>38497</c:v>
                </c:pt>
                <c:pt idx="5196">
                  <c:v>38496</c:v>
                </c:pt>
                <c:pt idx="5197">
                  <c:v>38495</c:v>
                </c:pt>
                <c:pt idx="5198">
                  <c:v>38492</c:v>
                </c:pt>
                <c:pt idx="5199">
                  <c:v>38491</c:v>
                </c:pt>
                <c:pt idx="5200">
                  <c:v>38490</c:v>
                </c:pt>
                <c:pt idx="5201">
                  <c:v>38489</c:v>
                </c:pt>
                <c:pt idx="5202">
                  <c:v>38485</c:v>
                </c:pt>
                <c:pt idx="5203">
                  <c:v>38484</c:v>
                </c:pt>
                <c:pt idx="5204">
                  <c:v>38483</c:v>
                </c:pt>
                <c:pt idx="5205">
                  <c:v>38482</c:v>
                </c:pt>
                <c:pt idx="5206">
                  <c:v>38481</c:v>
                </c:pt>
                <c:pt idx="5207">
                  <c:v>38478</c:v>
                </c:pt>
                <c:pt idx="5208">
                  <c:v>38477</c:v>
                </c:pt>
                <c:pt idx="5209">
                  <c:v>38476</c:v>
                </c:pt>
                <c:pt idx="5210">
                  <c:v>38475</c:v>
                </c:pt>
                <c:pt idx="5211">
                  <c:v>38471</c:v>
                </c:pt>
                <c:pt idx="5212">
                  <c:v>38470</c:v>
                </c:pt>
                <c:pt idx="5213">
                  <c:v>38469</c:v>
                </c:pt>
                <c:pt idx="5214">
                  <c:v>38468</c:v>
                </c:pt>
                <c:pt idx="5215">
                  <c:v>38467</c:v>
                </c:pt>
                <c:pt idx="5216">
                  <c:v>38464</c:v>
                </c:pt>
                <c:pt idx="5217">
                  <c:v>38463</c:v>
                </c:pt>
                <c:pt idx="5218">
                  <c:v>38462</c:v>
                </c:pt>
                <c:pt idx="5219">
                  <c:v>38461</c:v>
                </c:pt>
                <c:pt idx="5220">
                  <c:v>38460</c:v>
                </c:pt>
                <c:pt idx="5221">
                  <c:v>38457</c:v>
                </c:pt>
                <c:pt idx="5222">
                  <c:v>38456</c:v>
                </c:pt>
                <c:pt idx="5223">
                  <c:v>38455</c:v>
                </c:pt>
                <c:pt idx="5224">
                  <c:v>38454</c:v>
                </c:pt>
                <c:pt idx="5225">
                  <c:v>38453</c:v>
                </c:pt>
                <c:pt idx="5226">
                  <c:v>38450</c:v>
                </c:pt>
                <c:pt idx="5227">
                  <c:v>38449</c:v>
                </c:pt>
                <c:pt idx="5228">
                  <c:v>38448</c:v>
                </c:pt>
                <c:pt idx="5229">
                  <c:v>38446</c:v>
                </c:pt>
                <c:pt idx="5230">
                  <c:v>38443</c:v>
                </c:pt>
                <c:pt idx="5231">
                  <c:v>38442</c:v>
                </c:pt>
                <c:pt idx="5232">
                  <c:v>38441</c:v>
                </c:pt>
                <c:pt idx="5233">
                  <c:v>38440</c:v>
                </c:pt>
                <c:pt idx="5234">
                  <c:v>38435</c:v>
                </c:pt>
                <c:pt idx="5235">
                  <c:v>38434</c:v>
                </c:pt>
                <c:pt idx="5236">
                  <c:v>38433</c:v>
                </c:pt>
                <c:pt idx="5237">
                  <c:v>38432</c:v>
                </c:pt>
                <c:pt idx="5238">
                  <c:v>38429</c:v>
                </c:pt>
                <c:pt idx="5239">
                  <c:v>38428</c:v>
                </c:pt>
                <c:pt idx="5240">
                  <c:v>38427</c:v>
                </c:pt>
                <c:pt idx="5241">
                  <c:v>38426</c:v>
                </c:pt>
                <c:pt idx="5242">
                  <c:v>38425</c:v>
                </c:pt>
                <c:pt idx="5243">
                  <c:v>38422</c:v>
                </c:pt>
                <c:pt idx="5244">
                  <c:v>38421</c:v>
                </c:pt>
                <c:pt idx="5245">
                  <c:v>38420</c:v>
                </c:pt>
                <c:pt idx="5246">
                  <c:v>38419</c:v>
                </c:pt>
                <c:pt idx="5247">
                  <c:v>38418</c:v>
                </c:pt>
                <c:pt idx="5248">
                  <c:v>38415</c:v>
                </c:pt>
                <c:pt idx="5249">
                  <c:v>38414</c:v>
                </c:pt>
                <c:pt idx="5250">
                  <c:v>38413</c:v>
                </c:pt>
                <c:pt idx="5251">
                  <c:v>38412</c:v>
                </c:pt>
                <c:pt idx="5252">
                  <c:v>38411</c:v>
                </c:pt>
                <c:pt idx="5253">
                  <c:v>38408</c:v>
                </c:pt>
                <c:pt idx="5254">
                  <c:v>38407</c:v>
                </c:pt>
                <c:pt idx="5255">
                  <c:v>38406</c:v>
                </c:pt>
                <c:pt idx="5256">
                  <c:v>38405</c:v>
                </c:pt>
                <c:pt idx="5257">
                  <c:v>38404</c:v>
                </c:pt>
                <c:pt idx="5258">
                  <c:v>38401</c:v>
                </c:pt>
                <c:pt idx="5259">
                  <c:v>38400</c:v>
                </c:pt>
                <c:pt idx="5260">
                  <c:v>38399</c:v>
                </c:pt>
                <c:pt idx="5261">
                  <c:v>38398</c:v>
                </c:pt>
                <c:pt idx="5262">
                  <c:v>38397</c:v>
                </c:pt>
                <c:pt idx="5263">
                  <c:v>38391</c:v>
                </c:pt>
                <c:pt idx="5264">
                  <c:v>38390</c:v>
                </c:pt>
                <c:pt idx="5265">
                  <c:v>38387</c:v>
                </c:pt>
                <c:pt idx="5266">
                  <c:v>38386</c:v>
                </c:pt>
                <c:pt idx="5267">
                  <c:v>38385</c:v>
                </c:pt>
                <c:pt idx="5268">
                  <c:v>38384</c:v>
                </c:pt>
                <c:pt idx="5269">
                  <c:v>38383</c:v>
                </c:pt>
                <c:pt idx="5270">
                  <c:v>38380</c:v>
                </c:pt>
                <c:pt idx="5271">
                  <c:v>38379</c:v>
                </c:pt>
                <c:pt idx="5272">
                  <c:v>38378</c:v>
                </c:pt>
                <c:pt idx="5273">
                  <c:v>38377</c:v>
                </c:pt>
                <c:pt idx="5274">
                  <c:v>38376</c:v>
                </c:pt>
                <c:pt idx="5275">
                  <c:v>38373</c:v>
                </c:pt>
                <c:pt idx="5276">
                  <c:v>38372</c:v>
                </c:pt>
                <c:pt idx="5277">
                  <c:v>38371</c:v>
                </c:pt>
                <c:pt idx="5278">
                  <c:v>38370</c:v>
                </c:pt>
                <c:pt idx="5279">
                  <c:v>38369</c:v>
                </c:pt>
                <c:pt idx="5280">
                  <c:v>38366</c:v>
                </c:pt>
                <c:pt idx="5281">
                  <c:v>38365</c:v>
                </c:pt>
                <c:pt idx="5282">
                  <c:v>38364</c:v>
                </c:pt>
                <c:pt idx="5283">
                  <c:v>38363</c:v>
                </c:pt>
                <c:pt idx="5284">
                  <c:v>38362</c:v>
                </c:pt>
                <c:pt idx="5285">
                  <c:v>38359</c:v>
                </c:pt>
                <c:pt idx="5286">
                  <c:v>38358</c:v>
                </c:pt>
                <c:pt idx="5287">
                  <c:v>38357</c:v>
                </c:pt>
                <c:pt idx="5288">
                  <c:v>38356</c:v>
                </c:pt>
                <c:pt idx="5289">
                  <c:v>38355</c:v>
                </c:pt>
                <c:pt idx="5290">
                  <c:v>38352</c:v>
                </c:pt>
                <c:pt idx="5291">
                  <c:v>38351</c:v>
                </c:pt>
                <c:pt idx="5292">
                  <c:v>38350</c:v>
                </c:pt>
                <c:pt idx="5293">
                  <c:v>38349</c:v>
                </c:pt>
                <c:pt idx="5294">
                  <c:v>38345</c:v>
                </c:pt>
                <c:pt idx="5295">
                  <c:v>38344</c:v>
                </c:pt>
                <c:pt idx="5296">
                  <c:v>38343</c:v>
                </c:pt>
                <c:pt idx="5297">
                  <c:v>38342</c:v>
                </c:pt>
                <c:pt idx="5298">
                  <c:v>38341</c:v>
                </c:pt>
                <c:pt idx="5299">
                  <c:v>38338</c:v>
                </c:pt>
                <c:pt idx="5300">
                  <c:v>38337</c:v>
                </c:pt>
                <c:pt idx="5301">
                  <c:v>38336</c:v>
                </c:pt>
                <c:pt idx="5302">
                  <c:v>38335</c:v>
                </c:pt>
                <c:pt idx="5303">
                  <c:v>38334</c:v>
                </c:pt>
                <c:pt idx="5304">
                  <c:v>38331</c:v>
                </c:pt>
                <c:pt idx="5305">
                  <c:v>38330</c:v>
                </c:pt>
                <c:pt idx="5306">
                  <c:v>38329</c:v>
                </c:pt>
                <c:pt idx="5307">
                  <c:v>38328</c:v>
                </c:pt>
                <c:pt idx="5308">
                  <c:v>38327</c:v>
                </c:pt>
                <c:pt idx="5309">
                  <c:v>38324</c:v>
                </c:pt>
                <c:pt idx="5310">
                  <c:v>38323</c:v>
                </c:pt>
                <c:pt idx="5311">
                  <c:v>38322</c:v>
                </c:pt>
                <c:pt idx="5312">
                  <c:v>38321</c:v>
                </c:pt>
                <c:pt idx="5313">
                  <c:v>38320</c:v>
                </c:pt>
                <c:pt idx="5314">
                  <c:v>38317</c:v>
                </c:pt>
                <c:pt idx="5315">
                  <c:v>38316</c:v>
                </c:pt>
                <c:pt idx="5316">
                  <c:v>38315</c:v>
                </c:pt>
                <c:pt idx="5317">
                  <c:v>38314</c:v>
                </c:pt>
                <c:pt idx="5318">
                  <c:v>38313</c:v>
                </c:pt>
                <c:pt idx="5319">
                  <c:v>38310</c:v>
                </c:pt>
                <c:pt idx="5320">
                  <c:v>38309</c:v>
                </c:pt>
                <c:pt idx="5321">
                  <c:v>38308</c:v>
                </c:pt>
                <c:pt idx="5322">
                  <c:v>38307</c:v>
                </c:pt>
                <c:pt idx="5323">
                  <c:v>38306</c:v>
                </c:pt>
                <c:pt idx="5324">
                  <c:v>38303</c:v>
                </c:pt>
                <c:pt idx="5325">
                  <c:v>38302</c:v>
                </c:pt>
                <c:pt idx="5326">
                  <c:v>38301</c:v>
                </c:pt>
                <c:pt idx="5327">
                  <c:v>38300</c:v>
                </c:pt>
                <c:pt idx="5328">
                  <c:v>38299</c:v>
                </c:pt>
                <c:pt idx="5329">
                  <c:v>38296</c:v>
                </c:pt>
                <c:pt idx="5330">
                  <c:v>38295</c:v>
                </c:pt>
                <c:pt idx="5331">
                  <c:v>38294</c:v>
                </c:pt>
                <c:pt idx="5332">
                  <c:v>38293</c:v>
                </c:pt>
                <c:pt idx="5333">
                  <c:v>38292</c:v>
                </c:pt>
                <c:pt idx="5334">
                  <c:v>38289</c:v>
                </c:pt>
                <c:pt idx="5335">
                  <c:v>38288</c:v>
                </c:pt>
                <c:pt idx="5336">
                  <c:v>38287</c:v>
                </c:pt>
                <c:pt idx="5337">
                  <c:v>38286</c:v>
                </c:pt>
                <c:pt idx="5338">
                  <c:v>38285</c:v>
                </c:pt>
                <c:pt idx="5339">
                  <c:v>38281</c:v>
                </c:pt>
                <c:pt idx="5340">
                  <c:v>38280</c:v>
                </c:pt>
                <c:pt idx="5341">
                  <c:v>38279</c:v>
                </c:pt>
                <c:pt idx="5342">
                  <c:v>38278</c:v>
                </c:pt>
                <c:pt idx="5343">
                  <c:v>38275</c:v>
                </c:pt>
                <c:pt idx="5344">
                  <c:v>38274</c:v>
                </c:pt>
                <c:pt idx="5345">
                  <c:v>38273</c:v>
                </c:pt>
                <c:pt idx="5346">
                  <c:v>38272</c:v>
                </c:pt>
                <c:pt idx="5347">
                  <c:v>38271</c:v>
                </c:pt>
                <c:pt idx="5348">
                  <c:v>38268</c:v>
                </c:pt>
                <c:pt idx="5349">
                  <c:v>38267</c:v>
                </c:pt>
                <c:pt idx="5350">
                  <c:v>38266</c:v>
                </c:pt>
                <c:pt idx="5351">
                  <c:v>38265</c:v>
                </c:pt>
                <c:pt idx="5352">
                  <c:v>38264</c:v>
                </c:pt>
                <c:pt idx="5353">
                  <c:v>38260</c:v>
                </c:pt>
                <c:pt idx="5354">
                  <c:v>38258</c:v>
                </c:pt>
                <c:pt idx="5355">
                  <c:v>38257</c:v>
                </c:pt>
                <c:pt idx="5356">
                  <c:v>38254</c:v>
                </c:pt>
                <c:pt idx="5357">
                  <c:v>38253</c:v>
                </c:pt>
                <c:pt idx="5358">
                  <c:v>38252</c:v>
                </c:pt>
                <c:pt idx="5359">
                  <c:v>38251</c:v>
                </c:pt>
                <c:pt idx="5360">
                  <c:v>38250</c:v>
                </c:pt>
                <c:pt idx="5361">
                  <c:v>38247</c:v>
                </c:pt>
                <c:pt idx="5362">
                  <c:v>38246</c:v>
                </c:pt>
                <c:pt idx="5363">
                  <c:v>38245</c:v>
                </c:pt>
                <c:pt idx="5364">
                  <c:v>38244</c:v>
                </c:pt>
                <c:pt idx="5365">
                  <c:v>38243</c:v>
                </c:pt>
                <c:pt idx="5366">
                  <c:v>38240</c:v>
                </c:pt>
                <c:pt idx="5367">
                  <c:v>38239</c:v>
                </c:pt>
                <c:pt idx="5368">
                  <c:v>38238</c:v>
                </c:pt>
                <c:pt idx="5369">
                  <c:v>38237</c:v>
                </c:pt>
                <c:pt idx="5370">
                  <c:v>38236</c:v>
                </c:pt>
                <c:pt idx="5371">
                  <c:v>38233</c:v>
                </c:pt>
                <c:pt idx="5372">
                  <c:v>38232</c:v>
                </c:pt>
                <c:pt idx="5373">
                  <c:v>38231</c:v>
                </c:pt>
                <c:pt idx="5374">
                  <c:v>38230</c:v>
                </c:pt>
                <c:pt idx="5375">
                  <c:v>38229</c:v>
                </c:pt>
                <c:pt idx="5376">
                  <c:v>38226</c:v>
                </c:pt>
                <c:pt idx="5377">
                  <c:v>38225</c:v>
                </c:pt>
                <c:pt idx="5378">
                  <c:v>38224</c:v>
                </c:pt>
                <c:pt idx="5379">
                  <c:v>38223</c:v>
                </c:pt>
                <c:pt idx="5380">
                  <c:v>38222</c:v>
                </c:pt>
                <c:pt idx="5381">
                  <c:v>38219</c:v>
                </c:pt>
                <c:pt idx="5382">
                  <c:v>38218</c:v>
                </c:pt>
                <c:pt idx="5383">
                  <c:v>38217</c:v>
                </c:pt>
                <c:pt idx="5384">
                  <c:v>38216</c:v>
                </c:pt>
                <c:pt idx="5385">
                  <c:v>38215</c:v>
                </c:pt>
                <c:pt idx="5386">
                  <c:v>38212</c:v>
                </c:pt>
                <c:pt idx="5387">
                  <c:v>38211</c:v>
                </c:pt>
                <c:pt idx="5388">
                  <c:v>38210</c:v>
                </c:pt>
                <c:pt idx="5389">
                  <c:v>38209</c:v>
                </c:pt>
                <c:pt idx="5390">
                  <c:v>38208</c:v>
                </c:pt>
                <c:pt idx="5391">
                  <c:v>38205</c:v>
                </c:pt>
                <c:pt idx="5392">
                  <c:v>38204</c:v>
                </c:pt>
                <c:pt idx="5393">
                  <c:v>38203</c:v>
                </c:pt>
                <c:pt idx="5394">
                  <c:v>38202</c:v>
                </c:pt>
                <c:pt idx="5395">
                  <c:v>38201</c:v>
                </c:pt>
                <c:pt idx="5396">
                  <c:v>38198</c:v>
                </c:pt>
                <c:pt idx="5397">
                  <c:v>38197</c:v>
                </c:pt>
                <c:pt idx="5398">
                  <c:v>38196</c:v>
                </c:pt>
                <c:pt idx="5399">
                  <c:v>38195</c:v>
                </c:pt>
                <c:pt idx="5400">
                  <c:v>38194</c:v>
                </c:pt>
                <c:pt idx="5401">
                  <c:v>38191</c:v>
                </c:pt>
                <c:pt idx="5402">
                  <c:v>38190</c:v>
                </c:pt>
                <c:pt idx="5403">
                  <c:v>38189</c:v>
                </c:pt>
                <c:pt idx="5404">
                  <c:v>38188</c:v>
                </c:pt>
                <c:pt idx="5405">
                  <c:v>38187</c:v>
                </c:pt>
                <c:pt idx="5406">
                  <c:v>38184</c:v>
                </c:pt>
                <c:pt idx="5407">
                  <c:v>38183</c:v>
                </c:pt>
                <c:pt idx="5408">
                  <c:v>38182</c:v>
                </c:pt>
                <c:pt idx="5409">
                  <c:v>38181</c:v>
                </c:pt>
                <c:pt idx="5410">
                  <c:v>38180</c:v>
                </c:pt>
                <c:pt idx="5411">
                  <c:v>38177</c:v>
                </c:pt>
                <c:pt idx="5412">
                  <c:v>38176</c:v>
                </c:pt>
                <c:pt idx="5413">
                  <c:v>38175</c:v>
                </c:pt>
                <c:pt idx="5414">
                  <c:v>38174</c:v>
                </c:pt>
                <c:pt idx="5415">
                  <c:v>38173</c:v>
                </c:pt>
                <c:pt idx="5416">
                  <c:v>38170</c:v>
                </c:pt>
                <c:pt idx="5417">
                  <c:v>38168</c:v>
                </c:pt>
                <c:pt idx="5418">
                  <c:v>38167</c:v>
                </c:pt>
                <c:pt idx="5419">
                  <c:v>38166</c:v>
                </c:pt>
                <c:pt idx="5420">
                  <c:v>38163</c:v>
                </c:pt>
                <c:pt idx="5421">
                  <c:v>38162</c:v>
                </c:pt>
                <c:pt idx="5422">
                  <c:v>38161</c:v>
                </c:pt>
                <c:pt idx="5423">
                  <c:v>38159</c:v>
                </c:pt>
                <c:pt idx="5424">
                  <c:v>38156</c:v>
                </c:pt>
                <c:pt idx="5425">
                  <c:v>38155</c:v>
                </c:pt>
                <c:pt idx="5426">
                  <c:v>38154</c:v>
                </c:pt>
                <c:pt idx="5427">
                  <c:v>38153</c:v>
                </c:pt>
                <c:pt idx="5428">
                  <c:v>38152</c:v>
                </c:pt>
                <c:pt idx="5429">
                  <c:v>38149</c:v>
                </c:pt>
                <c:pt idx="5430">
                  <c:v>38148</c:v>
                </c:pt>
                <c:pt idx="5431">
                  <c:v>38147</c:v>
                </c:pt>
                <c:pt idx="5432">
                  <c:v>38146</c:v>
                </c:pt>
                <c:pt idx="5433">
                  <c:v>38145</c:v>
                </c:pt>
                <c:pt idx="5434">
                  <c:v>38142</c:v>
                </c:pt>
                <c:pt idx="5435">
                  <c:v>38141</c:v>
                </c:pt>
                <c:pt idx="5436">
                  <c:v>38140</c:v>
                </c:pt>
                <c:pt idx="5437">
                  <c:v>38139</c:v>
                </c:pt>
                <c:pt idx="5438">
                  <c:v>38138</c:v>
                </c:pt>
                <c:pt idx="5439">
                  <c:v>38135</c:v>
                </c:pt>
                <c:pt idx="5440">
                  <c:v>38134</c:v>
                </c:pt>
                <c:pt idx="5441">
                  <c:v>38132</c:v>
                </c:pt>
                <c:pt idx="5442">
                  <c:v>38131</c:v>
                </c:pt>
                <c:pt idx="5443">
                  <c:v>38128</c:v>
                </c:pt>
                <c:pt idx="5444">
                  <c:v>38127</c:v>
                </c:pt>
                <c:pt idx="5445">
                  <c:v>38126</c:v>
                </c:pt>
                <c:pt idx="5446">
                  <c:v>38125</c:v>
                </c:pt>
                <c:pt idx="5447">
                  <c:v>38124</c:v>
                </c:pt>
                <c:pt idx="5448">
                  <c:v>38121</c:v>
                </c:pt>
                <c:pt idx="5449">
                  <c:v>38120</c:v>
                </c:pt>
                <c:pt idx="5450">
                  <c:v>38119</c:v>
                </c:pt>
                <c:pt idx="5451">
                  <c:v>38118</c:v>
                </c:pt>
                <c:pt idx="5452">
                  <c:v>38117</c:v>
                </c:pt>
                <c:pt idx="5453">
                  <c:v>38114</c:v>
                </c:pt>
                <c:pt idx="5454">
                  <c:v>38113</c:v>
                </c:pt>
                <c:pt idx="5455">
                  <c:v>38112</c:v>
                </c:pt>
                <c:pt idx="5456">
                  <c:v>38111</c:v>
                </c:pt>
                <c:pt idx="5457">
                  <c:v>38110</c:v>
                </c:pt>
                <c:pt idx="5458">
                  <c:v>38107</c:v>
                </c:pt>
                <c:pt idx="5459">
                  <c:v>38106</c:v>
                </c:pt>
                <c:pt idx="5460">
                  <c:v>38105</c:v>
                </c:pt>
                <c:pt idx="5461">
                  <c:v>38104</c:v>
                </c:pt>
                <c:pt idx="5462">
                  <c:v>38103</c:v>
                </c:pt>
                <c:pt idx="5463">
                  <c:v>38100</c:v>
                </c:pt>
                <c:pt idx="5464">
                  <c:v>38099</c:v>
                </c:pt>
                <c:pt idx="5465">
                  <c:v>38098</c:v>
                </c:pt>
                <c:pt idx="5466">
                  <c:v>38097</c:v>
                </c:pt>
                <c:pt idx="5467">
                  <c:v>38096</c:v>
                </c:pt>
                <c:pt idx="5468">
                  <c:v>38093</c:v>
                </c:pt>
                <c:pt idx="5469">
                  <c:v>38092</c:v>
                </c:pt>
                <c:pt idx="5470">
                  <c:v>38091</c:v>
                </c:pt>
                <c:pt idx="5471">
                  <c:v>38090</c:v>
                </c:pt>
                <c:pt idx="5472">
                  <c:v>38085</c:v>
                </c:pt>
                <c:pt idx="5473">
                  <c:v>38084</c:v>
                </c:pt>
                <c:pt idx="5474">
                  <c:v>38083</c:v>
                </c:pt>
                <c:pt idx="5475">
                  <c:v>38079</c:v>
                </c:pt>
                <c:pt idx="5476">
                  <c:v>38078</c:v>
                </c:pt>
                <c:pt idx="5477">
                  <c:v>38077</c:v>
                </c:pt>
                <c:pt idx="5478">
                  <c:v>38076</c:v>
                </c:pt>
                <c:pt idx="5479">
                  <c:v>38075</c:v>
                </c:pt>
                <c:pt idx="5480">
                  <c:v>38072</c:v>
                </c:pt>
                <c:pt idx="5481">
                  <c:v>38071</c:v>
                </c:pt>
                <c:pt idx="5482">
                  <c:v>38070</c:v>
                </c:pt>
                <c:pt idx="5483">
                  <c:v>38069</c:v>
                </c:pt>
                <c:pt idx="5484">
                  <c:v>38068</c:v>
                </c:pt>
                <c:pt idx="5485">
                  <c:v>38065</c:v>
                </c:pt>
                <c:pt idx="5486">
                  <c:v>38064</c:v>
                </c:pt>
                <c:pt idx="5487">
                  <c:v>38063</c:v>
                </c:pt>
                <c:pt idx="5488">
                  <c:v>38062</c:v>
                </c:pt>
                <c:pt idx="5489">
                  <c:v>38061</c:v>
                </c:pt>
                <c:pt idx="5490">
                  <c:v>38058</c:v>
                </c:pt>
                <c:pt idx="5491">
                  <c:v>38057</c:v>
                </c:pt>
                <c:pt idx="5492">
                  <c:v>38056</c:v>
                </c:pt>
                <c:pt idx="5493">
                  <c:v>38055</c:v>
                </c:pt>
                <c:pt idx="5494">
                  <c:v>38054</c:v>
                </c:pt>
                <c:pt idx="5495">
                  <c:v>38051</c:v>
                </c:pt>
                <c:pt idx="5496">
                  <c:v>38050</c:v>
                </c:pt>
                <c:pt idx="5497">
                  <c:v>38049</c:v>
                </c:pt>
                <c:pt idx="5498">
                  <c:v>38048</c:v>
                </c:pt>
                <c:pt idx="5499">
                  <c:v>38047</c:v>
                </c:pt>
                <c:pt idx="5500">
                  <c:v>38044</c:v>
                </c:pt>
                <c:pt idx="5501">
                  <c:v>38043</c:v>
                </c:pt>
                <c:pt idx="5502">
                  <c:v>38042</c:v>
                </c:pt>
                <c:pt idx="5503">
                  <c:v>38041</c:v>
                </c:pt>
                <c:pt idx="5504">
                  <c:v>38040</c:v>
                </c:pt>
                <c:pt idx="5505">
                  <c:v>38037</c:v>
                </c:pt>
                <c:pt idx="5506">
                  <c:v>38036</c:v>
                </c:pt>
                <c:pt idx="5507">
                  <c:v>38035</c:v>
                </c:pt>
                <c:pt idx="5508">
                  <c:v>38034</c:v>
                </c:pt>
                <c:pt idx="5509">
                  <c:v>38033</c:v>
                </c:pt>
                <c:pt idx="5510">
                  <c:v>38030</c:v>
                </c:pt>
                <c:pt idx="5511">
                  <c:v>38029</c:v>
                </c:pt>
                <c:pt idx="5512">
                  <c:v>38028</c:v>
                </c:pt>
                <c:pt idx="5513">
                  <c:v>38027</c:v>
                </c:pt>
                <c:pt idx="5514">
                  <c:v>38026</c:v>
                </c:pt>
                <c:pt idx="5515">
                  <c:v>38023</c:v>
                </c:pt>
                <c:pt idx="5516">
                  <c:v>38022</c:v>
                </c:pt>
                <c:pt idx="5517">
                  <c:v>38021</c:v>
                </c:pt>
                <c:pt idx="5518">
                  <c:v>38020</c:v>
                </c:pt>
                <c:pt idx="5519">
                  <c:v>38019</c:v>
                </c:pt>
                <c:pt idx="5520">
                  <c:v>38016</c:v>
                </c:pt>
                <c:pt idx="5521">
                  <c:v>38015</c:v>
                </c:pt>
                <c:pt idx="5522">
                  <c:v>38014</c:v>
                </c:pt>
                <c:pt idx="5523">
                  <c:v>38013</c:v>
                </c:pt>
                <c:pt idx="5524">
                  <c:v>38012</c:v>
                </c:pt>
                <c:pt idx="5525">
                  <c:v>38007</c:v>
                </c:pt>
                <c:pt idx="5526">
                  <c:v>38006</c:v>
                </c:pt>
                <c:pt idx="5527">
                  <c:v>38005</c:v>
                </c:pt>
                <c:pt idx="5528">
                  <c:v>38002</c:v>
                </c:pt>
                <c:pt idx="5529">
                  <c:v>38001</c:v>
                </c:pt>
                <c:pt idx="5530">
                  <c:v>38000</c:v>
                </c:pt>
                <c:pt idx="5531">
                  <c:v>37999</c:v>
                </c:pt>
                <c:pt idx="5532">
                  <c:v>37998</c:v>
                </c:pt>
                <c:pt idx="5533">
                  <c:v>37995</c:v>
                </c:pt>
                <c:pt idx="5534">
                  <c:v>37994</c:v>
                </c:pt>
                <c:pt idx="5535">
                  <c:v>37993</c:v>
                </c:pt>
                <c:pt idx="5536">
                  <c:v>37992</c:v>
                </c:pt>
                <c:pt idx="5537">
                  <c:v>37991</c:v>
                </c:pt>
                <c:pt idx="5538">
                  <c:v>37988</c:v>
                </c:pt>
                <c:pt idx="5539">
                  <c:v>37986</c:v>
                </c:pt>
                <c:pt idx="5540">
                  <c:v>37985</c:v>
                </c:pt>
                <c:pt idx="5541">
                  <c:v>37984</c:v>
                </c:pt>
                <c:pt idx="5542">
                  <c:v>37979</c:v>
                </c:pt>
                <c:pt idx="5543">
                  <c:v>37978</c:v>
                </c:pt>
                <c:pt idx="5544">
                  <c:v>37977</c:v>
                </c:pt>
                <c:pt idx="5545">
                  <c:v>37974</c:v>
                </c:pt>
                <c:pt idx="5546">
                  <c:v>37973</c:v>
                </c:pt>
                <c:pt idx="5547">
                  <c:v>37972</c:v>
                </c:pt>
                <c:pt idx="5548">
                  <c:v>37971</c:v>
                </c:pt>
                <c:pt idx="5549">
                  <c:v>37970</c:v>
                </c:pt>
                <c:pt idx="5550">
                  <c:v>37967</c:v>
                </c:pt>
                <c:pt idx="5551">
                  <c:v>37966</c:v>
                </c:pt>
                <c:pt idx="5552">
                  <c:v>37965</c:v>
                </c:pt>
                <c:pt idx="5553">
                  <c:v>37964</c:v>
                </c:pt>
                <c:pt idx="5554">
                  <c:v>37963</c:v>
                </c:pt>
                <c:pt idx="5555">
                  <c:v>37960</c:v>
                </c:pt>
                <c:pt idx="5556">
                  <c:v>37959</c:v>
                </c:pt>
                <c:pt idx="5557">
                  <c:v>37958</c:v>
                </c:pt>
                <c:pt idx="5558">
                  <c:v>37957</c:v>
                </c:pt>
                <c:pt idx="5559">
                  <c:v>37956</c:v>
                </c:pt>
                <c:pt idx="5560">
                  <c:v>37953</c:v>
                </c:pt>
                <c:pt idx="5561">
                  <c:v>37952</c:v>
                </c:pt>
                <c:pt idx="5562">
                  <c:v>37951</c:v>
                </c:pt>
                <c:pt idx="5563">
                  <c:v>37950</c:v>
                </c:pt>
                <c:pt idx="5564">
                  <c:v>37949</c:v>
                </c:pt>
                <c:pt idx="5565">
                  <c:v>37946</c:v>
                </c:pt>
                <c:pt idx="5566">
                  <c:v>37945</c:v>
                </c:pt>
                <c:pt idx="5567">
                  <c:v>37944</c:v>
                </c:pt>
                <c:pt idx="5568">
                  <c:v>37943</c:v>
                </c:pt>
                <c:pt idx="5569">
                  <c:v>37942</c:v>
                </c:pt>
                <c:pt idx="5570">
                  <c:v>37939</c:v>
                </c:pt>
                <c:pt idx="5571">
                  <c:v>37938</c:v>
                </c:pt>
                <c:pt idx="5572">
                  <c:v>37937</c:v>
                </c:pt>
                <c:pt idx="5573">
                  <c:v>37936</c:v>
                </c:pt>
                <c:pt idx="5574">
                  <c:v>37935</c:v>
                </c:pt>
                <c:pt idx="5575">
                  <c:v>37932</c:v>
                </c:pt>
                <c:pt idx="5576">
                  <c:v>37931</c:v>
                </c:pt>
                <c:pt idx="5577">
                  <c:v>37930</c:v>
                </c:pt>
                <c:pt idx="5578">
                  <c:v>37929</c:v>
                </c:pt>
                <c:pt idx="5579">
                  <c:v>37928</c:v>
                </c:pt>
                <c:pt idx="5580">
                  <c:v>37925</c:v>
                </c:pt>
                <c:pt idx="5581">
                  <c:v>37924</c:v>
                </c:pt>
                <c:pt idx="5582">
                  <c:v>37923</c:v>
                </c:pt>
                <c:pt idx="5583">
                  <c:v>37922</c:v>
                </c:pt>
                <c:pt idx="5584">
                  <c:v>37921</c:v>
                </c:pt>
                <c:pt idx="5585">
                  <c:v>37918</c:v>
                </c:pt>
                <c:pt idx="5586">
                  <c:v>37917</c:v>
                </c:pt>
                <c:pt idx="5587">
                  <c:v>37916</c:v>
                </c:pt>
                <c:pt idx="5588">
                  <c:v>37915</c:v>
                </c:pt>
                <c:pt idx="5589">
                  <c:v>37914</c:v>
                </c:pt>
                <c:pt idx="5590">
                  <c:v>37911</c:v>
                </c:pt>
                <c:pt idx="5591">
                  <c:v>37910</c:v>
                </c:pt>
                <c:pt idx="5592">
                  <c:v>37909</c:v>
                </c:pt>
                <c:pt idx="5593">
                  <c:v>37908</c:v>
                </c:pt>
                <c:pt idx="5594">
                  <c:v>37907</c:v>
                </c:pt>
                <c:pt idx="5595">
                  <c:v>37904</c:v>
                </c:pt>
                <c:pt idx="5596">
                  <c:v>37903</c:v>
                </c:pt>
                <c:pt idx="5597">
                  <c:v>37902</c:v>
                </c:pt>
                <c:pt idx="5598">
                  <c:v>37901</c:v>
                </c:pt>
                <c:pt idx="5599">
                  <c:v>37900</c:v>
                </c:pt>
                <c:pt idx="5600">
                  <c:v>37897</c:v>
                </c:pt>
                <c:pt idx="5601">
                  <c:v>37896</c:v>
                </c:pt>
                <c:pt idx="5602">
                  <c:v>37894</c:v>
                </c:pt>
                <c:pt idx="5603">
                  <c:v>37893</c:v>
                </c:pt>
                <c:pt idx="5604">
                  <c:v>37890</c:v>
                </c:pt>
                <c:pt idx="5605">
                  <c:v>37889</c:v>
                </c:pt>
                <c:pt idx="5606">
                  <c:v>37888</c:v>
                </c:pt>
                <c:pt idx="5607">
                  <c:v>37887</c:v>
                </c:pt>
                <c:pt idx="5608">
                  <c:v>37886</c:v>
                </c:pt>
                <c:pt idx="5609">
                  <c:v>37883</c:v>
                </c:pt>
                <c:pt idx="5610">
                  <c:v>37882</c:v>
                </c:pt>
                <c:pt idx="5611">
                  <c:v>37881</c:v>
                </c:pt>
                <c:pt idx="5612">
                  <c:v>37880</c:v>
                </c:pt>
                <c:pt idx="5613">
                  <c:v>37879</c:v>
                </c:pt>
                <c:pt idx="5614">
                  <c:v>37875</c:v>
                </c:pt>
                <c:pt idx="5615">
                  <c:v>37874</c:v>
                </c:pt>
                <c:pt idx="5616">
                  <c:v>37873</c:v>
                </c:pt>
                <c:pt idx="5617">
                  <c:v>37872</c:v>
                </c:pt>
                <c:pt idx="5618">
                  <c:v>37869</c:v>
                </c:pt>
                <c:pt idx="5619">
                  <c:v>37868</c:v>
                </c:pt>
                <c:pt idx="5620">
                  <c:v>37867</c:v>
                </c:pt>
                <c:pt idx="5621">
                  <c:v>37866</c:v>
                </c:pt>
                <c:pt idx="5622">
                  <c:v>37865</c:v>
                </c:pt>
                <c:pt idx="5623">
                  <c:v>37862</c:v>
                </c:pt>
                <c:pt idx="5624">
                  <c:v>37861</c:v>
                </c:pt>
                <c:pt idx="5625">
                  <c:v>37860</c:v>
                </c:pt>
                <c:pt idx="5626">
                  <c:v>37859</c:v>
                </c:pt>
                <c:pt idx="5627">
                  <c:v>37858</c:v>
                </c:pt>
                <c:pt idx="5628">
                  <c:v>37855</c:v>
                </c:pt>
                <c:pt idx="5629">
                  <c:v>37854</c:v>
                </c:pt>
                <c:pt idx="5630">
                  <c:v>37853</c:v>
                </c:pt>
                <c:pt idx="5631">
                  <c:v>37852</c:v>
                </c:pt>
                <c:pt idx="5632">
                  <c:v>37851</c:v>
                </c:pt>
                <c:pt idx="5633">
                  <c:v>37848</c:v>
                </c:pt>
                <c:pt idx="5634">
                  <c:v>37847</c:v>
                </c:pt>
                <c:pt idx="5635">
                  <c:v>37846</c:v>
                </c:pt>
                <c:pt idx="5636">
                  <c:v>37845</c:v>
                </c:pt>
                <c:pt idx="5637">
                  <c:v>37844</c:v>
                </c:pt>
                <c:pt idx="5638">
                  <c:v>37841</c:v>
                </c:pt>
                <c:pt idx="5639">
                  <c:v>37840</c:v>
                </c:pt>
                <c:pt idx="5640">
                  <c:v>37839</c:v>
                </c:pt>
                <c:pt idx="5641">
                  <c:v>37838</c:v>
                </c:pt>
                <c:pt idx="5642">
                  <c:v>37837</c:v>
                </c:pt>
                <c:pt idx="5643">
                  <c:v>37834</c:v>
                </c:pt>
                <c:pt idx="5644">
                  <c:v>37833</c:v>
                </c:pt>
                <c:pt idx="5645">
                  <c:v>37832</c:v>
                </c:pt>
                <c:pt idx="5646">
                  <c:v>37831</c:v>
                </c:pt>
                <c:pt idx="5647">
                  <c:v>37830</c:v>
                </c:pt>
                <c:pt idx="5648">
                  <c:v>37827</c:v>
                </c:pt>
                <c:pt idx="5649">
                  <c:v>37826</c:v>
                </c:pt>
                <c:pt idx="5650">
                  <c:v>37825</c:v>
                </c:pt>
                <c:pt idx="5651">
                  <c:v>37824</c:v>
                </c:pt>
                <c:pt idx="5652">
                  <c:v>37823</c:v>
                </c:pt>
                <c:pt idx="5653">
                  <c:v>37820</c:v>
                </c:pt>
                <c:pt idx="5654">
                  <c:v>37819</c:v>
                </c:pt>
                <c:pt idx="5655">
                  <c:v>37818</c:v>
                </c:pt>
                <c:pt idx="5656">
                  <c:v>37817</c:v>
                </c:pt>
                <c:pt idx="5657">
                  <c:v>37816</c:v>
                </c:pt>
                <c:pt idx="5658">
                  <c:v>37813</c:v>
                </c:pt>
                <c:pt idx="5659">
                  <c:v>37812</c:v>
                </c:pt>
                <c:pt idx="5660">
                  <c:v>37811</c:v>
                </c:pt>
                <c:pt idx="5661">
                  <c:v>37810</c:v>
                </c:pt>
                <c:pt idx="5662">
                  <c:v>37809</c:v>
                </c:pt>
                <c:pt idx="5663">
                  <c:v>37806</c:v>
                </c:pt>
                <c:pt idx="5664">
                  <c:v>37805</c:v>
                </c:pt>
                <c:pt idx="5665">
                  <c:v>37804</c:v>
                </c:pt>
                <c:pt idx="5666">
                  <c:v>37802</c:v>
                </c:pt>
                <c:pt idx="5667">
                  <c:v>37799</c:v>
                </c:pt>
                <c:pt idx="5668">
                  <c:v>37798</c:v>
                </c:pt>
                <c:pt idx="5669">
                  <c:v>37797</c:v>
                </c:pt>
                <c:pt idx="5670">
                  <c:v>37796</c:v>
                </c:pt>
                <c:pt idx="5671">
                  <c:v>37795</c:v>
                </c:pt>
                <c:pt idx="5672">
                  <c:v>37792</c:v>
                </c:pt>
                <c:pt idx="5673">
                  <c:v>37791</c:v>
                </c:pt>
                <c:pt idx="5674">
                  <c:v>37790</c:v>
                </c:pt>
                <c:pt idx="5675">
                  <c:v>37789</c:v>
                </c:pt>
                <c:pt idx="5676">
                  <c:v>37788</c:v>
                </c:pt>
                <c:pt idx="5677">
                  <c:v>37785</c:v>
                </c:pt>
                <c:pt idx="5678">
                  <c:v>37784</c:v>
                </c:pt>
                <c:pt idx="5679">
                  <c:v>37783</c:v>
                </c:pt>
                <c:pt idx="5680">
                  <c:v>37782</c:v>
                </c:pt>
                <c:pt idx="5681">
                  <c:v>37781</c:v>
                </c:pt>
                <c:pt idx="5682">
                  <c:v>37778</c:v>
                </c:pt>
                <c:pt idx="5683">
                  <c:v>37777</c:v>
                </c:pt>
                <c:pt idx="5684">
                  <c:v>37775</c:v>
                </c:pt>
                <c:pt idx="5685">
                  <c:v>37774</c:v>
                </c:pt>
                <c:pt idx="5686">
                  <c:v>37771</c:v>
                </c:pt>
                <c:pt idx="5687">
                  <c:v>37770</c:v>
                </c:pt>
                <c:pt idx="5688">
                  <c:v>37769</c:v>
                </c:pt>
                <c:pt idx="5689">
                  <c:v>37768</c:v>
                </c:pt>
                <c:pt idx="5690">
                  <c:v>37767</c:v>
                </c:pt>
                <c:pt idx="5691">
                  <c:v>37764</c:v>
                </c:pt>
                <c:pt idx="5692">
                  <c:v>37763</c:v>
                </c:pt>
                <c:pt idx="5693">
                  <c:v>37762</c:v>
                </c:pt>
                <c:pt idx="5694">
                  <c:v>37761</c:v>
                </c:pt>
                <c:pt idx="5695">
                  <c:v>37760</c:v>
                </c:pt>
                <c:pt idx="5696">
                  <c:v>37757</c:v>
                </c:pt>
                <c:pt idx="5697">
                  <c:v>37756</c:v>
                </c:pt>
                <c:pt idx="5698">
                  <c:v>37755</c:v>
                </c:pt>
                <c:pt idx="5699">
                  <c:v>37754</c:v>
                </c:pt>
                <c:pt idx="5700">
                  <c:v>37753</c:v>
                </c:pt>
                <c:pt idx="5701">
                  <c:v>37750</c:v>
                </c:pt>
                <c:pt idx="5702">
                  <c:v>37748</c:v>
                </c:pt>
                <c:pt idx="5703">
                  <c:v>37747</c:v>
                </c:pt>
                <c:pt idx="5704">
                  <c:v>37746</c:v>
                </c:pt>
                <c:pt idx="5705">
                  <c:v>37743</c:v>
                </c:pt>
                <c:pt idx="5706">
                  <c:v>37741</c:v>
                </c:pt>
                <c:pt idx="5707">
                  <c:v>37740</c:v>
                </c:pt>
                <c:pt idx="5708">
                  <c:v>37739</c:v>
                </c:pt>
                <c:pt idx="5709">
                  <c:v>37736</c:v>
                </c:pt>
                <c:pt idx="5710">
                  <c:v>37735</c:v>
                </c:pt>
                <c:pt idx="5711">
                  <c:v>37734</c:v>
                </c:pt>
                <c:pt idx="5712">
                  <c:v>37733</c:v>
                </c:pt>
                <c:pt idx="5713">
                  <c:v>37728</c:v>
                </c:pt>
                <c:pt idx="5714">
                  <c:v>37727</c:v>
                </c:pt>
                <c:pt idx="5715">
                  <c:v>37726</c:v>
                </c:pt>
                <c:pt idx="5716">
                  <c:v>37725</c:v>
                </c:pt>
                <c:pt idx="5717">
                  <c:v>37722</c:v>
                </c:pt>
                <c:pt idx="5718">
                  <c:v>37721</c:v>
                </c:pt>
                <c:pt idx="5719">
                  <c:v>37720</c:v>
                </c:pt>
                <c:pt idx="5720">
                  <c:v>37719</c:v>
                </c:pt>
                <c:pt idx="5721">
                  <c:v>37718</c:v>
                </c:pt>
                <c:pt idx="5722">
                  <c:v>37715</c:v>
                </c:pt>
                <c:pt idx="5723">
                  <c:v>37714</c:v>
                </c:pt>
                <c:pt idx="5724">
                  <c:v>37713</c:v>
                </c:pt>
                <c:pt idx="5725">
                  <c:v>37712</c:v>
                </c:pt>
                <c:pt idx="5726">
                  <c:v>37711</c:v>
                </c:pt>
                <c:pt idx="5727">
                  <c:v>37708</c:v>
                </c:pt>
                <c:pt idx="5728">
                  <c:v>37707</c:v>
                </c:pt>
                <c:pt idx="5729">
                  <c:v>37706</c:v>
                </c:pt>
                <c:pt idx="5730">
                  <c:v>37705</c:v>
                </c:pt>
                <c:pt idx="5731">
                  <c:v>37704</c:v>
                </c:pt>
                <c:pt idx="5732">
                  <c:v>37701</c:v>
                </c:pt>
                <c:pt idx="5733">
                  <c:v>37700</c:v>
                </c:pt>
                <c:pt idx="5734">
                  <c:v>37699</c:v>
                </c:pt>
                <c:pt idx="5735">
                  <c:v>37698</c:v>
                </c:pt>
                <c:pt idx="5736">
                  <c:v>37697</c:v>
                </c:pt>
                <c:pt idx="5737">
                  <c:v>37694</c:v>
                </c:pt>
                <c:pt idx="5738">
                  <c:v>37693</c:v>
                </c:pt>
                <c:pt idx="5739">
                  <c:v>37692</c:v>
                </c:pt>
                <c:pt idx="5740">
                  <c:v>37691</c:v>
                </c:pt>
                <c:pt idx="5741">
                  <c:v>37690</c:v>
                </c:pt>
                <c:pt idx="5742">
                  <c:v>37687</c:v>
                </c:pt>
                <c:pt idx="5743">
                  <c:v>37686</c:v>
                </c:pt>
                <c:pt idx="5744">
                  <c:v>37685</c:v>
                </c:pt>
                <c:pt idx="5745">
                  <c:v>37684</c:v>
                </c:pt>
                <c:pt idx="5746">
                  <c:v>37683</c:v>
                </c:pt>
                <c:pt idx="5747">
                  <c:v>37680</c:v>
                </c:pt>
                <c:pt idx="5748">
                  <c:v>37679</c:v>
                </c:pt>
                <c:pt idx="5749">
                  <c:v>37678</c:v>
                </c:pt>
                <c:pt idx="5750">
                  <c:v>37677</c:v>
                </c:pt>
                <c:pt idx="5751">
                  <c:v>37676</c:v>
                </c:pt>
                <c:pt idx="5752">
                  <c:v>37673</c:v>
                </c:pt>
                <c:pt idx="5753">
                  <c:v>37672</c:v>
                </c:pt>
                <c:pt idx="5754">
                  <c:v>37671</c:v>
                </c:pt>
                <c:pt idx="5755">
                  <c:v>37670</c:v>
                </c:pt>
                <c:pt idx="5756">
                  <c:v>37669</c:v>
                </c:pt>
                <c:pt idx="5757">
                  <c:v>37666</c:v>
                </c:pt>
                <c:pt idx="5758">
                  <c:v>37665</c:v>
                </c:pt>
                <c:pt idx="5759">
                  <c:v>37664</c:v>
                </c:pt>
                <c:pt idx="5760">
                  <c:v>37663</c:v>
                </c:pt>
                <c:pt idx="5761">
                  <c:v>37662</c:v>
                </c:pt>
                <c:pt idx="5762">
                  <c:v>37659</c:v>
                </c:pt>
                <c:pt idx="5763">
                  <c:v>37658</c:v>
                </c:pt>
                <c:pt idx="5764">
                  <c:v>37657</c:v>
                </c:pt>
                <c:pt idx="5765">
                  <c:v>37656</c:v>
                </c:pt>
                <c:pt idx="5766">
                  <c:v>37651</c:v>
                </c:pt>
                <c:pt idx="5767">
                  <c:v>37650</c:v>
                </c:pt>
                <c:pt idx="5768">
                  <c:v>37649</c:v>
                </c:pt>
                <c:pt idx="5769">
                  <c:v>37648</c:v>
                </c:pt>
                <c:pt idx="5770">
                  <c:v>37645</c:v>
                </c:pt>
                <c:pt idx="5771">
                  <c:v>37644</c:v>
                </c:pt>
                <c:pt idx="5772">
                  <c:v>37643</c:v>
                </c:pt>
                <c:pt idx="5773">
                  <c:v>37642</c:v>
                </c:pt>
                <c:pt idx="5774">
                  <c:v>37641</c:v>
                </c:pt>
                <c:pt idx="5775">
                  <c:v>37638</c:v>
                </c:pt>
                <c:pt idx="5776">
                  <c:v>37637</c:v>
                </c:pt>
                <c:pt idx="5777">
                  <c:v>37636</c:v>
                </c:pt>
                <c:pt idx="5778">
                  <c:v>37635</c:v>
                </c:pt>
                <c:pt idx="5779">
                  <c:v>37634</c:v>
                </c:pt>
                <c:pt idx="5780">
                  <c:v>37631</c:v>
                </c:pt>
                <c:pt idx="5781">
                  <c:v>37630</c:v>
                </c:pt>
                <c:pt idx="5782">
                  <c:v>37629</c:v>
                </c:pt>
                <c:pt idx="5783">
                  <c:v>37628</c:v>
                </c:pt>
                <c:pt idx="5784">
                  <c:v>37627</c:v>
                </c:pt>
                <c:pt idx="5785">
                  <c:v>37624</c:v>
                </c:pt>
                <c:pt idx="5786">
                  <c:v>37623</c:v>
                </c:pt>
                <c:pt idx="5787">
                  <c:v>37621</c:v>
                </c:pt>
                <c:pt idx="5788">
                  <c:v>37620</c:v>
                </c:pt>
                <c:pt idx="5789">
                  <c:v>37617</c:v>
                </c:pt>
                <c:pt idx="5790">
                  <c:v>37614</c:v>
                </c:pt>
                <c:pt idx="5791">
                  <c:v>37613</c:v>
                </c:pt>
                <c:pt idx="5792">
                  <c:v>37610</c:v>
                </c:pt>
                <c:pt idx="5793">
                  <c:v>37609</c:v>
                </c:pt>
                <c:pt idx="5794">
                  <c:v>37608</c:v>
                </c:pt>
                <c:pt idx="5795">
                  <c:v>37607</c:v>
                </c:pt>
                <c:pt idx="5796">
                  <c:v>37606</c:v>
                </c:pt>
                <c:pt idx="5797">
                  <c:v>37603</c:v>
                </c:pt>
                <c:pt idx="5798">
                  <c:v>37602</c:v>
                </c:pt>
                <c:pt idx="5799">
                  <c:v>37601</c:v>
                </c:pt>
                <c:pt idx="5800">
                  <c:v>37600</c:v>
                </c:pt>
                <c:pt idx="5801">
                  <c:v>37599</c:v>
                </c:pt>
                <c:pt idx="5802">
                  <c:v>37596</c:v>
                </c:pt>
                <c:pt idx="5803">
                  <c:v>37595</c:v>
                </c:pt>
                <c:pt idx="5804">
                  <c:v>37594</c:v>
                </c:pt>
                <c:pt idx="5805">
                  <c:v>37593</c:v>
                </c:pt>
                <c:pt idx="5806">
                  <c:v>37592</c:v>
                </c:pt>
                <c:pt idx="5807">
                  <c:v>37589</c:v>
                </c:pt>
                <c:pt idx="5808">
                  <c:v>37588</c:v>
                </c:pt>
                <c:pt idx="5809">
                  <c:v>37587</c:v>
                </c:pt>
                <c:pt idx="5810">
                  <c:v>37586</c:v>
                </c:pt>
                <c:pt idx="5811">
                  <c:v>37585</c:v>
                </c:pt>
                <c:pt idx="5812">
                  <c:v>37582</c:v>
                </c:pt>
                <c:pt idx="5813">
                  <c:v>37581</c:v>
                </c:pt>
                <c:pt idx="5814">
                  <c:v>37580</c:v>
                </c:pt>
                <c:pt idx="5815">
                  <c:v>37579</c:v>
                </c:pt>
                <c:pt idx="5816">
                  <c:v>37578</c:v>
                </c:pt>
                <c:pt idx="5817">
                  <c:v>37575</c:v>
                </c:pt>
                <c:pt idx="5818">
                  <c:v>37574</c:v>
                </c:pt>
                <c:pt idx="5819">
                  <c:v>37573</c:v>
                </c:pt>
                <c:pt idx="5820">
                  <c:v>37572</c:v>
                </c:pt>
                <c:pt idx="5821">
                  <c:v>37571</c:v>
                </c:pt>
                <c:pt idx="5822">
                  <c:v>37568</c:v>
                </c:pt>
                <c:pt idx="5823">
                  <c:v>37567</c:v>
                </c:pt>
                <c:pt idx="5824">
                  <c:v>37566</c:v>
                </c:pt>
                <c:pt idx="5825">
                  <c:v>37565</c:v>
                </c:pt>
                <c:pt idx="5826">
                  <c:v>37564</c:v>
                </c:pt>
                <c:pt idx="5827">
                  <c:v>37561</c:v>
                </c:pt>
                <c:pt idx="5828">
                  <c:v>37560</c:v>
                </c:pt>
                <c:pt idx="5829">
                  <c:v>37559</c:v>
                </c:pt>
                <c:pt idx="5830">
                  <c:v>37558</c:v>
                </c:pt>
                <c:pt idx="5831">
                  <c:v>37557</c:v>
                </c:pt>
                <c:pt idx="5832">
                  <c:v>37554</c:v>
                </c:pt>
                <c:pt idx="5833">
                  <c:v>37553</c:v>
                </c:pt>
                <c:pt idx="5834">
                  <c:v>37552</c:v>
                </c:pt>
                <c:pt idx="5835">
                  <c:v>37551</c:v>
                </c:pt>
                <c:pt idx="5836">
                  <c:v>37550</c:v>
                </c:pt>
                <c:pt idx="5837">
                  <c:v>37547</c:v>
                </c:pt>
                <c:pt idx="5838">
                  <c:v>37546</c:v>
                </c:pt>
                <c:pt idx="5839">
                  <c:v>37545</c:v>
                </c:pt>
                <c:pt idx="5840">
                  <c:v>37544</c:v>
                </c:pt>
                <c:pt idx="5841">
                  <c:v>37540</c:v>
                </c:pt>
                <c:pt idx="5842">
                  <c:v>37539</c:v>
                </c:pt>
                <c:pt idx="5843">
                  <c:v>37538</c:v>
                </c:pt>
                <c:pt idx="5844">
                  <c:v>37537</c:v>
                </c:pt>
                <c:pt idx="5845">
                  <c:v>37536</c:v>
                </c:pt>
                <c:pt idx="5846">
                  <c:v>37533</c:v>
                </c:pt>
                <c:pt idx="5847">
                  <c:v>37532</c:v>
                </c:pt>
                <c:pt idx="5848">
                  <c:v>37531</c:v>
                </c:pt>
                <c:pt idx="5849">
                  <c:v>37529</c:v>
                </c:pt>
                <c:pt idx="5850">
                  <c:v>37526</c:v>
                </c:pt>
                <c:pt idx="5851">
                  <c:v>37525</c:v>
                </c:pt>
                <c:pt idx="5852">
                  <c:v>37524</c:v>
                </c:pt>
                <c:pt idx="5853">
                  <c:v>37523</c:v>
                </c:pt>
                <c:pt idx="5854">
                  <c:v>37522</c:v>
                </c:pt>
                <c:pt idx="5855">
                  <c:v>37519</c:v>
                </c:pt>
                <c:pt idx="5856">
                  <c:v>37518</c:v>
                </c:pt>
                <c:pt idx="5857">
                  <c:v>37517</c:v>
                </c:pt>
                <c:pt idx="5858">
                  <c:v>37516</c:v>
                </c:pt>
                <c:pt idx="5859">
                  <c:v>37515</c:v>
                </c:pt>
                <c:pt idx="5860">
                  <c:v>37512</c:v>
                </c:pt>
                <c:pt idx="5861">
                  <c:v>37511</c:v>
                </c:pt>
                <c:pt idx="5862">
                  <c:v>37510</c:v>
                </c:pt>
                <c:pt idx="5863">
                  <c:v>37509</c:v>
                </c:pt>
                <c:pt idx="5864">
                  <c:v>37508</c:v>
                </c:pt>
                <c:pt idx="5865">
                  <c:v>37505</c:v>
                </c:pt>
                <c:pt idx="5866">
                  <c:v>37504</c:v>
                </c:pt>
                <c:pt idx="5867">
                  <c:v>37503</c:v>
                </c:pt>
                <c:pt idx="5868">
                  <c:v>37502</c:v>
                </c:pt>
                <c:pt idx="5869">
                  <c:v>37501</c:v>
                </c:pt>
                <c:pt idx="5870">
                  <c:v>37498</c:v>
                </c:pt>
                <c:pt idx="5871">
                  <c:v>37497</c:v>
                </c:pt>
                <c:pt idx="5872">
                  <c:v>37496</c:v>
                </c:pt>
                <c:pt idx="5873">
                  <c:v>37495</c:v>
                </c:pt>
                <c:pt idx="5874">
                  <c:v>37494</c:v>
                </c:pt>
                <c:pt idx="5875">
                  <c:v>37491</c:v>
                </c:pt>
                <c:pt idx="5876">
                  <c:v>37490</c:v>
                </c:pt>
                <c:pt idx="5877">
                  <c:v>37489</c:v>
                </c:pt>
                <c:pt idx="5878">
                  <c:v>37488</c:v>
                </c:pt>
                <c:pt idx="5879">
                  <c:v>37487</c:v>
                </c:pt>
                <c:pt idx="5880">
                  <c:v>37484</c:v>
                </c:pt>
                <c:pt idx="5881">
                  <c:v>37483</c:v>
                </c:pt>
                <c:pt idx="5882">
                  <c:v>37482</c:v>
                </c:pt>
                <c:pt idx="5883">
                  <c:v>37481</c:v>
                </c:pt>
                <c:pt idx="5884">
                  <c:v>37480</c:v>
                </c:pt>
                <c:pt idx="5885">
                  <c:v>37477</c:v>
                </c:pt>
                <c:pt idx="5886">
                  <c:v>37476</c:v>
                </c:pt>
                <c:pt idx="5887">
                  <c:v>37475</c:v>
                </c:pt>
                <c:pt idx="5888">
                  <c:v>37474</c:v>
                </c:pt>
                <c:pt idx="5889">
                  <c:v>37473</c:v>
                </c:pt>
                <c:pt idx="5890">
                  <c:v>37470</c:v>
                </c:pt>
                <c:pt idx="5891">
                  <c:v>37469</c:v>
                </c:pt>
                <c:pt idx="5892">
                  <c:v>37468</c:v>
                </c:pt>
                <c:pt idx="5893">
                  <c:v>37467</c:v>
                </c:pt>
                <c:pt idx="5894">
                  <c:v>37466</c:v>
                </c:pt>
                <c:pt idx="5895">
                  <c:v>37463</c:v>
                </c:pt>
                <c:pt idx="5896">
                  <c:v>37462</c:v>
                </c:pt>
                <c:pt idx="5897">
                  <c:v>37461</c:v>
                </c:pt>
                <c:pt idx="5898">
                  <c:v>37460</c:v>
                </c:pt>
                <c:pt idx="5899">
                  <c:v>37459</c:v>
                </c:pt>
                <c:pt idx="5900">
                  <c:v>37456</c:v>
                </c:pt>
                <c:pt idx="5901">
                  <c:v>37455</c:v>
                </c:pt>
                <c:pt idx="5902">
                  <c:v>37454</c:v>
                </c:pt>
                <c:pt idx="5903">
                  <c:v>37453</c:v>
                </c:pt>
                <c:pt idx="5904">
                  <c:v>37452</c:v>
                </c:pt>
                <c:pt idx="5905">
                  <c:v>37449</c:v>
                </c:pt>
                <c:pt idx="5906">
                  <c:v>37448</c:v>
                </c:pt>
                <c:pt idx="5907">
                  <c:v>37447</c:v>
                </c:pt>
                <c:pt idx="5908">
                  <c:v>37446</c:v>
                </c:pt>
                <c:pt idx="5909">
                  <c:v>37445</c:v>
                </c:pt>
                <c:pt idx="5910">
                  <c:v>37442</c:v>
                </c:pt>
                <c:pt idx="5911">
                  <c:v>37441</c:v>
                </c:pt>
                <c:pt idx="5912">
                  <c:v>37440</c:v>
                </c:pt>
                <c:pt idx="5913">
                  <c:v>37439</c:v>
                </c:pt>
                <c:pt idx="5914">
                  <c:v>37435</c:v>
                </c:pt>
                <c:pt idx="5915">
                  <c:v>37434</c:v>
                </c:pt>
                <c:pt idx="5916">
                  <c:v>37433</c:v>
                </c:pt>
                <c:pt idx="5917">
                  <c:v>37432</c:v>
                </c:pt>
                <c:pt idx="5918">
                  <c:v>37431</c:v>
                </c:pt>
                <c:pt idx="5919">
                  <c:v>37428</c:v>
                </c:pt>
                <c:pt idx="5920">
                  <c:v>37427</c:v>
                </c:pt>
                <c:pt idx="5921">
                  <c:v>37426</c:v>
                </c:pt>
                <c:pt idx="5922">
                  <c:v>37425</c:v>
                </c:pt>
                <c:pt idx="5923">
                  <c:v>37424</c:v>
                </c:pt>
                <c:pt idx="5924">
                  <c:v>37421</c:v>
                </c:pt>
                <c:pt idx="5925">
                  <c:v>37420</c:v>
                </c:pt>
                <c:pt idx="5926">
                  <c:v>37419</c:v>
                </c:pt>
                <c:pt idx="5927">
                  <c:v>37418</c:v>
                </c:pt>
                <c:pt idx="5928">
                  <c:v>37417</c:v>
                </c:pt>
                <c:pt idx="5929">
                  <c:v>37414</c:v>
                </c:pt>
                <c:pt idx="5930">
                  <c:v>37413</c:v>
                </c:pt>
                <c:pt idx="5931">
                  <c:v>37412</c:v>
                </c:pt>
                <c:pt idx="5932">
                  <c:v>37411</c:v>
                </c:pt>
                <c:pt idx="5933">
                  <c:v>37410</c:v>
                </c:pt>
                <c:pt idx="5934">
                  <c:v>37407</c:v>
                </c:pt>
                <c:pt idx="5935">
                  <c:v>37406</c:v>
                </c:pt>
                <c:pt idx="5936">
                  <c:v>37405</c:v>
                </c:pt>
                <c:pt idx="5937">
                  <c:v>37404</c:v>
                </c:pt>
                <c:pt idx="5938">
                  <c:v>37403</c:v>
                </c:pt>
                <c:pt idx="5939">
                  <c:v>37400</c:v>
                </c:pt>
                <c:pt idx="5940">
                  <c:v>37399</c:v>
                </c:pt>
                <c:pt idx="5941">
                  <c:v>37398</c:v>
                </c:pt>
                <c:pt idx="5942">
                  <c:v>37397</c:v>
                </c:pt>
                <c:pt idx="5943">
                  <c:v>37393</c:v>
                </c:pt>
                <c:pt idx="5944">
                  <c:v>37392</c:v>
                </c:pt>
                <c:pt idx="5945">
                  <c:v>37391</c:v>
                </c:pt>
                <c:pt idx="5946">
                  <c:v>37390</c:v>
                </c:pt>
                <c:pt idx="5947">
                  <c:v>37389</c:v>
                </c:pt>
                <c:pt idx="5948">
                  <c:v>37386</c:v>
                </c:pt>
                <c:pt idx="5949">
                  <c:v>37385</c:v>
                </c:pt>
                <c:pt idx="5950">
                  <c:v>37384</c:v>
                </c:pt>
                <c:pt idx="5951">
                  <c:v>37383</c:v>
                </c:pt>
                <c:pt idx="5952">
                  <c:v>37382</c:v>
                </c:pt>
                <c:pt idx="5953">
                  <c:v>37379</c:v>
                </c:pt>
                <c:pt idx="5954">
                  <c:v>37378</c:v>
                </c:pt>
                <c:pt idx="5955">
                  <c:v>37376</c:v>
                </c:pt>
                <c:pt idx="5956">
                  <c:v>37375</c:v>
                </c:pt>
                <c:pt idx="5957">
                  <c:v>37372</c:v>
                </c:pt>
                <c:pt idx="5958">
                  <c:v>37371</c:v>
                </c:pt>
                <c:pt idx="5959">
                  <c:v>37370</c:v>
                </c:pt>
                <c:pt idx="5960">
                  <c:v>37369</c:v>
                </c:pt>
                <c:pt idx="5961">
                  <c:v>37368</c:v>
                </c:pt>
                <c:pt idx="5962">
                  <c:v>37365</c:v>
                </c:pt>
                <c:pt idx="5963">
                  <c:v>37364</c:v>
                </c:pt>
                <c:pt idx="5964">
                  <c:v>37363</c:v>
                </c:pt>
                <c:pt idx="5965">
                  <c:v>37362</c:v>
                </c:pt>
                <c:pt idx="5966">
                  <c:v>37361</c:v>
                </c:pt>
                <c:pt idx="5967">
                  <c:v>37358</c:v>
                </c:pt>
                <c:pt idx="5968">
                  <c:v>37357</c:v>
                </c:pt>
                <c:pt idx="5969">
                  <c:v>37356</c:v>
                </c:pt>
                <c:pt idx="5970">
                  <c:v>37355</c:v>
                </c:pt>
                <c:pt idx="5971">
                  <c:v>37354</c:v>
                </c:pt>
                <c:pt idx="5972">
                  <c:v>37350</c:v>
                </c:pt>
                <c:pt idx="5973">
                  <c:v>37349</c:v>
                </c:pt>
                <c:pt idx="5974">
                  <c:v>37348</c:v>
                </c:pt>
                <c:pt idx="5975">
                  <c:v>37343</c:v>
                </c:pt>
                <c:pt idx="5976">
                  <c:v>37342</c:v>
                </c:pt>
                <c:pt idx="5977">
                  <c:v>37341</c:v>
                </c:pt>
                <c:pt idx="5978">
                  <c:v>37340</c:v>
                </c:pt>
                <c:pt idx="5979">
                  <c:v>37337</c:v>
                </c:pt>
                <c:pt idx="5980">
                  <c:v>37336</c:v>
                </c:pt>
                <c:pt idx="5981">
                  <c:v>37335</c:v>
                </c:pt>
                <c:pt idx="5982">
                  <c:v>37334</c:v>
                </c:pt>
                <c:pt idx="5983">
                  <c:v>37333</c:v>
                </c:pt>
                <c:pt idx="5984">
                  <c:v>37330</c:v>
                </c:pt>
                <c:pt idx="5985">
                  <c:v>37329</c:v>
                </c:pt>
                <c:pt idx="5986">
                  <c:v>37328</c:v>
                </c:pt>
                <c:pt idx="5987">
                  <c:v>37327</c:v>
                </c:pt>
                <c:pt idx="5988">
                  <c:v>37326</c:v>
                </c:pt>
                <c:pt idx="5989">
                  <c:v>37323</c:v>
                </c:pt>
                <c:pt idx="5990">
                  <c:v>37322</c:v>
                </c:pt>
                <c:pt idx="5991">
                  <c:v>37321</c:v>
                </c:pt>
                <c:pt idx="5992">
                  <c:v>37320</c:v>
                </c:pt>
                <c:pt idx="5993">
                  <c:v>37319</c:v>
                </c:pt>
                <c:pt idx="5994">
                  <c:v>37316</c:v>
                </c:pt>
                <c:pt idx="5995">
                  <c:v>37315</c:v>
                </c:pt>
                <c:pt idx="5996">
                  <c:v>37314</c:v>
                </c:pt>
                <c:pt idx="5997">
                  <c:v>37313</c:v>
                </c:pt>
                <c:pt idx="5998">
                  <c:v>37312</c:v>
                </c:pt>
                <c:pt idx="5999">
                  <c:v>37309</c:v>
                </c:pt>
                <c:pt idx="6000">
                  <c:v>37308</c:v>
                </c:pt>
                <c:pt idx="6001">
                  <c:v>37307</c:v>
                </c:pt>
                <c:pt idx="6002">
                  <c:v>37306</c:v>
                </c:pt>
                <c:pt idx="6003">
                  <c:v>37305</c:v>
                </c:pt>
                <c:pt idx="6004">
                  <c:v>37302</c:v>
                </c:pt>
                <c:pt idx="6005">
                  <c:v>37298</c:v>
                </c:pt>
                <c:pt idx="6006">
                  <c:v>37295</c:v>
                </c:pt>
                <c:pt idx="6007">
                  <c:v>37294</c:v>
                </c:pt>
                <c:pt idx="6008">
                  <c:v>37293</c:v>
                </c:pt>
                <c:pt idx="6009">
                  <c:v>37292</c:v>
                </c:pt>
                <c:pt idx="6010">
                  <c:v>37291</c:v>
                </c:pt>
                <c:pt idx="6011">
                  <c:v>37288</c:v>
                </c:pt>
                <c:pt idx="6012">
                  <c:v>37287</c:v>
                </c:pt>
                <c:pt idx="6013">
                  <c:v>37286</c:v>
                </c:pt>
                <c:pt idx="6014">
                  <c:v>37285</c:v>
                </c:pt>
                <c:pt idx="6015">
                  <c:v>37284</c:v>
                </c:pt>
                <c:pt idx="6016">
                  <c:v>37281</c:v>
                </c:pt>
                <c:pt idx="6017">
                  <c:v>37280</c:v>
                </c:pt>
                <c:pt idx="6018">
                  <c:v>37279</c:v>
                </c:pt>
                <c:pt idx="6019">
                  <c:v>37278</c:v>
                </c:pt>
                <c:pt idx="6020">
                  <c:v>37277</c:v>
                </c:pt>
                <c:pt idx="6021">
                  <c:v>37274</c:v>
                </c:pt>
                <c:pt idx="6022">
                  <c:v>37273</c:v>
                </c:pt>
                <c:pt idx="6023">
                  <c:v>37272</c:v>
                </c:pt>
                <c:pt idx="6024">
                  <c:v>37271</c:v>
                </c:pt>
                <c:pt idx="6025">
                  <c:v>37270</c:v>
                </c:pt>
                <c:pt idx="6026">
                  <c:v>37267</c:v>
                </c:pt>
                <c:pt idx="6027">
                  <c:v>37266</c:v>
                </c:pt>
                <c:pt idx="6028">
                  <c:v>37265</c:v>
                </c:pt>
                <c:pt idx="6029">
                  <c:v>37264</c:v>
                </c:pt>
                <c:pt idx="6030">
                  <c:v>37263</c:v>
                </c:pt>
                <c:pt idx="6031">
                  <c:v>37260</c:v>
                </c:pt>
                <c:pt idx="6032">
                  <c:v>37259</c:v>
                </c:pt>
                <c:pt idx="6033">
                  <c:v>37258</c:v>
                </c:pt>
                <c:pt idx="6034">
                  <c:v>37256</c:v>
                </c:pt>
                <c:pt idx="6035">
                  <c:v>37253</c:v>
                </c:pt>
                <c:pt idx="6036">
                  <c:v>37252</c:v>
                </c:pt>
                <c:pt idx="6037">
                  <c:v>37249</c:v>
                </c:pt>
                <c:pt idx="6038">
                  <c:v>37246</c:v>
                </c:pt>
                <c:pt idx="6039">
                  <c:v>37245</c:v>
                </c:pt>
                <c:pt idx="6040">
                  <c:v>37244</c:v>
                </c:pt>
                <c:pt idx="6041">
                  <c:v>37243</c:v>
                </c:pt>
                <c:pt idx="6042">
                  <c:v>37242</c:v>
                </c:pt>
                <c:pt idx="6043">
                  <c:v>37239</c:v>
                </c:pt>
                <c:pt idx="6044">
                  <c:v>37238</c:v>
                </c:pt>
                <c:pt idx="6045">
                  <c:v>37237</c:v>
                </c:pt>
                <c:pt idx="6046">
                  <c:v>37236</c:v>
                </c:pt>
                <c:pt idx="6047">
                  <c:v>37235</c:v>
                </c:pt>
                <c:pt idx="6048">
                  <c:v>37232</c:v>
                </c:pt>
                <c:pt idx="6049">
                  <c:v>37231</c:v>
                </c:pt>
                <c:pt idx="6050">
                  <c:v>37230</c:v>
                </c:pt>
                <c:pt idx="6051">
                  <c:v>37229</c:v>
                </c:pt>
                <c:pt idx="6052">
                  <c:v>37228</c:v>
                </c:pt>
                <c:pt idx="6053">
                  <c:v>37225</c:v>
                </c:pt>
                <c:pt idx="6054">
                  <c:v>37224</c:v>
                </c:pt>
                <c:pt idx="6055">
                  <c:v>37223</c:v>
                </c:pt>
                <c:pt idx="6056">
                  <c:v>37222</c:v>
                </c:pt>
                <c:pt idx="6057">
                  <c:v>37221</c:v>
                </c:pt>
                <c:pt idx="6058">
                  <c:v>37218</c:v>
                </c:pt>
                <c:pt idx="6059">
                  <c:v>37217</c:v>
                </c:pt>
                <c:pt idx="6060">
                  <c:v>37216</c:v>
                </c:pt>
                <c:pt idx="6061">
                  <c:v>37215</c:v>
                </c:pt>
                <c:pt idx="6062">
                  <c:v>37214</c:v>
                </c:pt>
                <c:pt idx="6063">
                  <c:v>37211</c:v>
                </c:pt>
                <c:pt idx="6064">
                  <c:v>37210</c:v>
                </c:pt>
                <c:pt idx="6065">
                  <c:v>37209</c:v>
                </c:pt>
                <c:pt idx="6066">
                  <c:v>37208</c:v>
                </c:pt>
                <c:pt idx="6067">
                  <c:v>37207</c:v>
                </c:pt>
                <c:pt idx="6068">
                  <c:v>37204</c:v>
                </c:pt>
                <c:pt idx="6069">
                  <c:v>37203</c:v>
                </c:pt>
                <c:pt idx="6070">
                  <c:v>37202</c:v>
                </c:pt>
                <c:pt idx="6071">
                  <c:v>37201</c:v>
                </c:pt>
                <c:pt idx="6072">
                  <c:v>37200</c:v>
                </c:pt>
                <c:pt idx="6073">
                  <c:v>37197</c:v>
                </c:pt>
                <c:pt idx="6074">
                  <c:v>37196</c:v>
                </c:pt>
                <c:pt idx="6075">
                  <c:v>37195</c:v>
                </c:pt>
                <c:pt idx="6076">
                  <c:v>37194</c:v>
                </c:pt>
                <c:pt idx="6077">
                  <c:v>37193</c:v>
                </c:pt>
                <c:pt idx="6078">
                  <c:v>37190</c:v>
                </c:pt>
                <c:pt idx="6079">
                  <c:v>37188</c:v>
                </c:pt>
                <c:pt idx="6080">
                  <c:v>37187</c:v>
                </c:pt>
                <c:pt idx="6081">
                  <c:v>37186</c:v>
                </c:pt>
                <c:pt idx="6082">
                  <c:v>37183</c:v>
                </c:pt>
                <c:pt idx="6083">
                  <c:v>37182</c:v>
                </c:pt>
                <c:pt idx="6084">
                  <c:v>37181</c:v>
                </c:pt>
                <c:pt idx="6085">
                  <c:v>37180</c:v>
                </c:pt>
                <c:pt idx="6086">
                  <c:v>37179</c:v>
                </c:pt>
                <c:pt idx="6087">
                  <c:v>37176</c:v>
                </c:pt>
                <c:pt idx="6088">
                  <c:v>37175</c:v>
                </c:pt>
                <c:pt idx="6089">
                  <c:v>37174</c:v>
                </c:pt>
                <c:pt idx="6090">
                  <c:v>37173</c:v>
                </c:pt>
                <c:pt idx="6091">
                  <c:v>37172</c:v>
                </c:pt>
                <c:pt idx="6092">
                  <c:v>37169</c:v>
                </c:pt>
                <c:pt idx="6093">
                  <c:v>37168</c:v>
                </c:pt>
                <c:pt idx="6094">
                  <c:v>37167</c:v>
                </c:pt>
                <c:pt idx="6095">
                  <c:v>37162</c:v>
                </c:pt>
                <c:pt idx="6096">
                  <c:v>37161</c:v>
                </c:pt>
                <c:pt idx="6097">
                  <c:v>37160</c:v>
                </c:pt>
                <c:pt idx="6098">
                  <c:v>37159</c:v>
                </c:pt>
                <c:pt idx="6099">
                  <c:v>37158</c:v>
                </c:pt>
                <c:pt idx="6100">
                  <c:v>37155</c:v>
                </c:pt>
                <c:pt idx="6101">
                  <c:v>37154</c:v>
                </c:pt>
                <c:pt idx="6102">
                  <c:v>37153</c:v>
                </c:pt>
                <c:pt idx="6103">
                  <c:v>37152</c:v>
                </c:pt>
                <c:pt idx="6104">
                  <c:v>37151</c:v>
                </c:pt>
                <c:pt idx="6105">
                  <c:v>37148</c:v>
                </c:pt>
                <c:pt idx="6106">
                  <c:v>37147</c:v>
                </c:pt>
                <c:pt idx="6107">
                  <c:v>37146</c:v>
                </c:pt>
                <c:pt idx="6108">
                  <c:v>37145</c:v>
                </c:pt>
                <c:pt idx="6109">
                  <c:v>37144</c:v>
                </c:pt>
                <c:pt idx="6110">
                  <c:v>37141</c:v>
                </c:pt>
                <c:pt idx="6111">
                  <c:v>37140</c:v>
                </c:pt>
                <c:pt idx="6112">
                  <c:v>37139</c:v>
                </c:pt>
                <c:pt idx="6113">
                  <c:v>37138</c:v>
                </c:pt>
                <c:pt idx="6114">
                  <c:v>37137</c:v>
                </c:pt>
                <c:pt idx="6115">
                  <c:v>37134</c:v>
                </c:pt>
                <c:pt idx="6116">
                  <c:v>37133</c:v>
                </c:pt>
                <c:pt idx="6117">
                  <c:v>37132</c:v>
                </c:pt>
                <c:pt idx="6118">
                  <c:v>37131</c:v>
                </c:pt>
                <c:pt idx="6119">
                  <c:v>37130</c:v>
                </c:pt>
                <c:pt idx="6120">
                  <c:v>37127</c:v>
                </c:pt>
                <c:pt idx="6121">
                  <c:v>37126</c:v>
                </c:pt>
                <c:pt idx="6122">
                  <c:v>37125</c:v>
                </c:pt>
                <c:pt idx="6123">
                  <c:v>37124</c:v>
                </c:pt>
                <c:pt idx="6124">
                  <c:v>37123</c:v>
                </c:pt>
                <c:pt idx="6125">
                  <c:v>37120</c:v>
                </c:pt>
                <c:pt idx="6126">
                  <c:v>37119</c:v>
                </c:pt>
                <c:pt idx="6127">
                  <c:v>37118</c:v>
                </c:pt>
                <c:pt idx="6128">
                  <c:v>37117</c:v>
                </c:pt>
                <c:pt idx="6129">
                  <c:v>37116</c:v>
                </c:pt>
                <c:pt idx="6130">
                  <c:v>37113</c:v>
                </c:pt>
                <c:pt idx="6131">
                  <c:v>37112</c:v>
                </c:pt>
                <c:pt idx="6132">
                  <c:v>37111</c:v>
                </c:pt>
                <c:pt idx="6133">
                  <c:v>37110</c:v>
                </c:pt>
                <c:pt idx="6134">
                  <c:v>37109</c:v>
                </c:pt>
                <c:pt idx="6135">
                  <c:v>37106</c:v>
                </c:pt>
                <c:pt idx="6136">
                  <c:v>37105</c:v>
                </c:pt>
                <c:pt idx="6137">
                  <c:v>37104</c:v>
                </c:pt>
                <c:pt idx="6138">
                  <c:v>37103</c:v>
                </c:pt>
                <c:pt idx="6139">
                  <c:v>37102</c:v>
                </c:pt>
                <c:pt idx="6140">
                  <c:v>37099</c:v>
                </c:pt>
                <c:pt idx="6141">
                  <c:v>37098</c:v>
                </c:pt>
                <c:pt idx="6142">
                  <c:v>37096</c:v>
                </c:pt>
                <c:pt idx="6143">
                  <c:v>37095</c:v>
                </c:pt>
                <c:pt idx="6144">
                  <c:v>37092</c:v>
                </c:pt>
                <c:pt idx="6145">
                  <c:v>37091</c:v>
                </c:pt>
                <c:pt idx="6146">
                  <c:v>37090</c:v>
                </c:pt>
                <c:pt idx="6147">
                  <c:v>37089</c:v>
                </c:pt>
                <c:pt idx="6148">
                  <c:v>37088</c:v>
                </c:pt>
                <c:pt idx="6149">
                  <c:v>37085</c:v>
                </c:pt>
                <c:pt idx="6150">
                  <c:v>37084</c:v>
                </c:pt>
                <c:pt idx="6151">
                  <c:v>37083</c:v>
                </c:pt>
                <c:pt idx="6152">
                  <c:v>37082</c:v>
                </c:pt>
                <c:pt idx="6153">
                  <c:v>37081</c:v>
                </c:pt>
                <c:pt idx="6154">
                  <c:v>37077</c:v>
                </c:pt>
                <c:pt idx="6155">
                  <c:v>37076</c:v>
                </c:pt>
                <c:pt idx="6156">
                  <c:v>37075</c:v>
                </c:pt>
                <c:pt idx="6157">
                  <c:v>37071</c:v>
                </c:pt>
                <c:pt idx="6158">
                  <c:v>37070</c:v>
                </c:pt>
                <c:pt idx="6159">
                  <c:v>37069</c:v>
                </c:pt>
                <c:pt idx="6160">
                  <c:v>37068</c:v>
                </c:pt>
                <c:pt idx="6161">
                  <c:v>37064</c:v>
                </c:pt>
                <c:pt idx="6162">
                  <c:v>37063</c:v>
                </c:pt>
                <c:pt idx="6163">
                  <c:v>37062</c:v>
                </c:pt>
                <c:pt idx="6164">
                  <c:v>37061</c:v>
                </c:pt>
                <c:pt idx="6165">
                  <c:v>37060</c:v>
                </c:pt>
                <c:pt idx="6166">
                  <c:v>37057</c:v>
                </c:pt>
                <c:pt idx="6167">
                  <c:v>37056</c:v>
                </c:pt>
                <c:pt idx="6168">
                  <c:v>37055</c:v>
                </c:pt>
                <c:pt idx="6169">
                  <c:v>37054</c:v>
                </c:pt>
                <c:pt idx="6170">
                  <c:v>37053</c:v>
                </c:pt>
                <c:pt idx="6171">
                  <c:v>37050</c:v>
                </c:pt>
                <c:pt idx="6172">
                  <c:v>37049</c:v>
                </c:pt>
                <c:pt idx="6173">
                  <c:v>37048</c:v>
                </c:pt>
                <c:pt idx="6174">
                  <c:v>37047</c:v>
                </c:pt>
                <c:pt idx="6175">
                  <c:v>37046</c:v>
                </c:pt>
                <c:pt idx="6176">
                  <c:v>37043</c:v>
                </c:pt>
                <c:pt idx="6177">
                  <c:v>37042</c:v>
                </c:pt>
                <c:pt idx="6178">
                  <c:v>37041</c:v>
                </c:pt>
                <c:pt idx="6179">
                  <c:v>37040</c:v>
                </c:pt>
                <c:pt idx="6180">
                  <c:v>37039</c:v>
                </c:pt>
                <c:pt idx="6181">
                  <c:v>37036</c:v>
                </c:pt>
                <c:pt idx="6182">
                  <c:v>37035</c:v>
                </c:pt>
                <c:pt idx="6183">
                  <c:v>37034</c:v>
                </c:pt>
                <c:pt idx="6184">
                  <c:v>37033</c:v>
                </c:pt>
                <c:pt idx="6185">
                  <c:v>37032</c:v>
                </c:pt>
                <c:pt idx="6186">
                  <c:v>37029</c:v>
                </c:pt>
                <c:pt idx="6187">
                  <c:v>37028</c:v>
                </c:pt>
                <c:pt idx="6188">
                  <c:v>37027</c:v>
                </c:pt>
                <c:pt idx="6189">
                  <c:v>37026</c:v>
                </c:pt>
                <c:pt idx="6190">
                  <c:v>37025</c:v>
                </c:pt>
                <c:pt idx="6191">
                  <c:v>37022</c:v>
                </c:pt>
                <c:pt idx="6192">
                  <c:v>37021</c:v>
                </c:pt>
                <c:pt idx="6193">
                  <c:v>37020</c:v>
                </c:pt>
                <c:pt idx="6194">
                  <c:v>37019</c:v>
                </c:pt>
                <c:pt idx="6195">
                  <c:v>37018</c:v>
                </c:pt>
                <c:pt idx="6196">
                  <c:v>37015</c:v>
                </c:pt>
                <c:pt idx="6197">
                  <c:v>37014</c:v>
                </c:pt>
                <c:pt idx="6198">
                  <c:v>37013</c:v>
                </c:pt>
                <c:pt idx="6199">
                  <c:v>37008</c:v>
                </c:pt>
                <c:pt idx="6200">
                  <c:v>37007</c:v>
                </c:pt>
                <c:pt idx="6201">
                  <c:v>37006</c:v>
                </c:pt>
                <c:pt idx="6202">
                  <c:v>37005</c:v>
                </c:pt>
                <c:pt idx="6203">
                  <c:v>37004</c:v>
                </c:pt>
                <c:pt idx="6204">
                  <c:v>37001</c:v>
                </c:pt>
                <c:pt idx="6205">
                  <c:v>37000</c:v>
                </c:pt>
                <c:pt idx="6206">
                  <c:v>36999</c:v>
                </c:pt>
                <c:pt idx="6207">
                  <c:v>36998</c:v>
                </c:pt>
                <c:pt idx="6208">
                  <c:v>36993</c:v>
                </c:pt>
                <c:pt idx="6209">
                  <c:v>36992</c:v>
                </c:pt>
                <c:pt idx="6210">
                  <c:v>36991</c:v>
                </c:pt>
                <c:pt idx="6211">
                  <c:v>36990</c:v>
                </c:pt>
                <c:pt idx="6212">
                  <c:v>36987</c:v>
                </c:pt>
                <c:pt idx="6213">
                  <c:v>36985</c:v>
                </c:pt>
                <c:pt idx="6214">
                  <c:v>36984</c:v>
                </c:pt>
                <c:pt idx="6215">
                  <c:v>36983</c:v>
                </c:pt>
                <c:pt idx="6216">
                  <c:v>36980</c:v>
                </c:pt>
                <c:pt idx="6217">
                  <c:v>36979</c:v>
                </c:pt>
                <c:pt idx="6218">
                  <c:v>36978</c:v>
                </c:pt>
                <c:pt idx="6219">
                  <c:v>36977</c:v>
                </c:pt>
                <c:pt idx="6220">
                  <c:v>36976</c:v>
                </c:pt>
                <c:pt idx="6221">
                  <c:v>36973</c:v>
                </c:pt>
                <c:pt idx="6222">
                  <c:v>36972</c:v>
                </c:pt>
                <c:pt idx="6223">
                  <c:v>36971</c:v>
                </c:pt>
                <c:pt idx="6224">
                  <c:v>36970</c:v>
                </c:pt>
                <c:pt idx="6225">
                  <c:v>36969</c:v>
                </c:pt>
                <c:pt idx="6226">
                  <c:v>36966</c:v>
                </c:pt>
                <c:pt idx="6227">
                  <c:v>36965</c:v>
                </c:pt>
                <c:pt idx="6228">
                  <c:v>36964</c:v>
                </c:pt>
                <c:pt idx="6229">
                  <c:v>36963</c:v>
                </c:pt>
                <c:pt idx="6230">
                  <c:v>36962</c:v>
                </c:pt>
                <c:pt idx="6231">
                  <c:v>36959</c:v>
                </c:pt>
                <c:pt idx="6232">
                  <c:v>36958</c:v>
                </c:pt>
                <c:pt idx="6233">
                  <c:v>36957</c:v>
                </c:pt>
                <c:pt idx="6234">
                  <c:v>36956</c:v>
                </c:pt>
                <c:pt idx="6235">
                  <c:v>36955</c:v>
                </c:pt>
                <c:pt idx="6236">
                  <c:v>36952</c:v>
                </c:pt>
                <c:pt idx="6237">
                  <c:v>36951</c:v>
                </c:pt>
                <c:pt idx="6238">
                  <c:v>36950</c:v>
                </c:pt>
                <c:pt idx="6239">
                  <c:v>36949</c:v>
                </c:pt>
                <c:pt idx="6240">
                  <c:v>36948</c:v>
                </c:pt>
                <c:pt idx="6241">
                  <c:v>36945</c:v>
                </c:pt>
                <c:pt idx="6242">
                  <c:v>36944</c:v>
                </c:pt>
                <c:pt idx="6243">
                  <c:v>36943</c:v>
                </c:pt>
                <c:pt idx="6244">
                  <c:v>36942</c:v>
                </c:pt>
                <c:pt idx="6245">
                  <c:v>36941</c:v>
                </c:pt>
                <c:pt idx="6246">
                  <c:v>36938</c:v>
                </c:pt>
                <c:pt idx="6247">
                  <c:v>36937</c:v>
                </c:pt>
                <c:pt idx="6248">
                  <c:v>36936</c:v>
                </c:pt>
                <c:pt idx="6249">
                  <c:v>36935</c:v>
                </c:pt>
                <c:pt idx="6250">
                  <c:v>36934</c:v>
                </c:pt>
                <c:pt idx="6251">
                  <c:v>36931</c:v>
                </c:pt>
                <c:pt idx="6252">
                  <c:v>36930</c:v>
                </c:pt>
                <c:pt idx="6253">
                  <c:v>36929</c:v>
                </c:pt>
                <c:pt idx="6254">
                  <c:v>36928</c:v>
                </c:pt>
                <c:pt idx="6255">
                  <c:v>36927</c:v>
                </c:pt>
                <c:pt idx="6256">
                  <c:v>36924</c:v>
                </c:pt>
                <c:pt idx="6257">
                  <c:v>36923</c:v>
                </c:pt>
                <c:pt idx="6258">
                  <c:v>36922</c:v>
                </c:pt>
                <c:pt idx="6259">
                  <c:v>36921</c:v>
                </c:pt>
                <c:pt idx="6260">
                  <c:v>36920</c:v>
                </c:pt>
                <c:pt idx="6261">
                  <c:v>36914</c:v>
                </c:pt>
                <c:pt idx="6262">
                  <c:v>36913</c:v>
                </c:pt>
                <c:pt idx="6263">
                  <c:v>36910</c:v>
                </c:pt>
                <c:pt idx="6264">
                  <c:v>36909</c:v>
                </c:pt>
                <c:pt idx="6265">
                  <c:v>36908</c:v>
                </c:pt>
                <c:pt idx="6266">
                  <c:v>36907</c:v>
                </c:pt>
                <c:pt idx="6267">
                  <c:v>36906</c:v>
                </c:pt>
                <c:pt idx="6268">
                  <c:v>36903</c:v>
                </c:pt>
                <c:pt idx="6269">
                  <c:v>36902</c:v>
                </c:pt>
                <c:pt idx="6270">
                  <c:v>36901</c:v>
                </c:pt>
                <c:pt idx="6271">
                  <c:v>36900</c:v>
                </c:pt>
                <c:pt idx="6272">
                  <c:v>36899</c:v>
                </c:pt>
                <c:pt idx="6273">
                  <c:v>36896</c:v>
                </c:pt>
                <c:pt idx="6274">
                  <c:v>36895</c:v>
                </c:pt>
                <c:pt idx="6275">
                  <c:v>36894</c:v>
                </c:pt>
                <c:pt idx="6276">
                  <c:v>36893</c:v>
                </c:pt>
                <c:pt idx="6277">
                  <c:v>36889</c:v>
                </c:pt>
                <c:pt idx="6278">
                  <c:v>36888</c:v>
                </c:pt>
                <c:pt idx="6279">
                  <c:v>36887</c:v>
                </c:pt>
                <c:pt idx="6280">
                  <c:v>36882</c:v>
                </c:pt>
                <c:pt idx="6281">
                  <c:v>36881</c:v>
                </c:pt>
                <c:pt idx="6282">
                  <c:v>36880</c:v>
                </c:pt>
                <c:pt idx="6283">
                  <c:v>36879</c:v>
                </c:pt>
                <c:pt idx="6284">
                  <c:v>36878</c:v>
                </c:pt>
                <c:pt idx="6285">
                  <c:v>36875</c:v>
                </c:pt>
                <c:pt idx="6286">
                  <c:v>36874</c:v>
                </c:pt>
                <c:pt idx="6287">
                  <c:v>36873</c:v>
                </c:pt>
                <c:pt idx="6288">
                  <c:v>36872</c:v>
                </c:pt>
                <c:pt idx="6289">
                  <c:v>36871</c:v>
                </c:pt>
                <c:pt idx="6290">
                  <c:v>36868</c:v>
                </c:pt>
                <c:pt idx="6291">
                  <c:v>36867</c:v>
                </c:pt>
                <c:pt idx="6292">
                  <c:v>36866</c:v>
                </c:pt>
                <c:pt idx="6293">
                  <c:v>36865</c:v>
                </c:pt>
                <c:pt idx="6294">
                  <c:v>36864</c:v>
                </c:pt>
                <c:pt idx="6295">
                  <c:v>36861</c:v>
                </c:pt>
                <c:pt idx="6296">
                  <c:v>36860</c:v>
                </c:pt>
                <c:pt idx="6297">
                  <c:v>36859</c:v>
                </c:pt>
                <c:pt idx="6298">
                  <c:v>36858</c:v>
                </c:pt>
                <c:pt idx="6299">
                  <c:v>36857</c:v>
                </c:pt>
                <c:pt idx="6300">
                  <c:v>36854</c:v>
                </c:pt>
                <c:pt idx="6301">
                  <c:v>36853</c:v>
                </c:pt>
                <c:pt idx="6302">
                  <c:v>36852</c:v>
                </c:pt>
                <c:pt idx="6303">
                  <c:v>36851</c:v>
                </c:pt>
                <c:pt idx="6304">
                  <c:v>36850</c:v>
                </c:pt>
                <c:pt idx="6305">
                  <c:v>36847</c:v>
                </c:pt>
                <c:pt idx="6306">
                  <c:v>36846</c:v>
                </c:pt>
                <c:pt idx="6307">
                  <c:v>36845</c:v>
                </c:pt>
                <c:pt idx="6308">
                  <c:v>36844</c:v>
                </c:pt>
                <c:pt idx="6309">
                  <c:v>36843</c:v>
                </c:pt>
                <c:pt idx="6310">
                  <c:v>36840</c:v>
                </c:pt>
                <c:pt idx="6311">
                  <c:v>36839</c:v>
                </c:pt>
                <c:pt idx="6312">
                  <c:v>36838</c:v>
                </c:pt>
                <c:pt idx="6313">
                  <c:v>36837</c:v>
                </c:pt>
                <c:pt idx="6314">
                  <c:v>36836</c:v>
                </c:pt>
                <c:pt idx="6315">
                  <c:v>36833</c:v>
                </c:pt>
                <c:pt idx="6316">
                  <c:v>36832</c:v>
                </c:pt>
                <c:pt idx="6317">
                  <c:v>36831</c:v>
                </c:pt>
                <c:pt idx="6318">
                  <c:v>36830</c:v>
                </c:pt>
                <c:pt idx="6319">
                  <c:v>36829</c:v>
                </c:pt>
                <c:pt idx="6320">
                  <c:v>36826</c:v>
                </c:pt>
                <c:pt idx="6321">
                  <c:v>36825</c:v>
                </c:pt>
                <c:pt idx="6322">
                  <c:v>36824</c:v>
                </c:pt>
                <c:pt idx="6323">
                  <c:v>36823</c:v>
                </c:pt>
                <c:pt idx="6324">
                  <c:v>36822</c:v>
                </c:pt>
                <c:pt idx="6325">
                  <c:v>36819</c:v>
                </c:pt>
                <c:pt idx="6326">
                  <c:v>36818</c:v>
                </c:pt>
                <c:pt idx="6327">
                  <c:v>36817</c:v>
                </c:pt>
                <c:pt idx="6328">
                  <c:v>36816</c:v>
                </c:pt>
                <c:pt idx="6329">
                  <c:v>36815</c:v>
                </c:pt>
                <c:pt idx="6330">
                  <c:v>36812</c:v>
                </c:pt>
                <c:pt idx="6331">
                  <c:v>36811</c:v>
                </c:pt>
                <c:pt idx="6332">
                  <c:v>36810</c:v>
                </c:pt>
                <c:pt idx="6333">
                  <c:v>36809</c:v>
                </c:pt>
                <c:pt idx="6334">
                  <c:v>36808</c:v>
                </c:pt>
                <c:pt idx="6335">
                  <c:v>36804</c:v>
                </c:pt>
                <c:pt idx="6336">
                  <c:v>36803</c:v>
                </c:pt>
                <c:pt idx="6337">
                  <c:v>36802</c:v>
                </c:pt>
                <c:pt idx="6338">
                  <c:v>36798</c:v>
                </c:pt>
                <c:pt idx="6339">
                  <c:v>36797</c:v>
                </c:pt>
                <c:pt idx="6340">
                  <c:v>36796</c:v>
                </c:pt>
                <c:pt idx="6341">
                  <c:v>36795</c:v>
                </c:pt>
                <c:pt idx="6342">
                  <c:v>36794</c:v>
                </c:pt>
                <c:pt idx="6343">
                  <c:v>36791</c:v>
                </c:pt>
                <c:pt idx="6344">
                  <c:v>36790</c:v>
                </c:pt>
                <c:pt idx="6345">
                  <c:v>36789</c:v>
                </c:pt>
                <c:pt idx="6346">
                  <c:v>36788</c:v>
                </c:pt>
                <c:pt idx="6347">
                  <c:v>36787</c:v>
                </c:pt>
                <c:pt idx="6348">
                  <c:v>36784</c:v>
                </c:pt>
                <c:pt idx="6349">
                  <c:v>36783</c:v>
                </c:pt>
                <c:pt idx="6350">
                  <c:v>36781</c:v>
                </c:pt>
                <c:pt idx="6351">
                  <c:v>36780</c:v>
                </c:pt>
                <c:pt idx="6352">
                  <c:v>36777</c:v>
                </c:pt>
                <c:pt idx="6353">
                  <c:v>36776</c:v>
                </c:pt>
                <c:pt idx="6354">
                  <c:v>36775</c:v>
                </c:pt>
                <c:pt idx="6355">
                  <c:v>36774</c:v>
                </c:pt>
                <c:pt idx="6356">
                  <c:v>36773</c:v>
                </c:pt>
                <c:pt idx="6357">
                  <c:v>36770</c:v>
                </c:pt>
                <c:pt idx="6358">
                  <c:v>36769</c:v>
                </c:pt>
                <c:pt idx="6359">
                  <c:v>36768</c:v>
                </c:pt>
                <c:pt idx="6360">
                  <c:v>36767</c:v>
                </c:pt>
                <c:pt idx="6361">
                  <c:v>36766</c:v>
                </c:pt>
                <c:pt idx="6362">
                  <c:v>36763</c:v>
                </c:pt>
                <c:pt idx="6363">
                  <c:v>36762</c:v>
                </c:pt>
                <c:pt idx="6364">
                  <c:v>36761</c:v>
                </c:pt>
                <c:pt idx="6365">
                  <c:v>36760</c:v>
                </c:pt>
                <c:pt idx="6366">
                  <c:v>36759</c:v>
                </c:pt>
                <c:pt idx="6367">
                  <c:v>36756</c:v>
                </c:pt>
                <c:pt idx="6368">
                  <c:v>36755</c:v>
                </c:pt>
                <c:pt idx="6369">
                  <c:v>36754</c:v>
                </c:pt>
                <c:pt idx="6370">
                  <c:v>36753</c:v>
                </c:pt>
                <c:pt idx="6371">
                  <c:v>36752</c:v>
                </c:pt>
                <c:pt idx="6372">
                  <c:v>36749</c:v>
                </c:pt>
                <c:pt idx="6373">
                  <c:v>36748</c:v>
                </c:pt>
                <c:pt idx="6374">
                  <c:v>36747</c:v>
                </c:pt>
                <c:pt idx="6375">
                  <c:v>36746</c:v>
                </c:pt>
                <c:pt idx="6376">
                  <c:v>36745</c:v>
                </c:pt>
                <c:pt idx="6377">
                  <c:v>36742</c:v>
                </c:pt>
                <c:pt idx="6378">
                  <c:v>36741</c:v>
                </c:pt>
                <c:pt idx="6379">
                  <c:v>36740</c:v>
                </c:pt>
                <c:pt idx="6380">
                  <c:v>36739</c:v>
                </c:pt>
                <c:pt idx="6381">
                  <c:v>36738</c:v>
                </c:pt>
                <c:pt idx="6382">
                  <c:v>36735</c:v>
                </c:pt>
                <c:pt idx="6383">
                  <c:v>36734</c:v>
                </c:pt>
                <c:pt idx="6384">
                  <c:v>36733</c:v>
                </c:pt>
                <c:pt idx="6385">
                  <c:v>36732</c:v>
                </c:pt>
                <c:pt idx="6386">
                  <c:v>36731</c:v>
                </c:pt>
                <c:pt idx="6387">
                  <c:v>36728</c:v>
                </c:pt>
                <c:pt idx="6388">
                  <c:v>36727</c:v>
                </c:pt>
                <c:pt idx="6389">
                  <c:v>36726</c:v>
                </c:pt>
                <c:pt idx="6390">
                  <c:v>36725</c:v>
                </c:pt>
                <c:pt idx="6391">
                  <c:v>36724</c:v>
                </c:pt>
                <c:pt idx="6392">
                  <c:v>36721</c:v>
                </c:pt>
                <c:pt idx="6393">
                  <c:v>36720</c:v>
                </c:pt>
                <c:pt idx="6394">
                  <c:v>36719</c:v>
                </c:pt>
                <c:pt idx="6395">
                  <c:v>36718</c:v>
                </c:pt>
                <c:pt idx="6396">
                  <c:v>36717</c:v>
                </c:pt>
                <c:pt idx="6397">
                  <c:v>36714</c:v>
                </c:pt>
                <c:pt idx="6398">
                  <c:v>36713</c:v>
                </c:pt>
                <c:pt idx="6399">
                  <c:v>36712</c:v>
                </c:pt>
                <c:pt idx="6400">
                  <c:v>36711</c:v>
                </c:pt>
                <c:pt idx="6401">
                  <c:v>36710</c:v>
                </c:pt>
                <c:pt idx="6402">
                  <c:v>36707</c:v>
                </c:pt>
                <c:pt idx="6403">
                  <c:v>36706</c:v>
                </c:pt>
                <c:pt idx="6404">
                  <c:v>36705</c:v>
                </c:pt>
                <c:pt idx="6405">
                  <c:v>36704</c:v>
                </c:pt>
                <c:pt idx="6406">
                  <c:v>36703</c:v>
                </c:pt>
                <c:pt idx="6407">
                  <c:v>36700</c:v>
                </c:pt>
                <c:pt idx="6408">
                  <c:v>36699</c:v>
                </c:pt>
                <c:pt idx="6409">
                  <c:v>36698</c:v>
                </c:pt>
                <c:pt idx="6410">
                  <c:v>36697</c:v>
                </c:pt>
                <c:pt idx="6411">
                  <c:v>36696</c:v>
                </c:pt>
                <c:pt idx="6412">
                  <c:v>36693</c:v>
                </c:pt>
                <c:pt idx="6413">
                  <c:v>36692</c:v>
                </c:pt>
                <c:pt idx="6414">
                  <c:v>36691</c:v>
                </c:pt>
                <c:pt idx="6415">
                  <c:v>36690</c:v>
                </c:pt>
                <c:pt idx="6416">
                  <c:v>36689</c:v>
                </c:pt>
                <c:pt idx="6417">
                  <c:v>36686</c:v>
                </c:pt>
                <c:pt idx="6418">
                  <c:v>36685</c:v>
                </c:pt>
                <c:pt idx="6419">
                  <c:v>36684</c:v>
                </c:pt>
                <c:pt idx="6420">
                  <c:v>36682</c:v>
                </c:pt>
                <c:pt idx="6421">
                  <c:v>36679</c:v>
                </c:pt>
                <c:pt idx="6422">
                  <c:v>36678</c:v>
                </c:pt>
                <c:pt idx="6423">
                  <c:v>36677</c:v>
                </c:pt>
                <c:pt idx="6424">
                  <c:v>36676</c:v>
                </c:pt>
                <c:pt idx="6425">
                  <c:v>36675</c:v>
                </c:pt>
                <c:pt idx="6426">
                  <c:v>36672</c:v>
                </c:pt>
                <c:pt idx="6427">
                  <c:v>36671</c:v>
                </c:pt>
                <c:pt idx="6428">
                  <c:v>36670</c:v>
                </c:pt>
                <c:pt idx="6429">
                  <c:v>36669</c:v>
                </c:pt>
                <c:pt idx="6430">
                  <c:v>36668</c:v>
                </c:pt>
                <c:pt idx="6431">
                  <c:v>36665</c:v>
                </c:pt>
                <c:pt idx="6432">
                  <c:v>36664</c:v>
                </c:pt>
                <c:pt idx="6433">
                  <c:v>36663</c:v>
                </c:pt>
                <c:pt idx="6434">
                  <c:v>36662</c:v>
                </c:pt>
                <c:pt idx="6435">
                  <c:v>36661</c:v>
                </c:pt>
                <c:pt idx="6436">
                  <c:v>36658</c:v>
                </c:pt>
                <c:pt idx="6437">
                  <c:v>36656</c:v>
                </c:pt>
                <c:pt idx="6438">
                  <c:v>36655</c:v>
                </c:pt>
                <c:pt idx="6439">
                  <c:v>36654</c:v>
                </c:pt>
                <c:pt idx="6440">
                  <c:v>36651</c:v>
                </c:pt>
                <c:pt idx="6441">
                  <c:v>36650</c:v>
                </c:pt>
                <c:pt idx="6442">
                  <c:v>36649</c:v>
                </c:pt>
                <c:pt idx="6443">
                  <c:v>36648</c:v>
                </c:pt>
                <c:pt idx="6444">
                  <c:v>36644</c:v>
                </c:pt>
                <c:pt idx="6445">
                  <c:v>36643</c:v>
                </c:pt>
              </c:numCache>
            </c:numRef>
          </c:cat>
          <c:val>
            <c:numRef>
              <c:f>'图1 恒生指数eps (3)'!$J$10:$J$6455</c:f>
              <c:numCache>
                <c:formatCode>0.0000</c:formatCode>
                <c:ptCount val="6446"/>
                <c:pt idx="0">
                  <c:v>22671.86</c:v>
                </c:pt>
                <c:pt idx="1">
                  <c:v>23076.91</c:v>
                </c:pt>
                <c:pt idx="2">
                  <c:v>23412.18</c:v>
                </c:pt>
                <c:pt idx="3">
                  <c:v>23336.28</c:v>
                </c:pt>
                <c:pt idx="4">
                  <c:v>23768.52</c:v>
                </c:pt>
                <c:pt idx="5">
                  <c:v>23924.81</c:v>
                </c:pt>
                <c:pt idx="6">
                  <c:v>24312.16</c:v>
                </c:pt>
                <c:pt idx="7">
                  <c:v>24493.95</c:v>
                </c:pt>
                <c:pt idx="8">
                  <c:v>24842.67</c:v>
                </c:pt>
                <c:pt idx="9">
                  <c:v>24718.1</c:v>
                </c:pt>
                <c:pt idx="10">
                  <c:v>24249.29</c:v>
                </c:pt>
                <c:pt idx="11">
                  <c:v>24407.96</c:v>
                </c:pt>
                <c:pt idx="12">
                  <c:v>24565.9</c:v>
                </c:pt>
                <c:pt idx="13">
                  <c:v>24657.06</c:v>
                </c:pt>
                <c:pt idx="14">
                  <c:v>24961.95</c:v>
                </c:pt>
                <c:pt idx="15">
                  <c:v>25253.4</c:v>
                </c:pt>
                <c:pt idx="16">
                  <c:v>25633.21</c:v>
                </c:pt>
                <c:pt idx="17">
                  <c:v>26038.32</c:v>
                </c:pt>
                <c:pt idx="18">
                  <c:v>25398.18</c:v>
                </c:pt>
                <c:pt idx="19">
                  <c:v>25182.39</c:v>
                </c:pt>
                <c:pt idx="20">
                  <c:v>25006.16</c:v>
                </c:pt>
                <c:pt idx="21">
                  <c:v>25328.23</c:v>
                </c:pt>
                <c:pt idx="22">
                  <c:v>25599.45</c:v>
                </c:pt>
                <c:pt idx="23">
                  <c:v>25606.03</c:v>
                </c:pt>
                <c:pt idx="24">
                  <c:v>25386.52</c:v>
                </c:pt>
                <c:pt idx="25">
                  <c:v>25651.119999999999</c:v>
                </c:pt>
                <c:pt idx="26">
                  <c:v>25797.85</c:v>
                </c:pt>
                <c:pt idx="27">
                  <c:v>25675.18</c:v>
                </c:pt>
                <c:pt idx="28">
                  <c:v>25962.73</c:v>
                </c:pt>
                <c:pt idx="29">
                  <c:v>26389.040000000001</c:v>
                </c:pt>
                <c:pt idx="30">
                  <c:v>26388.44</c:v>
                </c:pt>
                <c:pt idx="31">
                  <c:v>26347.91</c:v>
                </c:pt>
                <c:pt idx="32">
                  <c:v>26406.84</c:v>
                </c:pt>
                <c:pt idx="33">
                  <c:v>26393.71</c:v>
                </c:pt>
                <c:pt idx="34">
                  <c:v>26626.28</c:v>
                </c:pt>
                <c:pt idx="35">
                  <c:v>26213.78</c:v>
                </c:pt>
                <c:pt idx="36">
                  <c:v>25898.61</c:v>
                </c:pt>
                <c:pt idx="37">
                  <c:v>26095.88</c:v>
                </c:pt>
                <c:pt idx="38">
                  <c:v>25776.53</c:v>
                </c:pt>
                <c:pt idx="39">
                  <c:v>26111.84</c:v>
                </c:pt>
                <c:pt idx="40">
                  <c:v>25679.78</c:v>
                </c:pt>
                <c:pt idx="41">
                  <c:v>25925.65</c:v>
                </c:pt>
                <c:pt idx="42">
                  <c:v>25978.07</c:v>
                </c:pt>
                <c:pt idx="43">
                  <c:v>25915.200000000001</c:v>
                </c:pt>
                <c:pt idx="44">
                  <c:v>26163.24</c:v>
                </c:pt>
                <c:pt idx="45">
                  <c:v>26487.48</c:v>
                </c:pt>
                <c:pt idx="46">
                  <c:v>26361.07</c:v>
                </c:pt>
                <c:pt idx="47">
                  <c:v>26160.33</c:v>
                </c:pt>
                <c:pt idx="48">
                  <c:v>26394.26</c:v>
                </c:pt>
                <c:pt idx="49">
                  <c:v>25947.32</c:v>
                </c:pt>
                <c:pt idx="50">
                  <c:v>25872.32</c:v>
                </c:pt>
                <c:pt idx="51">
                  <c:v>25660.85</c:v>
                </c:pt>
                <c:pt idx="52">
                  <c:v>25893.54</c:v>
                </c:pt>
                <c:pt idx="53">
                  <c:v>25752.400000000001</c:v>
                </c:pt>
                <c:pt idx="54">
                  <c:v>25893.02</c:v>
                </c:pt>
                <c:pt idx="55">
                  <c:v>25116.53</c:v>
                </c:pt>
                <c:pt idx="56">
                  <c:v>25294.03</c:v>
                </c:pt>
                <c:pt idx="57">
                  <c:v>24788.14</c:v>
                </c:pt>
                <c:pt idx="58">
                  <c:v>24750.79</c:v>
                </c:pt>
                <c:pt idx="59">
                  <c:v>24951.88</c:v>
                </c:pt>
                <c:pt idx="60">
                  <c:v>24856.43</c:v>
                </c:pt>
                <c:pt idx="61">
                  <c:v>25335.95</c:v>
                </c:pt>
                <c:pt idx="62">
                  <c:v>25063.71</c:v>
                </c:pt>
                <c:pt idx="63">
                  <c:v>24382.47</c:v>
                </c:pt>
                <c:pt idx="64">
                  <c:v>25277.32</c:v>
                </c:pt>
                <c:pt idx="65">
                  <c:v>25500.58</c:v>
                </c:pt>
                <c:pt idx="66">
                  <c:v>26025.42</c:v>
                </c:pt>
                <c:pt idx="67">
                  <c:v>25868.54</c:v>
                </c:pt>
                <c:pt idx="68">
                  <c:v>25834.02</c:v>
                </c:pt>
                <c:pt idx="69">
                  <c:v>25465.599999999999</c:v>
                </c:pt>
                <c:pt idx="70">
                  <c:v>25716.76</c:v>
                </c:pt>
                <c:pt idx="71">
                  <c:v>25898.76</c:v>
                </c:pt>
                <c:pt idx="72">
                  <c:v>25959.9</c:v>
                </c:pt>
                <c:pt idx="73">
                  <c:v>25408.46</c:v>
                </c:pt>
                <c:pt idx="74">
                  <c:v>25757.29</c:v>
                </c:pt>
                <c:pt idx="75">
                  <c:v>25321.34</c:v>
                </c:pt>
                <c:pt idx="76">
                  <c:v>25249.48</c:v>
                </c:pt>
                <c:pt idx="77">
                  <c:v>25768.080000000002</c:v>
                </c:pt>
                <c:pt idx="78">
                  <c:v>26059.85</c:v>
                </c:pt>
                <c:pt idx="79">
                  <c:v>26630.54</c:v>
                </c:pt>
                <c:pt idx="80">
                  <c:v>26381.02</c:v>
                </c:pt>
                <c:pt idx="81">
                  <c:v>26765.72</c:v>
                </c:pt>
                <c:pt idx="82">
                  <c:v>26590.32</c:v>
                </c:pt>
                <c:pt idx="83">
                  <c:v>27081.91</c:v>
                </c:pt>
                <c:pt idx="84">
                  <c:v>26413.35</c:v>
                </c:pt>
                <c:pt idx="85">
                  <c:v>26705.94</c:v>
                </c:pt>
                <c:pt idx="86">
                  <c:v>26567.119999999999</c:v>
                </c:pt>
                <c:pt idx="87">
                  <c:v>27032.54</c:v>
                </c:pt>
                <c:pt idx="88">
                  <c:v>27266.38</c:v>
                </c:pt>
                <c:pt idx="89">
                  <c:v>27183.15</c:v>
                </c:pt>
                <c:pt idx="90">
                  <c:v>27027.16</c:v>
                </c:pt>
                <c:pt idx="91">
                  <c:v>26559.95</c:v>
                </c:pt>
                <c:pt idx="92">
                  <c:v>26885.24</c:v>
                </c:pt>
                <c:pt idx="93">
                  <c:v>26847.32</c:v>
                </c:pt>
                <c:pt idx="94">
                  <c:v>26834.77</c:v>
                </c:pt>
                <c:pt idx="95">
                  <c:v>26775.57</c:v>
                </c:pt>
                <c:pt idx="96">
                  <c:v>27387.11</c:v>
                </c:pt>
                <c:pt idx="97">
                  <c:v>27968.09</c:v>
                </c:pt>
                <c:pt idx="98">
                  <c:v>27826.91</c:v>
                </c:pt>
                <c:pt idx="99">
                  <c:v>27126.95</c:v>
                </c:pt>
                <c:pt idx="100">
                  <c:v>26765.52</c:v>
                </c:pt>
                <c:pt idx="101">
                  <c:v>26749.51</c:v>
                </c:pt>
                <c:pt idx="102">
                  <c:v>26629.96</c:v>
                </c:pt>
                <c:pt idx="103">
                  <c:v>26585.06</c:v>
                </c:pt>
                <c:pt idx="104">
                  <c:v>26487.51</c:v>
                </c:pt>
                <c:pt idx="105">
                  <c:v>26563.9</c:v>
                </c:pt>
                <c:pt idx="106">
                  <c:v>26844.959999999999</c:v>
                </c:pt>
                <c:pt idx="107">
                  <c:v>26923.62</c:v>
                </c:pt>
                <c:pt idx="108">
                  <c:v>26999.81</c:v>
                </c:pt>
                <c:pt idx="109">
                  <c:v>26848.47</c:v>
                </c:pt>
                <c:pt idx="110">
                  <c:v>26608.48</c:v>
                </c:pt>
                <c:pt idx="111">
                  <c:v>26231.79</c:v>
                </c:pt>
                <c:pt idx="112">
                  <c:v>26149.31</c:v>
                </c:pt>
                <c:pt idx="113">
                  <c:v>26458.95</c:v>
                </c:pt>
                <c:pt idx="114">
                  <c:v>26710.45</c:v>
                </c:pt>
                <c:pt idx="115">
                  <c:v>26347.24</c:v>
                </c:pt>
                <c:pt idx="116">
                  <c:v>26338.47</c:v>
                </c:pt>
                <c:pt idx="117">
                  <c:v>25630.54</c:v>
                </c:pt>
                <c:pt idx="118">
                  <c:v>25854.6</c:v>
                </c:pt>
                <c:pt idx="119">
                  <c:v>25635.23</c:v>
                </c:pt>
                <c:pt idx="120">
                  <c:v>25818.93</c:v>
                </c:pt>
                <c:pt idx="121">
                  <c:v>25774.14</c:v>
                </c:pt>
                <c:pt idx="122">
                  <c:v>25801.77</c:v>
                </c:pt>
                <c:pt idx="123">
                  <c:v>25690.53</c:v>
                </c:pt>
                <c:pt idx="124">
                  <c:v>25498.13</c:v>
                </c:pt>
                <c:pt idx="125">
                  <c:v>25468.78</c:v>
                </c:pt>
                <c:pt idx="126">
                  <c:v>25235.41</c:v>
                </c:pt>
                <c:pt idx="127">
                  <c:v>25628.880000000001</c:v>
                </c:pt>
                <c:pt idx="128">
                  <c:v>25976.79</c:v>
                </c:pt>
                <c:pt idx="129">
                  <c:v>25530.51</c:v>
                </c:pt>
                <c:pt idx="130">
                  <c:v>25540.78</c:v>
                </c:pt>
                <c:pt idx="131">
                  <c:v>25434.23</c:v>
                </c:pt>
                <c:pt idx="132">
                  <c:v>25765.360000000001</c:v>
                </c:pt>
                <c:pt idx="133">
                  <c:v>26085.08</c:v>
                </c:pt>
                <c:pt idx="134">
                  <c:v>25935.9</c:v>
                </c:pt>
                <c:pt idx="135">
                  <c:v>25760.73</c:v>
                </c:pt>
                <c:pt idx="136">
                  <c:v>26095.05</c:v>
                </c:pt>
                <c:pt idx="137">
                  <c:v>26033.26</c:v>
                </c:pt>
                <c:pt idx="138">
                  <c:v>25858.89</c:v>
                </c:pt>
                <c:pt idx="139">
                  <c:v>25945.93</c:v>
                </c:pt>
                <c:pt idx="140">
                  <c:v>25928.080000000002</c:v>
                </c:pt>
                <c:pt idx="141">
                  <c:v>25894.55</c:v>
                </c:pt>
                <c:pt idx="142">
                  <c:v>25716.5</c:v>
                </c:pt>
                <c:pt idx="143">
                  <c:v>25220.02</c:v>
                </c:pt>
                <c:pt idx="144">
                  <c:v>25835.57</c:v>
                </c:pt>
                <c:pt idx="145">
                  <c:v>25830.65</c:v>
                </c:pt>
                <c:pt idx="146">
                  <c:v>25930.03</c:v>
                </c:pt>
                <c:pt idx="147">
                  <c:v>26384.28</c:v>
                </c:pt>
                <c:pt idx="148">
                  <c:v>26572.46</c:v>
                </c:pt>
                <c:pt idx="149">
                  <c:v>27073.03</c:v>
                </c:pt>
                <c:pt idx="150">
                  <c:v>26922.73</c:v>
                </c:pt>
                <c:pt idx="151">
                  <c:v>26696.41</c:v>
                </c:pt>
                <c:pt idx="152">
                  <c:v>26649.06</c:v>
                </c:pt>
                <c:pt idx="153">
                  <c:v>26241.83</c:v>
                </c:pt>
                <c:pt idx="154">
                  <c:v>26485.9</c:v>
                </c:pt>
                <c:pt idx="155">
                  <c:v>25935.41</c:v>
                </c:pt>
                <c:pt idx="156">
                  <c:v>25952.400000000001</c:v>
                </c:pt>
                <c:pt idx="157">
                  <c:v>26158.36</c:v>
                </c:pt>
                <c:pt idx="158">
                  <c:v>25906.65</c:v>
                </c:pt>
                <c:pt idx="159">
                  <c:v>26282.69</c:v>
                </c:pt>
                <c:pt idx="160">
                  <c:v>26346.14</c:v>
                </c:pt>
                <c:pt idx="161">
                  <c:v>26433.7</c:v>
                </c:pt>
                <c:pt idx="162">
                  <c:v>26160.15</c:v>
                </c:pt>
                <c:pt idx="163">
                  <c:v>25967.98</c:v>
                </c:pt>
                <c:pt idx="164">
                  <c:v>25781.77</c:v>
                </c:pt>
                <c:pt idx="165">
                  <c:v>26027.55</c:v>
                </c:pt>
                <c:pt idx="166">
                  <c:v>25858.83</c:v>
                </c:pt>
                <c:pt idx="167">
                  <c:v>25247.1</c:v>
                </c:pt>
                <c:pt idx="168">
                  <c:v>25888.51</c:v>
                </c:pt>
                <c:pt idx="169">
                  <c:v>25910.6</c:v>
                </c:pt>
                <c:pt idx="170">
                  <c:v>25441.35</c:v>
                </c:pt>
                <c:pt idx="171">
                  <c:v>25889.48</c:v>
                </c:pt>
                <c:pt idx="172">
                  <c:v>26290.32</c:v>
                </c:pt>
                <c:pt idx="173">
                  <c:v>26752.59</c:v>
                </c:pt>
                <c:pt idx="174">
                  <c:v>26829.46</c:v>
                </c:pt>
                <c:pt idx="175">
                  <c:v>26957.77</c:v>
                </c:pt>
                <c:pt idx="176">
                  <c:v>27140.92</c:v>
                </c:pt>
                <c:pt idx="177">
                  <c:v>27287.119999999999</c:v>
                </c:pt>
                <c:pt idx="178">
                  <c:v>26855.56</c:v>
                </c:pt>
                <c:pt idx="179">
                  <c:v>26622.880000000001</c:v>
                </c:pt>
                <c:pt idx="180">
                  <c:v>26128.2</c:v>
                </c:pt>
                <c:pt idx="181">
                  <c:v>26484.68</c:v>
                </c:pt>
                <c:pt idx="182">
                  <c:v>26518.65</c:v>
                </c:pt>
                <c:pt idx="183">
                  <c:v>26159.119999999999</c:v>
                </c:pt>
                <c:pt idx="184">
                  <c:v>26344.14</c:v>
                </c:pt>
                <c:pt idx="185">
                  <c:v>26545.1</c:v>
                </c:pt>
                <c:pt idx="186">
                  <c:v>26544.85</c:v>
                </c:pt>
                <c:pt idx="187">
                  <c:v>26908.39</c:v>
                </c:pt>
                <c:pt idx="188">
                  <c:v>26438.51</c:v>
                </c:pt>
                <c:pt idx="189">
                  <c:v>26446.560000000001</c:v>
                </c:pt>
                <c:pt idx="190">
                  <c:v>26388.16</c:v>
                </c:pt>
                <c:pt idx="191">
                  <c:v>26086.32</c:v>
                </c:pt>
                <c:pt idx="192">
                  <c:v>26200.26</c:v>
                </c:pt>
                <c:pt idx="193">
                  <c:v>25938.13</c:v>
                </c:pt>
                <c:pt idx="194">
                  <c:v>25633.91</c:v>
                </c:pt>
                <c:pt idx="195">
                  <c:v>25417.98</c:v>
                </c:pt>
                <c:pt idx="196">
                  <c:v>25058.51</c:v>
                </c:pt>
                <c:pt idx="197">
                  <c:v>25343.43</c:v>
                </c:pt>
                <c:pt idx="198">
                  <c:v>25496.55</c:v>
                </c:pt>
                <c:pt idx="199">
                  <c:v>25617.42</c:v>
                </c:pt>
                <c:pt idx="200">
                  <c:v>25077.62</c:v>
                </c:pt>
                <c:pt idx="201">
                  <c:v>24998.82</c:v>
                </c:pt>
                <c:pt idx="202">
                  <c:v>25201.759999999998</c:v>
                </c:pt>
                <c:pt idx="203">
                  <c:v>25524.92</c:v>
                </c:pt>
                <c:pt idx="204">
                  <c:v>25829.91</c:v>
                </c:pt>
                <c:pt idx="205">
                  <c:v>25339.14</c:v>
                </c:pt>
                <c:pt idx="206">
                  <c:v>25104.61</c:v>
                </c:pt>
                <c:pt idx="207">
                  <c:v>25165.94</c:v>
                </c:pt>
                <c:pt idx="208">
                  <c:v>25122.9</c:v>
                </c:pt>
                <c:pt idx="209">
                  <c:v>25176.85</c:v>
                </c:pt>
                <c:pt idx="210">
                  <c:v>25270.07</c:v>
                </c:pt>
                <c:pt idx="211">
                  <c:v>25519.32</c:v>
                </c:pt>
                <c:pt idx="212">
                  <c:v>25613.67</c:v>
                </c:pt>
                <c:pt idx="213">
                  <c:v>24969.68</c:v>
                </c:pt>
                <c:pt idx="214">
                  <c:v>24906.81</c:v>
                </c:pt>
                <c:pt idx="215">
                  <c:v>24858.82</c:v>
                </c:pt>
                <c:pt idx="216">
                  <c:v>25081.63</c:v>
                </c:pt>
                <c:pt idx="217">
                  <c:v>24910.63</c:v>
                </c:pt>
                <c:pt idx="218">
                  <c:v>24902.53</c:v>
                </c:pt>
                <c:pt idx="219">
                  <c:v>24733.45</c:v>
                </c:pt>
                <c:pt idx="220">
                  <c:v>24507.81</c:v>
                </c:pt>
                <c:pt idx="221">
                  <c:v>24773.33</c:v>
                </c:pt>
                <c:pt idx="222">
                  <c:v>25176.93</c:v>
                </c:pt>
                <c:pt idx="223">
                  <c:v>25524.45</c:v>
                </c:pt>
                <c:pt idx="224">
                  <c:v>25562.13</c:v>
                </c:pt>
                <c:pt idx="225">
                  <c:v>25388.35</c:v>
                </c:pt>
                <c:pt idx="226">
                  <c:v>25667.18</c:v>
                </c:pt>
                <c:pt idx="227">
                  <c:v>25538.07</c:v>
                </c:pt>
                <c:pt idx="228">
                  <c:v>25130.03</c:v>
                </c:pt>
                <c:pt idx="229">
                  <c:v>24994.14</c:v>
                </c:pt>
                <c:pt idx="230">
                  <c:v>24825.66</c:v>
                </c:pt>
                <c:pt idx="231">
                  <c:v>24498.95</c:v>
                </c:pt>
                <c:pt idx="232">
                  <c:v>24517.759999999998</c:v>
                </c:pt>
                <c:pt idx="233">
                  <c:v>24590.12</c:v>
                </c:pt>
                <c:pt idx="234">
                  <c:v>24203.32</c:v>
                </c:pt>
                <c:pt idx="235">
                  <c:v>24139.57</c:v>
                </c:pt>
                <c:pt idx="236">
                  <c:v>24028.37</c:v>
                </c:pt>
                <c:pt idx="237">
                  <c:v>23892.32</c:v>
                </c:pt>
                <c:pt idx="238">
                  <c:v>24148.07</c:v>
                </c:pt>
                <c:pt idx="239">
                  <c:v>23887.83</c:v>
                </c:pt>
                <c:pt idx="240">
                  <c:v>23916.06</c:v>
                </c:pt>
                <c:pt idx="241">
                  <c:v>24069.94</c:v>
                </c:pt>
                <c:pt idx="242">
                  <c:v>24221.41</c:v>
                </c:pt>
                <c:pt idx="243">
                  <c:v>24072.28</c:v>
                </c:pt>
                <c:pt idx="244">
                  <c:v>24284.15</c:v>
                </c:pt>
                <c:pt idx="245">
                  <c:v>24325.4</c:v>
                </c:pt>
                <c:pt idx="246">
                  <c:v>24474.67</c:v>
                </c:pt>
                <c:pt idx="247">
                  <c:v>24177.07</c:v>
                </c:pt>
                <c:pt idx="248">
                  <c:v>23689.13</c:v>
                </c:pt>
                <c:pt idx="249">
                  <c:v>23530.48</c:v>
                </c:pt>
                <c:pt idx="250">
                  <c:v>23237.74</c:v>
                </c:pt>
                <c:pt idx="251">
                  <c:v>23710.69</c:v>
                </c:pt>
                <c:pt idx="252">
                  <c:v>23980.3</c:v>
                </c:pt>
                <c:pt idx="253">
                  <c:v>24060.99</c:v>
                </c:pt>
                <c:pt idx="254">
                  <c:v>23892.560000000001</c:v>
                </c:pt>
                <c:pt idx="255">
                  <c:v>24035.38</c:v>
                </c:pt>
                <c:pt idx="256">
                  <c:v>24366.94</c:v>
                </c:pt>
                <c:pt idx="257">
                  <c:v>24162.87</c:v>
                </c:pt>
                <c:pt idx="258">
                  <c:v>24181.43</c:v>
                </c:pt>
                <c:pt idx="259">
                  <c:v>23792.54</c:v>
                </c:pt>
                <c:pt idx="260">
                  <c:v>23906.97</c:v>
                </c:pt>
                <c:pt idx="261">
                  <c:v>23654.03</c:v>
                </c:pt>
                <c:pt idx="262">
                  <c:v>23512.49</c:v>
                </c:pt>
                <c:pt idx="263">
                  <c:v>23157.97</c:v>
                </c:pt>
                <c:pt idx="264">
                  <c:v>23289.77</c:v>
                </c:pt>
                <c:pt idx="265">
                  <c:v>23573.38</c:v>
                </c:pt>
                <c:pt idx="266">
                  <c:v>23258.31</c:v>
                </c:pt>
                <c:pt idx="267">
                  <c:v>23381.99</c:v>
                </c:pt>
                <c:pt idx="268">
                  <c:v>23282.33</c:v>
                </c:pt>
                <c:pt idx="269">
                  <c:v>23601.26</c:v>
                </c:pt>
                <c:pt idx="270">
                  <c:v>23544.31</c:v>
                </c:pt>
                <c:pt idx="271">
                  <c:v>23827.78</c:v>
                </c:pt>
                <c:pt idx="272">
                  <c:v>23681.48</c:v>
                </c:pt>
                <c:pt idx="273">
                  <c:v>23332.720000000001</c:v>
                </c:pt>
                <c:pt idx="274">
                  <c:v>23345.05</c:v>
                </c:pt>
                <c:pt idx="275">
                  <c:v>23453.16</c:v>
                </c:pt>
                <c:pt idx="276">
                  <c:v>23640.65</c:v>
                </c:pt>
                <c:pt idx="277">
                  <c:v>23108.27</c:v>
                </c:pt>
                <c:pt idx="278">
                  <c:v>23549.46</c:v>
                </c:pt>
                <c:pt idx="279">
                  <c:v>22867.74</c:v>
                </c:pt>
                <c:pt idx="280">
                  <c:v>22775.919999999998</c:v>
                </c:pt>
                <c:pt idx="281">
                  <c:v>22691.88</c:v>
                </c:pt>
                <c:pt idx="282">
                  <c:v>22662.71</c:v>
                </c:pt>
                <c:pt idx="283">
                  <c:v>22504.68</c:v>
                </c:pt>
                <c:pt idx="284">
                  <c:v>22119.41</c:v>
                </c:pt>
                <c:pt idx="285">
                  <c:v>22008.11</c:v>
                </c:pt>
                <c:pt idx="286">
                  <c:v>21971.96</c:v>
                </c:pt>
                <c:pt idx="287">
                  <c:v>21980.74</c:v>
                </c:pt>
                <c:pt idx="288">
                  <c:v>21909.759999999998</c:v>
                </c:pt>
                <c:pt idx="289">
                  <c:v>22072.62</c:v>
                </c:pt>
                <c:pt idx="290">
                  <c:v>21562.32</c:v>
                </c:pt>
                <c:pt idx="291">
                  <c:v>21395.14</c:v>
                </c:pt>
                <c:pt idx="292">
                  <c:v>21056.98</c:v>
                </c:pt>
                <c:pt idx="293">
                  <c:v>21466.27</c:v>
                </c:pt>
                <c:pt idx="294">
                  <c:v>21417.4</c:v>
                </c:pt>
                <c:pt idx="295">
                  <c:v>20914.689999999999</c:v>
                </c:pt>
                <c:pt idx="296">
                  <c:v>20681.78</c:v>
                </c:pt>
                <c:pt idx="297">
                  <c:v>20264.490000000002</c:v>
                </c:pt>
                <c:pt idx="298">
                  <c:v>20127.68</c:v>
                </c:pt>
                <c:pt idx="299">
                  <c:v>19828.3</c:v>
                </c:pt>
                <c:pt idx="300">
                  <c:v>22849.81</c:v>
                </c:pt>
                <c:pt idx="301">
                  <c:v>23202.53</c:v>
                </c:pt>
                <c:pt idx="302">
                  <c:v>23206.84</c:v>
                </c:pt>
                <c:pt idx="303">
                  <c:v>23119.58</c:v>
                </c:pt>
                <c:pt idx="304">
                  <c:v>23426.6</c:v>
                </c:pt>
                <c:pt idx="305">
                  <c:v>23578.799999999999</c:v>
                </c:pt>
                <c:pt idx="306">
                  <c:v>23483.32</c:v>
                </c:pt>
                <c:pt idx="307">
                  <c:v>23344.25</c:v>
                </c:pt>
                <c:pt idx="308">
                  <c:v>23905.56</c:v>
                </c:pt>
                <c:pt idx="309">
                  <c:v>23689.72</c:v>
                </c:pt>
                <c:pt idx="310">
                  <c:v>24219.95</c:v>
                </c:pt>
                <c:pt idx="311">
                  <c:v>24771.14</c:v>
                </c:pt>
                <c:pt idx="312">
                  <c:v>24740.57</c:v>
                </c:pt>
                <c:pt idx="313">
                  <c:v>24145.57</c:v>
                </c:pt>
                <c:pt idx="314">
                  <c:v>23959.98</c:v>
                </c:pt>
                <c:pt idx="315">
                  <c:v>23462.65</c:v>
                </c:pt>
                <c:pt idx="316">
                  <c:v>23600.31</c:v>
                </c:pt>
                <c:pt idx="317">
                  <c:v>23782.14</c:v>
                </c:pt>
                <c:pt idx="318">
                  <c:v>23783.49</c:v>
                </c:pt>
                <c:pt idx="319">
                  <c:v>24231.3</c:v>
                </c:pt>
                <c:pt idx="320">
                  <c:v>24369.71</c:v>
                </c:pt>
                <c:pt idx="321">
                  <c:v>23594.21</c:v>
                </c:pt>
                <c:pt idx="322">
                  <c:v>22941.77</c:v>
                </c:pt>
                <c:pt idx="323">
                  <c:v>23006.27</c:v>
                </c:pt>
                <c:pt idx="324">
                  <c:v>22941.32</c:v>
                </c:pt>
                <c:pt idx="325">
                  <c:v>23718.29</c:v>
                </c:pt>
                <c:pt idx="326">
                  <c:v>23787.93</c:v>
                </c:pt>
                <c:pt idx="327">
                  <c:v>23034.02</c:v>
                </c:pt>
                <c:pt idx="328">
                  <c:v>23341.61</c:v>
                </c:pt>
                <c:pt idx="329">
                  <c:v>23477.919999999998</c:v>
                </c:pt>
                <c:pt idx="330">
                  <c:v>22576.98</c:v>
                </c:pt>
                <c:pt idx="331">
                  <c:v>22944.240000000002</c:v>
                </c:pt>
                <c:pt idx="332">
                  <c:v>22976.81</c:v>
                </c:pt>
                <c:pt idx="333">
                  <c:v>22616.23</c:v>
                </c:pt>
                <c:pt idx="334">
                  <c:v>22620.33</c:v>
                </c:pt>
                <c:pt idx="335">
                  <c:v>21814.37</c:v>
                </c:pt>
                <c:pt idx="336">
                  <c:v>21857.919999999998</c:v>
                </c:pt>
                <c:pt idx="337">
                  <c:v>21294.86</c:v>
                </c:pt>
                <c:pt idx="338">
                  <c:v>21521.98</c:v>
                </c:pt>
                <c:pt idx="339">
                  <c:v>21133.54</c:v>
                </c:pt>
                <c:pt idx="340">
                  <c:v>20891.62</c:v>
                </c:pt>
                <c:pt idx="341">
                  <c:v>20597.09</c:v>
                </c:pt>
                <c:pt idx="342">
                  <c:v>20789.96</c:v>
                </c:pt>
                <c:pt idx="343">
                  <c:v>20217.259999999998</c:v>
                </c:pt>
                <c:pt idx="344">
                  <c:v>20225.11</c:v>
                </c:pt>
                <c:pt idx="345">
                  <c:v>20197.77</c:v>
                </c:pt>
                <c:pt idx="346">
                  <c:v>20066.189999999999</c:v>
                </c:pt>
                <c:pt idx="347">
                  <c:v>19700.560000000001</c:v>
                </c:pt>
                <c:pt idx="348">
                  <c:v>19778.77</c:v>
                </c:pt>
                <c:pt idx="349">
                  <c:v>20106.55</c:v>
                </c:pt>
                <c:pt idx="350">
                  <c:v>19925.810000000001</c:v>
                </c:pt>
                <c:pt idx="351">
                  <c:v>19584.060000000001</c:v>
                </c:pt>
                <c:pt idx="352">
                  <c:v>19522.89</c:v>
                </c:pt>
                <c:pt idx="353">
                  <c:v>19286.07</c:v>
                </c:pt>
                <c:pt idx="354">
                  <c:v>19219.78</c:v>
                </c:pt>
                <c:pt idx="355">
                  <c:v>18874.14</c:v>
                </c:pt>
                <c:pt idx="356">
                  <c:v>19064.29</c:v>
                </c:pt>
                <c:pt idx="357">
                  <c:v>19240.89</c:v>
                </c:pt>
                <c:pt idx="358">
                  <c:v>19279.84</c:v>
                </c:pt>
                <c:pt idx="359">
                  <c:v>19447.580000000002</c:v>
                </c:pt>
                <c:pt idx="360">
                  <c:v>19688.29</c:v>
                </c:pt>
                <c:pt idx="361">
                  <c:v>19760.27</c:v>
                </c:pt>
                <c:pt idx="362">
                  <c:v>19623.32</c:v>
                </c:pt>
                <c:pt idx="363">
                  <c:v>20059.95</c:v>
                </c:pt>
                <c:pt idx="364">
                  <c:v>20041.419999999998</c:v>
                </c:pt>
                <c:pt idx="365">
                  <c:v>20090.46</c:v>
                </c:pt>
                <c:pt idx="366">
                  <c:v>20098.29</c:v>
                </c:pt>
                <c:pt idx="367">
                  <c:v>19883.13</c:v>
                </c:pt>
                <c:pt idx="368">
                  <c:v>19720.7</c:v>
                </c:pt>
                <c:pt idx="369">
                  <c:v>19752.509999999998</c:v>
                </c:pt>
                <c:pt idx="370">
                  <c:v>19864.55</c:v>
                </c:pt>
                <c:pt idx="371">
                  <c:v>19700.48</c:v>
                </c:pt>
                <c:pt idx="372">
                  <c:v>19795.490000000002</c:v>
                </c:pt>
                <c:pt idx="373">
                  <c:v>19971.240000000002</c:v>
                </c:pt>
                <c:pt idx="374">
                  <c:v>20397.05</c:v>
                </c:pt>
                <c:pt idx="375">
                  <c:v>20155.05</c:v>
                </c:pt>
                <c:pt idx="376">
                  <c:v>20311.28</c:v>
                </c:pt>
                <c:pt idx="377">
                  <c:v>20414.09</c:v>
                </c:pt>
                <c:pt idx="378">
                  <c:v>19865.849999999999</c:v>
                </c:pt>
                <c:pt idx="379">
                  <c:v>19560.439999999999</c:v>
                </c:pt>
                <c:pt idx="380">
                  <c:v>19742.46</c:v>
                </c:pt>
                <c:pt idx="381">
                  <c:v>19746.32</c:v>
                </c:pt>
                <c:pt idx="382">
                  <c:v>19550.29</c:v>
                </c:pt>
                <c:pt idx="383">
                  <c:v>19423.61</c:v>
                </c:pt>
                <c:pt idx="384">
                  <c:v>19366.96</c:v>
                </c:pt>
                <c:pt idx="385">
                  <c:v>19603.13</c:v>
                </c:pt>
                <c:pt idx="386">
                  <c:v>19159.2</c:v>
                </c:pt>
                <c:pt idx="387">
                  <c:v>19150.990000000002</c:v>
                </c:pt>
                <c:pt idx="388">
                  <c:v>19229.97</c:v>
                </c:pt>
                <c:pt idx="389">
                  <c:v>19601.11</c:v>
                </c:pt>
                <c:pt idx="390">
                  <c:v>19705.009999999998</c:v>
                </c:pt>
                <c:pt idx="391">
                  <c:v>19663.669999999998</c:v>
                </c:pt>
                <c:pt idx="392">
                  <c:v>19576.61</c:v>
                </c:pt>
                <c:pt idx="393">
                  <c:v>19426.34</c:v>
                </c:pt>
                <c:pt idx="394">
                  <c:v>19435.810000000001</c:v>
                </c:pt>
                <c:pt idx="395">
                  <c:v>19823.45</c:v>
                </c:pt>
                <c:pt idx="396">
                  <c:v>19846.88</c:v>
                </c:pt>
                <c:pt idx="397">
                  <c:v>20426.93</c:v>
                </c:pt>
                <c:pt idx="398">
                  <c:v>20728.189999999999</c:v>
                </c:pt>
                <c:pt idx="399">
                  <c:v>20953.34</c:v>
                </c:pt>
                <c:pt idx="400">
                  <c:v>20538.38</c:v>
                </c:pt>
                <c:pt idx="401">
                  <c:v>21006.97</c:v>
                </c:pt>
                <c:pt idx="402">
                  <c:v>20567.52</c:v>
                </c:pt>
                <c:pt idx="403">
                  <c:v>20506.43</c:v>
                </c:pt>
                <c:pt idx="404">
                  <c:v>20317.330000000002</c:v>
                </c:pt>
                <c:pt idx="405">
                  <c:v>20380.64</c:v>
                </c:pt>
                <c:pt idx="406">
                  <c:v>20701.14</c:v>
                </c:pt>
                <c:pt idx="407">
                  <c:v>20599.36</c:v>
                </c:pt>
                <c:pt idx="408">
                  <c:v>20590.150000000001</c:v>
                </c:pt>
                <c:pt idx="409">
                  <c:v>20489.62</c:v>
                </c:pt>
                <c:pt idx="410">
                  <c:v>20760.150000000001</c:v>
                </c:pt>
                <c:pt idx="411">
                  <c:v>20498.95</c:v>
                </c:pt>
                <c:pt idx="412">
                  <c:v>20478.46</c:v>
                </c:pt>
                <c:pt idx="413">
                  <c:v>20804.11</c:v>
                </c:pt>
                <c:pt idx="414">
                  <c:v>20079.099999999999</c:v>
                </c:pt>
                <c:pt idx="415">
                  <c:v>20286.849999999999</c:v>
                </c:pt>
                <c:pt idx="416">
                  <c:v>20318.79</c:v>
                </c:pt>
                <c:pt idx="417">
                  <c:v>21092.87</c:v>
                </c:pt>
                <c:pt idx="418">
                  <c:v>21251.98</c:v>
                </c:pt>
                <c:pt idx="419">
                  <c:v>20637.240000000002</c:v>
                </c:pt>
                <c:pt idx="420">
                  <c:v>20926.79</c:v>
                </c:pt>
                <c:pt idx="421">
                  <c:v>23099.78</c:v>
                </c:pt>
                <c:pt idx="422">
                  <c:v>22736.87</c:v>
                </c:pt>
                <c:pt idx="423">
                  <c:v>22113.51</c:v>
                </c:pt>
                <c:pt idx="424">
                  <c:v>22443.73</c:v>
                </c:pt>
                <c:pt idx="425">
                  <c:v>21133.68</c:v>
                </c:pt>
                <c:pt idx="426">
                  <c:v>20632.3</c:v>
                </c:pt>
                <c:pt idx="427">
                  <c:v>19924.580000000002</c:v>
                </c:pt>
                <c:pt idx="428">
                  <c:v>19129.099999999999</c:v>
                </c:pt>
                <c:pt idx="429">
                  <c:v>19000.560000000001</c:v>
                </c:pt>
                <c:pt idx="430">
                  <c:v>18247.11</c:v>
                </c:pt>
                <c:pt idx="431">
                  <c:v>18258.57</c:v>
                </c:pt>
                <c:pt idx="432">
                  <c:v>18013.16</c:v>
                </c:pt>
                <c:pt idx="433">
                  <c:v>17660.02</c:v>
                </c:pt>
                <c:pt idx="434">
                  <c:v>17422.12</c:v>
                </c:pt>
                <c:pt idx="435">
                  <c:v>17369.09</c:v>
                </c:pt>
                <c:pt idx="436">
                  <c:v>17240.39</c:v>
                </c:pt>
                <c:pt idx="437">
                  <c:v>17108.71</c:v>
                </c:pt>
                <c:pt idx="438">
                  <c:v>17234.09</c:v>
                </c:pt>
                <c:pt idx="439">
                  <c:v>17196.96</c:v>
                </c:pt>
                <c:pt idx="440">
                  <c:v>17444.3</c:v>
                </c:pt>
                <c:pt idx="441">
                  <c:v>17457.34</c:v>
                </c:pt>
                <c:pt idx="442">
                  <c:v>17651.490000000002</c:v>
                </c:pt>
                <c:pt idx="443">
                  <c:v>17691.97</c:v>
                </c:pt>
                <c:pt idx="444">
                  <c:v>17989.07</c:v>
                </c:pt>
                <c:pt idx="445">
                  <c:v>17786.32</c:v>
                </c:pt>
                <c:pt idx="446">
                  <c:v>17692.45</c:v>
                </c:pt>
                <c:pt idx="447">
                  <c:v>17874.669999999998</c:v>
                </c:pt>
                <c:pt idx="448">
                  <c:v>17798.73</c:v>
                </c:pt>
                <c:pt idx="449">
                  <c:v>17612.099999999999</c:v>
                </c:pt>
                <c:pt idx="450">
                  <c:v>17641</c:v>
                </c:pt>
                <c:pt idx="451">
                  <c:v>17391.009999999998</c:v>
                </c:pt>
                <c:pt idx="452">
                  <c:v>17511.080000000002</c:v>
                </c:pt>
                <c:pt idx="453">
                  <c:v>17569.57</c:v>
                </c:pt>
                <c:pt idx="454">
                  <c:v>17430.16</c:v>
                </c:pt>
                <c:pt idx="455">
                  <c:v>17109.14</c:v>
                </c:pt>
                <c:pt idx="456">
                  <c:v>17113.36</c:v>
                </c:pt>
                <c:pt idx="457">
                  <c:v>17174.060000000001</c:v>
                </c:pt>
                <c:pt idx="458">
                  <c:v>17111.650000000001</c:v>
                </c:pt>
                <c:pt idx="459">
                  <c:v>17090.23</c:v>
                </c:pt>
                <c:pt idx="460">
                  <c:v>16891.830000000002</c:v>
                </c:pt>
                <c:pt idx="461">
                  <c:v>16877.86</c:v>
                </c:pt>
                <c:pt idx="462">
                  <c:v>16647.34</c:v>
                </c:pt>
                <c:pt idx="463">
                  <c:v>16698.36</c:v>
                </c:pt>
                <c:pt idx="464">
                  <c:v>16945.509999999998</c:v>
                </c:pt>
                <c:pt idx="465">
                  <c:v>17304.96</c:v>
                </c:pt>
                <c:pt idx="466">
                  <c:v>17344.599999999999</c:v>
                </c:pt>
                <c:pt idx="467">
                  <c:v>17002.91</c:v>
                </c:pt>
                <c:pt idx="468">
                  <c:v>17238.34</c:v>
                </c:pt>
                <c:pt idx="469">
                  <c:v>17021.310000000001</c:v>
                </c:pt>
                <c:pt idx="470">
                  <c:v>17004.97</c:v>
                </c:pt>
                <c:pt idx="471">
                  <c:v>17311.05</c:v>
                </c:pt>
                <c:pt idx="472">
                  <c:v>17469.36</c:v>
                </c:pt>
                <c:pt idx="473">
                  <c:v>17635.88</c:v>
                </c:pt>
                <c:pt idx="474">
                  <c:v>17417.68</c:v>
                </c:pt>
                <c:pt idx="475">
                  <c:v>17778.41</c:v>
                </c:pt>
                <c:pt idx="476">
                  <c:v>17739.41</c:v>
                </c:pt>
                <c:pt idx="477">
                  <c:v>17727.98</c:v>
                </c:pt>
                <c:pt idx="478">
                  <c:v>18015.939999999999</c:v>
                </c:pt>
                <c:pt idx="479">
                  <c:v>18293.38</c:v>
                </c:pt>
                <c:pt idx="480">
                  <c:v>17832.330000000002</c:v>
                </c:pt>
                <c:pt idx="481">
                  <c:v>17471.669999999998</c:v>
                </c:pt>
                <c:pt idx="482">
                  <c:v>17523.23</c:v>
                </c:pt>
                <c:pt idx="483">
                  <c:v>17524.060000000001</c:v>
                </c:pt>
                <c:pt idx="484">
                  <c:v>17799.61</c:v>
                </c:pt>
                <c:pt idx="485">
                  <c:v>18028.28</c:v>
                </c:pt>
                <c:pt idx="486">
                  <c:v>17978.57</c:v>
                </c:pt>
                <c:pt idx="487">
                  <c:v>17769.14</c:v>
                </c:pt>
                <c:pt idx="488">
                  <c:v>17718.61</c:v>
                </c:pt>
                <c:pt idx="489">
                  <c:v>17716.47</c:v>
                </c:pt>
                <c:pt idx="490">
                  <c:v>18089.93</c:v>
                </c:pt>
                <c:pt idx="491">
                  <c:v>18072.900000000001</c:v>
                </c:pt>
                <c:pt idx="492">
                  <c:v>18027.71</c:v>
                </c:pt>
                <c:pt idx="493">
                  <c:v>18028.52</c:v>
                </c:pt>
                <c:pt idx="494">
                  <c:v>18335.32</c:v>
                </c:pt>
                <c:pt idx="495">
                  <c:v>18430.39</c:v>
                </c:pt>
                <c:pt idx="496">
                  <c:v>17915.55</c:v>
                </c:pt>
                <c:pt idx="497">
                  <c:v>17936.12</c:v>
                </c:pt>
                <c:pt idx="498">
                  <c:v>17941.78</c:v>
                </c:pt>
                <c:pt idx="499">
                  <c:v>18112.63</c:v>
                </c:pt>
                <c:pt idx="500">
                  <c:v>17937.84</c:v>
                </c:pt>
                <c:pt idx="501">
                  <c:v>18176.34</c:v>
                </c:pt>
                <c:pt idx="502">
                  <c:v>18366.95</c:v>
                </c:pt>
                <c:pt idx="503">
                  <c:v>18476.8</c:v>
                </c:pt>
                <c:pt idx="504">
                  <c:v>18424.96</c:v>
                </c:pt>
                <c:pt idx="505">
                  <c:v>18444.11</c:v>
                </c:pt>
                <c:pt idx="506">
                  <c:v>18403.04</c:v>
                </c:pt>
                <c:pt idx="507">
                  <c:v>18079.61</c:v>
                </c:pt>
                <c:pt idx="508">
                  <c:v>18230.189999999999</c:v>
                </c:pt>
                <c:pt idx="509">
                  <c:v>18477.009999999998</c:v>
                </c:pt>
                <c:pt idx="510">
                  <c:v>18821.16</c:v>
                </c:pt>
                <c:pt idx="511">
                  <c:v>18827.349999999999</c:v>
                </c:pt>
                <c:pt idx="512">
                  <c:v>18608.939999999999</c:v>
                </c:pt>
                <c:pt idx="513">
                  <c:v>18868.71</c:v>
                </c:pt>
                <c:pt idx="514">
                  <c:v>19195.599999999999</c:v>
                </c:pt>
                <c:pt idx="515">
                  <c:v>19220.62</c:v>
                </c:pt>
                <c:pt idx="516">
                  <c:v>19636.22</c:v>
                </c:pt>
                <c:pt idx="517">
                  <c:v>19553.61</c:v>
                </c:pt>
                <c:pt idx="518">
                  <c:v>19376.53</c:v>
                </c:pt>
                <c:pt idx="519">
                  <c:v>19073.71</c:v>
                </c:pt>
                <c:pt idx="520">
                  <c:v>19115.060000000001</c:v>
                </c:pt>
                <c:pt idx="521">
                  <c:v>18963.68</c:v>
                </c:pt>
                <c:pt idx="522">
                  <c:v>18537.810000000001</c:v>
                </c:pt>
                <c:pt idx="523">
                  <c:v>18313.86</c:v>
                </c:pt>
                <c:pt idx="524">
                  <c:v>18479.37</c:v>
                </c:pt>
                <c:pt idx="525">
                  <c:v>18578.3</c:v>
                </c:pt>
                <c:pt idx="526">
                  <c:v>18475.919999999998</c:v>
                </c:pt>
                <c:pt idx="527">
                  <c:v>18207.13</c:v>
                </c:pt>
                <c:pt idx="528">
                  <c:v>17763.03</c:v>
                </c:pt>
                <c:pt idx="529">
                  <c:v>17746.91</c:v>
                </c:pt>
                <c:pt idx="530">
                  <c:v>17651.150000000001</c:v>
                </c:pt>
                <c:pt idx="531">
                  <c:v>17284.54</c:v>
                </c:pt>
                <c:pt idx="532">
                  <c:v>17201.27</c:v>
                </c:pt>
                <c:pt idx="533">
                  <c:v>16828.93</c:v>
                </c:pt>
                <c:pt idx="534">
                  <c:v>16511.689999999999</c:v>
                </c:pt>
                <c:pt idx="535">
                  <c:v>16224.14</c:v>
                </c:pt>
                <c:pt idx="536">
                  <c:v>16385.87</c:v>
                </c:pt>
                <c:pt idx="537">
                  <c:v>16251.84</c:v>
                </c:pt>
                <c:pt idx="538">
                  <c:v>16248.97</c:v>
                </c:pt>
                <c:pt idx="539">
                  <c:v>16600.46</c:v>
                </c:pt>
                <c:pt idx="540">
                  <c:v>16721.689999999999</c:v>
                </c:pt>
                <c:pt idx="541">
                  <c:v>17095.03</c:v>
                </c:pt>
                <c:pt idx="542">
                  <c:v>17139.169999999998</c:v>
                </c:pt>
                <c:pt idx="543">
                  <c:v>16828.07</c:v>
                </c:pt>
                <c:pt idx="544">
                  <c:v>16732.849999999999</c:v>
                </c:pt>
                <c:pt idx="545">
                  <c:v>16723.919999999998</c:v>
                </c:pt>
                <c:pt idx="546">
                  <c:v>16725.099999999999</c:v>
                </c:pt>
                <c:pt idx="547">
                  <c:v>16931.52</c:v>
                </c:pt>
                <c:pt idx="548">
                  <c:v>16541.419999999998</c:v>
                </c:pt>
                <c:pt idx="549">
                  <c:v>16392.84</c:v>
                </c:pt>
                <c:pt idx="550">
                  <c:v>16618.32</c:v>
                </c:pt>
                <c:pt idx="551">
                  <c:v>16473.64</c:v>
                </c:pt>
                <c:pt idx="552">
                  <c:v>16499.47</c:v>
                </c:pt>
                <c:pt idx="553">
                  <c:v>16863.099999999999</c:v>
                </c:pt>
                <c:pt idx="554">
                  <c:v>16543.07</c:v>
                </c:pt>
                <c:pt idx="555">
                  <c:v>16529.48</c:v>
                </c:pt>
                <c:pt idx="556">
                  <c:v>16737.12</c:v>
                </c:pt>
                <c:pt idx="557">
                  <c:v>16720.89</c:v>
                </c:pt>
                <c:pt idx="558">
                  <c:v>16961.66</c:v>
                </c:pt>
                <c:pt idx="559">
                  <c:v>17082.11</c:v>
                </c:pt>
                <c:pt idx="560">
                  <c:v>17093.5</c:v>
                </c:pt>
                <c:pt idx="561">
                  <c:v>16587.57</c:v>
                </c:pt>
                <c:pt idx="562">
                  <c:v>16353.39</c:v>
                </c:pt>
                <c:pt idx="563">
                  <c:v>16229.78</c:v>
                </c:pt>
                <c:pt idx="564">
                  <c:v>16438.09</c:v>
                </c:pt>
                <c:pt idx="565">
                  <c:v>16162.64</c:v>
                </c:pt>
                <c:pt idx="566">
                  <c:v>16595.97</c:v>
                </c:pt>
                <c:pt idx="567">
                  <c:v>16589.439999999999</c:v>
                </c:pt>
                <c:pt idx="568">
                  <c:v>16511.439999999999</c:v>
                </c:pt>
                <c:pt idx="569">
                  <c:v>16536.849999999999</c:v>
                </c:pt>
                <c:pt idx="570">
                  <c:v>16790.8</c:v>
                </c:pt>
                <c:pt idx="571">
                  <c:v>16634.740000000002</c:v>
                </c:pt>
                <c:pt idx="572">
                  <c:v>16725.86</c:v>
                </c:pt>
                <c:pt idx="573">
                  <c:v>16742.95</c:v>
                </c:pt>
                <c:pt idx="574">
                  <c:v>16503.099999999999</c:v>
                </c:pt>
                <c:pt idx="575">
                  <c:v>16247.51</c:v>
                </c:pt>
                <c:pt idx="576">
                  <c:v>16155.61</c:v>
                </c:pt>
                <c:pt idx="577">
                  <c:v>16339.96</c:v>
                </c:pt>
                <c:pt idx="578">
                  <c:v>15944.63</c:v>
                </c:pt>
                <c:pt idx="579">
                  <c:v>15879.38</c:v>
                </c:pt>
                <c:pt idx="580">
                  <c:v>15746.58</c:v>
                </c:pt>
                <c:pt idx="581">
                  <c:v>15878.07</c:v>
                </c:pt>
                <c:pt idx="582">
                  <c:v>16081.89</c:v>
                </c:pt>
                <c:pt idx="583">
                  <c:v>16136.87</c:v>
                </c:pt>
                <c:pt idx="584">
                  <c:v>15510.01</c:v>
                </c:pt>
                <c:pt idx="585">
                  <c:v>15533.56</c:v>
                </c:pt>
                <c:pt idx="586">
                  <c:v>15566.21</c:v>
                </c:pt>
                <c:pt idx="587">
                  <c:v>15485.07</c:v>
                </c:pt>
                <c:pt idx="588">
                  <c:v>15703.45</c:v>
                </c:pt>
                <c:pt idx="589">
                  <c:v>16077.24</c:v>
                </c:pt>
                <c:pt idx="590">
                  <c:v>15952.23</c:v>
                </c:pt>
                <c:pt idx="591">
                  <c:v>16211.96</c:v>
                </c:pt>
                <c:pt idx="592">
                  <c:v>15899.87</c:v>
                </c:pt>
                <c:pt idx="593">
                  <c:v>15353.98</c:v>
                </c:pt>
                <c:pt idx="594">
                  <c:v>14961.18</c:v>
                </c:pt>
                <c:pt idx="595">
                  <c:v>15308.69</c:v>
                </c:pt>
                <c:pt idx="596">
                  <c:v>15391.79</c:v>
                </c:pt>
                <c:pt idx="597">
                  <c:v>15276.9</c:v>
                </c:pt>
                <c:pt idx="598">
                  <c:v>15865.92</c:v>
                </c:pt>
                <c:pt idx="599">
                  <c:v>16216.33</c:v>
                </c:pt>
                <c:pt idx="600">
                  <c:v>16244.58</c:v>
                </c:pt>
                <c:pt idx="601">
                  <c:v>16302.04</c:v>
                </c:pt>
                <c:pt idx="602">
                  <c:v>16097.28</c:v>
                </c:pt>
                <c:pt idx="603">
                  <c:v>16190.02</c:v>
                </c:pt>
                <c:pt idx="604">
                  <c:v>16224.45</c:v>
                </c:pt>
                <c:pt idx="605">
                  <c:v>16535.330000000002</c:v>
                </c:pt>
                <c:pt idx="606">
                  <c:v>16645.98</c:v>
                </c:pt>
                <c:pt idx="607">
                  <c:v>16646.41</c:v>
                </c:pt>
                <c:pt idx="608">
                  <c:v>16788.55</c:v>
                </c:pt>
                <c:pt idx="609">
                  <c:v>17047.39</c:v>
                </c:pt>
                <c:pt idx="610">
                  <c:v>17043.53</c:v>
                </c:pt>
                <c:pt idx="611">
                  <c:v>16624.84</c:v>
                </c:pt>
                <c:pt idx="612">
                  <c:v>16340.41</c:v>
                </c:pt>
                <c:pt idx="613">
                  <c:v>16621.13</c:v>
                </c:pt>
                <c:pt idx="614">
                  <c:v>16613.810000000001</c:v>
                </c:pt>
                <c:pt idx="615">
                  <c:v>16505</c:v>
                </c:pt>
                <c:pt idx="616">
                  <c:v>16629.23</c:v>
                </c:pt>
                <c:pt idx="617">
                  <c:v>16792.189999999999</c:v>
                </c:pt>
                <c:pt idx="618">
                  <c:v>16402.189999999999</c:v>
                </c:pt>
                <c:pt idx="619">
                  <c:v>16228.75</c:v>
                </c:pt>
                <c:pt idx="620">
                  <c:v>16374.5</c:v>
                </c:pt>
                <c:pt idx="621">
                  <c:v>16201.49</c:v>
                </c:pt>
                <c:pt idx="622">
                  <c:v>16334.37</c:v>
                </c:pt>
                <c:pt idx="623">
                  <c:v>16345.89</c:v>
                </c:pt>
                <c:pt idx="624">
                  <c:v>16463.259999999998</c:v>
                </c:pt>
                <c:pt idx="625">
                  <c:v>16327.86</c:v>
                </c:pt>
                <c:pt idx="626">
                  <c:v>16646.05</c:v>
                </c:pt>
                <c:pt idx="627">
                  <c:v>16830.3</c:v>
                </c:pt>
                <c:pt idx="628">
                  <c:v>17042.88</c:v>
                </c:pt>
                <c:pt idx="629">
                  <c:v>16993.439999999999</c:v>
                </c:pt>
                <c:pt idx="630">
                  <c:v>17354.14</c:v>
                </c:pt>
                <c:pt idx="631">
                  <c:v>17525.060000000001</c:v>
                </c:pt>
                <c:pt idx="632">
                  <c:v>17559.419999999998</c:v>
                </c:pt>
                <c:pt idx="633">
                  <c:v>17910.84</c:v>
                </c:pt>
                <c:pt idx="634">
                  <c:v>17734.599999999999</c:v>
                </c:pt>
                <c:pt idx="635">
                  <c:v>17733.89</c:v>
                </c:pt>
                <c:pt idx="636">
                  <c:v>17778.07</c:v>
                </c:pt>
                <c:pt idx="637">
                  <c:v>17454.189999999999</c:v>
                </c:pt>
                <c:pt idx="638">
                  <c:v>17832.82</c:v>
                </c:pt>
                <c:pt idx="639">
                  <c:v>18079</c:v>
                </c:pt>
                <c:pt idx="640">
                  <c:v>17396.86</c:v>
                </c:pt>
                <c:pt idx="641">
                  <c:v>17426.21</c:v>
                </c:pt>
                <c:pt idx="642">
                  <c:v>17203.259999999998</c:v>
                </c:pt>
                <c:pt idx="643">
                  <c:v>17511.29</c:v>
                </c:pt>
                <c:pt idx="644">
                  <c:v>17568.46</c:v>
                </c:pt>
                <c:pt idx="645">
                  <c:v>17670.16</c:v>
                </c:pt>
                <c:pt idx="646">
                  <c:v>17966.59</c:v>
                </c:pt>
                <c:pt idx="647">
                  <c:v>17664.12</c:v>
                </c:pt>
                <c:pt idx="648">
                  <c:v>17230.59</c:v>
                </c:pt>
                <c:pt idx="649">
                  <c:v>17101.78</c:v>
                </c:pt>
                <c:pt idx="650">
                  <c:v>17112.48</c:v>
                </c:pt>
                <c:pt idx="651">
                  <c:v>17406.36</c:v>
                </c:pt>
                <c:pt idx="652">
                  <c:v>17398.73</c:v>
                </c:pt>
                <c:pt idx="653">
                  <c:v>17044.61</c:v>
                </c:pt>
                <c:pt idx="654">
                  <c:v>17085.330000000002</c:v>
                </c:pt>
                <c:pt idx="655">
                  <c:v>16991.53</c:v>
                </c:pt>
                <c:pt idx="656">
                  <c:v>17172.13</c:v>
                </c:pt>
                <c:pt idx="657">
                  <c:v>17295.89</c:v>
                </c:pt>
                <c:pt idx="658">
                  <c:v>17732.52</c:v>
                </c:pt>
                <c:pt idx="659">
                  <c:v>17773.34</c:v>
                </c:pt>
                <c:pt idx="660">
                  <c:v>17640.36</c:v>
                </c:pt>
                <c:pt idx="661">
                  <c:v>17813.45</c:v>
                </c:pt>
                <c:pt idx="662">
                  <c:v>18238.21</c:v>
                </c:pt>
                <c:pt idx="663">
                  <c:v>17893.099999999999</c:v>
                </c:pt>
                <c:pt idx="664">
                  <c:v>17664.73</c:v>
                </c:pt>
                <c:pt idx="665">
                  <c:v>17517.400000000001</c:v>
                </c:pt>
                <c:pt idx="666">
                  <c:v>17485.98</c:v>
                </c:pt>
                <c:pt idx="667">
                  <c:v>17213.87</c:v>
                </c:pt>
                <c:pt idx="668">
                  <c:v>17195.84</c:v>
                </c:pt>
                <c:pt idx="669">
                  <c:v>17331.22</c:v>
                </c:pt>
                <c:pt idx="670">
                  <c:v>17809.66</c:v>
                </c:pt>
                <c:pt idx="671">
                  <c:v>17373.03</c:v>
                </c:pt>
                <c:pt idx="672">
                  <c:v>17611.87</c:v>
                </c:pt>
                <c:pt idx="673">
                  <c:v>17466.900000000001</c:v>
                </c:pt>
                <c:pt idx="674">
                  <c:v>17729.29</c:v>
                </c:pt>
                <c:pt idx="675">
                  <c:v>18057.45</c:v>
                </c:pt>
                <c:pt idx="676">
                  <c:v>17655.41</c:v>
                </c:pt>
                <c:pt idx="677">
                  <c:v>17885.599999999999</c:v>
                </c:pt>
                <c:pt idx="678">
                  <c:v>17997.169999999998</c:v>
                </c:pt>
                <c:pt idx="679">
                  <c:v>17930.55</c:v>
                </c:pt>
                <c:pt idx="680">
                  <c:v>18182.89</c:v>
                </c:pt>
                <c:pt idx="681">
                  <c:v>18047.919999999998</c:v>
                </c:pt>
                <c:pt idx="682">
                  <c:v>18009.22</c:v>
                </c:pt>
                <c:pt idx="683">
                  <c:v>18025.89</c:v>
                </c:pt>
                <c:pt idx="684">
                  <c:v>18096.45</c:v>
                </c:pt>
                <c:pt idx="685">
                  <c:v>18202.07</c:v>
                </c:pt>
                <c:pt idx="686">
                  <c:v>18449.98</c:v>
                </c:pt>
                <c:pt idx="687">
                  <c:v>18456.91</c:v>
                </c:pt>
                <c:pt idx="688">
                  <c:v>18844.16</c:v>
                </c:pt>
                <c:pt idx="689">
                  <c:v>18382.060000000001</c:v>
                </c:pt>
                <c:pt idx="690">
                  <c:v>18482.86</c:v>
                </c:pt>
                <c:pt idx="691">
                  <c:v>18484.03</c:v>
                </c:pt>
                <c:pt idx="692">
                  <c:v>18130.740000000002</c:v>
                </c:pt>
                <c:pt idx="693">
                  <c:v>17956.38</c:v>
                </c:pt>
                <c:pt idx="694">
                  <c:v>18212.169999999998</c:v>
                </c:pt>
                <c:pt idx="695">
                  <c:v>17845.919999999998</c:v>
                </c:pt>
                <c:pt idx="696">
                  <c:v>17791.009999999998</c:v>
                </c:pt>
                <c:pt idx="697">
                  <c:v>17623.29</c:v>
                </c:pt>
                <c:pt idx="698">
                  <c:v>17950.849999999999</c:v>
                </c:pt>
                <c:pt idx="699">
                  <c:v>18326.63</c:v>
                </c:pt>
                <c:pt idx="700">
                  <c:v>18329.3</c:v>
                </c:pt>
                <c:pt idx="701">
                  <c:v>18581.11</c:v>
                </c:pt>
                <c:pt idx="702">
                  <c:v>18773.55</c:v>
                </c:pt>
                <c:pt idx="703">
                  <c:v>19075.189999999999</c:v>
                </c:pt>
                <c:pt idx="704">
                  <c:v>19248.259999999998</c:v>
                </c:pt>
                <c:pt idx="705">
                  <c:v>19246.03</c:v>
                </c:pt>
                <c:pt idx="706">
                  <c:v>19184.169999999998</c:v>
                </c:pt>
                <c:pt idx="707">
                  <c:v>19537.919999999998</c:v>
                </c:pt>
                <c:pt idx="708">
                  <c:v>19539.46</c:v>
                </c:pt>
                <c:pt idx="709">
                  <c:v>19420.87</c:v>
                </c:pt>
                <c:pt idx="710">
                  <c:v>19517.38</c:v>
                </c:pt>
                <c:pt idx="711">
                  <c:v>20011.12</c:v>
                </c:pt>
                <c:pt idx="712">
                  <c:v>20078.939999999999</c:v>
                </c:pt>
                <c:pt idx="713">
                  <c:v>19916.560000000001</c:v>
                </c:pt>
                <c:pt idx="714">
                  <c:v>19639.11</c:v>
                </c:pt>
                <c:pt idx="715">
                  <c:v>19365.14</c:v>
                </c:pt>
                <c:pt idx="716">
                  <c:v>19434.400000000001</c:v>
                </c:pt>
                <c:pt idx="717">
                  <c:v>18668.150000000001</c:v>
                </c:pt>
                <c:pt idx="718">
                  <c:v>19075.259999999998</c:v>
                </c:pt>
                <c:pt idx="719">
                  <c:v>18928.02</c:v>
                </c:pt>
                <c:pt idx="720">
                  <c:v>18952.310000000001</c:v>
                </c:pt>
                <c:pt idx="721">
                  <c:v>19015.72</c:v>
                </c:pt>
                <c:pt idx="722">
                  <c:v>19413.78</c:v>
                </c:pt>
                <c:pt idx="723">
                  <c:v>19350.62</c:v>
                </c:pt>
                <c:pt idx="724">
                  <c:v>18860.95</c:v>
                </c:pt>
                <c:pt idx="725">
                  <c:v>18659.830000000002</c:v>
                </c:pt>
                <c:pt idx="726">
                  <c:v>18479.72</c:v>
                </c:pt>
                <c:pt idx="727">
                  <c:v>18365.7</c:v>
                </c:pt>
                <c:pt idx="728">
                  <c:v>18533.05</c:v>
                </c:pt>
                <c:pt idx="729">
                  <c:v>19110.38</c:v>
                </c:pt>
                <c:pt idx="730">
                  <c:v>19415.68</c:v>
                </c:pt>
                <c:pt idx="731">
                  <c:v>19306.59</c:v>
                </c:pt>
                <c:pt idx="732">
                  <c:v>18916.43</c:v>
                </c:pt>
                <c:pt idx="733">
                  <c:v>18934.36</c:v>
                </c:pt>
                <c:pt idx="734">
                  <c:v>19172.05</c:v>
                </c:pt>
                <c:pt idx="735">
                  <c:v>19148.13</c:v>
                </c:pt>
                <c:pt idx="736">
                  <c:v>18794.13</c:v>
                </c:pt>
                <c:pt idx="737">
                  <c:v>18889.97</c:v>
                </c:pt>
                <c:pt idx="738">
                  <c:v>19218.349999999999</c:v>
                </c:pt>
                <c:pt idx="739">
                  <c:v>19607.080000000002</c:v>
                </c:pt>
                <c:pt idx="740">
                  <c:v>19912.89</c:v>
                </c:pt>
                <c:pt idx="741">
                  <c:v>20040.37</c:v>
                </c:pt>
                <c:pt idx="742">
                  <c:v>19828.919999999998</c:v>
                </c:pt>
                <c:pt idx="743">
                  <c:v>19408.419999999998</c:v>
                </c:pt>
                <c:pt idx="744">
                  <c:v>19521.419999999998</c:v>
                </c:pt>
                <c:pt idx="745">
                  <c:v>19404.310000000001</c:v>
                </c:pt>
                <c:pt idx="746">
                  <c:v>19389.95</c:v>
                </c:pt>
                <c:pt idx="747">
                  <c:v>19299.18</c:v>
                </c:pt>
                <c:pt idx="748">
                  <c:v>19252</c:v>
                </c:pt>
                <c:pt idx="749">
                  <c:v>19099.28</c:v>
                </c:pt>
                <c:pt idx="750">
                  <c:v>19108.5</c:v>
                </c:pt>
                <c:pt idx="751">
                  <c:v>18949.939999999999</c:v>
                </c:pt>
                <c:pt idx="752">
                  <c:v>18216.91</c:v>
                </c:pt>
                <c:pt idx="753">
                  <c:v>18234.27</c:v>
                </c:pt>
                <c:pt idx="754">
                  <c:v>18595.78</c:v>
                </c:pt>
                <c:pt idx="755">
                  <c:v>18551.11</c:v>
                </c:pt>
                <c:pt idx="756">
                  <c:v>18746.919999999998</c:v>
                </c:pt>
                <c:pt idx="757">
                  <c:v>19115.93</c:v>
                </c:pt>
                <c:pt idx="758">
                  <c:v>19431.25</c:v>
                </c:pt>
                <c:pt idx="759">
                  <c:v>19678.169999999998</c:v>
                </c:pt>
                <c:pt idx="760">
                  <c:v>19450.57</c:v>
                </c:pt>
                <c:pt idx="761">
                  <c:v>19727.25</c:v>
                </c:pt>
                <c:pt idx="762">
                  <c:v>19560.57</c:v>
                </c:pt>
                <c:pt idx="763">
                  <c:v>19978.25</c:v>
                </c:pt>
                <c:pt idx="764">
                  <c:v>19971.13</c:v>
                </c:pt>
                <c:pt idx="765">
                  <c:v>19627.240000000002</c:v>
                </c:pt>
                <c:pt idx="766">
                  <c:v>19743.79</c:v>
                </c:pt>
                <c:pt idx="767">
                  <c:v>19762.2</c:v>
                </c:pt>
                <c:pt idx="768">
                  <c:v>19867.580000000002</c:v>
                </c:pt>
                <c:pt idx="769">
                  <c:v>20297.03</c:v>
                </c:pt>
                <c:pt idx="770">
                  <c:v>20049.310000000001</c:v>
                </c:pt>
                <c:pt idx="771">
                  <c:v>19948.73</c:v>
                </c:pt>
                <c:pt idx="772">
                  <c:v>19699.16</c:v>
                </c:pt>
                <c:pt idx="773">
                  <c:v>19933.810000000001</c:v>
                </c:pt>
                <c:pt idx="774">
                  <c:v>19894.57</c:v>
                </c:pt>
                <c:pt idx="775">
                  <c:v>19840.28</c:v>
                </c:pt>
                <c:pt idx="776">
                  <c:v>19757.27</c:v>
                </c:pt>
                <c:pt idx="777">
                  <c:v>19617.88</c:v>
                </c:pt>
                <c:pt idx="778">
                  <c:v>19959.939999999999</c:v>
                </c:pt>
                <c:pt idx="779">
                  <c:v>20075.73</c:v>
                </c:pt>
                <c:pt idx="780">
                  <c:v>20396.97</c:v>
                </c:pt>
                <c:pt idx="781">
                  <c:v>20367.759999999998</c:v>
                </c:pt>
                <c:pt idx="782">
                  <c:v>20650.509999999998</c:v>
                </c:pt>
                <c:pt idx="783">
                  <c:v>20782.45</c:v>
                </c:pt>
                <c:pt idx="784">
                  <c:v>20438.810000000001</c:v>
                </c:pt>
                <c:pt idx="785">
                  <c:v>20344.48</c:v>
                </c:pt>
                <c:pt idx="786">
                  <c:v>20309.86</c:v>
                </c:pt>
                <c:pt idx="787">
                  <c:v>20485.240000000002</c:v>
                </c:pt>
                <c:pt idx="788">
                  <c:v>20331.2</c:v>
                </c:pt>
                <c:pt idx="789">
                  <c:v>20274.59</c:v>
                </c:pt>
                <c:pt idx="790">
                  <c:v>20409.18</c:v>
                </c:pt>
                <c:pt idx="791">
                  <c:v>20400.11</c:v>
                </c:pt>
                <c:pt idx="792">
                  <c:v>20309.13</c:v>
                </c:pt>
                <c:pt idx="793">
                  <c:v>20192.400000000001</c:v>
                </c:pt>
                <c:pt idx="794">
                  <c:v>19784.650000000001</c:v>
                </c:pt>
                <c:pt idx="795">
                  <c:v>19567.689999999999</c:v>
                </c:pt>
                <c:pt idx="796">
                  <c:v>19915.68</c:v>
                </c:pt>
                <c:pt idx="797">
                  <c:v>20049.64</c:v>
                </c:pt>
                <c:pt idx="798">
                  <c:v>19591.43</c:v>
                </c:pt>
                <c:pt idx="799">
                  <c:v>19258.759999999998</c:v>
                </c:pt>
                <c:pt idx="800">
                  <c:v>19000.71</c:v>
                </c:pt>
                <c:pt idx="801">
                  <c:v>19518.59</c:v>
                </c:pt>
                <c:pt idx="802">
                  <c:v>19203.91</c:v>
                </c:pt>
                <c:pt idx="803">
                  <c:v>19539.87</c:v>
                </c:pt>
                <c:pt idx="804">
                  <c:v>19247.96</c:v>
                </c:pt>
                <c:pt idx="805">
                  <c:v>19695.97</c:v>
                </c:pt>
                <c:pt idx="806">
                  <c:v>19319.919999999998</c:v>
                </c:pt>
                <c:pt idx="807">
                  <c:v>19925.740000000002</c:v>
                </c:pt>
                <c:pt idx="808">
                  <c:v>20051.25</c:v>
                </c:pt>
                <c:pt idx="809">
                  <c:v>20534.48</c:v>
                </c:pt>
                <c:pt idx="810">
                  <c:v>20603.189999999999</c:v>
                </c:pt>
                <c:pt idx="811">
                  <c:v>20567.54</c:v>
                </c:pt>
                <c:pt idx="812">
                  <c:v>20429.46</c:v>
                </c:pt>
                <c:pt idx="813">
                  <c:v>20619.71</c:v>
                </c:pt>
                <c:pt idx="814">
                  <c:v>19785.939999999999</c:v>
                </c:pt>
                <c:pt idx="815">
                  <c:v>19943.509999999998</c:v>
                </c:pt>
                <c:pt idx="816">
                  <c:v>20010.04</c:v>
                </c:pt>
                <c:pt idx="817">
                  <c:v>20351.349999999999</c:v>
                </c:pt>
                <c:pt idx="818">
                  <c:v>20423.84</c:v>
                </c:pt>
                <c:pt idx="819">
                  <c:v>20529.490000000002</c:v>
                </c:pt>
                <c:pt idx="820">
                  <c:v>20886.96</c:v>
                </c:pt>
                <c:pt idx="821">
                  <c:v>20719.810000000001</c:v>
                </c:pt>
                <c:pt idx="822">
                  <c:v>20987.67</c:v>
                </c:pt>
                <c:pt idx="823">
                  <c:v>20812.169999999998</c:v>
                </c:pt>
                <c:pt idx="824">
                  <c:v>21113.759999999998</c:v>
                </c:pt>
                <c:pt idx="825">
                  <c:v>21164.42</c:v>
                </c:pt>
                <c:pt idx="826">
                  <c:v>21190.42</c:v>
                </c:pt>
                <c:pt idx="827">
                  <c:v>21624.36</c:v>
                </c:pt>
                <c:pt idx="828">
                  <c:v>21283.52</c:v>
                </c:pt>
                <c:pt idx="829">
                  <c:v>21298.7</c:v>
                </c:pt>
                <c:pt idx="830">
                  <c:v>21222.16</c:v>
                </c:pt>
                <c:pt idx="831">
                  <c:v>21660.47</c:v>
                </c:pt>
                <c:pt idx="832">
                  <c:v>21958.36</c:v>
                </c:pt>
                <c:pt idx="833">
                  <c:v>22072.18</c:v>
                </c:pt>
                <c:pt idx="834">
                  <c:v>21842.33</c:v>
                </c:pt>
                <c:pt idx="835">
                  <c:v>22069.73</c:v>
                </c:pt>
                <c:pt idx="836">
                  <c:v>22688.9</c:v>
                </c:pt>
                <c:pt idx="837">
                  <c:v>22566.78</c:v>
                </c:pt>
                <c:pt idx="838">
                  <c:v>22044.65</c:v>
                </c:pt>
                <c:pt idx="839">
                  <c:v>21650.98</c:v>
                </c:pt>
                <c:pt idx="840">
                  <c:v>21678</c:v>
                </c:pt>
                <c:pt idx="841">
                  <c:v>21577.64</c:v>
                </c:pt>
                <c:pt idx="842">
                  <c:v>21746.720000000001</c:v>
                </c:pt>
                <c:pt idx="843">
                  <c:v>21738.66</c:v>
                </c:pt>
                <c:pt idx="844">
                  <c:v>21514.1</c:v>
                </c:pt>
                <c:pt idx="845">
                  <c:v>21436.05</c:v>
                </c:pt>
                <c:pt idx="846">
                  <c:v>21331.46</c:v>
                </c:pt>
                <c:pt idx="847">
                  <c:v>21388.34</c:v>
                </c:pt>
                <c:pt idx="848">
                  <c:v>20991.64</c:v>
                </c:pt>
                <c:pt idx="849">
                  <c:v>21052.17</c:v>
                </c:pt>
                <c:pt idx="850">
                  <c:v>20793.11</c:v>
                </c:pt>
                <c:pt idx="851">
                  <c:v>20145.29</c:v>
                </c:pt>
                <c:pt idx="852">
                  <c:v>19781.41</c:v>
                </c:pt>
                <c:pt idx="853">
                  <c:v>19741.14</c:v>
                </c:pt>
                <c:pt idx="854">
                  <c:v>19898.91</c:v>
                </c:pt>
                <c:pt idx="855">
                  <c:v>19593.060000000001</c:v>
                </c:pt>
                <c:pt idx="856">
                  <c:v>19679.22</c:v>
                </c:pt>
                <c:pt idx="857">
                  <c:v>19160.490000000002</c:v>
                </c:pt>
                <c:pt idx="858">
                  <c:v>19094.8</c:v>
                </c:pt>
                <c:pt idx="859">
                  <c:v>19352.810000000001</c:v>
                </c:pt>
                <c:pt idx="860">
                  <c:v>19450.669999999998</c:v>
                </c:pt>
                <c:pt idx="861">
                  <c:v>19368.59</c:v>
                </c:pt>
                <c:pt idx="862">
                  <c:v>19673.45</c:v>
                </c:pt>
                <c:pt idx="863">
                  <c:v>19596.2</c:v>
                </c:pt>
                <c:pt idx="864">
                  <c:v>19463.63</c:v>
                </c:pt>
                <c:pt idx="865">
                  <c:v>19900.87</c:v>
                </c:pt>
                <c:pt idx="866">
                  <c:v>19450.23</c:v>
                </c:pt>
                <c:pt idx="867">
                  <c:v>18814.82</c:v>
                </c:pt>
                <c:pt idx="868">
                  <c:v>19441.18</c:v>
                </c:pt>
                <c:pt idx="869">
                  <c:v>19518.29</c:v>
                </c:pt>
                <c:pt idx="870">
                  <c:v>18675.349999999999</c:v>
                </c:pt>
                <c:pt idx="871">
                  <c:v>18736.439999999999</c:v>
                </c:pt>
                <c:pt idx="872">
                  <c:v>18597.23</c:v>
                </c:pt>
                <c:pt idx="873">
                  <c:v>18204.68</c:v>
                </c:pt>
                <c:pt idx="874">
                  <c:v>17297.939999999999</c:v>
                </c:pt>
                <c:pt idx="875">
                  <c:v>17573.580000000002</c:v>
                </c:pt>
                <c:pt idx="876">
                  <c:v>17660.900000000001</c:v>
                </c:pt>
                <c:pt idx="877">
                  <c:v>17523.810000000001</c:v>
                </c:pt>
                <c:pt idx="878">
                  <c:v>17424.41</c:v>
                </c:pt>
                <c:pt idx="879">
                  <c:v>17655.91</c:v>
                </c:pt>
                <c:pt idx="880">
                  <c:v>17992.54</c:v>
                </c:pt>
                <c:pt idx="881">
                  <c:v>18045.66</c:v>
                </c:pt>
                <c:pt idx="882">
                  <c:v>18256.48</c:v>
                </c:pt>
                <c:pt idx="883">
                  <c:v>18343.12</c:v>
                </c:pt>
                <c:pt idx="884">
                  <c:v>17619.71</c:v>
                </c:pt>
                <c:pt idx="885">
                  <c:v>17325.66</c:v>
                </c:pt>
                <c:pt idx="886">
                  <c:v>16081.04</c:v>
                </c:pt>
                <c:pt idx="887">
                  <c:v>16358.52</c:v>
                </c:pt>
                <c:pt idx="888">
                  <c:v>16557.310000000001</c:v>
                </c:pt>
                <c:pt idx="889">
                  <c:v>16595.91</c:v>
                </c:pt>
                <c:pt idx="890">
                  <c:v>16161.14</c:v>
                </c:pt>
                <c:pt idx="891">
                  <c:v>15339.49</c:v>
                </c:pt>
                <c:pt idx="892">
                  <c:v>15827.17</c:v>
                </c:pt>
                <c:pt idx="893">
                  <c:v>15455.27</c:v>
                </c:pt>
                <c:pt idx="894">
                  <c:v>14687.02</c:v>
                </c:pt>
                <c:pt idx="895">
                  <c:v>14863.06</c:v>
                </c:pt>
                <c:pt idx="896">
                  <c:v>15427.94</c:v>
                </c:pt>
                <c:pt idx="897">
                  <c:v>15317.67</c:v>
                </c:pt>
                <c:pt idx="898">
                  <c:v>15165.59</c:v>
                </c:pt>
                <c:pt idx="899">
                  <c:v>15180.69</c:v>
                </c:pt>
                <c:pt idx="900">
                  <c:v>16211.12</c:v>
                </c:pt>
                <c:pt idx="901">
                  <c:v>16280.22</c:v>
                </c:pt>
                <c:pt idx="902">
                  <c:v>16511.28</c:v>
                </c:pt>
                <c:pt idx="903">
                  <c:v>16914.580000000002</c:v>
                </c:pt>
                <c:pt idx="904">
                  <c:v>16612.900000000001</c:v>
                </c:pt>
                <c:pt idx="905">
                  <c:v>16587.689999999999</c:v>
                </c:pt>
                <c:pt idx="906">
                  <c:v>16389.11</c:v>
                </c:pt>
                <c:pt idx="907">
                  <c:v>16701.03</c:v>
                </c:pt>
                <c:pt idx="908">
                  <c:v>16832.36</c:v>
                </c:pt>
                <c:pt idx="909">
                  <c:v>17216.66</c:v>
                </c:pt>
                <c:pt idx="910">
                  <c:v>17740.05</c:v>
                </c:pt>
                <c:pt idx="911">
                  <c:v>18012.150000000001</c:v>
                </c:pt>
                <c:pt idx="912">
                  <c:v>18087.97</c:v>
                </c:pt>
                <c:pt idx="913">
                  <c:v>17079.509999999998</c:v>
                </c:pt>
                <c:pt idx="914">
                  <c:v>17222.830000000002</c:v>
                </c:pt>
                <c:pt idx="915">
                  <c:v>17165.87</c:v>
                </c:pt>
                <c:pt idx="916">
                  <c:v>17250.88</c:v>
                </c:pt>
                <c:pt idx="917">
                  <c:v>17860.310000000001</c:v>
                </c:pt>
                <c:pt idx="918">
                  <c:v>17855.14</c:v>
                </c:pt>
                <c:pt idx="919">
                  <c:v>17933.27</c:v>
                </c:pt>
                <c:pt idx="920">
                  <c:v>18147.95</c:v>
                </c:pt>
                <c:pt idx="921">
                  <c:v>18444.62</c:v>
                </c:pt>
                <c:pt idx="922">
                  <c:v>18781.419999999998</c:v>
                </c:pt>
                <c:pt idx="923">
                  <c:v>18565.97</c:v>
                </c:pt>
                <c:pt idx="924">
                  <c:v>18761.689999999999</c:v>
                </c:pt>
                <c:pt idx="925">
                  <c:v>18930.38</c:v>
                </c:pt>
                <c:pt idx="926">
                  <c:v>18847.099999999999</c:v>
                </c:pt>
                <c:pt idx="927">
                  <c:v>19326.86</c:v>
                </c:pt>
                <c:pt idx="928">
                  <c:v>19362.25</c:v>
                </c:pt>
                <c:pt idx="929">
                  <c:v>18854.62</c:v>
                </c:pt>
                <c:pt idx="930">
                  <c:v>19044.3</c:v>
                </c:pt>
                <c:pt idx="931">
                  <c:v>19202.73</c:v>
                </c:pt>
                <c:pt idx="932">
                  <c:v>19225.7</c:v>
                </c:pt>
                <c:pt idx="933">
                  <c:v>19452.09</c:v>
                </c:pt>
                <c:pt idx="934">
                  <c:v>19597.310000000001</c:v>
                </c:pt>
                <c:pt idx="935">
                  <c:v>19954.39</c:v>
                </c:pt>
                <c:pt idx="936">
                  <c:v>19949.03</c:v>
                </c:pt>
                <c:pt idx="937">
                  <c:v>20023.22</c:v>
                </c:pt>
                <c:pt idx="938">
                  <c:v>20170.04</c:v>
                </c:pt>
                <c:pt idx="939">
                  <c:v>19968.38</c:v>
                </c:pt>
                <c:pt idx="940">
                  <c:v>19268.740000000002</c:v>
                </c:pt>
                <c:pt idx="941">
                  <c:v>19503.25</c:v>
                </c:pt>
                <c:pt idx="942">
                  <c:v>19656.98</c:v>
                </c:pt>
                <c:pt idx="943">
                  <c:v>19773.03</c:v>
                </c:pt>
                <c:pt idx="944">
                  <c:v>19763.91</c:v>
                </c:pt>
                <c:pt idx="945">
                  <c:v>19922.45</c:v>
                </c:pt>
                <c:pt idx="946">
                  <c:v>19830.52</c:v>
                </c:pt>
                <c:pt idx="947">
                  <c:v>20040.86</c:v>
                </c:pt>
                <c:pt idx="948">
                  <c:v>20175.62</c:v>
                </c:pt>
                <c:pt idx="949">
                  <c:v>20082.43</c:v>
                </c:pt>
                <c:pt idx="950">
                  <c:v>19610.84</c:v>
                </c:pt>
                <c:pt idx="951">
                  <c:v>20003.439999999999</c:v>
                </c:pt>
                <c:pt idx="952">
                  <c:v>20045.77</c:v>
                </c:pt>
                <c:pt idx="953">
                  <c:v>20201.939999999999</c:v>
                </c:pt>
                <c:pt idx="954">
                  <c:v>20174.04</c:v>
                </c:pt>
                <c:pt idx="955">
                  <c:v>19767.09</c:v>
                </c:pt>
                <c:pt idx="956">
                  <c:v>19689.21</c:v>
                </c:pt>
                <c:pt idx="957">
                  <c:v>20165.84</c:v>
                </c:pt>
                <c:pt idx="958">
                  <c:v>20156.509999999998</c:v>
                </c:pt>
                <c:pt idx="959">
                  <c:v>20622.68</c:v>
                </c:pt>
                <c:pt idx="960">
                  <c:v>20670.04</c:v>
                </c:pt>
                <c:pt idx="961">
                  <c:v>20905.88</c:v>
                </c:pt>
                <c:pt idx="962">
                  <c:v>20562.939999999999</c:v>
                </c:pt>
                <c:pt idx="963">
                  <c:v>20609.14</c:v>
                </c:pt>
                <c:pt idx="964">
                  <c:v>20574.63</c:v>
                </c:pt>
                <c:pt idx="965">
                  <c:v>20890.22</c:v>
                </c:pt>
                <c:pt idx="966">
                  <c:v>20661.060000000001</c:v>
                </c:pt>
                <c:pt idx="967">
                  <c:v>20846.18</c:v>
                </c:pt>
                <c:pt idx="968">
                  <c:v>20297.72</c:v>
                </c:pt>
                <c:pt idx="969">
                  <c:v>20751.21</c:v>
                </c:pt>
                <c:pt idx="970">
                  <c:v>20797.95</c:v>
                </c:pt>
                <c:pt idx="971">
                  <c:v>20844.740000000002</c:v>
                </c:pt>
                <c:pt idx="972">
                  <c:v>21124.2</c:v>
                </c:pt>
                <c:pt idx="973">
                  <c:v>21725.78</c:v>
                </c:pt>
                <c:pt idx="974">
                  <c:v>21643.58</c:v>
                </c:pt>
                <c:pt idx="975">
                  <c:v>21586.66</c:v>
                </c:pt>
                <c:pt idx="976">
                  <c:v>21853.07</c:v>
                </c:pt>
                <c:pt idx="977">
                  <c:v>21830.35</c:v>
                </c:pt>
                <c:pt idx="978">
                  <c:v>21859.79</c:v>
                </c:pt>
                <c:pt idx="979">
                  <c:v>21996.89</c:v>
                </c:pt>
                <c:pt idx="980">
                  <c:v>22418.97</c:v>
                </c:pt>
                <c:pt idx="981">
                  <c:v>22229.52</c:v>
                </c:pt>
                <c:pt idx="982">
                  <c:v>21719.06</c:v>
                </c:pt>
                <c:pt idx="983">
                  <c:v>21273.87</c:v>
                </c:pt>
                <c:pt idx="984">
                  <c:v>21008.34</c:v>
                </c:pt>
                <c:pt idx="985">
                  <c:v>21559.59</c:v>
                </c:pt>
                <c:pt idx="986">
                  <c:v>21163.91</c:v>
                </c:pt>
                <c:pt idx="987">
                  <c:v>21075</c:v>
                </c:pt>
                <c:pt idx="988">
                  <c:v>20845.43</c:v>
                </c:pt>
                <c:pt idx="989">
                  <c:v>21308.21</c:v>
                </c:pt>
                <c:pt idx="990">
                  <c:v>21067.99</c:v>
                </c:pt>
                <c:pt idx="991">
                  <c:v>21067.58</c:v>
                </c:pt>
                <c:pt idx="992">
                  <c:v>21806.18</c:v>
                </c:pt>
                <c:pt idx="993">
                  <c:v>21869.05</c:v>
                </c:pt>
                <c:pt idx="994">
                  <c:v>22014.59</c:v>
                </c:pt>
                <c:pt idx="995">
                  <c:v>21531.67</c:v>
                </c:pt>
                <c:pt idx="996">
                  <c:v>21653.9</c:v>
                </c:pt>
                <c:pt idx="997">
                  <c:v>21082.13</c:v>
                </c:pt>
                <c:pt idx="998">
                  <c:v>21294.94</c:v>
                </c:pt>
                <c:pt idx="999">
                  <c:v>21415.200000000001</c:v>
                </c:pt>
                <c:pt idx="1000">
                  <c:v>21123.93</c:v>
                </c:pt>
                <c:pt idx="1001">
                  <c:v>20697.36</c:v>
                </c:pt>
                <c:pt idx="1002">
                  <c:v>20116.2</c:v>
                </c:pt>
                <c:pt idx="1003">
                  <c:v>20171.27</c:v>
                </c:pt>
                <c:pt idx="1004">
                  <c:v>20112.099999999999</c:v>
                </c:pt>
                <c:pt idx="1005">
                  <c:v>20470.060000000001</c:v>
                </c:pt>
                <c:pt idx="1006">
                  <c:v>20717.240000000002</c:v>
                </c:pt>
                <c:pt idx="1007">
                  <c:v>20120.68</c:v>
                </c:pt>
                <c:pt idx="1008">
                  <c:v>20644.28</c:v>
                </c:pt>
                <c:pt idx="1009">
                  <c:v>20602.52</c:v>
                </c:pt>
                <c:pt idx="1010">
                  <c:v>19950.21</c:v>
                </c:pt>
                <c:pt idx="1011">
                  <c:v>19898.77</c:v>
                </c:pt>
                <c:pt idx="1012">
                  <c:v>19380.34</c:v>
                </c:pt>
                <c:pt idx="1013">
                  <c:v>19824.57</c:v>
                </c:pt>
                <c:pt idx="1014">
                  <c:v>19633.689999999999</c:v>
                </c:pt>
                <c:pt idx="1015">
                  <c:v>20001.96</c:v>
                </c:pt>
                <c:pt idx="1016">
                  <c:v>20793.400000000001</c:v>
                </c:pt>
                <c:pt idx="1017">
                  <c:v>20869.52</c:v>
                </c:pt>
                <c:pt idx="1018">
                  <c:v>21101.89</c:v>
                </c:pt>
                <c:pt idx="1019">
                  <c:v>21089.39</c:v>
                </c:pt>
                <c:pt idx="1020">
                  <c:v>20276.169999999998</c:v>
                </c:pt>
                <c:pt idx="1021">
                  <c:v>19946.36</c:v>
                </c:pt>
                <c:pt idx="1022">
                  <c:v>19934.71</c:v>
                </c:pt>
                <c:pt idx="1023">
                  <c:v>19869.34</c:v>
                </c:pt>
                <c:pt idx="1024">
                  <c:v>20638.52</c:v>
                </c:pt>
                <c:pt idx="1025">
                  <c:v>20682.22</c:v>
                </c:pt>
                <c:pt idx="1026">
                  <c:v>20944.669999999998</c:v>
                </c:pt>
                <c:pt idx="1027">
                  <c:v>21027.759999999998</c:v>
                </c:pt>
                <c:pt idx="1028">
                  <c:v>21518.080000000002</c:v>
                </c:pt>
                <c:pt idx="1029">
                  <c:v>21374.37</c:v>
                </c:pt>
                <c:pt idx="1030">
                  <c:v>21319.13</c:v>
                </c:pt>
                <c:pt idx="1031">
                  <c:v>21208.3</c:v>
                </c:pt>
                <c:pt idx="1032">
                  <c:v>21872.01</c:v>
                </c:pt>
                <c:pt idx="1033">
                  <c:v>21808.98</c:v>
                </c:pt>
                <c:pt idx="1034">
                  <c:v>22080.52</c:v>
                </c:pt>
                <c:pt idx="1035">
                  <c:v>22502.31</c:v>
                </c:pt>
                <c:pt idx="1036">
                  <c:v>22039.55</c:v>
                </c:pt>
                <c:pt idx="1037">
                  <c:v>21996.85</c:v>
                </c:pt>
                <c:pt idx="1038">
                  <c:v>22232.03</c:v>
                </c:pt>
                <c:pt idx="1039">
                  <c:v>21927.63</c:v>
                </c:pt>
                <c:pt idx="1040">
                  <c:v>21684.97</c:v>
                </c:pt>
                <c:pt idx="1041">
                  <c:v>21404.880000000001</c:v>
                </c:pt>
                <c:pt idx="1042">
                  <c:v>21945.95</c:v>
                </c:pt>
                <c:pt idx="1043">
                  <c:v>22154.080000000002</c:v>
                </c:pt>
                <c:pt idx="1044">
                  <c:v>21889.279999999999</c:v>
                </c:pt>
                <c:pt idx="1045">
                  <c:v>21221.34</c:v>
                </c:pt>
                <c:pt idx="1046">
                  <c:v>21412.400000000001</c:v>
                </c:pt>
                <c:pt idx="1047">
                  <c:v>21501.23</c:v>
                </c:pt>
                <c:pt idx="1048">
                  <c:v>20087.5</c:v>
                </c:pt>
                <c:pt idx="1049">
                  <c:v>18415.080000000002</c:v>
                </c:pt>
                <c:pt idx="1050">
                  <c:v>19531.66</c:v>
                </c:pt>
                <c:pt idx="1051">
                  <c:v>20553.79</c:v>
                </c:pt>
                <c:pt idx="1052">
                  <c:v>20890.259999999998</c:v>
                </c:pt>
                <c:pt idx="1053">
                  <c:v>20627.71</c:v>
                </c:pt>
                <c:pt idx="1054">
                  <c:v>20765.87</c:v>
                </c:pt>
                <c:pt idx="1055">
                  <c:v>21057.63</c:v>
                </c:pt>
                <c:pt idx="1056">
                  <c:v>21905.29</c:v>
                </c:pt>
                <c:pt idx="1057">
                  <c:v>22467.34</c:v>
                </c:pt>
                <c:pt idx="1058">
                  <c:v>22343.919999999998</c:v>
                </c:pt>
                <c:pt idx="1059">
                  <c:v>22761.71</c:v>
                </c:pt>
                <c:pt idx="1060">
                  <c:v>22713.02</c:v>
                </c:pt>
                <c:pt idx="1061">
                  <c:v>22767.18</c:v>
                </c:pt>
                <c:pt idx="1062">
                  <c:v>22901.56</c:v>
                </c:pt>
                <c:pt idx="1063">
                  <c:v>23660.28</c:v>
                </c:pt>
                <c:pt idx="1064">
                  <c:v>23520</c:v>
                </c:pt>
                <c:pt idx="1065">
                  <c:v>24170.07</c:v>
                </c:pt>
                <c:pt idx="1066">
                  <c:v>24327.71</c:v>
                </c:pt>
                <c:pt idx="1067">
                  <c:v>24792.77</c:v>
                </c:pt>
                <c:pt idx="1068">
                  <c:v>24718.9</c:v>
                </c:pt>
                <c:pt idx="1069">
                  <c:v>24355.71</c:v>
                </c:pt>
                <c:pt idx="1070">
                  <c:v>24556.57</c:v>
                </c:pt>
                <c:pt idx="1071">
                  <c:v>24906.66</c:v>
                </c:pt>
                <c:pt idx="1072">
                  <c:v>24924.35</c:v>
                </c:pt>
                <c:pt idx="1073">
                  <c:v>24829.99</c:v>
                </c:pt>
                <c:pt idx="1074">
                  <c:v>24329.49</c:v>
                </c:pt>
                <c:pt idx="1075">
                  <c:v>24579.55</c:v>
                </c:pt>
                <c:pt idx="1076">
                  <c:v>24573.29</c:v>
                </c:pt>
                <c:pt idx="1077">
                  <c:v>23802.26</c:v>
                </c:pt>
                <c:pt idx="1078">
                  <c:v>23550.080000000002</c:v>
                </c:pt>
                <c:pt idx="1079">
                  <c:v>23807</c:v>
                </c:pt>
                <c:pt idx="1080">
                  <c:v>24289.9</c:v>
                </c:pt>
                <c:pt idx="1081">
                  <c:v>24243.61</c:v>
                </c:pt>
                <c:pt idx="1082">
                  <c:v>24656.46</c:v>
                </c:pt>
                <c:pt idx="1083">
                  <c:v>24965.55</c:v>
                </c:pt>
                <c:pt idx="1084">
                  <c:v>24952.35</c:v>
                </c:pt>
                <c:pt idx="1085">
                  <c:v>24127.85</c:v>
                </c:pt>
                <c:pt idx="1086">
                  <c:v>24112.78</c:v>
                </c:pt>
                <c:pt idx="1087">
                  <c:v>24218.03</c:v>
                </c:pt>
                <c:pt idx="1088">
                  <c:v>24383.32</c:v>
                </c:pt>
                <c:pt idx="1089">
                  <c:v>24429.77</c:v>
                </c:pt>
                <c:pt idx="1090">
                  <c:v>24402.17</c:v>
                </c:pt>
                <c:pt idx="1091">
                  <c:v>23739.06</c:v>
                </c:pt>
                <c:pt idx="1092">
                  <c:v>23746.54</c:v>
                </c:pt>
                <c:pt idx="1093">
                  <c:v>23493.38</c:v>
                </c:pt>
                <c:pt idx="1094">
                  <c:v>23072.86</c:v>
                </c:pt>
                <c:pt idx="1095">
                  <c:v>22907.25</c:v>
                </c:pt>
                <c:pt idx="1096">
                  <c:v>23289.84</c:v>
                </c:pt>
                <c:pt idx="1097">
                  <c:v>23274.75</c:v>
                </c:pt>
                <c:pt idx="1098">
                  <c:v>23397.67</c:v>
                </c:pt>
                <c:pt idx="1099">
                  <c:v>23112.01</c:v>
                </c:pt>
                <c:pt idx="1100">
                  <c:v>23086.54</c:v>
                </c:pt>
                <c:pt idx="1101">
                  <c:v>23280.560000000001</c:v>
                </c:pt>
                <c:pt idx="1102">
                  <c:v>23223.759999999998</c:v>
                </c:pt>
                <c:pt idx="1103">
                  <c:v>23193.64</c:v>
                </c:pt>
                <c:pt idx="1104">
                  <c:v>23102.33</c:v>
                </c:pt>
                <c:pt idx="1105">
                  <c:v>22971.33</c:v>
                </c:pt>
                <c:pt idx="1106">
                  <c:v>22744.86</c:v>
                </c:pt>
                <c:pt idx="1107">
                  <c:v>23192.63</c:v>
                </c:pt>
                <c:pt idx="1108">
                  <c:v>23475.5</c:v>
                </c:pt>
                <c:pt idx="1109">
                  <c:v>23420.76</c:v>
                </c:pt>
                <c:pt idx="1110">
                  <c:v>23635.95</c:v>
                </c:pt>
                <c:pt idx="1111">
                  <c:v>23954.58</c:v>
                </c:pt>
                <c:pt idx="1112">
                  <c:v>23995.72</c:v>
                </c:pt>
                <c:pt idx="1113">
                  <c:v>24254.86</c:v>
                </c:pt>
                <c:pt idx="1114">
                  <c:v>23996.87</c:v>
                </c:pt>
                <c:pt idx="1115">
                  <c:v>23983.66</c:v>
                </c:pt>
                <c:pt idx="1116">
                  <c:v>23349.38</c:v>
                </c:pt>
                <c:pt idx="1117">
                  <c:v>23766.69</c:v>
                </c:pt>
                <c:pt idx="1118">
                  <c:v>23788.93</c:v>
                </c:pt>
                <c:pt idx="1119">
                  <c:v>23658.92</c:v>
                </c:pt>
                <c:pt idx="1120">
                  <c:v>23475.26</c:v>
                </c:pt>
                <c:pt idx="1121">
                  <c:v>23852.240000000002</c:v>
                </c:pt>
                <c:pt idx="1122">
                  <c:v>24080.52</c:v>
                </c:pt>
                <c:pt idx="1123">
                  <c:v>24740.16</c:v>
                </c:pt>
                <c:pt idx="1124">
                  <c:v>24685.5</c:v>
                </c:pt>
                <c:pt idx="1125">
                  <c:v>24651.58</c:v>
                </c:pt>
                <c:pt idx="1126">
                  <c:v>24951.34</c:v>
                </c:pt>
                <c:pt idx="1127">
                  <c:v>25049.97</c:v>
                </c:pt>
                <c:pt idx="1128">
                  <c:v>25319.72</c:v>
                </c:pt>
                <c:pt idx="1129">
                  <c:v>25650.080000000002</c:v>
                </c:pt>
                <c:pt idx="1130">
                  <c:v>25713.78</c:v>
                </c:pt>
                <c:pt idx="1131">
                  <c:v>25390.91</c:v>
                </c:pt>
                <c:pt idx="1132">
                  <c:v>25327.97</c:v>
                </c:pt>
                <c:pt idx="1133">
                  <c:v>25247.99</c:v>
                </c:pt>
                <c:pt idx="1134">
                  <c:v>24996.14</c:v>
                </c:pt>
                <c:pt idx="1135">
                  <c:v>24813.13</c:v>
                </c:pt>
                <c:pt idx="1136">
                  <c:v>24763.77</c:v>
                </c:pt>
                <c:pt idx="1137">
                  <c:v>24870.51</c:v>
                </c:pt>
                <c:pt idx="1138">
                  <c:v>25225.19</c:v>
                </c:pt>
                <c:pt idx="1139">
                  <c:v>25024.75</c:v>
                </c:pt>
                <c:pt idx="1140">
                  <c:v>25099.67</c:v>
                </c:pt>
                <c:pt idx="1141">
                  <c:v>25154.32</c:v>
                </c:pt>
                <c:pt idx="1142">
                  <c:v>25377.24</c:v>
                </c:pt>
                <c:pt idx="1143">
                  <c:v>25555.73</c:v>
                </c:pt>
                <c:pt idx="1144">
                  <c:v>25628.74</c:v>
                </c:pt>
                <c:pt idx="1145">
                  <c:v>26038.27</c:v>
                </c:pt>
                <c:pt idx="1146">
                  <c:v>26132.03</c:v>
                </c:pt>
                <c:pt idx="1147">
                  <c:v>26126.93</c:v>
                </c:pt>
                <c:pt idx="1148">
                  <c:v>26017.53</c:v>
                </c:pt>
                <c:pt idx="1149">
                  <c:v>26136.02</c:v>
                </c:pt>
                <c:pt idx="1150">
                  <c:v>25787.21</c:v>
                </c:pt>
                <c:pt idx="1151">
                  <c:v>25409.75</c:v>
                </c:pt>
                <c:pt idx="1152">
                  <c:v>25330.959999999999</c:v>
                </c:pt>
                <c:pt idx="1153">
                  <c:v>24962.59</c:v>
                </c:pt>
                <c:pt idx="1154">
                  <c:v>25325.09</c:v>
                </c:pt>
                <c:pt idx="1155">
                  <c:v>24837.85</c:v>
                </c:pt>
                <c:pt idx="1156">
                  <c:v>24701.73</c:v>
                </c:pt>
                <c:pt idx="1157">
                  <c:v>23966.49</c:v>
                </c:pt>
                <c:pt idx="1158">
                  <c:v>24104.15</c:v>
                </c:pt>
                <c:pt idx="1159">
                  <c:v>24036.37</c:v>
                </c:pt>
                <c:pt idx="1160">
                  <c:v>24575.64</c:v>
                </c:pt>
                <c:pt idx="1161">
                  <c:v>24663.5</c:v>
                </c:pt>
                <c:pt idx="1162">
                  <c:v>24500.39</c:v>
                </c:pt>
                <c:pt idx="1163">
                  <c:v>24208.78</c:v>
                </c:pt>
                <c:pt idx="1164">
                  <c:v>24192.16</c:v>
                </c:pt>
                <c:pt idx="1165">
                  <c:v>24510.98</c:v>
                </c:pt>
                <c:pt idx="1166">
                  <c:v>24221.54</c:v>
                </c:pt>
                <c:pt idx="1167">
                  <c:v>24099.14</c:v>
                </c:pt>
                <c:pt idx="1168">
                  <c:v>24920.76</c:v>
                </c:pt>
                <c:pt idx="1169">
                  <c:v>24667.85</c:v>
                </c:pt>
                <c:pt idx="1170">
                  <c:v>25033.21</c:v>
                </c:pt>
                <c:pt idx="1171">
                  <c:v>25502.23</c:v>
                </c:pt>
                <c:pt idx="1172">
                  <c:v>25813.81</c:v>
                </c:pt>
                <c:pt idx="1173">
                  <c:v>26205.91</c:v>
                </c:pt>
                <c:pt idx="1174">
                  <c:v>25716</c:v>
                </c:pt>
                <c:pt idx="1175">
                  <c:v>26320.93</c:v>
                </c:pt>
                <c:pt idx="1176">
                  <c:v>26353.63</c:v>
                </c:pt>
                <c:pt idx="1177">
                  <c:v>26163.63</c:v>
                </c:pt>
                <c:pt idx="1178">
                  <c:v>25901.99</c:v>
                </c:pt>
                <c:pt idx="1179">
                  <c:v>26090.43</c:v>
                </c:pt>
                <c:pt idx="1180">
                  <c:v>26028.29</c:v>
                </c:pt>
                <c:pt idx="1181">
                  <c:v>25878.99</c:v>
                </c:pt>
                <c:pt idx="1182">
                  <c:v>25539.54</c:v>
                </c:pt>
                <c:pt idx="1183">
                  <c:v>25407.89</c:v>
                </c:pt>
                <c:pt idx="1184">
                  <c:v>25415.69</c:v>
                </c:pt>
                <c:pt idx="1185">
                  <c:v>25693.95</c:v>
                </c:pt>
                <c:pt idx="1186">
                  <c:v>25727.919999999998</c:v>
                </c:pt>
                <c:pt idx="1187">
                  <c:v>25109.59</c:v>
                </c:pt>
                <c:pt idx="1188">
                  <c:v>24849.72</c:v>
                </c:pt>
                <c:pt idx="1189">
                  <c:v>25316.33</c:v>
                </c:pt>
                <c:pt idx="1190">
                  <c:v>25867.01</c:v>
                </c:pt>
                <c:pt idx="1191">
                  <c:v>25745.87</c:v>
                </c:pt>
                <c:pt idx="1192">
                  <c:v>26181.46</c:v>
                </c:pt>
                <c:pt idx="1193">
                  <c:v>26391.62</c:v>
                </c:pt>
                <c:pt idx="1194">
                  <c:v>26517.82</c:v>
                </c:pt>
                <c:pt idx="1195">
                  <c:v>26660.16</c:v>
                </c:pt>
                <c:pt idx="1196">
                  <c:v>26605.62</c:v>
                </c:pt>
                <c:pt idx="1197">
                  <c:v>26283.4</c:v>
                </c:pt>
                <c:pt idx="1198">
                  <c:v>26179.4</c:v>
                </c:pt>
                <c:pt idx="1199">
                  <c:v>26204.69</c:v>
                </c:pt>
                <c:pt idx="1200">
                  <c:v>26426.55</c:v>
                </c:pt>
                <c:pt idx="1201">
                  <c:v>26194.82</c:v>
                </c:pt>
                <c:pt idx="1202">
                  <c:v>26235.8</c:v>
                </c:pt>
                <c:pt idx="1203">
                  <c:v>25961.03</c:v>
                </c:pt>
                <c:pt idx="1204">
                  <c:v>26315.32</c:v>
                </c:pt>
                <c:pt idx="1205">
                  <c:v>25473.88</c:v>
                </c:pt>
                <c:pt idx="1206">
                  <c:v>25086.43</c:v>
                </c:pt>
                <c:pt idx="1207">
                  <c:v>26192.32</c:v>
                </c:pt>
                <c:pt idx="1208">
                  <c:v>27321.98</c:v>
                </c:pt>
                <c:pt idx="1209">
                  <c:v>27723.84</c:v>
                </c:pt>
                <c:pt idx="1210">
                  <c:v>27224.58</c:v>
                </c:pt>
                <c:pt idx="1211">
                  <c:v>27259.25</c:v>
                </c:pt>
                <c:pt idx="1212">
                  <c:v>27489.78</c:v>
                </c:pt>
                <c:pt idx="1213">
                  <c:v>28004.68</c:v>
                </c:pt>
                <c:pt idx="1214">
                  <c:v>27996.27</c:v>
                </c:pt>
                <c:pt idx="1215">
                  <c:v>27787.46</c:v>
                </c:pt>
                <c:pt idx="1216">
                  <c:v>27963.41</c:v>
                </c:pt>
                <c:pt idx="1217">
                  <c:v>27515.24</c:v>
                </c:pt>
                <c:pt idx="1218">
                  <c:v>27344.54</c:v>
                </c:pt>
                <c:pt idx="1219">
                  <c:v>27153.13</c:v>
                </c:pt>
                <c:pt idx="1220">
                  <c:v>27960.62</c:v>
                </c:pt>
                <c:pt idx="1221">
                  <c:v>28072.86</c:v>
                </c:pt>
                <c:pt idx="1222">
                  <c:v>28143.5</c:v>
                </c:pt>
                <c:pt idx="1223">
                  <c:v>28310.42</c:v>
                </c:pt>
                <c:pt idx="1224">
                  <c:v>28827.95</c:v>
                </c:pt>
                <c:pt idx="1225">
                  <c:v>28994.1</c:v>
                </c:pt>
                <c:pt idx="1226">
                  <c:v>29268.3</c:v>
                </c:pt>
                <c:pt idx="1227">
                  <c:v>29288.22</c:v>
                </c:pt>
                <c:pt idx="1228">
                  <c:v>28882.46</c:v>
                </c:pt>
                <c:pt idx="1229">
                  <c:v>28817.07</c:v>
                </c:pt>
                <c:pt idx="1230">
                  <c:v>28309.759999999998</c:v>
                </c:pt>
                <c:pt idx="1231">
                  <c:v>28489</c:v>
                </c:pt>
                <c:pt idx="1232">
                  <c:v>28801.27</c:v>
                </c:pt>
                <c:pt idx="1233">
                  <c:v>28558.59</c:v>
                </c:pt>
                <c:pt idx="1234">
                  <c:v>28436.84</c:v>
                </c:pt>
                <c:pt idx="1235">
                  <c:v>28638.53</c:v>
                </c:pt>
                <c:pt idx="1236">
                  <c:v>28842.13</c:v>
                </c:pt>
                <c:pt idx="1237">
                  <c:v>28738.880000000001</c:v>
                </c:pt>
                <c:pt idx="1238">
                  <c:v>28742.63</c:v>
                </c:pt>
                <c:pt idx="1239">
                  <c:v>28781.38</c:v>
                </c:pt>
                <c:pt idx="1240">
                  <c:v>28787.279999999999</c:v>
                </c:pt>
                <c:pt idx="1241">
                  <c:v>28918.1</c:v>
                </c:pt>
                <c:pt idx="1242">
                  <c:v>28966.03</c:v>
                </c:pt>
                <c:pt idx="1243">
                  <c:v>29297.62</c:v>
                </c:pt>
                <c:pt idx="1244">
                  <c:v>29468</c:v>
                </c:pt>
                <c:pt idx="1245">
                  <c:v>29151.8</c:v>
                </c:pt>
                <c:pt idx="1246">
                  <c:v>29124.41</c:v>
                </c:pt>
                <c:pt idx="1247">
                  <c:v>29113.200000000001</c:v>
                </c:pt>
                <c:pt idx="1248">
                  <c:v>29166.01</c:v>
                </c:pt>
                <c:pt idx="1249">
                  <c:v>28910.86</c:v>
                </c:pt>
                <c:pt idx="1250">
                  <c:v>28412.26</c:v>
                </c:pt>
                <c:pt idx="1251">
                  <c:v>28458.44</c:v>
                </c:pt>
                <c:pt idx="1252">
                  <c:v>28450.29</c:v>
                </c:pt>
                <c:pt idx="1253">
                  <c:v>28593.81</c:v>
                </c:pt>
                <c:pt idx="1254">
                  <c:v>28194.09</c:v>
                </c:pt>
                <c:pt idx="1255">
                  <c:v>28027.57</c:v>
                </c:pt>
                <c:pt idx="1256">
                  <c:v>27718.67</c:v>
                </c:pt>
                <c:pt idx="1257">
                  <c:v>28231.040000000001</c:v>
                </c:pt>
                <c:pt idx="1258">
                  <c:v>28013.81</c:v>
                </c:pt>
                <c:pt idx="1259">
                  <c:v>28595.66</c:v>
                </c:pt>
                <c:pt idx="1260">
                  <c:v>28610.65</c:v>
                </c:pt>
                <c:pt idx="1261">
                  <c:v>28637.46</c:v>
                </c:pt>
                <c:pt idx="1262">
                  <c:v>28417.98</c:v>
                </c:pt>
                <c:pt idx="1263">
                  <c:v>28557.14</c:v>
                </c:pt>
                <c:pt idx="1264">
                  <c:v>28357.54</c:v>
                </c:pt>
                <c:pt idx="1265">
                  <c:v>28724.880000000001</c:v>
                </c:pt>
                <c:pt idx="1266">
                  <c:v>29303.26</c:v>
                </c:pt>
                <c:pt idx="1267">
                  <c:v>29071.34</c:v>
                </c:pt>
                <c:pt idx="1268">
                  <c:v>28941.54</c:v>
                </c:pt>
                <c:pt idx="1269">
                  <c:v>28952.83</c:v>
                </c:pt>
                <c:pt idx="1270">
                  <c:v>29078.75</c:v>
                </c:pt>
                <c:pt idx="1271">
                  <c:v>28755.34</c:v>
                </c:pt>
                <c:pt idx="1272">
                  <c:v>28621.919999999998</c:v>
                </c:pt>
                <c:pt idx="1273">
                  <c:v>29135.73</c:v>
                </c:pt>
                <c:pt idx="1274">
                  <c:v>29106.15</c:v>
                </c:pt>
                <c:pt idx="1275">
                  <c:v>28969.71</c:v>
                </c:pt>
                <c:pt idx="1276">
                  <c:v>28793.14</c:v>
                </c:pt>
                <c:pt idx="1277">
                  <c:v>28900.83</c:v>
                </c:pt>
                <c:pt idx="1278">
                  <c:v>28497.25</c:v>
                </c:pt>
                <c:pt idx="1279">
                  <c:v>28453.279999999999</c:v>
                </c:pt>
                <c:pt idx="1280">
                  <c:v>28698.799999999999</c:v>
                </c:pt>
                <c:pt idx="1281">
                  <c:v>29008.07</c:v>
                </c:pt>
                <c:pt idx="1282">
                  <c:v>28674.799999999999</c:v>
                </c:pt>
                <c:pt idx="1283">
                  <c:v>28938.74</c:v>
                </c:pt>
                <c:pt idx="1284">
                  <c:v>28378.35</c:v>
                </c:pt>
                <c:pt idx="1285">
                  <c:v>28577.5</c:v>
                </c:pt>
                <c:pt idx="1286">
                  <c:v>28338.3</c:v>
                </c:pt>
                <c:pt idx="1287">
                  <c:v>28336.43</c:v>
                </c:pt>
                <c:pt idx="1288">
                  <c:v>27899.61</c:v>
                </c:pt>
                <c:pt idx="1289">
                  <c:v>27918.14</c:v>
                </c:pt>
                <c:pt idx="1290">
                  <c:v>28497.38</c:v>
                </c:pt>
                <c:pt idx="1291">
                  <c:v>28885.34</c:v>
                </c:pt>
                <c:pt idx="1292">
                  <c:v>28990.94</c:v>
                </c:pt>
                <c:pt idx="1293">
                  <c:v>29405.72</c:v>
                </c:pt>
                <c:pt idx="1294">
                  <c:v>29034.12</c:v>
                </c:pt>
                <c:pt idx="1295">
                  <c:v>29027.69</c:v>
                </c:pt>
                <c:pt idx="1296">
                  <c:v>28833.759999999998</c:v>
                </c:pt>
                <c:pt idx="1297">
                  <c:v>28739.72</c:v>
                </c:pt>
                <c:pt idx="1298">
                  <c:v>29385.61</c:v>
                </c:pt>
                <c:pt idx="1299">
                  <c:v>28907.52</c:v>
                </c:pt>
                <c:pt idx="1300">
                  <c:v>28773.23</c:v>
                </c:pt>
                <c:pt idx="1301">
                  <c:v>28540.83</c:v>
                </c:pt>
                <c:pt idx="1302">
                  <c:v>29098.29</c:v>
                </c:pt>
                <c:pt idx="1303">
                  <c:v>29236.79</c:v>
                </c:pt>
                <c:pt idx="1304">
                  <c:v>29880.42</c:v>
                </c:pt>
                <c:pt idx="1305">
                  <c:v>29095.86</c:v>
                </c:pt>
                <c:pt idx="1306">
                  <c:v>29452.57</c:v>
                </c:pt>
                <c:pt idx="1307">
                  <c:v>28980.21</c:v>
                </c:pt>
                <c:pt idx="1308">
                  <c:v>30074.17</c:v>
                </c:pt>
                <c:pt idx="1309">
                  <c:v>29718.240000000002</c:v>
                </c:pt>
                <c:pt idx="1310">
                  <c:v>30632.639999999999</c:v>
                </c:pt>
                <c:pt idx="1311">
                  <c:v>30319.83</c:v>
                </c:pt>
                <c:pt idx="1312">
                  <c:v>30644.73</c:v>
                </c:pt>
                <c:pt idx="1313">
                  <c:v>30595.27</c:v>
                </c:pt>
                <c:pt idx="1314">
                  <c:v>31084.94</c:v>
                </c:pt>
                <c:pt idx="1315">
                  <c:v>30746.66</c:v>
                </c:pt>
                <c:pt idx="1316">
                  <c:v>30173.57</c:v>
                </c:pt>
                <c:pt idx="1317">
                  <c:v>30038.720000000001</c:v>
                </c:pt>
                <c:pt idx="1318">
                  <c:v>29476.19</c:v>
                </c:pt>
                <c:pt idx="1319">
                  <c:v>29319.47</c:v>
                </c:pt>
                <c:pt idx="1320">
                  <c:v>29288.68</c:v>
                </c:pt>
                <c:pt idx="1321">
                  <c:v>29113.5</c:v>
                </c:pt>
                <c:pt idx="1322">
                  <c:v>29307.46</c:v>
                </c:pt>
                <c:pt idx="1323">
                  <c:v>29248.7</c:v>
                </c:pt>
                <c:pt idx="1324">
                  <c:v>28892.86</c:v>
                </c:pt>
                <c:pt idx="1325">
                  <c:v>28283.71</c:v>
                </c:pt>
                <c:pt idx="1326">
                  <c:v>28550.77</c:v>
                </c:pt>
                <c:pt idx="1327">
                  <c:v>29297.53</c:v>
                </c:pt>
                <c:pt idx="1328">
                  <c:v>29391.26</c:v>
                </c:pt>
                <c:pt idx="1329">
                  <c:v>30159.01</c:v>
                </c:pt>
                <c:pt idx="1330">
                  <c:v>29447.85</c:v>
                </c:pt>
                <c:pt idx="1331">
                  <c:v>29927.759999999998</c:v>
                </c:pt>
                <c:pt idx="1332">
                  <c:v>29962.47</c:v>
                </c:pt>
                <c:pt idx="1333">
                  <c:v>29642.28</c:v>
                </c:pt>
                <c:pt idx="1334">
                  <c:v>28862.77</c:v>
                </c:pt>
                <c:pt idx="1335">
                  <c:v>28573.86</c:v>
                </c:pt>
                <c:pt idx="1336">
                  <c:v>28496.86</c:v>
                </c:pt>
                <c:pt idx="1337">
                  <c:v>28235.599999999999</c:v>
                </c:pt>
                <c:pt idx="1338">
                  <c:v>28276.75</c:v>
                </c:pt>
                <c:pt idx="1339">
                  <c:v>27908.22</c:v>
                </c:pt>
                <c:pt idx="1340">
                  <c:v>27878.22</c:v>
                </c:pt>
                <c:pt idx="1341">
                  <c:v>27548.52</c:v>
                </c:pt>
                <c:pt idx="1342">
                  <c:v>27692.3</c:v>
                </c:pt>
                <c:pt idx="1343">
                  <c:v>27649.86</c:v>
                </c:pt>
                <c:pt idx="1344">
                  <c:v>27472.81</c:v>
                </c:pt>
                <c:pt idx="1345">
                  <c:v>27231.13</c:v>
                </c:pt>
                <c:pt idx="1346">
                  <c:v>27147.11</c:v>
                </c:pt>
                <c:pt idx="1347">
                  <c:v>26568.49</c:v>
                </c:pt>
                <c:pt idx="1348">
                  <c:v>26314.63</c:v>
                </c:pt>
                <c:pt idx="1349">
                  <c:v>26386.560000000001</c:v>
                </c:pt>
                <c:pt idx="1350">
                  <c:v>26343.1</c:v>
                </c:pt>
                <c:pt idx="1351">
                  <c:v>26119.25</c:v>
                </c:pt>
                <c:pt idx="1352">
                  <c:v>26306.68</c:v>
                </c:pt>
                <c:pt idx="1353">
                  <c:v>26498.6</c:v>
                </c:pt>
                <c:pt idx="1354">
                  <c:v>26678.38</c:v>
                </c:pt>
                <c:pt idx="1355">
                  <c:v>26460.29</c:v>
                </c:pt>
                <c:pt idx="1356">
                  <c:v>26207.29</c:v>
                </c:pt>
                <c:pt idx="1357">
                  <c:v>26389.52</c:v>
                </c:pt>
                <c:pt idx="1358">
                  <c:v>26505.87</c:v>
                </c:pt>
                <c:pt idx="1359">
                  <c:v>26410.59</c:v>
                </c:pt>
                <c:pt idx="1360">
                  <c:v>26502.84</c:v>
                </c:pt>
                <c:pt idx="1361">
                  <c:v>26304.560000000001</c:v>
                </c:pt>
                <c:pt idx="1362">
                  <c:v>26506.85</c:v>
                </c:pt>
                <c:pt idx="1363">
                  <c:v>26835.919999999998</c:v>
                </c:pt>
                <c:pt idx="1364">
                  <c:v>26728.5</c:v>
                </c:pt>
                <c:pt idx="1365">
                  <c:v>26532.58</c:v>
                </c:pt>
                <c:pt idx="1366">
                  <c:v>26567.68</c:v>
                </c:pt>
                <c:pt idx="1367">
                  <c:v>26341.49</c:v>
                </c:pt>
                <c:pt idx="1368">
                  <c:v>26894.68</c:v>
                </c:pt>
                <c:pt idx="1369">
                  <c:v>26819.45</c:v>
                </c:pt>
                <c:pt idx="1370">
                  <c:v>26669.75</c:v>
                </c:pt>
                <c:pt idx="1371">
                  <c:v>26588.2</c:v>
                </c:pt>
                <c:pt idx="1372">
                  <c:v>26486.2</c:v>
                </c:pt>
                <c:pt idx="1373">
                  <c:v>26451.54</c:v>
                </c:pt>
                <c:pt idx="1374">
                  <c:v>26356.97</c:v>
                </c:pt>
                <c:pt idx="1375">
                  <c:v>26544.29</c:v>
                </c:pt>
                <c:pt idx="1376">
                  <c:v>26415.09</c:v>
                </c:pt>
                <c:pt idx="1377">
                  <c:v>26381.67</c:v>
                </c:pt>
                <c:pt idx="1378">
                  <c:v>26156.86</c:v>
                </c:pt>
                <c:pt idx="1379">
                  <c:v>26169.38</c:v>
                </c:pt>
                <c:pt idx="1380">
                  <c:v>26226.98</c:v>
                </c:pt>
                <c:pt idx="1381">
                  <c:v>26301.48</c:v>
                </c:pt>
                <c:pt idx="1382">
                  <c:v>26016.17</c:v>
                </c:pt>
                <c:pt idx="1383">
                  <c:v>25712.97</c:v>
                </c:pt>
                <c:pt idx="1384">
                  <c:v>25695.919999999998</c:v>
                </c:pt>
                <c:pt idx="1385">
                  <c:v>24886.14</c:v>
                </c:pt>
                <c:pt idx="1386">
                  <c:v>24939.73</c:v>
                </c:pt>
                <c:pt idx="1387">
                  <c:v>24460.01</c:v>
                </c:pt>
                <c:pt idx="1388">
                  <c:v>24107.42</c:v>
                </c:pt>
                <c:pt idx="1389">
                  <c:v>24586.6</c:v>
                </c:pt>
                <c:pt idx="1390">
                  <c:v>24708.799999999999</c:v>
                </c:pt>
                <c:pt idx="1391">
                  <c:v>24787.19</c:v>
                </c:pt>
                <c:pt idx="1392">
                  <c:v>24918.78</c:v>
                </c:pt>
                <c:pt idx="1393">
                  <c:v>24786.13</c:v>
                </c:pt>
                <c:pt idx="1394">
                  <c:v>24754.42</c:v>
                </c:pt>
                <c:pt idx="1395">
                  <c:v>24569.54</c:v>
                </c:pt>
                <c:pt idx="1396">
                  <c:v>24542.26</c:v>
                </c:pt>
                <c:pt idx="1397">
                  <c:v>24386.79</c:v>
                </c:pt>
                <c:pt idx="1398">
                  <c:v>24158.54</c:v>
                </c:pt>
                <c:pt idx="1399">
                  <c:v>24667.09</c:v>
                </c:pt>
                <c:pt idx="1400">
                  <c:v>24649.68</c:v>
                </c:pt>
                <c:pt idx="1401">
                  <c:v>24119.13</c:v>
                </c:pt>
                <c:pt idx="1402">
                  <c:v>24193.35</c:v>
                </c:pt>
                <c:pt idx="1403">
                  <c:v>24242.86</c:v>
                </c:pt>
                <c:pt idx="1404">
                  <c:v>23980.65</c:v>
                </c:pt>
                <c:pt idx="1405">
                  <c:v>23767.78</c:v>
                </c:pt>
                <c:pt idx="1406">
                  <c:v>23459.05</c:v>
                </c:pt>
                <c:pt idx="1407">
                  <c:v>23275.53</c:v>
                </c:pt>
                <c:pt idx="1408">
                  <c:v>23476.05</c:v>
                </c:pt>
                <c:pt idx="1409">
                  <c:v>23235.42</c:v>
                </c:pt>
                <c:pt idx="1410">
                  <c:v>23311.07</c:v>
                </c:pt>
                <c:pt idx="1411">
                  <c:v>23742.51</c:v>
                </c:pt>
                <c:pt idx="1412">
                  <c:v>23716.85</c:v>
                </c:pt>
                <c:pt idx="1413">
                  <c:v>23950.69</c:v>
                </c:pt>
                <c:pt idx="1414">
                  <c:v>24455.41</c:v>
                </c:pt>
                <c:pt idx="1415">
                  <c:v>24340.85</c:v>
                </c:pt>
                <c:pt idx="1416">
                  <c:v>24725.63</c:v>
                </c:pt>
                <c:pt idx="1417">
                  <c:v>24732.76</c:v>
                </c:pt>
                <c:pt idx="1418">
                  <c:v>24640.28</c:v>
                </c:pt>
                <c:pt idx="1419">
                  <c:v>24503.31</c:v>
                </c:pt>
                <c:pt idx="1420">
                  <c:v>24313.54</c:v>
                </c:pt>
                <c:pt idx="1421">
                  <c:v>24468.93</c:v>
                </c:pt>
                <c:pt idx="1422">
                  <c:v>24624.34</c:v>
                </c:pt>
                <c:pt idx="1423">
                  <c:v>24589.65</c:v>
                </c:pt>
                <c:pt idx="1424">
                  <c:v>24695.45</c:v>
                </c:pt>
                <c:pt idx="1425">
                  <c:v>25007.599999999999</c:v>
                </c:pt>
                <c:pt idx="1426">
                  <c:v>25120.09</c:v>
                </c:pt>
                <c:pt idx="1427">
                  <c:v>25184.85</c:v>
                </c:pt>
                <c:pt idx="1428">
                  <c:v>25177.05</c:v>
                </c:pt>
                <c:pt idx="1429">
                  <c:v>25422.06</c:v>
                </c:pt>
                <c:pt idx="1430">
                  <c:v>25281.15</c:v>
                </c:pt>
                <c:pt idx="1431">
                  <c:v>25491.79</c:v>
                </c:pt>
                <c:pt idx="1432">
                  <c:v>25486.22</c:v>
                </c:pt>
                <c:pt idx="1433">
                  <c:v>25551.58</c:v>
                </c:pt>
                <c:pt idx="1434">
                  <c:v>25113.84</c:v>
                </c:pt>
                <c:pt idx="1435">
                  <c:v>24791.39</c:v>
                </c:pt>
                <c:pt idx="1436">
                  <c:v>25178.91</c:v>
                </c:pt>
                <c:pt idx="1437">
                  <c:v>25367.38</c:v>
                </c:pt>
                <c:pt idx="1438">
                  <c:v>25347.34</c:v>
                </c:pt>
                <c:pt idx="1439">
                  <c:v>25183.01</c:v>
                </c:pt>
                <c:pt idx="1440">
                  <c:v>25230.67</c:v>
                </c:pt>
                <c:pt idx="1441">
                  <c:v>25244.02</c:v>
                </c:pt>
                <c:pt idx="1442">
                  <c:v>24890.68</c:v>
                </c:pt>
                <c:pt idx="1443">
                  <c:v>24377.43</c:v>
                </c:pt>
                <c:pt idx="1444">
                  <c:v>24531.62</c:v>
                </c:pt>
                <c:pt idx="1445">
                  <c:v>24930.58</c:v>
                </c:pt>
                <c:pt idx="1446">
                  <c:v>25102.54</c:v>
                </c:pt>
                <c:pt idx="1447">
                  <c:v>24946.63</c:v>
                </c:pt>
                <c:pt idx="1448">
                  <c:v>24458.13</c:v>
                </c:pt>
                <c:pt idx="1449">
                  <c:v>24595.35</c:v>
                </c:pt>
                <c:pt idx="1450">
                  <c:v>24710.59</c:v>
                </c:pt>
                <c:pt idx="1451">
                  <c:v>24883.14</c:v>
                </c:pt>
                <c:pt idx="1452">
                  <c:v>24772.76</c:v>
                </c:pt>
                <c:pt idx="1453">
                  <c:v>24603.26</c:v>
                </c:pt>
                <c:pt idx="1454">
                  <c:v>24705.33</c:v>
                </c:pt>
                <c:pt idx="1455">
                  <c:v>25263</c:v>
                </c:pt>
                <c:pt idx="1456">
                  <c:v>25057.94</c:v>
                </c:pt>
                <c:pt idx="1457">
                  <c:v>25635.66</c:v>
                </c:pt>
                <c:pt idx="1458">
                  <c:v>25057.99</c:v>
                </c:pt>
                <c:pt idx="1459">
                  <c:v>25089.17</c:v>
                </c:pt>
                <c:pt idx="1460">
                  <c:v>24970.69</c:v>
                </c:pt>
                <c:pt idx="1461">
                  <c:v>25481.58</c:v>
                </c:pt>
                <c:pt idx="1462">
                  <c:v>25477.89</c:v>
                </c:pt>
                <c:pt idx="1463">
                  <c:v>25772.12</c:v>
                </c:pt>
                <c:pt idx="1464">
                  <c:v>25727.41</c:v>
                </c:pt>
                <c:pt idx="1465">
                  <c:v>26210.16</c:v>
                </c:pt>
                <c:pt idx="1466">
                  <c:v>26129.18</c:v>
                </c:pt>
                <c:pt idx="1467">
                  <c:v>25975.66</c:v>
                </c:pt>
                <c:pt idx="1468">
                  <c:v>26339.16</c:v>
                </c:pt>
                <c:pt idx="1469">
                  <c:v>25373.119999999999</c:v>
                </c:pt>
                <c:pt idx="1470">
                  <c:v>25124.19</c:v>
                </c:pt>
                <c:pt idx="1471">
                  <c:v>24427.19</c:v>
                </c:pt>
                <c:pt idx="1472">
                  <c:v>24301.279999999999</c:v>
                </c:pt>
                <c:pt idx="1473">
                  <c:v>24549.99</c:v>
                </c:pt>
                <c:pt idx="1474">
                  <c:v>24781.58</c:v>
                </c:pt>
                <c:pt idx="1475">
                  <c:v>24907.34</c:v>
                </c:pt>
                <c:pt idx="1476">
                  <c:v>24511.34</c:v>
                </c:pt>
                <c:pt idx="1477">
                  <c:v>24643.89</c:v>
                </c:pt>
                <c:pt idx="1478">
                  <c:v>24464.94</c:v>
                </c:pt>
                <c:pt idx="1479">
                  <c:v>24481.41</c:v>
                </c:pt>
                <c:pt idx="1480">
                  <c:v>24344.09</c:v>
                </c:pt>
                <c:pt idx="1481">
                  <c:v>23776.95</c:v>
                </c:pt>
                <c:pt idx="1482">
                  <c:v>24301.38</c:v>
                </c:pt>
                <c:pt idx="1483">
                  <c:v>24480.15</c:v>
                </c:pt>
                <c:pt idx="1484">
                  <c:v>25049.73</c:v>
                </c:pt>
                <c:pt idx="1485">
                  <c:v>25057.22</c:v>
                </c:pt>
                <c:pt idx="1486">
                  <c:v>24776.77</c:v>
                </c:pt>
                <c:pt idx="1487">
                  <c:v>24770.41</c:v>
                </c:pt>
                <c:pt idx="1488">
                  <c:v>24366.3</c:v>
                </c:pt>
                <c:pt idx="1489">
                  <c:v>24325.62</c:v>
                </c:pt>
                <c:pt idx="1490">
                  <c:v>23995.94</c:v>
                </c:pt>
                <c:pt idx="1491">
                  <c:v>23732.52</c:v>
                </c:pt>
                <c:pt idx="1492">
                  <c:v>22961.47</c:v>
                </c:pt>
                <c:pt idx="1493">
                  <c:v>23132.76</c:v>
                </c:pt>
                <c:pt idx="1494">
                  <c:v>23301.360000000001</c:v>
                </c:pt>
                <c:pt idx="1495">
                  <c:v>23384.66</c:v>
                </c:pt>
                <c:pt idx="1496">
                  <c:v>22952.240000000002</c:v>
                </c:pt>
                <c:pt idx="1497">
                  <c:v>22930.14</c:v>
                </c:pt>
                <c:pt idx="1498">
                  <c:v>24280.03</c:v>
                </c:pt>
                <c:pt idx="1499">
                  <c:v>24399.95</c:v>
                </c:pt>
                <c:pt idx="1500">
                  <c:v>24388.13</c:v>
                </c:pt>
                <c:pt idx="1501">
                  <c:v>23934.77</c:v>
                </c:pt>
                <c:pt idx="1502">
                  <c:v>23797.47</c:v>
                </c:pt>
                <c:pt idx="1503">
                  <c:v>23829.74</c:v>
                </c:pt>
                <c:pt idx="1504">
                  <c:v>24180.3</c:v>
                </c:pt>
                <c:pt idx="1505">
                  <c:v>24245.68</c:v>
                </c:pt>
                <c:pt idx="1506">
                  <c:v>24602.06</c:v>
                </c:pt>
                <c:pt idx="1507">
                  <c:v>24230.17</c:v>
                </c:pt>
                <c:pt idx="1508">
                  <c:v>23980.63</c:v>
                </c:pt>
                <c:pt idx="1509">
                  <c:v>24137.48</c:v>
                </c:pt>
                <c:pt idx="1510">
                  <c:v>23868.66</c:v>
                </c:pt>
                <c:pt idx="1511">
                  <c:v>23613.8</c:v>
                </c:pt>
                <c:pt idx="1512">
                  <c:v>24643.59</c:v>
                </c:pt>
                <c:pt idx="1513">
                  <c:v>24575.96</c:v>
                </c:pt>
                <c:pt idx="1514">
                  <c:v>24280.14</c:v>
                </c:pt>
                <c:pt idx="1515">
                  <c:v>23831.33</c:v>
                </c:pt>
                <c:pt idx="1516">
                  <c:v>23977.32</c:v>
                </c:pt>
                <c:pt idx="1517">
                  <c:v>23893.360000000001</c:v>
                </c:pt>
                <c:pt idx="1518">
                  <c:v>23793.55</c:v>
                </c:pt>
                <c:pt idx="1519">
                  <c:v>24330.02</c:v>
                </c:pt>
                <c:pt idx="1520">
                  <c:v>24380</c:v>
                </c:pt>
                <c:pt idx="1521">
                  <c:v>24006.45</c:v>
                </c:pt>
                <c:pt idx="1522">
                  <c:v>24145.34</c:v>
                </c:pt>
                <c:pt idx="1523">
                  <c:v>24435.4</c:v>
                </c:pt>
                <c:pt idx="1524">
                  <c:v>24300.33</c:v>
                </c:pt>
                <c:pt idx="1525">
                  <c:v>23970.37</c:v>
                </c:pt>
                <c:pt idx="1526">
                  <c:v>24253.29</c:v>
                </c:pt>
                <c:pt idx="1527">
                  <c:v>23749.119999999999</c:v>
                </c:pt>
                <c:pt idx="1528">
                  <c:v>23236.11</c:v>
                </c:pt>
                <c:pt idx="1529">
                  <c:v>23280.06</c:v>
                </c:pt>
                <c:pt idx="1530">
                  <c:v>23085.79</c:v>
                </c:pt>
                <c:pt idx="1531">
                  <c:v>23603.48</c:v>
                </c:pt>
                <c:pt idx="1532">
                  <c:v>23175.11</c:v>
                </c:pt>
                <c:pt idx="1533">
                  <c:v>23484.28</c:v>
                </c:pt>
                <c:pt idx="1534">
                  <c:v>23352.34</c:v>
                </c:pt>
                <c:pt idx="1535">
                  <c:v>23527.19</c:v>
                </c:pt>
                <c:pt idx="1536">
                  <c:v>22663.49</c:v>
                </c:pt>
                <c:pt idx="1537">
                  <c:v>21696.13</c:v>
                </c:pt>
                <c:pt idx="1538">
                  <c:v>22805.07</c:v>
                </c:pt>
                <c:pt idx="1539">
                  <c:v>21709.13</c:v>
                </c:pt>
                <c:pt idx="1540">
                  <c:v>22291.82</c:v>
                </c:pt>
                <c:pt idx="1541">
                  <c:v>23263.73</c:v>
                </c:pt>
                <c:pt idx="1542">
                  <c:v>23063.57</c:v>
                </c:pt>
                <c:pt idx="1543">
                  <c:v>24032.91</c:v>
                </c:pt>
                <c:pt idx="1544">
                  <c:v>24309.07</c:v>
                </c:pt>
                <c:pt idx="1545">
                  <c:v>25231.61</c:v>
                </c:pt>
                <c:pt idx="1546">
                  <c:v>25392.51</c:v>
                </c:pt>
                <c:pt idx="1547">
                  <c:v>25040.46</c:v>
                </c:pt>
                <c:pt idx="1548">
                  <c:v>26146.67</c:v>
                </c:pt>
                <c:pt idx="1549">
                  <c:v>26767.87</c:v>
                </c:pt>
                <c:pt idx="1550">
                  <c:v>26222.07</c:v>
                </c:pt>
                <c:pt idx="1551">
                  <c:v>26284.82</c:v>
                </c:pt>
                <c:pt idx="1552">
                  <c:v>26291.68</c:v>
                </c:pt>
                <c:pt idx="1553">
                  <c:v>26129.93</c:v>
                </c:pt>
                <c:pt idx="1554">
                  <c:v>26778.62</c:v>
                </c:pt>
                <c:pt idx="1555">
                  <c:v>26696.49</c:v>
                </c:pt>
                <c:pt idx="1556">
                  <c:v>26893.23</c:v>
                </c:pt>
                <c:pt idx="1557">
                  <c:v>26820.880000000001</c:v>
                </c:pt>
                <c:pt idx="1558">
                  <c:v>27308.81</c:v>
                </c:pt>
                <c:pt idx="1559">
                  <c:v>27609.16</c:v>
                </c:pt>
                <c:pt idx="1560">
                  <c:v>27655.81</c:v>
                </c:pt>
                <c:pt idx="1561">
                  <c:v>27530.2</c:v>
                </c:pt>
                <c:pt idx="1562">
                  <c:v>27959.599999999999</c:v>
                </c:pt>
                <c:pt idx="1563">
                  <c:v>27815.599999999999</c:v>
                </c:pt>
                <c:pt idx="1564">
                  <c:v>27730</c:v>
                </c:pt>
                <c:pt idx="1565">
                  <c:v>27823.66</c:v>
                </c:pt>
                <c:pt idx="1566">
                  <c:v>27583.88</c:v>
                </c:pt>
                <c:pt idx="1567">
                  <c:v>27241.34</c:v>
                </c:pt>
                <c:pt idx="1568">
                  <c:v>27404.27</c:v>
                </c:pt>
                <c:pt idx="1569">
                  <c:v>27493.7</c:v>
                </c:pt>
                <c:pt idx="1570">
                  <c:v>26786.74</c:v>
                </c:pt>
                <c:pt idx="1571">
                  <c:v>26675.98</c:v>
                </c:pt>
                <c:pt idx="1572">
                  <c:v>26356.98</c:v>
                </c:pt>
                <c:pt idx="1573">
                  <c:v>26312.63</c:v>
                </c:pt>
                <c:pt idx="1574">
                  <c:v>26449.13</c:v>
                </c:pt>
                <c:pt idx="1575">
                  <c:v>27160.63</c:v>
                </c:pt>
                <c:pt idx="1576">
                  <c:v>27949.64</c:v>
                </c:pt>
                <c:pt idx="1577">
                  <c:v>27909.119999999999</c:v>
                </c:pt>
                <c:pt idx="1578">
                  <c:v>28341.040000000001</c:v>
                </c:pt>
                <c:pt idx="1579">
                  <c:v>27985.33</c:v>
                </c:pt>
                <c:pt idx="1580">
                  <c:v>28795.91</c:v>
                </c:pt>
                <c:pt idx="1581">
                  <c:v>29056.42</c:v>
                </c:pt>
                <c:pt idx="1582">
                  <c:v>28883.040000000001</c:v>
                </c:pt>
                <c:pt idx="1583">
                  <c:v>28773.59</c:v>
                </c:pt>
                <c:pt idx="1584">
                  <c:v>28885.14</c:v>
                </c:pt>
                <c:pt idx="1585">
                  <c:v>28954.94</c:v>
                </c:pt>
                <c:pt idx="1586">
                  <c:v>28638.2</c:v>
                </c:pt>
                <c:pt idx="1587">
                  <c:v>28561</c:v>
                </c:pt>
                <c:pt idx="1588">
                  <c:v>28087.919999999998</c:v>
                </c:pt>
                <c:pt idx="1589">
                  <c:v>28322.06</c:v>
                </c:pt>
                <c:pt idx="1590">
                  <c:v>28226.19</c:v>
                </c:pt>
                <c:pt idx="1591">
                  <c:v>28451.5</c:v>
                </c:pt>
                <c:pt idx="1592">
                  <c:v>28543.52</c:v>
                </c:pt>
                <c:pt idx="1593">
                  <c:v>28189.75</c:v>
                </c:pt>
                <c:pt idx="1594">
                  <c:v>28319.39</c:v>
                </c:pt>
                <c:pt idx="1595">
                  <c:v>28225.42</c:v>
                </c:pt>
                <c:pt idx="1596">
                  <c:v>27864.21</c:v>
                </c:pt>
                <c:pt idx="1597">
                  <c:v>27906.41</c:v>
                </c:pt>
                <c:pt idx="1598">
                  <c:v>27871.35</c:v>
                </c:pt>
                <c:pt idx="1599">
                  <c:v>27800.49</c:v>
                </c:pt>
                <c:pt idx="1600">
                  <c:v>27884.21</c:v>
                </c:pt>
                <c:pt idx="1601">
                  <c:v>27843.71</c:v>
                </c:pt>
                <c:pt idx="1602">
                  <c:v>27508.09</c:v>
                </c:pt>
                <c:pt idx="1603">
                  <c:v>27687.759999999998</c:v>
                </c:pt>
                <c:pt idx="1604">
                  <c:v>26994.14</c:v>
                </c:pt>
                <c:pt idx="1605">
                  <c:v>26645.43</c:v>
                </c:pt>
                <c:pt idx="1606">
                  <c:v>26436.62</c:v>
                </c:pt>
                <c:pt idx="1607">
                  <c:v>26494.73</c:v>
                </c:pt>
                <c:pt idx="1608">
                  <c:v>26498.37</c:v>
                </c:pt>
                <c:pt idx="1609">
                  <c:v>26217.040000000001</c:v>
                </c:pt>
                <c:pt idx="1610">
                  <c:v>26062.560000000001</c:v>
                </c:pt>
                <c:pt idx="1611">
                  <c:v>26391.3</c:v>
                </c:pt>
                <c:pt idx="1612">
                  <c:v>26444.720000000001</c:v>
                </c:pt>
                <c:pt idx="1613">
                  <c:v>26346.49</c:v>
                </c:pt>
                <c:pt idx="1614">
                  <c:v>26893.73</c:v>
                </c:pt>
                <c:pt idx="1615">
                  <c:v>26954</c:v>
                </c:pt>
                <c:pt idx="1616">
                  <c:v>26913.919999999998</c:v>
                </c:pt>
                <c:pt idx="1617">
                  <c:v>26993.040000000001</c:v>
                </c:pt>
                <c:pt idx="1618">
                  <c:v>26595.08</c:v>
                </c:pt>
                <c:pt idx="1619">
                  <c:v>26466.880000000001</c:v>
                </c:pt>
                <c:pt idx="1620">
                  <c:v>26889.61</c:v>
                </c:pt>
                <c:pt idx="1621">
                  <c:v>27093.8</c:v>
                </c:pt>
                <c:pt idx="1622">
                  <c:v>26681.09</c:v>
                </c:pt>
                <c:pt idx="1623">
                  <c:v>26326.66</c:v>
                </c:pt>
                <c:pt idx="1624">
                  <c:v>26323.69</c:v>
                </c:pt>
                <c:pt idx="1625">
                  <c:v>26571.46</c:v>
                </c:pt>
                <c:pt idx="1626">
                  <c:v>27065.279999999999</c:v>
                </c:pt>
                <c:pt idx="1627">
                  <c:v>26926.55</c:v>
                </c:pt>
                <c:pt idx="1628">
                  <c:v>27651.14</c:v>
                </c:pt>
                <c:pt idx="1629">
                  <c:v>27847.23</c:v>
                </c:pt>
                <c:pt idx="1630">
                  <c:v>27688.639999999999</c:v>
                </c:pt>
                <c:pt idx="1631">
                  <c:v>27683.4</c:v>
                </c:pt>
                <c:pt idx="1632">
                  <c:v>27547.3</c:v>
                </c:pt>
                <c:pt idx="1633">
                  <c:v>27100.76</c:v>
                </c:pt>
                <c:pt idx="1634">
                  <c:v>26906.720000000001</c:v>
                </c:pt>
                <c:pt idx="1635">
                  <c:v>26667.71</c:v>
                </c:pt>
                <c:pt idx="1636">
                  <c:v>26786.76</c:v>
                </c:pt>
                <c:pt idx="1637">
                  <c:v>26891.26</c:v>
                </c:pt>
                <c:pt idx="1638">
                  <c:v>26667.39</c:v>
                </c:pt>
                <c:pt idx="1639">
                  <c:v>26797.95</c:v>
                </c:pt>
                <c:pt idx="1640">
                  <c:v>26566.73</c:v>
                </c:pt>
                <c:pt idx="1641">
                  <c:v>26786.2</c:v>
                </c:pt>
                <c:pt idx="1642">
                  <c:v>26725.68</c:v>
                </c:pt>
                <c:pt idx="1643">
                  <c:v>26719.58</c:v>
                </c:pt>
                <c:pt idx="1644">
                  <c:v>26848.49</c:v>
                </c:pt>
                <c:pt idx="1645">
                  <c:v>26664.28</c:v>
                </c:pt>
                <c:pt idx="1646">
                  <c:v>26503.93</c:v>
                </c:pt>
                <c:pt idx="1647">
                  <c:v>26521.85</c:v>
                </c:pt>
                <c:pt idx="1648">
                  <c:v>26308.44</c:v>
                </c:pt>
                <c:pt idx="1649">
                  <c:v>25707.93</c:v>
                </c:pt>
                <c:pt idx="1650">
                  <c:v>25682.81</c:v>
                </c:pt>
                <c:pt idx="1651">
                  <c:v>25893.4</c:v>
                </c:pt>
                <c:pt idx="1652">
                  <c:v>25821.03</c:v>
                </c:pt>
                <c:pt idx="1653">
                  <c:v>26110.31</c:v>
                </c:pt>
                <c:pt idx="1654">
                  <c:v>26042.69</c:v>
                </c:pt>
                <c:pt idx="1655">
                  <c:v>26092.27</c:v>
                </c:pt>
                <c:pt idx="1656">
                  <c:v>25954.81</c:v>
                </c:pt>
                <c:pt idx="1657">
                  <c:v>26041.93</c:v>
                </c:pt>
                <c:pt idx="1658">
                  <c:v>25945.35</c:v>
                </c:pt>
                <c:pt idx="1659">
                  <c:v>26281</c:v>
                </c:pt>
                <c:pt idx="1660">
                  <c:v>26222.400000000001</c:v>
                </c:pt>
                <c:pt idx="1661">
                  <c:v>26435.67</c:v>
                </c:pt>
                <c:pt idx="1662">
                  <c:v>26468.95</c:v>
                </c:pt>
                <c:pt idx="1663">
                  <c:v>26754.12</c:v>
                </c:pt>
                <c:pt idx="1664">
                  <c:v>26790.240000000002</c:v>
                </c:pt>
                <c:pt idx="1665">
                  <c:v>27124.55</c:v>
                </c:pt>
                <c:pt idx="1666">
                  <c:v>27352.69</c:v>
                </c:pt>
                <c:pt idx="1667">
                  <c:v>27087.63</c:v>
                </c:pt>
                <c:pt idx="1668">
                  <c:v>27159.06</c:v>
                </c:pt>
                <c:pt idx="1669">
                  <c:v>26683.68</c:v>
                </c:pt>
                <c:pt idx="1670">
                  <c:v>26681.4</c:v>
                </c:pt>
                <c:pt idx="1671">
                  <c:v>26690.76</c:v>
                </c:pt>
                <c:pt idx="1672">
                  <c:v>26515.53</c:v>
                </c:pt>
                <c:pt idx="1673">
                  <c:v>26523.23</c:v>
                </c:pt>
                <c:pt idx="1674">
                  <c:v>25527.85</c:v>
                </c:pt>
                <c:pt idx="1675">
                  <c:v>25626.55</c:v>
                </c:pt>
                <c:pt idx="1676">
                  <c:v>25724.73</c:v>
                </c:pt>
                <c:pt idx="1677">
                  <c:v>25703.5</c:v>
                </c:pt>
                <c:pt idx="1678">
                  <c:v>25615.48</c:v>
                </c:pt>
                <c:pt idx="1679">
                  <c:v>25664.07</c:v>
                </c:pt>
                <c:pt idx="1680">
                  <c:v>25680.33</c:v>
                </c:pt>
                <c:pt idx="1681">
                  <c:v>26179.33</c:v>
                </c:pt>
                <c:pt idx="1682">
                  <c:v>26048.720000000001</c:v>
                </c:pt>
                <c:pt idx="1683">
                  <c:v>26270.04</c:v>
                </c:pt>
                <c:pt idx="1684">
                  <c:v>26231.54</c:v>
                </c:pt>
                <c:pt idx="1685">
                  <c:v>26291.84</c:v>
                </c:pt>
                <c:pt idx="1686">
                  <c:v>25734.22</c:v>
                </c:pt>
                <c:pt idx="1687">
                  <c:v>25495.46</c:v>
                </c:pt>
                <c:pt idx="1688">
                  <c:v>25302.28</c:v>
                </c:pt>
                <c:pt idx="1689">
                  <c:v>25281.3</c:v>
                </c:pt>
                <c:pt idx="1690">
                  <c:v>25824.720000000001</c:v>
                </c:pt>
                <c:pt idx="1691">
                  <c:v>25939.3</c:v>
                </c:pt>
                <c:pt idx="1692">
                  <c:v>26120.77</c:v>
                </c:pt>
                <c:pt idx="1693">
                  <c:v>25997.03</c:v>
                </c:pt>
                <c:pt idx="1694">
                  <c:v>25976.240000000002</c:v>
                </c:pt>
                <c:pt idx="1695">
                  <c:v>26151.32</c:v>
                </c:pt>
                <c:pt idx="1696">
                  <c:v>26918.58</c:v>
                </c:pt>
                <c:pt idx="1697">
                  <c:v>27565.7</c:v>
                </c:pt>
                <c:pt idx="1698">
                  <c:v>27777.75</c:v>
                </c:pt>
                <c:pt idx="1699">
                  <c:v>28146.5</c:v>
                </c:pt>
                <c:pt idx="1700">
                  <c:v>28106.41</c:v>
                </c:pt>
                <c:pt idx="1701">
                  <c:v>28397.74</c:v>
                </c:pt>
                <c:pt idx="1702">
                  <c:v>28594.3</c:v>
                </c:pt>
                <c:pt idx="1703">
                  <c:v>28524.04</c:v>
                </c:pt>
                <c:pt idx="1704">
                  <c:v>28466.48</c:v>
                </c:pt>
                <c:pt idx="1705">
                  <c:v>28371.26</c:v>
                </c:pt>
                <c:pt idx="1706">
                  <c:v>28765.4</c:v>
                </c:pt>
                <c:pt idx="1707">
                  <c:v>28461.66</c:v>
                </c:pt>
                <c:pt idx="1708">
                  <c:v>28593.17</c:v>
                </c:pt>
                <c:pt idx="1709">
                  <c:v>28619.62</c:v>
                </c:pt>
                <c:pt idx="1710">
                  <c:v>28554.880000000001</c:v>
                </c:pt>
                <c:pt idx="1711">
                  <c:v>28471.62</c:v>
                </c:pt>
                <c:pt idx="1712">
                  <c:v>28431.8</c:v>
                </c:pt>
                <c:pt idx="1713">
                  <c:v>28204.69</c:v>
                </c:pt>
                <c:pt idx="1714">
                  <c:v>28116.28</c:v>
                </c:pt>
                <c:pt idx="1715">
                  <c:v>28331.69</c:v>
                </c:pt>
                <c:pt idx="1716">
                  <c:v>28774.83</c:v>
                </c:pt>
                <c:pt idx="1717">
                  <c:v>28795.77</c:v>
                </c:pt>
                <c:pt idx="1718">
                  <c:v>28855.14</c:v>
                </c:pt>
                <c:pt idx="1719">
                  <c:v>28875.56</c:v>
                </c:pt>
                <c:pt idx="1720">
                  <c:v>28542.62</c:v>
                </c:pt>
                <c:pt idx="1721">
                  <c:v>28621.42</c:v>
                </c:pt>
                <c:pt idx="1722">
                  <c:v>28221.98</c:v>
                </c:pt>
                <c:pt idx="1723">
                  <c:v>28185.98</c:v>
                </c:pt>
                <c:pt idx="1724">
                  <c:v>28513</c:v>
                </c:pt>
                <c:pt idx="1725">
                  <c:v>28473.71</c:v>
                </c:pt>
                <c:pt idx="1726">
                  <c:v>28550.43</c:v>
                </c:pt>
                <c:pt idx="1727">
                  <c:v>28202.14</c:v>
                </c:pt>
                <c:pt idx="1728">
                  <c:v>27498.77</c:v>
                </c:pt>
                <c:pt idx="1729">
                  <c:v>27227.16</c:v>
                </c:pt>
                <c:pt idx="1730">
                  <c:v>27118.35</c:v>
                </c:pt>
                <c:pt idx="1731">
                  <c:v>27294.71</c:v>
                </c:pt>
                <c:pt idx="1732">
                  <c:v>27308.46</c:v>
                </c:pt>
                <c:pt idx="1733">
                  <c:v>27789.34</c:v>
                </c:pt>
                <c:pt idx="1734">
                  <c:v>27578.639999999999</c:v>
                </c:pt>
                <c:pt idx="1735">
                  <c:v>26965.279999999999</c:v>
                </c:pt>
                <c:pt idx="1736">
                  <c:v>26895.439999999999</c:v>
                </c:pt>
                <c:pt idx="1737">
                  <c:v>26761.52</c:v>
                </c:pt>
                <c:pt idx="1738">
                  <c:v>26893.86</c:v>
                </c:pt>
                <c:pt idx="1739">
                  <c:v>26901.09</c:v>
                </c:pt>
                <c:pt idx="1740">
                  <c:v>27114.880000000001</c:v>
                </c:pt>
                <c:pt idx="1741">
                  <c:v>27235.71</c:v>
                </c:pt>
                <c:pt idx="1742">
                  <c:v>27390.81</c:v>
                </c:pt>
                <c:pt idx="1743">
                  <c:v>27288.09</c:v>
                </c:pt>
                <c:pt idx="1744">
                  <c:v>27353.93</c:v>
                </c:pt>
                <c:pt idx="1745">
                  <c:v>27267.13</c:v>
                </c:pt>
                <c:pt idx="1746">
                  <c:v>27705.94</c:v>
                </c:pt>
                <c:pt idx="1747">
                  <c:v>27657.24</c:v>
                </c:pt>
                <c:pt idx="1748">
                  <c:v>27787.61</c:v>
                </c:pt>
                <c:pt idx="1749">
                  <c:v>27946.46</c:v>
                </c:pt>
                <c:pt idx="1750">
                  <c:v>28275.07</c:v>
                </c:pt>
                <c:pt idx="1751">
                  <c:v>28268.71</c:v>
                </c:pt>
                <c:pt idx="1752">
                  <c:v>28122.02</c:v>
                </c:pt>
                <c:pt idx="1753">
                  <c:v>28550.240000000002</c:v>
                </c:pt>
                <c:pt idx="1754">
                  <c:v>28311.07</c:v>
                </c:pt>
                <c:pt idx="1755">
                  <c:v>29003.200000000001</c:v>
                </c:pt>
                <c:pt idx="1756">
                  <c:v>29363.02</c:v>
                </c:pt>
                <c:pt idx="1757">
                  <c:v>29209.82</c:v>
                </c:pt>
                <c:pt idx="1758">
                  <c:v>30081.55</c:v>
                </c:pt>
                <c:pt idx="1759">
                  <c:v>29944.18</c:v>
                </c:pt>
                <c:pt idx="1760">
                  <c:v>29699.11</c:v>
                </c:pt>
                <c:pt idx="1761">
                  <c:v>29892.81</c:v>
                </c:pt>
                <c:pt idx="1762">
                  <c:v>29605.01</c:v>
                </c:pt>
                <c:pt idx="1763">
                  <c:v>29549.8</c:v>
                </c:pt>
                <c:pt idx="1764">
                  <c:v>29805.83</c:v>
                </c:pt>
                <c:pt idx="1765">
                  <c:v>29963.24</c:v>
                </c:pt>
                <c:pt idx="1766">
                  <c:v>29963.26</c:v>
                </c:pt>
                <c:pt idx="1767">
                  <c:v>30124.68</c:v>
                </c:pt>
                <c:pt idx="1768">
                  <c:v>30129.87</c:v>
                </c:pt>
                <c:pt idx="1769">
                  <c:v>29810.720000000001</c:v>
                </c:pt>
                <c:pt idx="1770">
                  <c:v>29909.759999999998</c:v>
                </c:pt>
                <c:pt idx="1771">
                  <c:v>29839.45</c:v>
                </c:pt>
                <c:pt idx="1772">
                  <c:v>30119.56</c:v>
                </c:pt>
                <c:pt idx="1773">
                  <c:v>30157.49</c:v>
                </c:pt>
                <c:pt idx="1774">
                  <c:v>30077.15</c:v>
                </c:pt>
                <c:pt idx="1775">
                  <c:v>29936.32</c:v>
                </c:pt>
                <c:pt idx="1776">
                  <c:v>29986.39</c:v>
                </c:pt>
                <c:pt idx="1777">
                  <c:v>29624.67</c:v>
                </c:pt>
                <c:pt idx="1778">
                  <c:v>29562.02</c:v>
                </c:pt>
                <c:pt idx="1779">
                  <c:v>29051.360000000001</c:v>
                </c:pt>
                <c:pt idx="1780">
                  <c:v>28775.21</c:v>
                </c:pt>
                <c:pt idx="1781">
                  <c:v>28728.25</c:v>
                </c:pt>
                <c:pt idx="1782">
                  <c:v>28566.91</c:v>
                </c:pt>
                <c:pt idx="1783">
                  <c:v>28523.35</c:v>
                </c:pt>
                <c:pt idx="1784">
                  <c:v>29113.360000000001</c:v>
                </c:pt>
                <c:pt idx="1785">
                  <c:v>29071.56</c:v>
                </c:pt>
                <c:pt idx="1786">
                  <c:v>29320.97</c:v>
                </c:pt>
                <c:pt idx="1787">
                  <c:v>29466.28</c:v>
                </c:pt>
                <c:pt idx="1788">
                  <c:v>29409.01</c:v>
                </c:pt>
                <c:pt idx="1789">
                  <c:v>29012.26</c:v>
                </c:pt>
                <c:pt idx="1790">
                  <c:v>28851.39</c:v>
                </c:pt>
                <c:pt idx="1791">
                  <c:v>28807.45</c:v>
                </c:pt>
                <c:pt idx="1792">
                  <c:v>28920.87</c:v>
                </c:pt>
                <c:pt idx="1793">
                  <c:v>28503.3</c:v>
                </c:pt>
                <c:pt idx="1794">
                  <c:v>28228.42</c:v>
                </c:pt>
                <c:pt idx="1795">
                  <c:v>28779.45</c:v>
                </c:pt>
                <c:pt idx="1796">
                  <c:v>29037.599999999999</c:v>
                </c:pt>
                <c:pt idx="1797">
                  <c:v>28961.599999999999</c:v>
                </c:pt>
                <c:pt idx="1798">
                  <c:v>28959.59</c:v>
                </c:pt>
                <c:pt idx="1799">
                  <c:v>28812.17</c:v>
                </c:pt>
                <c:pt idx="1800">
                  <c:v>28633.18</c:v>
                </c:pt>
                <c:pt idx="1801">
                  <c:v>28757.439999999999</c:v>
                </c:pt>
                <c:pt idx="1802">
                  <c:v>28772.06</c:v>
                </c:pt>
                <c:pt idx="1803">
                  <c:v>28959.3</c:v>
                </c:pt>
                <c:pt idx="1804">
                  <c:v>28816.3</c:v>
                </c:pt>
                <c:pt idx="1805">
                  <c:v>28629.919999999998</c:v>
                </c:pt>
                <c:pt idx="1806">
                  <c:v>28514.05</c:v>
                </c:pt>
                <c:pt idx="1807">
                  <c:v>28228.13</c:v>
                </c:pt>
                <c:pt idx="1808">
                  <c:v>28347.01</c:v>
                </c:pt>
                <c:pt idx="1809">
                  <c:v>27900.84</c:v>
                </c:pt>
                <c:pt idx="1810">
                  <c:v>28432.05</c:v>
                </c:pt>
                <c:pt idx="1811">
                  <c:v>28497.59</c:v>
                </c:pt>
                <c:pt idx="1812">
                  <c:v>28171.33</c:v>
                </c:pt>
                <c:pt idx="1813">
                  <c:v>28143.84</c:v>
                </c:pt>
                <c:pt idx="1814">
                  <c:v>27946.32</c:v>
                </c:pt>
                <c:pt idx="1815">
                  <c:v>27990.21</c:v>
                </c:pt>
                <c:pt idx="1816">
                  <c:v>27930.74</c:v>
                </c:pt>
                <c:pt idx="1817">
                  <c:v>27942.47</c:v>
                </c:pt>
                <c:pt idx="1818">
                  <c:v>27642.85</c:v>
                </c:pt>
                <c:pt idx="1819">
                  <c:v>27531.68</c:v>
                </c:pt>
                <c:pt idx="1820">
                  <c:v>27576.959999999999</c:v>
                </c:pt>
                <c:pt idx="1821">
                  <c:v>27569.19</c:v>
                </c:pt>
                <c:pt idx="1822">
                  <c:v>27120.98</c:v>
                </c:pt>
                <c:pt idx="1823">
                  <c:v>27008.2</c:v>
                </c:pt>
                <c:pt idx="1824">
                  <c:v>27005.45</c:v>
                </c:pt>
                <c:pt idx="1825">
                  <c:v>27196.54</c:v>
                </c:pt>
                <c:pt idx="1826">
                  <c:v>27090.81</c:v>
                </c:pt>
                <c:pt idx="1827">
                  <c:v>26755.63</c:v>
                </c:pt>
                <c:pt idx="1828">
                  <c:v>26902.1</c:v>
                </c:pt>
                <c:pt idx="1829">
                  <c:v>26830.29</c:v>
                </c:pt>
                <c:pt idx="1830">
                  <c:v>26298.33</c:v>
                </c:pt>
                <c:pt idx="1831">
                  <c:v>26667.27</c:v>
                </c:pt>
                <c:pt idx="1832">
                  <c:v>26521.43</c:v>
                </c:pt>
                <c:pt idx="1833">
                  <c:v>26462.32</c:v>
                </c:pt>
                <c:pt idx="1834">
                  <c:v>25875.45</c:v>
                </c:pt>
                <c:pt idx="1835">
                  <c:v>25835.7</c:v>
                </c:pt>
                <c:pt idx="1836">
                  <c:v>25626.03</c:v>
                </c:pt>
                <c:pt idx="1837">
                  <c:v>25064.36</c:v>
                </c:pt>
                <c:pt idx="1838">
                  <c:v>25130.35</c:v>
                </c:pt>
                <c:pt idx="1839">
                  <c:v>25845.7</c:v>
                </c:pt>
                <c:pt idx="1840">
                  <c:v>25504.2</c:v>
                </c:pt>
                <c:pt idx="1841">
                  <c:v>25478.880000000001</c:v>
                </c:pt>
                <c:pt idx="1842">
                  <c:v>25651.38</c:v>
                </c:pt>
                <c:pt idx="1843">
                  <c:v>25753.42</c:v>
                </c:pt>
                <c:pt idx="1844">
                  <c:v>25623.53</c:v>
                </c:pt>
                <c:pt idx="1845">
                  <c:v>25865.39</c:v>
                </c:pt>
                <c:pt idx="1846">
                  <c:v>25814.25</c:v>
                </c:pt>
                <c:pt idx="1847">
                  <c:v>26087.98</c:v>
                </c:pt>
                <c:pt idx="1848">
                  <c:v>26094.79</c:v>
                </c:pt>
                <c:pt idx="1849">
                  <c:v>26524.35</c:v>
                </c:pt>
                <c:pt idx="1850">
                  <c:v>26186.71</c:v>
                </c:pt>
                <c:pt idx="1851">
                  <c:v>25771.67</c:v>
                </c:pt>
                <c:pt idx="1852">
                  <c:v>25752.38</c:v>
                </c:pt>
                <c:pt idx="1853">
                  <c:v>26063.759999999998</c:v>
                </c:pt>
                <c:pt idx="1854">
                  <c:v>26156.38</c:v>
                </c:pt>
                <c:pt idx="1855">
                  <c:v>26819.68</c:v>
                </c:pt>
                <c:pt idx="1856">
                  <c:v>27260.44</c:v>
                </c:pt>
                <c:pt idx="1857">
                  <c:v>27182.04</c:v>
                </c:pt>
                <c:pt idx="1858">
                  <c:v>26506.75</c:v>
                </c:pt>
                <c:pt idx="1859">
                  <c:v>26451.03</c:v>
                </c:pt>
                <c:pt idx="1860">
                  <c:v>26682.560000000001</c:v>
                </c:pt>
                <c:pt idx="1861">
                  <c:v>26331.96</c:v>
                </c:pt>
                <c:pt idx="1862">
                  <c:v>26376.18</c:v>
                </c:pt>
                <c:pt idx="1863">
                  <c:v>25927.68</c:v>
                </c:pt>
                <c:pt idx="1864">
                  <c:v>26019.41</c:v>
                </c:pt>
                <c:pt idx="1865">
                  <c:v>25971.47</c:v>
                </c:pt>
                <c:pt idx="1866">
                  <c:v>25840.34</c:v>
                </c:pt>
                <c:pt idx="1867">
                  <c:v>26372</c:v>
                </c:pt>
                <c:pt idx="1868">
                  <c:v>26183.53</c:v>
                </c:pt>
                <c:pt idx="1869">
                  <c:v>26103.34</c:v>
                </c:pt>
                <c:pt idx="1870">
                  <c:v>25654.43</c:v>
                </c:pt>
                <c:pt idx="1871">
                  <c:v>25792.87</c:v>
                </c:pt>
                <c:pt idx="1872">
                  <c:v>25633.18</c:v>
                </c:pt>
                <c:pt idx="1873">
                  <c:v>25601.919999999998</c:v>
                </c:pt>
                <c:pt idx="1874">
                  <c:v>26227.72</c:v>
                </c:pt>
                <c:pt idx="1875">
                  <c:v>26147.69</c:v>
                </c:pt>
                <c:pt idx="1876">
                  <c:v>26120.959999999999</c:v>
                </c:pt>
                <c:pt idx="1877">
                  <c:v>25934.39</c:v>
                </c:pt>
                <c:pt idx="1878">
                  <c:v>26486.35</c:v>
                </c:pt>
                <c:pt idx="1879">
                  <c:v>25416</c:v>
                </c:pt>
                <c:pt idx="1880">
                  <c:v>24979.69</c:v>
                </c:pt>
                <c:pt idx="1881">
                  <c:v>24585.53</c:v>
                </c:pt>
                <c:pt idx="1882">
                  <c:v>24812.04</c:v>
                </c:pt>
                <c:pt idx="1883">
                  <c:v>24717.63</c:v>
                </c:pt>
                <c:pt idx="1884">
                  <c:v>24994.46</c:v>
                </c:pt>
                <c:pt idx="1885">
                  <c:v>25249.78</c:v>
                </c:pt>
                <c:pt idx="1886">
                  <c:v>25346.55</c:v>
                </c:pt>
                <c:pt idx="1887">
                  <c:v>26153.15</c:v>
                </c:pt>
                <c:pt idx="1888">
                  <c:v>25561.4</c:v>
                </c:pt>
                <c:pt idx="1889">
                  <c:v>25454.55</c:v>
                </c:pt>
                <c:pt idx="1890">
                  <c:v>25462.26</c:v>
                </c:pt>
                <c:pt idx="1891">
                  <c:v>25445.06</c:v>
                </c:pt>
                <c:pt idx="1892">
                  <c:v>25801.49</c:v>
                </c:pt>
                <c:pt idx="1893">
                  <c:v>25266.37</c:v>
                </c:pt>
                <c:pt idx="1894">
                  <c:v>26193.07</c:v>
                </c:pt>
                <c:pt idx="1895">
                  <c:v>26172.91</c:v>
                </c:pt>
                <c:pt idx="1896">
                  <c:v>26202.57</c:v>
                </c:pt>
                <c:pt idx="1897">
                  <c:v>26572.57</c:v>
                </c:pt>
                <c:pt idx="1898">
                  <c:v>26623.87</c:v>
                </c:pt>
                <c:pt idx="1899">
                  <c:v>27091.26</c:v>
                </c:pt>
                <c:pt idx="1900">
                  <c:v>27126.38</c:v>
                </c:pt>
                <c:pt idx="1901">
                  <c:v>27788.52</c:v>
                </c:pt>
                <c:pt idx="1902">
                  <c:v>27715.67</c:v>
                </c:pt>
                <c:pt idx="1903">
                  <c:v>27816.87</c:v>
                </c:pt>
                <c:pt idx="1904">
                  <c:v>27499.39</c:v>
                </c:pt>
                <c:pt idx="1905">
                  <c:v>27953.58</c:v>
                </c:pt>
                <c:pt idx="1906">
                  <c:v>27477.67</c:v>
                </c:pt>
                <c:pt idx="1907">
                  <c:v>27407.37</c:v>
                </c:pt>
                <c:pt idx="1908">
                  <c:v>27084.66</c:v>
                </c:pt>
                <c:pt idx="1909">
                  <c:v>26932.85</c:v>
                </c:pt>
                <c:pt idx="1910">
                  <c:v>27286.41</c:v>
                </c:pt>
                <c:pt idx="1911">
                  <c:v>27014.49</c:v>
                </c:pt>
                <c:pt idx="1912">
                  <c:v>26345.040000000001</c:v>
                </c:pt>
                <c:pt idx="1913">
                  <c:v>26422.55</c:v>
                </c:pt>
                <c:pt idx="1914">
                  <c:v>26613.42</c:v>
                </c:pt>
                <c:pt idx="1915">
                  <c:v>26973.47</c:v>
                </c:pt>
                <c:pt idx="1916">
                  <c:v>26974.82</c:v>
                </c:pt>
                <c:pt idx="1917">
                  <c:v>27243.85</c:v>
                </c:pt>
                <c:pt idx="1918">
                  <c:v>27973.34</c:v>
                </c:pt>
                <c:pt idx="1919">
                  <c:v>27712.54</c:v>
                </c:pt>
                <c:pt idx="1920">
                  <c:v>27888.55</c:v>
                </c:pt>
                <c:pt idx="1921">
                  <c:v>28164.05</c:v>
                </c:pt>
                <c:pt idx="1922">
                  <c:v>28416.44</c:v>
                </c:pt>
                <c:pt idx="1923">
                  <c:v>28351.62</c:v>
                </c:pt>
                <c:pt idx="1924">
                  <c:v>28271.27</c:v>
                </c:pt>
                <c:pt idx="1925">
                  <c:v>27671.87</c:v>
                </c:pt>
                <c:pt idx="1926">
                  <c:v>27790.46</c:v>
                </c:pt>
                <c:pt idx="1927">
                  <c:v>27927.58</c:v>
                </c:pt>
                <c:pt idx="1928">
                  <c:v>27752.79</c:v>
                </c:pt>
                <c:pt idx="1929">
                  <c:v>27598.02</c:v>
                </c:pt>
                <c:pt idx="1930">
                  <c:v>27213.41</c:v>
                </c:pt>
                <c:pt idx="1931">
                  <c:v>27100.06</c:v>
                </c:pt>
                <c:pt idx="1932">
                  <c:v>27323.59</c:v>
                </c:pt>
                <c:pt idx="1933">
                  <c:v>27752.93</c:v>
                </c:pt>
                <c:pt idx="1934">
                  <c:v>27936.57</c:v>
                </c:pt>
                <c:pt idx="1935">
                  <c:v>28366.62</c:v>
                </c:pt>
                <c:pt idx="1936">
                  <c:v>28607.3</c:v>
                </c:pt>
                <c:pt idx="1937">
                  <c:v>28359.14</c:v>
                </c:pt>
                <c:pt idx="1938">
                  <c:v>28248.880000000001</c:v>
                </c:pt>
                <c:pt idx="1939">
                  <c:v>27819.56</c:v>
                </c:pt>
                <c:pt idx="1940">
                  <c:v>27676.32</c:v>
                </c:pt>
                <c:pt idx="1941">
                  <c:v>27714.560000000001</c:v>
                </c:pt>
                <c:pt idx="1942">
                  <c:v>28340.74</c:v>
                </c:pt>
                <c:pt idx="1943">
                  <c:v>28583.01</c:v>
                </c:pt>
                <c:pt idx="1944">
                  <c:v>28733.13</c:v>
                </c:pt>
                <c:pt idx="1945">
                  <c:v>28804.28</c:v>
                </c:pt>
                <c:pt idx="1946">
                  <c:v>28781.14</c:v>
                </c:pt>
                <c:pt idx="1947">
                  <c:v>28920.9</c:v>
                </c:pt>
                <c:pt idx="1948">
                  <c:v>28662.57</c:v>
                </c:pt>
                <c:pt idx="1949">
                  <c:v>28256.12</c:v>
                </c:pt>
                <c:pt idx="1950">
                  <c:v>28224.48</c:v>
                </c:pt>
                <c:pt idx="1951">
                  <c:v>28010.86</c:v>
                </c:pt>
                <c:pt idx="1952">
                  <c:v>28117.42</c:v>
                </c:pt>
                <c:pt idx="1953">
                  <c:v>28181.68</c:v>
                </c:pt>
                <c:pt idx="1954">
                  <c:v>28539.66</c:v>
                </c:pt>
                <c:pt idx="1955">
                  <c:v>28525.439999999999</c:v>
                </c:pt>
                <c:pt idx="1956">
                  <c:v>28480.83</c:v>
                </c:pt>
                <c:pt idx="1957">
                  <c:v>28311.69</c:v>
                </c:pt>
                <c:pt idx="1958">
                  <c:v>28682.25</c:v>
                </c:pt>
                <c:pt idx="1959">
                  <c:v>28688.5</c:v>
                </c:pt>
                <c:pt idx="1960">
                  <c:v>28315.62</c:v>
                </c:pt>
                <c:pt idx="1961">
                  <c:v>28182.09</c:v>
                </c:pt>
                <c:pt idx="1962">
                  <c:v>28241.67</c:v>
                </c:pt>
                <c:pt idx="1963">
                  <c:v>28545.57</c:v>
                </c:pt>
                <c:pt idx="1964">
                  <c:v>28955.11</c:v>
                </c:pt>
                <c:pt idx="1965">
                  <c:v>28497.32</c:v>
                </c:pt>
                <c:pt idx="1966">
                  <c:v>28356.26</c:v>
                </c:pt>
                <c:pt idx="1967">
                  <c:v>28881.4</c:v>
                </c:pt>
                <c:pt idx="1968">
                  <c:v>28961.39</c:v>
                </c:pt>
                <c:pt idx="1969">
                  <c:v>29338.7</c:v>
                </c:pt>
                <c:pt idx="1970">
                  <c:v>29296.05</c:v>
                </c:pt>
                <c:pt idx="1971">
                  <c:v>29696.17</c:v>
                </c:pt>
                <c:pt idx="1972">
                  <c:v>29468.15</c:v>
                </c:pt>
                <c:pt idx="1973">
                  <c:v>30309.49</c:v>
                </c:pt>
                <c:pt idx="1974">
                  <c:v>30440.17</c:v>
                </c:pt>
                <c:pt idx="1975">
                  <c:v>30725.15</c:v>
                </c:pt>
                <c:pt idx="1976">
                  <c:v>31103.06</c:v>
                </c:pt>
                <c:pt idx="1977">
                  <c:v>31063.7</c:v>
                </c:pt>
                <c:pt idx="1978">
                  <c:v>30958.21</c:v>
                </c:pt>
                <c:pt idx="1979">
                  <c:v>31512.63</c:v>
                </c:pt>
                <c:pt idx="1980">
                  <c:v>31259.1</c:v>
                </c:pt>
                <c:pt idx="1981">
                  <c:v>31093.45</c:v>
                </c:pt>
                <c:pt idx="1982">
                  <c:v>30997.98</c:v>
                </c:pt>
                <c:pt idx="1983">
                  <c:v>30492.91</c:v>
                </c:pt>
                <c:pt idx="1984">
                  <c:v>30468.560000000001</c:v>
                </c:pt>
                <c:pt idx="1985">
                  <c:v>30056.79</c:v>
                </c:pt>
                <c:pt idx="1986">
                  <c:v>30484.58</c:v>
                </c:pt>
                <c:pt idx="1987">
                  <c:v>30792.26</c:v>
                </c:pt>
                <c:pt idx="1988">
                  <c:v>30588.04</c:v>
                </c:pt>
                <c:pt idx="1989">
                  <c:v>30760.41</c:v>
                </c:pt>
                <c:pt idx="1990">
                  <c:v>30665.64</c:v>
                </c:pt>
                <c:pt idx="1991">
                  <c:v>31234.35</c:v>
                </c:pt>
                <c:pt idx="1992">
                  <c:v>31047.91</c:v>
                </c:pt>
                <c:pt idx="1993">
                  <c:v>30942.15</c:v>
                </c:pt>
                <c:pt idx="1994">
                  <c:v>31110.2</c:v>
                </c:pt>
                <c:pt idx="1995">
                  <c:v>31152.03</c:v>
                </c:pt>
                <c:pt idx="1996">
                  <c:v>31541.08</c:v>
                </c:pt>
                <c:pt idx="1997">
                  <c:v>31122.06</c:v>
                </c:pt>
                <c:pt idx="1998">
                  <c:v>30809.22</c:v>
                </c:pt>
                <c:pt idx="1999">
                  <c:v>30536.14</c:v>
                </c:pt>
                <c:pt idx="2000">
                  <c:v>30402.81</c:v>
                </c:pt>
                <c:pt idx="2001">
                  <c:v>29994.26</c:v>
                </c:pt>
                <c:pt idx="2002">
                  <c:v>29926.5</c:v>
                </c:pt>
                <c:pt idx="2003">
                  <c:v>30313.37</c:v>
                </c:pt>
                <c:pt idx="2004">
                  <c:v>30723.88</c:v>
                </c:pt>
                <c:pt idx="2005">
                  <c:v>30808.45</c:v>
                </c:pt>
                <c:pt idx="2006">
                  <c:v>30280.67</c:v>
                </c:pt>
                <c:pt idx="2007">
                  <c:v>30007.68</c:v>
                </c:pt>
                <c:pt idx="2008">
                  <c:v>30328.15</c:v>
                </c:pt>
                <c:pt idx="2009">
                  <c:v>30636.240000000002</c:v>
                </c:pt>
                <c:pt idx="2010">
                  <c:v>30254.400000000001</c:v>
                </c:pt>
                <c:pt idx="2011">
                  <c:v>30418.33</c:v>
                </c:pt>
                <c:pt idx="2012">
                  <c:v>30708.44</c:v>
                </c:pt>
                <c:pt idx="2013">
                  <c:v>30284.25</c:v>
                </c:pt>
                <c:pt idx="2014">
                  <c:v>30062.75</c:v>
                </c:pt>
                <c:pt idx="2015">
                  <c:v>30315.59</c:v>
                </c:pt>
                <c:pt idx="2016">
                  <c:v>30808.38</c:v>
                </c:pt>
                <c:pt idx="2017">
                  <c:v>30831.279999999999</c:v>
                </c:pt>
                <c:pt idx="2018">
                  <c:v>30897.71</c:v>
                </c:pt>
                <c:pt idx="2019">
                  <c:v>30728.74</c:v>
                </c:pt>
                <c:pt idx="2020">
                  <c:v>30229.58</c:v>
                </c:pt>
                <c:pt idx="2021">
                  <c:v>29844.94</c:v>
                </c:pt>
                <c:pt idx="2022">
                  <c:v>29518.69</c:v>
                </c:pt>
                <c:pt idx="2023">
                  <c:v>30180.1</c:v>
                </c:pt>
                <c:pt idx="2024">
                  <c:v>30093.38</c:v>
                </c:pt>
                <c:pt idx="2025">
                  <c:v>30022.53</c:v>
                </c:pt>
                <c:pt idx="2026">
                  <c:v>30790.83</c:v>
                </c:pt>
                <c:pt idx="2027">
                  <c:v>30548.77</c:v>
                </c:pt>
                <c:pt idx="2028">
                  <c:v>30309.29</c:v>
                </c:pt>
                <c:pt idx="2029">
                  <c:v>31071.05</c:v>
                </c:pt>
                <c:pt idx="2030">
                  <c:v>31414.52</c:v>
                </c:pt>
                <c:pt idx="2031">
                  <c:v>31549.93</c:v>
                </c:pt>
                <c:pt idx="2032">
                  <c:v>31513.759999999998</c:v>
                </c:pt>
                <c:pt idx="2033">
                  <c:v>31501.97</c:v>
                </c:pt>
                <c:pt idx="2034">
                  <c:v>31541.1</c:v>
                </c:pt>
                <c:pt idx="2035">
                  <c:v>31435.01</c:v>
                </c:pt>
                <c:pt idx="2036">
                  <c:v>31601.45</c:v>
                </c:pt>
                <c:pt idx="2037">
                  <c:v>31594.33</c:v>
                </c:pt>
                <c:pt idx="2038">
                  <c:v>30996.21</c:v>
                </c:pt>
                <c:pt idx="2039">
                  <c:v>30654.52</c:v>
                </c:pt>
                <c:pt idx="2040">
                  <c:v>30196.92</c:v>
                </c:pt>
                <c:pt idx="2041">
                  <c:v>30510.73</c:v>
                </c:pt>
                <c:pt idx="2042">
                  <c:v>29886.39</c:v>
                </c:pt>
                <c:pt idx="2043">
                  <c:v>30583.45</c:v>
                </c:pt>
                <c:pt idx="2044">
                  <c:v>31044.25</c:v>
                </c:pt>
                <c:pt idx="2045">
                  <c:v>30844.720000000001</c:v>
                </c:pt>
                <c:pt idx="2046">
                  <c:v>31268.66</c:v>
                </c:pt>
                <c:pt idx="2047">
                  <c:v>31498.6</c:v>
                </c:pt>
                <c:pt idx="2048">
                  <c:v>31267.17</c:v>
                </c:pt>
                <c:pt idx="2049">
                  <c:v>30965.68</c:v>
                </c:pt>
                <c:pt idx="2050">
                  <c:v>31431.89</c:v>
                </c:pt>
                <c:pt idx="2051">
                  <c:v>30873.63</c:v>
                </c:pt>
                <c:pt idx="2052">
                  <c:v>31115.43</c:v>
                </c:pt>
                <c:pt idx="2053">
                  <c:v>30515.599999999999</c:v>
                </c:pt>
                <c:pt idx="2054">
                  <c:v>29839.53</c:v>
                </c:pt>
                <c:pt idx="2055">
                  <c:v>29459.63</c:v>
                </c:pt>
                <c:pt idx="2056">
                  <c:v>29507.42</c:v>
                </c:pt>
                <c:pt idx="2057">
                  <c:v>30451.27</c:v>
                </c:pt>
                <c:pt idx="2058">
                  <c:v>30323.200000000001</c:v>
                </c:pt>
                <c:pt idx="2059">
                  <c:v>30595.42</c:v>
                </c:pt>
                <c:pt idx="2060">
                  <c:v>32245.22</c:v>
                </c:pt>
                <c:pt idx="2061">
                  <c:v>32601.78</c:v>
                </c:pt>
                <c:pt idx="2062">
                  <c:v>32642.09</c:v>
                </c:pt>
                <c:pt idx="2063">
                  <c:v>32887.269999999997</c:v>
                </c:pt>
                <c:pt idx="2064">
                  <c:v>32607.29</c:v>
                </c:pt>
                <c:pt idx="2065">
                  <c:v>32966.89</c:v>
                </c:pt>
                <c:pt idx="2066">
                  <c:v>33154.120000000003</c:v>
                </c:pt>
                <c:pt idx="2067">
                  <c:v>32654.45</c:v>
                </c:pt>
                <c:pt idx="2068">
                  <c:v>32958.69</c:v>
                </c:pt>
                <c:pt idx="2069">
                  <c:v>32930.699999999997</c:v>
                </c:pt>
                <c:pt idx="2070">
                  <c:v>32393.41</c:v>
                </c:pt>
                <c:pt idx="2071">
                  <c:v>32254.89</c:v>
                </c:pt>
                <c:pt idx="2072">
                  <c:v>32121.94</c:v>
                </c:pt>
                <c:pt idx="2073">
                  <c:v>31983.41</c:v>
                </c:pt>
                <c:pt idx="2074">
                  <c:v>31904.75</c:v>
                </c:pt>
                <c:pt idx="2075">
                  <c:v>31338.87</c:v>
                </c:pt>
                <c:pt idx="2076">
                  <c:v>31412.54</c:v>
                </c:pt>
                <c:pt idx="2077">
                  <c:v>31120.39</c:v>
                </c:pt>
                <c:pt idx="2078">
                  <c:v>31073.72</c:v>
                </c:pt>
                <c:pt idx="2079">
                  <c:v>31011.41</c:v>
                </c:pt>
                <c:pt idx="2080">
                  <c:v>30899.53</c:v>
                </c:pt>
                <c:pt idx="2081">
                  <c:v>30814.639999999999</c:v>
                </c:pt>
                <c:pt idx="2082">
                  <c:v>30736.48</c:v>
                </c:pt>
                <c:pt idx="2083">
                  <c:v>30560.95</c:v>
                </c:pt>
                <c:pt idx="2084">
                  <c:v>30515.31</c:v>
                </c:pt>
                <c:pt idx="2085">
                  <c:v>29919.15</c:v>
                </c:pt>
                <c:pt idx="2086">
                  <c:v>29863.71</c:v>
                </c:pt>
                <c:pt idx="2087">
                  <c:v>29597.66</c:v>
                </c:pt>
                <c:pt idx="2088">
                  <c:v>29578.01</c:v>
                </c:pt>
                <c:pt idx="2089">
                  <c:v>29367.06</c:v>
                </c:pt>
                <c:pt idx="2090">
                  <c:v>29234.09</c:v>
                </c:pt>
                <c:pt idx="2091">
                  <c:v>29253.66</c:v>
                </c:pt>
                <c:pt idx="2092">
                  <c:v>29050.41</c:v>
                </c:pt>
                <c:pt idx="2093">
                  <c:v>28848.11</c:v>
                </c:pt>
                <c:pt idx="2094">
                  <c:v>29166.38</c:v>
                </c:pt>
                <c:pt idx="2095">
                  <c:v>29222.1</c:v>
                </c:pt>
                <c:pt idx="2096">
                  <c:v>28793.88</c:v>
                </c:pt>
                <c:pt idx="2097">
                  <c:v>28965.29</c:v>
                </c:pt>
                <c:pt idx="2098">
                  <c:v>28639.85</c:v>
                </c:pt>
                <c:pt idx="2099">
                  <c:v>28303.19</c:v>
                </c:pt>
                <c:pt idx="2100">
                  <c:v>28224.799999999999</c:v>
                </c:pt>
                <c:pt idx="2101">
                  <c:v>28842.799999999999</c:v>
                </c:pt>
                <c:pt idx="2102">
                  <c:v>29138.28</c:v>
                </c:pt>
                <c:pt idx="2103">
                  <c:v>29074.240000000002</c:v>
                </c:pt>
                <c:pt idx="2104">
                  <c:v>29177.35</c:v>
                </c:pt>
                <c:pt idx="2105">
                  <c:v>29623.83</c:v>
                </c:pt>
                <c:pt idx="2106">
                  <c:v>29680.85</c:v>
                </c:pt>
                <c:pt idx="2107">
                  <c:v>29686.19</c:v>
                </c:pt>
                <c:pt idx="2108">
                  <c:v>29866.32</c:v>
                </c:pt>
                <c:pt idx="2109">
                  <c:v>29707.94</c:v>
                </c:pt>
                <c:pt idx="2110">
                  <c:v>30003.49</c:v>
                </c:pt>
                <c:pt idx="2111">
                  <c:v>29818.07</c:v>
                </c:pt>
                <c:pt idx="2112">
                  <c:v>29260.31</c:v>
                </c:pt>
                <c:pt idx="2113">
                  <c:v>29199.040000000001</c:v>
                </c:pt>
                <c:pt idx="2114">
                  <c:v>29018.76</c:v>
                </c:pt>
                <c:pt idx="2115">
                  <c:v>28851.69</c:v>
                </c:pt>
                <c:pt idx="2116">
                  <c:v>29152.12</c:v>
                </c:pt>
                <c:pt idx="2117">
                  <c:v>29182.18</c:v>
                </c:pt>
                <c:pt idx="2118">
                  <c:v>29120.92</c:v>
                </c:pt>
                <c:pt idx="2119">
                  <c:v>29136.57</c:v>
                </c:pt>
                <c:pt idx="2120">
                  <c:v>28907.599999999999</c:v>
                </c:pt>
                <c:pt idx="2121">
                  <c:v>28994.34</c:v>
                </c:pt>
                <c:pt idx="2122">
                  <c:v>28596.799999999999</c:v>
                </c:pt>
                <c:pt idx="2123">
                  <c:v>28603.61</c:v>
                </c:pt>
                <c:pt idx="2124">
                  <c:v>28518.639999999999</c:v>
                </c:pt>
                <c:pt idx="2125">
                  <c:v>28594.06</c:v>
                </c:pt>
                <c:pt idx="2126">
                  <c:v>28245.54</c:v>
                </c:pt>
                <c:pt idx="2127">
                  <c:v>28336.19</c:v>
                </c:pt>
                <c:pt idx="2128">
                  <c:v>28438.85</c:v>
                </c:pt>
                <c:pt idx="2129">
                  <c:v>28202.38</c:v>
                </c:pt>
                <c:pt idx="2130">
                  <c:v>28302.89</c:v>
                </c:pt>
                <c:pt idx="2131">
                  <c:v>28154.97</c:v>
                </c:pt>
                <c:pt idx="2132">
                  <c:v>28305.88</c:v>
                </c:pt>
                <c:pt idx="2133">
                  <c:v>28487.24</c:v>
                </c:pt>
                <c:pt idx="2134">
                  <c:v>28159.09</c:v>
                </c:pt>
                <c:pt idx="2135">
                  <c:v>28711.759999999998</c:v>
                </c:pt>
                <c:pt idx="2136">
                  <c:v>28697.49</c:v>
                </c:pt>
                <c:pt idx="2137">
                  <c:v>28692.799999999999</c:v>
                </c:pt>
                <c:pt idx="2138">
                  <c:v>28476.43</c:v>
                </c:pt>
                <c:pt idx="2139">
                  <c:v>28459.03</c:v>
                </c:pt>
                <c:pt idx="2140">
                  <c:v>28389.57</c:v>
                </c:pt>
                <c:pt idx="2141">
                  <c:v>28490.83</c:v>
                </c:pt>
                <c:pt idx="2142">
                  <c:v>28326.59</c:v>
                </c:pt>
                <c:pt idx="2143">
                  <c:v>28458.04</c:v>
                </c:pt>
                <c:pt idx="2144">
                  <c:v>28379.18</c:v>
                </c:pt>
                <c:pt idx="2145">
                  <c:v>28173.21</c:v>
                </c:pt>
                <c:pt idx="2146">
                  <c:v>27554.3</c:v>
                </c:pt>
                <c:pt idx="2147">
                  <c:v>27421.599999999999</c:v>
                </c:pt>
                <c:pt idx="2148">
                  <c:v>27642.43</c:v>
                </c:pt>
                <c:pt idx="2149">
                  <c:v>27513.01</c:v>
                </c:pt>
                <c:pt idx="2150">
                  <c:v>27500.34</c:v>
                </c:pt>
                <c:pt idx="2151">
                  <c:v>27880.53</c:v>
                </c:pt>
                <c:pt idx="2152">
                  <c:v>28110.33</c:v>
                </c:pt>
                <c:pt idx="2153">
                  <c:v>28127.8</c:v>
                </c:pt>
                <c:pt idx="2154">
                  <c:v>28051.41</c:v>
                </c:pt>
                <c:pt idx="2155">
                  <c:v>28159.77</c:v>
                </c:pt>
                <c:pt idx="2156">
                  <c:v>27807.59</c:v>
                </c:pt>
                <c:pt idx="2157">
                  <c:v>27777.200000000001</c:v>
                </c:pt>
                <c:pt idx="2158">
                  <c:v>27894.080000000002</c:v>
                </c:pt>
                <c:pt idx="2159">
                  <c:v>27972.240000000002</c:v>
                </c:pt>
                <c:pt idx="2160">
                  <c:v>27955.13</c:v>
                </c:pt>
                <c:pt idx="2161">
                  <c:v>27668.47</c:v>
                </c:pt>
                <c:pt idx="2162">
                  <c:v>27522.92</c:v>
                </c:pt>
                <c:pt idx="2163">
                  <c:v>27613.759999999998</c:v>
                </c:pt>
                <c:pt idx="2164">
                  <c:v>27741.35</c:v>
                </c:pt>
                <c:pt idx="2165">
                  <c:v>27740.26</c:v>
                </c:pt>
                <c:pt idx="2166">
                  <c:v>27953.16</c:v>
                </c:pt>
                <c:pt idx="2167">
                  <c:v>27970.3</c:v>
                </c:pt>
                <c:pt idx="2168">
                  <c:v>28094.61</c:v>
                </c:pt>
                <c:pt idx="2169">
                  <c:v>27765.01</c:v>
                </c:pt>
                <c:pt idx="2170">
                  <c:v>27863.29</c:v>
                </c:pt>
                <c:pt idx="2171">
                  <c:v>27848.16</c:v>
                </c:pt>
                <c:pt idx="2172">
                  <c:v>27518.6</c:v>
                </c:pt>
                <c:pt idx="2173">
                  <c:v>27401.67</c:v>
                </c:pt>
                <c:pt idx="2174">
                  <c:v>27154.68</c:v>
                </c:pt>
                <c:pt idx="2175">
                  <c:v>27047.57</c:v>
                </c:pt>
                <c:pt idx="2176">
                  <c:v>27344.22</c:v>
                </c:pt>
                <c:pt idx="2177">
                  <c:v>27409.07</c:v>
                </c:pt>
                <c:pt idx="2178">
                  <c:v>27174.959999999999</c:v>
                </c:pt>
                <c:pt idx="2179">
                  <c:v>27250.23</c:v>
                </c:pt>
                <c:pt idx="2180">
                  <c:v>26883.51</c:v>
                </c:pt>
                <c:pt idx="2181">
                  <c:v>27444</c:v>
                </c:pt>
                <c:pt idx="2182">
                  <c:v>27757.09</c:v>
                </c:pt>
                <c:pt idx="2183">
                  <c:v>27854.91</c:v>
                </c:pt>
                <c:pt idx="2184">
                  <c:v>27690.36</c:v>
                </c:pt>
                <c:pt idx="2185">
                  <c:v>27562.68</c:v>
                </c:pt>
                <c:pt idx="2186">
                  <c:v>27531.01</c:v>
                </c:pt>
                <c:pt idx="2187">
                  <c:v>27607.38</c:v>
                </c:pt>
                <c:pt idx="2188">
                  <c:v>27540.23</c:v>
                </c:pt>
                <c:pt idx="2189">
                  <c:v>27323.99</c:v>
                </c:pt>
                <c:pt idx="2190">
                  <c:v>26979.39</c:v>
                </c:pt>
                <c:pt idx="2191">
                  <c:v>27131.17</c:v>
                </c:pt>
                <c:pt idx="2192">
                  <c:v>26941.02</c:v>
                </c:pt>
                <c:pt idx="2193">
                  <c:v>26852.05</c:v>
                </c:pt>
                <c:pt idx="2194">
                  <c:v>26846.83</c:v>
                </c:pt>
                <c:pt idx="2195">
                  <c:v>26706.09</c:v>
                </c:pt>
                <c:pt idx="2196">
                  <c:v>26740.21</c:v>
                </c:pt>
                <c:pt idx="2197">
                  <c:v>26672.16</c:v>
                </c:pt>
                <c:pt idx="2198">
                  <c:v>26524.94</c:v>
                </c:pt>
                <c:pt idx="2199">
                  <c:v>26470.58</c:v>
                </c:pt>
                <c:pt idx="2200">
                  <c:v>26389.23</c:v>
                </c:pt>
                <c:pt idx="2201">
                  <c:v>26346.17</c:v>
                </c:pt>
                <c:pt idx="2202">
                  <c:v>26043.64</c:v>
                </c:pt>
                <c:pt idx="2203">
                  <c:v>25877.64</c:v>
                </c:pt>
                <c:pt idx="2204">
                  <c:v>25500.06</c:v>
                </c:pt>
                <c:pt idx="2205">
                  <c:v>25340.85</c:v>
                </c:pt>
                <c:pt idx="2206">
                  <c:v>25465.22</c:v>
                </c:pt>
                <c:pt idx="2207">
                  <c:v>25521.97</c:v>
                </c:pt>
                <c:pt idx="2208">
                  <c:v>25389.01</c:v>
                </c:pt>
                <c:pt idx="2209">
                  <c:v>25784.17</c:v>
                </c:pt>
                <c:pt idx="2210">
                  <c:v>25764.58</c:v>
                </c:pt>
                <c:pt idx="2211">
                  <c:v>25965.42</c:v>
                </c:pt>
                <c:pt idx="2212">
                  <c:v>25683.5</c:v>
                </c:pt>
                <c:pt idx="2213">
                  <c:v>25839.99</c:v>
                </c:pt>
                <c:pt idx="2214">
                  <c:v>25871.89</c:v>
                </c:pt>
                <c:pt idx="2215">
                  <c:v>25670.05</c:v>
                </c:pt>
                <c:pt idx="2216">
                  <c:v>25674.53</c:v>
                </c:pt>
                <c:pt idx="2217">
                  <c:v>25694.58</c:v>
                </c:pt>
                <c:pt idx="2218">
                  <c:v>25843.040000000001</c:v>
                </c:pt>
                <c:pt idx="2219">
                  <c:v>25924.55</c:v>
                </c:pt>
                <c:pt idx="2220">
                  <c:v>25626.49</c:v>
                </c:pt>
                <c:pt idx="2221">
                  <c:v>25565.34</c:v>
                </c:pt>
                <c:pt idx="2222">
                  <c:v>25875.9</c:v>
                </c:pt>
                <c:pt idx="2223">
                  <c:v>25852.1</c:v>
                </c:pt>
                <c:pt idx="2224">
                  <c:v>25708.04</c:v>
                </c:pt>
                <c:pt idx="2225">
                  <c:v>26030.29</c:v>
                </c:pt>
                <c:pt idx="2226">
                  <c:v>26063.06</c:v>
                </c:pt>
                <c:pt idx="2227">
                  <c:v>25974.16</c:v>
                </c:pt>
                <c:pt idx="2228">
                  <c:v>25997.14</c:v>
                </c:pt>
                <c:pt idx="2229">
                  <c:v>25862.99</c:v>
                </c:pt>
                <c:pt idx="2230">
                  <c:v>25924.05</c:v>
                </c:pt>
                <c:pt idx="2231">
                  <c:v>25809.22</c:v>
                </c:pt>
                <c:pt idx="2232">
                  <c:v>25660.65</c:v>
                </c:pt>
                <c:pt idx="2233">
                  <c:v>25701.63</c:v>
                </c:pt>
                <c:pt idx="2234">
                  <c:v>25639.27</c:v>
                </c:pt>
                <c:pt idx="2235">
                  <c:v>25630.78</c:v>
                </c:pt>
                <c:pt idx="2236">
                  <c:v>25428.5</c:v>
                </c:pt>
                <c:pt idx="2237">
                  <c:v>25403.15</c:v>
                </c:pt>
                <c:pt idx="2238">
                  <c:v>25391.34</c:v>
                </c:pt>
                <c:pt idx="2239">
                  <c:v>25174.87</c:v>
                </c:pt>
                <c:pt idx="2240">
                  <c:v>25136.52</c:v>
                </c:pt>
                <c:pt idx="2241">
                  <c:v>25293.63</c:v>
                </c:pt>
                <c:pt idx="2242">
                  <c:v>25335.94</c:v>
                </c:pt>
                <c:pt idx="2243">
                  <c:v>25371.59</c:v>
                </c:pt>
                <c:pt idx="2244">
                  <c:v>25156.34</c:v>
                </c:pt>
                <c:pt idx="2245">
                  <c:v>25125.55</c:v>
                </c:pt>
                <c:pt idx="2246">
                  <c:v>25015.42</c:v>
                </c:pt>
                <c:pt idx="2247">
                  <c:v>24889.03</c:v>
                </c:pt>
                <c:pt idx="2248">
                  <c:v>24577.91</c:v>
                </c:pt>
                <c:pt idx="2249">
                  <c:v>24476.35</c:v>
                </c:pt>
                <c:pt idx="2250">
                  <c:v>24683.88</c:v>
                </c:pt>
                <c:pt idx="2251">
                  <c:v>24696.13</c:v>
                </c:pt>
                <c:pt idx="2252">
                  <c:v>24615.13</c:v>
                </c:pt>
                <c:pt idx="2253">
                  <c:v>24698.48</c:v>
                </c:pt>
                <c:pt idx="2254">
                  <c:v>24578.43</c:v>
                </c:pt>
                <c:pt idx="2255">
                  <c:v>24455.94</c:v>
                </c:pt>
                <c:pt idx="2256">
                  <c:v>24139.48</c:v>
                </c:pt>
                <c:pt idx="2257">
                  <c:v>24042.02</c:v>
                </c:pt>
                <c:pt idx="2258">
                  <c:v>24056.98</c:v>
                </c:pt>
                <c:pt idx="2259">
                  <c:v>23825.88</c:v>
                </c:pt>
                <c:pt idx="2260">
                  <c:v>23924.54</c:v>
                </c:pt>
                <c:pt idx="2261">
                  <c:v>24261.66</c:v>
                </c:pt>
                <c:pt idx="2262">
                  <c:v>24313.5</c:v>
                </c:pt>
                <c:pt idx="2263">
                  <c:v>24088.46</c:v>
                </c:pt>
                <c:pt idx="2264">
                  <c:v>24262.18</c:v>
                </c:pt>
                <c:pt idx="2265">
                  <c:v>24267.3</c:v>
                </c:pt>
                <c:pt idx="2266">
                  <c:v>24273.72</c:v>
                </c:pt>
                <c:pt idx="2267">
                  <c:v>24400.799999999999</c:v>
                </c:pt>
                <c:pt idx="2268">
                  <c:v>24261.48</c:v>
                </c:pt>
                <c:pt idx="2269">
                  <c:v>24111.59</c:v>
                </c:pt>
                <c:pt idx="2270">
                  <c:v>24301.09</c:v>
                </c:pt>
                <c:pt idx="2271">
                  <c:v>24392.05</c:v>
                </c:pt>
                <c:pt idx="2272">
                  <c:v>24345.87</c:v>
                </c:pt>
                <c:pt idx="2273">
                  <c:v>24193.7</c:v>
                </c:pt>
                <c:pt idx="2274">
                  <c:v>24358.27</c:v>
                </c:pt>
                <c:pt idx="2275">
                  <c:v>24327.7</c:v>
                </c:pt>
                <c:pt idx="2276">
                  <c:v>24320.41</c:v>
                </c:pt>
                <c:pt idx="2277">
                  <c:v>24593.119999999999</c:v>
                </c:pt>
                <c:pt idx="2278">
                  <c:v>24501.99</c:v>
                </c:pt>
                <c:pt idx="2279">
                  <c:v>24309.93</c:v>
                </c:pt>
                <c:pt idx="2280">
                  <c:v>24288.28</c:v>
                </c:pt>
                <c:pt idx="2281">
                  <c:v>23792.85</c:v>
                </c:pt>
                <c:pt idx="2282">
                  <c:v>23827.95</c:v>
                </c:pt>
                <c:pt idx="2283">
                  <c:v>23829.67</c:v>
                </c:pt>
                <c:pt idx="2284">
                  <c:v>23568.67</c:v>
                </c:pt>
                <c:pt idx="2285">
                  <c:v>23501.56</c:v>
                </c:pt>
                <c:pt idx="2286">
                  <c:v>23782.27</c:v>
                </c:pt>
                <c:pt idx="2287">
                  <c:v>23681.07</c:v>
                </c:pt>
                <c:pt idx="2288">
                  <c:v>23596.28</c:v>
                </c:pt>
                <c:pt idx="2289">
                  <c:v>23552.720000000001</c:v>
                </c:pt>
                <c:pt idx="2290">
                  <c:v>23728.07</c:v>
                </c:pt>
                <c:pt idx="2291">
                  <c:v>23776.49</c:v>
                </c:pt>
                <c:pt idx="2292">
                  <c:v>23740.73</c:v>
                </c:pt>
                <c:pt idx="2293">
                  <c:v>23925.05</c:v>
                </c:pt>
                <c:pt idx="2294">
                  <c:v>23965.7</c:v>
                </c:pt>
                <c:pt idx="2295">
                  <c:v>24114.86</c:v>
                </c:pt>
                <c:pt idx="2296">
                  <c:v>24201.96</c:v>
                </c:pt>
                <c:pt idx="2297">
                  <c:v>23963.63</c:v>
                </c:pt>
                <c:pt idx="2298">
                  <c:v>24146.080000000002</c:v>
                </c:pt>
                <c:pt idx="2299">
                  <c:v>24033.74</c:v>
                </c:pt>
                <c:pt idx="2300">
                  <c:v>24107.7</c:v>
                </c:pt>
                <c:pt idx="2301">
                  <c:v>23994.87</c:v>
                </c:pt>
                <c:pt idx="2302">
                  <c:v>23703.01</c:v>
                </c:pt>
                <c:pt idx="2303">
                  <c:v>23710.98</c:v>
                </c:pt>
                <c:pt idx="2304">
                  <c:v>23574.98</c:v>
                </c:pt>
                <c:pt idx="2305">
                  <c:v>23525.14</c:v>
                </c:pt>
                <c:pt idx="2306">
                  <c:v>23485.13</c:v>
                </c:pt>
                <c:pt idx="2307">
                  <c:v>23331.57</c:v>
                </c:pt>
                <c:pt idx="2308">
                  <c:v>23348.240000000002</c:v>
                </c:pt>
                <c:pt idx="2309">
                  <c:v>23129.21</c:v>
                </c:pt>
                <c:pt idx="2310">
                  <c:v>23184.52</c:v>
                </c:pt>
                <c:pt idx="2311">
                  <c:v>23318.39</c:v>
                </c:pt>
                <c:pt idx="2312">
                  <c:v>23360.78</c:v>
                </c:pt>
                <c:pt idx="2313">
                  <c:v>23374.17</c:v>
                </c:pt>
                <c:pt idx="2314">
                  <c:v>23049.119999999999</c:v>
                </c:pt>
                <c:pt idx="2315">
                  <c:v>22949.86</c:v>
                </c:pt>
                <c:pt idx="2316">
                  <c:v>22898.52</c:v>
                </c:pt>
                <c:pt idx="2317">
                  <c:v>22885.91</c:v>
                </c:pt>
                <c:pt idx="2318">
                  <c:v>23049.96</c:v>
                </c:pt>
                <c:pt idx="2319">
                  <c:v>23098.26</c:v>
                </c:pt>
                <c:pt idx="2320">
                  <c:v>22840.97</c:v>
                </c:pt>
                <c:pt idx="2321">
                  <c:v>22718.15</c:v>
                </c:pt>
                <c:pt idx="2322">
                  <c:v>22937.38</c:v>
                </c:pt>
                <c:pt idx="2323">
                  <c:v>22829.02</c:v>
                </c:pt>
                <c:pt idx="2324">
                  <c:v>22935.35</c:v>
                </c:pt>
                <c:pt idx="2325">
                  <c:v>22744.85</c:v>
                </c:pt>
                <c:pt idx="2326">
                  <c:v>22558.69</c:v>
                </c:pt>
                <c:pt idx="2327">
                  <c:v>22503.01</c:v>
                </c:pt>
                <c:pt idx="2328">
                  <c:v>22456.69</c:v>
                </c:pt>
                <c:pt idx="2329">
                  <c:v>22134.47</c:v>
                </c:pt>
                <c:pt idx="2330">
                  <c:v>22150.400000000001</c:v>
                </c:pt>
                <c:pt idx="2331">
                  <c:v>22000.560000000001</c:v>
                </c:pt>
                <c:pt idx="2332">
                  <c:v>21790.91</c:v>
                </c:pt>
                <c:pt idx="2333">
                  <c:v>21754.74</c:v>
                </c:pt>
                <c:pt idx="2334">
                  <c:v>21574.76</c:v>
                </c:pt>
                <c:pt idx="2335">
                  <c:v>21636.2</c:v>
                </c:pt>
                <c:pt idx="2336">
                  <c:v>21809.8</c:v>
                </c:pt>
                <c:pt idx="2337">
                  <c:v>21729.06</c:v>
                </c:pt>
                <c:pt idx="2338">
                  <c:v>21832.68</c:v>
                </c:pt>
                <c:pt idx="2339">
                  <c:v>22020.75</c:v>
                </c:pt>
                <c:pt idx="2340">
                  <c:v>22059.4</c:v>
                </c:pt>
                <c:pt idx="2341">
                  <c:v>22456.62</c:v>
                </c:pt>
                <c:pt idx="2342">
                  <c:v>22446.7</c:v>
                </c:pt>
                <c:pt idx="2343">
                  <c:v>22433.02</c:v>
                </c:pt>
                <c:pt idx="2344">
                  <c:v>22760.98</c:v>
                </c:pt>
                <c:pt idx="2345">
                  <c:v>22861.84</c:v>
                </c:pt>
                <c:pt idx="2346">
                  <c:v>22800.92</c:v>
                </c:pt>
                <c:pt idx="2347">
                  <c:v>22675.15</c:v>
                </c:pt>
                <c:pt idx="2348">
                  <c:v>22505.55</c:v>
                </c:pt>
                <c:pt idx="2349">
                  <c:v>22564.82</c:v>
                </c:pt>
                <c:pt idx="2350">
                  <c:v>22878.23</c:v>
                </c:pt>
                <c:pt idx="2351">
                  <c:v>22789.77</c:v>
                </c:pt>
                <c:pt idx="2352">
                  <c:v>22737.07</c:v>
                </c:pt>
                <c:pt idx="2353">
                  <c:v>22830.57</c:v>
                </c:pt>
                <c:pt idx="2354">
                  <c:v>22723.45</c:v>
                </c:pt>
                <c:pt idx="2355">
                  <c:v>22608.49</c:v>
                </c:pt>
                <c:pt idx="2356">
                  <c:v>22676.69</c:v>
                </c:pt>
                <c:pt idx="2357">
                  <c:v>22678.07</c:v>
                </c:pt>
                <c:pt idx="2358">
                  <c:v>22357.78</c:v>
                </c:pt>
                <c:pt idx="2359">
                  <c:v>22344.21</c:v>
                </c:pt>
                <c:pt idx="2360">
                  <c:v>22262.880000000001</c:v>
                </c:pt>
                <c:pt idx="2361">
                  <c:v>22280.53</c:v>
                </c:pt>
                <c:pt idx="2362">
                  <c:v>22323.91</c:v>
                </c:pt>
                <c:pt idx="2363">
                  <c:v>22222.22</c:v>
                </c:pt>
                <c:pt idx="2364">
                  <c:v>22531.09</c:v>
                </c:pt>
                <c:pt idx="2365">
                  <c:v>22839.11</c:v>
                </c:pt>
                <c:pt idx="2366">
                  <c:v>22415.19</c:v>
                </c:pt>
                <c:pt idx="2367">
                  <c:v>22909.47</c:v>
                </c:pt>
                <c:pt idx="2368">
                  <c:v>22801.4</c:v>
                </c:pt>
                <c:pt idx="2369">
                  <c:v>22642.62</c:v>
                </c:pt>
                <c:pt idx="2370">
                  <c:v>22683.51</c:v>
                </c:pt>
                <c:pt idx="2371">
                  <c:v>22810.5</c:v>
                </c:pt>
                <c:pt idx="2372">
                  <c:v>23147.07</c:v>
                </c:pt>
                <c:pt idx="2373">
                  <c:v>22934.54</c:v>
                </c:pt>
                <c:pt idx="2374">
                  <c:v>22954.81</c:v>
                </c:pt>
                <c:pt idx="2375">
                  <c:v>23132.35</c:v>
                </c:pt>
                <c:pt idx="2376">
                  <c:v>23325.43</c:v>
                </c:pt>
                <c:pt idx="2377">
                  <c:v>23565.11</c:v>
                </c:pt>
                <c:pt idx="2378">
                  <c:v>23604.080000000002</c:v>
                </c:pt>
                <c:pt idx="2379">
                  <c:v>23374.400000000001</c:v>
                </c:pt>
                <c:pt idx="2380">
                  <c:v>23304.97</c:v>
                </c:pt>
                <c:pt idx="2381">
                  <c:v>23394.39</c:v>
                </c:pt>
                <c:pt idx="2382">
                  <c:v>23037.54</c:v>
                </c:pt>
                <c:pt idx="2383">
                  <c:v>23233.31</c:v>
                </c:pt>
                <c:pt idx="2384">
                  <c:v>23031.3</c:v>
                </c:pt>
                <c:pt idx="2385">
                  <c:v>23407.05</c:v>
                </c:pt>
                <c:pt idx="2386">
                  <c:v>23549.52</c:v>
                </c:pt>
                <c:pt idx="2387">
                  <c:v>23851.82</c:v>
                </c:pt>
                <c:pt idx="2388">
                  <c:v>23952.5</c:v>
                </c:pt>
                <c:pt idx="2389">
                  <c:v>23788.31</c:v>
                </c:pt>
                <c:pt idx="2390">
                  <c:v>23689.439999999999</c:v>
                </c:pt>
                <c:pt idx="2391">
                  <c:v>23584.43</c:v>
                </c:pt>
                <c:pt idx="2392">
                  <c:v>23297.15</c:v>
                </c:pt>
                <c:pt idx="2393">
                  <c:v>23739.47</c:v>
                </c:pt>
                <c:pt idx="2394">
                  <c:v>23619.65</c:v>
                </c:pt>
                <c:pt idx="2395">
                  <c:v>23571.9</c:v>
                </c:pt>
                <c:pt idx="2396">
                  <c:v>23317.919999999998</c:v>
                </c:pt>
                <c:pt idx="2397">
                  <c:v>23686.48</c:v>
                </c:pt>
                <c:pt idx="2398">
                  <c:v>23759.8</c:v>
                </c:pt>
                <c:pt idx="2399">
                  <c:v>23669.9</c:v>
                </c:pt>
                <c:pt idx="2400">
                  <c:v>23530.86</c:v>
                </c:pt>
                <c:pt idx="2401">
                  <c:v>23550.45</c:v>
                </c:pt>
                <c:pt idx="2402">
                  <c:v>23335.59</c:v>
                </c:pt>
                <c:pt idx="2403">
                  <c:v>23190.639999999999</c:v>
                </c:pt>
                <c:pt idx="2404">
                  <c:v>23215.759999999998</c:v>
                </c:pt>
                <c:pt idx="2405">
                  <c:v>23290.6</c:v>
                </c:pt>
                <c:pt idx="2406">
                  <c:v>24099.7</c:v>
                </c:pt>
                <c:pt idx="2407">
                  <c:v>23919.34</c:v>
                </c:pt>
                <c:pt idx="2408">
                  <c:v>23741.81</c:v>
                </c:pt>
                <c:pt idx="2409">
                  <c:v>23787.68</c:v>
                </c:pt>
                <c:pt idx="2410">
                  <c:v>23649.55</c:v>
                </c:pt>
                <c:pt idx="2411">
                  <c:v>23266.7</c:v>
                </c:pt>
                <c:pt idx="2412">
                  <c:v>23162.34</c:v>
                </c:pt>
                <c:pt idx="2413">
                  <c:v>22976.880000000001</c:v>
                </c:pt>
                <c:pt idx="2414">
                  <c:v>23016.11</c:v>
                </c:pt>
                <c:pt idx="2415">
                  <c:v>22821.34</c:v>
                </c:pt>
                <c:pt idx="2416">
                  <c:v>22909.54</c:v>
                </c:pt>
                <c:pt idx="2417">
                  <c:v>22814.95</c:v>
                </c:pt>
                <c:pt idx="2418">
                  <c:v>22820.78</c:v>
                </c:pt>
                <c:pt idx="2419">
                  <c:v>22998.93</c:v>
                </c:pt>
                <c:pt idx="2420">
                  <c:v>22997.91</c:v>
                </c:pt>
                <c:pt idx="2421">
                  <c:v>22937.22</c:v>
                </c:pt>
                <c:pt idx="2422">
                  <c:v>23023.16</c:v>
                </c:pt>
                <c:pt idx="2423">
                  <c:v>22799.78</c:v>
                </c:pt>
                <c:pt idx="2424">
                  <c:v>22910.84</c:v>
                </c:pt>
                <c:pt idx="2425">
                  <c:v>22932.51</c:v>
                </c:pt>
                <c:pt idx="2426">
                  <c:v>22766.91</c:v>
                </c:pt>
                <c:pt idx="2427">
                  <c:v>22580.55</c:v>
                </c:pt>
                <c:pt idx="2428">
                  <c:v>22492.43</c:v>
                </c:pt>
                <c:pt idx="2429">
                  <c:v>22465.61</c:v>
                </c:pt>
                <c:pt idx="2430">
                  <c:v>22494.76</c:v>
                </c:pt>
                <c:pt idx="2431">
                  <c:v>22146.09</c:v>
                </c:pt>
                <c:pt idx="2432">
                  <c:v>21832.23</c:v>
                </c:pt>
                <c:pt idx="2433">
                  <c:v>21739.119999999999</c:v>
                </c:pt>
                <c:pt idx="2434">
                  <c:v>22129.14</c:v>
                </c:pt>
                <c:pt idx="2435">
                  <c:v>21891.37</c:v>
                </c:pt>
                <c:pt idx="2436">
                  <c:v>22174.34</c:v>
                </c:pt>
                <c:pt idx="2437">
                  <c:v>22218.99</c:v>
                </c:pt>
                <c:pt idx="2438">
                  <c:v>22129.73</c:v>
                </c:pt>
                <c:pt idx="2439">
                  <c:v>21993.439999999999</c:v>
                </c:pt>
                <c:pt idx="2440">
                  <c:v>21964.27</c:v>
                </c:pt>
                <c:pt idx="2441">
                  <c:v>22000.49</c:v>
                </c:pt>
                <c:pt idx="2442">
                  <c:v>21882.48</c:v>
                </c:pt>
                <c:pt idx="2443">
                  <c:v>21673.200000000001</c:v>
                </c:pt>
                <c:pt idx="2444">
                  <c:v>21803.18</c:v>
                </c:pt>
                <c:pt idx="2445">
                  <c:v>21659.25</c:v>
                </c:pt>
                <c:pt idx="2446">
                  <c:v>21561.06</c:v>
                </c:pt>
                <c:pt idx="2447">
                  <c:v>21322.37</c:v>
                </c:pt>
                <c:pt idx="2448">
                  <c:v>21224.74</c:v>
                </c:pt>
                <c:pt idx="2449">
                  <c:v>20880.5</c:v>
                </c:pt>
                <c:pt idx="2450">
                  <c:v>20564.169999999998</c:v>
                </c:pt>
                <c:pt idx="2451">
                  <c:v>20706.919999999998</c:v>
                </c:pt>
                <c:pt idx="2452">
                  <c:v>20495.29</c:v>
                </c:pt>
                <c:pt idx="2453">
                  <c:v>20750.72</c:v>
                </c:pt>
                <c:pt idx="2454">
                  <c:v>21059.200000000001</c:v>
                </c:pt>
                <c:pt idx="2455">
                  <c:v>20794.37</c:v>
                </c:pt>
                <c:pt idx="2456">
                  <c:v>20436.12</c:v>
                </c:pt>
                <c:pt idx="2457">
                  <c:v>20172.46</c:v>
                </c:pt>
                <c:pt idx="2458">
                  <c:v>20227.3</c:v>
                </c:pt>
                <c:pt idx="2459">
                  <c:v>20259.13</c:v>
                </c:pt>
                <c:pt idx="2460">
                  <c:v>20868.34</c:v>
                </c:pt>
                <c:pt idx="2461">
                  <c:v>20795.12</c:v>
                </c:pt>
                <c:pt idx="2462">
                  <c:v>20668.439999999999</c:v>
                </c:pt>
                <c:pt idx="2463">
                  <c:v>20510.2</c:v>
                </c:pt>
                <c:pt idx="2464">
                  <c:v>20169.98</c:v>
                </c:pt>
                <c:pt idx="2465">
                  <c:v>20038.419999999998</c:v>
                </c:pt>
                <c:pt idx="2466">
                  <c:v>20467.52</c:v>
                </c:pt>
                <c:pt idx="2467">
                  <c:v>20387.53</c:v>
                </c:pt>
                <c:pt idx="2468">
                  <c:v>20512.990000000002</c:v>
                </c:pt>
                <c:pt idx="2469">
                  <c:v>21042.639999999999</c:v>
                </c:pt>
                <c:pt idx="2470">
                  <c:v>21297.88</c:v>
                </c:pt>
                <c:pt idx="2471">
                  <c:v>21328.240000000002</c:v>
                </c:pt>
                <c:pt idx="2472">
                  <c:v>21030.22</c:v>
                </c:pt>
                <c:pt idx="2473">
                  <c:v>20947.240000000002</c:v>
                </c:pt>
                <c:pt idx="2474">
                  <c:v>20859.22</c:v>
                </c:pt>
                <c:pt idx="2475">
                  <c:v>20760.98</c:v>
                </c:pt>
                <c:pt idx="2476">
                  <c:v>20815.09</c:v>
                </c:pt>
                <c:pt idx="2477">
                  <c:v>20629.39</c:v>
                </c:pt>
                <c:pt idx="2478">
                  <c:v>20576.77</c:v>
                </c:pt>
                <c:pt idx="2479">
                  <c:v>20397.11</c:v>
                </c:pt>
                <c:pt idx="2480">
                  <c:v>20368.05</c:v>
                </c:pt>
                <c:pt idx="2481">
                  <c:v>19830.43</c:v>
                </c:pt>
                <c:pt idx="2482">
                  <c:v>19809.03</c:v>
                </c:pt>
                <c:pt idx="2483">
                  <c:v>19852.2</c:v>
                </c:pt>
                <c:pt idx="2484">
                  <c:v>19694.330000000002</c:v>
                </c:pt>
                <c:pt idx="2485">
                  <c:v>19826.41</c:v>
                </c:pt>
                <c:pt idx="2486">
                  <c:v>20118.8</c:v>
                </c:pt>
                <c:pt idx="2487">
                  <c:v>19883.95</c:v>
                </c:pt>
                <c:pt idx="2488">
                  <c:v>19719.29</c:v>
                </c:pt>
                <c:pt idx="2489">
                  <c:v>19915.46</c:v>
                </c:pt>
                <c:pt idx="2490">
                  <c:v>20055.29</c:v>
                </c:pt>
                <c:pt idx="2491">
                  <c:v>20242.68</c:v>
                </c:pt>
                <c:pt idx="2492">
                  <c:v>20156.810000000001</c:v>
                </c:pt>
                <c:pt idx="2493">
                  <c:v>20109.87</c:v>
                </c:pt>
                <c:pt idx="2494">
                  <c:v>20449.82</c:v>
                </c:pt>
                <c:pt idx="2495">
                  <c:v>20525.830000000002</c:v>
                </c:pt>
                <c:pt idx="2496">
                  <c:v>20676.939999999999</c:v>
                </c:pt>
                <c:pt idx="2497">
                  <c:v>21067.05</c:v>
                </c:pt>
                <c:pt idx="2498">
                  <c:v>21388.03</c:v>
                </c:pt>
                <c:pt idx="2499">
                  <c:v>21361.599999999999</c:v>
                </c:pt>
                <c:pt idx="2500">
                  <c:v>21407.27</c:v>
                </c:pt>
                <c:pt idx="2501">
                  <c:v>21304.44</c:v>
                </c:pt>
                <c:pt idx="2502">
                  <c:v>21467.040000000001</c:v>
                </c:pt>
                <c:pt idx="2503">
                  <c:v>21622.25</c:v>
                </c:pt>
                <c:pt idx="2504">
                  <c:v>21236.31</c:v>
                </c:pt>
                <c:pt idx="2505">
                  <c:v>21436.21</c:v>
                </c:pt>
                <c:pt idx="2506">
                  <c:v>21161.5</c:v>
                </c:pt>
                <c:pt idx="2507">
                  <c:v>21316.47</c:v>
                </c:pt>
                <c:pt idx="2508">
                  <c:v>21337.81</c:v>
                </c:pt>
                <c:pt idx="2509">
                  <c:v>21158.71</c:v>
                </c:pt>
                <c:pt idx="2510">
                  <c:v>20504.439999999999</c:v>
                </c:pt>
                <c:pt idx="2511">
                  <c:v>20440.810000000001</c:v>
                </c:pt>
                <c:pt idx="2512">
                  <c:v>20370.400000000001</c:v>
                </c:pt>
                <c:pt idx="2513">
                  <c:v>20266.05</c:v>
                </c:pt>
                <c:pt idx="2514">
                  <c:v>20206.669999999998</c:v>
                </c:pt>
                <c:pt idx="2515">
                  <c:v>20177</c:v>
                </c:pt>
                <c:pt idx="2516">
                  <c:v>20498.919999999998</c:v>
                </c:pt>
                <c:pt idx="2517">
                  <c:v>20776.7</c:v>
                </c:pt>
                <c:pt idx="2518">
                  <c:v>20803.39</c:v>
                </c:pt>
                <c:pt idx="2519">
                  <c:v>20366.3</c:v>
                </c:pt>
                <c:pt idx="2520">
                  <c:v>20345.61</c:v>
                </c:pt>
                <c:pt idx="2521">
                  <c:v>20615.23</c:v>
                </c:pt>
                <c:pt idx="2522">
                  <c:v>20666.75</c:v>
                </c:pt>
                <c:pt idx="2523">
                  <c:v>20684.150000000001</c:v>
                </c:pt>
                <c:pt idx="2524">
                  <c:v>20671.63</c:v>
                </c:pt>
                <c:pt idx="2525">
                  <c:v>20503.810000000001</c:v>
                </c:pt>
                <c:pt idx="2526">
                  <c:v>20257.7</c:v>
                </c:pt>
                <c:pt idx="2527">
                  <c:v>20288.77</c:v>
                </c:pt>
                <c:pt idx="2528">
                  <c:v>20435.34</c:v>
                </c:pt>
                <c:pt idx="2529">
                  <c:v>20199.599999999999</c:v>
                </c:pt>
                <c:pt idx="2530">
                  <c:v>19984.419999999998</c:v>
                </c:pt>
                <c:pt idx="2531">
                  <c:v>19996.259999999998</c:v>
                </c:pt>
                <c:pt idx="2532">
                  <c:v>20011.580000000002</c:v>
                </c:pt>
                <c:pt idx="2533">
                  <c:v>20159.72</c:v>
                </c:pt>
                <c:pt idx="2534">
                  <c:v>20176.7</c:v>
                </c:pt>
                <c:pt idx="2535">
                  <c:v>19941.759999999998</c:v>
                </c:pt>
                <c:pt idx="2536">
                  <c:v>20003.490000000002</c:v>
                </c:pt>
                <c:pt idx="2537">
                  <c:v>19407.46</c:v>
                </c:pt>
                <c:pt idx="2538">
                  <c:v>19111.93</c:v>
                </c:pt>
                <c:pt idx="2539">
                  <c:v>19364.150000000001</c:v>
                </c:pt>
                <c:pt idx="2540">
                  <c:v>18888.75</c:v>
                </c:pt>
                <c:pt idx="2541">
                  <c:v>19192.45</c:v>
                </c:pt>
                <c:pt idx="2542">
                  <c:v>19414.78</c:v>
                </c:pt>
                <c:pt idx="2543">
                  <c:v>19464.09</c:v>
                </c:pt>
                <c:pt idx="2544">
                  <c:v>19285.5</c:v>
                </c:pt>
                <c:pt idx="2545">
                  <c:v>19363.080000000002</c:v>
                </c:pt>
                <c:pt idx="2546">
                  <c:v>18924.57</c:v>
                </c:pt>
                <c:pt idx="2547">
                  <c:v>19122.080000000002</c:v>
                </c:pt>
                <c:pt idx="2548">
                  <c:v>18918.14</c:v>
                </c:pt>
                <c:pt idx="2549">
                  <c:v>18319.580000000002</c:v>
                </c:pt>
                <c:pt idx="2550">
                  <c:v>18545.8</c:v>
                </c:pt>
                <c:pt idx="2551">
                  <c:v>19288.169999999998</c:v>
                </c:pt>
                <c:pt idx="2552">
                  <c:v>19183.09</c:v>
                </c:pt>
                <c:pt idx="2553">
                  <c:v>18991.59</c:v>
                </c:pt>
                <c:pt idx="2554">
                  <c:v>19446.84</c:v>
                </c:pt>
                <c:pt idx="2555">
                  <c:v>19595.5</c:v>
                </c:pt>
                <c:pt idx="2556">
                  <c:v>19683.11</c:v>
                </c:pt>
                <c:pt idx="2557">
                  <c:v>19195.830000000002</c:v>
                </c:pt>
                <c:pt idx="2558">
                  <c:v>19052.45</c:v>
                </c:pt>
                <c:pt idx="2559">
                  <c:v>18860.8</c:v>
                </c:pt>
                <c:pt idx="2560">
                  <c:v>19340.14</c:v>
                </c:pt>
                <c:pt idx="2561">
                  <c:v>19080.509999999998</c:v>
                </c:pt>
                <c:pt idx="2562">
                  <c:v>18542.150000000001</c:v>
                </c:pt>
                <c:pt idx="2563">
                  <c:v>18886.3</c:v>
                </c:pt>
                <c:pt idx="2564">
                  <c:v>19635.810000000001</c:v>
                </c:pt>
                <c:pt idx="2565">
                  <c:v>19237.45</c:v>
                </c:pt>
                <c:pt idx="2566">
                  <c:v>19520.77</c:v>
                </c:pt>
                <c:pt idx="2567">
                  <c:v>19817.41</c:v>
                </c:pt>
                <c:pt idx="2568">
                  <c:v>19934.88</c:v>
                </c:pt>
                <c:pt idx="2569">
                  <c:v>19711.759999999998</c:v>
                </c:pt>
                <c:pt idx="2570">
                  <c:v>19888.5</c:v>
                </c:pt>
                <c:pt idx="2571">
                  <c:v>20453.71</c:v>
                </c:pt>
                <c:pt idx="2572">
                  <c:v>20333.34</c:v>
                </c:pt>
                <c:pt idx="2573">
                  <c:v>20980.81</c:v>
                </c:pt>
                <c:pt idx="2574">
                  <c:v>21188.720000000001</c:v>
                </c:pt>
                <c:pt idx="2575">
                  <c:v>21327.119999999999</c:v>
                </c:pt>
                <c:pt idx="2576">
                  <c:v>21914.400000000001</c:v>
                </c:pt>
                <c:pt idx="2577">
                  <c:v>21882.15</c:v>
                </c:pt>
                <c:pt idx="2578">
                  <c:v>21999.62</c:v>
                </c:pt>
                <c:pt idx="2579">
                  <c:v>21919.62</c:v>
                </c:pt>
                <c:pt idx="2580">
                  <c:v>22138.13</c:v>
                </c:pt>
                <c:pt idx="2581">
                  <c:v>22040.59</c:v>
                </c:pt>
                <c:pt idx="2582">
                  <c:v>21830.02</c:v>
                </c:pt>
                <c:pt idx="2583">
                  <c:v>21791.68</c:v>
                </c:pt>
                <c:pt idx="2584">
                  <c:v>21755.56</c:v>
                </c:pt>
                <c:pt idx="2585">
                  <c:v>21872.06</c:v>
                </c:pt>
                <c:pt idx="2586">
                  <c:v>21701.21</c:v>
                </c:pt>
                <c:pt idx="2587">
                  <c:v>21274.37</c:v>
                </c:pt>
                <c:pt idx="2588">
                  <c:v>21309.85</c:v>
                </c:pt>
                <c:pt idx="2589">
                  <c:v>21464.05</c:v>
                </c:pt>
                <c:pt idx="2590">
                  <c:v>21704.61</c:v>
                </c:pt>
                <c:pt idx="2591">
                  <c:v>21803.759999999998</c:v>
                </c:pt>
                <c:pt idx="2592">
                  <c:v>21905.13</c:v>
                </c:pt>
                <c:pt idx="2593">
                  <c:v>22203.22</c:v>
                </c:pt>
                <c:pt idx="2594">
                  <c:v>22235.89</c:v>
                </c:pt>
                <c:pt idx="2595">
                  <c:v>22417.01</c:v>
                </c:pt>
                <c:pt idx="2596">
                  <c:v>22479.69</c:v>
                </c:pt>
                <c:pt idx="2597">
                  <c:v>22381.35</c:v>
                </c:pt>
                <c:pt idx="2598">
                  <c:v>21996.42</c:v>
                </c:pt>
                <c:pt idx="2599">
                  <c:v>22068.32</c:v>
                </c:pt>
                <c:pt idx="2600">
                  <c:v>22488.94</c:v>
                </c:pt>
                <c:pt idx="2601">
                  <c:v>22498</c:v>
                </c:pt>
                <c:pt idx="2602">
                  <c:v>22587.63</c:v>
                </c:pt>
                <c:pt idx="2603">
                  <c:v>22665.9</c:v>
                </c:pt>
                <c:pt idx="2604">
                  <c:v>22754.720000000001</c:v>
                </c:pt>
                <c:pt idx="2605">
                  <c:v>22500.22</c:v>
                </c:pt>
                <c:pt idx="2606">
                  <c:v>22188.26</c:v>
                </c:pt>
                <c:pt idx="2607">
                  <c:v>22264.25</c:v>
                </c:pt>
                <c:pt idx="2608">
                  <c:v>22010.82</c:v>
                </c:pt>
                <c:pt idx="2609">
                  <c:v>22396.14</c:v>
                </c:pt>
                <c:pt idx="2610">
                  <c:v>22888.92</c:v>
                </c:pt>
                <c:pt idx="2611">
                  <c:v>22352.17</c:v>
                </c:pt>
                <c:pt idx="2612">
                  <c:v>22401.7</c:v>
                </c:pt>
                <c:pt idx="2613">
                  <c:v>22726.77</c:v>
                </c:pt>
                <c:pt idx="2614">
                  <c:v>22867.33</c:v>
                </c:pt>
                <c:pt idx="2615">
                  <c:v>23051.040000000001</c:v>
                </c:pt>
                <c:pt idx="2616">
                  <c:v>23053.57</c:v>
                </c:pt>
                <c:pt idx="2617">
                  <c:v>22568.43</c:v>
                </c:pt>
                <c:pt idx="2618">
                  <c:v>22370.04</c:v>
                </c:pt>
                <c:pt idx="2619">
                  <c:v>22640.04</c:v>
                </c:pt>
                <c:pt idx="2620">
                  <c:v>22819.94</c:v>
                </c:pt>
                <c:pt idx="2621">
                  <c:v>22956.57</c:v>
                </c:pt>
                <c:pt idx="2622">
                  <c:v>23142.73</c:v>
                </c:pt>
                <c:pt idx="2623">
                  <c:v>23116.25</c:v>
                </c:pt>
                <c:pt idx="2624">
                  <c:v>23151.94</c:v>
                </c:pt>
                <c:pt idx="2625">
                  <c:v>22845.37</c:v>
                </c:pt>
                <c:pt idx="2626">
                  <c:v>22989.22</c:v>
                </c:pt>
                <c:pt idx="2627">
                  <c:v>23075.61</c:v>
                </c:pt>
                <c:pt idx="2628">
                  <c:v>23067.37</c:v>
                </c:pt>
                <c:pt idx="2629">
                  <c:v>22888.17</c:v>
                </c:pt>
                <c:pt idx="2630">
                  <c:v>22439.91</c:v>
                </c:pt>
                <c:pt idx="2631">
                  <c:v>22600.46</c:v>
                </c:pt>
                <c:pt idx="2632">
                  <c:v>22730.93</c:v>
                </c:pt>
                <c:pt idx="2633">
                  <c:v>22458.799999999999</c:v>
                </c:pt>
                <c:pt idx="2634">
                  <c:v>22354.91</c:v>
                </c:pt>
                <c:pt idx="2635">
                  <c:v>22515.759999999998</c:v>
                </c:pt>
                <c:pt idx="2636">
                  <c:v>21831.62</c:v>
                </c:pt>
                <c:pt idx="2637">
                  <c:v>21854.5</c:v>
                </c:pt>
                <c:pt idx="2638">
                  <c:v>21506.09</c:v>
                </c:pt>
                <c:pt idx="2639">
                  <c:v>20846.3</c:v>
                </c:pt>
                <c:pt idx="2640">
                  <c:v>20556.599999999999</c:v>
                </c:pt>
                <c:pt idx="2641">
                  <c:v>21186.32</c:v>
                </c:pt>
                <c:pt idx="2642">
                  <c:v>21095.98</c:v>
                </c:pt>
                <c:pt idx="2643">
                  <c:v>21302.91</c:v>
                </c:pt>
                <c:pt idx="2644">
                  <c:v>21796.58</c:v>
                </c:pt>
                <c:pt idx="2645">
                  <c:v>21756.93</c:v>
                </c:pt>
                <c:pt idx="2646">
                  <c:v>21920.83</c:v>
                </c:pt>
                <c:pt idx="2647">
                  <c:v>21854.63</c:v>
                </c:pt>
                <c:pt idx="2648">
                  <c:v>21966.66</c:v>
                </c:pt>
                <c:pt idx="2649">
                  <c:v>21455.23</c:v>
                </c:pt>
                <c:pt idx="2650">
                  <c:v>21561.9</c:v>
                </c:pt>
                <c:pt idx="2651">
                  <c:v>21504.37</c:v>
                </c:pt>
                <c:pt idx="2652">
                  <c:v>21562.5</c:v>
                </c:pt>
                <c:pt idx="2653">
                  <c:v>22131.31</c:v>
                </c:pt>
                <c:pt idx="2654">
                  <c:v>21259.040000000001</c:v>
                </c:pt>
                <c:pt idx="2655">
                  <c:v>20583.52</c:v>
                </c:pt>
                <c:pt idx="2656">
                  <c:v>20840.61</c:v>
                </c:pt>
                <c:pt idx="2657">
                  <c:v>20934.939999999999</c:v>
                </c:pt>
                <c:pt idx="2658">
                  <c:v>21185.43</c:v>
                </c:pt>
                <c:pt idx="2659">
                  <c:v>21670.58</c:v>
                </c:pt>
                <c:pt idx="2660">
                  <c:v>21612.39</c:v>
                </c:pt>
                <c:pt idx="2661">
                  <c:v>21838.54</c:v>
                </c:pt>
                <c:pt idx="2662">
                  <c:v>21080.39</c:v>
                </c:pt>
                <c:pt idx="2663">
                  <c:v>21404.959999999999</c:v>
                </c:pt>
                <c:pt idx="2664">
                  <c:v>21251.57</c:v>
                </c:pt>
                <c:pt idx="2665">
                  <c:v>22409.62</c:v>
                </c:pt>
                <c:pt idx="2666">
                  <c:v>22757.47</c:v>
                </c:pt>
                <c:pt idx="2667">
                  <c:v>23167.85</c:v>
                </c:pt>
                <c:pt idx="2668">
                  <c:v>23474.97</c:v>
                </c:pt>
                <c:pt idx="2669">
                  <c:v>23814.65</c:v>
                </c:pt>
                <c:pt idx="2670">
                  <c:v>23991.03</c:v>
                </c:pt>
                <c:pt idx="2671">
                  <c:v>24018.799999999999</c:v>
                </c:pt>
                <c:pt idx="2672">
                  <c:v>23916.02</c:v>
                </c:pt>
                <c:pt idx="2673">
                  <c:v>24498.21</c:v>
                </c:pt>
                <c:pt idx="2674">
                  <c:v>24521.119999999999</c:v>
                </c:pt>
                <c:pt idx="2675">
                  <c:v>24552.47</c:v>
                </c:pt>
                <c:pt idx="2676">
                  <c:v>24375.279999999999</c:v>
                </c:pt>
                <c:pt idx="2677">
                  <c:v>24514.16</c:v>
                </c:pt>
                <c:pt idx="2678">
                  <c:v>24406.12</c:v>
                </c:pt>
                <c:pt idx="2679">
                  <c:v>24411.42</c:v>
                </c:pt>
                <c:pt idx="2680">
                  <c:v>24636.28</c:v>
                </c:pt>
                <c:pt idx="2681">
                  <c:v>24497.98</c:v>
                </c:pt>
                <c:pt idx="2682">
                  <c:v>24619.45</c:v>
                </c:pt>
                <c:pt idx="2683">
                  <c:v>24503.94</c:v>
                </c:pt>
                <c:pt idx="2684">
                  <c:v>24351.96</c:v>
                </c:pt>
                <c:pt idx="2685">
                  <c:v>25128.51</c:v>
                </c:pt>
                <c:pt idx="2686">
                  <c:v>25398.85</c:v>
                </c:pt>
                <c:pt idx="2687">
                  <c:v>25282.62</c:v>
                </c:pt>
                <c:pt idx="2688">
                  <c:v>25536.43</c:v>
                </c:pt>
                <c:pt idx="2689">
                  <c:v>25404.81</c:v>
                </c:pt>
                <c:pt idx="2690">
                  <c:v>25415.27</c:v>
                </c:pt>
                <c:pt idx="2691">
                  <c:v>25162.78</c:v>
                </c:pt>
                <c:pt idx="2692">
                  <c:v>25055.759999999998</c:v>
                </c:pt>
                <c:pt idx="2693">
                  <c:v>25120.91</c:v>
                </c:pt>
                <c:pt idx="2694">
                  <c:v>25224.01</c:v>
                </c:pt>
                <c:pt idx="2695">
                  <c:v>24901.279999999999</c:v>
                </c:pt>
                <c:pt idx="2696">
                  <c:v>24392.79</c:v>
                </c:pt>
                <c:pt idx="2697">
                  <c:v>23516.560000000001</c:v>
                </c:pt>
                <c:pt idx="2698">
                  <c:v>24975.31</c:v>
                </c:pt>
                <c:pt idx="2699">
                  <c:v>25236.28</c:v>
                </c:pt>
                <c:pt idx="2700">
                  <c:v>26064.11</c:v>
                </c:pt>
                <c:pt idx="2701">
                  <c:v>26282.32</c:v>
                </c:pt>
                <c:pt idx="2702">
                  <c:v>26250.03</c:v>
                </c:pt>
                <c:pt idx="2703">
                  <c:v>25966.98</c:v>
                </c:pt>
                <c:pt idx="2704">
                  <c:v>26663.87</c:v>
                </c:pt>
                <c:pt idx="2705">
                  <c:v>27145.75</c:v>
                </c:pt>
                <c:pt idx="2706">
                  <c:v>27404.97</c:v>
                </c:pt>
                <c:pt idx="2707">
                  <c:v>27333.46</c:v>
                </c:pt>
                <c:pt idx="2708">
                  <c:v>27080.85</c:v>
                </c:pt>
                <c:pt idx="2709">
                  <c:v>26760.53</c:v>
                </c:pt>
                <c:pt idx="2710">
                  <c:v>26694.66</c:v>
                </c:pt>
                <c:pt idx="2711">
                  <c:v>26753.79</c:v>
                </c:pt>
                <c:pt idx="2712">
                  <c:v>26566.7</c:v>
                </c:pt>
                <c:pt idx="2713">
                  <c:v>26861.81</c:v>
                </c:pt>
                <c:pt idx="2714">
                  <c:v>27280.54</c:v>
                </c:pt>
                <c:pt idx="2715">
                  <c:v>26907.85</c:v>
                </c:pt>
                <c:pt idx="2716">
                  <c:v>26687.64</c:v>
                </c:pt>
                <c:pt idx="2717">
                  <c:v>26989.52</c:v>
                </c:pt>
                <c:pt idx="2718">
                  <c:v>27316.28</c:v>
                </c:pt>
                <c:pt idx="2719">
                  <c:v>27260.16</c:v>
                </c:pt>
                <c:pt idx="2720">
                  <c:v>27551.89</c:v>
                </c:pt>
                <c:pt idx="2721">
                  <c:v>27657.47</c:v>
                </c:pt>
                <c:pt idx="2722">
                  <c:v>27466.720000000001</c:v>
                </c:pt>
                <c:pt idx="2723">
                  <c:v>27597.16</c:v>
                </c:pt>
                <c:pt idx="2724">
                  <c:v>27424.19</c:v>
                </c:pt>
                <c:pt idx="2725">
                  <c:v>27454.31</c:v>
                </c:pt>
                <c:pt idx="2726">
                  <c:v>28081.21</c:v>
                </c:pt>
                <c:pt idx="2727">
                  <c:v>28249.86</c:v>
                </c:pt>
                <c:pt idx="2728">
                  <c:v>27992.83</c:v>
                </c:pt>
                <c:pt idx="2729">
                  <c:v>27523.72</c:v>
                </c:pt>
                <c:pt idx="2730">
                  <c:v>27585.05</c:v>
                </c:pt>
                <c:pt idx="2731">
                  <c:v>27693.54</c:v>
                </c:pt>
                <c:pt idx="2732">
                  <c:v>27591.25</c:v>
                </c:pt>
                <c:pt idx="2733">
                  <c:v>27822.28</c:v>
                </c:pt>
                <c:pt idx="2734">
                  <c:v>27286.55</c:v>
                </c:pt>
                <c:pt idx="2735">
                  <c:v>27249.279999999999</c:v>
                </c:pt>
                <c:pt idx="2736">
                  <c:v>27407.18</c:v>
                </c:pt>
                <c:pt idx="2737">
                  <c:v>27718.2</c:v>
                </c:pt>
                <c:pt idx="2738">
                  <c:v>27577.34</c:v>
                </c:pt>
                <c:pt idx="2739">
                  <c:v>27289.97</c:v>
                </c:pt>
                <c:pt idx="2740">
                  <c:v>27640.91</c:v>
                </c:pt>
                <c:pt idx="2741">
                  <c:v>27755.54</c:v>
                </c:pt>
                <c:pt idx="2742">
                  <c:v>28123.82</c:v>
                </c:pt>
                <c:pt idx="2743">
                  <c:v>28133</c:v>
                </c:pt>
                <c:pt idx="2744">
                  <c:v>28400.34</c:v>
                </c:pt>
                <c:pt idx="2745">
                  <c:v>28442.75</c:v>
                </c:pt>
                <c:pt idx="2746">
                  <c:v>28433.59</c:v>
                </c:pt>
                <c:pt idx="2747">
                  <c:v>28060.98</c:v>
                </c:pt>
                <c:pt idx="2748">
                  <c:v>27827.7</c:v>
                </c:pt>
                <c:pt idx="2749">
                  <c:v>27933.85</c:v>
                </c:pt>
                <c:pt idx="2750">
                  <c:v>27850.49</c:v>
                </c:pt>
                <c:pt idx="2751">
                  <c:v>27094.93</c:v>
                </c:pt>
                <c:pt idx="2752">
                  <c:v>27653.119999999999</c:v>
                </c:pt>
                <c:pt idx="2753">
                  <c:v>27739.71</c:v>
                </c:pt>
                <c:pt idx="2754">
                  <c:v>27618.82</c:v>
                </c:pt>
                <c:pt idx="2755">
                  <c:v>27561.49</c:v>
                </c:pt>
                <c:pt idx="2756">
                  <c:v>28016.34</c:v>
                </c:pt>
                <c:pt idx="2757">
                  <c:v>27272.39</c:v>
                </c:pt>
                <c:pt idx="2758">
                  <c:v>26944.39</c:v>
                </c:pt>
                <c:pt idx="2759">
                  <c:v>26236.86</c:v>
                </c:pt>
                <c:pt idx="2760">
                  <c:v>25275.64</c:v>
                </c:pt>
                <c:pt idx="2761">
                  <c:v>25082.75</c:v>
                </c:pt>
                <c:pt idx="2762">
                  <c:v>24900.89</c:v>
                </c:pt>
                <c:pt idx="2763">
                  <c:v>24855.119999999999</c:v>
                </c:pt>
                <c:pt idx="2764">
                  <c:v>24486.2</c:v>
                </c:pt>
                <c:pt idx="2765">
                  <c:v>24497.08</c:v>
                </c:pt>
                <c:pt idx="2766">
                  <c:v>24528.23</c:v>
                </c:pt>
                <c:pt idx="2767">
                  <c:v>24399.599999999999</c:v>
                </c:pt>
                <c:pt idx="2768">
                  <c:v>24494.51</c:v>
                </c:pt>
                <c:pt idx="2769">
                  <c:v>24375.24</c:v>
                </c:pt>
                <c:pt idx="2770">
                  <c:v>24468.89</c:v>
                </c:pt>
                <c:pt idx="2771">
                  <c:v>24120.080000000002</c:v>
                </c:pt>
                <c:pt idx="2772">
                  <c:v>23901.49</c:v>
                </c:pt>
                <c:pt idx="2773">
                  <c:v>23949.55</c:v>
                </c:pt>
                <c:pt idx="2774">
                  <c:v>23823.21</c:v>
                </c:pt>
                <c:pt idx="2775">
                  <c:v>23797.96</c:v>
                </c:pt>
                <c:pt idx="2776">
                  <c:v>23717.97</c:v>
                </c:pt>
                <c:pt idx="2777">
                  <c:v>23896.98</c:v>
                </c:pt>
                <c:pt idx="2778">
                  <c:v>24123.05</c:v>
                </c:pt>
                <c:pt idx="2779">
                  <c:v>24164</c:v>
                </c:pt>
                <c:pt idx="2780">
                  <c:v>24193.040000000001</c:v>
                </c:pt>
                <c:pt idx="2781">
                  <c:v>24465.38</c:v>
                </c:pt>
                <c:pt idx="2782">
                  <c:v>24702.78</c:v>
                </c:pt>
                <c:pt idx="2783">
                  <c:v>24887.439999999999</c:v>
                </c:pt>
                <c:pt idx="2784">
                  <c:v>24823.29</c:v>
                </c:pt>
                <c:pt idx="2785">
                  <c:v>24902.06</c:v>
                </c:pt>
                <c:pt idx="2786">
                  <c:v>24778.28</c:v>
                </c:pt>
                <c:pt idx="2787">
                  <c:v>24750.07</c:v>
                </c:pt>
                <c:pt idx="2788">
                  <c:v>24836.76</c:v>
                </c:pt>
                <c:pt idx="2789">
                  <c:v>24832.080000000002</c:v>
                </c:pt>
                <c:pt idx="2790">
                  <c:v>24784.880000000001</c:v>
                </c:pt>
                <c:pt idx="2791">
                  <c:v>24726.53</c:v>
                </c:pt>
                <c:pt idx="2792">
                  <c:v>24682.54</c:v>
                </c:pt>
                <c:pt idx="2793">
                  <c:v>24422.15</c:v>
                </c:pt>
                <c:pt idx="2794">
                  <c:v>24315.02</c:v>
                </c:pt>
                <c:pt idx="2795">
                  <c:v>24528.1</c:v>
                </c:pt>
                <c:pt idx="2796">
                  <c:v>24521</c:v>
                </c:pt>
                <c:pt idx="2797">
                  <c:v>24679.39</c:v>
                </c:pt>
                <c:pt idx="2798">
                  <c:v>24765.49</c:v>
                </c:pt>
                <c:pt idx="2799">
                  <c:v>24679.759999999998</c:v>
                </c:pt>
                <c:pt idx="2800">
                  <c:v>24554.78</c:v>
                </c:pt>
                <c:pt idx="2801">
                  <c:v>24484.74</c:v>
                </c:pt>
                <c:pt idx="2802">
                  <c:v>24507.05</c:v>
                </c:pt>
                <c:pt idx="2803">
                  <c:v>24595.85</c:v>
                </c:pt>
                <c:pt idx="2804">
                  <c:v>24861.81</c:v>
                </c:pt>
                <c:pt idx="2805">
                  <c:v>24807.279999999999</c:v>
                </c:pt>
                <c:pt idx="2806">
                  <c:v>24909.9</c:v>
                </c:pt>
                <c:pt idx="2807">
                  <c:v>24850.45</c:v>
                </c:pt>
                <c:pt idx="2808">
                  <c:v>24522.63</c:v>
                </c:pt>
                <c:pt idx="2809">
                  <c:v>24352.58</c:v>
                </c:pt>
                <c:pt idx="2810">
                  <c:v>23951.16</c:v>
                </c:pt>
                <c:pt idx="2811">
                  <c:v>23738.49</c:v>
                </c:pt>
                <c:pt idx="2812">
                  <c:v>24103.52</c:v>
                </c:pt>
                <c:pt idx="2813">
                  <c:v>24350.91</c:v>
                </c:pt>
                <c:pt idx="2814">
                  <c:v>24112.6</c:v>
                </c:pt>
                <c:pt idx="2815">
                  <c:v>24215.97</c:v>
                </c:pt>
                <c:pt idx="2816">
                  <c:v>24026.46</c:v>
                </c:pt>
                <c:pt idx="2817">
                  <c:v>23919.95</c:v>
                </c:pt>
                <c:pt idx="2818">
                  <c:v>23835.53</c:v>
                </c:pt>
                <c:pt idx="2819">
                  <c:v>23681.26</c:v>
                </c:pt>
                <c:pt idx="2820">
                  <c:v>23485.41</c:v>
                </c:pt>
                <c:pt idx="2821">
                  <c:v>23721.32</c:v>
                </c:pt>
                <c:pt idx="2822">
                  <c:v>23857.82</c:v>
                </c:pt>
                <c:pt idx="2823">
                  <c:v>23605.040000000001</c:v>
                </c:pt>
                <c:pt idx="2824">
                  <c:v>23501.1</c:v>
                </c:pt>
                <c:pt idx="2825">
                  <c:v>23773.18</c:v>
                </c:pt>
                <c:pt idx="2826">
                  <c:v>23349.34</c:v>
                </c:pt>
                <c:pt idx="2827">
                  <c:v>23333.69</c:v>
                </c:pt>
                <c:pt idx="2828">
                  <c:v>23408.57</c:v>
                </c:pt>
                <c:pt idx="2829">
                  <c:v>23116.63</c:v>
                </c:pt>
                <c:pt idx="2830">
                  <c:v>22832.21</c:v>
                </c:pt>
                <c:pt idx="2831">
                  <c:v>22585.84</c:v>
                </c:pt>
                <c:pt idx="2832">
                  <c:v>22670.5</c:v>
                </c:pt>
                <c:pt idx="2833">
                  <c:v>23027.85</c:v>
                </c:pt>
                <c:pt idx="2834">
                  <c:v>23249.200000000001</c:v>
                </c:pt>
                <c:pt idx="2835">
                  <c:v>23312.54</c:v>
                </c:pt>
                <c:pt idx="2836">
                  <c:v>23524.52</c:v>
                </c:pt>
                <c:pt idx="2837">
                  <c:v>23485.83</c:v>
                </c:pt>
                <c:pt idx="2838">
                  <c:v>24047.67</c:v>
                </c:pt>
                <c:pt idx="2839">
                  <c:v>24002.639999999999</c:v>
                </c:pt>
                <c:pt idx="2840">
                  <c:v>23832.560000000001</c:v>
                </c:pt>
                <c:pt idx="2841">
                  <c:v>23428.62</c:v>
                </c:pt>
                <c:pt idx="2842">
                  <c:v>23654.3</c:v>
                </c:pt>
                <c:pt idx="2843">
                  <c:v>23367.45</c:v>
                </c:pt>
                <c:pt idx="2844">
                  <c:v>23987.45</c:v>
                </c:pt>
                <c:pt idx="2845">
                  <c:v>24004.28</c:v>
                </c:pt>
                <c:pt idx="2846">
                  <c:v>24111.98</c:v>
                </c:pt>
                <c:pt idx="2847">
                  <c:v>23843.91</c:v>
                </c:pt>
                <c:pt idx="2848">
                  <c:v>23893.14</c:v>
                </c:pt>
                <c:pt idx="2849">
                  <c:v>23437.119999999999</c:v>
                </c:pt>
                <c:pt idx="2850">
                  <c:v>23349.64</c:v>
                </c:pt>
                <c:pt idx="2851">
                  <c:v>23373.31</c:v>
                </c:pt>
                <c:pt idx="2852">
                  <c:v>23529.17</c:v>
                </c:pt>
                <c:pt idx="2853">
                  <c:v>23797.08</c:v>
                </c:pt>
                <c:pt idx="2854">
                  <c:v>24087.38</c:v>
                </c:pt>
                <c:pt idx="2855">
                  <c:v>24019.94</c:v>
                </c:pt>
                <c:pt idx="2856">
                  <c:v>23938.18</c:v>
                </c:pt>
                <c:pt idx="2857">
                  <c:v>23808.28</c:v>
                </c:pt>
                <c:pt idx="2858">
                  <c:v>23744.7</c:v>
                </c:pt>
                <c:pt idx="2859">
                  <c:v>23550.240000000002</c:v>
                </c:pt>
                <c:pt idx="2860">
                  <c:v>23649.31</c:v>
                </c:pt>
                <c:pt idx="2861">
                  <c:v>23695.62</c:v>
                </c:pt>
                <c:pt idx="2862">
                  <c:v>23845.66</c:v>
                </c:pt>
                <c:pt idx="2863">
                  <c:v>23915.97</c:v>
                </c:pt>
                <c:pt idx="2864">
                  <c:v>23998.06</c:v>
                </c:pt>
                <c:pt idx="2865">
                  <c:v>23702.04</c:v>
                </c:pt>
                <c:pt idx="2866">
                  <c:v>23819.87</c:v>
                </c:pt>
                <c:pt idx="2867">
                  <c:v>23520.36</c:v>
                </c:pt>
                <c:pt idx="2868">
                  <c:v>23143.23</c:v>
                </c:pt>
                <c:pt idx="2869">
                  <c:v>23302.2</c:v>
                </c:pt>
                <c:pt idx="2870">
                  <c:v>23333.18</c:v>
                </c:pt>
                <c:pt idx="2871">
                  <c:v>23403.97</c:v>
                </c:pt>
                <c:pt idx="2872">
                  <c:v>23088.58</c:v>
                </c:pt>
                <c:pt idx="2873">
                  <c:v>23070.26</c:v>
                </c:pt>
                <c:pt idx="2874">
                  <c:v>23023.21</c:v>
                </c:pt>
                <c:pt idx="2875">
                  <c:v>22900.94</c:v>
                </c:pt>
                <c:pt idx="2876">
                  <c:v>23140.05</c:v>
                </c:pt>
                <c:pt idx="2877">
                  <c:v>23047.97</c:v>
                </c:pt>
                <c:pt idx="2878">
                  <c:v>23143.38</c:v>
                </c:pt>
                <c:pt idx="2879">
                  <c:v>23088.54</c:v>
                </c:pt>
                <c:pt idx="2880">
                  <c:v>23534.53</c:v>
                </c:pt>
                <c:pt idx="2881">
                  <c:v>23263.33</c:v>
                </c:pt>
                <c:pt idx="2882">
                  <c:v>23422.52</c:v>
                </c:pt>
                <c:pt idx="2883">
                  <c:v>23315.040000000001</c:v>
                </c:pt>
                <c:pt idx="2884">
                  <c:v>23064.560000000001</c:v>
                </c:pt>
                <c:pt idx="2885">
                  <c:v>22932.98</c:v>
                </c:pt>
                <c:pt idx="2886">
                  <c:v>23229.21</c:v>
                </c:pt>
                <c:pt idx="2887">
                  <c:v>23678.41</c:v>
                </c:pt>
                <c:pt idx="2888">
                  <c:v>23768.13</c:v>
                </c:pt>
                <c:pt idx="2889">
                  <c:v>23921.61</c:v>
                </c:pt>
                <c:pt idx="2890">
                  <c:v>23837.07</c:v>
                </c:pt>
                <c:pt idx="2891">
                  <c:v>23955.49</c:v>
                </c:pt>
                <c:pt idx="2892">
                  <c:v>24306.16</c:v>
                </c:pt>
                <c:pt idx="2893">
                  <c:v>24168.720000000001</c:v>
                </c:pt>
                <c:pt idx="2894">
                  <c:v>24376.41</c:v>
                </c:pt>
                <c:pt idx="2895">
                  <c:v>24136.01</c:v>
                </c:pt>
                <c:pt idx="2896">
                  <c:v>24356.99</c:v>
                </c:pt>
                <c:pt idx="2897">
                  <c:v>24595.32</c:v>
                </c:pt>
                <c:pt idx="2898">
                  <c:v>24662.639999999999</c:v>
                </c:pt>
                <c:pt idx="2899">
                  <c:v>24705.360000000001</c:v>
                </c:pt>
                <c:pt idx="2900">
                  <c:v>25190.45</c:v>
                </c:pt>
                <c:pt idx="2901">
                  <c:v>25240.15</c:v>
                </c:pt>
                <c:pt idx="2902">
                  <c:v>25297.919999999998</c:v>
                </c:pt>
                <c:pt idx="2903">
                  <c:v>25317.95</c:v>
                </c:pt>
                <c:pt idx="2904">
                  <c:v>24749.02</c:v>
                </c:pt>
                <c:pt idx="2905">
                  <c:v>24752.09</c:v>
                </c:pt>
                <c:pt idx="2906">
                  <c:v>24742.06</c:v>
                </c:pt>
                <c:pt idx="2907">
                  <c:v>24741</c:v>
                </c:pt>
                <c:pt idx="2908">
                  <c:v>24918.75</c:v>
                </c:pt>
                <c:pt idx="2909">
                  <c:v>25074.5</c:v>
                </c:pt>
                <c:pt idx="2910">
                  <c:v>25166.91</c:v>
                </c:pt>
                <c:pt idx="2911">
                  <c:v>25112.23</c:v>
                </c:pt>
                <c:pt idx="2912">
                  <c:v>24994.1</c:v>
                </c:pt>
                <c:pt idx="2913">
                  <c:v>25159.759999999998</c:v>
                </c:pt>
                <c:pt idx="2914">
                  <c:v>25122.95</c:v>
                </c:pt>
                <c:pt idx="2915">
                  <c:v>24955.46</c:v>
                </c:pt>
                <c:pt idx="2916">
                  <c:v>24954.94</c:v>
                </c:pt>
                <c:pt idx="2917">
                  <c:v>24801.360000000001</c:v>
                </c:pt>
                <c:pt idx="2918">
                  <c:v>24890.34</c:v>
                </c:pt>
                <c:pt idx="2919">
                  <c:v>24689.41</c:v>
                </c:pt>
                <c:pt idx="2920">
                  <c:v>24646.02</c:v>
                </c:pt>
                <c:pt idx="2921">
                  <c:v>24331.41</c:v>
                </c:pt>
                <c:pt idx="2922">
                  <c:v>24387.56</c:v>
                </c:pt>
                <c:pt idx="2923">
                  <c:v>24584.13</c:v>
                </c:pt>
                <c:pt idx="2924">
                  <c:v>24648.26</c:v>
                </c:pt>
                <c:pt idx="2925">
                  <c:v>24600.080000000002</c:v>
                </c:pt>
                <c:pt idx="2926">
                  <c:v>24532.43</c:v>
                </c:pt>
                <c:pt idx="2927">
                  <c:v>24756.85</c:v>
                </c:pt>
                <c:pt idx="2928">
                  <c:v>24732.21</c:v>
                </c:pt>
                <c:pt idx="2929">
                  <c:v>24640.53</c:v>
                </c:pt>
                <c:pt idx="2930">
                  <c:v>24428.63</c:v>
                </c:pt>
                <c:pt idx="2931">
                  <c:v>24216.01</c:v>
                </c:pt>
                <c:pt idx="2932">
                  <c:v>24141.5</c:v>
                </c:pt>
                <c:pt idx="2933">
                  <c:v>23971.87</c:v>
                </c:pt>
                <c:pt idx="2934">
                  <c:v>23782.11</c:v>
                </c:pt>
                <c:pt idx="2935">
                  <c:v>23387.14</c:v>
                </c:pt>
                <c:pt idx="2936">
                  <c:v>23454.79</c:v>
                </c:pt>
                <c:pt idx="2937">
                  <c:v>23520.87</c:v>
                </c:pt>
                <c:pt idx="2938">
                  <c:v>23523.279999999999</c:v>
                </c:pt>
                <c:pt idx="2939">
                  <c:v>23459.96</c:v>
                </c:pt>
                <c:pt idx="2940">
                  <c:v>23346.67</c:v>
                </c:pt>
                <c:pt idx="2941">
                  <c:v>23233.45</c:v>
                </c:pt>
                <c:pt idx="2942">
                  <c:v>23238.99</c:v>
                </c:pt>
                <c:pt idx="2943">
                  <c:v>23176.07</c:v>
                </c:pt>
                <c:pt idx="2944">
                  <c:v>23541.38</c:v>
                </c:pt>
                <c:pt idx="2945">
                  <c:v>23540.92</c:v>
                </c:pt>
                <c:pt idx="2946">
                  <c:v>23546.36</c:v>
                </c:pt>
                <c:pt idx="2947">
                  <c:v>23531.439999999999</c:v>
                </c:pt>
                <c:pt idx="2948">
                  <c:v>23549.62</c:v>
                </c:pt>
                <c:pt idx="2949">
                  <c:v>23190.720000000001</c:v>
                </c:pt>
                <c:pt idx="2950">
                  <c:v>23221.52</c:v>
                </c:pt>
                <c:pt idx="2951">
                  <c:v>23197.83</c:v>
                </c:pt>
                <c:pt idx="2952">
                  <c:v>22866.7</c:v>
                </c:pt>
                <c:pt idx="2953">
                  <c:v>22880.639999999999</c:v>
                </c:pt>
                <c:pt idx="2954">
                  <c:v>22804.81</c:v>
                </c:pt>
                <c:pt idx="2955">
                  <c:v>23194.06</c:v>
                </c:pt>
                <c:pt idx="2956">
                  <c:v>23167.73</c:v>
                </c:pt>
                <c:pt idx="2957">
                  <c:v>23181.72</c:v>
                </c:pt>
                <c:pt idx="2958">
                  <c:v>23203.59</c:v>
                </c:pt>
                <c:pt idx="2959">
                  <c:v>23300.67</c:v>
                </c:pt>
                <c:pt idx="2960">
                  <c:v>23319.17</c:v>
                </c:pt>
                <c:pt idx="2961">
                  <c:v>23175.02</c:v>
                </c:pt>
                <c:pt idx="2962">
                  <c:v>23257.29</c:v>
                </c:pt>
                <c:pt idx="2963">
                  <c:v>23315.74</c:v>
                </c:pt>
                <c:pt idx="2964">
                  <c:v>23117.47</c:v>
                </c:pt>
                <c:pt idx="2965">
                  <c:v>22951</c:v>
                </c:pt>
                <c:pt idx="2966">
                  <c:v>23109.66</c:v>
                </c:pt>
                <c:pt idx="2967">
                  <c:v>23151.71</c:v>
                </c:pt>
                <c:pt idx="2968">
                  <c:v>23291.040000000001</c:v>
                </c:pt>
                <c:pt idx="2969">
                  <c:v>23081.65</c:v>
                </c:pt>
                <c:pt idx="2970">
                  <c:v>23010.14</c:v>
                </c:pt>
                <c:pt idx="2971">
                  <c:v>23080.03</c:v>
                </c:pt>
                <c:pt idx="2972">
                  <c:v>22944.3</c:v>
                </c:pt>
                <c:pt idx="2973">
                  <c:v>22963.18</c:v>
                </c:pt>
                <c:pt idx="2974">
                  <c:v>22965.86</c:v>
                </c:pt>
                <c:pt idx="2975">
                  <c:v>22953.759999999998</c:v>
                </c:pt>
                <c:pt idx="2976">
                  <c:v>22836.52</c:v>
                </c:pt>
                <c:pt idx="2977">
                  <c:v>22834.68</c:v>
                </c:pt>
                <c:pt idx="2978">
                  <c:v>22704.5</c:v>
                </c:pt>
                <c:pt idx="2979">
                  <c:v>22712.91</c:v>
                </c:pt>
                <c:pt idx="2980">
                  <c:v>22730.86</c:v>
                </c:pt>
                <c:pt idx="2981">
                  <c:v>22582.77</c:v>
                </c:pt>
                <c:pt idx="2982">
                  <c:v>22352.38</c:v>
                </c:pt>
                <c:pt idx="2983">
                  <c:v>22261.61</c:v>
                </c:pt>
                <c:pt idx="2984">
                  <c:v>21862.99</c:v>
                </c:pt>
                <c:pt idx="2985">
                  <c:v>21837.119999999999</c:v>
                </c:pt>
                <c:pt idx="2986">
                  <c:v>21746.26</c:v>
                </c:pt>
                <c:pt idx="2987">
                  <c:v>21976.33</c:v>
                </c:pt>
                <c:pt idx="2988">
                  <c:v>22260.67</c:v>
                </c:pt>
                <c:pt idx="2989">
                  <c:v>22133.97</c:v>
                </c:pt>
                <c:pt idx="2990">
                  <c:v>22453.89</c:v>
                </c:pt>
                <c:pt idx="2991">
                  <c:v>22132.53</c:v>
                </c:pt>
                <c:pt idx="2992">
                  <c:v>22223.53</c:v>
                </c:pt>
                <c:pt idx="2993">
                  <c:v>22562.799999999999</c:v>
                </c:pt>
                <c:pt idx="2994">
                  <c:v>22509.64</c:v>
                </c:pt>
                <c:pt idx="2995">
                  <c:v>22730.68</c:v>
                </c:pt>
                <c:pt idx="2996">
                  <c:v>22760.240000000002</c:v>
                </c:pt>
                <c:pt idx="2997">
                  <c:v>22696.01</c:v>
                </c:pt>
                <c:pt idx="2998">
                  <c:v>22671.26</c:v>
                </c:pt>
                <c:pt idx="2999">
                  <c:v>23038.799999999999</c:v>
                </c:pt>
                <c:pt idx="3000">
                  <c:v>23003.64</c:v>
                </c:pt>
                <c:pt idx="3001">
                  <c:v>23186.959999999999</c:v>
                </c:pt>
                <c:pt idx="3002">
                  <c:v>22843.17</c:v>
                </c:pt>
                <c:pt idx="3003">
                  <c:v>22596.97</c:v>
                </c:pt>
                <c:pt idx="3004">
                  <c:v>22377.15</c:v>
                </c:pt>
                <c:pt idx="3005">
                  <c:v>22510.080000000002</c:v>
                </c:pt>
                <c:pt idx="3006">
                  <c:v>22565.08</c:v>
                </c:pt>
                <c:pt idx="3007">
                  <c:v>22523.94</c:v>
                </c:pt>
                <c:pt idx="3008">
                  <c:v>22448.54</c:v>
                </c:pt>
                <c:pt idx="3009">
                  <c:v>22151.06</c:v>
                </c:pt>
                <c:pt idx="3010">
                  <c:v>22065.53</c:v>
                </c:pt>
                <c:pt idx="3011">
                  <c:v>21834.45</c:v>
                </c:pt>
                <c:pt idx="3012">
                  <c:v>21887.75</c:v>
                </c:pt>
                <c:pt idx="3013">
                  <c:v>21732.32</c:v>
                </c:pt>
                <c:pt idx="3014">
                  <c:v>21846.45</c:v>
                </c:pt>
                <c:pt idx="3015">
                  <c:v>21436.7</c:v>
                </c:pt>
                <c:pt idx="3016">
                  <c:v>21182.16</c:v>
                </c:pt>
                <c:pt idx="3017">
                  <c:v>21568.69</c:v>
                </c:pt>
                <c:pt idx="3018">
                  <c:v>21583.5</c:v>
                </c:pt>
                <c:pt idx="3019">
                  <c:v>21473.95</c:v>
                </c:pt>
                <c:pt idx="3020">
                  <c:v>21539.49</c:v>
                </c:pt>
                <c:pt idx="3021">
                  <c:v>21756.080000000002</c:v>
                </c:pt>
                <c:pt idx="3022">
                  <c:v>21901.95</c:v>
                </c:pt>
                <c:pt idx="3023">
                  <c:v>22269.61</c:v>
                </c:pt>
                <c:pt idx="3024">
                  <c:v>22264.93</c:v>
                </c:pt>
                <c:pt idx="3025">
                  <c:v>22660.49</c:v>
                </c:pt>
                <c:pt idx="3026">
                  <c:v>22702.97</c:v>
                </c:pt>
                <c:pt idx="3027">
                  <c:v>22579.78</c:v>
                </c:pt>
                <c:pt idx="3028">
                  <c:v>22657.63</c:v>
                </c:pt>
                <c:pt idx="3029">
                  <c:v>22500.67</c:v>
                </c:pt>
                <c:pt idx="3030">
                  <c:v>22836.959999999999</c:v>
                </c:pt>
                <c:pt idx="3031">
                  <c:v>22828.18</c:v>
                </c:pt>
                <c:pt idx="3032">
                  <c:v>22437.439999999999</c:v>
                </c:pt>
                <c:pt idx="3033">
                  <c:v>22317.200000000001</c:v>
                </c:pt>
                <c:pt idx="3034">
                  <c:v>22388.560000000001</c:v>
                </c:pt>
                <c:pt idx="3035">
                  <c:v>22568.240000000002</c:v>
                </c:pt>
                <c:pt idx="3036">
                  <c:v>22394.080000000002</c:v>
                </c:pt>
                <c:pt idx="3037">
                  <c:v>22664.52</c:v>
                </c:pt>
                <c:pt idx="3038">
                  <c:v>22587.72</c:v>
                </c:pt>
                <c:pt idx="3039">
                  <c:v>22535.94</c:v>
                </c:pt>
                <c:pt idx="3040">
                  <c:v>22298.41</c:v>
                </c:pt>
                <c:pt idx="3041">
                  <c:v>22165.53</c:v>
                </c:pt>
                <c:pt idx="3042">
                  <c:v>22285.79</c:v>
                </c:pt>
                <c:pt idx="3043">
                  <c:v>21962.98</c:v>
                </c:pt>
                <c:pt idx="3044">
                  <c:v>21579.26</c:v>
                </c:pt>
                <c:pt idx="3045">
                  <c:v>21636.85</c:v>
                </c:pt>
                <c:pt idx="3046">
                  <c:v>21423.13</c:v>
                </c:pt>
                <c:pt idx="3047">
                  <c:v>21269.38</c:v>
                </c:pt>
                <c:pt idx="3048">
                  <c:v>21397.77</c:v>
                </c:pt>
                <c:pt idx="3049">
                  <c:v>22035.42</c:v>
                </c:pt>
                <c:pt idx="3050">
                  <c:v>22141.61</c:v>
                </c:pt>
                <c:pt idx="3051">
                  <c:v>21960.639999999999</c:v>
                </c:pt>
                <c:pt idx="3052">
                  <c:v>21976.1</c:v>
                </c:pt>
                <c:pt idx="3053">
                  <c:v>22450.06</c:v>
                </c:pt>
                <c:pt idx="3054">
                  <c:v>22733.9</c:v>
                </c:pt>
                <c:pt idx="3055">
                  <c:v>23082.25</c:v>
                </c:pt>
                <c:pt idx="3056">
                  <c:v>23033.119999999999</c:v>
                </c:pt>
                <c:pt idx="3057">
                  <c:v>22928.95</c:v>
                </c:pt>
                <c:pt idx="3058">
                  <c:v>23133.35</c:v>
                </c:pt>
                <c:pt idx="3059">
                  <c:v>22986.41</c:v>
                </c:pt>
                <c:pt idx="3060">
                  <c:v>22902</c:v>
                </c:pt>
                <c:pt idx="3061">
                  <c:v>22791.279999999999</c:v>
                </c:pt>
                <c:pt idx="3062">
                  <c:v>22888.76</c:v>
                </c:pt>
                <c:pt idx="3063">
                  <c:v>22846.25</c:v>
                </c:pt>
                <c:pt idx="3064">
                  <c:v>22787.33</c:v>
                </c:pt>
                <c:pt idx="3065">
                  <c:v>22996.59</c:v>
                </c:pt>
                <c:pt idx="3066">
                  <c:v>22712.78</c:v>
                </c:pt>
                <c:pt idx="3067">
                  <c:v>22684.15</c:v>
                </c:pt>
                <c:pt idx="3068">
                  <c:v>22817.279999999999</c:v>
                </c:pt>
                <c:pt idx="3069">
                  <c:v>23340.05</c:v>
                </c:pt>
                <c:pt idx="3070">
                  <c:v>23306.39</c:v>
                </c:pt>
                <c:pt idx="3071">
                  <c:v>23244.87</c:v>
                </c:pt>
                <c:pt idx="3072">
                  <c:v>23243.24</c:v>
                </c:pt>
                <c:pt idx="3073">
                  <c:v>23179.55</c:v>
                </c:pt>
                <c:pt idx="3074">
                  <c:v>22921.56</c:v>
                </c:pt>
                <c:pt idx="3075">
                  <c:v>22812.18</c:v>
                </c:pt>
                <c:pt idx="3076">
                  <c:v>22888.75</c:v>
                </c:pt>
                <c:pt idx="3077">
                  <c:v>23143.82</c:v>
                </c:pt>
                <c:pt idx="3078">
                  <c:v>23069.23</c:v>
                </c:pt>
                <c:pt idx="3079">
                  <c:v>23114.66</c:v>
                </c:pt>
                <c:pt idx="3080">
                  <c:v>23245.96</c:v>
                </c:pt>
                <c:pt idx="3081">
                  <c:v>23218.12</c:v>
                </c:pt>
                <c:pt idx="3082">
                  <c:v>23338.240000000002</c:v>
                </c:pt>
                <c:pt idx="3083">
                  <c:v>23744.19</c:v>
                </c:pt>
                <c:pt idx="3084">
                  <c:v>23811.17</c:v>
                </c:pt>
                <c:pt idx="3085">
                  <c:v>23743.1</c:v>
                </c:pt>
                <c:pt idx="3086">
                  <c:v>23712.57</c:v>
                </c:pt>
                <c:pt idx="3087">
                  <c:v>23728.7</c:v>
                </c:pt>
                <c:pt idx="3088">
                  <c:v>23910.47</c:v>
                </c:pt>
                <c:pt idx="3089">
                  <c:v>24038.55</c:v>
                </c:pt>
                <c:pt idx="3090">
                  <c:v>23881.29</c:v>
                </c:pt>
                <c:pt idx="3091">
                  <c:v>23789.09</c:v>
                </c:pt>
                <c:pt idx="3092">
                  <c:v>23806.35</c:v>
                </c:pt>
                <c:pt idx="3093">
                  <c:v>23681.279999999999</c:v>
                </c:pt>
                <c:pt idx="3094">
                  <c:v>23684.45</c:v>
                </c:pt>
                <c:pt idx="3095">
                  <c:v>23696.28</c:v>
                </c:pt>
                <c:pt idx="3096">
                  <c:v>23580.29</c:v>
                </c:pt>
                <c:pt idx="3097">
                  <c:v>23700.86</c:v>
                </c:pt>
                <c:pt idx="3098">
                  <c:v>23657.81</c:v>
                </c:pt>
                <c:pt idx="3099">
                  <c:v>23660.06</c:v>
                </c:pt>
                <c:pt idx="3100">
                  <c:v>23032.15</c:v>
                </c:pt>
                <c:pt idx="3101">
                  <c:v>22649.15</c:v>
                </c:pt>
                <c:pt idx="3102">
                  <c:v>22463.83</c:v>
                </c:pt>
                <c:pt idx="3103">
                  <c:v>22901.41</c:v>
                </c:pt>
                <c:pt idx="3104">
                  <c:v>23069.85</c:v>
                </c:pt>
                <c:pt idx="3105">
                  <c:v>22744.39</c:v>
                </c:pt>
                <c:pt idx="3106">
                  <c:v>22881.03</c:v>
                </c:pt>
                <c:pt idx="3107">
                  <c:v>23036.94</c:v>
                </c:pt>
                <c:pt idx="3108">
                  <c:v>23038.95</c:v>
                </c:pt>
                <c:pt idx="3109">
                  <c:v>23189.62</c:v>
                </c:pt>
                <c:pt idx="3110">
                  <c:v>23249.79</c:v>
                </c:pt>
                <c:pt idx="3111">
                  <c:v>23206.37</c:v>
                </c:pt>
                <c:pt idx="3112">
                  <c:v>23304.02</c:v>
                </c:pt>
                <c:pt idx="3113">
                  <c:v>22846.54</c:v>
                </c:pt>
                <c:pt idx="3114">
                  <c:v>22806.58</c:v>
                </c:pt>
                <c:pt idx="3115">
                  <c:v>22698.34</c:v>
                </c:pt>
                <c:pt idx="3116">
                  <c:v>22835.82</c:v>
                </c:pt>
                <c:pt idx="3117">
                  <c:v>22999.95</c:v>
                </c:pt>
                <c:pt idx="3118">
                  <c:v>23315.99</c:v>
                </c:pt>
                <c:pt idx="3119">
                  <c:v>23438.15</c:v>
                </c:pt>
                <c:pt idx="3120">
                  <c:v>23340.1</c:v>
                </c:pt>
                <c:pt idx="3121">
                  <c:v>23094.880000000001</c:v>
                </c:pt>
                <c:pt idx="3122">
                  <c:v>23228.33</c:v>
                </c:pt>
                <c:pt idx="3123">
                  <c:v>23336.52</c:v>
                </c:pt>
                <c:pt idx="3124">
                  <c:v>23218.32</c:v>
                </c:pt>
                <c:pt idx="3125">
                  <c:v>22951.3</c:v>
                </c:pt>
                <c:pt idx="3126">
                  <c:v>23033.97</c:v>
                </c:pt>
                <c:pt idx="3127">
                  <c:v>23178.85</c:v>
                </c:pt>
                <c:pt idx="3128">
                  <c:v>22973.95</c:v>
                </c:pt>
                <c:pt idx="3129">
                  <c:v>23138.54</c:v>
                </c:pt>
                <c:pt idx="3130">
                  <c:v>23214.400000000001</c:v>
                </c:pt>
                <c:pt idx="3131">
                  <c:v>22984.48</c:v>
                </c:pt>
                <c:pt idx="3132">
                  <c:v>22859.86</c:v>
                </c:pt>
                <c:pt idx="3133">
                  <c:v>23207.040000000001</c:v>
                </c:pt>
                <c:pt idx="3134">
                  <c:v>23125.03</c:v>
                </c:pt>
                <c:pt idx="3135">
                  <c:v>23209.63</c:v>
                </c:pt>
                <c:pt idx="3136">
                  <c:v>23179.040000000001</c:v>
                </c:pt>
                <c:pt idx="3137">
                  <c:v>23371.54</c:v>
                </c:pt>
                <c:pt idx="3138">
                  <c:v>23502.51</c:v>
                </c:pt>
                <c:pt idx="3139">
                  <c:v>23117.45</c:v>
                </c:pt>
                <c:pt idx="3140">
                  <c:v>23180.52</c:v>
                </c:pt>
                <c:pt idx="3141">
                  <c:v>23252.41</c:v>
                </c:pt>
                <c:pt idx="3142">
                  <c:v>22915.279999999999</c:v>
                </c:pt>
                <c:pt idx="3143">
                  <c:v>22953.72</c:v>
                </c:pt>
                <c:pt idx="3144">
                  <c:v>22937.14</c:v>
                </c:pt>
                <c:pt idx="3145">
                  <c:v>22976.65</c:v>
                </c:pt>
                <c:pt idx="3146">
                  <c:v>22750.65</c:v>
                </c:pt>
                <c:pt idx="3147">
                  <c:v>22621.22</c:v>
                </c:pt>
                <c:pt idx="3148">
                  <c:v>22597.97</c:v>
                </c:pt>
                <c:pt idx="3149">
                  <c:v>22326.22</c:v>
                </c:pt>
                <c:pt idx="3150">
                  <c:v>22394.58</c:v>
                </c:pt>
                <c:pt idx="3151">
                  <c:v>22175.34</c:v>
                </c:pt>
                <c:pt idx="3152">
                  <c:v>21731.37</c:v>
                </c:pt>
                <c:pt idx="3153">
                  <c:v>21704.78</c:v>
                </c:pt>
                <c:pt idx="3154">
                  <c:v>21524.65</c:v>
                </c:pt>
                <c:pt idx="3155">
                  <c:v>21874.77</c:v>
                </c:pt>
                <c:pt idx="3156">
                  <c:v>22005.32</c:v>
                </c:pt>
                <c:pt idx="3157">
                  <c:v>21863.51</c:v>
                </c:pt>
                <c:pt idx="3158">
                  <c:v>21895.4</c:v>
                </c:pt>
                <c:pt idx="3159">
                  <c:v>21817.73</c:v>
                </c:pt>
                <c:pt idx="3160">
                  <c:v>21970.29</c:v>
                </c:pt>
                <c:pt idx="3161">
                  <c:v>22463.7</c:v>
                </c:pt>
                <c:pt idx="3162">
                  <c:v>22517.81</c:v>
                </c:pt>
                <c:pt idx="3163">
                  <c:v>22539.25</c:v>
                </c:pt>
                <c:pt idx="3164">
                  <c:v>22541.13</c:v>
                </c:pt>
                <c:pt idx="3165">
                  <c:v>22271.279999999999</c:v>
                </c:pt>
                <c:pt idx="3166">
                  <c:v>21807.56</c:v>
                </c:pt>
                <c:pt idx="3167">
                  <c:v>21655.88</c:v>
                </c:pt>
                <c:pt idx="3168">
                  <c:v>21588.84</c:v>
                </c:pt>
                <c:pt idx="3169">
                  <c:v>21923.7</c:v>
                </c:pt>
                <c:pt idx="3170">
                  <c:v>22222.01</c:v>
                </c:pt>
                <c:pt idx="3171">
                  <c:v>22190.97</c:v>
                </c:pt>
                <c:pt idx="3172">
                  <c:v>22088.79</c:v>
                </c:pt>
                <c:pt idx="3173">
                  <c:v>21883.66</c:v>
                </c:pt>
                <c:pt idx="3174">
                  <c:v>21953.96</c:v>
                </c:pt>
                <c:pt idx="3175">
                  <c:v>21850.15</c:v>
                </c:pt>
                <c:pt idx="3176">
                  <c:v>21968.95</c:v>
                </c:pt>
                <c:pt idx="3177">
                  <c:v>21900.959999999999</c:v>
                </c:pt>
                <c:pt idx="3178">
                  <c:v>21968.93</c:v>
                </c:pt>
                <c:pt idx="3179">
                  <c:v>21915.42</c:v>
                </c:pt>
                <c:pt idx="3180">
                  <c:v>21416.5</c:v>
                </c:pt>
                <c:pt idx="3181">
                  <c:v>21362.42</c:v>
                </c:pt>
                <c:pt idx="3182">
                  <c:v>21345.22</c:v>
                </c:pt>
                <c:pt idx="3183">
                  <c:v>21371.87</c:v>
                </c:pt>
                <c:pt idx="3184">
                  <c:v>21312.38</c:v>
                </c:pt>
                <c:pt idx="3185">
                  <c:v>21303.31</c:v>
                </c:pt>
                <c:pt idx="3186">
                  <c:v>21277.279999999999</c:v>
                </c:pt>
                <c:pt idx="3187">
                  <c:v>21437.49</c:v>
                </c:pt>
                <c:pt idx="3188">
                  <c:v>20904.560000000001</c:v>
                </c:pt>
                <c:pt idx="3189">
                  <c:v>20683.009999999998</c:v>
                </c:pt>
                <c:pt idx="3190">
                  <c:v>20582.189999999999</c:v>
                </c:pt>
                <c:pt idx="3191">
                  <c:v>20854.669999999998</c:v>
                </c:pt>
                <c:pt idx="3192">
                  <c:v>20468.669999999998</c:v>
                </c:pt>
                <c:pt idx="3193">
                  <c:v>20147.310000000001</c:v>
                </c:pt>
                <c:pt idx="3194">
                  <c:v>20658.650000000001</c:v>
                </c:pt>
                <c:pt idx="3195">
                  <c:v>20803.29</c:v>
                </c:pt>
                <c:pt idx="3196">
                  <c:v>20440.080000000002</c:v>
                </c:pt>
                <c:pt idx="3197">
                  <c:v>20338.55</c:v>
                </c:pt>
                <c:pt idx="3198">
                  <c:v>19855.72</c:v>
                </c:pt>
                <c:pt idx="3199">
                  <c:v>19813.98</c:v>
                </c:pt>
                <c:pt idx="3200">
                  <c:v>20263.310000000001</c:v>
                </c:pt>
                <c:pt idx="3201">
                  <c:v>20382.87</c:v>
                </c:pt>
                <c:pt idx="3202">
                  <c:v>20986.89</c:v>
                </c:pt>
                <c:pt idx="3203">
                  <c:v>21225.88</c:v>
                </c:pt>
                <c:pt idx="3204">
                  <c:v>21225.9</c:v>
                </c:pt>
                <c:pt idx="3205">
                  <c:v>20969.14</c:v>
                </c:pt>
                <c:pt idx="3206">
                  <c:v>20887.04</c:v>
                </c:pt>
                <c:pt idx="3207">
                  <c:v>21354.66</c:v>
                </c:pt>
                <c:pt idx="3208">
                  <c:v>21615.09</c:v>
                </c:pt>
                <c:pt idx="3209">
                  <c:v>21575.26</c:v>
                </c:pt>
                <c:pt idx="3210">
                  <c:v>21838.43</c:v>
                </c:pt>
                <c:pt idx="3211">
                  <c:v>22069.24</c:v>
                </c:pt>
                <c:pt idx="3212">
                  <c:v>22285.52</c:v>
                </c:pt>
                <c:pt idx="3213">
                  <c:v>22282.19</c:v>
                </c:pt>
                <c:pt idx="3214">
                  <c:v>22392.16</c:v>
                </c:pt>
                <c:pt idx="3215">
                  <c:v>22484.31</c:v>
                </c:pt>
                <c:pt idx="3216">
                  <c:v>22554.93</c:v>
                </c:pt>
                <c:pt idx="3217">
                  <c:v>22924.25</c:v>
                </c:pt>
                <c:pt idx="3218">
                  <c:v>22686.05</c:v>
                </c:pt>
                <c:pt idx="3219">
                  <c:v>22618.67</c:v>
                </c:pt>
                <c:pt idx="3220">
                  <c:v>22669.68</c:v>
                </c:pt>
                <c:pt idx="3221">
                  <c:v>23261.08</c:v>
                </c:pt>
                <c:pt idx="3222">
                  <c:v>23366.37</c:v>
                </c:pt>
                <c:pt idx="3223">
                  <c:v>23493.03</c:v>
                </c:pt>
                <c:pt idx="3224">
                  <c:v>23082.68</c:v>
                </c:pt>
                <c:pt idx="3225">
                  <c:v>23044.240000000002</c:v>
                </c:pt>
                <c:pt idx="3226">
                  <c:v>22930.28</c:v>
                </c:pt>
                <c:pt idx="3227">
                  <c:v>22989.81</c:v>
                </c:pt>
                <c:pt idx="3228">
                  <c:v>23321.22</c:v>
                </c:pt>
                <c:pt idx="3229">
                  <c:v>23211.48</c:v>
                </c:pt>
                <c:pt idx="3230">
                  <c:v>23244.35</c:v>
                </c:pt>
                <c:pt idx="3231">
                  <c:v>23047.09</c:v>
                </c:pt>
                <c:pt idx="3232">
                  <c:v>22915.09</c:v>
                </c:pt>
                <c:pt idx="3233">
                  <c:v>22689.96</c:v>
                </c:pt>
                <c:pt idx="3234">
                  <c:v>22668.3</c:v>
                </c:pt>
                <c:pt idx="3235">
                  <c:v>22737.01</c:v>
                </c:pt>
                <c:pt idx="3236">
                  <c:v>22580.77</c:v>
                </c:pt>
                <c:pt idx="3237">
                  <c:v>22547.71</c:v>
                </c:pt>
                <c:pt idx="3238">
                  <c:v>22401.24</c:v>
                </c:pt>
                <c:pt idx="3239">
                  <c:v>22183.05</c:v>
                </c:pt>
                <c:pt idx="3240">
                  <c:v>21806.61</c:v>
                </c:pt>
                <c:pt idx="3241">
                  <c:v>22044.37</c:v>
                </c:pt>
                <c:pt idx="3242">
                  <c:v>22013.57</c:v>
                </c:pt>
                <c:pt idx="3243">
                  <c:v>21512.52</c:v>
                </c:pt>
                <c:pt idx="3244">
                  <c:v>21569.67</c:v>
                </c:pt>
                <c:pt idx="3245">
                  <c:v>21672.03</c:v>
                </c:pt>
                <c:pt idx="3246">
                  <c:v>21772.67</c:v>
                </c:pt>
                <c:pt idx="3247">
                  <c:v>22089.05</c:v>
                </c:pt>
                <c:pt idx="3248">
                  <c:v>22101.27</c:v>
                </c:pt>
                <c:pt idx="3249">
                  <c:v>22034.560000000001</c:v>
                </c:pt>
                <c:pt idx="3250">
                  <c:v>21870.34</c:v>
                </c:pt>
                <c:pt idx="3251">
                  <c:v>21718.05</c:v>
                </c:pt>
                <c:pt idx="3252">
                  <c:v>21726.9</c:v>
                </c:pt>
                <c:pt idx="3253">
                  <c:v>22337.49</c:v>
                </c:pt>
                <c:pt idx="3254">
                  <c:v>22367.82</c:v>
                </c:pt>
                <c:pt idx="3255">
                  <c:v>22299.63</c:v>
                </c:pt>
                <c:pt idx="3256">
                  <c:v>22464.82</c:v>
                </c:pt>
                <c:pt idx="3257">
                  <c:v>22311.08</c:v>
                </c:pt>
                <c:pt idx="3258">
                  <c:v>22251.15</c:v>
                </c:pt>
                <c:pt idx="3259">
                  <c:v>22115.3</c:v>
                </c:pt>
                <c:pt idx="3260">
                  <c:v>22225.88</c:v>
                </c:pt>
                <c:pt idx="3261">
                  <c:v>22256.44</c:v>
                </c:pt>
                <c:pt idx="3262">
                  <c:v>22041.86</c:v>
                </c:pt>
                <c:pt idx="3263">
                  <c:v>22083.360000000001</c:v>
                </c:pt>
                <c:pt idx="3264">
                  <c:v>22533.11</c:v>
                </c:pt>
                <c:pt idx="3265">
                  <c:v>22619.18</c:v>
                </c:pt>
                <c:pt idx="3266">
                  <c:v>22556.65</c:v>
                </c:pt>
                <c:pt idx="3267">
                  <c:v>22890.6</c:v>
                </c:pt>
                <c:pt idx="3268">
                  <c:v>23090.82</c:v>
                </c:pt>
                <c:pt idx="3269">
                  <c:v>23091.95</c:v>
                </c:pt>
                <c:pt idx="3270">
                  <c:v>22771.439999999999</c:v>
                </c:pt>
                <c:pt idx="3271">
                  <c:v>22777.84</c:v>
                </c:pt>
                <c:pt idx="3272">
                  <c:v>22560.5</c:v>
                </c:pt>
                <c:pt idx="3273">
                  <c:v>22537.81</c:v>
                </c:pt>
                <c:pt idx="3274">
                  <c:v>22880.22</c:v>
                </c:pt>
                <c:pt idx="3275">
                  <c:v>23020.27</c:v>
                </c:pt>
                <c:pt idx="3276">
                  <c:v>22577.01</c:v>
                </c:pt>
                <c:pt idx="3277">
                  <c:v>22519.69</c:v>
                </c:pt>
                <c:pt idx="3278">
                  <c:v>22820.080000000002</c:v>
                </c:pt>
                <c:pt idx="3279">
                  <c:v>22782.44</c:v>
                </c:pt>
                <c:pt idx="3280">
                  <c:v>22906.67</c:v>
                </c:pt>
                <c:pt idx="3281">
                  <c:v>23307.41</c:v>
                </c:pt>
                <c:pt idx="3282">
                  <c:v>23143.91</c:v>
                </c:pt>
                <c:pt idx="3283">
                  <c:v>23381.94</c:v>
                </c:pt>
                <c:pt idx="3284">
                  <c:v>23444.560000000001</c:v>
                </c:pt>
                <c:pt idx="3285">
                  <c:v>23413.25</c:v>
                </c:pt>
                <c:pt idx="3286">
                  <c:v>23215.16</c:v>
                </c:pt>
                <c:pt idx="3287">
                  <c:v>23177</c:v>
                </c:pt>
                <c:pt idx="3288">
                  <c:v>23256.93</c:v>
                </c:pt>
                <c:pt idx="3289">
                  <c:v>23148.53</c:v>
                </c:pt>
                <c:pt idx="3290">
                  <c:v>23685.01</c:v>
                </c:pt>
                <c:pt idx="3291">
                  <c:v>23721.84</c:v>
                </c:pt>
                <c:pt idx="3292">
                  <c:v>23729.53</c:v>
                </c:pt>
                <c:pt idx="3293">
                  <c:v>23822.06</c:v>
                </c:pt>
                <c:pt idx="3294">
                  <c:v>23655.17</c:v>
                </c:pt>
                <c:pt idx="3295">
                  <c:v>23671.88</c:v>
                </c:pt>
                <c:pt idx="3296">
                  <c:v>23580.43</c:v>
                </c:pt>
                <c:pt idx="3297">
                  <c:v>23598.9</c:v>
                </c:pt>
                <c:pt idx="3298">
                  <c:v>23635.1</c:v>
                </c:pt>
                <c:pt idx="3299">
                  <c:v>23658.99</c:v>
                </c:pt>
                <c:pt idx="3300">
                  <c:v>23590.91</c:v>
                </c:pt>
                <c:pt idx="3301">
                  <c:v>23601.78</c:v>
                </c:pt>
                <c:pt idx="3302">
                  <c:v>23339.759999999998</c:v>
                </c:pt>
                <c:pt idx="3303">
                  <c:v>23356.99</c:v>
                </c:pt>
                <c:pt idx="3304">
                  <c:v>23381.51</c:v>
                </c:pt>
                <c:pt idx="3305">
                  <c:v>23413.26</c:v>
                </c:pt>
                <c:pt idx="3306">
                  <c:v>23264.07</c:v>
                </c:pt>
                <c:pt idx="3307">
                  <c:v>23354.31</c:v>
                </c:pt>
                <c:pt idx="3308">
                  <c:v>23218.47</c:v>
                </c:pt>
                <c:pt idx="3309">
                  <c:v>23111.19</c:v>
                </c:pt>
                <c:pt idx="3310">
                  <c:v>23329.75</c:v>
                </c:pt>
                <c:pt idx="3311">
                  <c:v>23331.09</c:v>
                </c:pt>
                <c:pt idx="3312">
                  <c:v>23398.6</c:v>
                </c:pt>
                <c:pt idx="3313">
                  <c:v>23311.98</c:v>
                </c:pt>
                <c:pt idx="3314">
                  <c:v>22656.92</c:v>
                </c:pt>
                <c:pt idx="3315">
                  <c:v>22666.59</c:v>
                </c:pt>
                <c:pt idx="3316">
                  <c:v>22619.78</c:v>
                </c:pt>
                <c:pt idx="3317">
                  <c:v>22541.18</c:v>
                </c:pt>
                <c:pt idx="3318">
                  <c:v>22506.29</c:v>
                </c:pt>
                <c:pt idx="3319">
                  <c:v>22659.78</c:v>
                </c:pt>
                <c:pt idx="3320">
                  <c:v>22623.37</c:v>
                </c:pt>
                <c:pt idx="3321">
                  <c:v>22494.73</c:v>
                </c:pt>
                <c:pt idx="3322">
                  <c:v>22513.61</c:v>
                </c:pt>
                <c:pt idx="3323">
                  <c:v>22605.98</c:v>
                </c:pt>
                <c:pt idx="3324">
                  <c:v>22445.58</c:v>
                </c:pt>
                <c:pt idx="3325">
                  <c:v>22503.35</c:v>
                </c:pt>
                <c:pt idx="3326">
                  <c:v>22323.94</c:v>
                </c:pt>
                <c:pt idx="3327">
                  <c:v>22276.720000000001</c:v>
                </c:pt>
                <c:pt idx="3328">
                  <c:v>22191.17</c:v>
                </c:pt>
                <c:pt idx="3329">
                  <c:v>22249.81</c:v>
                </c:pt>
                <c:pt idx="3330">
                  <c:v>22270.91</c:v>
                </c:pt>
                <c:pt idx="3331">
                  <c:v>21799.97</c:v>
                </c:pt>
                <c:pt idx="3332">
                  <c:v>21767.85</c:v>
                </c:pt>
                <c:pt idx="3333">
                  <c:v>22030.39</c:v>
                </c:pt>
                <c:pt idx="3334">
                  <c:v>21922.89</c:v>
                </c:pt>
                <c:pt idx="3335">
                  <c:v>21708.98</c:v>
                </c:pt>
                <c:pt idx="3336">
                  <c:v>21844.03</c:v>
                </c:pt>
                <c:pt idx="3337">
                  <c:v>21861.81</c:v>
                </c:pt>
                <c:pt idx="3338">
                  <c:v>21913.98</c:v>
                </c:pt>
                <c:pt idx="3339">
                  <c:v>21743.200000000001</c:v>
                </c:pt>
                <c:pt idx="3340">
                  <c:v>21524.36</c:v>
                </c:pt>
                <c:pt idx="3341">
                  <c:v>21228.28</c:v>
                </c:pt>
                <c:pt idx="3342">
                  <c:v>21262.06</c:v>
                </c:pt>
                <c:pt idx="3343">
                  <c:v>21159.01</c:v>
                </c:pt>
                <c:pt idx="3344">
                  <c:v>21108.93</c:v>
                </c:pt>
                <c:pt idx="3345">
                  <c:v>21441.99</c:v>
                </c:pt>
                <c:pt idx="3346">
                  <c:v>21188.65</c:v>
                </c:pt>
                <c:pt idx="3347">
                  <c:v>21430.3</c:v>
                </c:pt>
                <c:pt idx="3348">
                  <c:v>21384.38</c:v>
                </c:pt>
                <c:pt idx="3349">
                  <c:v>21566.91</c:v>
                </c:pt>
                <c:pt idx="3350">
                  <c:v>22099.85</c:v>
                </c:pt>
                <c:pt idx="3351">
                  <c:v>21944.43</c:v>
                </c:pt>
                <c:pt idx="3352">
                  <c:v>22006.400000000001</c:v>
                </c:pt>
                <c:pt idx="3353">
                  <c:v>22111.33</c:v>
                </c:pt>
                <c:pt idx="3354">
                  <c:v>21821.87</c:v>
                </c:pt>
                <c:pt idx="3355">
                  <c:v>21641.82</c:v>
                </c:pt>
                <c:pt idx="3356">
                  <c:v>21428.58</c:v>
                </c:pt>
                <c:pt idx="3357">
                  <c:v>21511.05</c:v>
                </c:pt>
                <c:pt idx="3358">
                  <c:v>21545.57</c:v>
                </c:pt>
                <c:pt idx="3359">
                  <c:v>21810.23</c:v>
                </c:pt>
                <c:pt idx="3360">
                  <c:v>21763.78</c:v>
                </c:pt>
                <c:pt idx="3361">
                  <c:v>21697.55</c:v>
                </c:pt>
                <c:pt idx="3362">
                  <c:v>21551.759999999998</c:v>
                </c:pt>
                <c:pt idx="3363">
                  <c:v>21518.71</c:v>
                </c:pt>
                <c:pt idx="3364">
                  <c:v>21416.639999999999</c:v>
                </c:pt>
                <c:pt idx="3365">
                  <c:v>21207.07</c:v>
                </c:pt>
                <c:pt idx="3366">
                  <c:v>21148.25</c:v>
                </c:pt>
                <c:pt idx="3367">
                  <c:v>21136.43</c:v>
                </c:pt>
                <c:pt idx="3368">
                  <c:v>20999.05</c:v>
                </c:pt>
                <c:pt idx="3369">
                  <c:v>20919.599999999999</c:v>
                </c:pt>
                <c:pt idx="3370">
                  <c:v>20937.28</c:v>
                </c:pt>
                <c:pt idx="3371">
                  <c:v>20824.560000000001</c:v>
                </c:pt>
                <c:pt idx="3372">
                  <c:v>21012.38</c:v>
                </c:pt>
                <c:pt idx="3373">
                  <c:v>20907.95</c:v>
                </c:pt>
                <c:pt idx="3374">
                  <c:v>20888.28</c:v>
                </c:pt>
                <c:pt idx="3375">
                  <c:v>20840.38</c:v>
                </c:pt>
                <c:pt idx="3376">
                  <c:v>20762.29</c:v>
                </c:pt>
                <c:pt idx="3377">
                  <c:v>20527.73</c:v>
                </c:pt>
                <c:pt idx="3378">
                  <c:v>20698.68</c:v>
                </c:pt>
                <c:pt idx="3379">
                  <c:v>20694.7</c:v>
                </c:pt>
                <c:pt idx="3380">
                  <c:v>20734.939999999999</c:v>
                </c:pt>
                <c:pt idx="3381">
                  <c:v>20590.919999999998</c:v>
                </c:pt>
                <c:pt idx="3382">
                  <c:v>20841.91</c:v>
                </c:pt>
                <c:pt idx="3383">
                  <c:v>20601.93</c:v>
                </c:pt>
                <c:pt idx="3384">
                  <c:v>20658.11</c:v>
                </c:pt>
                <c:pt idx="3385">
                  <c:v>20629.78</c:v>
                </c:pt>
                <c:pt idx="3386">
                  <c:v>20047.63</c:v>
                </c:pt>
                <c:pt idx="3387">
                  <c:v>20075.39</c:v>
                </c:pt>
                <c:pt idx="3388">
                  <c:v>19857.88</c:v>
                </c:pt>
                <c:pt idx="3389">
                  <c:v>19827.169999999998</c:v>
                </c:pt>
                <c:pt idx="3390">
                  <c:v>19802.16</c:v>
                </c:pt>
                <c:pt idx="3391">
                  <c:v>19209.3</c:v>
                </c:pt>
                <c:pt idx="3392">
                  <c:v>19145.07</c:v>
                </c:pt>
                <c:pt idx="3393">
                  <c:v>19429.91</c:v>
                </c:pt>
                <c:pt idx="3394">
                  <c:v>19559.21</c:v>
                </c:pt>
                <c:pt idx="3395">
                  <c:v>19482.57</c:v>
                </c:pt>
                <c:pt idx="3396">
                  <c:v>19552.91</c:v>
                </c:pt>
                <c:pt idx="3397">
                  <c:v>19788.509999999998</c:v>
                </c:pt>
                <c:pt idx="3398">
                  <c:v>19811.8</c:v>
                </c:pt>
                <c:pt idx="3399">
                  <c:v>19798.669999999998</c:v>
                </c:pt>
                <c:pt idx="3400">
                  <c:v>19880.03</c:v>
                </c:pt>
                <c:pt idx="3401">
                  <c:v>20132.240000000002</c:v>
                </c:pt>
                <c:pt idx="3402">
                  <c:v>19887.78</c:v>
                </c:pt>
                <c:pt idx="3403">
                  <c:v>20100.09</c:v>
                </c:pt>
                <c:pt idx="3404">
                  <c:v>20104.27</c:v>
                </c:pt>
                <c:pt idx="3405">
                  <c:v>20116.07</c:v>
                </c:pt>
                <c:pt idx="3406">
                  <c:v>19962.95</c:v>
                </c:pt>
                <c:pt idx="3407">
                  <c:v>20052.29</c:v>
                </c:pt>
                <c:pt idx="3408">
                  <c:v>20291.68</c:v>
                </c:pt>
                <c:pt idx="3409">
                  <c:v>20081.36</c:v>
                </c:pt>
                <c:pt idx="3410">
                  <c:v>20136.12</c:v>
                </c:pt>
                <c:pt idx="3411">
                  <c:v>20269.47</c:v>
                </c:pt>
                <c:pt idx="3412">
                  <c:v>20065.52</c:v>
                </c:pt>
                <c:pt idx="3413">
                  <c:v>20072.55</c:v>
                </c:pt>
                <c:pt idx="3414">
                  <c:v>19998.72</c:v>
                </c:pt>
                <c:pt idx="3415">
                  <c:v>19666.18</c:v>
                </c:pt>
                <c:pt idx="3416">
                  <c:v>19690.2</c:v>
                </c:pt>
                <c:pt idx="3417">
                  <c:v>19820.38</c:v>
                </c:pt>
                <c:pt idx="3418">
                  <c:v>19796.810000000001</c:v>
                </c:pt>
                <c:pt idx="3419">
                  <c:v>19585.400000000001</c:v>
                </c:pt>
                <c:pt idx="3420">
                  <c:v>19274.96</c:v>
                </c:pt>
                <c:pt idx="3421">
                  <c:v>18892.79</c:v>
                </c:pt>
                <c:pt idx="3422">
                  <c:v>18877.330000000002</c:v>
                </c:pt>
                <c:pt idx="3423">
                  <c:v>18903.2</c:v>
                </c:pt>
                <c:pt idx="3424">
                  <c:v>19053.47</c:v>
                </c:pt>
                <c:pt idx="3425">
                  <c:v>19640.8</c:v>
                </c:pt>
                <c:pt idx="3426">
                  <c:v>19559.05</c:v>
                </c:pt>
                <c:pt idx="3427">
                  <c:v>19239.88</c:v>
                </c:pt>
                <c:pt idx="3428">
                  <c:v>19455.330000000002</c:v>
                </c:pt>
                <c:pt idx="3429">
                  <c:v>19121.34</c:v>
                </c:pt>
                <c:pt idx="3430">
                  <c:v>19092.63</c:v>
                </c:pt>
                <c:pt idx="3431">
                  <c:v>19025.11</c:v>
                </c:pt>
                <c:pt idx="3432">
                  <c:v>19419.87</c:v>
                </c:pt>
                <c:pt idx="3433">
                  <c:v>19396.36</c:v>
                </c:pt>
                <c:pt idx="3434">
                  <c:v>19428.09</c:v>
                </c:pt>
                <c:pt idx="3435">
                  <c:v>19800.64</c:v>
                </c:pt>
                <c:pt idx="3436">
                  <c:v>19809.13</c:v>
                </c:pt>
                <c:pt idx="3437">
                  <c:v>19709.75</c:v>
                </c:pt>
                <c:pt idx="3438">
                  <c:v>19735.53</c:v>
                </c:pt>
                <c:pt idx="3439">
                  <c:v>19441.46</c:v>
                </c:pt>
                <c:pt idx="3440">
                  <c:v>19025.27</c:v>
                </c:pt>
                <c:pt idx="3441">
                  <c:v>19176.95</c:v>
                </c:pt>
                <c:pt idx="3442">
                  <c:v>18981.84</c:v>
                </c:pt>
                <c:pt idx="3443">
                  <c:v>18897.45</c:v>
                </c:pt>
                <c:pt idx="3444">
                  <c:v>18995.13</c:v>
                </c:pt>
                <c:pt idx="3445">
                  <c:v>19265.07</c:v>
                </c:pt>
                <c:pt idx="3446">
                  <c:v>19518.849999999999</c:v>
                </c:pt>
                <c:pt idx="3447">
                  <c:v>19416.669999999998</c:v>
                </c:pt>
                <c:pt idx="3448">
                  <c:v>19427.810000000001</c:v>
                </c:pt>
                <c:pt idx="3449">
                  <c:v>19233.939999999999</c:v>
                </c:pt>
                <c:pt idx="3450">
                  <c:v>18808.400000000001</c:v>
                </c:pt>
                <c:pt idx="3451">
                  <c:v>19026.52</c:v>
                </c:pt>
                <c:pt idx="3452">
                  <c:v>18872.560000000001</c:v>
                </c:pt>
                <c:pt idx="3453">
                  <c:v>18953.63</c:v>
                </c:pt>
                <c:pt idx="3454">
                  <c:v>18502.34</c:v>
                </c:pt>
                <c:pt idx="3455">
                  <c:v>18678.29</c:v>
                </c:pt>
                <c:pt idx="3456">
                  <c:v>18520.53</c:v>
                </c:pt>
                <c:pt idx="3457">
                  <c:v>18259.03</c:v>
                </c:pt>
                <c:pt idx="3458">
                  <c:v>18185.59</c:v>
                </c:pt>
                <c:pt idx="3459">
                  <c:v>18558.34</c:v>
                </c:pt>
                <c:pt idx="3460">
                  <c:v>18629.52</c:v>
                </c:pt>
                <c:pt idx="3461">
                  <c:v>18690.22</c:v>
                </c:pt>
                <c:pt idx="3462">
                  <c:v>19055.46</c:v>
                </c:pt>
                <c:pt idx="3463">
                  <c:v>18800.990000000002</c:v>
                </c:pt>
                <c:pt idx="3464">
                  <c:v>18713.41</c:v>
                </c:pt>
                <c:pt idx="3465">
                  <c:v>18666.400000000001</c:v>
                </c:pt>
                <c:pt idx="3466">
                  <c:v>18786.189999999999</c:v>
                </c:pt>
                <c:pt idx="3467">
                  <c:v>19039.150000000001</c:v>
                </c:pt>
                <c:pt idx="3468">
                  <c:v>18922.32</c:v>
                </c:pt>
                <c:pt idx="3469">
                  <c:v>18951.849999999999</c:v>
                </c:pt>
                <c:pt idx="3470">
                  <c:v>19200.93</c:v>
                </c:pt>
                <c:pt idx="3471">
                  <c:v>19259.830000000002</c:v>
                </c:pt>
                <c:pt idx="3472">
                  <c:v>19894.310000000001</c:v>
                </c:pt>
                <c:pt idx="3473">
                  <c:v>19735.04</c:v>
                </c:pt>
                <c:pt idx="3474">
                  <c:v>19964.63</c:v>
                </c:pt>
                <c:pt idx="3475">
                  <c:v>20227.28</c:v>
                </c:pt>
                <c:pt idx="3476">
                  <c:v>20330.64</c:v>
                </c:pt>
                <c:pt idx="3477">
                  <c:v>20484.75</c:v>
                </c:pt>
                <c:pt idx="3478">
                  <c:v>20536.650000000001</c:v>
                </c:pt>
                <c:pt idx="3479">
                  <c:v>21086</c:v>
                </c:pt>
                <c:pt idx="3480">
                  <c:v>21249.53</c:v>
                </c:pt>
                <c:pt idx="3481">
                  <c:v>21309.08</c:v>
                </c:pt>
                <c:pt idx="3482">
                  <c:v>21094.21</c:v>
                </c:pt>
                <c:pt idx="3483">
                  <c:v>20741.45</c:v>
                </c:pt>
                <c:pt idx="3484">
                  <c:v>20809.71</c:v>
                </c:pt>
                <c:pt idx="3485">
                  <c:v>20646.29</c:v>
                </c:pt>
                <c:pt idx="3486">
                  <c:v>20677.16</c:v>
                </c:pt>
                <c:pt idx="3487">
                  <c:v>20624.39</c:v>
                </c:pt>
                <c:pt idx="3488">
                  <c:v>21010.639999999999</c:v>
                </c:pt>
                <c:pt idx="3489">
                  <c:v>20995.01</c:v>
                </c:pt>
                <c:pt idx="3490">
                  <c:v>20780.73</c:v>
                </c:pt>
                <c:pt idx="3491">
                  <c:v>20562.310000000001</c:v>
                </c:pt>
                <c:pt idx="3492">
                  <c:v>20610.64</c:v>
                </c:pt>
                <c:pt idx="3493">
                  <c:v>20701.04</c:v>
                </c:pt>
                <c:pt idx="3494">
                  <c:v>20327.32</c:v>
                </c:pt>
                <c:pt idx="3495">
                  <c:v>20140.669999999998</c:v>
                </c:pt>
                <c:pt idx="3496">
                  <c:v>20356.240000000002</c:v>
                </c:pt>
                <c:pt idx="3497">
                  <c:v>20593</c:v>
                </c:pt>
                <c:pt idx="3498">
                  <c:v>20790.98</c:v>
                </c:pt>
                <c:pt idx="3499">
                  <c:v>20522.259999999998</c:v>
                </c:pt>
                <c:pt idx="3500">
                  <c:v>20555.580000000002</c:v>
                </c:pt>
                <c:pt idx="3501">
                  <c:v>20609.39</c:v>
                </c:pt>
                <c:pt idx="3502">
                  <c:v>20885.419999999998</c:v>
                </c:pt>
                <c:pt idx="3503">
                  <c:v>21046.91</c:v>
                </c:pt>
                <c:pt idx="3504">
                  <c:v>20668.86</c:v>
                </c:pt>
                <c:pt idx="3505">
                  <c:v>20668.8</c:v>
                </c:pt>
                <c:pt idx="3506">
                  <c:v>20901.560000000001</c:v>
                </c:pt>
                <c:pt idx="3507">
                  <c:v>20856.63</c:v>
                </c:pt>
                <c:pt idx="3508">
                  <c:v>20888.240000000002</c:v>
                </c:pt>
                <c:pt idx="3509">
                  <c:v>21115.29</c:v>
                </c:pt>
                <c:pt idx="3510">
                  <c:v>21317.85</c:v>
                </c:pt>
                <c:pt idx="3511">
                  <c:v>21353.53</c:v>
                </c:pt>
                <c:pt idx="3512">
                  <c:v>21307.89</c:v>
                </c:pt>
                <c:pt idx="3513">
                  <c:v>21339.7</c:v>
                </c:pt>
                <c:pt idx="3514">
                  <c:v>21134.18</c:v>
                </c:pt>
                <c:pt idx="3515">
                  <c:v>21086</c:v>
                </c:pt>
                <c:pt idx="3516">
                  <c:v>20900.73</c:v>
                </c:pt>
                <c:pt idx="3517">
                  <c:v>20627.78</c:v>
                </c:pt>
                <c:pt idx="3518">
                  <c:v>20806.25</c:v>
                </c:pt>
                <c:pt idx="3519">
                  <c:v>21265.31</c:v>
                </c:pt>
                <c:pt idx="3520">
                  <c:v>21562.26</c:v>
                </c:pt>
                <c:pt idx="3521">
                  <c:v>21387.96</c:v>
                </c:pt>
                <c:pt idx="3522">
                  <c:v>21680.080000000002</c:v>
                </c:pt>
                <c:pt idx="3523">
                  <c:v>21568.73</c:v>
                </c:pt>
                <c:pt idx="3524">
                  <c:v>21217.86</c:v>
                </c:pt>
                <c:pt idx="3525">
                  <c:v>21406.86</c:v>
                </c:pt>
                <c:pt idx="3526">
                  <c:v>21380.99</c:v>
                </c:pt>
                <c:pt idx="3527">
                  <c:v>21549.279999999999</c:v>
                </c:pt>
                <c:pt idx="3528">
                  <c:v>21478.720000000001</c:v>
                </c:pt>
                <c:pt idx="3529">
                  <c:v>21424.79</c:v>
                </c:pt>
                <c:pt idx="3530">
                  <c:v>21491.62</c:v>
                </c:pt>
                <c:pt idx="3531">
                  <c:v>21277.279999999999</c:v>
                </c:pt>
                <c:pt idx="3532">
                  <c:v>21365.23</c:v>
                </c:pt>
                <c:pt idx="3533">
                  <c:v>20917.830000000002</c:v>
                </c:pt>
                <c:pt idx="3534">
                  <c:v>20887.400000000001</c:v>
                </c:pt>
                <c:pt idx="3535">
                  <c:v>20783.86</c:v>
                </c:pt>
                <c:pt idx="3536">
                  <c:v>21010.01</c:v>
                </c:pt>
                <c:pt idx="3537">
                  <c:v>21018.46</c:v>
                </c:pt>
                <c:pt idx="3538">
                  <c:v>20699.189999999999</c:v>
                </c:pt>
                <c:pt idx="3539">
                  <c:v>20709.939999999999</c:v>
                </c:pt>
                <c:pt idx="3540">
                  <c:v>20756.98</c:v>
                </c:pt>
                <c:pt idx="3541">
                  <c:v>20739.45</c:v>
                </c:pt>
                <c:pt idx="3542">
                  <c:v>20333.37</c:v>
                </c:pt>
                <c:pt idx="3543">
                  <c:v>20390.490000000002</c:v>
                </c:pt>
                <c:pt idx="3544">
                  <c:v>20160.41</c:v>
                </c:pt>
                <c:pt idx="3545">
                  <c:v>20501.669999999998</c:v>
                </c:pt>
                <c:pt idx="3546">
                  <c:v>20439.14</c:v>
                </c:pt>
                <c:pt idx="3547">
                  <c:v>20110.37</c:v>
                </c:pt>
                <c:pt idx="3548">
                  <c:v>19942.95</c:v>
                </c:pt>
                <c:pt idx="3549">
                  <c:v>19686.919999999998</c:v>
                </c:pt>
                <c:pt idx="3550">
                  <c:v>19627.75</c:v>
                </c:pt>
                <c:pt idx="3551">
                  <c:v>19012.2</c:v>
                </c:pt>
                <c:pt idx="3552">
                  <c:v>19204.419999999998</c:v>
                </c:pt>
                <c:pt idx="3553">
                  <c:v>19095.38</c:v>
                </c:pt>
                <c:pt idx="3554">
                  <c:v>19151.939999999999</c:v>
                </c:pt>
                <c:pt idx="3555">
                  <c:v>19004.28</c:v>
                </c:pt>
                <c:pt idx="3556">
                  <c:v>18865.72</c:v>
                </c:pt>
                <c:pt idx="3557">
                  <c:v>18593.060000000001</c:v>
                </c:pt>
                <c:pt idx="3558">
                  <c:v>18813.41</c:v>
                </c:pt>
                <c:pt idx="3559">
                  <c:v>18727.310000000001</c:v>
                </c:pt>
                <c:pt idx="3560">
                  <c:v>18877.41</c:v>
                </c:pt>
                <c:pt idx="3561">
                  <c:v>18434.39</c:v>
                </c:pt>
                <c:pt idx="3562">
                  <c:v>18397.919999999998</c:v>
                </c:pt>
                <c:pt idx="3563">
                  <c:v>18518.669999999998</c:v>
                </c:pt>
                <c:pt idx="3564">
                  <c:v>18629.169999999998</c:v>
                </c:pt>
                <c:pt idx="3565">
                  <c:v>18378.23</c:v>
                </c:pt>
                <c:pt idx="3566">
                  <c:v>18416.45</c:v>
                </c:pt>
                <c:pt idx="3567">
                  <c:v>18080.2</c:v>
                </c:pt>
                <c:pt idx="3568">
                  <c:v>18070.21</c:v>
                </c:pt>
                <c:pt idx="3569">
                  <c:v>18285.39</c:v>
                </c:pt>
                <c:pt idx="3570">
                  <c:v>18026.84</c:v>
                </c:pt>
                <c:pt idx="3571">
                  <c:v>18354.43</c:v>
                </c:pt>
                <c:pt idx="3572">
                  <c:v>18447.169999999998</c:v>
                </c:pt>
                <c:pt idx="3573">
                  <c:v>18575.66</c:v>
                </c:pt>
                <c:pt idx="3574">
                  <c:v>18586.23</c:v>
                </c:pt>
                <c:pt idx="3575">
                  <c:v>19107.810000000001</c:v>
                </c:pt>
                <c:pt idx="3576">
                  <c:v>19240.580000000002</c:v>
                </c:pt>
                <c:pt idx="3577">
                  <c:v>18942.23</c:v>
                </c:pt>
                <c:pt idx="3578">
                  <c:v>19179.689999999999</c:v>
                </c:pt>
                <c:pt idx="3579">
                  <c:v>19040.39</c:v>
                </c:pt>
                <c:pt idx="3580">
                  <c:v>19002.259999999998</c:v>
                </c:pt>
                <c:pt idx="3581">
                  <c:v>17989.349999999999</c:v>
                </c:pt>
                <c:pt idx="3582">
                  <c:v>18256.2</c:v>
                </c:pt>
                <c:pt idx="3583">
                  <c:v>18037.810000000001</c:v>
                </c:pt>
                <c:pt idx="3584">
                  <c:v>17689.48</c:v>
                </c:pt>
                <c:pt idx="3585">
                  <c:v>17935.099999999999</c:v>
                </c:pt>
                <c:pt idx="3586">
                  <c:v>17864.43</c:v>
                </c:pt>
                <c:pt idx="3587">
                  <c:v>18251.59</c:v>
                </c:pt>
                <c:pt idx="3588">
                  <c:v>18225.849999999999</c:v>
                </c:pt>
                <c:pt idx="3589">
                  <c:v>18491.23</c:v>
                </c:pt>
                <c:pt idx="3590">
                  <c:v>18817.47</c:v>
                </c:pt>
                <c:pt idx="3591">
                  <c:v>18960.900000000001</c:v>
                </c:pt>
                <c:pt idx="3592">
                  <c:v>19348.439999999999</c:v>
                </c:pt>
                <c:pt idx="3593">
                  <c:v>19508.18</c:v>
                </c:pt>
                <c:pt idx="3594">
                  <c:v>19137.169999999998</c:v>
                </c:pt>
                <c:pt idx="3595">
                  <c:v>18963.89</c:v>
                </c:pt>
                <c:pt idx="3596">
                  <c:v>20014.43</c:v>
                </c:pt>
                <c:pt idx="3597">
                  <c:v>19678.47</c:v>
                </c:pt>
                <c:pt idx="3598">
                  <c:v>19677.89</c:v>
                </c:pt>
                <c:pt idx="3599">
                  <c:v>19842.79</c:v>
                </c:pt>
                <c:pt idx="3600">
                  <c:v>19242.5</c:v>
                </c:pt>
                <c:pt idx="3601">
                  <c:v>19733.71</c:v>
                </c:pt>
                <c:pt idx="3602">
                  <c:v>19369.96</c:v>
                </c:pt>
                <c:pt idx="3603">
                  <c:v>19864.87</c:v>
                </c:pt>
                <c:pt idx="3604">
                  <c:v>20019.240000000002</c:v>
                </c:pt>
                <c:pt idx="3605">
                  <c:v>19688.7</c:v>
                </c:pt>
                <c:pt idx="3606">
                  <c:v>19066.54</c:v>
                </c:pt>
                <c:pt idx="3607">
                  <c:v>18968.2</c:v>
                </c:pt>
                <c:pt idx="3608">
                  <c:v>18771.82</c:v>
                </c:pt>
                <c:pt idx="3609">
                  <c:v>18025.72</c:v>
                </c:pt>
                <c:pt idx="3610">
                  <c:v>17983.099999999999</c:v>
                </c:pt>
                <c:pt idx="3611">
                  <c:v>18309.22</c:v>
                </c:pt>
                <c:pt idx="3612">
                  <c:v>18076.46</c:v>
                </c:pt>
                <c:pt idx="3613">
                  <c:v>18873.990000000002</c:v>
                </c:pt>
                <c:pt idx="3614">
                  <c:v>18501.79</c:v>
                </c:pt>
                <c:pt idx="3615">
                  <c:v>18757.810000000001</c:v>
                </c:pt>
                <c:pt idx="3616">
                  <c:v>18329.46</c:v>
                </c:pt>
                <c:pt idx="3617">
                  <c:v>18141.59</c:v>
                </c:pt>
                <c:pt idx="3618">
                  <c:v>17711.060000000001</c:v>
                </c:pt>
                <c:pt idx="3619">
                  <c:v>17707.009999999998</c:v>
                </c:pt>
                <c:pt idx="3620">
                  <c:v>17172.28</c:v>
                </c:pt>
                <c:pt idx="3621">
                  <c:v>16250.27</c:v>
                </c:pt>
                <c:pt idx="3622">
                  <c:v>16822.150000000001</c:v>
                </c:pt>
                <c:pt idx="3623">
                  <c:v>17592.41</c:v>
                </c:pt>
                <c:pt idx="3624">
                  <c:v>18011.060000000001</c:v>
                </c:pt>
                <c:pt idx="3625">
                  <c:v>18130.55</c:v>
                </c:pt>
                <c:pt idx="3626">
                  <c:v>17407.8</c:v>
                </c:pt>
                <c:pt idx="3627">
                  <c:v>17668.830000000002</c:v>
                </c:pt>
                <c:pt idx="3628">
                  <c:v>17911.95</c:v>
                </c:pt>
                <c:pt idx="3629">
                  <c:v>18824.169999999998</c:v>
                </c:pt>
                <c:pt idx="3630">
                  <c:v>19014.8</c:v>
                </c:pt>
                <c:pt idx="3631">
                  <c:v>18917.95</c:v>
                </c:pt>
                <c:pt idx="3632">
                  <c:v>19455.310000000001</c:v>
                </c:pt>
                <c:pt idx="3633">
                  <c:v>19181.5</c:v>
                </c:pt>
                <c:pt idx="3634">
                  <c:v>19045.439999999999</c:v>
                </c:pt>
                <c:pt idx="3635">
                  <c:v>19030.54</c:v>
                </c:pt>
                <c:pt idx="3636">
                  <c:v>19866.63</c:v>
                </c:pt>
                <c:pt idx="3637">
                  <c:v>19912.82</c:v>
                </c:pt>
                <c:pt idx="3638">
                  <c:v>20048</c:v>
                </c:pt>
                <c:pt idx="3639">
                  <c:v>19710.5</c:v>
                </c:pt>
                <c:pt idx="3640">
                  <c:v>19616.400000000001</c:v>
                </c:pt>
                <c:pt idx="3641">
                  <c:v>20212.91</c:v>
                </c:pt>
                <c:pt idx="3642">
                  <c:v>20585.330000000002</c:v>
                </c:pt>
                <c:pt idx="3643">
                  <c:v>20534.849999999999</c:v>
                </c:pt>
                <c:pt idx="3644">
                  <c:v>20204.169999999998</c:v>
                </c:pt>
                <c:pt idx="3645">
                  <c:v>19865.11</c:v>
                </c:pt>
                <c:pt idx="3646">
                  <c:v>19582.88</c:v>
                </c:pt>
                <c:pt idx="3647">
                  <c:v>19752.48</c:v>
                </c:pt>
                <c:pt idx="3648">
                  <c:v>19466.79</c:v>
                </c:pt>
                <c:pt idx="3649">
                  <c:v>19875.53</c:v>
                </c:pt>
                <c:pt idx="3650">
                  <c:v>19486.87</c:v>
                </c:pt>
                <c:pt idx="3651">
                  <c:v>19399.919999999998</c:v>
                </c:pt>
                <c:pt idx="3652">
                  <c:v>20016.27</c:v>
                </c:pt>
                <c:pt idx="3653">
                  <c:v>20289.03</c:v>
                </c:pt>
                <c:pt idx="3654">
                  <c:v>20212.080000000002</c:v>
                </c:pt>
                <c:pt idx="3655">
                  <c:v>20260.099999999999</c:v>
                </c:pt>
                <c:pt idx="3656">
                  <c:v>19620.009999999998</c:v>
                </c:pt>
                <c:pt idx="3657">
                  <c:v>19595.14</c:v>
                </c:pt>
                <c:pt idx="3658">
                  <c:v>19783.669999999998</c:v>
                </c:pt>
                <c:pt idx="3659">
                  <c:v>19330.7</c:v>
                </c:pt>
                <c:pt idx="3660">
                  <c:v>20490.57</c:v>
                </c:pt>
                <c:pt idx="3661">
                  <c:v>20946.14</c:v>
                </c:pt>
                <c:pt idx="3662">
                  <c:v>21884.74</c:v>
                </c:pt>
                <c:pt idx="3663">
                  <c:v>21992.720000000001</c:v>
                </c:pt>
                <c:pt idx="3664">
                  <c:v>22421.46</c:v>
                </c:pt>
                <c:pt idx="3665">
                  <c:v>22663.37</c:v>
                </c:pt>
                <c:pt idx="3666">
                  <c:v>22440.25</c:v>
                </c:pt>
                <c:pt idx="3667">
                  <c:v>22570.74</c:v>
                </c:pt>
                <c:pt idx="3668">
                  <c:v>22541.69</c:v>
                </c:pt>
                <c:pt idx="3669">
                  <c:v>22572.080000000002</c:v>
                </c:pt>
                <c:pt idx="3670">
                  <c:v>22293.29</c:v>
                </c:pt>
                <c:pt idx="3671">
                  <c:v>22444.799999999999</c:v>
                </c:pt>
                <c:pt idx="3672">
                  <c:v>21987.29</c:v>
                </c:pt>
                <c:pt idx="3673">
                  <c:v>22003.69</c:v>
                </c:pt>
                <c:pt idx="3674">
                  <c:v>21902.400000000001</c:v>
                </c:pt>
                <c:pt idx="3675">
                  <c:v>21804.75</c:v>
                </c:pt>
                <c:pt idx="3676">
                  <c:v>21875.38</c:v>
                </c:pt>
                <c:pt idx="3677">
                  <c:v>21940.2</c:v>
                </c:pt>
                <c:pt idx="3678">
                  <c:v>21926.880000000001</c:v>
                </c:pt>
                <c:pt idx="3679">
                  <c:v>21663.16</c:v>
                </c:pt>
                <c:pt idx="3680">
                  <c:v>22347.23</c:v>
                </c:pt>
                <c:pt idx="3681">
                  <c:v>22726.43</c:v>
                </c:pt>
                <c:pt idx="3682">
                  <c:v>22530.18</c:v>
                </c:pt>
                <c:pt idx="3683">
                  <c:v>22517.55</c:v>
                </c:pt>
                <c:pt idx="3684">
                  <c:v>22747.95</c:v>
                </c:pt>
                <c:pt idx="3685">
                  <c:v>22770.47</c:v>
                </c:pt>
                <c:pt idx="3686">
                  <c:v>22398.1</c:v>
                </c:pt>
                <c:pt idx="3687">
                  <c:v>22061.18</c:v>
                </c:pt>
                <c:pt idx="3688">
                  <c:v>22061.78</c:v>
                </c:pt>
                <c:pt idx="3689">
                  <c:v>22041.77</c:v>
                </c:pt>
                <c:pt idx="3690">
                  <c:v>22171.95</c:v>
                </c:pt>
                <c:pt idx="3691">
                  <c:v>21759.14</c:v>
                </c:pt>
                <c:pt idx="3692">
                  <c:v>21859.97</c:v>
                </c:pt>
                <c:pt idx="3693">
                  <c:v>21850.59</c:v>
                </c:pt>
                <c:pt idx="3694">
                  <c:v>21599.51</c:v>
                </c:pt>
                <c:pt idx="3695">
                  <c:v>21695.26</c:v>
                </c:pt>
                <c:pt idx="3696">
                  <c:v>21953.11</c:v>
                </c:pt>
                <c:pt idx="3697">
                  <c:v>22343.77</c:v>
                </c:pt>
                <c:pt idx="3698">
                  <c:v>22496</c:v>
                </c:pt>
                <c:pt idx="3699">
                  <c:v>22508.080000000002</c:v>
                </c:pt>
                <c:pt idx="3700">
                  <c:v>22420.37</c:v>
                </c:pt>
                <c:pt idx="3701">
                  <c:v>22609.83</c:v>
                </c:pt>
                <c:pt idx="3702">
                  <c:v>22661.63</c:v>
                </c:pt>
                <c:pt idx="3703">
                  <c:v>22868.67</c:v>
                </c:pt>
                <c:pt idx="3704">
                  <c:v>22949.56</c:v>
                </c:pt>
                <c:pt idx="3705">
                  <c:v>23253.84</c:v>
                </c:pt>
                <c:pt idx="3706">
                  <c:v>23626.43</c:v>
                </c:pt>
                <c:pt idx="3707">
                  <c:v>23684.13</c:v>
                </c:pt>
                <c:pt idx="3708">
                  <c:v>23184.32</c:v>
                </c:pt>
                <c:pt idx="3709">
                  <c:v>23118.07</c:v>
                </c:pt>
                <c:pt idx="3710">
                  <c:v>22900.79</c:v>
                </c:pt>
                <c:pt idx="3711">
                  <c:v>22747.279999999999</c:v>
                </c:pt>
                <c:pt idx="3712">
                  <c:v>22730.78</c:v>
                </c:pt>
                <c:pt idx="3713">
                  <c:v>22711.02</c:v>
                </c:pt>
                <c:pt idx="3714">
                  <c:v>23199.39</c:v>
                </c:pt>
                <c:pt idx="3715">
                  <c:v>23163.38</c:v>
                </c:pt>
                <c:pt idx="3716">
                  <c:v>23011.14</c:v>
                </c:pt>
                <c:pt idx="3717">
                  <c:v>22901.08</c:v>
                </c:pt>
                <c:pt idx="3718">
                  <c:v>22960.63</c:v>
                </c:pt>
                <c:pt idx="3719">
                  <c:v>23276.27</c:v>
                </c:pt>
                <c:pt idx="3720">
                  <c:v>23073.759999999998</c:v>
                </c:pt>
                <c:pt idx="3721">
                  <c:v>23291.8</c:v>
                </c:pt>
                <c:pt idx="3722">
                  <c:v>23336</c:v>
                </c:pt>
                <c:pt idx="3723">
                  <c:v>23159.14</c:v>
                </c:pt>
                <c:pt idx="3724">
                  <c:v>23261.61</c:v>
                </c:pt>
                <c:pt idx="3725">
                  <c:v>23315.24</c:v>
                </c:pt>
                <c:pt idx="3726">
                  <c:v>23633.25</c:v>
                </c:pt>
                <c:pt idx="3727">
                  <c:v>23720.81</c:v>
                </c:pt>
                <c:pt idx="3728">
                  <c:v>23805.63</c:v>
                </c:pt>
                <c:pt idx="3729">
                  <c:v>23892.84</c:v>
                </c:pt>
                <c:pt idx="3730">
                  <c:v>24007.38</c:v>
                </c:pt>
                <c:pt idx="3731">
                  <c:v>24138.31</c:v>
                </c:pt>
                <c:pt idx="3732">
                  <c:v>23896.1</c:v>
                </c:pt>
                <c:pt idx="3733">
                  <c:v>23520.62</c:v>
                </c:pt>
                <c:pt idx="3734">
                  <c:v>23830.31</c:v>
                </c:pt>
                <c:pt idx="3735">
                  <c:v>24008.07</c:v>
                </c:pt>
                <c:pt idx="3736">
                  <c:v>24014</c:v>
                </c:pt>
                <c:pt idx="3737">
                  <c:v>24135.03</c:v>
                </c:pt>
                <c:pt idx="3738">
                  <c:v>23976.37</c:v>
                </c:pt>
                <c:pt idx="3739">
                  <c:v>24303.07</c:v>
                </c:pt>
                <c:pt idx="3740">
                  <c:v>24396.07</c:v>
                </c:pt>
                <c:pt idx="3741">
                  <c:v>24281.8</c:v>
                </c:pt>
                <c:pt idx="3742">
                  <c:v>24285.05</c:v>
                </c:pt>
                <c:pt idx="3743">
                  <c:v>24150.58</c:v>
                </c:pt>
                <c:pt idx="3744">
                  <c:v>23801.9</c:v>
                </c:pt>
                <c:pt idx="3745">
                  <c:v>23527.52</c:v>
                </c:pt>
                <c:pt idx="3746">
                  <c:v>23451.43</c:v>
                </c:pt>
                <c:pt idx="3747">
                  <c:v>23060.36</c:v>
                </c:pt>
                <c:pt idx="3748">
                  <c:v>23068.19</c:v>
                </c:pt>
                <c:pt idx="3749">
                  <c:v>23158.67</c:v>
                </c:pt>
                <c:pt idx="3750">
                  <c:v>22915.279999999999</c:v>
                </c:pt>
                <c:pt idx="3751">
                  <c:v>22825.4</c:v>
                </c:pt>
                <c:pt idx="3752">
                  <c:v>22857.9</c:v>
                </c:pt>
                <c:pt idx="3753">
                  <c:v>22685.22</c:v>
                </c:pt>
                <c:pt idx="3754">
                  <c:v>22300.23</c:v>
                </c:pt>
                <c:pt idx="3755">
                  <c:v>22284.43</c:v>
                </c:pt>
                <c:pt idx="3756">
                  <c:v>22700.880000000001</c:v>
                </c:pt>
                <c:pt idx="3757">
                  <c:v>22678.25</c:v>
                </c:pt>
                <c:pt idx="3758">
                  <c:v>23345.88</c:v>
                </c:pt>
                <c:pt idx="3759">
                  <c:v>23249.78</c:v>
                </c:pt>
                <c:pt idx="3760">
                  <c:v>23614.89</c:v>
                </c:pt>
                <c:pt idx="3761">
                  <c:v>23810.11</c:v>
                </c:pt>
                <c:pt idx="3762">
                  <c:v>23711.7</c:v>
                </c:pt>
                <c:pt idx="3763">
                  <c:v>23313.19</c:v>
                </c:pt>
                <c:pt idx="3764">
                  <c:v>23408.86</c:v>
                </c:pt>
                <c:pt idx="3765">
                  <c:v>23122.42</c:v>
                </c:pt>
                <c:pt idx="3766">
                  <c:v>23048.66</c:v>
                </c:pt>
                <c:pt idx="3767">
                  <c:v>23396.42</c:v>
                </c:pt>
                <c:pt idx="3768">
                  <c:v>23338.02</c:v>
                </c:pt>
                <c:pt idx="3769">
                  <c:v>23012.37</c:v>
                </c:pt>
                <c:pt idx="3770">
                  <c:v>22601.040000000001</c:v>
                </c:pt>
                <c:pt idx="3771">
                  <c:v>22906.9</c:v>
                </c:pt>
                <c:pt idx="3772">
                  <c:v>22990.81</c:v>
                </c:pt>
                <c:pt idx="3773">
                  <c:v>23485.42</c:v>
                </c:pt>
                <c:pt idx="3774">
                  <c:v>23595.24</c:v>
                </c:pt>
                <c:pt idx="3775">
                  <c:v>23301.84</c:v>
                </c:pt>
                <c:pt idx="3776">
                  <c:v>23156.97</c:v>
                </c:pt>
                <c:pt idx="3777">
                  <c:v>22899.78</c:v>
                </c:pt>
                <c:pt idx="3778">
                  <c:v>23121.06</c:v>
                </c:pt>
                <c:pt idx="3779">
                  <c:v>22828.92</c:v>
                </c:pt>
                <c:pt idx="3780">
                  <c:v>22708.62</c:v>
                </c:pt>
                <c:pt idx="3781">
                  <c:v>23164.03</c:v>
                </c:pt>
                <c:pt idx="3782">
                  <c:v>23484.3</c:v>
                </c:pt>
                <c:pt idx="3783">
                  <c:v>23553.59</c:v>
                </c:pt>
                <c:pt idx="3784">
                  <c:v>23908.959999999999</c:v>
                </c:pt>
                <c:pt idx="3785">
                  <c:v>23482.95</c:v>
                </c:pt>
                <c:pt idx="3786">
                  <c:v>23447.34</c:v>
                </c:pt>
                <c:pt idx="3787">
                  <c:v>23617.02</c:v>
                </c:pt>
                <c:pt idx="3788">
                  <c:v>23779.62</c:v>
                </c:pt>
                <c:pt idx="3789">
                  <c:v>23843.24</c:v>
                </c:pt>
                <c:pt idx="3790">
                  <c:v>23788.83</c:v>
                </c:pt>
                <c:pt idx="3791">
                  <c:v>23801.78</c:v>
                </c:pt>
                <c:pt idx="3792">
                  <c:v>23876.86</c:v>
                </c:pt>
                <c:pt idx="3793">
                  <c:v>24003.7</c:v>
                </c:pt>
                <c:pt idx="3794">
                  <c:v>24419.62</c:v>
                </c:pt>
                <c:pt idx="3795">
                  <c:v>24153.98</c:v>
                </c:pt>
                <c:pt idx="3796">
                  <c:v>24156.97</c:v>
                </c:pt>
                <c:pt idx="3797">
                  <c:v>24283.23</c:v>
                </c:pt>
                <c:pt idx="3798">
                  <c:v>24238.98</c:v>
                </c:pt>
                <c:pt idx="3799">
                  <c:v>24125.61</c:v>
                </c:pt>
                <c:pt idx="3800">
                  <c:v>23760.34</c:v>
                </c:pt>
                <c:pt idx="3801">
                  <c:v>23527.26</c:v>
                </c:pt>
                <c:pt idx="3802">
                  <c:v>23686.63</c:v>
                </c:pt>
                <c:pt idx="3803">
                  <c:v>23786.3</c:v>
                </c:pt>
                <c:pt idx="3804">
                  <c:v>23757.82</c:v>
                </c:pt>
                <c:pt idx="3805">
                  <c:v>23668.48</c:v>
                </c:pt>
                <c:pt idx="3806">
                  <c:v>23436.05</c:v>
                </c:pt>
                <c:pt idx="3807">
                  <c:v>23035.45</c:v>
                </c:pt>
                <c:pt idx="3808">
                  <c:v>22999.34</c:v>
                </c:pt>
                <c:pt idx="3809">
                  <c:v>22969.3</c:v>
                </c:pt>
                <c:pt idx="3810">
                  <c:v>22621.73</c:v>
                </c:pt>
                <c:pt idx="3811">
                  <c:v>22833.8</c:v>
                </c:pt>
                <c:pt idx="3812">
                  <c:v>22902.97</c:v>
                </c:pt>
                <c:pt idx="3813">
                  <c:v>23045.19</c:v>
                </c:pt>
                <c:pt idx="3814">
                  <c:v>22993.86</c:v>
                </c:pt>
                <c:pt idx="3815">
                  <c:v>22639.08</c:v>
                </c:pt>
                <c:pt idx="3816">
                  <c:v>22714.85</c:v>
                </c:pt>
                <c:pt idx="3817">
                  <c:v>22668.78</c:v>
                </c:pt>
                <c:pt idx="3818">
                  <c:v>22975.35</c:v>
                </c:pt>
                <c:pt idx="3819">
                  <c:v>23431.19</c:v>
                </c:pt>
                <c:pt idx="3820">
                  <c:v>23317.61</c:v>
                </c:pt>
                <c:pt idx="3821">
                  <c:v>23162.91</c:v>
                </c:pt>
                <c:pt idx="3822">
                  <c:v>23171.8</c:v>
                </c:pt>
                <c:pt idx="3823">
                  <c:v>23092.52</c:v>
                </c:pt>
                <c:pt idx="3824">
                  <c:v>23428.15</c:v>
                </c:pt>
                <c:pt idx="3825">
                  <c:v>23237.69</c:v>
                </c:pt>
                <c:pt idx="3826">
                  <c:v>23320.52</c:v>
                </c:pt>
                <c:pt idx="3827">
                  <c:v>23448.78</c:v>
                </c:pt>
                <c:pt idx="3828">
                  <c:v>23249.8</c:v>
                </c:pt>
                <c:pt idx="3829">
                  <c:v>23007.99</c:v>
                </c:pt>
                <c:pt idx="3830">
                  <c:v>23166.22</c:v>
                </c:pt>
                <c:pt idx="3831">
                  <c:v>22877.25</c:v>
                </c:pt>
                <c:pt idx="3832">
                  <c:v>23054.68</c:v>
                </c:pt>
                <c:pt idx="3833">
                  <c:v>23023.86</c:v>
                </c:pt>
                <c:pt idx="3834">
                  <c:v>22896.14</c:v>
                </c:pt>
                <c:pt idx="3835">
                  <c:v>23524.02</c:v>
                </c:pt>
                <c:pt idx="3836">
                  <c:v>23605.71</c:v>
                </c:pt>
                <c:pt idx="3837">
                  <c:v>23637.39</c:v>
                </c:pt>
                <c:pt idx="3838">
                  <c:v>23214.46</c:v>
                </c:pt>
                <c:pt idx="3839">
                  <c:v>23693.02</c:v>
                </c:pt>
                <c:pt idx="3840">
                  <c:v>24027.18</c:v>
                </c:pt>
                <c:pt idx="3841">
                  <c:v>24222.58</c:v>
                </c:pt>
                <c:pt idx="3842">
                  <c:v>24700.3</c:v>
                </c:pt>
                <c:pt idx="3843">
                  <c:v>24500.61</c:v>
                </c:pt>
                <c:pt idx="3844">
                  <c:v>24710.6</c:v>
                </c:pt>
                <c:pt idx="3845">
                  <c:v>24964.37</c:v>
                </c:pt>
                <c:pt idx="3846">
                  <c:v>24876.82</c:v>
                </c:pt>
                <c:pt idx="3847">
                  <c:v>24535.63</c:v>
                </c:pt>
                <c:pt idx="3848">
                  <c:v>24144.67</c:v>
                </c:pt>
                <c:pt idx="3849">
                  <c:v>23671.42</c:v>
                </c:pt>
                <c:pt idx="3850">
                  <c:v>23652.94</c:v>
                </c:pt>
                <c:pt idx="3851">
                  <c:v>23096.32</c:v>
                </c:pt>
                <c:pt idx="3852">
                  <c:v>23210.86</c:v>
                </c:pt>
                <c:pt idx="3853">
                  <c:v>23164.58</c:v>
                </c:pt>
                <c:pt idx="3854">
                  <c:v>23601.24</c:v>
                </c:pt>
                <c:pt idx="3855">
                  <c:v>23627.91</c:v>
                </c:pt>
                <c:pt idx="3856">
                  <c:v>23517.54</c:v>
                </c:pt>
                <c:pt idx="3857">
                  <c:v>23649.48</c:v>
                </c:pt>
                <c:pt idx="3858">
                  <c:v>23556.5</c:v>
                </c:pt>
                <c:pt idx="3859">
                  <c:v>23763.73</c:v>
                </c:pt>
                <c:pt idx="3860">
                  <c:v>23469.38</c:v>
                </c:pt>
                <c:pt idx="3861">
                  <c:v>23757.63</c:v>
                </c:pt>
                <c:pt idx="3862">
                  <c:v>23852.17</c:v>
                </c:pt>
                <c:pt idx="3863">
                  <c:v>23457.69</c:v>
                </c:pt>
                <c:pt idx="3864">
                  <c:v>23121.7</c:v>
                </c:pt>
                <c:pt idx="3865">
                  <c:v>23207.31</c:v>
                </c:pt>
                <c:pt idx="3866">
                  <c:v>22944.18</c:v>
                </c:pt>
                <c:pt idx="3867">
                  <c:v>22884.32</c:v>
                </c:pt>
                <c:pt idx="3868">
                  <c:v>22880.41</c:v>
                </c:pt>
                <c:pt idx="3869">
                  <c:v>22639.14</c:v>
                </c:pt>
                <c:pt idx="3870">
                  <c:v>22618.66</c:v>
                </c:pt>
                <c:pt idx="3871">
                  <c:v>22358.169900000001</c:v>
                </c:pt>
                <c:pt idx="3872">
                  <c:v>22378.669900000001</c:v>
                </c:pt>
                <c:pt idx="3873">
                  <c:v>22109.949199999999</c:v>
                </c:pt>
                <c:pt idx="3874">
                  <c:v>22340.839800000002</c:v>
                </c:pt>
                <c:pt idx="3875">
                  <c:v>22119.429700000001</c:v>
                </c:pt>
                <c:pt idx="3876">
                  <c:v>22047.710899999998</c:v>
                </c:pt>
                <c:pt idx="3877">
                  <c:v>22002.589800000002</c:v>
                </c:pt>
                <c:pt idx="3878">
                  <c:v>21977.339800000002</c:v>
                </c:pt>
                <c:pt idx="3879">
                  <c:v>21970.859400000001</c:v>
                </c:pt>
                <c:pt idx="3880">
                  <c:v>21691.45</c:v>
                </c:pt>
                <c:pt idx="3881">
                  <c:v>21725.640599999999</c:v>
                </c:pt>
                <c:pt idx="3882">
                  <c:v>21696.039100000002</c:v>
                </c:pt>
                <c:pt idx="3883">
                  <c:v>21658.349600000001</c:v>
                </c:pt>
                <c:pt idx="3884">
                  <c:v>21257.390599999999</c:v>
                </c:pt>
                <c:pt idx="3885">
                  <c:v>21167.269499999999</c:v>
                </c:pt>
                <c:pt idx="3886">
                  <c:v>21088.859400000001</c:v>
                </c:pt>
                <c:pt idx="3887">
                  <c:v>21401.789100000002</c:v>
                </c:pt>
                <c:pt idx="3888">
                  <c:v>21355.769499999999</c:v>
                </c:pt>
                <c:pt idx="3889">
                  <c:v>20971.5</c:v>
                </c:pt>
                <c:pt idx="3890">
                  <c:v>20868.919900000001</c:v>
                </c:pt>
                <c:pt idx="3891">
                  <c:v>20623.830099999999</c:v>
                </c:pt>
                <c:pt idx="3892">
                  <c:v>20536.4902</c:v>
                </c:pt>
                <c:pt idx="3893">
                  <c:v>20737.220700000002</c:v>
                </c:pt>
                <c:pt idx="3894">
                  <c:v>20597.349600000001</c:v>
                </c:pt>
                <c:pt idx="3895">
                  <c:v>20612.0605</c:v>
                </c:pt>
                <c:pt idx="3896">
                  <c:v>20634.980500000001</c:v>
                </c:pt>
                <c:pt idx="3897">
                  <c:v>20658.710899999998</c:v>
                </c:pt>
                <c:pt idx="3898">
                  <c:v>20889.0098</c:v>
                </c:pt>
                <c:pt idx="3899">
                  <c:v>20981.820299999999</c:v>
                </c:pt>
                <c:pt idx="3900">
                  <c:v>21072.460899999998</c:v>
                </c:pt>
                <c:pt idx="3901">
                  <c:v>21022.730500000001</c:v>
                </c:pt>
                <c:pt idx="3902">
                  <c:v>21137.429700000001</c:v>
                </c:pt>
                <c:pt idx="3903">
                  <c:v>21112.1191</c:v>
                </c:pt>
                <c:pt idx="3904">
                  <c:v>21071.570299999999</c:v>
                </c:pt>
                <c:pt idx="3905">
                  <c:v>21105.710899999998</c:v>
                </c:pt>
                <c:pt idx="3906">
                  <c:v>21294.539100000002</c:v>
                </c:pt>
                <c:pt idx="3907">
                  <c:v>21473.599600000001</c:v>
                </c:pt>
                <c:pt idx="3908">
                  <c:v>21801.589800000002</c:v>
                </c:pt>
                <c:pt idx="3909">
                  <c:v>21678.800800000001</c:v>
                </c:pt>
                <c:pt idx="3910">
                  <c:v>21551.720700000002</c:v>
                </c:pt>
                <c:pt idx="3911">
                  <c:v>21549.8809</c:v>
                </c:pt>
                <c:pt idx="3912">
                  <c:v>21457.660199999998</c:v>
                </c:pt>
                <c:pt idx="3913">
                  <c:v>21412.789100000002</c:v>
                </c:pt>
                <c:pt idx="3914">
                  <c:v>21029.8105</c:v>
                </c:pt>
                <c:pt idx="3915">
                  <c:v>21093.820299999999</c:v>
                </c:pt>
                <c:pt idx="3916">
                  <c:v>21091.179700000001</c:v>
                </c:pt>
                <c:pt idx="3917">
                  <c:v>20973.390599999999</c:v>
                </c:pt>
                <c:pt idx="3918">
                  <c:v>20839.910199999998</c:v>
                </c:pt>
                <c:pt idx="3919">
                  <c:v>20815.330099999999</c:v>
                </c:pt>
                <c:pt idx="3920">
                  <c:v>20589.699199999999</c:v>
                </c:pt>
                <c:pt idx="3921">
                  <c:v>20487.230500000001</c:v>
                </c:pt>
                <c:pt idx="3922">
                  <c:v>20264.589800000002</c:v>
                </c:pt>
                <c:pt idx="3923">
                  <c:v>20090.949199999999</c:v>
                </c:pt>
                <c:pt idx="3924">
                  <c:v>20250.160199999998</c:v>
                </c:pt>
                <c:pt idx="3925">
                  <c:v>20255.6191</c:v>
                </c:pt>
                <c:pt idx="3926">
                  <c:v>20560.8105</c:v>
                </c:pt>
                <c:pt idx="3927">
                  <c:v>20431.0605</c:v>
                </c:pt>
                <c:pt idx="3928">
                  <c:v>20467.429700000001</c:v>
                </c:pt>
                <c:pt idx="3929">
                  <c:v>20378.660199999998</c:v>
                </c:pt>
                <c:pt idx="3930">
                  <c:v>20050.5605</c:v>
                </c:pt>
                <c:pt idx="3931">
                  <c:v>19857.070299999999</c:v>
                </c:pt>
                <c:pt idx="3932">
                  <c:v>20084.1191</c:v>
                </c:pt>
                <c:pt idx="3933">
                  <c:v>19842.199199999999</c:v>
                </c:pt>
                <c:pt idx="3934">
                  <c:v>19905.320299999999</c:v>
                </c:pt>
                <c:pt idx="3935">
                  <c:v>20128.9902</c:v>
                </c:pt>
                <c:pt idx="3936">
                  <c:v>20248.900399999999</c:v>
                </c:pt>
                <c:pt idx="3937">
                  <c:v>20726.679700000001</c:v>
                </c:pt>
                <c:pt idx="3938">
                  <c:v>20690.789100000002</c:v>
                </c:pt>
                <c:pt idx="3939">
                  <c:v>20733.4902</c:v>
                </c:pt>
                <c:pt idx="3940">
                  <c:v>20856.609400000001</c:v>
                </c:pt>
                <c:pt idx="3941">
                  <c:v>20819.080099999999</c:v>
                </c:pt>
                <c:pt idx="3942">
                  <c:v>20912.179700000001</c:v>
                </c:pt>
                <c:pt idx="3943">
                  <c:v>20286.710899999998</c:v>
                </c:pt>
                <c:pt idx="3944">
                  <c:v>20138.400399999999</c:v>
                </c:pt>
                <c:pt idx="3945">
                  <c:v>20062.150399999999</c:v>
                </c:pt>
                <c:pt idx="3946">
                  <c:v>20051.910199999998</c:v>
                </c:pt>
                <c:pt idx="3947">
                  <c:v>19872.3809</c:v>
                </c:pt>
                <c:pt idx="3948">
                  <c:v>19632.699199999999</c:v>
                </c:pt>
                <c:pt idx="3949">
                  <c:v>19621.2402</c:v>
                </c:pt>
                <c:pt idx="3950">
                  <c:v>19487.480500000001</c:v>
                </c:pt>
                <c:pt idx="3951">
                  <c:v>19378.150399999999</c:v>
                </c:pt>
                <c:pt idx="3952">
                  <c:v>19780.070299999999</c:v>
                </c:pt>
                <c:pt idx="3953">
                  <c:v>19786.710899999998</c:v>
                </c:pt>
                <c:pt idx="3954">
                  <c:v>19471.800800000001</c:v>
                </c:pt>
                <c:pt idx="3955">
                  <c:v>19496.949199999999</c:v>
                </c:pt>
                <c:pt idx="3956">
                  <c:v>19765.1895</c:v>
                </c:pt>
                <c:pt idx="3957">
                  <c:v>19766.71</c:v>
                </c:pt>
                <c:pt idx="3958">
                  <c:v>19431.3691</c:v>
                </c:pt>
                <c:pt idx="3959">
                  <c:v>19196.449199999999</c:v>
                </c:pt>
                <c:pt idx="3960">
                  <c:v>18985.5</c:v>
                </c:pt>
                <c:pt idx="3961">
                  <c:v>19667.7598</c:v>
                </c:pt>
                <c:pt idx="3962">
                  <c:v>19545.830099999999</c:v>
                </c:pt>
                <c:pt idx="3963">
                  <c:v>19578.980500000001</c:v>
                </c:pt>
                <c:pt idx="3964">
                  <c:v>19944.9395</c:v>
                </c:pt>
                <c:pt idx="3965">
                  <c:v>19715.199199999999</c:v>
                </c:pt>
                <c:pt idx="3966">
                  <c:v>20145.429700000001</c:v>
                </c:pt>
                <c:pt idx="3967">
                  <c:v>20422.460899999998</c:v>
                </c:pt>
                <c:pt idx="3968">
                  <c:v>20212.4902</c:v>
                </c:pt>
                <c:pt idx="3969">
                  <c:v>20146.5098</c:v>
                </c:pt>
                <c:pt idx="3970">
                  <c:v>20426.640599999999</c:v>
                </c:pt>
                <c:pt idx="3971">
                  <c:v>19920.289100000002</c:v>
                </c:pt>
                <c:pt idx="3972">
                  <c:v>20133.410199999998</c:v>
                </c:pt>
                <c:pt idx="3973">
                  <c:v>20327.539100000002</c:v>
                </c:pt>
                <c:pt idx="3974">
                  <c:v>20763.050800000001</c:v>
                </c:pt>
                <c:pt idx="3975">
                  <c:v>20811.359400000001</c:v>
                </c:pt>
                <c:pt idx="3976">
                  <c:v>21108.589800000002</c:v>
                </c:pt>
                <c:pt idx="3977">
                  <c:v>20778.919900000001</c:v>
                </c:pt>
                <c:pt idx="3978">
                  <c:v>20949.400399999999</c:v>
                </c:pt>
                <c:pt idx="3979">
                  <c:v>21261.789100000002</c:v>
                </c:pt>
                <c:pt idx="3980">
                  <c:v>21587.0605</c:v>
                </c:pt>
                <c:pt idx="3981">
                  <c:v>21244.4902</c:v>
                </c:pt>
                <c:pt idx="3982">
                  <c:v>21454.9395</c:v>
                </c:pt>
                <c:pt idx="3983">
                  <c:v>21510.929700000001</c:v>
                </c:pt>
                <c:pt idx="3984">
                  <c:v>21623.3809</c:v>
                </c:pt>
                <c:pt idx="3985">
                  <c:v>21405.169900000001</c:v>
                </c:pt>
                <c:pt idx="3986">
                  <c:v>21865.2598</c:v>
                </c:pt>
                <c:pt idx="3987">
                  <c:v>22157.820299999999</c:v>
                </c:pt>
                <c:pt idx="3988">
                  <c:v>22121.429700000001</c:v>
                </c:pt>
                <c:pt idx="3989">
                  <c:v>22103.529299999998</c:v>
                </c:pt>
                <c:pt idx="3990">
                  <c:v>22138.17</c:v>
                </c:pt>
                <c:pt idx="3991">
                  <c:v>22208.5</c:v>
                </c:pt>
                <c:pt idx="3992">
                  <c:v>21867.039100000002</c:v>
                </c:pt>
                <c:pt idx="3993">
                  <c:v>21928.769499999999</c:v>
                </c:pt>
                <c:pt idx="3994">
                  <c:v>21537</c:v>
                </c:pt>
                <c:pt idx="3995">
                  <c:v>21239.349600000001</c:v>
                </c:pt>
                <c:pt idx="3996">
                  <c:v>21374.79</c:v>
                </c:pt>
                <c:pt idx="3997">
                  <c:v>21237.429700000001</c:v>
                </c:pt>
                <c:pt idx="3998">
                  <c:v>21053.109400000001</c:v>
                </c:pt>
                <c:pt idx="3999">
                  <c:v>20778.550800000001</c:v>
                </c:pt>
                <c:pt idx="4000">
                  <c:v>21008.6191</c:v>
                </c:pt>
                <c:pt idx="4001">
                  <c:v>20987.779299999998</c:v>
                </c:pt>
                <c:pt idx="4002">
                  <c:v>20933.25</c:v>
                </c:pt>
                <c:pt idx="4003">
                  <c:v>21370.820299999999</c:v>
                </c:pt>
                <c:pt idx="4004">
                  <c:v>21330.669900000001</c:v>
                </c:pt>
                <c:pt idx="4005">
                  <c:v>21384.4902</c:v>
                </c:pt>
                <c:pt idx="4006">
                  <c:v>21022.929700000001</c:v>
                </c:pt>
                <c:pt idx="4007">
                  <c:v>21079.099600000001</c:v>
                </c:pt>
                <c:pt idx="4008">
                  <c:v>21209.7402</c:v>
                </c:pt>
                <c:pt idx="4009">
                  <c:v>21228.199199999999</c:v>
                </c:pt>
                <c:pt idx="4010">
                  <c:v>21208.289100000002</c:v>
                </c:pt>
                <c:pt idx="4011">
                  <c:v>21207.550800000001</c:v>
                </c:pt>
                <c:pt idx="4012">
                  <c:v>21196.8691</c:v>
                </c:pt>
                <c:pt idx="4013">
                  <c:v>20787.970700000002</c:v>
                </c:pt>
                <c:pt idx="4014">
                  <c:v>20575.779299999998</c:v>
                </c:pt>
                <c:pt idx="4015">
                  <c:v>20876.789100000002</c:v>
                </c:pt>
                <c:pt idx="4016">
                  <c:v>20906.109400000001</c:v>
                </c:pt>
                <c:pt idx="4017">
                  <c:v>21056.929700000001</c:v>
                </c:pt>
                <c:pt idx="4018">
                  <c:v>20608.699199999999</c:v>
                </c:pt>
                <c:pt idx="4019">
                  <c:v>20399.57</c:v>
                </c:pt>
                <c:pt idx="4020">
                  <c:v>20467.7402</c:v>
                </c:pt>
                <c:pt idx="4021">
                  <c:v>20623</c:v>
                </c:pt>
                <c:pt idx="4022">
                  <c:v>20377.269499999999</c:v>
                </c:pt>
                <c:pt idx="4023">
                  <c:v>19894.019499999999</c:v>
                </c:pt>
                <c:pt idx="4024">
                  <c:v>20422.150399999999</c:v>
                </c:pt>
                <c:pt idx="4025">
                  <c:v>20534.0098</c:v>
                </c:pt>
                <c:pt idx="4026">
                  <c:v>20268.6895</c:v>
                </c:pt>
                <c:pt idx="4027">
                  <c:v>20290.6895</c:v>
                </c:pt>
                <c:pt idx="4028">
                  <c:v>19922.220700000002</c:v>
                </c:pt>
                <c:pt idx="4029">
                  <c:v>19790.279299999998</c:v>
                </c:pt>
                <c:pt idx="4030">
                  <c:v>19550.890599999999</c:v>
                </c:pt>
                <c:pt idx="4031">
                  <c:v>19665.080099999999</c:v>
                </c:pt>
                <c:pt idx="4032">
                  <c:v>20341.640599999999</c:v>
                </c:pt>
                <c:pt idx="4033">
                  <c:v>20722.080099999999</c:v>
                </c:pt>
                <c:pt idx="4034">
                  <c:v>20272.179700000001</c:v>
                </c:pt>
                <c:pt idx="4035">
                  <c:v>20243.75</c:v>
                </c:pt>
                <c:pt idx="4036">
                  <c:v>20121.9902</c:v>
                </c:pt>
                <c:pt idx="4037">
                  <c:v>20356.3691</c:v>
                </c:pt>
                <c:pt idx="4038">
                  <c:v>20033.070299999999</c:v>
                </c:pt>
                <c:pt idx="4039">
                  <c:v>20109.330099999999</c:v>
                </c:pt>
                <c:pt idx="4040">
                  <c:v>20598.550800000001</c:v>
                </c:pt>
                <c:pt idx="4041">
                  <c:v>20726.179700000001</c:v>
                </c:pt>
                <c:pt idx="4042">
                  <c:v>20862.669900000001</c:v>
                </c:pt>
                <c:pt idx="4043">
                  <c:v>21286.169900000001</c:v>
                </c:pt>
                <c:pt idx="4044">
                  <c:v>21677.980500000001</c:v>
                </c:pt>
                <c:pt idx="4045">
                  <c:v>21460.0098</c:v>
                </c:pt>
                <c:pt idx="4046">
                  <c:v>21654.160199999998</c:v>
                </c:pt>
                <c:pt idx="4047">
                  <c:v>21716.95</c:v>
                </c:pt>
                <c:pt idx="4048">
                  <c:v>21748.599600000001</c:v>
                </c:pt>
                <c:pt idx="4049">
                  <c:v>22326.640599999999</c:v>
                </c:pt>
                <c:pt idx="4050">
                  <c:v>22411.519499999999</c:v>
                </c:pt>
                <c:pt idx="4051">
                  <c:v>22296.75</c:v>
                </c:pt>
                <c:pt idx="4052">
                  <c:v>22269.449199999999</c:v>
                </c:pt>
                <c:pt idx="4053">
                  <c:v>22416.669900000001</c:v>
                </c:pt>
                <c:pt idx="4054">
                  <c:v>22279.580099999999</c:v>
                </c:pt>
                <c:pt idx="4055">
                  <c:v>21823.279299999998</c:v>
                </c:pt>
                <c:pt idx="4056">
                  <c:v>21872.5</c:v>
                </c:pt>
                <c:pt idx="4057">
                  <c:v>21496.6191</c:v>
                </c:pt>
                <c:pt idx="4058">
                  <c:v>21499.4395</c:v>
                </c:pt>
                <c:pt idx="4059">
                  <c:v>21480.220700000002</c:v>
                </c:pt>
                <c:pt idx="4060">
                  <c:v>21517</c:v>
                </c:pt>
                <c:pt idx="4061">
                  <c:v>21328.7402</c:v>
                </c:pt>
                <c:pt idx="4062">
                  <c:v>21092.04</c:v>
                </c:pt>
                <c:pt idx="4063">
                  <c:v>20948.099600000001</c:v>
                </c:pt>
                <c:pt idx="4064">
                  <c:v>21175.8809</c:v>
                </c:pt>
                <c:pt idx="4065">
                  <c:v>21347.6309</c:v>
                </c:pt>
                <c:pt idx="4066">
                  <c:v>21611.7402</c:v>
                </c:pt>
                <c:pt idx="4067">
                  <c:v>21813.919900000001</c:v>
                </c:pt>
                <c:pt idx="4068">
                  <c:v>22085.75</c:v>
                </c:pt>
                <c:pt idx="4069">
                  <c:v>21902.109400000001</c:v>
                </c:pt>
                <c:pt idx="4070">
                  <c:v>21700.039100000002</c:v>
                </c:pt>
                <c:pt idx="4071">
                  <c:v>21741.7598</c:v>
                </c:pt>
                <c:pt idx="4072">
                  <c:v>22060.519499999999</c:v>
                </c:pt>
                <c:pt idx="4073">
                  <c:v>22324.960899999998</c:v>
                </c:pt>
                <c:pt idx="4074">
                  <c:v>22498.150399999999</c:v>
                </c:pt>
                <c:pt idx="4075">
                  <c:v>22553.8691</c:v>
                </c:pt>
                <c:pt idx="4076">
                  <c:v>22289.570299999999</c:v>
                </c:pt>
                <c:pt idx="4077">
                  <c:v>22113.150399999999</c:v>
                </c:pt>
                <c:pt idx="4078">
                  <c:v>21821.5</c:v>
                </c:pt>
                <c:pt idx="4079">
                  <c:v>21134.5</c:v>
                </c:pt>
                <c:pt idx="4080">
                  <c:v>22210.410199999998</c:v>
                </c:pt>
                <c:pt idx="4081">
                  <c:v>22611.800800000001</c:v>
                </c:pt>
                <c:pt idx="4082">
                  <c:v>22423.14</c:v>
                </c:pt>
                <c:pt idx="4083">
                  <c:v>22771.390599999999</c:v>
                </c:pt>
                <c:pt idx="4084">
                  <c:v>22455.839800000002</c:v>
                </c:pt>
                <c:pt idx="4085">
                  <c:v>22643.160199999998</c:v>
                </c:pt>
                <c:pt idx="4086">
                  <c:v>22840.330099999999</c:v>
                </c:pt>
                <c:pt idx="4087">
                  <c:v>22914.150399999999</c:v>
                </c:pt>
                <c:pt idx="4088">
                  <c:v>22943.980500000001</c:v>
                </c:pt>
                <c:pt idx="4089">
                  <c:v>22553.6309</c:v>
                </c:pt>
                <c:pt idx="4090">
                  <c:v>22397.570299999999</c:v>
                </c:pt>
                <c:pt idx="4091">
                  <c:v>22627.210899999998</c:v>
                </c:pt>
                <c:pt idx="4092">
                  <c:v>22268.160199999998</c:v>
                </c:pt>
                <c:pt idx="4093">
                  <c:v>22207.550800000001</c:v>
                </c:pt>
                <c:pt idx="4094">
                  <c:v>21829.720700000002</c:v>
                </c:pt>
                <c:pt idx="4095">
                  <c:v>21479.080099999999</c:v>
                </c:pt>
                <c:pt idx="4096">
                  <c:v>21614.769499999999</c:v>
                </c:pt>
                <c:pt idx="4097">
                  <c:v>21240.0605</c:v>
                </c:pt>
                <c:pt idx="4098">
                  <c:v>21620.1895</c:v>
                </c:pt>
                <c:pt idx="4099">
                  <c:v>21752.8691</c:v>
                </c:pt>
                <c:pt idx="4100">
                  <c:v>21264.9902</c:v>
                </c:pt>
                <c:pt idx="4101">
                  <c:v>21761.580099999999</c:v>
                </c:pt>
                <c:pt idx="4102">
                  <c:v>22169.589800000002</c:v>
                </c:pt>
                <c:pt idx="4103">
                  <c:v>22589.730500000001</c:v>
                </c:pt>
                <c:pt idx="4104">
                  <c:v>22210.519499999999</c:v>
                </c:pt>
                <c:pt idx="4105">
                  <c:v>22318.109400000001</c:v>
                </c:pt>
                <c:pt idx="4106">
                  <c:v>22384.960899999998</c:v>
                </c:pt>
                <c:pt idx="4107">
                  <c:v>22200.460899999998</c:v>
                </c:pt>
                <c:pt idx="4108">
                  <c:v>21929.900399999999</c:v>
                </c:pt>
                <c:pt idx="4109">
                  <c:v>21999.080099999999</c:v>
                </c:pt>
                <c:pt idx="4110">
                  <c:v>21886.480500000001</c:v>
                </c:pt>
                <c:pt idx="4111">
                  <c:v>21467.359400000001</c:v>
                </c:pt>
                <c:pt idx="4112">
                  <c:v>21299.349600000001</c:v>
                </c:pt>
                <c:pt idx="4113">
                  <c:v>21499.4395</c:v>
                </c:pt>
                <c:pt idx="4114">
                  <c:v>21492.900399999999</c:v>
                </c:pt>
                <c:pt idx="4115">
                  <c:v>21241.589800000002</c:v>
                </c:pt>
                <c:pt idx="4116">
                  <c:v>20811.529299999998</c:v>
                </c:pt>
                <c:pt idx="4117">
                  <c:v>20429.070299999999</c:v>
                </c:pt>
                <c:pt idx="4118">
                  <c:v>20375.4902</c:v>
                </c:pt>
                <c:pt idx="4119">
                  <c:v>20955.25</c:v>
                </c:pt>
                <c:pt idx="4120">
                  <c:v>21013.169900000001</c:v>
                </c:pt>
                <c:pt idx="4121">
                  <c:v>20588.410199999998</c:v>
                </c:pt>
                <c:pt idx="4122">
                  <c:v>21024.400399999999</c:v>
                </c:pt>
                <c:pt idx="4123">
                  <c:v>21050.730500000001</c:v>
                </c:pt>
                <c:pt idx="4124">
                  <c:v>21595.519499999999</c:v>
                </c:pt>
                <c:pt idx="4125">
                  <c:v>21701.140599999999</c:v>
                </c:pt>
                <c:pt idx="4126">
                  <c:v>21472.849600000001</c:v>
                </c:pt>
                <c:pt idx="4127">
                  <c:v>21623.449199999999</c:v>
                </c:pt>
                <c:pt idx="4128">
                  <c:v>21768.5098</c:v>
                </c:pt>
                <c:pt idx="4129">
                  <c:v>21402.919900000001</c:v>
                </c:pt>
                <c:pt idx="4130">
                  <c:v>20866.37</c:v>
                </c:pt>
                <c:pt idx="4131">
                  <c:v>20932.199199999999</c:v>
                </c:pt>
                <c:pt idx="4132">
                  <c:v>21161.419900000001</c:v>
                </c:pt>
                <c:pt idx="4133">
                  <c:v>21069.5605</c:v>
                </c:pt>
                <c:pt idx="4134">
                  <c:v>20851.039100000002</c:v>
                </c:pt>
                <c:pt idx="4135">
                  <c:v>21069.8105</c:v>
                </c:pt>
                <c:pt idx="4136">
                  <c:v>20629.3105</c:v>
                </c:pt>
                <c:pt idx="4137">
                  <c:v>20318.6191</c:v>
                </c:pt>
                <c:pt idx="4138">
                  <c:v>19761.679700000001</c:v>
                </c:pt>
                <c:pt idx="4139">
                  <c:v>19522</c:v>
                </c:pt>
                <c:pt idx="4140">
                  <c:v>19872.300800000001</c:v>
                </c:pt>
                <c:pt idx="4141">
                  <c:v>19724.1895</c:v>
                </c:pt>
                <c:pt idx="4142">
                  <c:v>20098.6191</c:v>
                </c:pt>
                <c:pt idx="4143">
                  <c:v>20242.75</c:v>
                </c:pt>
                <c:pt idx="4144">
                  <c:v>20456.320299999999</c:v>
                </c:pt>
                <c:pt idx="4145">
                  <c:v>20435.2402</c:v>
                </c:pt>
                <c:pt idx="4146">
                  <c:v>20535.9395</c:v>
                </c:pt>
                <c:pt idx="4147">
                  <c:v>20199.019499999999</c:v>
                </c:pt>
                <c:pt idx="4148">
                  <c:v>20328.859400000001</c:v>
                </c:pt>
                <c:pt idx="4149">
                  <c:v>19954.230500000001</c:v>
                </c:pt>
                <c:pt idx="4150">
                  <c:v>20306.269499999999</c:v>
                </c:pt>
                <c:pt idx="4151">
                  <c:v>20137.650399999999</c:v>
                </c:pt>
                <c:pt idx="4152">
                  <c:v>20893.330099999999</c:v>
                </c:pt>
                <c:pt idx="4153">
                  <c:v>20861.300800000001</c:v>
                </c:pt>
                <c:pt idx="4154">
                  <c:v>20435.2402</c:v>
                </c:pt>
                <c:pt idx="4155">
                  <c:v>21074.210899999998</c:v>
                </c:pt>
                <c:pt idx="4156">
                  <c:v>20929.519499999999</c:v>
                </c:pt>
                <c:pt idx="4157">
                  <c:v>20375.3691</c:v>
                </c:pt>
                <c:pt idx="4158">
                  <c:v>20899.240000000002</c:v>
                </c:pt>
                <c:pt idx="4159">
                  <c:v>20494.769499999999</c:v>
                </c:pt>
                <c:pt idx="4160">
                  <c:v>20796.429700000001</c:v>
                </c:pt>
                <c:pt idx="4161">
                  <c:v>20807.2598</c:v>
                </c:pt>
                <c:pt idx="4162">
                  <c:v>20573.330099999999</c:v>
                </c:pt>
                <c:pt idx="4163">
                  <c:v>20234.080099999999</c:v>
                </c:pt>
                <c:pt idx="4164">
                  <c:v>20135.5</c:v>
                </c:pt>
                <c:pt idx="4165">
                  <c:v>20624.539100000002</c:v>
                </c:pt>
                <c:pt idx="4166">
                  <c:v>20251.6191</c:v>
                </c:pt>
                <c:pt idx="4167">
                  <c:v>19982.789100000002</c:v>
                </c:pt>
                <c:pt idx="4168">
                  <c:v>19817.699199999999</c:v>
                </c:pt>
                <c:pt idx="4169">
                  <c:v>19248.169900000001</c:v>
                </c:pt>
                <c:pt idx="4170">
                  <c:v>19501.730500000001</c:v>
                </c:pt>
                <c:pt idx="4171">
                  <c:v>19502.3691</c:v>
                </c:pt>
                <c:pt idx="4172">
                  <c:v>18805.660199999998</c:v>
                </c:pt>
                <c:pt idx="4173">
                  <c:v>18361.8691</c:v>
                </c:pt>
                <c:pt idx="4174">
                  <c:v>18258.660199999998</c:v>
                </c:pt>
                <c:pt idx="4175">
                  <c:v>17885.730500000001</c:v>
                </c:pt>
                <c:pt idx="4176">
                  <c:v>17254.6309</c:v>
                </c:pt>
                <c:pt idx="4177">
                  <c:v>17708.419900000001</c:v>
                </c:pt>
                <c:pt idx="4178">
                  <c:v>17790.589800000002</c:v>
                </c:pt>
                <c:pt idx="4179">
                  <c:v>17721.070299999999</c:v>
                </c:pt>
                <c:pt idx="4180">
                  <c:v>17862.269499999999</c:v>
                </c:pt>
                <c:pt idx="4181">
                  <c:v>17979.410199999998</c:v>
                </c:pt>
                <c:pt idx="4182">
                  <c:v>18203.400399999999</c:v>
                </c:pt>
                <c:pt idx="4183">
                  <c:v>18178.050800000001</c:v>
                </c:pt>
                <c:pt idx="4184">
                  <c:v>18378.730500000001</c:v>
                </c:pt>
                <c:pt idx="4185">
                  <c:v>18528.5098</c:v>
                </c:pt>
                <c:pt idx="4186">
                  <c:v>18600.2598</c:v>
                </c:pt>
                <c:pt idx="4187">
                  <c:v>18275.029299999998</c:v>
                </c:pt>
                <c:pt idx="4188">
                  <c:v>17892.150399999999</c:v>
                </c:pt>
                <c:pt idx="4189">
                  <c:v>17538.3691</c:v>
                </c:pt>
                <c:pt idx="4190">
                  <c:v>18059.550800000001</c:v>
                </c:pt>
                <c:pt idx="4191">
                  <c:v>17920.929700000001</c:v>
                </c:pt>
                <c:pt idx="4192">
                  <c:v>17776.660199999998</c:v>
                </c:pt>
                <c:pt idx="4193">
                  <c:v>18084.599600000001</c:v>
                </c:pt>
                <c:pt idx="4194">
                  <c:v>18165.5</c:v>
                </c:pt>
                <c:pt idx="4195">
                  <c:v>18498.960899999998</c:v>
                </c:pt>
                <c:pt idx="4196">
                  <c:v>18889.679700000001</c:v>
                </c:pt>
                <c:pt idx="4197">
                  <c:v>18791.029299999998</c:v>
                </c:pt>
                <c:pt idx="4198">
                  <c:v>18785.660199999998</c:v>
                </c:pt>
                <c:pt idx="4199">
                  <c:v>18058.4902</c:v>
                </c:pt>
                <c:pt idx="4200">
                  <c:v>18253.390599999999</c:v>
                </c:pt>
                <c:pt idx="4201">
                  <c:v>18679.529299999998</c:v>
                </c:pt>
                <c:pt idx="4202">
                  <c:v>18502.769499999999</c:v>
                </c:pt>
                <c:pt idx="4203">
                  <c:v>18576.470700000002</c:v>
                </c:pt>
                <c:pt idx="4204">
                  <c:v>18389.080099999999</c:v>
                </c:pt>
                <c:pt idx="4205">
                  <c:v>18888.589800000002</c:v>
                </c:pt>
                <c:pt idx="4206">
                  <c:v>18171</c:v>
                </c:pt>
                <c:pt idx="4207">
                  <c:v>17885.269499999999</c:v>
                </c:pt>
                <c:pt idx="4208">
                  <c:v>16991.5605</c:v>
                </c:pt>
                <c:pt idx="4209">
                  <c:v>17121.820299999999</c:v>
                </c:pt>
                <c:pt idx="4210">
                  <c:v>17062.519499999999</c:v>
                </c:pt>
                <c:pt idx="4211">
                  <c:v>17199.4902</c:v>
                </c:pt>
                <c:pt idx="4212">
                  <c:v>17475.839800000002</c:v>
                </c:pt>
                <c:pt idx="4213">
                  <c:v>17544.029299999998</c:v>
                </c:pt>
                <c:pt idx="4214">
                  <c:v>17022.91</c:v>
                </c:pt>
                <c:pt idx="4215">
                  <c:v>16790.699199999999</c:v>
                </c:pt>
                <c:pt idx="4216">
                  <c:v>16541.6895</c:v>
                </c:pt>
                <c:pt idx="4217">
                  <c:v>17059.6191</c:v>
                </c:pt>
                <c:pt idx="4218">
                  <c:v>17153.640599999999</c:v>
                </c:pt>
                <c:pt idx="4219">
                  <c:v>17087.949199999999</c:v>
                </c:pt>
                <c:pt idx="4220">
                  <c:v>17389.8691</c:v>
                </c:pt>
                <c:pt idx="4221">
                  <c:v>17217.890599999999</c:v>
                </c:pt>
                <c:pt idx="4222">
                  <c:v>16834.570299999999</c:v>
                </c:pt>
                <c:pt idx="4223">
                  <c:v>16430.080099999999</c:v>
                </c:pt>
                <c:pt idx="4224">
                  <c:v>16381.049800000001</c:v>
                </c:pt>
                <c:pt idx="4225">
                  <c:v>15520.9902</c:v>
                </c:pt>
                <c:pt idx="4226">
                  <c:v>14956.950199999999</c:v>
                </c:pt>
                <c:pt idx="4227">
                  <c:v>14555.1104</c:v>
                </c:pt>
                <c:pt idx="4228">
                  <c:v>14840.419900000001</c:v>
                </c:pt>
                <c:pt idx="4229">
                  <c:v>15258.8496</c:v>
                </c:pt>
                <c:pt idx="4230">
                  <c:v>15214.46</c:v>
                </c:pt>
                <c:pt idx="4231">
                  <c:v>14878.450199999999</c:v>
                </c:pt>
                <c:pt idx="4232">
                  <c:v>15285.8896</c:v>
                </c:pt>
                <c:pt idx="4233">
                  <c:v>15750.9102</c:v>
                </c:pt>
                <c:pt idx="4234">
                  <c:v>15601.2695</c:v>
                </c:pt>
                <c:pt idx="4235">
                  <c:v>15582.9902</c:v>
                </c:pt>
                <c:pt idx="4236">
                  <c:v>15669.6201</c:v>
                </c:pt>
                <c:pt idx="4237">
                  <c:v>15580.1602</c:v>
                </c:pt>
                <c:pt idx="4238">
                  <c:v>14901.4102</c:v>
                </c:pt>
                <c:pt idx="4239">
                  <c:v>14474.8604</c:v>
                </c:pt>
                <c:pt idx="4240">
                  <c:v>14928.9697</c:v>
                </c:pt>
                <c:pt idx="4241">
                  <c:v>14998.04</c:v>
                </c:pt>
                <c:pt idx="4242">
                  <c:v>14545.690399999999</c:v>
                </c:pt>
                <c:pt idx="4243">
                  <c:v>14521.9697</c:v>
                </c:pt>
                <c:pt idx="4244">
                  <c:v>13519.54</c:v>
                </c:pt>
                <c:pt idx="4245">
                  <c:v>13576.0195</c:v>
                </c:pt>
                <c:pt idx="4246">
                  <c:v>13456.330099999999</c:v>
                </c:pt>
                <c:pt idx="4247">
                  <c:v>14119.5</c:v>
                </c:pt>
                <c:pt idx="4248">
                  <c:v>14108.9805</c:v>
                </c:pt>
                <c:pt idx="4249">
                  <c:v>13622.1104</c:v>
                </c:pt>
                <c:pt idx="4250">
                  <c:v>13910.3398</c:v>
                </c:pt>
                <c:pt idx="4251">
                  <c:v>13447.419900000001</c:v>
                </c:pt>
                <c:pt idx="4252">
                  <c:v>12833.5098</c:v>
                </c:pt>
                <c:pt idx="4253">
                  <c:v>13130.919900000001</c:v>
                </c:pt>
                <c:pt idx="4254">
                  <c:v>13117.169900000001</c:v>
                </c:pt>
                <c:pt idx="4255">
                  <c:v>12878.0898</c:v>
                </c:pt>
                <c:pt idx="4256">
                  <c:v>12976.71</c:v>
                </c:pt>
                <c:pt idx="4257">
                  <c:v>12525.799800000001</c:v>
                </c:pt>
                <c:pt idx="4258">
                  <c:v>12001.5303</c:v>
                </c:pt>
                <c:pt idx="4259">
                  <c:v>11930.6602</c:v>
                </c:pt>
                <c:pt idx="4260">
                  <c:v>11694.049800000001</c:v>
                </c:pt>
                <c:pt idx="4261">
                  <c:v>11344.580099999999</c:v>
                </c:pt>
                <c:pt idx="4262">
                  <c:v>11921.52</c:v>
                </c:pt>
                <c:pt idx="4263">
                  <c:v>12211.2402</c:v>
                </c:pt>
                <c:pt idx="4264">
                  <c:v>12331.1504</c:v>
                </c:pt>
                <c:pt idx="4265">
                  <c:v>12033.8799</c:v>
                </c:pt>
                <c:pt idx="4266">
                  <c:v>12317.46</c:v>
                </c:pt>
                <c:pt idx="4267">
                  <c:v>12811.570299999999</c:v>
                </c:pt>
                <c:pt idx="4268">
                  <c:v>12894.940399999999</c:v>
                </c:pt>
                <c:pt idx="4269">
                  <c:v>13005.080099999999</c:v>
                </c:pt>
                <c:pt idx="4270">
                  <c:v>12798.5195</c:v>
                </c:pt>
                <c:pt idx="4271">
                  <c:v>13175.0996</c:v>
                </c:pt>
                <c:pt idx="4272">
                  <c:v>12699.169900000001</c:v>
                </c:pt>
                <c:pt idx="4273">
                  <c:v>13023.3604</c:v>
                </c:pt>
                <c:pt idx="4274">
                  <c:v>13016</c:v>
                </c:pt>
                <c:pt idx="4275">
                  <c:v>12945.4004</c:v>
                </c:pt>
                <c:pt idx="4276">
                  <c:v>13455.8799</c:v>
                </c:pt>
                <c:pt idx="4277">
                  <c:v>13554.669900000001</c:v>
                </c:pt>
                <c:pt idx="4278">
                  <c:v>13228.299800000001</c:v>
                </c:pt>
                <c:pt idx="4279">
                  <c:v>13539.21</c:v>
                </c:pt>
                <c:pt idx="4280">
                  <c:v>13880.6396</c:v>
                </c:pt>
                <c:pt idx="4281">
                  <c:v>13769.059600000001</c:v>
                </c:pt>
                <c:pt idx="4282">
                  <c:v>13655.04</c:v>
                </c:pt>
                <c:pt idx="4283">
                  <c:v>13178.9004</c:v>
                </c:pt>
                <c:pt idx="4284">
                  <c:v>13063.8896</c:v>
                </c:pt>
                <c:pt idx="4285">
                  <c:v>12776.8896</c:v>
                </c:pt>
                <c:pt idx="4286">
                  <c:v>12861.4902</c:v>
                </c:pt>
                <c:pt idx="4287">
                  <c:v>13278.21</c:v>
                </c:pt>
                <c:pt idx="4288">
                  <c:v>13154.429700000001</c:v>
                </c:pt>
                <c:pt idx="4289">
                  <c:v>12578.5996</c:v>
                </c:pt>
                <c:pt idx="4290">
                  <c:v>12657.9902</c:v>
                </c:pt>
                <c:pt idx="4291">
                  <c:v>12583.6299</c:v>
                </c:pt>
                <c:pt idx="4292">
                  <c:v>12959.7695</c:v>
                </c:pt>
                <c:pt idx="4293">
                  <c:v>13339.9902</c:v>
                </c:pt>
                <c:pt idx="4294">
                  <c:v>13255.5098</c:v>
                </c:pt>
                <c:pt idx="4295">
                  <c:v>13242.96</c:v>
                </c:pt>
                <c:pt idx="4296">
                  <c:v>13704.6104</c:v>
                </c:pt>
                <c:pt idx="4297">
                  <c:v>13668.049800000001</c:v>
                </c:pt>
                <c:pt idx="4298">
                  <c:v>13971</c:v>
                </c:pt>
                <c:pt idx="4299">
                  <c:v>14377.440399999999</c:v>
                </c:pt>
                <c:pt idx="4300">
                  <c:v>14415.9102</c:v>
                </c:pt>
                <c:pt idx="4301">
                  <c:v>14987.46</c:v>
                </c:pt>
                <c:pt idx="4302">
                  <c:v>15509.5098</c:v>
                </c:pt>
                <c:pt idx="4303">
                  <c:v>15563.309600000001</c:v>
                </c:pt>
                <c:pt idx="4304">
                  <c:v>15042.809600000001</c:v>
                </c:pt>
                <c:pt idx="4305">
                  <c:v>14387.4805</c:v>
                </c:pt>
                <c:pt idx="4306">
                  <c:v>14235.5</c:v>
                </c:pt>
                <c:pt idx="4307">
                  <c:v>14328.4805</c:v>
                </c:pt>
                <c:pt idx="4308">
                  <c:v>14184.1396</c:v>
                </c:pt>
                <c:pt idx="4309">
                  <c:v>14220.79</c:v>
                </c:pt>
                <c:pt idx="4310">
                  <c:v>14622.3896</c:v>
                </c:pt>
                <c:pt idx="4311">
                  <c:v>15127.5098</c:v>
                </c:pt>
                <c:pt idx="4312">
                  <c:v>15497.809600000001</c:v>
                </c:pt>
                <c:pt idx="4313">
                  <c:v>15460.5195</c:v>
                </c:pt>
                <c:pt idx="4314">
                  <c:v>15130.21</c:v>
                </c:pt>
                <c:pt idx="4315">
                  <c:v>15046.950199999999</c:v>
                </c:pt>
                <c:pt idx="4316">
                  <c:v>14758.3896</c:v>
                </c:pt>
                <c:pt idx="4317">
                  <c:v>15613.9004</c:v>
                </c:pt>
                <c:pt idx="4318">
                  <c:v>15577.7402</c:v>
                </c:pt>
                <c:pt idx="4319">
                  <c:v>14753.2197</c:v>
                </c:pt>
                <c:pt idx="4320">
                  <c:v>15044.8701</c:v>
                </c:pt>
                <c:pt idx="4321">
                  <c:v>13846.0898</c:v>
                </c:pt>
                <c:pt idx="4322">
                  <c:v>13509.7803</c:v>
                </c:pt>
                <c:pt idx="4323">
                  <c:v>13588.6602</c:v>
                </c:pt>
                <c:pt idx="4324">
                  <c:v>13405.8496</c:v>
                </c:pt>
                <c:pt idx="4325">
                  <c:v>14108.8398</c:v>
                </c:pt>
                <c:pt idx="4326">
                  <c:v>13888.2402</c:v>
                </c:pt>
                <c:pt idx="4327">
                  <c:v>13552.059600000001</c:v>
                </c:pt>
                <c:pt idx="4328">
                  <c:v>13369.450199999999</c:v>
                </c:pt>
                <c:pt idx="4329">
                  <c:v>12878.5996</c:v>
                </c:pt>
                <c:pt idx="4330">
                  <c:v>12457.940399999999</c:v>
                </c:pt>
                <c:pt idx="4331">
                  <c:v>12659.200199999999</c:v>
                </c:pt>
                <c:pt idx="4332">
                  <c:v>12298.559600000001</c:v>
                </c:pt>
                <c:pt idx="4333">
                  <c:v>12815.799800000001</c:v>
                </c:pt>
                <c:pt idx="4334">
                  <c:v>12915.8896</c:v>
                </c:pt>
                <c:pt idx="4335">
                  <c:v>13529.5303</c:v>
                </c:pt>
                <c:pt idx="4336">
                  <c:v>13542.6602</c:v>
                </c:pt>
                <c:pt idx="4337">
                  <c:v>13221.3496</c:v>
                </c:pt>
                <c:pt idx="4338">
                  <c:v>13939.0898</c:v>
                </c:pt>
                <c:pt idx="4339">
                  <c:v>14040.9004</c:v>
                </c:pt>
                <c:pt idx="4340">
                  <c:v>14744.6299</c:v>
                </c:pt>
                <c:pt idx="4341">
                  <c:v>14243.429700000001</c:v>
                </c:pt>
                <c:pt idx="4342">
                  <c:v>13790.04</c:v>
                </c:pt>
                <c:pt idx="4343">
                  <c:v>14840.1602</c:v>
                </c:pt>
                <c:pt idx="4344">
                  <c:v>14384.3398</c:v>
                </c:pt>
                <c:pt idx="4345">
                  <c:v>14344.3701</c:v>
                </c:pt>
                <c:pt idx="4346">
                  <c:v>13968.669900000001</c:v>
                </c:pt>
                <c:pt idx="4347">
                  <c:v>14329.8496</c:v>
                </c:pt>
                <c:pt idx="4348">
                  <c:v>12702.070299999999</c:v>
                </c:pt>
                <c:pt idx="4349">
                  <c:v>12596.29</c:v>
                </c:pt>
                <c:pt idx="4350">
                  <c:v>11015.8398</c:v>
                </c:pt>
                <c:pt idx="4351">
                  <c:v>12618.3799</c:v>
                </c:pt>
                <c:pt idx="4352">
                  <c:v>13760.4902</c:v>
                </c:pt>
                <c:pt idx="4353">
                  <c:v>14266.5996</c:v>
                </c:pt>
                <c:pt idx="4354">
                  <c:v>15041.169900000001</c:v>
                </c:pt>
                <c:pt idx="4355">
                  <c:v>15323.0098</c:v>
                </c:pt>
                <c:pt idx="4356">
                  <c:v>14554.21</c:v>
                </c:pt>
                <c:pt idx="4357">
                  <c:v>15230.5195</c:v>
                </c:pt>
                <c:pt idx="4358">
                  <c:v>15998.299800000001</c:v>
                </c:pt>
                <c:pt idx="4359">
                  <c:v>16832.8809</c:v>
                </c:pt>
                <c:pt idx="4360">
                  <c:v>16312.1602</c:v>
                </c:pt>
                <c:pt idx="4361">
                  <c:v>14796.8701</c:v>
                </c:pt>
                <c:pt idx="4362">
                  <c:v>15943.2402</c:v>
                </c:pt>
                <c:pt idx="4363">
                  <c:v>15431.7305</c:v>
                </c:pt>
                <c:pt idx="4364">
                  <c:v>16803.7598</c:v>
                </c:pt>
                <c:pt idx="4365">
                  <c:v>17682.400399999999</c:v>
                </c:pt>
                <c:pt idx="4366">
                  <c:v>18211.109400000001</c:v>
                </c:pt>
                <c:pt idx="4367">
                  <c:v>18016.210899999998</c:v>
                </c:pt>
                <c:pt idx="4368">
                  <c:v>17880.679700000001</c:v>
                </c:pt>
                <c:pt idx="4369">
                  <c:v>18682.089800000002</c:v>
                </c:pt>
                <c:pt idx="4370">
                  <c:v>18934.429700000001</c:v>
                </c:pt>
                <c:pt idx="4371">
                  <c:v>18961.9902</c:v>
                </c:pt>
                <c:pt idx="4372">
                  <c:v>18872.849600000001</c:v>
                </c:pt>
                <c:pt idx="4373">
                  <c:v>19632.199199999999</c:v>
                </c:pt>
                <c:pt idx="4374">
                  <c:v>19327.730500000001</c:v>
                </c:pt>
                <c:pt idx="4375">
                  <c:v>17632.460899999998</c:v>
                </c:pt>
                <c:pt idx="4376">
                  <c:v>17637.1895</c:v>
                </c:pt>
                <c:pt idx="4377">
                  <c:v>18300.609400000001</c:v>
                </c:pt>
                <c:pt idx="4378">
                  <c:v>19352.900399999999</c:v>
                </c:pt>
                <c:pt idx="4379">
                  <c:v>19388.720700000002</c:v>
                </c:pt>
                <c:pt idx="4380">
                  <c:v>19999.779299999998</c:v>
                </c:pt>
                <c:pt idx="4381">
                  <c:v>20491.109400000001</c:v>
                </c:pt>
                <c:pt idx="4382">
                  <c:v>20794.269499999999</c:v>
                </c:pt>
                <c:pt idx="4383">
                  <c:v>19933.279299999998</c:v>
                </c:pt>
                <c:pt idx="4384">
                  <c:v>20389.480500000001</c:v>
                </c:pt>
                <c:pt idx="4385">
                  <c:v>20585.0605</c:v>
                </c:pt>
                <c:pt idx="4386">
                  <c:v>21042.460899999998</c:v>
                </c:pt>
                <c:pt idx="4387">
                  <c:v>20906.3105</c:v>
                </c:pt>
                <c:pt idx="4388">
                  <c:v>21261.890599999999</c:v>
                </c:pt>
                <c:pt idx="4389">
                  <c:v>20972.289100000002</c:v>
                </c:pt>
                <c:pt idx="4390">
                  <c:v>21464.720700000002</c:v>
                </c:pt>
                <c:pt idx="4391">
                  <c:v>21056.660199999998</c:v>
                </c:pt>
                <c:pt idx="4392">
                  <c:v>21104.789100000002</c:v>
                </c:pt>
                <c:pt idx="4393">
                  <c:v>20392.0605</c:v>
                </c:pt>
                <c:pt idx="4394">
                  <c:v>20931.2598</c:v>
                </c:pt>
                <c:pt idx="4395">
                  <c:v>20484.3691</c:v>
                </c:pt>
                <c:pt idx="4396">
                  <c:v>20930.669900000001</c:v>
                </c:pt>
                <c:pt idx="4397">
                  <c:v>21160.580099999999</c:v>
                </c:pt>
                <c:pt idx="4398">
                  <c:v>21392.710899999998</c:v>
                </c:pt>
                <c:pt idx="4399">
                  <c:v>21293.320299999999</c:v>
                </c:pt>
                <c:pt idx="4400">
                  <c:v>21640.890599999999</c:v>
                </c:pt>
                <c:pt idx="4401">
                  <c:v>21859.339800000002</c:v>
                </c:pt>
                <c:pt idx="4402">
                  <c:v>21885.210899999998</c:v>
                </c:pt>
                <c:pt idx="4403">
                  <c:v>22104.199199999999</c:v>
                </c:pt>
                <c:pt idx="4404">
                  <c:v>21949.75</c:v>
                </c:pt>
                <c:pt idx="4405">
                  <c:v>22514.919900000001</c:v>
                </c:pt>
                <c:pt idx="4406">
                  <c:v>22862.599600000001</c:v>
                </c:pt>
                <c:pt idx="4407">
                  <c:v>22731.099600000001</c:v>
                </c:pt>
                <c:pt idx="4408">
                  <c:v>22690.599600000001</c:v>
                </c:pt>
                <c:pt idx="4409">
                  <c:v>22258</c:v>
                </c:pt>
                <c:pt idx="4410">
                  <c:v>22687.210899999998</c:v>
                </c:pt>
                <c:pt idx="4411">
                  <c:v>22740.710899999998</c:v>
                </c:pt>
                <c:pt idx="4412">
                  <c:v>23087.720700000002</c:v>
                </c:pt>
                <c:pt idx="4413">
                  <c:v>23134.550800000001</c:v>
                </c:pt>
                <c:pt idx="4414">
                  <c:v>22527.480500000001</c:v>
                </c:pt>
                <c:pt idx="4415">
                  <c:v>22532.900399999999</c:v>
                </c:pt>
                <c:pt idx="4416">
                  <c:v>21874.1895</c:v>
                </c:pt>
                <c:pt idx="4417">
                  <c:v>21734.720700000002</c:v>
                </c:pt>
                <c:pt idx="4418">
                  <c:v>21223.5</c:v>
                </c:pt>
                <c:pt idx="4419">
                  <c:v>21174.769499999999</c:v>
                </c:pt>
                <c:pt idx="4420">
                  <c:v>22014.460899999998</c:v>
                </c:pt>
                <c:pt idx="4421">
                  <c:v>22184.550800000001</c:v>
                </c:pt>
                <c:pt idx="4422">
                  <c:v>21821.779299999998</c:v>
                </c:pt>
                <c:pt idx="4423">
                  <c:v>21805.8105</c:v>
                </c:pt>
                <c:pt idx="4424">
                  <c:v>21220.8105</c:v>
                </c:pt>
                <c:pt idx="4425">
                  <c:v>21913.0605</c:v>
                </c:pt>
                <c:pt idx="4426">
                  <c:v>21423.820299999999</c:v>
                </c:pt>
                <c:pt idx="4427">
                  <c:v>21242.779299999998</c:v>
                </c:pt>
                <c:pt idx="4428">
                  <c:v>21704.449199999999</c:v>
                </c:pt>
                <c:pt idx="4429">
                  <c:v>22102.0098</c:v>
                </c:pt>
                <c:pt idx="4430">
                  <c:v>22042.349600000001</c:v>
                </c:pt>
                <c:pt idx="4431">
                  <c:v>22455.669900000001</c:v>
                </c:pt>
                <c:pt idx="4432">
                  <c:v>22635.159899999999</c:v>
                </c:pt>
                <c:pt idx="4433">
                  <c:v>22456.019499999999</c:v>
                </c:pt>
                <c:pt idx="4434">
                  <c:v>22714.960899999998</c:v>
                </c:pt>
                <c:pt idx="4435">
                  <c:v>22745.599600000001</c:v>
                </c:pt>
                <c:pt idx="4436">
                  <c:v>22797.609400000001</c:v>
                </c:pt>
                <c:pt idx="4437">
                  <c:v>23325.800800000001</c:v>
                </c:pt>
                <c:pt idx="4438">
                  <c:v>23057.9902</c:v>
                </c:pt>
                <c:pt idx="4439">
                  <c:v>23029.6895</c:v>
                </c:pt>
                <c:pt idx="4440">
                  <c:v>22592.300800000001</c:v>
                </c:pt>
                <c:pt idx="4441">
                  <c:v>23023.859400000001</c:v>
                </c:pt>
                <c:pt idx="4442">
                  <c:v>23327.599600000001</c:v>
                </c:pt>
                <c:pt idx="4443">
                  <c:v>23375.519499999999</c:v>
                </c:pt>
                <c:pt idx="4444">
                  <c:v>24402.179700000001</c:v>
                </c:pt>
                <c:pt idx="4445">
                  <c:v>24255.289100000002</c:v>
                </c:pt>
                <c:pt idx="4446">
                  <c:v>24123.25</c:v>
                </c:pt>
                <c:pt idx="4447">
                  <c:v>24375.7598</c:v>
                </c:pt>
                <c:pt idx="4448">
                  <c:v>24831.359400000001</c:v>
                </c:pt>
                <c:pt idx="4449">
                  <c:v>24533.1191</c:v>
                </c:pt>
                <c:pt idx="4450">
                  <c:v>24383.9902</c:v>
                </c:pt>
                <c:pt idx="4451">
                  <c:v>24249.5098</c:v>
                </c:pt>
                <c:pt idx="4452">
                  <c:v>24282.039100000002</c:v>
                </c:pt>
                <c:pt idx="4453">
                  <c:v>24127.31</c:v>
                </c:pt>
                <c:pt idx="4454">
                  <c:v>24714.070299999999</c:v>
                </c:pt>
                <c:pt idx="4455">
                  <c:v>25043.1191</c:v>
                </c:pt>
                <c:pt idx="4456">
                  <c:v>25460.289100000002</c:v>
                </c:pt>
                <c:pt idx="4457">
                  <c:v>25169.46</c:v>
                </c:pt>
                <c:pt idx="4458">
                  <c:v>25742.23</c:v>
                </c:pt>
                <c:pt idx="4459">
                  <c:v>25618.859400000001</c:v>
                </c:pt>
                <c:pt idx="4460">
                  <c:v>25513.710899999998</c:v>
                </c:pt>
                <c:pt idx="4461">
                  <c:v>25533.480500000001</c:v>
                </c:pt>
                <c:pt idx="4462">
                  <c:v>25552.769499999999</c:v>
                </c:pt>
                <c:pt idx="4463">
                  <c:v>25063.169900000001</c:v>
                </c:pt>
                <c:pt idx="4464">
                  <c:v>25449.789100000002</c:v>
                </c:pt>
                <c:pt idx="4465">
                  <c:v>25610.210899999998</c:v>
                </c:pt>
                <c:pt idx="4466">
                  <c:v>26262.1309</c:v>
                </c:pt>
                <c:pt idx="4467">
                  <c:v>26183.949199999999</c:v>
                </c:pt>
                <c:pt idx="4468">
                  <c:v>26241.019499999999</c:v>
                </c:pt>
                <c:pt idx="4469">
                  <c:v>25755.349600000001</c:v>
                </c:pt>
                <c:pt idx="4470">
                  <c:v>25914.150399999999</c:v>
                </c:pt>
                <c:pt idx="4471">
                  <c:v>25666.289100000002</c:v>
                </c:pt>
                <c:pt idx="4472">
                  <c:v>25516.779299999998</c:v>
                </c:pt>
                <c:pt idx="4473">
                  <c:v>25680.779299999998</c:v>
                </c:pt>
                <c:pt idx="4474">
                  <c:v>25289.2402</c:v>
                </c:pt>
                <c:pt idx="4475">
                  <c:v>24939.150399999999</c:v>
                </c:pt>
                <c:pt idx="4476">
                  <c:v>24721.669900000001</c:v>
                </c:pt>
                <c:pt idx="4477">
                  <c:v>24197.779299999998</c:v>
                </c:pt>
                <c:pt idx="4478">
                  <c:v>24258.960899999998</c:v>
                </c:pt>
                <c:pt idx="4479">
                  <c:v>23878.349600000001</c:v>
                </c:pt>
                <c:pt idx="4480">
                  <c:v>23901.330099999999</c:v>
                </c:pt>
                <c:pt idx="4481">
                  <c:v>23811.199199999999</c:v>
                </c:pt>
                <c:pt idx="4482">
                  <c:v>24667.789100000002</c:v>
                </c:pt>
                <c:pt idx="4483">
                  <c:v>24187.099600000001</c:v>
                </c:pt>
                <c:pt idx="4484">
                  <c:v>23984.570299999999</c:v>
                </c:pt>
                <c:pt idx="4485">
                  <c:v>24311.6895</c:v>
                </c:pt>
                <c:pt idx="4486">
                  <c:v>24578.76</c:v>
                </c:pt>
                <c:pt idx="4487">
                  <c:v>24264.6309</c:v>
                </c:pt>
                <c:pt idx="4488">
                  <c:v>23872.429700000001</c:v>
                </c:pt>
                <c:pt idx="4489">
                  <c:v>23137.460899999998</c:v>
                </c:pt>
                <c:pt idx="4490">
                  <c:v>22849.199199999999</c:v>
                </c:pt>
                <c:pt idx="4491">
                  <c:v>23285.949199999999</c:v>
                </c:pt>
                <c:pt idx="4492">
                  <c:v>22664.220700000002</c:v>
                </c:pt>
                <c:pt idx="4493">
                  <c:v>22617.0098</c:v>
                </c:pt>
                <c:pt idx="4494">
                  <c:v>22464.519499999999</c:v>
                </c:pt>
                <c:pt idx="4495">
                  <c:v>21108.220700000002</c:v>
                </c:pt>
                <c:pt idx="4496">
                  <c:v>21866.9395</c:v>
                </c:pt>
                <c:pt idx="4497">
                  <c:v>21384.609400000001</c:v>
                </c:pt>
                <c:pt idx="4498">
                  <c:v>21084.609400000001</c:v>
                </c:pt>
                <c:pt idx="4499">
                  <c:v>22237.109400000001</c:v>
                </c:pt>
                <c:pt idx="4500">
                  <c:v>22301.640599999999</c:v>
                </c:pt>
                <c:pt idx="4501">
                  <c:v>23422.7598</c:v>
                </c:pt>
                <c:pt idx="4502">
                  <c:v>22995.349600000001</c:v>
                </c:pt>
                <c:pt idx="4503">
                  <c:v>22705.05</c:v>
                </c:pt>
                <c:pt idx="4504">
                  <c:v>22501.330099999999</c:v>
                </c:pt>
                <c:pt idx="4505">
                  <c:v>23342.730500000001</c:v>
                </c:pt>
                <c:pt idx="4506">
                  <c:v>23114.339800000002</c:v>
                </c:pt>
                <c:pt idx="4507">
                  <c:v>23119.8691</c:v>
                </c:pt>
                <c:pt idx="4508">
                  <c:v>23584.970700000002</c:v>
                </c:pt>
                <c:pt idx="4509">
                  <c:v>24331.669900000001</c:v>
                </c:pt>
                <c:pt idx="4510">
                  <c:v>24591.6895</c:v>
                </c:pt>
                <c:pt idx="4511">
                  <c:v>24483.839800000002</c:v>
                </c:pt>
                <c:pt idx="4512">
                  <c:v>23714.75</c:v>
                </c:pt>
                <c:pt idx="4513">
                  <c:v>23269.14</c:v>
                </c:pt>
                <c:pt idx="4514">
                  <c:v>23305.040000000001</c:v>
                </c:pt>
                <c:pt idx="4515">
                  <c:v>23623</c:v>
                </c:pt>
                <c:pt idx="4516">
                  <c:v>23590.58</c:v>
                </c:pt>
                <c:pt idx="4517">
                  <c:v>24123.17</c:v>
                </c:pt>
                <c:pt idx="4518">
                  <c:v>23759.25</c:v>
                </c:pt>
                <c:pt idx="4519">
                  <c:v>24148.43</c:v>
                </c:pt>
                <c:pt idx="4520">
                  <c:v>24021.68</c:v>
                </c:pt>
                <c:pt idx="4521">
                  <c:v>23169.55</c:v>
                </c:pt>
                <c:pt idx="4522">
                  <c:v>22921.67</c:v>
                </c:pt>
                <c:pt idx="4523">
                  <c:v>22616.11</c:v>
                </c:pt>
                <c:pt idx="4524">
                  <c:v>23469.46</c:v>
                </c:pt>
                <c:pt idx="4525">
                  <c:v>24808.7</c:v>
                </c:pt>
                <c:pt idx="4526">
                  <c:v>25032.080000000002</c:v>
                </c:pt>
                <c:pt idx="4527">
                  <c:v>24123.58</c:v>
                </c:pt>
                <c:pt idx="4528">
                  <c:v>23455.74</c:v>
                </c:pt>
                <c:pt idx="4529">
                  <c:v>23653.69</c:v>
                </c:pt>
                <c:pt idx="4530">
                  <c:v>24291.8</c:v>
                </c:pt>
                <c:pt idx="4531">
                  <c:v>24053.61</c:v>
                </c:pt>
                <c:pt idx="4532">
                  <c:v>25122.3691</c:v>
                </c:pt>
                <c:pt idx="4533">
                  <c:v>23539.27</c:v>
                </c:pt>
                <c:pt idx="4534">
                  <c:v>24090.17</c:v>
                </c:pt>
                <c:pt idx="4535">
                  <c:v>21757.63</c:v>
                </c:pt>
                <c:pt idx="4536">
                  <c:v>23818.86</c:v>
                </c:pt>
                <c:pt idx="4537">
                  <c:v>25201.87</c:v>
                </c:pt>
                <c:pt idx="4538">
                  <c:v>25114.98</c:v>
                </c:pt>
                <c:pt idx="4539">
                  <c:v>24450.85</c:v>
                </c:pt>
                <c:pt idx="4540">
                  <c:v>25837.78</c:v>
                </c:pt>
                <c:pt idx="4541">
                  <c:v>26468.13</c:v>
                </c:pt>
                <c:pt idx="4542">
                  <c:v>26867.0098</c:v>
                </c:pt>
                <c:pt idx="4543">
                  <c:v>27230.86</c:v>
                </c:pt>
                <c:pt idx="4544">
                  <c:v>27615.85</c:v>
                </c:pt>
                <c:pt idx="4545">
                  <c:v>27112.9</c:v>
                </c:pt>
                <c:pt idx="4546">
                  <c:v>27179.49</c:v>
                </c:pt>
                <c:pt idx="4547">
                  <c:v>27519.69</c:v>
                </c:pt>
                <c:pt idx="4548">
                  <c:v>26887.279999999999</c:v>
                </c:pt>
                <c:pt idx="4549">
                  <c:v>27560.52</c:v>
                </c:pt>
                <c:pt idx="4550">
                  <c:v>27812.65</c:v>
                </c:pt>
                <c:pt idx="4551">
                  <c:v>27370.6</c:v>
                </c:pt>
                <c:pt idx="4552">
                  <c:v>27842.93</c:v>
                </c:pt>
                <c:pt idx="4553">
                  <c:v>28128.799999999999</c:v>
                </c:pt>
                <c:pt idx="4554">
                  <c:v>27626.92</c:v>
                </c:pt>
                <c:pt idx="4555">
                  <c:v>27017.09</c:v>
                </c:pt>
                <c:pt idx="4556">
                  <c:v>27029.26</c:v>
                </c:pt>
                <c:pt idx="4557">
                  <c:v>26732.87</c:v>
                </c:pt>
                <c:pt idx="4558">
                  <c:v>26596.58</c:v>
                </c:pt>
                <c:pt idx="4559">
                  <c:v>27563.640599999999</c:v>
                </c:pt>
                <c:pt idx="4560">
                  <c:v>27744.45</c:v>
                </c:pt>
                <c:pt idx="4561">
                  <c:v>28521.06</c:v>
                </c:pt>
                <c:pt idx="4562">
                  <c:v>29226.84</c:v>
                </c:pt>
                <c:pt idx="4563">
                  <c:v>28501.1</c:v>
                </c:pt>
                <c:pt idx="4564">
                  <c:v>28842.47</c:v>
                </c:pt>
                <c:pt idx="4565">
                  <c:v>29558.92</c:v>
                </c:pt>
                <c:pt idx="4566">
                  <c:v>29345.45</c:v>
                </c:pt>
                <c:pt idx="4567">
                  <c:v>28879.59</c:v>
                </c:pt>
                <c:pt idx="4568">
                  <c:v>28658.42</c:v>
                </c:pt>
                <c:pt idx="4569">
                  <c:v>28643.61</c:v>
                </c:pt>
                <c:pt idx="4570">
                  <c:v>28482.54</c:v>
                </c:pt>
                <c:pt idx="4571">
                  <c:v>27371.24</c:v>
                </c:pt>
                <c:pt idx="4572">
                  <c:v>27210.21</c:v>
                </c:pt>
                <c:pt idx="4573">
                  <c:v>27626.62</c:v>
                </c:pt>
                <c:pt idx="4574">
                  <c:v>26541.09</c:v>
                </c:pt>
                <c:pt idx="4575">
                  <c:v>26004.92</c:v>
                </c:pt>
                <c:pt idx="4576">
                  <c:v>26618.19</c:v>
                </c:pt>
                <c:pt idx="4577">
                  <c:v>27771.21</c:v>
                </c:pt>
                <c:pt idx="4578">
                  <c:v>27460.17</c:v>
                </c:pt>
                <c:pt idx="4579">
                  <c:v>27614.43</c:v>
                </c:pt>
                <c:pt idx="4580">
                  <c:v>28751.21</c:v>
                </c:pt>
                <c:pt idx="4581">
                  <c:v>29166.01</c:v>
                </c:pt>
                <c:pt idx="4582">
                  <c:v>27803.35</c:v>
                </c:pt>
                <c:pt idx="4583">
                  <c:v>27665.73</c:v>
                </c:pt>
                <c:pt idx="4584">
                  <c:v>28783.41</c:v>
                </c:pt>
                <c:pt idx="4585">
                  <c:v>28760.22</c:v>
                </c:pt>
                <c:pt idx="4586">
                  <c:v>29708.93</c:v>
                </c:pt>
                <c:pt idx="4587">
                  <c:v>29438.13</c:v>
                </c:pt>
                <c:pt idx="4588">
                  <c:v>28942.32</c:v>
                </c:pt>
                <c:pt idx="4589">
                  <c:v>30468.34</c:v>
                </c:pt>
                <c:pt idx="4590">
                  <c:v>31492.880000000001</c:v>
                </c:pt>
                <c:pt idx="4591">
                  <c:v>31352.58</c:v>
                </c:pt>
                <c:pt idx="4592">
                  <c:v>31638.22</c:v>
                </c:pt>
                <c:pt idx="4593">
                  <c:v>31586.9</c:v>
                </c:pt>
                <c:pt idx="4594">
                  <c:v>30405.22</c:v>
                </c:pt>
                <c:pt idx="4595">
                  <c:v>29854.49</c:v>
                </c:pt>
                <c:pt idx="4596">
                  <c:v>29333.53</c:v>
                </c:pt>
                <c:pt idx="4597">
                  <c:v>29376.86</c:v>
                </c:pt>
                <c:pt idx="4598">
                  <c:v>28373.63</c:v>
                </c:pt>
                <c:pt idx="4599">
                  <c:v>29465.05</c:v>
                </c:pt>
                <c:pt idx="4600">
                  <c:v>29298.71</c:v>
                </c:pt>
                <c:pt idx="4601">
                  <c:v>28954.55</c:v>
                </c:pt>
                <c:pt idx="4602">
                  <c:v>29540.78</c:v>
                </c:pt>
                <c:pt idx="4603">
                  <c:v>28838.37</c:v>
                </c:pt>
                <c:pt idx="4604">
                  <c:v>29133.02</c:v>
                </c:pt>
                <c:pt idx="4605">
                  <c:v>28569.33</c:v>
                </c:pt>
                <c:pt idx="4606">
                  <c:v>28228.04</c:v>
                </c:pt>
                <c:pt idx="4607">
                  <c:v>27770.29</c:v>
                </c:pt>
                <c:pt idx="4608">
                  <c:v>27831.52</c:v>
                </c:pt>
                <c:pt idx="4609">
                  <c:v>26973.98</c:v>
                </c:pt>
                <c:pt idx="4610">
                  <c:v>27479.94</c:v>
                </c:pt>
                <c:pt idx="4611">
                  <c:v>28199.75</c:v>
                </c:pt>
                <c:pt idx="4612">
                  <c:v>27142.47</c:v>
                </c:pt>
                <c:pt idx="4613">
                  <c:v>27065.15</c:v>
                </c:pt>
                <c:pt idx="4614">
                  <c:v>26430.29</c:v>
                </c:pt>
                <c:pt idx="4615">
                  <c:v>26551.94</c:v>
                </c:pt>
                <c:pt idx="4616">
                  <c:v>25843.78</c:v>
                </c:pt>
                <c:pt idx="4617">
                  <c:v>25701.13</c:v>
                </c:pt>
                <c:pt idx="4618">
                  <c:v>25554.639999999999</c:v>
                </c:pt>
                <c:pt idx="4619">
                  <c:v>24576.85</c:v>
                </c:pt>
                <c:pt idx="4620">
                  <c:v>24599.34</c:v>
                </c:pt>
                <c:pt idx="4621">
                  <c:v>24898.11</c:v>
                </c:pt>
                <c:pt idx="4622">
                  <c:v>24537.02</c:v>
                </c:pt>
                <c:pt idx="4623">
                  <c:v>24310.14</c:v>
                </c:pt>
                <c:pt idx="4624">
                  <c:v>23952.240000000002</c:v>
                </c:pt>
                <c:pt idx="4625">
                  <c:v>23999.7</c:v>
                </c:pt>
                <c:pt idx="4626">
                  <c:v>23982.61</c:v>
                </c:pt>
                <c:pt idx="4627">
                  <c:v>24050.400000000001</c:v>
                </c:pt>
                <c:pt idx="4628">
                  <c:v>24069.17</c:v>
                </c:pt>
                <c:pt idx="4629">
                  <c:v>23886.07</c:v>
                </c:pt>
                <c:pt idx="4630">
                  <c:v>23904.09</c:v>
                </c:pt>
                <c:pt idx="4631">
                  <c:v>23984.14</c:v>
                </c:pt>
                <c:pt idx="4632">
                  <c:v>23484.54</c:v>
                </c:pt>
                <c:pt idx="4633">
                  <c:v>23020.6</c:v>
                </c:pt>
                <c:pt idx="4634">
                  <c:v>23363.759999999998</c:v>
                </c:pt>
                <c:pt idx="4635">
                  <c:v>23577.73</c:v>
                </c:pt>
                <c:pt idx="4636">
                  <c:v>22921.89</c:v>
                </c:pt>
                <c:pt idx="4637">
                  <c:v>22966.97</c:v>
                </c:pt>
                <c:pt idx="4638">
                  <c:v>22346.880000000001</c:v>
                </c:pt>
                <c:pt idx="4639">
                  <c:v>21729.35</c:v>
                </c:pt>
                <c:pt idx="4640">
                  <c:v>21595.63</c:v>
                </c:pt>
                <c:pt idx="4641">
                  <c:v>20387.13</c:v>
                </c:pt>
                <c:pt idx="4642">
                  <c:v>20672.39</c:v>
                </c:pt>
                <c:pt idx="4643">
                  <c:v>21375.72</c:v>
                </c:pt>
                <c:pt idx="4644">
                  <c:v>22007.32</c:v>
                </c:pt>
                <c:pt idx="4645">
                  <c:v>21891.1</c:v>
                </c:pt>
                <c:pt idx="4646">
                  <c:v>21792.71</c:v>
                </c:pt>
                <c:pt idx="4647">
                  <c:v>22439.360000000001</c:v>
                </c:pt>
                <c:pt idx="4648">
                  <c:v>22536.67</c:v>
                </c:pt>
                <c:pt idx="4649">
                  <c:v>21907.99</c:v>
                </c:pt>
                <c:pt idx="4650">
                  <c:v>21936.73</c:v>
                </c:pt>
                <c:pt idx="4651">
                  <c:v>22538.44</c:v>
                </c:pt>
                <c:pt idx="4652">
                  <c:v>22443.25</c:v>
                </c:pt>
                <c:pt idx="4653">
                  <c:v>22455.360000000001</c:v>
                </c:pt>
                <c:pt idx="4654">
                  <c:v>23184.94</c:v>
                </c:pt>
                <c:pt idx="4655">
                  <c:v>22739.9</c:v>
                </c:pt>
                <c:pt idx="4656">
                  <c:v>22570.41</c:v>
                </c:pt>
                <c:pt idx="4657">
                  <c:v>23211.69</c:v>
                </c:pt>
                <c:pt idx="4658">
                  <c:v>23362.18</c:v>
                </c:pt>
                <c:pt idx="4659">
                  <c:v>23472.880000000001</c:v>
                </c:pt>
                <c:pt idx="4660">
                  <c:v>23365.56</c:v>
                </c:pt>
                <c:pt idx="4661">
                  <c:v>23291.9</c:v>
                </c:pt>
                <c:pt idx="4662">
                  <c:v>23016.2</c:v>
                </c:pt>
                <c:pt idx="4663">
                  <c:v>22841.919999999998</c:v>
                </c:pt>
                <c:pt idx="4664">
                  <c:v>23057.3</c:v>
                </c:pt>
                <c:pt idx="4665">
                  <c:v>22953.94</c:v>
                </c:pt>
                <c:pt idx="4666">
                  <c:v>23099.29</c:v>
                </c:pt>
                <c:pt idx="4667">
                  <c:v>22809.02</c:v>
                </c:pt>
                <c:pt idx="4668">
                  <c:v>22607.02</c:v>
                </c:pt>
                <c:pt idx="4669">
                  <c:v>22885.84</c:v>
                </c:pt>
                <c:pt idx="4670">
                  <c:v>22817.43</c:v>
                </c:pt>
                <c:pt idx="4671">
                  <c:v>22531.74</c:v>
                </c:pt>
                <c:pt idx="4672">
                  <c:v>22252.99</c:v>
                </c:pt>
                <c:pt idx="4673">
                  <c:v>22218.55</c:v>
                </c:pt>
                <c:pt idx="4674">
                  <c:v>22151.14</c:v>
                </c:pt>
                <c:pt idx="4675">
                  <c:v>21772.73</c:v>
                </c:pt>
                <c:pt idx="4676">
                  <c:v>21938.22</c:v>
                </c:pt>
                <c:pt idx="4677">
                  <c:v>21705.56</c:v>
                </c:pt>
                <c:pt idx="4678">
                  <c:v>21803.57</c:v>
                </c:pt>
                <c:pt idx="4679">
                  <c:v>21822.35</c:v>
                </c:pt>
                <c:pt idx="4680">
                  <c:v>21999.91</c:v>
                </c:pt>
                <c:pt idx="4681">
                  <c:v>21954.67</c:v>
                </c:pt>
                <c:pt idx="4682">
                  <c:v>21684.67</c:v>
                </c:pt>
                <c:pt idx="4683">
                  <c:v>21582.89</c:v>
                </c:pt>
                <c:pt idx="4684">
                  <c:v>21017.05</c:v>
                </c:pt>
                <c:pt idx="4685">
                  <c:v>20867.259999999998</c:v>
                </c:pt>
                <c:pt idx="4686">
                  <c:v>20578.75</c:v>
                </c:pt>
                <c:pt idx="4687">
                  <c:v>20636.39</c:v>
                </c:pt>
                <c:pt idx="4688">
                  <c:v>20615.490000000002</c:v>
                </c:pt>
                <c:pt idx="4689">
                  <c:v>20509.150000000001</c:v>
                </c:pt>
                <c:pt idx="4690">
                  <c:v>20800.16</c:v>
                </c:pt>
                <c:pt idx="4691">
                  <c:v>20818.61</c:v>
                </c:pt>
                <c:pt idx="4692">
                  <c:v>20842.150000000001</c:v>
                </c:pt>
                <c:pt idx="4693">
                  <c:v>20729.59</c:v>
                </c:pt>
                <c:pt idx="4694">
                  <c:v>20602.87</c:v>
                </c:pt>
                <c:pt idx="4695">
                  <c:v>20634.47</c:v>
                </c:pt>
                <c:pt idx="4696">
                  <c:v>20293.759999999998</c:v>
                </c:pt>
                <c:pt idx="4697">
                  <c:v>20469.59</c:v>
                </c:pt>
                <c:pt idx="4698">
                  <c:v>20529.759999999998</c:v>
                </c:pt>
                <c:pt idx="4699">
                  <c:v>20520.66</c:v>
                </c:pt>
                <c:pt idx="4700">
                  <c:v>20798.97</c:v>
                </c:pt>
                <c:pt idx="4701">
                  <c:v>20843.919999999998</c:v>
                </c:pt>
                <c:pt idx="4702">
                  <c:v>20927.75</c:v>
                </c:pt>
                <c:pt idx="4703">
                  <c:v>20904.84</c:v>
                </c:pt>
                <c:pt idx="4704">
                  <c:v>20994.61</c:v>
                </c:pt>
                <c:pt idx="4705">
                  <c:v>20937.259999999998</c:v>
                </c:pt>
                <c:pt idx="4706">
                  <c:v>20868.150000000001</c:v>
                </c:pt>
                <c:pt idx="4707">
                  <c:v>20979.24</c:v>
                </c:pt>
                <c:pt idx="4708">
                  <c:v>20468.21</c:v>
                </c:pt>
                <c:pt idx="4709">
                  <c:v>20746.27</c:v>
                </c:pt>
                <c:pt idx="4710">
                  <c:v>20844.78</c:v>
                </c:pt>
                <c:pt idx="4711">
                  <c:v>20706.349999999999</c:v>
                </c:pt>
                <c:pt idx="4712">
                  <c:v>20896.64</c:v>
                </c:pt>
                <c:pt idx="4713">
                  <c:v>20841.080000000002</c:v>
                </c:pt>
                <c:pt idx="4714">
                  <c:v>20681.580000000002</c:v>
                </c:pt>
                <c:pt idx="4715">
                  <c:v>20388.490000000002</c:v>
                </c:pt>
                <c:pt idx="4716">
                  <c:v>20318.98</c:v>
                </c:pt>
                <c:pt idx="4717">
                  <c:v>20526.5</c:v>
                </c:pt>
                <c:pt idx="4718">
                  <c:v>20667.29</c:v>
                </c:pt>
                <c:pt idx="4719">
                  <c:v>20536.78</c:v>
                </c:pt>
                <c:pt idx="4720">
                  <c:v>20572.8</c:v>
                </c:pt>
                <c:pt idx="4721">
                  <c:v>20556.57</c:v>
                </c:pt>
                <c:pt idx="4722">
                  <c:v>20566.59</c:v>
                </c:pt>
                <c:pt idx="4723">
                  <c:v>20299.71</c:v>
                </c:pt>
                <c:pt idx="4724">
                  <c:v>20777.09</c:v>
                </c:pt>
                <c:pt idx="4725">
                  <c:v>20788.61</c:v>
                </c:pt>
                <c:pt idx="4726">
                  <c:v>20757.53</c:v>
                </c:pt>
                <c:pt idx="4727">
                  <c:v>20340.97</c:v>
                </c:pt>
                <c:pt idx="4728">
                  <c:v>20380.21</c:v>
                </c:pt>
                <c:pt idx="4729">
                  <c:v>20449.43</c:v>
                </c:pt>
                <c:pt idx="4730">
                  <c:v>20347.87</c:v>
                </c:pt>
                <c:pt idx="4731">
                  <c:v>20209.71</c:v>
                </c:pt>
                <c:pt idx="4732">
                  <c:v>20002.7</c:v>
                </c:pt>
                <c:pt idx="4733">
                  <c:v>19809.7</c:v>
                </c:pt>
                <c:pt idx="4734">
                  <c:v>19800.93</c:v>
                </c:pt>
                <c:pt idx="4735">
                  <c:v>19821.78</c:v>
                </c:pt>
                <c:pt idx="4736">
                  <c:v>19553.87</c:v>
                </c:pt>
                <c:pt idx="4737">
                  <c:v>19706.79</c:v>
                </c:pt>
                <c:pt idx="4738">
                  <c:v>19765.849999999999</c:v>
                </c:pt>
                <c:pt idx="4739">
                  <c:v>19692.64</c:v>
                </c:pt>
                <c:pt idx="4740">
                  <c:v>19690.25</c:v>
                </c:pt>
                <c:pt idx="4741">
                  <c:v>19516.41</c:v>
                </c:pt>
                <c:pt idx="4742">
                  <c:v>19356.900000000001</c:v>
                </c:pt>
                <c:pt idx="4743">
                  <c:v>19266.740000000002</c:v>
                </c:pt>
                <c:pt idx="4744">
                  <c:v>18953.5</c:v>
                </c:pt>
                <c:pt idx="4745">
                  <c:v>18969.439999999999</c:v>
                </c:pt>
                <c:pt idx="4746">
                  <c:v>18836.93</c:v>
                </c:pt>
                <c:pt idx="4747">
                  <c:v>19333.14</c:v>
                </c:pt>
                <c:pt idx="4748">
                  <c:v>19442.419999999998</c:v>
                </c:pt>
                <c:pt idx="4749">
                  <c:v>19134.88</c:v>
                </c:pt>
                <c:pt idx="4750">
                  <c:v>19175.169999999998</c:v>
                </c:pt>
                <c:pt idx="4751">
                  <c:v>18918.64</c:v>
                </c:pt>
                <c:pt idx="4752">
                  <c:v>19058.560000000001</c:v>
                </c:pt>
                <c:pt idx="4753">
                  <c:v>18664.88</c:v>
                </c:pt>
                <c:pt idx="4754">
                  <c:v>19442.009999999998</c:v>
                </c:pt>
                <c:pt idx="4755">
                  <c:v>19346.599999999999</c:v>
                </c:pt>
                <c:pt idx="4756">
                  <c:v>19651.509999999998</c:v>
                </c:pt>
                <c:pt idx="4757">
                  <c:v>20147.87</c:v>
                </c:pt>
                <c:pt idx="4758">
                  <c:v>20507.95</c:v>
                </c:pt>
                <c:pt idx="4759">
                  <c:v>20711.650000000001</c:v>
                </c:pt>
                <c:pt idx="4760">
                  <c:v>20809.23</c:v>
                </c:pt>
                <c:pt idx="4761">
                  <c:v>20651.419999999998</c:v>
                </c:pt>
                <c:pt idx="4762">
                  <c:v>20567.91</c:v>
                </c:pt>
                <c:pt idx="4763">
                  <c:v>20538.419999999998</c:v>
                </c:pt>
                <c:pt idx="4764">
                  <c:v>20209.91</c:v>
                </c:pt>
                <c:pt idx="4765">
                  <c:v>20132.25</c:v>
                </c:pt>
                <c:pt idx="4766">
                  <c:v>20593.41</c:v>
                </c:pt>
                <c:pt idx="4767">
                  <c:v>20677.66</c:v>
                </c:pt>
                <c:pt idx="4768">
                  <c:v>20735.05</c:v>
                </c:pt>
                <c:pt idx="4769">
                  <c:v>20679.689999999999</c:v>
                </c:pt>
                <c:pt idx="4770">
                  <c:v>20655.2</c:v>
                </c:pt>
                <c:pt idx="4771">
                  <c:v>20455.62</c:v>
                </c:pt>
                <c:pt idx="4772">
                  <c:v>20563.68</c:v>
                </c:pt>
                <c:pt idx="4773">
                  <c:v>20430.16</c:v>
                </c:pt>
                <c:pt idx="4774">
                  <c:v>20106.419999999998</c:v>
                </c:pt>
                <c:pt idx="4775">
                  <c:v>20460.46</c:v>
                </c:pt>
                <c:pt idx="4776">
                  <c:v>20236.68</c:v>
                </c:pt>
                <c:pt idx="4777">
                  <c:v>20281.13</c:v>
                </c:pt>
                <c:pt idx="4778">
                  <c:v>20669.830000000002</c:v>
                </c:pt>
                <c:pt idx="4779">
                  <c:v>20821.05</c:v>
                </c:pt>
                <c:pt idx="4780">
                  <c:v>20769.7</c:v>
                </c:pt>
                <c:pt idx="4781">
                  <c:v>20772.22</c:v>
                </c:pt>
                <c:pt idx="4782">
                  <c:v>20327.72</c:v>
                </c:pt>
                <c:pt idx="4783">
                  <c:v>20277.509999999998</c:v>
                </c:pt>
                <c:pt idx="4784">
                  <c:v>20064.57</c:v>
                </c:pt>
                <c:pt idx="4785">
                  <c:v>20027.95</c:v>
                </c:pt>
                <c:pt idx="4786">
                  <c:v>20068.560000000001</c:v>
                </c:pt>
                <c:pt idx="4787">
                  <c:v>19613.41</c:v>
                </c:pt>
                <c:pt idx="4788">
                  <c:v>19385.37</c:v>
                </c:pt>
                <c:pt idx="4789">
                  <c:v>19568.34</c:v>
                </c:pt>
                <c:pt idx="4790">
                  <c:v>19898.080000000002</c:v>
                </c:pt>
                <c:pt idx="4791">
                  <c:v>20029.66</c:v>
                </c:pt>
                <c:pt idx="4792">
                  <c:v>20211.28</c:v>
                </c:pt>
                <c:pt idx="4793">
                  <c:v>20025.580000000002</c:v>
                </c:pt>
                <c:pt idx="4794">
                  <c:v>20413.39</c:v>
                </c:pt>
                <c:pt idx="4795">
                  <c:v>20310.18</c:v>
                </c:pt>
                <c:pt idx="4796">
                  <c:v>19964.72</c:v>
                </c:pt>
                <c:pt idx="4797">
                  <c:v>20001.91</c:v>
                </c:pt>
                <c:pt idx="4798">
                  <c:v>19725.73</c:v>
                </c:pt>
                <c:pt idx="4799">
                  <c:v>19320.52</c:v>
                </c:pt>
                <c:pt idx="4800">
                  <c:v>19222.84</c:v>
                </c:pt>
                <c:pt idx="4801">
                  <c:v>19240.12</c:v>
                </c:pt>
                <c:pt idx="4802">
                  <c:v>18964.55</c:v>
                </c:pt>
                <c:pt idx="4803">
                  <c:v>19192.91</c:v>
                </c:pt>
                <c:pt idx="4804">
                  <c:v>19110.650000000001</c:v>
                </c:pt>
                <c:pt idx="4805">
                  <c:v>18919.400000000001</c:v>
                </c:pt>
                <c:pt idx="4806">
                  <c:v>18718.189999999999</c:v>
                </c:pt>
                <c:pt idx="4807">
                  <c:v>18907.169999999998</c:v>
                </c:pt>
                <c:pt idx="4808">
                  <c:v>18924.66</c:v>
                </c:pt>
                <c:pt idx="4809">
                  <c:v>18739.990000000002</c:v>
                </c:pt>
                <c:pt idx="4810">
                  <c:v>18842.990000000002</c:v>
                </c:pt>
                <c:pt idx="4811">
                  <c:v>19026.36</c:v>
                </c:pt>
                <c:pt idx="4812">
                  <c:v>18944.189999999999</c:v>
                </c:pt>
                <c:pt idx="4813">
                  <c:v>18702.73</c:v>
                </c:pt>
                <c:pt idx="4814">
                  <c:v>18690.82</c:v>
                </c:pt>
                <c:pt idx="4815">
                  <c:v>18960.48</c:v>
                </c:pt>
                <c:pt idx="4816">
                  <c:v>18780.93</c:v>
                </c:pt>
                <c:pt idx="4817">
                  <c:v>18639.53</c:v>
                </c:pt>
                <c:pt idx="4818">
                  <c:v>19204.009999999998</c:v>
                </c:pt>
                <c:pt idx="4819">
                  <c:v>19260.3</c:v>
                </c:pt>
                <c:pt idx="4820">
                  <c:v>19265.32</c:v>
                </c:pt>
                <c:pt idx="4821">
                  <c:v>19250.79</c:v>
                </c:pt>
                <c:pt idx="4822">
                  <c:v>19008.3</c:v>
                </c:pt>
                <c:pt idx="4823">
                  <c:v>18954.63</c:v>
                </c:pt>
                <c:pt idx="4824">
                  <c:v>19182.71</c:v>
                </c:pt>
                <c:pt idx="4825">
                  <c:v>19154.07</c:v>
                </c:pt>
                <c:pt idx="4826">
                  <c:v>19093</c:v>
                </c:pt>
                <c:pt idx="4827">
                  <c:v>18878.419999999998</c:v>
                </c:pt>
                <c:pt idx="4828">
                  <c:v>18868.54</c:v>
                </c:pt>
                <c:pt idx="4829">
                  <c:v>18891.14</c:v>
                </c:pt>
                <c:pt idx="4830">
                  <c:v>18952.86</c:v>
                </c:pt>
                <c:pt idx="4831">
                  <c:v>18811.240000000002</c:v>
                </c:pt>
                <c:pt idx="4832">
                  <c:v>18939.310000000001</c:v>
                </c:pt>
                <c:pt idx="4833">
                  <c:v>18936.55</c:v>
                </c:pt>
                <c:pt idx="4834">
                  <c:v>18749.689999999999</c:v>
                </c:pt>
                <c:pt idx="4835">
                  <c:v>18714.78</c:v>
                </c:pt>
                <c:pt idx="4836">
                  <c:v>18453.650000000001</c:v>
                </c:pt>
                <c:pt idx="4837">
                  <c:v>18324.349999999999</c:v>
                </c:pt>
                <c:pt idx="4838">
                  <c:v>18297.55</c:v>
                </c:pt>
                <c:pt idx="4839">
                  <c:v>18353.740000000002</c:v>
                </c:pt>
                <c:pt idx="4840">
                  <c:v>18157.939999999999</c:v>
                </c:pt>
                <c:pt idx="4841">
                  <c:v>18153.41</c:v>
                </c:pt>
                <c:pt idx="4842">
                  <c:v>18089.849999999999</c:v>
                </c:pt>
                <c:pt idx="4843">
                  <c:v>18113.55</c:v>
                </c:pt>
                <c:pt idx="4844">
                  <c:v>17986.97</c:v>
                </c:pt>
                <c:pt idx="4845">
                  <c:v>18048.09</c:v>
                </c:pt>
                <c:pt idx="4846">
                  <c:v>18014.84</c:v>
                </c:pt>
                <c:pt idx="4847">
                  <c:v>18010.2</c:v>
                </c:pt>
                <c:pt idx="4848">
                  <c:v>17988.86</c:v>
                </c:pt>
                <c:pt idx="4849">
                  <c:v>17873.09</c:v>
                </c:pt>
                <c:pt idx="4850">
                  <c:v>17862.79</c:v>
                </c:pt>
                <c:pt idx="4851">
                  <c:v>17823.7</c:v>
                </c:pt>
                <c:pt idx="4852">
                  <c:v>17675.240000000002</c:v>
                </c:pt>
                <c:pt idx="4853">
                  <c:v>17903.39</c:v>
                </c:pt>
                <c:pt idx="4854">
                  <c:v>17907.669999999998</c:v>
                </c:pt>
                <c:pt idx="4855">
                  <c:v>17629.21</c:v>
                </c:pt>
                <c:pt idx="4856">
                  <c:v>17606.53</c:v>
                </c:pt>
                <c:pt idx="4857">
                  <c:v>17543.05</c:v>
                </c:pt>
                <c:pt idx="4858">
                  <c:v>17530.57</c:v>
                </c:pt>
                <c:pt idx="4859">
                  <c:v>17521.509999999998</c:v>
                </c:pt>
                <c:pt idx="4860">
                  <c:v>17308.080000000002</c:v>
                </c:pt>
                <c:pt idx="4861">
                  <c:v>17546.04</c:v>
                </c:pt>
                <c:pt idx="4862">
                  <c:v>17600.650000000001</c:v>
                </c:pt>
                <c:pt idx="4863">
                  <c:v>17619.97</c:v>
                </c:pt>
                <c:pt idx="4864">
                  <c:v>17512.96</c:v>
                </c:pt>
                <c:pt idx="4865">
                  <c:v>17346.7</c:v>
                </c:pt>
                <c:pt idx="4866">
                  <c:v>17387.21</c:v>
                </c:pt>
                <c:pt idx="4867">
                  <c:v>17237.650000000001</c:v>
                </c:pt>
                <c:pt idx="4868">
                  <c:v>17183.45</c:v>
                </c:pt>
                <c:pt idx="4869">
                  <c:v>17210.04</c:v>
                </c:pt>
                <c:pt idx="4870">
                  <c:v>17075.400000000001</c:v>
                </c:pt>
                <c:pt idx="4871">
                  <c:v>16948.59</c:v>
                </c:pt>
                <c:pt idx="4872">
                  <c:v>17145.759999999998</c:v>
                </c:pt>
                <c:pt idx="4873">
                  <c:v>17096.439999999999</c:v>
                </c:pt>
                <c:pt idx="4874">
                  <c:v>17258.509999999998</c:v>
                </c:pt>
                <c:pt idx="4875">
                  <c:v>17438.8</c:v>
                </c:pt>
                <c:pt idx="4876">
                  <c:v>17513.88</c:v>
                </c:pt>
                <c:pt idx="4877">
                  <c:v>17423.72</c:v>
                </c:pt>
                <c:pt idx="4878">
                  <c:v>17392.27</c:v>
                </c:pt>
                <c:pt idx="4879">
                  <c:v>17284.71</c:v>
                </c:pt>
                <c:pt idx="4880">
                  <c:v>17083.28</c:v>
                </c:pt>
                <c:pt idx="4881">
                  <c:v>16922.29</c:v>
                </c:pt>
                <c:pt idx="4882">
                  <c:v>16955.45</c:v>
                </c:pt>
                <c:pt idx="4883">
                  <c:v>16883.04</c:v>
                </c:pt>
                <c:pt idx="4884">
                  <c:v>17088.39</c:v>
                </c:pt>
                <c:pt idx="4885">
                  <c:v>17149.75</c:v>
                </c:pt>
                <c:pt idx="4886">
                  <c:v>17007.88</c:v>
                </c:pt>
                <c:pt idx="4887">
                  <c:v>17330.7</c:v>
                </c:pt>
                <c:pt idx="4888">
                  <c:v>17373.05</c:v>
                </c:pt>
                <c:pt idx="4889">
                  <c:v>17451.03</c:v>
                </c:pt>
                <c:pt idx="4890">
                  <c:v>17274.07</c:v>
                </c:pt>
                <c:pt idx="4891">
                  <c:v>17290.009999999998</c:v>
                </c:pt>
                <c:pt idx="4892">
                  <c:v>17249.95</c:v>
                </c:pt>
                <c:pt idx="4893">
                  <c:v>17222.14</c:v>
                </c:pt>
                <c:pt idx="4894">
                  <c:v>17346.580000000002</c:v>
                </c:pt>
                <c:pt idx="4895">
                  <c:v>17048.2</c:v>
                </c:pt>
                <c:pt idx="4896">
                  <c:v>16953.55</c:v>
                </c:pt>
                <c:pt idx="4897">
                  <c:v>16887.8</c:v>
                </c:pt>
                <c:pt idx="4898">
                  <c:v>17048.419999999998</c:v>
                </c:pt>
                <c:pt idx="4899">
                  <c:v>17032.75</c:v>
                </c:pt>
                <c:pt idx="4900">
                  <c:v>16911.37</c:v>
                </c:pt>
                <c:pt idx="4901">
                  <c:v>16971.34</c:v>
                </c:pt>
                <c:pt idx="4902">
                  <c:v>16955.04</c:v>
                </c:pt>
                <c:pt idx="4903">
                  <c:v>16916.77</c:v>
                </c:pt>
                <c:pt idx="4904">
                  <c:v>16617.240000000002</c:v>
                </c:pt>
                <c:pt idx="4905">
                  <c:v>16583.86</c:v>
                </c:pt>
                <c:pt idx="4906">
                  <c:v>16480.59</c:v>
                </c:pt>
                <c:pt idx="4907">
                  <c:v>16464.18</c:v>
                </c:pt>
                <c:pt idx="4908">
                  <c:v>16472.62</c:v>
                </c:pt>
                <c:pt idx="4909">
                  <c:v>16097.54</c:v>
                </c:pt>
                <c:pt idx="4910">
                  <c:v>16043.94</c:v>
                </c:pt>
                <c:pt idx="4911">
                  <c:v>16064.82</c:v>
                </c:pt>
                <c:pt idx="4912">
                  <c:v>16135.71</c:v>
                </c:pt>
                <c:pt idx="4913">
                  <c:v>16305.48</c:v>
                </c:pt>
                <c:pt idx="4914">
                  <c:v>16522.21</c:v>
                </c:pt>
                <c:pt idx="4915">
                  <c:v>16490.13</c:v>
                </c:pt>
                <c:pt idx="4916">
                  <c:v>16603.810000000001</c:v>
                </c:pt>
                <c:pt idx="4917">
                  <c:v>16459.78</c:v>
                </c:pt>
                <c:pt idx="4918">
                  <c:v>16440.990000000002</c:v>
                </c:pt>
                <c:pt idx="4919">
                  <c:v>16267.18</c:v>
                </c:pt>
                <c:pt idx="4920">
                  <c:v>16368.98</c:v>
                </c:pt>
                <c:pt idx="4921">
                  <c:v>16326.66</c:v>
                </c:pt>
                <c:pt idx="4922">
                  <c:v>16267.62</c:v>
                </c:pt>
                <c:pt idx="4923">
                  <c:v>15865.22</c:v>
                </c:pt>
                <c:pt idx="4924">
                  <c:v>15742.66</c:v>
                </c:pt>
                <c:pt idx="4925">
                  <c:v>15774.7</c:v>
                </c:pt>
                <c:pt idx="4926">
                  <c:v>15804.81</c:v>
                </c:pt>
                <c:pt idx="4927">
                  <c:v>15808.81</c:v>
                </c:pt>
                <c:pt idx="4928">
                  <c:v>15826.7</c:v>
                </c:pt>
                <c:pt idx="4929">
                  <c:v>15659.36</c:v>
                </c:pt>
                <c:pt idx="4930">
                  <c:v>15608.97</c:v>
                </c:pt>
                <c:pt idx="4931">
                  <c:v>15768.86</c:v>
                </c:pt>
                <c:pt idx="4932">
                  <c:v>15842.65</c:v>
                </c:pt>
                <c:pt idx="4933">
                  <c:v>15435.08</c:v>
                </c:pt>
                <c:pt idx="4934">
                  <c:v>15247.92</c:v>
                </c:pt>
                <c:pt idx="4935">
                  <c:v>15234.42</c:v>
                </c:pt>
                <c:pt idx="4936">
                  <c:v>15621.44</c:v>
                </c:pt>
                <c:pt idx="4937">
                  <c:v>15628.69</c:v>
                </c:pt>
                <c:pt idx="4938">
                  <c:v>15450.11</c:v>
                </c:pt>
                <c:pt idx="4939">
                  <c:v>15816.55</c:v>
                </c:pt>
                <c:pt idx="4940">
                  <c:v>15973.11</c:v>
                </c:pt>
                <c:pt idx="4941">
                  <c:v>16016.23</c:v>
                </c:pt>
                <c:pt idx="4942">
                  <c:v>15912.71</c:v>
                </c:pt>
                <c:pt idx="4943">
                  <c:v>15645.27</c:v>
                </c:pt>
                <c:pt idx="4944">
                  <c:v>15857.89</c:v>
                </c:pt>
                <c:pt idx="4945">
                  <c:v>15963.77</c:v>
                </c:pt>
                <c:pt idx="4946">
                  <c:v>15895.1</c:v>
                </c:pt>
                <c:pt idx="4947">
                  <c:v>15696.89</c:v>
                </c:pt>
                <c:pt idx="4948">
                  <c:v>15822.64</c:v>
                </c:pt>
                <c:pt idx="4949">
                  <c:v>15864.56</c:v>
                </c:pt>
                <c:pt idx="4950">
                  <c:v>15805.52</c:v>
                </c:pt>
                <c:pt idx="4951">
                  <c:v>16313.36</c:v>
                </c:pt>
                <c:pt idx="4952">
                  <c:v>16266.52</c:v>
                </c:pt>
                <c:pt idx="4953">
                  <c:v>16615.55</c:v>
                </c:pt>
                <c:pt idx="4954">
                  <c:v>16393.11</c:v>
                </c:pt>
                <c:pt idx="4955">
                  <c:v>16494.84</c:v>
                </c:pt>
                <c:pt idx="4956">
                  <c:v>16901.849999999999</c:v>
                </c:pt>
                <c:pt idx="4957">
                  <c:v>17140.78</c:v>
                </c:pt>
                <c:pt idx="4958">
                  <c:v>17080.59</c:v>
                </c:pt>
                <c:pt idx="4959">
                  <c:v>17133.990000000002</c:v>
                </c:pt>
                <c:pt idx="4960">
                  <c:v>17301.79</c:v>
                </c:pt>
                <c:pt idx="4961">
                  <c:v>17013.93</c:v>
                </c:pt>
                <c:pt idx="4962">
                  <c:v>17026.98</c:v>
                </c:pt>
                <c:pt idx="4963">
                  <c:v>16868.04</c:v>
                </c:pt>
                <c:pt idx="4964">
                  <c:v>16661.3</c:v>
                </c:pt>
                <c:pt idx="4965">
                  <c:v>16742.849999999999</c:v>
                </c:pt>
                <c:pt idx="4966">
                  <c:v>16672.66</c:v>
                </c:pt>
                <c:pt idx="4967">
                  <c:v>16577.77</c:v>
                </c:pt>
                <c:pt idx="4968">
                  <c:v>16705.669999999998</c:v>
                </c:pt>
                <c:pt idx="4969">
                  <c:v>16912.150000000001</c:v>
                </c:pt>
                <c:pt idx="4970">
                  <c:v>16944.34</c:v>
                </c:pt>
                <c:pt idx="4971">
                  <c:v>16830.439999999999</c:v>
                </c:pt>
                <c:pt idx="4972">
                  <c:v>16637.53</c:v>
                </c:pt>
                <c:pt idx="4973">
                  <c:v>16429.45</c:v>
                </c:pt>
                <c:pt idx="4974">
                  <c:v>16310.76</c:v>
                </c:pt>
                <c:pt idx="4975">
                  <c:v>16475.810000000001</c:v>
                </c:pt>
                <c:pt idx="4976">
                  <c:v>16521.59</c:v>
                </c:pt>
                <c:pt idx="4977">
                  <c:v>16471.78</c:v>
                </c:pt>
                <c:pt idx="4978">
                  <c:v>16411.13</c:v>
                </c:pt>
                <c:pt idx="4979">
                  <c:v>16100.09</c:v>
                </c:pt>
                <c:pt idx="4980">
                  <c:v>16063.75</c:v>
                </c:pt>
                <c:pt idx="4981">
                  <c:v>15805.04</c:v>
                </c:pt>
                <c:pt idx="4982">
                  <c:v>15880.69</c:v>
                </c:pt>
                <c:pt idx="4983">
                  <c:v>15745.11</c:v>
                </c:pt>
                <c:pt idx="4984">
                  <c:v>15856.58</c:v>
                </c:pt>
                <c:pt idx="4985">
                  <c:v>15815.87</c:v>
                </c:pt>
                <c:pt idx="4986">
                  <c:v>15716.46</c:v>
                </c:pt>
                <c:pt idx="4987">
                  <c:v>15771.17</c:v>
                </c:pt>
                <c:pt idx="4988">
                  <c:v>15642.81</c:v>
                </c:pt>
                <c:pt idx="4989">
                  <c:v>15922.75</c:v>
                </c:pt>
                <c:pt idx="4990">
                  <c:v>15929.95</c:v>
                </c:pt>
                <c:pt idx="4991">
                  <c:v>15801.66</c:v>
                </c:pt>
                <c:pt idx="4992">
                  <c:v>15729.04</c:v>
                </c:pt>
                <c:pt idx="4993">
                  <c:v>15720.36</c:v>
                </c:pt>
                <c:pt idx="4994">
                  <c:v>15519.76</c:v>
                </c:pt>
                <c:pt idx="4995">
                  <c:v>15542.07</c:v>
                </c:pt>
                <c:pt idx="4996">
                  <c:v>15445.05</c:v>
                </c:pt>
                <c:pt idx="4997">
                  <c:v>15510.13</c:v>
                </c:pt>
                <c:pt idx="4998">
                  <c:v>15493.09</c:v>
                </c:pt>
                <c:pt idx="4999">
                  <c:v>15602.36</c:v>
                </c:pt>
                <c:pt idx="5000">
                  <c:v>15811.83</c:v>
                </c:pt>
                <c:pt idx="5001">
                  <c:v>15802</c:v>
                </c:pt>
                <c:pt idx="5002">
                  <c:v>15882.45</c:v>
                </c:pt>
                <c:pt idx="5003">
                  <c:v>15818.09</c:v>
                </c:pt>
                <c:pt idx="5004">
                  <c:v>15918.48</c:v>
                </c:pt>
                <c:pt idx="5005">
                  <c:v>15949.89</c:v>
                </c:pt>
                <c:pt idx="5006">
                  <c:v>15856.05</c:v>
                </c:pt>
                <c:pt idx="5007">
                  <c:v>15812.53</c:v>
                </c:pt>
                <c:pt idx="5008">
                  <c:v>15635.72</c:v>
                </c:pt>
                <c:pt idx="5009">
                  <c:v>15627.24</c:v>
                </c:pt>
                <c:pt idx="5010">
                  <c:v>15598.67</c:v>
                </c:pt>
                <c:pt idx="5011">
                  <c:v>15475.69</c:v>
                </c:pt>
                <c:pt idx="5012">
                  <c:v>15450.88</c:v>
                </c:pt>
                <c:pt idx="5013">
                  <c:v>15423.26</c:v>
                </c:pt>
                <c:pt idx="5014">
                  <c:v>15420.32</c:v>
                </c:pt>
                <c:pt idx="5015">
                  <c:v>15312.09</c:v>
                </c:pt>
                <c:pt idx="5016">
                  <c:v>15425.95</c:v>
                </c:pt>
                <c:pt idx="5017">
                  <c:v>15413.43</c:v>
                </c:pt>
                <c:pt idx="5018">
                  <c:v>15373.44</c:v>
                </c:pt>
                <c:pt idx="5019">
                  <c:v>15517.01</c:v>
                </c:pt>
                <c:pt idx="5020">
                  <c:v>15548.06</c:v>
                </c:pt>
                <c:pt idx="5021">
                  <c:v>15429.73</c:v>
                </c:pt>
                <c:pt idx="5022">
                  <c:v>15691.69</c:v>
                </c:pt>
                <c:pt idx="5023">
                  <c:v>15742.3</c:v>
                </c:pt>
                <c:pt idx="5024">
                  <c:v>15753.14</c:v>
                </c:pt>
                <c:pt idx="5025">
                  <c:v>15520.07</c:v>
                </c:pt>
                <c:pt idx="5026">
                  <c:v>15520.39</c:v>
                </c:pt>
                <c:pt idx="5027">
                  <c:v>15530.57</c:v>
                </c:pt>
                <c:pt idx="5028">
                  <c:v>15464.77</c:v>
                </c:pt>
                <c:pt idx="5029">
                  <c:v>15662.08</c:v>
                </c:pt>
                <c:pt idx="5030">
                  <c:v>15670.42</c:v>
                </c:pt>
                <c:pt idx="5031">
                  <c:v>15481.21</c:v>
                </c:pt>
                <c:pt idx="5032">
                  <c:v>15576.2</c:v>
                </c:pt>
                <c:pt idx="5033">
                  <c:v>15777.72</c:v>
                </c:pt>
                <c:pt idx="5034">
                  <c:v>15787.97</c:v>
                </c:pt>
                <c:pt idx="5035">
                  <c:v>15719.37</c:v>
                </c:pt>
                <c:pt idx="5036">
                  <c:v>15650.88</c:v>
                </c:pt>
                <c:pt idx="5037">
                  <c:v>15569.91</c:v>
                </c:pt>
                <c:pt idx="5038">
                  <c:v>15547.43</c:v>
                </c:pt>
                <c:pt idx="5039">
                  <c:v>15344.44</c:v>
                </c:pt>
                <c:pt idx="5040">
                  <c:v>15271.13</c:v>
                </c:pt>
                <c:pt idx="5041">
                  <c:v>15200.06</c:v>
                </c:pt>
                <c:pt idx="5042">
                  <c:v>14944.77</c:v>
                </c:pt>
                <c:pt idx="5043">
                  <c:v>14876.43</c:v>
                </c:pt>
                <c:pt idx="5044">
                  <c:v>15045.59</c:v>
                </c:pt>
                <c:pt idx="5045">
                  <c:v>15101.54</c:v>
                </c:pt>
                <c:pt idx="5046">
                  <c:v>15183.58</c:v>
                </c:pt>
                <c:pt idx="5047">
                  <c:v>15182.53</c:v>
                </c:pt>
                <c:pt idx="5048">
                  <c:v>15221.42</c:v>
                </c:pt>
                <c:pt idx="5049">
                  <c:v>15169.17</c:v>
                </c:pt>
                <c:pt idx="5050">
                  <c:v>15182.89</c:v>
                </c:pt>
                <c:pt idx="5051">
                  <c:v>15029.81</c:v>
                </c:pt>
                <c:pt idx="5052">
                  <c:v>15059.02</c:v>
                </c:pt>
                <c:pt idx="5053">
                  <c:v>14976.26</c:v>
                </c:pt>
                <c:pt idx="5054">
                  <c:v>14942.62</c:v>
                </c:pt>
                <c:pt idx="5055">
                  <c:v>14984.4</c:v>
                </c:pt>
                <c:pt idx="5056">
                  <c:v>14910.51</c:v>
                </c:pt>
                <c:pt idx="5057">
                  <c:v>14879.16</c:v>
                </c:pt>
                <c:pt idx="5058">
                  <c:v>15134.95</c:v>
                </c:pt>
                <c:pt idx="5059">
                  <c:v>14990.61</c:v>
                </c:pt>
                <c:pt idx="5060">
                  <c:v>15158.82</c:v>
                </c:pt>
                <c:pt idx="5061">
                  <c:v>15200.38</c:v>
                </c:pt>
                <c:pt idx="5062">
                  <c:v>15068.03</c:v>
                </c:pt>
                <c:pt idx="5063">
                  <c:v>14937.14</c:v>
                </c:pt>
                <c:pt idx="5064">
                  <c:v>15028.76</c:v>
                </c:pt>
                <c:pt idx="5065">
                  <c:v>15100</c:v>
                </c:pt>
                <c:pt idx="5066">
                  <c:v>15081.47</c:v>
                </c:pt>
                <c:pt idx="5067">
                  <c:v>15084.39</c:v>
                </c:pt>
                <c:pt idx="5068">
                  <c:v>15062.35</c:v>
                </c:pt>
                <c:pt idx="5069">
                  <c:v>14885.65</c:v>
                </c:pt>
                <c:pt idx="5070">
                  <c:v>14885.57</c:v>
                </c:pt>
                <c:pt idx="5071">
                  <c:v>14883.32</c:v>
                </c:pt>
                <c:pt idx="5072">
                  <c:v>14787.98</c:v>
                </c:pt>
                <c:pt idx="5073">
                  <c:v>14650.54</c:v>
                </c:pt>
                <c:pt idx="5074">
                  <c:v>14627.41</c:v>
                </c:pt>
                <c:pt idx="5075">
                  <c:v>14629.49</c:v>
                </c:pt>
                <c:pt idx="5076">
                  <c:v>14740.6</c:v>
                </c:pt>
                <c:pt idx="5077">
                  <c:v>14633.33</c:v>
                </c:pt>
                <c:pt idx="5078">
                  <c:v>14597.55</c:v>
                </c:pt>
                <c:pt idx="5079">
                  <c:v>14403.2</c:v>
                </c:pt>
                <c:pt idx="5080">
                  <c:v>14365.79</c:v>
                </c:pt>
                <c:pt idx="5081">
                  <c:v>14585.79</c:v>
                </c:pt>
                <c:pt idx="5082">
                  <c:v>14601.59</c:v>
                </c:pt>
                <c:pt idx="5083">
                  <c:v>14597.48</c:v>
                </c:pt>
                <c:pt idx="5084">
                  <c:v>14572.26</c:v>
                </c:pt>
                <c:pt idx="5085">
                  <c:v>14386.37</c:v>
                </c:pt>
                <c:pt idx="5086">
                  <c:v>14215.83</c:v>
                </c:pt>
                <c:pt idx="5087">
                  <c:v>14381.06</c:v>
                </c:pt>
                <c:pt idx="5088">
                  <c:v>14458.14</c:v>
                </c:pt>
                <c:pt idx="5089">
                  <c:v>14424.88</c:v>
                </c:pt>
                <c:pt idx="5090">
                  <c:v>14402.35</c:v>
                </c:pt>
                <c:pt idx="5091">
                  <c:v>14487.85</c:v>
                </c:pt>
                <c:pt idx="5092">
                  <c:v>14408.94</c:v>
                </c:pt>
                <c:pt idx="5093">
                  <c:v>14372.76</c:v>
                </c:pt>
                <c:pt idx="5094">
                  <c:v>14597.4</c:v>
                </c:pt>
                <c:pt idx="5095">
                  <c:v>14541.35</c:v>
                </c:pt>
                <c:pt idx="5096">
                  <c:v>14485.88</c:v>
                </c:pt>
                <c:pt idx="5097">
                  <c:v>14621.83</c:v>
                </c:pt>
                <c:pt idx="5098">
                  <c:v>14575.02</c:v>
                </c:pt>
                <c:pt idx="5099">
                  <c:v>14898.77</c:v>
                </c:pt>
                <c:pt idx="5100">
                  <c:v>14847.79</c:v>
                </c:pt>
                <c:pt idx="5101">
                  <c:v>14839.3</c:v>
                </c:pt>
                <c:pt idx="5102">
                  <c:v>15161.03</c:v>
                </c:pt>
                <c:pt idx="5103">
                  <c:v>15382.21</c:v>
                </c:pt>
                <c:pt idx="5104">
                  <c:v>15394.39</c:v>
                </c:pt>
                <c:pt idx="5105">
                  <c:v>15428.52</c:v>
                </c:pt>
                <c:pt idx="5106">
                  <c:v>15431.25</c:v>
                </c:pt>
                <c:pt idx="5107">
                  <c:v>15221.46</c:v>
                </c:pt>
                <c:pt idx="5108">
                  <c:v>15189.88</c:v>
                </c:pt>
                <c:pt idx="5109">
                  <c:v>15274.31</c:v>
                </c:pt>
                <c:pt idx="5110">
                  <c:v>15143.97</c:v>
                </c:pt>
                <c:pt idx="5111">
                  <c:v>15179.95</c:v>
                </c:pt>
                <c:pt idx="5112">
                  <c:v>15223.62</c:v>
                </c:pt>
                <c:pt idx="5113">
                  <c:v>15241.86</c:v>
                </c:pt>
                <c:pt idx="5114">
                  <c:v>14983.2</c:v>
                </c:pt>
                <c:pt idx="5115">
                  <c:v>15041.02</c:v>
                </c:pt>
                <c:pt idx="5116">
                  <c:v>15086.62</c:v>
                </c:pt>
                <c:pt idx="5117">
                  <c:v>15070.56</c:v>
                </c:pt>
                <c:pt idx="5118">
                  <c:v>15199.79</c:v>
                </c:pt>
                <c:pt idx="5119">
                  <c:v>15165.77</c:v>
                </c:pt>
                <c:pt idx="5120">
                  <c:v>15166.17</c:v>
                </c:pt>
                <c:pt idx="5121">
                  <c:v>15224.57</c:v>
                </c:pt>
                <c:pt idx="5122">
                  <c:v>15160.78</c:v>
                </c:pt>
                <c:pt idx="5123">
                  <c:v>15227.83</c:v>
                </c:pt>
                <c:pt idx="5124">
                  <c:v>15221.89</c:v>
                </c:pt>
                <c:pt idx="5125">
                  <c:v>15143.75</c:v>
                </c:pt>
                <c:pt idx="5126">
                  <c:v>14903.55</c:v>
                </c:pt>
                <c:pt idx="5127">
                  <c:v>14922.22</c:v>
                </c:pt>
                <c:pt idx="5128">
                  <c:v>14836.97</c:v>
                </c:pt>
                <c:pt idx="5129">
                  <c:v>14982.89</c:v>
                </c:pt>
                <c:pt idx="5130">
                  <c:v>14889.1</c:v>
                </c:pt>
                <c:pt idx="5131">
                  <c:v>14873.85</c:v>
                </c:pt>
                <c:pt idx="5132">
                  <c:v>14973.89</c:v>
                </c:pt>
                <c:pt idx="5133">
                  <c:v>15218.63</c:v>
                </c:pt>
                <c:pt idx="5134">
                  <c:v>15038.61</c:v>
                </c:pt>
                <c:pt idx="5135">
                  <c:v>15148.09</c:v>
                </c:pt>
                <c:pt idx="5136">
                  <c:v>15449.58</c:v>
                </c:pt>
                <c:pt idx="5137">
                  <c:v>15443.62</c:v>
                </c:pt>
                <c:pt idx="5138">
                  <c:v>15466.06</c:v>
                </c:pt>
                <c:pt idx="5139">
                  <c:v>15450.95</c:v>
                </c:pt>
                <c:pt idx="5140">
                  <c:v>15445.2</c:v>
                </c:pt>
                <c:pt idx="5141">
                  <c:v>15346.41</c:v>
                </c:pt>
                <c:pt idx="5142">
                  <c:v>15047.84</c:v>
                </c:pt>
                <c:pt idx="5143">
                  <c:v>15108.94</c:v>
                </c:pt>
                <c:pt idx="5144">
                  <c:v>15051.32</c:v>
                </c:pt>
                <c:pt idx="5145">
                  <c:v>15111.54</c:v>
                </c:pt>
                <c:pt idx="5146">
                  <c:v>15118.5</c:v>
                </c:pt>
                <c:pt idx="5147">
                  <c:v>15137.08</c:v>
                </c:pt>
                <c:pt idx="5148">
                  <c:v>14978.88</c:v>
                </c:pt>
                <c:pt idx="5149">
                  <c:v>14880.98</c:v>
                </c:pt>
                <c:pt idx="5150">
                  <c:v>14813.32</c:v>
                </c:pt>
                <c:pt idx="5151">
                  <c:v>14801.86</c:v>
                </c:pt>
                <c:pt idx="5152">
                  <c:v>14769.93</c:v>
                </c:pt>
                <c:pt idx="5153">
                  <c:v>14794.03</c:v>
                </c:pt>
                <c:pt idx="5154">
                  <c:v>14786.46</c:v>
                </c:pt>
                <c:pt idx="5155">
                  <c:v>14620.14</c:v>
                </c:pt>
                <c:pt idx="5156">
                  <c:v>14602.7</c:v>
                </c:pt>
                <c:pt idx="5157">
                  <c:v>14567.74</c:v>
                </c:pt>
                <c:pt idx="5158">
                  <c:v>14567</c:v>
                </c:pt>
                <c:pt idx="5159">
                  <c:v>14504.29</c:v>
                </c:pt>
                <c:pt idx="5160">
                  <c:v>14491.54</c:v>
                </c:pt>
                <c:pt idx="5161">
                  <c:v>14307.3</c:v>
                </c:pt>
                <c:pt idx="5162">
                  <c:v>14146.95</c:v>
                </c:pt>
                <c:pt idx="5163">
                  <c:v>14157.24</c:v>
                </c:pt>
                <c:pt idx="5164">
                  <c:v>13964.47</c:v>
                </c:pt>
                <c:pt idx="5165">
                  <c:v>14030.81</c:v>
                </c:pt>
                <c:pt idx="5166">
                  <c:v>14149.93</c:v>
                </c:pt>
                <c:pt idx="5167">
                  <c:v>14124.8</c:v>
                </c:pt>
                <c:pt idx="5168">
                  <c:v>14177.87</c:v>
                </c:pt>
                <c:pt idx="5169">
                  <c:v>14201.06</c:v>
                </c:pt>
                <c:pt idx="5170">
                  <c:v>14277.28</c:v>
                </c:pt>
                <c:pt idx="5171">
                  <c:v>14287.44</c:v>
                </c:pt>
                <c:pt idx="5172">
                  <c:v>14176.04</c:v>
                </c:pt>
                <c:pt idx="5173">
                  <c:v>14230.29</c:v>
                </c:pt>
                <c:pt idx="5174">
                  <c:v>14190.44</c:v>
                </c:pt>
                <c:pt idx="5175">
                  <c:v>14161.02</c:v>
                </c:pt>
                <c:pt idx="5176">
                  <c:v>13979.35</c:v>
                </c:pt>
                <c:pt idx="5177">
                  <c:v>13945.77</c:v>
                </c:pt>
                <c:pt idx="5178">
                  <c:v>13912.03</c:v>
                </c:pt>
                <c:pt idx="5179">
                  <c:v>13833.53</c:v>
                </c:pt>
                <c:pt idx="5180">
                  <c:v>13914.3</c:v>
                </c:pt>
                <c:pt idx="5181">
                  <c:v>13904.81</c:v>
                </c:pt>
                <c:pt idx="5182">
                  <c:v>13952.02</c:v>
                </c:pt>
                <c:pt idx="5183">
                  <c:v>13934.76</c:v>
                </c:pt>
                <c:pt idx="5184">
                  <c:v>13898.31</c:v>
                </c:pt>
                <c:pt idx="5185">
                  <c:v>13898.55</c:v>
                </c:pt>
                <c:pt idx="5186">
                  <c:v>13837.29</c:v>
                </c:pt>
                <c:pt idx="5187">
                  <c:v>13860.55</c:v>
                </c:pt>
                <c:pt idx="5188">
                  <c:v>13818.45</c:v>
                </c:pt>
                <c:pt idx="5189">
                  <c:v>13814.58</c:v>
                </c:pt>
                <c:pt idx="5190">
                  <c:v>13873.07</c:v>
                </c:pt>
                <c:pt idx="5191">
                  <c:v>13867.07</c:v>
                </c:pt>
                <c:pt idx="5192">
                  <c:v>13845.1</c:v>
                </c:pt>
                <c:pt idx="5193">
                  <c:v>13714.78</c:v>
                </c:pt>
                <c:pt idx="5194">
                  <c:v>13569.99</c:v>
                </c:pt>
                <c:pt idx="5195">
                  <c:v>13562.06</c:v>
                </c:pt>
                <c:pt idx="5196">
                  <c:v>13719.32</c:v>
                </c:pt>
                <c:pt idx="5197">
                  <c:v>13699.13</c:v>
                </c:pt>
                <c:pt idx="5198">
                  <c:v>13717.42</c:v>
                </c:pt>
                <c:pt idx="5199">
                  <c:v>13698.93</c:v>
                </c:pt>
                <c:pt idx="5200">
                  <c:v>13627.01</c:v>
                </c:pt>
                <c:pt idx="5201">
                  <c:v>13667.03</c:v>
                </c:pt>
                <c:pt idx="5202">
                  <c:v>13866.81</c:v>
                </c:pt>
                <c:pt idx="5203">
                  <c:v>13968.28</c:v>
                </c:pt>
                <c:pt idx="5204">
                  <c:v>13939.8</c:v>
                </c:pt>
                <c:pt idx="5205">
                  <c:v>14018.38</c:v>
                </c:pt>
                <c:pt idx="5206">
                  <c:v>14085.09</c:v>
                </c:pt>
                <c:pt idx="5207">
                  <c:v>14033.96</c:v>
                </c:pt>
                <c:pt idx="5208">
                  <c:v>14061.7</c:v>
                </c:pt>
                <c:pt idx="5209">
                  <c:v>13945.05</c:v>
                </c:pt>
                <c:pt idx="5210">
                  <c:v>13893.98</c:v>
                </c:pt>
                <c:pt idx="5211">
                  <c:v>13908.97</c:v>
                </c:pt>
                <c:pt idx="5212">
                  <c:v>13909.42</c:v>
                </c:pt>
                <c:pt idx="5213">
                  <c:v>13839.64</c:v>
                </c:pt>
                <c:pt idx="5214">
                  <c:v>13859.58</c:v>
                </c:pt>
                <c:pt idx="5215">
                  <c:v>13750.23</c:v>
                </c:pt>
                <c:pt idx="5216">
                  <c:v>13693.55</c:v>
                </c:pt>
                <c:pt idx="5217">
                  <c:v>13597.31</c:v>
                </c:pt>
                <c:pt idx="5218">
                  <c:v>13501.63</c:v>
                </c:pt>
                <c:pt idx="5219">
                  <c:v>13444.09</c:v>
                </c:pt>
                <c:pt idx="5220">
                  <c:v>13355.23</c:v>
                </c:pt>
                <c:pt idx="5221">
                  <c:v>13638.75</c:v>
                </c:pt>
                <c:pt idx="5222">
                  <c:v>13772.4</c:v>
                </c:pt>
                <c:pt idx="5223">
                  <c:v>13799.62</c:v>
                </c:pt>
                <c:pt idx="5224">
                  <c:v>13658.05</c:v>
                </c:pt>
                <c:pt idx="5225">
                  <c:v>13659.93</c:v>
                </c:pt>
                <c:pt idx="5226">
                  <c:v>13666.72</c:v>
                </c:pt>
                <c:pt idx="5227">
                  <c:v>13602.35</c:v>
                </c:pt>
                <c:pt idx="5228">
                  <c:v>13562.26</c:v>
                </c:pt>
                <c:pt idx="5229">
                  <c:v>13513.41</c:v>
                </c:pt>
                <c:pt idx="5230">
                  <c:v>13491.35</c:v>
                </c:pt>
                <c:pt idx="5231">
                  <c:v>13516.88</c:v>
                </c:pt>
                <c:pt idx="5232">
                  <c:v>13425.75</c:v>
                </c:pt>
                <c:pt idx="5233">
                  <c:v>13411.88</c:v>
                </c:pt>
                <c:pt idx="5234">
                  <c:v>13597.1</c:v>
                </c:pt>
                <c:pt idx="5235">
                  <c:v>13603.61</c:v>
                </c:pt>
                <c:pt idx="5236">
                  <c:v>13776.47</c:v>
                </c:pt>
                <c:pt idx="5237">
                  <c:v>13834.35</c:v>
                </c:pt>
                <c:pt idx="5238">
                  <c:v>13828.37</c:v>
                </c:pt>
                <c:pt idx="5239">
                  <c:v>13817.99</c:v>
                </c:pt>
                <c:pt idx="5240">
                  <c:v>13832.52</c:v>
                </c:pt>
                <c:pt idx="5241">
                  <c:v>13816.75</c:v>
                </c:pt>
                <c:pt idx="5242">
                  <c:v>13906.85</c:v>
                </c:pt>
                <c:pt idx="5243">
                  <c:v>13890.93</c:v>
                </c:pt>
                <c:pt idx="5244">
                  <c:v>13856.02</c:v>
                </c:pt>
                <c:pt idx="5245">
                  <c:v>13941.47</c:v>
                </c:pt>
                <c:pt idx="5246">
                  <c:v>13881.71</c:v>
                </c:pt>
                <c:pt idx="5247">
                  <c:v>13771.95</c:v>
                </c:pt>
                <c:pt idx="5248">
                  <c:v>13730.78</c:v>
                </c:pt>
                <c:pt idx="5249">
                  <c:v>13892.37</c:v>
                </c:pt>
                <c:pt idx="5250">
                  <c:v>13850.78</c:v>
                </c:pt>
                <c:pt idx="5251">
                  <c:v>14061.15</c:v>
                </c:pt>
                <c:pt idx="5252">
                  <c:v>14195.35</c:v>
                </c:pt>
                <c:pt idx="5253">
                  <c:v>14157.09</c:v>
                </c:pt>
                <c:pt idx="5254">
                  <c:v>14060.91</c:v>
                </c:pt>
                <c:pt idx="5255">
                  <c:v>13957.94</c:v>
                </c:pt>
                <c:pt idx="5256">
                  <c:v>14090.52</c:v>
                </c:pt>
                <c:pt idx="5257">
                  <c:v>14111.65</c:v>
                </c:pt>
                <c:pt idx="5258">
                  <c:v>14087.87</c:v>
                </c:pt>
                <c:pt idx="5259">
                  <c:v>13967.82</c:v>
                </c:pt>
                <c:pt idx="5260">
                  <c:v>14015.49</c:v>
                </c:pt>
                <c:pt idx="5261">
                  <c:v>13995.83</c:v>
                </c:pt>
                <c:pt idx="5262">
                  <c:v>14017.23</c:v>
                </c:pt>
                <c:pt idx="5263">
                  <c:v>13845.63</c:v>
                </c:pt>
                <c:pt idx="5264">
                  <c:v>13795</c:v>
                </c:pt>
                <c:pt idx="5265">
                  <c:v>13585.17</c:v>
                </c:pt>
                <c:pt idx="5266">
                  <c:v>13515.33</c:v>
                </c:pt>
                <c:pt idx="5267">
                  <c:v>13555.8</c:v>
                </c:pt>
                <c:pt idx="5268">
                  <c:v>13578.26</c:v>
                </c:pt>
                <c:pt idx="5269">
                  <c:v>13721.69</c:v>
                </c:pt>
                <c:pt idx="5270">
                  <c:v>13650.06</c:v>
                </c:pt>
                <c:pt idx="5271">
                  <c:v>13628.91</c:v>
                </c:pt>
                <c:pt idx="5272">
                  <c:v>13623.68</c:v>
                </c:pt>
                <c:pt idx="5273">
                  <c:v>13584.06</c:v>
                </c:pt>
                <c:pt idx="5274">
                  <c:v>13386.99</c:v>
                </c:pt>
                <c:pt idx="5275">
                  <c:v>13481.02</c:v>
                </c:pt>
                <c:pt idx="5276">
                  <c:v>13543.59</c:v>
                </c:pt>
                <c:pt idx="5277">
                  <c:v>13678.63</c:v>
                </c:pt>
                <c:pt idx="5278">
                  <c:v>13604.22</c:v>
                </c:pt>
                <c:pt idx="5279">
                  <c:v>13621.65</c:v>
                </c:pt>
                <c:pt idx="5280">
                  <c:v>13494.78</c:v>
                </c:pt>
                <c:pt idx="5281">
                  <c:v>13573.28</c:v>
                </c:pt>
                <c:pt idx="5282">
                  <c:v>13565.31</c:v>
                </c:pt>
                <c:pt idx="5283">
                  <c:v>13509.25</c:v>
                </c:pt>
                <c:pt idx="5284">
                  <c:v>13531.39</c:v>
                </c:pt>
                <c:pt idx="5285">
                  <c:v>13574.86</c:v>
                </c:pt>
                <c:pt idx="5286">
                  <c:v>13712.04</c:v>
                </c:pt>
                <c:pt idx="5287">
                  <c:v>13764.36</c:v>
                </c:pt>
                <c:pt idx="5288">
                  <c:v>14045.9</c:v>
                </c:pt>
                <c:pt idx="5289">
                  <c:v>14237.42</c:v>
                </c:pt>
                <c:pt idx="5290">
                  <c:v>14230.14</c:v>
                </c:pt>
                <c:pt idx="5291">
                  <c:v>14163.55</c:v>
                </c:pt>
                <c:pt idx="5292">
                  <c:v>14266.38</c:v>
                </c:pt>
                <c:pt idx="5293">
                  <c:v>14196.95</c:v>
                </c:pt>
                <c:pt idx="5294">
                  <c:v>14194.9</c:v>
                </c:pt>
                <c:pt idx="5295">
                  <c:v>14235.3</c:v>
                </c:pt>
                <c:pt idx="5296">
                  <c:v>14151.08</c:v>
                </c:pt>
                <c:pt idx="5297">
                  <c:v>14180.79</c:v>
                </c:pt>
                <c:pt idx="5298">
                  <c:v>14214.04</c:v>
                </c:pt>
                <c:pt idx="5299">
                  <c:v>13992.44</c:v>
                </c:pt>
                <c:pt idx="5300">
                  <c:v>14024.63</c:v>
                </c:pt>
                <c:pt idx="5301">
                  <c:v>14078.54</c:v>
                </c:pt>
                <c:pt idx="5302">
                  <c:v>14043.52</c:v>
                </c:pt>
                <c:pt idx="5303">
                  <c:v>13886.16</c:v>
                </c:pt>
                <c:pt idx="5304">
                  <c:v>13901.81</c:v>
                </c:pt>
                <c:pt idx="5305">
                  <c:v>14008.82</c:v>
                </c:pt>
                <c:pt idx="5306">
                  <c:v>14022.32</c:v>
                </c:pt>
                <c:pt idx="5307">
                  <c:v>14235.78</c:v>
                </c:pt>
                <c:pt idx="5308">
                  <c:v>14256.86</c:v>
                </c:pt>
                <c:pt idx="5309">
                  <c:v>14211.84</c:v>
                </c:pt>
                <c:pt idx="5310">
                  <c:v>14261.79</c:v>
                </c:pt>
                <c:pt idx="5311">
                  <c:v>14162.8</c:v>
                </c:pt>
                <c:pt idx="5312">
                  <c:v>14060.05</c:v>
                </c:pt>
                <c:pt idx="5313">
                  <c:v>14066.91</c:v>
                </c:pt>
                <c:pt idx="5314">
                  <c:v>13895.03</c:v>
                </c:pt>
                <c:pt idx="5315">
                  <c:v>13926.61</c:v>
                </c:pt>
                <c:pt idx="5316">
                  <c:v>13997.02</c:v>
                </c:pt>
                <c:pt idx="5317">
                  <c:v>14023.29</c:v>
                </c:pt>
                <c:pt idx="5318">
                  <c:v>13800.6</c:v>
                </c:pt>
                <c:pt idx="5319">
                  <c:v>13787.68</c:v>
                </c:pt>
                <c:pt idx="5320">
                  <c:v>13799.82</c:v>
                </c:pt>
                <c:pt idx="5321">
                  <c:v>13824.98</c:v>
                </c:pt>
                <c:pt idx="5322">
                  <c:v>13746.08</c:v>
                </c:pt>
                <c:pt idx="5323">
                  <c:v>13932.22</c:v>
                </c:pt>
                <c:pt idx="5324">
                  <c:v>13784.46</c:v>
                </c:pt>
                <c:pt idx="5325">
                  <c:v>13624.51</c:v>
                </c:pt>
                <c:pt idx="5326">
                  <c:v>13672.37</c:v>
                </c:pt>
                <c:pt idx="5327">
                  <c:v>13516.67</c:v>
                </c:pt>
                <c:pt idx="5328">
                  <c:v>13561.49</c:v>
                </c:pt>
                <c:pt idx="5329">
                  <c:v>13494.95</c:v>
                </c:pt>
                <c:pt idx="5330">
                  <c:v>13369.09</c:v>
                </c:pt>
                <c:pt idx="5331">
                  <c:v>13397.67</c:v>
                </c:pt>
                <c:pt idx="5332">
                  <c:v>13308.74</c:v>
                </c:pt>
                <c:pt idx="5333">
                  <c:v>13094.25</c:v>
                </c:pt>
                <c:pt idx="5334">
                  <c:v>13054.66</c:v>
                </c:pt>
                <c:pt idx="5335">
                  <c:v>13113.15</c:v>
                </c:pt>
                <c:pt idx="5336">
                  <c:v>12838.71</c:v>
                </c:pt>
                <c:pt idx="5337">
                  <c:v>12852.35</c:v>
                </c:pt>
                <c:pt idx="5338">
                  <c:v>12818.1</c:v>
                </c:pt>
                <c:pt idx="5339">
                  <c:v>13015.2</c:v>
                </c:pt>
                <c:pt idx="5340">
                  <c:v>12999.13</c:v>
                </c:pt>
                <c:pt idx="5341">
                  <c:v>13154.55</c:v>
                </c:pt>
                <c:pt idx="5342">
                  <c:v>13034.74</c:v>
                </c:pt>
                <c:pt idx="5343">
                  <c:v>13059.43</c:v>
                </c:pt>
                <c:pt idx="5344">
                  <c:v>13035.38</c:v>
                </c:pt>
                <c:pt idx="5345">
                  <c:v>13171.58</c:v>
                </c:pt>
                <c:pt idx="5346">
                  <c:v>13251.59</c:v>
                </c:pt>
                <c:pt idx="5347">
                  <c:v>13305.13</c:v>
                </c:pt>
                <c:pt idx="5348">
                  <c:v>13241.46</c:v>
                </c:pt>
                <c:pt idx="5349">
                  <c:v>13321.73</c:v>
                </c:pt>
                <c:pt idx="5350">
                  <c:v>13271.57</c:v>
                </c:pt>
                <c:pt idx="5351">
                  <c:v>13331.1</c:v>
                </c:pt>
                <c:pt idx="5352">
                  <c:v>13359.25</c:v>
                </c:pt>
                <c:pt idx="5353">
                  <c:v>13120.03</c:v>
                </c:pt>
                <c:pt idx="5354">
                  <c:v>12950.8</c:v>
                </c:pt>
                <c:pt idx="5355">
                  <c:v>13021.9</c:v>
                </c:pt>
                <c:pt idx="5356">
                  <c:v>13066.84</c:v>
                </c:pt>
                <c:pt idx="5357">
                  <c:v>13280.43</c:v>
                </c:pt>
                <c:pt idx="5358">
                  <c:v>13272.23</c:v>
                </c:pt>
                <c:pt idx="5359">
                  <c:v>13304.48</c:v>
                </c:pt>
                <c:pt idx="5360">
                  <c:v>13221.33</c:v>
                </c:pt>
                <c:pt idx="5361">
                  <c:v>13224.93</c:v>
                </c:pt>
                <c:pt idx="5362">
                  <c:v>13209.84</c:v>
                </c:pt>
                <c:pt idx="5363">
                  <c:v>13084.4</c:v>
                </c:pt>
                <c:pt idx="5364">
                  <c:v>13148.06</c:v>
                </c:pt>
                <c:pt idx="5365">
                  <c:v>13139.57</c:v>
                </c:pt>
                <c:pt idx="5366">
                  <c:v>13003.99</c:v>
                </c:pt>
                <c:pt idx="5367">
                  <c:v>12942.2</c:v>
                </c:pt>
                <c:pt idx="5368">
                  <c:v>13049.96</c:v>
                </c:pt>
                <c:pt idx="5369">
                  <c:v>13136.04</c:v>
                </c:pt>
                <c:pt idx="5370">
                  <c:v>13104.34</c:v>
                </c:pt>
                <c:pt idx="5371">
                  <c:v>12948.1</c:v>
                </c:pt>
                <c:pt idx="5372">
                  <c:v>12999.07</c:v>
                </c:pt>
                <c:pt idx="5373">
                  <c:v>13023.87</c:v>
                </c:pt>
                <c:pt idx="5374">
                  <c:v>12850.28</c:v>
                </c:pt>
                <c:pt idx="5375">
                  <c:v>12877.78</c:v>
                </c:pt>
                <c:pt idx="5376">
                  <c:v>12818.42</c:v>
                </c:pt>
                <c:pt idx="5377">
                  <c:v>12784.39</c:v>
                </c:pt>
                <c:pt idx="5378">
                  <c:v>12793.03</c:v>
                </c:pt>
                <c:pt idx="5379">
                  <c:v>12646.49</c:v>
                </c:pt>
                <c:pt idx="5380">
                  <c:v>12431.77</c:v>
                </c:pt>
                <c:pt idx="5381">
                  <c:v>12376.9</c:v>
                </c:pt>
                <c:pt idx="5382">
                  <c:v>12396.67</c:v>
                </c:pt>
                <c:pt idx="5383">
                  <c:v>12228.54</c:v>
                </c:pt>
                <c:pt idx="5384">
                  <c:v>12256.12</c:v>
                </c:pt>
                <c:pt idx="5385">
                  <c:v>12219.75</c:v>
                </c:pt>
                <c:pt idx="5386">
                  <c:v>12359.83</c:v>
                </c:pt>
                <c:pt idx="5387">
                  <c:v>12413.43</c:v>
                </c:pt>
                <c:pt idx="5388">
                  <c:v>12343.13</c:v>
                </c:pt>
                <c:pt idx="5389">
                  <c:v>12408.04</c:v>
                </c:pt>
                <c:pt idx="5390">
                  <c:v>12467.41</c:v>
                </c:pt>
                <c:pt idx="5391">
                  <c:v>12478.68</c:v>
                </c:pt>
                <c:pt idx="5392">
                  <c:v>12491.92</c:v>
                </c:pt>
                <c:pt idx="5393">
                  <c:v>12280.26</c:v>
                </c:pt>
                <c:pt idx="5394">
                  <c:v>12357.12</c:v>
                </c:pt>
                <c:pt idx="5395">
                  <c:v>12201.39</c:v>
                </c:pt>
                <c:pt idx="5396">
                  <c:v>12238.03</c:v>
                </c:pt>
                <c:pt idx="5397">
                  <c:v>12183.1</c:v>
                </c:pt>
                <c:pt idx="5398">
                  <c:v>12320.27</c:v>
                </c:pt>
                <c:pt idx="5399">
                  <c:v>12301.32</c:v>
                </c:pt>
                <c:pt idx="5400">
                  <c:v>12319.83</c:v>
                </c:pt>
                <c:pt idx="5401">
                  <c:v>12352.99</c:v>
                </c:pt>
                <c:pt idx="5402">
                  <c:v>12320.21</c:v>
                </c:pt>
                <c:pt idx="5403">
                  <c:v>12395.11</c:v>
                </c:pt>
                <c:pt idx="5404">
                  <c:v>12123.63</c:v>
                </c:pt>
                <c:pt idx="5405">
                  <c:v>12166.95</c:v>
                </c:pt>
                <c:pt idx="5406">
                  <c:v>12059.2</c:v>
                </c:pt>
                <c:pt idx="5407">
                  <c:v>11939.41</c:v>
                </c:pt>
                <c:pt idx="5408">
                  <c:v>11932.83</c:v>
                </c:pt>
                <c:pt idx="5409">
                  <c:v>12078.33</c:v>
                </c:pt>
                <c:pt idx="5410">
                  <c:v>12191.01</c:v>
                </c:pt>
                <c:pt idx="5411">
                  <c:v>12202.26</c:v>
                </c:pt>
                <c:pt idx="5412">
                  <c:v>12119.75</c:v>
                </c:pt>
                <c:pt idx="5413">
                  <c:v>12320.26</c:v>
                </c:pt>
                <c:pt idx="5414">
                  <c:v>12284.08</c:v>
                </c:pt>
                <c:pt idx="5415">
                  <c:v>12252.11</c:v>
                </c:pt>
                <c:pt idx="5416">
                  <c:v>12220.13</c:v>
                </c:pt>
                <c:pt idx="5417">
                  <c:v>12285.75</c:v>
                </c:pt>
                <c:pt idx="5418">
                  <c:v>12116.3</c:v>
                </c:pt>
                <c:pt idx="5419">
                  <c:v>12194.6</c:v>
                </c:pt>
                <c:pt idx="5420">
                  <c:v>12185.52</c:v>
                </c:pt>
                <c:pt idx="5421">
                  <c:v>12163.68</c:v>
                </c:pt>
                <c:pt idx="5422">
                  <c:v>11849.77</c:v>
                </c:pt>
                <c:pt idx="5423">
                  <c:v>11845.59</c:v>
                </c:pt>
                <c:pt idx="5424">
                  <c:v>11855.55</c:v>
                </c:pt>
                <c:pt idx="5425">
                  <c:v>12082.86</c:v>
                </c:pt>
                <c:pt idx="5426">
                  <c:v>12161.78</c:v>
                </c:pt>
                <c:pt idx="5427">
                  <c:v>12050.69</c:v>
                </c:pt>
                <c:pt idx="5428">
                  <c:v>12076.57</c:v>
                </c:pt>
                <c:pt idx="5429">
                  <c:v>12396.39</c:v>
                </c:pt>
                <c:pt idx="5430">
                  <c:v>12422.87</c:v>
                </c:pt>
                <c:pt idx="5431">
                  <c:v>12339.94</c:v>
                </c:pt>
                <c:pt idx="5432">
                  <c:v>12344.16</c:v>
                </c:pt>
                <c:pt idx="5433">
                  <c:v>12326.85</c:v>
                </c:pt>
                <c:pt idx="5434">
                  <c:v>12022.64</c:v>
                </c:pt>
                <c:pt idx="5435">
                  <c:v>11929.93</c:v>
                </c:pt>
                <c:pt idx="5436">
                  <c:v>12201.75</c:v>
                </c:pt>
                <c:pt idx="5437">
                  <c:v>12105.55</c:v>
                </c:pt>
                <c:pt idx="5438">
                  <c:v>12198.24</c:v>
                </c:pt>
                <c:pt idx="5439">
                  <c:v>12116.87</c:v>
                </c:pt>
                <c:pt idx="5440">
                  <c:v>11983.9</c:v>
                </c:pt>
                <c:pt idx="5441">
                  <c:v>11692.56</c:v>
                </c:pt>
                <c:pt idx="5442">
                  <c:v>11662.97</c:v>
                </c:pt>
                <c:pt idx="5443">
                  <c:v>11576.01</c:v>
                </c:pt>
                <c:pt idx="5444">
                  <c:v>11339.62</c:v>
                </c:pt>
                <c:pt idx="5445">
                  <c:v>11469.41</c:v>
                </c:pt>
                <c:pt idx="5446">
                  <c:v>11072.39</c:v>
                </c:pt>
                <c:pt idx="5447">
                  <c:v>10967.65</c:v>
                </c:pt>
                <c:pt idx="5448">
                  <c:v>11276.86</c:v>
                </c:pt>
                <c:pt idx="5449">
                  <c:v>11396.94</c:v>
                </c:pt>
                <c:pt idx="5450">
                  <c:v>11528.18</c:v>
                </c:pt>
                <c:pt idx="5451">
                  <c:v>11508.09</c:v>
                </c:pt>
                <c:pt idx="5452">
                  <c:v>11485.5</c:v>
                </c:pt>
                <c:pt idx="5453">
                  <c:v>11910.76</c:v>
                </c:pt>
                <c:pt idx="5454">
                  <c:v>12010.31</c:v>
                </c:pt>
                <c:pt idx="5455">
                  <c:v>11950.46</c:v>
                </c:pt>
                <c:pt idx="5456">
                  <c:v>12098.3</c:v>
                </c:pt>
                <c:pt idx="5457">
                  <c:v>11950.62</c:v>
                </c:pt>
                <c:pt idx="5458">
                  <c:v>11942.96</c:v>
                </c:pt>
                <c:pt idx="5459">
                  <c:v>12005.58</c:v>
                </c:pt>
                <c:pt idx="5460">
                  <c:v>12165.31</c:v>
                </c:pt>
                <c:pt idx="5461">
                  <c:v>12154.91</c:v>
                </c:pt>
                <c:pt idx="5462">
                  <c:v>12132.68</c:v>
                </c:pt>
                <c:pt idx="5463">
                  <c:v>12383.94</c:v>
                </c:pt>
                <c:pt idx="5464">
                  <c:v>12167.7</c:v>
                </c:pt>
                <c:pt idx="5465">
                  <c:v>12227.3</c:v>
                </c:pt>
                <c:pt idx="5466">
                  <c:v>12394.37</c:v>
                </c:pt>
                <c:pt idx="5467">
                  <c:v>12450</c:v>
                </c:pt>
                <c:pt idx="5468">
                  <c:v>12458.38</c:v>
                </c:pt>
                <c:pt idx="5469">
                  <c:v>12479.26</c:v>
                </c:pt>
                <c:pt idx="5470">
                  <c:v>12669.86</c:v>
                </c:pt>
                <c:pt idx="5471">
                  <c:v>13031.81</c:v>
                </c:pt>
                <c:pt idx="5472">
                  <c:v>12909.37</c:v>
                </c:pt>
                <c:pt idx="5473">
                  <c:v>12920.05</c:v>
                </c:pt>
                <c:pt idx="5474">
                  <c:v>12886.97</c:v>
                </c:pt>
                <c:pt idx="5475">
                  <c:v>12731.76</c:v>
                </c:pt>
                <c:pt idx="5476">
                  <c:v>12676.25</c:v>
                </c:pt>
                <c:pt idx="5477">
                  <c:v>12681.67</c:v>
                </c:pt>
                <c:pt idx="5478">
                  <c:v>12641.39</c:v>
                </c:pt>
                <c:pt idx="5479">
                  <c:v>12427.34</c:v>
                </c:pt>
                <c:pt idx="5480">
                  <c:v>12483.24</c:v>
                </c:pt>
                <c:pt idx="5481">
                  <c:v>12520.21</c:v>
                </c:pt>
                <c:pt idx="5482">
                  <c:v>12678.13</c:v>
                </c:pt>
                <c:pt idx="5483">
                  <c:v>12588.36</c:v>
                </c:pt>
                <c:pt idx="5484">
                  <c:v>12550.91</c:v>
                </c:pt>
                <c:pt idx="5485">
                  <c:v>12790.58</c:v>
                </c:pt>
                <c:pt idx="5486">
                  <c:v>12816.19</c:v>
                </c:pt>
                <c:pt idx="5487">
                  <c:v>12975.72</c:v>
                </c:pt>
                <c:pt idx="5488">
                  <c:v>12932.62</c:v>
                </c:pt>
                <c:pt idx="5489">
                  <c:v>12919.41</c:v>
                </c:pt>
                <c:pt idx="5490">
                  <c:v>12932.23</c:v>
                </c:pt>
                <c:pt idx="5491">
                  <c:v>13024.06</c:v>
                </c:pt>
                <c:pt idx="5492">
                  <c:v>13214.2</c:v>
                </c:pt>
                <c:pt idx="5493">
                  <c:v>13397.25</c:v>
                </c:pt>
                <c:pt idx="5494">
                  <c:v>13573.54</c:v>
                </c:pt>
                <c:pt idx="5495">
                  <c:v>13454.76</c:v>
                </c:pt>
                <c:pt idx="5496">
                  <c:v>13451.56</c:v>
                </c:pt>
                <c:pt idx="5497">
                  <c:v>13454.09</c:v>
                </c:pt>
                <c:pt idx="5498">
                  <c:v>13731.35</c:v>
                </c:pt>
                <c:pt idx="5499">
                  <c:v>13918.65</c:v>
                </c:pt>
                <c:pt idx="5500">
                  <c:v>13907.03</c:v>
                </c:pt>
                <c:pt idx="5501">
                  <c:v>13674.64</c:v>
                </c:pt>
                <c:pt idx="5502">
                  <c:v>13599.47</c:v>
                </c:pt>
                <c:pt idx="5503">
                  <c:v>13756.41</c:v>
                </c:pt>
                <c:pt idx="5504">
                  <c:v>13765.07</c:v>
                </c:pt>
                <c:pt idx="5505">
                  <c:v>13868.37</c:v>
                </c:pt>
                <c:pt idx="5506">
                  <c:v>13867.22</c:v>
                </c:pt>
                <c:pt idx="5507">
                  <c:v>13928.38</c:v>
                </c:pt>
                <c:pt idx="5508">
                  <c:v>13815.44</c:v>
                </c:pt>
                <c:pt idx="5509">
                  <c:v>13831.53</c:v>
                </c:pt>
                <c:pt idx="5510">
                  <c:v>13739.8</c:v>
                </c:pt>
                <c:pt idx="5511">
                  <c:v>13625.13</c:v>
                </c:pt>
                <c:pt idx="5512">
                  <c:v>13524.76</c:v>
                </c:pt>
                <c:pt idx="5513">
                  <c:v>13515.66</c:v>
                </c:pt>
                <c:pt idx="5514">
                  <c:v>13576.68</c:v>
                </c:pt>
                <c:pt idx="5515">
                  <c:v>13309.6</c:v>
                </c:pt>
                <c:pt idx="5516">
                  <c:v>13030.94</c:v>
                </c:pt>
                <c:pt idx="5517">
                  <c:v>13086.73</c:v>
                </c:pt>
                <c:pt idx="5518">
                  <c:v>13090.01</c:v>
                </c:pt>
                <c:pt idx="5519">
                  <c:v>12999.98</c:v>
                </c:pt>
                <c:pt idx="5520">
                  <c:v>13289.37</c:v>
                </c:pt>
                <c:pt idx="5521">
                  <c:v>13334.01</c:v>
                </c:pt>
                <c:pt idx="5522">
                  <c:v>13431.78</c:v>
                </c:pt>
                <c:pt idx="5523">
                  <c:v>13761.88</c:v>
                </c:pt>
                <c:pt idx="5524">
                  <c:v>13727.27</c:v>
                </c:pt>
                <c:pt idx="5525">
                  <c:v>13750.58</c:v>
                </c:pt>
                <c:pt idx="5526">
                  <c:v>13570.43</c:v>
                </c:pt>
                <c:pt idx="5527">
                  <c:v>13253.31</c:v>
                </c:pt>
                <c:pt idx="5528">
                  <c:v>13167.76</c:v>
                </c:pt>
                <c:pt idx="5529">
                  <c:v>13249.81</c:v>
                </c:pt>
                <c:pt idx="5530">
                  <c:v>13320.88</c:v>
                </c:pt>
                <c:pt idx="5531">
                  <c:v>13396.65</c:v>
                </c:pt>
                <c:pt idx="5532">
                  <c:v>13352.22</c:v>
                </c:pt>
                <c:pt idx="5533">
                  <c:v>13385.8</c:v>
                </c:pt>
                <c:pt idx="5534">
                  <c:v>13203.59</c:v>
                </c:pt>
                <c:pt idx="5535">
                  <c:v>13157.68</c:v>
                </c:pt>
                <c:pt idx="5536">
                  <c:v>13036.32</c:v>
                </c:pt>
                <c:pt idx="5537">
                  <c:v>13005.33</c:v>
                </c:pt>
                <c:pt idx="5538">
                  <c:v>12801.48</c:v>
                </c:pt>
                <c:pt idx="5539">
                  <c:v>12575.94</c:v>
                </c:pt>
                <c:pt idx="5540">
                  <c:v>12526.74</c:v>
                </c:pt>
                <c:pt idx="5541">
                  <c:v>12464.29</c:v>
                </c:pt>
                <c:pt idx="5542">
                  <c:v>12456.7</c:v>
                </c:pt>
                <c:pt idx="5543">
                  <c:v>12420.51</c:v>
                </c:pt>
                <c:pt idx="5544">
                  <c:v>12487.99</c:v>
                </c:pt>
                <c:pt idx="5545">
                  <c:v>12371.75</c:v>
                </c:pt>
                <c:pt idx="5546">
                  <c:v>12240.25</c:v>
                </c:pt>
                <c:pt idx="5547">
                  <c:v>12193.12</c:v>
                </c:pt>
                <c:pt idx="5548">
                  <c:v>12260.33</c:v>
                </c:pt>
                <c:pt idx="5549">
                  <c:v>12520.17</c:v>
                </c:pt>
                <c:pt idx="5550">
                  <c:v>12594.42</c:v>
                </c:pt>
                <c:pt idx="5551">
                  <c:v>12554.58</c:v>
                </c:pt>
                <c:pt idx="5552">
                  <c:v>12398.38</c:v>
                </c:pt>
                <c:pt idx="5553">
                  <c:v>12393.64</c:v>
                </c:pt>
                <c:pt idx="5554">
                  <c:v>12177.44</c:v>
                </c:pt>
                <c:pt idx="5555">
                  <c:v>12314.73</c:v>
                </c:pt>
                <c:pt idx="5556">
                  <c:v>12342.65</c:v>
                </c:pt>
                <c:pt idx="5557">
                  <c:v>12361.18</c:v>
                </c:pt>
                <c:pt idx="5558">
                  <c:v>12412.23</c:v>
                </c:pt>
                <c:pt idx="5559">
                  <c:v>12456.99</c:v>
                </c:pt>
                <c:pt idx="5560">
                  <c:v>12317.47</c:v>
                </c:pt>
                <c:pt idx="5561">
                  <c:v>12075.99</c:v>
                </c:pt>
                <c:pt idx="5562">
                  <c:v>12086.67</c:v>
                </c:pt>
                <c:pt idx="5563">
                  <c:v>12008.07</c:v>
                </c:pt>
                <c:pt idx="5564">
                  <c:v>11848.56</c:v>
                </c:pt>
                <c:pt idx="5565">
                  <c:v>11839.8</c:v>
                </c:pt>
                <c:pt idx="5566">
                  <c:v>11845.41</c:v>
                </c:pt>
                <c:pt idx="5567">
                  <c:v>11872.99</c:v>
                </c:pt>
                <c:pt idx="5568">
                  <c:v>12027.26</c:v>
                </c:pt>
                <c:pt idx="5569">
                  <c:v>11997.02</c:v>
                </c:pt>
                <c:pt idx="5570">
                  <c:v>12203.53</c:v>
                </c:pt>
                <c:pt idx="5571">
                  <c:v>12227.57</c:v>
                </c:pt>
                <c:pt idx="5572">
                  <c:v>11971.48</c:v>
                </c:pt>
                <c:pt idx="5573">
                  <c:v>12003.62</c:v>
                </c:pt>
                <c:pt idx="5574">
                  <c:v>12156.68</c:v>
                </c:pt>
                <c:pt idx="5575">
                  <c:v>12215.17</c:v>
                </c:pt>
                <c:pt idx="5576">
                  <c:v>12150.09</c:v>
                </c:pt>
                <c:pt idx="5577">
                  <c:v>12438.92</c:v>
                </c:pt>
                <c:pt idx="5578">
                  <c:v>12440.72</c:v>
                </c:pt>
                <c:pt idx="5579">
                  <c:v>12386.81</c:v>
                </c:pt>
                <c:pt idx="5580">
                  <c:v>12190.1</c:v>
                </c:pt>
                <c:pt idx="5581">
                  <c:v>12143.35</c:v>
                </c:pt>
                <c:pt idx="5582">
                  <c:v>12130.51</c:v>
                </c:pt>
                <c:pt idx="5583">
                  <c:v>12091.88</c:v>
                </c:pt>
                <c:pt idx="5584">
                  <c:v>11749.72</c:v>
                </c:pt>
                <c:pt idx="5585">
                  <c:v>11736.37</c:v>
                </c:pt>
                <c:pt idx="5586">
                  <c:v>11737.18</c:v>
                </c:pt>
                <c:pt idx="5587">
                  <c:v>12238.63</c:v>
                </c:pt>
                <c:pt idx="5588">
                  <c:v>12250.69</c:v>
                </c:pt>
                <c:pt idx="5589">
                  <c:v>12147.89</c:v>
                </c:pt>
                <c:pt idx="5590">
                  <c:v>12044.49</c:v>
                </c:pt>
                <c:pt idx="5591">
                  <c:v>12027.57</c:v>
                </c:pt>
                <c:pt idx="5592">
                  <c:v>12056.18</c:v>
                </c:pt>
                <c:pt idx="5593">
                  <c:v>11856.02</c:v>
                </c:pt>
                <c:pt idx="5594">
                  <c:v>11961.97</c:v>
                </c:pt>
                <c:pt idx="5595">
                  <c:v>11935.83</c:v>
                </c:pt>
                <c:pt idx="5596">
                  <c:v>11800.37</c:v>
                </c:pt>
                <c:pt idx="5597">
                  <c:v>11720.8</c:v>
                </c:pt>
                <c:pt idx="5598">
                  <c:v>11723.92</c:v>
                </c:pt>
                <c:pt idx="5599">
                  <c:v>11734.48</c:v>
                </c:pt>
                <c:pt idx="5600">
                  <c:v>11608.72</c:v>
                </c:pt>
                <c:pt idx="5601">
                  <c:v>11546.12</c:v>
                </c:pt>
                <c:pt idx="5602">
                  <c:v>11229.87</c:v>
                </c:pt>
                <c:pt idx="5603">
                  <c:v>11141.28</c:v>
                </c:pt>
                <c:pt idx="5604">
                  <c:v>11290.15</c:v>
                </c:pt>
                <c:pt idx="5605">
                  <c:v>11286.52</c:v>
                </c:pt>
                <c:pt idx="5606">
                  <c:v>11295.89</c:v>
                </c:pt>
                <c:pt idx="5607">
                  <c:v>10944.36</c:v>
                </c:pt>
                <c:pt idx="5608">
                  <c:v>10873.27</c:v>
                </c:pt>
                <c:pt idx="5609">
                  <c:v>10968.42</c:v>
                </c:pt>
                <c:pt idx="5610">
                  <c:v>11069.22</c:v>
                </c:pt>
                <c:pt idx="5611">
                  <c:v>11140.05</c:v>
                </c:pt>
                <c:pt idx="5612">
                  <c:v>11071.38</c:v>
                </c:pt>
                <c:pt idx="5613">
                  <c:v>10992.73</c:v>
                </c:pt>
                <c:pt idx="5614">
                  <c:v>10883.52</c:v>
                </c:pt>
                <c:pt idx="5615">
                  <c:v>10810.31</c:v>
                </c:pt>
                <c:pt idx="5616">
                  <c:v>11046.82</c:v>
                </c:pt>
                <c:pt idx="5617">
                  <c:v>11165.28</c:v>
                </c:pt>
                <c:pt idx="5618">
                  <c:v>11170.61</c:v>
                </c:pt>
                <c:pt idx="5619">
                  <c:v>11138.62</c:v>
                </c:pt>
                <c:pt idx="5620">
                  <c:v>11102.36</c:v>
                </c:pt>
                <c:pt idx="5621">
                  <c:v>10939.94</c:v>
                </c:pt>
                <c:pt idx="5622">
                  <c:v>10903.4</c:v>
                </c:pt>
                <c:pt idx="5623">
                  <c:v>10908.99</c:v>
                </c:pt>
                <c:pt idx="5624">
                  <c:v>10760.12</c:v>
                </c:pt>
                <c:pt idx="5625">
                  <c:v>10678.55</c:v>
                </c:pt>
                <c:pt idx="5626">
                  <c:v>10753.93</c:v>
                </c:pt>
                <c:pt idx="5627">
                  <c:v>10764.22</c:v>
                </c:pt>
                <c:pt idx="5628">
                  <c:v>10760.73</c:v>
                </c:pt>
                <c:pt idx="5629">
                  <c:v>10643.63</c:v>
                </c:pt>
                <c:pt idx="5630">
                  <c:v>10475.33</c:v>
                </c:pt>
                <c:pt idx="5631">
                  <c:v>10509.29</c:v>
                </c:pt>
                <c:pt idx="5632">
                  <c:v>10525.04</c:v>
                </c:pt>
                <c:pt idx="5633">
                  <c:v>10424.56</c:v>
                </c:pt>
                <c:pt idx="5634">
                  <c:v>10374.02</c:v>
                </c:pt>
                <c:pt idx="5635">
                  <c:v>10301.469999999999</c:v>
                </c:pt>
                <c:pt idx="5636">
                  <c:v>10184.17</c:v>
                </c:pt>
                <c:pt idx="5637">
                  <c:v>10093.540000000001</c:v>
                </c:pt>
                <c:pt idx="5638">
                  <c:v>9945.2199999999993</c:v>
                </c:pt>
                <c:pt idx="5639">
                  <c:v>9958.0499999999993</c:v>
                </c:pt>
                <c:pt idx="5640">
                  <c:v>9987.5400000000009</c:v>
                </c:pt>
                <c:pt idx="5641">
                  <c:v>10177.379999999999</c:v>
                </c:pt>
                <c:pt idx="5642">
                  <c:v>10183.14</c:v>
                </c:pt>
                <c:pt idx="5643">
                  <c:v>10248.6</c:v>
                </c:pt>
                <c:pt idx="5644">
                  <c:v>10134.83</c:v>
                </c:pt>
                <c:pt idx="5645">
                  <c:v>10121.219999999999</c:v>
                </c:pt>
                <c:pt idx="5646">
                  <c:v>10198.6</c:v>
                </c:pt>
                <c:pt idx="5647">
                  <c:v>10134.879999999999</c:v>
                </c:pt>
                <c:pt idx="5648">
                  <c:v>9939.2000000000007</c:v>
                </c:pt>
                <c:pt idx="5649">
                  <c:v>9923.14</c:v>
                </c:pt>
                <c:pt idx="5650">
                  <c:v>9900.56</c:v>
                </c:pt>
                <c:pt idx="5651">
                  <c:v>10008.709999999999</c:v>
                </c:pt>
                <c:pt idx="5652">
                  <c:v>10102.86</c:v>
                </c:pt>
                <c:pt idx="5653">
                  <c:v>10140.84</c:v>
                </c:pt>
                <c:pt idx="5654">
                  <c:v>10096.719999999999</c:v>
                </c:pt>
                <c:pt idx="5655">
                  <c:v>10207.17</c:v>
                </c:pt>
                <c:pt idx="5656">
                  <c:v>10135.549999999999</c:v>
                </c:pt>
                <c:pt idx="5657">
                  <c:v>10122.4</c:v>
                </c:pt>
                <c:pt idx="5658">
                  <c:v>9911.5</c:v>
                </c:pt>
                <c:pt idx="5659">
                  <c:v>9983.31</c:v>
                </c:pt>
                <c:pt idx="5660">
                  <c:v>10027.41</c:v>
                </c:pt>
                <c:pt idx="5661">
                  <c:v>9992.8700000000008</c:v>
                </c:pt>
                <c:pt idx="5662">
                  <c:v>9892.4</c:v>
                </c:pt>
                <c:pt idx="5663">
                  <c:v>9636.81</c:v>
                </c:pt>
                <c:pt idx="5664">
                  <c:v>9646.1</c:v>
                </c:pt>
                <c:pt idx="5665">
                  <c:v>9602.6200000000008</c:v>
                </c:pt>
                <c:pt idx="5666">
                  <c:v>9577.1200000000008</c:v>
                </c:pt>
                <c:pt idx="5667">
                  <c:v>9657.2099999999991</c:v>
                </c:pt>
                <c:pt idx="5668">
                  <c:v>9606.11</c:v>
                </c:pt>
                <c:pt idx="5669">
                  <c:v>9628.99</c:v>
                </c:pt>
                <c:pt idx="5670">
                  <c:v>9629.35</c:v>
                </c:pt>
                <c:pt idx="5671">
                  <c:v>9734.2900000000009</c:v>
                </c:pt>
                <c:pt idx="5672">
                  <c:v>9930.31</c:v>
                </c:pt>
                <c:pt idx="5673">
                  <c:v>9980.11</c:v>
                </c:pt>
                <c:pt idx="5674">
                  <c:v>9970.2999999999993</c:v>
                </c:pt>
                <c:pt idx="5675">
                  <c:v>10030.370000000001</c:v>
                </c:pt>
                <c:pt idx="5676">
                  <c:v>9862.2800000000007</c:v>
                </c:pt>
                <c:pt idx="5677">
                  <c:v>9855.64</c:v>
                </c:pt>
                <c:pt idx="5678">
                  <c:v>9736.84</c:v>
                </c:pt>
                <c:pt idx="5679">
                  <c:v>9662.06</c:v>
                </c:pt>
                <c:pt idx="5680">
                  <c:v>9703.7199999999993</c:v>
                </c:pt>
                <c:pt idx="5681">
                  <c:v>9733.51</c:v>
                </c:pt>
                <c:pt idx="5682">
                  <c:v>9694.6299999999992</c:v>
                </c:pt>
                <c:pt idx="5683">
                  <c:v>9639.01</c:v>
                </c:pt>
                <c:pt idx="5684">
                  <c:v>9662.82</c:v>
                </c:pt>
                <c:pt idx="5685">
                  <c:v>9637.5300000000007</c:v>
                </c:pt>
                <c:pt idx="5686">
                  <c:v>9487.3799999999992</c:v>
                </c:pt>
                <c:pt idx="5687">
                  <c:v>9508.5499999999993</c:v>
                </c:pt>
                <c:pt idx="5688">
                  <c:v>9510.6200000000008</c:v>
                </c:pt>
                <c:pt idx="5689">
                  <c:v>9420.81</c:v>
                </c:pt>
                <c:pt idx="5690">
                  <c:v>9492.7099999999991</c:v>
                </c:pt>
                <c:pt idx="5691">
                  <c:v>9303.73</c:v>
                </c:pt>
                <c:pt idx="5692">
                  <c:v>9131.49</c:v>
                </c:pt>
                <c:pt idx="5693">
                  <c:v>9059.7999999999993</c:v>
                </c:pt>
                <c:pt idx="5694">
                  <c:v>9050.4</c:v>
                </c:pt>
                <c:pt idx="5695">
                  <c:v>9087.3700000000008</c:v>
                </c:pt>
                <c:pt idx="5696">
                  <c:v>9093.18</c:v>
                </c:pt>
                <c:pt idx="5697">
                  <c:v>9126.07</c:v>
                </c:pt>
                <c:pt idx="5698">
                  <c:v>9103.69</c:v>
                </c:pt>
                <c:pt idx="5699">
                  <c:v>9119.0400000000009</c:v>
                </c:pt>
                <c:pt idx="5700">
                  <c:v>9155.57</c:v>
                </c:pt>
                <c:pt idx="5701">
                  <c:v>9084.16</c:v>
                </c:pt>
                <c:pt idx="5702">
                  <c:v>8901.0499999999993</c:v>
                </c:pt>
                <c:pt idx="5703">
                  <c:v>8889.2199999999993</c:v>
                </c:pt>
                <c:pt idx="5704">
                  <c:v>8916.49</c:v>
                </c:pt>
                <c:pt idx="5705">
                  <c:v>8808.18</c:v>
                </c:pt>
                <c:pt idx="5706">
                  <c:v>8717.2199999999993</c:v>
                </c:pt>
                <c:pt idx="5707">
                  <c:v>8744.2199999999993</c:v>
                </c:pt>
                <c:pt idx="5708">
                  <c:v>8435.0400000000009</c:v>
                </c:pt>
                <c:pt idx="5709">
                  <c:v>8409.01</c:v>
                </c:pt>
                <c:pt idx="5710">
                  <c:v>8442.11</c:v>
                </c:pt>
                <c:pt idx="5711">
                  <c:v>8519.6</c:v>
                </c:pt>
                <c:pt idx="5712">
                  <c:v>8571.91</c:v>
                </c:pt>
                <c:pt idx="5713">
                  <c:v>8579.14</c:v>
                </c:pt>
                <c:pt idx="5714">
                  <c:v>8675.14</c:v>
                </c:pt>
                <c:pt idx="5715">
                  <c:v>8632.1</c:v>
                </c:pt>
                <c:pt idx="5716">
                  <c:v>8533.5499999999993</c:v>
                </c:pt>
                <c:pt idx="5717">
                  <c:v>8645.65</c:v>
                </c:pt>
                <c:pt idx="5718">
                  <c:v>8625.7199999999993</c:v>
                </c:pt>
                <c:pt idx="5719">
                  <c:v>8636.85</c:v>
                </c:pt>
                <c:pt idx="5720">
                  <c:v>8806.66</c:v>
                </c:pt>
                <c:pt idx="5721">
                  <c:v>8962.2099999999991</c:v>
                </c:pt>
                <c:pt idx="5722">
                  <c:v>8822.4500000000007</c:v>
                </c:pt>
                <c:pt idx="5723">
                  <c:v>8648.16</c:v>
                </c:pt>
                <c:pt idx="5724">
                  <c:v>8706.19</c:v>
                </c:pt>
                <c:pt idx="5725">
                  <c:v>8596.89</c:v>
                </c:pt>
                <c:pt idx="5726">
                  <c:v>8634.4500000000007</c:v>
                </c:pt>
                <c:pt idx="5727">
                  <c:v>8863.36</c:v>
                </c:pt>
                <c:pt idx="5728">
                  <c:v>8872.32</c:v>
                </c:pt>
                <c:pt idx="5729">
                  <c:v>9047.09</c:v>
                </c:pt>
                <c:pt idx="5730">
                  <c:v>9062.15</c:v>
                </c:pt>
                <c:pt idx="5731">
                  <c:v>9108.4500000000007</c:v>
                </c:pt>
                <c:pt idx="5732">
                  <c:v>9179.19</c:v>
                </c:pt>
                <c:pt idx="5733">
                  <c:v>9194.56</c:v>
                </c:pt>
                <c:pt idx="5734">
                  <c:v>9158.59</c:v>
                </c:pt>
                <c:pt idx="5735">
                  <c:v>9041.51</c:v>
                </c:pt>
                <c:pt idx="5736">
                  <c:v>8804.16</c:v>
                </c:pt>
                <c:pt idx="5737">
                  <c:v>8956.17</c:v>
                </c:pt>
                <c:pt idx="5738">
                  <c:v>8787.4500000000007</c:v>
                </c:pt>
                <c:pt idx="5739">
                  <c:v>8874.99</c:v>
                </c:pt>
                <c:pt idx="5740">
                  <c:v>8859.93</c:v>
                </c:pt>
                <c:pt idx="5741">
                  <c:v>8861.8700000000008</c:v>
                </c:pt>
                <c:pt idx="5742">
                  <c:v>8907.1</c:v>
                </c:pt>
                <c:pt idx="5743">
                  <c:v>8962.26</c:v>
                </c:pt>
                <c:pt idx="5744">
                  <c:v>9109.18</c:v>
                </c:pt>
                <c:pt idx="5745">
                  <c:v>9181.89</c:v>
                </c:pt>
                <c:pt idx="5746">
                  <c:v>9268.77</c:v>
                </c:pt>
                <c:pt idx="5747">
                  <c:v>9122.66</c:v>
                </c:pt>
                <c:pt idx="5748">
                  <c:v>9134.24</c:v>
                </c:pt>
                <c:pt idx="5749">
                  <c:v>9116.2800000000007</c:v>
                </c:pt>
                <c:pt idx="5750">
                  <c:v>9148.48</c:v>
                </c:pt>
                <c:pt idx="5751">
                  <c:v>9239.4699999999993</c:v>
                </c:pt>
                <c:pt idx="5752">
                  <c:v>9250.86</c:v>
                </c:pt>
                <c:pt idx="5753">
                  <c:v>9390.48</c:v>
                </c:pt>
                <c:pt idx="5754">
                  <c:v>9427.6299999999992</c:v>
                </c:pt>
                <c:pt idx="5755">
                  <c:v>9397.0499999999993</c:v>
                </c:pt>
                <c:pt idx="5756">
                  <c:v>9383.68</c:v>
                </c:pt>
                <c:pt idx="5757">
                  <c:v>9201.76</c:v>
                </c:pt>
                <c:pt idx="5758">
                  <c:v>9173.43</c:v>
                </c:pt>
                <c:pt idx="5759">
                  <c:v>9314.9</c:v>
                </c:pt>
                <c:pt idx="5760">
                  <c:v>9194.91</c:v>
                </c:pt>
                <c:pt idx="5761">
                  <c:v>9232.14</c:v>
                </c:pt>
                <c:pt idx="5762">
                  <c:v>9150.9500000000007</c:v>
                </c:pt>
                <c:pt idx="5763">
                  <c:v>9126.15</c:v>
                </c:pt>
                <c:pt idx="5764">
                  <c:v>9180.4699999999993</c:v>
                </c:pt>
                <c:pt idx="5765">
                  <c:v>9252.7099999999991</c:v>
                </c:pt>
                <c:pt idx="5766">
                  <c:v>9258.9500000000007</c:v>
                </c:pt>
                <c:pt idx="5767">
                  <c:v>9240.7900000000009</c:v>
                </c:pt>
                <c:pt idx="5768">
                  <c:v>9325.6</c:v>
                </c:pt>
                <c:pt idx="5769">
                  <c:v>9298.67</c:v>
                </c:pt>
                <c:pt idx="5770">
                  <c:v>9460.6</c:v>
                </c:pt>
                <c:pt idx="5771">
                  <c:v>9584.7000000000007</c:v>
                </c:pt>
                <c:pt idx="5772">
                  <c:v>9560.2900000000009</c:v>
                </c:pt>
                <c:pt idx="5773">
                  <c:v>9568.4699999999993</c:v>
                </c:pt>
                <c:pt idx="5774">
                  <c:v>9552.02</c:v>
                </c:pt>
                <c:pt idx="5775">
                  <c:v>9614.59</c:v>
                </c:pt>
                <c:pt idx="5776">
                  <c:v>9743.23</c:v>
                </c:pt>
                <c:pt idx="5777">
                  <c:v>9873.49</c:v>
                </c:pt>
                <c:pt idx="5778">
                  <c:v>9796.31</c:v>
                </c:pt>
                <c:pt idx="5779">
                  <c:v>9834.08</c:v>
                </c:pt>
                <c:pt idx="5780">
                  <c:v>9721.5</c:v>
                </c:pt>
                <c:pt idx="5781">
                  <c:v>9675.41</c:v>
                </c:pt>
                <c:pt idx="5782">
                  <c:v>9688.2099999999991</c:v>
                </c:pt>
                <c:pt idx="5783">
                  <c:v>9652.4</c:v>
                </c:pt>
                <c:pt idx="5784">
                  <c:v>9665.9599999999991</c:v>
                </c:pt>
                <c:pt idx="5785">
                  <c:v>9583.85</c:v>
                </c:pt>
                <c:pt idx="5786">
                  <c:v>9365.52</c:v>
                </c:pt>
                <c:pt idx="5787">
                  <c:v>9321.2900000000009</c:v>
                </c:pt>
                <c:pt idx="5788">
                  <c:v>9272.33</c:v>
                </c:pt>
                <c:pt idx="5789">
                  <c:v>9445.26</c:v>
                </c:pt>
                <c:pt idx="5790">
                  <c:v>9561.6299999999992</c:v>
                </c:pt>
                <c:pt idx="5791">
                  <c:v>9570.93</c:v>
                </c:pt>
                <c:pt idx="5792">
                  <c:v>9628.69</c:v>
                </c:pt>
                <c:pt idx="5793">
                  <c:v>9557.86</c:v>
                </c:pt>
                <c:pt idx="5794">
                  <c:v>9548.65</c:v>
                </c:pt>
                <c:pt idx="5795">
                  <c:v>9715.74</c:v>
                </c:pt>
                <c:pt idx="5796">
                  <c:v>9656.4599999999991</c:v>
                </c:pt>
                <c:pt idx="5797">
                  <c:v>9728.43</c:v>
                </c:pt>
                <c:pt idx="5798">
                  <c:v>9813.7800000000007</c:v>
                </c:pt>
                <c:pt idx="5799">
                  <c:v>9784.57</c:v>
                </c:pt>
                <c:pt idx="5800">
                  <c:v>9857.99</c:v>
                </c:pt>
                <c:pt idx="5801">
                  <c:v>9868.48</c:v>
                </c:pt>
                <c:pt idx="5802">
                  <c:v>9973.75</c:v>
                </c:pt>
                <c:pt idx="5803">
                  <c:v>10009.879999999999</c:v>
                </c:pt>
                <c:pt idx="5804">
                  <c:v>9995.73</c:v>
                </c:pt>
                <c:pt idx="5805">
                  <c:v>10227.01</c:v>
                </c:pt>
                <c:pt idx="5806">
                  <c:v>10205.16</c:v>
                </c:pt>
                <c:pt idx="5807">
                  <c:v>10069.870000000001</c:v>
                </c:pt>
                <c:pt idx="5808">
                  <c:v>10147.84</c:v>
                </c:pt>
                <c:pt idx="5809">
                  <c:v>9944.59</c:v>
                </c:pt>
                <c:pt idx="5810">
                  <c:v>9995.52</c:v>
                </c:pt>
                <c:pt idx="5811">
                  <c:v>10100.77</c:v>
                </c:pt>
                <c:pt idx="5812">
                  <c:v>10065.32</c:v>
                </c:pt>
                <c:pt idx="5813">
                  <c:v>10003.540000000001</c:v>
                </c:pt>
                <c:pt idx="5814">
                  <c:v>9971.15</c:v>
                </c:pt>
                <c:pt idx="5815">
                  <c:v>9965.0300000000007</c:v>
                </c:pt>
                <c:pt idx="5816">
                  <c:v>9920.09</c:v>
                </c:pt>
                <c:pt idx="5817">
                  <c:v>9865.65</c:v>
                </c:pt>
                <c:pt idx="5818">
                  <c:v>9740.84</c:v>
                </c:pt>
                <c:pt idx="5819">
                  <c:v>9616.6200000000008</c:v>
                </c:pt>
                <c:pt idx="5820">
                  <c:v>9613.84</c:v>
                </c:pt>
                <c:pt idx="5821">
                  <c:v>9580.8799999999992</c:v>
                </c:pt>
                <c:pt idx="5822">
                  <c:v>9770.68</c:v>
                </c:pt>
                <c:pt idx="5823">
                  <c:v>9844.3799999999992</c:v>
                </c:pt>
                <c:pt idx="5824">
                  <c:v>9773.98</c:v>
                </c:pt>
                <c:pt idx="5825">
                  <c:v>9655.36</c:v>
                </c:pt>
                <c:pt idx="5826">
                  <c:v>9720.83</c:v>
                </c:pt>
                <c:pt idx="5827">
                  <c:v>9407.68</c:v>
                </c:pt>
                <c:pt idx="5828">
                  <c:v>9441.25</c:v>
                </c:pt>
                <c:pt idx="5829">
                  <c:v>9560.4599999999991</c:v>
                </c:pt>
                <c:pt idx="5830">
                  <c:v>9634.67</c:v>
                </c:pt>
                <c:pt idx="5831">
                  <c:v>9853.74</c:v>
                </c:pt>
                <c:pt idx="5832">
                  <c:v>9722.5400000000009</c:v>
                </c:pt>
                <c:pt idx="5833">
                  <c:v>9787.49</c:v>
                </c:pt>
                <c:pt idx="5834">
                  <c:v>9804.65</c:v>
                </c:pt>
                <c:pt idx="5835">
                  <c:v>9548.94</c:v>
                </c:pt>
                <c:pt idx="5836">
                  <c:v>9570.36</c:v>
                </c:pt>
                <c:pt idx="5837">
                  <c:v>9613.07</c:v>
                </c:pt>
                <c:pt idx="5838">
                  <c:v>9576.15</c:v>
                </c:pt>
                <c:pt idx="5839">
                  <c:v>9459.14</c:v>
                </c:pt>
                <c:pt idx="5840">
                  <c:v>9336.39</c:v>
                </c:pt>
                <c:pt idx="5841">
                  <c:v>8965.73</c:v>
                </c:pt>
                <c:pt idx="5842">
                  <c:v>8858.69</c:v>
                </c:pt>
                <c:pt idx="5843">
                  <c:v>8977.35</c:v>
                </c:pt>
                <c:pt idx="5844">
                  <c:v>8977.41</c:v>
                </c:pt>
                <c:pt idx="5845">
                  <c:v>8931.4</c:v>
                </c:pt>
                <c:pt idx="5846">
                  <c:v>9051.3700000000008</c:v>
                </c:pt>
                <c:pt idx="5847">
                  <c:v>8984.32</c:v>
                </c:pt>
                <c:pt idx="5848">
                  <c:v>9109.35</c:v>
                </c:pt>
                <c:pt idx="5849">
                  <c:v>9072.2099999999991</c:v>
                </c:pt>
                <c:pt idx="5850">
                  <c:v>9294.4599999999991</c:v>
                </c:pt>
                <c:pt idx="5851">
                  <c:v>9270.7099999999991</c:v>
                </c:pt>
                <c:pt idx="5852">
                  <c:v>9124.91</c:v>
                </c:pt>
                <c:pt idx="5853">
                  <c:v>9197.68</c:v>
                </c:pt>
                <c:pt idx="5854">
                  <c:v>9314.8700000000008</c:v>
                </c:pt>
                <c:pt idx="5855">
                  <c:v>9328.2199999999993</c:v>
                </c:pt>
                <c:pt idx="5856">
                  <c:v>9427.7900000000009</c:v>
                </c:pt>
                <c:pt idx="5857">
                  <c:v>9474.07</c:v>
                </c:pt>
                <c:pt idx="5858">
                  <c:v>9707.25</c:v>
                </c:pt>
                <c:pt idx="5859">
                  <c:v>9505.1299999999992</c:v>
                </c:pt>
                <c:pt idx="5860">
                  <c:v>9650.9699999999993</c:v>
                </c:pt>
                <c:pt idx="5861">
                  <c:v>9896.33</c:v>
                </c:pt>
                <c:pt idx="5862">
                  <c:v>9882.35</c:v>
                </c:pt>
                <c:pt idx="5863">
                  <c:v>9885.77</c:v>
                </c:pt>
                <c:pt idx="5864">
                  <c:v>9723.67</c:v>
                </c:pt>
                <c:pt idx="5865">
                  <c:v>9720.86</c:v>
                </c:pt>
                <c:pt idx="5866">
                  <c:v>9726.0300000000007</c:v>
                </c:pt>
                <c:pt idx="5867">
                  <c:v>9820.33</c:v>
                </c:pt>
                <c:pt idx="5868">
                  <c:v>9790.68</c:v>
                </c:pt>
                <c:pt idx="5869">
                  <c:v>9896.98</c:v>
                </c:pt>
                <c:pt idx="5870">
                  <c:v>10043.870000000001</c:v>
                </c:pt>
                <c:pt idx="5871">
                  <c:v>10061.15</c:v>
                </c:pt>
                <c:pt idx="5872">
                  <c:v>10130.25</c:v>
                </c:pt>
                <c:pt idx="5873">
                  <c:v>10185.52</c:v>
                </c:pt>
                <c:pt idx="5874">
                  <c:v>10226.33</c:v>
                </c:pt>
                <c:pt idx="5875">
                  <c:v>10245.69</c:v>
                </c:pt>
                <c:pt idx="5876">
                  <c:v>10424</c:v>
                </c:pt>
                <c:pt idx="5877">
                  <c:v>10402.26</c:v>
                </c:pt>
                <c:pt idx="5878">
                  <c:v>10408.01</c:v>
                </c:pt>
                <c:pt idx="5879">
                  <c:v>10246.959999999999</c:v>
                </c:pt>
                <c:pt idx="5880">
                  <c:v>10265.040000000001</c:v>
                </c:pt>
                <c:pt idx="5881">
                  <c:v>10219.709999999999</c:v>
                </c:pt>
                <c:pt idx="5882">
                  <c:v>9961.35</c:v>
                </c:pt>
                <c:pt idx="5883">
                  <c:v>10100.06</c:v>
                </c:pt>
                <c:pt idx="5884">
                  <c:v>9959.92</c:v>
                </c:pt>
                <c:pt idx="5885">
                  <c:v>10014.06</c:v>
                </c:pt>
                <c:pt idx="5886">
                  <c:v>9962.24</c:v>
                </c:pt>
                <c:pt idx="5887">
                  <c:v>9977.74</c:v>
                </c:pt>
                <c:pt idx="5888">
                  <c:v>9700.69</c:v>
                </c:pt>
                <c:pt idx="5889">
                  <c:v>9862.33</c:v>
                </c:pt>
                <c:pt idx="5890">
                  <c:v>9991.7199999999993</c:v>
                </c:pt>
                <c:pt idx="5891">
                  <c:v>10180.02</c:v>
                </c:pt>
                <c:pt idx="5892">
                  <c:v>10267.36</c:v>
                </c:pt>
                <c:pt idx="5893">
                  <c:v>10155.25</c:v>
                </c:pt>
                <c:pt idx="5894">
                  <c:v>9975.99</c:v>
                </c:pt>
                <c:pt idx="5895">
                  <c:v>9773.1200000000008</c:v>
                </c:pt>
                <c:pt idx="5896">
                  <c:v>9884.7800000000007</c:v>
                </c:pt>
                <c:pt idx="5897">
                  <c:v>9971.99</c:v>
                </c:pt>
                <c:pt idx="5898">
                  <c:v>10313.89</c:v>
                </c:pt>
                <c:pt idx="5899">
                  <c:v>10110.25</c:v>
                </c:pt>
                <c:pt idx="5900">
                  <c:v>10325.459999999999</c:v>
                </c:pt>
                <c:pt idx="5901">
                  <c:v>10452.549999999999</c:v>
                </c:pt>
                <c:pt idx="5902">
                  <c:v>10335.120000000001</c:v>
                </c:pt>
                <c:pt idx="5903">
                  <c:v>10421.49</c:v>
                </c:pt>
                <c:pt idx="5904">
                  <c:v>10581.66</c:v>
                </c:pt>
                <c:pt idx="5905">
                  <c:v>10648.3</c:v>
                </c:pt>
                <c:pt idx="5906">
                  <c:v>10558.81</c:v>
                </c:pt>
                <c:pt idx="5907">
                  <c:v>10787.54</c:v>
                </c:pt>
                <c:pt idx="5908">
                  <c:v>10843.15</c:v>
                </c:pt>
                <c:pt idx="5909">
                  <c:v>10803.45</c:v>
                </c:pt>
                <c:pt idx="5910">
                  <c:v>10806.16</c:v>
                </c:pt>
                <c:pt idx="5911">
                  <c:v>10765.58</c:v>
                </c:pt>
                <c:pt idx="5912">
                  <c:v>10579.19</c:v>
                </c:pt>
                <c:pt idx="5913">
                  <c:v>10491.76</c:v>
                </c:pt>
                <c:pt idx="5914">
                  <c:v>10598.55</c:v>
                </c:pt>
                <c:pt idx="5915">
                  <c:v>10518.09</c:v>
                </c:pt>
                <c:pt idx="5916">
                  <c:v>10355.92</c:v>
                </c:pt>
                <c:pt idx="5917">
                  <c:v>10608.98</c:v>
                </c:pt>
                <c:pt idx="5918">
                  <c:v>10657.34</c:v>
                </c:pt>
                <c:pt idx="5919">
                  <c:v>10591.86</c:v>
                </c:pt>
                <c:pt idx="5920">
                  <c:v>10754.41</c:v>
                </c:pt>
                <c:pt idx="5921">
                  <c:v>10673.11</c:v>
                </c:pt>
                <c:pt idx="5922">
                  <c:v>10852.04</c:v>
                </c:pt>
                <c:pt idx="5923">
                  <c:v>10832.26</c:v>
                </c:pt>
                <c:pt idx="5924">
                  <c:v>10955.52</c:v>
                </c:pt>
                <c:pt idx="5925">
                  <c:v>11119.33</c:v>
                </c:pt>
                <c:pt idx="5926">
                  <c:v>11147.97</c:v>
                </c:pt>
                <c:pt idx="5927">
                  <c:v>11215.02</c:v>
                </c:pt>
                <c:pt idx="5928">
                  <c:v>11288.84</c:v>
                </c:pt>
                <c:pt idx="5929">
                  <c:v>11284.71</c:v>
                </c:pt>
                <c:pt idx="5930">
                  <c:v>11380.77</c:v>
                </c:pt>
                <c:pt idx="5931">
                  <c:v>11402.38</c:v>
                </c:pt>
                <c:pt idx="5932">
                  <c:v>11312.55</c:v>
                </c:pt>
                <c:pt idx="5933">
                  <c:v>11359.8</c:v>
                </c:pt>
                <c:pt idx="5934">
                  <c:v>11301.94</c:v>
                </c:pt>
                <c:pt idx="5935">
                  <c:v>11380.61</c:v>
                </c:pt>
                <c:pt idx="5936">
                  <c:v>11430.66</c:v>
                </c:pt>
                <c:pt idx="5937">
                  <c:v>11581.58</c:v>
                </c:pt>
                <c:pt idx="5938">
                  <c:v>11564.73</c:v>
                </c:pt>
                <c:pt idx="5939">
                  <c:v>11626.78</c:v>
                </c:pt>
                <c:pt idx="5940">
                  <c:v>11624.75</c:v>
                </c:pt>
                <c:pt idx="5941">
                  <c:v>11795.2</c:v>
                </c:pt>
                <c:pt idx="5942">
                  <c:v>11753.29</c:v>
                </c:pt>
                <c:pt idx="5943">
                  <c:v>11974.61</c:v>
                </c:pt>
                <c:pt idx="5944">
                  <c:v>11832.77</c:v>
                </c:pt>
                <c:pt idx="5945">
                  <c:v>11838.36</c:v>
                </c:pt>
                <c:pt idx="5946">
                  <c:v>11690.31</c:v>
                </c:pt>
                <c:pt idx="5947">
                  <c:v>11733.43</c:v>
                </c:pt>
                <c:pt idx="5948">
                  <c:v>11645.9</c:v>
                </c:pt>
                <c:pt idx="5949">
                  <c:v>11700.76</c:v>
                </c:pt>
                <c:pt idx="5950">
                  <c:v>11768.31</c:v>
                </c:pt>
                <c:pt idx="5951">
                  <c:v>11795.98</c:v>
                </c:pt>
                <c:pt idx="5952">
                  <c:v>11736.2</c:v>
                </c:pt>
                <c:pt idx="5953">
                  <c:v>11797.22</c:v>
                </c:pt>
                <c:pt idx="5954">
                  <c:v>11780.11</c:v>
                </c:pt>
                <c:pt idx="5955">
                  <c:v>11497.58</c:v>
                </c:pt>
                <c:pt idx="5956">
                  <c:v>11361.49</c:v>
                </c:pt>
                <c:pt idx="5957">
                  <c:v>11385.08</c:v>
                </c:pt>
                <c:pt idx="5958">
                  <c:v>11409.29</c:v>
                </c:pt>
                <c:pt idx="5959">
                  <c:v>11396.57</c:v>
                </c:pt>
                <c:pt idx="5960">
                  <c:v>11345.18</c:v>
                </c:pt>
                <c:pt idx="5961">
                  <c:v>11139.42</c:v>
                </c:pt>
                <c:pt idx="5962">
                  <c:v>11252.18</c:v>
                </c:pt>
                <c:pt idx="5963">
                  <c:v>11217.15</c:v>
                </c:pt>
                <c:pt idx="5964">
                  <c:v>11090.58</c:v>
                </c:pt>
                <c:pt idx="5965">
                  <c:v>10788.53</c:v>
                </c:pt>
                <c:pt idx="5966">
                  <c:v>10727.98</c:v>
                </c:pt>
                <c:pt idx="5967">
                  <c:v>10710.48</c:v>
                </c:pt>
                <c:pt idx="5968">
                  <c:v>10744.91</c:v>
                </c:pt>
                <c:pt idx="5969">
                  <c:v>10643.14</c:v>
                </c:pt>
                <c:pt idx="5970">
                  <c:v>10733.69</c:v>
                </c:pt>
                <c:pt idx="5971">
                  <c:v>10723.68</c:v>
                </c:pt>
                <c:pt idx="5972">
                  <c:v>10831.37</c:v>
                </c:pt>
                <c:pt idx="5973">
                  <c:v>10833.96</c:v>
                </c:pt>
                <c:pt idx="5974">
                  <c:v>10878.04</c:v>
                </c:pt>
                <c:pt idx="5975">
                  <c:v>11032.92</c:v>
                </c:pt>
                <c:pt idx="5976">
                  <c:v>10987.88</c:v>
                </c:pt>
                <c:pt idx="5977">
                  <c:v>10786.92</c:v>
                </c:pt>
                <c:pt idx="5978">
                  <c:v>10836.64</c:v>
                </c:pt>
                <c:pt idx="5979">
                  <c:v>10863.07</c:v>
                </c:pt>
                <c:pt idx="5980">
                  <c:v>10829.73</c:v>
                </c:pt>
                <c:pt idx="5981">
                  <c:v>11036.6</c:v>
                </c:pt>
                <c:pt idx="5982">
                  <c:v>11222.83</c:v>
                </c:pt>
                <c:pt idx="5983">
                  <c:v>11230.64</c:v>
                </c:pt>
                <c:pt idx="5984">
                  <c:v>11210.25</c:v>
                </c:pt>
                <c:pt idx="5985">
                  <c:v>11303.7</c:v>
                </c:pt>
                <c:pt idx="5986">
                  <c:v>11217.5</c:v>
                </c:pt>
                <c:pt idx="5987">
                  <c:v>11273.86</c:v>
                </c:pt>
                <c:pt idx="5988">
                  <c:v>11318.87</c:v>
                </c:pt>
                <c:pt idx="5989">
                  <c:v>11233.23</c:v>
                </c:pt>
                <c:pt idx="5990">
                  <c:v>11188.07</c:v>
                </c:pt>
                <c:pt idx="5991">
                  <c:v>11003</c:v>
                </c:pt>
                <c:pt idx="5992">
                  <c:v>10985.84</c:v>
                </c:pt>
                <c:pt idx="5993">
                  <c:v>10704.12</c:v>
                </c:pt>
                <c:pt idx="5994">
                  <c:v>10425.31</c:v>
                </c:pt>
                <c:pt idx="5995">
                  <c:v>10482.549999999999</c:v>
                </c:pt>
                <c:pt idx="5996">
                  <c:v>10648.71</c:v>
                </c:pt>
                <c:pt idx="5997">
                  <c:v>10547.13</c:v>
                </c:pt>
                <c:pt idx="5998">
                  <c:v>10496.02</c:v>
                </c:pt>
                <c:pt idx="5999">
                  <c:v>10664.94</c:v>
                </c:pt>
                <c:pt idx="6000">
                  <c:v>10788.9</c:v>
                </c:pt>
                <c:pt idx="6001">
                  <c:v>10749.06</c:v>
                </c:pt>
                <c:pt idx="6002">
                  <c:v>10840.49</c:v>
                </c:pt>
                <c:pt idx="6003">
                  <c:v>11002.81</c:v>
                </c:pt>
                <c:pt idx="6004">
                  <c:v>10961.88</c:v>
                </c:pt>
                <c:pt idx="6005">
                  <c:v>10832.74</c:v>
                </c:pt>
                <c:pt idx="6006">
                  <c:v>10518.99</c:v>
                </c:pt>
                <c:pt idx="6007">
                  <c:v>10409.68</c:v>
                </c:pt>
                <c:pt idx="6008">
                  <c:v>10592.39</c:v>
                </c:pt>
                <c:pt idx="6009">
                  <c:v>10609.19</c:v>
                </c:pt>
                <c:pt idx="6010">
                  <c:v>10721.32</c:v>
                </c:pt>
                <c:pt idx="6011">
                  <c:v>10691.25</c:v>
                </c:pt>
                <c:pt idx="6012">
                  <c:v>10725.3</c:v>
                </c:pt>
                <c:pt idx="6013">
                  <c:v>10756.96</c:v>
                </c:pt>
                <c:pt idx="6014">
                  <c:v>11014.24</c:v>
                </c:pt>
                <c:pt idx="6015">
                  <c:v>10767.46</c:v>
                </c:pt>
                <c:pt idx="6016">
                  <c:v>10772.96</c:v>
                </c:pt>
                <c:pt idx="6017">
                  <c:v>10741.46</c:v>
                </c:pt>
                <c:pt idx="6018">
                  <c:v>10762.14</c:v>
                </c:pt>
                <c:pt idx="6019">
                  <c:v>10797.69</c:v>
                </c:pt>
                <c:pt idx="6020">
                  <c:v>11000.25</c:v>
                </c:pt>
                <c:pt idx="6021">
                  <c:v>10972.96</c:v>
                </c:pt>
                <c:pt idx="6022">
                  <c:v>11013.84</c:v>
                </c:pt>
                <c:pt idx="6023">
                  <c:v>10964.09</c:v>
                </c:pt>
                <c:pt idx="6024">
                  <c:v>11013.59</c:v>
                </c:pt>
                <c:pt idx="6025">
                  <c:v>11209.43</c:v>
                </c:pt>
                <c:pt idx="6026">
                  <c:v>11166.46</c:v>
                </c:pt>
                <c:pt idx="6027">
                  <c:v>11256.07</c:v>
                </c:pt>
                <c:pt idx="6028">
                  <c:v>11440.72</c:v>
                </c:pt>
                <c:pt idx="6029">
                  <c:v>11713.71</c:v>
                </c:pt>
                <c:pt idx="6030">
                  <c:v>11892.64</c:v>
                </c:pt>
                <c:pt idx="6031">
                  <c:v>11702.15</c:v>
                </c:pt>
                <c:pt idx="6032">
                  <c:v>11423.52</c:v>
                </c:pt>
                <c:pt idx="6033">
                  <c:v>11350.85</c:v>
                </c:pt>
                <c:pt idx="6034">
                  <c:v>11397.21</c:v>
                </c:pt>
                <c:pt idx="6035">
                  <c:v>11431.59</c:v>
                </c:pt>
                <c:pt idx="6036">
                  <c:v>11359.5</c:v>
                </c:pt>
                <c:pt idx="6037">
                  <c:v>11209.78</c:v>
                </c:pt>
                <c:pt idx="6038">
                  <c:v>11158.1</c:v>
                </c:pt>
                <c:pt idx="6039">
                  <c:v>11601.14</c:v>
                </c:pt>
                <c:pt idx="6040">
                  <c:v>11565.23</c:v>
                </c:pt>
                <c:pt idx="6041">
                  <c:v>11486.93</c:v>
                </c:pt>
                <c:pt idx="6042">
                  <c:v>11465.78</c:v>
                </c:pt>
                <c:pt idx="6043">
                  <c:v>11466.11</c:v>
                </c:pt>
                <c:pt idx="6044">
                  <c:v>11529.54</c:v>
                </c:pt>
                <c:pt idx="6045">
                  <c:v>11847.06</c:v>
                </c:pt>
                <c:pt idx="6046">
                  <c:v>11693.05</c:v>
                </c:pt>
                <c:pt idx="6047">
                  <c:v>11784.92</c:v>
                </c:pt>
                <c:pt idx="6048">
                  <c:v>11832.18</c:v>
                </c:pt>
                <c:pt idx="6049">
                  <c:v>11745.84</c:v>
                </c:pt>
                <c:pt idx="6050">
                  <c:v>11678.44</c:v>
                </c:pt>
                <c:pt idx="6051">
                  <c:v>11427.28</c:v>
                </c:pt>
                <c:pt idx="6052">
                  <c:v>11155.15</c:v>
                </c:pt>
                <c:pt idx="6053">
                  <c:v>11279.25</c:v>
                </c:pt>
                <c:pt idx="6054">
                  <c:v>11090.74</c:v>
                </c:pt>
                <c:pt idx="6055">
                  <c:v>11066.19</c:v>
                </c:pt>
                <c:pt idx="6056">
                  <c:v>11261.54</c:v>
                </c:pt>
                <c:pt idx="6057">
                  <c:v>11391.96</c:v>
                </c:pt>
                <c:pt idx="6058">
                  <c:v>11322.36</c:v>
                </c:pt>
                <c:pt idx="6059">
                  <c:v>11253.3</c:v>
                </c:pt>
                <c:pt idx="6060">
                  <c:v>11173.92</c:v>
                </c:pt>
                <c:pt idx="6061">
                  <c:v>11225.79</c:v>
                </c:pt>
                <c:pt idx="6062">
                  <c:v>11360.26</c:v>
                </c:pt>
                <c:pt idx="6063">
                  <c:v>11287.37</c:v>
                </c:pt>
                <c:pt idx="6064">
                  <c:v>11239.39</c:v>
                </c:pt>
                <c:pt idx="6065">
                  <c:v>10950.04</c:v>
                </c:pt>
                <c:pt idx="6066">
                  <c:v>10662.84</c:v>
                </c:pt>
                <c:pt idx="6067">
                  <c:v>10592.45</c:v>
                </c:pt>
                <c:pt idx="6068">
                  <c:v>10609.25</c:v>
                </c:pt>
                <c:pt idx="6069">
                  <c:v>10538.62</c:v>
                </c:pt>
                <c:pt idx="6070">
                  <c:v>10269.790000000001</c:v>
                </c:pt>
                <c:pt idx="6071">
                  <c:v>10356.049999999999</c:v>
                </c:pt>
                <c:pt idx="6072">
                  <c:v>10430.719999999999</c:v>
                </c:pt>
                <c:pt idx="6073">
                  <c:v>10186.06</c:v>
                </c:pt>
                <c:pt idx="6074">
                  <c:v>10158.85</c:v>
                </c:pt>
                <c:pt idx="6075">
                  <c:v>10073.969999999999</c:v>
                </c:pt>
                <c:pt idx="6076">
                  <c:v>10076.43</c:v>
                </c:pt>
                <c:pt idx="6077">
                  <c:v>10178.09</c:v>
                </c:pt>
                <c:pt idx="6078">
                  <c:v>10404.74</c:v>
                </c:pt>
                <c:pt idx="6079">
                  <c:v>10243.459999999999</c:v>
                </c:pt>
                <c:pt idx="6080">
                  <c:v>10219.84</c:v>
                </c:pt>
                <c:pt idx="6081">
                  <c:v>9797.5400000000009</c:v>
                </c:pt>
                <c:pt idx="6082">
                  <c:v>9825.84</c:v>
                </c:pt>
                <c:pt idx="6083">
                  <c:v>9880.61</c:v>
                </c:pt>
                <c:pt idx="6084">
                  <c:v>10260.81</c:v>
                </c:pt>
                <c:pt idx="6085">
                  <c:v>10148.49</c:v>
                </c:pt>
                <c:pt idx="6086">
                  <c:v>10130.59</c:v>
                </c:pt>
                <c:pt idx="6087">
                  <c:v>10274.129999999999</c:v>
                </c:pt>
                <c:pt idx="6088">
                  <c:v>10522.61</c:v>
                </c:pt>
                <c:pt idx="6089">
                  <c:v>10298.24</c:v>
                </c:pt>
                <c:pt idx="6090">
                  <c:v>10358.93</c:v>
                </c:pt>
                <c:pt idx="6091">
                  <c:v>9967.83</c:v>
                </c:pt>
                <c:pt idx="6092">
                  <c:v>10277.379999999999</c:v>
                </c:pt>
                <c:pt idx="6093">
                  <c:v>10286.39</c:v>
                </c:pt>
                <c:pt idx="6094">
                  <c:v>9897.14</c:v>
                </c:pt>
                <c:pt idx="6095">
                  <c:v>9950.7000000000007</c:v>
                </c:pt>
                <c:pt idx="6096">
                  <c:v>9600.7900000000009</c:v>
                </c:pt>
                <c:pt idx="6097">
                  <c:v>9371.75</c:v>
                </c:pt>
                <c:pt idx="6098">
                  <c:v>9210.06</c:v>
                </c:pt>
                <c:pt idx="6099">
                  <c:v>9284.5</c:v>
                </c:pt>
                <c:pt idx="6100">
                  <c:v>8934.2000000000007</c:v>
                </c:pt>
                <c:pt idx="6101">
                  <c:v>9317.98</c:v>
                </c:pt>
                <c:pt idx="6102">
                  <c:v>9558.15</c:v>
                </c:pt>
                <c:pt idx="6103">
                  <c:v>9307.9</c:v>
                </c:pt>
                <c:pt idx="6104">
                  <c:v>9319.35</c:v>
                </c:pt>
                <c:pt idx="6105">
                  <c:v>9655.4500000000007</c:v>
                </c:pt>
                <c:pt idx="6106">
                  <c:v>9569.2099999999991</c:v>
                </c:pt>
                <c:pt idx="6107">
                  <c:v>9493.6200000000008</c:v>
                </c:pt>
                <c:pt idx="6108">
                  <c:v>10417.36</c:v>
                </c:pt>
                <c:pt idx="6109">
                  <c:v>10366.32</c:v>
                </c:pt>
                <c:pt idx="6110">
                  <c:v>10384.200000000001</c:v>
                </c:pt>
                <c:pt idx="6111">
                  <c:v>10664.32</c:v>
                </c:pt>
                <c:pt idx="6112">
                  <c:v>10943.14</c:v>
                </c:pt>
                <c:pt idx="6113">
                  <c:v>11136.86</c:v>
                </c:pt>
                <c:pt idx="6114">
                  <c:v>10902.64</c:v>
                </c:pt>
                <c:pt idx="6115">
                  <c:v>11090.48</c:v>
                </c:pt>
                <c:pt idx="6116">
                  <c:v>11315.63</c:v>
                </c:pt>
                <c:pt idx="6117">
                  <c:v>11242.41</c:v>
                </c:pt>
                <c:pt idx="6118">
                  <c:v>11300.53</c:v>
                </c:pt>
                <c:pt idx="6119">
                  <c:v>11234.72</c:v>
                </c:pt>
                <c:pt idx="6120">
                  <c:v>11110.3</c:v>
                </c:pt>
                <c:pt idx="6121">
                  <c:v>11345.38</c:v>
                </c:pt>
                <c:pt idx="6122">
                  <c:v>11188.57</c:v>
                </c:pt>
                <c:pt idx="6123">
                  <c:v>11440.35</c:v>
                </c:pt>
                <c:pt idx="6124">
                  <c:v>11458.7</c:v>
                </c:pt>
                <c:pt idx="6125">
                  <c:v>11754.81</c:v>
                </c:pt>
                <c:pt idx="6126">
                  <c:v>11832.44</c:v>
                </c:pt>
                <c:pt idx="6127">
                  <c:v>12141.63</c:v>
                </c:pt>
                <c:pt idx="6128">
                  <c:v>11991.01</c:v>
                </c:pt>
                <c:pt idx="6129">
                  <c:v>11694.29</c:v>
                </c:pt>
                <c:pt idx="6130">
                  <c:v>11765.81</c:v>
                </c:pt>
                <c:pt idx="6131">
                  <c:v>11716.77</c:v>
                </c:pt>
                <c:pt idx="6132">
                  <c:v>11958.01</c:v>
                </c:pt>
                <c:pt idx="6133">
                  <c:v>12007.19</c:v>
                </c:pt>
                <c:pt idx="6134">
                  <c:v>12148.81</c:v>
                </c:pt>
                <c:pt idx="6135">
                  <c:v>12269.08</c:v>
                </c:pt>
                <c:pt idx="6136">
                  <c:v>12466.37</c:v>
                </c:pt>
                <c:pt idx="6137">
                  <c:v>12478.74</c:v>
                </c:pt>
                <c:pt idx="6138">
                  <c:v>12316.69</c:v>
                </c:pt>
                <c:pt idx="6139">
                  <c:v>12086.66</c:v>
                </c:pt>
                <c:pt idx="6140">
                  <c:v>12182.17</c:v>
                </c:pt>
                <c:pt idx="6141">
                  <c:v>12039.82</c:v>
                </c:pt>
                <c:pt idx="6142">
                  <c:v>12214.1</c:v>
                </c:pt>
                <c:pt idx="6143">
                  <c:v>12236.45</c:v>
                </c:pt>
                <c:pt idx="6144">
                  <c:v>12301.68</c:v>
                </c:pt>
                <c:pt idx="6145">
                  <c:v>12279.82</c:v>
                </c:pt>
                <c:pt idx="6146">
                  <c:v>12427.19</c:v>
                </c:pt>
                <c:pt idx="6147">
                  <c:v>12495.25</c:v>
                </c:pt>
                <c:pt idx="6148">
                  <c:v>12624.53</c:v>
                </c:pt>
                <c:pt idx="6149">
                  <c:v>12612.79</c:v>
                </c:pt>
                <c:pt idx="6150">
                  <c:v>12660.2</c:v>
                </c:pt>
                <c:pt idx="6151">
                  <c:v>12527.9</c:v>
                </c:pt>
                <c:pt idx="6152">
                  <c:v>12713.9</c:v>
                </c:pt>
                <c:pt idx="6153">
                  <c:v>12690.68</c:v>
                </c:pt>
                <c:pt idx="6154">
                  <c:v>12999.48</c:v>
                </c:pt>
                <c:pt idx="6155">
                  <c:v>13207.53</c:v>
                </c:pt>
                <c:pt idx="6156">
                  <c:v>13184.75</c:v>
                </c:pt>
                <c:pt idx="6157">
                  <c:v>13042.53</c:v>
                </c:pt>
                <c:pt idx="6158">
                  <c:v>12827.82</c:v>
                </c:pt>
                <c:pt idx="6159">
                  <c:v>13004.21</c:v>
                </c:pt>
                <c:pt idx="6160">
                  <c:v>12961.97</c:v>
                </c:pt>
                <c:pt idx="6161">
                  <c:v>13174.02</c:v>
                </c:pt>
                <c:pt idx="6162">
                  <c:v>13187.45</c:v>
                </c:pt>
                <c:pt idx="6163">
                  <c:v>12918.71</c:v>
                </c:pt>
                <c:pt idx="6164">
                  <c:v>13133.66</c:v>
                </c:pt>
                <c:pt idx="6165">
                  <c:v>12948.78</c:v>
                </c:pt>
                <c:pt idx="6166">
                  <c:v>13102.5</c:v>
                </c:pt>
                <c:pt idx="6167">
                  <c:v>13248.89</c:v>
                </c:pt>
                <c:pt idx="6168">
                  <c:v>13523.31</c:v>
                </c:pt>
                <c:pt idx="6169">
                  <c:v>13526.68</c:v>
                </c:pt>
                <c:pt idx="6170">
                  <c:v>13675.49</c:v>
                </c:pt>
                <c:pt idx="6171">
                  <c:v>13808.89</c:v>
                </c:pt>
                <c:pt idx="6172">
                  <c:v>13703.43</c:v>
                </c:pt>
                <c:pt idx="6173">
                  <c:v>13576.01</c:v>
                </c:pt>
                <c:pt idx="6174">
                  <c:v>13451.87</c:v>
                </c:pt>
                <c:pt idx="6175">
                  <c:v>13207.49</c:v>
                </c:pt>
                <c:pt idx="6176">
                  <c:v>13141.38</c:v>
                </c:pt>
                <c:pt idx="6177">
                  <c:v>13174.41</c:v>
                </c:pt>
                <c:pt idx="6178">
                  <c:v>13420.13</c:v>
                </c:pt>
                <c:pt idx="6179">
                  <c:v>13629.61</c:v>
                </c:pt>
                <c:pt idx="6180">
                  <c:v>13739.07</c:v>
                </c:pt>
                <c:pt idx="6181">
                  <c:v>13753.99</c:v>
                </c:pt>
                <c:pt idx="6182">
                  <c:v>13810.6</c:v>
                </c:pt>
                <c:pt idx="6183">
                  <c:v>13839.1</c:v>
                </c:pt>
                <c:pt idx="6184">
                  <c:v>13877.95</c:v>
                </c:pt>
                <c:pt idx="6185">
                  <c:v>13721.27</c:v>
                </c:pt>
                <c:pt idx="6186">
                  <c:v>13459.18</c:v>
                </c:pt>
                <c:pt idx="6187">
                  <c:v>13637.87</c:v>
                </c:pt>
                <c:pt idx="6188">
                  <c:v>13335.95</c:v>
                </c:pt>
                <c:pt idx="6189">
                  <c:v>13250.09</c:v>
                </c:pt>
                <c:pt idx="6190">
                  <c:v>13259.17</c:v>
                </c:pt>
                <c:pt idx="6191">
                  <c:v>13636.61</c:v>
                </c:pt>
                <c:pt idx="6192">
                  <c:v>13604.8</c:v>
                </c:pt>
                <c:pt idx="6193">
                  <c:v>13585.14</c:v>
                </c:pt>
                <c:pt idx="6194">
                  <c:v>13540.81</c:v>
                </c:pt>
                <c:pt idx="6195">
                  <c:v>13600.78</c:v>
                </c:pt>
                <c:pt idx="6196">
                  <c:v>13390.99</c:v>
                </c:pt>
                <c:pt idx="6197">
                  <c:v>13718.14</c:v>
                </c:pt>
                <c:pt idx="6198">
                  <c:v>13814.24</c:v>
                </c:pt>
                <c:pt idx="6199">
                  <c:v>13386.04</c:v>
                </c:pt>
                <c:pt idx="6200">
                  <c:v>13293.11</c:v>
                </c:pt>
                <c:pt idx="6201">
                  <c:v>13249.55</c:v>
                </c:pt>
                <c:pt idx="6202">
                  <c:v>13274.61</c:v>
                </c:pt>
                <c:pt idx="6203">
                  <c:v>13311.5</c:v>
                </c:pt>
                <c:pt idx="6204">
                  <c:v>13448.13</c:v>
                </c:pt>
                <c:pt idx="6205">
                  <c:v>13548.95</c:v>
                </c:pt>
                <c:pt idx="6206">
                  <c:v>12972.8</c:v>
                </c:pt>
                <c:pt idx="6207">
                  <c:v>12606.45</c:v>
                </c:pt>
                <c:pt idx="6208">
                  <c:v>12989.47</c:v>
                </c:pt>
                <c:pt idx="6209">
                  <c:v>12706.43</c:v>
                </c:pt>
                <c:pt idx="6210">
                  <c:v>12213.67</c:v>
                </c:pt>
                <c:pt idx="6211">
                  <c:v>12202.1</c:v>
                </c:pt>
                <c:pt idx="6212">
                  <c:v>12386.61</c:v>
                </c:pt>
                <c:pt idx="6213">
                  <c:v>12063.71</c:v>
                </c:pt>
                <c:pt idx="6214">
                  <c:v>12584.22</c:v>
                </c:pt>
                <c:pt idx="6215">
                  <c:v>12727.3</c:v>
                </c:pt>
                <c:pt idx="6216">
                  <c:v>12760.64</c:v>
                </c:pt>
                <c:pt idx="6217">
                  <c:v>12677.89</c:v>
                </c:pt>
                <c:pt idx="6218">
                  <c:v>12851.41</c:v>
                </c:pt>
                <c:pt idx="6219">
                  <c:v>12707.9</c:v>
                </c:pt>
                <c:pt idx="6220">
                  <c:v>12950.49</c:v>
                </c:pt>
                <c:pt idx="6221">
                  <c:v>12583.36</c:v>
                </c:pt>
                <c:pt idx="6222">
                  <c:v>12621.85</c:v>
                </c:pt>
                <c:pt idx="6223">
                  <c:v>13154.44</c:v>
                </c:pt>
                <c:pt idx="6224">
                  <c:v>13223.86</c:v>
                </c:pt>
                <c:pt idx="6225">
                  <c:v>13457.69</c:v>
                </c:pt>
                <c:pt idx="6226">
                  <c:v>13522.04</c:v>
                </c:pt>
                <c:pt idx="6227">
                  <c:v>13504.17</c:v>
                </c:pt>
                <c:pt idx="6228">
                  <c:v>13330.84</c:v>
                </c:pt>
                <c:pt idx="6229">
                  <c:v>13493.03</c:v>
                </c:pt>
                <c:pt idx="6230">
                  <c:v>13776.72</c:v>
                </c:pt>
                <c:pt idx="6231">
                  <c:v>14194.35</c:v>
                </c:pt>
                <c:pt idx="6232">
                  <c:v>14208.95</c:v>
                </c:pt>
                <c:pt idx="6233">
                  <c:v>14177.36</c:v>
                </c:pt>
                <c:pt idx="6234">
                  <c:v>14321.05</c:v>
                </c:pt>
                <c:pt idx="6235">
                  <c:v>14135.26</c:v>
                </c:pt>
                <c:pt idx="6236">
                  <c:v>13966.43</c:v>
                </c:pt>
                <c:pt idx="6237">
                  <c:v>14360.56</c:v>
                </c:pt>
                <c:pt idx="6238">
                  <c:v>14787.87</c:v>
                </c:pt>
                <c:pt idx="6239">
                  <c:v>14834.73</c:v>
                </c:pt>
                <c:pt idx="6240">
                  <c:v>15230.22</c:v>
                </c:pt>
                <c:pt idx="6241">
                  <c:v>15280.56</c:v>
                </c:pt>
                <c:pt idx="6242">
                  <c:v>15098.64</c:v>
                </c:pt>
                <c:pt idx="6243">
                  <c:v>15351.51</c:v>
                </c:pt>
                <c:pt idx="6244">
                  <c:v>15527.36</c:v>
                </c:pt>
                <c:pt idx="6245">
                  <c:v>15490.96</c:v>
                </c:pt>
                <c:pt idx="6246">
                  <c:v>15630.31</c:v>
                </c:pt>
                <c:pt idx="6247">
                  <c:v>15756.37</c:v>
                </c:pt>
                <c:pt idx="6248">
                  <c:v>15860.42</c:v>
                </c:pt>
                <c:pt idx="6249">
                  <c:v>15842.72</c:v>
                </c:pt>
                <c:pt idx="6250">
                  <c:v>15693.11</c:v>
                </c:pt>
                <c:pt idx="6251">
                  <c:v>15873.28</c:v>
                </c:pt>
                <c:pt idx="6252">
                  <c:v>15909.4</c:v>
                </c:pt>
                <c:pt idx="6253">
                  <c:v>16049.47</c:v>
                </c:pt>
                <c:pt idx="6254">
                  <c:v>15913.24</c:v>
                </c:pt>
                <c:pt idx="6255">
                  <c:v>15830.84</c:v>
                </c:pt>
                <c:pt idx="6256">
                  <c:v>16071.29</c:v>
                </c:pt>
                <c:pt idx="6257">
                  <c:v>16163.99</c:v>
                </c:pt>
                <c:pt idx="6258">
                  <c:v>16102.35</c:v>
                </c:pt>
                <c:pt idx="6259">
                  <c:v>15893.07</c:v>
                </c:pt>
                <c:pt idx="6260">
                  <c:v>16099.82</c:v>
                </c:pt>
                <c:pt idx="6261">
                  <c:v>16044.21</c:v>
                </c:pt>
                <c:pt idx="6262">
                  <c:v>16099.27</c:v>
                </c:pt>
                <c:pt idx="6263">
                  <c:v>15933.55</c:v>
                </c:pt>
                <c:pt idx="6264">
                  <c:v>15528.75</c:v>
                </c:pt>
                <c:pt idx="6265">
                  <c:v>15261.48</c:v>
                </c:pt>
                <c:pt idx="6266">
                  <c:v>15363.15</c:v>
                </c:pt>
                <c:pt idx="6267">
                  <c:v>15293.76</c:v>
                </c:pt>
                <c:pt idx="6268">
                  <c:v>15295.42</c:v>
                </c:pt>
                <c:pt idx="6269">
                  <c:v>15090.77</c:v>
                </c:pt>
                <c:pt idx="6270">
                  <c:v>15435.79</c:v>
                </c:pt>
                <c:pt idx="6271">
                  <c:v>15500.59</c:v>
                </c:pt>
                <c:pt idx="6272">
                  <c:v>15436.53</c:v>
                </c:pt>
                <c:pt idx="6273">
                  <c:v>15447.61</c:v>
                </c:pt>
                <c:pt idx="6274">
                  <c:v>15235.03</c:v>
                </c:pt>
                <c:pt idx="6275">
                  <c:v>14589.58</c:v>
                </c:pt>
                <c:pt idx="6276">
                  <c:v>14869.94</c:v>
                </c:pt>
                <c:pt idx="6277">
                  <c:v>15095.53</c:v>
                </c:pt>
                <c:pt idx="6278">
                  <c:v>14796.55</c:v>
                </c:pt>
                <c:pt idx="6279">
                  <c:v>14748.36</c:v>
                </c:pt>
                <c:pt idx="6280">
                  <c:v>14738.21</c:v>
                </c:pt>
                <c:pt idx="6281">
                  <c:v>14659.32</c:v>
                </c:pt>
                <c:pt idx="6282">
                  <c:v>14930.72</c:v>
                </c:pt>
                <c:pt idx="6283">
                  <c:v>15188.04</c:v>
                </c:pt>
                <c:pt idx="6284">
                  <c:v>15024.53</c:v>
                </c:pt>
                <c:pt idx="6285">
                  <c:v>14975.53</c:v>
                </c:pt>
                <c:pt idx="6286">
                  <c:v>15496.99</c:v>
                </c:pt>
                <c:pt idx="6287">
                  <c:v>15621.73</c:v>
                </c:pt>
                <c:pt idx="6288">
                  <c:v>15329.6</c:v>
                </c:pt>
                <c:pt idx="6289">
                  <c:v>15408.54</c:v>
                </c:pt>
                <c:pt idx="6290">
                  <c:v>15189.33</c:v>
                </c:pt>
                <c:pt idx="6291">
                  <c:v>15011.52</c:v>
                </c:pt>
                <c:pt idx="6292">
                  <c:v>15098.95</c:v>
                </c:pt>
                <c:pt idx="6293">
                  <c:v>14573.21</c:v>
                </c:pt>
                <c:pt idx="6294">
                  <c:v>14559.24</c:v>
                </c:pt>
                <c:pt idx="6295">
                  <c:v>14441.43</c:v>
                </c:pt>
                <c:pt idx="6296">
                  <c:v>13984.39</c:v>
                </c:pt>
                <c:pt idx="6297">
                  <c:v>14169.06</c:v>
                </c:pt>
                <c:pt idx="6298">
                  <c:v>14566.22</c:v>
                </c:pt>
                <c:pt idx="6299">
                  <c:v>14602.76</c:v>
                </c:pt>
                <c:pt idx="6300">
                  <c:v>14376.9</c:v>
                </c:pt>
                <c:pt idx="6301">
                  <c:v>14563.51</c:v>
                </c:pt>
                <c:pt idx="6302">
                  <c:v>14772.51</c:v>
                </c:pt>
                <c:pt idx="6303">
                  <c:v>15188.3</c:v>
                </c:pt>
                <c:pt idx="6304">
                  <c:v>15346.66</c:v>
                </c:pt>
                <c:pt idx="6305">
                  <c:v>15180.85</c:v>
                </c:pt>
                <c:pt idx="6306">
                  <c:v>15298.35</c:v>
                </c:pt>
                <c:pt idx="6307">
                  <c:v>15127.4</c:v>
                </c:pt>
                <c:pt idx="6308">
                  <c:v>15177.52</c:v>
                </c:pt>
                <c:pt idx="6309">
                  <c:v>14815.69</c:v>
                </c:pt>
                <c:pt idx="6310">
                  <c:v>15389.39</c:v>
                </c:pt>
                <c:pt idx="6311">
                  <c:v>15504.8</c:v>
                </c:pt>
                <c:pt idx="6312">
                  <c:v>15654.13</c:v>
                </c:pt>
                <c:pt idx="6313">
                  <c:v>15820.79</c:v>
                </c:pt>
                <c:pt idx="6314">
                  <c:v>15671.15</c:v>
                </c:pt>
                <c:pt idx="6315">
                  <c:v>15594.12</c:v>
                </c:pt>
                <c:pt idx="6316">
                  <c:v>15291.54</c:v>
                </c:pt>
                <c:pt idx="6317">
                  <c:v>15349.01</c:v>
                </c:pt>
                <c:pt idx="6318">
                  <c:v>14895.34</c:v>
                </c:pt>
                <c:pt idx="6319">
                  <c:v>14799.9</c:v>
                </c:pt>
                <c:pt idx="6320">
                  <c:v>14902.46</c:v>
                </c:pt>
                <c:pt idx="6321">
                  <c:v>14996.24</c:v>
                </c:pt>
                <c:pt idx="6322">
                  <c:v>15061.14</c:v>
                </c:pt>
                <c:pt idx="6323">
                  <c:v>14925.93</c:v>
                </c:pt>
                <c:pt idx="6324">
                  <c:v>15102.36</c:v>
                </c:pt>
                <c:pt idx="6325">
                  <c:v>15044.53</c:v>
                </c:pt>
                <c:pt idx="6326">
                  <c:v>14422.52</c:v>
                </c:pt>
                <c:pt idx="6327">
                  <c:v>14458.52</c:v>
                </c:pt>
                <c:pt idx="6328">
                  <c:v>14873.43</c:v>
                </c:pt>
                <c:pt idx="6329">
                  <c:v>14973.4</c:v>
                </c:pt>
                <c:pt idx="6330">
                  <c:v>14680.5</c:v>
                </c:pt>
                <c:pt idx="6331">
                  <c:v>15074.8</c:v>
                </c:pt>
                <c:pt idx="6332">
                  <c:v>15127</c:v>
                </c:pt>
                <c:pt idx="6333">
                  <c:v>15554.11</c:v>
                </c:pt>
                <c:pt idx="6334">
                  <c:v>15693.5</c:v>
                </c:pt>
                <c:pt idx="6335">
                  <c:v>16184.68</c:v>
                </c:pt>
                <c:pt idx="6336">
                  <c:v>15878.89</c:v>
                </c:pt>
                <c:pt idx="6337">
                  <c:v>15725.96</c:v>
                </c:pt>
                <c:pt idx="6338">
                  <c:v>15648.98</c:v>
                </c:pt>
                <c:pt idx="6339">
                  <c:v>15415.75</c:v>
                </c:pt>
                <c:pt idx="6340">
                  <c:v>15444.13</c:v>
                </c:pt>
                <c:pt idx="6341">
                  <c:v>15290.85</c:v>
                </c:pt>
                <c:pt idx="6342">
                  <c:v>15428.95</c:v>
                </c:pt>
                <c:pt idx="6343">
                  <c:v>14612.88</c:v>
                </c:pt>
                <c:pt idx="6344">
                  <c:v>15164.45</c:v>
                </c:pt>
                <c:pt idx="6345">
                  <c:v>15665.62</c:v>
                </c:pt>
                <c:pt idx="6346">
                  <c:v>15677.2</c:v>
                </c:pt>
                <c:pt idx="6347">
                  <c:v>15560.16</c:v>
                </c:pt>
                <c:pt idx="6348">
                  <c:v>16249.53</c:v>
                </c:pt>
                <c:pt idx="6349">
                  <c:v>16395.43</c:v>
                </c:pt>
                <c:pt idx="6350">
                  <c:v>16629.78</c:v>
                </c:pt>
                <c:pt idx="6351">
                  <c:v>17007.98</c:v>
                </c:pt>
                <c:pt idx="6352">
                  <c:v>17275.45</c:v>
                </c:pt>
                <c:pt idx="6353">
                  <c:v>17431.95</c:v>
                </c:pt>
                <c:pt idx="6354">
                  <c:v>17605.23</c:v>
                </c:pt>
                <c:pt idx="6355">
                  <c:v>17595.22</c:v>
                </c:pt>
                <c:pt idx="6356">
                  <c:v>17726.169999999998</c:v>
                </c:pt>
                <c:pt idx="6357">
                  <c:v>17333.61</c:v>
                </c:pt>
                <c:pt idx="6358">
                  <c:v>17097.509999999998</c:v>
                </c:pt>
                <c:pt idx="6359">
                  <c:v>17095.88</c:v>
                </c:pt>
                <c:pt idx="6360">
                  <c:v>17240.11</c:v>
                </c:pt>
                <c:pt idx="6361">
                  <c:v>17019.759999999998</c:v>
                </c:pt>
                <c:pt idx="6362">
                  <c:v>17236.740000000002</c:v>
                </c:pt>
                <c:pt idx="6363">
                  <c:v>17439.7</c:v>
                </c:pt>
                <c:pt idx="6364">
                  <c:v>17427.400000000001</c:v>
                </c:pt>
                <c:pt idx="6365">
                  <c:v>17668.28</c:v>
                </c:pt>
                <c:pt idx="6366">
                  <c:v>17501.48</c:v>
                </c:pt>
                <c:pt idx="6367">
                  <c:v>17440</c:v>
                </c:pt>
                <c:pt idx="6368">
                  <c:v>17622.009999999998</c:v>
                </c:pt>
                <c:pt idx="6369">
                  <c:v>17734.150000000001</c:v>
                </c:pt>
                <c:pt idx="6370">
                  <c:v>17463.53</c:v>
                </c:pt>
                <c:pt idx="6371">
                  <c:v>16998.060000000001</c:v>
                </c:pt>
                <c:pt idx="6372">
                  <c:v>17214.419999999998</c:v>
                </c:pt>
                <c:pt idx="6373">
                  <c:v>17333.21</c:v>
                </c:pt>
                <c:pt idx="6374">
                  <c:v>17181.990000000002</c:v>
                </c:pt>
                <c:pt idx="6375">
                  <c:v>17211.84</c:v>
                </c:pt>
                <c:pt idx="6376">
                  <c:v>17727.25</c:v>
                </c:pt>
                <c:pt idx="6377">
                  <c:v>17425.7</c:v>
                </c:pt>
                <c:pt idx="6378">
                  <c:v>17274.28</c:v>
                </c:pt>
                <c:pt idx="6379">
                  <c:v>17277.39</c:v>
                </c:pt>
                <c:pt idx="6380">
                  <c:v>16897.45</c:v>
                </c:pt>
                <c:pt idx="6381">
                  <c:v>16840.98</c:v>
                </c:pt>
                <c:pt idx="6382">
                  <c:v>17183.93</c:v>
                </c:pt>
                <c:pt idx="6383">
                  <c:v>17450.09</c:v>
                </c:pt>
                <c:pt idx="6384">
                  <c:v>17620.23</c:v>
                </c:pt>
                <c:pt idx="6385">
                  <c:v>17375.34</c:v>
                </c:pt>
                <c:pt idx="6386">
                  <c:v>17659.689999999999</c:v>
                </c:pt>
                <c:pt idx="6387">
                  <c:v>17920.86</c:v>
                </c:pt>
                <c:pt idx="6388">
                  <c:v>17758.509999999998</c:v>
                </c:pt>
                <c:pt idx="6389">
                  <c:v>17710.07</c:v>
                </c:pt>
                <c:pt idx="6390">
                  <c:v>17440.830000000002</c:v>
                </c:pt>
                <c:pt idx="6391">
                  <c:v>17834.78</c:v>
                </c:pt>
                <c:pt idx="6392">
                  <c:v>17586.16</c:v>
                </c:pt>
                <c:pt idx="6393">
                  <c:v>17449.5</c:v>
                </c:pt>
                <c:pt idx="6394">
                  <c:v>17552.259999999998</c:v>
                </c:pt>
                <c:pt idx="6395">
                  <c:v>17359.66</c:v>
                </c:pt>
                <c:pt idx="6396">
                  <c:v>17238.669999999998</c:v>
                </c:pt>
                <c:pt idx="6397">
                  <c:v>16829.96</c:v>
                </c:pt>
                <c:pt idx="6398">
                  <c:v>16489.59</c:v>
                </c:pt>
                <c:pt idx="6399">
                  <c:v>16474.27</c:v>
                </c:pt>
                <c:pt idx="6400">
                  <c:v>16235.76</c:v>
                </c:pt>
                <c:pt idx="6401">
                  <c:v>16124.97</c:v>
                </c:pt>
                <c:pt idx="6402">
                  <c:v>16155.78</c:v>
                </c:pt>
                <c:pt idx="6403">
                  <c:v>16286.8</c:v>
                </c:pt>
                <c:pt idx="6404">
                  <c:v>16438.419999999998</c:v>
                </c:pt>
                <c:pt idx="6405">
                  <c:v>16155.77</c:v>
                </c:pt>
                <c:pt idx="6406">
                  <c:v>15978.91</c:v>
                </c:pt>
                <c:pt idx="6407">
                  <c:v>15738.08</c:v>
                </c:pt>
                <c:pt idx="6408">
                  <c:v>15952.36</c:v>
                </c:pt>
                <c:pt idx="6409">
                  <c:v>16238.14</c:v>
                </c:pt>
                <c:pt idx="6410">
                  <c:v>16086.74</c:v>
                </c:pt>
                <c:pt idx="6411">
                  <c:v>16267.47</c:v>
                </c:pt>
                <c:pt idx="6412">
                  <c:v>16434.38</c:v>
                </c:pt>
                <c:pt idx="6413">
                  <c:v>16080.34</c:v>
                </c:pt>
                <c:pt idx="6414">
                  <c:v>15857.07</c:v>
                </c:pt>
                <c:pt idx="6415">
                  <c:v>15692.94</c:v>
                </c:pt>
                <c:pt idx="6416">
                  <c:v>16055.05</c:v>
                </c:pt>
                <c:pt idx="6417">
                  <c:v>16120.26</c:v>
                </c:pt>
                <c:pt idx="6418">
                  <c:v>15876.93</c:v>
                </c:pt>
                <c:pt idx="6419">
                  <c:v>15900.06</c:v>
                </c:pt>
                <c:pt idx="6420">
                  <c:v>15861.68</c:v>
                </c:pt>
                <c:pt idx="6421">
                  <c:v>15284.1</c:v>
                </c:pt>
                <c:pt idx="6422">
                  <c:v>14941.19</c:v>
                </c:pt>
                <c:pt idx="6423">
                  <c:v>14713.86</c:v>
                </c:pt>
                <c:pt idx="6424">
                  <c:v>13990.9</c:v>
                </c:pt>
                <c:pt idx="6425">
                  <c:v>13975.07</c:v>
                </c:pt>
                <c:pt idx="6426">
                  <c:v>13722.7</c:v>
                </c:pt>
                <c:pt idx="6427">
                  <c:v>13921.06</c:v>
                </c:pt>
                <c:pt idx="6428">
                  <c:v>13933.98</c:v>
                </c:pt>
                <c:pt idx="6429">
                  <c:v>14257.18</c:v>
                </c:pt>
                <c:pt idx="6430">
                  <c:v>14140.73</c:v>
                </c:pt>
                <c:pt idx="6431">
                  <c:v>14478.26</c:v>
                </c:pt>
                <c:pt idx="6432">
                  <c:v>14322.6</c:v>
                </c:pt>
                <c:pt idx="6433">
                  <c:v>14827.81</c:v>
                </c:pt>
                <c:pt idx="6434">
                  <c:v>15160.29</c:v>
                </c:pt>
                <c:pt idx="6435">
                  <c:v>14881.3</c:v>
                </c:pt>
                <c:pt idx="6436">
                  <c:v>15111.94</c:v>
                </c:pt>
                <c:pt idx="6437">
                  <c:v>14492.92</c:v>
                </c:pt>
                <c:pt idx="6438">
                  <c:v>14776.9</c:v>
                </c:pt>
                <c:pt idx="6439">
                  <c:v>14901</c:v>
                </c:pt>
                <c:pt idx="6440">
                  <c:v>15268.64</c:v>
                </c:pt>
                <c:pt idx="6441">
                  <c:v>15314.07</c:v>
                </c:pt>
                <c:pt idx="6442">
                  <c:v>15577.47</c:v>
                </c:pt>
                <c:pt idx="6443">
                  <c:v>15817.76</c:v>
                </c:pt>
                <c:pt idx="6444">
                  <c:v>15519.3</c:v>
                </c:pt>
                <c:pt idx="6445">
                  <c:v>15192.87</c:v>
                </c:pt>
              </c:numCache>
            </c:numRef>
          </c:val>
          <c:smooth val="1"/>
          <c:extLst>
            <c:ext xmlns:c16="http://schemas.microsoft.com/office/drawing/2014/chart" uri="{C3380CC4-5D6E-409C-BE32-E72D297353CC}">
              <c16:uniqueId val="{00000000-A974-4BC5-BD2F-C544083797D3}"/>
            </c:ext>
          </c:extLst>
        </c:ser>
        <c:dLbls>
          <c:showLegendKey val="0"/>
          <c:showVal val="0"/>
          <c:showCatName val="0"/>
          <c:showSerName val="0"/>
          <c:showPercent val="0"/>
          <c:showBubbleSize val="0"/>
        </c:dLbls>
        <c:marker val="1"/>
        <c:smooth val="0"/>
        <c:axId val="2000002112"/>
        <c:axId val="2000002113"/>
      </c:lineChart>
      <c:lineChart>
        <c:grouping val="standard"/>
        <c:varyColors val="0"/>
        <c:ser>
          <c:idx val="2"/>
          <c:order val="1"/>
          <c:tx>
            <c:strRef>
              <c:f>'图1 恒生指数eps (3)'!$L$3</c:f>
              <c:strCache>
                <c:ptCount val="1"/>
                <c:pt idx="0">
                  <c:v>EPS TTM：恒生指数（港元/股，右轴）</c:v>
                </c:pt>
              </c:strCache>
            </c:strRef>
          </c:tx>
          <c:spPr>
            <a:ln w="25400">
              <a:solidFill>
                <a:srgbClr val="2C3160"/>
              </a:solidFill>
              <a:prstDash val="solid"/>
            </a:ln>
          </c:spPr>
          <c:marker>
            <c:symbol val="none"/>
          </c:marker>
          <c:cat>
            <c:numRef>
              <c:f>'图1 恒生指数eps (3)'!$I$10:$I$6455</c:f>
              <c:numCache>
                <c:formatCode>yyyy\-mm\-dd</c:formatCode>
                <c:ptCount val="6446"/>
                <c:pt idx="0">
                  <c:v>46199</c:v>
                </c:pt>
                <c:pt idx="1">
                  <c:v>46198</c:v>
                </c:pt>
                <c:pt idx="2">
                  <c:v>46197</c:v>
                </c:pt>
                <c:pt idx="3">
                  <c:v>46196</c:v>
                </c:pt>
                <c:pt idx="4">
                  <c:v>46195</c:v>
                </c:pt>
                <c:pt idx="5">
                  <c:v>46191</c:v>
                </c:pt>
                <c:pt idx="6">
                  <c:v>46190</c:v>
                </c:pt>
                <c:pt idx="7">
                  <c:v>46189</c:v>
                </c:pt>
                <c:pt idx="8">
                  <c:v>46188</c:v>
                </c:pt>
                <c:pt idx="9">
                  <c:v>46185</c:v>
                </c:pt>
                <c:pt idx="10">
                  <c:v>46184</c:v>
                </c:pt>
                <c:pt idx="11">
                  <c:v>46183</c:v>
                </c:pt>
                <c:pt idx="12">
                  <c:v>46182</c:v>
                </c:pt>
                <c:pt idx="13">
                  <c:v>46181</c:v>
                </c:pt>
                <c:pt idx="14">
                  <c:v>46178</c:v>
                </c:pt>
                <c:pt idx="15">
                  <c:v>46177</c:v>
                </c:pt>
                <c:pt idx="16">
                  <c:v>46176</c:v>
                </c:pt>
                <c:pt idx="17">
                  <c:v>46175</c:v>
                </c:pt>
                <c:pt idx="18">
                  <c:v>46174</c:v>
                </c:pt>
                <c:pt idx="19">
                  <c:v>46171</c:v>
                </c:pt>
                <c:pt idx="20">
                  <c:v>46170</c:v>
                </c:pt>
                <c:pt idx="21">
                  <c:v>46169</c:v>
                </c:pt>
                <c:pt idx="22">
                  <c:v>46168</c:v>
                </c:pt>
                <c:pt idx="23">
                  <c:v>46164</c:v>
                </c:pt>
                <c:pt idx="24">
                  <c:v>46163</c:v>
                </c:pt>
                <c:pt idx="25">
                  <c:v>46162</c:v>
                </c:pt>
                <c:pt idx="26">
                  <c:v>46161</c:v>
                </c:pt>
                <c:pt idx="27">
                  <c:v>46160</c:v>
                </c:pt>
                <c:pt idx="28">
                  <c:v>46157</c:v>
                </c:pt>
                <c:pt idx="29">
                  <c:v>46156</c:v>
                </c:pt>
                <c:pt idx="30">
                  <c:v>46155</c:v>
                </c:pt>
                <c:pt idx="31">
                  <c:v>46154</c:v>
                </c:pt>
                <c:pt idx="32">
                  <c:v>46153</c:v>
                </c:pt>
                <c:pt idx="33">
                  <c:v>46150</c:v>
                </c:pt>
                <c:pt idx="34">
                  <c:v>46149</c:v>
                </c:pt>
                <c:pt idx="35">
                  <c:v>46148</c:v>
                </c:pt>
                <c:pt idx="36">
                  <c:v>46147</c:v>
                </c:pt>
                <c:pt idx="37">
                  <c:v>46146</c:v>
                </c:pt>
                <c:pt idx="38">
                  <c:v>46142</c:v>
                </c:pt>
                <c:pt idx="39">
                  <c:v>46141</c:v>
                </c:pt>
                <c:pt idx="40">
                  <c:v>46140</c:v>
                </c:pt>
                <c:pt idx="41">
                  <c:v>46139</c:v>
                </c:pt>
                <c:pt idx="42">
                  <c:v>46136</c:v>
                </c:pt>
                <c:pt idx="43">
                  <c:v>46135</c:v>
                </c:pt>
                <c:pt idx="44">
                  <c:v>46134</c:v>
                </c:pt>
                <c:pt idx="45">
                  <c:v>46133</c:v>
                </c:pt>
                <c:pt idx="46">
                  <c:v>46132</c:v>
                </c:pt>
                <c:pt idx="47">
                  <c:v>46129</c:v>
                </c:pt>
                <c:pt idx="48">
                  <c:v>46128</c:v>
                </c:pt>
                <c:pt idx="49">
                  <c:v>46127</c:v>
                </c:pt>
                <c:pt idx="50">
                  <c:v>46126</c:v>
                </c:pt>
                <c:pt idx="51">
                  <c:v>46125</c:v>
                </c:pt>
                <c:pt idx="52">
                  <c:v>46122</c:v>
                </c:pt>
                <c:pt idx="53">
                  <c:v>46121</c:v>
                </c:pt>
                <c:pt idx="54">
                  <c:v>46120</c:v>
                </c:pt>
                <c:pt idx="55">
                  <c:v>46114</c:v>
                </c:pt>
                <c:pt idx="56">
                  <c:v>46113</c:v>
                </c:pt>
                <c:pt idx="57">
                  <c:v>46112</c:v>
                </c:pt>
                <c:pt idx="58">
                  <c:v>46111</c:v>
                </c:pt>
                <c:pt idx="59">
                  <c:v>46108</c:v>
                </c:pt>
                <c:pt idx="60">
                  <c:v>46107</c:v>
                </c:pt>
                <c:pt idx="61">
                  <c:v>46106</c:v>
                </c:pt>
                <c:pt idx="62">
                  <c:v>46105</c:v>
                </c:pt>
                <c:pt idx="63">
                  <c:v>46104</c:v>
                </c:pt>
                <c:pt idx="64">
                  <c:v>46101</c:v>
                </c:pt>
                <c:pt idx="65">
                  <c:v>46100</c:v>
                </c:pt>
                <c:pt idx="66">
                  <c:v>46099</c:v>
                </c:pt>
                <c:pt idx="67">
                  <c:v>46098</c:v>
                </c:pt>
                <c:pt idx="68">
                  <c:v>46097</c:v>
                </c:pt>
                <c:pt idx="69">
                  <c:v>46094</c:v>
                </c:pt>
                <c:pt idx="70">
                  <c:v>46093</c:v>
                </c:pt>
                <c:pt idx="71">
                  <c:v>46092</c:v>
                </c:pt>
                <c:pt idx="72">
                  <c:v>46091</c:v>
                </c:pt>
                <c:pt idx="73">
                  <c:v>46090</c:v>
                </c:pt>
                <c:pt idx="74">
                  <c:v>46087</c:v>
                </c:pt>
                <c:pt idx="75">
                  <c:v>46086</c:v>
                </c:pt>
                <c:pt idx="76">
                  <c:v>46085</c:v>
                </c:pt>
                <c:pt idx="77">
                  <c:v>46084</c:v>
                </c:pt>
                <c:pt idx="78">
                  <c:v>46083</c:v>
                </c:pt>
                <c:pt idx="79">
                  <c:v>46080</c:v>
                </c:pt>
                <c:pt idx="80">
                  <c:v>46079</c:v>
                </c:pt>
                <c:pt idx="81">
                  <c:v>46078</c:v>
                </c:pt>
                <c:pt idx="82">
                  <c:v>46077</c:v>
                </c:pt>
                <c:pt idx="83">
                  <c:v>46076</c:v>
                </c:pt>
                <c:pt idx="84">
                  <c:v>46073</c:v>
                </c:pt>
                <c:pt idx="85">
                  <c:v>46069</c:v>
                </c:pt>
                <c:pt idx="86">
                  <c:v>46066</c:v>
                </c:pt>
                <c:pt idx="87">
                  <c:v>46065</c:v>
                </c:pt>
                <c:pt idx="88">
                  <c:v>46064</c:v>
                </c:pt>
                <c:pt idx="89">
                  <c:v>46063</c:v>
                </c:pt>
                <c:pt idx="90">
                  <c:v>46062</c:v>
                </c:pt>
                <c:pt idx="91">
                  <c:v>46059</c:v>
                </c:pt>
                <c:pt idx="92">
                  <c:v>46058</c:v>
                </c:pt>
                <c:pt idx="93">
                  <c:v>46057</c:v>
                </c:pt>
                <c:pt idx="94">
                  <c:v>46056</c:v>
                </c:pt>
                <c:pt idx="95">
                  <c:v>46055</c:v>
                </c:pt>
                <c:pt idx="96">
                  <c:v>46052</c:v>
                </c:pt>
                <c:pt idx="97">
                  <c:v>46051</c:v>
                </c:pt>
                <c:pt idx="98">
                  <c:v>46050</c:v>
                </c:pt>
                <c:pt idx="99">
                  <c:v>46049</c:v>
                </c:pt>
                <c:pt idx="100">
                  <c:v>46048</c:v>
                </c:pt>
                <c:pt idx="101">
                  <c:v>46045</c:v>
                </c:pt>
                <c:pt idx="102">
                  <c:v>46044</c:v>
                </c:pt>
                <c:pt idx="103">
                  <c:v>46043</c:v>
                </c:pt>
                <c:pt idx="104">
                  <c:v>46042</c:v>
                </c:pt>
                <c:pt idx="105">
                  <c:v>46041</c:v>
                </c:pt>
                <c:pt idx="106">
                  <c:v>46038</c:v>
                </c:pt>
                <c:pt idx="107">
                  <c:v>46037</c:v>
                </c:pt>
                <c:pt idx="108">
                  <c:v>46036</c:v>
                </c:pt>
                <c:pt idx="109">
                  <c:v>46035</c:v>
                </c:pt>
                <c:pt idx="110">
                  <c:v>46034</c:v>
                </c:pt>
                <c:pt idx="111">
                  <c:v>46031</c:v>
                </c:pt>
                <c:pt idx="112">
                  <c:v>46030</c:v>
                </c:pt>
                <c:pt idx="113">
                  <c:v>46029</c:v>
                </c:pt>
                <c:pt idx="114">
                  <c:v>46028</c:v>
                </c:pt>
                <c:pt idx="115">
                  <c:v>46027</c:v>
                </c:pt>
                <c:pt idx="116">
                  <c:v>46024</c:v>
                </c:pt>
                <c:pt idx="117">
                  <c:v>46022</c:v>
                </c:pt>
                <c:pt idx="118">
                  <c:v>46021</c:v>
                </c:pt>
                <c:pt idx="119">
                  <c:v>46020</c:v>
                </c:pt>
                <c:pt idx="120">
                  <c:v>46015</c:v>
                </c:pt>
                <c:pt idx="121">
                  <c:v>46014</c:v>
                </c:pt>
                <c:pt idx="122">
                  <c:v>46013</c:v>
                </c:pt>
                <c:pt idx="123">
                  <c:v>46010</c:v>
                </c:pt>
                <c:pt idx="124">
                  <c:v>46009</c:v>
                </c:pt>
                <c:pt idx="125">
                  <c:v>46008</c:v>
                </c:pt>
                <c:pt idx="126">
                  <c:v>46007</c:v>
                </c:pt>
                <c:pt idx="127">
                  <c:v>46006</c:v>
                </c:pt>
                <c:pt idx="128">
                  <c:v>46003</c:v>
                </c:pt>
                <c:pt idx="129">
                  <c:v>46002</c:v>
                </c:pt>
                <c:pt idx="130">
                  <c:v>46001</c:v>
                </c:pt>
                <c:pt idx="131">
                  <c:v>46000</c:v>
                </c:pt>
                <c:pt idx="132">
                  <c:v>45999</c:v>
                </c:pt>
                <c:pt idx="133">
                  <c:v>45996</c:v>
                </c:pt>
                <c:pt idx="134">
                  <c:v>45995</c:v>
                </c:pt>
                <c:pt idx="135">
                  <c:v>45994</c:v>
                </c:pt>
                <c:pt idx="136">
                  <c:v>45993</c:v>
                </c:pt>
                <c:pt idx="137">
                  <c:v>45992</c:v>
                </c:pt>
                <c:pt idx="138">
                  <c:v>45989</c:v>
                </c:pt>
                <c:pt idx="139">
                  <c:v>45988</c:v>
                </c:pt>
                <c:pt idx="140">
                  <c:v>45987</c:v>
                </c:pt>
                <c:pt idx="141">
                  <c:v>45986</c:v>
                </c:pt>
                <c:pt idx="142">
                  <c:v>45985</c:v>
                </c:pt>
                <c:pt idx="143">
                  <c:v>45982</c:v>
                </c:pt>
                <c:pt idx="144">
                  <c:v>45981</c:v>
                </c:pt>
                <c:pt idx="145">
                  <c:v>45980</c:v>
                </c:pt>
                <c:pt idx="146">
                  <c:v>45979</c:v>
                </c:pt>
                <c:pt idx="147">
                  <c:v>45978</c:v>
                </c:pt>
                <c:pt idx="148">
                  <c:v>45975</c:v>
                </c:pt>
                <c:pt idx="149">
                  <c:v>45974</c:v>
                </c:pt>
                <c:pt idx="150">
                  <c:v>45973</c:v>
                </c:pt>
                <c:pt idx="151">
                  <c:v>45972</c:v>
                </c:pt>
                <c:pt idx="152">
                  <c:v>45971</c:v>
                </c:pt>
                <c:pt idx="153">
                  <c:v>45968</c:v>
                </c:pt>
                <c:pt idx="154">
                  <c:v>45967</c:v>
                </c:pt>
                <c:pt idx="155">
                  <c:v>45966</c:v>
                </c:pt>
                <c:pt idx="156">
                  <c:v>45965</c:v>
                </c:pt>
                <c:pt idx="157">
                  <c:v>45964</c:v>
                </c:pt>
                <c:pt idx="158">
                  <c:v>45961</c:v>
                </c:pt>
                <c:pt idx="159">
                  <c:v>45960</c:v>
                </c:pt>
                <c:pt idx="160">
                  <c:v>45958</c:v>
                </c:pt>
                <c:pt idx="161">
                  <c:v>45957</c:v>
                </c:pt>
                <c:pt idx="162">
                  <c:v>45954</c:v>
                </c:pt>
                <c:pt idx="163">
                  <c:v>45953</c:v>
                </c:pt>
                <c:pt idx="164">
                  <c:v>45952</c:v>
                </c:pt>
                <c:pt idx="165">
                  <c:v>45951</c:v>
                </c:pt>
                <c:pt idx="166">
                  <c:v>45950</c:v>
                </c:pt>
                <c:pt idx="167">
                  <c:v>45947</c:v>
                </c:pt>
                <c:pt idx="168">
                  <c:v>45946</c:v>
                </c:pt>
                <c:pt idx="169">
                  <c:v>45945</c:v>
                </c:pt>
                <c:pt idx="170">
                  <c:v>45944</c:v>
                </c:pt>
                <c:pt idx="171">
                  <c:v>45943</c:v>
                </c:pt>
                <c:pt idx="172">
                  <c:v>45940</c:v>
                </c:pt>
                <c:pt idx="173">
                  <c:v>45939</c:v>
                </c:pt>
                <c:pt idx="174">
                  <c:v>45938</c:v>
                </c:pt>
                <c:pt idx="175">
                  <c:v>45936</c:v>
                </c:pt>
                <c:pt idx="176">
                  <c:v>45933</c:v>
                </c:pt>
                <c:pt idx="177">
                  <c:v>45932</c:v>
                </c:pt>
                <c:pt idx="178">
                  <c:v>45930</c:v>
                </c:pt>
                <c:pt idx="179">
                  <c:v>45929</c:v>
                </c:pt>
                <c:pt idx="180">
                  <c:v>45926</c:v>
                </c:pt>
                <c:pt idx="181">
                  <c:v>45925</c:v>
                </c:pt>
                <c:pt idx="182">
                  <c:v>45924</c:v>
                </c:pt>
                <c:pt idx="183">
                  <c:v>45923</c:v>
                </c:pt>
                <c:pt idx="184">
                  <c:v>45922</c:v>
                </c:pt>
                <c:pt idx="185">
                  <c:v>45919</c:v>
                </c:pt>
                <c:pt idx="186">
                  <c:v>45918</c:v>
                </c:pt>
                <c:pt idx="187">
                  <c:v>45917</c:v>
                </c:pt>
                <c:pt idx="188">
                  <c:v>45916</c:v>
                </c:pt>
                <c:pt idx="189">
                  <c:v>45915</c:v>
                </c:pt>
                <c:pt idx="190">
                  <c:v>45912</c:v>
                </c:pt>
                <c:pt idx="191">
                  <c:v>45911</c:v>
                </c:pt>
                <c:pt idx="192">
                  <c:v>45910</c:v>
                </c:pt>
                <c:pt idx="193">
                  <c:v>45909</c:v>
                </c:pt>
                <c:pt idx="194">
                  <c:v>45908</c:v>
                </c:pt>
                <c:pt idx="195">
                  <c:v>45905</c:v>
                </c:pt>
                <c:pt idx="196">
                  <c:v>45904</c:v>
                </c:pt>
                <c:pt idx="197">
                  <c:v>45903</c:v>
                </c:pt>
                <c:pt idx="198">
                  <c:v>45902</c:v>
                </c:pt>
                <c:pt idx="199">
                  <c:v>45901</c:v>
                </c:pt>
                <c:pt idx="200">
                  <c:v>45898</c:v>
                </c:pt>
                <c:pt idx="201">
                  <c:v>45897</c:v>
                </c:pt>
                <c:pt idx="202">
                  <c:v>45896</c:v>
                </c:pt>
                <c:pt idx="203">
                  <c:v>45895</c:v>
                </c:pt>
                <c:pt idx="204">
                  <c:v>45894</c:v>
                </c:pt>
                <c:pt idx="205">
                  <c:v>45891</c:v>
                </c:pt>
                <c:pt idx="206">
                  <c:v>45890</c:v>
                </c:pt>
                <c:pt idx="207">
                  <c:v>45889</c:v>
                </c:pt>
                <c:pt idx="208">
                  <c:v>45888</c:v>
                </c:pt>
                <c:pt idx="209">
                  <c:v>45887</c:v>
                </c:pt>
                <c:pt idx="210">
                  <c:v>45884</c:v>
                </c:pt>
                <c:pt idx="211">
                  <c:v>45883</c:v>
                </c:pt>
                <c:pt idx="212">
                  <c:v>45882</c:v>
                </c:pt>
                <c:pt idx="213">
                  <c:v>45881</c:v>
                </c:pt>
                <c:pt idx="214">
                  <c:v>45880</c:v>
                </c:pt>
                <c:pt idx="215">
                  <c:v>45877</c:v>
                </c:pt>
                <c:pt idx="216">
                  <c:v>45876</c:v>
                </c:pt>
                <c:pt idx="217">
                  <c:v>45875</c:v>
                </c:pt>
                <c:pt idx="218">
                  <c:v>45874</c:v>
                </c:pt>
                <c:pt idx="219">
                  <c:v>45873</c:v>
                </c:pt>
                <c:pt idx="220">
                  <c:v>45870</c:v>
                </c:pt>
                <c:pt idx="221">
                  <c:v>45869</c:v>
                </c:pt>
                <c:pt idx="222">
                  <c:v>45868</c:v>
                </c:pt>
                <c:pt idx="223">
                  <c:v>45867</c:v>
                </c:pt>
                <c:pt idx="224">
                  <c:v>45866</c:v>
                </c:pt>
                <c:pt idx="225">
                  <c:v>45863</c:v>
                </c:pt>
                <c:pt idx="226">
                  <c:v>45862</c:v>
                </c:pt>
                <c:pt idx="227">
                  <c:v>45861</c:v>
                </c:pt>
                <c:pt idx="228">
                  <c:v>45860</c:v>
                </c:pt>
                <c:pt idx="229">
                  <c:v>45859</c:v>
                </c:pt>
                <c:pt idx="230">
                  <c:v>45856</c:v>
                </c:pt>
                <c:pt idx="231">
                  <c:v>45855</c:v>
                </c:pt>
                <c:pt idx="232">
                  <c:v>45854</c:v>
                </c:pt>
                <c:pt idx="233">
                  <c:v>45853</c:v>
                </c:pt>
                <c:pt idx="234">
                  <c:v>45852</c:v>
                </c:pt>
                <c:pt idx="235">
                  <c:v>45849</c:v>
                </c:pt>
                <c:pt idx="236">
                  <c:v>45848</c:v>
                </c:pt>
                <c:pt idx="237">
                  <c:v>45847</c:v>
                </c:pt>
                <c:pt idx="238">
                  <c:v>45846</c:v>
                </c:pt>
                <c:pt idx="239">
                  <c:v>45845</c:v>
                </c:pt>
                <c:pt idx="240">
                  <c:v>45842</c:v>
                </c:pt>
                <c:pt idx="241">
                  <c:v>45841</c:v>
                </c:pt>
                <c:pt idx="242">
                  <c:v>45840</c:v>
                </c:pt>
                <c:pt idx="243">
                  <c:v>45838</c:v>
                </c:pt>
                <c:pt idx="244">
                  <c:v>45835</c:v>
                </c:pt>
                <c:pt idx="245">
                  <c:v>45834</c:v>
                </c:pt>
                <c:pt idx="246">
                  <c:v>45833</c:v>
                </c:pt>
                <c:pt idx="247">
                  <c:v>45832</c:v>
                </c:pt>
                <c:pt idx="248">
                  <c:v>45831</c:v>
                </c:pt>
                <c:pt idx="249">
                  <c:v>45828</c:v>
                </c:pt>
                <c:pt idx="250">
                  <c:v>45827</c:v>
                </c:pt>
                <c:pt idx="251">
                  <c:v>45826</c:v>
                </c:pt>
                <c:pt idx="252">
                  <c:v>45825</c:v>
                </c:pt>
                <c:pt idx="253">
                  <c:v>45824</c:v>
                </c:pt>
                <c:pt idx="254">
                  <c:v>45821</c:v>
                </c:pt>
                <c:pt idx="255">
                  <c:v>45820</c:v>
                </c:pt>
                <c:pt idx="256">
                  <c:v>45819</c:v>
                </c:pt>
                <c:pt idx="257">
                  <c:v>45818</c:v>
                </c:pt>
                <c:pt idx="258">
                  <c:v>45817</c:v>
                </c:pt>
                <c:pt idx="259">
                  <c:v>45814</c:v>
                </c:pt>
                <c:pt idx="260">
                  <c:v>45813</c:v>
                </c:pt>
                <c:pt idx="261">
                  <c:v>45812</c:v>
                </c:pt>
                <c:pt idx="262">
                  <c:v>45811</c:v>
                </c:pt>
                <c:pt idx="263">
                  <c:v>45810</c:v>
                </c:pt>
                <c:pt idx="264">
                  <c:v>45807</c:v>
                </c:pt>
                <c:pt idx="265">
                  <c:v>45806</c:v>
                </c:pt>
                <c:pt idx="266">
                  <c:v>45805</c:v>
                </c:pt>
                <c:pt idx="267">
                  <c:v>45804</c:v>
                </c:pt>
                <c:pt idx="268">
                  <c:v>45803</c:v>
                </c:pt>
                <c:pt idx="269">
                  <c:v>45800</c:v>
                </c:pt>
                <c:pt idx="270">
                  <c:v>45799</c:v>
                </c:pt>
                <c:pt idx="271">
                  <c:v>45798</c:v>
                </c:pt>
                <c:pt idx="272">
                  <c:v>45797</c:v>
                </c:pt>
                <c:pt idx="273">
                  <c:v>45796</c:v>
                </c:pt>
                <c:pt idx="274">
                  <c:v>45793</c:v>
                </c:pt>
                <c:pt idx="275">
                  <c:v>45792</c:v>
                </c:pt>
                <c:pt idx="276">
                  <c:v>45791</c:v>
                </c:pt>
                <c:pt idx="277">
                  <c:v>45790</c:v>
                </c:pt>
                <c:pt idx="278">
                  <c:v>45789</c:v>
                </c:pt>
                <c:pt idx="279">
                  <c:v>45786</c:v>
                </c:pt>
                <c:pt idx="280">
                  <c:v>45785</c:v>
                </c:pt>
                <c:pt idx="281">
                  <c:v>45784</c:v>
                </c:pt>
                <c:pt idx="282">
                  <c:v>45783</c:v>
                </c:pt>
                <c:pt idx="283">
                  <c:v>45779</c:v>
                </c:pt>
                <c:pt idx="284">
                  <c:v>45777</c:v>
                </c:pt>
                <c:pt idx="285">
                  <c:v>45776</c:v>
                </c:pt>
                <c:pt idx="286">
                  <c:v>45775</c:v>
                </c:pt>
                <c:pt idx="287">
                  <c:v>45772</c:v>
                </c:pt>
                <c:pt idx="288">
                  <c:v>45771</c:v>
                </c:pt>
                <c:pt idx="289">
                  <c:v>45770</c:v>
                </c:pt>
                <c:pt idx="290">
                  <c:v>45769</c:v>
                </c:pt>
                <c:pt idx="291">
                  <c:v>45764</c:v>
                </c:pt>
                <c:pt idx="292">
                  <c:v>45763</c:v>
                </c:pt>
                <c:pt idx="293">
                  <c:v>45762</c:v>
                </c:pt>
                <c:pt idx="294">
                  <c:v>45761</c:v>
                </c:pt>
                <c:pt idx="295">
                  <c:v>45758</c:v>
                </c:pt>
                <c:pt idx="296">
                  <c:v>45757</c:v>
                </c:pt>
                <c:pt idx="297">
                  <c:v>45756</c:v>
                </c:pt>
                <c:pt idx="298">
                  <c:v>45755</c:v>
                </c:pt>
                <c:pt idx="299">
                  <c:v>45754</c:v>
                </c:pt>
                <c:pt idx="300">
                  <c:v>45750</c:v>
                </c:pt>
                <c:pt idx="301">
                  <c:v>45749</c:v>
                </c:pt>
                <c:pt idx="302">
                  <c:v>45748</c:v>
                </c:pt>
                <c:pt idx="303">
                  <c:v>45747</c:v>
                </c:pt>
                <c:pt idx="304">
                  <c:v>45744</c:v>
                </c:pt>
                <c:pt idx="305">
                  <c:v>45743</c:v>
                </c:pt>
                <c:pt idx="306">
                  <c:v>45742</c:v>
                </c:pt>
                <c:pt idx="307">
                  <c:v>45741</c:v>
                </c:pt>
                <c:pt idx="308">
                  <c:v>45740</c:v>
                </c:pt>
                <c:pt idx="309">
                  <c:v>45737</c:v>
                </c:pt>
                <c:pt idx="310">
                  <c:v>45736</c:v>
                </c:pt>
                <c:pt idx="311">
                  <c:v>45735</c:v>
                </c:pt>
                <c:pt idx="312">
                  <c:v>45734</c:v>
                </c:pt>
                <c:pt idx="313">
                  <c:v>45733</c:v>
                </c:pt>
                <c:pt idx="314">
                  <c:v>45730</c:v>
                </c:pt>
                <c:pt idx="315">
                  <c:v>45729</c:v>
                </c:pt>
                <c:pt idx="316">
                  <c:v>45728</c:v>
                </c:pt>
                <c:pt idx="317">
                  <c:v>45727</c:v>
                </c:pt>
                <c:pt idx="318">
                  <c:v>45726</c:v>
                </c:pt>
                <c:pt idx="319">
                  <c:v>45723</c:v>
                </c:pt>
                <c:pt idx="320">
                  <c:v>45722</c:v>
                </c:pt>
                <c:pt idx="321">
                  <c:v>45721</c:v>
                </c:pt>
                <c:pt idx="322">
                  <c:v>45720</c:v>
                </c:pt>
                <c:pt idx="323">
                  <c:v>45719</c:v>
                </c:pt>
                <c:pt idx="324">
                  <c:v>45716</c:v>
                </c:pt>
                <c:pt idx="325">
                  <c:v>45715</c:v>
                </c:pt>
                <c:pt idx="326">
                  <c:v>45714</c:v>
                </c:pt>
                <c:pt idx="327">
                  <c:v>45713</c:v>
                </c:pt>
                <c:pt idx="328">
                  <c:v>45712</c:v>
                </c:pt>
                <c:pt idx="329">
                  <c:v>45709</c:v>
                </c:pt>
                <c:pt idx="330">
                  <c:v>45708</c:v>
                </c:pt>
                <c:pt idx="331">
                  <c:v>45707</c:v>
                </c:pt>
                <c:pt idx="332">
                  <c:v>45706</c:v>
                </c:pt>
                <c:pt idx="333">
                  <c:v>45705</c:v>
                </c:pt>
                <c:pt idx="334">
                  <c:v>45702</c:v>
                </c:pt>
                <c:pt idx="335">
                  <c:v>45701</c:v>
                </c:pt>
                <c:pt idx="336">
                  <c:v>45700</c:v>
                </c:pt>
                <c:pt idx="337">
                  <c:v>45699</c:v>
                </c:pt>
                <c:pt idx="338">
                  <c:v>45698</c:v>
                </c:pt>
                <c:pt idx="339">
                  <c:v>45695</c:v>
                </c:pt>
                <c:pt idx="340">
                  <c:v>45694</c:v>
                </c:pt>
                <c:pt idx="341">
                  <c:v>45693</c:v>
                </c:pt>
                <c:pt idx="342">
                  <c:v>45692</c:v>
                </c:pt>
                <c:pt idx="343">
                  <c:v>45691</c:v>
                </c:pt>
                <c:pt idx="344">
                  <c:v>45685</c:v>
                </c:pt>
                <c:pt idx="345">
                  <c:v>45684</c:v>
                </c:pt>
                <c:pt idx="346">
                  <c:v>45681</c:v>
                </c:pt>
                <c:pt idx="347">
                  <c:v>45680</c:v>
                </c:pt>
                <c:pt idx="348">
                  <c:v>45679</c:v>
                </c:pt>
                <c:pt idx="349">
                  <c:v>45678</c:v>
                </c:pt>
                <c:pt idx="350">
                  <c:v>45677</c:v>
                </c:pt>
                <c:pt idx="351">
                  <c:v>45674</c:v>
                </c:pt>
                <c:pt idx="352">
                  <c:v>45673</c:v>
                </c:pt>
                <c:pt idx="353">
                  <c:v>45672</c:v>
                </c:pt>
                <c:pt idx="354">
                  <c:v>45671</c:v>
                </c:pt>
                <c:pt idx="355">
                  <c:v>45670</c:v>
                </c:pt>
                <c:pt idx="356">
                  <c:v>45667</c:v>
                </c:pt>
                <c:pt idx="357">
                  <c:v>45666</c:v>
                </c:pt>
                <c:pt idx="358">
                  <c:v>45665</c:v>
                </c:pt>
                <c:pt idx="359">
                  <c:v>45664</c:v>
                </c:pt>
                <c:pt idx="360">
                  <c:v>45663</c:v>
                </c:pt>
                <c:pt idx="361">
                  <c:v>45660</c:v>
                </c:pt>
                <c:pt idx="362">
                  <c:v>45659</c:v>
                </c:pt>
                <c:pt idx="363">
                  <c:v>45657</c:v>
                </c:pt>
                <c:pt idx="364">
                  <c:v>45656</c:v>
                </c:pt>
                <c:pt idx="365">
                  <c:v>45653</c:v>
                </c:pt>
                <c:pt idx="366">
                  <c:v>45650</c:v>
                </c:pt>
                <c:pt idx="367">
                  <c:v>45649</c:v>
                </c:pt>
                <c:pt idx="368">
                  <c:v>45646</c:v>
                </c:pt>
                <c:pt idx="369">
                  <c:v>45645</c:v>
                </c:pt>
                <c:pt idx="370">
                  <c:v>45644</c:v>
                </c:pt>
                <c:pt idx="371">
                  <c:v>45643</c:v>
                </c:pt>
                <c:pt idx="372">
                  <c:v>45642</c:v>
                </c:pt>
                <c:pt idx="373">
                  <c:v>45639</c:v>
                </c:pt>
                <c:pt idx="374">
                  <c:v>45638</c:v>
                </c:pt>
                <c:pt idx="375">
                  <c:v>45637</c:v>
                </c:pt>
                <c:pt idx="376">
                  <c:v>45636</c:v>
                </c:pt>
                <c:pt idx="377">
                  <c:v>45635</c:v>
                </c:pt>
                <c:pt idx="378">
                  <c:v>45632</c:v>
                </c:pt>
                <c:pt idx="379">
                  <c:v>45631</c:v>
                </c:pt>
                <c:pt idx="380">
                  <c:v>45630</c:v>
                </c:pt>
                <c:pt idx="381">
                  <c:v>45629</c:v>
                </c:pt>
                <c:pt idx="382">
                  <c:v>45628</c:v>
                </c:pt>
                <c:pt idx="383">
                  <c:v>45625</c:v>
                </c:pt>
                <c:pt idx="384">
                  <c:v>45624</c:v>
                </c:pt>
                <c:pt idx="385">
                  <c:v>45623</c:v>
                </c:pt>
                <c:pt idx="386">
                  <c:v>45622</c:v>
                </c:pt>
                <c:pt idx="387">
                  <c:v>45621</c:v>
                </c:pt>
                <c:pt idx="388">
                  <c:v>45618</c:v>
                </c:pt>
                <c:pt idx="389">
                  <c:v>45617</c:v>
                </c:pt>
                <c:pt idx="390">
                  <c:v>45616</c:v>
                </c:pt>
                <c:pt idx="391">
                  <c:v>45615</c:v>
                </c:pt>
                <c:pt idx="392">
                  <c:v>45614</c:v>
                </c:pt>
                <c:pt idx="393">
                  <c:v>45611</c:v>
                </c:pt>
                <c:pt idx="394">
                  <c:v>45610</c:v>
                </c:pt>
                <c:pt idx="395">
                  <c:v>45609</c:v>
                </c:pt>
                <c:pt idx="396">
                  <c:v>45608</c:v>
                </c:pt>
                <c:pt idx="397">
                  <c:v>45607</c:v>
                </c:pt>
                <c:pt idx="398">
                  <c:v>45604</c:v>
                </c:pt>
                <c:pt idx="399">
                  <c:v>45603</c:v>
                </c:pt>
                <c:pt idx="400">
                  <c:v>45602</c:v>
                </c:pt>
                <c:pt idx="401">
                  <c:v>45601</c:v>
                </c:pt>
                <c:pt idx="402">
                  <c:v>45600</c:v>
                </c:pt>
                <c:pt idx="403">
                  <c:v>45597</c:v>
                </c:pt>
                <c:pt idx="404">
                  <c:v>45596</c:v>
                </c:pt>
                <c:pt idx="405">
                  <c:v>45595</c:v>
                </c:pt>
                <c:pt idx="406">
                  <c:v>45594</c:v>
                </c:pt>
                <c:pt idx="407">
                  <c:v>45593</c:v>
                </c:pt>
                <c:pt idx="408">
                  <c:v>45590</c:v>
                </c:pt>
                <c:pt idx="409">
                  <c:v>45589</c:v>
                </c:pt>
                <c:pt idx="410">
                  <c:v>45588</c:v>
                </c:pt>
                <c:pt idx="411">
                  <c:v>45587</c:v>
                </c:pt>
                <c:pt idx="412">
                  <c:v>45586</c:v>
                </c:pt>
                <c:pt idx="413">
                  <c:v>45583</c:v>
                </c:pt>
                <c:pt idx="414">
                  <c:v>45582</c:v>
                </c:pt>
                <c:pt idx="415">
                  <c:v>45581</c:v>
                </c:pt>
                <c:pt idx="416">
                  <c:v>45580</c:v>
                </c:pt>
                <c:pt idx="417">
                  <c:v>45579</c:v>
                </c:pt>
                <c:pt idx="418">
                  <c:v>45575</c:v>
                </c:pt>
                <c:pt idx="419">
                  <c:v>45574</c:v>
                </c:pt>
                <c:pt idx="420">
                  <c:v>45573</c:v>
                </c:pt>
                <c:pt idx="421">
                  <c:v>45572</c:v>
                </c:pt>
                <c:pt idx="422">
                  <c:v>45569</c:v>
                </c:pt>
                <c:pt idx="423">
                  <c:v>45568</c:v>
                </c:pt>
                <c:pt idx="424">
                  <c:v>45567</c:v>
                </c:pt>
                <c:pt idx="425">
                  <c:v>45565</c:v>
                </c:pt>
                <c:pt idx="426">
                  <c:v>45562</c:v>
                </c:pt>
                <c:pt idx="427">
                  <c:v>45561</c:v>
                </c:pt>
                <c:pt idx="428">
                  <c:v>45560</c:v>
                </c:pt>
                <c:pt idx="429">
                  <c:v>45559</c:v>
                </c:pt>
                <c:pt idx="430">
                  <c:v>45558</c:v>
                </c:pt>
                <c:pt idx="431">
                  <c:v>45555</c:v>
                </c:pt>
                <c:pt idx="432">
                  <c:v>45554</c:v>
                </c:pt>
                <c:pt idx="433">
                  <c:v>45552</c:v>
                </c:pt>
                <c:pt idx="434">
                  <c:v>45551</c:v>
                </c:pt>
                <c:pt idx="435">
                  <c:v>45548</c:v>
                </c:pt>
                <c:pt idx="436">
                  <c:v>45547</c:v>
                </c:pt>
                <c:pt idx="437">
                  <c:v>45546</c:v>
                </c:pt>
                <c:pt idx="438">
                  <c:v>45545</c:v>
                </c:pt>
                <c:pt idx="439">
                  <c:v>45544</c:v>
                </c:pt>
                <c:pt idx="440">
                  <c:v>45540</c:v>
                </c:pt>
                <c:pt idx="441">
                  <c:v>45539</c:v>
                </c:pt>
                <c:pt idx="442">
                  <c:v>45538</c:v>
                </c:pt>
                <c:pt idx="443">
                  <c:v>45537</c:v>
                </c:pt>
                <c:pt idx="444">
                  <c:v>45534</c:v>
                </c:pt>
                <c:pt idx="445">
                  <c:v>45533</c:v>
                </c:pt>
                <c:pt idx="446">
                  <c:v>45532</c:v>
                </c:pt>
                <c:pt idx="447">
                  <c:v>45531</c:v>
                </c:pt>
                <c:pt idx="448">
                  <c:v>45530</c:v>
                </c:pt>
                <c:pt idx="449">
                  <c:v>45527</c:v>
                </c:pt>
                <c:pt idx="450">
                  <c:v>45526</c:v>
                </c:pt>
                <c:pt idx="451">
                  <c:v>45525</c:v>
                </c:pt>
                <c:pt idx="452">
                  <c:v>45524</c:v>
                </c:pt>
                <c:pt idx="453">
                  <c:v>45523</c:v>
                </c:pt>
                <c:pt idx="454">
                  <c:v>45520</c:v>
                </c:pt>
                <c:pt idx="455">
                  <c:v>45519</c:v>
                </c:pt>
                <c:pt idx="456">
                  <c:v>45518</c:v>
                </c:pt>
                <c:pt idx="457">
                  <c:v>45517</c:v>
                </c:pt>
                <c:pt idx="458">
                  <c:v>45516</c:v>
                </c:pt>
                <c:pt idx="459">
                  <c:v>45513</c:v>
                </c:pt>
                <c:pt idx="460">
                  <c:v>45512</c:v>
                </c:pt>
                <c:pt idx="461">
                  <c:v>45511</c:v>
                </c:pt>
                <c:pt idx="462">
                  <c:v>45510</c:v>
                </c:pt>
                <c:pt idx="463">
                  <c:v>45509</c:v>
                </c:pt>
                <c:pt idx="464">
                  <c:v>45506</c:v>
                </c:pt>
                <c:pt idx="465">
                  <c:v>45505</c:v>
                </c:pt>
                <c:pt idx="466">
                  <c:v>45504</c:v>
                </c:pt>
                <c:pt idx="467">
                  <c:v>45503</c:v>
                </c:pt>
                <c:pt idx="468">
                  <c:v>45502</c:v>
                </c:pt>
                <c:pt idx="469">
                  <c:v>45499</c:v>
                </c:pt>
                <c:pt idx="470">
                  <c:v>45498</c:v>
                </c:pt>
                <c:pt idx="471">
                  <c:v>45497</c:v>
                </c:pt>
                <c:pt idx="472">
                  <c:v>45496</c:v>
                </c:pt>
                <c:pt idx="473">
                  <c:v>45495</c:v>
                </c:pt>
                <c:pt idx="474">
                  <c:v>45492</c:v>
                </c:pt>
                <c:pt idx="475">
                  <c:v>45491</c:v>
                </c:pt>
                <c:pt idx="476">
                  <c:v>45490</c:v>
                </c:pt>
                <c:pt idx="477">
                  <c:v>45489</c:v>
                </c:pt>
                <c:pt idx="478">
                  <c:v>45488</c:v>
                </c:pt>
                <c:pt idx="479">
                  <c:v>45485</c:v>
                </c:pt>
                <c:pt idx="480">
                  <c:v>45484</c:v>
                </c:pt>
                <c:pt idx="481">
                  <c:v>45483</c:v>
                </c:pt>
                <c:pt idx="482">
                  <c:v>45482</c:v>
                </c:pt>
                <c:pt idx="483">
                  <c:v>45481</c:v>
                </c:pt>
                <c:pt idx="484">
                  <c:v>45478</c:v>
                </c:pt>
                <c:pt idx="485">
                  <c:v>45477</c:v>
                </c:pt>
                <c:pt idx="486">
                  <c:v>45476</c:v>
                </c:pt>
                <c:pt idx="487">
                  <c:v>45475</c:v>
                </c:pt>
                <c:pt idx="488">
                  <c:v>45471</c:v>
                </c:pt>
                <c:pt idx="489">
                  <c:v>45470</c:v>
                </c:pt>
                <c:pt idx="490">
                  <c:v>45469</c:v>
                </c:pt>
                <c:pt idx="491">
                  <c:v>45468</c:v>
                </c:pt>
                <c:pt idx="492">
                  <c:v>45467</c:v>
                </c:pt>
                <c:pt idx="493">
                  <c:v>45464</c:v>
                </c:pt>
                <c:pt idx="494">
                  <c:v>45463</c:v>
                </c:pt>
                <c:pt idx="495">
                  <c:v>45462</c:v>
                </c:pt>
                <c:pt idx="496">
                  <c:v>45461</c:v>
                </c:pt>
                <c:pt idx="497">
                  <c:v>45460</c:v>
                </c:pt>
                <c:pt idx="498">
                  <c:v>45457</c:v>
                </c:pt>
                <c:pt idx="499">
                  <c:v>45456</c:v>
                </c:pt>
                <c:pt idx="500">
                  <c:v>45455</c:v>
                </c:pt>
                <c:pt idx="501">
                  <c:v>45454</c:v>
                </c:pt>
                <c:pt idx="502">
                  <c:v>45450</c:v>
                </c:pt>
                <c:pt idx="503">
                  <c:v>45449</c:v>
                </c:pt>
                <c:pt idx="504">
                  <c:v>45448</c:v>
                </c:pt>
                <c:pt idx="505">
                  <c:v>45447</c:v>
                </c:pt>
                <c:pt idx="506">
                  <c:v>45446</c:v>
                </c:pt>
                <c:pt idx="507">
                  <c:v>45443</c:v>
                </c:pt>
                <c:pt idx="508">
                  <c:v>45442</c:v>
                </c:pt>
                <c:pt idx="509">
                  <c:v>45441</c:v>
                </c:pt>
                <c:pt idx="510">
                  <c:v>45440</c:v>
                </c:pt>
                <c:pt idx="511">
                  <c:v>45439</c:v>
                </c:pt>
                <c:pt idx="512">
                  <c:v>45436</c:v>
                </c:pt>
                <c:pt idx="513">
                  <c:v>45435</c:v>
                </c:pt>
                <c:pt idx="514">
                  <c:v>45434</c:v>
                </c:pt>
                <c:pt idx="515">
                  <c:v>45433</c:v>
                </c:pt>
                <c:pt idx="516">
                  <c:v>45432</c:v>
                </c:pt>
                <c:pt idx="517">
                  <c:v>45429</c:v>
                </c:pt>
                <c:pt idx="518">
                  <c:v>45428</c:v>
                </c:pt>
                <c:pt idx="519">
                  <c:v>45426</c:v>
                </c:pt>
                <c:pt idx="520">
                  <c:v>45425</c:v>
                </c:pt>
                <c:pt idx="521">
                  <c:v>45422</c:v>
                </c:pt>
                <c:pt idx="522">
                  <c:v>45421</c:v>
                </c:pt>
                <c:pt idx="523">
                  <c:v>45420</c:v>
                </c:pt>
                <c:pt idx="524">
                  <c:v>45419</c:v>
                </c:pt>
                <c:pt idx="525">
                  <c:v>45418</c:v>
                </c:pt>
                <c:pt idx="526">
                  <c:v>45415</c:v>
                </c:pt>
                <c:pt idx="527">
                  <c:v>45414</c:v>
                </c:pt>
                <c:pt idx="528">
                  <c:v>45412</c:v>
                </c:pt>
                <c:pt idx="529">
                  <c:v>45411</c:v>
                </c:pt>
                <c:pt idx="530">
                  <c:v>45408</c:v>
                </c:pt>
                <c:pt idx="531">
                  <c:v>45407</c:v>
                </c:pt>
                <c:pt idx="532">
                  <c:v>45406</c:v>
                </c:pt>
                <c:pt idx="533">
                  <c:v>45405</c:v>
                </c:pt>
                <c:pt idx="534">
                  <c:v>45404</c:v>
                </c:pt>
                <c:pt idx="535">
                  <c:v>45401</c:v>
                </c:pt>
                <c:pt idx="536">
                  <c:v>45400</c:v>
                </c:pt>
                <c:pt idx="537">
                  <c:v>45399</c:v>
                </c:pt>
                <c:pt idx="538">
                  <c:v>45398</c:v>
                </c:pt>
                <c:pt idx="539">
                  <c:v>45397</c:v>
                </c:pt>
                <c:pt idx="540">
                  <c:v>45394</c:v>
                </c:pt>
                <c:pt idx="541">
                  <c:v>45393</c:v>
                </c:pt>
                <c:pt idx="542">
                  <c:v>45392</c:v>
                </c:pt>
                <c:pt idx="543">
                  <c:v>45391</c:v>
                </c:pt>
                <c:pt idx="544">
                  <c:v>45390</c:v>
                </c:pt>
                <c:pt idx="545">
                  <c:v>45387</c:v>
                </c:pt>
                <c:pt idx="546">
                  <c:v>45385</c:v>
                </c:pt>
                <c:pt idx="547">
                  <c:v>45384</c:v>
                </c:pt>
                <c:pt idx="548">
                  <c:v>45379</c:v>
                </c:pt>
                <c:pt idx="549">
                  <c:v>45378</c:v>
                </c:pt>
                <c:pt idx="550">
                  <c:v>45377</c:v>
                </c:pt>
                <c:pt idx="551">
                  <c:v>45376</c:v>
                </c:pt>
                <c:pt idx="552">
                  <c:v>45373</c:v>
                </c:pt>
                <c:pt idx="553">
                  <c:v>45372</c:v>
                </c:pt>
                <c:pt idx="554">
                  <c:v>45371</c:v>
                </c:pt>
                <c:pt idx="555">
                  <c:v>45370</c:v>
                </c:pt>
                <c:pt idx="556">
                  <c:v>45369</c:v>
                </c:pt>
                <c:pt idx="557">
                  <c:v>45366</c:v>
                </c:pt>
                <c:pt idx="558">
                  <c:v>45365</c:v>
                </c:pt>
                <c:pt idx="559">
                  <c:v>45364</c:v>
                </c:pt>
                <c:pt idx="560">
                  <c:v>45363</c:v>
                </c:pt>
                <c:pt idx="561">
                  <c:v>45362</c:v>
                </c:pt>
                <c:pt idx="562">
                  <c:v>45359</c:v>
                </c:pt>
                <c:pt idx="563">
                  <c:v>45358</c:v>
                </c:pt>
                <c:pt idx="564">
                  <c:v>45357</c:v>
                </c:pt>
                <c:pt idx="565">
                  <c:v>45356</c:v>
                </c:pt>
                <c:pt idx="566">
                  <c:v>45355</c:v>
                </c:pt>
                <c:pt idx="567">
                  <c:v>45352</c:v>
                </c:pt>
                <c:pt idx="568">
                  <c:v>45351</c:v>
                </c:pt>
                <c:pt idx="569">
                  <c:v>45350</c:v>
                </c:pt>
                <c:pt idx="570">
                  <c:v>45349</c:v>
                </c:pt>
                <c:pt idx="571">
                  <c:v>45348</c:v>
                </c:pt>
                <c:pt idx="572">
                  <c:v>45345</c:v>
                </c:pt>
                <c:pt idx="573">
                  <c:v>45344</c:v>
                </c:pt>
                <c:pt idx="574">
                  <c:v>45343</c:v>
                </c:pt>
                <c:pt idx="575">
                  <c:v>45342</c:v>
                </c:pt>
                <c:pt idx="576">
                  <c:v>45341</c:v>
                </c:pt>
                <c:pt idx="577">
                  <c:v>45338</c:v>
                </c:pt>
                <c:pt idx="578">
                  <c:v>45337</c:v>
                </c:pt>
                <c:pt idx="579">
                  <c:v>45336</c:v>
                </c:pt>
                <c:pt idx="580">
                  <c:v>45331</c:v>
                </c:pt>
                <c:pt idx="581">
                  <c:v>45330</c:v>
                </c:pt>
                <c:pt idx="582">
                  <c:v>45329</c:v>
                </c:pt>
                <c:pt idx="583">
                  <c:v>45328</c:v>
                </c:pt>
                <c:pt idx="584">
                  <c:v>45327</c:v>
                </c:pt>
                <c:pt idx="585">
                  <c:v>45324</c:v>
                </c:pt>
                <c:pt idx="586">
                  <c:v>45323</c:v>
                </c:pt>
                <c:pt idx="587">
                  <c:v>45322</c:v>
                </c:pt>
                <c:pt idx="588">
                  <c:v>45321</c:v>
                </c:pt>
                <c:pt idx="589">
                  <c:v>45320</c:v>
                </c:pt>
                <c:pt idx="590">
                  <c:v>45317</c:v>
                </c:pt>
                <c:pt idx="591">
                  <c:v>45316</c:v>
                </c:pt>
                <c:pt idx="592">
                  <c:v>45315</c:v>
                </c:pt>
                <c:pt idx="593">
                  <c:v>45314</c:v>
                </c:pt>
                <c:pt idx="594">
                  <c:v>45313</c:v>
                </c:pt>
                <c:pt idx="595">
                  <c:v>45310</c:v>
                </c:pt>
                <c:pt idx="596">
                  <c:v>45309</c:v>
                </c:pt>
                <c:pt idx="597">
                  <c:v>45308</c:v>
                </c:pt>
                <c:pt idx="598">
                  <c:v>45307</c:v>
                </c:pt>
                <c:pt idx="599">
                  <c:v>45306</c:v>
                </c:pt>
                <c:pt idx="600">
                  <c:v>45303</c:v>
                </c:pt>
                <c:pt idx="601">
                  <c:v>45302</c:v>
                </c:pt>
                <c:pt idx="602">
                  <c:v>45301</c:v>
                </c:pt>
                <c:pt idx="603">
                  <c:v>45300</c:v>
                </c:pt>
                <c:pt idx="604">
                  <c:v>45299</c:v>
                </c:pt>
                <c:pt idx="605">
                  <c:v>45296</c:v>
                </c:pt>
                <c:pt idx="606">
                  <c:v>45295</c:v>
                </c:pt>
                <c:pt idx="607">
                  <c:v>45294</c:v>
                </c:pt>
                <c:pt idx="608">
                  <c:v>45293</c:v>
                </c:pt>
                <c:pt idx="609">
                  <c:v>45289</c:v>
                </c:pt>
                <c:pt idx="610">
                  <c:v>45288</c:v>
                </c:pt>
                <c:pt idx="611">
                  <c:v>45287</c:v>
                </c:pt>
                <c:pt idx="612">
                  <c:v>45282</c:v>
                </c:pt>
                <c:pt idx="613">
                  <c:v>45281</c:v>
                </c:pt>
                <c:pt idx="614">
                  <c:v>45280</c:v>
                </c:pt>
                <c:pt idx="615">
                  <c:v>45279</c:v>
                </c:pt>
                <c:pt idx="616">
                  <c:v>45278</c:v>
                </c:pt>
                <c:pt idx="617">
                  <c:v>45275</c:v>
                </c:pt>
                <c:pt idx="618">
                  <c:v>45274</c:v>
                </c:pt>
                <c:pt idx="619">
                  <c:v>45273</c:v>
                </c:pt>
                <c:pt idx="620">
                  <c:v>45272</c:v>
                </c:pt>
                <c:pt idx="621">
                  <c:v>45271</c:v>
                </c:pt>
                <c:pt idx="622">
                  <c:v>45268</c:v>
                </c:pt>
                <c:pt idx="623">
                  <c:v>45267</c:v>
                </c:pt>
                <c:pt idx="624">
                  <c:v>45266</c:v>
                </c:pt>
                <c:pt idx="625">
                  <c:v>45265</c:v>
                </c:pt>
                <c:pt idx="626">
                  <c:v>45264</c:v>
                </c:pt>
                <c:pt idx="627">
                  <c:v>45261</c:v>
                </c:pt>
                <c:pt idx="628">
                  <c:v>45260</c:v>
                </c:pt>
                <c:pt idx="629">
                  <c:v>45259</c:v>
                </c:pt>
                <c:pt idx="630">
                  <c:v>45258</c:v>
                </c:pt>
                <c:pt idx="631">
                  <c:v>45257</c:v>
                </c:pt>
                <c:pt idx="632">
                  <c:v>45254</c:v>
                </c:pt>
                <c:pt idx="633">
                  <c:v>45253</c:v>
                </c:pt>
                <c:pt idx="634">
                  <c:v>45252</c:v>
                </c:pt>
                <c:pt idx="635">
                  <c:v>45251</c:v>
                </c:pt>
                <c:pt idx="636">
                  <c:v>45250</c:v>
                </c:pt>
                <c:pt idx="637">
                  <c:v>45247</c:v>
                </c:pt>
                <c:pt idx="638">
                  <c:v>45246</c:v>
                </c:pt>
                <c:pt idx="639">
                  <c:v>45245</c:v>
                </c:pt>
                <c:pt idx="640">
                  <c:v>45244</c:v>
                </c:pt>
                <c:pt idx="641">
                  <c:v>45243</c:v>
                </c:pt>
                <c:pt idx="642">
                  <c:v>45240</c:v>
                </c:pt>
                <c:pt idx="643">
                  <c:v>45239</c:v>
                </c:pt>
                <c:pt idx="644">
                  <c:v>45238</c:v>
                </c:pt>
                <c:pt idx="645">
                  <c:v>45237</c:v>
                </c:pt>
                <c:pt idx="646">
                  <c:v>45236</c:v>
                </c:pt>
                <c:pt idx="647">
                  <c:v>45233</c:v>
                </c:pt>
                <c:pt idx="648">
                  <c:v>45232</c:v>
                </c:pt>
                <c:pt idx="649">
                  <c:v>45231</c:v>
                </c:pt>
                <c:pt idx="650">
                  <c:v>45230</c:v>
                </c:pt>
                <c:pt idx="651">
                  <c:v>45229</c:v>
                </c:pt>
                <c:pt idx="652">
                  <c:v>45226</c:v>
                </c:pt>
                <c:pt idx="653">
                  <c:v>45225</c:v>
                </c:pt>
                <c:pt idx="654">
                  <c:v>45224</c:v>
                </c:pt>
                <c:pt idx="655">
                  <c:v>45223</c:v>
                </c:pt>
                <c:pt idx="656">
                  <c:v>45219</c:v>
                </c:pt>
                <c:pt idx="657">
                  <c:v>45218</c:v>
                </c:pt>
                <c:pt idx="658">
                  <c:v>45217</c:v>
                </c:pt>
                <c:pt idx="659">
                  <c:v>45216</c:v>
                </c:pt>
                <c:pt idx="660">
                  <c:v>45215</c:v>
                </c:pt>
                <c:pt idx="661">
                  <c:v>45212</c:v>
                </c:pt>
                <c:pt idx="662">
                  <c:v>45211</c:v>
                </c:pt>
                <c:pt idx="663">
                  <c:v>45210</c:v>
                </c:pt>
                <c:pt idx="664">
                  <c:v>45209</c:v>
                </c:pt>
                <c:pt idx="665">
                  <c:v>45208</c:v>
                </c:pt>
                <c:pt idx="666">
                  <c:v>45205</c:v>
                </c:pt>
                <c:pt idx="667">
                  <c:v>45204</c:v>
                </c:pt>
                <c:pt idx="668">
                  <c:v>45203</c:v>
                </c:pt>
                <c:pt idx="669">
                  <c:v>45202</c:v>
                </c:pt>
                <c:pt idx="670">
                  <c:v>45198</c:v>
                </c:pt>
                <c:pt idx="671">
                  <c:v>45197</c:v>
                </c:pt>
                <c:pt idx="672">
                  <c:v>45196</c:v>
                </c:pt>
                <c:pt idx="673">
                  <c:v>45195</c:v>
                </c:pt>
                <c:pt idx="674">
                  <c:v>45194</c:v>
                </c:pt>
                <c:pt idx="675">
                  <c:v>45191</c:v>
                </c:pt>
                <c:pt idx="676">
                  <c:v>45190</c:v>
                </c:pt>
                <c:pt idx="677">
                  <c:v>45189</c:v>
                </c:pt>
                <c:pt idx="678">
                  <c:v>45188</c:v>
                </c:pt>
                <c:pt idx="679">
                  <c:v>45187</c:v>
                </c:pt>
                <c:pt idx="680">
                  <c:v>45184</c:v>
                </c:pt>
                <c:pt idx="681">
                  <c:v>45183</c:v>
                </c:pt>
                <c:pt idx="682">
                  <c:v>45182</c:v>
                </c:pt>
                <c:pt idx="683">
                  <c:v>45181</c:v>
                </c:pt>
                <c:pt idx="684">
                  <c:v>45180</c:v>
                </c:pt>
                <c:pt idx="685">
                  <c:v>45176</c:v>
                </c:pt>
                <c:pt idx="686">
                  <c:v>45175</c:v>
                </c:pt>
                <c:pt idx="687">
                  <c:v>45174</c:v>
                </c:pt>
                <c:pt idx="688">
                  <c:v>45173</c:v>
                </c:pt>
                <c:pt idx="689">
                  <c:v>45169</c:v>
                </c:pt>
                <c:pt idx="690">
                  <c:v>45168</c:v>
                </c:pt>
                <c:pt idx="691">
                  <c:v>45167</c:v>
                </c:pt>
                <c:pt idx="692">
                  <c:v>45166</c:v>
                </c:pt>
                <c:pt idx="693">
                  <c:v>45163</c:v>
                </c:pt>
                <c:pt idx="694">
                  <c:v>45162</c:v>
                </c:pt>
                <c:pt idx="695">
                  <c:v>45161</c:v>
                </c:pt>
                <c:pt idx="696">
                  <c:v>45160</c:v>
                </c:pt>
                <c:pt idx="697">
                  <c:v>45159</c:v>
                </c:pt>
                <c:pt idx="698">
                  <c:v>45156</c:v>
                </c:pt>
                <c:pt idx="699">
                  <c:v>45155</c:v>
                </c:pt>
                <c:pt idx="700">
                  <c:v>45154</c:v>
                </c:pt>
                <c:pt idx="701">
                  <c:v>45153</c:v>
                </c:pt>
                <c:pt idx="702">
                  <c:v>45152</c:v>
                </c:pt>
                <c:pt idx="703">
                  <c:v>45149</c:v>
                </c:pt>
                <c:pt idx="704">
                  <c:v>45148</c:v>
                </c:pt>
                <c:pt idx="705">
                  <c:v>45147</c:v>
                </c:pt>
                <c:pt idx="706">
                  <c:v>45146</c:v>
                </c:pt>
                <c:pt idx="707">
                  <c:v>45145</c:v>
                </c:pt>
                <c:pt idx="708">
                  <c:v>45142</c:v>
                </c:pt>
                <c:pt idx="709">
                  <c:v>45141</c:v>
                </c:pt>
                <c:pt idx="710">
                  <c:v>45140</c:v>
                </c:pt>
                <c:pt idx="711">
                  <c:v>45139</c:v>
                </c:pt>
                <c:pt idx="712">
                  <c:v>45138</c:v>
                </c:pt>
                <c:pt idx="713">
                  <c:v>45135</c:v>
                </c:pt>
                <c:pt idx="714">
                  <c:v>45134</c:v>
                </c:pt>
                <c:pt idx="715">
                  <c:v>45133</c:v>
                </c:pt>
                <c:pt idx="716">
                  <c:v>45132</c:v>
                </c:pt>
                <c:pt idx="717">
                  <c:v>45131</c:v>
                </c:pt>
                <c:pt idx="718">
                  <c:v>45128</c:v>
                </c:pt>
                <c:pt idx="719">
                  <c:v>45127</c:v>
                </c:pt>
                <c:pt idx="720">
                  <c:v>45126</c:v>
                </c:pt>
                <c:pt idx="721">
                  <c:v>45125</c:v>
                </c:pt>
                <c:pt idx="722">
                  <c:v>45121</c:v>
                </c:pt>
                <c:pt idx="723">
                  <c:v>45120</c:v>
                </c:pt>
                <c:pt idx="724">
                  <c:v>45119</c:v>
                </c:pt>
                <c:pt idx="725">
                  <c:v>45118</c:v>
                </c:pt>
                <c:pt idx="726">
                  <c:v>45117</c:v>
                </c:pt>
                <c:pt idx="727">
                  <c:v>45114</c:v>
                </c:pt>
                <c:pt idx="728">
                  <c:v>45113</c:v>
                </c:pt>
                <c:pt idx="729">
                  <c:v>45112</c:v>
                </c:pt>
                <c:pt idx="730">
                  <c:v>45111</c:v>
                </c:pt>
                <c:pt idx="731">
                  <c:v>45110</c:v>
                </c:pt>
                <c:pt idx="732">
                  <c:v>45107</c:v>
                </c:pt>
                <c:pt idx="733">
                  <c:v>45106</c:v>
                </c:pt>
                <c:pt idx="734">
                  <c:v>45105</c:v>
                </c:pt>
                <c:pt idx="735">
                  <c:v>45104</c:v>
                </c:pt>
                <c:pt idx="736">
                  <c:v>45103</c:v>
                </c:pt>
                <c:pt idx="737">
                  <c:v>45100</c:v>
                </c:pt>
                <c:pt idx="738">
                  <c:v>45098</c:v>
                </c:pt>
                <c:pt idx="739">
                  <c:v>45097</c:v>
                </c:pt>
                <c:pt idx="740">
                  <c:v>45096</c:v>
                </c:pt>
                <c:pt idx="741">
                  <c:v>45093</c:v>
                </c:pt>
                <c:pt idx="742">
                  <c:v>45092</c:v>
                </c:pt>
                <c:pt idx="743">
                  <c:v>45091</c:v>
                </c:pt>
                <c:pt idx="744">
                  <c:v>45090</c:v>
                </c:pt>
                <c:pt idx="745">
                  <c:v>45089</c:v>
                </c:pt>
                <c:pt idx="746">
                  <c:v>45086</c:v>
                </c:pt>
                <c:pt idx="747">
                  <c:v>45085</c:v>
                </c:pt>
                <c:pt idx="748">
                  <c:v>45084</c:v>
                </c:pt>
                <c:pt idx="749">
                  <c:v>45083</c:v>
                </c:pt>
                <c:pt idx="750">
                  <c:v>45082</c:v>
                </c:pt>
                <c:pt idx="751">
                  <c:v>45079</c:v>
                </c:pt>
                <c:pt idx="752">
                  <c:v>45078</c:v>
                </c:pt>
                <c:pt idx="753">
                  <c:v>45077</c:v>
                </c:pt>
                <c:pt idx="754">
                  <c:v>45076</c:v>
                </c:pt>
                <c:pt idx="755">
                  <c:v>45075</c:v>
                </c:pt>
                <c:pt idx="756">
                  <c:v>45071</c:v>
                </c:pt>
                <c:pt idx="757">
                  <c:v>45070</c:v>
                </c:pt>
                <c:pt idx="758">
                  <c:v>45069</c:v>
                </c:pt>
                <c:pt idx="759">
                  <c:v>45068</c:v>
                </c:pt>
                <c:pt idx="760">
                  <c:v>45065</c:v>
                </c:pt>
                <c:pt idx="761">
                  <c:v>45064</c:v>
                </c:pt>
                <c:pt idx="762">
                  <c:v>45063</c:v>
                </c:pt>
                <c:pt idx="763">
                  <c:v>45062</c:v>
                </c:pt>
                <c:pt idx="764">
                  <c:v>45061</c:v>
                </c:pt>
                <c:pt idx="765">
                  <c:v>45058</c:v>
                </c:pt>
                <c:pt idx="766">
                  <c:v>45057</c:v>
                </c:pt>
                <c:pt idx="767">
                  <c:v>45056</c:v>
                </c:pt>
                <c:pt idx="768">
                  <c:v>45055</c:v>
                </c:pt>
                <c:pt idx="769">
                  <c:v>45054</c:v>
                </c:pt>
                <c:pt idx="770">
                  <c:v>45051</c:v>
                </c:pt>
                <c:pt idx="771">
                  <c:v>45050</c:v>
                </c:pt>
                <c:pt idx="772">
                  <c:v>45049</c:v>
                </c:pt>
                <c:pt idx="773">
                  <c:v>45048</c:v>
                </c:pt>
                <c:pt idx="774">
                  <c:v>45044</c:v>
                </c:pt>
                <c:pt idx="775">
                  <c:v>45043</c:v>
                </c:pt>
                <c:pt idx="776">
                  <c:v>45042</c:v>
                </c:pt>
                <c:pt idx="777">
                  <c:v>45041</c:v>
                </c:pt>
                <c:pt idx="778">
                  <c:v>45040</c:v>
                </c:pt>
                <c:pt idx="779">
                  <c:v>45037</c:v>
                </c:pt>
                <c:pt idx="780">
                  <c:v>45036</c:v>
                </c:pt>
                <c:pt idx="781">
                  <c:v>45035</c:v>
                </c:pt>
                <c:pt idx="782">
                  <c:v>45034</c:v>
                </c:pt>
                <c:pt idx="783">
                  <c:v>45033</c:v>
                </c:pt>
                <c:pt idx="784">
                  <c:v>45030</c:v>
                </c:pt>
                <c:pt idx="785">
                  <c:v>45029</c:v>
                </c:pt>
                <c:pt idx="786">
                  <c:v>45028</c:v>
                </c:pt>
                <c:pt idx="787">
                  <c:v>45027</c:v>
                </c:pt>
                <c:pt idx="788">
                  <c:v>45022</c:v>
                </c:pt>
                <c:pt idx="789">
                  <c:v>45020</c:v>
                </c:pt>
                <c:pt idx="790">
                  <c:v>45019</c:v>
                </c:pt>
                <c:pt idx="791">
                  <c:v>45016</c:v>
                </c:pt>
                <c:pt idx="792">
                  <c:v>45015</c:v>
                </c:pt>
                <c:pt idx="793">
                  <c:v>45014</c:v>
                </c:pt>
                <c:pt idx="794">
                  <c:v>45013</c:v>
                </c:pt>
                <c:pt idx="795">
                  <c:v>45012</c:v>
                </c:pt>
                <c:pt idx="796">
                  <c:v>45009</c:v>
                </c:pt>
                <c:pt idx="797">
                  <c:v>45008</c:v>
                </c:pt>
                <c:pt idx="798">
                  <c:v>45007</c:v>
                </c:pt>
                <c:pt idx="799">
                  <c:v>45006</c:v>
                </c:pt>
                <c:pt idx="800">
                  <c:v>45005</c:v>
                </c:pt>
                <c:pt idx="801">
                  <c:v>45002</c:v>
                </c:pt>
                <c:pt idx="802">
                  <c:v>45001</c:v>
                </c:pt>
                <c:pt idx="803">
                  <c:v>45000</c:v>
                </c:pt>
                <c:pt idx="804">
                  <c:v>44999</c:v>
                </c:pt>
                <c:pt idx="805">
                  <c:v>44998</c:v>
                </c:pt>
                <c:pt idx="806">
                  <c:v>44995</c:v>
                </c:pt>
                <c:pt idx="807">
                  <c:v>44994</c:v>
                </c:pt>
                <c:pt idx="808">
                  <c:v>44993</c:v>
                </c:pt>
                <c:pt idx="809">
                  <c:v>44992</c:v>
                </c:pt>
                <c:pt idx="810">
                  <c:v>44991</c:v>
                </c:pt>
                <c:pt idx="811">
                  <c:v>44988</c:v>
                </c:pt>
                <c:pt idx="812">
                  <c:v>44987</c:v>
                </c:pt>
                <c:pt idx="813">
                  <c:v>44986</c:v>
                </c:pt>
                <c:pt idx="814">
                  <c:v>44985</c:v>
                </c:pt>
                <c:pt idx="815">
                  <c:v>44984</c:v>
                </c:pt>
                <c:pt idx="816">
                  <c:v>44981</c:v>
                </c:pt>
                <c:pt idx="817">
                  <c:v>44980</c:v>
                </c:pt>
                <c:pt idx="818">
                  <c:v>44979</c:v>
                </c:pt>
                <c:pt idx="819">
                  <c:v>44978</c:v>
                </c:pt>
                <c:pt idx="820">
                  <c:v>44977</c:v>
                </c:pt>
                <c:pt idx="821">
                  <c:v>44974</c:v>
                </c:pt>
                <c:pt idx="822">
                  <c:v>44973</c:v>
                </c:pt>
                <c:pt idx="823">
                  <c:v>44972</c:v>
                </c:pt>
                <c:pt idx="824">
                  <c:v>44971</c:v>
                </c:pt>
                <c:pt idx="825">
                  <c:v>44970</c:v>
                </c:pt>
                <c:pt idx="826">
                  <c:v>44967</c:v>
                </c:pt>
                <c:pt idx="827">
                  <c:v>44966</c:v>
                </c:pt>
                <c:pt idx="828">
                  <c:v>44965</c:v>
                </c:pt>
                <c:pt idx="829">
                  <c:v>44964</c:v>
                </c:pt>
                <c:pt idx="830">
                  <c:v>44963</c:v>
                </c:pt>
                <c:pt idx="831">
                  <c:v>44960</c:v>
                </c:pt>
                <c:pt idx="832">
                  <c:v>44959</c:v>
                </c:pt>
                <c:pt idx="833">
                  <c:v>44958</c:v>
                </c:pt>
                <c:pt idx="834">
                  <c:v>44957</c:v>
                </c:pt>
                <c:pt idx="835">
                  <c:v>44956</c:v>
                </c:pt>
                <c:pt idx="836">
                  <c:v>44953</c:v>
                </c:pt>
                <c:pt idx="837">
                  <c:v>44952</c:v>
                </c:pt>
                <c:pt idx="838">
                  <c:v>44946</c:v>
                </c:pt>
                <c:pt idx="839">
                  <c:v>44945</c:v>
                </c:pt>
                <c:pt idx="840">
                  <c:v>44944</c:v>
                </c:pt>
                <c:pt idx="841">
                  <c:v>44943</c:v>
                </c:pt>
                <c:pt idx="842">
                  <c:v>44942</c:v>
                </c:pt>
                <c:pt idx="843">
                  <c:v>44939</c:v>
                </c:pt>
                <c:pt idx="844">
                  <c:v>44938</c:v>
                </c:pt>
                <c:pt idx="845">
                  <c:v>44937</c:v>
                </c:pt>
                <c:pt idx="846">
                  <c:v>44936</c:v>
                </c:pt>
                <c:pt idx="847">
                  <c:v>44935</c:v>
                </c:pt>
                <c:pt idx="848">
                  <c:v>44932</c:v>
                </c:pt>
                <c:pt idx="849">
                  <c:v>44931</c:v>
                </c:pt>
                <c:pt idx="850">
                  <c:v>44930</c:v>
                </c:pt>
                <c:pt idx="851">
                  <c:v>44929</c:v>
                </c:pt>
                <c:pt idx="852">
                  <c:v>44925</c:v>
                </c:pt>
                <c:pt idx="853">
                  <c:v>44924</c:v>
                </c:pt>
                <c:pt idx="854">
                  <c:v>44923</c:v>
                </c:pt>
                <c:pt idx="855">
                  <c:v>44918</c:v>
                </c:pt>
                <c:pt idx="856">
                  <c:v>44917</c:v>
                </c:pt>
                <c:pt idx="857">
                  <c:v>44916</c:v>
                </c:pt>
                <c:pt idx="858">
                  <c:v>44915</c:v>
                </c:pt>
                <c:pt idx="859">
                  <c:v>44914</c:v>
                </c:pt>
                <c:pt idx="860">
                  <c:v>44911</c:v>
                </c:pt>
                <c:pt idx="861">
                  <c:v>44910</c:v>
                </c:pt>
                <c:pt idx="862">
                  <c:v>44909</c:v>
                </c:pt>
                <c:pt idx="863">
                  <c:v>44908</c:v>
                </c:pt>
                <c:pt idx="864">
                  <c:v>44907</c:v>
                </c:pt>
                <c:pt idx="865">
                  <c:v>44904</c:v>
                </c:pt>
                <c:pt idx="866">
                  <c:v>44903</c:v>
                </c:pt>
                <c:pt idx="867">
                  <c:v>44902</c:v>
                </c:pt>
                <c:pt idx="868">
                  <c:v>44901</c:v>
                </c:pt>
                <c:pt idx="869">
                  <c:v>44900</c:v>
                </c:pt>
                <c:pt idx="870">
                  <c:v>44897</c:v>
                </c:pt>
                <c:pt idx="871">
                  <c:v>44896</c:v>
                </c:pt>
                <c:pt idx="872">
                  <c:v>44895</c:v>
                </c:pt>
                <c:pt idx="873">
                  <c:v>44894</c:v>
                </c:pt>
                <c:pt idx="874">
                  <c:v>44893</c:v>
                </c:pt>
                <c:pt idx="875">
                  <c:v>44890</c:v>
                </c:pt>
                <c:pt idx="876">
                  <c:v>44889</c:v>
                </c:pt>
                <c:pt idx="877">
                  <c:v>44888</c:v>
                </c:pt>
                <c:pt idx="878">
                  <c:v>44887</c:v>
                </c:pt>
                <c:pt idx="879">
                  <c:v>44886</c:v>
                </c:pt>
                <c:pt idx="880">
                  <c:v>44883</c:v>
                </c:pt>
                <c:pt idx="881">
                  <c:v>44882</c:v>
                </c:pt>
                <c:pt idx="882">
                  <c:v>44881</c:v>
                </c:pt>
                <c:pt idx="883">
                  <c:v>44880</c:v>
                </c:pt>
                <c:pt idx="884">
                  <c:v>44879</c:v>
                </c:pt>
                <c:pt idx="885">
                  <c:v>44876</c:v>
                </c:pt>
                <c:pt idx="886">
                  <c:v>44875</c:v>
                </c:pt>
                <c:pt idx="887">
                  <c:v>44874</c:v>
                </c:pt>
                <c:pt idx="888">
                  <c:v>44873</c:v>
                </c:pt>
                <c:pt idx="889">
                  <c:v>44872</c:v>
                </c:pt>
                <c:pt idx="890">
                  <c:v>44869</c:v>
                </c:pt>
                <c:pt idx="891">
                  <c:v>44868</c:v>
                </c:pt>
                <c:pt idx="892">
                  <c:v>44867</c:v>
                </c:pt>
                <c:pt idx="893">
                  <c:v>44866</c:v>
                </c:pt>
                <c:pt idx="894">
                  <c:v>44865</c:v>
                </c:pt>
                <c:pt idx="895">
                  <c:v>44862</c:v>
                </c:pt>
                <c:pt idx="896">
                  <c:v>44861</c:v>
                </c:pt>
                <c:pt idx="897">
                  <c:v>44860</c:v>
                </c:pt>
                <c:pt idx="898">
                  <c:v>44859</c:v>
                </c:pt>
                <c:pt idx="899">
                  <c:v>44858</c:v>
                </c:pt>
                <c:pt idx="900">
                  <c:v>44855</c:v>
                </c:pt>
                <c:pt idx="901">
                  <c:v>44854</c:v>
                </c:pt>
                <c:pt idx="902">
                  <c:v>44853</c:v>
                </c:pt>
                <c:pt idx="903">
                  <c:v>44852</c:v>
                </c:pt>
                <c:pt idx="904">
                  <c:v>44851</c:v>
                </c:pt>
                <c:pt idx="905">
                  <c:v>44848</c:v>
                </c:pt>
                <c:pt idx="906">
                  <c:v>44847</c:v>
                </c:pt>
                <c:pt idx="907">
                  <c:v>44846</c:v>
                </c:pt>
                <c:pt idx="908">
                  <c:v>44845</c:v>
                </c:pt>
                <c:pt idx="909">
                  <c:v>44844</c:v>
                </c:pt>
                <c:pt idx="910">
                  <c:v>44841</c:v>
                </c:pt>
                <c:pt idx="911">
                  <c:v>44840</c:v>
                </c:pt>
                <c:pt idx="912">
                  <c:v>44839</c:v>
                </c:pt>
                <c:pt idx="913">
                  <c:v>44837</c:v>
                </c:pt>
                <c:pt idx="914">
                  <c:v>44834</c:v>
                </c:pt>
                <c:pt idx="915">
                  <c:v>44833</c:v>
                </c:pt>
                <c:pt idx="916">
                  <c:v>44832</c:v>
                </c:pt>
                <c:pt idx="917">
                  <c:v>44831</c:v>
                </c:pt>
                <c:pt idx="918">
                  <c:v>44830</c:v>
                </c:pt>
                <c:pt idx="919">
                  <c:v>44827</c:v>
                </c:pt>
                <c:pt idx="920">
                  <c:v>44826</c:v>
                </c:pt>
                <c:pt idx="921">
                  <c:v>44825</c:v>
                </c:pt>
                <c:pt idx="922">
                  <c:v>44824</c:v>
                </c:pt>
                <c:pt idx="923">
                  <c:v>44823</c:v>
                </c:pt>
                <c:pt idx="924">
                  <c:v>44820</c:v>
                </c:pt>
                <c:pt idx="925">
                  <c:v>44819</c:v>
                </c:pt>
                <c:pt idx="926">
                  <c:v>44818</c:v>
                </c:pt>
                <c:pt idx="927">
                  <c:v>44817</c:v>
                </c:pt>
                <c:pt idx="928">
                  <c:v>44813</c:v>
                </c:pt>
                <c:pt idx="929">
                  <c:v>44812</c:v>
                </c:pt>
                <c:pt idx="930">
                  <c:v>44811</c:v>
                </c:pt>
                <c:pt idx="931">
                  <c:v>44810</c:v>
                </c:pt>
                <c:pt idx="932">
                  <c:v>44809</c:v>
                </c:pt>
                <c:pt idx="933">
                  <c:v>44806</c:v>
                </c:pt>
                <c:pt idx="934">
                  <c:v>44805</c:v>
                </c:pt>
                <c:pt idx="935">
                  <c:v>44804</c:v>
                </c:pt>
                <c:pt idx="936">
                  <c:v>44803</c:v>
                </c:pt>
                <c:pt idx="937">
                  <c:v>44802</c:v>
                </c:pt>
                <c:pt idx="938">
                  <c:v>44799</c:v>
                </c:pt>
                <c:pt idx="939">
                  <c:v>44798</c:v>
                </c:pt>
                <c:pt idx="940">
                  <c:v>44797</c:v>
                </c:pt>
                <c:pt idx="941">
                  <c:v>44796</c:v>
                </c:pt>
                <c:pt idx="942">
                  <c:v>44795</c:v>
                </c:pt>
                <c:pt idx="943">
                  <c:v>44792</c:v>
                </c:pt>
                <c:pt idx="944">
                  <c:v>44791</c:v>
                </c:pt>
                <c:pt idx="945">
                  <c:v>44790</c:v>
                </c:pt>
                <c:pt idx="946">
                  <c:v>44789</c:v>
                </c:pt>
                <c:pt idx="947">
                  <c:v>44788</c:v>
                </c:pt>
                <c:pt idx="948">
                  <c:v>44785</c:v>
                </c:pt>
                <c:pt idx="949">
                  <c:v>44784</c:v>
                </c:pt>
                <c:pt idx="950">
                  <c:v>44783</c:v>
                </c:pt>
                <c:pt idx="951">
                  <c:v>44782</c:v>
                </c:pt>
                <c:pt idx="952">
                  <c:v>44781</c:v>
                </c:pt>
                <c:pt idx="953">
                  <c:v>44778</c:v>
                </c:pt>
                <c:pt idx="954">
                  <c:v>44777</c:v>
                </c:pt>
                <c:pt idx="955">
                  <c:v>44776</c:v>
                </c:pt>
                <c:pt idx="956">
                  <c:v>44775</c:v>
                </c:pt>
                <c:pt idx="957">
                  <c:v>44774</c:v>
                </c:pt>
                <c:pt idx="958">
                  <c:v>44771</c:v>
                </c:pt>
                <c:pt idx="959">
                  <c:v>44770</c:v>
                </c:pt>
                <c:pt idx="960">
                  <c:v>44769</c:v>
                </c:pt>
                <c:pt idx="961">
                  <c:v>44768</c:v>
                </c:pt>
                <c:pt idx="962">
                  <c:v>44767</c:v>
                </c:pt>
                <c:pt idx="963">
                  <c:v>44764</c:v>
                </c:pt>
                <c:pt idx="964">
                  <c:v>44763</c:v>
                </c:pt>
                <c:pt idx="965">
                  <c:v>44762</c:v>
                </c:pt>
                <c:pt idx="966">
                  <c:v>44761</c:v>
                </c:pt>
                <c:pt idx="967">
                  <c:v>44760</c:v>
                </c:pt>
                <c:pt idx="968">
                  <c:v>44757</c:v>
                </c:pt>
                <c:pt idx="969">
                  <c:v>44756</c:v>
                </c:pt>
                <c:pt idx="970">
                  <c:v>44755</c:v>
                </c:pt>
                <c:pt idx="971">
                  <c:v>44754</c:v>
                </c:pt>
                <c:pt idx="972">
                  <c:v>44753</c:v>
                </c:pt>
                <c:pt idx="973">
                  <c:v>44750</c:v>
                </c:pt>
                <c:pt idx="974">
                  <c:v>44749</c:v>
                </c:pt>
                <c:pt idx="975">
                  <c:v>44748</c:v>
                </c:pt>
                <c:pt idx="976">
                  <c:v>44747</c:v>
                </c:pt>
                <c:pt idx="977">
                  <c:v>44746</c:v>
                </c:pt>
                <c:pt idx="978">
                  <c:v>44742</c:v>
                </c:pt>
                <c:pt idx="979">
                  <c:v>44741</c:v>
                </c:pt>
                <c:pt idx="980">
                  <c:v>44740</c:v>
                </c:pt>
                <c:pt idx="981">
                  <c:v>44739</c:v>
                </c:pt>
                <c:pt idx="982">
                  <c:v>44736</c:v>
                </c:pt>
                <c:pt idx="983">
                  <c:v>44735</c:v>
                </c:pt>
                <c:pt idx="984">
                  <c:v>44734</c:v>
                </c:pt>
                <c:pt idx="985">
                  <c:v>44733</c:v>
                </c:pt>
                <c:pt idx="986">
                  <c:v>44732</c:v>
                </c:pt>
                <c:pt idx="987">
                  <c:v>44729</c:v>
                </c:pt>
                <c:pt idx="988">
                  <c:v>44728</c:v>
                </c:pt>
                <c:pt idx="989">
                  <c:v>44727</c:v>
                </c:pt>
                <c:pt idx="990">
                  <c:v>44726</c:v>
                </c:pt>
                <c:pt idx="991">
                  <c:v>44725</c:v>
                </c:pt>
                <c:pt idx="992">
                  <c:v>44722</c:v>
                </c:pt>
                <c:pt idx="993">
                  <c:v>44721</c:v>
                </c:pt>
                <c:pt idx="994">
                  <c:v>44720</c:v>
                </c:pt>
                <c:pt idx="995">
                  <c:v>44719</c:v>
                </c:pt>
                <c:pt idx="996">
                  <c:v>44718</c:v>
                </c:pt>
                <c:pt idx="997">
                  <c:v>44714</c:v>
                </c:pt>
                <c:pt idx="998">
                  <c:v>44713</c:v>
                </c:pt>
                <c:pt idx="999">
                  <c:v>44712</c:v>
                </c:pt>
                <c:pt idx="1000">
                  <c:v>44711</c:v>
                </c:pt>
                <c:pt idx="1001">
                  <c:v>44708</c:v>
                </c:pt>
                <c:pt idx="1002">
                  <c:v>44707</c:v>
                </c:pt>
                <c:pt idx="1003">
                  <c:v>44706</c:v>
                </c:pt>
                <c:pt idx="1004">
                  <c:v>44705</c:v>
                </c:pt>
                <c:pt idx="1005">
                  <c:v>44704</c:v>
                </c:pt>
                <c:pt idx="1006">
                  <c:v>44701</c:v>
                </c:pt>
                <c:pt idx="1007">
                  <c:v>44700</c:v>
                </c:pt>
                <c:pt idx="1008">
                  <c:v>44699</c:v>
                </c:pt>
                <c:pt idx="1009">
                  <c:v>44698</c:v>
                </c:pt>
                <c:pt idx="1010">
                  <c:v>44697</c:v>
                </c:pt>
                <c:pt idx="1011">
                  <c:v>44694</c:v>
                </c:pt>
                <c:pt idx="1012">
                  <c:v>44693</c:v>
                </c:pt>
                <c:pt idx="1013">
                  <c:v>44692</c:v>
                </c:pt>
                <c:pt idx="1014">
                  <c:v>44691</c:v>
                </c:pt>
                <c:pt idx="1015">
                  <c:v>44687</c:v>
                </c:pt>
                <c:pt idx="1016">
                  <c:v>44686</c:v>
                </c:pt>
                <c:pt idx="1017">
                  <c:v>44685</c:v>
                </c:pt>
                <c:pt idx="1018">
                  <c:v>44684</c:v>
                </c:pt>
                <c:pt idx="1019">
                  <c:v>44680</c:v>
                </c:pt>
                <c:pt idx="1020">
                  <c:v>44679</c:v>
                </c:pt>
                <c:pt idx="1021">
                  <c:v>44678</c:v>
                </c:pt>
                <c:pt idx="1022">
                  <c:v>44677</c:v>
                </c:pt>
                <c:pt idx="1023">
                  <c:v>44676</c:v>
                </c:pt>
                <c:pt idx="1024">
                  <c:v>44673</c:v>
                </c:pt>
                <c:pt idx="1025">
                  <c:v>44672</c:v>
                </c:pt>
                <c:pt idx="1026">
                  <c:v>44671</c:v>
                </c:pt>
                <c:pt idx="1027">
                  <c:v>44670</c:v>
                </c:pt>
                <c:pt idx="1028">
                  <c:v>44665</c:v>
                </c:pt>
                <c:pt idx="1029">
                  <c:v>44664</c:v>
                </c:pt>
                <c:pt idx="1030">
                  <c:v>44663</c:v>
                </c:pt>
                <c:pt idx="1031">
                  <c:v>44662</c:v>
                </c:pt>
                <c:pt idx="1032">
                  <c:v>44659</c:v>
                </c:pt>
                <c:pt idx="1033">
                  <c:v>44658</c:v>
                </c:pt>
                <c:pt idx="1034">
                  <c:v>44657</c:v>
                </c:pt>
                <c:pt idx="1035">
                  <c:v>44655</c:v>
                </c:pt>
                <c:pt idx="1036">
                  <c:v>44652</c:v>
                </c:pt>
                <c:pt idx="1037">
                  <c:v>44651</c:v>
                </c:pt>
                <c:pt idx="1038">
                  <c:v>44650</c:v>
                </c:pt>
                <c:pt idx="1039">
                  <c:v>44649</c:v>
                </c:pt>
                <c:pt idx="1040">
                  <c:v>44648</c:v>
                </c:pt>
                <c:pt idx="1041">
                  <c:v>44645</c:v>
                </c:pt>
                <c:pt idx="1042">
                  <c:v>44644</c:v>
                </c:pt>
                <c:pt idx="1043">
                  <c:v>44643</c:v>
                </c:pt>
                <c:pt idx="1044">
                  <c:v>44642</c:v>
                </c:pt>
                <c:pt idx="1045">
                  <c:v>44641</c:v>
                </c:pt>
                <c:pt idx="1046">
                  <c:v>44638</c:v>
                </c:pt>
                <c:pt idx="1047">
                  <c:v>44637</c:v>
                </c:pt>
                <c:pt idx="1048">
                  <c:v>44636</c:v>
                </c:pt>
                <c:pt idx="1049">
                  <c:v>44635</c:v>
                </c:pt>
                <c:pt idx="1050">
                  <c:v>44634</c:v>
                </c:pt>
                <c:pt idx="1051">
                  <c:v>44631</c:v>
                </c:pt>
                <c:pt idx="1052">
                  <c:v>44630</c:v>
                </c:pt>
                <c:pt idx="1053">
                  <c:v>44629</c:v>
                </c:pt>
                <c:pt idx="1054">
                  <c:v>44628</c:v>
                </c:pt>
                <c:pt idx="1055">
                  <c:v>44627</c:v>
                </c:pt>
                <c:pt idx="1056">
                  <c:v>44624</c:v>
                </c:pt>
                <c:pt idx="1057">
                  <c:v>44623</c:v>
                </c:pt>
                <c:pt idx="1058">
                  <c:v>44622</c:v>
                </c:pt>
                <c:pt idx="1059">
                  <c:v>44621</c:v>
                </c:pt>
                <c:pt idx="1060">
                  <c:v>44620</c:v>
                </c:pt>
                <c:pt idx="1061">
                  <c:v>44617</c:v>
                </c:pt>
                <c:pt idx="1062">
                  <c:v>44616</c:v>
                </c:pt>
                <c:pt idx="1063">
                  <c:v>44615</c:v>
                </c:pt>
                <c:pt idx="1064">
                  <c:v>44614</c:v>
                </c:pt>
                <c:pt idx="1065">
                  <c:v>44613</c:v>
                </c:pt>
                <c:pt idx="1066">
                  <c:v>44610</c:v>
                </c:pt>
                <c:pt idx="1067">
                  <c:v>44609</c:v>
                </c:pt>
                <c:pt idx="1068">
                  <c:v>44608</c:v>
                </c:pt>
                <c:pt idx="1069">
                  <c:v>44607</c:v>
                </c:pt>
                <c:pt idx="1070">
                  <c:v>44606</c:v>
                </c:pt>
                <c:pt idx="1071">
                  <c:v>44603</c:v>
                </c:pt>
                <c:pt idx="1072">
                  <c:v>44602</c:v>
                </c:pt>
                <c:pt idx="1073">
                  <c:v>44601</c:v>
                </c:pt>
                <c:pt idx="1074">
                  <c:v>44600</c:v>
                </c:pt>
                <c:pt idx="1075">
                  <c:v>44599</c:v>
                </c:pt>
                <c:pt idx="1076">
                  <c:v>44596</c:v>
                </c:pt>
                <c:pt idx="1077">
                  <c:v>44592</c:v>
                </c:pt>
                <c:pt idx="1078">
                  <c:v>44589</c:v>
                </c:pt>
                <c:pt idx="1079">
                  <c:v>44588</c:v>
                </c:pt>
                <c:pt idx="1080">
                  <c:v>44587</c:v>
                </c:pt>
                <c:pt idx="1081">
                  <c:v>44586</c:v>
                </c:pt>
                <c:pt idx="1082">
                  <c:v>44585</c:v>
                </c:pt>
                <c:pt idx="1083">
                  <c:v>44582</c:v>
                </c:pt>
                <c:pt idx="1084">
                  <c:v>44581</c:v>
                </c:pt>
                <c:pt idx="1085">
                  <c:v>44580</c:v>
                </c:pt>
                <c:pt idx="1086">
                  <c:v>44579</c:v>
                </c:pt>
                <c:pt idx="1087">
                  <c:v>44578</c:v>
                </c:pt>
                <c:pt idx="1088">
                  <c:v>44575</c:v>
                </c:pt>
                <c:pt idx="1089">
                  <c:v>44574</c:v>
                </c:pt>
                <c:pt idx="1090">
                  <c:v>44573</c:v>
                </c:pt>
                <c:pt idx="1091">
                  <c:v>44572</c:v>
                </c:pt>
                <c:pt idx="1092">
                  <c:v>44571</c:v>
                </c:pt>
                <c:pt idx="1093">
                  <c:v>44568</c:v>
                </c:pt>
                <c:pt idx="1094">
                  <c:v>44567</c:v>
                </c:pt>
                <c:pt idx="1095">
                  <c:v>44566</c:v>
                </c:pt>
                <c:pt idx="1096">
                  <c:v>44565</c:v>
                </c:pt>
                <c:pt idx="1097">
                  <c:v>44564</c:v>
                </c:pt>
                <c:pt idx="1098">
                  <c:v>44561</c:v>
                </c:pt>
                <c:pt idx="1099">
                  <c:v>44560</c:v>
                </c:pt>
                <c:pt idx="1100">
                  <c:v>44559</c:v>
                </c:pt>
                <c:pt idx="1101">
                  <c:v>44558</c:v>
                </c:pt>
                <c:pt idx="1102">
                  <c:v>44554</c:v>
                </c:pt>
                <c:pt idx="1103">
                  <c:v>44553</c:v>
                </c:pt>
                <c:pt idx="1104">
                  <c:v>44552</c:v>
                </c:pt>
                <c:pt idx="1105">
                  <c:v>44551</c:v>
                </c:pt>
                <c:pt idx="1106">
                  <c:v>44550</c:v>
                </c:pt>
                <c:pt idx="1107">
                  <c:v>44547</c:v>
                </c:pt>
                <c:pt idx="1108">
                  <c:v>44546</c:v>
                </c:pt>
                <c:pt idx="1109">
                  <c:v>44545</c:v>
                </c:pt>
                <c:pt idx="1110">
                  <c:v>44544</c:v>
                </c:pt>
                <c:pt idx="1111">
                  <c:v>44543</c:v>
                </c:pt>
                <c:pt idx="1112">
                  <c:v>44540</c:v>
                </c:pt>
                <c:pt idx="1113">
                  <c:v>44539</c:v>
                </c:pt>
                <c:pt idx="1114">
                  <c:v>44538</c:v>
                </c:pt>
                <c:pt idx="1115">
                  <c:v>44537</c:v>
                </c:pt>
                <c:pt idx="1116">
                  <c:v>44536</c:v>
                </c:pt>
                <c:pt idx="1117">
                  <c:v>44533</c:v>
                </c:pt>
                <c:pt idx="1118">
                  <c:v>44532</c:v>
                </c:pt>
                <c:pt idx="1119">
                  <c:v>44531</c:v>
                </c:pt>
                <c:pt idx="1120">
                  <c:v>44530</c:v>
                </c:pt>
                <c:pt idx="1121">
                  <c:v>44529</c:v>
                </c:pt>
                <c:pt idx="1122">
                  <c:v>44526</c:v>
                </c:pt>
                <c:pt idx="1123">
                  <c:v>44525</c:v>
                </c:pt>
                <c:pt idx="1124">
                  <c:v>44524</c:v>
                </c:pt>
                <c:pt idx="1125">
                  <c:v>44523</c:v>
                </c:pt>
                <c:pt idx="1126">
                  <c:v>44522</c:v>
                </c:pt>
                <c:pt idx="1127">
                  <c:v>44519</c:v>
                </c:pt>
                <c:pt idx="1128">
                  <c:v>44518</c:v>
                </c:pt>
                <c:pt idx="1129">
                  <c:v>44517</c:v>
                </c:pt>
                <c:pt idx="1130">
                  <c:v>44516</c:v>
                </c:pt>
                <c:pt idx="1131">
                  <c:v>44515</c:v>
                </c:pt>
                <c:pt idx="1132">
                  <c:v>44512</c:v>
                </c:pt>
                <c:pt idx="1133">
                  <c:v>44511</c:v>
                </c:pt>
                <c:pt idx="1134">
                  <c:v>44510</c:v>
                </c:pt>
                <c:pt idx="1135">
                  <c:v>44509</c:v>
                </c:pt>
                <c:pt idx="1136">
                  <c:v>44508</c:v>
                </c:pt>
                <c:pt idx="1137">
                  <c:v>44505</c:v>
                </c:pt>
                <c:pt idx="1138">
                  <c:v>44504</c:v>
                </c:pt>
                <c:pt idx="1139">
                  <c:v>44503</c:v>
                </c:pt>
                <c:pt idx="1140">
                  <c:v>44502</c:v>
                </c:pt>
                <c:pt idx="1141">
                  <c:v>44501</c:v>
                </c:pt>
                <c:pt idx="1142">
                  <c:v>44498</c:v>
                </c:pt>
                <c:pt idx="1143">
                  <c:v>44497</c:v>
                </c:pt>
                <c:pt idx="1144">
                  <c:v>44496</c:v>
                </c:pt>
                <c:pt idx="1145">
                  <c:v>44495</c:v>
                </c:pt>
                <c:pt idx="1146">
                  <c:v>44494</c:v>
                </c:pt>
                <c:pt idx="1147">
                  <c:v>44491</c:v>
                </c:pt>
                <c:pt idx="1148">
                  <c:v>44490</c:v>
                </c:pt>
                <c:pt idx="1149">
                  <c:v>44489</c:v>
                </c:pt>
                <c:pt idx="1150">
                  <c:v>44488</c:v>
                </c:pt>
                <c:pt idx="1151">
                  <c:v>44487</c:v>
                </c:pt>
                <c:pt idx="1152">
                  <c:v>44484</c:v>
                </c:pt>
                <c:pt idx="1153">
                  <c:v>44481</c:v>
                </c:pt>
                <c:pt idx="1154">
                  <c:v>44480</c:v>
                </c:pt>
                <c:pt idx="1155">
                  <c:v>44477</c:v>
                </c:pt>
                <c:pt idx="1156">
                  <c:v>44476</c:v>
                </c:pt>
                <c:pt idx="1157">
                  <c:v>44475</c:v>
                </c:pt>
                <c:pt idx="1158">
                  <c:v>44474</c:v>
                </c:pt>
                <c:pt idx="1159">
                  <c:v>44473</c:v>
                </c:pt>
                <c:pt idx="1160">
                  <c:v>44469</c:v>
                </c:pt>
                <c:pt idx="1161">
                  <c:v>44468</c:v>
                </c:pt>
                <c:pt idx="1162">
                  <c:v>44467</c:v>
                </c:pt>
                <c:pt idx="1163">
                  <c:v>44466</c:v>
                </c:pt>
                <c:pt idx="1164">
                  <c:v>44463</c:v>
                </c:pt>
                <c:pt idx="1165">
                  <c:v>44462</c:v>
                </c:pt>
                <c:pt idx="1166">
                  <c:v>44460</c:v>
                </c:pt>
                <c:pt idx="1167">
                  <c:v>44459</c:v>
                </c:pt>
                <c:pt idx="1168">
                  <c:v>44456</c:v>
                </c:pt>
                <c:pt idx="1169">
                  <c:v>44455</c:v>
                </c:pt>
                <c:pt idx="1170">
                  <c:v>44454</c:v>
                </c:pt>
                <c:pt idx="1171">
                  <c:v>44453</c:v>
                </c:pt>
                <c:pt idx="1172">
                  <c:v>44452</c:v>
                </c:pt>
                <c:pt idx="1173">
                  <c:v>44449</c:v>
                </c:pt>
                <c:pt idx="1174">
                  <c:v>44448</c:v>
                </c:pt>
                <c:pt idx="1175">
                  <c:v>44447</c:v>
                </c:pt>
                <c:pt idx="1176">
                  <c:v>44446</c:v>
                </c:pt>
                <c:pt idx="1177">
                  <c:v>44445</c:v>
                </c:pt>
                <c:pt idx="1178">
                  <c:v>44442</c:v>
                </c:pt>
                <c:pt idx="1179">
                  <c:v>44441</c:v>
                </c:pt>
                <c:pt idx="1180">
                  <c:v>44440</c:v>
                </c:pt>
                <c:pt idx="1181">
                  <c:v>44439</c:v>
                </c:pt>
                <c:pt idx="1182">
                  <c:v>44438</c:v>
                </c:pt>
                <c:pt idx="1183">
                  <c:v>44435</c:v>
                </c:pt>
                <c:pt idx="1184">
                  <c:v>44434</c:v>
                </c:pt>
                <c:pt idx="1185">
                  <c:v>44433</c:v>
                </c:pt>
                <c:pt idx="1186">
                  <c:v>44432</c:v>
                </c:pt>
                <c:pt idx="1187">
                  <c:v>44431</c:v>
                </c:pt>
                <c:pt idx="1188">
                  <c:v>44428</c:v>
                </c:pt>
                <c:pt idx="1189">
                  <c:v>44427</c:v>
                </c:pt>
                <c:pt idx="1190">
                  <c:v>44426</c:v>
                </c:pt>
                <c:pt idx="1191">
                  <c:v>44425</c:v>
                </c:pt>
                <c:pt idx="1192">
                  <c:v>44424</c:v>
                </c:pt>
                <c:pt idx="1193">
                  <c:v>44421</c:v>
                </c:pt>
                <c:pt idx="1194">
                  <c:v>44420</c:v>
                </c:pt>
                <c:pt idx="1195">
                  <c:v>44419</c:v>
                </c:pt>
                <c:pt idx="1196">
                  <c:v>44418</c:v>
                </c:pt>
                <c:pt idx="1197">
                  <c:v>44417</c:v>
                </c:pt>
                <c:pt idx="1198">
                  <c:v>44414</c:v>
                </c:pt>
                <c:pt idx="1199">
                  <c:v>44413</c:v>
                </c:pt>
                <c:pt idx="1200">
                  <c:v>44412</c:v>
                </c:pt>
                <c:pt idx="1201">
                  <c:v>44411</c:v>
                </c:pt>
                <c:pt idx="1202">
                  <c:v>44410</c:v>
                </c:pt>
                <c:pt idx="1203">
                  <c:v>44407</c:v>
                </c:pt>
                <c:pt idx="1204">
                  <c:v>44406</c:v>
                </c:pt>
                <c:pt idx="1205">
                  <c:v>44405</c:v>
                </c:pt>
                <c:pt idx="1206">
                  <c:v>44404</c:v>
                </c:pt>
                <c:pt idx="1207">
                  <c:v>44403</c:v>
                </c:pt>
                <c:pt idx="1208">
                  <c:v>44400</c:v>
                </c:pt>
                <c:pt idx="1209">
                  <c:v>44399</c:v>
                </c:pt>
                <c:pt idx="1210">
                  <c:v>44398</c:v>
                </c:pt>
                <c:pt idx="1211">
                  <c:v>44397</c:v>
                </c:pt>
                <c:pt idx="1212">
                  <c:v>44396</c:v>
                </c:pt>
                <c:pt idx="1213">
                  <c:v>44393</c:v>
                </c:pt>
                <c:pt idx="1214">
                  <c:v>44392</c:v>
                </c:pt>
                <c:pt idx="1215">
                  <c:v>44391</c:v>
                </c:pt>
                <c:pt idx="1216">
                  <c:v>44390</c:v>
                </c:pt>
                <c:pt idx="1217">
                  <c:v>44389</c:v>
                </c:pt>
                <c:pt idx="1218">
                  <c:v>44386</c:v>
                </c:pt>
                <c:pt idx="1219">
                  <c:v>44385</c:v>
                </c:pt>
                <c:pt idx="1220">
                  <c:v>44384</c:v>
                </c:pt>
                <c:pt idx="1221">
                  <c:v>44383</c:v>
                </c:pt>
                <c:pt idx="1222">
                  <c:v>44382</c:v>
                </c:pt>
                <c:pt idx="1223">
                  <c:v>44379</c:v>
                </c:pt>
                <c:pt idx="1224">
                  <c:v>44377</c:v>
                </c:pt>
                <c:pt idx="1225">
                  <c:v>44376</c:v>
                </c:pt>
                <c:pt idx="1226">
                  <c:v>44375</c:v>
                </c:pt>
                <c:pt idx="1227">
                  <c:v>44372</c:v>
                </c:pt>
                <c:pt idx="1228">
                  <c:v>44371</c:v>
                </c:pt>
                <c:pt idx="1229">
                  <c:v>44370</c:v>
                </c:pt>
                <c:pt idx="1230">
                  <c:v>44369</c:v>
                </c:pt>
                <c:pt idx="1231">
                  <c:v>44368</c:v>
                </c:pt>
                <c:pt idx="1232">
                  <c:v>44365</c:v>
                </c:pt>
                <c:pt idx="1233">
                  <c:v>44364</c:v>
                </c:pt>
                <c:pt idx="1234">
                  <c:v>44363</c:v>
                </c:pt>
                <c:pt idx="1235">
                  <c:v>44362</c:v>
                </c:pt>
                <c:pt idx="1236">
                  <c:v>44358</c:v>
                </c:pt>
                <c:pt idx="1237">
                  <c:v>44357</c:v>
                </c:pt>
                <c:pt idx="1238">
                  <c:v>44356</c:v>
                </c:pt>
                <c:pt idx="1239">
                  <c:v>44355</c:v>
                </c:pt>
                <c:pt idx="1240">
                  <c:v>44354</c:v>
                </c:pt>
                <c:pt idx="1241">
                  <c:v>44351</c:v>
                </c:pt>
                <c:pt idx="1242">
                  <c:v>44350</c:v>
                </c:pt>
                <c:pt idx="1243">
                  <c:v>44349</c:v>
                </c:pt>
                <c:pt idx="1244">
                  <c:v>44348</c:v>
                </c:pt>
                <c:pt idx="1245">
                  <c:v>44347</c:v>
                </c:pt>
                <c:pt idx="1246">
                  <c:v>44344</c:v>
                </c:pt>
                <c:pt idx="1247">
                  <c:v>44343</c:v>
                </c:pt>
                <c:pt idx="1248">
                  <c:v>44342</c:v>
                </c:pt>
                <c:pt idx="1249">
                  <c:v>44341</c:v>
                </c:pt>
                <c:pt idx="1250">
                  <c:v>44340</c:v>
                </c:pt>
                <c:pt idx="1251">
                  <c:v>44337</c:v>
                </c:pt>
                <c:pt idx="1252">
                  <c:v>44336</c:v>
                </c:pt>
                <c:pt idx="1253">
                  <c:v>44334</c:v>
                </c:pt>
                <c:pt idx="1254">
                  <c:v>44333</c:v>
                </c:pt>
                <c:pt idx="1255">
                  <c:v>44330</c:v>
                </c:pt>
                <c:pt idx="1256">
                  <c:v>44329</c:v>
                </c:pt>
                <c:pt idx="1257">
                  <c:v>44328</c:v>
                </c:pt>
                <c:pt idx="1258">
                  <c:v>44327</c:v>
                </c:pt>
                <c:pt idx="1259">
                  <c:v>44326</c:v>
                </c:pt>
                <c:pt idx="1260">
                  <c:v>44323</c:v>
                </c:pt>
                <c:pt idx="1261">
                  <c:v>44322</c:v>
                </c:pt>
                <c:pt idx="1262">
                  <c:v>44321</c:v>
                </c:pt>
                <c:pt idx="1263">
                  <c:v>44320</c:v>
                </c:pt>
                <c:pt idx="1264">
                  <c:v>44319</c:v>
                </c:pt>
                <c:pt idx="1265">
                  <c:v>44316</c:v>
                </c:pt>
                <c:pt idx="1266">
                  <c:v>44315</c:v>
                </c:pt>
                <c:pt idx="1267">
                  <c:v>44314</c:v>
                </c:pt>
                <c:pt idx="1268">
                  <c:v>44313</c:v>
                </c:pt>
                <c:pt idx="1269">
                  <c:v>44312</c:v>
                </c:pt>
                <c:pt idx="1270">
                  <c:v>44309</c:v>
                </c:pt>
                <c:pt idx="1271">
                  <c:v>44308</c:v>
                </c:pt>
                <c:pt idx="1272">
                  <c:v>44307</c:v>
                </c:pt>
                <c:pt idx="1273">
                  <c:v>44306</c:v>
                </c:pt>
                <c:pt idx="1274">
                  <c:v>44305</c:v>
                </c:pt>
                <c:pt idx="1275">
                  <c:v>44302</c:v>
                </c:pt>
                <c:pt idx="1276">
                  <c:v>44301</c:v>
                </c:pt>
                <c:pt idx="1277">
                  <c:v>44300</c:v>
                </c:pt>
                <c:pt idx="1278">
                  <c:v>44299</c:v>
                </c:pt>
                <c:pt idx="1279">
                  <c:v>44298</c:v>
                </c:pt>
                <c:pt idx="1280">
                  <c:v>44295</c:v>
                </c:pt>
                <c:pt idx="1281">
                  <c:v>44294</c:v>
                </c:pt>
                <c:pt idx="1282">
                  <c:v>44293</c:v>
                </c:pt>
                <c:pt idx="1283">
                  <c:v>44287</c:v>
                </c:pt>
                <c:pt idx="1284">
                  <c:v>44286</c:v>
                </c:pt>
                <c:pt idx="1285">
                  <c:v>44285</c:v>
                </c:pt>
                <c:pt idx="1286">
                  <c:v>44284</c:v>
                </c:pt>
                <c:pt idx="1287">
                  <c:v>44281</c:v>
                </c:pt>
                <c:pt idx="1288">
                  <c:v>44280</c:v>
                </c:pt>
                <c:pt idx="1289">
                  <c:v>44279</c:v>
                </c:pt>
                <c:pt idx="1290">
                  <c:v>44278</c:v>
                </c:pt>
                <c:pt idx="1291">
                  <c:v>44277</c:v>
                </c:pt>
                <c:pt idx="1292">
                  <c:v>44274</c:v>
                </c:pt>
                <c:pt idx="1293">
                  <c:v>44273</c:v>
                </c:pt>
                <c:pt idx="1294">
                  <c:v>44272</c:v>
                </c:pt>
                <c:pt idx="1295">
                  <c:v>44271</c:v>
                </c:pt>
                <c:pt idx="1296">
                  <c:v>44270</c:v>
                </c:pt>
                <c:pt idx="1297">
                  <c:v>44267</c:v>
                </c:pt>
                <c:pt idx="1298">
                  <c:v>44266</c:v>
                </c:pt>
                <c:pt idx="1299">
                  <c:v>44265</c:v>
                </c:pt>
                <c:pt idx="1300">
                  <c:v>44264</c:v>
                </c:pt>
                <c:pt idx="1301">
                  <c:v>44263</c:v>
                </c:pt>
                <c:pt idx="1302">
                  <c:v>44260</c:v>
                </c:pt>
                <c:pt idx="1303">
                  <c:v>44259</c:v>
                </c:pt>
                <c:pt idx="1304">
                  <c:v>44258</c:v>
                </c:pt>
                <c:pt idx="1305">
                  <c:v>44257</c:v>
                </c:pt>
                <c:pt idx="1306">
                  <c:v>44256</c:v>
                </c:pt>
                <c:pt idx="1307">
                  <c:v>44253</c:v>
                </c:pt>
                <c:pt idx="1308">
                  <c:v>44252</c:v>
                </c:pt>
                <c:pt idx="1309">
                  <c:v>44251</c:v>
                </c:pt>
                <c:pt idx="1310">
                  <c:v>44250</c:v>
                </c:pt>
                <c:pt idx="1311">
                  <c:v>44249</c:v>
                </c:pt>
                <c:pt idx="1312">
                  <c:v>44246</c:v>
                </c:pt>
                <c:pt idx="1313">
                  <c:v>44245</c:v>
                </c:pt>
                <c:pt idx="1314">
                  <c:v>44244</c:v>
                </c:pt>
                <c:pt idx="1315">
                  <c:v>44243</c:v>
                </c:pt>
                <c:pt idx="1316">
                  <c:v>44238</c:v>
                </c:pt>
                <c:pt idx="1317">
                  <c:v>44237</c:v>
                </c:pt>
                <c:pt idx="1318">
                  <c:v>44236</c:v>
                </c:pt>
                <c:pt idx="1319">
                  <c:v>44235</c:v>
                </c:pt>
                <c:pt idx="1320">
                  <c:v>44232</c:v>
                </c:pt>
                <c:pt idx="1321">
                  <c:v>44231</c:v>
                </c:pt>
                <c:pt idx="1322">
                  <c:v>44230</c:v>
                </c:pt>
                <c:pt idx="1323">
                  <c:v>44229</c:v>
                </c:pt>
                <c:pt idx="1324">
                  <c:v>44228</c:v>
                </c:pt>
                <c:pt idx="1325">
                  <c:v>44225</c:v>
                </c:pt>
                <c:pt idx="1326">
                  <c:v>44224</c:v>
                </c:pt>
                <c:pt idx="1327">
                  <c:v>44223</c:v>
                </c:pt>
                <c:pt idx="1328">
                  <c:v>44222</c:v>
                </c:pt>
                <c:pt idx="1329">
                  <c:v>44221</c:v>
                </c:pt>
                <c:pt idx="1330">
                  <c:v>44218</c:v>
                </c:pt>
                <c:pt idx="1331">
                  <c:v>44217</c:v>
                </c:pt>
                <c:pt idx="1332">
                  <c:v>44216</c:v>
                </c:pt>
                <c:pt idx="1333">
                  <c:v>44215</c:v>
                </c:pt>
                <c:pt idx="1334">
                  <c:v>44214</c:v>
                </c:pt>
                <c:pt idx="1335">
                  <c:v>44211</c:v>
                </c:pt>
                <c:pt idx="1336">
                  <c:v>44210</c:v>
                </c:pt>
                <c:pt idx="1337">
                  <c:v>44209</c:v>
                </c:pt>
                <c:pt idx="1338">
                  <c:v>44208</c:v>
                </c:pt>
                <c:pt idx="1339">
                  <c:v>44207</c:v>
                </c:pt>
                <c:pt idx="1340">
                  <c:v>44204</c:v>
                </c:pt>
                <c:pt idx="1341">
                  <c:v>44203</c:v>
                </c:pt>
                <c:pt idx="1342">
                  <c:v>44202</c:v>
                </c:pt>
                <c:pt idx="1343">
                  <c:v>44201</c:v>
                </c:pt>
                <c:pt idx="1344">
                  <c:v>44200</c:v>
                </c:pt>
                <c:pt idx="1345">
                  <c:v>44196</c:v>
                </c:pt>
                <c:pt idx="1346">
                  <c:v>44195</c:v>
                </c:pt>
                <c:pt idx="1347">
                  <c:v>44194</c:v>
                </c:pt>
                <c:pt idx="1348">
                  <c:v>44193</c:v>
                </c:pt>
                <c:pt idx="1349">
                  <c:v>44189</c:v>
                </c:pt>
                <c:pt idx="1350">
                  <c:v>44188</c:v>
                </c:pt>
                <c:pt idx="1351">
                  <c:v>44187</c:v>
                </c:pt>
                <c:pt idx="1352">
                  <c:v>44186</c:v>
                </c:pt>
                <c:pt idx="1353">
                  <c:v>44183</c:v>
                </c:pt>
                <c:pt idx="1354">
                  <c:v>44182</c:v>
                </c:pt>
                <c:pt idx="1355">
                  <c:v>44181</c:v>
                </c:pt>
                <c:pt idx="1356">
                  <c:v>44180</c:v>
                </c:pt>
                <c:pt idx="1357">
                  <c:v>44179</c:v>
                </c:pt>
                <c:pt idx="1358">
                  <c:v>44176</c:v>
                </c:pt>
                <c:pt idx="1359">
                  <c:v>44175</c:v>
                </c:pt>
                <c:pt idx="1360">
                  <c:v>44174</c:v>
                </c:pt>
                <c:pt idx="1361">
                  <c:v>44173</c:v>
                </c:pt>
                <c:pt idx="1362">
                  <c:v>44172</c:v>
                </c:pt>
                <c:pt idx="1363">
                  <c:v>44169</c:v>
                </c:pt>
                <c:pt idx="1364">
                  <c:v>44168</c:v>
                </c:pt>
                <c:pt idx="1365">
                  <c:v>44167</c:v>
                </c:pt>
                <c:pt idx="1366">
                  <c:v>44166</c:v>
                </c:pt>
                <c:pt idx="1367">
                  <c:v>44165</c:v>
                </c:pt>
                <c:pt idx="1368">
                  <c:v>44162</c:v>
                </c:pt>
                <c:pt idx="1369">
                  <c:v>44161</c:v>
                </c:pt>
                <c:pt idx="1370">
                  <c:v>44160</c:v>
                </c:pt>
                <c:pt idx="1371">
                  <c:v>44159</c:v>
                </c:pt>
                <c:pt idx="1372">
                  <c:v>44158</c:v>
                </c:pt>
                <c:pt idx="1373">
                  <c:v>44155</c:v>
                </c:pt>
                <c:pt idx="1374">
                  <c:v>44154</c:v>
                </c:pt>
                <c:pt idx="1375">
                  <c:v>44153</c:v>
                </c:pt>
                <c:pt idx="1376">
                  <c:v>44152</c:v>
                </c:pt>
                <c:pt idx="1377">
                  <c:v>44151</c:v>
                </c:pt>
                <c:pt idx="1378">
                  <c:v>44148</c:v>
                </c:pt>
                <c:pt idx="1379">
                  <c:v>44147</c:v>
                </c:pt>
                <c:pt idx="1380">
                  <c:v>44146</c:v>
                </c:pt>
                <c:pt idx="1381">
                  <c:v>44145</c:v>
                </c:pt>
                <c:pt idx="1382">
                  <c:v>44144</c:v>
                </c:pt>
                <c:pt idx="1383">
                  <c:v>44141</c:v>
                </c:pt>
                <c:pt idx="1384">
                  <c:v>44140</c:v>
                </c:pt>
                <c:pt idx="1385">
                  <c:v>44139</c:v>
                </c:pt>
                <c:pt idx="1386">
                  <c:v>44138</c:v>
                </c:pt>
                <c:pt idx="1387">
                  <c:v>44137</c:v>
                </c:pt>
                <c:pt idx="1388">
                  <c:v>44134</c:v>
                </c:pt>
                <c:pt idx="1389">
                  <c:v>44133</c:v>
                </c:pt>
                <c:pt idx="1390">
                  <c:v>44132</c:v>
                </c:pt>
                <c:pt idx="1391">
                  <c:v>44131</c:v>
                </c:pt>
                <c:pt idx="1392">
                  <c:v>44127</c:v>
                </c:pt>
                <c:pt idx="1393">
                  <c:v>44126</c:v>
                </c:pt>
                <c:pt idx="1394">
                  <c:v>44125</c:v>
                </c:pt>
                <c:pt idx="1395">
                  <c:v>44124</c:v>
                </c:pt>
                <c:pt idx="1396">
                  <c:v>44123</c:v>
                </c:pt>
                <c:pt idx="1397">
                  <c:v>44120</c:v>
                </c:pt>
                <c:pt idx="1398">
                  <c:v>44119</c:v>
                </c:pt>
                <c:pt idx="1399">
                  <c:v>44118</c:v>
                </c:pt>
                <c:pt idx="1400">
                  <c:v>44116</c:v>
                </c:pt>
                <c:pt idx="1401">
                  <c:v>44113</c:v>
                </c:pt>
                <c:pt idx="1402">
                  <c:v>44112</c:v>
                </c:pt>
                <c:pt idx="1403">
                  <c:v>44111</c:v>
                </c:pt>
                <c:pt idx="1404">
                  <c:v>44110</c:v>
                </c:pt>
                <c:pt idx="1405">
                  <c:v>44109</c:v>
                </c:pt>
                <c:pt idx="1406">
                  <c:v>44104</c:v>
                </c:pt>
                <c:pt idx="1407">
                  <c:v>44103</c:v>
                </c:pt>
                <c:pt idx="1408">
                  <c:v>44102</c:v>
                </c:pt>
                <c:pt idx="1409">
                  <c:v>44099</c:v>
                </c:pt>
                <c:pt idx="1410">
                  <c:v>44098</c:v>
                </c:pt>
                <c:pt idx="1411">
                  <c:v>44097</c:v>
                </c:pt>
                <c:pt idx="1412">
                  <c:v>44096</c:v>
                </c:pt>
                <c:pt idx="1413">
                  <c:v>44095</c:v>
                </c:pt>
                <c:pt idx="1414">
                  <c:v>44092</c:v>
                </c:pt>
                <c:pt idx="1415">
                  <c:v>44091</c:v>
                </c:pt>
                <c:pt idx="1416">
                  <c:v>44090</c:v>
                </c:pt>
                <c:pt idx="1417">
                  <c:v>44089</c:v>
                </c:pt>
                <c:pt idx="1418">
                  <c:v>44088</c:v>
                </c:pt>
                <c:pt idx="1419">
                  <c:v>44085</c:v>
                </c:pt>
                <c:pt idx="1420">
                  <c:v>44084</c:v>
                </c:pt>
                <c:pt idx="1421">
                  <c:v>44083</c:v>
                </c:pt>
                <c:pt idx="1422">
                  <c:v>44082</c:v>
                </c:pt>
                <c:pt idx="1423">
                  <c:v>44081</c:v>
                </c:pt>
                <c:pt idx="1424">
                  <c:v>44078</c:v>
                </c:pt>
                <c:pt idx="1425">
                  <c:v>44077</c:v>
                </c:pt>
                <c:pt idx="1426">
                  <c:v>44076</c:v>
                </c:pt>
                <c:pt idx="1427">
                  <c:v>44075</c:v>
                </c:pt>
                <c:pt idx="1428">
                  <c:v>44074</c:v>
                </c:pt>
                <c:pt idx="1429">
                  <c:v>44071</c:v>
                </c:pt>
                <c:pt idx="1430">
                  <c:v>44070</c:v>
                </c:pt>
                <c:pt idx="1431">
                  <c:v>44069</c:v>
                </c:pt>
                <c:pt idx="1432">
                  <c:v>44068</c:v>
                </c:pt>
                <c:pt idx="1433">
                  <c:v>44067</c:v>
                </c:pt>
                <c:pt idx="1434">
                  <c:v>44064</c:v>
                </c:pt>
                <c:pt idx="1435">
                  <c:v>44063</c:v>
                </c:pt>
                <c:pt idx="1436">
                  <c:v>44062</c:v>
                </c:pt>
                <c:pt idx="1437">
                  <c:v>44061</c:v>
                </c:pt>
                <c:pt idx="1438">
                  <c:v>44060</c:v>
                </c:pt>
                <c:pt idx="1439">
                  <c:v>44057</c:v>
                </c:pt>
                <c:pt idx="1440">
                  <c:v>44056</c:v>
                </c:pt>
                <c:pt idx="1441">
                  <c:v>44055</c:v>
                </c:pt>
                <c:pt idx="1442">
                  <c:v>44054</c:v>
                </c:pt>
                <c:pt idx="1443">
                  <c:v>44053</c:v>
                </c:pt>
                <c:pt idx="1444">
                  <c:v>44050</c:v>
                </c:pt>
                <c:pt idx="1445">
                  <c:v>44049</c:v>
                </c:pt>
                <c:pt idx="1446">
                  <c:v>44048</c:v>
                </c:pt>
                <c:pt idx="1447">
                  <c:v>44047</c:v>
                </c:pt>
                <c:pt idx="1448">
                  <c:v>44046</c:v>
                </c:pt>
                <c:pt idx="1449">
                  <c:v>44043</c:v>
                </c:pt>
                <c:pt idx="1450">
                  <c:v>44042</c:v>
                </c:pt>
                <c:pt idx="1451">
                  <c:v>44041</c:v>
                </c:pt>
                <c:pt idx="1452">
                  <c:v>44040</c:v>
                </c:pt>
                <c:pt idx="1453">
                  <c:v>44039</c:v>
                </c:pt>
                <c:pt idx="1454">
                  <c:v>44036</c:v>
                </c:pt>
                <c:pt idx="1455">
                  <c:v>44035</c:v>
                </c:pt>
                <c:pt idx="1456">
                  <c:v>44034</c:v>
                </c:pt>
                <c:pt idx="1457">
                  <c:v>44033</c:v>
                </c:pt>
                <c:pt idx="1458">
                  <c:v>44032</c:v>
                </c:pt>
                <c:pt idx="1459">
                  <c:v>44029</c:v>
                </c:pt>
                <c:pt idx="1460">
                  <c:v>44028</c:v>
                </c:pt>
                <c:pt idx="1461">
                  <c:v>44027</c:v>
                </c:pt>
                <c:pt idx="1462">
                  <c:v>44026</c:v>
                </c:pt>
                <c:pt idx="1463">
                  <c:v>44025</c:v>
                </c:pt>
                <c:pt idx="1464">
                  <c:v>44022</c:v>
                </c:pt>
                <c:pt idx="1465">
                  <c:v>44021</c:v>
                </c:pt>
                <c:pt idx="1466">
                  <c:v>44020</c:v>
                </c:pt>
                <c:pt idx="1467">
                  <c:v>44019</c:v>
                </c:pt>
                <c:pt idx="1468">
                  <c:v>44018</c:v>
                </c:pt>
                <c:pt idx="1469">
                  <c:v>44015</c:v>
                </c:pt>
                <c:pt idx="1470">
                  <c:v>44014</c:v>
                </c:pt>
                <c:pt idx="1471">
                  <c:v>44012</c:v>
                </c:pt>
                <c:pt idx="1472">
                  <c:v>44011</c:v>
                </c:pt>
                <c:pt idx="1473">
                  <c:v>44008</c:v>
                </c:pt>
                <c:pt idx="1474">
                  <c:v>44006</c:v>
                </c:pt>
                <c:pt idx="1475">
                  <c:v>44005</c:v>
                </c:pt>
                <c:pt idx="1476">
                  <c:v>44004</c:v>
                </c:pt>
                <c:pt idx="1477">
                  <c:v>44001</c:v>
                </c:pt>
                <c:pt idx="1478">
                  <c:v>44000</c:v>
                </c:pt>
                <c:pt idx="1479">
                  <c:v>43999</c:v>
                </c:pt>
                <c:pt idx="1480">
                  <c:v>43998</c:v>
                </c:pt>
                <c:pt idx="1481">
                  <c:v>43997</c:v>
                </c:pt>
                <c:pt idx="1482">
                  <c:v>43994</c:v>
                </c:pt>
                <c:pt idx="1483">
                  <c:v>43993</c:v>
                </c:pt>
                <c:pt idx="1484">
                  <c:v>43992</c:v>
                </c:pt>
                <c:pt idx="1485">
                  <c:v>43991</c:v>
                </c:pt>
                <c:pt idx="1486">
                  <c:v>43990</c:v>
                </c:pt>
                <c:pt idx="1487">
                  <c:v>43987</c:v>
                </c:pt>
                <c:pt idx="1488">
                  <c:v>43986</c:v>
                </c:pt>
                <c:pt idx="1489">
                  <c:v>43985</c:v>
                </c:pt>
                <c:pt idx="1490">
                  <c:v>43984</c:v>
                </c:pt>
                <c:pt idx="1491">
                  <c:v>43983</c:v>
                </c:pt>
                <c:pt idx="1492">
                  <c:v>43980</c:v>
                </c:pt>
                <c:pt idx="1493">
                  <c:v>43979</c:v>
                </c:pt>
                <c:pt idx="1494">
                  <c:v>43978</c:v>
                </c:pt>
                <c:pt idx="1495">
                  <c:v>43977</c:v>
                </c:pt>
                <c:pt idx="1496">
                  <c:v>43976</c:v>
                </c:pt>
                <c:pt idx="1497">
                  <c:v>43973</c:v>
                </c:pt>
                <c:pt idx="1498">
                  <c:v>43972</c:v>
                </c:pt>
                <c:pt idx="1499">
                  <c:v>43971</c:v>
                </c:pt>
                <c:pt idx="1500">
                  <c:v>43970</c:v>
                </c:pt>
                <c:pt idx="1501">
                  <c:v>43969</c:v>
                </c:pt>
                <c:pt idx="1502">
                  <c:v>43966</c:v>
                </c:pt>
                <c:pt idx="1503">
                  <c:v>43965</c:v>
                </c:pt>
                <c:pt idx="1504">
                  <c:v>43964</c:v>
                </c:pt>
                <c:pt idx="1505">
                  <c:v>43963</c:v>
                </c:pt>
                <c:pt idx="1506">
                  <c:v>43962</c:v>
                </c:pt>
                <c:pt idx="1507">
                  <c:v>43959</c:v>
                </c:pt>
                <c:pt idx="1508">
                  <c:v>43958</c:v>
                </c:pt>
                <c:pt idx="1509">
                  <c:v>43957</c:v>
                </c:pt>
                <c:pt idx="1510">
                  <c:v>43956</c:v>
                </c:pt>
                <c:pt idx="1511">
                  <c:v>43955</c:v>
                </c:pt>
                <c:pt idx="1512">
                  <c:v>43950</c:v>
                </c:pt>
                <c:pt idx="1513">
                  <c:v>43949</c:v>
                </c:pt>
                <c:pt idx="1514">
                  <c:v>43948</c:v>
                </c:pt>
                <c:pt idx="1515">
                  <c:v>43945</c:v>
                </c:pt>
                <c:pt idx="1516">
                  <c:v>43944</c:v>
                </c:pt>
                <c:pt idx="1517">
                  <c:v>43943</c:v>
                </c:pt>
                <c:pt idx="1518">
                  <c:v>43942</c:v>
                </c:pt>
                <c:pt idx="1519">
                  <c:v>43941</c:v>
                </c:pt>
                <c:pt idx="1520">
                  <c:v>43938</c:v>
                </c:pt>
                <c:pt idx="1521">
                  <c:v>43937</c:v>
                </c:pt>
                <c:pt idx="1522">
                  <c:v>43936</c:v>
                </c:pt>
                <c:pt idx="1523">
                  <c:v>43935</c:v>
                </c:pt>
                <c:pt idx="1524">
                  <c:v>43930</c:v>
                </c:pt>
                <c:pt idx="1525">
                  <c:v>43929</c:v>
                </c:pt>
                <c:pt idx="1526">
                  <c:v>43928</c:v>
                </c:pt>
                <c:pt idx="1527">
                  <c:v>43927</c:v>
                </c:pt>
                <c:pt idx="1528">
                  <c:v>43924</c:v>
                </c:pt>
                <c:pt idx="1529">
                  <c:v>43923</c:v>
                </c:pt>
                <c:pt idx="1530">
                  <c:v>43922</c:v>
                </c:pt>
                <c:pt idx="1531">
                  <c:v>43921</c:v>
                </c:pt>
                <c:pt idx="1532">
                  <c:v>43920</c:v>
                </c:pt>
                <c:pt idx="1533">
                  <c:v>43917</c:v>
                </c:pt>
                <c:pt idx="1534">
                  <c:v>43916</c:v>
                </c:pt>
                <c:pt idx="1535">
                  <c:v>43915</c:v>
                </c:pt>
                <c:pt idx="1536">
                  <c:v>43914</c:v>
                </c:pt>
                <c:pt idx="1537">
                  <c:v>43913</c:v>
                </c:pt>
                <c:pt idx="1538">
                  <c:v>43910</c:v>
                </c:pt>
                <c:pt idx="1539">
                  <c:v>43909</c:v>
                </c:pt>
                <c:pt idx="1540">
                  <c:v>43908</c:v>
                </c:pt>
                <c:pt idx="1541">
                  <c:v>43907</c:v>
                </c:pt>
                <c:pt idx="1542">
                  <c:v>43906</c:v>
                </c:pt>
                <c:pt idx="1543">
                  <c:v>43903</c:v>
                </c:pt>
                <c:pt idx="1544">
                  <c:v>43902</c:v>
                </c:pt>
                <c:pt idx="1545">
                  <c:v>43901</c:v>
                </c:pt>
                <c:pt idx="1546">
                  <c:v>43900</c:v>
                </c:pt>
                <c:pt idx="1547">
                  <c:v>43899</c:v>
                </c:pt>
                <c:pt idx="1548">
                  <c:v>43896</c:v>
                </c:pt>
                <c:pt idx="1549">
                  <c:v>43895</c:v>
                </c:pt>
                <c:pt idx="1550">
                  <c:v>43894</c:v>
                </c:pt>
                <c:pt idx="1551">
                  <c:v>43893</c:v>
                </c:pt>
                <c:pt idx="1552">
                  <c:v>43892</c:v>
                </c:pt>
                <c:pt idx="1553">
                  <c:v>43889</c:v>
                </c:pt>
                <c:pt idx="1554">
                  <c:v>43888</c:v>
                </c:pt>
                <c:pt idx="1555">
                  <c:v>43887</c:v>
                </c:pt>
                <c:pt idx="1556">
                  <c:v>43886</c:v>
                </c:pt>
                <c:pt idx="1557">
                  <c:v>43885</c:v>
                </c:pt>
                <c:pt idx="1558">
                  <c:v>43882</c:v>
                </c:pt>
                <c:pt idx="1559">
                  <c:v>43881</c:v>
                </c:pt>
                <c:pt idx="1560">
                  <c:v>43880</c:v>
                </c:pt>
                <c:pt idx="1561">
                  <c:v>43879</c:v>
                </c:pt>
                <c:pt idx="1562">
                  <c:v>43878</c:v>
                </c:pt>
                <c:pt idx="1563">
                  <c:v>43875</c:v>
                </c:pt>
                <c:pt idx="1564">
                  <c:v>43874</c:v>
                </c:pt>
                <c:pt idx="1565">
                  <c:v>43873</c:v>
                </c:pt>
                <c:pt idx="1566">
                  <c:v>43872</c:v>
                </c:pt>
                <c:pt idx="1567">
                  <c:v>43871</c:v>
                </c:pt>
                <c:pt idx="1568">
                  <c:v>43868</c:v>
                </c:pt>
                <c:pt idx="1569">
                  <c:v>43867</c:v>
                </c:pt>
                <c:pt idx="1570">
                  <c:v>43866</c:v>
                </c:pt>
                <c:pt idx="1571">
                  <c:v>43865</c:v>
                </c:pt>
                <c:pt idx="1572">
                  <c:v>43864</c:v>
                </c:pt>
                <c:pt idx="1573">
                  <c:v>43861</c:v>
                </c:pt>
                <c:pt idx="1574">
                  <c:v>43860</c:v>
                </c:pt>
                <c:pt idx="1575">
                  <c:v>43859</c:v>
                </c:pt>
                <c:pt idx="1576">
                  <c:v>43854</c:v>
                </c:pt>
                <c:pt idx="1577">
                  <c:v>43853</c:v>
                </c:pt>
                <c:pt idx="1578">
                  <c:v>43852</c:v>
                </c:pt>
                <c:pt idx="1579">
                  <c:v>43851</c:v>
                </c:pt>
                <c:pt idx="1580">
                  <c:v>43850</c:v>
                </c:pt>
                <c:pt idx="1581">
                  <c:v>43847</c:v>
                </c:pt>
                <c:pt idx="1582">
                  <c:v>43846</c:v>
                </c:pt>
                <c:pt idx="1583">
                  <c:v>43845</c:v>
                </c:pt>
                <c:pt idx="1584">
                  <c:v>43844</c:v>
                </c:pt>
                <c:pt idx="1585">
                  <c:v>43843</c:v>
                </c:pt>
                <c:pt idx="1586">
                  <c:v>43840</c:v>
                </c:pt>
                <c:pt idx="1587">
                  <c:v>43839</c:v>
                </c:pt>
                <c:pt idx="1588">
                  <c:v>43838</c:v>
                </c:pt>
                <c:pt idx="1589">
                  <c:v>43837</c:v>
                </c:pt>
                <c:pt idx="1590">
                  <c:v>43836</c:v>
                </c:pt>
                <c:pt idx="1591">
                  <c:v>43833</c:v>
                </c:pt>
                <c:pt idx="1592">
                  <c:v>43832</c:v>
                </c:pt>
                <c:pt idx="1593">
                  <c:v>43830</c:v>
                </c:pt>
                <c:pt idx="1594">
                  <c:v>43829</c:v>
                </c:pt>
                <c:pt idx="1595">
                  <c:v>43826</c:v>
                </c:pt>
                <c:pt idx="1596">
                  <c:v>43823</c:v>
                </c:pt>
                <c:pt idx="1597">
                  <c:v>43822</c:v>
                </c:pt>
                <c:pt idx="1598">
                  <c:v>43819</c:v>
                </c:pt>
                <c:pt idx="1599">
                  <c:v>43818</c:v>
                </c:pt>
                <c:pt idx="1600">
                  <c:v>43817</c:v>
                </c:pt>
                <c:pt idx="1601">
                  <c:v>43816</c:v>
                </c:pt>
                <c:pt idx="1602">
                  <c:v>43815</c:v>
                </c:pt>
                <c:pt idx="1603">
                  <c:v>43812</c:v>
                </c:pt>
                <c:pt idx="1604">
                  <c:v>43811</c:v>
                </c:pt>
                <c:pt idx="1605">
                  <c:v>43810</c:v>
                </c:pt>
                <c:pt idx="1606">
                  <c:v>43809</c:v>
                </c:pt>
                <c:pt idx="1607">
                  <c:v>43808</c:v>
                </c:pt>
                <c:pt idx="1608">
                  <c:v>43805</c:v>
                </c:pt>
                <c:pt idx="1609">
                  <c:v>43804</c:v>
                </c:pt>
                <c:pt idx="1610">
                  <c:v>43803</c:v>
                </c:pt>
                <c:pt idx="1611">
                  <c:v>43802</c:v>
                </c:pt>
                <c:pt idx="1612">
                  <c:v>43801</c:v>
                </c:pt>
                <c:pt idx="1613">
                  <c:v>43798</c:v>
                </c:pt>
                <c:pt idx="1614">
                  <c:v>43797</c:v>
                </c:pt>
                <c:pt idx="1615">
                  <c:v>43796</c:v>
                </c:pt>
                <c:pt idx="1616">
                  <c:v>43795</c:v>
                </c:pt>
                <c:pt idx="1617">
                  <c:v>43794</c:v>
                </c:pt>
                <c:pt idx="1618">
                  <c:v>43791</c:v>
                </c:pt>
                <c:pt idx="1619">
                  <c:v>43790</c:v>
                </c:pt>
                <c:pt idx="1620">
                  <c:v>43789</c:v>
                </c:pt>
                <c:pt idx="1621">
                  <c:v>43788</c:v>
                </c:pt>
                <c:pt idx="1622">
                  <c:v>43787</c:v>
                </c:pt>
                <c:pt idx="1623">
                  <c:v>43784</c:v>
                </c:pt>
                <c:pt idx="1624">
                  <c:v>43783</c:v>
                </c:pt>
                <c:pt idx="1625">
                  <c:v>43782</c:v>
                </c:pt>
                <c:pt idx="1626">
                  <c:v>43781</c:v>
                </c:pt>
                <c:pt idx="1627">
                  <c:v>43780</c:v>
                </c:pt>
                <c:pt idx="1628">
                  <c:v>43777</c:v>
                </c:pt>
                <c:pt idx="1629">
                  <c:v>43776</c:v>
                </c:pt>
                <c:pt idx="1630">
                  <c:v>43775</c:v>
                </c:pt>
                <c:pt idx="1631">
                  <c:v>43774</c:v>
                </c:pt>
                <c:pt idx="1632">
                  <c:v>43773</c:v>
                </c:pt>
                <c:pt idx="1633">
                  <c:v>43770</c:v>
                </c:pt>
                <c:pt idx="1634">
                  <c:v>43769</c:v>
                </c:pt>
                <c:pt idx="1635">
                  <c:v>43768</c:v>
                </c:pt>
                <c:pt idx="1636">
                  <c:v>43767</c:v>
                </c:pt>
                <c:pt idx="1637">
                  <c:v>43766</c:v>
                </c:pt>
                <c:pt idx="1638">
                  <c:v>43763</c:v>
                </c:pt>
                <c:pt idx="1639">
                  <c:v>43762</c:v>
                </c:pt>
                <c:pt idx="1640">
                  <c:v>43761</c:v>
                </c:pt>
                <c:pt idx="1641">
                  <c:v>43760</c:v>
                </c:pt>
                <c:pt idx="1642">
                  <c:v>43759</c:v>
                </c:pt>
                <c:pt idx="1643">
                  <c:v>43756</c:v>
                </c:pt>
                <c:pt idx="1644">
                  <c:v>43755</c:v>
                </c:pt>
                <c:pt idx="1645">
                  <c:v>43754</c:v>
                </c:pt>
                <c:pt idx="1646">
                  <c:v>43753</c:v>
                </c:pt>
                <c:pt idx="1647">
                  <c:v>43752</c:v>
                </c:pt>
                <c:pt idx="1648">
                  <c:v>43749</c:v>
                </c:pt>
                <c:pt idx="1649">
                  <c:v>43748</c:v>
                </c:pt>
                <c:pt idx="1650">
                  <c:v>43747</c:v>
                </c:pt>
                <c:pt idx="1651">
                  <c:v>43746</c:v>
                </c:pt>
                <c:pt idx="1652">
                  <c:v>43742</c:v>
                </c:pt>
                <c:pt idx="1653">
                  <c:v>43741</c:v>
                </c:pt>
                <c:pt idx="1654">
                  <c:v>43740</c:v>
                </c:pt>
                <c:pt idx="1655">
                  <c:v>43738</c:v>
                </c:pt>
                <c:pt idx="1656">
                  <c:v>43735</c:v>
                </c:pt>
                <c:pt idx="1657">
                  <c:v>43734</c:v>
                </c:pt>
                <c:pt idx="1658">
                  <c:v>43733</c:v>
                </c:pt>
                <c:pt idx="1659">
                  <c:v>43732</c:v>
                </c:pt>
                <c:pt idx="1660">
                  <c:v>43731</c:v>
                </c:pt>
                <c:pt idx="1661">
                  <c:v>43728</c:v>
                </c:pt>
                <c:pt idx="1662">
                  <c:v>43727</c:v>
                </c:pt>
                <c:pt idx="1663">
                  <c:v>43726</c:v>
                </c:pt>
                <c:pt idx="1664">
                  <c:v>43725</c:v>
                </c:pt>
                <c:pt idx="1665">
                  <c:v>43724</c:v>
                </c:pt>
                <c:pt idx="1666">
                  <c:v>43721</c:v>
                </c:pt>
                <c:pt idx="1667">
                  <c:v>43720</c:v>
                </c:pt>
                <c:pt idx="1668">
                  <c:v>43719</c:v>
                </c:pt>
                <c:pt idx="1669">
                  <c:v>43718</c:v>
                </c:pt>
                <c:pt idx="1670">
                  <c:v>43717</c:v>
                </c:pt>
                <c:pt idx="1671">
                  <c:v>43714</c:v>
                </c:pt>
                <c:pt idx="1672">
                  <c:v>43713</c:v>
                </c:pt>
                <c:pt idx="1673">
                  <c:v>43712</c:v>
                </c:pt>
                <c:pt idx="1674">
                  <c:v>43711</c:v>
                </c:pt>
                <c:pt idx="1675">
                  <c:v>43710</c:v>
                </c:pt>
                <c:pt idx="1676">
                  <c:v>43707</c:v>
                </c:pt>
                <c:pt idx="1677">
                  <c:v>43706</c:v>
                </c:pt>
                <c:pt idx="1678">
                  <c:v>43705</c:v>
                </c:pt>
                <c:pt idx="1679">
                  <c:v>43704</c:v>
                </c:pt>
                <c:pt idx="1680">
                  <c:v>43703</c:v>
                </c:pt>
                <c:pt idx="1681">
                  <c:v>43700</c:v>
                </c:pt>
                <c:pt idx="1682">
                  <c:v>43699</c:v>
                </c:pt>
                <c:pt idx="1683">
                  <c:v>43698</c:v>
                </c:pt>
                <c:pt idx="1684">
                  <c:v>43697</c:v>
                </c:pt>
                <c:pt idx="1685">
                  <c:v>43696</c:v>
                </c:pt>
                <c:pt idx="1686">
                  <c:v>43693</c:v>
                </c:pt>
                <c:pt idx="1687">
                  <c:v>43692</c:v>
                </c:pt>
                <c:pt idx="1688">
                  <c:v>43691</c:v>
                </c:pt>
                <c:pt idx="1689">
                  <c:v>43690</c:v>
                </c:pt>
                <c:pt idx="1690">
                  <c:v>43689</c:v>
                </c:pt>
                <c:pt idx="1691">
                  <c:v>43686</c:v>
                </c:pt>
                <c:pt idx="1692">
                  <c:v>43685</c:v>
                </c:pt>
                <c:pt idx="1693">
                  <c:v>43684</c:v>
                </c:pt>
                <c:pt idx="1694">
                  <c:v>43683</c:v>
                </c:pt>
                <c:pt idx="1695">
                  <c:v>43682</c:v>
                </c:pt>
                <c:pt idx="1696">
                  <c:v>43679</c:v>
                </c:pt>
                <c:pt idx="1697">
                  <c:v>43678</c:v>
                </c:pt>
                <c:pt idx="1698">
                  <c:v>43677</c:v>
                </c:pt>
                <c:pt idx="1699">
                  <c:v>43676</c:v>
                </c:pt>
                <c:pt idx="1700">
                  <c:v>43675</c:v>
                </c:pt>
                <c:pt idx="1701">
                  <c:v>43672</c:v>
                </c:pt>
                <c:pt idx="1702">
                  <c:v>43671</c:v>
                </c:pt>
                <c:pt idx="1703">
                  <c:v>43670</c:v>
                </c:pt>
                <c:pt idx="1704">
                  <c:v>43669</c:v>
                </c:pt>
                <c:pt idx="1705">
                  <c:v>43668</c:v>
                </c:pt>
                <c:pt idx="1706">
                  <c:v>43665</c:v>
                </c:pt>
                <c:pt idx="1707">
                  <c:v>43664</c:v>
                </c:pt>
                <c:pt idx="1708">
                  <c:v>43663</c:v>
                </c:pt>
                <c:pt idx="1709">
                  <c:v>43662</c:v>
                </c:pt>
                <c:pt idx="1710">
                  <c:v>43661</c:v>
                </c:pt>
                <c:pt idx="1711">
                  <c:v>43658</c:v>
                </c:pt>
                <c:pt idx="1712">
                  <c:v>43657</c:v>
                </c:pt>
                <c:pt idx="1713">
                  <c:v>43656</c:v>
                </c:pt>
                <c:pt idx="1714">
                  <c:v>43655</c:v>
                </c:pt>
                <c:pt idx="1715">
                  <c:v>43654</c:v>
                </c:pt>
                <c:pt idx="1716">
                  <c:v>43651</c:v>
                </c:pt>
                <c:pt idx="1717">
                  <c:v>43650</c:v>
                </c:pt>
                <c:pt idx="1718">
                  <c:v>43649</c:v>
                </c:pt>
                <c:pt idx="1719">
                  <c:v>43648</c:v>
                </c:pt>
                <c:pt idx="1720">
                  <c:v>43644</c:v>
                </c:pt>
                <c:pt idx="1721">
                  <c:v>43643</c:v>
                </c:pt>
                <c:pt idx="1722">
                  <c:v>43642</c:v>
                </c:pt>
                <c:pt idx="1723">
                  <c:v>43641</c:v>
                </c:pt>
                <c:pt idx="1724">
                  <c:v>43640</c:v>
                </c:pt>
                <c:pt idx="1725">
                  <c:v>43637</c:v>
                </c:pt>
                <c:pt idx="1726">
                  <c:v>43636</c:v>
                </c:pt>
                <c:pt idx="1727">
                  <c:v>43635</c:v>
                </c:pt>
                <c:pt idx="1728">
                  <c:v>43634</c:v>
                </c:pt>
                <c:pt idx="1729">
                  <c:v>43633</c:v>
                </c:pt>
                <c:pt idx="1730">
                  <c:v>43630</c:v>
                </c:pt>
                <c:pt idx="1731">
                  <c:v>43629</c:v>
                </c:pt>
                <c:pt idx="1732">
                  <c:v>43628</c:v>
                </c:pt>
                <c:pt idx="1733">
                  <c:v>43627</c:v>
                </c:pt>
                <c:pt idx="1734">
                  <c:v>43626</c:v>
                </c:pt>
                <c:pt idx="1735">
                  <c:v>43622</c:v>
                </c:pt>
                <c:pt idx="1736">
                  <c:v>43621</c:v>
                </c:pt>
                <c:pt idx="1737">
                  <c:v>43620</c:v>
                </c:pt>
                <c:pt idx="1738">
                  <c:v>43619</c:v>
                </c:pt>
                <c:pt idx="1739">
                  <c:v>43616</c:v>
                </c:pt>
                <c:pt idx="1740">
                  <c:v>43615</c:v>
                </c:pt>
                <c:pt idx="1741">
                  <c:v>43614</c:v>
                </c:pt>
                <c:pt idx="1742">
                  <c:v>43613</c:v>
                </c:pt>
                <c:pt idx="1743">
                  <c:v>43612</c:v>
                </c:pt>
                <c:pt idx="1744">
                  <c:v>43609</c:v>
                </c:pt>
                <c:pt idx="1745">
                  <c:v>43608</c:v>
                </c:pt>
                <c:pt idx="1746">
                  <c:v>43607</c:v>
                </c:pt>
                <c:pt idx="1747">
                  <c:v>43606</c:v>
                </c:pt>
                <c:pt idx="1748">
                  <c:v>43605</c:v>
                </c:pt>
                <c:pt idx="1749">
                  <c:v>43602</c:v>
                </c:pt>
                <c:pt idx="1750">
                  <c:v>43601</c:v>
                </c:pt>
                <c:pt idx="1751">
                  <c:v>43600</c:v>
                </c:pt>
                <c:pt idx="1752">
                  <c:v>43599</c:v>
                </c:pt>
                <c:pt idx="1753">
                  <c:v>43595</c:v>
                </c:pt>
                <c:pt idx="1754">
                  <c:v>43594</c:v>
                </c:pt>
                <c:pt idx="1755">
                  <c:v>43593</c:v>
                </c:pt>
                <c:pt idx="1756">
                  <c:v>43592</c:v>
                </c:pt>
                <c:pt idx="1757">
                  <c:v>43591</c:v>
                </c:pt>
                <c:pt idx="1758">
                  <c:v>43588</c:v>
                </c:pt>
                <c:pt idx="1759">
                  <c:v>43587</c:v>
                </c:pt>
                <c:pt idx="1760">
                  <c:v>43585</c:v>
                </c:pt>
                <c:pt idx="1761">
                  <c:v>43584</c:v>
                </c:pt>
                <c:pt idx="1762">
                  <c:v>43581</c:v>
                </c:pt>
                <c:pt idx="1763">
                  <c:v>43580</c:v>
                </c:pt>
                <c:pt idx="1764">
                  <c:v>43579</c:v>
                </c:pt>
                <c:pt idx="1765">
                  <c:v>43578</c:v>
                </c:pt>
                <c:pt idx="1766">
                  <c:v>43573</c:v>
                </c:pt>
                <c:pt idx="1767">
                  <c:v>43572</c:v>
                </c:pt>
                <c:pt idx="1768">
                  <c:v>43571</c:v>
                </c:pt>
                <c:pt idx="1769">
                  <c:v>43570</c:v>
                </c:pt>
                <c:pt idx="1770">
                  <c:v>43567</c:v>
                </c:pt>
                <c:pt idx="1771">
                  <c:v>43566</c:v>
                </c:pt>
                <c:pt idx="1772">
                  <c:v>43565</c:v>
                </c:pt>
                <c:pt idx="1773">
                  <c:v>43564</c:v>
                </c:pt>
                <c:pt idx="1774">
                  <c:v>43563</c:v>
                </c:pt>
                <c:pt idx="1775">
                  <c:v>43559</c:v>
                </c:pt>
                <c:pt idx="1776">
                  <c:v>43558</c:v>
                </c:pt>
                <c:pt idx="1777">
                  <c:v>43557</c:v>
                </c:pt>
                <c:pt idx="1778">
                  <c:v>43556</c:v>
                </c:pt>
                <c:pt idx="1779">
                  <c:v>43553</c:v>
                </c:pt>
                <c:pt idx="1780">
                  <c:v>43552</c:v>
                </c:pt>
                <c:pt idx="1781">
                  <c:v>43551</c:v>
                </c:pt>
                <c:pt idx="1782">
                  <c:v>43550</c:v>
                </c:pt>
                <c:pt idx="1783">
                  <c:v>43549</c:v>
                </c:pt>
                <c:pt idx="1784">
                  <c:v>43546</c:v>
                </c:pt>
                <c:pt idx="1785">
                  <c:v>43545</c:v>
                </c:pt>
                <c:pt idx="1786">
                  <c:v>43544</c:v>
                </c:pt>
                <c:pt idx="1787">
                  <c:v>43543</c:v>
                </c:pt>
                <c:pt idx="1788">
                  <c:v>43542</c:v>
                </c:pt>
                <c:pt idx="1789">
                  <c:v>43539</c:v>
                </c:pt>
                <c:pt idx="1790">
                  <c:v>43538</c:v>
                </c:pt>
                <c:pt idx="1791">
                  <c:v>43537</c:v>
                </c:pt>
                <c:pt idx="1792">
                  <c:v>43536</c:v>
                </c:pt>
                <c:pt idx="1793">
                  <c:v>43535</c:v>
                </c:pt>
                <c:pt idx="1794">
                  <c:v>43532</c:v>
                </c:pt>
                <c:pt idx="1795">
                  <c:v>43531</c:v>
                </c:pt>
                <c:pt idx="1796">
                  <c:v>43530</c:v>
                </c:pt>
                <c:pt idx="1797">
                  <c:v>43529</c:v>
                </c:pt>
                <c:pt idx="1798">
                  <c:v>43528</c:v>
                </c:pt>
                <c:pt idx="1799">
                  <c:v>43525</c:v>
                </c:pt>
                <c:pt idx="1800">
                  <c:v>43524</c:v>
                </c:pt>
                <c:pt idx="1801">
                  <c:v>43523</c:v>
                </c:pt>
                <c:pt idx="1802">
                  <c:v>43522</c:v>
                </c:pt>
                <c:pt idx="1803">
                  <c:v>43521</c:v>
                </c:pt>
                <c:pt idx="1804">
                  <c:v>43518</c:v>
                </c:pt>
                <c:pt idx="1805">
                  <c:v>43517</c:v>
                </c:pt>
                <c:pt idx="1806">
                  <c:v>43516</c:v>
                </c:pt>
                <c:pt idx="1807">
                  <c:v>43515</c:v>
                </c:pt>
                <c:pt idx="1808">
                  <c:v>43514</c:v>
                </c:pt>
                <c:pt idx="1809">
                  <c:v>43511</c:v>
                </c:pt>
                <c:pt idx="1810">
                  <c:v>43510</c:v>
                </c:pt>
                <c:pt idx="1811">
                  <c:v>43509</c:v>
                </c:pt>
                <c:pt idx="1812">
                  <c:v>43508</c:v>
                </c:pt>
                <c:pt idx="1813">
                  <c:v>43507</c:v>
                </c:pt>
                <c:pt idx="1814">
                  <c:v>43504</c:v>
                </c:pt>
                <c:pt idx="1815">
                  <c:v>43500</c:v>
                </c:pt>
                <c:pt idx="1816">
                  <c:v>43497</c:v>
                </c:pt>
                <c:pt idx="1817">
                  <c:v>43496</c:v>
                </c:pt>
                <c:pt idx="1818">
                  <c:v>43495</c:v>
                </c:pt>
                <c:pt idx="1819">
                  <c:v>43494</c:v>
                </c:pt>
                <c:pt idx="1820">
                  <c:v>43493</c:v>
                </c:pt>
                <c:pt idx="1821">
                  <c:v>43490</c:v>
                </c:pt>
                <c:pt idx="1822">
                  <c:v>43489</c:v>
                </c:pt>
                <c:pt idx="1823">
                  <c:v>43488</c:v>
                </c:pt>
                <c:pt idx="1824">
                  <c:v>43487</c:v>
                </c:pt>
                <c:pt idx="1825">
                  <c:v>43486</c:v>
                </c:pt>
                <c:pt idx="1826">
                  <c:v>43483</c:v>
                </c:pt>
                <c:pt idx="1827">
                  <c:v>43482</c:v>
                </c:pt>
                <c:pt idx="1828">
                  <c:v>43481</c:v>
                </c:pt>
                <c:pt idx="1829">
                  <c:v>43480</c:v>
                </c:pt>
                <c:pt idx="1830">
                  <c:v>43479</c:v>
                </c:pt>
                <c:pt idx="1831">
                  <c:v>43476</c:v>
                </c:pt>
                <c:pt idx="1832">
                  <c:v>43475</c:v>
                </c:pt>
                <c:pt idx="1833">
                  <c:v>43474</c:v>
                </c:pt>
                <c:pt idx="1834">
                  <c:v>43473</c:v>
                </c:pt>
                <c:pt idx="1835">
                  <c:v>43472</c:v>
                </c:pt>
                <c:pt idx="1836">
                  <c:v>43469</c:v>
                </c:pt>
                <c:pt idx="1837">
                  <c:v>43468</c:v>
                </c:pt>
                <c:pt idx="1838">
                  <c:v>43467</c:v>
                </c:pt>
                <c:pt idx="1839">
                  <c:v>43465</c:v>
                </c:pt>
                <c:pt idx="1840">
                  <c:v>43462</c:v>
                </c:pt>
                <c:pt idx="1841">
                  <c:v>43461</c:v>
                </c:pt>
                <c:pt idx="1842">
                  <c:v>43458</c:v>
                </c:pt>
                <c:pt idx="1843">
                  <c:v>43455</c:v>
                </c:pt>
                <c:pt idx="1844">
                  <c:v>43454</c:v>
                </c:pt>
                <c:pt idx="1845">
                  <c:v>43453</c:v>
                </c:pt>
                <c:pt idx="1846">
                  <c:v>43452</c:v>
                </c:pt>
                <c:pt idx="1847">
                  <c:v>43451</c:v>
                </c:pt>
                <c:pt idx="1848">
                  <c:v>43448</c:v>
                </c:pt>
                <c:pt idx="1849">
                  <c:v>43447</c:v>
                </c:pt>
                <c:pt idx="1850">
                  <c:v>43446</c:v>
                </c:pt>
                <c:pt idx="1851">
                  <c:v>43445</c:v>
                </c:pt>
                <c:pt idx="1852">
                  <c:v>43444</c:v>
                </c:pt>
                <c:pt idx="1853">
                  <c:v>43441</c:v>
                </c:pt>
                <c:pt idx="1854">
                  <c:v>43440</c:v>
                </c:pt>
                <c:pt idx="1855">
                  <c:v>43439</c:v>
                </c:pt>
                <c:pt idx="1856">
                  <c:v>43438</c:v>
                </c:pt>
                <c:pt idx="1857">
                  <c:v>43437</c:v>
                </c:pt>
                <c:pt idx="1858">
                  <c:v>43434</c:v>
                </c:pt>
                <c:pt idx="1859">
                  <c:v>43433</c:v>
                </c:pt>
                <c:pt idx="1860">
                  <c:v>43432</c:v>
                </c:pt>
                <c:pt idx="1861">
                  <c:v>43431</c:v>
                </c:pt>
                <c:pt idx="1862">
                  <c:v>43430</c:v>
                </c:pt>
                <c:pt idx="1863">
                  <c:v>43427</c:v>
                </c:pt>
                <c:pt idx="1864">
                  <c:v>43426</c:v>
                </c:pt>
                <c:pt idx="1865">
                  <c:v>43425</c:v>
                </c:pt>
                <c:pt idx="1866">
                  <c:v>43424</c:v>
                </c:pt>
                <c:pt idx="1867">
                  <c:v>43423</c:v>
                </c:pt>
                <c:pt idx="1868">
                  <c:v>43420</c:v>
                </c:pt>
                <c:pt idx="1869">
                  <c:v>43419</c:v>
                </c:pt>
                <c:pt idx="1870">
                  <c:v>43418</c:v>
                </c:pt>
                <c:pt idx="1871">
                  <c:v>43417</c:v>
                </c:pt>
                <c:pt idx="1872">
                  <c:v>43416</c:v>
                </c:pt>
                <c:pt idx="1873">
                  <c:v>43413</c:v>
                </c:pt>
                <c:pt idx="1874">
                  <c:v>43412</c:v>
                </c:pt>
                <c:pt idx="1875">
                  <c:v>43411</c:v>
                </c:pt>
                <c:pt idx="1876">
                  <c:v>43410</c:v>
                </c:pt>
                <c:pt idx="1877">
                  <c:v>43409</c:v>
                </c:pt>
                <c:pt idx="1878">
                  <c:v>43406</c:v>
                </c:pt>
                <c:pt idx="1879">
                  <c:v>43405</c:v>
                </c:pt>
                <c:pt idx="1880">
                  <c:v>43404</c:v>
                </c:pt>
                <c:pt idx="1881">
                  <c:v>43403</c:v>
                </c:pt>
                <c:pt idx="1882">
                  <c:v>43402</c:v>
                </c:pt>
                <c:pt idx="1883">
                  <c:v>43399</c:v>
                </c:pt>
                <c:pt idx="1884">
                  <c:v>43398</c:v>
                </c:pt>
                <c:pt idx="1885">
                  <c:v>43397</c:v>
                </c:pt>
                <c:pt idx="1886">
                  <c:v>43396</c:v>
                </c:pt>
                <c:pt idx="1887">
                  <c:v>43395</c:v>
                </c:pt>
                <c:pt idx="1888">
                  <c:v>43392</c:v>
                </c:pt>
                <c:pt idx="1889">
                  <c:v>43391</c:v>
                </c:pt>
                <c:pt idx="1890">
                  <c:v>43389</c:v>
                </c:pt>
                <c:pt idx="1891">
                  <c:v>43388</c:v>
                </c:pt>
                <c:pt idx="1892">
                  <c:v>43385</c:v>
                </c:pt>
                <c:pt idx="1893">
                  <c:v>43384</c:v>
                </c:pt>
                <c:pt idx="1894">
                  <c:v>43383</c:v>
                </c:pt>
                <c:pt idx="1895">
                  <c:v>43382</c:v>
                </c:pt>
                <c:pt idx="1896">
                  <c:v>43381</c:v>
                </c:pt>
                <c:pt idx="1897">
                  <c:v>43378</c:v>
                </c:pt>
                <c:pt idx="1898">
                  <c:v>43377</c:v>
                </c:pt>
                <c:pt idx="1899">
                  <c:v>43376</c:v>
                </c:pt>
                <c:pt idx="1900">
                  <c:v>43375</c:v>
                </c:pt>
                <c:pt idx="1901">
                  <c:v>43371</c:v>
                </c:pt>
                <c:pt idx="1902">
                  <c:v>43370</c:v>
                </c:pt>
                <c:pt idx="1903">
                  <c:v>43369</c:v>
                </c:pt>
                <c:pt idx="1904">
                  <c:v>43367</c:v>
                </c:pt>
                <c:pt idx="1905">
                  <c:v>43364</c:v>
                </c:pt>
                <c:pt idx="1906">
                  <c:v>43363</c:v>
                </c:pt>
                <c:pt idx="1907">
                  <c:v>43362</c:v>
                </c:pt>
                <c:pt idx="1908">
                  <c:v>43361</c:v>
                </c:pt>
                <c:pt idx="1909">
                  <c:v>43360</c:v>
                </c:pt>
                <c:pt idx="1910">
                  <c:v>43357</c:v>
                </c:pt>
                <c:pt idx="1911">
                  <c:v>43356</c:v>
                </c:pt>
                <c:pt idx="1912">
                  <c:v>43355</c:v>
                </c:pt>
                <c:pt idx="1913">
                  <c:v>43354</c:v>
                </c:pt>
                <c:pt idx="1914">
                  <c:v>43353</c:v>
                </c:pt>
                <c:pt idx="1915">
                  <c:v>43350</c:v>
                </c:pt>
                <c:pt idx="1916">
                  <c:v>43349</c:v>
                </c:pt>
                <c:pt idx="1917">
                  <c:v>43348</c:v>
                </c:pt>
                <c:pt idx="1918">
                  <c:v>43347</c:v>
                </c:pt>
                <c:pt idx="1919">
                  <c:v>43346</c:v>
                </c:pt>
                <c:pt idx="1920">
                  <c:v>43343</c:v>
                </c:pt>
                <c:pt idx="1921">
                  <c:v>43342</c:v>
                </c:pt>
                <c:pt idx="1922">
                  <c:v>43341</c:v>
                </c:pt>
                <c:pt idx="1923">
                  <c:v>43340</c:v>
                </c:pt>
                <c:pt idx="1924">
                  <c:v>43339</c:v>
                </c:pt>
                <c:pt idx="1925">
                  <c:v>43336</c:v>
                </c:pt>
                <c:pt idx="1926">
                  <c:v>43335</c:v>
                </c:pt>
                <c:pt idx="1927">
                  <c:v>43334</c:v>
                </c:pt>
                <c:pt idx="1928">
                  <c:v>43333</c:v>
                </c:pt>
                <c:pt idx="1929">
                  <c:v>43332</c:v>
                </c:pt>
                <c:pt idx="1930">
                  <c:v>43329</c:v>
                </c:pt>
                <c:pt idx="1931">
                  <c:v>43328</c:v>
                </c:pt>
                <c:pt idx="1932">
                  <c:v>43327</c:v>
                </c:pt>
                <c:pt idx="1933">
                  <c:v>43326</c:v>
                </c:pt>
                <c:pt idx="1934">
                  <c:v>43325</c:v>
                </c:pt>
                <c:pt idx="1935">
                  <c:v>43322</c:v>
                </c:pt>
                <c:pt idx="1936">
                  <c:v>43321</c:v>
                </c:pt>
                <c:pt idx="1937">
                  <c:v>43320</c:v>
                </c:pt>
                <c:pt idx="1938">
                  <c:v>43319</c:v>
                </c:pt>
                <c:pt idx="1939">
                  <c:v>43318</c:v>
                </c:pt>
                <c:pt idx="1940">
                  <c:v>43315</c:v>
                </c:pt>
                <c:pt idx="1941">
                  <c:v>43314</c:v>
                </c:pt>
                <c:pt idx="1942">
                  <c:v>43313</c:v>
                </c:pt>
                <c:pt idx="1943">
                  <c:v>43312</c:v>
                </c:pt>
                <c:pt idx="1944">
                  <c:v>43311</c:v>
                </c:pt>
                <c:pt idx="1945">
                  <c:v>43308</c:v>
                </c:pt>
                <c:pt idx="1946">
                  <c:v>43307</c:v>
                </c:pt>
                <c:pt idx="1947">
                  <c:v>43306</c:v>
                </c:pt>
                <c:pt idx="1948">
                  <c:v>43305</c:v>
                </c:pt>
                <c:pt idx="1949">
                  <c:v>43304</c:v>
                </c:pt>
                <c:pt idx="1950">
                  <c:v>43301</c:v>
                </c:pt>
                <c:pt idx="1951">
                  <c:v>43300</c:v>
                </c:pt>
                <c:pt idx="1952">
                  <c:v>43299</c:v>
                </c:pt>
                <c:pt idx="1953">
                  <c:v>43298</c:v>
                </c:pt>
                <c:pt idx="1954">
                  <c:v>43297</c:v>
                </c:pt>
                <c:pt idx="1955">
                  <c:v>43294</c:v>
                </c:pt>
                <c:pt idx="1956">
                  <c:v>43293</c:v>
                </c:pt>
                <c:pt idx="1957">
                  <c:v>43292</c:v>
                </c:pt>
                <c:pt idx="1958">
                  <c:v>43291</c:v>
                </c:pt>
                <c:pt idx="1959">
                  <c:v>43290</c:v>
                </c:pt>
                <c:pt idx="1960">
                  <c:v>43287</c:v>
                </c:pt>
                <c:pt idx="1961">
                  <c:v>43286</c:v>
                </c:pt>
                <c:pt idx="1962">
                  <c:v>43285</c:v>
                </c:pt>
                <c:pt idx="1963">
                  <c:v>43284</c:v>
                </c:pt>
                <c:pt idx="1964">
                  <c:v>43280</c:v>
                </c:pt>
                <c:pt idx="1965">
                  <c:v>43279</c:v>
                </c:pt>
                <c:pt idx="1966">
                  <c:v>43278</c:v>
                </c:pt>
                <c:pt idx="1967">
                  <c:v>43277</c:v>
                </c:pt>
                <c:pt idx="1968">
                  <c:v>43276</c:v>
                </c:pt>
                <c:pt idx="1969">
                  <c:v>43273</c:v>
                </c:pt>
                <c:pt idx="1970">
                  <c:v>43272</c:v>
                </c:pt>
                <c:pt idx="1971">
                  <c:v>43271</c:v>
                </c:pt>
                <c:pt idx="1972">
                  <c:v>43270</c:v>
                </c:pt>
                <c:pt idx="1973">
                  <c:v>43266</c:v>
                </c:pt>
                <c:pt idx="1974">
                  <c:v>43265</c:v>
                </c:pt>
                <c:pt idx="1975">
                  <c:v>43264</c:v>
                </c:pt>
                <c:pt idx="1976">
                  <c:v>43263</c:v>
                </c:pt>
                <c:pt idx="1977">
                  <c:v>43262</c:v>
                </c:pt>
                <c:pt idx="1978">
                  <c:v>43259</c:v>
                </c:pt>
                <c:pt idx="1979">
                  <c:v>43258</c:v>
                </c:pt>
                <c:pt idx="1980">
                  <c:v>43257</c:v>
                </c:pt>
                <c:pt idx="1981">
                  <c:v>43256</c:v>
                </c:pt>
                <c:pt idx="1982">
                  <c:v>43255</c:v>
                </c:pt>
                <c:pt idx="1983">
                  <c:v>43252</c:v>
                </c:pt>
                <c:pt idx="1984">
                  <c:v>43251</c:v>
                </c:pt>
                <c:pt idx="1985">
                  <c:v>43250</c:v>
                </c:pt>
                <c:pt idx="1986">
                  <c:v>43249</c:v>
                </c:pt>
                <c:pt idx="1987">
                  <c:v>43248</c:v>
                </c:pt>
                <c:pt idx="1988">
                  <c:v>43245</c:v>
                </c:pt>
                <c:pt idx="1989">
                  <c:v>43244</c:v>
                </c:pt>
                <c:pt idx="1990">
                  <c:v>43243</c:v>
                </c:pt>
                <c:pt idx="1991">
                  <c:v>43241</c:v>
                </c:pt>
                <c:pt idx="1992">
                  <c:v>43238</c:v>
                </c:pt>
                <c:pt idx="1993">
                  <c:v>43237</c:v>
                </c:pt>
                <c:pt idx="1994">
                  <c:v>43236</c:v>
                </c:pt>
                <c:pt idx="1995">
                  <c:v>43235</c:v>
                </c:pt>
                <c:pt idx="1996">
                  <c:v>43234</c:v>
                </c:pt>
                <c:pt idx="1997">
                  <c:v>43231</c:v>
                </c:pt>
                <c:pt idx="1998">
                  <c:v>43230</c:v>
                </c:pt>
                <c:pt idx="1999">
                  <c:v>43229</c:v>
                </c:pt>
                <c:pt idx="2000">
                  <c:v>43228</c:v>
                </c:pt>
                <c:pt idx="2001">
                  <c:v>43227</c:v>
                </c:pt>
                <c:pt idx="2002">
                  <c:v>43224</c:v>
                </c:pt>
                <c:pt idx="2003">
                  <c:v>43223</c:v>
                </c:pt>
                <c:pt idx="2004">
                  <c:v>43222</c:v>
                </c:pt>
                <c:pt idx="2005">
                  <c:v>43220</c:v>
                </c:pt>
                <c:pt idx="2006">
                  <c:v>43217</c:v>
                </c:pt>
                <c:pt idx="2007">
                  <c:v>43216</c:v>
                </c:pt>
                <c:pt idx="2008">
                  <c:v>43215</c:v>
                </c:pt>
                <c:pt idx="2009">
                  <c:v>43214</c:v>
                </c:pt>
                <c:pt idx="2010">
                  <c:v>43213</c:v>
                </c:pt>
                <c:pt idx="2011">
                  <c:v>43210</c:v>
                </c:pt>
                <c:pt idx="2012">
                  <c:v>43209</c:v>
                </c:pt>
                <c:pt idx="2013">
                  <c:v>43208</c:v>
                </c:pt>
                <c:pt idx="2014">
                  <c:v>43207</c:v>
                </c:pt>
                <c:pt idx="2015">
                  <c:v>43206</c:v>
                </c:pt>
                <c:pt idx="2016">
                  <c:v>43203</c:v>
                </c:pt>
                <c:pt idx="2017">
                  <c:v>43202</c:v>
                </c:pt>
                <c:pt idx="2018">
                  <c:v>43201</c:v>
                </c:pt>
                <c:pt idx="2019">
                  <c:v>43200</c:v>
                </c:pt>
                <c:pt idx="2020">
                  <c:v>43199</c:v>
                </c:pt>
                <c:pt idx="2021">
                  <c:v>43196</c:v>
                </c:pt>
                <c:pt idx="2022">
                  <c:v>43194</c:v>
                </c:pt>
                <c:pt idx="2023">
                  <c:v>43193</c:v>
                </c:pt>
                <c:pt idx="2024">
                  <c:v>43188</c:v>
                </c:pt>
                <c:pt idx="2025">
                  <c:v>43187</c:v>
                </c:pt>
                <c:pt idx="2026">
                  <c:v>43186</c:v>
                </c:pt>
                <c:pt idx="2027">
                  <c:v>43185</c:v>
                </c:pt>
                <c:pt idx="2028">
                  <c:v>43182</c:v>
                </c:pt>
                <c:pt idx="2029">
                  <c:v>43181</c:v>
                </c:pt>
                <c:pt idx="2030">
                  <c:v>43180</c:v>
                </c:pt>
                <c:pt idx="2031">
                  <c:v>43179</c:v>
                </c:pt>
                <c:pt idx="2032">
                  <c:v>43178</c:v>
                </c:pt>
                <c:pt idx="2033">
                  <c:v>43175</c:v>
                </c:pt>
                <c:pt idx="2034">
                  <c:v>43174</c:v>
                </c:pt>
                <c:pt idx="2035">
                  <c:v>43173</c:v>
                </c:pt>
                <c:pt idx="2036">
                  <c:v>43172</c:v>
                </c:pt>
                <c:pt idx="2037">
                  <c:v>43171</c:v>
                </c:pt>
                <c:pt idx="2038">
                  <c:v>43168</c:v>
                </c:pt>
                <c:pt idx="2039">
                  <c:v>43167</c:v>
                </c:pt>
                <c:pt idx="2040">
                  <c:v>43166</c:v>
                </c:pt>
                <c:pt idx="2041">
                  <c:v>43165</c:v>
                </c:pt>
                <c:pt idx="2042">
                  <c:v>43164</c:v>
                </c:pt>
                <c:pt idx="2043">
                  <c:v>43161</c:v>
                </c:pt>
                <c:pt idx="2044">
                  <c:v>43160</c:v>
                </c:pt>
                <c:pt idx="2045">
                  <c:v>43159</c:v>
                </c:pt>
                <c:pt idx="2046">
                  <c:v>43158</c:v>
                </c:pt>
                <c:pt idx="2047">
                  <c:v>43157</c:v>
                </c:pt>
                <c:pt idx="2048">
                  <c:v>43154</c:v>
                </c:pt>
                <c:pt idx="2049">
                  <c:v>43153</c:v>
                </c:pt>
                <c:pt idx="2050">
                  <c:v>43152</c:v>
                </c:pt>
                <c:pt idx="2051">
                  <c:v>43151</c:v>
                </c:pt>
                <c:pt idx="2052">
                  <c:v>43146</c:v>
                </c:pt>
                <c:pt idx="2053">
                  <c:v>43145</c:v>
                </c:pt>
                <c:pt idx="2054">
                  <c:v>43144</c:v>
                </c:pt>
                <c:pt idx="2055">
                  <c:v>43143</c:v>
                </c:pt>
                <c:pt idx="2056">
                  <c:v>43140</c:v>
                </c:pt>
                <c:pt idx="2057">
                  <c:v>43139</c:v>
                </c:pt>
                <c:pt idx="2058">
                  <c:v>43138</c:v>
                </c:pt>
                <c:pt idx="2059">
                  <c:v>43137</c:v>
                </c:pt>
                <c:pt idx="2060">
                  <c:v>43136</c:v>
                </c:pt>
                <c:pt idx="2061">
                  <c:v>43133</c:v>
                </c:pt>
                <c:pt idx="2062">
                  <c:v>43132</c:v>
                </c:pt>
                <c:pt idx="2063">
                  <c:v>43131</c:v>
                </c:pt>
                <c:pt idx="2064">
                  <c:v>43130</c:v>
                </c:pt>
                <c:pt idx="2065">
                  <c:v>43129</c:v>
                </c:pt>
                <c:pt idx="2066">
                  <c:v>43126</c:v>
                </c:pt>
                <c:pt idx="2067">
                  <c:v>43125</c:v>
                </c:pt>
                <c:pt idx="2068">
                  <c:v>43124</c:v>
                </c:pt>
                <c:pt idx="2069">
                  <c:v>43123</c:v>
                </c:pt>
                <c:pt idx="2070">
                  <c:v>43122</c:v>
                </c:pt>
                <c:pt idx="2071">
                  <c:v>43119</c:v>
                </c:pt>
                <c:pt idx="2072">
                  <c:v>43118</c:v>
                </c:pt>
                <c:pt idx="2073">
                  <c:v>43117</c:v>
                </c:pt>
                <c:pt idx="2074">
                  <c:v>43116</c:v>
                </c:pt>
                <c:pt idx="2075">
                  <c:v>43115</c:v>
                </c:pt>
                <c:pt idx="2076">
                  <c:v>43112</c:v>
                </c:pt>
                <c:pt idx="2077">
                  <c:v>43111</c:v>
                </c:pt>
                <c:pt idx="2078">
                  <c:v>43110</c:v>
                </c:pt>
                <c:pt idx="2079">
                  <c:v>43109</c:v>
                </c:pt>
                <c:pt idx="2080">
                  <c:v>43108</c:v>
                </c:pt>
                <c:pt idx="2081">
                  <c:v>43105</c:v>
                </c:pt>
                <c:pt idx="2082">
                  <c:v>43104</c:v>
                </c:pt>
                <c:pt idx="2083">
                  <c:v>43103</c:v>
                </c:pt>
                <c:pt idx="2084">
                  <c:v>43102</c:v>
                </c:pt>
                <c:pt idx="2085">
                  <c:v>43098</c:v>
                </c:pt>
                <c:pt idx="2086">
                  <c:v>43097</c:v>
                </c:pt>
                <c:pt idx="2087">
                  <c:v>43096</c:v>
                </c:pt>
                <c:pt idx="2088">
                  <c:v>43091</c:v>
                </c:pt>
                <c:pt idx="2089">
                  <c:v>43090</c:v>
                </c:pt>
                <c:pt idx="2090">
                  <c:v>43089</c:v>
                </c:pt>
                <c:pt idx="2091">
                  <c:v>43088</c:v>
                </c:pt>
                <c:pt idx="2092">
                  <c:v>43087</c:v>
                </c:pt>
                <c:pt idx="2093">
                  <c:v>43084</c:v>
                </c:pt>
                <c:pt idx="2094">
                  <c:v>43083</c:v>
                </c:pt>
                <c:pt idx="2095">
                  <c:v>43082</c:v>
                </c:pt>
                <c:pt idx="2096">
                  <c:v>43081</c:v>
                </c:pt>
                <c:pt idx="2097">
                  <c:v>43080</c:v>
                </c:pt>
                <c:pt idx="2098">
                  <c:v>43077</c:v>
                </c:pt>
                <c:pt idx="2099">
                  <c:v>43076</c:v>
                </c:pt>
                <c:pt idx="2100">
                  <c:v>43075</c:v>
                </c:pt>
                <c:pt idx="2101">
                  <c:v>43074</c:v>
                </c:pt>
                <c:pt idx="2102">
                  <c:v>43073</c:v>
                </c:pt>
                <c:pt idx="2103">
                  <c:v>43070</c:v>
                </c:pt>
                <c:pt idx="2104">
                  <c:v>43069</c:v>
                </c:pt>
                <c:pt idx="2105">
                  <c:v>43068</c:v>
                </c:pt>
                <c:pt idx="2106">
                  <c:v>43067</c:v>
                </c:pt>
                <c:pt idx="2107">
                  <c:v>43066</c:v>
                </c:pt>
                <c:pt idx="2108">
                  <c:v>43063</c:v>
                </c:pt>
                <c:pt idx="2109">
                  <c:v>43062</c:v>
                </c:pt>
                <c:pt idx="2110">
                  <c:v>43061</c:v>
                </c:pt>
                <c:pt idx="2111">
                  <c:v>43060</c:v>
                </c:pt>
                <c:pt idx="2112">
                  <c:v>43059</c:v>
                </c:pt>
                <c:pt idx="2113">
                  <c:v>43056</c:v>
                </c:pt>
                <c:pt idx="2114">
                  <c:v>43055</c:v>
                </c:pt>
                <c:pt idx="2115">
                  <c:v>43054</c:v>
                </c:pt>
                <c:pt idx="2116">
                  <c:v>43053</c:v>
                </c:pt>
                <c:pt idx="2117">
                  <c:v>43052</c:v>
                </c:pt>
                <c:pt idx="2118">
                  <c:v>43049</c:v>
                </c:pt>
                <c:pt idx="2119">
                  <c:v>43048</c:v>
                </c:pt>
                <c:pt idx="2120">
                  <c:v>43047</c:v>
                </c:pt>
                <c:pt idx="2121">
                  <c:v>43046</c:v>
                </c:pt>
                <c:pt idx="2122">
                  <c:v>43045</c:v>
                </c:pt>
                <c:pt idx="2123">
                  <c:v>43042</c:v>
                </c:pt>
                <c:pt idx="2124">
                  <c:v>43041</c:v>
                </c:pt>
                <c:pt idx="2125">
                  <c:v>43040</c:v>
                </c:pt>
                <c:pt idx="2126">
                  <c:v>43039</c:v>
                </c:pt>
                <c:pt idx="2127">
                  <c:v>43038</c:v>
                </c:pt>
                <c:pt idx="2128">
                  <c:v>43035</c:v>
                </c:pt>
                <c:pt idx="2129">
                  <c:v>43034</c:v>
                </c:pt>
                <c:pt idx="2130">
                  <c:v>43033</c:v>
                </c:pt>
                <c:pt idx="2131">
                  <c:v>43032</c:v>
                </c:pt>
                <c:pt idx="2132">
                  <c:v>43031</c:v>
                </c:pt>
                <c:pt idx="2133">
                  <c:v>43028</c:v>
                </c:pt>
                <c:pt idx="2134">
                  <c:v>43027</c:v>
                </c:pt>
                <c:pt idx="2135">
                  <c:v>43026</c:v>
                </c:pt>
                <c:pt idx="2136">
                  <c:v>43025</c:v>
                </c:pt>
                <c:pt idx="2137">
                  <c:v>43024</c:v>
                </c:pt>
                <c:pt idx="2138">
                  <c:v>43021</c:v>
                </c:pt>
                <c:pt idx="2139">
                  <c:v>43020</c:v>
                </c:pt>
                <c:pt idx="2140">
                  <c:v>43019</c:v>
                </c:pt>
                <c:pt idx="2141">
                  <c:v>43018</c:v>
                </c:pt>
                <c:pt idx="2142">
                  <c:v>43017</c:v>
                </c:pt>
                <c:pt idx="2143">
                  <c:v>43014</c:v>
                </c:pt>
                <c:pt idx="2144">
                  <c:v>43012</c:v>
                </c:pt>
                <c:pt idx="2145">
                  <c:v>43011</c:v>
                </c:pt>
                <c:pt idx="2146">
                  <c:v>43007</c:v>
                </c:pt>
                <c:pt idx="2147">
                  <c:v>43006</c:v>
                </c:pt>
                <c:pt idx="2148">
                  <c:v>43005</c:v>
                </c:pt>
                <c:pt idx="2149">
                  <c:v>43004</c:v>
                </c:pt>
                <c:pt idx="2150">
                  <c:v>43003</c:v>
                </c:pt>
                <c:pt idx="2151">
                  <c:v>43000</c:v>
                </c:pt>
                <c:pt idx="2152">
                  <c:v>42999</c:v>
                </c:pt>
                <c:pt idx="2153">
                  <c:v>42998</c:v>
                </c:pt>
                <c:pt idx="2154">
                  <c:v>42997</c:v>
                </c:pt>
                <c:pt idx="2155">
                  <c:v>42996</c:v>
                </c:pt>
                <c:pt idx="2156">
                  <c:v>42993</c:v>
                </c:pt>
                <c:pt idx="2157">
                  <c:v>42992</c:v>
                </c:pt>
                <c:pt idx="2158">
                  <c:v>42991</c:v>
                </c:pt>
                <c:pt idx="2159">
                  <c:v>42990</c:v>
                </c:pt>
                <c:pt idx="2160">
                  <c:v>42989</c:v>
                </c:pt>
                <c:pt idx="2161">
                  <c:v>42986</c:v>
                </c:pt>
                <c:pt idx="2162">
                  <c:v>42985</c:v>
                </c:pt>
                <c:pt idx="2163">
                  <c:v>42984</c:v>
                </c:pt>
                <c:pt idx="2164">
                  <c:v>42983</c:v>
                </c:pt>
                <c:pt idx="2165">
                  <c:v>42982</c:v>
                </c:pt>
                <c:pt idx="2166">
                  <c:v>42979</c:v>
                </c:pt>
                <c:pt idx="2167">
                  <c:v>42978</c:v>
                </c:pt>
                <c:pt idx="2168">
                  <c:v>42977</c:v>
                </c:pt>
                <c:pt idx="2169">
                  <c:v>42976</c:v>
                </c:pt>
                <c:pt idx="2170">
                  <c:v>42975</c:v>
                </c:pt>
                <c:pt idx="2171">
                  <c:v>42972</c:v>
                </c:pt>
                <c:pt idx="2172">
                  <c:v>42971</c:v>
                </c:pt>
                <c:pt idx="2173">
                  <c:v>42969</c:v>
                </c:pt>
                <c:pt idx="2174">
                  <c:v>42968</c:v>
                </c:pt>
                <c:pt idx="2175">
                  <c:v>42965</c:v>
                </c:pt>
                <c:pt idx="2176">
                  <c:v>42964</c:v>
                </c:pt>
                <c:pt idx="2177">
                  <c:v>42963</c:v>
                </c:pt>
                <c:pt idx="2178">
                  <c:v>42962</c:v>
                </c:pt>
                <c:pt idx="2179">
                  <c:v>42961</c:v>
                </c:pt>
                <c:pt idx="2180">
                  <c:v>42958</c:v>
                </c:pt>
                <c:pt idx="2181">
                  <c:v>42957</c:v>
                </c:pt>
                <c:pt idx="2182">
                  <c:v>42956</c:v>
                </c:pt>
                <c:pt idx="2183">
                  <c:v>42955</c:v>
                </c:pt>
                <c:pt idx="2184">
                  <c:v>42954</c:v>
                </c:pt>
                <c:pt idx="2185">
                  <c:v>42951</c:v>
                </c:pt>
                <c:pt idx="2186">
                  <c:v>42950</c:v>
                </c:pt>
                <c:pt idx="2187">
                  <c:v>42949</c:v>
                </c:pt>
                <c:pt idx="2188">
                  <c:v>42948</c:v>
                </c:pt>
                <c:pt idx="2189">
                  <c:v>42947</c:v>
                </c:pt>
                <c:pt idx="2190">
                  <c:v>42944</c:v>
                </c:pt>
                <c:pt idx="2191">
                  <c:v>42943</c:v>
                </c:pt>
                <c:pt idx="2192">
                  <c:v>42942</c:v>
                </c:pt>
                <c:pt idx="2193">
                  <c:v>42941</c:v>
                </c:pt>
                <c:pt idx="2194">
                  <c:v>42940</c:v>
                </c:pt>
                <c:pt idx="2195">
                  <c:v>42937</c:v>
                </c:pt>
                <c:pt idx="2196">
                  <c:v>42936</c:v>
                </c:pt>
                <c:pt idx="2197">
                  <c:v>42935</c:v>
                </c:pt>
                <c:pt idx="2198">
                  <c:v>42934</c:v>
                </c:pt>
                <c:pt idx="2199">
                  <c:v>42933</c:v>
                </c:pt>
                <c:pt idx="2200">
                  <c:v>42930</c:v>
                </c:pt>
                <c:pt idx="2201">
                  <c:v>42929</c:v>
                </c:pt>
                <c:pt idx="2202">
                  <c:v>42928</c:v>
                </c:pt>
                <c:pt idx="2203">
                  <c:v>42927</c:v>
                </c:pt>
                <c:pt idx="2204">
                  <c:v>42926</c:v>
                </c:pt>
                <c:pt idx="2205">
                  <c:v>42923</c:v>
                </c:pt>
                <c:pt idx="2206">
                  <c:v>42922</c:v>
                </c:pt>
                <c:pt idx="2207">
                  <c:v>42921</c:v>
                </c:pt>
                <c:pt idx="2208">
                  <c:v>42920</c:v>
                </c:pt>
                <c:pt idx="2209">
                  <c:v>42919</c:v>
                </c:pt>
                <c:pt idx="2210">
                  <c:v>42916</c:v>
                </c:pt>
                <c:pt idx="2211">
                  <c:v>42915</c:v>
                </c:pt>
                <c:pt idx="2212">
                  <c:v>42914</c:v>
                </c:pt>
                <c:pt idx="2213">
                  <c:v>42913</c:v>
                </c:pt>
                <c:pt idx="2214">
                  <c:v>42912</c:v>
                </c:pt>
                <c:pt idx="2215">
                  <c:v>42909</c:v>
                </c:pt>
                <c:pt idx="2216">
                  <c:v>42908</c:v>
                </c:pt>
                <c:pt idx="2217">
                  <c:v>42907</c:v>
                </c:pt>
                <c:pt idx="2218">
                  <c:v>42906</c:v>
                </c:pt>
                <c:pt idx="2219">
                  <c:v>42905</c:v>
                </c:pt>
                <c:pt idx="2220">
                  <c:v>42902</c:v>
                </c:pt>
                <c:pt idx="2221">
                  <c:v>42901</c:v>
                </c:pt>
                <c:pt idx="2222">
                  <c:v>42900</c:v>
                </c:pt>
                <c:pt idx="2223">
                  <c:v>42899</c:v>
                </c:pt>
                <c:pt idx="2224">
                  <c:v>42898</c:v>
                </c:pt>
                <c:pt idx="2225">
                  <c:v>42895</c:v>
                </c:pt>
                <c:pt idx="2226">
                  <c:v>42894</c:v>
                </c:pt>
                <c:pt idx="2227">
                  <c:v>42893</c:v>
                </c:pt>
                <c:pt idx="2228">
                  <c:v>42892</c:v>
                </c:pt>
                <c:pt idx="2229">
                  <c:v>42891</c:v>
                </c:pt>
                <c:pt idx="2230">
                  <c:v>42888</c:v>
                </c:pt>
                <c:pt idx="2231">
                  <c:v>42887</c:v>
                </c:pt>
                <c:pt idx="2232">
                  <c:v>42886</c:v>
                </c:pt>
                <c:pt idx="2233">
                  <c:v>42884</c:v>
                </c:pt>
                <c:pt idx="2234">
                  <c:v>42881</c:v>
                </c:pt>
                <c:pt idx="2235">
                  <c:v>42880</c:v>
                </c:pt>
                <c:pt idx="2236">
                  <c:v>42879</c:v>
                </c:pt>
                <c:pt idx="2237">
                  <c:v>42878</c:v>
                </c:pt>
                <c:pt idx="2238">
                  <c:v>42877</c:v>
                </c:pt>
                <c:pt idx="2239">
                  <c:v>42874</c:v>
                </c:pt>
                <c:pt idx="2240">
                  <c:v>42873</c:v>
                </c:pt>
                <c:pt idx="2241">
                  <c:v>42872</c:v>
                </c:pt>
                <c:pt idx="2242">
                  <c:v>42871</c:v>
                </c:pt>
                <c:pt idx="2243">
                  <c:v>42870</c:v>
                </c:pt>
                <c:pt idx="2244">
                  <c:v>42867</c:v>
                </c:pt>
                <c:pt idx="2245">
                  <c:v>42866</c:v>
                </c:pt>
                <c:pt idx="2246">
                  <c:v>42865</c:v>
                </c:pt>
                <c:pt idx="2247">
                  <c:v>42864</c:v>
                </c:pt>
                <c:pt idx="2248">
                  <c:v>42863</c:v>
                </c:pt>
                <c:pt idx="2249">
                  <c:v>42860</c:v>
                </c:pt>
                <c:pt idx="2250">
                  <c:v>42859</c:v>
                </c:pt>
                <c:pt idx="2251">
                  <c:v>42857</c:v>
                </c:pt>
                <c:pt idx="2252">
                  <c:v>42853</c:v>
                </c:pt>
                <c:pt idx="2253">
                  <c:v>42852</c:v>
                </c:pt>
                <c:pt idx="2254">
                  <c:v>42851</c:v>
                </c:pt>
                <c:pt idx="2255">
                  <c:v>42850</c:v>
                </c:pt>
                <c:pt idx="2256">
                  <c:v>42849</c:v>
                </c:pt>
                <c:pt idx="2257">
                  <c:v>42846</c:v>
                </c:pt>
                <c:pt idx="2258">
                  <c:v>42845</c:v>
                </c:pt>
                <c:pt idx="2259">
                  <c:v>42844</c:v>
                </c:pt>
                <c:pt idx="2260">
                  <c:v>42843</c:v>
                </c:pt>
                <c:pt idx="2261">
                  <c:v>42838</c:v>
                </c:pt>
                <c:pt idx="2262">
                  <c:v>42837</c:v>
                </c:pt>
                <c:pt idx="2263">
                  <c:v>42836</c:v>
                </c:pt>
                <c:pt idx="2264">
                  <c:v>42835</c:v>
                </c:pt>
                <c:pt idx="2265">
                  <c:v>42832</c:v>
                </c:pt>
                <c:pt idx="2266">
                  <c:v>42831</c:v>
                </c:pt>
                <c:pt idx="2267">
                  <c:v>42830</c:v>
                </c:pt>
                <c:pt idx="2268">
                  <c:v>42828</c:v>
                </c:pt>
                <c:pt idx="2269">
                  <c:v>42825</c:v>
                </c:pt>
                <c:pt idx="2270">
                  <c:v>42824</c:v>
                </c:pt>
                <c:pt idx="2271">
                  <c:v>42823</c:v>
                </c:pt>
                <c:pt idx="2272">
                  <c:v>42822</c:v>
                </c:pt>
                <c:pt idx="2273">
                  <c:v>42821</c:v>
                </c:pt>
                <c:pt idx="2274">
                  <c:v>42818</c:v>
                </c:pt>
                <c:pt idx="2275">
                  <c:v>42817</c:v>
                </c:pt>
                <c:pt idx="2276">
                  <c:v>42816</c:v>
                </c:pt>
                <c:pt idx="2277">
                  <c:v>42815</c:v>
                </c:pt>
                <c:pt idx="2278">
                  <c:v>42814</c:v>
                </c:pt>
                <c:pt idx="2279">
                  <c:v>42811</c:v>
                </c:pt>
                <c:pt idx="2280">
                  <c:v>42810</c:v>
                </c:pt>
                <c:pt idx="2281">
                  <c:v>42809</c:v>
                </c:pt>
                <c:pt idx="2282">
                  <c:v>42808</c:v>
                </c:pt>
                <c:pt idx="2283">
                  <c:v>42807</c:v>
                </c:pt>
                <c:pt idx="2284">
                  <c:v>42804</c:v>
                </c:pt>
                <c:pt idx="2285">
                  <c:v>42803</c:v>
                </c:pt>
                <c:pt idx="2286">
                  <c:v>42802</c:v>
                </c:pt>
                <c:pt idx="2287">
                  <c:v>42801</c:v>
                </c:pt>
                <c:pt idx="2288">
                  <c:v>42800</c:v>
                </c:pt>
                <c:pt idx="2289">
                  <c:v>42797</c:v>
                </c:pt>
                <c:pt idx="2290">
                  <c:v>42796</c:v>
                </c:pt>
                <c:pt idx="2291">
                  <c:v>42795</c:v>
                </c:pt>
                <c:pt idx="2292">
                  <c:v>42794</c:v>
                </c:pt>
                <c:pt idx="2293">
                  <c:v>42793</c:v>
                </c:pt>
                <c:pt idx="2294">
                  <c:v>42790</c:v>
                </c:pt>
                <c:pt idx="2295">
                  <c:v>42789</c:v>
                </c:pt>
                <c:pt idx="2296">
                  <c:v>42788</c:v>
                </c:pt>
                <c:pt idx="2297">
                  <c:v>42787</c:v>
                </c:pt>
                <c:pt idx="2298">
                  <c:v>42786</c:v>
                </c:pt>
                <c:pt idx="2299">
                  <c:v>42783</c:v>
                </c:pt>
                <c:pt idx="2300">
                  <c:v>42782</c:v>
                </c:pt>
                <c:pt idx="2301">
                  <c:v>42781</c:v>
                </c:pt>
                <c:pt idx="2302">
                  <c:v>42780</c:v>
                </c:pt>
                <c:pt idx="2303">
                  <c:v>42779</c:v>
                </c:pt>
                <c:pt idx="2304">
                  <c:v>42776</c:v>
                </c:pt>
                <c:pt idx="2305">
                  <c:v>42775</c:v>
                </c:pt>
                <c:pt idx="2306">
                  <c:v>42774</c:v>
                </c:pt>
                <c:pt idx="2307">
                  <c:v>42773</c:v>
                </c:pt>
                <c:pt idx="2308">
                  <c:v>42772</c:v>
                </c:pt>
                <c:pt idx="2309">
                  <c:v>42769</c:v>
                </c:pt>
                <c:pt idx="2310">
                  <c:v>42768</c:v>
                </c:pt>
                <c:pt idx="2311">
                  <c:v>42767</c:v>
                </c:pt>
                <c:pt idx="2312">
                  <c:v>42762</c:v>
                </c:pt>
                <c:pt idx="2313">
                  <c:v>42761</c:v>
                </c:pt>
                <c:pt idx="2314">
                  <c:v>42760</c:v>
                </c:pt>
                <c:pt idx="2315">
                  <c:v>42759</c:v>
                </c:pt>
                <c:pt idx="2316">
                  <c:v>42758</c:v>
                </c:pt>
                <c:pt idx="2317">
                  <c:v>42755</c:v>
                </c:pt>
                <c:pt idx="2318">
                  <c:v>42754</c:v>
                </c:pt>
                <c:pt idx="2319">
                  <c:v>42753</c:v>
                </c:pt>
                <c:pt idx="2320">
                  <c:v>42752</c:v>
                </c:pt>
                <c:pt idx="2321">
                  <c:v>42751</c:v>
                </c:pt>
                <c:pt idx="2322">
                  <c:v>42748</c:v>
                </c:pt>
                <c:pt idx="2323">
                  <c:v>42747</c:v>
                </c:pt>
                <c:pt idx="2324">
                  <c:v>42746</c:v>
                </c:pt>
                <c:pt idx="2325">
                  <c:v>42745</c:v>
                </c:pt>
                <c:pt idx="2326">
                  <c:v>42744</c:v>
                </c:pt>
                <c:pt idx="2327">
                  <c:v>42741</c:v>
                </c:pt>
                <c:pt idx="2328">
                  <c:v>42740</c:v>
                </c:pt>
                <c:pt idx="2329">
                  <c:v>42739</c:v>
                </c:pt>
                <c:pt idx="2330">
                  <c:v>42738</c:v>
                </c:pt>
                <c:pt idx="2331">
                  <c:v>42734</c:v>
                </c:pt>
                <c:pt idx="2332">
                  <c:v>42733</c:v>
                </c:pt>
                <c:pt idx="2333">
                  <c:v>42732</c:v>
                </c:pt>
                <c:pt idx="2334">
                  <c:v>42727</c:v>
                </c:pt>
                <c:pt idx="2335">
                  <c:v>42726</c:v>
                </c:pt>
                <c:pt idx="2336">
                  <c:v>42725</c:v>
                </c:pt>
                <c:pt idx="2337">
                  <c:v>42724</c:v>
                </c:pt>
                <c:pt idx="2338">
                  <c:v>42723</c:v>
                </c:pt>
                <c:pt idx="2339">
                  <c:v>42720</c:v>
                </c:pt>
                <c:pt idx="2340">
                  <c:v>42719</c:v>
                </c:pt>
                <c:pt idx="2341">
                  <c:v>42718</c:v>
                </c:pt>
                <c:pt idx="2342">
                  <c:v>42717</c:v>
                </c:pt>
                <c:pt idx="2343">
                  <c:v>42716</c:v>
                </c:pt>
                <c:pt idx="2344">
                  <c:v>42713</c:v>
                </c:pt>
                <c:pt idx="2345">
                  <c:v>42712</c:v>
                </c:pt>
                <c:pt idx="2346">
                  <c:v>42711</c:v>
                </c:pt>
                <c:pt idx="2347">
                  <c:v>42710</c:v>
                </c:pt>
                <c:pt idx="2348">
                  <c:v>42709</c:v>
                </c:pt>
                <c:pt idx="2349">
                  <c:v>42706</c:v>
                </c:pt>
                <c:pt idx="2350">
                  <c:v>42705</c:v>
                </c:pt>
                <c:pt idx="2351">
                  <c:v>42704</c:v>
                </c:pt>
                <c:pt idx="2352">
                  <c:v>42703</c:v>
                </c:pt>
                <c:pt idx="2353">
                  <c:v>42702</c:v>
                </c:pt>
                <c:pt idx="2354">
                  <c:v>42699</c:v>
                </c:pt>
                <c:pt idx="2355">
                  <c:v>42698</c:v>
                </c:pt>
                <c:pt idx="2356">
                  <c:v>42697</c:v>
                </c:pt>
                <c:pt idx="2357">
                  <c:v>42696</c:v>
                </c:pt>
                <c:pt idx="2358">
                  <c:v>42695</c:v>
                </c:pt>
                <c:pt idx="2359">
                  <c:v>42692</c:v>
                </c:pt>
                <c:pt idx="2360">
                  <c:v>42691</c:v>
                </c:pt>
                <c:pt idx="2361">
                  <c:v>42690</c:v>
                </c:pt>
                <c:pt idx="2362">
                  <c:v>42689</c:v>
                </c:pt>
                <c:pt idx="2363">
                  <c:v>42688</c:v>
                </c:pt>
                <c:pt idx="2364">
                  <c:v>42685</c:v>
                </c:pt>
                <c:pt idx="2365">
                  <c:v>42684</c:v>
                </c:pt>
                <c:pt idx="2366">
                  <c:v>42683</c:v>
                </c:pt>
                <c:pt idx="2367">
                  <c:v>42682</c:v>
                </c:pt>
                <c:pt idx="2368">
                  <c:v>42681</c:v>
                </c:pt>
                <c:pt idx="2369">
                  <c:v>42678</c:v>
                </c:pt>
                <c:pt idx="2370">
                  <c:v>42677</c:v>
                </c:pt>
                <c:pt idx="2371">
                  <c:v>42676</c:v>
                </c:pt>
                <c:pt idx="2372">
                  <c:v>42675</c:v>
                </c:pt>
                <c:pt idx="2373">
                  <c:v>42674</c:v>
                </c:pt>
                <c:pt idx="2374">
                  <c:v>42671</c:v>
                </c:pt>
                <c:pt idx="2375">
                  <c:v>42670</c:v>
                </c:pt>
                <c:pt idx="2376">
                  <c:v>42669</c:v>
                </c:pt>
                <c:pt idx="2377">
                  <c:v>42668</c:v>
                </c:pt>
                <c:pt idx="2378">
                  <c:v>42667</c:v>
                </c:pt>
                <c:pt idx="2379">
                  <c:v>42663</c:v>
                </c:pt>
                <c:pt idx="2380">
                  <c:v>42662</c:v>
                </c:pt>
                <c:pt idx="2381">
                  <c:v>42661</c:v>
                </c:pt>
                <c:pt idx="2382">
                  <c:v>42660</c:v>
                </c:pt>
                <c:pt idx="2383">
                  <c:v>42657</c:v>
                </c:pt>
                <c:pt idx="2384">
                  <c:v>42656</c:v>
                </c:pt>
                <c:pt idx="2385">
                  <c:v>42655</c:v>
                </c:pt>
                <c:pt idx="2386">
                  <c:v>42654</c:v>
                </c:pt>
                <c:pt idx="2387">
                  <c:v>42650</c:v>
                </c:pt>
                <c:pt idx="2388">
                  <c:v>42649</c:v>
                </c:pt>
                <c:pt idx="2389">
                  <c:v>42648</c:v>
                </c:pt>
                <c:pt idx="2390">
                  <c:v>42647</c:v>
                </c:pt>
                <c:pt idx="2391">
                  <c:v>42646</c:v>
                </c:pt>
                <c:pt idx="2392">
                  <c:v>42643</c:v>
                </c:pt>
                <c:pt idx="2393">
                  <c:v>42642</c:v>
                </c:pt>
                <c:pt idx="2394">
                  <c:v>42641</c:v>
                </c:pt>
                <c:pt idx="2395">
                  <c:v>42640</c:v>
                </c:pt>
                <c:pt idx="2396">
                  <c:v>42639</c:v>
                </c:pt>
                <c:pt idx="2397">
                  <c:v>42636</c:v>
                </c:pt>
                <c:pt idx="2398">
                  <c:v>42635</c:v>
                </c:pt>
                <c:pt idx="2399">
                  <c:v>42634</c:v>
                </c:pt>
                <c:pt idx="2400">
                  <c:v>42633</c:v>
                </c:pt>
                <c:pt idx="2401">
                  <c:v>42632</c:v>
                </c:pt>
                <c:pt idx="2402">
                  <c:v>42628</c:v>
                </c:pt>
                <c:pt idx="2403">
                  <c:v>42627</c:v>
                </c:pt>
                <c:pt idx="2404">
                  <c:v>42626</c:v>
                </c:pt>
                <c:pt idx="2405">
                  <c:v>42625</c:v>
                </c:pt>
                <c:pt idx="2406">
                  <c:v>42622</c:v>
                </c:pt>
                <c:pt idx="2407">
                  <c:v>42621</c:v>
                </c:pt>
                <c:pt idx="2408">
                  <c:v>42620</c:v>
                </c:pt>
                <c:pt idx="2409">
                  <c:v>42619</c:v>
                </c:pt>
                <c:pt idx="2410">
                  <c:v>42618</c:v>
                </c:pt>
                <c:pt idx="2411">
                  <c:v>42615</c:v>
                </c:pt>
                <c:pt idx="2412">
                  <c:v>42614</c:v>
                </c:pt>
                <c:pt idx="2413">
                  <c:v>42613</c:v>
                </c:pt>
                <c:pt idx="2414">
                  <c:v>42612</c:v>
                </c:pt>
                <c:pt idx="2415">
                  <c:v>42611</c:v>
                </c:pt>
                <c:pt idx="2416">
                  <c:v>42608</c:v>
                </c:pt>
                <c:pt idx="2417">
                  <c:v>42607</c:v>
                </c:pt>
                <c:pt idx="2418">
                  <c:v>42606</c:v>
                </c:pt>
                <c:pt idx="2419">
                  <c:v>42605</c:v>
                </c:pt>
                <c:pt idx="2420">
                  <c:v>42604</c:v>
                </c:pt>
                <c:pt idx="2421">
                  <c:v>42601</c:v>
                </c:pt>
                <c:pt idx="2422">
                  <c:v>42600</c:v>
                </c:pt>
                <c:pt idx="2423">
                  <c:v>42599</c:v>
                </c:pt>
                <c:pt idx="2424">
                  <c:v>42598</c:v>
                </c:pt>
                <c:pt idx="2425">
                  <c:v>42597</c:v>
                </c:pt>
                <c:pt idx="2426">
                  <c:v>42594</c:v>
                </c:pt>
                <c:pt idx="2427">
                  <c:v>42593</c:v>
                </c:pt>
                <c:pt idx="2428">
                  <c:v>42592</c:v>
                </c:pt>
                <c:pt idx="2429">
                  <c:v>42591</c:v>
                </c:pt>
                <c:pt idx="2430">
                  <c:v>42590</c:v>
                </c:pt>
                <c:pt idx="2431">
                  <c:v>42587</c:v>
                </c:pt>
                <c:pt idx="2432">
                  <c:v>42586</c:v>
                </c:pt>
                <c:pt idx="2433">
                  <c:v>42585</c:v>
                </c:pt>
                <c:pt idx="2434">
                  <c:v>42583</c:v>
                </c:pt>
                <c:pt idx="2435">
                  <c:v>42580</c:v>
                </c:pt>
                <c:pt idx="2436">
                  <c:v>42579</c:v>
                </c:pt>
                <c:pt idx="2437">
                  <c:v>42578</c:v>
                </c:pt>
                <c:pt idx="2438">
                  <c:v>42577</c:v>
                </c:pt>
                <c:pt idx="2439">
                  <c:v>42576</c:v>
                </c:pt>
                <c:pt idx="2440">
                  <c:v>42573</c:v>
                </c:pt>
                <c:pt idx="2441">
                  <c:v>42572</c:v>
                </c:pt>
                <c:pt idx="2442">
                  <c:v>42571</c:v>
                </c:pt>
                <c:pt idx="2443">
                  <c:v>42570</c:v>
                </c:pt>
                <c:pt idx="2444">
                  <c:v>42569</c:v>
                </c:pt>
                <c:pt idx="2445">
                  <c:v>42566</c:v>
                </c:pt>
                <c:pt idx="2446">
                  <c:v>42565</c:v>
                </c:pt>
                <c:pt idx="2447">
                  <c:v>42564</c:v>
                </c:pt>
                <c:pt idx="2448">
                  <c:v>42563</c:v>
                </c:pt>
                <c:pt idx="2449">
                  <c:v>42562</c:v>
                </c:pt>
                <c:pt idx="2450">
                  <c:v>42559</c:v>
                </c:pt>
                <c:pt idx="2451">
                  <c:v>42558</c:v>
                </c:pt>
                <c:pt idx="2452">
                  <c:v>42557</c:v>
                </c:pt>
                <c:pt idx="2453">
                  <c:v>42556</c:v>
                </c:pt>
                <c:pt idx="2454">
                  <c:v>42555</c:v>
                </c:pt>
                <c:pt idx="2455">
                  <c:v>42551</c:v>
                </c:pt>
                <c:pt idx="2456">
                  <c:v>42550</c:v>
                </c:pt>
                <c:pt idx="2457">
                  <c:v>42549</c:v>
                </c:pt>
                <c:pt idx="2458">
                  <c:v>42548</c:v>
                </c:pt>
                <c:pt idx="2459">
                  <c:v>42545</c:v>
                </c:pt>
                <c:pt idx="2460">
                  <c:v>42544</c:v>
                </c:pt>
                <c:pt idx="2461">
                  <c:v>42543</c:v>
                </c:pt>
                <c:pt idx="2462">
                  <c:v>42542</c:v>
                </c:pt>
                <c:pt idx="2463">
                  <c:v>42541</c:v>
                </c:pt>
                <c:pt idx="2464">
                  <c:v>42538</c:v>
                </c:pt>
                <c:pt idx="2465">
                  <c:v>42537</c:v>
                </c:pt>
                <c:pt idx="2466">
                  <c:v>42536</c:v>
                </c:pt>
                <c:pt idx="2467">
                  <c:v>42535</c:v>
                </c:pt>
                <c:pt idx="2468">
                  <c:v>42534</c:v>
                </c:pt>
                <c:pt idx="2469">
                  <c:v>42531</c:v>
                </c:pt>
                <c:pt idx="2470">
                  <c:v>42529</c:v>
                </c:pt>
                <c:pt idx="2471">
                  <c:v>42528</c:v>
                </c:pt>
                <c:pt idx="2472">
                  <c:v>42527</c:v>
                </c:pt>
                <c:pt idx="2473">
                  <c:v>42524</c:v>
                </c:pt>
                <c:pt idx="2474">
                  <c:v>42523</c:v>
                </c:pt>
                <c:pt idx="2475">
                  <c:v>42522</c:v>
                </c:pt>
                <c:pt idx="2476">
                  <c:v>42521</c:v>
                </c:pt>
                <c:pt idx="2477">
                  <c:v>42520</c:v>
                </c:pt>
                <c:pt idx="2478">
                  <c:v>42517</c:v>
                </c:pt>
                <c:pt idx="2479">
                  <c:v>42516</c:v>
                </c:pt>
                <c:pt idx="2480">
                  <c:v>42515</c:v>
                </c:pt>
                <c:pt idx="2481">
                  <c:v>42514</c:v>
                </c:pt>
                <c:pt idx="2482">
                  <c:v>42513</c:v>
                </c:pt>
                <c:pt idx="2483">
                  <c:v>42510</c:v>
                </c:pt>
                <c:pt idx="2484">
                  <c:v>42509</c:v>
                </c:pt>
                <c:pt idx="2485">
                  <c:v>42508</c:v>
                </c:pt>
                <c:pt idx="2486">
                  <c:v>42507</c:v>
                </c:pt>
                <c:pt idx="2487">
                  <c:v>42506</c:v>
                </c:pt>
                <c:pt idx="2488">
                  <c:v>42503</c:v>
                </c:pt>
                <c:pt idx="2489">
                  <c:v>42502</c:v>
                </c:pt>
                <c:pt idx="2490">
                  <c:v>42501</c:v>
                </c:pt>
                <c:pt idx="2491">
                  <c:v>42500</c:v>
                </c:pt>
                <c:pt idx="2492">
                  <c:v>42499</c:v>
                </c:pt>
                <c:pt idx="2493">
                  <c:v>42496</c:v>
                </c:pt>
                <c:pt idx="2494">
                  <c:v>42495</c:v>
                </c:pt>
                <c:pt idx="2495">
                  <c:v>42494</c:v>
                </c:pt>
                <c:pt idx="2496">
                  <c:v>42493</c:v>
                </c:pt>
                <c:pt idx="2497">
                  <c:v>42489</c:v>
                </c:pt>
                <c:pt idx="2498">
                  <c:v>42488</c:v>
                </c:pt>
                <c:pt idx="2499">
                  <c:v>42487</c:v>
                </c:pt>
                <c:pt idx="2500">
                  <c:v>42486</c:v>
                </c:pt>
                <c:pt idx="2501">
                  <c:v>42485</c:v>
                </c:pt>
                <c:pt idx="2502">
                  <c:v>42482</c:v>
                </c:pt>
                <c:pt idx="2503">
                  <c:v>42481</c:v>
                </c:pt>
                <c:pt idx="2504">
                  <c:v>42480</c:v>
                </c:pt>
                <c:pt idx="2505">
                  <c:v>42479</c:v>
                </c:pt>
                <c:pt idx="2506">
                  <c:v>42478</c:v>
                </c:pt>
                <c:pt idx="2507">
                  <c:v>42475</c:v>
                </c:pt>
                <c:pt idx="2508">
                  <c:v>42474</c:v>
                </c:pt>
                <c:pt idx="2509">
                  <c:v>42473</c:v>
                </c:pt>
                <c:pt idx="2510">
                  <c:v>42472</c:v>
                </c:pt>
                <c:pt idx="2511">
                  <c:v>42471</c:v>
                </c:pt>
                <c:pt idx="2512">
                  <c:v>42468</c:v>
                </c:pt>
                <c:pt idx="2513">
                  <c:v>42467</c:v>
                </c:pt>
                <c:pt idx="2514">
                  <c:v>42466</c:v>
                </c:pt>
                <c:pt idx="2515">
                  <c:v>42465</c:v>
                </c:pt>
                <c:pt idx="2516">
                  <c:v>42461</c:v>
                </c:pt>
                <c:pt idx="2517">
                  <c:v>42460</c:v>
                </c:pt>
                <c:pt idx="2518">
                  <c:v>42459</c:v>
                </c:pt>
                <c:pt idx="2519">
                  <c:v>42458</c:v>
                </c:pt>
                <c:pt idx="2520">
                  <c:v>42453</c:v>
                </c:pt>
                <c:pt idx="2521">
                  <c:v>42452</c:v>
                </c:pt>
                <c:pt idx="2522">
                  <c:v>42451</c:v>
                </c:pt>
                <c:pt idx="2523">
                  <c:v>42450</c:v>
                </c:pt>
                <c:pt idx="2524">
                  <c:v>42447</c:v>
                </c:pt>
                <c:pt idx="2525">
                  <c:v>42446</c:v>
                </c:pt>
                <c:pt idx="2526">
                  <c:v>42445</c:v>
                </c:pt>
                <c:pt idx="2527">
                  <c:v>42444</c:v>
                </c:pt>
                <c:pt idx="2528">
                  <c:v>42443</c:v>
                </c:pt>
                <c:pt idx="2529">
                  <c:v>42440</c:v>
                </c:pt>
                <c:pt idx="2530">
                  <c:v>42439</c:v>
                </c:pt>
                <c:pt idx="2531">
                  <c:v>42438</c:v>
                </c:pt>
                <c:pt idx="2532">
                  <c:v>42437</c:v>
                </c:pt>
                <c:pt idx="2533">
                  <c:v>42436</c:v>
                </c:pt>
                <c:pt idx="2534">
                  <c:v>42433</c:v>
                </c:pt>
                <c:pt idx="2535">
                  <c:v>42432</c:v>
                </c:pt>
                <c:pt idx="2536">
                  <c:v>42431</c:v>
                </c:pt>
                <c:pt idx="2537">
                  <c:v>42430</c:v>
                </c:pt>
                <c:pt idx="2538">
                  <c:v>42429</c:v>
                </c:pt>
                <c:pt idx="2539">
                  <c:v>42426</c:v>
                </c:pt>
                <c:pt idx="2540">
                  <c:v>42425</c:v>
                </c:pt>
                <c:pt idx="2541">
                  <c:v>42424</c:v>
                </c:pt>
                <c:pt idx="2542">
                  <c:v>42423</c:v>
                </c:pt>
                <c:pt idx="2543">
                  <c:v>42422</c:v>
                </c:pt>
                <c:pt idx="2544">
                  <c:v>42419</c:v>
                </c:pt>
                <c:pt idx="2545">
                  <c:v>42418</c:v>
                </c:pt>
                <c:pt idx="2546">
                  <c:v>42417</c:v>
                </c:pt>
                <c:pt idx="2547">
                  <c:v>42416</c:v>
                </c:pt>
                <c:pt idx="2548">
                  <c:v>42415</c:v>
                </c:pt>
                <c:pt idx="2549">
                  <c:v>42412</c:v>
                </c:pt>
                <c:pt idx="2550">
                  <c:v>42411</c:v>
                </c:pt>
                <c:pt idx="2551">
                  <c:v>42405</c:v>
                </c:pt>
                <c:pt idx="2552">
                  <c:v>42404</c:v>
                </c:pt>
                <c:pt idx="2553">
                  <c:v>42403</c:v>
                </c:pt>
                <c:pt idx="2554">
                  <c:v>42402</c:v>
                </c:pt>
                <c:pt idx="2555">
                  <c:v>42401</c:v>
                </c:pt>
                <c:pt idx="2556">
                  <c:v>42398</c:v>
                </c:pt>
                <c:pt idx="2557">
                  <c:v>42397</c:v>
                </c:pt>
                <c:pt idx="2558">
                  <c:v>42396</c:v>
                </c:pt>
                <c:pt idx="2559">
                  <c:v>42395</c:v>
                </c:pt>
                <c:pt idx="2560">
                  <c:v>42394</c:v>
                </c:pt>
                <c:pt idx="2561">
                  <c:v>42391</c:v>
                </c:pt>
                <c:pt idx="2562">
                  <c:v>42390</c:v>
                </c:pt>
                <c:pt idx="2563">
                  <c:v>42389</c:v>
                </c:pt>
                <c:pt idx="2564">
                  <c:v>42388</c:v>
                </c:pt>
                <c:pt idx="2565">
                  <c:v>42387</c:v>
                </c:pt>
                <c:pt idx="2566">
                  <c:v>42384</c:v>
                </c:pt>
                <c:pt idx="2567">
                  <c:v>42383</c:v>
                </c:pt>
                <c:pt idx="2568">
                  <c:v>42382</c:v>
                </c:pt>
                <c:pt idx="2569">
                  <c:v>42381</c:v>
                </c:pt>
                <c:pt idx="2570">
                  <c:v>42380</c:v>
                </c:pt>
                <c:pt idx="2571">
                  <c:v>42377</c:v>
                </c:pt>
                <c:pt idx="2572">
                  <c:v>42376</c:v>
                </c:pt>
                <c:pt idx="2573">
                  <c:v>42375</c:v>
                </c:pt>
                <c:pt idx="2574">
                  <c:v>42374</c:v>
                </c:pt>
                <c:pt idx="2575">
                  <c:v>42373</c:v>
                </c:pt>
                <c:pt idx="2576">
                  <c:v>42369</c:v>
                </c:pt>
                <c:pt idx="2577">
                  <c:v>42368</c:v>
                </c:pt>
                <c:pt idx="2578">
                  <c:v>42367</c:v>
                </c:pt>
                <c:pt idx="2579">
                  <c:v>42366</c:v>
                </c:pt>
                <c:pt idx="2580">
                  <c:v>42362</c:v>
                </c:pt>
                <c:pt idx="2581">
                  <c:v>42361</c:v>
                </c:pt>
                <c:pt idx="2582">
                  <c:v>42360</c:v>
                </c:pt>
                <c:pt idx="2583">
                  <c:v>42359</c:v>
                </c:pt>
                <c:pt idx="2584">
                  <c:v>42356</c:v>
                </c:pt>
                <c:pt idx="2585">
                  <c:v>42355</c:v>
                </c:pt>
                <c:pt idx="2586">
                  <c:v>42354</c:v>
                </c:pt>
                <c:pt idx="2587">
                  <c:v>42353</c:v>
                </c:pt>
                <c:pt idx="2588">
                  <c:v>42352</c:v>
                </c:pt>
                <c:pt idx="2589">
                  <c:v>42349</c:v>
                </c:pt>
                <c:pt idx="2590">
                  <c:v>42348</c:v>
                </c:pt>
                <c:pt idx="2591">
                  <c:v>42347</c:v>
                </c:pt>
                <c:pt idx="2592">
                  <c:v>42346</c:v>
                </c:pt>
                <c:pt idx="2593">
                  <c:v>42345</c:v>
                </c:pt>
                <c:pt idx="2594">
                  <c:v>42342</c:v>
                </c:pt>
                <c:pt idx="2595">
                  <c:v>42341</c:v>
                </c:pt>
                <c:pt idx="2596">
                  <c:v>42340</c:v>
                </c:pt>
                <c:pt idx="2597">
                  <c:v>42339</c:v>
                </c:pt>
                <c:pt idx="2598">
                  <c:v>42338</c:v>
                </c:pt>
                <c:pt idx="2599">
                  <c:v>42335</c:v>
                </c:pt>
                <c:pt idx="2600">
                  <c:v>42334</c:v>
                </c:pt>
                <c:pt idx="2601">
                  <c:v>42333</c:v>
                </c:pt>
                <c:pt idx="2602">
                  <c:v>42332</c:v>
                </c:pt>
                <c:pt idx="2603">
                  <c:v>42331</c:v>
                </c:pt>
                <c:pt idx="2604">
                  <c:v>42328</c:v>
                </c:pt>
                <c:pt idx="2605">
                  <c:v>42327</c:v>
                </c:pt>
                <c:pt idx="2606">
                  <c:v>42326</c:v>
                </c:pt>
                <c:pt idx="2607">
                  <c:v>42325</c:v>
                </c:pt>
                <c:pt idx="2608">
                  <c:v>42324</c:v>
                </c:pt>
                <c:pt idx="2609">
                  <c:v>42321</c:v>
                </c:pt>
                <c:pt idx="2610">
                  <c:v>42320</c:v>
                </c:pt>
                <c:pt idx="2611">
                  <c:v>42319</c:v>
                </c:pt>
                <c:pt idx="2612">
                  <c:v>42318</c:v>
                </c:pt>
                <c:pt idx="2613">
                  <c:v>42317</c:v>
                </c:pt>
                <c:pt idx="2614">
                  <c:v>42314</c:v>
                </c:pt>
                <c:pt idx="2615">
                  <c:v>42313</c:v>
                </c:pt>
                <c:pt idx="2616">
                  <c:v>42312</c:v>
                </c:pt>
                <c:pt idx="2617">
                  <c:v>42311</c:v>
                </c:pt>
                <c:pt idx="2618">
                  <c:v>42310</c:v>
                </c:pt>
                <c:pt idx="2619">
                  <c:v>42307</c:v>
                </c:pt>
                <c:pt idx="2620">
                  <c:v>42306</c:v>
                </c:pt>
                <c:pt idx="2621">
                  <c:v>42305</c:v>
                </c:pt>
                <c:pt idx="2622">
                  <c:v>42304</c:v>
                </c:pt>
                <c:pt idx="2623">
                  <c:v>42303</c:v>
                </c:pt>
                <c:pt idx="2624">
                  <c:v>42300</c:v>
                </c:pt>
                <c:pt idx="2625">
                  <c:v>42299</c:v>
                </c:pt>
                <c:pt idx="2626">
                  <c:v>42297</c:v>
                </c:pt>
                <c:pt idx="2627">
                  <c:v>42296</c:v>
                </c:pt>
                <c:pt idx="2628">
                  <c:v>42293</c:v>
                </c:pt>
                <c:pt idx="2629">
                  <c:v>42292</c:v>
                </c:pt>
                <c:pt idx="2630">
                  <c:v>42291</c:v>
                </c:pt>
                <c:pt idx="2631">
                  <c:v>42290</c:v>
                </c:pt>
                <c:pt idx="2632">
                  <c:v>42289</c:v>
                </c:pt>
                <c:pt idx="2633">
                  <c:v>42286</c:v>
                </c:pt>
                <c:pt idx="2634">
                  <c:v>42285</c:v>
                </c:pt>
                <c:pt idx="2635">
                  <c:v>42284</c:v>
                </c:pt>
                <c:pt idx="2636">
                  <c:v>42283</c:v>
                </c:pt>
                <c:pt idx="2637">
                  <c:v>42282</c:v>
                </c:pt>
                <c:pt idx="2638">
                  <c:v>42279</c:v>
                </c:pt>
                <c:pt idx="2639">
                  <c:v>42277</c:v>
                </c:pt>
                <c:pt idx="2640">
                  <c:v>42276</c:v>
                </c:pt>
                <c:pt idx="2641">
                  <c:v>42272</c:v>
                </c:pt>
                <c:pt idx="2642">
                  <c:v>42271</c:v>
                </c:pt>
                <c:pt idx="2643">
                  <c:v>42270</c:v>
                </c:pt>
                <c:pt idx="2644">
                  <c:v>42269</c:v>
                </c:pt>
                <c:pt idx="2645">
                  <c:v>42268</c:v>
                </c:pt>
                <c:pt idx="2646">
                  <c:v>42265</c:v>
                </c:pt>
                <c:pt idx="2647">
                  <c:v>42264</c:v>
                </c:pt>
                <c:pt idx="2648">
                  <c:v>42263</c:v>
                </c:pt>
                <c:pt idx="2649">
                  <c:v>42262</c:v>
                </c:pt>
                <c:pt idx="2650">
                  <c:v>42261</c:v>
                </c:pt>
                <c:pt idx="2651">
                  <c:v>42258</c:v>
                </c:pt>
                <c:pt idx="2652">
                  <c:v>42257</c:v>
                </c:pt>
                <c:pt idx="2653">
                  <c:v>42256</c:v>
                </c:pt>
                <c:pt idx="2654">
                  <c:v>42255</c:v>
                </c:pt>
                <c:pt idx="2655">
                  <c:v>42254</c:v>
                </c:pt>
                <c:pt idx="2656">
                  <c:v>42251</c:v>
                </c:pt>
                <c:pt idx="2657">
                  <c:v>42249</c:v>
                </c:pt>
                <c:pt idx="2658">
                  <c:v>42248</c:v>
                </c:pt>
                <c:pt idx="2659">
                  <c:v>42247</c:v>
                </c:pt>
                <c:pt idx="2660">
                  <c:v>42244</c:v>
                </c:pt>
                <c:pt idx="2661">
                  <c:v>42243</c:v>
                </c:pt>
                <c:pt idx="2662">
                  <c:v>42242</c:v>
                </c:pt>
                <c:pt idx="2663">
                  <c:v>42241</c:v>
                </c:pt>
                <c:pt idx="2664">
                  <c:v>42240</c:v>
                </c:pt>
                <c:pt idx="2665">
                  <c:v>42237</c:v>
                </c:pt>
                <c:pt idx="2666">
                  <c:v>42236</c:v>
                </c:pt>
                <c:pt idx="2667">
                  <c:v>42235</c:v>
                </c:pt>
                <c:pt idx="2668">
                  <c:v>42234</c:v>
                </c:pt>
                <c:pt idx="2669">
                  <c:v>42233</c:v>
                </c:pt>
                <c:pt idx="2670">
                  <c:v>42230</c:v>
                </c:pt>
                <c:pt idx="2671">
                  <c:v>42229</c:v>
                </c:pt>
                <c:pt idx="2672">
                  <c:v>42228</c:v>
                </c:pt>
                <c:pt idx="2673">
                  <c:v>42227</c:v>
                </c:pt>
                <c:pt idx="2674">
                  <c:v>42226</c:v>
                </c:pt>
                <c:pt idx="2675">
                  <c:v>42223</c:v>
                </c:pt>
                <c:pt idx="2676">
                  <c:v>42222</c:v>
                </c:pt>
                <c:pt idx="2677">
                  <c:v>42221</c:v>
                </c:pt>
                <c:pt idx="2678">
                  <c:v>42220</c:v>
                </c:pt>
                <c:pt idx="2679">
                  <c:v>42219</c:v>
                </c:pt>
                <c:pt idx="2680">
                  <c:v>42216</c:v>
                </c:pt>
                <c:pt idx="2681">
                  <c:v>42215</c:v>
                </c:pt>
                <c:pt idx="2682">
                  <c:v>42214</c:v>
                </c:pt>
                <c:pt idx="2683">
                  <c:v>42213</c:v>
                </c:pt>
                <c:pt idx="2684">
                  <c:v>42212</c:v>
                </c:pt>
                <c:pt idx="2685">
                  <c:v>42209</c:v>
                </c:pt>
                <c:pt idx="2686">
                  <c:v>42208</c:v>
                </c:pt>
                <c:pt idx="2687">
                  <c:v>42207</c:v>
                </c:pt>
                <c:pt idx="2688">
                  <c:v>42206</c:v>
                </c:pt>
                <c:pt idx="2689">
                  <c:v>42205</c:v>
                </c:pt>
                <c:pt idx="2690">
                  <c:v>42202</c:v>
                </c:pt>
                <c:pt idx="2691">
                  <c:v>42201</c:v>
                </c:pt>
                <c:pt idx="2692">
                  <c:v>42200</c:v>
                </c:pt>
                <c:pt idx="2693">
                  <c:v>42199</c:v>
                </c:pt>
                <c:pt idx="2694">
                  <c:v>42198</c:v>
                </c:pt>
                <c:pt idx="2695">
                  <c:v>42195</c:v>
                </c:pt>
                <c:pt idx="2696">
                  <c:v>42194</c:v>
                </c:pt>
                <c:pt idx="2697">
                  <c:v>42193</c:v>
                </c:pt>
                <c:pt idx="2698">
                  <c:v>42192</c:v>
                </c:pt>
                <c:pt idx="2699">
                  <c:v>42191</c:v>
                </c:pt>
                <c:pt idx="2700">
                  <c:v>42188</c:v>
                </c:pt>
                <c:pt idx="2701">
                  <c:v>42187</c:v>
                </c:pt>
                <c:pt idx="2702">
                  <c:v>42185</c:v>
                </c:pt>
                <c:pt idx="2703">
                  <c:v>42184</c:v>
                </c:pt>
                <c:pt idx="2704">
                  <c:v>42181</c:v>
                </c:pt>
                <c:pt idx="2705">
                  <c:v>42180</c:v>
                </c:pt>
                <c:pt idx="2706">
                  <c:v>42179</c:v>
                </c:pt>
                <c:pt idx="2707">
                  <c:v>42178</c:v>
                </c:pt>
                <c:pt idx="2708">
                  <c:v>42177</c:v>
                </c:pt>
                <c:pt idx="2709">
                  <c:v>42174</c:v>
                </c:pt>
                <c:pt idx="2710">
                  <c:v>42173</c:v>
                </c:pt>
                <c:pt idx="2711">
                  <c:v>42172</c:v>
                </c:pt>
                <c:pt idx="2712">
                  <c:v>42171</c:v>
                </c:pt>
                <c:pt idx="2713">
                  <c:v>42170</c:v>
                </c:pt>
                <c:pt idx="2714">
                  <c:v>42167</c:v>
                </c:pt>
                <c:pt idx="2715">
                  <c:v>42166</c:v>
                </c:pt>
                <c:pt idx="2716">
                  <c:v>42165</c:v>
                </c:pt>
                <c:pt idx="2717">
                  <c:v>42164</c:v>
                </c:pt>
                <c:pt idx="2718">
                  <c:v>42163</c:v>
                </c:pt>
                <c:pt idx="2719">
                  <c:v>42160</c:v>
                </c:pt>
                <c:pt idx="2720">
                  <c:v>42159</c:v>
                </c:pt>
                <c:pt idx="2721">
                  <c:v>42158</c:v>
                </c:pt>
                <c:pt idx="2722">
                  <c:v>42157</c:v>
                </c:pt>
                <c:pt idx="2723">
                  <c:v>42156</c:v>
                </c:pt>
                <c:pt idx="2724">
                  <c:v>42153</c:v>
                </c:pt>
                <c:pt idx="2725">
                  <c:v>42152</c:v>
                </c:pt>
                <c:pt idx="2726">
                  <c:v>42151</c:v>
                </c:pt>
                <c:pt idx="2727">
                  <c:v>42150</c:v>
                </c:pt>
                <c:pt idx="2728">
                  <c:v>42146</c:v>
                </c:pt>
                <c:pt idx="2729">
                  <c:v>42145</c:v>
                </c:pt>
                <c:pt idx="2730">
                  <c:v>42144</c:v>
                </c:pt>
                <c:pt idx="2731">
                  <c:v>42143</c:v>
                </c:pt>
                <c:pt idx="2732">
                  <c:v>42142</c:v>
                </c:pt>
                <c:pt idx="2733">
                  <c:v>42139</c:v>
                </c:pt>
                <c:pt idx="2734">
                  <c:v>42138</c:v>
                </c:pt>
                <c:pt idx="2735">
                  <c:v>42137</c:v>
                </c:pt>
                <c:pt idx="2736">
                  <c:v>42136</c:v>
                </c:pt>
                <c:pt idx="2737">
                  <c:v>42135</c:v>
                </c:pt>
                <c:pt idx="2738">
                  <c:v>42132</c:v>
                </c:pt>
                <c:pt idx="2739">
                  <c:v>42131</c:v>
                </c:pt>
                <c:pt idx="2740">
                  <c:v>42130</c:v>
                </c:pt>
                <c:pt idx="2741">
                  <c:v>42129</c:v>
                </c:pt>
                <c:pt idx="2742">
                  <c:v>42128</c:v>
                </c:pt>
                <c:pt idx="2743">
                  <c:v>42124</c:v>
                </c:pt>
                <c:pt idx="2744">
                  <c:v>42123</c:v>
                </c:pt>
                <c:pt idx="2745">
                  <c:v>42122</c:v>
                </c:pt>
                <c:pt idx="2746">
                  <c:v>42121</c:v>
                </c:pt>
                <c:pt idx="2747">
                  <c:v>42118</c:v>
                </c:pt>
                <c:pt idx="2748">
                  <c:v>42117</c:v>
                </c:pt>
                <c:pt idx="2749">
                  <c:v>42116</c:v>
                </c:pt>
                <c:pt idx="2750">
                  <c:v>42115</c:v>
                </c:pt>
                <c:pt idx="2751">
                  <c:v>42114</c:v>
                </c:pt>
                <c:pt idx="2752">
                  <c:v>42111</c:v>
                </c:pt>
                <c:pt idx="2753">
                  <c:v>42110</c:v>
                </c:pt>
                <c:pt idx="2754">
                  <c:v>42109</c:v>
                </c:pt>
                <c:pt idx="2755">
                  <c:v>42108</c:v>
                </c:pt>
                <c:pt idx="2756">
                  <c:v>42107</c:v>
                </c:pt>
                <c:pt idx="2757">
                  <c:v>42104</c:v>
                </c:pt>
                <c:pt idx="2758">
                  <c:v>42103</c:v>
                </c:pt>
                <c:pt idx="2759">
                  <c:v>42102</c:v>
                </c:pt>
                <c:pt idx="2760">
                  <c:v>42096</c:v>
                </c:pt>
                <c:pt idx="2761">
                  <c:v>42095</c:v>
                </c:pt>
                <c:pt idx="2762">
                  <c:v>42094</c:v>
                </c:pt>
                <c:pt idx="2763">
                  <c:v>42093</c:v>
                </c:pt>
                <c:pt idx="2764">
                  <c:v>42090</c:v>
                </c:pt>
                <c:pt idx="2765">
                  <c:v>42089</c:v>
                </c:pt>
                <c:pt idx="2766">
                  <c:v>42088</c:v>
                </c:pt>
                <c:pt idx="2767">
                  <c:v>42087</c:v>
                </c:pt>
                <c:pt idx="2768">
                  <c:v>42086</c:v>
                </c:pt>
                <c:pt idx="2769">
                  <c:v>42083</c:v>
                </c:pt>
                <c:pt idx="2770">
                  <c:v>42082</c:v>
                </c:pt>
                <c:pt idx="2771">
                  <c:v>42081</c:v>
                </c:pt>
                <c:pt idx="2772">
                  <c:v>42080</c:v>
                </c:pt>
                <c:pt idx="2773">
                  <c:v>42079</c:v>
                </c:pt>
                <c:pt idx="2774">
                  <c:v>42076</c:v>
                </c:pt>
                <c:pt idx="2775">
                  <c:v>42075</c:v>
                </c:pt>
                <c:pt idx="2776">
                  <c:v>42074</c:v>
                </c:pt>
                <c:pt idx="2777">
                  <c:v>42073</c:v>
                </c:pt>
                <c:pt idx="2778">
                  <c:v>42072</c:v>
                </c:pt>
                <c:pt idx="2779">
                  <c:v>42069</c:v>
                </c:pt>
                <c:pt idx="2780">
                  <c:v>42068</c:v>
                </c:pt>
                <c:pt idx="2781">
                  <c:v>42067</c:v>
                </c:pt>
                <c:pt idx="2782">
                  <c:v>42066</c:v>
                </c:pt>
                <c:pt idx="2783">
                  <c:v>42065</c:v>
                </c:pt>
                <c:pt idx="2784">
                  <c:v>42062</c:v>
                </c:pt>
                <c:pt idx="2785">
                  <c:v>42061</c:v>
                </c:pt>
                <c:pt idx="2786">
                  <c:v>42060</c:v>
                </c:pt>
                <c:pt idx="2787">
                  <c:v>42059</c:v>
                </c:pt>
                <c:pt idx="2788">
                  <c:v>42058</c:v>
                </c:pt>
                <c:pt idx="2789">
                  <c:v>42053</c:v>
                </c:pt>
                <c:pt idx="2790">
                  <c:v>42052</c:v>
                </c:pt>
                <c:pt idx="2791">
                  <c:v>42051</c:v>
                </c:pt>
                <c:pt idx="2792">
                  <c:v>42048</c:v>
                </c:pt>
                <c:pt idx="2793">
                  <c:v>42047</c:v>
                </c:pt>
                <c:pt idx="2794">
                  <c:v>42046</c:v>
                </c:pt>
                <c:pt idx="2795">
                  <c:v>42045</c:v>
                </c:pt>
                <c:pt idx="2796">
                  <c:v>42044</c:v>
                </c:pt>
                <c:pt idx="2797">
                  <c:v>42041</c:v>
                </c:pt>
                <c:pt idx="2798">
                  <c:v>42040</c:v>
                </c:pt>
                <c:pt idx="2799">
                  <c:v>42039</c:v>
                </c:pt>
                <c:pt idx="2800">
                  <c:v>42038</c:v>
                </c:pt>
                <c:pt idx="2801">
                  <c:v>42037</c:v>
                </c:pt>
                <c:pt idx="2802">
                  <c:v>42034</c:v>
                </c:pt>
                <c:pt idx="2803">
                  <c:v>42033</c:v>
                </c:pt>
                <c:pt idx="2804">
                  <c:v>42032</c:v>
                </c:pt>
                <c:pt idx="2805">
                  <c:v>42031</c:v>
                </c:pt>
                <c:pt idx="2806">
                  <c:v>42030</c:v>
                </c:pt>
                <c:pt idx="2807">
                  <c:v>42027</c:v>
                </c:pt>
                <c:pt idx="2808">
                  <c:v>42026</c:v>
                </c:pt>
                <c:pt idx="2809">
                  <c:v>42025</c:v>
                </c:pt>
                <c:pt idx="2810">
                  <c:v>42024</c:v>
                </c:pt>
                <c:pt idx="2811">
                  <c:v>42023</c:v>
                </c:pt>
                <c:pt idx="2812">
                  <c:v>42020</c:v>
                </c:pt>
                <c:pt idx="2813">
                  <c:v>42019</c:v>
                </c:pt>
                <c:pt idx="2814">
                  <c:v>42018</c:v>
                </c:pt>
                <c:pt idx="2815">
                  <c:v>42017</c:v>
                </c:pt>
                <c:pt idx="2816">
                  <c:v>42016</c:v>
                </c:pt>
                <c:pt idx="2817">
                  <c:v>42013</c:v>
                </c:pt>
                <c:pt idx="2818">
                  <c:v>42012</c:v>
                </c:pt>
                <c:pt idx="2819">
                  <c:v>42011</c:v>
                </c:pt>
                <c:pt idx="2820">
                  <c:v>42010</c:v>
                </c:pt>
                <c:pt idx="2821">
                  <c:v>42009</c:v>
                </c:pt>
                <c:pt idx="2822">
                  <c:v>42006</c:v>
                </c:pt>
                <c:pt idx="2823">
                  <c:v>42004</c:v>
                </c:pt>
                <c:pt idx="2824">
                  <c:v>42003</c:v>
                </c:pt>
                <c:pt idx="2825">
                  <c:v>42002</c:v>
                </c:pt>
                <c:pt idx="2826">
                  <c:v>41997</c:v>
                </c:pt>
                <c:pt idx="2827">
                  <c:v>41996</c:v>
                </c:pt>
                <c:pt idx="2828">
                  <c:v>41995</c:v>
                </c:pt>
                <c:pt idx="2829">
                  <c:v>41992</c:v>
                </c:pt>
                <c:pt idx="2830">
                  <c:v>41991</c:v>
                </c:pt>
                <c:pt idx="2831">
                  <c:v>41990</c:v>
                </c:pt>
                <c:pt idx="2832">
                  <c:v>41989</c:v>
                </c:pt>
                <c:pt idx="2833">
                  <c:v>41988</c:v>
                </c:pt>
                <c:pt idx="2834">
                  <c:v>41985</c:v>
                </c:pt>
                <c:pt idx="2835">
                  <c:v>41984</c:v>
                </c:pt>
                <c:pt idx="2836">
                  <c:v>41983</c:v>
                </c:pt>
                <c:pt idx="2837">
                  <c:v>41982</c:v>
                </c:pt>
                <c:pt idx="2838">
                  <c:v>41981</c:v>
                </c:pt>
                <c:pt idx="2839">
                  <c:v>41978</c:v>
                </c:pt>
                <c:pt idx="2840">
                  <c:v>41977</c:v>
                </c:pt>
                <c:pt idx="2841">
                  <c:v>41976</c:v>
                </c:pt>
                <c:pt idx="2842">
                  <c:v>41975</c:v>
                </c:pt>
                <c:pt idx="2843">
                  <c:v>41974</c:v>
                </c:pt>
                <c:pt idx="2844">
                  <c:v>41971</c:v>
                </c:pt>
                <c:pt idx="2845">
                  <c:v>41970</c:v>
                </c:pt>
                <c:pt idx="2846">
                  <c:v>41969</c:v>
                </c:pt>
                <c:pt idx="2847">
                  <c:v>41968</c:v>
                </c:pt>
                <c:pt idx="2848">
                  <c:v>41967</c:v>
                </c:pt>
                <c:pt idx="2849">
                  <c:v>41964</c:v>
                </c:pt>
                <c:pt idx="2850">
                  <c:v>41963</c:v>
                </c:pt>
                <c:pt idx="2851">
                  <c:v>41962</c:v>
                </c:pt>
                <c:pt idx="2852">
                  <c:v>41961</c:v>
                </c:pt>
                <c:pt idx="2853">
                  <c:v>41960</c:v>
                </c:pt>
                <c:pt idx="2854">
                  <c:v>41957</c:v>
                </c:pt>
                <c:pt idx="2855">
                  <c:v>41956</c:v>
                </c:pt>
                <c:pt idx="2856">
                  <c:v>41955</c:v>
                </c:pt>
                <c:pt idx="2857">
                  <c:v>41954</c:v>
                </c:pt>
                <c:pt idx="2858">
                  <c:v>41953</c:v>
                </c:pt>
                <c:pt idx="2859">
                  <c:v>41950</c:v>
                </c:pt>
                <c:pt idx="2860">
                  <c:v>41949</c:v>
                </c:pt>
                <c:pt idx="2861">
                  <c:v>41948</c:v>
                </c:pt>
                <c:pt idx="2862">
                  <c:v>41947</c:v>
                </c:pt>
                <c:pt idx="2863">
                  <c:v>41946</c:v>
                </c:pt>
                <c:pt idx="2864">
                  <c:v>41943</c:v>
                </c:pt>
                <c:pt idx="2865">
                  <c:v>41942</c:v>
                </c:pt>
                <c:pt idx="2866">
                  <c:v>41941</c:v>
                </c:pt>
                <c:pt idx="2867">
                  <c:v>41940</c:v>
                </c:pt>
                <c:pt idx="2868">
                  <c:v>41939</c:v>
                </c:pt>
                <c:pt idx="2869">
                  <c:v>41936</c:v>
                </c:pt>
                <c:pt idx="2870">
                  <c:v>41935</c:v>
                </c:pt>
                <c:pt idx="2871">
                  <c:v>41934</c:v>
                </c:pt>
                <c:pt idx="2872">
                  <c:v>41933</c:v>
                </c:pt>
                <c:pt idx="2873">
                  <c:v>41932</c:v>
                </c:pt>
                <c:pt idx="2874">
                  <c:v>41929</c:v>
                </c:pt>
                <c:pt idx="2875">
                  <c:v>41928</c:v>
                </c:pt>
                <c:pt idx="2876">
                  <c:v>41927</c:v>
                </c:pt>
                <c:pt idx="2877">
                  <c:v>41926</c:v>
                </c:pt>
                <c:pt idx="2878">
                  <c:v>41925</c:v>
                </c:pt>
                <c:pt idx="2879">
                  <c:v>41922</c:v>
                </c:pt>
                <c:pt idx="2880">
                  <c:v>41921</c:v>
                </c:pt>
                <c:pt idx="2881">
                  <c:v>41920</c:v>
                </c:pt>
                <c:pt idx="2882">
                  <c:v>41919</c:v>
                </c:pt>
                <c:pt idx="2883">
                  <c:v>41918</c:v>
                </c:pt>
                <c:pt idx="2884">
                  <c:v>41915</c:v>
                </c:pt>
                <c:pt idx="2885">
                  <c:v>41912</c:v>
                </c:pt>
                <c:pt idx="2886">
                  <c:v>41911</c:v>
                </c:pt>
                <c:pt idx="2887">
                  <c:v>41908</c:v>
                </c:pt>
                <c:pt idx="2888">
                  <c:v>41907</c:v>
                </c:pt>
                <c:pt idx="2889">
                  <c:v>41906</c:v>
                </c:pt>
                <c:pt idx="2890">
                  <c:v>41905</c:v>
                </c:pt>
                <c:pt idx="2891">
                  <c:v>41904</c:v>
                </c:pt>
                <c:pt idx="2892">
                  <c:v>41901</c:v>
                </c:pt>
                <c:pt idx="2893">
                  <c:v>41900</c:v>
                </c:pt>
                <c:pt idx="2894">
                  <c:v>41899</c:v>
                </c:pt>
                <c:pt idx="2895">
                  <c:v>41898</c:v>
                </c:pt>
                <c:pt idx="2896">
                  <c:v>41897</c:v>
                </c:pt>
                <c:pt idx="2897">
                  <c:v>41894</c:v>
                </c:pt>
                <c:pt idx="2898">
                  <c:v>41893</c:v>
                </c:pt>
                <c:pt idx="2899">
                  <c:v>41892</c:v>
                </c:pt>
                <c:pt idx="2900">
                  <c:v>41890</c:v>
                </c:pt>
                <c:pt idx="2901">
                  <c:v>41887</c:v>
                </c:pt>
                <c:pt idx="2902">
                  <c:v>41886</c:v>
                </c:pt>
                <c:pt idx="2903">
                  <c:v>41885</c:v>
                </c:pt>
                <c:pt idx="2904">
                  <c:v>41884</c:v>
                </c:pt>
                <c:pt idx="2905">
                  <c:v>41883</c:v>
                </c:pt>
                <c:pt idx="2906">
                  <c:v>41880</c:v>
                </c:pt>
                <c:pt idx="2907">
                  <c:v>41879</c:v>
                </c:pt>
                <c:pt idx="2908">
                  <c:v>41878</c:v>
                </c:pt>
                <c:pt idx="2909">
                  <c:v>41877</c:v>
                </c:pt>
                <c:pt idx="2910">
                  <c:v>41876</c:v>
                </c:pt>
                <c:pt idx="2911">
                  <c:v>41873</c:v>
                </c:pt>
                <c:pt idx="2912">
                  <c:v>41872</c:v>
                </c:pt>
                <c:pt idx="2913">
                  <c:v>41871</c:v>
                </c:pt>
                <c:pt idx="2914">
                  <c:v>41870</c:v>
                </c:pt>
                <c:pt idx="2915">
                  <c:v>41869</c:v>
                </c:pt>
                <c:pt idx="2916">
                  <c:v>41866</c:v>
                </c:pt>
                <c:pt idx="2917">
                  <c:v>41865</c:v>
                </c:pt>
                <c:pt idx="2918">
                  <c:v>41864</c:v>
                </c:pt>
                <c:pt idx="2919">
                  <c:v>41863</c:v>
                </c:pt>
                <c:pt idx="2920">
                  <c:v>41862</c:v>
                </c:pt>
                <c:pt idx="2921">
                  <c:v>41859</c:v>
                </c:pt>
                <c:pt idx="2922">
                  <c:v>41858</c:v>
                </c:pt>
                <c:pt idx="2923">
                  <c:v>41857</c:v>
                </c:pt>
                <c:pt idx="2924">
                  <c:v>41856</c:v>
                </c:pt>
                <c:pt idx="2925">
                  <c:v>41855</c:v>
                </c:pt>
                <c:pt idx="2926">
                  <c:v>41852</c:v>
                </c:pt>
                <c:pt idx="2927">
                  <c:v>41851</c:v>
                </c:pt>
                <c:pt idx="2928">
                  <c:v>41850</c:v>
                </c:pt>
                <c:pt idx="2929">
                  <c:v>41849</c:v>
                </c:pt>
                <c:pt idx="2930">
                  <c:v>41848</c:v>
                </c:pt>
                <c:pt idx="2931">
                  <c:v>41845</c:v>
                </c:pt>
                <c:pt idx="2932">
                  <c:v>41844</c:v>
                </c:pt>
                <c:pt idx="2933">
                  <c:v>41843</c:v>
                </c:pt>
                <c:pt idx="2934">
                  <c:v>41842</c:v>
                </c:pt>
                <c:pt idx="2935">
                  <c:v>41841</c:v>
                </c:pt>
                <c:pt idx="2936">
                  <c:v>41838</c:v>
                </c:pt>
                <c:pt idx="2937">
                  <c:v>41837</c:v>
                </c:pt>
                <c:pt idx="2938">
                  <c:v>41836</c:v>
                </c:pt>
                <c:pt idx="2939">
                  <c:v>41835</c:v>
                </c:pt>
                <c:pt idx="2940">
                  <c:v>41834</c:v>
                </c:pt>
                <c:pt idx="2941">
                  <c:v>41831</c:v>
                </c:pt>
                <c:pt idx="2942">
                  <c:v>41830</c:v>
                </c:pt>
                <c:pt idx="2943">
                  <c:v>41829</c:v>
                </c:pt>
                <c:pt idx="2944">
                  <c:v>41828</c:v>
                </c:pt>
                <c:pt idx="2945">
                  <c:v>41827</c:v>
                </c:pt>
                <c:pt idx="2946">
                  <c:v>41824</c:v>
                </c:pt>
                <c:pt idx="2947">
                  <c:v>41823</c:v>
                </c:pt>
                <c:pt idx="2948">
                  <c:v>41822</c:v>
                </c:pt>
                <c:pt idx="2949">
                  <c:v>41820</c:v>
                </c:pt>
                <c:pt idx="2950">
                  <c:v>41817</c:v>
                </c:pt>
                <c:pt idx="2951">
                  <c:v>41816</c:v>
                </c:pt>
                <c:pt idx="2952">
                  <c:v>41815</c:v>
                </c:pt>
                <c:pt idx="2953">
                  <c:v>41814</c:v>
                </c:pt>
                <c:pt idx="2954">
                  <c:v>41813</c:v>
                </c:pt>
                <c:pt idx="2955">
                  <c:v>41810</c:v>
                </c:pt>
                <c:pt idx="2956">
                  <c:v>41809</c:v>
                </c:pt>
                <c:pt idx="2957">
                  <c:v>41808</c:v>
                </c:pt>
                <c:pt idx="2958">
                  <c:v>41807</c:v>
                </c:pt>
                <c:pt idx="2959">
                  <c:v>41806</c:v>
                </c:pt>
                <c:pt idx="2960">
                  <c:v>41803</c:v>
                </c:pt>
                <c:pt idx="2961">
                  <c:v>41802</c:v>
                </c:pt>
                <c:pt idx="2962">
                  <c:v>41801</c:v>
                </c:pt>
                <c:pt idx="2963">
                  <c:v>41800</c:v>
                </c:pt>
                <c:pt idx="2964">
                  <c:v>41799</c:v>
                </c:pt>
                <c:pt idx="2965">
                  <c:v>41796</c:v>
                </c:pt>
                <c:pt idx="2966">
                  <c:v>41795</c:v>
                </c:pt>
                <c:pt idx="2967">
                  <c:v>41794</c:v>
                </c:pt>
                <c:pt idx="2968">
                  <c:v>41793</c:v>
                </c:pt>
                <c:pt idx="2969">
                  <c:v>41789</c:v>
                </c:pt>
                <c:pt idx="2970">
                  <c:v>41788</c:v>
                </c:pt>
                <c:pt idx="2971">
                  <c:v>41787</c:v>
                </c:pt>
                <c:pt idx="2972">
                  <c:v>41786</c:v>
                </c:pt>
                <c:pt idx="2973">
                  <c:v>41785</c:v>
                </c:pt>
                <c:pt idx="2974">
                  <c:v>41782</c:v>
                </c:pt>
                <c:pt idx="2975">
                  <c:v>41781</c:v>
                </c:pt>
                <c:pt idx="2976">
                  <c:v>41780</c:v>
                </c:pt>
                <c:pt idx="2977">
                  <c:v>41779</c:v>
                </c:pt>
                <c:pt idx="2978">
                  <c:v>41778</c:v>
                </c:pt>
                <c:pt idx="2979">
                  <c:v>41775</c:v>
                </c:pt>
                <c:pt idx="2980">
                  <c:v>41774</c:v>
                </c:pt>
                <c:pt idx="2981">
                  <c:v>41773</c:v>
                </c:pt>
                <c:pt idx="2982">
                  <c:v>41772</c:v>
                </c:pt>
                <c:pt idx="2983">
                  <c:v>41771</c:v>
                </c:pt>
                <c:pt idx="2984">
                  <c:v>41768</c:v>
                </c:pt>
                <c:pt idx="2985">
                  <c:v>41767</c:v>
                </c:pt>
                <c:pt idx="2986">
                  <c:v>41766</c:v>
                </c:pt>
                <c:pt idx="2987">
                  <c:v>41764</c:v>
                </c:pt>
                <c:pt idx="2988">
                  <c:v>41761</c:v>
                </c:pt>
                <c:pt idx="2989">
                  <c:v>41759</c:v>
                </c:pt>
                <c:pt idx="2990">
                  <c:v>41758</c:v>
                </c:pt>
                <c:pt idx="2991">
                  <c:v>41757</c:v>
                </c:pt>
                <c:pt idx="2992">
                  <c:v>41754</c:v>
                </c:pt>
                <c:pt idx="2993">
                  <c:v>41753</c:v>
                </c:pt>
                <c:pt idx="2994">
                  <c:v>41752</c:v>
                </c:pt>
                <c:pt idx="2995">
                  <c:v>41751</c:v>
                </c:pt>
                <c:pt idx="2996">
                  <c:v>41746</c:v>
                </c:pt>
                <c:pt idx="2997">
                  <c:v>41745</c:v>
                </c:pt>
                <c:pt idx="2998">
                  <c:v>41744</c:v>
                </c:pt>
                <c:pt idx="2999">
                  <c:v>41743</c:v>
                </c:pt>
                <c:pt idx="3000">
                  <c:v>41740</c:v>
                </c:pt>
                <c:pt idx="3001">
                  <c:v>41739</c:v>
                </c:pt>
                <c:pt idx="3002">
                  <c:v>41738</c:v>
                </c:pt>
                <c:pt idx="3003">
                  <c:v>41737</c:v>
                </c:pt>
                <c:pt idx="3004">
                  <c:v>41736</c:v>
                </c:pt>
                <c:pt idx="3005">
                  <c:v>41733</c:v>
                </c:pt>
                <c:pt idx="3006">
                  <c:v>41732</c:v>
                </c:pt>
                <c:pt idx="3007">
                  <c:v>41731</c:v>
                </c:pt>
                <c:pt idx="3008">
                  <c:v>41730</c:v>
                </c:pt>
                <c:pt idx="3009">
                  <c:v>41729</c:v>
                </c:pt>
                <c:pt idx="3010">
                  <c:v>41726</c:v>
                </c:pt>
                <c:pt idx="3011">
                  <c:v>41725</c:v>
                </c:pt>
                <c:pt idx="3012">
                  <c:v>41724</c:v>
                </c:pt>
                <c:pt idx="3013">
                  <c:v>41723</c:v>
                </c:pt>
                <c:pt idx="3014">
                  <c:v>41722</c:v>
                </c:pt>
                <c:pt idx="3015">
                  <c:v>41719</c:v>
                </c:pt>
                <c:pt idx="3016">
                  <c:v>41718</c:v>
                </c:pt>
                <c:pt idx="3017">
                  <c:v>41717</c:v>
                </c:pt>
                <c:pt idx="3018">
                  <c:v>41716</c:v>
                </c:pt>
                <c:pt idx="3019">
                  <c:v>41715</c:v>
                </c:pt>
                <c:pt idx="3020">
                  <c:v>41712</c:v>
                </c:pt>
                <c:pt idx="3021">
                  <c:v>41711</c:v>
                </c:pt>
                <c:pt idx="3022">
                  <c:v>41710</c:v>
                </c:pt>
                <c:pt idx="3023">
                  <c:v>41709</c:v>
                </c:pt>
                <c:pt idx="3024">
                  <c:v>41708</c:v>
                </c:pt>
                <c:pt idx="3025">
                  <c:v>41705</c:v>
                </c:pt>
                <c:pt idx="3026">
                  <c:v>41704</c:v>
                </c:pt>
                <c:pt idx="3027">
                  <c:v>41703</c:v>
                </c:pt>
                <c:pt idx="3028">
                  <c:v>41702</c:v>
                </c:pt>
                <c:pt idx="3029">
                  <c:v>41701</c:v>
                </c:pt>
                <c:pt idx="3030">
                  <c:v>41698</c:v>
                </c:pt>
                <c:pt idx="3031">
                  <c:v>41697</c:v>
                </c:pt>
                <c:pt idx="3032">
                  <c:v>41696</c:v>
                </c:pt>
                <c:pt idx="3033">
                  <c:v>41695</c:v>
                </c:pt>
                <c:pt idx="3034">
                  <c:v>41694</c:v>
                </c:pt>
                <c:pt idx="3035">
                  <c:v>41691</c:v>
                </c:pt>
                <c:pt idx="3036">
                  <c:v>41690</c:v>
                </c:pt>
                <c:pt idx="3037">
                  <c:v>41689</c:v>
                </c:pt>
                <c:pt idx="3038">
                  <c:v>41688</c:v>
                </c:pt>
                <c:pt idx="3039">
                  <c:v>41687</c:v>
                </c:pt>
                <c:pt idx="3040">
                  <c:v>41684</c:v>
                </c:pt>
                <c:pt idx="3041">
                  <c:v>41683</c:v>
                </c:pt>
                <c:pt idx="3042">
                  <c:v>41682</c:v>
                </c:pt>
                <c:pt idx="3043">
                  <c:v>41681</c:v>
                </c:pt>
                <c:pt idx="3044">
                  <c:v>41680</c:v>
                </c:pt>
                <c:pt idx="3045">
                  <c:v>41677</c:v>
                </c:pt>
                <c:pt idx="3046">
                  <c:v>41676</c:v>
                </c:pt>
                <c:pt idx="3047">
                  <c:v>41675</c:v>
                </c:pt>
                <c:pt idx="3048">
                  <c:v>41674</c:v>
                </c:pt>
                <c:pt idx="3049">
                  <c:v>41669</c:v>
                </c:pt>
                <c:pt idx="3050">
                  <c:v>41668</c:v>
                </c:pt>
                <c:pt idx="3051">
                  <c:v>41667</c:v>
                </c:pt>
                <c:pt idx="3052">
                  <c:v>41666</c:v>
                </c:pt>
                <c:pt idx="3053">
                  <c:v>41663</c:v>
                </c:pt>
                <c:pt idx="3054">
                  <c:v>41662</c:v>
                </c:pt>
                <c:pt idx="3055">
                  <c:v>41661</c:v>
                </c:pt>
                <c:pt idx="3056">
                  <c:v>41660</c:v>
                </c:pt>
                <c:pt idx="3057">
                  <c:v>41659</c:v>
                </c:pt>
                <c:pt idx="3058">
                  <c:v>41656</c:v>
                </c:pt>
                <c:pt idx="3059">
                  <c:v>41655</c:v>
                </c:pt>
                <c:pt idx="3060">
                  <c:v>41654</c:v>
                </c:pt>
                <c:pt idx="3061">
                  <c:v>41653</c:v>
                </c:pt>
                <c:pt idx="3062">
                  <c:v>41652</c:v>
                </c:pt>
                <c:pt idx="3063">
                  <c:v>41649</c:v>
                </c:pt>
                <c:pt idx="3064">
                  <c:v>41648</c:v>
                </c:pt>
                <c:pt idx="3065">
                  <c:v>41647</c:v>
                </c:pt>
                <c:pt idx="3066">
                  <c:v>41646</c:v>
                </c:pt>
                <c:pt idx="3067">
                  <c:v>41645</c:v>
                </c:pt>
                <c:pt idx="3068">
                  <c:v>41642</c:v>
                </c:pt>
                <c:pt idx="3069">
                  <c:v>41641</c:v>
                </c:pt>
                <c:pt idx="3070">
                  <c:v>41639</c:v>
                </c:pt>
                <c:pt idx="3071">
                  <c:v>41638</c:v>
                </c:pt>
                <c:pt idx="3072">
                  <c:v>41635</c:v>
                </c:pt>
                <c:pt idx="3073">
                  <c:v>41632</c:v>
                </c:pt>
                <c:pt idx="3074">
                  <c:v>41631</c:v>
                </c:pt>
                <c:pt idx="3075">
                  <c:v>41628</c:v>
                </c:pt>
                <c:pt idx="3076">
                  <c:v>41627</c:v>
                </c:pt>
                <c:pt idx="3077">
                  <c:v>41626</c:v>
                </c:pt>
                <c:pt idx="3078">
                  <c:v>41625</c:v>
                </c:pt>
                <c:pt idx="3079">
                  <c:v>41624</c:v>
                </c:pt>
                <c:pt idx="3080">
                  <c:v>41621</c:v>
                </c:pt>
                <c:pt idx="3081">
                  <c:v>41620</c:v>
                </c:pt>
                <c:pt idx="3082">
                  <c:v>41619</c:v>
                </c:pt>
                <c:pt idx="3083">
                  <c:v>41618</c:v>
                </c:pt>
                <c:pt idx="3084">
                  <c:v>41617</c:v>
                </c:pt>
                <c:pt idx="3085">
                  <c:v>41614</c:v>
                </c:pt>
                <c:pt idx="3086">
                  <c:v>41613</c:v>
                </c:pt>
                <c:pt idx="3087">
                  <c:v>41612</c:v>
                </c:pt>
                <c:pt idx="3088">
                  <c:v>41611</c:v>
                </c:pt>
                <c:pt idx="3089">
                  <c:v>41610</c:v>
                </c:pt>
                <c:pt idx="3090">
                  <c:v>41607</c:v>
                </c:pt>
                <c:pt idx="3091">
                  <c:v>41606</c:v>
                </c:pt>
                <c:pt idx="3092">
                  <c:v>41605</c:v>
                </c:pt>
                <c:pt idx="3093">
                  <c:v>41604</c:v>
                </c:pt>
                <c:pt idx="3094">
                  <c:v>41603</c:v>
                </c:pt>
                <c:pt idx="3095">
                  <c:v>41600</c:v>
                </c:pt>
                <c:pt idx="3096">
                  <c:v>41599</c:v>
                </c:pt>
                <c:pt idx="3097">
                  <c:v>41598</c:v>
                </c:pt>
                <c:pt idx="3098">
                  <c:v>41597</c:v>
                </c:pt>
                <c:pt idx="3099">
                  <c:v>41596</c:v>
                </c:pt>
                <c:pt idx="3100">
                  <c:v>41593</c:v>
                </c:pt>
                <c:pt idx="3101">
                  <c:v>41592</c:v>
                </c:pt>
                <c:pt idx="3102">
                  <c:v>41591</c:v>
                </c:pt>
                <c:pt idx="3103">
                  <c:v>41590</c:v>
                </c:pt>
                <c:pt idx="3104">
                  <c:v>41589</c:v>
                </c:pt>
                <c:pt idx="3105">
                  <c:v>41586</c:v>
                </c:pt>
                <c:pt idx="3106">
                  <c:v>41585</c:v>
                </c:pt>
                <c:pt idx="3107">
                  <c:v>41584</c:v>
                </c:pt>
                <c:pt idx="3108">
                  <c:v>41583</c:v>
                </c:pt>
                <c:pt idx="3109">
                  <c:v>41582</c:v>
                </c:pt>
                <c:pt idx="3110">
                  <c:v>41579</c:v>
                </c:pt>
                <c:pt idx="3111">
                  <c:v>41578</c:v>
                </c:pt>
                <c:pt idx="3112">
                  <c:v>41577</c:v>
                </c:pt>
                <c:pt idx="3113">
                  <c:v>41576</c:v>
                </c:pt>
                <c:pt idx="3114">
                  <c:v>41575</c:v>
                </c:pt>
                <c:pt idx="3115">
                  <c:v>41572</c:v>
                </c:pt>
                <c:pt idx="3116">
                  <c:v>41571</c:v>
                </c:pt>
                <c:pt idx="3117">
                  <c:v>41570</c:v>
                </c:pt>
                <c:pt idx="3118">
                  <c:v>41569</c:v>
                </c:pt>
                <c:pt idx="3119">
                  <c:v>41568</c:v>
                </c:pt>
                <c:pt idx="3120">
                  <c:v>41565</c:v>
                </c:pt>
                <c:pt idx="3121">
                  <c:v>41564</c:v>
                </c:pt>
                <c:pt idx="3122">
                  <c:v>41563</c:v>
                </c:pt>
                <c:pt idx="3123">
                  <c:v>41562</c:v>
                </c:pt>
                <c:pt idx="3124">
                  <c:v>41558</c:v>
                </c:pt>
                <c:pt idx="3125">
                  <c:v>41557</c:v>
                </c:pt>
                <c:pt idx="3126">
                  <c:v>41556</c:v>
                </c:pt>
                <c:pt idx="3127">
                  <c:v>41555</c:v>
                </c:pt>
                <c:pt idx="3128">
                  <c:v>41554</c:v>
                </c:pt>
                <c:pt idx="3129">
                  <c:v>41551</c:v>
                </c:pt>
                <c:pt idx="3130">
                  <c:v>41550</c:v>
                </c:pt>
                <c:pt idx="3131">
                  <c:v>41549</c:v>
                </c:pt>
                <c:pt idx="3132">
                  <c:v>41547</c:v>
                </c:pt>
                <c:pt idx="3133">
                  <c:v>41544</c:v>
                </c:pt>
                <c:pt idx="3134">
                  <c:v>41543</c:v>
                </c:pt>
                <c:pt idx="3135">
                  <c:v>41542</c:v>
                </c:pt>
                <c:pt idx="3136">
                  <c:v>41541</c:v>
                </c:pt>
                <c:pt idx="3137">
                  <c:v>41540</c:v>
                </c:pt>
                <c:pt idx="3138">
                  <c:v>41536</c:v>
                </c:pt>
                <c:pt idx="3139">
                  <c:v>41535</c:v>
                </c:pt>
                <c:pt idx="3140">
                  <c:v>41534</c:v>
                </c:pt>
                <c:pt idx="3141">
                  <c:v>41533</c:v>
                </c:pt>
                <c:pt idx="3142">
                  <c:v>41530</c:v>
                </c:pt>
                <c:pt idx="3143">
                  <c:v>41529</c:v>
                </c:pt>
                <c:pt idx="3144">
                  <c:v>41528</c:v>
                </c:pt>
                <c:pt idx="3145">
                  <c:v>41527</c:v>
                </c:pt>
                <c:pt idx="3146">
                  <c:v>41526</c:v>
                </c:pt>
                <c:pt idx="3147">
                  <c:v>41523</c:v>
                </c:pt>
                <c:pt idx="3148">
                  <c:v>41522</c:v>
                </c:pt>
                <c:pt idx="3149">
                  <c:v>41521</c:v>
                </c:pt>
                <c:pt idx="3150">
                  <c:v>41520</c:v>
                </c:pt>
                <c:pt idx="3151">
                  <c:v>41519</c:v>
                </c:pt>
                <c:pt idx="3152">
                  <c:v>41516</c:v>
                </c:pt>
                <c:pt idx="3153">
                  <c:v>41515</c:v>
                </c:pt>
                <c:pt idx="3154">
                  <c:v>41514</c:v>
                </c:pt>
                <c:pt idx="3155">
                  <c:v>41513</c:v>
                </c:pt>
                <c:pt idx="3156">
                  <c:v>41512</c:v>
                </c:pt>
                <c:pt idx="3157">
                  <c:v>41509</c:v>
                </c:pt>
                <c:pt idx="3158">
                  <c:v>41508</c:v>
                </c:pt>
                <c:pt idx="3159">
                  <c:v>41507</c:v>
                </c:pt>
                <c:pt idx="3160">
                  <c:v>41506</c:v>
                </c:pt>
                <c:pt idx="3161">
                  <c:v>41505</c:v>
                </c:pt>
                <c:pt idx="3162">
                  <c:v>41502</c:v>
                </c:pt>
                <c:pt idx="3163">
                  <c:v>41501</c:v>
                </c:pt>
                <c:pt idx="3164">
                  <c:v>41499</c:v>
                </c:pt>
                <c:pt idx="3165">
                  <c:v>41498</c:v>
                </c:pt>
                <c:pt idx="3166">
                  <c:v>41495</c:v>
                </c:pt>
                <c:pt idx="3167">
                  <c:v>41494</c:v>
                </c:pt>
                <c:pt idx="3168">
                  <c:v>41493</c:v>
                </c:pt>
                <c:pt idx="3169">
                  <c:v>41492</c:v>
                </c:pt>
                <c:pt idx="3170">
                  <c:v>41491</c:v>
                </c:pt>
                <c:pt idx="3171">
                  <c:v>41488</c:v>
                </c:pt>
                <c:pt idx="3172">
                  <c:v>41487</c:v>
                </c:pt>
                <c:pt idx="3173">
                  <c:v>41486</c:v>
                </c:pt>
                <c:pt idx="3174">
                  <c:v>41485</c:v>
                </c:pt>
                <c:pt idx="3175">
                  <c:v>41484</c:v>
                </c:pt>
                <c:pt idx="3176">
                  <c:v>41481</c:v>
                </c:pt>
                <c:pt idx="3177">
                  <c:v>41480</c:v>
                </c:pt>
                <c:pt idx="3178">
                  <c:v>41479</c:v>
                </c:pt>
                <c:pt idx="3179">
                  <c:v>41478</c:v>
                </c:pt>
                <c:pt idx="3180">
                  <c:v>41477</c:v>
                </c:pt>
                <c:pt idx="3181">
                  <c:v>41474</c:v>
                </c:pt>
                <c:pt idx="3182">
                  <c:v>41473</c:v>
                </c:pt>
                <c:pt idx="3183">
                  <c:v>41472</c:v>
                </c:pt>
                <c:pt idx="3184">
                  <c:v>41471</c:v>
                </c:pt>
                <c:pt idx="3185">
                  <c:v>41470</c:v>
                </c:pt>
                <c:pt idx="3186">
                  <c:v>41467</c:v>
                </c:pt>
                <c:pt idx="3187">
                  <c:v>41466</c:v>
                </c:pt>
                <c:pt idx="3188">
                  <c:v>41465</c:v>
                </c:pt>
                <c:pt idx="3189">
                  <c:v>41464</c:v>
                </c:pt>
                <c:pt idx="3190">
                  <c:v>41463</c:v>
                </c:pt>
                <c:pt idx="3191">
                  <c:v>41460</c:v>
                </c:pt>
                <c:pt idx="3192">
                  <c:v>41459</c:v>
                </c:pt>
                <c:pt idx="3193">
                  <c:v>41458</c:v>
                </c:pt>
                <c:pt idx="3194">
                  <c:v>41457</c:v>
                </c:pt>
                <c:pt idx="3195">
                  <c:v>41453</c:v>
                </c:pt>
                <c:pt idx="3196">
                  <c:v>41452</c:v>
                </c:pt>
                <c:pt idx="3197">
                  <c:v>41451</c:v>
                </c:pt>
                <c:pt idx="3198">
                  <c:v>41450</c:v>
                </c:pt>
                <c:pt idx="3199">
                  <c:v>41449</c:v>
                </c:pt>
                <c:pt idx="3200">
                  <c:v>41446</c:v>
                </c:pt>
                <c:pt idx="3201">
                  <c:v>41445</c:v>
                </c:pt>
                <c:pt idx="3202">
                  <c:v>41444</c:v>
                </c:pt>
                <c:pt idx="3203">
                  <c:v>41443</c:v>
                </c:pt>
                <c:pt idx="3204">
                  <c:v>41442</c:v>
                </c:pt>
                <c:pt idx="3205">
                  <c:v>41439</c:v>
                </c:pt>
                <c:pt idx="3206">
                  <c:v>41438</c:v>
                </c:pt>
                <c:pt idx="3207">
                  <c:v>41436</c:v>
                </c:pt>
                <c:pt idx="3208">
                  <c:v>41435</c:v>
                </c:pt>
                <c:pt idx="3209">
                  <c:v>41432</c:v>
                </c:pt>
                <c:pt idx="3210">
                  <c:v>41431</c:v>
                </c:pt>
                <c:pt idx="3211">
                  <c:v>41430</c:v>
                </c:pt>
                <c:pt idx="3212">
                  <c:v>41429</c:v>
                </c:pt>
                <c:pt idx="3213">
                  <c:v>41428</c:v>
                </c:pt>
                <c:pt idx="3214">
                  <c:v>41425</c:v>
                </c:pt>
                <c:pt idx="3215">
                  <c:v>41424</c:v>
                </c:pt>
                <c:pt idx="3216">
                  <c:v>41423</c:v>
                </c:pt>
                <c:pt idx="3217">
                  <c:v>41422</c:v>
                </c:pt>
                <c:pt idx="3218">
                  <c:v>41421</c:v>
                </c:pt>
                <c:pt idx="3219">
                  <c:v>41418</c:v>
                </c:pt>
                <c:pt idx="3220">
                  <c:v>41417</c:v>
                </c:pt>
                <c:pt idx="3221">
                  <c:v>41416</c:v>
                </c:pt>
                <c:pt idx="3222">
                  <c:v>41415</c:v>
                </c:pt>
                <c:pt idx="3223">
                  <c:v>41414</c:v>
                </c:pt>
                <c:pt idx="3224">
                  <c:v>41410</c:v>
                </c:pt>
                <c:pt idx="3225">
                  <c:v>41409</c:v>
                </c:pt>
                <c:pt idx="3226">
                  <c:v>41408</c:v>
                </c:pt>
                <c:pt idx="3227">
                  <c:v>41407</c:v>
                </c:pt>
                <c:pt idx="3228">
                  <c:v>41404</c:v>
                </c:pt>
                <c:pt idx="3229">
                  <c:v>41403</c:v>
                </c:pt>
                <c:pt idx="3230">
                  <c:v>41402</c:v>
                </c:pt>
                <c:pt idx="3231">
                  <c:v>41401</c:v>
                </c:pt>
                <c:pt idx="3232">
                  <c:v>41400</c:v>
                </c:pt>
                <c:pt idx="3233">
                  <c:v>41397</c:v>
                </c:pt>
                <c:pt idx="3234">
                  <c:v>41396</c:v>
                </c:pt>
                <c:pt idx="3235">
                  <c:v>41394</c:v>
                </c:pt>
                <c:pt idx="3236">
                  <c:v>41393</c:v>
                </c:pt>
                <c:pt idx="3237">
                  <c:v>41390</c:v>
                </c:pt>
                <c:pt idx="3238">
                  <c:v>41389</c:v>
                </c:pt>
                <c:pt idx="3239">
                  <c:v>41388</c:v>
                </c:pt>
                <c:pt idx="3240">
                  <c:v>41387</c:v>
                </c:pt>
                <c:pt idx="3241">
                  <c:v>41386</c:v>
                </c:pt>
                <c:pt idx="3242">
                  <c:v>41383</c:v>
                </c:pt>
                <c:pt idx="3243">
                  <c:v>41382</c:v>
                </c:pt>
                <c:pt idx="3244">
                  <c:v>41381</c:v>
                </c:pt>
                <c:pt idx="3245">
                  <c:v>41380</c:v>
                </c:pt>
                <c:pt idx="3246">
                  <c:v>41379</c:v>
                </c:pt>
                <c:pt idx="3247">
                  <c:v>41376</c:v>
                </c:pt>
                <c:pt idx="3248">
                  <c:v>41375</c:v>
                </c:pt>
                <c:pt idx="3249">
                  <c:v>41374</c:v>
                </c:pt>
                <c:pt idx="3250">
                  <c:v>41373</c:v>
                </c:pt>
                <c:pt idx="3251">
                  <c:v>41372</c:v>
                </c:pt>
                <c:pt idx="3252">
                  <c:v>41369</c:v>
                </c:pt>
                <c:pt idx="3253">
                  <c:v>41367</c:v>
                </c:pt>
                <c:pt idx="3254">
                  <c:v>41366</c:v>
                </c:pt>
                <c:pt idx="3255">
                  <c:v>41361</c:v>
                </c:pt>
                <c:pt idx="3256">
                  <c:v>41360</c:v>
                </c:pt>
                <c:pt idx="3257">
                  <c:v>41359</c:v>
                </c:pt>
                <c:pt idx="3258">
                  <c:v>41358</c:v>
                </c:pt>
                <c:pt idx="3259">
                  <c:v>41355</c:v>
                </c:pt>
                <c:pt idx="3260">
                  <c:v>41354</c:v>
                </c:pt>
                <c:pt idx="3261">
                  <c:v>41353</c:v>
                </c:pt>
                <c:pt idx="3262">
                  <c:v>41352</c:v>
                </c:pt>
                <c:pt idx="3263">
                  <c:v>41351</c:v>
                </c:pt>
                <c:pt idx="3264">
                  <c:v>41348</c:v>
                </c:pt>
                <c:pt idx="3265">
                  <c:v>41347</c:v>
                </c:pt>
                <c:pt idx="3266">
                  <c:v>41346</c:v>
                </c:pt>
                <c:pt idx="3267">
                  <c:v>41345</c:v>
                </c:pt>
                <c:pt idx="3268">
                  <c:v>41344</c:v>
                </c:pt>
                <c:pt idx="3269">
                  <c:v>41341</c:v>
                </c:pt>
                <c:pt idx="3270">
                  <c:v>41340</c:v>
                </c:pt>
                <c:pt idx="3271">
                  <c:v>41339</c:v>
                </c:pt>
                <c:pt idx="3272">
                  <c:v>41338</c:v>
                </c:pt>
                <c:pt idx="3273">
                  <c:v>41337</c:v>
                </c:pt>
                <c:pt idx="3274">
                  <c:v>41334</c:v>
                </c:pt>
                <c:pt idx="3275">
                  <c:v>41333</c:v>
                </c:pt>
                <c:pt idx="3276">
                  <c:v>41332</c:v>
                </c:pt>
                <c:pt idx="3277">
                  <c:v>41331</c:v>
                </c:pt>
                <c:pt idx="3278">
                  <c:v>41330</c:v>
                </c:pt>
                <c:pt idx="3279">
                  <c:v>41327</c:v>
                </c:pt>
                <c:pt idx="3280">
                  <c:v>41326</c:v>
                </c:pt>
                <c:pt idx="3281">
                  <c:v>41325</c:v>
                </c:pt>
                <c:pt idx="3282">
                  <c:v>41324</c:v>
                </c:pt>
                <c:pt idx="3283">
                  <c:v>41323</c:v>
                </c:pt>
                <c:pt idx="3284">
                  <c:v>41320</c:v>
                </c:pt>
                <c:pt idx="3285">
                  <c:v>41319</c:v>
                </c:pt>
                <c:pt idx="3286">
                  <c:v>41313</c:v>
                </c:pt>
                <c:pt idx="3287">
                  <c:v>41312</c:v>
                </c:pt>
                <c:pt idx="3288">
                  <c:v>41311</c:v>
                </c:pt>
                <c:pt idx="3289">
                  <c:v>41310</c:v>
                </c:pt>
                <c:pt idx="3290">
                  <c:v>41309</c:v>
                </c:pt>
                <c:pt idx="3291">
                  <c:v>41306</c:v>
                </c:pt>
                <c:pt idx="3292">
                  <c:v>41305</c:v>
                </c:pt>
                <c:pt idx="3293">
                  <c:v>41304</c:v>
                </c:pt>
                <c:pt idx="3294">
                  <c:v>41303</c:v>
                </c:pt>
                <c:pt idx="3295">
                  <c:v>41302</c:v>
                </c:pt>
                <c:pt idx="3296">
                  <c:v>41299</c:v>
                </c:pt>
                <c:pt idx="3297">
                  <c:v>41298</c:v>
                </c:pt>
                <c:pt idx="3298">
                  <c:v>41297</c:v>
                </c:pt>
                <c:pt idx="3299">
                  <c:v>41296</c:v>
                </c:pt>
                <c:pt idx="3300">
                  <c:v>41295</c:v>
                </c:pt>
                <c:pt idx="3301">
                  <c:v>41292</c:v>
                </c:pt>
                <c:pt idx="3302">
                  <c:v>41291</c:v>
                </c:pt>
                <c:pt idx="3303">
                  <c:v>41290</c:v>
                </c:pt>
                <c:pt idx="3304">
                  <c:v>41289</c:v>
                </c:pt>
                <c:pt idx="3305">
                  <c:v>41288</c:v>
                </c:pt>
                <c:pt idx="3306">
                  <c:v>41285</c:v>
                </c:pt>
                <c:pt idx="3307">
                  <c:v>41284</c:v>
                </c:pt>
                <c:pt idx="3308">
                  <c:v>41283</c:v>
                </c:pt>
                <c:pt idx="3309">
                  <c:v>41282</c:v>
                </c:pt>
                <c:pt idx="3310">
                  <c:v>41281</c:v>
                </c:pt>
                <c:pt idx="3311">
                  <c:v>41278</c:v>
                </c:pt>
                <c:pt idx="3312">
                  <c:v>41277</c:v>
                </c:pt>
                <c:pt idx="3313">
                  <c:v>41276</c:v>
                </c:pt>
                <c:pt idx="3314">
                  <c:v>41274</c:v>
                </c:pt>
                <c:pt idx="3315">
                  <c:v>41271</c:v>
                </c:pt>
                <c:pt idx="3316">
                  <c:v>41270</c:v>
                </c:pt>
                <c:pt idx="3317">
                  <c:v>41267</c:v>
                </c:pt>
                <c:pt idx="3318">
                  <c:v>41264</c:v>
                </c:pt>
                <c:pt idx="3319">
                  <c:v>41263</c:v>
                </c:pt>
                <c:pt idx="3320">
                  <c:v>41262</c:v>
                </c:pt>
                <c:pt idx="3321">
                  <c:v>41261</c:v>
                </c:pt>
                <c:pt idx="3322">
                  <c:v>41260</c:v>
                </c:pt>
                <c:pt idx="3323">
                  <c:v>41257</c:v>
                </c:pt>
                <c:pt idx="3324">
                  <c:v>41256</c:v>
                </c:pt>
                <c:pt idx="3325">
                  <c:v>41255</c:v>
                </c:pt>
                <c:pt idx="3326">
                  <c:v>41254</c:v>
                </c:pt>
                <c:pt idx="3327">
                  <c:v>41253</c:v>
                </c:pt>
                <c:pt idx="3328">
                  <c:v>41250</c:v>
                </c:pt>
                <c:pt idx="3329">
                  <c:v>41249</c:v>
                </c:pt>
                <c:pt idx="3330">
                  <c:v>41248</c:v>
                </c:pt>
                <c:pt idx="3331">
                  <c:v>41247</c:v>
                </c:pt>
                <c:pt idx="3332">
                  <c:v>41246</c:v>
                </c:pt>
                <c:pt idx="3333">
                  <c:v>41243</c:v>
                </c:pt>
                <c:pt idx="3334">
                  <c:v>41242</c:v>
                </c:pt>
                <c:pt idx="3335">
                  <c:v>41241</c:v>
                </c:pt>
                <c:pt idx="3336">
                  <c:v>41240</c:v>
                </c:pt>
                <c:pt idx="3337">
                  <c:v>41239</c:v>
                </c:pt>
                <c:pt idx="3338">
                  <c:v>41236</c:v>
                </c:pt>
                <c:pt idx="3339">
                  <c:v>41235</c:v>
                </c:pt>
                <c:pt idx="3340">
                  <c:v>41234</c:v>
                </c:pt>
                <c:pt idx="3341">
                  <c:v>41233</c:v>
                </c:pt>
                <c:pt idx="3342">
                  <c:v>41232</c:v>
                </c:pt>
                <c:pt idx="3343">
                  <c:v>41229</c:v>
                </c:pt>
                <c:pt idx="3344">
                  <c:v>41228</c:v>
                </c:pt>
                <c:pt idx="3345">
                  <c:v>41227</c:v>
                </c:pt>
                <c:pt idx="3346">
                  <c:v>41226</c:v>
                </c:pt>
                <c:pt idx="3347">
                  <c:v>41225</c:v>
                </c:pt>
                <c:pt idx="3348">
                  <c:v>41222</c:v>
                </c:pt>
                <c:pt idx="3349">
                  <c:v>41221</c:v>
                </c:pt>
                <c:pt idx="3350">
                  <c:v>41220</c:v>
                </c:pt>
                <c:pt idx="3351">
                  <c:v>41219</c:v>
                </c:pt>
                <c:pt idx="3352">
                  <c:v>41218</c:v>
                </c:pt>
                <c:pt idx="3353">
                  <c:v>41215</c:v>
                </c:pt>
                <c:pt idx="3354">
                  <c:v>41214</c:v>
                </c:pt>
                <c:pt idx="3355">
                  <c:v>41213</c:v>
                </c:pt>
                <c:pt idx="3356">
                  <c:v>41212</c:v>
                </c:pt>
                <c:pt idx="3357">
                  <c:v>41211</c:v>
                </c:pt>
                <c:pt idx="3358">
                  <c:v>41208</c:v>
                </c:pt>
                <c:pt idx="3359">
                  <c:v>41207</c:v>
                </c:pt>
                <c:pt idx="3360">
                  <c:v>41206</c:v>
                </c:pt>
                <c:pt idx="3361">
                  <c:v>41204</c:v>
                </c:pt>
                <c:pt idx="3362">
                  <c:v>41201</c:v>
                </c:pt>
                <c:pt idx="3363">
                  <c:v>41200</c:v>
                </c:pt>
                <c:pt idx="3364">
                  <c:v>41199</c:v>
                </c:pt>
                <c:pt idx="3365">
                  <c:v>41198</c:v>
                </c:pt>
                <c:pt idx="3366">
                  <c:v>41197</c:v>
                </c:pt>
                <c:pt idx="3367">
                  <c:v>41194</c:v>
                </c:pt>
                <c:pt idx="3368">
                  <c:v>41193</c:v>
                </c:pt>
                <c:pt idx="3369">
                  <c:v>41192</c:v>
                </c:pt>
                <c:pt idx="3370">
                  <c:v>41191</c:v>
                </c:pt>
                <c:pt idx="3371">
                  <c:v>41190</c:v>
                </c:pt>
                <c:pt idx="3372">
                  <c:v>41187</c:v>
                </c:pt>
                <c:pt idx="3373">
                  <c:v>41186</c:v>
                </c:pt>
                <c:pt idx="3374">
                  <c:v>41185</c:v>
                </c:pt>
                <c:pt idx="3375">
                  <c:v>41180</c:v>
                </c:pt>
                <c:pt idx="3376">
                  <c:v>41179</c:v>
                </c:pt>
                <c:pt idx="3377">
                  <c:v>41178</c:v>
                </c:pt>
                <c:pt idx="3378">
                  <c:v>41177</c:v>
                </c:pt>
                <c:pt idx="3379">
                  <c:v>41176</c:v>
                </c:pt>
                <c:pt idx="3380">
                  <c:v>41173</c:v>
                </c:pt>
                <c:pt idx="3381">
                  <c:v>41172</c:v>
                </c:pt>
                <c:pt idx="3382">
                  <c:v>41171</c:v>
                </c:pt>
                <c:pt idx="3383">
                  <c:v>41170</c:v>
                </c:pt>
                <c:pt idx="3384">
                  <c:v>41169</c:v>
                </c:pt>
                <c:pt idx="3385">
                  <c:v>41166</c:v>
                </c:pt>
                <c:pt idx="3386">
                  <c:v>41165</c:v>
                </c:pt>
                <c:pt idx="3387">
                  <c:v>41164</c:v>
                </c:pt>
                <c:pt idx="3388">
                  <c:v>41163</c:v>
                </c:pt>
                <c:pt idx="3389">
                  <c:v>41162</c:v>
                </c:pt>
                <c:pt idx="3390">
                  <c:v>41159</c:v>
                </c:pt>
                <c:pt idx="3391">
                  <c:v>41158</c:v>
                </c:pt>
                <c:pt idx="3392">
                  <c:v>41157</c:v>
                </c:pt>
                <c:pt idx="3393">
                  <c:v>41156</c:v>
                </c:pt>
                <c:pt idx="3394">
                  <c:v>41155</c:v>
                </c:pt>
                <c:pt idx="3395">
                  <c:v>41152</c:v>
                </c:pt>
                <c:pt idx="3396">
                  <c:v>41151</c:v>
                </c:pt>
                <c:pt idx="3397">
                  <c:v>41150</c:v>
                </c:pt>
                <c:pt idx="3398">
                  <c:v>41149</c:v>
                </c:pt>
                <c:pt idx="3399">
                  <c:v>41148</c:v>
                </c:pt>
                <c:pt idx="3400">
                  <c:v>41145</c:v>
                </c:pt>
                <c:pt idx="3401">
                  <c:v>41144</c:v>
                </c:pt>
                <c:pt idx="3402">
                  <c:v>41143</c:v>
                </c:pt>
                <c:pt idx="3403">
                  <c:v>41142</c:v>
                </c:pt>
                <c:pt idx="3404">
                  <c:v>41141</c:v>
                </c:pt>
                <c:pt idx="3405">
                  <c:v>41138</c:v>
                </c:pt>
                <c:pt idx="3406">
                  <c:v>41137</c:v>
                </c:pt>
                <c:pt idx="3407">
                  <c:v>41136</c:v>
                </c:pt>
                <c:pt idx="3408">
                  <c:v>41135</c:v>
                </c:pt>
                <c:pt idx="3409">
                  <c:v>41134</c:v>
                </c:pt>
                <c:pt idx="3410">
                  <c:v>41131</c:v>
                </c:pt>
                <c:pt idx="3411">
                  <c:v>41130</c:v>
                </c:pt>
                <c:pt idx="3412">
                  <c:v>41129</c:v>
                </c:pt>
                <c:pt idx="3413">
                  <c:v>41128</c:v>
                </c:pt>
                <c:pt idx="3414">
                  <c:v>41127</c:v>
                </c:pt>
                <c:pt idx="3415">
                  <c:v>41124</c:v>
                </c:pt>
                <c:pt idx="3416">
                  <c:v>41123</c:v>
                </c:pt>
                <c:pt idx="3417">
                  <c:v>41122</c:v>
                </c:pt>
                <c:pt idx="3418">
                  <c:v>41121</c:v>
                </c:pt>
                <c:pt idx="3419">
                  <c:v>41120</c:v>
                </c:pt>
                <c:pt idx="3420">
                  <c:v>41117</c:v>
                </c:pt>
                <c:pt idx="3421">
                  <c:v>41116</c:v>
                </c:pt>
                <c:pt idx="3422">
                  <c:v>41115</c:v>
                </c:pt>
                <c:pt idx="3423">
                  <c:v>41114</c:v>
                </c:pt>
                <c:pt idx="3424">
                  <c:v>41113</c:v>
                </c:pt>
                <c:pt idx="3425">
                  <c:v>41110</c:v>
                </c:pt>
                <c:pt idx="3426">
                  <c:v>41109</c:v>
                </c:pt>
                <c:pt idx="3427">
                  <c:v>41108</c:v>
                </c:pt>
                <c:pt idx="3428">
                  <c:v>41107</c:v>
                </c:pt>
                <c:pt idx="3429">
                  <c:v>41106</c:v>
                </c:pt>
                <c:pt idx="3430">
                  <c:v>41103</c:v>
                </c:pt>
                <c:pt idx="3431">
                  <c:v>41102</c:v>
                </c:pt>
                <c:pt idx="3432">
                  <c:v>41101</c:v>
                </c:pt>
                <c:pt idx="3433">
                  <c:v>41100</c:v>
                </c:pt>
                <c:pt idx="3434">
                  <c:v>41099</c:v>
                </c:pt>
                <c:pt idx="3435">
                  <c:v>41096</c:v>
                </c:pt>
                <c:pt idx="3436">
                  <c:v>41095</c:v>
                </c:pt>
                <c:pt idx="3437">
                  <c:v>41094</c:v>
                </c:pt>
                <c:pt idx="3438">
                  <c:v>41093</c:v>
                </c:pt>
                <c:pt idx="3439">
                  <c:v>41089</c:v>
                </c:pt>
                <c:pt idx="3440">
                  <c:v>41088</c:v>
                </c:pt>
                <c:pt idx="3441">
                  <c:v>41087</c:v>
                </c:pt>
                <c:pt idx="3442">
                  <c:v>41086</c:v>
                </c:pt>
                <c:pt idx="3443">
                  <c:v>41085</c:v>
                </c:pt>
                <c:pt idx="3444">
                  <c:v>41082</c:v>
                </c:pt>
                <c:pt idx="3445">
                  <c:v>41081</c:v>
                </c:pt>
                <c:pt idx="3446">
                  <c:v>41080</c:v>
                </c:pt>
                <c:pt idx="3447">
                  <c:v>41079</c:v>
                </c:pt>
                <c:pt idx="3448">
                  <c:v>41078</c:v>
                </c:pt>
                <c:pt idx="3449">
                  <c:v>41075</c:v>
                </c:pt>
                <c:pt idx="3450">
                  <c:v>41074</c:v>
                </c:pt>
                <c:pt idx="3451">
                  <c:v>41073</c:v>
                </c:pt>
                <c:pt idx="3452">
                  <c:v>41072</c:v>
                </c:pt>
                <c:pt idx="3453">
                  <c:v>41071</c:v>
                </c:pt>
                <c:pt idx="3454">
                  <c:v>41068</c:v>
                </c:pt>
                <c:pt idx="3455">
                  <c:v>41067</c:v>
                </c:pt>
                <c:pt idx="3456">
                  <c:v>41066</c:v>
                </c:pt>
                <c:pt idx="3457">
                  <c:v>41065</c:v>
                </c:pt>
                <c:pt idx="3458">
                  <c:v>41064</c:v>
                </c:pt>
                <c:pt idx="3459">
                  <c:v>41061</c:v>
                </c:pt>
                <c:pt idx="3460">
                  <c:v>41060</c:v>
                </c:pt>
                <c:pt idx="3461">
                  <c:v>41059</c:v>
                </c:pt>
                <c:pt idx="3462">
                  <c:v>41058</c:v>
                </c:pt>
                <c:pt idx="3463">
                  <c:v>41057</c:v>
                </c:pt>
                <c:pt idx="3464">
                  <c:v>41054</c:v>
                </c:pt>
                <c:pt idx="3465">
                  <c:v>41053</c:v>
                </c:pt>
                <c:pt idx="3466">
                  <c:v>41052</c:v>
                </c:pt>
                <c:pt idx="3467">
                  <c:v>41051</c:v>
                </c:pt>
                <c:pt idx="3468">
                  <c:v>41050</c:v>
                </c:pt>
                <c:pt idx="3469">
                  <c:v>41047</c:v>
                </c:pt>
                <c:pt idx="3470">
                  <c:v>41046</c:v>
                </c:pt>
                <c:pt idx="3471">
                  <c:v>41045</c:v>
                </c:pt>
                <c:pt idx="3472">
                  <c:v>41044</c:v>
                </c:pt>
                <c:pt idx="3473">
                  <c:v>41043</c:v>
                </c:pt>
                <c:pt idx="3474">
                  <c:v>41040</c:v>
                </c:pt>
                <c:pt idx="3475">
                  <c:v>41039</c:v>
                </c:pt>
                <c:pt idx="3476">
                  <c:v>41038</c:v>
                </c:pt>
                <c:pt idx="3477">
                  <c:v>41037</c:v>
                </c:pt>
                <c:pt idx="3478">
                  <c:v>41036</c:v>
                </c:pt>
                <c:pt idx="3479">
                  <c:v>41033</c:v>
                </c:pt>
                <c:pt idx="3480">
                  <c:v>41032</c:v>
                </c:pt>
                <c:pt idx="3481">
                  <c:v>41031</c:v>
                </c:pt>
                <c:pt idx="3482">
                  <c:v>41029</c:v>
                </c:pt>
                <c:pt idx="3483">
                  <c:v>41026</c:v>
                </c:pt>
                <c:pt idx="3484">
                  <c:v>41025</c:v>
                </c:pt>
                <c:pt idx="3485">
                  <c:v>41024</c:v>
                </c:pt>
                <c:pt idx="3486">
                  <c:v>41023</c:v>
                </c:pt>
                <c:pt idx="3487">
                  <c:v>41022</c:v>
                </c:pt>
                <c:pt idx="3488">
                  <c:v>41019</c:v>
                </c:pt>
                <c:pt idx="3489">
                  <c:v>41018</c:v>
                </c:pt>
                <c:pt idx="3490">
                  <c:v>41017</c:v>
                </c:pt>
                <c:pt idx="3491">
                  <c:v>41016</c:v>
                </c:pt>
                <c:pt idx="3492">
                  <c:v>41015</c:v>
                </c:pt>
                <c:pt idx="3493">
                  <c:v>41012</c:v>
                </c:pt>
                <c:pt idx="3494">
                  <c:v>41011</c:v>
                </c:pt>
                <c:pt idx="3495">
                  <c:v>41010</c:v>
                </c:pt>
                <c:pt idx="3496">
                  <c:v>41009</c:v>
                </c:pt>
                <c:pt idx="3497">
                  <c:v>41004</c:v>
                </c:pt>
                <c:pt idx="3498">
                  <c:v>41002</c:v>
                </c:pt>
                <c:pt idx="3499">
                  <c:v>41001</c:v>
                </c:pt>
                <c:pt idx="3500">
                  <c:v>40998</c:v>
                </c:pt>
                <c:pt idx="3501">
                  <c:v>40997</c:v>
                </c:pt>
                <c:pt idx="3502">
                  <c:v>40996</c:v>
                </c:pt>
                <c:pt idx="3503">
                  <c:v>40995</c:v>
                </c:pt>
                <c:pt idx="3504">
                  <c:v>40994</c:v>
                </c:pt>
                <c:pt idx="3505">
                  <c:v>40991</c:v>
                </c:pt>
                <c:pt idx="3506">
                  <c:v>40990</c:v>
                </c:pt>
                <c:pt idx="3507">
                  <c:v>40989</c:v>
                </c:pt>
                <c:pt idx="3508">
                  <c:v>40988</c:v>
                </c:pt>
                <c:pt idx="3509">
                  <c:v>40987</c:v>
                </c:pt>
                <c:pt idx="3510">
                  <c:v>40984</c:v>
                </c:pt>
                <c:pt idx="3511">
                  <c:v>40983</c:v>
                </c:pt>
                <c:pt idx="3512">
                  <c:v>40982</c:v>
                </c:pt>
                <c:pt idx="3513">
                  <c:v>40981</c:v>
                </c:pt>
                <c:pt idx="3514">
                  <c:v>40980</c:v>
                </c:pt>
                <c:pt idx="3515">
                  <c:v>40977</c:v>
                </c:pt>
                <c:pt idx="3516">
                  <c:v>40976</c:v>
                </c:pt>
                <c:pt idx="3517">
                  <c:v>40975</c:v>
                </c:pt>
                <c:pt idx="3518">
                  <c:v>40974</c:v>
                </c:pt>
                <c:pt idx="3519">
                  <c:v>40973</c:v>
                </c:pt>
                <c:pt idx="3520">
                  <c:v>40970</c:v>
                </c:pt>
                <c:pt idx="3521">
                  <c:v>40969</c:v>
                </c:pt>
                <c:pt idx="3522">
                  <c:v>40968</c:v>
                </c:pt>
                <c:pt idx="3523">
                  <c:v>40967</c:v>
                </c:pt>
                <c:pt idx="3524">
                  <c:v>40966</c:v>
                </c:pt>
                <c:pt idx="3525">
                  <c:v>40963</c:v>
                </c:pt>
                <c:pt idx="3526">
                  <c:v>40962</c:v>
                </c:pt>
                <c:pt idx="3527">
                  <c:v>40961</c:v>
                </c:pt>
                <c:pt idx="3528">
                  <c:v>40960</c:v>
                </c:pt>
                <c:pt idx="3529">
                  <c:v>40959</c:v>
                </c:pt>
                <c:pt idx="3530">
                  <c:v>40956</c:v>
                </c:pt>
                <c:pt idx="3531">
                  <c:v>40955</c:v>
                </c:pt>
                <c:pt idx="3532">
                  <c:v>40954</c:v>
                </c:pt>
                <c:pt idx="3533">
                  <c:v>40953</c:v>
                </c:pt>
                <c:pt idx="3534">
                  <c:v>40952</c:v>
                </c:pt>
                <c:pt idx="3535">
                  <c:v>40949</c:v>
                </c:pt>
                <c:pt idx="3536">
                  <c:v>40948</c:v>
                </c:pt>
                <c:pt idx="3537">
                  <c:v>40947</c:v>
                </c:pt>
                <c:pt idx="3538">
                  <c:v>40946</c:v>
                </c:pt>
                <c:pt idx="3539">
                  <c:v>40945</c:v>
                </c:pt>
                <c:pt idx="3540">
                  <c:v>40942</c:v>
                </c:pt>
                <c:pt idx="3541">
                  <c:v>40941</c:v>
                </c:pt>
                <c:pt idx="3542">
                  <c:v>40940</c:v>
                </c:pt>
                <c:pt idx="3543">
                  <c:v>40939</c:v>
                </c:pt>
                <c:pt idx="3544">
                  <c:v>40938</c:v>
                </c:pt>
                <c:pt idx="3545">
                  <c:v>40935</c:v>
                </c:pt>
                <c:pt idx="3546">
                  <c:v>40934</c:v>
                </c:pt>
                <c:pt idx="3547">
                  <c:v>40928</c:v>
                </c:pt>
                <c:pt idx="3548">
                  <c:v>40927</c:v>
                </c:pt>
                <c:pt idx="3549">
                  <c:v>40926</c:v>
                </c:pt>
                <c:pt idx="3550">
                  <c:v>40925</c:v>
                </c:pt>
                <c:pt idx="3551">
                  <c:v>40924</c:v>
                </c:pt>
                <c:pt idx="3552">
                  <c:v>40921</c:v>
                </c:pt>
                <c:pt idx="3553">
                  <c:v>40920</c:v>
                </c:pt>
                <c:pt idx="3554">
                  <c:v>40919</c:v>
                </c:pt>
                <c:pt idx="3555">
                  <c:v>40918</c:v>
                </c:pt>
                <c:pt idx="3556">
                  <c:v>40917</c:v>
                </c:pt>
                <c:pt idx="3557">
                  <c:v>40914</c:v>
                </c:pt>
                <c:pt idx="3558">
                  <c:v>40913</c:v>
                </c:pt>
                <c:pt idx="3559">
                  <c:v>40912</c:v>
                </c:pt>
                <c:pt idx="3560">
                  <c:v>40911</c:v>
                </c:pt>
                <c:pt idx="3561">
                  <c:v>40907</c:v>
                </c:pt>
                <c:pt idx="3562">
                  <c:v>40906</c:v>
                </c:pt>
                <c:pt idx="3563">
                  <c:v>40905</c:v>
                </c:pt>
                <c:pt idx="3564">
                  <c:v>40900</c:v>
                </c:pt>
                <c:pt idx="3565">
                  <c:v>40899</c:v>
                </c:pt>
                <c:pt idx="3566">
                  <c:v>40898</c:v>
                </c:pt>
                <c:pt idx="3567">
                  <c:v>40897</c:v>
                </c:pt>
                <c:pt idx="3568">
                  <c:v>40896</c:v>
                </c:pt>
                <c:pt idx="3569">
                  <c:v>40893</c:v>
                </c:pt>
                <c:pt idx="3570">
                  <c:v>40892</c:v>
                </c:pt>
                <c:pt idx="3571">
                  <c:v>40891</c:v>
                </c:pt>
                <c:pt idx="3572">
                  <c:v>40890</c:v>
                </c:pt>
                <c:pt idx="3573">
                  <c:v>40889</c:v>
                </c:pt>
                <c:pt idx="3574">
                  <c:v>40886</c:v>
                </c:pt>
                <c:pt idx="3575">
                  <c:v>40885</c:v>
                </c:pt>
                <c:pt idx="3576">
                  <c:v>40884</c:v>
                </c:pt>
                <c:pt idx="3577">
                  <c:v>40883</c:v>
                </c:pt>
                <c:pt idx="3578">
                  <c:v>40882</c:v>
                </c:pt>
                <c:pt idx="3579">
                  <c:v>40879</c:v>
                </c:pt>
                <c:pt idx="3580">
                  <c:v>40878</c:v>
                </c:pt>
                <c:pt idx="3581">
                  <c:v>40877</c:v>
                </c:pt>
                <c:pt idx="3582">
                  <c:v>40876</c:v>
                </c:pt>
                <c:pt idx="3583">
                  <c:v>40875</c:v>
                </c:pt>
                <c:pt idx="3584">
                  <c:v>40872</c:v>
                </c:pt>
                <c:pt idx="3585">
                  <c:v>40871</c:v>
                </c:pt>
                <c:pt idx="3586">
                  <c:v>40870</c:v>
                </c:pt>
                <c:pt idx="3587">
                  <c:v>40869</c:v>
                </c:pt>
                <c:pt idx="3588">
                  <c:v>40868</c:v>
                </c:pt>
                <c:pt idx="3589">
                  <c:v>40865</c:v>
                </c:pt>
                <c:pt idx="3590">
                  <c:v>40864</c:v>
                </c:pt>
                <c:pt idx="3591">
                  <c:v>40863</c:v>
                </c:pt>
                <c:pt idx="3592">
                  <c:v>40862</c:v>
                </c:pt>
                <c:pt idx="3593">
                  <c:v>40861</c:v>
                </c:pt>
                <c:pt idx="3594">
                  <c:v>40858</c:v>
                </c:pt>
                <c:pt idx="3595">
                  <c:v>40857</c:v>
                </c:pt>
                <c:pt idx="3596">
                  <c:v>40856</c:v>
                </c:pt>
                <c:pt idx="3597">
                  <c:v>40855</c:v>
                </c:pt>
                <c:pt idx="3598">
                  <c:v>40854</c:v>
                </c:pt>
                <c:pt idx="3599">
                  <c:v>40851</c:v>
                </c:pt>
                <c:pt idx="3600">
                  <c:v>40850</c:v>
                </c:pt>
                <c:pt idx="3601">
                  <c:v>40849</c:v>
                </c:pt>
                <c:pt idx="3602">
                  <c:v>40848</c:v>
                </c:pt>
                <c:pt idx="3603">
                  <c:v>40847</c:v>
                </c:pt>
                <c:pt idx="3604">
                  <c:v>40844</c:v>
                </c:pt>
                <c:pt idx="3605">
                  <c:v>40843</c:v>
                </c:pt>
                <c:pt idx="3606">
                  <c:v>40842</c:v>
                </c:pt>
                <c:pt idx="3607">
                  <c:v>40841</c:v>
                </c:pt>
                <c:pt idx="3608">
                  <c:v>40840</c:v>
                </c:pt>
                <c:pt idx="3609">
                  <c:v>40837</c:v>
                </c:pt>
                <c:pt idx="3610">
                  <c:v>40836</c:v>
                </c:pt>
                <c:pt idx="3611">
                  <c:v>40835</c:v>
                </c:pt>
                <c:pt idx="3612">
                  <c:v>40834</c:v>
                </c:pt>
                <c:pt idx="3613">
                  <c:v>40833</c:v>
                </c:pt>
                <c:pt idx="3614">
                  <c:v>40830</c:v>
                </c:pt>
                <c:pt idx="3615">
                  <c:v>40829</c:v>
                </c:pt>
                <c:pt idx="3616">
                  <c:v>40828</c:v>
                </c:pt>
                <c:pt idx="3617">
                  <c:v>40827</c:v>
                </c:pt>
                <c:pt idx="3618">
                  <c:v>40826</c:v>
                </c:pt>
                <c:pt idx="3619">
                  <c:v>40823</c:v>
                </c:pt>
                <c:pt idx="3620">
                  <c:v>40822</c:v>
                </c:pt>
                <c:pt idx="3621">
                  <c:v>40820</c:v>
                </c:pt>
                <c:pt idx="3622">
                  <c:v>40819</c:v>
                </c:pt>
                <c:pt idx="3623">
                  <c:v>40816</c:v>
                </c:pt>
                <c:pt idx="3624">
                  <c:v>40814</c:v>
                </c:pt>
                <c:pt idx="3625">
                  <c:v>40813</c:v>
                </c:pt>
                <c:pt idx="3626">
                  <c:v>40812</c:v>
                </c:pt>
                <c:pt idx="3627">
                  <c:v>40809</c:v>
                </c:pt>
                <c:pt idx="3628">
                  <c:v>40808</c:v>
                </c:pt>
                <c:pt idx="3629">
                  <c:v>40807</c:v>
                </c:pt>
                <c:pt idx="3630">
                  <c:v>40806</c:v>
                </c:pt>
                <c:pt idx="3631">
                  <c:v>40805</c:v>
                </c:pt>
                <c:pt idx="3632">
                  <c:v>40802</c:v>
                </c:pt>
                <c:pt idx="3633">
                  <c:v>40801</c:v>
                </c:pt>
                <c:pt idx="3634">
                  <c:v>40800</c:v>
                </c:pt>
                <c:pt idx="3635">
                  <c:v>40798</c:v>
                </c:pt>
                <c:pt idx="3636">
                  <c:v>40795</c:v>
                </c:pt>
                <c:pt idx="3637">
                  <c:v>40794</c:v>
                </c:pt>
                <c:pt idx="3638">
                  <c:v>40793</c:v>
                </c:pt>
                <c:pt idx="3639">
                  <c:v>40792</c:v>
                </c:pt>
                <c:pt idx="3640">
                  <c:v>40791</c:v>
                </c:pt>
                <c:pt idx="3641">
                  <c:v>40788</c:v>
                </c:pt>
                <c:pt idx="3642">
                  <c:v>40787</c:v>
                </c:pt>
                <c:pt idx="3643">
                  <c:v>40786</c:v>
                </c:pt>
                <c:pt idx="3644">
                  <c:v>40785</c:v>
                </c:pt>
                <c:pt idx="3645">
                  <c:v>40784</c:v>
                </c:pt>
                <c:pt idx="3646">
                  <c:v>40781</c:v>
                </c:pt>
                <c:pt idx="3647">
                  <c:v>40780</c:v>
                </c:pt>
                <c:pt idx="3648">
                  <c:v>40779</c:v>
                </c:pt>
                <c:pt idx="3649">
                  <c:v>40778</c:v>
                </c:pt>
                <c:pt idx="3650">
                  <c:v>40777</c:v>
                </c:pt>
                <c:pt idx="3651">
                  <c:v>40774</c:v>
                </c:pt>
                <c:pt idx="3652">
                  <c:v>40773</c:v>
                </c:pt>
                <c:pt idx="3653">
                  <c:v>40772</c:v>
                </c:pt>
                <c:pt idx="3654">
                  <c:v>40771</c:v>
                </c:pt>
                <c:pt idx="3655">
                  <c:v>40770</c:v>
                </c:pt>
                <c:pt idx="3656">
                  <c:v>40767</c:v>
                </c:pt>
                <c:pt idx="3657">
                  <c:v>40766</c:v>
                </c:pt>
                <c:pt idx="3658">
                  <c:v>40765</c:v>
                </c:pt>
                <c:pt idx="3659">
                  <c:v>40764</c:v>
                </c:pt>
                <c:pt idx="3660">
                  <c:v>40763</c:v>
                </c:pt>
                <c:pt idx="3661">
                  <c:v>40760</c:v>
                </c:pt>
                <c:pt idx="3662">
                  <c:v>40759</c:v>
                </c:pt>
                <c:pt idx="3663">
                  <c:v>40758</c:v>
                </c:pt>
                <c:pt idx="3664">
                  <c:v>40757</c:v>
                </c:pt>
                <c:pt idx="3665">
                  <c:v>40756</c:v>
                </c:pt>
                <c:pt idx="3666">
                  <c:v>40753</c:v>
                </c:pt>
                <c:pt idx="3667">
                  <c:v>40752</c:v>
                </c:pt>
                <c:pt idx="3668">
                  <c:v>40751</c:v>
                </c:pt>
                <c:pt idx="3669">
                  <c:v>40750</c:v>
                </c:pt>
                <c:pt idx="3670">
                  <c:v>40749</c:v>
                </c:pt>
                <c:pt idx="3671">
                  <c:v>40746</c:v>
                </c:pt>
                <c:pt idx="3672">
                  <c:v>40745</c:v>
                </c:pt>
                <c:pt idx="3673">
                  <c:v>40744</c:v>
                </c:pt>
                <c:pt idx="3674">
                  <c:v>40743</c:v>
                </c:pt>
                <c:pt idx="3675">
                  <c:v>40742</c:v>
                </c:pt>
                <c:pt idx="3676">
                  <c:v>40739</c:v>
                </c:pt>
                <c:pt idx="3677">
                  <c:v>40738</c:v>
                </c:pt>
                <c:pt idx="3678">
                  <c:v>40737</c:v>
                </c:pt>
                <c:pt idx="3679">
                  <c:v>40736</c:v>
                </c:pt>
                <c:pt idx="3680">
                  <c:v>40735</c:v>
                </c:pt>
                <c:pt idx="3681">
                  <c:v>40732</c:v>
                </c:pt>
                <c:pt idx="3682">
                  <c:v>40731</c:v>
                </c:pt>
                <c:pt idx="3683">
                  <c:v>40730</c:v>
                </c:pt>
                <c:pt idx="3684">
                  <c:v>40729</c:v>
                </c:pt>
                <c:pt idx="3685">
                  <c:v>40728</c:v>
                </c:pt>
                <c:pt idx="3686">
                  <c:v>40724</c:v>
                </c:pt>
                <c:pt idx="3687">
                  <c:v>40723</c:v>
                </c:pt>
                <c:pt idx="3688">
                  <c:v>40722</c:v>
                </c:pt>
                <c:pt idx="3689">
                  <c:v>40721</c:v>
                </c:pt>
                <c:pt idx="3690">
                  <c:v>40718</c:v>
                </c:pt>
                <c:pt idx="3691">
                  <c:v>40717</c:v>
                </c:pt>
                <c:pt idx="3692">
                  <c:v>40716</c:v>
                </c:pt>
                <c:pt idx="3693">
                  <c:v>40715</c:v>
                </c:pt>
                <c:pt idx="3694">
                  <c:v>40714</c:v>
                </c:pt>
                <c:pt idx="3695">
                  <c:v>40711</c:v>
                </c:pt>
                <c:pt idx="3696">
                  <c:v>40710</c:v>
                </c:pt>
                <c:pt idx="3697">
                  <c:v>40709</c:v>
                </c:pt>
                <c:pt idx="3698">
                  <c:v>40708</c:v>
                </c:pt>
                <c:pt idx="3699">
                  <c:v>40707</c:v>
                </c:pt>
                <c:pt idx="3700">
                  <c:v>40704</c:v>
                </c:pt>
                <c:pt idx="3701">
                  <c:v>40703</c:v>
                </c:pt>
                <c:pt idx="3702">
                  <c:v>40702</c:v>
                </c:pt>
                <c:pt idx="3703">
                  <c:v>40701</c:v>
                </c:pt>
                <c:pt idx="3704">
                  <c:v>40697</c:v>
                </c:pt>
                <c:pt idx="3705">
                  <c:v>40696</c:v>
                </c:pt>
                <c:pt idx="3706">
                  <c:v>40695</c:v>
                </c:pt>
                <c:pt idx="3707">
                  <c:v>40694</c:v>
                </c:pt>
                <c:pt idx="3708">
                  <c:v>40693</c:v>
                </c:pt>
                <c:pt idx="3709">
                  <c:v>40690</c:v>
                </c:pt>
                <c:pt idx="3710">
                  <c:v>40689</c:v>
                </c:pt>
                <c:pt idx="3711">
                  <c:v>40688</c:v>
                </c:pt>
                <c:pt idx="3712">
                  <c:v>40687</c:v>
                </c:pt>
                <c:pt idx="3713">
                  <c:v>40686</c:v>
                </c:pt>
                <c:pt idx="3714">
                  <c:v>40683</c:v>
                </c:pt>
                <c:pt idx="3715">
                  <c:v>40682</c:v>
                </c:pt>
                <c:pt idx="3716">
                  <c:v>40681</c:v>
                </c:pt>
                <c:pt idx="3717">
                  <c:v>40680</c:v>
                </c:pt>
                <c:pt idx="3718">
                  <c:v>40679</c:v>
                </c:pt>
                <c:pt idx="3719">
                  <c:v>40676</c:v>
                </c:pt>
                <c:pt idx="3720">
                  <c:v>40675</c:v>
                </c:pt>
                <c:pt idx="3721">
                  <c:v>40674</c:v>
                </c:pt>
                <c:pt idx="3722">
                  <c:v>40672</c:v>
                </c:pt>
                <c:pt idx="3723">
                  <c:v>40669</c:v>
                </c:pt>
                <c:pt idx="3724">
                  <c:v>40668</c:v>
                </c:pt>
                <c:pt idx="3725">
                  <c:v>40667</c:v>
                </c:pt>
                <c:pt idx="3726">
                  <c:v>40666</c:v>
                </c:pt>
                <c:pt idx="3727">
                  <c:v>40662</c:v>
                </c:pt>
                <c:pt idx="3728">
                  <c:v>40661</c:v>
                </c:pt>
                <c:pt idx="3729">
                  <c:v>40660</c:v>
                </c:pt>
                <c:pt idx="3730">
                  <c:v>40659</c:v>
                </c:pt>
                <c:pt idx="3731">
                  <c:v>40654</c:v>
                </c:pt>
                <c:pt idx="3732">
                  <c:v>40653</c:v>
                </c:pt>
                <c:pt idx="3733">
                  <c:v>40652</c:v>
                </c:pt>
                <c:pt idx="3734">
                  <c:v>40651</c:v>
                </c:pt>
                <c:pt idx="3735">
                  <c:v>40648</c:v>
                </c:pt>
                <c:pt idx="3736">
                  <c:v>40647</c:v>
                </c:pt>
                <c:pt idx="3737">
                  <c:v>40646</c:v>
                </c:pt>
                <c:pt idx="3738">
                  <c:v>40645</c:v>
                </c:pt>
                <c:pt idx="3739">
                  <c:v>40644</c:v>
                </c:pt>
                <c:pt idx="3740">
                  <c:v>40641</c:v>
                </c:pt>
                <c:pt idx="3741">
                  <c:v>40640</c:v>
                </c:pt>
                <c:pt idx="3742">
                  <c:v>40639</c:v>
                </c:pt>
                <c:pt idx="3743">
                  <c:v>40637</c:v>
                </c:pt>
                <c:pt idx="3744">
                  <c:v>40634</c:v>
                </c:pt>
                <c:pt idx="3745">
                  <c:v>40633</c:v>
                </c:pt>
                <c:pt idx="3746">
                  <c:v>40632</c:v>
                </c:pt>
                <c:pt idx="3747">
                  <c:v>40631</c:v>
                </c:pt>
                <c:pt idx="3748">
                  <c:v>40630</c:v>
                </c:pt>
                <c:pt idx="3749">
                  <c:v>40627</c:v>
                </c:pt>
                <c:pt idx="3750">
                  <c:v>40626</c:v>
                </c:pt>
                <c:pt idx="3751">
                  <c:v>40625</c:v>
                </c:pt>
                <c:pt idx="3752">
                  <c:v>40624</c:v>
                </c:pt>
                <c:pt idx="3753">
                  <c:v>40623</c:v>
                </c:pt>
                <c:pt idx="3754">
                  <c:v>40620</c:v>
                </c:pt>
                <c:pt idx="3755">
                  <c:v>40619</c:v>
                </c:pt>
                <c:pt idx="3756">
                  <c:v>40618</c:v>
                </c:pt>
                <c:pt idx="3757">
                  <c:v>40617</c:v>
                </c:pt>
                <c:pt idx="3758">
                  <c:v>40616</c:v>
                </c:pt>
                <c:pt idx="3759">
                  <c:v>40613</c:v>
                </c:pt>
                <c:pt idx="3760">
                  <c:v>40612</c:v>
                </c:pt>
                <c:pt idx="3761">
                  <c:v>40611</c:v>
                </c:pt>
                <c:pt idx="3762">
                  <c:v>40610</c:v>
                </c:pt>
                <c:pt idx="3763">
                  <c:v>40609</c:v>
                </c:pt>
                <c:pt idx="3764">
                  <c:v>40606</c:v>
                </c:pt>
                <c:pt idx="3765">
                  <c:v>40605</c:v>
                </c:pt>
                <c:pt idx="3766">
                  <c:v>40604</c:v>
                </c:pt>
                <c:pt idx="3767">
                  <c:v>40603</c:v>
                </c:pt>
                <c:pt idx="3768">
                  <c:v>40602</c:v>
                </c:pt>
                <c:pt idx="3769">
                  <c:v>40599</c:v>
                </c:pt>
                <c:pt idx="3770">
                  <c:v>40598</c:v>
                </c:pt>
                <c:pt idx="3771">
                  <c:v>40597</c:v>
                </c:pt>
                <c:pt idx="3772">
                  <c:v>40596</c:v>
                </c:pt>
                <c:pt idx="3773">
                  <c:v>40595</c:v>
                </c:pt>
                <c:pt idx="3774">
                  <c:v>40592</c:v>
                </c:pt>
                <c:pt idx="3775">
                  <c:v>40591</c:v>
                </c:pt>
                <c:pt idx="3776">
                  <c:v>40590</c:v>
                </c:pt>
                <c:pt idx="3777">
                  <c:v>40589</c:v>
                </c:pt>
                <c:pt idx="3778">
                  <c:v>40588</c:v>
                </c:pt>
                <c:pt idx="3779">
                  <c:v>40585</c:v>
                </c:pt>
                <c:pt idx="3780">
                  <c:v>40584</c:v>
                </c:pt>
                <c:pt idx="3781">
                  <c:v>40583</c:v>
                </c:pt>
                <c:pt idx="3782">
                  <c:v>40582</c:v>
                </c:pt>
                <c:pt idx="3783">
                  <c:v>40581</c:v>
                </c:pt>
                <c:pt idx="3784">
                  <c:v>40576</c:v>
                </c:pt>
                <c:pt idx="3785">
                  <c:v>40575</c:v>
                </c:pt>
                <c:pt idx="3786">
                  <c:v>40574</c:v>
                </c:pt>
                <c:pt idx="3787">
                  <c:v>40571</c:v>
                </c:pt>
                <c:pt idx="3788">
                  <c:v>40570</c:v>
                </c:pt>
                <c:pt idx="3789">
                  <c:v>40569</c:v>
                </c:pt>
                <c:pt idx="3790">
                  <c:v>40568</c:v>
                </c:pt>
                <c:pt idx="3791">
                  <c:v>40567</c:v>
                </c:pt>
                <c:pt idx="3792">
                  <c:v>40564</c:v>
                </c:pt>
                <c:pt idx="3793">
                  <c:v>40563</c:v>
                </c:pt>
                <c:pt idx="3794">
                  <c:v>40562</c:v>
                </c:pt>
                <c:pt idx="3795">
                  <c:v>40561</c:v>
                </c:pt>
                <c:pt idx="3796">
                  <c:v>40560</c:v>
                </c:pt>
                <c:pt idx="3797">
                  <c:v>40557</c:v>
                </c:pt>
                <c:pt idx="3798">
                  <c:v>40556</c:v>
                </c:pt>
                <c:pt idx="3799">
                  <c:v>40555</c:v>
                </c:pt>
                <c:pt idx="3800">
                  <c:v>40554</c:v>
                </c:pt>
                <c:pt idx="3801">
                  <c:v>40553</c:v>
                </c:pt>
                <c:pt idx="3802">
                  <c:v>40550</c:v>
                </c:pt>
                <c:pt idx="3803">
                  <c:v>40549</c:v>
                </c:pt>
                <c:pt idx="3804">
                  <c:v>40548</c:v>
                </c:pt>
                <c:pt idx="3805">
                  <c:v>40547</c:v>
                </c:pt>
                <c:pt idx="3806">
                  <c:v>40546</c:v>
                </c:pt>
                <c:pt idx="3807">
                  <c:v>40543</c:v>
                </c:pt>
                <c:pt idx="3808">
                  <c:v>40542</c:v>
                </c:pt>
                <c:pt idx="3809">
                  <c:v>40541</c:v>
                </c:pt>
                <c:pt idx="3810">
                  <c:v>40540</c:v>
                </c:pt>
                <c:pt idx="3811">
                  <c:v>40536</c:v>
                </c:pt>
                <c:pt idx="3812">
                  <c:v>40535</c:v>
                </c:pt>
                <c:pt idx="3813">
                  <c:v>40534</c:v>
                </c:pt>
                <c:pt idx="3814">
                  <c:v>40533</c:v>
                </c:pt>
                <c:pt idx="3815">
                  <c:v>40532</c:v>
                </c:pt>
                <c:pt idx="3816">
                  <c:v>40529</c:v>
                </c:pt>
                <c:pt idx="3817">
                  <c:v>40528</c:v>
                </c:pt>
                <c:pt idx="3818">
                  <c:v>40527</c:v>
                </c:pt>
                <c:pt idx="3819">
                  <c:v>40526</c:v>
                </c:pt>
                <c:pt idx="3820">
                  <c:v>40525</c:v>
                </c:pt>
                <c:pt idx="3821">
                  <c:v>40522</c:v>
                </c:pt>
                <c:pt idx="3822">
                  <c:v>40521</c:v>
                </c:pt>
                <c:pt idx="3823">
                  <c:v>40520</c:v>
                </c:pt>
                <c:pt idx="3824">
                  <c:v>40519</c:v>
                </c:pt>
                <c:pt idx="3825">
                  <c:v>40518</c:v>
                </c:pt>
                <c:pt idx="3826">
                  <c:v>40515</c:v>
                </c:pt>
                <c:pt idx="3827">
                  <c:v>40514</c:v>
                </c:pt>
                <c:pt idx="3828">
                  <c:v>40513</c:v>
                </c:pt>
                <c:pt idx="3829">
                  <c:v>40512</c:v>
                </c:pt>
                <c:pt idx="3830">
                  <c:v>40511</c:v>
                </c:pt>
                <c:pt idx="3831">
                  <c:v>40508</c:v>
                </c:pt>
                <c:pt idx="3832">
                  <c:v>40507</c:v>
                </c:pt>
                <c:pt idx="3833">
                  <c:v>40506</c:v>
                </c:pt>
                <c:pt idx="3834">
                  <c:v>40505</c:v>
                </c:pt>
                <c:pt idx="3835">
                  <c:v>40504</c:v>
                </c:pt>
                <c:pt idx="3836">
                  <c:v>40501</c:v>
                </c:pt>
                <c:pt idx="3837">
                  <c:v>40500</c:v>
                </c:pt>
                <c:pt idx="3838">
                  <c:v>40499</c:v>
                </c:pt>
                <c:pt idx="3839">
                  <c:v>40498</c:v>
                </c:pt>
                <c:pt idx="3840">
                  <c:v>40497</c:v>
                </c:pt>
                <c:pt idx="3841">
                  <c:v>40494</c:v>
                </c:pt>
                <c:pt idx="3842">
                  <c:v>40493</c:v>
                </c:pt>
                <c:pt idx="3843">
                  <c:v>40492</c:v>
                </c:pt>
                <c:pt idx="3844">
                  <c:v>40491</c:v>
                </c:pt>
                <c:pt idx="3845">
                  <c:v>40490</c:v>
                </c:pt>
                <c:pt idx="3846">
                  <c:v>40487</c:v>
                </c:pt>
                <c:pt idx="3847">
                  <c:v>40486</c:v>
                </c:pt>
                <c:pt idx="3848">
                  <c:v>40485</c:v>
                </c:pt>
                <c:pt idx="3849">
                  <c:v>40484</c:v>
                </c:pt>
                <c:pt idx="3850">
                  <c:v>40483</c:v>
                </c:pt>
                <c:pt idx="3851">
                  <c:v>40480</c:v>
                </c:pt>
                <c:pt idx="3852">
                  <c:v>40479</c:v>
                </c:pt>
                <c:pt idx="3853">
                  <c:v>40478</c:v>
                </c:pt>
                <c:pt idx="3854">
                  <c:v>40477</c:v>
                </c:pt>
                <c:pt idx="3855">
                  <c:v>40476</c:v>
                </c:pt>
                <c:pt idx="3856">
                  <c:v>40473</c:v>
                </c:pt>
                <c:pt idx="3857">
                  <c:v>40472</c:v>
                </c:pt>
                <c:pt idx="3858">
                  <c:v>40471</c:v>
                </c:pt>
                <c:pt idx="3859">
                  <c:v>40470</c:v>
                </c:pt>
                <c:pt idx="3860">
                  <c:v>40469</c:v>
                </c:pt>
                <c:pt idx="3861">
                  <c:v>40466</c:v>
                </c:pt>
                <c:pt idx="3862">
                  <c:v>40465</c:v>
                </c:pt>
                <c:pt idx="3863">
                  <c:v>40464</c:v>
                </c:pt>
                <c:pt idx="3864">
                  <c:v>40463</c:v>
                </c:pt>
                <c:pt idx="3865">
                  <c:v>40462</c:v>
                </c:pt>
                <c:pt idx="3866">
                  <c:v>40459</c:v>
                </c:pt>
                <c:pt idx="3867">
                  <c:v>40458</c:v>
                </c:pt>
                <c:pt idx="3868">
                  <c:v>40457</c:v>
                </c:pt>
                <c:pt idx="3869">
                  <c:v>40456</c:v>
                </c:pt>
                <c:pt idx="3870">
                  <c:v>40455</c:v>
                </c:pt>
                <c:pt idx="3871">
                  <c:v>40451</c:v>
                </c:pt>
                <c:pt idx="3872">
                  <c:v>40450</c:v>
                </c:pt>
                <c:pt idx="3873">
                  <c:v>40449</c:v>
                </c:pt>
                <c:pt idx="3874">
                  <c:v>40448</c:v>
                </c:pt>
                <c:pt idx="3875">
                  <c:v>40445</c:v>
                </c:pt>
                <c:pt idx="3876">
                  <c:v>40443</c:v>
                </c:pt>
                <c:pt idx="3877">
                  <c:v>40442</c:v>
                </c:pt>
                <c:pt idx="3878">
                  <c:v>40441</c:v>
                </c:pt>
                <c:pt idx="3879">
                  <c:v>40438</c:v>
                </c:pt>
                <c:pt idx="3880">
                  <c:v>40437</c:v>
                </c:pt>
                <c:pt idx="3881">
                  <c:v>40436</c:v>
                </c:pt>
                <c:pt idx="3882">
                  <c:v>40435</c:v>
                </c:pt>
                <c:pt idx="3883">
                  <c:v>40434</c:v>
                </c:pt>
                <c:pt idx="3884">
                  <c:v>40431</c:v>
                </c:pt>
                <c:pt idx="3885">
                  <c:v>40430</c:v>
                </c:pt>
                <c:pt idx="3886">
                  <c:v>40429</c:v>
                </c:pt>
                <c:pt idx="3887">
                  <c:v>40428</c:v>
                </c:pt>
                <c:pt idx="3888">
                  <c:v>40427</c:v>
                </c:pt>
                <c:pt idx="3889">
                  <c:v>40424</c:v>
                </c:pt>
                <c:pt idx="3890">
                  <c:v>40423</c:v>
                </c:pt>
                <c:pt idx="3891">
                  <c:v>40422</c:v>
                </c:pt>
                <c:pt idx="3892">
                  <c:v>40421</c:v>
                </c:pt>
                <c:pt idx="3893">
                  <c:v>40420</c:v>
                </c:pt>
                <c:pt idx="3894">
                  <c:v>40417</c:v>
                </c:pt>
                <c:pt idx="3895">
                  <c:v>40416</c:v>
                </c:pt>
                <c:pt idx="3896">
                  <c:v>40415</c:v>
                </c:pt>
                <c:pt idx="3897">
                  <c:v>40414</c:v>
                </c:pt>
                <c:pt idx="3898">
                  <c:v>40413</c:v>
                </c:pt>
                <c:pt idx="3899">
                  <c:v>40410</c:v>
                </c:pt>
                <c:pt idx="3900">
                  <c:v>40409</c:v>
                </c:pt>
                <c:pt idx="3901">
                  <c:v>40408</c:v>
                </c:pt>
                <c:pt idx="3902">
                  <c:v>40407</c:v>
                </c:pt>
                <c:pt idx="3903">
                  <c:v>40406</c:v>
                </c:pt>
                <c:pt idx="3904">
                  <c:v>40403</c:v>
                </c:pt>
                <c:pt idx="3905">
                  <c:v>40402</c:v>
                </c:pt>
                <c:pt idx="3906">
                  <c:v>40401</c:v>
                </c:pt>
                <c:pt idx="3907">
                  <c:v>40400</c:v>
                </c:pt>
                <c:pt idx="3908">
                  <c:v>40399</c:v>
                </c:pt>
                <c:pt idx="3909">
                  <c:v>40396</c:v>
                </c:pt>
                <c:pt idx="3910">
                  <c:v>40395</c:v>
                </c:pt>
                <c:pt idx="3911">
                  <c:v>40394</c:v>
                </c:pt>
                <c:pt idx="3912">
                  <c:v>40393</c:v>
                </c:pt>
                <c:pt idx="3913">
                  <c:v>40392</c:v>
                </c:pt>
                <c:pt idx="3914">
                  <c:v>40389</c:v>
                </c:pt>
                <c:pt idx="3915">
                  <c:v>40388</c:v>
                </c:pt>
                <c:pt idx="3916">
                  <c:v>40387</c:v>
                </c:pt>
                <c:pt idx="3917">
                  <c:v>40386</c:v>
                </c:pt>
                <c:pt idx="3918">
                  <c:v>40385</c:v>
                </c:pt>
                <c:pt idx="3919">
                  <c:v>40382</c:v>
                </c:pt>
                <c:pt idx="3920">
                  <c:v>40381</c:v>
                </c:pt>
                <c:pt idx="3921">
                  <c:v>40380</c:v>
                </c:pt>
                <c:pt idx="3922">
                  <c:v>40379</c:v>
                </c:pt>
                <c:pt idx="3923">
                  <c:v>40378</c:v>
                </c:pt>
                <c:pt idx="3924">
                  <c:v>40375</c:v>
                </c:pt>
                <c:pt idx="3925">
                  <c:v>40374</c:v>
                </c:pt>
                <c:pt idx="3926">
                  <c:v>40373</c:v>
                </c:pt>
                <c:pt idx="3927">
                  <c:v>40372</c:v>
                </c:pt>
                <c:pt idx="3928">
                  <c:v>40371</c:v>
                </c:pt>
                <c:pt idx="3929">
                  <c:v>40368</c:v>
                </c:pt>
                <c:pt idx="3930">
                  <c:v>40367</c:v>
                </c:pt>
                <c:pt idx="3931">
                  <c:v>40366</c:v>
                </c:pt>
                <c:pt idx="3932">
                  <c:v>40365</c:v>
                </c:pt>
                <c:pt idx="3933">
                  <c:v>40364</c:v>
                </c:pt>
                <c:pt idx="3934">
                  <c:v>40361</c:v>
                </c:pt>
                <c:pt idx="3935">
                  <c:v>40359</c:v>
                </c:pt>
                <c:pt idx="3936">
                  <c:v>40358</c:v>
                </c:pt>
                <c:pt idx="3937">
                  <c:v>40357</c:v>
                </c:pt>
                <c:pt idx="3938">
                  <c:v>40354</c:v>
                </c:pt>
                <c:pt idx="3939">
                  <c:v>40353</c:v>
                </c:pt>
                <c:pt idx="3940">
                  <c:v>40352</c:v>
                </c:pt>
                <c:pt idx="3941">
                  <c:v>40351</c:v>
                </c:pt>
                <c:pt idx="3942">
                  <c:v>40350</c:v>
                </c:pt>
                <c:pt idx="3943">
                  <c:v>40347</c:v>
                </c:pt>
                <c:pt idx="3944">
                  <c:v>40346</c:v>
                </c:pt>
                <c:pt idx="3945">
                  <c:v>40344</c:v>
                </c:pt>
                <c:pt idx="3946">
                  <c:v>40343</c:v>
                </c:pt>
                <c:pt idx="3947">
                  <c:v>40340</c:v>
                </c:pt>
                <c:pt idx="3948">
                  <c:v>40339</c:v>
                </c:pt>
                <c:pt idx="3949">
                  <c:v>40338</c:v>
                </c:pt>
                <c:pt idx="3950">
                  <c:v>40337</c:v>
                </c:pt>
                <c:pt idx="3951">
                  <c:v>40336</c:v>
                </c:pt>
                <c:pt idx="3952">
                  <c:v>40333</c:v>
                </c:pt>
                <c:pt idx="3953">
                  <c:v>40332</c:v>
                </c:pt>
                <c:pt idx="3954">
                  <c:v>40331</c:v>
                </c:pt>
                <c:pt idx="3955">
                  <c:v>40330</c:v>
                </c:pt>
                <c:pt idx="3956">
                  <c:v>40329</c:v>
                </c:pt>
                <c:pt idx="3957">
                  <c:v>40326</c:v>
                </c:pt>
                <c:pt idx="3958">
                  <c:v>40325</c:v>
                </c:pt>
                <c:pt idx="3959">
                  <c:v>40324</c:v>
                </c:pt>
                <c:pt idx="3960">
                  <c:v>40323</c:v>
                </c:pt>
                <c:pt idx="3961">
                  <c:v>40322</c:v>
                </c:pt>
                <c:pt idx="3962">
                  <c:v>40318</c:v>
                </c:pt>
                <c:pt idx="3963">
                  <c:v>40317</c:v>
                </c:pt>
                <c:pt idx="3964">
                  <c:v>40316</c:v>
                </c:pt>
                <c:pt idx="3965">
                  <c:v>40315</c:v>
                </c:pt>
                <c:pt idx="3966">
                  <c:v>40312</c:v>
                </c:pt>
                <c:pt idx="3967">
                  <c:v>40311</c:v>
                </c:pt>
                <c:pt idx="3968">
                  <c:v>40310</c:v>
                </c:pt>
                <c:pt idx="3969">
                  <c:v>40309</c:v>
                </c:pt>
                <c:pt idx="3970">
                  <c:v>40308</c:v>
                </c:pt>
                <c:pt idx="3971">
                  <c:v>40305</c:v>
                </c:pt>
                <c:pt idx="3972">
                  <c:v>40304</c:v>
                </c:pt>
                <c:pt idx="3973">
                  <c:v>40303</c:v>
                </c:pt>
                <c:pt idx="3974">
                  <c:v>40302</c:v>
                </c:pt>
                <c:pt idx="3975">
                  <c:v>40301</c:v>
                </c:pt>
                <c:pt idx="3976">
                  <c:v>40298</c:v>
                </c:pt>
                <c:pt idx="3977">
                  <c:v>40297</c:v>
                </c:pt>
                <c:pt idx="3978">
                  <c:v>40296</c:v>
                </c:pt>
                <c:pt idx="3979">
                  <c:v>40295</c:v>
                </c:pt>
                <c:pt idx="3980">
                  <c:v>40294</c:v>
                </c:pt>
                <c:pt idx="3981">
                  <c:v>40291</c:v>
                </c:pt>
                <c:pt idx="3982">
                  <c:v>40290</c:v>
                </c:pt>
                <c:pt idx="3983">
                  <c:v>40289</c:v>
                </c:pt>
                <c:pt idx="3984">
                  <c:v>40288</c:v>
                </c:pt>
                <c:pt idx="3985">
                  <c:v>40287</c:v>
                </c:pt>
                <c:pt idx="3986">
                  <c:v>40284</c:v>
                </c:pt>
                <c:pt idx="3987">
                  <c:v>40283</c:v>
                </c:pt>
                <c:pt idx="3988">
                  <c:v>40282</c:v>
                </c:pt>
                <c:pt idx="3989">
                  <c:v>40281</c:v>
                </c:pt>
                <c:pt idx="3990">
                  <c:v>40280</c:v>
                </c:pt>
                <c:pt idx="3991">
                  <c:v>40277</c:v>
                </c:pt>
                <c:pt idx="3992">
                  <c:v>40276</c:v>
                </c:pt>
                <c:pt idx="3993">
                  <c:v>40275</c:v>
                </c:pt>
                <c:pt idx="3994">
                  <c:v>40269</c:v>
                </c:pt>
                <c:pt idx="3995">
                  <c:v>40268</c:v>
                </c:pt>
                <c:pt idx="3996">
                  <c:v>40267</c:v>
                </c:pt>
                <c:pt idx="3997">
                  <c:v>40266</c:v>
                </c:pt>
                <c:pt idx="3998">
                  <c:v>40263</c:v>
                </c:pt>
                <c:pt idx="3999">
                  <c:v>40262</c:v>
                </c:pt>
                <c:pt idx="4000">
                  <c:v>40261</c:v>
                </c:pt>
                <c:pt idx="4001">
                  <c:v>40260</c:v>
                </c:pt>
                <c:pt idx="4002">
                  <c:v>40259</c:v>
                </c:pt>
                <c:pt idx="4003">
                  <c:v>40256</c:v>
                </c:pt>
                <c:pt idx="4004">
                  <c:v>40255</c:v>
                </c:pt>
                <c:pt idx="4005">
                  <c:v>40254</c:v>
                </c:pt>
                <c:pt idx="4006">
                  <c:v>40253</c:v>
                </c:pt>
                <c:pt idx="4007">
                  <c:v>40252</c:v>
                </c:pt>
                <c:pt idx="4008">
                  <c:v>40249</c:v>
                </c:pt>
                <c:pt idx="4009">
                  <c:v>40248</c:v>
                </c:pt>
                <c:pt idx="4010">
                  <c:v>40247</c:v>
                </c:pt>
                <c:pt idx="4011">
                  <c:v>40246</c:v>
                </c:pt>
                <c:pt idx="4012">
                  <c:v>40245</c:v>
                </c:pt>
                <c:pt idx="4013">
                  <c:v>40242</c:v>
                </c:pt>
                <c:pt idx="4014">
                  <c:v>40241</c:v>
                </c:pt>
                <c:pt idx="4015">
                  <c:v>40240</c:v>
                </c:pt>
                <c:pt idx="4016">
                  <c:v>40239</c:v>
                </c:pt>
                <c:pt idx="4017">
                  <c:v>40238</c:v>
                </c:pt>
                <c:pt idx="4018">
                  <c:v>40235</c:v>
                </c:pt>
                <c:pt idx="4019">
                  <c:v>40234</c:v>
                </c:pt>
                <c:pt idx="4020">
                  <c:v>40233</c:v>
                </c:pt>
                <c:pt idx="4021">
                  <c:v>40232</c:v>
                </c:pt>
                <c:pt idx="4022">
                  <c:v>40231</c:v>
                </c:pt>
                <c:pt idx="4023">
                  <c:v>40228</c:v>
                </c:pt>
                <c:pt idx="4024">
                  <c:v>40227</c:v>
                </c:pt>
                <c:pt idx="4025">
                  <c:v>40226</c:v>
                </c:pt>
                <c:pt idx="4026">
                  <c:v>40221</c:v>
                </c:pt>
                <c:pt idx="4027">
                  <c:v>40220</c:v>
                </c:pt>
                <c:pt idx="4028">
                  <c:v>40219</c:v>
                </c:pt>
                <c:pt idx="4029">
                  <c:v>40218</c:v>
                </c:pt>
                <c:pt idx="4030">
                  <c:v>40217</c:v>
                </c:pt>
                <c:pt idx="4031">
                  <c:v>40214</c:v>
                </c:pt>
                <c:pt idx="4032">
                  <c:v>40213</c:v>
                </c:pt>
                <c:pt idx="4033">
                  <c:v>40212</c:v>
                </c:pt>
                <c:pt idx="4034">
                  <c:v>40211</c:v>
                </c:pt>
                <c:pt idx="4035">
                  <c:v>40210</c:v>
                </c:pt>
                <c:pt idx="4036">
                  <c:v>40207</c:v>
                </c:pt>
                <c:pt idx="4037">
                  <c:v>40206</c:v>
                </c:pt>
                <c:pt idx="4038">
                  <c:v>40205</c:v>
                </c:pt>
                <c:pt idx="4039">
                  <c:v>40204</c:v>
                </c:pt>
                <c:pt idx="4040">
                  <c:v>40203</c:v>
                </c:pt>
                <c:pt idx="4041">
                  <c:v>40200</c:v>
                </c:pt>
                <c:pt idx="4042">
                  <c:v>40199</c:v>
                </c:pt>
                <c:pt idx="4043">
                  <c:v>40198</c:v>
                </c:pt>
                <c:pt idx="4044">
                  <c:v>40197</c:v>
                </c:pt>
                <c:pt idx="4045">
                  <c:v>40196</c:v>
                </c:pt>
                <c:pt idx="4046">
                  <c:v>40193</c:v>
                </c:pt>
                <c:pt idx="4047">
                  <c:v>40192</c:v>
                </c:pt>
                <c:pt idx="4048">
                  <c:v>40191</c:v>
                </c:pt>
                <c:pt idx="4049">
                  <c:v>40190</c:v>
                </c:pt>
                <c:pt idx="4050">
                  <c:v>40189</c:v>
                </c:pt>
                <c:pt idx="4051">
                  <c:v>40186</c:v>
                </c:pt>
                <c:pt idx="4052">
                  <c:v>40185</c:v>
                </c:pt>
                <c:pt idx="4053">
                  <c:v>40184</c:v>
                </c:pt>
                <c:pt idx="4054">
                  <c:v>40183</c:v>
                </c:pt>
                <c:pt idx="4055">
                  <c:v>40182</c:v>
                </c:pt>
                <c:pt idx="4056">
                  <c:v>40178</c:v>
                </c:pt>
                <c:pt idx="4057">
                  <c:v>40177</c:v>
                </c:pt>
                <c:pt idx="4058">
                  <c:v>40176</c:v>
                </c:pt>
                <c:pt idx="4059">
                  <c:v>40175</c:v>
                </c:pt>
                <c:pt idx="4060">
                  <c:v>40171</c:v>
                </c:pt>
                <c:pt idx="4061">
                  <c:v>40170</c:v>
                </c:pt>
                <c:pt idx="4062">
                  <c:v>40169</c:v>
                </c:pt>
                <c:pt idx="4063">
                  <c:v>40168</c:v>
                </c:pt>
                <c:pt idx="4064">
                  <c:v>40165</c:v>
                </c:pt>
                <c:pt idx="4065">
                  <c:v>40164</c:v>
                </c:pt>
                <c:pt idx="4066">
                  <c:v>40163</c:v>
                </c:pt>
                <c:pt idx="4067">
                  <c:v>40162</c:v>
                </c:pt>
                <c:pt idx="4068">
                  <c:v>40161</c:v>
                </c:pt>
                <c:pt idx="4069">
                  <c:v>40158</c:v>
                </c:pt>
                <c:pt idx="4070">
                  <c:v>40157</c:v>
                </c:pt>
                <c:pt idx="4071">
                  <c:v>40156</c:v>
                </c:pt>
                <c:pt idx="4072">
                  <c:v>40155</c:v>
                </c:pt>
                <c:pt idx="4073">
                  <c:v>40154</c:v>
                </c:pt>
                <c:pt idx="4074">
                  <c:v>40151</c:v>
                </c:pt>
                <c:pt idx="4075">
                  <c:v>40150</c:v>
                </c:pt>
                <c:pt idx="4076">
                  <c:v>40149</c:v>
                </c:pt>
                <c:pt idx="4077">
                  <c:v>40148</c:v>
                </c:pt>
                <c:pt idx="4078">
                  <c:v>40147</c:v>
                </c:pt>
                <c:pt idx="4079">
                  <c:v>40144</c:v>
                </c:pt>
                <c:pt idx="4080">
                  <c:v>40143</c:v>
                </c:pt>
                <c:pt idx="4081">
                  <c:v>40142</c:v>
                </c:pt>
                <c:pt idx="4082">
                  <c:v>40141</c:v>
                </c:pt>
                <c:pt idx="4083">
                  <c:v>40140</c:v>
                </c:pt>
                <c:pt idx="4084">
                  <c:v>40137</c:v>
                </c:pt>
                <c:pt idx="4085">
                  <c:v>40136</c:v>
                </c:pt>
                <c:pt idx="4086">
                  <c:v>40135</c:v>
                </c:pt>
                <c:pt idx="4087">
                  <c:v>40134</c:v>
                </c:pt>
                <c:pt idx="4088">
                  <c:v>40133</c:v>
                </c:pt>
                <c:pt idx="4089">
                  <c:v>40130</c:v>
                </c:pt>
                <c:pt idx="4090">
                  <c:v>40129</c:v>
                </c:pt>
                <c:pt idx="4091">
                  <c:v>40128</c:v>
                </c:pt>
                <c:pt idx="4092">
                  <c:v>40127</c:v>
                </c:pt>
                <c:pt idx="4093">
                  <c:v>40126</c:v>
                </c:pt>
                <c:pt idx="4094">
                  <c:v>40123</c:v>
                </c:pt>
                <c:pt idx="4095">
                  <c:v>40122</c:v>
                </c:pt>
                <c:pt idx="4096">
                  <c:v>40121</c:v>
                </c:pt>
                <c:pt idx="4097">
                  <c:v>40120</c:v>
                </c:pt>
                <c:pt idx="4098">
                  <c:v>40119</c:v>
                </c:pt>
                <c:pt idx="4099">
                  <c:v>40116</c:v>
                </c:pt>
                <c:pt idx="4100">
                  <c:v>40115</c:v>
                </c:pt>
                <c:pt idx="4101">
                  <c:v>40114</c:v>
                </c:pt>
                <c:pt idx="4102">
                  <c:v>40113</c:v>
                </c:pt>
                <c:pt idx="4103">
                  <c:v>40109</c:v>
                </c:pt>
                <c:pt idx="4104">
                  <c:v>40108</c:v>
                </c:pt>
                <c:pt idx="4105">
                  <c:v>40107</c:v>
                </c:pt>
                <c:pt idx="4106">
                  <c:v>40106</c:v>
                </c:pt>
                <c:pt idx="4107">
                  <c:v>40105</c:v>
                </c:pt>
                <c:pt idx="4108">
                  <c:v>40102</c:v>
                </c:pt>
                <c:pt idx="4109">
                  <c:v>40101</c:v>
                </c:pt>
                <c:pt idx="4110">
                  <c:v>40100</c:v>
                </c:pt>
                <c:pt idx="4111">
                  <c:v>40099</c:v>
                </c:pt>
                <c:pt idx="4112">
                  <c:v>40098</c:v>
                </c:pt>
                <c:pt idx="4113">
                  <c:v>40095</c:v>
                </c:pt>
                <c:pt idx="4114">
                  <c:v>40094</c:v>
                </c:pt>
                <c:pt idx="4115">
                  <c:v>40093</c:v>
                </c:pt>
                <c:pt idx="4116">
                  <c:v>40092</c:v>
                </c:pt>
                <c:pt idx="4117">
                  <c:v>40091</c:v>
                </c:pt>
                <c:pt idx="4118">
                  <c:v>40088</c:v>
                </c:pt>
                <c:pt idx="4119">
                  <c:v>40086</c:v>
                </c:pt>
                <c:pt idx="4120">
                  <c:v>40085</c:v>
                </c:pt>
                <c:pt idx="4121">
                  <c:v>40084</c:v>
                </c:pt>
                <c:pt idx="4122">
                  <c:v>40081</c:v>
                </c:pt>
                <c:pt idx="4123">
                  <c:v>40080</c:v>
                </c:pt>
                <c:pt idx="4124">
                  <c:v>40079</c:v>
                </c:pt>
                <c:pt idx="4125">
                  <c:v>40078</c:v>
                </c:pt>
                <c:pt idx="4126">
                  <c:v>40077</c:v>
                </c:pt>
                <c:pt idx="4127">
                  <c:v>40074</c:v>
                </c:pt>
                <c:pt idx="4128">
                  <c:v>40073</c:v>
                </c:pt>
                <c:pt idx="4129">
                  <c:v>40072</c:v>
                </c:pt>
                <c:pt idx="4130">
                  <c:v>40071</c:v>
                </c:pt>
                <c:pt idx="4131">
                  <c:v>40070</c:v>
                </c:pt>
                <c:pt idx="4132">
                  <c:v>40067</c:v>
                </c:pt>
                <c:pt idx="4133">
                  <c:v>40066</c:v>
                </c:pt>
                <c:pt idx="4134">
                  <c:v>40065</c:v>
                </c:pt>
                <c:pt idx="4135">
                  <c:v>40064</c:v>
                </c:pt>
                <c:pt idx="4136">
                  <c:v>40063</c:v>
                </c:pt>
                <c:pt idx="4137">
                  <c:v>40060</c:v>
                </c:pt>
                <c:pt idx="4138">
                  <c:v>40059</c:v>
                </c:pt>
                <c:pt idx="4139">
                  <c:v>40058</c:v>
                </c:pt>
                <c:pt idx="4140">
                  <c:v>40057</c:v>
                </c:pt>
                <c:pt idx="4141">
                  <c:v>40056</c:v>
                </c:pt>
                <c:pt idx="4142">
                  <c:v>40053</c:v>
                </c:pt>
                <c:pt idx="4143">
                  <c:v>40052</c:v>
                </c:pt>
                <c:pt idx="4144">
                  <c:v>40051</c:v>
                </c:pt>
                <c:pt idx="4145">
                  <c:v>40050</c:v>
                </c:pt>
                <c:pt idx="4146">
                  <c:v>40049</c:v>
                </c:pt>
                <c:pt idx="4147">
                  <c:v>40046</c:v>
                </c:pt>
                <c:pt idx="4148">
                  <c:v>40045</c:v>
                </c:pt>
                <c:pt idx="4149">
                  <c:v>40044</c:v>
                </c:pt>
                <c:pt idx="4150">
                  <c:v>40043</c:v>
                </c:pt>
                <c:pt idx="4151">
                  <c:v>40042</c:v>
                </c:pt>
                <c:pt idx="4152">
                  <c:v>40039</c:v>
                </c:pt>
                <c:pt idx="4153">
                  <c:v>40038</c:v>
                </c:pt>
                <c:pt idx="4154">
                  <c:v>40037</c:v>
                </c:pt>
                <c:pt idx="4155">
                  <c:v>40036</c:v>
                </c:pt>
                <c:pt idx="4156">
                  <c:v>40035</c:v>
                </c:pt>
                <c:pt idx="4157">
                  <c:v>40032</c:v>
                </c:pt>
                <c:pt idx="4158">
                  <c:v>40031</c:v>
                </c:pt>
                <c:pt idx="4159">
                  <c:v>40030</c:v>
                </c:pt>
                <c:pt idx="4160">
                  <c:v>40029</c:v>
                </c:pt>
                <c:pt idx="4161">
                  <c:v>40028</c:v>
                </c:pt>
                <c:pt idx="4162">
                  <c:v>40025</c:v>
                </c:pt>
                <c:pt idx="4163">
                  <c:v>40024</c:v>
                </c:pt>
                <c:pt idx="4164">
                  <c:v>40023</c:v>
                </c:pt>
                <c:pt idx="4165">
                  <c:v>40022</c:v>
                </c:pt>
                <c:pt idx="4166">
                  <c:v>40021</c:v>
                </c:pt>
                <c:pt idx="4167">
                  <c:v>40018</c:v>
                </c:pt>
                <c:pt idx="4168">
                  <c:v>40017</c:v>
                </c:pt>
                <c:pt idx="4169">
                  <c:v>40016</c:v>
                </c:pt>
                <c:pt idx="4170">
                  <c:v>40015</c:v>
                </c:pt>
                <c:pt idx="4171">
                  <c:v>40014</c:v>
                </c:pt>
                <c:pt idx="4172">
                  <c:v>40011</c:v>
                </c:pt>
                <c:pt idx="4173">
                  <c:v>40010</c:v>
                </c:pt>
                <c:pt idx="4174">
                  <c:v>40009</c:v>
                </c:pt>
                <c:pt idx="4175">
                  <c:v>40008</c:v>
                </c:pt>
                <c:pt idx="4176">
                  <c:v>40007</c:v>
                </c:pt>
                <c:pt idx="4177">
                  <c:v>40004</c:v>
                </c:pt>
                <c:pt idx="4178">
                  <c:v>40003</c:v>
                </c:pt>
                <c:pt idx="4179">
                  <c:v>40002</c:v>
                </c:pt>
                <c:pt idx="4180">
                  <c:v>40001</c:v>
                </c:pt>
                <c:pt idx="4181">
                  <c:v>40000</c:v>
                </c:pt>
                <c:pt idx="4182">
                  <c:v>39997</c:v>
                </c:pt>
                <c:pt idx="4183">
                  <c:v>39996</c:v>
                </c:pt>
                <c:pt idx="4184">
                  <c:v>39994</c:v>
                </c:pt>
                <c:pt idx="4185">
                  <c:v>39993</c:v>
                </c:pt>
                <c:pt idx="4186">
                  <c:v>39990</c:v>
                </c:pt>
                <c:pt idx="4187">
                  <c:v>39989</c:v>
                </c:pt>
                <c:pt idx="4188">
                  <c:v>39988</c:v>
                </c:pt>
                <c:pt idx="4189">
                  <c:v>39987</c:v>
                </c:pt>
                <c:pt idx="4190">
                  <c:v>39986</c:v>
                </c:pt>
                <c:pt idx="4191">
                  <c:v>39983</c:v>
                </c:pt>
                <c:pt idx="4192">
                  <c:v>39982</c:v>
                </c:pt>
                <c:pt idx="4193">
                  <c:v>39981</c:v>
                </c:pt>
                <c:pt idx="4194">
                  <c:v>39980</c:v>
                </c:pt>
                <c:pt idx="4195">
                  <c:v>39979</c:v>
                </c:pt>
                <c:pt idx="4196">
                  <c:v>39976</c:v>
                </c:pt>
                <c:pt idx="4197">
                  <c:v>39975</c:v>
                </c:pt>
                <c:pt idx="4198">
                  <c:v>39974</c:v>
                </c:pt>
                <c:pt idx="4199">
                  <c:v>39973</c:v>
                </c:pt>
                <c:pt idx="4200">
                  <c:v>39972</c:v>
                </c:pt>
                <c:pt idx="4201">
                  <c:v>39969</c:v>
                </c:pt>
                <c:pt idx="4202">
                  <c:v>39968</c:v>
                </c:pt>
                <c:pt idx="4203">
                  <c:v>39967</c:v>
                </c:pt>
                <c:pt idx="4204">
                  <c:v>39966</c:v>
                </c:pt>
                <c:pt idx="4205">
                  <c:v>39965</c:v>
                </c:pt>
                <c:pt idx="4206">
                  <c:v>39962</c:v>
                </c:pt>
                <c:pt idx="4207">
                  <c:v>39960</c:v>
                </c:pt>
                <c:pt idx="4208">
                  <c:v>39959</c:v>
                </c:pt>
                <c:pt idx="4209">
                  <c:v>39958</c:v>
                </c:pt>
                <c:pt idx="4210">
                  <c:v>39955</c:v>
                </c:pt>
                <c:pt idx="4211">
                  <c:v>39954</c:v>
                </c:pt>
                <c:pt idx="4212">
                  <c:v>39953</c:v>
                </c:pt>
                <c:pt idx="4213">
                  <c:v>39952</c:v>
                </c:pt>
                <c:pt idx="4214">
                  <c:v>39951</c:v>
                </c:pt>
                <c:pt idx="4215">
                  <c:v>39948</c:v>
                </c:pt>
                <c:pt idx="4216">
                  <c:v>39947</c:v>
                </c:pt>
                <c:pt idx="4217">
                  <c:v>39946</c:v>
                </c:pt>
                <c:pt idx="4218">
                  <c:v>39945</c:v>
                </c:pt>
                <c:pt idx="4219">
                  <c:v>39944</c:v>
                </c:pt>
                <c:pt idx="4220">
                  <c:v>39941</c:v>
                </c:pt>
                <c:pt idx="4221">
                  <c:v>39940</c:v>
                </c:pt>
                <c:pt idx="4222">
                  <c:v>39939</c:v>
                </c:pt>
                <c:pt idx="4223">
                  <c:v>39938</c:v>
                </c:pt>
                <c:pt idx="4224">
                  <c:v>39937</c:v>
                </c:pt>
                <c:pt idx="4225">
                  <c:v>39933</c:v>
                </c:pt>
                <c:pt idx="4226">
                  <c:v>39932</c:v>
                </c:pt>
                <c:pt idx="4227">
                  <c:v>39931</c:v>
                </c:pt>
                <c:pt idx="4228">
                  <c:v>39930</c:v>
                </c:pt>
                <c:pt idx="4229">
                  <c:v>39927</c:v>
                </c:pt>
                <c:pt idx="4230">
                  <c:v>39926</c:v>
                </c:pt>
                <c:pt idx="4231">
                  <c:v>39925</c:v>
                </c:pt>
                <c:pt idx="4232">
                  <c:v>39924</c:v>
                </c:pt>
                <c:pt idx="4233">
                  <c:v>39923</c:v>
                </c:pt>
                <c:pt idx="4234">
                  <c:v>39920</c:v>
                </c:pt>
                <c:pt idx="4235">
                  <c:v>39919</c:v>
                </c:pt>
                <c:pt idx="4236">
                  <c:v>39918</c:v>
                </c:pt>
                <c:pt idx="4237">
                  <c:v>39917</c:v>
                </c:pt>
                <c:pt idx="4238">
                  <c:v>39912</c:v>
                </c:pt>
                <c:pt idx="4239">
                  <c:v>39911</c:v>
                </c:pt>
                <c:pt idx="4240">
                  <c:v>39910</c:v>
                </c:pt>
                <c:pt idx="4241">
                  <c:v>39909</c:v>
                </c:pt>
                <c:pt idx="4242">
                  <c:v>39906</c:v>
                </c:pt>
                <c:pt idx="4243">
                  <c:v>39905</c:v>
                </c:pt>
                <c:pt idx="4244">
                  <c:v>39904</c:v>
                </c:pt>
                <c:pt idx="4245">
                  <c:v>39903</c:v>
                </c:pt>
                <c:pt idx="4246">
                  <c:v>39902</c:v>
                </c:pt>
                <c:pt idx="4247">
                  <c:v>39899</c:v>
                </c:pt>
                <c:pt idx="4248">
                  <c:v>39898</c:v>
                </c:pt>
                <c:pt idx="4249">
                  <c:v>39897</c:v>
                </c:pt>
                <c:pt idx="4250">
                  <c:v>39896</c:v>
                </c:pt>
                <c:pt idx="4251">
                  <c:v>39895</c:v>
                </c:pt>
                <c:pt idx="4252">
                  <c:v>39892</c:v>
                </c:pt>
                <c:pt idx="4253">
                  <c:v>39891</c:v>
                </c:pt>
                <c:pt idx="4254">
                  <c:v>39890</c:v>
                </c:pt>
                <c:pt idx="4255">
                  <c:v>39889</c:v>
                </c:pt>
                <c:pt idx="4256">
                  <c:v>39888</c:v>
                </c:pt>
                <c:pt idx="4257">
                  <c:v>39885</c:v>
                </c:pt>
                <c:pt idx="4258">
                  <c:v>39884</c:v>
                </c:pt>
                <c:pt idx="4259">
                  <c:v>39883</c:v>
                </c:pt>
                <c:pt idx="4260">
                  <c:v>39882</c:v>
                </c:pt>
                <c:pt idx="4261">
                  <c:v>39881</c:v>
                </c:pt>
                <c:pt idx="4262">
                  <c:v>39878</c:v>
                </c:pt>
                <c:pt idx="4263">
                  <c:v>39877</c:v>
                </c:pt>
                <c:pt idx="4264">
                  <c:v>39876</c:v>
                </c:pt>
                <c:pt idx="4265">
                  <c:v>39875</c:v>
                </c:pt>
                <c:pt idx="4266">
                  <c:v>39874</c:v>
                </c:pt>
                <c:pt idx="4267">
                  <c:v>39871</c:v>
                </c:pt>
                <c:pt idx="4268">
                  <c:v>39870</c:v>
                </c:pt>
                <c:pt idx="4269">
                  <c:v>39869</c:v>
                </c:pt>
                <c:pt idx="4270">
                  <c:v>39868</c:v>
                </c:pt>
                <c:pt idx="4271">
                  <c:v>39867</c:v>
                </c:pt>
                <c:pt idx="4272">
                  <c:v>39864</c:v>
                </c:pt>
                <c:pt idx="4273">
                  <c:v>39863</c:v>
                </c:pt>
                <c:pt idx="4274">
                  <c:v>39862</c:v>
                </c:pt>
                <c:pt idx="4275">
                  <c:v>39861</c:v>
                </c:pt>
                <c:pt idx="4276">
                  <c:v>39860</c:v>
                </c:pt>
                <c:pt idx="4277">
                  <c:v>39857</c:v>
                </c:pt>
                <c:pt idx="4278">
                  <c:v>39856</c:v>
                </c:pt>
                <c:pt idx="4279">
                  <c:v>39855</c:v>
                </c:pt>
                <c:pt idx="4280">
                  <c:v>39854</c:v>
                </c:pt>
                <c:pt idx="4281">
                  <c:v>39853</c:v>
                </c:pt>
                <c:pt idx="4282">
                  <c:v>39850</c:v>
                </c:pt>
                <c:pt idx="4283">
                  <c:v>39849</c:v>
                </c:pt>
                <c:pt idx="4284">
                  <c:v>39848</c:v>
                </c:pt>
                <c:pt idx="4285">
                  <c:v>39847</c:v>
                </c:pt>
                <c:pt idx="4286">
                  <c:v>39846</c:v>
                </c:pt>
                <c:pt idx="4287">
                  <c:v>39843</c:v>
                </c:pt>
                <c:pt idx="4288">
                  <c:v>39842</c:v>
                </c:pt>
                <c:pt idx="4289">
                  <c:v>39836</c:v>
                </c:pt>
                <c:pt idx="4290">
                  <c:v>39835</c:v>
                </c:pt>
                <c:pt idx="4291">
                  <c:v>39834</c:v>
                </c:pt>
                <c:pt idx="4292">
                  <c:v>39833</c:v>
                </c:pt>
                <c:pt idx="4293">
                  <c:v>39832</c:v>
                </c:pt>
                <c:pt idx="4294">
                  <c:v>39829</c:v>
                </c:pt>
                <c:pt idx="4295">
                  <c:v>39828</c:v>
                </c:pt>
                <c:pt idx="4296">
                  <c:v>39827</c:v>
                </c:pt>
                <c:pt idx="4297">
                  <c:v>39826</c:v>
                </c:pt>
                <c:pt idx="4298">
                  <c:v>39825</c:v>
                </c:pt>
                <c:pt idx="4299">
                  <c:v>39822</c:v>
                </c:pt>
                <c:pt idx="4300">
                  <c:v>39821</c:v>
                </c:pt>
                <c:pt idx="4301">
                  <c:v>39820</c:v>
                </c:pt>
                <c:pt idx="4302">
                  <c:v>39819</c:v>
                </c:pt>
                <c:pt idx="4303">
                  <c:v>39818</c:v>
                </c:pt>
                <c:pt idx="4304">
                  <c:v>39815</c:v>
                </c:pt>
                <c:pt idx="4305">
                  <c:v>39813</c:v>
                </c:pt>
                <c:pt idx="4306">
                  <c:v>39812</c:v>
                </c:pt>
                <c:pt idx="4307">
                  <c:v>39811</c:v>
                </c:pt>
                <c:pt idx="4308">
                  <c:v>39806</c:v>
                </c:pt>
                <c:pt idx="4309">
                  <c:v>39805</c:v>
                </c:pt>
                <c:pt idx="4310">
                  <c:v>39804</c:v>
                </c:pt>
                <c:pt idx="4311">
                  <c:v>39801</c:v>
                </c:pt>
                <c:pt idx="4312">
                  <c:v>39800</c:v>
                </c:pt>
                <c:pt idx="4313">
                  <c:v>39799</c:v>
                </c:pt>
                <c:pt idx="4314">
                  <c:v>39798</c:v>
                </c:pt>
                <c:pt idx="4315">
                  <c:v>39797</c:v>
                </c:pt>
                <c:pt idx="4316">
                  <c:v>39794</c:v>
                </c:pt>
                <c:pt idx="4317">
                  <c:v>39793</c:v>
                </c:pt>
                <c:pt idx="4318">
                  <c:v>39792</c:v>
                </c:pt>
                <c:pt idx="4319">
                  <c:v>39791</c:v>
                </c:pt>
                <c:pt idx="4320">
                  <c:v>39790</c:v>
                </c:pt>
                <c:pt idx="4321">
                  <c:v>39787</c:v>
                </c:pt>
                <c:pt idx="4322">
                  <c:v>39786</c:v>
                </c:pt>
                <c:pt idx="4323">
                  <c:v>39785</c:v>
                </c:pt>
                <c:pt idx="4324">
                  <c:v>39784</c:v>
                </c:pt>
                <c:pt idx="4325">
                  <c:v>39783</c:v>
                </c:pt>
                <c:pt idx="4326">
                  <c:v>39780</c:v>
                </c:pt>
                <c:pt idx="4327">
                  <c:v>39779</c:v>
                </c:pt>
                <c:pt idx="4328">
                  <c:v>39778</c:v>
                </c:pt>
                <c:pt idx="4329">
                  <c:v>39777</c:v>
                </c:pt>
                <c:pt idx="4330">
                  <c:v>39776</c:v>
                </c:pt>
                <c:pt idx="4331">
                  <c:v>39773</c:v>
                </c:pt>
                <c:pt idx="4332">
                  <c:v>39772</c:v>
                </c:pt>
                <c:pt idx="4333">
                  <c:v>39771</c:v>
                </c:pt>
                <c:pt idx="4334">
                  <c:v>39770</c:v>
                </c:pt>
                <c:pt idx="4335">
                  <c:v>39769</c:v>
                </c:pt>
                <c:pt idx="4336">
                  <c:v>39766</c:v>
                </c:pt>
                <c:pt idx="4337">
                  <c:v>39765</c:v>
                </c:pt>
                <c:pt idx="4338">
                  <c:v>39764</c:v>
                </c:pt>
                <c:pt idx="4339">
                  <c:v>39763</c:v>
                </c:pt>
                <c:pt idx="4340">
                  <c:v>39762</c:v>
                </c:pt>
                <c:pt idx="4341">
                  <c:v>39759</c:v>
                </c:pt>
                <c:pt idx="4342">
                  <c:v>39758</c:v>
                </c:pt>
                <c:pt idx="4343">
                  <c:v>39757</c:v>
                </c:pt>
                <c:pt idx="4344">
                  <c:v>39756</c:v>
                </c:pt>
                <c:pt idx="4345">
                  <c:v>39755</c:v>
                </c:pt>
                <c:pt idx="4346">
                  <c:v>39752</c:v>
                </c:pt>
                <c:pt idx="4347">
                  <c:v>39751</c:v>
                </c:pt>
                <c:pt idx="4348">
                  <c:v>39750</c:v>
                </c:pt>
                <c:pt idx="4349">
                  <c:v>39749</c:v>
                </c:pt>
                <c:pt idx="4350">
                  <c:v>39748</c:v>
                </c:pt>
                <c:pt idx="4351">
                  <c:v>39745</c:v>
                </c:pt>
                <c:pt idx="4352">
                  <c:v>39744</c:v>
                </c:pt>
                <c:pt idx="4353">
                  <c:v>39743</c:v>
                </c:pt>
                <c:pt idx="4354">
                  <c:v>39742</c:v>
                </c:pt>
                <c:pt idx="4355">
                  <c:v>39741</c:v>
                </c:pt>
                <c:pt idx="4356">
                  <c:v>39738</c:v>
                </c:pt>
                <c:pt idx="4357">
                  <c:v>39737</c:v>
                </c:pt>
                <c:pt idx="4358">
                  <c:v>39736</c:v>
                </c:pt>
                <c:pt idx="4359">
                  <c:v>39735</c:v>
                </c:pt>
                <c:pt idx="4360">
                  <c:v>39734</c:v>
                </c:pt>
                <c:pt idx="4361">
                  <c:v>39731</c:v>
                </c:pt>
                <c:pt idx="4362">
                  <c:v>39730</c:v>
                </c:pt>
                <c:pt idx="4363">
                  <c:v>39729</c:v>
                </c:pt>
                <c:pt idx="4364">
                  <c:v>39727</c:v>
                </c:pt>
                <c:pt idx="4365">
                  <c:v>39724</c:v>
                </c:pt>
                <c:pt idx="4366">
                  <c:v>39723</c:v>
                </c:pt>
                <c:pt idx="4367">
                  <c:v>39721</c:v>
                </c:pt>
                <c:pt idx="4368">
                  <c:v>39720</c:v>
                </c:pt>
                <c:pt idx="4369">
                  <c:v>39717</c:v>
                </c:pt>
                <c:pt idx="4370">
                  <c:v>39716</c:v>
                </c:pt>
                <c:pt idx="4371">
                  <c:v>39715</c:v>
                </c:pt>
                <c:pt idx="4372">
                  <c:v>39714</c:v>
                </c:pt>
                <c:pt idx="4373">
                  <c:v>39713</c:v>
                </c:pt>
                <c:pt idx="4374">
                  <c:v>39710</c:v>
                </c:pt>
                <c:pt idx="4375">
                  <c:v>39709</c:v>
                </c:pt>
                <c:pt idx="4376">
                  <c:v>39708</c:v>
                </c:pt>
                <c:pt idx="4377">
                  <c:v>39707</c:v>
                </c:pt>
                <c:pt idx="4378">
                  <c:v>39703</c:v>
                </c:pt>
                <c:pt idx="4379">
                  <c:v>39702</c:v>
                </c:pt>
                <c:pt idx="4380">
                  <c:v>39701</c:v>
                </c:pt>
                <c:pt idx="4381">
                  <c:v>39700</c:v>
                </c:pt>
                <c:pt idx="4382">
                  <c:v>39699</c:v>
                </c:pt>
                <c:pt idx="4383">
                  <c:v>39696</c:v>
                </c:pt>
                <c:pt idx="4384">
                  <c:v>39695</c:v>
                </c:pt>
                <c:pt idx="4385">
                  <c:v>39694</c:v>
                </c:pt>
                <c:pt idx="4386">
                  <c:v>39693</c:v>
                </c:pt>
                <c:pt idx="4387">
                  <c:v>39692</c:v>
                </c:pt>
                <c:pt idx="4388">
                  <c:v>39689</c:v>
                </c:pt>
                <c:pt idx="4389">
                  <c:v>39688</c:v>
                </c:pt>
                <c:pt idx="4390">
                  <c:v>39687</c:v>
                </c:pt>
                <c:pt idx="4391">
                  <c:v>39686</c:v>
                </c:pt>
                <c:pt idx="4392">
                  <c:v>39685</c:v>
                </c:pt>
                <c:pt idx="4393">
                  <c:v>39681</c:v>
                </c:pt>
                <c:pt idx="4394">
                  <c:v>39680</c:v>
                </c:pt>
                <c:pt idx="4395">
                  <c:v>39679</c:v>
                </c:pt>
                <c:pt idx="4396">
                  <c:v>39678</c:v>
                </c:pt>
                <c:pt idx="4397">
                  <c:v>39675</c:v>
                </c:pt>
                <c:pt idx="4398">
                  <c:v>39674</c:v>
                </c:pt>
                <c:pt idx="4399">
                  <c:v>39673</c:v>
                </c:pt>
                <c:pt idx="4400">
                  <c:v>39672</c:v>
                </c:pt>
                <c:pt idx="4401">
                  <c:v>39671</c:v>
                </c:pt>
                <c:pt idx="4402">
                  <c:v>39668</c:v>
                </c:pt>
                <c:pt idx="4403">
                  <c:v>39667</c:v>
                </c:pt>
                <c:pt idx="4404">
                  <c:v>39665</c:v>
                </c:pt>
                <c:pt idx="4405">
                  <c:v>39664</c:v>
                </c:pt>
                <c:pt idx="4406">
                  <c:v>39661</c:v>
                </c:pt>
                <c:pt idx="4407">
                  <c:v>39660</c:v>
                </c:pt>
                <c:pt idx="4408">
                  <c:v>39659</c:v>
                </c:pt>
                <c:pt idx="4409">
                  <c:v>39658</c:v>
                </c:pt>
                <c:pt idx="4410">
                  <c:v>39657</c:v>
                </c:pt>
                <c:pt idx="4411">
                  <c:v>39654</c:v>
                </c:pt>
                <c:pt idx="4412">
                  <c:v>39653</c:v>
                </c:pt>
                <c:pt idx="4413">
                  <c:v>39652</c:v>
                </c:pt>
                <c:pt idx="4414">
                  <c:v>39651</c:v>
                </c:pt>
                <c:pt idx="4415">
                  <c:v>39650</c:v>
                </c:pt>
                <c:pt idx="4416">
                  <c:v>39647</c:v>
                </c:pt>
                <c:pt idx="4417">
                  <c:v>39646</c:v>
                </c:pt>
                <c:pt idx="4418">
                  <c:v>39645</c:v>
                </c:pt>
                <c:pt idx="4419">
                  <c:v>39644</c:v>
                </c:pt>
                <c:pt idx="4420">
                  <c:v>39643</c:v>
                </c:pt>
                <c:pt idx="4421">
                  <c:v>39640</c:v>
                </c:pt>
                <c:pt idx="4422">
                  <c:v>39639</c:v>
                </c:pt>
                <c:pt idx="4423">
                  <c:v>39638</c:v>
                </c:pt>
                <c:pt idx="4424">
                  <c:v>39637</c:v>
                </c:pt>
                <c:pt idx="4425">
                  <c:v>39636</c:v>
                </c:pt>
                <c:pt idx="4426">
                  <c:v>39633</c:v>
                </c:pt>
                <c:pt idx="4427">
                  <c:v>39632</c:v>
                </c:pt>
                <c:pt idx="4428">
                  <c:v>39631</c:v>
                </c:pt>
                <c:pt idx="4429">
                  <c:v>39629</c:v>
                </c:pt>
                <c:pt idx="4430">
                  <c:v>39626</c:v>
                </c:pt>
                <c:pt idx="4431">
                  <c:v>39625</c:v>
                </c:pt>
                <c:pt idx="4432">
                  <c:v>39624</c:v>
                </c:pt>
                <c:pt idx="4433">
                  <c:v>39623</c:v>
                </c:pt>
                <c:pt idx="4434">
                  <c:v>39622</c:v>
                </c:pt>
                <c:pt idx="4435">
                  <c:v>39619</c:v>
                </c:pt>
                <c:pt idx="4436">
                  <c:v>39618</c:v>
                </c:pt>
                <c:pt idx="4437">
                  <c:v>39617</c:v>
                </c:pt>
                <c:pt idx="4438">
                  <c:v>39616</c:v>
                </c:pt>
                <c:pt idx="4439">
                  <c:v>39615</c:v>
                </c:pt>
                <c:pt idx="4440">
                  <c:v>39612</c:v>
                </c:pt>
                <c:pt idx="4441">
                  <c:v>39611</c:v>
                </c:pt>
                <c:pt idx="4442">
                  <c:v>39610</c:v>
                </c:pt>
                <c:pt idx="4443">
                  <c:v>39609</c:v>
                </c:pt>
                <c:pt idx="4444">
                  <c:v>39605</c:v>
                </c:pt>
                <c:pt idx="4445">
                  <c:v>39604</c:v>
                </c:pt>
                <c:pt idx="4446">
                  <c:v>39603</c:v>
                </c:pt>
                <c:pt idx="4447">
                  <c:v>39602</c:v>
                </c:pt>
                <c:pt idx="4448">
                  <c:v>39601</c:v>
                </c:pt>
                <c:pt idx="4449">
                  <c:v>39598</c:v>
                </c:pt>
                <c:pt idx="4450">
                  <c:v>39597</c:v>
                </c:pt>
                <c:pt idx="4451">
                  <c:v>39596</c:v>
                </c:pt>
                <c:pt idx="4452">
                  <c:v>39595</c:v>
                </c:pt>
                <c:pt idx="4453">
                  <c:v>39594</c:v>
                </c:pt>
                <c:pt idx="4454">
                  <c:v>39591</c:v>
                </c:pt>
                <c:pt idx="4455">
                  <c:v>39590</c:v>
                </c:pt>
                <c:pt idx="4456">
                  <c:v>39589</c:v>
                </c:pt>
                <c:pt idx="4457">
                  <c:v>39588</c:v>
                </c:pt>
                <c:pt idx="4458">
                  <c:v>39587</c:v>
                </c:pt>
                <c:pt idx="4459">
                  <c:v>39584</c:v>
                </c:pt>
                <c:pt idx="4460">
                  <c:v>39583</c:v>
                </c:pt>
                <c:pt idx="4461">
                  <c:v>39582</c:v>
                </c:pt>
                <c:pt idx="4462">
                  <c:v>39581</c:v>
                </c:pt>
                <c:pt idx="4463">
                  <c:v>39577</c:v>
                </c:pt>
                <c:pt idx="4464">
                  <c:v>39576</c:v>
                </c:pt>
                <c:pt idx="4465">
                  <c:v>39575</c:v>
                </c:pt>
                <c:pt idx="4466">
                  <c:v>39574</c:v>
                </c:pt>
                <c:pt idx="4467">
                  <c:v>39573</c:v>
                </c:pt>
                <c:pt idx="4468">
                  <c:v>39570</c:v>
                </c:pt>
                <c:pt idx="4469">
                  <c:v>39568</c:v>
                </c:pt>
                <c:pt idx="4470">
                  <c:v>39567</c:v>
                </c:pt>
                <c:pt idx="4471">
                  <c:v>39566</c:v>
                </c:pt>
                <c:pt idx="4472">
                  <c:v>39563</c:v>
                </c:pt>
                <c:pt idx="4473">
                  <c:v>39562</c:v>
                </c:pt>
                <c:pt idx="4474">
                  <c:v>39561</c:v>
                </c:pt>
                <c:pt idx="4475">
                  <c:v>39560</c:v>
                </c:pt>
                <c:pt idx="4476">
                  <c:v>39559</c:v>
                </c:pt>
                <c:pt idx="4477">
                  <c:v>39556</c:v>
                </c:pt>
                <c:pt idx="4478">
                  <c:v>39555</c:v>
                </c:pt>
                <c:pt idx="4479">
                  <c:v>39554</c:v>
                </c:pt>
                <c:pt idx="4480">
                  <c:v>39553</c:v>
                </c:pt>
                <c:pt idx="4481">
                  <c:v>39552</c:v>
                </c:pt>
                <c:pt idx="4482">
                  <c:v>39549</c:v>
                </c:pt>
                <c:pt idx="4483">
                  <c:v>39548</c:v>
                </c:pt>
                <c:pt idx="4484">
                  <c:v>39547</c:v>
                </c:pt>
                <c:pt idx="4485">
                  <c:v>39546</c:v>
                </c:pt>
                <c:pt idx="4486">
                  <c:v>39545</c:v>
                </c:pt>
                <c:pt idx="4487">
                  <c:v>39541</c:v>
                </c:pt>
                <c:pt idx="4488">
                  <c:v>39540</c:v>
                </c:pt>
                <c:pt idx="4489">
                  <c:v>39539</c:v>
                </c:pt>
                <c:pt idx="4490">
                  <c:v>39538</c:v>
                </c:pt>
                <c:pt idx="4491">
                  <c:v>39535</c:v>
                </c:pt>
                <c:pt idx="4492">
                  <c:v>39534</c:v>
                </c:pt>
                <c:pt idx="4493">
                  <c:v>39533</c:v>
                </c:pt>
                <c:pt idx="4494">
                  <c:v>39532</c:v>
                </c:pt>
                <c:pt idx="4495">
                  <c:v>39527</c:v>
                </c:pt>
                <c:pt idx="4496">
                  <c:v>39526</c:v>
                </c:pt>
                <c:pt idx="4497">
                  <c:v>39525</c:v>
                </c:pt>
                <c:pt idx="4498">
                  <c:v>39524</c:v>
                </c:pt>
                <c:pt idx="4499">
                  <c:v>39521</c:v>
                </c:pt>
                <c:pt idx="4500">
                  <c:v>39520</c:v>
                </c:pt>
                <c:pt idx="4501">
                  <c:v>39519</c:v>
                </c:pt>
                <c:pt idx="4502">
                  <c:v>39518</c:v>
                </c:pt>
                <c:pt idx="4503">
                  <c:v>39517</c:v>
                </c:pt>
                <c:pt idx="4504">
                  <c:v>39514</c:v>
                </c:pt>
                <c:pt idx="4505">
                  <c:v>39513</c:v>
                </c:pt>
                <c:pt idx="4506">
                  <c:v>39512</c:v>
                </c:pt>
                <c:pt idx="4507">
                  <c:v>39511</c:v>
                </c:pt>
                <c:pt idx="4508">
                  <c:v>39510</c:v>
                </c:pt>
                <c:pt idx="4509">
                  <c:v>39507</c:v>
                </c:pt>
                <c:pt idx="4510">
                  <c:v>39506</c:v>
                </c:pt>
                <c:pt idx="4511">
                  <c:v>39505</c:v>
                </c:pt>
                <c:pt idx="4512">
                  <c:v>39504</c:v>
                </c:pt>
                <c:pt idx="4513">
                  <c:v>39503</c:v>
                </c:pt>
                <c:pt idx="4514">
                  <c:v>39500</c:v>
                </c:pt>
                <c:pt idx="4515">
                  <c:v>39499</c:v>
                </c:pt>
                <c:pt idx="4516">
                  <c:v>39498</c:v>
                </c:pt>
                <c:pt idx="4517">
                  <c:v>39497</c:v>
                </c:pt>
                <c:pt idx="4518">
                  <c:v>39496</c:v>
                </c:pt>
                <c:pt idx="4519">
                  <c:v>39493</c:v>
                </c:pt>
                <c:pt idx="4520">
                  <c:v>39492</c:v>
                </c:pt>
                <c:pt idx="4521">
                  <c:v>39491</c:v>
                </c:pt>
                <c:pt idx="4522">
                  <c:v>39490</c:v>
                </c:pt>
                <c:pt idx="4523">
                  <c:v>39489</c:v>
                </c:pt>
                <c:pt idx="4524">
                  <c:v>39484</c:v>
                </c:pt>
                <c:pt idx="4525">
                  <c:v>39483</c:v>
                </c:pt>
                <c:pt idx="4526">
                  <c:v>39482</c:v>
                </c:pt>
                <c:pt idx="4527">
                  <c:v>39479</c:v>
                </c:pt>
                <c:pt idx="4528">
                  <c:v>39478</c:v>
                </c:pt>
                <c:pt idx="4529">
                  <c:v>39477</c:v>
                </c:pt>
                <c:pt idx="4530">
                  <c:v>39476</c:v>
                </c:pt>
                <c:pt idx="4531">
                  <c:v>39475</c:v>
                </c:pt>
                <c:pt idx="4532">
                  <c:v>39472</c:v>
                </c:pt>
                <c:pt idx="4533">
                  <c:v>39471</c:v>
                </c:pt>
                <c:pt idx="4534">
                  <c:v>39470</c:v>
                </c:pt>
                <c:pt idx="4535">
                  <c:v>39469</c:v>
                </c:pt>
                <c:pt idx="4536">
                  <c:v>39468</c:v>
                </c:pt>
                <c:pt idx="4537">
                  <c:v>39465</c:v>
                </c:pt>
                <c:pt idx="4538">
                  <c:v>39464</c:v>
                </c:pt>
                <c:pt idx="4539">
                  <c:v>39463</c:v>
                </c:pt>
                <c:pt idx="4540">
                  <c:v>39462</c:v>
                </c:pt>
                <c:pt idx="4541">
                  <c:v>39461</c:v>
                </c:pt>
                <c:pt idx="4542">
                  <c:v>39458</c:v>
                </c:pt>
                <c:pt idx="4543">
                  <c:v>39457</c:v>
                </c:pt>
                <c:pt idx="4544">
                  <c:v>39456</c:v>
                </c:pt>
                <c:pt idx="4545">
                  <c:v>39455</c:v>
                </c:pt>
                <c:pt idx="4546">
                  <c:v>39454</c:v>
                </c:pt>
                <c:pt idx="4547">
                  <c:v>39451</c:v>
                </c:pt>
                <c:pt idx="4548">
                  <c:v>39450</c:v>
                </c:pt>
                <c:pt idx="4549">
                  <c:v>39449</c:v>
                </c:pt>
                <c:pt idx="4550">
                  <c:v>39447</c:v>
                </c:pt>
                <c:pt idx="4551">
                  <c:v>39444</c:v>
                </c:pt>
                <c:pt idx="4552">
                  <c:v>39443</c:v>
                </c:pt>
                <c:pt idx="4553">
                  <c:v>39440</c:v>
                </c:pt>
                <c:pt idx="4554">
                  <c:v>39437</c:v>
                </c:pt>
                <c:pt idx="4555">
                  <c:v>39436</c:v>
                </c:pt>
                <c:pt idx="4556">
                  <c:v>39435</c:v>
                </c:pt>
                <c:pt idx="4557">
                  <c:v>39434</c:v>
                </c:pt>
                <c:pt idx="4558">
                  <c:v>39433</c:v>
                </c:pt>
                <c:pt idx="4559">
                  <c:v>39430</c:v>
                </c:pt>
                <c:pt idx="4560">
                  <c:v>39429</c:v>
                </c:pt>
                <c:pt idx="4561">
                  <c:v>39428</c:v>
                </c:pt>
                <c:pt idx="4562">
                  <c:v>39427</c:v>
                </c:pt>
                <c:pt idx="4563">
                  <c:v>39426</c:v>
                </c:pt>
                <c:pt idx="4564">
                  <c:v>39423</c:v>
                </c:pt>
                <c:pt idx="4565">
                  <c:v>39422</c:v>
                </c:pt>
                <c:pt idx="4566">
                  <c:v>39421</c:v>
                </c:pt>
                <c:pt idx="4567">
                  <c:v>39420</c:v>
                </c:pt>
                <c:pt idx="4568">
                  <c:v>39419</c:v>
                </c:pt>
                <c:pt idx="4569">
                  <c:v>39416</c:v>
                </c:pt>
                <c:pt idx="4570">
                  <c:v>39415</c:v>
                </c:pt>
                <c:pt idx="4571">
                  <c:v>39414</c:v>
                </c:pt>
                <c:pt idx="4572">
                  <c:v>39413</c:v>
                </c:pt>
                <c:pt idx="4573">
                  <c:v>39412</c:v>
                </c:pt>
                <c:pt idx="4574">
                  <c:v>39409</c:v>
                </c:pt>
                <c:pt idx="4575">
                  <c:v>39408</c:v>
                </c:pt>
                <c:pt idx="4576">
                  <c:v>39407</c:v>
                </c:pt>
                <c:pt idx="4577">
                  <c:v>39406</c:v>
                </c:pt>
                <c:pt idx="4578">
                  <c:v>39405</c:v>
                </c:pt>
                <c:pt idx="4579">
                  <c:v>39402</c:v>
                </c:pt>
                <c:pt idx="4580">
                  <c:v>39401</c:v>
                </c:pt>
                <c:pt idx="4581">
                  <c:v>39400</c:v>
                </c:pt>
                <c:pt idx="4582">
                  <c:v>39399</c:v>
                </c:pt>
                <c:pt idx="4583">
                  <c:v>39398</c:v>
                </c:pt>
                <c:pt idx="4584">
                  <c:v>39395</c:v>
                </c:pt>
                <c:pt idx="4585">
                  <c:v>39394</c:v>
                </c:pt>
                <c:pt idx="4586">
                  <c:v>39393</c:v>
                </c:pt>
                <c:pt idx="4587">
                  <c:v>39392</c:v>
                </c:pt>
                <c:pt idx="4588">
                  <c:v>39391</c:v>
                </c:pt>
                <c:pt idx="4589">
                  <c:v>39388</c:v>
                </c:pt>
                <c:pt idx="4590">
                  <c:v>39387</c:v>
                </c:pt>
                <c:pt idx="4591">
                  <c:v>39386</c:v>
                </c:pt>
                <c:pt idx="4592">
                  <c:v>39385</c:v>
                </c:pt>
                <c:pt idx="4593">
                  <c:v>39384</c:v>
                </c:pt>
                <c:pt idx="4594">
                  <c:v>39381</c:v>
                </c:pt>
                <c:pt idx="4595">
                  <c:v>39380</c:v>
                </c:pt>
                <c:pt idx="4596">
                  <c:v>39379</c:v>
                </c:pt>
                <c:pt idx="4597">
                  <c:v>39378</c:v>
                </c:pt>
                <c:pt idx="4598">
                  <c:v>39377</c:v>
                </c:pt>
                <c:pt idx="4599">
                  <c:v>39373</c:v>
                </c:pt>
                <c:pt idx="4600">
                  <c:v>39372</c:v>
                </c:pt>
                <c:pt idx="4601">
                  <c:v>39371</c:v>
                </c:pt>
                <c:pt idx="4602">
                  <c:v>39370</c:v>
                </c:pt>
                <c:pt idx="4603">
                  <c:v>39367</c:v>
                </c:pt>
                <c:pt idx="4604">
                  <c:v>39366</c:v>
                </c:pt>
                <c:pt idx="4605">
                  <c:v>39365</c:v>
                </c:pt>
                <c:pt idx="4606">
                  <c:v>39364</c:v>
                </c:pt>
                <c:pt idx="4607">
                  <c:v>39363</c:v>
                </c:pt>
                <c:pt idx="4608">
                  <c:v>39360</c:v>
                </c:pt>
                <c:pt idx="4609">
                  <c:v>39359</c:v>
                </c:pt>
                <c:pt idx="4610">
                  <c:v>39358</c:v>
                </c:pt>
                <c:pt idx="4611">
                  <c:v>39357</c:v>
                </c:pt>
                <c:pt idx="4612">
                  <c:v>39353</c:v>
                </c:pt>
                <c:pt idx="4613">
                  <c:v>39352</c:v>
                </c:pt>
                <c:pt idx="4614">
                  <c:v>39350</c:v>
                </c:pt>
                <c:pt idx="4615">
                  <c:v>39349</c:v>
                </c:pt>
                <c:pt idx="4616">
                  <c:v>39346</c:v>
                </c:pt>
                <c:pt idx="4617">
                  <c:v>39345</c:v>
                </c:pt>
                <c:pt idx="4618">
                  <c:v>39344</c:v>
                </c:pt>
                <c:pt idx="4619">
                  <c:v>39343</c:v>
                </c:pt>
                <c:pt idx="4620">
                  <c:v>39342</c:v>
                </c:pt>
                <c:pt idx="4621">
                  <c:v>39339</c:v>
                </c:pt>
                <c:pt idx="4622">
                  <c:v>39338</c:v>
                </c:pt>
                <c:pt idx="4623">
                  <c:v>39337</c:v>
                </c:pt>
                <c:pt idx="4624">
                  <c:v>39336</c:v>
                </c:pt>
                <c:pt idx="4625">
                  <c:v>39335</c:v>
                </c:pt>
                <c:pt idx="4626">
                  <c:v>39332</c:v>
                </c:pt>
                <c:pt idx="4627">
                  <c:v>39331</c:v>
                </c:pt>
                <c:pt idx="4628">
                  <c:v>39330</c:v>
                </c:pt>
                <c:pt idx="4629">
                  <c:v>39329</c:v>
                </c:pt>
                <c:pt idx="4630">
                  <c:v>39328</c:v>
                </c:pt>
                <c:pt idx="4631">
                  <c:v>39325</c:v>
                </c:pt>
                <c:pt idx="4632">
                  <c:v>39324</c:v>
                </c:pt>
                <c:pt idx="4633">
                  <c:v>39323</c:v>
                </c:pt>
                <c:pt idx="4634">
                  <c:v>39322</c:v>
                </c:pt>
                <c:pt idx="4635">
                  <c:v>39321</c:v>
                </c:pt>
                <c:pt idx="4636">
                  <c:v>39318</c:v>
                </c:pt>
                <c:pt idx="4637">
                  <c:v>39317</c:v>
                </c:pt>
                <c:pt idx="4638">
                  <c:v>39316</c:v>
                </c:pt>
                <c:pt idx="4639">
                  <c:v>39315</c:v>
                </c:pt>
                <c:pt idx="4640">
                  <c:v>39314</c:v>
                </c:pt>
                <c:pt idx="4641">
                  <c:v>39311</c:v>
                </c:pt>
                <c:pt idx="4642">
                  <c:v>39310</c:v>
                </c:pt>
                <c:pt idx="4643">
                  <c:v>39309</c:v>
                </c:pt>
                <c:pt idx="4644">
                  <c:v>39308</c:v>
                </c:pt>
                <c:pt idx="4645">
                  <c:v>39307</c:v>
                </c:pt>
                <c:pt idx="4646">
                  <c:v>39304</c:v>
                </c:pt>
                <c:pt idx="4647">
                  <c:v>39303</c:v>
                </c:pt>
                <c:pt idx="4648">
                  <c:v>39302</c:v>
                </c:pt>
                <c:pt idx="4649">
                  <c:v>39301</c:v>
                </c:pt>
                <c:pt idx="4650">
                  <c:v>39300</c:v>
                </c:pt>
                <c:pt idx="4651">
                  <c:v>39297</c:v>
                </c:pt>
                <c:pt idx="4652">
                  <c:v>39296</c:v>
                </c:pt>
                <c:pt idx="4653">
                  <c:v>39295</c:v>
                </c:pt>
                <c:pt idx="4654">
                  <c:v>39294</c:v>
                </c:pt>
                <c:pt idx="4655">
                  <c:v>39293</c:v>
                </c:pt>
                <c:pt idx="4656">
                  <c:v>39290</c:v>
                </c:pt>
                <c:pt idx="4657">
                  <c:v>39289</c:v>
                </c:pt>
                <c:pt idx="4658">
                  <c:v>39288</c:v>
                </c:pt>
                <c:pt idx="4659">
                  <c:v>39287</c:v>
                </c:pt>
                <c:pt idx="4660">
                  <c:v>39286</c:v>
                </c:pt>
                <c:pt idx="4661">
                  <c:v>39283</c:v>
                </c:pt>
                <c:pt idx="4662">
                  <c:v>39282</c:v>
                </c:pt>
                <c:pt idx="4663">
                  <c:v>39281</c:v>
                </c:pt>
                <c:pt idx="4664">
                  <c:v>39280</c:v>
                </c:pt>
                <c:pt idx="4665">
                  <c:v>39279</c:v>
                </c:pt>
                <c:pt idx="4666">
                  <c:v>39276</c:v>
                </c:pt>
                <c:pt idx="4667">
                  <c:v>39275</c:v>
                </c:pt>
                <c:pt idx="4668">
                  <c:v>39274</c:v>
                </c:pt>
                <c:pt idx="4669">
                  <c:v>39273</c:v>
                </c:pt>
                <c:pt idx="4670">
                  <c:v>39272</c:v>
                </c:pt>
                <c:pt idx="4671">
                  <c:v>39269</c:v>
                </c:pt>
                <c:pt idx="4672">
                  <c:v>39268</c:v>
                </c:pt>
                <c:pt idx="4673">
                  <c:v>39267</c:v>
                </c:pt>
                <c:pt idx="4674">
                  <c:v>39266</c:v>
                </c:pt>
                <c:pt idx="4675">
                  <c:v>39262</c:v>
                </c:pt>
                <c:pt idx="4676">
                  <c:v>39261</c:v>
                </c:pt>
                <c:pt idx="4677">
                  <c:v>39260</c:v>
                </c:pt>
                <c:pt idx="4678">
                  <c:v>39259</c:v>
                </c:pt>
                <c:pt idx="4679">
                  <c:v>39258</c:v>
                </c:pt>
                <c:pt idx="4680">
                  <c:v>39255</c:v>
                </c:pt>
                <c:pt idx="4681">
                  <c:v>39254</c:v>
                </c:pt>
                <c:pt idx="4682">
                  <c:v>39253</c:v>
                </c:pt>
                <c:pt idx="4683">
                  <c:v>39251</c:v>
                </c:pt>
                <c:pt idx="4684">
                  <c:v>39248</c:v>
                </c:pt>
                <c:pt idx="4685">
                  <c:v>39247</c:v>
                </c:pt>
                <c:pt idx="4686">
                  <c:v>39246</c:v>
                </c:pt>
                <c:pt idx="4687">
                  <c:v>39245</c:v>
                </c:pt>
                <c:pt idx="4688">
                  <c:v>39244</c:v>
                </c:pt>
                <c:pt idx="4689">
                  <c:v>39241</c:v>
                </c:pt>
                <c:pt idx="4690">
                  <c:v>39240</c:v>
                </c:pt>
                <c:pt idx="4691">
                  <c:v>39239</c:v>
                </c:pt>
                <c:pt idx="4692">
                  <c:v>39238</c:v>
                </c:pt>
                <c:pt idx="4693">
                  <c:v>39237</c:v>
                </c:pt>
                <c:pt idx="4694">
                  <c:v>39234</c:v>
                </c:pt>
                <c:pt idx="4695">
                  <c:v>39233</c:v>
                </c:pt>
                <c:pt idx="4696">
                  <c:v>39232</c:v>
                </c:pt>
                <c:pt idx="4697">
                  <c:v>39231</c:v>
                </c:pt>
                <c:pt idx="4698">
                  <c:v>39230</c:v>
                </c:pt>
                <c:pt idx="4699">
                  <c:v>39227</c:v>
                </c:pt>
                <c:pt idx="4700">
                  <c:v>39225</c:v>
                </c:pt>
                <c:pt idx="4701">
                  <c:v>39224</c:v>
                </c:pt>
                <c:pt idx="4702">
                  <c:v>39223</c:v>
                </c:pt>
                <c:pt idx="4703">
                  <c:v>39220</c:v>
                </c:pt>
                <c:pt idx="4704">
                  <c:v>39219</c:v>
                </c:pt>
                <c:pt idx="4705">
                  <c:v>39218</c:v>
                </c:pt>
                <c:pt idx="4706">
                  <c:v>39217</c:v>
                </c:pt>
                <c:pt idx="4707">
                  <c:v>39216</c:v>
                </c:pt>
                <c:pt idx="4708">
                  <c:v>39213</c:v>
                </c:pt>
                <c:pt idx="4709">
                  <c:v>39212</c:v>
                </c:pt>
                <c:pt idx="4710">
                  <c:v>39211</c:v>
                </c:pt>
                <c:pt idx="4711">
                  <c:v>39210</c:v>
                </c:pt>
                <c:pt idx="4712">
                  <c:v>39209</c:v>
                </c:pt>
                <c:pt idx="4713">
                  <c:v>39206</c:v>
                </c:pt>
                <c:pt idx="4714">
                  <c:v>39205</c:v>
                </c:pt>
                <c:pt idx="4715">
                  <c:v>39204</c:v>
                </c:pt>
                <c:pt idx="4716">
                  <c:v>39202</c:v>
                </c:pt>
                <c:pt idx="4717">
                  <c:v>39199</c:v>
                </c:pt>
                <c:pt idx="4718">
                  <c:v>39198</c:v>
                </c:pt>
                <c:pt idx="4719">
                  <c:v>39197</c:v>
                </c:pt>
                <c:pt idx="4720">
                  <c:v>39196</c:v>
                </c:pt>
                <c:pt idx="4721">
                  <c:v>39195</c:v>
                </c:pt>
                <c:pt idx="4722">
                  <c:v>39192</c:v>
                </c:pt>
                <c:pt idx="4723">
                  <c:v>39191</c:v>
                </c:pt>
                <c:pt idx="4724">
                  <c:v>39190</c:v>
                </c:pt>
                <c:pt idx="4725">
                  <c:v>39189</c:v>
                </c:pt>
                <c:pt idx="4726">
                  <c:v>39188</c:v>
                </c:pt>
                <c:pt idx="4727">
                  <c:v>39185</c:v>
                </c:pt>
                <c:pt idx="4728">
                  <c:v>39184</c:v>
                </c:pt>
                <c:pt idx="4729">
                  <c:v>39183</c:v>
                </c:pt>
                <c:pt idx="4730">
                  <c:v>39182</c:v>
                </c:pt>
                <c:pt idx="4731">
                  <c:v>39176</c:v>
                </c:pt>
                <c:pt idx="4732">
                  <c:v>39175</c:v>
                </c:pt>
                <c:pt idx="4733">
                  <c:v>39174</c:v>
                </c:pt>
                <c:pt idx="4734">
                  <c:v>39171</c:v>
                </c:pt>
                <c:pt idx="4735">
                  <c:v>39170</c:v>
                </c:pt>
                <c:pt idx="4736">
                  <c:v>39169</c:v>
                </c:pt>
                <c:pt idx="4737">
                  <c:v>39168</c:v>
                </c:pt>
                <c:pt idx="4738">
                  <c:v>39167</c:v>
                </c:pt>
                <c:pt idx="4739">
                  <c:v>39164</c:v>
                </c:pt>
                <c:pt idx="4740">
                  <c:v>39163</c:v>
                </c:pt>
                <c:pt idx="4741">
                  <c:v>39162</c:v>
                </c:pt>
                <c:pt idx="4742">
                  <c:v>39161</c:v>
                </c:pt>
                <c:pt idx="4743">
                  <c:v>39160</c:v>
                </c:pt>
                <c:pt idx="4744">
                  <c:v>39157</c:v>
                </c:pt>
                <c:pt idx="4745">
                  <c:v>39156</c:v>
                </c:pt>
                <c:pt idx="4746">
                  <c:v>39155</c:v>
                </c:pt>
                <c:pt idx="4747">
                  <c:v>39154</c:v>
                </c:pt>
                <c:pt idx="4748">
                  <c:v>39153</c:v>
                </c:pt>
                <c:pt idx="4749">
                  <c:v>39150</c:v>
                </c:pt>
                <c:pt idx="4750">
                  <c:v>39149</c:v>
                </c:pt>
                <c:pt idx="4751">
                  <c:v>39148</c:v>
                </c:pt>
                <c:pt idx="4752">
                  <c:v>39147</c:v>
                </c:pt>
                <c:pt idx="4753">
                  <c:v>39146</c:v>
                </c:pt>
                <c:pt idx="4754">
                  <c:v>39143</c:v>
                </c:pt>
                <c:pt idx="4755">
                  <c:v>39142</c:v>
                </c:pt>
                <c:pt idx="4756">
                  <c:v>39141</c:v>
                </c:pt>
                <c:pt idx="4757">
                  <c:v>39140</c:v>
                </c:pt>
                <c:pt idx="4758">
                  <c:v>39139</c:v>
                </c:pt>
                <c:pt idx="4759">
                  <c:v>39136</c:v>
                </c:pt>
                <c:pt idx="4760">
                  <c:v>39135</c:v>
                </c:pt>
                <c:pt idx="4761">
                  <c:v>39134</c:v>
                </c:pt>
                <c:pt idx="4762">
                  <c:v>39129</c:v>
                </c:pt>
                <c:pt idx="4763">
                  <c:v>39128</c:v>
                </c:pt>
                <c:pt idx="4764">
                  <c:v>39127</c:v>
                </c:pt>
                <c:pt idx="4765">
                  <c:v>39126</c:v>
                </c:pt>
                <c:pt idx="4766">
                  <c:v>39125</c:v>
                </c:pt>
                <c:pt idx="4767">
                  <c:v>39122</c:v>
                </c:pt>
                <c:pt idx="4768">
                  <c:v>39121</c:v>
                </c:pt>
                <c:pt idx="4769">
                  <c:v>39120</c:v>
                </c:pt>
                <c:pt idx="4770">
                  <c:v>39119</c:v>
                </c:pt>
                <c:pt idx="4771">
                  <c:v>39118</c:v>
                </c:pt>
                <c:pt idx="4772">
                  <c:v>39115</c:v>
                </c:pt>
                <c:pt idx="4773">
                  <c:v>39114</c:v>
                </c:pt>
                <c:pt idx="4774">
                  <c:v>39113</c:v>
                </c:pt>
                <c:pt idx="4775">
                  <c:v>39112</c:v>
                </c:pt>
                <c:pt idx="4776">
                  <c:v>39111</c:v>
                </c:pt>
                <c:pt idx="4777">
                  <c:v>39108</c:v>
                </c:pt>
                <c:pt idx="4778">
                  <c:v>39107</c:v>
                </c:pt>
                <c:pt idx="4779">
                  <c:v>39106</c:v>
                </c:pt>
                <c:pt idx="4780">
                  <c:v>39105</c:v>
                </c:pt>
                <c:pt idx="4781">
                  <c:v>39104</c:v>
                </c:pt>
                <c:pt idx="4782">
                  <c:v>39101</c:v>
                </c:pt>
                <c:pt idx="4783">
                  <c:v>39100</c:v>
                </c:pt>
                <c:pt idx="4784">
                  <c:v>39099</c:v>
                </c:pt>
                <c:pt idx="4785">
                  <c:v>39098</c:v>
                </c:pt>
                <c:pt idx="4786">
                  <c:v>39097</c:v>
                </c:pt>
                <c:pt idx="4787">
                  <c:v>39094</c:v>
                </c:pt>
                <c:pt idx="4788">
                  <c:v>39093</c:v>
                </c:pt>
                <c:pt idx="4789">
                  <c:v>39092</c:v>
                </c:pt>
                <c:pt idx="4790">
                  <c:v>39091</c:v>
                </c:pt>
                <c:pt idx="4791">
                  <c:v>39090</c:v>
                </c:pt>
                <c:pt idx="4792">
                  <c:v>39087</c:v>
                </c:pt>
                <c:pt idx="4793">
                  <c:v>39086</c:v>
                </c:pt>
                <c:pt idx="4794">
                  <c:v>39085</c:v>
                </c:pt>
                <c:pt idx="4795">
                  <c:v>39084</c:v>
                </c:pt>
                <c:pt idx="4796">
                  <c:v>39080</c:v>
                </c:pt>
                <c:pt idx="4797">
                  <c:v>39079</c:v>
                </c:pt>
                <c:pt idx="4798">
                  <c:v>39078</c:v>
                </c:pt>
                <c:pt idx="4799">
                  <c:v>39073</c:v>
                </c:pt>
                <c:pt idx="4800">
                  <c:v>39072</c:v>
                </c:pt>
                <c:pt idx="4801">
                  <c:v>39071</c:v>
                </c:pt>
                <c:pt idx="4802">
                  <c:v>39070</c:v>
                </c:pt>
                <c:pt idx="4803">
                  <c:v>39069</c:v>
                </c:pt>
                <c:pt idx="4804">
                  <c:v>39066</c:v>
                </c:pt>
                <c:pt idx="4805">
                  <c:v>39065</c:v>
                </c:pt>
                <c:pt idx="4806">
                  <c:v>39064</c:v>
                </c:pt>
                <c:pt idx="4807">
                  <c:v>39063</c:v>
                </c:pt>
                <c:pt idx="4808">
                  <c:v>39062</c:v>
                </c:pt>
                <c:pt idx="4809">
                  <c:v>39059</c:v>
                </c:pt>
                <c:pt idx="4810">
                  <c:v>39058</c:v>
                </c:pt>
                <c:pt idx="4811">
                  <c:v>39057</c:v>
                </c:pt>
                <c:pt idx="4812">
                  <c:v>39056</c:v>
                </c:pt>
                <c:pt idx="4813">
                  <c:v>39055</c:v>
                </c:pt>
                <c:pt idx="4814">
                  <c:v>39052</c:v>
                </c:pt>
                <c:pt idx="4815">
                  <c:v>39051</c:v>
                </c:pt>
                <c:pt idx="4816">
                  <c:v>39050</c:v>
                </c:pt>
                <c:pt idx="4817">
                  <c:v>39049</c:v>
                </c:pt>
                <c:pt idx="4818">
                  <c:v>39048</c:v>
                </c:pt>
                <c:pt idx="4819">
                  <c:v>39045</c:v>
                </c:pt>
                <c:pt idx="4820">
                  <c:v>39044</c:v>
                </c:pt>
                <c:pt idx="4821">
                  <c:v>39043</c:v>
                </c:pt>
                <c:pt idx="4822">
                  <c:v>39042</c:v>
                </c:pt>
                <c:pt idx="4823">
                  <c:v>39041</c:v>
                </c:pt>
                <c:pt idx="4824">
                  <c:v>39038</c:v>
                </c:pt>
                <c:pt idx="4825">
                  <c:v>39037</c:v>
                </c:pt>
                <c:pt idx="4826">
                  <c:v>39036</c:v>
                </c:pt>
                <c:pt idx="4827">
                  <c:v>39035</c:v>
                </c:pt>
                <c:pt idx="4828">
                  <c:v>39034</c:v>
                </c:pt>
                <c:pt idx="4829">
                  <c:v>39031</c:v>
                </c:pt>
                <c:pt idx="4830">
                  <c:v>39030</c:v>
                </c:pt>
                <c:pt idx="4831">
                  <c:v>39029</c:v>
                </c:pt>
                <c:pt idx="4832">
                  <c:v>39028</c:v>
                </c:pt>
                <c:pt idx="4833">
                  <c:v>39027</c:v>
                </c:pt>
                <c:pt idx="4834">
                  <c:v>39024</c:v>
                </c:pt>
                <c:pt idx="4835">
                  <c:v>39023</c:v>
                </c:pt>
                <c:pt idx="4836">
                  <c:v>39022</c:v>
                </c:pt>
                <c:pt idx="4837">
                  <c:v>39021</c:v>
                </c:pt>
                <c:pt idx="4838">
                  <c:v>39017</c:v>
                </c:pt>
                <c:pt idx="4839">
                  <c:v>39016</c:v>
                </c:pt>
                <c:pt idx="4840">
                  <c:v>39015</c:v>
                </c:pt>
                <c:pt idx="4841">
                  <c:v>39014</c:v>
                </c:pt>
                <c:pt idx="4842">
                  <c:v>39013</c:v>
                </c:pt>
                <c:pt idx="4843">
                  <c:v>39010</c:v>
                </c:pt>
                <c:pt idx="4844">
                  <c:v>39009</c:v>
                </c:pt>
                <c:pt idx="4845">
                  <c:v>39008</c:v>
                </c:pt>
                <c:pt idx="4846">
                  <c:v>39007</c:v>
                </c:pt>
                <c:pt idx="4847">
                  <c:v>39006</c:v>
                </c:pt>
                <c:pt idx="4848">
                  <c:v>39003</c:v>
                </c:pt>
                <c:pt idx="4849">
                  <c:v>39002</c:v>
                </c:pt>
                <c:pt idx="4850">
                  <c:v>39001</c:v>
                </c:pt>
                <c:pt idx="4851">
                  <c:v>39000</c:v>
                </c:pt>
                <c:pt idx="4852">
                  <c:v>38999</c:v>
                </c:pt>
                <c:pt idx="4853">
                  <c:v>38996</c:v>
                </c:pt>
                <c:pt idx="4854">
                  <c:v>38995</c:v>
                </c:pt>
                <c:pt idx="4855">
                  <c:v>38994</c:v>
                </c:pt>
                <c:pt idx="4856">
                  <c:v>38993</c:v>
                </c:pt>
                <c:pt idx="4857">
                  <c:v>38989</c:v>
                </c:pt>
                <c:pt idx="4858">
                  <c:v>38988</c:v>
                </c:pt>
                <c:pt idx="4859">
                  <c:v>38987</c:v>
                </c:pt>
                <c:pt idx="4860">
                  <c:v>38986</c:v>
                </c:pt>
                <c:pt idx="4861">
                  <c:v>38985</c:v>
                </c:pt>
                <c:pt idx="4862">
                  <c:v>38982</c:v>
                </c:pt>
                <c:pt idx="4863">
                  <c:v>38981</c:v>
                </c:pt>
                <c:pt idx="4864">
                  <c:v>38980</c:v>
                </c:pt>
                <c:pt idx="4865">
                  <c:v>38979</c:v>
                </c:pt>
                <c:pt idx="4866">
                  <c:v>38978</c:v>
                </c:pt>
                <c:pt idx="4867">
                  <c:v>38975</c:v>
                </c:pt>
                <c:pt idx="4868">
                  <c:v>38974</c:v>
                </c:pt>
                <c:pt idx="4869">
                  <c:v>38973</c:v>
                </c:pt>
                <c:pt idx="4870">
                  <c:v>38972</c:v>
                </c:pt>
                <c:pt idx="4871">
                  <c:v>38971</c:v>
                </c:pt>
                <c:pt idx="4872">
                  <c:v>38968</c:v>
                </c:pt>
                <c:pt idx="4873">
                  <c:v>38967</c:v>
                </c:pt>
                <c:pt idx="4874">
                  <c:v>38966</c:v>
                </c:pt>
                <c:pt idx="4875">
                  <c:v>38965</c:v>
                </c:pt>
                <c:pt idx="4876">
                  <c:v>38964</c:v>
                </c:pt>
                <c:pt idx="4877">
                  <c:v>38961</c:v>
                </c:pt>
                <c:pt idx="4878">
                  <c:v>38960</c:v>
                </c:pt>
                <c:pt idx="4879">
                  <c:v>38959</c:v>
                </c:pt>
                <c:pt idx="4880">
                  <c:v>38958</c:v>
                </c:pt>
                <c:pt idx="4881">
                  <c:v>38957</c:v>
                </c:pt>
                <c:pt idx="4882">
                  <c:v>38954</c:v>
                </c:pt>
                <c:pt idx="4883">
                  <c:v>38953</c:v>
                </c:pt>
                <c:pt idx="4884">
                  <c:v>38952</c:v>
                </c:pt>
                <c:pt idx="4885">
                  <c:v>38951</c:v>
                </c:pt>
                <c:pt idx="4886">
                  <c:v>38950</c:v>
                </c:pt>
                <c:pt idx="4887">
                  <c:v>38947</c:v>
                </c:pt>
                <c:pt idx="4888">
                  <c:v>38946</c:v>
                </c:pt>
                <c:pt idx="4889">
                  <c:v>38945</c:v>
                </c:pt>
                <c:pt idx="4890">
                  <c:v>38944</c:v>
                </c:pt>
                <c:pt idx="4891">
                  <c:v>38943</c:v>
                </c:pt>
                <c:pt idx="4892">
                  <c:v>38940</c:v>
                </c:pt>
                <c:pt idx="4893">
                  <c:v>38939</c:v>
                </c:pt>
                <c:pt idx="4894">
                  <c:v>38938</c:v>
                </c:pt>
                <c:pt idx="4895">
                  <c:v>38937</c:v>
                </c:pt>
                <c:pt idx="4896">
                  <c:v>38936</c:v>
                </c:pt>
                <c:pt idx="4897">
                  <c:v>38933</c:v>
                </c:pt>
                <c:pt idx="4898">
                  <c:v>38932</c:v>
                </c:pt>
                <c:pt idx="4899">
                  <c:v>38931</c:v>
                </c:pt>
                <c:pt idx="4900">
                  <c:v>38930</c:v>
                </c:pt>
                <c:pt idx="4901">
                  <c:v>38929</c:v>
                </c:pt>
                <c:pt idx="4902">
                  <c:v>38926</c:v>
                </c:pt>
                <c:pt idx="4903">
                  <c:v>38925</c:v>
                </c:pt>
                <c:pt idx="4904">
                  <c:v>38924</c:v>
                </c:pt>
                <c:pt idx="4905">
                  <c:v>38923</c:v>
                </c:pt>
                <c:pt idx="4906">
                  <c:v>38922</c:v>
                </c:pt>
                <c:pt idx="4907">
                  <c:v>38919</c:v>
                </c:pt>
                <c:pt idx="4908">
                  <c:v>38918</c:v>
                </c:pt>
                <c:pt idx="4909">
                  <c:v>38917</c:v>
                </c:pt>
                <c:pt idx="4910">
                  <c:v>38916</c:v>
                </c:pt>
                <c:pt idx="4911">
                  <c:v>38915</c:v>
                </c:pt>
                <c:pt idx="4912">
                  <c:v>38912</c:v>
                </c:pt>
                <c:pt idx="4913">
                  <c:v>38911</c:v>
                </c:pt>
                <c:pt idx="4914">
                  <c:v>38910</c:v>
                </c:pt>
                <c:pt idx="4915">
                  <c:v>38909</c:v>
                </c:pt>
                <c:pt idx="4916">
                  <c:v>38908</c:v>
                </c:pt>
                <c:pt idx="4917">
                  <c:v>38905</c:v>
                </c:pt>
                <c:pt idx="4918">
                  <c:v>38904</c:v>
                </c:pt>
                <c:pt idx="4919">
                  <c:v>38903</c:v>
                </c:pt>
                <c:pt idx="4920">
                  <c:v>38902</c:v>
                </c:pt>
                <c:pt idx="4921">
                  <c:v>38901</c:v>
                </c:pt>
                <c:pt idx="4922">
                  <c:v>38898</c:v>
                </c:pt>
                <c:pt idx="4923">
                  <c:v>38897</c:v>
                </c:pt>
                <c:pt idx="4924">
                  <c:v>38896</c:v>
                </c:pt>
                <c:pt idx="4925">
                  <c:v>38895</c:v>
                </c:pt>
                <c:pt idx="4926">
                  <c:v>38894</c:v>
                </c:pt>
                <c:pt idx="4927">
                  <c:v>38891</c:v>
                </c:pt>
                <c:pt idx="4928">
                  <c:v>38890</c:v>
                </c:pt>
                <c:pt idx="4929">
                  <c:v>38889</c:v>
                </c:pt>
                <c:pt idx="4930">
                  <c:v>38888</c:v>
                </c:pt>
                <c:pt idx="4931">
                  <c:v>38887</c:v>
                </c:pt>
                <c:pt idx="4932">
                  <c:v>38884</c:v>
                </c:pt>
                <c:pt idx="4933">
                  <c:v>38883</c:v>
                </c:pt>
                <c:pt idx="4934">
                  <c:v>38882</c:v>
                </c:pt>
                <c:pt idx="4935">
                  <c:v>38881</c:v>
                </c:pt>
                <c:pt idx="4936">
                  <c:v>38880</c:v>
                </c:pt>
                <c:pt idx="4937">
                  <c:v>38877</c:v>
                </c:pt>
                <c:pt idx="4938">
                  <c:v>38876</c:v>
                </c:pt>
                <c:pt idx="4939">
                  <c:v>38875</c:v>
                </c:pt>
                <c:pt idx="4940">
                  <c:v>38874</c:v>
                </c:pt>
                <c:pt idx="4941">
                  <c:v>38873</c:v>
                </c:pt>
                <c:pt idx="4942">
                  <c:v>38870</c:v>
                </c:pt>
                <c:pt idx="4943">
                  <c:v>38869</c:v>
                </c:pt>
                <c:pt idx="4944">
                  <c:v>38867</c:v>
                </c:pt>
                <c:pt idx="4945">
                  <c:v>38866</c:v>
                </c:pt>
                <c:pt idx="4946">
                  <c:v>38863</c:v>
                </c:pt>
                <c:pt idx="4947">
                  <c:v>38862</c:v>
                </c:pt>
                <c:pt idx="4948">
                  <c:v>38861</c:v>
                </c:pt>
                <c:pt idx="4949">
                  <c:v>38860</c:v>
                </c:pt>
                <c:pt idx="4950">
                  <c:v>38859</c:v>
                </c:pt>
                <c:pt idx="4951">
                  <c:v>38856</c:v>
                </c:pt>
                <c:pt idx="4952">
                  <c:v>38855</c:v>
                </c:pt>
                <c:pt idx="4953">
                  <c:v>38854</c:v>
                </c:pt>
                <c:pt idx="4954">
                  <c:v>38853</c:v>
                </c:pt>
                <c:pt idx="4955">
                  <c:v>38852</c:v>
                </c:pt>
                <c:pt idx="4956">
                  <c:v>38849</c:v>
                </c:pt>
                <c:pt idx="4957">
                  <c:v>38848</c:v>
                </c:pt>
                <c:pt idx="4958">
                  <c:v>38847</c:v>
                </c:pt>
                <c:pt idx="4959">
                  <c:v>38846</c:v>
                </c:pt>
                <c:pt idx="4960">
                  <c:v>38845</c:v>
                </c:pt>
                <c:pt idx="4961">
                  <c:v>38841</c:v>
                </c:pt>
                <c:pt idx="4962">
                  <c:v>38840</c:v>
                </c:pt>
                <c:pt idx="4963">
                  <c:v>38839</c:v>
                </c:pt>
                <c:pt idx="4964">
                  <c:v>38835</c:v>
                </c:pt>
                <c:pt idx="4965">
                  <c:v>38834</c:v>
                </c:pt>
                <c:pt idx="4966">
                  <c:v>38833</c:v>
                </c:pt>
                <c:pt idx="4967">
                  <c:v>38832</c:v>
                </c:pt>
                <c:pt idx="4968">
                  <c:v>38831</c:v>
                </c:pt>
                <c:pt idx="4969">
                  <c:v>38828</c:v>
                </c:pt>
                <c:pt idx="4970">
                  <c:v>38827</c:v>
                </c:pt>
                <c:pt idx="4971">
                  <c:v>38826</c:v>
                </c:pt>
                <c:pt idx="4972">
                  <c:v>38825</c:v>
                </c:pt>
                <c:pt idx="4973">
                  <c:v>38820</c:v>
                </c:pt>
                <c:pt idx="4974">
                  <c:v>38819</c:v>
                </c:pt>
                <c:pt idx="4975">
                  <c:v>38818</c:v>
                </c:pt>
                <c:pt idx="4976">
                  <c:v>38817</c:v>
                </c:pt>
                <c:pt idx="4977">
                  <c:v>38814</c:v>
                </c:pt>
                <c:pt idx="4978">
                  <c:v>38813</c:v>
                </c:pt>
                <c:pt idx="4979">
                  <c:v>38811</c:v>
                </c:pt>
                <c:pt idx="4980">
                  <c:v>38810</c:v>
                </c:pt>
                <c:pt idx="4981">
                  <c:v>38807</c:v>
                </c:pt>
                <c:pt idx="4982">
                  <c:v>38806</c:v>
                </c:pt>
                <c:pt idx="4983">
                  <c:v>38805</c:v>
                </c:pt>
                <c:pt idx="4984">
                  <c:v>38804</c:v>
                </c:pt>
                <c:pt idx="4985">
                  <c:v>38803</c:v>
                </c:pt>
                <c:pt idx="4986">
                  <c:v>38800</c:v>
                </c:pt>
                <c:pt idx="4987">
                  <c:v>38799</c:v>
                </c:pt>
                <c:pt idx="4988">
                  <c:v>38798</c:v>
                </c:pt>
                <c:pt idx="4989">
                  <c:v>38797</c:v>
                </c:pt>
                <c:pt idx="4990">
                  <c:v>38796</c:v>
                </c:pt>
                <c:pt idx="4991">
                  <c:v>38793</c:v>
                </c:pt>
                <c:pt idx="4992">
                  <c:v>38792</c:v>
                </c:pt>
                <c:pt idx="4993">
                  <c:v>38791</c:v>
                </c:pt>
                <c:pt idx="4994">
                  <c:v>38790</c:v>
                </c:pt>
                <c:pt idx="4995">
                  <c:v>38789</c:v>
                </c:pt>
                <c:pt idx="4996">
                  <c:v>38786</c:v>
                </c:pt>
                <c:pt idx="4997">
                  <c:v>38785</c:v>
                </c:pt>
                <c:pt idx="4998">
                  <c:v>38784</c:v>
                </c:pt>
                <c:pt idx="4999">
                  <c:v>38783</c:v>
                </c:pt>
                <c:pt idx="5000">
                  <c:v>38782</c:v>
                </c:pt>
                <c:pt idx="5001">
                  <c:v>38779</c:v>
                </c:pt>
                <c:pt idx="5002">
                  <c:v>38778</c:v>
                </c:pt>
                <c:pt idx="5003">
                  <c:v>38777</c:v>
                </c:pt>
                <c:pt idx="5004">
                  <c:v>38776</c:v>
                </c:pt>
                <c:pt idx="5005">
                  <c:v>38775</c:v>
                </c:pt>
                <c:pt idx="5006">
                  <c:v>38772</c:v>
                </c:pt>
                <c:pt idx="5007">
                  <c:v>38771</c:v>
                </c:pt>
                <c:pt idx="5008">
                  <c:v>38770</c:v>
                </c:pt>
                <c:pt idx="5009">
                  <c:v>38769</c:v>
                </c:pt>
                <c:pt idx="5010">
                  <c:v>38768</c:v>
                </c:pt>
                <c:pt idx="5011">
                  <c:v>38765</c:v>
                </c:pt>
                <c:pt idx="5012">
                  <c:v>38764</c:v>
                </c:pt>
                <c:pt idx="5013">
                  <c:v>38763</c:v>
                </c:pt>
                <c:pt idx="5014">
                  <c:v>38762</c:v>
                </c:pt>
                <c:pt idx="5015">
                  <c:v>38761</c:v>
                </c:pt>
                <c:pt idx="5016">
                  <c:v>38758</c:v>
                </c:pt>
                <c:pt idx="5017">
                  <c:v>38757</c:v>
                </c:pt>
                <c:pt idx="5018">
                  <c:v>38756</c:v>
                </c:pt>
                <c:pt idx="5019">
                  <c:v>38755</c:v>
                </c:pt>
                <c:pt idx="5020">
                  <c:v>38754</c:v>
                </c:pt>
                <c:pt idx="5021">
                  <c:v>38751</c:v>
                </c:pt>
                <c:pt idx="5022">
                  <c:v>38750</c:v>
                </c:pt>
                <c:pt idx="5023">
                  <c:v>38749</c:v>
                </c:pt>
                <c:pt idx="5024">
                  <c:v>38744</c:v>
                </c:pt>
                <c:pt idx="5025">
                  <c:v>38743</c:v>
                </c:pt>
                <c:pt idx="5026">
                  <c:v>38742</c:v>
                </c:pt>
                <c:pt idx="5027">
                  <c:v>38741</c:v>
                </c:pt>
                <c:pt idx="5028">
                  <c:v>38740</c:v>
                </c:pt>
                <c:pt idx="5029">
                  <c:v>38737</c:v>
                </c:pt>
                <c:pt idx="5030">
                  <c:v>38736</c:v>
                </c:pt>
                <c:pt idx="5031">
                  <c:v>38735</c:v>
                </c:pt>
                <c:pt idx="5032">
                  <c:v>38734</c:v>
                </c:pt>
                <c:pt idx="5033">
                  <c:v>38733</c:v>
                </c:pt>
                <c:pt idx="5034">
                  <c:v>38730</c:v>
                </c:pt>
                <c:pt idx="5035">
                  <c:v>38729</c:v>
                </c:pt>
                <c:pt idx="5036">
                  <c:v>38728</c:v>
                </c:pt>
                <c:pt idx="5037">
                  <c:v>38727</c:v>
                </c:pt>
                <c:pt idx="5038">
                  <c:v>38726</c:v>
                </c:pt>
                <c:pt idx="5039">
                  <c:v>38723</c:v>
                </c:pt>
                <c:pt idx="5040">
                  <c:v>38722</c:v>
                </c:pt>
                <c:pt idx="5041">
                  <c:v>38721</c:v>
                </c:pt>
                <c:pt idx="5042">
                  <c:v>38720</c:v>
                </c:pt>
                <c:pt idx="5043">
                  <c:v>38716</c:v>
                </c:pt>
                <c:pt idx="5044">
                  <c:v>38715</c:v>
                </c:pt>
                <c:pt idx="5045">
                  <c:v>38714</c:v>
                </c:pt>
                <c:pt idx="5046">
                  <c:v>38709</c:v>
                </c:pt>
                <c:pt idx="5047">
                  <c:v>38708</c:v>
                </c:pt>
                <c:pt idx="5048">
                  <c:v>38707</c:v>
                </c:pt>
                <c:pt idx="5049">
                  <c:v>38706</c:v>
                </c:pt>
                <c:pt idx="5050">
                  <c:v>38705</c:v>
                </c:pt>
                <c:pt idx="5051">
                  <c:v>38702</c:v>
                </c:pt>
                <c:pt idx="5052">
                  <c:v>38701</c:v>
                </c:pt>
                <c:pt idx="5053">
                  <c:v>38700</c:v>
                </c:pt>
                <c:pt idx="5054">
                  <c:v>38699</c:v>
                </c:pt>
                <c:pt idx="5055">
                  <c:v>38698</c:v>
                </c:pt>
                <c:pt idx="5056">
                  <c:v>38695</c:v>
                </c:pt>
                <c:pt idx="5057">
                  <c:v>38694</c:v>
                </c:pt>
                <c:pt idx="5058">
                  <c:v>38693</c:v>
                </c:pt>
                <c:pt idx="5059">
                  <c:v>38692</c:v>
                </c:pt>
                <c:pt idx="5060">
                  <c:v>38691</c:v>
                </c:pt>
                <c:pt idx="5061">
                  <c:v>38688</c:v>
                </c:pt>
                <c:pt idx="5062">
                  <c:v>38687</c:v>
                </c:pt>
                <c:pt idx="5063">
                  <c:v>38686</c:v>
                </c:pt>
                <c:pt idx="5064">
                  <c:v>38685</c:v>
                </c:pt>
                <c:pt idx="5065">
                  <c:v>38684</c:v>
                </c:pt>
                <c:pt idx="5066">
                  <c:v>38681</c:v>
                </c:pt>
                <c:pt idx="5067">
                  <c:v>38680</c:v>
                </c:pt>
                <c:pt idx="5068">
                  <c:v>38679</c:v>
                </c:pt>
                <c:pt idx="5069">
                  <c:v>38678</c:v>
                </c:pt>
                <c:pt idx="5070">
                  <c:v>38677</c:v>
                </c:pt>
                <c:pt idx="5071">
                  <c:v>38674</c:v>
                </c:pt>
                <c:pt idx="5072">
                  <c:v>38673</c:v>
                </c:pt>
                <c:pt idx="5073">
                  <c:v>38672</c:v>
                </c:pt>
                <c:pt idx="5074">
                  <c:v>38671</c:v>
                </c:pt>
                <c:pt idx="5075">
                  <c:v>38670</c:v>
                </c:pt>
                <c:pt idx="5076">
                  <c:v>38667</c:v>
                </c:pt>
                <c:pt idx="5077">
                  <c:v>38666</c:v>
                </c:pt>
                <c:pt idx="5078">
                  <c:v>38665</c:v>
                </c:pt>
                <c:pt idx="5079">
                  <c:v>38664</c:v>
                </c:pt>
                <c:pt idx="5080">
                  <c:v>38663</c:v>
                </c:pt>
                <c:pt idx="5081">
                  <c:v>38660</c:v>
                </c:pt>
                <c:pt idx="5082">
                  <c:v>38659</c:v>
                </c:pt>
                <c:pt idx="5083">
                  <c:v>38658</c:v>
                </c:pt>
                <c:pt idx="5084">
                  <c:v>38657</c:v>
                </c:pt>
                <c:pt idx="5085">
                  <c:v>38656</c:v>
                </c:pt>
                <c:pt idx="5086">
                  <c:v>38653</c:v>
                </c:pt>
                <c:pt idx="5087">
                  <c:v>38652</c:v>
                </c:pt>
                <c:pt idx="5088">
                  <c:v>38651</c:v>
                </c:pt>
                <c:pt idx="5089">
                  <c:v>38650</c:v>
                </c:pt>
                <c:pt idx="5090">
                  <c:v>38649</c:v>
                </c:pt>
                <c:pt idx="5091">
                  <c:v>38646</c:v>
                </c:pt>
                <c:pt idx="5092">
                  <c:v>38645</c:v>
                </c:pt>
                <c:pt idx="5093">
                  <c:v>38644</c:v>
                </c:pt>
                <c:pt idx="5094">
                  <c:v>38643</c:v>
                </c:pt>
                <c:pt idx="5095">
                  <c:v>38642</c:v>
                </c:pt>
                <c:pt idx="5096">
                  <c:v>38639</c:v>
                </c:pt>
                <c:pt idx="5097">
                  <c:v>38638</c:v>
                </c:pt>
                <c:pt idx="5098">
                  <c:v>38637</c:v>
                </c:pt>
                <c:pt idx="5099">
                  <c:v>38635</c:v>
                </c:pt>
                <c:pt idx="5100">
                  <c:v>38632</c:v>
                </c:pt>
                <c:pt idx="5101">
                  <c:v>38631</c:v>
                </c:pt>
                <c:pt idx="5102">
                  <c:v>38630</c:v>
                </c:pt>
                <c:pt idx="5103">
                  <c:v>38629</c:v>
                </c:pt>
                <c:pt idx="5104">
                  <c:v>38628</c:v>
                </c:pt>
                <c:pt idx="5105">
                  <c:v>38625</c:v>
                </c:pt>
                <c:pt idx="5106">
                  <c:v>38624</c:v>
                </c:pt>
                <c:pt idx="5107">
                  <c:v>38623</c:v>
                </c:pt>
                <c:pt idx="5108">
                  <c:v>38622</c:v>
                </c:pt>
                <c:pt idx="5109">
                  <c:v>38621</c:v>
                </c:pt>
                <c:pt idx="5110">
                  <c:v>38618</c:v>
                </c:pt>
                <c:pt idx="5111">
                  <c:v>38617</c:v>
                </c:pt>
                <c:pt idx="5112">
                  <c:v>38616</c:v>
                </c:pt>
                <c:pt idx="5113">
                  <c:v>38615</c:v>
                </c:pt>
                <c:pt idx="5114">
                  <c:v>38611</c:v>
                </c:pt>
                <c:pt idx="5115">
                  <c:v>38610</c:v>
                </c:pt>
                <c:pt idx="5116">
                  <c:v>38609</c:v>
                </c:pt>
                <c:pt idx="5117">
                  <c:v>38608</c:v>
                </c:pt>
                <c:pt idx="5118">
                  <c:v>38607</c:v>
                </c:pt>
                <c:pt idx="5119">
                  <c:v>38604</c:v>
                </c:pt>
                <c:pt idx="5120">
                  <c:v>38603</c:v>
                </c:pt>
                <c:pt idx="5121">
                  <c:v>38602</c:v>
                </c:pt>
                <c:pt idx="5122">
                  <c:v>38601</c:v>
                </c:pt>
                <c:pt idx="5123">
                  <c:v>38600</c:v>
                </c:pt>
                <c:pt idx="5124">
                  <c:v>38597</c:v>
                </c:pt>
                <c:pt idx="5125">
                  <c:v>38596</c:v>
                </c:pt>
                <c:pt idx="5126">
                  <c:v>38595</c:v>
                </c:pt>
                <c:pt idx="5127">
                  <c:v>38594</c:v>
                </c:pt>
                <c:pt idx="5128">
                  <c:v>38593</c:v>
                </c:pt>
                <c:pt idx="5129">
                  <c:v>38590</c:v>
                </c:pt>
                <c:pt idx="5130">
                  <c:v>38589</c:v>
                </c:pt>
                <c:pt idx="5131">
                  <c:v>38588</c:v>
                </c:pt>
                <c:pt idx="5132">
                  <c:v>38587</c:v>
                </c:pt>
                <c:pt idx="5133">
                  <c:v>38586</c:v>
                </c:pt>
                <c:pt idx="5134">
                  <c:v>38583</c:v>
                </c:pt>
                <c:pt idx="5135">
                  <c:v>38582</c:v>
                </c:pt>
                <c:pt idx="5136">
                  <c:v>38581</c:v>
                </c:pt>
                <c:pt idx="5137">
                  <c:v>38580</c:v>
                </c:pt>
                <c:pt idx="5138">
                  <c:v>38579</c:v>
                </c:pt>
                <c:pt idx="5139">
                  <c:v>38576</c:v>
                </c:pt>
                <c:pt idx="5140">
                  <c:v>38575</c:v>
                </c:pt>
                <c:pt idx="5141">
                  <c:v>38574</c:v>
                </c:pt>
                <c:pt idx="5142">
                  <c:v>38573</c:v>
                </c:pt>
                <c:pt idx="5143">
                  <c:v>38572</c:v>
                </c:pt>
                <c:pt idx="5144">
                  <c:v>38569</c:v>
                </c:pt>
                <c:pt idx="5145">
                  <c:v>38568</c:v>
                </c:pt>
                <c:pt idx="5146">
                  <c:v>38567</c:v>
                </c:pt>
                <c:pt idx="5147">
                  <c:v>38566</c:v>
                </c:pt>
                <c:pt idx="5148">
                  <c:v>38565</c:v>
                </c:pt>
                <c:pt idx="5149">
                  <c:v>38562</c:v>
                </c:pt>
                <c:pt idx="5150">
                  <c:v>38561</c:v>
                </c:pt>
                <c:pt idx="5151">
                  <c:v>38560</c:v>
                </c:pt>
                <c:pt idx="5152">
                  <c:v>38559</c:v>
                </c:pt>
                <c:pt idx="5153">
                  <c:v>38558</c:v>
                </c:pt>
                <c:pt idx="5154">
                  <c:v>38555</c:v>
                </c:pt>
                <c:pt idx="5155">
                  <c:v>38554</c:v>
                </c:pt>
                <c:pt idx="5156">
                  <c:v>38553</c:v>
                </c:pt>
                <c:pt idx="5157">
                  <c:v>38552</c:v>
                </c:pt>
                <c:pt idx="5158">
                  <c:v>38551</c:v>
                </c:pt>
                <c:pt idx="5159">
                  <c:v>38548</c:v>
                </c:pt>
                <c:pt idx="5160">
                  <c:v>38547</c:v>
                </c:pt>
                <c:pt idx="5161">
                  <c:v>38546</c:v>
                </c:pt>
                <c:pt idx="5162">
                  <c:v>38545</c:v>
                </c:pt>
                <c:pt idx="5163">
                  <c:v>38544</c:v>
                </c:pt>
                <c:pt idx="5164">
                  <c:v>38541</c:v>
                </c:pt>
                <c:pt idx="5165">
                  <c:v>38540</c:v>
                </c:pt>
                <c:pt idx="5166">
                  <c:v>38539</c:v>
                </c:pt>
                <c:pt idx="5167">
                  <c:v>38538</c:v>
                </c:pt>
                <c:pt idx="5168">
                  <c:v>38537</c:v>
                </c:pt>
                <c:pt idx="5169">
                  <c:v>38533</c:v>
                </c:pt>
                <c:pt idx="5170">
                  <c:v>38532</c:v>
                </c:pt>
                <c:pt idx="5171">
                  <c:v>38531</c:v>
                </c:pt>
                <c:pt idx="5172">
                  <c:v>38530</c:v>
                </c:pt>
                <c:pt idx="5173">
                  <c:v>38527</c:v>
                </c:pt>
                <c:pt idx="5174">
                  <c:v>38526</c:v>
                </c:pt>
                <c:pt idx="5175">
                  <c:v>38525</c:v>
                </c:pt>
                <c:pt idx="5176">
                  <c:v>38524</c:v>
                </c:pt>
                <c:pt idx="5177">
                  <c:v>38523</c:v>
                </c:pt>
                <c:pt idx="5178">
                  <c:v>38520</c:v>
                </c:pt>
                <c:pt idx="5179">
                  <c:v>38519</c:v>
                </c:pt>
                <c:pt idx="5180">
                  <c:v>38518</c:v>
                </c:pt>
                <c:pt idx="5181">
                  <c:v>38517</c:v>
                </c:pt>
                <c:pt idx="5182">
                  <c:v>38516</c:v>
                </c:pt>
                <c:pt idx="5183">
                  <c:v>38513</c:v>
                </c:pt>
                <c:pt idx="5184">
                  <c:v>38512</c:v>
                </c:pt>
                <c:pt idx="5185">
                  <c:v>38511</c:v>
                </c:pt>
                <c:pt idx="5186">
                  <c:v>38510</c:v>
                </c:pt>
                <c:pt idx="5187">
                  <c:v>38509</c:v>
                </c:pt>
                <c:pt idx="5188">
                  <c:v>38506</c:v>
                </c:pt>
                <c:pt idx="5189">
                  <c:v>38505</c:v>
                </c:pt>
                <c:pt idx="5190">
                  <c:v>38504</c:v>
                </c:pt>
                <c:pt idx="5191">
                  <c:v>38503</c:v>
                </c:pt>
                <c:pt idx="5192">
                  <c:v>38502</c:v>
                </c:pt>
                <c:pt idx="5193">
                  <c:v>38499</c:v>
                </c:pt>
                <c:pt idx="5194">
                  <c:v>38498</c:v>
                </c:pt>
                <c:pt idx="5195">
                  <c:v>38497</c:v>
                </c:pt>
                <c:pt idx="5196">
                  <c:v>38496</c:v>
                </c:pt>
                <c:pt idx="5197">
                  <c:v>38495</c:v>
                </c:pt>
                <c:pt idx="5198">
                  <c:v>38492</c:v>
                </c:pt>
                <c:pt idx="5199">
                  <c:v>38491</c:v>
                </c:pt>
                <c:pt idx="5200">
                  <c:v>38490</c:v>
                </c:pt>
                <c:pt idx="5201">
                  <c:v>38489</c:v>
                </c:pt>
                <c:pt idx="5202">
                  <c:v>38485</c:v>
                </c:pt>
                <c:pt idx="5203">
                  <c:v>38484</c:v>
                </c:pt>
                <c:pt idx="5204">
                  <c:v>38483</c:v>
                </c:pt>
                <c:pt idx="5205">
                  <c:v>38482</c:v>
                </c:pt>
                <c:pt idx="5206">
                  <c:v>38481</c:v>
                </c:pt>
                <c:pt idx="5207">
                  <c:v>38478</c:v>
                </c:pt>
                <c:pt idx="5208">
                  <c:v>38477</c:v>
                </c:pt>
                <c:pt idx="5209">
                  <c:v>38476</c:v>
                </c:pt>
                <c:pt idx="5210">
                  <c:v>38475</c:v>
                </c:pt>
                <c:pt idx="5211">
                  <c:v>38471</c:v>
                </c:pt>
                <c:pt idx="5212">
                  <c:v>38470</c:v>
                </c:pt>
                <c:pt idx="5213">
                  <c:v>38469</c:v>
                </c:pt>
                <c:pt idx="5214">
                  <c:v>38468</c:v>
                </c:pt>
                <c:pt idx="5215">
                  <c:v>38467</c:v>
                </c:pt>
                <c:pt idx="5216">
                  <c:v>38464</c:v>
                </c:pt>
                <c:pt idx="5217">
                  <c:v>38463</c:v>
                </c:pt>
                <c:pt idx="5218">
                  <c:v>38462</c:v>
                </c:pt>
                <c:pt idx="5219">
                  <c:v>38461</c:v>
                </c:pt>
                <c:pt idx="5220">
                  <c:v>38460</c:v>
                </c:pt>
                <c:pt idx="5221">
                  <c:v>38457</c:v>
                </c:pt>
                <c:pt idx="5222">
                  <c:v>38456</c:v>
                </c:pt>
                <c:pt idx="5223">
                  <c:v>38455</c:v>
                </c:pt>
                <c:pt idx="5224">
                  <c:v>38454</c:v>
                </c:pt>
                <c:pt idx="5225">
                  <c:v>38453</c:v>
                </c:pt>
                <c:pt idx="5226">
                  <c:v>38450</c:v>
                </c:pt>
                <c:pt idx="5227">
                  <c:v>38449</c:v>
                </c:pt>
                <c:pt idx="5228">
                  <c:v>38448</c:v>
                </c:pt>
                <c:pt idx="5229">
                  <c:v>38446</c:v>
                </c:pt>
                <c:pt idx="5230">
                  <c:v>38443</c:v>
                </c:pt>
                <c:pt idx="5231">
                  <c:v>38442</c:v>
                </c:pt>
                <c:pt idx="5232">
                  <c:v>38441</c:v>
                </c:pt>
                <c:pt idx="5233">
                  <c:v>38440</c:v>
                </c:pt>
                <c:pt idx="5234">
                  <c:v>38435</c:v>
                </c:pt>
                <c:pt idx="5235">
                  <c:v>38434</c:v>
                </c:pt>
                <c:pt idx="5236">
                  <c:v>38433</c:v>
                </c:pt>
                <c:pt idx="5237">
                  <c:v>38432</c:v>
                </c:pt>
                <c:pt idx="5238">
                  <c:v>38429</c:v>
                </c:pt>
                <c:pt idx="5239">
                  <c:v>38428</c:v>
                </c:pt>
                <c:pt idx="5240">
                  <c:v>38427</c:v>
                </c:pt>
                <c:pt idx="5241">
                  <c:v>38426</c:v>
                </c:pt>
                <c:pt idx="5242">
                  <c:v>38425</c:v>
                </c:pt>
                <c:pt idx="5243">
                  <c:v>38422</c:v>
                </c:pt>
                <c:pt idx="5244">
                  <c:v>38421</c:v>
                </c:pt>
                <c:pt idx="5245">
                  <c:v>38420</c:v>
                </c:pt>
                <c:pt idx="5246">
                  <c:v>38419</c:v>
                </c:pt>
                <c:pt idx="5247">
                  <c:v>38418</c:v>
                </c:pt>
                <c:pt idx="5248">
                  <c:v>38415</c:v>
                </c:pt>
                <c:pt idx="5249">
                  <c:v>38414</c:v>
                </c:pt>
                <c:pt idx="5250">
                  <c:v>38413</c:v>
                </c:pt>
                <c:pt idx="5251">
                  <c:v>38412</c:v>
                </c:pt>
                <c:pt idx="5252">
                  <c:v>38411</c:v>
                </c:pt>
                <c:pt idx="5253">
                  <c:v>38408</c:v>
                </c:pt>
                <c:pt idx="5254">
                  <c:v>38407</c:v>
                </c:pt>
                <c:pt idx="5255">
                  <c:v>38406</c:v>
                </c:pt>
                <c:pt idx="5256">
                  <c:v>38405</c:v>
                </c:pt>
                <c:pt idx="5257">
                  <c:v>38404</c:v>
                </c:pt>
                <c:pt idx="5258">
                  <c:v>38401</c:v>
                </c:pt>
                <c:pt idx="5259">
                  <c:v>38400</c:v>
                </c:pt>
                <c:pt idx="5260">
                  <c:v>38399</c:v>
                </c:pt>
                <c:pt idx="5261">
                  <c:v>38398</c:v>
                </c:pt>
                <c:pt idx="5262">
                  <c:v>38397</c:v>
                </c:pt>
                <c:pt idx="5263">
                  <c:v>38391</c:v>
                </c:pt>
                <c:pt idx="5264">
                  <c:v>38390</c:v>
                </c:pt>
                <c:pt idx="5265">
                  <c:v>38387</c:v>
                </c:pt>
                <c:pt idx="5266">
                  <c:v>38386</c:v>
                </c:pt>
                <c:pt idx="5267">
                  <c:v>38385</c:v>
                </c:pt>
                <c:pt idx="5268">
                  <c:v>38384</c:v>
                </c:pt>
                <c:pt idx="5269">
                  <c:v>38383</c:v>
                </c:pt>
                <c:pt idx="5270">
                  <c:v>38380</c:v>
                </c:pt>
                <c:pt idx="5271">
                  <c:v>38379</c:v>
                </c:pt>
                <c:pt idx="5272">
                  <c:v>38378</c:v>
                </c:pt>
                <c:pt idx="5273">
                  <c:v>38377</c:v>
                </c:pt>
                <c:pt idx="5274">
                  <c:v>38376</c:v>
                </c:pt>
                <c:pt idx="5275">
                  <c:v>38373</c:v>
                </c:pt>
                <c:pt idx="5276">
                  <c:v>38372</c:v>
                </c:pt>
                <c:pt idx="5277">
                  <c:v>38371</c:v>
                </c:pt>
                <c:pt idx="5278">
                  <c:v>38370</c:v>
                </c:pt>
                <c:pt idx="5279">
                  <c:v>38369</c:v>
                </c:pt>
                <c:pt idx="5280">
                  <c:v>38366</c:v>
                </c:pt>
                <c:pt idx="5281">
                  <c:v>38365</c:v>
                </c:pt>
                <c:pt idx="5282">
                  <c:v>38364</c:v>
                </c:pt>
                <c:pt idx="5283">
                  <c:v>38363</c:v>
                </c:pt>
                <c:pt idx="5284">
                  <c:v>38362</c:v>
                </c:pt>
                <c:pt idx="5285">
                  <c:v>38359</c:v>
                </c:pt>
                <c:pt idx="5286">
                  <c:v>38358</c:v>
                </c:pt>
                <c:pt idx="5287">
                  <c:v>38357</c:v>
                </c:pt>
                <c:pt idx="5288">
                  <c:v>38356</c:v>
                </c:pt>
                <c:pt idx="5289">
                  <c:v>38355</c:v>
                </c:pt>
                <c:pt idx="5290">
                  <c:v>38352</c:v>
                </c:pt>
                <c:pt idx="5291">
                  <c:v>38351</c:v>
                </c:pt>
                <c:pt idx="5292">
                  <c:v>38350</c:v>
                </c:pt>
                <c:pt idx="5293">
                  <c:v>38349</c:v>
                </c:pt>
                <c:pt idx="5294">
                  <c:v>38345</c:v>
                </c:pt>
                <c:pt idx="5295">
                  <c:v>38344</c:v>
                </c:pt>
                <c:pt idx="5296">
                  <c:v>38343</c:v>
                </c:pt>
                <c:pt idx="5297">
                  <c:v>38342</c:v>
                </c:pt>
                <c:pt idx="5298">
                  <c:v>38341</c:v>
                </c:pt>
                <c:pt idx="5299">
                  <c:v>38338</c:v>
                </c:pt>
                <c:pt idx="5300">
                  <c:v>38337</c:v>
                </c:pt>
                <c:pt idx="5301">
                  <c:v>38336</c:v>
                </c:pt>
                <c:pt idx="5302">
                  <c:v>38335</c:v>
                </c:pt>
                <c:pt idx="5303">
                  <c:v>38334</c:v>
                </c:pt>
                <c:pt idx="5304">
                  <c:v>38331</c:v>
                </c:pt>
                <c:pt idx="5305">
                  <c:v>38330</c:v>
                </c:pt>
                <c:pt idx="5306">
                  <c:v>38329</c:v>
                </c:pt>
                <c:pt idx="5307">
                  <c:v>38328</c:v>
                </c:pt>
                <c:pt idx="5308">
                  <c:v>38327</c:v>
                </c:pt>
                <c:pt idx="5309">
                  <c:v>38324</c:v>
                </c:pt>
                <c:pt idx="5310">
                  <c:v>38323</c:v>
                </c:pt>
                <c:pt idx="5311">
                  <c:v>38322</c:v>
                </c:pt>
                <c:pt idx="5312">
                  <c:v>38321</c:v>
                </c:pt>
                <c:pt idx="5313">
                  <c:v>38320</c:v>
                </c:pt>
                <c:pt idx="5314">
                  <c:v>38317</c:v>
                </c:pt>
                <c:pt idx="5315">
                  <c:v>38316</c:v>
                </c:pt>
                <c:pt idx="5316">
                  <c:v>38315</c:v>
                </c:pt>
                <c:pt idx="5317">
                  <c:v>38314</c:v>
                </c:pt>
                <c:pt idx="5318">
                  <c:v>38313</c:v>
                </c:pt>
                <c:pt idx="5319">
                  <c:v>38310</c:v>
                </c:pt>
                <c:pt idx="5320">
                  <c:v>38309</c:v>
                </c:pt>
                <c:pt idx="5321">
                  <c:v>38308</c:v>
                </c:pt>
                <c:pt idx="5322">
                  <c:v>38307</c:v>
                </c:pt>
                <c:pt idx="5323">
                  <c:v>38306</c:v>
                </c:pt>
                <c:pt idx="5324">
                  <c:v>38303</c:v>
                </c:pt>
                <c:pt idx="5325">
                  <c:v>38302</c:v>
                </c:pt>
                <c:pt idx="5326">
                  <c:v>38301</c:v>
                </c:pt>
                <c:pt idx="5327">
                  <c:v>38300</c:v>
                </c:pt>
                <c:pt idx="5328">
                  <c:v>38299</c:v>
                </c:pt>
                <c:pt idx="5329">
                  <c:v>38296</c:v>
                </c:pt>
                <c:pt idx="5330">
                  <c:v>38295</c:v>
                </c:pt>
                <c:pt idx="5331">
                  <c:v>38294</c:v>
                </c:pt>
                <c:pt idx="5332">
                  <c:v>38293</c:v>
                </c:pt>
                <c:pt idx="5333">
                  <c:v>38292</c:v>
                </c:pt>
                <c:pt idx="5334">
                  <c:v>38289</c:v>
                </c:pt>
                <c:pt idx="5335">
                  <c:v>38288</c:v>
                </c:pt>
                <c:pt idx="5336">
                  <c:v>38287</c:v>
                </c:pt>
                <c:pt idx="5337">
                  <c:v>38286</c:v>
                </c:pt>
                <c:pt idx="5338">
                  <c:v>38285</c:v>
                </c:pt>
                <c:pt idx="5339">
                  <c:v>38281</c:v>
                </c:pt>
                <c:pt idx="5340">
                  <c:v>38280</c:v>
                </c:pt>
                <c:pt idx="5341">
                  <c:v>38279</c:v>
                </c:pt>
                <c:pt idx="5342">
                  <c:v>38278</c:v>
                </c:pt>
                <c:pt idx="5343">
                  <c:v>38275</c:v>
                </c:pt>
                <c:pt idx="5344">
                  <c:v>38274</c:v>
                </c:pt>
                <c:pt idx="5345">
                  <c:v>38273</c:v>
                </c:pt>
                <c:pt idx="5346">
                  <c:v>38272</c:v>
                </c:pt>
                <c:pt idx="5347">
                  <c:v>38271</c:v>
                </c:pt>
                <c:pt idx="5348">
                  <c:v>38268</c:v>
                </c:pt>
                <c:pt idx="5349">
                  <c:v>38267</c:v>
                </c:pt>
                <c:pt idx="5350">
                  <c:v>38266</c:v>
                </c:pt>
                <c:pt idx="5351">
                  <c:v>38265</c:v>
                </c:pt>
                <c:pt idx="5352">
                  <c:v>38264</c:v>
                </c:pt>
                <c:pt idx="5353">
                  <c:v>38260</c:v>
                </c:pt>
                <c:pt idx="5354">
                  <c:v>38258</c:v>
                </c:pt>
                <c:pt idx="5355">
                  <c:v>38257</c:v>
                </c:pt>
                <c:pt idx="5356">
                  <c:v>38254</c:v>
                </c:pt>
                <c:pt idx="5357">
                  <c:v>38253</c:v>
                </c:pt>
                <c:pt idx="5358">
                  <c:v>38252</c:v>
                </c:pt>
                <c:pt idx="5359">
                  <c:v>38251</c:v>
                </c:pt>
                <c:pt idx="5360">
                  <c:v>38250</c:v>
                </c:pt>
                <c:pt idx="5361">
                  <c:v>38247</c:v>
                </c:pt>
                <c:pt idx="5362">
                  <c:v>38246</c:v>
                </c:pt>
                <c:pt idx="5363">
                  <c:v>38245</c:v>
                </c:pt>
                <c:pt idx="5364">
                  <c:v>38244</c:v>
                </c:pt>
                <c:pt idx="5365">
                  <c:v>38243</c:v>
                </c:pt>
                <c:pt idx="5366">
                  <c:v>38240</c:v>
                </c:pt>
                <c:pt idx="5367">
                  <c:v>38239</c:v>
                </c:pt>
                <c:pt idx="5368">
                  <c:v>38238</c:v>
                </c:pt>
                <c:pt idx="5369">
                  <c:v>38237</c:v>
                </c:pt>
                <c:pt idx="5370">
                  <c:v>38236</c:v>
                </c:pt>
                <c:pt idx="5371">
                  <c:v>38233</c:v>
                </c:pt>
                <c:pt idx="5372">
                  <c:v>38232</c:v>
                </c:pt>
                <c:pt idx="5373">
                  <c:v>38231</c:v>
                </c:pt>
                <c:pt idx="5374">
                  <c:v>38230</c:v>
                </c:pt>
                <c:pt idx="5375">
                  <c:v>38229</c:v>
                </c:pt>
                <c:pt idx="5376">
                  <c:v>38226</c:v>
                </c:pt>
                <c:pt idx="5377">
                  <c:v>38225</c:v>
                </c:pt>
                <c:pt idx="5378">
                  <c:v>38224</c:v>
                </c:pt>
                <c:pt idx="5379">
                  <c:v>38223</c:v>
                </c:pt>
                <c:pt idx="5380">
                  <c:v>38222</c:v>
                </c:pt>
                <c:pt idx="5381">
                  <c:v>38219</c:v>
                </c:pt>
                <c:pt idx="5382">
                  <c:v>38218</c:v>
                </c:pt>
                <c:pt idx="5383">
                  <c:v>38217</c:v>
                </c:pt>
                <c:pt idx="5384">
                  <c:v>38216</c:v>
                </c:pt>
                <c:pt idx="5385">
                  <c:v>38215</c:v>
                </c:pt>
                <c:pt idx="5386">
                  <c:v>38212</c:v>
                </c:pt>
                <c:pt idx="5387">
                  <c:v>38211</c:v>
                </c:pt>
                <c:pt idx="5388">
                  <c:v>38210</c:v>
                </c:pt>
                <c:pt idx="5389">
                  <c:v>38209</c:v>
                </c:pt>
                <c:pt idx="5390">
                  <c:v>38208</c:v>
                </c:pt>
                <c:pt idx="5391">
                  <c:v>38205</c:v>
                </c:pt>
                <c:pt idx="5392">
                  <c:v>38204</c:v>
                </c:pt>
                <c:pt idx="5393">
                  <c:v>38203</c:v>
                </c:pt>
                <c:pt idx="5394">
                  <c:v>38202</c:v>
                </c:pt>
                <c:pt idx="5395">
                  <c:v>38201</c:v>
                </c:pt>
                <c:pt idx="5396">
                  <c:v>38198</c:v>
                </c:pt>
                <c:pt idx="5397">
                  <c:v>38197</c:v>
                </c:pt>
                <c:pt idx="5398">
                  <c:v>38196</c:v>
                </c:pt>
                <c:pt idx="5399">
                  <c:v>38195</c:v>
                </c:pt>
                <c:pt idx="5400">
                  <c:v>38194</c:v>
                </c:pt>
                <c:pt idx="5401">
                  <c:v>38191</c:v>
                </c:pt>
                <c:pt idx="5402">
                  <c:v>38190</c:v>
                </c:pt>
                <c:pt idx="5403">
                  <c:v>38189</c:v>
                </c:pt>
                <c:pt idx="5404">
                  <c:v>38188</c:v>
                </c:pt>
                <c:pt idx="5405">
                  <c:v>38187</c:v>
                </c:pt>
                <c:pt idx="5406">
                  <c:v>38184</c:v>
                </c:pt>
                <c:pt idx="5407">
                  <c:v>38183</c:v>
                </c:pt>
                <c:pt idx="5408">
                  <c:v>38182</c:v>
                </c:pt>
                <c:pt idx="5409">
                  <c:v>38181</c:v>
                </c:pt>
                <c:pt idx="5410">
                  <c:v>38180</c:v>
                </c:pt>
                <c:pt idx="5411">
                  <c:v>38177</c:v>
                </c:pt>
                <c:pt idx="5412">
                  <c:v>38176</c:v>
                </c:pt>
                <c:pt idx="5413">
                  <c:v>38175</c:v>
                </c:pt>
                <c:pt idx="5414">
                  <c:v>38174</c:v>
                </c:pt>
                <c:pt idx="5415">
                  <c:v>38173</c:v>
                </c:pt>
                <c:pt idx="5416">
                  <c:v>38170</c:v>
                </c:pt>
                <c:pt idx="5417">
                  <c:v>38168</c:v>
                </c:pt>
                <c:pt idx="5418">
                  <c:v>38167</c:v>
                </c:pt>
                <c:pt idx="5419">
                  <c:v>38166</c:v>
                </c:pt>
                <c:pt idx="5420">
                  <c:v>38163</c:v>
                </c:pt>
                <c:pt idx="5421">
                  <c:v>38162</c:v>
                </c:pt>
                <c:pt idx="5422">
                  <c:v>38161</c:v>
                </c:pt>
                <c:pt idx="5423">
                  <c:v>38159</c:v>
                </c:pt>
                <c:pt idx="5424">
                  <c:v>38156</c:v>
                </c:pt>
                <c:pt idx="5425">
                  <c:v>38155</c:v>
                </c:pt>
                <c:pt idx="5426">
                  <c:v>38154</c:v>
                </c:pt>
                <c:pt idx="5427">
                  <c:v>38153</c:v>
                </c:pt>
                <c:pt idx="5428">
                  <c:v>38152</c:v>
                </c:pt>
                <c:pt idx="5429">
                  <c:v>38149</c:v>
                </c:pt>
                <c:pt idx="5430">
                  <c:v>38148</c:v>
                </c:pt>
                <c:pt idx="5431">
                  <c:v>38147</c:v>
                </c:pt>
                <c:pt idx="5432">
                  <c:v>38146</c:v>
                </c:pt>
                <c:pt idx="5433">
                  <c:v>38145</c:v>
                </c:pt>
                <c:pt idx="5434">
                  <c:v>38142</c:v>
                </c:pt>
                <c:pt idx="5435">
                  <c:v>38141</c:v>
                </c:pt>
                <c:pt idx="5436">
                  <c:v>38140</c:v>
                </c:pt>
                <c:pt idx="5437">
                  <c:v>38139</c:v>
                </c:pt>
                <c:pt idx="5438">
                  <c:v>38138</c:v>
                </c:pt>
                <c:pt idx="5439">
                  <c:v>38135</c:v>
                </c:pt>
                <c:pt idx="5440">
                  <c:v>38134</c:v>
                </c:pt>
                <c:pt idx="5441">
                  <c:v>38132</c:v>
                </c:pt>
                <c:pt idx="5442">
                  <c:v>38131</c:v>
                </c:pt>
                <c:pt idx="5443">
                  <c:v>38128</c:v>
                </c:pt>
                <c:pt idx="5444">
                  <c:v>38127</c:v>
                </c:pt>
                <c:pt idx="5445">
                  <c:v>38126</c:v>
                </c:pt>
                <c:pt idx="5446">
                  <c:v>38125</c:v>
                </c:pt>
                <c:pt idx="5447">
                  <c:v>38124</c:v>
                </c:pt>
                <c:pt idx="5448">
                  <c:v>38121</c:v>
                </c:pt>
                <c:pt idx="5449">
                  <c:v>38120</c:v>
                </c:pt>
                <c:pt idx="5450">
                  <c:v>38119</c:v>
                </c:pt>
                <c:pt idx="5451">
                  <c:v>38118</c:v>
                </c:pt>
                <c:pt idx="5452">
                  <c:v>38117</c:v>
                </c:pt>
                <c:pt idx="5453">
                  <c:v>38114</c:v>
                </c:pt>
                <c:pt idx="5454">
                  <c:v>38113</c:v>
                </c:pt>
                <c:pt idx="5455">
                  <c:v>38112</c:v>
                </c:pt>
                <c:pt idx="5456">
                  <c:v>38111</c:v>
                </c:pt>
                <c:pt idx="5457">
                  <c:v>38110</c:v>
                </c:pt>
                <c:pt idx="5458">
                  <c:v>38107</c:v>
                </c:pt>
                <c:pt idx="5459">
                  <c:v>38106</c:v>
                </c:pt>
                <c:pt idx="5460">
                  <c:v>38105</c:v>
                </c:pt>
                <c:pt idx="5461">
                  <c:v>38104</c:v>
                </c:pt>
                <c:pt idx="5462">
                  <c:v>38103</c:v>
                </c:pt>
                <c:pt idx="5463">
                  <c:v>38100</c:v>
                </c:pt>
                <c:pt idx="5464">
                  <c:v>38099</c:v>
                </c:pt>
                <c:pt idx="5465">
                  <c:v>38098</c:v>
                </c:pt>
                <c:pt idx="5466">
                  <c:v>38097</c:v>
                </c:pt>
                <c:pt idx="5467">
                  <c:v>38096</c:v>
                </c:pt>
                <c:pt idx="5468">
                  <c:v>38093</c:v>
                </c:pt>
                <c:pt idx="5469">
                  <c:v>38092</c:v>
                </c:pt>
                <c:pt idx="5470">
                  <c:v>38091</c:v>
                </c:pt>
                <c:pt idx="5471">
                  <c:v>38090</c:v>
                </c:pt>
                <c:pt idx="5472">
                  <c:v>38085</c:v>
                </c:pt>
                <c:pt idx="5473">
                  <c:v>38084</c:v>
                </c:pt>
                <c:pt idx="5474">
                  <c:v>38083</c:v>
                </c:pt>
                <c:pt idx="5475">
                  <c:v>38079</c:v>
                </c:pt>
                <c:pt idx="5476">
                  <c:v>38078</c:v>
                </c:pt>
                <c:pt idx="5477">
                  <c:v>38077</c:v>
                </c:pt>
                <c:pt idx="5478">
                  <c:v>38076</c:v>
                </c:pt>
                <c:pt idx="5479">
                  <c:v>38075</c:v>
                </c:pt>
                <c:pt idx="5480">
                  <c:v>38072</c:v>
                </c:pt>
                <c:pt idx="5481">
                  <c:v>38071</c:v>
                </c:pt>
                <c:pt idx="5482">
                  <c:v>38070</c:v>
                </c:pt>
                <c:pt idx="5483">
                  <c:v>38069</c:v>
                </c:pt>
                <c:pt idx="5484">
                  <c:v>38068</c:v>
                </c:pt>
                <c:pt idx="5485">
                  <c:v>38065</c:v>
                </c:pt>
                <c:pt idx="5486">
                  <c:v>38064</c:v>
                </c:pt>
                <c:pt idx="5487">
                  <c:v>38063</c:v>
                </c:pt>
                <c:pt idx="5488">
                  <c:v>38062</c:v>
                </c:pt>
                <c:pt idx="5489">
                  <c:v>38061</c:v>
                </c:pt>
                <c:pt idx="5490">
                  <c:v>38058</c:v>
                </c:pt>
                <c:pt idx="5491">
                  <c:v>38057</c:v>
                </c:pt>
                <c:pt idx="5492">
                  <c:v>38056</c:v>
                </c:pt>
                <c:pt idx="5493">
                  <c:v>38055</c:v>
                </c:pt>
                <c:pt idx="5494">
                  <c:v>38054</c:v>
                </c:pt>
                <c:pt idx="5495">
                  <c:v>38051</c:v>
                </c:pt>
                <c:pt idx="5496">
                  <c:v>38050</c:v>
                </c:pt>
                <c:pt idx="5497">
                  <c:v>38049</c:v>
                </c:pt>
                <c:pt idx="5498">
                  <c:v>38048</c:v>
                </c:pt>
                <c:pt idx="5499">
                  <c:v>38047</c:v>
                </c:pt>
                <c:pt idx="5500">
                  <c:v>38044</c:v>
                </c:pt>
                <c:pt idx="5501">
                  <c:v>38043</c:v>
                </c:pt>
                <c:pt idx="5502">
                  <c:v>38042</c:v>
                </c:pt>
                <c:pt idx="5503">
                  <c:v>38041</c:v>
                </c:pt>
                <c:pt idx="5504">
                  <c:v>38040</c:v>
                </c:pt>
                <c:pt idx="5505">
                  <c:v>38037</c:v>
                </c:pt>
                <c:pt idx="5506">
                  <c:v>38036</c:v>
                </c:pt>
                <c:pt idx="5507">
                  <c:v>38035</c:v>
                </c:pt>
                <c:pt idx="5508">
                  <c:v>38034</c:v>
                </c:pt>
                <c:pt idx="5509">
                  <c:v>38033</c:v>
                </c:pt>
                <c:pt idx="5510">
                  <c:v>38030</c:v>
                </c:pt>
                <c:pt idx="5511">
                  <c:v>38029</c:v>
                </c:pt>
                <c:pt idx="5512">
                  <c:v>38028</c:v>
                </c:pt>
                <c:pt idx="5513">
                  <c:v>38027</c:v>
                </c:pt>
                <c:pt idx="5514">
                  <c:v>38026</c:v>
                </c:pt>
                <c:pt idx="5515">
                  <c:v>38023</c:v>
                </c:pt>
                <c:pt idx="5516">
                  <c:v>38022</c:v>
                </c:pt>
                <c:pt idx="5517">
                  <c:v>38021</c:v>
                </c:pt>
                <c:pt idx="5518">
                  <c:v>38020</c:v>
                </c:pt>
                <c:pt idx="5519">
                  <c:v>38019</c:v>
                </c:pt>
                <c:pt idx="5520">
                  <c:v>38016</c:v>
                </c:pt>
                <c:pt idx="5521">
                  <c:v>38015</c:v>
                </c:pt>
                <c:pt idx="5522">
                  <c:v>38014</c:v>
                </c:pt>
                <c:pt idx="5523">
                  <c:v>38013</c:v>
                </c:pt>
                <c:pt idx="5524">
                  <c:v>38012</c:v>
                </c:pt>
                <c:pt idx="5525">
                  <c:v>38007</c:v>
                </c:pt>
                <c:pt idx="5526">
                  <c:v>38006</c:v>
                </c:pt>
                <c:pt idx="5527">
                  <c:v>38005</c:v>
                </c:pt>
                <c:pt idx="5528">
                  <c:v>38002</c:v>
                </c:pt>
                <c:pt idx="5529">
                  <c:v>38001</c:v>
                </c:pt>
                <c:pt idx="5530">
                  <c:v>38000</c:v>
                </c:pt>
                <c:pt idx="5531">
                  <c:v>37999</c:v>
                </c:pt>
                <c:pt idx="5532">
                  <c:v>37998</c:v>
                </c:pt>
                <c:pt idx="5533">
                  <c:v>37995</c:v>
                </c:pt>
                <c:pt idx="5534">
                  <c:v>37994</c:v>
                </c:pt>
                <c:pt idx="5535">
                  <c:v>37993</c:v>
                </c:pt>
                <c:pt idx="5536">
                  <c:v>37992</c:v>
                </c:pt>
                <c:pt idx="5537">
                  <c:v>37991</c:v>
                </c:pt>
                <c:pt idx="5538">
                  <c:v>37988</c:v>
                </c:pt>
                <c:pt idx="5539">
                  <c:v>37986</c:v>
                </c:pt>
                <c:pt idx="5540">
                  <c:v>37985</c:v>
                </c:pt>
                <c:pt idx="5541">
                  <c:v>37984</c:v>
                </c:pt>
                <c:pt idx="5542">
                  <c:v>37979</c:v>
                </c:pt>
                <c:pt idx="5543">
                  <c:v>37978</c:v>
                </c:pt>
                <c:pt idx="5544">
                  <c:v>37977</c:v>
                </c:pt>
                <c:pt idx="5545">
                  <c:v>37974</c:v>
                </c:pt>
                <c:pt idx="5546">
                  <c:v>37973</c:v>
                </c:pt>
                <c:pt idx="5547">
                  <c:v>37972</c:v>
                </c:pt>
                <c:pt idx="5548">
                  <c:v>37971</c:v>
                </c:pt>
                <c:pt idx="5549">
                  <c:v>37970</c:v>
                </c:pt>
                <c:pt idx="5550">
                  <c:v>37967</c:v>
                </c:pt>
                <c:pt idx="5551">
                  <c:v>37966</c:v>
                </c:pt>
                <c:pt idx="5552">
                  <c:v>37965</c:v>
                </c:pt>
                <c:pt idx="5553">
                  <c:v>37964</c:v>
                </c:pt>
                <c:pt idx="5554">
                  <c:v>37963</c:v>
                </c:pt>
                <c:pt idx="5555">
                  <c:v>37960</c:v>
                </c:pt>
                <c:pt idx="5556">
                  <c:v>37959</c:v>
                </c:pt>
                <c:pt idx="5557">
                  <c:v>37958</c:v>
                </c:pt>
                <c:pt idx="5558">
                  <c:v>37957</c:v>
                </c:pt>
                <c:pt idx="5559">
                  <c:v>37956</c:v>
                </c:pt>
                <c:pt idx="5560">
                  <c:v>37953</c:v>
                </c:pt>
                <c:pt idx="5561">
                  <c:v>37952</c:v>
                </c:pt>
                <c:pt idx="5562">
                  <c:v>37951</c:v>
                </c:pt>
                <c:pt idx="5563">
                  <c:v>37950</c:v>
                </c:pt>
                <c:pt idx="5564">
                  <c:v>37949</c:v>
                </c:pt>
                <c:pt idx="5565">
                  <c:v>37946</c:v>
                </c:pt>
                <c:pt idx="5566">
                  <c:v>37945</c:v>
                </c:pt>
                <c:pt idx="5567">
                  <c:v>37944</c:v>
                </c:pt>
                <c:pt idx="5568">
                  <c:v>37943</c:v>
                </c:pt>
                <c:pt idx="5569">
                  <c:v>37942</c:v>
                </c:pt>
                <c:pt idx="5570">
                  <c:v>37939</c:v>
                </c:pt>
                <c:pt idx="5571">
                  <c:v>37938</c:v>
                </c:pt>
                <c:pt idx="5572">
                  <c:v>37937</c:v>
                </c:pt>
                <c:pt idx="5573">
                  <c:v>37936</c:v>
                </c:pt>
                <c:pt idx="5574">
                  <c:v>37935</c:v>
                </c:pt>
                <c:pt idx="5575">
                  <c:v>37932</c:v>
                </c:pt>
                <c:pt idx="5576">
                  <c:v>37931</c:v>
                </c:pt>
                <c:pt idx="5577">
                  <c:v>37930</c:v>
                </c:pt>
                <c:pt idx="5578">
                  <c:v>37929</c:v>
                </c:pt>
                <c:pt idx="5579">
                  <c:v>37928</c:v>
                </c:pt>
                <c:pt idx="5580">
                  <c:v>37925</c:v>
                </c:pt>
                <c:pt idx="5581">
                  <c:v>37924</c:v>
                </c:pt>
                <c:pt idx="5582">
                  <c:v>37923</c:v>
                </c:pt>
                <c:pt idx="5583">
                  <c:v>37922</c:v>
                </c:pt>
                <c:pt idx="5584">
                  <c:v>37921</c:v>
                </c:pt>
                <c:pt idx="5585">
                  <c:v>37918</c:v>
                </c:pt>
                <c:pt idx="5586">
                  <c:v>37917</c:v>
                </c:pt>
                <c:pt idx="5587">
                  <c:v>37916</c:v>
                </c:pt>
                <c:pt idx="5588">
                  <c:v>37915</c:v>
                </c:pt>
                <c:pt idx="5589">
                  <c:v>37914</c:v>
                </c:pt>
                <c:pt idx="5590">
                  <c:v>37911</c:v>
                </c:pt>
                <c:pt idx="5591">
                  <c:v>37910</c:v>
                </c:pt>
                <c:pt idx="5592">
                  <c:v>37909</c:v>
                </c:pt>
                <c:pt idx="5593">
                  <c:v>37908</c:v>
                </c:pt>
                <c:pt idx="5594">
                  <c:v>37907</c:v>
                </c:pt>
                <c:pt idx="5595">
                  <c:v>37904</c:v>
                </c:pt>
                <c:pt idx="5596">
                  <c:v>37903</c:v>
                </c:pt>
                <c:pt idx="5597">
                  <c:v>37902</c:v>
                </c:pt>
                <c:pt idx="5598">
                  <c:v>37901</c:v>
                </c:pt>
                <c:pt idx="5599">
                  <c:v>37900</c:v>
                </c:pt>
                <c:pt idx="5600">
                  <c:v>37897</c:v>
                </c:pt>
                <c:pt idx="5601">
                  <c:v>37896</c:v>
                </c:pt>
                <c:pt idx="5602">
                  <c:v>37894</c:v>
                </c:pt>
                <c:pt idx="5603">
                  <c:v>37893</c:v>
                </c:pt>
                <c:pt idx="5604">
                  <c:v>37890</c:v>
                </c:pt>
                <c:pt idx="5605">
                  <c:v>37889</c:v>
                </c:pt>
                <c:pt idx="5606">
                  <c:v>37888</c:v>
                </c:pt>
                <c:pt idx="5607">
                  <c:v>37887</c:v>
                </c:pt>
                <c:pt idx="5608">
                  <c:v>37886</c:v>
                </c:pt>
                <c:pt idx="5609">
                  <c:v>37883</c:v>
                </c:pt>
                <c:pt idx="5610">
                  <c:v>37882</c:v>
                </c:pt>
                <c:pt idx="5611">
                  <c:v>37881</c:v>
                </c:pt>
                <c:pt idx="5612">
                  <c:v>37880</c:v>
                </c:pt>
                <c:pt idx="5613">
                  <c:v>37879</c:v>
                </c:pt>
                <c:pt idx="5614">
                  <c:v>37875</c:v>
                </c:pt>
                <c:pt idx="5615">
                  <c:v>37874</c:v>
                </c:pt>
                <c:pt idx="5616">
                  <c:v>37873</c:v>
                </c:pt>
                <c:pt idx="5617">
                  <c:v>37872</c:v>
                </c:pt>
                <c:pt idx="5618">
                  <c:v>37869</c:v>
                </c:pt>
                <c:pt idx="5619">
                  <c:v>37868</c:v>
                </c:pt>
                <c:pt idx="5620">
                  <c:v>37867</c:v>
                </c:pt>
                <c:pt idx="5621">
                  <c:v>37866</c:v>
                </c:pt>
                <c:pt idx="5622">
                  <c:v>37865</c:v>
                </c:pt>
                <c:pt idx="5623">
                  <c:v>37862</c:v>
                </c:pt>
                <c:pt idx="5624">
                  <c:v>37861</c:v>
                </c:pt>
                <c:pt idx="5625">
                  <c:v>37860</c:v>
                </c:pt>
                <c:pt idx="5626">
                  <c:v>37859</c:v>
                </c:pt>
                <c:pt idx="5627">
                  <c:v>37858</c:v>
                </c:pt>
                <c:pt idx="5628">
                  <c:v>37855</c:v>
                </c:pt>
                <c:pt idx="5629">
                  <c:v>37854</c:v>
                </c:pt>
                <c:pt idx="5630">
                  <c:v>37853</c:v>
                </c:pt>
                <c:pt idx="5631">
                  <c:v>37852</c:v>
                </c:pt>
                <c:pt idx="5632">
                  <c:v>37851</c:v>
                </c:pt>
                <c:pt idx="5633">
                  <c:v>37848</c:v>
                </c:pt>
                <c:pt idx="5634">
                  <c:v>37847</c:v>
                </c:pt>
                <c:pt idx="5635">
                  <c:v>37846</c:v>
                </c:pt>
                <c:pt idx="5636">
                  <c:v>37845</c:v>
                </c:pt>
                <c:pt idx="5637">
                  <c:v>37844</c:v>
                </c:pt>
                <c:pt idx="5638">
                  <c:v>37841</c:v>
                </c:pt>
                <c:pt idx="5639">
                  <c:v>37840</c:v>
                </c:pt>
                <c:pt idx="5640">
                  <c:v>37839</c:v>
                </c:pt>
                <c:pt idx="5641">
                  <c:v>37838</c:v>
                </c:pt>
                <c:pt idx="5642">
                  <c:v>37837</c:v>
                </c:pt>
                <c:pt idx="5643">
                  <c:v>37834</c:v>
                </c:pt>
                <c:pt idx="5644">
                  <c:v>37833</c:v>
                </c:pt>
                <c:pt idx="5645">
                  <c:v>37832</c:v>
                </c:pt>
                <c:pt idx="5646">
                  <c:v>37831</c:v>
                </c:pt>
                <c:pt idx="5647">
                  <c:v>37830</c:v>
                </c:pt>
                <c:pt idx="5648">
                  <c:v>37827</c:v>
                </c:pt>
                <c:pt idx="5649">
                  <c:v>37826</c:v>
                </c:pt>
                <c:pt idx="5650">
                  <c:v>37825</c:v>
                </c:pt>
                <c:pt idx="5651">
                  <c:v>37824</c:v>
                </c:pt>
                <c:pt idx="5652">
                  <c:v>37823</c:v>
                </c:pt>
                <c:pt idx="5653">
                  <c:v>37820</c:v>
                </c:pt>
                <c:pt idx="5654">
                  <c:v>37819</c:v>
                </c:pt>
                <c:pt idx="5655">
                  <c:v>37818</c:v>
                </c:pt>
                <c:pt idx="5656">
                  <c:v>37817</c:v>
                </c:pt>
                <c:pt idx="5657">
                  <c:v>37816</c:v>
                </c:pt>
                <c:pt idx="5658">
                  <c:v>37813</c:v>
                </c:pt>
                <c:pt idx="5659">
                  <c:v>37812</c:v>
                </c:pt>
                <c:pt idx="5660">
                  <c:v>37811</c:v>
                </c:pt>
                <c:pt idx="5661">
                  <c:v>37810</c:v>
                </c:pt>
                <c:pt idx="5662">
                  <c:v>37809</c:v>
                </c:pt>
                <c:pt idx="5663">
                  <c:v>37806</c:v>
                </c:pt>
                <c:pt idx="5664">
                  <c:v>37805</c:v>
                </c:pt>
                <c:pt idx="5665">
                  <c:v>37804</c:v>
                </c:pt>
                <c:pt idx="5666">
                  <c:v>37802</c:v>
                </c:pt>
                <c:pt idx="5667">
                  <c:v>37799</c:v>
                </c:pt>
                <c:pt idx="5668">
                  <c:v>37798</c:v>
                </c:pt>
                <c:pt idx="5669">
                  <c:v>37797</c:v>
                </c:pt>
                <c:pt idx="5670">
                  <c:v>37796</c:v>
                </c:pt>
                <c:pt idx="5671">
                  <c:v>37795</c:v>
                </c:pt>
                <c:pt idx="5672">
                  <c:v>37792</c:v>
                </c:pt>
                <c:pt idx="5673">
                  <c:v>37791</c:v>
                </c:pt>
                <c:pt idx="5674">
                  <c:v>37790</c:v>
                </c:pt>
                <c:pt idx="5675">
                  <c:v>37789</c:v>
                </c:pt>
                <c:pt idx="5676">
                  <c:v>37788</c:v>
                </c:pt>
                <c:pt idx="5677">
                  <c:v>37785</c:v>
                </c:pt>
                <c:pt idx="5678">
                  <c:v>37784</c:v>
                </c:pt>
                <c:pt idx="5679">
                  <c:v>37783</c:v>
                </c:pt>
                <c:pt idx="5680">
                  <c:v>37782</c:v>
                </c:pt>
                <c:pt idx="5681">
                  <c:v>37781</c:v>
                </c:pt>
                <c:pt idx="5682">
                  <c:v>37778</c:v>
                </c:pt>
                <c:pt idx="5683">
                  <c:v>37777</c:v>
                </c:pt>
                <c:pt idx="5684">
                  <c:v>37775</c:v>
                </c:pt>
                <c:pt idx="5685">
                  <c:v>37774</c:v>
                </c:pt>
                <c:pt idx="5686">
                  <c:v>37771</c:v>
                </c:pt>
                <c:pt idx="5687">
                  <c:v>37770</c:v>
                </c:pt>
                <c:pt idx="5688">
                  <c:v>37769</c:v>
                </c:pt>
                <c:pt idx="5689">
                  <c:v>37768</c:v>
                </c:pt>
                <c:pt idx="5690">
                  <c:v>37767</c:v>
                </c:pt>
                <c:pt idx="5691">
                  <c:v>37764</c:v>
                </c:pt>
                <c:pt idx="5692">
                  <c:v>37763</c:v>
                </c:pt>
                <c:pt idx="5693">
                  <c:v>37762</c:v>
                </c:pt>
                <c:pt idx="5694">
                  <c:v>37761</c:v>
                </c:pt>
                <c:pt idx="5695">
                  <c:v>37760</c:v>
                </c:pt>
                <c:pt idx="5696">
                  <c:v>37757</c:v>
                </c:pt>
                <c:pt idx="5697">
                  <c:v>37756</c:v>
                </c:pt>
                <c:pt idx="5698">
                  <c:v>37755</c:v>
                </c:pt>
                <c:pt idx="5699">
                  <c:v>37754</c:v>
                </c:pt>
                <c:pt idx="5700">
                  <c:v>37753</c:v>
                </c:pt>
                <c:pt idx="5701">
                  <c:v>37750</c:v>
                </c:pt>
                <c:pt idx="5702">
                  <c:v>37748</c:v>
                </c:pt>
                <c:pt idx="5703">
                  <c:v>37747</c:v>
                </c:pt>
                <c:pt idx="5704">
                  <c:v>37746</c:v>
                </c:pt>
                <c:pt idx="5705">
                  <c:v>37743</c:v>
                </c:pt>
                <c:pt idx="5706">
                  <c:v>37741</c:v>
                </c:pt>
                <c:pt idx="5707">
                  <c:v>37740</c:v>
                </c:pt>
                <c:pt idx="5708">
                  <c:v>37739</c:v>
                </c:pt>
                <c:pt idx="5709">
                  <c:v>37736</c:v>
                </c:pt>
                <c:pt idx="5710">
                  <c:v>37735</c:v>
                </c:pt>
                <c:pt idx="5711">
                  <c:v>37734</c:v>
                </c:pt>
                <c:pt idx="5712">
                  <c:v>37733</c:v>
                </c:pt>
                <c:pt idx="5713">
                  <c:v>37728</c:v>
                </c:pt>
                <c:pt idx="5714">
                  <c:v>37727</c:v>
                </c:pt>
                <c:pt idx="5715">
                  <c:v>37726</c:v>
                </c:pt>
                <c:pt idx="5716">
                  <c:v>37725</c:v>
                </c:pt>
                <c:pt idx="5717">
                  <c:v>37722</c:v>
                </c:pt>
                <c:pt idx="5718">
                  <c:v>37721</c:v>
                </c:pt>
                <c:pt idx="5719">
                  <c:v>37720</c:v>
                </c:pt>
                <c:pt idx="5720">
                  <c:v>37719</c:v>
                </c:pt>
                <c:pt idx="5721">
                  <c:v>37718</c:v>
                </c:pt>
                <c:pt idx="5722">
                  <c:v>37715</c:v>
                </c:pt>
                <c:pt idx="5723">
                  <c:v>37714</c:v>
                </c:pt>
                <c:pt idx="5724">
                  <c:v>37713</c:v>
                </c:pt>
                <c:pt idx="5725">
                  <c:v>37712</c:v>
                </c:pt>
                <c:pt idx="5726">
                  <c:v>37711</c:v>
                </c:pt>
                <c:pt idx="5727">
                  <c:v>37708</c:v>
                </c:pt>
                <c:pt idx="5728">
                  <c:v>37707</c:v>
                </c:pt>
                <c:pt idx="5729">
                  <c:v>37706</c:v>
                </c:pt>
                <c:pt idx="5730">
                  <c:v>37705</c:v>
                </c:pt>
                <c:pt idx="5731">
                  <c:v>37704</c:v>
                </c:pt>
                <c:pt idx="5732">
                  <c:v>37701</c:v>
                </c:pt>
                <c:pt idx="5733">
                  <c:v>37700</c:v>
                </c:pt>
                <c:pt idx="5734">
                  <c:v>37699</c:v>
                </c:pt>
                <c:pt idx="5735">
                  <c:v>37698</c:v>
                </c:pt>
                <c:pt idx="5736">
                  <c:v>37697</c:v>
                </c:pt>
                <c:pt idx="5737">
                  <c:v>37694</c:v>
                </c:pt>
                <c:pt idx="5738">
                  <c:v>37693</c:v>
                </c:pt>
                <c:pt idx="5739">
                  <c:v>37692</c:v>
                </c:pt>
                <c:pt idx="5740">
                  <c:v>37691</c:v>
                </c:pt>
                <c:pt idx="5741">
                  <c:v>37690</c:v>
                </c:pt>
                <c:pt idx="5742">
                  <c:v>37687</c:v>
                </c:pt>
                <c:pt idx="5743">
                  <c:v>37686</c:v>
                </c:pt>
                <c:pt idx="5744">
                  <c:v>37685</c:v>
                </c:pt>
                <c:pt idx="5745">
                  <c:v>37684</c:v>
                </c:pt>
                <c:pt idx="5746">
                  <c:v>37683</c:v>
                </c:pt>
                <c:pt idx="5747">
                  <c:v>37680</c:v>
                </c:pt>
                <c:pt idx="5748">
                  <c:v>37679</c:v>
                </c:pt>
                <c:pt idx="5749">
                  <c:v>37678</c:v>
                </c:pt>
                <c:pt idx="5750">
                  <c:v>37677</c:v>
                </c:pt>
                <c:pt idx="5751">
                  <c:v>37676</c:v>
                </c:pt>
                <c:pt idx="5752">
                  <c:v>37673</c:v>
                </c:pt>
                <c:pt idx="5753">
                  <c:v>37672</c:v>
                </c:pt>
                <c:pt idx="5754">
                  <c:v>37671</c:v>
                </c:pt>
                <c:pt idx="5755">
                  <c:v>37670</c:v>
                </c:pt>
                <c:pt idx="5756">
                  <c:v>37669</c:v>
                </c:pt>
                <c:pt idx="5757">
                  <c:v>37666</c:v>
                </c:pt>
                <c:pt idx="5758">
                  <c:v>37665</c:v>
                </c:pt>
                <c:pt idx="5759">
                  <c:v>37664</c:v>
                </c:pt>
                <c:pt idx="5760">
                  <c:v>37663</c:v>
                </c:pt>
                <c:pt idx="5761">
                  <c:v>37662</c:v>
                </c:pt>
                <c:pt idx="5762">
                  <c:v>37659</c:v>
                </c:pt>
                <c:pt idx="5763">
                  <c:v>37658</c:v>
                </c:pt>
                <c:pt idx="5764">
                  <c:v>37657</c:v>
                </c:pt>
                <c:pt idx="5765">
                  <c:v>37656</c:v>
                </c:pt>
                <c:pt idx="5766">
                  <c:v>37651</c:v>
                </c:pt>
                <c:pt idx="5767">
                  <c:v>37650</c:v>
                </c:pt>
                <c:pt idx="5768">
                  <c:v>37649</c:v>
                </c:pt>
                <c:pt idx="5769">
                  <c:v>37648</c:v>
                </c:pt>
                <c:pt idx="5770">
                  <c:v>37645</c:v>
                </c:pt>
                <c:pt idx="5771">
                  <c:v>37644</c:v>
                </c:pt>
                <c:pt idx="5772">
                  <c:v>37643</c:v>
                </c:pt>
                <c:pt idx="5773">
                  <c:v>37642</c:v>
                </c:pt>
                <c:pt idx="5774">
                  <c:v>37641</c:v>
                </c:pt>
                <c:pt idx="5775">
                  <c:v>37638</c:v>
                </c:pt>
                <c:pt idx="5776">
                  <c:v>37637</c:v>
                </c:pt>
                <c:pt idx="5777">
                  <c:v>37636</c:v>
                </c:pt>
                <c:pt idx="5778">
                  <c:v>37635</c:v>
                </c:pt>
                <c:pt idx="5779">
                  <c:v>37634</c:v>
                </c:pt>
                <c:pt idx="5780">
                  <c:v>37631</c:v>
                </c:pt>
                <c:pt idx="5781">
                  <c:v>37630</c:v>
                </c:pt>
                <c:pt idx="5782">
                  <c:v>37629</c:v>
                </c:pt>
                <c:pt idx="5783">
                  <c:v>37628</c:v>
                </c:pt>
                <c:pt idx="5784">
                  <c:v>37627</c:v>
                </c:pt>
                <c:pt idx="5785">
                  <c:v>37624</c:v>
                </c:pt>
                <c:pt idx="5786">
                  <c:v>37623</c:v>
                </c:pt>
                <c:pt idx="5787">
                  <c:v>37621</c:v>
                </c:pt>
                <c:pt idx="5788">
                  <c:v>37620</c:v>
                </c:pt>
                <c:pt idx="5789">
                  <c:v>37617</c:v>
                </c:pt>
                <c:pt idx="5790">
                  <c:v>37614</c:v>
                </c:pt>
                <c:pt idx="5791">
                  <c:v>37613</c:v>
                </c:pt>
                <c:pt idx="5792">
                  <c:v>37610</c:v>
                </c:pt>
                <c:pt idx="5793">
                  <c:v>37609</c:v>
                </c:pt>
                <c:pt idx="5794">
                  <c:v>37608</c:v>
                </c:pt>
                <c:pt idx="5795">
                  <c:v>37607</c:v>
                </c:pt>
                <c:pt idx="5796">
                  <c:v>37606</c:v>
                </c:pt>
                <c:pt idx="5797">
                  <c:v>37603</c:v>
                </c:pt>
                <c:pt idx="5798">
                  <c:v>37602</c:v>
                </c:pt>
                <c:pt idx="5799">
                  <c:v>37601</c:v>
                </c:pt>
                <c:pt idx="5800">
                  <c:v>37600</c:v>
                </c:pt>
                <c:pt idx="5801">
                  <c:v>37599</c:v>
                </c:pt>
                <c:pt idx="5802">
                  <c:v>37596</c:v>
                </c:pt>
                <c:pt idx="5803">
                  <c:v>37595</c:v>
                </c:pt>
                <c:pt idx="5804">
                  <c:v>37594</c:v>
                </c:pt>
                <c:pt idx="5805">
                  <c:v>37593</c:v>
                </c:pt>
                <c:pt idx="5806">
                  <c:v>37592</c:v>
                </c:pt>
                <c:pt idx="5807">
                  <c:v>37589</c:v>
                </c:pt>
                <c:pt idx="5808">
                  <c:v>37588</c:v>
                </c:pt>
                <c:pt idx="5809">
                  <c:v>37587</c:v>
                </c:pt>
                <c:pt idx="5810">
                  <c:v>37586</c:v>
                </c:pt>
                <c:pt idx="5811">
                  <c:v>37585</c:v>
                </c:pt>
                <c:pt idx="5812">
                  <c:v>37582</c:v>
                </c:pt>
                <c:pt idx="5813">
                  <c:v>37581</c:v>
                </c:pt>
                <c:pt idx="5814">
                  <c:v>37580</c:v>
                </c:pt>
                <c:pt idx="5815">
                  <c:v>37579</c:v>
                </c:pt>
                <c:pt idx="5816">
                  <c:v>37578</c:v>
                </c:pt>
                <c:pt idx="5817">
                  <c:v>37575</c:v>
                </c:pt>
                <c:pt idx="5818">
                  <c:v>37574</c:v>
                </c:pt>
                <c:pt idx="5819">
                  <c:v>37573</c:v>
                </c:pt>
                <c:pt idx="5820">
                  <c:v>37572</c:v>
                </c:pt>
                <c:pt idx="5821">
                  <c:v>37571</c:v>
                </c:pt>
                <c:pt idx="5822">
                  <c:v>37568</c:v>
                </c:pt>
                <c:pt idx="5823">
                  <c:v>37567</c:v>
                </c:pt>
                <c:pt idx="5824">
                  <c:v>37566</c:v>
                </c:pt>
                <c:pt idx="5825">
                  <c:v>37565</c:v>
                </c:pt>
                <c:pt idx="5826">
                  <c:v>37564</c:v>
                </c:pt>
                <c:pt idx="5827">
                  <c:v>37561</c:v>
                </c:pt>
                <c:pt idx="5828">
                  <c:v>37560</c:v>
                </c:pt>
                <c:pt idx="5829">
                  <c:v>37559</c:v>
                </c:pt>
                <c:pt idx="5830">
                  <c:v>37558</c:v>
                </c:pt>
                <c:pt idx="5831">
                  <c:v>37557</c:v>
                </c:pt>
                <c:pt idx="5832">
                  <c:v>37554</c:v>
                </c:pt>
                <c:pt idx="5833">
                  <c:v>37553</c:v>
                </c:pt>
                <c:pt idx="5834">
                  <c:v>37552</c:v>
                </c:pt>
                <c:pt idx="5835">
                  <c:v>37551</c:v>
                </c:pt>
                <c:pt idx="5836">
                  <c:v>37550</c:v>
                </c:pt>
                <c:pt idx="5837">
                  <c:v>37547</c:v>
                </c:pt>
                <c:pt idx="5838">
                  <c:v>37546</c:v>
                </c:pt>
                <c:pt idx="5839">
                  <c:v>37545</c:v>
                </c:pt>
                <c:pt idx="5840">
                  <c:v>37544</c:v>
                </c:pt>
                <c:pt idx="5841">
                  <c:v>37540</c:v>
                </c:pt>
                <c:pt idx="5842">
                  <c:v>37539</c:v>
                </c:pt>
                <c:pt idx="5843">
                  <c:v>37538</c:v>
                </c:pt>
                <c:pt idx="5844">
                  <c:v>37537</c:v>
                </c:pt>
                <c:pt idx="5845">
                  <c:v>37536</c:v>
                </c:pt>
                <c:pt idx="5846">
                  <c:v>37533</c:v>
                </c:pt>
                <c:pt idx="5847">
                  <c:v>37532</c:v>
                </c:pt>
                <c:pt idx="5848">
                  <c:v>37531</c:v>
                </c:pt>
                <c:pt idx="5849">
                  <c:v>37529</c:v>
                </c:pt>
                <c:pt idx="5850">
                  <c:v>37526</c:v>
                </c:pt>
                <c:pt idx="5851">
                  <c:v>37525</c:v>
                </c:pt>
                <c:pt idx="5852">
                  <c:v>37524</c:v>
                </c:pt>
                <c:pt idx="5853">
                  <c:v>37523</c:v>
                </c:pt>
                <c:pt idx="5854">
                  <c:v>37522</c:v>
                </c:pt>
                <c:pt idx="5855">
                  <c:v>37519</c:v>
                </c:pt>
                <c:pt idx="5856">
                  <c:v>37518</c:v>
                </c:pt>
                <c:pt idx="5857">
                  <c:v>37517</c:v>
                </c:pt>
                <c:pt idx="5858">
                  <c:v>37516</c:v>
                </c:pt>
                <c:pt idx="5859">
                  <c:v>37515</c:v>
                </c:pt>
                <c:pt idx="5860">
                  <c:v>37512</c:v>
                </c:pt>
                <c:pt idx="5861">
                  <c:v>37511</c:v>
                </c:pt>
                <c:pt idx="5862">
                  <c:v>37510</c:v>
                </c:pt>
                <c:pt idx="5863">
                  <c:v>37509</c:v>
                </c:pt>
                <c:pt idx="5864">
                  <c:v>37508</c:v>
                </c:pt>
                <c:pt idx="5865">
                  <c:v>37505</c:v>
                </c:pt>
                <c:pt idx="5866">
                  <c:v>37504</c:v>
                </c:pt>
                <c:pt idx="5867">
                  <c:v>37503</c:v>
                </c:pt>
                <c:pt idx="5868">
                  <c:v>37502</c:v>
                </c:pt>
                <c:pt idx="5869">
                  <c:v>37501</c:v>
                </c:pt>
                <c:pt idx="5870">
                  <c:v>37498</c:v>
                </c:pt>
                <c:pt idx="5871">
                  <c:v>37497</c:v>
                </c:pt>
                <c:pt idx="5872">
                  <c:v>37496</c:v>
                </c:pt>
                <c:pt idx="5873">
                  <c:v>37495</c:v>
                </c:pt>
                <c:pt idx="5874">
                  <c:v>37494</c:v>
                </c:pt>
                <c:pt idx="5875">
                  <c:v>37491</c:v>
                </c:pt>
                <c:pt idx="5876">
                  <c:v>37490</c:v>
                </c:pt>
                <c:pt idx="5877">
                  <c:v>37489</c:v>
                </c:pt>
                <c:pt idx="5878">
                  <c:v>37488</c:v>
                </c:pt>
                <c:pt idx="5879">
                  <c:v>37487</c:v>
                </c:pt>
                <c:pt idx="5880">
                  <c:v>37484</c:v>
                </c:pt>
                <c:pt idx="5881">
                  <c:v>37483</c:v>
                </c:pt>
                <c:pt idx="5882">
                  <c:v>37482</c:v>
                </c:pt>
                <c:pt idx="5883">
                  <c:v>37481</c:v>
                </c:pt>
                <c:pt idx="5884">
                  <c:v>37480</c:v>
                </c:pt>
                <c:pt idx="5885">
                  <c:v>37477</c:v>
                </c:pt>
                <c:pt idx="5886">
                  <c:v>37476</c:v>
                </c:pt>
                <c:pt idx="5887">
                  <c:v>37475</c:v>
                </c:pt>
                <c:pt idx="5888">
                  <c:v>37474</c:v>
                </c:pt>
                <c:pt idx="5889">
                  <c:v>37473</c:v>
                </c:pt>
                <c:pt idx="5890">
                  <c:v>37470</c:v>
                </c:pt>
                <c:pt idx="5891">
                  <c:v>37469</c:v>
                </c:pt>
                <c:pt idx="5892">
                  <c:v>37468</c:v>
                </c:pt>
                <c:pt idx="5893">
                  <c:v>37467</c:v>
                </c:pt>
                <c:pt idx="5894">
                  <c:v>37466</c:v>
                </c:pt>
                <c:pt idx="5895">
                  <c:v>37463</c:v>
                </c:pt>
                <c:pt idx="5896">
                  <c:v>37462</c:v>
                </c:pt>
                <c:pt idx="5897">
                  <c:v>37461</c:v>
                </c:pt>
                <c:pt idx="5898">
                  <c:v>37460</c:v>
                </c:pt>
                <c:pt idx="5899">
                  <c:v>37459</c:v>
                </c:pt>
                <c:pt idx="5900">
                  <c:v>37456</c:v>
                </c:pt>
                <c:pt idx="5901">
                  <c:v>37455</c:v>
                </c:pt>
                <c:pt idx="5902">
                  <c:v>37454</c:v>
                </c:pt>
                <c:pt idx="5903">
                  <c:v>37453</c:v>
                </c:pt>
                <c:pt idx="5904">
                  <c:v>37452</c:v>
                </c:pt>
                <c:pt idx="5905">
                  <c:v>37449</c:v>
                </c:pt>
                <c:pt idx="5906">
                  <c:v>37448</c:v>
                </c:pt>
                <c:pt idx="5907">
                  <c:v>37447</c:v>
                </c:pt>
                <c:pt idx="5908">
                  <c:v>37446</c:v>
                </c:pt>
                <c:pt idx="5909">
                  <c:v>37445</c:v>
                </c:pt>
                <c:pt idx="5910">
                  <c:v>37442</c:v>
                </c:pt>
                <c:pt idx="5911">
                  <c:v>37441</c:v>
                </c:pt>
                <c:pt idx="5912">
                  <c:v>37440</c:v>
                </c:pt>
                <c:pt idx="5913">
                  <c:v>37439</c:v>
                </c:pt>
                <c:pt idx="5914">
                  <c:v>37435</c:v>
                </c:pt>
                <c:pt idx="5915">
                  <c:v>37434</c:v>
                </c:pt>
                <c:pt idx="5916">
                  <c:v>37433</c:v>
                </c:pt>
                <c:pt idx="5917">
                  <c:v>37432</c:v>
                </c:pt>
                <c:pt idx="5918">
                  <c:v>37431</c:v>
                </c:pt>
                <c:pt idx="5919">
                  <c:v>37428</c:v>
                </c:pt>
                <c:pt idx="5920">
                  <c:v>37427</c:v>
                </c:pt>
                <c:pt idx="5921">
                  <c:v>37426</c:v>
                </c:pt>
                <c:pt idx="5922">
                  <c:v>37425</c:v>
                </c:pt>
                <c:pt idx="5923">
                  <c:v>37424</c:v>
                </c:pt>
                <c:pt idx="5924">
                  <c:v>37421</c:v>
                </c:pt>
                <c:pt idx="5925">
                  <c:v>37420</c:v>
                </c:pt>
                <c:pt idx="5926">
                  <c:v>37419</c:v>
                </c:pt>
                <c:pt idx="5927">
                  <c:v>37418</c:v>
                </c:pt>
                <c:pt idx="5928">
                  <c:v>37417</c:v>
                </c:pt>
                <c:pt idx="5929">
                  <c:v>37414</c:v>
                </c:pt>
                <c:pt idx="5930">
                  <c:v>37413</c:v>
                </c:pt>
                <c:pt idx="5931">
                  <c:v>37412</c:v>
                </c:pt>
                <c:pt idx="5932">
                  <c:v>37411</c:v>
                </c:pt>
                <c:pt idx="5933">
                  <c:v>37410</c:v>
                </c:pt>
                <c:pt idx="5934">
                  <c:v>37407</c:v>
                </c:pt>
                <c:pt idx="5935">
                  <c:v>37406</c:v>
                </c:pt>
                <c:pt idx="5936">
                  <c:v>37405</c:v>
                </c:pt>
                <c:pt idx="5937">
                  <c:v>37404</c:v>
                </c:pt>
                <c:pt idx="5938">
                  <c:v>37403</c:v>
                </c:pt>
                <c:pt idx="5939">
                  <c:v>37400</c:v>
                </c:pt>
                <c:pt idx="5940">
                  <c:v>37399</c:v>
                </c:pt>
                <c:pt idx="5941">
                  <c:v>37398</c:v>
                </c:pt>
                <c:pt idx="5942">
                  <c:v>37397</c:v>
                </c:pt>
                <c:pt idx="5943">
                  <c:v>37393</c:v>
                </c:pt>
                <c:pt idx="5944">
                  <c:v>37392</c:v>
                </c:pt>
                <c:pt idx="5945">
                  <c:v>37391</c:v>
                </c:pt>
                <c:pt idx="5946">
                  <c:v>37390</c:v>
                </c:pt>
                <c:pt idx="5947">
                  <c:v>37389</c:v>
                </c:pt>
                <c:pt idx="5948">
                  <c:v>37386</c:v>
                </c:pt>
                <c:pt idx="5949">
                  <c:v>37385</c:v>
                </c:pt>
                <c:pt idx="5950">
                  <c:v>37384</c:v>
                </c:pt>
                <c:pt idx="5951">
                  <c:v>37383</c:v>
                </c:pt>
                <c:pt idx="5952">
                  <c:v>37382</c:v>
                </c:pt>
                <c:pt idx="5953">
                  <c:v>37379</c:v>
                </c:pt>
                <c:pt idx="5954">
                  <c:v>37378</c:v>
                </c:pt>
                <c:pt idx="5955">
                  <c:v>37376</c:v>
                </c:pt>
                <c:pt idx="5956">
                  <c:v>37375</c:v>
                </c:pt>
                <c:pt idx="5957">
                  <c:v>37372</c:v>
                </c:pt>
                <c:pt idx="5958">
                  <c:v>37371</c:v>
                </c:pt>
                <c:pt idx="5959">
                  <c:v>37370</c:v>
                </c:pt>
                <c:pt idx="5960">
                  <c:v>37369</c:v>
                </c:pt>
                <c:pt idx="5961">
                  <c:v>37368</c:v>
                </c:pt>
                <c:pt idx="5962">
                  <c:v>37365</c:v>
                </c:pt>
                <c:pt idx="5963">
                  <c:v>37364</c:v>
                </c:pt>
                <c:pt idx="5964">
                  <c:v>37363</c:v>
                </c:pt>
                <c:pt idx="5965">
                  <c:v>37362</c:v>
                </c:pt>
                <c:pt idx="5966">
                  <c:v>37361</c:v>
                </c:pt>
                <c:pt idx="5967">
                  <c:v>37358</c:v>
                </c:pt>
                <c:pt idx="5968">
                  <c:v>37357</c:v>
                </c:pt>
                <c:pt idx="5969">
                  <c:v>37356</c:v>
                </c:pt>
                <c:pt idx="5970">
                  <c:v>37355</c:v>
                </c:pt>
                <c:pt idx="5971">
                  <c:v>37354</c:v>
                </c:pt>
                <c:pt idx="5972">
                  <c:v>37350</c:v>
                </c:pt>
                <c:pt idx="5973">
                  <c:v>37349</c:v>
                </c:pt>
                <c:pt idx="5974">
                  <c:v>37348</c:v>
                </c:pt>
                <c:pt idx="5975">
                  <c:v>37343</c:v>
                </c:pt>
                <c:pt idx="5976">
                  <c:v>37342</c:v>
                </c:pt>
                <c:pt idx="5977">
                  <c:v>37341</c:v>
                </c:pt>
                <c:pt idx="5978">
                  <c:v>37340</c:v>
                </c:pt>
                <c:pt idx="5979">
                  <c:v>37337</c:v>
                </c:pt>
                <c:pt idx="5980">
                  <c:v>37336</c:v>
                </c:pt>
                <c:pt idx="5981">
                  <c:v>37335</c:v>
                </c:pt>
                <c:pt idx="5982">
                  <c:v>37334</c:v>
                </c:pt>
                <c:pt idx="5983">
                  <c:v>37333</c:v>
                </c:pt>
                <c:pt idx="5984">
                  <c:v>37330</c:v>
                </c:pt>
                <c:pt idx="5985">
                  <c:v>37329</c:v>
                </c:pt>
                <c:pt idx="5986">
                  <c:v>37328</c:v>
                </c:pt>
                <c:pt idx="5987">
                  <c:v>37327</c:v>
                </c:pt>
                <c:pt idx="5988">
                  <c:v>37326</c:v>
                </c:pt>
                <c:pt idx="5989">
                  <c:v>37323</c:v>
                </c:pt>
                <c:pt idx="5990">
                  <c:v>37322</c:v>
                </c:pt>
                <c:pt idx="5991">
                  <c:v>37321</c:v>
                </c:pt>
                <c:pt idx="5992">
                  <c:v>37320</c:v>
                </c:pt>
                <c:pt idx="5993">
                  <c:v>37319</c:v>
                </c:pt>
                <c:pt idx="5994">
                  <c:v>37316</c:v>
                </c:pt>
                <c:pt idx="5995">
                  <c:v>37315</c:v>
                </c:pt>
                <c:pt idx="5996">
                  <c:v>37314</c:v>
                </c:pt>
                <c:pt idx="5997">
                  <c:v>37313</c:v>
                </c:pt>
                <c:pt idx="5998">
                  <c:v>37312</c:v>
                </c:pt>
                <c:pt idx="5999">
                  <c:v>37309</c:v>
                </c:pt>
                <c:pt idx="6000">
                  <c:v>37308</c:v>
                </c:pt>
                <c:pt idx="6001">
                  <c:v>37307</c:v>
                </c:pt>
                <c:pt idx="6002">
                  <c:v>37306</c:v>
                </c:pt>
                <c:pt idx="6003">
                  <c:v>37305</c:v>
                </c:pt>
                <c:pt idx="6004">
                  <c:v>37302</c:v>
                </c:pt>
                <c:pt idx="6005">
                  <c:v>37298</c:v>
                </c:pt>
                <c:pt idx="6006">
                  <c:v>37295</c:v>
                </c:pt>
                <c:pt idx="6007">
                  <c:v>37294</c:v>
                </c:pt>
                <c:pt idx="6008">
                  <c:v>37293</c:v>
                </c:pt>
                <c:pt idx="6009">
                  <c:v>37292</c:v>
                </c:pt>
                <c:pt idx="6010">
                  <c:v>37291</c:v>
                </c:pt>
                <c:pt idx="6011">
                  <c:v>37288</c:v>
                </c:pt>
                <c:pt idx="6012">
                  <c:v>37287</c:v>
                </c:pt>
                <c:pt idx="6013">
                  <c:v>37286</c:v>
                </c:pt>
                <c:pt idx="6014">
                  <c:v>37285</c:v>
                </c:pt>
                <c:pt idx="6015">
                  <c:v>37284</c:v>
                </c:pt>
                <c:pt idx="6016">
                  <c:v>37281</c:v>
                </c:pt>
                <c:pt idx="6017">
                  <c:v>37280</c:v>
                </c:pt>
                <c:pt idx="6018">
                  <c:v>37279</c:v>
                </c:pt>
                <c:pt idx="6019">
                  <c:v>37278</c:v>
                </c:pt>
                <c:pt idx="6020">
                  <c:v>37277</c:v>
                </c:pt>
                <c:pt idx="6021">
                  <c:v>37274</c:v>
                </c:pt>
                <c:pt idx="6022">
                  <c:v>37273</c:v>
                </c:pt>
                <c:pt idx="6023">
                  <c:v>37272</c:v>
                </c:pt>
                <c:pt idx="6024">
                  <c:v>37271</c:v>
                </c:pt>
                <c:pt idx="6025">
                  <c:v>37270</c:v>
                </c:pt>
                <c:pt idx="6026">
                  <c:v>37267</c:v>
                </c:pt>
                <c:pt idx="6027">
                  <c:v>37266</c:v>
                </c:pt>
                <c:pt idx="6028">
                  <c:v>37265</c:v>
                </c:pt>
                <c:pt idx="6029">
                  <c:v>37264</c:v>
                </c:pt>
                <c:pt idx="6030">
                  <c:v>37263</c:v>
                </c:pt>
                <c:pt idx="6031">
                  <c:v>37260</c:v>
                </c:pt>
                <c:pt idx="6032">
                  <c:v>37259</c:v>
                </c:pt>
                <c:pt idx="6033">
                  <c:v>37258</c:v>
                </c:pt>
                <c:pt idx="6034">
                  <c:v>37256</c:v>
                </c:pt>
                <c:pt idx="6035">
                  <c:v>37253</c:v>
                </c:pt>
                <c:pt idx="6036">
                  <c:v>37252</c:v>
                </c:pt>
                <c:pt idx="6037">
                  <c:v>37249</c:v>
                </c:pt>
                <c:pt idx="6038">
                  <c:v>37246</c:v>
                </c:pt>
                <c:pt idx="6039">
                  <c:v>37245</c:v>
                </c:pt>
                <c:pt idx="6040">
                  <c:v>37244</c:v>
                </c:pt>
                <c:pt idx="6041">
                  <c:v>37243</c:v>
                </c:pt>
                <c:pt idx="6042">
                  <c:v>37242</c:v>
                </c:pt>
                <c:pt idx="6043">
                  <c:v>37239</c:v>
                </c:pt>
                <c:pt idx="6044">
                  <c:v>37238</c:v>
                </c:pt>
                <c:pt idx="6045">
                  <c:v>37237</c:v>
                </c:pt>
                <c:pt idx="6046">
                  <c:v>37236</c:v>
                </c:pt>
                <c:pt idx="6047">
                  <c:v>37235</c:v>
                </c:pt>
                <c:pt idx="6048">
                  <c:v>37232</c:v>
                </c:pt>
                <c:pt idx="6049">
                  <c:v>37231</c:v>
                </c:pt>
                <c:pt idx="6050">
                  <c:v>37230</c:v>
                </c:pt>
                <c:pt idx="6051">
                  <c:v>37229</c:v>
                </c:pt>
                <c:pt idx="6052">
                  <c:v>37228</c:v>
                </c:pt>
                <c:pt idx="6053">
                  <c:v>37225</c:v>
                </c:pt>
                <c:pt idx="6054">
                  <c:v>37224</c:v>
                </c:pt>
                <c:pt idx="6055">
                  <c:v>37223</c:v>
                </c:pt>
                <c:pt idx="6056">
                  <c:v>37222</c:v>
                </c:pt>
                <c:pt idx="6057">
                  <c:v>37221</c:v>
                </c:pt>
                <c:pt idx="6058">
                  <c:v>37218</c:v>
                </c:pt>
                <c:pt idx="6059">
                  <c:v>37217</c:v>
                </c:pt>
                <c:pt idx="6060">
                  <c:v>37216</c:v>
                </c:pt>
                <c:pt idx="6061">
                  <c:v>37215</c:v>
                </c:pt>
                <c:pt idx="6062">
                  <c:v>37214</c:v>
                </c:pt>
                <c:pt idx="6063">
                  <c:v>37211</c:v>
                </c:pt>
                <c:pt idx="6064">
                  <c:v>37210</c:v>
                </c:pt>
                <c:pt idx="6065">
                  <c:v>37209</c:v>
                </c:pt>
                <c:pt idx="6066">
                  <c:v>37208</c:v>
                </c:pt>
                <c:pt idx="6067">
                  <c:v>37207</c:v>
                </c:pt>
                <c:pt idx="6068">
                  <c:v>37204</c:v>
                </c:pt>
                <c:pt idx="6069">
                  <c:v>37203</c:v>
                </c:pt>
                <c:pt idx="6070">
                  <c:v>37202</c:v>
                </c:pt>
                <c:pt idx="6071">
                  <c:v>37201</c:v>
                </c:pt>
                <c:pt idx="6072">
                  <c:v>37200</c:v>
                </c:pt>
                <c:pt idx="6073">
                  <c:v>37197</c:v>
                </c:pt>
                <c:pt idx="6074">
                  <c:v>37196</c:v>
                </c:pt>
                <c:pt idx="6075">
                  <c:v>37195</c:v>
                </c:pt>
                <c:pt idx="6076">
                  <c:v>37194</c:v>
                </c:pt>
                <c:pt idx="6077">
                  <c:v>37193</c:v>
                </c:pt>
                <c:pt idx="6078">
                  <c:v>37190</c:v>
                </c:pt>
                <c:pt idx="6079">
                  <c:v>37188</c:v>
                </c:pt>
                <c:pt idx="6080">
                  <c:v>37187</c:v>
                </c:pt>
                <c:pt idx="6081">
                  <c:v>37186</c:v>
                </c:pt>
                <c:pt idx="6082">
                  <c:v>37183</c:v>
                </c:pt>
                <c:pt idx="6083">
                  <c:v>37182</c:v>
                </c:pt>
                <c:pt idx="6084">
                  <c:v>37181</c:v>
                </c:pt>
                <c:pt idx="6085">
                  <c:v>37180</c:v>
                </c:pt>
                <c:pt idx="6086">
                  <c:v>37179</c:v>
                </c:pt>
                <c:pt idx="6087">
                  <c:v>37176</c:v>
                </c:pt>
                <c:pt idx="6088">
                  <c:v>37175</c:v>
                </c:pt>
                <c:pt idx="6089">
                  <c:v>37174</c:v>
                </c:pt>
                <c:pt idx="6090">
                  <c:v>37173</c:v>
                </c:pt>
                <c:pt idx="6091">
                  <c:v>37172</c:v>
                </c:pt>
                <c:pt idx="6092">
                  <c:v>37169</c:v>
                </c:pt>
                <c:pt idx="6093">
                  <c:v>37168</c:v>
                </c:pt>
                <c:pt idx="6094">
                  <c:v>37167</c:v>
                </c:pt>
                <c:pt idx="6095">
                  <c:v>37162</c:v>
                </c:pt>
                <c:pt idx="6096">
                  <c:v>37161</c:v>
                </c:pt>
                <c:pt idx="6097">
                  <c:v>37160</c:v>
                </c:pt>
                <c:pt idx="6098">
                  <c:v>37159</c:v>
                </c:pt>
                <c:pt idx="6099">
                  <c:v>37158</c:v>
                </c:pt>
                <c:pt idx="6100">
                  <c:v>37155</c:v>
                </c:pt>
                <c:pt idx="6101">
                  <c:v>37154</c:v>
                </c:pt>
                <c:pt idx="6102">
                  <c:v>37153</c:v>
                </c:pt>
                <c:pt idx="6103">
                  <c:v>37152</c:v>
                </c:pt>
                <c:pt idx="6104">
                  <c:v>37151</c:v>
                </c:pt>
                <c:pt idx="6105">
                  <c:v>37148</c:v>
                </c:pt>
                <c:pt idx="6106">
                  <c:v>37147</c:v>
                </c:pt>
                <c:pt idx="6107">
                  <c:v>37146</c:v>
                </c:pt>
                <c:pt idx="6108">
                  <c:v>37145</c:v>
                </c:pt>
                <c:pt idx="6109">
                  <c:v>37144</c:v>
                </c:pt>
                <c:pt idx="6110">
                  <c:v>37141</c:v>
                </c:pt>
                <c:pt idx="6111">
                  <c:v>37140</c:v>
                </c:pt>
                <c:pt idx="6112">
                  <c:v>37139</c:v>
                </c:pt>
                <c:pt idx="6113">
                  <c:v>37138</c:v>
                </c:pt>
                <c:pt idx="6114">
                  <c:v>37137</c:v>
                </c:pt>
                <c:pt idx="6115">
                  <c:v>37134</c:v>
                </c:pt>
                <c:pt idx="6116">
                  <c:v>37133</c:v>
                </c:pt>
                <c:pt idx="6117">
                  <c:v>37132</c:v>
                </c:pt>
                <c:pt idx="6118">
                  <c:v>37131</c:v>
                </c:pt>
                <c:pt idx="6119">
                  <c:v>37130</c:v>
                </c:pt>
                <c:pt idx="6120">
                  <c:v>37127</c:v>
                </c:pt>
                <c:pt idx="6121">
                  <c:v>37126</c:v>
                </c:pt>
                <c:pt idx="6122">
                  <c:v>37125</c:v>
                </c:pt>
                <c:pt idx="6123">
                  <c:v>37124</c:v>
                </c:pt>
                <c:pt idx="6124">
                  <c:v>37123</c:v>
                </c:pt>
                <c:pt idx="6125">
                  <c:v>37120</c:v>
                </c:pt>
                <c:pt idx="6126">
                  <c:v>37119</c:v>
                </c:pt>
                <c:pt idx="6127">
                  <c:v>37118</c:v>
                </c:pt>
                <c:pt idx="6128">
                  <c:v>37117</c:v>
                </c:pt>
                <c:pt idx="6129">
                  <c:v>37116</c:v>
                </c:pt>
                <c:pt idx="6130">
                  <c:v>37113</c:v>
                </c:pt>
                <c:pt idx="6131">
                  <c:v>37112</c:v>
                </c:pt>
                <c:pt idx="6132">
                  <c:v>37111</c:v>
                </c:pt>
                <c:pt idx="6133">
                  <c:v>37110</c:v>
                </c:pt>
                <c:pt idx="6134">
                  <c:v>37109</c:v>
                </c:pt>
                <c:pt idx="6135">
                  <c:v>37106</c:v>
                </c:pt>
                <c:pt idx="6136">
                  <c:v>37105</c:v>
                </c:pt>
                <c:pt idx="6137">
                  <c:v>37104</c:v>
                </c:pt>
                <c:pt idx="6138">
                  <c:v>37103</c:v>
                </c:pt>
                <c:pt idx="6139">
                  <c:v>37102</c:v>
                </c:pt>
                <c:pt idx="6140">
                  <c:v>37099</c:v>
                </c:pt>
                <c:pt idx="6141">
                  <c:v>37098</c:v>
                </c:pt>
                <c:pt idx="6142">
                  <c:v>37096</c:v>
                </c:pt>
                <c:pt idx="6143">
                  <c:v>37095</c:v>
                </c:pt>
                <c:pt idx="6144">
                  <c:v>37092</c:v>
                </c:pt>
                <c:pt idx="6145">
                  <c:v>37091</c:v>
                </c:pt>
                <c:pt idx="6146">
                  <c:v>37090</c:v>
                </c:pt>
                <c:pt idx="6147">
                  <c:v>37089</c:v>
                </c:pt>
                <c:pt idx="6148">
                  <c:v>37088</c:v>
                </c:pt>
                <c:pt idx="6149">
                  <c:v>37085</c:v>
                </c:pt>
                <c:pt idx="6150">
                  <c:v>37084</c:v>
                </c:pt>
                <c:pt idx="6151">
                  <c:v>37083</c:v>
                </c:pt>
                <c:pt idx="6152">
                  <c:v>37082</c:v>
                </c:pt>
                <c:pt idx="6153">
                  <c:v>37081</c:v>
                </c:pt>
                <c:pt idx="6154">
                  <c:v>37077</c:v>
                </c:pt>
                <c:pt idx="6155">
                  <c:v>37076</c:v>
                </c:pt>
                <c:pt idx="6156">
                  <c:v>37075</c:v>
                </c:pt>
                <c:pt idx="6157">
                  <c:v>37071</c:v>
                </c:pt>
                <c:pt idx="6158">
                  <c:v>37070</c:v>
                </c:pt>
                <c:pt idx="6159">
                  <c:v>37069</c:v>
                </c:pt>
                <c:pt idx="6160">
                  <c:v>37068</c:v>
                </c:pt>
                <c:pt idx="6161">
                  <c:v>37064</c:v>
                </c:pt>
                <c:pt idx="6162">
                  <c:v>37063</c:v>
                </c:pt>
                <c:pt idx="6163">
                  <c:v>37062</c:v>
                </c:pt>
                <c:pt idx="6164">
                  <c:v>37061</c:v>
                </c:pt>
                <c:pt idx="6165">
                  <c:v>37060</c:v>
                </c:pt>
                <c:pt idx="6166">
                  <c:v>37057</c:v>
                </c:pt>
                <c:pt idx="6167">
                  <c:v>37056</c:v>
                </c:pt>
                <c:pt idx="6168">
                  <c:v>37055</c:v>
                </c:pt>
                <c:pt idx="6169">
                  <c:v>37054</c:v>
                </c:pt>
                <c:pt idx="6170">
                  <c:v>37053</c:v>
                </c:pt>
                <c:pt idx="6171">
                  <c:v>37050</c:v>
                </c:pt>
                <c:pt idx="6172">
                  <c:v>37049</c:v>
                </c:pt>
                <c:pt idx="6173">
                  <c:v>37048</c:v>
                </c:pt>
                <c:pt idx="6174">
                  <c:v>37047</c:v>
                </c:pt>
                <c:pt idx="6175">
                  <c:v>37046</c:v>
                </c:pt>
                <c:pt idx="6176">
                  <c:v>37043</c:v>
                </c:pt>
                <c:pt idx="6177">
                  <c:v>37042</c:v>
                </c:pt>
                <c:pt idx="6178">
                  <c:v>37041</c:v>
                </c:pt>
                <c:pt idx="6179">
                  <c:v>37040</c:v>
                </c:pt>
                <c:pt idx="6180">
                  <c:v>37039</c:v>
                </c:pt>
                <c:pt idx="6181">
                  <c:v>37036</c:v>
                </c:pt>
                <c:pt idx="6182">
                  <c:v>37035</c:v>
                </c:pt>
                <c:pt idx="6183">
                  <c:v>37034</c:v>
                </c:pt>
                <c:pt idx="6184">
                  <c:v>37033</c:v>
                </c:pt>
                <c:pt idx="6185">
                  <c:v>37032</c:v>
                </c:pt>
                <c:pt idx="6186">
                  <c:v>37029</c:v>
                </c:pt>
                <c:pt idx="6187">
                  <c:v>37028</c:v>
                </c:pt>
                <c:pt idx="6188">
                  <c:v>37027</c:v>
                </c:pt>
                <c:pt idx="6189">
                  <c:v>37026</c:v>
                </c:pt>
                <c:pt idx="6190">
                  <c:v>37025</c:v>
                </c:pt>
                <c:pt idx="6191">
                  <c:v>37022</c:v>
                </c:pt>
                <c:pt idx="6192">
                  <c:v>37021</c:v>
                </c:pt>
                <c:pt idx="6193">
                  <c:v>37020</c:v>
                </c:pt>
                <c:pt idx="6194">
                  <c:v>37019</c:v>
                </c:pt>
                <c:pt idx="6195">
                  <c:v>37018</c:v>
                </c:pt>
                <c:pt idx="6196">
                  <c:v>37015</c:v>
                </c:pt>
                <c:pt idx="6197">
                  <c:v>37014</c:v>
                </c:pt>
                <c:pt idx="6198">
                  <c:v>37013</c:v>
                </c:pt>
                <c:pt idx="6199">
                  <c:v>37008</c:v>
                </c:pt>
                <c:pt idx="6200">
                  <c:v>37007</c:v>
                </c:pt>
                <c:pt idx="6201">
                  <c:v>37006</c:v>
                </c:pt>
                <c:pt idx="6202">
                  <c:v>37005</c:v>
                </c:pt>
                <c:pt idx="6203">
                  <c:v>37004</c:v>
                </c:pt>
                <c:pt idx="6204">
                  <c:v>37001</c:v>
                </c:pt>
                <c:pt idx="6205">
                  <c:v>37000</c:v>
                </c:pt>
                <c:pt idx="6206">
                  <c:v>36999</c:v>
                </c:pt>
                <c:pt idx="6207">
                  <c:v>36998</c:v>
                </c:pt>
                <c:pt idx="6208">
                  <c:v>36993</c:v>
                </c:pt>
                <c:pt idx="6209">
                  <c:v>36992</c:v>
                </c:pt>
                <c:pt idx="6210">
                  <c:v>36991</c:v>
                </c:pt>
                <c:pt idx="6211">
                  <c:v>36990</c:v>
                </c:pt>
                <c:pt idx="6212">
                  <c:v>36987</c:v>
                </c:pt>
                <c:pt idx="6213">
                  <c:v>36985</c:v>
                </c:pt>
                <c:pt idx="6214">
                  <c:v>36984</c:v>
                </c:pt>
                <c:pt idx="6215">
                  <c:v>36983</c:v>
                </c:pt>
                <c:pt idx="6216">
                  <c:v>36980</c:v>
                </c:pt>
                <c:pt idx="6217">
                  <c:v>36979</c:v>
                </c:pt>
                <c:pt idx="6218">
                  <c:v>36978</c:v>
                </c:pt>
                <c:pt idx="6219">
                  <c:v>36977</c:v>
                </c:pt>
                <c:pt idx="6220">
                  <c:v>36976</c:v>
                </c:pt>
                <c:pt idx="6221">
                  <c:v>36973</c:v>
                </c:pt>
                <c:pt idx="6222">
                  <c:v>36972</c:v>
                </c:pt>
                <c:pt idx="6223">
                  <c:v>36971</c:v>
                </c:pt>
                <c:pt idx="6224">
                  <c:v>36970</c:v>
                </c:pt>
                <c:pt idx="6225">
                  <c:v>36969</c:v>
                </c:pt>
                <c:pt idx="6226">
                  <c:v>36966</c:v>
                </c:pt>
                <c:pt idx="6227">
                  <c:v>36965</c:v>
                </c:pt>
                <c:pt idx="6228">
                  <c:v>36964</c:v>
                </c:pt>
                <c:pt idx="6229">
                  <c:v>36963</c:v>
                </c:pt>
                <c:pt idx="6230">
                  <c:v>36962</c:v>
                </c:pt>
                <c:pt idx="6231">
                  <c:v>36959</c:v>
                </c:pt>
                <c:pt idx="6232">
                  <c:v>36958</c:v>
                </c:pt>
                <c:pt idx="6233">
                  <c:v>36957</c:v>
                </c:pt>
                <c:pt idx="6234">
                  <c:v>36956</c:v>
                </c:pt>
                <c:pt idx="6235">
                  <c:v>36955</c:v>
                </c:pt>
                <c:pt idx="6236">
                  <c:v>36952</c:v>
                </c:pt>
                <c:pt idx="6237">
                  <c:v>36951</c:v>
                </c:pt>
                <c:pt idx="6238">
                  <c:v>36950</c:v>
                </c:pt>
                <c:pt idx="6239">
                  <c:v>36949</c:v>
                </c:pt>
                <c:pt idx="6240">
                  <c:v>36948</c:v>
                </c:pt>
                <c:pt idx="6241">
                  <c:v>36945</c:v>
                </c:pt>
                <c:pt idx="6242">
                  <c:v>36944</c:v>
                </c:pt>
                <c:pt idx="6243">
                  <c:v>36943</c:v>
                </c:pt>
                <c:pt idx="6244">
                  <c:v>36942</c:v>
                </c:pt>
                <c:pt idx="6245">
                  <c:v>36941</c:v>
                </c:pt>
                <c:pt idx="6246">
                  <c:v>36938</c:v>
                </c:pt>
                <c:pt idx="6247">
                  <c:v>36937</c:v>
                </c:pt>
                <c:pt idx="6248">
                  <c:v>36936</c:v>
                </c:pt>
                <c:pt idx="6249">
                  <c:v>36935</c:v>
                </c:pt>
                <c:pt idx="6250">
                  <c:v>36934</c:v>
                </c:pt>
                <c:pt idx="6251">
                  <c:v>36931</c:v>
                </c:pt>
                <c:pt idx="6252">
                  <c:v>36930</c:v>
                </c:pt>
                <c:pt idx="6253">
                  <c:v>36929</c:v>
                </c:pt>
                <c:pt idx="6254">
                  <c:v>36928</c:v>
                </c:pt>
                <c:pt idx="6255">
                  <c:v>36927</c:v>
                </c:pt>
                <c:pt idx="6256">
                  <c:v>36924</c:v>
                </c:pt>
                <c:pt idx="6257">
                  <c:v>36923</c:v>
                </c:pt>
                <c:pt idx="6258">
                  <c:v>36922</c:v>
                </c:pt>
                <c:pt idx="6259">
                  <c:v>36921</c:v>
                </c:pt>
                <c:pt idx="6260">
                  <c:v>36920</c:v>
                </c:pt>
                <c:pt idx="6261">
                  <c:v>36914</c:v>
                </c:pt>
                <c:pt idx="6262">
                  <c:v>36913</c:v>
                </c:pt>
                <c:pt idx="6263">
                  <c:v>36910</c:v>
                </c:pt>
                <c:pt idx="6264">
                  <c:v>36909</c:v>
                </c:pt>
                <c:pt idx="6265">
                  <c:v>36908</c:v>
                </c:pt>
                <c:pt idx="6266">
                  <c:v>36907</c:v>
                </c:pt>
                <c:pt idx="6267">
                  <c:v>36906</c:v>
                </c:pt>
                <c:pt idx="6268">
                  <c:v>36903</c:v>
                </c:pt>
                <c:pt idx="6269">
                  <c:v>36902</c:v>
                </c:pt>
                <c:pt idx="6270">
                  <c:v>36901</c:v>
                </c:pt>
                <c:pt idx="6271">
                  <c:v>36900</c:v>
                </c:pt>
                <c:pt idx="6272">
                  <c:v>36899</c:v>
                </c:pt>
                <c:pt idx="6273">
                  <c:v>36896</c:v>
                </c:pt>
                <c:pt idx="6274">
                  <c:v>36895</c:v>
                </c:pt>
                <c:pt idx="6275">
                  <c:v>36894</c:v>
                </c:pt>
                <c:pt idx="6276">
                  <c:v>36893</c:v>
                </c:pt>
                <c:pt idx="6277">
                  <c:v>36889</c:v>
                </c:pt>
                <c:pt idx="6278">
                  <c:v>36888</c:v>
                </c:pt>
                <c:pt idx="6279">
                  <c:v>36887</c:v>
                </c:pt>
                <c:pt idx="6280">
                  <c:v>36882</c:v>
                </c:pt>
                <c:pt idx="6281">
                  <c:v>36881</c:v>
                </c:pt>
                <c:pt idx="6282">
                  <c:v>36880</c:v>
                </c:pt>
                <c:pt idx="6283">
                  <c:v>36879</c:v>
                </c:pt>
                <c:pt idx="6284">
                  <c:v>36878</c:v>
                </c:pt>
                <c:pt idx="6285">
                  <c:v>36875</c:v>
                </c:pt>
                <c:pt idx="6286">
                  <c:v>36874</c:v>
                </c:pt>
                <c:pt idx="6287">
                  <c:v>36873</c:v>
                </c:pt>
                <c:pt idx="6288">
                  <c:v>36872</c:v>
                </c:pt>
                <c:pt idx="6289">
                  <c:v>36871</c:v>
                </c:pt>
                <c:pt idx="6290">
                  <c:v>36868</c:v>
                </c:pt>
                <c:pt idx="6291">
                  <c:v>36867</c:v>
                </c:pt>
                <c:pt idx="6292">
                  <c:v>36866</c:v>
                </c:pt>
                <c:pt idx="6293">
                  <c:v>36865</c:v>
                </c:pt>
                <c:pt idx="6294">
                  <c:v>36864</c:v>
                </c:pt>
                <c:pt idx="6295">
                  <c:v>36861</c:v>
                </c:pt>
                <c:pt idx="6296">
                  <c:v>36860</c:v>
                </c:pt>
                <c:pt idx="6297">
                  <c:v>36859</c:v>
                </c:pt>
                <c:pt idx="6298">
                  <c:v>36858</c:v>
                </c:pt>
                <c:pt idx="6299">
                  <c:v>36857</c:v>
                </c:pt>
                <c:pt idx="6300">
                  <c:v>36854</c:v>
                </c:pt>
                <c:pt idx="6301">
                  <c:v>36853</c:v>
                </c:pt>
                <c:pt idx="6302">
                  <c:v>36852</c:v>
                </c:pt>
                <c:pt idx="6303">
                  <c:v>36851</c:v>
                </c:pt>
                <c:pt idx="6304">
                  <c:v>36850</c:v>
                </c:pt>
                <c:pt idx="6305">
                  <c:v>36847</c:v>
                </c:pt>
                <c:pt idx="6306">
                  <c:v>36846</c:v>
                </c:pt>
                <c:pt idx="6307">
                  <c:v>36845</c:v>
                </c:pt>
                <c:pt idx="6308">
                  <c:v>36844</c:v>
                </c:pt>
                <c:pt idx="6309">
                  <c:v>36843</c:v>
                </c:pt>
                <c:pt idx="6310">
                  <c:v>36840</c:v>
                </c:pt>
                <c:pt idx="6311">
                  <c:v>36839</c:v>
                </c:pt>
                <c:pt idx="6312">
                  <c:v>36838</c:v>
                </c:pt>
                <c:pt idx="6313">
                  <c:v>36837</c:v>
                </c:pt>
                <c:pt idx="6314">
                  <c:v>36836</c:v>
                </c:pt>
                <c:pt idx="6315">
                  <c:v>36833</c:v>
                </c:pt>
                <c:pt idx="6316">
                  <c:v>36832</c:v>
                </c:pt>
                <c:pt idx="6317">
                  <c:v>36831</c:v>
                </c:pt>
                <c:pt idx="6318">
                  <c:v>36830</c:v>
                </c:pt>
                <c:pt idx="6319">
                  <c:v>36829</c:v>
                </c:pt>
                <c:pt idx="6320">
                  <c:v>36826</c:v>
                </c:pt>
                <c:pt idx="6321">
                  <c:v>36825</c:v>
                </c:pt>
                <c:pt idx="6322">
                  <c:v>36824</c:v>
                </c:pt>
                <c:pt idx="6323">
                  <c:v>36823</c:v>
                </c:pt>
                <c:pt idx="6324">
                  <c:v>36822</c:v>
                </c:pt>
                <c:pt idx="6325">
                  <c:v>36819</c:v>
                </c:pt>
                <c:pt idx="6326">
                  <c:v>36818</c:v>
                </c:pt>
                <c:pt idx="6327">
                  <c:v>36817</c:v>
                </c:pt>
                <c:pt idx="6328">
                  <c:v>36816</c:v>
                </c:pt>
                <c:pt idx="6329">
                  <c:v>36815</c:v>
                </c:pt>
                <c:pt idx="6330">
                  <c:v>36812</c:v>
                </c:pt>
                <c:pt idx="6331">
                  <c:v>36811</c:v>
                </c:pt>
                <c:pt idx="6332">
                  <c:v>36810</c:v>
                </c:pt>
                <c:pt idx="6333">
                  <c:v>36809</c:v>
                </c:pt>
                <c:pt idx="6334">
                  <c:v>36808</c:v>
                </c:pt>
                <c:pt idx="6335">
                  <c:v>36804</c:v>
                </c:pt>
                <c:pt idx="6336">
                  <c:v>36803</c:v>
                </c:pt>
                <c:pt idx="6337">
                  <c:v>36802</c:v>
                </c:pt>
                <c:pt idx="6338">
                  <c:v>36798</c:v>
                </c:pt>
                <c:pt idx="6339">
                  <c:v>36797</c:v>
                </c:pt>
                <c:pt idx="6340">
                  <c:v>36796</c:v>
                </c:pt>
                <c:pt idx="6341">
                  <c:v>36795</c:v>
                </c:pt>
                <c:pt idx="6342">
                  <c:v>36794</c:v>
                </c:pt>
                <c:pt idx="6343">
                  <c:v>36791</c:v>
                </c:pt>
                <c:pt idx="6344">
                  <c:v>36790</c:v>
                </c:pt>
                <c:pt idx="6345">
                  <c:v>36789</c:v>
                </c:pt>
                <c:pt idx="6346">
                  <c:v>36788</c:v>
                </c:pt>
                <c:pt idx="6347">
                  <c:v>36787</c:v>
                </c:pt>
                <c:pt idx="6348">
                  <c:v>36784</c:v>
                </c:pt>
                <c:pt idx="6349">
                  <c:v>36783</c:v>
                </c:pt>
                <c:pt idx="6350">
                  <c:v>36781</c:v>
                </c:pt>
                <c:pt idx="6351">
                  <c:v>36780</c:v>
                </c:pt>
                <c:pt idx="6352">
                  <c:v>36777</c:v>
                </c:pt>
                <c:pt idx="6353">
                  <c:v>36776</c:v>
                </c:pt>
                <c:pt idx="6354">
                  <c:v>36775</c:v>
                </c:pt>
                <c:pt idx="6355">
                  <c:v>36774</c:v>
                </c:pt>
                <c:pt idx="6356">
                  <c:v>36773</c:v>
                </c:pt>
                <c:pt idx="6357">
                  <c:v>36770</c:v>
                </c:pt>
                <c:pt idx="6358">
                  <c:v>36769</c:v>
                </c:pt>
                <c:pt idx="6359">
                  <c:v>36768</c:v>
                </c:pt>
                <c:pt idx="6360">
                  <c:v>36767</c:v>
                </c:pt>
                <c:pt idx="6361">
                  <c:v>36766</c:v>
                </c:pt>
                <c:pt idx="6362">
                  <c:v>36763</c:v>
                </c:pt>
                <c:pt idx="6363">
                  <c:v>36762</c:v>
                </c:pt>
                <c:pt idx="6364">
                  <c:v>36761</c:v>
                </c:pt>
                <c:pt idx="6365">
                  <c:v>36760</c:v>
                </c:pt>
                <c:pt idx="6366">
                  <c:v>36759</c:v>
                </c:pt>
                <c:pt idx="6367">
                  <c:v>36756</c:v>
                </c:pt>
                <c:pt idx="6368">
                  <c:v>36755</c:v>
                </c:pt>
                <c:pt idx="6369">
                  <c:v>36754</c:v>
                </c:pt>
                <c:pt idx="6370">
                  <c:v>36753</c:v>
                </c:pt>
                <c:pt idx="6371">
                  <c:v>36752</c:v>
                </c:pt>
                <c:pt idx="6372">
                  <c:v>36749</c:v>
                </c:pt>
                <c:pt idx="6373">
                  <c:v>36748</c:v>
                </c:pt>
                <c:pt idx="6374">
                  <c:v>36747</c:v>
                </c:pt>
                <c:pt idx="6375">
                  <c:v>36746</c:v>
                </c:pt>
                <c:pt idx="6376">
                  <c:v>36745</c:v>
                </c:pt>
                <c:pt idx="6377">
                  <c:v>36742</c:v>
                </c:pt>
                <c:pt idx="6378">
                  <c:v>36741</c:v>
                </c:pt>
                <c:pt idx="6379">
                  <c:v>36740</c:v>
                </c:pt>
                <c:pt idx="6380">
                  <c:v>36739</c:v>
                </c:pt>
                <c:pt idx="6381">
                  <c:v>36738</c:v>
                </c:pt>
                <c:pt idx="6382">
                  <c:v>36735</c:v>
                </c:pt>
                <c:pt idx="6383">
                  <c:v>36734</c:v>
                </c:pt>
                <c:pt idx="6384">
                  <c:v>36733</c:v>
                </c:pt>
                <c:pt idx="6385">
                  <c:v>36732</c:v>
                </c:pt>
                <c:pt idx="6386">
                  <c:v>36731</c:v>
                </c:pt>
                <c:pt idx="6387">
                  <c:v>36728</c:v>
                </c:pt>
                <c:pt idx="6388">
                  <c:v>36727</c:v>
                </c:pt>
                <c:pt idx="6389">
                  <c:v>36726</c:v>
                </c:pt>
                <c:pt idx="6390">
                  <c:v>36725</c:v>
                </c:pt>
                <c:pt idx="6391">
                  <c:v>36724</c:v>
                </c:pt>
                <c:pt idx="6392">
                  <c:v>36721</c:v>
                </c:pt>
                <c:pt idx="6393">
                  <c:v>36720</c:v>
                </c:pt>
                <c:pt idx="6394">
                  <c:v>36719</c:v>
                </c:pt>
                <c:pt idx="6395">
                  <c:v>36718</c:v>
                </c:pt>
                <c:pt idx="6396">
                  <c:v>36717</c:v>
                </c:pt>
                <c:pt idx="6397">
                  <c:v>36714</c:v>
                </c:pt>
                <c:pt idx="6398">
                  <c:v>36713</c:v>
                </c:pt>
                <c:pt idx="6399">
                  <c:v>36712</c:v>
                </c:pt>
                <c:pt idx="6400">
                  <c:v>36711</c:v>
                </c:pt>
                <c:pt idx="6401">
                  <c:v>36710</c:v>
                </c:pt>
                <c:pt idx="6402">
                  <c:v>36707</c:v>
                </c:pt>
                <c:pt idx="6403">
                  <c:v>36706</c:v>
                </c:pt>
                <c:pt idx="6404">
                  <c:v>36705</c:v>
                </c:pt>
                <c:pt idx="6405">
                  <c:v>36704</c:v>
                </c:pt>
                <c:pt idx="6406">
                  <c:v>36703</c:v>
                </c:pt>
                <c:pt idx="6407">
                  <c:v>36700</c:v>
                </c:pt>
                <c:pt idx="6408">
                  <c:v>36699</c:v>
                </c:pt>
                <c:pt idx="6409">
                  <c:v>36698</c:v>
                </c:pt>
                <c:pt idx="6410">
                  <c:v>36697</c:v>
                </c:pt>
                <c:pt idx="6411">
                  <c:v>36696</c:v>
                </c:pt>
                <c:pt idx="6412">
                  <c:v>36693</c:v>
                </c:pt>
                <c:pt idx="6413">
                  <c:v>36692</c:v>
                </c:pt>
                <c:pt idx="6414">
                  <c:v>36691</c:v>
                </c:pt>
                <c:pt idx="6415">
                  <c:v>36690</c:v>
                </c:pt>
                <c:pt idx="6416">
                  <c:v>36689</c:v>
                </c:pt>
                <c:pt idx="6417">
                  <c:v>36686</c:v>
                </c:pt>
                <c:pt idx="6418">
                  <c:v>36685</c:v>
                </c:pt>
                <c:pt idx="6419">
                  <c:v>36684</c:v>
                </c:pt>
                <c:pt idx="6420">
                  <c:v>36682</c:v>
                </c:pt>
                <c:pt idx="6421">
                  <c:v>36679</c:v>
                </c:pt>
                <c:pt idx="6422">
                  <c:v>36678</c:v>
                </c:pt>
                <c:pt idx="6423">
                  <c:v>36677</c:v>
                </c:pt>
                <c:pt idx="6424">
                  <c:v>36676</c:v>
                </c:pt>
                <c:pt idx="6425">
                  <c:v>36675</c:v>
                </c:pt>
                <c:pt idx="6426">
                  <c:v>36672</c:v>
                </c:pt>
                <c:pt idx="6427">
                  <c:v>36671</c:v>
                </c:pt>
                <c:pt idx="6428">
                  <c:v>36670</c:v>
                </c:pt>
                <c:pt idx="6429">
                  <c:v>36669</c:v>
                </c:pt>
                <c:pt idx="6430">
                  <c:v>36668</c:v>
                </c:pt>
                <c:pt idx="6431">
                  <c:v>36665</c:v>
                </c:pt>
                <c:pt idx="6432">
                  <c:v>36664</c:v>
                </c:pt>
                <c:pt idx="6433">
                  <c:v>36663</c:v>
                </c:pt>
                <c:pt idx="6434">
                  <c:v>36662</c:v>
                </c:pt>
                <c:pt idx="6435">
                  <c:v>36661</c:v>
                </c:pt>
                <c:pt idx="6436">
                  <c:v>36658</c:v>
                </c:pt>
                <c:pt idx="6437">
                  <c:v>36656</c:v>
                </c:pt>
                <c:pt idx="6438">
                  <c:v>36655</c:v>
                </c:pt>
                <c:pt idx="6439">
                  <c:v>36654</c:v>
                </c:pt>
                <c:pt idx="6440">
                  <c:v>36651</c:v>
                </c:pt>
                <c:pt idx="6441">
                  <c:v>36650</c:v>
                </c:pt>
                <c:pt idx="6442">
                  <c:v>36649</c:v>
                </c:pt>
                <c:pt idx="6443">
                  <c:v>36648</c:v>
                </c:pt>
                <c:pt idx="6444">
                  <c:v>36644</c:v>
                </c:pt>
                <c:pt idx="6445">
                  <c:v>36643</c:v>
                </c:pt>
              </c:numCache>
            </c:numRef>
          </c:cat>
          <c:val>
            <c:numRef>
              <c:f>'图1 恒生指数eps (3)'!$L$10:$L$6455</c:f>
              <c:numCache>
                <c:formatCode>_ * #,##0_ ;_ * \-#,##0_ ;_ * "-"??_ ;_ @_ </c:formatCode>
                <c:ptCount val="6446"/>
                <c:pt idx="0">
                  <c:v>2046.9356773860025</c:v>
                </c:pt>
                <c:pt idx="1">
                  <c:v>2048.6767300578463</c:v>
                </c:pt>
                <c:pt idx="2">
                  <c:v>2046.3940899548309</c:v>
                </c:pt>
                <c:pt idx="3">
                  <c:v>2044.6208738058285</c:v>
                </c:pt>
                <c:pt idx="4">
                  <c:v>2042.7236469392953</c:v>
                </c:pt>
                <c:pt idx="5">
                  <c:v>2052.5393490711981</c:v>
                </c:pt>
                <c:pt idx="6">
                  <c:v>2047.8226423916515</c:v>
                </c:pt>
                <c:pt idx="7">
                  <c:v>2043.2567594549409</c:v>
                </c:pt>
                <c:pt idx="8">
                  <c:v>2048.5252054287344</c:v>
                </c:pt>
                <c:pt idx="9">
                  <c:v>2046.5900538407466</c:v>
                </c:pt>
                <c:pt idx="10">
                  <c:v>2049.1375687208956</c:v>
                </c:pt>
                <c:pt idx="11">
                  <c:v>2049.6938837667544</c:v>
                </c:pt>
                <c:pt idx="12">
                  <c:v>2049.0879059630838</c:v>
                </c:pt>
                <c:pt idx="13">
                  <c:v>2050.0569268082427</c:v>
                </c:pt>
                <c:pt idx="14">
                  <c:v>2065.0531896980956</c:v>
                </c:pt>
                <c:pt idx="15">
                  <c:v>2070.0016610287757</c:v>
                </c:pt>
                <c:pt idx="16">
                  <c:v>2065.5784738414113</c:v>
                </c:pt>
                <c:pt idx="17">
                  <c:v>2071.0864430920642</c:v>
                </c:pt>
                <c:pt idx="18">
                  <c:v>2070.666924465143</c:v>
                </c:pt>
                <c:pt idx="19">
                  <c:v>2083.3415342073818</c:v>
                </c:pt>
                <c:pt idx="20">
                  <c:v>2088.5807386562997</c:v>
                </c:pt>
                <c:pt idx="21">
                  <c:v>2097.1071239047828</c:v>
                </c:pt>
                <c:pt idx="22">
                  <c:v>2106.7424928875876</c:v>
                </c:pt>
                <c:pt idx="23">
                  <c:v>2107.6136730148141</c:v>
                </c:pt>
                <c:pt idx="24">
                  <c:v>2104.1459496837779</c:v>
                </c:pt>
                <c:pt idx="25">
                  <c:v>2102.7748942653361</c:v>
                </c:pt>
                <c:pt idx="26">
                  <c:v>2104.4008784788321</c:v>
                </c:pt>
                <c:pt idx="27">
                  <c:v>2102.1795102510464</c:v>
                </c:pt>
                <c:pt idx="28">
                  <c:v>2109.8819621357507</c:v>
                </c:pt>
                <c:pt idx="29">
                  <c:v>2112.6781473638625</c:v>
                </c:pt>
                <c:pt idx="30">
                  <c:v>2113.1037938291743</c:v>
                </c:pt>
                <c:pt idx="31">
                  <c:v>2094.8115084321594</c:v>
                </c:pt>
                <c:pt idx="32">
                  <c:v>2101.7525315224034</c:v>
                </c:pt>
                <c:pt idx="33">
                  <c:v>2103.4028265835273</c:v>
                </c:pt>
                <c:pt idx="34">
                  <c:v>2103.3477498650736</c:v>
                </c:pt>
                <c:pt idx="35">
                  <c:v>2087.9654801357919</c:v>
                </c:pt>
                <c:pt idx="36">
                  <c:v>2086.1245885512067</c:v>
                </c:pt>
                <c:pt idx="37">
                  <c:v>2093.8347138074037</c:v>
                </c:pt>
                <c:pt idx="38">
                  <c:v>2085.8847638368088</c:v>
                </c:pt>
                <c:pt idx="39">
                  <c:v>2083.3969638562066</c:v>
                </c:pt>
                <c:pt idx="40">
                  <c:v>2060.8948667729851</c:v>
                </c:pt>
                <c:pt idx="41">
                  <c:v>2052.8664656869801</c:v>
                </c:pt>
                <c:pt idx="42">
                  <c:v>2040.2639887998116</c:v>
                </c:pt>
                <c:pt idx="43">
                  <c:v>2036.4779209053233</c:v>
                </c:pt>
                <c:pt idx="44">
                  <c:v>2047.1217211072994</c:v>
                </c:pt>
                <c:pt idx="45">
                  <c:v>2042.1010015598388</c:v>
                </c:pt>
                <c:pt idx="46">
                  <c:v>2049.7861334225972</c:v>
                </c:pt>
                <c:pt idx="47">
                  <c:v>2048.8177411486649</c:v>
                </c:pt>
                <c:pt idx="48">
                  <c:v>2048.8778578199654</c:v>
                </c:pt>
                <c:pt idx="49">
                  <c:v>2053.2329650553847</c:v>
                </c:pt>
                <c:pt idx="50">
                  <c:v>2045.4529311324338</c:v>
                </c:pt>
                <c:pt idx="51">
                  <c:v>2040.5269468285376</c:v>
                </c:pt>
                <c:pt idx="52">
                  <c:v>2045.5619079212743</c:v>
                </c:pt>
                <c:pt idx="53">
                  <c:v>2051.7551525074241</c:v>
                </c:pt>
                <c:pt idx="54">
                  <c:v>2056.3562364168984</c:v>
                </c:pt>
                <c:pt idx="55">
                  <c:v>2040.998740312913</c:v>
                </c:pt>
                <c:pt idx="56">
                  <c:v>2046.8731385087428</c:v>
                </c:pt>
                <c:pt idx="57">
                  <c:v>2041.2849455293444</c:v>
                </c:pt>
                <c:pt idx="58">
                  <c:v>2039.166385319244</c:v>
                </c:pt>
                <c:pt idx="59">
                  <c:v>2039.2852854362645</c:v>
                </c:pt>
                <c:pt idx="60">
                  <c:v>2037.9300683434385</c:v>
                </c:pt>
                <c:pt idx="61">
                  <c:v>2061.3249368256984</c:v>
                </c:pt>
                <c:pt idx="62">
                  <c:v>2055.733703089787</c:v>
                </c:pt>
                <c:pt idx="63">
                  <c:v>2042.2368066085505</c:v>
                </c:pt>
                <c:pt idx="64">
                  <c:v>2041.9682580283518</c:v>
                </c:pt>
                <c:pt idx="65">
                  <c:v>2059.2717898353858</c:v>
                </c:pt>
                <c:pt idx="66">
                  <c:v>2079.3554019183971</c:v>
                </c:pt>
                <c:pt idx="67">
                  <c:v>2068.0273826888983</c:v>
                </c:pt>
                <c:pt idx="68">
                  <c:v>2061.4443703550041</c:v>
                </c:pt>
                <c:pt idx="69">
                  <c:v>2066.0067790567368</c:v>
                </c:pt>
                <c:pt idx="70">
                  <c:v>2074.06599526947</c:v>
                </c:pt>
                <c:pt idx="71">
                  <c:v>2092.0007467499699</c:v>
                </c:pt>
                <c:pt idx="72">
                  <c:v>2106.194554396036</c:v>
                </c:pt>
                <c:pt idx="73">
                  <c:v>2102.9837676975294</c:v>
                </c:pt>
                <c:pt idx="74">
                  <c:v>2196.0158495300334</c:v>
                </c:pt>
                <c:pt idx="75">
                  <c:v>2193.5963470537531</c:v>
                </c:pt>
                <c:pt idx="76">
                  <c:v>2195.0916154377728</c:v>
                </c:pt>
                <c:pt idx="77">
                  <c:v>2199.3923585320645</c:v>
                </c:pt>
                <c:pt idx="78">
                  <c:v>2208.2185769514226</c:v>
                </c:pt>
                <c:pt idx="79">
                  <c:v>2223.027923680896</c:v>
                </c:pt>
                <c:pt idx="80">
                  <c:v>2219.7464299718563</c:v>
                </c:pt>
                <c:pt idx="81">
                  <c:v>2215.1002461607331</c:v>
                </c:pt>
                <c:pt idx="82">
                  <c:v>2190.3063630986808</c:v>
                </c:pt>
                <c:pt idx="83">
                  <c:v>2189.6403145532136</c:v>
                </c:pt>
                <c:pt idx="84">
                  <c:v>2185.4681347448923</c:v>
                </c:pt>
                <c:pt idx="85">
                  <c:v>2190.9151078088412</c:v>
                </c:pt>
                <c:pt idx="86">
                  <c:v>2193.7986024274001</c:v>
                </c:pt>
                <c:pt idx="87">
                  <c:v>2192.3134698776935</c:v>
                </c:pt>
                <c:pt idx="88">
                  <c:v>2198.6001883925292</c:v>
                </c:pt>
                <c:pt idx="89">
                  <c:v>2198.5369692389463</c:v>
                </c:pt>
                <c:pt idx="90">
                  <c:v>2197.9019539947212</c:v>
                </c:pt>
                <c:pt idx="91">
                  <c:v>2192.6995584702536</c:v>
                </c:pt>
                <c:pt idx="92">
                  <c:v>2201.5247120621398</c:v>
                </c:pt>
                <c:pt idx="93">
                  <c:v>2201.1953879654552</c:v>
                </c:pt>
                <c:pt idx="94">
                  <c:v>2201.5562978471403</c:v>
                </c:pt>
                <c:pt idx="95">
                  <c:v>2196.897816829955</c:v>
                </c:pt>
                <c:pt idx="96">
                  <c:v>2195.975554567925</c:v>
                </c:pt>
                <c:pt idx="97">
                  <c:v>2193.8510387557558</c:v>
                </c:pt>
                <c:pt idx="98">
                  <c:v>2195.6247511773067</c:v>
                </c:pt>
                <c:pt idx="99">
                  <c:v>2198.1694451120475</c:v>
                </c:pt>
                <c:pt idx="100">
                  <c:v>2194.7946428698788</c:v>
                </c:pt>
                <c:pt idx="101">
                  <c:v>2203.437387683894</c:v>
                </c:pt>
                <c:pt idx="102">
                  <c:v>2197.8261228890415</c:v>
                </c:pt>
                <c:pt idx="103">
                  <c:v>2194.917543089985</c:v>
                </c:pt>
                <c:pt idx="104">
                  <c:v>2194.9459083329916</c:v>
                </c:pt>
                <c:pt idx="105">
                  <c:v>2196.1622175427001</c:v>
                </c:pt>
                <c:pt idx="106">
                  <c:v>2199.5771483680614</c:v>
                </c:pt>
                <c:pt idx="107">
                  <c:v>2197.9182257248685</c:v>
                </c:pt>
                <c:pt idx="108">
                  <c:v>2189.6235342702248</c:v>
                </c:pt>
                <c:pt idx="109">
                  <c:v>2188.8708328087796</c:v>
                </c:pt>
                <c:pt idx="110">
                  <c:v>2189.7100179345648</c:v>
                </c:pt>
                <c:pt idx="111">
                  <c:v>2187.3312739049775</c:v>
                </c:pt>
                <c:pt idx="112">
                  <c:v>2187.0921174151617</c:v>
                </c:pt>
                <c:pt idx="113">
                  <c:v>2190.2378213748275</c:v>
                </c:pt>
                <c:pt idx="114">
                  <c:v>2189.8837758629197</c:v>
                </c:pt>
                <c:pt idx="115">
                  <c:v>2187.8365722017543</c:v>
                </c:pt>
                <c:pt idx="116">
                  <c:v>2178.7317989575686</c:v>
                </c:pt>
                <c:pt idx="117">
                  <c:v>2178.504465538856</c:v>
                </c:pt>
                <c:pt idx="118">
                  <c:v>2180.6451377761991</c:v>
                </c:pt>
                <c:pt idx="119">
                  <c:v>2183.1895929757147</c:v>
                </c:pt>
                <c:pt idx="120">
                  <c:v>2186.2106689746697</c:v>
                </c:pt>
                <c:pt idx="121">
                  <c:v>2183.990000912348</c:v>
                </c:pt>
                <c:pt idx="122">
                  <c:v>2181.4698325931713</c:v>
                </c:pt>
                <c:pt idx="123">
                  <c:v>2180.6193621869206</c:v>
                </c:pt>
                <c:pt idx="124">
                  <c:v>2179.3460381404529</c:v>
                </c:pt>
                <c:pt idx="125">
                  <c:v>2181.3305550257273</c:v>
                </c:pt>
                <c:pt idx="126">
                  <c:v>2179.8448211482778</c:v>
                </c:pt>
                <c:pt idx="127">
                  <c:v>2178.7337138031698</c:v>
                </c:pt>
                <c:pt idx="128">
                  <c:v>2177.9270256465325</c:v>
                </c:pt>
                <c:pt idx="129">
                  <c:v>2175.5125147107474</c:v>
                </c:pt>
                <c:pt idx="130">
                  <c:v>2173.849961596854</c:v>
                </c:pt>
                <c:pt idx="131">
                  <c:v>2166.4776352508984</c:v>
                </c:pt>
                <c:pt idx="132">
                  <c:v>2167.2689202368288</c:v>
                </c:pt>
                <c:pt idx="133">
                  <c:v>2170.5369769259833</c:v>
                </c:pt>
                <c:pt idx="134">
                  <c:v>2173.0778012281244</c:v>
                </c:pt>
                <c:pt idx="135">
                  <c:v>2170.1470742093693</c:v>
                </c:pt>
                <c:pt idx="136">
                  <c:v>2170.2469756928849</c:v>
                </c:pt>
                <c:pt idx="137">
                  <c:v>2170.6502004796957</c:v>
                </c:pt>
                <c:pt idx="138">
                  <c:v>2174.6607054046171</c:v>
                </c:pt>
                <c:pt idx="139">
                  <c:v>2193.6210271710788</c:v>
                </c:pt>
                <c:pt idx="140">
                  <c:v>2190.4081182465593</c:v>
                </c:pt>
                <c:pt idx="141">
                  <c:v>2187.7787286158523</c:v>
                </c:pt>
                <c:pt idx="142">
                  <c:v>2201.6420075870365</c:v>
                </c:pt>
                <c:pt idx="143">
                  <c:v>2196.5022798861596</c:v>
                </c:pt>
                <c:pt idx="144">
                  <c:v>2199.3522435016735</c:v>
                </c:pt>
                <c:pt idx="145">
                  <c:v>2198.1660378822376</c:v>
                </c:pt>
                <c:pt idx="146">
                  <c:v>2205.4783720300743</c:v>
                </c:pt>
                <c:pt idx="147">
                  <c:v>2205.2321351092251</c:v>
                </c:pt>
                <c:pt idx="148">
                  <c:v>2204.945515615464</c:v>
                </c:pt>
                <c:pt idx="149">
                  <c:v>2209.3038526276223</c:v>
                </c:pt>
                <c:pt idx="150">
                  <c:v>2203.5120758849434</c:v>
                </c:pt>
                <c:pt idx="151">
                  <c:v>2207.3182776788713</c:v>
                </c:pt>
                <c:pt idx="152">
                  <c:v>2206.6507850110297</c:v>
                </c:pt>
                <c:pt idx="153">
                  <c:v>2210.9182208170851</c:v>
                </c:pt>
                <c:pt idx="154">
                  <c:v>2216.7085860218072</c:v>
                </c:pt>
                <c:pt idx="155">
                  <c:v>2215.7737759365173</c:v>
                </c:pt>
                <c:pt idx="156">
                  <c:v>2215.7108522760304</c:v>
                </c:pt>
                <c:pt idx="157">
                  <c:v>2223.612954691248</c:v>
                </c:pt>
                <c:pt idx="158">
                  <c:v>2222.2207940430776</c:v>
                </c:pt>
                <c:pt idx="159">
                  <c:v>2221.5479827718254</c:v>
                </c:pt>
                <c:pt idx="160">
                  <c:v>2185.748599557121</c:v>
                </c:pt>
                <c:pt idx="161">
                  <c:v>2173.3593926016651</c:v>
                </c:pt>
                <c:pt idx="162">
                  <c:v>2173.0587669332372</c:v>
                </c:pt>
                <c:pt idx="163">
                  <c:v>2175.1278122597309</c:v>
                </c:pt>
                <c:pt idx="164">
                  <c:v>2177.9190342381953</c:v>
                </c:pt>
                <c:pt idx="165">
                  <c:v>2180.7385357880376</c:v>
                </c:pt>
                <c:pt idx="166">
                  <c:v>2180.8178968221446</c:v>
                </c:pt>
                <c:pt idx="167">
                  <c:v>2177.8446772564303</c:v>
                </c:pt>
                <c:pt idx="168">
                  <c:v>2181.6650806191715</c:v>
                </c:pt>
                <c:pt idx="169">
                  <c:v>2188.9684403075148</c:v>
                </c:pt>
                <c:pt idx="170">
                  <c:v>2185.6643016128182</c:v>
                </c:pt>
                <c:pt idx="171">
                  <c:v>2192.7415279596057</c:v>
                </c:pt>
                <c:pt idx="172">
                  <c:v>2199.7138094834563</c:v>
                </c:pt>
                <c:pt idx="173">
                  <c:v>2203.5276877106348</c:v>
                </c:pt>
                <c:pt idx="174">
                  <c:v>2215.9005615506931</c:v>
                </c:pt>
                <c:pt idx="175">
                  <c:v>2217.0495284703079</c:v>
                </c:pt>
                <c:pt idx="176">
                  <c:v>2218.8275959166976</c:v>
                </c:pt>
                <c:pt idx="177">
                  <c:v>2218.9339980002728</c:v>
                </c:pt>
                <c:pt idx="178">
                  <c:v>2214.2889469424831</c:v>
                </c:pt>
                <c:pt idx="179">
                  <c:v>2208.4512091276797</c:v>
                </c:pt>
                <c:pt idx="180">
                  <c:v>2207.6127347492884</c:v>
                </c:pt>
                <c:pt idx="181">
                  <c:v>2216.3467879547356</c:v>
                </c:pt>
                <c:pt idx="182">
                  <c:v>2210.8638853240609</c:v>
                </c:pt>
                <c:pt idx="183">
                  <c:v>2207.1481166035001</c:v>
                </c:pt>
                <c:pt idx="184">
                  <c:v>2209.1892676322145</c:v>
                </c:pt>
                <c:pt idx="185">
                  <c:v>2204.724195371708</c:v>
                </c:pt>
                <c:pt idx="186">
                  <c:v>2206.6828978006733</c:v>
                </c:pt>
                <c:pt idx="187">
                  <c:v>2202.1761439089018</c:v>
                </c:pt>
                <c:pt idx="188">
                  <c:v>2197.9890154221157</c:v>
                </c:pt>
                <c:pt idx="189">
                  <c:v>2194.5532144159224</c:v>
                </c:pt>
                <c:pt idx="190">
                  <c:v>2192.3084777997997</c:v>
                </c:pt>
                <c:pt idx="191">
                  <c:v>2187.3303500129782</c:v>
                </c:pt>
                <c:pt idx="192">
                  <c:v>2189.0282814539664</c:v>
                </c:pt>
                <c:pt idx="193">
                  <c:v>2190.3319247291411</c:v>
                </c:pt>
                <c:pt idx="194">
                  <c:v>2186.9137168782977</c:v>
                </c:pt>
                <c:pt idx="195">
                  <c:v>2210.8551760679657</c:v>
                </c:pt>
                <c:pt idx="196">
                  <c:v>2211.6368734889861</c:v>
                </c:pt>
                <c:pt idx="197">
                  <c:v>2209.9258013200756</c:v>
                </c:pt>
                <c:pt idx="198">
                  <c:v>2211.1308382922025</c:v>
                </c:pt>
                <c:pt idx="199">
                  <c:v>2216.2123059074243</c:v>
                </c:pt>
                <c:pt idx="200">
                  <c:v>2208.0423452021591</c:v>
                </c:pt>
                <c:pt idx="201">
                  <c:v>2181.7786350588585</c:v>
                </c:pt>
                <c:pt idx="202">
                  <c:v>2187.7667917734016</c:v>
                </c:pt>
                <c:pt idx="203">
                  <c:v>2201.9427176674008</c:v>
                </c:pt>
                <c:pt idx="204">
                  <c:v>2199.1885752786984</c:v>
                </c:pt>
                <c:pt idx="205">
                  <c:v>2194.8721687663328</c:v>
                </c:pt>
                <c:pt idx="206">
                  <c:v>2190.0940383840848</c:v>
                </c:pt>
                <c:pt idx="207">
                  <c:v>2203.5760638422776</c:v>
                </c:pt>
                <c:pt idx="208">
                  <c:v>2200.9059012631083</c:v>
                </c:pt>
                <c:pt idx="209">
                  <c:v>2196.4345383761442</c:v>
                </c:pt>
                <c:pt idx="210">
                  <c:v>2193.3348933904999</c:v>
                </c:pt>
                <c:pt idx="211">
                  <c:v>2193.1351583668202</c:v>
                </c:pt>
                <c:pt idx="212">
                  <c:v>2207.5232045707062</c:v>
                </c:pt>
                <c:pt idx="213">
                  <c:v>2195.1367032967032</c:v>
                </c:pt>
                <c:pt idx="214">
                  <c:v>2197.569156494957</c:v>
                </c:pt>
                <c:pt idx="215">
                  <c:v>2193.8383204450838</c:v>
                </c:pt>
                <c:pt idx="216">
                  <c:v>2197.7331138340724</c:v>
                </c:pt>
                <c:pt idx="217">
                  <c:v>2196.6465494536028</c:v>
                </c:pt>
                <c:pt idx="218">
                  <c:v>2199.3262000590253</c:v>
                </c:pt>
                <c:pt idx="219">
                  <c:v>2201.2682329694953</c:v>
                </c:pt>
                <c:pt idx="220">
                  <c:v>2202.5532775481993</c:v>
                </c:pt>
                <c:pt idx="221">
                  <c:v>2199.7860635251086</c:v>
                </c:pt>
                <c:pt idx="222">
                  <c:v>2199.8575047961613</c:v>
                </c:pt>
                <c:pt idx="223">
                  <c:v>2221.3331607458258</c:v>
                </c:pt>
                <c:pt idx="224">
                  <c:v>2249.850803096896</c:v>
                </c:pt>
                <c:pt idx="225">
                  <c:v>2243.778253780541</c:v>
                </c:pt>
                <c:pt idx="226">
                  <c:v>2247.5639079268371</c:v>
                </c:pt>
                <c:pt idx="227">
                  <c:v>2246.3689674512057</c:v>
                </c:pt>
                <c:pt idx="228">
                  <c:v>2248.3295714864935</c:v>
                </c:pt>
                <c:pt idx="229">
                  <c:v>2248.8675622840919</c:v>
                </c:pt>
                <c:pt idx="230">
                  <c:v>2249.5160777128754</c:v>
                </c:pt>
                <c:pt idx="231">
                  <c:v>2248.6414842270415</c:v>
                </c:pt>
                <c:pt idx="232">
                  <c:v>2245.5039853988765</c:v>
                </c:pt>
                <c:pt idx="233">
                  <c:v>2248.1777948098002</c:v>
                </c:pt>
                <c:pt idx="234">
                  <c:v>2242.0239413157178</c:v>
                </c:pt>
                <c:pt idx="235">
                  <c:v>2246.1473586004836</c:v>
                </c:pt>
                <c:pt idx="236">
                  <c:v>2242.2263258821085</c:v>
                </c:pt>
                <c:pt idx="237">
                  <c:v>2247.8004027733464</c:v>
                </c:pt>
                <c:pt idx="238">
                  <c:v>2250.2673987056542</c:v>
                </c:pt>
                <c:pt idx="239">
                  <c:v>2245.0124197142168</c:v>
                </c:pt>
                <c:pt idx="240">
                  <c:v>2246.419816316723</c:v>
                </c:pt>
                <c:pt idx="241">
                  <c:v>2251.2101687295267</c:v>
                </c:pt>
                <c:pt idx="242">
                  <c:v>2249.9312752946844</c:v>
                </c:pt>
                <c:pt idx="243">
                  <c:v>2253.3890913200703</c:v>
                </c:pt>
                <c:pt idx="244">
                  <c:v>2251.7431726104842</c:v>
                </c:pt>
                <c:pt idx="245">
                  <c:v>2245.9674977801869</c:v>
                </c:pt>
                <c:pt idx="246">
                  <c:v>2247.4032397290107</c:v>
                </c:pt>
                <c:pt idx="247">
                  <c:v>2246.6263248061391</c:v>
                </c:pt>
                <c:pt idx="248">
                  <c:v>2246.5011648937079</c:v>
                </c:pt>
                <c:pt idx="249">
                  <c:v>2244.1398773692695</c:v>
                </c:pt>
                <c:pt idx="250">
                  <c:v>2244.3248787450184</c:v>
                </c:pt>
                <c:pt idx="251">
                  <c:v>2245.2880238327371</c:v>
                </c:pt>
                <c:pt idx="252">
                  <c:v>2248.483350406611</c:v>
                </c:pt>
                <c:pt idx="253">
                  <c:v>2255.0131047756472</c:v>
                </c:pt>
                <c:pt idx="254">
                  <c:v>2254.3553497291696</c:v>
                </c:pt>
                <c:pt idx="255">
                  <c:v>2259.750082590564</c:v>
                </c:pt>
                <c:pt idx="256">
                  <c:v>2266.6287523653787</c:v>
                </c:pt>
                <c:pt idx="257">
                  <c:v>2271.3093381177664</c:v>
                </c:pt>
                <c:pt idx="258">
                  <c:v>2246.2802078911059</c:v>
                </c:pt>
                <c:pt idx="259">
                  <c:v>2244.1981624592631</c:v>
                </c:pt>
                <c:pt idx="260">
                  <c:v>2246.2412721177475</c:v>
                </c:pt>
                <c:pt idx="261">
                  <c:v>2242.6407394958528</c:v>
                </c:pt>
                <c:pt idx="262">
                  <c:v>2242.2102123387881</c:v>
                </c:pt>
                <c:pt idx="263">
                  <c:v>2246.0132740153058</c:v>
                </c:pt>
                <c:pt idx="264">
                  <c:v>2244.9485741832182</c:v>
                </c:pt>
                <c:pt idx="265">
                  <c:v>2240.6877255503687</c:v>
                </c:pt>
                <c:pt idx="266">
                  <c:v>2232.6834276394175</c:v>
                </c:pt>
                <c:pt idx="267">
                  <c:v>2236.9545435148257</c:v>
                </c:pt>
                <c:pt idx="268">
                  <c:v>2234.5387715776446</c:v>
                </c:pt>
                <c:pt idx="269">
                  <c:v>2238.401639598349</c:v>
                </c:pt>
                <c:pt idx="270">
                  <c:v>2240.032490141788</c:v>
                </c:pt>
                <c:pt idx="271">
                  <c:v>2244.0295543804859</c:v>
                </c:pt>
                <c:pt idx="272">
                  <c:v>2244.0944203781637</c:v>
                </c:pt>
                <c:pt idx="273">
                  <c:v>2240.5576699423177</c:v>
                </c:pt>
                <c:pt idx="274">
                  <c:v>2240.3434692759129</c:v>
                </c:pt>
                <c:pt idx="275">
                  <c:v>2239.6922097129141</c:v>
                </c:pt>
                <c:pt idx="276">
                  <c:v>2230.2290519216808</c:v>
                </c:pt>
                <c:pt idx="277">
                  <c:v>2224.7299329251214</c:v>
                </c:pt>
                <c:pt idx="278">
                  <c:v>2229.4503323048934</c:v>
                </c:pt>
                <c:pt idx="279">
                  <c:v>2231.6956568619121</c:v>
                </c:pt>
                <c:pt idx="280">
                  <c:v>2230.0691301955735</c:v>
                </c:pt>
                <c:pt idx="281">
                  <c:v>2231.3225305393448</c:v>
                </c:pt>
                <c:pt idx="282">
                  <c:v>2230.3183639433532</c:v>
                </c:pt>
                <c:pt idx="283">
                  <c:v>2230.1513791264483</c:v>
                </c:pt>
                <c:pt idx="284">
                  <c:v>2225.5166225325634</c:v>
                </c:pt>
                <c:pt idx="285">
                  <c:v>2217.9781972742826</c:v>
                </c:pt>
                <c:pt idx="286">
                  <c:v>2226.0005028910905</c:v>
                </c:pt>
                <c:pt idx="287">
                  <c:v>2229.284053282347</c:v>
                </c:pt>
                <c:pt idx="288">
                  <c:v>2238.0421256192253</c:v>
                </c:pt>
                <c:pt idx="289">
                  <c:v>2240.3748399559372</c:v>
                </c:pt>
                <c:pt idx="290">
                  <c:v>2229.3317738987007</c:v>
                </c:pt>
                <c:pt idx="291">
                  <c:v>2228.4978341887963</c:v>
                </c:pt>
                <c:pt idx="292">
                  <c:v>2227.1676491605144</c:v>
                </c:pt>
                <c:pt idx="293">
                  <c:v>2233.929053773054</c:v>
                </c:pt>
                <c:pt idx="294">
                  <c:v>2235.1701622351134</c:v>
                </c:pt>
                <c:pt idx="295">
                  <c:v>2232.6149723797062</c:v>
                </c:pt>
                <c:pt idx="296">
                  <c:v>2236.7144287968904</c:v>
                </c:pt>
                <c:pt idx="297">
                  <c:v>2232.4604661207754</c:v>
                </c:pt>
                <c:pt idx="298">
                  <c:v>2226.2424932259387</c:v>
                </c:pt>
                <c:pt idx="299">
                  <c:v>2226.5228322610587</c:v>
                </c:pt>
                <c:pt idx="300">
                  <c:v>2242.5300005063527</c:v>
                </c:pt>
                <c:pt idx="301">
                  <c:v>2243.2425145955976</c:v>
                </c:pt>
                <c:pt idx="302">
                  <c:v>2244.7008703992719</c:v>
                </c:pt>
                <c:pt idx="303">
                  <c:v>2247.609019949718</c:v>
                </c:pt>
                <c:pt idx="304">
                  <c:v>2264.9713880750787</c:v>
                </c:pt>
                <c:pt idx="305">
                  <c:v>2279.9071729458219</c:v>
                </c:pt>
                <c:pt idx="306">
                  <c:v>2288.9787284813719</c:v>
                </c:pt>
                <c:pt idx="307">
                  <c:v>2308.066958797915</c:v>
                </c:pt>
                <c:pt idx="308">
                  <c:v>2315.3981259560205</c:v>
                </c:pt>
                <c:pt idx="309">
                  <c:v>2311.8688981845849</c:v>
                </c:pt>
                <c:pt idx="310">
                  <c:v>2315.6377486637407</c:v>
                </c:pt>
                <c:pt idx="311">
                  <c:v>2323.6812667444078</c:v>
                </c:pt>
                <c:pt idx="312">
                  <c:v>2301.0843937759309</c:v>
                </c:pt>
                <c:pt idx="313">
                  <c:v>2300.3229286157984</c:v>
                </c:pt>
                <c:pt idx="314">
                  <c:v>2295.8748944516719</c:v>
                </c:pt>
                <c:pt idx="315">
                  <c:v>2285.7832216458041</c:v>
                </c:pt>
                <c:pt idx="316">
                  <c:v>2283.4222379231778</c:v>
                </c:pt>
                <c:pt idx="317">
                  <c:v>2286.4583288763802</c:v>
                </c:pt>
                <c:pt idx="318">
                  <c:v>2291.1700175410665</c:v>
                </c:pt>
                <c:pt idx="319">
                  <c:v>2296.609667913749</c:v>
                </c:pt>
                <c:pt idx="320">
                  <c:v>2299.7452656211681</c:v>
                </c:pt>
                <c:pt idx="321">
                  <c:v>2286.2385429623814</c:v>
                </c:pt>
                <c:pt idx="322">
                  <c:v>2282.6496384824218</c:v>
                </c:pt>
                <c:pt idx="323">
                  <c:v>2284.4303968521522</c:v>
                </c:pt>
                <c:pt idx="324">
                  <c:v>2286.6319111822804</c:v>
                </c:pt>
                <c:pt idx="325">
                  <c:v>2296.8595495148465</c:v>
                </c:pt>
                <c:pt idx="326">
                  <c:v>2296.7308515327591</c:v>
                </c:pt>
                <c:pt idx="327">
                  <c:v>2283.4672621607347</c:v>
                </c:pt>
                <c:pt idx="328">
                  <c:v>2279.3649938991443</c:v>
                </c:pt>
                <c:pt idx="329">
                  <c:v>2273.1420914132741</c:v>
                </c:pt>
                <c:pt idx="330">
                  <c:v>2257.6979999999999</c:v>
                </c:pt>
                <c:pt idx="331">
                  <c:v>2240.5827563639364</c:v>
                </c:pt>
                <c:pt idx="332">
                  <c:v>2235.2069636603655</c:v>
                </c:pt>
                <c:pt idx="333">
                  <c:v>2225.7221669927294</c:v>
                </c:pt>
                <c:pt idx="334">
                  <c:v>2228.3624086432051</c:v>
                </c:pt>
                <c:pt idx="335">
                  <c:v>2223.4604309838105</c:v>
                </c:pt>
                <c:pt idx="336">
                  <c:v>2216.9175069129683</c:v>
                </c:pt>
                <c:pt idx="337">
                  <c:v>2218.1453043695597</c:v>
                </c:pt>
                <c:pt idx="338">
                  <c:v>2220.0425368500632</c:v>
                </c:pt>
                <c:pt idx="339">
                  <c:v>2214.8147335775548</c:v>
                </c:pt>
                <c:pt idx="340">
                  <c:v>2207.0866042617877</c:v>
                </c:pt>
                <c:pt idx="341">
                  <c:v>2206.106200388665</c:v>
                </c:pt>
                <c:pt idx="342">
                  <c:v>2202.0229350274612</c:v>
                </c:pt>
                <c:pt idx="343">
                  <c:v>2198.6275177420298</c:v>
                </c:pt>
                <c:pt idx="344">
                  <c:v>2198.4770551911165</c:v>
                </c:pt>
                <c:pt idx="345">
                  <c:v>2195.6246815914028</c:v>
                </c:pt>
                <c:pt idx="346">
                  <c:v>2199.8058574197476</c:v>
                </c:pt>
                <c:pt idx="347">
                  <c:v>2200.8356718735536</c:v>
                </c:pt>
                <c:pt idx="348">
                  <c:v>2206.2947518837163</c:v>
                </c:pt>
                <c:pt idx="349">
                  <c:v>2208.9041564694321</c:v>
                </c:pt>
                <c:pt idx="350">
                  <c:v>2203.4026688961817</c:v>
                </c:pt>
                <c:pt idx="351">
                  <c:v>2196.2857832222662</c:v>
                </c:pt>
                <c:pt idx="352">
                  <c:v>2189.1066592781194</c:v>
                </c:pt>
                <c:pt idx="353">
                  <c:v>2186.5796777172886</c:v>
                </c:pt>
                <c:pt idx="354">
                  <c:v>2188.3928584297655</c:v>
                </c:pt>
                <c:pt idx="355">
                  <c:v>2184.9115380128924</c:v>
                </c:pt>
                <c:pt idx="356">
                  <c:v>2191.5245262779272</c:v>
                </c:pt>
                <c:pt idx="357">
                  <c:v>2192.3193245553784</c:v>
                </c:pt>
                <c:pt idx="358">
                  <c:v>2193.084071878789</c:v>
                </c:pt>
                <c:pt idx="359">
                  <c:v>2196.3002479615666</c:v>
                </c:pt>
                <c:pt idx="360">
                  <c:v>2194.2925979183592</c:v>
                </c:pt>
                <c:pt idx="361">
                  <c:v>2194.9759423547416</c:v>
                </c:pt>
                <c:pt idx="362">
                  <c:v>2190.9830043914335</c:v>
                </c:pt>
                <c:pt idx="363">
                  <c:v>2186.0369639934015</c:v>
                </c:pt>
                <c:pt idx="364">
                  <c:v>2189.1468920314246</c:v>
                </c:pt>
                <c:pt idx="365">
                  <c:v>2188.7178394229018</c:v>
                </c:pt>
                <c:pt idx="366">
                  <c:v>2186.6408741755581</c:v>
                </c:pt>
                <c:pt idx="367">
                  <c:v>2186.3287344287187</c:v>
                </c:pt>
                <c:pt idx="368">
                  <c:v>2190.7264705309021</c:v>
                </c:pt>
                <c:pt idx="369">
                  <c:v>2191.8739759469649</c:v>
                </c:pt>
                <c:pt idx="370">
                  <c:v>2195.9486003463421</c:v>
                </c:pt>
                <c:pt idx="371">
                  <c:v>2196.0428628281848</c:v>
                </c:pt>
                <c:pt idx="372">
                  <c:v>2196.9602236219412</c:v>
                </c:pt>
                <c:pt idx="373">
                  <c:v>2204.3310237335422</c:v>
                </c:pt>
                <c:pt idx="374">
                  <c:v>2204.2285958213574</c:v>
                </c:pt>
                <c:pt idx="375">
                  <c:v>2204.6652332830035</c:v>
                </c:pt>
                <c:pt idx="376">
                  <c:v>2209.9096979349956</c:v>
                </c:pt>
                <c:pt idx="377">
                  <c:v>2204.6881211800992</c:v>
                </c:pt>
                <c:pt idx="378">
                  <c:v>2197.2338486301865</c:v>
                </c:pt>
                <c:pt idx="379">
                  <c:v>2195.9763468387764</c:v>
                </c:pt>
                <c:pt idx="380">
                  <c:v>2200.3299343264089</c:v>
                </c:pt>
                <c:pt idx="381">
                  <c:v>2205.8736927629761</c:v>
                </c:pt>
                <c:pt idx="382">
                  <c:v>2210.596072296752</c:v>
                </c:pt>
                <c:pt idx="383">
                  <c:v>2213.0628082626563</c:v>
                </c:pt>
                <c:pt idx="384">
                  <c:v>2207.7904959549755</c:v>
                </c:pt>
                <c:pt idx="385">
                  <c:v>2207.2365600332791</c:v>
                </c:pt>
                <c:pt idx="386">
                  <c:v>2199.5270384944765</c:v>
                </c:pt>
                <c:pt idx="387">
                  <c:v>2198.2817364803268</c:v>
                </c:pt>
                <c:pt idx="388">
                  <c:v>2199.2439691976265</c:v>
                </c:pt>
                <c:pt idx="389">
                  <c:v>2200.1716739350045</c:v>
                </c:pt>
                <c:pt idx="390">
                  <c:v>2198.2631278782633</c:v>
                </c:pt>
                <c:pt idx="391">
                  <c:v>2197.4018735566756</c:v>
                </c:pt>
                <c:pt idx="392">
                  <c:v>2194.4657201898349</c:v>
                </c:pt>
                <c:pt idx="393">
                  <c:v>2198.9676498879735</c:v>
                </c:pt>
                <c:pt idx="394">
                  <c:v>2190.7157278346954</c:v>
                </c:pt>
                <c:pt idx="395">
                  <c:v>2194.1217216467444</c:v>
                </c:pt>
                <c:pt idx="396">
                  <c:v>2180.5445160876616</c:v>
                </c:pt>
                <c:pt idx="397">
                  <c:v>2185.6100748074305</c:v>
                </c:pt>
                <c:pt idx="398">
                  <c:v>2184.1909150906167</c:v>
                </c:pt>
                <c:pt idx="399">
                  <c:v>2181.3670380955427</c:v>
                </c:pt>
                <c:pt idx="400">
                  <c:v>2180.6655496264243</c:v>
                </c:pt>
                <c:pt idx="401">
                  <c:v>2180.9788684207842</c:v>
                </c:pt>
                <c:pt idx="402">
                  <c:v>2179.7786455553014</c:v>
                </c:pt>
                <c:pt idx="403">
                  <c:v>2179.3325611316427</c:v>
                </c:pt>
                <c:pt idx="404">
                  <c:v>2182.8283117922088</c:v>
                </c:pt>
                <c:pt idx="405">
                  <c:v>2184.045564186094</c:v>
                </c:pt>
                <c:pt idx="406">
                  <c:v>2103.1972924474308</c:v>
                </c:pt>
                <c:pt idx="407">
                  <c:v>2093.1756556011942</c:v>
                </c:pt>
                <c:pt idx="408">
                  <c:v>2093.7928039045769</c:v>
                </c:pt>
                <c:pt idx="409">
                  <c:v>2087.0506504869882</c:v>
                </c:pt>
                <c:pt idx="410">
                  <c:v>2090.6494825764767</c:v>
                </c:pt>
                <c:pt idx="411">
                  <c:v>2085.7277314551338</c:v>
                </c:pt>
                <c:pt idx="412">
                  <c:v>2084.0459474309132</c:v>
                </c:pt>
                <c:pt idx="413">
                  <c:v>2060.9759412114213</c:v>
                </c:pt>
                <c:pt idx="414">
                  <c:v>2053.5187033563575</c:v>
                </c:pt>
                <c:pt idx="415">
                  <c:v>2050.9791015235569</c:v>
                </c:pt>
                <c:pt idx="416">
                  <c:v>2051.6362830765252</c:v>
                </c:pt>
                <c:pt idx="417">
                  <c:v>2055.3545633722661</c:v>
                </c:pt>
                <c:pt idx="418">
                  <c:v>2066.0672443686003</c:v>
                </c:pt>
                <c:pt idx="419">
                  <c:v>2066.3275613766587</c:v>
                </c:pt>
                <c:pt idx="420">
                  <c:v>2057.7992308187168</c:v>
                </c:pt>
                <c:pt idx="421">
                  <c:v>2063.493685557446</c:v>
                </c:pt>
                <c:pt idx="422">
                  <c:v>2066.5936520228165</c:v>
                </c:pt>
                <c:pt idx="423">
                  <c:v>2060.866562006785</c:v>
                </c:pt>
                <c:pt idx="424">
                  <c:v>2060.1729018640162</c:v>
                </c:pt>
                <c:pt idx="425">
                  <c:v>2056.6658028973393</c:v>
                </c:pt>
                <c:pt idx="426">
                  <c:v>2047.9929431280902</c:v>
                </c:pt>
                <c:pt idx="427">
                  <c:v>2031.8764527904946</c:v>
                </c:pt>
                <c:pt idx="428">
                  <c:v>2030.7331786903726</c:v>
                </c:pt>
                <c:pt idx="429">
                  <c:v>2035.868797876205</c:v>
                </c:pt>
                <c:pt idx="430">
                  <c:v>2041.1550873291123</c:v>
                </c:pt>
                <c:pt idx="431">
                  <c:v>2045.29686332805</c:v>
                </c:pt>
                <c:pt idx="432">
                  <c:v>2042.0768390729477</c:v>
                </c:pt>
                <c:pt idx="433">
                  <c:v>2035.8779084426956</c:v>
                </c:pt>
                <c:pt idx="434">
                  <c:v>2035.5559996465602</c:v>
                </c:pt>
                <c:pt idx="435">
                  <c:v>2034.7090486494119</c:v>
                </c:pt>
                <c:pt idx="436">
                  <c:v>2038.0397806006818</c:v>
                </c:pt>
                <c:pt idx="437">
                  <c:v>2032.7824354773554</c:v>
                </c:pt>
                <c:pt idx="438">
                  <c:v>2029.856381707848</c:v>
                </c:pt>
                <c:pt idx="439">
                  <c:v>2025.4117194095184</c:v>
                </c:pt>
                <c:pt idx="440">
                  <c:v>2017.1485288018362</c:v>
                </c:pt>
                <c:pt idx="441">
                  <c:v>2012.4663626392196</c:v>
                </c:pt>
                <c:pt idx="442">
                  <c:v>2006.0334898267299</c:v>
                </c:pt>
                <c:pt idx="443">
                  <c:v>2000.8333996331253</c:v>
                </c:pt>
                <c:pt idx="444">
                  <c:v>2000.2079497306233</c:v>
                </c:pt>
                <c:pt idx="445">
                  <c:v>2001.4088269062165</c:v>
                </c:pt>
                <c:pt idx="446">
                  <c:v>1992.3033410389901</c:v>
                </c:pt>
                <c:pt idx="447">
                  <c:v>1983.9141917425422</c:v>
                </c:pt>
                <c:pt idx="448">
                  <c:v>1988.329444047595</c:v>
                </c:pt>
                <c:pt idx="449">
                  <c:v>1982.6746885957712</c:v>
                </c:pt>
                <c:pt idx="450">
                  <c:v>1984.0074546968215</c:v>
                </c:pt>
                <c:pt idx="451">
                  <c:v>1972.3288658105894</c:v>
                </c:pt>
                <c:pt idx="452">
                  <c:v>1970.0384671385382</c:v>
                </c:pt>
                <c:pt idx="453">
                  <c:v>1967.8296135848066</c:v>
                </c:pt>
                <c:pt idx="454">
                  <c:v>1966.2657810805074</c:v>
                </c:pt>
                <c:pt idx="455">
                  <c:v>1956.0679386365271</c:v>
                </c:pt>
                <c:pt idx="456">
                  <c:v>1962.0238735516336</c:v>
                </c:pt>
                <c:pt idx="457">
                  <c:v>1947.8569005677548</c:v>
                </c:pt>
                <c:pt idx="458">
                  <c:v>1945.7438348693834</c:v>
                </c:pt>
                <c:pt idx="459">
                  <c:v>1949.4039943472912</c:v>
                </c:pt>
                <c:pt idx="460">
                  <c:v>1947.5217479832486</c:v>
                </c:pt>
                <c:pt idx="461">
                  <c:v>1949.5975024486027</c:v>
                </c:pt>
                <c:pt idx="462">
                  <c:v>1952.5151816366945</c:v>
                </c:pt>
                <c:pt idx="463">
                  <c:v>1950.697473419177</c:v>
                </c:pt>
                <c:pt idx="464">
                  <c:v>1943.3146876669905</c:v>
                </c:pt>
                <c:pt idx="465">
                  <c:v>1952.186293009024</c:v>
                </c:pt>
                <c:pt idx="466">
                  <c:v>1953.6606773171393</c:v>
                </c:pt>
                <c:pt idx="467">
                  <c:v>1952.6740288414317</c:v>
                </c:pt>
                <c:pt idx="468">
                  <c:v>1951.2083851753277</c:v>
                </c:pt>
                <c:pt idx="469">
                  <c:v>1948.8561482193732</c:v>
                </c:pt>
                <c:pt idx="470">
                  <c:v>1945.8046341722122</c:v>
                </c:pt>
                <c:pt idx="471">
                  <c:v>1943.8169402727667</c:v>
                </c:pt>
                <c:pt idx="472">
                  <c:v>1951.7093570593402</c:v>
                </c:pt>
                <c:pt idx="473">
                  <c:v>1954.0925286207444</c:v>
                </c:pt>
                <c:pt idx="474">
                  <c:v>1952.1076682771622</c:v>
                </c:pt>
                <c:pt idx="475">
                  <c:v>1947.7853538562872</c:v>
                </c:pt>
                <c:pt idx="476">
                  <c:v>1949.0216479432142</c:v>
                </c:pt>
                <c:pt idx="477">
                  <c:v>1935.3267144451224</c:v>
                </c:pt>
                <c:pt idx="478">
                  <c:v>1934.8468487401067</c:v>
                </c:pt>
                <c:pt idx="479">
                  <c:v>1937.4065967252959</c:v>
                </c:pt>
                <c:pt idx="480">
                  <c:v>1931.7038473096206</c:v>
                </c:pt>
                <c:pt idx="481">
                  <c:v>1926.059318043832</c:v>
                </c:pt>
                <c:pt idx="482">
                  <c:v>1920.6064870589498</c:v>
                </c:pt>
                <c:pt idx="483">
                  <c:v>1919.1199558343505</c:v>
                </c:pt>
                <c:pt idx="484">
                  <c:v>1916.6568961326018</c:v>
                </c:pt>
                <c:pt idx="485">
                  <c:v>1916.2916564651757</c:v>
                </c:pt>
                <c:pt idx="486">
                  <c:v>1918.9831874615161</c:v>
                </c:pt>
                <c:pt idx="487">
                  <c:v>1913.8086579618093</c:v>
                </c:pt>
                <c:pt idx="488">
                  <c:v>1919.6761515447458</c:v>
                </c:pt>
                <c:pt idx="489">
                  <c:v>1928.9531820316104</c:v>
                </c:pt>
                <c:pt idx="490">
                  <c:v>1927.4543812715895</c:v>
                </c:pt>
                <c:pt idx="491">
                  <c:v>1927.9611394974454</c:v>
                </c:pt>
                <c:pt idx="492">
                  <c:v>1928.8399273214154</c:v>
                </c:pt>
                <c:pt idx="493">
                  <c:v>1930.9719569316949</c:v>
                </c:pt>
                <c:pt idx="494">
                  <c:v>1931.0704149847872</c:v>
                </c:pt>
                <c:pt idx="495">
                  <c:v>1937.2676298212873</c:v>
                </c:pt>
                <c:pt idx="496">
                  <c:v>1938.723492634409</c:v>
                </c:pt>
                <c:pt idx="497">
                  <c:v>1938.0762897362169</c:v>
                </c:pt>
                <c:pt idx="498">
                  <c:v>1934.7574143902655</c:v>
                </c:pt>
                <c:pt idx="499">
                  <c:v>1940.5626547451166</c:v>
                </c:pt>
                <c:pt idx="500">
                  <c:v>1936.7343742080516</c:v>
                </c:pt>
                <c:pt idx="501">
                  <c:v>1942.0827554251998</c:v>
                </c:pt>
                <c:pt idx="502">
                  <c:v>1939.2626288468789</c:v>
                </c:pt>
                <c:pt idx="503">
                  <c:v>1942.3501573383176</c:v>
                </c:pt>
                <c:pt idx="504">
                  <c:v>1942.3113416133694</c:v>
                </c:pt>
                <c:pt idx="505">
                  <c:v>1939.5458092492825</c:v>
                </c:pt>
                <c:pt idx="506">
                  <c:v>1936.3672623186994</c:v>
                </c:pt>
                <c:pt idx="507">
                  <c:v>1936.8175426306648</c:v>
                </c:pt>
                <c:pt idx="508">
                  <c:v>1937.5267543126672</c:v>
                </c:pt>
                <c:pt idx="509">
                  <c:v>1936.7528508675603</c:v>
                </c:pt>
                <c:pt idx="510">
                  <c:v>1942.368210925219</c:v>
                </c:pt>
                <c:pt idx="511">
                  <c:v>1945.0143530555547</c:v>
                </c:pt>
                <c:pt idx="512">
                  <c:v>1944.7516985843783</c:v>
                </c:pt>
                <c:pt idx="513">
                  <c:v>1947.9991868396057</c:v>
                </c:pt>
                <c:pt idx="514">
                  <c:v>1944.0354586321623</c:v>
                </c:pt>
                <c:pt idx="515">
                  <c:v>1941.6925050037337</c:v>
                </c:pt>
                <c:pt idx="516">
                  <c:v>1947.7091529177371</c:v>
                </c:pt>
                <c:pt idx="517">
                  <c:v>1947.687093237874</c:v>
                </c:pt>
                <c:pt idx="518">
                  <c:v>1947.9577577689593</c:v>
                </c:pt>
                <c:pt idx="519">
                  <c:v>1953.1728908797563</c:v>
                </c:pt>
                <c:pt idx="520">
                  <c:v>1953.007331288565</c:v>
                </c:pt>
                <c:pt idx="521">
                  <c:v>1950.3136530255233</c:v>
                </c:pt>
                <c:pt idx="522">
                  <c:v>1956.8275142053521</c:v>
                </c:pt>
                <c:pt idx="523">
                  <c:v>1957.6965366315096</c:v>
                </c:pt>
                <c:pt idx="524">
                  <c:v>1958.7016278643334</c:v>
                </c:pt>
                <c:pt idx="525">
                  <c:v>1963.775748052959</c:v>
                </c:pt>
                <c:pt idx="526">
                  <c:v>1962.9548340302943</c:v>
                </c:pt>
                <c:pt idx="527">
                  <c:v>1960.5808130662397</c:v>
                </c:pt>
                <c:pt idx="528">
                  <c:v>1946.5907017154054</c:v>
                </c:pt>
                <c:pt idx="529">
                  <c:v>1948.1760946013103</c:v>
                </c:pt>
                <c:pt idx="530">
                  <c:v>1949.304716722902</c:v>
                </c:pt>
                <c:pt idx="531">
                  <c:v>1944.0926659544252</c:v>
                </c:pt>
                <c:pt idx="532">
                  <c:v>1940.182520078331</c:v>
                </c:pt>
                <c:pt idx="533">
                  <c:v>1935.0271209637847</c:v>
                </c:pt>
                <c:pt idx="534">
                  <c:v>1926.7523408615773</c:v>
                </c:pt>
                <c:pt idx="535">
                  <c:v>1915.9578491530297</c:v>
                </c:pt>
                <c:pt idx="536">
                  <c:v>1924.8960488849114</c:v>
                </c:pt>
                <c:pt idx="537">
                  <c:v>1925.3225015594046</c:v>
                </c:pt>
                <c:pt idx="538">
                  <c:v>1925.1421451660776</c:v>
                </c:pt>
                <c:pt idx="539">
                  <c:v>1933.1858187226953</c:v>
                </c:pt>
                <c:pt idx="540">
                  <c:v>1938.9938656756772</c:v>
                </c:pt>
                <c:pt idx="541">
                  <c:v>1944.1634902591925</c:v>
                </c:pt>
                <c:pt idx="542">
                  <c:v>1944.451187366974</c:v>
                </c:pt>
                <c:pt idx="543">
                  <c:v>1944.7671602216958</c:v>
                </c:pt>
                <c:pt idx="544">
                  <c:v>1942.1347598507716</c:v>
                </c:pt>
                <c:pt idx="545">
                  <c:v>1944.2349355057477</c:v>
                </c:pt>
                <c:pt idx="546">
                  <c:v>1940.1766934372663</c:v>
                </c:pt>
                <c:pt idx="547">
                  <c:v>1945.972797080052</c:v>
                </c:pt>
                <c:pt idx="548">
                  <c:v>1962.3716554331927</c:v>
                </c:pt>
                <c:pt idx="549">
                  <c:v>1936.7722693314263</c:v>
                </c:pt>
                <c:pt idx="550">
                  <c:v>1919.1297549431526</c:v>
                </c:pt>
                <c:pt idx="551">
                  <c:v>1918.2607827662996</c:v>
                </c:pt>
                <c:pt idx="552">
                  <c:v>1915.335969125148</c:v>
                </c:pt>
                <c:pt idx="553">
                  <c:v>1915.1731306684319</c:v>
                </c:pt>
                <c:pt idx="554">
                  <c:v>1947.8246666159873</c:v>
                </c:pt>
                <c:pt idx="555">
                  <c:v>2003.1120787209236</c:v>
                </c:pt>
                <c:pt idx="556">
                  <c:v>2005.7186335715489</c:v>
                </c:pt>
                <c:pt idx="557">
                  <c:v>2004.6385396483554</c:v>
                </c:pt>
                <c:pt idx="558">
                  <c:v>2007.7960634684105</c:v>
                </c:pt>
                <c:pt idx="559">
                  <c:v>2000.7390644075037</c:v>
                </c:pt>
                <c:pt idx="560">
                  <c:v>1998.1413964578257</c:v>
                </c:pt>
                <c:pt idx="561">
                  <c:v>1991.9745085574382</c:v>
                </c:pt>
                <c:pt idx="562">
                  <c:v>1987.0221066259862</c:v>
                </c:pt>
                <c:pt idx="563">
                  <c:v>1986.1688156974274</c:v>
                </c:pt>
                <c:pt idx="564">
                  <c:v>1987.2205476683812</c:v>
                </c:pt>
                <c:pt idx="565">
                  <c:v>1986.2899022451913</c:v>
                </c:pt>
                <c:pt idx="566">
                  <c:v>1992.9832509996334</c:v>
                </c:pt>
                <c:pt idx="567">
                  <c:v>1993.8511587515889</c:v>
                </c:pt>
                <c:pt idx="568">
                  <c:v>1988.2042943467977</c:v>
                </c:pt>
                <c:pt idx="569">
                  <c:v>1986.8379410938378</c:v>
                </c:pt>
                <c:pt idx="570">
                  <c:v>1983.6496437945257</c:v>
                </c:pt>
                <c:pt idx="571">
                  <c:v>1978.5831220542941</c:v>
                </c:pt>
                <c:pt idx="572">
                  <c:v>1973.7857027585992</c:v>
                </c:pt>
                <c:pt idx="573">
                  <c:v>1974.2183097874081</c:v>
                </c:pt>
                <c:pt idx="574">
                  <c:v>1980.3800078232125</c:v>
                </c:pt>
                <c:pt idx="575">
                  <c:v>2003.5156467809979</c:v>
                </c:pt>
                <c:pt idx="576">
                  <c:v>2005.7121136054993</c:v>
                </c:pt>
                <c:pt idx="577">
                  <c:v>2005.5675460850516</c:v>
                </c:pt>
                <c:pt idx="578">
                  <c:v>2001.1082470322826</c:v>
                </c:pt>
                <c:pt idx="579">
                  <c:v>1998.2357214829876</c:v>
                </c:pt>
                <c:pt idx="580">
                  <c:v>1997.3843841194287</c:v>
                </c:pt>
                <c:pt idx="581">
                  <c:v>1998.2972569854562</c:v>
                </c:pt>
                <c:pt idx="582">
                  <c:v>2000.9319230458439</c:v>
                </c:pt>
                <c:pt idx="583">
                  <c:v>2021.6575112122746</c:v>
                </c:pt>
                <c:pt idx="584">
                  <c:v>2017.9297677214106</c:v>
                </c:pt>
                <c:pt idx="585">
                  <c:v>2017.7384794986658</c:v>
                </c:pt>
                <c:pt idx="586">
                  <c:v>2023.0570722182979</c:v>
                </c:pt>
                <c:pt idx="587">
                  <c:v>2018.308757310373</c:v>
                </c:pt>
                <c:pt idx="588">
                  <c:v>2024.4231096790629</c:v>
                </c:pt>
                <c:pt idx="589">
                  <c:v>2025.6067039857687</c:v>
                </c:pt>
                <c:pt idx="590">
                  <c:v>2026.246094987795</c:v>
                </c:pt>
                <c:pt idx="591">
                  <c:v>2028.7266068129975</c:v>
                </c:pt>
                <c:pt idx="592">
                  <c:v>2039.0461477400854</c:v>
                </c:pt>
                <c:pt idx="593">
                  <c:v>2042.8121157762482</c:v>
                </c:pt>
                <c:pt idx="594">
                  <c:v>2040.3371824370556</c:v>
                </c:pt>
                <c:pt idx="595">
                  <c:v>2042.3296343181789</c:v>
                </c:pt>
                <c:pt idx="596">
                  <c:v>2041.5951045419481</c:v>
                </c:pt>
                <c:pt idx="597">
                  <c:v>2041.9567862342535</c:v>
                </c:pt>
                <c:pt idx="598">
                  <c:v>2046.3440871953976</c:v>
                </c:pt>
                <c:pt idx="599">
                  <c:v>2052.6480627719111</c:v>
                </c:pt>
                <c:pt idx="600">
                  <c:v>2052.7939500697867</c:v>
                </c:pt>
                <c:pt idx="601">
                  <c:v>2057.8447620852244</c:v>
                </c:pt>
                <c:pt idx="602">
                  <c:v>2051.4452141975307</c:v>
                </c:pt>
                <c:pt idx="603">
                  <c:v>2051.0831334605159</c:v>
                </c:pt>
                <c:pt idx="604">
                  <c:v>2050.4834370362514</c:v>
                </c:pt>
                <c:pt idx="605">
                  <c:v>2053.4661403890045</c:v>
                </c:pt>
                <c:pt idx="606">
                  <c:v>2055.7697958172221</c:v>
                </c:pt>
                <c:pt idx="607">
                  <c:v>2059.1799547370388</c:v>
                </c:pt>
                <c:pt idx="608">
                  <c:v>2066.1559987061341</c:v>
                </c:pt>
                <c:pt idx="609">
                  <c:v>2073.1602220836671</c:v>
                </c:pt>
                <c:pt idx="610">
                  <c:v>2075.5683677309553</c:v>
                </c:pt>
                <c:pt idx="611">
                  <c:v>2073.0002239006621</c:v>
                </c:pt>
                <c:pt idx="612">
                  <c:v>2077.1091622039771</c:v>
                </c:pt>
                <c:pt idx="613">
                  <c:v>2067.2019958415226</c:v>
                </c:pt>
                <c:pt idx="614">
                  <c:v>2069.4314654026089</c:v>
                </c:pt>
                <c:pt idx="615">
                  <c:v>2066.7417823511259</c:v>
                </c:pt>
                <c:pt idx="616">
                  <c:v>2070.6558414175784</c:v>
                </c:pt>
                <c:pt idx="617">
                  <c:v>2071.6521650997793</c:v>
                </c:pt>
                <c:pt idx="618">
                  <c:v>2069.0503529469506</c:v>
                </c:pt>
                <c:pt idx="619">
                  <c:v>2060.113435862359</c:v>
                </c:pt>
                <c:pt idx="620">
                  <c:v>2059.0121463782029</c:v>
                </c:pt>
                <c:pt idx="621">
                  <c:v>2059.0577246315743</c:v>
                </c:pt>
                <c:pt idx="622">
                  <c:v>2062.1861495770568</c:v>
                </c:pt>
                <c:pt idx="623">
                  <c:v>2058.8318508090838</c:v>
                </c:pt>
                <c:pt idx="624">
                  <c:v>2056.9303572519243</c:v>
                </c:pt>
                <c:pt idx="625">
                  <c:v>2056.4055267420067</c:v>
                </c:pt>
                <c:pt idx="626">
                  <c:v>2059.0078985628884</c:v>
                </c:pt>
                <c:pt idx="627">
                  <c:v>2101.3971711388817</c:v>
                </c:pt>
                <c:pt idx="628">
                  <c:v>2099.0837174693943</c:v>
                </c:pt>
                <c:pt idx="629">
                  <c:v>2107.948864505749</c:v>
                </c:pt>
                <c:pt idx="630">
                  <c:v>2115.2493393617356</c:v>
                </c:pt>
                <c:pt idx="631">
                  <c:v>2113.7196457264954</c:v>
                </c:pt>
                <c:pt idx="632">
                  <c:v>2113.5809402804234</c:v>
                </c:pt>
                <c:pt idx="633">
                  <c:v>2114.7957244205272</c:v>
                </c:pt>
                <c:pt idx="634">
                  <c:v>2116.1239233341762</c:v>
                </c:pt>
                <c:pt idx="635">
                  <c:v>2116.7211089667921</c:v>
                </c:pt>
                <c:pt idx="636">
                  <c:v>2110.8079642761663</c:v>
                </c:pt>
                <c:pt idx="637">
                  <c:v>2106.0355265116223</c:v>
                </c:pt>
                <c:pt idx="638">
                  <c:v>2104.6394605731275</c:v>
                </c:pt>
                <c:pt idx="639">
                  <c:v>2075.9938346159265</c:v>
                </c:pt>
                <c:pt idx="640">
                  <c:v>2074.1165665905178</c:v>
                </c:pt>
                <c:pt idx="641">
                  <c:v>2075.2899072095479</c:v>
                </c:pt>
                <c:pt idx="642">
                  <c:v>2076.5347107303492</c:v>
                </c:pt>
                <c:pt idx="643">
                  <c:v>2080.6152383522931</c:v>
                </c:pt>
                <c:pt idx="644">
                  <c:v>2083.3235431143798</c:v>
                </c:pt>
                <c:pt idx="645">
                  <c:v>2093.8937554397035</c:v>
                </c:pt>
                <c:pt idx="646">
                  <c:v>2095.6445291947271</c:v>
                </c:pt>
                <c:pt idx="647">
                  <c:v>2086.9213816548449</c:v>
                </c:pt>
                <c:pt idx="648">
                  <c:v>2081.5672369149606</c:v>
                </c:pt>
                <c:pt idx="649">
                  <c:v>2079.901318328597</c:v>
                </c:pt>
                <c:pt idx="650">
                  <c:v>2080.0388365196859</c:v>
                </c:pt>
                <c:pt idx="651">
                  <c:v>2083.7954419683147</c:v>
                </c:pt>
                <c:pt idx="652">
                  <c:v>2043.7837367746718</c:v>
                </c:pt>
                <c:pt idx="653">
                  <c:v>2029.1926694524034</c:v>
                </c:pt>
                <c:pt idx="654">
                  <c:v>2036.2221634825055</c:v>
                </c:pt>
                <c:pt idx="655">
                  <c:v>2033.6473547704604</c:v>
                </c:pt>
                <c:pt idx="656">
                  <c:v>2034.2752228341371</c:v>
                </c:pt>
                <c:pt idx="657">
                  <c:v>2033.1601803426429</c:v>
                </c:pt>
                <c:pt idx="658">
                  <c:v>2031.9846387824723</c:v>
                </c:pt>
                <c:pt idx="659">
                  <c:v>2034.1680463593073</c:v>
                </c:pt>
                <c:pt idx="660">
                  <c:v>2031.8313377638217</c:v>
                </c:pt>
                <c:pt idx="661">
                  <c:v>2033.127617534956</c:v>
                </c:pt>
                <c:pt idx="662">
                  <c:v>2035.0602786618933</c:v>
                </c:pt>
                <c:pt idx="663">
                  <c:v>2034.4164194362529</c:v>
                </c:pt>
                <c:pt idx="664">
                  <c:v>2027.5157272236293</c:v>
                </c:pt>
                <c:pt idx="665">
                  <c:v>2026.0933460535507</c:v>
                </c:pt>
                <c:pt idx="666">
                  <c:v>2029.8310879426208</c:v>
                </c:pt>
                <c:pt idx="667">
                  <c:v>2027.1166743431093</c:v>
                </c:pt>
                <c:pt idx="668">
                  <c:v>2028.768327102646</c:v>
                </c:pt>
                <c:pt idx="669">
                  <c:v>2026.9957501387257</c:v>
                </c:pt>
                <c:pt idx="670">
                  <c:v>2020.2894650611336</c:v>
                </c:pt>
                <c:pt idx="671">
                  <c:v>2015.2222725500235</c:v>
                </c:pt>
                <c:pt idx="672">
                  <c:v>2019.524492321111</c:v>
                </c:pt>
                <c:pt idx="673">
                  <c:v>2018.6414564871748</c:v>
                </c:pt>
                <c:pt idx="674">
                  <c:v>2020.7313316038201</c:v>
                </c:pt>
                <c:pt idx="675">
                  <c:v>2021.4996229908031</c:v>
                </c:pt>
                <c:pt idx="676">
                  <c:v>2020.1390618491005</c:v>
                </c:pt>
                <c:pt idx="677">
                  <c:v>2020.4922275778108</c:v>
                </c:pt>
                <c:pt idx="678">
                  <c:v>2031.71900600653</c:v>
                </c:pt>
                <c:pt idx="679">
                  <c:v>2035.1573119685347</c:v>
                </c:pt>
                <c:pt idx="680">
                  <c:v>2043.0671909321325</c:v>
                </c:pt>
                <c:pt idx="681">
                  <c:v>2039.059559302066</c:v>
                </c:pt>
                <c:pt idx="682">
                  <c:v>2047.1768949489335</c:v>
                </c:pt>
                <c:pt idx="683">
                  <c:v>2046.2339953369092</c:v>
                </c:pt>
                <c:pt idx="684">
                  <c:v>2047.9205178818922</c:v>
                </c:pt>
                <c:pt idx="685">
                  <c:v>2051.7002842114271</c:v>
                </c:pt>
                <c:pt idx="686">
                  <c:v>2052.3236412284573</c:v>
                </c:pt>
                <c:pt idx="687">
                  <c:v>2054.2370786369447</c:v>
                </c:pt>
                <c:pt idx="688">
                  <c:v>2057.739481970611</c:v>
                </c:pt>
                <c:pt idx="689">
                  <c:v>2020.3617961075699</c:v>
                </c:pt>
                <c:pt idx="690">
                  <c:v>2036.0057127339262</c:v>
                </c:pt>
                <c:pt idx="691">
                  <c:v>2095.1724483741691</c:v>
                </c:pt>
                <c:pt idx="692">
                  <c:v>2100.093864699159</c:v>
                </c:pt>
                <c:pt idx="693">
                  <c:v>2109.3140124414899</c:v>
                </c:pt>
                <c:pt idx="694">
                  <c:v>2127.9876696634647</c:v>
                </c:pt>
                <c:pt idx="695">
                  <c:v>2101.4731927589883</c:v>
                </c:pt>
                <c:pt idx="696">
                  <c:v>2105.6444019726332</c:v>
                </c:pt>
                <c:pt idx="697">
                  <c:v>2102.8673425935535</c:v>
                </c:pt>
                <c:pt idx="698">
                  <c:v>2103.7714759861874</c:v>
                </c:pt>
                <c:pt idx="699">
                  <c:v>2134.6274832567692</c:v>
                </c:pt>
                <c:pt idx="700">
                  <c:v>2141.4984842449476</c:v>
                </c:pt>
                <c:pt idx="701">
                  <c:v>2138.5128330113916</c:v>
                </c:pt>
                <c:pt idx="702">
                  <c:v>2142.5124052328015</c:v>
                </c:pt>
                <c:pt idx="703">
                  <c:v>2142.4373392447897</c:v>
                </c:pt>
                <c:pt idx="704">
                  <c:v>2135.3975992997703</c:v>
                </c:pt>
                <c:pt idx="705">
                  <c:v>2137.497847589621</c:v>
                </c:pt>
                <c:pt idx="706">
                  <c:v>2139.323645849197</c:v>
                </c:pt>
                <c:pt idx="707">
                  <c:v>2143.4910028092327</c:v>
                </c:pt>
                <c:pt idx="708">
                  <c:v>2135.7168546562152</c:v>
                </c:pt>
                <c:pt idx="709">
                  <c:v>2136.6973944478677</c:v>
                </c:pt>
                <c:pt idx="710">
                  <c:v>2142.0836258423833</c:v>
                </c:pt>
                <c:pt idx="711">
                  <c:v>2142.128398083933</c:v>
                </c:pt>
                <c:pt idx="712">
                  <c:v>2132.8809160622709</c:v>
                </c:pt>
                <c:pt idx="713">
                  <c:v>2133.3532889964713</c:v>
                </c:pt>
                <c:pt idx="714">
                  <c:v>2131.7431626125131</c:v>
                </c:pt>
                <c:pt idx="715">
                  <c:v>2129.2071942210378</c:v>
                </c:pt>
                <c:pt idx="716">
                  <c:v>2127.0467121104471</c:v>
                </c:pt>
                <c:pt idx="717">
                  <c:v>2128.2248824446383</c:v>
                </c:pt>
                <c:pt idx="718">
                  <c:v>2129.6957639562488</c:v>
                </c:pt>
                <c:pt idx="719">
                  <c:v>2121.8564453674658</c:v>
                </c:pt>
                <c:pt idx="720">
                  <c:v>2123.2226686235463</c:v>
                </c:pt>
                <c:pt idx="721">
                  <c:v>2125.9203201297169</c:v>
                </c:pt>
                <c:pt idx="722">
                  <c:v>2121.6782401580876</c:v>
                </c:pt>
                <c:pt idx="723">
                  <c:v>2125.9978450537792</c:v>
                </c:pt>
                <c:pt idx="724">
                  <c:v>2121.6154917066951</c:v>
                </c:pt>
                <c:pt idx="725">
                  <c:v>2119.5921653958412</c:v>
                </c:pt>
                <c:pt idx="726">
                  <c:v>2118.9666797073201</c:v>
                </c:pt>
                <c:pt idx="727">
                  <c:v>2115.7665801990515</c:v>
                </c:pt>
                <c:pt idx="728">
                  <c:v>2115.1862164297254</c:v>
                </c:pt>
                <c:pt idx="729">
                  <c:v>2109.9654516701462</c:v>
                </c:pt>
                <c:pt idx="730">
                  <c:v>2107.6050946220644</c:v>
                </c:pt>
                <c:pt idx="731">
                  <c:v>2104.7192078338317</c:v>
                </c:pt>
                <c:pt idx="732">
                  <c:v>2105.3110635266348</c:v>
                </c:pt>
                <c:pt idx="733">
                  <c:v>2108.3391018022194</c:v>
                </c:pt>
                <c:pt idx="734">
                  <c:v>2109.368525808753</c:v>
                </c:pt>
                <c:pt idx="735">
                  <c:v>2107.6642729332957</c:v>
                </c:pt>
                <c:pt idx="736">
                  <c:v>2106.587302723171</c:v>
                </c:pt>
                <c:pt idx="737">
                  <c:v>2106.8213102377808</c:v>
                </c:pt>
                <c:pt idx="738">
                  <c:v>2109.5188813548889</c:v>
                </c:pt>
                <c:pt idx="739">
                  <c:v>2112.0353957237462</c:v>
                </c:pt>
                <c:pt idx="740">
                  <c:v>2112.8183272713436</c:v>
                </c:pt>
                <c:pt idx="741">
                  <c:v>2112.648262996513</c:v>
                </c:pt>
                <c:pt idx="742">
                  <c:v>2112.0884635627394</c:v>
                </c:pt>
                <c:pt idx="743">
                  <c:v>2108.1443532440194</c:v>
                </c:pt>
                <c:pt idx="744">
                  <c:v>2106.0522284023773</c:v>
                </c:pt>
                <c:pt idx="745">
                  <c:v>2101.648528880698</c:v>
                </c:pt>
                <c:pt idx="746">
                  <c:v>2098.1388527942304</c:v>
                </c:pt>
                <c:pt idx="747">
                  <c:v>2100.7052817050248</c:v>
                </c:pt>
                <c:pt idx="748">
                  <c:v>2102.9404385893272</c:v>
                </c:pt>
                <c:pt idx="749">
                  <c:v>2095.9428916576808</c:v>
                </c:pt>
                <c:pt idx="750">
                  <c:v>2099.5120763744158</c:v>
                </c:pt>
                <c:pt idx="751">
                  <c:v>2130.9545564112068</c:v>
                </c:pt>
                <c:pt idx="752">
                  <c:v>2128.442135068135</c:v>
                </c:pt>
                <c:pt idx="753">
                  <c:v>2125.9745365329813</c:v>
                </c:pt>
                <c:pt idx="754">
                  <c:v>2124.9163326065777</c:v>
                </c:pt>
                <c:pt idx="755">
                  <c:v>2125.0813439929802</c:v>
                </c:pt>
                <c:pt idx="756">
                  <c:v>2131.9308121296044</c:v>
                </c:pt>
                <c:pt idx="757">
                  <c:v>2121.58786280815</c:v>
                </c:pt>
                <c:pt idx="758">
                  <c:v>2116.8321524349531</c:v>
                </c:pt>
                <c:pt idx="759">
                  <c:v>2115.6592895550757</c:v>
                </c:pt>
                <c:pt idx="760">
                  <c:v>2114.3993402747578</c:v>
                </c:pt>
                <c:pt idx="761">
                  <c:v>2115.6816487111851</c:v>
                </c:pt>
                <c:pt idx="762">
                  <c:v>2088.1312370165911</c:v>
                </c:pt>
                <c:pt idx="763">
                  <c:v>2085.4341321219085</c:v>
                </c:pt>
                <c:pt idx="764">
                  <c:v>2081.0846844552038</c:v>
                </c:pt>
                <c:pt idx="765">
                  <c:v>2080.9202360687668</c:v>
                </c:pt>
                <c:pt idx="766">
                  <c:v>2076.8290689198184</c:v>
                </c:pt>
                <c:pt idx="767">
                  <c:v>2067.7381419046346</c:v>
                </c:pt>
                <c:pt idx="768">
                  <c:v>2064.3572442506643</c:v>
                </c:pt>
                <c:pt idx="769">
                  <c:v>2067.1177813761656</c:v>
                </c:pt>
                <c:pt idx="770">
                  <c:v>2073.2015105580967</c:v>
                </c:pt>
                <c:pt idx="771">
                  <c:v>2078.5340262734171</c:v>
                </c:pt>
                <c:pt idx="772">
                  <c:v>2061.8756755810359</c:v>
                </c:pt>
                <c:pt idx="773">
                  <c:v>2058.8524757422274</c:v>
                </c:pt>
                <c:pt idx="774">
                  <c:v>2014.6399999999999</c:v>
                </c:pt>
                <c:pt idx="775">
                  <c:v>2018.0523797508383</c:v>
                </c:pt>
                <c:pt idx="776">
                  <c:v>1997.2573402627893</c:v>
                </c:pt>
                <c:pt idx="777">
                  <c:v>1991.1778192486877</c:v>
                </c:pt>
                <c:pt idx="778">
                  <c:v>1996.0937498631408</c:v>
                </c:pt>
                <c:pt idx="779">
                  <c:v>1996.1352222368566</c:v>
                </c:pt>
                <c:pt idx="780">
                  <c:v>1997.3139647532171</c:v>
                </c:pt>
                <c:pt idx="781">
                  <c:v>1993.497148316791</c:v>
                </c:pt>
                <c:pt idx="782">
                  <c:v>1993.6195691612502</c:v>
                </c:pt>
                <c:pt idx="783">
                  <c:v>1993.902842814934</c:v>
                </c:pt>
                <c:pt idx="784">
                  <c:v>1997.1867860463371</c:v>
                </c:pt>
                <c:pt idx="785">
                  <c:v>2000.2439235237737</c:v>
                </c:pt>
                <c:pt idx="786">
                  <c:v>2003.0436088967344</c:v>
                </c:pt>
                <c:pt idx="787">
                  <c:v>2002.8784890845739</c:v>
                </c:pt>
                <c:pt idx="788">
                  <c:v>1998.604121160804</c:v>
                </c:pt>
                <c:pt idx="789">
                  <c:v>1996.7096155558045</c:v>
                </c:pt>
                <c:pt idx="790">
                  <c:v>2003.2371372640093</c:v>
                </c:pt>
                <c:pt idx="791">
                  <c:v>2003.5267191360333</c:v>
                </c:pt>
                <c:pt idx="792">
                  <c:v>2042.2269156107661</c:v>
                </c:pt>
                <c:pt idx="793">
                  <c:v>2028.5307130713704</c:v>
                </c:pt>
                <c:pt idx="794">
                  <c:v>1984.1196623219328</c:v>
                </c:pt>
                <c:pt idx="795">
                  <c:v>1980.6757328236927</c:v>
                </c:pt>
                <c:pt idx="796">
                  <c:v>1982.3500315182878</c:v>
                </c:pt>
                <c:pt idx="797">
                  <c:v>1980.3482703946402</c:v>
                </c:pt>
                <c:pt idx="798">
                  <c:v>1988.8969034416371</c:v>
                </c:pt>
                <c:pt idx="799">
                  <c:v>1975.176486168132</c:v>
                </c:pt>
                <c:pt idx="800">
                  <c:v>1970.1695692406668</c:v>
                </c:pt>
                <c:pt idx="801">
                  <c:v>1977.4871486574946</c:v>
                </c:pt>
                <c:pt idx="802">
                  <c:v>1981.5617329902927</c:v>
                </c:pt>
                <c:pt idx="803">
                  <c:v>1983.2397945348484</c:v>
                </c:pt>
                <c:pt idx="804">
                  <c:v>1996.3863470844603</c:v>
                </c:pt>
                <c:pt idx="805">
                  <c:v>2000.2814009306428</c:v>
                </c:pt>
                <c:pt idx="806">
                  <c:v>2006.5139021379969</c:v>
                </c:pt>
                <c:pt idx="807">
                  <c:v>2030.7935336841877</c:v>
                </c:pt>
                <c:pt idx="808">
                  <c:v>2021.8252033724302</c:v>
                </c:pt>
                <c:pt idx="809">
                  <c:v>2025.0167780321226</c:v>
                </c:pt>
                <c:pt idx="810">
                  <c:v>2033.3768191993445</c:v>
                </c:pt>
                <c:pt idx="811">
                  <c:v>2032.2451746694235</c:v>
                </c:pt>
                <c:pt idx="812">
                  <c:v>2036.9166973597858</c:v>
                </c:pt>
                <c:pt idx="813">
                  <c:v>2040.3029382759596</c:v>
                </c:pt>
                <c:pt idx="814">
                  <c:v>2044.9950623811824</c:v>
                </c:pt>
                <c:pt idx="815">
                  <c:v>2041.7606138476378</c:v>
                </c:pt>
                <c:pt idx="816">
                  <c:v>2040.6955216687488</c:v>
                </c:pt>
                <c:pt idx="817">
                  <c:v>2039.6427018712197</c:v>
                </c:pt>
                <c:pt idx="818">
                  <c:v>2038.4700712105102</c:v>
                </c:pt>
                <c:pt idx="819">
                  <c:v>2030.4916664322711</c:v>
                </c:pt>
                <c:pt idx="820">
                  <c:v>2020.9339931651175</c:v>
                </c:pt>
                <c:pt idx="821">
                  <c:v>2026.24849479558</c:v>
                </c:pt>
                <c:pt idx="822">
                  <c:v>2029.9123684360291</c:v>
                </c:pt>
                <c:pt idx="823">
                  <c:v>2028.792996402618</c:v>
                </c:pt>
                <c:pt idx="824">
                  <c:v>2031.1847868049672</c:v>
                </c:pt>
                <c:pt idx="825">
                  <c:v>2031.0174200202052</c:v>
                </c:pt>
                <c:pt idx="826">
                  <c:v>2033.2197794582976</c:v>
                </c:pt>
                <c:pt idx="827">
                  <c:v>2034.621183264353</c:v>
                </c:pt>
                <c:pt idx="828">
                  <c:v>2031.5293724179057</c:v>
                </c:pt>
                <c:pt idx="829">
                  <c:v>2034.4930490578222</c:v>
                </c:pt>
                <c:pt idx="830">
                  <c:v>2037.9469287043382</c:v>
                </c:pt>
                <c:pt idx="831">
                  <c:v>2037.7885378136605</c:v>
                </c:pt>
                <c:pt idx="832">
                  <c:v>2037.7097209874282</c:v>
                </c:pt>
                <c:pt idx="833">
                  <c:v>2037.2878660347276</c:v>
                </c:pt>
                <c:pt idx="834">
                  <c:v>2038.8620734942554</c:v>
                </c:pt>
                <c:pt idx="835">
                  <c:v>2038.6611986330574</c:v>
                </c:pt>
                <c:pt idx="836">
                  <c:v>2035.1162456195368</c:v>
                </c:pt>
                <c:pt idx="837">
                  <c:v>2037.5221813307285</c:v>
                </c:pt>
                <c:pt idx="838">
                  <c:v>2037.8503078353704</c:v>
                </c:pt>
                <c:pt idx="839">
                  <c:v>2039.60129585357</c:v>
                </c:pt>
                <c:pt idx="840">
                  <c:v>2039.4569501640508</c:v>
                </c:pt>
                <c:pt idx="841">
                  <c:v>2040.1493995670437</c:v>
                </c:pt>
                <c:pt idx="842">
                  <c:v>2043.7686067069731</c:v>
                </c:pt>
                <c:pt idx="843">
                  <c:v>2044.3560255077273</c:v>
                </c:pt>
                <c:pt idx="844">
                  <c:v>2047.7723048925768</c:v>
                </c:pt>
                <c:pt idx="845">
                  <c:v>2047.7693118403745</c:v>
                </c:pt>
                <c:pt idx="846">
                  <c:v>2053.8866094474906</c:v>
                </c:pt>
                <c:pt idx="847">
                  <c:v>2054.0628864221089</c:v>
                </c:pt>
                <c:pt idx="848">
                  <c:v>2053.3537379498694</c:v>
                </c:pt>
                <c:pt idx="849">
                  <c:v>2056.2172758018246</c:v>
                </c:pt>
                <c:pt idx="850">
                  <c:v>2039.0999847052231</c:v>
                </c:pt>
                <c:pt idx="851">
                  <c:v>2036.7500122491169</c:v>
                </c:pt>
                <c:pt idx="852">
                  <c:v>2037.6190346396907</c:v>
                </c:pt>
                <c:pt idx="853">
                  <c:v>2039.35280634376</c:v>
                </c:pt>
                <c:pt idx="854">
                  <c:v>2042.8204702805169</c:v>
                </c:pt>
                <c:pt idx="855">
                  <c:v>2046.8283616944607</c:v>
                </c:pt>
                <c:pt idx="856">
                  <c:v>2042.5358718641476</c:v>
                </c:pt>
                <c:pt idx="857">
                  <c:v>2040.2382619087177</c:v>
                </c:pt>
                <c:pt idx="858">
                  <c:v>2041.9187751066884</c:v>
                </c:pt>
                <c:pt idx="859">
                  <c:v>2038.1891666711865</c:v>
                </c:pt>
                <c:pt idx="860">
                  <c:v>2037.9570959386854</c:v>
                </c:pt>
                <c:pt idx="861">
                  <c:v>2040.3453661622023</c:v>
                </c:pt>
                <c:pt idx="862">
                  <c:v>2043.3578593637483</c:v>
                </c:pt>
                <c:pt idx="863">
                  <c:v>2047.3275190379165</c:v>
                </c:pt>
                <c:pt idx="864">
                  <c:v>2044.3057342042337</c:v>
                </c:pt>
                <c:pt idx="865">
                  <c:v>2045.8571001374717</c:v>
                </c:pt>
                <c:pt idx="866">
                  <c:v>2045.0032464774531</c:v>
                </c:pt>
                <c:pt idx="867">
                  <c:v>2039.1490084931256</c:v>
                </c:pt>
                <c:pt idx="868">
                  <c:v>2041.6260815947185</c:v>
                </c:pt>
                <c:pt idx="869">
                  <c:v>2040.4667970228886</c:v>
                </c:pt>
                <c:pt idx="870">
                  <c:v>2054.9009473992169</c:v>
                </c:pt>
                <c:pt idx="871">
                  <c:v>2052.5887762718312</c:v>
                </c:pt>
                <c:pt idx="872">
                  <c:v>2048.6946959774241</c:v>
                </c:pt>
                <c:pt idx="873">
                  <c:v>2034.3379596290979</c:v>
                </c:pt>
                <c:pt idx="874">
                  <c:v>2031.5384135900297</c:v>
                </c:pt>
                <c:pt idx="875">
                  <c:v>2029.7270463314255</c:v>
                </c:pt>
                <c:pt idx="876">
                  <c:v>2033.6116676282661</c:v>
                </c:pt>
                <c:pt idx="877">
                  <c:v>2033.9156196198919</c:v>
                </c:pt>
                <c:pt idx="878">
                  <c:v>2038.6819100310931</c:v>
                </c:pt>
                <c:pt idx="879">
                  <c:v>2035.8031692552825</c:v>
                </c:pt>
                <c:pt idx="880">
                  <c:v>2040.1093429612695</c:v>
                </c:pt>
                <c:pt idx="881">
                  <c:v>2027.5795213658691</c:v>
                </c:pt>
                <c:pt idx="882">
                  <c:v>2024.3365677094991</c:v>
                </c:pt>
                <c:pt idx="883">
                  <c:v>2059.8675519420526</c:v>
                </c:pt>
                <c:pt idx="884">
                  <c:v>2059.3638053790492</c:v>
                </c:pt>
                <c:pt idx="885">
                  <c:v>2058.926470683034</c:v>
                </c:pt>
                <c:pt idx="886">
                  <c:v>2051.5978633111467</c:v>
                </c:pt>
                <c:pt idx="887">
                  <c:v>2051.2764927822686</c:v>
                </c:pt>
                <c:pt idx="888">
                  <c:v>2047.2464640857463</c:v>
                </c:pt>
                <c:pt idx="889">
                  <c:v>2046.5028754832522</c:v>
                </c:pt>
                <c:pt idx="890">
                  <c:v>2042.1208515669816</c:v>
                </c:pt>
                <c:pt idx="891">
                  <c:v>2038.8768618328281</c:v>
                </c:pt>
                <c:pt idx="892">
                  <c:v>2040.7934640367437</c:v>
                </c:pt>
                <c:pt idx="893">
                  <c:v>2038.1203362578919</c:v>
                </c:pt>
                <c:pt idx="894">
                  <c:v>2030.1642727943117</c:v>
                </c:pt>
                <c:pt idx="895">
                  <c:v>2018.2309735613203</c:v>
                </c:pt>
                <c:pt idx="896">
                  <c:v>2050.9877136165082</c:v>
                </c:pt>
                <c:pt idx="897">
                  <c:v>2044.0730138460117</c:v>
                </c:pt>
                <c:pt idx="898">
                  <c:v>2046.3622264969492</c:v>
                </c:pt>
                <c:pt idx="899">
                  <c:v>2064.5853937520319</c:v>
                </c:pt>
                <c:pt idx="900">
                  <c:v>2069.0116839006296</c:v>
                </c:pt>
                <c:pt idx="901">
                  <c:v>2072.6459661731433</c:v>
                </c:pt>
                <c:pt idx="902">
                  <c:v>2070.1204046467947</c:v>
                </c:pt>
                <c:pt idx="903">
                  <c:v>2075.5869566023343</c:v>
                </c:pt>
                <c:pt idx="904">
                  <c:v>2072.9588905814594</c:v>
                </c:pt>
                <c:pt idx="905">
                  <c:v>2072.6839263210049</c:v>
                </c:pt>
                <c:pt idx="906">
                  <c:v>2069.514961649752</c:v>
                </c:pt>
                <c:pt idx="907">
                  <c:v>2070.4953347590404</c:v>
                </c:pt>
                <c:pt idx="908">
                  <c:v>2067.5018182129133</c:v>
                </c:pt>
                <c:pt idx="909">
                  <c:v>2068.8375538293253</c:v>
                </c:pt>
                <c:pt idx="910">
                  <c:v>2072.6293818855365</c:v>
                </c:pt>
                <c:pt idx="911">
                  <c:v>2073.6034654790974</c:v>
                </c:pt>
                <c:pt idx="912">
                  <c:v>2073.4999838988065</c:v>
                </c:pt>
                <c:pt idx="913">
                  <c:v>2067.9626208717623</c:v>
                </c:pt>
                <c:pt idx="914">
                  <c:v>2067.8147462933343</c:v>
                </c:pt>
                <c:pt idx="915">
                  <c:v>2070.5720989187535</c:v>
                </c:pt>
                <c:pt idx="916">
                  <c:v>2068.5501472525543</c:v>
                </c:pt>
                <c:pt idx="917">
                  <c:v>2073.7177704128339</c:v>
                </c:pt>
                <c:pt idx="918">
                  <c:v>2069.9931607077824</c:v>
                </c:pt>
                <c:pt idx="919">
                  <c:v>2071.1033562224857</c:v>
                </c:pt>
                <c:pt idx="920">
                  <c:v>2073.5775023517685</c:v>
                </c:pt>
                <c:pt idx="921">
                  <c:v>2080.4001756690909</c:v>
                </c:pt>
                <c:pt idx="922">
                  <c:v>2086.8708823315606</c:v>
                </c:pt>
                <c:pt idx="923">
                  <c:v>2083.442285719178</c:v>
                </c:pt>
                <c:pt idx="924">
                  <c:v>2085.5590701824131</c:v>
                </c:pt>
                <c:pt idx="925">
                  <c:v>2082.962610961893</c:v>
                </c:pt>
                <c:pt idx="926">
                  <c:v>2083.4734673369162</c:v>
                </c:pt>
                <c:pt idx="927">
                  <c:v>2088.8032112952578</c:v>
                </c:pt>
                <c:pt idx="928">
                  <c:v>2094.3710071611454</c:v>
                </c:pt>
                <c:pt idx="929">
                  <c:v>2090.5676049471067</c:v>
                </c:pt>
                <c:pt idx="930">
                  <c:v>2088.4655501840402</c:v>
                </c:pt>
                <c:pt idx="931">
                  <c:v>2090.7986179052659</c:v>
                </c:pt>
                <c:pt idx="932">
                  <c:v>2086.8238733157318</c:v>
                </c:pt>
                <c:pt idx="933">
                  <c:v>2120.4654570858515</c:v>
                </c:pt>
                <c:pt idx="934">
                  <c:v>2124.3236611203824</c:v>
                </c:pt>
                <c:pt idx="935">
                  <c:v>2125.7926448816811</c:v>
                </c:pt>
                <c:pt idx="936">
                  <c:v>2128.577737105401</c:v>
                </c:pt>
                <c:pt idx="937">
                  <c:v>2174.0265495415783</c:v>
                </c:pt>
                <c:pt idx="938">
                  <c:v>2177.3434991989061</c:v>
                </c:pt>
                <c:pt idx="939">
                  <c:v>2175.9158657943203</c:v>
                </c:pt>
                <c:pt idx="940">
                  <c:v>2155.8223978646574</c:v>
                </c:pt>
                <c:pt idx="941">
                  <c:v>2164.7667107616026</c:v>
                </c:pt>
                <c:pt idx="942">
                  <c:v>2169.213621287171</c:v>
                </c:pt>
                <c:pt idx="943">
                  <c:v>2171.6434414979844</c:v>
                </c:pt>
                <c:pt idx="944">
                  <c:v>2169.2837573856168</c:v>
                </c:pt>
                <c:pt idx="945">
                  <c:v>2173.8957030543511</c:v>
                </c:pt>
                <c:pt idx="946">
                  <c:v>2205.7929640896041</c:v>
                </c:pt>
                <c:pt idx="947">
                  <c:v>2212.772576265304</c:v>
                </c:pt>
                <c:pt idx="948">
                  <c:v>2209.0900223533399</c:v>
                </c:pt>
                <c:pt idx="949">
                  <c:v>2210.9420682863197</c:v>
                </c:pt>
                <c:pt idx="950">
                  <c:v>2202.4011524076413</c:v>
                </c:pt>
                <c:pt idx="951">
                  <c:v>2205.6940634579855</c:v>
                </c:pt>
                <c:pt idx="952">
                  <c:v>2206.4202567421503</c:v>
                </c:pt>
                <c:pt idx="953">
                  <c:v>2212.5776632707066</c:v>
                </c:pt>
                <c:pt idx="954">
                  <c:v>2210.8536986301369</c:v>
                </c:pt>
                <c:pt idx="955">
                  <c:v>2227.5288371330748</c:v>
                </c:pt>
                <c:pt idx="956">
                  <c:v>2227.5884782406506</c:v>
                </c:pt>
                <c:pt idx="957">
                  <c:v>2228.589660247148</c:v>
                </c:pt>
                <c:pt idx="958">
                  <c:v>2215.0741296371189</c:v>
                </c:pt>
                <c:pt idx="959">
                  <c:v>2216.7536428912867</c:v>
                </c:pt>
                <c:pt idx="960">
                  <c:v>2216.5075364910449</c:v>
                </c:pt>
                <c:pt idx="961">
                  <c:v>2216.7429240303509</c:v>
                </c:pt>
                <c:pt idx="962">
                  <c:v>2212.234352593448</c:v>
                </c:pt>
                <c:pt idx="963">
                  <c:v>2211.8033178549827</c:v>
                </c:pt>
                <c:pt idx="964">
                  <c:v>2210.7331864652783</c:v>
                </c:pt>
                <c:pt idx="965">
                  <c:v>2215.9281019774835</c:v>
                </c:pt>
                <c:pt idx="966">
                  <c:v>2214.736920017162</c:v>
                </c:pt>
                <c:pt idx="967">
                  <c:v>2217.4192007440224</c:v>
                </c:pt>
                <c:pt idx="968">
                  <c:v>2216.5131758806583</c:v>
                </c:pt>
                <c:pt idx="969">
                  <c:v>2217.7915424466969</c:v>
                </c:pt>
                <c:pt idx="970">
                  <c:v>2213.4662149246005</c:v>
                </c:pt>
                <c:pt idx="971">
                  <c:v>2205.3259352849423</c:v>
                </c:pt>
                <c:pt idx="972">
                  <c:v>2202.2727255210584</c:v>
                </c:pt>
                <c:pt idx="973">
                  <c:v>2205.8644699439265</c:v>
                </c:pt>
                <c:pt idx="974">
                  <c:v>2207.4473651576227</c:v>
                </c:pt>
                <c:pt idx="975">
                  <c:v>2202.5405362325778</c:v>
                </c:pt>
                <c:pt idx="976">
                  <c:v>2202.9971399787282</c:v>
                </c:pt>
                <c:pt idx="977">
                  <c:v>2203.1720245776673</c:v>
                </c:pt>
                <c:pt idx="978">
                  <c:v>2193.8990606385623</c:v>
                </c:pt>
                <c:pt idx="979">
                  <c:v>2196.0653882305942</c:v>
                </c:pt>
                <c:pt idx="980">
                  <c:v>2198.2831623529041</c:v>
                </c:pt>
                <c:pt idx="981">
                  <c:v>2194.8360632887711</c:v>
                </c:pt>
                <c:pt idx="982">
                  <c:v>2185.8957612228301</c:v>
                </c:pt>
                <c:pt idx="983">
                  <c:v>2178.7621659957026</c:v>
                </c:pt>
                <c:pt idx="984">
                  <c:v>2182.6392601900334</c:v>
                </c:pt>
                <c:pt idx="985">
                  <c:v>2184.0458560360812</c:v>
                </c:pt>
                <c:pt idx="986">
                  <c:v>2183.4446498307416</c:v>
                </c:pt>
                <c:pt idx="987">
                  <c:v>2180.119862133587</c:v>
                </c:pt>
                <c:pt idx="988">
                  <c:v>2174.8425118664536</c:v>
                </c:pt>
                <c:pt idx="989">
                  <c:v>2172.9768030299729</c:v>
                </c:pt>
                <c:pt idx="990">
                  <c:v>2173.0554989691668</c:v>
                </c:pt>
                <c:pt idx="991">
                  <c:v>2170.975500693768</c:v>
                </c:pt>
                <c:pt idx="992">
                  <c:v>2137.2951007084675</c:v>
                </c:pt>
                <c:pt idx="993">
                  <c:v>2139.8916113388673</c:v>
                </c:pt>
                <c:pt idx="994">
                  <c:v>2144.0414976990351</c:v>
                </c:pt>
                <c:pt idx="995">
                  <c:v>2149.9207217343119</c:v>
                </c:pt>
                <c:pt idx="996">
                  <c:v>2151.2989361635605</c:v>
                </c:pt>
                <c:pt idx="997">
                  <c:v>2144.323364892261</c:v>
                </c:pt>
                <c:pt idx="998">
                  <c:v>2142.6067839226403</c:v>
                </c:pt>
                <c:pt idx="999">
                  <c:v>2146.6935967525037</c:v>
                </c:pt>
                <c:pt idx="1000">
                  <c:v>2148.1161326076367</c:v>
                </c:pt>
                <c:pt idx="1001">
                  <c:v>2142.1404095825023</c:v>
                </c:pt>
                <c:pt idx="1002">
                  <c:v>2140.7956594146644</c:v>
                </c:pt>
                <c:pt idx="1003">
                  <c:v>2142.7112244339337</c:v>
                </c:pt>
                <c:pt idx="1004">
                  <c:v>2139.494027270272</c:v>
                </c:pt>
                <c:pt idx="1005">
                  <c:v>2141.690024137451</c:v>
                </c:pt>
                <c:pt idx="1006">
                  <c:v>2146.2636453600671</c:v>
                </c:pt>
                <c:pt idx="1007">
                  <c:v>2146.6179219257278</c:v>
                </c:pt>
                <c:pt idx="1008">
                  <c:v>2151.4094263135867</c:v>
                </c:pt>
                <c:pt idx="1009">
                  <c:v>2171.9784700935706</c:v>
                </c:pt>
                <c:pt idx="1010">
                  <c:v>2179.8742426417443</c:v>
                </c:pt>
                <c:pt idx="1011">
                  <c:v>2177.6801479188784</c:v>
                </c:pt>
                <c:pt idx="1012">
                  <c:v>2174.5854061184241</c:v>
                </c:pt>
                <c:pt idx="1013">
                  <c:v>2175.0345166061179</c:v>
                </c:pt>
                <c:pt idx="1014">
                  <c:v>2174.9960198007584</c:v>
                </c:pt>
                <c:pt idx="1015">
                  <c:v>2169.4570391907619</c:v>
                </c:pt>
                <c:pt idx="1016">
                  <c:v>2170.7502184991249</c:v>
                </c:pt>
                <c:pt idx="1017">
                  <c:v>2171.6236512267637</c:v>
                </c:pt>
                <c:pt idx="1018">
                  <c:v>2167.9430766696919</c:v>
                </c:pt>
                <c:pt idx="1019">
                  <c:v>2169.3333313033481</c:v>
                </c:pt>
                <c:pt idx="1020">
                  <c:v>2151.1808148443588</c:v>
                </c:pt>
                <c:pt idx="1021">
                  <c:v>2148.1421544448244</c:v>
                </c:pt>
                <c:pt idx="1022">
                  <c:v>2160.3118323801964</c:v>
                </c:pt>
                <c:pt idx="1023">
                  <c:v>2166.8000882173969</c:v>
                </c:pt>
                <c:pt idx="1024">
                  <c:v>2164.5693255015226</c:v>
                </c:pt>
                <c:pt idx="1025">
                  <c:v>2158.5576250817289</c:v>
                </c:pt>
                <c:pt idx="1026">
                  <c:v>2156.6873951508192</c:v>
                </c:pt>
                <c:pt idx="1027">
                  <c:v>2148.2326684964487</c:v>
                </c:pt>
                <c:pt idx="1028">
                  <c:v>2145.1793953410679</c:v>
                </c:pt>
                <c:pt idx="1029">
                  <c:v>2144.9227184296542</c:v>
                </c:pt>
                <c:pt idx="1030">
                  <c:v>2151.1875564752545</c:v>
                </c:pt>
                <c:pt idx="1031">
                  <c:v>2155.5122165612552</c:v>
                </c:pt>
                <c:pt idx="1032">
                  <c:v>2156.1098262295682</c:v>
                </c:pt>
                <c:pt idx="1033">
                  <c:v>2152.4003147490571</c:v>
                </c:pt>
                <c:pt idx="1034">
                  <c:v>2150.7140379162329</c:v>
                </c:pt>
                <c:pt idx="1035">
                  <c:v>2155.6001264890601</c:v>
                </c:pt>
                <c:pt idx="1036">
                  <c:v>2158.0955518480409</c:v>
                </c:pt>
                <c:pt idx="1037">
                  <c:v>2160.7058885202264</c:v>
                </c:pt>
                <c:pt idx="1038">
                  <c:v>2155.5196548797489</c:v>
                </c:pt>
                <c:pt idx="1039">
                  <c:v>2128.8341851076143</c:v>
                </c:pt>
                <c:pt idx="1040">
                  <c:v>2110.2128586981225</c:v>
                </c:pt>
                <c:pt idx="1041">
                  <c:v>2105.4740052033098</c:v>
                </c:pt>
                <c:pt idx="1042">
                  <c:v>2110.1672597760999</c:v>
                </c:pt>
                <c:pt idx="1043">
                  <c:v>2105.5609073814612</c:v>
                </c:pt>
                <c:pt idx="1044">
                  <c:v>2064.7148197679089</c:v>
                </c:pt>
                <c:pt idx="1045">
                  <c:v>2074.4424923975662</c:v>
                </c:pt>
                <c:pt idx="1046">
                  <c:v>2069.7308023576234</c:v>
                </c:pt>
                <c:pt idx="1047">
                  <c:v>2066.5715661339509</c:v>
                </c:pt>
                <c:pt idx="1048">
                  <c:v>2079.9895878418697</c:v>
                </c:pt>
                <c:pt idx="1049">
                  <c:v>2092.1948320207825</c:v>
                </c:pt>
                <c:pt idx="1050">
                  <c:v>2080.048912233427</c:v>
                </c:pt>
                <c:pt idx="1051">
                  <c:v>2072.1635930842026</c:v>
                </c:pt>
                <c:pt idx="1052">
                  <c:v>2059.147839007444</c:v>
                </c:pt>
                <c:pt idx="1053">
                  <c:v>2073.1784516790326</c:v>
                </c:pt>
                <c:pt idx="1054">
                  <c:v>2072.9178948394565</c:v>
                </c:pt>
                <c:pt idx="1055">
                  <c:v>2067.5139059829789</c:v>
                </c:pt>
                <c:pt idx="1056">
                  <c:v>2105.3669070053656</c:v>
                </c:pt>
                <c:pt idx="1057">
                  <c:v>2104.8068343700847</c:v>
                </c:pt>
                <c:pt idx="1058">
                  <c:v>2097.9023802297356</c:v>
                </c:pt>
                <c:pt idx="1059">
                  <c:v>2103.6895837930974</c:v>
                </c:pt>
                <c:pt idx="1060">
                  <c:v>2107.6043648048717</c:v>
                </c:pt>
                <c:pt idx="1061">
                  <c:v>2114.5135917190628</c:v>
                </c:pt>
                <c:pt idx="1062">
                  <c:v>2111.9497651793035</c:v>
                </c:pt>
                <c:pt idx="1063">
                  <c:v>2161.8222477195281</c:v>
                </c:pt>
                <c:pt idx="1064">
                  <c:v>2154.8525753636795</c:v>
                </c:pt>
                <c:pt idx="1065">
                  <c:v>2161.3998492146297</c:v>
                </c:pt>
                <c:pt idx="1066">
                  <c:v>2154.2673303765218</c:v>
                </c:pt>
                <c:pt idx="1067">
                  <c:v>2162.3990927159539</c:v>
                </c:pt>
                <c:pt idx="1068">
                  <c:v>2162.5009270347855</c:v>
                </c:pt>
                <c:pt idx="1069">
                  <c:v>2164.7787660221416</c:v>
                </c:pt>
                <c:pt idx="1070">
                  <c:v>2159.2179637763252</c:v>
                </c:pt>
                <c:pt idx="1071">
                  <c:v>2156.9249321791426</c:v>
                </c:pt>
                <c:pt idx="1072">
                  <c:v>2159.9721271089729</c:v>
                </c:pt>
                <c:pt idx="1073">
                  <c:v>2162.5331639130559</c:v>
                </c:pt>
                <c:pt idx="1074">
                  <c:v>2164.8534493971947</c:v>
                </c:pt>
                <c:pt idx="1075">
                  <c:v>2166.6680583005323</c:v>
                </c:pt>
                <c:pt idx="1076">
                  <c:v>2171.2648333570542</c:v>
                </c:pt>
                <c:pt idx="1077">
                  <c:v>2164.9834035370836</c:v>
                </c:pt>
                <c:pt idx="1078">
                  <c:v>2167.8568481702569</c:v>
                </c:pt>
                <c:pt idx="1079">
                  <c:v>2168.3334873946114</c:v>
                </c:pt>
                <c:pt idx="1080">
                  <c:v>2167.2511296808025</c:v>
                </c:pt>
                <c:pt idx="1081">
                  <c:v>2173.9833349960941</c:v>
                </c:pt>
                <c:pt idx="1082">
                  <c:v>2179.0179517013698</c:v>
                </c:pt>
                <c:pt idx="1083">
                  <c:v>2177.8106052549088</c:v>
                </c:pt>
                <c:pt idx="1084">
                  <c:v>2180.1394264122277</c:v>
                </c:pt>
                <c:pt idx="1085">
                  <c:v>2171.1959286371839</c:v>
                </c:pt>
                <c:pt idx="1086">
                  <c:v>2174.0068595075431</c:v>
                </c:pt>
                <c:pt idx="1087">
                  <c:v>2172.8391671379791</c:v>
                </c:pt>
                <c:pt idx="1088">
                  <c:v>2174.9267080298987</c:v>
                </c:pt>
                <c:pt idx="1089">
                  <c:v>2168.2971348396018</c:v>
                </c:pt>
                <c:pt idx="1090">
                  <c:v>2164.214694408166</c:v>
                </c:pt>
                <c:pt idx="1091">
                  <c:v>2164.8862581978333</c:v>
                </c:pt>
                <c:pt idx="1092">
                  <c:v>2167.8023455084926</c:v>
                </c:pt>
                <c:pt idx="1093">
                  <c:v>2166.1070916779145</c:v>
                </c:pt>
                <c:pt idx="1094">
                  <c:v>2175.1458716992261</c:v>
                </c:pt>
                <c:pt idx="1095">
                  <c:v>2176.0886177484454</c:v>
                </c:pt>
                <c:pt idx="1096">
                  <c:v>2183.0472996754279</c:v>
                </c:pt>
                <c:pt idx="1097">
                  <c:v>2186.3874379770814</c:v>
                </c:pt>
                <c:pt idx="1098">
                  <c:v>2186.6981698205209</c:v>
                </c:pt>
                <c:pt idx="1099">
                  <c:v>2192.8943006172844</c:v>
                </c:pt>
                <c:pt idx="1100">
                  <c:v>2190.5817410895834</c:v>
                </c:pt>
                <c:pt idx="1101">
                  <c:v>2187.2414435875889</c:v>
                </c:pt>
                <c:pt idx="1102">
                  <c:v>2184.8608055566369</c:v>
                </c:pt>
                <c:pt idx="1103">
                  <c:v>2183.8968164916696</c:v>
                </c:pt>
                <c:pt idx="1104">
                  <c:v>2188.5081695961453</c:v>
                </c:pt>
                <c:pt idx="1105">
                  <c:v>2189.5599984619475</c:v>
                </c:pt>
                <c:pt idx="1106">
                  <c:v>2186.2280028783389</c:v>
                </c:pt>
                <c:pt idx="1107">
                  <c:v>2188.7893017830556</c:v>
                </c:pt>
                <c:pt idx="1108">
                  <c:v>2185.2514566732748</c:v>
                </c:pt>
                <c:pt idx="1109">
                  <c:v>2179.547191535296</c:v>
                </c:pt>
                <c:pt idx="1110">
                  <c:v>2186.1658392009585</c:v>
                </c:pt>
                <c:pt idx="1111">
                  <c:v>2183.8037146523575</c:v>
                </c:pt>
                <c:pt idx="1112">
                  <c:v>2184.0698183585801</c:v>
                </c:pt>
                <c:pt idx="1113">
                  <c:v>2184.3550551300696</c:v>
                </c:pt>
                <c:pt idx="1114">
                  <c:v>2186.6822566853489</c:v>
                </c:pt>
                <c:pt idx="1115">
                  <c:v>2181.304394994344</c:v>
                </c:pt>
                <c:pt idx="1116">
                  <c:v>2182.5521589719838</c:v>
                </c:pt>
                <c:pt idx="1117">
                  <c:v>2280.1064767912258</c:v>
                </c:pt>
                <c:pt idx="1118">
                  <c:v>2275.603289932254</c:v>
                </c:pt>
                <c:pt idx="1119">
                  <c:v>2279.718578593403</c:v>
                </c:pt>
                <c:pt idx="1120">
                  <c:v>2279.9039703140788</c:v>
                </c:pt>
                <c:pt idx="1121">
                  <c:v>2284.5878461164939</c:v>
                </c:pt>
                <c:pt idx="1122">
                  <c:v>2290.0895937041223</c:v>
                </c:pt>
                <c:pt idx="1123">
                  <c:v>2306.7318738484432</c:v>
                </c:pt>
                <c:pt idx="1124">
                  <c:v>2308.0698778002529</c:v>
                </c:pt>
                <c:pt idx="1125">
                  <c:v>2300.4246507814391</c:v>
                </c:pt>
                <c:pt idx="1126">
                  <c:v>2305.6338676326286</c:v>
                </c:pt>
                <c:pt idx="1127">
                  <c:v>2306.8607168387643</c:v>
                </c:pt>
                <c:pt idx="1128">
                  <c:v>2301.6043579973784</c:v>
                </c:pt>
                <c:pt idx="1129">
                  <c:v>2318.1065383873511</c:v>
                </c:pt>
                <c:pt idx="1130">
                  <c:v>2320.6753636262465</c:v>
                </c:pt>
                <c:pt idx="1131">
                  <c:v>2322.00654244513</c:v>
                </c:pt>
                <c:pt idx="1132">
                  <c:v>2319.2199544195232</c:v>
                </c:pt>
                <c:pt idx="1133">
                  <c:v>2318.7119582782366</c:v>
                </c:pt>
                <c:pt idx="1134">
                  <c:v>2318.5362843518687</c:v>
                </c:pt>
                <c:pt idx="1135">
                  <c:v>2317.1217430351526</c:v>
                </c:pt>
                <c:pt idx="1136">
                  <c:v>2312.555612955558</c:v>
                </c:pt>
                <c:pt idx="1137">
                  <c:v>2319.1665688818248</c:v>
                </c:pt>
                <c:pt idx="1138">
                  <c:v>2314.0678276411754</c:v>
                </c:pt>
                <c:pt idx="1139">
                  <c:v>2319.0176207622821</c:v>
                </c:pt>
                <c:pt idx="1140">
                  <c:v>2322.3661910489905</c:v>
                </c:pt>
                <c:pt idx="1141">
                  <c:v>2315.4682164140909</c:v>
                </c:pt>
                <c:pt idx="1142">
                  <c:v>2317.0061080959226</c:v>
                </c:pt>
                <c:pt idx="1143">
                  <c:v>2288.5250812517834</c:v>
                </c:pt>
                <c:pt idx="1144">
                  <c:v>2341.5292189904681</c:v>
                </c:pt>
                <c:pt idx="1145">
                  <c:v>2350.1303789718067</c:v>
                </c:pt>
                <c:pt idx="1146">
                  <c:v>2347.4061169103602</c:v>
                </c:pt>
                <c:pt idx="1147">
                  <c:v>2327.317325410032</c:v>
                </c:pt>
                <c:pt idx="1148">
                  <c:v>2320.4660653216115</c:v>
                </c:pt>
                <c:pt idx="1149">
                  <c:v>2326.7384893945764</c:v>
                </c:pt>
                <c:pt idx="1150">
                  <c:v>2329.9519412821269</c:v>
                </c:pt>
                <c:pt idx="1151">
                  <c:v>2325.5798175273685</c:v>
                </c:pt>
                <c:pt idx="1152">
                  <c:v>2322.5136556556095</c:v>
                </c:pt>
                <c:pt idx="1153">
                  <c:v>2317.3588261342525</c:v>
                </c:pt>
                <c:pt idx="1154">
                  <c:v>2315.4367999999999</c:v>
                </c:pt>
                <c:pt idx="1155">
                  <c:v>2324.0093567251461</c:v>
                </c:pt>
                <c:pt idx="1156">
                  <c:v>2334.9776817755092</c:v>
                </c:pt>
                <c:pt idx="1157">
                  <c:v>2339.6092873752154</c:v>
                </c:pt>
                <c:pt idx="1158">
                  <c:v>2343.940871227072</c:v>
                </c:pt>
                <c:pt idx="1159">
                  <c:v>2339.8525780213563</c:v>
                </c:pt>
                <c:pt idx="1160">
                  <c:v>2344.0197321045071</c:v>
                </c:pt>
                <c:pt idx="1161">
                  <c:v>2338.637106478549</c:v>
                </c:pt>
                <c:pt idx="1162">
                  <c:v>2331.1947039524425</c:v>
                </c:pt>
                <c:pt idx="1163">
                  <c:v>2338.651099083057</c:v>
                </c:pt>
                <c:pt idx="1164">
                  <c:v>2338.1749545459406</c:v>
                </c:pt>
                <c:pt idx="1165">
                  <c:v>2340.1513958967084</c:v>
                </c:pt>
                <c:pt idx="1166">
                  <c:v>2343.5965703675743</c:v>
                </c:pt>
                <c:pt idx="1167">
                  <c:v>2335.7311211422202</c:v>
                </c:pt>
                <c:pt idx="1168">
                  <c:v>2335.0005310237912</c:v>
                </c:pt>
                <c:pt idx="1169">
                  <c:v>2332.0618650533261</c:v>
                </c:pt>
                <c:pt idx="1170">
                  <c:v>2334.5994686169852</c:v>
                </c:pt>
                <c:pt idx="1171">
                  <c:v>2332.101569719704</c:v>
                </c:pt>
                <c:pt idx="1172">
                  <c:v>2329.8083729436671</c:v>
                </c:pt>
                <c:pt idx="1173">
                  <c:v>2331.631910043563</c:v>
                </c:pt>
                <c:pt idx="1174">
                  <c:v>2335.6100072748591</c:v>
                </c:pt>
                <c:pt idx="1175">
                  <c:v>2315.0472429824895</c:v>
                </c:pt>
                <c:pt idx="1176">
                  <c:v>2320.597291082468</c:v>
                </c:pt>
                <c:pt idx="1177">
                  <c:v>2323.4460979598061</c:v>
                </c:pt>
                <c:pt idx="1178">
                  <c:v>2420.4753797573326</c:v>
                </c:pt>
                <c:pt idx="1179">
                  <c:v>2418.1539062851075</c:v>
                </c:pt>
                <c:pt idx="1180">
                  <c:v>2426.291972394331</c:v>
                </c:pt>
                <c:pt idx="1181">
                  <c:v>2389.1899908125306</c:v>
                </c:pt>
                <c:pt idx="1182">
                  <c:v>2390.9845824348963</c:v>
                </c:pt>
                <c:pt idx="1183">
                  <c:v>2359.5299295349791</c:v>
                </c:pt>
                <c:pt idx="1184">
                  <c:v>2336.4088468248187</c:v>
                </c:pt>
                <c:pt idx="1185">
                  <c:v>2303.1093973016527</c:v>
                </c:pt>
                <c:pt idx="1186">
                  <c:v>2292.734401854198</c:v>
                </c:pt>
                <c:pt idx="1187">
                  <c:v>2305.5570052091362</c:v>
                </c:pt>
                <c:pt idx="1188">
                  <c:v>2292.7056664299184</c:v>
                </c:pt>
                <c:pt idx="1189">
                  <c:v>2298.016701384086</c:v>
                </c:pt>
                <c:pt idx="1190">
                  <c:v>2263.5954657664424</c:v>
                </c:pt>
                <c:pt idx="1191">
                  <c:v>2252.8566278260009</c:v>
                </c:pt>
                <c:pt idx="1192">
                  <c:v>2235.2670678022378</c:v>
                </c:pt>
                <c:pt idx="1193">
                  <c:v>2228.5514540922472</c:v>
                </c:pt>
                <c:pt idx="1194">
                  <c:v>2217.5983989749552</c:v>
                </c:pt>
                <c:pt idx="1195">
                  <c:v>2206.619884942445</c:v>
                </c:pt>
                <c:pt idx="1196">
                  <c:v>2208.3567949380545</c:v>
                </c:pt>
                <c:pt idx="1197">
                  <c:v>2217.8400521012682</c:v>
                </c:pt>
                <c:pt idx="1198">
                  <c:v>2217.5031788523388</c:v>
                </c:pt>
                <c:pt idx="1199">
                  <c:v>2224.4690234306026</c:v>
                </c:pt>
                <c:pt idx="1200">
                  <c:v>2204.4169323491851</c:v>
                </c:pt>
                <c:pt idx="1201">
                  <c:v>2202.9669616081674</c:v>
                </c:pt>
                <c:pt idx="1202">
                  <c:v>2193.2069368537877</c:v>
                </c:pt>
                <c:pt idx="1203">
                  <c:v>2169.2399351159138</c:v>
                </c:pt>
                <c:pt idx="1204">
                  <c:v>2162.7549611695626</c:v>
                </c:pt>
                <c:pt idx="1205">
                  <c:v>2166.7543569948002</c:v>
                </c:pt>
                <c:pt idx="1206">
                  <c:v>2162.1386403783331</c:v>
                </c:pt>
                <c:pt idx="1207">
                  <c:v>2156.8471541548383</c:v>
                </c:pt>
                <c:pt idx="1208">
                  <c:v>2149.0864318876329</c:v>
                </c:pt>
                <c:pt idx="1209">
                  <c:v>2150.4018224763531</c:v>
                </c:pt>
                <c:pt idx="1210">
                  <c:v>2149.303229685775</c:v>
                </c:pt>
                <c:pt idx="1211">
                  <c:v>2147.4798829529586</c:v>
                </c:pt>
                <c:pt idx="1212">
                  <c:v>2145.7950416289896</c:v>
                </c:pt>
                <c:pt idx="1213">
                  <c:v>2145.5415047749839</c:v>
                </c:pt>
                <c:pt idx="1214">
                  <c:v>2141.025936775437</c:v>
                </c:pt>
                <c:pt idx="1215">
                  <c:v>2146.9599983907342</c:v>
                </c:pt>
                <c:pt idx="1216">
                  <c:v>2148.6185076366273</c:v>
                </c:pt>
                <c:pt idx="1217">
                  <c:v>2155.3869693928964</c:v>
                </c:pt>
                <c:pt idx="1218">
                  <c:v>2152.079631178794</c:v>
                </c:pt>
                <c:pt idx="1219">
                  <c:v>2149.2959027053671</c:v>
                </c:pt>
                <c:pt idx="1220">
                  <c:v>2144.8772215391391</c:v>
                </c:pt>
                <c:pt idx="1221">
                  <c:v>2133.6662782288395</c:v>
                </c:pt>
                <c:pt idx="1222">
                  <c:v>2140.8576428191859</c:v>
                </c:pt>
                <c:pt idx="1223">
                  <c:v>2130.7497598637956</c:v>
                </c:pt>
                <c:pt idx="1224">
                  <c:v>2130.0390981936421</c:v>
                </c:pt>
                <c:pt idx="1225">
                  <c:v>2130.665815891236</c:v>
                </c:pt>
                <c:pt idx="1226">
                  <c:v>2128.9906606030163</c:v>
                </c:pt>
                <c:pt idx="1227">
                  <c:v>2129.0613655711541</c:v>
                </c:pt>
                <c:pt idx="1228">
                  <c:v>2133.1840826748748</c:v>
                </c:pt>
                <c:pt idx="1229">
                  <c:v>2135.0881197750932</c:v>
                </c:pt>
                <c:pt idx="1230">
                  <c:v>2131.3898955569989</c:v>
                </c:pt>
                <c:pt idx="1231">
                  <c:v>2128.8409357644487</c:v>
                </c:pt>
                <c:pt idx="1232">
                  <c:v>2128.1307495225146</c:v>
                </c:pt>
                <c:pt idx="1233">
                  <c:v>2110.1366309183263</c:v>
                </c:pt>
                <c:pt idx="1234">
                  <c:v>2084.2011058847593</c:v>
                </c:pt>
                <c:pt idx="1235">
                  <c:v>2083.5902162537473</c:v>
                </c:pt>
                <c:pt idx="1236">
                  <c:v>2088.6321110345375</c:v>
                </c:pt>
                <c:pt idx="1237">
                  <c:v>2084.7180654084109</c:v>
                </c:pt>
                <c:pt idx="1238">
                  <c:v>2083.7959019728933</c:v>
                </c:pt>
                <c:pt idx="1239">
                  <c:v>2085.7432848745334</c:v>
                </c:pt>
                <c:pt idx="1240">
                  <c:v>2084.9168215404939</c:v>
                </c:pt>
                <c:pt idx="1241">
                  <c:v>2130.843198089166</c:v>
                </c:pt>
                <c:pt idx="1242">
                  <c:v>2127.8993273928677</c:v>
                </c:pt>
                <c:pt idx="1243">
                  <c:v>2125.4494716033128</c:v>
                </c:pt>
                <c:pt idx="1244">
                  <c:v>2127.6073695601458</c:v>
                </c:pt>
                <c:pt idx="1245">
                  <c:v>2133.5372865398513</c:v>
                </c:pt>
                <c:pt idx="1246">
                  <c:v>2148.4040371806564</c:v>
                </c:pt>
                <c:pt idx="1247">
                  <c:v>2146.832849970031</c:v>
                </c:pt>
                <c:pt idx="1248">
                  <c:v>2140.4203858523647</c:v>
                </c:pt>
                <c:pt idx="1249">
                  <c:v>2133.4223479569164</c:v>
                </c:pt>
                <c:pt idx="1250">
                  <c:v>2134.8956968146267</c:v>
                </c:pt>
                <c:pt idx="1251">
                  <c:v>2130.1865218256612</c:v>
                </c:pt>
                <c:pt idx="1252">
                  <c:v>2124.979612806168</c:v>
                </c:pt>
                <c:pt idx="1253">
                  <c:v>2107.708746928799</c:v>
                </c:pt>
                <c:pt idx="1254">
                  <c:v>2107.8116886729717</c:v>
                </c:pt>
                <c:pt idx="1255">
                  <c:v>2112.3708297777998</c:v>
                </c:pt>
                <c:pt idx="1256">
                  <c:v>2092.369814833492</c:v>
                </c:pt>
                <c:pt idx="1257">
                  <c:v>2098.3848207050187</c:v>
                </c:pt>
                <c:pt idx="1258">
                  <c:v>2111.6043845585068</c:v>
                </c:pt>
                <c:pt idx="1259">
                  <c:v>2111.0819400364107</c:v>
                </c:pt>
                <c:pt idx="1260">
                  <c:v>2103.229393572864</c:v>
                </c:pt>
                <c:pt idx="1261">
                  <c:v>2100.4445040764085</c:v>
                </c:pt>
                <c:pt idx="1262">
                  <c:v>2047.6705095391142</c:v>
                </c:pt>
                <c:pt idx="1263">
                  <c:v>2043.8981117864191</c:v>
                </c:pt>
                <c:pt idx="1264">
                  <c:v>2038.6735154203338</c:v>
                </c:pt>
                <c:pt idx="1265">
                  <c:v>2090.4048943766784</c:v>
                </c:pt>
                <c:pt idx="1266">
                  <c:v>2045.3172811195245</c:v>
                </c:pt>
                <c:pt idx="1267">
                  <c:v>2039.5644272829118</c:v>
                </c:pt>
                <c:pt idx="1268">
                  <c:v>1988.9041928795205</c:v>
                </c:pt>
                <c:pt idx="1269">
                  <c:v>1998.1249452956872</c:v>
                </c:pt>
                <c:pt idx="1270">
                  <c:v>1995.2347600462792</c:v>
                </c:pt>
                <c:pt idx="1271">
                  <c:v>1996.9540780372308</c:v>
                </c:pt>
                <c:pt idx="1272">
                  <c:v>2005.6422661824972</c:v>
                </c:pt>
                <c:pt idx="1273">
                  <c:v>2001.753963715023</c:v>
                </c:pt>
                <c:pt idx="1274">
                  <c:v>1997.1421208516617</c:v>
                </c:pt>
                <c:pt idx="1275">
                  <c:v>1996.1488870159328</c:v>
                </c:pt>
                <c:pt idx="1276">
                  <c:v>2001.9565868902253</c:v>
                </c:pt>
                <c:pt idx="1277">
                  <c:v>1996.4375867182068</c:v>
                </c:pt>
                <c:pt idx="1278">
                  <c:v>2001.3378013297229</c:v>
                </c:pt>
                <c:pt idx="1279">
                  <c:v>1995.9510588745297</c:v>
                </c:pt>
                <c:pt idx="1280">
                  <c:v>2012.5244048823233</c:v>
                </c:pt>
                <c:pt idx="1281">
                  <c:v>2013.0932085672839</c:v>
                </c:pt>
                <c:pt idx="1282">
                  <c:v>1998.6338249403586</c:v>
                </c:pt>
                <c:pt idx="1283">
                  <c:v>1989.8194628829381</c:v>
                </c:pt>
                <c:pt idx="1284">
                  <c:v>2000.9271894614233</c:v>
                </c:pt>
                <c:pt idx="1285">
                  <c:v>2004.0042151012415</c:v>
                </c:pt>
                <c:pt idx="1286">
                  <c:v>1976.1577276374412</c:v>
                </c:pt>
                <c:pt idx="1287">
                  <c:v>1972.4099609844811</c:v>
                </c:pt>
                <c:pt idx="1288">
                  <c:v>1866.3070590988978</c:v>
                </c:pt>
                <c:pt idx="1289">
                  <c:v>1842.8058090572808</c:v>
                </c:pt>
                <c:pt idx="1290">
                  <c:v>1801.2034918297861</c:v>
                </c:pt>
                <c:pt idx="1291">
                  <c:v>1805.7513589330113</c:v>
                </c:pt>
                <c:pt idx="1292">
                  <c:v>1809.2313149385236</c:v>
                </c:pt>
                <c:pt idx="1293">
                  <c:v>1807.1472710704593</c:v>
                </c:pt>
                <c:pt idx="1294">
                  <c:v>1821.7715983764444</c:v>
                </c:pt>
                <c:pt idx="1295">
                  <c:v>1818.5952190121127</c:v>
                </c:pt>
                <c:pt idx="1296">
                  <c:v>1816.7347593398188</c:v>
                </c:pt>
                <c:pt idx="1297">
                  <c:v>1836.5681715543651</c:v>
                </c:pt>
                <c:pt idx="1298">
                  <c:v>1835.4650297374324</c:v>
                </c:pt>
                <c:pt idx="1299">
                  <c:v>1844.0151858549789</c:v>
                </c:pt>
                <c:pt idx="1300">
                  <c:v>1851.2732482333979</c:v>
                </c:pt>
                <c:pt idx="1301">
                  <c:v>1844.8908718505113</c:v>
                </c:pt>
                <c:pt idx="1302">
                  <c:v>1840.0801057885228</c:v>
                </c:pt>
                <c:pt idx="1303">
                  <c:v>1846.0715807034223</c:v>
                </c:pt>
                <c:pt idx="1304">
                  <c:v>1840.0859932464168</c:v>
                </c:pt>
                <c:pt idx="1305">
                  <c:v>1842.0347798672954</c:v>
                </c:pt>
                <c:pt idx="1306">
                  <c:v>1809.4593123373827</c:v>
                </c:pt>
                <c:pt idx="1307">
                  <c:v>1815.427289566062</c:v>
                </c:pt>
                <c:pt idx="1308">
                  <c:v>1811.3477129221735</c:v>
                </c:pt>
                <c:pt idx="1309">
                  <c:v>1816.9847306601052</c:v>
                </c:pt>
                <c:pt idx="1310">
                  <c:v>1821.6799291941204</c:v>
                </c:pt>
                <c:pt idx="1311">
                  <c:v>1774.9577742642607</c:v>
                </c:pt>
                <c:pt idx="1312">
                  <c:v>1770.3074442989389</c:v>
                </c:pt>
                <c:pt idx="1313">
                  <c:v>1777.3068580367883</c:v>
                </c:pt>
                <c:pt idx="1314">
                  <c:v>1777.1963514385156</c:v>
                </c:pt>
                <c:pt idx="1315">
                  <c:v>1782.280671787189</c:v>
                </c:pt>
                <c:pt idx="1316">
                  <c:v>1770.6454639733738</c:v>
                </c:pt>
                <c:pt idx="1317">
                  <c:v>1768.7211152744678</c:v>
                </c:pt>
                <c:pt idx="1318">
                  <c:v>1772.4282353205638</c:v>
                </c:pt>
                <c:pt idx="1319">
                  <c:v>1769.3242116875094</c:v>
                </c:pt>
                <c:pt idx="1320">
                  <c:v>1768.5226216378014</c:v>
                </c:pt>
                <c:pt idx="1321">
                  <c:v>1758.5076472864596</c:v>
                </c:pt>
                <c:pt idx="1322">
                  <c:v>1762.5791154612634</c:v>
                </c:pt>
                <c:pt idx="1323">
                  <c:v>1741.3256651186568</c:v>
                </c:pt>
                <c:pt idx="1324">
                  <c:v>1710.2134573144344</c:v>
                </c:pt>
                <c:pt idx="1325">
                  <c:v>1713.9045044494012</c:v>
                </c:pt>
                <c:pt idx="1326">
                  <c:v>1711.9027285958209</c:v>
                </c:pt>
                <c:pt idx="1327">
                  <c:v>1717.1116646108737</c:v>
                </c:pt>
                <c:pt idx="1328">
                  <c:v>1721.6868763500358</c:v>
                </c:pt>
                <c:pt idx="1329">
                  <c:v>1716.4571864921436</c:v>
                </c:pt>
                <c:pt idx="1330">
                  <c:v>1730.7095334585549</c:v>
                </c:pt>
                <c:pt idx="1331">
                  <c:v>1731.6399590562723</c:v>
                </c:pt>
                <c:pt idx="1332">
                  <c:v>1728.158797729373</c:v>
                </c:pt>
                <c:pt idx="1333">
                  <c:v>1751.3488830289309</c:v>
                </c:pt>
                <c:pt idx="1334">
                  <c:v>1737.0363358006121</c:v>
                </c:pt>
                <c:pt idx="1335">
                  <c:v>1737.6148893522497</c:v>
                </c:pt>
                <c:pt idx="1336">
                  <c:v>1748.3700614562908</c:v>
                </c:pt>
                <c:pt idx="1337">
                  <c:v>1767.0111208551693</c:v>
                </c:pt>
                <c:pt idx="1338">
                  <c:v>1775.2856103015504</c:v>
                </c:pt>
                <c:pt idx="1339">
                  <c:v>1768.3464487228659</c:v>
                </c:pt>
                <c:pt idx="1340">
                  <c:v>1772.1948734856362</c:v>
                </c:pt>
                <c:pt idx="1341">
                  <c:v>1769.6288421832387</c:v>
                </c:pt>
                <c:pt idx="1342">
                  <c:v>1751.7680827557799</c:v>
                </c:pt>
                <c:pt idx="1343">
                  <c:v>1768.323511233159</c:v>
                </c:pt>
                <c:pt idx="1344">
                  <c:v>1765.2303666743612</c:v>
                </c:pt>
                <c:pt idx="1345">
                  <c:v>1750.5113871501121</c:v>
                </c:pt>
                <c:pt idx="1346">
                  <c:v>1749.5752500586198</c:v>
                </c:pt>
                <c:pt idx="1347">
                  <c:v>1761.4040111413428</c:v>
                </c:pt>
                <c:pt idx="1348">
                  <c:v>1775.9755219659503</c:v>
                </c:pt>
                <c:pt idx="1349">
                  <c:v>1745.5122421402054</c:v>
                </c:pt>
                <c:pt idx="1350">
                  <c:v>1719.9613343258554</c:v>
                </c:pt>
                <c:pt idx="1351">
                  <c:v>1710.9089730580122</c:v>
                </c:pt>
                <c:pt idx="1352">
                  <c:v>1713.1094391703709</c:v>
                </c:pt>
                <c:pt idx="1353">
                  <c:v>1706.6692705817895</c:v>
                </c:pt>
                <c:pt idx="1354">
                  <c:v>1707.3398315090133</c:v>
                </c:pt>
                <c:pt idx="1355">
                  <c:v>1711.7537641718543</c:v>
                </c:pt>
                <c:pt idx="1356">
                  <c:v>1714.3065255604165</c:v>
                </c:pt>
                <c:pt idx="1357">
                  <c:v>1707.4406925227122</c:v>
                </c:pt>
                <c:pt idx="1358">
                  <c:v>1695.1388825023539</c:v>
                </c:pt>
                <c:pt idx="1359">
                  <c:v>1701.4501730503816</c:v>
                </c:pt>
                <c:pt idx="1360">
                  <c:v>1693.2991001793091</c:v>
                </c:pt>
                <c:pt idx="1361">
                  <c:v>1693.0379119179063</c:v>
                </c:pt>
                <c:pt idx="1362">
                  <c:v>1693.9881966135652</c:v>
                </c:pt>
                <c:pt idx="1363">
                  <c:v>1802.5685872147324</c:v>
                </c:pt>
                <c:pt idx="1364">
                  <c:v>1805.3941923831537</c:v>
                </c:pt>
                <c:pt idx="1365">
                  <c:v>1804.6304628756538</c:v>
                </c:pt>
                <c:pt idx="1366">
                  <c:v>1802.3594307314027</c:v>
                </c:pt>
                <c:pt idx="1367">
                  <c:v>1801.4108524952567</c:v>
                </c:pt>
                <c:pt idx="1368">
                  <c:v>1794.6296861800529</c:v>
                </c:pt>
                <c:pt idx="1369">
                  <c:v>1808.0202998593882</c:v>
                </c:pt>
                <c:pt idx="1370">
                  <c:v>1814.7008007645748</c:v>
                </c:pt>
                <c:pt idx="1371">
                  <c:v>1807.2704008961239</c:v>
                </c:pt>
                <c:pt idx="1372">
                  <c:v>1804.8763966775159</c:v>
                </c:pt>
                <c:pt idx="1373">
                  <c:v>1817.6379587528177</c:v>
                </c:pt>
                <c:pt idx="1374">
                  <c:v>1826.2488103087201</c:v>
                </c:pt>
                <c:pt idx="1375">
                  <c:v>1816.4100840762569</c:v>
                </c:pt>
                <c:pt idx="1376">
                  <c:v>1817.2185981342075</c:v>
                </c:pt>
                <c:pt idx="1377">
                  <c:v>1807.2359903188776</c:v>
                </c:pt>
                <c:pt idx="1378">
                  <c:v>1791.2467522957254</c:v>
                </c:pt>
                <c:pt idx="1379">
                  <c:v>1798.0885102609761</c:v>
                </c:pt>
                <c:pt idx="1380">
                  <c:v>1800.7222786560806</c:v>
                </c:pt>
                <c:pt idx="1381">
                  <c:v>1762.5030079506944</c:v>
                </c:pt>
                <c:pt idx="1382">
                  <c:v>1731.6522304136658</c:v>
                </c:pt>
                <c:pt idx="1383">
                  <c:v>1736.9520515558127</c:v>
                </c:pt>
                <c:pt idx="1384">
                  <c:v>1720.5514659817186</c:v>
                </c:pt>
                <c:pt idx="1385">
                  <c:v>1771.2177412383126</c:v>
                </c:pt>
                <c:pt idx="1386">
                  <c:v>1741.0177318318172</c:v>
                </c:pt>
                <c:pt idx="1387">
                  <c:v>1729.0747017849023</c:v>
                </c:pt>
                <c:pt idx="1388">
                  <c:v>1732.0415341093506</c:v>
                </c:pt>
                <c:pt idx="1389">
                  <c:v>1707.5213357454138</c:v>
                </c:pt>
                <c:pt idx="1390">
                  <c:v>1667.8006538454829</c:v>
                </c:pt>
                <c:pt idx="1391">
                  <c:v>1681.1599652658947</c:v>
                </c:pt>
                <c:pt idx="1392">
                  <c:v>1681.7241915535453</c:v>
                </c:pt>
                <c:pt idx="1393">
                  <c:v>1680.2789241980447</c:v>
                </c:pt>
                <c:pt idx="1394">
                  <c:v>1679.2675799276055</c:v>
                </c:pt>
                <c:pt idx="1395">
                  <c:v>1677.2620338863437</c:v>
                </c:pt>
                <c:pt idx="1396">
                  <c:v>1678.0344213573073</c:v>
                </c:pt>
                <c:pt idx="1397">
                  <c:v>1681.4996596442097</c:v>
                </c:pt>
                <c:pt idx="1398">
                  <c:v>1692.876959800758</c:v>
                </c:pt>
                <c:pt idx="1399">
                  <c:v>1685.4285864611936</c:v>
                </c:pt>
                <c:pt idx="1400">
                  <c:v>1696.9702425715468</c:v>
                </c:pt>
                <c:pt idx="1401">
                  <c:v>1701.9341089421266</c:v>
                </c:pt>
                <c:pt idx="1402">
                  <c:v>1701.88736153438</c:v>
                </c:pt>
                <c:pt idx="1403">
                  <c:v>1705.1422862895806</c:v>
                </c:pt>
                <c:pt idx="1404">
                  <c:v>1710.5576241189149</c:v>
                </c:pt>
                <c:pt idx="1405">
                  <c:v>1702.587458092893</c:v>
                </c:pt>
                <c:pt idx="1406">
                  <c:v>1703.4614658360317</c:v>
                </c:pt>
                <c:pt idx="1407">
                  <c:v>1720.1760413110155</c:v>
                </c:pt>
                <c:pt idx="1408">
                  <c:v>1725.1020182982695</c:v>
                </c:pt>
                <c:pt idx="1409">
                  <c:v>1724.7578621956616</c:v>
                </c:pt>
                <c:pt idx="1410">
                  <c:v>1721.6955714340049</c:v>
                </c:pt>
                <c:pt idx="1411">
                  <c:v>1720.0977487303514</c:v>
                </c:pt>
                <c:pt idx="1412">
                  <c:v>1718.9112857821406</c:v>
                </c:pt>
                <c:pt idx="1413">
                  <c:v>1725.3550991572977</c:v>
                </c:pt>
                <c:pt idx="1414">
                  <c:v>1726.8696251506519</c:v>
                </c:pt>
                <c:pt idx="1415">
                  <c:v>1725.7873096853771</c:v>
                </c:pt>
                <c:pt idx="1416">
                  <c:v>1728.9199612880725</c:v>
                </c:pt>
                <c:pt idx="1417">
                  <c:v>1736.4974957928691</c:v>
                </c:pt>
                <c:pt idx="1418">
                  <c:v>1729.7372403878403</c:v>
                </c:pt>
                <c:pt idx="1419">
                  <c:v>1733.4100263051639</c:v>
                </c:pt>
                <c:pt idx="1420">
                  <c:v>1734.9216961849627</c:v>
                </c:pt>
                <c:pt idx="1421">
                  <c:v>1752.4748912097489</c:v>
                </c:pt>
                <c:pt idx="1422">
                  <c:v>1746.184179415586</c:v>
                </c:pt>
                <c:pt idx="1423">
                  <c:v>1756.177829390658</c:v>
                </c:pt>
                <c:pt idx="1424">
                  <c:v>2079.6519153877848</c:v>
                </c:pt>
                <c:pt idx="1425">
                  <c:v>2081.2609919146107</c:v>
                </c:pt>
                <c:pt idx="1426">
                  <c:v>2076.0919736732071</c:v>
                </c:pt>
                <c:pt idx="1427">
                  <c:v>2074.9276907649155</c:v>
                </c:pt>
                <c:pt idx="1428">
                  <c:v>2076.920196051452</c:v>
                </c:pt>
                <c:pt idx="1429">
                  <c:v>2182.5445627617755</c:v>
                </c:pt>
                <c:pt idx="1430">
                  <c:v>2174.7225806451615</c:v>
                </c:pt>
                <c:pt idx="1431">
                  <c:v>2229.5116734182943</c:v>
                </c:pt>
                <c:pt idx="1432">
                  <c:v>2238.4019727244731</c:v>
                </c:pt>
                <c:pt idx="1433">
                  <c:v>2240.5216095197679</c:v>
                </c:pt>
                <c:pt idx="1434">
                  <c:v>2247.6654590222952</c:v>
                </c:pt>
                <c:pt idx="1435">
                  <c:v>2245.3325608651571</c:v>
                </c:pt>
                <c:pt idx="1436">
                  <c:v>2272.3417945681549</c:v>
                </c:pt>
                <c:pt idx="1437">
                  <c:v>2296.397010401271</c:v>
                </c:pt>
                <c:pt idx="1438">
                  <c:v>2302.6498652680239</c:v>
                </c:pt>
                <c:pt idx="1439">
                  <c:v>2323.3917556656556</c:v>
                </c:pt>
                <c:pt idx="1440">
                  <c:v>2324.4004711588791</c:v>
                </c:pt>
                <c:pt idx="1441">
                  <c:v>2353.5133995967503</c:v>
                </c:pt>
                <c:pt idx="1442">
                  <c:v>2335.5521577408263</c:v>
                </c:pt>
                <c:pt idx="1443">
                  <c:v>2337.6897725091776</c:v>
                </c:pt>
                <c:pt idx="1444">
                  <c:v>2326.4629370739167</c:v>
                </c:pt>
                <c:pt idx="1445">
                  <c:v>2316.0214310129863</c:v>
                </c:pt>
                <c:pt idx="1446">
                  <c:v>2338.3829345896665</c:v>
                </c:pt>
                <c:pt idx="1447">
                  <c:v>2347.9181176470588</c:v>
                </c:pt>
                <c:pt idx="1448">
                  <c:v>2347.4096027073983</c:v>
                </c:pt>
                <c:pt idx="1449">
                  <c:v>2389.7077192931083</c:v>
                </c:pt>
                <c:pt idx="1450">
                  <c:v>2391.3552174467595</c:v>
                </c:pt>
                <c:pt idx="1451">
                  <c:v>2408.5431365798436</c:v>
                </c:pt>
                <c:pt idx="1452">
                  <c:v>2403.5589077145401</c:v>
                </c:pt>
                <c:pt idx="1453">
                  <c:v>2411.8714831346824</c:v>
                </c:pt>
                <c:pt idx="1454">
                  <c:v>2410.3467400995705</c:v>
                </c:pt>
                <c:pt idx="1455">
                  <c:v>2404.671648573501</c:v>
                </c:pt>
                <c:pt idx="1456">
                  <c:v>2406.4786965324106</c:v>
                </c:pt>
                <c:pt idx="1457">
                  <c:v>2406.5392755495186</c:v>
                </c:pt>
                <c:pt idx="1458">
                  <c:v>2409.5379833036613</c:v>
                </c:pt>
                <c:pt idx="1459">
                  <c:v>2417.0916917922764</c:v>
                </c:pt>
                <c:pt idx="1460">
                  <c:v>2418.8904074067914</c:v>
                </c:pt>
                <c:pt idx="1461">
                  <c:v>2411.0877653898824</c:v>
                </c:pt>
                <c:pt idx="1462">
                  <c:v>2418.1977543037947</c:v>
                </c:pt>
                <c:pt idx="1463">
                  <c:v>2412.5551393489372</c:v>
                </c:pt>
                <c:pt idx="1464">
                  <c:v>2404.8353421057604</c:v>
                </c:pt>
                <c:pt idx="1465">
                  <c:v>2396.993058388895</c:v>
                </c:pt>
                <c:pt idx="1466">
                  <c:v>2406.1126355002202</c:v>
                </c:pt>
                <c:pt idx="1467">
                  <c:v>2423.4190414873142</c:v>
                </c:pt>
                <c:pt idx="1468">
                  <c:v>2420.7674636136935</c:v>
                </c:pt>
                <c:pt idx="1469">
                  <c:v>2414.6020007467341</c:v>
                </c:pt>
                <c:pt idx="1470">
                  <c:v>2419.4632005754997</c:v>
                </c:pt>
                <c:pt idx="1471">
                  <c:v>2425.4258223233828</c:v>
                </c:pt>
                <c:pt idx="1472">
                  <c:v>2428.0641214147404</c:v>
                </c:pt>
                <c:pt idx="1473">
                  <c:v>2434.0900914604081</c:v>
                </c:pt>
                <c:pt idx="1474">
                  <c:v>2431.7600872931889</c:v>
                </c:pt>
                <c:pt idx="1475">
                  <c:v>2426.4334307793661</c:v>
                </c:pt>
                <c:pt idx="1476">
                  <c:v>2431.1740815645476</c:v>
                </c:pt>
                <c:pt idx="1477">
                  <c:v>2430.0043238725411</c:v>
                </c:pt>
                <c:pt idx="1478">
                  <c:v>2429.9219055375379</c:v>
                </c:pt>
                <c:pt idx="1479">
                  <c:v>2435.0888479755763</c:v>
                </c:pt>
                <c:pt idx="1480">
                  <c:v>2431.734170333802</c:v>
                </c:pt>
                <c:pt idx="1481">
                  <c:v>2433.9185044543688</c:v>
                </c:pt>
                <c:pt idx="1482">
                  <c:v>2439.0159794601473</c:v>
                </c:pt>
                <c:pt idx="1483">
                  <c:v>2436.1751408621335</c:v>
                </c:pt>
                <c:pt idx="1484">
                  <c:v>2443.2086873658245</c:v>
                </c:pt>
                <c:pt idx="1485">
                  <c:v>2451.3510699256062</c:v>
                </c:pt>
                <c:pt idx="1486">
                  <c:v>2453.6071850235512</c:v>
                </c:pt>
                <c:pt idx="1487">
                  <c:v>2447.1127745475055</c:v>
                </c:pt>
                <c:pt idx="1488">
                  <c:v>2442.5165390260436</c:v>
                </c:pt>
                <c:pt idx="1489">
                  <c:v>2439.0008677617434</c:v>
                </c:pt>
                <c:pt idx="1490">
                  <c:v>2433.0730721069217</c:v>
                </c:pt>
                <c:pt idx="1491">
                  <c:v>2424.8528754802746</c:v>
                </c:pt>
                <c:pt idx="1492">
                  <c:v>2455.4307328146542</c:v>
                </c:pt>
                <c:pt idx="1493">
                  <c:v>2463.1853791092385</c:v>
                </c:pt>
                <c:pt idx="1494">
                  <c:v>2464.5265150395826</c:v>
                </c:pt>
                <c:pt idx="1495">
                  <c:v>2463.4102260556192</c:v>
                </c:pt>
                <c:pt idx="1496">
                  <c:v>2459.7570338973351</c:v>
                </c:pt>
                <c:pt idx="1497">
                  <c:v>2460.8964629712477</c:v>
                </c:pt>
                <c:pt idx="1498">
                  <c:v>2475.0284364359568</c:v>
                </c:pt>
                <c:pt idx="1499">
                  <c:v>2473.6112642253279</c:v>
                </c:pt>
                <c:pt idx="1500">
                  <c:v>2477.43623122279</c:v>
                </c:pt>
                <c:pt idx="1501">
                  <c:v>2472.9068600369478</c:v>
                </c:pt>
                <c:pt idx="1502">
                  <c:v>2477.35479203675</c:v>
                </c:pt>
                <c:pt idx="1503">
                  <c:v>2470.196598157997</c:v>
                </c:pt>
                <c:pt idx="1504">
                  <c:v>2474.1435674261652</c:v>
                </c:pt>
                <c:pt idx="1505">
                  <c:v>2473.5441631065228</c:v>
                </c:pt>
                <c:pt idx="1506">
                  <c:v>2473.1652959581779</c:v>
                </c:pt>
                <c:pt idx="1507">
                  <c:v>2476.762753643688</c:v>
                </c:pt>
                <c:pt idx="1508">
                  <c:v>2479.8739903440246</c:v>
                </c:pt>
                <c:pt idx="1509">
                  <c:v>2526.4531336605446</c:v>
                </c:pt>
                <c:pt idx="1510">
                  <c:v>2525.3297785835407</c:v>
                </c:pt>
                <c:pt idx="1511">
                  <c:v>2523.1923780238017</c:v>
                </c:pt>
                <c:pt idx="1512">
                  <c:v>2523.6650418400786</c:v>
                </c:pt>
                <c:pt idx="1513">
                  <c:v>2559.3560406982092</c:v>
                </c:pt>
                <c:pt idx="1514">
                  <c:v>2587.4529675403346</c:v>
                </c:pt>
                <c:pt idx="1515">
                  <c:v>2593.6321126058879</c:v>
                </c:pt>
                <c:pt idx="1516">
                  <c:v>2591.8346003997121</c:v>
                </c:pt>
                <c:pt idx="1517">
                  <c:v>2634.1544296568691</c:v>
                </c:pt>
                <c:pt idx="1518">
                  <c:v>2638.0704471895197</c:v>
                </c:pt>
                <c:pt idx="1519">
                  <c:v>2641.208337148707</c:v>
                </c:pt>
                <c:pt idx="1520">
                  <c:v>2642.1884403984532</c:v>
                </c:pt>
                <c:pt idx="1521">
                  <c:v>2637.6945456260109</c:v>
                </c:pt>
                <c:pt idx="1522">
                  <c:v>2646.4125983762096</c:v>
                </c:pt>
                <c:pt idx="1523">
                  <c:v>2647.4749738015189</c:v>
                </c:pt>
                <c:pt idx="1524">
                  <c:v>2656.8480326269782</c:v>
                </c:pt>
                <c:pt idx="1525">
                  <c:v>2655.5553834364628</c:v>
                </c:pt>
                <c:pt idx="1526">
                  <c:v>2651.9079288710977</c:v>
                </c:pt>
                <c:pt idx="1527">
                  <c:v>2645.610918461844</c:v>
                </c:pt>
                <c:pt idx="1528">
                  <c:v>2640.5871779113777</c:v>
                </c:pt>
                <c:pt idx="1529">
                  <c:v>2635.3391708675599</c:v>
                </c:pt>
                <c:pt idx="1530">
                  <c:v>2648.3032694556523</c:v>
                </c:pt>
                <c:pt idx="1531">
                  <c:v>2654.6713602405353</c:v>
                </c:pt>
                <c:pt idx="1532">
                  <c:v>2658.1533101976479</c:v>
                </c:pt>
                <c:pt idx="1533">
                  <c:v>2658.6980089638687</c:v>
                </c:pt>
                <c:pt idx="1534">
                  <c:v>2628.9094073131528</c:v>
                </c:pt>
                <c:pt idx="1535">
                  <c:v>2623.3137804251182</c:v>
                </c:pt>
                <c:pt idx="1536">
                  <c:v>2602.8148238222198</c:v>
                </c:pt>
                <c:pt idx="1537">
                  <c:v>2600.7995141463803</c:v>
                </c:pt>
                <c:pt idx="1538">
                  <c:v>2619.9172244588503</c:v>
                </c:pt>
                <c:pt idx="1539">
                  <c:v>2628.5422522395297</c:v>
                </c:pt>
                <c:pt idx="1540">
                  <c:v>2648.365224257127</c:v>
                </c:pt>
                <c:pt idx="1541">
                  <c:v>2636.5350295556254</c:v>
                </c:pt>
                <c:pt idx="1542">
                  <c:v>2630.8155349173476</c:v>
                </c:pt>
                <c:pt idx="1543">
                  <c:v>2631.1773523939428</c:v>
                </c:pt>
                <c:pt idx="1544">
                  <c:v>2635.129430328227</c:v>
                </c:pt>
                <c:pt idx="1545">
                  <c:v>2666.7098754035756</c:v>
                </c:pt>
                <c:pt idx="1546">
                  <c:v>2665.432610700741</c:v>
                </c:pt>
                <c:pt idx="1547">
                  <c:v>2657.5177407679816</c:v>
                </c:pt>
                <c:pt idx="1548">
                  <c:v>2655.2389465730503</c:v>
                </c:pt>
                <c:pt idx="1549">
                  <c:v>2653.4103399198725</c:v>
                </c:pt>
                <c:pt idx="1550">
                  <c:v>2666.9857129089255</c:v>
                </c:pt>
                <c:pt idx="1551">
                  <c:v>2667.8054259253522</c:v>
                </c:pt>
                <c:pt idx="1552">
                  <c:v>2670.6431252254692</c:v>
                </c:pt>
                <c:pt idx="1553">
                  <c:v>2678.0975971285284</c:v>
                </c:pt>
                <c:pt idx="1554">
                  <c:v>2686.5395214244004</c:v>
                </c:pt>
                <c:pt idx="1555">
                  <c:v>2697.3235661295398</c:v>
                </c:pt>
                <c:pt idx="1556">
                  <c:v>2697.4693586980716</c:v>
                </c:pt>
                <c:pt idx="1557">
                  <c:v>2698.1418741616194</c:v>
                </c:pt>
                <c:pt idx="1558">
                  <c:v>2694.3456487466487</c:v>
                </c:pt>
                <c:pt idx="1559">
                  <c:v>2691.5546458127751</c:v>
                </c:pt>
                <c:pt idx="1560">
                  <c:v>2700.9209761465931</c:v>
                </c:pt>
                <c:pt idx="1561">
                  <c:v>2771.0595188211219</c:v>
                </c:pt>
                <c:pt idx="1562">
                  <c:v>2773.9624977102658</c:v>
                </c:pt>
                <c:pt idx="1563">
                  <c:v>2775.5925776033887</c:v>
                </c:pt>
                <c:pt idx="1564">
                  <c:v>2773.2774398836555</c:v>
                </c:pt>
                <c:pt idx="1565">
                  <c:v>2774.8737223941398</c:v>
                </c:pt>
                <c:pt idx="1566">
                  <c:v>2771.8313992040562</c:v>
                </c:pt>
                <c:pt idx="1567">
                  <c:v>2773.3048201434449</c:v>
                </c:pt>
                <c:pt idx="1568">
                  <c:v>2773.7677317294551</c:v>
                </c:pt>
                <c:pt idx="1569">
                  <c:v>2775.7954575495169</c:v>
                </c:pt>
                <c:pt idx="1570">
                  <c:v>2778.7073699176904</c:v>
                </c:pt>
                <c:pt idx="1571">
                  <c:v>2777.4749995586312</c:v>
                </c:pt>
                <c:pt idx="1572">
                  <c:v>2781.240355325127</c:v>
                </c:pt>
                <c:pt idx="1573">
                  <c:v>2780.5215010958509</c:v>
                </c:pt>
                <c:pt idx="1574">
                  <c:v>2776.5784176222214</c:v>
                </c:pt>
                <c:pt idx="1575">
                  <c:v>2778.2683850525959</c:v>
                </c:pt>
                <c:pt idx="1576">
                  <c:v>2775.9488709531829</c:v>
                </c:pt>
                <c:pt idx="1577">
                  <c:v>2776.4743208220343</c:v>
                </c:pt>
                <c:pt idx="1578">
                  <c:v>2771.8754779951619</c:v>
                </c:pt>
                <c:pt idx="1579">
                  <c:v>2773.3784162922016</c:v>
                </c:pt>
                <c:pt idx="1580">
                  <c:v>2771.8758091979453</c:v>
                </c:pt>
                <c:pt idx="1581">
                  <c:v>2774.2004637273135</c:v>
                </c:pt>
                <c:pt idx="1582">
                  <c:v>2775.2139571403241</c:v>
                </c:pt>
                <c:pt idx="1583">
                  <c:v>2771.5148923569459</c:v>
                </c:pt>
                <c:pt idx="1584">
                  <c:v>2770.5441408589122</c:v>
                </c:pt>
                <c:pt idx="1585">
                  <c:v>2767.2857213569805</c:v>
                </c:pt>
                <c:pt idx="1586">
                  <c:v>2768.0189062034506</c:v>
                </c:pt>
                <c:pt idx="1587">
                  <c:v>2766.9489540967429</c:v>
                </c:pt>
                <c:pt idx="1588">
                  <c:v>2764.341395838384</c:v>
                </c:pt>
                <c:pt idx="1589">
                  <c:v>2764.1794266338356</c:v>
                </c:pt>
                <c:pt idx="1590">
                  <c:v>2762.2905734542665</c:v>
                </c:pt>
                <c:pt idx="1591">
                  <c:v>2765.2614917060396</c:v>
                </c:pt>
                <c:pt idx="1592">
                  <c:v>2765.898462911563</c:v>
                </c:pt>
                <c:pt idx="1593">
                  <c:v>2762.6174728753317</c:v>
                </c:pt>
                <c:pt idx="1594">
                  <c:v>2762.0588397077495</c:v>
                </c:pt>
                <c:pt idx="1595">
                  <c:v>2758.8134246248196</c:v>
                </c:pt>
                <c:pt idx="1596">
                  <c:v>2760.5544915255196</c:v>
                </c:pt>
                <c:pt idx="1597">
                  <c:v>2760.469165946959</c:v>
                </c:pt>
                <c:pt idx="1598">
                  <c:v>2761.4807674031217</c:v>
                </c:pt>
                <c:pt idx="1599">
                  <c:v>2763.1660537252365</c:v>
                </c:pt>
                <c:pt idx="1600">
                  <c:v>2765.1660175043467</c:v>
                </c:pt>
                <c:pt idx="1601">
                  <c:v>2771.0421565731922</c:v>
                </c:pt>
                <c:pt idx="1602">
                  <c:v>2775.6231518712875</c:v>
                </c:pt>
                <c:pt idx="1603">
                  <c:v>2777.2467169056008</c:v>
                </c:pt>
                <c:pt idx="1604">
                  <c:v>2776.0896786794769</c:v>
                </c:pt>
                <c:pt idx="1605">
                  <c:v>2774.9008945289188</c:v>
                </c:pt>
                <c:pt idx="1606">
                  <c:v>2776.4893126916231</c:v>
                </c:pt>
                <c:pt idx="1607">
                  <c:v>2779.0897884422707</c:v>
                </c:pt>
                <c:pt idx="1608">
                  <c:v>2783.3252666214089</c:v>
                </c:pt>
                <c:pt idx="1609">
                  <c:v>2783.6277146314078</c:v>
                </c:pt>
                <c:pt idx="1610">
                  <c:v>2782.9749745832805</c:v>
                </c:pt>
                <c:pt idx="1611">
                  <c:v>2786.5379354455813</c:v>
                </c:pt>
                <c:pt idx="1612">
                  <c:v>2786.0009525410369</c:v>
                </c:pt>
                <c:pt idx="1613">
                  <c:v>2785.0706954597367</c:v>
                </c:pt>
                <c:pt idx="1614">
                  <c:v>2783.3384372647556</c:v>
                </c:pt>
                <c:pt idx="1615">
                  <c:v>2780.9417749378199</c:v>
                </c:pt>
                <c:pt idx="1616">
                  <c:v>2778.813469196853</c:v>
                </c:pt>
                <c:pt idx="1617">
                  <c:v>2780.5804282884583</c:v>
                </c:pt>
                <c:pt idx="1618">
                  <c:v>2777.5831504231573</c:v>
                </c:pt>
                <c:pt idx="1619">
                  <c:v>2777.8293974882909</c:v>
                </c:pt>
                <c:pt idx="1620">
                  <c:v>2777.1637915154265</c:v>
                </c:pt>
                <c:pt idx="1621">
                  <c:v>2781.7329761554483</c:v>
                </c:pt>
                <c:pt idx="1622">
                  <c:v>2778.4697144598226</c:v>
                </c:pt>
                <c:pt idx="1623">
                  <c:v>2779.8301737691936</c:v>
                </c:pt>
                <c:pt idx="1624">
                  <c:v>2779.7220282399335</c:v>
                </c:pt>
                <c:pt idx="1625">
                  <c:v>2777.6690255346966</c:v>
                </c:pt>
                <c:pt idx="1626">
                  <c:v>2794.0950127358733</c:v>
                </c:pt>
                <c:pt idx="1627">
                  <c:v>2796.3434191005044</c:v>
                </c:pt>
                <c:pt idx="1628">
                  <c:v>2798.4433531569484</c:v>
                </c:pt>
                <c:pt idx="1629">
                  <c:v>2798.2102766103903</c:v>
                </c:pt>
                <c:pt idx="1630">
                  <c:v>2797.5670654111086</c:v>
                </c:pt>
                <c:pt idx="1631">
                  <c:v>2796.981037167051</c:v>
                </c:pt>
                <c:pt idx="1632">
                  <c:v>2802.2846782010197</c:v>
                </c:pt>
                <c:pt idx="1633">
                  <c:v>2799.9545694498865</c:v>
                </c:pt>
                <c:pt idx="1634">
                  <c:v>2799.5754686429586</c:v>
                </c:pt>
                <c:pt idx="1635">
                  <c:v>2802.8494341161322</c:v>
                </c:pt>
                <c:pt idx="1636">
                  <c:v>2826.3230906550061</c:v>
                </c:pt>
                <c:pt idx="1637">
                  <c:v>2810.8644689522789</c:v>
                </c:pt>
                <c:pt idx="1638">
                  <c:v>2814.6488825255797</c:v>
                </c:pt>
                <c:pt idx="1639">
                  <c:v>2816.2715376211963</c:v>
                </c:pt>
                <c:pt idx="1640">
                  <c:v>2806.7203418533709</c:v>
                </c:pt>
                <c:pt idx="1641">
                  <c:v>2807.4833845371427</c:v>
                </c:pt>
                <c:pt idx="1642">
                  <c:v>2806.1992367721473</c:v>
                </c:pt>
                <c:pt idx="1643">
                  <c:v>2804.3515069604045</c:v>
                </c:pt>
                <c:pt idx="1644">
                  <c:v>2803.053638488921</c:v>
                </c:pt>
                <c:pt idx="1645">
                  <c:v>2801.1050392476959</c:v>
                </c:pt>
                <c:pt idx="1646">
                  <c:v>2795.8025921381804</c:v>
                </c:pt>
                <c:pt idx="1647">
                  <c:v>2795.245618281615</c:v>
                </c:pt>
                <c:pt idx="1648">
                  <c:v>2793.7177988260601</c:v>
                </c:pt>
                <c:pt idx="1649">
                  <c:v>2795.0692550969825</c:v>
                </c:pt>
                <c:pt idx="1650">
                  <c:v>2798.0575933115206</c:v>
                </c:pt>
                <c:pt idx="1651">
                  <c:v>2802.0127159737917</c:v>
                </c:pt>
                <c:pt idx="1652">
                  <c:v>2802.8256248784937</c:v>
                </c:pt>
                <c:pt idx="1653">
                  <c:v>2802.8886557814744</c:v>
                </c:pt>
                <c:pt idx="1654">
                  <c:v>2804.1487286522797</c:v>
                </c:pt>
                <c:pt idx="1655">
                  <c:v>2803.028254162195</c:v>
                </c:pt>
                <c:pt idx="1656">
                  <c:v>2804.8944629771763</c:v>
                </c:pt>
                <c:pt idx="1657">
                  <c:v>2801.1714733195731</c:v>
                </c:pt>
                <c:pt idx="1658">
                  <c:v>2799.0623574756319</c:v>
                </c:pt>
                <c:pt idx="1659">
                  <c:v>2806.8695041578044</c:v>
                </c:pt>
                <c:pt idx="1660">
                  <c:v>2801.1492728377598</c:v>
                </c:pt>
                <c:pt idx="1661">
                  <c:v>2803.8937072099811</c:v>
                </c:pt>
                <c:pt idx="1662">
                  <c:v>2805.8163167303337</c:v>
                </c:pt>
                <c:pt idx="1663">
                  <c:v>2806.1798706427967</c:v>
                </c:pt>
                <c:pt idx="1664">
                  <c:v>2766.5577700669619</c:v>
                </c:pt>
                <c:pt idx="1665">
                  <c:v>2766.9640675808046</c:v>
                </c:pt>
                <c:pt idx="1666">
                  <c:v>2772.0260180488131</c:v>
                </c:pt>
                <c:pt idx="1667">
                  <c:v>2768.3658068370746</c:v>
                </c:pt>
                <c:pt idx="1668">
                  <c:v>2764.3933994859171</c:v>
                </c:pt>
                <c:pt idx="1669">
                  <c:v>2767.7582949736161</c:v>
                </c:pt>
                <c:pt idx="1670">
                  <c:v>2770.9132138035625</c:v>
                </c:pt>
                <c:pt idx="1671">
                  <c:v>2772.9794261229645</c:v>
                </c:pt>
                <c:pt idx="1672">
                  <c:v>2769.9691163232574</c:v>
                </c:pt>
                <c:pt idx="1673">
                  <c:v>2776.8944329939318</c:v>
                </c:pt>
                <c:pt idx="1674">
                  <c:v>2767.4865366834583</c:v>
                </c:pt>
                <c:pt idx="1675">
                  <c:v>2765.6241778224226</c:v>
                </c:pt>
                <c:pt idx="1676">
                  <c:v>2774.5729582038716</c:v>
                </c:pt>
                <c:pt idx="1677">
                  <c:v>2786.0757390440704</c:v>
                </c:pt>
                <c:pt idx="1678">
                  <c:v>2777.2274516917651</c:v>
                </c:pt>
                <c:pt idx="1679">
                  <c:v>2779.2712933641346</c:v>
                </c:pt>
                <c:pt idx="1680">
                  <c:v>2779.2264432946122</c:v>
                </c:pt>
                <c:pt idx="1681">
                  <c:v>2791.9852887741536</c:v>
                </c:pt>
                <c:pt idx="1682">
                  <c:v>2794.1474461004632</c:v>
                </c:pt>
                <c:pt idx="1683">
                  <c:v>2779.7514727979537</c:v>
                </c:pt>
                <c:pt idx="1684">
                  <c:v>2791.5694088451273</c:v>
                </c:pt>
                <c:pt idx="1685">
                  <c:v>2787.3375252269839</c:v>
                </c:pt>
                <c:pt idx="1686">
                  <c:v>2780.4848249845313</c:v>
                </c:pt>
                <c:pt idx="1687">
                  <c:v>2772.1497496835514</c:v>
                </c:pt>
                <c:pt idx="1688">
                  <c:v>2747.500353985783</c:v>
                </c:pt>
                <c:pt idx="1689">
                  <c:v>2745.0433930005411</c:v>
                </c:pt>
                <c:pt idx="1690">
                  <c:v>2749.1532594410078</c:v>
                </c:pt>
                <c:pt idx="1691">
                  <c:v>2753.1444761243838</c:v>
                </c:pt>
                <c:pt idx="1692">
                  <c:v>2755.1521796509369</c:v>
                </c:pt>
                <c:pt idx="1693">
                  <c:v>2776.3926928232836</c:v>
                </c:pt>
                <c:pt idx="1694">
                  <c:v>2771.3015813150519</c:v>
                </c:pt>
                <c:pt idx="1695">
                  <c:v>2783.2990283723143</c:v>
                </c:pt>
                <c:pt idx="1696">
                  <c:v>2780.2418046695871</c:v>
                </c:pt>
                <c:pt idx="1697">
                  <c:v>2775.7225533850205</c:v>
                </c:pt>
                <c:pt idx="1698">
                  <c:v>2791.3128845267765</c:v>
                </c:pt>
                <c:pt idx="1699">
                  <c:v>2792.560939271445</c:v>
                </c:pt>
                <c:pt idx="1700">
                  <c:v>2796.184825571152</c:v>
                </c:pt>
                <c:pt idx="1701">
                  <c:v>2798.5514031661955</c:v>
                </c:pt>
                <c:pt idx="1702">
                  <c:v>2799.6298617258167</c:v>
                </c:pt>
                <c:pt idx="1703">
                  <c:v>2804.3100252991139</c:v>
                </c:pt>
                <c:pt idx="1704">
                  <c:v>2806.7915049529565</c:v>
                </c:pt>
                <c:pt idx="1705">
                  <c:v>2806.0905066898022</c:v>
                </c:pt>
                <c:pt idx="1706">
                  <c:v>2804.7933176033521</c:v>
                </c:pt>
                <c:pt idx="1707">
                  <c:v>2803.8281879445835</c:v>
                </c:pt>
                <c:pt idx="1708">
                  <c:v>2800.3418292771084</c:v>
                </c:pt>
                <c:pt idx="1709">
                  <c:v>2800.1349092596761</c:v>
                </c:pt>
                <c:pt idx="1710">
                  <c:v>2801.2557720312657</c:v>
                </c:pt>
                <c:pt idx="1711">
                  <c:v>2802.5731787543082</c:v>
                </c:pt>
                <c:pt idx="1712">
                  <c:v>2799.3147010461525</c:v>
                </c:pt>
                <c:pt idx="1713">
                  <c:v>2798.417414409842</c:v>
                </c:pt>
                <c:pt idx="1714">
                  <c:v>2800.67743711811</c:v>
                </c:pt>
                <c:pt idx="1715">
                  <c:v>2803.3137999966593</c:v>
                </c:pt>
                <c:pt idx="1716">
                  <c:v>2804.4550416389029</c:v>
                </c:pt>
                <c:pt idx="1717">
                  <c:v>2802.917093463328</c:v>
                </c:pt>
                <c:pt idx="1718">
                  <c:v>2802.9938021583475</c:v>
                </c:pt>
                <c:pt idx="1719">
                  <c:v>2796.7455718494143</c:v>
                </c:pt>
                <c:pt idx="1720">
                  <c:v>2795.1720538254326</c:v>
                </c:pt>
                <c:pt idx="1721">
                  <c:v>2796.4805421411138</c:v>
                </c:pt>
                <c:pt idx="1722">
                  <c:v>2793.0387643723861</c:v>
                </c:pt>
                <c:pt idx="1723">
                  <c:v>2792.0181035340138</c:v>
                </c:pt>
                <c:pt idx="1724">
                  <c:v>2779.9659676470792</c:v>
                </c:pt>
                <c:pt idx="1725">
                  <c:v>2781.4777015750078</c:v>
                </c:pt>
                <c:pt idx="1726">
                  <c:v>2784.7828554695507</c:v>
                </c:pt>
                <c:pt idx="1727">
                  <c:v>2783.2523799401242</c:v>
                </c:pt>
                <c:pt idx="1728">
                  <c:v>2781.1933276863024</c:v>
                </c:pt>
                <c:pt idx="1729">
                  <c:v>2779.3025810419704</c:v>
                </c:pt>
                <c:pt idx="1730">
                  <c:v>2774.9938879902065</c:v>
                </c:pt>
                <c:pt idx="1731">
                  <c:v>2777.6917840466854</c:v>
                </c:pt>
                <c:pt idx="1732">
                  <c:v>2777.0562029281145</c:v>
                </c:pt>
                <c:pt idx="1733">
                  <c:v>2780.7136868851362</c:v>
                </c:pt>
                <c:pt idx="1734">
                  <c:v>2779.6005710473355</c:v>
                </c:pt>
                <c:pt idx="1735">
                  <c:v>2777.6921903859238</c:v>
                </c:pt>
                <c:pt idx="1736">
                  <c:v>2776.8193154108039</c:v>
                </c:pt>
                <c:pt idx="1737">
                  <c:v>2771.8356516530566</c:v>
                </c:pt>
                <c:pt idx="1738">
                  <c:v>2765.3217430821742</c:v>
                </c:pt>
                <c:pt idx="1739">
                  <c:v>2795.2668617101922</c:v>
                </c:pt>
                <c:pt idx="1740">
                  <c:v>2795.6654236239524</c:v>
                </c:pt>
                <c:pt idx="1741">
                  <c:v>2808.471212015213</c:v>
                </c:pt>
                <c:pt idx="1742">
                  <c:v>2808.4496330862107</c:v>
                </c:pt>
                <c:pt idx="1743">
                  <c:v>2802.6014807373795</c:v>
                </c:pt>
                <c:pt idx="1744">
                  <c:v>2799.2436992323292</c:v>
                </c:pt>
                <c:pt idx="1745">
                  <c:v>2796.9441519993766</c:v>
                </c:pt>
                <c:pt idx="1746">
                  <c:v>2791.5585896739622</c:v>
                </c:pt>
                <c:pt idx="1747">
                  <c:v>2785.8938977504272</c:v>
                </c:pt>
                <c:pt idx="1748">
                  <c:v>2791.0695631120134</c:v>
                </c:pt>
                <c:pt idx="1749">
                  <c:v>2790.1538718505303</c:v>
                </c:pt>
                <c:pt idx="1750">
                  <c:v>2790.0643101369701</c:v>
                </c:pt>
                <c:pt idx="1751">
                  <c:v>2790.7036009887347</c:v>
                </c:pt>
                <c:pt idx="1752">
                  <c:v>2780.0645559662394</c:v>
                </c:pt>
                <c:pt idx="1753">
                  <c:v>2779.6672096463253</c:v>
                </c:pt>
                <c:pt idx="1754">
                  <c:v>2777.5285563681987</c:v>
                </c:pt>
                <c:pt idx="1755">
                  <c:v>2781.4413002618185</c:v>
                </c:pt>
                <c:pt idx="1756">
                  <c:v>2783.0135250154653</c:v>
                </c:pt>
                <c:pt idx="1757">
                  <c:v>2779.7433631476256</c:v>
                </c:pt>
                <c:pt idx="1758">
                  <c:v>2783.1897661092189</c:v>
                </c:pt>
                <c:pt idx="1759">
                  <c:v>2767.6890354228076</c:v>
                </c:pt>
                <c:pt idx="1760">
                  <c:v>2756.8606835421074</c:v>
                </c:pt>
                <c:pt idx="1761">
                  <c:v>2755.1993110930039</c:v>
                </c:pt>
                <c:pt idx="1762">
                  <c:v>2693.9360186251779</c:v>
                </c:pt>
                <c:pt idx="1763">
                  <c:v>2676.6851628771478</c:v>
                </c:pt>
                <c:pt idx="1764">
                  <c:v>2671.5872222788771</c:v>
                </c:pt>
                <c:pt idx="1765">
                  <c:v>2671.3298934740915</c:v>
                </c:pt>
                <c:pt idx="1766">
                  <c:v>2668.6907716601672</c:v>
                </c:pt>
                <c:pt idx="1767">
                  <c:v>2667.0337021157602</c:v>
                </c:pt>
                <c:pt idx="1768">
                  <c:v>2668.8163448094797</c:v>
                </c:pt>
                <c:pt idx="1769">
                  <c:v>2673.8949732206802</c:v>
                </c:pt>
                <c:pt idx="1770">
                  <c:v>2671.0629156423561</c:v>
                </c:pt>
                <c:pt idx="1771">
                  <c:v>2672.3013060902454</c:v>
                </c:pt>
                <c:pt idx="1772">
                  <c:v>2673.2783492137978</c:v>
                </c:pt>
                <c:pt idx="1773">
                  <c:v>2672.0677597229374</c:v>
                </c:pt>
                <c:pt idx="1774">
                  <c:v>2673.4768514218822</c:v>
                </c:pt>
                <c:pt idx="1775">
                  <c:v>2674.0317359015889</c:v>
                </c:pt>
                <c:pt idx="1776">
                  <c:v>2676.0898069578316</c:v>
                </c:pt>
                <c:pt idx="1777">
                  <c:v>2677.3795547428417</c:v>
                </c:pt>
                <c:pt idx="1778">
                  <c:v>2673.7714753991741</c:v>
                </c:pt>
                <c:pt idx="1779">
                  <c:v>2663.4785888526435</c:v>
                </c:pt>
                <c:pt idx="1780">
                  <c:v>2647.4327234044308</c:v>
                </c:pt>
                <c:pt idx="1781">
                  <c:v>2644.6207348952325</c:v>
                </c:pt>
                <c:pt idx="1782">
                  <c:v>2663.6558662801826</c:v>
                </c:pt>
                <c:pt idx="1783">
                  <c:v>2660.0654047597086</c:v>
                </c:pt>
                <c:pt idx="1784">
                  <c:v>2668.013269231828</c:v>
                </c:pt>
                <c:pt idx="1785">
                  <c:v>2665.1350517871524</c:v>
                </c:pt>
                <c:pt idx="1786">
                  <c:v>2653.6735552013711</c:v>
                </c:pt>
                <c:pt idx="1787">
                  <c:v>2653.7113850943442</c:v>
                </c:pt>
                <c:pt idx="1788">
                  <c:v>2657.9851366780372</c:v>
                </c:pt>
                <c:pt idx="1789">
                  <c:v>2658.3827778623468</c:v>
                </c:pt>
                <c:pt idx="1790">
                  <c:v>2686.4992682884595</c:v>
                </c:pt>
                <c:pt idx="1791">
                  <c:v>2693.7200951757063</c:v>
                </c:pt>
                <c:pt idx="1792">
                  <c:v>2680.7626018992337</c:v>
                </c:pt>
                <c:pt idx="1793">
                  <c:v>2682.4868016400142</c:v>
                </c:pt>
                <c:pt idx="1794">
                  <c:v>2686.2975422459403</c:v>
                </c:pt>
                <c:pt idx="1795">
                  <c:v>2682.4732583889736</c:v>
                </c:pt>
                <c:pt idx="1796">
                  <c:v>2683.1513443677986</c:v>
                </c:pt>
                <c:pt idx="1797">
                  <c:v>2680.463157147738</c:v>
                </c:pt>
                <c:pt idx="1798">
                  <c:v>2691.8871543563178</c:v>
                </c:pt>
                <c:pt idx="1799">
                  <c:v>2694.7158327567663</c:v>
                </c:pt>
                <c:pt idx="1800">
                  <c:v>2695.6741322491762</c:v>
                </c:pt>
                <c:pt idx="1801">
                  <c:v>2698.1011341337644</c:v>
                </c:pt>
                <c:pt idx="1802">
                  <c:v>2707.7291592078454</c:v>
                </c:pt>
                <c:pt idx="1803">
                  <c:v>2709.1097912740083</c:v>
                </c:pt>
                <c:pt idx="1804">
                  <c:v>2718.9035538483367</c:v>
                </c:pt>
                <c:pt idx="1805">
                  <c:v>2718.3487386907314</c:v>
                </c:pt>
                <c:pt idx="1806">
                  <c:v>2720.5987027925148</c:v>
                </c:pt>
                <c:pt idx="1807">
                  <c:v>2718.6349909428859</c:v>
                </c:pt>
                <c:pt idx="1808">
                  <c:v>2701.4133671055511</c:v>
                </c:pt>
                <c:pt idx="1809">
                  <c:v>2704.2773230418006</c:v>
                </c:pt>
                <c:pt idx="1810">
                  <c:v>2703.9514095741279</c:v>
                </c:pt>
                <c:pt idx="1811">
                  <c:v>2701.5774598387256</c:v>
                </c:pt>
                <c:pt idx="1812">
                  <c:v>2697.5246535476867</c:v>
                </c:pt>
                <c:pt idx="1813">
                  <c:v>2695.7443669206791</c:v>
                </c:pt>
                <c:pt idx="1814">
                  <c:v>2693.2837699560646</c:v>
                </c:pt>
                <c:pt idx="1815">
                  <c:v>2686.6903793111969</c:v>
                </c:pt>
                <c:pt idx="1816">
                  <c:v>2680.0561593507437</c:v>
                </c:pt>
                <c:pt idx="1817">
                  <c:v>2682.2368744791688</c:v>
                </c:pt>
                <c:pt idx="1818">
                  <c:v>2680.4407055273582</c:v>
                </c:pt>
                <c:pt idx="1819">
                  <c:v>2682.118622042884</c:v>
                </c:pt>
                <c:pt idx="1820">
                  <c:v>2684.6207230515647</c:v>
                </c:pt>
                <c:pt idx="1821">
                  <c:v>2683.9687191557364</c:v>
                </c:pt>
                <c:pt idx="1822">
                  <c:v>2687.4008209013614</c:v>
                </c:pt>
                <c:pt idx="1823">
                  <c:v>2687.1423221625537</c:v>
                </c:pt>
                <c:pt idx="1824">
                  <c:v>2687.3233535186741</c:v>
                </c:pt>
                <c:pt idx="1825">
                  <c:v>2682.3690860754332</c:v>
                </c:pt>
                <c:pt idx="1826">
                  <c:v>2690.0890904695161</c:v>
                </c:pt>
                <c:pt idx="1827">
                  <c:v>2689.6028120422311</c:v>
                </c:pt>
                <c:pt idx="1828">
                  <c:v>2690.12918652594</c:v>
                </c:pt>
                <c:pt idx="1829">
                  <c:v>2691.0484360283867</c:v>
                </c:pt>
                <c:pt idx="1830">
                  <c:v>2690.1736995232654</c:v>
                </c:pt>
                <c:pt idx="1831">
                  <c:v>2686.2020261720322</c:v>
                </c:pt>
                <c:pt idx="1832">
                  <c:v>2686.3944160794167</c:v>
                </c:pt>
                <c:pt idx="1833">
                  <c:v>2686.3118914715715</c:v>
                </c:pt>
                <c:pt idx="1834">
                  <c:v>2689.6717578464527</c:v>
                </c:pt>
                <c:pt idx="1835">
                  <c:v>2687.0483291481323</c:v>
                </c:pt>
                <c:pt idx="1836">
                  <c:v>2690.1426955728662</c:v>
                </c:pt>
                <c:pt idx="1837">
                  <c:v>2686.8874531934453</c:v>
                </c:pt>
                <c:pt idx="1838">
                  <c:v>2695.4639384849802</c:v>
                </c:pt>
                <c:pt idx="1839">
                  <c:v>2693.1300771066194</c:v>
                </c:pt>
                <c:pt idx="1840">
                  <c:v>2696.6313771336368</c:v>
                </c:pt>
                <c:pt idx="1841">
                  <c:v>2692.5307446163833</c:v>
                </c:pt>
                <c:pt idx="1842">
                  <c:v>2691.8994316925587</c:v>
                </c:pt>
                <c:pt idx="1843">
                  <c:v>2691.1699252485409</c:v>
                </c:pt>
                <c:pt idx="1844">
                  <c:v>2690.8123340193506</c:v>
                </c:pt>
                <c:pt idx="1845">
                  <c:v>2690.7516884906781</c:v>
                </c:pt>
                <c:pt idx="1846">
                  <c:v>2684.5940100718135</c:v>
                </c:pt>
                <c:pt idx="1847">
                  <c:v>2681.851611713108</c:v>
                </c:pt>
                <c:pt idx="1848">
                  <c:v>2681.6696336966506</c:v>
                </c:pt>
                <c:pt idx="1849">
                  <c:v>2678.4156646425363</c:v>
                </c:pt>
                <c:pt idx="1850">
                  <c:v>2677.6323532871816</c:v>
                </c:pt>
                <c:pt idx="1851">
                  <c:v>2679.4411514092631</c:v>
                </c:pt>
                <c:pt idx="1852">
                  <c:v>2674.5437405243679</c:v>
                </c:pt>
                <c:pt idx="1853">
                  <c:v>2679.1138427177066</c:v>
                </c:pt>
                <c:pt idx="1854">
                  <c:v>2678.9415134566084</c:v>
                </c:pt>
                <c:pt idx="1855">
                  <c:v>2678.4057359015578</c:v>
                </c:pt>
                <c:pt idx="1856">
                  <c:v>2681.6361527755207</c:v>
                </c:pt>
                <c:pt idx="1857">
                  <c:v>2680.6744654500453</c:v>
                </c:pt>
                <c:pt idx="1858">
                  <c:v>2680.861589032851</c:v>
                </c:pt>
                <c:pt idx="1859">
                  <c:v>2685.5474611429063</c:v>
                </c:pt>
                <c:pt idx="1860">
                  <c:v>2687.4984784435833</c:v>
                </c:pt>
                <c:pt idx="1861">
                  <c:v>2690.4762835943379</c:v>
                </c:pt>
                <c:pt idx="1862">
                  <c:v>2694.8293071978801</c:v>
                </c:pt>
                <c:pt idx="1863">
                  <c:v>2691.072942637697</c:v>
                </c:pt>
                <c:pt idx="1864">
                  <c:v>2690.2345908113075</c:v>
                </c:pt>
                <c:pt idx="1865">
                  <c:v>2688.1405642526165</c:v>
                </c:pt>
                <c:pt idx="1866">
                  <c:v>2685.4080408581908</c:v>
                </c:pt>
                <c:pt idx="1867">
                  <c:v>2689.5659131718967</c:v>
                </c:pt>
                <c:pt idx="1868">
                  <c:v>2687.0059592072657</c:v>
                </c:pt>
                <c:pt idx="1869">
                  <c:v>2692.2595408096922</c:v>
                </c:pt>
                <c:pt idx="1870">
                  <c:v>2694.5383958049506</c:v>
                </c:pt>
                <c:pt idx="1871">
                  <c:v>2689.474892212314</c:v>
                </c:pt>
                <c:pt idx="1872">
                  <c:v>2686.6064933218504</c:v>
                </c:pt>
                <c:pt idx="1873">
                  <c:v>2680.155874692517</c:v>
                </c:pt>
                <c:pt idx="1874">
                  <c:v>2675.0967741192467</c:v>
                </c:pt>
                <c:pt idx="1875">
                  <c:v>2680.4122283977144</c:v>
                </c:pt>
                <c:pt idx="1876">
                  <c:v>2678.8254705297832</c:v>
                </c:pt>
                <c:pt idx="1877">
                  <c:v>2679.2278673175169</c:v>
                </c:pt>
                <c:pt idx="1878">
                  <c:v>2683.1946523439033</c:v>
                </c:pt>
                <c:pt idx="1879">
                  <c:v>2680.3624145521958</c:v>
                </c:pt>
                <c:pt idx="1880">
                  <c:v>2677.8968334876768</c:v>
                </c:pt>
                <c:pt idx="1881">
                  <c:v>2682.0772576761019</c:v>
                </c:pt>
                <c:pt idx="1882">
                  <c:v>2672.1276335852776</c:v>
                </c:pt>
                <c:pt idx="1883">
                  <c:v>2672.2916561934958</c:v>
                </c:pt>
                <c:pt idx="1884">
                  <c:v>2672.2324913183461</c:v>
                </c:pt>
                <c:pt idx="1885">
                  <c:v>2689.3799205242581</c:v>
                </c:pt>
                <c:pt idx="1886">
                  <c:v>2693.4900389615718</c:v>
                </c:pt>
                <c:pt idx="1887">
                  <c:v>2706.8050926723326</c:v>
                </c:pt>
                <c:pt idx="1888">
                  <c:v>2702.736526526337</c:v>
                </c:pt>
                <c:pt idx="1889">
                  <c:v>2703.3868332215488</c:v>
                </c:pt>
                <c:pt idx="1890">
                  <c:v>2696.0453198797218</c:v>
                </c:pt>
                <c:pt idx="1891">
                  <c:v>2700.8301006231095</c:v>
                </c:pt>
                <c:pt idx="1892">
                  <c:v>2699.8609373663098</c:v>
                </c:pt>
                <c:pt idx="1893">
                  <c:v>2700.7835752063429</c:v>
                </c:pt>
                <c:pt idx="1894">
                  <c:v>2699.8990016789935</c:v>
                </c:pt>
                <c:pt idx="1895">
                  <c:v>2699.017291780071</c:v>
                </c:pt>
                <c:pt idx="1896">
                  <c:v>2701.6300743417187</c:v>
                </c:pt>
                <c:pt idx="1897">
                  <c:v>2700.546834574036</c:v>
                </c:pt>
                <c:pt idx="1898">
                  <c:v>2701.7516443094546</c:v>
                </c:pt>
                <c:pt idx="1899">
                  <c:v>2697.8491133804828</c:v>
                </c:pt>
                <c:pt idx="1900">
                  <c:v>2704.3895006057387</c:v>
                </c:pt>
                <c:pt idx="1901">
                  <c:v>2708.1160227100368</c:v>
                </c:pt>
                <c:pt idx="1902">
                  <c:v>2710.3139502168196</c:v>
                </c:pt>
                <c:pt idx="1903">
                  <c:v>2708.1077383684451</c:v>
                </c:pt>
                <c:pt idx="1904">
                  <c:v>2709.8335278780114</c:v>
                </c:pt>
                <c:pt idx="1905">
                  <c:v>2708.3391831311083</c:v>
                </c:pt>
                <c:pt idx="1906">
                  <c:v>2706.9994706640823</c:v>
                </c:pt>
                <c:pt idx="1907">
                  <c:v>2698.877446225224</c:v>
                </c:pt>
                <c:pt idx="1908">
                  <c:v>2700.5804131574578</c:v>
                </c:pt>
                <c:pt idx="1909">
                  <c:v>2699.5208660141557</c:v>
                </c:pt>
                <c:pt idx="1910">
                  <c:v>2699.2996669880581</c:v>
                </c:pt>
                <c:pt idx="1911">
                  <c:v>2702.070547142001</c:v>
                </c:pt>
                <c:pt idx="1912">
                  <c:v>2705.329474877838</c:v>
                </c:pt>
                <c:pt idx="1913">
                  <c:v>2701.1399624652804</c:v>
                </c:pt>
                <c:pt idx="1914">
                  <c:v>2697.8163548563884</c:v>
                </c:pt>
                <c:pt idx="1915">
                  <c:v>2728.5893606701643</c:v>
                </c:pt>
                <c:pt idx="1916">
                  <c:v>2732.1252341583695</c:v>
                </c:pt>
                <c:pt idx="1917">
                  <c:v>2733.8988520346397</c:v>
                </c:pt>
                <c:pt idx="1918">
                  <c:v>2733.907255720228</c:v>
                </c:pt>
                <c:pt idx="1919">
                  <c:v>2734.5292092962331</c:v>
                </c:pt>
                <c:pt idx="1920">
                  <c:v>2731.5204132018962</c:v>
                </c:pt>
                <c:pt idx="1921">
                  <c:v>2721.0064479202861</c:v>
                </c:pt>
                <c:pt idx="1922">
                  <c:v>2723.8903263470834</c:v>
                </c:pt>
                <c:pt idx="1923">
                  <c:v>2723.8911244579604</c:v>
                </c:pt>
                <c:pt idx="1924">
                  <c:v>2743.4783001610945</c:v>
                </c:pt>
                <c:pt idx="1925">
                  <c:v>2737.376945845971</c:v>
                </c:pt>
                <c:pt idx="1926">
                  <c:v>2740.7305670175861</c:v>
                </c:pt>
                <c:pt idx="1927">
                  <c:v>2737.7027029805372</c:v>
                </c:pt>
                <c:pt idx="1928">
                  <c:v>2742.1266465828658</c:v>
                </c:pt>
                <c:pt idx="1929">
                  <c:v>2716.6881617743766</c:v>
                </c:pt>
                <c:pt idx="1930">
                  <c:v>2719.8179086113582</c:v>
                </c:pt>
                <c:pt idx="1931">
                  <c:v>2725.7060728020765</c:v>
                </c:pt>
                <c:pt idx="1932">
                  <c:v>2724.6209617233162</c:v>
                </c:pt>
                <c:pt idx="1933">
                  <c:v>2726.8370932034695</c:v>
                </c:pt>
                <c:pt idx="1934">
                  <c:v>2727.6480198891663</c:v>
                </c:pt>
                <c:pt idx="1935">
                  <c:v>2724.8346783612014</c:v>
                </c:pt>
                <c:pt idx="1936">
                  <c:v>2724.2711832685009</c:v>
                </c:pt>
                <c:pt idx="1937">
                  <c:v>2720.2488913705797</c:v>
                </c:pt>
                <c:pt idx="1938">
                  <c:v>2718.9574712686517</c:v>
                </c:pt>
                <c:pt idx="1939">
                  <c:v>2714.0503856360288</c:v>
                </c:pt>
                <c:pt idx="1940">
                  <c:v>2704.0860701880092</c:v>
                </c:pt>
                <c:pt idx="1941">
                  <c:v>2707.3195115410904</c:v>
                </c:pt>
                <c:pt idx="1942">
                  <c:v>2692.1442250567079</c:v>
                </c:pt>
                <c:pt idx="1943">
                  <c:v>2694.0450204308695</c:v>
                </c:pt>
                <c:pt idx="1944">
                  <c:v>2693.8741636320328</c:v>
                </c:pt>
                <c:pt idx="1945">
                  <c:v>2691.7623555521054</c:v>
                </c:pt>
                <c:pt idx="1946">
                  <c:v>2692.2163885356763</c:v>
                </c:pt>
                <c:pt idx="1947">
                  <c:v>2690.8920705106934</c:v>
                </c:pt>
                <c:pt idx="1948">
                  <c:v>2694.8891235824203</c:v>
                </c:pt>
                <c:pt idx="1949">
                  <c:v>2698.4863476889805</c:v>
                </c:pt>
                <c:pt idx="1950">
                  <c:v>2697.2678312318794</c:v>
                </c:pt>
                <c:pt idx="1951">
                  <c:v>2702.9421562825487</c:v>
                </c:pt>
                <c:pt idx="1952">
                  <c:v>2701.0786993523438</c:v>
                </c:pt>
                <c:pt idx="1953">
                  <c:v>2702.0604884361146</c:v>
                </c:pt>
                <c:pt idx="1954">
                  <c:v>2700.3690176905466</c:v>
                </c:pt>
                <c:pt idx="1955">
                  <c:v>2697.670840923769</c:v>
                </c:pt>
                <c:pt idx="1956">
                  <c:v>2694.95559317681</c:v>
                </c:pt>
                <c:pt idx="1957">
                  <c:v>2691.9672818963472</c:v>
                </c:pt>
                <c:pt idx="1958">
                  <c:v>2688.524100023707</c:v>
                </c:pt>
                <c:pt idx="1959">
                  <c:v>2690.4716977048315</c:v>
                </c:pt>
                <c:pt idx="1960">
                  <c:v>2692.2899353112225</c:v>
                </c:pt>
                <c:pt idx="1961">
                  <c:v>2688.2073816737807</c:v>
                </c:pt>
                <c:pt idx="1962">
                  <c:v>2680.8997225106846</c:v>
                </c:pt>
                <c:pt idx="1963">
                  <c:v>2676.8665352615253</c:v>
                </c:pt>
                <c:pt idx="1964">
                  <c:v>2676.0978548880275</c:v>
                </c:pt>
                <c:pt idx="1965">
                  <c:v>2681.1166857723351</c:v>
                </c:pt>
                <c:pt idx="1966">
                  <c:v>2676.0023534519469</c:v>
                </c:pt>
                <c:pt idx="1967">
                  <c:v>2678.0223011895596</c:v>
                </c:pt>
                <c:pt idx="1968">
                  <c:v>2673.1452486470203</c:v>
                </c:pt>
                <c:pt idx="1969">
                  <c:v>2674.6679311959251</c:v>
                </c:pt>
                <c:pt idx="1970">
                  <c:v>2671.2179744641066</c:v>
                </c:pt>
                <c:pt idx="1971">
                  <c:v>2674.1741769479413</c:v>
                </c:pt>
                <c:pt idx="1972">
                  <c:v>2669.942085207178</c:v>
                </c:pt>
                <c:pt idx="1973">
                  <c:v>2666.8446520456132</c:v>
                </c:pt>
                <c:pt idx="1974">
                  <c:v>2665.3506181568459</c:v>
                </c:pt>
                <c:pt idx="1975">
                  <c:v>2666.0954710730343</c:v>
                </c:pt>
                <c:pt idx="1976">
                  <c:v>2663.6858841348599</c:v>
                </c:pt>
                <c:pt idx="1977">
                  <c:v>2663.9424441584711</c:v>
                </c:pt>
                <c:pt idx="1978">
                  <c:v>2661.6064886125887</c:v>
                </c:pt>
                <c:pt idx="1979">
                  <c:v>2659.0468467235155</c:v>
                </c:pt>
                <c:pt idx="1980">
                  <c:v>2660.0773315686884</c:v>
                </c:pt>
                <c:pt idx="1981">
                  <c:v>2632.5617414069916</c:v>
                </c:pt>
                <c:pt idx="1982">
                  <c:v>2631.027750385138</c:v>
                </c:pt>
                <c:pt idx="1983">
                  <c:v>2637.566849069427</c:v>
                </c:pt>
                <c:pt idx="1984">
                  <c:v>2643.5094012987443</c:v>
                </c:pt>
                <c:pt idx="1985">
                  <c:v>2645.7743044145391</c:v>
                </c:pt>
                <c:pt idx="1986">
                  <c:v>2643.5919319292466</c:v>
                </c:pt>
                <c:pt idx="1987">
                  <c:v>2644.4971373766389</c:v>
                </c:pt>
                <c:pt idx="1988">
                  <c:v>2644.5602024694581</c:v>
                </c:pt>
                <c:pt idx="1989">
                  <c:v>2638.295144847797</c:v>
                </c:pt>
                <c:pt idx="1990">
                  <c:v>2640.3801237598091</c:v>
                </c:pt>
                <c:pt idx="1991">
                  <c:v>2639.5968492077563</c:v>
                </c:pt>
                <c:pt idx="1992">
                  <c:v>2627.5714126731291</c:v>
                </c:pt>
                <c:pt idx="1993">
                  <c:v>2634.0021424549386</c:v>
                </c:pt>
                <c:pt idx="1994">
                  <c:v>2640.8889482276168</c:v>
                </c:pt>
                <c:pt idx="1995">
                  <c:v>2624.2791333563796</c:v>
                </c:pt>
                <c:pt idx="1996">
                  <c:v>2624.8359837268076</c:v>
                </c:pt>
                <c:pt idx="1997">
                  <c:v>2623.0139570467973</c:v>
                </c:pt>
                <c:pt idx="1998">
                  <c:v>2619.3194537649597</c:v>
                </c:pt>
                <c:pt idx="1999">
                  <c:v>2620.9928127473081</c:v>
                </c:pt>
                <c:pt idx="2000">
                  <c:v>2623.7366361079262</c:v>
                </c:pt>
                <c:pt idx="2001">
                  <c:v>2624.2386299103314</c:v>
                </c:pt>
                <c:pt idx="2002">
                  <c:v>2625.6153306797337</c:v>
                </c:pt>
                <c:pt idx="2003">
                  <c:v>2629.497198764348</c:v>
                </c:pt>
                <c:pt idx="2004">
                  <c:v>2625.3893362051299</c:v>
                </c:pt>
                <c:pt idx="2005">
                  <c:v>2623.6034533945553</c:v>
                </c:pt>
                <c:pt idx="2006">
                  <c:v>2612.6548404952982</c:v>
                </c:pt>
                <c:pt idx="2007">
                  <c:v>2574.993008244146</c:v>
                </c:pt>
                <c:pt idx="2008">
                  <c:v>2526.3774789030754</c:v>
                </c:pt>
                <c:pt idx="2009">
                  <c:v>2521.1900287832832</c:v>
                </c:pt>
                <c:pt idx="2010">
                  <c:v>2524.4607762811102</c:v>
                </c:pt>
                <c:pt idx="2011">
                  <c:v>2523.2120266152933</c:v>
                </c:pt>
                <c:pt idx="2012">
                  <c:v>2517.0646255576994</c:v>
                </c:pt>
                <c:pt idx="2013">
                  <c:v>2525.981837464999</c:v>
                </c:pt>
                <c:pt idx="2014">
                  <c:v>2526.1965640991039</c:v>
                </c:pt>
                <c:pt idx="2015">
                  <c:v>2524.9103860106802</c:v>
                </c:pt>
                <c:pt idx="2016">
                  <c:v>2525.7533096105108</c:v>
                </c:pt>
                <c:pt idx="2017">
                  <c:v>2523.4104340455051</c:v>
                </c:pt>
                <c:pt idx="2018">
                  <c:v>2524.1990530072808</c:v>
                </c:pt>
                <c:pt idx="2019">
                  <c:v>2520.7740950189836</c:v>
                </c:pt>
                <c:pt idx="2020">
                  <c:v>2523.6111428702679</c:v>
                </c:pt>
                <c:pt idx="2021">
                  <c:v>2522.4132134857396</c:v>
                </c:pt>
                <c:pt idx="2022">
                  <c:v>2524.4537429451702</c:v>
                </c:pt>
                <c:pt idx="2023">
                  <c:v>2533.9921614874952</c:v>
                </c:pt>
                <c:pt idx="2024">
                  <c:v>2535.2254779523123</c:v>
                </c:pt>
                <c:pt idx="2025">
                  <c:v>2530.1732915797079</c:v>
                </c:pt>
                <c:pt idx="2026">
                  <c:v>2526.0333329953455</c:v>
                </c:pt>
                <c:pt idx="2027">
                  <c:v>2514.2399722460154</c:v>
                </c:pt>
                <c:pt idx="2028">
                  <c:v>2508.9018185262921</c:v>
                </c:pt>
                <c:pt idx="2029">
                  <c:v>2504.517947449363</c:v>
                </c:pt>
                <c:pt idx="2030">
                  <c:v>2489.6789689351995</c:v>
                </c:pt>
                <c:pt idx="2031">
                  <c:v>2468.8308946276165</c:v>
                </c:pt>
                <c:pt idx="2032">
                  <c:v>2416.7179518545818</c:v>
                </c:pt>
                <c:pt idx="2033">
                  <c:v>2413.2229117024058</c:v>
                </c:pt>
                <c:pt idx="2034">
                  <c:v>2401.7773643152345</c:v>
                </c:pt>
                <c:pt idx="2035">
                  <c:v>2392.9153268382006</c:v>
                </c:pt>
                <c:pt idx="2036">
                  <c:v>2394.8476055189612</c:v>
                </c:pt>
                <c:pt idx="2037">
                  <c:v>2397.6511883424951</c:v>
                </c:pt>
                <c:pt idx="2038">
                  <c:v>2399.6632911359134</c:v>
                </c:pt>
                <c:pt idx="2039">
                  <c:v>2397.0004575357771</c:v>
                </c:pt>
                <c:pt idx="2040">
                  <c:v>2391.1533908556585</c:v>
                </c:pt>
                <c:pt idx="2041">
                  <c:v>2392.960843755895</c:v>
                </c:pt>
                <c:pt idx="2042">
                  <c:v>2398.0670531634009</c:v>
                </c:pt>
                <c:pt idx="2043">
                  <c:v>2410.290311013865</c:v>
                </c:pt>
                <c:pt idx="2044">
                  <c:v>2407.2587754032324</c:v>
                </c:pt>
                <c:pt idx="2045">
                  <c:v>2408.9721192259362</c:v>
                </c:pt>
                <c:pt idx="2046">
                  <c:v>2390.2231979638073</c:v>
                </c:pt>
                <c:pt idx="2047">
                  <c:v>2349.8175523396062</c:v>
                </c:pt>
                <c:pt idx="2048">
                  <c:v>2343.9185736771815</c:v>
                </c:pt>
                <c:pt idx="2049">
                  <c:v>2347.9126647932944</c:v>
                </c:pt>
                <c:pt idx="2050">
                  <c:v>2344.4911637605042</c:v>
                </c:pt>
                <c:pt idx="2051">
                  <c:v>2351.2912971111159</c:v>
                </c:pt>
                <c:pt idx="2052">
                  <c:v>2309.6885069475293</c:v>
                </c:pt>
                <c:pt idx="2053">
                  <c:v>2312.2082164008766</c:v>
                </c:pt>
                <c:pt idx="2054">
                  <c:v>2312.819113614662</c:v>
                </c:pt>
                <c:pt idx="2055">
                  <c:v>2312.8448406230186</c:v>
                </c:pt>
                <c:pt idx="2056">
                  <c:v>2310.0135867754648</c:v>
                </c:pt>
                <c:pt idx="2057">
                  <c:v>2308.0159755661839</c:v>
                </c:pt>
                <c:pt idx="2058">
                  <c:v>2302.4974572232559</c:v>
                </c:pt>
                <c:pt idx="2059">
                  <c:v>2299.9925456137926</c:v>
                </c:pt>
                <c:pt idx="2060">
                  <c:v>2290.2573400484016</c:v>
                </c:pt>
                <c:pt idx="2061">
                  <c:v>2289.4186810708752</c:v>
                </c:pt>
                <c:pt idx="2062">
                  <c:v>2292.007948826481</c:v>
                </c:pt>
                <c:pt idx="2063">
                  <c:v>2296.4045714409003</c:v>
                </c:pt>
                <c:pt idx="2064">
                  <c:v>2295.819174544512</c:v>
                </c:pt>
                <c:pt idx="2065">
                  <c:v>2285.3045891636166</c:v>
                </c:pt>
                <c:pt idx="2066">
                  <c:v>2292.6258228382358</c:v>
                </c:pt>
                <c:pt idx="2067">
                  <c:v>2299.0909948241256</c:v>
                </c:pt>
                <c:pt idx="2068">
                  <c:v>2297.012887875459</c:v>
                </c:pt>
                <c:pt idx="2069">
                  <c:v>2301.5264163495403</c:v>
                </c:pt>
                <c:pt idx="2070">
                  <c:v>2306.5000643501317</c:v>
                </c:pt>
                <c:pt idx="2071">
                  <c:v>2308.3726462637369</c:v>
                </c:pt>
                <c:pt idx="2072">
                  <c:v>2292.2958015284785</c:v>
                </c:pt>
                <c:pt idx="2073">
                  <c:v>2317.5040034142326</c:v>
                </c:pt>
                <c:pt idx="2074">
                  <c:v>2318.3053088269044</c:v>
                </c:pt>
                <c:pt idx="2075">
                  <c:v>2321.0711567755593</c:v>
                </c:pt>
                <c:pt idx="2076">
                  <c:v>2319.192968627729</c:v>
                </c:pt>
                <c:pt idx="2077">
                  <c:v>2325.1239611014553</c:v>
                </c:pt>
                <c:pt idx="2078">
                  <c:v>2320.718175069469</c:v>
                </c:pt>
                <c:pt idx="2079">
                  <c:v>2318.9049023495177</c:v>
                </c:pt>
                <c:pt idx="2080">
                  <c:v>2320.5684651756146</c:v>
                </c:pt>
                <c:pt idx="2081">
                  <c:v>2322.5306229701259</c:v>
                </c:pt>
                <c:pt idx="2082">
                  <c:v>2323.1708641830078</c:v>
                </c:pt>
                <c:pt idx="2083">
                  <c:v>2331.0997234001816</c:v>
                </c:pt>
                <c:pt idx="2084">
                  <c:v>2330.1423326545805</c:v>
                </c:pt>
                <c:pt idx="2085">
                  <c:v>2334.9891030427311</c:v>
                </c:pt>
                <c:pt idx="2086">
                  <c:v>2331.4994845476881</c:v>
                </c:pt>
                <c:pt idx="2087">
                  <c:v>2330.3776246475195</c:v>
                </c:pt>
                <c:pt idx="2088">
                  <c:v>2327.6025130441176</c:v>
                </c:pt>
                <c:pt idx="2089">
                  <c:v>2327.6709254439311</c:v>
                </c:pt>
                <c:pt idx="2090">
                  <c:v>2328.852780347609</c:v>
                </c:pt>
                <c:pt idx="2091">
                  <c:v>2327.3527245336068</c:v>
                </c:pt>
                <c:pt idx="2092">
                  <c:v>2330.1844856198045</c:v>
                </c:pt>
                <c:pt idx="2093">
                  <c:v>2329.8236773005397</c:v>
                </c:pt>
                <c:pt idx="2094">
                  <c:v>2325.9233503457494</c:v>
                </c:pt>
                <c:pt idx="2095">
                  <c:v>2330.1809385441397</c:v>
                </c:pt>
                <c:pt idx="2096">
                  <c:v>2334.4938453462673</c:v>
                </c:pt>
                <c:pt idx="2097">
                  <c:v>2330.8540512790369</c:v>
                </c:pt>
                <c:pt idx="2098">
                  <c:v>2332.4252253103091</c:v>
                </c:pt>
                <c:pt idx="2099">
                  <c:v>2333.9180380208327</c:v>
                </c:pt>
                <c:pt idx="2100">
                  <c:v>2337.4769781344157</c:v>
                </c:pt>
                <c:pt idx="2101">
                  <c:v>2335.6763967222851</c:v>
                </c:pt>
                <c:pt idx="2102">
                  <c:v>2338.2454331700587</c:v>
                </c:pt>
                <c:pt idx="2103">
                  <c:v>2346.4944787441195</c:v>
                </c:pt>
                <c:pt idx="2104">
                  <c:v>2342.0384531432223</c:v>
                </c:pt>
                <c:pt idx="2105">
                  <c:v>2343.1013859302752</c:v>
                </c:pt>
                <c:pt idx="2106">
                  <c:v>2339.8015493712087</c:v>
                </c:pt>
                <c:pt idx="2107">
                  <c:v>2349.2043618931757</c:v>
                </c:pt>
                <c:pt idx="2108">
                  <c:v>2348.8859169493103</c:v>
                </c:pt>
                <c:pt idx="2109">
                  <c:v>2349.0665724839087</c:v>
                </c:pt>
                <c:pt idx="2110">
                  <c:v>2345.6353384268236</c:v>
                </c:pt>
                <c:pt idx="2111">
                  <c:v>2344.9990537447184</c:v>
                </c:pt>
                <c:pt idx="2112">
                  <c:v>2344.9519741555632</c:v>
                </c:pt>
                <c:pt idx="2113">
                  <c:v>2347.5293858568034</c:v>
                </c:pt>
                <c:pt idx="2114">
                  <c:v>2350.2110580407229</c:v>
                </c:pt>
                <c:pt idx="2115">
                  <c:v>2338.7826527038924</c:v>
                </c:pt>
                <c:pt idx="2116">
                  <c:v>2324.0077709508964</c:v>
                </c:pt>
                <c:pt idx="2117">
                  <c:v>2319.5990830438864</c:v>
                </c:pt>
                <c:pt idx="2118">
                  <c:v>2311.0374750486189</c:v>
                </c:pt>
                <c:pt idx="2119">
                  <c:v>2309.3286761872591</c:v>
                </c:pt>
                <c:pt idx="2120">
                  <c:v>2311.5354018620205</c:v>
                </c:pt>
                <c:pt idx="2121">
                  <c:v>2298.9850421420779</c:v>
                </c:pt>
                <c:pt idx="2122">
                  <c:v>2301.8311956781399</c:v>
                </c:pt>
                <c:pt idx="2123">
                  <c:v>2303.6587694094565</c:v>
                </c:pt>
                <c:pt idx="2124">
                  <c:v>2303.7360536805704</c:v>
                </c:pt>
                <c:pt idx="2125">
                  <c:v>2307.47987440519</c:v>
                </c:pt>
                <c:pt idx="2126">
                  <c:v>2309.2458617160901</c:v>
                </c:pt>
                <c:pt idx="2127">
                  <c:v>2297.9264640485067</c:v>
                </c:pt>
                <c:pt idx="2128">
                  <c:v>2243.5368667760836</c:v>
                </c:pt>
                <c:pt idx="2129">
                  <c:v>2230.3539466660995</c:v>
                </c:pt>
                <c:pt idx="2130">
                  <c:v>2199.7692278004783</c:v>
                </c:pt>
                <c:pt idx="2131">
                  <c:v>2201.3440592126781</c:v>
                </c:pt>
                <c:pt idx="2132">
                  <c:v>2201.7298672687916</c:v>
                </c:pt>
                <c:pt idx="2133">
                  <c:v>2201.6060310149614</c:v>
                </c:pt>
                <c:pt idx="2134">
                  <c:v>2205.5634916792433</c:v>
                </c:pt>
                <c:pt idx="2135">
                  <c:v>2203.4272738740597</c:v>
                </c:pt>
                <c:pt idx="2136">
                  <c:v>2203.1775628154373</c:v>
                </c:pt>
                <c:pt idx="2137">
                  <c:v>2201.1614185401281</c:v>
                </c:pt>
                <c:pt idx="2138">
                  <c:v>2202.625994911632</c:v>
                </c:pt>
                <c:pt idx="2139">
                  <c:v>2199.7488134194641</c:v>
                </c:pt>
                <c:pt idx="2140">
                  <c:v>2199.6164755517602</c:v>
                </c:pt>
                <c:pt idx="2141">
                  <c:v>2201.271017439783</c:v>
                </c:pt>
                <c:pt idx="2142">
                  <c:v>2200.6703856372878</c:v>
                </c:pt>
                <c:pt idx="2143">
                  <c:v>2197.4980944143608</c:v>
                </c:pt>
                <c:pt idx="2144">
                  <c:v>2196.9730138304699</c:v>
                </c:pt>
                <c:pt idx="2145">
                  <c:v>2197.0841535190307</c:v>
                </c:pt>
                <c:pt idx="2146">
                  <c:v>2205.7027069439596</c:v>
                </c:pt>
                <c:pt idx="2147">
                  <c:v>2207.2540661197513</c:v>
                </c:pt>
                <c:pt idx="2148">
                  <c:v>2202.3032119591162</c:v>
                </c:pt>
                <c:pt idx="2149">
                  <c:v>2202.1859797208995</c:v>
                </c:pt>
                <c:pt idx="2150">
                  <c:v>2206.3993497333377</c:v>
                </c:pt>
                <c:pt idx="2151">
                  <c:v>2205.9650939869553</c:v>
                </c:pt>
                <c:pt idx="2152">
                  <c:v>2205.5967243947052</c:v>
                </c:pt>
                <c:pt idx="2153">
                  <c:v>2209.342268101781</c:v>
                </c:pt>
                <c:pt idx="2154">
                  <c:v>2209.2943998172118</c:v>
                </c:pt>
                <c:pt idx="2155">
                  <c:v>2209.1292518276327</c:v>
                </c:pt>
                <c:pt idx="2156">
                  <c:v>2203.1746899904924</c:v>
                </c:pt>
                <c:pt idx="2157">
                  <c:v>2204.3297282226508</c:v>
                </c:pt>
                <c:pt idx="2158">
                  <c:v>2199.8832730919557</c:v>
                </c:pt>
                <c:pt idx="2159">
                  <c:v>2198.1423030889309</c:v>
                </c:pt>
                <c:pt idx="2160">
                  <c:v>2198.8539701633877</c:v>
                </c:pt>
                <c:pt idx="2161">
                  <c:v>2197.1832879320632</c:v>
                </c:pt>
                <c:pt idx="2162">
                  <c:v>2197.8598388259506</c:v>
                </c:pt>
                <c:pt idx="2163">
                  <c:v>2199.5283743820287</c:v>
                </c:pt>
                <c:pt idx="2164">
                  <c:v>2200.8384999057289</c:v>
                </c:pt>
                <c:pt idx="2165">
                  <c:v>2201.8875210069655</c:v>
                </c:pt>
                <c:pt idx="2166">
                  <c:v>2201.2962716361321</c:v>
                </c:pt>
                <c:pt idx="2167">
                  <c:v>2199.7011732545484</c:v>
                </c:pt>
                <c:pt idx="2168">
                  <c:v>2189.6397058413418</c:v>
                </c:pt>
                <c:pt idx="2169">
                  <c:v>2178.5875986466795</c:v>
                </c:pt>
                <c:pt idx="2170">
                  <c:v>2164.9461282454895</c:v>
                </c:pt>
                <c:pt idx="2171">
                  <c:v>2154.3132260415578</c:v>
                </c:pt>
                <c:pt idx="2172">
                  <c:v>2153.4741616476749</c:v>
                </c:pt>
                <c:pt idx="2173">
                  <c:v>2129.8235225427006</c:v>
                </c:pt>
                <c:pt idx="2174">
                  <c:v>2125.1119313987383</c:v>
                </c:pt>
                <c:pt idx="2175">
                  <c:v>2125.2284363020435</c:v>
                </c:pt>
                <c:pt idx="2176">
                  <c:v>2128.3192031054282</c:v>
                </c:pt>
                <c:pt idx="2177">
                  <c:v>2120.5423525560323</c:v>
                </c:pt>
                <c:pt idx="2178">
                  <c:v>2111.939562231672</c:v>
                </c:pt>
                <c:pt idx="2179">
                  <c:v>2111.209827149949</c:v>
                </c:pt>
                <c:pt idx="2180">
                  <c:v>2113.2342225067582</c:v>
                </c:pt>
                <c:pt idx="2181">
                  <c:v>2110.3788556128311</c:v>
                </c:pt>
                <c:pt idx="2182">
                  <c:v>2100.9158796019628</c:v>
                </c:pt>
                <c:pt idx="2183">
                  <c:v>2099.4527755338627</c:v>
                </c:pt>
                <c:pt idx="2184">
                  <c:v>2098.8038865013823</c:v>
                </c:pt>
                <c:pt idx="2185">
                  <c:v>2102.1920416249313</c:v>
                </c:pt>
                <c:pt idx="2186">
                  <c:v>2102.5829259642551</c:v>
                </c:pt>
                <c:pt idx="2187">
                  <c:v>2095.7072594790811</c:v>
                </c:pt>
                <c:pt idx="2188">
                  <c:v>2093.5498168801537</c:v>
                </c:pt>
                <c:pt idx="2189">
                  <c:v>2095.0606190031572</c:v>
                </c:pt>
                <c:pt idx="2190">
                  <c:v>2083.9460642574213</c:v>
                </c:pt>
                <c:pt idx="2191">
                  <c:v>2075.4068356609878</c:v>
                </c:pt>
                <c:pt idx="2192">
                  <c:v>2071.9239357311135</c:v>
                </c:pt>
                <c:pt idx="2193">
                  <c:v>2074.5746253261923</c:v>
                </c:pt>
                <c:pt idx="2194">
                  <c:v>2072.2981587698309</c:v>
                </c:pt>
                <c:pt idx="2195">
                  <c:v>2073.1161675294111</c:v>
                </c:pt>
                <c:pt idx="2196">
                  <c:v>2074.2191048198438</c:v>
                </c:pt>
                <c:pt idx="2197">
                  <c:v>2069.3097410021001</c:v>
                </c:pt>
                <c:pt idx="2198">
                  <c:v>2072.3742390913253</c:v>
                </c:pt>
                <c:pt idx="2199">
                  <c:v>2071.6231498023271</c:v>
                </c:pt>
                <c:pt idx="2200">
                  <c:v>2072.7348014786462</c:v>
                </c:pt>
                <c:pt idx="2201">
                  <c:v>2075.2859403290981</c:v>
                </c:pt>
                <c:pt idx="2202">
                  <c:v>2076.8121333908975</c:v>
                </c:pt>
                <c:pt idx="2203">
                  <c:v>2079.4941346705405</c:v>
                </c:pt>
                <c:pt idx="2204">
                  <c:v>2080.2111267522359</c:v>
                </c:pt>
                <c:pt idx="2205">
                  <c:v>2074.364389871545</c:v>
                </c:pt>
                <c:pt idx="2206">
                  <c:v>2071.8085453155336</c:v>
                </c:pt>
                <c:pt idx="2207">
                  <c:v>2068.8177078389995</c:v>
                </c:pt>
                <c:pt idx="2208">
                  <c:v>2067.9973941575358</c:v>
                </c:pt>
                <c:pt idx="2209">
                  <c:v>2070.4023594718933</c:v>
                </c:pt>
                <c:pt idx="2210">
                  <c:v>2068.89571559764</c:v>
                </c:pt>
                <c:pt idx="2211">
                  <c:v>2069.0401240753076</c:v>
                </c:pt>
                <c:pt idx="2212">
                  <c:v>2061.5738278866784</c:v>
                </c:pt>
                <c:pt idx="2213">
                  <c:v>2060.4081468116447</c:v>
                </c:pt>
                <c:pt idx="2214">
                  <c:v>2060.2575297818175</c:v>
                </c:pt>
                <c:pt idx="2215">
                  <c:v>2059.2380282387289</c:v>
                </c:pt>
                <c:pt idx="2216">
                  <c:v>2060.3412335615485</c:v>
                </c:pt>
                <c:pt idx="2217">
                  <c:v>2061.2058120503189</c:v>
                </c:pt>
                <c:pt idx="2218">
                  <c:v>2059.731620880777</c:v>
                </c:pt>
                <c:pt idx="2219">
                  <c:v>2059.3507982184219</c:v>
                </c:pt>
                <c:pt idx="2220">
                  <c:v>2057.6088636110599</c:v>
                </c:pt>
                <c:pt idx="2221">
                  <c:v>2058.2353251422219</c:v>
                </c:pt>
                <c:pt idx="2222">
                  <c:v>2055.812810074653</c:v>
                </c:pt>
                <c:pt idx="2223">
                  <c:v>2057.5674586678374</c:v>
                </c:pt>
                <c:pt idx="2224">
                  <c:v>2058.0261875686724</c:v>
                </c:pt>
                <c:pt idx="2225">
                  <c:v>2057.844369152861</c:v>
                </c:pt>
                <c:pt idx="2226">
                  <c:v>2055.0736690786193</c:v>
                </c:pt>
                <c:pt idx="2227">
                  <c:v>2053.0011287304278</c:v>
                </c:pt>
                <c:pt idx="2228">
                  <c:v>2048.2607818847637</c:v>
                </c:pt>
                <c:pt idx="2229">
                  <c:v>2046.8188970746955</c:v>
                </c:pt>
                <c:pt idx="2230">
                  <c:v>2046.1617537563686</c:v>
                </c:pt>
                <c:pt idx="2231">
                  <c:v>2044.3593587812163</c:v>
                </c:pt>
                <c:pt idx="2232">
                  <c:v>2044.5918626022055</c:v>
                </c:pt>
                <c:pt idx="2233">
                  <c:v>2041.8375991181117</c:v>
                </c:pt>
                <c:pt idx="2234">
                  <c:v>2041.3106905737475</c:v>
                </c:pt>
                <c:pt idx="2235">
                  <c:v>2040.7647504272186</c:v>
                </c:pt>
                <c:pt idx="2236">
                  <c:v>2043.9273395376463</c:v>
                </c:pt>
                <c:pt idx="2237">
                  <c:v>2043.1213582389837</c:v>
                </c:pt>
                <c:pt idx="2238">
                  <c:v>2044.0127277235833</c:v>
                </c:pt>
                <c:pt idx="2239">
                  <c:v>2046.1053299527364</c:v>
                </c:pt>
                <c:pt idx="2240">
                  <c:v>2045.0993746442468</c:v>
                </c:pt>
                <c:pt idx="2241">
                  <c:v>2045.1196245941537</c:v>
                </c:pt>
                <c:pt idx="2242">
                  <c:v>2038.043608068599</c:v>
                </c:pt>
                <c:pt idx="2243">
                  <c:v>2040.3533137315324</c:v>
                </c:pt>
                <c:pt idx="2244">
                  <c:v>2043.4367238557795</c:v>
                </c:pt>
                <c:pt idx="2245">
                  <c:v>2044.3232862315788</c:v>
                </c:pt>
                <c:pt idx="2246">
                  <c:v>2042.8421386060515</c:v>
                </c:pt>
                <c:pt idx="2247">
                  <c:v>2044.0720567815383</c:v>
                </c:pt>
                <c:pt idx="2248">
                  <c:v>2044.1390903972808</c:v>
                </c:pt>
                <c:pt idx="2249">
                  <c:v>2044.6882354623563</c:v>
                </c:pt>
                <c:pt idx="2250">
                  <c:v>2040.4116810367527</c:v>
                </c:pt>
                <c:pt idx="2251">
                  <c:v>2036.8110480585824</c:v>
                </c:pt>
                <c:pt idx="2252">
                  <c:v>2032.8802875333888</c:v>
                </c:pt>
                <c:pt idx="2253">
                  <c:v>1965.4848969108741</c:v>
                </c:pt>
                <c:pt idx="2254">
                  <c:v>1956.1805311444934</c:v>
                </c:pt>
                <c:pt idx="2255">
                  <c:v>1955.0832294268027</c:v>
                </c:pt>
                <c:pt idx="2256">
                  <c:v>1956.498906002704</c:v>
                </c:pt>
                <c:pt idx="2257">
                  <c:v>1955.6851944973082</c:v>
                </c:pt>
                <c:pt idx="2258">
                  <c:v>1955.4068708672376</c:v>
                </c:pt>
                <c:pt idx="2259">
                  <c:v>1954.5590383504602</c:v>
                </c:pt>
                <c:pt idx="2260">
                  <c:v>1953.5021235190093</c:v>
                </c:pt>
                <c:pt idx="2261">
                  <c:v>1953.0259692247221</c:v>
                </c:pt>
                <c:pt idx="2262">
                  <c:v>1953.786118165403</c:v>
                </c:pt>
                <c:pt idx="2263">
                  <c:v>1952.4588243002174</c:v>
                </c:pt>
                <c:pt idx="2264">
                  <c:v>1950.4458299492217</c:v>
                </c:pt>
                <c:pt idx="2265">
                  <c:v>1949.5878511604885</c:v>
                </c:pt>
                <c:pt idx="2266">
                  <c:v>1952.896349428928</c:v>
                </c:pt>
                <c:pt idx="2267">
                  <c:v>1950.4568730599176</c:v>
                </c:pt>
                <c:pt idx="2268">
                  <c:v>1949.4334883541298</c:v>
                </c:pt>
                <c:pt idx="2269">
                  <c:v>1972.7216445909949</c:v>
                </c:pt>
                <c:pt idx="2270">
                  <c:v>1971.8349336376027</c:v>
                </c:pt>
                <c:pt idx="2271">
                  <c:v>1998.0381417225008</c:v>
                </c:pt>
                <c:pt idx="2272">
                  <c:v>1999.1680982185837</c:v>
                </c:pt>
                <c:pt idx="2273">
                  <c:v>2004.3659542427545</c:v>
                </c:pt>
                <c:pt idx="2274">
                  <c:v>1991.9588014320673</c:v>
                </c:pt>
                <c:pt idx="2275">
                  <c:v>1985.4970980986991</c:v>
                </c:pt>
                <c:pt idx="2276">
                  <c:v>1968.8175371566874</c:v>
                </c:pt>
                <c:pt idx="2277">
                  <c:v>1960.0327828336347</c:v>
                </c:pt>
                <c:pt idx="2278">
                  <c:v>1962.7186167020166</c:v>
                </c:pt>
                <c:pt idx="2279">
                  <c:v>1957.9991527394411</c:v>
                </c:pt>
                <c:pt idx="2280">
                  <c:v>1959.3484977773551</c:v>
                </c:pt>
                <c:pt idx="2281">
                  <c:v>1964.5004447419835</c:v>
                </c:pt>
                <c:pt idx="2282">
                  <c:v>1972.1368971861702</c:v>
                </c:pt>
                <c:pt idx="2283">
                  <c:v>1974.7309100096643</c:v>
                </c:pt>
                <c:pt idx="2284">
                  <c:v>1979.8617959635833</c:v>
                </c:pt>
                <c:pt idx="2285">
                  <c:v>1975.253022959281</c:v>
                </c:pt>
                <c:pt idx="2286">
                  <c:v>1964.9409511544586</c:v>
                </c:pt>
                <c:pt idx="2287">
                  <c:v>1965.2666566195476</c:v>
                </c:pt>
                <c:pt idx="2288">
                  <c:v>1966.3402582449025</c:v>
                </c:pt>
                <c:pt idx="2289">
                  <c:v>1973.118423193697</c:v>
                </c:pt>
                <c:pt idx="2290">
                  <c:v>1972.3917722070694</c:v>
                </c:pt>
                <c:pt idx="2291">
                  <c:v>1972.0071065812704</c:v>
                </c:pt>
                <c:pt idx="2292">
                  <c:v>1967.7845077609993</c:v>
                </c:pt>
                <c:pt idx="2293">
                  <c:v>1960.3787307410032</c:v>
                </c:pt>
                <c:pt idx="2294">
                  <c:v>1958.9422589889105</c:v>
                </c:pt>
                <c:pt idx="2295">
                  <c:v>1943.2422881389602</c:v>
                </c:pt>
                <c:pt idx="2296">
                  <c:v>1942.9650044007965</c:v>
                </c:pt>
                <c:pt idx="2297">
                  <c:v>1945.3998626001669</c:v>
                </c:pt>
                <c:pt idx="2298">
                  <c:v>1976.3034034412767</c:v>
                </c:pt>
                <c:pt idx="2299">
                  <c:v>1979.1280247988611</c:v>
                </c:pt>
                <c:pt idx="2300">
                  <c:v>1973.5498230861265</c:v>
                </c:pt>
                <c:pt idx="2301">
                  <c:v>1975.1301910520019</c:v>
                </c:pt>
                <c:pt idx="2302">
                  <c:v>1976.3707269862025</c:v>
                </c:pt>
                <c:pt idx="2303">
                  <c:v>1976.1785341946584</c:v>
                </c:pt>
                <c:pt idx="2304">
                  <c:v>1979.4606827718358</c:v>
                </c:pt>
                <c:pt idx="2305">
                  <c:v>1980.5640247720871</c:v>
                </c:pt>
                <c:pt idx="2306">
                  <c:v>1982.7040498573999</c:v>
                </c:pt>
                <c:pt idx="2307">
                  <c:v>1981.9210285120453</c:v>
                </c:pt>
                <c:pt idx="2308">
                  <c:v>1981.4519432784145</c:v>
                </c:pt>
                <c:pt idx="2309">
                  <c:v>1983.7563401441982</c:v>
                </c:pt>
                <c:pt idx="2310">
                  <c:v>1982.5995823470926</c:v>
                </c:pt>
                <c:pt idx="2311">
                  <c:v>1983.1935072803435</c:v>
                </c:pt>
                <c:pt idx="2312">
                  <c:v>1982.4824578569114</c:v>
                </c:pt>
                <c:pt idx="2313">
                  <c:v>1979.0839961008733</c:v>
                </c:pt>
                <c:pt idx="2314">
                  <c:v>1977.6673314426284</c:v>
                </c:pt>
                <c:pt idx="2315">
                  <c:v>1975.6430963333896</c:v>
                </c:pt>
                <c:pt idx="2316">
                  <c:v>1978.325079409964</c:v>
                </c:pt>
                <c:pt idx="2317">
                  <c:v>1977.9363972710667</c:v>
                </c:pt>
                <c:pt idx="2318">
                  <c:v>1976.2303288285993</c:v>
                </c:pt>
                <c:pt idx="2319">
                  <c:v>1975.3413930807089</c:v>
                </c:pt>
                <c:pt idx="2320">
                  <c:v>1975.0082860999964</c:v>
                </c:pt>
                <c:pt idx="2321">
                  <c:v>1974.7872762182103</c:v>
                </c:pt>
                <c:pt idx="2322">
                  <c:v>1972.0731994215853</c:v>
                </c:pt>
                <c:pt idx="2323">
                  <c:v>1976.8979299125904</c:v>
                </c:pt>
                <c:pt idx="2324">
                  <c:v>1977.5945051729036</c:v>
                </c:pt>
                <c:pt idx="2325">
                  <c:v>1976.8332026562668</c:v>
                </c:pt>
                <c:pt idx="2326">
                  <c:v>1973.776787498065</c:v>
                </c:pt>
                <c:pt idx="2327">
                  <c:v>1973.2558262867724</c:v>
                </c:pt>
                <c:pt idx="2328">
                  <c:v>1973.746037611701</c:v>
                </c:pt>
                <c:pt idx="2329">
                  <c:v>1978.0581617539087</c:v>
                </c:pt>
                <c:pt idx="2330">
                  <c:v>1976.3732388474493</c:v>
                </c:pt>
                <c:pt idx="2331">
                  <c:v>1976.0330588492163</c:v>
                </c:pt>
                <c:pt idx="2332">
                  <c:v>1975.8546429782975</c:v>
                </c:pt>
                <c:pt idx="2333">
                  <c:v>1976.6255551141201</c:v>
                </c:pt>
                <c:pt idx="2334">
                  <c:v>1978.6823174261951</c:v>
                </c:pt>
                <c:pt idx="2335">
                  <c:v>1979.3431967100985</c:v>
                </c:pt>
                <c:pt idx="2336">
                  <c:v>1975.1496629652888</c:v>
                </c:pt>
                <c:pt idx="2337">
                  <c:v>1976.6269389318779</c:v>
                </c:pt>
                <c:pt idx="2338">
                  <c:v>1976.8816233741056</c:v>
                </c:pt>
                <c:pt idx="2339">
                  <c:v>1977.1539746990654</c:v>
                </c:pt>
                <c:pt idx="2340">
                  <c:v>1975.3742948256902</c:v>
                </c:pt>
                <c:pt idx="2341">
                  <c:v>1972.3530002181128</c:v>
                </c:pt>
                <c:pt idx="2342">
                  <c:v>1975.402829995013</c:v>
                </c:pt>
                <c:pt idx="2343">
                  <c:v>1979.4772849768524</c:v>
                </c:pt>
                <c:pt idx="2344">
                  <c:v>1978.8370702460697</c:v>
                </c:pt>
                <c:pt idx="2345">
                  <c:v>1978.2497237648574</c:v>
                </c:pt>
                <c:pt idx="2346">
                  <c:v>1981.8960111417573</c:v>
                </c:pt>
                <c:pt idx="2347">
                  <c:v>1981.7298266673258</c:v>
                </c:pt>
                <c:pt idx="2348">
                  <c:v>1982.0995061041322</c:v>
                </c:pt>
                <c:pt idx="2349">
                  <c:v>1981.3514661735198</c:v>
                </c:pt>
                <c:pt idx="2350">
                  <c:v>1982.2235268753589</c:v>
                </c:pt>
                <c:pt idx="2351">
                  <c:v>1988.931230836916</c:v>
                </c:pt>
                <c:pt idx="2352">
                  <c:v>1986.1865609968411</c:v>
                </c:pt>
                <c:pt idx="2353">
                  <c:v>1985.8713495148966</c:v>
                </c:pt>
                <c:pt idx="2354">
                  <c:v>1988.6448368460494</c:v>
                </c:pt>
                <c:pt idx="2355">
                  <c:v>1990.9025596118893</c:v>
                </c:pt>
                <c:pt idx="2356">
                  <c:v>1990.6326901281307</c:v>
                </c:pt>
                <c:pt idx="2357">
                  <c:v>1990.9110029303122</c:v>
                </c:pt>
                <c:pt idx="2358">
                  <c:v>1996.0521001336726</c:v>
                </c:pt>
                <c:pt idx="2359">
                  <c:v>1999.034708793803</c:v>
                </c:pt>
                <c:pt idx="2360">
                  <c:v>1998.2479327980266</c:v>
                </c:pt>
                <c:pt idx="2361">
                  <c:v>1998.074608041225</c:v>
                </c:pt>
                <c:pt idx="2362">
                  <c:v>1994.470654647519</c:v>
                </c:pt>
                <c:pt idx="2363">
                  <c:v>1995.0282493293166</c:v>
                </c:pt>
                <c:pt idx="2364">
                  <c:v>1994.7138363022555</c:v>
                </c:pt>
                <c:pt idx="2365">
                  <c:v>1990.6486690569204</c:v>
                </c:pt>
                <c:pt idx="2366">
                  <c:v>1989.2608716631321</c:v>
                </c:pt>
                <c:pt idx="2367">
                  <c:v>1986.9961443194068</c:v>
                </c:pt>
                <c:pt idx="2368">
                  <c:v>1987.9162571202346</c:v>
                </c:pt>
                <c:pt idx="2369">
                  <c:v>2039.0674552678518</c:v>
                </c:pt>
                <c:pt idx="2370">
                  <c:v>2040.0673723198763</c:v>
                </c:pt>
                <c:pt idx="2371">
                  <c:v>2032.9489404647952</c:v>
                </c:pt>
                <c:pt idx="2372">
                  <c:v>2031.1395925027932</c:v>
                </c:pt>
                <c:pt idx="2373">
                  <c:v>2036.254731923616</c:v>
                </c:pt>
                <c:pt idx="2374">
                  <c:v>2043.8976739819432</c:v>
                </c:pt>
                <c:pt idx="2375">
                  <c:v>2045.9336762281512</c:v>
                </c:pt>
                <c:pt idx="2376">
                  <c:v>2030.823607044023</c:v>
                </c:pt>
                <c:pt idx="2377">
                  <c:v>2027.1236978632016</c:v>
                </c:pt>
                <c:pt idx="2378">
                  <c:v>2026.0839389997477</c:v>
                </c:pt>
                <c:pt idx="2379">
                  <c:v>2032.2914173292527</c:v>
                </c:pt>
                <c:pt idx="2380">
                  <c:v>2033.8764978019565</c:v>
                </c:pt>
                <c:pt idx="2381">
                  <c:v>2031.9978238233039</c:v>
                </c:pt>
                <c:pt idx="2382">
                  <c:v>2032.5866604603495</c:v>
                </c:pt>
                <c:pt idx="2383">
                  <c:v>2032.1804718580288</c:v>
                </c:pt>
                <c:pt idx="2384">
                  <c:v>2031.2295766374439</c:v>
                </c:pt>
                <c:pt idx="2385">
                  <c:v>2029.255024863759</c:v>
                </c:pt>
                <c:pt idx="2386">
                  <c:v>2024.8246491427312</c:v>
                </c:pt>
                <c:pt idx="2387">
                  <c:v>2025.5806601493427</c:v>
                </c:pt>
                <c:pt idx="2388">
                  <c:v>2024.9820701807882</c:v>
                </c:pt>
                <c:pt idx="2389">
                  <c:v>2029.9790690979903</c:v>
                </c:pt>
                <c:pt idx="2390">
                  <c:v>2033.1316425645987</c:v>
                </c:pt>
                <c:pt idx="2391">
                  <c:v>2034.5963761477174</c:v>
                </c:pt>
                <c:pt idx="2392">
                  <c:v>2033.2117974201697</c:v>
                </c:pt>
                <c:pt idx="2393">
                  <c:v>2030.8718953222206</c:v>
                </c:pt>
                <c:pt idx="2394">
                  <c:v>2035.4222939367967</c:v>
                </c:pt>
                <c:pt idx="2395">
                  <c:v>2033.6556387805108</c:v>
                </c:pt>
                <c:pt idx="2396">
                  <c:v>2034.3674940929934</c:v>
                </c:pt>
                <c:pt idx="2397">
                  <c:v>2033.313798926441</c:v>
                </c:pt>
                <c:pt idx="2398">
                  <c:v>2030.405117210179</c:v>
                </c:pt>
                <c:pt idx="2399">
                  <c:v>2030.7400841368576</c:v>
                </c:pt>
                <c:pt idx="2400">
                  <c:v>2042.9817107366043</c:v>
                </c:pt>
                <c:pt idx="2401">
                  <c:v>2044.5229056947162</c:v>
                </c:pt>
                <c:pt idx="2402">
                  <c:v>2046.102186273926</c:v>
                </c:pt>
                <c:pt idx="2403">
                  <c:v>2045.6974685092216</c:v>
                </c:pt>
                <c:pt idx="2404">
                  <c:v>2044.5408133788208</c:v>
                </c:pt>
                <c:pt idx="2405">
                  <c:v>2044.1468558368797</c:v>
                </c:pt>
                <c:pt idx="2406">
                  <c:v>2040.6872588589938</c:v>
                </c:pt>
                <c:pt idx="2407">
                  <c:v>2038.3600517399157</c:v>
                </c:pt>
                <c:pt idx="2408">
                  <c:v>2035.7567481721394</c:v>
                </c:pt>
                <c:pt idx="2409">
                  <c:v>2035.9541007131295</c:v>
                </c:pt>
                <c:pt idx="2410">
                  <c:v>2038.6312229904499</c:v>
                </c:pt>
                <c:pt idx="2411">
                  <c:v>2042.8202015682143</c:v>
                </c:pt>
                <c:pt idx="2412">
                  <c:v>2042.4804285668874</c:v>
                </c:pt>
                <c:pt idx="2413">
                  <c:v>2039.1809865121068</c:v>
                </c:pt>
                <c:pt idx="2414">
                  <c:v>2035.7789018448011</c:v>
                </c:pt>
                <c:pt idx="2415">
                  <c:v>2016.2153373179785</c:v>
                </c:pt>
                <c:pt idx="2416">
                  <c:v>2033.9446792576352</c:v>
                </c:pt>
                <c:pt idx="2417">
                  <c:v>2053.0518281596133</c:v>
                </c:pt>
                <c:pt idx="2418">
                  <c:v>2082.0739931829939</c:v>
                </c:pt>
                <c:pt idx="2419">
                  <c:v>2123.4354448691115</c:v>
                </c:pt>
                <c:pt idx="2420">
                  <c:v>2123.7530389817634</c:v>
                </c:pt>
                <c:pt idx="2421">
                  <c:v>2118.5986220601553</c:v>
                </c:pt>
                <c:pt idx="2422">
                  <c:v>2120.1330400136089</c:v>
                </c:pt>
                <c:pt idx="2423">
                  <c:v>2123.9920660947914</c:v>
                </c:pt>
                <c:pt idx="2424">
                  <c:v>2121.7866044208399</c:v>
                </c:pt>
                <c:pt idx="2425">
                  <c:v>2123.9902596381885</c:v>
                </c:pt>
                <c:pt idx="2426">
                  <c:v>2126.0199293286973</c:v>
                </c:pt>
                <c:pt idx="2427">
                  <c:v>2132.675002130205</c:v>
                </c:pt>
                <c:pt idx="2428">
                  <c:v>2235.0283123547911</c:v>
                </c:pt>
                <c:pt idx="2429">
                  <c:v>2236.2963227601581</c:v>
                </c:pt>
                <c:pt idx="2430">
                  <c:v>2242.7030358052402</c:v>
                </c:pt>
                <c:pt idx="2431">
                  <c:v>2242.414853509702</c:v>
                </c:pt>
                <c:pt idx="2432">
                  <c:v>2241.0878183944465</c:v>
                </c:pt>
                <c:pt idx="2433">
                  <c:v>2239.2995045294615</c:v>
                </c:pt>
                <c:pt idx="2434">
                  <c:v>2276.8713156027029</c:v>
                </c:pt>
                <c:pt idx="2435">
                  <c:v>2281.5392799127967</c:v>
                </c:pt>
                <c:pt idx="2436">
                  <c:v>2280.2550957356848</c:v>
                </c:pt>
                <c:pt idx="2437">
                  <c:v>2279.0343914993837</c:v>
                </c:pt>
                <c:pt idx="2438">
                  <c:v>2282.5921296123606</c:v>
                </c:pt>
                <c:pt idx="2439">
                  <c:v>2280.1054166622998</c:v>
                </c:pt>
                <c:pt idx="2440">
                  <c:v>2279.3497552247127</c:v>
                </c:pt>
                <c:pt idx="2441">
                  <c:v>2278.8751978147316</c:v>
                </c:pt>
                <c:pt idx="2442">
                  <c:v>2278.7840365726597</c:v>
                </c:pt>
                <c:pt idx="2443">
                  <c:v>2276.214136747742</c:v>
                </c:pt>
                <c:pt idx="2444">
                  <c:v>2272.4901064822297</c:v>
                </c:pt>
                <c:pt idx="2445">
                  <c:v>2270.837676394251</c:v>
                </c:pt>
                <c:pt idx="2446">
                  <c:v>2268.5345130033998</c:v>
                </c:pt>
                <c:pt idx="2447">
                  <c:v>2270.7528456228838</c:v>
                </c:pt>
                <c:pt idx="2448">
                  <c:v>2272.4560656585359</c:v>
                </c:pt>
                <c:pt idx="2449">
                  <c:v>2272.633173785593</c:v>
                </c:pt>
                <c:pt idx="2450">
                  <c:v>2276.711582883529</c:v>
                </c:pt>
                <c:pt idx="2451">
                  <c:v>2275.1355995770946</c:v>
                </c:pt>
                <c:pt idx="2452">
                  <c:v>2278.5456836866119</c:v>
                </c:pt>
                <c:pt idx="2453">
                  <c:v>2275.6476045157974</c:v>
                </c:pt>
                <c:pt idx="2454">
                  <c:v>2273.5733082386278</c:v>
                </c:pt>
                <c:pt idx="2455">
                  <c:v>2272.0128012177156</c:v>
                </c:pt>
                <c:pt idx="2456">
                  <c:v>2272.4727550911007</c:v>
                </c:pt>
                <c:pt idx="2457">
                  <c:v>2266.3393876915593</c:v>
                </c:pt>
                <c:pt idx="2458">
                  <c:v>2265.0951073625788</c:v>
                </c:pt>
                <c:pt idx="2459">
                  <c:v>2271.6867033203707</c:v>
                </c:pt>
                <c:pt idx="2460">
                  <c:v>2272.1259283998188</c:v>
                </c:pt>
                <c:pt idx="2461">
                  <c:v>2271.4247029599933</c:v>
                </c:pt>
                <c:pt idx="2462">
                  <c:v>2273.4556807087602</c:v>
                </c:pt>
                <c:pt idx="2463">
                  <c:v>2276.6598262470525</c:v>
                </c:pt>
                <c:pt idx="2464">
                  <c:v>2276.5984782761034</c:v>
                </c:pt>
                <c:pt idx="2465">
                  <c:v>2276.1619441453395</c:v>
                </c:pt>
                <c:pt idx="2466">
                  <c:v>2273.4363059694024</c:v>
                </c:pt>
                <c:pt idx="2467">
                  <c:v>2270.528463052025</c:v>
                </c:pt>
                <c:pt idx="2468">
                  <c:v>2272.7814884208169</c:v>
                </c:pt>
                <c:pt idx="2469">
                  <c:v>2272.8160463182635</c:v>
                </c:pt>
                <c:pt idx="2470">
                  <c:v>2268.9665099303911</c:v>
                </c:pt>
                <c:pt idx="2471">
                  <c:v>2275.8132833048744</c:v>
                </c:pt>
                <c:pt idx="2472">
                  <c:v>2279.352634224404</c:v>
                </c:pt>
                <c:pt idx="2473">
                  <c:v>2281.1883291517174</c:v>
                </c:pt>
                <c:pt idx="2474">
                  <c:v>2277.9782541477525</c:v>
                </c:pt>
                <c:pt idx="2475">
                  <c:v>2277.6720264747946</c:v>
                </c:pt>
                <c:pt idx="2476">
                  <c:v>2283.2326250705723</c:v>
                </c:pt>
                <c:pt idx="2477">
                  <c:v>2280.8766874367211</c:v>
                </c:pt>
                <c:pt idx="2478">
                  <c:v>2282.604936022698</c:v>
                </c:pt>
                <c:pt idx="2479">
                  <c:v>2280.8416810083604</c:v>
                </c:pt>
                <c:pt idx="2480">
                  <c:v>2279.8610097297433</c:v>
                </c:pt>
                <c:pt idx="2481">
                  <c:v>2283.191330174403</c:v>
                </c:pt>
                <c:pt idx="2482">
                  <c:v>2283.7513457617347</c:v>
                </c:pt>
                <c:pt idx="2483">
                  <c:v>2286.3033454769911</c:v>
                </c:pt>
                <c:pt idx="2484">
                  <c:v>2286.9004803675521</c:v>
                </c:pt>
                <c:pt idx="2485">
                  <c:v>2284.885593834023</c:v>
                </c:pt>
                <c:pt idx="2486">
                  <c:v>2281.9227765437608</c:v>
                </c:pt>
                <c:pt idx="2487">
                  <c:v>2281.9442753712651</c:v>
                </c:pt>
                <c:pt idx="2488">
                  <c:v>2277.7907775907024</c:v>
                </c:pt>
                <c:pt idx="2489">
                  <c:v>2275.4543837396259</c:v>
                </c:pt>
                <c:pt idx="2490">
                  <c:v>2278.7770515948951</c:v>
                </c:pt>
                <c:pt idx="2491">
                  <c:v>2279.8121826931165</c:v>
                </c:pt>
                <c:pt idx="2492">
                  <c:v>2281.2917957759514</c:v>
                </c:pt>
                <c:pt idx="2493">
                  <c:v>2278.454719961032</c:v>
                </c:pt>
                <c:pt idx="2494">
                  <c:v>2278.0237786812736</c:v>
                </c:pt>
                <c:pt idx="2495">
                  <c:v>2275.5405102340628</c:v>
                </c:pt>
                <c:pt idx="2496">
                  <c:v>2275.7172434248387</c:v>
                </c:pt>
                <c:pt idx="2497">
                  <c:v>2272.9483358494108</c:v>
                </c:pt>
                <c:pt idx="2498">
                  <c:v>2292.6145920404974</c:v>
                </c:pt>
                <c:pt idx="2499">
                  <c:v>2303.1870560730413</c:v>
                </c:pt>
                <c:pt idx="2500">
                  <c:v>2308.3850623811018</c:v>
                </c:pt>
                <c:pt idx="2501">
                  <c:v>2303.606168101308</c:v>
                </c:pt>
                <c:pt idx="2502">
                  <c:v>2301.7004940606766</c:v>
                </c:pt>
                <c:pt idx="2503">
                  <c:v>2297.6971332209105</c:v>
                </c:pt>
                <c:pt idx="2504">
                  <c:v>2300.9666005305849</c:v>
                </c:pt>
                <c:pt idx="2505">
                  <c:v>2298.7646380494484</c:v>
                </c:pt>
                <c:pt idx="2506">
                  <c:v>2300.0131250202126</c:v>
                </c:pt>
                <c:pt idx="2507">
                  <c:v>2297.4294094299294</c:v>
                </c:pt>
                <c:pt idx="2508">
                  <c:v>2296.5860917734644</c:v>
                </c:pt>
                <c:pt idx="2509">
                  <c:v>2294.4479493690205</c:v>
                </c:pt>
                <c:pt idx="2510">
                  <c:v>2302.0847955653594</c:v>
                </c:pt>
                <c:pt idx="2511">
                  <c:v>2303.2935630436123</c:v>
                </c:pt>
                <c:pt idx="2512">
                  <c:v>2305.1000818335465</c:v>
                </c:pt>
                <c:pt idx="2513">
                  <c:v>2305.6327463853127</c:v>
                </c:pt>
                <c:pt idx="2514">
                  <c:v>2306.618578368445</c:v>
                </c:pt>
                <c:pt idx="2515">
                  <c:v>2305.4948266954698</c:v>
                </c:pt>
                <c:pt idx="2516">
                  <c:v>2301.3359339432204</c:v>
                </c:pt>
                <c:pt idx="2517">
                  <c:v>2298.3839092071876</c:v>
                </c:pt>
                <c:pt idx="2518">
                  <c:v>2301.3364409632768</c:v>
                </c:pt>
                <c:pt idx="2519">
                  <c:v>2316.089389567735</c:v>
                </c:pt>
                <c:pt idx="2520">
                  <c:v>2325.7973770042145</c:v>
                </c:pt>
                <c:pt idx="2521">
                  <c:v>2365.4338393377507</c:v>
                </c:pt>
                <c:pt idx="2522">
                  <c:v>2386.0474576704141</c:v>
                </c:pt>
                <c:pt idx="2523">
                  <c:v>2385.5775875916415</c:v>
                </c:pt>
                <c:pt idx="2524">
                  <c:v>2373.1307376806076</c:v>
                </c:pt>
                <c:pt idx="2525">
                  <c:v>2375.9862587786592</c:v>
                </c:pt>
                <c:pt idx="2526">
                  <c:v>2415.2827628301116</c:v>
                </c:pt>
                <c:pt idx="2527">
                  <c:v>2416.6819784735167</c:v>
                </c:pt>
                <c:pt idx="2528">
                  <c:v>2419.3282308391535</c:v>
                </c:pt>
                <c:pt idx="2529">
                  <c:v>2420.0702901196037</c:v>
                </c:pt>
                <c:pt idx="2530">
                  <c:v>2426.5600787423728</c:v>
                </c:pt>
                <c:pt idx="2531">
                  <c:v>2425.1119936461032</c:v>
                </c:pt>
                <c:pt idx="2532">
                  <c:v>2438.4738550214265</c:v>
                </c:pt>
                <c:pt idx="2533">
                  <c:v>2436.897173252115</c:v>
                </c:pt>
                <c:pt idx="2534">
                  <c:v>2442.7293033371038</c:v>
                </c:pt>
                <c:pt idx="2535">
                  <c:v>2445.4914441526003</c:v>
                </c:pt>
                <c:pt idx="2536">
                  <c:v>2447.1195730253316</c:v>
                </c:pt>
                <c:pt idx="2537">
                  <c:v>2450.1584824190186</c:v>
                </c:pt>
                <c:pt idx="2538">
                  <c:v>2455.0000047996709</c:v>
                </c:pt>
                <c:pt idx="2539">
                  <c:v>2444.9067340772167</c:v>
                </c:pt>
                <c:pt idx="2540">
                  <c:v>2445.7155558123977</c:v>
                </c:pt>
                <c:pt idx="2541">
                  <c:v>2456.8222402818774</c:v>
                </c:pt>
                <c:pt idx="2542">
                  <c:v>2454.3980819550816</c:v>
                </c:pt>
                <c:pt idx="2543">
                  <c:v>2458.6425284860893</c:v>
                </c:pt>
                <c:pt idx="2544">
                  <c:v>2482.2379723883219</c:v>
                </c:pt>
                <c:pt idx="2545">
                  <c:v>2479.7121285192361</c:v>
                </c:pt>
                <c:pt idx="2546">
                  <c:v>2485.398600170437</c:v>
                </c:pt>
                <c:pt idx="2547">
                  <c:v>2478.3980691515558</c:v>
                </c:pt>
                <c:pt idx="2548">
                  <c:v>2488.8359392936595</c:v>
                </c:pt>
                <c:pt idx="2549">
                  <c:v>2494.9718529409397</c:v>
                </c:pt>
                <c:pt idx="2550">
                  <c:v>2495.5661851198442</c:v>
                </c:pt>
                <c:pt idx="2551">
                  <c:v>2488.6676603546734</c:v>
                </c:pt>
                <c:pt idx="2552">
                  <c:v>2493.4152070412861</c:v>
                </c:pt>
                <c:pt idx="2553">
                  <c:v>2498.466129849036</c:v>
                </c:pt>
                <c:pt idx="2554">
                  <c:v>2503.0040543911286</c:v>
                </c:pt>
                <c:pt idx="2555">
                  <c:v>2501.7555327223399</c:v>
                </c:pt>
                <c:pt idx="2556">
                  <c:v>2495.5764152971674</c:v>
                </c:pt>
                <c:pt idx="2557">
                  <c:v>2497.0834346938182</c:v>
                </c:pt>
                <c:pt idx="2558">
                  <c:v>2509.1793631014039</c:v>
                </c:pt>
                <c:pt idx="2559">
                  <c:v>2511.5919745566625</c:v>
                </c:pt>
                <c:pt idx="2560">
                  <c:v>2503.7076877712248</c:v>
                </c:pt>
                <c:pt idx="2561">
                  <c:v>2503.7081728068988</c:v>
                </c:pt>
                <c:pt idx="2562">
                  <c:v>2510.3774772653092</c:v>
                </c:pt>
                <c:pt idx="2563">
                  <c:v>2512.6455144794759</c:v>
                </c:pt>
                <c:pt idx="2564">
                  <c:v>2510.1705881070693</c:v>
                </c:pt>
                <c:pt idx="2565">
                  <c:v>2516.87070101062</c:v>
                </c:pt>
                <c:pt idx="2566">
                  <c:v>2518.8415775773628</c:v>
                </c:pt>
                <c:pt idx="2567">
                  <c:v>2510.8848605756098</c:v>
                </c:pt>
                <c:pt idx="2568">
                  <c:v>2514.2366730613412</c:v>
                </c:pt>
                <c:pt idx="2569">
                  <c:v>2511.6281938417633</c:v>
                </c:pt>
                <c:pt idx="2570">
                  <c:v>2508.4504723776827</c:v>
                </c:pt>
                <c:pt idx="2571">
                  <c:v>2504.1884137828929</c:v>
                </c:pt>
                <c:pt idx="2572">
                  <c:v>2511.4671113393151</c:v>
                </c:pt>
                <c:pt idx="2573">
                  <c:v>2502.3626114914773</c:v>
                </c:pt>
                <c:pt idx="2574">
                  <c:v>2503.4522227332745</c:v>
                </c:pt>
                <c:pt idx="2575">
                  <c:v>2499.1644921539255</c:v>
                </c:pt>
                <c:pt idx="2576">
                  <c:v>2495.2916674928597</c:v>
                </c:pt>
                <c:pt idx="2577">
                  <c:v>2494.2893374665132</c:v>
                </c:pt>
                <c:pt idx="2578">
                  <c:v>2488.8136383298647</c:v>
                </c:pt>
                <c:pt idx="2579">
                  <c:v>2485.6123129949997</c:v>
                </c:pt>
                <c:pt idx="2580">
                  <c:v>2482.8552005145075</c:v>
                </c:pt>
                <c:pt idx="2581">
                  <c:v>2485.5471374650365</c:v>
                </c:pt>
                <c:pt idx="2582">
                  <c:v>2491.2720125133706</c:v>
                </c:pt>
                <c:pt idx="2583">
                  <c:v>2489.4819258566836</c:v>
                </c:pt>
                <c:pt idx="2584">
                  <c:v>2493.9598603133277</c:v>
                </c:pt>
                <c:pt idx="2585">
                  <c:v>2492.6560672547657</c:v>
                </c:pt>
                <c:pt idx="2586">
                  <c:v>2490.7560542245956</c:v>
                </c:pt>
                <c:pt idx="2587">
                  <c:v>2495.9663161286699</c:v>
                </c:pt>
                <c:pt idx="2588">
                  <c:v>2500.0704622317007</c:v>
                </c:pt>
                <c:pt idx="2589">
                  <c:v>2500.7339076201165</c:v>
                </c:pt>
                <c:pt idx="2590">
                  <c:v>2502.2030682845407</c:v>
                </c:pt>
                <c:pt idx="2591">
                  <c:v>2500.6031361155265</c:v>
                </c:pt>
                <c:pt idx="2592">
                  <c:v>2497.1080141912903</c:v>
                </c:pt>
                <c:pt idx="2593">
                  <c:v>2496.1460210629602</c:v>
                </c:pt>
                <c:pt idx="2594">
                  <c:v>2492.5611923061215</c:v>
                </c:pt>
                <c:pt idx="2595">
                  <c:v>2489.5616997694715</c:v>
                </c:pt>
                <c:pt idx="2596">
                  <c:v>2487.819665057772</c:v>
                </c:pt>
                <c:pt idx="2597">
                  <c:v>2487.7010657708547</c:v>
                </c:pt>
                <c:pt idx="2598">
                  <c:v>2489.4655350454095</c:v>
                </c:pt>
                <c:pt idx="2599">
                  <c:v>2487.0197061229087</c:v>
                </c:pt>
                <c:pt idx="2600">
                  <c:v>2483.1821255589862</c:v>
                </c:pt>
                <c:pt idx="2601">
                  <c:v>2484.8685936000174</c:v>
                </c:pt>
                <c:pt idx="2602">
                  <c:v>2485.7901006538978</c:v>
                </c:pt>
                <c:pt idx="2603">
                  <c:v>2484.8600711094591</c:v>
                </c:pt>
                <c:pt idx="2604">
                  <c:v>2483.9228068806383</c:v>
                </c:pt>
                <c:pt idx="2605">
                  <c:v>2483.9340664934712</c:v>
                </c:pt>
                <c:pt idx="2606">
                  <c:v>2485.4667993498024</c:v>
                </c:pt>
                <c:pt idx="2607">
                  <c:v>2482.6880228682758</c:v>
                </c:pt>
                <c:pt idx="2608">
                  <c:v>2483.0861501478448</c:v>
                </c:pt>
                <c:pt idx="2609">
                  <c:v>2482.5020586135083</c:v>
                </c:pt>
                <c:pt idx="2610">
                  <c:v>2476.0838298584849</c:v>
                </c:pt>
                <c:pt idx="2611">
                  <c:v>2483.9055552067703</c:v>
                </c:pt>
                <c:pt idx="2612">
                  <c:v>2488.2206147492143</c:v>
                </c:pt>
                <c:pt idx="2613">
                  <c:v>2485.6200561797227</c:v>
                </c:pt>
                <c:pt idx="2614">
                  <c:v>2483.0422785954211</c:v>
                </c:pt>
                <c:pt idx="2615">
                  <c:v>2476.3963295828271</c:v>
                </c:pt>
                <c:pt idx="2616">
                  <c:v>2478.478654605145</c:v>
                </c:pt>
                <c:pt idx="2617">
                  <c:v>2463.8024427889104</c:v>
                </c:pt>
                <c:pt idx="2618">
                  <c:v>2460.8962350775291</c:v>
                </c:pt>
                <c:pt idx="2619">
                  <c:v>2465.5638749971572</c:v>
                </c:pt>
                <c:pt idx="2620">
                  <c:v>2522.2092625014016</c:v>
                </c:pt>
                <c:pt idx="2621">
                  <c:v>2569.6884689298458</c:v>
                </c:pt>
                <c:pt idx="2622">
                  <c:v>2574.5610384938968</c:v>
                </c:pt>
                <c:pt idx="2623">
                  <c:v>2572.8173279840057</c:v>
                </c:pt>
                <c:pt idx="2624">
                  <c:v>2577.4494632180586</c:v>
                </c:pt>
                <c:pt idx="2625">
                  <c:v>2576.5648507481305</c:v>
                </c:pt>
                <c:pt idx="2626">
                  <c:v>2578.1629066377955</c:v>
                </c:pt>
                <c:pt idx="2627">
                  <c:v>2576.3804917631314</c:v>
                </c:pt>
                <c:pt idx="2628">
                  <c:v>2579.8674676280525</c:v>
                </c:pt>
                <c:pt idx="2629">
                  <c:v>2578.5419782499853</c:v>
                </c:pt>
                <c:pt idx="2630">
                  <c:v>2580.813021206035</c:v>
                </c:pt>
                <c:pt idx="2631">
                  <c:v>2578.6952873367727</c:v>
                </c:pt>
                <c:pt idx="2632">
                  <c:v>2576.5895659652597</c:v>
                </c:pt>
                <c:pt idx="2633">
                  <c:v>2578.1819710211566</c:v>
                </c:pt>
                <c:pt idx="2634">
                  <c:v>2585.1597303764142</c:v>
                </c:pt>
                <c:pt idx="2635">
                  <c:v>2579.2134634336903</c:v>
                </c:pt>
                <c:pt idx="2636">
                  <c:v>2594.2769767008058</c:v>
                </c:pt>
                <c:pt idx="2637">
                  <c:v>2599.1271926491627</c:v>
                </c:pt>
                <c:pt idx="2638">
                  <c:v>2598.954533083504</c:v>
                </c:pt>
                <c:pt idx="2639">
                  <c:v>2595.3412968223201</c:v>
                </c:pt>
                <c:pt idx="2640">
                  <c:v>2595.9563354541215</c:v>
                </c:pt>
                <c:pt idx="2641">
                  <c:v>2590.07798638754</c:v>
                </c:pt>
                <c:pt idx="2642">
                  <c:v>2590.9433300990568</c:v>
                </c:pt>
                <c:pt idx="2643">
                  <c:v>2580.9509563676561</c:v>
                </c:pt>
                <c:pt idx="2644">
                  <c:v>2575.5449767128534</c:v>
                </c:pt>
                <c:pt idx="2645">
                  <c:v>2578.8130561504468</c:v>
                </c:pt>
                <c:pt idx="2646">
                  <c:v>2577.132227391538</c:v>
                </c:pt>
                <c:pt idx="2647">
                  <c:v>2575.223066061038</c:v>
                </c:pt>
                <c:pt idx="2648">
                  <c:v>2575.6164857793647</c:v>
                </c:pt>
                <c:pt idx="2649">
                  <c:v>2575.8433787370723</c:v>
                </c:pt>
                <c:pt idx="2650">
                  <c:v>2579.8536950460239</c:v>
                </c:pt>
                <c:pt idx="2651">
                  <c:v>2577.5652696445482</c:v>
                </c:pt>
                <c:pt idx="2652">
                  <c:v>2575.9186640265589</c:v>
                </c:pt>
                <c:pt idx="2653">
                  <c:v>2571.4048526351726</c:v>
                </c:pt>
                <c:pt idx="2654">
                  <c:v>2581.7666199312998</c:v>
                </c:pt>
                <c:pt idx="2655">
                  <c:v>2614.3779095633736</c:v>
                </c:pt>
                <c:pt idx="2656">
                  <c:v>2613.9637994606874</c:v>
                </c:pt>
                <c:pt idx="2657">
                  <c:v>2601.6155950672369</c:v>
                </c:pt>
                <c:pt idx="2658">
                  <c:v>2595.6175903352896</c:v>
                </c:pt>
                <c:pt idx="2659">
                  <c:v>2588.7373102605629</c:v>
                </c:pt>
                <c:pt idx="2660">
                  <c:v>2588.2482788463308</c:v>
                </c:pt>
                <c:pt idx="2661">
                  <c:v>2575.664063754054</c:v>
                </c:pt>
                <c:pt idx="2662">
                  <c:v>2594.7970479000642</c:v>
                </c:pt>
                <c:pt idx="2663">
                  <c:v>2613.5483634540337</c:v>
                </c:pt>
                <c:pt idx="2664">
                  <c:v>2501.067511918965</c:v>
                </c:pt>
                <c:pt idx="2665">
                  <c:v>2459.8384422307449</c:v>
                </c:pt>
                <c:pt idx="2666">
                  <c:v>2473.8263198607947</c:v>
                </c:pt>
                <c:pt idx="2667">
                  <c:v>2464.9270758878788</c:v>
                </c:pt>
                <c:pt idx="2668">
                  <c:v>2462.288876619325</c:v>
                </c:pt>
                <c:pt idx="2669">
                  <c:v>2469.1955038172387</c:v>
                </c:pt>
                <c:pt idx="2670">
                  <c:v>2475.3434829597632</c:v>
                </c:pt>
                <c:pt idx="2671">
                  <c:v>2478.0044022430161</c:v>
                </c:pt>
                <c:pt idx="2672">
                  <c:v>2477.2402612239707</c:v>
                </c:pt>
                <c:pt idx="2673">
                  <c:v>2477.8454448361294</c:v>
                </c:pt>
                <c:pt idx="2674">
                  <c:v>2481.8444001022767</c:v>
                </c:pt>
                <c:pt idx="2675">
                  <c:v>2485.3947749071108</c:v>
                </c:pt>
                <c:pt idx="2676">
                  <c:v>2489.2292353844787</c:v>
                </c:pt>
                <c:pt idx="2677">
                  <c:v>2489.5560356947012</c:v>
                </c:pt>
                <c:pt idx="2678">
                  <c:v>2490.1916003919046</c:v>
                </c:pt>
                <c:pt idx="2679">
                  <c:v>2491.1645701234602</c:v>
                </c:pt>
                <c:pt idx="2680">
                  <c:v>2476.1075275321023</c:v>
                </c:pt>
                <c:pt idx="2681">
                  <c:v>2472.320777776441</c:v>
                </c:pt>
                <c:pt idx="2682">
                  <c:v>2480.7740946839922</c:v>
                </c:pt>
                <c:pt idx="2683">
                  <c:v>2476.2459285241571</c:v>
                </c:pt>
                <c:pt idx="2684">
                  <c:v>2470.3241251577397</c:v>
                </c:pt>
                <c:pt idx="2685">
                  <c:v>2465.8277686741458</c:v>
                </c:pt>
                <c:pt idx="2686">
                  <c:v>2461.6298596316033</c:v>
                </c:pt>
                <c:pt idx="2687">
                  <c:v>2524.979643973636</c:v>
                </c:pt>
                <c:pt idx="2688">
                  <c:v>2524.9595161471921</c:v>
                </c:pt>
                <c:pt idx="2689">
                  <c:v>2529.225856176291</c:v>
                </c:pt>
                <c:pt idx="2690">
                  <c:v>2526.9967973345101</c:v>
                </c:pt>
                <c:pt idx="2691">
                  <c:v>2522.9637905242248</c:v>
                </c:pt>
                <c:pt idx="2692">
                  <c:v>2521.7910111527394</c:v>
                </c:pt>
                <c:pt idx="2693">
                  <c:v>2516.797321896338</c:v>
                </c:pt>
                <c:pt idx="2694">
                  <c:v>2513.0273802626766</c:v>
                </c:pt>
                <c:pt idx="2695">
                  <c:v>2509.703706140665</c:v>
                </c:pt>
                <c:pt idx="2696">
                  <c:v>2520.0205173621225</c:v>
                </c:pt>
                <c:pt idx="2697">
                  <c:v>2496.9008007308371</c:v>
                </c:pt>
                <c:pt idx="2698">
                  <c:v>2494.3631386416159</c:v>
                </c:pt>
                <c:pt idx="2699">
                  <c:v>2485.0108625637154</c:v>
                </c:pt>
                <c:pt idx="2700">
                  <c:v>2490.669645061671</c:v>
                </c:pt>
                <c:pt idx="2701">
                  <c:v>2494.2413605797055</c:v>
                </c:pt>
                <c:pt idx="2702">
                  <c:v>2489.4051821560779</c:v>
                </c:pt>
                <c:pt idx="2703">
                  <c:v>2493.2529773403339</c:v>
                </c:pt>
                <c:pt idx="2704">
                  <c:v>2491.8572316619079</c:v>
                </c:pt>
                <c:pt idx="2705">
                  <c:v>2485.9201162595718</c:v>
                </c:pt>
                <c:pt idx="2706">
                  <c:v>2481.7273367918606</c:v>
                </c:pt>
                <c:pt idx="2707">
                  <c:v>2485.9900213277833</c:v>
                </c:pt>
                <c:pt idx="2708">
                  <c:v>2495.0110347867067</c:v>
                </c:pt>
                <c:pt idx="2709">
                  <c:v>2497.7859436436947</c:v>
                </c:pt>
                <c:pt idx="2710">
                  <c:v>2492.8710700729416</c:v>
                </c:pt>
                <c:pt idx="2711">
                  <c:v>2485.7187732821967</c:v>
                </c:pt>
                <c:pt idx="2712">
                  <c:v>2488.8936953640373</c:v>
                </c:pt>
                <c:pt idx="2713">
                  <c:v>2480.5896775607189</c:v>
                </c:pt>
                <c:pt idx="2714">
                  <c:v>2477.0766425765728</c:v>
                </c:pt>
                <c:pt idx="2715">
                  <c:v>2478.7753562606526</c:v>
                </c:pt>
                <c:pt idx="2716">
                  <c:v>2480.2408058933688</c:v>
                </c:pt>
                <c:pt idx="2717">
                  <c:v>2478.331053563988</c:v>
                </c:pt>
                <c:pt idx="2718">
                  <c:v>2475.7584355712966</c:v>
                </c:pt>
                <c:pt idx="2719">
                  <c:v>2488.6486423657825</c:v>
                </c:pt>
                <c:pt idx="2720">
                  <c:v>2485.1076000657872</c:v>
                </c:pt>
                <c:pt idx="2721">
                  <c:v>2489.4659810892686</c:v>
                </c:pt>
                <c:pt idx="2722">
                  <c:v>2489.3254987883088</c:v>
                </c:pt>
                <c:pt idx="2723">
                  <c:v>2489.7971484981613</c:v>
                </c:pt>
                <c:pt idx="2724">
                  <c:v>2493.1987505580282</c:v>
                </c:pt>
                <c:pt idx="2725">
                  <c:v>2487.1414066638067</c:v>
                </c:pt>
                <c:pt idx="2726">
                  <c:v>2477.1927451936654</c:v>
                </c:pt>
                <c:pt idx="2727">
                  <c:v>2494.6451676042111</c:v>
                </c:pt>
                <c:pt idx="2728">
                  <c:v>2502.6669757204058</c:v>
                </c:pt>
                <c:pt idx="2729">
                  <c:v>2506.988054376845</c:v>
                </c:pt>
                <c:pt idx="2730">
                  <c:v>2504.2714474825443</c:v>
                </c:pt>
                <c:pt idx="2731">
                  <c:v>2506.2026716723781</c:v>
                </c:pt>
                <c:pt idx="2732">
                  <c:v>2514.8569162574986</c:v>
                </c:pt>
                <c:pt idx="2733">
                  <c:v>2518.1495707511917</c:v>
                </c:pt>
                <c:pt idx="2734">
                  <c:v>2516.2576888667113</c:v>
                </c:pt>
                <c:pt idx="2735">
                  <c:v>2512.1721445297212</c:v>
                </c:pt>
                <c:pt idx="2736">
                  <c:v>2511.4018373053377</c:v>
                </c:pt>
                <c:pt idx="2737">
                  <c:v>2509.547171843818</c:v>
                </c:pt>
                <c:pt idx="2738">
                  <c:v>2508.9925386735531</c:v>
                </c:pt>
                <c:pt idx="2739">
                  <c:v>2510.0225605774044</c:v>
                </c:pt>
                <c:pt idx="2740">
                  <c:v>2503.7283340903482</c:v>
                </c:pt>
                <c:pt idx="2741">
                  <c:v>2502.6184305296165</c:v>
                </c:pt>
                <c:pt idx="2742">
                  <c:v>2498.7400521863665</c:v>
                </c:pt>
                <c:pt idx="2743">
                  <c:v>2508.2918148280037</c:v>
                </c:pt>
                <c:pt idx="2744">
                  <c:v>2502.8059927196546</c:v>
                </c:pt>
                <c:pt idx="2745">
                  <c:v>2502.5296438615019</c:v>
                </c:pt>
                <c:pt idx="2746">
                  <c:v>2490.9189246770302</c:v>
                </c:pt>
                <c:pt idx="2747">
                  <c:v>2539.2024835246502</c:v>
                </c:pt>
                <c:pt idx="2748">
                  <c:v>2538.0742873863196</c:v>
                </c:pt>
                <c:pt idx="2749">
                  <c:v>2529.8047262497134</c:v>
                </c:pt>
                <c:pt idx="2750">
                  <c:v>2528.2311585517464</c:v>
                </c:pt>
                <c:pt idx="2751">
                  <c:v>2538.2381284693952</c:v>
                </c:pt>
                <c:pt idx="2752">
                  <c:v>2531.942939779774</c:v>
                </c:pt>
                <c:pt idx="2753">
                  <c:v>2527.2368097234585</c:v>
                </c:pt>
                <c:pt idx="2754">
                  <c:v>2535.5580714531675</c:v>
                </c:pt>
                <c:pt idx="2755">
                  <c:v>2550.9270168577355</c:v>
                </c:pt>
                <c:pt idx="2756">
                  <c:v>2550.4874491246228</c:v>
                </c:pt>
                <c:pt idx="2757">
                  <c:v>2552.3519138497877</c:v>
                </c:pt>
                <c:pt idx="2758">
                  <c:v>2553.1477911108595</c:v>
                </c:pt>
                <c:pt idx="2759">
                  <c:v>2555.4802170203775</c:v>
                </c:pt>
                <c:pt idx="2760">
                  <c:v>2564.2324338112121</c:v>
                </c:pt>
                <c:pt idx="2761">
                  <c:v>2568.0856284699958</c:v>
                </c:pt>
                <c:pt idx="2762">
                  <c:v>2571.2373524596032</c:v>
                </c:pt>
                <c:pt idx="2763">
                  <c:v>2575.1797176899577</c:v>
                </c:pt>
                <c:pt idx="2764">
                  <c:v>2582.8507673867789</c:v>
                </c:pt>
                <c:pt idx="2765">
                  <c:v>2571.1162085884143</c:v>
                </c:pt>
                <c:pt idx="2766">
                  <c:v>2604.1777167060468</c:v>
                </c:pt>
                <c:pt idx="2767">
                  <c:v>2593.7707099607314</c:v>
                </c:pt>
                <c:pt idx="2768">
                  <c:v>2539.6860319259945</c:v>
                </c:pt>
                <c:pt idx="2769">
                  <c:v>2562.9549943500119</c:v>
                </c:pt>
                <c:pt idx="2770">
                  <c:v>2567.456695512185</c:v>
                </c:pt>
                <c:pt idx="2771">
                  <c:v>2577.7028228014719</c:v>
                </c:pt>
                <c:pt idx="2772">
                  <c:v>2576.2855949221253</c:v>
                </c:pt>
                <c:pt idx="2773">
                  <c:v>2577.2157078354348</c:v>
                </c:pt>
                <c:pt idx="2774">
                  <c:v>2564.5861464270397</c:v>
                </c:pt>
                <c:pt idx="2775">
                  <c:v>2572.7245814224398</c:v>
                </c:pt>
                <c:pt idx="2776">
                  <c:v>2581.9974837008781</c:v>
                </c:pt>
                <c:pt idx="2777">
                  <c:v>2579.6367767109791</c:v>
                </c:pt>
                <c:pt idx="2778">
                  <c:v>2576.0930919460334</c:v>
                </c:pt>
                <c:pt idx="2779">
                  <c:v>2583.9706082895377</c:v>
                </c:pt>
                <c:pt idx="2780">
                  <c:v>2580.0956696076914</c:v>
                </c:pt>
                <c:pt idx="2781">
                  <c:v>2581.7984279112447</c:v>
                </c:pt>
                <c:pt idx="2782">
                  <c:v>2574.5202199977894</c:v>
                </c:pt>
                <c:pt idx="2783">
                  <c:v>2563.4955896775978</c:v>
                </c:pt>
                <c:pt idx="2784">
                  <c:v>2559.6562621579246</c:v>
                </c:pt>
                <c:pt idx="2785">
                  <c:v>2560.0441175923861</c:v>
                </c:pt>
                <c:pt idx="2786">
                  <c:v>2514.7700160476606</c:v>
                </c:pt>
                <c:pt idx="2787">
                  <c:v>2512.3658195497178</c:v>
                </c:pt>
                <c:pt idx="2788">
                  <c:v>2516.2616867509455</c:v>
                </c:pt>
                <c:pt idx="2789">
                  <c:v>2530.3484621195853</c:v>
                </c:pt>
                <c:pt idx="2790">
                  <c:v>2536.7833380085522</c:v>
                </c:pt>
                <c:pt idx="2791">
                  <c:v>2537.0951430795203</c:v>
                </c:pt>
                <c:pt idx="2792">
                  <c:v>2538.5725686100191</c:v>
                </c:pt>
                <c:pt idx="2793">
                  <c:v>2540.8772488395707</c:v>
                </c:pt>
                <c:pt idx="2794">
                  <c:v>2550.6693429252996</c:v>
                </c:pt>
                <c:pt idx="2795">
                  <c:v>2553.4677829965435</c:v>
                </c:pt>
                <c:pt idx="2796">
                  <c:v>2555.2556381398167</c:v>
                </c:pt>
                <c:pt idx="2797">
                  <c:v>2555.1196505050461</c:v>
                </c:pt>
                <c:pt idx="2798">
                  <c:v>2549.7260621165678</c:v>
                </c:pt>
                <c:pt idx="2799">
                  <c:v>2551.3279374397994</c:v>
                </c:pt>
                <c:pt idx="2800">
                  <c:v>2556.1653313393017</c:v>
                </c:pt>
                <c:pt idx="2801">
                  <c:v>2566.5615411538784</c:v>
                </c:pt>
                <c:pt idx="2802">
                  <c:v>2562.9895359830302</c:v>
                </c:pt>
                <c:pt idx="2803">
                  <c:v>2561.6940277903864</c:v>
                </c:pt>
                <c:pt idx="2804">
                  <c:v>2558.6418034149842</c:v>
                </c:pt>
                <c:pt idx="2805">
                  <c:v>2554.0548741260677</c:v>
                </c:pt>
                <c:pt idx="2806">
                  <c:v>2550.5974101009424</c:v>
                </c:pt>
                <c:pt idx="2807">
                  <c:v>2539.4138204470019</c:v>
                </c:pt>
                <c:pt idx="2808">
                  <c:v>2542.2062099341024</c:v>
                </c:pt>
                <c:pt idx="2809">
                  <c:v>2542.1290190094737</c:v>
                </c:pt>
                <c:pt idx="2810">
                  <c:v>2548.7819493881102</c:v>
                </c:pt>
                <c:pt idx="2811">
                  <c:v>2556.81466062562</c:v>
                </c:pt>
                <c:pt idx="2812">
                  <c:v>2534.9444968795087</c:v>
                </c:pt>
                <c:pt idx="2813">
                  <c:v>2537.3724884958174</c:v>
                </c:pt>
                <c:pt idx="2814">
                  <c:v>2541.8607191996139</c:v>
                </c:pt>
                <c:pt idx="2815">
                  <c:v>2541.2386156169532</c:v>
                </c:pt>
                <c:pt idx="2816">
                  <c:v>2540.5468713861706</c:v>
                </c:pt>
                <c:pt idx="2817">
                  <c:v>2534.0003838297666</c:v>
                </c:pt>
                <c:pt idx="2818">
                  <c:v>2535.1821718098713</c:v>
                </c:pt>
                <c:pt idx="2819">
                  <c:v>2534.7612369817316</c:v>
                </c:pt>
                <c:pt idx="2820">
                  <c:v>2535.2904767908262</c:v>
                </c:pt>
                <c:pt idx="2821">
                  <c:v>2534.6811534214557</c:v>
                </c:pt>
                <c:pt idx="2822">
                  <c:v>2543.4775809085386</c:v>
                </c:pt>
                <c:pt idx="2823">
                  <c:v>2549.3330390768228</c:v>
                </c:pt>
                <c:pt idx="2824">
                  <c:v>2555.1616651448662</c:v>
                </c:pt>
                <c:pt idx="2825">
                  <c:v>2550.0317671531625</c:v>
                </c:pt>
                <c:pt idx="2826">
                  <c:v>2559.8417247982406</c:v>
                </c:pt>
                <c:pt idx="2827">
                  <c:v>2554.457403234861</c:v>
                </c:pt>
                <c:pt idx="2828">
                  <c:v>2547.9548761386982</c:v>
                </c:pt>
                <c:pt idx="2829">
                  <c:v>2565.7777045044854</c:v>
                </c:pt>
                <c:pt idx="2830">
                  <c:v>2558.6033986913576</c:v>
                </c:pt>
                <c:pt idx="2831">
                  <c:v>2557.9395447006527</c:v>
                </c:pt>
                <c:pt idx="2832">
                  <c:v>2572.7141300702265</c:v>
                </c:pt>
                <c:pt idx="2833">
                  <c:v>2577.1770759117421</c:v>
                </c:pt>
                <c:pt idx="2834">
                  <c:v>2583.3019291141418</c:v>
                </c:pt>
                <c:pt idx="2835">
                  <c:v>2582.9066990020851</c:v>
                </c:pt>
                <c:pt idx="2836">
                  <c:v>2584.5155555034007</c:v>
                </c:pt>
                <c:pt idx="2837">
                  <c:v>2583.0744240902141</c:v>
                </c:pt>
                <c:pt idx="2838">
                  <c:v>2565.5772768393344</c:v>
                </c:pt>
                <c:pt idx="2839">
                  <c:v>2562.5228690865483</c:v>
                </c:pt>
                <c:pt idx="2840">
                  <c:v>2564.8472309123499</c:v>
                </c:pt>
                <c:pt idx="2841">
                  <c:v>2587.1396085405017</c:v>
                </c:pt>
                <c:pt idx="2842">
                  <c:v>2583.6728056209836</c:v>
                </c:pt>
                <c:pt idx="2843">
                  <c:v>2594.3655022952985</c:v>
                </c:pt>
                <c:pt idx="2844">
                  <c:v>2589.5425448893147</c:v>
                </c:pt>
                <c:pt idx="2845">
                  <c:v>2594.3000836494225</c:v>
                </c:pt>
                <c:pt idx="2846">
                  <c:v>2595.7563945133898</c:v>
                </c:pt>
                <c:pt idx="2847">
                  <c:v>2597.489064697676</c:v>
                </c:pt>
                <c:pt idx="2848">
                  <c:v>2594.119821240809</c:v>
                </c:pt>
                <c:pt idx="2849">
                  <c:v>2605.3402646006798</c:v>
                </c:pt>
                <c:pt idx="2850">
                  <c:v>2611.2322728664521</c:v>
                </c:pt>
                <c:pt idx="2851">
                  <c:v>2612.827665016976</c:v>
                </c:pt>
                <c:pt idx="2852">
                  <c:v>2611.2766924416765</c:v>
                </c:pt>
                <c:pt idx="2853">
                  <c:v>2614.086978238262</c:v>
                </c:pt>
                <c:pt idx="2854">
                  <c:v>2614.5842464474918</c:v>
                </c:pt>
                <c:pt idx="2855">
                  <c:v>2610.3522241127303</c:v>
                </c:pt>
                <c:pt idx="2856">
                  <c:v>2603.7307828660187</c:v>
                </c:pt>
                <c:pt idx="2857">
                  <c:v>2602.0830815425556</c:v>
                </c:pt>
                <c:pt idx="2858">
                  <c:v>2597.2631072786016</c:v>
                </c:pt>
                <c:pt idx="2859">
                  <c:v>2592.7534842893265</c:v>
                </c:pt>
                <c:pt idx="2860">
                  <c:v>2591.1373261320664</c:v>
                </c:pt>
                <c:pt idx="2861">
                  <c:v>2588.6951468847087</c:v>
                </c:pt>
                <c:pt idx="2862">
                  <c:v>2581.3415467637151</c:v>
                </c:pt>
                <c:pt idx="2863">
                  <c:v>2585.8456536939825</c:v>
                </c:pt>
                <c:pt idx="2864">
                  <c:v>2580.7972234311765</c:v>
                </c:pt>
                <c:pt idx="2865">
                  <c:v>2582.8219622612332</c:v>
                </c:pt>
                <c:pt idx="2866">
                  <c:v>2572.8682064821755</c:v>
                </c:pt>
                <c:pt idx="2867">
                  <c:v>2577.6302713594814</c:v>
                </c:pt>
                <c:pt idx="2868">
                  <c:v>2571.6414030840701</c:v>
                </c:pt>
                <c:pt idx="2869">
                  <c:v>2571.4190348420511</c:v>
                </c:pt>
                <c:pt idx="2870">
                  <c:v>2567.1606977264419</c:v>
                </c:pt>
                <c:pt idx="2871">
                  <c:v>2565.3245496509703</c:v>
                </c:pt>
                <c:pt idx="2872">
                  <c:v>2565.7397972472445</c:v>
                </c:pt>
                <c:pt idx="2873">
                  <c:v>2560.6025125296974</c:v>
                </c:pt>
                <c:pt idx="2874">
                  <c:v>2563.2608662233456</c:v>
                </c:pt>
                <c:pt idx="2875">
                  <c:v>2567.1108424862218</c:v>
                </c:pt>
                <c:pt idx="2876">
                  <c:v>2568.0919992900308</c:v>
                </c:pt>
                <c:pt idx="2877">
                  <c:v>2562.9359729889834</c:v>
                </c:pt>
                <c:pt idx="2878">
                  <c:v>2562.3761133377357</c:v>
                </c:pt>
                <c:pt idx="2879">
                  <c:v>2559.3645567304698</c:v>
                </c:pt>
                <c:pt idx="2880">
                  <c:v>2559.4085824651411</c:v>
                </c:pt>
                <c:pt idx="2881">
                  <c:v>2558.4622816422284</c:v>
                </c:pt>
                <c:pt idx="2882">
                  <c:v>2554.7288843425799</c:v>
                </c:pt>
                <c:pt idx="2883">
                  <c:v>2556.7819841578939</c:v>
                </c:pt>
                <c:pt idx="2884">
                  <c:v>2552.7164952477779</c:v>
                </c:pt>
                <c:pt idx="2885">
                  <c:v>2553.897737182625</c:v>
                </c:pt>
                <c:pt idx="2886">
                  <c:v>2549.3546287198114</c:v>
                </c:pt>
                <c:pt idx="2887">
                  <c:v>2552.6530769269521</c:v>
                </c:pt>
                <c:pt idx="2888">
                  <c:v>2549.4079284246095</c:v>
                </c:pt>
                <c:pt idx="2889">
                  <c:v>2548.5393156311998</c:v>
                </c:pt>
                <c:pt idx="2890">
                  <c:v>2554.9936917128489</c:v>
                </c:pt>
                <c:pt idx="2891">
                  <c:v>2556.5065422865246</c:v>
                </c:pt>
                <c:pt idx="2892">
                  <c:v>2554.9393278086773</c:v>
                </c:pt>
                <c:pt idx="2893">
                  <c:v>2548.287260747577</c:v>
                </c:pt>
                <c:pt idx="2894">
                  <c:v>2545.3075967884365</c:v>
                </c:pt>
                <c:pt idx="2895">
                  <c:v>2552.9135088775442</c:v>
                </c:pt>
                <c:pt idx="2896">
                  <c:v>2549.4290916880532</c:v>
                </c:pt>
                <c:pt idx="2897">
                  <c:v>2544.0715447932084</c:v>
                </c:pt>
                <c:pt idx="2898">
                  <c:v>2545.768274053999</c:v>
                </c:pt>
                <c:pt idx="2899">
                  <c:v>2537.6569408993291</c:v>
                </c:pt>
                <c:pt idx="2900">
                  <c:v>2529.9998169794385</c:v>
                </c:pt>
                <c:pt idx="2901">
                  <c:v>2534.8132227178176</c:v>
                </c:pt>
                <c:pt idx="2902">
                  <c:v>2534.2777210638947</c:v>
                </c:pt>
                <c:pt idx="2903">
                  <c:v>2540.1010249273977</c:v>
                </c:pt>
                <c:pt idx="2904">
                  <c:v>2547.9781101750532</c:v>
                </c:pt>
                <c:pt idx="2905">
                  <c:v>2549.0812970292432</c:v>
                </c:pt>
                <c:pt idx="2906">
                  <c:v>2548.0483626221203</c:v>
                </c:pt>
                <c:pt idx="2907">
                  <c:v>2547.3620205436073</c:v>
                </c:pt>
                <c:pt idx="2908">
                  <c:v>2530.8244249729573</c:v>
                </c:pt>
                <c:pt idx="2909">
                  <c:v>2526.5506395625498</c:v>
                </c:pt>
                <c:pt idx="2910">
                  <c:v>2532.8760765834231</c:v>
                </c:pt>
                <c:pt idx="2911">
                  <c:v>2571.999467910714</c:v>
                </c:pt>
                <c:pt idx="2912">
                  <c:v>2571.118533563968</c:v>
                </c:pt>
                <c:pt idx="2913">
                  <c:v>2570.4962325445758</c:v>
                </c:pt>
                <c:pt idx="2914">
                  <c:v>2563.5924712678352</c:v>
                </c:pt>
                <c:pt idx="2915">
                  <c:v>2553.0665472359865</c:v>
                </c:pt>
                <c:pt idx="2916">
                  <c:v>2556.2823022643975</c:v>
                </c:pt>
                <c:pt idx="2917">
                  <c:v>2557.1575635739446</c:v>
                </c:pt>
                <c:pt idx="2918">
                  <c:v>2559.154886854375</c:v>
                </c:pt>
                <c:pt idx="2919">
                  <c:v>2557.9578229509439</c:v>
                </c:pt>
                <c:pt idx="2920">
                  <c:v>2560.8383387663434</c:v>
                </c:pt>
                <c:pt idx="2921">
                  <c:v>2571.6772818573168</c:v>
                </c:pt>
                <c:pt idx="2922">
                  <c:v>2573.0431685077883</c:v>
                </c:pt>
                <c:pt idx="2923">
                  <c:v>2575.6299336057873</c:v>
                </c:pt>
                <c:pt idx="2924">
                  <c:v>2574.0695986034498</c:v>
                </c:pt>
                <c:pt idx="2925">
                  <c:v>2566.8397910271351</c:v>
                </c:pt>
                <c:pt idx="2926">
                  <c:v>2586.2811820630495</c:v>
                </c:pt>
                <c:pt idx="2927">
                  <c:v>2581.7699574933613</c:v>
                </c:pt>
                <c:pt idx="2928">
                  <c:v>2548.5037145655601</c:v>
                </c:pt>
                <c:pt idx="2929">
                  <c:v>2550.5154081209694</c:v>
                </c:pt>
                <c:pt idx="2930">
                  <c:v>2544.2778183352507</c:v>
                </c:pt>
                <c:pt idx="2931">
                  <c:v>2542.3898298667282</c:v>
                </c:pt>
                <c:pt idx="2932">
                  <c:v>2542.3345008791744</c:v>
                </c:pt>
                <c:pt idx="2933">
                  <c:v>2484.7495302227844</c:v>
                </c:pt>
                <c:pt idx="2934">
                  <c:v>2494.3216419861951</c:v>
                </c:pt>
                <c:pt idx="2935">
                  <c:v>2498.5192406917063</c:v>
                </c:pt>
                <c:pt idx="2936">
                  <c:v>2497.9008946793083</c:v>
                </c:pt>
                <c:pt idx="2937">
                  <c:v>2498.4194350809476</c:v>
                </c:pt>
                <c:pt idx="2938">
                  <c:v>2498.0121841682844</c:v>
                </c:pt>
                <c:pt idx="2939">
                  <c:v>2495.1830947002154</c:v>
                </c:pt>
                <c:pt idx="2940">
                  <c:v>2497.6914252785887</c:v>
                </c:pt>
                <c:pt idx="2941">
                  <c:v>2501.0441259997824</c:v>
                </c:pt>
                <c:pt idx="2942">
                  <c:v>2502.8800225967279</c:v>
                </c:pt>
                <c:pt idx="2943">
                  <c:v>2505.358608942287</c:v>
                </c:pt>
                <c:pt idx="2944">
                  <c:v>2505.8683862291232</c:v>
                </c:pt>
                <c:pt idx="2945">
                  <c:v>2508.3558258799053</c:v>
                </c:pt>
                <c:pt idx="2946">
                  <c:v>2505.9983215656662</c:v>
                </c:pt>
                <c:pt idx="2947">
                  <c:v>2506.0372826066641</c:v>
                </c:pt>
                <c:pt idx="2948">
                  <c:v>2501.5794793859704</c:v>
                </c:pt>
                <c:pt idx="2949">
                  <c:v>2496.8205977793637</c:v>
                </c:pt>
                <c:pt idx="2950">
                  <c:v>2499.4101437491468</c:v>
                </c:pt>
                <c:pt idx="2951">
                  <c:v>2497.6668760742932</c:v>
                </c:pt>
                <c:pt idx="2952">
                  <c:v>2502.6759765170395</c:v>
                </c:pt>
                <c:pt idx="2953">
                  <c:v>2501.0810284500026</c:v>
                </c:pt>
                <c:pt idx="2954">
                  <c:v>2498.7464719129257</c:v>
                </c:pt>
                <c:pt idx="2955">
                  <c:v>2497.0996897467894</c:v>
                </c:pt>
                <c:pt idx="2956">
                  <c:v>2499.1888868487358</c:v>
                </c:pt>
                <c:pt idx="2957">
                  <c:v>2495.9323425694975</c:v>
                </c:pt>
                <c:pt idx="2958">
                  <c:v>2497.1309088494422</c:v>
                </c:pt>
                <c:pt idx="2959">
                  <c:v>2498.865332220159</c:v>
                </c:pt>
                <c:pt idx="2960">
                  <c:v>2499.8841659988902</c:v>
                </c:pt>
                <c:pt idx="2961">
                  <c:v>2502.134445775213</c:v>
                </c:pt>
                <c:pt idx="2962">
                  <c:v>2494.4806992350354</c:v>
                </c:pt>
                <c:pt idx="2963">
                  <c:v>2494.7825764124141</c:v>
                </c:pt>
                <c:pt idx="2964">
                  <c:v>2497.4849636026788</c:v>
                </c:pt>
                <c:pt idx="2965">
                  <c:v>2495.6505563964542</c:v>
                </c:pt>
                <c:pt idx="2966">
                  <c:v>2497.8286299348956</c:v>
                </c:pt>
                <c:pt idx="2967">
                  <c:v>2501.3191060408576</c:v>
                </c:pt>
                <c:pt idx="2968">
                  <c:v>2502.6636127064889</c:v>
                </c:pt>
                <c:pt idx="2969">
                  <c:v>2506.3959102944864</c:v>
                </c:pt>
                <c:pt idx="2970">
                  <c:v>2507.0154866369949</c:v>
                </c:pt>
                <c:pt idx="2971">
                  <c:v>2507.1728664525449</c:v>
                </c:pt>
                <c:pt idx="2972">
                  <c:v>2506.1495094075235</c:v>
                </c:pt>
                <c:pt idx="2973">
                  <c:v>2503.726628312842</c:v>
                </c:pt>
                <c:pt idx="2974">
                  <c:v>2501.4279629889893</c:v>
                </c:pt>
                <c:pt idx="2975">
                  <c:v>2501.7175476668231</c:v>
                </c:pt>
                <c:pt idx="2976">
                  <c:v>2507.0281571597448</c:v>
                </c:pt>
                <c:pt idx="2977">
                  <c:v>2515.1926856236228</c:v>
                </c:pt>
                <c:pt idx="2978">
                  <c:v>2510.2825080267189</c:v>
                </c:pt>
                <c:pt idx="2979">
                  <c:v>2508.9930222846024</c:v>
                </c:pt>
                <c:pt idx="2980">
                  <c:v>2509.728197443882</c:v>
                </c:pt>
                <c:pt idx="2981">
                  <c:v>2502.329117602676</c:v>
                </c:pt>
                <c:pt idx="2982">
                  <c:v>2500.4621213747005</c:v>
                </c:pt>
                <c:pt idx="2983">
                  <c:v>2501.3324765913198</c:v>
                </c:pt>
                <c:pt idx="2984">
                  <c:v>2497.3146769445252</c:v>
                </c:pt>
                <c:pt idx="2985">
                  <c:v>2496.7552741881932</c:v>
                </c:pt>
                <c:pt idx="2986">
                  <c:v>2503.80071121334</c:v>
                </c:pt>
                <c:pt idx="2987">
                  <c:v>2507.7401242495043</c:v>
                </c:pt>
                <c:pt idx="2988">
                  <c:v>2509.8281663612979</c:v>
                </c:pt>
                <c:pt idx="2989">
                  <c:v>2502.8801135514518</c:v>
                </c:pt>
                <c:pt idx="2990">
                  <c:v>2513.6733132129375</c:v>
                </c:pt>
                <c:pt idx="2991">
                  <c:v>2508.589336241474</c:v>
                </c:pt>
                <c:pt idx="2992">
                  <c:v>2507.9876659028532</c:v>
                </c:pt>
                <c:pt idx="2993">
                  <c:v>2516.7651551558411</c:v>
                </c:pt>
                <c:pt idx="2994">
                  <c:v>2515.5212822886733</c:v>
                </c:pt>
                <c:pt idx="2995">
                  <c:v>2513.6493586361262</c:v>
                </c:pt>
                <c:pt idx="2996">
                  <c:v>2512.7778559732624</c:v>
                </c:pt>
                <c:pt idx="2997">
                  <c:v>2513.094674357787</c:v>
                </c:pt>
                <c:pt idx="2998">
                  <c:v>2510.1595830349074</c:v>
                </c:pt>
                <c:pt idx="2999">
                  <c:v>2507.6244897959182</c:v>
                </c:pt>
                <c:pt idx="3000">
                  <c:v>2507.8647842957203</c:v>
                </c:pt>
                <c:pt idx="3001">
                  <c:v>2499.5645906563268</c:v>
                </c:pt>
                <c:pt idx="3002">
                  <c:v>2489.5288133611057</c:v>
                </c:pt>
                <c:pt idx="3003">
                  <c:v>2488.92706495006</c:v>
                </c:pt>
                <c:pt idx="3004">
                  <c:v>2491.6934257029829</c:v>
                </c:pt>
                <c:pt idx="3005">
                  <c:v>2501.9540567973122</c:v>
                </c:pt>
                <c:pt idx="3006">
                  <c:v>2506.0616207866728</c:v>
                </c:pt>
                <c:pt idx="3007">
                  <c:v>2508.8483897587248</c:v>
                </c:pt>
                <c:pt idx="3008">
                  <c:v>2499.6703012581074</c:v>
                </c:pt>
                <c:pt idx="3009">
                  <c:v>2494.0954950566547</c:v>
                </c:pt>
                <c:pt idx="3010">
                  <c:v>2489.2299788025753</c:v>
                </c:pt>
                <c:pt idx="3011">
                  <c:v>2503.0321888264684</c:v>
                </c:pt>
                <c:pt idx="3012">
                  <c:v>2513.7240628038658</c:v>
                </c:pt>
                <c:pt idx="3013">
                  <c:v>2510.1725679822202</c:v>
                </c:pt>
                <c:pt idx="3014">
                  <c:v>2517.7713499829474</c:v>
                </c:pt>
                <c:pt idx="3015">
                  <c:v>2541.0373911725269</c:v>
                </c:pt>
                <c:pt idx="3016">
                  <c:v>2540.4669747894354</c:v>
                </c:pt>
                <c:pt idx="3017">
                  <c:v>2542.3983753766847</c:v>
                </c:pt>
                <c:pt idx="3018">
                  <c:v>2542.6454970721074</c:v>
                </c:pt>
                <c:pt idx="3019">
                  <c:v>2538.2318637590133</c:v>
                </c:pt>
                <c:pt idx="3020">
                  <c:v>2540.6334978442214</c:v>
                </c:pt>
                <c:pt idx="3021">
                  <c:v>2546.0596612932786</c:v>
                </c:pt>
                <c:pt idx="3022">
                  <c:v>2548.4273660122749</c:v>
                </c:pt>
                <c:pt idx="3023">
                  <c:v>2547.1651589495391</c:v>
                </c:pt>
                <c:pt idx="3024">
                  <c:v>2545.4362250239701</c:v>
                </c:pt>
                <c:pt idx="3025">
                  <c:v>2550.8803040970834</c:v>
                </c:pt>
                <c:pt idx="3026">
                  <c:v>2556.7272260370487</c:v>
                </c:pt>
                <c:pt idx="3027">
                  <c:v>2553.782759079359</c:v>
                </c:pt>
                <c:pt idx="3028">
                  <c:v>2546.201757103152</c:v>
                </c:pt>
                <c:pt idx="3029">
                  <c:v>2546.3327757151019</c:v>
                </c:pt>
                <c:pt idx="3030">
                  <c:v>2547.8010897299082</c:v>
                </c:pt>
                <c:pt idx="3031">
                  <c:v>2538.9751209161959</c:v>
                </c:pt>
                <c:pt idx="3032">
                  <c:v>2542.803004739244</c:v>
                </c:pt>
                <c:pt idx="3033">
                  <c:v>2554.24446986664</c:v>
                </c:pt>
                <c:pt idx="3034">
                  <c:v>2555.859271012936</c:v>
                </c:pt>
                <c:pt idx="3035">
                  <c:v>2550.9771824065315</c:v>
                </c:pt>
                <c:pt idx="3036">
                  <c:v>2551.1015491237545</c:v>
                </c:pt>
                <c:pt idx="3037">
                  <c:v>2558.5630950796572</c:v>
                </c:pt>
                <c:pt idx="3038">
                  <c:v>2555.2587362846675</c:v>
                </c:pt>
                <c:pt idx="3039">
                  <c:v>2548.5360792895526</c:v>
                </c:pt>
                <c:pt idx="3040">
                  <c:v>2550.9843390341475</c:v>
                </c:pt>
                <c:pt idx="3041">
                  <c:v>2550.2537812071455</c:v>
                </c:pt>
                <c:pt idx="3042">
                  <c:v>2542.2987136319184</c:v>
                </c:pt>
                <c:pt idx="3043">
                  <c:v>2541.6585466410547</c:v>
                </c:pt>
                <c:pt idx="3044">
                  <c:v>2544.9640385617681</c:v>
                </c:pt>
                <c:pt idx="3045">
                  <c:v>2543.5965537046641</c:v>
                </c:pt>
                <c:pt idx="3046">
                  <c:v>2543.3482383121623</c:v>
                </c:pt>
                <c:pt idx="3047">
                  <c:v>2547.74984733877</c:v>
                </c:pt>
                <c:pt idx="3048">
                  <c:v>2548.3547394912057</c:v>
                </c:pt>
                <c:pt idx="3049">
                  <c:v>2547.4767209190481</c:v>
                </c:pt>
                <c:pt idx="3050">
                  <c:v>2546.9446964975009</c:v>
                </c:pt>
                <c:pt idx="3051">
                  <c:v>2547.224384328963</c:v>
                </c:pt>
                <c:pt idx="3052">
                  <c:v>2543.5594708459275</c:v>
                </c:pt>
                <c:pt idx="3053">
                  <c:v>2545.2427774406792</c:v>
                </c:pt>
                <c:pt idx="3054">
                  <c:v>2549.0435483108654</c:v>
                </c:pt>
                <c:pt idx="3055">
                  <c:v>2543.7229533027262</c:v>
                </c:pt>
                <c:pt idx="3056">
                  <c:v>2545.8837522474937</c:v>
                </c:pt>
                <c:pt idx="3057">
                  <c:v>2553.3353194681686</c:v>
                </c:pt>
                <c:pt idx="3058">
                  <c:v>2551.6882367402195</c:v>
                </c:pt>
                <c:pt idx="3059">
                  <c:v>2546.0395947758384</c:v>
                </c:pt>
                <c:pt idx="3060">
                  <c:v>2541.2217989525266</c:v>
                </c:pt>
                <c:pt idx="3061">
                  <c:v>2538.2024382915024</c:v>
                </c:pt>
                <c:pt idx="3062">
                  <c:v>2540.6549501414315</c:v>
                </c:pt>
                <c:pt idx="3063">
                  <c:v>2540.6741686954242</c:v>
                </c:pt>
                <c:pt idx="3064">
                  <c:v>2540.7900124911494</c:v>
                </c:pt>
                <c:pt idx="3065">
                  <c:v>2535.3165814669983</c:v>
                </c:pt>
                <c:pt idx="3066">
                  <c:v>2533.2968559265405</c:v>
                </c:pt>
                <c:pt idx="3067">
                  <c:v>2529.1162712836135</c:v>
                </c:pt>
                <c:pt idx="3068">
                  <c:v>2523.28181513565</c:v>
                </c:pt>
                <c:pt idx="3069">
                  <c:v>2518.8372617396617</c:v>
                </c:pt>
                <c:pt idx="3070">
                  <c:v>2510.7879697869407</c:v>
                </c:pt>
                <c:pt idx="3071">
                  <c:v>2512.2256608163193</c:v>
                </c:pt>
                <c:pt idx="3072">
                  <c:v>2506.8745978903721</c:v>
                </c:pt>
                <c:pt idx="3073">
                  <c:v>2503.6508248480045</c:v>
                </c:pt>
                <c:pt idx="3074">
                  <c:v>2506.7871723990766</c:v>
                </c:pt>
                <c:pt idx="3075">
                  <c:v>2504.8787396180278</c:v>
                </c:pt>
                <c:pt idx="3076">
                  <c:v>2501.885637050842</c:v>
                </c:pt>
                <c:pt idx="3077">
                  <c:v>2495.9094143974817</c:v>
                </c:pt>
                <c:pt idx="3078">
                  <c:v>2496.0485935545594</c:v>
                </c:pt>
                <c:pt idx="3079">
                  <c:v>2493.8406554133085</c:v>
                </c:pt>
                <c:pt idx="3080">
                  <c:v>2489.687219958962</c:v>
                </c:pt>
                <c:pt idx="3081">
                  <c:v>2493.7564726393653</c:v>
                </c:pt>
                <c:pt idx="3082">
                  <c:v>2489.7042821530481</c:v>
                </c:pt>
                <c:pt idx="3083">
                  <c:v>2481.6771955566696</c:v>
                </c:pt>
                <c:pt idx="3084">
                  <c:v>2480.2527430114742</c:v>
                </c:pt>
                <c:pt idx="3085">
                  <c:v>2478.9981769891024</c:v>
                </c:pt>
                <c:pt idx="3086">
                  <c:v>2481.3806671947891</c:v>
                </c:pt>
                <c:pt idx="3087">
                  <c:v>2485.2010018574074</c:v>
                </c:pt>
                <c:pt idx="3088">
                  <c:v>2485.0824836408124</c:v>
                </c:pt>
                <c:pt idx="3089">
                  <c:v>2484.2451264241322</c:v>
                </c:pt>
                <c:pt idx="3090">
                  <c:v>2485.3561488501332</c:v>
                </c:pt>
                <c:pt idx="3091">
                  <c:v>2487.0978613306634</c:v>
                </c:pt>
                <c:pt idx="3092">
                  <c:v>2486.2769199878089</c:v>
                </c:pt>
                <c:pt idx="3093">
                  <c:v>2486.3280272050401</c:v>
                </c:pt>
                <c:pt idx="3094">
                  <c:v>2481.6581572836103</c:v>
                </c:pt>
                <c:pt idx="3095">
                  <c:v>2477.032222625302</c:v>
                </c:pt>
                <c:pt idx="3096">
                  <c:v>2478.7697890536128</c:v>
                </c:pt>
                <c:pt idx="3097">
                  <c:v>2475.2339167666387</c:v>
                </c:pt>
                <c:pt idx="3098">
                  <c:v>2477.3614468894484</c:v>
                </c:pt>
                <c:pt idx="3099">
                  <c:v>2483.370065108787</c:v>
                </c:pt>
                <c:pt idx="3100">
                  <c:v>2498.7415966624349</c:v>
                </c:pt>
                <c:pt idx="3101">
                  <c:v>2506.5459682300657</c:v>
                </c:pt>
                <c:pt idx="3102">
                  <c:v>2506.5644128241424</c:v>
                </c:pt>
                <c:pt idx="3103">
                  <c:v>2499.2807157136444</c:v>
                </c:pt>
                <c:pt idx="3104">
                  <c:v>2501.9629029834186</c:v>
                </c:pt>
                <c:pt idx="3105">
                  <c:v>2504.7233155175354</c:v>
                </c:pt>
                <c:pt idx="3106">
                  <c:v>2504.32668062639</c:v>
                </c:pt>
                <c:pt idx="3107">
                  <c:v>2503.3621099390884</c:v>
                </c:pt>
                <c:pt idx="3108">
                  <c:v>2502.4656347530458</c:v>
                </c:pt>
                <c:pt idx="3109">
                  <c:v>2500.6061226107495</c:v>
                </c:pt>
                <c:pt idx="3110">
                  <c:v>2502.7224240809087</c:v>
                </c:pt>
                <c:pt idx="3111">
                  <c:v>2500.6325282378625</c:v>
                </c:pt>
                <c:pt idx="3112">
                  <c:v>2500.4045475370344</c:v>
                </c:pt>
                <c:pt idx="3113">
                  <c:v>2483.85954704306</c:v>
                </c:pt>
                <c:pt idx="3114">
                  <c:v>2480.1623712719547</c:v>
                </c:pt>
                <c:pt idx="3115">
                  <c:v>2472.4513833175506</c:v>
                </c:pt>
                <c:pt idx="3116">
                  <c:v>2451.9579176552879</c:v>
                </c:pt>
                <c:pt idx="3117">
                  <c:v>2447.8970272862639</c:v>
                </c:pt>
                <c:pt idx="3118">
                  <c:v>2442.9229808539717</c:v>
                </c:pt>
                <c:pt idx="3119">
                  <c:v>2441.0926501271069</c:v>
                </c:pt>
                <c:pt idx="3120">
                  <c:v>2439.7232112089505</c:v>
                </c:pt>
                <c:pt idx="3121">
                  <c:v>2434.9615175856165</c:v>
                </c:pt>
                <c:pt idx="3122">
                  <c:v>2433.6873744975837</c:v>
                </c:pt>
                <c:pt idx="3123">
                  <c:v>2435.6574189279258</c:v>
                </c:pt>
                <c:pt idx="3124">
                  <c:v>2436.8258064603951</c:v>
                </c:pt>
                <c:pt idx="3125">
                  <c:v>2435.6420765568746</c:v>
                </c:pt>
                <c:pt idx="3126">
                  <c:v>2432.6689622076624</c:v>
                </c:pt>
                <c:pt idx="3127">
                  <c:v>2438.6468293147896</c:v>
                </c:pt>
                <c:pt idx="3128">
                  <c:v>2440.4543771226772</c:v>
                </c:pt>
                <c:pt idx="3129">
                  <c:v>2439.7447804120688</c:v>
                </c:pt>
                <c:pt idx="3130">
                  <c:v>2439.4867825294637</c:v>
                </c:pt>
                <c:pt idx="3131">
                  <c:v>2442.9744718958805</c:v>
                </c:pt>
                <c:pt idx="3132">
                  <c:v>2439.9465192578787</c:v>
                </c:pt>
                <c:pt idx="3133">
                  <c:v>2438.1240052156318</c:v>
                </c:pt>
                <c:pt idx="3134">
                  <c:v>2435.2389736713185</c:v>
                </c:pt>
                <c:pt idx="3135">
                  <c:v>2434.9425625212484</c:v>
                </c:pt>
                <c:pt idx="3136">
                  <c:v>2435.0032607363623</c:v>
                </c:pt>
                <c:pt idx="3137">
                  <c:v>2432.0021680501231</c:v>
                </c:pt>
                <c:pt idx="3138">
                  <c:v>2433.3751985185777</c:v>
                </c:pt>
                <c:pt idx="3139">
                  <c:v>2432.3916987785865</c:v>
                </c:pt>
                <c:pt idx="3140">
                  <c:v>2429.9767024426997</c:v>
                </c:pt>
                <c:pt idx="3141">
                  <c:v>2430.2777074616511</c:v>
                </c:pt>
                <c:pt idx="3142">
                  <c:v>2430.1434396437089</c:v>
                </c:pt>
                <c:pt idx="3143">
                  <c:v>2426.6026967996781</c:v>
                </c:pt>
                <c:pt idx="3144">
                  <c:v>2430.837614365827</c:v>
                </c:pt>
                <c:pt idx="3145">
                  <c:v>2426.5128665361531</c:v>
                </c:pt>
                <c:pt idx="3146">
                  <c:v>2430.0798812819521</c:v>
                </c:pt>
                <c:pt idx="3147">
                  <c:v>2438.9980664641512</c:v>
                </c:pt>
                <c:pt idx="3148">
                  <c:v>2440.2273913476452</c:v>
                </c:pt>
                <c:pt idx="3149">
                  <c:v>2438.6914965812002</c:v>
                </c:pt>
                <c:pt idx="3150">
                  <c:v>2437.3196063905998</c:v>
                </c:pt>
                <c:pt idx="3151">
                  <c:v>2439.3972056298312</c:v>
                </c:pt>
                <c:pt idx="3152">
                  <c:v>2443.3741701719969</c:v>
                </c:pt>
                <c:pt idx="3153">
                  <c:v>2441.7297383803298</c:v>
                </c:pt>
                <c:pt idx="3154">
                  <c:v>2408.2447765684988</c:v>
                </c:pt>
                <c:pt idx="3155">
                  <c:v>2401.5249688435883</c:v>
                </c:pt>
                <c:pt idx="3156">
                  <c:v>2405.6366000093412</c:v>
                </c:pt>
                <c:pt idx="3157">
                  <c:v>2392.3831132978235</c:v>
                </c:pt>
                <c:pt idx="3158">
                  <c:v>2389.805796886933</c:v>
                </c:pt>
                <c:pt idx="3159">
                  <c:v>2383.7220236884841</c:v>
                </c:pt>
                <c:pt idx="3160">
                  <c:v>2382.1198110974069</c:v>
                </c:pt>
                <c:pt idx="3161">
                  <c:v>2371.8655029252968</c:v>
                </c:pt>
                <c:pt idx="3162">
                  <c:v>2370.1960941512011</c:v>
                </c:pt>
                <c:pt idx="3163">
                  <c:v>2363.3729014844157</c:v>
                </c:pt>
                <c:pt idx="3164">
                  <c:v>2357.9327773064679</c:v>
                </c:pt>
                <c:pt idx="3165">
                  <c:v>2368.1766304642788</c:v>
                </c:pt>
                <c:pt idx="3166">
                  <c:v>2376.5609059890639</c:v>
                </c:pt>
                <c:pt idx="3167">
                  <c:v>2376.9199725293561</c:v>
                </c:pt>
                <c:pt idx="3168">
                  <c:v>2377.4422884402998</c:v>
                </c:pt>
                <c:pt idx="3169">
                  <c:v>2375.5485599713056</c:v>
                </c:pt>
                <c:pt idx="3170">
                  <c:v>2380.8105217601069</c:v>
                </c:pt>
                <c:pt idx="3171">
                  <c:v>2346.6863902423333</c:v>
                </c:pt>
                <c:pt idx="3172">
                  <c:v>2343.9863256731537</c:v>
                </c:pt>
                <c:pt idx="3173">
                  <c:v>2339.4226252913995</c:v>
                </c:pt>
                <c:pt idx="3174">
                  <c:v>2340.6073823603188</c:v>
                </c:pt>
                <c:pt idx="3175">
                  <c:v>2339.6168787037823</c:v>
                </c:pt>
                <c:pt idx="3176">
                  <c:v>2336.351838001839</c:v>
                </c:pt>
                <c:pt idx="3177">
                  <c:v>2329.2698372328241</c:v>
                </c:pt>
                <c:pt idx="3178">
                  <c:v>2329.4380838416359</c:v>
                </c:pt>
                <c:pt idx="3179">
                  <c:v>2323.7148969566188</c:v>
                </c:pt>
                <c:pt idx="3180">
                  <c:v>2333.1553509790924</c:v>
                </c:pt>
                <c:pt idx="3181">
                  <c:v>2328.8875644022305</c:v>
                </c:pt>
                <c:pt idx="3182">
                  <c:v>2326.682746107198</c:v>
                </c:pt>
                <c:pt idx="3183">
                  <c:v>2329.0545326572815</c:v>
                </c:pt>
                <c:pt idx="3184">
                  <c:v>2333.09761567639</c:v>
                </c:pt>
                <c:pt idx="3185">
                  <c:v>2329.5799624587271</c:v>
                </c:pt>
                <c:pt idx="3186">
                  <c:v>2328.6687776569825</c:v>
                </c:pt>
                <c:pt idx="3187">
                  <c:v>2325.8136256725993</c:v>
                </c:pt>
                <c:pt idx="3188">
                  <c:v>2329.5881666551004</c:v>
                </c:pt>
                <c:pt idx="3189">
                  <c:v>2334.267306886773</c:v>
                </c:pt>
                <c:pt idx="3190">
                  <c:v>2330.1471270618495</c:v>
                </c:pt>
                <c:pt idx="3191">
                  <c:v>2329.3238681270545</c:v>
                </c:pt>
                <c:pt idx="3192">
                  <c:v>2328.7903344337683</c:v>
                </c:pt>
                <c:pt idx="3193">
                  <c:v>2332.1074910155958</c:v>
                </c:pt>
                <c:pt idx="3194">
                  <c:v>2329.9404410568914</c:v>
                </c:pt>
                <c:pt idx="3195">
                  <c:v>2332.1811981200854</c:v>
                </c:pt>
                <c:pt idx="3196">
                  <c:v>2336.9974273788703</c:v>
                </c:pt>
                <c:pt idx="3197">
                  <c:v>2333.0982792858786</c:v>
                </c:pt>
                <c:pt idx="3198">
                  <c:v>2340.4552814697809</c:v>
                </c:pt>
                <c:pt idx="3199">
                  <c:v>2333.5822565986864</c:v>
                </c:pt>
                <c:pt idx="3200">
                  <c:v>2329.2499344239977</c:v>
                </c:pt>
                <c:pt idx="3201">
                  <c:v>2333.6849523719675</c:v>
                </c:pt>
                <c:pt idx="3202">
                  <c:v>2331.5658631625856</c:v>
                </c:pt>
                <c:pt idx="3203">
                  <c:v>2325.7670071655152</c:v>
                </c:pt>
                <c:pt idx="3204">
                  <c:v>2327.9373808769988</c:v>
                </c:pt>
                <c:pt idx="3205">
                  <c:v>2337.0976217228103</c:v>
                </c:pt>
                <c:pt idx="3206">
                  <c:v>2330.9867904770927</c:v>
                </c:pt>
                <c:pt idx="3207">
                  <c:v>2321.5875934071096</c:v>
                </c:pt>
                <c:pt idx="3208">
                  <c:v>2319.4395508947446</c:v>
                </c:pt>
                <c:pt idx="3209">
                  <c:v>2314.1723023095692</c:v>
                </c:pt>
                <c:pt idx="3210">
                  <c:v>2312.4376316433372</c:v>
                </c:pt>
                <c:pt idx="3211">
                  <c:v>2311.1572409379469</c:v>
                </c:pt>
                <c:pt idx="3212">
                  <c:v>2315.0901334819132</c:v>
                </c:pt>
                <c:pt idx="3213">
                  <c:v>2314.3835331961418</c:v>
                </c:pt>
                <c:pt idx="3214">
                  <c:v>2314.5069616107317</c:v>
                </c:pt>
                <c:pt idx="3215">
                  <c:v>2311.0131522359866</c:v>
                </c:pt>
                <c:pt idx="3216">
                  <c:v>2312.045706420336</c:v>
                </c:pt>
                <c:pt idx="3217">
                  <c:v>2309.6084750723162</c:v>
                </c:pt>
                <c:pt idx="3218">
                  <c:v>2311.1533684254605</c:v>
                </c:pt>
                <c:pt idx="3219">
                  <c:v>2311.7310738312731</c:v>
                </c:pt>
                <c:pt idx="3220">
                  <c:v>2312.2888850813683</c:v>
                </c:pt>
                <c:pt idx="3221">
                  <c:v>2310.5120174405647</c:v>
                </c:pt>
                <c:pt idx="3222">
                  <c:v>2311.4651285260779</c:v>
                </c:pt>
                <c:pt idx="3223">
                  <c:v>2306.9473484706664</c:v>
                </c:pt>
                <c:pt idx="3224">
                  <c:v>2303.6377710359238</c:v>
                </c:pt>
                <c:pt idx="3225">
                  <c:v>2296.1806847138055</c:v>
                </c:pt>
                <c:pt idx="3226">
                  <c:v>2293.8767932164837</c:v>
                </c:pt>
                <c:pt idx="3227">
                  <c:v>2290.7342988503169</c:v>
                </c:pt>
                <c:pt idx="3228">
                  <c:v>2287.4031822741831</c:v>
                </c:pt>
                <c:pt idx="3229">
                  <c:v>2286.3947028316384</c:v>
                </c:pt>
                <c:pt idx="3230">
                  <c:v>2285.9848403274018</c:v>
                </c:pt>
                <c:pt idx="3231">
                  <c:v>2291.5327131240474</c:v>
                </c:pt>
                <c:pt idx="3232">
                  <c:v>2295.6641026348025</c:v>
                </c:pt>
                <c:pt idx="3233">
                  <c:v>2297.3218866696966</c:v>
                </c:pt>
                <c:pt idx="3234">
                  <c:v>2294.1532776720114</c:v>
                </c:pt>
                <c:pt idx="3235">
                  <c:v>2287.8398509772323</c:v>
                </c:pt>
                <c:pt idx="3236">
                  <c:v>2288.9550245869541</c:v>
                </c:pt>
                <c:pt idx="3237">
                  <c:v>2287.1108241796774</c:v>
                </c:pt>
                <c:pt idx="3238">
                  <c:v>2258.6676420410186</c:v>
                </c:pt>
                <c:pt idx="3239">
                  <c:v>2249.9620424976242</c:v>
                </c:pt>
                <c:pt idx="3240">
                  <c:v>2250.0991557373236</c:v>
                </c:pt>
                <c:pt idx="3241">
                  <c:v>2248.2783593962158</c:v>
                </c:pt>
                <c:pt idx="3242">
                  <c:v>2247.8652517984069</c:v>
                </c:pt>
                <c:pt idx="3243">
                  <c:v>2251.064276222477</c:v>
                </c:pt>
                <c:pt idx="3244">
                  <c:v>2250.802901169704</c:v>
                </c:pt>
                <c:pt idx="3245">
                  <c:v>2244.6199722997762</c:v>
                </c:pt>
                <c:pt idx="3246">
                  <c:v>2242.9171430227525</c:v>
                </c:pt>
                <c:pt idx="3247">
                  <c:v>2239.6553646075422</c:v>
                </c:pt>
                <c:pt idx="3248">
                  <c:v>2237.1064470868791</c:v>
                </c:pt>
                <c:pt idx="3249">
                  <c:v>2235.2864313729588</c:v>
                </c:pt>
                <c:pt idx="3250">
                  <c:v>2233.992593514356</c:v>
                </c:pt>
                <c:pt idx="3251">
                  <c:v>2238.9973846243693</c:v>
                </c:pt>
                <c:pt idx="3252">
                  <c:v>2238.4328207893404</c:v>
                </c:pt>
                <c:pt idx="3253">
                  <c:v>2236.1641381363293</c:v>
                </c:pt>
                <c:pt idx="3254">
                  <c:v>2234.7483878329563</c:v>
                </c:pt>
                <c:pt idx="3255">
                  <c:v>2232.0833787360757</c:v>
                </c:pt>
                <c:pt idx="3256">
                  <c:v>2231.0652543246647</c:v>
                </c:pt>
                <c:pt idx="3257">
                  <c:v>2210.7250532774156</c:v>
                </c:pt>
                <c:pt idx="3258">
                  <c:v>2187.3181287179077</c:v>
                </c:pt>
                <c:pt idx="3259">
                  <c:v>2161.4703873847589</c:v>
                </c:pt>
                <c:pt idx="3260">
                  <c:v>2158.5858840717729</c:v>
                </c:pt>
                <c:pt idx="3261">
                  <c:v>2156.1721711395576</c:v>
                </c:pt>
                <c:pt idx="3262">
                  <c:v>2162.6417448102125</c:v>
                </c:pt>
                <c:pt idx="3263">
                  <c:v>2158.665183625264</c:v>
                </c:pt>
                <c:pt idx="3264">
                  <c:v>2153.4758265092219</c:v>
                </c:pt>
                <c:pt idx="3265">
                  <c:v>2148.5192391403798</c:v>
                </c:pt>
                <c:pt idx="3266">
                  <c:v>2144.3516645216228</c:v>
                </c:pt>
                <c:pt idx="3267">
                  <c:v>2141.3097192263158</c:v>
                </c:pt>
                <c:pt idx="3268">
                  <c:v>2140.5758728424812</c:v>
                </c:pt>
                <c:pt idx="3269">
                  <c:v>2137.688180408762</c:v>
                </c:pt>
                <c:pt idx="3270">
                  <c:v>2140.3338173271627</c:v>
                </c:pt>
                <c:pt idx="3271">
                  <c:v>2137.7205486724129</c:v>
                </c:pt>
                <c:pt idx="3272">
                  <c:v>2142.5993621400125</c:v>
                </c:pt>
                <c:pt idx="3273">
                  <c:v>2143.5999743993684</c:v>
                </c:pt>
                <c:pt idx="3274">
                  <c:v>2150.4572626874979</c:v>
                </c:pt>
                <c:pt idx="3275">
                  <c:v>2147.0327115049577</c:v>
                </c:pt>
                <c:pt idx="3276">
                  <c:v>2148.350021599013</c:v>
                </c:pt>
                <c:pt idx="3277">
                  <c:v>2123.4172985984169</c:v>
                </c:pt>
                <c:pt idx="3278">
                  <c:v>2118.797079702108</c:v>
                </c:pt>
                <c:pt idx="3279">
                  <c:v>2117.2287623176471</c:v>
                </c:pt>
                <c:pt idx="3280">
                  <c:v>2116.4025135893353</c:v>
                </c:pt>
                <c:pt idx="3281">
                  <c:v>2117.0847833161224</c:v>
                </c:pt>
                <c:pt idx="3282">
                  <c:v>2122.574013003004</c:v>
                </c:pt>
                <c:pt idx="3283">
                  <c:v>2119.5035649271449</c:v>
                </c:pt>
                <c:pt idx="3284">
                  <c:v>2116.2596239949589</c:v>
                </c:pt>
                <c:pt idx="3285">
                  <c:v>2116.0502882501869</c:v>
                </c:pt>
                <c:pt idx="3286">
                  <c:v>2120.9969023630042</c:v>
                </c:pt>
                <c:pt idx="3287">
                  <c:v>2115.5197904157112</c:v>
                </c:pt>
                <c:pt idx="3288">
                  <c:v>2109.3955465397798</c:v>
                </c:pt>
                <c:pt idx="3289">
                  <c:v>2106.2883214145013</c:v>
                </c:pt>
                <c:pt idx="3290">
                  <c:v>2101.6913319139567</c:v>
                </c:pt>
                <c:pt idx="3291">
                  <c:v>2098.2194261370373</c:v>
                </c:pt>
                <c:pt idx="3292">
                  <c:v>2101.930110397258</c:v>
                </c:pt>
                <c:pt idx="3293">
                  <c:v>2098.712066311236</c:v>
                </c:pt>
                <c:pt idx="3294">
                  <c:v>2099.0061753468713</c:v>
                </c:pt>
                <c:pt idx="3295">
                  <c:v>2098.3662432624792</c:v>
                </c:pt>
                <c:pt idx="3296">
                  <c:v>2098.3697085444041</c:v>
                </c:pt>
                <c:pt idx="3297">
                  <c:v>2093.9388961981649</c:v>
                </c:pt>
                <c:pt idx="3298">
                  <c:v>2089.7523539438562</c:v>
                </c:pt>
                <c:pt idx="3299">
                  <c:v>2089.094074919477</c:v>
                </c:pt>
                <c:pt idx="3300">
                  <c:v>2089.929044427271</c:v>
                </c:pt>
                <c:pt idx="3301">
                  <c:v>2090.0958019716691</c:v>
                </c:pt>
                <c:pt idx="3302">
                  <c:v>2096.7308528143394</c:v>
                </c:pt>
                <c:pt idx="3303">
                  <c:v>2094.8160150153299</c:v>
                </c:pt>
                <c:pt idx="3304">
                  <c:v>2090.1542792804198</c:v>
                </c:pt>
                <c:pt idx="3305">
                  <c:v>2089.4062990964785</c:v>
                </c:pt>
                <c:pt idx="3306">
                  <c:v>2091.6788022573601</c:v>
                </c:pt>
                <c:pt idx="3307">
                  <c:v>2089.4410146542109</c:v>
                </c:pt>
                <c:pt idx="3308">
                  <c:v>2091.5845233367959</c:v>
                </c:pt>
                <c:pt idx="3309">
                  <c:v>2091.9458484595557</c:v>
                </c:pt>
                <c:pt idx="3310">
                  <c:v>2086.3477685227526</c:v>
                </c:pt>
                <c:pt idx="3311">
                  <c:v>2081.6647098504254</c:v>
                </c:pt>
                <c:pt idx="3312">
                  <c:v>2080.1899695770057</c:v>
                </c:pt>
                <c:pt idx="3313">
                  <c:v>2084.9824962369999</c:v>
                </c:pt>
                <c:pt idx="3314">
                  <c:v>2086.6568810018548</c:v>
                </c:pt>
                <c:pt idx="3315">
                  <c:v>2087.855179294012</c:v>
                </c:pt>
                <c:pt idx="3316">
                  <c:v>2088.3137860401298</c:v>
                </c:pt>
                <c:pt idx="3317">
                  <c:v>2088.9645033409447</c:v>
                </c:pt>
                <c:pt idx="3318">
                  <c:v>2087.762662124459</c:v>
                </c:pt>
                <c:pt idx="3319">
                  <c:v>2087.2278995059628</c:v>
                </c:pt>
                <c:pt idx="3320">
                  <c:v>2086.4877805637889</c:v>
                </c:pt>
                <c:pt idx="3321">
                  <c:v>2090.2775572445212</c:v>
                </c:pt>
                <c:pt idx="3322">
                  <c:v>2094.5035430504677</c:v>
                </c:pt>
                <c:pt idx="3323">
                  <c:v>2096.3101739097906</c:v>
                </c:pt>
                <c:pt idx="3324">
                  <c:v>2097.0709035193454</c:v>
                </c:pt>
                <c:pt idx="3325">
                  <c:v>2097.0217244467699</c:v>
                </c:pt>
                <c:pt idx="3326">
                  <c:v>2101.3932034872123</c:v>
                </c:pt>
                <c:pt idx="3327">
                  <c:v>2099.4777873167777</c:v>
                </c:pt>
                <c:pt idx="3328">
                  <c:v>2109.4668726884061</c:v>
                </c:pt>
                <c:pt idx="3329">
                  <c:v>2112.9120846736419</c:v>
                </c:pt>
                <c:pt idx="3330">
                  <c:v>2114.0726230551345</c:v>
                </c:pt>
                <c:pt idx="3331">
                  <c:v>2117.900261916714</c:v>
                </c:pt>
                <c:pt idx="3332">
                  <c:v>2120.3208140160941</c:v>
                </c:pt>
                <c:pt idx="3333">
                  <c:v>2117.2277303664241</c:v>
                </c:pt>
                <c:pt idx="3334">
                  <c:v>2121.9258971033096</c:v>
                </c:pt>
                <c:pt idx="3335">
                  <c:v>2121.1153790083563</c:v>
                </c:pt>
                <c:pt idx="3336">
                  <c:v>2116.9773630490445</c:v>
                </c:pt>
                <c:pt idx="3337">
                  <c:v>2116.9565905537206</c:v>
                </c:pt>
                <c:pt idx="3338">
                  <c:v>2114.0042390054355</c:v>
                </c:pt>
                <c:pt idx="3339">
                  <c:v>2113.9867359775926</c:v>
                </c:pt>
                <c:pt idx="3340">
                  <c:v>2114.7511829676996</c:v>
                </c:pt>
                <c:pt idx="3341">
                  <c:v>2115.7403296204966</c:v>
                </c:pt>
                <c:pt idx="3342">
                  <c:v>2112.726832787831</c:v>
                </c:pt>
                <c:pt idx="3343">
                  <c:v>2113.280601061344</c:v>
                </c:pt>
                <c:pt idx="3344">
                  <c:v>2116.098608712362</c:v>
                </c:pt>
                <c:pt idx="3345">
                  <c:v>2112.0744304162758</c:v>
                </c:pt>
                <c:pt idx="3346">
                  <c:v>2116.0718261960624</c:v>
                </c:pt>
                <c:pt idx="3347">
                  <c:v>2110.5069989084604</c:v>
                </c:pt>
                <c:pt idx="3348">
                  <c:v>2108.5181147604417</c:v>
                </c:pt>
                <c:pt idx="3349">
                  <c:v>2108.6352961948692</c:v>
                </c:pt>
                <c:pt idx="3350">
                  <c:v>2105.5096916672201</c:v>
                </c:pt>
                <c:pt idx="3351">
                  <c:v>2109.1896391084765</c:v>
                </c:pt>
                <c:pt idx="3352">
                  <c:v>2110.3993437064182</c:v>
                </c:pt>
                <c:pt idx="3353">
                  <c:v>2107.2256672979902</c:v>
                </c:pt>
                <c:pt idx="3354">
                  <c:v>2103.9819312591694</c:v>
                </c:pt>
                <c:pt idx="3355">
                  <c:v>2104.4984546536371</c:v>
                </c:pt>
                <c:pt idx="3356">
                  <c:v>2101.6240580551394</c:v>
                </c:pt>
                <c:pt idx="3357">
                  <c:v>2105.9122063146824</c:v>
                </c:pt>
                <c:pt idx="3358">
                  <c:v>2110.6760352433198</c:v>
                </c:pt>
                <c:pt idx="3359">
                  <c:v>2117.8886397901306</c:v>
                </c:pt>
                <c:pt idx="3360">
                  <c:v>2103.0854201581042</c:v>
                </c:pt>
                <c:pt idx="3361">
                  <c:v>2095.4300766369274</c:v>
                </c:pt>
                <c:pt idx="3362">
                  <c:v>2095.9445233390784</c:v>
                </c:pt>
                <c:pt idx="3363">
                  <c:v>2098.4649844935511</c:v>
                </c:pt>
                <c:pt idx="3364">
                  <c:v>2103.7956147320756</c:v>
                </c:pt>
                <c:pt idx="3365">
                  <c:v>2104.9201391048787</c:v>
                </c:pt>
                <c:pt idx="3366">
                  <c:v>2103.842873428347</c:v>
                </c:pt>
                <c:pt idx="3367">
                  <c:v>2104.8866237891857</c:v>
                </c:pt>
                <c:pt idx="3368">
                  <c:v>2106.5405738787858</c:v>
                </c:pt>
                <c:pt idx="3369">
                  <c:v>2118.4619882423076</c:v>
                </c:pt>
                <c:pt idx="3370">
                  <c:v>2123.0687692487859</c:v>
                </c:pt>
                <c:pt idx="3371">
                  <c:v>2131.3490799228557</c:v>
                </c:pt>
                <c:pt idx="3372">
                  <c:v>2127.7498504728151</c:v>
                </c:pt>
                <c:pt idx="3373">
                  <c:v>2129.8131519194194</c:v>
                </c:pt>
                <c:pt idx="3374">
                  <c:v>2127.3977560510243</c:v>
                </c:pt>
                <c:pt idx="3375">
                  <c:v>2124.6182044633397</c:v>
                </c:pt>
                <c:pt idx="3376">
                  <c:v>2124.0195202300915</c:v>
                </c:pt>
                <c:pt idx="3377">
                  <c:v>2126.0140980901228</c:v>
                </c:pt>
                <c:pt idx="3378">
                  <c:v>2122.5279787451268</c:v>
                </c:pt>
                <c:pt idx="3379">
                  <c:v>2121.7716750269819</c:v>
                </c:pt>
                <c:pt idx="3380">
                  <c:v>2120.7874699705262</c:v>
                </c:pt>
                <c:pt idx="3381">
                  <c:v>2124.2644083873201</c:v>
                </c:pt>
                <c:pt idx="3382">
                  <c:v>2121.6379783016391</c:v>
                </c:pt>
                <c:pt idx="3383">
                  <c:v>2126.5848937435489</c:v>
                </c:pt>
                <c:pt idx="3384">
                  <c:v>2126.4356775992014</c:v>
                </c:pt>
                <c:pt idx="3385">
                  <c:v>2123.7818106959926</c:v>
                </c:pt>
                <c:pt idx="3386">
                  <c:v>2125.2879908337918</c:v>
                </c:pt>
                <c:pt idx="3387">
                  <c:v>2130.8740318847022</c:v>
                </c:pt>
                <c:pt idx="3388">
                  <c:v>2131.2225751989827</c:v>
                </c:pt>
                <c:pt idx="3389">
                  <c:v>2131.7703111991923</c:v>
                </c:pt>
                <c:pt idx="3390">
                  <c:v>2126.6804215737507</c:v>
                </c:pt>
                <c:pt idx="3391">
                  <c:v>2129.5633391869933</c:v>
                </c:pt>
                <c:pt idx="3392">
                  <c:v>2126.3794197517436</c:v>
                </c:pt>
                <c:pt idx="3393">
                  <c:v>2122.5826903368838</c:v>
                </c:pt>
                <c:pt idx="3394">
                  <c:v>2122.6785663049645</c:v>
                </c:pt>
                <c:pt idx="3395">
                  <c:v>2120.7134141951601</c:v>
                </c:pt>
                <c:pt idx="3396">
                  <c:v>2118.8676487638454</c:v>
                </c:pt>
                <c:pt idx="3397">
                  <c:v>2112.8252400920569</c:v>
                </c:pt>
                <c:pt idx="3398">
                  <c:v>2110.0625778214758</c:v>
                </c:pt>
                <c:pt idx="3399">
                  <c:v>2111.5202608794793</c:v>
                </c:pt>
                <c:pt idx="3400">
                  <c:v>2110.5858373490787</c:v>
                </c:pt>
                <c:pt idx="3401">
                  <c:v>2108.3969990350997</c:v>
                </c:pt>
                <c:pt idx="3402">
                  <c:v>2119.983864795</c:v>
                </c:pt>
                <c:pt idx="3403">
                  <c:v>2117.6937480943343</c:v>
                </c:pt>
                <c:pt idx="3404">
                  <c:v>2115.3706268538217</c:v>
                </c:pt>
                <c:pt idx="3405">
                  <c:v>2111.7460502246327</c:v>
                </c:pt>
                <c:pt idx="3406">
                  <c:v>2107.4637446897282</c:v>
                </c:pt>
                <c:pt idx="3407">
                  <c:v>2107.6169889424623</c:v>
                </c:pt>
                <c:pt idx="3408">
                  <c:v>2107.613372289381</c:v>
                </c:pt>
                <c:pt idx="3409">
                  <c:v>2121.1284230613637</c:v>
                </c:pt>
                <c:pt idx="3410">
                  <c:v>2121.4450134550493</c:v>
                </c:pt>
                <c:pt idx="3411">
                  <c:v>2143.8965122140316</c:v>
                </c:pt>
                <c:pt idx="3412">
                  <c:v>2141.2356609987619</c:v>
                </c:pt>
                <c:pt idx="3413">
                  <c:v>2149.1874212521238</c:v>
                </c:pt>
                <c:pt idx="3414">
                  <c:v>2147.5366491605168</c:v>
                </c:pt>
                <c:pt idx="3415">
                  <c:v>2146.7519295099887</c:v>
                </c:pt>
                <c:pt idx="3416">
                  <c:v>2146.7493655618778</c:v>
                </c:pt>
                <c:pt idx="3417">
                  <c:v>2207.3904398143059</c:v>
                </c:pt>
                <c:pt idx="3418">
                  <c:v>2213.7150507597948</c:v>
                </c:pt>
                <c:pt idx="3419">
                  <c:v>2221.8265379824752</c:v>
                </c:pt>
                <c:pt idx="3420">
                  <c:v>2226.3116059121244</c:v>
                </c:pt>
                <c:pt idx="3421">
                  <c:v>2224.6440177912891</c:v>
                </c:pt>
                <c:pt idx="3422">
                  <c:v>2223.5829245480031</c:v>
                </c:pt>
                <c:pt idx="3423">
                  <c:v>2224.9528430965588</c:v>
                </c:pt>
                <c:pt idx="3424">
                  <c:v>2229.7538387000182</c:v>
                </c:pt>
                <c:pt idx="3425">
                  <c:v>2233.5080242272334</c:v>
                </c:pt>
                <c:pt idx="3426">
                  <c:v>2238.9792203859261</c:v>
                </c:pt>
                <c:pt idx="3427">
                  <c:v>2244.9219949623425</c:v>
                </c:pt>
                <c:pt idx="3428">
                  <c:v>2247.1708343628998</c:v>
                </c:pt>
                <c:pt idx="3429">
                  <c:v>2247.5069665752167</c:v>
                </c:pt>
                <c:pt idx="3430">
                  <c:v>2247.0640784534512</c:v>
                </c:pt>
                <c:pt idx="3431">
                  <c:v>2250.2672211617196</c:v>
                </c:pt>
                <c:pt idx="3432">
                  <c:v>2249.3101643538103</c:v>
                </c:pt>
                <c:pt idx="3433">
                  <c:v>2244.8451635012179</c:v>
                </c:pt>
                <c:pt idx="3434">
                  <c:v>2243.7911820248482</c:v>
                </c:pt>
                <c:pt idx="3435">
                  <c:v>2239.8659917922369</c:v>
                </c:pt>
                <c:pt idx="3436">
                  <c:v>2236.8286027651702</c:v>
                </c:pt>
                <c:pt idx="3437">
                  <c:v>2237.1767506572537</c:v>
                </c:pt>
                <c:pt idx="3438">
                  <c:v>2234.1941390582724</c:v>
                </c:pt>
                <c:pt idx="3439">
                  <c:v>2231.2907040055829</c:v>
                </c:pt>
                <c:pt idx="3440">
                  <c:v>2235.0589983047807</c:v>
                </c:pt>
                <c:pt idx="3441">
                  <c:v>2232.0061674152571</c:v>
                </c:pt>
                <c:pt idx="3442">
                  <c:v>2225.7994124638894</c:v>
                </c:pt>
                <c:pt idx="3443">
                  <c:v>2222.6017494870962</c:v>
                </c:pt>
                <c:pt idx="3444">
                  <c:v>2215.5890324533384</c:v>
                </c:pt>
                <c:pt idx="3445">
                  <c:v>2213.7651154394766</c:v>
                </c:pt>
                <c:pt idx="3446">
                  <c:v>2213.6741043038969</c:v>
                </c:pt>
                <c:pt idx="3447">
                  <c:v>2209.7293650303695</c:v>
                </c:pt>
                <c:pt idx="3448">
                  <c:v>2212.3062394453691</c:v>
                </c:pt>
                <c:pt idx="3449">
                  <c:v>2209.603887733168</c:v>
                </c:pt>
                <c:pt idx="3450">
                  <c:v>2209.3740195262953</c:v>
                </c:pt>
                <c:pt idx="3451">
                  <c:v>2206.459322112777</c:v>
                </c:pt>
                <c:pt idx="3452">
                  <c:v>2208.9445460405668</c:v>
                </c:pt>
                <c:pt idx="3453">
                  <c:v>2208.378672576323</c:v>
                </c:pt>
                <c:pt idx="3454">
                  <c:v>2204.5227478781544</c:v>
                </c:pt>
                <c:pt idx="3455">
                  <c:v>2199.6196146129732</c:v>
                </c:pt>
                <c:pt idx="3456">
                  <c:v>2193.0244486357187</c:v>
                </c:pt>
                <c:pt idx="3457">
                  <c:v>2180.4689688612634</c:v>
                </c:pt>
                <c:pt idx="3458">
                  <c:v>2179.4026354979687</c:v>
                </c:pt>
                <c:pt idx="3459">
                  <c:v>2200.5762398156025</c:v>
                </c:pt>
                <c:pt idx="3460">
                  <c:v>2202.2791999651863</c:v>
                </c:pt>
                <c:pt idx="3461">
                  <c:v>2206.0386123944013</c:v>
                </c:pt>
                <c:pt idx="3462">
                  <c:v>2205.0847945311602</c:v>
                </c:pt>
                <c:pt idx="3463">
                  <c:v>2206.2487776759385</c:v>
                </c:pt>
                <c:pt idx="3464">
                  <c:v>2207.186437470185</c:v>
                </c:pt>
                <c:pt idx="3465">
                  <c:v>2204.8924593281172</c:v>
                </c:pt>
                <c:pt idx="3466">
                  <c:v>2203.5552165986355</c:v>
                </c:pt>
                <c:pt idx="3467">
                  <c:v>2204.5749412525488</c:v>
                </c:pt>
                <c:pt idx="3468">
                  <c:v>2203.729066570942</c:v>
                </c:pt>
                <c:pt idx="3469">
                  <c:v>2206.4486811019642</c:v>
                </c:pt>
                <c:pt idx="3470">
                  <c:v>2208.221786057657</c:v>
                </c:pt>
                <c:pt idx="3471">
                  <c:v>2206.5704472284892</c:v>
                </c:pt>
                <c:pt idx="3472">
                  <c:v>2205.7486704685484</c:v>
                </c:pt>
                <c:pt idx="3473">
                  <c:v>2200.1649992275811</c:v>
                </c:pt>
                <c:pt idx="3474">
                  <c:v>2198.505591757465</c:v>
                </c:pt>
                <c:pt idx="3475">
                  <c:v>2197.8052405853232</c:v>
                </c:pt>
                <c:pt idx="3476">
                  <c:v>2195.3912060078001</c:v>
                </c:pt>
                <c:pt idx="3477">
                  <c:v>2193.6509009772653</c:v>
                </c:pt>
                <c:pt idx="3478">
                  <c:v>2189.3849161649932</c:v>
                </c:pt>
                <c:pt idx="3479">
                  <c:v>2191.8006590388454</c:v>
                </c:pt>
                <c:pt idx="3480">
                  <c:v>2190.6280100245817</c:v>
                </c:pt>
                <c:pt idx="3481">
                  <c:v>2184.0459332000801</c:v>
                </c:pt>
                <c:pt idx="3482">
                  <c:v>2180.7082498685545</c:v>
                </c:pt>
                <c:pt idx="3483">
                  <c:v>2181.0376341488386</c:v>
                </c:pt>
                <c:pt idx="3484">
                  <c:v>2164.4089553196964</c:v>
                </c:pt>
                <c:pt idx="3485">
                  <c:v>2160.7611691295428</c:v>
                </c:pt>
                <c:pt idx="3486">
                  <c:v>2160.600240953218</c:v>
                </c:pt>
                <c:pt idx="3487">
                  <c:v>2173.7800936827894</c:v>
                </c:pt>
                <c:pt idx="3488">
                  <c:v>2169.7809589984945</c:v>
                </c:pt>
                <c:pt idx="3489">
                  <c:v>2167.89824589308</c:v>
                </c:pt>
                <c:pt idx="3490">
                  <c:v>2170.2431808677516</c:v>
                </c:pt>
                <c:pt idx="3491">
                  <c:v>2169.1574036081556</c:v>
                </c:pt>
                <c:pt idx="3492">
                  <c:v>2171.1637359070855</c:v>
                </c:pt>
                <c:pt idx="3493">
                  <c:v>2171.6959678630901</c:v>
                </c:pt>
                <c:pt idx="3494">
                  <c:v>2174.2774681533065</c:v>
                </c:pt>
                <c:pt idx="3495">
                  <c:v>2179.4902735149444</c:v>
                </c:pt>
                <c:pt idx="3496">
                  <c:v>2181.0335885552131</c:v>
                </c:pt>
                <c:pt idx="3497">
                  <c:v>2183.1732452730307</c:v>
                </c:pt>
                <c:pt idx="3498">
                  <c:v>2181.0397080971975</c:v>
                </c:pt>
                <c:pt idx="3499">
                  <c:v>2181.8961469415085</c:v>
                </c:pt>
                <c:pt idx="3500">
                  <c:v>2182.5149665379113</c:v>
                </c:pt>
                <c:pt idx="3501">
                  <c:v>2195.711801070986</c:v>
                </c:pt>
                <c:pt idx="3502">
                  <c:v>2204.2891701738258</c:v>
                </c:pt>
                <c:pt idx="3503">
                  <c:v>2182.7007104006243</c:v>
                </c:pt>
                <c:pt idx="3504">
                  <c:v>2180.3975668658077</c:v>
                </c:pt>
                <c:pt idx="3505">
                  <c:v>2188.91180826041</c:v>
                </c:pt>
                <c:pt idx="3506">
                  <c:v>2181.9734900755329</c:v>
                </c:pt>
                <c:pt idx="3507">
                  <c:v>2189.5804528786539</c:v>
                </c:pt>
                <c:pt idx="3508">
                  <c:v>2187.7083436951025</c:v>
                </c:pt>
                <c:pt idx="3509">
                  <c:v>2185.8705194034756</c:v>
                </c:pt>
                <c:pt idx="3510">
                  <c:v>2178.6031861265728</c:v>
                </c:pt>
                <c:pt idx="3511">
                  <c:v>2178.2869676623</c:v>
                </c:pt>
                <c:pt idx="3512">
                  <c:v>2185.7160123741801</c:v>
                </c:pt>
                <c:pt idx="3513">
                  <c:v>2183.6256083496614</c:v>
                </c:pt>
                <c:pt idx="3514">
                  <c:v>2183.0801712080365</c:v>
                </c:pt>
                <c:pt idx="3515">
                  <c:v>2186.1197976850749</c:v>
                </c:pt>
                <c:pt idx="3516">
                  <c:v>2186.8636394050486</c:v>
                </c:pt>
                <c:pt idx="3517">
                  <c:v>2188.1130458174775</c:v>
                </c:pt>
                <c:pt idx="3518">
                  <c:v>2187.9895988697076</c:v>
                </c:pt>
                <c:pt idx="3519">
                  <c:v>2184.9566957007246</c:v>
                </c:pt>
                <c:pt idx="3520">
                  <c:v>2176.9944962692061</c:v>
                </c:pt>
                <c:pt idx="3521">
                  <c:v>2178.0000676856284</c:v>
                </c:pt>
                <c:pt idx="3522">
                  <c:v>2178.2676552809735</c:v>
                </c:pt>
                <c:pt idx="3523">
                  <c:v>2177.9555774211312</c:v>
                </c:pt>
                <c:pt idx="3524">
                  <c:v>2183.8284750045641</c:v>
                </c:pt>
                <c:pt idx="3525">
                  <c:v>2201.1063456785232</c:v>
                </c:pt>
                <c:pt idx="3526">
                  <c:v>2209.3277471316405</c:v>
                </c:pt>
                <c:pt idx="3527">
                  <c:v>2212.0656167389775</c:v>
                </c:pt>
                <c:pt idx="3528">
                  <c:v>2216.3345474541807</c:v>
                </c:pt>
                <c:pt idx="3529">
                  <c:v>2217.1526162130153</c:v>
                </c:pt>
                <c:pt idx="3530">
                  <c:v>2212.0961628358054</c:v>
                </c:pt>
                <c:pt idx="3531">
                  <c:v>2210.2820041891728</c:v>
                </c:pt>
                <c:pt idx="3532">
                  <c:v>2207.6992441813654</c:v>
                </c:pt>
                <c:pt idx="3533">
                  <c:v>2207.7097866615645</c:v>
                </c:pt>
                <c:pt idx="3534">
                  <c:v>2207.6670467131385</c:v>
                </c:pt>
                <c:pt idx="3535">
                  <c:v>2210.4845531883084</c:v>
                </c:pt>
                <c:pt idx="3536">
                  <c:v>2202.9537030936217</c:v>
                </c:pt>
                <c:pt idx="3537">
                  <c:v>2193.8105248145143</c:v>
                </c:pt>
                <c:pt idx="3538">
                  <c:v>2190.6686361724642</c:v>
                </c:pt>
                <c:pt idx="3539">
                  <c:v>2189.4197655653502</c:v>
                </c:pt>
                <c:pt idx="3540">
                  <c:v>2185.2673011456623</c:v>
                </c:pt>
                <c:pt idx="3541">
                  <c:v>2181.1024841747158</c:v>
                </c:pt>
                <c:pt idx="3542">
                  <c:v>2181.8794483973365</c:v>
                </c:pt>
                <c:pt idx="3543">
                  <c:v>2182.5518418843158</c:v>
                </c:pt>
                <c:pt idx="3544">
                  <c:v>2186.4768739961492</c:v>
                </c:pt>
                <c:pt idx="3545">
                  <c:v>2177.2070090448406</c:v>
                </c:pt>
                <c:pt idx="3546">
                  <c:v>2178.1072558317646</c:v>
                </c:pt>
                <c:pt idx="3547">
                  <c:v>2182.8964624724745</c:v>
                </c:pt>
                <c:pt idx="3548">
                  <c:v>2171.7721570478097</c:v>
                </c:pt>
                <c:pt idx="3549">
                  <c:v>2173.0932356240119</c:v>
                </c:pt>
                <c:pt idx="3550">
                  <c:v>2171.0431813293467</c:v>
                </c:pt>
                <c:pt idx="3551">
                  <c:v>2174.1645537134582</c:v>
                </c:pt>
                <c:pt idx="3552">
                  <c:v>2172.8636208808098</c:v>
                </c:pt>
                <c:pt idx="3553">
                  <c:v>2177.3275999215321</c:v>
                </c:pt>
                <c:pt idx="3554">
                  <c:v>2178.0893344811116</c:v>
                </c:pt>
                <c:pt idx="3555">
                  <c:v>2177.966143211258</c:v>
                </c:pt>
                <c:pt idx="3556">
                  <c:v>2180.8567099307097</c:v>
                </c:pt>
                <c:pt idx="3557">
                  <c:v>2189.4279720018053</c:v>
                </c:pt>
                <c:pt idx="3558">
                  <c:v>2193.267556378777</c:v>
                </c:pt>
                <c:pt idx="3559">
                  <c:v>2196.7775623553671</c:v>
                </c:pt>
                <c:pt idx="3560">
                  <c:v>2195.0475770530002</c:v>
                </c:pt>
                <c:pt idx="3561">
                  <c:v>2201.6995842299752</c:v>
                </c:pt>
                <c:pt idx="3562">
                  <c:v>2198.2627274518345</c:v>
                </c:pt>
                <c:pt idx="3563">
                  <c:v>2202.9252238401796</c:v>
                </c:pt>
                <c:pt idx="3564">
                  <c:v>2202.1335538446724</c:v>
                </c:pt>
                <c:pt idx="3565">
                  <c:v>2202.0405729222075</c:v>
                </c:pt>
                <c:pt idx="3566">
                  <c:v>2202.4240034087252</c:v>
                </c:pt>
                <c:pt idx="3567">
                  <c:v>2207.3521021434822</c:v>
                </c:pt>
                <c:pt idx="3568">
                  <c:v>2211.1534391765558</c:v>
                </c:pt>
                <c:pt idx="3569">
                  <c:v>2213.9956881587686</c:v>
                </c:pt>
                <c:pt idx="3570">
                  <c:v>2213.2129497482424</c:v>
                </c:pt>
                <c:pt idx="3571">
                  <c:v>2212.0699195248985</c:v>
                </c:pt>
                <c:pt idx="3572">
                  <c:v>2212.7134230753522</c:v>
                </c:pt>
                <c:pt idx="3573">
                  <c:v>2210.3091438571691</c:v>
                </c:pt>
                <c:pt idx="3574">
                  <c:v>2211.9092291590009</c:v>
                </c:pt>
                <c:pt idx="3575">
                  <c:v>2209.5318889719651</c:v>
                </c:pt>
                <c:pt idx="3576">
                  <c:v>2209.6053487859895</c:v>
                </c:pt>
                <c:pt idx="3577">
                  <c:v>2211.0176776261887</c:v>
                </c:pt>
                <c:pt idx="3578">
                  <c:v>2211.8331347591484</c:v>
                </c:pt>
                <c:pt idx="3579">
                  <c:v>2238.860500777394</c:v>
                </c:pt>
                <c:pt idx="3580">
                  <c:v>2241.0176570020435</c:v>
                </c:pt>
                <c:pt idx="3581">
                  <c:v>2248.8373737702491</c:v>
                </c:pt>
                <c:pt idx="3582">
                  <c:v>2247.5532261283784</c:v>
                </c:pt>
                <c:pt idx="3583">
                  <c:v>2243.146058956484</c:v>
                </c:pt>
                <c:pt idx="3584">
                  <c:v>2244.2882604022129</c:v>
                </c:pt>
                <c:pt idx="3585">
                  <c:v>2243.794774560929</c:v>
                </c:pt>
                <c:pt idx="3586">
                  <c:v>2245.1213392910113</c:v>
                </c:pt>
                <c:pt idx="3587">
                  <c:v>2240.5861242355791</c:v>
                </c:pt>
                <c:pt idx="3588">
                  <c:v>2235.6422602516418</c:v>
                </c:pt>
                <c:pt idx="3589">
                  <c:v>2237.9161556169506</c:v>
                </c:pt>
                <c:pt idx="3590">
                  <c:v>2232.9444289089874</c:v>
                </c:pt>
                <c:pt idx="3591">
                  <c:v>2232.8744085398871</c:v>
                </c:pt>
                <c:pt idx="3592">
                  <c:v>2229.8793579214957</c:v>
                </c:pt>
                <c:pt idx="3593">
                  <c:v>2232.0316938884471</c:v>
                </c:pt>
                <c:pt idx="3594">
                  <c:v>2232.1565561380758</c:v>
                </c:pt>
                <c:pt idx="3595">
                  <c:v>2237.0201234974143</c:v>
                </c:pt>
                <c:pt idx="3596">
                  <c:v>2240.5298435360969</c:v>
                </c:pt>
                <c:pt idx="3597">
                  <c:v>2246.6828824790637</c:v>
                </c:pt>
                <c:pt idx="3598">
                  <c:v>2253.6666940785467</c:v>
                </c:pt>
                <c:pt idx="3599">
                  <c:v>2258.4296928891185</c:v>
                </c:pt>
                <c:pt idx="3600">
                  <c:v>2263.8235294117649</c:v>
                </c:pt>
                <c:pt idx="3601">
                  <c:v>2266.8354057908427</c:v>
                </c:pt>
                <c:pt idx="3602">
                  <c:v>2262.8986267281712</c:v>
                </c:pt>
                <c:pt idx="3603">
                  <c:v>2270.5044644311547</c:v>
                </c:pt>
                <c:pt idx="3604">
                  <c:v>2272.6152270943157</c:v>
                </c:pt>
                <c:pt idx="3605">
                  <c:v>2241.5808157643241</c:v>
                </c:pt>
                <c:pt idx="3606">
                  <c:v>2205.7542667977805</c:v>
                </c:pt>
                <c:pt idx="3607">
                  <c:v>2211.8544758594408</c:v>
                </c:pt>
                <c:pt idx="3608">
                  <c:v>2215.5128863276186</c:v>
                </c:pt>
                <c:pt idx="3609">
                  <c:v>2220.9554972831647</c:v>
                </c:pt>
                <c:pt idx="3610">
                  <c:v>2216.9335492504233</c:v>
                </c:pt>
                <c:pt idx="3611">
                  <c:v>2208.2448346583383</c:v>
                </c:pt>
                <c:pt idx="3612">
                  <c:v>2211.5664535429728</c:v>
                </c:pt>
                <c:pt idx="3613">
                  <c:v>2215.1790660006704</c:v>
                </c:pt>
                <c:pt idx="3614">
                  <c:v>2194.0007659611715</c:v>
                </c:pt>
                <c:pt idx="3615">
                  <c:v>2192.9724697639676</c:v>
                </c:pt>
                <c:pt idx="3616">
                  <c:v>2192.9912947022708</c:v>
                </c:pt>
                <c:pt idx="3617">
                  <c:v>2195.3880959659355</c:v>
                </c:pt>
                <c:pt idx="3618">
                  <c:v>2198.4111367585019</c:v>
                </c:pt>
                <c:pt idx="3619">
                  <c:v>2193.5248248141506</c:v>
                </c:pt>
                <c:pt idx="3620">
                  <c:v>2180.91163694027</c:v>
                </c:pt>
                <c:pt idx="3621">
                  <c:v>2177.2988477477838</c:v>
                </c:pt>
                <c:pt idx="3622">
                  <c:v>2179.4584052208247</c:v>
                </c:pt>
                <c:pt idx="3623">
                  <c:v>2177.359181244969</c:v>
                </c:pt>
                <c:pt idx="3624">
                  <c:v>2172.6511029002863</c:v>
                </c:pt>
                <c:pt idx="3625">
                  <c:v>2174.5265767418623</c:v>
                </c:pt>
                <c:pt idx="3626">
                  <c:v>2189.3023385248111</c:v>
                </c:pt>
                <c:pt idx="3627">
                  <c:v>2185.7625195802543</c:v>
                </c:pt>
                <c:pt idx="3628">
                  <c:v>2180.0506282285878</c:v>
                </c:pt>
                <c:pt idx="3629">
                  <c:v>2173.9929006312082</c:v>
                </c:pt>
                <c:pt idx="3630">
                  <c:v>2175.1832738421026</c:v>
                </c:pt>
                <c:pt idx="3631">
                  <c:v>2175.6773936236136</c:v>
                </c:pt>
                <c:pt idx="3632">
                  <c:v>2174.8954191309704</c:v>
                </c:pt>
                <c:pt idx="3633">
                  <c:v>2174.674559242977</c:v>
                </c:pt>
                <c:pt idx="3634">
                  <c:v>2163.6645447896176</c:v>
                </c:pt>
                <c:pt idx="3635">
                  <c:v>2169.7611150600478</c:v>
                </c:pt>
                <c:pt idx="3636">
                  <c:v>2169.9594437516225</c:v>
                </c:pt>
                <c:pt idx="3637">
                  <c:v>2169.2470822651644</c:v>
                </c:pt>
                <c:pt idx="3638">
                  <c:v>2169.7205371556684</c:v>
                </c:pt>
                <c:pt idx="3639">
                  <c:v>2172.1474843688716</c:v>
                </c:pt>
                <c:pt idx="3640">
                  <c:v>2181.247980806897</c:v>
                </c:pt>
                <c:pt idx="3641">
                  <c:v>2178.1153643986586</c:v>
                </c:pt>
                <c:pt idx="3642">
                  <c:v>2174.9125678554256</c:v>
                </c:pt>
                <c:pt idx="3643">
                  <c:v>2170.3128450753284</c:v>
                </c:pt>
                <c:pt idx="3644">
                  <c:v>2170.6474144852464</c:v>
                </c:pt>
                <c:pt idx="3645">
                  <c:v>2170.5522063648732</c:v>
                </c:pt>
                <c:pt idx="3646">
                  <c:v>2180.6244503215162</c:v>
                </c:pt>
                <c:pt idx="3647">
                  <c:v>2174.7843660294766</c:v>
                </c:pt>
                <c:pt idx="3648">
                  <c:v>2156.5548881502368</c:v>
                </c:pt>
                <c:pt idx="3649">
                  <c:v>2121.8219123027266</c:v>
                </c:pt>
                <c:pt idx="3650">
                  <c:v>2132.9995920659185</c:v>
                </c:pt>
                <c:pt idx="3651">
                  <c:v>2131.8360161246746</c:v>
                </c:pt>
                <c:pt idx="3652">
                  <c:v>2110.0408275297423</c:v>
                </c:pt>
                <c:pt idx="3653">
                  <c:v>2095.1084229689363</c:v>
                </c:pt>
                <c:pt idx="3654">
                  <c:v>2087.0330481330502</c:v>
                </c:pt>
                <c:pt idx="3655">
                  <c:v>2091.0413591487818</c:v>
                </c:pt>
                <c:pt idx="3656">
                  <c:v>2098.8233557286617</c:v>
                </c:pt>
                <c:pt idx="3657">
                  <c:v>2094.0347477837436</c:v>
                </c:pt>
                <c:pt idx="3658">
                  <c:v>2085.6310786140657</c:v>
                </c:pt>
                <c:pt idx="3659">
                  <c:v>2084.9816703299234</c:v>
                </c:pt>
                <c:pt idx="3660">
                  <c:v>2074.3013064034226</c:v>
                </c:pt>
                <c:pt idx="3661">
                  <c:v>2069.5721173792981</c:v>
                </c:pt>
                <c:pt idx="3662">
                  <c:v>2077.001289152377</c:v>
                </c:pt>
                <c:pt idx="3663">
                  <c:v>2000.502130032856</c:v>
                </c:pt>
                <c:pt idx="3664">
                  <c:v>1998.0270811079542</c:v>
                </c:pt>
                <c:pt idx="3665">
                  <c:v>1989.0792585414194</c:v>
                </c:pt>
                <c:pt idx="3666">
                  <c:v>1965.5635416703212</c:v>
                </c:pt>
                <c:pt idx="3667">
                  <c:v>1959.282577903324</c:v>
                </c:pt>
                <c:pt idx="3668">
                  <c:v>1952.8619179867687</c:v>
                </c:pt>
                <c:pt idx="3669">
                  <c:v>1952.7202490329646</c:v>
                </c:pt>
                <c:pt idx="3670">
                  <c:v>1954.6258316379487</c:v>
                </c:pt>
                <c:pt idx="3671">
                  <c:v>1948.6547624392024</c:v>
                </c:pt>
                <c:pt idx="3672">
                  <c:v>1948.7614497249883</c:v>
                </c:pt>
                <c:pt idx="3673">
                  <c:v>1950.5952037923441</c:v>
                </c:pt>
                <c:pt idx="3674">
                  <c:v>1956.165271386551</c:v>
                </c:pt>
                <c:pt idx="3675">
                  <c:v>1956.9870410881097</c:v>
                </c:pt>
                <c:pt idx="3676">
                  <c:v>1958.2294267555728</c:v>
                </c:pt>
                <c:pt idx="3677">
                  <c:v>1957.6529230430954</c:v>
                </c:pt>
                <c:pt idx="3678">
                  <c:v>1960.3300982782571</c:v>
                </c:pt>
                <c:pt idx="3679">
                  <c:v>1965.8396372025577</c:v>
                </c:pt>
                <c:pt idx="3680">
                  <c:v>1960.0941741542395</c:v>
                </c:pt>
                <c:pt idx="3681">
                  <c:v>1957.4369201961972</c:v>
                </c:pt>
                <c:pt idx="3682">
                  <c:v>1960.3564119062542</c:v>
                </c:pt>
                <c:pt idx="3683">
                  <c:v>1961.4078115349544</c:v>
                </c:pt>
                <c:pt idx="3684">
                  <c:v>1956.0893407319297</c:v>
                </c:pt>
                <c:pt idx="3685">
                  <c:v>1954.9831027453611</c:v>
                </c:pt>
                <c:pt idx="3686">
                  <c:v>1955.2608270915991</c:v>
                </c:pt>
                <c:pt idx="3687">
                  <c:v>1954.6173384471081</c:v>
                </c:pt>
                <c:pt idx="3688">
                  <c:v>1948.1977208293147</c:v>
                </c:pt>
                <c:pt idx="3689">
                  <c:v>1951.2034345208231</c:v>
                </c:pt>
                <c:pt idx="3690">
                  <c:v>1956.267922682526</c:v>
                </c:pt>
                <c:pt idx="3691">
                  <c:v>1965.9683031078105</c:v>
                </c:pt>
                <c:pt idx="3692">
                  <c:v>1961.4501502819146</c:v>
                </c:pt>
                <c:pt idx="3693">
                  <c:v>1958.9913436436291</c:v>
                </c:pt>
                <c:pt idx="3694">
                  <c:v>1956.7963308794101</c:v>
                </c:pt>
                <c:pt idx="3695">
                  <c:v>1958.1973797162407</c:v>
                </c:pt>
                <c:pt idx="3696">
                  <c:v>1966.4372900031249</c:v>
                </c:pt>
                <c:pt idx="3697">
                  <c:v>1967.3834798151481</c:v>
                </c:pt>
                <c:pt idx="3698">
                  <c:v>1968.6018445070338</c:v>
                </c:pt>
                <c:pt idx="3699">
                  <c:v>1969.6244341182673</c:v>
                </c:pt>
                <c:pt idx="3700">
                  <c:v>1972.2699621292008</c:v>
                </c:pt>
                <c:pt idx="3701">
                  <c:v>1973.5372840397799</c:v>
                </c:pt>
                <c:pt idx="3702">
                  <c:v>1969.1896033559633</c:v>
                </c:pt>
                <c:pt idx="3703">
                  <c:v>1968.8232330473093</c:v>
                </c:pt>
                <c:pt idx="3704">
                  <c:v>1977.2512529821838</c:v>
                </c:pt>
                <c:pt idx="3705">
                  <c:v>1971.4830380288452</c:v>
                </c:pt>
                <c:pt idx="3706">
                  <c:v>1969.9527030259485</c:v>
                </c:pt>
                <c:pt idx="3707">
                  <c:v>1970.6886352669849</c:v>
                </c:pt>
                <c:pt idx="3708">
                  <c:v>1970.4838652623223</c:v>
                </c:pt>
                <c:pt idx="3709">
                  <c:v>1970.8666988018886</c:v>
                </c:pt>
                <c:pt idx="3710">
                  <c:v>1977.820637858435</c:v>
                </c:pt>
                <c:pt idx="3711">
                  <c:v>1977.284994974357</c:v>
                </c:pt>
                <c:pt idx="3712">
                  <c:v>1977.0364985901506</c:v>
                </c:pt>
                <c:pt idx="3713">
                  <c:v>1976.6933153998889</c:v>
                </c:pt>
                <c:pt idx="3714">
                  <c:v>1974.7691061313467</c:v>
                </c:pt>
                <c:pt idx="3715">
                  <c:v>1977.3761725748172</c:v>
                </c:pt>
                <c:pt idx="3716">
                  <c:v>1979.4017525201577</c:v>
                </c:pt>
                <c:pt idx="3717">
                  <c:v>1982.6058965393372</c:v>
                </c:pt>
                <c:pt idx="3718">
                  <c:v>1982.7489691667106</c:v>
                </c:pt>
                <c:pt idx="3719">
                  <c:v>1980.0827919213846</c:v>
                </c:pt>
                <c:pt idx="3720">
                  <c:v>1977.0843078923483</c:v>
                </c:pt>
                <c:pt idx="3721">
                  <c:v>1976.6787919990843</c:v>
                </c:pt>
                <c:pt idx="3722">
                  <c:v>1977.0742241624698</c:v>
                </c:pt>
                <c:pt idx="3723">
                  <c:v>1974.0146017060463</c:v>
                </c:pt>
                <c:pt idx="3724">
                  <c:v>1980.3351274575202</c:v>
                </c:pt>
                <c:pt idx="3725">
                  <c:v>1979.8441911362058</c:v>
                </c:pt>
                <c:pt idx="3726">
                  <c:v>1977.2972447307666</c:v>
                </c:pt>
                <c:pt idx="3727">
                  <c:v>1974.2662773357858</c:v>
                </c:pt>
                <c:pt idx="3728">
                  <c:v>1970.6484120767327</c:v>
                </c:pt>
                <c:pt idx="3729">
                  <c:v>1892.0825498579889</c:v>
                </c:pt>
                <c:pt idx="3730">
                  <c:v>1872.738217972395</c:v>
                </c:pt>
                <c:pt idx="3731">
                  <c:v>1875.0532491674408</c:v>
                </c:pt>
                <c:pt idx="3732">
                  <c:v>1877.5171928203965</c:v>
                </c:pt>
                <c:pt idx="3733">
                  <c:v>1877.6988569673579</c:v>
                </c:pt>
                <c:pt idx="3734">
                  <c:v>1879.1100928504618</c:v>
                </c:pt>
                <c:pt idx="3735">
                  <c:v>1878.9479838200637</c:v>
                </c:pt>
                <c:pt idx="3736">
                  <c:v>1881.3262579548509</c:v>
                </c:pt>
                <c:pt idx="3737">
                  <c:v>1878.4609666074073</c:v>
                </c:pt>
                <c:pt idx="3738">
                  <c:v>1879.7476718805935</c:v>
                </c:pt>
                <c:pt idx="3739">
                  <c:v>1873.4732167602363</c:v>
                </c:pt>
                <c:pt idx="3740">
                  <c:v>1880.4975096876615</c:v>
                </c:pt>
                <c:pt idx="3741">
                  <c:v>1877.3619894351111</c:v>
                </c:pt>
                <c:pt idx="3742">
                  <c:v>1874.1790919982898</c:v>
                </c:pt>
                <c:pt idx="3743">
                  <c:v>1873.9538589663111</c:v>
                </c:pt>
                <c:pt idx="3744">
                  <c:v>1870.4245095813717</c:v>
                </c:pt>
                <c:pt idx="3745">
                  <c:v>1874.0755824237146</c:v>
                </c:pt>
                <c:pt idx="3746">
                  <c:v>1879.4522516780519</c:v>
                </c:pt>
                <c:pt idx="3747">
                  <c:v>1856.5174435696179</c:v>
                </c:pt>
                <c:pt idx="3748">
                  <c:v>1840.5960276105188</c:v>
                </c:pt>
                <c:pt idx="3749">
                  <c:v>1838.7631510180593</c:v>
                </c:pt>
                <c:pt idx="3750">
                  <c:v>1820.9564511268622</c:v>
                </c:pt>
                <c:pt idx="3751">
                  <c:v>1817.656236953771</c:v>
                </c:pt>
                <c:pt idx="3752">
                  <c:v>1801.2670929351268</c:v>
                </c:pt>
                <c:pt idx="3753">
                  <c:v>1805.4580674706654</c:v>
                </c:pt>
                <c:pt idx="3754">
                  <c:v>1805.6865839016382</c:v>
                </c:pt>
                <c:pt idx="3755">
                  <c:v>1800.689305044167</c:v>
                </c:pt>
                <c:pt idx="3756">
                  <c:v>1761.6700732966005</c:v>
                </c:pt>
                <c:pt idx="3757">
                  <c:v>1758.944736210459</c:v>
                </c:pt>
                <c:pt idx="3758">
                  <c:v>1759.2976032145796</c:v>
                </c:pt>
                <c:pt idx="3759">
                  <c:v>1762.0010684598547</c:v>
                </c:pt>
                <c:pt idx="3760">
                  <c:v>1760.5315760613844</c:v>
                </c:pt>
                <c:pt idx="3761">
                  <c:v>1753.0636421638649</c:v>
                </c:pt>
                <c:pt idx="3762">
                  <c:v>1750.4577608154318</c:v>
                </c:pt>
                <c:pt idx="3763">
                  <c:v>1748.8346552516007</c:v>
                </c:pt>
                <c:pt idx="3764">
                  <c:v>1750.7317929375079</c:v>
                </c:pt>
                <c:pt idx="3765">
                  <c:v>1752.1498014270931</c:v>
                </c:pt>
                <c:pt idx="3766">
                  <c:v>1755.8208466916394</c:v>
                </c:pt>
                <c:pt idx="3767">
                  <c:v>1757.9132852249415</c:v>
                </c:pt>
                <c:pt idx="3768">
                  <c:v>1764.8364158882307</c:v>
                </c:pt>
                <c:pt idx="3769">
                  <c:v>1719.9080570382766</c:v>
                </c:pt>
                <c:pt idx="3770">
                  <c:v>1717.4173432387709</c:v>
                </c:pt>
                <c:pt idx="3771">
                  <c:v>1721.6243165378212</c:v>
                </c:pt>
                <c:pt idx="3772">
                  <c:v>1717.9886087396062</c:v>
                </c:pt>
                <c:pt idx="3773">
                  <c:v>1716.1056182430239</c:v>
                </c:pt>
                <c:pt idx="3774">
                  <c:v>1716.8539759841426</c:v>
                </c:pt>
                <c:pt idx="3775">
                  <c:v>1718.0320309189865</c:v>
                </c:pt>
                <c:pt idx="3776">
                  <c:v>1718.500846001597</c:v>
                </c:pt>
                <c:pt idx="3777">
                  <c:v>1719.5512806840864</c:v>
                </c:pt>
                <c:pt idx="3778">
                  <c:v>1717.5693430681342</c:v>
                </c:pt>
                <c:pt idx="3779">
                  <c:v>1723.0933761155579</c:v>
                </c:pt>
                <c:pt idx="3780">
                  <c:v>1722.529258111364</c:v>
                </c:pt>
                <c:pt idx="3781">
                  <c:v>1720.7231314647781</c:v>
                </c:pt>
                <c:pt idx="3782">
                  <c:v>1715.5850215835628</c:v>
                </c:pt>
                <c:pt idx="3783">
                  <c:v>1725.6514697676844</c:v>
                </c:pt>
                <c:pt idx="3784">
                  <c:v>1720.9852653632445</c:v>
                </c:pt>
                <c:pt idx="3785">
                  <c:v>1716.5271698852928</c:v>
                </c:pt>
                <c:pt idx="3786">
                  <c:v>1717.0745291804963</c:v>
                </c:pt>
                <c:pt idx="3787">
                  <c:v>1725.3687684613676</c:v>
                </c:pt>
                <c:pt idx="3788">
                  <c:v>1730.6603925749414</c:v>
                </c:pt>
                <c:pt idx="3789">
                  <c:v>1733.5116869869842</c:v>
                </c:pt>
                <c:pt idx="3790">
                  <c:v>1756.4239853179258</c:v>
                </c:pt>
                <c:pt idx="3791">
                  <c:v>1754.6723534061825</c:v>
                </c:pt>
                <c:pt idx="3792">
                  <c:v>1750.2976632937307</c:v>
                </c:pt>
                <c:pt idx="3793">
                  <c:v>1748.6232282702001</c:v>
                </c:pt>
                <c:pt idx="3794">
                  <c:v>1746.3416815011683</c:v>
                </c:pt>
                <c:pt idx="3795">
                  <c:v>1749.4390717874664</c:v>
                </c:pt>
                <c:pt idx="3796">
                  <c:v>1750.8222939733382</c:v>
                </c:pt>
                <c:pt idx="3797">
                  <c:v>1744.1215300955482</c:v>
                </c:pt>
                <c:pt idx="3798">
                  <c:v>1742.6706784704131</c:v>
                </c:pt>
                <c:pt idx="3799">
                  <c:v>1748.1692798603099</c:v>
                </c:pt>
                <c:pt idx="3800">
                  <c:v>1747.5078878428424</c:v>
                </c:pt>
                <c:pt idx="3801">
                  <c:v>1746.8619079292839</c:v>
                </c:pt>
                <c:pt idx="3802">
                  <c:v>1746.1834705791537</c:v>
                </c:pt>
                <c:pt idx="3803">
                  <c:v>1747.7076120520051</c:v>
                </c:pt>
                <c:pt idx="3804">
                  <c:v>1743.5908180463359</c:v>
                </c:pt>
                <c:pt idx="3805">
                  <c:v>1739.2168502727027</c:v>
                </c:pt>
                <c:pt idx="3806">
                  <c:v>1736.8785369850939</c:v>
                </c:pt>
                <c:pt idx="3807">
                  <c:v>1734.2575475724263</c:v>
                </c:pt>
                <c:pt idx="3808">
                  <c:v>1738.5021659654597</c:v>
                </c:pt>
                <c:pt idx="3809">
                  <c:v>1742.5142759079827</c:v>
                </c:pt>
                <c:pt idx="3810">
                  <c:v>1743.3515946837065</c:v>
                </c:pt>
                <c:pt idx="3811">
                  <c:v>1741.5093903845129</c:v>
                </c:pt>
                <c:pt idx="3812">
                  <c:v>1740.2943162971897</c:v>
                </c:pt>
                <c:pt idx="3813">
                  <c:v>1741.0467051741753</c:v>
                </c:pt>
                <c:pt idx="3814">
                  <c:v>1738.4952392975274</c:v>
                </c:pt>
                <c:pt idx="3815">
                  <c:v>1737.6982039077795</c:v>
                </c:pt>
                <c:pt idx="3816">
                  <c:v>1739.5750956599372</c:v>
                </c:pt>
                <c:pt idx="3817">
                  <c:v>1739.2570168467635</c:v>
                </c:pt>
                <c:pt idx="3818">
                  <c:v>1741.5198805165614</c:v>
                </c:pt>
                <c:pt idx="3819">
                  <c:v>1738.6444973273597</c:v>
                </c:pt>
                <c:pt idx="3820">
                  <c:v>1740.5877111646325</c:v>
                </c:pt>
                <c:pt idx="3821">
                  <c:v>1742.2402653408044</c:v>
                </c:pt>
                <c:pt idx="3822">
                  <c:v>1739.1153950842315</c:v>
                </c:pt>
                <c:pt idx="3823">
                  <c:v>1737.1025087795756</c:v>
                </c:pt>
                <c:pt idx="3824">
                  <c:v>1735.9328317074376</c:v>
                </c:pt>
                <c:pt idx="3825">
                  <c:v>1739.0876508487252</c:v>
                </c:pt>
                <c:pt idx="3826">
                  <c:v>1734.6028074399694</c:v>
                </c:pt>
                <c:pt idx="3827">
                  <c:v>1728.9806008172282</c:v>
                </c:pt>
                <c:pt idx="3828">
                  <c:v>1729.0853820786274</c:v>
                </c:pt>
                <c:pt idx="3829">
                  <c:v>1725.9271688539648</c:v>
                </c:pt>
                <c:pt idx="3830">
                  <c:v>1728.1646706685831</c:v>
                </c:pt>
                <c:pt idx="3831">
                  <c:v>1728.2935906724374</c:v>
                </c:pt>
                <c:pt idx="3832">
                  <c:v>1725.4042786822438</c:v>
                </c:pt>
                <c:pt idx="3833">
                  <c:v>1729.3748806141384</c:v>
                </c:pt>
                <c:pt idx="3834">
                  <c:v>1735.9895321962599</c:v>
                </c:pt>
                <c:pt idx="3835">
                  <c:v>1736.6668151410154</c:v>
                </c:pt>
                <c:pt idx="3836">
                  <c:v>1737.6815821195653</c:v>
                </c:pt>
                <c:pt idx="3837">
                  <c:v>1735.5167234461339</c:v>
                </c:pt>
                <c:pt idx="3838">
                  <c:v>1732.8232421893797</c:v>
                </c:pt>
                <c:pt idx="3839">
                  <c:v>1731.8952795491148</c:v>
                </c:pt>
                <c:pt idx="3840">
                  <c:v>1729.0343079720878</c:v>
                </c:pt>
                <c:pt idx="3841">
                  <c:v>1723.9902787079204</c:v>
                </c:pt>
                <c:pt idx="3842">
                  <c:v>1718.0307583399324</c:v>
                </c:pt>
                <c:pt idx="3843">
                  <c:v>1733.133200062955</c:v>
                </c:pt>
                <c:pt idx="3844">
                  <c:v>1737.4667291979954</c:v>
                </c:pt>
                <c:pt idx="3845">
                  <c:v>1735.2756501569679</c:v>
                </c:pt>
                <c:pt idx="3846">
                  <c:v>1735.2329527177419</c:v>
                </c:pt>
                <c:pt idx="3847">
                  <c:v>1729.7494059498738</c:v>
                </c:pt>
                <c:pt idx="3848">
                  <c:v>1726.6665764092702</c:v>
                </c:pt>
                <c:pt idx="3849">
                  <c:v>1733.2937413676725</c:v>
                </c:pt>
                <c:pt idx="3850">
                  <c:v>1734.9387381738554</c:v>
                </c:pt>
                <c:pt idx="3851">
                  <c:v>1732.7221318346419</c:v>
                </c:pt>
                <c:pt idx="3852">
                  <c:v>1710.8447446837556</c:v>
                </c:pt>
                <c:pt idx="3853">
                  <c:v>1685.714264562745</c:v>
                </c:pt>
                <c:pt idx="3854">
                  <c:v>1658.6017933361156</c:v>
                </c:pt>
                <c:pt idx="3855">
                  <c:v>1663.7030389025533</c:v>
                </c:pt>
                <c:pt idx="3856">
                  <c:v>1665.2650772797351</c:v>
                </c:pt>
                <c:pt idx="3857">
                  <c:v>1661.8401024836853</c:v>
                </c:pt>
                <c:pt idx="3858">
                  <c:v>1663.8414057627988</c:v>
                </c:pt>
                <c:pt idx="3859">
                  <c:v>1659.4319715226957</c:v>
                </c:pt>
                <c:pt idx="3860">
                  <c:v>1655.4429114138545</c:v>
                </c:pt>
                <c:pt idx="3861">
                  <c:v>1654.1430589728286</c:v>
                </c:pt>
                <c:pt idx="3862">
                  <c:v>1658.174055671732</c:v>
                </c:pt>
                <c:pt idx="3863">
                  <c:v>1662.9229075887224</c:v>
                </c:pt>
                <c:pt idx="3864">
                  <c:v>1666.729089970275</c:v>
                </c:pt>
                <c:pt idx="3865">
                  <c:v>1669.7948464657311</c:v>
                </c:pt>
                <c:pt idx="3866">
                  <c:v>1672.4504484178963</c:v>
                </c:pt>
                <c:pt idx="3867">
                  <c:v>1669.864212130828</c:v>
                </c:pt>
                <c:pt idx="3868">
                  <c:v>1670.3467715332463</c:v>
                </c:pt>
                <c:pt idx="3869">
                  <c:v>1667.1802023747855</c:v>
                </c:pt>
                <c:pt idx="3870">
                  <c:v>1668.5595294480827</c:v>
                </c:pt>
                <c:pt idx="3871">
                  <c:v>1673.3027835512112</c:v>
                </c:pt>
                <c:pt idx="3872">
                  <c:v>1669.3524032913915</c:v>
                </c:pt>
                <c:pt idx="3873">
                  <c:v>1674.3492363072362</c:v>
                </c:pt>
                <c:pt idx="3874">
                  <c:v>1673.7093884366068</c:v>
                </c:pt>
                <c:pt idx="3875">
                  <c:v>1670.2606959247385</c:v>
                </c:pt>
                <c:pt idx="3876">
                  <c:v>1670.876048985612</c:v>
                </c:pt>
                <c:pt idx="3877">
                  <c:v>1670.1145014425174</c:v>
                </c:pt>
                <c:pt idx="3878">
                  <c:v>1671.3696114984291</c:v>
                </c:pt>
                <c:pt idx="3879">
                  <c:v>1663.9296396477525</c:v>
                </c:pt>
                <c:pt idx="3880">
                  <c:v>1662.6005650104062</c:v>
                </c:pt>
                <c:pt idx="3881">
                  <c:v>1659.8396377032514</c:v>
                </c:pt>
                <c:pt idx="3882">
                  <c:v>1656.4643434696525</c:v>
                </c:pt>
                <c:pt idx="3883">
                  <c:v>1658.3982415151884</c:v>
                </c:pt>
                <c:pt idx="3884">
                  <c:v>1658.0522990989086</c:v>
                </c:pt>
                <c:pt idx="3885">
                  <c:v>1654.0547279344698</c:v>
                </c:pt>
                <c:pt idx="3886">
                  <c:v>1654.9627867496238</c:v>
                </c:pt>
                <c:pt idx="3887">
                  <c:v>1652.4308586552736</c:v>
                </c:pt>
                <c:pt idx="3888">
                  <c:v>1651.4789101145761</c:v>
                </c:pt>
                <c:pt idx="3889">
                  <c:v>1657.7081620422407</c:v>
                </c:pt>
                <c:pt idx="3890">
                  <c:v>1658.7252717870958</c:v>
                </c:pt>
                <c:pt idx="3891">
                  <c:v>1657.7308998709882</c:v>
                </c:pt>
                <c:pt idx="3892">
                  <c:v>1657.6390589373041</c:v>
                </c:pt>
                <c:pt idx="3893">
                  <c:v>1655.2566372609183</c:v>
                </c:pt>
                <c:pt idx="3894">
                  <c:v>1654.3126025511538</c:v>
                </c:pt>
                <c:pt idx="3895">
                  <c:v>1650.655139475253</c:v>
                </c:pt>
                <c:pt idx="3896">
                  <c:v>1624.2004720043262</c:v>
                </c:pt>
                <c:pt idx="3897">
                  <c:v>1626.0043590357509</c:v>
                </c:pt>
                <c:pt idx="3898">
                  <c:v>1626.9966671570203</c:v>
                </c:pt>
                <c:pt idx="3899">
                  <c:v>1622.5607661322572</c:v>
                </c:pt>
                <c:pt idx="3900">
                  <c:v>1616.2713811368706</c:v>
                </c:pt>
                <c:pt idx="3901">
                  <c:v>1608.6936472359596</c:v>
                </c:pt>
                <c:pt idx="3902">
                  <c:v>1600.0234388674965</c:v>
                </c:pt>
                <c:pt idx="3903">
                  <c:v>1599.8150405005247</c:v>
                </c:pt>
                <c:pt idx="3904">
                  <c:v>1604.0963905699925</c:v>
                </c:pt>
                <c:pt idx="3905">
                  <c:v>1603.6312486733034</c:v>
                </c:pt>
                <c:pt idx="3906">
                  <c:v>1600.2870355218624</c:v>
                </c:pt>
                <c:pt idx="3907">
                  <c:v>1591.9931920420638</c:v>
                </c:pt>
                <c:pt idx="3908">
                  <c:v>1586.1930744040803</c:v>
                </c:pt>
                <c:pt idx="3909">
                  <c:v>1586.5517148292274</c:v>
                </c:pt>
                <c:pt idx="3910">
                  <c:v>1584.9300319083613</c:v>
                </c:pt>
                <c:pt idx="3911">
                  <c:v>1570.0845270225027</c:v>
                </c:pt>
                <c:pt idx="3912">
                  <c:v>1563.5705036134966</c:v>
                </c:pt>
                <c:pt idx="3913">
                  <c:v>1558.55190824902</c:v>
                </c:pt>
                <c:pt idx="3914">
                  <c:v>1523.6233181474154</c:v>
                </c:pt>
                <c:pt idx="3915">
                  <c:v>1523.6906302536975</c:v>
                </c:pt>
                <c:pt idx="3916">
                  <c:v>1521.7301747795523</c:v>
                </c:pt>
                <c:pt idx="3917">
                  <c:v>1516.3386963977482</c:v>
                </c:pt>
                <c:pt idx="3918">
                  <c:v>1514.9026376010106</c:v>
                </c:pt>
                <c:pt idx="3919">
                  <c:v>1511.007017800421</c:v>
                </c:pt>
                <c:pt idx="3920">
                  <c:v>1511.0042200141779</c:v>
                </c:pt>
                <c:pt idx="3921">
                  <c:v>1511.4149788825343</c:v>
                </c:pt>
                <c:pt idx="3922">
                  <c:v>1513.0506466008176</c:v>
                </c:pt>
                <c:pt idx="3923">
                  <c:v>1514.5149024793834</c:v>
                </c:pt>
                <c:pt idx="3924">
                  <c:v>1514.7328071847153</c:v>
                </c:pt>
                <c:pt idx="3925">
                  <c:v>1516.4796412209487</c:v>
                </c:pt>
                <c:pt idx="3926">
                  <c:v>1513.0369690017772</c:v>
                </c:pt>
                <c:pt idx="3927">
                  <c:v>1510.2125049194033</c:v>
                </c:pt>
                <c:pt idx="3928">
                  <c:v>1510.8124266990226</c:v>
                </c:pt>
                <c:pt idx="3929">
                  <c:v>1513.4991601095173</c:v>
                </c:pt>
                <c:pt idx="3930">
                  <c:v>1514.644505771445</c:v>
                </c:pt>
                <c:pt idx="3931">
                  <c:v>1511.2730340682945</c:v>
                </c:pt>
                <c:pt idx="3932">
                  <c:v>1509.4258472982681</c:v>
                </c:pt>
                <c:pt idx="3933">
                  <c:v>1512.6509425100489</c:v>
                </c:pt>
                <c:pt idx="3934">
                  <c:v>1512.7922413392375</c:v>
                </c:pt>
                <c:pt idx="3935">
                  <c:v>1510.2217437143033</c:v>
                </c:pt>
                <c:pt idx="3936">
                  <c:v>1510.4356402038811</c:v>
                </c:pt>
                <c:pt idx="3937">
                  <c:v>1509.9095320817112</c:v>
                </c:pt>
                <c:pt idx="3938">
                  <c:v>1512.086618746102</c:v>
                </c:pt>
                <c:pt idx="3939">
                  <c:v>1510.1746388402978</c:v>
                </c:pt>
                <c:pt idx="3940">
                  <c:v>1509.9370892260808</c:v>
                </c:pt>
                <c:pt idx="3941">
                  <c:v>1507.3619642046629</c:v>
                </c:pt>
                <c:pt idx="3942">
                  <c:v>1507.9775498709093</c:v>
                </c:pt>
                <c:pt idx="3943">
                  <c:v>1515.3245723651787</c:v>
                </c:pt>
                <c:pt idx="3944">
                  <c:v>1514.1426219116493</c:v>
                </c:pt>
                <c:pt idx="3945">
                  <c:v>1510.8292237073194</c:v>
                </c:pt>
                <c:pt idx="3946">
                  <c:v>1512.0850064608735</c:v>
                </c:pt>
                <c:pt idx="3947">
                  <c:v>1513.3597542943705</c:v>
                </c:pt>
                <c:pt idx="3948">
                  <c:v>1509.4181240606049</c:v>
                </c:pt>
                <c:pt idx="3949">
                  <c:v>1510.209040994122</c:v>
                </c:pt>
                <c:pt idx="3950">
                  <c:v>1512.4981682513499</c:v>
                </c:pt>
                <c:pt idx="3951">
                  <c:v>1510.4486808038384</c:v>
                </c:pt>
                <c:pt idx="3952">
                  <c:v>1511.5790708140037</c:v>
                </c:pt>
                <c:pt idx="3953">
                  <c:v>1511.1049699174318</c:v>
                </c:pt>
                <c:pt idx="3954">
                  <c:v>1511.5979556637108</c:v>
                </c:pt>
                <c:pt idx="3955">
                  <c:v>1508.8533179323281</c:v>
                </c:pt>
                <c:pt idx="3956">
                  <c:v>1506.8376963723949</c:v>
                </c:pt>
                <c:pt idx="3957">
                  <c:v>1508.5406665661792</c:v>
                </c:pt>
                <c:pt idx="3958">
                  <c:v>1511.7453307085277</c:v>
                </c:pt>
                <c:pt idx="3959">
                  <c:v>1507.9337702906059</c:v>
                </c:pt>
                <c:pt idx="3960">
                  <c:v>1518.1477111153156</c:v>
                </c:pt>
                <c:pt idx="3961">
                  <c:v>1516.4625023912486</c:v>
                </c:pt>
                <c:pt idx="3962">
                  <c:v>1516.2972728663844</c:v>
                </c:pt>
                <c:pt idx="3963">
                  <c:v>1515.4009585436597</c:v>
                </c:pt>
                <c:pt idx="3964">
                  <c:v>1513.1698195813308</c:v>
                </c:pt>
                <c:pt idx="3965">
                  <c:v>1516.157268793836</c:v>
                </c:pt>
                <c:pt idx="3966">
                  <c:v>1513.4422580041332</c:v>
                </c:pt>
                <c:pt idx="3967">
                  <c:v>1514.5811518693329</c:v>
                </c:pt>
                <c:pt idx="3968">
                  <c:v>1517.8872208958387</c:v>
                </c:pt>
                <c:pt idx="3969">
                  <c:v>1516.1888122510363</c:v>
                </c:pt>
                <c:pt idx="3970">
                  <c:v>1513.9031602702294</c:v>
                </c:pt>
                <c:pt idx="3971">
                  <c:v>1510.7723545561953</c:v>
                </c:pt>
                <c:pt idx="3972">
                  <c:v>1515.3283584603253</c:v>
                </c:pt>
                <c:pt idx="3973">
                  <c:v>1522.2629679507734</c:v>
                </c:pt>
                <c:pt idx="3974">
                  <c:v>1521.4816255009384</c:v>
                </c:pt>
                <c:pt idx="3975">
                  <c:v>1521.1981651769902</c:v>
                </c:pt>
                <c:pt idx="3976">
                  <c:v>1518.8877018959574</c:v>
                </c:pt>
                <c:pt idx="3977">
                  <c:v>1523.0015690507196</c:v>
                </c:pt>
                <c:pt idx="3978">
                  <c:v>1491.5595324406941</c:v>
                </c:pt>
                <c:pt idx="3979">
                  <c:v>1466.9272091283126</c:v>
                </c:pt>
                <c:pt idx="3980">
                  <c:v>1435.8349346321581</c:v>
                </c:pt>
                <c:pt idx="3981">
                  <c:v>1435.225151969586</c:v>
                </c:pt>
                <c:pt idx="3982">
                  <c:v>1435.468319368191</c:v>
                </c:pt>
                <c:pt idx="3983">
                  <c:v>1435.8999630650578</c:v>
                </c:pt>
                <c:pt idx="3984">
                  <c:v>1433.768578949607</c:v>
                </c:pt>
                <c:pt idx="3985">
                  <c:v>1433.3083134224066</c:v>
                </c:pt>
                <c:pt idx="3986">
                  <c:v>1431.7033779465073</c:v>
                </c:pt>
                <c:pt idx="3987">
                  <c:v>1420.3640309901093</c:v>
                </c:pt>
                <c:pt idx="3988">
                  <c:v>1417.940385321273</c:v>
                </c:pt>
                <c:pt idx="3989">
                  <c:v>1418.4932259023824</c:v>
                </c:pt>
                <c:pt idx="3990">
                  <c:v>1415.1854097346557</c:v>
                </c:pt>
                <c:pt idx="3991">
                  <c:v>1413.3837955484478</c:v>
                </c:pt>
                <c:pt idx="3992">
                  <c:v>1413.0649472925368</c:v>
                </c:pt>
                <c:pt idx="3993">
                  <c:v>1412.5629872955847</c:v>
                </c:pt>
                <c:pt idx="3994">
                  <c:v>1409.526414161885</c:v>
                </c:pt>
                <c:pt idx="3995">
                  <c:v>1413.5065598061628</c:v>
                </c:pt>
                <c:pt idx="3996">
                  <c:v>1426.3267542585827</c:v>
                </c:pt>
                <c:pt idx="3997">
                  <c:v>1425.4648245520607</c:v>
                </c:pt>
                <c:pt idx="3998">
                  <c:v>1428.1330615705879</c:v>
                </c:pt>
                <c:pt idx="3999">
                  <c:v>1405.1334505397874</c:v>
                </c:pt>
                <c:pt idx="4000">
                  <c:v>1383.5295094583694</c:v>
                </c:pt>
                <c:pt idx="4001">
                  <c:v>1422.3506266436398</c:v>
                </c:pt>
                <c:pt idx="4002">
                  <c:v>1381.1218678568966</c:v>
                </c:pt>
                <c:pt idx="4003">
                  <c:v>1376.8971345956252</c:v>
                </c:pt>
                <c:pt idx="4004">
                  <c:v>1379.4740751656868</c:v>
                </c:pt>
                <c:pt idx="4005">
                  <c:v>1375.6595592036299</c:v>
                </c:pt>
                <c:pt idx="4006">
                  <c:v>1368.2794518119781</c:v>
                </c:pt>
                <c:pt idx="4007">
                  <c:v>1367.5738689812654</c:v>
                </c:pt>
                <c:pt idx="4008">
                  <c:v>1361.492560281192</c:v>
                </c:pt>
                <c:pt idx="4009">
                  <c:v>1360.0235428914978</c:v>
                </c:pt>
                <c:pt idx="4010">
                  <c:v>1308.6528343021942</c:v>
                </c:pt>
                <c:pt idx="4011">
                  <c:v>1267.0225852556155</c:v>
                </c:pt>
                <c:pt idx="4012">
                  <c:v>1265.832393638754</c:v>
                </c:pt>
                <c:pt idx="4013">
                  <c:v>1269.9753008036739</c:v>
                </c:pt>
                <c:pt idx="4014">
                  <c:v>1269.749335782333</c:v>
                </c:pt>
                <c:pt idx="4015">
                  <c:v>1265.7508385079118</c:v>
                </c:pt>
                <c:pt idx="4016">
                  <c:v>1267.6592779518662</c:v>
                </c:pt>
                <c:pt idx="4017">
                  <c:v>1273.5301700367586</c:v>
                </c:pt>
                <c:pt idx="4018">
                  <c:v>1228.6243622483739</c:v>
                </c:pt>
                <c:pt idx="4019">
                  <c:v>1230.4982666613282</c:v>
                </c:pt>
                <c:pt idx="4020">
                  <c:v>1223.2910644132221</c:v>
                </c:pt>
                <c:pt idx="4021">
                  <c:v>1220.6787396440245</c:v>
                </c:pt>
                <c:pt idx="4022">
                  <c:v>1218.0513782217447</c:v>
                </c:pt>
                <c:pt idx="4023">
                  <c:v>1217.1392507926134</c:v>
                </c:pt>
                <c:pt idx="4024">
                  <c:v>1215.8575482435733</c:v>
                </c:pt>
                <c:pt idx="4025">
                  <c:v>1214.9222818827222</c:v>
                </c:pt>
                <c:pt idx="4026">
                  <c:v>1216.2649217756643</c:v>
                </c:pt>
                <c:pt idx="4027">
                  <c:v>1214.0589701424642</c:v>
                </c:pt>
                <c:pt idx="4028">
                  <c:v>1212.5957927855936</c:v>
                </c:pt>
                <c:pt idx="4029">
                  <c:v>1212.2979450415899</c:v>
                </c:pt>
                <c:pt idx="4030">
                  <c:v>1214.597561691211</c:v>
                </c:pt>
                <c:pt idx="4031">
                  <c:v>1212.4194818770068</c:v>
                </c:pt>
                <c:pt idx="4032">
                  <c:v>1209.8757468805268</c:v>
                </c:pt>
                <c:pt idx="4033">
                  <c:v>1208.2141697037487</c:v>
                </c:pt>
                <c:pt idx="4034">
                  <c:v>1205.5077738218793</c:v>
                </c:pt>
                <c:pt idx="4035">
                  <c:v>1202.8228877300123</c:v>
                </c:pt>
                <c:pt idx="4036">
                  <c:v>1202.7202037744762</c:v>
                </c:pt>
                <c:pt idx="4037">
                  <c:v>1203.0026080537352</c:v>
                </c:pt>
                <c:pt idx="4038">
                  <c:v>1203.238019335761</c:v>
                </c:pt>
                <c:pt idx="4039">
                  <c:v>1183.751244537001</c:v>
                </c:pt>
                <c:pt idx="4040">
                  <c:v>1179.3649067440826</c:v>
                </c:pt>
                <c:pt idx="4041">
                  <c:v>1178.3938821862403</c:v>
                </c:pt>
                <c:pt idx="4042">
                  <c:v>1182.9928243686379</c:v>
                </c:pt>
                <c:pt idx="4043">
                  <c:v>1180.8396283145873</c:v>
                </c:pt>
                <c:pt idx="4044">
                  <c:v>1178.5033372387604</c:v>
                </c:pt>
                <c:pt idx="4045">
                  <c:v>1183.9286531845105</c:v>
                </c:pt>
                <c:pt idx="4046">
                  <c:v>1184.964565710809</c:v>
                </c:pt>
                <c:pt idx="4047">
                  <c:v>1185.0025958217236</c:v>
                </c:pt>
                <c:pt idx="4048">
                  <c:v>1181.9955045503261</c:v>
                </c:pt>
                <c:pt idx="4049">
                  <c:v>1180.5604466814762</c:v>
                </c:pt>
                <c:pt idx="4050">
                  <c:v>1179.5660912418948</c:v>
                </c:pt>
                <c:pt idx="4051">
                  <c:v>1178.5125781135482</c:v>
                </c:pt>
                <c:pt idx="4052">
                  <c:v>1177.2375082585963</c:v>
                </c:pt>
                <c:pt idx="4053">
                  <c:v>1174.7054941603215</c:v>
                </c:pt>
                <c:pt idx="4054">
                  <c:v>1175.380891282256</c:v>
                </c:pt>
                <c:pt idx="4055">
                  <c:v>1178.5346519207803</c:v>
                </c:pt>
                <c:pt idx="4056">
                  <c:v>1176.6684291484873</c:v>
                </c:pt>
                <c:pt idx="4057">
                  <c:v>1179.156905386046</c:v>
                </c:pt>
                <c:pt idx="4058">
                  <c:v>1175.925088197891</c:v>
                </c:pt>
                <c:pt idx="4059">
                  <c:v>1174.6812602271589</c:v>
                </c:pt>
                <c:pt idx="4060">
                  <c:v>1175.8694871011517</c:v>
                </c:pt>
                <c:pt idx="4061">
                  <c:v>1176.1805549893104</c:v>
                </c:pt>
                <c:pt idx="4062">
                  <c:v>1177.0374645405641</c:v>
                </c:pt>
                <c:pt idx="4063">
                  <c:v>1177.8852065683704</c:v>
                </c:pt>
                <c:pt idx="4064">
                  <c:v>1176.2286857567365</c:v>
                </c:pt>
                <c:pt idx="4065">
                  <c:v>1175.5562742545526</c:v>
                </c:pt>
                <c:pt idx="4066">
                  <c:v>1175.720395481683</c:v>
                </c:pt>
                <c:pt idx="4067">
                  <c:v>1175.0909987966513</c:v>
                </c:pt>
                <c:pt idx="4068">
                  <c:v>1175.0739333016579</c:v>
                </c:pt>
                <c:pt idx="4069">
                  <c:v>1174.9427885584462</c:v>
                </c:pt>
                <c:pt idx="4070">
                  <c:v>1172.7912961486254</c:v>
                </c:pt>
                <c:pt idx="4071">
                  <c:v>1172.1888832490822</c:v>
                </c:pt>
                <c:pt idx="4072">
                  <c:v>1170.8038493188249</c:v>
                </c:pt>
                <c:pt idx="4073">
                  <c:v>1169.3359525583667</c:v>
                </c:pt>
                <c:pt idx="4074">
                  <c:v>1168.7350857142856</c:v>
                </c:pt>
                <c:pt idx="4075">
                  <c:v>1171.3192248746684</c:v>
                </c:pt>
                <c:pt idx="4076">
                  <c:v>1167.7452196069889</c:v>
                </c:pt>
                <c:pt idx="4077">
                  <c:v>1167.5369470152059</c:v>
                </c:pt>
                <c:pt idx="4078">
                  <c:v>1168.7000364479734</c:v>
                </c:pt>
                <c:pt idx="4079">
                  <c:v>1170.4908042457073</c:v>
                </c:pt>
                <c:pt idx="4080">
                  <c:v>1170.1390414920506</c:v>
                </c:pt>
                <c:pt idx="4081">
                  <c:v>1167.7537689507667</c:v>
                </c:pt>
                <c:pt idx="4082">
                  <c:v>1166.8994828758482</c:v>
                </c:pt>
                <c:pt idx="4083">
                  <c:v>1164.9259439307139</c:v>
                </c:pt>
                <c:pt idx="4084">
                  <c:v>1168.8930918047911</c:v>
                </c:pt>
                <c:pt idx="4085">
                  <c:v>1167.1552132085592</c:v>
                </c:pt>
                <c:pt idx="4086">
                  <c:v>1164.4437201903886</c:v>
                </c:pt>
                <c:pt idx="4087">
                  <c:v>1168.1059007398176</c:v>
                </c:pt>
                <c:pt idx="4088">
                  <c:v>1167.7514079057307</c:v>
                </c:pt>
                <c:pt idx="4089">
                  <c:v>1167.9162103291749</c:v>
                </c:pt>
                <c:pt idx="4090">
                  <c:v>1167.8357183550499</c:v>
                </c:pt>
                <c:pt idx="4091">
                  <c:v>1167.5427272540387</c:v>
                </c:pt>
                <c:pt idx="4092">
                  <c:v>1161.3121817997851</c:v>
                </c:pt>
                <c:pt idx="4093">
                  <c:v>1162.4921030178771</c:v>
                </c:pt>
                <c:pt idx="4094">
                  <c:v>1164.4132183408813</c:v>
                </c:pt>
                <c:pt idx="4095">
                  <c:v>1164.1335675822177</c:v>
                </c:pt>
                <c:pt idx="4096">
                  <c:v>1166.4492018660117</c:v>
                </c:pt>
                <c:pt idx="4097">
                  <c:v>1170.1868541233925</c:v>
                </c:pt>
                <c:pt idx="4098">
                  <c:v>1169.1265749221698</c:v>
                </c:pt>
                <c:pt idx="4099">
                  <c:v>1170.9506982982214</c:v>
                </c:pt>
                <c:pt idx="4100">
                  <c:v>1157.3476956527597</c:v>
                </c:pt>
                <c:pt idx="4101">
                  <c:v>1126.8540527843656</c:v>
                </c:pt>
                <c:pt idx="4102">
                  <c:v>1138.4959283765406</c:v>
                </c:pt>
                <c:pt idx="4103">
                  <c:v>1116.4684982221006</c:v>
                </c:pt>
                <c:pt idx="4104">
                  <c:v>1115.3274386907519</c:v>
                </c:pt>
                <c:pt idx="4105">
                  <c:v>1115.6154416478414</c:v>
                </c:pt>
                <c:pt idx="4106">
                  <c:v>1116.4569452263866</c:v>
                </c:pt>
                <c:pt idx="4107">
                  <c:v>1117.2741990477557</c:v>
                </c:pt>
                <c:pt idx="4108">
                  <c:v>1118.9238420976815</c:v>
                </c:pt>
                <c:pt idx="4109">
                  <c:v>1117.5441648192943</c:v>
                </c:pt>
                <c:pt idx="4110">
                  <c:v>1116.8794129242749</c:v>
                </c:pt>
                <c:pt idx="4111">
                  <c:v>1120.4375763464793</c:v>
                </c:pt>
                <c:pt idx="4112">
                  <c:v>1122.436224093444</c:v>
                </c:pt>
                <c:pt idx="4113">
                  <c:v>1122.4282485416368</c:v>
                </c:pt>
                <c:pt idx="4114">
                  <c:v>1123.1012093381353</c:v>
                </c:pt>
                <c:pt idx="4115">
                  <c:v>1122.8064410720908</c:v>
                </c:pt>
                <c:pt idx="4116">
                  <c:v>1124.5402324575246</c:v>
                </c:pt>
                <c:pt idx="4117">
                  <c:v>1128.1356766208835</c:v>
                </c:pt>
                <c:pt idx="4118">
                  <c:v>1132.4058162075296</c:v>
                </c:pt>
                <c:pt idx="4119">
                  <c:v>1133.5250482155775</c:v>
                </c:pt>
                <c:pt idx="4120">
                  <c:v>1129.1575221493135</c:v>
                </c:pt>
                <c:pt idx="4121">
                  <c:v>1128.9796037471526</c:v>
                </c:pt>
                <c:pt idx="4122">
                  <c:v>1126.7457335672652</c:v>
                </c:pt>
                <c:pt idx="4123">
                  <c:v>1127.1481064624929</c:v>
                </c:pt>
                <c:pt idx="4124">
                  <c:v>1125.3820365244401</c:v>
                </c:pt>
                <c:pt idx="4125">
                  <c:v>1125.6771267346901</c:v>
                </c:pt>
                <c:pt idx="4126">
                  <c:v>1125.3995964505295</c:v>
                </c:pt>
                <c:pt idx="4127">
                  <c:v>1122.555518165653</c:v>
                </c:pt>
                <c:pt idx="4128">
                  <c:v>1122.0997398332252</c:v>
                </c:pt>
                <c:pt idx="4129">
                  <c:v>1119.9735697287492</c:v>
                </c:pt>
                <c:pt idx="4130">
                  <c:v>1122.4693897996963</c:v>
                </c:pt>
                <c:pt idx="4131">
                  <c:v>1128.0373830778062</c:v>
                </c:pt>
                <c:pt idx="4132">
                  <c:v>1128.1277617084345</c:v>
                </c:pt>
                <c:pt idx="4133">
                  <c:v>1129.0994872807987</c:v>
                </c:pt>
                <c:pt idx="4134">
                  <c:v>1129.6661163663562</c:v>
                </c:pt>
                <c:pt idx="4135">
                  <c:v>1129.3609555660494</c:v>
                </c:pt>
                <c:pt idx="4136">
                  <c:v>1130.8503018828824</c:v>
                </c:pt>
                <c:pt idx="4137">
                  <c:v>1131.0239598889405</c:v>
                </c:pt>
                <c:pt idx="4138">
                  <c:v>1133.0979014563761</c:v>
                </c:pt>
                <c:pt idx="4139">
                  <c:v>1134.6899083813717</c:v>
                </c:pt>
                <c:pt idx="4140">
                  <c:v>1137.2040575790545</c:v>
                </c:pt>
                <c:pt idx="4141">
                  <c:v>1135.9831735729983</c:v>
                </c:pt>
                <c:pt idx="4142">
                  <c:v>1139.2224558551366</c:v>
                </c:pt>
                <c:pt idx="4143">
                  <c:v>1139.0953284669965</c:v>
                </c:pt>
                <c:pt idx="4144">
                  <c:v>1147.3750375179648</c:v>
                </c:pt>
                <c:pt idx="4145">
                  <c:v>1145.5309030636943</c:v>
                </c:pt>
                <c:pt idx="4146">
                  <c:v>1144.924532159238</c:v>
                </c:pt>
                <c:pt idx="4147">
                  <c:v>1146.7073184999872</c:v>
                </c:pt>
                <c:pt idx="4148">
                  <c:v>1109.2422066941624</c:v>
                </c:pt>
                <c:pt idx="4149">
                  <c:v>1108.5129189264792</c:v>
                </c:pt>
                <c:pt idx="4150">
                  <c:v>1110.0082600144715</c:v>
                </c:pt>
                <c:pt idx="4151">
                  <c:v>1109.6408296902296</c:v>
                </c:pt>
                <c:pt idx="4152">
                  <c:v>1106.5855299008417</c:v>
                </c:pt>
                <c:pt idx="4153">
                  <c:v>1104.3100490326749</c:v>
                </c:pt>
                <c:pt idx="4154">
                  <c:v>1107.402994195834</c:v>
                </c:pt>
                <c:pt idx="4155">
                  <c:v>1107.3681199721939</c:v>
                </c:pt>
                <c:pt idx="4156">
                  <c:v>1106.7261715925956</c:v>
                </c:pt>
                <c:pt idx="4157">
                  <c:v>1107.1765057410955</c:v>
                </c:pt>
                <c:pt idx="4158">
                  <c:v>1105.6453517081156</c:v>
                </c:pt>
                <c:pt idx="4159">
                  <c:v>1115.7198155207632</c:v>
                </c:pt>
                <c:pt idx="4160">
                  <c:v>1113.8359073895026</c:v>
                </c:pt>
                <c:pt idx="4161">
                  <c:v>1105.8221800103902</c:v>
                </c:pt>
                <c:pt idx="4162">
                  <c:v>1154.3588733956633</c:v>
                </c:pt>
                <c:pt idx="4163">
                  <c:v>1153.4977051218043</c:v>
                </c:pt>
                <c:pt idx="4164">
                  <c:v>1151.4158388812002</c:v>
                </c:pt>
                <c:pt idx="4165">
                  <c:v>1148.6409951045614</c:v>
                </c:pt>
                <c:pt idx="4166">
                  <c:v>1151.3078303105588</c:v>
                </c:pt>
                <c:pt idx="4167">
                  <c:v>1153.2945602537864</c:v>
                </c:pt>
                <c:pt idx="4168">
                  <c:v>1155.834059638614</c:v>
                </c:pt>
                <c:pt idx="4169">
                  <c:v>1154.7839858018431</c:v>
                </c:pt>
                <c:pt idx="4170">
                  <c:v>1155.7607815617662</c:v>
                </c:pt>
                <c:pt idx="4171">
                  <c:v>1153.7064154640555</c:v>
                </c:pt>
                <c:pt idx="4172">
                  <c:v>1153.3748201211843</c:v>
                </c:pt>
                <c:pt idx="4173">
                  <c:v>1153.4634701552152</c:v>
                </c:pt>
                <c:pt idx="4174">
                  <c:v>1153.1882168880313</c:v>
                </c:pt>
                <c:pt idx="4175">
                  <c:v>1150.0820435005799</c:v>
                </c:pt>
                <c:pt idx="4176">
                  <c:v>1148.532327313223</c:v>
                </c:pt>
                <c:pt idx="4177">
                  <c:v>1146.0351439209194</c:v>
                </c:pt>
                <c:pt idx="4178">
                  <c:v>1143.7289604101409</c:v>
                </c:pt>
                <c:pt idx="4179">
                  <c:v>1144.6684945143304</c:v>
                </c:pt>
                <c:pt idx="4180">
                  <c:v>1144.3937624578884</c:v>
                </c:pt>
                <c:pt idx="4181">
                  <c:v>1140.6373480680268</c:v>
                </c:pt>
                <c:pt idx="4182">
                  <c:v>1138.7516216281595</c:v>
                </c:pt>
                <c:pt idx="4183">
                  <c:v>1139.111199749816</c:v>
                </c:pt>
                <c:pt idx="4184">
                  <c:v>1143.0981161620225</c:v>
                </c:pt>
                <c:pt idx="4185">
                  <c:v>1147.5533313687108</c:v>
                </c:pt>
                <c:pt idx="4186">
                  <c:v>1147.9020729467754</c:v>
                </c:pt>
                <c:pt idx="4187">
                  <c:v>1149.5825518042668</c:v>
                </c:pt>
                <c:pt idx="4188">
                  <c:v>1151.4796085598691</c:v>
                </c:pt>
                <c:pt idx="4189">
                  <c:v>1150.9399819984285</c:v>
                </c:pt>
                <c:pt idx="4190">
                  <c:v>1149.1407082192929</c:v>
                </c:pt>
                <c:pt idx="4191">
                  <c:v>1152.1305577931819</c:v>
                </c:pt>
                <c:pt idx="4192">
                  <c:v>1151.5170780186213</c:v>
                </c:pt>
                <c:pt idx="4193">
                  <c:v>1146.6996198708698</c:v>
                </c:pt>
                <c:pt idx="4194">
                  <c:v>1148.2689844033473</c:v>
                </c:pt>
                <c:pt idx="4195">
                  <c:v>1151.356517084618</c:v>
                </c:pt>
                <c:pt idx="4196">
                  <c:v>1153.1245830105981</c:v>
                </c:pt>
                <c:pt idx="4197">
                  <c:v>1150.7483634087687</c:v>
                </c:pt>
                <c:pt idx="4198">
                  <c:v>1153.9102830265779</c:v>
                </c:pt>
                <c:pt idx="4199">
                  <c:v>1157.7885117965761</c:v>
                </c:pt>
                <c:pt idx="4200">
                  <c:v>1157.7105490520114</c:v>
                </c:pt>
                <c:pt idx="4201">
                  <c:v>1168.6977084940452</c:v>
                </c:pt>
                <c:pt idx="4202">
                  <c:v>1173.6538339087908</c:v>
                </c:pt>
                <c:pt idx="4203">
                  <c:v>1170.9236907716288</c:v>
                </c:pt>
                <c:pt idx="4204">
                  <c:v>1173.648735437167</c:v>
                </c:pt>
                <c:pt idx="4205">
                  <c:v>1171.167503484613</c:v>
                </c:pt>
                <c:pt idx="4206">
                  <c:v>1174.5504278730866</c:v>
                </c:pt>
                <c:pt idx="4207">
                  <c:v>1176.1053606698397</c:v>
                </c:pt>
                <c:pt idx="4208">
                  <c:v>1176.2039736405877</c:v>
                </c:pt>
                <c:pt idx="4209">
                  <c:v>1173.4347035763049</c:v>
                </c:pt>
                <c:pt idx="4210">
                  <c:v>1170.429374374605</c:v>
                </c:pt>
                <c:pt idx="4211">
                  <c:v>1170.2482939042138</c:v>
                </c:pt>
                <c:pt idx="4212">
                  <c:v>1174.1280861174685</c:v>
                </c:pt>
                <c:pt idx="4213">
                  <c:v>1176.5041342586208</c:v>
                </c:pt>
                <c:pt idx="4214">
                  <c:v>1171.6343961399334</c:v>
                </c:pt>
                <c:pt idx="4215">
                  <c:v>1173.8874397183095</c:v>
                </c:pt>
                <c:pt idx="4216">
                  <c:v>1172.3462918706025</c:v>
                </c:pt>
                <c:pt idx="4217">
                  <c:v>1173.3614501497277</c:v>
                </c:pt>
                <c:pt idx="4218">
                  <c:v>1176.9140976494034</c:v>
                </c:pt>
                <c:pt idx="4219">
                  <c:v>1175.9084650868194</c:v>
                </c:pt>
                <c:pt idx="4220">
                  <c:v>1171.7372301066553</c:v>
                </c:pt>
                <c:pt idx="4221">
                  <c:v>1175.756132335642</c:v>
                </c:pt>
                <c:pt idx="4222">
                  <c:v>1171.4509688210671</c:v>
                </c:pt>
                <c:pt idx="4223">
                  <c:v>1166.1967771769084</c:v>
                </c:pt>
                <c:pt idx="4224">
                  <c:v>1161.3729542060546</c:v>
                </c:pt>
                <c:pt idx="4225">
                  <c:v>1165.1258301297464</c:v>
                </c:pt>
                <c:pt idx="4226">
                  <c:v>1164.0012442620193</c:v>
                </c:pt>
                <c:pt idx="4227">
                  <c:v>1190.796932730372</c:v>
                </c:pt>
                <c:pt idx="4228">
                  <c:v>1183.1729344010394</c:v>
                </c:pt>
                <c:pt idx="4229">
                  <c:v>1198.1915076993309</c:v>
                </c:pt>
                <c:pt idx="4230">
                  <c:v>1203.209168329859</c:v>
                </c:pt>
                <c:pt idx="4231">
                  <c:v>1201.0663886651969</c:v>
                </c:pt>
                <c:pt idx="4232">
                  <c:v>1197.5314349957578</c:v>
                </c:pt>
                <c:pt idx="4233">
                  <c:v>1200.3254168773217</c:v>
                </c:pt>
                <c:pt idx="4234">
                  <c:v>1202.7622357875052</c:v>
                </c:pt>
                <c:pt idx="4235">
                  <c:v>1199.3373480642754</c:v>
                </c:pt>
                <c:pt idx="4236">
                  <c:v>1195.0959602948653</c:v>
                </c:pt>
                <c:pt idx="4237">
                  <c:v>1200.0154004869555</c:v>
                </c:pt>
                <c:pt idx="4238">
                  <c:v>1193.28696623831</c:v>
                </c:pt>
                <c:pt idx="4239">
                  <c:v>1193.3009704275664</c:v>
                </c:pt>
                <c:pt idx="4240">
                  <c:v>1206.9177821763942</c:v>
                </c:pt>
                <c:pt idx="4241">
                  <c:v>1208.5057313162711</c:v>
                </c:pt>
                <c:pt idx="4242">
                  <c:v>1232.9991086431576</c:v>
                </c:pt>
                <c:pt idx="4243">
                  <c:v>1232.043220346779</c:v>
                </c:pt>
                <c:pt idx="4244">
                  <c:v>1215.1849655081137</c:v>
                </c:pt>
                <c:pt idx="4245">
                  <c:v>1212.6751619363736</c:v>
                </c:pt>
                <c:pt idx="4246">
                  <c:v>1160.058461002599</c:v>
                </c:pt>
                <c:pt idx="4247">
                  <c:v>1150.9868023467884</c:v>
                </c:pt>
                <c:pt idx="4248">
                  <c:v>1154.2788042126078</c:v>
                </c:pt>
                <c:pt idx="4249">
                  <c:v>1175.4040552113179</c:v>
                </c:pt>
                <c:pt idx="4250">
                  <c:v>1268.0808917575623</c:v>
                </c:pt>
                <c:pt idx="4251">
                  <c:v>1268.0264479449734</c:v>
                </c:pt>
                <c:pt idx="4252">
                  <c:v>1278.3654114635856</c:v>
                </c:pt>
                <c:pt idx="4253">
                  <c:v>1267.1330168925149</c:v>
                </c:pt>
                <c:pt idx="4254">
                  <c:v>1278.7507817727328</c:v>
                </c:pt>
                <c:pt idx="4255">
                  <c:v>1280.0390894053685</c:v>
                </c:pt>
                <c:pt idx="4256">
                  <c:v>1283.5011219576659</c:v>
                </c:pt>
                <c:pt idx="4257">
                  <c:v>1284.0389188163413</c:v>
                </c:pt>
                <c:pt idx="4258">
                  <c:v>1285.6624522547615</c:v>
                </c:pt>
                <c:pt idx="4259">
                  <c:v>1300.174398234868</c:v>
                </c:pt>
                <c:pt idx="4260">
                  <c:v>1333.4454094471369</c:v>
                </c:pt>
                <c:pt idx="4261">
                  <c:v>1333.8091676858073</c:v>
                </c:pt>
                <c:pt idx="4262">
                  <c:v>1363.1916115659221</c:v>
                </c:pt>
                <c:pt idx="4263">
                  <c:v>1371.9261798066573</c:v>
                </c:pt>
                <c:pt idx="4264">
                  <c:v>1375.5535514864318</c:v>
                </c:pt>
                <c:pt idx="4265">
                  <c:v>1387.9267812096323</c:v>
                </c:pt>
                <c:pt idx="4266">
                  <c:v>1399.1707686224534</c:v>
                </c:pt>
                <c:pt idx="4267">
                  <c:v>1511.8502412397033</c:v>
                </c:pt>
                <c:pt idx="4268">
                  <c:v>1509.1509006214815</c:v>
                </c:pt>
                <c:pt idx="4269">
                  <c:v>1498.9890860348753</c:v>
                </c:pt>
                <c:pt idx="4270">
                  <c:v>1501.5567355609564</c:v>
                </c:pt>
                <c:pt idx="4271">
                  <c:v>1500.1536236169388</c:v>
                </c:pt>
                <c:pt idx="4272">
                  <c:v>1499.6834499476026</c:v>
                </c:pt>
                <c:pt idx="4273">
                  <c:v>1498.6433787108533</c:v>
                </c:pt>
                <c:pt idx="4274">
                  <c:v>1500.1959533528145</c:v>
                </c:pt>
                <c:pt idx="4275">
                  <c:v>1496.6819389919658</c:v>
                </c:pt>
                <c:pt idx="4276">
                  <c:v>1491.6834162128011</c:v>
                </c:pt>
                <c:pt idx="4277">
                  <c:v>1494.3026551635448</c:v>
                </c:pt>
                <c:pt idx="4278">
                  <c:v>1496.7356277243073</c:v>
                </c:pt>
                <c:pt idx="4279">
                  <c:v>1492.0390862138709</c:v>
                </c:pt>
                <c:pt idx="4280">
                  <c:v>1488.5085016537944</c:v>
                </c:pt>
                <c:pt idx="4281">
                  <c:v>1499.7178728557078</c:v>
                </c:pt>
                <c:pt idx="4282">
                  <c:v>1497.3616645221528</c:v>
                </c:pt>
                <c:pt idx="4283">
                  <c:v>1499.033174756117</c:v>
                </c:pt>
                <c:pt idx="4284">
                  <c:v>1511.5343522362209</c:v>
                </c:pt>
                <c:pt idx="4285">
                  <c:v>1519.5026309472912</c:v>
                </c:pt>
                <c:pt idx="4286">
                  <c:v>1528.019183837514</c:v>
                </c:pt>
                <c:pt idx="4287">
                  <c:v>1531.6357581893906</c:v>
                </c:pt>
                <c:pt idx="4288">
                  <c:v>1528.7315634412296</c:v>
                </c:pt>
                <c:pt idx="4289">
                  <c:v>1529.6105531308174</c:v>
                </c:pt>
                <c:pt idx="4290">
                  <c:v>1526.6408890603041</c:v>
                </c:pt>
                <c:pt idx="4291">
                  <c:v>1524.3461034440913</c:v>
                </c:pt>
                <c:pt idx="4292">
                  <c:v>1521.4569187554091</c:v>
                </c:pt>
                <c:pt idx="4293">
                  <c:v>1519.5340894241226</c:v>
                </c:pt>
                <c:pt idx="4294">
                  <c:v>1519.1864950654181</c:v>
                </c:pt>
                <c:pt idx="4295">
                  <c:v>1525.7041834108202</c:v>
                </c:pt>
                <c:pt idx="4296">
                  <c:v>1532.6627406493053</c:v>
                </c:pt>
                <c:pt idx="4297">
                  <c:v>1539.905743243062</c:v>
                </c:pt>
                <c:pt idx="4298">
                  <c:v>1538.8936739161995</c:v>
                </c:pt>
                <c:pt idx="4299">
                  <c:v>1526.2513217785815</c:v>
                </c:pt>
                <c:pt idx="4300">
                  <c:v>1523.67120354452</c:v>
                </c:pt>
                <c:pt idx="4301">
                  <c:v>1514.2825537897988</c:v>
                </c:pt>
                <c:pt idx="4302">
                  <c:v>1499.024724432318</c:v>
                </c:pt>
                <c:pt idx="4303">
                  <c:v>1494.130340814273</c:v>
                </c:pt>
                <c:pt idx="4304">
                  <c:v>1496.782033138343</c:v>
                </c:pt>
                <c:pt idx="4305">
                  <c:v>1503.0327679049433</c:v>
                </c:pt>
                <c:pt idx="4306">
                  <c:v>1518.2590411505364</c:v>
                </c:pt>
                <c:pt idx="4307">
                  <c:v>1518.7162876759533</c:v>
                </c:pt>
                <c:pt idx="4308">
                  <c:v>1519.2300620494641</c:v>
                </c:pt>
                <c:pt idx="4309">
                  <c:v>1515.0257770989954</c:v>
                </c:pt>
                <c:pt idx="4310">
                  <c:v>1504.9494440524475</c:v>
                </c:pt>
                <c:pt idx="4311">
                  <c:v>1504.611028824012</c:v>
                </c:pt>
                <c:pt idx="4312">
                  <c:v>1511.3768963559933</c:v>
                </c:pt>
                <c:pt idx="4313">
                  <c:v>1518.5211369935575</c:v>
                </c:pt>
                <c:pt idx="4314">
                  <c:v>1523.5026943527216</c:v>
                </c:pt>
                <c:pt idx="4315">
                  <c:v>1520.3086250725398</c:v>
                </c:pt>
                <c:pt idx="4316">
                  <c:v>1513.9604203173064</c:v>
                </c:pt>
                <c:pt idx="4317">
                  <c:v>1510.954336522344</c:v>
                </c:pt>
                <c:pt idx="4318">
                  <c:v>1508.9446005849195</c:v>
                </c:pt>
                <c:pt idx="4319">
                  <c:v>1508.0002756872668</c:v>
                </c:pt>
                <c:pt idx="4320">
                  <c:v>1501.7987201690698</c:v>
                </c:pt>
                <c:pt idx="4321">
                  <c:v>1502.4294549900983</c:v>
                </c:pt>
                <c:pt idx="4322">
                  <c:v>1503.3249968829689</c:v>
                </c:pt>
                <c:pt idx="4323">
                  <c:v>1510.2035126166854</c:v>
                </c:pt>
                <c:pt idx="4324">
                  <c:v>1518.1646260389593</c:v>
                </c:pt>
                <c:pt idx="4325">
                  <c:v>1518.8761408235664</c:v>
                </c:pt>
                <c:pt idx="4326">
                  <c:v>1526.4654089532789</c:v>
                </c:pt>
                <c:pt idx="4327">
                  <c:v>1514.1458132043342</c:v>
                </c:pt>
                <c:pt idx="4328">
                  <c:v>1521.1052362968057</c:v>
                </c:pt>
                <c:pt idx="4329">
                  <c:v>1521.5917236413754</c:v>
                </c:pt>
                <c:pt idx="4330">
                  <c:v>1527.7568669452621</c:v>
                </c:pt>
                <c:pt idx="4331">
                  <c:v>1531.867580867427</c:v>
                </c:pt>
                <c:pt idx="4332">
                  <c:v>1538.704738921653</c:v>
                </c:pt>
                <c:pt idx="4333">
                  <c:v>1539.4354466815628</c:v>
                </c:pt>
                <c:pt idx="4334">
                  <c:v>1537.4778519877232</c:v>
                </c:pt>
                <c:pt idx="4335">
                  <c:v>1539.2656920575607</c:v>
                </c:pt>
                <c:pt idx="4336">
                  <c:v>1537.3313988776583</c:v>
                </c:pt>
                <c:pt idx="4337">
                  <c:v>1539.8012613737358</c:v>
                </c:pt>
                <c:pt idx="4338">
                  <c:v>1543.04425035504</c:v>
                </c:pt>
                <c:pt idx="4339">
                  <c:v>1548.8792998775557</c:v>
                </c:pt>
                <c:pt idx="4340">
                  <c:v>1556.7693669521389</c:v>
                </c:pt>
                <c:pt idx="4341">
                  <c:v>1578.0269938933402</c:v>
                </c:pt>
                <c:pt idx="4342">
                  <c:v>1574.8706694899804</c:v>
                </c:pt>
                <c:pt idx="4343">
                  <c:v>1566.6240895988119</c:v>
                </c:pt>
                <c:pt idx="4344">
                  <c:v>1570.7200679859068</c:v>
                </c:pt>
                <c:pt idx="4345">
                  <c:v>1576.7376027030575</c:v>
                </c:pt>
                <c:pt idx="4346">
                  <c:v>1578.6127430327249</c:v>
                </c:pt>
                <c:pt idx="4347">
                  <c:v>1579.1337778912136</c:v>
                </c:pt>
                <c:pt idx="4348">
                  <c:v>1594.2553633577991</c:v>
                </c:pt>
                <c:pt idx="4349">
                  <c:v>1584.797770829244</c:v>
                </c:pt>
                <c:pt idx="4350">
                  <c:v>1620.7391093841043</c:v>
                </c:pt>
                <c:pt idx="4351">
                  <c:v>1640.4763799209761</c:v>
                </c:pt>
                <c:pt idx="4352">
                  <c:v>1621.1125520530911</c:v>
                </c:pt>
                <c:pt idx="4353">
                  <c:v>1617.4183522870896</c:v>
                </c:pt>
                <c:pt idx="4354">
                  <c:v>1605.3503811137186</c:v>
                </c:pt>
                <c:pt idx="4355">
                  <c:v>1601.6859986425582</c:v>
                </c:pt>
                <c:pt idx="4356">
                  <c:v>1601.7399142852885</c:v>
                </c:pt>
                <c:pt idx="4357">
                  <c:v>1592.967283082208</c:v>
                </c:pt>
                <c:pt idx="4358">
                  <c:v>1585.49712685897</c:v>
                </c:pt>
                <c:pt idx="4359">
                  <c:v>1565.5144005588488</c:v>
                </c:pt>
                <c:pt idx="4360">
                  <c:v>1564.5505556773812</c:v>
                </c:pt>
                <c:pt idx="4361">
                  <c:v>1580.2206393601732</c:v>
                </c:pt>
                <c:pt idx="4362">
                  <c:v>1581.1059671184189</c:v>
                </c:pt>
                <c:pt idx="4363">
                  <c:v>1587.577640948178</c:v>
                </c:pt>
                <c:pt idx="4364">
                  <c:v>1571.5463755109461</c:v>
                </c:pt>
                <c:pt idx="4365">
                  <c:v>1562.3807175570244</c:v>
                </c:pt>
                <c:pt idx="4366">
                  <c:v>1554.5784058911988</c:v>
                </c:pt>
                <c:pt idx="4367">
                  <c:v>1559.4940571953969</c:v>
                </c:pt>
                <c:pt idx="4368">
                  <c:v>1565.6652520092839</c:v>
                </c:pt>
                <c:pt idx="4369">
                  <c:v>1555.3373833919054</c:v>
                </c:pt>
                <c:pt idx="4370">
                  <c:v>1554.4360671706049</c:v>
                </c:pt>
                <c:pt idx="4371">
                  <c:v>1552.8487018275941</c:v>
                </c:pt>
                <c:pt idx="4372">
                  <c:v>1556.6648484644845</c:v>
                </c:pt>
                <c:pt idx="4373">
                  <c:v>1554.779395373286</c:v>
                </c:pt>
                <c:pt idx="4374">
                  <c:v>1559.8200969504512</c:v>
                </c:pt>
                <c:pt idx="4375">
                  <c:v>1590.602187760855</c:v>
                </c:pt>
                <c:pt idx="4376">
                  <c:v>1593.5155572233887</c:v>
                </c:pt>
                <c:pt idx="4377">
                  <c:v>1575.8455123687202</c:v>
                </c:pt>
                <c:pt idx="4378">
                  <c:v>1561.9648865810479</c:v>
                </c:pt>
                <c:pt idx="4379">
                  <c:v>1559.9456632316969</c:v>
                </c:pt>
                <c:pt idx="4380">
                  <c:v>1548.5938442470836</c:v>
                </c:pt>
                <c:pt idx="4381">
                  <c:v>1546.0787418987154</c:v>
                </c:pt>
                <c:pt idx="4382">
                  <c:v>1541.4695484881956</c:v>
                </c:pt>
                <c:pt idx="4383">
                  <c:v>1540.1651593658676</c:v>
                </c:pt>
                <c:pt idx="4384">
                  <c:v>1543.3130409839937</c:v>
                </c:pt>
                <c:pt idx="4385">
                  <c:v>1545.1813892478285</c:v>
                </c:pt>
                <c:pt idx="4386">
                  <c:v>1543.6190961447753</c:v>
                </c:pt>
                <c:pt idx="4387">
                  <c:v>1541.1381888046631</c:v>
                </c:pt>
                <c:pt idx="4388">
                  <c:v>1541.3086990185755</c:v>
                </c:pt>
                <c:pt idx="4389">
                  <c:v>1541.0376681692021</c:v>
                </c:pt>
                <c:pt idx="4390">
                  <c:v>1530.177668219108</c:v>
                </c:pt>
                <c:pt idx="4391">
                  <c:v>1512.1154113449668</c:v>
                </c:pt>
                <c:pt idx="4392">
                  <c:v>1510.106007466442</c:v>
                </c:pt>
                <c:pt idx="4393">
                  <c:v>1513.0896065663139</c:v>
                </c:pt>
                <c:pt idx="4394">
                  <c:v>1528.5097477274717</c:v>
                </c:pt>
                <c:pt idx="4395">
                  <c:v>1535.605992671901</c:v>
                </c:pt>
                <c:pt idx="4396">
                  <c:v>1537.809990129691</c:v>
                </c:pt>
                <c:pt idx="4397">
                  <c:v>1536.3478496395601</c:v>
                </c:pt>
                <c:pt idx="4398">
                  <c:v>1541.6503224911471</c:v>
                </c:pt>
                <c:pt idx="4399">
                  <c:v>1542.0891136800028</c:v>
                </c:pt>
                <c:pt idx="4400">
                  <c:v>1525.9944248762422</c:v>
                </c:pt>
                <c:pt idx="4401">
                  <c:v>1517.6197775493608</c:v>
                </c:pt>
                <c:pt idx="4402">
                  <c:v>1515.9742230143713</c:v>
                </c:pt>
                <c:pt idx="4403">
                  <c:v>1514.204002528724</c:v>
                </c:pt>
                <c:pt idx="4404">
                  <c:v>1519.0558677211186</c:v>
                </c:pt>
                <c:pt idx="4405">
                  <c:v>1523.7905221896892</c:v>
                </c:pt>
                <c:pt idx="4406">
                  <c:v>1555.501118013271</c:v>
                </c:pt>
                <c:pt idx="4407">
                  <c:v>1557.23391621833</c:v>
                </c:pt>
                <c:pt idx="4408">
                  <c:v>1556.0584369167664</c:v>
                </c:pt>
                <c:pt idx="4409">
                  <c:v>1563.2703744809853</c:v>
                </c:pt>
                <c:pt idx="4410">
                  <c:v>1562.2003379735684</c:v>
                </c:pt>
                <c:pt idx="4411">
                  <c:v>1563.2362642126229</c:v>
                </c:pt>
                <c:pt idx="4412">
                  <c:v>1559.4542535692219</c:v>
                </c:pt>
                <c:pt idx="4413">
                  <c:v>1555.6194736951636</c:v>
                </c:pt>
                <c:pt idx="4414">
                  <c:v>1560.9287655942708</c:v>
                </c:pt>
                <c:pt idx="4415">
                  <c:v>1562.6361464931811</c:v>
                </c:pt>
                <c:pt idx="4416">
                  <c:v>1560.6807144080358</c:v>
                </c:pt>
                <c:pt idx="4417">
                  <c:v>1561.9858843699133</c:v>
                </c:pt>
                <c:pt idx="4418">
                  <c:v>1566.9922919404835</c:v>
                </c:pt>
                <c:pt idx="4419">
                  <c:v>1569.9434285828224</c:v>
                </c:pt>
                <c:pt idx="4420">
                  <c:v>1565.9181595485802</c:v>
                </c:pt>
                <c:pt idx="4421">
                  <c:v>1569.9318655374389</c:v>
                </c:pt>
                <c:pt idx="4422">
                  <c:v>1571.0537134159115</c:v>
                </c:pt>
                <c:pt idx="4423">
                  <c:v>1575.6440177442009</c:v>
                </c:pt>
                <c:pt idx="4424">
                  <c:v>1585.4765746705034</c:v>
                </c:pt>
                <c:pt idx="4425">
                  <c:v>1584.4814134146338</c:v>
                </c:pt>
                <c:pt idx="4426">
                  <c:v>1592.0324048216296</c:v>
                </c:pt>
                <c:pt idx="4427">
                  <c:v>1596.6851925962021</c:v>
                </c:pt>
                <c:pt idx="4428">
                  <c:v>1587.162625029086</c:v>
                </c:pt>
                <c:pt idx="4429">
                  <c:v>1580.849122725826</c:v>
                </c:pt>
                <c:pt idx="4430">
                  <c:v>1584.0597225536769</c:v>
                </c:pt>
                <c:pt idx="4431">
                  <c:v>1580.8619088781331</c:v>
                </c:pt>
                <c:pt idx="4432">
                  <c:v>1580.4910039871652</c:v>
                </c:pt>
                <c:pt idx="4433">
                  <c:v>1584.5230695251391</c:v>
                </c:pt>
                <c:pt idx="4434">
                  <c:v>1581.6785499272955</c:v>
                </c:pt>
                <c:pt idx="4435">
                  <c:v>1580.1041248131805</c:v>
                </c:pt>
                <c:pt idx="4436">
                  <c:v>1580.4125367543461</c:v>
                </c:pt>
                <c:pt idx="4437">
                  <c:v>1576.0250497482884</c:v>
                </c:pt>
                <c:pt idx="4438">
                  <c:v>1582.9790744468032</c:v>
                </c:pt>
                <c:pt idx="4439">
                  <c:v>1583.4930395173269</c:v>
                </c:pt>
                <c:pt idx="4440">
                  <c:v>1587.7198832233032</c:v>
                </c:pt>
                <c:pt idx="4441">
                  <c:v>1586.7362351371246</c:v>
                </c:pt>
                <c:pt idx="4442">
                  <c:v>1588.3486290899664</c:v>
                </c:pt>
                <c:pt idx="4443">
                  <c:v>1586.383521605253</c:v>
                </c:pt>
                <c:pt idx="4444">
                  <c:v>1584.6703108158172</c:v>
                </c:pt>
                <c:pt idx="4445">
                  <c:v>1587.7621504656938</c:v>
                </c:pt>
                <c:pt idx="4446">
                  <c:v>1588.1320762665707</c:v>
                </c:pt>
                <c:pt idx="4447">
                  <c:v>1585.6111880376161</c:v>
                </c:pt>
                <c:pt idx="4448">
                  <c:v>1577.7562315961629</c:v>
                </c:pt>
                <c:pt idx="4449">
                  <c:v>1581.9552235565145</c:v>
                </c:pt>
                <c:pt idx="4450">
                  <c:v>1590.6786556793058</c:v>
                </c:pt>
                <c:pt idx="4451">
                  <c:v>1597.0015562774443</c:v>
                </c:pt>
                <c:pt idx="4452">
                  <c:v>1600.8939451081517</c:v>
                </c:pt>
                <c:pt idx="4453">
                  <c:v>1599.4133099403878</c:v>
                </c:pt>
                <c:pt idx="4454">
                  <c:v>1590.0143995659923</c:v>
                </c:pt>
                <c:pt idx="4455">
                  <c:v>1590.4432007432677</c:v>
                </c:pt>
                <c:pt idx="4456">
                  <c:v>1589.1921144093399</c:v>
                </c:pt>
                <c:pt idx="4457">
                  <c:v>1590.4369997901078</c:v>
                </c:pt>
                <c:pt idx="4458">
                  <c:v>1584.8785427660337</c:v>
                </c:pt>
                <c:pt idx="4459">
                  <c:v>1586.041883227573</c:v>
                </c:pt>
                <c:pt idx="4460">
                  <c:v>1591.3745200505325</c:v>
                </c:pt>
                <c:pt idx="4461">
                  <c:v>1592.72680015486</c:v>
                </c:pt>
                <c:pt idx="4462">
                  <c:v>1590.3783921931558</c:v>
                </c:pt>
                <c:pt idx="4463">
                  <c:v>1591.3224919591059</c:v>
                </c:pt>
                <c:pt idx="4464">
                  <c:v>1588.7449703798018</c:v>
                </c:pt>
                <c:pt idx="4465">
                  <c:v>1581.5899632397989</c:v>
                </c:pt>
                <c:pt idx="4466">
                  <c:v>1574.0436517909438</c:v>
                </c:pt>
                <c:pt idx="4467">
                  <c:v>1571.7505664730438</c:v>
                </c:pt>
                <c:pt idx="4468">
                  <c:v>1567.9853588860642</c:v>
                </c:pt>
                <c:pt idx="4469">
                  <c:v>1575.3374450043557</c:v>
                </c:pt>
                <c:pt idx="4470">
                  <c:v>1578.1296633002632</c:v>
                </c:pt>
                <c:pt idx="4471">
                  <c:v>1538.2944257029596</c:v>
                </c:pt>
                <c:pt idx="4472">
                  <c:v>1529.4161637894365</c:v>
                </c:pt>
                <c:pt idx="4473">
                  <c:v>1539.3013732671186</c:v>
                </c:pt>
                <c:pt idx="4474">
                  <c:v>1544.0792871063275</c:v>
                </c:pt>
                <c:pt idx="4475">
                  <c:v>1551.221876502198</c:v>
                </c:pt>
                <c:pt idx="4476">
                  <c:v>1561.2634279576948</c:v>
                </c:pt>
                <c:pt idx="4477">
                  <c:v>1548.8858972205135</c:v>
                </c:pt>
                <c:pt idx="4478">
                  <c:v>1542.2980685067387</c:v>
                </c:pt>
                <c:pt idx="4479">
                  <c:v>1546.4751270260199</c:v>
                </c:pt>
                <c:pt idx="4480">
                  <c:v>1545.3712482301801</c:v>
                </c:pt>
                <c:pt idx="4481">
                  <c:v>1545.6899962124673</c:v>
                </c:pt>
                <c:pt idx="4482">
                  <c:v>1535.7569910362463</c:v>
                </c:pt>
                <c:pt idx="4483">
                  <c:v>1538.2672545605824</c:v>
                </c:pt>
                <c:pt idx="4484">
                  <c:v>1539.7228255832938</c:v>
                </c:pt>
                <c:pt idx="4485">
                  <c:v>1538.1012158997164</c:v>
                </c:pt>
                <c:pt idx="4486">
                  <c:v>1536.0188726241431</c:v>
                </c:pt>
                <c:pt idx="4487">
                  <c:v>1540.5430174342323</c:v>
                </c:pt>
                <c:pt idx="4488">
                  <c:v>1556.8197715355507</c:v>
                </c:pt>
                <c:pt idx="4489">
                  <c:v>1564.409574921355</c:v>
                </c:pt>
                <c:pt idx="4490">
                  <c:v>1568.8282761107478</c:v>
                </c:pt>
                <c:pt idx="4491">
                  <c:v>1563.476486935871</c:v>
                </c:pt>
                <c:pt idx="4492">
                  <c:v>1572.3755651300032</c:v>
                </c:pt>
                <c:pt idx="4493">
                  <c:v>1548.7601880041038</c:v>
                </c:pt>
                <c:pt idx="4494">
                  <c:v>1544.144295160379</c:v>
                </c:pt>
                <c:pt idx="4495">
                  <c:v>1518.7300354050005</c:v>
                </c:pt>
                <c:pt idx="4496">
                  <c:v>1510.0018092477449</c:v>
                </c:pt>
                <c:pt idx="4497">
                  <c:v>1474.4752898128825</c:v>
                </c:pt>
                <c:pt idx="4498">
                  <c:v>1467.684540597719</c:v>
                </c:pt>
                <c:pt idx="4499">
                  <c:v>1455.8036087142311</c:v>
                </c:pt>
                <c:pt idx="4500">
                  <c:v>1453.9459127449352</c:v>
                </c:pt>
                <c:pt idx="4501">
                  <c:v>1446.2511585678474</c:v>
                </c:pt>
                <c:pt idx="4502">
                  <c:v>1450.2068462859531</c:v>
                </c:pt>
                <c:pt idx="4503">
                  <c:v>1433.9517966098754</c:v>
                </c:pt>
                <c:pt idx="4504">
                  <c:v>1428.1480955893078</c:v>
                </c:pt>
                <c:pt idx="4505">
                  <c:v>1428.4237714048279</c:v>
                </c:pt>
                <c:pt idx="4506">
                  <c:v>1426.8199350558368</c:v>
                </c:pt>
                <c:pt idx="4507">
                  <c:v>1420.7328862826942</c:v>
                </c:pt>
                <c:pt idx="4508">
                  <c:v>1413.4417571038459</c:v>
                </c:pt>
                <c:pt idx="4509">
                  <c:v>1391.4067548931168</c:v>
                </c:pt>
                <c:pt idx="4510">
                  <c:v>1394.426599743505</c:v>
                </c:pt>
                <c:pt idx="4511">
                  <c:v>1397.5991480065356</c:v>
                </c:pt>
                <c:pt idx="4512">
                  <c:v>1403.5469833754528</c:v>
                </c:pt>
                <c:pt idx="4513">
                  <c:v>1398.1840938289324</c:v>
                </c:pt>
                <c:pt idx="4514">
                  <c:v>1393.3087500597244</c:v>
                </c:pt>
                <c:pt idx="4515">
                  <c:v>1392.3155685324959</c:v>
                </c:pt>
                <c:pt idx="4516">
                  <c:v>1392.604488425568</c:v>
                </c:pt>
                <c:pt idx="4517">
                  <c:v>1380.7154195249875</c:v>
                </c:pt>
                <c:pt idx="4518">
                  <c:v>1387.3852348105265</c:v>
                </c:pt>
                <c:pt idx="4519">
                  <c:v>1386.8365784097366</c:v>
                </c:pt>
                <c:pt idx="4520">
                  <c:v>1391.262653271632</c:v>
                </c:pt>
                <c:pt idx="4521">
                  <c:v>1395.0249135080023</c:v>
                </c:pt>
                <c:pt idx="4522">
                  <c:v>1400.1215069023015</c:v>
                </c:pt>
                <c:pt idx="4523">
                  <c:v>1400.3869614591556</c:v>
                </c:pt>
                <c:pt idx="4524">
                  <c:v>1398.3400555915107</c:v>
                </c:pt>
                <c:pt idx="4525">
                  <c:v>1388.3031266137129</c:v>
                </c:pt>
                <c:pt idx="4526">
                  <c:v>1391.4131738391382</c:v>
                </c:pt>
                <c:pt idx="4527">
                  <c:v>1402.4277506063968</c:v>
                </c:pt>
                <c:pt idx="4528">
                  <c:v>1420.7849593765609</c:v>
                </c:pt>
                <c:pt idx="4529">
                  <c:v>1413.7050468033783</c:v>
                </c:pt>
                <c:pt idx="4530">
                  <c:v>1401.4931300213186</c:v>
                </c:pt>
                <c:pt idx="4531">
                  <c:v>1396.9225966570721</c:v>
                </c:pt>
                <c:pt idx="4532">
                  <c:v>1392.2066496970385</c:v>
                </c:pt>
                <c:pt idx="4533">
                  <c:v>1399.1649456517057</c:v>
                </c:pt>
                <c:pt idx="4534">
                  <c:v>1395.1486274072722</c:v>
                </c:pt>
                <c:pt idx="4535">
                  <c:v>1406.0312396755642</c:v>
                </c:pt>
                <c:pt idx="4536">
                  <c:v>1391.2641479648769</c:v>
                </c:pt>
                <c:pt idx="4537">
                  <c:v>1380.2058821441483</c:v>
                </c:pt>
                <c:pt idx="4538">
                  <c:v>1386.8477301051205</c:v>
                </c:pt>
                <c:pt idx="4539">
                  <c:v>1392.4570950882744</c:v>
                </c:pt>
                <c:pt idx="4540">
                  <c:v>1392.5119081452938</c:v>
                </c:pt>
                <c:pt idx="4541">
                  <c:v>1387.174877914538</c:v>
                </c:pt>
                <c:pt idx="4542">
                  <c:v>1382.5883651007923</c:v>
                </c:pt>
                <c:pt idx="4543">
                  <c:v>1382.5088053106385</c:v>
                </c:pt>
                <c:pt idx="4544">
                  <c:v>1382.0433002204029</c:v>
                </c:pt>
                <c:pt idx="4545">
                  <c:v>1388.3972814895608</c:v>
                </c:pt>
                <c:pt idx="4546">
                  <c:v>1393.1341717874961</c:v>
                </c:pt>
                <c:pt idx="4547">
                  <c:v>1389.1255897132496</c:v>
                </c:pt>
                <c:pt idx="4548">
                  <c:v>1392.6830806177106</c:v>
                </c:pt>
                <c:pt idx="4549">
                  <c:v>1383.0603176081149</c:v>
                </c:pt>
                <c:pt idx="4550">
                  <c:v>1380.677856056823</c:v>
                </c:pt>
                <c:pt idx="4551">
                  <c:v>1382.1022223121145</c:v>
                </c:pt>
                <c:pt idx="4552">
                  <c:v>1376.2100014131931</c:v>
                </c:pt>
                <c:pt idx="4553">
                  <c:v>1374.228120943618</c:v>
                </c:pt>
                <c:pt idx="4554">
                  <c:v>1377.5920218018564</c:v>
                </c:pt>
                <c:pt idx="4555">
                  <c:v>1374.3209846783398</c:v>
                </c:pt>
                <c:pt idx="4556">
                  <c:v>1376.3193503585285</c:v>
                </c:pt>
                <c:pt idx="4557">
                  <c:v>1375.6500945346272</c:v>
                </c:pt>
                <c:pt idx="4558">
                  <c:v>1371.4596248956846</c:v>
                </c:pt>
                <c:pt idx="4559">
                  <c:v>1373.7106214211535</c:v>
                </c:pt>
                <c:pt idx="4560">
                  <c:v>1364.2821035074026</c:v>
                </c:pt>
                <c:pt idx="4561">
                  <c:v>1359.1747816412574</c:v>
                </c:pt>
                <c:pt idx="4562">
                  <c:v>1358.1560447620438</c:v>
                </c:pt>
                <c:pt idx="4563">
                  <c:v>1354.6214685258326</c:v>
                </c:pt>
                <c:pt idx="4564">
                  <c:v>1379.2569599772924</c:v>
                </c:pt>
                <c:pt idx="4565">
                  <c:v>1385.5441076472132</c:v>
                </c:pt>
                <c:pt idx="4566">
                  <c:v>1387.1178477561559</c:v>
                </c:pt>
                <c:pt idx="4567">
                  <c:v>1392.0557985355911</c:v>
                </c:pt>
                <c:pt idx="4568">
                  <c:v>1388.3615964222022</c:v>
                </c:pt>
                <c:pt idx="4569">
                  <c:v>1387.5768110156082</c:v>
                </c:pt>
                <c:pt idx="4570">
                  <c:v>1385.1826097384303</c:v>
                </c:pt>
                <c:pt idx="4571">
                  <c:v>1380.3919639757878</c:v>
                </c:pt>
                <c:pt idx="4572">
                  <c:v>1376.0460294369568</c:v>
                </c:pt>
                <c:pt idx="4573">
                  <c:v>1371.299984346454</c:v>
                </c:pt>
                <c:pt idx="4574">
                  <c:v>1372.7250309902465</c:v>
                </c:pt>
                <c:pt idx="4575">
                  <c:v>1373.1246273083868</c:v>
                </c:pt>
                <c:pt idx="4576">
                  <c:v>1373.2183217087909</c:v>
                </c:pt>
                <c:pt idx="4577">
                  <c:v>1369.1391959509901</c:v>
                </c:pt>
                <c:pt idx="4578">
                  <c:v>1370.4936923813714</c:v>
                </c:pt>
                <c:pt idx="4579">
                  <c:v>1363.6419038806664</c:v>
                </c:pt>
                <c:pt idx="4580">
                  <c:v>1361.3778143358757</c:v>
                </c:pt>
                <c:pt idx="4581">
                  <c:v>1358.5806521465445</c:v>
                </c:pt>
                <c:pt idx="4582">
                  <c:v>1367.1112140169912</c:v>
                </c:pt>
                <c:pt idx="4583">
                  <c:v>1370.3775253105096</c:v>
                </c:pt>
                <c:pt idx="4584">
                  <c:v>1364.7765038297189</c:v>
                </c:pt>
                <c:pt idx="4585">
                  <c:v>1366.170864641374</c:v>
                </c:pt>
                <c:pt idx="4586">
                  <c:v>1362.3762576074801</c:v>
                </c:pt>
                <c:pt idx="4587">
                  <c:v>1358.041455518591</c:v>
                </c:pt>
                <c:pt idx="4588">
                  <c:v>1359.1517489935418</c:v>
                </c:pt>
                <c:pt idx="4589">
                  <c:v>1351.0560081180829</c:v>
                </c:pt>
                <c:pt idx="4590">
                  <c:v>1349.0838755260163</c:v>
                </c:pt>
                <c:pt idx="4591">
                  <c:v>1346.8933540966448</c:v>
                </c:pt>
                <c:pt idx="4592">
                  <c:v>1349.9377046303384</c:v>
                </c:pt>
                <c:pt idx="4593">
                  <c:v>1355.515515942619</c:v>
                </c:pt>
                <c:pt idx="4594">
                  <c:v>1351.2110423641759</c:v>
                </c:pt>
                <c:pt idx="4595">
                  <c:v>1323.9065204503956</c:v>
                </c:pt>
                <c:pt idx="4596">
                  <c:v>1305.5227931119898</c:v>
                </c:pt>
                <c:pt idx="4597">
                  <c:v>1308.0508546766539</c:v>
                </c:pt>
                <c:pt idx="4598">
                  <c:v>1315.1709387552446</c:v>
                </c:pt>
                <c:pt idx="4599">
                  <c:v>1299.8121178531428</c:v>
                </c:pt>
                <c:pt idx="4600">
                  <c:v>1298.6671292157116</c:v>
                </c:pt>
                <c:pt idx="4601">
                  <c:v>1299.5583460531</c:v>
                </c:pt>
                <c:pt idx="4602">
                  <c:v>1302.1074303224464</c:v>
                </c:pt>
                <c:pt idx="4603">
                  <c:v>1303.8475123691915</c:v>
                </c:pt>
                <c:pt idx="4604">
                  <c:v>1300.6625632059495</c:v>
                </c:pt>
                <c:pt idx="4605">
                  <c:v>1294.375688473727</c:v>
                </c:pt>
                <c:pt idx="4606">
                  <c:v>1307.6771117553451</c:v>
                </c:pt>
                <c:pt idx="4607">
                  <c:v>1306.8555926018246</c:v>
                </c:pt>
                <c:pt idx="4608">
                  <c:v>1312.5041394525285</c:v>
                </c:pt>
                <c:pt idx="4609">
                  <c:v>1313.5100056191911</c:v>
                </c:pt>
                <c:pt idx="4610">
                  <c:v>1313.8112640933027</c:v>
                </c:pt>
                <c:pt idx="4611">
                  <c:v>1316.5763656723561</c:v>
                </c:pt>
                <c:pt idx="4612">
                  <c:v>1322.5133679424455</c:v>
                </c:pt>
                <c:pt idx="4613">
                  <c:v>1323.9776808597928</c:v>
                </c:pt>
                <c:pt idx="4614">
                  <c:v>1322.4269526025848</c:v>
                </c:pt>
                <c:pt idx="4615">
                  <c:v>1324.986769392458</c:v>
                </c:pt>
                <c:pt idx="4616">
                  <c:v>1327.5210353532161</c:v>
                </c:pt>
                <c:pt idx="4617">
                  <c:v>1327.2429315664072</c:v>
                </c:pt>
                <c:pt idx="4618">
                  <c:v>1333.4293177809602</c:v>
                </c:pt>
                <c:pt idx="4619">
                  <c:v>1330.7370837866683</c:v>
                </c:pt>
                <c:pt idx="4620">
                  <c:v>1331.4213154078072</c:v>
                </c:pt>
                <c:pt idx="4621">
                  <c:v>1334.0179270418691</c:v>
                </c:pt>
                <c:pt idx="4622">
                  <c:v>1335.0065774259215</c:v>
                </c:pt>
                <c:pt idx="4623">
                  <c:v>1321.2462939288878</c:v>
                </c:pt>
                <c:pt idx="4624">
                  <c:v>1316.1728143840983</c:v>
                </c:pt>
                <c:pt idx="4625">
                  <c:v>1313.1022160479811</c:v>
                </c:pt>
                <c:pt idx="4626">
                  <c:v>1321.603443296726</c:v>
                </c:pt>
                <c:pt idx="4627">
                  <c:v>1325.6970963497149</c:v>
                </c:pt>
                <c:pt idx="4628">
                  <c:v>1331.7529609120843</c:v>
                </c:pt>
                <c:pt idx="4629">
                  <c:v>1322.9321354076544</c:v>
                </c:pt>
                <c:pt idx="4630">
                  <c:v>1325.1706196427358</c:v>
                </c:pt>
                <c:pt idx="4631">
                  <c:v>1321.4620507352608</c:v>
                </c:pt>
                <c:pt idx="4632">
                  <c:v>1324.7220818191356</c:v>
                </c:pt>
                <c:pt idx="4633">
                  <c:v>1325.2775235827198</c:v>
                </c:pt>
                <c:pt idx="4634">
                  <c:v>1311.4730213707762</c:v>
                </c:pt>
                <c:pt idx="4635">
                  <c:v>1311.3600308916714</c:v>
                </c:pt>
                <c:pt idx="4636">
                  <c:v>1290.6906064542736</c:v>
                </c:pt>
                <c:pt idx="4637">
                  <c:v>1240.385022282788</c:v>
                </c:pt>
                <c:pt idx="4638">
                  <c:v>1162.3925650059568</c:v>
                </c:pt>
                <c:pt idx="4639">
                  <c:v>1170.901165922822</c:v>
                </c:pt>
                <c:pt idx="4640">
                  <c:v>1178.6591722809753</c:v>
                </c:pt>
                <c:pt idx="4641">
                  <c:v>1193.0949434256104</c:v>
                </c:pt>
                <c:pt idx="4642">
                  <c:v>1188.1776927026897</c:v>
                </c:pt>
                <c:pt idx="4643">
                  <c:v>1160.6768265054836</c:v>
                </c:pt>
                <c:pt idx="4644">
                  <c:v>1159.0669087524307</c:v>
                </c:pt>
                <c:pt idx="4645">
                  <c:v>1158.4125445460172</c:v>
                </c:pt>
                <c:pt idx="4646">
                  <c:v>1161.0456493347667</c:v>
                </c:pt>
                <c:pt idx="4647">
                  <c:v>1162.4985079979851</c:v>
                </c:pt>
                <c:pt idx="4648">
                  <c:v>1153.4080308874277</c:v>
                </c:pt>
                <c:pt idx="4649">
                  <c:v>1156.6620761537674</c:v>
                </c:pt>
                <c:pt idx="4650">
                  <c:v>1155.8422411180507</c:v>
                </c:pt>
                <c:pt idx="4651">
                  <c:v>1150.4251779597521</c:v>
                </c:pt>
                <c:pt idx="4652">
                  <c:v>1152.0169680464758</c:v>
                </c:pt>
                <c:pt idx="4653">
                  <c:v>1150.8840853863883</c:v>
                </c:pt>
                <c:pt idx="4654">
                  <c:v>1147.0765087901177</c:v>
                </c:pt>
                <c:pt idx="4655">
                  <c:v>1149.6526518392118</c:v>
                </c:pt>
                <c:pt idx="4656">
                  <c:v>1115.9934370573085</c:v>
                </c:pt>
                <c:pt idx="4657">
                  <c:v>1113.6978722583349</c:v>
                </c:pt>
                <c:pt idx="4658">
                  <c:v>1115.8162849585617</c:v>
                </c:pt>
                <c:pt idx="4659">
                  <c:v>1114.7993020033696</c:v>
                </c:pt>
                <c:pt idx="4660">
                  <c:v>1112.9954824583242</c:v>
                </c:pt>
                <c:pt idx="4661">
                  <c:v>1117.2407443999878</c:v>
                </c:pt>
                <c:pt idx="4662">
                  <c:v>1115.8774270097781</c:v>
                </c:pt>
                <c:pt idx="4663">
                  <c:v>1119.7732796872945</c:v>
                </c:pt>
                <c:pt idx="4664">
                  <c:v>1117.9730162736205</c:v>
                </c:pt>
                <c:pt idx="4665">
                  <c:v>1118.4931641353169</c:v>
                </c:pt>
                <c:pt idx="4666">
                  <c:v>1113.8898541208207</c:v>
                </c:pt>
                <c:pt idx="4667">
                  <c:v>1113.0912158756457</c:v>
                </c:pt>
                <c:pt idx="4668">
                  <c:v>1107.2699233058454</c:v>
                </c:pt>
                <c:pt idx="4669">
                  <c:v>1105.2757988733692</c:v>
                </c:pt>
                <c:pt idx="4670">
                  <c:v>1117.14885614271</c:v>
                </c:pt>
                <c:pt idx="4671">
                  <c:v>1120.9206942368776</c:v>
                </c:pt>
                <c:pt idx="4672">
                  <c:v>1118.9941692791292</c:v>
                </c:pt>
                <c:pt idx="4673">
                  <c:v>1121.922290513339</c:v>
                </c:pt>
                <c:pt idx="4674">
                  <c:v>1124.2064867470644</c:v>
                </c:pt>
                <c:pt idx="4675">
                  <c:v>1127.1279513562397</c:v>
                </c:pt>
                <c:pt idx="4676">
                  <c:v>1125.0945885413141</c:v>
                </c:pt>
                <c:pt idx="4677">
                  <c:v>1123.2727176720268</c:v>
                </c:pt>
                <c:pt idx="4678">
                  <c:v>1128.0061917719545</c:v>
                </c:pt>
                <c:pt idx="4679">
                  <c:v>1127.5834989101329</c:v>
                </c:pt>
                <c:pt idx="4680">
                  <c:v>1125.6951304784036</c:v>
                </c:pt>
                <c:pt idx="4681">
                  <c:v>1124.8825601567369</c:v>
                </c:pt>
                <c:pt idx="4682">
                  <c:v>1128.9101232972282</c:v>
                </c:pt>
                <c:pt idx="4683">
                  <c:v>1124.3021438131811</c:v>
                </c:pt>
                <c:pt idx="4684">
                  <c:v>1131.4453890748391</c:v>
                </c:pt>
                <c:pt idx="4685">
                  <c:v>1136.5609643953289</c:v>
                </c:pt>
                <c:pt idx="4686">
                  <c:v>1140.7731426446499</c:v>
                </c:pt>
                <c:pt idx="4687">
                  <c:v>1141.5384914392091</c:v>
                </c:pt>
                <c:pt idx="4688">
                  <c:v>1141.0829424260846</c:v>
                </c:pt>
                <c:pt idx="4689">
                  <c:v>1141.0580538248846</c:v>
                </c:pt>
                <c:pt idx="4690">
                  <c:v>1141.2418184103367</c:v>
                </c:pt>
                <c:pt idx="4691">
                  <c:v>1138.5746895222771</c:v>
                </c:pt>
                <c:pt idx="4692">
                  <c:v>1136.6730344330938</c:v>
                </c:pt>
                <c:pt idx="4693">
                  <c:v>1134.3016834080122</c:v>
                </c:pt>
                <c:pt idx="4694">
                  <c:v>1151.4293636770055</c:v>
                </c:pt>
                <c:pt idx="4695">
                  <c:v>1152.0300022788426</c:v>
                </c:pt>
                <c:pt idx="4696">
                  <c:v>1154.6027130786265</c:v>
                </c:pt>
                <c:pt idx="4697">
                  <c:v>1153.5283298466884</c:v>
                </c:pt>
                <c:pt idx="4698">
                  <c:v>1152.4056511235024</c:v>
                </c:pt>
                <c:pt idx="4699">
                  <c:v>1151.8559897425664</c:v>
                </c:pt>
                <c:pt idx="4700">
                  <c:v>1151.4682121607811</c:v>
                </c:pt>
                <c:pt idx="4701">
                  <c:v>1152.1324547471752</c:v>
                </c:pt>
                <c:pt idx="4702">
                  <c:v>1149.9900946410989</c:v>
                </c:pt>
                <c:pt idx="4703">
                  <c:v>1146.4946901025241</c:v>
                </c:pt>
                <c:pt idx="4704">
                  <c:v>1144.7629568629532</c:v>
                </c:pt>
                <c:pt idx="4705">
                  <c:v>1142.9758907923062</c:v>
                </c:pt>
                <c:pt idx="4706">
                  <c:v>1142.8591184492602</c:v>
                </c:pt>
                <c:pt idx="4707">
                  <c:v>1144.8488326723063</c:v>
                </c:pt>
                <c:pt idx="4708">
                  <c:v>1150.7786951051753</c:v>
                </c:pt>
                <c:pt idx="4709">
                  <c:v>1149.6134376061873</c:v>
                </c:pt>
                <c:pt idx="4710">
                  <c:v>1149.7460010568852</c:v>
                </c:pt>
                <c:pt idx="4711">
                  <c:v>1147.8275334623395</c:v>
                </c:pt>
                <c:pt idx="4712">
                  <c:v>1148.211146608955</c:v>
                </c:pt>
                <c:pt idx="4713">
                  <c:v>1151.0339180580827</c:v>
                </c:pt>
                <c:pt idx="4714">
                  <c:v>1150.1843549742637</c:v>
                </c:pt>
                <c:pt idx="4715">
                  <c:v>1149.482683693235</c:v>
                </c:pt>
                <c:pt idx="4716">
                  <c:v>1145.4281659747646</c:v>
                </c:pt>
                <c:pt idx="4717">
                  <c:v>1139.9748052568211</c:v>
                </c:pt>
                <c:pt idx="4718">
                  <c:v>1138.8128848026834</c:v>
                </c:pt>
                <c:pt idx="4719">
                  <c:v>1164.4476337682856</c:v>
                </c:pt>
                <c:pt idx="4720">
                  <c:v>1163.422459037524</c:v>
                </c:pt>
                <c:pt idx="4721">
                  <c:v>1162.6690401582623</c:v>
                </c:pt>
                <c:pt idx="4722">
                  <c:v>1162.9134760510483</c:v>
                </c:pt>
                <c:pt idx="4723">
                  <c:v>1155.171264168029</c:v>
                </c:pt>
                <c:pt idx="4724">
                  <c:v>1152.0554976321012</c:v>
                </c:pt>
                <c:pt idx="4725">
                  <c:v>1156.5805885846653</c:v>
                </c:pt>
                <c:pt idx="4726">
                  <c:v>1145.6159161449179</c:v>
                </c:pt>
                <c:pt idx="4727">
                  <c:v>1143.4706566246937</c:v>
                </c:pt>
                <c:pt idx="4728">
                  <c:v>1132.4729311793549</c:v>
                </c:pt>
                <c:pt idx="4729">
                  <c:v>1135.158657107866</c:v>
                </c:pt>
                <c:pt idx="4730">
                  <c:v>1136.346179392212</c:v>
                </c:pt>
                <c:pt idx="4731">
                  <c:v>1115.7694742176025</c:v>
                </c:pt>
                <c:pt idx="4732">
                  <c:v>1110.4961228164641</c:v>
                </c:pt>
                <c:pt idx="4733">
                  <c:v>1086.3201936760738</c:v>
                </c:pt>
                <c:pt idx="4734">
                  <c:v>1088.9204786287062</c:v>
                </c:pt>
                <c:pt idx="4735">
                  <c:v>1088.0685739078504</c:v>
                </c:pt>
                <c:pt idx="4736">
                  <c:v>1065.6118428144846</c:v>
                </c:pt>
                <c:pt idx="4737">
                  <c:v>1064.4723327744837</c:v>
                </c:pt>
                <c:pt idx="4738">
                  <c:v>1063.9385801268184</c:v>
                </c:pt>
                <c:pt idx="4739">
                  <c:v>1063.4553587346418</c:v>
                </c:pt>
                <c:pt idx="4740">
                  <c:v>1064.4874251453784</c:v>
                </c:pt>
                <c:pt idx="4741">
                  <c:v>1059.6090368959092</c:v>
                </c:pt>
                <c:pt idx="4742">
                  <c:v>1060.1640909841153</c:v>
                </c:pt>
                <c:pt idx="4743">
                  <c:v>1059.9399062338146</c:v>
                </c:pt>
                <c:pt idx="4744">
                  <c:v>1057.6671326801622</c:v>
                </c:pt>
                <c:pt idx="4745">
                  <c:v>1060.6993066486468</c:v>
                </c:pt>
                <c:pt idx="4746">
                  <c:v>1058.563749339736</c:v>
                </c:pt>
                <c:pt idx="4747">
                  <c:v>1056.6636019015941</c:v>
                </c:pt>
                <c:pt idx="4748">
                  <c:v>1059.665237271166</c:v>
                </c:pt>
                <c:pt idx="4749">
                  <c:v>1203.9361404297031</c:v>
                </c:pt>
                <c:pt idx="4750">
                  <c:v>1210.8823706879912</c:v>
                </c:pt>
                <c:pt idx="4751">
                  <c:v>1210.0031050678283</c:v>
                </c:pt>
                <c:pt idx="4752">
                  <c:v>1217.0139411898504</c:v>
                </c:pt>
                <c:pt idx="4753">
                  <c:v>1220.1182050255177</c:v>
                </c:pt>
                <c:pt idx="4754">
                  <c:v>1226.6020329039693</c:v>
                </c:pt>
                <c:pt idx="4755">
                  <c:v>1223.4694775902601</c:v>
                </c:pt>
                <c:pt idx="4756">
                  <c:v>1220.6058377060731</c:v>
                </c:pt>
                <c:pt idx="4757">
                  <c:v>1224.2735069159203</c:v>
                </c:pt>
                <c:pt idx="4758">
                  <c:v>1222.3191906918835</c:v>
                </c:pt>
                <c:pt idx="4759">
                  <c:v>1222.6692923239341</c:v>
                </c:pt>
                <c:pt idx="4760">
                  <c:v>1220.382545628313</c:v>
                </c:pt>
                <c:pt idx="4761">
                  <c:v>1218.775468024412</c:v>
                </c:pt>
                <c:pt idx="4762">
                  <c:v>1216.6618055231338</c:v>
                </c:pt>
                <c:pt idx="4763">
                  <c:v>1217.1780904110228</c:v>
                </c:pt>
                <c:pt idx="4764">
                  <c:v>1217.0612683389418</c:v>
                </c:pt>
                <c:pt idx="4765">
                  <c:v>1215.825687562972</c:v>
                </c:pt>
                <c:pt idx="4766">
                  <c:v>1216.2923674711276</c:v>
                </c:pt>
                <c:pt idx="4767">
                  <c:v>1217.4930768609643</c:v>
                </c:pt>
                <c:pt idx="4768">
                  <c:v>1217.8390709991957</c:v>
                </c:pt>
                <c:pt idx="4769">
                  <c:v>1218.322848216224</c:v>
                </c:pt>
                <c:pt idx="4770">
                  <c:v>1224.0626275617037</c:v>
                </c:pt>
                <c:pt idx="4771">
                  <c:v>1223.1735088649727</c:v>
                </c:pt>
                <c:pt idx="4772">
                  <c:v>1223.8318810496087</c:v>
                </c:pt>
                <c:pt idx="4773">
                  <c:v>1223.7659131657954</c:v>
                </c:pt>
                <c:pt idx="4774">
                  <c:v>1216.3814721606843</c:v>
                </c:pt>
                <c:pt idx="4775">
                  <c:v>1216.2484227382959</c:v>
                </c:pt>
                <c:pt idx="4776">
                  <c:v>1214.8834953418686</c:v>
                </c:pt>
                <c:pt idx="4777">
                  <c:v>1214.002798964008</c:v>
                </c:pt>
                <c:pt idx="4778">
                  <c:v>1213.7447002459535</c:v>
                </c:pt>
                <c:pt idx="4779">
                  <c:v>1212.8673108270159</c:v>
                </c:pt>
                <c:pt idx="4780">
                  <c:v>1213.0841513744988</c:v>
                </c:pt>
                <c:pt idx="4781">
                  <c:v>1210.0650830235845</c:v>
                </c:pt>
                <c:pt idx="4782">
                  <c:v>1207.7977609597124</c:v>
                </c:pt>
                <c:pt idx="4783">
                  <c:v>1208.8583462473359</c:v>
                </c:pt>
                <c:pt idx="4784">
                  <c:v>1201.7087826048314</c:v>
                </c:pt>
                <c:pt idx="4785">
                  <c:v>1198.3383980650224</c:v>
                </c:pt>
                <c:pt idx="4786">
                  <c:v>1200.9982176604876</c:v>
                </c:pt>
                <c:pt idx="4787">
                  <c:v>1200.7425915531771</c:v>
                </c:pt>
                <c:pt idx="4788">
                  <c:v>1199.3077652803956</c:v>
                </c:pt>
                <c:pt idx="4789">
                  <c:v>1198.9009062965097</c:v>
                </c:pt>
                <c:pt idx="4790">
                  <c:v>1196.4092058989213</c:v>
                </c:pt>
                <c:pt idx="4791">
                  <c:v>1192.6675749586054</c:v>
                </c:pt>
                <c:pt idx="4792">
                  <c:v>1186.1357988676082</c:v>
                </c:pt>
                <c:pt idx="4793">
                  <c:v>1184.4829162691756</c:v>
                </c:pt>
                <c:pt idx="4794">
                  <c:v>1179.8351037191526</c:v>
                </c:pt>
                <c:pt idx="4795">
                  <c:v>1184.0944363399813</c:v>
                </c:pt>
                <c:pt idx="4796">
                  <c:v>1195.5709498022452</c:v>
                </c:pt>
                <c:pt idx="4797">
                  <c:v>1196.2649709151674</c:v>
                </c:pt>
                <c:pt idx="4798">
                  <c:v>1196.1149063413975</c:v>
                </c:pt>
                <c:pt idx="4799">
                  <c:v>1207.7438542530588</c:v>
                </c:pt>
                <c:pt idx="4800">
                  <c:v>1207.1842347218487</c:v>
                </c:pt>
                <c:pt idx="4801">
                  <c:v>1211.4037695382397</c:v>
                </c:pt>
                <c:pt idx="4802">
                  <c:v>1212.7842304772646</c:v>
                </c:pt>
                <c:pt idx="4803">
                  <c:v>1214.8564690224416</c:v>
                </c:pt>
                <c:pt idx="4804">
                  <c:v>1220.0052269563919</c:v>
                </c:pt>
                <c:pt idx="4805">
                  <c:v>1217.9897068280238</c:v>
                </c:pt>
                <c:pt idx="4806">
                  <c:v>1219.1480479066433</c:v>
                </c:pt>
                <c:pt idx="4807">
                  <c:v>1220.3527761406365</c:v>
                </c:pt>
                <c:pt idx="4808">
                  <c:v>1220.2136599969992</c:v>
                </c:pt>
                <c:pt idx="4809">
                  <c:v>1221.307714706928</c:v>
                </c:pt>
                <c:pt idx="4810">
                  <c:v>1218.9561881109262</c:v>
                </c:pt>
                <c:pt idx="4811">
                  <c:v>1217.7883489306391</c:v>
                </c:pt>
                <c:pt idx="4812">
                  <c:v>1219.5778457964323</c:v>
                </c:pt>
                <c:pt idx="4813">
                  <c:v>1223.9446053232934</c:v>
                </c:pt>
                <c:pt idx="4814">
                  <c:v>1275.2580885702621</c:v>
                </c:pt>
                <c:pt idx="4815">
                  <c:v>1275.5802842596513</c:v>
                </c:pt>
                <c:pt idx="4816">
                  <c:v>1275.3498917477552</c:v>
                </c:pt>
                <c:pt idx="4817">
                  <c:v>1281.0409720382549</c:v>
                </c:pt>
                <c:pt idx="4818">
                  <c:v>1276.6501967361862</c:v>
                </c:pt>
                <c:pt idx="4819">
                  <c:v>1272.0122337567811</c:v>
                </c:pt>
                <c:pt idx="4820">
                  <c:v>1269.1920378650016</c:v>
                </c:pt>
                <c:pt idx="4821">
                  <c:v>1264.3283598894959</c:v>
                </c:pt>
                <c:pt idx="4822">
                  <c:v>1268.2768812740871</c:v>
                </c:pt>
                <c:pt idx="4823">
                  <c:v>1270.1536142709567</c:v>
                </c:pt>
                <c:pt idx="4824">
                  <c:v>1272.1895587799165</c:v>
                </c:pt>
                <c:pt idx="4825">
                  <c:v>1270.964435477405</c:v>
                </c:pt>
                <c:pt idx="4826">
                  <c:v>1269.5235679207035</c:v>
                </c:pt>
                <c:pt idx="4827">
                  <c:v>1278.1684092973089</c:v>
                </c:pt>
                <c:pt idx="4828">
                  <c:v>1280.6556898075071</c:v>
                </c:pt>
                <c:pt idx="4829">
                  <c:v>1285.5576129748358</c:v>
                </c:pt>
                <c:pt idx="4830">
                  <c:v>1283.4516981067495</c:v>
                </c:pt>
                <c:pt idx="4831">
                  <c:v>1286.1858780900145</c:v>
                </c:pt>
                <c:pt idx="4832">
                  <c:v>1286.2708792383251</c:v>
                </c:pt>
                <c:pt idx="4833">
                  <c:v>1286.2581335418665</c:v>
                </c:pt>
                <c:pt idx="4834">
                  <c:v>1284.7796977194207</c:v>
                </c:pt>
                <c:pt idx="4835">
                  <c:v>1284.4824306570245</c:v>
                </c:pt>
                <c:pt idx="4836">
                  <c:v>1285.5744865672461</c:v>
                </c:pt>
                <c:pt idx="4837">
                  <c:v>1287.5637584730916</c:v>
                </c:pt>
                <c:pt idx="4838">
                  <c:v>1311.1917876946495</c:v>
                </c:pt>
                <c:pt idx="4839">
                  <c:v>1307.7214926458514</c:v>
                </c:pt>
                <c:pt idx="4840">
                  <c:v>1307.0318588964274</c:v>
                </c:pt>
                <c:pt idx="4841">
                  <c:v>1306.7152023516883</c:v>
                </c:pt>
                <c:pt idx="4842">
                  <c:v>1306.5414162286636</c:v>
                </c:pt>
                <c:pt idx="4843">
                  <c:v>1303.9774147729515</c:v>
                </c:pt>
                <c:pt idx="4844">
                  <c:v>1294.6319915987979</c:v>
                </c:pt>
                <c:pt idx="4845">
                  <c:v>1295.0510050245789</c:v>
                </c:pt>
                <c:pt idx="4846">
                  <c:v>1293.7234362163522</c:v>
                </c:pt>
                <c:pt idx="4847">
                  <c:v>1294.5802462045483</c:v>
                </c:pt>
                <c:pt idx="4848">
                  <c:v>1293.8833458925947</c:v>
                </c:pt>
                <c:pt idx="4849">
                  <c:v>1296.1376187279377</c:v>
                </c:pt>
                <c:pt idx="4850">
                  <c:v>1299.2442861142256</c:v>
                </c:pt>
                <c:pt idx="4851">
                  <c:v>1299.7097621155081</c:v>
                </c:pt>
                <c:pt idx="4852">
                  <c:v>1308.5306931547568</c:v>
                </c:pt>
                <c:pt idx="4853">
                  <c:v>1307.8000127372995</c:v>
                </c:pt>
                <c:pt idx="4854">
                  <c:v>1307.5491822623367</c:v>
                </c:pt>
                <c:pt idx="4855">
                  <c:v>1305.722314605651</c:v>
                </c:pt>
                <c:pt idx="4856">
                  <c:v>1306.636142837619</c:v>
                </c:pt>
                <c:pt idx="4857">
                  <c:v>1310.1997267951247</c:v>
                </c:pt>
                <c:pt idx="4858">
                  <c:v>1310.6086056287738</c:v>
                </c:pt>
                <c:pt idx="4859">
                  <c:v>1313.8012056748644</c:v>
                </c:pt>
                <c:pt idx="4860">
                  <c:v>1312.8691989675485</c:v>
                </c:pt>
                <c:pt idx="4861">
                  <c:v>1313.3853517781472</c:v>
                </c:pt>
                <c:pt idx="4862">
                  <c:v>1313.1481151780458</c:v>
                </c:pt>
                <c:pt idx="4863">
                  <c:v>1312.6798037390024</c:v>
                </c:pt>
                <c:pt idx="4864">
                  <c:v>1323.2008277258651</c:v>
                </c:pt>
                <c:pt idx="4865">
                  <c:v>1321.8850043764064</c:v>
                </c:pt>
                <c:pt idx="4866">
                  <c:v>1321.497749180144</c:v>
                </c:pt>
                <c:pt idx="4867">
                  <c:v>1316.8362165135397</c:v>
                </c:pt>
                <c:pt idx="4868">
                  <c:v>1315.8420815395966</c:v>
                </c:pt>
                <c:pt idx="4869">
                  <c:v>1313.7736004701796</c:v>
                </c:pt>
                <c:pt idx="4870">
                  <c:v>1312.9368505905331</c:v>
                </c:pt>
                <c:pt idx="4871">
                  <c:v>1312.5520142612079</c:v>
                </c:pt>
                <c:pt idx="4872">
                  <c:v>1393.1940191753104</c:v>
                </c:pt>
                <c:pt idx="4873">
                  <c:v>1393.2393551914979</c:v>
                </c:pt>
                <c:pt idx="4874">
                  <c:v>1395.1005573168222</c:v>
                </c:pt>
                <c:pt idx="4875">
                  <c:v>1395.126352335662</c:v>
                </c:pt>
                <c:pt idx="4876">
                  <c:v>1395.0947775453715</c:v>
                </c:pt>
                <c:pt idx="4877">
                  <c:v>1395.069453231818</c:v>
                </c:pt>
                <c:pt idx="4878">
                  <c:v>1395.0869804818356</c:v>
                </c:pt>
                <c:pt idx="4879">
                  <c:v>1395.120882189188</c:v>
                </c:pt>
                <c:pt idx="4880">
                  <c:v>1395.1684487040432</c:v>
                </c:pt>
                <c:pt idx="4881">
                  <c:v>1377.711305767265</c:v>
                </c:pt>
                <c:pt idx="4882">
                  <c:v>1377.7637346803986</c:v>
                </c:pt>
                <c:pt idx="4883">
                  <c:v>1377.6113677254152</c:v>
                </c:pt>
                <c:pt idx="4884">
                  <c:v>1336.3354440061375</c:v>
                </c:pt>
                <c:pt idx="4885">
                  <c:v>1342.4776925302742</c:v>
                </c:pt>
                <c:pt idx="4886">
                  <c:v>1341.1250886614516</c:v>
                </c:pt>
                <c:pt idx="4887">
                  <c:v>1346.9944037697494</c:v>
                </c:pt>
                <c:pt idx="4888">
                  <c:v>1348.3682414487766</c:v>
                </c:pt>
                <c:pt idx="4889">
                  <c:v>1341.0767858741842</c:v>
                </c:pt>
                <c:pt idx="4890">
                  <c:v>1341.0400044303572</c:v>
                </c:pt>
                <c:pt idx="4891">
                  <c:v>1340.6538204991875</c:v>
                </c:pt>
                <c:pt idx="4892">
                  <c:v>1339.3130579421006</c:v>
                </c:pt>
                <c:pt idx="4893">
                  <c:v>1339.3271602231152</c:v>
                </c:pt>
                <c:pt idx="4894">
                  <c:v>1326.3331008743974</c:v>
                </c:pt>
                <c:pt idx="4895">
                  <c:v>1326.4913520847253</c:v>
                </c:pt>
                <c:pt idx="4896">
                  <c:v>1326.2575303229712</c:v>
                </c:pt>
                <c:pt idx="4897">
                  <c:v>1325.5626033847088</c:v>
                </c:pt>
                <c:pt idx="4898">
                  <c:v>1324.5812207280194</c:v>
                </c:pt>
                <c:pt idx="4899">
                  <c:v>1323.980893600394</c:v>
                </c:pt>
                <c:pt idx="4900">
                  <c:v>1323.8588807975377</c:v>
                </c:pt>
                <c:pt idx="4901">
                  <c:v>1323.4870937922522</c:v>
                </c:pt>
                <c:pt idx="4902">
                  <c:v>1294.9796945174271</c:v>
                </c:pt>
                <c:pt idx="4903">
                  <c:v>1295.0637320574162</c:v>
                </c:pt>
                <c:pt idx="4904">
                  <c:v>1295.176181239819</c:v>
                </c:pt>
                <c:pt idx="4905">
                  <c:v>1295.4622180907802</c:v>
                </c:pt>
                <c:pt idx="4906">
                  <c:v>1295.0838758139262</c:v>
                </c:pt>
                <c:pt idx="4907">
                  <c:v>1295.8207624035422</c:v>
                </c:pt>
                <c:pt idx="4908">
                  <c:v>1294.1321901498679</c:v>
                </c:pt>
                <c:pt idx="4909">
                  <c:v>1294.6804987154437</c:v>
                </c:pt>
                <c:pt idx="4910">
                  <c:v>1294.9103757407429</c:v>
                </c:pt>
                <c:pt idx="4911">
                  <c:v>1295.3828659383789</c:v>
                </c:pt>
                <c:pt idx="4912">
                  <c:v>1295.0735552273893</c:v>
                </c:pt>
                <c:pt idx="4913">
                  <c:v>1294.3116790377048</c:v>
                </c:pt>
                <c:pt idx="4914">
                  <c:v>1294.4787949853571</c:v>
                </c:pt>
                <c:pt idx="4915">
                  <c:v>1294.6330937246535</c:v>
                </c:pt>
                <c:pt idx="4916">
                  <c:v>1294.2202374700528</c:v>
                </c:pt>
                <c:pt idx="4917">
                  <c:v>1294.1808397175066</c:v>
                </c:pt>
                <c:pt idx="4918">
                  <c:v>1294.2297972850017</c:v>
                </c:pt>
                <c:pt idx="4919">
                  <c:v>1294.4568106368213</c:v>
                </c:pt>
                <c:pt idx="4920">
                  <c:v>1293.9905528551953</c:v>
                </c:pt>
                <c:pt idx="4921">
                  <c:v>1293.6208828716819</c:v>
                </c:pt>
                <c:pt idx="4922">
                  <c:v>1293.3288601264046</c:v>
                </c:pt>
                <c:pt idx="4923">
                  <c:v>1297.2273667145735</c:v>
                </c:pt>
                <c:pt idx="4924">
                  <c:v>1296.5565454241989</c:v>
                </c:pt>
                <c:pt idx="4925">
                  <c:v>1295.2695625072972</c:v>
                </c:pt>
                <c:pt idx="4926">
                  <c:v>1294.595518634392</c:v>
                </c:pt>
                <c:pt idx="4927">
                  <c:v>1294.6156241927072</c:v>
                </c:pt>
                <c:pt idx="4928">
                  <c:v>1293.7815589385775</c:v>
                </c:pt>
                <c:pt idx="4929">
                  <c:v>1294.7826087000406</c:v>
                </c:pt>
                <c:pt idx="4930">
                  <c:v>1294.3405568707233</c:v>
                </c:pt>
                <c:pt idx="4931">
                  <c:v>1295.3538121519953</c:v>
                </c:pt>
                <c:pt idx="4932">
                  <c:v>1295.1065218170916</c:v>
                </c:pt>
                <c:pt idx="4933">
                  <c:v>1292.7203134377748</c:v>
                </c:pt>
                <c:pt idx="4934">
                  <c:v>1289.9447213149194</c:v>
                </c:pt>
                <c:pt idx="4935">
                  <c:v>1290.6260052421831</c:v>
                </c:pt>
                <c:pt idx="4936">
                  <c:v>1291.3696343749109</c:v>
                </c:pt>
                <c:pt idx="4937">
                  <c:v>1292.5245178146288</c:v>
                </c:pt>
                <c:pt idx="4938">
                  <c:v>1291.7071673282562</c:v>
                </c:pt>
                <c:pt idx="4939">
                  <c:v>1293.935460789394</c:v>
                </c:pt>
                <c:pt idx="4940">
                  <c:v>1294.4278299073299</c:v>
                </c:pt>
                <c:pt idx="4941">
                  <c:v>1294.9314779600634</c:v>
                </c:pt>
                <c:pt idx="4942">
                  <c:v>1295.6650391183907</c:v>
                </c:pt>
                <c:pt idx="4943">
                  <c:v>1295.6209351971347</c:v>
                </c:pt>
                <c:pt idx="4944">
                  <c:v>1296.4160369291624</c:v>
                </c:pt>
                <c:pt idx="4945">
                  <c:v>1297.0976981743474</c:v>
                </c:pt>
                <c:pt idx="4946">
                  <c:v>1296.81814796245</c:v>
                </c:pt>
                <c:pt idx="4947">
                  <c:v>1295.9248505941755</c:v>
                </c:pt>
                <c:pt idx="4948">
                  <c:v>1299.4941249979145</c:v>
                </c:pt>
                <c:pt idx="4949">
                  <c:v>1299.2767926339727</c:v>
                </c:pt>
                <c:pt idx="4950">
                  <c:v>1300.9408354637212</c:v>
                </c:pt>
                <c:pt idx="4951">
                  <c:v>1301.5701945697722</c:v>
                </c:pt>
                <c:pt idx="4952">
                  <c:v>1300.6348252787968</c:v>
                </c:pt>
                <c:pt idx="4953">
                  <c:v>1301.4043795936668</c:v>
                </c:pt>
                <c:pt idx="4954">
                  <c:v>1301.2367245248226</c:v>
                </c:pt>
                <c:pt idx="4955">
                  <c:v>1301.8508331950902</c:v>
                </c:pt>
                <c:pt idx="4956">
                  <c:v>1302.9085115897778</c:v>
                </c:pt>
                <c:pt idx="4957">
                  <c:v>1303.0354623937533</c:v>
                </c:pt>
                <c:pt idx="4958">
                  <c:v>1302.2513698926653</c:v>
                </c:pt>
                <c:pt idx="4959">
                  <c:v>1299.8710133121397</c:v>
                </c:pt>
                <c:pt idx="4960">
                  <c:v>1301.1505763757752</c:v>
                </c:pt>
                <c:pt idx="4961">
                  <c:v>1301.7444564677996</c:v>
                </c:pt>
                <c:pt idx="4962">
                  <c:v>1301.1699310654233</c:v>
                </c:pt>
                <c:pt idx="4963">
                  <c:v>1301.2752083256084</c:v>
                </c:pt>
                <c:pt idx="4964">
                  <c:v>1280.1810176253298</c:v>
                </c:pt>
                <c:pt idx="4965">
                  <c:v>1282.6133147357459</c:v>
                </c:pt>
                <c:pt idx="4966">
                  <c:v>1281.2507471401423</c:v>
                </c:pt>
                <c:pt idx="4967">
                  <c:v>1280.4629656135246</c:v>
                </c:pt>
                <c:pt idx="4968">
                  <c:v>1293.9799749243411</c:v>
                </c:pt>
                <c:pt idx="4969">
                  <c:v>1294.5514544662699</c:v>
                </c:pt>
                <c:pt idx="4970">
                  <c:v>1294.5777364256046</c:v>
                </c:pt>
                <c:pt idx="4971">
                  <c:v>1284.0312723277655</c:v>
                </c:pt>
                <c:pt idx="4972">
                  <c:v>1283.8987192433483</c:v>
                </c:pt>
                <c:pt idx="4973">
                  <c:v>1283.450547630785</c:v>
                </c:pt>
                <c:pt idx="4974">
                  <c:v>1283.2104419385903</c:v>
                </c:pt>
                <c:pt idx="4975">
                  <c:v>1283.4226120485939</c:v>
                </c:pt>
                <c:pt idx="4976">
                  <c:v>1283.170506863728</c:v>
                </c:pt>
                <c:pt idx="4977">
                  <c:v>1282.9388468645238</c:v>
                </c:pt>
                <c:pt idx="4978">
                  <c:v>1283.2724882037007</c:v>
                </c:pt>
                <c:pt idx="4979">
                  <c:v>1284.0011618292356</c:v>
                </c:pt>
                <c:pt idx="4980">
                  <c:v>1283.8983044129534</c:v>
                </c:pt>
                <c:pt idx="4981">
                  <c:v>1284.252619937906</c:v>
                </c:pt>
                <c:pt idx="4982">
                  <c:v>1283.9935974575676</c:v>
                </c:pt>
                <c:pt idx="4983">
                  <c:v>1283.6593935073829</c:v>
                </c:pt>
                <c:pt idx="4984">
                  <c:v>1284.5681146847492</c:v>
                </c:pt>
                <c:pt idx="4985">
                  <c:v>1285.0699840405962</c:v>
                </c:pt>
                <c:pt idx="4986">
                  <c:v>1284.8642535214299</c:v>
                </c:pt>
                <c:pt idx="4987">
                  <c:v>1270.1477496256132</c:v>
                </c:pt>
                <c:pt idx="4988">
                  <c:v>1280.76978096162</c:v>
                </c:pt>
                <c:pt idx="4989">
                  <c:v>1264.1919560379386</c:v>
                </c:pt>
                <c:pt idx="4990">
                  <c:v>1263.0186946051008</c:v>
                </c:pt>
                <c:pt idx="4991">
                  <c:v>1259.9096151138285</c:v>
                </c:pt>
                <c:pt idx="4992">
                  <c:v>1259.8450449857528</c:v>
                </c:pt>
                <c:pt idx="4993">
                  <c:v>1242.5983016679425</c:v>
                </c:pt>
                <c:pt idx="4994">
                  <c:v>1230.2916129219552</c:v>
                </c:pt>
                <c:pt idx="4995">
                  <c:v>1230.0904546537674</c:v>
                </c:pt>
                <c:pt idx="4996">
                  <c:v>1230.2401895665619</c:v>
                </c:pt>
                <c:pt idx="4997">
                  <c:v>1230.8748084466201</c:v>
                </c:pt>
                <c:pt idx="4998">
                  <c:v>1199.2948147268842</c:v>
                </c:pt>
                <c:pt idx="4999">
                  <c:v>1203.0410746956763</c:v>
                </c:pt>
                <c:pt idx="5000">
                  <c:v>1194.8516054364184</c:v>
                </c:pt>
                <c:pt idx="5001">
                  <c:v>1132.7354791341234</c:v>
                </c:pt>
                <c:pt idx="5002">
                  <c:v>1105.9277520069647</c:v>
                </c:pt>
                <c:pt idx="5003">
                  <c:v>1105.9280921613547</c:v>
                </c:pt>
                <c:pt idx="5004">
                  <c:v>1105.964576404298</c:v>
                </c:pt>
                <c:pt idx="5005">
                  <c:v>1098.5907386845724</c:v>
                </c:pt>
                <c:pt idx="5006">
                  <c:v>1098.5969949049486</c:v>
                </c:pt>
                <c:pt idx="5007">
                  <c:v>1098.5730138115382</c:v>
                </c:pt>
                <c:pt idx="5008">
                  <c:v>1098.577193210323</c:v>
                </c:pt>
                <c:pt idx="5009">
                  <c:v>1097.757697772556</c:v>
                </c:pt>
                <c:pt idx="5010">
                  <c:v>1097.7325742757125</c:v>
                </c:pt>
                <c:pt idx="5011">
                  <c:v>1097.7379250856495</c:v>
                </c:pt>
                <c:pt idx="5012">
                  <c:v>1097.7300492458105</c:v>
                </c:pt>
                <c:pt idx="5013">
                  <c:v>1097.7330867074497</c:v>
                </c:pt>
                <c:pt idx="5014">
                  <c:v>1097.7191995642083</c:v>
                </c:pt>
                <c:pt idx="5015">
                  <c:v>1097.735282212403</c:v>
                </c:pt>
                <c:pt idx="5016">
                  <c:v>1097.7214309776969</c:v>
                </c:pt>
                <c:pt idx="5017">
                  <c:v>1097.3224401254747</c:v>
                </c:pt>
                <c:pt idx="5018">
                  <c:v>1097.3268829800595</c:v>
                </c:pt>
                <c:pt idx="5019">
                  <c:v>1097.3218967521877</c:v>
                </c:pt>
                <c:pt idx="5020">
                  <c:v>1097.2983869406912</c:v>
                </c:pt>
                <c:pt idx="5021">
                  <c:v>1097.2954923112482</c:v>
                </c:pt>
                <c:pt idx="5022">
                  <c:v>1097.2979860647761</c:v>
                </c:pt>
                <c:pt idx="5023">
                  <c:v>1097.2996510404539</c:v>
                </c:pt>
                <c:pt idx="5024">
                  <c:v>1097.3133308895985</c:v>
                </c:pt>
                <c:pt idx="5025">
                  <c:v>1097.2977814050262</c:v>
                </c:pt>
                <c:pt idx="5026">
                  <c:v>1097.1187503465087</c:v>
                </c:pt>
                <c:pt idx="5027">
                  <c:v>1097.1713477105038</c:v>
                </c:pt>
                <c:pt idx="5028">
                  <c:v>1097.1579396228401</c:v>
                </c:pt>
                <c:pt idx="5029">
                  <c:v>1097.1531131288416</c:v>
                </c:pt>
                <c:pt idx="5030">
                  <c:v>1097.1609328323527</c:v>
                </c:pt>
                <c:pt idx="5031">
                  <c:v>1097.1800408707918</c:v>
                </c:pt>
                <c:pt idx="5032">
                  <c:v>1097.1782006627072</c:v>
                </c:pt>
                <c:pt idx="5033">
                  <c:v>1096.9014204383166</c:v>
                </c:pt>
                <c:pt idx="5034">
                  <c:v>1096.8971631295051</c:v>
                </c:pt>
                <c:pt idx="5035">
                  <c:v>1097.1697240433737</c:v>
                </c:pt>
                <c:pt idx="5036">
                  <c:v>1097.1678482218588</c:v>
                </c:pt>
                <c:pt idx="5037">
                  <c:v>1097.1679245114124</c:v>
                </c:pt>
                <c:pt idx="5038">
                  <c:v>1097.7652851770938</c:v>
                </c:pt>
                <c:pt idx="5039">
                  <c:v>1097.1598989455481</c:v>
                </c:pt>
                <c:pt idx="5040">
                  <c:v>1097.1663848346141</c:v>
                </c:pt>
                <c:pt idx="5041">
                  <c:v>1097.1603796414008</c:v>
                </c:pt>
                <c:pt idx="5042">
                  <c:v>1097.1618187144297</c:v>
                </c:pt>
                <c:pt idx="5043">
                  <c:v>1101.6150545882892</c:v>
                </c:pt>
                <c:pt idx="5044">
                  <c:v>1101.6034791590121</c:v>
                </c:pt>
                <c:pt idx="5045">
                  <c:v>1101.6106642000782</c:v>
                </c:pt>
                <c:pt idx="5046">
                  <c:v>1101.6084813142634</c:v>
                </c:pt>
                <c:pt idx="5047">
                  <c:v>1101.6122582369719</c:v>
                </c:pt>
                <c:pt idx="5048">
                  <c:v>1101.6523041316061</c:v>
                </c:pt>
                <c:pt idx="5049">
                  <c:v>1101.6179961599266</c:v>
                </c:pt>
                <c:pt idx="5050">
                  <c:v>1101.6223710877593</c:v>
                </c:pt>
                <c:pt idx="5051">
                  <c:v>1101.6176164447409</c:v>
                </c:pt>
                <c:pt idx="5052">
                  <c:v>1101.6108204794268</c:v>
                </c:pt>
                <c:pt idx="5053">
                  <c:v>1101.6491756060186</c:v>
                </c:pt>
                <c:pt idx="5054">
                  <c:v>1101.5975642070055</c:v>
                </c:pt>
                <c:pt idx="5055">
                  <c:v>1101.7617152394007</c:v>
                </c:pt>
                <c:pt idx="5056">
                  <c:v>1101.5935672155986</c:v>
                </c:pt>
                <c:pt idx="5057">
                  <c:v>1101.6051420633589</c:v>
                </c:pt>
                <c:pt idx="5058">
                  <c:v>1101.5968656906114</c:v>
                </c:pt>
                <c:pt idx="5059">
                  <c:v>1101.6027497441662</c:v>
                </c:pt>
                <c:pt idx="5060">
                  <c:v>1101.6023713346742</c:v>
                </c:pt>
                <c:pt idx="5061">
                  <c:v>1102.0198726784038</c:v>
                </c:pt>
                <c:pt idx="5062">
                  <c:v>1102.0441993866209</c:v>
                </c:pt>
                <c:pt idx="5063">
                  <c:v>1102.0466363658943</c:v>
                </c:pt>
                <c:pt idx="5064">
                  <c:v>1102.049538233968</c:v>
                </c:pt>
                <c:pt idx="5065">
                  <c:v>1102.0449589309226</c:v>
                </c:pt>
                <c:pt idx="5066">
                  <c:v>1102.0358228212149</c:v>
                </c:pt>
                <c:pt idx="5067">
                  <c:v>1102.0397656785944</c:v>
                </c:pt>
                <c:pt idx="5068">
                  <c:v>1102.0398607777961</c:v>
                </c:pt>
                <c:pt idx="5069">
                  <c:v>1102.0774702780361</c:v>
                </c:pt>
                <c:pt idx="5070">
                  <c:v>1102.0797178432167</c:v>
                </c:pt>
                <c:pt idx="5071">
                  <c:v>1101.114213612723</c:v>
                </c:pt>
                <c:pt idx="5072">
                  <c:v>1101.1318085925134</c:v>
                </c:pt>
                <c:pt idx="5073">
                  <c:v>1101.1966003312434</c:v>
                </c:pt>
                <c:pt idx="5074">
                  <c:v>1101.1547996237196</c:v>
                </c:pt>
                <c:pt idx="5075">
                  <c:v>1101.1539050493357</c:v>
                </c:pt>
                <c:pt idx="5076">
                  <c:v>1101.1377229790014</c:v>
                </c:pt>
                <c:pt idx="5077">
                  <c:v>1101.1445525828406</c:v>
                </c:pt>
                <c:pt idx="5078">
                  <c:v>1100.9208256143475</c:v>
                </c:pt>
                <c:pt idx="5079">
                  <c:v>1100.741303630879</c:v>
                </c:pt>
                <c:pt idx="5080">
                  <c:v>1100.7508673299642</c:v>
                </c:pt>
                <c:pt idx="5081">
                  <c:v>1101.1467371854787</c:v>
                </c:pt>
                <c:pt idx="5082">
                  <c:v>1101.1341993443627</c:v>
                </c:pt>
                <c:pt idx="5083">
                  <c:v>1101.114885238241</c:v>
                </c:pt>
                <c:pt idx="5084">
                  <c:v>1101.1145165627054</c:v>
                </c:pt>
                <c:pt idx="5085">
                  <c:v>1100.893818125877</c:v>
                </c:pt>
                <c:pt idx="5086">
                  <c:v>1100.9185012378557</c:v>
                </c:pt>
                <c:pt idx="5087">
                  <c:v>1100.9002757690646</c:v>
                </c:pt>
                <c:pt idx="5088">
                  <c:v>1099.8546878103223</c:v>
                </c:pt>
                <c:pt idx="5089">
                  <c:v>1099.868098784927</c:v>
                </c:pt>
                <c:pt idx="5090">
                  <c:v>1099.8694350164519</c:v>
                </c:pt>
                <c:pt idx="5091">
                  <c:v>1099.864070181693</c:v>
                </c:pt>
                <c:pt idx="5092">
                  <c:v>1099.8770949597688</c:v>
                </c:pt>
                <c:pt idx="5093">
                  <c:v>1088.4991311511299</c:v>
                </c:pt>
                <c:pt idx="5094">
                  <c:v>1088.4890549644726</c:v>
                </c:pt>
                <c:pt idx="5095">
                  <c:v>1088.5058594037505</c:v>
                </c:pt>
                <c:pt idx="5096">
                  <c:v>1088.5173117677684</c:v>
                </c:pt>
                <c:pt idx="5097">
                  <c:v>1088.5007387429971</c:v>
                </c:pt>
                <c:pt idx="5098">
                  <c:v>1088.5003455035896</c:v>
                </c:pt>
                <c:pt idx="5099">
                  <c:v>1088.4866486586404</c:v>
                </c:pt>
                <c:pt idx="5100">
                  <c:v>1088.4917657904523</c:v>
                </c:pt>
                <c:pt idx="5101">
                  <c:v>1088.491791247538</c:v>
                </c:pt>
                <c:pt idx="5102">
                  <c:v>1078.6852832297486</c:v>
                </c:pt>
                <c:pt idx="5103">
                  <c:v>1078.6661100574843</c:v>
                </c:pt>
                <c:pt idx="5104">
                  <c:v>1078.6654779771575</c:v>
                </c:pt>
                <c:pt idx="5105">
                  <c:v>1078.6610146682915</c:v>
                </c:pt>
                <c:pt idx="5106">
                  <c:v>1079.780456906313</c:v>
                </c:pt>
                <c:pt idx="5107">
                  <c:v>1079.7965789444486</c:v>
                </c:pt>
                <c:pt idx="5108">
                  <c:v>1055.6958525544035</c:v>
                </c:pt>
                <c:pt idx="5109">
                  <c:v>1055.701390505455</c:v>
                </c:pt>
                <c:pt idx="5110">
                  <c:v>1055.7335867369957</c:v>
                </c:pt>
                <c:pt idx="5111">
                  <c:v>1055.7321208419019</c:v>
                </c:pt>
                <c:pt idx="5112">
                  <c:v>1046.1027819789913</c:v>
                </c:pt>
                <c:pt idx="5113">
                  <c:v>1045.0653107507183</c:v>
                </c:pt>
                <c:pt idx="5114">
                  <c:v>1045.0721986207543</c:v>
                </c:pt>
                <c:pt idx="5115">
                  <c:v>1045.0377726343424</c:v>
                </c:pt>
                <c:pt idx="5116">
                  <c:v>1042.6785357479735</c:v>
                </c:pt>
                <c:pt idx="5117">
                  <c:v>1042.6566699045229</c:v>
                </c:pt>
                <c:pt idx="5118">
                  <c:v>1040.4259299153932</c:v>
                </c:pt>
                <c:pt idx="5119">
                  <c:v>1040.4403275243881</c:v>
                </c:pt>
                <c:pt idx="5120">
                  <c:v>1040.4534739823853</c:v>
                </c:pt>
                <c:pt idx="5121">
                  <c:v>1036.8558944254212</c:v>
                </c:pt>
                <c:pt idx="5122">
                  <c:v>1033.2222620383243</c:v>
                </c:pt>
                <c:pt idx="5123">
                  <c:v>1033.2218185451222</c:v>
                </c:pt>
                <c:pt idx="5124">
                  <c:v>1033.2254121179508</c:v>
                </c:pt>
                <c:pt idx="5125">
                  <c:v>1033.2305267393444</c:v>
                </c:pt>
                <c:pt idx="5126">
                  <c:v>1033.2251686234192</c:v>
                </c:pt>
                <c:pt idx="5127">
                  <c:v>1021.4401936881239</c:v>
                </c:pt>
                <c:pt idx="5128">
                  <c:v>984.60869030453796</c:v>
                </c:pt>
                <c:pt idx="5129">
                  <c:v>983.61978798708685</c:v>
                </c:pt>
                <c:pt idx="5130">
                  <c:v>983.53844599650563</c:v>
                </c:pt>
                <c:pt idx="5131">
                  <c:v>963.96907073586169</c:v>
                </c:pt>
                <c:pt idx="5132">
                  <c:v>964.92441627009612</c:v>
                </c:pt>
                <c:pt idx="5133">
                  <c:v>963.52155064880856</c:v>
                </c:pt>
                <c:pt idx="5134">
                  <c:v>962.35403504163799</c:v>
                </c:pt>
                <c:pt idx="5135">
                  <c:v>961.99115076776457</c:v>
                </c:pt>
                <c:pt idx="5136">
                  <c:v>958.51768252092552</c:v>
                </c:pt>
                <c:pt idx="5137">
                  <c:v>960.22105416602335</c:v>
                </c:pt>
                <c:pt idx="5138">
                  <c:v>961.44890113379472</c:v>
                </c:pt>
                <c:pt idx="5139">
                  <c:v>961.50782720948951</c:v>
                </c:pt>
                <c:pt idx="5140">
                  <c:v>960.6119527175432</c:v>
                </c:pt>
                <c:pt idx="5141">
                  <c:v>945.69806426376499</c:v>
                </c:pt>
                <c:pt idx="5142">
                  <c:v>934.30020854829888</c:v>
                </c:pt>
                <c:pt idx="5143">
                  <c:v>932.8636495631057</c:v>
                </c:pt>
                <c:pt idx="5144">
                  <c:v>931.34168839577546</c:v>
                </c:pt>
                <c:pt idx="5145">
                  <c:v>931.60343841525344</c:v>
                </c:pt>
                <c:pt idx="5146">
                  <c:v>933.27530948172239</c:v>
                </c:pt>
                <c:pt idx="5147">
                  <c:v>932.14938923590478</c:v>
                </c:pt>
                <c:pt idx="5148">
                  <c:v>926.53252217272529</c:v>
                </c:pt>
                <c:pt idx="5149">
                  <c:v>910.17395821392665</c:v>
                </c:pt>
                <c:pt idx="5150">
                  <c:v>907.86801625979388</c:v>
                </c:pt>
                <c:pt idx="5151">
                  <c:v>907.85005919761113</c:v>
                </c:pt>
                <c:pt idx="5152">
                  <c:v>906.70916796109623</c:v>
                </c:pt>
                <c:pt idx="5153">
                  <c:v>907.06389598822693</c:v>
                </c:pt>
                <c:pt idx="5154">
                  <c:v>905.81661234163994</c:v>
                </c:pt>
                <c:pt idx="5155">
                  <c:v>906.92283349998343</c:v>
                </c:pt>
                <c:pt idx="5156">
                  <c:v>905.74550341617532</c:v>
                </c:pt>
                <c:pt idx="5157">
                  <c:v>905.57663175427649</c:v>
                </c:pt>
                <c:pt idx="5158">
                  <c:v>905.13676965877335</c:v>
                </c:pt>
                <c:pt idx="5159">
                  <c:v>905.95189210768694</c:v>
                </c:pt>
                <c:pt idx="5160">
                  <c:v>907.70685007797852</c:v>
                </c:pt>
                <c:pt idx="5161">
                  <c:v>908.87895483252555</c:v>
                </c:pt>
                <c:pt idx="5162">
                  <c:v>909.13444861016137</c:v>
                </c:pt>
                <c:pt idx="5163">
                  <c:v>908.89038410059516</c:v>
                </c:pt>
                <c:pt idx="5164">
                  <c:v>908.59506296367692</c:v>
                </c:pt>
                <c:pt idx="5165">
                  <c:v>909.27888723680735</c:v>
                </c:pt>
                <c:pt idx="5166">
                  <c:v>909.12732205820816</c:v>
                </c:pt>
                <c:pt idx="5167">
                  <c:v>907.66433747558233</c:v>
                </c:pt>
                <c:pt idx="5168">
                  <c:v>906.40331055015508</c:v>
                </c:pt>
                <c:pt idx="5169">
                  <c:v>906.5528766666273</c:v>
                </c:pt>
                <c:pt idx="5170">
                  <c:v>908.32794119693892</c:v>
                </c:pt>
                <c:pt idx="5171">
                  <c:v>908.07884877057677</c:v>
                </c:pt>
                <c:pt idx="5172">
                  <c:v>905.77096539996558</c:v>
                </c:pt>
                <c:pt idx="5173">
                  <c:v>905.19440998488938</c:v>
                </c:pt>
                <c:pt idx="5174">
                  <c:v>905.09490535337181</c:v>
                </c:pt>
                <c:pt idx="5175">
                  <c:v>904.73612827751867</c:v>
                </c:pt>
                <c:pt idx="5176">
                  <c:v>905.20483162538198</c:v>
                </c:pt>
                <c:pt idx="5177">
                  <c:v>905.7400155664003</c:v>
                </c:pt>
                <c:pt idx="5178">
                  <c:v>905.38334650628087</c:v>
                </c:pt>
                <c:pt idx="5179">
                  <c:v>906.49852982894492</c:v>
                </c:pt>
                <c:pt idx="5180">
                  <c:v>906.04409006885646</c:v>
                </c:pt>
                <c:pt idx="5181">
                  <c:v>905.61481809876818</c:v>
                </c:pt>
                <c:pt idx="5182">
                  <c:v>905.29340871673026</c:v>
                </c:pt>
                <c:pt idx="5183">
                  <c:v>904.29669292398978</c:v>
                </c:pt>
                <c:pt idx="5184">
                  <c:v>903.94334736999588</c:v>
                </c:pt>
                <c:pt idx="5185">
                  <c:v>905.06566772357223</c:v>
                </c:pt>
                <c:pt idx="5186">
                  <c:v>905.99687122886371</c:v>
                </c:pt>
                <c:pt idx="5187">
                  <c:v>905.93607693572562</c:v>
                </c:pt>
                <c:pt idx="5188">
                  <c:v>919.07935533694103</c:v>
                </c:pt>
                <c:pt idx="5189">
                  <c:v>919.07869778906104</c:v>
                </c:pt>
                <c:pt idx="5190">
                  <c:v>918.68552772652902</c:v>
                </c:pt>
                <c:pt idx="5191">
                  <c:v>919.39016744198921</c:v>
                </c:pt>
                <c:pt idx="5192">
                  <c:v>917.85444947913413</c:v>
                </c:pt>
                <c:pt idx="5193">
                  <c:v>917.76334842390736</c:v>
                </c:pt>
                <c:pt idx="5194">
                  <c:v>917.23826600992084</c:v>
                </c:pt>
                <c:pt idx="5195">
                  <c:v>917.27267069958691</c:v>
                </c:pt>
                <c:pt idx="5196">
                  <c:v>917.52072786056863</c:v>
                </c:pt>
                <c:pt idx="5197">
                  <c:v>917.81544058604914</c:v>
                </c:pt>
                <c:pt idx="5198">
                  <c:v>918.00140842069891</c:v>
                </c:pt>
                <c:pt idx="5199">
                  <c:v>917.59918323251327</c:v>
                </c:pt>
                <c:pt idx="5200">
                  <c:v>917.11266938123617</c:v>
                </c:pt>
                <c:pt idx="5201">
                  <c:v>916.76427474653701</c:v>
                </c:pt>
                <c:pt idx="5202">
                  <c:v>917.359740607655</c:v>
                </c:pt>
                <c:pt idx="5203">
                  <c:v>918.6575520931367</c:v>
                </c:pt>
                <c:pt idx="5204">
                  <c:v>918.99660804164637</c:v>
                </c:pt>
                <c:pt idx="5205">
                  <c:v>918.73197934547329</c:v>
                </c:pt>
                <c:pt idx="5206">
                  <c:v>918.32531237717899</c:v>
                </c:pt>
                <c:pt idx="5207">
                  <c:v>917.58211631453037</c:v>
                </c:pt>
                <c:pt idx="5208">
                  <c:v>917.31467994157708</c:v>
                </c:pt>
                <c:pt idx="5209">
                  <c:v>917.31682067735585</c:v>
                </c:pt>
                <c:pt idx="5210">
                  <c:v>917.39112520612957</c:v>
                </c:pt>
                <c:pt idx="5211">
                  <c:v>917.52060696750391</c:v>
                </c:pt>
                <c:pt idx="5212">
                  <c:v>929.61251576428276</c:v>
                </c:pt>
                <c:pt idx="5213">
                  <c:v>930.72135195513886</c:v>
                </c:pt>
                <c:pt idx="5214">
                  <c:v>930.71032180631596</c:v>
                </c:pt>
                <c:pt idx="5215">
                  <c:v>930.71722214805948</c:v>
                </c:pt>
                <c:pt idx="5216">
                  <c:v>930.7235859834351</c:v>
                </c:pt>
                <c:pt idx="5217">
                  <c:v>930.71700358720454</c:v>
                </c:pt>
                <c:pt idx="5218">
                  <c:v>930.7232326235943</c:v>
                </c:pt>
                <c:pt idx="5219">
                  <c:v>924.7869060857638</c:v>
                </c:pt>
                <c:pt idx="5220">
                  <c:v>924.77496555233188</c:v>
                </c:pt>
                <c:pt idx="5221">
                  <c:v>924.7550679689773</c:v>
                </c:pt>
                <c:pt idx="5222">
                  <c:v>924.756618850824</c:v>
                </c:pt>
                <c:pt idx="5223">
                  <c:v>924.35612919975017</c:v>
                </c:pt>
                <c:pt idx="5224">
                  <c:v>924.32761655841693</c:v>
                </c:pt>
                <c:pt idx="5225">
                  <c:v>924.37353131123621</c:v>
                </c:pt>
                <c:pt idx="5226">
                  <c:v>924.35763136637797</c:v>
                </c:pt>
                <c:pt idx="5227">
                  <c:v>923.92835303758068</c:v>
                </c:pt>
                <c:pt idx="5228">
                  <c:v>923.95407145608658</c:v>
                </c:pt>
                <c:pt idx="5229">
                  <c:v>923.93697152806976</c:v>
                </c:pt>
                <c:pt idx="5230">
                  <c:v>923.92587498194177</c:v>
                </c:pt>
                <c:pt idx="5231">
                  <c:v>925.26235642888525</c:v>
                </c:pt>
                <c:pt idx="5232">
                  <c:v>943.78717135279101</c:v>
                </c:pt>
                <c:pt idx="5233">
                  <c:v>919.2956383734072</c:v>
                </c:pt>
                <c:pt idx="5234">
                  <c:v>907.57451894884878</c:v>
                </c:pt>
                <c:pt idx="5235">
                  <c:v>907.90605862848861</c:v>
                </c:pt>
                <c:pt idx="5236">
                  <c:v>903.30994967776564</c:v>
                </c:pt>
                <c:pt idx="5237">
                  <c:v>901.37805480259669</c:v>
                </c:pt>
                <c:pt idx="5238">
                  <c:v>901.38189008572965</c:v>
                </c:pt>
                <c:pt idx="5239">
                  <c:v>901.38682272807694</c:v>
                </c:pt>
                <c:pt idx="5240">
                  <c:v>899.95118744217268</c:v>
                </c:pt>
                <c:pt idx="5241">
                  <c:v>899.95569443139107</c:v>
                </c:pt>
                <c:pt idx="5242">
                  <c:v>894.54980510842893</c:v>
                </c:pt>
                <c:pt idx="5243">
                  <c:v>894.54996157150276</c:v>
                </c:pt>
                <c:pt idx="5244">
                  <c:v>883.4043066693298</c:v>
                </c:pt>
                <c:pt idx="5245">
                  <c:v>883.26039317912068</c:v>
                </c:pt>
                <c:pt idx="5246">
                  <c:v>882.93684423352238</c:v>
                </c:pt>
                <c:pt idx="5247">
                  <c:v>882.93614237192639</c:v>
                </c:pt>
                <c:pt idx="5248">
                  <c:v>882.93454289274609</c:v>
                </c:pt>
                <c:pt idx="5249">
                  <c:v>882.13364963335687</c:v>
                </c:pt>
                <c:pt idx="5250">
                  <c:v>869.91458734658306</c:v>
                </c:pt>
                <c:pt idx="5251">
                  <c:v>869.95916024737585</c:v>
                </c:pt>
                <c:pt idx="5252">
                  <c:v>873.21613261003858</c:v>
                </c:pt>
                <c:pt idx="5253">
                  <c:v>849.66842726240588</c:v>
                </c:pt>
                <c:pt idx="5254">
                  <c:v>849.67881972019939</c:v>
                </c:pt>
                <c:pt idx="5255">
                  <c:v>849.67952282204897</c:v>
                </c:pt>
                <c:pt idx="5256">
                  <c:v>847.38694206423838</c:v>
                </c:pt>
                <c:pt idx="5257">
                  <c:v>847.38882229109538</c:v>
                </c:pt>
                <c:pt idx="5258">
                  <c:v>847.39067669172937</c:v>
                </c:pt>
                <c:pt idx="5259">
                  <c:v>847.38195169901394</c:v>
                </c:pt>
                <c:pt idx="5260">
                  <c:v>847.39506077695557</c:v>
                </c:pt>
                <c:pt idx="5261">
                  <c:v>847.3796236645378</c:v>
                </c:pt>
                <c:pt idx="5262">
                  <c:v>847.42335346498396</c:v>
                </c:pt>
                <c:pt idx="5263">
                  <c:v>847.38731341328707</c:v>
                </c:pt>
                <c:pt idx="5264">
                  <c:v>847.42639805584872</c:v>
                </c:pt>
                <c:pt idx="5265">
                  <c:v>847.38897561532747</c:v>
                </c:pt>
                <c:pt idx="5266">
                  <c:v>847.38267211416132</c:v>
                </c:pt>
                <c:pt idx="5267">
                  <c:v>846.43864817885969</c:v>
                </c:pt>
                <c:pt idx="5268">
                  <c:v>846.43520902455998</c:v>
                </c:pt>
                <c:pt idx="5269">
                  <c:v>846.43795410084499</c:v>
                </c:pt>
                <c:pt idx="5270">
                  <c:v>846.43665379606921</c:v>
                </c:pt>
                <c:pt idx="5271">
                  <c:v>846.43731171335855</c:v>
                </c:pt>
                <c:pt idx="5272">
                  <c:v>846.43836580426569</c:v>
                </c:pt>
                <c:pt idx="5273">
                  <c:v>846.43798163925135</c:v>
                </c:pt>
                <c:pt idx="5274">
                  <c:v>846.43679114817121</c:v>
                </c:pt>
                <c:pt idx="5275">
                  <c:v>846.43620759667704</c:v>
                </c:pt>
                <c:pt idx="5276">
                  <c:v>846.40031529528778</c:v>
                </c:pt>
                <c:pt idx="5277">
                  <c:v>846.44458926459777</c:v>
                </c:pt>
                <c:pt idx="5278">
                  <c:v>846.438906451707</c:v>
                </c:pt>
                <c:pt idx="5279">
                  <c:v>846.72785101923296</c:v>
                </c:pt>
                <c:pt idx="5280">
                  <c:v>846.72597411228071</c:v>
                </c:pt>
                <c:pt idx="5281">
                  <c:v>846.72650425355766</c:v>
                </c:pt>
                <c:pt idx="5282">
                  <c:v>846.72580098543187</c:v>
                </c:pt>
                <c:pt idx="5283">
                  <c:v>846.72539139337448</c:v>
                </c:pt>
                <c:pt idx="5284">
                  <c:v>846.72796575871826</c:v>
                </c:pt>
                <c:pt idx="5285">
                  <c:v>846.72472392210329</c:v>
                </c:pt>
                <c:pt idx="5286">
                  <c:v>846.74628705162365</c:v>
                </c:pt>
                <c:pt idx="5287">
                  <c:v>846.74573812547703</c:v>
                </c:pt>
                <c:pt idx="5288">
                  <c:v>846.73531363001712</c:v>
                </c:pt>
                <c:pt idx="5289">
                  <c:v>846.72962828446953</c:v>
                </c:pt>
                <c:pt idx="5290">
                  <c:v>846.72465856042686</c:v>
                </c:pt>
                <c:pt idx="5291">
                  <c:v>851.02146840520413</c:v>
                </c:pt>
                <c:pt idx="5292">
                  <c:v>851.00272132301325</c:v>
                </c:pt>
                <c:pt idx="5293">
                  <c:v>851.04936609415836</c:v>
                </c:pt>
                <c:pt idx="5294">
                  <c:v>851.06416888136675</c:v>
                </c:pt>
                <c:pt idx="5295">
                  <c:v>851.05756396332947</c:v>
                </c:pt>
                <c:pt idx="5296">
                  <c:v>851.05969842564241</c:v>
                </c:pt>
                <c:pt idx="5297">
                  <c:v>851.0550797235486</c:v>
                </c:pt>
                <c:pt idx="5298">
                  <c:v>851.04842093915272</c:v>
                </c:pt>
                <c:pt idx="5299">
                  <c:v>851.06988704983246</c:v>
                </c:pt>
                <c:pt idx="5300">
                  <c:v>851.07620486863664</c:v>
                </c:pt>
                <c:pt idx="5301">
                  <c:v>851.04246334804509</c:v>
                </c:pt>
                <c:pt idx="5302">
                  <c:v>851.07598806365434</c:v>
                </c:pt>
                <c:pt idx="5303">
                  <c:v>851.06579852118</c:v>
                </c:pt>
                <c:pt idx="5304">
                  <c:v>851.10694038440533</c:v>
                </c:pt>
                <c:pt idx="5305">
                  <c:v>851.12399633761993</c:v>
                </c:pt>
                <c:pt idx="5306">
                  <c:v>851.85625033428914</c:v>
                </c:pt>
                <c:pt idx="5307">
                  <c:v>851.94709148532172</c:v>
                </c:pt>
                <c:pt idx="5308">
                  <c:v>851.95948450454443</c:v>
                </c:pt>
                <c:pt idx="5309">
                  <c:v>851.94196098680368</c:v>
                </c:pt>
                <c:pt idx="5310">
                  <c:v>852.23369203818208</c:v>
                </c:pt>
                <c:pt idx="5311">
                  <c:v>852.24631684032647</c:v>
                </c:pt>
                <c:pt idx="5312">
                  <c:v>852.28956237396051</c:v>
                </c:pt>
                <c:pt idx="5313">
                  <c:v>848.06837225438449</c:v>
                </c:pt>
                <c:pt idx="5314">
                  <c:v>848.0852868665479</c:v>
                </c:pt>
                <c:pt idx="5315">
                  <c:v>848.08201828424012</c:v>
                </c:pt>
                <c:pt idx="5316">
                  <c:v>848.07807525176941</c:v>
                </c:pt>
                <c:pt idx="5317">
                  <c:v>848.1383697523604</c:v>
                </c:pt>
                <c:pt idx="5318">
                  <c:v>848.15598882502525</c:v>
                </c:pt>
                <c:pt idx="5319">
                  <c:v>848.1698710822518</c:v>
                </c:pt>
                <c:pt idx="5320">
                  <c:v>848.18102974251337</c:v>
                </c:pt>
                <c:pt idx="5321">
                  <c:v>848.31962971203268</c:v>
                </c:pt>
                <c:pt idx="5322">
                  <c:v>848.33494158983149</c:v>
                </c:pt>
                <c:pt idx="5323">
                  <c:v>848.24285590395709</c:v>
                </c:pt>
                <c:pt idx="5324">
                  <c:v>848.23274523922782</c:v>
                </c:pt>
                <c:pt idx="5325">
                  <c:v>848.21852140077817</c:v>
                </c:pt>
                <c:pt idx="5326">
                  <c:v>848.3513811614348</c:v>
                </c:pt>
                <c:pt idx="5327">
                  <c:v>848.21121879103748</c:v>
                </c:pt>
                <c:pt idx="5328">
                  <c:v>848.21867632401927</c:v>
                </c:pt>
                <c:pt idx="5329">
                  <c:v>848.19486235553757</c:v>
                </c:pt>
                <c:pt idx="5330">
                  <c:v>848.20103633373549</c:v>
                </c:pt>
                <c:pt idx="5331">
                  <c:v>848.18462859367435</c:v>
                </c:pt>
                <c:pt idx="5332">
                  <c:v>848.19290143233798</c:v>
                </c:pt>
                <c:pt idx="5333">
                  <c:v>848.16106411431042</c:v>
                </c:pt>
                <c:pt idx="5334">
                  <c:v>848.20090798024842</c:v>
                </c:pt>
                <c:pt idx="5335">
                  <c:v>848.19857487993477</c:v>
                </c:pt>
                <c:pt idx="5336">
                  <c:v>848.84033057851229</c:v>
                </c:pt>
                <c:pt idx="5337">
                  <c:v>848.84982333508685</c:v>
                </c:pt>
                <c:pt idx="5338">
                  <c:v>848.88077325680024</c:v>
                </c:pt>
                <c:pt idx="5339">
                  <c:v>848.83583412075382</c:v>
                </c:pt>
                <c:pt idx="5340">
                  <c:v>848.83961668445534</c:v>
                </c:pt>
                <c:pt idx="5341">
                  <c:v>844.75663885524773</c:v>
                </c:pt>
                <c:pt idx="5342">
                  <c:v>844.76054124589848</c:v>
                </c:pt>
                <c:pt idx="5343">
                  <c:v>844.73474412420137</c:v>
                </c:pt>
                <c:pt idx="5344">
                  <c:v>844.73633861571648</c:v>
                </c:pt>
                <c:pt idx="5345">
                  <c:v>844.76526382471479</c:v>
                </c:pt>
                <c:pt idx="5346">
                  <c:v>844.72286852589639</c:v>
                </c:pt>
                <c:pt idx="5347">
                  <c:v>844.72724482954641</c:v>
                </c:pt>
                <c:pt idx="5348">
                  <c:v>844.75562546467199</c:v>
                </c:pt>
                <c:pt idx="5349">
                  <c:v>844.67641544145215</c:v>
                </c:pt>
                <c:pt idx="5350">
                  <c:v>844.67732244279989</c:v>
                </c:pt>
                <c:pt idx="5351">
                  <c:v>844.69748850229064</c:v>
                </c:pt>
                <c:pt idx="5352">
                  <c:v>844.70952786089788</c:v>
                </c:pt>
                <c:pt idx="5353">
                  <c:v>844.72049420269457</c:v>
                </c:pt>
                <c:pt idx="5354">
                  <c:v>844.7569567346203</c:v>
                </c:pt>
                <c:pt idx="5355">
                  <c:v>844.76608594786717</c:v>
                </c:pt>
                <c:pt idx="5356">
                  <c:v>844.74959196749035</c:v>
                </c:pt>
                <c:pt idx="5357">
                  <c:v>844.75734612712438</c:v>
                </c:pt>
                <c:pt idx="5358">
                  <c:v>838.23728655969398</c:v>
                </c:pt>
                <c:pt idx="5359">
                  <c:v>838.27815973155884</c:v>
                </c:pt>
                <c:pt idx="5360">
                  <c:v>838.26266275054104</c:v>
                </c:pt>
                <c:pt idx="5361">
                  <c:v>838.26236940852925</c:v>
                </c:pt>
                <c:pt idx="5362">
                  <c:v>838.26759633587176</c:v>
                </c:pt>
                <c:pt idx="5363">
                  <c:v>837.50879335569255</c:v>
                </c:pt>
                <c:pt idx="5364">
                  <c:v>835.82169802739452</c:v>
                </c:pt>
                <c:pt idx="5365">
                  <c:v>835.82392458107756</c:v>
                </c:pt>
                <c:pt idx="5366">
                  <c:v>835.82870114818877</c:v>
                </c:pt>
                <c:pt idx="5367">
                  <c:v>835.83803477846129</c:v>
                </c:pt>
                <c:pt idx="5368">
                  <c:v>835.81792666027638</c:v>
                </c:pt>
                <c:pt idx="5369">
                  <c:v>831.91091979724865</c:v>
                </c:pt>
                <c:pt idx="5370">
                  <c:v>832.01629748442906</c:v>
                </c:pt>
                <c:pt idx="5371">
                  <c:v>832.72344153696304</c:v>
                </c:pt>
                <c:pt idx="5372">
                  <c:v>832.71856157098932</c:v>
                </c:pt>
                <c:pt idx="5373">
                  <c:v>832.71229893238694</c:v>
                </c:pt>
                <c:pt idx="5374">
                  <c:v>832.49309862264965</c:v>
                </c:pt>
                <c:pt idx="5375">
                  <c:v>832.51639691445655</c:v>
                </c:pt>
                <c:pt idx="5376">
                  <c:v>831.09669979407283</c:v>
                </c:pt>
                <c:pt idx="5377">
                  <c:v>831.08341231993609</c:v>
                </c:pt>
                <c:pt idx="5378">
                  <c:v>826.7275212517211</c:v>
                </c:pt>
                <c:pt idx="5379">
                  <c:v>821.30732525317615</c:v>
                </c:pt>
                <c:pt idx="5380">
                  <c:v>821.89172743872518</c:v>
                </c:pt>
                <c:pt idx="5381">
                  <c:v>822.74072150357927</c:v>
                </c:pt>
                <c:pt idx="5382">
                  <c:v>821.76064395317496</c:v>
                </c:pt>
                <c:pt idx="5383">
                  <c:v>777.0418091312107</c:v>
                </c:pt>
                <c:pt idx="5384">
                  <c:v>774.13593805453934</c:v>
                </c:pt>
                <c:pt idx="5385">
                  <c:v>774.22511250078173</c:v>
                </c:pt>
                <c:pt idx="5386">
                  <c:v>774.07621773699691</c:v>
                </c:pt>
                <c:pt idx="5387">
                  <c:v>773.50914932815181</c:v>
                </c:pt>
                <c:pt idx="5388">
                  <c:v>766.6730927479025</c:v>
                </c:pt>
                <c:pt idx="5389">
                  <c:v>757.20647514729444</c:v>
                </c:pt>
                <c:pt idx="5390">
                  <c:v>757.4828529921931</c:v>
                </c:pt>
                <c:pt idx="5391">
                  <c:v>757.87284078561629</c:v>
                </c:pt>
                <c:pt idx="5392">
                  <c:v>758.05084838875973</c:v>
                </c:pt>
                <c:pt idx="5393">
                  <c:v>758.907418578023</c:v>
                </c:pt>
                <c:pt idx="5394">
                  <c:v>757.0558885163997</c:v>
                </c:pt>
                <c:pt idx="5395">
                  <c:v>754.08453191782803</c:v>
                </c:pt>
                <c:pt idx="5396">
                  <c:v>689.23740240332017</c:v>
                </c:pt>
                <c:pt idx="5397">
                  <c:v>687.87936707526194</c:v>
                </c:pt>
                <c:pt idx="5398">
                  <c:v>688.14100359711279</c:v>
                </c:pt>
                <c:pt idx="5399">
                  <c:v>688.38214943920218</c:v>
                </c:pt>
                <c:pt idx="5400">
                  <c:v>687.56339983042812</c:v>
                </c:pt>
                <c:pt idx="5401">
                  <c:v>686.90690493632462</c:v>
                </c:pt>
                <c:pt idx="5402">
                  <c:v>686.78737292653489</c:v>
                </c:pt>
                <c:pt idx="5403">
                  <c:v>687.38756760107242</c:v>
                </c:pt>
                <c:pt idx="5404">
                  <c:v>687.0352673480013</c:v>
                </c:pt>
                <c:pt idx="5405">
                  <c:v>686.54496762178326</c:v>
                </c:pt>
                <c:pt idx="5406">
                  <c:v>686.00032285718407</c:v>
                </c:pt>
                <c:pt idx="5407">
                  <c:v>685.8694879083755</c:v>
                </c:pt>
                <c:pt idx="5408">
                  <c:v>685.88153067634585</c:v>
                </c:pt>
                <c:pt idx="5409">
                  <c:v>684.77858068554167</c:v>
                </c:pt>
                <c:pt idx="5410">
                  <c:v>684.74199894818253</c:v>
                </c:pt>
                <c:pt idx="5411">
                  <c:v>684.71626152860176</c:v>
                </c:pt>
                <c:pt idx="5412">
                  <c:v>685.08382559074391</c:v>
                </c:pt>
                <c:pt idx="5413">
                  <c:v>685.62829206987556</c:v>
                </c:pt>
                <c:pt idx="5414">
                  <c:v>684.7428087593637</c:v>
                </c:pt>
                <c:pt idx="5415">
                  <c:v>685.38672594503987</c:v>
                </c:pt>
                <c:pt idx="5416">
                  <c:v>685.84219003027954</c:v>
                </c:pt>
                <c:pt idx="5417">
                  <c:v>684.93129506535286</c:v>
                </c:pt>
                <c:pt idx="5418">
                  <c:v>687.46526862680548</c:v>
                </c:pt>
                <c:pt idx="5419">
                  <c:v>688.27992252832985</c:v>
                </c:pt>
                <c:pt idx="5420">
                  <c:v>688.49802717815817</c:v>
                </c:pt>
                <c:pt idx="5421">
                  <c:v>687.96370008821145</c:v>
                </c:pt>
                <c:pt idx="5422">
                  <c:v>688.07199870729528</c:v>
                </c:pt>
                <c:pt idx="5423">
                  <c:v>687.66561217457547</c:v>
                </c:pt>
                <c:pt idx="5424">
                  <c:v>687.24239404540242</c:v>
                </c:pt>
                <c:pt idx="5425">
                  <c:v>687.73748261684455</c:v>
                </c:pt>
                <c:pt idx="5426">
                  <c:v>687.97684119620806</c:v>
                </c:pt>
                <c:pt idx="5427">
                  <c:v>688.22545256965611</c:v>
                </c:pt>
                <c:pt idx="5428">
                  <c:v>687.76705822111057</c:v>
                </c:pt>
                <c:pt idx="5429">
                  <c:v>681.9746596589664</c:v>
                </c:pt>
                <c:pt idx="5430">
                  <c:v>681.71749467450866</c:v>
                </c:pt>
                <c:pt idx="5431">
                  <c:v>682.09253305227355</c:v>
                </c:pt>
                <c:pt idx="5432">
                  <c:v>681.89609788107248</c:v>
                </c:pt>
                <c:pt idx="5433">
                  <c:v>681.7307238024232</c:v>
                </c:pt>
                <c:pt idx="5434">
                  <c:v>683.26758242552762</c:v>
                </c:pt>
                <c:pt idx="5435">
                  <c:v>683.65969464670968</c:v>
                </c:pt>
                <c:pt idx="5436">
                  <c:v>684.03130669425082</c:v>
                </c:pt>
                <c:pt idx="5437">
                  <c:v>683.81734325509308</c:v>
                </c:pt>
                <c:pt idx="5438">
                  <c:v>683.24080711287661</c:v>
                </c:pt>
                <c:pt idx="5439">
                  <c:v>683.21790713261259</c:v>
                </c:pt>
                <c:pt idx="5440">
                  <c:v>683.11186484093685</c:v>
                </c:pt>
                <c:pt idx="5441">
                  <c:v>683.55157117751139</c:v>
                </c:pt>
                <c:pt idx="5442">
                  <c:v>682.59990613568573</c:v>
                </c:pt>
                <c:pt idx="5443">
                  <c:v>682.62825067856079</c:v>
                </c:pt>
                <c:pt idx="5444">
                  <c:v>682.93683236682409</c:v>
                </c:pt>
                <c:pt idx="5445">
                  <c:v>682.6582873788899</c:v>
                </c:pt>
                <c:pt idx="5446">
                  <c:v>681.87302301417287</c:v>
                </c:pt>
                <c:pt idx="5447">
                  <c:v>680.16852468603372</c:v>
                </c:pt>
                <c:pt idx="5448">
                  <c:v>680.35351317836887</c:v>
                </c:pt>
                <c:pt idx="5449">
                  <c:v>680.73129101300049</c:v>
                </c:pt>
                <c:pt idx="5450">
                  <c:v>680.26905087279499</c:v>
                </c:pt>
                <c:pt idx="5451">
                  <c:v>680.71845706237309</c:v>
                </c:pt>
                <c:pt idx="5452">
                  <c:v>679.92917917460159</c:v>
                </c:pt>
                <c:pt idx="5453">
                  <c:v>680.91059740455159</c:v>
                </c:pt>
                <c:pt idx="5454">
                  <c:v>680.92219995590176</c:v>
                </c:pt>
                <c:pt idx="5455">
                  <c:v>680.65090334154831</c:v>
                </c:pt>
                <c:pt idx="5456">
                  <c:v>680.37159830210476</c:v>
                </c:pt>
                <c:pt idx="5457">
                  <c:v>679.68056693575534</c:v>
                </c:pt>
                <c:pt idx="5458">
                  <c:v>679.50776888523092</c:v>
                </c:pt>
                <c:pt idx="5459">
                  <c:v>680.36474668650351</c:v>
                </c:pt>
                <c:pt idx="5460">
                  <c:v>692.88790899513242</c:v>
                </c:pt>
                <c:pt idx="5461">
                  <c:v>692.89149686040901</c:v>
                </c:pt>
                <c:pt idx="5462">
                  <c:v>692.88819836957703</c:v>
                </c:pt>
                <c:pt idx="5463">
                  <c:v>692.86594282575072</c:v>
                </c:pt>
                <c:pt idx="5464">
                  <c:v>692.87409530400691</c:v>
                </c:pt>
                <c:pt idx="5465">
                  <c:v>692.86304770279446</c:v>
                </c:pt>
                <c:pt idx="5466">
                  <c:v>692.85643701494098</c:v>
                </c:pt>
                <c:pt idx="5467">
                  <c:v>691.14829724122433</c:v>
                </c:pt>
                <c:pt idx="5468">
                  <c:v>691.15311383788855</c:v>
                </c:pt>
                <c:pt idx="5469">
                  <c:v>690.74033156711926</c:v>
                </c:pt>
                <c:pt idx="5470">
                  <c:v>690.73040804079756</c:v>
                </c:pt>
                <c:pt idx="5471">
                  <c:v>691.15939095134763</c:v>
                </c:pt>
                <c:pt idx="5472">
                  <c:v>690.73219011477943</c:v>
                </c:pt>
                <c:pt idx="5473">
                  <c:v>690.73074369656422</c:v>
                </c:pt>
                <c:pt idx="5474">
                  <c:v>690.66078270715752</c:v>
                </c:pt>
                <c:pt idx="5475">
                  <c:v>690.68596846819116</c:v>
                </c:pt>
                <c:pt idx="5476">
                  <c:v>690.6758692963042</c:v>
                </c:pt>
                <c:pt idx="5477">
                  <c:v>690.67388121403917</c:v>
                </c:pt>
                <c:pt idx="5478">
                  <c:v>690.67687540765723</c:v>
                </c:pt>
                <c:pt idx="5479">
                  <c:v>690.68406065294107</c:v>
                </c:pt>
                <c:pt idx="5480">
                  <c:v>690.68536236215448</c:v>
                </c:pt>
                <c:pt idx="5481">
                  <c:v>690.67877266550909</c:v>
                </c:pt>
                <c:pt idx="5482">
                  <c:v>692.91895969660379</c:v>
                </c:pt>
                <c:pt idx="5483">
                  <c:v>692.69959787078551</c:v>
                </c:pt>
                <c:pt idx="5484">
                  <c:v>692.70856547569235</c:v>
                </c:pt>
                <c:pt idx="5485">
                  <c:v>687.18900069272797</c:v>
                </c:pt>
                <c:pt idx="5486">
                  <c:v>687.18780900455261</c:v>
                </c:pt>
                <c:pt idx="5487">
                  <c:v>682.67392542904349</c:v>
                </c:pt>
                <c:pt idx="5488">
                  <c:v>682.60427442626519</c:v>
                </c:pt>
                <c:pt idx="5489">
                  <c:v>680.61017051800286</c:v>
                </c:pt>
                <c:pt idx="5490">
                  <c:v>682.02211012419957</c:v>
                </c:pt>
                <c:pt idx="5491">
                  <c:v>682.02361500489064</c:v>
                </c:pt>
                <c:pt idx="5492">
                  <c:v>681.76281835393968</c:v>
                </c:pt>
                <c:pt idx="5493">
                  <c:v>681.85638513141282</c:v>
                </c:pt>
                <c:pt idx="5494">
                  <c:v>681.97436886281741</c:v>
                </c:pt>
                <c:pt idx="5495">
                  <c:v>681.99265573983507</c:v>
                </c:pt>
                <c:pt idx="5496">
                  <c:v>681.96179049102852</c:v>
                </c:pt>
                <c:pt idx="5497">
                  <c:v>682.35992521900607</c:v>
                </c:pt>
                <c:pt idx="5498">
                  <c:v>682.36415512961082</c:v>
                </c:pt>
                <c:pt idx="5499">
                  <c:v>676.70394892742411</c:v>
                </c:pt>
                <c:pt idx="5500">
                  <c:v>635.01840484402908</c:v>
                </c:pt>
                <c:pt idx="5501">
                  <c:v>634.96360779830593</c:v>
                </c:pt>
                <c:pt idx="5502">
                  <c:v>634.96701772759457</c:v>
                </c:pt>
                <c:pt idx="5503">
                  <c:v>633.86583366173602</c:v>
                </c:pt>
                <c:pt idx="5504">
                  <c:v>633.89979202732468</c:v>
                </c:pt>
                <c:pt idx="5505">
                  <c:v>633.8956867889126</c:v>
                </c:pt>
                <c:pt idx="5506">
                  <c:v>633.89529150579335</c:v>
                </c:pt>
                <c:pt idx="5507">
                  <c:v>633.90056191719418</c:v>
                </c:pt>
                <c:pt idx="5508">
                  <c:v>633.8579208833321</c:v>
                </c:pt>
                <c:pt idx="5509">
                  <c:v>633.86033935283308</c:v>
                </c:pt>
                <c:pt idx="5510">
                  <c:v>633.86278880849909</c:v>
                </c:pt>
                <c:pt idx="5511">
                  <c:v>633.87143983787212</c:v>
                </c:pt>
                <c:pt idx="5512">
                  <c:v>633.86712921196204</c:v>
                </c:pt>
                <c:pt idx="5513">
                  <c:v>632.86229390552955</c:v>
                </c:pt>
                <c:pt idx="5514">
                  <c:v>630.92177704954133</c:v>
                </c:pt>
                <c:pt idx="5515">
                  <c:v>630.92428162040642</c:v>
                </c:pt>
                <c:pt idx="5516">
                  <c:v>630.92521334882701</c:v>
                </c:pt>
                <c:pt idx="5517">
                  <c:v>630.92292345106659</c:v>
                </c:pt>
                <c:pt idx="5518">
                  <c:v>630.92290219186873</c:v>
                </c:pt>
                <c:pt idx="5519">
                  <c:v>630.92303912033151</c:v>
                </c:pt>
                <c:pt idx="5520">
                  <c:v>630.94931750741841</c:v>
                </c:pt>
                <c:pt idx="5521">
                  <c:v>630.95083539059033</c:v>
                </c:pt>
                <c:pt idx="5522">
                  <c:v>630.95252505600934</c:v>
                </c:pt>
                <c:pt idx="5523">
                  <c:v>630.95183802792076</c:v>
                </c:pt>
                <c:pt idx="5524">
                  <c:v>630.95028363750623</c:v>
                </c:pt>
                <c:pt idx="5525">
                  <c:v>630.95157797230843</c:v>
                </c:pt>
                <c:pt idx="5526">
                  <c:v>630.9509459226731</c:v>
                </c:pt>
                <c:pt idx="5527">
                  <c:v>630.95074437108656</c:v>
                </c:pt>
                <c:pt idx="5528">
                  <c:v>630.95110755124438</c:v>
                </c:pt>
                <c:pt idx="5529">
                  <c:v>630.94935053523886</c:v>
                </c:pt>
                <c:pt idx="5530">
                  <c:v>630.02248417473868</c:v>
                </c:pt>
                <c:pt idx="5531">
                  <c:v>630.02145475274153</c:v>
                </c:pt>
                <c:pt idx="5532">
                  <c:v>630.02080111467569</c:v>
                </c:pt>
                <c:pt idx="5533">
                  <c:v>630.0208271282213</c:v>
                </c:pt>
                <c:pt idx="5534">
                  <c:v>630.02044137119344</c:v>
                </c:pt>
                <c:pt idx="5535">
                  <c:v>630.02129247810831</c:v>
                </c:pt>
                <c:pt idx="5536">
                  <c:v>630.02351302516433</c:v>
                </c:pt>
                <c:pt idx="5537">
                  <c:v>630.02386149735548</c:v>
                </c:pt>
                <c:pt idx="5538">
                  <c:v>630.0220167951743</c:v>
                </c:pt>
                <c:pt idx="5539">
                  <c:v>630.02240540296498</c:v>
                </c:pt>
                <c:pt idx="5540">
                  <c:v>661.71914894440204</c:v>
                </c:pt>
                <c:pt idx="5541">
                  <c:v>662.01169777014888</c:v>
                </c:pt>
                <c:pt idx="5542">
                  <c:v>661.77027363932712</c:v>
                </c:pt>
                <c:pt idx="5543">
                  <c:v>661.73197215490563</c:v>
                </c:pt>
                <c:pt idx="5544">
                  <c:v>661.68550496028911</c:v>
                </c:pt>
                <c:pt idx="5545">
                  <c:v>661.58737313394477</c:v>
                </c:pt>
                <c:pt idx="5546">
                  <c:v>661.65300782570193</c:v>
                </c:pt>
                <c:pt idx="5547">
                  <c:v>661.65551456247181</c:v>
                </c:pt>
                <c:pt idx="5548">
                  <c:v>661.47265752355565</c:v>
                </c:pt>
                <c:pt idx="5549">
                  <c:v>661.23231814379585</c:v>
                </c:pt>
                <c:pt idx="5550">
                  <c:v>661.00987404570253</c:v>
                </c:pt>
                <c:pt idx="5551">
                  <c:v>660.8438584185908</c:v>
                </c:pt>
                <c:pt idx="5552">
                  <c:v>661.37745419323062</c:v>
                </c:pt>
                <c:pt idx="5553">
                  <c:v>661.38920142728477</c:v>
                </c:pt>
                <c:pt idx="5554">
                  <c:v>661.4148064550584</c:v>
                </c:pt>
                <c:pt idx="5555">
                  <c:v>661.32135333720441</c:v>
                </c:pt>
                <c:pt idx="5556">
                  <c:v>661.3787142884446</c:v>
                </c:pt>
                <c:pt idx="5557">
                  <c:v>661.3262815573778</c:v>
                </c:pt>
                <c:pt idx="5558">
                  <c:v>661.46701212336882</c:v>
                </c:pt>
                <c:pt idx="5559">
                  <c:v>661.34299013430905</c:v>
                </c:pt>
                <c:pt idx="5560">
                  <c:v>661.56092352360201</c:v>
                </c:pt>
                <c:pt idx="5561">
                  <c:v>661.78875755217575</c:v>
                </c:pt>
                <c:pt idx="5562">
                  <c:v>661.89520941279102</c:v>
                </c:pt>
                <c:pt idx="5563">
                  <c:v>662.10507340729305</c:v>
                </c:pt>
                <c:pt idx="5564">
                  <c:v>659.98393033558364</c:v>
                </c:pt>
                <c:pt idx="5565">
                  <c:v>659.73121101505967</c:v>
                </c:pt>
                <c:pt idx="5566">
                  <c:v>659.83055237165934</c:v>
                </c:pt>
                <c:pt idx="5567">
                  <c:v>659.90018714217535</c:v>
                </c:pt>
                <c:pt idx="5568">
                  <c:v>659.89935043258834</c:v>
                </c:pt>
                <c:pt idx="5569">
                  <c:v>659.85493455103983</c:v>
                </c:pt>
                <c:pt idx="5570">
                  <c:v>659.55044685405198</c:v>
                </c:pt>
                <c:pt idx="5571">
                  <c:v>659.64469889387442</c:v>
                </c:pt>
                <c:pt idx="5572">
                  <c:v>659.64384886665118</c:v>
                </c:pt>
                <c:pt idx="5573">
                  <c:v>659.42723300802515</c:v>
                </c:pt>
                <c:pt idx="5574">
                  <c:v>659.43117388778956</c:v>
                </c:pt>
                <c:pt idx="5575">
                  <c:v>659.14999225603106</c:v>
                </c:pt>
                <c:pt idx="5576">
                  <c:v>659.05229277885655</c:v>
                </c:pt>
                <c:pt idx="5577">
                  <c:v>659.11686843973405</c:v>
                </c:pt>
                <c:pt idx="5578">
                  <c:v>659.09354353661877</c:v>
                </c:pt>
                <c:pt idx="5579">
                  <c:v>659.22349103048793</c:v>
                </c:pt>
                <c:pt idx="5580">
                  <c:v>659.19155326920122</c:v>
                </c:pt>
                <c:pt idx="5581">
                  <c:v>658.91902604456459</c:v>
                </c:pt>
                <c:pt idx="5582">
                  <c:v>658.56534927450321</c:v>
                </c:pt>
                <c:pt idx="5583">
                  <c:v>658.14388591391753</c:v>
                </c:pt>
                <c:pt idx="5584">
                  <c:v>658.1959819921949</c:v>
                </c:pt>
                <c:pt idx="5585">
                  <c:v>658.36281616456279</c:v>
                </c:pt>
                <c:pt idx="5586">
                  <c:v>658.2273276270289</c:v>
                </c:pt>
                <c:pt idx="5587">
                  <c:v>658.0474623455965</c:v>
                </c:pt>
                <c:pt idx="5588">
                  <c:v>657.76574337765589</c:v>
                </c:pt>
                <c:pt idx="5589">
                  <c:v>657.62378264296694</c:v>
                </c:pt>
                <c:pt idx="5590">
                  <c:v>661.43265645465908</c:v>
                </c:pt>
                <c:pt idx="5591">
                  <c:v>661.34242671013874</c:v>
                </c:pt>
                <c:pt idx="5592">
                  <c:v>661.53331798769204</c:v>
                </c:pt>
                <c:pt idx="5593">
                  <c:v>661.36469430828799</c:v>
                </c:pt>
                <c:pt idx="5594">
                  <c:v>661.24032456830764</c:v>
                </c:pt>
                <c:pt idx="5595">
                  <c:v>661.30509894828413</c:v>
                </c:pt>
                <c:pt idx="5596">
                  <c:v>661.36675931599541</c:v>
                </c:pt>
                <c:pt idx="5597">
                  <c:v>661.69863460229328</c:v>
                </c:pt>
                <c:pt idx="5598">
                  <c:v>661.69173153836743</c:v>
                </c:pt>
                <c:pt idx="5599">
                  <c:v>661.39553694625124</c:v>
                </c:pt>
                <c:pt idx="5600">
                  <c:v>661.43917374558237</c:v>
                </c:pt>
                <c:pt idx="5601">
                  <c:v>661.32386673348196</c:v>
                </c:pt>
                <c:pt idx="5602">
                  <c:v>661.16008367355107</c:v>
                </c:pt>
                <c:pt idx="5603">
                  <c:v>661.33305383297613</c:v>
                </c:pt>
                <c:pt idx="5604">
                  <c:v>661.2248518097839</c:v>
                </c:pt>
                <c:pt idx="5605">
                  <c:v>661.3724931922319</c:v>
                </c:pt>
                <c:pt idx="5606">
                  <c:v>669.60033443499367</c:v>
                </c:pt>
                <c:pt idx="5607">
                  <c:v>670.10524391880301</c:v>
                </c:pt>
                <c:pt idx="5608">
                  <c:v>670.29989421896357</c:v>
                </c:pt>
                <c:pt idx="5609">
                  <c:v>670.26101911043315</c:v>
                </c:pt>
                <c:pt idx="5610">
                  <c:v>669.70097504115915</c:v>
                </c:pt>
                <c:pt idx="5611">
                  <c:v>669.07208740124599</c:v>
                </c:pt>
                <c:pt idx="5612">
                  <c:v>669.11110290061902</c:v>
                </c:pt>
                <c:pt idx="5613">
                  <c:v>669.17450432596945</c:v>
                </c:pt>
                <c:pt idx="5614">
                  <c:v>669.31851088245412</c:v>
                </c:pt>
                <c:pt idx="5615">
                  <c:v>669.51826398486821</c:v>
                </c:pt>
                <c:pt idx="5616">
                  <c:v>669.2446908918505</c:v>
                </c:pt>
                <c:pt idx="5617">
                  <c:v>668.93617300901178</c:v>
                </c:pt>
                <c:pt idx="5618">
                  <c:v>668.78266917129247</c:v>
                </c:pt>
                <c:pt idx="5619">
                  <c:v>670.10104136469249</c:v>
                </c:pt>
                <c:pt idx="5620">
                  <c:v>661.59908767875538</c:v>
                </c:pt>
                <c:pt idx="5621">
                  <c:v>661.75925923122725</c:v>
                </c:pt>
                <c:pt idx="5622">
                  <c:v>661.7104393467398</c:v>
                </c:pt>
                <c:pt idx="5623">
                  <c:v>661.74443842775293</c:v>
                </c:pt>
                <c:pt idx="5624">
                  <c:v>661.69297996917328</c:v>
                </c:pt>
                <c:pt idx="5625">
                  <c:v>657.73251634011876</c:v>
                </c:pt>
                <c:pt idx="5626">
                  <c:v>662.9675466330873</c:v>
                </c:pt>
                <c:pt idx="5627">
                  <c:v>663.01330788525763</c:v>
                </c:pt>
                <c:pt idx="5628">
                  <c:v>663.1660004791205</c:v>
                </c:pt>
                <c:pt idx="5629">
                  <c:v>663.48523385411886</c:v>
                </c:pt>
                <c:pt idx="5630">
                  <c:v>662.73550769934741</c:v>
                </c:pt>
                <c:pt idx="5631">
                  <c:v>663.22660563581269</c:v>
                </c:pt>
                <c:pt idx="5632">
                  <c:v>662.894411931386</c:v>
                </c:pt>
                <c:pt idx="5633">
                  <c:v>663.18214206210359</c:v>
                </c:pt>
                <c:pt idx="5634">
                  <c:v>662.88089449248059</c:v>
                </c:pt>
                <c:pt idx="5635">
                  <c:v>662.78083957676017</c:v>
                </c:pt>
                <c:pt idx="5636">
                  <c:v>662.33767170383646</c:v>
                </c:pt>
                <c:pt idx="5637">
                  <c:v>658.60222551846255</c:v>
                </c:pt>
                <c:pt idx="5638">
                  <c:v>658.73290945617919</c:v>
                </c:pt>
                <c:pt idx="5639">
                  <c:v>658.61423940916427</c:v>
                </c:pt>
                <c:pt idx="5640">
                  <c:v>664.14905066914355</c:v>
                </c:pt>
                <c:pt idx="5641">
                  <c:v>673.01367423717113</c:v>
                </c:pt>
                <c:pt idx="5642">
                  <c:v>672.68729773180098</c:v>
                </c:pt>
                <c:pt idx="5643">
                  <c:v>650.5147879935073</c:v>
                </c:pt>
                <c:pt idx="5644">
                  <c:v>650.42740249990482</c:v>
                </c:pt>
                <c:pt idx="5645">
                  <c:v>655.57889129134207</c:v>
                </c:pt>
                <c:pt idx="5646">
                  <c:v>655.34437720846893</c:v>
                </c:pt>
                <c:pt idx="5647">
                  <c:v>655.51680684513235</c:v>
                </c:pt>
                <c:pt idx="5648">
                  <c:v>655.61572885431451</c:v>
                </c:pt>
                <c:pt idx="5649">
                  <c:v>656.21418896156285</c:v>
                </c:pt>
                <c:pt idx="5650">
                  <c:v>656.27902867698526</c:v>
                </c:pt>
                <c:pt idx="5651">
                  <c:v>656.06363044118734</c:v>
                </c:pt>
                <c:pt idx="5652">
                  <c:v>656.0000683245645</c:v>
                </c:pt>
                <c:pt idx="5653">
                  <c:v>655.96594200892321</c:v>
                </c:pt>
                <c:pt idx="5654">
                  <c:v>655.93355987060227</c:v>
                </c:pt>
                <c:pt idx="5655">
                  <c:v>655.9287550454851</c:v>
                </c:pt>
                <c:pt idx="5656">
                  <c:v>655.9801863871279</c:v>
                </c:pt>
                <c:pt idx="5657">
                  <c:v>655.94422381479001</c:v>
                </c:pt>
                <c:pt idx="5658">
                  <c:v>656.24730607986714</c:v>
                </c:pt>
                <c:pt idx="5659">
                  <c:v>655.96379747011531</c:v>
                </c:pt>
                <c:pt idx="5660">
                  <c:v>656.06379052883494</c:v>
                </c:pt>
                <c:pt idx="5661">
                  <c:v>656.16084116565787</c:v>
                </c:pt>
                <c:pt idx="5662">
                  <c:v>656.37339137652816</c:v>
                </c:pt>
                <c:pt idx="5663">
                  <c:v>656.66870411271202</c:v>
                </c:pt>
                <c:pt idx="5664">
                  <c:v>656.64399425042791</c:v>
                </c:pt>
                <c:pt idx="5665">
                  <c:v>656.54003948338675</c:v>
                </c:pt>
                <c:pt idx="5666">
                  <c:v>656.84889943381563</c:v>
                </c:pt>
                <c:pt idx="5667">
                  <c:v>656.95754491674495</c:v>
                </c:pt>
                <c:pt idx="5668">
                  <c:v>657.11109619541446</c:v>
                </c:pt>
                <c:pt idx="5669">
                  <c:v>657.34970692168122</c:v>
                </c:pt>
                <c:pt idx="5670">
                  <c:v>657.27556201128789</c:v>
                </c:pt>
                <c:pt idx="5671">
                  <c:v>657.03861649314433</c:v>
                </c:pt>
                <c:pt idx="5672">
                  <c:v>656.99681710391224</c:v>
                </c:pt>
                <c:pt idx="5673">
                  <c:v>657.00112694841243</c:v>
                </c:pt>
                <c:pt idx="5674">
                  <c:v>657.17731744416733</c:v>
                </c:pt>
                <c:pt idx="5675">
                  <c:v>657.6213916373656</c:v>
                </c:pt>
                <c:pt idx="5676">
                  <c:v>657.58178421377704</c:v>
                </c:pt>
                <c:pt idx="5677">
                  <c:v>657.60383143523677</c:v>
                </c:pt>
                <c:pt idx="5678">
                  <c:v>657.8768239069899</c:v>
                </c:pt>
                <c:pt idx="5679">
                  <c:v>657.64087558620429</c:v>
                </c:pt>
                <c:pt idx="5680">
                  <c:v>657.6697725251405</c:v>
                </c:pt>
                <c:pt idx="5681">
                  <c:v>657.88294657201436</c:v>
                </c:pt>
                <c:pt idx="5682">
                  <c:v>656.64425587092774</c:v>
                </c:pt>
                <c:pt idx="5683">
                  <c:v>656.60829697677457</c:v>
                </c:pt>
                <c:pt idx="5684">
                  <c:v>656.06271920037045</c:v>
                </c:pt>
                <c:pt idx="5685">
                  <c:v>656.06060417249739</c:v>
                </c:pt>
                <c:pt idx="5686">
                  <c:v>656.50249313041547</c:v>
                </c:pt>
                <c:pt idx="5687">
                  <c:v>656.51364828715396</c:v>
                </c:pt>
                <c:pt idx="5688">
                  <c:v>656.35749829042857</c:v>
                </c:pt>
                <c:pt idx="5689">
                  <c:v>656.44753971007003</c:v>
                </c:pt>
                <c:pt idx="5690">
                  <c:v>656.38985410800717</c:v>
                </c:pt>
                <c:pt idx="5691">
                  <c:v>656.6349844410712</c:v>
                </c:pt>
                <c:pt idx="5692">
                  <c:v>656.76690968418734</c:v>
                </c:pt>
                <c:pt idx="5693">
                  <c:v>657.07384197853196</c:v>
                </c:pt>
                <c:pt idx="5694">
                  <c:v>656.94480930562963</c:v>
                </c:pt>
                <c:pt idx="5695">
                  <c:v>657.14792894155573</c:v>
                </c:pt>
                <c:pt idx="5696">
                  <c:v>656.88877306508721</c:v>
                </c:pt>
                <c:pt idx="5697">
                  <c:v>656.94408440515883</c:v>
                </c:pt>
                <c:pt idx="5698">
                  <c:v>656.85558967514658</c:v>
                </c:pt>
                <c:pt idx="5699">
                  <c:v>656.57036404886253</c:v>
                </c:pt>
                <c:pt idx="5700">
                  <c:v>656.6145182288069</c:v>
                </c:pt>
                <c:pt idx="5701">
                  <c:v>656.9205565743971</c:v>
                </c:pt>
                <c:pt idx="5702">
                  <c:v>656.77318703576566</c:v>
                </c:pt>
                <c:pt idx="5703">
                  <c:v>656.56402175439723</c:v>
                </c:pt>
                <c:pt idx="5704">
                  <c:v>656.4786433661277</c:v>
                </c:pt>
                <c:pt idx="5705">
                  <c:v>656.57717364133066</c:v>
                </c:pt>
                <c:pt idx="5706">
                  <c:v>656.78313862788332</c:v>
                </c:pt>
                <c:pt idx="5707">
                  <c:v>656.78856744912957</c:v>
                </c:pt>
                <c:pt idx="5708">
                  <c:v>656.31606940842687</c:v>
                </c:pt>
                <c:pt idx="5709">
                  <c:v>656.31297560975611</c:v>
                </c:pt>
                <c:pt idx="5710">
                  <c:v>656.31468364130717</c:v>
                </c:pt>
                <c:pt idx="5711">
                  <c:v>656.31307565294662</c:v>
                </c:pt>
                <c:pt idx="5712">
                  <c:v>656.31319351971433</c:v>
                </c:pt>
                <c:pt idx="5713">
                  <c:v>655.86747864082554</c:v>
                </c:pt>
                <c:pt idx="5714">
                  <c:v>653.25831178724695</c:v>
                </c:pt>
                <c:pt idx="5715">
                  <c:v>653.25908726308978</c:v>
                </c:pt>
                <c:pt idx="5716">
                  <c:v>653.25612532307537</c:v>
                </c:pt>
                <c:pt idx="5717">
                  <c:v>653.25620281736258</c:v>
                </c:pt>
                <c:pt idx="5718">
                  <c:v>653.25579259327526</c:v>
                </c:pt>
                <c:pt idx="5719">
                  <c:v>653.25764733742358</c:v>
                </c:pt>
                <c:pt idx="5720">
                  <c:v>653.2548925510589</c:v>
                </c:pt>
                <c:pt idx="5721">
                  <c:v>653.26038779826297</c:v>
                </c:pt>
                <c:pt idx="5722">
                  <c:v>653.25837131292656</c:v>
                </c:pt>
                <c:pt idx="5723">
                  <c:v>653.25831735063457</c:v>
                </c:pt>
                <c:pt idx="5724">
                  <c:v>652.0855530011637</c:v>
                </c:pt>
                <c:pt idx="5725">
                  <c:v>652.08479074278262</c:v>
                </c:pt>
                <c:pt idx="5726">
                  <c:v>651.92720718411363</c:v>
                </c:pt>
                <c:pt idx="5727">
                  <c:v>652.8601748522392</c:v>
                </c:pt>
                <c:pt idx="5728">
                  <c:v>652.85650481103778</c:v>
                </c:pt>
                <c:pt idx="5729">
                  <c:v>645.42773854035556</c:v>
                </c:pt>
                <c:pt idx="5730">
                  <c:v>645.15358752019756</c:v>
                </c:pt>
                <c:pt idx="5731">
                  <c:v>645.15201670671081</c:v>
                </c:pt>
                <c:pt idx="5732">
                  <c:v>644.12656936832013</c:v>
                </c:pt>
                <c:pt idx="5733">
                  <c:v>644.12484281760874</c:v>
                </c:pt>
                <c:pt idx="5734">
                  <c:v>641.31742390335535</c:v>
                </c:pt>
                <c:pt idx="5735">
                  <c:v>641.31916704293997</c:v>
                </c:pt>
                <c:pt idx="5736">
                  <c:v>630.62981660099194</c:v>
                </c:pt>
                <c:pt idx="5737">
                  <c:v>630.62739133202558</c:v>
                </c:pt>
                <c:pt idx="5738">
                  <c:v>630.62996965973616</c:v>
                </c:pt>
                <c:pt idx="5739">
                  <c:v>630.21407502296404</c:v>
                </c:pt>
                <c:pt idx="5740">
                  <c:v>623.64885912181899</c:v>
                </c:pt>
                <c:pt idx="5741">
                  <c:v>623.64935433474614</c:v>
                </c:pt>
                <c:pt idx="5742">
                  <c:v>623.6504241327375</c:v>
                </c:pt>
                <c:pt idx="5743">
                  <c:v>623.64812244873849</c:v>
                </c:pt>
                <c:pt idx="5744">
                  <c:v>621.0832680234696</c:v>
                </c:pt>
                <c:pt idx="5745">
                  <c:v>610.20181649180347</c:v>
                </c:pt>
                <c:pt idx="5746">
                  <c:v>610.2009863736148</c:v>
                </c:pt>
                <c:pt idx="5747">
                  <c:v>580.65063668085804</c:v>
                </c:pt>
                <c:pt idx="5748">
                  <c:v>580.65221734220165</c:v>
                </c:pt>
                <c:pt idx="5749">
                  <c:v>580.65108068713687</c:v>
                </c:pt>
                <c:pt idx="5750">
                  <c:v>580.6531111694751</c:v>
                </c:pt>
                <c:pt idx="5751">
                  <c:v>580.64955639398033</c:v>
                </c:pt>
                <c:pt idx="5752">
                  <c:v>588.78048758245848</c:v>
                </c:pt>
                <c:pt idx="5753">
                  <c:v>588.75222712538562</c:v>
                </c:pt>
                <c:pt idx="5754">
                  <c:v>589.08326651572884</c:v>
                </c:pt>
                <c:pt idx="5755">
                  <c:v>589.08288601750326</c:v>
                </c:pt>
                <c:pt idx="5756">
                  <c:v>589.08299915428779</c:v>
                </c:pt>
                <c:pt idx="5757">
                  <c:v>589.19544230458268</c:v>
                </c:pt>
                <c:pt idx="5758">
                  <c:v>589.0826041694927</c:v>
                </c:pt>
                <c:pt idx="5759">
                  <c:v>589.08458498023708</c:v>
                </c:pt>
                <c:pt idx="5760">
                  <c:v>588.49306143336128</c:v>
                </c:pt>
                <c:pt idx="5761">
                  <c:v>588.85580628672858</c:v>
                </c:pt>
                <c:pt idx="5762">
                  <c:v>588.79224469150904</c:v>
                </c:pt>
                <c:pt idx="5763">
                  <c:v>588.79147859453417</c:v>
                </c:pt>
                <c:pt idx="5764">
                  <c:v>588.78983046211431</c:v>
                </c:pt>
                <c:pt idx="5765">
                  <c:v>588.79330499706361</c:v>
                </c:pt>
                <c:pt idx="5766">
                  <c:v>588.7932247416669</c:v>
                </c:pt>
                <c:pt idx="5767">
                  <c:v>588.79161604182957</c:v>
                </c:pt>
                <c:pt idx="5768">
                  <c:v>588.7708309359665</c:v>
                </c:pt>
                <c:pt idx="5769">
                  <c:v>588.76936640624911</c:v>
                </c:pt>
                <c:pt idx="5770">
                  <c:v>588.77052699701312</c:v>
                </c:pt>
                <c:pt idx="5771">
                  <c:v>588.76973287253213</c:v>
                </c:pt>
                <c:pt idx="5772">
                  <c:v>588.77121078002006</c:v>
                </c:pt>
                <c:pt idx="5773">
                  <c:v>588.77094216443857</c:v>
                </c:pt>
                <c:pt idx="5774">
                  <c:v>588.76953181741931</c:v>
                </c:pt>
                <c:pt idx="5775">
                  <c:v>588.76852693934313</c:v>
                </c:pt>
                <c:pt idx="5776">
                  <c:v>588.76816412753078</c:v>
                </c:pt>
                <c:pt idx="5777">
                  <c:v>588.76965788580537</c:v>
                </c:pt>
                <c:pt idx="5778">
                  <c:v>588.7701102113873</c:v>
                </c:pt>
                <c:pt idx="5779">
                  <c:v>588.76832375365393</c:v>
                </c:pt>
                <c:pt idx="5780">
                  <c:v>588.76787888043134</c:v>
                </c:pt>
                <c:pt idx="5781">
                  <c:v>588.76853639982994</c:v>
                </c:pt>
                <c:pt idx="5782">
                  <c:v>588.76998145971345</c:v>
                </c:pt>
                <c:pt idx="5783">
                  <c:v>588.76922144032039</c:v>
                </c:pt>
                <c:pt idx="5784">
                  <c:v>588.77031088695094</c:v>
                </c:pt>
                <c:pt idx="5785">
                  <c:v>588.76815243978535</c:v>
                </c:pt>
                <c:pt idx="5786">
                  <c:v>588.71908152610433</c:v>
                </c:pt>
                <c:pt idx="5787">
                  <c:v>588.77005322740786</c:v>
                </c:pt>
                <c:pt idx="5788">
                  <c:v>591.55505596314902</c:v>
                </c:pt>
                <c:pt idx="5789">
                  <c:v>591.54881915743977</c:v>
                </c:pt>
                <c:pt idx="5790">
                  <c:v>591.52759207853819</c:v>
                </c:pt>
                <c:pt idx="5791">
                  <c:v>591.53574087087225</c:v>
                </c:pt>
                <c:pt idx="5792">
                  <c:v>591.53738030675959</c:v>
                </c:pt>
                <c:pt idx="5793">
                  <c:v>591.54327130933189</c:v>
                </c:pt>
                <c:pt idx="5794">
                  <c:v>591.54803326309775</c:v>
                </c:pt>
                <c:pt idx="5795">
                  <c:v>591.4278099673578</c:v>
                </c:pt>
                <c:pt idx="5796">
                  <c:v>591.3977268018109</c:v>
                </c:pt>
                <c:pt idx="5797">
                  <c:v>591.4010935953703</c:v>
                </c:pt>
                <c:pt idx="5798">
                  <c:v>591.41960770935054</c:v>
                </c:pt>
                <c:pt idx="5799">
                  <c:v>591.41992174708435</c:v>
                </c:pt>
                <c:pt idx="5800">
                  <c:v>591.46047012426629</c:v>
                </c:pt>
                <c:pt idx="5801">
                  <c:v>590.79250715435569</c:v>
                </c:pt>
                <c:pt idx="5802">
                  <c:v>590.83395656309813</c:v>
                </c:pt>
                <c:pt idx="5803">
                  <c:v>590.84271417972536</c:v>
                </c:pt>
                <c:pt idx="5804">
                  <c:v>590.8409761482784</c:v>
                </c:pt>
                <c:pt idx="5805">
                  <c:v>590.83559626763792</c:v>
                </c:pt>
                <c:pt idx="5806">
                  <c:v>590.85334534230765</c:v>
                </c:pt>
                <c:pt idx="5807">
                  <c:v>605.88504203084824</c:v>
                </c:pt>
                <c:pt idx="5808">
                  <c:v>605.85568187351441</c:v>
                </c:pt>
                <c:pt idx="5809">
                  <c:v>605.8491341988173</c:v>
                </c:pt>
                <c:pt idx="5810">
                  <c:v>605.84784954022086</c:v>
                </c:pt>
                <c:pt idx="5811">
                  <c:v>605.85596865852256</c:v>
                </c:pt>
                <c:pt idx="5812">
                  <c:v>605.86283582245483</c:v>
                </c:pt>
                <c:pt idx="5813">
                  <c:v>605.85655153580535</c:v>
                </c:pt>
                <c:pt idx="5814">
                  <c:v>605.85428904270054</c:v>
                </c:pt>
                <c:pt idx="5815">
                  <c:v>605.86896861696903</c:v>
                </c:pt>
                <c:pt idx="5816">
                  <c:v>605.87364262455799</c:v>
                </c:pt>
                <c:pt idx="5817">
                  <c:v>606.07631072138474</c:v>
                </c:pt>
                <c:pt idx="5818">
                  <c:v>606.13175392525375</c:v>
                </c:pt>
                <c:pt idx="5819">
                  <c:v>606.15317609438716</c:v>
                </c:pt>
                <c:pt idx="5820">
                  <c:v>606.13458538415296</c:v>
                </c:pt>
                <c:pt idx="5821">
                  <c:v>605.93995311847084</c:v>
                </c:pt>
                <c:pt idx="5822">
                  <c:v>605.94869510928288</c:v>
                </c:pt>
                <c:pt idx="5823">
                  <c:v>605.93850926378673</c:v>
                </c:pt>
                <c:pt idx="5824">
                  <c:v>605.96541029705236</c:v>
                </c:pt>
                <c:pt idx="5825">
                  <c:v>605.67450839603123</c:v>
                </c:pt>
                <c:pt idx="5826">
                  <c:v>605.93097543136128</c:v>
                </c:pt>
                <c:pt idx="5827">
                  <c:v>605.96974113746296</c:v>
                </c:pt>
                <c:pt idx="5828">
                  <c:v>605.93858075787648</c:v>
                </c:pt>
                <c:pt idx="5829">
                  <c:v>605.92842715847212</c:v>
                </c:pt>
                <c:pt idx="5830">
                  <c:v>605.91216355138613</c:v>
                </c:pt>
                <c:pt idx="5831">
                  <c:v>605.89926238398516</c:v>
                </c:pt>
                <c:pt idx="5832">
                  <c:v>605.90919482742436</c:v>
                </c:pt>
                <c:pt idx="5833">
                  <c:v>605.91646914503588</c:v>
                </c:pt>
                <c:pt idx="5834">
                  <c:v>605.92098451220772</c:v>
                </c:pt>
                <c:pt idx="5835">
                  <c:v>605.9471768179933</c:v>
                </c:pt>
                <c:pt idx="5836">
                  <c:v>605.97596429812552</c:v>
                </c:pt>
                <c:pt idx="5837">
                  <c:v>605.99432677747507</c:v>
                </c:pt>
                <c:pt idx="5838">
                  <c:v>605.56421374062745</c:v>
                </c:pt>
                <c:pt idx="5839">
                  <c:v>605.47409595699753</c:v>
                </c:pt>
                <c:pt idx="5840">
                  <c:v>605.46882780149133</c:v>
                </c:pt>
                <c:pt idx="5841">
                  <c:v>605.48573826049926</c:v>
                </c:pt>
                <c:pt idx="5842">
                  <c:v>605.46572385407967</c:v>
                </c:pt>
                <c:pt idx="5843">
                  <c:v>605.43637606459413</c:v>
                </c:pt>
                <c:pt idx="5844">
                  <c:v>605.42815675472127</c:v>
                </c:pt>
                <c:pt idx="5845">
                  <c:v>605.41604840146977</c:v>
                </c:pt>
                <c:pt idx="5846">
                  <c:v>605.41852497824823</c:v>
                </c:pt>
                <c:pt idx="5847">
                  <c:v>605.42464836050488</c:v>
                </c:pt>
                <c:pt idx="5848">
                  <c:v>607.14022836773768</c:v>
                </c:pt>
                <c:pt idx="5849">
                  <c:v>607.22670912084618</c:v>
                </c:pt>
                <c:pt idx="5850">
                  <c:v>607.16752393624085</c:v>
                </c:pt>
                <c:pt idx="5851">
                  <c:v>607.24644617575768</c:v>
                </c:pt>
                <c:pt idx="5852">
                  <c:v>603.02474245108397</c:v>
                </c:pt>
                <c:pt idx="5853">
                  <c:v>603.0118813779693</c:v>
                </c:pt>
                <c:pt idx="5854">
                  <c:v>603.7756745466869</c:v>
                </c:pt>
                <c:pt idx="5855">
                  <c:v>603.72920011840836</c:v>
                </c:pt>
                <c:pt idx="5856">
                  <c:v>603.60262684426687</c:v>
                </c:pt>
                <c:pt idx="5857">
                  <c:v>603.54774552224535</c:v>
                </c:pt>
                <c:pt idx="5858">
                  <c:v>603.61339241778524</c:v>
                </c:pt>
                <c:pt idx="5859">
                  <c:v>603.55012885839267</c:v>
                </c:pt>
                <c:pt idx="5860">
                  <c:v>603.40814619782714</c:v>
                </c:pt>
                <c:pt idx="5861">
                  <c:v>603.43477013366441</c:v>
                </c:pt>
                <c:pt idx="5862">
                  <c:v>603.46911241125929</c:v>
                </c:pt>
                <c:pt idx="5863">
                  <c:v>603.45683497433993</c:v>
                </c:pt>
                <c:pt idx="5864">
                  <c:v>603.35879324536859</c:v>
                </c:pt>
                <c:pt idx="5865">
                  <c:v>603.42403339419832</c:v>
                </c:pt>
                <c:pt idx="5866">
                  <c:v>603.46780755315717</c:v>
                </c:pt>
                <c:pt idx="5867">
                  <c:v>609.22053930893139</c:v>
                </c:pt>
                <c:pt idx="5868">
                  <c:v>609.77942866143951</c:v>
                </c:pt>
                <c:pt idx="5869">
                  <c:v>609.77668257994401</c:v>
                </c:pt>
                <c:pt idx="5870">
                  <c:v>609.92814528526196</c:v>
                </c:pt>
                <c:pt idx="5871">
                  <c:v>610.63637727730884</c:v>
                </c:pt>
                <c:pt idx="5872">
                  <c:v>610.56131946035498</c:v>
                </c:pt>
                <c:pt idx="5873">
                  <c:v>611.00536008227982</c:v>
                </c:pt>
                <c:pt idx="5874">
                  <c:v>610.94659834693039</c:v>
                </c:pt>
                <c:pt idx="5875">
                  <c:v>609.25327704714368</c:v>
                </c:pt>
                <c:pt idx="5876">
                  <c:v>612.54948145705589</c:v>
                </c:pt>
                <c:pt idx="5877">
                  <c:v>617.84351580050668</c:v>
                </c:pt>
                <c:pt idx="5878">
                  <c:v>617.83269531018254</c:v>
                </c:pt>
                <c:pt idx="5879">
                  <c:v>617.863691758556</c:v>
                </c:pt>
                <c:pt idx="5880">
                  <c:v>617.88460220151296</c:v>
                </c:pt>
                <c:pt idx="5881">
                  <c:v>617.90088744285958</c:v>
                </c:pt>
                <c:pt idx="5882">
                  <c:v>618.03410819101509</c:v>
                </c:pt>
                <c:pt idx="5883">
                  <c:v>613.1653669955507</c:v>
                </c:pt>
                <c:pt idx="5884">
                  <c:v>613.17098842237363</c:v>
                </c:pt>
                <c:pt idx="5885">
                  <c:v>613.23838708042194</c:v>
                </c:pt>
                <c:pt idx="5886">
                  <c:v>610.85059333550703</c:v>
                </c:pt>
                <c:pt idx="5887">
                  <c:v>609.86395939408226</c:v>
                </c:pt>
                <c:pt idx="5888">
                  <c:v>609.47764739323486</c:v>
                </c:pt>
                <c:pt idx="5889">
                  <c:v>609.45547070513862</c:v>
                </c:pt>
                <c:pt idx="5890">
                  <c:v>617.3711762527704</c:v>
                </c:pt>
                <c:pt idx="5891">
                  <c:v>617.31507692926925</c:v>
                </c:pt>
                <c:pt idx="5892">
                  <c:v>616.33250431502881</c:v>
                </c:pt>
                <c:pt idx="5893">
                  <c:v>616.44851786774507</c:v>
                </c:pt>
                <c:pt idx="5894">
                  <c:v>616.4716083070748</c:v>
                </c:pt>
                <c:pt idx="5895">
                  <c:v>616.54230027587164</c:v>
                </c:pt>
                <c:pt idx="5896">
                  <c:v>616.4156628886592</c:v>
                </c:pt>
                <c:pt idx="5897">
                  <c:v>616.39966360073879</c:v>
                </c:pt>
                <c:pt idx="5898">
                  <c:v>616.31024358019749</c:v>
                </c:pt>
                <c:pt idx="5899">
                  <c:v>616.33208625491375</c:v>
                </c:pt>
                <c:pt idx="5900">
                  <c:v>616.21725170018465</c:v>
                </c:pt>
                <c:pt idx="5901">
                  <c:v>616.20791900455845</c:v>
                </c:pt>
                <c:pt idx="5902">
                  <c:v>616.18332809402284</c:v>
                </c:pt>
                <c:pt idx="5903">
                  <c:v>616.20411273842421</c:v>
                </c:pt>
                <c:pt idx="5904">
                  <c:v>616.17647932560681</c:v>
                </c:pt>
                <c:pt idx="5905">
                  <c:v>616.19607879149635</c:v>
                </c:pt>
                <c:pt idx="5906">
                  <c:v>616.18426713700899</c:v>
                </c:pt>
                <c:pt idx="5907">
                  <c:v>616.25125510775342</c:v>
                </c:pt>
                <c:pt idx="5908">
                  <c:v>616.22108289901973</c:v>
                </c:pt>
                <c:pt idx="5909">
                  <c:v>616.13587093878573</c:v>
                </c:pt>
                <c:pt idx="5910">
                  <c:v>616.14639222544133</c:v>
                </c:pt>
                <c:pt idx="5911">
                  <c:v>616.13367237000261</c:v>
                </c:pt>
                <c:pt idx="5912">
                  <c:v>616.12592074880536</c:v>
                </c:pt>
                <c:pt idx="5913">
                  <c:v>616.17644529831841</c:v>
                </c:pt>
                <c:pt idx="5914">
                  <c:v>#N/A</c:v>
                </c:pt>
                <c:pt idx="5915">
                  <c:v>#N/A</c:v>
                </c:pt>
                <c:pt idx="5916">
                  <c:v>#N/A</c:v>
                </c:pt>
                <c:pt idx="5917">
                  <c:v>#N/A</c:v>
                </c:pt>
                <c:pt idx="5918">
                  <c:v>#N/A</c:v>
                </c:pt>
                <c:pt idx="5919">
                  <c:v>#N/A</c:v>
                </c:pt>
                <c:pt idx="5920">
                  <c:v>#N/A</c:v>
                </c:pt>
                <c:pt idx="5921">
                  <c:v>#N/A</c:v>
                </c:pt>
                <c:pt idx="5922">
                  <c:v>#N/A</c:v>
                </c:pt>
                <c:pt idx="5923">
                  <c:v>#N/A</c:v>
                </c:pt>
                <c:pt idx="5924">
                  <c:v>#N/A</c:v>
                </c:pt>
                <c:pt idx="5925">
                  <c:v>#N/A</c:v>
                </c:pt>
                <c:pt idx="5926">
                  <c:v>#N/A</c:v>
                </c:pt>
                <c:pt idx="5927">
                  <c:v>#N/A</c:v>
                </c:pt>
                <c:pt idx="5928">
                  <c:v>#N/A</c:v>
                </c:pt>
                <c:pt idx="5929">
                  <c:v>#N/A</c:v>
                </c:pt>
                <c:pt idx="5930">
                  <c:v>#N/A</c:v>
                </c:pt>
                <c:pt idx="5931">
                  <c:v>#N/A</c:v>
                </c:pt>
                <c:pt idx="5932">
                  <c:v>#N/A</c:v>
                </c:pt>
                <c:pt idx="5933">
                  <c:v>#N/A</c:v>
                </c:pt>
                <c:pt idx="5934">
                  <c:v>#N/A</c:v>
                </c:pt>
                <c:pt idx="5935">
                  <c:v>#N/A</c:v>
                </c:pt>
                <c:pt idx="5936">
                  <c:v>#N/A</c:v>
                </c:pt>
                <c:pt idx="5937">
                  <c:v>#N/A</c:v>
                </c:pt>
                <c:pt idx="5938">
                  <c:v>#N/A</c:v>
                </c:pt>
                <c:pt idx="5939">
                  <c:v>#N/A</c:v>
                </c:pt>
                <c:pt idx="5940">
                  <c:v>#N/A</c:v>
                </c:pt>
                <c:pt idx="5941">
                  <c:v>#N/A</c:v>
                </c:pt>
                <c:pt idx="5942">
                  <c:v>#N/A</c:v>
                </c:pt>
                <c:pt idx="5943">
                  <c:v>#N/A</c:v>
                </c:pt>
                <c:pt idx="5944">
                  <c:v>#N/A</c:v>
                </c:pt>
                <c:pt idx="5945">
                  <c:v>#N/A</c:v>
                </c:pt>
                <c:pt idx="5946">
                  <c:v>#N/A</c:v>
                </c:pt>
                <c:pt idx="5947">
                  <c:v>#N/A</c:v>
                </c:pt>
                <c:pt idx="5948">
                  <c:v>#N/A</c:v>
                </c:pt>
                <c:pt idx="5949">
                  <c:v>#N/A</c:v>
                </c:pt>
                <c:pt idx="5950">
                  <c:v>#N/A</c:v>
                </c:pt>
                <c:pt idx="5951">
                  <c:v>#N/A</c:v>
                </c:pt>
                <c:pt idx="5952">
                  <c:v>#N/A</c:v>
                </c:pt>
                <c:pt idx="5953">
                  <c:v>#N/A</c:v>
                </c:pt>
                <c:pt idx="5954">
                  <c:v>#N/A</c:v>
                </c:pt>
                <c:pt idx="5955">
                  <c:v>#N/A</c:v>
                </c:pt>
                <c:pt idx="5956">
                  <c:v>#N/A</c:v>
                </c:pt>
                <c:pt idx="5957">
                  <c:v>#N/A</c:v>
                </c:pt>
                <c:pt idx="5958">
                  <c:v>#N/A</c:v>
                </c:pt>
                <c:pt idx="5959">
                  <c:v>#N/A</c:v>
                </c:pt>
                <c:pt idx="5960">
                  <c:v>#N/A</c:v>
                </c:pt>
                <c:pt idx="5961">
                  <c:v>#N/A</c:v>
                </c:pt>
                <c:pt idx="5962">
                  <c:v>#N/A</c:v>
                </c:pt>
                <c:pt idx="5963">
                  <c:v>#N/A</c:v>
                </c:pt>
                <c:pt idx="5964">
                  <c:v>#N/A</c:v>
                </c:pt>
                <c:pt idx="5965">
                  <c:v>#N/A</c:v>
                </c:pt>
                <c:pt idx="5966">
                  <c:v>#N/A</c:v>
                </c:pt>
                <c:pt idx="5967">
                  <c:v>#N/A</c:v>
                </c:pt>
                <c:pt idx="5968">
                  <c:v>#N/A</c:v>
                </c:pt>
                <c:pt idx="5969">
                  <c:v>#N/A</c:v>
                </c:pt>
                <c:pt idx="5970">
                  <c:v>#N/A</c:v>
                </c:pt>
                <c:pt idx="5971">
                  <c:v>#N/A</c:v>
                </c:pt>
                <c:pt idx="5972">
                  <c:v>#N/A</c:v>
                </c:pt>
                <c:pt idx="5973">
                  <c:v>#N/A</c:v>
                </c:pt>
                <c:pt idx="5974">
                  <c:v>#N/A</c:v>
                </c:pt>
                <c:pt idx="5975">
                  <c:v>#N/A</c:v>
                </c:pt>
                <c:pt idx="5976">
                  <c:v>#N/A</c:v>
                </c:pt>
                <c:pt idx="5977">
                  <c:v>#N/A</c:v>
                </c:pt>
                <c:pt idx="5978">
                  <c:v>#N/A</c:v>
                </c:pt>
                <c:pt idx="5979">
                  <c:v>#N/A</c:v>
                </c:pt>
                <c:pt idx="5980">
                  <c:v>#N/A</c:v>
                </c:pt>
                <c:pt idx="5981">
                  <c:v>#N/A</c:v>
                </c:pt>
                <c:pt idx="5982">
                  <c:v>#N/A</c:v>
                </c:pt>
                <c:pt idx="5983">
                  <c:v>#N/A</c:v>
                </c:pt>
                <c:pt idx="5984">
                  <c:v>#N/A</c:v>
                </c:pt>
                <c:pt idx="5985">
                  <c:v>#N/A</c:v>
                </c:pt>
                <c:pt idx="5986">
                  <c:v>#N/A</c:v>
                </c:pt>
                <c:pt idx="5987">
                  <c:v>#N/A</c:v>
                </c:pt>
                <c:pt idx="5988">
                  <c:v>#N/A</c:v>
                </c:pt>
                <c:pt idx="5989">
                  <c:v>#N/A</c:v>
                </c:pt>
                <c:pt idx="5990">
                  <c:v>#N/A</c:v>
                </c:pt>
                <c:pt idx="5991">
                  <c:v>#N/A</c:v>
                </c:pt>
                <c:pt idx="5992">
                  <c:v>#N/A</c:v>
                </c:pt>
                <c:pt idx="5993">
                  <c:v>#N/A</c:v>
                </c:pt>
                <c:pt idx="5994">
                  <c:v>#N/A</c:v>
                </c:pt>
                <c:pt idx="5995">
                  <c:v>#N/A</c:v>
                </c:pt>
                <c:pt idx="5996">
                  <c:v>#N/A</c:v>
                </c:pt>
                <c:pt idx="5997">
                  <c:v>#N/A</c:v>
                </c:pt>
                <c:pt idx="5998">
                  <c:v>#N/A</c:v>
                </c:pt>
                <c:pt idx="5999">
                  <c:v>#N/A</c:v>
                </c:pt>
                <c:pt idx="6000">
                  <c:v>#N/A</c:v>
                </c:pt>
                <c:pt idx="6001">
                  <c:v>#N/A</c:v>
                </c:pt>
                <c:pt idx="6002">
                  <c:v>#N/A</c:v>
                </c:pt>
                <c:pt idx="6003">
                  <c:v>#N/A</c:v>
                </c:pt>
                <c:pt idx="6004">
                  <c:v>#N/A</c:v>
                </c:pt>
                <c:pt idx="6005">
                  <c:v>#N/A</c:v>
                </c:pt>
                <c:pt idx="6006">
                  <c:v>#N/A</c:v>
                </c:pt>
                <c:pt idx="6007">
                  <c:v>#N/A</c:v>
                </c:pt>
                <c:pt idx="6008">
                  <c:v>#N/A</c:v>
                </c:pt>
                <c:pt idx="6009">
                  <c:v>#N/A</c:v>
                </c:pt>
                <c:pt idx="6010">
                  <c:v>#N/A</c:v>
                </c:pt>
                <c:pt idx="6011">
                  <c:v>#N/A</c:v>
                </c:pt>
                <c:pt idx="6012">
                  <c:v>#N/A</c:v>
                </c:pt>
                <c:pt idx="6013">
                  <c:v>#N/A</c:v>
                </c:pt>
                <c:pt idx="6014">
                  <c:v>#N/A</c:v>
                </c:pt>
                <c:pt idx="6015">
                  <c:v>#N/A</c:v>
                </c:pt>
                <c:pt idx="6016">
                  <c:v>#N/A</c:v>
                </c:pt>
                <c:pt idx="6017">
                  <c:v>#N/A</c:v>
                </c:pt>
                <c:pt idx="6018">
                  <c:v>#N/A</c:v>
                </c:pt>
                <c:pt idx="6019">
                  <c:v>#N/A</c:v>
                </c:pt>
                <c:pt idx="6020">
                  <c:v>#N/A</c:v>
                </c:pt>
                <c:pt idx="6021">
                  <c:v>#N/A</c:v>
                </c:pt>
                <c:pt idx="6022">
                  <c:v>#N/A</c:v>
                </c:pt>
                <c:pt idx="6023">
                  <c:v>#N/A</c:v>
                </c:pt>
                <c:pt idx="6024">
                  <c:v>#N/A</c:v>
                </c:pt>
                <c:pt idx="6025">
                  <c:v>#N/A</c:v>
                </c:pt>
                <c:pt idx="6026">
                  <c:v>#N/A</c:v>
                </c:pt>
                <c:pt idx="6027">
                  <c:v>#N/A</c:v>
                </c:pt>
                <c:pt idx="6028">
                  <c:v>#N/A</c:v>
                </c:pt>
                <c:pt idx="6029">
                  <c:v>#N/A</c:v>
                </c:pt>
                <c:pt idx="6030">
                  <c:v>#N/A</c:v>
                </c:pt>
                <c:pt idx="6031">
                  <c:v>#N/A</c:v>
                </c:pt>
                <c:pt idx="6032">
                  <c:v>#N/A</c:v>
                </c:pt>
                <c:pt idx="6033">
                  <c:v>#N/A</c:v>
                </c:pt>
                <c:pt idx="6034">
                  <c:v>#N/A</c:v>
                </c:pt>
                <c:pt idx="6035">
                  <c:v>#N/A</c:v>
                </c:pt>
                <c:pt idx="6036">
                  <c:v>#N/A</c:v>
                </c:pt>
                <c:pt idx="6037">
                  <c:v>#N/A</c:v>
                </c:pt>
                <c:pt idx="6038">
                  <c:v>#N/A</c:v>
                </c:pt>
                <c:pt idx="6039">
                  <c:v>#N/A</c:v>
                </c:pt>
                <c:pt idx="6040">
                  <c:v>#N/A</c:v>
                </c:pt>
                <c:pt idx="6041">
                  <c:v>#N/A</c:v>
                </c:pt>
                <c:pt idx="6042">
                  <c:v>#N/A</c:v>
                </c:pt>
                <c:pt idx="6043">
                  <c:v>#N/A</c:v>
                </c:pt>
                <c:pt idx="6044">
                  <c:v>#N/A</c:v>
                </c:pt>
                <c:pt idx="6045">
                  <c:v>#N/A</c:v>
                </c:pt>
                <c:pt idx="6046">
                  <c:v>#N/A</c:v>
                </c:pt>
                <c:pt idx="6047">
                  <c:v>#N/A</c:v>
                </c:pt>
                <c:pt idx="6048">
                  <c:v>#N/A</c:v>
                </c:pt>
                <c:pt idx="6049">
                  <c:v>#N/A</c:v>
                </c:pt>
                <c:pt idx="6050">
                  <c:v>#N/A</c:v>
                </c:pt>
                <c:pt idx="6051">
                  <c:v>#N/A</c:v>
                </c:pt>
                <c:pt idx="6052">
                  <c:v>#N/A</c:v>
                </c:pt>
                <c:pt idx="6053">
                  <c:v>#N/A</c:v>
                </c:pt>
                <c:pt idx="6054">
                  <c:v>#N/A</c:v>
                </c:pt>
                <c:pt idx="6055">
                  <c:v>#N/A</c:v>
                </c:pt>
                <c:pt idx="6056">
                  <c:v>#N/A</c:v>
                </c:pt>
                <c:pt idx="6057">
                  <c:v>#N/A</c:v>
                </c:pt>
                <c:pt idx="6058">
                  <c:v>#N/A</c:v>
                </c:pt>
                <c:pt idx="6059">
                  <c:v>#N/A</c:v>
                </c:pt>
                <c:pt idx="6060">
                  <c:v>#N/A</c:v>
                </c:pt>
                <c:pt idx="6061">
                  <c:v>#N/A</c:v>
                </c:pt>
                <c:pt idx="6062">
                  <c:v>#N/A</c:v>
                </c:pt>
                <c:pt idx="6063">
                  <c:v>#N/A</c:v>
                </c:pt>
                <c:pt idx="6064">
                  <c:v>#N/A</c:v>
                </c:pt>
                <c:pt idx="6065">
                  <c:v>#N/A</c:v>
                </c:pt>
                <c:pt idx="6066">
                  <c:v>#N/A</c:v>
                </c:pt>
                <c:pt idx="6067">
                  <c:v>#N/A</c:v>
                </c:pt>
                <c:pt idx="6068">
                  <c:v>#N/A</c:v>
                </c:pt>
                <c:pt idx="6069">
                  <c:v>#N/A</c:v>
                </c:pt>
                <c:pt idx="6070">
                  <c:v>#N/A</c:v>
                </c:pt>
                <c:pt idx="6071">
                  <c:v>#N/A</c:v>
                </c:pt>
                <c:pt idx="6072">
                  <c:v>#N/A</c:v>
                </c:pt>
                <c:pt idx="6073">
                  <c:v>#N/A</c:v>
                </c:pt>
                <c:pt idx="6074">
                  <c:v>#N/A</c:v>
                </c:pt>
                <c:pt idx="6075">
                  <c:v>#N/A</c:v>
                </c:pt>
                <c:pt idx="6076">
                  <c:v>#N/A</c:v>
                </c:pt>
                <c:pt idx="6077">
                  <c:v>#N/A</c:v>
                </c:pt>
                <c:pt idx="6078">
                  <c:v>#N/A</c:v>
                </c:pt>
                <c:pt idx="6079">
                  <c:v>#N/A</c:v>
                </c:pt>
                <c:pt idx="6080">
                  <c:v>#N/A</c:v>
                </c:pt>
                <c:pt idx="6081">
                  <c:v>#N/A</c:v>
                </c:pt>
                <c:pt idx="6082">
                  <c:v>#N/A</c:v>
                </c:pt>
                <c:pt idx="6083">
                  <c:v>#N/A</c:v>
                </c:pt>
                <c:pt idx="6084">
                  <c:v>#N/A</c:v>
                </c:pt>
                <c:pt idx="6085">
                  <c:v>#N/A</c:v>
                </c:pt>
                <c:pt idx="6086">
                  <c:v>#N/A</c:v>
                </c:pt>
                <c:pt idx="6087">
                  <c:v>#N/A</c:v>
                </c:pt>
                <c:pt idx="6088">
                  <c:v>#N/A</c:v>
                </c:pt>
                <c:pt idx="6089">
                  <c:v>#N/A</c:v>
                </c:pt>
                <c:pt idx="6090">
                  <c:v>#N/A</c:v>
                </c:pt>
                <c:pt idx="6091">
                  <c:v>#N/A</c:v>
                </c:pt>
                <c:pt idx="6092">
                  <c:v>#N/A</c:v>
                </c:pt>
                <c:pt idx="6093">
                  <c:v>#N/A</c:v>
                </c:pt>
                <c:pt idx="6094">
                  <c:v>#N/A</c:v>
                </c:pt>
                <c:pt idx="6095">
                  <c:v>#N/A</c:v>
                </c:pt>
                <c:pt idx="6096">
                  <c:v>#N/A</c:v>
                </c:pt>
                <c:pt idx="6097">
                  <c:v>#N/A</c:v>
                </c:pt>
                <c:pt idx="6098">
                  <c:v>#N/A</c:v>
                </c:pt>
                <c:pt idx="6099">
                  <c:v>#N/A</c:v>
                </c:pt>
                <c:pt idx="6100">
                  <c:v>#N/A</c:v>
                </c:pt>
                <c:pt idx="6101">
                  <c:v>#N/A</c:v>
                </c:pt>
                <c:pt idx="6102">
                  <c:v>#N/A</c:v>
                </c:pt>
                <c:pt idx="6103">
                  <c:v>#N/A</c:v>
                </c:pt>
                <c:pt idx="6104">
                  <c:v>#N/A</c:v>
                </c:pt>
                <c:pt idx="6105">
                  <c:v>#N/A</c:v>
                </c:pt>
                <c:pt idx="6106">
                  <c:v>#N/A</c:v>
                </c:pt>
                <c:pt idx="6107">
                  <c:v>#N/A</c:v>
                </c:pt>
                <c:pt idx="6108">
                  <c:v>#N/A</c:v>
                </c:pt>
                <c:pt idx="6109">
                  <c:v>#N/A</c:v>
                </c:pt>
                <c:pt idx="6110">
                  <c:v>#N/A</c:v>
                </c:pt>
                <c:pt idx="6111">
                  <c:v>#N/A</c:v>
                </c:pt>
                <c:pt idx="6112">
                  <c:v>#N/A</c:v>
                </c:pt>
                <c:pt idx="6113">
                  <c:v>#N/A</c:v>
                </c:pt>
                <c:pt idx="6114">
                  <c:v>#N/A</c:v>
                </c:pt>
                <c:pt idx="6115">
                  <c:v>#N/A</c:v>
                </c:pt>
                <c:pt idx="6116">
                  <c:v>#N/A</c:v>
                </c:pt>
                <c:pt idx="6117">
                  <c:v>#N/A</c:v>
                </c:pt>
                <c:pt idx="6118">
                  <c:v>#N/A</c:v>
                </c:pt>
                <c:pt idx="6119">
                  <c:v>#N/A</c:v>
                </c:pt>
                <c:pt idx="6120">
                  <c:v>#N/A</c:v>
                </c:pt>
                <c:pt idx="6121">
                  <c:v>#N/A</c:v>
                </c:pt>
                <c:pt idx="6122">
                  <c:v>#N/A</c:v>
                </c:pt>
                <c:pt idx="6123">
                  <c:v>#N/A</c:v>
                </c:pt>
                <c:pt idx="6124">
                  <c:v>#N/A</c:v>
                </c:pt>
                <c:pt idx="6125">
                  <c:v>#N/A</c:v>
                </c:pt>
                <c:pt idx="6126">
                  <c:v>#N/A</c:v>
                </c:pt>
                <c:pt idx="6127">
                  <c:v>#N/A</c:v>
                </c:pt>
                <c:pt idx="6128">
                  <c:v>#N/A</c:v>
                </c:pt>
                <c:pt idx="6129">
                  <c:v>#N/A</c:v>
                </c:pt>
                <c:pt idx="6130">
                  <c:v>#N/A</c:v>
                </c:pt>
                <c:pt idx="6131">
                  <c:v>#N/A</c:v>
                </c:pt>
                <c:pt idx="6132">
                  <c:v>#N/A</c:v>
                </c:pt>
                <c:pt idx="6133">
                  <c:v>#N/A</c:v>
                </c:pt>
                <c:pt idx="6134">
                  <c:v>#N/A</c:v>
                </c:pt>
                <c:pt idx="6135">
                  <c:v>#N/A</c:v>
                </c:pt>
                <c:pt idx="6136">
                  <c:v>#N/A</c:v>
                </c:pt>
                <c:pt idx="6137">
                  <c:v>#N/A</c:v>
                </c:pt>
                <c:pt idx="6138">
                  <c:v>#N/A</c:v>
                </c:pt>
                <c:pt idx="6139">
                  <c:v>#N/A</c:v>
                </c:pt>
                <c:pt idx="6140">
                  <c:v>#N/A</c:v>
                </c:pt>
                <c:pt idx="6141">
                  <c:v>#N/A</c:v>
                </c:pt>
                <c:pt idx="6142">
                  <c:v>#N/A</c:v>
                </c:pt>
                <c:pt idx="6143">
                  <c:v>#N/A</c:v>
                </c:pt>
                <c:pt idx="6144">
                  <c:v>#N/A</c:v>
                </c:pt>
                <c:pt idx="6145">
                  <c:v>#N/A</c:v>
                </c:pt>
                <c:pt idx="6146">
                  <c:v>#N/A</c:v>
                </c:pt>
                <c:pt idx="6147">
                  <c:v>#N/A</c:v>
                </c:pt>
                <c:pt idx="6148">
                  <c:v>#N/A</c:v>
                </c:pt>
                <c:pt idx="6149">
                  <c:v>#N/A</c:v>
                </c:pt>
                <c:pt idx="6150">
                  <c:v>#N/A</c:v>
                </c:pt>
                <c:pt idx="6151">
                  <c:v>#N/A</c:v>
                </c:pt>
                <c:pt idx="6152">
                  <c:v>#N/A</c:v>
                </c:pt>
                <c:pt idx="6153">
                  <c:v>#N/A</c:v>
                </c:pt>
                <c:pt idx="6154">
                  <c:v>#N/A</c:v>
                </c:pt>
                <c:pt idx="6155">
                  <c:v>#N/A</c:v>
                </c:pt>
                <c:pt idx="6156">
                  <c:v>#N/A</c:v>
                </c:pt>
                <c:pt idx="6157">
                  <c:v>#N/A</c:v>
                </c:pt>
                <c:pt idx="6158">
                  <c:v>#N/A</c:v>
                </c:pt>
                <c:pt idx="6159">
                  <c:v>#N/A</c:v>
                </c:pt>
                <c:pt idx="6160">
                  <c:v>#N/A</c:v>
                </c:pt>
                <c:pt idx="6161">
                  <c:v>#N/A</c:v>
                </c:pt>
                <c:pt idx="6162">
                  <c:v>#N/A</c:v>
                </c:pt>
                <c:pt idx="6163">
                  <c:v>#N/A</c:v>
                </c:pt>
                <c:pt idx="6164">
                  <c:v>#N/A</c:v>
                </c:pt>
                <c:pt idx="6165">
                  <c:v>#N/A</c:v>
                </c:pt>
                <c:pt idx="6166">
                  <c:v>#N/A</c:v>
                </c:pt>
                <c:pt idx="6167">
                  <c:v>#N/A</c:v>
                </c:pt>
                <c:pt idx="6168">
                  <c:v>#N/A</c:v>
                </c:pt>
                <c:pt idx="6169">
                  <c:v>#N/A</c:v>
                </c:pt>
                <c:pt idx="6170">
                  <c:v>#N/A</c:v>
                </c:pt>
                <c:pt idx="6171">
                  <c:v>#N/A</c:v>
                </c:pt>
                <c:pt idx="6172">
                  <c:v>#N/A</c:v>
                </c:pt>
                <c:pt idx="6173">
                  <c:v>#N/A</c:v>
                </c:pt>
                <c:pt idx="6174">
                  <c:v>#N/A</c:v>
                </c:pt>
                <c:pt idx="6175">
                  <c:v>#N/A</c:v>
                </c:pt>
                <c:pt idx="6176">
                  <c:v>#N/A</c:v>
                </c:pt>
                <c:pt idx="6177">
                  <c:v>#N/A</c:v>
                </c:pt>
                <c:pt idx="6178">
                  <c:v>#N/A</c:v>
                </c:pt>
                <c:pt idx="6179">
                  <c:v>#N/A</c:v>
                </c:pt>
                <c:pt idx="6180">
                  <c:v>#N/A</c:v>
                </c:pt>
                <c:pt idx="6181">
                  <c:v>#N/A</c:v>
                </c:pt>
                <c:pt idx="6182">
                  <c:v>#N/A</c:v>
                </c:pt>
                <c:pt idx="6183">
                  <c:v>#N/A</c:v>
                </c:pt>
                <c:pt idx="6184">
                  <c:v>#N/A</c:v>
                </c:pt>
                <c:pt idx="6185">
                  <c:v>#N/A</c:v>
                </c:pt>
                <c:pt idx="6186">
                  <c:v>#N/A</c:v>
                </c:pt>
                <c:pt idx="6187">
                  <c:v>#N/A</c:v>
                </c:pt>
                <c:pt idx="6188">
                  <c:v>#N/A</c:v>
                </c:pt>
                <c:pt idx="6189">
                  <c:v>#N/A</c:v>
                </c:pt>
                <c:pt idx="6190">
                  <c:v>#N/A</c:v>
                </c:pt>
                <c:pt idx="6191">
                  <c:v>#N/A</c:v>
                </c:pt>
                <c:pt idx="6192">
                  <c:v>#N/A</c:v>
                </c:pt>
                <c:pt idx="6193">
                  <c:v>#N/A</c:v>
                </c:pt>
                <c:pt idx="6194">
                  <c:v>#N/A</c:v>
                </c:pt>
                <c:pt idx="6195">
                  <c:v>#N/A</c:v>
                </c:pt>
                <c:pt idx="6196">
                  <c:v>#N/A</c:v>
                </c:pt>
                <c:pt idx="6197">
                  <c:v>#N/A</c:v>
                </c:pt>
                <c:pt idx="6198">
                  <c:v>#N/A</c:v>
                </c:pt>
                <c:pt idx="6199">
                  <c:v>#N/A</c:v>
                </c:pt>
                <c:pt idx="6200">
                  <c:v>#N/A</c:v>
                </c:pt>
                <c:pt idx="6201">
                  <c:v>#N/A</c:v>
                </c:pt>
                <c:pt idx="6202">
                  <c:v>#N/A</c:v>
                </c:pt>
                <c:pt idx="6203">
                  <c:v>#N/A</c:v>
                </c:pt>
                <c:pt idx="6204">
                  <c:v>#N/A</c:v>
                </c:pt>
                <c:pt idx="6205">
                  <c:v>#N/A</c:v>
                </c:pt>
                <c:pt idx="6206">
                  <c:v>#N/A</c:v>
                </c:pt>
                <c:pt idx="6207">
                  <c:v>#N/A</c:v>
                </c:pt>
                <c:pt idx="6208">
                  <c:v>#N/A</c:v>
                </c:pt>
                <c:pt idx="6209">
                  <c:v>#N/A</c:v>
                </c:pt>
                <c:pt idx="6210">
                  <c:v>#N/A</c:v>
                </c:pt>
                <c:pt idx="6211">
                  <c:v>#N/A</c:v>
                </c:pt>
                <c:pt idx="6212">
                  <c:v>#N/A</c:v>
                </c:pt>
                <c:pt idx="6213">
                  <c:v>#N/A</c:v>
                </c:pt>
                <c:pt idx="6214">
                  <c:v>#N/A</c:v>
                </c:pt>
                <c:pt idx="6215">
                  <c:v>#N/A</c:v>
                </c:pt>
                <c:pt idx="6216">
                  <c:v>#N/A</c:v>
                </c:pt>
                <c:pt idx="6217">
                  <c:v>#N/A</c:v>
                </c:pt>
                <c:pt idx="6218">
                  <c:v>#N/A</c:v>
                </c:pt>
                <c:pt idx="6219">
                  <c:v>#N/A</c:v>
                </c:pt>
                <c:pt idx="6220">
                  <c:v>#N/A</c:v>
                </c:pt>
                <c:pt idx="6221">
                  <c:v>#N/A</c:v>
                </c:pt>
                <c:pt idx="6222">
                  <c:v>#N/A</c:v>
                </c:pt>
                <c:pt idx="6223">
                  <c:v>#N/A</c:v>
                </c:pt>
                <c:pt idx="6224">
                  <c:v>#N/A</c:v>
                </c:pt>
                <c:pt idx="6225">
                  <c:v>#N/A</c:v>
                </c:pt>
                <c:pt idx="6226">
                  <c:v>#N/A</c:v>
                </c:pt>
                <c:pt idx="6227">
                  <c:v>#N/A</c:v>
                </c:pt>
                <c:pt idx="6228">
                  <c:v>#N/A</c:v>
                </c:pt>
                <c:pt idx="6229">
                  <c:v>#N/A</c:v>
                </c:pt>
                <c:pt idx="6230">
                  <c:v>#N/A</c:v>
                </c:pt>
                <c:pt idx="6231">
                  <c:v>#N/A</c:v>
                </c:pt>
                <c:pt idx="6232">
                  <c:v>#N/A</c:v>
                </c:pt>
                <c:pt idx="6233">
                  <c:v>#N/A</c:v>
                </c:pt>
                <c:pt idx="6234">
                  <c:v>#N/A</c:v>
                </c:pt>
                <c:pt idx="6235">
                  <c:v>#N/A</c:v>
                </c:pt>
                <c:pt idx="6236">
                  <c:v>#N/A</c:v>
                </c:pt>
                <c:pt idx="6237">
                  <c:v>#N/A</c:v>
                </c:pt>
                <c:pt idx="6238">
                  <c:v>#N/A</c:v>
                </c:pt>
                <c:pt idx="6239">
                  <c:v>#N/A</c:v>
                </c:pt>
                <c:pt idx="6240">
                  <c:v>#N/A</c:v>
                </c:pt>
                <c:pt idx="6241">
                  <c:v>#N/A</c:v>
                </c:pt>
                <c:pt idx="6242">
                  <c:v>#N/A</c:v>
                </c:pt>
                <c:pt idx="6243">
                  <c:v>#N/A</c:v>
                </c:pt>
                <c:pt idx="6244">
                  <c:v>#N/A</c:v>
                </c:pt>
                <c:pt idx="6245">
                  <c:v>#N/A</c:v>
                </c:pt>
                <c:pt idx="6246">
                  <c:v>#N/A</c:v>
                </c:pt>
                <c:pt idx="6247">
                  <c:v>#N/A</c:v>
                </c:pt>
                <c:pt idx="6248">
                  <c:v>#N/A</c:v>
                </c:pt>
                <c:pt idx="6249">
                  <c:v>#N/A</c:v>
                </c:pt>
                <c:pt idx="6250">
                  <c:v>#N/A</c:v>
                </c:pt>
                <c:pt idx="6251">
                  <c:v>#N/A</c:v>
                </c:pt>
                <c:pt idx="6252">
                  <c:v>#N/A</c:v>
                </c:pt>
                <c:pt idx="6253">
                  <c:v>#N/A</c:v>
                </c:pt>
                <c:pt idx="6254">
                  <c:v>#N/A</c:v>
                </c:pt>
                <c:pt idx="6255">
                  <c:v>#N/A</c:v>
                </c:pt>
                <c:pt idx="6256">
                  <c:v>#N/A</c:v>
                </c:pt>
                <c:pt idx="6257">
                  <c:v>#N/A</c:v>
                </c:pt>
                <c:pt idx="6258">
                  <c:v>#N/A</c:v>
                </c:pt>
                <c:pt idx="6259">
                  <c:v>#N/A</c:v>
                </c:pt>
                <c:pt idx="6260">
                  <c:v>#N/A</c:v>
                </c:pt>
                <c:pt idx="6261">
                  <c:v>#N/A</c:v>
                </c:pt>
                <c:pt idx="6262">
                  <c:v>#N/A</c:v>
                </c:pt>
                <c:pt idx="6263">
                  <c:v>#N/A</c:v>
                </c:pt>
                <c:pt idx="6264">
                  <c:v>#N/A</c:v>
                </c:pt>
                <c:pt idx="6265">
                  <c:v>#N/A</c:v>
                </c:pt>
                <c:pt idx="6266">
                  <c:v>#N/A</c:v>
                </c:pt>
                <c:pt idx="6267">
                  <c:v>#N/A</c:v>
                </c:pt>
                <c:pt idx="6268">
                  <c:v>#N/A</c:v>
                </c:pt>
                <c:pt idx="6269">
                  <c:v>#N/A</c:v>
                </c:pt>
                <c:pt idx="6270">
                  <c:v>#N/A</c:v>
                </c:pt>
                <c:pt idx="6271">
                  <c:v>#N/A</c:v>
                </c:pt>
                <c:pt idx="6272">
                  <c:v>#N/A</c:v>
                </c:pt>
                <c:pt idx="6273">
                  <c:v>#N/A</c:v>
                </c:pt>
                <c:pt idx="6274">
                  <c:v>#N/A</c:v>
                </c:pt>
                <c:pt idx="6275">
                  <c:v>#N/A</c:v>
                </c:pt>
                <c:pt idx="6276">
                  <c:v>#N/A</c:v>
                </c:pt>
                <c:pt idx="6277">
                  <c:v>#N/A</c:v>
                </c:pt>
                <c:pt idx="6278">
                  <c:v>#N/A</c:v>
                </c:pt>
                <c:pt idx="6279">
                  <c:v>#N/A</c:v>
                </c:pt>
                <c:pt idx="6280">
                  <c:v>#N/A</c:v>
                </c:pt>
                <c:pt idx="6281">
                  <c:v>#N/A</c:v>
                </c:pt>
                <c:pt idx="6282">
                  <c:v>#N/A</c:v>
                </c:pt>
                <c:pt idx="6283">
                  <c:v>#N/A</c:v>
                </c:pt>
                <c:pt idx="6284">
                  <c:v>#N/A</c:v>
                </c:pt>
                <c:pt idx="6285">
                  <c:v>#N/A</c:v>
                </c:pt>
                <c:pt idx="6286">
                  <c:v>#N/A</c:v>
                </c:pt>
                <c:pt idx="6287">
                  <c:v>#N/A</c:v>
                </c:pt>
                <c:pt idx="6288">
                  <c:v>#N/A</c:v>
                </c:pt>
                <c:pt idx="6289">
                  <c:v>#N/A</c:v>
                </c:pt>
                <c:pt idx="6290">
                  <c:v>#N/A</c:v>
                </c:pt>
                <c:pt idx="6291">
                  <c:v>#N/A</c:v>
                </c:pt>
                <c:pt idx="6292">
                  <c:v>#N/A</c:v>
                </c:pt>
                <c:pt idx="6293">
                  <c:v>#N/A</c:v>
                </c:pt>
                <c:pt idx="6294">
                  <c:v>#N/A</c:v>
                </c:pt>
                <c:pt idx="6295">
                  <c:v>#N/A</c:v>
                </c:pt>
                <c:pt idx="6296">
                  <c:v>#N/A</c:v>
                </c:pt>
                <c:pt idx="6297">
                  <c:v>#N/A</c:v>
                </c:pt>
                <c:pt idx="6298">
                  <c:v>#N/A</c:v>
                </c:pt>
                <c:pt idx="6299">
                  <c:v>#N/A</c:v>
                </c:pt>
                <c:pt idx="6300">
                  <c:v>#N/A</c:v>
                </c:pt>
                <c:pt idx="6301">
                  <c:v>#N/A</c:v>
                </c:pt>
                <c:pt idx="6302">
                  <c:v>#N/A</c:v>
                </c:pt>
                <c:pt idx="6303">
                  <c:v>#N/A</c:v>
                </c:pt>
                <c:pt idx="6304">
                  <c:v>#N/A</c:v>
                </c:pt>
                <c:pt idx="6305">
                  <c:v>#N/A</c:v>
                </c:pt>
                <c:pt idx="6306">
                  <c:v>#N/A</c:v>
                </c:pt>
                <c:pt idx="6307">
                  <c:v>#N/A</c:v>
                </c:pt>
                <c:pt idx="6308">
                  <c:v>#N/A</c:v>
                </c:pt>
                <c:pt idx="6309">
                  <c:v>#N/A</c:v>
                </c:pt>
                <c:pt idx="6310">
                  <c:v>#N/A</c:v>
                </c:pt>
                <c:pt idx="6311">
                  <c:v>#N/A</c:v>
                </c:pt>
                <c:pt idx="6312">
                  <c:v>#N/A</c:v>
                </c:pt>
                <c:pt idx="6313">
                  <c:v>#N/A</c:v>
                </c:pt>
                <c:pt idx="6314">
                  <c:v>#N/A</c:v>
                </c:pt>
                <c:pt idx="6315">
                  <c:v>#N/A</c:v>
                </c:pt>
                <c:pt idx="6316">
                  <c:v>#N/A</c:v>
                </c:pt>
                <c:pt idx="6317">
                  <c:v>#N/A</c:v>
                </c:pt>
                <c:pt idx="6318">
                  <c:v>#N/A</c:v>
                </c:pt>
                <c:pt idx="6319">
                  <c:v>#N/A</c:v>
                </c:pt>
                <c:pt idx="6320">
                  <c:v>#N/A</c:v>
                </c:pt>
                <c:pt idx="6321">
                  <c:v>#N/A</c:v>
                </c:pt>
                <c:pt idx="6322">
                  <c:v>#N/A</c:v>
                </c:pt>
                <c:pt idx="6323">
                  <c:v>#N/A</c:v>
                </c:pt>
                <c:pt idx="6324">
                  <c:v>#N/A</c:v>
                </c:pt>
                <c:pt idx="6325">
                  <c:v>#N/A</c:v>
                </c:pt>
                <c:pt idx="6326">
                  <c:v>#N/A</c:v>
                </c:pt>
                <c:pt idx="6327">
                  <c:v>#N/A</c:v>
                </c:pt>
                <c:pt idx="6328">
                  <c:v>#N/A</c:v>
                </c:pt>
                <c:pt idx="6329">
                  <c:v>#N/A</c:v>
                </c:pt>
                <c:pt idx="6330">
                  <c:v>#N/A</c:v>
                </c:pt>
                <c:pt idx="6331">
                  <c:v>#N/A</c:v>
                </c:pt>
                <c:pt idx="6332">
                  <c:v>#N/A</c:v>
                </c:pt>
                <c:pt idx="6333">
                  <c:v>#N/A</c:v>
                </c:pt>
                <c:pt idx="6334">
                  <c:v>#N/A</c:v>
                </c:pt>
                <c:pt idx="6335">
                  <c:v>#N/A</c:v>
                </c:pt>
                <c:pt idx="6336">
                  <c:v>#N/A</c:v>
                </c:pt>
                <c:pt idx="6337">
                  <c:v>#N/A</c:v>
                </c:pt>
                <c:pt idx="6338">
                  <c:v>#N/A</c:v>
                </c:pt>
                <c:pt idx="6339">
                  <c:v>#N/A</c:v>
                </c:pt>
                <c:pt idx="6340">
                  <c:v>#N/A</c:v>
                </c:pt>
                <c:pt idx="6341">
                  <c:v>#N/A</c:v>
                </c:pt>
                <c:pt idx="6342">
                  <c:v>#N/A</c:v>
                </c:pt>
                <c:pt idx="6343">
                  <c:v>#N/A</c:v>
                </c:pt>
                <c:pt idx="6344">
                  <c:v>#N/A</c:v>
                </c:pt>
                <c:pt idx="6345">
                  <c:v>#N/A</c:v>
                </c:pt>
                <c:pt idx="6346">
                  <c:v>#N/A</c:v>
                </c:pt>
                <c:pt idx="6347">
                  <c:v>#N/A</c:v>
                </c:pt>
                <c:pt idx="6348">
                  <c:v>#N/A</c:v>
                </c:pt>
                <c:pt idx="6349">
                  <c:v>#N/A</c:v>
                </c:pt>
                <c:pt idx="6350">
                  <c:v>#N/A</c:v>
                </c:pt>
                <c:pt idx="6351">
                  <c:v>#N/A</c:v>
                </c:pt>
                <c:pt idx="6352">
                  <c:v>#N/A</c:v>
                </c:pt>
                <c:pt idx="6353">
                  <c:v>#N/A</c:v>
                </c:pt>
                <c:pt idx="6354">
                  <c:v>#N/A</c:v>
                </c:pt>
                <c:pt idx="6355">
                  <c:v>#N/A</c:v>
                </c:pt>
                <c:pt idx="6356">
                  <c:v>#N/A</c:v>
                </c:pt>
                <c:pt idx="6357">
                  <c:v>#N/A</c:v>
                </c:pt>
                <c:pt idx="6358">
                  <c:v>#N/A</c:v>
                </c:pt>
                <c:pt idx="6359">
                  <c:v>#N/A</c:v>
                </c:pt>
                <c:pt idx="6360">
                  <c:v>#N/A</c:v>
                </c:pt>
                <c:pt idx="6361">
                  <c:v>#N/A</c:v>
                </c:pt>
                <c:pt idx="6362">
                  <c:v>#N/A</c:v>
                </c:pt>
                <c:pt idx="6363">
                  <c:v>#N/A</c:v>
                </c:pt>
                <c:pt idx="6364">
                  <c:v>#N/A</c:v>
                </c:pt>
                <c:pt idx="6365">
                  <c:v>#N/A</c:v>
                </c:pt>
                <c:pt idx="6366">
                  <c:v>#N/A</c:v>
                </c:pt>
                <c:pt idx="6367">
                  <c:v>#N/A</c:v>
                </c:pt>
                <c:pt idx="6368">
                  <c:v>#N/A</c:v>
                </c:pt>
                <c:pt idx="6369">
                  <c:v>#N/A</c:v>
                </c:pt>
                <c:pt idx="6370">
                  <c:v>#N/A</c:v>
                </c:pt>
                <c:pt idx="6371">
                  <c:v>#N/A</c:v>
                </c:pt>
                <c:pt idx="6372">
                  <c:v>#N/A</c:v>
                </c:pt>
                <c:pt idx="6373">
                  <c:v>#N/A</c:v>
                </c:pt>
                <c:pt idx="6374">
                  <c:v>#N/A</c:v>
                </c:pt>
                <c:pt idx="6375">
                  <c:v>#N/A</c:v>
                </c:pt>
                <c:pt idx="6376">
                  <c:v>#N/A</c:v>
                </c:pt>
                <c:pt idx="6377">
                  <c:v>#N/A</c:v>
                </c:pt>
                <c:pt idx="6378">
                  <c:v>#N/A</c:v>
                </c:pt>
                <c:pt idx="6379">
                  <c:v>#N/A</c:v>
                </c:pt>
                <c:pt idx="6380">
                  <c:v>#N/A</c:v>
                </c:pt>
                <c:pt idx="6381">
                  <c:v>#N/A</c:v>
                </c:pt>
                <c:pt idx="6382">
                  <c:v>#N/A</c:v>
                </c:pt>
                <c:pt idx="6383">
                  <c:v>#N/A</c:v>
                </c:pt>
                <c:pt idx="6384">
                  <c:v>#N/A</c:v>
                </c:pt>
                <c:pt idx="6385">
                  <c:v>#N/A</c:v>
                </c:pt>
                <c:pt idx="6386">
                  <c:v>#N/A</c:v>
                </c:pt>
                <c:pt idx="6387">
                  <c:v>#N/A</c:v>
                </c:pt>
                <c:pt idx="6388">
                  <c:v>#N/A</c:v>
                </c:pt>
                <c:pt idx="6389">
                  <c:v>#N/A</c:v>
                </c:pt>
                <c:pt idx="6390">
                  <c:v>#N/A</c:v>
                </c:pt>
                <c:pt idx="6391">
                  <c:v>#N/A</c:v>
                </c:pt>
                <c:pt idx="6392">
                  <c:v>#N/A</c:v>
                </c:pt>
                <c:pt idx="6393">
                  <c:v>#N/A</c:v>
                </c:pt>
                <c:pt idx="6394">
                  <c:v>#N/A</c:v>
                </c:pt>
                <c:pt idx="6395">
                  <c:v>#N/A</c:v>
                </c:pt>
                <c:pt idx="6396">
                  <c:v>#N/A</c:v>
                </c:pt>
                <c:pt idx="6397">
                  <c:v>#N/A</c:v>
                </c:pt>
                <c:pt idx="6398">
                  <c:v>#N/A</c:v>
                </c:pt>
                <c:pt idx="6399">
                  <c:v>#N/A</c:v>
                </c:pt>
                <c:pt idx="6400">
                  <c:v>#N/A</c:v>
                </c:pt>
                <c:pt idx="6401">
                  <c:v>#N/A</c:v>
                </c:pt>
                <c:pt idx="6402">
                  <c:v>#N/A</c:v>
                </c:pt>
                <c:pt idx="6403">
                  <c:v>#N/A</c:v>
                </c:pt>
                <c:pt idx="6404">
                  <c:v>#N/A</c:v>
                </c:pt>
                <c:pt idx="6405">
                  <c:v>#N/A</c:v>
                </c:pt>
                <c:pt idx="6406">
                  <c:v>#N/A</c:v>
                </c:pt>
                <c:pt idx="6407">
                  <c:v>#N/A</c:v>
                </c:pt>
                <c:pt idx="6408">
                  <c:v>#N/A</c:v>
                </c:pt>
                <c:pt idx="6409">
                  <c:v>#N/A</c:v>
                </c:pt>
                <c:pt idx="6410">
                  <c:v>#N/A</c:v>
                </c:pt>
                <c:pt idx="6411">
                  <c:v>#N/A</c:v>
                </c:pt>
                <c:pt idx="6412">
                  <c:v>#N/A</c:v>
                </c:pt>
                <c:pt idx="6413">
                  <c:v>#N/A</c:v>
                </c:pt>
                <c:pt idx="6414">
                  <c:v>#N/A</c:v>
                </c:pt>
                <c:pt idx="6415">
                  <c:v>#N/A</c:v>
                </c:pt>
                <c:pt idx="6416">
                  <c:v>#N/A</c:v>
                </c:pt>
                <c:pt idx="6417">
                  <c:v>#N/A</c:v>
                </c:pt>
                <c:pt idx="6418">
                  <c:v>#N/A</c:v>
                </c:pt>
                <c:pt idx="6419">
                  <c:v>#N/A</c:v>
                </c:pt>
                <c:pt idx="6420">
                  <c:v>#N/A</c:v>
                </c:pt>
                <c:pt idx="6421">
                  <c:v>#N/A</c:v>
                </c:pt>
                <c:pt idx="6422">
                  <c:v>#N/A</c:v>
                </c:pt>
                <c:pt idx="6423">
                  <c:v>#N/A</c:v>
                </c:pt>
                <c:pt idx="6424">
                  <c:v>#N/A</c:v>
                </c:pt>
                <c:pt idx="6425">
                  <c:v>#N/A</c:v>
                </c:pt>
                <c:pt idx="6426">
                  <c:v>#N/A</c:v>
                </c:pt>
                <c:pt idx="6427">
                  <c:v>#N/A</c:v>
                </c:pt>
                <c:pt idx="6428">
                  <c:v>#N/A</c:v>
                </c:pt>
                <c:pt idx="6429">
                  <c:v>#N/A</c:v>
                </c:pt>
                <c:pt idx="6430">
                  <c:v>#N/A</c:v>
                </c:pt>
                <c:pt idx="6431">
                  <c:v>#N/A</c:v>
                </c:pt>
                <c:pt idx="6432">
                  <c:v>#N/A</c:v>
                </c:pt>
                <c:pt idx="6433">
                  <c:v>#N/A</c:v>
                </c:pt>
                <c:pt idx="6434">
                  <c:v>#N/A</c:v>
                </c:pt>
                <c:pt idx="6435">
                  <c:v>#N/A</c:v>
                </c:pt>
                <c:pt idx="6436">
                  <c:v>#N/A</c:v>
                </c:pt>
                <c:pt idx="6437">
                  <c:v>#N/A</c:v>
                </c:pt>
                <c:pt idx="6438">
                  <c:v>#N/A</c:v>
                </c:pt>
                <c:pt idx="6439">
                  <c:v>#N/A</c:v>
                </c:pt>
                <c:pt idx="6440">
                  <c:v>#N/A</c:v>
                </c:pt>
                <c:pt idx="6441">
                  <c:v>#N/A</c:v>
                </c:pt>
                <c:pt idx="6442">
                  <c:v>#N/A</c:v>
                </c:pt>
                <c:pt idx="6443">
                  <c:v>#N/A</c:v>
                </c:pt>
                <c:pt idx="6444">
                  <c:v>#N/A</c:v>
                </c:pt>
                <c:pt idx="6445">
                  <c:v>#N/A</c:v>
                </c:pt>
              </c:numCache>
            </c:numRef>
          </c:val>
          <c:smooth val="1"/>
          <c:extLst>
            <c:ext xmlns:c16="http://schemas.microsoft.com/office/drawing/2014/chart" uri="{C3380CC4-5D6E-409C-BE32-E72D297353CC}">
              <c16:uniqueId val="{00000001-A974-4BC5-BD2F-C544083797D3}"/>
            </c:ext>
          </c:extLst>
        </c:ser>
        <c:dLbls>
          <c:showLegendKey val="0"/>
          <c:showVal val="0"/>
          <c:showCatName val="0"/>
          <c:showSerName val="0"/>
          <c:showPercent val="0"/>
          <c:showBubbleSize val="0"/>
        </c:dLbls>
        <c:marker val="1"/>
        <c:smooth val="0"/>
        <c:axId val="2000002114"/>
        <c:axId val="2000002115"/>
      </c:lineChart>
      <c:dateAx>
        <c:axId val="2000002112"/>
        <c:scaling>
          <c:orientation val="minMax"/>
        </c:scaling>
        <c:delete val="0"/>
        <c:axPos val="b"/>
        <c:numFmt formatCode="yyyy" sourceLinked="0"/>
        <c:majorTickMark val="in"/>
        <c:minorTickMark val="none"/>
        <c:tickLblPos val="nextTo"/>
        <c:spPr>
          <a:ln w="3175">
            <a:solidFill>
              <a:srgbClr val="000000"/>
            </a:solidFill>
            <a:prstDash val="solid"/>
          </a:ln>
        </c:spPr>
        <c:txPr>
          <a:bodyPr rot="0" vert="horz"/>
          <a:lstStyle/>
          <a:p>
            <a:pPr>
              <a:defRPr/>
            </a:pPr>
            <a:endParaRPr lang="zh-CN"/>
          </a:p>
        </c:txPr>
        <c:crossAx val="2000002113"/>
        <c:crosses val="autoZero"/>
        <c:auto val="0"/>
        <c:lblOffset val="100"/>
        <c:baseTimeUnit val="days"/>
      </c:dateAx>
      <c:valAx>
        <c:axId val="2000002113"/>
        <c:scaling>
          <c:orientation val="minMax"/>
          <c:min val="10000"/>
        </c:scaling>
        <c:delete val="0"/>
        <c:axPos val="l"/>
        <c:numFmt formatCode="General" sourceLinked="0"/>
        <c:majorTickMark val="in"/>
        <c:minorTickMark val="none"/>
        <c:tickLblPos val="nextTo"/>
        <c:spPr>
          <a:ln w="3175">
            <a:solidFill>
              <a:srgbClr val="000000"/>
            </a:solidFill>
            <a:prstDash val="solid"/>
          </a:ln>
        </c:spPr>
        <c:txPr>
          <a:bodyPr rot="0" vert="horz"/>
          <a:lstStyle/>
          <a:p>
            <a:pPr>
              <a:defRPr/>
            </a:pPr>
            <a:endParaRPr lang="zh-CN"/>
          </a:p>
        </c:txPr>
        <c:crossAx val="2000002112"/>
        <c:crosses val="autoZero"/>
        <c:crossBetween val="between"/>
      </c:valAx>
      <c:valAx>
        <c:axId val="2000002115"/>
        <c:scaling>
          <c:orientation val="minMax"/>
          <c:min val="500"/>
        </c:scaling>
        <c:delete val="0"/>
        <c:axPos val="r"/>
        <c:numFmt formatCode="_ * #,##0_ ;_ * \-#,##0_ ;_ * &quot;-&quot;??_ ;_ @_ " sourceLinked="1"/>
        <c:majorTickMark val="out"/>
        <c:minorTickMark val="none"/>
        <c:tickLblPos val="nextTo"/>
        <c:crossAx val="2000002114"/>
        <c:crosses val="max"/>
        <c:crossBetween val="between"/>
      </c:valAx>
      <c:dateAx>
        <c:axId val="2000002114"/>
        <c:scaling>
          <c:orientation val="minMax"/>
        </c:scaling>
        <c:delete val="1"/>
        <c:axPos val="b"/>
        <c:numFmt formatCode="yyyy\-mm\-dd" sourceLinked="1"/>
        <c:majorTickMark val="out"/>
        <c:minorTickMark val="none"/>
        <c:tickLblPos val="nextTo"/>
        <c:crossAx val="2000002115"/>
        <c:crosses val="autoZero"/>
        <c:auto val="1"/>
        <c:lblOffset val="100"/>
        <c:baseTimeUnit val="days"/>
      </c:dateAx>
      <c:spPr>
        <a:noFill/>
        <a:ln w="25400">
          <a:noFill/>
        </a:ln>
      </c:spPr>
    </c:plotArea>
    <c:legend>
      <c:legendPos val="b"/>
      <c:layout>
        <c:manualLayout>
          <c:xMode val="edge"/>
          <c:yMode val="edge"/>
          <c:x val="0.10630117905397102"/>
          <c:y val="3.2000462044934493E-3"/>
          <c:w val="0.88886756741255413"/>
          <c:h val="7.2594574822401475E-2"/>
        </c:manualLayout>
      </c:layout>
      <c:overlay val="0"/>
      <c:spPr>
        <a:solidFill>
          <a:srgbClr val="FFFFFF"/>
        </a:solidFill>
        <a:ln w="25400">
          <a:noFill/>
        </a:ln>
      </c:spPr>
    </c:legend>
    <c:plotVisOnly val="1"/>
    <c:dispBlanksAs val="gap"/>
    <c:showDLblsOverMax val="0"/>
  </c:chart>
  <c:spPr>
    <a:solidFill>
      <a:srgbClr val="FFFFFF"/>
    </a:solidFill>
    <a:ln w="9525">
      <a:noFill/>
    </a:ln>
  </c:spPr>
  <c:txPr>
    <a:bodyPr/>
    <a:lstStyle/>
    <a:p>
      <a:pPr>
        <a:defRPr sz="800" b="0" i="0" u="none" strike="noStrike" baseline="0">
          <a:solidFill>
            <a:srgbClr val="000000"/>
          </a:solidFill>
          <a:latin typeface="Arial" panose="020B0604020202020204" pitchFamily="34" charset="0"/>
          <a:ea typeface="思源黑体 CN Regular" panose="020B0500000000000000" pitchFamily="34" charset="-122"/>
          <a:cs typeface="Arial" panose="020B0604020202020204" pitchFamily="34" charset="0"/>
        </a:defRPr>
      </a:pPr>
      <a:endParaRPr lang="zh-CN"/>
    </a:p>
  </c:txPr>
  <c:externalData r:id="rId1">
    <c:autoUpdate val="0"/>
  </c:externalData>
  <c:userShapes r:id="rId2"/>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752613278355375E-2"/>
          <c:y val="9.3695634920634915E-2"/>
          <c:w val="0.89988298610243811"/>
          <c:h val="0.77914761904761909"/>
        </c:manualLayout>
      </c:layout>
      <c:barChart>
        <c:barDir val="col"/>
        <c:grouping val="stacked"/>
        <c:varyColors val="0"/>
        <c:ser>
          <c:idx val="1"/>
          <c:order val="1"/>
          <c:tx>
            <c:strRef>
              <c:f>'恒生指数-年度'!$AV$18</c:f>
              <c:strCache>
                <c:ptCount val="1"/>
                <c:pt idx="0">
                  <c:v>美国十年期国债（右轴，%）</c:v>
                </c:pt>
              </c:strCache>
            </c:strRef>
          </c:tx>
          <c:spPr>
            <a:solidFill>
              <a:srgbClr val="2C3160"/>
            </a:solidFill>
            <a:ln>
              <a:solidFill>
                <a:srgbClr val="2C3160"/>
              </a:solidFill>
              <a:prstDash val="solid"/>
            </a:ln>
            <a:effectLst/>
          </c:spPr>
          <c:invertIfNegative val="0"/>
          <c:cat>
            <c:numRef>
              <c:f>'恒生指数-年度'!$AE$7:$AE$303</c:f>
              <c:numCache>
                <c:formatCode>yyyy\-mm</c:formatCode>
                <c:ptCount val="297"/>
                <c:pt idx="0">
                  <c:v>46173</c:v>
                </c:pt>
                <c:pt idx="1">
                  <c:v>46142</c:v>
                </c:pt>
                <c:pt idx="2">
                  <c:v>46112</c:v>
                </c:pt>
                <c:pt idx="3">
                  <c:v>46081</c:v>
                </c:pt>
                <c:pt idx="4">
                  <c:v>46053</c:v>
                </c:pt>
                <c:pt idx="5">
                  <c:v>46022</c:v>
                </c:pt>
                <c:pt idx="6">
                  <c:v>45991</c:v>
                </c:pt>
                <c:pt idx="7">
                  <c:v>45961</c:v>
                </c:pt>
                <c:pt idx="8">
                  <c:v>45930</c:v>
                </c:pt>
                <c:pt idx="9">
                  <c:v>45900</c:v>
                </c:pt>
                <c:pt idx="10">
                  <c:v>45869</c:v>
                </c:pt>
                <c:pt idx="11">
                  <c:v>45838</c:v>
                </c:pt>
                <c:pt idx="12">
                  <c:v>45808</c:v>
                </c:pt>
                <c:pt idx="13">
                  <c:v>45777</c:v>
                </c:pt>
                <c:pt idx="14">
                  <c:v>45747</c:v>
                </c:pt>
                <c:pt idx="15">
                  <c:v>45716</c:v>
                </c:pt>
                <c:pt idx="16">
                  <c:v>45688</c:v>
                </c:pt>
                <c:pt idx="17">
                  <c:v>45657</c:v>
                </c:pt>
                <c:pt idx="18">
                  <c:v>45626</c:v>
                </c:pt>
                <c:pt idx="19">
                  <c:v>45596</c:v>
                </c:pt>
                <c:pt idx="20">
                  <c:v>45565</c:v>
                </c:pt>
                <c:pt idx="21">
                  <c:v>45535</c:v>
                </c:pt>
                <c:pt idx="22">
                  <c:v>45504</c:v>
                </c:pt>
                <c:pt idx="23">
                  <c:v>45473</c:v>
                </c:pt>
                <c:pt idx="24">
                  <c:v>45443</c:v>
                </c:pt>
                <c:pt idx="25">
                  <c:v>45412</c:v>
                </c:pt>
                <c:pt idx="26">
                  <c:v>45382</c:v>
                </c:pt>
                <c:pt idx="27">
                  <c:v>45351</c:v>
                </c:pt>
                <c:pt idx="28">
                  <c:v>45322</c:v>
                </c:pt>
                <c:pt idx="29">
                  <c:v>45291</c:v>
                </c:pt>
                <c:pt idx="30">
                  <c:v>45260</c:v>
                </c:pt>
                <c:pt idx="31">
                  <c:v>45230</c:v>
                </c:pt>
                <c:pt idx="32">
                  <c:v>45199</c:v>
                </c:pt>
                <c:pt idx="33">
                  <c:v>45169</c:v>
                </c:pt>
                <c:pt idx="34">
                  <c:v>45138</c:v>
                </c:pt>
                <c:pt idx="35">
                  <c:v>45107</c:v>
                </c:pt>
                <c:pt idx="36">
                  <c:v>45077</c:v>
                </c:pt>
                <c:pt idx="37">
                  <c:v>45046</c:v>
                </c:pt>
                <c:pt idx="38">
                  <c:v>45016</c:v>
                </c:pt>
                <c:pt idx="39">
                  <c:v>44985</c:v>
                </c:pt>
                <c:pt idx="40">
                  <c:v>44957</c:v>
                </c:pt>
                <c:pt idx="41">
                  <c:v>44926</c:v>
                </c:pt>
                <c:pt idx="42">
                  <c:v>44895</c:v>
                </c:pt>
                <c:pt idx="43">
                  <c:v>44865</c:v>
                </c:pt>
                <c:pt idx="44">
                  <c:v>44834</c:v>
                </c:pt>
                <c:pt idx="45">
                  <c:v>44804</c:v>
                </c:pt>
                <c:pt idx="46">
                  <c:v>44773</c:v>
                </c:pt>
                <c:pt idx="47">
                  <c:v>44742</c:v>
                </c:pt>
                <c:pt idx="48">
                  <c:v>44712</c:v>
                </c:pt>
                <c:pt idx="49">
                  <c:v>44681</c:v>
                </c:pt>
                <c:pt idx="50">
                  <c:v>44651</c:v>
                </c:pt>
                <c:pt idx="51">
                  <c:v>44620</c:v>
                </c:pt>
                <c:pt idx="52">
                  <c:v>44592</c:v>
                </c:pt>
                <c:pt idx="53">
                  <c:v>44561</c:v>
                </c:pt>
                <c:pt idx="54">
                  <c:v>44530</c:v>
                </c:pt>
                <c:pt idx="55">
                  <c:v>44500</c:v>
                </c:pt>
                <c:pt idx="56">
                  <c:v>44469</c:v>
                </c:pt>
                <c:pt idx="57">
                  <c:v>44439</c:v>
                </c:pt>
                <c:pt idx="58">
                  <c:v>44408</c:v>
                </c:pt>
                <c:pt idx="59">
                  <c:v>44377</c:v>
                </c:pt>
                <c:pt idx="60">
                  <c:v>44347</c:v>
                </c:pt>
                <c:pt idx="61">
                  <c:v>44316</c:v>
                </c:pt>
                <c:pt idx="62">
                  <c:v>44286</c:v>
                </c:pt>
                <c:pt idx="63">
                  <c:v>44255</c:v>
                </c:pt>
                <c:pt idx="64">
                  <c:v>44227</c:v>
                </c:pt>
                <c:pt idx="65">
                  <c:v>44196</c:v>
                </c:pt>
                <c:pt idx="66">
                  <c:v>44165</c:v>
                </c:pt>
                <c:pt idx="67">
                  <c:v>44135</c:v>
                </c:pt>
                <c:pt idx="68">
                  <c:v>44104</c:v>
                </c:pt>
                <c:pt idx="69">
                  <c:v>44074</c:v>
                </c:pt>
                <c:pt idx="70">
                  <c:v>44043</c:v>
                </c:pt>
                <c:pt idx="71">
                  <c:v>44012</c:v>
                </c:pt>
                <c:pt idx="72">
                  <c:v>43982</c:v>
                </c:pt>
                <c:pt idx="73">
                  <c:v>43951</c:v>
                </c:pt>
                <c:pt idx="74">
                  <c:v>43921</c:v>
                </c:pt>
                <c:pt idx="75">
                  <c:v>43890</c:v>
                </c:pt>
                <c:pt idx="76">
                  <c:v>43861</c:v>
                </c:pt>
                <c:pt idx="77">
                  <c:v>43830</c:v>
                </c:pt>
                <c:pt idx="78">
                  <c:v>43799</c:v>
                </c:pt>
                <c:pt idx="79">
                  <c:v>43769</c:v>
                </c:pt>
                <c:pt idx="80">
                  <c:v>43738</c:v>
                </c:pt>
                <c:pt idx="81">
                  <c:v>43708</c:v>
                </c:pt>
                <c:pt idx="82">
                  <c:v>43677</c:v>
                </c:pt>
                <c:pt idx="83">
                  <c:v>43646</c:v>
                </c:pt>
                <c:pt idx="84">
                  <c:v>43616</c:v>
                </c:pt>
                <c:pt idx="85">
                  <c:v>43585</c:v>
                </c:pt>
                <c:pt idx="86">
                  <c:v>43555</c:v>
                </c:pt>
                <c:pt idx="87">
                  <c:v>43524</c:v>
                </c:pt>
                <c:pt idx="88">
                  <c:v>43496</c:v>
                </c:pt>
                <c:pt idx="89">
                  <c:v>43465</c:v>
                </c:pt>
                <c:pt idx="90">
                  <c:v>43434</c:v>
                </c:pt>
                <c:pt idx="91">
                  <c:v>43404</c:v>
                </c:pt>
                <c:pt idx="92">
                  <c:v>43373</c:v>
                </c:pt>
                <c:pt idx="93">
                  <c:v>43343</c:v>
                </c:pt>
                <c:pt idx="94">
                  <c:v>43312</c:v>
                </c:pt>
                <c:pt idx="95">
                  <c:v>43281</c:v>
                </c:pt>
                <c:pt idx="96">
                  <c:v>43251</c:v>
                </c:pt>
                <c:pt idx="97">
                  <c:v>43220</c:v>
                </c:pt>
                <c:pt idx="98">
                  <c:v>43190</c:v>
                </c:pt>
                <c:pt idx="99">
                  <c:v>43159</c:v>
                </c:pt>
                <c:pt idx="100">
                  <c:v>43131</c:v>
                </c:pt>
                <c:pt idx="101">
                  <c:v>43100</c:v>
                </c:pt>
                <c:pt idx="102">
                  <c:v>43069</c:v>
                </c:pt>
                <c:pt idx="103">
                  <c:v>43039</c:v>
                </c:pt>
                <c:pt idx="104">
                  <c:v>43008</c:v>
                </c:pt>
                <c:pt idx="105">
                  <c:v>42978</c:v>
                </c:pt>
                <c:pt idx="106">
                  <c:v>42947</c:v>
                </c:pt>
                <c:pt idx="107">
                  <c:v>42916</c:v>
                </c:pt>
                <c:pt idx="108">
                  <c:v>42886</c:v>
                </c:pt>
                <c:pt idx="109">
                  <c:v>42855</c:v>
                </c:pt>
                <c:pt idx="110">
                  <c:v>42825</c:v>
                </c:pt>
                <c:pt idx="111">
                  <c:v>42794</c:v>
                </c:pt>
                <c:pt idx="112">
                  <c:v>42766</c:v>
                </c:pt>
                <c:pt idx="113">
                  <c:v>42735</c:v>
                </c:pt>
                <c:pt idx="114">
                  <c:v>42704</c:v>
                </c:pt>
                <c:pt idx="115">
                  <c:v>42674</c:v>
                </c:pt>
                <c:pt idx="116">
                  <c:v>42643</c:v>
                </c:pt>
                <c:pt idx="117">
                  <c:v>42613</c:v>
                </c:pt>
                <c:pt idx="118">
                  <c:v>42582</c:v>
                </c:pt>
                <c:pt idx="119">
                  <c:v>42551</c:v>
                </c:pt>
                <c:pt idx="120">
                  <c:v>42521</c:v>
                </c:pt>
                <c:pt idx="121">
                  <c:v>42490</c:v>
                </c:pt>
                <c:pt idx="122">
                  <c:v>42460</c:v>
                </c:pt>
                <c:pt idx="123">
                  <c:v>42429</c:v>
                </c:pt>
                <c:pt idx="124">
                  <c:v>42400</c:v>
                </c:pt>
                <c:pt idx="125">
                  <c:v>42369</c:v>
                </c:pt>
                <c:pt idx="126">
                  <c:v>42338</c:v>
                </c:pt>
                <c:pt idx="127">
                  <c:v>42308</c:v>
                </c:pt>
                <c:pt idx="128">
                  <c:v>42277</c:v>
                </c:pt>
                <c:pt idx="129">
                  <c:v>42247</c:v>
                </c:pt>
                <c:pt idx="130">
                  <c:v>42216</c:v>
                </c:pt>
                <c:pt idx="131">
                  <c:v>42185</c:v>
                </c:pt>
                <c:pt idx="132">
                  <c:v>42155</c:v>
                </c:pt>
                <c:pt idx="133">
                  <c:v>42124</c:v>
                </c:pt>
                <c:pt idx="134">
                  <c:v>42094</c:v>
                </c:pt>
                <c:pt idx="135">
                  <c:v>42063</c:v>
                </c:pt>
                <c:pt idx="136">
                  <c:v>42035</c:v>
                </c:pt>
                <c:pt idx="137">
                  <c:v>42004</c:v>
                </c:pt>
                <c:pt idx="138">
                  <c:v>41973</c:v>
                </c:pt>
                <c:pt idx="139">
                  <c:v>41943</c:v>
                </c:pt>
                <c:pt idx="140">
                  <c:v>41912</c:v>
                </c:pt>
                <c:pt idx="141">
                  <c:v>41882</c:v>
                </c:pt>
                <c:pt idx="142">
                  <c:v>41851</c:v>
                </c:pt>
                <c:pt idx="143">
                  <c:v>41820</c:v>
                </c:pt>
                <c:pt idx="144">
                  <c:v>41790</c:v>
                </c:pt>
                <c:pt idx="145">
                  <c:v>41759</c:v>
                </c:pt>
                <c:pt idx="146">
                  <c:v>41729</c:v>
                </c:pt>
                <c:pt idx="147">
                  <c:v>41698</c:v>
                </c:pt>
                <c:pt idx="148">
                  <c:v>41670</c:v>
                </c:pt>
                <c:pt idx="149">
                  <c:v>41639</c:v>
                </c:pt>
                <c:pt idx="150">
                  <c:v>41608</c:v>
                </c:pt>
                <c:pt idx="151">
                  <c:v>41578</c:v>
                </c:pt>
                <c:pt idx="152">
                  <c:v>41547</c:v>
                </c:pt>
                <c:pt idx="153">
                  <c:v>41517</c:v>
                </c:pt>
                <c:pt idx="154">
                  <c:v>41486</c:v>
                </c:pt>
                <c:pt idx="155">
                  <c:v>41455</c:v>
                </c:pt>
                <c:pt idx="156">
                  <c:v>41425</c:v>
                </c:pt>
                <c:pt idx="157">
                  <c:v>41394</c:v>
                </c:pt>
                <c:pt idx="158">
                  <c:v>41364</c:v>
                </c:pt>
                <c:pt idx="159">
                  <c:v>41333</c:v>
                </c:pt>
                <c:pt idx="160">
                  <c:v>41305</c:v>
                </c:pt>
                <c:pt idx="161">
                  <c:v>41274</c:v>
                </c:pt>
                <c:pt idx="162">
                  <c:v>41243</c:v>
                </c:pt>
                <c:pt idx="163">
                  <c:v>41213</c:v>
                </c:pt>
                <c:pt idx="164">
                  <c:v>41182</c:v>
                </c:pt>
                <c:pt idx="165">
                  <c:v>41152</c:v>
                </c:pt>
                <c:pt idx="166">
                  <c:v>41121</c:v>
                </c:pt>
                <c:pt idx="167">
                  <c:v>41090</c:v>
                </c:pt>
                <c:pt idx="168">
                  <c:v>41060</c:v>
                </c:pt>
                <c:pt idx="169">
                  <c:v>41029</c:v>
                </c:pt>
                <c:pt idx="170">
                  <c:v>40999</c:v>
                </c:pt>
                <c:pt idx="171">
                  <c:v>40968</c:v>
                </c:pt>
                <c:pt idx="172">
                  <c:v>40939</c:v>
                </c:pt>
                <c:pt idx="173">
                  <c:v>40908</c:v>
                </c:pt>
                <c:pt idx="174">
                  <c:v>40877</c:v>
                </c:pt>
                <c:pt idx="175">
                  <c:v>40847</c:v>
                </c:pt>
                <c:pt idx="176">
                  <c:v>40816</c:v>
                </c:pt>
                <c:pt idx="177">
                  <c:v>40786</c:v>
                </c:pt>
                <c:pt idx="178">
                  <c:v>40755</c:v>
                </c:pt>
                <c:pt idx="179">
                  <c:v>40724</c:v>
                </c:pt>
                <c:pt idx="180">
                  <c:v>40694</c:v>
                </c:pt>
                <c:pt idx="181">
                  <c:v>40663</c:v>
                </c:pt>
                <c:pt idx="182">
                  <c:v>40633</c:v>
                </c:pt>
                <c:pt idx="183">
                  <c:v>40602</c:v>
                </c:pt>
                <c:pt idx="184">
                  <c:v>40574</c:v>
                </c:pt>
                <c:pt idx="185">
                  <c:v>40543</c:v>
                </c:pt>
                <c:pt idx="186">
                  <c:v>40512</c:v>
                </c:pt>
                <c:pt idx="187">
                  <c:v>40482</c:v>
                </c:pt>
                <c:pt idx="188">
                  <c:v>40451</c:v>
                </c:pt>
                <c:pt idx="189">
                  <c:v>40421</c:v>
                </c:pt>
                <c:pt idx="190">
                  <c:v>40390</c:v>
                </c:pt>
                <c:pt idx="191">
                  <c:v>40359</c:v>
                </c:pt>
                <c:pt idx="192">
                  <c:v>40329</c:v>
                </c:pt>
                <c:pt idx="193">
                  <c:v>40298</c:v>
                </c:pt>
                <c:pt idx="194">
                  <c:v>40268</c:v>
                </c:pt>
                <c:pt idx="195">
                  <c:v>40237</c:v>
                </c:pt>
                <c:pt idx="196">
                  <c:v>40209</c:v>
                </c:pt>
                <c:pt idx="197">
                  <c:v>40178</c:v>
                </c:pt>
                <c:pt idx="198">
                  <c:v>40147</c:v>
                </c:pt>
                <c:pt idx="199">
                  <c:v>40117</c:v>
                </c:pt>
                <c:pt idx="200">
                  <c:v>40086</c:v>
                </c:pt>
                <c:pt idx="201">
                  <c:v>40056</c:v>
                </c:pt>
                <c:pt idx="202">
                  <c:v>40025</c:v>
                </c:pt>
                <c:pt idx="203">
                  <c:v>39994</c:v>
                </c:pt>
                <c:pt idx="204">
                  <c:v>39964</c:v>
                </c:pt>
                <c:pt idx="205">
                  <c:v>39933</c:v>
                </c:pt>
                <c:pt idx="206">
                  <c:v>39903</c:v>
                </c:pt>
                <c:pt idx="207">
                  <c:v>39872</c:v>
                </c:pt>
                <c:pt idx="208">
                  <c:v>39844</c:v>
                </c:pt>
                <c:pt idx="209">
                  <c:v>39813</c:v>
                </c:pt>
                <c:pt idx="210">
                  <c:v>39782</c:v>
                </c:pt>
                <c:pt idx="211">
                  <c:v>39752</c:v>
                </c:pt>
                <c:pt idx="212">
                  <c:v>39721</c:v>
                </c:pt>
                <c:pt idx="213">
                  <c:v>39691</c:v>
                </c:pt>
                <c:pt idx="214">
                  <c:v>39660</c:v>
                </c:pt>
                <c:pt idx="215">
                  <c:v>39629</c:v>
                </c:pt>
                <c:pt idx="216">
                  <c:v>39599</c:v>
                </c:pt>
                <c:pt idx="217">
                  <c:v>39568</c:v>
                </c:pt>
                <c:pt idx="218">
                  <c:v>39538</c:v>
                </c:pt>
                <c:pt idx="219">
                  <c:v>39507</c:v>
                </c:pt>
                <c:pt idx="220">
                  <c:v>39478</c:v>
                </c:pt>
                <c:pt idx="221">
                  <c:v>39447</c:v>
                </c:pt>
                <c:pt idx="222">
                  <c:v>39416</c:v>
                </c:pt>
                <c:pt idx="223">
                  <c:v>39386</c:v>
                </c:pt>
                <c:pt idx="224">
                  <c:v>39355</c:v>
                </c:pt>
                <c:pt idx="225">
                  <c:v>39325</c:v>
                </c:pt>
                <c:pt idx="226">
                  <c:v>39294</c:v>
                </c:pt>
                <c:pt idx="227">
                  <c:v>39263</c:v>
                </c:pt>
                <c:pt idx="228">
                  <c:v>39233</c:v>
                </c:pt>
                <c:pt idx="229">
                  <c:v>39202</c:v>
                </c:pt>
                <c:pt idx="230">
                  <c:v>39172</c:v>
                </c:pt>
                <c:pt idx="231">
                  <c:v>39141</c:v>
                </c:pt>
                <c:pt idx="232">
                  <c:v>39113</c:v>
                </c:pt>
                <c:pt idx="233">
                  <c:v>39082</c:v>
                </c:pt>
                <c:pt idx="234">
                  <c:v>39051</c:v>
                </c:pt>
                <c:pt idx="235">
                  <c:v>39021</c:v>
                </c:pt>
                <c:pt idx="236">
                  <c:v>38990</c:v>
                </c:pt>
                <c:pt idx="237">
                  <c:v>38960</c:v>
                </c:pt>
                <c:pt idx="238">
                  <c:v>38929</c:v>
                </c:pt>
                <c:pt idx="239">
                  <c:v>38898</c:v>
                </c:pt>
                <c:pt idx="240">
                  <c:v>38868</c:v>
                </c:pt>
                <c:pt idx="241">
                  <c:v>38837</c:v>
                </c:pt>
                <c:pt idx="242">
                  <c:v>38807</c:v>
                </c:pt>
                <c:pt idx="243">
                  <c:v>38776</c:v>
                </c:pt>
                <c:pt idx="244">
                  <c:v>38748</c:v>
                </c:pt>
                <c:pt idx="245">
                  <c:v>38717</c:v>
                </c:pt>
                <c:pt idx="246">
                  <c:v>38686</c:v>
                </c:pt>
                <c:pt idx="247">
                  <c:v>38656</c:v>
                </c:pt>
                <c:pt idx="248">
                  <c:v>38625</c:v>
                </c:pt>
                <c:pt idx="249">
                  <c:v>38595</c:v>
                </c:pt>
                <c:pt idx="250">
                  <c:v>38564</c:v>
                </c:pt>
                <c:pt idx="251">
                  <c:v>38533</c:v>
                </c:pt>
                <c:pt idx="252">
                  <c:v>38503</c:v>
                </c:pt>
                <c:pt idx="253">
                  <c:v>38472</c:v>
                </c:pt>
                <c:pt idx="254">
                  <c:v>38442</c:v>
                </c:pt>
                <c:pt idx="255">
                  <c:v>38411</c:v>
                </c:pt>
                <c:pt idx="256">
                  <c:v>38383</c:v>
                </c:pt>
                <c:pt idx="257">
                  <c:v>38352</c:v>
                </c:pt>
                <c:pt idx="258">
                  <c:v>38321</c:v>
                </c:pt>
                <c:pt idx="259">
                  <c:v>38291</c:v>
                </c:pt>
                <c:pt idx="260">
                  <c:v>38260</c:v>
                </c:pt>
                <c:pt idx="261">
                  <c:v>38230</c:v>
                </c:pt>
                <c:pt idx="262">
                  <c:v>38199</c:v>
                </c:pt>
                <c:pt idx="263">
                  <c:v>38168</c:v>
                </c:pt>
                <c:pt idx="264">
                  <c:v>38138</c:v>
                </c:pt>
                <c:pt idx="265">
                  <c:v>38107</c:v>
                </c:pt>
                <c:pt idx="266">
                  <c:v>38077</c:v>
                </c:pt>
                <c:pt idx="267">
                  <c:v>38046</c:v>
                </c:pt>
                <c:pt idx="268">
                  <c:v>38017</c:v>
                </c:pt>
                <c:pt idx="269">
                  <c:v>37986</c:v>
                </c:pt>
                <c:pt idx="270">
                  <c:v>37955</c:v>
                </c:pt>
                <c:pt idx="271">
                  <c:v>37925</c:v>
                </c:pt>
                <c:pt idx="272">
                  <c:v>37894</c:v>
                </c:pt>
                <c:pt idx="273">
                  <c:v>37864</c:v>
                </c:pt>
                <c:pt idx="274">
                  <c:v>37833</c:v>
                </c:pt>
                <c:pt idx="275">
                  <c:v>37802</c:v>
                </c:pt>
                <c:pt idx="276">
                  <c:v>37772</c:v>
                </c:pt>
                <c:pt idx="277">
                  <c:v>37741</c:v>
                </c:pt>
                <c:pt idx="278">
                  <c:v>37711</c:v>
                </c:pt>
                <c:pt idx="279">
                  <c:v>37680</c:v>
                </c:pt>
                <c:pt idx="280">
                  <c:v>37652</c:v>
                </c:pt>
                <c:pt idx="281">
                  <c:v>37621</c:v>
                </c:pt>
                <c:pt idx="282">
                  <c:v>37590</c:v>
                </c:pt>
                <c:pt idx="283">
                  <c:v>37560</c:v>
                </c:pt>
                <c:pt idx="284">
                  <c:v>37529</c:v>
                </c:pt>
                <c:pt idx="285">
                  <c:v>37499</c:v>
                </c:pt>
                <c:pt idx="286">
                  <c:v>37468</c:v>
                </c:pt>
                <c:pt idx="287">
                  <c:v>37437</c:v>
                </c:pt>
                <c:pt idx="288">
                  <c:v>37407</c:v>
                </c:pt>
                <c:pt idx="289">
                  <c:v>37376</c:v>
                </c:pt>
                <c:pt idx="290">
                  <c:v>37346</c:v>
                </c:pt>
                <c:pt idx="291">
                  <c:v>37315</c:v>
                </c:pt>
                <c:pt idx="292">
                  <c:v>37287</c:v>
                </c:pt>
                <c:pt idx="293">
                  <c:v>37256</c:v>
                </c:pt>
                <c:pt idx="294">
                  <c:v>37225</c:v>
                </c:pt>
                <c:pt idx="295">
                  <c:v>37195</c:v>
                </c:pt>
                <c:pt idx="296">
                  <c:v>37164</c:v>
                </c:pt>
              </c:numCache>
            </c:numRef>
          </c:cat>
          <c:val>
            <c:numRef>
              <c:f>'恒生指数-年度'!$AG$7:$AG$303</c:f>
              <c:numCache>
                <c:formatCode>0%</c:formatCode>
                <c:ptCount val="297"/>
                <c:pt idx="0">
                  <c:v>#N/A</c:v>
                </c:pt>
                <c:pt idx="1">
                  <c:v>#N/A</c:v>
                </c:pt>
                <c:pt idx="2">
                  <c:v>#N/A</c:v>
                </c:pt>
                <c:pt idx="3">
                  <c:v>#N/A</c:v>
                </c:pt>
                <c:pt idx="4">
                  <c:v>#N/A</c:v>
                </c:pt>
                <c:pt idx="5">
                  <c:v>0.30307227739376086</c:v>
                </c:pt>
                <c:pt idx="6">
                  <c:v>#N/A</c:v>
                </c:pt>
                <c:pt idx="7">
                  <c:v>#N/A</c:v>
                </c:pt>
                <c:pt idx="8">
                  <c:v>#N/A</c:v>
                </c:pt>
                <c:pt idx="9">
                  <c:v>#N/A</c:v>
                </c:pt>
                <c:pt idx="10">
                  <c:v>#N/A</c:v>
                </c:pt>
                <c:pt idx="11">
                  <c:v>#N/A</c:v>
                </c:pt>
                <c:pt idx="12">
                  <c:v>#N/A</c:v>
                </c:pt>
                <c:pt idx="13">
                  <c:v>#N/A</c:v>
                </c:pt>
                <c:pt idx="14">
                  <c:v>#N/A</c:v>
                </c:pt>
                <c:pt idx="15">
                  <c:v>#N/A</c:v>
                </c:pt>
                <c:pt idx="16">
                  <c:v>#N/A</c:v>
                </c:pt>
                <c:pt idx="17">
                  <c:v>4.4359284305801383E-2</c:v>
                </c:pt>
                <c:pt idx="18">
                  <c:v>#N/A</c:v>
                </c:pt>
                <c:pt idx="19">
                  <c:v>#N/A</c:v>
                </c:pt>
                <c:pt idx="20">
                  <c:v>#N/A</c:v>
                </c:pt>
                <c:pt idx="21">
                  <c:v>#N/A</c:v>
                </c:pt>
                <c:pt idx="22">
                  <c:v>#N/A</c:v>
                </c:pt>
                <c:pt idx="23">
                  <c:v>#N/A</c:v>
                </c:pt>
                <c:pt idx="24">
                  <c:v>#N/A</c:v>
                </c:pt>
                <c:pt idx="25">
                  <c:v>#N/A</c:v>
                </c:pt>
                <c:pt idx="26">
                  <c:v>#N/A</c:v>
                </c:pt>
                <c:pt idx="27">
                  <c:v>#N/A</c:v>
                </c:pt>
                <c:pt idx="28">
                  <c:v>#N/A</c:v>
                </c:pt>
                <c:pt idx="29">
                  <c:v>-0.18354597265111905</c:v>
                </c:pt>
                <c:pt idx="30">
                  <c:v>#N/A</c:v>
                </c:pt>
                <c:pt idx="31">
                  <c:v>#N/A</c:v>
                </c:pt>
                <c:pt idx="32">
                  <c:v>#N/A</c:v>
                </c:pt>
                <c:pt idx="33">
                  <c:v>#N/A</c:v>
                </c:pt>
                <c:pt idx="34">
                  <c:v>#N/A</c:v>
                </c:pt>
                <c:pt idx="35">
                  <c:v>#N/A</c:v>
                </c:pt>
                <c:pt idx="36">
                  <c:v>#N/A</c:v>
                </c:pt>
                <c:pt idx="37">
                  <c:v>#N/A</c:v>
                </c:pt>
                <c:pt idx="38">
                  <c:v>#N/A</c:v>
                </c:pt>
                <c:pt idx="39">
                  <c:v>#N/A</c:v>
                </c:pt>
                <c:pt idx="40">
                  <c:v>#N/A</c:v>
                </c:pt>
                <c:pt idx="41">
                  <c:v>-0.22326921471341332</c:v>
                </c:pt>
                <c:pt idx="42">
                  <c:v>#N/A</c:v>
                </c:pt>
                <c:pt idx="43">
                  <c:v>#N/A</c:v>
                </c:pt>
                <c:pt idx="44">
                  <c:v>#N/A</c:v>
                </c:pt>
                <c:pt idx="45">
                  <c:v>#N/A</c:v>
                </c:pt>
                <c:pt idx="46">
                  <c:v>#N/A</c:v>
                </c:pt>
                <c:pt idx="47">
                  <c:v>#N/A</c:v>
                </c:pt>
                <c:pt idx="48">
                  <c:v>#N/A</c:v>
                </c:pt>
                <c:pt idx="49">
                  <c:v>#N/A</c:v>
                </c:pt>
                <c:pt idx="50">
                  <c:v>#N/A</c:v>
                </c:pt>
                <c:pt idx="51">
                  <c:v>#N/A</c:v>
                </c:pt>
                <c:pt idx="52">
                  <c:v>#N/A</c:v>
                </c:pt>
                <c:pt idx="53">
                  <c:v>-0.31435909749567592</c:v>
                </c:pt>
                <c:pt idx="54">
                  <c:v>#N/A</c:v>
                </c:pt>
                <c:pt idx="55">
                  <c:v>#N/A</c:v>
                </c:pt>
                <c:pt idx="56">
                  <c:v>#N/A</c:v>
                </c:pt>
                <c:pt idx="57">
                  <c:v>#N/A</c:v>
                </c:pt>
                <c:pt idx="58">
                  <c:v>#N/A</c:v>
                </c:pt>
                <c:pt idx="59">
                  <c:v>#N/A</c:v>
                </c:pt>
                <c:pt idx="60">
                  <c:v>#N/A</c:v>
                </c:pt>
                <c:pt idx="61">
                  <c:v>#N/A</c:v>
                </c:pt>
                <c:pt idx="62">
                  <c:v>#N/A</c:v>
                </c:pt>
                <c:pt idx="63">
                  <c:v>#N/A</c:v>
                </c:pt>
                <c:pt idx="64">
                  <c:v>#N/A</c:v>
                </c:pt>
                <c:pt idx="65">
                  <c:v>6.6991202687432638E-2</c:v>
                </c:pt>
                <c:pt idx="66">
                  <c:v>#N/A</c:v>
                </c:pt>
                <c:pt idx="67">
                  <c:v>#N/A</c:v>
                </c:pt>
                <c:pt idx="68">
                  <c:v>#N/A</c:v>
                </c:pt>
                <c:pt idx="69">
                  <c:v>#N/A</c:v>
                </c:pt>
                <c:pt idx="70">
                  <c:v>#N/A</c:v>
                </c:pt>
                <c:pt idx="71">
                  <c:v>#N/A</c:v>
                </c:pt>
                <c:pt idx="72">
                  <c:v>#N/A</c:v>
                </c:pt>
                <c:pt idx="73">
                  <c:v>#N/A</c:v>
                </c:pt>
                <c:pt idx="74">
                  <c:v>#N/A</c:v>
                </c:pt>
                <c:pt idx="75">
                  <c:v>#N/A</c:v>
                </c:pt>
                <c:pt idx="76">
                  <c:v>#N/A</c:v>
                </c:pt>
                <c:pt idx="77">
                  <c:v>-2.5848500997999624E-2</c:v>
                </c:pt>
                <c:pt idx="78">
                  <c:v>#N/A</c:v>
                </c:pt>
                <c:pt idx="79">
                  <c:v>#N/A</c:v>
                </c:pt>
                <c:pt idx="80">
                  <c:v>#N/A</c:v>
                </c:pt>
                <c:pt idx="81">
                  <c:v>#N/A</c:v>
                </c:pt>
                <c:pt idx="82">
                  <c:v>#N/A</c:v>
                </c:pt>
                <c:pt idx="83">
                  <c:v>#N/A</c:v>
                </c:pt>
                <c:pt idx="84">
                  <c:v>#N/A</c:v>
                </c:pt>
                <c:pt idx="85">
                  <c:v>#N/A</c:v>
                </c:pt>
                <c:pt idx="86">
                  <c:v>#N/A</c:v>
                </c:pt>
                <c:pt idx="87">
                  <c:v>#N/A</c:v>
                </c:pt>
                <c:pt idx="88">
                  <c:v>#N/A</c:v>
                </c:pt>
                <c:pt idx="89">
                  <c:v>-0.21555861365320128</c:v>
                </c:pt>
                <c:pt idx="90">
                  <c:v>#N/A</c:v>
                </c:pt>
                <c:pt idx="91">
                  <c:v>#N/A</c:v>
                </c:pt>
                <c:pt idx="92">
                  <c:v>#N/A</c:v>
                </c:pt>
                <c:pt idx="93">
                  <c:v>#N/A</c:v>
                </c:pt>
                <c:pt idx="94">
                  <c:v>#N/A</c:v>
                </c:pt>
                <c:pt idx="95">
                  <c:v>#N/A</c:v>
                </c:pt>
                <c:pt idx="96">
                  <c:v>#N/A</c:v>
                </c:pt>
                <c:pt idx="97">
                  <c:v>#N/A</c:v>
                </c:pt>
                <c:pt idx="98">
                  <c:v>#N/A</c:v>
                </c:pt>
                <c:pt idx="99">
                  <c:v>#N/A</c:v>
                </c:pt>
                <c:pt idx="100">
                  <c:v>#N/A</c:v>
                </c:pt>
                <c:pt idx="101">
                  <c:v>0.17484314148057112</c:v>
                </c:pt>
                <c:pt idx="102">
                  <c:v>#N/A</c:v>
                </c:pt>
                <c:pt idx="103">
                  <c:v>#N/A</c:v>
                </c:pt>
                <c:pt idx="104">
                  <c:v>#N/A</c:v>
                </c:pt>
                <c:pt idx="105">
                  <c:v>#N/A</c:v>
                </c:pt>
                <c:pt idx="106">
                  <c:v>#N/A</c:v>
                </c:pt>
                <c:pt idx="107">
                  <c:v>#N/A</c:v>
                </c:pt>
                <c:pt idx="108">
                  <c:v>#N/A</c:v>
                </c:pt>
                <c:pt idx="109">
                  <c:v>#N/A</c:v>
                </c:pt>
                <c:pt idx="110">
                  <c:v>#N/A</c:v>
                </c:pt>
                <c:pt idx="111">
                  <c:v>#N/A</c:v>
                </c:pt>
                <c:pt idx="112">
                  <c:v>#N/A</c:v>
                </c:pt>
                <c:pt idx="113">
                  <c:v>7.8054739703986797E-2</c:v>
                </c:pt>
                <c:pt idx="114">
                  <c:v>#N/A</c:v>
                </c:pt>
                <c:pt idx="115">
                  <c:v>#N/A</c:v>
                </c:pt>
                <c:pt idx="116">
                  <c:v>#N/A</c:v>
                </c:pt>
                <c:pt idx="117">
                  <c:v>#N/A</c:v>
                </c:pt>
                <c:pt idx="118">
                  <c:v>#N/A</c:v>
                </c:pt>
                <c:pt idx="119">
                  <c:v>#N/A</c:v>
                </c:pt>
                <c:pt idx="120">
                  <c:v>#N/A</c:v>
                </c:pt>
                <c:pt idx="121">
                  <c:v>#N/A</c:v>
                </c:pt>
                <c:pt idx="122">
                  <c:v>#N/A</c:v>
                </c:pt>
                <c:pt idx="123">
                  <c:v>#N/A</c:v>
                </c:pt>
                <c:pt idx="124">
                  <c:v>#N/A</c:v>
                </c:pt>
                <c:pt idx="125">
                  <c:v>-2.0896889171661437E-2</c:v>
                </c:pt>
                <c:pt idx="126">
                  <c:v>#N/A</c:v>
                </c:pt>
                <c:pt idx="127">
                  <c:v>#N/A</c:v>
                </c:pt>
                <c:pt idx="128">
                  <c:v>#N/A</c:v>
                </c:pt>
                <c:pt idx="129">
                  <c:v>#N/A</c:v>
                </c:pt>
                <c:pt idx="130">
                  <c:v>#N/A</c:v>
                </c:pt>
                <c:pt idx="131">
                  <c:v>#N/A</c:v>
                </c:pt>
                <c:pt idx="132">
                  <c:v>#N/A</c:v>
                </c:pt>
                <c:pt idx="133">
                  <c:v>#N/A</c:v>
                </c:pt>
                <c:pt idx="134">
                  <c:v>#N/A</c:v>
                </c:pt>
                <c:pt idx="135">
                  <c:v>#N/A</c:v>
                </c:pt>
                <c:pt idx="136">
                  <c:v>#N/A</c:v>
                </c:pt>
                <c:pt idx="137">
                  <c:v>-5.8629869721619654E-2</c:v>
                </c:pt>
                <c:pt idx="138">
                  <c:v>#N/A</c:v>
                </c:pt>
                <c:pt idx="139">
                  <c:v>#N/A</c:v>
                </c:pt>
                <c:pt idx="140">
                  <c:v>#N/A</c:v>
                </c:pt>
                <c:pt idx="141">
                  <c:v>#N/A</c:v>
                </c:pt>
                <c:pt idx="142">
                  <c:v>#N/A</c:v>
                </c:pt>
                <c:pt idx="143">
                  <c:v>#N/A</c:v>
                </c:pt>
                <c:pt idx="144">
                  <c:v>#N/A</c:v>
                </c:pt>
                <c:pt idx="145">
                  <c:v>#N/A</c:v>
                </c:pt>
                <c:pt idx="146">
                  <c:v>#N/A</c:v>
                </c:pt>
                <c:pt idx="147">
                  <c:v>#N/A</c:v>
                </c:pt>
                <c:pt idx="148">
                  <c:v>#N/A</c:v>
                </c:pt>
                <c:pt idx="149">
                  <c:v>-5.4385556028491377E-2</c:v>
                </c:pt>
                <c:pt idx="150">
                  <c:v>#N/A</c:v>
                </c:pt>
                <c:pt idx="151">
                  <c:v>#N/A</c:v>
                </c:pt>
                <c:pt idx="152">
                  <c:v>#N/A</c:v>
                </c:pt>
                <c:pt idx="153">
                  <c:v>#N/A</c:v>
                </c:pt>
                <c:pt idx="154">
                  <c:v>#N/A</c:v>
                </c:pt>
                <c:pt idx="155">
                  <c:v>#N/A</c:v>
                </c:pt>
                <c:pt idx="156">
                  <c:v>#N/A</c:v>
                </c:pt>
                <c:pt idx="157">
                  <c:v>#N/A</c:v>
                </c:pt>
                <c:pt idx="158">
                  <c:v>#N/A</c:v>
                </c:pt>
                <c:pt idx="159">
                  <c:v>#N/A</c:v>
                </c:pt>
                <c:pt idx="160">
                  <c:v>#N/A</c:v>
                </c:pt>
                <c:pt idx="161">
                  <c:v>0.18205015101485023</c:v>
                </c:pt>
                <c:pt idx="162">
                  <c:v>#N/A</c:v>
                </c:pt>
                <c:pt idx="163">
                  <c:v>#N/A</c:v>
                </c:pt>
                <c:pt idx="164">
                  <c:v>#N/A</c:v>
                </c:pt>
                <c:pt idx="165">
                  <c:v>#N/A</c:v>
                </c:pt>
                <c:pt idx="166">
                  <c:v>#N/A</c:v>
                </c:pt>
                <c:pt idx="167">
                  <c:v>#N/A</c:v>
                </c:pt>
                <c:pt idx="168">
                  <c:v>#N/A</c:v>
                </c:pt>
                <c:pt idx="169">
                  <c:v>#N/A</c:v>
                </c:pt>
                <c:pt idx="170">
                  <c:v>#N/A</c:v>
                </c:pt>
                <c:pt idx="171">
                  <c:v>#N/A</c:v>
                </c:pt>
                <c:pt idx="172">
                  <c:v>#N/A</c:v>
                </c:pt>
                <c:pt idx="173">
                  <c:v>-0.28006109231648391</c:v>
                </c:pt>
                <c:pt idx="174">
                  <c:v>#N/A</c:v>
                </c:pt>
                <c:pt idx="175">
                  <c:v>#N/A</c:v>
                </c:pt>
                <c:pt idx="176">
                  <c:v>#N/A</c:v>
                </c:pt>
                <c:pt idx="177">
                  <c:v>#N/A</c:v>
                </c:pt>
                <c:pt idx="178">
                  <c:v>#N/A</c:v>
                </c:pt>
                <c:pt idx="179">
                  <c:v>#N/A</c:v>
                </c:pt>
                <c:pt idx="180">
                  <c:v>#N/A</c:v>
                </c:pt>
                <c:pt idx="181">
                  <c:v>#N/A</c:v>
                </c:pt>
                <c:pt idx="182">
                  <c:v>#N/A</c:v>
                </c:pt>
                <c:pt idx="183">
                  <c:v>#N/A</c:v>
                </c:pt>
                <c:pt idx="184">
                  <c:v>#N/A</c:v>
                </c:pt>
                <c:pt idx="185">
                  <c:v>-0.21630710264525621</c:v>
                </c:pt>
                <c:pt idx="186">
                  <c:v>#N/A</c:v>
                </c:pt>
                <c:pt idx="187">
                  <c:v>#N/A</c:v>
                </c:pt>
                <c:pt idx="188">
                  <c:v>#N/A</c:v>
                </c:pt>
                <c:pt idx="189">
                  <c:v>#N/A</c:v>
                </c:pt>
                <c:pt idx="190">
                  <c:v>#N/A</c:v>
                </c:pt>
                <c:pt idx="191">
                  <c:v>#N/A</c:v>
                </c:pt>
                <c:pt idx="192">
                  <c:v>#N/A</c:v>
                </c:pt>
                <c:pt idx="193">
                  <c:v>#N/A</c:v>
                </c:pt>
                <c:pt idx="194">
                  <c:v>#N/A</c:v>
                </c:pt>
                <c:pt idx="195">
                  <c:v>#N/A</c:v>
                </c:pt>
                <c:pt idx="196">
                  <c:v>#N/A</c:v>
                </c:pt>
                <c:pt idx="197">
                  <c:v>0.34309896239847371</c:v>
                </c:pt>
                <c:pt idx="198">
                  <c:v>#N/A</c:v>
                </c:pt>
                <c:pt idx="199">
                  <c:v>#N/A</c:v>
                </c:pt>
                <c:pt idx="200">
                  <c:v>#N/A</c:v>
                </c:pt>
                <c:pt idx="201">
                  <c:v>#N/A</c:v>
                </c:pt>
                <c:pt idx="202">
                  <c:v>#N/A</c:v>
                </c:pt>
                <c:pt idx="203">
                  <c:v>#N/A</c:v>
                </c:pt>
                <c:pt idx="204">
                  <c:v>#N/A</c:v>
                </c:pt>
                <c:pt idx="205">
                  <c:v>#N/A</c:v>
                </c:pt>
                <c:pt idx="206">
                  <c:v>#N/A</c:v>
                </c:pt>
                <c:pt idx="207">
                  <c:v>#N/A</c:v>
                </c:pt>
                <c:pt idx="208">
                  <c:v>#N/A</c:v>
                </c:pt>
                <c:pt idx="209">
                  <c:v>-0.38405147400708328</c:v>
                </c:pt>
                <c:pt idx="210">
                  <c:v>#N/A</c:v>
                </c:pt>
                <c:pt idx="211">
                  <c:v>#N/A</c:v>
                </c:pt>
                <c:pt idx="212">
                  <c:v>#N/A</c:v>
                </c:pt>
                <c:pt idx="213">
                  <c:v>#N/A</c:v>
                </c:pt>
                <c:pt idx="214">
                  <c:v>#N/A</c:v>
                </c:pt>
                <c:pt idx="215">
                  <c:v>#N/A</c:v>
                </c:pt>
                <c:pt idx="216">
                  <c:v>#N/A</c:v>
                </c:pt>
                <c:pt idx="217">
                  <c:v>#N/A</c:v>
                </c:pt>
                <c:pt idx="218">
                  <c:v>#N/A</c:v>
                </c:pt>
                <c:pt idx="219">
                  <c:v>#N/A</c:v>
                </c:pt>
                <c:pt idx="220">
                  <c:v>#N/A</c:v>
                </c:pt>
                <c:pt idx="221">
                  <c:v>8.9072872176175766E-2</c:v>
                </c:pt>
                <c:pt idx="222">
                  <c:v>#N/A</c:v>
                </c:pt>
                <c:pt idx="223">
                  <c:v>#N/A</c:v>
                </c:pt>
                <c:pt idx="224">
                  <c:v>#N/A</c:v>
                </c:pt>
                <c:pt idx="225">
                  <c:v>#N/A</c:v>
                </c:pt>
                <c:pt idx="226">
                  <c:v>#N/A</c:v>
                </c:pt>
                <c:pt idx="227">
                  <c:v>#N/A</c:v>
                </c:pt>
                <c:pt idx="228">
                  <c:v>#N/A</c:v>
                </c:pt>
                <c:pt idx="229">
                  <c:v>#N/A</c:v>
                </c:pt>
                <c:pt idx="230">
                  <c:v>#N/A</c:v>
                </c:pt>
                <c:pt idx="231">
                  <c:v>#N/A</c:v>
                </c:pt>
                <c:pt idx="232">
                  <c:v>#N/A</c:v>
                </c:pt>
                <c:pt idx="233">
                  <c:v>0.18079282224703186</c:v>
                </c:pt>
                <c:pt idx="234">
                  <c:v>#N/A</c:v>
                </c:pt>
                <c:pt idx="235">
                  <c:v>#N/A</c:v>
                </c:pt>
                <c:pt idx="236">
                  <c:v>#N/A</c:v>
                </c:pt>
                <c:pt idx="237">
                  <c:v>#N/A</c:v>
                </c:pt>
                <c:pt idx="238">
                  <c:v>#N/A</c:v>
                </c:pt>
                <c:pt idx="239">
                  <c:v>#N/A</c:v>
                </c:pt>
                <c:pt idx="240">
                  <c:v>#N/A</c:v>
                </c:pt>
                <c:pt idx="241">
                  <c:v>#N/A</c:v>
                </c:pt>
                <c:pt idx="242">
                  <c:v>#N/A</c:v>
                </c:pt>
                <c:pt idx="243">
                  <c:v>#N/A</c:v>
                </c:pt>
                <c:pt idx="244">
                  <c:v>#N/A</c:v>
                </c:pt>
                <c:pt idx="245">
                  <c:v>-0.16797756532290953</c:v>
                </c:pt>
                <c:pt idx="246">
                  <c:v>#N/A</c:v>
                </c:pt>
                <c:pt idx="247">
                  <c:v>#N/A</c:v>
                </c:pt>
                <c:pt idx="248">
                  <c:v>#N/A</c:v>
                </c:pt>
                <c:pt idx="249">
                  <c:v>#N/A</c:v>
                </c:pt>
                <c:pt idx="250">
                  <c:v>#N/A</c:v>
                </c:pt>
                <c:pt idx="251">
                  <c:v>#N/A</c:v>
                </c:pt>
                <c:pt idx="252">
                  <c:v>#N/A</c:v>
                </c:pt>
                <c:pt idx="253">
                  <c:v>#N/A</c:v>
                </c:pt>
                <c:pt idx="254">
                  <c:v>#N/A</c:v>
                </c:pt>
                <c:pt idx="255">
                  <c:v>#N/A</c:v>
                </c:pt>
                <c:pt idx="256">
                  <c:v>#N/A</c:v>
                </c:pt>
                <c:pt idx="257">
                  <c:v>-0.19807494991062147</c:v>
                </c:pt>
                <c:pt idx="258">
                  <c:v>#N/A</c:v>
                </c:pt>
                <c:pt idx="259">
                  <c:v>#N/A</c:v>
                </c:pt>
                <c:pt idx="260">
                  <c:v>#N/A</c:v>
                </c:pt>
                <c:pt idx="261">
                  <c:v>#N/A</c:v>
                </c:pt>
                <c:pt idx="262">
                  <c:v>#N/A</c:v>
                </c:pt>
                <c:pt idx="263">
                  <c:v>#N/A</c:v>
                </c:pt>
                <c:pt idx="264">
                  <c:v>#N/A</c:v>
                </c:pt>
                <c:pt idx="265">
                  <c:v>#N/A</c:v>
                </c:pt>
                <c:pt idx="266">
                  <c:v>#N/A</c:v>
                </c:pt>
                <c:pt idx="267">
                  <c:v>#N/A</c:v>
                </c:pt>
                <c:pt idx="268">
                  <c:v>#N/A</c:v>
                </c:pt>
                <c:pt idx="269">
                  <c:v>3.849957464052034E-2</c:v>
                </c:pt>
                <c:pt idx="270">
                  <c:v>#N/A</c:v>
                </c:pt>
                <c:pt idx="271">
                  <c:v>#N/A</c:v>
                </c:pt>
                <c:pt idx="272">
                  <c:v>#N/A</c:v>
                </c:pt>
                <c:pt idx="273">
                  <c:v>#N/A</c:v>
                </c:pt>
                <c:pt idx="274">
                  <c:v>#N/A</c:v>
                </c:pt>
                <c:pt idx="275">
                  <c:v>#N/A</c:v>
                </c:pt>
                <c:pt idx="276">
                  <c:v>#N/A</c:v>
                </c:pt>
                <c:pt idx="277">
                  <c:v>#N/A</c:v>
                </c:pt>
                <c:pt idx="278">
                  <c:v>#N/A</c:v>
                </c:pt>
                <c:pt idx="279">
                  <c:v>#N/A</c:v>
                </c:pt>
                <c:pt idx="280">
                  <c:v>#N/A</c:v>
                </c:pt>
                <c:pt idx="281">
                  <c:v>-0.24150071166864462</c:v>
                </c:pt>
                <c:pt idx="282">
                  <c:v>#N/A</c:v>
                </c:pt>
                <c:pt idx="283">
                  <c:v>#N/A</c:v>
                </c:pt>
                <c:pt idx="284">
                  <c:v>#N/A</c:v>
                </c:pt>
                <c:pt idx="285">
                  <c:v>#N/A</c:v>
                </c:pt>
                <c:pt idx="286">
                  <c:v>#N/A</c:v>
                </c:pt>
                <c:pt idx="287">
                  <c:v>#N/A</c:v>
                </c:pt>
                <c:pt idx="288">
                  <c:v>#N/A</c:v>
                </c:pt>
                <c:pt idx="289">
                  <c:v>#N/A</c:v>
                </c:pt>
                <c:pt idx="290">
                  <c:v>#N/A</c:v>
                </c:pt>
                <c:pt idx="291">
                  <c:v>#N/A</c:v>
                </c:pt>
                <c:pt idx="292">
                  <c:v>#N/A</c:v>
                </c:pt>
                <c:pt idx="293">
                  <c:v>-0.15765566865868386</c:v>
                </c:pt>
                <c:pt idx="294">
                  <c:v>#N/A</c:v>
                </c:pt>
                <c:pt idx="295">
                  <c:v>#N/A</c:v>
                </c:pt>
                <c:pt idx="296">
                  <c:v>#N/A</c:v>
                </c:pt>
              </c:numCache>
            </c:numRef>
          </c:val>
          <c:extLst>
            <c:ext xmlns:c16="http://schemas.microsoft.com/office/drawing/2014/chart" uri="{C3380CC4-5D6E-409C-BE32-E72D297353CC}">
              <c16:uniqueId val="{00000000-6805-4904-A8D8-ADCAD9AE6398}"/>
            </c:ext>
          </c:extLst>
        </c:ser>
        <c:dLbls>
          <c:showLegendKey val="0"/>
          <c:showVal val="0"/>
          <c:showCatName val="0"/>
          <c:showSerName val="0"/>
          <c:showPercent val="0"/>
          <c:showBubbleSize val="0"/>
        </c:dLbls>
        <c:gapWidth val="90"/>
        <c:overlap val="100"/>
        <c:axId val="2000002144"/>
        <c:axId val="2000002145"/>
      </c:barChart>
      <c:lineChart>
        <c:grouping val="standard"/>
        <c:varyColors val="0"/>
        <c:ser>
          <c:idx val="0"/>
          <c:order val="0"/>
          <c:tx>
            <c:strRef>
              <c:f>'恒生指数-年度'!$AV$17</c:f>
              <c:strCache>
                <c:ptCount val="1"/>
                <c:pt idx="0">
                  <c:v>恒生指数估值变动（左轴，%）</c:v>
                </c:pt>
              </c:strCache>
            </c:strRef>
          </c:tx>
          <c:spPr>
            <a:ln>
              <a:solidFill>
                <a:srgbClr val="7C80C8"/>
              </a:solidFill>
              <a:prstDash val="solid"/>
            </a:ln>
          </c:spPr>
          <c:marker>
            <c:symbol val="none"/>
          </c:marker>
          <c:cat>
            <c:numRef>
              <c:f>'恒生指数-年度'!$AE$7:$AE$303</c:f>
              <c:numCache>
                <c:formatCode>yyyy\-mm</c:formatCode>
                <c:ptCount val="297"/>
                <c:pt idx="0">
                  <c:v>46173</c:v>
                </c:pt>
                <c:pt idx="1">
                  <c:v>46142</c:v>
                </c:pt>
                <c:pt idx="2">
                  <c:v>46112</c:v>
                </c:pt>
                <c:pt idx="3">
                  <c:v>46081</c:v>
                </c:pt>
                <c:pt idx="4">
                  <c:v>46053</c:v>
                </c:pt>
                <c:pt idx="5">
                  <c:v>46022</c:v>
                </c:pt>
                <c:pt idx="6">
                  <c:v>45991</c:v>
                </c:pt>
                <c:pt idx="7">
                  <c:v>45961</c:v>
                </c:pt>
                <c:pt idx="8">
                  <c:v>45930</c:v>
                </c:pt>
                <c:pt idx="9">
                  <c:v>45900</c:v>
                </c:pt>
                <c:pt idx="10">
                  <c:v>45869</c:v>
                </c:pt>
                <c:pt idx="11">
                  <c:v>45838</c:v>
                </c:pt>
                <c:pt idx="12">
                  <c:v>45808</c:v>
                </c:pt>
                <c:pt idx="13">
                  <c:v>45777</c:v>
                </c:pt>
                <c:pt idx="14">
                  <c:v>45747</c:v>
                </c:pt>
                <c:pt idx="15">
                  <c:v>45716</c:v>
                </c:pt>
                <c:pt idx="16">
                  <c:v>45688</c:v>
                </c:pt>
                <c:pt idx="17">
                  <c:v>45657</c:v>
                </c:pt>
                <c:pt idx="18">
                  <c:v>45626</c:v>
                </c:pt>
                <c:pt idx="19">
                  <c:v>45596</c:v>
                </c:pt>
                <c:pt idx="20">
                  <c:v>45565</c:v>
                </c:pt>
                <c:pt idx="21">
                  <c:v>45535</c:v>
                </c:pt>
                <c:pt idx="22">
                  <c:v>45504</c:v>
                </c:pt>
                <c:pt idx="23">
                  <c:v>45473</c:v>
                </c:pt>
                <c:pt idx="24">
                  <c:v>45443</c:v>
                </c:pt>
                <c:pt idx="25">
                  <c:v>45412</c:v>
                </c:pt>
                <c:pt idx="26">
                  <c:v>45382</c:v>
                </c:pt>
                <c:pt idx="27">
                  <c:v>45351</c:v>
                </c:pt>
                <c:pt idx="28">
                  <c:v>45322</c:v>
                </c:pt>
                <c:pt idx="29">
                  <c:v>45291</c:v>
                </c:pt>
                <c:pt idx="30">
                  <c:v>45260</c:v>
                </c:pt>
                <c:pt idx="31">
                  <c:v>45230</c:v>
                </c:pt>
                <c:pt idx="32">
                  <c:v>45199</c:v>
                </c:pt>
                <c:pt idx="33">
                  <c:v>45169</c:v>
                </c:pt>
                <c:pt idx="34">
                  <c:v>45138</c:v>
                </c:pt>
                <c:pt idx="35">
                  <c:v>45107</c:v>
                </c:pt>
                <c:pt idx="36">
                  <c:v>45077</c:v>
                </c:pt>
                <c:pt idx="37">
                  <c:v>45046</c:v>
                </c:pt>
                <c:pt idx="38">
                  <c:v>45016</c:v>
                </c:pt>
                <c:pt idx="39">
                  <c:v>44985</c:v>
                </c:pt>
                <c:pt idx="40">
                  <c:v>44957</c:v>
                </c:pt>
                <c:pt idx="41">
                  <c:v>44926</c:v>
                </c:pt>
                <c:pt idx="42">
                  <c:v>44895</c:v>
                </c:pt>
                <c:pt idx="43">
                  <c:v>44865</c:v>
                </c:pt>
                <c:pt idx="44">
                  <c:v>44834</c:v>
                </c:pt>
                <c:pt idx="45">
                  <c:v>44804</c:v>
                </c:pt>
                <c:pt idx="46">
                  <c:v>44773</c:v>
                </c:pt>
                <c:pt idx="47">
                  <c:v>44742</c:v>
                </c:pt>
                <c:pt idx="48">
                  <c:v>44712</c:v>
                </c:pt>
                <c:pt idx="49">
                  <c:v>44681</c:v>
                </c:pt>
                <c:pt idx="50">
                  <c:v>44651</c:v>
                </c:pt>
                <c:pt idx="51">
                  <c:v>44620</c:v>
                </c:pt>
                <c:pt idx="52">
                  <c:v>44592</c:v>
                </c:pt>
                <c:pt idx="53">
                  <c:v>44561</c:v>
                </c:pt>
                <c:pt idx="54">
                  <c:v>44530</c:v>
                </c:pt>
                <c:pt idx="55">
                  <c:v>44500</c:v>
                </c:pt>
                <c:pt idx="56">
                  <c:v>44469</c:v>
                </c:pt>
                <c:pt idx="57">
                  <c:v>44439</c:v>
                </c:pt>
                <c:pt idx="58">
                  <c:v>44408</c:v>
                </c:pt>
                <c:pt idx="59">
                  <c:v>44377</c:v>
                </c:pt>
                <c:pt idx="60">
                  <c:v>44347</c:v>
                </c:pt>
                <c:pt idx="61">
                  <c:v>44316</c:v>
                </c:pt>
                <c:pt idx="62">
                  <c:v>44286</c:v>
                </c:pt>
                <c:pt idx="63">
                  <c:v>44255</c:v>
                </c:pt>
                <c:pt idx="64">
                  <c:v>44227</c:v>
                </c:pt>
                <c:pt idx="65">
                  <c:v>44196</c:v>
                </c:pt>
                <c:pt idx="66">
                  <c:v>44165</c:v>
                </c:pt>
                <c:pt idx="67">
                  <c:v>44135</c:v>
                </c:pt>
                <c:pt idx="68">
                  <c:v>44104</c:v>
                </c:pt>
                <c:pt idx="69">
                  <c:v>44074</c:v>
                </c:pt>
                <c:pt idx="70">
                  <c:v>44043</c:v>
                </c:pt>
                <c:pt idx="71">
                  <c:v>44012</c:v>
                </c:pt>
                <c:pt idx="72">
                  <c:v>43982</c:v>
                </c:pt>
                <c:pt idx="73">
                  <c:v>43951</c:v>
                </c:pt>
                <c:pt idx="74">
                  <c:v>43921</c:v>
                </c:pt>
                <c:pt idx="75">
                  <c:v>43890</c:v>
                </c:pt>
                <c:pt idx="76">
                  <c:v>43861</c:v>
                </c:pt>
                <c:pt idx="77">
                  <c:v>43830</c:v>
                </c:pt>
                <c:pt idx="78">
                  <c:v>43799</c:v>
                </c:pt>
                <c:pt idx="79">
                  <c:v>43769</c:v>
                </c:pt>
                <c:pt idx="80">
                  <c:v>43738</c:v>
                </c:pt>
                <c:pt idx="81">
                  <c:v>43708</c:v>
                </c:pt>
                <c:pt idx="82">
                  <c:v>43677</c:v>
                </c:pt>
                <c:pt idx="83">
                  <c:v>43646</c:v>
                </c:pt>
                <c:pt idx="84">
                  <c:v>43616</c:v>
                </c:pt>
                <c:pt idx="85">
                  <c:v>43585</c:v>
                </c:pt>
                <c:pt idx="86">
                  <c:v>43555</c:v>
                </c:pt>
                <c:pt idx="87">
                  <c:v>43524</c:v>
                </c:pt>
                <c:pt idx="88">
                  <c:v>43496</c:v>
                </c:pt>
                <c:pt idx="89">
                  <c:v>43465</c:v>
                </c:pt>
                <c:pt idx="90">
                  <c:v>43434</c:v>
                </c:pt>
                <c:pt idx="91">
                  <c:v>43404</c:v>
                </c:pt>
                <c:pt idx="92">
                  <c:v>43373</c:v>
                </c:pt>
                <c:pt idx="93">
                  <c:v>43343</c:v>
                </c:pt>
                <c:pt idx="94">
                  <c:v>43312</c:v>
                </c:pt>
                <c:pt idx="95">
                  <c:v>43281</c:v>
                </c:pt>
                <c:pt idx="96">
                  <c:v>43251</c:v>
                </c:pt>
                <c:pt idx="97">
                  <c:v>43220</c:v>
                </c:pt>
                <c:pt idx="98">
                  <c:v>43190</c:v>
                </c:pt>
                <c:pt idx="99">
                  <c:v>43159</c:v>
                </c:pt>
                <c:pt idx="100">
                  <c:v>43131</c:v>
                </c:pt>
                <c:pt idx="101">
                  <c:v>43100</c:v>
                </c:pt>
                <c:pt idx="102">
                  <c:v>43069</c:v>
                </c:pt>
                <c:pt idx="103">
                  <c:v>43039</c:v>
                </c:pt>
                <c:pt idx="104">
                  <c:v>43008</c:v>
                </c:pt>
                <c:pt idx="105">
                  <c:v>42978</c:v>
                </c:pt>
                <c:pt idx="106">
                  <c:v>42947</c:v>
                </c:pt>
                <c:pt idx="107">
                  <c:v>42916</c:v>
                </c:pt>
                <c:pt idx="108">
                  <c:v>42886</c:v>
                </c:pt>
                <c:pt idx="109">
                  <c:v>42855</c:v>
                </c:pt>
                <c:pt idx="110">
                  <c:v>42825</c:v>
                </c:pt>
                <c:pt idx="111">
                  <c:v>42794</c:v>
                </c:pt>
                <c:pt idx="112">
                  <c:v>42766</c:v>
                </c:pt>
                <c:pt idx="113">
                  <c:v>42735</c:v>
                </c:pt>
                <c:pt idx="114">
                  <c:v>42704</c:v>
                </c:pt>
                <c:pt idx="115">
                  <c:v>42674</c:v>
                </c:pt>
                <c:pt idx="116">
                  <c:v>42643</c:v>
                </c:pt>
                <c:pt idx="117">
                  <c:v>42613</c:v>
                </c:pt>
                <c:pt idx="118">
                  <c:v>42582</c:v>
                </c:pt>
                <c:pt idx="119">
                  <c:v>42551</c:v>
                </c:pt>
                <c:pt idx="120">
                  <c:v>42521</c:v>
                </c:pt>
                <c:pt idx="121">
                  <c:v>42490</c:v>
                </c:pt>
                <c:pt idx="122">
                  <c:v>42460</c:v>
                </c:pt>
                <c:pt idx="123">
                  <c:v>42429</c:v>
                </c:pt>
                <c:pt idx="124">
                  <c:v>42400</c:v>
                </c:pt>
                <c:pt idx="125">
                  <c:v>42369</c:v>
                </c:pt>
                <c:pt idx="126">
                  <c:v>42338</c:v>
                </c:pt>
                <c:pt idx="127">
                  <c:v>42308</c:v>
                </c:pt>
                <c:pt idx="128">
                  <c:v>42277</c:v>
                </c:pt>
                <c:pt idx="129">
                  <c:v>42247</c:v>
                </c:pt>
                <c:pt idx="130">
                  <c:v>42216</c:v>
                </c:pt>
                <c:pt idx="131">
                  <c:v>42185</c:v>
                </c:pt>
                <c:pt idx="132">
                  <c:v>42155</c:v>
                </c:pt>
                <c:pt idx="133">
                  <c:v>42124</c:v>
                </c:pt>
                <c:pt idx="134">
                  <c:v>42094</c:v>
                </c:pt>
                <c:pt idx="135">
                  <c:v>42063</c:v>
                </c:pt>
                <c:pt idx="136">
                  <c:v>42035</c:v>
                </c:pt>
                <c:pt idx="137">
                  <c:v>42004</c:v>
                </c:pt>
                <c:pt idx="138">
                  <c:v>41973</c:v>
                </c:pt>
                <c:pt idx="139">
                  <c:v>41943</c:v>
                </c:pt>
                <c:pt idx="140">
                  <c:v>41912</c:v>
                </c:pt>
                <c:pt idx="141">
                  <c:v>41882</c:v>
                </c:pt>
                <c:pt idx="142">
                  <c:v>41851</c:v>
                </c:pt>
                <c:pt idx="143">
                  <c:v>41820</c:v>
                </c:pt>
                <c:pt idx="144">
                  <c:v>41790</c:v>
                </c:pt>
                <c:pt idx="145">
                  <c:v>41759</c:v>
                </c:pt>
                <c:pt idx="146">
                  <c:v>41729</c:v>
                </c:pt>
                <c:pt idx="147">
                  <c:v>41698</c:v>
                </c:pt>
                <c:pt idx="148">
                  <c:v>41670</c:v>
                </c:pt>
                <c:pt idx="149">
                  <c:v>41639</c:v>
                </c:pt>
                <c:pt idx="150">
                  <c:v>41608</c:v>
                </c:pt>
                <c:pt idx="151">
                  <c:v>41578</c:v>
                </c:pt>
                <c:pt idx="152">
                  <c:v>41547</c:v>
                </c:pt>
                <c:pt idx="153">
                  <c:v>41517</c:v>
                </c:pt>
                <c:pt idx="154">
                  <c:v>41486</c:v>
                </c:pt>
                <c:pt idx="155">
                  <c:v>41455</c:v>
                </c:pt>
                <c:pt idx="156">
                  <c:v>41425</c:v>
                </c:pt>
                <c:pt idx="157">
                  <c:v>41394</c:v>
                </c:pt>
                <c:pt idx="158">
                  <c:v>41364</c:v>
                </c:pt>
                <c:pt idx="159">
                  <c:v>41333</c:v>
                </c:pt>
                <c:pt idx="160">
                  <c:v>41305</c:v>
                </c:pt>
                <c:pt idx="161">
                  <c:v>41274</c:v>
                </c:pt>
                <c:pt idx="162">
                  <c:v>41243</c:v>
                </c:pt>
                <c:pt idx="163">
                  <c:v>41213</c:v>
                </c:pt>
                <c:pt idx="164">
                  <c:v>41182</c:v>
                </c:pt>
                <c:pt idx="165">
                  <c:v>41152</c:v>
                </c:pt>
                <c:pt idx="166">
                  <c:v>41121</c:v>
                </c:pt>
                <c:pt idx="167">
                  <c:v>41090</c:v>
                </c:pt>
                <c:pt idx="168">
                  <c:v>41060</c:v>
                </c:pt>
                <c:pt idx="169">
                  <c:v>41029</c:v>
                </c:pt>
                <c:pt idx="170">
                  <c:v>40999</c:v>
                </c:pt>
                <c:pt idx="171">
                  <c:v>40968</c:v>
                </c:pt>
                <c:pt idx="172">
                  <c:v>40939</c:v>
                </c:pt>
                <c:pt idx="173">
                  <c:v>40908</c:v>
                </c:pt>
                <c:pt idx="174">
                  <c:v>40877</c:v>
                </c:pt>
                <c:pt idx="175">
                  <c:v>40847</c:v>
                </c:pt>
                <c:pt idx="176">
                  <c:v>40816</c:v>
                </c:pt>
                <c:pt idx="177">
                  <c:v>40786</c:v>
                </c:pt>
                <c:pt idx="178">
                  <c:v>40755</c:v>
                </c:pt>
                <c:pt idx="179">
                  <c:v>40724</c:v>
                </c:pt>
                <c:pt idx="180">
                  <c:v>40694</c:v>
                </c:pt>
                <c:pt idx="181">
                  <c:v>40663</c:v>
                </c:pt>
                <c:pt idx="182">
                  <c:v>40633</c:v>
                </c:pt>
                <c:pt idx="183">
                  <c:v>40602</c:v>
                </c:pt>
                <c:pt idx="184">
                  <c:v>40574</c:v>
                </c:pt>
                <c:pt idx="185">
                  <c:v>40543</c:v>
                </c:pt>
                <c:pt idx="186">
                  <c:v>40512</c:v>
                </c:pt>
                <c:pt idx="187">
                  <c:v>40482</c:v>
                </c:pt>
                <c:pt idx="188">
                  <c:v>40451</c:v>
                </c:pt>
                <c:pt idx="189">
                  <c:v>40421</c:v>
                </c:pt>
                <c:pt idx="190">
                  <c:v>40390</c:v>
                </c:pt>
                <c:pt idx="191">
                  <c:v>40359</c:v>
                </c:pt>
                <c:pt idx="192">
                  <c:v>40329</c:v>
                </c:pt>
                <c:pt idx="193">
                  <c:v>40298</c:v>
                </c:pt>
                <c:pt idx="194">
                  <c:v>40268</c:v>
                </c:pt>
                <c:pt idx="195">
                  <c:v>40237</c:v>
                </c:pt>
                <c:pt idx="196">
                  <c:v>40209</c:v>
                </c:pt>
                <c:pt idx="197">
                  <c:v>40178</c:v>
                </c:pt>
                <c:pt idx="198">
                  <c:v>40147</c:v>
                </c:pt>
                <c:pt idx="199">
                  <c:v>40117</c:v>
                </c:pt>
                <c:pt idx="200">
                  <c:v>40086</c:v>
                </c:pt>
                <c:pt idx="201">
                  <c:v>40056</c:v>
                </c:pt>
                <c:pt idx="202">
                  <c:v>40025</c:v>
                </c:pt>
                <c:pt idx="203">
                  <c:v>39994</c:v>
                </c:pt>
                <c:pt idx="204">
                  <c:v>39964</c:v>
                </c:pt>
                <c:pt idx="205">
                  <c:v>39933</c:v>
                </c:pt>
                <c:pt idx="206">
                  <c:v>39903</c:v>
                </c:pt>
                <c:pt idx="207">
                  <c:v>39872</c:v>
                </c:pt>
                <c:pt idx="208">
                  <c:v>39844</c:v>
                </c:pt>
                <c:pt idx="209">
                  <c:v>39813</c:v>
                </c:pt>
                <c:pt idx="210">
                  <c:v>39782</c:v>
                </c:pt>
                <c:pt idx="211">
                  <c:v>39752</c:v>
                </c:pt>
                <c:pt idx="212">
                  <c:v>39721</c:v>
                </c:pt>
                <c:pt idx="213">
                  <c:v>39691</c:v>
                </c:pt>
                <c:pt idx="214">
                  <c:v>39660</c:v>
                </c:pt>
                <c:pt idx="215">
                  <c:v>39629</c:v>
                </c:pt>
                <c:pt idx="216">
                  <c:v>39599</c:v>
                </c:pt>
                <c:pt idx="217">
                  <c:v>39568</c:v>
                </c:pt>
                <c:pt idx="218">
                  <c:v>39538</c:v>
                </c:pt>
                <c:pt idx="219">
                  <c:v>39507</c:v>
                </c:pt>
                <c:pt idx="220">
                  <c:v>39478</c:v>
                </c:pt>
                <c:pt idx="221">
                  <c:v>39447</c:v>
                </c:pt>
                <c:pt idx="222">
                  <c:v>39416</c:v>
                </c:pt>
                <c:pt idx="223">
                  <c:v>39386</c:v>
                </c:pt>
                <c:pt idx="224">
                  <c:v>39355</c:v>
                </c:pt>
                <c:pt idx="225">
                  <c:v>39325</c:v>
                </c:pt>
                <c:pt idx="226">
                  <c:v>39294</c:v>
                </c:pt>
                <c:pt idx="227">
                  <c:v>39263</c:v>
                </c:pt>
                <c:pt idx="228">
                  <c:v>39233</c:v>
                </c:pt>
                <c:pt idx="229">
                  <c:v>39202</c:v>
                </c:pt>
                <c:pt idx="230">
                  <c:v>39172</c:v>
                </c:pt>
                <c:pt idx="231">
                  <c:v>39141</c:v>
                </c:pt>
                <c:pt idx="232">
                  <c:v>39113</c:v>
                </c:pt>
                <c:pt idx="233">
                  <c:v>39082</c:v>
                </c:pt>
                <c:pt idx="234">
                  <c:v>39051</c:v>
                </c:pt>
                <c:pt idx="235">
                  <c:v>39021</c:v>
                </c:pt>
                <c:pt idx="236">
                  <c:v>38990</c:v>
                </c:pt>
                <c:pt idx="237">
                  <c:v>38960</c:v>
                </c:pt>
                <c:pt idx="238">
                  <c:v>38929</c:v>
                </c:pt>
                <c:pt idx="239">
                  <c:v>38898</c:v>
                </c:pt>
                <c:pt idx="240">
                  <c:v>38868</c:v>
                </c:pt>
                <c:pt idx="241">
                  <c:v>38837</c:v>
                </c:pt>
                <c:pt idx="242">
                  <c:v>38807</c:v>
                </c:pt>
                <c:pt idx="243">
                  <c:v>38776</c:v>
                </c:pt>
                <c:pt idx="244">
                  <c:v>38748</c:v>
                </c:pt>
                <c:pt idx="245">
                  <c:v>38717</c:v>
                </c:pt>
                <c:pt idx="246">
                  <c:v>38686</c:v>
                </c:pt>
                <c:pt idx="247">
                  <c:v>38656</c:v>
                </c:pt>
                <c:pt idx="248">
                  <c:v>38625</c:v>
                </c:pt>
                <c:pt idx="249">
                  <c:v>38595</c:v>
                </c:pt>
                <c:pt idx="250">
                  <c:v>38564</c:v>
                </c:pt>
                <c:pt idx="251">
                  <c:v>38533</c:v>
                </c:pt>
                <c:pt idx="252">
                  <c:v>38503</c:v>
                </c:pt>
                <c:pt idx="253">
                  <c:v>38472</c:v>
                </c:pt>
                <c:pt idx="254">
                  <c:v>38442</c:v>
                </c:pt>
                <c:pt idx="255">
                  <c:v>38411</c:v>
                </c:pt>
                <c:pt idx="256">
                  <c:v>38383</c:v>
                </c:pt>
                <c:pt idx="257">
                  <c:v>38352</c:v>
                </c:pt>
                <c:pt idx="258">
                  <c:v>38321</c:v>
                </c:pt>
                <c:pt idx="259">
                  <c:v>38291</c:v>
                </c:pt>
                <c:pt idx="260">
                  <c:v>38260</c:v>
                </c:pt>
                <c:pt idx="261">
                  <c:v>38230</c:v>
                </c:pt>
                <c:pt idx="262">
                  <c:v>38199</c:v>
                </c:pt>
                <c:pt idx="263">
                  <c:v>38168</c:v>
                </c:pt>
                <c:pt idx="264">
                  <c:v>38138</c:v>
                </c:pt>
                <c:pt idx="265">
                  <c:v>38107</c:v>
                </c:pt>
                <c:pt idx="266">
                  <c:v>38077</c:v>
                </c:pt>
                <c:pt idx="267">
                  <c:v>38046</c:v>
                </c:pt>
                <c:pt idx="268">
                  <c:v>38017</c:v>
                </c:pt>
                <c:pt idx="269">
                  <c:v>37986</c:v>
                </c:pt>
                <c:pt idx="270">
                  <c:v>37955</c:v>
                </c:pt>
                <c:pt idx="271">
                  <c:v>37925</c:v>
                </c:pt>
                <c:pt idx="272">
                  <c:v>37894</c:v>
                </c:pt>
                <c:pt idx="273">
                  <c:v>37864</c:v>
                </c:pt>
                <c:pt idx="274">
                  <c:v>37833</c:v>
                </c:pt>
                <c:pt idx="275">
                  <c:v>37802</c:v>
                </c:pt>
                <c:pt idx="276">
                  <c:v>37772</c:v>
                </c:pt>
                <c:pt idx="277">
                  <c:v>37741</c:v>
                </c:pt>
                <c:pt idx="278">
                  <c:v>37711</c:v>
                </c:pt>
                <c:pt idx="279">
                  <c:v>37680</c:v>
                </c:pt>
                <c:pt idx="280">
                  <c:v>37652</c:v>
                </c:pt>
                <c:pt idx="281">
                  <c:v>37621</c:v>
                </c:pt>
                <c:pt idx="282">
                  <c:v>37590</c:v>
                </c:pt>
                <c:pt idx="283">
                  <c:v>37560</c:v>
                </c:pt>
                <c:pt idx="284">
                  <c:v>37529</c:v>
                </c:pt>
                <c:pt idx="285">
                  <c:v>37499</c:v>
                </c:pt>
                <c:pt idx="286">
                  <c:v>37468</c:v>
                </c:pt>
                <c:pt idx="287">
                  <c:v>37437</c:v>
                </c:pt>
                <c:pt idx="288">
                  <c:v>37407</c:v>
                </c:pt>
                <c:pt idx="289">
                  <c:v>37376</c:v>
                </c:pt>
                <c:pt idx="290">
                  <c:v>37346</c:v>
                </c:pt>
                <c:pt idx="291">
                  <c:v>37315</c:v>
                </c:pt>
                <c:pt idx="292">
                  <c:v>37287</c:v>
                </c:pt>
                <c:pt idx="293">
                  <c:v>37256</c:v>
                </c:pt>
                <c:pt idx="294">
                  <c:v>37225</c:v>
                </c:pt>
                <c:pt idx="295">
                  <c:v>37195</c:v>
                </c:pt>
                <c:pt idx="296">
                  <c:v>37164</c:v>
                </c:pt>
              </c:numCache>
            </c:numRef>
          </c:cat>
          <c:val>
            <c:numRef>
              <c:f>'恒生指数-年度'!$AF$7:$AF$303</c:f>
              <c:numCache>
                <c:formatCode>#,##0.00_ </c:formatCode>
                <c:ptCount val="297"/>
                <c:pt idx="0">
                  <c:v>4.45</c:v>
                </c:pt>
                <c:pt idx="1">
                  <c:v>4.4000000000000004</c:v>
                </c:pt>
                <c:pt idx="2">
                  <c:v>4.3</c:v>
                </c:pt>
                <c:pt idx="3">
                  <c:v>3.97</c:v>
                </c:pt>
                <c:pt idx="4">
                  <c:v>4.26</c:v>
                </c:pt>
                <c:pt idx="5">
                  <c:v>4.18</c:v>
                </c:pt>
                <c:pt idx="6">
                  <c:v>4.0199999999999996</c:v>
                </c:pt>
                <c:pt idx="7">
                  <c:v>4.1100000000000003</c:v>
                </c:pt>
                <c:pt idx="8">
                  <c:v>4.16</c:v>
                </c:pt>
                <c:pt idx="9">
                  <c:v>4.2300000000000004</c:v>
                </c:pt>
                <c:pt idx="10">
                  <c:v>4.37</c:v>
                </c:pt>
                <c:pt idx="11">
                  <c:v>4.24</c:v>
                </c:pt>
                <c:pt idx="12">
                  <c:v>4.41</c:v>
                </c:pt>
                <c:pt idx="13">
                  <c:v>4.17</c:v>
                </c:pt>
                <c:pt idx="14">
                  <c:v>4.2300000000000004</c:v>
                </c:pt>
                <c:pt idx="15">
                  <c:v>4.24</c:v>
                </c:pt>
                <c:pt idx="16">
                  <c:v>4.58</c:v>
                </c:pt>
                <c:pt idx="17">
                  <c:v>4.58</c:v>
                </c:pt>
                <c:pt idx="18">
                  <c:v>4.18</c:v>
                </c:pt>
                <c:pt idx="19">
                  <c:v>4.28</c:v>
                </c:pt>
                <c:pt idx="20">
                  <c:v>3.81</c:v>
                </c:pt>
                <c:pt idx="21">
                  <c:v>3.91</c:v>
                </c:pt>
                <c:pt idx="22">
                  <c:v>4.09</c:v>
                </c:pt>
                <c:pt idx="23">
                  <c:v>4.3600000000000003</c:v>
                </c:pt>
                <c:pt idx="24">
                  <c:v>4.51</c:v>
                </c:pt>
                <c:pt idx="25">
                  <c:v>4.6900000000000004</c:v>
                </c:pt>
                <c:pt idx="26">
                  <c:v>4.2</c:v>
                </c:pt>
                <c:pt idx="27">
                  <c:v>4.25</c:v>
                </c:pt>
                <c:pt idx="28">
                  <c:v>3.99</c:v>
                </c:pt>
                <c:pt idx="29">
                  <c:v>3.88</c:v>
                </c:pt>
                <c:pt idx="30">
                  <c:v>4.37</c:v>
                </c:pt>
                <c:pt idx="31">
                  <c:v>4.88</c:v>
                </c:pt>
                <c:pt idx="32">
                  <c:v>4.59</c:v>
                </c:pt>
                <c:pt idx="33">
                  <c:v>4.09</c:v>
                </c:pt>
                <c:pt idx="34">
                  <c:v>3.97</c:v>
                </c:pt>
                <c:pt idx="35">
                  <c:v>3.81</c:v>
                </c:pt>
                <c:pt idx="36">
                  <c:v>3.64</c:v>
                </c:pt>
                <c:pt idx="37">
                  <c:v>3.44</c:v>
                </c:pt>
                <c:pt idx="38">
                  <c:v>3.48</c:v>
                </c:pt>
                <c:pt idx="39">
                  <c:v>3.92</c:v>
                </c:pt>
                <c:pt idx="40">
                  <c:v>3.52</c:v>
                </c:pt>
                <c:pt idx="41">
                  <c:v>3.88</c:v>
                </c:pt>
                <c:pt idx="42">
                  <c:v>3.68</c:v>
                </c:pt>
                <c:pt idx="43">
                  <c:v>4.0999999999999996</c:v>
                </c:pt>
                <c:pt idx="44">
                  <c:v>3.83</c:v>
                </c:pt>
                <c:pt idx="45">
                  <c:v>3.15</c:v>
                </c:pt>
                <c:pt idx="46">
                  <c:v>2.67</c:v>
                </c:pt>
                <c:pt idx="47">
                  <c:v>2.98</c:v>
                </c:pt>
                <c:pt idx="48">
                  <c:v>2.85</c:v>
                </c:pt>
                <c:pt idx="49">
                  <c:v>2.89</c:v>
                </c:pt>
                <c:pt idx="50">
                  <c:v>2.3199999999999998</c:v>
                </c:pt>
                <c:pt idx="51">
                  <c:v>1.83</c:v>
                </c:pt>
                <c:pt idx="52">
                  <c:v>1.79</c:v>
                </c:pt>
                <c:pt idx="53">
                  <c:v>1.52</c:v>
                </c:pt>
                <c:pt idx="54">
                  <c:v>1.43</c:v>
                </c:pt>
                <c:pt idx="55">
                  <c:v>1.55</c:v>
                </c:pt>
                <c:pt idx="56">
                  <c:v>1.52</c:v>
                </c:pt>
                <c:pt idx="57">
                  <c:v>1.3</c:v>
                </c:pt>
                <c:pt idx="58">
                  <c:v>1.24</c:v>
                </c:pt>
                <c:pt idx="59">
                  <c:v>1.45</c:v>
                </c:pt>
                <c:pt idx="60">
                  <c:v>1.58</c:v>
                </c:pt>
                <c:pt idx="61">
                  <c:v>1.65</c:v>
                </c:pt>
                <c:pt idx="62">
                  <c:v>1.74</c:v>
                </c:pt>
                <c:pt idx="63">
                  <c:v>1.44</c:v>
                </c:pt>
                <c:pt idx="64">
                  <c:v>1.1100000000000001</c:v>
                </c:pt>
                <c:pt idx="65">
                  <c:v>0.93</c:v>
                </c:pt>
                <c:pt idx="66">
                  <c:v>0.84</c:v>
                </c:pt>
                <c:pt idx="67">
                  <c:v>0.88</c:v>
                </c:pt>
                <c:pt idx="68">
                  <c:v>0.69</c:v>
                </c:pt>
                <c:pt idx="69">
                  <c:v>0.72</c:v>
                </c:pt>
                <c:pt idx="70">
                  <c:v>0.55000000000000004</c:v>
                </c:pt>
                <c:pt idx="71">
                  <c:v>0.66</c:v>
                </c:pt>
                <c:pt idx="72">
                  <c:v>0.65</c:v>
                </c:pt>
                <c:pt idx="73">
                  <c:v>0.64</c:v>
                </c:pt>
                <c:pt idx="74">
                  <c:v>0.7</c:v>
                </c:pt>
                <c:pt idx="75">
                  <c:v>1.1299999999999999</c:v>
                </c:pt>
                <c:pt idx="76">
                  <c:v>1.51</c:v>
                </c:pt>
                <c:pt idx="77">
                  <c:v>1.92</c:v>
                </c:pt>
                <c:pt idx="78">
                  <c:v>1.78</c:v>
                </c:pt>
                <c:pt idx="79">
                  <c:v>1.69</c:v>
                </c:pt>
                <c:pt idx="80">
                  <c:v>1.68</c:v>
                </c:pt>
                <c:pt idx="81">
                  <c:v>1.5</c:v>
                </c:pt>
                <c:pt idx="82">
                  <c:v>2.02</c:v>
                </c:pt>
                <c:pt idx="83">
                  <c:v>2</c:v>
                </c:pt>
                <c:pt idx="84">
                  <c:v>2.14</c:v>
                </c:pt>
                <c:pt idx="85">
                  <c:v>2.5099999999999998</c:v>
                </c:pt>
                <c:pt idx="86">
                  <c:v>2.41</c:v>
                </c:pt>
                <c:pt idx="87">
                  <c:v>2.73</c:v>
                </c:pt>
                <c:pt idx="88">
                  <c:v>2.63</c:v>
                </c:pt>
                <c:pt idx="89">
                  <c:v>2.69</c:v>
                </c:pt>
                <c:pt idx="90">
                  <c:v>3.01</c:v>
                </c:pt>
                <c:pt idx="91">
                  <c:v>3.15</c:v>
                </c:pt>
                <c:pt idx="92">
                  <c:v>3.05</c:v>
                </c:pt>
                <c:pt idx="93">
                  <c:v>2.86</c:v>
                </c:pt>
                <c:pt idx="94">
                  <c:v>2.96</c:v>
                </c:pt>
                <c:pt idx="95">
                  <c:v>2.85</c:v>
                </c:pt>
                <c:pt idx="96">
                  <c:v>2.83</c:v>
                </c:pt>
                <c:pt idx="97">
                  <c:v>2.95</c:v>
                </c:pt>
                <c:pt idx="98">
                  <c:v>2.74</c:v>
                </c:pt>
                <c:pt idx="99">
                  <c:v>2.87</c:v>
                </c:pt>
                <c:pt idx="100">
                  <c:v>2.72</c:v>
                </c:pt>
                <c:pt idx="101">
                  <c:v>2.4</c:v>
                </c:pt>
                <c:pt idx="102">
                  <c:v>2.42</c:v>
                </c:pt>
                <c:pt idx="103">
                  <c:v>2.38</c:v>
                </c:pt>
                <c:pt idx="104">
                  <c:v>2.33</c:v>
                </c:pt>
                <c:pt idx="105">
                  <c:v>2.12</c:v>
                </c:pt>
                <c:pt idx="106">
                  <c:v>2.2999999999999998</c:v>
                </c:pt>
                <c:pt idx="107">
                  <c:v>2.31</c:v>
                </c:pt>
                <c:pt idx="108">
                  <c:v>2.21</c:v>
                </c:pt>
                <c:pt idx="109">
                  <c:v>2.29</c:v>
                </c:pt>
                <c:pt idx="110">
                  <c:v>2.4</c:v>
                </c:pt>
                <c:pt idx="111">
                  <c:v>2.36</c:v>
                </c:pt>
                <c:pt idx="112">
                  <c:v>2.4500000000000002</c:v>
                </c:pt>
                <c:pt idx="113">
                  <c:v>2.4500000000000002</c:v>
                </c:pt>
                <c:pt idx="114">
                  <c:v>2.37</c:v>
                </c:pt>
                <c:pt idx="115">
                  <c:v>1.84</c:v>
                </c:pt>
                <c:pt idx="116">
                  <c:v>1.6</c:v>
                </c:pt>
                <c:pt idx="117">
                  <c:v>1.58</c:v>
                </c:pt>
                <c:pt idx="118">
                  <c:v>1.46</c:v>
                </c:pt>
                <c:pt idx="119">
                  <c:v>1.49</c:v>
                </c:pt>
                <c:pt idx="120">
                  <c:v>1.84</c:v>
                </c:pt>
                <c:pt idx="121">
                  <c:v>1.83</c:v>
                </c:pt>
                <c:pt idx="122">
                  <c:v>1.78</c:v>
                </c:pt>
                <c:pt idx="123">
                  <c:v>1.74</c:v>
                </c:pt>
                <c:pt idx="124">
                  <c:v>1.94</c:v>
                </c:pt>
                <c:pt idx="125">
                  <c:v>2.27</c:v>
                </c:pt>
                <c:pt idx="126">
                  <c:v>2.21</c:v>
                </c:pt>
                <c:pt idx="127">
                  <c:v>2.16</c:v>
                </c:pt>
                <c:pt idx="128">
                  <c:v>2.06</c:v>
                </c:pt>
                <c:pt idx="129">
                  <c:v>2.21</c:v>
                </c:pt>
                <c:pt idx="130">
                  <c:v>2.2000000000000002</c:v>
                </c:pt>
                <c:pt idx="131">
                  <c:v>2.35</c:v>
                </c:pt>
                <c:pt idx="132">
                  <c:v>2.12</c:v>
                </c:pt>
                <c:pt idx="133">
                  <c:v>2.0499999999999998</c:v>
                </c:pt>
                <c:pt idx="134">
                  <c:v>1.94</c:v>
                </c:pt>
                <c:pt idx="135">
                  <c:v>2</c:v>
                </c:pt>
                <c:pt idx="136">
                  <c:v>1.68</c:v>
                </c:pt>
                <c:pt idx="137">
                  <c:v>2.17</c:v>
                </c:pt>
                <c:pt idx="138">
                  <c:v>2.1800000000000002</c:v>
                </c:pt>
                <c:pt idx="139">
                  <c:v>2.35</c:v>
                </c:pt>
                <c:pt idx="140">
                  <c:v>2.52</c:v>
                </c:pt>
                <c:pt idx="141">
                  <c:v>2.35</c:v>
                </c:pt>
                <c:pt idx="142">
                  <c:v>2.58</c:v>
                </c:pt>
                <c:pt idx="143">
                  <c:v>2.5299999999999998</c:v>
                </c:pt>
                <c:pt idx="144">
                  <c:v>2.48</c:v>
                </c:pt>
                <c:pt idx="145">
                  <c:v>2.67</c:v>
                </c:pt>
                <c:pt idx="146">
                  <c:v>2.73</c:v>
                </c:pt>
                <c:pt idx="147">
                  <c:v>2.66</c:v>
                </c:pt>
                <c:pt idx="148">
                  <c:v>2.67</c:v>
                </c:pt>
                <c:pt idx="149">
                  <c:v>3.04</c:v>
                </c:pt>
                <c:pt idx="150">
                  <c:v>2.75</c:v>
                </c:pt>
                <c:pt idx="151">
                  <c:v>2.57</c:v>
                </c:pt>
                <c:pt idx="152">
                  <c:v>2.64</c:v>
                </c:pt>
                <c:pt idx="153">
                  <c:v>2.78</c:v>
                </c:pt>
                <c:pt idx="154">
                  <c:v>2.6</c:v>
                </c:pt>
                <c:pt idx="155">
                  <c:v>2.52</c:v>
                </c:pt>
                <c:pt idx="156">
                  <c:v>2.16</c:v>
                </c:pt>
                <c:pt idx="157">
                  <c:v>1.7</c:v>
                </c:pt>
                <c:pt idx="158">
                  <c:v>1.87</c:v>
                </c:pt>
                <c:pt idx="159">
                  <c:v>1.89</c:v>
                </c:pt>
                <c:pt idx="160">
                  <c:v>2.02</c:v>
                </c:pt>
                <c:pt idx="161">
                  <c:v>1.78</c:v>
                </c:pt>
                <c:pt idx="162">
                  <c:v>1.62</c:v>
                </c:pt>
                <c:pt idx="163">
                  <c:v>1.72</c:v>
                </c:pt>
                <c:pt idx="164">
                  <c:v>1.65</c:v>
                </c:pt>
                <c:pt idx="165">
                  <c:v>1.57</c:v>
                </c:pt>
                <c:pt idx="166">
                  <c:v>1.51</c:v>
                </c:pt>
                <c:pt idx="167">
                  <c:v>1.67</c:v>
                </c:pt>
                <c:pt idx="168">
                  <c:v>1.59</c:v>
                </c:pt>
                <c:pt idx="169">
                  <c:v>1.95</c:v>
                </c:pt>
                <c:pt idx="170">
                  <c:v>2.23</c:v>
                </c:pt>
                <c:pt idx="171">
                  <c:v>1.98</c:v>
                </c:pt>
                <c:pt idx="172">
                  <c:v>1.83</c:v>
                </c:pt>
                <c:pt idx="173">
                  <c:v>1.89</c:v>
                </c:pt>
                <c:pt idx="174">
                  <c:v>2.08</c:v>
                </c:pt>
                <c:pt idx="175">
                  <c:v>2.17</c:v>
                </c:pt>
                <c:pt idx="176">
                  <c:v>1.92</c:v>
                </c:pt>
                <c:pt idx="177">
                  <c:v>2.23</c:v>
                </c:pt>
                <c:pt idx="178">
                  <c:v>2.82</c:v>
                </c:pt>
                <c:pt idx="179">
                  <c:v>3.18</c:v>
                </c:pt>
                <c:pt idx="180">
                  <c:v>3.05</c:v>
                </c:pt>
                <c:pt idx="181">
                  <c:v>3.32</c:v>
                </c:pt>
                <c:pt idx="182">
                  <c:v>3.47</c:v>
                </c:pt>
                <c:pt idx="183">
                  <c:v>3.42</c:v>
                </c:pt>
                <c:pt idx="184">
                  <c:v>3.42</c:v>
                </c:pt>
                <c:pt idx="185">
                  <c:v>3.3</c:v>
                </c:pt>
                <c:pt idx="186">
                  <c:v>2.81</c:v>
                </c:pt>
                <c:pt idx="187">
                  <c:v>2.63</c:v>
                </c:pt>
                <c:pt idx="188">
                  <c:v>2.5299999999999998</c:v>
                </c:pt>
                <c:pt idx="189">
                  <c:v>2.4700000000000002</c:v>
                </c:pt>
                <c:pt idx="190">
                  <c:v>2.94</c:v>
                </c:pt>
                <c:pt idx="191">
                  <c:v>2.97</c:v>
                </c:pt>
                <c:pt idx="192">
                  <c:v>3.31</c:v>
                </c:pt>
                <c:pt idx="193">
                  <c:v>3.69</c:v>
                </c:pt>
                <c:pt idx="194">
                  <c:v>3.84</c:v>
                </c:pt>
                <c:pt idx="195">
                  <c:v>3.61</c:v>
                </c:pt>
                <c:pt idx="196">
                  <c:v>3.63</c:v>
                </c:pt>
                <c:pt idx="197">
                  <c:v>3.85</c:v>
                </c:pt>
                <c:pt idx="198">
                  <c:v>3.21</c:v>
                </c:pt>
                <c:pt idx="199">
                  <c:v>3.41</c:v>
                </c:pt>
                <c:pt idx="200">
                  <c:v>3.31</c:v>
                </c:pt>
                <c:pt idx="201">
                  <c:v>3.4</c:v>
                </c:pt>
                <c:pt idx="202">
                  <c:v>3.52</c:v>
                </c:pt>
                <c:pt idx="203">
                  <c:v>3.53</c:v>
                </c:pt>
                <c:pt idx="204">
                  <c:v>3.47</c:v>
                </c:pt>
                <c:pt idx="205">
                  <c:v>3.16</c:v>
                </c:pt>
                <c:pt idx="206">
                  <c:v>2.71</c:v>
                </c:pt>
                <c:pt idx="207">
                  <c:v>3.02</c:v>
                </c:pt>
                <c:pt idx="208">
                  <c:v>2.87</c:v>
                </c:pt>
                <c:pt idx="209">
                  <c:v>2.25</c:v>
                </c:pt>
                <c:pt idx="210">
                  <c:v>2.93</c:v>
                </c:pt>
                <c:pt idx="211">
                  <c:v>4.01</c:v>
                </c:pt>
                <c:pt idx="212">
                  <c:v>3.85</c:v>
                </c:pt>
                <c:pt idx="213">
                  <c:v>3.83</c:v>
                </c:pt>
                <c:pt idx="214">
                  <c:v>3.99</c:v>
                </c:pt>
                <c:pt idx="215">
                  <c:v>3.99</c:v>
                </c:pt>
                <c:pt idx="216">
                  <c:v>4.0599999999999996</c:v>
                </c:pt>
                <c:pt idx="217">
                  <c:v>3.77</c:v>
                </c:pt>
                <c:pt idx="218">
                  <c:v>3.45</c:v>
                </c:pt>
                <c:pt idx="219">
                  <c:v>3.53</c:v>
                </c:pt>
                <c:pt idx="220">
                  <c:v>3.67</c:v>
                </c:pt>
                <c:pt idx="221">
                  <c:v>4.04</c:v>
                </c:pt>
                <c:pt idx="222">
                  <c:v>3.97</c:v>
                </c:pt>
                <c:pt idx="223">
                  <c:v>4.4800000000000004</c:v>
                </c:pt>
                <c:pt idx="224">
                  <c:v>4.59</c:v>
                </c:pt>
                <c:pt idx="225">
                  <c:v>4.54</c:v>
                </c:pt>
                <c:pt idx="226">
                  <c:v>4.78</c:v>
                </c:pt>
                <c:pt idx="227">
                  <c:v>5.03</c:v>
                </c:pt>
                <c:pt idx="228">
                  <c:v>4.9000000000000004</c:v>
                </c:pt>
                <c:pt idx="229">
                  <c:v>4.63</c:v>
                </c:pt>
                <c:pt idx="230">
                  <c:v>4.6500000000000004</c:v>
                </c:pt>
                <c:pt idx="231">
                  <c:v>4.5599999999999996</c:v>
                </c:pt>
                <c:pt idx="232">
                  <c:v>4.83</c:v>
                </c:pt>
                <c:pt idx="233">
                  <c:v>4.71</c:v>
                </c:pt>
                <c:pt idx="234">
                  <c:v>4.46</c:v>
                </c:pt>
                <c:pt idx="235">
                  <c:v>4.6100000000000003</c:v>
                </c:pt>
                <c:pt idx="236">
                  <c:v>4.6399999999999997</c:v>
                </c:pt>
                <c:pt idx="237">
                  <c:v>4.74</c:v>
                </c:pt>
                <c:pt idx="238">
                  <c:v>4.99</c:v>
                </c:pt>
                <c:pt idx="239">
                  <c:v>5.15</c:v>
                </c:pt>
                <c:pt idx="240">
                  <c:v>5.12</c:v>
                </c:pt>
                <c:pt idx="241">
                  <c:v>5.07</c:v>
                </c:pt>
                <c:pt idx="242">
                  <c:v>4.8600000000000003</c:v>
                </c:pt>
                <c:pt idx="243">
                  <c:v>4.55</c:v>
                </c:pt>
                <c:pt idx="244">
                  <c:v>4.53</c:v>
                </c:pt>
                <c:pt idx="245">
                  <c:v>4.3899999999999997</c:v>
                </c:pt>
                <c:pt idx="246">
                  <c:v>4.49</c:v>
                </c:pt>
                <c:pt idx="247">
                  <c:v>4.57</c:v>
                </c:pt>
                <c:pt idx="248">
                  <c:v>4.34</c:v>
                </c:pt>
                <c:pt idx="249">
                  <c:v>4.0199999999999996</c:v>
                </c:pt>
                <c:pt idx="250">
                  <c:v>4.28</c:v>
                </c:pt>
                <c:pt idx="251">
                  <c:v>3.94</c:v>
                </c:pt>
                <c:pt idx="252">
                  <c:v>4</c:v>
                </c:pt>
                <c:pt idx="253">
                  <c:v>4.21</c:v>
                </c:pt>
                <c:pt idx="254">
                  <c:v>4.5</c:v>
                </c:pt>
                <c:pt idx="255">
                  <c:v>4.3600000000000003</c:v>
                </c:pt>
                <c:pt idx="256">
                  <c:v>4.1399999999999997</c:v>
                </c:pt>
                <c:pt idx="257">
                  <c:v>4.24</c:v>
                </c:pt>
                <c:pt idx="258">
                  <c:v>4.3600000000000003</c:v>
                </c:pt>
                <c:pt idx="259">
                  <c:v>4.05</c:v>
                </c:pt>
                <c:pt idx="260">
                  <c:v>4.1399999999999997</c:v>
                </c:pt>
                <c:pt idx="261">
                  <c:v>4.13</c:v>
                </c:pt>
                <c:pt idx="262">
                  <c:v>4.5</c:v>
                </c:pt>
                <c:pt idx="263">
                  <c:v>4.62</c:v>
                </c:pt>
                <c:pt idx="264">
                  <c:v>4.66</c:v>
                </c:pt>
                <c:pt idx="265">
                  <c:v>4.53</c:v>
                </c:pt>
                <c:pt idx="266">
                  <c:v>3.86</c:v>
                </c:pt>
                <c:pt idx="267">
                  <c:v>3.99</c:v>
                </c:pt>
                <c:pt idx="268">
                  <c:v>4.16</c:v>
                </c:pt>
                <c:pt idx="269">
                  <c:v>4.2699999999999996</c:v>
                </c:pt>
                <c:pt idx="270">
                  <c:v>4.34</c:v>
                </c:pt>
                <c:pt idx="271">
                  <c:v>4.33</c:v>
                </c:pt>
                <c:pt idx="272">
                  <c:v>3.96</c:v>
                </c:pt>
                <c:pt idx="273">
                  <c:v>4.45</c:v>
                </c:pt>
                <c:pt idx="274">
                  <c:v>4.49</c:v>
                </c:pt>
                <c:pt idx="275">
                  <c:v>3.54</c:v>
                </c:pt>
                <c:pt idx="276">
                  <c:v>3.37</c:v>
                </c:pt>
                <c:pt idx="277">
                  <c:v>3.89</c:v>
                </c:pt>
                <c:pt idx="278">
                  <c:v>3.83</c:v>
                </c:pt>
                <c:pt idx="279">
                  <c:v>3.71</c:v>
                </c:pt>
                <c:pt idx="280">
                  <c:v>4</c:v>
                </c:pt>
                <c:pt idx="281">
                  <c:v>3.83</c:v>
                </c:pt>
                <c:pt idx="282">
                  <c:v>4.22</c:v>
                </c:pt>
                <c:pt idx="283">
                  <c:v>3.93</c:v>
                </c:pt>
                <c:pt idx="284">
                  <c:v>3.63</c:v>
                </c:pt>
                <c:pt idx="285">
                  <c:v>4.1399999999999997</c:v>
                </c:pt>
                <c:pt idx="286">
                  <c:v>4.51</c:v>
                </c:pt>
                <c:pt idx="287">
                  <c:v>4.8600000000000003</c:v>
                </c:pt>
                <c:pt idx="288">
                  <c:v>5.08</c:v>
                </c:pt>
                <c:pt idx="289">
                  <c:v>5.1100000000000003</c:v>
                </c:pt>
                <c:pt idx="290">
                  <c:v>5.42</c:v>
                </c:pt>
                <c:pt idx="291">
                  <c:v>4.88</c:v>
                </c:pt>
                <c:pt idx="292">
                  <c:v>5.07</c:v>
                </c:pt>
                <c:pt idx="293">
                  <c:v>5.07</c:v>
                </c:pt>
                <c:pt idx="294">
                  <c:v>4.78</c:v>
                </c:pt>
                <c:pt idx="295">
                  <c:v>4.3</c:v>
                </c:pt>
                <c:pt idx="296">
                  <c:v>4.5999999999999996</c:v>
                </c:pt>
              </c:numCache>
            </c:numRef>
          </c:val>
          <c:smooth val="0"/>
          <c:extLst>
            <c:ext xmlns:c16="http://schemas.microsoft.com/office/drawing/2014/chart" uri="{C3380CC4-5D6E-409C-BE32-E72D297353CC}">
              <c16:uniqueId val="{00000001-6805-4904-A8D8-ADCAD9AE6398}"/>
            </c:ext>
          </c:extLst>
        </c:ser>
        <c:dLbls>
          <c:showLegendKey val="0"/>
          <c:showVal val="0"/>
          <c:showCatName val="0"/>
          <c:showSerName val="0"/>
          <c:showPercent val="0"/>
          <c:showBubbleSize val="0"/>
        </c:dLbls>
        <c:marker val="1"/>
        <c:smooth val="0"/>
        <c:axId val="2000002146"/>
        <c:axId val="2000002147"/>
      </c:lineChart>
      <c:dateAx>
        <c:axId val="2000002144"/>
        <c:scaling>
          <c:orientation val="minMax"/>
          <c:min val="40179"/>
        </c:scaling>
        <c:delete val="0"/>
        <c:axPos val="b"/>
        <c:numFmt formatCode="yyyy" sourceLinked="0"/>
        <c:majorTickMark val="none"/>
        <c:minorTickMark val="none"/>
        <c:tickLblPos val="low"/>
        <c:spPr>
          <a:noFill/>
          <a:ln w="9525" cap="flat" cmpd="sng" algn="ctr">
            <a:solidFill>
              <a:schemeClr val="tx1">
                <a:lumMod val="15000"/>
                <a:lumOff val="85000"/>
              </a:schemeClr>
            </a:solidFill>
            <a:round/>
          </a:ln>
          <a:effectLst/>
        </c:spPr>
        <c:txPr>
          <a:bodyPr rot="-60000000" vert="horz"/>
          <a:lstStyle/>
          <a:p>
            <a:pPr>
              <a:defRPr/>
            </a:pPr>
            <a:endParaRPr lang="zh-CN"/>
          </a:p>
        </c:txPr>
        <c:crossAx val="2000002145"/>
        <c:crossesAt val="0"/>
        <c:auto val="0"/>
        <c:lblOffset val="100"/>
        <c:baseTimeUnit val="years"/>
        <c:majorUnit val="1"/>
      </c:dateAx>
      <c:valAx>
        <c:axId val="2000002145"/>
        <c:scaling>
          <c:orientation val="minMax"/>
          <c:max val="0.5"/>
          <c:min val="-0.5"/>
        </c:scaling>
        <c:delete val="0"/>
        <c:axPos val="l"/>
        <c:numFmt formatCode="0%" sourceLinked="0"/>
        <c:majorTickMark val="none"/>
        <c:minorTickMark val="none"/>
        <c:tickLblPos val="nextTo"/>
        <c:spPr>
          <a:noFill/>
          <a:ln>
            <a:noFill/>
          </a:ln>
          <a:effectLst/>
        </c:spPr>
        <c:txPr>
          <a:bodyPr rot="-60000000" vert="horz"/>
          <a:lstStyle/>
          <a:p>
            <a:pPr>
              <a:defRPr/>
            </a:pPr>
            <a:endParaRPr lang="zh-CN"/>
          </a:p>
        </c:txPr>
        <c:crossAx val="2000002144"/>
        <c:crosses val="autoZero"/>
        <c:crossBetween val="between"/>
        <c:minorUnit val="0.2"/>
      </c:valAx>
      <c:valAx>
        <c:axId val="2000002147"/>
        <c:scaling>
          <c:orientation val="minMax"/>
        </c:scaling>
        <c:delete val="0"/>
        <c:axPos val="r"/>
        <c:numFmt formatCode="#,##0.00_ " sourceLinked="1"/>
        <c:majorTickMark val="out"/>
        <c:minorTickMark val="none"/>
        <c:tickLblPos val="nextTo"/>
        <c:crossAx val="2000002146"/>
        <c:crosses val="max"/>
        <c:crossBetween val="between"/>
      </c:valAx>
      <c:dateAx>
        <c:axId val="2000002146"/>
        <c:scaling>
          <c:orientation val="minMax"/>
          <c:min val="40179"/>
        </c:scaling>
        <c:delete val="0"/>
        <c:axPos val="t"/>
        <c:numFmt formatCode="yyyy\-mm" sourceLinked="1"/>
        <c:majorTickMark val="out"/>
        <c:minorTickMark val="none"/>
        <c:tickLblPos val="nextTo"/>
        <c:spPr>
          <a:solidFill>
            <a:schemeClr val="bg1"/>
          </a:solidFill>
        </c:spPr>
        <c:txPr>
          <a:bodyPr/>
          <a:lstStyle/>
          <a:p>
            <a:pPr>
              <a:defRPr sz="100">
                <a:solidFill>
                  <a:schemeClr val="bg1"/>
                </a:solidFill>
              </a:defRPr>
            </a:pPr>
            <a:endParaRPr lang="zh-CN"/>
          </a:p>
        </c:txPr>
        <c:crossAx val="2000002147"/>
        <c:crosses val="max"/>
        <c:auto val="1"/>
        <c:lblOffset val="100"/>
        <c:baseTimeUnit val="months"/>
        <c:majorUnit val="1"/>
        <c:minorUnit val="1"/>
      </c:dateAx>
      <c:spPr>
        <a:noFill/>
        <a:ln>
          <a:solidFill>
            <a:schemeClr val="tx1">
              <a:lumMod val="15000"/>
              <a:lumOff val="85000"/>
            </a:schemeClr>
          </a:solidFill>
        </a:ln>
      </c:spPr>
    </c:plotArea>
    <c:legend>
      <c:legendPos val="b"/>
      <c:layout>
        <c:manualLayout>
          <c:xMode val="edge"/>
          <c:yMode val="edge"/>
          <c:x val="1.5274572758370464E-2"/>
          <c:y val="1.3068288077068958E-3"/>
          <c:w val="0.98246527777777792"/>
          <c:h val="8.2618475297317917E-2"/>
        </c:manualLayout>
      </c:layout>
      <c:overlay val="0"/>
      <c:spPr>
        <a:noFill/>
        <a:ln>
          <a:noFill/>
        </a:ln>
        <a:effectLst/>
      </c:spPr>
      <c:txPr>
        <a:bodyPr rot="0" vert="horz"/>
        <a:lstStyle/>
        <a:p>
          <a:pPr>
            <a:defRPr/>
          </a:pPr>
          <a:endParaRPr lang="zh-CN"/>
        </a:p>
      </c:txPr>
    </c:legend>
    <c:plotVisOnly val="1"/>
    <c:dispBlanksAs val="gap"/>
    <c:showDLblsOverMax val="0"/>
    <c:extLst/>
  </c:chart>
  <c:spPr>
    <a:solidFill>
      <a:schemeClr val="bg1"/>
    </a:solidFill>
    <a:ln w="9525" cap="flat" cmpd="sng" algn="ctr">
      <a:noFill/>
      <a:round/>
    </a:ln>
    <a:effectLst/>
  </c:spPr>
  <c:txPr>
    <a:bodyPr/>
    <a:lstStyle/>
    <a:p>
      <a:pPr>
        <a:defRPr sz="800" baseline="0">
          <a:solidFill>
            <a:sysClr val="windowText" lastClr="000000"/>
          </a:solidFill>
          <a:latin typeface="Arial" panose="020B0604020202020204" pitchFamily="34" charset="0"/>
          <a:ea typeface="思源黑体 CN Regular" panose="020B0500000000000000" pitchFamily="34" charset="-122"/>
          <a:cs typeface="Arial" panose="020B0604020202020204" pitchFamily="34" charset="0"/>
        </a:defRPr>
      </a:pPr>
      <a:endParaRPr lang="zh-CN"/>
    </a:p>
  </c:txPr>
  <c:externalData r:id="rId1">
    <c:autoUpdate val="0"/>
  </c:externalData>
  <c:userShapes r:id="rId2"/>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674156485447023E-2"/>
          <c:y val="0.12221529778764315"/>
          <c:w val="0.89733557380828177"/>
          <c:h val="0.77105520213708278"/>
        </c:manualLayout>
      </c:layout>
      <c:lineChart>
        <c:grouping val="standard"/>
        <c:varyColors val="0"/>
        <c:ser>
          <c:idx val="0"/>
          <c:order val="0"/>
          <c:tx>
            <c:strRef>
              <c:f>今年美股各指数走势!$I$1</c:f>
              <c:strCache>
                <c:ptCount val="1"/>
                <c:pt idx="0">
                  <c:v>费城半导体指数</c:v>
                </c:pt>
              </c:strCache>
            </c:strRef>
          </c:tx>
          <c:spPr>
            <a:ln w="25400" cap="rnd" cmpd="sng">
              <a:solidFill>
                <a:srgbClr val="7C80C8"/>
              </a:solidFill>
              <a:prstDash val="solid"/>
              <a:round/>
            </a:ln>
            <a:effectLst/>
          </c:spPr>
          <c:marker>
            <c:symbol val="none"/>
          </c:marker>
          <c:cat>
            <c:numRef>
              <c:f>今年美股各指数走势!$A$2:$A$166</c:f>
              <c:numCache>
                <c:formatCode>yyyy/mm/dd</c:formatCode>
                <c:ptCount val="165"/>
                <c:pt idx="0">
                  <c:v>46191</c:v>
                </c:pt>
                <c:pt idx="1">
                  <c:v>46190</c:v>
                </c:pt>
                <c:pt idx="2">
                  <c:v>46189</c:v>
                </c:pt>
                <c:pt idx="3">
                  <c:v>46188</c:v>
                </c:pt>
                <c:pt idx="4">
                  <c:v>46185</c:v>
                </c:pt>
                <c:pt idx="5">
                  <c:v>46184</c:v>
                </c:pt>
                <c:pt idx="6">
                  <c:v>46183</c:v>
                </c:pt>
                <c:pt idx="7">
                  <c:v>46182</c:v>
                </c:pt>
                <c:pt idx="8">
                  <c:v>46181</c:v>
                </c:pt>
                <c:pt idx="9">
                  <c:v>46178</c:v>
                </c:pt>
                <c:pt idx="10">
                  <c:v>46177</c:v>
                </c:pt>
                <c:pt idx="11" formatCode="m/d/yyyy">
                  <c:v>46176</c:v>
                </c:pt>
                <c:pt idx="12" formatCode="m/d/yyyy">
                  <c:v>46175</c:v>
                </c:pt>
                <c:pt idx="13" formatCode="m/d/yyyy">
                  <c:v>46174</c:v>
                </c:pt>
                <c:pt idx="14" formatCode="m/d/yyyy">
                  <c:v>46173</c:v>
                </c:pt>
                <c:pt idx="15" formatCode="m/d/yyyy">
                  <c:v>46172</c:v>
                </c:pt>
                <c:pt idx="16" formatCode="m/d/yyyy">
                  <c:v>46171</c:v>
                </c:pt>
                <c:pt idx="17" formatCode="m/d/yyyy">
                  <c:v>46170</c:v>
                </c:pt>
                <c:pt idx="18" formatCode="m/d/yyyy">
                  <c:v>46169</c:v>
                </c:pt>
                <c:pt idx="19" formatCode="m/d/yyyy">
                  <c:v>46168</c:v>
                </c:pt>
                <c:pt idx="20" formatCode="m/d/yyyy">
                  <c:v>46167</c:v>
                </c:pt>
                <c:pt idx="21" formatCode="m/d/yyyy">
                  <c:v>46166</c:v>
                </c:pt>
                <c:pt idx="22" formatCode="m/d/yyyy">
                  <c:v>46165</c:v>
                </c:pt>
                <c:pt idx="23" formatCode="m/d/yyyy">
                  <c:v>46164</c:v>
                </c:pt>
                <c:pt idx="24" formatCode="m/d/yyyy">
                  <c:v>46163</c:v>
                </c:pt>
                <c:pt idx="25" formatCode="m/d/yyyy">
                  <c:v>46162</c:v>
                </c:pt>
                <c:pt idx="26" formatCode="m/d/yyyy">
                  <c:v>46161</c:v>
                </c:pt>
                <c:pt idx="27" formatCode="m/d/yyyy">
                  <c:v>46160</c:v>
                </c:pt>
                <c:pt idx="28" formatCode="m/d/yyyy">
                  <c:v>46159</c:v>
                </c:pt>
                <c:pt idx="29" formatCode="m/d/yyyy">
                  <c:v>46158</c:v>
                </c:pt>
                <c:pt idx="30" formatCode="m/d/yyyy">
                  <c:v>46157</c:v>
                </c:pt>
                <c:pt idx="31" formatCode="m/d/yyyy">
                  <c:v>46156</c:v>
                </c:pt>
                <c:pt idx="32" formatCode="m/d/yyyy">
                  <c:v>46155</c:v>
                </c:pt>
                <c:pt idx="33" formatCode="m/d/yyyy">
                  <c:v>46154</c:v>
                </c:pt>
                <c:pt idx="34" formatCode="m/d/yyyy">
                  <c:v>46153</c:v>
                </c:pt>
                <c:pt idx="35" formatCode="m/d/yyyy">
                  <c:v>46152</c:v>
                </c:pt>
                <c:pt idx="36" formatCode="m/d/yyyy">
                  <c:v>46151</c:v>
                </c:pt>
                <c:pt idx="37" formatCode="m/d/yyyy">
                  <c:v>46150</c:v>
                </c:pt>
                <c:pt idx="38" formatCode="m/d/yyyy">
                  <c:v>46149</c:v>
                </c:pt>
                <c:pt idx="39" formatCode="m/d/yyyy">
                  <c:v>46148</c:v>
                </c:pt>
                <c:pt idx="40" formatCode="m/d/yyyy">
                  <c:v>46147</c:v>
                </c:pt>
                <c:pt idx="41" formatCode="m/d/yyyy">
                  <c:v>46146</c:v>
                </c:pt>
                <c:pt idx="42" formatCode="m/d/yyyy">
                  <c:v>46145</c:v>
                </c:pt>
                <c:pt idx="43" formatCode="m/d/yyyy">
                  <c:v>46144</c:v>
                </c:pt>
                <c:pt idx="44" formatCode="m/d/yyyy">
                  <c:v>46143</c:v>
                </c:pt>
                <c:pt idx="45" formatCode="m/d/yyyy">
                  <c:v>46142</c:v>
                </c:pt>
                <c:pt idx="46" formatCode="m/d/yyyy">
                  <c:v>46141</c:v>
                </c:pt>
                <c:pt idx="47" formatCode="m/d/yyyy">
                  <c:v>46140</c:v>
                </c:pt>
                <c:pt idx="48" formatCode="m/d/yyyy">
                  <c:v>46139</c:v>
                </c:pt>
                <c:pt idx="49" formatCode="m/d/yyyy">
                  <c:v>46138</c:v>
                </c:pt>
                <c:pt idx="50" formatCode="m/d/yyyy">
                  <c:v>46137</c:v>
                </c:pt>
                <c:pt idx="51" formatCode="m/d/yyyy">
                  <c:v>46136</c:v>
                </c:pt>
                <c:pt idx="52" formatCode="m/d/yyyy">
                  <c:v>46135</c:v>
                </c:pt>
                <c:pt idx="53" formatCode="m/d/yyyy">
                  <c:v>46134</c:v>
                </c:pt>
                <c:pt idx="54" formatCode="m/d/yyyy">
                  <c:v>46133</c:v>
                </c:pt>
                <c:pt idx="55" formatCode="m/d/yyyy">
                  <c:v>46132</c:v>
                </c:pt>
                <c:pt idx="56" formatCode="m/d/yyyy">
                  <c:v>46131</c:v>
                </c:pt>
                <c:pt idx="57" formatCode="m/d/yyyy">
                  <c:v>46130</c:v>
                </c:pt>
                <c:pt idx="58" formatCode="m/d/yyyy">
                  <c:v>46129</c:v>
                </c:pt>
                <c:pt idx="59" formatCode="m/d/yyyy">
                  <c:v>46128</c:v>
                </c:pt>
                <c:pt idx="60" formatCode="m/d/yyyy">
                  <c:v>46127</c:v>
                </c:pt>
                <c:pt idx="61" formatCode="m/d/yyyy">
                  <c:v>46126</c:v>
                </c:pt>
                <c:pt idx="62" formatCode="m/d/yyyy">
                  <c:v>46125</c:v>
                </c:pt>
                <c:pt idx="63" formatCode="m/d/yyyy">
                  <c:v>46124</c:v>
                </c:pt>
                <c:pt idx="64" formatCode="m/d/yyyy">
                  <c:v>46123</c:v>
                </c:pt>
                <c:pt idx="65" formatCode="m/d/yyyy">
                  <c:v>46122</c:v>
                </c:pt>
                <c:pt idx="66" formatCode="m/d/yyyy">
                  <c:v>46121</c:v>
                </c:pt>
                <c:pt idx="67" formatCode="m/d/yyyy">
                  <c:v>46120</c:v>
                </c:pt>
                <c:pt idx="68" formatCode="m/d/yyyy">
                  <c:v>46119</c:v>
                </c:pt>
                <c:pt idx="69" formatCode="m/d/yyyy">
                  <c:v>46118</c:v>
                </c:pt>
                <c:pt idx="70" formatCode="m/d/yyyy">
                  <c:v>46117</c:v>
                </c:pt>
                <c:pt idx="71" formatCode="m/d/yyyy">
                  <c:v>46116</c:v>
                </c:pt>
                <c:pt idx="72" formatCode="m/d/yyyy">
                  <c:v>46115</c:v>
                </c:pt>
                <c:pt idx="73" formatCode="m/d/yyyy">
                  <c:v>46114</c:v>
                </c:pt>
                <c:pt idx="74" formatCode="m/d/yyyy">
                  <c:v>46113</c:v>
                </c:pt>
                <c:pt idx="75" formatCode="m/d/yyyy">
                  <c:v>46112</c:v>
                </c:pt>
                <c:pt idx="76" formatCode="m/d/yyyy">
                  <c:v>46111</c:v>
                </c:pt>
                <c:pt idx="77" formatCode="m/d/yyyy">
                  <c:v>46110</c:v>
                </c:pt>
                <c:pt idx="78" formatCode="m/d/yyyy">
                  <c:v>46109</c:v>
                </c:pt>
                <c:pt idx="79" formatCode="m/d/yyyy">
                  <c:v>46108</c:v>
                </c:pt>
                <c:pt idx="80" formatCode="m/d/yyyy">
                  <c:v>46107</c:v>
                </c:pt>
                <c:pt idx="81" formatCode="m/d/yyyy">
                  <c:v>46106</c:v>
                </c:pt>
                <c:pt idx="82" formatCode="m/d/yyyy">
                  <c:v>46105</c:v>
                </c:pt>
                <c:pt idx="83" formatCode="m/d/yyyy">
                  <c:v>46104</c:v>
                </c:pt>
                <c:pt idx="84" formatCode="m/d/yyyy">
                  <c:v>46103</c:v>
                </c:pt>
                <c:pt idx="85" formatCode="m/d/yyyy">
                  <c:v>46102</c:v>
                </c:pt>
                <c:pt idx="86" formatCode="m/d/yyyy">
                  <c:v>46101</c:v>
                </c:pt>
                <c:pt idx="87" formatCode="m/d/yyyy">
                  <c:v>46100</c:v>
                </c:pt>
                <c:pt idx="88" formatCode="m/d/yyyy">
                  <c:v>46099</c:v>
                </c:pt>
                <c:pt idx="89" formatCode="m/d/yyyy">
                  <c:v>46098</c:v>
                </c:pt>
                <c:pt idx="90" formatCode="m/d/yyyy">
                  <c:v>46097</c:v>
                </c:pt>
                <c:pt idx="91" formatCode="m/d/yyyy">
                  <c:v>46096</c:v>
                </c:pt>
                <c:pt idx="92" formatCode="m/d/yyyy">
                  <c:v>46095</c:v>
                </c:pt>
                <c:pt idx="93" formatCode="m/d/yyyy">
                  <c:v>46094</c:v>
                </c:pt>
                <c:pt idx="94" formatCode="m/d/yyyy">
                  <c:v>46093</c:v>
                </c:pt>
                <c:pt idx="95" formatCode="m/d/yyyy">
                  <c:v>46092</c:v>
                </c:pt>
                <c:pt idx="96" formatCode="m/d/yyyy">
                  <c:v>46091</c:v>
                </c:pt>
                <c:pt idx="97" formatCode="m/d/yyyy">
                  <c:v>46090</c:v>
                </c:pt>
                <c:pt idx="98" formatCode="m/d/yyyy">
                  <c:v>46089</c:v>
                </c:pt>
                <c:pt idx="99" formatCode="m/d/yyyy">
                  <c:v>46088</c:v>
                </c:pt>
                <c:pt idx="100" formatCode="m/d/yyyy">
                  <c:v>46087</c:v>
                </c:pt>
                <c:pt idx="101" formatCode="m/d/yyyy">
                  <c:v>46086</c:v>
                </c:pt>
                <c:pt idx="102" formatCode="m/d/yyyy">
                  <c:v>46085</c:v>
                </c:pt>
                <c:pt idx="103" formatCode="m/d/yyyy">
                  <c:v>46084</c:v>
                </c:pt>
                <c:pt idx="104" formatCode="m/d/yyyy">
                  <c:v>46083</c:v>
                </c:pt>
                <c:pt idx="105" formatCode="m/d/yyyy">
                  <c:v>46082</c:v>
                </c:pt>
                <c:pt idx="106" formatCode="m/d/yyyy">
                  <c:v>46081</c:v>
                </c:pt>
                <c:pt idx="107" formatCode="m/d/yyyy">
                  <c:v>46080</c:v>
                </c:pt>
                <c:pt idx="108" formatCode="m/d/yyyy">
                  <c:v>46079</c:v>
                </c:pt>
                <c:pt idx="109" formatCode="m/d/yyyy">
                  <c:v>46078</c:v>
                </c:pt>
                <c:pt idx="110" formatCode="m/d/yyyy">
                  <c:v>46077</c:v>
                </c:pt>
                <c:pt idx="111" formatCode="m/d/yyyy">
                  <c:v>46076</c:v>
                </c:pt>
                <c:pt idx="112" formatCode="m/d/yyyy">
                  <c:v>46075</c:v>
                </c:pt>
                <c:pt idx="113" formatCode="m/d/yyyy">
                  <c:v>46074</c:v>
                </c:pt>
                <c:pt idx="114" formatCode="m/d/yyyy">
                  <c:v>46073</c:v>
                </c:pt>
                <c:pt idx="115" formatCode="m/d/yyyy">
                  <c:v>46072</c:v>
                </c:pt>
                <c:pt idx="116" formatCode="m/d/yyyy">
                  <c:v>46071</c:v>
                </c:pt>
                <c:pt idx="117" formatCode="m/d/yyyy">
                  <c:v>46070</c:v>
                </c:pt>
                <c:pt idx="118" formatCode="m/d/yyyy">
                  <c:v>46069</c:v>
                </c:pt>
                <c:pt idx="119" formatCode="m/d/yyyy">
                  <c:v>46068</c:v>
                </c:pt>
                <c:pt idx="120" formatCode="m/d/yyyy">
                  <c:v>46067</c:v>
                </c:pt>
                <c:pt idx="121" formatCode="m/d/yyyy">
                  <c:v>46066</c:v>
                </c:pt>
                <c:pt idx="122" formatCode="m/d/yyyy">
                  <c:v>46065</c:v>
                </c:pt>
                <c:pt idx="123" formatCode="m/d/yyyy">
                  <c:v>46064</c:v>
                </c:pt>
                <c:pt idx="124" formatCode="m/d/yyyy">
                  <c:v>46063</c:v>
                </c:pt>
                <c:pt idx="125" formatCode="m/d/yyyy">
                  <c:v>46062</c:v>
                </c:pt>
                <c:pt idx="126" formatCode="m/d/yyyy">
                  <c:v>46061</c:v>
                </c:pt>
                <c:pt idx="127" formatCode="m/d/yyyy">
                  <c:v>46060</c:v>
                </c:pt>
                <c:pt idx="128" formatCode="m/d/yyyy">
                  <c:v>46059</c:v>
                </c:pt>
                <c:pt idx="129" formatCode="m/d/yyyy">
                  <c:v>46058</c:v>
                </c:pt>
                <c:pt idx="130" formatCode="m/d/yyyy">
                  <c:v>46057</c:v>
                </c:pt>
                <c:pt idx="131" formatCode="m/d/yyyy">
                  <c:v>46056</c:v>
                </c:pt>
                <c:pt idx="132" formatCode="m/d/yyyy">
                  <c:v>46055</c:v>
                </c:pt>
                <c:pt idx="133" formatCode="m/d/yyyy">
                  <c:v>46054</c:v>
                </c:pt>
                <c:pt idx="134" formatCode="m/d/yyyy">
                  <c:v>46053</c:v>
                </c:pt>
                <c:pt idx="135" formatCode="m/d/yyyy">
                  <c:v>46052</c:v>
                </c:pt>
                <c:pt idx="136" formatCode="m/d/yyyy">
                  <c:v>46051</c:v>
                </c:pt>
                <c:pt idx="137" formatCode="m/d/yyyy">
                  <c:v>46050</c:v>
                </c:pt>
                <c:pt idx="138" formatCode="m/d/yyyy">
                  <c:v>46049</c:v>
                </c:pt>
                <c:pt idx="139" formatCode="m/d/yyyy">
                  <c:v>46048</c:v>
                </c:pt>
                <c:pt idx="140" formatCode="m/d/yyyy">
                  <c:v>46047</c:v>
                </c:pt>
                <c:pt idx="141" formatCode="m/d/yyyy">
                  <c:v>46046</c:v>
                </c:pt>
                <c:pt idx="142" formatCode="m/d/yyyy">
                  <c:v>46045</c:v>
                </c:pt>
                <c:pt idx="143" formatCode="m/d/yyyy">
                  <c:v>46044</c:v>
                </c:pt>
                <c:pt idx="144" formatCode="m/d/yyyy">
                  <c:v>46043</c:v>
                </c:pt>
                <c:pt idx="145" formatCode="m/d/yyyy">
                  <c:v>46042</c:v>
                </c:pt>
                <c:pt idx="146" formatCode="m/d/yyyy">
                  <c:v>46041</c:v>
                </c:pt>
                <c:pt idx="147" formatCode="m/d/yyyy">
                  <c:v>46040</c:v>
                </c:pt>
                <c:pt idx="148" formatCode="m/d/yyyy">
                  <c:v>46039</c:v>
                </c:pt>
                <c:pt idx="149" formatCode="m/d/yyyy">
                  <c:v>46038</c:v>
                </c:pt>
                <c:pt idx="150" formatCode="m/d/yyyy">
                  <c:v>46037</c:v>
                </c:pt>
                <c:pt idx="151" formatCode="m/d/yyyy">
                  <c:v>46036</c:v>
                </c:pt>
                <c:pt idx="152" formatCode="m/d/yyyy">
                  <c:v>46035</c:v>
                </c:pt>
                <c:pt idx="153" formatCode="m/d/yyyy">
                  <c:v>46034</c:v>
                </c:pt>
                <c:pt idx="154" formatCode="m/d/yyyy">
                  <c:v>46033</c:v>
                </c:pt>
                <c:pt idx="155" formatCode="m/d/yyyy">
                  <c:v>46032</c:v>
                </c:pt>
                <c:pt idx="156" formatCode="m/d/yyyy">
                  <c:v>46031</c:v>
                </c:pt>
                <c:pt idx="157" formatCode="m/d/yyyy">
                  <c:v>46030</c:v>
                </c:pt>
                <c:pt idx="158" formatCode="m/d/yyyy">
                  <c:v>46029</c:v>
                </c:pt>
                <c:pt idx="159" formatCode="m/d/yyyy">
                  <c:v>46028</c:v>
                </c:pt>
                <c:pt idx="160" formatCode="m/d/yyyy">
                  <c:v>46027</c:v>
                </c:pt>
                <c:pt idx="161" formatCode="m/d/yyyy">
                  <c:v>46026</c:v>
                </c:pt>
                <c:pt idx="162" formatCode="m/d/yyyy">
                  <c:v>46025</c:v>
                </c:pt>
                <c:pt idx="163" formatCode="m/d/yyyy">
                  <c:v>46024</c:v>
                </c:pt>
                <c:pt idx="164" formatCode="m/d/yyyy">
                  <c:v>46023</c:v>
                </c:pt>
              </c:numCache>
            </c:numRef>
          </c:cat>
          <c:val>
            <c:numRef>
              <c:f>今年美股各指数走势!$I$13:$I$166</c:f>
              <c:numCache>
                <c:formatCode>0.00%</c:formatCode>
                <c:ptCount val="154"/>
                <c:pt idx="0">
                  <c:v>0.96480341814940296</c:v>
                </c:pt>
                <c:pt idx="1">
                  <c:v>0.93788170796219916</c:v>
                </c:pt>
                <c:pt idx="2">
                  <c:v>0.83049699349059036</c:v>
                </c:pt>
                <c:pt idx="3">
                  <c:v>0.8112583262966615</c:v>
                </c:pt>
                <c:pt idx="4">
                  <c:v>0.8112583262966615</c:v>
                </c:pt>
                <c:pt idx="5">
                  <c:v>0.8112583262966615</c:v>
                </c:pt>
                <c:pt idx="6">
                  <c:v>0.81122444297585328</c:v>
                </c:pt>
                <c:pt idx="7">
                  <c:v>0.79330157807331247</c:v>
                </c:pt>
                <c:pt idx="8">
                  <c:v>0.81796863562173272</c:v>
                </c:pt>
                <c:pt idx="9">
                  <c:v>0.72276073956559606</c:v>
                </c:pt>
                <c:pt idx="10">
                  <c:v>0.72276073956559606</c:v>
                </c:pt>
                <c:pt idx="11">
                  <c:v>0.72276073956559606</c:v>
                </c:pt>
                <c:pt idx="12">
                  <c:v>0.72276073956559606</c:v>
                </c:pt>
                <c:pt idx="13">
                  <c:v>0.68909483673251271</c:v>
                </c:pt>
                <c:pt idx="14">
                  <c:v>0.66780622862968375</c:v>
                </c:pt>
                <c:pt idx="15">
                  <c:v>0.59611618082455331</c:v>
                </c:pt>
                <c:pt idx="16">
                  <c:v>0.59569546292451736</c:v>
                </c:pt>
                <c:pt idx="17">
                  <c:v>0.6360646160575032</c:v>
                </c:pt>
                <c:pt idx="18">
                  <c:v>0.6360646160575032</c:v>
                </c:pt>
                <c:pt idx="19">
                  <c:v>0.6360646160575032</c:v>
                </c:pt>
                <c:pt idx="20">
                  <c:v>0.70458233795195935</c:v>
                </c:pt>
                <c:pt idx="21">
                  <c:v>0.69670446586403656</c:v>
                </c:pt>
                <c:pt idx="22">
                  <c:v>0.65424866489127476</c:v>
                </c:pt>
                <c:pt idx="23">
                  <c:v>0.70560730840640962</c:v>
                </c:pt>
                <c:pt idx="24">
                  <c:v>0.66247101740741476</c:v>
                </c:pt>
                <c:pt idx="25">
                  <c:v>0.66247101740741476</c:v>
                </c:pt>
                <c:pt idx="26">
                  <c:v>0.66247101740741476</c:v>
                </c:pt>
                <c:pt idx="27">
                  <c:v>0.57571418628287396</c:v>
                </c:pt>
                <c:pt idx="28">
                  <c:v>0.61972862001281626</c:v>
                </c:pt>
                <c:pt idx="29">
                  <c:v>0.55024381167029091</c:v>
                </c:pt>
                <c:pt idx="30">
                  <c:v>0.48728860160852588</c:v>
                </c:pt>
                <c:pt idx="31">
                  <c:v>0.49585543455288345</c:v>
                </c:pt>
                <c:pt idx="32">
                  <c:v>0.49585543455288345</c:v>
                </c:pt>
                <c:pt idx="33">
                  <c:v>0.49585543455288345</c:v>
                </c:pt>
                <c:pt idx="34">
                  <c:v>0.48291765322425917</c:v>
                </c:pt>
                <c:pt idx="35">
                  <c:v>0.45010730424158452</c:v>
                </c:pt>
                <c:pt idx="36">
                  <c:v>0.41682823598772906</c:v>
                </c:pt>
                <c:pt idx="37">
                  <c:v>0.46941232627209639</c:v>
                </c:pt>
                <c:pt idx="38">
                  <c:v>0.48432381103780225</c:v>
                </c:pt>
                <c:pt idx="39">
                  <c:v>0.48432381103780225</c:v>
                </c:pt>
                <c:pt idx="40">
                  <c:v>0.48432381103780225</c:v>
                </c:pt>
                <c:pt idx="41">
                  <c:v>0.42289758582751036</c:v>
                </c:pt>
                <c:pt idx="42">
                  <c:v>0.39899530306583336</c:v>
                </c:pt>
                <c:pt idx="43">
                  <c:v>0.36199852861679382</c:v>
                </c:pt>
                <c:pt idx="44">
                  <c:v>0.35522172327463652</c:v>
                </c:pt>
                <c:pt idx="45">
                  <c:v>0.34910437206371014</c:v>
                </c:pt>
                <c:pt idx="46">
                  <c:v>0.34910437206371014</c:v>
                </c:pt>
                <c:pt idx="47">
                  <c:v>0.34910437206371014</c:v>
                </c:pt>
                <c:pt idx="48">
                  <c:v>0.31712176437228101</c:v>
                </c:pt>
                <c:pt idx="49">
                  <c:v>0.30440690705847451</c:v>
                </c:pt>
                <c:pt idx="50">
                  <c:v>0.30226604590540523</c:v>
                </c:pt>
                <c:pt idx="51">
                  <c:v>0.27620454852522125</c:v>
                </c:pt>
                <c:pt idx="52">
                  <c:v>0.25507039189307656</c:v>
                </c:pt>
                <c:pt idx="53">
                  <c:v>0.25507039189307656</c:v>
                </c:pt>
                <c:pt idx="54">
                  <c:v>0.25507039189307656</c:v>
                </c:pt>
                <c:pt idx="55">
                  <c:v>0.22679264297102497</c:v>
                </c:pt>
                <c:pt idx="56">
                  <c:v>0.20157554618148374</c:v>
                </c:pt>
                <c:pt idx="57">
                  <c:v>0.12999011312934916</c:v>
                </c:pt>
                <c:pt idx="58">
                  <c:v>0.11759954743177839</c:v>
                </c:pt>
                <c:pt idx="59">
                  <c:v>0.1059215197347048</c:v>
                </c:pt>
                <c:pt idx="60">
                  <c:v>0.1059215197347048</c:v>
                </c:pt>
                <c:pt idx="61">
                  <c:v>0.1059215197347048</c:v>
                </c:pt>
                <c:pt idx="62">
                  <c:v>0.1059215197347048</c:v>
                </c:pt>
                <c:pt idx="63">
                  <c:v>0.10153419441204735</c:v>
                </c:pt>
                <c:pt idx="64">
                  <c:v>7.1305330933452954E-2</c:v>
                </c:pt>
                <c:pt idx="65">
                  <c:v>8.3583093408832222E-3</c:v>
                </c:pt>
                <c:pt idx="66">
                  <c:v>5.2877322189861992E-2</c:v>
                </c:pt>
                <c:pt idx="67">
                  <c:v>5.2877322189861992E-2</c:v>
                </c:pt>
                <c:pt idx="68">
                  <c:v>5.2877322189861992E-2</c:v>
                </c:pt>
                <c:pt idx="69">
                  <c:v>7.0977086263122866E-2</c:v>
                </c:pt>
                <c:pt idx="70">
                  <c:v>0.1248902498061944</c:v>
                </c:pt>
                <c:pt idx="71">
                  <c:v>0.11147301948813307</c:v>
                </c:pt>
                <c:pt idx="72">
                  <c:v>9.7414688504278577E-2</c:v>
                </c:pt>
                <c:pt idx="73">
                  <c:v>8.2940298576999333E-2</c:v>
                </c:pt>
                <c:pt idx="74">
                  <c:v>8.2940298576999333E-2</c:v>
                </c:pt>
                <c:pt idx="75">
                  <c:v>8.2940298576999333E-2</c:v>
                </c:pt>
                <c:pt idx="76">
                  <c:v>0.11014521685395903</c:v>
                </c:pt>
                <c:pt idx="77">
                  <c:v>0.10052009485635652</c:v>
                </c:pt>
                <c:pt idx="78">
                  <c:v>0.10640718066629007</c:v>
                </c:pt>
                <c:pt idx="79">
                  <c:v>0.10067765229811497</c:v>
                </c:pt>
                <c:pt idx="80">
                  <c:v>7.9555919550266696E-2</c:v>
                </c:pt>
                <c:pt idx="81">
                  <c:v>7.9555919550266696E-2</c:v>
                </c:pt>
                <c:pt idx="82">
                  <c:v>7.9555919550266696E-2</c:v>
                </c:pt>
                <c:pt idx="83">
                  <c:v>7.9067011467103945E-2</c:v>
                </c:pt>
                <c:pt idx="84">
                  <c:v>0.11738227063709526</c:v>
                </c:pt>
                <c:pt idx="85">
                  <c:v>0.11040145946757152</c:v>
                </c:pt>
                <c:pt idx="86">
                  <c:v>0.10267606232328613</c:v>
                </c:pt>
                <c:pt idx="87">
                  <c:v>6.0934211156055074E-2</c:v>
                </c:pt>
                <c:pt idx="88">
                  <c:v>6.0934211156055074E-2</c:v>
                </c:pt>
                <c:pt idx="89">
                  <c:v>6.0934211156055074E-2</c:v>
                </c:pt>
                <c:pt idx="90">
                  <c:v>0.10428015520255098</c:v>
                </c:pt>
                <c:pt idx="91">
                  <c:v>0.11736998793330233</c:v>
                </c:pt>
                <c:pt idx="92">
                  <c:v>9.6249949351494307E-2</c:v>
                </c:pt>
                <c:pt idx="93">
                  <c:v>0.14883615734341207</c:v>
                </c:pt>
                <c:pt idx="94">
                  <c:v>0.14333209423911542</c:v>
                </c:pt>
                <c:pt idx="95">
                  <c:v>0.14333209423911542</c:v>
                </c:pt>
                <c:pt idx="96">
                  <c:v>0.14333209423911542</c:v>
                </c:pt>
                <c:pt idx="97">
                  <c:v>0.15729329303665285</c:v>
                </c:pt>
                <c:pt idx="98">
                  <c:v>0.19543602963152876</c:v>
                </c:pt>
                <c:pt idx="99">
                  <c:v>0.17636452015358728</c:v>
                </c:pt>
                <c:pt idx="100">
                  <c:v>0.15957999364970096</c:v>
                </c:pt>
                <c:pt idx="101">
                  <c:v>0.16620954772684574</c:v>
                </c:pt>
                <c:pt idx="102">
                  <c:v>0.16620954772684574</c:v>
                </c:pt>
                <c:pt idx="103">
                  <c:v>0.16620954772684574</c:v>
                </c:pt>
                <c:pt idx="104">
                  <c:v>0.15391117289797404</c:v>
                </c:pt>
                <c:pt idx="105">
                  <c:v>0.15970663256122172</c:v>
                </c:pt>
                <c:pt idx="106">
                  <c:v>0.14865092852299353</c:v>
                </c:pt>
                <c:pt idx="107">
                  <c:v>0.14890702995610275</c:v>
                </c:pt>
                <c:pt idx="108">
                  <c:v>0.14890702995610275</c:v>
                </c:pt>
                <c:pt idx="109">
                  <c:v>0.14890702995610275</c:v>
                </c:pt>
                <c:pt idx="110">
                  <c:v>0.14890702995610275</c:v>
                </c:pt>
                <c:pt idx="111">
                  <c:v>0.14140201557757431</c:v>
                </c:pt>
                <c:pt idx="112">
                  <c:v>0.17064910983574924</c:v>
                </c:pt>
                <c:pt idx="113">
                  <c:v>0.14456897662912055</c:v>
                </c:pt>
                <c:pt idx="114">
                  <c:v>0.15239715317985783</c:v>
                </c:pt>
                <c:pt idx="115">
                  <c:v>0.13630892891858129</c:v>
                </c:pt>
                <c:pt idx="116">
                  <c:v>0.13630892891858129</c:v>
                </c:pt>
                <c:pt idx="117">
                  <c:v>0.13630892891858129</c:v>
                </c:pt>
                <c:pt idx="118">
                  <c:v>7.5038425803504075E-2</c:v>
                </c:pt>
                <c:pt idx="119">
                  <c:v>7.5676279317719752E-2</c:v>
                </c:pt>
                <c:pt idx="120">
                  <c:v>0.12469104411594244</c:v>
                </c:pt>
                <c:pt idx="121">
                  <c:v>0.14843111047924992</c:v>
                </c:pt>
                <c:pt idx="122">
                  <c:v>0.12922844431367986</c:v>
                </c:pt>
                <c:pt idx="123">
                  <c:v>0.12922844431367986</c:v>
                </c:pt>
                <c:pt idx="124">
                  <c:v>0.12922844431367986</c:v>
                </c:pt>
                <c:pt idx="125">
                  <c:v>0.17467684841632874</c:v>
                </c:pt>
                <c:pt idx="126">
                  <c:v>0.17275001690636527</c:v>
                </c:pt>
                <c:pt idx="127">
                  <c:v>0.14598769950746346</c:v>
                </c:pt>
                <c:pt idx="128">
                  <c:v>0.1191436385971119</c:v>
                </c:pt>
                <c:pt idx="129">
                  <c:v>0.12350399844362614</c:v>
                </c:pt>
                <c:pt idx="130">
                  <c:v>0.12350399844362614</c:v>
                </c:pt>
                <c:pt idx="131">
                  <c:v>0.12350399844362614</c:v>
                </c:pt>
                <c:pt idx="132">
                  <c:v>0.13723337885463355</c:v>
                </c:pt>
                <c:pt idx="133">
                  <c:v>0.13538349071900538</c:v>
                </c:pt>
                <c:pt idx="134">
                  <c:v>0.10038766754419751</c:v>
                </c:pt>
                <c:pt idx="135">
                  <c:v>0.1191954518418479</c:v>
                </c:pt>
                <c:pt idx="136">
                  <c:v>0.1191954518418479</c:v>
                </c:pt>
                <c:pt idx="137">
                  <c:v>0.1191954518418479</c:v>
                </c:pt>
                <c:pt idx="138">
                  <c:v>0.1191954518418479</c:v>
                </c:pt>
                <c:pt idx="139">
                  <c:v>0.10647367668337623</c:v>
                </c:pt>
                <c:pt idx="140">
                  <c:v>8.7298117174452933E-2</c:v>
                </c:pt>
                <c:pt idx="141">
                  <c:v>9.3865551830115815E-2</c:v>
                </c:pt>
                <c:pt idx="142">
                  <c:v>8.3537209745238358E-2</c:v>
                </c:pt>
                <c:pt idx="143">
                  <c:v>7.8446664335305977E-2</c:v>
                </c:pt>
                <c:pt idx="144">
                  <c:v>7.8446664335305977E-2</c:v>
                </c:pt>
                <c:pt idx="145">
                  <c:v>7.8446664335305977E-2</c:v>
                </c:pt>
                <c:pt idx="146">
                  <c:v>4.9832058732218791E-2</c:v>
                </c:pt>
                <c:pt idx="147">
                  <c:v>6.9424241906580572E-2</c:v>
                </c:pt>
                <c:pt idx="148">
                  <c:v>8.0162007451224565E-2</c:v>
                </c:pt>
                <c:pt idx="149">
                  <c:v>5.1294124025095596E-2</c:v>
                </c:pt>
                <c:pt idx="150">
                  <c:v>4.0143546688604183E-2</c:v>
                </c:pt>
                <c:pt idx="151">
                  <c:v>4.0143546688604183E-2</c:v>
                </c:pt>
                <c:pt idx="152">
                  <c:v>4.0143546688604183E-2</c:v>
                </c:pt>
                <c:pt idx="153">
                  <c:v>0</c:v>
                </c:pt>
              </c:numCache>
            </c:numRef>
          </c:val>
          <c:smooth val="0"/>
          <c:extLst>
            <c:ext xmlns:c16="http://schemas.microsoft.com/office/drawing/2014/chart" uri="{C3380CC4-5D6E-409C-BE32-E72D297353CC}">
              <c16:uniqueId val="{00000000-D01F-46ED-9F72-C93A6DE987B4}"/>
            </c:ext>
          </c:extLst>
        </c:ser>
        <c:ser>
          <c:idx val="1"/>
          <c:order val="1"/>
          <c:tx>
            <c:strRef>
              <c:f>今年美股各指数走势!$J$1</c:f>
              <c:strCache>
                <c:ptCount val="1"/>
                <c:pt idx="0">
                  <c:v>NASDAQ CTA AI Index</c:v>
                </c:pt>
              </c:strCache>
            </c:strRef>
          </c:tx>
          <c:spPr>
            <a:ln w="25400" cap="rnd">
              <a:solidFill>
                <a:srgbClr val="2E3160"/>
              </a:solidFill>
              <a:round/>
            </a:ln>
            <a:effectLst/>
          </c:spPr>
          <c:marker>
            <c:symbol val="none"/>
          </c:marker>
          <c:cat>
            <c:numRef>
              <c:f>今年美股各指数走势!$A$2:$A$166</c:f>
              <c:numCache>
                <c:formatCode>yyyy/mm/dd</c:formatCode>
                <c:ptCount val="165"/>
                <c:pt idx="0">
                  <c:v>46191</c:v>
                </c:pt>
                <c:pt idx="1">
                  <c:v>46190</c:v>
                </c:pt>
                <c:pt idx="2">
                  <c:v>46189</c:v>
                </c:pt>
                <c:pt idx="3">
                  <c:v>46188</c:v>
                </c:pt>
                <c:pt idx="4">
                  <c:v>46185</c:v>
                </c:pt>
                <c:pt idx="5">
                  <c:v>46184</c:v>
                </c:pt>
                <c:pt idx="6">
                  <c:v>46183</c:v>
                </c:pt>
                <c:pt idx="7">
                  <c:v>46182</c:v>
                </c:pt>
                <c:pt idx="8">
                  <c:v>46181</c:v>
                </c:pt>
                <c:pt idx="9">
                  <c:v>46178</c:v>
                </c:pt>
                <c:pt idx="10">
                  <c:v>46177</c:v>
                </c:pt>
                <c:pt idx="11" formatCode="m/d/yyyy">
                  <c:v>46176</c:v>
                </c:pt>
                <c:pt idx="12" formatCode="m/d/yyyy">
                  <c:v>46175</c:v>
                </c:pt>
                <c:pt idx="13" formatCode="m/d/yyyy">
                  <c:v>46174</c:v>
                </c:pt>
                <c:pt idx="14" formatCode="m/d/yyyy">
                  <c:v>46173</c:v>
                </c:pt>
                <c:pt idx="15" formatCode="m/d/yyyy">
                  <c:v>46172</c:v>
                </c:pt>
                <c:pt idx="16" formatCode="m/d/yyyy">
                  <c:v>46171</c:v>
                </c:pt>
                <c:pt idx="17" formatCode="m/d/yyyy">
                  <c:v>46170</c:v>
                </c:pt>
                <c:pt idx="18" formatCode="m/d/yyyy">
                  <c:v>46169</c:v>
                </c:pt>
                <c:pt idx="19" formatCode="m/d/yyyy">
                  <c:v>46168</c:v>
                </c:pt>
                <c:pt idx="20" formatCode="m/d/yyyy">
                  <c:v>46167</c:v>
                </c:pt>
                <c:pt idx="21" formatCode="m/d/yyyy">
                  <c:v>46166</c:v>
                </c:pt>
                <c:pt idx="22" formatCode="m/d/yyyy">
                  <c:v>46165</c:v>
                </c:pt>
                <c:pt idx="23" formatCode="m/d/yyyy">
                  <c:v>46164</c:v>
                </c:pt>
                <c:pt idx="24" formatCode="m/d/yyyy">
                  <c:v>46163</c:v>
                </c:pt>
                <c:pt idx="25" formatCode="m/d/yyyy">
                  <c:v>46162</c:v>
                </c:pt>
                <c:pt idx="26" formatCode="m/d/yyyy">
                  <c:v>46161</c:v>
                </c:pt>
                <c:pt idx="27" formatCode="m/d/yyyy">
                  <c:v>46160</c:v>
                </c:pt>
                <c:pt idx="28" formatCode="m/d/yyyy">
                  <c:v>46159</c:v>
                </c:pt>
                <c:pt idx="29" formatCode="m/d/yyyy">
                  <c:v>46158</c:v>
                </c:pt>
                <c:pt idx="30" formatCode="m/d/yyyy">
                  <c:v>46157</c:v>
                </c:pt>
                <c:pt idx="31" formatCode="m/d/yyyy">
                  <c:v>46156</c:v>
                </c:pt>
                <c:pt idx="32" formatCode="m/d/yyyy">
                  <c:v>46155</c:v>
                </c:pt>
                <c:pt idx="33" formatCode="m/d/yyyy">
                  <c:v>46154</c:v>
                </c:pt>
                <c:pt idx="34" formatCode="m/d/yyyy">
                  <c:v>46153</c:v>
                </c:pt>
                <c:pt idx="35" formatCode="m/d/yyyy">
                  <c:v>46152</c:v>
                </c:pt>
                <c:pt idx="36" formatCode="m/d/yyyy">
                  <c:v>46151</c:v>
                </c:pt>
                <c:pt idx="37" formatCode="m/d/yyyy">
                  <c:v>46150</c:v>
                </c:pt>
                <c:pt idx="38" formatCode="m/d/yyyy">
                  <c:v>46149</c:v>
                </c:pt>
                <c:pt idx="39" formatCode="m/d/yyyy">
                  <c:v>46148</c:v>
                </c:pt>
                <c:pt idx="40" formatCode="m/d/yyyy">
                  <c:v>46147</c:v>
                </c:pt>
                <c:pt idx="41" formatCode="m/d/yyyy">
                  <c:v>46146</c:v>
                </c:pt>
                <c:pt idx="42" formatCode="m/d/yyyy">
                  <c:v>46145</c:v>
                </c:pt>
                <c:pt idx="43" formatCode="m/d/yyyy">
                  <c:v>46144</c:v>
                </c:pt>
                <c:pt idx="44" formatCode="m/d/yyyy">
                  <c:v>46143</c:v>
                </c:pt>
                <c:pt idx="45" formatCode="m/d/yyyy">
                  <c:v>46142</c:v>
                </c:pt>
                <c:pt idx="46" formatCode="m/d/yyyy">
                  <c:v>46141</c:v>
                </c:pt>
                <c:pt idx="47" formatCode="m/d/yyyy">
                  <c:v>46140</c:v>
                </c:pt>
                <c:pt idx="48" formatCode="m/d/yyyy">
                  <c:v>46139</c:v>
                </c:pt>
                <c:pt idx="49" formatCode="m/d/yyyy">
                  <c:v>46138</c:v>
                </c:pt>
                <c:pt idx="50" formatCode="m/d/yyyy">
                  <c:v>46137</c:v>
                </c:pt>
                <c:pt idx="51" formatCode="m/d/yyyy">
                  <c:v>46136</c:v>
                </c:pt>
                <c:pt idx="52" formatCode="m/d/yyyy">
                  <c:v>46135</c:v>
                </c:pt>
                <c:pt idx="53" formatCode="m/d/yyyy">
                  <c:v>46134</c:v>
                </c:pt>
                <c:pt idx="54" formatCode="m/d/yyyy">
                  <c:v>46133</c:v>
                </c:pt>
                <c:pt idx="55" formatCode="m/d/yyyy">
                  <c:v>46132</c:v>
                </c:pt>
                <c:pt idx="56" formatCode="m/d/yyyy">
                  <c:v>46131</c:v>
                </c:pt>
                <c:pt idx="57" formatCode="m/d/yyyy">
                  <c:v>46130</c:v>
                </c:pt>
                <c:pt idx="58" formatCode="m/d/yyyy">
                  <c:v>46129</c:v>
                </c:pt>
                <c:pt idx="59" formatCode="m/d/yyyy">
                  <c:v>46128</c:v>
                </c:pt>
                <c:pt idx="60" formatCode="m/d/yyyy">
                  <c:v>46127</c:v>
                </c:pt>
                <c:pt idx="61" formatCode="m/d/yyyy">
                  <c:v>46126</c:v>
                </c:pt>
                <c:pt idx="62" formatCode="m/d/yyyy">
                  <c:v>46125</c:v>
                </c:pt>
                <c:pt idx="63" formatCode="m/d/yyyy">
                  <c:v>46124</c:v>
                </c:pt>
                <c:pt idx="64" formatCode="m/d/yyyy">
                  <c:v>46123</c:v>
                </c:pt>
                <c:pt idx="65" formatCode="m/d/yyyy">
                  <c:v>46122</c:v>
                </c:pt>
                <c:pt idx="66" formatCode="m/d/yyyy">
                  <c:v>46121</c:v>
                </c:pt>
                <c:pt idx="67" formatCode="m/d/yyyy">
                  <c:v>46120</c:v>
                </c:pt>
                <c:pt idx="68" formatCode="m/d/yyyy">
                  <c:v>46119</c:v>
                </c:pt>
                <c:pt idx="69" formatCode="m/d/yyyy">
                  <c:v>46118</c:v>
                </c:pt>
                <c:pt idx="70" formatCode="m/d/yyyy">
                  <c:v>46117</c:v>
                </c:pt>
                <c:pt idx="71" formatCode="m/d/yyyy">
                  <c:v>46116</c:v>
                </c:pt>
                <c:pt idx="72" formatCode="m/d/yyyy">
                  <c:v>46115</c:v>
                </c:pt>
                <c:pt idx="73" formatCode="m/d/yyyy">
                  <c:v>46114</c:v>
                </c:pt>
                <c:pt idx="74" formatCode="m/d/yyyy">
                  <c:v>46113</c:v>
                </c:pt>
                <c:pt idx="75" formatCode="m/d/yyyy">
                  <c:v>46112</c:v>
                </c:pt>
                <c:pt idx="76" formatCode="m/d/yyyy">
                  <c:v>46111</c:v>
                </c:pt>
                <c:pt idx="77" formatCode="m/d/yyyy">
                  <c:v>46110</c:v>
                </c:pt>
                <c:pt idx="78" formatCode="m/d/yyyy">
                  <c:v>46109</c:v>
                </c:pt>
                <c:pt idx="79" formatCode="m/d/yyyy">
                  <c:v>46108</c:v>
                </c:pt>
                <c:pt idx="80" formatCode="m/d/yyyy">
                  <c:v>46107</c:v>
                </c:pt>
                <c:pt idx="81" formatCode="m/d/yyyy">
                  <c:v>46106</c:v>
                </c:pt>
                <c:pt idx="82" formatCode="m/d/yyyy">
                  <c:v>46105</c:v>
                </c:pt>
                <c:pt idx="83" formatCode="m/d/yyyy">
                  <c:v>46104</c:v>
                </c:pt>
                <c:pt idx="84" formatCode="m/d/yyyy">
                  <c:v>46103</c:v>
                </c:pt>
                <c:pt idx="85" formatCode="m/d/yyyy">
                  <c:v>46102</c:v>
                </c:pt>
                <c:pt idx="86" formatCode="m/d/yyyy">
                  <c:v>46101</c:v>
                </c:pt>
                <c:pt idx="87" formatCode="m/d/yyyy">
                  <c:v>46100</c:v>
                </c:pt>
                <c:pt idx="88" formatCode="m/d/yyyy">
                  <c:v>46099</c:v>
                </c:pt>
                <c:pt idx="89" formatCode="m/d/yyyy">
                  <c:v>46098</c:v>
                </c:pt>
                <c:pt idx="90" formatCode="m/d/yyyy">
                  <c:v>46097</c:v>
                </c:pt>
                <c:pt idx="91" formatCode="m/d/yyyy">
                  <c:v>46096</c:v>
                </c:pt>
                <c:pt idx="92" formatCode="m/d/yyyy">
                  <c:v>46095</c:v>
                </c:pt>
                <c:pt idx="93" formatCode="m/d/yyyy">
                  <c:v>46094</c:v>
                </c:pt>
                <c:pt idx="94" formatCode="m/d/yyyy">
                  <c:v>46093</c:v>
                </c:pt>
                <c:pt idx="95" formatCode="m/d/yyyy">
                  <c:v>46092</c:v>
                </c:pt>
                <c:pt idx="96" formatCode="m/d/yyyy">
                  <c:v>46091</c:v>
                </c:pt>
                <c:pt idx="97" formatCode="m/d/yyyy">
                  <c:v>46090</c:v>
                </c:pt>
                <c:pt idx="98" formatCode="m/d/yyyy">
                  <c:v>46089</c:v>
                </c:pt>
                <c:pt idx="99" formatCode="m/d/yyyy">
                  <c:v>46088</c:v>
                </c:pt>
                <c:pt idx="100" formatCode="m/d/yyyy">
                  <c:v>46087</c:v>
                </c:pt>
                <c:pt idx="101" formatCode="m/d/yyyy">
                  <c:v>46086</c:v>
                </c:pt>
                <c:pt idx="102" formatCode="m/d/yyyy">
                  <c:v>46085</c:v>
                </c:pt>
                <c:pt idx="103" formatCode="m/d/yyyy">
                  <c:v>46084</c:v>
                </c:pt>
                <c:pt idx="104" formatCode="m/d/yyyy">
                  <c:v>46083</c:v>
                </c:pt>
                <c:pt idx="105" formatCode="m/d/yyyy">
                  <c:v>46082</c:v>
                </c:pt>
                <c:pt idx="106" formatCode="m/d/yyyy">
                  <c:v>46081</c:v>
                </c:pt>
                <c:pt idx="107" formatCode="m/d/yyyy">
                  <c:v>46080</c:v>
                </c:pt>
                <c:pt idx="108" formatCode="m/d/yyyy">
                  <c:v>46079</c:v>
                </c:pt>
                <c:pt idx="109" formatCode="m/d/yyyy">
                  <c:v>46078</c:v>
                </c:pt>
                <c:pt idx="110" formatCode="m/d/yyyy">
                  <c:v>46077</c:v>
                </c:pt>
                <c:pt idx="111" formatCode="m/d/yyyy">
                  <c:v>46076</c:v>
                </c:pt>
                <c:pt idx="112" formatCode="m/d/yyyy">
                  <c:v>46075</c:v>
                </c:pt>
                <c:pt idx="113" formatCode="m/d/yyyy">
                  <c:v>46074</c:v>
                </c:pt>
                <c:pt idx="114" formatCode="m/d/yyyy">
                  <c:v>46073</c:v>
                </c:pt>
                <c:pt idx="115" formatCode="m/d/yyyy">
                  <c:v>46072</c:v>
                </c:pt>
                <c:pt idx="116" formatCode="m/d/yyyy">
                  <c:v>46071</c:v>
                </c:pt>
                <c:pt idx="117" formatCode="m/d/yyyy">
                  <c:v>46070</c:v>
                </c:pt>
                <c:pt idx="118" formatCode="m/d/yyyy">
                  <c:v>46069</c:v>
                </c:pt>
                <c:pt idx="119" formatCode="m/d/yyyy">
                  <c:v>46068</c:v>
                </c:pt>
                <c:pt idx="120" formatCode="m/d/yyyy">
                  <c:v>46067</c:v>
                </c:pt>
                <c:pt idx="121" formatCode="m/d/yyyy">
                  <c:v>46066</c:v>
                </c:pt>
                <c:pt idx="122" formatCode="m/d/yyyy">
                  <c:v>46065</c:v>
                </c:pt>
                <c:pt idx="123" formatCode="m/d/yyyy">
                  <c:v>46064</c:v>
                </c:pt>
                <c:pt idx="124" formatCode="m/d/yyyy">
                  <c:v>46063</c:v>
                </c:pt>
                <c:pt idx="125" formatCode="m/d/yyyy">
                  <c:v>46062</c:v>
                </c:pt>
                <c:pt idx="126" formatCode="m/d/yyyy">
                  <c:v>46061</c:v>
                </c:pt>
                <c:pt idx="127" formatCode="m/d/yyyy">
                  <c:v>46060</c:v>
                </c:pt>
                <c:pt idx="128" formatCode="m/d/yyyy">
                  <c:v>46059</c:v>
                </c:pt>
                <c:pt idx="129" formatCode="m/d/yyyy">
                  <c:v>46058</c:v>
                </c:pt>
                <c:pt idx="130" formatCode="m/d/yyyy">
                  <c:v>46057</c:v>
                </c:pt>
                <c:pt idx="131" formatCode="m/d/yyyy">
                  <c:v>46056</c:v>
                </c:pt>
                <c:pt idx="132" formatCode="m/d/yyyy">
                  <c:v>46055</c:v>
                </c:pt>
                <c:pt idx="133" formatCode="m/d/yyyy">
                  <c:v>46054</c:v>
                </c:pt>
                <c:pt idx="134" formatCode="m/d/yyyy">
                  <c:v>46053</c:v>
                </c:pt>
                <c:pt idx="135" formatCode="m/d/yyyy">
                  <c:v>46052</c:v>
                </c:pt>
                <c:pt idx="136" formatCode="m/d/yyyy">
                  <c:v>46051</c:v>
                </c:pt>
                <c:pt idx="137" formatCode="m/d/yyyy">
                  <c:v>46050</c:v>
                </c:pt>
                <c:pt idx="138" formatCode="m/d/yyyy">
                  <c:v>46049</c:v>
                </c:pt>
                <c:pt idx="139" formatCode="m/d/yyyy">
                  <c:v>46048</c:v>
                </c:pt>
                <c:pt idx="140" formatCode="m/d/yyyy">
                  <c:v>46047</c:v>
                </c:pt>
                <c:pt idx="141" formatCode="m/d/yyyy">
                  <c:v>46046</c:v>
                </c:pt>
                <c:pt idx="142" formatCode="m/d/yyyy">
                  <c:v>46045</c:v>
                </c:pt>
                <c:pt idx="143" formatCode="m/d/yyyy">
                  <c:v>46044</c:v>
                </c:pt>
                <c:pt idx="144" formatCode="m/d/yyyy">
                  <c:v>46043</c:v>
                </c:pt>
                <c:pt idx="145" formatCode="m/d/yyyy">
                  <c:v>46042</c:v>
                </c:pt>
                <c:pt idx="146" formatCode="m/d/yyyy">
                  <c:v>46041</c:v>
                </c:pt>
                <c:pt idx="147" formatCode="m/d/yyyy">
                  <c:v>46040</c:v>
                </c:pt>
                <c:pt idx="148" formatCode="m/d/yyyy">
                  <c:v>46039</c:v>
                </c:pt>
                <c:pt idx="149" formatCode="m/d/yyyy">
                  <c:v>46038</c:v>
                </c:pt>
                <c:pt idx="150" formatCode="m/d/yyyy">
                  <c:v>46037</c:v>
                </c:pt>
                <c:pt idx="151" formatCode="m/d/yyyy">
                  <c:v>46036</c:v>
                </c:pt>
                <c:pt idx="152" formatCode="m/d/yyyy">
                  <c:v>46035</c:v>
                </c:pt>
                <c:pt idx="153" formatCode="m/d/yyyy">
                  <c:v>46034</c:v>
                </c:pt>
                <c:pt idx="154" formatCode="m/d/yyyy">
                  <c:v>46033</c:v>
                </c:pt>
                <c:pt idx="155" formatCode="m/d/yyyy">
                  <c:v>46032</c:v>
                </c:pt>
                <c:pt idx="156" formatCode="m/d/yyyy">
                  <c:v>46031</c:v>
                </c:pt>
                <c:pt idx="157" formatCode="m/d/yyyy">
                  <c:v>46030</c:v>
                </c:pt>
                <c:pt idx="158" formatCode="m/d/yyyy">
                  <c:v>46029</c:v>
                </c:pt>
                <c:pt idx="159" formatCode="m/d/yyyy">
                  <c:v>46028</c:v>
                </c:pt>
                <c:pt idx="160" formatCode="m/d/yyyy">
                  <c:v>46027</c:v>
                </c:pt>
                <c:pt idx="161" formatCode="m/d/yyyy">
                  <c:v>46026</c:v>
                </c:pt>
                <c:pt idx="162" formatCode="m/d/yyyy">
                  <c:v>46025</c:v>
                </c:pt>
                <c:pt idx="163" formatCode="m/d/yyyy">
                  <c:v>46024</c:v>
                </c:pt>
                <c:pt idx="164" formatCode="m/d/yyyy">
                  <c:v>46023</c:v>
                </c:pt>
              </c:numCache>
            </c:numRef>
          </c:cat>
          <c:val>
            <c:numRef>
              <c:f>今年美股各指数走势!$J$13:$J$166</c:f>
              <c:numCache>
                <c:formatCode>0.00%</c:formatCode>
                <c:ptCount val="154"/>
                <c:pt idx="0">
                  <c:v>0.51350802936813922</c:v>
                </c:pt>
                <c:pt idx="1">
                  <c:v>0.52704892498778211</c:v>
                </c:pt>
                <c:pt idx="2">
                  <c:v>0.4946599486143301</c:v>
                </c:pt>
                <c:pt idx="3">
                  <c:v>0.45362571912787242</c:v>
                </c:pt>
                <c:pt idx="4">
                  <c:v>0.45362571912787242</c:v>
                </c:pt>
                <c:pt idx="5">
                  <c:v>0.45362571912787242</c:v>
                </c:pt>
                <c:pt idx="6">
                  <c:v>0.43223121836623285</c:v>
                </c:pt>
                <c:pt idx="7">
                  <c:v>0.4044663806826464</c:v>
                </c:pt>
                <c:pt idx="8">
                  <c:v>0.41207706135700445</c:v>
                </c:pt>
                <c:pt idx="9">
                  <c:v>0.37107712708950746</c:v>
                </c:pt>
                <c:pt idx="10">
                  <c:v>0.37107712708950746</c:v>
                </c:pt>
                <c:pt idx="11">
                  <c:v>0.37107712708950746</c:v>
                </c:pt>
                <c:pt idx="12">
                  <c:v>0.37107712708950746</c:v>
                </c:pt>
                <c:pt idx="13">
                  <c:v>0.34467838229452147</c:v>
                </c:pt>
                <c:pt idx="14">
                  <c:v>0.31739939354621127</c:v>
                </c:pt>
                <c:pt idx="15">
                  <c:v>0.2775855022677714</c:v>
                </c:pt>
                <c:pt idx="16">
                  <c:v>0.28448455714869536</c:v>
                </c:pt>
                <c:pt idx="17">
                  <c:v>0.30068904810761821</c:v>
                </c:pt>
                <c:pt idx="18">
                  <c:v>0.30068904810761821</c:v>
                </c:pt>
                <c:pt idx="19">
                  <c:v>0.30068904810761821</c:v>
                </c:pt>
                <c:pt idx="20">
                  <c:v>0.33126323581106759</c:v>
                </c:pt>
                <c:pt idx="21">
                  <c:v>0.31399559306436348</c:v>
                </c:pt>
                <c:pt idx="22">
                  <c:v>0.29054337916508272</c:v>
                </c:pt>
                <c:pt idx="23">
                  <c:v>0.32555593978902714</c:v>
                </c:pt>
                <c:pt idx="24">
                  <c:v>0.31096332412125649</c:v>
                </c:pt>
                <c:pt idx="25">
                  <c:v>0.31096332412125649</c:v>
                </c:pt>
                <c:pt idx="26">
                  <c:v>0.31096332412125649</c:v>
                </c:pt>
                <c:pt idx="27">
                  <c:v>0.28854568266062297</c:v>
                </c:pt>
                <c:pt idx="28">
                  <c:v>0.29875136823633969</c:v>
                </c:pt>
                <c:pt idx="29">
                  <c:v>0.26565076606945354</c:v>
                </c:pt>
                <c:pt idx="30">
                  <c:v>0.23909769278914444</c:v>
                </c:pt>
                <c:pt idx="31">
                  <c:v>0.22564825108672967</c:v>
                </c:pt>
                <c:pt idx="32">
                  <c:v>0.22564825108672967</c:v>
                </c:pt>
                <c:pt idx="33">
                  <c:v>0.22564825108672967</c:v>
                </c:pt>
                <c:pt idx="34">
                  <c:v>0.19937239749301952</c:v>
                </c:pt>
                <c:pt idx="35">
                  <c:v>0.18139884482270793</c:v>
                </c:pt>
                <c:pt idx="36">
                  <c:v>0.16913258817443683</c:v>
                </c:pt>
                <c:pt idx="37">
                  <c:v>0.19326213264819106</c:v>
                </c:pt>
                <c:pt idx="38">
                  <c:v>0.19907231432711348</c:v>
                </c:pt>
                <c:pt idx="39">
                  <c:v>0.19907231432711348</c:v>
                </c:pt>
                <c:pt idx="40">
                  <c:v>0.19907231432711348</c:v>
                </c:pt>
                <c:pt idx="41">
                  <c:v>0.16704629568766199</c:v>
                </c:pt>
                <c:pt idx="42">
                  <c:v>0.1840995933158617</c:v>
                </c:pt>
                <c:pt idx="43">
                  <c:v>0.16297659637099418</c:v>
                </c:pt>
                <c:pt idx="44">
                  <c:v>0.15736647013600902</c:v>
                </c:pt>
                <c:pt idx="45">
                  <c:v>0.148601183756641</c:v>
                </c:pt>
                <c:pt idx="46">
                  <c:v>0.148601183756641</c:v>
                </c:pt>
                <c:pt idx="47">
                  <c:v>0.148601183756641</c:v>
                </c:pt>
                <c:pt idx="48">
                  <c:v>0.13568046001320366</c:v>
                </c:pt>
                <c:pt idx="49">
                  <c:v>0.12500035724186406</c:v>
                </c:pt>
                <c:pt idx="50">
                  <c:v>9.7052611723820514E-2</c:v>
                </c:pt>
                <c:pt idx="51">
                  <c:v>6.9705032537588876E-2</c:v>
                </c:pt>
                <c:pt idx="52">
                  <c:v>3.8110562070059389E-2</c:v>
                </c:pt>
                <c:pt idx="53">
                  <c:v>3.8110562070059389E-2</c:v>
                </c:pt>
                <c:pt idx="54">
                  <c:v>3.8110562070059389E-2</c:v>
                </c:pt>
                <c:pt idx="55">
                  <c:v>3.5475546079913475E-2</c:v>
                </c:pt>
                <c:pt idx="56">
                  <c:v>4.1148546882993291E-2</c:v>
                </c:pt>
                <c:pt idx="57">
                  <c:v>5.5100985130163913E-3</c:v>
                </c:pt>
                <c:pt idx="58">
                  <c:v>3.3723631978000655E-4</c:v>
                </c:pt>
                <c:pt idx="59">
                  <c:v>-6.124554519395458E-3</c:v>
                </c:pt>
                <c:pt idx="60">
                  <c:v>-6.124554519395458E-3</c:v>
                </c:pt>
                <c:pt idx="61">
                  <c:v>-6.124554519395458E-3</c:v>
                </c:pt>
                <c:pt idx="62">
                  <c:v>-6.124554519395458E-3</c:v>
                </c:pt>
                <c:pt idx="63">
                  <c:v>-8.9767735629589646E-3</c:v>
                </c:pt>
                <c:pt idx="64">
                  <c:v>-2.9153794051494333E-2</c:v>
                </c:pt>
                <c:pt idx="65">
                  <c:v>-6.8433251501130388E-2</c:v>
                </c:pt>
                <c:pt idx="66">
                  <c:v>-4.7910420888074783E-2</c:v>
                </c:pt>
                <c:pt idx="67">
                  <c:v>-4.7910420888074783E-2</c:v>
                </c:pt>
                <c:pt idx="68">
                  <c:v>-4.7910420888074783E-2</c:v>
                </c:pt>
                <c:pt idx="69">
                  <c:v>-2.1268751625450503E-2</c:v>
                </c:pt>
                <c:pt idx="70">
                  <c:v>6.9990826028927386E-3</c:v>
                </c:pt>
                <c:pt idx="71">
                  <c:v>2.943672960791263E-4</c:v>
                </c:pt>
                <c:pt idx="72">
                  <c:v>1.3612343992477816E-2</c:v>
                </c:pt>
                <c:pt idx="73">
                  <c:v>3.8639280029036565E-3</c:v>
                </c:pt>
                <c:pt idx="74">
                  <c:v>3.8639280029036565E-3</c:v>
                </c:pt>
                <c:pt idx="75">
                  <c:v>3.8639280029036565E-3</c:v>
                </c:pt>
                <c:pt idx="76">
                  <c:v>2.6090087824339876E-2</c:v>
                </c:pt>
                <c:pt idx="77">
                  <c:v>3.4223770587848631E-2</c:v>
                </c:pt>
                <c:pt idx="78">
                  <c:v>2.9290974927336941E-2</c:v>
                </c:pt>
                <c:pt idx="79">
                  <c:v>2.2246165365829868E-2</c:v>
                </c:pt>
                <c:pt idx="80">
                  <c:v>-4.5155371631577378E-4</c:v>
                </c:pt>
                <c:pt idx="81">
                  <c:v>-4.5155371631577378E-4</c:v>
                </c:pt>
                <c:pt idx="82">
                  <c:v>-4.5155371631577378E-4</c:v>
                </c:pt>
                <c:pt idx="83">
                  <c:v>3.0808538366346515E-3</c:v>
                </c:pt>
                <c:pt idx="84">
                  <c:v>3.0934287502536354E-2</c:v>
                </c:pt>
                <c:pt idx="85">
                  <c:v>1.5847249094749064E-2</c:v>
                </c:pt>
                <c:pt idx="86">
                  <c:v>9.0596536754461031E-4</c:v>
                </c:pt>
                <c:pt idx="87">
                  <c:v>-3.6810201684467146E-3</c:v>
                </c:pt>
                <c:pt idx="88">
                  <c:v>-3.6810201684467146E-3</c:v>
                </c:pt>
                <c:pt idx="89">
                  <c:v>-3.6810201684467146E-3</c:v>
                </c:pt>
                <c:pt idx="90">
                  <c:v>1.8422248451713641E-2</c:v>
                </c:pt>
                <c:pt idx="91">
                  <c:v>9.2282718353372106E-3</c:v>
                </c:pt>
                <c:pt idx="92">
                  <c:v>4.5555482519439956E-3</c:v>
                </c:pt>
                <c:pt idx="93">
                  <c:v>4.4935310643235415E-2</c:v>
                </c:pt>
                <c:pt idx="94">
                  <c:v>4.570981100476406E-2</c:v>
                </c:pt>
                <c:pt idx="95">
                  <c:v>4.570981100476406E-2</c:v>
                </c:pt>
                <c:pt idx="96">
                  <c:v>4.570981100476406E-2</c:v>
                </c:pt>
                <c:pt idx="97">
                  <c:v>6.9956530809967263E-2</c:v>
                </c:pt>
                <c:pt idx="98">
                  <c:v>7.018516560303853E-2</c:v>
                </c:pt>
                <c:pt idx="99">
                  <c:v>5.3240469501547559E-2</c:v>
                </c:pt>
                <c:pt idx="100">
                  <c:v>3.3726489912918656E-2</c:v>
                </c:pt>
                <c:pt idx="101">
                  <c:v>4.8762085492264969E-2</c:v>
                </c:pt>
                <c:pt idx="102">
                  <c:v>4.8762085492264969E-2</c:v>
                </c:pt>
                <c:pt idx="103">
                  <c:v>4.8762085492264969E-2</c:v>
                </c:pt>
                <c:pt idx="104">
                  <c:v>4.8759227557351514E-2</c:v>
                </c:pt>
                <c:pt idx="105">
                  <c:v>4.3637808192556103E-2</c:v>
                </c:pt>
                <c:pt idx="106">
                  <c:v>2.9871135714755224E-2</c:v>
                </c:pt>
                <c:pt idx="107">
                  <c:v>4.0708424906331066E-2</c:v>
                </c:pt>
                <c:pt idx="108">
                  <c:v>4.0708424906331066E-2</c:v>
                </c:pt>
                <c:pt idx="109">
                  <c:v>4.0708424906331066E-2</c:v>
                </c:pt>
                <c:pt idx="110">
                  <c:v>4.0708424906331066E-2</c:v>
                </c:pt>
                <c:pt idx="111">
                  <c:v>3.5201184328227997E-2</c:v>
                </c:pt>
                <c:pt idx="112">
                  <c:v>5.0425403611858023E-2</c:v>
                </c:pt>
                <c:pt idx="113">
                  <c:v>5.3683449413122974E-2</c:v>
                </c:pt>
                <c:pt idx="114">
                  <c:v>5.722728870572695E-2</c:v>
                </c:pt>
                <c:pt idx="115">
                  <c:v>3.3629320125863345E-2</c:v>
                </c:pt>
                <c:pt idx="116">
                  <c:v>3.3629320125863345E-2</c:v>
                </c:pt>
                <c:pt idx="117">
                  <c:v>3.3629320125863345E-2</c:v>
                </c:pt>
                <c:pt idx="118">
                  <c:v>-7.5020791476494908E-3</c:v>
                </c:pt>
                <c:pt idx="119">
                  <c:v>1.7827797989728483E-2</c:v>
                </c:pt>
                <c:pt idx="120">
                  <c:v>4.9410836717604552E-2</c:v>
                </c:pt>
                <c:pt idx="121">
                  <c:v>5.5772599834811254E-2</c:v>
                </c:pt>
                <c:pt idx="122">
                  <c:v>5.9670823056675697E-2</c:v>
                </c:pt>
                <c:pt idx="123">
                  <c:v>5.9670823056675697E-2</c:v>
                </c:pt>
                <c:pt idx="124">
                  <c:v>5.9670823056675697E-2</c:v>
                </c:pt>
                <c:pt idx="125">
                  <c:v>9.0665127192393252E-2</c:v>
                </c:pt>
                <c:pt idx="126">
                  <c:v>0.10593221549972416</c:v>
                </c:pt>
                <c:pt idx="127">
                  <c:v>9.4086075283721357E-2</c:v>
                </c:pt>
                <c:pt idx="128">
                  <c:v>7.221144145663215E-2</c:v>
                </c:pt>
                <c:pt idx="129">
                  <c:v>7.1371208592095531E-2</c:v>
                </c:pt>
                <c:pt idx="130">
                  <c:v>7.1371208592095531E-2</c:v>
                </c:pt>
                <c:pt idx="131">
                  <c:v>7.1371208592095531E-2</c:v>
                </c:pt>
                <c:pt idx="132">
                  <c:v>7.7067072874482306E-2</c:v>
                </c:pt>
                <c:pt idx="133">
                  <c:v>6.3294684526854522E-2</c:v>
                </c:pt>
                <c:pt idx="134">
                  <c:v>4.81390556811458E-2</c:v>
                </c:pt>
                <c:pt idx="135">
                  <c:v>7.1845625787718276E-2</c:v>
                </c:pt>
                <c:pt idx="136">
                  <c:v>7.1845625787718276E-2</c:v>
                </c:pt>
                <c:pt idx="137">
                  <c:v>7.1845625787718276E-2</c:v>
                </c:pt>
                <c:pt idx="138">
                  <c:v>7.1845625787718276E-2</c:v>
                </c:pt>
                <c:pt idx="139">
                  <c:v>6.4337830770242008E-2</c:v>
                </c:pt>
                <c:pt idx="140">
                  <c:v>6.2300123176994703E-2</c:v>
                </c:pt>
                <c:pt idx="141">
                  <c:v>7.1657002083434548E-2</c:v>
                </c:pt>
                <c:pt idx="142">
                  <c:v>8.0159358450770643E-2</c:v>
                </c:pt>
                <c:pt idx="143">
                  <c:v>6.9021986093288634E-2</c:v>
                </c:pt>
                <c:pt idx="144">
                  <c:v>6.9021986093288634E-2</c:v>
                </c:pt>
                <c:pt idx="145">
                  <c:v>6.9021986093288634E-2</c:v>
                </c:pt>
                <c:pt idx="146">
                  <c:v>5.7447349694057993E-2</c:v>
                </c:pt>
                <c:pt idx="147">
                  <c:v>7.0939660420173536E-2</c:v>
                </c:pt>
                <c:pt idx="148">
                  <c:v>7.520941518077863E-2</c:v>
                </c:pt>
                <c:pt idx="149">
                  <c:v>4.3563501884808023E-2</c:v>
                </c:pt>
                <c:pt idx="150">
                  <c:v>2.493262418441676E-2</c:v>
                </c:pt>
                <c:pt idx="151">
                  <c:v>2.493262418441676E-2</c:v>
                </c:pt>
                <c:pt idx="152">
                  <c:v>2.493262418441676E-2</c:v>
                </c:pt>
                <c:pt idx="153">
                  <c:v>0</c:v>
                </c:pt>
              </c:numCache>
            </c:numRef>
          </c:val>
          <c:smooth val="0"/>
          <c:extLst>
            <c:ext xmlns:c16="http://schemas.microsoft.com/office/drawing/2014/chart" uri="{C3380CC4-5D6E-409C-BE32-E72D297353CC}">
              <c16:uniqueId val="{00000001-D01F-46ED-9F72-C93A6DE987B4}"/>
            </c:ext>
          </c:extLst>
        </c:ser>
        <c:ser>
          <c:idx val="2"/>
          <c:order val="2"/>
          <c:tx>
            <c:strRef>
              <c:f>今年美股各指数走势!$L$1</c:f>
              <c:strCache>
                <c:ptCount val="1"/>
                <c:pt idx="0">
                  <c:v>NASDAQ 100 index</c:v>
                </c:pt>
              </c:strCache>
            </c:strRef>
          </c:tx>
          <c:spPr>
            <a:ln w="25400" cap="rnd">
              <a:solidFill>
                <a:srgbClr val="B8BFE4"/>
              </a:solidFill>
              <a:round/>
            </a:ln>
            <a:effectLst/>
          </c:spPr>
          <c:marker>
            <c:symbol val="none"/>
          </c:marker>
          <c:cat>
            <c:numRef>
              <c:f>今年美股各指数走势!$A$2:$A$166</c:f>
              <c:numCache>
                <c:formatCode>yyyy/mm/dd</c:formatCode>
                <c:ptCount val="165"/>
                <c:pt idx="0">
                  <c:v>46191</c:v>
                </c:pt>
                <c:pt idx="1">
                  <c:v>46190</c:v>
                </c:pt>
                <c:pt idx="2">
                  <c:v>46189</c:v>
                </c:pt>
                <c:pt idx="3">
                  <c:v>46188</c:v>
                </c:pt>
                <c:pt idx="4">
                  <c:v>46185</c:v>
                </c:pt>
                <c:pt idx="5">
                  <c:v>46184</c:v>
                </c:pt>
                <c:pt idx="6">
                  <c:v>46183</c:v>
                </c:pt>
                <c:pt idx="7">
                  <c:v>46182</c:v>
                </c:pt>
                <c:pt idx="8">
                  <c:v>46181</c:v>
                </c:pt>
                <c:pt idx="9">
                  <c:v>46178</c:v>
                </c:pt>
                <c:pt idx="10">
                  <c:v>46177</c:v>
                </c:pt>
                <c:pt idx="11" formatCode="m/d/yyyy">
                  <c:v>46176</c:v>
                </c:pt>
                <c:pt idx="12" formatCode="m/d/yyyy">
                  <c:v>46175</c:v>
                </c:pt>
                <c:pt idx="13" formatCode="m/d/yyyy">
                  <c:v>46174</c:v>
                </c:pt>
                <c:pt idx="14" formatCode="m/d/yyyy">
                  <c:v>46173</c:v>
                </c:pt>
                <c:pt idx="15" formatCode="m/d/yyyy">
                  <c:v>46172</c:v>
                </c:pt>
                <c:pt idx="16" formatCode="m/d/yyyy">
                  <c:v>46171</c:v>
                </c:pt>
                <c:pt idx="17" formatCode="m/d/yyyy">
                  <c:v>46170</c:v>
                </c:pt>
                <c:pt idx="18" formatCode="m/d/yyyy">
                  <c:v>46169</c:v>
                </c:pt>
                <c:pt idx="19" formatCode="m/d/yyyy">
                  <c:v>46168</c:v>
                </c:pt>
                <c:pt idx="20" formatCode="m/d/yyyy">
                  <c:v>46167</c:v>
                </c:pt>
                <c:pt idx="21" formatCode="m/d/yyyy">
                  <c:v>46166</c:v>
                </c:pt>
                <c:pt idx="22" formatCode="m/d/yyyy">
                  <c:v>46165</c:v>
                </c:pt>
                <c:pt idx="23" formatCode="m/d/yyyy">
                  <c:v>46164</c:v>
                </c:pt>
                <c:pt idx="24" formatCode="m/d/yyyy">
                  <c:v>46163</c:v>
                </c:pt>
                <c:pt idx="25" formatCode="m/d/yyyy">
                  <c:v>46162</c:v>
                </c:pt>
                <c:pt idx="26" formatCode="m/d/yyyy">
                  <c:v>46161</c:v>
                </c:pt>
                <c:pt idx="27" formatCode="m/d/yyyy">
                  <c:v>46160</c:v>
                </c:pt>
                <c:pt idx="28" formatCode="m/d/yyyy">
                  <c:v>46159</c:v>
                </c:pt>
                <c:pt idx="29" formatCode="m/d/yyyy">
                  <c:v>46158</c:v>
                </c:pt>
                <c:pt idx="30" formatCode="m/d/yyyy">
                  <c:v>46157</c:v>
                </c:pt>
                <c:pt idx="31" formatCode="m/d/yyyy">
                  <c:v>46156</c:v>
                </c:pt>
                <c:pt idx="32" formatCode="m/d/yyyy">
                  <c:v>46155</c:v>
                </c:pt>
                <c:pt idx="33" formatCode="m/d/yyyy">
                  <c:v>46154</c:v>
                </c:pt>
                <c:pt idx="34" formatCode="m/d/yyyy">
                  <c:v>46153</c:v>
                </c:pt>
                <c:pt idx="35" formatCode="m/d/yyyy">
                  <c:v>46152</c:v>
                </c:pt>
                <c:pt idx="36" formatCode="m/d/yyyy">
                  <c:v>46151</c:v>
                </c:pt>
                <c:pt idx="37" formatCode="m/d/yyyy">
                  <c:v>46150</c:v>
                </c:pt>
                <c:pt idx="38" formatCode="m/d/yyyy">
                  <c:v>46149</c:v>
                </c:pt>
                <c:pt idx="39" formatCode="m/d/yyyy">
                  <c:v>46148</c:v>
                </c:pt>
                <c:pt idx="40" formatCode="m/d/yyyy">
                  <c:v>46147</c:v>
                </c:pt>
                <c:pt idx="41" formatCode="m/d/yyyy">
                  <c:v>46146</c:v>
                </c:pt>
                <c:pt idx="42" formatCode="m/d/yyyy">
                  <c:v>46145</c:v>
                </c:pt>
                <c:pt idx="43" formatCode="m/d/yyyy">
                  <c:v>46144</c:v>
                </c:pt>
                <c:pt idx="44" formatCode="m/d/yyyy">
                  <c:v>46143</c:v>
                </c:pt>
                <c:pt idx="45" formatCode="m/d/yyyy">
                  <c:v>46142</c:v>
                </c:pt>
                <c:pt idx="46" formatCode="m/d/yyyy">
                  <c:v>46141</c:v>
                </c:pt>
                <c:pt idx="47" formatCode="m/d/yyyy">
                  <c:v>46140</c:v>
                </c:pt>
                <c:pt idx="48" formatCode="m/d/yyyy">
                  <c:v>46139</c:v>
                </c:pt>
                <c:pt idx="49" formatCode="m/d/yyyy">
                  <c:v>46138</c:v>
                </c:pt>
                <c:pt idx="50" formatCode="m/d/yyyy">
                  <c:v>46137</c:v>
                </c:pt>
                <c:pt idx="51" formatCode="m/d/yyyy">
                  <c:v>46136</c:v>
                </c:pt>
                <c:pt idx="52" formatCode="m/d/yyyy">
                  <c:v>46135</c:v>
                </c:pt>
                <c:pt idx="53" formatCode="m/d/yyyy">
                  <c:v>46134</c:v>
                </c:pt>
                <c:pt idx="54" formatCode="m/d/yyyy">
                  <c:v>46133</c:v>
                </c:pt>
                <c:pt idx="55" formatCode="m/d/yyyy">
                  <c:v>46132</c:v>
                </c:pt>
                <c:pt idx="56" formatCode="m/d/yyyy">
                  <c:v>46131</c:v>
                </c:pt>
                <c:pt idx="57" formatCode="m/d/yyyy">
                  <c:v>46130</c:v>
                </c:pt>
                <c:pt idx="58" formatCode="m/d/yyyy">
                  <c:v>46129</c:v>
                </c:pt>
                <c:pt idx="59" formatCode="m/d/yyyy">
                  <c:v>46128</c:v>
                </c:pt>
                <c:pt idx="60" formatCode="m/d/yyyy">
                  <c:v>46127</c:v>
                </c:pt>
                <c:pt idx="61" formatCode="m/d/yyyy">
                  <c:v>46126</c:v>
                </c:pt>
                <c:pt idx="62" formatCode="m/d/yyyy">
                  <c:v>46125</c:v>
                </c:pt>
                <c:pt idx="63" formatCode="m/d/yyyy">
                  <c:v>46124</c:v>
                </c:pt>
                <c:pt idx="64" formatCode="m/d/yyyy">
                  <c:v>46123</c:v>
                </c:pt>
                <c:pt idx="65" formatCode="m/d/yyyy">
                  <c:v>46122</c:v>
                </c:pt>
                <c:pt idx="66" formatCode="m/d/yyyy">
                  <c:v>46121</c:v>
                </c:pt>
                <c:pt idx="67" formatCode="m/d/yyyy">
                  <c:v>46120</c:v>
                </c:pt>
                <c:pt idx="68" formatCode="m/d/yyyy">
                  <c:v>46119</c:v>
                </c:pt>
                <c:pt idx="69" formatCode="m/d/yyyy">
                  <c:v>46118</c:v>
                </c:pt>
                <c:pt idx="70" formatCode="m/d/yyyy">
                  <c:v>46117</c:v>
                </c:pt>
                <c:pt idx="71" formatCode="m/d/yyyy">
                  <c:v>46116</c:v>
                </c:pt>
                <c:pt idx="72" formatCode="m/d/yyyy">
                  <c:v>46115</c:v>
                </c:pt>
                <c:pt idx="73" formatCode="m/d/yyyy">
                  <c:v>46114</c:v>
                </c:pt>
                <c:pt idx="74" formatCode="m/d/yyyy">
                  <c:v>46113</c:v>
                </c:pt>
                <c:pt idx="75" formatCode="m/d/yyyy">
                  <c:v>46112</c:v>
                </c:pt>
                <c:pt idx="76" formatCode="m/d/yyyy">
                  <c:v>46111</c:v>
                </c:pt>
                <c:pt idx="77" formatCode="m/d/yyyy">
                  <c:v>46110</c:v>
                </c:pt>
                <c:pt idx="78" formatCode="m/d/yyyy">
                  <c:v>46109</c:v>
                </c:pt>
                <c:pt idx="79" formatCode="m/d/yyyy">
                  <c:v>46108</c:v>
                </c:pt>
                <c:pt idx="80" formatCode="m/d/yyyy">
                  <c:v>46107</c:v>
                </c:pt>
                <c:pt idx="81" formatCode="m/d/yyyy">
                  <c:v>46106</c:v>
                </c:pt>
                <c:pt idx="82" formatCode="m/d/yyyy">
                  <c:v>46105</c:v>
                </c:pt>
                <c:pt idx="83" formatCode="m/d/yyyy">
                  <c:v>46104</c:v>
                </c:pt>
                <c:pt idx="84" formatCode="m/d/yyyy">
                  <c:v>46103</c:v>
                </c:pt>
                <c:pt idx="85" formatCode="m/d/yyyy">
                  <c:v>46102</c:v>
                </c:pt>
                <c:pt idx="86" formatCode="m/d/yyyy">
                  <c:v>46101</c:v>
                </c:pt>
                <c:pt idx="87" formatCode="m/d/yyyy">
                  <c:v>46100</c:v>
                </c:pt>
                <c:pt idx="88" formatCode="m/d/yyyy">
                  <c:v>46099</c:v>
                </c:pt>
                <c:pt idx="89" formatCode="m/d/yyyy">
                  <c:v>46098</c:v>
                </c:pt>
                <c:pt idx="90" formatCode="m/d/yyyy">
                  <c:v>46097</c:v>
                </c:pt>
                <c:pt idx="91" formatCode="m/d/yyyy">
                  <c:v>46096</c:v>
                </c:pt>
                <c:pt idx="92" formatCode="m/d/yyyy">
                  <c:v>46095</c:v>
                </c:pt>
                <c:pt idx="93" formatCode="m/d/yyyy">
                  <c:v>46094</c:v>
                </c:pt>
                <c:pt idx="94" formatCode="m/d/yyyy">
                  <c:v>46093</c:v>
                </c:pt>
                <c:pt idx="95" formatCode="m/d/yyyy">
                  <c:v>46092</c:v>
                </c:pt>
                <c:pt idx="96" formatCode="m/d/yyyy">
                  <c:v>46091</c:v>
                </c:pt>
                <c:pt idx="97" formatCode="m/d/yyyy">
                  <c:v>46090</c:v>
                </c:pt>
                <c:pt idx="98" formatCode="m/d/yyyy">
                  <c:v>46089</c:v>
                </c:pt>
                <c:pt idx="99" formatCode="m/d/yyyy">
                  <c:v>46088</c:v>
                </c:pt>
                <c:pt idx="100" formatCode="m/d/yyyy">
                  <c:v>46087</c:v>
                </c:pt>
                <c:pt idx="101" formatCode="m/d/yyyy">
                  <c:v>46086</c:v>
                </c:pt>
                <c:pt idx="102" formatCode="m/d/yyyy">
                  <c:v>46085</c:v>
                </c:pt>
                <c:pt idx="103" formatCode="m/d/yyyy">
                  <c:v>46084</c:v>
                </c:pt>
                <c:pt idx="104" formatCode="m/d/yyyy">
                  <c:v>46083</c:v>
                </c:pt>
                <c:pt idx="105" formatCode="m/d/yyyy">
                  <c:v>46082</c:v>
                </c:pt>
                <c:pt idx="106" formatCode="m/d/yyyy">
                  <c:v>46081</c:v>
                </c:pt>
                <c:pt idx="107" formatCode="m/d/yyyy">
                  <c:v>46080</c:v>
                </c:pt>
                <c:pt idx="108" formatCode="m/d/yyyy">
                  <c:v>46079</c:v>
                </c:pt>
                <c:pt idx="109" formatCode="m/d/yyyy">
                  <c:v>46078</c:v>
                </c:pt>
                <c:pt idx="110" formatCode="m/d/yyyy">
                  <c:v>46077</c:v>
                </c:pt>
                <c:pt idx="111" formatCode="m/d/yyyy">
                  <c:v>46076</c:v>
                </c:pt>
                <c:pt idx="112" formatCode="m/d/yyyy">
                  <c:v>46075</c:v>
                </c:pt>
                <c:pt idx="113" formatCode="m/d/yyyy">
                  <c:v>46074</c:v>
                </c:pt>
                <c:pt idx="114" formatCode="m/d/yyyy">
                  <c:v>46073</c:v>
                </c:pt>
                <c:pt idx="115" formatCode="m/d/yyyy">
                  <c:v>46072</c:v>
                </c:pt>
                <c:pt idx="116" formatCode="m/d/yyyy">
                  <c:v>46071</c:v>
                </c:pt>
                <c:pt idx="117" formatCode="m/d/yyyy">
                  <c:v>46070</c:v>
                </c:pt>
                <c:pt idx="118" formatCode="m/d/yyyy">
                  <c:v>46069</c:v>
                </c:pt>
                <c:pt idx="119" formatCode="m/d/yyyy">
                  <c:v>46068</c:v>
                </c:pt>
                <c:pt idx="120" formatCode="m/d/yyyy">
                  <c:v>46067</c:v>
                </c:pt>
                <c:pt idx="121" formatCode="m/d/yyyy">
                  <c:v>46066</c:v>
                </c:pt>
                <c:pt idx="122" formatCode="m/d/yyyy">
                  <c:v>46065</c:v>
                </c:pt>
                <c:pt idx="123" formatCode="m/d/yyyy">
                  <c:v>46064</c:v>
                </c:pt>
                <c:pt idx="124" formatCode="m/d/yyyy">
                  <c:v>46063</c:v>
                </c:pt>
                <c:pt idx="125" formatCode="m/d/yyyy">
                  <c:v>46062</c:v>
                </c:pt>
                <c:pt idx="126" formatCode="m/d/yyyy">
                  <c:v>46061</c:v>
                </c:pt>
                <c:pt idx="127" formatCode="m/d/yyyy">
                  <c:v>46060</c:v>
                </c:pt>
                <c:pt idx="128" formatCode="m/d/yyyy">
                  <c:v>46059</c:v>
                </c:pt>
                <c:pt idx="129" formatCode="m/d/yyyy">
                  <c:v>46058</c:v>
                </c:pt>
                <c:pt idx="130" formatCode="m/d/yyyy">
                  <c:v>46057</c:v>
                </c:pt>
                <c:pt idx="131" formatCode="m/d/yyyy">
                  <c:v>46056</c:v>
                </c:pt>
                <c:pt idx="132" formatCode="m/d/yyyy">
                  <c:v>46055</c:v>
                </c:pt>
                <c:pt idx="133" formatCode="m/d/yyyy">
                  <c:v>46054</c:v>
                </c:pt>
                <c:pt idx="134" formatCode="m/d/yyyy">
                  <c:v>46053</c:v>
                </c:pt>
                <c:pt idx="135" formatCode="m/d/yyyy">
                  <c:v>46052</c:v>
                </c:pt>
                <c:pt idx="136" formatCode="m/d/yyyy">
                  <c:v>46051</c:v>
                </c:pt>
                <c:pt idx="137" formatCode="m/d/yyyy">
                  <c:v>46050</c:v>
                </c:pt>
                <c:pt idx="138" formatCode="m/d/yyyy">
                  <c:v>46049</c:v>
                </c:pt>
                <c:pt idx="139" formatCode="m/d/yyyy">
                  <c:v>46048</c:v>
                </c:pt>
                <c:pt idx="140" formatCode="m/d/yyyy">
                  <c:v>46047</c:v>
                </c:pt>
                <c:pt idx="141" formatCode="m/d/yyyy">
                  <c:v>46046</c:v>
                </c:pt>
                <c:pt idx="142" formatCode="m/d/yyyy">
                  <c:v>46045</c:v>
                </c:pt>
                <c:pt idx="143" formatCode="m/d/yyyy">
                  <c:v>46044</c:v>
                </c:pt>
                <c:pt idx="144" formatCode="m/d/yyyy">
                  <c:v>46043</c:v>
                </c:pt>
                <c:pt idx="145" formatCode="m/d/yyyy">
                  <c:v>46042</c:v>
                </c:pt>
                <c:pt idx="146" formatCode="m/d/yyyy">
                  <c:v>46041</c:v>
                </c:pt>
                <c:pt idx="147" formatCode="m/d/yyyy">
                  <c:v>46040</c:v>
                </c:pt>
                <c:pt idx="148" formatCode="m/d/yyyy">
                  <c:v>46039</c:v>
                </c:pt>
                <c:pt idx="149" formatCode="m/d/yyyy">
                  <c:v>46038</c:v>
                </c:pt>
                <c:pt idx="150" formatCode="m/d/yyyy">
                  <c:v>46037</c:v>
                </c:pt>
                <c:pt idx="151" formatCode="m/d/yyyy">
                  <c:v>46036</c:v>
                </c:pt>
                <c:pt idx="152" formatCode="m/d/yyyy">
                  <c:v>46035</c:v>
                </c:pt>
                <c:pt idx="153" formatCode="m/d/yyyy">
                  <c:v>46034</c:v>
                </c:pt>
                <c:pt idx="154" formatCode="m/d/yyyy">
                  <c:v>46033</c:v>
                </c:pt>
                <c:pt idx="155" formatCode="m/d/yyyy">
                  <c:v>46032</c:v>
                </c:pt>
                <c:pt idx="156" formatCode="m/d/yyyy">
                  <c:v>46031</c:v>
                </c:pt>
                <c:pt idx="157" formatCode="m/d/yyyy">
                  <c:v>46030</c:v>
                </c:pt>
                <c:pt idx="158" formatCode="m/d/yyyy">
                  <c:v>46029</c:v>
                </c:pt>
                <c:pt idx="159" formatCode="m/d/yyyy">
                  <c:v>46028</c:v>
                </c:pt>
                <c:pt idx="160" formatCode="m/d/yyyy">
                  <c:v>46027</c:v>
                </c:pt>
                <c:pt idx="161" formatCode="m/d/yyyy">
                  <c:v>46026</c:v>
                </c:pt>
                <c:pt idx="162" formatCode="m/d/yyyy">
                  <c:v>46025</c:v>
                </c:pt>
                <c:pt idx="163" formatCode="m/d/yyyy">
                  <c:v>46024</c:v>
                </c:pt>
                <c:pt idx="164" formatCode="m/d/yyyy">
                  <c:v>46023</c:v>
                </c:pt>
              </c:numCache>
            </c:numRef>
          </c:cat>
          <c:val>
            <c:numRef>
              <c:f>今年美股各指数走势!$L$13:$L$166</c:f>
              <c:numCache>
                <c:formatCode>0.00%</c:formatCode>
                <c:ptCount val="154"/>
                <c:pt idx="0">
                  <c:v>0.21074937078834144</c:v>
                </c:pt>
                <c:pt idx="1">
                  <c:v>0.21428840171327751</c:v>
                </c:pt>
                <c:pt idx="2">
                  <c:v>0.20847688204088349</c:v>
                </c:pt>
                <c:pt idx="3">
                  <c:v>0.20132119596750087</c:v>
                </c:pt>
                <c:pt idx="4">
                  <c:v>0.20132119596750087</c:v>
                </c:pt>
                <c:pt idx="5">
                  <c:v>0.20132119596750087</c:v>
                </c:pt>
                <c:pt idx="6">
                  <c:v>0.19699285342289166</c:v>
                </c:pt>
                <c:pt idx="7">
                  <c:v>0.18707913116315547</c:v>
                </c:pt>
                <c:pt idx="8">
                  <c:v>0.18817814759295606</c:v>
                </c:pt>
                <c:pt idx="9">
                  <c:v>0.16759663918795561</c:v>
                </c:pt>
                <c:pt idx="10">
                  <c:v>0.16759663918795561</c:v>
                </c:pt>
                <c:pt idx="11">
                  <c:v>0.16759663918795561</c:v>
                </c:pt>
                <c:pt idx="12">
                  <c:v>0.16759663918795561</c:v>
                </c:pt>
                <c:pt idx="13">
                  <c:v>0.16267106537266565</c:v>
                </c:pt>
                <c:pt idx="14">
                  <c:v>0.16031184343669377</c:v>
                </c:pt>
                <c:pt idx="15">
                  <c:v>0.14134697829888104</c:v>
                </c:pt>
                <c:pt idx="16">
                  <c:v>0.14829870276457091</c:v>
                </c:pt>
                <c:pt idx="17">
                  <c:v>0.1534801196838794</c:v>
                </c:pt>
                <c:pt idx="18">
                  <c:v>0.1534801196838794</c:v>
                </c:pt>
                <c:pt idx="19">
                  <c:v>0.1534801196838794</c:v>
                </c:pt>
                <c:pt idx="20">
                  <c:v>0.17150398913260875</c:v>
                </c:pt>
                <c:pt idx="21">
                  <c:v>0.16305403794477988</c:v>
                </c:pt>
                <c:pt idx="22">
                  <c:v>0.15108802626550261</c:v>
                </c:pt>
                <c:pt idx="23">
                  <c:v>0.16122115576924226</c:v>
                </c:pt>
                <c:pt idx="24">
                  <c:v>0.15782826432632285</c:v>
                </c:pt>
                <c:pt idx="25">
                  <c:v>0.15782826432632285</c:v>
                </c:pt>
                <c:pt idx="26">
                  <c:v>0.15782826432632285</c:v>
                </c:pt>
                <c:pt idx="27">
                  <c:v>0.13125226486493988</c:v>
                </c:pt>
                <c:pt idx="28">
                  <c:v>0.13264712463638398</c:v>
                </c:pt>
                <c:pt idx="29">
                  <c:v>0.10951391790446291</c:v>
                </c:pt>
                <c:pt idx="30">
                  <c:v>9.5128089869840865E-2</c:v>
                </c:pt>
                <c:pt idx="31">
                  <c:v>9.7446519484274255E-2</c:v>
                </c:pt>
                <c:pt idx="32">
                  <c:v>9.7446519484274255E-2</c:v>
                </c:pt>
                <c:pt idx="33">
                  <c:v>9.7446519484274255E-2</c:v>
                </c:pt>
                <c:pt idx="34">
                  <c:v>8.721913199484356E-2</c:v>
                </c:pt>
                <c:pt idx="35">
                  <c:v>7.6718475555300369E-2</c:v>
                </c:pt>
                <c:pt idx="36">
                  <c:v>7.0462200765549099E-2</c:v>
                </c:pt>
                <c:pt idx="37">
                  <c:v>8.1419493581150054E-2</c:v>
                </c:pt>
                <c:pt idx="38">
                  <c:v>8.1339889147856323E-2</c:v>
                </c:pt>
                <c:pt idx="39">
                  <c:v>8.1339889147856323E-2</c:v>
                </c:pt>
                <c:pt idx="40">
                  <c:v>8.1339889147856323E-2</c:v>
                </c:pt>
                <c:pt idx="41">
                  <c:v>6.0704519036746854E-2</c:v>
                </c:pt>
                <c:pt idx="42">
                  <c:v>6.6829307896878618E-2</c:v>
                </c:pt>
                <c:pt idx="43">
                  <c:v>4.8698111077887699E-2</c:v>
                </c:pt>
                <c:pt idx="44">
                  <c:v>5.3089028251653049E-2</c:v>
                </c:pt>
                <c:pt idx="45">
                  <c:v>5.6340136674079326E-2</c:v>
                </c:pt>
                <c:pt idx="46">
                  <c:v>5.6340136674079326E-2</c:v>
                </c:pt>
                <c:pt idx="47">
                  <c:v>5.6340136674079326E-2</c:v>
                </c:pt>
                <c:pt idx="48">
                  <c:v>4.2897284538324053E-2</c:v>
                </c:pt>
                <c:pt idx="49">
                  <c:v>3.7811313730576744E-2</c:v>
                </c:pt>
                <c:pt idx="50">
                  <c:v>2.345162446509589E-2</c:v>
                </c:pt>
                <c:pt idx="51">
                  <c:v>5.3018136741407422E-3</c:v>
                </c:pt>
                <c:pt idx="52">
                  <c:v>-5.2875561636999196E-3</c:v>
                </c:pt>
                <c:pt idx="53">
                  <c:v>-5.2875561636999196E-3</c:v>
                </c:pt>
                <c:pt idx="54">
                  <c:v>-5.2875561636999196E-3</c:v>
                </c:pt>
                <c:pt idx="55">
                  <c:v>-6.6439998653456721E-3</c:v>
                </c:pt>
                <c:pt idx="56">
                  <c:v>-1.372998255435182E-2</c:v>
                </c:pt>
                <c:pt idx="57">
                  <c:v>-4.148460287882897E-2</c:v>
                </c:pt>
                <c:pt idx="58">
                  <c:v>-4.1888565674647583E-2</c:v>
                </c:pt>
                <c:pt idx="59">
                  <c:v>-4.7696124927474805E-2</c:v>
                </c:pt>
                <c:pt idx="60">
                  <c:v>-4.7696124927474805E-2</c:v>
                </c:pt>
                <c:pt idx="61">
                  <c:v>-4.7696124927474805E-2</c:v>
                </c:pt>
                <c:pt idx="62">
                  <c:v>-4.7696124927474805E-2</c:v>
                </c:pt>
                <c:pt idx="63">
                  <c:v>-4.8707616084847909E-2</c:v>
                </c:pt>
                <c:pt idx="64">
                  <c:v>-5.9788870032891281E-2</c:v>
                </c:pt>
                <c:pt idx="65">
                  <c:v>-9.0949847226815123E-2</c:v>
                </c:pt>
                <c:pt idx="66">
                  <c:v>-8.3845250565844881E-2</c:v>
                </c:pt>
                <c:pt idx="67">
                  <c:v>-8.3845250565844881E-2</c:v>
                </c:pt>
                <c:pt idx="68">
                  <c:v>-8.3845250565844881E-2</c:v>
                </c:pt>
                <c:pt idx="69">
                  <c:v>-6.5856232809303694E-2</c:v>
                </c:pt>
                <c:pt idx="70">
                  <c:v>-4.3044612146210734E-2</c:v>
                </c:pt>
                <c:pt idx="71">
                  <c:v>-4.9402273676873242E-2</c:v>
                </c:pt>
                <c:pt idx="72">
                  <c:v>-4.2030348695140704E-2</c:v>
                </c:pt>
                <c:pt idx="73">
                  <c:v>-5.3532991285096629E-2</c:v>
                </c:pt>
                <c:pt idx="74">
                  <c:v>-5.3532991285096629E-2</c:v>
                </c:pt>
                <c:pt idx="75">
                  <c:v>-5.3532991285096629E-2</c:v>
                </c:pt>
                <c:pt idx="76">
                  <c:v>-3.5428725319160304E-2</c:v>
                </c:pt>
                <c:pt idx="77">
                  <c:v>-3.2663956419543026E-2</c:v>
                </c:pt>
                <c:pt idx="78">
                  <c:v>-1.859139757265886E-2</c:v>
                </c:pt>
                <c:pt idx="79">
                  <c:v>-2.3545090366873404E-2</c:v>
                </c:pt>
                <c:pt idx="80">
                  <c:v>-3.4420798539397224E-2</c:v>
                </c:pt>
                <c:pt idx="81">
                  <c:v>-3.4420798539397224E-2</c:v>
                </c:pt>
                <c:pt idx="82">
                  <c:v>-3.4420798539397224E-2</c:v>
                </c:pt>
                <c:pt idx="83">
                  <c:v>-2.8367297231468577E-2</c:v>
                </c:pt>
                <c:pt idx="84">
                  <c:v>-1.1280859094212448E-2</c:v>
                </c:pt>
                <c:pt idx="85">
                  <c:v>-1.1619078925221234E-2</c:v>
                </c:pt>
                <c:pt idx="86">
                  <c:v>-1.1192145695914969E-2</c:v>
                </c:pt>
                <c:pt idx="87">
                  <c:v>-2.4033410099465944E-2</c:v>
                </c:pt>
                <c:pt idx="88">
                  <c:v>-2.4033410099465944E-2</c:v>
                </c:pt>
                <c:pt idx="89">
                  <c:v>-2.4033410099465944E-2</c:v>
                </c:pt>
                <c:pt idx="90">
                  <c:v>-9.0867866541780931E-3</c:v>
                </c:pt>
                <c:pt idx="91">
                  <c:v>-6.1849872375478766E-3</c:v>
                </c:pt>
                <c:pt idx="92">
                  <c:v>-2.0981114739295356E-2</c:v>
                </c:pt>
                <c:pt idx="93">
                  <c:v>-1.0188179335718826E-2</c:v>
                </c:pt>
                <c:pt idx="94">
                  <c:v>-1.1477691946684741E-2</c:v>
                </c:pt>
                <c:pt idx="95">
                  <c:v>-1.1477691946684741E-2</c:v>
                </c:pt>
                <c:pt idx="96">
                  <c:v>-1.1477691946684741E-2</c:v>
                </c:pt>
                <c:pt idx="97">
                  <c:v>-8.5339120826460179E-3</c:v>
                </c:pt>
                <c:pt idx="98">
                  <c:v>3.1362562549877458E-3</c:v>
                </c:pt>
                <c:pt idx="99">
                  <c:v>-1.0804420620320426E-2</c:v>
                </c:pt>
                <c:pt idx="100">
                  <c:v>-2.1422305479042444E-2</c:v>
                </c:pt>
                <c:pt idx="101">
                  <c:v>-9.3953033384356569E-3</c:v>
                </c:pt>
                <c:pt idx="102">
                  <c:v>-9.3953033384356569E-3</c:v>
                </c:pt>
                <c:pt idx="103">
                  <c:v>-9.3953033384356569E-3</c:v>
                </c:pt>
                <c:pt idx="104">
                  <c:v>-1.7921294581947949E-2</c:v>
                </c:pt>
                <c:pt idx="105">
                  <c:v>-1.3900280595726294E-2</c:v>
                </c:pt>
                <c:pt idx="106">
                  <c:v>-2.171300027524916E-2</c:v>
                </c:pt>
                <c:pt idx="107">
                  <c:v>-2.0480121664089055E-2</c:v>
                </c:pt>
                <c:pt idx="108">
                  <c:v>-2.0480121664089055E-2</c:v>
                </c:pt>
                <c:pt idx="109">
                  <c:v>-2.0480121664089055E-2</c:v>
                </c:pt>
                <c:pt idx="110">
                  <c:v>-2.0480121664089055E-2</c:v>
                </c:pt>
                <c:pt idx="111">
                  <c:v>-2.2267062972651245E-2</c:v>
                </c:pt>
                <c:pt idx="112">
                  <c:v>-1.9243678675318922E-3</c:v>
                </c:pt>
                <c:pt idx="113">
                  <c:v>-4.8400287526460207E-3</c:v>
                </c:pt>
                <c:pt idx="114">
                  <c:v>7.2436073877670058E-4</c:v>
                </c:pt>
                <c:pt idx="115">
                  <c:v>-6.8942983819705117E-3</c:v>
                </c:pt>
                <c:pt idx="116">
                  <c:v>-6.8942983819705117E-3</c:v>
                </c:pt>
                <c:pt idx="117">
                  <c:v>-6.8942983819705117E-3</c:v>
                </c:pt>
                <c:pt idx="118">
                  <c:v>-2.7768877834917827E-2</c:v>
                </c:pt>
                <c:pt idx="119">
                  <c:v>-1.4202460608676764E-2</c:v>
                </c:pt>
                <c:pt idx="120">
                  <c:v>3.5156644494917966E-3</c:v>
                </c:pt>
                <c:pt idx="121">
                  <c:v>1.9356946674930823E-2</c:v>
                </c:pt>
                <c:pt idx="122">
                  <c:v>1.1981853357544734E-2</c:v>
                </c:pt>
                <c:pt idx="123">
                  <c:v>1.1981853357544734E-2</c:v>
                </c:pt>
                <c:pt idx="124">
                  <c:v>1.1981853357544734E-2</c:v>
                </c:pt>
                <c:pt idx="125">
                  <c:v>2.5126485899916329E-2</c:v>
                </c:pt>
                <c:pt idx="126">
                  <c:v>3.0611667000002073E-2</c:v>
                </c:pt>
                <c:pt idx="127">
                  <c:v>2.7322538549734082E-2</c:v>
                </c:pt>
                <c:pt idx="128">
                  <c:v>1.8351000104951144E-2</c:v>
                </c:pt>
                <c:pt idx="129">
                  <c:v>1.4084044063628206E-2</c:v>
                </c:pt>
                <c:pt idx="130">
                  <c:v>1.4084044063628206E-2</c:v>
                </c:pt>
                <c:pt idx="131">
                  <c:v>1.4084044063628206E-2</c:v>
                </c:pt>
                <c:pt idx="132">
                  <c:v>1.0633726536989329E-2</c:v>
                </c:pt>
                <c:pt idx="133">
                  <c:v>3.0388299336432971E-3</c:v>
                </c:pt>
                <c:pt idx="134">
                  <c:v>-1.0387388439931282E-2</c:v>
                </c:pt>
                <c:pt idx="135">
                  <c:v>1.1065808311732539E-2</c:v>
                </c:pt>
                <c:pt idx="136">
                  <c:v>1.1065808311732539E-2</c:v>
                </c:pt>
                <c:pt idx="137">
                  <c:v>1.1065808311732539E-2</c:v>
                </c:pt>
                <c:pt idx="138">
                  <c:v>1.1065808311732539E-2</c:v>
                </c:pt>
                <c:pt idx="139">
                  <c:v>1.1771555078545149E-2</c:v>
                </c:pt>
                <c:pt idx="140">
                  <c:v>8.5580706420038209E-3</c:v>
                </c:pt>
                <c:pt idx="141">
                  <c:v>1.9489224688463584E-2</c:v>
                </c:pt>
                <c:pt idx="142">
                  <c:v>2.1299532472470187E-2</c:v>
                </c:pt>
                <c:pt idx="143">
                  <c:v>2.045200268516446E-2</c:v>
                </c:pt>
                <c:pt idx="144">
                  <c:v>2.045200268516446E-2</c:v>
                </c:pt>
                <c:pt idx="145">
                  <c:v>2.045200268516446E-2</c:v>
                </c:pt>
                <c:pt idx="146">
                  <c:v>1.0188179335718826E-2</c:v>
                </c:pt>
                <c:pt idx="147">
                  <c:v>1.6002075259853143E-2</c:v>
                </c:pt>
                <c:pt idx="148">
                  <c:v>1.5440091723317192E-2</c:v>
                </c:pt>
                <c:pt idx="149">
                  <c:v>5.9988475179060937E-3</c:v>
                </c:pt>
                <c:pt idx="150">
                  <c:v>-1.7299112667996165E-3</c:v>
                </c:pt>
                <c:pt idx="151">
                  <c:v>-1.7299112667996165E-3</c:v>
                </c:pt>
                <c:pt idx="152">
                  <c:v>-1.7299112667996165E-3</c:v>
                </c:pt>
                <c:pt idx="153">
                  <c:v>0</c:v>
                </c:pt>
              </c:numCache>
            </c:numRef>
          </c:val>
          <c:smooth val="0"/>
          <c:extLst>
            <c:ext xmlns:c16="http://schemas.microsoft.com/office/drawing/2014/chart" uri="{C3380CC4-5D6E-409C-BE32-E72D297353CC}">
              <c16:uniqueId val="{00000002-D01F-46ED-9F72-C93A6DE987B4}"/>
            </c:ext>
          </c:extLst>
        </c:ser>
        <c:ser>
          <c:idx val="3"/>
          <c:order val="3"/>
          <c:tx>
            <c:strRef>
              <c:f>今年美股各指数走势!$M$1</c:f>
              <c:strCache>
                <c:ptCount val="1"/>
                <c:pt idx="0">
                  <c:v>标普500指数</c:v>
                </c:pt>
              </c:strCache>
            </c:strRef>
          </c:tx>
          <c:spPr>
            <a:ln w="25400" cap="rnd">
              <a:solidFill>
                <a:srgbClr val="D9D9D9"/>
              </a:solidFill>
              <a:round/>
            </a:ln>
            <a:effectLst/>
          </c:spPr>
          <c:marker>
            <c:symbol val="none"/>
          </c:marker>
          <c:cat>
            <c:numRef>
              <c:f>今年美股各指数走势!$A$2:$A$166</c:f>
              <c:numCache>
                <c:formatCode>yyyy/mm/dd</c:formatCode>
                <c:ptCount val="165"/>
                <c:pt idx="0">
                  <c:v>46191</c:v>
                </c:pt>
                <c:pt idx="1">
                  <c:v>46190</c:v>
                </c:pt>
                <c:pt idx="2">
                  <c:v>46189</c:v>
                </c:pt>
                <c:pt idx="3">
                  <c:v>46188</c:v>
                </c:pt>
                <c:pt idx="4">
                  <c:v>46185</c:v>
                </c:pt>
                <c:pt idx="5">
                  <c:v>46184</c:v>
                </c:pt>
                <c:pt idx="6">
                  <c:v>46183</c:v>
                </c:pt>
                <c:pt idx="7">
                  <c:v>46182</c:v>
                </c:pt>
                <c:pt idx="8">
                  <c:v>46181</c:v>
                </c:pt>
                <c:pt idx="9">
                  <c:v>46178</c:v>
                </c:pt>
                <c:pt idx="10">
                  <c:v>46177</c:v>
                </c:pt>
                <c:pt idx="11" formatCode="m/d/yyyy">
                  <c:v>46176</c:v>
                </c:pt>
                <c:pt idx="12" formatCode="m/d/yyyy">
                  <c:v>46175</c:v>
                </c:pt>
                <c:pt idx="13" formatCode="m/d/yyyy">
                  <c:v>46174</c:v>
                </c:pt>
                <c:pt idx="14" formatCode="m/d/yyyy">
                  <c:v>46173</c:v>
                </c:pt>
                <c:pt idx="15" formatCode="m/d/yyyy">
                  <c:v>46172</c:v>
                </c:pt>
                <c:pt idx="16" formatCode="m/d/yyyy">
                  <c:v>46171</c:v>
                </c:pt>
                <c:pt idx="17" formatCode="m/d/yyyy">
                  <c:v>46170</c:v>
                </c:pt>
                <c:pt idx="18" formatCode="m/d/yyyy">
                  <c:v>46169</c:v>
                </c:pt>
                <c:pt idx="19" formatCode="m/d/yyyy">
                  <c:v>46168</c:v>
                </c:pt>
                <c:pt idx="20" formatCode="m/d/yyyy">
                  <c:v>46167</c:v>
                </c:pt>
                <c:pt idx="21" formatCode="m/d/yyyy">
                  <c:v>46166</c:v>
                </c:pt>
                <c:pt idx="22" formatCode="m/d/yyyy">
                  <c:v>46165</c:v>
                </c:pt>
                <c:pt idx="23" formatCode="m/d/yyyy">
                  <c:v>46164</c:v>
                </c:pt>
                <c:pt idx="24" formatCode="m/d/yyyy">
                  <c:v>46163</c:v>
                </c:pt>
                <c:pt idx="25" formatCode="m/d/yyyy">
                  <c:v>46162</c:v>
                </c:pt>
                <c:pt idx="26" formatCode="m/d/yyyy">
                  <c:v>46161</c:v>
                </c:pt>
                <c:pt idx="27" formatCode="m/d/yyyy">
                  <c:v>46160</c:v>
                </c:pt>
                <c:pt idx="28" formatCode="m/d/yyyy">
                  <c:v>46159</c:v>
                </c:pt>
                <c:pt idx="29" formatCode="m/d/yyyy">
                  <c:v>46158</c:v>
                </c:pt>
                <c:pt idx="30" formatCode="m/d/yyyy">
                  <c:v>46157</c:v>
                </c:pt>
                <c:pt idx="31" formatCode="m/d/yyyy">
                  <c:v>46156</c:v>
                </c:pt>
                <c:pt idx="32" formatCode="m/d/yyyy">
                  <c:v>46155</c:v>
                </c:pt>
                <c:pt idx="33" formatCode="m/d/yyyy">
                  <c:v>46154</c:v>
                </c:pt>
                <c:pt idx="34" formatCode="m/d/yyyy">
                  <c:v>46153</c:v>
                </c:pt>
                <c:pt idx="35" formatCode="m/d/yyyy">
                  <c:v>46152</c:v>
                </c:pt>
                <c:pt idx="36" formatCode="m/d/yyyy">
                  <c:v>46151</c:v>
                </c:pt>
                <c:pt idx="37" formatCode="m/d/yyyy">
                  <c:v>46150</c:v>
                </c:pt>
                <c:pt idx="38" formatCode="m/d/yyyy">
                  <c:v>46149</c:v>
                </c:pt>
                <c:pt idx="39" formatCode="m/d/yyyy">
                  <c:v>46148</c:v>
                </c:pt>
                <c:pt idx="40" formatCode="m/d/yyyy">
                  <c:v>46147</c:v>
                </c:pt>
                <c:pt idx="41" formatCode="m/d/yyyy">
                  <c:v>46146</c:v>
                </c:pt>
                <c:pt idx="42" formatCode="m/d/yyyy">
                  <c:v>46145</c:v>
                </c:pt>
                <c:pt idx="43" formatCode="m/d/yyyy">
                  <c:v>46144</c:v>
                </c:pt>
                <c:pt idx="44" formatCode="m/d/yyyy">
                  <c:v>46143</c:v>
                </c:pt>
                <c:pt idx="45" formatCode="m/d/yyyy">
                  <c:v>46142</c:v>
                </c:pt>
                <c:pt idx="46" formatCode="m/d/yyyy">
                  <c:v>46141</c:v>
                </c:pt>
                <c:pt idx="47" formatCode="m/d/yyyy">
                  <c:v>46140</c:v>
                </c:pt>
                <c:pt idx="48" formatCode="m/d/yyyy">
                  <c:v>46139</c:v>
                </c:pt>
                <c:pt idx="49" formatCode="m/d/yyyy">
                  <c:v>46138</c:v>
                </c:pt>
                <c:pt idx="50" formatCode="m/d/yyyy">
                  <c:v>46137</c:v>
                </c:pt>
                <c:pt idx="51" formatCode="m/d/yyyy">
                  <c:v>46136</c:v>
                </c:pt>
                <c:pt idx="52" formatCode="m/d/yyyy">
                  <c:v>46135</c:v>
                </c:pt>
                <c:pt idx="53" formatCode="m/d/yyyy">
                  <c:v>46134</c:v>
                </c:pt>
                <c:pt idx="54" formatCode="m/d/yyyy">
                  <c:v>46133</c:v>
                </c:pt>
                <c:pt idx="55" formatCode="m/d/yyyy">
                  <c:v>46132</c:v>
                </c:pt>
                <c:pt idx="56" formatCode="m/d/yyyy">
                  <c:v>46131</c:v>
                </c:pt>
                <c:pt idx="57" formatCode="m/d/yyyy">
                  <c:v>46130</c:v>
                </c:pt>
                <c:pt idx="58" formatCode="m/d/yyyy">
                  <c:v>46129</c:v>
                </c:pt>
                <c:pt idx="59" formatCode="m/d/yyyy">
                  <c:v>46128</c:v>
                </c:pt>
                <c:pt idx="60" formatCode="m/d/yyyy">
                  <c:v>46127</c:v>
                </c:pt>
                <c:pt idx="61" formatCode="m/d/yyyy">
                  <c:v>46126</c:v>
                </c:pt>
                <c:pt idx="62" formatCode="m/d/yyyy">
                  <c:v>46125</c:v>
                </c:pt>
                <c:pt idx="63" formatCode="m/d/yyyy">
                  <c:v>46124</c:v>
                </c:pt>
                <c:pt idx="64" formatCode="m/d/yyyy">
                  <c:v>46123</c:v>
                </c:pt>
                <c:pt idx="65" formatCode="m/d/yyyy">
                  <c:v>46122</c:v>
                </c:pt>
                <c:pt idx="66" formatCode="m/d/yyyy">
                  <c:v>46121</c:v>
                </c:pt>
                <c:pt idx="67" formatCode="m/d/yyyy">
                  <c:v>46120</c:v>
                </c:pt>
                <c:pt idx="68" formatCode="m/d/yyyy">
                  <c:v>46119</c:v>
                </c:pt>
                <c:pt idx="69" formatCode="m/d/yyyy">
                  <c:v>46118</c:v>
                </c:pt>
                <c:pt idx="70" formatCode="m/d/yyyy">
                  <c:v>46117</c:v>
                </c:pt>
                <c:pt idx="71" formatCode="m/d/yyyy">
                  <c:v>46116</c:v>
                </c:pt>
                <c:pt idx="72" formatCode="m/d/yyyy">
                  <c:v>46115</c:v>
                </c:pt>
                <c:pt idx="73" formatCode="m/d/yyyy">
                  <c:v>46114</c:v>
                </c:pt>
                <c:pt idx="74" formatCode="m/d/yyyy">
                  <c:v>46113</c:v>
                </c:pt>
                <c:pt idx="75" formatCode="m/d/yyyy">
                  <c:v>46112</c:v>
                </c:pt>
                <c:pt idx="76" formatCode="m/d/yyyy">
                  <c:v>46111</c:v>
                </c:pt>
                <c:pt idx="77" formatCode="m/d/yyyy">
                  <c:v>46110</c:v>
                </c:pt>
                <c:pt idx="78" formatCode="m/d/yyyy">
                  <c:v>46109</c:v>
                </c:pt>
                <c:pt idx="79" formatCode="m/d/yyyy">
                  <c:v>46108</c:v>
                </c:pt>
                <c:pt idx="80" formatCode="m/d/yyyy">
                  <c:v>46107</c:v>
                </c:pt>
                <c:pt idx="81" formatCode="m/d/yyyy">
                  <c:v>46106</c:v>
                </c:pt>
                <c:pt idx="82" formatCode="m/d/yyyy">
                  <c:v>46105</c:v>
                </c:pt>
                <c:pt idx="83" formatCode="m/d/yyyy">
                  <c:v>46104</c:v>
                </c:pt>
                <c:pt idx="84" formatCode="m/d/yyyy">
                  <c:v>46103</c:v>
                </c:pt>
                <c:pt idx="85" formatCode="m/d/yyyy">
                  <c:v>46102</c:v>
                </c:pt>
                <c:pt idx="86" formatCode="m/d/yyyy">
                  <c:v>46101</c:v>
                </c:pt>
                <c:pt idx="87" formatCode="m/d/yyyy">
                  <c:v>46100</c:v>
                </c:pt>
                <c:pt idx="88" formatCode="m/d/yyyy">
                  <c:v>46099</c:v>
                </c:pt>
                <c:pt idx="89" formatCode="m/d/yyyy">
                  <c:v>46098</c:v>
                </c:pt>
                <c:pt idx="90" formatCode="m/d/yyyy">
                  <c:v>46097</c:v>
                </c:pt>
                <c:pt idx="91" formatCode="m/d/yyyy">
                  <c:v>46096</c:v>
                </c:pt>
                <c:pt idx="92" formatCode="m/d/yyyy">
                  <c:v>46095</c:v>
                </c:pt>
                <c:pt idx="93" formatCode="m/d/yyyy">
                  <c:v>46094</c:v>
                </c:pt>
                <c:pt idx="94" formatCode="m/d/yyyy">
                  <c:v>46093</c:v>
                </c:pt>
                <c:pt idx="95" formatCode="m/d/yyyy">
                  <c:v>46092</c:v>
                </c:pt>
                <c:pt idx="96" formatCode="m/d/yyyy">
                  <c:v>46091</c:v>
                </c:pt>
                <c:pt idx="97" formatCode="m/d/yyyy">
                  <c:v>46090</c:v>
                </c:pt>
                <c:pt idx="98" formatCode="m/d/yyyy">
                  <c:v>46089</c:v>
                </c:pt>
                <c:pt idx="99" formatCode="m/d/yyyy">
                  <c:v>46088</c:v>
                </c:pt>
                <c:pt idx="100" formatCode="m/d/yyyy">
                  <c:v>46087</c:v>
                </c:pt>
                <c:pt idx="101" formatCode="m/d/yyyy">
                  <c:v>46086</c:v>
                </c:pt>
                <c:pt idx="102" formatCode="m/d/yyyy">
                  <c:v>46085</c:v>
                </c:pt>
                <c:pt idx="103" formatCode="m/d/yyyy">
                  <c:v>46084</c:v>
                </c:pt>
                <c:pt idx="104" formatCode="m/d/yyyy">
                  <c:v>46083</c:v>
                </c:pt>
                <c:pt idx="105" formatCode="m/d/yyyy">
                  <c:v>46082</c:v>
                </c:pt>
                <c:pt idx="106" formatCode="m/d/yyyy">
                  <c:v>46081</c:v>
                </c:pt>
                <c:pt idx="107" formatCode="m/d/yyyy">
                  <c:v>46080</c:v>
                </c:pt>
                <c:pt idx="108" formatCode="m/d/yyyy">
                  <c:v>46079</c:v>
                </c:pt>
                <c:pt idx="109" formatCode="m/d/yyyy">
                  <c:v>46078</c:v>
                </c:pt>
                <c:pt idx="110" formatCode="m/d/yyyy">
                  <c:v>46077</c:v>
                </c:pt>
                <c:pt idx="111" formatCode="m/d/yyyy">
                  <c:v>46076</c:v>
                </c:pt>
                <c:pt idx="112" formatCode="m/d/yyyy">
                  <c:v>46075</c:v>
                </c:pt>
                <c:pt idx="113" formatCode="m/d/yyyy">
                  <c:v>46074</c:v>
                </c:pt>
                <c:pt idx="114" formatCode="m/d/yyyy">
                  <c:v>46073</c:v>
                </c:pt>
                <c:pt idx="115" formatCode="m/d/yyyy">
                  <c:v>46072</c:v>
                </c:pt>
                <c:pt idx="116" formatCode="m/d/yyyy">
                  <c:v>46071</c:v>
                </c:pt>
                <c:pt idx="117" formatCode="m/d/yyyy">
                  <c:v>46070</c:v>
                </c:pt>
                <c:pt idx="118" formatCode="m/d/yyyy">
                  <c:v>46069</c:v>
                </c:pt>
                <c:pt idx="119" formatCode="m/d/yyyy">
                  <c:v>46068</c:v>
                </c:pt>
                <c:pt idx="120" formatCode="m/d/yyyy">
                  <c:v>46067</c:v>
                </c:pt>
                <c:pt idx="121" formatCode="m/d/yyyy">
                  <c:v>46066</c:v>
                </c:pt>
                <c:pt idx="122" formatCode="m/d/yyyy">
                  <c:v>46065</c:v>
                </c:pt>
                <c:pt idx="123" formatCode="m/d/yyyy">
                  <c:v>46064</c:v>
                </c:pt>
                <c:pt idx="124" formatCode="m/d/yyyy">
                  <c:v>46063</c:v>
                </c:pt>
                <c:pt idx="125" formatCode="m/d/yyyy">
                  <c:v>46062</c:v>
                </c:pt>
                <c:pt idx="126" formatCode="m/d/yyyy">
                  <c:v>46061</c:v>
                </c:pt>
                <c:pt idx="127" formatCode="m/d/yyyy">
                  <c:v>46060</c:v>
                </c:pt>
                <c:pt idx="128" formatCode="m/d/yyyy">
                  <c:v>46059</c:v>
                </c:pt>
                <c:pt idx="129" formatCode="m/d/yyyy">
                  <c:v>46058</c:v>
                </c:pt>
                <c:pt idx="130" formatCode="m/d/yyyy">
                  <c:v>46057</c:v>
                </c:pt>
                <c:pt idx="131" formatCode="m/d/yyyy">
                  <c:v>46056</c:v>
                </c:pt>
                <c:pt idx="132" formatCode="m/d/yyyy">
                  <c:v>46055</c:v>
                </c:pt>
                <c:pt idx="133" formatCode="m/d/yyyy">
                  <c:v>46054</c:v>
                </c:pt>
                <c:pt idx="134" formatCode="m/d/yyyy">
                  <c:v>46053</c:v>
                </c:pt>
                <c:pt idx="135" formatCode="m/d/yyyy">
                  <c:v>46052</c:v>
                </c:pt>
                <c:pt idx="136" formatCode="m/d/yyyy">
                  <c:v>46051</c:v>
                </c:pt>
                <c:pt idx="137" formatCode="m/d/yyyy">
                  <c:v>46050</c:v>
                </c:pt>
                <c:pt idx="138" formatCode="m/d/yyyy">
                  <c:v>46049</c:v>
                </c:pt>
                <c:pt idx="139" formatCode="m/d/yyyy">
                  <c:v>46048</c:v>
                </c:pt>
                <c:pt idx="140" formatCode="m/d/yyyy">
                  <c:v>46047</c:v>
                </c:pt>
                <c:pt idx="141" formatCode="m/d/yyyy">
                  <c:v>46046</c:v>
                </c:pt>
                <c:pt idx="142" formatCode="m/d/yyyy">
                  <c:v>46045</c:v>
                </c:pt>
                <c:pt idx="143" formatCode="m/d/yyyy">
                  <c:v>46044</c:v>
                </c:pt>
                <c:pt idx="144" formatCode="m/d/yyyy">
                  <c:v>46043</c:v>
                </c:pt>
                <c:pt idx="145" formatCode="m/d/yyyy">
                  <c:v>46042</c:v>
                </c:pt>
                <c:pt idx="146" formatCode="m/d/yyyy">
                  <c:v>46041</c:v>
                </c:pt>
                <c:pt idx="147" formatCode="m/d/yyyy">
                  <c:v>46040</c:v>
                </c:pt>
                <c:pt idx="148" formatCode="m/d/yyyy">
                  <c:v>46039</c:v>
                </c:pt>
                <c:pt idx="149" formatCode="m/d/yyyy">
                  <c:v>46038</c:v>
                </c:pt>
                <c:pt idx="150" formatCode="m/d/yyyy">
                  <c:v>46037</c:v>
                </c:pt>
                <c:pt idx="151" formatCode="m/d/yyyy">
                  <c:v>46036</c:v>
                </c:pt>
                <c:pt idx="152" formatCode="m/d/yyyy">
                  <c:v>46035</c:v>
                </c:pt>
                <c:pt idx="153" formatCode="m/d/yyyy">
                  <c:v>46034</c:v>
                </c:pt>
                <c:pt idx="154" formatCode="m/d/yyyy">
                  <c:v>46033</c:v>
                </c:pt>
                <c:pt idx="155" formatCode="m/d/yyyy">
                  <c:v>46032</c:v>
                </c:pt>
                <c:pt idx="156" formatCode="m/d/yyyy">
                  <c:v>46031</c:v>
                </c:pt>
                <c:pt idx="157" formatCode="m/d/yyyy">
                  <c:v>46030</c:v>
                </c:pt>
                <c:pt idx="158" formatCode="m/d/yyyy">
                  <c:v>46029</c:v>
                </c:pt>
                <c:pt idx="159" formatCode="m/d/yyyy">
                  <c:v>46028</c:v>
                </c:pt>
                <c:pt idx="160" formatCode="m/d/yyyy">
                  <c:v>46027</c:v>
                </c:pt>
                <c:pt idx="161" formatCode="m/d/yyyy">
                  <c:v>46026</c:v>
                </c:pt>
                <c:pt idx="162" formatCode="m/d/yyyy">
                  <c:v>46025</c:v>
                </c:pt>
                <c:pt idx="163" formatCode="m/d/yyyy">
                  <c:v>46024</c:v>
                </c:pt>
                <c:pt idx="164" formatCode="m/d/yyyy">
                  <c:v>46023</c:v>
                </c:pt>
              </c:numCache>
            </c:numRef>
          </c:cat>
          <c:val>
            <c:numRef>
              <c:f>今年美股各指数走势!$M$13:$M$166</c:f>
              <c:numCache>
                <c:formatCode>0.00%</c:formatCode>
                <c:ptCount val="154"/>
                <c:pt idx="0">
                  <c:v>0.1034519027098094</c:v>
                </c:pt>
                <c:pt idx="1">
                  <c:v>0.11164706741655098</c:v>
                </c:pt>
                <c:pt idx="2">
                  <c:v>0.11021254838945294</c:v>
                </c:pt>
                <c:pt idx="3">
                  <c:v>0.10730552917975318</c:v>
                </c:pt>
                <c:pt idx="4">
                  <c:v>0.10730552917975318</c:v>
                </c:pt>
                <c:pt idx="5">
                  <c:v>0.10730552917975318</c:v>
                </c:pt>
                <c:pt idx="6">
                  <c:v>0.10490541231465927</c:v>
                </c:pt>
                <c:pt idx="7">
                  <c:v>9.8584471550653668E-2</c:v>
                </c:pt>
                <c:pt idx="8">
                  <c:v>9.8403330655174912E-2</c:v>
                </c:pt>
                <c:pt idx="9">
                  <c:v>9.1734716236944014E-2</c:v>
                </c:pt>
                <c:pt idx="10">
                  <c:v>9.1734716236944014E-2</c:v>
                </c:pt>
                <c:pt idx="11">
                  <c:v>9.1734716236944014E-2</c:v>
                </c:pt>
                <c:pt idx="12">
                  <c:v>9.1734716236944014E-2</c:v>
                </c:pt>
                <c:pt idx="13">
                  <c:v>8.7680958293769665E-2</c:v>
                </c:pt>
                <c:pt idx="14">
                  <c:v>8.5818420860419284E-2</c:v>
                </c:pt>
                <c:pt idx="15">
                  <c:v>7.4225403549777177E-2</c:v>
                </c:pt>
                <c:pt idx="16">
                  <c:v>8.1447666350157058E-2</c:v>
                </c:pt>
                <c:pt idx="17">
                  <c:v>8.2243809802059753E-2</c:v>
                </c:pt>
                <c:pt idx="18">
                  <c:v>8.2243809802059753E-2</c:v>
                </c:pt>
                <c:pt idx="19">
                  <c:v>8.2243809802059753E-2</c:v>
                </c:pt>
                <c:pt idx="20">
                  <c:v>9.5791395807464721E-2</c:v>
                </c:pt>
                <c:pt idx="21">
                  <c:v>8.7466218683806884E-2</c:v>
                </c:pt>
                <c:pt idx="22">
                  <c:v>8.1142356292454906E-2</c:v>
                </c:pt>
                <c:pt idx="23">
                  <c:v>8.2877802936235506E-2</c:v>
                </c:pt>
                <c:pt idx="24">
                  <c:v>8.0845811116792093E-2</c:v>
                </c:pt>
                <c:pt idx="25">
                  <c:v>8.0845811116792093E-2</c:v>
                </c:pt>
                <c:pt idx="26">
                  <c:v>8.0845811116792093E-2</c:v>
                </c:pt>
                <c:pt idx="27">
                  <c:v>7.1815060988970808E-2</c:v>
                </c:pt>
                <c:pt idx="28">
                  <c:v>7.5906800087648801E-2</c:v>
                </c:pt>
                <c:pt idx="29">
                  <c:v>6.0436783288291614E-2</c:v>
                </c:pt>
                <c:pt idx="30">
                  <c:v>5.1895405740997734E-2</c:v>
                </c:pt>
                <c:pt idx="31">
                  <c:v>5.6185815499233058E-2</c:v>
                </c:pt>
                <c:pt idx="32">
                  <c:v>5.6185815499233058E-2</c:v>
                </c:pt>
                <c:pt idx="33">
                  <c:v>5.6185815499233058E-2</c:v>
                </c:pt>
                <c:pt idx="34">
                  <c:v>5.3102037835074167E-2</c:v>
                </c:pt>
                <c:pt idx="35">
                  <c:v>4.2429333138558151E-2</c:v>
                </c:pt>
                <c:pt idx="36">
                  <c:v>4.2845665035424758E-2</c:v>
                </c:pt>
                <c:pt idx="37">
                  <c:v>4.7974581842086021E-2</c:v>
                </c:pt>
                <c:pt idx="38">
                  <c:v>4.6684683368636321E-2</c:v>
                </c:pt>
                <c:pt idx="39">
                  <c:v>4.6684683368636321E-2</c:v>
                </c:pt>
                <c:pt idx="40">
                  <c:v>4.6684683368636321E-2</c:v>
                </c:pt>
                <c:pt idx="41">
                  <c:v>3.8404791468848093E-2</c:v>
                </c:pt>
                <c:pt idx="42">
                  <c:v>4.2714191804835239E-2</c:v>
                </c:pt>
                <c:pt idx="43">
                  <c:v>3.1920239573442442E-2</c:v>
                </c:pt>
                <c:pt idx="44">
                  <c:v>3.8512891680666177E-2</c:v>
                </c:pt>
                <c:pt idx="45">
                  <c:v>4.0984588415747633E-2</c:v>
                </c:pt>
                <c:pt idx="46">
                  <c:v>4.0984588415747633E-2</c:v>
                </c:pt>
                <c:pt idx="47">
                  <c:v>4.0984588415747633E-2</c:v>
                </c:pt>
                <c:pt idx="48">
                  <c:v>2.8599810094222446E-2</c:v>
                </c:pt>
                <c:pt idx="49">
                  <c:v>2.5922138631217562E-2</c:v>
                </c:pt>
                <c:pt idx="50">
                  <c:v>1.7804397049156397E-2</c:v>
                </c:pt>
                <c:pt idx="51">
                  <c:v>5.9513549046818761E-3</c:v>
                </c:pt>
                <c:pt idx="52">
                  <c:v>-4.1793879190708746E-3</c:v>
                </c:pt>
                <c:pt idx="53">
                  <c:v>-4.1793879190708746E-3</c:v>
                </c:pt>
                <c:pt idx="54">
                  <c:v>-4.1793879190708746E-3</c:v>
                </c:pt>
                <c:pt idx="55">
                  <c:v>-3.0443356949821261E-3</c:v>
                </c:pt>
                <c:pt idx="56">
                  <c:v>-9.1578409173909275E-3</c:v>
                </c:pt>
                <c:pt idx="57">
                  <c:v>-3.3401504638083362E-2</c:v>
                </c:pt>
                <c:pt idx="58">
                  <c:v>-3.4134833102037847E-2</c:v>
                </c:pt>
                <c:pt idx="59">
                  <c:v>-3.8391644145789265E-2</c:v>
                </c:pt>
                <c:pt idx="60">
                  <c:v>-3.8391644145789265E-2</c:v>
                </c:pt>
                <c:pt idx="61">
                  <c:v>-3.8391644145789265E-2</c:v>
                </c:pt>
                <c:pt idx="62">
                  <c:v>-3.8391644145789265E-2</c:v>
                </c:pt>
                <c:pt idx="63">
                  <c:v>-3.9468263822949427E-2</c:v>
                </c:pt>
                <c:pt idx="64">
                  <c:v>-4.6304871813600108E-2</c:v>
                </c:pt>
                <c:pt idx="65">
                  <c:v>-7.3300708494631467E-2</c:v>
                </c:pt>
                <c:pt idx="66">
                  <c:v>-6.9629683733839695E-2</c:v>
                </c:pt>
                <c:pt idx="67">
                  <c:v>-6.9629683733839695E-2</c:v>
                </c:pt>
                <c:pt idx="68">
                  <c:v>-6.9629683733839695E-2</c:v>
                </c:pt>
                <c:pt idx="69">
                  <c:v>-5.3807610839237477E-2</c:v>
                </c:pt>
                <c:pt idx="70">
                  <c:v>-3.704623475275734E-2</c:v>
                </c:pt>
                <c:pt idx="71">
                  <c:v>-4.2236505733693683E-2</c:v>
                </c:pt>
                <c:pt idx="72">
                  <c:v>-3.8638521656562702E-2</c:v>
                </c:pt>
                <c:pt idx="73">
                  <c:v>-4.9524505149368264E-2</c:v>
                </c:pt>
                <c:pt idx="74">
                  <c:v>-4.9524505149368264E-2</c:v>
                </c:pt>
                <c:pt idx="75">
                  <c:v>-4.9524505149368264E-2</c:v>
                </c:pt>
                <c:pt idx="76">
                  <c:v>-3.4914907603535203E-2</c:v>
                </c:pt>
                <c:pt idx="77">
                  <c:v>-3.2254765904608892E-2</c:v>
                </c:pt>
                <c:pt idx="78">
                  <c:v>-1.8904389745087992E-2</c:v>
                </c:pt>
                <c:pt idx="79">
                  <c:v>-2.1345409393031901E-2</c:v>
                </c:pt>
                <c:pt idx="80">
                  <c:v>-3.1160616463370157E-2</c:v>
                </c:pt>
                <c:pt idx="81">
                  <c:v>-3.1160616463370157E-2</c:v>
                </c:pt>
                <c:pt idx="82">
                  <c:v>-3.1160616463370157E-2</c:v>
                </c:pt>
                <c:pt idx="83">
                  <c:v>-2.52545467825579E-2</c:v>
                </c:pt>
                <c:pt idx="84">
                  <c:v>-1.0181871302315362E-2</c:v>
                </c:pt>
                <c:pt idx="85">
                  <c:v>-9.3521291359287759E-3</c:v>
                </c:pt>
                <c:pt idx="86">
                  <c:v>-7.2324884960923552E-3</c:v>
                </c:pt>
                <c:pt idx="87">
                  <c:v>-1.5408662625082108E-2</c:v>
                </c:pt>
                <c:pt idx="88">
                  <c:v>-1.5408662625082108E-2</c:v>
                </c:pt>
                <c:pt idx="89">
                  <c:v>-1.5408662625082108E-2</c:v>
                </c:pt>
                <c:pt idx="90">
                  <c:v>-2.160543422686431E-3</c:v>
                </c:pt>
                <c:pt idx="91">
                  <c:v>3.505952815718355E-3</c:v>
                </c:pt>
                <c:pt idx="92">
                  <c:v>-4.2173690745745222E-3</c:v>
                </c:pt>
                <c:pt idx="93">
                  <c:v>5.2764589876561083E-3</c:v>
                </c:pt>
                <c:pt idx="94">
                  <c:v>4.8761960411949617E-3</c:v>
                </c:pt>
                <c:pt idx="95">
                  <c:v>4.8761960411949617E-3</c:v>
                </c:pt>
                <c:pt idx="96">
                  <c:v>4.8761960411949617E-3</c:v>
                </c:pt>
                <c:pt idx="97">
                  <c:v>9.2557154334964101E-3</c:v>
                </c:pt>
                <c:pt idx="98">
                  <c:v>1.4700167993572436E-2</c:v>
                </c:pt>
                <c:pt idx="99">
                  <c:v>6.5108465415235862E-3</c:v>
                </c:pt>
                <c:pt idx="100">
                  <c:v>-1.1321305967423856E-3</c:v>
                </c:pt>
                <c:pt idx="101">
                  <c:v>9.350668322255529E-3</c:v>
                </c:pt>
                <c:pt idx="102">
                  <c:v>9.350668322255529E-3</c:v>
                </c:pt>
                <c:pt idx="103">
                  <c:v>9.350668322255529E-3</c:v>
                </c:pt>
                <c:pt idx="104">
                  <c:v>2.3942736104010411E-3</c:v>
                </c:pt>
                <c:pt idx="105">
                  <c:v>5.2311737637864876E-3</c:v>
                </c:pt>
                <c:pt idx="106">
                  <c:v>-3.3306551749320655E-4</c:v>
                </c:pt>
                <c:pt idx="107">
                  <c:v>-1.3629391571104998E-3</c:v>
                </c:pt>
                <c:pt idx="108">
                  <c:v>-1.3629391571104998E-3</c:v>
                </c:pt>
                <c:pt idx="109">
                  <c:v>-1.3629391571104998E-3</c:v>
                </c:pt>
                <c:pt idx="110">
                  <c:v>-1.3629391571104998E-3</c:v>
                </c:pt>
                <c:pt idx="111">
                  <c:v>-1.8610766196771283E-3</c:v>
                </c:pt>
                <c:pt idx="112">
                  <c:v>1.4019428821853809E-2</c:v>
                </c:pt>
                <c:pt idx="113">
                  <c:v>1.4069096486743175E-2</c:v>
                </c:pt>
                <c:pt idx="114">
                  <c:v>1.7430428748813048E-2</c:v>
                </c:pt>
                <c:pt idx="115">
                  <c:v>1.2679862683514745E-2</c:v>
                </c:pt>
                <c:pt idx="116">
                  <c:v>1.2679862683514745E-2</c:v>
                </c:pt>
                <c:pt idx="117">
                  <c:v>1.2679862683514745E-2</c:v>
                </c:pt>
                <c:pt idx="118">
                  <c:v>-6.8804324008473246E-3</c:v>
                </c:pt>
                <c:pt idx="119">
                  <c:v>5.4371484917099195E-3</c:v>
                </c:pt>
                <c:pt idx="120">
                  <c:v>1.056314367102482E-2</c:v>
                </c:pt>
                <c:pt idx="121">
                  <c:v>1.912789423709E-2</c:v>
                </c:pt>
                <c:pt idx="122">
                  <c:v>1.3662990285589037E-2</c:v>
                </c:pt>
                <c:pt idx="123">
                  <c:v>1.3662990285589037E-2</c:v>
                </c:pt>
                <c:pt idx="124">
                  <c:v>1.3662990285589037E-2</c:v>
                </c:pt>
                <c:pt idx="125">
                  <c:v>1.8042509677890617E-2</c:v>
                </c:pt>
                <c:pt idx="126">
                  <c:v>1.9360163611131364E-2</c:v>
                </c:pt>
                <c:pt idx="127">
                  <c:v>1.9443429990504763E-2</c:v>
                </c:pt>
                <c:pt idx="128">
                  <c:v>1.5299101599590909E-2</c:v>
                </c:pt>
                <c:pt idx="129">
                  <c:v>1.0241764662917197E-2</c:v>
                </c:pt>
                <c:pt idx="130">
                  <c:v>1.0241764662917197E-2</c:v>
                </c:pt>
                <c:pt idx="131">
                  <c:v>1.0241764662917197E-2</c:v>
                </c:pt>
                <c:pt idx="132">
                  <c:v>9.9116207727704859E-3</c:v>
                </c:pt>
                <c:pt idx="133">
                  <c:v>4.3999707837265199E-3</c:v>
                </c:pt>
                <c:pt idx="134">
                  <c:v>-7.1053977065225812E-3</c:v>
                </c:pt>
                <c:pt idx="135">
                  <c:v>1.3806150025564271E-2</c:v>
                </c:pt>
                <c:pt idx="136">
                  <c:v>1.3806150025564271E-2</c:v>
                </c:pt>
                <c:pt idx="137">
                  <c:v>1.3806150025564271E-2</c:v>
                </c:pt>
                <c:pt idx="138">
                  <c:v>1.3806150025564271E-2</c:v>
                </c:pt>
                <c:pt idx="139">
                  <c:v>1.4457672923818604E-2</c:v>
                </c:pt>
                <c:pt idx="140">
                  <c:v>1.1847198889781661E-2</c:v>
                </c:pt>
                <c:pt idx="141">
                  <c:v>1.727266087210573E-2</c:v>
                </c:pt>
                <c:pt idx="142">
                  <c:v>1.924914177196705E-2</c:v>
                </c:pt>
                <c:pt idx="143">
                  <c:v>1.7643707545102586E-2</c:v>
                </c:pt>
                <c:pt idx="144">
                  <c:v>1.7643707545102586E-2</c:v>
                </c:pt>
                <c:pt idx="145">
                  <c:v>1.7643707545102586E-2</c:v>
                </c:pt>
                <c:pt idx="146">
                  <c:v>1.10963406617486E-2</c:v>
                </c:pt>
                <c:pt idx="147">
                  <c:v>1.101891753706819E-2</c:v>
                </c:pt>
                <c:pt idx="148">
                  <c:v>1.4508801402381083E-2</c:v>
                </c:pt>
                <c:pt idx="149">
                  <c:v>8.2609013220364003E-3</c:v>
                </c:pt>
                <c:pt idx="150">
                  <c:v>1.8946753341611648E-3</c:v>
                </c:pt>
                <c:pt idx="151">
                  <c:v>1.8946753341611648E-3</c:v>
                </c:pt>
                <c:pt idx="152">
                  <c:v>1.8946753341611648E-3</c:v>
                </c:pt>
                <c:pt idx="153">
                  <c:v>0</c:v>
                </c:pt>
              </c:numCache>
            </c:numRef>
          </c:val>
          <c:smooth val="0"/>
          <c:extLst>
            <c:ext xmlns:c16="http://schemas.microsoft.com/office/drawing/2014/chart" uri="{C3380CC4-5D6E-409C-BE32-E72D297353CC}">
              <c16:uniqueId val="{00000003-D01F-46ED-9F72-C93A6DE987B4}"/>
            </c:ext>
          </c:extLst>
        </c:ser>
        <c:ser>
          <c:idx val="4"/>
          <c:order val="4"/>
          <c:tx>
            <c:strRef>
              <c:f>今年美股各指数走势!$N$1</c:f>
              <c:strCache>
                <c:ptCount val="1"/>
                <c:pt idx="0">
                  <c:v>道琼斯工业平均指数</c:v>
                </c:pt>
              </c:strCache>
            </c:strRef>
          </c:tx>
          <c:spPr>
            <a:ln w="25400" cap="rnd">
              <a:solidFill>
                <a:srgbClr val="808080"/>
              </a:solidFill>
              <a:round/>
            </a:ln>
            <a:effectLst/>
          </c:spPr>
          <c:marker>
            <c:symbol val="none"/>
          </c:marker>
          <c:cat>
            <c:numRef>
              <c:f>今年美股各指数走势!$A$2:$A$166</c:f>
              <c:numCache>
                <c:formatCode>yyyy/mm/dd</c:formatCode>
                <c:ptCount val="165"/>
                <c:pt idx="0">
                  <c:v>46191</c:v>
                </c:pt>
                <c:pt idx="1">
                  <c:v>46190</c:v>
                </c:pt>
                <c:pt idx="2">
                  <c:v>46189</c:v>
                </c:pt>
                <c:pt idx="3">
                  <c:v>46188</c:v>
                </c:pt>
                <c:pt idx="4">
                  <c:v>46185</c:v>
                </c:pt>
                <c:pt idx="5">
                  <c:v>46184</c:v>
                </c:pt>
                <c:pt idx="6">
                  <c:v>46183</c:v>
                </c:pt>
                <c:pt idx="7">
                  <c:v>46182</c:v>
                </c:pt>
                <c:pt idx="8">
                  <c:v>46181</c:v>
                </c:pt>
                <c:pt idx="9">
                  <c:v>46178</c:v>
                </c:pt>
                <c:pt idx="10">
                  <c:v>46177</c:v>
                </c:pt>
                <c:pt idx="11" formatCode="m/d/yyyy">
                  <c:v>46176</c:v>
                </c:pt>
                <c:pt idx="12" formatCode="m/d/yyyy">
                  <c:v>46175</c:v>
                </c:pt>
                <c:pt idx="13" formatCode="m/d/yyyy">
                  <c:v>46174</c:v>
                </c:pt>
                <c:pt idx="14" formatCode="m/d/yyyy">
                  <c:v>46173</c:v>
                </c:pt>
                <c:pt idx="15" formatCode="m/d/yyyy">
                  <c:v>46172</c:v>
                </c:pt>
                <c:pt idx="16" formatCode="m/d/yyyy">
                  <c:v>46171</c:v>
                </c:pt>
                <c:pt idx="17" formatCode="m/d/yyyy">
                  <c:v>46170</c:v>
                </c:pt>
                <c:pt idx="18" formatCode="m/d/yyyy">
                  <c:v>46169</c:v>
                </c:pt>
                <c:pt idx="19" formatCode="m/d/yyyy">
                  <c:v>46168</c:v>
                </c:pt>
                <c:pt idx="20" formatCode="m/d/yyyy">
                  <c:v>46167</c:v>
                </c:pt>
                <c:pt idx="21" formatCode="m/d/yyyy">
                  <c:v>46166</c:v>
                </c:pt>
                <c:pt idx="22" formatCode="m/d/yyyy">
                  <c:v>46165</c:v>
                </c:pt>
                <c:pt idx="23" formatCode="m/d/yyyy">
                  <c:v>46164</c:v>
                </c:pt>
                <c:pt idx="24" formatCode="m/d/yyyy">
                  <c:v>46163</c:v>
                </c:pt>
                <c:pt idx="25" formatCode="m/d/yyyy">
                  <c:v>46162</c:v>
                </c:pt>
                <c:pt idx="26" formatCode="m/d/yyyy">
                  <c:v>46161</c:v>
                </c:pt>
                <c:pt idx="27" formatCode="m/d/yyyy">
                  <c:v>46160</c:v>
                </c:pt>
                <c:pt idx="28" formatCode="m/d/yyyy">
                  <c:v>46159</c:v>
                </c:pt>
                <c:pt idx="29" formatCode="m/d/yyyy">
                  <c:v>46158</c:v>
                </c:pt>
                <c:pt idx="30" formatCode="m/d/yyyy">
                  <c:v>46157</c:v>
                </c:pt>
                <c:pt idx="31" formatCode="m/d/yyyy">
                  <c:v>46156</c:v>
                </c:pt>
                <c:pt idx="32" formatCode="m/d/yyyy">
                  <c:v>46155</c:v>
                </c:pt>
                <c:pt idx="33" formatCode="m/d/yyyy">
                  <c:v>46154</c:v>
                </c:pt>
                <c:pt idx="34" formatCode="m/d/yyyy">
                  <c:v>46153</c:v>
                </c:pt>
                <c:pt idx="35" formatCode="m/d/yyyy">
                  <c:v>46152</c:v>
                </c:pt>
                <c:pt idx="36" formatCode="m/d/yyyy">
                  <c:v>46151</c:v>
                </c:pt>
                <c:pt idx="37" formatCode="m/d/yyyy">
                  <c:v>46150</c:v>
                </c:pt>
                <c:pt idx="38" formatCode="m/d/yyyy">
                  <c:v>46149</c:v>
                </c:pt>
                <c:pt idx="39" formatCode="m/d/yyyy">
                  <c:v>46148</c:v>
                </c:pt>
                <c:pt idx="40" formatCode="m/d/yyyy">
                  <c:v>46147</c:v>
                </c:pt>
                <c:pt idx="41" formatCode="m/d/yyyy">
                  <c:v>46146</c:v>
                </c:pt>
                <c:pt idx="42" formatCode="m/d/yyyy">
                  <c:v>46145</c:v>
                </c:pt>
                <c:pt idx="43" formatCode="m/d/yyyy">
                  <c:v>46144</c:v>
                </c:pt>
                <c:pt idx="44" formatCode="m/d/yyyy">
                  <c:v>46143</c:v>
                </c:pt>
                <c:pt idx="45" formatCode="m/d/yyyy">
                  <c:v>46142</c:v>
                </c:pt>
                <c:pt idx="46" formatCode="m/d/yyyy">
                  <c:v>46141</c:v>
                </c:pt>
                <c:pt idx="47" formatCode="m/d/yyyy">
                  <c:v>46140</c:v>
                </c:pt>
                <c:pt idx="48" formatCode="m/d/yyyy">
                  <c:v>46139</c:v>
                </c:pt>
                <c:pt idx="49" formatCode="m/d/yyyy">
                  <c:v>46138</c:v>
                </c:pt>
                <c:pt idx="50" formatCode="m/d/yyyy">
                  <c:v>46137</c:v>
                </c:pt>
                <c:pt idx="51" formatCode="m/d/yyyy">
                  <c:v>46136</c:v>
                </c:pt>
                <c:pt idx="52" formatCode="m/d/yyyy">
                  <c:v>46135</c:v>
                </c:pt>
                <c:pt idx="53" formatCode="m/d/yyyy">
                  <c:v>46134</c:v>
                </c:pt>
                <c:pt idx="54" formatCode="m/d/yyyy">
                  <c:v>46133</c:v>
                </c:pt>
                <c:pt idx="55" formatCode="m/d/yyyy">
                  <c:v>46132</c:v>
                </c:pt>
                <c:pt idx="56" formatCode="m/d/yyyy">
                  <c:v>46131</c:v>
                </c:pt>
                <c:pt idx="57" formatCode="m/d/yyyy">
                  <c:v>46130</c:v>
                </c:pt>
                <c:pt idx="58" formatCode="m/d/yyyy">
                  <c:v>46129</c:v>
                </c:pt>
                <c:pt idx="59" formatCode="m/d/yyyy">
                  <c:v>46128</c:v>
                </c:pt>
                <c:pt idx="60" formatCode="m/d/yyyy">
                  <c:v>46127</c:v>
                </c:pt>
                <c:pt idx="61" formatCode="m/d/yyyy">
                  <c:v>46126</c:v>
                </c:pt>
                <c:pt idx="62" formatCode="m/d/yyyy">
                  <c:v>46125</c:v>
                </c:pt>
                <c:pt idx="63" formatCode="m/d/yyyy">
                  <c:v>46124</c:v>
                </c:pt>
                <c:pt idx="64" formatCode="m/d/yyyy">
                  <c:v>46123</c:v>
                </c:pt>
                <c:pt idx="65" formatCode="m/d/yyyy">
                  <c:v>46122</c:v>
                </c:pt>
                <c:pt idx="66" formatCode="m/d/yyyy">
                  <c:v>46121</c:v>
                </c:pt>
                <c:pt idx="67" formatCode="m/d/yyyy">
                  <c:v>46120</c:v>
                </c:pt>
                <c:pt idx="68" formatCode="m/d/yyyy">
                  <c:v>46119</c:v>
                </c:pt>
                <c:pt idx="69" formatCode="m/d/yyyy">
                  <c:v>46118</c:v>
                </c:pt>
                <c:pt idx="70" formatCode="m/d/yyyy">
                  <c:v>46117</c:v>
                </c:pt>
                <c:pt idx="71" formatCode="m/d/yyyy">
                  <c:v>46116</c:v>
                </c:pt>
                <c:pt idx="72" formatCode="m/d/yyyy">
                  <c:v>46115</c:v>
                </c:pt>
                <c:pt idx="73" formatCode="m/d/yyyy">
                  <c:v>46114</c:v>
                </c:pt>
                <c:pt idx="74" formatCode="m/d/yyyy">
                  <c:v>46113</c:v>
                </c:pt>
                <c:pt idx="75" formatCode="m/d/yyyy">
                  <c:v>46112</c:v>
                </c:pt>
                <c:pt idx="76" formatCode="m/d/yyyy">
                  <c:v>46111</c:v>
                </c:pt>
                <c:pt idx="77" formatCode="m/d/yyyy">
                  <c:v>46110</c:v>
                </c:pt>
                <c:pt idx="78" formatCode="m/d/yyyy">
                  <c:v>46109</c:v>
                </c:pt>
                <c:pt idx="79" formatCode="m/d/yyyy">
                  <c:v>46108</c:v>
                </c:pt>
                <c:pt idx="80" formatCode="m/d/yyyy">
                  <c:v>46107</c:v>
                </c:pt>
                <c:pt idx="81" formatCode="m/d/yyyy">
                  <c:v>46106</c:v>
                </c:pt>
                <c:pt idx="82" formatCode="m/d/yyyy">
                  <c:v>46105</c:v>
                </c:pt>
                <c:pt idx="83" formatCode="m/d/yyyy">
                  <c:v>46104</c:v>
                </c:pt>
                <c:pt idx="84" formatCode="m/d/yyyy">
                  <c:v>46103</c:v>
                </c:pt>
                <c:pt idx="85" formatCode="m/d/yyyy">
                  <c:v>46102</c:v>
                </c:pt>
                <c:pt idx="86" formatCode="m/d/yyyy">
                  <c:v>46101</c:v>
                </c:pt>
                <c:pt idx="87" formatCode="m/d/yyyy">
                  <c:v>46100</c:v>
                </c:pt>
                <c:pt idx="88" formatCode="m/d/yyyy">
                  <c:v>46099</c:v>
                </c:pt>
                <c:pt idx="89" formatCode="m/d/yyyy">
                  <c:v>46098</c:v>
                </c:pt>
                <c:pt idx="90" formatCode="m/d/yyyy">
                  <c:v>46097</c:v>
                </c:pt>
                <c:pt idx="91" formatCode="m/d/yyyy">
                  <c:v>46096</c:v>
                </c:pt>
                <c:pt idx="92" formatCode="m/d/yyyy">
                  <c:v>46095</c:v>
                </c:pt>
                <c:pt idx="93" formatCode="m/d/yyyy">
                  <c:v>46094</c:v>
                </c:pt>
                <c:pt idx="94" formatCode="m/d/yyyy">
                  <c:v>46093</c:v>
                </c:pt>
                <c:pt idx="95" formatCode="m/d/yyyy">
                  <c:v>46092</c:v>
                </c:pt>
                <c:pt idx="96" formatCode="m/d/yyyy">
                  <c:v>46091</c:v>
                </c:pt>
                <c:pt idx="97" formatCode="m/d/yyyy">
                  <c:v>46090</c:v>
                </c:pt>
                <c:pt idx="98" formatCode="m/d/yyyy">
                  <c:v>46089</c:v>
                </c:pt>
                <c:pt idx="99" formatCode="m/d/yyyy">
                  <c:v>46088</c:v>
                </c:pt>
                <c:pt idx="100" formatCode="m/d/yyyy">
                  <c:v>46087</c:v>
                </c:pt>
                <c:pt idx="101" formatCode="m/d/yyyy">
                  <c:v>46086</c:v>
                </c:pt>
                <c:pt idx="102" formatCode="m/d/yyyy">
                  <c:v>46085</c:v>
                </c:pt>
                <c:pt idx="103" formatCode="m/d/yyyy">
                  <c:v>46084</c:v>
                </c:pt>
                <c:pt idx="104" formatCode="m/d/yyyy">
                  <c:v>46083</c:v>
                </c:pt>
                <c:pt idx="105" formatCode="m/d/yyyy">
                  <c:v>46082</c:v>
                </c:pt>
                <c:pt idx="106" formatCode="m/d/yyyy">
                  <c:v>46081</c:v>
                </c:pt>
                <c:pt idx="107" formatCode="m/d/yyyy">
                  <c:v>46080</c:v>
                </c:pt>
                <c:pt idx="108" formatCode="m/d/yyyy">
                  <c:v>46079</c:v>
                </c:pt>
                <c:pt idx="109" formatCode="m/d/yyyy">
                  <c:v>46078</c:v>
                </c:pt>
                <c:pt idx="110" formatCode="m/d/yyyy">
                  <c:v>46077</c:v>
                </c:pt>
                <c:pt idx="111" formatCode="m/d/yyyy">
                  <c:v>46076</c:v>
                </c:pt>
                <c:pt idx="112" formatCode="m/d/yyyy">
                  <c:v>46075</c:v>
                </c:pt>
                <c:pt idx="113" formatCode="m/d/yyyy">
                  <c:v>46074</c:v>
                </c:pt>
                <c:pt idx="114" formatCode="m/d/yyyy">
                  <c:v>46073</c:v>
                </c:pt>
                <c:pt idx="115" formatCode="m/d/yyyy">
                  <c:v>46072</c:v>
                </c:pt>
                <c:pt idx="116" formatCode="m/d/yyyy">
                  <c:v>46071</c:v>
                </c:pt>
                <c:pt idx="117" formatCode="m/d/yyyy">
                  <c:v>46070</c:v>
                </c:pt>
                <c:pt idx="118" formatCode="m/d/yyyy">
                  <c:v>46069</c:v>
                </c:pt>
                <c:pt idx="119" formatCode="m/d/yyyy">
                  <c:v>46068</c:v>
                </c:pt>
                <c:pt idx="120" formatCode="m/d/yyyy">
                  <c:v>46067</c:v>
                </c:pt>
                <c:pt idx="121" formatCode="m/d/yyyy">
                  <c:v>46066</c:v>
                </c:pt>
                <c:pt idx="122" formatCode="m/d/yyyy">
                  <c:v>46065</c:v>
                </c:pt>
                <c:pt idx="123" formatCode="m/d/yyyy">
                  <c:v>46064</c:v>
                </c:pt>
                <c:pt idx="124" formatCode="m/d/yyyy">
                  <c:v>46063</c:v>
                </c:pt>
                <c:pt idx="125" formatCode="m/d/yyyy">
                  <c:v>46062</c:v>
                </c:pt>
                <c:pt idx="126" formatCode="m/d/yyyy">
                  <c:v>46061</c:v>
                </c:pt>
                <c:pt idx="127" formatCode="m/d/yyyy">
                  <c:v>46060</c:v>
                </c:pt>
                <c:pt idx="128" formatCode="m/d/yyyy">
                  <c:v>46059</c:v>
                </c:pt>
                <c:pt idx="129" formatCode="m/d/yyyy">
                  <c:v>46058</c:v>
                </c:pt>
                <c:pt idx="130" formatCode="m/d/yyyy">
                  <c:v>46057</c:v>
                </c:pt>
                <c:pt idx="131" formatCode="m/d/yyyy">
                  <c:v>46056</c:v>
                </c:pt>
                <c:pt idx="132" formatCode="m/d/yyyy">
                  <c:v>46055</c:v>
                </c:pt>
                <c:pt idx="133" formatCode="m/d/yyyy">
                  <c:v>46054</c:v>
                </c:pt>
                <c:pt idx="134" formatCode="m/d/yyyy">
                  <c:v>46053</c:v>
                </c:pt>
                <c:pt idx="135" formatCode="m/d/yyyy">
                  <c:v>46052</c:v>
                </c:pt>
                <c:pt idx="136" formatCode="m/d/yyyy">
                  <c:v>46051</c:v>
                </c:pt>
                <c:pt idx="137" formatCode="m/d/yyyy">
                  <c:v>46050</c:v>
                </c:pt>
                <c:pt idx="138" formatCode="m/d/yyyy">
                  <c:v>46049</c:v>
                </c:pt>
                <c:pt idx="139" formatCode="m/d/yyyy">
                  <c:v>46048</c:v>
                </c:pt>
                <c:pt idx="140" formatCode="m/d/yyyy">
                  <c:v>46047</c:v>
                </c:pt>
                <c:pt idx="141" formatCode="m/d/yyyy">
                  <c:v>46046</c:v>
                </c:pt>
                <c:pt idx="142" formatCode="m/d/yyyy">
                  <c:v>46045</c:v>
                </c:pt>
                <c:pt idx="143" formatCode="m/d/yyyy">
                  <c:v>46044</c:v>
                </c:pt>
                <c:pt idx="144" formatCode="m/d/yyyy">
                  <c:v>46043</c:v>
                </c:pt>
                <c:pt idx="145" formatCode="m/d/yyyy">
                  <c:v>46042</c:v>
                </c:pt>
                <c:pt idx="146" formatCode="m/d/yyyy">
                  <c:v>46041</c:v>
                </c:pt>
                <c:pt idx="147" formatCode="m/d/yyyy">
                  <c:v>46040</c:v>
                </c:pt>
                <c:pt idx="148" formatCode="m/d/yyyy">
                  <c:v>46039</c:v>
                </c:pt>
                <c:pt idx="149" formatCode="m/d/yyyy">
                  <c:v>46038</c:v>
                </c:pt>
                <c:pt idx="150" formatCode="m/d/yyyy">
                  <c:v>46037</c:v>
                </c:pt>
                <c:pt idx="151" formatCode="m/d/yyyy">
                  <c:v>46036</c:v>
                </c:pt>
                <c:pt idx="152" formatCode="m/d/yyyy">
                  <c:v>46035</c:v>
                </c:pt>
                <c:pt idx="153" formatCode="m/d/yyyy">
                  <c:v>46034</c:v>
                </c:pt>
                <c:pt idx="154" formatCode="m/d/yyyy">
                  <c:v>46033</c:v>
                </c:pt>
                <c:pt idx="155" formatCode="m/d/yyyy">
                  <c:v>46032</c:v>
                </c:pt>
                <c:pt idx="156" formatCode="m/d/yyyy">
                  <c:v>46031</c:v>
                </c:pt>
                <c:pt idx="157" formatCode="m/d/yyyy">
                  <c:v>46030</c:v>
                </c:pt>
                <c:pt idx="158" formatCode="m/d/yyyy">
                  <c:v>46029</c:v>
                </c:pt>
                <c:pt idx="159" formatCode="m/d/yyyy">
                  <c:v>46028</c:v>
                </c:pt>
                <c:pt idx="160" formatCode="m/d/yyyy">
                  <c:v>46027</c:v>
                </c:pt>
                <c:pt idx="161" formatCode="m/d/yyyy">
                  <c:v>46026</c:v>
                </c:pt>
                <c:pt idx="162" formatCode="m/d/yyyy">
                  <c:v>46025</c:v>
                </c:pt>
                <c:pt idx="163" formatCode="m/d/yyyy">
                  <c:v>46024</c:v>
                </c:pt>
                <c:pt idx="164" formatCode="m/d/yyyy">
                  <c:v>46023</c:v>
                </c:pt>
              </c:numCache>
            </c:numRef>
          </c:cat>
          <c:val>
            <c:numRef>
              <c:f>今年美股各指数走势!$N$13:$N$166</c:f>
              <c:numCache>
                <c:formatCode>0.00%</c:formatCode>
                <c:ptCount val="154"/>
                <c:pt idx="0">
                  <c:v>5.4590104006612919E-2</c:v>
                </c:pt>
                <c:pt idx="1">
                  <c:v>6.7504742184731834E-2</c:v>
                </c:pt>
                <c:pt idx="2">
                  <c:v>6.2742063641502616E-2</c:v>
                </c:pt>
                <c:pt idx="3">
                  <c:v>6.1776253768728653E-2</c:v>
                </c:pt>
                <c:pt idx="4">
                  <c:v>6.1776253768728653E-2</c:v>
                </c:pt>
                <c:pt idx="5">
                  <c:v>6.1776253768728653E-2</c:v>
                </c:pt>
                <c:pt idx="6">
                  <c:v>5.4213517218650663E-2</c:v>
                </c:pt>
                <c:pt idx="7">
                  <c:v>5.3699819550430232E-2</c:v>
                </c:pt>
                <c:pt idx="8">
                  <c:v>4.9900662230987505E-2</c:v>
                </c:pt>
                <c:pt idx="9">
                  <c:v>5.2356174535700663E-2</c:v>
                </c:pt>
                <c:pt idx="10">
                  <c:v>5.2356174535700663E-2</c:v>
                </c:pt>
                <c:pt idx="11">
                  <c:v>5.2356174535700663E-2</c:v>
                </c:pt>
                <c:pt idx="12">
                  <c:v>5.2356174535700663E-2</c:v>
                </c:pt>
                <c:pt idx="13">
                  <c:v>4.6238407732804028E-2</c:v>
                </c:pt>
                <c:pt idx="14">
                  <c:v>4.0489529534911105E-2</c:v>
                </c:pt>
                <c:pt idx="15">
                  <c:v>2.7059945334578561E-2</c:v>
                </c:pt>
                <c:pt idx="16">
                  <c:v>3.3764438514300658E-2</c:v>
                </c:pt>
                <c:pt idx="17">
                  <c:v>3.0436534827307855E-2</c:v>
                </c:pt>
                <c:pt idx="18">
                  <c:v>3.0436534827307855E-2</c:v>
                </c:pt>
                <c:pt idx="19">
                  <c:v>3.0436534827307855E-2</c:v>
                </c:pt>
                <c:pt idx="20">
                  <c:v>4.1615336777819374E-2</c:v>
                </c:pt>
                <c:pt idx="21">
                  <c:v>3.3911744285503476E-2</c:v>
                </c:pt>
                <c:pt idx="22">
                  <c:v>3.5313229701920044E-2</c:v>
                </c:pt>
                <c:pt idx="23">
                  <c:v>3.4146226777234771E-2</c:v>
                </c:pt>
                <c:pt idx="24">
                  <c:v>3.2163216458964888E-2</c:v>
                </c:pt>
                <c:pt idx="25">
                  <c:v>3.2163216458964888E-2</c:v>
                </c:pt>
                <c:pt idx="26">
                  <c:v>3.2163216458964888E-2</c:v>
                </c:pt>
                <c:pt idx="27">
                  <c:v>3.19095925393372E-2</c:v>
                </c:pt>
                <c:pt idx="28">
                  <c:v>3.8434738862029534E-2</c:v>
                </c:pt>
                <c:pt idx="29">
                  <c:v>2.5694454124967289E-2</c:v>
                </c:pt>
                <c:pt idx="30">
                  <c:v>1.8280271700085463E-2</c:v>
                </c:pt>
                <c:pt idx="31">
                  <c:v>2.9876856120336245E-2</c:v>
                </c:pt>
                <c:pt idx="32">
                  <c:v>2.9876856120336245E-2</c:v>
                </c:pt>
                <c:pt idx="33">
                  <c:v>2.9876856120336245E-2</c:v>
                </c:pt>
                <c:pt idx="34">
                  <c:v>3.3057454036126088E-2</c:v>
                </c:pt>
                <c:pt idx="35">
                  <c:v>1.6613927178101975E-2</c:v>
                </c:pt>
                <c:pt idx="36">
                  <c:v>2.2442075854565913E-2</c:v>
                </c:pt>
                <c:pt idx="37">
                  <c:v>2.298011642565459E-2</c:v>
                </c:pt>
                <c:pt idx="38">
                  <c:v>2.4289223646570973E-2</c:v>
                </c:pt>
                <c:pt idx="39">
                  <c:v>2.4289223646570973E-2</c:v>
                </c:pt>
                <c:pt idx="40">
                  <c:v>2.4289223646570973E-2</c:v>
                </c:pt>
                <c:pt idx="41">
                  <c:v>2.5945581336608434E-2</c:v>
                </c:pt>
                <c:pt idx="42">
                  <c:v>2.9684609605376534E-2</c:v>
                </c:pt>
                <c:pt idx="43">
                  <c:v>2.2597079808727129E-2</c:v>
                </c:pt>
                <c:pt idx="44">
                  <c:v>2.8696953537720716E-2</c:v>
                </c:pt>
                <c:pt idx="45">
                  <c:v>2.8798278270172502E-2</c:v>
                </c:pt>
                <c:pt idx="46">
                  <c:v>2.8798278270172502E-2</c:v>
                </c:pt>
                <c:pt idx="47">
                  <c:v>2.8798278270172502E-2</c:v>
                </c:pt>
                <c:pt idx="48">
                  <c:v>1.0723984978972523E-2</c:v>
                </c:pt>
                <c:pt idx="49">
                  <c:v>8.3313064919193058E-3</c:v>
                </c:pt>
                <c:pt idx="50">
                  <c:v>9.8349488767830312E-3</c:v>
                </c:pt>
                <c:pt idx="51">
                  <c:v>3.2240822465544727E-3</c:v>
                </c:pt>
                <c:pt idx="52">
                  <c:v>-3.0526416314821804E-3</c:v>
                </c:pt>
                <c:pt idx="53">
                  <c:v>-3.0526416314821804E-3</c:v>
                </c:pt>
                <c:pt idx="54">
                  <c:v>-3.0526416314821804E-3</c:v>
                </c:pt>
                <c:pt idx="55">
                  <c:v>2.5489307952077777E-3</c:v>
                </c:pt>
                <c:pt idx="56">
                  <c:v>-3.1910008657335489E-3</c:v>
                </c:pt>
                <c:pt idx="57">
                  <c:v>-3.0768388930512282E-2</c:v>
                </c:pt>
                <c:pt idx="58">
                  <c:v>-2.8991148962128965E-2</c:v>
                </c:pt>
                <c:pt idx="59">
                  <c:v>-3.2428491682529488E-2</c:v>
                </c:pt>
                <c:pt idx="60">
                  <c:v>-3.2428491682529488E-2</c:v>
                </c:pt>
                <c:pt idx="61">
                  <c:v>-3.2428491682529488E-2</c:v>
                </c:pt>
                <c:pt idx="62">
                  <c:v>-3.2428491682529488E-2</c:v>
                </c:pt>
                <c:pt idx="63">
                  <c:v>-3.1157875376404798E-2</c:v>
                </c:pt>
                <c:pt idx="64">
                  <c:v>-3.5823182308160735E-2</c:v>
                </c:pt>
                <c:pt idx="65">
                  <c:v>-5.9237517864465822E-2</c:v>
                </c:pt>
                <c:pt idx="66">
                  <c:v>-6.0267409908893073E-2</c:v>
                </c:pt>
                <c:pt idx="67">
                  <c:v>-6.0267409908893073E-2</c:v>
                </c:pt>
                <c:pt idx="68">
                  <c:v>-6.0267409908893073E-2</c:v>
                </c:pt>
                <c:pt idx="69">
                  <c:v>-4.3758552525222476E-2</c:v>
                </c:pt>
                <c:pt idx="70">
                  <c:v>-3.3992679236065672E-2</c:v>
                </c:pt>
                <c:pt idx="71">
                  <c:v>-4.0347425238680151E-2</c:v>
                </c:pt>
                <c:pt idx="72">
                  <c:v>-3.8591199229183012E-2</c:v>
                </c:pt>
                <c:pt idx="73">
                  <c:v>-5.1719722058144575E-2</c:v>
                </c:pt>
                <c:pt idx="74">
                  <c:v>-5.1719722058144575E-2</c:v>
                </c:pt>
                <c:pt idx="75">
                  <c:v>-5.1719722058144575E-2</c:v>
                </c:pt>
                <c:pt idx="76">
                  <c:v>-4.2482734744125936E-2</c:v>
                </c:pt>
                <c:pt idx="77">
                  <c:v>-3.8244156819060855E-2</c:v>
                </c:pt>
                <c:pt idx="78">
                  <c:v>-2.2262937056535224E-2</c:v>
                </c:pt>
                <c:pt idx="79">
                  <c:v>-2.3237693466260787E-2</c:v>
                </c:pt>
                <c:pt idx="80">
                  <c:v>-3.1309134268586267E-2</c:v>
                </c:pt>
                <c:pt idx="81">
                  <c:v>-3.1309134268586267E-2</c:v>
                </c:pt>
                <c:pt idx="82">
                  <c:v>-3.1309134268586267E-2</c:v>
                </c:pt>
                <c:pt idx="83">
                  <c:v>-2.8825325940026209E-2</c:v>
                </c:pt>
                <c:pt idx="84">
                  <c:v>-1.3441027445270684E-2</c:v>
                </c:pt>
                <c:pt idx="85">
                  <c:v>-7.4231289618334247E-3</c:v>
                </c:pt>
                <c:pt idx="86">
                  <c:v>-6.7096946546937996E-3</c:v>
                </c:pt>
                <c:pt idx="87">
                  <c:v>-1.1687506202758862E-2</c:v>
                </c:pt>
                <c:pt idx="88">
                  <c:v>-1.1687506202758862E-2</c:v>
                </c:pt>
                <c:pt idx="89">
                  <c:v>-1.1687506202758862E-2</c:v>
                </c:pt>
                <c:pt idx="90">
                  <c:v>-2.2584804327794228E-3</c:v>
                </c:pt>
                <c:pt idx="91">
                  <c:v>1.4067285031881975E-2</c:v>
                </c:pt>
                <c:pt idx="92">
                  <c:v>9.112568032691809E-3</c:v>
                </c:pt>
                <c:pt idx="93">
                  <c:v>1.7507956696264402E-2</c:v>
                </c:pt>
                <c:pt idx="94">
                  <c:v>1.9029700214030238E-2</c:v>
                </c:pt>
                <c:pt idx="95">
                  <c:v>1.9029700214030238E-2</c:v>
                </c:pt>
                <c:pt idx="96">
                  <c:v>1.9029700214030238E-2</c:v>
                </c:pt>
                <c:pt idx="97">
                  <c:v>2.9875399707344132E-2</c:v>
                </c:pt>
                <c:pt idx="98">
                  <c:v>2.9520659114263725E-2</c:v>
                </c:pt>
                <c:pt idx="99">
                  <c:v>2.3119724013899154E-2</c:v>
                </c:pt>
                <c:pt idx="100">
                  <c:v>1.541238645960351E-2</c:v>
                </c:pt>
                <c:pt idx="101">
                  <c:v>3.251296363607236E-2</c:v>
                </c:pt>
                <c:pt idx="102">
                  <c:v>3.251296363607236E-2</c:v>
                </c:pt>
                <c:pt idx="103">
                  <c:v>3.251296363607236E-2</c:v>
                </c:pt>
                <c:pt idx="104">
                  <c:v>2.7710753883057163E-2</c:v>
                </c:pt>
                <c:pt idx="105">
                  <c:v>3.327633210294182E-2</c:v>
                </c:pt>
                <c:pt idx="106">
                  <c:v>3.0582592244517624E-2</c:v>
                </c:pt>
                <c:pt idx="107">
                  <c:v>2.9911393914149435E-2</c:v>
                </c:pt>
                <c:pt idx="108">
                  <c:v>2.9911393914149435E-2</c:v>
                </c:pt>
                <c:pt idx="109">
                  <c:v>2.9911393914149435E-2</c:v>
                </c:pt>
                <c:pt idx="110">
                  <c:v>2.9911393914149435E-2</c:v>
                </c:pt>
                <c:pt idx="111">
                  <c:v>2.8892945114660323E-2</c:v>
                </c:pt>
                <c:pt idx="112">
                  <c:v>4.2820830617296496E-2</c:v>
                </c:pt>
                <c:pt idx="113">
                  <c:v>4.4209416375782816E-2</c:v>
                </c:pt>
                <c:pt idx="114">
                  <c:v>4.3121891988667477E-2</c:v>
                </c:pt>
                <c:pt idx="115">
                  <c:v>4.2701612810941515E-2</c:v>
                </c:pt>
                <c:pt idx="116">
                  <c:v>4.2701612810941515E-2</c:v>
                </c:pt>
                <c:pt idx="117">
                  <c:v>4.2701612810941515E-2</c:v>
                </c:pt>
                <c:pt idx="118">
                  <c:v>1.7589931941820885E-2</c:v>
                </c:pt>
                <c:pt idx="119">
                  <c:v>2.9919092097107833E-2</c:v>
                </c:pt>
                <c:pt idx="120">
                  <c:v>2.4503108297413621E-2</c:v>
                </c:pt>
                <c:pt idx="121">
                  <c:v>2.7970827631649906E-2</c:v>
                </c:pt>
                <c:pt idx="122">
                  <c:v>1.7251836068650321E-2</c:v>
                </c:pt>
                <c:pt idx="123">
                  <c:v>1.7251836068650321E-2</c:v>
                </c:pt>
                <c:pt idx="124">
                  <c:v>1.7251836068650321E-2</c:v>
                </c:pt>
                <c:pt idx="125">
                  <c:v>2.0977964679488165E-2</c:v>
                </c:pt>
                <c:pt idx="126">
                  <c:v>1.98136665217882E-2</c:v>
                </c:pt>
                <c:pt idx="127">
                  <c:v>1.9560042602160665E-2</c:v>
                </c:pt>
                <c:pt idx="128">
                  <c:v>2.8069447597116232E-2</c:v>
                </c:pt>
                <c:pt idx="129">
                  <c:v>2.1542844861431629E-2</c:v>
                </c:pt>
                <c:pt idx="130">
                  <c:v>2.1542844861431629E-2</c:v>
                </c:pt>
                <c:pt idx="131">
                  <c:v>2.1542844861431629E-2</c:v>
                </c:pt>
                <c:pt idx="132">
                  <c:v>2.747876809931241E-2</c:v>
                </c:pt>
                <c:pt idx="133">
                  <c:v>2.1095934131849948E-2</c:v>
                </c:pt>
                <c:pt idx="134">
                  <c:v>8.8487492221193276E-3</c:v>
                </c:pt>
                <c:pt idx="135">
                  <c:v>2.6965278490090897E-2</c:v>
                </c:pt>
                <c:pt idx="136">
                  <c:v>2.6965278490090897E-2</c:v>
                </c:pt>
                <c:pt idx="137">
                  <c:v>2.6965278490090897E-2</c:v>
                </c:pt>
                <c:pt idx="138">
                  <c:v>2.6965278490090897E-2</c:v>
                </c:pt>
                <c:pt idx="139">
                  <c:v>2.8694456829734323E-2</c:v>
                </c:pt>
                <c:pt idx="140">
                  <c:v>2.2602281283698983E-2</c:v>
                </c:pt>
                <c:pt idx="141">
                  <c:v>2.3483619202930076E-2</c:v>
                </c:pt>
                <c:pt idx="142">
                  <c:v>3.1768736597099285E-2</c:v>
                </c:pt>
                <c:pt idx="143">
                  <c:v>2.9976724439795918E-2</c:v>
                </c:pt>
                <c:pt idx="144">
                  <c:v>2.9976724439795918E-2</c:v>
                </c:pt>
                <c:pt idx="145">
                  <c:v>2.9976724439795918E-2</c:v>
                </c:pt>
                <c:pt idx="146">
                  <c:v>2.5025752502585645E-2</c:v>
                </c:pt>
                <c:pt idx="147">
                  <c:v>1.9407535355985845E-2</c:v>
                </c:pt>
                <c:pt idx="148">
                  <c:v>2.9103084703523227E-2</c:v>
                </c:pt>
                <c:pt idx="149">
                  <c:v>1.901430384811359E-2</c:v>
                </c:pt>
                <c:pt idx="150">
                  <c:v>6.6391626540754601E-3</c:v>
                </c:pt>
                <c:pt idx="151">
                  <c:v>6.6391626540754601E-3</c:v>
                </c:pt>
                <c:pt idx="152">
                  <c:v>6.6391626540754601E-3</c:v>
                </c:pt>
                <c:pt idx="153">
                  <c:v>0</c:v>
                </c:pt>
              </c:numCache>
            </c:numRef>
          </c:val>
          <c:smooth val="0"/>
          <c:extLst>
            <c:ext xmlns:c16="http://schemas.microsoft.com/office/drawing/2014/chart" uri="{C3380CC4-5D6E-409C-BE32-E72D297353CC}">
              <c16:uniqueId val="{00000004-D01F-46ED-9F72-C93A6DE987B4}"/>
            </c:ext>
          </c:extLst>
        </c:ser>
        <c:dLbls>
          <c:showLegendKey val="0"/>
          <c:showVal val="0"/>
          <c:showCatName val="0"/>
          <c:showSerName val="0"/>
          <c:showPercent val="0"/>
          <c:showBubbleSize val="0"/>
        </c:dLbls>
        <c:smooth val="0"/>
        <c:axId val="2000002176"/>
        <c:axId val="2000002177"/>
      </c:lineChart>
      <c:dateAx>
        <c:axId val="2000002176"/>
        <c:scaling>
          <c:orientation val="minMax"/>
        </c:scaling>
        <c:delete val="0"/>
        <c:axPos val="b"/>
        <c:numFmt formatCode="m/d/yy" sourceLinked="0"/>
        <c:majorTickMark val="none"/>
        <c:minorTickMark val="none"/>
        <c:tickLblPos val="low"/>
        <c:spPr>
          <a:noFill/>
          <a:ln w="6350" cap="flat" cmpd="sng" algn="ctr">
            <a:solidFill>
              <a:sysClr val="windowText" lastClr="000000"/>
            </a:solidFill>
            <a:round/>
          </a:ln>
          <a:effectLst/>
        </c:spPr>
        <c:txPr>
          <a:bodyPr rot="-60000000" spcFirstLastPara="1" vertOverflow="ellipsis" vert="horz" wrap="square" anchor="ctr" anchorCtr="1"/>
          <a:lstStyle/>
          <a:p>
            <a:pPr>
              <a:defRPr lang="zh-CN" sz="6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2177"/>
        <c:crosses val="autoZero"/>
        <c:auto val="1"/>
        <c:lblOffset val="100"/>
        <c:baseTimeUnit val="days"/>
      </c:dateAx>
      <c:valAx>
        <c:axId val="2000002177"/>
        <c:scaling>
          <c:orientation val="minMax"/>
          <c:max val="1"/>
          <c:min val="-0.1"/>
        </c:scaling>
        <c:delete val="0"/>
        <c:axPos val="l"/>
        <c:numFmt formatCode="0.00%" sourceLinked="1"/>
        <c:majorTickMark val="out"/>
        <c:minorTickMark val="none"/>
        <c:tickLblPos val="nextTo"/>
        <c:spPr>
          <a:noFill/>
          <a:ln>
            <a:noFill/>
          </a:ln>
          <a:effectLst/>
        </c:spPr>
        <c:txPr>
          <a:bodyPr rot="-60000000" spcFirstLastPara="1" vertOverflow="ellipsis" vert="horz" wrap="square" anchor="ctr" anchorCtr="1"/>
          <a:lstStyle/>
          <a:p>
            <a:pPr>
              <a:defRPr lang="zh-CN" sz="6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2176"/>
        <c:crosses val="autoZero"/>
        <c:crossBetween val="between"/>
        <c:majorUnit val="0.1"/>
      </c:valAx>
      <c:spPr>
        <a:noFill/>
        <a:ln>
          <a:noFill/>
        </a:ln>
        <a:effectLst/>
      </c:spPr>
    </c:plotArea>
    <c:legend>
      <c:legendPos val="t"/>
      <c:legendEntry>
        <c:idx val="0"/>
        <c:txPr>
          <a:bodyPr rot="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egendEntry>
        <c:idx val="1"/>
        <c:txPr>
          <a:bodyPr rot="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egendEntry>
        <c:idx val="2"/>
        <c:txPr>
          <a:bodyPr rot="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egendEntry>
        <c:idx val="3"/>
        <c:txPr>
          <a:bodyPr rot="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egendEntry>
        <c:idx val="4"/>
        <c:txPr>
          <a:bodyPr rot="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ayout>
        <c:manualLayout>
          <c:xMode val="edge"/>
          <c:yMode val="edge"/>
          <c:x val="5.9449066913756857E-2"/>
          <c:y val="2.678705846517962E-3"/>
          <c:w val="0.92560806111910821"/>
          <c:h val="0.1040021286801133"/>
        </c:manualLayout>
      </c:layout>
      <c:overlay val="0"/>
      <c:spPr>
        <a:noFill/>
        <a:ln>
          <a:noFill/>
        </a:ln>
        <a:effectLst/>
      </c:spPr>
      <c:txPr>
        <a:bodyPr rot="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
    <c:plotVisOnly val="1"/>
    <c:dispBlanksAs val="gap"/>
    <c:showDLblsOverMax val="0"/>
  </c:chart>
  <c:spPr>
    <a:noFill/>
    <a:ln w="9525" cap="flat" cmpd="sng" algn="ctr">
      <a:noFill/>
      <a:round/>
    </a:ln>
    <a:effectLst/>
  </c:spPr>
  <c:txPr>
    <a:bodyPr/>
    <a:lstStyle/>
    <a:p>
      <a:pPr>
        <a:defRPr lang="zh-CN" sz="60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defRPr>
      </a:pPr>
      <a:endParaRPr lang="zh-CN"/>
    </a:p>
  </c:txPr>
  <c:externalData r:id="rId1">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红皮书每周零售同比!$B$1</c:f>
              <c:strCache>
                <c:ptCount val="1"/>
                <c:pt idx="0">
                  <c:v>美国:红皮书商业零售销售:当周同比</c:v>
                </c:pt>
              </c:strCache>
            </c:strRef>
          </c:tx>
          <c:spPr>
            <a:ln w="28575" cap="rnd">
              <a:solidFill>
                <a:schemeClr val="accent1"/>
              </a:solidFill>
              <a:round/>
            </a:ln>
            <a:effectLst/>
          </c:spPr>
          <c:marker>
            <c:symbol val="none"/>
          </c:marker>
          <c:cat>
            <c:numRef>
              <c:f>红皮书每周零售同比!$A$2:$A$129</c:f>
              <c:numCache>
                <c:formatCode>m/d/yyyy</c:formatCode>
                <c:ptCount val="128"/>
                <c:pt idx="0">
                  <c:v>46185</c:v>
                </c:pt>
                <c:pt idx="1">
                  <c:v>46178</c:v>
                </c:pt>
                <c:pt idx="2">
                  <c:v>46171</c:v>
                </c:pt>
                <c:pt idx="3">
                  <c:v>46164</c:v>
                </c:pt>
                <c:pt idx="4">
                  <c:v>46157</c:v>
                </c:pt>
                <c:pt idx="5">
                  <c:v>46150</c:v>
                </c:pt>
                <c:pt idx="6">
                  <c:v>46143</c:v>
                </c:pt>
                <c:pt idx="7">
                  <c:v>46136</c:v>
                </c:pt>
                <c:pt idx="8">
                  <c:v>46129</c:v>
                </c:pt>
                <c:pt idx="9">
                  <c:v>46122</c:v>
                </c:pt>
                <c:pt idx="10">
                  <c:v>46115</c:v>
                </c:pt>
                <c:pt idx="11">
                  <c:v>46108</c:v>
                </c:pt>
                <c:pt idx="12">
                  <c:v>46101</c:v>
                </c:pt>
                <c:pt idx="13">
                  <c:v>46094</c:v>
                </c:pt>
                <c:pt idx="14">
                  <c:v>46087</c:v>
                </c:pt>
                <c:pt idx="15">
                  <c:v>46080</c:v>
                </c:pt>
                <c:pt idx="16">
                  <c:v>46073</c:v>
                </c:pt>
                <c:pt idx="17">
                  <c:v>46066</c:v>
                </c:pt>
                <c:pt idx="18">
                  <c:v>46059</c:v>
                </c:pt>
                <c:pt idx="19">
                  <c:v>46052</c:v>
                </c:pt>
                <c:pt idx="20">
                  <c:v>46045</c:v>
                </c:pt>
                <c:pt idx="21">
                  <c:v>46038</c:v>
                </c:pt>
                <c:pt idx="22">
                  <c:v>46031</c:v>
                </c:pt>
                <c:pt idx="23">
                  <c:v>46025</c:v>
                </c:pt>
                <c:pt idx="24">
                  <c:v>46017</c:v>
                </c:pt>
                <c:pt idx="25">
                  <c:v>46010</c:v>
                </c:pt>
                <c:pt idx="26">
                  <c:v>46003</c:v>
                </c:pt>
                <c:pt idx="27">
                  <c:v>45996</c:v>
                </c:pt>
                <c:pt idx="28">
                  <c:v>45989</c:v>
                </c:pt>
                <c:pt idx="29">
                  <c:v>45982</c:v>
                </c:pt>
                <c:pt idx="30">
                  <c:v>45975</c:v>
                </c:pt>
                <c:pt idx="31">
                  <c:v>45968</c:v>
                </c:pt>
                <c:pt idx="32">
                  <c:v>45961</c:v>
                </c:pt>
                <c:pt idx="33">
                  <c:v>45954</c:v>
                </c:pt>
                <c:pt idx="34">
                  <c:v>45947</c:v>
                </c:pt>
                <c:pt idx="35">
                  <c:v>45940</c:v>
                </c:pt>
                <c:pt idx="36">
                  <c:v>45933</c:v>
                </c:pt>
                <c:pt idx="37">
                  <c:v>45926</c:v>
                </c:pt>
                <c:pt idx="38">
                  <c:v>45919</c:v>
                </c:pt>
                <c:pt idx="39">
                  <c:v>45912</c:v>
                </c:pt>
                <c:pt idx="40">
                  <c:v>45905</c:v>
                </c:pt>
                <c:pt idx="41">
                  <c:v>45898</c:v>
                </c:pt>
                <c:pt idx="42">
                  <c:v>45891</c:v>
                </c:pt>
                <c:pt idx="43">
                  <c:v>45884</c:v>
                </c:pt>
                <c:pt idx="44">
                  <c:v>45877</c:v>
                </c:pt>
                <c:pt idx="45">
                  <c:v>45870</c:v>
                </c:pt>
                <c:pt idx="46">
                  <c:v>45863</c:v>
                </c:pt>
                <c:pt idx="47">
                  <c:v>45856</c:v>
                </c:pt>
                <c:pt idx="48">
                  <c:v>45849</c:v>
                </c:pt>
                <c:pt idx="49">
                  <c:v>45842</c:v>
                </c:pt>
                <c:pt idx="50">
                  <c:v>45836</c:v>
                </c:pt>
                <c:pt idx="51">
                  <c:v>45829</c:v>
                </c:pt>
                <c:pt idx="52">
                  <c:v>45822</c:v>
                </c:pt>
                <c:pt idx="53">
                  <c:v>45815</c:v>
                </c:pt>
                <c:pt idx="54">
                  <c:v>45808</c:v>
                </c:pt>
                <c:pt idx="55">
                  <c:v>45801</c:v>
                </c:pt>
                <c:pt idx="56">
                  <c:v>45794</c:v>
                </c:pt>
                <c:pt idx="57">
                  <c:v>45787</c:v>
                </c:pt>
                <c:pt idx="58">
                  <c:v>45780</c:v>
                </c:pt>
                <c:pt idx="59">
                  <c:v>45773</c:v>
                </c:pt>
                <c:pt idx="60">
                  <c:v>45766</c:v>
                </c:pt>
                <c:pt idx="61">
                  <c:v>45759</c:v>
                </c:pt>
                <c:pt idx="62">
                  <c:v>45752</c:v>
                </c:pt>
                <c:pt idx="63">
                  <c:v>45745</c:v>
                </c:pt>
                <c:pt idx="64">
                  <c:v>45738</c:v>
                </c:pt>
                <c:pt idx="65">
                  <c:v>45731</c:v>
                </c:pt>
                <c:pt idx="66">
                  <c:v>45724</c:v>
                </c:pt>
                <c:pt idx="67">
                  <c:v>45717</c:v>
                </c:pt>
                <c:pt idx="68">
                  <c:v>45710</c:v>
                </c:pt>
                <c:pt idx="69">
                  <c:v>45703</c:v>
                </c:pt>
                <c:pt idx="70">
                  <c:v>45696</c:v>
                </c:pt>
                <c:pt idx="71">
                  <c:v>45689</c:v>
                </c:pt>
                <c:pt idx="72">
                  <c:v>45682</c:v>
                </c:pt>
                <c:pt idx="73">
                  <c:v>45675</c:v>
                </c:pt>
                <c:pt idx="74">
                  <c:v>45668</c:v>
                </c:pt>
                <c:pt idx="75">
                  <c:v>45661</c:v>
                </c:pt>
                <c:pt idx="76">
                  <c:v>45654</c:v>
                </c:pt>
                <c:pt idx="77">
                  <c:v>45647</c:v>
                </c:pt>
                <c:pt idx="78">
                  <c:v>45640</c:v>
                </c:pt>
                <c:pt idx="79">
                  <c:v>45633</c:v>
                </c:pt>
                <c:pt idx="80">
                  <c:v>45626</c:v>
                </c:pt>
                <c:pt idx="81">
                  <c:v>45619</c:v>
                </c:pt>
                <c:pt idx="82">
                  <c:v>45612</c:v>
                </c:pt>
                <c:pt idx="83">
                  <c:v>45605</c:v>
                </c:pt>
                <c:pt idx="84">
                  <c:v>45598</c:v>
                </c:pt>
                <c:pt idx="85">
                  <c:v>45591</c:v>
                </c:pt>
                <c:pt idx="86">
                  <c:v>45584</c:v>
                </c:pt>
                <c:pt idx="87">
                  <c:v>45577</c:v>
                </c:pt>
                <c:pt idx="88">
                  <c:v>45570</c:v>
                </c:pt>
                <c:pt idx="89">
                  <c:v>45563</c:v>
                </c:pt>
                <c:pt idx="90">
                  <c:v>45556</c:v>
                </c:pt>
                <c:pt idx="91">
                  <c:v>45549</c:v>
                </c:pt>
                <c:pt idx="92">
                  <c:v>45542</c:v>
                </c:pt>
                <c:pt idx="93">
                  <c:v>45535</c:v>
                </c:pt>
                <c:pt idx="94">
                  <c:v>45528</c:v>
                </c:pt>
                <c:pt idx="95">
                  <c:v>45521</c:v>
                </c:pt>
                <c:pt idx="96">
                  <c:v>45514</c:v>
                </c:pt>
                <c:pt idx="97">
                  <c:v>45507</c:v>
                </c:pt>
                <c:pt idx="98">
                  <c:v>45500</c:v>
                </c:pt>
                <c:pt idx="99">
                  <c:v>45493</c:v>
                </c:pt>
                <c:pt idx="100">
                  <c:v>45486</c:v>
                </c:pt>
                <c:pt idx="101">
                  <c:v>45479</c:v>
                </c:pt>
                <c:pt idx="102">
                  <c:v>45472</c:v>
                </c:pt>
                <c:pt idx="103">
                  <c:v>45465</c:v>
                </c:pt>
                <c:pt idx="104">
                  <c:v>45458</c:v>
                </c:pt>
                <c:pt idx="105">
                  <c:v>45451</c:v>
                </c:pt>
                <c:pt idx="106">
                  <c:v>45444</c:v>
                </c:pt>
                <c:pt idx="107">
                  <c:v>45437</c:v>
                </c:pt>
                <c:pt idx="108">
                  <c:v>45430</c:v>
                </c:pt>
                <c:pt idx="109">
                  <c:v>45423</c:v>
                </c:pt>
                <c:pt idx="110">
                  <c:v>45416</c:v>
                </c:pt>
                <c:pt idx="111">
                  <c:v>45409</c:v>
                </c:pt>
                <c:pt idx="112">
                  <c:v>45402</c:v>
                </c:pt>
                <c:pt idx="113">
                  <c:v>45395</c:v>
                </c:pt>
                <c:pt idx="114">
                  <c:v>45388</c:v>
                </c:pt>
                <c:pt idx="115">
                  <c:v>45381</c:v>
                </c:pt>
                <c:pt idx="116">
                  <c:v>45374</c:v>
                </c:pt>
                <c:pt idx="117">
                  <c:v>45367</c:v>
                </c:pt>
                <c:pt idx="118">
                  <c:v>45360</c:v>
                </c:pt>
                <c:pt idx="119">
                  <c:v>45353</c:v>
                </c:pt>
                <c:pt idx="120">
                  <c:v>45346</c:v>
                </c:pt>
                <c:pt idx="121">
                  <c:v>45339</c:v>
                </c:pt>
                <c:pt idx="122">
                  <c:v>45332</c:v>
                </c:pt>
                <c:pt idx="123">
                  <c:v>45325</c:v>
                </c:pt>
                <c:pt idx="124">
                  <c:v>45318</c:v>
                </c:pt>
                <c:pt idx="125">
                  <c:v>45311</c:v>
                </c:pt>
                <c:pt idx="126">
                  <c:v>45304</c:v>
                </c:pt>
                <c:pt idx="127">
                  <c:v>45297</c:v>
                </c:pt>
              </c:numCache>
            </c:numRef>
          </c:cat>
          <c:val>
            <c:numRef>
              <c:f>红皮书每周零售同比!$B$2:$B$860</c:f>
              <c:numCache>
                <c:formatCode>0.00_ </c:formatCode>
                <c:ptCount val="859"/>
                <c:pt idx="0">
                  <c:v>9.4</c:v>
                </c:pt>
                <c:pt idx="1">
                  <c:v>9.1</c:v>
                </c:pt>
                <c:pt idx="2">
                  <c:v>9</c:v>
                </c:pt>
                <c:pt idx="3">
                  <c:v>9</c:v>
                </c:pt>
                <c:pt idx="4">
                  <c:v>8.1</c:v>
                </c:pt>
                <c:pt idx="5">
                  <c:v>9.6</c:v>
                </c:pt>
                <c:pt idx="6">
                  <c:v>7.8</c:v>
                </c:pt>
                <c:pt idx="7">
                  <c:v>7.7</c:v>
                </c:pt>
                <c:pt idx="8">
                  <c:v>6.7</c:v>
                </c:pt>
                <c:pt idx="9">
                  <c:v>7</c:v>
                </c:pt>
                <c:pt idx="10">
                  <c:v>7.6</c:v>
                </c:pt>
                <c:pt idx="11">
                  <c:v>6.9</c:v>
                </c:pt>
                <c:pt idx="12">
                  <c:v>6.7</c:v>
                </c:pt>
                <c:pt idx="13">
                  <c:v>6.4</c:v>
                </c:pt>
                <c:pt idx="14">
                  <c:v>6.2</c:v>
                </c:pt>
                <c:pt idx="15">
                  <c:v>7</c:v>
                </c:pt>
                <c:pt idx="16">
                  <c:v>6.7</c:v>
                </c:pt>
                <c:pt idx="17">
                  <c:v>7.2</c:v>
                </c:pt>
                <c:pt idx="18">
                  <c:v>6.5</c:v>
                </c:pt>
                <c:pt idx="19">
                  <c:v>6.7</c:v>
                </c:pt>
                <c:pt idx="20">
                  <c:v>7.1</c:v>
                </c:pt>
                <c:pt idx="21">
                  <c:v>5.5</c:v>
                </c:pt>
                <c:pt idx="22">
                  <c:v>5.7</c:v>
                </c:pt>
                <c:pt idx="23">
                  <c:v>7.1</c:v>
                </c:pt>
                <c:pt idx="24">
                  <c:v>7.6</c:v>
                </c:pt>
                <c:pt idx="25">
                  <c:v>7.2</c:v>
                </c:pt>
                <c:pt idx="26">
                  <c:v>6.2</c:v>
                </c:pt>
                <c:pt idx="27">
                  <c:v>5.7</c:v>
                </c:pt>
                <c:pt idx="28">
                  <c:v>7.6</c:v>
                </c:pt>
                <c:pt idx="29">
                  <c:v>5.9</c:v>
                </c:pt>
                <c:pt idx="30">
                  <c:v>6.1</c:v>
                </c:pt>
                <c:pt idx="31">
                  <c:v>5.9</c:v>
                </c:pt>
                <c:pt idx="32">
                  <c:v>5.7</c:v>
                </c:pt>
                <c:pt idx="33">
                  <c:v>5.2</c:v>
                </c:pt>
                <c:pt idx="34">
                  <c:v>5</c:v>
                </c:pt>
                <c:pt idx="35">
                  <c:v>5.9</c:v>
                </c:pt>
                <c:pt idx="36">
                  <c:v>5.8</c:v>
                </c:pt>
                <c:pt idx="37">
                  <c:v>5.9</c:v>
                </c:pt>
                <c:pt idx="38">
                  <c:v>5.7</c:v>
                </c:pt>
                <c:pt idx="39">
                  <c:v>6.3</c:v>
                </c:pt>
                <c:pt idx="40">
                  <c:v>6.6</c:v>
                </c:pt>
                <c:pt idx="41">
                  <c:v>6.5</c:v>
                </c:pt>
                <c:pt idx="42">
                  <c:v>6.5</c:v>
                </c:pt>
                <c:pt idx="43">
                  <c:v>5.9</c:v>
                </c:pt>
                <c:pt idx="44">
                  <c:v>5.7</c:v>
                </c:pt>
                <c:pt idx="45">
                  <c:v>6.5</c:v>
                </c:pt>
                <c:pt idx="46">
                  <c:v>4.9000000000000004</c:v>
                </c:pt>
                <c:pt idx="47">
                  <c:v>5.0999999999999996</c:v>
                </c:pt>
                <c:pt idx="48">
                  <c:v>5.2</c:v>
                </c:pt>
                <c:pt idx="49">
                  <c:v>5.9</c:v>
                </c:pt>
                <c:pt idx="50">
                  <c:v>4.9000000000000004</c:v>
                </c:pt>
                <c:pt idx="51">
                  <c:v>4.8</c:v>
                </c:pt>
                <c:pt idx="52">
                  <c:v>5.2</c:v>
                </c:pt>
                <c:pt idx="53">
                  <c:v>4.7</c:v>
                </c:pt>
                <c:pt idx="54">
                  <c:v>4.9000000000000004</c:v>
                </c:pt>
                <c:pt idx="55">
                  <c:v>6.1</c:v>
                </c:pt>
                <c:pt idx="56">
                  <c:v>5.4</c:v>
                </c:pt>
                <c:pt idx="57">
                  <c:v>5.8</c:v>
                </c:pt>
                <c:pt idx="58">
                  <c:v>6.9</c:v>
                </c:pt>
                <c:pt idx="59">
                  <c:v>6.1</c:v>
                </c:pt>
                <c:pt idx="60">
                  <c:v>7.4</c:v>
                </c:pt>
                <c:pt idx="61">
                  <c:v>6.6</c:v>
                </c:pt>
                <c:pt idx="62">
                  <c:v>7.2</c:v>
                </c:pt>
                <c:pt idx="63">
                  <c:v>4.8</c:v>
                </c:pt>
                <c:pt idx="64">
                  <c:v>5.6</c:v>
                </c:pt>
                <c:pt idx="65">
                  <c:v>5.2</c:v>
                </c:pt>
                <c:pt idx="66">
                  <c:v>5.7</c:v>
                </c:pt>
                <c:pt idx="67">
                  <c:v>6.6</c:v>
                </c:pt>
                <c:pt idx="68">
                  <c:v>6.2</c:v>
                </c:pt>
                <c:pt idx="69">
                  <c:v>6.3</c:v>
                </c:pt>
                <c:pt idx="70">
                  <c:v>5.3</c:v>
                </c:pt>
                <c:pt idx="71">
                  <c:v>5.7</c:v>
                </c:pt>
                <c:pt idx="72">
                  <c:v>4.9000000000000004</c:v>
                </c:pt>
                <c:pt idx="73">
                  <c:v>4.5</c:v>
                </c:pt>
                <c:pt idx="74">
                  <c:v>4</c:v>
                </c:pt>
                <c:pt idx="75">
                  <c:v>6.8</c:v>
                </c:pt>
                <c:pt idx="76">
                  <c:v>7.1</c:v>
                </c:pt>
                <c:pt idx="77">
                  <c:v>5.9</c:v>
                </c:pt>
                <c:pt idx="78">
                  <c:v>4.8</c:v>
                </c:pt>
                <c:pt idx="79">
                  <c:v>4.2</c:v>
                </c:pt>
                <c:pt idx="80">
                  <c:v>7.4</c:v>
                </c:pt>
                <c:pt idx="81">
                  <c:v>4.9000000000000004</c:v>
                </c:pt>
                <c:pt idx="82">
                  <c:v>5.0999999999999996</c:v>
                </c:pt>
                <c:pt idx="83">
                  <c:v>4.8</c:v>
                </c:pt>
                <c:pt idx="84">
                  <c:v>6</c:v>
                </c:pt>
                <c:pt idx="85">
                  <c:v>5.6</c:v>
                </c:pt>
                <c:pt idx="86">
                  <c:v>4.5999999999999996</c:v>
                </c:pt>
                <c:pt idx="87">
                  <c:v>5.6</c:v>
                </c:pt>
                <c:pt idx="88">
                  <c:v>5.4</c:v>
                </c:pt>
                <c:pt idx="89">
                  <c:v>5.3</c:v>
                </c:pt>
                <c:pt idx="90">
                  <c:v>4.4000000000000004</c:v>
                </c:pt>
                <c:pt idx="91">
                  <c:v>4.5999999999999996</c:v>
                </c:pt>
                <c:pt idx="92">
                  <c:v>6.5</c:v>
                </c:pt>
                <c:pt idx="93">
                  <c:v>6.3</c:v>
                </c:pt>
                <c:pt idx="94">
                  <c:v>5</c:v>
                </c:pt>
                <c:pt idx="95">
                  <c:v>4.9000000000000004</c:v>
                </c:pt>
                <c:pt idx="96">
                  <c:v>4.7</c:v>
                </c:pt>
                <c:pt idx="97">
                  <c:v>5.0999999999999996</c:v>
                </c:pt>
                <c:pt idx="98">
                  <c:v>4.5</c:v>
                </c:pt>
                <c:pt idx="99">
                  <c:v>4.9000000000000004</c:v>
                </c:pt>
                <c:pt idx="100">
                  <c:v>4.8</c:v>
                </c:pt>
                <c:pt idx="101">
                  <c:v>6.3</c:v>
                </c:pt>
                <c:pt idx="102">
                  <c:v>5.8</c:v>
                </c:pt>
                <c:pt idx="103">
                  <c:v>5.3</c:v>
                </c:pt>
                <c:pt idx="104">
                  <c:v>5.9</c:v>
                </c:pt>
                <c:pt idx="105">
                  <c:v>5.5</c:v>
                </c:pt>
                <c:pt idx="106">
                  <c:v>5.8</c:v>
                </c:pt>
                <c:pt idx="107">
                  <c:v>6.3</c:v>
                </c:pt>
                <c:pt idx="108">
                  <c:v>5.5</c:v>
                </c:pt>
                <c:pt idx="109">
                  <c:v>6.3</c:v>
                </c:pt>
                <c:pt idx="110">
                  <c:v>6</c:v>
                </c:pt>
                <c:pt idx="111">
                  <c:v>5.5</c:v>
                </c:pt>
                <c:pt idx="112">
                  <c:v>5.3</c:v>
                </c:pt>
                <c:pt idx="113">
                  <c:v>4.9000000000000004</c:v>
                </c:pt>
                <c:pt idx="114">
                  <c:v>5.4</c:v>
                </c:pt>
                <c:pt idx="115">
                  <c:v>5.2</c:v>
                </c:pt>
                <c:pt idx="116">
                  <c:v>3.9</c:v>
                </c:pt>
                <c:pt idx="117">
                  <c:v>3.4</c:v>
                </c:pt>
                <c:pt idx="118">
                  <c:v>3</c:v>
                </c:pt>
                <c:pt idx="119">
                  <c:v>3.1</c:v>
                </c:pt>
                <c:pt idx="120">
                  <c:v>2.7</c:v>
                </c:pt>
                <c:pt idx="121">
                  <c:v>3</c:v>
                </c:pt>
                <c:pt idx="122">
                  <c:v>2.5</c:v>
                </c:pt>
                <c:pt idx="123">
                  <c:v>6.1</c:v>
                </c:pt>
                <c:pt idx="124">
                  <c:v>5</c:v>
                </c:pt>
                <c:pt idx="125">
                  <c:v>5.2</c:v>
                </c:pt>
                <c:pt idx="126">
                  <c:v>5</c:v>
                </c:pt>
                <c:pt idx="127">
                  <c:v>5.9</c:v>
                </c:pt>
                <c:pt idx="128">
                  <c:v>5.6</c:v>
                </c:pt>
                <c:pt idx="129">
                  <c:v>4.0999999999999996</c:v>
                </c:pt>
                <c:pt idx="130">
                  <c:v>3.6</c:v>
                </c:pt>
                <c:pt idx="131">
                  <c:v>3.4</c:v>
                </c:pt>
                <c:pt idx="132">
                  <c:v>3</c:v>
                </c:pt>
                <c:pt idx="133">
                  <c:v>6.3</c:v>
                </c:pt>
                <c:pt idx="134">
                  <c:v>3.4</c:v>
                </c:pt>
                <c:pt idx="135">
                  <c:v>3</c:v>
                </c:pt>
                <c:pt idx="136">
                  <c:v>3.1</c:v>
                </c:pt>
                <c:pt idx="137">
                  <c:v>5.3</c:v>
                </c:pt>
                <c:pt idx="138">
                  <c:v>5</c:v>
                </c:pt>
                <c:pt idx="139">
                  <c:v>4.5999999999999996</c:v>
                </c:pt>
                <c:pt idx="140">
                  <c:v>4</c:v>
                </c:pt>
                <c:pt idx="141">
                  <c:v>3.5</c:v>
                </c:pt>
                <c:pt idx="142">
                  <c:v>3.8</c:v>
                </c:pt>
                <c:pt idx="143">
                  <c:v>3.6</c:v>
                </c:pt>
                <c:pt idx="144">
                  <c:v>4.5999999999999996</c:v>
                </c:pt>
                <c:pt idx="145">
                  <c:v>4.0999999999999996</c:v>
                </c:pt>
                <c:pt idx="146">
                  <c:v>4.2</c:v>
                </c:pt>
                <c:pt idx="147">
                  <c:v>2.9</c:v>
                </c:pt>
                <c:pt idx="148">
                  <c:v>0.7</c:v>
                </c:pt>
                <c:pt idx="149">
                  <c:v>0.3</c:v>
                </c:pt>
                <c:pt idx="150">
                  <c:v>0.1</c:v>
                </c:pt>
                <c:pt idx="151">
                  <c:v>-0.4</c:v>
                </c:pt>
                <c:pt idx="152">
                  <c:v>-0.2</c:v>
                </c:pt>
                <c:pt idx="153">
                  <c:v>-0.4</c:v>
                </c:pt>
                <c:pt idx="154">
                  <c:v>0.7</c:v>
                </c:pt>
                <c:pt idx="155">
                  <c:v>0.5</c:v>
                </c:pt>
                <c:pt idx="156">
                  <c:v>0.9</c:v>
                </c:pt>
                <c:pt idx="157">
                  <c:v>0.4</c:v>
                </c:pt>
                <c:pt idx="158">
                  <c:v>0.6</c:v>
                </c:pt>
                <c:pt idx="159">
                  <c:v>1.2</c:v>
                </c:pt>
                <c:pt idx="160">
                  <c:v>1.5</c:v>
                </c:pt>
                <c:pt idx="161">
                  <c:v>1.6</c:v>
                </c:pt>
                <c:pt idx="162">
                  <c:v>1.3</c:v>
                </c:pt>
                <c:pt idx="163">
                  <c:v>1.3</c:v>
                </c:pt>
                <c:pt idx="164">
                  <c:v>1.8</c:v>
                </c:pt>
                <c:pt idx="165">
                  <c:v>1.1000000000000001</c:v>
                </c:pt>
                <c:pt idx="166">
                  <c:v>1.5</c:v>
                </c:pt>
                <c:pt idx="167">
                  <c:v>3.7</c:v>
                </c:pt>
                <c:pt idx="168">
                  <c:v>2.8</c:v>
                </c:pt>
                <c:pt idx="169">
                  <c:v>3.2</c:v>
                </c:pt>
                <c:pt idx="170">
                  <c:v>2.6</c:v>
                </c:pt>
                <c:pt idx="171">
                  <c:v>3</c:v>
                </c:pt>
                <c:pt idx="172">
                  <c:v>5.3</c:v>
                </c:pt>
                <c:pt idx="173">
                  <c:v>5.3</c:v>
                </c:pt>
                <c:pt idx="174">
                  <c:v>4.9000000000000004</c:v>
                </c:pt>
                <c:pt idx="175">
                  <c:v>4.3</c:v>
                </c:pt>
                <c:pt idx="176">
                  <c:v>4.9000000000000004</c:v>
                </c:pt>
                <c:pt idx="177">
                  <c:v>4.5999999999999996</c:v>
                </c:pt>
                <c:pt idx="178">
                  <c:v>5</c:v>
                </c:pt>
                <c:pt idx="179">
                  <c:v>5.3</c:v>
                </c:pt>
                <c:pt idx="180">
                  <c:v>10.199999999999999</c:v>
                </c:pt>
                <c:pt idx="181">
                  <c:v>9.6</c:v>
                </c:pt>
                <c:pt idx="182">
                  <c:v>7.6</c:v>
                </c:pt>
                <c:pt idx="183">
                  <c:v>5.9</c:v>
                </c:pt>
                <c:pt idx="184">
                  <c:v>5.7</c:v>
                </c:pt>
                <c:pt idx="185">
                  <c:v>10.4</c:v>
                </c:pt>
                <c:pt idx="186">
                  <c:v>7.5</c:v>
                </c:pt>
                <c:pt idx="187">
                  <c:v>6.8</c:v>
                </c:pt>
                <c:pt idx="188">
                  <c:v>7.6</c:v>
                </c:pt>
                <c:pt idx="189">
                  <c:v>9.6999999999999993</c:v>
                </c:pt>
                <c:pt idx="190">
                  <c:v>8.1999999999999993</c:v>
                </c:pt>
                <c:pt idx="191">
                  <c:v>8</c:v>
                </c:pt>
                <c:pt idx="192">
                  <c:v>8.3000000000000007</c:v>
                </c:pt>
                <c:pt idx="193">
                  <c:v>12.3</c:v>
                </c:pt>
                <c:pt idx="194">
                  <c:v>11</c:v>
                </c:pt>
                <c:pt idx="195">
                  <c:v>10.5</c:v>
                </c:pt>
                <c:pt idx="196">
                  <c:v>11.4</c:v>
                </c:pt>
                <c:pt idx="197">
                  <c:v>10.9</c:v>
                </c:pt>
                <c:pt idx="198">
                  <c:v>14.2</c:v>
                </c:pt>
                <c:pt idx="199">
                  <c:v>13.5</c:v>
                </c:pt>
                <c:pt idx="200">
                  <c:v>12.7</c:v>
                </c:pt>
                <c:pt idx="201">
                  <c:v>10.4</c:v>
                </c:pt>
                <c:pt idx="202">
                  <c:v>15.5</c:v>
                </c:pt>
                <c:pt idx="203">
                  <c:v>13.3</c:v>
                </c:pt>
                <c:pt idx="204">
                  <c:v>14.6</c:v>
                </c:pt>
                <c:pt idx="205">
                  <c:v>13</c:v>
                </c:pt>
                <c:pt idx="206">
                  <c:v>13.1</c:v>
                </c:pt>
                <c:pt idx="207">
                  <c:v>11.7</c:v>
                </c:pt>
                <c:pt idx="208">
                  <c:v>12.8</c:v>
                </c:pt>
                <c:pt idx="209">
                  <c:v>11.4</c:v>
                </c:pt>
                <c:pt idx="210">
                  <c:v>12.4</c:v>
                </c:pt>
                <c:pt idx="211">
                  <c:v>12.6</c:v>
                </c:pt>
                <c:pt idx="212">
                  <c:v>11.4</c:v>
                </c:pt>
                <c:pt idx="213">
                  <c:v>12.7</c:v>
                </c:pt>
                <c:pt idx="214">
                  <c:v>13.1</c:v>
                </c:pt>
                <c:pt idx="215">
                  <c:v>15.2</c:v>
                </c:pt>
                <c:pt idx="216">
                  <c:v>12.7</c:v>
                </c:pt>
                <c:pt idx="217">
                  <c:v>15.2</c:v>
                </c:pt>
                <c:pt idx="218">
                  <c:v>13.4</c:v>
                </c:pt>
                <c:pt idx="219">
                  <c:v>14.3</c:v>
                </c:pt>
                <c:pt idx="220">
                  <c:v>12.9</c:v>
                </c:pt>
                <c:pt idx="221">
                  <c:v>12.4</c:v>
                </c:pt>
                <c:pt idx="222">
                  <c:v>12.6</c:v>
                </c:pt>
                <c:pt idx="223">
                  <c:v>13.1</c:v>
                </c:pt>
                <c:pt idx="224">
                  <c:v>13.4</c:v>
                </c:pt>
                <c:pt idx="225">
                  <c:v>14.5</c:v>
                </c:pt>
                <c:pt idx="226">
                  <c:v>15.4</c:v>
                </c:pt>
                <c:pt idx="227">
                  <c:v>13.3</c:v>
                </c:pt>
                <c:pt idx="228">
                  <c:v>15.8</c:v>
                </c:pt>
                <c:pt idx="229">
                  <c:v>15.6</c:v>
                </c:pt>
                <c:pt idx="230">
                  <c:v>15.2</c:v>
                </c:pt>
                <c:pt idx="231">
                  <c:v>14.4</c:v>
                </c:pt>
                <c:pt idx="232">
                  <c:v>18.8</c:v>
                </c:pt>
                <c:pt idx="233">
                  <c:v>21.4</c:v>
                </c:pt>
                <c:pt idx="234">
                  <c:v>16.399999999999999</c:v>
                </c:pt>
                <c:pt idx="235">
                  <c:v>16</c:v>
                </c:pt>
                <c:pt idx="236">
                  <c:v>15.3</c:v>
                </c:pt>
                <c:pt idx="237">
                  <c:v>21.9</c:v>
                </c:pt>
                <c:pt idx="238">
                  <c:v>15.4</c:v>
                </c:pt>
                <c:pt idx="239">
                  <c:v>14.7</c:v>
                </c:pt>
                <c:pt idx="240">
                  <c:v>15.6</c:v>
                </c:pt>
                <c:pt idx="241">
                  <c:v>16.899999999999999</c:v>
                </c:pt>
                <c:pt idx="242">
                  <c:v>15.6</c:v>
                </c:pt>
                <c:pt idx="243">
                  <c:v>15.4</c:v>
                </c:pt>
                <c:pt idx="244">
                  <c:v>14.8</c:v>
                </c:pt>
                <c:pt idx="245">
                  <c:v>16.600000000000001</c:v>
                </c:pt>
                <c:pt idx="246">
                  <c:v>16.5</c:v>
                </c:pt>
                <c:pt idx="247">
                  <c:v>17.100000000000001</c:v>
                </c:pt>
                <c:pt idx="248">
                  <c:v>15.3</c:v>
                </c:pt>
                <c:pt idx="249">
                  <c:v>16.5</c:v>
                </c:pt>
                <c:pt idx="250">
                  <c:v>18.600000000000001</c:v>
                </c:pt>
                <c:pt idx="251">
                  <c:v>16.600000000000001</c:v>
                </c:pt>
                <c:pt idx="252">
                  <c:v>15</c:v>
                </c:pt>
                <c:pt idx="253">
                  <c:v>16.2</c:v>
                </c:pt>
                <c:pt idx="254">
                  <c:v>17.2</c:v>
                </c:pt>
                <c:pt idx="255">
                  <c:v>16</c:v>
                </c:pt>
                <c:pt idx="256">
                  <c:v>15</c:v>
                </c:pt>
                <c:pt idx="257">
                  <c:v>14</c:v>
                </c:pt>
                <c:pt idx="258">
                  <c:v>19.399999999999999</c:v>
                </c:pt>
                <c:pt idx="259">
                  <c:v>18.2</c:v>
                </c:pt>
                <c:pt idx="260">
                  <c:v>17.600000000000001</c:v>
                </c:pt>
                <c:pt idx="261">
                  <c:v>16.399999999999999</c:v>
                </c:pt>
                <c:pt idx="262">
                  <c:v>14.5</c:v>
                </c:pt>
                <c:pt idx="263">
                  <c:v>13</c:v>
                </c:pt>
                <c:pt idx="264">
                  <c:v>13.6</c:v>
                </c:pt>
                <c:pt idx="265">
                  <c:v>12.6</c:v>
                </c:pt>
                <c:pt idx="266">
                  <c:v>13.3</c:v>
                </c:pt>
                <c:pt idx="267">
                  <c:v>14.2</c:v>
                </c:pt>
                <c:pt idx="268">
                  <c:v>13.9</c:v>
                </c:pt>
                <c:pt idx="269">
                  <c:v>13.5</c:v>
                </c:pt>
                <c:pt idx="270">
                  <c:v>13.2</c:v>
                </c:pt>
                <c:pt idx="271">
                  <c:v>10.6</c:v>
                </c:pt>
                <c:pt idx="272">
                  <c:v>9.8000000000000007</c:v>
                </c:pt>
                <c:pt idx="273">
                  <c:v>9.4</c:v>
                </c:pt>
                <c:pt idx="274">
                  <c:v>8.5</c:v>
                </c:pt>
                <c:pt idx="275">
                  <c:v>8</c:v>
                </c:pt>
                <c:pt idx="276">
                  <c:v>4.5999999999999996</c:v>
                </c:pt>
                <c:pt idx="277">
                  <c:v>2.9</c:v>
                </c:pt>
                <c:pt idx="278">
                  <c:v>4</c:v>
                </c:pt>
                <c:pt idx="279">
                  <c:v>0.7</c:v>
                </c:pt>
                <c:pt idx="280">
                  <c:v>4.4000000000000004</c:v>
                </c:pt>
                <c:pt idx="281">
                  <c:v>3.9</c:v>
                </c:pt>
                <c:pt idx="282">
                  <c:v>2.2000000000000002</c:v>
                </c:pt>
                <c:pt idx="283">
                  <c:v>2.1</c:v>
                </c:pt>
                <c:pt idx="284">
                  <c:v>5.5</c:v>
                </c:pt>
                <c:pt idx="285">
                  <c:v>8.9</c:v>
                </c:pt>
                <c:pt idx="286">
                  <c:v>6.5</c:v>
                </c:pt>
                <c:pt idx="287">
                  <c:v>2.5</c:v>
                </c:pt>
                <c:pt idx="288">
                  <c:v>2.1</c:v>
                </c:pt>
                <c:pt idx="289">
                  <c:v>9.1999999999999993</c:v>
                </c:pt>
                <c:pt idx="290">
                  <c:v>2.8</c:v>
                </c:pt>
                <c:pt idx="291">
                  <c:v>1.7</c:v>
                </c:pt>
                <c:pt idx="292">
                  <c:v>1.1000000000000001</c:v>
                </c:pt>
                <c:pt idx="293">
                  <c:v>3.2</c:v>
                </c:pt>
                <c:pt idx="294">
                  <c:v>1.2</c:v>
                </c:pt>
                <c:pt idx="295">
                  <c:v>2.5</c:v>
                </c:pt>
                <c:pt idx="296">
                  <c:v>1.2</c:v>
                </c:pt>
                <c:pt idx="297">
                  <c:v>2.1</c:v>
                </c:pt>
                <c:pt idx="298">
                  <c:v>2.2000000000000002</c:v>
                </c:pt>
                <c:pt idx="299">
                  <c:v>1.5</c:v>
                </c:pt>
                <c:pt idx="300">
                  <c:v>-1.2</c:v>
                </c:pt>
                <c:pt idx="301">
                  <c:v>-0.1</c:v>
                </c:pt>
                <c:pt idx="302">
                  <c:v>4.5999999999999996</c:v>
                </c:pt>
                <c:pt idx="303">
                  <c:v>0.6</c:v>
                </c:pt>
                <c:pt idx="304">
                  <c:v>-3.1</c:v>
                </c:pt>
                <c:pt idx="305">
                  <c:v>-3.4</c:v>
                </c:pt>
                <c:pt idx="306">
                  <c:v>-7.1</c:v>
                </c:pt>
                <c:pt idx="307">
                  <c:v>-8.6999999999999993</c:v>
                </c:pt>
                <c:pt idx="308">
                  <c:v>-7.5</c:v>
                </c:pt>
                <c:pt idx="309">
                  <c:v>-5.5</c:v>
                </c:pt>
                <c:pt idx="310">
                  <c:v>-6.9</c:v>
                </c:pt>
                <c:pt idx="311">
                  <c:v>-5.7</c:v>
                </c:pt>
                <c:pt idx="312">
                  <c:v>-6.1</c:v>
                </c:pt>
                <c:pt idx="313">
                  <c:v>-8.3000000000000007</c:v>
                </c:pt>
                <c:pt idx="314">
                  <c:v>-9.6999999999999993</c:v>
                </c:pt>
                <c:pt idx="315">
                  <c:v>-7.2</c:v>
                </c:pt>
                <c:pt idx="316">
                  <c:v>-5.5</c:v>
                </c:pt>
                <c:pt idx="317">
                  <c:v>-9.5</c:v>
                </c:pt>
                <c:pt idx="318">
                  <c:v>-7.5</c:v>
                </c:pt>
                <c:pt idx="319">
                  <c:v>-9.3000000000000007</c:v>
                </c:pt>
                <c:pt idx="320">
                  <c:v>-8.1</c:v>
                </c:pt>
                <c:pt idx="321">
                  <c:v>-4.4000000000000004</c:v>
                </c:pt>
                <c:pt idx="322">
                  <c:v>-2</c:v>
                </c:pt>
                <c:pt idx="323">
                  <c:v>5.3</c:v>
                </c:pt>
                <c:pt idx="324">
                  <c:v>6.3</c:v>
                </c:pt>
                <c:pt idx="325">
                  <c:v>9.1</c:v>
                </c:pt>
                <c:pt idx="326">
                  <c:v>8.5</c:v>
                </c:pt>
                <c:pt idx="327">
                  <c:v>6</c:v>
                </c:pt>
                <c:pt idx="328">
                  <c:v>5.9</c:v>
                </c:pt>
                <c:pt idx="329">
                  <c:v>5.4</c:v>
                </c:pt>
                <c:pt idx="330">
                  <c:v>5.3</c:v>
                </c:pt>
                <c:pt idx="331">
                  <c:v>4.8</c:v>
                </c:pt>
                <c:pt idx="332">
                  <c:v>5.7</c:v>
                </c:pt>
                <c:pt idx="333">
                  <c:v>5.3</c:v>
                </c:pt>
                <c:pt idx="334">
                  <c:v>5.3</c:v>
                </c:pt>
                <c:pt idx="335">
                  <c:v>5</c:v>
                </c:pt>
                <c:pt idx="336">
                  <c:v>7.2</c:v>
                </c:pt>
                <c:pt idx="337">
                  <c:v>7.8</c:v>
                </c:pt>
                <c:pt idx="338">
                  <c:v>6.2</c:v>
                </c:pt>
                <c:pt idx="339">
                  <c:v>4.5999999999999996</c:v>
                </c:pt>
                <c:pt idx="340">
                  <c:v>5</c:v>
                </c:pt>
                <c:pt idx="341">
                  <c:v>7.9</c:v>
                </c:pt>
                <c:pt idx="342">
                  <c:v>4.3</c:v>
                </c:pt>
                <c:pt idx="343">
                  <c:v>4.0999999999999996</c:v>
                </c:pt>
                <c:pt idx="344">
                  <c:v>5</c:v>
                </c:pt>
                <c:pt idx="345">
                  <c:v>5.5</c:v>
                </c:pt>
                <c:pt idx="346">
                  <c:v>4.5</c:v>
                </c:pt>
                <c:pt idx="347">
                  <c:v>4.3</c:v>
                </c:pt>
                <c:pt idx="348">
                  <c:v>4.0999999999999996</c:v>
                </c:pt>
                <c:pt idx="349">
                  <c:v>5.5</c:v>
                </c:pt>
                <c:pt idx="350">
                  <c:v>5.8</c:v>
                </c:pt>
                <c:pt idx="351">
                  <c:v>5.2</c:v>
                </c:pt>
                <c:pt idx="352">
                  <c:v>5.4</c:v>
                </c:pt>
                <c:pt idx="353">
                  <c:v>6.4</c:v>
                </c:pt>
                <c:pt idx="354">
                  <c:v>6.5</c:v>
                </c:pt>
                <c:pt idx="355">
                  <c:v>5.7</c:v>
                </c:pt>
                <c:pt idx="356">
                  <c:v>4.9000000000000004</c:v>
                </c:pt>
                <c:pt idx="357">
                  <c:v>4.4000000000000004</c:v>
                </c:pt>
                <c:pt idx="358">
                  <c:v>5.0999999999999996</c:v>
                </c:pt>
                <c:pt idx="359">
                  <c:v>4.5</c:v>
                </c:pt>
                <c:pt idx="360">
                  <c:v>4.9000000000000004</c:v>
                </c:pt>
                <c:pt idx="361">
                  <c:v>4.7</c:v>
                </c:pt>
                <c:pt idx="362">
                  <c:v>6.2</c:v>
                </c:pt>
                <c:pt idx="363">
                  <c:v>5.5</c:v>
                </c:pt>
                <c:pt idx="364">
                  <c:v>5</c:v>
                </c:pt>
                <c:pt idx="365">
                  <c:v>5.4</c:v>
                </c:pt>
                <c:pt idx="366">
                  <c:v>5</c:v>
                </c:pt>
                <c:pt idx="367">
                  <c:v>5.8</c:v>
                </c:pt>
                <c:pt idx="368">
                  <c:v>5.7</c:v>
                </c:pt>
                <c:pt idx="369">
                  <c:v>5.2</c:v>
                </c:pt>
                <c:pt idx="370">
                  <c:v>5.4</c:v>
                </c:pt>
                <c:pt idx="371">
                  <c:v>5.9</c:v>
                </c:pt>
                <c:pt idx="372">
                  <c:v>5.5</c:v>
                </c:pt>
                <c:pt idx="373">
                  <c:v>6</c:v>
                </c:pt>
                <c:pt idx="374">
                  <c:v>5</c:v>
                </c:pt>
                <c:pt idx="375">
                  <c:v>4.8</c:v>
                </c:pt>
                <c:pt idx="376">
                  <c:v>4.4000000000000004</c:v>
                </c:pt>
                <c:pt idx="377">
                  <c:v>5.3</c:v>
                </c:pt>
                <c:pt idx="378">
                  <c:v>4.9000000000000004</c:v>
                </c:pt>
                <c:pt idx="379">
                  <c:v>4.4000000000000004</c:v>
                </c:pt>
                <c:pt idx="380">
                  <c:v>4.2</c:v>
                </c:pt>
                <c:pt idx="381">
                  <c:v>5.2</c:v>
                </c:pt>
                <c:pt idx="382">
                  <c:v>5.4</c:v>
                </c:pt>
                <c:pt idx="383">
                  <c:v>4.5999999999999996</c:v>
                </c:pt>
                <c:pt idx="384">
                  <c:v>5.7</c:v>
                </c:pt>
                <c:pt idx="385">
                  <c:v>5.8</c:v>
                </c:pt>
                <c:pt idx="386">
                  <c:v>7</c:v>
                </c:pt>
                <c:pt idx="387">
                  <c:v>6.7</c:v>
                </c:pt>
                <c:pt idx="388">
                  <c:v>8.9</c:v>
                </c:pt>
                <c:pt idx="389">
                  <c:v>9.3000000000000007</c:v>
                </c:pt>
                <c:pt idx="390">
                  <c:v>7.8</c:v>
                </c:pt>
                <c:pt idx="391">
                  <c:v>7.1</c:v>
                </c:pt>
                <c:pt idx="392">
                  <c:v>6.6</c:v>
                </c:pt>
                <c:pt idx="393">
                  <c:v>7</c:v>
                </c:pt>
                <c:pt idx="394">
                  <c:v>7.9</c:v>
                </c:pt>
                <c:pt idx="395">
                  <c:v>6.2</c:v>
                </c:pt>
                <c:pt idx="396">
                  <c:v>6.1</c:v>
                </c:pt>
                <c:pt idx="397">
                  <c:v>6.1</c:v>
                </c:pt>
                <c:pt idx="398">
                  <c:v>5.9</c:v>
                </c:pt>
                <c:pt idx="399">
                  <c:v>5.5</c:v>
                </c:pt>
                <c:pt idx="400">
                  <c:v>5.8</c:v>
                </c:pt>
                <c:pt idx="401">
                  <c:v>6.5</c:v>
                </c:pt>
                <c:pt idx="402">
                  <c:v>5.7</c:v>
                </c:pt>
                <c:pt idx="403">
                  <c:v>5.8</c:v>
                </c:pt>
                <c:pt idx="404">
                  <c:v>5.4</c:v>
                </c:pt>
                <c:pt idx="405">
                  <c:v>6.3</c:v>
                </c:pt>
                <c:pt idx="406">
                  <c:v>6.5</c:v>
                </c:pt>
                <c:pt idx="407">
                  <c:v>5.0999999999999996</c:v>
                </c:pt>
                <c:pt idx="408">
                  <c:v>4.7</c:v>
                </c:pt>
                <c:pt idx="409">
                  <c:v>4.5</c:v>
                </c:pt>
                <c:pt idx="410">
                  <c:v>5.6</c:v>
                </c:pt>
                <c:pt idx="411">
                  <c:v>4.2</c:v>
                </c:pt>
                <c:pt idx="412">
                  <c:v>3.8</c:v>
                </c:pt>
                <c:pt idx="413">
                  <c:v>3.3</c:v>
                </c:pt>
                <c:pt idx="414">
                  <c:v>5.2</c:v>
                </c:pt>
                <c:pt idx="415">
                  <c:v>4.4000000000000004</c:v>
                </c:pt>
                <c:pt idx="416">
                  <c:v>3.1</c:v>
                </c:pt>
                <c:pt idx="417">
                  <c:v>4.7</c:v>
                </c:pt>
                <c:pt idx="418">
                  <c:v>4.3</c:v>
                </c:pt>
                <c:pt idx="419">
                  <c:v>4.0999999999999996</c:v>
                </c:pt>
                <c:pt idx="420">
                  <c:v>4.3</c:v>
                </c:pt>
                <c:pt idx="421">
                  <c:v>3.2</c:v>
                </c:pt>
                <c:pt idx="422">
                  <c:v>4.9000000000000004</c:v>
                </c:pt>
                <c:pt idx="423">
                  <c:v>4.2</c:v>
                </c:pt>
                <c:pt idx="424">
                  <c:v>3.5</c:v>
                </c:pt>
                <c:pt idx="425">
                  <c:v>2.6</c:v>
                </c:pt>
                <c:pt idx="426">
                  <c:v>3</c:v>
                </c:pt>
                <c:pt idx="427">
                  <c:v>2.9</c:v>
                </c:pt>
                <c:pt idx="428">
                  <c:v>4.4000000000000004</c:v>
                </c:pt>
                <c:pt idx="429">
                  <c:v>3.6</c:v>
                </c:pt>
                <c:pt idx="430">
                  <c:v>3.2</c:v>
                </c:pt>
                <c:pt idx="431">
                  <c:v>2.9</c:v>
                </c:pt>
                <c:pt idx="432">
                  <c:v>3.8</c:v>
                </c:pt>
                <c:pt idx="433">
                  <c:v>3.3</c:v>
                </c:pt>
                <c:pt idx="434">
                  <c:v>3.7</c:v>
                </c:pt>
                <c:pt idx="435">
                  <c:v>2.8</c:v>
                </c:pt>
                <c:pt idx="436">
                  <c:v>3</c:v>
                </c:pt>
                <c:pt idx="437">
                  <c:v>3.2</c:v>
                </c:pt>
                <c:pt idx="438">
                  <c:v>3.8</c:v>
                </c:pt>
                <c:pt idx="439">
                  <c:v>2.6</c:v>
                </c:pt>
                <c:pt idx="440">
                  <c:v>3.4</c:v>
                </c:pt>
                <c:pt idx="441">
                  <c:v>5</c:v>
                </c:pt>
                <c:pt idx="442">
                  <c:v>5.7</c:v>
                </c:pt>
                <c:pt idx="443">
                  <c:v>4.4000000000000004</c:v>
                </c:pt>
                <c:pt idx="444">
                  <c:v>3.3</c:v>
                </c:pt>
                <c:pt idx="445">
                  <c:v>3</c:v>
                </c:pt>
                <c:pt idx="446">
                  <c:v>4.8</c:v>
                </c:pt>
                <c:pt idx="447">
                  <c:v>4.0999999999999996</c:v>
                </c:pt>
                <c:pt idx="448">
                  <c:v>2.2999999999999998</c:v>
                </c:pt>
                <c:pt idx="449">
                  <c:v>2.6</c:v>
                </c:pt>
                <c:pt idx="450">
                  <c:v>3.6</c:v>
                </c:pt>
                <c:pt idx="451">
                  <c:v>3.5</c:v>
                </c:pt>
                <c:pt idx="452">
                  <c:v>3.6</c:v>
                </c:pt>
                <c:pt idx="453">
                  <c:v>3.2</c:v>
                </c:pt>
                <c:pt idx="454">
                  <c:v>4.0999999999999996</c:v>
                </c:pt>
                <c:pt idx="455">
                  <c:v>4</c:v>
                </c:pt>
                <c:pt idx="456">
                  <c:v>3.6</c:v>
                </c:pt>
                <c:pt idx="457">
                  <c:v>4.5</c:v>
                </c:pt>
                <c:pt idx="458">
                  <c:v>4.4000000000000004</c:v>
                </c:pt>
                <c:pt idx="459">
                  <c:v>4.3</c:v>
                </c:pt>
                <c:pt idx="460">
                  <c:v>3.2</c:v>
                </c:pt>
                <c:pt idx="461">
                  <c:v>2.5</c:v>
                </c:pt>
                <c:pt idx="462">
                  <c:v>2.7</c:v>
                </c:pt>
                <c:pt idx="463">
                  <c:v>2.8</c:v>
                </c:pt>
                <c:pt idx="464">
                  <c:v>2.1</c:v>
                </c:pt>
                <c:pt idx="465">
                  <c:v>2</c:v>
                </c:pt>
                <c:pt idx="466">
                  <c:v>2.4</c:v>
                </c:pt>
                <c:pt idx="467">
                  <c:v>2.7</c:v>
                </c:pt>
                <c:pt idx="468">
                  <c:v>2.2000000000000002</c:v>
                </c:pt>
                <c:pt idx="469">
                  <c:v>2.8</c:v>
                </c:pt>
                <c:pt idx="470">
                  <c:v>2.1</c:v>
                </c:pt>
                <c:pt idx="471">
                  <c:v>2.5</c:v>
                </c:pt>
                <c:pt idx="472">
                  <c:v>1.8</c:v>
                </c:pt>
                <c:pt idx="473">
                  <c:v>2</c:v>
                </c:pt>
                <c:pt idx="474">
                  <c:v>2.4</c:v>
                </c:pt>
                <c:pt idx="475">
                  <c:v>1.3</c:v>
                </c:pt>
                <c:pt idx="476">
                  <c:v>2.2999999999999998</c:v>
                </c:pt>
                <c:pt idx="477">
                  <c:v>1.7</c:v>
                </c:pt>
                <c:pt idx="478">
                  <c:v>2.2999999999999998</c:v>
                </c:pt>
                <c:pt idx="479">
                  <c:v>1.6</c:v>
                </c:pt>
                <c:pt idx="480">
                  <c:v>1.3</c:v>
                </c:pt>
                <c:pt idx="481">
                  <c:v>0.6</c:v>
                </c:pt>
                <c:pt idx="482">
                  <c:v>1.2</c:v>
                </c:pt>
                <c:pt idx="483">
                  <c:v>1.3</c:v>
                </c:pt>
                <c:pt idx="484">
                  <c:v>1</c:v>
                </c:pt>
                <c:pt idx="485">
                  <c:v>1.4</c:v>
                </c:pt>
                <c:pt idx="486">
                  <c:v>1.1000000000000001</c:v>
                </c:pt>
                <c:pt idx="487">
                  <c:v>0.9</c:v>
                </c:pt>
                <c:pt idx="488">
                  <c:v>0.7</c:v>
                </c:pt>
                <c:pt idx="489">
                  <c:v>0.2</c:v>
                </c:pt>
                <c:pt idx="490">
                  <c:v>0.3</c:v>
                </c:pt>
                <c:pt idx="491">
                  <c:v>0.3</c:v>
                </c:pt>
                <c:pt idx="492">
                  <c:v>0.9</c:v>
                </c:pt>
                <c:pt idx="493">
                  <c:v>2.4</c:v>
                </c:pt>
                <c:pt idx="494">
                  <c:v>2.1</c:v>
                </c:pt>
                <c:pt idx="495">
                  <c:v>1.5</c:v>
                </c:pt>
                <c:pt idx="496">
                  <c:v>1</c:v>
                </c:pt>
                <c:pt idx="497">
                  <c:v>0.7</c:v>
                </c:pt>
                <c:pt idx="498">
                  <c:v>2.2000000000000002</c:v>
                </c:pt>
                <c:pt idx="499">
                  <c:v>1</c:v>
                </c:pt>
                <c:pt idx="500">
                  <c:v>0.9</c:v>
                </c:pt>
                <c:pt idx="501">
                  <c:v>0.7</c:v>
                </c:pt>
                <c:pt idx="502">
                  <c:v>0.6</c:v>
                </c:pt>
                <c:pt idx="503">
                  <c:v>0.3</c:v>
                </c:pt>
                <c:pt idx="504">
                  <c:v>1</c:v>
                </c:pt>
                <c:pt idx="505">
                  <c:v>0.5</c:v>
                </c:pt>
                <c:pt idx="506">
                  <c:v>1.3</c:v>
                </c:pt>
                <c:pt idx="507">
                  <c:v>0.2</c:v>
                </c:pt>
                <c:pt idx="508">
                  <c:v>0.2</c:v>
                </c:pt>
                <c:pt idx="509">
                  <c:v>0.4</c:v>
                </c:pt>
                <c:pt idx="510">
                  <c:v>0.8</c:v>
                </c:pt>
                <c:pt idx="511">
                  <c:v>0.6</c:v>
                </c:pt>
                <c:pt idx="512">
                  <c:v>0.2</c:v>
                </c:pt>
                <c:pt idx="513">
                  <c:v>0.2</c:v>
                </c:pt>
                <c:pt idx="514">
                  <c:v>0.5</c:v>
                </c:pt>
                <c:pt idx="515">
                  <c:v>0.3</c:v>
                </c:pt>
                <c:pt idx="516">
                  <c:v>0.6</c:v>
                </c:pt>
                <c:pt idx="517">
                  <c:v>0.4</c:v>
                </c:pt>
                <c:pt idx="518">
                  <c:v>0.8</c:v>
                </c:pt>
                <c:pt idx="519">
                  <c:v>0.6</c:v>
                </c:pt>
                <c:pt idx="520">
                  <c:v>0.5</c:v>
                </c:pt>
                <c:pt idx="521">
                  <c:v>0.9</c:v>
                </c:pt>
                <c:pt idx="522">
                  <c:v>0.7</c:v>
                </c:pt>
                <c:pt idx="523">
                  <c:v>0.6</c:v>
                </c:pt>
                <c:pt idx="524">
                  <c:v>0.9</c:v>
                </c:pt>
                <c:pt idx="525">
                  <c:v>0.4</c:v>
                </c:pt>
                <c:pt idx="526">
                  <c:v>0.5</c:v>
                </c:pt>
                <c:pt idx="527">
                  <c:v>1.1000000000000001</c:v>
                </c:pt>
                <c:pt idx="528">
                  <c:v>0.6</c:v>
                </c:pt>
                <c:pt idx="529">
                  <c:v>0.8</c:v>
                </c:pt>
                <c:pt idx="530">
                  <c:v>0.5</c:v>
                </c:pt>
                <c:pt idx="531">
                  <c:v>1.1000000000000001</c:v>
                </c:pt>
                <c:pt idx="532">
                  <c:v>0.6</c:v>
                </c:pt>
                <c:pt idx="533">
                  <c:v>1.5</c:v>
                </c:pt>
                <c:pt idx="534">
                  <c:v>0.8</c:v>
                </c:pt>
                <c:pt idx="535">
                  <c:v>0.6</c:v>
                </c:pt>
                <c:pt idx="536">
                  <c:v>0.7</c:v>
                </c:pt>
                <c:pt idx="537">
                  <c:v>0.6</c:v>
                </c:pt>
                <c:pt idx="538">
                  <c:v>1.2</c:v>
                </c:pt>
                <c:pt idx="539">
                  <c:v>0.9</c:v>
                </c:pt>
                <c:pt idx="540">
                  <c:v>0.6</c:v>
                </c:pt>
                <c:pt idx="541">
                  <c:v>0.8</c:v>
                </c:pt>
                <c:pt idx="542">
                  <c:v>1</c:v>
                </c:pt>
                <c:pt idx="543">
                  <c:v>1.4</c:v>
                </c:pt>
                <c:pt idx="544">
                  <c:v>1.7</c:v>
                </c:pt>
                <c:pt idx="545">
                  <c:v>2.9</c:v>
                </c:pt>
                <c:pt idx="546">
                  <c:v>2.5</c:v>
                </c:pt>
                <c:pt idx="547">
                  <c:v>2.1</c:v>
                </c:pt>
                <c:pt idx="548">
                  <c:v>1.5</c:v>
                </c:pt>
                <c:pt idx="549">
                  <c:v>1.9</c:v>
                </c:pt>
                <c:pt idx="550">
                  <c:v>3.9</c:v>
                </c:pt>
                <c:pt idx="551">
                  <c:v>1.5</c:v>
                </c:pt>
                <c:pt idx="552">
                  <c:v>1.2</c:v>
                </c:pt>
                <c:pt idx="553">
                  <c:v>1.1000000000000001</c:v>
                </c:pt>
                <c:pt idx="554">
                  <c:v>1.9</c:v>
                </c:pt>
                <c:pt idx="555">
                  <c:v>1.5</c:v>
                </c:pt>
                <c:pt idx="556">
                  <c:v>1.3</c:v>
                </c:pt>
                <c:pt idx="557">
                  <c:v>1.1000000000000001</c:v>
                </c:pt>
                <c:pt idx="558">
                  <c:v>0.7</c:v>
                </c:pt>
                <c:pt idx="559">
                  <c:v>0.9</c:v>
                </c:pt>
                <c:pt idx="560">
                  <c:v>0.9</c:v>
                </c:pt>
                <c:pt idx="561">
                  <c:v>1.7</c:v>
                </c:pt>
                <c:pt idx="562">
                  <c:v>1.3</c:v>
                </c:pt>
                <c:pt idx="563">
                  <c:v>1.3</c:v>
                </c:pt>
                <c:pt idx="564">
                  <c:v>1.7</c:v>
                </c:pt>
                <c:pt idx="565">
                  <c:v>1.6</c:v>
                </c:pt>
                <c:pt idx="566">
                  <c:v>1.9</c:v>
                </c:pt>
                <c:pt idx="567">
                  <c:v>1.7</c:v>
                </c:pt>
                <c:pt idx="568">
                  <c:v>1</c:v>
                </c:pt>
                <c:pt idx="569">
                  <c:v>1.2</c:v>
                </c:pt>
                <c:pt idx="570">
                  <c:v>1.4</c:v>
                </c:pt>
                <c:pt idx="571">
                  <c:v>2</c:v>
                </c:pt>
                <c:pt idx="572">
                  <c:v>1.7</c:v>
                </c:pt>
                <c:pt idx="573">
                  <c:v>1.6</c:v>
                </c:pt>
                <c:pt idx="574">
                  <c:v>1.1000000000000001</c:v>
                </c:pt>
                <c:pt idx="575">
                  <c:v>1.2</c:v>
                </c:pt>
                <c:pt idx="576">
                  <c:v>1.7</c:v>
                </c:pt>
                <c:pt idx="577">
                  <c:v>1.6</c:v>
                </c:pt>
                <c:pt idx="578">
                  <c:v>1.8</c:v>
                </c:pt>
                <c:pt idx="579">
                  <c:v>2.1</c:v>
                </c:pt>
                <c:pt idx="580">
                  <c:v>1.6</c:v>
                </c:pt>
                <c:pt idx="581">
                  <c:v>1.4</c:v>
                </c:pt>
                <c:pt idx="582">
                  <c:v>0.8</c:v>
                </c:pt>
                <c:pt idx="583">
                  <c:v>1.1000000000000001</c:v>
                </c:pt>
                <c:pt idx="584">
                  <c:v>3.4</c:v>
                </c:pt>
                <c:pt idx="585">
                  <c:v>3</c:v>
                </c:pt>
                <c:pt idx="586">
                  <c:v>2.8</c:v>
                </c:pt>
                <c:pt idx="587">
                  <c:v>2.7</c:v>
                </c:pt>
                <c:pt idx="588">
                  <c:v>2.6</c:v>
                </c:pt>
                <c:pt idx="589">
                  <c:v>2.6</c:v>
                </c:pt>
                <c:pt idx="590">
                  <c:v>2.8</c:v>
                </c:pt>
                <c:pt idx="591">
                  <c:v>3.2</c:v>
                </c:pt>
                <c:pt idx="592">
                  <c:v>2.1</c:v>
                </c:pt>
                <c:pt idx="593">
                  <c:v>3.8</c:v>
                </c:pt>
                <c:pt idx="594">
                  <c:v>3.2</c:v>
                </c:pt>
                <c:pt idx="595">
                  <c:v>3</c:v>
                </c:pt>
                <c:pt idx="596">
                  <c:v>3.8</c:v>
                </c:pt>
                <c:pt idx="597">
                  <c:v>4.3</c:v>
                </c:pt>
                <c:pt idx="598">
                  <c:v>5.4</c:v>
                </c:pt>
                <c:pt idx="599">
                  <c:v>5.3</c:v>
                </c:pt>
                <c:pt idx="600">
                  <c:v>4.0999999999999996</c:v>
                </c:pt>
                <c:pt idx="601">
                  <c:v>3.9</c:v>
                </c:pt>
                <c:pt idx="602">
                  <c:v>4.8</c:v>
                </c:pt>
                <c:pt idx="603">
                  <c:v>4.2</c:v>
                </c:pt>
                <c:pt idx="604">
                  <c:v>3.9</c:v>
                </c:pt>
                <c:pt idx="605">
                  <c:v>3.8</c:v>
                </c:pt>
                <c:pt idx="606">
                  <c:v>3.9</c:v>
                </c:pt>
                <c:pt idx="607">
                  <c:v>4.4000000000000004</c:v>
                </c:pt>
                <c:pt idx="608">
                  <c:v>4.0999999999999996</c:v>
                </c:pt>
                <c:pt idx="609">
                  <c:v>3.8</c:v>
                </c:pt>
                <c:pt idx="610">
                  <c:v>5.4</c:v>
                </c:pt>
                <c:pt idx="611">
                  <c:v>4.3</c:v>
                </c:pt>
                <c:pt idx="612">
                  <c:v>3.7</c:v>
                </c:pt>
                <c:pt idx="613">
                  <c:v>3.6</c:v>
                </c:pt>
                <c:pt idx="614">
                  <c:v>4.9000000000000004</c:v>
                </c:pt>
                <c:pt idx="615">
                  <c:v>4.9000000000000004</c:v>
                </c:pt>
                <c:pt idx="616">
                  <c:v>4</c:v>
                </c:pt>
                <c:pt idx="617">
                  <c:v>3.7</c:v>
                </c:pt>
                <c:pt idx="618">
                  <c:v>4.8</c:v>
                </c:pt>
                <c:pt idx="619">
                  <c:v>4.5999999999999996</c:v>
                </c:pt>
                <c:pt idx="620">
                  <c:v>3</c:v>
                </c:pt>
                <c:pt idx="621">
                  <c:v>3.7</c:v>
                </c:pt>
                <c:pt idx="622">
                  <c:v>4.0999999999999996</c:v>
                </c:pt>
                <c:pt idx="623">
                  <c:v>6</c:v>
                </c:pt>
                <c:pt idx="624">
                  <c:v>3.1</c:v>
                </c:pt>
                <c:pt idx="625">
                  <c:v>3.3</c:v>
                </c:pt>
                <c:pt idx="626">
                  <c:v>3.5</c:v>
                </c:pt>
                <c:pt idx="627">
                  <c:v>3.3</c:v>
                </c:pt>
                <c:pt idx="628">
                  <c:v>3.5</c:v>
                </c:pt>
                <c:pt idx="629">
                  <c:v>3.2</c:v>
                </c:pt>
                <c:pt idx="630">
                  <c:v>3.9</c:v>
                </c:pt>
                <c:pt idx="631">
                  <c:v>4.2</c:v>
                </c:pt>
                <c:pt idx="632">
                  <c:v>4.4000000000000004</c:v>
                </c:pt>
                <c:pt idx="633">
                  <c:v>3.8</c:v>
                </c:pt>
                <c:pt idx="634">
                  <c:v>3.7</c:v>
                </c:pt>
                <c:pt idx="635">
                  <c:v>2.6</c:v>
                </c:pt>
                <c:pt idx="636">
                  <c:v>2.9</c:v>
                </c:pt>
                <c:pt idx="637">
                  <c:v>2.2999999999999998</c:v>
                </c:pt>
                <c:pt idx="638">
                  <c:v>3.1</c:v>
                </c:pt>
                <c:pt idx="639">
                  <c:v>2.6</c:v>
                </c:pt>
                <c:pt idx="640">
                  <c:v>2.5</c:v>
                </c:pt>
                <c:pt idx="641">
                  <c:v>2.7</c:v>
                </c:pt>
                <c:pt idx="642">
                  <c:v>2.9</c:v>
                </c:pt>
                <c:pt idx="643">
                  <c:v>3.2</c:v>
                </c:pt>
                <c:pt idx="644">
                  <c:v>2.8</c:v>
                </c:pt>
                <c:pt idx="645">
                  <c:v>2.7</c:v>
                </c:pt>
                <c:pt idx="646">
                  <c:v>3.2</c:v>
                </c:pt>
                <c:pt idx="647">
                  <c:v>3.1</c:v>
                </c:pt>
                <c:pt idx="648">
                  <c:v>2.9</c:v>
                </c:pt>
                <c:pt idx="649">
                  <c:v>4.0999999999999996</c:v>
                </c:pt>
                <c:pt idx="650">
                  <c:v>4.5</c:v>
                </c:pt>
                <c:pt idx="651">
                  <c:v>3.9</c:v>
                </c:pt>
                <c:pt idx="652">
                  <c:v>2.9</c:v>
                </c:pt>
                <c:pt idx="653">
                  <c:v>2.6</c:v>
                </c:pt>
                <c:pt idx="654">
                  <c:v>4.9000000000000004</c:v>
                </c:pt>
                <c:pt idx="655">
                  <c:v>3.8</c:v>
                </c:pt>
                <c:pt idx="656">
                  <c:v>3.5</c:v>
                </c:pt>
                <c:pt idx="657">
                  <c:v>3.3</c:v>
                </c:pt>
                <c:pt idx="658">
                  <c:v>3.8</c:v>
                </c:pt>
                <c:pt idx="659">
                  <c:v>3.6</c:v>
                </c:pt>
                <c:pt idx="660">
                  <c:v>2.9</c:v>
                </c:pt>
                <c:pt idx="661">
                  <c:v>3.2</c:v>
                </c:pt>
                <c:pt idx="662">
                  <c:v>3.3</c:v>
                </c:pt>
                <c:pt idx="663">
                  <c:v>3.8</c:v>
                </c:pt>
                <c:pt idx="664">
                  <c:v>3.6</c:v>
                </c:pt>
                <c:pt idx="665">
                  <c:v>3.4</c:v>
                </c:pt>
                <c:pt idx="666">
                  <c:v>4.5999999999999996</c:v>
                </c:pt>
                <c:pt idx="667">
                  <c:v>4.7</c:v>
                </c:pt>
                <c:pt idx="668">
                  <c:v>3.8</c:v>
                </c:pt>
                <c:pt idx="669">
                  <c:v>3.4</c:v>
                </c:pt>
                <c:pt idx="670">
                  <c:v>3.7</c:v>
                </c:pt>
                <c:pt idx="671">
                  <c:v>3.7</c:v>
                </c:pt>
                <c:pt idx="672">
                  <c:v>2.9</c:v>
                </c:pt>
                <c:pt idx="673">
                  <c:v>3.3</c:v>
                </c:pt>
                <c:pt idx="674">
                  <c:v>3</c:v>
                </c:pt>
                <c:pt idx="675">
                  <c:v>3.6</c:v>
                </c:pt>
                <c:pt idx="676">
                  <c:v>2.9</c:v>
                </c:pt>
                <c:pt idx="677">
                  <c:v>2.8</c:v>
                </c:pt>
                <c:pt idx="678">
                  <c:v>2.9</c:v>
                </c:pt>
                <c:pt idx="679">
                  <c:v>2.8</c:v>
                </c:pt>
                <c:pt idx="680">
                  <c:v>2.9</c:v>
                </c:pt>
                <c:pt idx="681">
                  <c:v>2.7</c:v>
                </c:pt>
                <c:pt idx="682">
                  <c:v>2.4</c:v>
                </c:pt>
                <c:pt idx="683">
                  <c:v>2.8</c:v>
                </c:pt>
                <c:pt idx="684">
                  <c:v>2.2999999999999998</c:v>
                </c:pt>
                <c:pt idx="685">
                  <c:v>2.8</c:v>
                </c:pt>
                <c:pt idx="686">
                  <c:v>1.8</c:v>
                </c:pt>
                <c:pt idx="687">
                  <c:v>2</c:v>
                </c:pt>
                <c:pt idx="688">
                  <c:v>2.5</c:v>
                </c:pt>
                <c:pt idx="689">
                  <c:v>3.5</c:v>
                </c:pt>
                <c:pt idx="690">
                  <c:v>2.6</c:v>
                </c:pt>
                <c:pt idx="691">
                  <c:v>2.9</c:v>
                </c:pt>
                <c:pt idx="692">
                  <c:v>2.7</c:v>
                </c:pt>
                <c:pt idx="693">
                  <c:v>2.2000000000000002</c:v>
                </c:pt>
                <c:pt idx="694">
                  <c:v>2.7</c:v>
                </c:pt>
                <c:pt idx="695">
                  <c:v>3.1</c:v>
                </c:pt>
                <c:pt idx="696">
                  <c:v>2.4</c:v>
                </c:pt>
                <c:pt idx="697">
                  <c:v>1.5</c:v>
                </c:pt>
                <c:pt idx="698">
                  <c:v>1.6</c:v>
                </c:pt>
                <c:pt idx="699">
                  <c:v>1.8</c:v>
                </c:pt>
                <c:pt idx="700">
                  <c:v>1.9</c:v>
                </c:pt>
                <c:pt idx="701">
                  <c:v>2.1</c:v>
                </c:pt>
                <c:pt idx="702">
                  <c:v>2.9</c:v>
                </c:pt>
                <c:pt idx="703">
                  <c:v>2.9</c:v>
                </c:pt>
                <c:pt idx="704">
                  <c:v>2.4</c:v>
                </c:pt>
                <c:pt idx="705">
                  <c:v>2.2000000000000002</c:v>
                </c:pt>
                <c:pt idx="706">
                  <c:v>2.1</c:v>
                </c:pt>
                <c:pt idx="707">
                  <c:v>4.5</c:v>
                </c:pt>
                <c:pt idx="708">
                  <c:v>1.8</c:v>
                </c:pt>
                <c:pt idx="709">
                  <c:v>1.6</c:v>
                </c:pt>
                <c:pt idx="710">
                  <c:v>0.8</c:v>
                </c:pt>
                <c:pt idx="711">
                  <c:v>1.8</c:v>
                </c:pt>
                <c:pt idx="712">
                  <c:v>1.3</c:v>
                </c:pt>
                <c:pt idx="713">
                  <c:v>1.8</c:v>
                </c:pt>
                <c:pt idx="714">
                  <c:v>1.6</c:v>
                </c:pt>
                <c:pt idx="715">
                  <c:v>2.2999999999999998</c:v>
                </c:pt>
                <c:pt idx="716">
                  <c:v>2</c:v>
                </c:pt>
                <c:pt idx="717">
                  <c:v>2.4</c:v>
                </c:pt>
                <c:pt idx="718">
                  <c:v>2.7</c:v>
                </c:pt>
                <c:pt idx="719">
                  <c:v>2.5</c:v>
                </c:pt>
                <c:pt idx="720">
                  <c:v>1.5</c:v>
                </c:pt>
                <c:pt idx="721">
                  <c:v>1.9</c:v>
                </c:pt>
                <c:pt idx="722">
                  <c:v>1.8</c:v>
                </c:pt>
                <c:pt idx="723">
                  <c:v>2</c:v>
                </c:pt>
                <c:pt idx="724">
                  <c:v>1.1000000000000001</c:v>
                </c:pt>
                <c:pt idx="725">
                  <c:v>1.3</c:v>
                </c:pt>
                <c:pt idx="726">
                  <c:v>1.7</c:v>
                </c:pt>
                <c:pt idx="727">
                  <c:v>2.2000000000000002</c:v>
                </c:pt>
                <c:pt idx="728">
                  <c:v>1.7</c:v>
                </c:pt>
                <c:pt idx="729">
                  <c:v>1.9</c:v>
                </c:pt>
                <c:pt idx="730">
                  <c:v>2.4</c:v>
                </c:pt>
                <c:pt idx="731">
                  <c:v>2</c:v>
                </c:pt>
                <c:pt idx="732">
                  <c:v>3.1</c:v>
                </c:pt>
                <c:pt idx="733">
                  <c:v>3.2</c:v>
                </c:pt>
                <c:pt idx="734">
                  <c:v>2.7</c:v>
                </c:pt>
                <c:pt idx="735">
                  <c:v>3.7</c:v>
                </c:pt>
                <c:pt idx="736">
                  <c:v>2.6</c:v>
                </c:pt>
                <c:pt idx="737">
                  <c:v>2.9</c:v>
                </c:pt>
                <c:pt idx="738">
                  <c:v>2.7</c:v>
                </c:pt>
                <c:pt idx="739">
                  <c:v>3</c:v>
                </c:pt>
                <c:pt idx="740">
                  <c:v>4.0999999999999996</c:v>
                </c:pt>
                <c:pt idx="741">
                  <c:v>4.5999999999999996</c:v>
                </c:pt>
                <c:pt idx="742">
                  <c:v>3.8</c:v>
                </c:pt>
                <c:pt idx="743">
                  <c:v>3.6</c:v>
                </c:pt>
                <c:pt idx="744">
                  <c:v>3.3</c:v>
                </c:pt>
                <c:pt idx="745">
                  <c:v>3</c:v>
                </c:pt>
                <c:pt idx="746">
                  <c:v>3.4</c:v>
                </c:pt>
                <c:pt idx="747">
                  <c:v>2.9</c:v>
                </c:pt>
                <c:pt idx="748">
                  <c:v>2.7</c:v>
                </c:pt>
                <c:pt idx="749">
                  <c:v>2.5</c:v>
                </c:pt>
                <c:pt idx="750">
                  <c:v>2</c:v>
                </c:pt>
                <c:pt idx="751">
                  <c:v>2.5</c:v>
                </c:pt>
                <c:pt idx="752">
                  <c:v>2.8</c:v>
                </c:pt>
                <c:pt idx="753">
                  <c:v>3.3</c:v>
                </c:pt>
                <c:pt idx="754">
                  <c:v>4.9000000000000004</c:v>
                </c:pt>
                <c:pt idx="755">
                  <c:v>4.3</c:v>
                </c:pt>
                <c:pt idx="756">
                  <c:v>3.4</c:v>
                </c:pt>
                <c:pt idx="757">
                  <c:v>2.9</c:v>
                </c:pt>
                <c:pt idx="758">
                  <c:v>3.2</c:v>
                </c:pt>
                <c:pt idx="759">
                  <c:v>5.4</c:v>
                </c:pt>
                <c:pt idx="760">
                  <c:v>3.7</c:v>
                </c:pt>
                <c:pt idx="761">
                  <c:v>3.3</c:v>
                </c:pt>
                <c:pt idx="762">
                  <c:v>3.1</c:v>
                </c:pt>
                <c:pt idx="763">
                  <c:v>5.2</c:v>
                </c:pt>
                <c:pt idx="764">
                  <c:v>4.0999999999999996</c:v>
                </c:pt>
                <c:pt idx="765">
                  <c:v>4.5999999999999996</c:v>
                </c:pt>
                <c:pt idx="766">
                  <c:v>4.8</c:v>
                </c:pt>
                <c:pt idx="767">
                  <c:v>4.0999999999999996</c:v>
                </c:pt>
                <c:pt idx="768">
                  <c:v>4.2</c:v>
                </c:pt>
                <c:pt idx="769">
                  <c:v>4.0999999999999996</c:v>
                </c:pt>
                <c:pt idx="770">
                  <c:v>4.5</c:v>
                </c:pt>
                <c:pt idx="771">
                  <c:v>4.9000000000000004</c:v>
                </c:pt>
                <c:pt idx="772">
                  <c:v>4</c:v>
                </c:pt>
                <c:pt idx="773">
                  <c:v>3.6</c:v>
                </c:pt>
                <c:pt idx="774">
                  <c:v>4.7</c:v>
                </c:pt>
                <c:pt idx="775">
                  <c:v>4.8</c:v>
                </c:pt>
                <c:pt idx="776">
                  <c:v>4.5</c:v>
                </c:pt>
                <c:pt idx="777">
                  <c:v>3.5</c:v>
                </c:pt>
                <c:pt idx="778">
                  <c:v>3.8</c:v>
                </c:pt>
                <c:pt idx="779">
                  <c:v>5.4</c:v>
                </c:pt>
                <c:pt idx="780">
                  <c:v>5.2</c:v>
                </c:pt>
                <c:pt idx="781">
                  <c:v>2.5</c:v>
                </c:pt>
                <c:pt idx="782">
                  <c:v>4.2</c:v>
                </c:pt>
                <c:pt idx="783">
                  <c:v>3.2</c:v>
                </c:pt>
                <c:pt idx="784">
                  <c:v>4.2</c:v>
                </c:pt>
                <c:pt idx="785">
                  <c:v>3.6</c:v>
                </c:pt>
                <c:pt idx="786">
                  <c:v>3.4</c:v>
                </c:pt>
                <c:pt idx="787">
                  <c:v>4</c:v>
                </c:pt>
                <c:pt idx="788">
                  <c:v>4.7</c:v>
                </c:pt>
                <c:pt idx="789">
                  <c:v>5.5</c:v>
                </c:pt>
                <c:pt idx="790">
                  <c:v>5.3</c:v>
                </c:pt>
                <c:pt idx="791">
                  <c:v>5.0999999999999996</c:v>
                </c:pt>
                <c:pt idx="792">
                  <c:v>4.7</c:v>
                </c:pt>
                <c:pt idx="793">
                  <c:v>0.5</c:v>
                </c:pt>
                <c:pt idx="794">
                  <c:v>2.6</c:v>
                </c:pt>
                <c:pt idx="795">
                  <c:v>2.4</c:v>
                </c:pt>
                <c:pt idx="796">
                  <c:v>2</c:v>
                </c:pt>
                <c:pt idx="797">
                  <c:v>2</c:v>
                </c:pt>
                <c:pt idx="798">
                  <c:v>3</c:v>
                </c:pt>
                <c:pt idx="799">
                  <c:v>2.7</c:v>
                </c:pt>
                <c:pt idx="800">
                  <c:v>2.2000000000000002</c:v>
                </c:pt>
                <c:pt idx="801">
                  <c:v>2.7</c:v>
                </c:pt>
                <c:pt idx="802">
                  <c:v>1.8</c:v>
                </c:pt>
                <c:pt idx="803">
                  <c:v>2.2999999999999998</c:v>
                </c:pt>
                <c:pt idx="804">
                  <c:v>2.5</c:v>
                </c:pt>
                <c:pt idx="805">
                  <c:v>2.8</c:v>
                </c:pt>
                <c:pt idx="806">
                  <c:v>3.5</c:v>
                </c:pt>
                <c:pt idx="807">
                  <c:v>4.5999999999999996</c:v>
                </c:pt>
                <c:pt idx="808">
                  <c:v>3.8</c:v>
                </c:pt>
                <c:pt idx="809">
                  <c:v>2.5</c:v>
                </c:pt>
                <c:pt idx="810">
                  <c:v>3.8</c:v>
                </c:pt>
                <c:pt idx="811">
                  <c:v>4.9000000000000004</c:v>
                </c:pt>
                <c:pt idx="812">
                  <c:v>2.5</c:v>
                </c:pt>
                <c:pt idx="813">
                  <c:v>2.7</c:v>
                </c:pt>
                <c:pt idx="814">
                  <c:v>2.6</c:v>
                </c:pt>
                <c:pt idx="815">
                  <c:v>2.5</c:v>
                </c:pt>
                <c:pt idx="816">
                  <c:v>2.8</c:v>
                </c:pt>
                <c:pt idx="817">
                  <c:v>2.7</c:v>
                </c:pt>
                <c:pt idx="818">
                  <c:v>2.5</c:v>
                </c:pt>
                <c:pt idx="819">
                  <c:v>2.7</c:v>
                </c:pt>
                <c:pt idx="820">
                  <c:v>2.5</c:v>
                </c:pt>
                <c:pt idx="821">
                  <c:v>2.2000000000000002</c:v>
                </c:pt>
                <c:pt idx="822">
                  <c:v>2.9</c:v>
                </c:pt>
                <c:pt idx="823">
                  <c:v>3</c:v>
                </c:pt>
                <c:pt idx="824">
                  <c:v>3</c:v>
                </c:pt>
                <c:pt idx="825">
                  <c:v>2.6</c:v>
                </c:pt>
                <c:pt idx="826">
                  <c:v>2.7</c:v>
                </c:pt>
                <c:pt idx="827">
                  <c:v>3</c:v>
                </c:pt>
                <c:pt idx="828">
                  <c:v>3</c:v>
                </c:pt>
                <c:pt idx="829">
                  <c:v>2.7</c:v>
                </c:pt>
                <c:pt idx="830">
                  <c:v>2.7</c:v>
                </c:pt>
                <c:pt idx="831">
                  <c:v>3.1</c:v>
                </c:pt>
                <c:pt idx="832">
                  <c:v>3.1</c:v>
                </c:pt>
                <c:pt idx="833">
                  <c:v>2.5</c:v>
                </c:pt>
                <c:pt idx="834">
                  <c:v>3.2</c:v>
                </c:pt>
                <c:pt idx="835">
                  <c:v>2.7</c:v>
                </c:pt>
                <c:pt idx="836">
                  <c:v>3.6</c:v>
                </c:pt>
                <c:pt idx="837">
                  <c:v>2.5</c:v>
                </c:pt>
                <c:pt idx="838">
                  <c:v>2</c:v>
                </c:pt>
                <c:pt idx="839">
                  <c:v>2.9</c:v>
                </c:pt>
                <c:pt idx="840">
                  <c:v>3.3</c:v>
                </c:pt>
                <c:pt idx="841">
                  <c:v>1.7</c:v>
                </c:pt>
                <c:pt idx="842">
                  <c:v>2.2000000000000002</c:v>
                </c:pt>
                <c:pt idx="843">
                  <c:v>2.6</c:v>
                </c:pt>
                <c:pt idx="844">
                  <c:v>3.3</c:v>
                </c:pt>
                <c:pt idx="845">
                  <c:v>5.2</c:v>
                </c:pt>
                <c:pt idx="846">
                  <c:v>4.4000000000000004</c:v>
                </c:pt>
                <c:pt idx="847">
                  <c:v>3.6</c:v>
                </c:pt>
                <c:pt idx="848">
                  <c:v>3.3</c:v>
                </c:pt>
                <c:pt idx="849">
                  <c:v>3.1</c:v>
                </c:pt>
                <c:pt idx="850">
                  <c:v>1.5</c:v>
                </c:pt>
                <c:pt idx="851">
                  <c:v>1.9</c:v>
                </c:pt>
                <c:pt idx="852">
                  <c:v>1.8</c:v>
                </c:pt>
                <c:pt idx="853">
                  <c:v>2</c:v>
                </c:pt>
                <c:pt idx="854">
                  <c:v>0.8</c:v>
                </c:pt>
                <c:pt idx="855">
                  <c:v>1</c:v>
                </c:pt>
                <c:pt idx="856">
                  <c:v>0.9</c:v>
                </c:pt>
                <c:pt idx="857">
                  <c:v>1.4</c:v>
                </c:pt>
                <c:pt idx="858">
                  <c:v>1.6</c:v>
                </c:pt>
              </c:numCache>
            </c:numRef>
          </c:val>
          <c:smooth val="0"/>
          <c:extLst>
            <c:ext xmlns:c16="http://schemas.microsoft.com/office/drawing/2014/chart" uri="{C3380CC4-5D6E-409C-BE32-E72D297353CC}">
              <c16:uniqueId val="{00000000-D742-45CF-8A5F-7B0863D1B6D2}"/>
            </c:ext>
          </c:extLst>
        </c:ser>
        <c:dLbls>
          <c:showLegendKey val="0"/>
          <c:showVal val="0"/>
          <c:showCatName val="0"/>
          <c:showSerName val="0"/>
          <c:showPercent val="0"/>
          <c:showBubbleSize val="0"/>
        </c:dLbls>
        <c:smooth val="0"/>
        <c:axId val="2000002208"/>
        <c:axId val="2000002209"/>
      </c:lineChart>
      <c:dateAx>
        <c:axId val="2000002208"/>
        <c:scaling>
          <c:orientation val="minMax"/>
        </c:scaling>
        <c:delete val="0"/>
        <c:axPos val="b"/>
        <c:numFmt formatCode="yyyy\-mm" sourceLinked="0"/>
        <c:majorTickMark val="out"/>
        <c:minorTickMark val="none"/>
        <c:tickLblPos val="nextTo"/>
        <c:spPr>
          <a:noFill/>
          <a:ln w="9525" cap="flat" cmpd="sng" algn="ctr">
            <a:solidFill>
              <a:schemeClr val="tx1">
                <a:lumMod val="95000"/>
                <a:lumOff val="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mn-ea"/>
                <a:cs typeface="+mn-cs"/>
              </a:defRPr>
            </a:pPr>
            <a:endParaRPr lang="zh-CN"/>
          </a:p>
        </c:txPr>
        <c:crossAx val="2000002209"/>
        <c:crosses val="autoZero"/>
        <c:auto val="1"/>
        <c:lblOffset val="100"/>
        <c:baseTimeUnit val="days"/>
      </c:dateAx>
      <c:valAx>
        <c:axId val="2000002209"/>
        <c:scaling>
          <c:orientation val="minMax"/>
        </c:scaling>
        <c:delete val="0"/>
        <c:axPos val="l"/>
        <c:numFmt formatCode="0.00_ " sourceLinked="1"/>
        <c:majorTickMark val="out"/>
        <c:minorTickMark val="none"/>
        <c:tickLblPos val="nextTo"/>
        <c:spPr>
          <a:noFill/>
          <a:ln>
            <a:solidFill>
              <a:schemeClr val="tx1">
                <a:lumMod val="95000"/>
                <a:lumOff val="5000"/>
              </a:schemeClr>
            </a:solidFill>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mn-ea"/>
                <a:cs typeface="+mn-cs"/>
              </a:defRPr>
            </a:pPr>
            <a:endParaRPr lang="zh-CN"/>
          </a:p>
        </c:txPr>
        <c:crossAx val="2000002208"/>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700" baseline="0">
          <a:latin typeface="Arial" panose="020B0604020202020204" pitchFamily="34" charset="0"/>
        </a:defRPr>
      </a:pPr>
      <a:endParaRPr lang="zh-CN"/>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美国PMI!$E$2</c:f>
              <c:strCache>
                <c:ptCount val="1"/>
                <c:pt idx="0">
                  <c:v>美国:ISM服务业PMI</c:v>
                </c:pt>
              </c:strCache>
            </c:strRef>
          </c:tx>
          <c:spPr>
            <a:ln w="22225" cap="rnd">
              <a:solidFill>
                <a:schemeClr val="accent1"/>
              </a:solidFill>
              <a:round/>
            </a:ln>
            <a:effectLst/>
          </c:spPr>
          <c:marker>
            <c:symbol val="none"/>
          </c:marker>
          <c:cat>
            <c:numRef>
              <c:f>美国PMI!$D$5:$D$33</c:f>
              <c:numCache>
                <c:formatCode>yyyy\-mm;@</c:formatCode>
                <c:ptCount val="29"/>
                <c:pt idx="0">
                  <c:v>46173</c:v>
                </c:pt>
                <c:pt idx="1">
                  <c:v>46142</c:v>
                </c:pt>
                <c:pt idx="2">
                  <c:v>46112</c:v>
                </c:pt>
                <c:pt idx="3">
                  <c:v>46081</c:v>
                </c:pt>
                <c:pt idx="4">
                  <c:v>46053</c:v>
                </c:pt>
                <c:pt idx="5">
                  <c:v>46022</c:v>
                </c:pt>
                <c:pt idx="6">
                  <c:v>45991</c:v>
                </c:pt>
                <c:pt idx="7">
                  <c:v>45961</c:v>
                </c:pt>
                <c:pt idx="8">
                  <c:v>45930</c:v>
                </c:pt>
                <c:pt idx="9">
                  <c:v>45900</c:v>
                </c:pt>
                <c:pt idx="10">
                  <c:v>45869</c:v>
                </c:pt>
                <c:pt idx="11">
                  <c:v>45838</c:v>
                </c:pt>
                <c:pt idx="12">
                  <c:v>45808</c:v>
                </c:pt>
                <c:pt idx="13">
                  <c:v>45777</c:v>
                </c:pt>
                <c:pt idx="14">
                  <c:v>45747</c:v>
                </c:pt>
                <c:pt idx="15">
                  <c:v>45716</c:v>
                </c:pt>
                <c:pt idx="16">
                  <c:v>45688</c:v>
                </c:pt>
                <c:pt idx="17">
                  <c:v>45657</c:v>
                </c:pt>
                <c:pt idx="18">
                  <c:v>45626</c:v>
                </c:pt>
                <c:pt idx="19">
                  <c:v>45596</c:v>
                </c:pt>
                <c:pt idx="20">
                  <c:v>45565</c:v>
                </c:pt>
                <c:pt idx="21">
                  <c:v>45535</c:v>
                </c:pt>
                <c:pt idx="22">
                  <c:v>45504</c:v>
                </c:pt>
                <c:pt idx="23">
                  <c:v>45473</c:v>
                </c:pt>
                <c:pt idx="24">
                  <c:v>45443</c:v>
                </c:pt>
                <c:pt idx="25">
                  <c:v>45412</c:v>
                </c:pt>
                <c:pt idx="26">
                  <c:v>45382</c:v>
                </c:pt>
                <c:pt idx="27">
                  <c:v>45351</c:v>
                </c:pt>
                <c:pt idx="28">
                  <c:v>45322</c:v>
                </c:pt>
              </c:numCache>
            </c:numRef>
          </c:cat>
          <c:val>
            <c:numRef>
              <c:f>美国PMI!$E$5:$E$33</c:f>
              <c:numCache>
                <c:formatCode>#,##0.00_ </c:formatCode>
                <c:ptCount val="29"/>
                <c:pt idx="0">
                  <c:v>54.5</c:v>
                </c:pt>
                <c:pt idx="1">
                  <c:v>53.6</c:v>
                </c:pt>
                <c:pt idx="2">
                  <c:v>54</c:v>
                </c:pt>
                <c:pt idx="3">
                  <c:v>56.1</c:v>
                </c:pt>
                <c:pt idx="4">
                  <c:v>53.8</c:v>
                </c:pt>
                <c:pt idx="5">
                  <c:v>53.8</c:v>
                </c:pt>
                <c:pt idx="6">
                  <c:v>52.4</c:v>
                </c:pt>
                <c:pt idx="7">
                  <c:v>52</c:v>
                </c:pt>
                <c:pt idx="8">
                  <c:v>50.3</c:v>
                </c:pt>
                <c:pt idx="9">
                  <c:v>51.9</c:v>
                </c:pt>
                <c:pt idx="10">
                  <c:v>50.5</c:v>
                </c:pt>
                <c:pt idx="11">
                  <c:v>50.8</c:v>
                </c:pt>
                <c:pt idx="12">
                  <c:v>50.2</c:v>
                </c:pt>
                <c:pt idx="13">
                  <c:v>51.6</c:v>
                </c:pt>
                <c:pt idx="14">
                  <c:v>50.8</c:v>
                </c:pt>
                <c:pt idx="15">
                  <c:v>53.2</c:v>
                </c:pt>
                <c:pt idx="16">
                  <c:v>52.8</c:v>
                </c:pt>
                <c:pt idx="17">
                  <c:v>54</c:v>
                </c:pt>
                <c:pt idx="18">
                  <c:v>52.5</c:v>
                </c:pt>
                <c:pt idx="19">
                  <c:v>55.8</c:v>
                </c:pt>
                <c:pt idx="20">
                  <c:v>54.5</c:v>
                </c:pt>
                <c:pt idx="21">
                  <c:v>51.6</c:v>
                </c:pt>
                <c:pt idx="22">
                  <c:v>51.4</c:v>
                </c:pt>
                <c:pt idx="23">
                  <c:v>49.2</c:v>
                </c:pt>
                <c:pt idx="24">
                  <c:v>53.5</c:v>
                </c:pt>
                <c:pt idx="25">
                  <c:v>49.6</c:v>
                </c:pt>
                <c:pt idx="26">
                  <c:v>51.3</c:v>
                </c:pt>
                <c:pt idx="27">
                  <c:v>52.2</c:v>
                </c:pt>
                <c:pt idx="28">
                  <c:v>53.4</c:v>
                </c:pt>
              </c:numCache>
            </c:numRef>
          </c:val>
          <c:smooth val="1"/>
          <c:extLst>
            <c:ext xmlns:c16="http://schemas.microsoft.com/office/drawing/2014/chart" uri="{C3380CC4-5D6E-409C-BE32-E72D297353CC}">
              <c16:uniqueId val="{00000000-5BA2-4EEE-B97F-A2D24C010497}"/>
            </c:ext>
          </c:extLst>
        </c:ser>
        <c:ser>
          <c:idx val="1"/>
          <c:order val="1"/>
          <c:tx>
            <c:strRef>
              <c:f>美国PMI!$F$2</c:f>
              <c:strCache>
                <c:ptCount val="1"/>
                <c:pt idx="0">
                  <c:v>美国:ISM制造业PMI</c:v>
                </c:pt>
              </c:strCache>
            </c:strRef>
          </c:tx>
          <c:spPr>
            <a:ln w="22225" cap="rnd">
              <a:solidFill>
                <a:schemeClr val="accent2"/>
              </a:solidFill>
              <a:round/>
            </a:ln>
            <a:effectLst/>
          </c:spPr>
          <c:marker>
            <c:symbol val="none"/>
          </c:marker>
          <c:cat>
            <c:numRef>
              <c:f>美国PMI!$D$5:$D$33</c:f>
              <c:numCache>
                <c:formatCode>yyyy\-mm;@</c:formatCode>
                <c:ptCount val="29"/>
                <c:pt idx="0">
                  <c:v>46173</c:v>
                </c:pt>
                <c:pt idx="1">
                  <c:v>46142</c:v>
                </c:pt>
                <c:pt idx="2">
                  <c:v>46112</c:v>
                </c:pt>
                <c:pt idx="3">
                  <c:v>46081</c:v>
                </c:pt>
                <c:pt idx="4">
                  <c:v>46053</c:v>
                </c:pt>
                <c:pt idx="5">
                  <c:v>46022</c:v>
                </c:pt>
                <c:pt idx="6">
                  <c:v>45991</c:v>
                </c:pt>
                <c:pt idx="7">
                  <c:v>45961</c:v>
                </c:pt>
                <c:pt idx="8">
                  <c:v>45930</c:v>
                </c:pt>
                <c:pt idx="9">
                  <c:v>45900</c:v>
                </c:pt>
                <c:pt idx="10">
                  <c:v>45869</c:v>
                </c:pt>
                <c:pt idx="11">
                  <c:v>45838</c:v>
                </c:pt>
                <c:pt idx="12">
                  <c:v>45808</c:v>
                </c:pt>
                <c:pt idx="13">
                  <c:v>45777</c:v>
                </c:pt>
                <c:pt idx="14">
                  <c:v>45747</c:v>
                </c:pt>
                <c:pt idx="15">
                  <c:v>45716</c:v>
                </c:pt>
                <c:pt idx="16">
                  <c:v>45688</c:v>
                </c:pt>
                <c:pt idx="17">
                  <c:v>45657</c:v>
                </c:pt>
                <c:pt idx="18">
                  <c:v>45626</c:v>
                </c:pt>
                <c:pt idx="19">
                  <c:v>45596</c:v>
                </c:pt>
                <c:pt idx="20">
                  <c:v>45565</c:v>
                </c:pt>
                <c:pt idx="21">
                  <c:v>45535</c:v>
                </c:pt>
                <c:pt idx="22">
                  <c:v>45504</c:v>
                </c:pt>
                <c:pt idx="23">
                  <c:v>45473</c:v>
                </c:pt>
                <c:pt idx="24">
                  <c:v>45443</c:v>
                </c:pt>
                <c:pt idx="25">
                  <c:v>45412</c:v>
                </c:pt>
                <c:pt idx="26">
                  <c:v>45382</c:v>
                </c:pt>
                <c:pt idx="27">
                  <c:v>45351</c:v>
                </c:pt>
                <c:pt idx="28">
                  <c:v>45322</c:v>
                </c:pt>
              </c:numCache>
            </c:numRef>
          </c:cat>
          <c:val>
            <c:numRef>
              <c:f>美国PMI!$F$5:$F$33</c:f>
              <c:numCache>
                <c:formatCode>#,##0.00_ </c:formatCode>
                <c:ptCount val="29"/>
                <c:pt idx="0">
                  <c:v>54</c:v>
                </c:pt>
                <c:pt idx="1">
                  <c:v>52.7</c:v>
                </c:pt>
                <c:pt idx="2">
                  <c:v>52.7</c:v>
                </c:pt>
                <c:pt idx="3">
                  <c:v>52.4</c:v>
                </c:pt>
                <c:pt idx="4">
                  <c:v>52.6</c:v>
                </c:pt>
                <c:pt idx="5">
                  <c:v>47.9</c:v>
                </c:pt>
                <c:pt idx="6">
                  <c:v>48</c:v>
                </c:pt>
                <c:pt idx="7">
                  <c:v>48.8</c:v>
                </c:pt>
                <c:pt idx="8">
                  <c:v>48.9</c:v>
                </c:pt>
                <c:pt idx="9">
                  <c:v>48.9</c:v>
                </c:pt>
                <c:pt idx="10">
                  <c:v>48.4</c:v>
                </c:pt>
                <c:pt idx="11">
                  <c:v>49</c:v>
                </c:pt>
                <c:pt idx="12">
                  <c:v>48.6</c:v>
                </c:pt>
                <c:pt idx="13">
                  <c:v>48.8</c:v>
                </c:pt>
                <c:pt idx="14">
                  <c:v>48.9</c:v>
                </c:pt>
                <c:pt idx="15">
                  <c:v>50</c:v>
                </c:pt>
                <c:pt idx="16">
                  <c:v>50.9</c:v>
                </c:pt>
                <c:pt idx="17">
                  <c:v>49.2</c:v>
                </c:pt>
                <c:pt idx="18">
                  <c:v>48.4</c:v>
                </c:pt>
                <c:pt idx="19">
                  <c:v>46.9</c:v>
                </c:pt>
                <c:pt idx="20">
                  <c:v>47.5</c:v>
                </c:pt>
                <c:pt idx="21">
                  <c:v>47.5</c:v>
                </c:pt>
                <c:pt idx="22">
                  <c:v>47</c:v>
                </c:pt>
                <c:pt idx="23">
                  <c:v>48.3</c:v>
                </c:pt>
                <c:pt idx="24">
                  <c:v>48.5</c:v>
                </c:pt>
                <c:pt idx="25">
                  <c:v>48.8</c:v>
                </c:pt>
                <c:pt idx="26">
                  <c:v>49.8</c:v>
                </c:pt>
                <c:pt idx="27">
                  <c:v>47.6</c:v>
                </c:pt>
                <c:pt idx="28">
                  <c:v>49.1</c:v>
                </c:pt>
              </c:numCache>
            </c:numRef>
          </c:val>
          <c:smooth val="1"/>
          <c:extLst>
            <c:ext xmlns:c16="http://schemas.microsoft.com/office/drawing/2014/chart" uri="{C3380CC4-5D6E-409C-BE32-E72D297353CC}">
              <c16:uniqueId val="{00000001-5BA2-4EEE-B97F-A2D24C010497}"/>
            </c:ext>
          </c:extLst>
        </c:ser>
        <c:dLbls>
          <c:showLegendKey val="0"/>
          <c:showVal val="0"/>
          <c:showCatName val="0"/>
          <c:showSerName val="0"/>
          <c:showPercent val="0"/>
          <c:showBubbleSize val="0"/>
        </c:dLbls>
        <c:smooth val="0"/>
        <c:axId val="2000002240"/>
        <c:axId val="2000002241"/>
      </c:lineChart>
      <c:dateAx>
        <c:axId val="2000002240"/>
        <c:scaling>
          <c:orientation val="minMax"/>
        </c:scaling>
        <c:delete val="0"/>
        <c:axPos val="b"/>
        <c:numFmt formatCode="yyyy\-mm;@" sourceLinked="1"/>
        <c:majorTickMark val="out"/>
        <c:minorTickMark val="none"/>
        <c:tickLblPos val="nextTo"/>
        <c:spPr>
          <a:noFill/>
          <a:ln w="9525" cap="flat" cmpd="sng" algn="ctr">
            <a:solidFill>
              <a:schemeClr val="tx1">
                <a:lumMod val="95000"/>
                <a:lumOff val="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Light" panose="020B0300000000000000" pitchFamily="34" charset="-122"/>
                <a:cs typeface="+mn-cs"/>
              </a:defRPr>
            </a:pPr>
            <a:endParaRPr lang="zh-CN"/>
          </a:p>
        </c:txPr>
        <c:crossAx val="2000002241"/>
        <c:crosses val="autoZero"/>
        <c:auto val="1"/>
        <c:lblOffset val="100"/>
        <c:baseTimeUnit val="months"/>
      </c:dateAx>
      <c:valAx>
        <c:axId val="2000002241"/>
        <c:scaling>
          <c:orientation val="minMax"/>
        </c:scaling>
        <c:delete val="0"/>
        <c:axPos val="l"/>
        <c:numFmt formatCode="#,##0.00_ " sourceLinked="1"/>
        <c:majorTickMark val="out"/>
        <c:minorTickMark val="none"/>
        <c:tickLblPos val="nextTo"/>
        <c:spPr>
          <a:noFill/>
          <a:ln>
            <a:solidFill>
              <a:schemeClr val="tx1">
                <a:lumMod val="95000"/>
                <a:lumOff val="5000"/>
              </a:schemeClr>
            </a:solidFill>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Light" panose="020B0300000000000000" pitchFamily="34" charset="-122"/>
                <a:cs typeface="+mn-cs"/>
              </a:defRPr>
            </a:pPr>
            <a:endParaRPr lang="zh-CN"/>
          </a:p>
        </c:txPr>
        <c:crossAx val="2000002240"/>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Light" panose="020B0300000000000000" pitchFamily="34" charset="-122"/>
              <a:cs typeface="+mn-cs"/>
            </a:defRPr>
          </a:pPr>
          <a:endParaRPr lang="zh-CN"/>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700" baseline="0">
          <a:latin typeface="Arial" panose="020B0604020202020204" pitchFamily="34" charset="0"/>
          <a:ea typeface="思源黑体 CN Light" panose="020B0300000000000000" pitchFamily="34" charset="-122"/>
        </a:defRPr>
      </a:pPr>
      <a:endParaRPr lang="zh-CN"/>
    </a:p>
  </c:txPr>
  <c:externalData r:id="rId1">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6.6260493827160497E-2"/>
          <c:y val="0.1163235329528763"/>
          <c:w val="0.85317697473371679"/>
          <c:h val="0.66537889185870114"/>
        </c:manualLayout>
      </c:layout>
      <c:lineChart>
        <c:grouping val="standard"/>
        <c:varyColors val="0"/>
        <c:ser>
          <c:idx val="0"/>
          <c:order val="0"/>
          <c:tx>
            <c:strRef>
              <c:f>'C:\Users\Administrator\Desktop\[美国_私人固定投资贡献率_设备和软件_信息处理设备和软件_计算机和周边设备_季调_折年数.xlsx]Sheet1'!$B$1</c:f>
              <c:strCache>
                <c:ptCount val="1"/>
                <c:pt idx="0">
                  <c:v>信息设备投资对GDP同比贡献率(3年移动平均)</c:v>
                </c:pt>
              </c:strCache>
            </c:strRef>
          </c:tx>
          <c:spPr>
            <a:ln w="15875" cap="rnd">
              <a:solidFill>
                <a:srgbClr val="B8BEE4">
                  <a:lumMod val="25000"/>
                </a:srgbClr>
              </a:solidFill>
              <a:prstDash val="solid"/>
              <a:round/>
            </a:ln>
            <a:effectLst/>
          </c:spPr>
          <c:marker>
            <c:symbol val="none"/>
          </c:marker>
          <c:cat>
            <c:numRef>
              <c:f>'C:\Users\Administrator\Desktop\[美国_私人固定投资贡献率_设备和软件_信息处理设备和软件_计算机和周边设备_季调_折年数.xlsx]Sheet1'!$A$2:$A$256</c:f>
              <c:numCache>
                <c:formatCode>General</c:formatCode>
                <c:ptCount val="255"/>
                <c:pt idx="0">
                  <c:v>22736</c:v>
                </c:pt>
                <c:pt idx="1">
                  <c:v>22827</c:v>
                </c:pt>
                <c:pt idx="2">
                  <c:v>22919</c:v>
                </c:pt>
                <c:pt idx="3">
                  <c:v>23011</c:v>
                </c:pt>
                <c:pt idx="4">
                  <c:v>23101</c:v>
                </c:pt>
                <c:pt idx="5">
                  <c:v>23192</c:v>
                </c:pt>
                <c:pt idx="6">
                  <c:v>23284</c:v>
                </c:pt>
                <c:pt idx="7">
                  <c:v>23376</c:v>
                </c:pt>
                <c:pt idx="8">
                  <c:v>23467</c:v>
                </c:pt>
                <c:pt idx="9">
                  <c:v>23558</c:v>
                </c:pt>
                <c:pt idx="10">
                  <c:v>23650</c:v>
                </c:pt>
                <c:pt idx="11">
                  <c:v>23742</c:v>
                </c:pt>
                <c:pt idx="12">
                  <c:v>23832</c:v>
                </c:pt>
                <c:pt idx="13">
                  <c:v>23923</c:v>
                </c:pt>
                <c:pt idx="14">
                  <c:v>24015</c:v>
                </c:pt>
                <c:pt idx="15">
                  <c:v>24107</c:v>
                </c:pt>
                <c:pt idx="16">
                  <c:v>24197</c:v>
                </c:pt>
                <c:pt idx="17">
                  <c:v>24288</c:v>
                </c:pt>
                <c:pt idx="18">
                  <c:v>24380</c:v>
                </c:pt>
                <c:pt idx="19">
                  <c:v>24472</c:v>
                </c:pt>
                <c:pt idx="20">
                  <c:v>24562</c:v>
                </c:pt>
                <c:pt idx="21">
                  <c:v>24653</c:v>
                </c:pt>
                <c:pt idx="22">
                  <c:v>24745</c:v>
                </c:pt>
                <c:pt idx="23">
                  <c:v>24837</c:v>
                </c:pt>
                <c:pt idx="24">
                  <c:v>24928</c:v>
                </c:pt>
                <c:pt idx="25">
                  <c:v>25019</c:v>
                </c:pt>
                <c:pt idx="26">
                  <c:v>25111</c:v>
                </c:pt>
                <c:pt idx="27">
                  <c:v>25203</c:v>
                </c:pt>
                <c:pt idx="28">
                  <c:v>25293</c:v>
                </c:pt>
                <c:pt idx="29">
                  <c:v>25384</c:v>
                </c:pt>
                <c:pt idx="30">
                  <c:v>25476</c:v>
                </c:pt>
                <c:pt idx="31">
                  <c:v>25568</c:v>
                </c:pt>
                <c:pt idx="32">
                  <c:v>25658</c:v>
                </c:pt>
                <c:pt idx="33">
                  <c:v>25749</c:v>
                </c:pt>
                <c:pt idx="34">
                  <c:v>25841</c:v>
                </c:pt>
                <c:pt idx="35">
                  <c:v>25933</c:v>
                </c:pt>
                <c:pt idx="36">
                  <c:v>26023</c:v>
                </c:pt>
                <c:pt idx="37">
                  <c:v>26114</c:v>
                </c:pt>
                <c:pt idx="38">
                  <c:v>26206</c:v>
                </c:pt>
                <c:pt idx="39">
                  <c:v>26298</c:v>
                </c:pt>
                <c:pt idx="40">
                  <c:v>26389</c:v>
                </c:pt>
                <c:pt idx="41">
                  <c:v>26480</c:v>
                </c:pt>
                <c:pt idx="42">
                  <c:v>26572</c:v>
                </c:pt>
                <c:pt idx="43">
                  <c:v>26664</c:v>
                </c:pt>
                <c:pt idx="44">
                  <c:v>26754</c:v>
                </c:pt>
                <c:pt idx="45">
                  <c:v>26845</c:v>
                </c:pt>
                <c:pt idx="46">
                  <c:v>26937</c:v>
                </c:pt>
                <c:pt idx="47">
                  <c:v>27029</c:v>
                </c:pt>
                <c:pt idx="48">
                  <c:v>27119</c:v>
                </c:pt>
                <c:pt idx="49">
                  <c:v>27210</c:v>
                </c:pt>
                <c:pt idx="50">
                  <c:v>27302</c:v>
                </c:pt>
                <c:pt idx="51">
                  <c:v>27394</c:v>
                </c:pt>
                <c:pt idx="52">
                  <c:v>27484</c:v>
                </c:pt>
                <c:pt idx="53">
                  <c:v>27575</c:v>
                </c:pt>
                <c:pt idx="54">
                  <c:v>27667</c:v>
                </c:pt>
                <c:pt idx="55">
                  <c:v>27759</c:v>
                </c:pt>
                <c:pt idx="56">
                  <c:v>27850</c:v>
                </c:pt>
                <c:pt idx="57">
                  <c:v>27941</c:v>
                </c:pt>
                <c:pt idx="58">
                  <c:v>28033</c:v>
                </c:pt>
                <c:pt idx="59">
                  <c:v>28125</c:v>
                </c:pt>
                <c:pt idx="60">
                  <c:v>28215</c:v>
                </c:pt>
                <c:pt idx="61">
                  <c:v>28306</c:v>
                </c:pt>
                <c:pt idx="62">
                  <c:v>28398</c:v>
                </c:pt>
                <c:pt idx="63">
                  <c:v>28490</c:v>
                </c:pt>
                <c:pt idx="64">
                  <c:v>28580</c:v>
                </c:pt>
                <c:pt idx="65">
                  <c:v>28671</c:v>
                </c:pt>
                <c:pt idx="66">
                  <c:v>28763</c:v>
                </c:pt>
                <c:pt idx="67">
                  <c:v>28855</c:v>
                </c:pt>
                <c:pt idx="68">
                  <c:v>28945</c:v>
                </c:pt>
                <c:pt idx="69">
                  <c:v>29036</c:v>
                </c:pt>
                <c:pt idx="70">
                  <c:v>29128</c:v>
                </c:pt>
                <c:pt idx="71">
                  <c:v>29220</c:v>
                </c:pt>
                <c:pt idx="72">
                  <c:v>29311</c:v>
                </c:pt>
                <c:pt idx="73">
                  <c:v>29402</c:v>
                </c:pt>
                <c:pt idx="74">
                  <c:v>29494</c:v>
                </c:pt>
                <c:pt idx="75">
                  <c:v>29586</c:v>
                </c:pt>
                <c:pt idx="76">
                  <c:v>29676</c:v>
                </c:pt>
                <c:pt idx="77">
                  <c:v>29767</c:v>
                </c:pt>
                <c:pt idx="78">
                  <c:v>29859</c:v>
                </c:pt>
                <c:pt idx="79">
                  <c:v>29951</c:v>
                </c:pt>
                <c:pt idx="80">
                  <c:v>30041</c:v>
                </c:pt>
                <c:pt idx="81">
                  <c:v>30132</c:v>
                </c:pt>
                <c:pt idx="82">
                  <c:v>30224</c:v>
                </c:pt>
                <c:pt idx="83">
                  <c:v>30316</c:v>
                </c:pt>
                <c:pt idx="84">
                  <c:v>30406</c:v>
                </c:pt>
                <c:pt idx="85">
                  <c:v>30497</c:v>
                </c:pt>
                <c:pt idx="86">
                  <c:v>30589</c:v>
                </c:pt>
                <c:pt idx="87">
                  <c:v>30681</c:v>
                </c:pt>
                <c:pt idx="88">
                  <c:v>30772</c:v>
                </c:pt>
                <c:pt idx="89">
                  <c:v>30863</c:v>
                </c:pt>
                <c:pt idx="90">
                  <c:v>30955</c:v>
                </c:pt>
                <c:pt idx="91">
                  <c:v>31047</c:v>
                </c:pt>
                <c:pt idx="92">
                  <c:v>31137</c:v>
                </c:pt>
                <c:pt idx="93">
                  <c:v>31228</c:v>
                </c:pt>
                <c:pt idx="94">
                  <c:v>31320</c:v>
                </c:pt>
                <c:pt idx="95">
                  <c:v>31412</c:v>
                </c:pt>
                <c:pt idx="96">
                  <c:v>31502</c:v>
                </c:pt>
                <c:pt idx="97">
                  <c:v>31593</c:v>
                </c:pt>
                <c:pt idx="98">
                  <c:v>31685</c:v>
                </c:pt>
                <c:pt idx="99">
                  <c:v>31777</c:v>
                </c:pt>
                <c:pt idx="100">
                  <c:v>31867</c:v>
                </c:pt>
                <c:pt idx="101">
                  <c:v>31958</c:v>
                </c:pt>
                <c:pt idx="102">
                  <c:v>32050</c:v>
                </c:pt>
                <c:pt idx="103">
                  <c:v>32142</c:v>
                </c:pt>
                <c:pt idx="104">
                  <c:v>32233</c:v>
                </c:pt>
                <c:pt idx="105">
                  <c:v>32324</c:v>
                </c:pt>
                <c:pt idx="106">
                  <c:v>32416</c:v>
                </c:pt>
                <c:pt idx="107">
                  <c:v>32508</c:v>
                </c:pt>
                <c:pt idx="108">
                  <c:v>32598</c:v>
                </c:pt>
                <c:pt idx="109">
                  <c:v>32689</c:v>
                </c:pt>
                <c:pt idx="110">
                  <c:v>32781</c:v>
                </c:pt>
                <c:pt idx="111">
                  <c:v>32873</c:v>
                </c:pt>
                <c:pt idx="112">
                  <c:v>32963</c:v>
                </c:pt>
                <c:pt idx="113">
                  <c:v>33054</c:v>
                </c:pt>
                <c:pt idx="114">
                  <c:v>33146</c:v>
                </c:pt>
                <c:pt idx="115">
                  <c:v>33238</c:v>
                </c:pt>
                <c:pt idx="116">
                  <c:v>33328</c:v>
                </c:pt>
                <c:pt idx="117">
                  <c:v>33419</c:v>
                </c:pt>
                <c:pt idx="118">
                  <c:v>33511</c:v>
                </c:pt>
                <c:pt idx="119">
                  <c:v>33603</c:v>
                </c:pt>
                <c:pt idx="120">
                  <c:v>33694</c:v>
                </c:pt>
                <c:pt idx="121">
                  <c:v>33785</c:v>
                </c:pt>
                <c:pt idx="122">
                  <c:v>33877</c:v>
                </c:pt>
                <c:pt idx="123">
                  <c:v>33969</c:v>
                </c:pt>
                <c:pt idx="124">
                  <c:v>34059</c:v>
                </c:pt>
                <c:pt idx="125">
                  <c:v>34150</c:v>
                </c:pt>
                <c:pt idx="126">
                  <c:v>34242</c:v>
                </c:pt>
                <c:pt idx="127">
                  <c:v>34334</c:v>
                </c:pt>
                <c:pt idx="128">
                  <c:v>34424</c:v>
                </c:pt>
                <c:pt idx="129">
                  <c:v>34515</c:v>
                </c:pt>
                <c:pt idx="130">
                  <c:v>34607</c:v>
                </c:pt>
                <c:pt idx="131">
                  <c:v>34699</c:v>
                </c:pt>
                <c:pt idx="132">
                  <c:v>34789</c:v>
                </c:pt>
                <c:pt idx="133">
                  <c:v>34880</c:v>
                </c:pt>
                <c:pt idx="134">
                  <c:v>34972</c:v>
                </c:pt>
                <c:pt idx="135">
                  <c:v>35064</c:v>
                </c:pt>
                <c:pt idx="136">
                  <c:v>35155</c:v>
                </c:pt>
                <c:pt idx="137">
                  <c:v>35246</c:v>
                </c:pt>
                <c:pt idx="138">
                  <c:v>35338</c:v>
                </c:pt>
                <c:pt idx="139">
                  <c:v>35430</c:v>
                </c:pt>
                <c:pt idx="140">
                  <c:v>35520</c:v>
                </c:pt>
                <c:pt idx="141">
                  <c:v>35611</c:v>
                </c:pt>
                <c:pt idx="142">
                  <c:v>35703</c:v>
                </c:pt>
                <c:pt idx="143">
                  <c:v>35795</c:v>
                </c:pt>
                <c:pt idx="144">
                  <c:v>35885</c:v>
                </c:pt>
                <c:pt idx="145">
                  <c:v>35976</c:v>
                </c:pt>
                <c:pt idx="146">
                  <c:v>36068</c:v>
                </c:pt>
                <c:pt idx="147">
                  <c:v>36160</c:v>
                </c:pt>
                <c:pt idx="148">
                  <c:v>36250</c:v>
                </c:pt>
                <c:pt idx="149">
                  <c:v>36341</c:v>
                </c:pt>
                <c:pt idx="150">
                  <c:v>36433</c:v>
                </c:pt>
                <c:pt idx="151">
                  <c:v>36525</c:v>
                </c:pt>
                <c:pt idx="152">
                  <c:v>36616</c:v>
                </c:pt>
                <c:pt idx="153">
                  <c:v>36707</c:v>
                </c:pt>
                <c:pt idx="154">
                  <c:v>36799</c:v>
                </c:pt>
                <c:pt idx="155">
                  <c:v>36891</c:v>
                </c:pt>
                <c:pt idx="156">
                  <c:v>36981</c:v>
                </c:pt>
                <c:pt idx="157">
                  <c:v>37072</c:v>
                </c:pt>
                <c:pt idx="158">
                  <c:v>37164</c:v>
                </c:pt>
                <c:pt idx="159">
                  <c:v>37256</c:v>
                </c:pt>
                <c:pt idx="160">
                  <c:v>37346</c:v>
                </c:pt>
                <c:pt idx="161">
                  <c:v>37437</c:v>
                </c:pt>
                <c:pt idx="162">
                  <c:v>37529</c:v>
                </c:pt>
                <c:pt idx="163">
                  <c:v>37621</c:v>
                </c:pt>
                <c:pt idx="164">
                  <c:v>37711</c:v>
                </c:pt>
                <c:pt idx="165">
                  <c:v>37802</c:v>
                </c:pt>
                <c:pt idx="166">
                  <c:v>37894</c:v>
                </c:pt>
                <c:pt idx="167">
                  <c:v>37986</c:v>
                </c:pt>
                <c:pt idx="168">
                  <c:v>38077</c:v>
                </c:pt>
                <c:pt idx="169">
                  <c:v>38168</c:v>
                </c:pt>
                <c:pt idx="170">
                  <c:v>38260</c:v>
                </c:pt>
                <c:pt idx="171">
                  <c:v>38352</c:v>
                </c:pt>
                <c:pt idx="172">
                  <c:v>38442</c:v>
                </c:pt>
                <c:pt idx="173">
                  <c:v>38533</c:v>
                </c:pt>
                <c:pt idx="174">
                  <c:v>38625</c:v>
                </c:pt>
                <c:pt idx="175">
                  <c:v>38717</c:v>
                </c:pt>
                <c:pt idx="176">
                  <c:v>38807</c:v>
                </c:pt>
                <c:pt idx="177">
                  <c:v>38898</c:v>
                </c:pt>
                <c:pt idx="178">
                  <c:v>38990</c:v>
                </c:pt>
                <c:pt idx="179">
                  <c:v>39082</c:v>
                </c:pt>
                <c:pt idx="180">
                  <c:v>39172</c:v>
                </c:pt>
                <c:pt idx="181">
                  <c:v>39263</c:v>
                </c:pt>
                <c:pt idx="182">
                  <c:v>39355</c:v>
                </c:pt>
                <c:pt idx="183">
                  <c:v>39447</c:v>
                </c:pt>
                <c:pt idx="184">
                  <c:v>39538</c:v>
                </c:pt>
                <c:pt idx="185">
                  <c:v>39629</c:v>
                </c:pt>
                <c:pt idx="186">
                  <c:v>39721</c:v>
                </c:pt>
                <c:pt idx="187">
                  <c:v>39813</c:v>
                </c:pt>
                <c:pt idx="188">
                  <c:v>39903</c:v>
                </c:pt>
                <c:pt idx="189">
                  <c:v>39994</c:v>
                </c:pt>
                <c:pt idx="190">
                  <c:v>40086</c:v>
                </c:pt>
                <c:pt idx="191">
                  <c:v>40178</c:v>
                </c:pt>
                <c:pt idx="192">
                  <c:v>40268</c:v>
                </c:pt>
                <c:pt idx="193">
                  <c:v>40359</c:v>
                </c:pt>
                <c:pt idx="194">
                  <c:v>40451</c:v>
                </c:pt>
                <c:pt idx="195">
                  <c:v>40543</c:v>
                </c:pt>
                <c:pt idx="196">
                  <c:v>40633</c:v>
                </c:pt>
                <c:pt idx="197">
                  <c:v>40724</c:v>
                </c:pt>
                <c:pt idx="198">
                  <c:v>40816</c:v>
                </c:pt>
                <c:pt idx="199">
                  <c:v>40908</c:v>
                </c:pt>
                <c:pt idx="200">
                  <c:v>40999</c:v>
                </c:pt>
                <c:pt idx="201">
                  <c:v>41090</c:v>
                </c:pt>
                <c:pt idx="202">
                  <c:v>41182</c:v>
                </c:pt>
                <c:pt idx="203">
                  <c:v>41274</c:v>
                </c:pt>
                <c:pt idx="204">
                  <c:v>41364</c:v>
                </c:pt>
                <c:pt idx="205">
                  <c:v>41455</c:v>
                </c:pt>
                <c:pt idx="206">
                  <c:v>41547</c:v>
                </c:pt>
                <c:pt idx="207">
                  <c:v>41639</c:v>
                </c:pt>
                <c:pt idx="208">
                  <c:v>41729</c:v>
                </c:pt>
                <c:pt idx="209">
                  <c:v>41820</c:v>
                </c:pt>
                <c:pt idx="210">
                  <c:v>41912</c:v>
                </c:pt>
                <c:pt idx="211">
                  <c:v>42004</c:v>
                </c:pt>
                <c:pt idx="212">
                  <c:v>42094</c:v>
                </c:pt>
                <c:pt idx="213">
                  <c:v>42185</c:v>
                </c:pt>
                <c:pt idx="214">
                  <c:v>42277</c:v>
                </c:pt>
                <c:pt idx="215">
                  <c:v>42369</c:v>
                </c:pt>
                <c:pt idx="216">
                  <c:v>42460</c:v>
                </c:pt>
                <c:pt idx="217">
                  <c:v>42551</c:v>
                </c:pt>
                <c:pt idx="218">
                  <c:v>42643</c:v>
                </c:pt>
                <c:pt idx="219">
                  <c:v>42735</c:v>
                </c:pt>
                <c:pt idx="220">
                  <c:v>42825</c:v>
                </c:pt>
                <c:pt idx="221">
                  <c:v>42916</c:v>
                </c:pt>
                <c:pt idx="222">
                  <c:v>43008</c:v>
                </c:pt>
                <c:pt idx="223">
                  <c:v>43100</c:v>
                </c:pt>
                <c:pt idx="224">
                  <c:v>43190</c:v>
                </c:pt>
                <c:pt idx="225">
                  <c:v>43281</c:v>
                </c:pt>
                <c:pt idx="226">
                  <c:v>43373</c:v>
                </c:pt>
                <c:pt idx="227">
                  <c:v>43465</c:v>
                </c:pt>
                <c:pt idx="228">
                  <c:v>43555</c:v>
                </c:pt>
                <c:pt idx="229">
                  <c:v>43646</c:v>
                </c:pt>
                <c:pt idx="230">
                  <c:v>43738</c:v>
                </c:pt>
                <c:pt idx="231">
                  <c:v>43830</c:v>
                </c:pt>
                <c:pt idx="232">
                  <c:v>43921</c:v>
                </c:pt>
                <c:pt idx="233">
                  <c:v>44012</c:v>
                </c:pt>
                <c:pt idx="234">
                  <c:v>44104</c:v>
                </c:pt>
                <c:pt idx="235">
                  <c:v>44196</c:v>
                </c:pt>
                <c:pt idx="236">
                  <c:v>44286</c:v>
                </c:pt>
                <c:pt idx="237">
                  <c:v>44377</c:v>
                </c:pt>
                <c:pt idx="238">
                  <c:v>44469</c:v>
                </c:pt>
                <c:pt idx="239">
                  <c:v>44561</c:v>
                </c:pt>
                <c:pt idx="240">
                  <c:v>44651</c:v>
                </c:pt>
                <c:pt idx="241">
                  <c:v>44742</c:v>
                </c:pt>
                <c:pt idx="242">
                  <c:v>44834</c:v>
                </c:pt>
                <c:pt idx="243">
                  <c:v>44926</c:v>
                </c:pt>
                <c:pt idx="244">
                  <c:v>45016</c:v>
                </c:pt>
                <c:pt idx="245">
                  <c:v>45107</c:v>
                </c:pt>
                <c:pt idx="246">
                  <c:v>45199</c:v>
                </c:pt>
                <c:pt idx="247">
                  <c:v>45291</c:v>
                </c:pt>
                <c:pt idx="248">
                  <c:v>45382</c:v>
                </c:pt>
                <c:pt idx="249">
                  <c:v>45473</c:v>
                </c:pt>
                <c:pt idx="250">
                  <c:v>45565</c:v>
                </c:pt>
                <c:pt idx="251">
                  <c:v>45657</c:v>
                </c:pt>
                <c:pt idx="252">
                  <c:v>45747</c:v>
                </c:pt>
                <c:pt idx="253">
                  <c:v>45838</c:v>
                </c:pt>
                <c:pt idx="254">
                  <c:v>45930</c:v>
                </c:pt>
              </c:numCache>
            </c:numRef>
          </c:cat>
          <c:val>
            <c:numRef>
              <c:f>'C:\Users\Administrator\Desktop\[美国_私人固定投资贡献率_设备和软件_信息处理设备和软件_计算机和周边设备_季调_折年数.xlsx]Sheet1'!$B$2:$B$256</c:f>
              <c:numCache>
                <c:formatCode>General</c:formatCode>
                <c:ptCount val="255"/>
                <c:pt idx="0">
                  <c:v>0.1825</c:v>
                </c:pt>
                <c:pt idx="1">
                  <c:v>0.181666666666667</c:v>
                </c:pt>
                <c:pt idx="2">
                  <c:v>0.214166666666667</c:v>
                </c:pt>
                <c:pt idx="3">
                  <c:v>0.25666666666666699</c:v>
                </c:pt>
                <c:pt idx="4">
                  <c:v>0.28999999999999998</c:v>
                </c:pt>
                <c:pt idx="5">
                  <c:v>0.34666666666666701</c:v>
                </c:pt>
                <c:pt idx="6">
                  <c:v>0.36666666666666697</c:v>
                </c:pt>
                <c:pt idx="7">
                  <c:v>0.36166666666666702</c:v>
                </c:pt>
                <c:pt idx="8">
                  <c:v>0.40416666666666701</c:v>
                </c:pt>
                <c:pt idx="9">
                  <c:v>0.40833333333333299</c:v>
                </c:pt>
                <c:pt idx="10">
                  <c:v>0.37916666666666698</c:v>
                </c:pt>
                <c:pt idx="11">
                  <c:v>0.40583333333333299</c:v>
                </c:pt>
                <c:pt idx="12">
                  <c:v>0.41749999999999998</c:v>
                </c:pt>
                <c:pt idx="13">
                  <c:v>0.47083333333333299</c:v>
                </c:pt>
                <c:pt idx="14">
                  <c:v>0.45166666666666699</c:v>
                </c:pt>
                <c:pt idx="15">
                  <c:v>0.48</c:v>
                </c:pt>
                <c:pt idx="16">
                  <c:v>0.461666666666667</c:v>
                </c:pt>
                <c:pt idx="17">
                  <c:v>0.48249999999999998</c:v>
                </c:pt>
                <c:pt idx="18">
                  <c:v>0.52333333333333298</c:v>
                </c:pt>
                <c:pt idx="19">
                  <c:v>0.58416666666666694</c:v>
                </c:pt>
                <c:pt idx="20">
                  <c:v>0.54</c:v>
                </c:pt>
                <c:pt idx="21">
                  <c:v>0.54666666666666697</c:v>
                </c:pt>
                <c:pt idx="22">
                  <c:v>0.52749999999999997</c:v>
                </c:pt>
                <c:pt idx="23">
                  <c:v>0.54833333333333301</c:v>
                </c:pt>
                <c:pt idx="24">
                  <c:v>0.53</c:v>
                </c:pt>
                <c:pt idx="25">
                  <c:v>0.50583333333333302</c:v>
                </c:pt>
                <c:pt idx="26">
                  <c:v>0.52500000000000002</c:v>
                </c:pt>
                <c:pt idx="27">
                  <c:v>0.43333333333333302</c:v>
                </c:pt>
                <c:pt idx="28">
                  <c:v>0.42249999999999999</c:v>
                </c:pt>
                <c:pt idx="29">
                  <c:v>0.413333333333333</c:v>
                </c:pt>
                <c:pt idx="30">
                  <c:v>0.37583333333333302</c:v>
                </c:pt>
                <c:pt idx="31">
                  <c:v>0.329166666666667</c:v>
                </c:pt>
                <c:pt idx="32">
                  <c:v>0.418333333333333</c:v>
                </c:pt>
                <c:pt idx="33">
                  <c:v>0.38750000000000001</c:v>
                </c:pt>
                <c:pt idx="34">
                  <c:v>0.32750000000000001</c:v>
                </c:pt>
                <c:pt idx="35">
                  <c:v>0.30083333333333301</c:v>
                </c:pt>
                <c:pt idx="36">
                  <c:v>0.290833333333333</c:v>
                </c:pt>
                <c:pt idx="37">
                  <c:v>0.40583333333333299</c:v>
                </c:pt>
                <c:pt idx="38">
                  <c:v>0.42916666666666697</c:v>
                </c:pt>
                <c:pt idx="39">
                  <c:v>0.50416666666666698</c:v>
                </c:pt>
                <c:pt idx="40">
                  <c:v>0.60499999999999998</c:v>
                </c:pt>
                <c:pt idx="41">
                  <c:v>0.50833333333333297</c:v>
                </c:pt>
                <c:pt idx="42">
                  <c:v>0.48916666666666703</c:v>
                </c:pt>
                <c:pt idx="43">
                  <c:v>0.420833333333333</c:v>
                </c:pt>
                <c:pt idx="44">
                  <c:v>0.34583333333333299</c:v>
                </c:pt>
                <c:pt idx="45">
                  <c:v>0.39500000000000002</c:v>
                </c:pt>
                <c:pt idx="46">
                  <c:v>0.45250000000000001</c:v>
                </c:pt>
                <c:pt idx="47">
                  <c:v>0.49583333333333302</c:v>
                </c:pt>
                <c:pt idx="48">
                  <c:v>0.495</c:v>
                </c:pt>
                <c:pt idx="49">
                  <c:v>0.33833333333333299</c:v>
                </c:pt>
                <c:pt idx="50">
                  <c:v>0.45083333333333298</c:v>
                </c:pt>
                <c:pt idx="51">
                  <c:v>0.39</c:v>
                </c:pt>
                <c:pt idx="52">
                  <c:v>0.211666666666667</c:v>
                </c:pt>
                <c:pt idx="53">
                  <c:v>0.16750000000000001</c:v>
                </c:pt>
                <c:pt idx="54">
                  <c:v>0.1225</c:v>
                </c:pt>
                <c:pt idx="55">
                  <c:v>0.195833333333333</c:v>
                </c:pt>
                <c:pt idx="56">
                  <c:v>0.23416666666666699</c:v>
                </c:pt>
                <c:pt idx="57">
                  <c:v>0.30666666666666698</c:v>
                </c:pt>
                <c:pt idx="58">
                  <c:v>0.35166666666666702</c:v>
                </c:pt>
                <c:pt idx="59">
                  <c:v>0.36083333333333301</c:v>
                </c:pt>
                <c:pt idx="60">
                  <c:v>0.37666666666666698</c:v>
                </c:pt>
                <c:pt idx="61">
                  <c:v>0.44916666666666699</c:v>
                </c:pt>
                <c:pt idx="62">
                  <c:v>0.32250000000000001</c:v>
                </c:pt>
                <c:pt idx="63">
                  <c:v>0.391666666666667</c:v>
                </c:pt>
                <c:pt idx="64">
                  <c:v>0.50333333333333297</c:v>
                </c:pt>
                <c:pt idx="65">
                  <c:v>0.72833333333333306</c:v>
                </c:pt>
                <c:pt idx="66">
                  <c:v>0.84416666666666695</c:v>
                </c:pt>
                <c:pt idx="67">
                  <c:v>0.89666666666666694</c:v>
                </c:pt>
                <c:pt idx="68">
                  <c:v>0.89249999999999996</c:v>
                </c:pt>
                <c:pt idx="69">
                  <c:v>0.84</c:v>
                </c:pt>
                <c:pt idx="70">
                  <c:v>0.88249999999999995</c:v>
                </c:pt>
                <c:pt idx="71">
                  <c:v>0.89833333333333298</c:v>
                </c:pt>
                <c:pt idx="72">
                  <c:v>0.90249999999999997</c:v>
                </c:pt>
                <c:pt idx="73">
                  <c:v>0.96250000000000002</c:v>
                </c:pt>
                <c:pt idx="74">
                  <c:v>1.0791666666666699</c:v>
                </c:pt>
                <c:pt idx="75">
                  <c:v>1.06833333333333</c:v>
                </c:pt>
                <c:pt idx="76">
                  <c:v>1.0974999999999999</c:v>
                </c:pt>
                <c:pt idx="77">
                  <c:v>0.96916666666666695</c:v>
                </c:pt>
                <c:pt idx="78">
                  <c:v>0.96333333333333304</c:v>
                </c:pt>
                <c:pt idx="79">
                  <c:v>1.0516666666666701</c:v>
                </c:pt>
                <c:pt idx="80">
                  <c:v>1.04416666666667</c:v>
                </c:pt>
                <c:pt idx="81">
                  <c:v>0.84833333333333305</c:v>
                </c:pt>
                <c:pt idx="82">
                  <c:v>0.79249999999999998</c:v>
                </c:pt>
                <c:pt idx="83">
                  <c:v>0.69583333333333297</c:v>
                </c:pt>
                <c:pt idx="84">
                  <c:v>0.95083333333333298</c:v>
                </c:pt>
                <c:pt idx="85">
                  <c:v>1.0291666666666699</c:v>
                </c:pt>
                <c:pt idx="86">
                  <c:v>1.05833333333333</c:v>
                </c:pt>
                <c:pt idx="87">
                  <c:v>1.0791666666666699</c:v>
                </c:pt>
                <c:pt idx="88">
                  <c:v>1.1566666666666701</c:v>
                </c:pt>
                <c:pt idx="89">
                  <c:v>1.3225</c:v>
                </c:pt>
                <c:pt idx="90">
                  <c:v>1.4208333333333301</c:v>
                </c:pt>
                <c:pt idx="91">
                  <c:v>1.4041666666666699</c:v>
                </c:pt>
                <c:pt idx="92">
                  <c:v>1.33083333333333</c:v>
                </c:pt>
                <c:pt idx="93">
                  <c:v>1.6058333333333299</c:v>
                </c:pt>
                <c:pt idx="94">
                  <c:v>1.52583333333333</c:v>
                </c:pt>
                <c:pt idx="95">
                  <c:v>1.6683333333333299</c:v>
                </c:pt>
                <c:pt idx="96">
                  <c:v>1.4733333333333301</c:v>
                </c:pt>
                <c:pt idx="97">
                  <c:v>1.34</c:v>
                </c:pt>
                <c:pt idx="98">
                  <c:v>1.0491666666666699</c:v>
                </c:pt>
                <c:pt idx="99">
                  <c:v>1.0033333333333301</c:v>
                </c:pt>
                <c:pt idx="100">
                  <c:v>0.99916666666666698</c:v>
                </c:pt>
                <c:pt idx="101">
                  <c:v>0.89249999999999996</c:v>
                </c:pt>
                <c:pt idx="102">
                  <c:v>0.8125</c:v>
                </c:pt>
                <c:pt idx="103">
                  <c:v>0.65416666666666701</c:v>
                </c:pt>
                <c:pt idx="104">
                  <c:v>0.70250000000000001</c:v>
                </c:pt>
                <c:pt idx="105">
                  <c:v>0.649166666666667</c:v>
                </c:pt>
                <c:pt idx="106">
                  <c:v>0.75833333333333297</c:v>
                </c:pt>
                <c:pt idx="107">
                  <c:v>0.64333333333333298</c:v>
                </c:pt>
                <c:pt idx="108">
                  <c:v>0.65083333333333304</c:v>
                </c:pt>
                <c:pt idx="109">
                  <c:v>0.73499999999999999</c:v>
                </c:pt>
                <c:pt idx="110">
                  <c:v>0.87</c:v>
                </c:pt>
                <c:pt idx="111">
                  <c:v>0.84166666666666701</c:v>
                </c:pt>
                <c:pt idx="112">
                  <c:v>0.64833333333333298</c:v>
                </c:pt>
                <c:pt idx="113">
                  <c:v>0.49916666666666698</c:v>
                </c:pt>
                <c:pt idx="114">
                  <c:v>0.32166666666666699</c:v>
                </c:pt>
                <c:pt idx="115">
                  <c:v>0.399166666666667</c:v>
                </c:pt>
                <c:pt idx="116">
                  <c:v>0.34666666666666701</c:v>
                </c:pt>
                <c:pt idx="117">
                  <c:v>0.31333333333333302</c:v>
                </c:pt>
                <c:pt idx="118">
                  <c:v>0.37916666666666698</c:v>
                </c:pt>
                <c:pt idx="119">
                  <c:v>0.51166666666666705</c:v>
                </c:pt>
                <c:pt idx="120">
                  <c:v>0.45250000000000001</c:v>
                </c:pt>
                <c:pt idx="121">
                  <c:v>0.53749999999999998</c:v>
                </c:pt>
                <c:pt idx="122">
                  <c:v>0.625</c:v>
                </c:pt>
                <c:pt idx="123">
                  <c:v>0.649166666666667</c:v>
                </c:pt>
                <c:pt idx="124">
                  <c:v>0.78749999999999998</c:v>
                </c:pt>
                <c:pt idx="125">
                  <c:v>0.89166666666666705</c:v>
                </c:pt>
                <c:pt idx="126">
                  <c:v>1.1000000000000001</c:v>
                </c:pt>
                <c:pt idx="127">
                  <c:v>1.04416666666667</c:v>
                </c:pt>
                <c:pt idx="128">
                  <c:v>1.17333333333333</c:v>
                </c:pt>
                <c:pt idx="129">
                  <c:v>1.1966666666666701</c:v>
                </c:pt>
                <c:pt idx="130">
                  <c:v>1.1541666666666699</c:v>
                </c:pt>
                <c:pt idx="131">
                  <c:v>1.1683333333333299</c:v>
                </c:pt>
                <c:pt idx="132">
                  <c:v>1.30416666666667</c:v>
                </c:pt>
                <c:pt idx="133">
                  <c:v>1.3174999999999999</c:v>
                </c:pt>
                <c:pt idx="134">
                  <c:v>1.32833333333333</c:v>
                </c:pt>
                <c:pt idx="135">
                  <c:v>1.5475000000000001</c:v>
                </c:pt>
                <c:pt idx="136">
                  <c:v>1.575</c:v>
                </c:pt>
                <c:pt idx="137">
                  <c:v>1.6658333333333299</c:v>
                </c:pt>
                <c:pt idx="138">
                  <c:v>1.6775</c:v>
                </c:pt>
                <c:pt idx="139">
                  <c:v>1.7549999999999999</c:v>
                </c:pt>
                <c:pt idx="140">
                  <c:v>1.85</c:v>
                </c:pt>
                <c:pt idx="141">
                  <c:v>1.98</c:v>
                </c:pt>
                <c:pt idx="142">
                  <c:v>2.14083333333333</c:v>
                </c:pt>
                <c:pt idx="143">
                  <c:v>2.06083333333333</c:v>
                </c:pt>
                <c:pt idx="144">
                  <c:v>2.1549999999999998</c:v>
                </c:pt>
                <c:pt idx="145">
                  <c:v>2.0825</c:v>
                </c:pt>
                <c:pt idx="146">
                  <c:v>2.04416666666667</c:v>
                </c:pt>
                <c:pt idx="147">
                  <c:v>1.97166666666667</c:v>
                </c:pt>
                <c:pt idx="148">
                  <c:v>2.0516666666666699</c:v>
                </c:pt>
                <c:pt idx="149">
                  <c:v>2.13</c:v>
                </c:pt>
                <c:pt idx="150">
                  <c:v>2.05833333333333</c:v>
                </c:pt>
                <c:pt idx="151">
                  <c:v>1.92916666666667</c:v>
                </c:pt>
                <c:pt idx="152">
                  <c:v>1.83833333333333</c:v>
                </c:pt>
                <c:pt idx="153">
                  <c:v>1.8233333333333299</c:v>
                </c:pt>
                <c:pt idx="154">
                  <c:v>1.6483333333333301</c:v>
                </c:pt>
                <c:pt idx="155">
                  <c:v>1.5891666666666699</c:v>
                </c:pt>
                <c:pt idx="156">
                  <c:v>1.39916666666667</c:v>
                </c:pt>
                <c:pt idx="157">
                  <c:v>1.1258333333333299</c:v>
                </c:pt>
                <c:pt idx="158">
                  <c:v>0.92416666666666702</c:v>
                </c:pt>
                <c:pt idx="159">
                  <c:v>0.81916666666666704</c:v>
                </c:pt>
                <c:pt idx="160">
                  <c:v>0.66083333333333305</c:v>
                </c:pt>
                <c:pt idx="161">
                  <c:v>0.418333333333333</c:v>
                </c:pt>
                <c:pt idx="162">
                  <c:v>0.401666666666667</c:v>
                </c:pt>
                <c:pt idx="163">
                  <c:v>0.4</c:v>
                </c:pt>
                <c:pt idx="164">
                  <c:v>0.36249999999999999</c:v>
                </c:pt>
                <c:pt idx="165">
                  <c:v>0.20583333333333301</c:v>
                </c:pt>
                <c:pt idx="166">
                  <c:v>0.23416666666666699</c:v>
                </c:pt>
                <c:pt idx="167">
                  <c:v>0.29749999999999999</c:v>
                </c:pt>
                <c:pt idx="168">
                  <c:v>0.209166666666667</c:v>
                </c:pt>
                <c:pt idx="169">
                  <c:v>0.35</c:v>
                </c:pt>
                <c:pt idx="170">
                  <c:v>0.50666666666666704</c:v>
                </c:pt>
                <c:pt idx="171">
                  <c:v>0.49416666666666698</c:v>
                </c:pt>
                <c:pt idx="172">
                  <c:v>0.40666666666666701</c:v>
                </c:pt>
                <c:pt idx="173">
                  <c:v>0.47666666666666702</c:v>
                </c:pt>
                <c:pt idx="174">
                  <c:v>0.46916666666666701</c:v>
                </c:pt>
                <c:pt idx="175">
                  <c:v>0.57916666666666705</c:v>
                </c:pt>
                <c:pt idx="176">
                  <c:v>0.59666666666666701</c:v>
                </c:pt>
                <c:pt idx="177">
                  <c:v>0.61666666666666703</c:v>
                </c:pt>
                <c:pt idx="178">
                  <c:v>0.61083333333333301</c:v>
                </c:pt>
                <c:pt idx="179">
                  <c:v>0.53083333333333305</c:v>
                </c:pt>
                <c:pt idx="180">
                  <c:v>0.61250000000000004</c:v>
                </c:pt>
                <c:pt idx="181">
                  <c:v>0.56166666666666698</c:v>
                </c:pt>
                <c:pt idx="182">
                  <c:v>0.56583333333333297</c:v>
                </c:pt>
                <c:pt idx="183">
                  <c:v>0.56000000000000005</c:v>
                </c:pt>
                <c:pt idx="184">
                  <c:v>0.62083333333333302</c:v>
                </c:pt>
                <c:pt idx="185">
                  <c:v>0.59416666666666695</c:v>
                </c:pt>
                <c:pt idx="186">
                  <c:v>0.50666666666666704</c:v>
                </c:pt>
                <c:pt idx="187">
                  <c:v>0.35249999999999998</c:v>
                </c:pt>
                <c:pt idx="188">
                  <c:v>0.29249999999999998</c:v>
                </c:pt>
                <c:pt idx="189">
                  <c:v>0.29916666666666702</c:v>
                </c:pt>
                <c:pt idx="190">
                  <c:v>0.26833333333333298</c:v>
                </c:pt>
                <c:pt idx="191">
                  <c:v>0.391666666666667</c:v>
                </c:pt>
                <c:pt idx="192">
                  <c:v>0.40250000000000002</c:v>
                </c:pt>
                <c:pt idx="193">
                  <c:v>0.47166666666666701</c:v>
                </c:pt>
                <c:pt idx="194">
                  <c:v>0.4</c:v>
                </c:pt>
                <c:pt idx="195">
                  <c:v>0.271666666666667</c:v>
                </c:pt>
                <c:pt idx="196">
                  <c:v>0.16916666666666699</c:v>
                </c:pt>
                <c:pt idx="197">
                  <c:v>0.2475</c:v>
                </c:pt>
                <c:pt idx="198">
                  <c:v>0.34166666666666701</c:v>
                </c:pt>
                <c:pt idx="199">
                  <c:v>0.399166666666667</c:v>
                </c:pt>
                <c:pt idx="200">
                  <c:v>0.505</c:v>
                </c:pt>
                <c:pt idx="201">
                  <c:v>0.44166666666666698</c:v>
                </c:pt>
                <c:pt idx="202">
                  <c:v>0.33750000000000002</c:v>
                </c:pt>
                <c:pt idx="203">
                  <c:v>0.24249999999999999</c:v>
                </c:pt>
                <c:pt idx="204">
                  <c:v>0.20250000000000001</c:v>
                </c:pt>
                <c:pt idx="205">
                  <c:v>7.0833333333333304E-2</c:v>
                </c:pt>
                <c:pt idx="206">
                  <c:v>9.7500000000000003E-2</c:v>
                </c:pt>
                <c:pt idx="207">
                  <c:v>0.20499999999999999</c:v>
                </c:pt>
                <c:pt idx="208">
                  <c:v>0.22</c:v>
                </c:pt>
                <c:pt idx="209">
                  <c:v>0.15333333333333299</c:v>
                </c:pt>
                <c:pt idx="210">
                  <c:v>7.8333333333333297E-2</c:v>
                </c:pt>
                <c:pt idx="211">
                  <c:v>0.115</c:v>
                </c:pt>
                <c:pt idx="212">
                  <c:v>-2.66666666666667E-2</c:v>
                </c:pt>
                <c:pt idx="213">
                  <c:v>-1.4166666666666701E-2</c:v>
                </c:pt>
                <c:pt idx="214">
                  <c:v>5.7500000000000002E-2</c:v>
                </c:pt>
                <c:pt idx="215">
                  <c:v>-3.0833333333333299E-2</c:v>
                </c:pt>
                <c:pt idx="216">
                  <c:v>-2.66666666666667E-2</c:v>
                </c:pt>
                <c:pt idx="217">
                  <c:v>3.3333333333333298E-2</c:v>
                </c:pt>
                <c:pt idx="218">
                  <c:v>-5.8333333333333197E-3</c:v>
                </c:pt>
                <c:pt idx="219">
                  <c:v>-2.75E-2</c:v>
                </c:pt>
                <c:pt idx="220">
                  <c:v>1.91666666666667E-2</c:v>
                </c:pt>
                <c:pt idx="221">
                  <c:v>3.6666666666666702E-2</c:v>
                </c:pt>
                <c:pt idx="222">
                  <c:v>0.101666666666667</c:v>
                </c:pt>
                <c:pt idx="223">
                  <c:v>6.4166666666666705E-2</c:v>
                </c:pt>
                <c:pt idx="224">
                  <c:v>0.168333333333333</c:v>
                </c:pt>
                <c:pt idx="225">
                  <c:v>0.20166666666666699</c:v>
                </c:pt>
                <c:pt idx="226">
                  <c:v>0.17749999999999999</c:v>
                </c:pt>
                <c:pt idx="227">
                  <c:v>0.2</c:v>
                </c:pt>
                <c:pt idx="228">
                  <c:v>0.16666666666666699</c:v>
                </c:pt>
                <c:pt idx="229">
                  <c:v>0.236666666666667</c:v>
                </c:pt>
                <c:pt idx="230">
                  <c:v>0.20833333333333301</c:v>
                </c:pt>
                <c:pt idx="231">
                  <c:v>0.22</c:v>
                </c:pt>
                <c:pt idx="232">
                  <c:v>0.19416666666666699</c:v>
                </c:pt>
                <c:pt idx="233">
                  <c:v>0.24249999999999999</c:v>
                </c:pt>
                <c:pt idx="234">
                  <c:v>0.23416666666666699</c:v>
                </c:pt>
                <c:pt idx="235">
                  <c:v>0.30833333333333302</c:v>
                </c:pt>
                <c:pt idx="236">
                  <c:v>0.28000000000000003</c:v>
                </c:pt>
                <c:pt idx="237">
                  <c:v>0.23583333333333301</c:v>
                </c:pt>
                <c:pt idx="238">
                  <c:v>0.25833333333333303</c:v>
                </c:pt>
                <c:pt idx="239">
                  <c:v>0.334166666666667</c:v>
                </c:pt>
                <c:pt idx="240">
                  <c:v>0.3725</c:v>
                </c:pt>
                <c:pt idx="241">
                  <c:v>0.28416666666666701</c:v>
                </c:pt>
                <c:pt idx="242">
                  <c:v>0.36916666666666698</c:v>
                </c:pt>
                <c:pt idx="243">
                  <c:v>0.269166666666667</c:v>
                </c:pt>
                <c:pt idx="244">
                  <c:v>0.23499999999999999</c:v>
                </c:pt>
                <c:pt idx="245">
                  <c:v>0.14833333333333301</c:v>
                </c:pt>
                <c:pt idx="246">
                  <c:v>9.3333333333333296E-2</c:v>
                </c:pt>
                <c:pt idx="247">
                  <c:v>9.0833333333333294E-2</c:v>
                </c:pt>
                <c:pt idx="248">
                  <c:v>9.9166666666666695E-2</c:v>
                </c:pt>
                <c:pt idx="249">
                  <c:v>0.17</c:v>
                </c:pt>
                <c:pt idx="250">
                  <c:v>0.230833333333333</c:v>
                </c:pt>
                <c:pt idx="251">
                  <c:v>0.16500000000000001</c:v>
                </c:pt>
                <c:pt idx="252">
                  <c:v>0.358333333333333</c:v>
                </c:pt>
                <c:pt idx="253">
                  <c:v>0.56833333333333302</c:v>
                </c:pt>
                <c:pt idx="254">
                  <c:v>0.69333333333333302</c:v>
                </c:pt>
              </c:numCache>
            </c:numRef>
          </c:val>
          <c:smooth val="1"/>
          <c:extLst>
            <c:ext xmlns:c16="http://schemas.microsoft.com/office/drawing/2014/chart" uri="{C3380CC4-5D6E-409C-BE32-E72D297353CC}">
              <c16:uniqueId val="{00000000-AF0D-47ED-912C-F60EA96439F7}"/>
            </c:ext>
          </c:extLst>
        </c:ser>
        <c:dLbls>
          <c:showLegendKey val="0"/>
          <c:showVal val="0"/>
          <c:showCatName val="0"/>
          <c:showSerName val="0"/>
          <c:showPercent val="0"/>
          <c:showBubbleSize val="0"/>
        </c:dLbls>
        <c:smooth val="0"/>
        <c:axId val="2000002272"/>
        <c:axId val="2000002273"/>
      </c:lineChart>
      <c:dateAx>
        <c:axId val="2000002272"/>
        <c:scaling>
          <c:orientation val="minMax"/>
        </c:scaling>
        <c:delete val="0"/>
        <c:axPos val="b"/>
        <c:numFmt formatCode="yyyy\-mm" sourceLinked="0"/>
        <c:majorTickMark val="out"/>
        <c:minorTickMark val="none"/>
        <c:tickLblPos val="low"/>
        <c:spPr>
          <a:noFill/>
          <a:ln w="9525" cap="flat" cmpd="sng" algn="ctr">
            <a:solidFill>
              <a:sysClr val="windowText" lastClr="000000">
                <a:lumMod val="50000"/>
                <a:lumOff val="50000"/>
              </a:sysClr>
            </a:solidFill>
            <a:round/>
          </a:ln>
          <a:effectLst/>
        </c:spPr>
        <c:txPr>
          <a:bodyPr rot="-60000000" vert="horz"/>
          <a:lstStyle/>
          <a:p>
            <a:pPr>
              <a:defRPr/>
            </a:pPr>
            <a:endParaRPr lang="zh-CN"/>
          </a:p>
        </c:txPr>
        <c:crossAx val="2000002273"/>
        <c:crosses val="autoZero"/>
        <c:auto val="0"/>
        <c:lblOffset val="100"/>
        <c:baseTimeUnit val="days"/>
      </c:dateAx>
      <c:valAx>
        <c:axId val="2000002273"/>
        <c:scaling>
          <c:orientation val="minMax"/>
        </c:scaling>
        <c:delete val="0"/>
        <c:axPos val="l"/>
        <c:numFmt formatCode="#,##0.0_);[Red]\(#,##0.0\)" sourceLinked="0"/>
        <c:majorTickMark val="out"/>
        <c:minorTickMark val="none"/>
        <c:tickLblPos val="nextTo"/>
        <c:spPr>
          <a:noFill/>
          <a:ln>
            <a:solidFill>
              <a:sysClr val="windowText" lastClr="000000">
                <a:lumMod val="50000"/>
                <a:lumOff val="50000"/>
              </a:sysClr>
            </a:solidFill>
          </a:ln>
          <a:effectLst/>
        </c:spPr>
        <c:txPr>
          <a:bodyPr rot="-60000000" vert="horz"/>
          <a:lstStyle/>
          <a:p>
            <a:pPr>
              <a:defRPr/>
            </a:pPr>
            <a:endParaRPr lang="zh-CN"/>
          </a:p>
        </c:txPr>
        <c:crossAx val="2000002272"/>
        <c:crosses val="autoZero"/>
        <c:crossBetween val="between"/>
      </c:valAx>
      <c:spPr>
        <a:noFill/>
        <a:ln w="25400">
          <a:noFill/>
        </a:ln>
        <a:effectLst/>
      </c:spPr>
    </c:plotArea>
    <c:legend>
      <c:legendPos val="b"/>
      <c:layout>
        <c:manualLayout>
          <c:xMode val="edge"/>
          <c:yMode val="edge"/>
          <c:x val="3.9832253859801185E-3"/>
          <c:y val="5.3050161952222204E-3"/>
          <c:w val="0.96491771366015011"/>
          <c:h val="6.8729585885097699E-2"/>
        </c:manualLayout>
      </c:layout>
      <c:overlay val="0"/>
      <c:spPr>
        <a:noFill/>
        <a:ln w="25400">
          <a:noFill/>
        </a:ln>
        <a:effectLst/>
      </c:spPr>
      <c:txPr>
        <a:bodyPr rot="0" vert="horz"/>
        <a:lstStyle/>
        <a:p>
          <a:pPr>
            <a:defRPr baseline="0">
              <a:ea typeface="思源黑体 CN Light" panose="020B0300000000000000" pitchFamily="34" charset="-122"/>
            </a:defRPr>
          </a:pPr>
          <a:endParaRPr lang="zh-CN"/>
        </a:p>
      </c:txPr>
    </c:legend>
    <c:plotVisOnly val="1"/>
    <c:dispBlanksAs val="gap"/>
    <c:showDLblsOverMax val="0"/>
  </c:chart>
  <c:spPr>
    <a:solidFill>
      <a:sysClr val="window" lastClr="FFFFFF"/>
    </a:solidFill>
    <a:ln w="25400" cap="flat" cmpd="sng" algn="ctr">
      <a:noFill/>
      <a:round/>
    </a:ln>
    <a:effectLst/>
  </c:spPr>
  <c:txPr>
    <a:bodyPr/>
    <a:lstStyle/>
    <a:p>
      <a:pPr>
        <a:defRPr sz="700" baseline="0">
          <a:solidFill>
            <a:sysClr val="windowText" lastClr="000000"/>
          </a:solidFill>
          <a:latin typeface="Arial" panose="020B0604020202020204" pitchFamily="34" charset="0"/>
          <a:ea typeface="楷体" panose="02010609060101010101" pitchFamily="49" charset="-122"/>
          <a:cs typeface="Arial" panose="020B0604020202020204" pitchFamily="34" charset="0"/>
        </a:defRPr>
      </a:pPr>
      <a:endParaRPr lang="zh-CN"/>
    </a:p>
  </c:txPr>
  <c:externalData r:id="rId1">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花旗经济意外指数!$B$1</c:f>
              <c:strCache>
                <c:ptCount val="1"/>
                <c:pt idx="0">
                  <c:v>花旗经济意外指数：美国</c:v>
                </c:pt>
              </c:strCache>
            </c:strRef>
          </c:tx>
          <c:spPr>
            <a:ln w="19050" cap="rnd">
              <a:solidFill>
                <a:schemeClr val="accent1"/>
              </a:solidFill>
              <a:round/>
            </a:ln>
            <a:effectLst/>
          </c:spPr>
          <c:marker>
            <c:symbol val="none"/>
          </c:marker>
          <c:cat>
            <c:numRef>
              <c:f>花旗经济意外指数!$A$5:$A$360</c:f>
              <c:numCache>
                <c:formatCode>yyyy\-mm\-dd;@</c:formatCode>
                <c:ptCount val="356"/>
                <c:pt idx="0">
                  <c:v>46188</c:v>
                </c:pt>
                <c:pt idx="1">
                  <c:v>46185</c:v>
                </c:pt>
                <c:pt idx="2">
                  <c:v>46184</c:v>
                </c:pt>
                <c:pt idx="3">
                  <c:v>46183</c:v>
                </c:pt>
                <c:pt idx="4">
                  <c:v>46182</c:v>
                </c:pt>
                <c:pt idx="5">
                  <c:v>46181</c:v>
                </c:pt>
                <c:pt idx="6">
                  <c:v>46178</c:v>
                </c:pt>
                <c:pt idx="7">
                  <c:v>46177</c:v>
                </c:pt>
                <c:pt idx="8">
                  <c:v>46176</c:v>
                </c:pt>
                <c:pt idx="9">
                  <c:v>46175</c:v>
                </c:pt>
                <c:pt idx="10">
                  <c:v>46174</c:v>
                </c:pt>
                <c:pt idx="11">
                  <c:v>46173</c:v>
                </c:pt>
                <c:pt idx="12">
                  <c:v>46171</c:v>
                </c:pt>
                <c:pt idx="13">
                  <c:v>46170</c:v>
                </c:pt>
                <c:pt idx="14">
                  <c:v>46169</c:v>
                </c:pt>
                <c:pt idx="15">
                  <c:v>46168</c:v>
                </c:pt>
                <c:pt idx="16">
                  <c:v>46164</c:v>
                </c:pt>
                <c:pt idx="17">
                  <c:v>46163</c:v>
                </c:pt>
                <c:pt idx="18">
                  <c:v>46162</c:v>
                </c:pt>
                <c:pt idx="19">
                  <c:v>46161</c:v>
                </c:pt>
                <c:pt idx="20">
                  <c:v>46160</c:v>
                </c:pt>
                <c:pt idx="21">
                  <c:v>46157</c:v>
                </c:pt>
                <c:pt idx="22">
                  <c:v>46156</c:v>
                </c:pt>
                <c:pt idx="23">
                  <c:v>46155</c:v>
                </c:pt>
                <c:pt idx="24">
                  <c:v>46154</c:v>
                </c:pt>
                <c:pt idx="25">
                  <c:v>46153</c:v>
                </c:pt>
                <c:pt idx="26">
                  <c:v>46150</c:v>
                </c:pt>
                <c:pt idx="27">
                  <c:v>46149</c:v>
                </c:pt>
                <c:pt idx="28">
                  <c:v>46148</c:v>
                </c:pt>
                <c:pt idx="29">
                  <c:v>46147</c:v>
                </c:pt>
                <c:pt idx="30">
                  <c:v>46146</c:v>
                </c:pt>
                <c:pt idx="31">
                  <c:v>46143</c:v>
                </c:pt>
                <c:pt idx="32">
                  <c:v>46142</c:v>
                </c:pt>
                <c:pt idx="33">
                  <c:v>46141</c:v>
                </c:pt>
                <c:pt idx="34">
                  <c:v>46140</c:v>
                </c:pt>
                <c:pt idx="35">
                  <c:v>46139</c:v>
                </c:pt>
                <c:pt idx="36">
                  <c:v>46136</c:v>
                </c:pt>
                <c:pt idx="37">
                  <c:v>46135</c:v>
                </c:pt>
                <c:pt idx="38">
                  <c:v>46134</c:v>
                </c:pt>
                <c:pt idx="39">
                  <c:v>46133</c:v>
                </c:pt>
                <c:pt idx="40">
                  <c:v>46132</c:v>
                </c:pt>
                <c:pt idx="41">
                  <c:v>46129</c:v>
                </c:pt>
                <c:pt idx="42">
                  <c:v>46128</c:v>
                </c:pt>
                <c:pt idx="43">
                  <c:v>46127</c:v>
                </c:pt>
                <c:pt idx="44">
                  <c:v>46126</c:v>
                </c:pt>
                <c:pt idx="45">
                  <c:v>46125</c:v>
                </c:pt>
                <c:pt idx="46">
                  <c:v>46122</c:v>
                </c:pt>
                <c:pt idx="47">
                  <c:v>46121</c:v>
                </c:pt>
                <c:pt idx="48">
                  <c:v>46120</c:v>
                </c:pt>
                <c:pt idx="49">
                  <c:v>46119</c:v>
                </c:pt>
                <c:pt idx="50">
                  <c:v>46118</c:v>
                </c:pt>
                <c:pt idx="51">
                  <c:v>46114</c:v>
                </c:pt>
                <c:pt idx="52">
                  <c:v>46113</c:v>
                </c:pt>
                <c:pt idx="53">
                  <c:v>46112</c:v>
                </c:pt>
                <c:pt idx="54">
                  <c:v>46111</c:v>
                </c:pt>
                <c:pt idx="55">
                  <c:v>46108</c:v>
                </c:pt>
                <c:pt idx="56">
                  <c:v>46107</c:v>
                </c:pt>
                <c:pt idx="57">
                  <c:v>46106</c:v>
                </c:pt>
                <c:pt idx="58">
                  <c:v>46105</c:v>
                </c:pt>
                <c:pt idx="59">
                  <c:v>46104</c:v>
                </c:pt>
                <c:pt idx="60">
                  <c:v>46100</c:v>
                </c:pt>
                <c:pt idx="61">
                  <c:v>46099</c:v>
                </c:pt>
                <c:pt idx="62">
                  <c:v>46098</c:v>
                </c:pt>
                <c:pt idx="63">
                  <c:v>46097</c:v>
                </c:pt>
                <c:pt idx="64">
                  <c:v>46094</c:v>
                </c:pt>
                <c:pt idx="65">
                  <c:v>46093</c:v>
                </c:pt>
                <c:pt idx="66">
                  <c:v>46092</c:v>
                </c:pt>
                <c:pt idx="67">
                  <c:v>46091</c:v>
                </c:pt>
                <c:pt idx="68">
                  <c:v>46090</c:v>
                </c:pt>
                <c:pt idx="69">
                  <c:v>46087</c:v>
                </c:pt>
                <c:pt idx="70">
                  <c:v>46086</c:v>
                </c:pt>
                <c:pt idx="71">
                  <c:v>46085</c:v>
                </c:pt>
                <c:pt idx="72">
                  <c:v>46084</c:v>
                </c:pt>
                <c:pt idx="73">
                  <c:v>46083</c:v>
                </c:pt>
                <c:pt idx="74">
                  <c:v>46081</c:v>
                </c:pt>
                <c:pt idx="75">
                  <c:v>46080</c:v>
                </c:pt>
                <c:pt idx="76">
                  <c:v>46079</c:v>
                </c:pt>
                <c:pt idx="77">
                  <c:v>46078</c:v>
                </c:pt>
                <c:pt idx="78">
                  <c:v>46077</c:v>
                </c:pt>
                <c:pt idx="79">
                  <c:v>46076</c:v>
                </c:pt>
                <c:pt idx="80">
                  <c:v>46073</c:v>
                </c:pt>
                <c:pt idx="81">
                  <c:v>46072</c:v>
                </c:pt>
                <c:pt idx="82">
                  <c:v>46071</c:v>
                </c:pt>
                <c:pt idx="83">
                  <c:v>46070</c:v>
                </c:pt>
                <c:pt idx="84">
                  <c:v>46069</c:v>
                </c:pt>
                <c:pt idx="85">
                  <c:v>46066</c:v>
                </c:pt>
                <c:pt idx="86">
                  <c:v>46065</c:v>
                </c:pt>
                <c:pt idx="87">
                  <c:v>46064</c:v>
                </c:pt>
                <c:pt idx="88">
                  <c:v>46063</c:v>
                </c:pt>
                <c:pt idx="89">
                  <c:v>46062</c:v>
                </c:pt>
                <c:pt idx="90">
                  <c:v>46059</c:v>
                </c:pt>
                <c:pt idx="91">
                  <c:v>46058</c:v>
                </c:pt>
                <c:pt idx="92">
                  <c:v>46057</c:v>
                </c:pt>
                <c:pt idx="93">
                  <c:v>46056</c:v>
                </c:pt>
                <c:pt idx="94">
                  <c:v>46055</c:v>
                </c:pt>
                <c:pt idx="95">
                  <c:v>46053</c:v>
                </c:pt>
                <c:pt idx="96">
                  <c:v>46052</c:v>
                </c:pt>
                <c:pt idx="97">
                  <c:v>46051</c:v>
                </c:pt>
                <c:pt idx="98">
                  <c:v>46050</c:v>
                </c:pt>
                <c:pt idx="99">
                  <c:v>46049</c:v>
                </c:pt>
                <c:pt idx="100">
                  <c:v>46048</c:v>
                </c:pt>
                <c:pt idx="101">
                  <c:v>46045</c:v>
                </c:pt>
                <c:pt idx="102">
                  <c:v>46044</c:v>
                </c:pt>
                <c:pt idx="103">
                  <c:v>46043</c:v>
                </c:pt>
                <c:pt idx="104">
                  <c:v>46042</c:v>
                </c:pt>
                <c:pt idx="105">
                  <c:v>46041</c:v>
                </c:pt>
                <c:pt idx="106">
                  <c:v>46038</c:v>
                </c:pt>
                <c:pt idx="107">
                  <c:v>46037</c:v>
                </c:pt>
                <c:pt idx="108">
                  <c:v>46036</c:v>
                </c:pt>
                <c:pt idx="109">
                  <c:v>46035</c:v>
                </c:pt>
                <c:pt idx="110">
                  <c:v>46034</c:v>
                </c:pt>
                <c:pt idx="111">
                  <c:v>46031</c:v>
                </c:pt>
                <c:pt idx="112">
                  <c:v>46030</c:v>
                </c:pt>
                <c:pt idx="113">
                  <c:v>46029</c:v>
                </c:pt>
                <c:pt idx="114">
                  <c:v>46028</c:v>
                </c:pt>
                <c:pt idx="115">
                  <c:v>46027</c:v>
                </c:pt>
                <c:pt idx="116">
                  <c:v>46024</c:v>
                </c:pt>
                <c:pt idx="117">
                  <c:v>46022</c:v>
                </c:pt>
                <c:pt idx="118">
                  <c:v>46021</c:v>
                </c:pt>
                <c:pt idx="119">
                  <c:v>46020</c:v>
                </c:pt>
                <c:pt idx="120">
                  <c:v>46017</c:v>
                </c:pt>
                <c:pt idx="121">
                  <c:v>46015</c:v>
                </c:pt>
                <c:pt idx="122">
                  <c:v>46014</c:v>
                </c:pt>
                <c:pt idx="123">
                  <c:v>46013</c:v>
                </c:pt>
                <c:pt idx="124">
                  <c:v>46010</c:v>
                </c:pt>
                <c:pt idx="125">
                  <c:v>46009</c:v>
                </c:pt>
                <c:pt idx="126">
                  <c:v>46008</c:v>
                </c:pt>
                <c:pt idx="127">
                  <c:v>46007</c:v>
                </c:pt>
                <c:pt idx="128">
                  <c:v>46006</c:v>
                </c:pt>
                <c:pt idx="129">
                  <c:v>46003</c:v>
                </c:pt>
                <c:pt idx="130">
                  <c:v>46002</c:v>
                </c:pt>
                <c:pt idx="131">
                  <c:v>46001</c:v>
                </c:pt>
                <c:pt idx="132">
                  <c:v>46000</c:v>
                </c:pt>
                <c:pt idx="133">
                  <c:v>45999</c:v>
                </c:pt>
                <c:pt idx="134">
                  <c:v>45996</c:v>
                </c:pt>
                <c:pt idx="135">
                  <c:v>45995</c:v>
                </c:pt>
                <c:pt idx="136">
                  <c:v>45994</c:v>
                </c:pt>
                <c:pt idx="137">
                  <c:v>45993</c:v>
                </c:pt>
                <c:pt idx="138">
                  <c:v>45992</c:v>
                </c:pt>
                <c:pt idx="139">
                  <c:v>45991</c:v>
                </c:pt>
                <c:pt idx="140">
                  <c:v>45989</c:v>
                </c:pt>
                <c:pt idx="141">
                  <c:v>45988</c:v>
                </c:pt>
                <c:pt idx="142">
                  <c:v>45987</c:v>
                </c:pt>
                <c:pt idx="143">
                  <c:v>45986</c:v>
                </c:pt>
                <c:pt idx="144">
                  <c:v>45985</c:v>
                </c:pt>
                <c:pt idx="145">
                  <c:v>45982</c:v>
                </c:pt>
                <c:pt idx="146">
                  <c:v>45981</c:v>
                </c:pt>
                <c:pt idx="147">
                  <c:v>45980</c:v>
                </c:pt>
                <c:pt idx="148">
                  <c:v>45979</c:v>
                </c:pt>
                <c:pt idx="149">
                  <c:v>45978</c:v>
                </c:pt>
                <c:pt idx="150">
                  <c:v>45975</c:v>
                </c:pt>
                <c:pt idx="151">
                  <c:v>45974</c:v>
                </c:pt>
                <c:pt idx="152">
                  <c:v>45973</c:v>
                </c:pt>
                <c:pt idx="153">
                  <c:v>45972</c:v>
                </c:pt>
                <c:pt idx="154">
                  <c:v>45971</c:v>
                </c:pt>
                <c:pt idx="155">
                  <c:v>45968</c:v>
                </c:pt>
                <c:pt idx="156">
                  <c:v>45967</c:v>
                </c:pt>
                <c:pt idx="157">
                  <c:v>45966</c:v>
                </c:pt>
                <c:pt idx="158">
                  <c:v>45965</c:v>
                </c:pt>
                <c:pt idx="159">
                  <c:v>45964</c:v>
                </c:pt>
                <c:pt idx="160">
                  <c:v>45961</c:v>
                </c:pt>
                <c:pt idx="161">
                  <c:v>45960</c:v>
                </c:pt>
                <c:pt idx="162">
                  <c:v>45959</c:v>
                </c:pt>
                <c:pt idx="163">
                  <c:v>45958</c:v>
                </c:pt>
                <c:pt idx="164">
                  <c:v>45957</c:v>
                </c:pt>
                <c:pt idx="165">
                  <c:v>45954</c:v>
                </c:pt>
                <c:pt idx="166">
                  <c:v>45953</c:v>
                </c:pt>
                <c:pt idx="167">
                  <c:v>45952</c:v>
                </c:pt>
                <c:pt idx="168">
                  <c:v>45951</c:v>
                </c:pt>
                <c:pt idx="169">
                  <c:v>45950</c:v>
                </c:pt>
                <c:pt idx="170">
                  <c:v>45947</c:v>
                </c:pt>
                <c:pt idx="171">
                  <c:v>45946</c:v>
                </c:pt>
                <c:pt idx="172">
                  <c:v>45945</c:v>
                </c:pt>
                <c:pt idx="173">
                  <c:v>45944</c:v>
                </c:pt>
                <c:pt idx="174">
                  <c:v>45943</c:v>
                </c:pt>
                <c:pt idx="175">
                  <c:v>45940</c:v>
                </c:pt>
                <c:pt idx="176">
                  <c:v>45939</c:v>
                </c:pt>
                <c:pt idx="177">
                  <c:v>45938</c:v>
                </c:pt>
                <c:pt idx="178">
                  <c:v>45937</c:v>
                </c:pt>
                <c:pt idx="179">
                  <c:v>45936</c:v>
                </c:pt>
                <c:pt idx="180">
                  <c:v>45933</c:v>
                </c:pt>
                <c:pt idx="181">
                  <c:v>45932</c:v>
                </c:pt>
                <c:pt idx="182">
                  <c:v>45931</c:v>
                </c:pt>
                <c:pt idx="183">
                  <c:v>45930</c:v>
                </c:pt>
                <c:pt idx="184">
                  <c:v>45929</c:v>
                </c:pt>
                <c:pt idx="185">
                  <c:v>45926</c:v>
                </c:pt>
                <c:pt idx="186">
                  <c:v>45925</c:v>
                </c:pt>
                <c:pt idx="187">
                  <c:v>45924</c:v>
                </c:pt>
                <c:pt idx="188">
                  <c:v>45923</c:v>
                </c:pt>
                <c:pt idx="189">
                  <c:v>45922</c:v>
                </c:pt>
                <c:pt idx="190">
                  <c:v>45919</c:v>
                </c:pt>
                <c:pt idx="191">
                  <c:v>45918</c:v>
                </c:pt>
                <c:pt idx="192">
                  <c:v>45917</c:v>
                </c:pt>
                <c:pt idx="193">
                  <c:v>45916</c:v>
                </c:pt>
                <c:pt idx="194">
                  <c:v>45915</c:v>
                </c:pt>
                <c:pt idx="195">
                  <c:v>45912</c:v>
                </c:pt>
                <c:pt idx="196">
                  <c:v>45911</c:v>
                </c:pt>
                <c:pt idx="197">
                  <c:v>45910</c:v>
                </c:pt>
                <c:pt idx="198">
                  <c:v>45909</c:v>
                </c:pt>
                <c:pt idx="199">
                  <c:v>45908</c:v>
                </c:pt>
                <c:pt idx="200">
                  <c:v>45905</c:v>
                </c:pt>
                <c:pt idx="201">
                  <c:v>45904</c:v>
                </c:pt>
                <c:pt idx="202">
                  <c:v>45903</c:v>
                </c:pt>
                <c:pt idx="203">
                  <c:v>45902</c:v>
                </c:pt>
                <c:pt idx="204">
                  <c:v>45901</c:v>
                </c:pt>
                <c:pt idx="205">
                  <c:v>45900</c:v>
                </c:pt>
                <c:pt idx="206">
                  <c:v>45898</c:v>
                </c:pt>
                <c:pt idx="207">
                  <c:v>45897</c:v>
                </c:pt>
                <c:pt idx="208">
                  <c:v>45896</c:v>
                </c:pt>
                <c:pt idx="209">
                  <c:v>45895</c:v>
                </c:pt>
                <c:pt idx="210">
                  <c:v>45894</c:v>
                </c:pt>
                <c:pt idx="211">
                  <c:v>45891</c:v>
                </c:pt>
                <c:pt idx="212">
                  <c:v>45890</c:v>
                </c:pt>
                <c:pt idx="213">
                  <c:v>45889</c:v>
                </c:pt>
                <c:pt idx="214">
                  <c:v>45888</c:v>
                </c:pt>
                <c:pt idx="215">
                  <c:v>45887</c:v>
                </c:pt>
                <c:pt idx="216">
                  <c:v>45884</c:v>
                </c:pt>
                <c:pt idx="217">
                  <c:v>45883</c:v>
                </c:pt>
                <c:pt idx="218">
                  <c:v>45882</c:v>
                </c:pt>
                <c:pt idx="219">
                  <c:v>45881</c:v>
                </c:pt>
                <c:pt idx="220">
                  <c:v>45880</c:v>
                </c:pt>
                <c:pt idx="221">
                  <c:v>45877</c:v>
                </c:pt>
                <c:pt idx="222">
                  <c:v>45876</c:v>
                </c:pt>
                <c:pt idx="223">
                  <c:v>45875</c:v>
                </c:pt>
                <c:pt idx="224">
                  <c:v>45874</c:v>
                </c:pt>
                <c:pt idx="225">
                  <c:v>45873</c:v>
                </c:pt>
                <c:pt idx="226">
                  <c:v>45870</c:v>
                </c:pt>
                <c:pt idx="227">
                  <c:v>45869</c:v>
                </c:pt>
                <c:pt idx="228">
                  <c:v>45868</c:v>
                </c:pt>
                <c:pt idx="229">
                  <c:v>45867</c:v>
                </c:pt>
                <c:pt idx="230">
                  <c:v>45866</c:v>
                </c:pt>
                <c:pt idx="231">
                  <c:v>45863</c:v>
                </c:pt>
                <c:pt idx="232">
                  <c:v>45862</c:v>
                </c:pt>
                <c:pt idx="233">
                  <c:v>45861</c:v>
                </c:pt>
                <c:pt idx="234">
                  <c:v>45860</c:v>
                </c:pt>
                <c:pt idx="235">
                  <c:v>45859</c:v>
                </c:pt>
                <c:pt idx="236">
                  <c:v>45856</c:v>
                </c:pt>
                <c:pt idx="237">
                  <c:v>45855</c:v>
                </c:pt>
                <c:pt idx="238">
                  <c:v>45854</c:v>
                </c:pt>
                <c:pt idx="239">
                  <c:v>45853</c:v>
                </c:pt>
                <c:pt idx="240">
                  <c:v>45852</c:v>
                </c:pt>
                <c:pt idx="241">
                  <c:v>45849</c:v>
                </c:pt>
                <c:pt idx="242">
                  <c:v>45848</c:v>
                </c:pt>
                <c:pt idx="243">
                  <c:v>45847</c:v>
                </c:pt>
                <c:pt idx="244">
                  <c:v>45846</c:v>
                </c:pt>
                <c:pt idx="245">
                  <c:v>45845</c:v>
                </c:pt>
                <c:pt idx="246">
                  <c:v>45842</c:v>
                </c:pt>
                <c:pt idx="247">
                  <c:v>45841</c:v>
                </c:pt>
                <c:pt idx="248">
                  <c:v>45840</c:v>
                </c:pt>
                <c:pt idx="249">
                  <c:v>45839</c:v>
                </c:pt>
                <c:pt idx="250">
                  <c:v>45838</c:v>
                </c:pt>
                <c:pt idx="251">
                  <c:v>45835</c:v>
                </c:pt>
                <c:pt idx="252">
                  <c:v>45834</c:v>
                </c:pt>
                <c:pt idx="253">
                  <c:v>45833</c:v>
                </c:pt>
                <c:pt idx="254">
                  <c:v>45832</c:v>
                </c:pt>
                <c:pt idx="255">
                  <c:v>45831</c:v>
                </c:pt>
                <c:pt idx="256">
                  <c:v>45828</c:v>
                </c:pt>
                <c:pt idx="257">
                  <c:v>45827</c:v>
                </c:pt>
                <c:pt idx="258">
                  <c:v>45826</c:v>
                </c:pt>
                <c:pt idx="259">
                  <c:v>45825</c:v>
                </c:pt>
                <c:pt idx="260">
                  <c:v>45824</c:v>
                </c:pt>
                <c:pt idx="261">
                  <c:v>45821</c:v>
                </c:pt>
                <c:pt idx="262">
                  <c:v>45820</c:v>
                </c:pt>
                <c:pt idx="263">
                  <c:v>45819</c:v>
                </c:pt>
                <c:pt idx="264">
                  <c:v>45818</c:v>
                </c:pt>
                <c:pt idx="265">
                  <c:v>45817</c:v>
                </c:pt>
                <c:pt idx="266">
                  <c:v>45814</c:v>
                </c:pt>
                <c:pt idx="267">
                  <c:v>45813</c:v>
                </c:pt>
                <c:pt idx="268">
                  <c:v>45812</c:v>
                </c:pt>
                <c:pt idx="269">
                  <c:v>45811</c:v>
                </c:pt>
                <c:pt idx="270">
                  <c:v>45810</c:v>
                </c:pt>
                <c:pt idx="271">
                  <c:v>45808</c:v>
                </c:pt>
                <c:pt idx="272">
                  <c:v>45807</c:v>
                </c:pt>
                <c:pt idx="273">
                  <c:v>45806</c:v>
                </c:pt>
                <c:pt idx="274">
                  <c:v>45805</c:v>
                </c:pt>
                <c:pt idx="275">
                  <c:v>45804</c:v>
                </c:pt>
                <c:pt idx="276">
                  <c:v>45800</c:v>
                </c:pt>
                <c:pt idx="277">
                  <c:v>45799</c:v>
                </c:pt>
                <c:pt idx="278">
                  <c:v>45798</c:v>
                </c:pt>
                <c:pt idx="279">
                  <c:v>45797</c:v>
                </c:pt>
                <c:pt idx="280">
                  <c:v>45796</c:v>
                </c:pt>
                <c:pt idx="281">
                  <c:v>45793</c:v>
                </c:pt>
                <c:pt idx="282">
                  <c:v>45792</c:v>
                </c:pt>
                <c:pt idx="283">
                  <c:v>45791</c:v>
                </c:pt>
                <c:pt idx="284">
                  <c:v>45790</c:v>
                </c:pt>
                <c:pt idx="285">
                  <c:v>45789</c:v>
                </c:pt>
                <c:pt idx="286">
                  <c:v>45786</c:v>
                </c:pt>
                <c:pt idx="287">
                  <c:v>45785</c:v>
                </c:pt>
                <c:pt idx="288">
                  <c:v>45784</c:v>
                </c:pt>
                <c:pt idx="289">
                  <c:v>45783</c:v>
                </c:pt>
                <c:pt idx="290">
                  <c:v>45782</c:v>
                </c:pt>
                <c:pt idx="291">
                  <c:v>45779</c:v>
                </c:pt>
                <c:pt idx="292">
                  <c:v>45778</c:v>
                </c:pt>
                <c:pt idx="293">
                  <c:v>45777</c:v>
                </c:pt>
                <c:pt idx="294">
                  <c:v>45776</c:v>
                </c:pt>
                <c:pt idx="295">
                  <c:v>45775</c:v>
                </c:pt>
                <c:pt idx="296">
                  <c:v>45772</c:v>
                </c:pt>
                <c:pt idx="297">
                  <c:v>45771</c:v>
                </c:pt>
                <c:pt idx="298">
                  <c:v>45770</c:v>
                </c:pt>
                <c:pt idx="299">
                  <c:v>45769</c:v>
                </c:pt>
                <c:pt idx="300">
                  <c:v>45768</c:v>
                </c:pt>
                <c:pt idx="301">
                  <c:v>45764</c:v>
                </c:pt>
                <c:pt idx="302">
                  <c:v>45763</c:v>
                </c:pt>
                <c:pt idx="303">
                  <c:v>45762</c:v>
                </c:pt>
                <c:pt idx="304">
                  <c:v>45761</c:v>
                </c:pt>
                <c:pt idx="305">
                  <c:v>45758</c:v>
                </c:pt>
                <c:pt idx="306">
                  <c:v>45757</c:v>
                </c:pt>
                <c:pt idx="307">
                  <c:v>45756</c:v>
                </c:pt>
                <c:pt idx="308">
                  <c:v>45755</c:v>
                </c:pt>
                <c:pt idx="309">
                  <c:v>45754</c:v>
                </c:pt>
                <c:pt idx="310">
                  <c:v>45751</c:v>
                </c:pt>
                <c:pt idx="311">
                  <c:v>45750</c:v>
                </c:pt>
                <c:pt idx="312">
                  <c:v>45749</c:v>
                </c:pt>
                <c:pt idx="313">
                  <c:v>45748</c:v>
                </c:pt>
                <c:pt idx="314">
                  <c:v>45747</c:v>
                </c:pt>
                <c:pt idx="315">
                  <c:v>45744</c:v>
                </c:pt>
                <c:pt idx="316">
                  <c:v>45743</c:v>
                </c:pt>
                <c:pt idx="317">
                  <c:v>45742</c:v>
                </c:pt>
                <c:pt idx="318">
                  <c:v>45741</c:v>
                </c:pt>
                <c:pt idx="319">
                  <c:v>45740</c:v>
                </c:pt>
                <c:pt idx="320">
                  <c:v>45737</c:v>
                </c:pt>
                <c:pt idx="321">
                  <c:v>45736</c:v>
                </c:pt>
                <c:pt idx="322">
                  <c:v>45735</c:v>
                </c:pt>
                <c:pt idx="323">
                  <c:v>45734</c:v>
                </c:pt>
                <c:pt idx="324">
                  <c:v>45733</c:v>
                </c:pt>
                <c:pt idx="325">
                  <c:v>45730</c:v>
                </c:pt>
                <c:pt idx="326">
                  <c:v>45729</c:v>
                </c:pt>
                <c:pt idx="327">
                  <c:v>45728</c:v>
                </c:pt>
                <c:pt idx="328">
                  <c:v>45727</c:v>
                </c:pt>
                <c:pt idx="329">
                  <c:v>45726</c:v>
                </c:pt>
                <c:pt idx="330">
                  <c:v>45723</c:v>
                </c:pt>
                <c:pt idx="331">
                  <c:v>45722</c:v>
                </c:pt>
                <c:pt idx="332">
                  <c:v>45721</c:v>
                </c:pt>
                <c:pt idx="333">
                  <c:v>45720</c:v>
                </c:pt>
                <c:pt idx="334">
                  <c:v>45719</c:v>
                </c:pt>
                <c:pt idx="335">
                  <c:v>45716</c:v>
                </c:pt>
                <c:pt idx="336">
                  <c:v>45715</c:v>
                </c:pt>
                <c:pt idx="337">
                  <c:v>45714</c:v>
                </c:pt>
                <c:pt idx="338">
                  <c:v>45713</c:v>
                </c:pt>
                <c:pt idx="339">
                  <c:v>45712</c:v>
                </c:pt>
                <c:pt idx="340">
                  <c:v>45709</c:v>
                </c:pt>
                <c:pt idx="341">
                  <c:v>45708</c:v>
                </c:pt>
                <c:pt idx="342">
                  <c:v>45707</c:v>
                </c:pt>
                <c:pt idx="343">
                  <c:v>45706</c:v>
                </c:pt>
                <c:pt idx="344">
                  <c:v>45705</c:v>
                </c:pt>
                <c:pt idx="345">
                  <c:v>45702</c:v>
                </c:pt>
                <c:pt idx="346">
                  <c:v>45701</c:v>
                </c:pt>
                <c:pt idx="347">
                  <c:v>45700</c:v>
                </c:pt>
                <c:pt idx="348">
                  <c:v>45699</c:v>
                </c:pt>
                <c:pt idx="349">
                  <c:v>45698</c:v>
                </c:pt>
                <c:pt idx="350">
                  <c:v>45695</c:v>
                </c:pt>
                <c:pt idx="351">
                  <c:v>45694</c:v>
                </c:pt>
                <c:pt idx="352">
                  <c:v>45693</c:v>
                </c:pt>
                <c:pt idx="353">
                  <c:v>45692</c:v>
                </c:pt>
                <c:pt idx="354">
                  <c:v>45691</c:v>
                </c:pt>
                <c:pt idx="355">
                  <c:v>45688</c:v>
                </c:pt>
              </c:numCache>
            </c:numRef>
          </c:cat>
          <c:val>
            <c:numRef>
              <c:f>花旗经济意外指数!$B$5:$B$360</c:f>
              <c:numCache>
                <c:formatCode>#,##0.00</c:formatCode>
                <c:ptCount val="356"/>
                <c:pt idx="0">
                  <c:v>52</c:v>
                </c:pt>
                <c:pt idx="1">
                  <c:v>57</c:v>
                </c:pt>
                <c:pt idx="2">
                  <c:v>55.4</c:v>
                </c:pt>
                <c:pt idx="3">
                  <c:v>58.7</c:v>
                </c:pt>
                <c:pt idx="4">
                  <c:v>62.2</c:v>
                </c:pt>
                <c:pt idx="5">
                  <c:v>62.5</c:v>
                </c:pt>
                <c:pt idx="6">
                  <c:v>63.2</c:v>
                </c:pt>
                <c:pt idx="7">
                  <c:v>58.6</c:v>
                </c:pt>
                <c:pt idx="8">
                  <c:v>62.1</c:v>
                </c:pt>
                <c:pt idx="9">
                  <c:v>57</c:v>
                </c:pt>
                <c:pt idx="10">
                  <c:v>46.4</c:v>
                </c:pt>
                <c:pt idx="12">
                  <c:v>44.9</c:v>
                </c:pt>
                <c:pt idx="13">
                  <c:v>41.6</c:v>
                </c:pt>
                <c:pt idx="14">
                  <c:v>44.8</c:v>
                </c:pt>
                <c:pt idx="15">
                  <c:v>43.7</c:v>
                </c:pt>
                <c:pt idx="16">
                  <c:v>45</c:v>
                </c:pt>
                <c:pt idx="17">
                  <c:v>48</c:v>
                </c:pt>
                <c:pt idx="18">
                  <c:v>47.6</c:v>
                </c:pt>
                <c:pt idx="19">
                  <c:v>45.3</c:v>
                </c:pt>
                <c:pt idx="20">
                  <c:v>45.1</c:v>
                </c:pt>
                <c:pt idx="21">
                  <c:v>45</c:v>
                </c:pt>
                <c:pt idx="22">
                  <c:v>38.5</c:v>
                </c:pt>
                <c:pt idx="23">
                  <c:v>40.5</c:v>
                </c:pt>
                <c:pt idx="24">
                  <c:v>40.6</c:v>
                </c:pt>
                <c:pt idx="25">
                  <c:v>36.4</c:v>
                </c:pt>
                <c:pt idx="26">
                  <c:v>36.700000000000003</c:v>
                </c:pt>
                <c:pt idx="27">
                  <c:v>34.700000000000003</c:v>
                </c:pt>
                <c:pt idx="28">
                  <c:v>33</c:v>
                </c:pt>
                <c:pt idx="29">
                  <c:v>33.9</c:v>
                </c:pt>
                <c:pt idx="30">
                  <c:v>31.9</c:v>
                </c:pt>
                <c:pt idx="31">
                  <c:v>20.100000000000001</c:v>
                </c:pt>
                <c:pt idx="32">
                  <c:v>21.1</c:v>
                </c:pt>
                <c:pt idx="33">
                  <c:v>18.600000000000001</c:v>
                </c:pt>
                <c:pt idx="34">
                  <c:v>8.4</c:v>
                </c:pt>
                <c:pt idx="35">
                  <c:v>8.6999999999999993</c:v>
                </c:pt>
                <c:pt idx="36">
                  <c:v>11.9</c:v>
                </c:pt>
                <c:pt idx="37">
                  <c:v>11.9</c:v>
                </c:pt>
                <c:pt idx="38">
                  <c:v>8.1999999999999993</c:v>
                </c:pt>
                <c:pt idx="39">
                  <c:v>8.8000000000000007</c:v>
                </c:pt>
                <c:pt idx="40">
                  <c:v>5.6</c:v>
                </c:pt>
                <c:pt idx="41">
                  <c:v>8.6</c:v>
                </c:pt>
                <c:pt idx="42">
                  <c:v>9.4</c:v>
                </c:pt>
                <c:pt idx="43">
                  <c:v>10.6</c:v>
                </c:pt>
                <c:pt idx="44">
                  <c:v>9.4</c:v>
                </c:pt>
                <c:pt idx="45">
                  <c:v>11.7</c:v>
                </c:pt>
                <c:pt idx="46">
                  <c:v>14.9</c:v>
                </c:pt>
                <c:pt idx="47">
                  <c:v>19.5</c:v>
                </c:pt>
                <c:pt idx="48">
                  <c:v>28.5</c:v>
                </c:pt>
                <c:pt idx="49">
                  <c:v>29</c:v>
                </c:pt>
                <c:pt idx="50">
                  <c:v>29.7</c:v>
                </c:pt>
                <c:pt idx="51">
                  <c:v>28</c:v>
                </c:pt>
                <c:pt idx="52">
                  <c:v>24.6</c:v>
                </c:pt>
                <c:pt idx="53">
                  <c:v>20.5</c:v>
                </c:pt>
                <c:pt idx="54">
                  <c:v>19.600000000000001</c:v>
                </c:pt>
                <c:pt idx="55">
                  <c:v>22.1</c:v>
                </c:pt>
                <c:pt idx="56">
                  <c:v>23.1</c:v>
                </c:pt>
                <c:pt idx="57">
                  <c:v>23.5</c:v>
                </c:pt>
                <c:pt idx="58">
                  <c:v>23.9</c:v>
                </c:pt>
                <c:pt idx="59">
                  <c:v>23</c:v>
                </c:pt>
                <c:pt idx="60">
                  <c:v>29.2</c:v>
                </c:pt>
                <c:pt idx="61">
                  <c:v>27.8</c:v>
                </c:pt>
                <c:pt idx="62">
                  <c:v>28.1</c:v>
                </c:pt>
                <c:pt idx="63">
                  <c:v>28.5</c:v>
                </c:pt>
                <c:pt idx="64">
                  <c:v>27.2</c:v>
                </c:pt>
                <c:pt idx="65">
                  <c:v>32</c:v>
                </c:pt>
                <c:pt idx="66">
                  <c:v>29.4</c:v>
                </c:pt>
                <c:pt idx="67">
                  <c:v>29.4</c:v>
                </c:pt>
                <c:pt idx="68">
                  <c:v>28.6</c:v>
                </c:pt>
                <c:pt idx="69">
                  <c:v>29.6</c:v>
                </c:pt>
                <c:pt idx="70">
                  <c:v>39.299999999999997</c:v>
                </c:pt>
                <c:pt idx="71">
                  <c:v>39</c:v>
                </c:pt>
                <c:pt idx="72">
                  <c:v>34.5</c:v>
                </c:pt>
                <c:pt idx="73">
                  <c:v>36.1</c:v>
                </c:pt>
                <c:pt idx="75">
                  <c:v>31.9</c:v>
                </c:pt>
                <c:pt idx="76">
                  <c:v>30.2</c:v>
                </c:pt>
                <c:pt idx="77">
                  <c:v>29</c:v>
                </c:pt>
                <c:pt idx="78">
                  <c:v>29</c:v>
                </c:pt>
                <c:pt idx="79">
                  <c:v>27.4</c:v>
                </c:pt>
                <c:pt idx="80">
                  <c:v>25.7</c:v>
                </c:pt>
                <c:pt idx="81">
                  <c:v>43.4</c:v>
                </c:pt>
                <c:pt idx="82">
                  <c:v>36.4</c:v>
                </c:pt>
                <c:pt idx="83">
                  <c:v>33.5</c:v>
                </c:pt>
                <c:pt idx="84">
                  <c:v>34.299999999999997</c:v>
                </c:pt>
                <c:pt idx="85">
                  <c:v>35.6</c:v>
                </c:pt>
                <c:pt idx="86">
                  <c:v>36.1</c:v>
                </c:pt>
                <c:pt idx="87">
                  <c:v>38.5</c:v>
                </c:pt>
                <c:pt idx="88">
                  <c:v>34.4</c:v>
                </c:pt>
                <c:pt idx="89">
                  <c:v>38.700000000000003</c:v>
                </c:pt>
                <c:pt idx="90">
                  <c:v>39.5</c:v>
                </c:pt>
                <c:pt idx="91">
                  <c:v>38</c:v>
                </c:pt>
                <c:pt idx="92">
                  <c:v>53.3</c:v>
                </c:pt>
                <c:pt idx="93">
                  <c:v>53.4</c:v>
                </c:pt>
                <c:pt idx="94">
                  <c:v>53.5</c:v>
                </c:pt>
                <c:pt idx="96">
                  <c:v>40.299999999999997</c:v>
                </c:pt>
                <c:pt idx="97">
                  <c:v>37.5</c:v>
                </c:pt>
                <c:pt idx="98">
                  <c:v>25.5</c:v>
                </c:pt>
                <c:pt idx="99">
                  <c:v>25.7</c:v>
                </c:pt>
                <c:pt idx="100">
                  <c:v>28.5</c:v>
                </c:pt>
                <c:pt idx="101">
                  <c:v>25.2</c:v>
                </c:pt>
                <c:pt idx="102">
                  <c:v>25.2</c:v>
                </c:pt>
                <c:pt idx="103">
                  <c:v>17.600000000000001</c:v>
                </c:pt>
                <c:pt idx="104">
                  <c:v>18.3</c:v>
                </c:pt>
                <c:pt idx="105">
                  <c:v>18.5</c:v>
                </c:pt>
                <c:pt idx="106">
                  <c:v>16.7</c:v>
                </c:pt>
                <c:pt idx="107">
                  <c:v>14.6</c:v>
                </c:pt>
                <c:pt idx="108">
                  <c:v>5.8</c:v>
                </c:pt>
                <c:pt idx="109">
                  <c:v>4.5</c:v>
                </c:pt>
                <c:pt idx="110">
                  <c:v>7.3</c:v>
                </c:pt>
                <c:pt idx="111">
                  <c:v>7.8</c:v>
                </c:pt>
                <c:pt idx="112">
                  <c:v>8.4</c:v>
                </c:pt>
                <c:pt idx="113">
                  <c:v>7.3</c:v>
                </c:pt>
                <c:pt idx="114">
                  <c:v>11.3</c:v>
                </c:pt>
                <c:pt idx="115">
                  <c:v>12.3</c:v>
                </c:pt>
                <c:pt idx="116">
                  <c:v>14.2</c:v>
                </c:pt>
                <c:pt idx="117">
                  <c:v>14.4</c:v>
                </c:pt>
                <c:pt idx="118">
                  <c:v>8.3000000000000007</c:v>
                </c:pt>
                <c:pt idx="119">
                  <c:v>7.3</c:v>
                </c:pt>
                <c:pt idx="120">
                  <c:v>5.3</c:v>
                </c:pt>
                <c:pt idx="121">
                  <c:v>4.7</c:v>
                </c:pt>
                <c:pt idx="122">
                  <c:v>1.7</c:v>
                </c:pt>
                <c:pt idx="123">
                  <c:v>-4.5999999999999996</c:v>
                </c:pt>
                <c:pt idx="124">
                  <c:v>-0.5</c:v>
                </c:pt>
                <c:pt idx="125">
                  <c:v>0.8</c:v>
                </c:pt>
                <c:pt idx="126">
                  <c:v>2.9</c:v>
                </c:pt>
                <c:pt idx="127">
                  <c:v>8</c:v>
                </c:pt>
                <c:pt idx="128">
                  <c:v>11</c:v>
                </c:pt>
                <c:pt idx="129">
                  <c:v>16.3</c:v>
                </c:pt>
                <c:pt idx="130">
                  <c:v>16.600000000000001</c:v>
                </c:pt>
                <c:pt idx="131">
                  <c:v>21.8</c:v>
                </c:pt>
                <c:pt idx="132">
                  <c:v>21.8</c:v>
                </c:pt>
                <c:pt idx="133">
                  <c:v>13</c:v>
                </c:pt>
                <c:pt idx="134">
                  <c:v>11.8</c:v>
                </c:pt>
                <c:pt idx="135">
                  <c:v>10.5</c:v>
                </c:pt>
                <c:pt idx="136">
                  <c:v>2.8</c:v>
                </c:pt>
                <c:pt idx="137">
                  <c:v>11.5</c:v>
                </c:pt>
                <c:pt idx="138">
                  <c:v>10.7</c:v>
                </c:pt>
                <c:pt idx="140">
                  <c:v>9.8000000000000007</c:v>
                </c:pt>
                <c:pt idx="141">
                  <c:v>9.3000000000000007</c:v>
                </c:pt>
                <c:pt idx="142">
                  <c:v>9</c:v>
                </c:pt>
                <c:pt idx="143">
                  <c:v>4.9000000000000004</c:v>
                </c:pt>
                <c:pt idx="144">
                  <c:v>9.6</c:v>
                </c:pt>
                <c:pt idx="145">
                  <c:v>11</c:v>
                </c:pt>
                <c:pt idx="146">
                  <c:v>10.199999999999999</c:v>
                </c:pt>
                <c:pt idx="147">
                  <c:v>7.7</c:v>
                </c:pt>
                <c:pt idx="148">
                  <c:v>7.9</c:v>
                </c:pt>
                <c:pt idx="149">
                  <c:v>10.199999999999999</c:v>
                </c:pt>
                <c:pt idx="150">
                  <c:v>9.6999999999999993</c:v>
                </c:pt>
                <c:pt idx="151">
                  <c:v>10.3</c:v>
                </c:pt>
                <c:pt idx="152">
                  <c:v>10.8</c:v>
                </c:pt>
                <c:pt idx="153">
                  <c:v>11.1</c:v>
                </c:pt>
                <c:pt idx="154">
                  <c:v>11.5</c:v>
                </c:pt>
                <c:pt idx="155">
                  <c:v>12.5</c:v>
                </c:pt>
                <c:pt idx="156">
                  <c:v>14.8</c:v>
                </c:pt>
                <c:pt idx="157">
                  <c:v>15.1</c:v>
                </c:pt>
                <c:pt idx="158">
                  <c:v>12.3</c:v>
                </c:pt>
                <c:pt idx="159">
                  <c:v>12.3</c:v>
                </c:pt>
                <c:pt idx="160">
                  <c:v>13.8</c:v>
                </c:pt>
                <c:pt idx="161">
                  <c:v>13.4</c:v>
                </c:pt>
                <c:pt idx="162">
                  <c:v>13.4</c:v>
                </c:pt>
                <c:pt idx="163">
                  <c:v>12.4</c:v>
                </c:pt>
                <c:pt idx="164">
                  <c:v>9.8000000000000007</c:v>
                </c:pt>
                <c:pt idx="165">
                  <c:v>11</c:v>
                </c:pt>
                <c:pt idx="166">
                  <c:v>10.8</c:v>
                </c:pt>
                <c:pt idx="167">
                  <c:v>10.9</c:v>
                </c:pt>
                <c:pt idx="168">
                  <c:v>11.1</c:v>
                </c:pt>
                <c:pt idx="169">
                  <c:v>10.8</c:v>
                </c:pt>
                <c:pt idx="170">
                  <c:v>9.8000000000000007</c:v>
                </c:pt>
                <c:pt idx="171">
                  <c:v>9.6</c:v>
                </c:pt>
                <c:pt idx="172">
                  <c:v>12</c:v>
                </c:pt>
                <c:pt idx="173">
                  <c:v>8.9</c:v>
                </c:pt>
                <c:pt idx="174">
                  <c:v>10.7</c:v>
                </c:pt>
                <c:pt idx="175">
                  <c:v>12.9</c:v>
                </c:pt>
                <c:pt idx="176">
                  <c:v>12.6</c:v>
                </c:pt>
                <c:pt idx="177">
                  <c:v>12.9</c:v>
                </c:pt>
                <c:pt idx="178">
                  <c:v>13.2</c:v>
                </c:pt>
                <c:pt idx="179">
                  <c:v>13.8</c:v>
                </c:pt>
                <c:pt idx="180">
                  <c:v>15</c:v>
                </c:pt>
                <c:pt idx="181">
                  <c:v>18.100000000000001</c:v>
                </c:pt>
                <c:pt idx="182">
                  <c:v>18.3</c:v>
                </c:pt>
                <c:pt idx="183">
                  <c:v>22.8</c:v>
                </c:pt>
                <c:pt idx="184">
                  <c:v>25.6</c:v>
                </c:pt>
                <c:pt idx="185">
                  <c:v>27.5</c:v>
                </c:pt>
                <c:pt idx="186">
                  <c:v>26.1</c:v>
                </c:pt>
                <c:pt idx="187">
                  <c:v>8.9</c:v>
                </c:pt>
                <c:pt idx="188">
                  <c:v>4.3</c:v>
                </c:pt>
                <c:pt idx="189">
                  <c:v>10.199999999999999</c:v>
                </c:pt>
                <c:pt idx="190">
                  <c:v>13.6</c:v>
                </c:pt>
                <c:pt idx="191">
                  <c:v>14.6</c:v>
                </c:pt>
                <c:pt idx="192">
                  <c:v>10.1</c:v>
                </c:pt>
                <c:pt idx="193">
                  <c:v>12.8</c:v>
                </c:pt>
                <c:pt idx="194">
                  <c:v>9.6999999999999993</c:v>
                </c:pt>
                <c:pt idx="195">
                  <c:v>11.4</c:v>
                </c:pt>
                <c:pt idx="196">
                  <c:v>12.9</c:v>
                </c:pt>
                <c:pt idx="197">
                  <c:v>21.2</c:v>
                </c:pt>
                <c:pt idx="198">
                  <c:v>21.8</c:v>
                </c:pt>
                <c:pt idx="199">
                  <c:v>21.8</c:v>
                </c:pt>
                <c:pt idx="200">
                  <c:v>20.100000000000001</c:v>
                </c:pt>
                <c:pt idx="201">
                  <c:v>22.9</c:v>
                </c:pt>
                <c:pt idx="202">
                  <c:v>25.8</c:v>
                </c:pt>
                <c:pt idx="203">
                  <c:v>28.6</c:v>
                </c:pt>
                <c:pt idx="204">
                  <c:v>29.9</c:v>
                </c:pt>
                <c:pt idx="206">
                  <c:v>26.2</c:v>
                </c:pt>
                <c:pt idx="207">
                  <c:v>26.8</c:v>
                </c:pt>
                <c:pt idx="208">
                  <c:v>23.7</c:v>
                </c:pt>
                <c:pt idx="209">
                  <c:v>23.1</c:v>
                </c:pt>
                <c:pt idx="210">
                  <c:v>15.5</c:v>
                </c:pt>
                <c:pt idx="211">
                  <c:v>15.1</c:v>
                </c:pt>
                <c:pt idx="212">
                  <c:v>15</c:v>
                </c:pt>
                <c:pt idx="213">
                  <c:v>4.0999999999999996</c:v>
                </c:pt>
                <c:pt idx="214">
                  <c:v>4.2</c:v>
                </c:pt>
                <c:pt idx="215">
                  <c:v>4.0999999999999996</c:v>
                </c:pt>
                <c:pt idx="216">
                  <c:v>6.9</c:v>
                </c:pt>
                <c:pt idx="217">
                  <c:v>8</c:v>
                </c:pt>
                <c:pt idx="218">
                  <c:v>8</c:v>
                </c:pt>
                <c:pt idx="219">
                  <c:v>7.9</c:v>
                </c:pt>
                <c:pt idx="220">
                  <c:v>6.9</c:v>
                </c:pt>
                <c:pt idx="221">
                  <c:v>5.5</c:v>
                </c:pt>
                <c:pt idx="222">
                  <c:v>5.2</c:v>
                </c:pt>
                <c:pt idx="223">
                  <c:v>6.2</c:v>
                </c:pt>
                <c:pt idx="224">
                  <c:v>6</c:v>
                </c:pt>
                <c:pt idx="225">
                  <c:v>7.7</c:v>
                </c:pt>
                <c:pt idx="226">
                  <c:v>7.8</c:v>
                </c:pt>
                <c:pt idx="227">
                  <c:v>14.7</c:v>
                </c:pt>
                <c:pt idx="228">
                  <c:v>13.4</c:v>
                </c:pt>
                <c:pt idx="229">
                  <c:v>7.8</c:v>
                </c:pt>
                <c:pt idx="230">
                  <c:v>6.8</c:v>
                </c:pt>
                <c:pt idx="231">
                  <c:v>3.5</c:v>
                </c:pt>
                <c:pt idx="232">
                  <c:v>2.4</c:v>
                </c:pt>
                <c:pt idx="233">
                  <c:v>4.7</c:v>
                </c:pt>
                <c:pt idx="234">
                  <c:v>4.7</c:v>
                </c:pt>
                <c:pt idx="235">
                  <c:v>9.5</c:v>
                </c:pt>
                <c:pt idx="236">
                  <c:v>12.6</c:v>
                </c:pt>
                <c:pt idx="237">
                  <c:v>12.3</c:v>
                </c:pt>
                <c:pt idx="238">
                  <c:v>4.5</c:v>
                </c:pt>
                <c:pt idx="239">
                  <c:v>2.8</c:v>
                </c:pt>
                <c:pt idx="240">
                  <c:v>2.8</c:v>
                </c:pt>
                <c:pt idx="241">
                  <c:v>3.3</c:v>
                </c:pt>
                <c:pt idx="242">
                  <c:v>3.5</c:v>
                </c:pt>
                <c:pt idx="243">
                  <c:v>1.1000000000000001</c:v>
                </c:pt>
                <c:pt idx="244">
                  <c:v>0.9</c:v>
                </c:pt>
                <c:pt idx="245">
                  <c:v>-0.4</c:v>
                </c:pt>
                <c:pt idx="246">
                  <c:v>-2.2000000000000002</c:v>
                </c:pt>
                <c:pt idx="247">
                  <c:v>-2.6</c:v>
                </c:pt>
                <c:pt idx="248">
                  <c:v>-9</c:v>
                </c:pt>
                <c:pt idx="249">
                  <c:v>-1.4</c:v>
                </c:pt>
                <c:pt idx="250">
                  <c:v>-11.4</c:v>
                </c:pt>
                <c:pt idx="251">
                  <c:v>-10.3</c:v>
                </c:pt>
                <c:pt idx="252">
                  <c:v>-5.3</c:v>
                </c:pt>
                <c:pt idx="253">
                  <c:v>-26</c:v>
                </c:pt>
                <c:pt idx="254">
                  <c:v>-24.6</c:v>
                </c:pt>
                <c:pt idx="255">
                  <c:v>-20.8</c:v>
                </c:pt>
                <c:pt idx="256">
                  <c:v>-23.9</c:v>
                </c:pt>
                <c:pt idx="257">
                  <c:v>-23.3</c:v>
                </c:pt>
                <c:pt idx="258">
                  <c:v>-23.1</c:v>
                </c:pt>
                <c:pt idx="259">
                  <c:v>-20.8</c:v>
                </c:pt>
                <c:pt idx="260">
                  <c:v>-12.2</c:v>
                </c:pt>
                <c:pt idx="261">
                  <c:v>-8.4</c:v>
                </c:pt>
                <c:pt idx="262">
                  <c:v>-13.4</c:v>
                </c:pt>
                <c:pt idx="263">
                  <c:v>-11.5</c:v>
                </c:pt>
                <c:pt idx="264">
                  <c:v>-4.3</c:v>
                </c:pt>
                <c:pt idx="265">
                  <c:v>-5.2</c:v>
                </c:pt>
                <c:pt idx="266">
                  <c:v>-5.9</c:v>
                </c:pt>
                <c:pt idx="267">
                  <c:v>-6.7</c:v>
                </c:pt>
                <c:pt idx="268">
                  <c:v>-3.1</c:v>
                </c:pt>
                <c:pt idx="269">
                  <c:v>2</c:v>
                </c:pt>
                <c:pt idx="270">
                  <c:v>5.2</c:v>
                </c:pt>
                <c:pt idx="272">
                  <c:v>11.5</c:v>
                </c:pt>
                <c:pt idx="273">
                  <c:v>11.9</c:v>
                </c:pt>
                <c:pt idx="274">
                  <c:v>14.3</c:v>
                </c:pt>
                <c:pt idx="275">
                  <c:v>13.2</c:v>
                </c:pt>
                <c:pt idx="276">
                  <c:v>6</c:v>
                </c:pt>
                <c:pt idx="277">
                  <c:v>4.2</c:v>
                </c:pt>
                <c:pt idx="278">
                  <c:v>-8</c:v>
                </c:pt>
                <c:pt idx="279">
                  <c:v>-9.5</c:v>
                </c:pt>
                <c:pt idx="280">
                  <c:v>-10.6</c:v>
                </c:pt>
                <c:pt idx="281">
                  <c:v>-12.6</c:v>
                </c:pt>
                <c:pt idx="282">
                  <c:v>-10.5</c:v>
                </c:pt>
                <c:pt idx="283">
                  <c:v>-7.1</c:v>
                </c:pt>
                <c:pt idx="284">
                  <c:v>-8.3000000000000007</c:v>
                </c:pt>
                <c:pt idx="285">
                  <c:v>-5.3</c:v>
                </c:pt>
                <c:pt idx="286">
                  <c:v>-5.8</c:v>
                </c:pt>
                <c:pt idx="287">
                  <c:v>-6.1</c:v>
                </c:pt>
                <c:pt idx="288">
                  <c:v>-6.9</c:v>
                </c:pt>
                <c:pt idx="289">
                  <c:v>-7.8</c:v>
                </c:pt>
                <c:pt idx="290">
                  <c:v>-8.6</c:v>
                </c:pt>
                <c:pt idx="291">
                  <c:v>-12.9</c:v>
                </c:pt>
                <c:pt idx="292">
                  <c:v>-12.9</c:v>
                </c:pt>
                <c:pt idx="293">
                  <c:v>-8.6</c:v>
                </c:pt>
                <c:pt idx="294">
                  <c:v>-6.2</c:v>
                </c:pt>
                <c:pt idx="295">
                  <c:v>0.8</c:v>
                </c:pt>
                <c:pt idx="296">
                  <c:v>0.9</c:v>
                </c:pt>
                <c:pt idx="297">
                  <c:v>-0.4</c:v>
                </c:pt>
                <c:pt idx="298">
                  <c:v>-15.1</c:v>
                </c:pt>
                <c:pt idx="299">
                  <c:v>-20.2</c:v>
                </c:pt>
                <c:pt idx="300">
                  <c:v>-20.2</c:v>
                </c:pt>
                <c:pt idx="301">
                  <c:v>-21.8</c:v>
                </c:pt>
                <c:pt idx="302">
                  <c:v>-19.5</c:v>
                </c:pt>
                <c:pt idx="303">
                  <c:v>-18.8</c:v>
                </c:pt>
                <c:pt idx="304">
                  <c:v>-18.3</c:v>
                </c:pt>
                <c:pt idx="305">
                  <c:v>-17.8</c:v>
                </c:pt>
                <c:pt idx="306">
                  <c:v>-15.4</c:v>
                </c:pt>
                <c:pt idx="307">
                  <c:v>-7.6</c:v>
                </c:pt>
                <c:pt idx="308">
                  <c:v>-6.7</c:v>
                </c:pt>
                <c:pt idx="309">
                  <c:v>-5.6</c:v>
                </c:pt>
                <c:pt idx="310">
                  <c:v>-3.3</c:v>
                </c:pt>
                <c:pt idx="311">
                  <c:v>-7.2</c:v>
                </c:pt>
                <c:pt idx="312">
                  <c:v>-4.8</c:v>
                </c:pt>
                <c:pt idx="313">
                  <c:v>-8</c:v>
                </c:pt>
                <c:pt idx="314">
                  <c:v>-4.4000000000000004</c:v>
                </c:pt>
                <c:pt idx="315">
                  <c:v>-3.1</c:v>
                </c:pt>
                <c:pt idx="316">
                  <c:v>-0.7</c:v>
                </c:pt>
                <c:pt idx="317">
                  <c:v>-1.6</c:v>
                </c:pt>
                <c:pt idx="318">
                  <c:v>-4.5999999999999996</c:v>
                </c:pt>
                <c:pt idx="319">
                  <c:v>-2.5</c:v>
                </c:pt>
                <c:pt idx="320">
                  <c:v>-5.0999999999999996</c:v>
                </c:pt>
                <c:pt idx="321">
                  <c:v>-5.3</c:v>
                </c:pt>
                <c:pt idx="322">
                  <c:v>-6.9</c:v>
                </c:pt>
                <c:pt idx="323">
                  <c:v>-7.3</c:v>
                </c:pt>
                <c:pt idx="324">
                  <c:v>-13.7</c:v>
                </c:pt>
                <c:pt idx="325">
                  <c:v>-9.6999999999999993</c:v>
                </c:pt>
                <c:pt idx="326">
                  <c:v>-6.2</c:v>
                </c:pt>
                <c:pt idx="327">
                  <c:v>-8</c:v>
                </c:pt>
                <c:pt idx="328">
                  <c:v>-4.2</c:v>
                </c:pt>
                <c:pt idx="329">
                  <c:v>-6.9</c:v>
                </c:pt>
                <c:pt idx="330">
                  <c:v>-7.4</c:v>
                </c:pt>
                <c:pt idx="331">
                  <c:v>-6.2</c:v>
                </c:pt>
                <c:pt idx="332">
                  <c:v>-9.8000000000000007</c:v>
                </c:pt>
                <c:pt idx="333">
                  <c:v>-11.9</c:v>
                </c:pt>
                <c:pt idx="334">
                  <c:v>-12.2</c:v>
                </c:pt>
                <c:pt idx="335">
                  <c:v>-16.5</c:v>
                </c:pt>
                <c:pt idx="336">
                  <c:v>-10.7</c:v>
                </c:pt>
                <c:pt idx="337">
                  <c:v>-8.5</c:v>
                </c:pt>
                <c:pt idx="338">
                  <c:v>-7.7</c:v>
                </c:pt>
                <c:pt idx="339">
                  <c:v>-5.5</c:v>
                </c:pt>
                <c:pt idx="340">
                  <c:v>-7.8</c:v>
                </c:pt>
                <c:pt idx="341">
                  <c:v>-0.2</c:v>
                </c:pt>
                <c:pt idx="342">
                  <c:v>0.5</c:v>
                </c:pt>
                <c:pt idx="343">
                  <c:v>0.4</c:v>
                </c:pt>
                <c:pt idx="344">
                  <c:v>0.2</c:v>
                </c:pt>
                <c:pt idx="345">
                  <c:v>-0.5</c:v>
                </c:pt>
                <c:pt idx="346">
                  <c:v>4.9000000000000004</c:v>
                </c:pt>
                <c:pt idx="347">
                  <c:v>4.0999999999999996</c:v>
                </c:pt>
                <c:pt idx="348">
                  <c:v>0.7</c:v>
                </c:pt>
                <c:pt idx="349">
                  <c:v>2.2000000000000002</c:v>
                </c:pt>
                <c:pt idx="350">
                  <c:v>3</c:v>
                </c:pt>
                <c:pt idx="351">
                  <c:v>7.7</c:v>
                </c:pt>
                <c:pt idx="352">
                  <c:v>9.1999999999999993</c:v>
                </c:pt>
                <c:pt idx="353">
                  <c:v>10.3</c:v>
                </c:pt>
                <c:pt idx="354">
                  <c:v>16.8</c:v>
                </c:pt>
                <c:pt idx="355">
                  <c:v>12.4</c:v>
                </c:pt>
              </c:numCache>
            </c:numRef>
          </c:val>
          <c:smooth val="0"/>
          <c:extLst>
            <c:ext xmlns:c16="http://schemas.microsoft.com/office/drawing/2014/chart" uri="{C3380CC4-5D6E-409C-BE32-E72D297353CC}">
              <c16:uniqueId val="{00000000-0438-423E-AA19-01C02908C556}"/>
            </c:ext>
          </c:extLst>
        </c:ser>
        <c:dLbls>
          <c:showLegendKey val="0"/>
          <c:showVal val="0"/>
          <c:showCatName val="0"/>
          <c:showSerName val="0"/>
          <c:showPercent val="0"/>
          <c:showBubbleSize val="0"/>
        </c:dLbls>
        <c:marker val="1"/>
        <c:smooth val="0"/>
        <c:axId val="2000002304"/>
        <c:axId val="2000002305"/>
      </c:lineChart>
      <c:lineChart>
        <c:grouping val="standard"/>
        <c:varyColors val="0"/>
        <c:ser>
          <c:idx val="1"/>
          <c:order val="1"/>
          <c:tx>
            <c:strRef>
              <c:f>花旗经济意外指数!$C$1</c:f>
              <c:strCache>
                <c:ptCount val="1"/>
                <c:pt idx="0">
                  <c:v>OECD综合领先指标：美国（右轴）</c:v>
                </c:pt>
              </c:strCache>
            </c:strRef>
          </c:tx>
          <c:spPr>
            <a:ln w="19050" cap="rnd">
              <a:solidFill>
                <a:schemeClr val="accent2"/>
              </a:solidFill>
              <a:round/>
            </a:ln>
            <a:effectLst/>
          </c:spPr>
          <c:marker>
            <c:symbol val="none"/>
          </c:marker>
          <c:cat>
            <c:numRef>
              <c:f>花旗经济意外指数!$A$5:$A$360</c:f>
              <c:numCache>
                <c:formatCode>yyyy\-mm\-dd;@</c:formatCode>
                <c:ptCount val="356"/>
                <c:pt idx="0">
                  <c:v>46188</c:v>
                </c:pt>
                <c:pt idx="1">
                  <c:v>46185</c:v>
                </c:pt>
                <c:pt idx="2">
                  <c:v>46184</c:v>
                </c:pt>
                <c:pt idx="3">
                  <c:v>46183</c:v>
                </c:pt>
                <c:pt idx="4">
                  <c:v>46182</c:v>
                </c:pt>
                <c:pt idx="5">
                  <c:v>46181</c:v>
                </c:pt>
                <c:pt idx="6">
                  <c:v>46178</c:v>
                </c:pt>
                <c:pt idx="7">
                  <c:v>46177</c:v>
                </c:pt>
                <c:pt idx="8">
                  <c:v>46176</c:v>
                </c:pt>
                <c:pt idx="9">
                  <c:v>46175</c:v>
                </c:pt>
                <c:pt idx="10">
                  <c:v>46174</c:v>
                </c:pt>
                <c:pt idx="11">
                  <c:v>46173</c:v>
                </c:pt>
                <c:pt idx="12">
                  <c:v>46171</c:v>
                </c:pt>
                <c:pt idx="13">
                  <c:v>46170</c:v>
                </c:pt>
                <c:pt idx="14">
                  <c:v>46169</c:v>
                </c:pt>
                <c:pt idx="15">
                  <c:v>46168</c:v>
                </c:pt>
                <c:pt idx="16">
                  <c:v>46164</c:v>
                </c:pt>
                <c:pt idx="17">
                  <c:v>46163</c:v>
                </c:pt>
                <c:pt idx="18">
                  <c:v>46162</c:v>
                </c:pt>
                <c:pt idx="19">
                  <c:v>46161</c:v>
                </c:pt>
                <c:pt idx="20">
                  <c:v>46160</c:v>
                </c:pt>
                <c:pt idx="21">
                  <c:v>46157</c:v>
                </c:pt>
                <c:pt idx="22">
                  <c:v>46156</c:v>
                </c:pt>
                <c:pt idx="23">
                  <c:v>46155</c:v>
                </c:pt>
                <c:pt idx="24">
                  <c:v>46154</c:v>
                </c:pt>
                <c:pt idx="25">
                  <c:v>46153</c:v>
                </c:pt>
                <c:pt idx="26">
                  <c:v>46150</c:v>
                </c:pt>
                <c:pt idx="27">
                  <c:v>46149</c:v>
                </c:pt>
                <c:pt idx="28">
                  <c:v>46148</c:v>
                </c:pt>
                <c:pt idx="29">
                  <c:v>46147</c:v>
                </c:pt>
                <c:pt idx="30">
                  <c:v>46146</c:v>
                </c:pt>
                <c:pt idx="31">
                  <c:v>46143</c:v>
                </c:pt>
                <c:pt idx="32">
                  <c:v>46142</c:v>
                </c:pt>
                <c:pt idx="33">
                  <c:v>46141</c:v>
                </c:pt>
                <c:pt idx="34">
                  <c:v>46140</c:v>
                </c:pt>
                <c:pt idx="35">
                  <c:v>46139</c:v>
                </c:pt>
                <c:pt idx="36">
                  <c:v>46136</c:v>
                </c:pt>
                <c:pt idx="37">
                  <c:v>46135</c:v>
                </c:pt>
                <c:pt idx="38">
                  <c:v>46134</c:v>
                </c:pt>
                <c:pt idx="39">
                  <c:v>46133</c:v>
                </c:pt>
                <c:pt idx="40">
                  <c:v>46132</c:v>
                </c:pt>
                <c:pt idx="41">
                  <c:v>46129</c:v>
                </c:pt>
                <c:pt idx="42">
                  <c:v>46128</c:v>
                </c:pt>
                <c:pt idx="43">
                  <c:v>46127</c:v>
                </c:pt>
                <c:pt idx="44">
                  <c:v>46126</c:v>
                </c:pt>
                <c:pt idx="45">
                  <c:v>46125</c:v>
                </c:pt>
                <c:pt idx="46">
                  <c:v>46122</c:v>
                </c:pt>
                <c:pt idx="47">
                  <c:v>46121</c:v>
                </c:pt>
                <c:pt idx="48">
                  <c:v>46120</c:v>
                </c:pt>
                <c:pt idx="49">
                  <c:v>46119</c:v>
                </c:pt>
                <c:pt idx="50">
                  <c:v>46118</c:v>
                </c:pt>
                <c:pt idx="51">
                  <c:v>46114</c:v>
                </c:pt>
                <c:pt idx="52">
                  <c:v>46113</c:v>
                </c:pt>
                <c:pt idx="53">
                  <c:v>46112</c:v>
                </c:pt>
                <c:pt idx="54">
                  <c:v>46111</c:v>
                </c:pt>
                <c:pt idx="55">
                  <c:v>46108</c:v>
                </c:pt>
                <c:pt idx="56">
                  <c:v>46107</c:v>
                </c:pt>
                <c:pt idx="57">
                  <c:v>46106</c:v>
                </c:pt>
                <c:pt idx="58">
                  <c:v>46105</c:v>
                </c:pt>
                <c:pt idx="59">
                  <c:v>46104</c:v>
                </c:pt>
                <c:pt idx="60">
                  <c:v>46100</c:v>
                </c:pt>
                <c:pt idx="61">
                  <c:v>46099</c:v>
                </c:pt>
                <c:pt idx="62">
                  <c:v>46098</c:v>
                </c:pt>
                <c:pt idx="63">
                  <c:v>46097</c:v>
                </c:pt>
                <c:pt idx="64">
                  <c:v>46094</c:v>
                </c:pt>
                <c:pt idx="65">
                  <c:v>46093</c:v>
                </c:pt>
                <c:pt idx="66">
                  <c:v>46092</c:v>
                </c:pt>
                <c:pt idx="67">
                  <c:v>46091</c:v>
                </c:pt>
                <c:pt idx="68">
                  <c:v>46090</c:v>
                </c:pt>
                <c:pt idx="69">
                  <c:v>46087</c:v>
                </c:pt>
                <c:pt idx="70">
                  <c:v>46086</c:v>
                </c:pt>
                <c:pt idx="71">
                  <c:v>46085</c:v>
                </c:pt>
                <c:pt idx="72">
                  <c:v>46084</c:v>
                </c:pt>
                <c:pt idx="73">
                  <c:v>46083</c:v>
                </c:pt>
                <c:pt idx="74">
                  <c:v>46081</c:v>
                </c:pt>
                <c:pt idx="75">
                  <c:v>46080</c:v>
                </c:pt>
                <c:pt idx="76">
                  <c:v>46079</c:v>
                </c:pt>
                <c:pt idx="77">
                  <c:v>46078</c:v>
                </c:pt>
                <c:pt idx="78">
                  <c:v>46077</c:v>
                </c:pt>
                <c:pt idx="79">
                  <c:v>46076</c:v>
                </c:pt>
                <c:pt idx="80">
                  <c:v>46073</c:v>
                </c:pt>
                <c:pt idx="81">
                  <c:v>46072</c:v>
                </c:pt>
                <c:pt idx="82">
                  <c:v>46071</c:v>
                </c:pt>
                <c:pt idx="83">
                  <c:v>46070</c:v>
                </c:pt>
                <c:pt idx="84">
                  <c:v>46069</c:v>
                </c:pt>
                <c:pt idx="85">
                  <c:v>46066</c:v>
                </c:pt>
                <c:pt idx="86">
                  <c:v>46065</c:v>
                </c:pt>
                <c:pt idx="87">
                  <c:v>46064</c:v>
                </c:pt>
                <c:pt idx="88">
                  <c:v>46063</c:v>
                </c:pt>
                <c:pt idx="89">
                  <c:v>46062</c:v>
                </c:pt>
                <c:pt idx="90">
                  <c:v>46059</c:v>
                </c:pt>
                <c:pt idx="91">
                  <c:v>46058</c:v>
                </c:pt>
                <c:pt idx="92">
                  <c:v>46057</c:v>
                </c:pt>
                <c:pt idx="93">
                  <c:v>46056</c:v>
                </c:pt>
                <c:pt idx="94">
                  <c:v>46055</c:v>
                </c:pt>
                <c:pt idx="95">
                  <c:v>46053</c:v>
                </c:pt>
                <c:pt idx="96">
                  <c:v>46052</c:v>
                </c:pt>
                <c:pt idx="97">
                  <c:v>46051</c:v>
                </c:pt>
                <c:pt idx="98">
                  <c:v>46050</c:v>
                </c:pt>
                <c:pt idx="99">
                  <c:v>46049</c:v>
                </c:pt>
                <c:pt idx="100">
                  <c:v>46048</c:v>
                </c:pt>
                <c:pt idx="101">
                  <c:v>46045</c:v>
                </c:pt>
                <c:pt idx="102">
                  <c:v>46044</c:v>
                </c:pt>
                <c:pt idx="103">
                  <c:v>46043</c:v>
                </c:pt>
                <c:pt idx="104">
                  <c:v>46042</c:v>
                </c:pt>
                <c:pt idx="105">
                  <c:v>46041</c:v>
                </c:pt>
                <c:pt idx="106">
                  <c:v>46038</c:v>
                </c:pt>
                <c:pt idx="107">
                  <c:v>46037</c:v>
                </c:pt>
                <c:pt idx="108">
                  <c:v>46036</c:v>
                </c:pt>
                <c:pt idx="109">
                  <c:v>46035</c:v>
                </c:pt>
                <c:pt idx="110">
                  <c:v>46034</c:v>
                </c:pt>
                <c:pt idx="111">
                  <c:v>46031</c:v>
                </c:pt>
                <c:pt idx="112">
                  <c:v>46030</c:v>
                </c:pt>
                <c:pt idx="113">
                  <c:v>46029</c:v>
                </c:pt>
                <c:pt idx="114">
                  <c:v>46028</c:v>
                </c:pt>
                <c:pt idx="115">
                  <c:v>46027</c:v>
                </c:pt>
                <c:pt idx="116">
                  <c:v>46024</c:v>
                </c:pt>
                <c:pt idx="117">
                  <c:v>46022</c:v>
                </c:pt>
                <c:pt idx="118">
                  <c:v>46021</c:v>
                </c:pt>
                <c:pt idx="119">
                  <c:v>46020</c:v>
                </c:pt>
                <c:pt idx="120">
                  <c:v>46017</c:v>
                </c:pt>
                <c:pt idx="121">
                  <c:v>46015</c:v>
                </c:pt>
                <c:pt idx="122">
                  <c:v>46014</c:v>
                </c:pt>
                <c:pt idx="123">
                  <c:v>46013</c:v>
                </c:pt>
                <c:pt idx="124">
                  <c:v>46010</c:v>
                </c:pt>
                <c:pt idx="125">
                  <c:v>46009</c:v>
                </c:pt>
                <c:pt idx="126">
                  <c:v>46008</c:v>
                </c:pt>
                <c:pt idx="127">
                  <c:v>46007</c:v>
                </c:pt>
                <c:pt idx="128">
                  <c:v>46006</c:v>
                </c:pt>
                <c:pt idx="129">
                  <c:v>46003</c:v>
                </c:pt>
                <c:pt idx="130">
                  <c:v>46002</c:v>
                </c:pt>
                <c:pt idx="131">
                  <c:v>46001</c:v>
                </c:pt>
                <c:pt idx="132">
                  <c:v>46000</c:v>
                </c:pt>
                <c:pt idx="133">
                  <c:v>45999</c:v>
                </c:pt>
                <c:pt idx="134">
                  <c:v>45996</c:v>
                </c:pt>
                <c:pt idx="135">
                  <c:v>45995</c:v>
                </c:pt>
                <c:pt idx="136">
                  <c:v>45994</c:v>
                </c:pt>
                <c:pt idx="137">
                  <c:v>45993</c:v>
                </c:pt>
                <c:pt idx="138">
                  <c:v>45992</c:v>
                </c:pt>
                <c:pt idx="139">
                  <c:v>45991</c:v>
                </c:pt>
                <c:pt idx="140">
                  <c:v>45989</c:v>
                </c:pt>
                <c:pt idx="141">
                  <c:v>45988</c:v>
                </c:pt>
                <c:pt idx="142">
                  <c:v>45987</c:v>
                </c:pt>
                <c:pt idx="143">
                  <c:v>45986</c:v>
                </c:pt>
                <c:pt idx="144">
                  <c:v>45985</c:v>
                </c:pt>
                <c:pt idx="145">
                  <c:v>45982</c:v>
                </c:pt>
                <c:pt idx="146">
                  <c:v>45981</c:v>
                </c:pt>
                <c:pt idx="147">
                  <c:v>45980</c:v>
                </c:pt>
                <c:pt idx="148">
                  <c:v>45979</c:v>
                </c:pt>
                <c:pt idx="149">
                  <c:v>45978</c:v>
                </c:pt>
                <c:pt idx="150">
                  <c:v>45975</c:v>
                </c:pt>
                <c:pt idx="151">
                  <c:v>45974</c:v>
                </c:pt>
                <c:pt idx="152">
                  <c:v>45973</c:v>
                </c:pt>
                <c:pt idx="153">
                  <c:v>45972</c:v>
                </c:pt>
                <c:pt idx="154">
                  <c:v>45971</c:v>
                </c:pt>
                <c:pt idx="155">
                  <c:v>45968</c:v>
                </c:pt>
                <c:pt idx="156">
                  <c:v>45967</c:v>
                </c:pt>
                <c:pt idx="157">
                  <c:v>45966</c:v>
                </c:pt>
                <c:pt idx="158">
                  <c:v>45965</c:v>
                </c:pt>
                <c:pt idx="159">
                  <c:v>45964</c:v>
                </c:pt>
                <c:pt idx="160">
                  <c:v>45961</c:v>
                </c:pt>
                <c:pt idx="161">
                  <c:v>45960</c:v>
                </c:pt>
                <c:pt idx="162">
                  <c:v>45959</c:v>
                </c:pt>
                <c:pt idx="163">
                  <c:v>45958</c:v>
                </c:pt>
                <c:pt idx="164">
                  <c:v>45957</c:v>
                </c:pt>
                <c:pt idx="165">
                  <c:v>45954</c:v>
                </c:pt>
                <c:pt idx="166">
                  <c:v>45953</c:v>
                </c:pt>
                <c:pt idx="167">
                  <c:v>45952</c:v>
                </c:pt>
                <c:pt idx="168">
                  <c:v>45951</c:v>
                </c:pt>
                <c:pt idx="169">
                  <c:v>45950</c:v>
                </c:pt>
                <c:pt idx="170">
                  <c:v>45947</c:v>
                </c:pt>
                <c:pt idx="171">
                  <c:v>45946</c:v>
                </c:pt>
                <c:pt idx="172">
                  <c:v>45945</c:v>
                </c:pt>
                <c:pt idx="173">
                  <c:v>45944</c:v>
                </c:pt>
                <c:pt idx="174">
                  <c:v>45943</c:v>
                </c:pt>
                <c:pt idx="175">
                  <c:v>45940</c:v>
                </c:pt>
                <c:pt idx="176">
                  <c:v>45939</c:v>
                </c:pt>
                <c:pt idx="177">
                  <c:v>45938</c:v>
                </c:pt>
                <c:pt idx="178">
                  <c:v>45937</c:v>
                </c:pt>
                <c:pt idx="179">
                  <c:v>45936</c:v>
                </c:pt>
                <c:pt idx="180">
                  <c:v>45933</c:v>
                </c:pt>
                <c:pt idx="181">
                  <c:v>45932</c:v>
                </c:pt>
                <c:pt idx="182">
                  <c:v>45931</c:v>
                </c:pt>
                <c:pt idx="183">
                  <c:v>45930</c:v>
                </c:pt>
                <c:pt idx="184">
                  <c:v>45929</c:v>
                </c:pt>
                <c:pt idx="185">
                  <c:v>45926</c:v>
                </c:pt>
                <c:pt idx="186">
                  <c:v>45925</c:v>
                </c:pt>
                <c:pt idx="187">
                  <c:v>45924</c:v>
                </c:pt>
                <c:pt idx="188">
                  <c:v>45923</c:v>
                </c:pt>
                <c:pt idx="189">
                  <c:v>45922</c:v>
                </c:pt>
                <c:pt idx="190">
                  <c:v>45919</c:v>
                </c:pt>
                <c:pt idx="191">
                  <c:v>45918</c:v>
                </c:pt>
                <c:pt idx="192">
                  <c:v>45917</c:v>
                </c:pt>
                <c:pt idx="193">
                  <c:v>45916</c:v>
                </c:pt>
                <c:pt idx="194">
                  <c:v>45915</c:v>
                </c:pt>
                <c:pt idx="195">
                  <c:v>45912</c:v>
                </c:pt>
                <c:pt idx="196">
                  <c:v>45911</c:v>
                </c:pt>
                <c:pt idx="197">
                  <c:v>45910</c:v>
                </c:pt>
                <c:pt idx="198">
                  <c:v>45909</c:v>
                </c:pt>
                <c:pt idx="199">
                  <c:v>45908</c:v>
                </c:pt>
                <c:pt idx="200">
                  <c:v>45905</c:v>
                </c:pt>
                <c:pt idx="201">
                  <c:v>45904</c:v>
                </c:pt>
                <c:pt idx="202">
                  <c:v>45903</c:v>
                </c:pt>
                <c:pt idx="203">
                  <c:v>45902</c:v>
                </c:pt>
                <c:pt idx="204">
                  <c:v>45901</c:v>
                </c:pt>
                <c:pt idx="205">
                  <c:v>45900</c:v>
                </c:pt>
                <c:pt idx="206">
                  <c:v>45898</c:v>
                </c:pt>
                <c:pt idx="207">
                  <c:v>45897</c:v>
                </c:pt>
                <c:pt idx="208">
                  <c:v>45896</c:v>
                </c:pt>
                <c:pt idx="209">
                  <c:v>45895</c:v>
                </c:pt>
                <c:pt idx="210">
                  <c:v>45894</c:v>
                </c:pt>
                <c:pt idx="211">
                  <c:v>45891</c:v>
                </c:pt>
                <c:pt idx="212">
                  <c:v>45890</c:v>
                </c:pt>
                <c:pt idx="213">
                  <c:v>45889</c:v>
                </c:pt>
                <c:pt idx="214">
                  <c:v>45888</c:v>
                </c:pt>
                <c:pt idx="215">
                  <c:v>45887</c:v>
                </c:pt>
                <c:pt idx="216">
                  <c:v>45884</c:v>
                </c:pt>
                <c:pt idx="217">
                  <c:v>45883</c:v>
                </c:pt>
                <c:pt idx="218">
                  <c:v>45882</c:v>
                </c:pt>
                <c:pt idx="219">
                  <c:v>45881</c:v>
                </c:pt>
                <c:pt idx="220">
                  <c:v>45880</c:v>
                </c:pt>
                <c:pt idx="221">
                  <c:v>45877</c:v>
                </c:pt>
                <c:pt idx="222">
                  <c:v>45876</c:v>
                </c:pt>
                <c:pt idx="223">
                  <c:v>45875</c:v>
                </c:pt>
                <c:pt idx="224">
                  <c:v>45874</c:v>
                </c:pt>
                <c:pt idx="225">
                  <c:v>45873</c:v>
                </c:pt>
                <c:pt idx="226">
                  <c:v>45870</c:v>
                </c:pt>
                <c:pt idx="227">
                  <c:v>45869</c:v>
                </c:pt>
                <c:pt idx="228">
                  <c:v>45868</c:v>
                </c:pt>
                <c:pt idx="229">
                  <c:v>45867</c:v>
                </c:pt>
                <c:pt idx="230">
                  <c:v>45866</c:v>
                </c:pt>
                <c:pt idx="231">
                  <c:v>45863</c:v>
                </c:pt>
                <c:pt idx="232">
                  <c:v>45862</c:v>
                </c:pt>
                <c:pt idx="233">
                  <c:v>45861</c:v>
                </c:pt>
                <c:pt idx="234">
                  <c:v>45860</c:v>
                </c:pt>
                <c:pt idx="235">
                  <c:v>45859</c:v>
                </c:pt>
                <c:pt idx="236">
                  <c:v>45856</c:v>
                </c:pt>
                <c:pt idx="237">
                  <c:v>45855</c:v>
                </c:pt>
                <c:pt idx="238">
                  <c:v>45854</c:v>
                </c:pt>
                <c:pt idx="239">
                  <c:v>45853</c:v>
                </c:pt>
                <c:pt idx="240">
                  <c:v>45852</c:v>
                </c:pt>
                <c:pt idx="241">
                  <c:v>45849</c:v>
                </c:pt>
                <c:pt idx="242">
                  <c:v>45848</c:v>
                </c:pt>
                <c:pt idx="243">
                  <c:v>45847</c:v>
                </c:pt>
                <c:pt idx="244">
                  <c:v>45846</c:v>
                </c:pt>
                <c:pt idx="245">
                  <c:v>45845</c:v>
                </c:pt>
                <c:pt idx="246">
                  <c:v>45842</c:v>
                </c:pt>
                <c:pt idx="247">
                  <c:v>45841</c:v>
                </c:pt>
                <c:pt idx="248">
                  <c:v>45840</c:v>
                </c:pt>
                <c:pt idx="249">
                  <c:v>45839</c:v>
                </c:pt>
                <c:pt idx="250">
                  <c:v>45838</c:v>
                </c:pt>
                <c:pt idx="251">
                  <c:v>45835</c:v>
                </c:pt>
                <c:pt idx="252">
                  <c:v>45834</c:v>
                </c:pt>
                <c:pt idx="253">
                  <c:v>45833</c:v>
                </c:pt>
                <c:pt idx="254">
                  <c:v>45832</c:v>
                </c:pt>
                <c:pt idx="255">
                  <c:v>45831</c:v>
                </c:pt>
                <c:pt idx="256">
                  <c:v>45828</c:v>
                </c:pt>
                <c:pt idx="257">
                  <c:v>45827</c:v>
                </c:pt>
                <c:pt idx="258">
                  <c:v>45826</c:v>
                </c:pt>
                <c:pt idx="259">
                  <c:v>45825</c:v>
                </c:pt>
                <c:pt idx="260">
                  <c:v>45824</c:v>
                </c:pt>
                <c:pt idx="261">
                  <c:v>45821</c:v>
                </c:pt>
                <c:pt idx="262">
                  <c:v>45820</c:v>
                </c:pt>
                <c:pt idx="263">
                  <c:v>45819</c:v>
                </c:pt>
                <c:pt idx="264">
                  <c:v>45818</c:v>
                </c:pt>
                <c:pt idx="265">
                  <c:v>45817</c:v>
                </c:pt>
                <c:pt idx="266">
                  <c:v>45814</c:v>
                </c:pt>
                <c:pt idx="267">
                  <c:v>45813</c:v>
                </c:pt>
                <c:pt idx="268">
                  <c:v>45812</c:v>
                </c:pt>
                <c:pt idx="269">
                  <c:v>45811</c:v>
                </c:pt>
                <c:pt idx="270">
                  <c:v>45810</c:v>
                </c:pt>
                <c:pt idx="271">
                  <c:v>45808</c:v>
                </c:pt>
                <c:pt idx="272">
                  <c:v>45807</c:v>
                </c:pt>
                <c:pt idx="273">
                  <c:v>45806</c:v>
                </c:pt>
                <c:pt idx="274">
                  <c:v>45805</c:v>
                </c:pt>
                <c:pt idx="275">
                  <c:v>45804</c:v>
                </c:pt>
                <c:pt idx="276">
                  <c:v>45800</c:v>
                </c:pt>
                <c:pt idx="277">
                  <c:v>45799</c:v>
                </c:pt>
                <c:pt idx="278">
                  <c:v>45798</c:v>
                </c:pt>
                <c:pt idx="279">
                  <c:v>45797</c:v>
                </c:pt>
                <c:pt idx="280">
                  <c:v>45796</c:v>
                </c:pt>
                <c:pt idx="281">
                  <c:v>45793</c:v>
                </c:pt>
                <c:pt idx="282">
                  <c:v>45792</c:v>
                </c:pt>
                <c:pt idx="283">
                  <c:v>45791</c:v>
                </c:pt>
                <c:pt idx="284">
                  <c:v>45790</c:v>
                </c:pt>
                <c:pt idx="285">
                  <c:v>45789</c:v>
                </c:pt>
                <c:pt idx="286">
                  <c:v>45786</c:v>
                </c:pt>
                <c:pt idx="287">
                  <c:v>45785</c:v>
                </c:pt>
                <c:pt idx="288">
                  <c:v>45784</c:v>
                </c:pt>
                <c:pt idx="289">
                  <c:v>45783</c:v>
                </c:pt>
                <c:pt idx="290">
                  <c:v>45782</c:v>
                </c:pt>
                <c:pt idx="291">
                  <c:v>45779</c:v>
                </c:pt>
                <c:pt idx="292">
                  <c:v>45778</c:v>
                </c:pt>
                <c:pt idx="293">
                  <c:v>45777</c:v>
                </c:pt>
                <c:pt idx="294">
                  <c:v>45776</c:v>
                </c:pt>
                <c:pt idx="295">
                  <c:v>45775</c:v>
                </c:pt>
                <c:pt idx="296">
                  <c:v>45772</c:v>
                </c:pt>
                <c:pt idx="297">
                  <c:v>45771</c:v>
                </c:pt>
                <c:pt idx="298">
                  <c:v>45770</c:v>
                </c:pt>
                <c:pt idx="299">
                  <c:v>45769</c:v>
                </c:pt>
                <c:pt idx="300">
                  <c:v>45768</c:v>
                </c:pt>
                <c:pt idx="301">
                  <c:v>45764</c:v>
                </c:pt>
                <c:pt idx="302">
                  <c:v>45763</c:v>
                </c:pt>
                <c:pt idx="303">
                  <c:v>45762</c:v>
                </c:pt>
                <c:pt idx="304">
                  <c:v>45761</c:v>
                </c:pt>
                <c:pt idx="305">
                  <c:v>45758</c:v>
                </c:pt>
                <c:pt idx="306">
                  <c:v>45757</c:v>
                </c:pt>
                <c:pt idx="307">
                  <c:v>45756</c:v>
                </c:pt>
                <c:pt idx="308">
                  <c:v>45755</c:v>
                </c:pt>
                <c:pt idx="309">
                  <c:v>45754</c:v>
                </c:pt>
                <c:pt idx="310">
                  <c:v>45751</c:v>
                </c:pt>
                <c:pt idx="311">
                  <c:v>45750</c:v>
                </c:pt>
                <c:pt idx="312">
                  <c:v>45749</c:v>
                </c:pt>
                <c:pt idx="313">
                  <c:v>45748</c:v>
                </c:pt>
                <c:pt idx="314">
                  <c:v>45747</c:v>
                </c:pt>
                <c:pt idx="315">
                  <c:v>45744</c:v>
                </c:pt>
                <c:pt idx="316">
                  <c:v>45743</c:v>
                </c:pt>
                <c:pt idx="317">
                  <c:v>45742</c:v>
                </c:pt>
                <c:pt idx="318">
                  <c:v>45741</c:v>
                </c:pt>
                <c:pt idx="319">
                  <c:v>45740</c:v>
                </c:pt>
                <c:pt idx="320">
                  <c:v>45737</c:v>
                </c:pt>
                <c:pt idx="321">
                  <c:v>45736</c:v>
                </c:pt>
                <c:pt idx="322">
                  <c:v>45735</c:v>
                </c:pt>
                <c:pt idx="323">
                  <c:v>45734</c:v>
                </c:pt>
                <c:pt idx="324">
                  <c:v>45733</c:v>
                </c:pt>
                <c:pt idx="325">
                  <c:v>45730</c:v>
                </c:pt>
                <c:pt idx="326">
                  <c:v>45729</c:v>
                </c:pt>
                <c:pt idx="327">
                  <c:v>45728</c:v>
                </c:pt>
                <c:pt idx="328">
                  <c:v>45727</c:v>
                </c:pt>
                <c:pt idx="329">
                  <c:v>45726</c:v>
                </c:pt>
                <c:pt idx="330">
                  <c:v>45723</c:v>
                </c:pt>
                <c:pt idx="331">
                  <c:v>45722</c:v>
                </c:pt>
                <c:pt idx="332">
                  <c:v>45721</c:v>
                </c:pt>
                <c:pt idx="333">
                  <c:v>45720</c:v>
                </c:pt>
                <c:pt idx="334">
                  <c:v>45719</c:v>
                </c:pt>
                <c:pt idx="335">
                  <c:v>45716</c:v>
                </c:pt>
                <c:pt idx="336">
                  <c:v>45715</c:v>
                </c:pt>
                <c:pt idx="337">
                  <c:v>45714</c:v>
                </c:pt>
                <c:pt idx="338">
                  <c:v>45713</c:v>
                </c:pt>
                <c:pt idx="339">
                  <c:v>45712</c:v>
                </c:pt>
                <c:pt idx="340">
                  <c:v>45709</c:v>
                </c:pt>
                <c:pt idx="341">
                  <c:v>45708</c:v>
                </c:pt>
                <c:pt idx="342">
                  <c:v>45707</c:v>
                </c:pt>
                <c:pt idx="343">
                  <c:v>45706</c:v>
                </c:pt>
                <c:pt idx="344">
                  <c:v>45705</c:v>
                </c:pt>
                <c:pt idx="345">
                  <c:v>45702</c:v>
                </c:pt>
                <c:pt idx="346">
                  <c:v>45701</c:v>
                </c:pt>
                <c:pt idx="347">
                  <c:v>45700</c:v>
                </c:pt>
                <c:pt idx="348">
                  <c:v>45699</c:v>
                </c:pt>
                <c:pt idx="349">
                  <c:v>45698</c:v>
                </c:pt>
                <c:pt idx="350">
                  <c:v>45695</c:v>
                </c:pt>
                <c:pt idx="351">
                  <c:v>45694</c:v>
                </c:pt>
                <c:pt idx="352">
                  <c:v>45693</c:v>
                </c:pt>
                <c:pt idx="353">
                  <c:v>45692</c:v>
                </c:pt>
                <c:pt idx="354">
                  <c:v>45691</c:v>
                </c:pt>
                <c:pt idx="355">
                  <c:v>45688</c:v>
                </c:pt>
              </c:numCache>
            </c:numRef>
          </c:cat>
          <c:val>
            <c:numRef>
              <c:f>花旗经济意外指数!$C$5:$C$360</c:f>
              <c:numCache>
                <c:formatCode>General</c:formatCode>
                <c:ptCount val="356"/>
                <c:pt idx="11" formatCode="#,##0.00">
                  <c:v>100.93</c:v>
                </c:pt>
                <c:pt idx="32" formatCode="#,##0.00">
                  <c:v>100.84</c:v>
                </c:pt>
                <c:pt idx="53" formatCode="#,##0.00">
                  <c:v>100.72</c:v>
                </c:pt>
                <c:pt idx="74" formatCode="#,##0.00">
                  <c:v>100.59</c:v>
                </c:pt>
                <c:pt idx="95" formatCode="#,##0.00">
                  <c:v>100.43</c:v>
                </c:pt>
                <c:pt idx="117" formatCode="#,##0.00">
                  <c:v>100.24</c:v>
                </c:pt>
                <c:pt idx="139" formatCode="#,##0.00">
                  <c:v>100.07</c:v>
                </c:pt>
                <c:pt idx="160" formatCode="#,##0.00">
                  <c:v>99.93</c:v>
                </c:pt>
                <c:pt idx="183" formatCode="#,##0.00">
                  <c:v>99.83</c:v>
                </c:pt>
                <c:pt idx="205" formatCode="#,##0.00">
                  <c:v>99.76</c:v>
                </c:pt>
                <c:pt idx="227" formatCode="#,##0.00">
                  <c:v>99.7</c:v>
                </c:pt>
                <c:pt idx="250" formatCode="#,##0.00">
                  <c:v>99.66</c:v>
                </c:pt>
                <c:pt idx="271" formatCode="#,##0.00">
                  <c:v>99.64</c:v>
                </c:pt>
                <c:pt idx="293" formatCode="#,##0.00">
                  <c:v>99.66</c:v>
                </c:pt>
                <c:pt idx="314" formatCode="#,##0.00">
                  <c:v>99.74</c:v>
                </c:pt>
                <c:pt idx="335" formatCode="#,##0.00">
                  <c:v>99.82</c:v>
                </c:pt>
                <c:pt idx="355" formatCode="#,##0.00">
                  <c:v>99.87</c:v>
                </c:pt>
              </c:numCache>
            </c:numRef>
          </c:val>
          <c:smooth val="0"/>
          <c:extLst>
            <c:ext xmlns:c16="http://schemas.microsoft.com/office/drawing/2014/chart" uri="{C3380CC4-5D6E-409C-BE32-E72D297353CC}">
              <c16:uniqueId val="{00000001-0438-423E-AA19-01C02908C556}"/>
            </c:ext>
          </c:extLst>
        </c:ser>
        <c:dLbls>
          <c:showLegendKey val="0"/>
          <c:showVal val="0"/>
          <c:showCatName val="0"/>
          <c:showSerName val="0"/>
          <c:showPercent val="0"/>
          <c:showBubbleSize val="0"/>
        </c:dLbls>
        <c:marker val="1"/>
        <c:smooth val="0"/>
        <c:axId val="2000002306"/>
        <c:axId val="2000002307"/>
      </c:lineChart>
      <c:dateAx>
        <c:axId val="2000002304"/>
        <c:scaling>
          <c:orientation val="minMax"/>
        </c:scaling>
        <c:delete val="0"/>
        <c:axPos val="b"/>
        <c:numFmt formatCode="yyyy\-mm" sourceLinked="0"/>
        <c:majorTickMark val="out"/>
        <c:minorTickMark val="none"/>
        <c:tickLblPos val="low"/>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Light" panose="020B0300000000000000" pitchFamily="34" charset="-122"/>
                <a:cs typeface="Arial" panose="020B0604020202020204" pitchFamily="34" charset="0"/>
              </a:defRPr>
            </a:pPr>
            <a:endParaRPr lang="zh-CN"/>
          </a:p>
        </c:txPr>
        <c:crossAx val="2000002305"/>
        <c:crosses val="autoZero"/>
        <c:auto val="1"/>
        <c:lblOffset val="100"/>
        <c:baseTimeUnit val="days"/>
      </c:dateAx>
      <c:valAx>
        <c:axId val="2000002305"/>
        <c:scaling>
          <c:orientation val="minMax"/>
        </c:scaling>
        <c:delete val="0"/>
        <c:axPos val="l"/>
        <c:numFmt formatCode="#,##0.00" sourceLinked="1"/>
        <c:majorTickMark val="out"/>
        <c:minorTickMark val="none"/>
        <c:tickLblPos val="nextTo"/>
        <c:spPr>
          <a:noFill/>
          <a:ln>
            <a:solidFill>
              <a:schemeClr val="tx1">
                <a:lumMod val="95000"/>
                <a:lumOff val="5000"/>
              </a:schemeClr>
            </a:solidFill>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Light" panose="020B0300000000000000" pitchFamily="34" charset="-122"/>
                <a:cs typeface="Arial" panose="020B0604020202020204" pitchFamily="34" charset="0"/>
              </a:defRPr>
            </a:pPr>
            <a:endParaRPr lang="zh-CN"/>
          </a:p>
        </c:txPr>
        <c:crossAx val="2000002304"/>
        <c:crosses val="autoZero"/>
        <c:crossBetween val="between"/>
        <c:majorUnit val="20"/>
      </c:valAx>
      <c:valAx>
        <c:axId val="2000002307"/>
        <c:scaling>
          <c:orientation val="minMax"/>
        </c:scaling>
        <c:delete val="0"/>
        <c:axPos val="r"/>
        <c:numFmt formatCode="General" sourceLinked="1"/>
        <c:majorTickMark val="out"/>
        <c:minorTickMark val="none"/>
        <c:tickLblPos val="nextTo"/>
        <c:spPr>
          <a:noFill/>
          <a:ln>
            <a:solidFill>
              <a:schemeClr val="tx1">
                <a:lumMod val="95000"/>
                <a:lumOff val="5000"/>
              </a:schemeClr>
            </a:solidFill>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Light" panose="020B0300000000000000" pitchFamily="34" charset="-122"/>
                <a:cs typeface="Arial" panose="020B0604020202020204" pitchFamily="34" charset="0"/>
              </a:defRPr>
            </a:pPr>
            <a:endParaRPr lang="zh-CN"/>
          </a:p>
        </c:txPr>
        <c:crossAx val="2000002306"/>
        <c:crosses val="max"/>
        <c:crossBetween val="between"/>
      </c:valAx>
      <c:dateAx>
        <c:axId val="2000002306"/>
        <c:scaling>
          <c:orientation val="minMax"/>
        </c:scaling>
        <c:delete val="1"/>
        <c:axPos val="b"/>
        <c:numFmt formatCode="yyyy\-mm\-dd;@" sourceLinked="1"/>
        <c:majorTickMark val="out"/>
        <c:minorTickMark val="none"/>
        <c:tickLblPos val="nextTo"/>
        <c:crossAx val="2000002307"/>
        <c:crosses val="autoZero"/>
        <c:auto val="1"/>
        <c:lblOffset val="100"/>
        <c:baseTimeUnit val="days"/>
        <c:majorUnit val="1"/>
        <c:minorUnit val="1"/>
      </c:dateAx>
      <c:spPr>
        <a:noFill/>
        <a:ln>
          <a:noFill/>
        </a:ln>
        <a:effectLst/>
      </c:spPr>
    </c:plotArea>
    <c:legend>
      <c:legendPos val="b"/>
      <c:overlay val="0"/>
      <c:spPr>
        <a:noFill/>
        <a:ln>
          <a:noFill/>
        </a:ln>
        <a:effectLst/>
      </c:spPr>
      <c:txPr>
        <a:bodyPr rot="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Light" panose="020B0300000000000000" pitchFamily="34" charset="-122"/>
              <a:cs typeface="Arial" panose="020B0604020202020204" pitchFamily="34" charset="0"/>
            </a:defRPr>
          </a:pPr>
          <a:endParaRPr lang="zh-CN"/>
        </a:p>
      </c:txPr>
    </c:legend>
    <c:plotVisOnly val="1"/>
    <c:dispBlanksAs val="span"/>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700" baseline="0">
          <a:latin typeface="Arial" panose="020B0604020202020204" pitchFamily="34" charset="0"/>
          <a:ea typeface="思源黑体 CN Light" panose="020B0300000000000000" pitchFamily="34" charset="-122"/>
          <a:cs typeface="Arial" panose="020B0604020202020204" pitchFamily="34" charset="0"/>
        </a:defRPr>
      </a:pPr>
      <a:endParaRPr lang="zh-CN"/>
    </a:p>
  </c:txPr>
  <c:externalData r:id="rId1">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中期选举美股表现!$J$67</c:f>
              <c:strCache>
                <c:ptCount val="1"/>
                <c:pt idx="0">
                  <c:v>涨跌幅</c:v>
                </c:pt>
              </c:strCache>
            </c:strRef>
          </c:tx>
          <c:spPr>
            <a:solidFill>
              <a:schemeClr val="bg1">
                <a:lumMod val="75000"/>
              </a:schemeClr>
            </a:solidFill>
            <a:ln>
              <a:noFill/>
            </a:ln>
            <a:effectLst/>
          </c:spPr>
          <c:invertIfNegative val="0"/>
          <c:dLbls>
            <c:dLbl>
              <c:idx val="2"/>
              <c:layout>
                <c:manualLayout>
                  <c:x val="2.1366848374722389E-3"/>
                  <c:y val="2.8449022907067483E-5"/>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920E-47A9-9F4E-0D28FDBF9134}"/>
                </c:ext>
              </c:extLst>
            </c:dLbl>
            <c:spPr>
              <a:noFill/>
              <a:ln>
                <a:noFill/>
              </a:ln>
              <a:effectLst/>
            </c:spPr>
            <c:txPr>
              <a:bodyPr rot="0" spcFirstLastPara="1" vertOverflow="ellipsis" vert="horz" wrap="square" anchor="ctr" anchorCtr="1"/>
              <a:lstStyle/>
              <a:p>
                <a:pPr>
                  <a:defRPr lang="zh-CN" sz="800" b="0" i="0" u="none" strike="noStrike" kern="1200" baseline="0">
                    <a:solidFill>
                      <a:schemeClr val="tx1">
                        <a:lumMod val="75000"/>
                        <a:lumOff val="25000"/>
                      </a:schemeClr>
                    </a:solidFill>
                    <a:latin typeface="Arial" panose="020B0604020202020204" pitchFamily="34" charset="0"/>
                    <a:ea typeface="思源黑体 CN Light" panose="020B0300000000000000" pitchFamily="34" charset="-122"/>
                    <a:cs typeface="+mn-cs"/>
                  </a:defRPr>
                </a:pPr>
                <a:endParaRPr lang="zh-CN"/>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中期选举美股表现!$K$66:$O$66</c:f>
              <c:strCache>
                <c:ptCount val="5"/>
                <c:pt idx="0">
                  <c:v>year 1</c:v>
                </c:pt>
                <c:pt idx="1">
                  <c:v>year 2</c:v>
                </c:pt>
                <c:pt idx="2">
                  <c:v>year 3 </c:v>
                </c:pt>
                <c:pt idx="3">
                  <c:v>year 4</c:v>
                </c:pt>
                <c:pt idx="4">
                  <c:v>all year</c:v>
                </c:pt>
              </c:strCache>
            </c:strRef>
          </c:cat>
          <c:val>
            <c:numRef>
              <c:f>中期选举美股表现!$K$67:$O$67</c:f>
              <c:numCache>
                <c:formatCode>0.00%</c:formatCode>
                <c:ptCount val="5"/>
                <c:pt idx="0">
                  <c:v>7.0800000000000002E-2</c:v>
                </c:pt>
                <c:pt idx="1">
                  <c:v>3.3300000000000003E-2</c:v>
                </c:pt>
                <c:pt idx="2">
                  <c:v>0.1396</c:v>
                </c:pt>
                <c:pt idx="3">
                  <c:v>6.88E-2</c:v>
                </c:pt>
                <c:pt idx="4">
                  <c:v>7.8E-2</c:v>
                </c:pt>
              </c:numCache>
            </c:numRef>
          </c:val>
          <c:extLst>
            <c:ext xmlns:c16="http://schemas.microsoft.com/office/drawing/2014/chart" uri="{C3380CC4-5D6E-409C-BE32-E72D297353CC}">
              <c16:uniqueId val="{00000001-920E-47A9-9F4E-0D28FDBF9134}"/>
            </c:ext>
          </c:extLst>
        </c:ser>
        <c:dLbls>
          <c:showLegendKey val="0"/>
          <c:showVal val="0"/>
          <c:showCatName val="0"/>
          <c:showSerName val="0"/>
          <c:showPercent val="0"/>
          <c:showBubbleSize val="0"/>
        </c:dLbls>
        <c:gapWidth val="219"/>
        <c:overlap val="-27"/>
        <c:axId val="2000002336"/>
        <c:axId val="2000002337"/>
      </c:barChart>
      <c:lineChart>
        <c:grouping val="standard"/>
        <c:varyColors val="0"/>
        <c:ser>
          <c:idx val="1"/>
          <c:order val="1"/>
          <c:tx>
            <c:strRef>
              <c:f>中期选举美股表现!$J$68</c:f>
              <c:strCache>
                <c:ptCount val="1"/>
                <c:pt idx="0">
                  <c:v>上涨年份占比</c:v>
                </c:pt>
              </c:strCache>
            </c:strRef>
          </c:tx>
          <c:spPr>
            <a:ln w="28575" cap="rnd">
              <a:solidFill>
                <a:schemeClr val="accent2"/>
              </a:solidFill>
              <a:round/>
            </a:ln>
            <a:effectLst/>
          </c:spPr>
          <c:marker>
            <c:symbol val="none"/>
          </c:marker>
          <c:cat>
            <c:strRef>
              <c:f>中期选举美股表现!$K$66:$O$66</c:f>
              <c:strCache>
                <c:ptCount val="5"/>
                <c:pt idx="0">
                  <c:v>year 1</c:v>
                </c:pt>
                <c:pt idx="1">
                  <c:v>year 2</c:v>
                </c:pt>
                <c:pt idx="2">
                  <c:v>year 3 </c:v>
                </c:pt>
                <c:pt idx="3">
                  <c:v>year 4</c:v>
                </c:pt>
                <c:pt idx="4">
                  <c:v>all year</c:v>
                </c:pt>
              </c:strCache>
            </c:strRef>
          </c:cat>
          <c:val>
            <c:numRef>
              <c:f>中期选举美股表现!$K$68:$O$68</c:f>
              <c:numCache>
                <c:formatCode>0%</c:formatCode>
                <c:ptCount val="5"/>
                <c:pt idx="0">
                  <c:v>0.64</c:v>
                </c:pt>
                <c:pt idx="1">
                  <c:v>0.54</c:v>
                </c:pt>
                <c:pt idx="2">
                  <c:v>0.79</c:v>
                </c:pt>
                <c:pt idx="3">
                  <c:v>0.75</c:v>
                </c:pt>
                <c:pt idx="4">
                  <c:v>0.67</c:v>
                </c:pt>
              </c:numCache>
            </c:numRef>
          </c:val>
          <c:smooth val="0"/>
          <c:extLst>
            <c:ext xmlns:c16="http://schemas.microsoft.com/office/drawing/2014/chart" uri="{C3380CC4-5D6E-409C-BE32-E72D297353CC}">
              <c16:uniqueId val="{00000002-920E-47A9-9F4E-0D28FDBF9134}"/>
            </c:ext>
          </c:extLst>
        </c:ser>
        <c:dLbls>
          <c:showLegendKey val="0"/>
          <c:showVal val="0"/>
          <c:showCatName val="0"/>
          <c:showSerName val="0"/>
          <c:showPercent val="0"/>
          <c:showBubbleSize val="0"/>
        </c:dLbls>
        <c:marker val="1"/>
        <c:smooth val="0"/>
        <c:axId val="2000002338"/>
        <c:axId val="2000002339"/>
      </c:lineChart>
      <c:catAx>
        <c:axId val="200000233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zh-CN" sz="800" b="0" i="0" u="none" strike="noStrike" kern="1200" baseline="0">
                <a:solidFill>
                  <a:schemeClr val="tx1">
                    <a:lumMod val="65000"/>
                    <a:lumOff val="35000"/>
                  </a:schemeClr>
                </a:solidFill>
                <a:latin typeface="Arial" panose="020B0604020202020204" pitchFamily="34" charset="0"/>
                <a:ea typeface="思源黑体 CN Light" panose="020B0300000000000000" pitchFamily="34" charset="-122"/>
                <a:cs typeface="+mn-cs"/>
              </a:defRPr>
            </a:pPr>
            <a:endParaRPr lang="zh-CN"/>
          </a:p>
        </c:txPr>
        <c:crossAx val="2000002339"/>
        <c:crosses val="autoZero"/>
        <c:auto val="1"/>
        <c:lblAlgn val="ctr"/>
        <c:lblOffset val="100"/>
        <c:noMultiLvlLbl val="0"/>
      </c:catAx>
      <c:valAx>
        <c:axId val="2000002339"/>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lang="zh-CN" sz="800" b="0" i="0" u="none" strike="noStrike" kern="1200" baseline="0">
                <a:solidFill>
                  <a:schemeClr val="tx1">
                    <a:lumMod val="65000"/>
                    <a:lumOff val="35000"/>
                  </a:schemeClr>
                </a:solidFill>
                <a:latin typeface="Arial" panose="020B0604020202020204" pitchFamily="34" charset="0"/>
                <a:ea typeface="思源黑体 CN Light" panose="020B0300000000000000" pitchFamily="34" charset="-122"/>
                <a:cs typeface="+mn-cs"/>
              </a:defRPr>
            </a:pPr>
            <a:endParaRPr lang="zh-CN"/>
          </a:p>
        </c:txPr>
        <c:crossAx val="2000002338"/>
        <c:crosses val="autoZero"/>
        <c:crossBetween val="between"/>
      </c:valAx>
      <c:catAx>
        <c:axId val="2000002336"/>
        <c:scaling>
          <c:orientation val="minMax"/>
        </c:scaling>
        <c:delete val="1"/>
        <c:axPos val="b"/>
        <c:numFmt formatCode="General" sourceLinked="1"/>
        <c:majorTickMark val="out"/>
        <c:minorTickMark val="none"/>
        <c:tickLblPos val="nextTo"/>
        <c:crossAx val="2000002337"/>
        <c:crosses val="autoZero"/>
        <c:auto val="1"/>
        <c:lblAlgn val="ctr"/>
        <c:lblOffset val="100"/>
        <c:noMultiLvlLbl val="0"/>
      </c:catAx>
      <c:valAx>
        <c:axId val="2000002337"/>
        <c:scaling>
          <c:orientation val="minMax"/>
        </c:scaling>
        <c:delete val="0"/>
        <c:axPos val="r"/>
        <c:numFmt formatCode="0.00%" sourceLinked="1"/>
        <c:majorTickMark val="out"/>
        <c:minorTickMark val="none"/>
        <c:tickLblPos val="nextTo"/>
        <c:spPr>
          <a:noFill/>
          <a:ln>
            <a:noFill/>
          </a:ln>
          <a:effectLst/>
        </c:spPr>
        <c:txPr>
          <a:bodyPr rot="-60000000" spcFirstLastPara="1" vertOverflow="ellipsis" vert="horz" wrap="square" anchor="ctr" anchorCtr="1"/>
          <a:lstStyle/>
          <a:p>
            <a:pPr>
              <a:defRPr lang="zh-CN" sz="800" b="0" i="0" u="none" strike="noStrike" kern="1200" baseline="0">
                <a:solidFill>
                  <a:schemeClr val="tx1">
                    <a:lumMod val="65000"/>
                    <a:lumOff val="35000"/>
                  </a:schemeClr>
                </a:solidFill>
                <a:latin typeface="Arial" panose="020B0604020202020204" pitchFamily="34" charset="0"/>
                <a:ea typeface="思源黑体 CN Light" panose="020B0300000000000000" pitchFamily="34" charset="-122"/>
                <a:cs typeface="+mn-cs"/>
              </a:defRPr>
            </a:pPr>
            <a:endParaRPr lang="zh-CN"/>
          </a:p>
        </c:txPr>
        <c:crossAx val="2000002336"/>
        <c:crosses val="max"/>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lang="zh-CN" sz="800" b="0" i="0" u="none" strike="noStrike" kern="1200" baseline="0">
              <a:solidFill>
                <a:schemeClr val="tx1">
                  <a:lumMod val="65000"/>
                  <a:lumOff val="35000"/>
                </a:schemeClr>
              </a:solidFill>
              <a:latin typeface="Arial" panose="020B0604020202020204" pitchFamily="34" charset="0"/>
              <a:ea typeface="思源黑体 CN Light" panose="020B0300000000000000" pitchFamily="34" charset="-122"/>
              <a:cs typeface="+mn-cs"/>
            </a:defRPr>
          </a:pPr>
          <a:endParaRPr lang="zh-CN"/>
        </a:p>
      </c:txPr>
    </c:legend>
    <c:plotVisOnly val="1"/>
    <c:dispBlanksAs val="gap"/>
    <c:showDLblsOverMax val="0"/>
  </c:chart>
  <c:spPr>
    <a:solidFill>
      <a:schemeClr val="bg1"/>
    </a:solidFill>
    <a:ln w="9525" cap="flat" cmpd="sng" algn="ctr">
      <a:noFill/>
      <a:round/>
    </a:ln>
    <a:effectLst/>
  </c:spPr>
  <c:txPr>
    <a:bodyPr/>
    <a:lstStyle/>
    <a:p>
      <a:pPr>
        <a:defRPr lang="zh-CN" sz="800" baseline="0">
          <a:latin typeface="Arial" panose="020B0604020202020204" pitchFamily="34" charset="0"/>
          <a:ea typeface="思源黑体 CN Light" panose="020B0300000000000000" pitchFamily="34" charset="-122"/>
        </a:defRPr>
      </a:pPr>
      <a:endParaRPr lang="zh-CN"/>
    </a:p>
  </c:txPr>
  <c:externalData r:id="rId1">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7670879732266476"/>
          <c:y val="0.23971174912328155"/>
          <c:w val="0.76396002684130504"/>
          <c:h val="0.53482527775950017"/>
        </c:manualLayout>
      </c:layout>
      <c:lineChart>
        <c:grouping val="standard"/>
        <c:varyColors val="0"/>
        <c:ser>
          <c:idx val="0"/>
          <c:order val="0"/>
          <c:tx>
            <c:strRef>
              <c:f>韩国出口增速!$B$2</c:f>
              <c:strCache>
                <c:ptCount val="1"/>
                <c:pt idx="0">
                  <c:v>出口金额:当月同比</c:v>
                </c:pt>
              </c:strCache>
            </c:strRef>
          </c:tx>
          <c:spPr>
            <a:ln w="19050" cap="rnd" cmpd="sng" algn="ctr">
              <a:solidFill>
                <a:schemeClr val="accent2">
                  <a:lumMod val="60000"/>
                  <a:lumOff val="40000"/>
                </a:schemeClr>
              </a:solidFill>
              <a:prstDash val="solid"/>
              <a:round/>
              <a:headEnd type="none" w="med" len="med"/>
              <a:tailEnd type="none" w="med" len="med"/>
            </a:ln>
            <a:effectLst/>
          </c:spPr>
          <c:marker>
            <c:symbol val="none"/>
          </c:marker>
          <c:cat>
            <c:numRef>
              <c:f>韩国出口增速!$A$5:$A$117</c:f>
              <c:numCache>
                <c:formatCode>yyyy\-mm;@</c:formatCode>
                <c:ptCount val="113"/>
                <c:pt idx="0">
                  <c:v>46173</c:v>
                </c:pt>
                <c:pt idx="1">
                  <c:v>46142</c:v>
                </c:pt>
                <c:pt idx="2">
                  <c:v>46112</c:v>
                </c:pt>
                <c:pt idx="3">
                  <c:v>46081</c:v>
                </c:pt>
                <c:pt idx="4">
                  <c:v>46053</c:v>
                </c:pt>
                <c:pt idx="5">
                  <c:v>46022</c:v>
                </c:pt>
                <c:pt idx="6">
                  <c:v>45991</c:v>
                </c:pt>
                <c:pt idx="7">
                  <c:v>45961</c:v>
                </c:pt>
                <c:pt idx="8">
                  <c:v>45930</c:v>
                </c:pt>
                <c:pt idx="9">
                  <c:v>45900</c:v>
                </c:pt>
                <c:pt idx="10">
                  <c:v>45869</c:v>
                </c:pt>
                <c:pt idx="11">
                  <c:v>45838</c:v>
                </c:pt>
                <c:pt idx="12">
                  <c:v>45808</c:v>
                </c:pt>
                <c:pt idx="13">
                  <c:v>45777</c:v>
                </c:pt>
                <c:pt idx="14">
                  <c:v>45747</c:v>
                </c:pt>
                <c:pt idx="15">
                  <c:v>45716</c:v>
                </c:pt>
                <c:pt idx="16">
                  <c:v>45688</c:v>
                </c:pt>
                <c:pt idx="17">
                  <c:v>45657</c:v>
                </c:pt>
                <c:pt idx="18">
                  <c:v>45626</c:v>
                </c:pt>
                <c:pt idx="19">
                  <c:v>45596</c:v>
                </c:pt>
                <c:pt idx="20">
                  <c:v>45565</c:v>
                </c:pt>
                <c:pt idx="21">
                  <c:v>45535</c:v>
                </c:pt>
                <c:pt idx="22">
                  <c:v>45504</c:v>
                </c:pt>
                <c:pt idx="23">
                  <c:v>45473</c:v>
                </c:pt>
                <c:pt idx="24">
                  <c:v>45443</c:v>
                </c:pt>
                <c:pt idx="25">
                  <c:v>45412</c:v>
                </c:pt>
                <c:pt idx="26">
                  <c:v>45382</c:v>
                </c:pt>
                <c:pt idx="27">
                  <c:v>45351</c:v>
                </c:pt>
                <c:pt idx="28">
                  <c:v>45322</c:v>
                </c:pt>
                <c:pt idx="29">
                  <c:v>45291</c:v>
                </c:pt>
                <c:pt idx="30">
                  <c:v>45260</c:v>
                </c:pt>
                <c:pt idx="31">
                  <c:v>45230</c:v>
                </c:pt>
                <c:pt idx="32">
                  <c:v>45199</c:v>
                </c:pt>
                <c:pt idx="33">
                  <c:v>45169</c:v>
                </c:pt>
                <c:pt idx="34">
                  <c:v>45138</c:v>
                </c:pt>
                <c:pt idx="35">
                  <c:v>45107</c:v>
                </c:pt>
                <c:pt idx="36">
                  <c:v>45077</c:v>
                </c:pt>
                <c:pt idx="37">
                  <c:v>45046</c:v>
                </c:pt>
                <c:pt idx="38">
                  <c:v>45016</c:v>
                </c:pt>
                <c:pt idx="39">
                  <c:v>44985</c:v>
                </c:pt>
                <c:pt idx="40">
                  <c:v>44957</c:v>
                </c:pt>
                <c:pt idx="41">
                  <c:v>44926</c:v>
                </c:pt>
                <c:pt idx="42">
                  <c:v>44895</c:v>
                </c:pt>
                <c:pt idx="43">
                  <c:v>44865</c:v>
                </c:pt>
                <c:pt idx="44">
                  <c:v>44834</c:v>
                </c:pt>
                <c:pt idx="45">
                  <c:v>44804</c:v>
                </c:pt>
                <c:pt idx="46">
                  <c:v>44773</c:v>
                </c:pt>
                <c:pt idx="47">
                  <c:v>44742</c:v>
                </c:pt>
                <c:pt idx="48">
                  <c:v>44712</c:v>
                </c:pt>
                <c:pt idx="49">
                  <c:v>44681</c:v>
                </c:pt>
                <c:pt idx="50">
                  <c:v>44651</c:v>
                </c:pt>
                <c:pt idx="51">
                  <c:v>44620</c:v>
                </c:pt>
                <c:pt idx="52">
                  <c:v>44592</c:v>
                </c:pt>
                <c:pt idx="53">
                  <c:v>44561</c:v>
                </c:pt>
                <c:pt idx="54">
                  <c:v>44530</c:v>
                </c:pt>
                <c:pt idx="55">
                  <c:v>44500</c:v>
                </c:pt>
                <c:pt idx="56">
                  <c:v>44469</c:v>
                </c:pt>
                <c:pt idx="57">
                  <c:v>44439</c:v>
                </c:pt>
                <c:pt idx="58">
                  <c:v>44408</c:v>
                </c:pt>
                <c:pt idx="59">
                  <c:v>44377</c:v>
                </c:pt>
                <c:pt idx="60">
                  <c:v>44347</c:v>
                </c:pt>
                <c:pt idx="61">
                  <c:v>44316</c:v>
                </c:pt>
                <c:pt idx="62">
                  <c:v>44286</c:v>
                </c:pt>
                <c:pt idx="63">
                  <c:v>44255</c:v>
                </c:pt>
                <c:pt idx="64">
                  <c:v>44227</c:v>
                </c:pt>
                <c:pt idx="65">
                  <c:v>44196</c:v>
                </c:pt>
                <c:pt idx="66">
                  <c:v>44165</c:v>
                </c:pt>
                <c:pt idx="67">
                  <c:v>44135</c:v>
                </c:pt>
                <c:pt idx="68">
                  <c:v>44104</c:v>
                </c:pt>
                <c:pt idx="69">
                  <c:v>44074</c:v>
                </c:pt>
                <c:pt idx="70">
                  <c:v>44043</c:v>
                </c:pt>
                <c:pt idx="71">
                  <c:v>44012</c:v>
                </c:pt>
                <c:pt idx="72">
                  <c:v>43982</c:v>
                </c:pt>
                <c:pt idx="73">
                  <c:v>43951</c:v>
                </c:pt>
                <c:pt idx="74">
                  <c:v>43921</c:v>
                </c:pt>
                <c:pt idx="75">
                  <c:v>43890</c:v>
                </c:pt>
                <c:pt idx="76">
                  <c:v>43861</c:v>
                </c:pt>
                <c:pt idx="77">
                  <c:v>43830</c:v>
                </c:pt>
                <c:pt idx="78">
                  <c:v>43799</c:v>
                </c:pt>
                <c:pt idx="79">
                  <c:v>43769</c:v>
                </c:pt>
                <c:pt idx="80">
                  <c:v>43738</c:v>
                </c:pt>
                <c:pt idx="81">
                  <c:v>43708</c:v>
                </c:pt>
                <c:pt idx="82">
                  <c:v>43677</c:v>
                </c:pt>
                <c:pt idx="83">
                  <c:v>43646</c:v>
                </c:pt>
                <c:pt idx="84">
                  <c:v>43616</c:v>
                </c:pt>
                <c:pt idx="85">
                  <c:v>43585</c:v>
                </c:pt>
                <c:pt idx="86">
                  <c:v>43555</c:v>
                </c:pt>
                <c:pt idx="87">
                  <c:v>43524</c:v>
                </c:pt>
                <c:pt idx="88">
                  <c:v>43496</c:v>
                </c:pt>
                <c:pt idx="89">
                  <c:v>43465</c:v>
                </c:pt>
                <c:pt idx="90">
                  <c:v>43434</c:v>
                </c:pt>
                <c:pt idx="91">
                  <c:v>43404</c:v>
                </c:pt>
                <c:pt idx="92">
                  <c:v>43373</c:v>
                </c:pt>
                <c:pt idx="93">
                  <c:v>43343</c:v>
                </c:pt>
                <c:pt idx="94">
                  <c:v>43312</c:v>
                </c:pt>
                <c:pt idx="95">
                  <c:v>43281</c:v>
                </c:pt>
                <c:pt idx="96">
                  <c:v>43251</c:v>
                </c:pt>
                <c:pt idx="97">
                  <c:v>43220</c:v>
                </c:pt>
                <c:pt idx="98">
                  <c:v>43190</c:v>
                </c:pt>
                <c:pt idx="99">
                  <c:v>43159</c:v>
                </c:pt>
                <c:pt idx="100">
                  <c:v>43131</c:v>
                </c:pt>
                <c:pt idx="101">
                  <c:v>43100</c:v>
                </c:pt>
                <c:pt idx="102">
                  <c:v>43069</c:v>
                </c:pt>
                <c:pt idx="103">
                  <c:v>43039</c:v>
                </c:pt>
                <c:pt idx="104">
                  <c:v>43008</c:v>
                </c:pt>
                <c:pt idx="105">
                  <c:v>42978</c:v>
                </c:pt>
                <c:pt idx="106">
                  <c:v>42947</c:v>
                </c:pt>
                <c:pt idx="107">
                  <c:v>42916</c:v>
                </c:pt>
                <c:pt idx="108">
                  <c:v>42886</c:v>
                </c:pt>
                <c:pt idx="109">
                  <c:v>42855</c:v>
                </c:pt>
                <c:pt idx="110">
                  <c:v>42825</c:v>
                </c:pt>
                <c:pt idx="111">
                  <c:v>42794</c:v>
                </c:pt>
                <c:pt idx="112">
                  <c:v>42766</c:v>
                </c:pt>
              </c:numCache>
            </c:numRef>
          </c:cat>
          <c:val>
            <c:numRef>
              <c:f>韩国出口增速!$B$5:$B$117</c:f>
              <c:numCache>
                <c:formatCode>0.00%</c:formatCode>
                <c:ptCount val="113"/>
                <c:pt idx="0">
                  <c:v>0.53370163596159581</c:v>
                </c:pt>
                <c:pt idx="1">
                  <c:v>0.47956191481999999</c:v>
                </c:pt>
                <c:pt idx="2">
                  <c:v>0.50196930789000005</c:v>
                </c:pt>
                <c:pt idx="3">
                  <c:v>0.29193873109999996</c:v>
                </c:pt>
                <c:pt idx="4">
                  <c:v>0.33888670358</c:v>
                </c:pt>
                <c:pt idx="5">
                  <c:v>0.13289559438999998</c:v>
                </c:pt>
                <c:pt idx="6">
                  <c:v>7.9305342469999998E-2</c:v>
                </c:pt>
                <c:pt idx="7">
                  <c:v>3.4980509280000002E-2</c:v>
                </c:pt>
                <c:pt idx="8">
                  <c:v>0.12570609944</c:v>
                </c:pt>
                <c:pt idx="9">
                  <c:v>1.069355885E-2</c:v>
                </c:pt>
                <c:pt idx="10">
                  <c:v>5.6832629330000002E-2</c:v>
                </c:pt>
                <c:pt idx="11">
                  <c:v>4.3461666959999999E-2</c:v>
                </c:pt>
                <c:pt idx="12">
                  <c:v>-1.3090084609999999E-2</c:v>
                </c:pt>
                <c:pt idx="13">
                  <c:v>3.3615372749999997E-2</c:v>
                </c:pt>
                <c:pt idx="14">
                  <c:v>2.7358444149999998E-2</c:v>
                </c:pt>
                <c:pt idx="15">
                  <c:v>4.1460439200000001E-3</c:v>
                </c:pt>
                <c:pt idx="16">
                  <c:v>-0.10113063242999999</c:v>
                </c:pt>
                <c:pt idx="17">
                  <c:v>6.5760761260000009E-2</c:v>
                </c:pt>
                <c:pt idx="18">
                  <c:v>1.309439754E-2</c:v>
                </c:pt>
                <c:pt idx="19">
                  <c:v>4.5649104969999993E-2</c:v>
                </c:pt>
                <c:pt idx="20">
                  <c:v>7.1252566599999997E-2</c:v>
                </c:pt>
                <c:pt idx="21">
                  <c:v>0.10864411201999999</c:v>
                </c:pt>
                <c:pt idx="22">
                  <c:v>0.13874991240000001</c:v>
                </c:pt>
                <c:pt idx="23">
                  <c:v>5.6059040669999997E-2</c:v>
                </c:pt>
                <c:pt idx="24">
                  <c:v>0.11461827427999999</c:v>
                </c:pt>
                <c:pt idx="25">
                  <c:v>0.13589521642999999</c:v>
                </c:pt>
                <c:pt idx="26">
                  <c:v>2.9805957759999998E-2</c:v>
                </c:pt>
                <c:pt idx="27">
                  <c:v>4.1640442999999999E-2</c:v>
                </c:pt>
                <c:pt idx="28">
                  <c:v>0.18063945719999999</c:v>
                </c:pt>
                <c:pt idx="29">
                  <c:v>4.9673999999999996E-2</c:v>
                </c:pt>
                <c:pt idx="30">
                  <c:v>7.3190999999999992E-2</c:v>
                </c:pt>
                <c:pt idx="31">
                  <c:v>4.8863999999999998E-2</c:v>
                </c:pt>
                <c:pt idx="32">
                  <c:v>-4.4172000000000003E-2</c:v>
                </c:pt>
                <c:pt idx="33">
                  <c:v>-8.147299999999999E-2</c:v>
                </c:pt>
                <c:pt idx="34">
                  <c:v>-0.162412</c:v>
                </c:pt>
                <c:pt idx="35">
                  <c:v>-5.8636999999999995E-2</c:v>
                </c:pt>
                <c:pt idx="36">
                  <c:v>-0.15484500000000001</c:v>
                </c:pt>
                <c:pt idx="37">
                  <c:v>-0.145428</c:v>
                </c:pt>
                <c:pt idx="38">
                  <c:v>-0.139595</c:v>
                </c:pt>
                <c:pt idx="39">
                  <c:v>-7.6838000000000004E-2</c:v>
                </c:pt>
                <c:pt idx="40">
                  <c:v>-0.16438900000000001</c:v>
                </c:pt>
                <c:pt idx="41">
                  <c:v>-9.6905000000000005E-2</c:v>
                </c:pt>
                <c:pt idx="42">
                  <c:v>-0.14186299999999999</c:v>
                </c:pt>
                <c:pt idx="43">
                  <c:v>-5.8071000000000005E-2</c:v>
                </c:pt>
                <c:pt idx="44">
                  <c:v>2.2578000000000001E-2</c:v>
                </c:pt>
                <c:pt idx="45">
                  <c:v>6.472E-2</c:v>
                </c:pt>
                <c:pt idx="46">
                  <c:v>8.619099999999999E-2</c:v>
                </c:pt>
                <c:pt idx="47">
                  <c:v>5.2958999999999999E-2</c:v>
                </c:pt>
                <c:pt idx="48">
                  <c:v>0.21421600000000002</c:v>
                </c:pt>
                <c:pt idx="49">
                  <c:v>0.12916900000000001</c:v>
                </c:pt>
                <c:pt idx="50">
                  <c:v>0.18803799999999998</c:v>
                </c:pt>
                <c:pt idx="51">
                  <c:v>0.21135300000000001</c:v>
                </c:pt>
                <c:pt idx="52">
                  <c:v>0.15515200000000001</c:v>
                </c:pt>
                <c:pt idx="53">
                  <c:v>0.18315300000000001</c:v>
                </c:pt>
                <c:pt idx="54">
                  <c:v>0.31864599999999998</c:v>
                </c:pt>
                <c:pt idx="55">
                  <c:v>0.24190500000000001</c:v>
                </c:pt>
                <c:pt idx="56">
                  <c:v>0.16925799999999999</c:v>
                </c:pt>
                <c:pt idx="57">
                  <c:v>0.347001</c:v>
                </c:pt>
                <c:pt idx="58">
                  <c:v>0.29627999999999999</c:v>
                </c:pt>
                <c:pt idx="59">
                  <c:v>0.39692</c:v>
                </c:pt>
                <c:pt idx="60">
                  <c:v>0.45533999999999997</c:v>
                </c:pt>
                <c:pt idx="61">
                  <c:v>0.41234399999999999</c:v>
                </c:pt>
                <c:pt idx="62">
                  <c:v>0.162967</c:v>
                </c:pt>
                <c:pt idx="63">
                  <c:v>9.2763000000000012E-2</c:v>
                </c:pt>
                <c:pt idx="64">
                  <c:v>0.113772</c:v>
                </c:pt>
                <c:pt idx="65">
                  <c:v>0.124027</c:v>
                </c:pt>
                <c:pt idx="66">
                  <c:v>3.8854E-2</c:v>
                </c:pt>
                <c:pt idx="67">
                  <c:v>-3.9233999999999998E-2</c:v>
                </c:pt>
                <c:pt idx="68">
                  <c:v>7.1498000000000006E-2</c:v>
                </c:pt>
                <c:pt idx="69">
                  <c:v>-0.103381</c:v>
                </c:pt>
                <c:pt idx="70">
                  <c:v>-7.1467000000000003E-2</c:v>
                </c:pt>
                <c:pt idx="71">
                  <c:v>-0.108941</c:v>
                </c:pt>
                <c:pt idx="72">
                  <c:v>-0.23738499999999998</c:v>
                </c:pt>
                <c:pt idx="73">
                  <c:v>-0.256471</c:v>
                </c:pt>
                <c:pt idx="74">
                  <c:v>-1.7786E-2</c:v>
                </c:pt>
                <c:pt idx="75">
                  <c:v>3.6220000000000002E-2</c:v>
                </c:pt>
                <c:pt idx="76">
                  <c:v>-6.6406000000000007E-2</c:v>
                </c:pt>
                <c:pt idx="77">
                  <c:v>-5.2657999999999996E-2</c:v>
                </c:pt>
                <c:pt idx="78">
                  <c:v>-0.14449999999999999</c:v>
                </c:pt>
                <c:pt idx="79">
                  <c:v>-0.14968100000000001</c:v>
                </c:pt>
                <c:pt idx="80">
                  <c:v>-0.11887700000000001</c:v>
                </c:pt>
                <c:pt idx="81">
                  <c:v>-0.139905</c:v>
                </c:pt>
                <c:pt idx="82">
                  <c:v>-0.110635</c:v>
                </c:pt>
                <c:pt idx="83">
                  <c:v>-0.138431</c:v>
                </c:pt>
                <c:pt idx="84">
                  <c:v>-9.8323999999999995E-2</c:v>
                </c:pt>
                <c:pt idx="85">
                  <c:v>-2.1446E-2</c:v>
                </c:pt>
                <c:pt idx="86">
                  <c:v>-8.3935999999999997E-2</c:v>
                </c:pt>
                <c:pt idx="87">
                  <c:v>-0.113237</c:v>
                </c:pt>
                <c:pt idx="88">
                  <c:v>-6.2012999999999999E-2</c:v>
                </c:pt>
                <c:pt idx="89">
                  <c:v>-1.6993000000000001E-2</c:v>
                </c:pt>
                <c:pt idx="90">
                  <c:v>3.5654999999999999E-2</c:v>
                </c:pt>
                <c:pt idx="91">
                  <c:v>0.2248</c:v>
                </c:pt>
                <c:pt idx="92">
                  <c:v>-8.1013000000000002E-2</c:v>
                </c:pt>
                <c:pt idx="93">
                  <c:v>8.6504999999999999E-2</c:v>
                </c:pt>
                <c:pt idx="94">
                  <c:v>6.1024000000000002E-2</c:v>
                </c:pt>
                <c:pt idx="95">
                  <c:v>-3.7659999999999998E-3</c:v>
                </c:pt>
                <c:pt idx="96">
                  <c:v>0.12822500000000001</c:v>
                </c:pt>
                <c:pt idx="97">
                  <c:v>-1.9540999999999999E-2</c:v>
                </c:pt>
                <c:pt idx="98">
                  <c:v>5.4939000000000002E-2</c:v>
                </c:pt>
                <c:pt idx="99">
                  <c:v>3.1435999999999999E-2</c:v>
                </c:pt>
                <c:pt idx="100">
                  <c:v>0.22267700000000001</c:v>
                </c:pt>
                <c:pt idx="101">
                  <c:v>8.8114999999999999E-2</c:v>
                </c:pt>
                <c:pt idx="102">
                  <c:v>9.7067999999999988E-2</c:v>
                </c:pt>
                <c:pt idx="103">
                  <c:v>6.6881999999999997E-2</c:v>
                </c:pt>
                <c:pt idx="104">
                  <c:v>0.34933399999999998</c:v>
                </c:pt>
                <c:pt idx="105">
                  <c:v>0.17397699999999999</c:v>
                </c:pt>
                <c:pt idx="106">
                  <c:v>0.19443299999999999</c:v>
                </c:pt>
                <c:pt idx="107">
                  <c:v>0.13411899999999999</c:v>
                </c:pt>
                <c:pt idx="108">
                  <c:v>0.13069900000000001</c:v>
                </c:pt>
                <c:pt idx="109">
                  <c:v>0.23763100000000001</c:v>
                </c:pt>
                <c:pt idx="110">
                  <c:v>0.131047</c:v>
                </c:pt>
                <c:pt idx="111">
                  <c:v>0.20158899999999999</c:v>
                </c:pt>
                <c:pt idx="112">
                  <c:v>0.11021900000000001</c:v>
                </c:pt>
              </c:numCache>
            </c:numRef>
          </c:val>
          <c:smooth val="0"/>
          <c:extLst>
            <c:ext xmlns:c16="http://schemas.microsoft.com/office/drawing/2014/chart" uri="{C3380CC4-5D6E-409C-BE32-E72D297353CC}">
              <c16:uniqueId val="{00000000-9CF5-41C7-907E-D4DDB7EE8B74}"/>
            </c:ext>
          </c:extLst>
        </c:ser>
        <c:ser>
          <c:idx val="1"/>
          <c:order val="1"/>
          <c:tx>
            <c:strRef>
              <c:f>韩国出口增速!$C$2</c:f>
              <c:strCache>
                <c:ptCount val="1"/>
                <c:pt idx="0">
                  <c:v>半导体出口金额:当月同比</c:v>
                </c:pt>
              </c:strCache>
            </c:strRef>
          </c:tx>
          <c:spPr>
            <a:ln w="19050" cap="rnd" cmpd="sng" algn="ctr">
              <a:solidFill>
                <a:schemeClr val="accent3">
                  <a:lumMod val="25000"/>
                </a:schemeClr>
              </a:solidFill>
              <a:prstDash val="solid"/>
              <a:round/>
              <a:headEnd type="none" w="med" len="med"/>
              <a:tailEnd type="none" w="med" len="med"/>
            </a:ln>
            <a:effectLst/>
          </c:spPr>
          <c:marker>
            <c:symbol val="none"/>
          </c:marker>
          <c:cat>
            <c:numRef>
              <c:f>韩国出口增速!$A$5:$A$117</c:f>
              <c:numCache>
                <c:formatCode>yyyy\-mm;@</c:formatCode>
                <c:ptCount val="113"/>
                <c:pt idx="0">
                  <c:v>46173</c:v>
                </c:pt>
                <c:pt idx="1">
                  <c:v>46142</c:v>
                </c:pt>
                <c:pt idx="2">
                  <c:v>46112</c:v>
                </c:pt>
                <c:pt idx="3">
                  <c:v>46081</c:v>
                </c:pt>
                <c:pt idx="4">
                  <c:v>46053</c:v>
                </c:pt>
                <c:pt idx="5">
                  <c:v>46022</c:v>
                </c:pt>
                <c:pt idx="6">
                  <c:v>45991</c:v>
                </c:pt>
                <c:pt idx="7">
                  <c:v>45961</c:v>
                </c:pt>
                <c:pt idx="8">
                  <c:v>45930</c:v>
                </c:pt>
                <c:pt idx="9">
                  <c:v>45900</c:v>
                </c:pt>
                <c:pt idx="10">
                  <c:v>45869</c:v>
                </c:pt>
                <c:pt idx="11">
                  <c:v>45838</c:v>
                </c:pt>
                <c:pt idx="12">
                  <c:v>45808</c:v>
                </c:pt>
                <c:pt idx="13">
                  <c:v>45777</c:v>
                </c:pt>
                <c:pt idx="14">
                  <c:v>45747</c:v>
                </c:pt>
                <c:pt idx="15">
                  <c:v>45716</c:v>
                </c:pt>
                <c:pt idx="16">
                  <c:v>45688</c:v>
                </c:pt>
                <c:pt idx="17">
                  <c:v>45657</c:v>
                </c:pt>
                <c:pt idx="18">
                  <c:v>45626</c:v>
                </c:pt>
                <c:pt idx="19">
                  <c:v>45596</c:v>
                </c:pt>
                <c:pt idx="20">
                  <c:v>45565</c:v>
                </c:pt>
                <c:pt idx="21">
                  <c:v>45535</c:v>
                </c:pt>
                <c:pt idx="22">
                  <c:v>45504</c:v>
                </c:pt>
                <c:pt idx="23">
                  <c:v>45473</c:v>
                </c:pt>
                <c:pt idx="24">
                  <c:v>45443</c:v>
                </c:pt>
                <c:pt idx="25">
                  <c:v>45412</c:v>
                </c:pt>
                <c:pt idx="26">
                  <c:v>45382</c:v>
                </c:pt>
                <c:pt idx="27">
                  <c:v>45351</c:v>
                </c:pt>
                <c:pt idx="28">
                  <c:v>45322</c:v>
                </c:pt>
                <c:pt idx="29">
                  <c:v>45291</c:v>
                </c:pt>
                <c:pt idx="30">
                  <c:v>45260</c:v>
                </c:pt>
                <c:pt idx="31">
                  <c:v>45230</c:v>
                </c:pt>
                <c:pt idx="32">
                  <c:v>45199</c:v>
                </c:pt>
                <c:pt idx="33">
                  <c:v>45169</c:v>
                </c:pt>
                <c:pt idx="34">
                  <c:v>45138</c:v>
                </c:pt>
                <c:pt idx="35">
                  <c:v>45107</c:v>
                </c:pt>
                <c:pt idx="36">
                  <c:v>45077</c:v>
                </c:pt>
                <c:pt idx="37">
                  <c:v>45046</c:v>
                </c:pt>
                <c:pt idx="38">
                  <c:v>45016</c:v>
                </c:pt>
                <c:pt idx="39">
                  <c:v>44985</c:v>
                </c:pt>
                <c:pt idx="40">
                  <c:v>44957</c:v>
                </c:pt>
                <c:pt idx="41">
                  <c:v>44926</c:v>
                </c:pt>
                <c:pt idx="42">
                  <c:v>44895</c:v>
                </c:pt>
                <c:pt idx="43">
                  <c:v>44865</c:v>
                </c:pt>
                <c:pt idx="44">
                  <c:v>44834</c:v>
                </c:pt>
                <c:pt idx="45">
                  <c:v>44804</c:v>
                </c:pt>
                <c:pt idx="46">
                  <c:v>44773</c:v>
                </c:pt>
                <c:pt idx="47">
                  <c:v>44742</c:v>
                </c:pt>
                <c:pt idx="48">
                  <c:v>44712</c:v>
                </c:pt>
                <c:pt idx="49">
                  <c:v>44681</c:v>
                </c:pt>
                <c:pt idx="50">
                  <c:v>44651</c:v>
                </c:pt>
                <c:pt idx="51">
                  <c:v>44620</c:v>
                </c:pt>
                <c:pt idx="52">
                  <c:v>44592</c:v>
                </c:pt>
                <c:pt idx="53">
                  <c:v>44561</c:v>
                </c:pt>
                <c:pt idx="54">
                  <c:v>44530</c:v>
                </c:pt>
                <c:pt idx="55">
                  <c:v>44500</c:v>
                </c:pt>
                <c:pt idx="56">
                  <c:v>44469</c:v>
                </c:pt>
                <c:pt idx="57">
                  <c:v>44439</c:v>
                </c:pt>
                <c:pt idx="58">
                  <c:v>44408</c:v>
                </c:pt>
                <c:pt idx="59">
                  <c:v>44377</c:v>
                </c:pt>
                <c:pt idx="60">
                  <c:v>44347</c:v>
                </c:pt>
                <c:pt idx="61">
                  <c:v>44316</c:v>
                </c:pt>
                <c:pt idx="62">
                  <c:v>44286</c:v>
                </c:pt>
                <c:pt idx="63">
                  <c:v>44255</c:v>
                </c:pt>
                <c:pt idx="64">
                  <c:v>44227</c:v>
                </c:pt>
                <c:pt idx="65">
                  <c:v>44196</c:v>
                </c:pt>
                <c:pt idx="66">
                  <c:v>44165</c:v>
                </c:pt>
                <c:pt idx="67">
                  <c:v>44135</c:v>
                </c:pt>
                <c:pt idx="68">
                  <c:v>44104</c:v>
                </c:pt>
                <c:pt idx="69">
                  <c:v>44074</c:v>
                </c:pt>
                <c:pt idx="70">
                  <c:v>44043</c:v>
                </c:pt>
                <c:pt idx="71">
                  <c:v>44012</c:v>
                </c:pt>
                <c:pt idx="72">
                  <c:v>43982</c:v>
                </c:pt>
                <c:pt idx="73">
                  <c:v>43951</c:v>
                </c:pt>
                <c:pt idx="74">
                  <c:v>43921</c:v>
                </c:pt>
                <c:pt idx="75">
                  <c:v>43890</c:v>
                </c:pt>
                <c:pt idx="76">
                  <c:v>43861</c:v>
                </c:pt>
                <c:pt idx="77">
                  <c:v>43830</c:v>
                </c:pt>
                <c:pt idx="78">
                  <c:v>43799</c:v>
                </c:pt>
                <c:pt idx="79">
                  <c:v>43769</c:v>
                </c:pt>
                <c:pt idx="80">
                  <c:v>43738</c:v>
                </c:pt>
                <c:pt idx="81">
                  <c:v>43708</c:v>
                </c:pt>
                <c:pt idx="82">
                  <c:v>43677</c:v>
                </c:pt>
                <c:pt idx="83">
                  <c:v>43646</c:v>
                </c:pt>
                <c:pt idx="84">
                  <c:v>43616</c:v>
                </c:pt>
                <c:pt idx="85">
                  <c:v>43585</c:v>
                </c:pt>
                <c:pt idx="86">
                  <c:v>43555</c:v>
                </c:pt>
                <c:pt idx="87">
                  <c:v>43524</c:v>
                </c:pt>
                <c:pt idx="88">
                  <c:v>43496</c:v>
                </c:pt>
                <c:pt idx="89">
                  <c:v>43465</c:v>
                </c:pt>
                <c:pt idx="90">
                  <c:v>43434</c:v>
                </c:pt>
                <c:pt idx="91">
                  <c:v>43404</c:v>
                </c:pt>
                <c:pt idx="92">
                  <c:v>43373</c:v>
                </c:pt>
                <c:pt idx="93">
                  <c:v>43343</c:v>
                </c:pt>
                <c:pt idx="94">
                  <c:v>43312</c:v>
                </c:pt>
                <c:pt idx="95">
                  <c:v>43281</c:v>
                </c:pt>
                <c:pt idx="96">
                  <c:v>43251</c:v>
                </c:pt>
                <c:pt idx="97">
                  <c:v>43220</c:v>
                </c:pt>
                <c:pt idx="98">
                  <c:v>43190</c:v>
                </c:pt>
                <c:pt idx="99">
                  <c:v>43159</c:v>
                </c:pt>
                <c:pt idx="100">
                  <c:v>43131</c:v>
                </c:pt>
                <c:pt idx="101">
                  <c:v>43100</c:v>
                </c:pt>
                <c:pt idx="102">
                  <c:v>43069</c:v>
                </c:pt>
                <c:pt idx="103">
                  <c:v>43039</c:v>
                </c:pt>
                <c:pt idx="104">
                  <c:v>43008</c:v>
                </c:pt>
                <c:pt idx="105">
                  <c:v>42978</c:v>
                </c:pt>
                <c:pt idx="106">
                  <c:v>42947</c:v>
                </c:pt>
                <c:pt idx="107">
                  <c:v>42916</c:v>
                </c:pt>
                <c:pt idx="108">
                  <c:v>42886</c:v>
                </c:pt>
                <c:pt idx="109">
                  <c:v>42855</c:v>
                </c:pt>
                <c:pt idx="110">
                  <c:v>42825</c:v>
                </c:pt>
                <c:pt idx="111">
                  <c:v>42794</c:v>
                </c:pt>
                <c:pt idx="112">
                  <c:v>42766</c:v>
                </c:pt>
              </c:numCache>
            </c:numRef>
          </c:cat>
          <c:val>
            <c:numRef>
              <c:f>韩国出口增速!$C$5:$C$117</c:f>
              <c:numCache>
                <c:formatCode>General</c:formatCode>
                <c:ptCount val="113"/>
                <c:pt idx="0">
                  <c:v>1.6766565997041005</c:v>
                </c:pt>
                <c:pt idx="1">
                  <c:v>1.7144757443899998</c:v>
                </c:pt>
                <c:pt idx="2">
                  <c:v>1.4986082189900001</c:v>
                </c:pt>
                <c:pt idx="3">
                  <c:v>1.57808226562</c:v>
                </c:pt>
                <c:pt idx="4">
                  <c:v>1.02432411275</c:v>
                </c:pt>
                <c:pt idx="5">
                  <c:v>0.43084557921</c:v>
                </c:pt>
                <c:pt idx="6">
                  <c:v>0.38664582238</c:v>
                </c:pt>
                <c:pt idx="7">
                  <c:v>0.25192570168</c:v>
                </c:pt>
                <c:pt idx="8">
                  <c:v>0.22127176703000001</c:v>
                </c:pt>
                <c:pt idx="9">
                  <c:v>0.26844024004</c:v>
                </c:pt>
                <c:pt idx="10">
                  <c:v>0.30559054221999998</c:v>
                </c:pt>
                <c:pt idx="11">
                  <c:v>0.11166156765</c:v>
                </c:pt>
                <c:pt idx="12">
                  <c:v>0.20618658735000001</c:v>
                </c:pt>
                <c:pt idx="13">
                  <c:v>0.16878839802000001</c:v>
                </c:pt>
                <c:pt idx="14">
                  <c:v>0.11570126358999999</c:v>
                </c:pt>
                <c:pt idx="15">
                  <c:v>-2.5409603399999998E-2</c:v>
                </c:pt>
                <c:pt idx="16">
                  <c:v>7.2356995879999997E-2</c:v>
                </c:pt>
                <c:pt idx="17">
                  <c:v>0.30617994092</c:v>
                </c:pt>
                <c:pt idx="18">
                  <c:v>0.29829240131000001</c:v>
                </c:pt>
                <c:pt idx="19">
                  <c:v>0.39824435594999996</c:v>
                </c:pt>
                <c:pt idx="20">
                  <c:v>0.36706013720999997</c:v>
                </c:pt>
                <c:pt idx="21">
                  <c:v>0.38295051291999999</c:v>
                </c:pt>
                <c:pt idx="22">
                  <c:v>0.50099965122000001</c:v>
                </c:pt>
                <c:pt idx="23">
                  <c:v>0.50348541056000007</c:v>
                </c:pt>
                <c:pt idx="24">
                  <c:v>0.52954042257</c:v>
                </c:pt>
                <c:pt idx="25">
                  <c:v>0.54470961977999999</c:v>
                </c:pt>
                <c:pt idx="26">
                  <c:v>0.34467838195</c:v>
                </c:pt>
                <c:pt idx="27">
                  <c:v>0.62974482040000002</c:v>
                </c:pt>
                <c:pt idx="28">
                  <c:v>0.52817233861000001</c:v>
                </c:pt>
                <c:pt idx="29">
                  <c:v>0.19045448729</c:v>
                </c:pt>
                <c:pt idx="30">
                  <c:v>0.10813465785</c:v>
                </c:pt>
                <c:pt idx="31">
                  <c:v>-4.7701401230000003E-2</c:v>
                </c:pt>
                <c:pt idx="32">
                  <c:v>-0.14556284249999998</c:v>
                </c:pt>
                <c:pt idx="33">
                  <c:v>-0.21193035485</c:v>
                </c:pt>
                <c:pt idx="34">
                  <c:v>-0.33801365056999999</c:v>
                </c:pt>
                <c:pt idx="35">
                  <c:v>-0.2802730121</c:v>
                </c:pt>
                <c:pt idx="36">
                  <c:v>-0.35558972337</c:v>
                </c:pt>
                <c:pt idx="37">
                  <c:v>-0.40567913590999999</c:v>
                </c:pt>
                <c:pt idx="38">
                  <c:v>-0.33850192061000001</c:v>
                </c:pt>
                <c:pt idx="39">
                  <c:v>-0.41515311723000003</c:v>
                </c:pt>
                <c:pt idx="40">
                  <c:v>-0.43388572898</c:v>
                </c:pt>
                <c:pt idx="41">
                  <c:v>-0.27759300040000001</c:v>
                </c:pt>
                <c:pt idx="42">
                  <c:v>-0.28635788767000003</c:v>
                </c:pt>
                <c:pt idx="43">
                  <c:v>-0.16437279594999998</c:v>
                </c:pt>
                <c:pt idx="44">
                  <c:v>-4.8754731580000002E-2</c:v>
                </c:pt>
                <c:pt idx="45">
                  <c:v>-6.9897231880000008E-2</c:v>
                </c:pt>
                <c:pt idx="46">
                  <c:v>2.5253965589999997E-2</c:v>
                </c:pt>
                <c:pt idx="47">
                  <c:v>0.10789706536</c:v>
                </c:pt>
                <c:pt idx="48">
                  <c:v>0.1418964751</c:v>
                </c:pt>
                <c:pt idx="49">
                  <c:v>0.15595458846999999</c:v>
                </c:pt>
                <c:pt idx="50">
                  <c:v>0.36923705983999999</c:v>
                </c:pt>
                <c:pt idx="51">
                  <c:v>0.23235916225</c:v>
                </c:pt>
                <c:pt idx="52">
                  <c:v>0.23660205469000001</c:v>
                </c:pt>
                <c:pt idx="53">
                  <c:v>0.34096283374999997</c:v>
                </c:pt>
                <c:pt idx="54">
                  <c:v>0.38790877946000002</c:v>
                </c:pt>
                <c:pt idx="55">
                  <c:v>0.28119622894000001</c:v>
                </c:pt>
                <c:pt idx="56">
                  <c:v>0.26885899551000003</c:v>
                </c:pt>
                <c:pt idx="57">
                  <c:v>0.41149844155999998</c:v>
                </c:pt>
                <c:pt idx="58">
                  <c:v>0.38033263441000004</c:v>
                </c:pt>
                <c:pt idx="59">
                  <c:v>0.33781372761</c:v>
                </c:pt>
                <c:pt idx="60">
                  <c:v>0.23719454833</c:v>
                </c:pt>
                <c:pt idx="61">
                  <c:v>0.28983478055</c:v>
                </c:pt>
                <c:pt idx="62">
                  <c:v>8.2476464079999992E-2</c:v>
                </c:pt>
                <c:pt idx="63">
                  <c:v>0.12591760312</c:v>
                </c:pt>
                <c:pt idx="64">
                  <c:v>0.20584982142000002</c:v>
                </c:pt>
                <c:pt idx="65">
                  <c:v>0.29706245118999997</c:v>
                </c:pt>
                <c:pt idx="66">
                  <c:v>0.16393520221999999</c:v>
                </c:pt>
                <c:pt idx="67">
                  <c:v>0.10161448215</c:v>
                </c:pt>
                <c:pt idx="68">
                  <c:v>0.12426391876000001</c:v>
                </c:pt>
                <c:pt idx="69">
                  <c:v>2.928971906E-2</c:v>
                </c:pt>
                <c:pt idx="70">
                  <c:v>5.5106078729999994E-2</c:v>
                </c:pt>
                <c:pt idx="71">
                  <c:v>-2.2008154799999999E-3</c:v>
                </c:pt>
                <c:pt idx="72">
                  <c:v>6.4842971210000003E-2</c:v>
                </c:pt>
                <c:pt idx="73">
                  <c:v>-0.14948449092000002</c:v>
                </c:pt>
                <c:pt idx="74">
                  <c:v>-3.046629784E-2</c:v>
                </c:pt>
                <c:pt idx="75">
                  <c:v>8.7295506889999999E-2</c:v>
                </c:pt>
                <c:pt idx="76">
                  <c:v>-3.8004738220000001E-2</c:v>
                </c:pt>
                <c:pt idx="77">
                  <c:v>-0.17851892709</c:v>
                </c:pt>
                <c:pt idx="78">
                  <c:v>-0.30892312812</c:v>
                </c:pt>
                <c:pt idx="79">
                  <c:v>-0.32054125446999998</c:v>
                </c:pt>
                <c:pt idx="80">
                  <c:v>-0.31657353699000002</c:v>
                </c:pt>
                <c:pt idx="81">
                  <c:v>-0.30714093858999997</c:v>
                </c:pt>
                <c:pt idx="82">
                  <c:v>-0.27585299601000002</c:v>
                </c:pt>
                <c:pt idx="83">
                  <c:v>-0.24837272479</c:v>
                </c:pt>
                <c:pt idx="84">
                  <c:v>-0.29180322980000001</c:v>
                </c:pt>
                <c:pt idx="85">
                  <c:v>-0.12744479521000002</c:v>
                </c:pt>
                <c:pt idx="86">
                  <c:v>-0.16223527415</c:v>
                </c:pt>
                <c:pt idx="87">
                  <c:v>-0.23984334141000002</c:v>
                </c:pt>
                <c:pt idx="88">
                  <c:v>-0.22640681481000002</c:v>
                </c:pt>
                <c:pt idx="89">
                  <c:v>-8.3478304089999997E-2</c:v>
                </c:pt>
                <c:pt idx="90">
                  <c:v>0.11670818948999999</c:v>
                </c:pt>
                <c:pt idx="91">
                  <c:v>0.22395049409999998</c:v>
                </c:pt>
                <c:pt idx="92">
                  <c:v>0.27685160979000001</c:v>
                </c:pt>
                <c:pt idx="93">
                  <c:v>0.31609861516999999</c:v>
                </c:pt>
                <c:pt idx="94">
                  <c:v>0.31081473785000002</c:v>
                </c:pt>
                <c:pt idx="95">
                  <c:v>0.37279458038000002</c:v>
                </c:pt>
                <c:pt idx="96">
                  <c:v>0.43154087124000001</c:v>
                </c:pt>
                <c:pt idx="97">
                  <c:v>0.36153757239000001</c:v>
                </c:pt>
                <c:pt idx="98">
                  <c:v>0.43819403258</c:v>
                </c:pt>
                <c:pt idx="99">
                  <c:v>0.40079562520000001</c:v>
                </c:pt>
                <c:pt idx="100">
                  <c:v>0.52825288607999998</c:v>
                </c:pt>
                <c:pt idx="101">
                  <c:v>0.67649482031999997</c:v>
                </c:pt>
                <c:pt idx="102">
                  <c:v>0.68448412423999994</c:v>
                </c:pt>
                <c:pt idx="103">
                  <c:v>0.72652100359000005</c:v>
                </c:pt>
                <c:pt idx="104">
                  <c:v>0.73402983543999989</c:v>
                </c:pt>
                <c:pt idx="105">
                  <c:v>0.59990010399000004</c:v>
                </c:pt>
                <c:pt idx="106">
                  <c:v>0.60901996033000005</c:v>
                </c:pt>
                <c:pt idx="107">
                  <c:v>0.55302927586999995</c:v>
                </c:pt>
                <c:pt idx="108">
                  <c:v>0.56041462407999998</c:v>
                </c:pt>
                <c:pt idx="109">
                  <c:v>0.59069662467000006</c:v>
                </c:pt>
                <c:pt idx="110">
                  <c:v>0.44122808120000001</c:v>
                </c:pt>
                <c:pt idx="111">
                  <c:v>0.56605944643000006</c:v>
                </c:pt>
                <c:pt idx="112">
                  <c:v>0.41492874141999997</c:v>
                </c:pt>
              </c:numCache>
            </c:numRef>
          </c:val>
          <c:smooth val="0"/>
          <c:extLst>
            <c:ext xmlns:c16="http://schemas.microsoft.com/office/drawing/2014/chart" uri="{C3380CC4-5D6E-409C-BE32-E72D297353CC}">
              <c16:uniqueId val="{00000001-9CF5-41C7-907E-D4DDB7EE8B74}"/>
            </c:ext>
          </c:extLst>
        </c:ser>
        <c:ser>
          <c:idx val="2"/>
          <c:order val="2"/>
          <c:tx>
            <c:strRef>
              <c:f>韩国出口增速!$G$2</c:f>
              <c:strCache>
                <c:ptCount val="1"/>
                <c:pt idx="0">
                  <c:v>其他出口金额:当月同比</c:v>
                </c:pt>
              </c:strCache>
            </c:strRef>
          </c:tx>
          <c:spPr>
            <a:ln w="19050" cap="rnd" cmpd="sng" algn="ctr">
              <a:solidFill>
                <a:schemeClr val="accent2">
                  <a:lumMod val="75000"/>
                </a:schemeClr>
              </a:solidFill>
              <a:prstDash val="solid"/>
              <a:round/>
              <a:headEnd type="none" w="med" len="med"/>
              <a:tailEnd type="none" w="med" len="med"/>
            </a:ln>
            <a:effectLst/>
          </c:spPr>
          <c:marker>
            <c:symbol val="none"/>
          </c:marker>
          <c:cat>
            <c:numRef>
              <c:f>韩国出口增速!$A$5:$A$117</c:f>
              <c:numCache>
                <c:formatCode>yyyy\-mm;@</c:formatCode>
                <c:ptCount val="113"/>
                <c:pt idx="0">
                  <c:v>46173</c:v>
                </c:pt>
                <c:pt idx="1">
                  <c:v>46142</c:v>
                </c:pt>
                <c:pt idx="2">
                  <c:v>46112</c:v>
                </c:pt>
                <c:pt idx="3">
                  <c:v>46081</c:v>
                </c:pt>
                <c:pt idx="4">
                  <c:v>46053</c:v>
                </c:pt>
                <c:pt idx="5">
                  <c:v>46022</c:v>
                </c:pt>
                <c:pt idx="6">
                  <c:v>45991</c:v>
                </c:pt>
                <c:pt idx="7">
                  <c:v>45961</c:v>
                </c:pt>
                <c:pt idx="8">
                  <c:v>45930</c:v>
                </c:pt>
                <c:pt idx="9">
                  <c:v>45900</c:v>
                </c:pt>
                <c:pt idx="10">
                  <c:v>45869</c:v>
                </c:pt>
                <c:pt idx="11">
                  <c:v>45838</c:v>
                </c:pt>
                <c:pt idx="12">
                  <c:v>45808</c:v>
                </c:pt>
                <c:pt idx="13">
                  <c:v>45777</c:v>
                </c:pt>
                <c:pt idx="14">
                  <c:v>45747</c:v>
                </c:pt>
                <c:pt idx="15">
                  <c:v>45716</c:v>
                </c:pt>
                <c:pt idx="16">
                  <c:v>45688</c:v>
                </c:pt>
                <c:pt idx="17">
                  <c:v>45657</c:v>
                </c:pt>
                <c:pt idx="18">
                  <c:v>45626</c:v>
                </c:pt>
                <c:pt idx="19">
                  <c:v>45596</c:v>
                </c:pt>
                <c:pt idx="20">
                  <c:v>45565</c:v>
                </c:pt>
                <c:pt idx="21">
                  <c:v>45535</c:v>
                </c:pt>
                <c:pt idx="22">
                  <c:v>45504</c:v>
                </c:pt>
                <c:pt idx="23">
                  <c:v>45473</c:v>
                </c:pt>
                <c:pt idx="24">
                  <c:v>45443</c:v>
                </c:pt>
                <c:pt idx="25">
                  <c:v>45412</c:v>
                </c:pt>
                <c:pt idx="26">
                  <c:v>45382</c:v>
                </c:pt>
                <c:pt idx="27">
                  <c:v>45351</c:v>
                </c:pt>
                <c:pt idx="28">
                  <c:v>45322</c:v>
                </c:pt>
                <c:pt idx="29">
                  <c:v>45291</c:v>
                </c:pt>
                <c:pt idx="30">
                  <c:v>45260</c:v>
                </c:pt>
                <c:pt idx="31">
                  <c:v>45230</c:v>
                </c:pt>
                <c:pt idx="32">
                  <c:v>45199</c:v>
                </c:pt>
                <c:pt idx="33">
                  <c:v>45169</c:v>
                </c:pt>
                <c:pt idx="34">
                  <c:v>45138</c:v>
                </c:pt>
                <c:pt idx="35">
                  <c:v>45107</c:v>
                </c:pt>
                <c:pt idx="36">
                  <c:v>45077</c:v>
                </c:pt>
                <c:pt idx="37">
                  <c:v>45046</c:v>
                </c:pt>
                <c:pt idx="38">
                  <c:v>45016</c:v>
                </c:pt>
                <c:pt idx="39">
                  <c:v>44985</c:v>
                </c:pt>
                <c:pt idx="40">
                  <c:v>44957</c:v>
                </c:pt>
                <c:pt idx="41">
                  <c:v>44926</c:v>
                </c:pt>
                <c:pt idx="42">
                  <c:v>44895</c:v>
                </c:pt>
                <c:pt idx="43">
                  <c:v>44865</c:v>
                </c:pt>
                <c:pt idx="44">
                  <c:v>44834</c:v>
                </c:pt>
                <c:pt idx="45">
                  <c:v>44804</c:v>
                </c:pt>
                <c:pt idx="46">
                  <c:v>44773</c:v>
                </c:pt>
                <c:pt idx="47">
                  <c:v>44742</c:v>
                </c:pt>
                <c:pt idx="48">
                  <c:v>44712</c:v>
                </c:pt>
                <c:pt idx="49">
                  <c:v>44681</c:v>
                </c:pt>
                <c:pt idx="50">
                  <c:v>44651</c:v>
                </c:pt>
                <c:pt idx="51">
                  <c:v>44620</c:v>
                </c:pt>
                <c:pt idx="52">
                  <c:v>44592</c:v>
                </c:pt>
                <c:pt idx="53">
                  <c:v>44561</c:v>
                </c:pt>
                <c:pt idx="54">
                  <c:v>44530</c:v>
                </c:pt>
                <c:pt idx="55">
                  <c:v>44500</c:v>
                </c:pt>
                <c:pt idx="56">
                  <c:v>44469</c:v>
                </c:pt>
                <c:pt idx="57">
                  <c:v>44439</c:v>
                </c:pt>
                <c:pt idx="58">
                  <c:v>44408</c:v>
                </c:pt>
                <c:pt idx="59">
                  <c:v>44377</c:v>
                </c:pt>
                <c:pt idx="60">
                  <c:v>44347</c:v>
                </c:pt>
                <c:pt idx="61">
                  <c:v>44316</c:v>
                </c:pt>
                <c:pt idx="62">
                  <c:v>44286</c:v>
                </c:pt>
                <c:pt idx="63">
                  <c:v>44255</c:v>
                </c:pt>
                <c:pt idx="64">
                  <c:v>44227</c:v>
                </c:pt>
                <c:pt idx="65">
                  <c:v>44196</c:v>
                </c:pt>
                <c:pt idx="66">
                  <c:v>44165</c:v>
                </c:pt>
                <c:pt idx="67">
                  <c:v>44135</c:v>
                </c:pt>
                <c:pt idx="68">
                  <c:v>44104</c:v>
                </c:pt>
                <c:pt idx="69">
                  <c:v>44074</c:v>
                </c:pt>
                <c:pt idx="70">
                  <c:v>44043</c:v>
                </c:pt>
                <c:pt idx="71">
                  <c:v>44012</c:v>
                </c:pt>
                <c:pt idx="72">
                  <c:v>43982</c:v>
                </c:pt>
                <c:pt idx="73">
                  <c:v>43951</c:v>
                </c:pt>
                <c:pt idx="74">
                  <c:v>43921</c:v>
                </c:pt>
                <c:pt idx="75">
                  <c:v>43890</c:v>
                </c:pt>
                <c:pt idx="76">
                  <c:v>43861</c:v>
                </c:pt>
                <c:pt idx="77">
                  <c:v>43830</c:v>
                </c:pt>
                <c:pt idx="78">
                  <c:v>43799</c:v>
                </c:pt>
                <c:pt idx="79">
                  <c:v>43769</c:v>
                </c:pt>
                <c:pt idx="80">
                  <c:v>43738</c:v>
                </c:pt>
                <c:pt idx="81">
                  <c:v>43708</c:v>
                </c:pt>
                <c:pt idx="82">
                  <c:v>43677</c:v>
                </c:pt>
                <c:pt idx="83">
                  <c:v>43646</c:v>
                </c:pt>
                <c:pt idx="84">
                  <c:v>43616</c:v>
                </c:pt>
                <c:pt idx="85">
                  <c:v>43585</c:v>
                </c:pt>
                <c:pt idx="86">
                  <c:v>43555</c:v>
                </c:pt>
                <c:pt idx="87">
                  <c:v>43524</c:v>
                </c:pt>
                <c:pt idx="88">
                  <c:v>43496</c:v>
                </c:pt>
                <c:pt idx="89">
                  <c:v>43465</c:v>
                </c:pt>
                <c:pt idx="90">
                  <c:v>43434</c:v>
                </c:pt>
                <c:pt idx="91">
                  <c:v>43404</c:v>
                </c:pt>
                <c:pt idx="92">
                  <c:v>43373</c:v>
                </c:pt>
                <c:pt idx="93">
                  <c:v>43343</c:v>
                </c:pt>
                <c:pt idx="94">
                  <c:v>43312</c:v>
                </c:pt>
                <c:pt idx="95">
                  <c:v>43281</c:v>
                </c:pt>
                <c:pt idx="96">
                  <c:v>43251</c:v>
                </c:pt>
                <c:pt idx="97">
                  <c:v>43220</c:v>
                </c:pt>
                <c:pt idx="98">
                  <c:v>43190</c:v>
                </c:pt>
                <c:pt idx="99">
                  <c:v>43159</c:v>
                </c:pt>
                <c:pt idx="100">
                  <c:v>43131</c:v>
                </c:pt>
                <c:pt idx="101">
                  <c:v>43100</c:v>
                </c:pt>
                <c:pt idx="102">
                  <c:v>43069</c:v>
                </c:pt>
                <c:pt idx="103">
                  <c:v>43039</c:v>
                </c:pt>
                <c:pt idx="104">
                  <c:v>43008</c:v>
                </c:pt>
                <c:pt idx="105">
                  <c:v>42978</c:v>
                </c:pt>
                <c:pt idx="106">
                  <c:v>42947</c:v>
                </c:pt>
                <c:pt idx="107">
                  <c:v>42916</c:v>
                </c:pt>
                <c:pt idx="108">
                  <c:v>42886</c:v>
                </c:pt>
                <c:pt idx="109">
                  <c:v>42855</c:v>
                </c:pt>
                <c:pt idx="110">
                  <c:v>42825</c:v>
                </c:pt>
                <c:pt idx="111">
                  <c:v>42794</c:v>
                </c:pt>
                <c:pt idx="112">
                  <c:v>42766</c:v>
                </c:pt>
              </c:numCache>
            </c:numRef>
          </c:cat>
          <c:val>
            <c:numRef>
              <c:f>韩国出口增速!$G$5:$G$117</c:f>
              <c:numCache>
                <c:formatCode>0.00%</c:formatCode>
                <c:ptCount val="113"/>
                <c:pt idx="0">
                  <c:v>0.16627597946428607</c:v>
                </c:pt>
                <c:pt idx="1">
                  <c:v>0.16428110774031146</c:v>
                </c:pt>
                <c:pt idx="2">
                  <c:v>0.20883249417923344</c:v>
                </c:pt>
                <c:pt idx="3">
                  <c:v>-4.5211050554760934E-3</c:v>
                </c:pt>
                <c:pt idx="4">
                  <c:v>0.15907905583357684</c:v>
                </c:pt>
                <c:pt idx="5">
                  <c:v>3.9703688743099042E-2</c:v>
                </c:pt>
                <c:pt idx="6">
                  <c:v>-9.1426734109296692E-3</c:v>
                </c:pt>
                <c:pt idx="7">
                  <c:v>-2.6333335824217374E-2</c:v>
                </c:pt>
                <c:pt idx="8">
                  <c:v>9.6368654813594912E-2</c:v>
                </c:pt>
                <c:pt idx="9">
                  <c:v>-5.7510904804221608E-2</c:v>
                </c:pt>
                <c:pt idx="10">
                  <c:v>-4.8255310826031961E-3</c:v>
                </c:pt>
                <c:pt idx="11">
                  <c:v>2.2220402713451826E-2</c:v>
                </c:pt>
                <c:pt idx="12">
                  <c:v>-6.7581629219129913E-2</c:v>
                </c:pt>
                <c:pt idx="13">
                  <c:v>3.9714028419566283E-3</c:v>
                </c:pt>
                <c:pt idx="14">
                  <c:v>3.9765640207161113E-3</c:v>
                </c:pt>
                <c:pt idx="15">
                  <c:v>1.1214721235047742E-2</c:v>
                </c:pt>
                <c:pt idx="16">
                  <c:v>-0.13772508290365615</c:v>
                </c:pt>
                <c:pt idx="17">
                  <c:v>7.7442948278678703E-3</c:v>
                </c:pt>
                <c:pt idx="18">
                  <c:v>-4.7143498894461677E-2</c:v>
                </c:pt>
                <c:pt idx="19">
                  <c:v>-2.3915649321883614E-2</c:v>
                </c:pt>
                <c:pt idx="20">
                  <c:v>4.5253584249866918E-3</c:v>
                </c:pt>
                <c:pt idx="21">
                  <c:v>5.3356915414267236E-2</c:v>
                </c:pt>
                <c:pt idx="22">
                  <c:v>7.4475562725305089E-2</c:v>
                </c:pt>
                <c:pt idx="23">
                  <c:v>-3.3521027266471215E-2</c:v>
                </c:pt>
                <c:pt idx="24">
                  <c:v>4.4224200308440764E-2</c:v>
                </c:pt>
                <c:pt idx="25">
                  <c:v>7.3584614546756022E-2</c:v>
                </c:pt>
                <c:pt idx="26">
                  <c:v>-3.029273535778032E-2</c:v>
                </c:pt>
                <c:pt idx="27">
                  <c:v>-4.1115428149826383E-2</c:v>
                </c:pt>
                <c:pt idx="28">
                  <c:v>0.12659654997510539</c:v>
                </c:pt>
                <c:pt idx="29">
                  <c:v>2.0549771360788727E-2</c:v>
                </c:pt>
                <c:pt idx="30">
                  <c:v>6.6090457218643595E-2</c:v>
                </c:pt>
                <c:pt idx="31">
                  <c:v>7.0276266088004746E-2</c:v>
                </c:pt>
                <c:pt idx="32">
                  <c:v>-1.7883306103231855E-2</c:v>
                </c:pt>
                <c:pt idx="33">
                  <c:v>-4.9768857642092157E-2</c:v>
                </c:pt>
                <c:pt idx="34">
                  <c:v>-0.12104305924863124</c:v>
                </c:pt>
                <c:pt idx="35">
                  <c:v>3.2153572899114025E-3</c:v>
                </c:pt>
                <c:pt idx="36">
                  <c:v>-0.10768597736011998</c:v>
                </c:pt>
                <c:pt idx="37">
                  <c:v>-8.4311356142836913E-2</c:v>
                </c:pt>
                <c:pt idx="38">
                  <c:v>-8.7208583084458668E-2</c:v>
                </c:pt>
                <c:pt idx="39">
                  <c:v>4.9656954319352575E-3</c:v>
                </c:pt>
                <c:pt idx="40">
                  <c:v>-9.758510427636613E-2</c:v>
                </c:pt>
                <c:pt idx="41">
                  <c:v>-4.7626662530286024E-2</c:v>
                </c:pt>
                <c:pt idx="42">
                  <c:v>-0.10504198560789979</c:v>
                </c:pt>
                <c:pt idx="43">
                  <c:v>-3.0731030336730081E-2</c:v>
                </c:pt>
                <c:pt idx="44">
                  <c:v>4.2855023853198837E-2</c:v>
                </c:pt>
                <c:pt idx="45">
                  <c:v>0.10353589436876276</c:v>
                </c:pt>
                <c:pt idx="46">
                  <c:v>0.10161547678926053</c:v>
                </c:pt>
                <c:pt idx="47">
                  <c:v>3.8586323970279279E-2</c:v>
                </c:pt>
                <c:pt idx="48">
                  <c:v>0.23255492396398103</c:v>
                </c:pt>
                <c:pt idx="49">
                  <c:v>0.12305817596850166</c:v>
                </c:pt>
                <c:pt idx="50">
                  <c:v>0.14802467745696779</c:v>
                </c:pt>
                <c:pt idx="51">
                  <c:v>0.20638051406069713</c:v>
                </c:pt>
                <c:pt idx="52">
                  <c:v>0.13659542053808038</c:v>
                </c:pt>
                <c:pt idx="53">
                  <c:v>0.14635927777789393</c:v>
                </c:pt>
                <c:pt idx="54">
                  <c:v>0.30208742446787284</c:v>
                </c:pt>
                <c:pt idx="55">
                  <c:v>0.23218627549999882</c:v>
                </c:pt>
                <c:pt idx="56">
                  <c:v>0.14373788974437374</c:v>
                </c:pt>
                <c:pt idx="57">
                  <c:v>0.32948455741890625</c:v>
                </c:pt>
                <c:pt idx="58">
                  <c:v>0.2766022555235903</c:v>
                </c:pt>
                <c:pt idx="59">
                  <c:v>0.41325445446386389</c:v>
                </c:pt>
                <c:pt idx="60">
                  <c:v>0.52345476952218584</c:v>
                </c:pt>
                <c:pt idx="61">
                  <c:v>0.44362795021341106</c:v>
                </c:pt>
                <c:pt idx="62">
                  <c:v>0.18238110192544021</c:v>
                </c:pt>
                <c:pt idx="63">
                  <c:v>8.5198627569315066E-2</c:v>
                </c:pt>
                <c:pt idx="64">
                  <c:v>9.4726441535891048E-2</c:v>
                </c:pt>
                <c:pt idx="65">
                  <c:v>9.012062334149773E-2</c:v>
                </c:pt>
                <c:pt idx="66">
                  <c:v>1.2832878800912217E-2</c:v>
                </c:pt>
                <c:pt idx="67">
                  <c:v>-6.8688213732940873E-2</c:v>
                </c:pt>
                <c:pt idx="68">
                  <c:v>5.8765907678101303E-2</c:v>
                </c:pt>
                <c:pt idx="69">
                  <c:v>-0.13370680410373159</c:v>
                </c:pt>
                <c:pt idx="70">
                  <c:v>-9.6831978662121121E-2</c:v>
                </c:pt>
                <c:pt idx="71">
                  <c:v>-0.1345285144741809</c:v>
                </c:pt>
                <c:pt idx="72">
                  <c:v>-0.29946815861823051</c:v>
                </c:pt>
                <c:pt idx="73">
                  <c:v>-0.27961129313701394</c:v>
                </c:pt>
                <c:pt idx="74">
                  <c:v>-1.4677729715127041E-2</c:v>
                </c:pt>
                <c:pt idx="75">
                  <c:v>2.5232254617131744E-2</c:v>
                </c:pt>
                <c:pt idx="76">
                  <c:v>-7.2071914547694016E-2</c:v>
                </c:pt>
                <c:pt idx="77">
                  <c:v>-2.333603175204424E-2</c:v>
                </c:pt>
                <c:pt idx="78">
                  <c:v>-9.995141593335688E-2</c:v>
                </c:pt>
                <c:pt idx="79">
                  <c:v>-0.10248428384827113</c:v>
                </c:pt>
                <c:pt idx="80">
                  <c:v>-5.2759136349169844E-2</c:v>
                </c:pt>
                <c:pt idx="81">
                  <c:v>-8.9679816495021214E-2</c:v>
                </c:pt>
                <c:pt idx="82">
                  <c:v>-6.8023686769424274E-2</c:v>
                </c:pt>
                <c:pt idx="83">
                  <c:v>-0.10712379711152331</c:v>
                </c:pt>
                <c:pt idx="84">
                  <c:v>-4.471264854054624E-2</c:v>
                </c:pt>
                <c:pt idx="85">
                  <c:v>4.9592436056622446E-3</c:v>
                </c:pt>
                <c:pt idx="86">
                  <c:v>-6.245571294695329E-2</c:v>
                </c:pt>
                <c:pt idx="87">
                  <c:v>-8.0285343536916964E-2</c:v>
                </c:pt>
                <c:pt idx="88">
                  <c:v>-2.0483167160195603E-2</c:v>
                </c:pt>
                <c:pt idx="89">
                  <c:v>-9.5161548044342403E-5</c:v>
                </c:pt>
                <c:pt idx="90">
                  <c:v>1.5681674790229527E-2</c:v>
                </c:pt>
                <c:pt idx="91">
                  <c:v>0.22503488124985949</c:v>
                </c:pt>
                <c:pt idx="92">
                  <c:v>-0.15977108614057101</c:v>
                </c:pt>
                <c:pt idx="93">
                  <c:v>3.2415679272176812E-2</c:v>
                </c:pt>
                <c:pt idx="94">
                  <c:v>1.1319521457074266E-2</c:v>
                </c:pt>
                <c:pt idx="95">
                  <c:v>-7.5944473892178288E-2</c:v>
                </c:pt>
                <c:pt idx="96">
                  <c:v>6.5660659126689058E-2</c:v>
                </c:pt>
                <c:pt idx="97">
                  <c:v>-8.3445663297827988E-2</c:v>
                </c:pt>
                <c:pt idx="98">
                  <c:v>-1.6927738513757173E-2</c:v>
                </c:pt>
                <c:pt idx="99">
                  <c:v>-3.4803383057772974E-2</c:v>
                </c:pt>
                <c:pt idx="100">
                  <c:v>0.16388585798945909</c:v>
                </c:pt>
                <c:pt idx="101">
                  <c:v>-9.9594005351433257E-4</c:v>
                </c:pt>
                <c:pt idx="102">
                  <c:v>1.0251426510666573E-2</c:v>
                </c:pt>
                <c:pt idx="103">
                  <c:v>-3.5047450320910056E-2</c:v>
                </c:pt>
                <c:pt idx="104">
                  <c:v>0.28652013035879431</c:v>
                </c:pt>
                <c:pt idx="105">
                  <c:v>0.10469244358450491</c:v>
                </c:pt>
                <c:pt idx="106">
                  <c:v>0.13617978371919071</c:v>
                </c:pt>
                <c:pt idx="107">
                  <c:v>7.8363916030571357E-2</c:v>
                </c:pt>
                <c:pt idx="108">
                  <c:v>6.9924150164960341E-2</c:v>
                </c:pt>
                <c:pt idx="109">
                  <c:v>0.19321868593079916</c:v>
                </c:pt>
                <c:pt idx="110">
                  <c:v>8.7172330009789079E-2</c:v>
                </c:pt>
                <c:pt idx="111">
                  <c:v>0.1534474671758479</c:v>
                </c:pt>
                <c:pt idx="112">
                  <c:v>6.6049695063853608E-2</c:v>
                </c:pt>
              </c:numCache>
            </c:numRef>
          </c:val>
          <c:smooth val="0"/>
          <c:extLst>
            <c:ext xmlns:c16="http://schemas.microsoft.com/office/drawing/2014/chart" uri="{C3380CC4-5D6E-409C-BE32-E72D297353CC}">
              <c16:uniqueId val="{00000002-9CF5-41C7-907E-D4DDB7EE8B74}"/>
            </c:ext>
          </c:extLst>
        </c:ser>
        <c:dLbls>
          <c:showLegendKey val="0"/>
          <c:showVal val="0"/>
          <c:showCatName val="0"/>
          <c:showSerName val="0"/>
          <c:showPercent val="0"/>
          <c:showBubbleSize val="0"/>
        </c:dLbls>
        <c:smooth val="0"/>
        <c:axId val="2000002368"/>
        <c:axId val="2000002369"/>
      </c:lineChart>
      <c:dateAx>
        <c:axId val="2000002368"/>
        <c:scaling>
          <c:orientation val="minMax"/>
        </c:scaling>
        <c:delete val="0"/>
        <c:axPos val="b"/>
        <c:numFmt formatCode="yyyy\-mm;@" sourceLinked="1"/>
        <c:majorTickMark val="out"/>
        <c:minorTickMark val="none"/>
        <c:tickLblPos val="low"/>
        <c:spPr>
          <a:noFill/>
          <a:ln w="3175" cap="flat" cmpd="sng" algn="ctr">
            <a:solidFill>
              <a:srgbClr val="000000"/>
            </a:solidFill>
            <a:prstDash val="solid"/>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Light" panose="020B0300000000000000" pitchFamily="34" charset="-122"/>
                <a:cs typeface="Arial" panose="020B0604020202020204" pitchFamily="34" charset="0"/>
              </a:defRPr>
            </a:pPr>
            <a:endParaRPr lang="zh-CN"/>
          </a:p>
        </c:txPr>
        <c:crossAx val="2000002369"/>
        <c:crosses val="autoZero"/>
        <c:auto val="1"/>
        <c:lblOffset val="100"/>
        <c:baseTimeUnit val="months"/>
      </c:dateAx>
      <c:valAx>
        <c:axId val="2000002369"/>
        <c:scaling>
          <c:orientation val="minMax"/>
        </c:scaling>
        <c:delete val="0"/>
        <c:axPos val="l"/>
        <c:numFmt formatCode="0%" sourceLinked="0"/>
        <c:majorTickMark val="out"/>
        <c:minorTickMark val="none"/>
        <c:tickLblPos val="nextTo"/>
        <c:spPr>
          <a:noFill/>
          <a:ln w="3175">
            <a:solidFill>
              <a:srgbClr val="000000"/>
            </a:solidFill>
            <a:prstDash val="soli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Light" panose="020B0300000000000000" pitchFamily="34" charset="-122"/>
                <a:cs typeface="Arial" panose="020B0604020202020204" pitchFamily="34" charset="0"/>
              </a:defRPr>
            </a:pPr>
            <a:endParaRPr lang="zh-CN"/>
          </a:p>
        </c:txPr>
        <c:crossAx val="2000002368"/>
        <c:crosses val="autoZero"/>
        <c:crossBetween val="midCat"/>
      </c:valAx>
      <c:spPr>
        <a:noFill/>
        <a:ln>
          <a:noFill/>
        </a:ln>
        <a:effectLst/>
      </c:spPr>
    </c:plotArea>
    <c:legend>
      <c:legendPos val="t"/>
      <c:layout>
        <c:manualLayout>
          <c:xMode val="edge"/>
          <c:yMode val="edge"/>
          <c:x val="0"/>
          <c:y val="0"/>
          <c:w val="1"/>
          <c:h val="0.19019147676178361"/>
        </c:manualLayout>
      </c:layout>
      <c:overlay val="0"/>
      <c:spPr>
        <a:noFill/>
        <a:ln w="25400">
          <a:noFill/>
        </a:ln>
        <a:effectLst/>
      </c:spPr>
      <c:txPr>
        <a:bodyPr rot="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Light" panose="020B0300000000000000" pitchFamily="34" charset="-122"/>
              <a:cs typeface="Arial" panose="020B0604020202020204" pitchFamily="34" charset="0"/>
            </a:defRPr>
          </a:pPr>
          <a:endParaRPr lang="zh-CN"/>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25400" cap="flat" cmpd="sng" algn="ctr">
      <a:noFill/>
      <a:round/>
    </a:ln>
    <a:effectLst/>
  </c:spPr>
  <c:txPr>
    <a:bodyPr/>
    <a:lstStyle/>
    <a:p>
      <a:pPr>
        <a:defRPr sz="700" baseline="0">
          <a:latin typeface="Arial" panose="020B0604020202020204" pitchFamily="34" charset="0"/>
          <a:ea typeface="思源黑体 CN Light" panose="020B0300000000000000" pitchFamily="34" charset="-122"/>
          <a:cs typeface="Arial" panose="020B0604020202020204" pitchFamily="34" charset="0"/>
        </a:defRPr>
      </a:pPr>
      <a:endParaRPr lang="zh-CN"/>
    </a:p>
  </c:txPr>
  <c:externalData r:id="rId1">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'5年内走势'!$E$1</c:f>
              <c:strCache>
                <c:ptCount val="1"/>
                <c:pt idx="0">
                  <c:v>KOSPI200</c:v>
                </c:pt>
              </c:strCache>
            </c:strRef>
          </c:tx>
          <c:spPr>
            <a:ln w="19050" cap="rnd">
              <a:solidFill>
                <a:schemeClr val="accent1"/>
              </a:solidFill>
              <a:round/>
            </a:ln>
            <a:effectLst/>
          </c:spPr>
          <c:marker>
            <c:symbol val="none"/>
          </c:marker>
          <c:cat>
            <c:numRef>
              <c:f>'5年内走势'!$A$2:$A$3995</c:f>
              <c:numCache>
                <c:formatCode>m/d/yyyy</c:formatCode>
                <c:ptCount val="3994"/>
                <c:pt idx="0">
                  <c:v>43832</c:v>
                </c:pt>
                <c:pt idx="1">
                  <c:v>43833</c:v>
                </c:pt>
                <c:pt idx="2">
                  <c:v>43836</c:v>
                </c:pt>
                <c:pt idx="3">
                  <c:v>43837</c:v>
                </c:pt>
                <c:pt idx="4">
                  <c:v>43838</c:v>
                </c:pt>
                <c:pt idx="5">
                  <c:v>43839</c:v>
                </c:pt>
                <c:pt idx="6">
                  <c:v>43840</c:v>
                </c:pt>
                <c:pt idx="7">
                  <c:v>43843</c:v>
                </c:pt>
                <c:pt idx="8">
                  <c:v>43844</c:v>
                </c:pt>
                <c:pt idx="9">
                  <c:v>43845</c:v>
                </c:pt>
                <c:pt idx="10">
                  <c:v>43846</c:v>
                </c:pt>
                <c:pt idx="11">
                  <c:v>43847</c:v>
                </c:pt>
                <c:pt idx="12">
                  <c:v>43850</c:v>
                </c:pt>
                <c:pt idx="13">
                  <c:v>43851</c:v>
                </c:pt>
                <c:pt idx="14">
                  <c:v>43852</c:v>
                </c:pt>
                <c:pt idx="15">
                  <c:v>43853</c:v>
                </c:pt>
                <c:pt idx="16">
                  <c:v>43864</c:v>
                </c:pt>
                <c:pt idx="17">
                  <c:v>43865</c:v>
                </c:pt>
                <c:pt idx="18">
                  <c:v>43866</c:v>
                </c:pt>
                <c:pt idx="19">
                  <c:v>43867</c:v>
                </c:pt>
                <c:pt idx="20">
                  <c:v>43868</c:v>
                </c:pt>
                <c:pt idx="21">
                  <c:v>43871</c:v>
                </c:pt>
                <c:pt idx="22">
                  <c:v>43872</c:v>
                </c:pt>
                <c:pt idx="23">
                  <c:v>43873</c:v>
                </c:pt>
                <c:pt idx="24">
                  <c:v>43874</c:v>
                </c:pt>
                <c:pt idx="25">
                  <c:v>43875</c:v>
                </c:pt>
                <c:pt idx="26">
                  <c:v>43878</c:v>
                </c:pt>
                <c:pt idx="27">
                  <c:v>43879</c:v>
                </c:pt>
                <c:pt idx="28">
                  <c:v>43880</c:v>
                </c:pt>
                <c:pt idx="29">
                  <c:v>43881</c:v>
                </c:pt>
                <c:pt idx="30">
                  <c:v>43882</c:v>
                </c:pt>
                <c:pt idx="31">
                  <c:v>43885</c:v>
                </c:pt>
                <c:pt idx="32">
                  <c:v>43886</c:v>
                </c:pt>
                <c:pt idx="33">
                  <c:v>43887</c:v>
                </c:pt>
                <c:pt idx="34">
                  <c:v>43888</c:v>
                </c:pt>
                <c:pt idx="35">
                  <c:v>43889</c:v>
                </c:pt>
                <c:pt idx="36">
                  <c:v>43892</c:v>
                </c:pt>
                <c:pt idx="37">
                  <c:v>43893</c:v>
                </c:pt>
                <c:pt idx="38">
                  <c:v>43894</c:v>
                </c:pt>
                <c:pt idx="39">
                  <c:v>43895</c:v>
                </c:pt>
                <c:pt idx="40">
                  <c:v>43896</c:v>
                </c:pt>
                <c:pt idx="41">
                  <c:v>43899</c:v>
                </c:pt>
                <c:pt idx="42">
                  <c:v>43900</c:v>
                </c:pt>
                <c:pt idx="43">
                  <c:v>43901</c:v>
                </c:pt>
                <c:pt idx="44">
                  <c:v>43902</c:v>
                </c:pt>
                <c:pt idx="45">
                  <c:v>43903</c:v>
                </c:pt>
                <c:pt idx="46">
                  <c:v>43906</c:v>
                </c:pt>
                <c:pt idx="47">
                  <c:v>43907</c:v>
                </c:pt>
                <c:pt idx="48">
                  <c:v>43908</c:v>
                </c:pt>
                <c:pt idx="49">
                  <c:v>43909</c:v>
                </c:pt>
                <c:pt idx="50">
                  <c:v>43910</c:v>
                </c:pt>
                <c:pt idx="51">
                  <c:v>43913</c:v>
                </c:pt>
                <c:pt idx="52">
                  <c:v>43914</c:v>
                </c:pt>
                <c:pt idx="53">
                  <c:v>43915</c:v>
                </c:pt>
                <c:pt idx="54">
                  <c:v>43916</c:v>
                </c:pt>
                <c:pt idx="55">
                  <c:v>43917</c:v>
                </c:pt>
                <c:pt idx="56">
                  <c:v>43920</c:v>
                </c:pt>
                <c:pt idx="57">
                  <c:v>43921</c:v>
                </c:pt>
                <c:pt idx="58">
                  <c:v>43922</c:v>
                </c:pt>
                <c:pt idx="59">
                  <c:v>43923</c:v>
                </c:pt>
                <c:pt idx="60">
                  <c:v>43924</c:v>
                </c:pt>
                <c:pt idx="61">
                  <c:v>43928</c:v>
                </c:pt>
                <c:pt idx="62">
                  <c:v>43929</c:v>
                </c:pt>
                <c:pt idx="63">
                  <c:v>43930</c:v>
                </c:pt>
                <c:pt idx="64">
                  <c:v>43931</c:v>
                </c:pt>
                <c:pt idx="65">
                  <c:v>43934</c:v>
                </c:pt>
                <c:pt idx="66">
                  <c:v>43935</c:v>
                </c:pt>
                <c:pt idx="67">
                  <c:v>43936</c:v>
                </c:pt>
                <c:pt idx="68">
                  <c:v>43937</c:v>
                </c:pt>
                <c:pt idx="69">
                  <c:v>43938</c:v>
                </c:pt>
                <c:pt idx="70">
                  <c:v>43941</c:v>
                </c:pt>
                <c:pt idx="71">
                  <c:v>43942</c:v>
                </c:pt>
                <c:pt idx="72">
                  <c:v>43943</c:v>
                </c:pt>
                <c:pt idx="73">
                  <c:v>43944</c:v>
                </c:pt>
                <c:pt idx="74">
                  <c:v>43945</c:v>
                </c:pt>
                <c:pt idx="75">
                  <c:v>43948</c:v>
                </c:pt>
                <c:pt idx="76">
                  <c:v>43949</c:v>
                </c:pt>
                <c:pt idx="77">
                  <c:v>43950</c:v>
                </c:pt>
                <c:pt idx="78">
                  <c:v>43951</c:v>
                </c:pt>
                <c:pt idx="79">
                  <c:v>43957</c:v>
                </c:pt>
                <c:pt idx="80">
                  <c:v>43958</c:v>
                </c:pt>
                <c:pt idx="81">
                  <c:v>43959</c:v>
                </c:pt>
                <c:pt idx="82">
                  <c:v>43962</c:v>
                </c:pt>
                <c:pt idx="83">
                  <c:v>43963</c:v>
                </c:pt>
                <c:pt idx="84">
                  <c:v>43964</c:v>
                </c:pt>
                <c:pt idx="85">
                  <c:v>43965</c:v>
                </c:pt>
                <c:pt idx="86">
                  <c:v>43966</c:v>
                </c:pt>
                <c:pt idx="87">
                  <c:v>43969</c:v>
                </c:pt>
                <c:pt idx="88">
                  <c:v>43970</c:v>
                </c:pt>
                <c:pt idx="89">
                  <c:v>43971</c:v>
                </c:pt>
                <c:pt idx="90">
                  <c:v>43972</c:v>
                </c:pt>
                <c:pt idx="91">
                  <c:v>43973</c:v>
                </c:pt>
                <c:pt idx="92">
                  <c:v>43976</c:v>
                </c:pt>
                <c:pt idx="93">
                  <c:v>43977</c:v>
                </c:pt>
                <c:pt idx="94">
                  <c:v>43978</c:v>
                </c:pt>
                <c:pt idx="95">
                  <c:v>43979</c:v>
                </c:pt>
                <c:pt idx="96">
                  <c:v>43980</c:v>
                </c:pt>
                <c:pt idx="97">
                  <c:v>43983</c:v>
                </c:pt>
                <c:pt idx="98">
                  <c:v>43984</c:v>
                </c:pt>
                <c:pt idx="99">
                  <c:v>43985</c:v>
                </c:pt>
                <c:pt idx="100">
                  <c:v>43986</c:v>
                </c:pt>
                <c:pt idx="101">
                  <c:v>43987</c:v>
                </c:pt>
                <c:pt idx="102">
                  <c:v>43990</c:v>
                </c:pt>
                <c:pt idx="103">
                  <c:v>43991</c:v>
                </c:pt>
                <c:pt idx="104">
                  <c:v>43992</c:v>
                </c:pt>
                <c:pt idx="105">
                  <c:v>43993</c:v>
                </c:pt>
                <c:pt idx="106">
                  <c:v>43994</c:v>
                </c:pt>
                <c:pt idx="107">
                  <c:v>43997</c:v>
                </c:pt>
                <c:pt idx="108">
                  <c:v>43998</c:v>
                </c:pt>
                <c:pt idx="109">
                  <c:v>43999</c:v>
                </c:pt>
                <c:pt idx="110">
                  <c:v>44000</c:v>
                </c:pt>
                <c:pt idx="111">
                  <c:v>44001</c:v>
                </c:pt>
                <c:pt idx="112">
                  <c:v>44004</c:v>
                </c:pt>
                <c:pt idx="113">
                  <c:v>44005</c:v>
                </c:pt>
                <c:pt idx="114">
                  <c:v>44006</c:v>
                </c:pt>
                <c:pt idx="115">
                  <c:v>44011</c:v>
                </c:pt>
                <c:pt idx="116">
                  <c:v>44012</c:v>
                </c:pt>
                <c:pt idx="117">
                  <c:v>44013</c:v>
                </c:pt>
                <c:pt idx="118">
                  <c:v>44014</c:v>
                </c:pt>
                <c:pt idx="119">
                  <c:v>44015</c:v>
                </c:pt>
                <c:pt idx="120">
                  <c:v>44018</c:v>
                </c:pt>
                <c:pt idx="121">
                  <c:v>44019</c:v>
                </c:pt>
                <c:pt idx="122">
                  <c:v>44020</c:v>
                </c:pt>
                <c:pt idx="123">
                  <c:v>44021</c:v>
                </c:pt>
                <c:pt idx="124">
                  <c:v>44022</c:v>
                </c:pt>
                <c:pt idx="125">
                  <c:v>44025</c:v>
                </c:pt>
                <c:pt idx="126">
                  <c:v>44026</c:v>
                </c:pt>
                <c:pt idx="127">
                  <c:v>44027</c:v>
                </c:pt>
                <c:pt idx="128">
                  <c:v>44028</c:v>
                </c:pt>
                <c:pt idx="129">
                  <c:v>44029</c:v>
                </c:pt>
                <c:pt idx="130">
                  <c:v>44032</c:v>
                </c:pt>
                <c:pt idx="131">
                  <c:v>44033</c:v>
                </c:pt>
                <c:pt idx="132">
                  <c:v>44034</c:v>
                </c:pt>
                <c:pt idx="133">
                  <c:v>44035</c:v>
                </c:pt>
                <c:pt idx="134">
                  <c:v>44036</c:v>
                </c:pt>
                <c:pt idx="135">
                  <c:v>44039</c:v>
                </c:pt>
                <c:pt idx="136">
                  <c:v>44040</c:v>
                </c:pt>
                <c:pt idx="137">
                  <c:v>44041</c:v>
                </c:pt>
                <c:pt idx="138">
                  <c:v>44042</c:v>
                </c:pt>
                <c:pt idx="139">
                  <c:v>44043</c:v>
                </c:pt>
                <c:pt idx="140">
                  <c:v>44046</c:v>
                </c:pt>
                <c:pt idx="141">
                  <c:v>44047</c:v>
                </c:pt>
                <c:pt idx="142">
                  <c:v>44048</c:v>
                </c:pt>
                <c:pt idx="143">
                  <c:v>44049</c:v>
                </c:pt>
                <c:pt idx="144">
                  <c:v>44050</c:v>
                </c:pt>
                <c:pt idx="145">
                  <c:v>44053</c:v>
                </c:pt>
                <c:pt idx="146">
                  <c:v>44054</c:v>
                </c:pt>
                <c:pt idx="147">
                  <c:v>44055</c:v>
                </c:pt>
                <c:pt idx="148">
                  <c:v>44056</c:v>
                </c:pt>
                <c:pt idx="149">
                  <c:v>44057</c:v>
                </c:pt>
                <c:pt idx="150">
                  <c:v>44060</c:v>
                </c:pt>
                <c:pt idx="151">
                  <c:v>44061</c:v>
                </c:pt>
                <c:pt idx="152">
                  <c:v>44062</c:v>
                </c:pt>
                <c:pt idx="153">
                  <c:v>44063</c:v>
                </c:pt>
                <c:pt idx="154">
                  <c:v>44064</c:v>
                </c:pt>
                <c:pt idx="155">
                  <c:v>44067</c:v>
                </c:pt>
                <c:pt idx="156">
                  <c:v>44068</c:v>
                </c:pt>
                <c:pt idx="157">
                  <c:v>44069</c:v>
                </c:pt>
                <c:pt idx="158">
                  <c:v>44070</c:v>
                </c:pt>
                <c:pt idx="159">
                  <c:v>44071</c:v>
                </c:pt>
                <c:pt idx="160">
                  <c:v>44074</c:v>
                </c:pt>
                <c:pt idx="161">
                  <c:v>44075</c:v>
                </c:pt>
                <c:pt idx="162">
                  <c:v>44076</c:v>
                </c:pt>
                <c:pt idx="163">
                  <c:v>44077</c:v>
                </c:pt>
                <c:pt idx="164">
                  <c:v>44078</c:v>
                </c:pt>
                <c:pt idx="165">
                  <c:v>44081</c:v>
                </c:pt>
                <c:pt idx="166">
                  <c:v>44082</c:v>
                </c:pt>
                <c:pt idx="167">
                  <c:v>44083</c:v>
                </c:pt>
                <c:pt idx="168">
                  <c:v>44084</c:v>
                </c:pt>
                <c:pt idx="169">
                  <c:v>44085</c:v>
                </c:pt>
                <c:pt idx="170">
                  <c:v>44088</c:v>
                </c:pt>
                <c:pt idx="171">
                  <c:v>44089</c:v>
                </c:pt>
                <c:pt idx="172">
                  <c:v>44090</c:v>
                </c:pt>
                <c:pt idx="173">
                  <c:v>44091</c:v>
                </c:pt>
                <c:pt idx="174">
                  <c:v>44092</c:v>
                </c:pt>
                <c:pt idx="175">
                  <c:v>44095</c:v>
                </c:pt>
                <c:pt idx="176">
                  <c:v>44096</c:v>
                </c:pt>
                <c:pt idx="177">
                  <c:v>44097</c:v>
                </c:pt>
                <c:pt idx="178">
                  <c:v>44098</c:v>
                </c:pt>
                <c:pt idx="179">
                  <c:v>44099</c:v>
                </c:pt>
                <c:pt idx="180">
                  <c:v>44102</c:v>
                </c:pt>
                <c:pt idx="181">
                  <c:v>44103</c:v>
                </c:pt>
                <c:pt idx="182">
                  <c:v>44104</c:v>
                </c:pt>
                <c:pt idx="183">
                  <c:v>44113</c:v>
                </c:pt>
                <c:pt idx="184">
                  <c:v>44116</c:v>
                </c:pt>
                <c:pt idx="185">
                  <c:v>44117</c:v>
                </c:pt>
                <c:pt idx="186">
                  <c:v>44118</c:v>
                </c:pt>
                <c:pt idx="187">
                  <c:v>44119</c:v>
                </c:pt>
                <c:pt idx="188">
                  <c:v>44120</c:v>
                </c:pt>
                <c:pt idx="189">
                  <c:v>44123</c:v>
                </c:pt>
                <c:pt idx="190">
                  <c:v>44124</c:v>
                </c:pt>
                <c:pt idx="191">
                  <c:v>44125</c:v>
                </c:pt>
                <c:pt idx="192">
                  <c:v>44126</c:v>
                </c:pt>
                <c:pt idx="193">
                  <c:v>44127</c:v>
                </c:pt>
                <c:pt idx="194">
                  <c:v>44130</c:v>
                </c:pt>
                <c:pt idx="195">
                  <c:v>44131</c:v>
                </c:pt>
                <c:pt idx="196">
                  <c:v>44132</c:v>
                </c:pt>
                <c:pt idx="197">
                  <c:v>44133</c:v>
                </c:pt>
                <c:pt idx="198">
                  <c:v>44134</c:v>
                </c:pt>
                <c:pt idx="199">
                  <c:v>44137</c:v>
                </c:pt>
                <c:pt idx="200">
                  <c:v>44138</c:v>
                </c:pt>
                <c:pt idx="201">
                  <c:v>44139</c:v>
                </c:pt>
                <c:pt idx="202">
                  <c:v>44140</c:v>
                </c:pt>
                <c:pt idx="203">
                  <c:v>44141</c:v>
                </c:pt>
                <c:pt idx="204">
                  <c:v>44144</c:v>
                </c:pt>
                <c:pt idx="205">
                  <c:v>44145</c:v>
                </c:pt>
                <c:pt idx="206">
                  <c:v>44146</c:v>
                </c:pt>
                <c:pt idx="207">
                  <c:v>44147</c:v>
                </c:pt>
                <c:pt idx="208">
                  <c:v>44148</c:v>
                </c:pt>
                <c:pt idx="209">
                  <c:v>44151</c:v>
                </c:pt>
                <c:pt idx="210">
                  <c:v>44152</c:v>
                </c:pt>
                <c:pt idx="211">
                  <c:v>44153</c:v>
                </c:pt>
                <c:pt idx="212">
                  <c:v>44154</c:v>
                </c:pt>
                <c:pt idx="213">
                  <c:v>44155</c:v>
                </c:pt>
                <c:pt idx="214">
                  <c:v>44158</c:v>
                </c:pt>
                <c:pt idx="215">
                  <c:v>44159</c:v>
                </c:pt>
                <c:pt idx="216">
                  <c:v>44160</c:v>
                </c:pt>
                <c:pt idx="217">
                  <c:v>44161</c:v>
                </c:pt>
                <c:pt idx="218">
                  <c:v>44162</c:v>
                </c:pt>
                <c:pt idx="219">
                  <c:v>44165</c:v>
                </c:pt>
                <c:pt idx="220">
                  <c:v>44166</c:v>
                </c:pt>
                <c:pt idx="221">
                  <c:v>44167</c:v>
                </c:pt>
                <c:pt idx="222">
                  <c:v>44168</c:v>
                </c:pt>
                <c:pt idx="223">
                  <c:v>44169</c:v>
                </c:pt>
                <c:pt idx="224">
                  <c:v>44172</c:v>
                </c:pt>
                <c:pt idx="225">
                  <c:v>44173</c:v>
                </c:pt>
                <c:pt idx="226">
                  <c:v>44174</c:v>
                </c:pt>
                <c:pt idx="227">
                  <c:v>44175</c:v>
                </c:pt>
                <c:pt idx="228">
                  <c:v>44176</c:v>
                </c:pt>
                <c:pt idx="229">
                  <c:v>44179</c:v>
                </c:pt>
                <c:pt idx="230">
                  <c:v>44180</c:v>
                </c:pt>
                <c:pt idx="231">
                  <c:v>44181</c:v>
                </c:pt>
                <c:pt idx="232">
                  <c:v>44182</c:v>
                </c:pt>
                <c:pt idx="233">
                  <c:v>44183</c:v>
                </c:pt>
                <c:pt idx="234">
                  <c:v>44186</c:v>
                </c:pt>
                <c:pt idx="235">
                  <c:v>44187</c:v>
                </c:pt>
                <c:pt idx="236">
                  <c:v>44188</c:v>
                </c:pt>
                <c:pt idx="237">
                  <c:v>44189</c:v>
                </c:pt>
                <c:pt idx="238">
                  <c:v>44190</c:v>
                </c:pt>
                <c:pt idx="239">
                  <c:v>44193</c:v>
                </c:pt>
                <c:pt idx="240">
                  <c:v>44194</c:v>
                </c:pt>
                <c:pt idx="241">
                  <c:v>44195</c:v>
                </c:pt>
                <c:pt idx="242">
                  <c:v>44196</c:v>
                </c:pt>
                <c:pt idx="243">
                  <c:v>44200</c:v>
                </c:pt>
                <c:pt idx="244">
                  <c:v>44201</c:v>
                </c:pt>
                <c:pt idx="245">
                  <c:v>44202</c:v>
                </c:pt>
                <c:pt idx="246">
                  <c:v>44203</c:v>
                </c:pt>
                <c:pt idx="247">
                  <c:v>44204</c:v>
                </c:pt>
                <c:pt idx="248">
                  <c:v>44207</c:v>
                </c:pt>
                <c:pt idx="249">
                  <c:v>44208</c:v>
                </c:pt>
                <c:pt idx="250">
                  <c:v>44209</c:v>
                </c:pt>
                <c:pt idx="251">
                  <c:v>44210</c:v>
                </c:pt>
                <c:pt idx="252">
                  <c:v>44211</c:v>
                </c:pt>
                <c:pt idx="253">
                  <c:v>44214</c:v>
                </c:pt>
                <c:pt idx="254">
                  <c:v>44215</c:v>
                </c:pt>
                <c:pt idx="255">
                  <c:v>44216</c:v>
                </c:pt>
                <c:pt idx="256">
                  <c:v>44217</c:v>
                </c:pt>
                <c:pt idx="257">
                  <c:v>44218</c:v>
                </c:pt>
                <c:pt idx="258">
                  <c:v>44221</c:v>
                </c:pt>
                <c:pt idx="259">
                  <c:v>44222</c:v>
                </c:pt>
                <c:pt idx="260">
                  <c:v>44223</c:v>
                </c:pt>
                <c:pt idx="261">
                  <c:v>44224</c:v>
                </c:pt>
                <c:pt idx="262">
                  <c:v>44225</c:v>
                </c:pt>
                <c:pt idx="263">
                  <c:v>44228</c:v>
                </c:pt>
                <c:pt idx="264">
                  <c:v>44229</c:v>
                </c:pt>
                <c:pt idx="265">
                  <c:v>44230</c:v>
                </c:pt>
                <c:pt idx="266">
                  <c:v>44231</c:v>
                </c:pt>
                <c:pt idx="267">
                  <c:v>44232</c:v>
                </c:pt>
                <c:pt idx="268">
                  <c:v>44235</c:v>
                </c:pt>
                <c:pt idx="269">
                  <c:v>44236</c:v>
                </c:pt>
                <c:pt idx="270">
                  <c:v>44237</c:v>
                </c:pt>
                <c:pt idx="271">
                  <c:v>44245</c:v>
                </c:pt>
                <c:pt idx="272">
                  <c:v>44246</c:v>
                </c:pt>
                <c:pt idx="273">
                  <c:v>44249</c:v>
                </c:pt>
                <c:pt idx="274">
                  <c:v>44250</c:v>
                </c:pt>
                <c:pt idx="275">
                  <c:v>44251</c:v>
                </c:pt>
                <c:pt idx="276">
                  <c:v>44252</c:v>
                </c:pt>
                <c:pt idx="277">
                  <c:v>44253</c:v>
                </c:pt>
                <c:pt idx="278">
                  <c:v>44256</c:v>
                </c:pt>
                <c:pt idx="279">
                  <c:v>44257</c:v>
                </c:pt>
                <c:pt idx="280">
                  <c:v>44258</c:v>
                </c:pt>
                <c:pt idx="281">
                  <c:v>44259</c:v>
                </c:pt>
                <c:pt idx="282">
                  <c:v>44260</c:v>
                </c:pt>
                <c:pt idx="283">
                  <c:v>44263</c:v>
                </c:pt>
                <c:pt idx="284">
                  <c:v>44264</c:v>
                </c:pt>
                <c:pt idx="285">
                  <c:v>44265</c:v>
                </c:pt>
                <c:pt idx="286">
                  <c:v>44266</c:v>
                </c:pt>
                <c:pt idx="287">
                  <c:v>44267</c:v>
                </c:pt>
                <c:pt idx="288">
                  <c:v>44270</c:v>
                </c:pt>
                <c:pt idx="289">
                  <c:v>44271</c:v>
                </c:pt>
                <c:pt idx="290">
                  <c:v>44272</c:v>
                </c:pt>
                <c:pt idx="291">
                  <c:v>44273</c:v>
                </c:pt>
                <c:pt idx="292">
                  <c:v>44274</c:v>
                </c:pt>
                <c:pt idx="293">
                  <c:v>44277</c:v>
                </c:pt>
                <c:pt idx="294">
                  <c:v>44278</c:v>
                </c:pt>
                <c:pt idx="295">
                  <c:v>44279</c:v>
                </c:pt>
                <c:pt idx="296">
                  <c:v>44280</c:v>
                </c:pt>
                <c:pt idx="297">
                  <c:v>44281</c:v>
                </c:pt>
                <c:pt idx="298">
                  <c:v>44284</c:v>
                </c:pt>
                <c:pt idx="299">
                  <c:v>44285</c:v>
                </c:pt>
                <c:pt idx="300">
                  <c:v>44286</c:v>
                </c:pt>
                <c:pt idx="301">
                  <c:v>44287</c:v>
                </c:pt>
                <c:pt idx="302">
                  <c:v>44288</c:v>
                </c:pt>
                <c:pt idx="303">
                  <c:v>44292</c:v>
                </c:pt>
                <c:pt idx="304">
                  <c:v>44293</c:v>
                </c:pt>
                <c:pt idx="305">
                  <c:v>44294</c:v>
                </c:pt>
                <c:pt idx="306">
                  <c:v>44295</c:v>
                </c:pt>
                <c:pt idx="307">
                  <c:v>44298</c:v>
                </c:pt>
                <c:pt idx="308">
                  <c:v>44299</c:v>
                </c:pt>
                <c:pt idx="309">
                  <c:v>44300</c:v>
                </c:pt>
                <c:pt idx="310">
                  <c:v>44301</c:v>
                </c:pt>
                <c:pt idx="311">
                  <c:v>44302</c:v>
                </c:pt>
                <c:pt idx="312">
                  <c:v>44305</c:v>
                </c:pt>
                <c:pt idx="313">
                  <c:v>44306</c:v>
                </c:pt>
                <c:pt idx="314">
                  <c:v>44307</c:v>
                </c:pt>
                <c:pt idx="315">
                  <c:v>44308</c:v>
                </c:pt>
                <c:pt idx="316">
                  <c:v>44309</c:v>
                </c:pt>
                <c:pt idx="317">
                  <c:v>44312</c:v>
                </c:pt>
                <c:pt idx="318">
                  <c:v>44313</c:v>
                </c:pt>
                <c:pt idx="319">
                  <c:v>44314</c:v>
                </c:pt>
                <c:pt idx="320">
                  <c:v>44315</c:v>
                </c:pt>
                <c:pt idx="321">
                  <c:v>44316</c:v>
                </c:pt>
                <c:pt idx="322">
                  <c:v>44322</c:v>
                </c:pt>
                <c:pt idx="323">
                  <c:v>44323</c:v>
                </c:pt>
                <c:pt idx="324">
                  <c:v>44326</c:v>
                </c:pt>
                <c:pt idx="325">
                  <c:v>44327</c:v>
                </c:pt>
                <c:pt idx="326">
                  <c:v>44328</c:v>
                </c:pt>
                <c:pt idx="327">
                  <c:v>44329</c:v>
                </c:pt>
                <c:pt idx="328">
                  <c:v>44330</c:v>
                </c:pt>
                <c:pt idx="329">
                  <c:v>44333</c:v>
                </c:pt>
                <c:pt idx="330">
                  <c:v>44334</c:v>
                </c:pt>
                <c:pt idx="331">
                  <c:v>44335</c:v>
                </c:pt>
                <c:pt idx="332">
                  <c:v>44336</c:v>
                </c:pt>
                <c:pt idx="333">
                  <c:v>44337</c:v>
                </c:pt>
                <c:pt idx="334">
                  <c:v>44340</c:v>
                </c:pt>
                <c:pt idx="335">
                  <c:v>44341</c:v>
                </c:pt>
                <c:pt idx="336">
                  <c:v>44342</c:v>
                </c:pt>
                <c:pt idx="337">
                  <c:v>44343</c:v>
                </c:pt>
                <c:pt idx="338">
                  <c:v>44344</c:v>
                </c:pt>
                <c:pt idx="339">
                  <c:v>44347</c:v>
                </c:pt>
                <c:pt idx="340">
                  <c:v>44348</c:v>
                </c:pt>
                <c:pt idx="341">
                  <c:v>44349</c:v>
                </c:pt>
                <c:pt idx="342">
                  <c:v>44350</c:v>
                </c:pt>
                <c:pt idx="343">
                  <c:v>44351</c:v>
                </c:pt>
                <c:pt idx="344">
                  <c:v>44354</c:v>
                </c:pt>
                <c:pt idx="345">
                  <c:v>44355</c:v>
                </c:pt>
                <c:pt idx="346">
                  <c:v>44356</c:v>
                </c:pt>
                <c:pt idx="347">
                  <c:v>44357</c:v>
                </c:pt>
                <c:pt idx="348">
                  <c:v>44358</c:v>
                </c:pt>
                <c:pt idx="349">
                  <c:v>44362</c:v>
                </c:pt>
                <c:pt idx="350">
                  <c:v>44363</c:v>
                </c:pt>
                <c:pt idx="351">
                  <c:v>44364</c:v>
                </c:pt>
                <c:pt idx="352">
                  <c:v>44365</c:v>
                </c:pt>
                <c:pt idx="353">
                  <c:v>44368</c:v>
                </c:pt>
                <c:pt idx="354">
                  <c:v>44369</c:v>
                </c:pt>
                <c:pt idx="355">
                  <c:v>44370</c:v>
                </c:pt>
                <c:pt idx="356">
                  <c:v>44371</c:v>
                </c:pt>
                <c:pt idx="357">
                  <c:v>44372</c:v>
                </c:pt>
                <c:pt idx="358">
                  <c:v>44375</c:v>
                </c:pt>
                <c:pt idx="359">
                  <c:v>44376</c:v>
                </c:pt>
                <c:pt idx="360">
                  <c:v>44377</c:v>
                </c:pt>
                <c:pt idx="361">
                  <c:v>44378</c:v>
                </c:pt>
                <c:pt idx="362">
                  <c:v>44379</c:v>
                </c:pt>
                <c:pt idx="363">
                  <c:v>44382</c:v>
                </c:pt>
                <c:pt idx="364">
                  <c:v>44383</c:v>
                </c:pt>
                <c:pt idx="365">
                  <c:v>44384</c:v>
                </c:pt>
                <c:pt idx="366">
                  <c:v>44385</c:v>
                </c:pt>
                <c:pt idx="367">
                  <c:v>44386</c:v>
                </c:pt>
                <c:pt idx="368">
                  <c:v>44389</c:v>
                </c:pt>
                <c:pt idx="369">
                  <c:v>44390</c:v>
                </c:pt>
                <c:pt idx="370">
                  <c:v>44391</c:v>
                </c:pt>
                <c:pt idx="371">
                  <c:v>44392</c:v>
                </c:pt>
                <c:pt idx="372">
                  <c:v>44393</c:v>
                </c:pt>
                <c:pt idx="373">
                  <c:v>44396</c:v>
                </c:pt>
                <c:pt idx="374">
                  <c:v>44397</c:v>
                </c:pt>
                <c:pt idx="375">
                  <c:v>44398</c:v>
                </c:pt>
                <c:pt idx="376">
                  <c:v>44399</c:v>
                </c:pt>
                <c:pt idx="377">
                  <c:v>44400</c:v>
                </c:pt>
                <c:pt idx="378">
                  <c:v>44403</c:v>
                </c:pt>
                <c:pt idx="379">
                  <c:v>44404</c:v>
                </c:pt>
                <c:pt idx="380">
                  <c:v>44405</c:v>
                </c:pt>
                <c:pt idx="381">
                  <c:v>44406</c:v>
                </c:pt>
                <c:pt idx="382">
                  <c:v>44407</c:v>
                </c:pt>
                <c:pt idx="383">
                  <c:v>44410</c:v>
                </c:pt>
                <c:pt idx="384">
                  <c:v>44411</c:v>
                </c:pt>
                <c:pt idx="385">
                  <c:v>44412</c:v>
                </c:pt>
                <c:pt idx="386">
                  <c:v>44413</c:v>
                </c:pt>
                <c:pt idx="387">
                  <c:v>44414</c:v>
                </c:pt>
                <c:pt idx="388">
                  <c:v>44417</c:v>
                </c:pt>
                <c:pt idx="389">
                  <c:v>44418</c:v>
                </c:pt>
                <c:pt idx="390">
                  <c:v>44419</c:v>
                </c:pt>
                <c:pt idx="391">
                  <c:v>44420</c:v>
                </c:pt>
                <c:pt idx="392">
                  <c:v>44421</c:v>
                </c:pt>
                <c:pt idx="393">
                  <c:v>44424</c:v>
                </c:pt>
                <c:pt idx="394">
                  <c:v>44425</c:v>
                </c:pt>
                <c:pt idx="395">
                  <c:v>44426</c:v>
                </c:pt>
                <c:pt idx="396">
                  <c:v>44427</c:v>
                </c:pt>
                <c:pt idx="397">
                  <c:v>44428</c:v>
                </c:pt>
                <c:pt idx="398">
                  <c:v>44431</c:v>
                </c:pt>
                <c:pt idx="399">
                  <c:v>44432</c:v>
                </c:pt>
                <c:pt idx="400">
                  <c:v>44433</c:v>
                </c:pt>
                <c:pt idx="401">
                  <c:v>44434</c:v>
                </c:pt>
                <c:pt idx="402">
                  <c:v>44435</c:v>
                </c:pt>
                <c:pt idx="403">
                  <c:v>44438</c:v>
                </c:pt>
                <c:pt idx="404">
                  <c:v>44439</c:v>
                </c:pt>
                <c:pt idx="405">
                  <c:v>44440</c:v>
                </c:pt>
                <c:pt idx="406">
                  <c:v>44441</c:v>
                </c:pt>
                <c:pt idx="407">
                  <c:v>44442</c:v>
                </c:pt>
                <c:pt idx="408">
                  <c:v>44445</c:v>
                </c:pt>
                <c:pt idx="409">
                  <c:v>44446</c:v>
                </c:pt>
                <c:pt idx="410">
                  <c:v>44447</c:v>
                </c:pt>
                <c:pt idx="411">
                  <c:v>44448</c:v>
                </c:pt>
                <c:pt idx="412">
                  <c:v>44449</c:v>
                </c:pt>
                <c:pt idx="413">
                  <c:v>44452</c:v>
                </c:pt>
                <c:pt idx="414">
                  <c:v>44453</c:v>
                </c:pt>
                <c:pt idx="415">
                  <c:v>44454</c:v>
                </c:pt>
                <c:pt idx="416">
                  <c:v>44455</c:v>
                </c:pt>
                <c:pt idx="417">
                  <c:v>44456</c:v>
                </c:pt>
                <c:pt idx="418">
                  <c:v>44461</c:v>
                </c:pt>
                <c:pt idx="419">
                  <c:v>44462</c:v>
                </c:pt>
                <c:pt idx="420">
                  <c:v>44463</c:v>
                </c:pt>
                <c:pt idx="421">
                  <c:v>44466</c:v>
                </c:pt>
                <c:pt idx="422">
                  <c:v>44467</c:v>
                </c:pt>
                <c:pt idx="423">
                  <c:v>44468</c:v>
                </c:pt>
                <c:pt idx="424">
                  <c:v>44469</c:v>
                </c:pt>
                <c:pt idx="425">
                  <c:v>44477</c:v>
                </c:pt>
                <c:pt idx="426">
                  <c:v>44480</c:v>
                </c:pt>
                <c:pt idx="427">
                  <c:v>44481</c:v>
                </c:pt>
                <c:pt idx="428">
                  <c:v>44482</c:v>
                </c:pt>
                <c:pt idx="429">
                  <c:v>44483</c:v>
                </c:pt>
                <c:pt idx="430">
                  <c:v>44484</c:v>
                </c:pt>
                <c:pt idx="431">
                  <c:v>44487</c:v>
                </c:pt>
                <c:pt idx="432">
                  <c:v>44488</c:v>
                </c:pt>
                <c:pt idx="433">
                  <c:v>44489</c:v>
                </c:pt>
                <c:pt idx="434">
                  <c:v>44490</c:v>
                </c:pt>
                <c:pt idx="435">
                  <c:v>44491</c:v>
                </c:pt>
                <c:pt idx="436">
                  <c:v>44494</c:v>
                </c:pt>
                <c:pt idx="437">
                  <c:v>44495</c:v>
                </c:pt>
                <c:pt idx="438">
                  <c:v>44496</c:v>
                </c:pt>
                <c:pt idx="439">
                  <c:v>44497</c:v>
                </c:pt>
                <c:pt idx="440">
                  <c:v>44498</c:v>
                </c:pt>
                <c:pt idx="441">
                  <c:v>44501</c:v>
                </c:pt>
                <c:pt idx="442">
                  <c:v>44502</c:v>
                </c:pt>
                <c:pt idx="443">
                  <c:v>44503</c:v>
                </c:pt>
                <c:pt idx="444">
                  <c:v>44504</c:v>
                </c:pt>
                <c:pt idx="445">
                  <c:v>44505</c:v>
                </c:pt>
                <c:pt idx="446">
                  <c:v>44508</c:v>
                </c:pt>
                <c:pt idx="447">
                  <c:v>44509</c:v>
                </c:pt>
                <c:pt idx="448">
                  <c:v>44510</c:v>
                </c:pt>
                <c:pt idx="449">
                  <c:v>44511</c:v>
                </c:pt>
                <c:pt idx="450">
                  <c:v>44512</c:v>
                </c:pt>
                <c:pt idx="451">
                  <c:v>44515</c:v>
                </c:pt>
                <c:pt idx="452">
                  <c:v>44516</c:v>
                </c:pt>
                <c:pt idx="453">
                  <c:v>44517</c:v>
                </c:pt>
                <c:pt idx="454">
                  <c:v>44518</c:v>
                </c:pt>
                <c:pt idx="455">
                  <c:v>44519</c:v>
                </c:pt>
                <c:pt idx="456">
                  <c:v>44522</c:v>
                </c:pt>
                <c:pt idx="457">
                  <c:v>44523</c:v>
                </c:pt>
                <c:pt idx="458">
                  <c:v>44524</c:v>
                </c:pt>
                <c:pt idx="459">
                  <c:v>44525</c:v>
                </c:pt>
                <c:pt idx="460">
                  <c:v>44526</c:v>
                </c:pt>
                <c:pt idx="461">
                  <c:v>44529</c:v>
                </c:pt>
                <c:pt idx="462">
                  <c:v>44530</c:v>
                </c:pt>
                <c:pt idx="463">
                  <c:v>44531</c:v>
                </c:pt>
                <c:pt idx="464">
                  <c:v>44532</c:v>
                </c:pt>
                <c:pt idx="465">
                  <c:v>44533</c:v>
                </c:pt>
                <c:pt idx="466">
                  <c:v>44536</c:v>
                </c:pt>
                <c:pt idx="467">
                  <c:v>44537</c:v>
                </c:pt>
                <c:pt idx="468">
                  <c:v>44538</c:v>
                </c:pt>
                <c:pt idx="469">
                  <c:v>44539</c:v>
                </c:pt>
                <c:pt idx="470">
                  <c:v>44540</c:v>
                </c:pt>
                <c:pt idx="471">
                  <c:v>44543</c:v>
                </c:pt>
                <c:pt idx="472">
                  <c:v>44544</c:v>
                </c:pt>
                <c:pt idx="473">
                  <c:v>44545</c:v>
                </c:pt>
                <c:pt idx="474">
                  <c:v>44546</c:v>
                </c:pt>
                <c:pt idx="475">
                  <c:v>44547</c:v>
                </c:pt>
                <c:pt idx="476">
                  <c:v>44550</c:v>
                </c:pt>
                <c:pt idx="477">
                  <c:v>44551</c:v>
                </c:pt>
                <c:pt idx="478">
                  <c:v>44552</c:v>
                </c:pt>
                <c:pt idx="479">
                  <c:v>44553</c:v>
                </c:pt>
                <c:pt idx="480">
                  <c:v>44554</c:v>
                </c:pt>
                <c:pt idx="481">
                  <c:v>44557</c:v>
                </c:pt>
                <c:pt idx="482">
                  <c:v>44558</c:v>
                </c:pt>
                <c:pt idx="483">
                  <c:v>44559</c:v>
                </c:pt>
                <c:pt idx="484">
                  <c:v>44560</c:v>
                </c:pt>
                <c:pt idx="485">
                  <c:v>44561</c:v>
                </c:pt>
                <c:pt idx="486">
                  <c:v>44565</c:v>
                </c:pt>
                <c:pt idx="487">
                  <c:v>44566</c:v>
                </c:pt>
                <c:pt idx="488">
                  <c:v>44567</c:v>
                </c:pt>
                <c:pt idx="489">
                  <c:v>44568</c:v>
                </c:pt>
                <c:pt idx="490">
                  <c:v>44571</c:v>
                </c:pt>
                <c:pt idx="491">
                  <c:v>44572</c:v>
                </c:pt>
                <c:pt idx="492">
                  <c:v>44573</c:v>
                </c:pt>
                <c:pt idx="493">
                  <c:v>44574</c:v>
                </c:pt>
                <c:pt idx="494">
                  <c:v>44575</c:v>
                </c:pt>
                <c:pt idx="495">
                  <c:v>44578</c:v>
                </c:pt>
                <c:pt idx="496">
                  <c:v>44579</c:v>
                </c:pt>
                <c:pt idx="497">
                  <c:v>44580</c:v>
                </c:pt>
                <c:pt idx="498">
                  <c:v>44581</c:v>
                </c:pt>
                <c:pt idx="499">
                  <c:v>44582</c:v>
                </c:pt>
                <c:pt idx="500">
                  <c:v>44585</c:v>
                </c:pt>
                <c:pt idx="501">
                  <c:v>44586</c:v>
                </c:pt>
                <c:pt idx="502">
                  <c:v>44587</c:v>
                </c:pt>
                <c:pt idx="503">
                  <c:v>44588</c:v>
                </c:pt>
                <c:pt idx="504">
                  <c:v>44589</c:v>
                </c:pt>
                <c:pt idx="505">
                  <c:v>44599</c:v>
                </c:pt>
                <c:pt idx="506">
                  <c:v>44600</c:v>
                </c:pt>
                <c:pt idx="507">
                  <c:v>44601</c:v>
                </c:pt>
                <c:pt idx="508">
                  <c:v>44602</c:v>
                </c:pt>
                <c:pt idx="509">
                  <c:v>44603</c:v>
                </c:pt>
                <c:pt idx="510">
                  <c:v>44606</c:v>
                </c:pt>
                <c:pt idx="511">
                  <c:v>44607</c:v>
                </c:pt>
                <c:pt idx="512">
                  <c:v>44608</c:v>
                </c:pt>
                <c:pt idx="513">
                  <c:v>44609</c:v>
                </c:pt>
                <c:pt idx="514">
                  <c:v>44610</c:v>
                </c:pt>
                <c:pt idx="515">
                  <c:v>44613</c:v>
                </c:pt>
                <c:pt idx="516">
                  <c:v>44614</c:v>
                </c:pt>
                <c:pt idx="517">
                  <c:v>44615</c:v>
                </c:pt>
                <c:pt idx="518">
                  <c:v>44616</c:v>
                </c:pt>
                <c:pt idx="519">
                  <c:v>44617</c:v>
                </c:pt>
                <c:pt idx="520">
                  <c:v>44620</c:v>
                </c:pt>
                <c:pt idx="521">
                  <c:v>44621</c:v>
                </c:pt>
                <c:pt idx="522">
                  <c:v>44622</c:v>
                </c:pt>
                <c:pt idx="523">
                  <c:v>44623</c:v>
                </c:pt>
                <c:pt idx="524">
                  <c:v>44624</c:v>
                </c:pt>
                <c:pt idx="525">
                  <c:v>44627</c:v>
                </c:pt>
                <c:pt idx="526">
                  <c:v>44628</c:v>
                </c:pt>
                <c:pt idx="527">
                  <c:v>44629</c:v>
                </c:pt>
                <c:pt idx="528">
                  <c:v>44630</c:v>
                </c:pt>
                <c:pt idx="529">
                  <c:v>44631</c:v>
                </c:pt>
                <c:pt idx="530">
                  <c:v>44634</c:v>
                </c:pt>
                <c:pt idx="531">
                  <c:v>44635</c:v>
                </c:pt>
                <c:pt idx="532">
                  <c:v>44636</c:v>
                </c:pt>
                <c:pt idx="533">
                  <c:v>44637</c:v>
                </c:pt>
                <c:pt idx="534">
                  <c:v>44638</c:v>
                </c:pt>
                <c:pt idx="535">
                  <c:v>44641</c:v>
                </c:pt>
                <c:pt idx="536">
                  <c:v>44642</c:v>
                </c:pt>
                <c:pt idx="537">
                  <c:v>44643</c:v>
                </c:pt>
                <c:pt idx="538">
                  <c:v>44644</c:v>
                </c:pt>
                <c:pt idx="539">
                  <c:v>44645</c:v>
                </c:pt>
                <c:pt idx="540">
                  <c:v>44648</c:v>
                </c:pt>
                <c:pt idx="541">
                  <c:v>44649</c:v>
                </c:pt>
                <c:pt idx="542">
                  <c:v>44650</c:v>
                </c:pt>
                <c:pt idx="543">
                  <c:v>44651</c:v>
                </c:pt>
                <c:pt idx="544">
                  <c:v>44652</c:v>
                </c:pt>
                <c:pt idx="545">
                  <c:v>44657</c:v>
                </c:pt>
                <c:pt idx="546">
                  <c:v>44658</c:v>
                </c:pt>
                <c:pt idx="547">
                  <c:v>44659</c:v>
                </c:pt>
                <c:pt idx="548">
                  <c:v>44662</c:v>
                </c:pt>
                <c:pt idx="549">
                  <c:v>44663</c:v>
                </c:pt>
                <c:pt idx="550">
                  <c:v>44664</c:v>
                </c:pt>
                <c:pt idx="551">
                  <c:v>44665</c:v>
                </c:pt>
                <c:pt idx="552">
                  <c:v>44666</c:v>
                </c:pt>
                <c:pt idx="553">
                  <c:v>44669</c:v>
                </c:pt>
                <c:pt idx="554">
                  <c:v>44670</c:v>
                </c:pt>
                <c:pt idx="555">
                  <c:v>44671</c:v>
                </c:pt>
                <c:pt idx="556">
                  <c:v>44672</c:v>
                </c:pt>
                <c:pt idx="557">
                  <c:v>44673</c:v>
                </c:pt>
                <c:pt idx="558">
                  <c:v>44676</c:v>
                </c:pt>
                <c:pt idx="559">
                  <c:v>44677</c:v>
                </c:pt>
                <c:pt idx="560">
                  <c:v>44678</c:v>
                </c:pt>
                <c:pt idx="561">
                  <c:v>44679</c:v>
                </c:pt>
                <c:pt idx="562">
                  <c:v>44680</c:v>
                </c:pt>
                <c:pt idx="563">
                  <c:v>44686</c:v>
                </c:pt>
                <c:pt idx="564">
                  <c:v>44687</c:v>
                </c:pt>
                <c:pt idx="565">
                  <c:v>44690</c:v>
                </c:pt>
                <c:pt idx="566">
                  <c:v>44691</c:v>
                </c:pt>
                <c:pt idx="567">
                  <c:v>44692</c:v>
                </c:pt>
                <c:pt idx="568">
                  <c:v>44693</c:v>
                </c:pt>
                <c:pt idx="569">
                  <c:v>44694</c:v>
                </c:pt>
                <c:pt idx="570">
                  <c:v>44697</c:v>
                </c:pt>
                <c:pt idx="571">
                  <c:v>44698</c:v>
                </c:pt>
                <c:pt idx="572">
                  <c:v>44699</c:v>
                </c:pt>
                <c:pt idx="573">
                  <c:v>44700</c:v>
                </c:pt>
                <c:pt idx="574">
                  <c:v>44701</c:v>
                </c:pt>
                <c:pt idx="575">
                  <c:v>44704</c:v>
                </c:pt>
                <c:pt idx="576">
                  <c:v>44705</c:v>
                </c:pt>
                <c:pt idx="577">
                  <c:v>44706</c:v>
                </c:pt>
                <c:pt idx="578">
                  <c:v>44707</c:v>
                </c:pt>
                <c:pt idx="579">
                  <c:v>44708</c:v>
                </c:pt>
                <c:pt idx="580">
                  <c:v>44711</c:v>
                </c:pt>
                <c:pt idx="581">
                  <c:v>44712</c:v>
                </c:pt>
                <c:pt idx="582">
                  <c:v>44713</c:v>
                </c:pt>
                <c:pt idx="583">
                  <c:v>44714</c:v>
                </c:pt>
                <c:pt idx="584">
                  <c:v>44718</c:v>
                </c:pt>
                <c:pt idx="585">
                  <c:v>44719</c:v>
                </c:pt>
                <c:pt idx="586">
                  <c:v>44720</c:v>
                </c:pt>
                <c:pt idx="587">
                  <c:v>44721</c:v>
                </c:pt>
                <c:pt idx="588">
                  <c:v>44722</c:v>
                </c:pt>
                <c:pt idx="589">
                  <c:v>44725</c:v>
                </c:pt>
                <c:pt idx="590">
                  <c:v>44726</c:v>
                </c:pt>
                <c:pt idx="591">
                  <c:v>44727</c:v>
                </c:pt>
                <c:pt idx="592">
                  <c:v>44728</c:v>
                </c:pt>
                <c:pt idx="593">
                  <c:v>44729</c:v>
                </c:pt>
                <c:pt idx="594">
                  <c:v>44732</c:v>
                </c:pt>
                <c:pt idx="595">
                  <c:v>44733</c:v>
                </c:pt>
                <c:pt idx="596">
                  <c:v>44734</c:v>
                </c:pt>
                <c:pt idx="597">
                  <c:v>44735</c:v>
                </c:pt>
                <c:pt idx="598">
                  <c:v>44736</c:v>
                </c:pt>
                <c:pt idx="599">
                  <c:v>44739</c:v>
                </c:pt>
                <c:pt idx="600">
                  <c:v>44740</c:v>
                </c:pt>
                <c:pt idx="601">
                  <c:v>44741</c:v>
                </c:pt>
                <c:pt idx="602">
                  <c:v>44742</c:v>
                </c:pt>
                <c:pt idx="603">
                  <c:v>44743</c:v>
                </c:pt>
                <c:pt idx="604">
                  <c:v>44746</c:v>
                </c:pt>
                <c:pt idx="605">
                  <c:v>44747</c:v>
                </c:pt>
                <c:pt idx="606">
                  <c:v>44748</c:v>
                </c:pt>
                <c:pt idx="607">
                  <c:v>44749</c:v>
                </c:pt>
                <c:pt idx="608">
                  <c:v>44750</c:v>
                </c:pt>
                <c:pt idx="609">
                  <c:v>44753</c:v>
                </c:pt>
                <c:pt idx="610">
                  <c:v>44754</c:v>
                </c:pt>
                <c:pt idx="611">
                  <c:v>44755</c:v>
                </c:pt>
                <c:pt idx="612">
                  <c:v>44756</c:v>
                </c:pt>
                <c:pt idx="613">
                  <c:v>44757</c:v>
                </c:pt>
                <c:pt idx="614">
                  <c:v>44760</c:v>
                </c:pt>
                <c:pt idx="615">
                  <c:v>44761</c:v>
                </c:pt>
                <c:pt idx="616">
                  <c:v>44762</c:v>
                </c:pt>
                <c:pt idx="617">
                  <c:v>44763</c:v>
                </c:pt>
                <c:pt idx="618">
                  <c:v>44764</c:v>
                </c:pt>
                <c:pt idx="619">
                  <c:v>44767</c:v>
                </c:pt>
                <c:pt idx="620">
                  <c:v>44768</c:v>
                </c:pt>
                <c:pt idx="621">
                  <c:v>44769</c:v>
                </c:pt>
                <c:pt idx="622">
                  <c:v>44770</c:v>
                </c:pt>
                <c:pt idx="623">
                  <c:v>44771</c:v>
                </c:pt>
                <c:pt idx="624">
                  <c:v>44774</c:v>
                </c:pt>
                <c:pt idx="625">
                  <c:v>44775</c:v>
                </c:pt>
                <c:pt idx="626">
                  <c:v>44776</c:v>
                </c:pt>
                <c:pt idx="627">
                  <c:v>44777</c:v>
                </c:pt>
                <c:pt idx="628">
                  <c:v>44778</c:v>
                </c:pt>
                <c:pt idx="629">
                  <c:v>44781</c:v>
                </c:pt>
                <c:pt idx="630">
                  <c:v>44782</c:v>
                </c:pt>
                <c:pt idx="631">
                  <c:v>44783</c:v>
                </c:pt>
                <c:pt idx="632">
                  <c:v>44784</c:v>
                </c:pt>
                <c:pt idx="633">
                  <c:v>44785</c:v>
                </c:pt>
                <c:pt idx="634">
                  <c:v>44788</c:v>
                </c:pt>
                <c:pt idx="635">
                  <c:v>44789</c:v>
                </c:pt>
                <c:pt idx="636">
                  <c:v>44790</c:v>
                </c:pt>
                <c:pt idx="637">
                  <c:v>44791</c:v>
                </c:pt>
                <c:pt idx="638">
                  <c:v>44792</c:v>
                </c:pt>
                <c:pt idx="639">
                  <c:v>44795</c:v>
                </c:pt>
                <c:pt idx="640">
                  <c:v>44796</c:v>
                </c:pt>
                <c:pt idx="641">
                  <c:v>44797</c:v>
                </c:pt>
                <c:pt idx="642">
                  <c:v>44798</c:v>
                </c:pt>
                <c:pt idx="643">
                  <c:v>44799</c:v>
                </c:pt>
                <c:pt idx="644">
                  <c:v>44802</c:v>
                </c:pt>
                <c:pt idx="645">
                  <c:v>44803</c:v>
                </c:pt>
                <c:pt idx="646">
                  <c:v>44804</c:v>
                </c:pt>
                <c:pt idx="647">
                  <c:v>44805</c:v>
                </c:pt>
                <c:pt idx="648">
                  <c:v>44806</c:v>
                </c:pt>
                <c:pt idx="649">
                  <c:v>44809</c:v>
                </c:pt>
                <c:pt idx="650">
                  <c:v>44810</c:v>
                </c:pt>
                <c:pt idx="651">
                  <c:v>44811</c:v>
                </c:pt>
                <c:pt idx="652">
                  <c:v>44812</c:v>
                </c:pt>
                <c:pt idx="653">
                  <c:v>44813</c:v>
                </c:pt>
                <c:pt idx="654">
                  <c:v>44817</c:v>
                </c:pt>
                <c:pt idx="655">
                  <c:v>44818</c:v>
                </c:pt>
                <c:pt idx="656">
                  <c:v>44819</c:v>
                </c:pt>
                <c:pt idx="657">
                  <c:v>44820</c:v>
                </c:pt>
                <c:pt idx="658">
                  <c:v>44823</c:v>
                </c:pt>
                <c:pt idx="659">
                  <c:v>44824</c:v>
                </c:pt>
                <c:pt idx="660">
                  <c:v>44825</c:v>
                </c:pt>
                <c:pt idx="661">
                  <c:v>44826</c:v>
                </c:pt>
                <c:pt idx="662">
                  <c:v>44827</c:v>
                </c:pt>
                <c:pt idx="663">
                  <c:v>44830</c:v>
                </c:pt>
                <c:pt idx="664">
                  <c:v>44831</c:v>
                </c:pt>
                <c:pt idx="665">
                  <c:v>44832</c:v>
                </c:pt>
                <c:pt idx="666">
                  <c:v>44833</c:v>
                </c:pt>
                <c:pt idx="667">
                  <c:v>44834</c:v>
                </c:pt>
                <c:pt idx="668">
                  <c:v>44844</c:v>
                </c:pt>
                <c:pt idx="669">
                  <c:v>44845</c:v>
                </c:pt>
                <c:pt idx="670">
                  <c:v>44846</c:v>
                </c:pt>
                <c:pt idx="671">
                  <c:v>44847</c:v>
                </c:pt>
                <c:pt idx="672">
                  <c:v>44848</c:v>
                </c:pt>
                <c:pt idx="673">
                  <c:v>44851</c:v>
                </c:pt>
                <c:pt idx="674">
                  <c:v>44852</c:v>
                </c:pt>
                <c:pt idx="675">
                  <c:v>44853</c:v>
                </c:pt>
                <c:pt idx="676">
                  <c:v>44854</c:v>
                </c:pt>
                <c:pt idx="677">
                  <c:v>44855</c:v>
                </c:pt>
                <c:pt idx="678">
                  <c:v>44858</c:v>
                </c:pt>
                <c:pt idx="679">
                  <c:v>44859</c:v>
                </c:pt>
                <c:pt idx="680">
                  <c:v>44860</c:v>
                </c:pt>
                <c:pt idx="681">
                  <c:v>44861</c:v>
                </c:pt>
                <c:pt idx="682">
                  <c:v>44862</c:v>
                </c:pt>
                <c:pt idx="683">
                  <c:v>44865</c:v>
                </c:pt>
                <c:pt idx="684">
                  <c:v>44866</c:v>
                </c:pt>
                <c:pt idx="685">
                  <c:v>44867</c:v>
                </c:pt>
                <c:pt idx="686">
                  <c:v>44868</c:v>
                </c:pt>
                <c:pt idx="687">
                  <c:v>44869</c:v>
                </c:pt>
                <c:pt idx="688">
                  <c:v>44872</c:v>
                </c:pt>
                <c:pt idx="689">
                  <c:v>44873</c:v>
                </c:pt>
                <c:pt idx="690">
                  <c:v>44874</c:v>
                </c:pt>
                <c:pt idx="691">
                  <c:v>44875</c:v>
                </c:pt>
                <c:pt idx="692">
                  <c:v>44876</c:v>
                </c:pt>
                <c:pt idx="693">
                  <c:v>44879</c:v>
                </c:pt>
                <c:pt idx="694">
                  <c:v>44880</c:v>
                </c:pt>
                <c:pt idx="695">
                  <c:v>44881</c:v>
                </c:pt>
                <c:pt idx="696">
                  <c:v>44882</c:v>
                </c:pt>
                <c:pt idx="697">
                  <c:v>44883</c:v>
                </c:pt>
                <c:pt idx="698">
                  <c:v>44886</c:v>
                </c:pt>
                <c:pt idx="699">
                  <c:v>44887</c:v>
                </c:pt>
                <c:pt idx="700">
                  <c:v>44888</c:v>
                </c:pt>
                <c:pt idx="701">
                  <c:v>44889</c:v>
                </c:pt>
                <c:pt idx="702">
                  <c:v>44890</c:v>
                </c:pt>
                <c:pt idx="703">
                  <c:v>44893</c:v>
                </c:pt>
                <c:pt idx="704">
                  <c:v>44894</c:v>
                </c:pt>
                <c:pt idx="705">
                  <c:v>44895</c:v>
                </c:pt>
                <c:pt idx="706">
                  <c:v>44896</c:v>
                </c:pt>
                <c:pt idx="707">
                  <c:v>44897</c:v>
                </c:pt>
                <c:pt idx="708">
                  <c:v>44900</c:v>
                </c:pt>
                <c:pt idx="709">
                  <c:v>44901</c:v>
                </c:pt>
                <c:pt idx="710">
                  <c:v>44902</c:v>
                </c:pt>
                <c:pt idx="711">
                  <c:v>44903</c:v>
                </c:pt>
                <c:pt idx="712">
                  <c:v>44904</c:v>
                </c:pt>
                <c:pt idx="713">
                  <c:v>44907</c:v>
                </c:pt>
                <c:pt idx="714">
                  <c:v>44908</c:v>
                </c:pt>
                <c:pt idx="715">
                  <c:v>44909</c:v>
                </c:pt>
                <c:pt idx="716">
                  <c:v>44910</c:v>
                </c:pt>
                <c:pt idx="717">
                  <c:v>44911</c:v>
                </c:pt>
                <c:pt idx="718">
                  <c:v>44914</c:v>
                </c:pt>
                <c:pt idx="719">
                  <c:v>44915</c:v>
                </c:pt>
                <c:pt idx="720">
                  <c:v>44916</c:v>
                </c:pt>
                <c:pt idx="721">
                  <c:v>44917</c:v>
                </c:pt>
                <c:pt idx="722">
                  <c:v>44918</c:v>
                </c:pt>
                <c:pt idx="723">
                  <c:v>44921</c:v>
                </c:pt>
                <c:pt idx="724">
                  <c:v>44922</c:v>
                </c:pt>
                <c:pt idx="725">
                  <c:v>44923</c:v>
                </c:pt>
                <c:pt idx="726">
                  <c:v>44924</c:v>
                </c:pt>
                <c:pt idx="727">
                  <c:v>44925</c:v>
                </c:pt>
                <c:pt idx="728">
                  <c:v>44929</c:v>
                </c:pt>
                <c:pt idx="729">
                  <c:v>44930</c:v>
                </c:pt>
                <c:pt idx="730">
                  <c:v>44931</c:v>
                </c:pt>
                <c:pt idx="731">
                  <c:v>44932</c:v>
                </c:pt>
                <c:pt idx="732">
                  <c:v>44935</c:v>
                </c:pt>
                <c:pt idx="733">
                  <c:v>44936</c:v>
                </c:pt>
                <c:pt idx="734">
                  <c:v>44937</c:v>
                </c:pt>
                <c:pt idx="735">
                  <c:v>44938</c:v>
                </c:pt>
                <c:pt idx="736">
                  <c:v>44939</c:v>
                </c:pt>
                <c:pt idx="737">
                  <c:v>44942</c:v>
                </c:pt>
                <c:pt idx="738">
                  <c:v>44943</c:v>
                </c:pt>
                <c:pt idx="739">
                  <c:v>44944</c:v>
                </c:pt>
                <c:pt idx="740">
                  <c:v>44945</c:v>
                </c:pt>
                <c:pt idx="741">
                  <c:v>44946</c:v>
                </c:pt>
                <c:pt idx="742">
                  <c:v>44956</c:v>
                </c:pt>
                <c:pt idx="743">
                  <c:v>44957</c:v>
                </c:pt>
                <c:pt idx="744">
                  <c:v>44958</c:v>
                </c:pt>
                <c:pt idx="745">
                  <c:v>44959</c:v>
                </c:pt>
                <c:pt idx="746">
                  <c:v>44960</c:v>
                </c:pt>
                <c:pt idx="747">
                  <c:v>44963</c:v>
                </c:pt>
                <c:pt idx="748">
                  <c:v>44964</c:v>
                </c:pt>
                <c:pt idx="749">
                  <c:v>44965</c:v>
                </c:pt>
                <c:pt idx="750">
                  <c:v>44966</c:v>
                </c:pt>
                <c:pt idx="751">
                  <c:v>44967</c:v>
                </c:pt>
                <c:pt idx="752">
                  <c:v>44970</c:v>
                </c:pt>
                <c:pt idx="753">
                  <c:v>44971</c:v>
                </c:pt>
                <c:pt idx="754">
                  <c:v>44972</c:v>
                </c:pt>
                <c:pt idx="755">
                  <c:v>44973</c:v>
                </c:pt>
                <c:pt idx="756">
                  <c:v>44974</c:v>
                </c:pt>
                <c:pt idx="757">
                  <c:v>44977</c:v>
                </c:pt>
                <c:pt idx="758">
                  <c:v>44978</c:v>
                </c:pt>
                <c:pt idx="759">
                  <c:v>44979</c:v>
                </c:pt>
                <c:pt idx="760">
                  <c:v>44980</c:v>
                </c:pt>
                <c:pt idx="761">
                  <c:v>44981</c:v>
                </c:pt>
                <c:pt idx="762">
                  <c:v>44984</c:v>
                </c:pt>
                <c:pt idx="763">
                  <c:v>44985</c:v>
                </c:pt>
                <c:pt idx="764">
                  <c:v>44986</c:v>
                </c:pt>
                <c:pt idx="765">
                  <c:v>44987</c:v>
                </c:pt>
                <c:pt idx="766">
                  <c:v>44988</c:v>
                </c:pt>
                <c:pt idx="767">
                  <c:v>44991</c:v>
                </c:pt>
                <c:pt idx="768">
                  <c:v>44992</c:v>
                </c:pt>
                <c:pt idx="769">
                  <c:v>44993</c:v>
                </c:pt>
                <c:pt idx="770">
                  <c:v>44994</c:v>
                </c:pt>
                <c:pt idx="771">
                  <c:v>44995</c:v>
                </c:pt>
                <c:pt idx="772">
                  <c:v>44998</c:v>
                </c:pt>
                <c:pt idx="773">
                  <c:v>44999</c:v>
                </c:pt>
                <c:pt idx="774">
                  <c:v>45000</c:v>
                </c:pt>
                <c:pt idx="775">
                  <c:v>45001</c:v>
                </c:pt>
                <c:pt idx="776">
                  <c:v>45002</c:v>
                </c:pt>
                <c:pt idx="777">
                  <c:v>45005</c:v>
                </c:pt>
                <c:pt idx="778">
                  <c:v>45006</c:v>
                </c:pt>
                <c:pt idx="779">
                  <c:v>45007</c:v>
                </c:pt>
                <c:pt idx="780">
                  <c:v>45008</c:v>
                </c:pt>
                <c:pt idx="781">
                  <c:v>45009</c:v>
                </c:pt>
                <c:pt idx="782">
                  <c:v>45012</c:v>
                </c:pt>
                <c:pt idx="783">
                  <c:v>45013</c:v>
                </c:pt>
                <c:pt idx="784">
                  <c:v>45014</c:v>
                </c:pt>
                <c:pt idx="785">
                  <c:v>45015</c:v>
                </c:pt>
                <c:pt idx="786">
                  <c:v>45016</c:v>
                </c:pt>
                <c:pt idx="787">
                  <c:v>45019</c:v>
                </c:pt>
                <c:pt idx="788">
                  <c:v>45020</c:v>
                </c:pt>
                <c:pt idx="789">
                  <c:v>45022</c:v>
                </c:pt>
                <c:pt idx="790">
                  <c:v>45023</c:v>
                </c:pt>
                <c:pt idx="791">
                  <c:v>45026</c:v>
                </c:pt>
                <c:pt idx="792">
                  <c:v>45027</c:v>
                </c:pt>
                <c:pt idx="793">
                  <c:v>45028</c:v>
                </c:pt>
                <c:pt idx="794">
                  <c:v>45029</c:v>
                </c:pt>
                <c:pt idx="795">
                  <c:v>45030</c:v>
                </c:pt>
                <c:pt idx="796">
                  <c:v>45033</c:v>
                </c:pt>
                <c:pt idx="797">
                  <c:v>45034</c:v>
                </c:pt>
                <c:pt idx="798">
                  <c:v>45035</c:v>
                </c:pt>
                <c:pt idx="799">
                  <c:v>45036</c:v>
                </c:pt>
                <c:pt idx="800">
                  <c:v>45037</c:v>
                </c:pt>
                <c:pt idx="801">
                  <c:v>45040</c:v>
                </c:pt>
                <c:pt idx="802">
                  <c:v>45041</c:v>
                </c:pt>
                <c:pt idx="803">
                  <c:v>45042</c:v>
                </c:pt>
                <c:pt idx="804">
                  <c:v>45043</c:v>
                </c:pt>
                <c:pt idx="805">
                  <c:v>45044</c:v>
                </c:pt>
                <c:pt idx="806">
                  <c:v>45050</c:v>
                </c:pt>
                <c:pt idx="807">
                  <c:v>45051</c:v>
                </c:pt>
                <c:pt idx="808">
                  <c:v>45054</c:v>
                </c:pt>
                <c:pt idx="809">
                  <c:v>45055</c:v>
                </c:pt>
                <c:pt idx="810">
                  <c:v>45056</c:v>
                </c:pt>
                <c:pt idx="811">
                  <c:v>45057</c:v>
                </c:pt>
                <c:pt idx="812">
                  <c:v>45058</c:v>
                </c:pt>
                <c:pt idx="813">
                  <c:v>45061</c:v>
                </c:pt>
                <c:pt idx="814">
                  <c:v>45062</c:v>
                </c:pt>
                <c:pt idx="815">
                  <c:v>45063</c:v>
                </c:pt>
                <c:pt idx="816">
                  <c:v>45064</c:v>
                </c:pt>
                <c:pt idx="817">
                  <c:v>45065</c:v>
                </c:pt>
                <c:pt idx="818">
                  <c:v>45068</c:v>
                </c:pt>
                <c:pt idx="819">
                  <c:v>45069</c:v>
                </c:pt>
                <c:pt idx="820">
                  <c:v>45070</c:v>
                </c:pt>
                <c:pt idx="821">
                  <c:v>45071</c:v>
                </c:pt>
                <c:pt idx="822">
                  <c:v>45072</c:v>
                </c:pt>
                <c:pt idx="823">
                  <c:v>45075</c:v>
                </c:pt>
                <c:pt idx="824">
                  <c:v>45076</c:v>
                </c:pt>
                <c:pt idx="825">
                  <c:v>45077</c:v>
                </c:pt>
                <c:pt idx="826">
                  <c:v>45078</c:v>
                </c:pt>
                <c:pt idx="827">
                  <c:v>45079</c:v>
                </c:pt>
                <c:pt idx="828">
                  <c:v>45082</c:v>
                </c:pt>
                <c:pt idx="829">
                  <c:v>45083</c:v>
                </c:pt>
                <c:pt idx="830">
                  <c:v>45084</c:v>
                </c:pt>
                <c:pt idx="831">
                  <c:v>45085</c:v>
                </c:pt>
                <c:pt idx="832">
                  <c:v>45086</c:v>
                </c:pt>
                <c:pt idx="833">
                  <c:v>45089</c:v>
                </c:pt>
                <c:pt idx="834">
                  <c:v>45090</c:v>
                </c:pt>
                <c:pt idx="835">
                  <c:v>45091</c:v>
                </c:pt>
                <c:pt idx="836">
                  <c:v>45092</c:v>
                </c:pt>
                <c:pt idx="837">
                  <c:v>45093</c:v>
                </c:pt>
                <c:pt idx="838">
                  <c:v>45096</c:v>
                </c:pt>
                <c:pt idx="839">
                  <c:v>45097</c:v>
                </c:pt>
                <c:pt idx="840">
                  <c:v>45098</c:v>
                </c:pt>
                <c:pt idx="841">
                  <c:v>45103</c:v>
                </c:pt>
                <c:pt idx="842">
                  <c:v>45104</c:v>
                </c:pt>
                <c:pt idx="843">
                  <c:v>45105</c:v>
                </c:pt>
                <c:pt idx="844">
                  <c:v>45106</c:v>
                </c:pt>
                <c:pt idx="845">
                  <c:v>45107</c:v>
                </c:pt>
                <c:pt idx="846">
                  <c:v>45110</c:v>
                </c:pt>
                <c:pt idx="847">
                  <c:v>45111</c:v>
                </c:pt>
                <c:pt idx="848">
                  <c:v>45112</c:v>
                </c:pt>
                <c:pt idx="849">
                  <c:v>45113</c:v>
                </c:pt>
                <c:pt idx="850">
                  <c:v>45114</c:v>
                </c:pt>
                <c:pt idx="851">
                  <c:v>45117</c:v>
                </c:pt>
                <c:pt idx="852">
                  <c:v>45118</c:v>
                </c:pt>
                <c:pt idx="853">
                  <c:v>45119</c:v>
                </c:pt>
                <c:pt idx="854">
                  <c:v>45120</c:v>
                </c:pt>
                <c:pt idx="855">
                  <c:v>45121</c:v>
                </c:pt>
                <c:pt idx="856">
                  <c:v>45124</c:v>
                </c:pt>
                <c:pt idx="857">
                  <c:v>45125</c:v>
                </c:pt>
                <c:pt idx="858">
                  <c:v>45126</c:v>
                </c:pt>
                <c:pt idx="859">
                  <c:v>45127</c:v>
                </c:pt>
                <c:pt idx="860">
                  <c:v>45128</c:v>
                </c:pt>
                <c:pt idx="861">
                  <c:v>45131</c:v>
                </c:pt>
                <c:pt idx="862">
                  <c:v>45132</c:v>
                </c:pt>
                <c:pt idx="863">
                  <c:v>45133</c:v>
                </c:pt>
                <c:pt idx="864">
                  <c:v>45134</c:v>
                </c:pt>
                <c:pt idx="865">
                  <c:v>45135</c:v>
                </c:pt>
                <c:pt idx="866">
                  <c:v>45138</c:v>
                </c:pt>
                <c:pt idx="867">
                  <c:v>45139</c:v>
                </c:pt>
                <c:pt idx="868">
                  <c:v>45140</c:v>
                </c:pt>
                <c:pt idx="869">
                  <c:v>45141</c:v>
                </c:pt>
                <c:pt idx="870">
                  <c:v>45142</c:v>
                </c:pt>
                <c:pt idx="871">
                  <c:v>45145</c:v>
                </c:pt>
                <c:pt idx="872">
                  <c:v>45146</c:v>
                </c:pt>
                <c:pt idx="873">
                  <c:v>45147</c:v>
                </c:pt>
                <c:pt idx="874">
                  <c:v>45148</c:v>
                </c:pt>
                <c:pt idx="875">
                  <c:v>45149</c:v>
                </c:pt>
                <c:pt idx="876">
                  <c:v>45152</c:v>
                </c:pt>
                <c:pt idx="877">
                  <c:v>45153</c:v>
                </c:pt>
                <c:pt idx="878">
                  <c:v>45154</c:v>
                </c:pt>
                <c:pt idx="879">
                  <c:v>45155</c:v>
                </c:pt>
                <c:pt idx="880">
                  <c:v>45156</c:v>
                </c:pt>
                <c:pt idx="881">
                  <c:v>45159</c:v>
                </c:pt>
                <c:pt idx="882">
                  <c:v>45160</c:v>
                </c:pt>
                <c:pt idx="883">
                  <c:v>45161</c:v>
                </c:pt>
                <c:pt idx="884">
                  <c:v>45162</c:v>
                </c:pt>
                <c:pt idx="885">
                  <c:v>45163</c:v>
                </c:pt>
                <c:pt idx="886">
                  <c:v>45166</c:v>
                </c:pt>
                <c:pt idx="887">
                  <c:v>45167</c:v>
                </c:pt>
                <c:pt idx="888">
                  <c:v>45168</c:v>
                </c:pt>
                <c:pt idx="889">
                  <c:v>45169</c:v>
                </c:pt>
                <c:pt idx="890">
                  <c:v>45170</c:v>
                </c:pt>
                <c:pt idx="891">
                  <c:v>45173</c:v>
                </c:pt>
                <c:pt idx="892">
                  <c:v>45174</c:v>
                </c:pt>
                <c:pt idx="893">
                  <c:v>45175</c:v>
                </c:pt>
                <c:pt idx="894">
                  <c:v>45176</c:v>
                </c:pt>
                <c:pt idx="895">
                  <c:v>45177</c:v>
                </c:pt>
                <c:pt idx="896">
                  <c:v>45180</c:v>
                </c:pt>
                <c:pt idx="897">
                  <c:v>45181</c:v>
                </c:pt>
                <c:pt idx="898">
                  <c:v>45182</c:v>
                </c:pt>
                <c:pt idx="899">
                  <c:v>45183</c:v>
                </c:pt>
                <c:pt idx="900">
                  <c:v>45184</c:v>
                </c:pt>
                <c:pt idx="901">
                  <c:v>45187</c:v>
                </c:pt>
                <c:pt idx="902">
                  <c:v>45188</c:v>
                </c:pt>
                <c:pt idx="903">
                  <c:v>45189</c:v>
                </c:pt>
                <c:pt idx="904">
                  <c:v>45190</c:v>
                </c:pt>
                <c:pt idx="905">
                  <c:v>45191</c:v>
                </c:pt>
                <c:pt idx="906">
                  <c:v>45194</c:v>
                </c:pt>
                <c:pt idx="907">
                  <c:v>45195</c:v>
                </c:pt>
                <c:pt idx="908">
                  <c:v>45196</c:v>
                </c:pt>
                <c:pt idx="909">
                  <c:v>45197</c:v>
                </c:pt>
                <c:pt idx="910">
                  <c:v>45208</c:v>
                </c:pt>
                <c:pt idx="911">
                  <c:v>45209</c:v>
                </c:pt>
                <c:pt idx="912">
                  <c:v>45210</c:v>
                </c:pt>
                <c:pt idx="913">
                  <c:v>45211</c:v>
                </c:pt>
                <c:pt idx="914">
                  <c:v>45212</c:v>
                </c:pt>
                <c:pt idx="915">
                  <c:v>45215</c:v>
                </c:pt>
                <c:pt idx="916">
                  <c:v>45216</c:v>
                </c:pt>
                <c:pt idx="917">
                  <c:v>45217</c:v>
                </c:pt>
                <c:pt idx="918">
                  <c:v>45218</c:v>
                </c:pt>
                <c:pt idx="919">
                  <c:v>45219</c:v>
                </c:pt>
                <c:pt idx="920">
                  <c:v>45222</c:v>
                </c:pt>
                <c:pt idx="921">
                  <c:v>45223</c:v>
                </c:pt>
                <c:pt idx="922">
                  <c:v>45224</c:v>
                </c:pt>
                <c:pt idx="923">
                  <c:v>45225</c:v>
                </c:pt>
                <c:pt idx="924">
                  <c:v>45226</c:v>
                </c:pt>
                <c:pt idx="925">
                  <c:v>45229</c:v>
                </c:pt>
                <c:pt idx="926">
                  <c:v>45230</c:v>
                </c:pt>
                <c:pt idx="927">
                  <c:v>45231</c:v>
                </c:pt>
                <c:pt idx="928">
                  <c:v>45232</c:v>
                </c:pt>
                <c:pt idx="929">
                  <c:v>45233</c:v>
                </c:pt>
                <c:pt idx="930">
                  <c:v>45236</c:v>
                </c:pt>
                <c:pt idx="931">
                  <c:v>45237</c:v>
                </c:pt>
                <c:pt idx="932">
                  <c:v>45238</c:v>
                </c:pt>
                <c:pt idx="933">
                  <c:v>45239</c:v>
                </c:pt>
                <c:pt idx="934">
                  <c:v>45240</c:v>
                </c:pt>
                <c:pt idx="935">
                  <c:v>45243</c:v>
                </c:pt>
                <c:pt idx="936">
                  <c:v>45244</c:v>
                </c:pt>
                <c:pt idx="937">
                  <c:v>45245</c:v>
                </c:pt>
                <c:pt idx="938">
                  <c:v>45246</c:v>
                </c:pt>
                <c:pt idx="939">
                  <c:v>45247</c:v>
                </c:pt>
                <c:pt idx="940">
                  <c:v>45250</c:v>
                </c:pt>
                <c:pt idx="941">
                  <c:v>45251</c:v>
                </c:pt>
                <c:pt idx="942">
                  <c:v>45252</c:v>
                </c:pt>
                <c:pt idx="943">
                  <c:v>45253</c:v>
                </c:pt>
                <c:pt idx="944">
                  <c:v>45254</c:v>
                </c:pt>
                <c:pt idx="945">
                  <c:v>45257</c:v>
                </c:pt>
                <c:pt idx="946">
                  <c:v>45258</c:v>
                </c:pt>
                <c:pt idx="947">
                  <c:v>45259</c:v>
                </c:pt>
                <c:pt idx="948">
                  <c:v>45260</c:v>
                </c:pt>
                <c:pt idx="949">
                  <c:v>45261</c:v>
                </c:pt>
                <c:pt idx="950">
                  <c:v>45264</c:v>
                </c:pt>
                <c:pt idx="951">
                  <c:v>45265</c:v>
                </c:pt>
                <c:pt idx="952">
                  <c:v>45266</c:v>
                </c:pt>
                <c:pt idx="953">
                  <c:v>45267</c:v>
                </c:pt>
                <c:pt idx="954">
                  <c:v>45268</c:v>
                </c:pt>
                <c:pt idx="955">
                  <c:v>45271</c:v>
                </c:pt>
                <c:pt idx="956">
                  <c:v>45272</c:v>
                </c:pt>
                <c:pt idx="957">
                  <c:v>45273</c:v>
                </c:pt>
                <c:pt idx="958">
                  <c:v>45274</c:v>
                </c:pt>
                <c:pt idx="959">
                  <c:v>45275</c:v>
                </c:pt>
                <c:pt idx="960">
                  <c:v>45278</c:v>
                </c:pt>
                <c:pt idx="961">
                  <c:v>45279</c:v>
                </c:pt>
                <c:pt idx="962">
                  <c:v>45280</c:v>
                </c:pt>
                <c:pt idx="963">
                  <c:v>45281</c:v>
                </c:pt>
                <c:pt idx="964">
                  <c:v>45282</c:v>
                </c:pt>
                <c:pt idx="965">
                  <c:v>45285</c:v>
                </c:pt>
                <c:pt idx="966">
                  <c:v>45286</c:v>
                </c:pt>
                <c:pt idx="967">
                  <c:v>45287</c:v>
                </c:pt>
                <c:pt idx="968">
                  <c:v>45288</c:v>
                </c:pt>
                <c:pt idx="969">
                  <c:v>45289</c:v>
                </c:pt>
                <c:pt idx="970">
                  <c:v>45293</c:v>
                </c:pt>
                <c:pt idx="971">
                  <c:v>45294</c:v>
                </c:pt>
                <c:pt idx="972">
                  <c:v>45295</c:v>
                </c:pt>
                <c:pt idx="973">
                  <c:v>45296</c:v>
                </c:pt>
                <c:pt idx="974">
                  <c:v>45299</c:v>
                </c:pt>
                <c:pt idx="975">
                  <c:v>45300</c:v>
                </c:pt>
                <c:pt idx="976">
                  <c:v>45301</c:v>
                </c:pt>
                <c:pt idx="977">
                  <c:v>45302</c:v>
                </c:pt>
                <c:pt idx="978">
                  <c:v>45303</c:v>
                </c:pt>
                <c:pt idx="979">
                  <c:v>45306</c:v>
                </c:pt>
                <c:pt idx="980">
                  <c:v>45307</c:v>
                </c:pt>
                <c:pt idx="981">
                  <c:v>45308</c:v>
                </c:pt>
                <c:pt idx="982">
                  <c:v>45309</c:v>
                </c:pt>
                <c:pt idx="983">
                  <c:v>45310</c:v>
                </c:pt>
                <c:pt idx="984">
                  <c:v>45313</c:v>
                </c:pt>
                <c:pt idx="985">
                  <c:v>45314</c:v>
                </c:pt>
                <c:pt idx="986">
                  <c:v>45315</c:v>
                </c:pt>
                <c:pt idx="987">
                  <c:v>45316</c:v>
                </c:pt>
                <c:pt idx="988">
                  <c:v>45317</c:v>
                </c:pt>
                <c:pt idx="989">
                  <c:v>45320</c:v>
                </c:pt>
                <c:pt idx="990">
                  <c:v>45321</c:v>
                </c:pt>
                <c:pt idx="991">
                  <c:v>45322</c:v>
                </c:pt>
                <c:pt idx="992">
                  <c:v>45323</c:v>
                </c:pt>
                <c:pt idx="993">
                  <c:v>45324</c:v>
                </c:pt>
                <c:pt idx="994">
                  <c:v>45327</c:v>
                </c:pt>
                <c:pt idx="995">
                  <c:v>45328</c:v>
                </c:pt>
                <c:pt idx="996">
                  <c:v>45329</c:v>
                </c:pt>
                <c:pt idx="997">
                  <c:v>45330</c:v>
                </c:pt>
                <c:pt idx="998">
                  <c:v>45341</c:v>
                </c:pt>
                <c:pt idx="999">
                  <c:v>45342</c:v>
                </c:pt>
                <c:pt idx="1000">
                  <c:v>45343</c:v>
                </c:pt>
                <c:pt idx="1001">
                  <c:v>45344</c:v>
                </c:pt>
                <c:pt idx="1002">
                  <c:v>45345</c:v>
                </c:pt>
                <c:pt idx="1003">
                  <c:v>45348</c:v>
                </c:pt>
                <c:pt idx="1004">
                  <c:v>45349</c:v>
                </c:pt>
                <c:pt idx="1005">
                  <c:v>45350</c:v>
                </c:pt>
                <c:pt idx="1006">
                  <c:v>45351</c:v>
                </c:pt>
                <c:pt idx="1007">
                  <c:v>45352</c:v>
                </c:pt>
                <c:pt idx="1008">
                  <c:v>45355</c:v>
                </c:pt>
                <c:pt idx="1009">
                  <c:v>45356</c:v>
                </c:pt>
                <c:pt idx="1010">
                  <c:v>45357</c:v>
                </c:pt>
                <c:pt idx="1011">
                  <c:v>45358</c:v>
                </c:pt>
                <c:pt idx="1012">
                  <c:v>45359</c:v>
                </c:pt>
                <c:pt idx="1013">
                  <c:v>45362</c:v>
                </c:pt>
                <c:pt idx="1014">
                  <c:v>45363</c:v>
                </c:pt>
                <c:pt idx="1015">
                  <c:v>45364</c:v>
                </c:pt>
                <c:pt idx="1016">
                  <c:v>45365</c:v>
                </c:pt>
                <c:pt idx="1017">
                  <c:v>45366</c:v>
                </c:pt>
                <c:pt idx="1018">
                  <c:v>45369</c:v>
                </c:pt>
                <c:pt idx="1019">
                  <c:v>45370</c:v>
                </c:pt>
                <c:pt idx="1020">
                  <c:v>45371</c:v>
                </c:pt>
                <c:pt idx="1021">
                  <c:v>45372</c:v>
                </c:pt>
                <c:pt idx="1022">
                  <c:v>45373</c:v>
                </c:pt>
                <c:pt idx="1023">
                  <c:v>45376</c:v>
                </c:pt>
                <c:pt idx="1024">
                  <c:v>45377</c:v>
                </c:pt>
                <c:pt idx="1025">
                  <c:v>45378</c:v>
                </c:pt>
                <c:pt idx="1026">
                  <c:v>45379</c:v>
                </c:pt>
                <c:pt idx="1027">
                  <c:v>45380</c:v>
                </c:pt>
                <c:pt idx="1028">
                  <c:v>45383</c:v>
                </c:pt>
                <c:pt idx="1029">
                  <c:v>45384</c:v>
                </c:pt>
                <c:pt idx="1030">
                  <c:v>45385</c:v>
                </c:pt>
                <c:pt idx="1031">
                  <c:v>45390</c:v>
                </c:pt>
                <c:pt idx="1032">
                  <c:v>45391</c:v>
                </c:pt>
                <c:pt idx="1033">
                  <c:v>45392</c:v>
                </c:pt>
                <c:pt idx="1034">
                  <c:v>45393</c:v>
                </c:pt>
                <c:pt idx="1035">
                  <c:v>45394</c:v>
                </c:pt>
                <c:pt idx="1036">
                  <c:v>45397</c:v>
                </c:pt>
                <c:pt idx="1037">
                  <c:v>45398</c:v>
                </c:pt>
                <c:pt idx="1038">
                  <c:v>45399</c:v>
                </c:pt>
                <c:pt idx="1039">
                  <c:v>45400</c:v>
                </c:pt>
                <c:pt idx="1040">
                  <c:v>45401</c:v>
                </c:pt>
                <c:pt idx="1041">
                  <c:v>45404</c:v>
                </c:pt>
                <c:pt idx="1042">
                  <c:v>45405</c:v>
                </c:pt>
                <c:pt idx="1043">
                  <c:v>45406</c:v>
                </c:pt>
                <c:pt idx="1044">
                  <c:v>45407</c:v>
                </c:pt>
                <c:pt idx="1045">
                  <c:v>45408</c:v>
                </c:pt>
                <c:pt idx="1046">
                  <c:v>45411</c:v>
                </c:pt>
                <c:pt idx="1047">
                  <c:v>45412</c:v>
                </c:pt>
                <c:pt idx="1048">
                  <c:v>45418</c:v>
                </c:pt>
                <c:pt idx="1049">
                  <c:v>45419</c:v>
                </c:pt>
                <c:pt idx="1050">
                  <c:v>45420</c:v>
                </c:pt>
                <c:pt idx="1051">
                  <c:v>45421</c:v>
                </c:pt>
                <c:pt idx="1052">
                  <c:v>45422</c:v>
                </c:pt>
                <c:pt idx="1053">
                  <c:v>45425</c:v>
                </c:pt>
                <c:pt idx="1054">
                  <c:v>45426</c:v>
                </c:pt>
                <c:pt idx="1055">
                  <c:v>45427</c:v>
                </c:pt>
                <c:pt idx="1056">
                  <c:v>45428</c:v>
                </c:pt>
                <c:pt idx="1057">
                  <c:v>45429</c:v>
                </c:pt>
                <c:pt idx="1058">
                  <c:v>45432</c:v>
                </c:pt>
                <c:pt idx="1059">
                  <c:v>45433</c:v>
                </c:pt>
                <c:pt idx="1060">
                  <c:v>45434</c:v>
                </c:pt>
                <c:pt idx="1061">
                  <c:v>45435</c:v>
                </c:pt>
                <c:pt idx="1062">
                  <c:v>45436</c:v>
                </c:pt>
                <c:pt idx="1063">
                  <c:v>45439</c:v>
                </c:pt>
                <c:pt idx="1064">
                  <c:v>45440</c:v>
                </c:pt>
                <c:pt idx="1065">
                  <c:v>45441</c:v>
                </c:pt>
                <c:pt idx="1066">
                  <c:v>45442</c:v>
                </c:pt>
                <c:pt idx="1067">
                  <c:v>45443</c:v>
                </c:pt>
                <c:pt idx="1068">
                  <c:v>45446</c:v>
                </c:pt>
                <c:pt idx="1069">
                  <c:v>45447</c:v>
                </c:pt>
                <c:pt idx="1070">
                  <c:v>45448</c:v>
                </c:pt>
                <c:pt idx="1071">
                  <c:v>45449</c:v>
                </c:pt>
                <c:pt idx="1072">
                  <c:v>45450</c:v>
                </c:pt>
                <c:pt idx="1073">
                  <c:v>45454</c:v>
                </c:pt>
                <c:pt idx="1074">
                  <c:v>45455</c:v>
                </c:pt>
                <c:pt idx="1075">
                  <c:v>45456</c:v>
                </c:pt>
                <c:pt idx="1076">
                  <c:v>45457</c:v>
                </c:pt>
                <c:pt idx="1077">
                  <c:v>45460</c:v>
                </c:pt>
                <c:pt idx="1078">
                  <c:v>45461</c:v>
                </c:pt>
                <c:pt idx="1079">
                  <c:v>45462</c:v>
                </c:pt>
                <c:pt idx="1080">
                  <c:v>45463</c:v>
                </c:pt>
                <c:pt idx="1081">
                  <c:v>45464</c:v>
                </c:pt>
                <c:pt idx="1082">
                  <c:v>45467</c:v>
                </c:pt>
                <c:pt idx="1083">
                  <c:v>45468</c:v>
                </c:pt>
                <c:pt idx="1084">
                  <c:v>45469</c:v>
                </c:pt>
                <c:pt idx="1085">
                  <c:v>45470</c:v>
                </c:pt>
                <c:pt idx="1086">
                  <c:v>45471</c:v>
                </c:pt>
                <c:pt idx="1087">
                  <c:v>45474</c:v>
                </c:pt>
                <c:pt idx="1088">
                  <c:v>45475</c:v>
                </c:pt>
                <c:pt idx="1089">
                  <c:v>45476</c:v>
                </c:pt>
                <c:pt idx="1090">
                  <c:v>45477</c:v>
                </c:pt>
                <c:pt idx="1091">
                  <c:v>45478</c:v>
                </c:pt>
                <c:pt idx="1092">
                  <c:v>45481</c:v>
                </c:pt>
                <c:pt idx="1093">
                  <c:v>45482</c:v>
                </c:pt>
                <c:pt idx="1094">
                  <c:v>45483</c:v>
                </c:pt>
                <c:pt idx="1095">
                  <c:v>45484</c:v>
                </c:pt>
                <c:pt idx="1096">
                  <c:v>45485</c:v>
                </c:pt>
                <c:pt idx="1097">
                  <c:v>45488</c:v>
                </c:pt>
                <c:pt idx="1098">
                  <c:v>45489</c:v>
                </c:pt>
                <c:pt idx="1099">
                  <c:v>45490</c:v>
                </c:pt>
                <c:pt idx="1100">
                  <c:v>45491</c:v>
                </c:pt>
                <c:pt idx="1101">
                  <c:v>45492</c:v>
                </c:pt>
                <c:pt idx="1102">
                  <c:v>45495</c:v>
                </c:pt>
                <c:pt idx="1103">
                  <c:v>45496</c:v>
                </c:pt>
                <c:pt idx="1104">
                  <c:v>45497</c:v>
                </c:pt>
                <c:pt idx="1105">
                  <c:v>45498</c:v>
                </c:pt>
                <c:pt idx="1106">
                  <c:v>45499</c:v>
                </c:pt>
                <c:pt idx="1107">
                  <c:v>45502</c:v>
                </c:pt>
                <c:pt idx="1108">
                  <c:v>45503</c:v>
                </c:pt>
                <c:pt idx="1109">
                  <c:v>45504</c:v>
                </c:pt>
                <c:pt idx="1110">
                  <c:v>45505</c:v>
                </c:pt>
                <c:pt idx="1111">
                  <c:v>45506</c:v>
                </c:pt>
                <c:pt idx="1112">
                  <c:v>45509</c:v>
                </c:pt>
                <c:pt idx="1113">
                  <c:v>45510</c:v>
                </c:pt>
                <c:pt idx="1114">
                  <c:v>45511</c:v>
                </c:pt>
                <c:pt idx="1115">
                  <c:v>45512</c:v>
                </c:pt>
                <c:pt idx="1116">
                  <c:v>45513</c:v>
                </c:pt>
                <c:pt idx="1117">
                  <c:v>45516</c:v>
                </c:pt>
                <c:pt idx="1118">
                  <c:v>45517</c:v>
                </c:pt>
                <c:pt idx="1119">
                  <c:v>45518</c:v>
                </c:pt>
                <c:pt idx="1120">
                  <c:v>45519</c:v>
                </c:pt>
                <c:pt idx="1121">
                  <c:v>45520</c:v>
                </c:pt>
                <c:pt idx="1122">
                  <c:v>45523</c:v>
                </c:pt>
                <c:pt idx="1123">
                  <c:v>45524</c:v>
                </c:pt>
                <c:pt idx="1124">
                  <c:v>45525</c:v>
                </c:pt>
                <c:pt idx="1125">
                  <c:v>45526</c:v>
                </c:pt>
                <c:pt idx="1126">
                  <c:v>45527</c:v>
                </c:pt>
                <c:pt idx="1127">
                  <c:v>45530</c:v>
                </c:pt>
                <c:pt idx="1128">
                  <c:v>45531</c:v>
                </c:pt>
                <c:pt idx="1129">
                  <c:v>45532</c:v>
                </c:pt>
                <c:pt idx="1130">
                  <c:v>45533</c:v>
                </c:pt>
                <c:pt idx="1131">
                  <c:v>45534</c:v>
                </c:pt>
                <c:pt idx="1132">
                  <c:v>45537</c:v>
                </c:pt>
                <c:pt idx="1133">
                  <c:v>45538</c:v>
                </c:pt>
                <c:pt idx="1134">
                  <c:v>45539</c:v>
                </c:pt>
                <c:pt idx="1135">
                  <c:v>45540</c:v>
                </c:pt>
                <c:pt idx="1136">
                  <c:v>45541</c:v>
                </c:pt>
                <c:pt idx="1137">
                  <c:v>45544</c:v>
                </c:pt>
                <c:pt idx="1138">
                  <c:v>45545</c:v>
                </c:pt>
                <c:pt idx="1139">
                  <c:v>45546</c:v>
                </c:pt>
                <c:pt idx="1140">
                  <c:v>45547</c:v>
                </c:pt>
                <c:pt idx="1141">
                  <c:v>45548</c:v>
                </c:pt>
                <c:pt idx="1142">
                  <c:v>45553</c:v>
                </c:pt>
                <c:pt idx="1143">
                  <c:v>45554</c:v>
                </c:pt>
                <c:pt idx="1144">
                  <c:v>45555</c:v>
                </c:pt>
                <c:pt idx="1145">
                  <c:v>45558</c:v>
                </c:pt>
                <c:pt idx="1146">
                  <c:v>45559</c:v>
                </c:pt>
                <c:pt idx="1147">
                  <c:v>45560</c:v>
                </c:pt>
                <c:pt idx="1148">
                  <c:v>45561</c:v>
                </c:pt>
                <c:pt idx="1149">
                  <c:v>45562</c:v>
                </c:pt>
                <c:pt idx="1150">
                  <c:v>45565</c:v>
                </c:pt>
                <c:pt idx="1151">
                  <c:v>45573</c:v>
                </c:pt>
                <c:pt idx="1152">
                  <c:v>45574</c:v>
                </c:pt>
                <c:pt idx="1153">
                  <c:v>45575</c:v>
                </c:pt>
                <c:pt idx="1154">
                  <c:v>45576</c:v>
                </c:pt>
                <c:pt idx="1155">
                  <c:v>45579</c:v>
                </c:pt>
                <c:pt idx="1156">
                  <c:v>45580</c:v>
                </c:pt>
                <c:pt idx="1157">
                  <c:v>45581</c:v>
                </c:pt>
                <c:pt idx="1158">
                  <c:v>45582</c:v>
                </c:pt>
                <c:pt idx="1159">
                  <c:v>45583</c:v>
                </c:pt>
                <c:pt idx="1160">
                  <c:v>45586</c:v>
                </c:pt>
                <c:pt idx="1161">
                  <c:v>45587</c:v>
                </c:pt>
                <c:pt idx="1162">
                  <c:v>45588</c:v>
                </c:pt>
                <c:pt idx="1163">
                  <c:v>45589</c:v>
                </c:pt>
                <c:pt idx="1164">
                  <c:v>45590</c:v>
                </c:pt>
                <c:pt idx="1165">
                  <c:v>45593</c:v>
                </c:pt>
                <c:pt idx="1166">
                  <c:v>45594</c:v>
                </c:pt>
                <c:pt idx="1167">
                  <c:v>45595</c:v>
                </c:pt>
                <c:pt idx="1168">
                  <c:v>45596</c:v>
                </c:pt>
                <c:pt idx="1169">
                  <c:v>45597</c:v>
                </c:pt>
                <c:pt idx="1170">
                  <c:v>45600</c:v>
                </c:pt>
                <c:pt idx="1171">
                  <c:v>45601</c:v>
                </c:pt>
                <c:pt idx="1172">
                  <c:v>45602</c:v>
                </c:pt>
                <c:pt idx="1173">
                  <c:v>45603</c:v>
                </c:pt>
                <c:pt idx="1174">
                  <c:v>45604</c:v>
                </c:pt>
                <c:pt idx="1175">
                  <c:v>45607</c:v>
                </c:pt>
                <c:pt idx="1176">
                  <c:v>45608</c:v>
                </c:pt>
                <c:pt idx="1177">
                  <c:v>45609</c:v>
                </c:pt>
                <c:pt idx="1178">
                  <c:v>45610</c:v>
                </c:pt>
                <c:pt idx="1179">
                  <c:v>45611</c:v>
                </c:pt>
                <c:pt idx="1180">
                  <c:v>45614</c:v>
                </c:pt>
                <c:pt idx="1181">
                  <c:v>45615</c:v>
                </c:pt>
                <c:pt idx="1182">
                  <c:v>45616</c:v>
                </c:pt>
                <c:pt idx="1183">
                  <c:v>45617</c:v>
                </c:pt>
                <c:pt idx="1184">
                  <c:v>45618</c:v>
                </c:pt>
                <c:pt idx="1185">
                  <c:v>45621</c:v>
                </c:pt>
                <c:pt idx="1186">
                  <c:v>45622</c:v>
                </c:pt>
                <c:pt idx="1187">
                  <c:v>45623</c:v>
                </c:pt>
                <c:pt idx="1188">
                  <c:v>45624</c:v>
                </c:pt>
                <c:pt idx="1189">
                  <c:v>45625</c:v>
                </c:pt>
                <c:pt idx="1190">
                  <c:v>45628</c:v>
                </c:pt>
                <c:pt idx="1191">
                  <c:v>45629</c:v>
                </c:pt>
                <c:pt idx="1192">
                  <c:v>45630</c:v>
                </c:pt>
                <c:pt idx="1193">
                  <c:v>45631</c:v>
                </c:pt>
                <c:pt idx="1194">
                  <c:v>45632</c:v>
                </c:pt>
                <c:pt idx="1195">
                  <c:v>45635</c:v>
                </c:pt>
                <c:pt idx="1196">
                  <c:v>45636</c:v>
                </c:pt>
                <c:pt idx="1197">
                  <c:v>45637</c:v>
                </c:pt>
                <c:pt idx="1198">
                  <c:v>45638</c:v>
                </c:pt>
                <c:pt idx="1199">
                  <c:v>45639</c:v>
                </c:pt>
                <c:pt idx="1200">
                  <c:v>45642</c:v>
                </c:pt>
                <c:pt idx="1201">
                  <c:v>45643</c:v>
                </c:pt>
                <c:pt idx="1202">
                  <c:v>45644</c:v>
                </c:pt>
                <c:pt idx="1203">
                  <c:v>45645</c:v>
                </c:pt>
                <c:pt idx="1204">
                  <c:v>45646</c:v>
                </c:pt>
                <c:pt idx="1205">
                  <c:v>45649</c:v>
                </c:pt>
                <c:pt idx="1206">
                  <c:v>45650</c:v>
                </c:pt>
                <c:pt idx="1207">
                  <c:v>45651</c:v>
                </c:pt>
                <c:pt idx="1208">
                  <c:v>45652</c:v>
                </c:pt>
                <c:pt idx="1209">
                  <c:v>45653</c:v>
                </c:pt>
                <c:pt idx="1210">
                  <c:v>45656</c:v>
                </c:pt>
                <c:pt idx="1211">
                  <c:v>45657</c:v>
                </c:pt>
                <c:pt idx="1212">
                  <c:v>45659</c:v>
                </c:pt>
                <c:pt idx="1213">
                  <c:v>45660</c:v>
                </c:pt>
                <c:pt idx="1214">
                  <c:v>45663</c:v>
                </c:pt>
                <c:pt idx="1215">
                  <c:v>45664</c:v>
                </c:pt>
                <c:pt idx="1216">
                  <c:v>45665</c:v>
                </c:pt>
                <c:pt idx="1217">
                  <c:v>45666</c:v>
                </c:pt>
                <c:pt idx="1218">
                  <c:v>45667</c:v>
                </c:pt>
                <c:pt idx="1219">
                  <c:v>45670</c:v>
                </c:pt>
                <c:pt idx="1220">
                  <c:v>45671</c:v>
                </c:pt>
                <c:pt idx="1221">
                  <c:v>45672</c:v>
                </c:pt>
                <c:pt idx="1222">
                  <c:v>45673</c:v>
                </c:pt>
                <c:pt idx="1223">
                  <c:v>45674</c:v>
                </c:pt>
                <c:pt idx="1224">
                  <c:v>45677</c:v>
                </c:pt>
                <c:pt idx="1225">
                  <c:v>45678</c:v>
                </c:pt>
                <c:pt idx="1226">
                  <c:v>45679</c:v>
                </c:pt>
                <c:pt idx="1227">
                  <c:v>45680</c:v>
                </c:pt>
                <c:pt idx="1228">
                  <c:v>45681</c:v>
                </c:pt>
                <c:pt idx="1229">
                  <c:v>45684</c:v>
                </c:pt>
                <c:pt idx="1230">
                  <c:v>45693</c:v>
                </c:pt>
                <c:pt idx="1231">
                  <c:v>45694</c:v>
                </c:pt>
                <c:pt idx="1232">
                  <c:v>45695</c:v>
                </c:pt>
                <c:pt idx="1233">
                  <c:v>45698</c:v>
                </c:pt>
                <c:pt idx="1234">
                  <c:v>45699</c:v>
                </c:pt>
                <c:pt idx="1235">
                  <c:v>45700</c:v>
                </c:pt>
                <c:pt idx="1236">
                  <c:v>45701</c:v>
                </c:pt>
                <c:pt idx="1237">
                  <c:v>45702</c:v>
                </c:pt>
                <c:pt idx="1238">
                  <c:v>45705</c:v>
                </c:pt>
                <c:pt idx="1239">
                  <c:v>45706</c:v>
                </c:pt>
                <c:pt idx="1240">
                  <c:v>45707</c:v>
                </c:pt>
                <c:pt idx="1241">
                  <c:v>45708</c:v>
                </c:pt>
                <c:pt idx="1242">
                  <c:v>45709</c:v>
                </c:pt>
                <c:pt idx="1243">
                  <c:v>45712</c:v>
                </c:pt>
                <c:pt idx="1244">
                  <c:v>45713</c:v>
                </c:pt>
                <c:pt idx="1245">
                  <c:v>45714</c:v>
                </c:pt>
                <c:pt idx="1246">
                  <c:v>45715</c:v>
                </c:pt>
                <c:pt idx="1247">
                  <c:v>45716</c:v>
                </c:pt>
                <c:pt idx="1248">
                  <c:v>45719</c:v>
                </c:pt>
                <c:pt idx="1249">
                  <c:v>45720</c:v>
                </c:pt>
                <c:pt idx="1250">
                  <c:v>45721</c:v>
                </c:pt>
                <c:pt idx="1251">
                  <c:v>45722</c:v>
                </c:pt>
                <c:pt idx="1252">
                  <c:v>45723</c:v>
                </c:pt>
                <c:pt idx="1253">
                  <c:v>45726</c:v>
                </c:pt>
                <c:pt idx="1254">
                  <c:v>45727</c:v>
                </c:pt>
                <c:pt idx="1255">
                  <c:v>45728</c:v>
                </c:pt>
                <c:pt idx="1256">
                  <c:v>45729</c:v>
                </c:pt>
                <c:pt idx="1257">
                  <c:v>45730</c:v>
                </c:pt>
                <c:pt idx="1258">
                  <c:v>45733</c:v>
                </c:pt>
                <c:pt idx="1259">
                  <c:v>45734</c:v>
                </c:pt>
                <c:pt idx="1260">
                  <c:v>45735</c:v>
                </c:pt>
                <c:pt idx="1261">
                  <c:v>45736</c:v>
                </c:pt>
                <c:pt idx="1262">
                  <c:v>45737</c:v>
                </c:pt>
                <c:pt idx="1263">
                  <c:v>45740</c:v>
                </c:pt>
                <c:pt idx="1264">
                  <c:v>45741</c:v>
                </c:pt>
                <c:pt idx="1265">
                  <c:v>45742</c:v>
                </c:pt>
                <c:pt idx="1266">
                  <c:v>45743</c:v>
                </c:pt>
                <c:pt idx="1267">
                  <c:v>45744</c:v>
                </c:pt>
                <c:pt idx="1268">
                  <c:v>45747</c:v>
                </c:pt>
                <c:pt idx="1269">
                  <c:v>45748</c:v>
                </c:pt>
                <c:pt idx="1270">
                  <c:v>45749</c:v>
                </c:pt>
                <c:pt idx="1271">
                  <c:v>45750</c:v>
                </c:pt>
                <c:pt idx="1272">
                  <c:v>45754</c:v>
                </c:pt>
                <c:pt idx="1273">
                  <c:v>45755</c:v>
                </c:pt>
                <c:pt idx="1274">
                  <c:v>45756</c:v>
                </c:pt>
                <c:pt idx="1275">
                  <c:v>45757</c:v>
                </c:pt>
                <c:pt idx="1276">
                  <c:v>45758</c:v>
                </c:pt>
                <c:pt idx="1277">
                  <c:v>45761</c:v>
                </c:pt>
                <c:pt idx="1278">
                  <c:v>45762</c:v>
                </c:pt>
                <c:pt idx="1279">
                  <c:v>45763</c:v>
                </c:pt>
                <c:pt idx="1280">
                  <c:v>45764</c:v>
                </c:pt>
                <c:pt idx="1281">
                  <c:v>45765</c:v>
                </c:pt>
                <c:pt idx="1282">
                  <c:v>45768</c:v>
                </c:pt>
                <c:pt idx="1283">
                  <c:v>45769</c:v>
                </c:pt>
                <c:pt idx="1284">
                  <c:v>45770</c:v>
                </c:pt>
                <c:pt idx="1285">
                  <c:v>45771</c:v>
                </c:pt>
                <c:pt idx="1286">
                  <c:v>45772</c:v>
                </c:pt>
                <c:pt idx="1287">
                  <c:v>45775</c:v>
                </c:pt>
                <c:pt idx="1288">
                  <c:v>45776</c:v>
                </c:pt>
                <c:pt idx="1289">
                  <c:v>45777</c:v>
                </c:pt>
                <c:pt idx="1290">
                  <c:v>45783</c:v>
                </c:pt>
                <c:pt idx="1291">
                  <c:v>45784</c:v>
                </c:pt>
                <c:pt idx="1292">
                  <c:v>45785</c:v>
                </c:pt>
                <c:pt idx="1293">
                  <c:v>45786</c:v>
                </c:pt>
                <c:pt idx="1294">
                  <c:v>45789</c:v>
                </c:pt>
                <c:pt idx="1295">
                  <c:v>45790</c:v>
                </c:pt>
                <c:pt idx="1296">
                  <c:v>45791</c:v>
                </c:pt>
                <c:pt idx="1297">
                  <c:v>45792</c:v>
                </c:pt>
                <c:pt idx="1298">
                  <c:v>45793</c:v>
                </c:pt>
                <c:pt idx="1299">
                  <c:v>45796</c:v>
                </c:pt>
                <c:pt idx="1300">
                  <c:v>45797</c:v>
                </c:pt>
                <c:pt idx="1301">
                  <c:v>45798</c:v>
                </c:pt>
                <c:pt idx="1302">
                  <c:v>45799</c:v>
                </c:pt>
                <c:pt idx="1303">
                  <c:v>45800</c:v>
                </c:pt>
                <c:pt idx="1304">
                  <c:v>45803</c:v>
                </c:pt>
                <c:pt idx="1305">
                  <c:v>45804</c:v>
                </c:pt>
                <c:pt idx="1306">
                  <c:v>45805</c:v>
                </c:pt>
                <c:pt idx="1307">
                  <c:v>45806</c:v>
                </c:pt>
                <c:pt idx="1308">
                  <c:v>45807</c:v>
                </c:pt>
                <c:pt idx="1309">
                  <c:v>45811</c:v>
                </c:pt>
                <c:pt idx="1310">
                  <c:v>45812</c:v>
                </c:pt>
                <c:pt idx="1311">
                  <c:v>45813</c:v>
                </c:pt>
                <c:pt idx="1312">
                  <c:v>45814</c:v>
                </c:pt>
                <c:pt idx="1313">
                  <c:v>45817</c:v>
                </c:pt>
                <c:pt idx="1314">
                  <c:v>45818</c:v>
                </c:pt>
                <c:pt idx="1315">
                  <c:v>45819</c:v>
                </c:pt>
                <c:pt idx="1316">
                  <c:v>45820</c:v>
                </c:pt>
                <c:pt idx="1317">
                  <c:v>45821</c:v>
                </c:pt>
                <c:pt idx="1318">
                  <c:v>45824</c:v>
                </c:pt>
                <c:pt idx="1319">
                  <c:v>45825</c:v>
                </c:pt>
                <c:pt idx="1320">
                  <c:v>45826</c:v>
                </c:pt>
                <c:pt idx="1321">
                  <c:v>45827</c:v>
                </c:pt>
                <c:pt idx="1322">
                  <c:v>45828</c:v>
                </c:pt>
                <c:pt idx="1323">
                  <c:v>45831</c:v>
                </c:pt>
                <c:pt idx="1324">
                  <c:v>45832</c:v>
                </c:pt>
                <c:pt idx="1325">
                  <c:v>45833</c:v>
                </c:pt>
                <c:pt idx="1326">
                  <c:v>45834</c:v>
                </c:pt>
                <c:pt idx="1327">
                  <c:v>45835</c:v>
                </c:pt>
                <c:pt idx="1328">
                  <c:v>45838</c:v>
                </c:pt>
                <c:pt idx="1329">
                  <c:v>45839</c:v>
                </c:pt>
                <c:pt idx="1330">
                  <c:v>45840</c:v>
                </c:pt>
                <c:pt idx="1331">
                  <c:v>45841</c:v>
                </c:pt>
                <c:pt idx="1332">
                  <c:v>45842</c:v>
                </c:pt>
                <c:pt idx="1333">
                  <c:v>45845</c:v>
                </c:pt>
                <c:pt idx="1334">
                  <c:v>45846</c:v>
                </c:pt>
                <c:pt idx="1335">
                  <c:v>45847</c:v>
                </c:pt>
                <c:pt idx="1336">
                  <c:v>45848</c:v>
                </c:pt>
                <c:pt idx="1337">
                  <c:v>45849</c:v>
                </c:pt>
                <c:pt idx="1338">
                  <c:v>45852</c:v>
                </c:pt>
                <c:pt idx="1339">
                  <c:v>45853</c:v>
                </c:pt>
                <c:pt idx="1340">
                  <c:v>45854</c:v>
                </c:pt>
                <c:pt idx="1341">
                  <c:v>45855</c:v>
                </c:pt>
                <c:pt idx="1342">
                  <c:v>45856</c:v>
                </c:pt>
                <c:pt idx="1343">
                  <c:v>45859</c:v>
                </c:pt>
                <c:pt idx="1344">
                  <c:v>45860</c:v>
                </c:pt>
                <c:pt idx="1345">
                  <c:v>45861</c:v>
                </c:pt>
                <c:pt idx="1346">
                  <c:v>45862</c:v>
                </c:pt>
                <c:pt idx="1347">
                  <c:v>45863</c:v>
                </c:pt>
                <c:pt idx="1348">
                  <c:v>45866</c:v>
                </c:pt>
                <c:pt idx="1349">
                  <c:v>45867</c:v>
                </c:pt>
                <c:pt idx="1350">
                  <c:v>45868</c:v>
                </c:pt>
                <c:pt idx="1351">
                  <c:v>45869</c:v>
                </c:pt>
                <c:pt idx="1352">
                  <c:v>45870</c:v>
                </c:pt>
                <c:pt idx="1353">
                  <c:v>45873</c:v>
                </c:pt>
                <c:pt idx="1354">
                  <c:v>45874</c:v>
                </c:pt>
                <c:pt idx="1355">
                  <c:v>45875</c:v>
                </c:pt>
                <c:pt idx="1356">
                  <c:v>45876</c:v>
                </c:pt>
                <c:pt idx="1357">
                  <c:v>45877</c:v>
                </c:pt>
                <c:pt idx="1358">
                  <c:v>45880</c:v>
                </c:pt>
                <c:pt idx="1359">
                  <c:v>45881</c:v>
                </c:pt>
                <c:pt idx="1360">
                  <c:v>45882</c:v>
                </c:pt>
                <c:pt idx="1361">
                  <c:v>45883</c:v>
                </c:pt>
                <c:pt idx="1362">
                  <c:v>45884</c:v>
                </c:pt>
                <c:pt idx="1363">
                  <c:v>45887</c:v>
                </c:pt>
                <c:pt idx="1364">
                  <c:v>45888</c:v>
                </c:pt>
                <c:pt idx="1365">
                  <c:v>45889</c:v>
                </c:pt>
                <c:pt idx="1366">
                  <c:v>45890</c:v>
                </c:pt>
                <c:pt idx="1367">
                  <c:v>45891</c:v>
                </c:pt>
                <c:pt idx="1368">
                  <c:v>45894</c:v>
                </c:pt>
                <c:pt idx="1369">
                  <c:v>45895</c:v>
                </c:pt>
                <c:pt idx="1370">
                  <c:v>45896</c:v>
                </c:pt>
                <c:pt idx="1371">
                  <c:v>45897</c:v>
                </c:pt>
                <c:pt idx="1372">
                  <c:v>45898</c:v>
                </c:pt>
                <c:pt idx="1373">
                  <c:v>45901</c:v>
                </c:pt>
                <c:pt idx="1374">
                  <c:v>45902</c:v>
                </c:pt>
                <c:pt idx="1375">
                  <c:v>45903</c:v>
                </c:pt>
                <c:pt idx="1376">
                  <c:v>45904</c:v>
                </c:pt>
                <c:pt idx="1377">
                  <c:v>45905</c:v>
                </c:pt>
                <c:pt idx="1378">
                  <c:v>45908</c:v>
                </c:pt>
                <c:pt idx="1379">
                  <c:v>45909</c:v>
                </c:pt>
                <c:pt idx="1380">
                  <c:v>45910</c:v>
                </c:pt>
                <c:pt idx="1381">
                  <c:v>45911</c:v>
                </c:pt>
                <c:pt idx="1382">
                  <c:v>45912</c:v>
                </c:pt>
                <c:pt idx="1383">
                  <c:v>45915</c:v>
                </c:pt>
                <c:pt idx="1384">
                  <c:v>45916</c:v>
                </c:pt>
                <c:pt idx="1385">
                  <c:v>45917</c:v>
                </c:pt>
                <c:pt idx="1386">
                  <c:v>45918</c:v>
                </c:pt>
                <c:pt idx="1387">
                  <c:v>45919</c:v>
                </c:pt>
                <c:pt idx="1388">
                  <c:v>45922</c:v>
                </c:pt>
                <c:pt idx="1389">
                  <c:v>45923</c:v>
                </c:pt>
                <c:pt idx="1390">
                  <c:v>45924</c:v>
                </c:pt>
                <c:pt idx="1391">
                  <c:v>45925</c:v>
                </c:pt>
                <c:pt idx="1392">
                  <c:v>45926</c:v>
                </c:pt>
                <c:pt idx="1393">
                  <c:v>45929</c:v>
                </c:pt>
                <c:pt idx="1394">
                  <c:v>45930</c:v>
                </c:pt>
                <c:pt idx="1395">
                  <c:v>45939</c:v>
                </c:pt>
                <c:pt idx="1396">
                  <c:v>45940</c:v>
                </c:pt>
                <c:pt idx="1397">
                  <c:v>45943</c:v>
                </c:pt>
                <c:pt idx="1398">
                  <c:v>45944</c:v>
                </c:pt>
                <c:pt idx="1399">
                  <c:v>45945</c:v>
                </c:pt>
                <c:pt idx="1400">
                  <c:v>45946</c:v>
                </c:pt>
                <c:pt idx="1401">
                  <c:v>45947</c:v>
                </c:pt>
                <c:pt idx="1402">
                  <c:v>45950</c:v>
                </c:pt>
                <c:pt idx="1403">
                  <c:v>45951</c:v>
                </c:pt>
                <c:pt idx="1404">
                  <c:v>45952</c:v>
                </c:pt>
                <c:pt idx="1405">
                  <c:v>45953</c:v>
                </c:pt>
                <c:pt idx="1406">
                  <c:v>45954</c:v>
                </c:pt>
                <c:pt idx="1407">
                  <c:v>45957</c:v>
                </c:pt>
                <c:pt idx="1408">
                  <c:v>45958</c:v>
                </c:pt>
                <c:pt idx="1409">
                  <c:v>45959</c:v>
                </c:pt>
                <c:pt idx="1410">
                  <c:v>45960</c:v>
                </c:pt>
                <c:pt idx="1411">
                  <c:v>45961</c:v>
                </c:pt>
                <c:pt idx="1412">
                  <c:v>45964</c:v>
                </c:pt>
                <c:pt idx="1413">
                  <c:v>45965</c:v>
                </c:pt>
                <c:pt idx="1414">
                  <c:v>45966</c:v>
                </c:pt>
                <c:pt idx="1415">
                  <c:v>45967</c:v>
                </c:pt>
                <c:pt idx="1416">
                  <c:v>45968</c:v>
                </c:pt>
                <c:pt idx="1417">
                  <c:v>45971</c:v>
                </c:pt>
                <c:pt idx="1418">
                  <c:v>45972</c:v>
                </c:pt>
                <c:pt idx="1419">
                  <c:v>45973</c:v>
                </c:pt>
                <c:pt idx="1420">
                  <c:v>45974</c:v>
                </c:pt>
                <c:pt idx="1421">
                  <c:v>45975</c:v>
                </c:pt>
                <c:pt idx="1422">
                  <c:v>45978</c:v>
                </c:pt>
                <c:pt idx="1423">
                  <c:v>45979</c:v>
                </c:pt>
                <c:pt idx="1424">
                  <c:v>45980</c:v>
                </c:pt>
                <c:pt idx="1425">
                  <c:v>45981</c:v>
                </c:pt>
                <c:pt idx="1426">
                  <c:v>45982</c:v>
                </c:pt>
                <c:pt idx="1427">
                  <c:v>45985</c:v>
                </c:pt>
                <c:pt idx="1428">
                  <c:v>45986</c:v>
                </c:pt>
                <c:pt idx="1429">
                  <c:v>45987</c:v>
                </c:pt>
                <c:pt idx="1430">
                  <c:v>45988</c:v>
                </c:pt>
                <c:pt idx="1431">
                  <c:v>45989</c:v>
                </c:pt>
                <c:pt idx="1432">
                  <c:v>45992</c:v>
                </c:pt>
                <c:pt idx="1433">
                  <c:v>45993</c:v>
                </c:pt>
                <c:pt idx="1434">
                  <c:v>45994</c:v>
                </c:pt>
                <c:pt idx="1435">
                  <c:v>45995</c:v>
                </c:pt>
                <c:pt idx="1436">
                  <c:v>45996</c:v>
                </c:pt>
                <c:pt idx="1437">
                  <c:v>45999</c:v>
                </c:pt>
                <c:pt idx="1438">
                  <c:v>46000</c:v>
                </c:pt>
                <c:pt idx="1439">
                  <c:v>46001</c:v>
                </c:pt>
                <c:pt idx="1440">
                  <c:v>46002</c:v>
                </c:pt>
                <c:pt idx="1441">
                  <c:v>46003</c:v>
                </c:pt>
                <c:pt idx="1442">
                  <c:v>46006</c:v>
                </c:pt>
                <c:pt idx="1443">
                  <c:v>46007</c:v>
                </c:pt>
                <c:pt idx="1444">
                  <c:v>46008</c:v>
                </c:pt>
                <c:pt idx="1445">
                  <c:v>46009</c:v>
                </c:pt>
                <c:pt idx="1446">
                  <c:v>46010</c:v>
                </c:pt>
                <c:pt idx="1447">
                  <c:v>46013</c:v>
                </c:pt>
                <c:pt idx="1448">
                  <c:v>46014</c:v>
                </c:pt>
                <c:pt idx="1449">
                  <c:v>46015</c:v>
                </c:pt>
                <c:pt idx="1450">
                  <c:v>46016</c:v>
                </c:pt>
                <c:pt idx="1451">
                  <c:v>46017</c:v>
                </c:pt>
                <c:pt idx="1452">
                  <c:v>46020</c:v>
                </c:pt>
                <c:pt idx="1453">
                  <c:v>46021</c:v>
                </c:pt>
                <c:pt idx="1454">
                  <c:v>46022</c:v>
                </c:pt>
                <c:pt idx="1455">
                  <c:v>46027</c:v>
                </c:pt>
                <c:pt idx="1456">
                  <c:v>46028</c:v>
                </c:pt>
                <c:pt idx="1457">
                  <c:v>46029</c:v>
                </c:pt>
                <c:pt idx="1458">
                  <c:v>46030</c:v>
                </c:pt>
                <c:pt idx="1459">
                  <c:v>46031</c:v>
                </c:pt>
                <c:pt idx="1460">
                  <c:v>46034</c:v>
                </c:pt>
                <c:pt idx="1461">
                  <c:v>46035</c:v>
                </c:pt>
                <c:pt idx="1462">
                  <c:v>46036</c:v>
                </c:pt>
                <c:pt idx="1463">
                  <c:v>46037</c:v>
                </c:pt>
                <c:pt idx="1464">
                  <c:v>46038</c:v>
                </c:pt>
                <c:pt idx="1465">
                  <c:v>46041</c:v>
                </c:pt>
                <c:pt idx="1466">
                  <c:v>46042</c:v>
                </c:pt>
                <c:pt idx="1467">
                  <c:v>46043</c:v>
                </c:pt>
                <c:pt idx="1468">
                  <c:v>46044</c:v>
                </c:pt>
                <c:pt idx="1469">
                  <c:v>46045</c:v>
                </c:pt>
                <c:pt idx="1470">
                  <c:v>46048</c:v>
                </c:pt>
                <c:pt idx="1471">
                  <c:v>46049</c:v>
                </c:pt>
                <c:pt idx="1472">
                  <c:v>46050</c:v>
                </c:pt>
                <c:pt idx="1473">
                  <c:v>46051</c:v>
                </c:pt>
                <c:pt idx="1474">
                  <c:v>46052</c:v>
                </c:pt>
                <c:pt idx="1475">
                  <c:v>46055</c:v>
                </c:pt>
                <c:pt idx="1476">
                  <c:v>46056</c:v>
                </c:pt>
                <c:pt idx="1477">
                  <c:v>46057</c:v>
                </c:pt>
                <c:pt idx="1478">
                  <c:v>46058</c:v>
                </c:pt>
                <c:pt idx="1479">
                  <c:v>46059</c:v>
                </c:pt>
                <c:pt idx="1480">
                  <c:v>46062</c:v>
                </c:pt>
                <c:pt idx="1481">
                  <c:v>46063</c:v>
                </c:pt>
                <c:pt idx="1482">
                  <c:v>46064</c:v>
                </c:pt>
                <c:pt idx="1483">
                  <c:v>46065</c:v>
                </c:pt>
                <c:pt idx="1484">
                  <c:v>46066</c:v>
                </c:pt>
                <c:pt idx="1485">
                  <c:v>46077</c:v>
                </c:pt>
                <c:pt idx="1486">
                  <c:v>46078</c:v>
                </c:pt>
                <c:pt idx="1487">
                  <c:v>46079</c:v>
                </c:pt>
                <c:pt idx="1488">
                  <c:v>46080</c:v>
                </c:pt>
                <c:pt idx="1489">
                  <c:v>46083</c:v>
                </c:pt>
                <c:pt idx="1490">
                  <c:v>46084</c:v>
                </c:pt>
                <c:pt idx="1491">
                  <c:v>46085</c:v>
                </c:pt>
                <c:pt idx="1492">
                  <c:v>46086</c:v>
                </c:pt>
                <c:pt idx="1493">
                  <c:v>46087</c:v>
                </c:pt>
                <c:pt idx="1494">
                  <c:v>46090</c:v>
                </c:pt>
                <c:pt idx="1495">
                  <c:v>46091</c:v>
                </c:pt>
                <c:pt idx="1496">
                  <c:v>46092</c:v>
                </c:pt>
                <c:pt idx="1497">
                  <c:v>46093</c:v>
                </c:pt>
                <c:pt idx="1498">
                  <c:v>46094</c:v>
                </c:pt>
                <c:pt idx="1499">
                  <c:v>46097</c:v>
                </c:pt>
                <c:pt idx="1500">
                  <c:v>46098</c:v>
                </c:pt>
                <c:pt idx="1501">
                  <c:v>46099</c:v>
                </c:pt>
                <c:pt idx="1502">
                  <c:v>46100</c:v>
                </c:pt>
                <c:pt idx="1503">
                  <c:v>46101</c:v>
                </c:pt>
                <c:pt idx="1504">
                  <c:v>46104</c:v>
                </c:pt>
                <c:pt idx="1505">
                  <c:v>46105</c:v>
                </c:pt>
                <c:pt idx="1506">
                  <c:v>46106</c:v>
                </c:pt>
                <c:pt idx="1507">
                  <c:v>46107</c:v>
                </c:pt>
                <c:pt idx="1508">
                  <c:v>46108</c:v>
                </c:pt>
                <c:pt idx="1509">
                  <c:v>46111</c:v>
                </c:pt>
                <c:pt idx="1510">
                  <c:v>46112</c:v>
                </c:pt>
                <c:pt idx="1511">
                  <c:v>46113</c:v>
                </c:pt>
                <c:pt idx="1512">
                  <c:v>46114</c:v>
                </c:pt>
                <c:pt idx="1513">
                  <c:v>46115</c:v>
                </c:pt>
                <c:pt idx="1514">
                  <c:v>46119</c:v>
                </c:pt>
                <c:pt idx="1515">
                  <c:v>46120</c:v>
                </c:pt>
                <c:pt idx="1516">
                  <c:v>46121</c:v>
                </c:pt>
                <c:pt idx="1517">
                  <c:v>46122</c:v>
                </c:pt>
                <c:pt idx="1518">
                  <c:v>46125</c:v>
                </c:pt>
                <c:pt idx="1519">
                  <c:v>46126</c:v>
                </c:pt>
                <c:pt idx="1520">
                  <c:v>46127</c:v>
                </c:pt>
                <c:pt idx="1521">
                  <c:v>46128</c:v>
                </c:pt>
                <c:pt idx="1522">
                  <c:v>46129</c:v>
                </c:pt>
                <c:pt idx="1523">
                  <c:v>46132</c:v>
                </c:pt>
                <c:pt idx="1524">
                  <c:v>46133</c:v>
                </c:pt>
                <c:pt idx="1525">
                  <c:v>46134</c:v>
                </c:pt>
                <c:pt idx="1526">
                  <c:v>46135</c:v>
                </c:pt>
                <c:pt idx="1527">
                  <c:v>46136</c:v>
                </c:pt>
                <c:pt idx="1528">
                  <c:v>46139</c:v>
                </c:pt>
                <c:pt idx="1529">
                  <c:v>46140</c:v>
                </c:pt>
                <c:pt idx="1530">
                  <c:v>46141</c:v>
                </c:pt>
                <c:pt idx="1531">
                  <c:v>46142</c:v>
                </c:pt>
                <c:pt idx="1532">
                  <c:v>46148</c:v>
                </c:pt>
                <c:pt idx="1533">
                  <c:v>46149</c:v>
                </c:pt>
                <c:pt idx="1534">
                  <c:v>46150</c:v>
                </c:pt>
                <c:pt idx="1535">
                  <c:v>46153</c:v>
                </c:pt>
                <c:pt idx="1536">
                  <c:v>46154</c:v>
                </c:pt>
                <c:pt idx="1537">
                  <c:v>46155</c:v>
                </c:pt>
                <c:pt idx="1538">
                  <c:v>46156</c:v>
                </c:pt>
                <c:pt idx="1539">
                  <c:v>46157</c:v>
                </c:pt>
                <c:pt idx="1540">
                  <c:v>46160</c:v>
                </c:pt>
                <c:pt idx="1541">
                  <c:v>46161</c:v>
                </c:pt>
                <c:pt idx="1542">
                  <c:v>46162</c:v>
                </c:pt>
                <c:pt idx="1543">
                  <c:v>46163</c:v>
                </c:pt>
                <c:pt idx="1544">
                  <c:v>46164</c:v>
                </c:pt>
                <c:pt idx="1545">
                  <c:v>46167</c:v>
                </c:pt>
                <c:pt idx="1546">
                  <c:v>46168</c:v>
                </c:pt>
                <c:pt idx="1547">
                  <c:v>46169</c:v>
                </c:pt>
                <c:pt idx="1548">
                  <c:v>46170</c:v>
                </c:pt>
                <c:pt idx="1549">
                  <c:v>46171</c:v>
                </c:pt>
                <c:pt idx="1550">
                  <c:v>46174</c:v>
                </c:pt>
                <c:pt idx="1551">
                  <c:v>46175</c:v>
                </c:pt>
                <c:pt idx="1552">
                  <c:v>46176</c:v>
                </c:pt>
                <c:pt idx="1553">
                  <c:v>46177</c:v>
                </c:pt>
                <c:pt idx="1554">
                  <c:v>46178</c:v>
                </c:pt>
                <c:pt idx="1555">
                  <c:v>46181</c:v>
                </c:pt>
                <c:pt idx="1556">
                  <c:v>46182</c:v>
                </c:pt>
                <c:pt idx="1557">
                  <c:v>46183</c:v>
                </c:pt>
                <c:pt idx="1558">
                  <c:v>46184</c:v>
                </c:pt>
                <c:pt idx="1559">
                  <c:v>46185</c:v>
                </c:pt>
                <c:pt idx="1560">
                  <c:v>46188</c:v>
                </c:pt>
                <c:pt idx="1561">
                  <c:v>46189</c:v>
                </c:pt>
              </c:numCache>
            </c:numRef>
          </c:cat>
          <c:val>
            <c:numRef>
              <c:f>'5年内走势'!$E$2:$E$3995</c:f>
              <c:numCache>
                <c:formatCode>0.0000_ </c:formatCode>
                <c:ptCount val="3994"/>
                <c:pt idx="0">
                  <c:v>1</c:v>
                </c:pt>
                <c:pt idx="1">
                  <c:v>1.0013432064749439</c:v>
                </c:pt>
                <c:pt idx="2">
                  <c:v>0.99338729120027547</c:v>
                </c:pt>
                <c:pt idx="3">
                  <c:v>1.0030308248665403</c:v>
                </c:pt>
                <c:pt idx="4">
                  <c:v>0.99679696917513338</c:v>
                </c:pt>
                <c:pt idx="5">
                  <c:v>1.0139831238160841</c:v>
                </c:pt>
                <c:pt idx="6">
                  <c:v>1.0231100396073702</c:v>
                </c:pt>
                <c:pt idx="7">
                  <c:v>1.0336834854485963</c:v>
                </c:pt>
                <c:pt idx="8">
                  <c:v>1.0385052522817289</c:v>
                </c:pt>
                <c:pt idx="9">
                  <c:v>1.0323402789736524</c:v>
                </c:pt>
                <c:pt idx="10">
                  <c:v>1.0428104012398827</c:v>
                </c:pt>
                <c:pt idx="11">
                  <c:v>1.0446013432064749</c:v>
                </c:pt>
                <c:pt idx="12">
                  <c:v>1.0524539349061477</c:v>
                </c:pt>
                <c:pt idx="13">
                  <c:v>1.0405028413983124</c:v>
                </c:pt>
                <c:pt idx="14">
                  <c:v>1.0541759944894091</c:v>
                </c:pt>
                <c:pt idx="15">
                  <c:v>1.0412605476149472</c:v>
                </c:pt>
                <c:pt idx="16">
                  <c:v>0.98174616841742723</c:v>
                </c:pt>
                <c:pt idx="17">
                  <c:v>1.0011365593249526</c:v>
                </c:pt>
                <c:pt idx="18">
                  <c:v>1.0057516790080936</c:v>
                </c:pt>
                <c:pt idx="19">
                  <c:v>1.0354744274151884</c:v>
                </c:pt>
                <c:pt idx="20">
                  <c:v>1.0270707766488718</c:v>
                </c:pt>
                <c:pt idx="21">
                  <c:v>1.0202858618908213</c:v>
                </c:pt>
                <c:pt idx="22">
                  <c:v>1.0307559841570517</c:v>
                </c:pt>
                <c:pt idx="23">
                  <c:v>1.0385396934733941</c:v>
                </c:pt>
                <c:pt idx="24">
                  <c:v>1.036438780781815</c:v>
                </c:pt>
                <c:pt idx="25">
                  <c:v>1.043602548648183</c:v>
                </c:pt>
                <c:pt idx="26">
                  <c:v>1.0427415188565523</c:v>
                </c:pt>
                <c:pt idx="27">
                  <c:v>1.025452040640606</c:v>
                </c:pt>
                <c:pt idx="28">
                  <c:v>1.0274840709488546</c:v>
                </c:pt>
                <c:pt idx="29">
                  <c:v>1.0216979507490958</c:v>
                </c:pt>
                <c:pt idx="30">
                  <c:v>1.007129326674703</c:v>
                </c:pt>
                <c:pt idx="31">
                  <c:v>0.96786636817633875</c:v>
                </c:pt>
                <c:pt idx="32">
                  <c:v>0.97895643189254344</c:v>
                </c:pt>
                <c:pt idx="33">
                  <c:v>0.96414671947649377</c:v>
                </c:pt>
                <c:pt idx="34">
                  <c:v>0.95433097985190274</c:v>
                </c:pt>
                <c:pt idx="35">
                  <c:v>0.92309281901153761</c:v>
                </c:pt>
                <c:pt idx="36">
                  <c:v>0.93118649905286721</c:v>
                </c:pt>
                <c:pt idx="37">
                  <c:v>0.93528500086102972</c:v>
                </c:pt>
                <c:pt idx="38">
                  <c:v>0.95791286378508689</c:v>
                </c:pt>
                <c:pt idx="39">
                  <c:v>0.96910625107628712</c:v>
                </c:pt>
                <c:pt idx="40">
                  <c:v>0.94747718271052184</c:v>
                </c:pt>
                <c:pt idx="41">
                  <c:v>0.90618219390390908</c:v>
                </c:pt>
                <c:pt idx="42">
                  <c:v>0.91155501980368514</c:v>
                </c:pt>
                <c:pt idx="43">
                  <c:v>0.88517306698811771</c:v>
                </c:pt>
                <c:pt idx="44">
                  <c:v>0.85283278801446527</c:v>
                </c:pt>
                <c:pt idx="45">
                  <c:v>0.8288272774237988</c:v>
                </c:pt>
                <c:pt idx="46">
                  <c:v>0.8023764422249009</c:v>
                </c:pt>
                <c:pt idx="47">
                  <c:v>0.7814361976924401</c:v>
                </c:pt>
                <c:pt idx="48">
                  <c:v>0.74334423971069397</c:v>
                </c:pt>
                <c:pt idx="49">
                  <c:v>0.68634406750473564</c:v>
                </c:pt>
                <c:pt idx="50">
                  <c:v>0.7359049423110039</c:v>
                </c:pt>
                <c:pt idx="51">
                  <c:v>0.69526433614603056</c:v>
                </c:pt>
                <c:pt idx="52">
                  <c:v>0.75887721715171341</c:v>
                </c:pt>
                <c:pt idx="53">
                  <c:v>0.80210091269157902</c:v>
                </c:pt>
                <c:pt idx="54">
                  <c:v>0.78987428965042183</c:v>
                </c:pt>
                <c:pt idx="55">
                  <c:v>0.80520061994144987</c:v>
                </c:pt>
                <c:pt idx="56">
                  <c:v>0.80058550025830888</c:v>
                </c:pt>
                <c:pt idx="57">
                  <c:v>0.81563630101601503</c:v>
                </c:pt>
                <c:pt idx="58">
                  <c:v>0.77957637334251761</c:v>
                </c:pt>
                <c:pt idx="59">
                  <c:v>0.7984845875667298</c:v>
                </c:pt>
                <c:pt idx="60">
                  <c:v>0.7980024108834165</c:v>
                </c:pt>
                <c:pt idx="61">
                  <c:v>0.84336146030652659</c:v>
                </c:pt>
                <c:pt idx="62">
                  <c:v>0.83309798519028744</c:v>
                </c:pt>
                <c:pt idx="63">
                  <c:v>0.84591010848975368</c:v>
                </c:pt>
                <c:pt idx="64">
                  <c:v>0.85414155329774399</c:v>
                </c:pt>
                <c:pt idx="65">
                  <c:v>0.83829860513173748</c:v>
                </c:pt>
                <c:pt idx="66">
                  <c:v>0.85224728775615621</c:v>
                </c:pt>
                <c:pt idx="67">
                  <c:v>0.85224728775615621</c:v>
                </c:pt>
                <c:pt idx="68">
                  <c:v>0.85104184604787314</c:v>
                </c:pt>
                <c:pt idx="69">
                  <c:v>0.87831926984673669</c:v>
                </c:pt>
                <c:pt idx="70">
                  <c:v>0.8684002066471499</c:v>
                </c:pt>
                <c:pt idx="71">
                  <c:v>0.85896332013087651</c:v>
                </c:pt>
                <c:pt idx="72">
                  <c:v>0.86750473566385389</c:v>
                </c:pt>
                <c:pt idx="73">
                  <c:v>0.87391079731358701</c:v>
                </c:pt>
                <c:pt idx="74">
                  <c:v>0.86199414499741689</c:v>
                </c:pt>
                <c:pt idx="75">
                  <c:v>0.87769932839676246</c:v>
                </c:pt>
                <c:pt idx="76">
                  <c:v>0.88303771310487333</c:v>
                </c:pt>
                <c:pt idx="77">
                  <c:v>0.8890993628379541</c:v>
                </c:pt>
                <c:pt idx="78">
                  <c:v>0.8890993628379541</c:v>
                </c:pt>
                <c:pt idx="79">
                  <c:v>0.87825038746340611</c:v>
                </c:pt>
                <c:pt idx="80">
                  <c:v>0.87639056311348373</c:v>
                </c:pt>
                <c:pt idx="81">
                  <c:v>0.88382986051317369</c:v>
                </c:pt>
                <c:pt idx="82">
                  <c:v>0.87807818150507999</c:v>
                </c:pt>
                <c:pt idx="83">
                  <c:v>0.87263647322197346</c:v>
                </c:pt>
                <c:pt idx="84">
                  <c:v>0.88117788875495084</c:v>
                </c:pt>
                <c:pt idx="85">
                  <c:v>0.87360082658859994</c:v>
                </c:pt>
                <c:pt idx="86">
                  <c:v>0.87408300327191313</c:v>
                </c:pt>
                <c:pt idx="87">
                  <c:v>0.87976579989667636</c:v>
                </c:pt>
                <c:pt idx="88">
                  <c:v>0.90163595660409845</c:v>
                </c:pt>
                <c:pt idx="89">
                  <c:v>0.90483898742896507</c:v>
                </c:pt>
                <c:pt idx="90">
                  <c:v>0.90835198897881864</c:v>
                </c:pt>
                <c:pt idx="91">
                  <c:v>0.8941622180127432</c:v>
                </c:pt>
                <c:pt idx="92">
                  <c:v>0.9049767521956259</c:v>
                </c:pt>
                <c:pt idx="93">
                  <c:v>0.92064749440330629</c:v>
                </c:pt>
                <c:pt idx="94">
                  <c:v>0.92178405372825889</c:v>
                </c:pt>
                <c:pt idx="95">
                  <c:v>0.92402273118649902</c:v>
                </c:pt>
                <c:pt idx="96">
                  <c:v>0.92412605476149468</c:v>
                </c:pt>
                <c:pt idx="97">
                  <c:v>0.94089891510246249</c:v>
                </c:pt>
                <c:pt idx="98">
                  <c:v>0.95085241949371435</c:v>
                </c:pt>
                <c:pt idx="99">
                  <c:v>0.98470811090063715</c:v>
                </c:pt>
                <c:pt idx="100">
                  <c:v>0.98656793525055952</c:v>
                </c:pt>
                <c:pt idx="101">
                  <c:v>1.0009299121749613</c:v>
                </c:pt>
                <c:pt idx="102">
                  <c:v>1.0014465300499396</c:v>
                </c:pt>
                <c:pt idx="103">
                  <c:v>1.0033407955915274</c:v>
                </c:pt>
                <c:pt idx="104">
                  <c:v>1.0053383847081108</c:v>
                </c:pt>
                <c:pt idx="105">
                  <c:v>0.99404167384191489</c:v>
                </c:pt>
                <c:pt idx="106">
                  <c:v>0.97048389874289631</c:v>
                </c:pt>
                <c:pt idx="107">
                  <c:v>0.92285173066988102</c:v>
                </c:pt>
                <c:pt idx="108">
                  <c:v>0.9732736352677801</c:v>
                </c:pt>
                <c:pt idx="109">
                  <c:v>0.97475460650938506</c:v>
                </c:pt>
                <c:pt idx="110">
                  <c:v>0.97093163423454454</c:v>
                </c:pt>
                <c:pt idx="111">
                  <c:v>0.97596004821766824</c:v>
                </c:pt>
                <c:pt idx="112">
                  <c:v>0.96924401584294817</c:v>
                </c:pt>
                <c:pt idx="113">
                  <c:v>0.97103495780954008</c:v>
                </c:pt>
                <c:pt idx="114">
                  <c:v>0.98742896504219035</c:v>
                </c:pt>
                <c:pt idx="115">
                  <c:v>0.95760289306009982</c:v>
                </c:pt>
                <c:pt idx="116">
                  <c:v>0.96466333735147225</c:v>
                </c:pt>
                <c:pt idx="117">
                  <c:v>0.9652488376097812</c:v>
                </c:pt>
                <c:pt idx="118">
                  <c:v>0.97764766660926461</c:v>
                </c:pt>
                <c:pt idx="119">
                  <c:v>0.98463922851730656</c:v>
                </c:pt>
                <c:pt idx="120">
                  <c:v>1.0009299121749613</c:v>
                </c:pt>
                <c:pt idx="121">
                  <c:v>0.98767005338384695</c:v>
                </c:pt>
                <c:pt idx="122">
                  <c:v>0.98491475805062856</c:v>
                </c:pt>
                <c:pt idx="123">
                  <c:v>0.98932323058377813</c:v>
                </c:pt>
                <c:pt idx="124">
                  <c:v>0.98178060960909241</c:v>
                </c:pt>
                <c:pt idx="125">
                  <c:v>0.99824349922507305</c:v>
                </c:pt>
                <c:pt idx="126">
                  <c:v>0.99752023420010327</c:v>
                </c:pt>
                <c:pt idx="127">
                  <c:v>1.0066127087997243</c:v>
                </c:pt>
                <c:pt idx="128">
                  <c:v>0.99621146891682444</c:v>
                </c:pt>
                <c:pt idx="129">
                  <c:v>1.0042018253831582</c:v>
                </c:pt>
                <c:pt idx="130">
                  <c:v>1.0015842948166005</c:v>
                </c:pt>
                <c:pt idx="131">
                  <c:v>1.0165662131909765</c:v>
                </c:pt>
                <c:pt idx="132">
                  <c:v>1.0127087997244704</c:v>
                </c:pt>
                <c:pt idx="133">
                  <c:v>1.0069571207163768</c:v>
                </c:pt>
                <c:pt idx="134">
                  <c:v>1.0010676769416222</c:v>
                </c:pt>
                <c:pt idx="135">
                  <c:v>1.0108834165662131</c:v>
                </c:pt>
                <c:pt idx="136">
                  <c:v>1.0336834854485963</c:v>
                </c:pt>
                <c:pt idx="137">
                  <c:v>1.0375408989151025</c:v>
                </c:pt>
                <c:pt idx="138">
                  <c:v>1.0396073704150164</c:v>
                </c:pt>
                <c:pt idx="139">
                  <c:v>1.0308937489237127</c:v>
                </c:pt>
                <c:pt idx="140">
                  <c:v>1.0313759256070258</c:v>
                </c:pt>
                <c:pt idx="141">
                  <c:v>1.0437058722231789</c:v>
                </c:pt>
                <c:pt idx="142">
                  <c:v>1.0561047012226621</c:v>
                </c:pt>
                <c:pt idx="143">
                  <c:v>1.0722231789219905</c:v>
                </c:pt>
                <c:pt idx="144">
                  <c:v>1.0765283278801445</c:v>
                </c:pt>
                <c:pt idx="145">
                  <c:v>1.0909936283795418</c:v>
                </c:pt>
                <c:pt idx="146">
                  <c:v>1.1056311348372652</c:v>
                </c:pt>
                <c:pt idx="147">
                  <c:v>1.1113483726536937</c:v>
                </c:pt>
                <c:pt idx="148">
                  <c:v>1.1135870501119338</c:v>
                </c:pt>
                <c:pt idx="149">
                  <c:v>1.099500602720854</c:v>
                </c:pt>
                <c:pt idx="150">
                  <c:v>1.099500602720854</c:v>
                </c:pt>
                <c:pt idx="151">
                  <c:v>1.0774582400551058</c:v>
                </c:pt>
                <c:pt idx="152">
                  <c:v>1.0798691234716722</c:v>
                </c:pt>
                <c:pt idx="153">
                  <c:v>1.0387118994317202</c:v>
                </c:pt>
                <c:pt idx="154">
                  <c:v>1.0544515240227312</c:v>
                </c:pt>
                <c:pt idx="155">
                  <c:v>1.0653693817806096</c:v>
                </c:pt>
                <c:pt idx="156">
                  <c:v>1.0800413294299982</c:v>
                </c:pt>
                <c:pt idx="157">
                  <c:v>1.0821078009299121</c:v>
                </c:pt>
                <c:pt idx="158">
                  <c:v>1.072429826071982</c:v>
                </c:pt>
                <c:pt idx="159">
                  <c:v>1.0753917685551919</c:v>
                </c:pt>
                <c:pt idx="160">
                  <c:v>1.0578267608059237</c:v>
                </c:pt>
                <c:pt idx="161">
                  <c:v>1.0670225589805407</c:v>
                </c:pt>
                <c:pt idx="162">
                  <c:v>1.0728431203719648</c:v>
                </c:pt>
                <c:pt idx="163">
                  <c:v>1.0898226278629239</c:v>
                </c:pt>
                <c:pt idx="164">
                  <c:v>1.0746685035302219</c:v>
                </c:pt>
                <c:pt idx="165">
                  <c:v>1.0803168589633201</c:v>
                </c:pt>
                <c:pt idx="166">
                  <c:v>1.093094541071121</c:v>
                </c:pt>
                <c:pt idx="167">
                  <c:v>1.0806612708799723</c:v>
                </c:pt>
                <c:pt idx="168">
                  <c:v>1.0901670397795762</c:v>
                </c:pt>
                <c:pt idx="169">
                  <c:v>1.0898915102462543</c:v>
                </c:pt>
                <c:pt idx="170">
                  <c:v>1.1054933700706044</c:v>
                </c:pt>
                <c:pt idx="171">
                  <c:v>1.1136903736869295</c:v>
                </c:pt>
                <c:pt idx="172">
                  <c:v>1.1100740485620801</c:v>
                </c:pt>
                <c:pt idx="173">
                  <c:v>1.0952298949543653</c:v>
                </c:pt>
                <c:pt idx="174">
                  <c:v>1.0965731014293094</c:v>
                </c:pt>
                <c:pt idx="175">
                  <c:v>1.0879628035130013</c:v>
                </c:pt>
                <c:pt idx="176">
                  <c:v>1.0636128810056826</c:v>
                </c:pt>
                <c:pt idx="177">
                  <c:v>1.0664370587222316</c:v>
                </c:pt>
                <c:pt idx="178">
                  <c:v>1.0417771654899259</c:v>
                </c:pt>
                <c:pt idx="179">
                  <c:v>1.045531255381436</c:v>
                </c:pt>
                <c:pt idx="180">
                  <c:v>1.0574479076976062</c:v>
                </c:pt>
                <c:pt idx="181">
                  <c:v>1.0657482348889271</c:v>
                </c:pt>
                <c:pt idx="182">
                  <c:v>1.0657482348889271</c:v>
                </c:pt>
                <c:pt idx="183">
                  <c:v>1.0934045117961082</c:v>
                </c:pt>
                <c:pt idx="184">
                  <c:v>1.0991906319958669</c:v>
                </c:pt>
                <c:pt idx="185">
                  <c:v>1.1006716032374719</c:v>
                </c:pt>
                <c:pt idx="186">
                  <c:v>1.0903048045462371</c:v>
                </c:pt>
                <c:pt idx="187">
                  <c:v>1.0811778887549508</c:v>
                </c:pt>
                <c:pt idx="188">
                  <c:v>1.0739796796969174</c:v>
                </c:pt>
                <c:pt idx="189">
                  <c:v>1.0765972102634749</c:v>
                </c:pt>
                <c:pt idx="190">
                  <c:v>1.0838987428965041</c:v>
                </c:pt>
                <c:pt idx="191">
                  <c:v>1.0875150680213534</c:v>
                </c:pt>
                <c:pt idx="192">
                  <c:v>1.0806612708799723</c:v>
                </c:pt>
                <c:pt idx="193">
                  <c:v>1.084174272429826</c:v>
                </c:pt>
                <c:pt idx="194">
                  <c:v>1.0798346822800067</c:v>
                </c:pt>
                <c:pt idx="195">
                  <c:v>1.0738763561219218</c:v>
                </c:pt>
                <c:pt idx="196">
                  <c:v>1.0785947993800584</c:v>
                </c:pt>
                <c:pt idx="197">
                  <c:v>1.0674702944721886</c:v>
                </c:pt>
                <c:pt idx="198">
                  <c:v>1.0387463406233857</c:v>
                </c:pt>
                <c:pt idx="199">
                  <c:v>1.0537282589977612</c:v>
                </c:pt>
                <c:pt idx="200">
                  <c:v>1.0748062682968829</c:v>
                </c:pt>
                <c:pt idx="201">
                  <c:v>1.0808679180299636</c:v>
                </c:pt>
                <c:pt idx="202">
                  <c:v>1.1073187532288615</c:v>
                </c:pt>
                <c:pt idx="203">
                  <c:v>1.1093507835371104</c:v>
                </c:pt>
                <c:pt idx="204">
                  <c:v>1.1221973480282417</c:v>
                </c:pt>
                <c:pt idx="205">
                  <c:v>1.1232305837781986</c:v>
                </c:pt>
                <c:pt idx="206">
                  <c:v>1.1404167384191493</c:v>
                </c:pt>
                <c:pt idx="207">
                  <c:v>1.135594971586017</c:v>
                </c:pt>
                <c:pt idx="208">
                  <c:v>1.1469950060272083</c:v>
                </c:pt>
                <c:pt idx="209">
                  <c:v>1.1731703116927845</c:v>
                </c:pt>
                <c:pt idx="210">
                  <c:v>1.1704838987428965</c:v>
                </c:pt>
                <c:pt idx="211">
                  <c:v>1.1708627518512138</c:v>
                </c:pt>
                <c:pt idx="212">
                  <c:v>1.1715515756845187</c:v>
                </c:pt>
                <c:pt idx="213">
                  <c:v>1.1731358705011192</c:v>
                </c:pt>
                <c:pt idx="214">
                  <c:v>1.2001377647666607</c:v>
                </c:pt>
                <c:pt idx="215">
                  <c:v>1.206406061649733</c:v>
                </c:pt>
                <c:pt idx="216">
                  <c:v>1.1995867057000171</c:v>
                </c:pt>
                <c:pt idx="217">
                  <c:v>1.2127432409161356</c:v>
                </c:pt>
                <c:pt idx="218">
                  <c:v>1.2148441536077148</c:v>
                </c:pt>
                <c:pt idx="219">
                  <c:v>1.19183743757534</c:v>
                </c:pt>
                <c:pt idx="220">
                  <c:v>1.213707594282762</c:v>
                </c:pt>
                <c:pt idx="221">
                  <c:v>1.2352677802651972</c:v>
                </c:pt>
                <c:pt idx="222">
                  <c:v>1.2456001377647667</c:v>
                </c:pt>
                <c:pt idx="223">
                  <c:v>1.2661615291889099</c:v>
                </c:pt>
                <c:pt idx="224">
                  <c:v>1.2738419149302564</c:v>
                </c:pt>
                <c:pt idx="225">
                  <c:v>1.2517651110728429</c:v>
                </c:pt>
                <c:pt idx="226">
                  <c:v>1.279386946788359</c:v>
                </c:pt>
                <c:pt idx="227">
                  <c:v>1.2721542965386601</c:v>
                </c:pt>
                <c:pt idx="228">
                  <c:v>1.2820389185465817</c:v>
                </c:pt>
                <c:pt idx="229">
                  <c:v>1.2796969175133459</c:v>
                </c:pt>
                <c:pt idx="230">
                  <c:v>1.2773549164801101</c:v>
                </c:pt>
                <c:pt idx="231">
                  <c:v>1.2830377131048731</c:v>
                </c:pt>
                <c:pt idx="232">
                  <c:v>1.281212329946616</c:v>
                </c:pt>
                <c:pt idx="233">
                  <c:v>1.2796624763216806</c:v>
                </c:pt>
                <c:pt idx="234">
                  <c:v>1.2818322713965902</c:v>
                </c:pt>
                <c:pt idx="235">
                  <c:v>1.2620285861890821</c:v>
                </c:pt>
                <c:pt idx="236">
                  <c:v>1.2788703289133803</c:v>
                </c:pt>
                <c:pt idx="237">
                  <c:v>1.3059411055622523</c:v>
                </c:pt>
                <c:pt idx="238">
                  <c:v>1.3059411055622523</c:v>
                </c:pt>
                <c:pt idx="239">
                  <c:v>1.3085241949371447</c:v>
                </c:pt>
                <c:pt idx="240">
                  <c:v>1.3131393146202857</c:v>
                </c:pt>
                <c:pt idx="241">
                  <c:v>1.3407611503358017</c:v>
                </c:pt>
                <c:pt idx="242">
                  <c:v>1.3407611503358017</c:v>
                </c:pt>
                <c:pt idx="243">
                  <c:v>1.3772343723092817</c:v>
                </c:pt>
                <c:pt idx="244">
                  <c:v>1.3984157051833992</c:v>
                </c:pt>
                <c:pt idx="245">
                  <c:v>1.3848114344756326</c:v>
                </c:pt>
                <c:pt idx="246">
                  <c:v>1.4148785947993801</c:v>
                </c:pt>
                <c:pt idx="247">
                  <c:v>1.4817289478215947</c:v>
                </c:pt>
                <c:pt idx="248">
                  <c:v>1.4848630962631306</c:v>
                </c:pt>
                <c:pt idx="249">
                  <c:v>1.4736352677802651</c:v>
                </c:pt>
                <c:pt idx="250">
                  <c:v>1.4822800068882382</c:v>
                </c:pt>
                <c:pt idx="251">
                  <c:v>1.4804546237299809</c:v>
                </c:pt>
                <c:pt idx="252">
                  <c:v>1.4480110211813328</c:v>
                </c:pt>
                <c:pt idx="253">
                  <c:v>1.4138109178577578</c:v>
                </c:pt>
                <c:pt idx="254">
                  <c:v>1.4511796108145341</c:v>
                </c:pt>
                <c:pt idx="255">
                  <c:v>1.4603409677974857</c:v>
                </c:pt>
                <c:pt idx="256">
                  <c:v>1.4819011537799207</c:v>
                </c:pt>
                <c:pt idx="257">
                  <c:v>1.471086619597038</c:v>
                </c:pt>
                <c:pt idx="258">
                  <c:v>1.5061133115205785</c:v>
                </c:pt>
                <c:pt idx="259">
                  <c:v>1.4697089719304288</c:v>
                </c:pt>
                <c:pt idx="260">
                  <c:v>1.4591699672808678</c:v>
                </c:pt>
                <c:pt idx="261">
                  <c:v>1.4341312209402444</c:v>
                </c:pt>
                <c:pt idx="262">
                  <c:v>1.3933528500086101</c:v>
                </c:pt>
                <c:pt idx="263">
                  <c:v>1.4308593077320473</c:v>
                </c:pt>
                <c:pt idx="264">
                  <c:v>1.4500774926812465</c:v>
                </c:pt>
                <c:pt idx="265">
                  <c:v>1.4644739107973135</c:v>
                </c:pt>
                <c:pt idx="266">
                  <c:v>1.4407094885483036</c:v>
                </c:pt>
                <c:pt idx="267">
                  <c:v>1.4578956431892542</c:v>
                </c:pt>
                <c:pt idx="268">
                  <c:v>1.4429137248148785</c:v>
                </c:pt>
                <c:pt idx="269">
                  <c:v>1.4393318408816944</c:v>
                </c:pt>
                <c:pt idx="270">
                  <c:v>1.4453246082314446</c:v>
                </c:pt>
                <c:pt idx="271">
                  <c:v>1.4377131048734284</c:v>
                </c:pt>
                <c:pt idx="272">
                  <c:v>1.4497675219562596</c:v>
                </c:pt>
                <c:pt idx="273">
                  <c:v>1.4357843981401754</c:v>
                </c:pt>
                <c:pt idx="274">
                  <c:v>1.432133631823661</c:v>
                </c:pt>
                <c:pt idx="275">
                  <c:v>1.4023075598415704</c:v>
                </c:pt>
                <c:pt idx="276">
                  <c:v>1.4552092302393662</c:v>
                </c:pt>
                <c:pt idx="277">
                  <c:v>1.4117788875495092</c:v>
                </c:pt>
                <c:pt idx="278">
                  <c:v>1.4117788875495092</c:v>
                </c:pt>
                <c:pt idx="279">
                  <c:v>1.4286206302738074</c:v>
                </c:pt>
                <c:pt idx="280">
                  <c:v>1.4474599621146891</c:v>
                </c:pt>
                <c:pt idx="281">
                  <c:v>1.4264508351988978</c:v>
                </c:pt>
                <c:pt idx="282">
                  <c:v>1.4189770966075426</c:v>
                </c:pt>
                <c:pt idx="283">
                  <c:v>1.4063716204580676</c:v>
                </c:pt>
                <c:pt idx="284">
                  <c:v>1.3975891165834338</c:v>
                </c:pt>
                <c:pt idx="285">
                  <c:v>1.3896332013087653</c:v>
                </c:pt>
                <c:pt idx="286">
                  <c:v>1.4156018598243498</c:v>
                </c:pt>
                <c:pt idx="287">
                  <c:v>1.4332013087652831</c:v>
                </c:pt>
                <c:pt idx="288">
                  <c:v>1.4264852763905631</c:v>
                </c:pt>
                <c:pt idx="289">
                  <c:v>1.4372653693817805</c:v>
                </c:pt>
                <c:pt idx="290">
                  <c:v>1.425899776132254</c:v>
                </c:pt>
                <c:pt idx="291">
                  <c:v>1.4364043395901498</c:v>
                </c:pt>
                <c:pt idx="292">
                  <c:v>1.4221112450490787</c:v>
                </c:pt>
                <c:pt idx="293">
                  <c:v>1.4211813328741172</c:v>
                </c:pt>
                <c:pt idx="294">
                  <c:v>1.4076459445496812</c:v>
                </c:pt>
                <c:pt idx="295">
                  <c:v>1.4021009126915791</c:v>
                </c:pt>
                <c:pt idx="296">
                  <c:v>1.407026003099707</c:v>
                </c:pt>
                <c:pt idx="297">
                  <c:v>1.4220423626657481</c:v>
                </c:pt>
                <c:pt idx="298">
                  <c:v>1.4191493025658688</c:v>
                </c:pt>
                <c:pt idx="299">
                  <c:v>1.4348544859652144</c:v>
                </c:pt>
                <c:pt idx="300">
                  <c:v>1.429447218873773</c:v>
                </c:pt>
                <c:pt idx="301">
                  <c:v>1.4445324608231445</c:v>
                </c:pt>
                <c:pt idx="302">
                  <c:v>1.4594110556225244</c:v>
                </c:pt>
                <c:pt idx="303">
                  <c:v>1.466781470638884</c:v>
                </c:pt>
                <c:pt idx="304">
                  <c:v>1.4696056483554329</c:v>
                </c:pt>
                <c:pt idx="305">
                  <c:v>1.4701567074220767</c:v>
                </c:pt>
                <c:pt idx="306">
                  <c:v>1.4613397623557773</c:v>
                </c:pt>
                <c:pt idx="307">
                  <c:v>1.4610642328224557</c:v>
                </c:pt>
                <c:pt idx="308">
                  <c:v>1.477802651971758</c:v>
                </c:pt>
                <c:pt idx="309">
                  <c:v>1.4834165662131908</c:v>
                </c:pt>
                <c:pt idx="310">
                  <c:v>1.490132598587911</c:v>
                </c:pt>
                <c:pt idx="311">
                  <c:v>1.4893404511796107</c:v>
                </c:pt>
                <c:pt idx="312">
                  <c:v>1.4877217151713447</c:v>
                </c:pt>
                <c:pt idx="313">
                  <c:v>1.4968141897709661</c:v>
                </c:pt>
                <c:pt idx="314">
                  <c:v>1.4697778543137592</c:v>
                </c:pt>
                <c:pt idx="315">
                  <c:v>1.4719132081970034</c:v>
                </c:pt>
                <c:pt idx="316">
                  <c:v>1.4752540037885309</c:v>
                </c:pt>
                <c:pt idx="317">
                  <c:v>1.4890993628379541</c:v>
                </c:pt>
                <c:pt idx="318">
                  <c:v>1.488341656621319</c:v>
                </c:pt>
                <c:pt idx="319">
                  <c:v>1.4722920613053212</c:v>
                </c:pt>
                <c:pt idx="320">
                  <c:v>1.4681591183054932</c:v>
                </c:pt>
                <c:pt idx="321">
                  <c:v>1.4546581711727224</c:v>
                </c:pt>
                <c:pt idx="322">
                  <c:v>1.4693990012054416</c:v>
                </c:pt>
                <c:pt idx="323">
                  <c:v>1.4760117100051662</c:v>
                </c:pt>
                <c:pt idx="324">
                  <c:v>1.5003616325124849</c:v>
                </c:pt>
                <c:pt idx="325">
                  <c:v>1.476734975030136</c:v>
                </c:pt>
                <c:pt idx="326">
                  <c:v>1.452936111589461</c:v>
                </c:pt>
                <c:pt idx="327">
                  <c:v>1.4329946616152918</c:v>
                </c:pt>
                <c:pt idx="328">
                  <c:v>1.4471155501980368</c:v>
                </c:pt>
                <c:pt idx="329">
                  <c:v>1.4405717237816427</c:v>
                </c:pt>
                <c:pt idx="330">
                  <c:v>1.4571723781642842</c:v>
                </c:pt>
                <c:pt idx="331">
                  <c:v>1.4571723781642842</c:v>
                </c:pt>
                <c:pt idx="332">
                  <c:v>1.4523161701394867</c:v>
                </c:pt>
                <c:pt idx="333">
                  <c:v>1.4536938178060959</c:v>
                </c:pt>
                <c:pt idx="334">
                  <c:v>1.448493197864646</c:v>
                </c:pt>
                <c:pt idx="335">
                  <c:v>1.4615119683141036</c:v>
                </c:pt>
                <c:pt idx="336">
                  <c:v>1.4587222317892199</c:v>
                </c:pt>
                <c:pt idx="337">
                  <c:v>1.4568624074392973</c:v>
                </c:pt>
                <c:pt idx="338">
                  <c:v>1.4670225589805406</c:v>
                </c:pt>
                <c:pt idx="339">
                  <c:v>1.473773032546926</c:v>
                </c:pt>
                <c:pt idx="340">
                  <c:v>1.4820733597382467</c:v>
                </c:pt>
                <c:pt idx="341">
                  <c:v>1.4814878594799379</c:v>
                </c:pt>
                <c:pt idx="342">
                  <c:v>1.4942999827794041</c:v>
                </c:pt>
                <c:pt idx="343">
                  <c:v>1.4886171861546409</c:v>
                </c:pt>
                <c:pt idx="344">
                  <c:v>1.4921990700878249</c:v>
                </c:pt>
                <c:pt idx="345">
                  <c:v>1.4908903048045461</c:v>
                </c:pt>
                <c:pt idx="346">
                  <c:v>1.474634062338557</c:v>
                </c:pt>
                <c:pt idx="347">
                  <c:v>1.4787325641467195</c:v>
                </c:pt>
                <c:pt idx="348">
                  <c:v>1.4905458928878936</c:v>
                </c:pt>
                <c:pt idx="349">
                  <c:v>1.4951954537627001</c:v>
                </c:pt>
                <c:pt idx="350">
                  <c:v>1.5049423110039606</c:v>
                </c:pt>
                <c:pt idx="351">
                  <c:v>1.497261925262614</c:v>
                </c:pt>
                <c:pt idx="352">
                  <c:v>1.4982607198209057</c:v>
                </c:pt>
                <c:pt idx="353">
                  <c:v>1.4859996555880832</c:v>
                </c:pt>
                <c:pt idx="354">
                  <c:v>1.4961942483209918</c:v>
                </c:pt>
                <c:pt idx="355">
                  <c:v>1.5041501635956604</c:v>
                </c:pt>
                <c:pt idx="356">
                  <c:v>1.5098329602204235</c:v>
                </c:pt>
                <c:pt idx="357">
                  <c:v>1.5167900809368002</c:v>
                </c:pt>
                <c:pt idx="358">
                  <c:v>1.5153435508868607</c:v>
                </c:pt>
                <c:pt idx="359">
                  <c:v>1.5069399001205441</c:v>
                </c:pt>
                <c:pt idx="360">
                  <c:v>1.5114172550370242</c:v>
                </c:pt>
                <c:pt idx="361">
                  <c:v>1.5028069571207161</c:v>
                </c:pt>
                <c:pt idx="362">
                  <c:v>1.5016359566040984</c:v>
                </c:pt>
                <c:pt idx="363">
                  <c:v>1.507353194420527</c:v>
                </c:pt>
                <c:pt idx="364">
                  <c:v>1.5136903736869294</c:v>
                </c:pt>
                <c:pt idx="365">
                  <c:v>1.5049767521956259</c:v>
                </c:pt>
                <c:pt idx="366">
                  <c:v>1.4900292750129154</c:v>
                </c:pt>
                <c:pt idx="367">
                  <c:v>1.4735319442052692</c:v>
                </c:pt>
                <c:pt idx="368">
                  <c:v>1.4853797141381089</c:v>
                </c:pt>
                <c:pt idx="369">
                  <c:v>1.4971930428792835</c:v>
                </c:pt>
                <c:pt idx="370">
                  <c:v>1.4932667470294472</c:v>
                </c:pt>
                <c:pt idx="371">
                  <c:v>1.5042534871706559</c:v>
                </c:pt>
                <c:pt idx="372">
                  <c:v>1.497571895987601</c:v>
                </c:pt>
                <c:pt idx="373">
                  <c:v>1.4805923884966419</c:v>
                </c:pt>
                <c:pt idx="374">
                  <c:v>1.4759772688135009</c:v>
                </c:pt>
                <c:pt idx="375">
                  <c:v>1.4671947649388668</c:v>
                </c:pt>
                <c:pt idx="376">
                  <c:v>1.4857241260547613</c:v>
                </c:pt>
                <c:pt idx="377">
                  <c:v>1.4863096263130704</c:v>
                </c:pt>
                <c:pt idx="378">
                  <c:v>1.4722576201136559</c:v>
                </c:pt>
                <c:pt idx="379">
                  <c:v>1.4748407094885483</c:v>
                </c:pt>
                <c:pt idx="380">
                  <c:v>1.4780437403134146</c:v>
                </c:pt>
                <c:pt idx="381">
                  <c:v>1.4792147408300327</c:v>
                </c:pt>
                <c:pt idx="382">
                  <c:v>1.4599965558808334</c:v>
                </c:pt>
                <c:pt idx="383">
                  <c:v>1.4699156190804201</c:v>
                </c:pt>
                <c:pt idx="384">
                  <c:v>1.480902359221629</c:v>
                </c:pt>
                <c:pt idx="385">
                  <c:v>1.5018081625624247</c:v>
                </c:pt>
                <c:pt idx="386">
                  <c:v>1.4972963664542793</c:v>
                </c:pt>
                <c:pt idx="387">
                  <c:v>1.4923023936628206</c:v>
                </c:pt>
                <c:pt idx="388">
                  <c:v>1.4866540382297226</c:v>
                </c:pt>
                <c:pt idx="389">
                  <c:v>1.4760117100051662</c:v>
                </c:pt>
                <c:pt idx="390">
                  <c:v>1.4628551747890477</c:v>
                </c:pt>
                <c:pt idx="391">
                  <c:v>1.4547270535560528</c:v>
                </c:pt>
                <c:pt idx="392">
                  <c:v>1.4329602204236265</c:v>
                </c:pt>
                <c:pt idx="393">
                  <c:v>1.4329602204236265</c:v>
                </c:pt>
                <c:pt idx="394">
                  <c:v>1.4166006543826415</c:v>
                </c:pt>
                <c:pt idx="395">
                  <c:v>1.4236610986740141</c:v>
                </c:pt>
                <c:pt idx="396">
                  <c:v>1.3947304976752193</c:v>
                </c:pt>
                <c:pt idx="397">
                  <c:v>1.3803340795591525</c:v>
                </c:pt>
                <c:pt idx="398">
                  <c:v>1.3934217323919407</c:v>
                </c:pt>
                <c:pt idx="399">
                  <c:v>1.4206302738074736</c:v>
                </c:pt>
                <c:pt idx="400">
                  <c:v>1.4256931289822625</c:v>
                </c:pt>
                <c:pt idx="401">
                  <c:v>1.413397623557775</c:v>
                </c:pt>
                <c:pt idx="402">
                  <c:v>1.4129154468744618</c:v>
                </c:pt>
                <c:pt idx="403">
                  <c:v>1.4172550370242809</c:v>
                </c:pt>
                <c:pt idx="404">
                  <c:v>1.445806784914758</c:v>
                </c:pt>
                <c:pt idx="405">
                  <c:v>1.4462545204064059</c:v>
                </c:pt>
                <c:pt idx="406">
                  <c:v>1.4323747201653176</c:v>
                </c:pt>
                <c:pt idx="407">
                  <c:v>1.4438436369898398</c:v>
                </c:pt>
                <c:pt idx="408">
                  <c:v>1.4478043740313413</c:v>
                </c:pt>
                <c:pt idx="409">
                  <c:v>1.4389529877733769</c:v>
                </c:pt>
                <c:pt idx="410">
                  <c:v>1.4277251592905114</c:v>
                </c:pt>
                <c:pt idx="411">
                  <c:v>1.402720854141553</c:v>
                </c:pt>
                <c:pt idx="412">
                  <c:v>1.4076115033580161</c:v>
                </c:pt>
                <c:pt idx="413">
                  <c:v>1.4110556225245392</c:v>
                </c:pt>
                <c:pt idx="414">
                  <c:v>1.4202169795074908</c:v>
                </c:pt>
                <c:pt idx="415">
                  <c:v>1.4219045978990872</c:v>
                </c:pt>
                <c:pt idx="416">
                  <c:v>1.4094024453246081</c:v>
                </c:pt>
                <c:pt idx="417">
                  <c:v>1.4154985362493542</c:v>
                </c:pt>
                <c:pt idx="418">
                  <c:v>1.4154985362493542</c:v>
                </c:pt>
                <c:pt idx="419">
                  <c:v>1.4136731530910969</c:v>
                </c:pt>
                <c:pt idx="420">
                  <c:v>1.4115377992078524</c:v>
                </c:pt>
                <c:pt idx="421">
                  <c:v>1.4154296538660238</c:v>
                </c:pt>
                <c:pt idx="422">
                  <c:v>1.399001205441708</c:v>
                </c:pt>
                <c:pt idx="423">
                  <c:v>1.3779576373342515</c:v>
                </c:pt>
                <c:pt idx="424">
                  <c:v>1.3821250215257448</c:v>
                </c:pt>
                <c:pt idx="425">
                  <c:v>1.3343206474944032</c:v>
                </c:pt>
                <c:pt idx="426">
                  <c:v>1.3343206474944032</c:v>
                </c:pt>
                <c:pt idx="427">
                  <c:v>1.3111417255037023</c:v>
                </c:pt>
                <c:pt idx="428">
                  <c:v>1.3228861718615463</c:v>
                </c:pt>
                <c:pt idx="429">
                  <c:v>1.3417943860857584</c:v>
                </c:pt>
                <c:pt idx="430">
                  <c:v>1.3541932150852418</c:v>
                </c:pt>
                <c:pt idx="431">
                  <c:v>1.3501635956604097</c:v>
                </c:pt>
                <c:pt idx="432">
                  <c:v>1.3618391596349233</c:v>
                </c:pt>
                <c:pt idx="433">
                  <c:v>1.3560874806268297</c:v>
                </c:pt>
                <c:pt idx="434">
                  <c:v>1.3541587738935765</c:v>
                </c:pt>
                <c:pt idx="435">
                  <c:v>1.3547098329602203</c:v>
                </c:pt>
                <c:pt idx="436">
                  <c:v>1.3604615119683139</c:v>
                </c:pt>
                <c:pt idx="437">
                  <c:v>1.374444635784398</c:v>
                </c:pt>
                <c:pt idx="438">
                  <c:v>1.3620802479765799</c:v>
                </c:pt>
                <c:pt idx="439">
                  <c:v>1.356604098501808</c:v>
                </c:pt>
                <c:pt idx="440">
                  <c:v>1.3379369726192527</c:v>
                </c:pt>
                <c:pt idx="441">
                  <c:v>1.3425520923023935</c:v>
                </c:pt>
                <c:pt idx="442">
                  <c:v>1.3598071293266745</c:v>
                </c:pt>
                <c:pt idx="443">
                  <c:v>1.3414155329774409</c:v>
                </c:pt>
                <c:pt idx="444">
                  <c:v>1.3485104184604786</c:v>
                </c:pt>
                <c:pt idx="445">
                  <c:v>1.3427242982607197</c:v>
                </c:pt>
                <c:pt idx="446">
                  <c:v>1.3417943860857584</c:v>
                </c:pt>
                <c:pt idx="447">
                  <c:v>1.3444463578439814</c:v>
                </c:pt>
                <c:pt idx="448">
                  <c:v>1.3302565868779059</c:v>
                </c:pt>
                <c:pt idx="449">
                  <c:v>1.3293266747029446</c:v>
                </c:pt>
                <c:pt idx="450">
                  <c:v>1.3445152402273117</c:v>
                </c:pt>
                <c:pt idx="451">
                  <c:v>1.358222834510074</c:v>
                </c:pt>
                <c:pt idx="452">
                  <c:v>1.3572240399517823</c:v>
                </c:pt>
                <c:pt idx="453">
                  <c:v>1.3412777682107799</c:v>
                </c:pt>
                <c:pt idx="454">
                  <c:v>1.3343895298777337</c:v>
                </c:pt>
                <c:pt idx="455">
                  <c:v>1.3450318581022902</c:v>
                </c:pt>
                <c:pt idx="456">
                  <c:v>1.374444635784398</c:v>
                </c:pt>
                <c:pt idx="457">
                  <c:v>1.365386602376442</c:v>
                </c:pt>
                <c:pt idx="458">
                  <c:v>1.361804718443258</c:v>
                </c:pt>
                <c:pt idx="459">
                  <c:v>1.3498536249354227</c:v>
                </c:pt>
                <c:pt idx="460">
                  <c:v>1.3262269674530738</c:v>
                </c:pt>
                <c:pt idx="461">
                  <c:v>1.3143791975202341</c:v>
                </c:pt>
                <c:pt idx="462">
                  <c:v>1.2854830377131048</c:v>
                </c:pt>
                <c:pt idx="463">
                  <c:v>1.3195453762700189</c:v>
                </c:pt>
                <c:pt idx="464">
                  <c:v>1.3419665920440846</c:v>
                </c:pt>
                <c:pt idx="465">
                  <c:v>1.3499569485104184</c:v>
                </c:pt>
                <c:pt idx="466">
                  <c:v>1.3530222145686241</c:v>
                </c:pt>
                <c:pt idx="467">
                  <c:v>1.3649388668847942</c:v>
                </c:pt>
                <c:pt idx="468">
                  <c:v>1.3682452212846563</c:v>
                </c:pt>
                <c:pt idx="469">
                  <c:v>1.3815395212674357</c:v>
                </c:pt>
                <c:pt idx="470">
                  <c:v>1.3706561047012227</c:v>
                </c:pt>
                <c:pt idx="471">
                  <c:v>1.3682452212846563</c:v>
                </c:pt>
                <c:pt idx="472">
                  <c:v>1.3618391596349233</c:v>
                </c:pt>
                <c:pt idx="473">
                  <c:v>1.3627001894265542</c:v>
                </c:pt>
                <c:pt idx="474">
                  <c:v>1.3696573101429308</c:v>
                </c:pt>
                <c:pt idx="475">
                  <c:v>1.3740657826760805</c:v>
                </c:pt>
                <c:pt idx="476">
                  <c:v>1.3479249182021698</c:v>
                </c:pt>
                <c:pt idx="477">
                  <c:v>1.3568107456517995</c:v>
                </c:pt>
                <c:pt idx="478">
                  <c:v>1.3641122782848285</c:v>
                </c:pt>
                <c:pt idx="479">
                  <c:v>1.3712760461511966</c:v>
                </c:pt>
                <c:pt idx="480">
                  <c:v>1.3794730497675218</c:v>
                </c:pt>
                <c:pt idx="481">
                  <c:v>1.3728603409677975</c:v>
                </c:pt>
                <c:pt idx="482">
                  <c:v>1.3818150508007576</c:v>
                </c:pt>
                <c:pt idx="483">
                  <c:v>1.3663509557430686</c:v>
                </c:pt>
                <c:pt idx="484">
                  <c:v>1.3576373342517649</c:v>
                </c:pt>
                <c:pt idx="485">
                  <c:v>1.3576373342517649</c:v>
                </c:pt>
                <c:pt idx="486">
                  <c:v>1.361804718443258</c:v>
                </c:pt>
                <c:pt idx="487">
                  <c:v>1.344549681418977</c:v>
                </c:pt>
                <c:pt idx="488">
                  <c:v>1.3301877044945756</c:v>
                </c:pt>
                <c:pt idx="489">
                  <c:v>1.3461339762355777</c:v>
                </c:pt>
                <c:pt idx="490">
                  <c:v>1.3346650594110554</c:v>
                </c:pt>
                <c:pt idx="491">
                  <c:v>1.3396590322025141</c:v>
                </c:pt>
                <c:pt idx="492">
                  <c:v>1.3592560702600309</c:v>
                </c:pt>
                <c:pt idx="493">
                  <c:v>1.3535388324436024</c:v>
                </c:pt>
                <c:pt idx="494">
                  <c:v>1.3344239710693988</c:v>
                </c:pt>
                <c:pt idx="495">
                  <c:v>1.3218873773032547</c:v>
                </c:pt>
                <c:pt idx="496">
                  <c:v>1.3122438436369896</c:v>
                </c:pt>
                <c:pt idx="497">
                  <c:v>1.3026003099707248</c:v>
                </c:pt>
                <c:pt idx="498">
                  <c:v>1.3101084897537454</c:v>
                </c:pt>
                <c:pt idx="499">
                  <c:v>1.2952643361460305</c:v>
                </c:pt>
                <c:pt idx="500">
                  <c:v>1.2788014465300499</c:v>
                </c:pt>
                <c:pt idx="501">
                  <c:v>1.2481143447563283</c:v>
                </c:pt>
                <c:pt idx="502">
                  <c:v>1.2427415188565523</c:v>
                </c:pt>
                <c:pt idx="503">
                  <c:v>1.2005510590666435</c:v>
                </c:pt>
                <c:pt idx="504">
                  <c:v>1.2329257792319614</c:v>
                </c:pt>
                <c:pt idx="505">
                  <c:v>1.2499397279145859</c:v>
                </c:pt>
                <c:pt idx="506">
                  <c:v>1.2518684346478388</c:v>
                </c:pt>
                <c:pt idx="507">
                  <c:v>1.2696745307387634</c:v>
                </c:pt>
                <c:pt idx="508">
                  <c:v>1.279731358705011</c:v>
                </c:pt>
                <c:pt idx="509">
                  <c:v>1.2695367659721026</c:v>
                </c:pt>
                <c:pt idx="510">
                  <c:v>1.2501463750645772</c:v>
                </c:pt>
                <c:pt idx="511">
                  <c:v>1.2413638711899431</c:v>
                </c:pt>
                <c:pt idx="512">
                  <c:v>1.2650249698639573</c:v>
                </c:pt>
                <c:pt idx="513">
                  <c:v>1.2727742379886344</c:v>
                </c:pt>
                <c:pt idx="514">
                  <c:v>1.2693301188221111</c:v>
                </c:pt>
                <c:pt idx="515">
                  <c:v>1.2684346478388151</c:v>
                </c:pt>
                <c:pt idx="516">
                  <c:v>1.2519717582228345</c:v>
                </c:pt>
                <c:pt idx="517">
                  <c:v>1.255174789047701</c:v>
                </c:pt>
                <c:pt idx="518">
                  <c:v>1.2228000688823832</c:v>
                </c:pt>
                <c:pt idx="519">
                  <c:v>1.2345100740485619</c:v>
                </c:pt>
                <c:pt idx="520">
                  <c:v>1.2451868434647839</c:v>
                </c:pt>
                <c:pt idx="521">
                  <c:v>1.2451868434647839</c:v>
                </c:pt>
                <c:pt idx="522">
                  <c:v>1.2419149302565866</c:v>
                </c:pt>
                <c:pt idx="523">
                  <c:v>1.2641983812639916</c:v>
                </c:pt>
                <c:pt idx="524">
                  <c:v>1.2457034613397622</c:v>
                </c:pt>
                <c:pt idx="525">
                  <c:v>1.2158773893576715</c:v>
                </c:pt>
                <c:pt idx="526">
                  <c:v>1.2033063543998621</c:v>
                </c:pt>
                <c:pt idx="527">
                  <c:v>1.2033063543998621</c:v>
                </c:pt>
                <c:pt idx="528">
                  <c:v>1.2330291028069571</c:v>
                </c:pt>
                <c:pt idx="529">
                  <c:v>1.2237299810573445</c:v>
                </c:pt>
                <c:pt idx="530">
                  <c:v>1.2213190976407784</c:v>
                </c:pt>
                <c:pt idx="531">
                  <c:v>1.2089891510246253</c:v>
                </c:pt>
                <c:pt idx="532">
                  <c:v>1.2264163940072326</c:v>
                </c:pt>
                <c:pt idx="533">
                  <c:v>1.2449113139314618</c:v>
                </c:pt>
                <c:pt idx="534">
                  <c:v>1.247907697606337</c:v>
                </c:pt>
                <c:pt idx="535">
                  <c:v>1.2356466333735145</c:v>
                </c:pt>
                <c:pt idx="536">
                  <c:v>1.2456001377647667</c:v>
                </c:pt>
                <c:pt idx="537">
                  <c:v>1.2565524367143102</c:v>
                </c:pt>
                <c:pt idx="538">
                  <c:v>1.2515240227311863</c:v>
                </c:pt>
                <c:pt idx="539">
                  <c:v>1.2469777854313759</c:v>
                </c:pt>
                <c:pt idx="540">
                  <c:v>1.2469777854313759</c:v>
                </c:pt>
                <c:pt idx="541">
                  <c:v>1.2528672292061305</c:v>
                </c:pt>
                <c:pt idx="542">
                  <c:v>1.2553814361976923</c:v>
                </c:pt>
                <c:pt idx="543">
                  <c:v>1.2592044084725331</c:v>
                </c:pt>
                <c:pt idx="544">
                  <c:v>1.2508696400895469</c:v>
                </c:pt>
                <c:pt idx="545">
                  <c:v>1.2433614603065264</c:v>
                </c:pt>
                <c:pt idx="546">
                  <c:v>1.2251765111072843</c:v>
                </c:pt>
                <c:pt idx="547">
                  <c:v>1.2261408644739107</c:v>
                </c:pt>
                <c:pt idx="548">
                  <c:v>1.2253487170656103</c:v>
                </c:pt>
                <c:pt idx="549">
                  <c:v>1.2134320647494403</c:v>
                </c:pt>
                <c:pt idx="550">
                  <c:v>1.2364387807818149</c:v>
                </c:pt>
                <c:pt idx="551">
                  <c:v>1.2308593077320473</c:v>
                </c:pt>
                <c:pt idx="552">
                  <c:v>1.2186671258825554</c:v>
                </c:pt>
                <c:pt idx="553">
                  <c:v>1.2179438608575857</c:v>
                </c:pt>
                <c:pt idx="554">
                  <c:v>1.230790425348717</c:v>
                </c:pt>
                <c:pt idx="555">
                  <c:v>1.2313414844153605</c:v>
                </c:pt>
                <c:pt idx="556">
                  <c:v>1.2365076631651453</c:v>
                </c:pt>
                <c:pt idx="557">
                  <c:v>1.2241432753573274</c:v>
                </c:pt>
                <c:pt idx="558">
                  <c:v>1.2019287067332529</c:v>
                </c:pt>
                <c:pt idx="559">
                  <c:v>1.2077492681246771</c:v>
                </c:pt>
                <c:pt idx="560">
                  <c:v>1.1923884966419835</c:v>
                </c:pt>
                <c:pt idx="561">
                  <c:v>1.2059927673497504</c:v>
                </c:pt>
                <c:pt idx="562">
                  <c:v>1.2229378336490442</c:v>
                </c:pt>
                <c:pt idx="563">
                  <c:v>1.2187015670742207</c:v>
                </c:pt>
                <c:pt idx="564">
                  <c:v>1.2019975891165833</c:v>
                </c:pt>
                <c:pt idx="565">
                  <c:v>1.1896332013087654</c:v>
                </c:pt>
                <c:pt idx="566">
                  <c:v>1.183640433959015</c:v>
                </c:pt>
                <c:pt idx="567">
                  <c:v>1.1828482865507146</c:v>
                </c:pt>
                <c:pt idx="568">
                  <c:v>1.1639056311348372</c:v>
                </c:pt>
                <c:pt idx="569">
                  <c:v>1.1899431720337523</c:v>
                </c:pt>
                <c:pt idx="570">
                  <c:v>1.184570346133976</c:v>
                </c:pt>
                <c:pt idx="571">
                  <c:v>1.1969347339417942</c:v>
                </c:pt>
                <c:pt idx="572">
                  <c:v>1.1997244704666781</c:v>
                </c:pt>
                <c:pt idx="573">
                  <c:v>1.1821594627174099</c:v>
                </c:pt>
                <c:pt idx="574">
                  <c:v>1.2029963836748752</c:v>
                </c:pt>
                <c:pt idx="575">
                  <c:v>1.2066127087997243</c:v>
                </c:pt>
                <c:pt idx="576">
                  <c:v>1.1850525228172892</c:v>
                </c:pt>
                <c:pt idx="577">
                  <c:v>1.1902875839504046</c:v>
                </c:pt>
                <c:pt idx="578">
                  <c:v>1.1856724642672636</c:v>
                </c:pt>
                <c:pt idx="579">
                  <c:v>1.1986912347167211</c:v>
                </c:pt>
                <c:pt idx="580">
                  <c:v>1.2140175650077492</c:v>
                </c:pt>
                <c:pt idx="581">
                  <c:v>1.2210780092991218</c:v>
                </c:pt>
                <c:pt idx="582">
                  <c:v>1.2210780092991218</c:v>
                </c:pt>
                <c:pt idx="583">
                  <c:v>1.2071982090580333</c:v>
                </c:pt>
                <c:pt idx="584">
                  <c:v>1.2123643878078181</c:v>
                </c:pt>
                <c:pt idx="585">
                  <c:v>1.1905286722920612</c:v>
                </c:pt>
                <c:pt idx="586">
                  <c:v>1.1924229378336491</c:v>
                </c:pt>
                <c:pt idx="587">
                  <c:v>1.1938005855002582</c:v>
                </c:pt>
                <c:pt idx="588">
                  <c:v>1.1775099018426036</c:v>
                </c:pt>
                <c:pt idx="589">
                  <c:v>1.1361460306526605</c:v>
                </c:pt>
                <c:pt idx="590">
                  <c:v>1.1304632340278973</c:v>
                </c:pt>
                <c:pt idx="591">
                  <c:v>1.1097296366454277</c:v>
                </c:pt>
                <c:pt idx="592">
                  <c:v>1.1098674014120888</c:v>
                </c:pt>
                <c:pt idx="593">
                  <c:v>1.1024281040123987</c:v>
                </c:pt>
                <c:pt idx="594">
                  <c:v>1.0829688307215428</c:v>
                </c:pt>
                <c:pt idx="595">
                  <c:v>1.0896504219045977</c:v>
                </c:pt>
                <c:pt idx="596">
                  <c:v>1.0610642328224555</c:v>
                </c:pt>
                <c:pt idx="597">
                  <c:v>1.0520061994144996</c:v>
                </c:pt>
                <c:pt idx="598">
                  <c:v>1.0748062682968829</c:v>
                </c:pt>
                <c:pt idx="599">
                  <c:v>1.0890304804546236</c:v>
                </c:pt>
                <c:pt idx="600">
                  <c:v>1.0990528672292061</c:v>
                </c:pt>
                <c:pt idx="601">
                  <c:v>1.0775271224384364</c:v>
                </c:pt>
                <c:pt idx="602">
                  <c:v>1.0580334079559151</c:v>
                </c:pt>
                <c:pt idx="603">
                  <c:v>1.0470811090063714</c:v>
                </c:pt>
                <c:pt idx="604">
                  <c:v>1.0470466678147063</c:v>
                </c:pt>
                <c:pt idx="605">
                  <c:v>1.0643361460306524</c:v>
                </c:pt>
                <c:pt idx="606">
                  <c:v>1.0410883416566212</c:v>
                </c:pt>
                <c:pt idx="607">
                  <c:v>1.0618563802307559</c:v>
                </c:pt>
                <c:pt idx="608">
                  <c:v>1.0681935594971583</c:v>
                </c:pt>
                <c:pt idx="609">
                  <c:v>1.0617874978474255</c:v>
                </c:pt>
                <c:pt idx="610">
                  <c:v>1.0505596693645598</c:v>
                </c:pt>
                <c:pt idx="611">
                  <c:v>1.0559324952643361</c:v>
                </c:pt>
                <c:pt idx="612">
                  <c:v>1.0516617874978473</c:v>
                </c:pt>
                <c:pt idx="613">
                  <c:v>1.0604787325641467</c:v>
                </c:pt>
                <c:pt idx="614">
                  <c:v>1.0844498019631479</c:v>
                </c:pt>
                <c:pt idx="615">
                  <c:v>1.0811090063716202</c:v>
                </c:pt>
                <c:pt idx="616">
                  <c:v>1.0884105390046495</c:v>
                </c:pt>
                <c:pt idx="617">
                  <c:v>1.1010160151541242</c:v>
                </c:pt>
                <c:pt idx="618">
                  <c:v>1.0929223351127948</c:v>
                </c:pt>
                <c:pt idx="619">
                  <c:v>1.0964008954709832</c:v>
                </c:pt>
                <c:pt idx="620">
                  <c:v>1.1007749268124676</c:v>
                </c:pt>
                <c:pt idx="621">
                  <c:v>1.1012226623041157</c:v>
                </c:pt>
                <c:pt idx="622">
                  <c:v>1.1076976063371793</c:v>
                </c:pt>
                <c:pt idx="623">
                  <c:v>1.1135181677286032</c:v>
                </c:pt>
                <c:pt idx="624">
                  <c:v>1.1123471672119856</c:v>
                </c:pt>
                <c:pt idx="625">
                  <c:v>1.1077664887205096</c:v>
                </c:pt>
                <c:pt idx="626">
                  <c:v>1.1152057861201996</c:v>
                </c:pt>
                <c:pt idx="627">
                  <c:v>1.1209574651282934</c:v>
                </c:pt>
                <c:pt idx="628">
                  <c:v>1.1279490270363353</c:v>
                </c:pt>
                <c:pt idx="629">
                  <c:v>1.1270191148613742</c:v>
                </c:pt>
                <c:pt idx="630">
                  <c:v>1.1300499397279145</c:v>
                </c:pt>
                <c:pt idx="631">
                  <c:v>1.1171000516617875</c:v>
                </c:pt>
                <c:pt idx="632">
                  <c:v>1.1362837954193215</c:v>
                </c:pt>
                <c:pt idx="633">
                  <c:v>1.1388668847942138</c:v>
                </c:pt>
                <c:pt idx="634">
                  <c:v>1.1388668847942138</c:v>
                </c:pt>
                <c:pt idx="635">
                  <c:v>1.1426898570690545</c:v>
                </c:pt>
                <c:pt idx="636">
                  <c:v>1.1362493542276564</c:v>
                </c:pt>
                <c:pt idx="637">
                  <c:v>1.1324263819528155</c:v>
                </c:pt>
                <c:pt idx="638">
                  <c:v>1.125503702428104</c:v>
                </c:pt>
                <c:pt idx="639">
                  <c:v>1.1116583433786809</c:v>
                </c:pt>
                <c:pt idx="640">
                  <c:v>1.0976063371792664</c:v>
                </c:pt>
                <c:pt idx="641">
                  <c:v>1.1016359566040985</c:v>
                </c:pt>
                <c:pt idx="642">
                  <c:v>1.1146202858618908</c:v>
                </c:pt>
                <c:pt idx="643">
                  <c:v>1.1155846392285174</c:v>
                </c:pt>
                <c:pt idx="644">
                  <c:v>1.0895470983296023</c:v>
                </c:pt>
                <c:pt idx="645">
                  <c:v>1.100361632512485</c:v>
                </c:pt>
                <c:pt idx="646">
                  <c:v>1.1123127260203201</c:v>
                </c:pt>
                <c:pt idx="647">
                  <c:v>1.0849664198381264</c:v>
                </c:pt>
                <c:pt idx="648">
                  <c:v>1.0777337695884277</c:v>
                </c:pt>
                <c:pt idx="649">
                  <c:v>1.0761839159634923</c:v>
                </c:pt>
                <c:pt idx="650">
                  <c:v>1.0780437403134147</c:v>
                </c:pt>
                <c:pt idx="651">
                  <c:v>1.0613397623557774</c:v>
                </c:pt>
                <c:pt idx="652">
                  <c:v>1.0646461167556396</c:v>
                </c:pt>
                <c:pt idx="653">
                  <c:v>1.0646461167556396</c:v>
                </c:pt>
                <c:pt idx="654">
                  <c:v>1.0971586016876183</c:v>
                </c:pt>
                <c:pt idx="655">
                  <c:v>1.0771138281384536</c:v>
                </c:pt>
                <c:pt idx="656">
                  <c:v>1.0698467366970896</c:v>
                </c:pt>
                <c:pt idx="657">
                  <c:v>1.0631651455140347</c:v>
                </c:pt>
                <c:pt idx="658">
                  <c:v>1.0555880833476838</c:v>
                </c:pt>
                <c:pt idx="659">
                  <c:v>1.0592044084725332</c:v>
                </c:pt>
                <c:pt idx="660">
                  <c:v>1.0493197864646115</c:v>
                </c:pt>
                <c:pt idx="661">
                  <c:v>1.0389185465817117</c:v>
                </c:pt>
                <c:pt idx="662">
                  <c:v>1.025452040640606</c:v>
                </c:pt>
                <c:pt idx="663">
                  <c:v>0.99800241088341646</c:v>
                </c:pt>
                <c:pt idx="664">
                  <c:v>0.99948338212502141</c:v>
                </c:pt>
                <c:pt idx="665">
                  <c:v>0.97534010676769411</c:v>
                </c:pt>
                <c:pt idx="666">
                  <c:v>0.97348028241777151</c:v>
                </c:pt>
                <c:pt idx="667">
                  <c:v>0.96903736869295676</c:v>
                </c:pt>
                <c:pt idx="668">
                  <c:v>1.0002066471499913</c:v>
                </c:pt>
                <c:pt idx="669">
                  <c:v>0.98143619769244006</c:v>
                </c:pt>
                <c:pt idx="670">
                  <c:v>0.98877217151713437</c:v>
                </c:pt>
                <c:pt idx="671">
                  <c:v>0.97320475288444974</c:v>
                </c:pt>
                <c:pt idx="672">
                  <c:v>0.99659032202514208</c:v>
                </c:pt>
                <c:pt idx="673">
                  <c:v>0.99731358705011186</c:v>
                </c:pt>
                <c:pt idx="674">
                  <c:v>1.0111589460995349</c:v>
                </c:pt>
                <c:pt idx="675">
                  <c:v>1.0032374720165318</c:v>
                </c:pt>
                <c:pt idx="676">
                  <c:v>0.99400723265024971</c:v>
                </c:pt>
                <c:pt idx="677">
                  <c:v>0.99386946788358865</c:v>
                </c:pt>
                <c:pt idx="678">
                  <c:v>1.0038574134665059</c:v>
                </c:pt>
                <c:pt idx="679">
                  <c:v>1.0042362665748235</c:v>
                </c:pt>
                <c:pt idx="680">
                  <c:v>1.0120544170828312</c:v>
                </c:pt>
                <c:pt idx="681">
                  <c:v>1.029171689340451</c:v>
                </c:pt>
                <c:pt idx="682">
                  <c:v>1.016221801274324</c:v>
                </c:pt>
                <c:pt idx="683">
                  <c:v>1.0317892199070087</c:v>
                </c:pt>
                <c:pt idx="684">
                  <c:v>1.0465989323230582</c:v>
                </c:pt>
                <c:pt idx="685">
                  <c:v>1.0465644911313932</c:v>
                </c:pt>
                <c:pt idx="686">
                  <c:v>1.038952987773377</c:v>
                </c:pt>
                <c:pt idx="687">
                  <c:v>1.0481487859479937</c:v>
                </c:pt>
                <c:pt idx="688">
                  <c:v>1.0603409677974858</c:v>
                </c:pt>
                <c:pt idx="689">
                  <c:v>1.0745996211468916</c:v>
                </c:pt>
                <c:pt idx="690">
                  <c:v>1.0856896848630961</c:v>
                </c:pt>
                <c:pt idx="691">
                  <c:v>1.0715687962803513</c:v>
                </c:pt>
                <c:pt idx="692">
                  <c:v>1.1127604615119682</c:v>
                </c:pt>
                <c:pt idx="693">
                  <c:v>1.1073876356121921</c:v>
                </c:pt>
                <c:pt idx="694">
                  <c:v>1.1100740485620801</c:v>
                </c:pt>
                <c:pt idx="695">
                  <c:v>1.108868606853797</c:v>
                </c:pt>
                <c:pt idx="696">
                  <c:v>1.0909247459962115</c:v>
                </c:pt>
                <c:pt idx="697">
                  <c:v>1.092199070087825</c:v>
                </c:pt>
                <c:pt idx="698">
                  <c:v>1.0837609781298432</c:v>
                </c:pt>
                <c:pt idx="699">
                  <c:v>1.0746340623385569</c:v>
                </c:pt>
                <c:pt idx="700">
                  <c:v>1.0818322713965902</c:v>
                </c:pt>
                <c:pt idx="701">
                  <c:v>1.0928190115377991</c:v>
                </c:pt>
                <c:pt idx="702">
                  <c:v>1.0885827449629757</c:v>
                </c:pt>
                <c:pt idx="703">
                  <c:v>1.0752884449801963</c:v>
                </c:pt>
                <c:pt idx="704">
                  <c:v>1.0868951265713793</c:v>
                </c:pt>
                <c:pt idx="705">
                  <c:v>1.1055622524539348</c:v>
                </c:pt>
                <c:pt idx="706">
                  <c:v>1.1090752540037885</c:v>
                </c:pt>
                <c:pt idx="707">
                  <c:v>1.0849664198381264</c:v>
                </c:pt>
                <c:pt idx="708">
                  <c:v>1.0811434475632857</c:v>
                </c:pt>
                <c:pt idx="709">
                  <c:v>1.0681591183054933</c:v>
                </c:pt>
                <c:pt idx="710">
                  <c:v>1.061718615464095</c:v>
                </c:pt>
                <c:pt idx="711">
                  <c:v>1.0616152918890993</c:v>
                </c:pt>
                <c:pt idx="712">
                  <c:v>1.0732908558636127</c:v>
                </c:pt>
                <c:pt idx="713">
                  <c:v>1.0664370587222316</c:v>
                </c:pt>
                <c:pt idx="714">
                  <c:v>1.0661615291889099</c:v>
                </c:pt>
                <c:pt idx="715">
                  <c:v>1.0788014465300499</c:v>
                </c:pt>
                <c:pt idx="716">
                  <c:v>1.0598587911141726</c:v>
                </c:pt>
                <c:pt idx="717">
                  <c:v>1.0589977613225416</c:v>
                </c:pt>
                <c:pt idx="718">
                  <c:v>1.0565524367143102</c:v>
                </c:pt>
                <c:pt idx="719">
                  <c:v>1.0471844325813673</c:v>
                </c:pt>
                <c:pt idx="720">
                  <c:v>1.0443602548648183</c:v>
                </c:pt>
                <c:pt idx="721">
                  <c:v>1.0589977613225416</c:v>
                </c:pt>
                <c:pt idx="722">
                  <c:v>1.0403650766316515</c:v>
                </c:pt>
                <c:pt idx="723">
                  <c:v>1.0410539004649559</c:v>
                </c:pt>
                <c:pt idx="724">
                  <c:v>1.0477699328396763</c:v>
                </c:pt>
                <c:pt idx="725">
                  <c:v>1.0232133631823659</c:v>
                </c:pt>
                <c:pt idx="726">
                  <c:v>1.0025830893748924</c:v>
                </c:pt>
                <c:pt idx="727">
                  <c:v>1.0025830893748924</c:v>
                </c:pt>
                <c:pt idx="728">
                  <c:v>0.99734802824177704</c:v>
                </c:pt>
                <c:pt idx="729">
                  <c:v>1.0193903909075255</c:v>
                </c:pt>
                <c:pt idx="730">
                  <c:v>1.0258997761322541</c:v>
                </c:pt>
                <c:pt idx="731">
                  <c:v>1.0385052522817289</c:v>
                </c:pt>
                <c:pt idx="732">
                  <c:v>1.0666092646805578</c:v>
                </c:pt>
                <c:pt idx="733">
                  <c:v>1.066195970380575</c:v>
                </c:pt>
                <c:pt idx="734">
                  <c:v>1.0689857069054589</c:v>
                </c:pt>
                <c:pt idx="735">
                  <c:v>1.0700878250387462</c:v>
                </c:pt>
                <c:pt idx="736">
                  <c:v>1.0806612708799723</c:v>
                </c:pt>
                <c:pt idx="737">
                  <c:v>1.08847942138798</c:v>
                </c:pt>
                <c:pt idx="738">
                  <c:v>1.080592388496642</c:v>
                </c:pt>
                <c:pt idx="739">
                  <c:v>1.0742552092302393</c:v>
                </c:pt>
                <c:pt idx="740">
                  <c:v>1.0807990356466333</c:v>
                </c:pt>
                <c:pt idx="741">
                  <c:v>1.0868951265713793</c:v>
                </c:pt>
                <c:pt idx="742">
                  <c:v>1.1113139314620286</c:v>
                </c:pt>
                <c:pt idx="743">
                  <c:v>1.0926812467711382</c:v>
                </c:pt>
                <c:pt idx="744">
                  <c:v>1.1062166350955742</c:v>
                </c:pt>
                <c:pt idx="745">
                  <c:v>1.1156535216118477</c:v>
                </c:pt>
                <c:pt idx="746">
                  <c:v>1.1223006716032373</c:v>
                </c:pt>
                <c:pt idx="747">
                  <c:v>1.0980885138625796</c:v>
                </c:pt>
                <c:pt idx="748">
                  <c:v>1.1040123988289994</c:v>
                </c:pt>
                <c:pt idx="749">
                  <c:v>1.121508524194937</c:v>
                </c:pt>
                <c:pt idx="750">
                  <c:v>1.1189943172033752</c:v>
                </c:pt>
                <c:pt idx="751">
                  <c:v>1.1148269330118821</c:v>
                </c:pt>
                <c:pt idx="752">
                  <c:v>1.1081453418288272</c:v>
                </c:pt>
                <c:pt idx="753">
                  <c:v>1.1140692267952472</c:v>
                </c:pt>
                <c:pt idx="754">
                  <c:v>1.0951954537627002</c:v>
                </c:pt>
                <c:pt idx="755">
                  <c:v>1.1162390218701568</c:v>
                </c:pt>
                <c:pt idx="756">
                  <c:v>1.1048045462372997</c:v>
                </c:pt>
                <c:pt idx="757">
                  <c:v>1.1082831065954881</c:v>
                </c:pt>
                <c:pt idx="758">
                  <c:v>1.1074909591871878</c:v>
                </c:pt>
                <c:pt idx="759">
                  <c:v>1.0881350094713276</c:v>
                </c:pt>
                <c:pt idx="760">
                  <c:v>1.1001894265541587</c:v>
                </c:pt>
                <c:pt idx="761">
                  <c:v>1.0915791286378507</c:v>
                </c:pt>
                <c:pt idx="762">
                  <c:v>1.0812467711382814</c:v>
                </c:pt>
                <c:pt idx="763">
                  <c:v>1.0842087136214913</c:v>
                </c:pt>
                <c:pt idx="764">
                  <c:v>1.0842087136214913</c:v>
                </c:pt>
                <c:pt idx="765">
                  <c:v>1.0892371276046151</c:v>
                </c:pt>
                <c:pt idx="766">
                  <c:v>1.0895815395212674</c:v>
                </c:pt>
                <c:pt idx="767">
                  <c:v>1.1053556053039435</c:v>
                </c:pt>
                <c:pt idx="768">
                  <c:v>1.101429309454107</c:v>
                </c:pt>
                <c:pt idx="769">
                  <c:v>1.0862063027380746</c:v>
                </c:pt>
                <c:pt idx="770">
                  <c:v>1.0815911830549336</c:v>
                </c:pt>
                <c:pt idx="771">
                  <c:v>1.06991561908042</c:v>
                </c:pt>
                <c:pt idx="772">
                  <c:v>1.0787325641467194</c:v>
                </c:pt>
                <c:pt idx="773">
                  <c:v>1.0524539349061477</c:v>
                </c:pt>
                <c:pt idx="774">
                  <c:v>1.0645772343723092</c:v>
                </c:pt>
                <c:pt idx="775">
                  <c:v>1.0621319097640778</c:v>
                </c:pt>
                <c:pt idx="776">
                  <c:v>1.0748062682968829</c:v>
                </c:pt>
                <c:pt idx="777">
                  <c:v>1.0659204408472533</c:v>
                </c:pt>
                <c:pt idx="778">
                  <c:v>1.0689168245221283</c:v>
                </c:pt>
                <c:pt idx="779">
                  <c:v>1.0818322713965902</c:v>
                </c:pt>
                <c:pt idx="780">
                  <c:v>1.0874806268296882</c:v>
                </c:pt>
                <c:pt idx="781">
                  <c:v>1.0824866540382296</c:v>
                </c:pt>
                <c:pt idx="782">
                  <c:v>1.0774926812467711</c:v>
                </c:pt>
                <c:pt idx="783">
                  <c:v>1.0895815395212674</c:v>
                </c:pt>
                <c:pt idx="784">
                  <c:v>1.0918202169795075</c:v>
                </c:pt>
                <c:pt idx="785">
                  <c:v>1.0954021009126915</c:v>
                </c:pt>
                <c:pt idx="786">
                  <c:v>1.1091096951954535</c:v>
                </c:pt>
                <c:pt idx="787">
                  <c:v>1.1034268985706905</c:v>
                </c:pt>
                <c:pt idx="788">
                  <c:v>1.1081453418288272</c:v>
                </c:pt>
                <c:pt idx="789">
                  <c:v>1.0946099535043912</c:v>
                </c:pt>
                <c:pt idx="790">
                  <c:v>1.1136903736869295</c:v>
                </c:pt>
                <c:pt idx="791">
                  <c:v>1.1240916135698293</c:v>
                </c:pt>
                <c:pt idx="792">
                  <c:v>1.1395557086275185</c:v>
                </c:pt>
                <c:pt idx="793">
                  <c:v>1.1437575340106767</c:v>
                </c:pt>
                <c:pt idx="794">
                  <c:v>1.1472016531771998</c:v>
                </c:pt>
                <c:pt idx="795">
                  <c:v>1.1492336834854486</c:v>
                </c:pt>
                <c:pt idx="796">
                  <c:v>1.1500602720854141</c:v>
                </c:pt>
                <c:pt idx="797">
                  <c:v>1.1486137420354743</c:v>
                </c:pt>
                <c:pt idx="798">
                  <c:v>1.1495436542104356</c:v>
                </c:pt>
                <c:pt idx="799">
                  <c:v>1.145720681935595</c:v>
                </c:pt>
                <c:pt idx="800">
                  <c:v>1.1397967969691751</c:v>
                </c:pt>
                <c:pt idx="801">
                  <c:v>1.1320819700361631</c:v>
                </c:pt>
                <c:pt idx="802">
                  <c:v>1.1175477871534354</c:v>
                </c:pt>
                <c:pt idx="803">
                  <c:v>1.1157912863785087</c:v>
                </c:pt>
                <c:pt idx="804">
                  <c:v>1.1196486998450144</c:v>
                </c:pt>
                <c:pt idx="805">
                  <c:v>1.1243671431031512</c:v>
                </c:pt>
                <c:pt idx="806">
                  <c:v>1.1233683485448596</c:v>
                </c:pt>
                <c:pt idx="807">
                  <c:v>1.1233683485448596</c:v>
                </c:pt>
                <c:pt idx="808">
                  <c:v>1.1327707938694678</c:v>
                </c:pt>
                <c:pt idx="809">
                  <c:v>1.1304287928362322</c:v>
                </c:pt>
                <c:pt idx="810">
                  <c:v>1.1229206130532117</c:v>
                </c:pt>
                <c:pt idx="811">
                  <c:v>1.1203030824866538</c:v>
                </c:pt>
                <c:pt idx="812">
                  <c:v>1.1145514034785604</c:v>
                </c:pt>
                <c:pt idx="813">
                  <c:v>1.1107973135870499</c:v>
                </c:pt>
                <c:pt idx="814">
                  <c:v>1.1233339073531945</c:v>
                </c:pt>
                <c:pt idx="815">
                  <c:v>1.1242293783364905</c:v>
                </c:pt>
                <c:pt idx="816">
                  <c:v>1.12936111589461</c:v>
                </c:pt>
                <c:pt idx="817">
                  <c:v>1.1495092130187703</c:v>
                </c:pt>
                <c:pt idx="818">
                  <c:v>1.1581539521267434</c:v>
                </c:pt>
                <c:pt idx="819">
                  <c:v>1.1609781298432924</c:v>
                </c:pt>
                <c:pt idx="820">
                  <c:v>1.1589116583433787</c:v>
                </c:pt>
                <c:pt idx="821">
                  <c:v>1.160151541243327</c:v>
                </c:pt>
                <c:pt idx="822">
                  <c:v>1.161047012226623</c:v>
                </c:pt>
                <c:pt idx="823">
                  <c:v>1.161047012226623</c:v>
                </c:pt>
                <c:pt idx="824">
                  <c:v>1.1761666953676597</c:v>
                </c:pt>
                <c:pt idx="825">
                  <c:v>1.1679696917513345</c:v>
                </c:pt>
                <c:pt idx="826">
                  <c:v>1.1643878078181504</c:v>
                </c:pt>
                <c:pt idx="827">
                  <c:v>1.1801963147924919</c:v>
                </c:pt>
                <c:pt idx="828">
                  <c:v>1.1844670225589806</c:v>
                </c:pt>
                <c:pt idx="829">
                  <c:v>1.1844670225589806</c:v>
                </c:pt>
                <c:pt idx="830">
                  <c:v>1.1820905803340795</c:v>
                </c:pt>
                <c:pt idx="831">
                  <c:v>1.1804718443258135</c:v>
                </c:pt>
                <c:pt idx="832">
                  <c:v>1.1943860857585673</c:v>
                </c:pt>
                <c:pt idx="833">
                  <c:v>1.1867401412088856</c:v>
                </c:pt>
                <c:pt idx="834">
                  <c:v>1.1930084380919579</c:v>
                </c:pt>
                <c:pt idx="835">
                  <c:v>1.1870156707422075</c:v>
                </c:pt>
                <c:pt idx="836">
                  <c:v>1.1819872567590837</c:v>
                </c:pt>
                <c:pt idx="837">
                  <c:v>1.1888066127087997</c:v>
                </c:pt>
                <c:pt idx="838">
                  <c:v>1.1817806096090924</c:v>
                </c:pt>
                <c:pt idx="839">
                  <c:v>1.1798863440675045</c:v>
                </c:pt>
                <c:pt idx="840">
                  <c:v>1.169071809884622</c:v>
                </c:pt>
                <c:pt idx="841">
                  <c:v>1.1723092819011536</c:v>
                </c:pt>
                <c:pt idx="842">
                  <c:v>1.1721026347511623</c:v>
                </c:pt>
                <c:pt idx="843">
                  <c:v>1.1655243671431033</c:v>
                </c:pt>
                <c:pt idx="844">
                  <c:v>1.1585672464267263</c:v>
                </c:pt>
                <c:pt idx="845">
                  <c:v>1.1639400723265023</c:v>
                </c:pt>
                <c:pt idx="846">
                  <c:v>1.1816084036507661</c:v>
                </c:pt>
                <c:pt idx="847">
                  <c:v>1.1764766660926467</c:v>
                </c:pt>
                <c:pt idx="848">
                  <c:v>1.1676941622180128</c:v>
                </c:pt>
                <c:pt idx="849">
                  <c:v>1.1579128637850868</c:v>
                </c:pt>
                <c:pt idx="850">
                  <c:v>1.1419665920440847</c:v>
                </c:pt>
                <c:pt idx="851">
                  <c:v>1.1394523850525227</c:v>
                </c:pt>
                <c:pt idx="852">
                  <c:v>1.1607370415016358</c:v>
                </c:pt>
                <c:pt idx="853">
                  <c:v>1.1691406922679524</c:v>
                </c:pt>
                <c:pt idx="854">
                  <c:v>1.174892371276046</c:v>
                </c:pt>
                <c:pt idx="855">
                  <c:v>1.1948682624418805</c:v>
                </c:pt>
                <c:pt idx="856">
                  <c:v>1.190804201825383</c:v>
                </c:pt>
                <c:pt idx="857">
                  <c:v>1.1826416394007231</c:v>
                </c:pt>
                <c:pt idx="858">
                  <c:v>1.181711727225762</c:v>
                </c:pt>
                <c:pt idx="859">
                  <c:v>1.1767521956259686</c:v>
                </c:pt>
                <c:pt idx="860">
                  <c:v>1.1792319614258653</c:v>
                </c:pt>
                <c:pt idx="861">
                  <c:v>1.1858791114172549</c:v>
                </c:pt>
                <c:pt idx="862">
                  <c:v>1.1879455829171688</c:v>
                </c:pt>
                <c:pt idx="863">
                  <c:v>1.1729292233511279</c:v>
                </c:pt>
                <c:pt idx="864">
                  <c:v>1.187394523850525</c:v>
                </c:pt>
                <c:pt idx="865">
                  <c:v>1.1848803168589632</c:v>
                </c:pt>
                <c:pt idx="866">
                  <c:v>1.1903564663337352</c:v>
                </c:pt>
                <c:pt idx="867">
                  <c:v>1.2066815911830548</c:v>
                </c:pt>
                <c:pt idx="868">
                  <c:v>1.1840881694506629</c:v>
                </c:pt>
                <c:pt idx="869">
                  <c:v>1.1763044601343207</c:v>
                </c:pt>
                <c:pt idx="870">
                  <c:v>1.1753056655760288</c:v>
                </c:pt>
                <c:pt idx="871">
                  <c:v>1.1698983984845874</c:v>
                </c:pt>
                <c:pt idx="872">
                  <c:v>1.1639400723265023</c:v>
                </c:pt>
                <c:pt idx="873">
                  <c:v>1.1765455484759773</c:v>
                </c:pt>
                <c:pt idx="874">
                  <c:v>1.1725848114344755</c:v>
                </c:pt>
                <c:pt idx="875">
                  <c:v>1.1674875150680213</c:v>
                </c:pt>
                <c:pt idx="876">
                  <c:v>1.1583605992767347</c:v>
                </c:pt>
                <c:pt idx="877">
                  <c:v>1.1583605992767347</c:v>
                </c:pt>
                <c:pt idx="878">
                  <c:v>1.1409677974857928</c:v>
                </c:pt>
                <c:pt idx="879">
                  <c:v>1.1373514723609437</c:v>
                </c:pt>
                <c:pt idx="880">
                  <c:v>1.1311176166695367</c:v>
                </c:pt>
                <c:pt idx="881">
                  <c:v>1.1325641467194763</c:v>
                </c:pt>
                <c:pt idx="882">
                  <c:v>1.1355260892026864</c:v>
                </c:pt>
                <c:pt idx="883">
                  <c:v>1.1336318236610985</c:v>
                </c:pt>
                <c:pt idx="884">
                  <c:v>1.1497158601687618</c:v>
                </c:pt>
                <c:pt idx="885">
                  <c:v>1.1374203547442741</c:v>
                </c:pt>
                <c:pt idx="886">
                  <c:v>1.1452729464439468</c:v>
                </c:pt>
                <c:pt idx="887">
                  <c:v>1.1495092130187703</c:v>
                </c:pt>
                <c:pt idx="888">
                  <c:v>1.1535732736352677</c:v>
                </c:pt>
                <c:pt idx="889">
                  <c:v>1.1529188909936283</c:v>
                </c:pt>
                <c:pt idx="890">
                  <c:v>1.1650766316514549</c:v>
                </c:pt>
                <c:pt idx="891">
                  <c:v>1.1745135181677284</c:v>
                </c:pt>
                <c:pt idx="892">
                  <c:v>1.1719993111761666</c:v>
                </c:pt>
                <c:pt idx="893">
                  <c:v>1.1635956604098501</c:v>
                </c:pt>
                <c:pt idx="894">
                  <c:v>1.1597726881350094</c:v>
                </c:pt>
                <c:pt idx="895">
                  <c:v>1.1586016876183913</c:v>
                </c:pt>
                <c:pt idx="896">
                  <c:v>1.1626657482348888</c:v>
                </c:pt>
                <c:pt idx="897">
                  <c:v>1.1556397451351816</c:v>
                </c:pt>
                <c:pt idx="898">
                  <c:v>1.1571895987601171</c:v>
                </c:pt>
                <c:pt idx="899">
                  <c:v>1.1750990184260375</c:v>
                </c:pt>
                <c:pt idx="900">
                  <c:v>1.1881522300671603</c:v>
                </c:pt>
                <c:pt idx="901">
                  <c:v>1.1733080764594455</c:v>
                </c:pt>
                <c:pt idx="902">
                  <c:v>1.1669364560013775</c:v>
                </c:pt>
                <c:pt idx="903">
                  <c:v>1.1666953676597209</c:v>
                </c:pt>
                <c:pt idx="904">
                  <c:v>1.1470294472188738</c:v>
                </c:pt>
                <c:pt idx="905">
                  <c:v>1.1435164456690199</c:v>
                </c:pt>
                <c:pt idx="906">
                  <c:v>1.1420010332357498</c:v>
                </c:pt>
                <c:pt idx="907">
                  <c:v>1.1258825555364214</c:v>
                </c:pt>
                <c:pt idx="908">
                  <c:v>1.1252281728947819</c:v>
                </c:pt>
                <c:pt idx="909">
                  <c:v>1.1252281728947819</c:v>
                </c:pt>
                <c:pt idx="910">
                  <c:v>1.0984673669708971</c:v>
                </c:pt>
                <c:pt idx="911">
                  <c:v>1.0990528672292061</c:v>
                </c:pt>
                <c:pt idx="912">
                  <c:v>1.1184432581367314</c:v>
                </c:pt>
                <c:pt idx="913">
                  <c:v>1.1325985879111418</c:v>
                </c:pt>
                <c:pt idx="914">
                  <c:v>1.1219907008782501</c:v>
                </c:pt>
                <c:pt idx="915">
                  <c:v>1.1134492853452729</c:v>
                </c:pt>
                <c:pt idx="916">
                  <c:v>1.127432409161357</c:v>
                </c:pt>
                <c:pt idx="917">
                  <c:v>1.1324952643361459</c:v>
                </c:pt>
                <c:pt idx="918">
                  <c:v>1.1116239021870156</c:v>
                </c:pt>
                <c:pt idx="919">
                  <c:v>1.0950921301877043</c:v>
                </c:pt>
                <c:pt idx="920">
                  <c:v>1.0866195970380574</c:v>
                </c:pt>
                <c:pt idx="921">
                  <c:v>1.0967108661959704</c:v>
                </c:pt>
                <c:pt idx="922">
                  <c:v>1.0900292750129155</c:v>
                </c:pt>
                <c:pt idx="923">
                  <c:v>1.0599276734975029</c:v>
                </c:pt>
                <c:pt idx="924">
                  <c:v>1.062614086447391</c:v>
                </c:pt>
                <c:pt idx="925">
                  <c:v>1.0640606164973307</c:v>
                </c:pt>
                <c:pt idx="926">
                  <c:v>1.0523850525228171</c:v>
                </c:pt>
                <c:pt idx="927">
                  <c:v>1.0666781470638882</c:v>
                </c:pt>
                <c:pt idx="928">
                  <c:v>1.0854485965214395</c:v>
                </c:pt>
                <c:pt idx="929">
                  <c:v>1.0960564835543309</c:v>
                </c:pt>
                <c:pt idx="930">
                  <c:v>1.1508868606853797</c:v>
                </c:pt>
                <c:pt idx="931">
                  <c:v>1.1272257620113655</c:v>
                </c:pt>
                <c:pt idx="932">
                  <c:v>1.1158946099535043</c:v>
                </c:pt>
                <c:pt idx="933">
                  <c:v>1.1203375236783193</c:v>
                </c:pt>
                <c:pt idx="934">
                  <c:v>1.1150335801618736</c:v>
                </c:pt>
                <c:pt idx="935">
                  <c:v>1.1135181677286032</c:v>
                </c:pt>
                <c:pt idx="936">
                  <c:v>1.1247459962114688</c:v>
                </c:pt>
                <c:pt idx="937">
                  <c:v>1.150198036852075</c:v>
                </c:pt>
                <c:pt idx="938">
                  <c:v>1.1514034785603582</c:v>
                </c:pt>
                <c:pt idx="939">
                  <c:v>1.1436542104356811</c:v>
                </c:pt>
                <c:pt idx="940">
                  <c:v>1.1511279490270363</c:v>
                </c:pt>
                <c:pt idx="941">
                  <c:v>1.1591871878767004</c:v>
                </c:pt>
                <c:pt idx="942">
                  <c:v>1.160013776476666</c:v>
                </c:pt>
                <c:pt idx="943">
                  <c:v>1.1603581883933185</c:v>
                </c:pt>
                <c:pt idx="944">
                  <c:v>1.1503358016187359</c:v>
                </c:pt>
                <c:pt idx="945">
                  <c:v>1.1491992422937833</c:v>
                </c:pt>
                <c:pt idx="946">
                  <c:v>1.1624591010848975</c:v>
                </c:pt>
                <c:pt idx="947">
                  <c:v>1.1593593938350266</c:v>
                </c:pt>
                <c:pt idx="948">
                  <c:v>1.1655932495264336</c:v>
                </c:pt>
                <c:pt idx="949">
                  <c:v>1.1530910969519546</c:v>
                </c:pt>
                <c:pt idx="950">
                  <c:v>1.1577062166350955</c:v>
                </c:pt>
                <c:pt idx="951">
                  <c:v>1.1463750645772344</c:v>
                </c:pt>
                <c:pt idx="952">
                  <c:v>1.1484415360771481</c:v>
                </c:pt>
                <c:pt idx="953">
                  <c:v>1.1457551231272602</c:v>
                </c:pt>
                <c:pt idx="954">
                  <c:v>1.1592905114516963</c:v>
                </c:pt>
                <c:pt idx="955">
                  <c:v>1.163871189943172</c:v>
                </c:pt>
                <c:pt idx="956">
                  <c:v>1.1702083692095746</c:v>
                </c:pt>
                <c:pt idx="957">
                  <c:v>1.1595660409850179</c:v>
                </c:pt>
                <c:pt idx="958">
                  <c:v>1.1755811951093507</c:v>
                </c:pt>
                <c:pt idx="959">
                  <c:v>1.1847425520923023</c:v>
                </c:pt>
                <c:pt idx="960">
                  <c:v>1.1830549337007059</c:v>
                </c:pt>
                <c:pt idx="961">
                  <c:v>1.1846047873256413</c:v>
                </c:pt>
                <c:pt idx="962">
                  <c:v>1.2058205613914241</c:v>
                </c:pt>
                <c:pt idx="963">
                  <c:v>1.2012398828999482</c:v>
                </c:pt>
                <c:pt idx="964">
                  <c:v>1.2025142069915618</c:v>
                </c:pt>
                <c:pt idx="965">
                  <c:v>1.2025142069915618</c:v>
                </c:pt>
                <c:pt idx="966">
                  <c:v>1.2069226795247114</c:v>
                </c:pt>
                <c:pt idx="967">
                  <c:v>1.2139142414327535</c:v>
                </c:pt>
                <c:pt idx="968">
                  <c:v>1.2329602204236265</c:v>
                </c:pt>
                <c:pt idx="969">
                  <c:v>1.2329602204236265</c:v>
                </c:pt>
                <c:pt idx="970">
                  <c:v>1.2417771654899259</c:v>
                </c:pt>
                <c:pt idx="971">
                  <c:v>1.2095746512829342</c:v>
                </c:pt>
                <c:pt idx="972">
                  <c:v>1.1987945582917168</c:v>
                </c:pt>
                <c:pt idx="973">
                  <c:v>1.1958670570001722</c:v>
                </c:pt>
                <c:pt idx="974">
                  <c:v>1.190218701567074</c:v>
                </c:pt>
                <c:pt idx="975">
                  <c:v>1.1841226106423282</c:v>
                </c:pt>
                <c:pt idx="976">
                  <c:v>1.1732736352677802</c:v>
                </c:pt>
                <c:pt idx="977">
                  <c:v>1.1719648699845013</c:v>
                </c:pt>
                <c:pt idx="978">
                  <c:v>1.1648699845014638</c:v>
                </c:pt>
                <c:pt idx="979">
                  <c:v>1.1683829860513173</c:v>
                </c:pt>
                <c:pt idx="980">
                  <c:v>1.152850008610298</c:v>
                </c:pt>
                <c:pt idx="981">
                  <c:v>1.1231617013948683</c:v>
                </c:pt>
                <c:pt idx="982">
                  <c:v>1.1266747029447217</c:v>
                </c:pt>
                <c:pt idx="983">
                  <c:v>1.1468572412605476</c:v>
                </c:pt>
                <c:pt idx="984">
                  <c:v>1.1456173583605991</c:v>
                </c:pt>
                <c:pt idx="985">
                  <c:v>1.1536765972102634</c:v>
                </c:pt>
                <c:pt idx="986">
                  <c:v>1.1478215946271739</c:v>
                </c:pt>
                <c:pt idx="987">
                  <c:v>1.1496469777854312</c:v>
                </c:pt>
                <c:pt idx="988">
                  <c:v>1.1510590666437057</c:v>
                </c:pt>
                <c:pt idx="989">
                  <c:v>1.1635612192181848</c:v>
                </c:pt>
                <c:pt idx="990">
                  <c:v>1.1623213363182365</c:v>
                </c:pt>
                <c:pt idx="991">
                  <c:v>1.1580506285517478</c:v>
                </c:pt>
                <c:pt idx="992">
                  <c:v>1.1793008438091959</c:v>
                </c:pt>
                <c:pt idx="993">
                  <c:v>1.217255037024281</c:v>
                </c:pt>
                <c:pt idx="994">
                  <c:v>1.2025142069915618</c:v>
                </c:pt>
                <c:pt idx="995">
                  <c:v>1.1978646461167557</c:v>
                </c:pt>
                <c:pt idx="996">
                  <c:v>1.2131909764077835</c:v>
                </c:pt>
                <c:pt idx="997">
                  <c:v>1.2167728603409678</c:v>
                </c:pt>
                <c:pt idx="998">
                  <c:v>1.2429137248148785</c:v>
                </c:pt>
                <c:pt idx="999">
                  <c:v>1.2292750129154468</c:v>
                </c:pt>
                <c:pt idx="1000">
                  <c:v>1.2262441880489066</c:v>
                </c:pt>
                <c:pt idx="1001">
                  <c:v>1.2318581022903392</c:v>
                </c:pt>
                <c:pt idx="1002">
                  <c:v>1.2349578095402101</c:v>
                </c:pt>
                <c:pt idx="1003">
                  <c:v>1.2243154813156536</c:v>
                </c:pt>
                <c:pt idx="1004">
                  <c:v>1.2149474771827105</c:v>
                </c:pt>
                <c:pt idx="1005">
                  <c:v>1.2288272774237989</c:v>
                </c:pt>
                <c:pt idx="1006">
                  <c:v>1.2246254520406405</c:v>
                </c:pt>
                <c:pt idx="1007">
                  <c:v>1.2246254520406405</c:v>
                </c:pt>
                <c:pt idx="1008">
                  <c:v>1.2436714310315136</c:v>
                </c:pt>
                <c:pt idx="1009">
                  <c:v>1.2315825727570171</c:v>
                </c:pt>
                <c:pt idx="1010">
                  <c:v>1.2269674530738763</c:v>
                </c:pt>
                <c:pt idx="1011">
                  <c:v>1.2289306009987944</c:v>
                </c:pt>
                <c:pt idx="1012">
                  <c:v>1.2457723437230928</c:v>
                </c:pt>
                <c:pt idx="1013">
                  <c:v>1.2341656621319095</c:v>
                </c:pt>
                <c:pt idx="1014">
                  <c:v>1.2437058722231789</c:v>
                </c:pt>
                <c:pt idx="1015">
                  <c:v>1.2503530222145687</c:v>
                </c:pt>
                <c:pt idx="1016">
                  <c:v>1.2628896159807128</c:v>
                </c:pt>
                <c:pt idx="1017">
                  <c:v>1.237781987256759</c:v>
                </c:pt>
                <c:pt idx="1018">
                  <c:v>1.2443946960564836</c:v>
                </c:pt>
                <c:pt idx="1019">
                  <c:v>1.2306871017737213</c:v>
                </c:pt>
                <c:pt idx="1020">
                  <c:v>1.251317375581195</c:v>
                </c:pt>
                <c:pt idx="1021">
                  <c:v>1.2869295677630446</c:v>
                </c:pt>
                <c:pt idx="1022">
                  <c:v>1.283451007404856</c:v>
                </c:pt>
                <c:pt idx="1023">
                  <c:v>1.2768382986051316</c:v>
                </c:pt>
                <c:pt idx="1024">
                  <c:v>1.2901670397795764</c:v>
                </c:pt>
                <c:pt idx="1025">
                  <c:v>1.2883760978129841</c:v>
                </c:pt>
                <c:pt idx="1026">
                  <c:v>1.2854141553297744</c:v>
                </c:pt>
                <c:pt idx="1027">
                  <c:v>1.290270363354572</c:v>
                </c:pt>
                <c:pt idx="1028">
                  <c:v>1.2890649216462888</c:v>
                </c:pt>
                <c:pt idx="1029">
                  <c:v>1.2961598071293265</c:v>
                </c:pt>
                <c:pt idx="1030">
                  <c:v>1.2733597382469433</c:v>
                </c:pt>
                <c:pt idx="1031">
                  <c:v>1.2829688307215428</c:v>
                </c:pt>
                <c:pt idx="1032">
                  <c:v>1.2752540037885309</c:v>
                </c:pt>
                <c:pt idx="1033">
                  <c:v>1.2752540037885309</c:v>
                </c:pt>
                <c:pt idx="1034">
                  <c:v>1.2768038574134666</c:v>
                </c:pt>
                <c:pt idx="1035">
                  <c:v>1.2648527639056311</c:v>
                </c:pt>
                <c:pt idx="1036">
                  <c:v>1.2581711727225762</c:v>
                </c:pt>
                <c:pt idx="1037">
                  <c:v>1.2284139831238161</c:v>
                </c:pt>
                <c:pt idx="1038">
                  <c:v>1.2150852419493714</c:v>
                </c:pt>
                <c:pt idx="1039">
                  <c:v>1.2366454279318064</c:v>
                </c:pt>
                <c:pt idx="1040">
                  <c:v>1.2143275357327361</c:v>
                </c:pt>
                <c:pt idx="1041">
                  <c:v>1.229171689340451</c:v>
                </c:pt>
                <c:pt idx="1042">
                  <c:v>1.226037540898915</c:v>
                </c:pt>
                <c:pt idx="1043">
                  <c:v>1.2522817289478216</c:v>
                </c:pt>
                <c:pt idx="1044">
                  <c:v>1.2278629240571723</c:v>
                </c:pt>
                <c:pt idx="1045">
                  <c:v>1.2433959014981917</c:v>
                </c:pt>
                <c:pt idx="1046">
                  <c:v>1.2553125538143619</c:v>
                </c:pt>
                <c:pt idx="1047">
                  <c:v>1.2575512312726018</c:v>
                </c:pt>
                <c:pt idx="1048">
                  <c:v>1.2522128465644911</c:v>
                </c:pt>
                <c:pt idx="1049">
                  <c:v>1.2839676252798347</c:v>
                </c:pt>
                <c:pt idx="1050">
                  <c:v>1.2884105390046494</c:v>
                </c:pt>
                <c:pt idx="1051">
                  <c:v>1.2702944721887375</c:v>
                </c:pt>
                <c:pt idx="1052">
                  <c:v>1.2780437403134146</c:v>
                </c:pt>
                <c:pt idx="1053">
                  <c:v>1.2777337695884277</c:v>
                </c:pt>
                <c:pt idx="1054">
                  <c:v>1.2779059755467539</c:v>
                </c:pt>
                <c:pt idx="1055">
                  <c:v>1.2779059755467539</c:v>
                </c:pt>
                <c:pt idx="1056">
                  <c:v>1.2901670397795764</c:v>
                </c:pt>
                <c:pt idx="1057">
                  <c:v>1.2763216807301532</c:v>
                </c:pt>
                <c:pt idx="1058">
                  <c:v>1.2869984501463749</c:v>
                </c:pt>
                <c:pt idx="1059">
                  <c:v>1.2796624763216806</c:v>
                </c:pt>
                <c:pt idx="1060">
                  <c:v>1.2791802996383674</c:v>
                </c:pt>
                <c:pt idx="1061">
                  <c:v>1.2799035646633372</c:v>
                </c:pt>
                <c:pt idx="1062">
                  <c:v>1.2608231444807989</c:v>
                </c:pt>
                <c:pt idx="1063">
                  <c:v>1.2783192698467367</c:v>
                </c:pt>
                <c:pt idx="1064">
                  <c:v>1.2789047701050456</c:v>
                </c:pt>
                <c:pt idx="1065">
                  <c:v>1.256965731014293</c:v>
                </c:pt>
                <c:pt idx="1066">
                  <c:v>1.235405545031858</c:v>
                </c:pt>
                <c:pt idx="1067">
                  <c:v>1.2337179266402616</c:v>
                </c:pt>
                <c:pt idx="1068">
                  <c:v>1.258756672980885</c:v>
                </c:pt>
                <c:pt idx="1069">
                  <c:v>1.2485620802479764</c:v>
                </c:pt>
                <c:pt idx="1070">
                  <c:v>1.2620630273807472</c:v>
                </c:pt>
                <c:pt idx="1071">
                  <c:v>1.2620630273807472</c:v>
                </c:pt>
                <c:pt idx="1072">
                  <c:v>1.2791114172550369</c:v>
                </c:pt>
                <c:pt idx="1073">
                  <c:v>1.2664370587222316</c:v>
                </c:pt>
                <c:pt idx="1074">
                  <c:v>1.2781815050800758</c:v>
                </c:pt>
                <c:pt idx="1075">
                  <c:v>1.2906836576545548</c:v>
                </c:pt>
                <c:pt idx="1076">
                  <c:v>1.2949888066127087</c:v>
                </c:pt>
                <c:pt idx="1077">
                  <c:v>1.2876183915963493</c:v>
                </c:pt>
                <c:pt idx="1078">
                  <c:v>1.3009471327707938</c:v>
                </c:pt>
                <c:pt idx="1079">
                  <c:v>1.3191320819700361</c:v>
                </c:pt>
                <c:pt idx="1080">
                  <c:v>1.3252281728947819</c:v>
                </c:pt>
                <c:pt idx="1081">
                  <c:v>1.3117961081453418</c:v>
                </c:pt>
                <c:pt idx="1082">
                  <c:v>1.303220251420699</c:v>
                </c:pt>
                <c:pt idx="1083">
                  <c:v>1.308248665403823</c:v>
                </c:pt>
                <c:pt idx="1084">
                  <c:v>1.3191320819700361</c:v>
                </c:pt>
                <c:pt idx="1085">
                  <c:v>1.3165834337868088</c:v>
                </c:pt>
                <c:pt idx="1086">
                  <c:v>1.3226106423282245</c:v>
                </c:pt>
                <c:pt idx="1087">
                  <c:v>1.3236438780781814</c:v>
                </c:pt>
                <c:pt idx="1088">
                  <c:v>1.3129671086619596</c:v>
                </c:pt>
                <c:pt idx="1089">
                  <c:v>1.3199242293783364</c:v>
                </c:pt>
                <c:pt idx="1090">
                  <c:v>1.3381436197692438</c:v>
                </c:pt>
                <c:pt idx="1091">
                  <c:v>1.3620458067849148</c:v>
                </c:pt>
                <c:pt idx="1092">
                  <c:v>1.3586016876183915</c:v>
                </c:pt>
                <c:pt idx="1093">
                  <c:v>1.3631479249182021</c:v>
                </c:pt>
                <c:pt idx="1094">
                  <c:v>1.3624935422765627</c:v>
                </c:pt>
                <c:pt idx="1095">
                  <c:v>1.3725503702428101</c:v>
                </c:pt>
                <c:pt idx="1096">
                  <c:v>1.351093507835371</c:v>
                </c:pt>
                <c:pt idx="1097">
                  <c:v>1.3564318925434817</c:v>
                </c:pt>
                <c:pt idx="1098">
                  <c:v>1.3614947477182711</c:v>
                </c:pt>
                <c:pt idx="1099">
                  <c:v>1.3485448596521439</c:v>
                </c:pt>
                <c:pt idx="1100">
                  <c:v>1.3397623557775098</c:v>
                </c:pt>
                <c:pt idx="1101">
                  <c:v>1.3221629068365763</c:v>
                </c:pt>
                <c:pt idx="1102">
                  <c:v>1.3082142242121575</c:v>
                </c:pt>
                <c:pt idx="1103">
                  <c:v>1.3144480799035645</c:v>
                </c:pt>
                <c:pt idx="1104">
                  <c:v>1.3041501635956605</c:v>
                </c:pt>
                <c:pt idx="1105">
                  <c:v>1.278663681763389</c:v>
                </c:pt>
                <c:pt idx="1106">
                  <c:v>1.2887893921129669</c:v>
                </c:pt>
                <c:pt idx="1107">
                  <c:v>1.3043912519373171</c:v>
                </c:pt>
                <c:pt idx="1108">
                  <c:v>1.2910969519545374</c:v>
                </c:pt>
                <c:pt idx="1109">
                  <c:v>1.3104529016703976</c:v>
                </c:pt>
                <c:pt idx="1110">
                  <c:v>1.3106251076287239</c:v>
                </c:pt>
                <c:pt idx="1111">
                  <c:v>1.257688996039263</c:v>
                </c:pt>
                <c:pt idx="1112">
                  <c:v>1.1429653866023763</c:v>
                </c:pt>
                <c:pt idx="1113">
                  <c:v>1.1769588427759601</c:v>
                </c:pt>
                <c:pt idx="1114">
                  <c:v>1.2023075598415702</c:v>
                </c:pt>
                <c:pt idx="1115">
                  <c:v>1.1940761150335801</c:v>
                </c:pt>
                <c:pt idx="1116">
                  <c:v>1.2106767694162217</c:v>
                </c:pt>
                <c:pt idx="1117">
                  <c:v>1.2247632168073015</c:v>
                </c:pt>
                <c:pt idx="1118">
                  <c:v>1.2296194248320991</c:v>
                </c:pt>
                <c:pt idx="1119">
                  <c:v>1.2412261064232821</c:v>
                </c:pt>
                <c:pt idx="1120">
                  <c:v>1.2412261064232821</c:v>
                </c:pt>
                <c:pt idx="1121">
                  <c:v>1.2712588255553641</c:v>
                </c:pt>
                <c:pt idx="1122">
                  <c:v>1.2588944377475459</c:v>
                </c:pt>
                <c:pt idx="1123">
                  <c:v>1.2708455312553815</c:v>
                </c:pt>
                <c:pt idx="1124">
                  <c:v>1.2681935594971585</c:v>
                </c:pt>
                <c:pt idx="1125">
                  <c:v>1.271224384363699</c:v>
                </c:pt>
                <c:pt idx="1126">
                  <c:v>1.2671258825555365</c:v>
                </c:pt>
                <c:pt idx="1127">
                  <c:v>1.2616152918890993</c:v>
                </c:pt>
                <c:pt idx="1128">
                  <c:v>1.2555880833476838</c:v>
                </c:pt>
                <c:pt idx="1129">
                  <c:v>1.2580678491475803</c:v>
                </c:pt>
                <c:pt idx="1130">
                  <c:v>1.2402273118649905</c:v>
                </c:pt>
                <c:pt idx="1131">
                  <c:v>1.245221284656449</c:v>
                </c:pt>
                <c:pt idx="1132">
                  <c:v>1.2470811090063714</c:v>
                </c:pt>
                <c:pt idx="1133">
                  <c:v>1.2359221629068367</c:v>
                </c:pt>
                <c:pt idx="1134">
                  <c:v>1.1939383502669192</c:v>
                </c:pt>
                <c:pt idx="1135">
                  <c:v>1.1913897020836921</c:v>
                </c:pt>
                <c:pt idx="1136">
                  <c:v>1.1791630790425347</c:v>
                </c:pt>
                <c:pt idx="1137">
                  <c:v>1.1716204580678491</c:v>
                </c:pt>
                <c:pt idx="1138">
                  <c:v>1.1657654554847598</c:v>
                </c:pt>
                <c:pt idx="1139">
                  <c:v>1.156018598243499</c:v>
                </c:pt>
                <c:pt idx="1140">
                  <c:v>1.1842603754089891</c:v>
                </c:pt>
                <c:pt idx="1141">
                  <c:v>1.1837093163423453</c:v>
                </c:pt>
                <c:pt idx="1142">
                  <c:v>1.1837093163423453</c:v>
                </c:pt>
                <c:pt idx="1143">
                  <c:v>1.1822972274840708</c:v>
                </c:pt>
                <c:pt idx="1144">
                  <c:v>1.1870845531255381</c:v>
                </c:pt>
                <c:pt idx="1145">
                  <c:v>1.1909075254003787</c:v>
                </c:pt>
                <c:pt idx="1146">
                  <c:v>1.2040985018081625</c:v>
                </c:pt>
                <c:pt idx="1147">
                  <c:v>1.1867057000172205</c:v>
                </c:pt>
                <c:pt idx="1148">
                  <c:v>1.2276218357155158</c:v>
                </c:pt>
                <c:pt idx="1149">
                  <c:v>1.2189770966075426</c:v>
                </c:pt>
                <c:pt idx="1150">
                  <c:v>1.187394523850525</c:v>
                </c:pt>
                <c:pt idx="1151">
                  <c:v>1.1855691406922679</c:v>
                </c:pt>
                <c:pt idx="1152">
                  <c:v>1.1855691406922679</c:v>
                </c:pt>
                <c:pt idx="1153">
                  <c:v>1.1889443774754604</c:v>
                </c:pt>
                <c:pt idx="1154">
                  <c:v>1.1897709660754261</c:v>
                </c:pt>
                <c:pt idx="1155">
                  <c:v>1.2045462372998106</c:v>
                </c:pt>
                <c:pt idx="1156">
                  <c:v>1.2091269157912863</c:v>
                </c:pt>
                <c:pt idx="1157">
                  <c:v>1.1960048217668331</c:v>
                </c:pt>
                <c:pt idx="1158">
                  <c:v>1.1976235577750989</c:v>
                </c:pt>
                <c:pt idx="1159">
                  <c:v>1.1896676425004304</c:v>
                </c:pt>
                <c:pt idx="1160">
                  <c:v>1.1938005855002582</c:v>
                </c:pt>
                <c:pt idx="1161">
                  <c:v>1.1781987256759081</c:v>
                </c:pt>
                <c:pt idx="1162">
                  <c:v>1.1925951437919751</c:v>
                </c:pt>
                <c:pt idx="1163">
                  <c:v>1.1809195798174617</c:v>
                </c:pt>
                <c:pt idx="1164">
                  <c:v>1.182607198209058</c:v>
                </c:pt>
                <c:pt idx="1165">
                  <c:v>1.1960392629584982</c:v>
                </c:pt>
                <c:pt idx="1166">
                  <c:v>1.1995178233166865</c:v>
                </c:pt>
                <c:pt idx="1167">
                  <c:v>1.1882211124504907</c:v>
                </c:pt>
                <c:pt idx="1168">
                  <c:v>1.1686585155846392</c:v>
                </c:pt>
                <c:pt idx="1169">
                  <c:v>1.1623557775099018</c:v>
                </c:pt>
                <c:pt idx="1170">
                  <c:v>1.1833993456173584</c:v>
                </c:pt>
                <c:pt idx="1171">
                  <c:v>1.1760633717926641</c:v>
                </c:pt>
                <c:pt idx="1172">
                  <c:v>1.1731014293094542</c:v>
                </c:pt>
                <c:pt idx="1173">
                  <c:v>1.1739969002927499</c:v>
                </c:pt>
                <c:pt idx="1174">
                  <c:v>1.1700017220595831</c:v>
                </c:pt>
                <c:pt idx="1175">
                  <c:v>1.1525400378853108</c:v>
                </c:pt>
                <c:pt idx="1176">
                  <c:v>1.1272946443946961</c:v>
                </c:pt>
                <c:pt idx="1177">
                  <c:v>1.0981229550542446</c:v>
                </c:pt>
                <c:pt idx="1178">
                  <c:v>1.0941966592044083</c:v>
                </c:pt>
                <c:pt idx="1179">
                  <c:v>1.1039435164456688</c:v>
                </c:pt>
                <c:pt idx="1180">
                  <c:v>1.1311864990528671</c:v>
                </c:pt>
                <c:pt idx="1181">
                  <c:v>1.1300499397279145</c:v>
                </c:pt>
                <c:pt idx="1182">
                  <c:v>1.1331840881694506</c:v>
                </c:pt>
                <c:pt idx="1183">
                  <c:v>1.1348028241777164</c:v>
                </c:pt>
                <c:pt idx="1184">
                  <c:v>1.144687446185638</c:v>
                </c:pt>
                <c:pt idx="1185">
                  <c:v>1.1593938350266919</c:v>
                </c:pt>
                <c:pt idx="1186">
                  <c:v>1.1558463922851732</c:v>
                </c:pt>
                <c:pt idx="1187">
                  <c:v>1.1445496814189771</c:v>
                </c:pt>
                <c:pt idx="1188">
                  <c:v>1.1415532977441019</c:v>
                </c:pt>
                <c:pt idx="1189">
                  <c:v>1.1208885827449628</c:v>
                </c:pt>
                <c:pt idx="1190">
                  <c:v>1.1205097296366453</c:v>
                </c:pt>
                <c:pt idx="1191">
                  <c:v>1.1415188565524366</c:v>
                </c:pt>
                <c:pt idx="1192">
                  <c:v>1.1248148785947991</c:v>
                </c:pt>
                <c:pt idx="1193">
                  <c:v>1.1154468744618564</c:v>
                </c:pt>
                <c:pt idx="1194">
                  <c:v>1.1092474599621145</c:v>
                </c:pt>
                <c:pt idx="1195">
                  <c:v>1.0805579473049767</c:v>
                </c:pt>
                <c:pt idx="1196">
                  <c:v>1.104838987428965</c:v>
                </c:pt>
                <c:pt idx="1197">
                  <c:v>1.1154124332701911</c:v>
                </c:pt>
                <c:pt idx="1198">
                  <c:v>1.1332529705527812</c:v>
                </c:pt>
                <c:pt idx="1199">
                  <c:v>1.1382469433442397</c:v>
                </c:pt>
                <c:pt idx="1200">
                  <c:v>1.1352161184776992</c:v>
                </c:pt>
                <c:pt idx="1201">
                  <c:v>1.1201997589116583</c:v>
                </c:pt>
                <c:pt idx="1202">
                  <c:v>1.135594971586017</c:v>
                </c:pt>
                <c:pt idx="1203">
                  <c:v>1.1103151369037367</c:v>
                </c:pt>
                <c:pt idx="1204">
                  <c:v>1.0963664542793179</c:v>
                </c:pt>
                <c:pt idx="1205">
                  <c:v>1.1123816084036506</c:v>
                </c:pt>
                <c:pt idx="1206">
                  <c:v>1.1137936972619251</c:v>
                </c:pt>
                <c:pt idx="1207">
                  <c:v>1.1137936972619251</c:v>
                </c:pt>
                <c:pt idx="1208">
                  <c:v>1.1071121060788702</c:v>
                </c:pt>
                <c:pt idx="1209">
                  <c:v>1.098777337695884</c:v>
                </c:pt>
                <c:pt idx="1210">
                  <c:v>1.0946099535043912</c:v>
                </c:pt>
                <c:pt idx="1211">
                  <c:v>1.0946099535043912</c:v>
                </c:pt>
                <c:pt idx="1212">
                  <c:v>1.0944377475460649</c:v>
                </c:pt>
                <c:pt idx="1213">
                  <c:v>1.1158946099535043</c:v>
                </c:pt>
                <c:pt idx="1214">
                  <c:v>1.1417943860857585</c:v>
                </c:pt>
                <c:pt idx="1215">
                  <c:v>1.1396245910108489</c:v>
                </c:pt>
                <c:pt idx="1216">
                  <c:v>1.1536077148269328</c:v>
                </c:pt>
                <c:pt idx="1217">
                  <c:v>1.1551575684518682</c:v>
                </c:pt>
                <c:pt idx="1218">
                  <c:v>1.1522300671603236</c:v>
                </c:pt>
                <c:pt idx="1219">
                  <c:v>1.1376270018942654</c:v>
                </c:pt>
                <c:pt idx="1220">
                  <c:v>1.1391079731358704</c:v>
                </c:pt>
                <c:pt idx="1221">
                  <c:v>1.1399001205441708</c:v>
                </c:pt>
                <c:pt idx="1222">
                  <c:v>1.1562941277768211</c:v>
                </c:pt>
                <c:pt idx="1223">
                  <c:v>1.154089891510246</c:v>
                </c:pt>
                <c:pt idx="1224">
                  <c:v>1.1501291544687444</c:v>
                </c:pt>
                <c:pt idx="1225">
                  <c:v>1.1518512140520061</c:v>
                </c:pt>
                <c:pt idx="1226">
                  <c:v>1.1667298088513862</c:v>
                </c:pt>
                <c:pt idx="1227">
                  <c:v>1.1520578612019976</c:v>
                </c:pt>
                <c:pt idx="1228">
                  <c:v>1.1597726881350094</c:v>
                </c:pt>
                <c:pt idx="1229">
                  <c:v>1.1597726881350094</c:v>
                </c:pt>
                <c:pt idx="1230">
                  <c:v>1.1450662992939555</c:v>
                </c:pt>
                <c:pt idx="1231">
                  <c:v>1.1590494231100394</c:v>
                </c:pt>
                <c:pt idx="1232">
                  <c:v>1.1499569485104184</c:v>
                </c:pt>
                <c:pt idx="1233">
                  <c:v>1.1520578612019976</c:v>
                </c:pt>
                <c:pt idx="1234">
                  <c:v>1.1595315997933529</c:v>
                </c:pt>
                <c:pt idx="1235">
                  <c:v>1.1614603065266058</c:v>
                </c:pt>
                <c:pt idx="1236">
                  <c:v>1.1746512829343894</c:v>
                </c:pt>
                <c:pt idx="1237">
                  <c:v>1.1805062855174788</c:v>
                </c:pt>
                <c:pt idx="1238">
                  <c:v>1.1885999655588082</c:v>
                </c:pt>
                <c:pt idx="1239">
                  <c:v>1.1980024108834164</c:v>
                </c:pt>
                <c:pt idx="1240">
                  <c:v>1.2210435681074563</c:v>
                </c:pt>
                <c:pt idx="1241">
                  <c:v>1.2128465644911313</c:v>
                </c:pt>
                <c:pt idx="1242">
                  <c:v>1.2120544170828311</c:v>
                </c:pt>
                <c:pt idx="1243">
                  <c:v>1.2050972963664541</c:v>
                </c:pt>
                <c:pt idx="1244">
                  <c:v>1.1969691751334597</c:v>
                </c:pt>
                <c:pt idx="1245">
                  <c:v>1.2030652660582055</c:v>
                </c:pt>
                <c:pt idx="1246">
                  <c:v>1.1932150852419492</c:v>
                </c:pt>
                <c:pt idx="1247">
                  <c:v>1.151265713793697</c:v>
                </c:pt>
                <c:pt idx="1248">
                  <c:v>1.151265713793697</c:v>
                </c:pt>
                <c:pt idx="1249">
                  <c:v>1.1504046840020663</c:v>
                </c:pt>
                <c:pt idx="1250">
                  <c:v>1.1609436886516271</c:v>
                </c:pt>
                <c:pt idx="1251">
                  <c:v>1.172068193559497</c:v>
                </c:pt>
                <c:pt idx="1252">
                  <c:v>1.1655588083347683</c:v>
                </c:pt>
                <c:pt idx="1253">
                  <c:v>1.1668331324263819</c:v>
                </c:pt>
                <c:pt idx="1254">
                  <c:v>1.1536421560185981</c:v>
                </c:pt>
                <c:pt idx="1255">
                  <c:v>1.1740657826760805</c:v>
                </c:pt>
                <c:pt idx="1256">
                  <c:v>1.1758911658343378</c:v>
                </c:pt>
                <c:pt idx="1257">
                  <c:v>1.1737558119510934</c:v>
                </c:pt>
                <c:pt idx="1258">
                  <c:v>1.1992078525916996</c:v>
                </c:pt>
                <c:pt idx="1259">
                  <c:v>1.1980024108834164</c:v>
                </c:pt>
                <c:pt idx="1260">
                  <c:v>1.2083692095746512</c:v>
                </c:pt>
                <c:pt idx="1261">
                  <c:v>1.2174961253659375</c:v>
                </c:pt>
                <c:pt idx="1262">
                  <c:v>1.2232822455656964</c:v>
                </c:pt>
                <c:pt idx="1263">
                  <c:v>1.2166006543826415</c:v>
                </c:pt>
                <c:pt idx="1264">
                  <c:v>1.2091957981746166</c:v>
                </c:pt>
                <c:pt idx="1265">
                  <c:v>1.2226623041157223</c:v>
                </c:pt>
                <c:pt idx="1266">
                  <c:v>1.2063371792664024</c:v>
                </c:pt>
                <c:pt idx="1267">
                  <c:v>1.1811951093507833</c:v>
                </c:pt>
                <c:pt idx="1268">
                  <c:v>1.1448252109522987</c:v>
                </c:pt>
                <c:pt idx="1269">
                  <c:v>1.1648699845014638</c:v>
                </c:pt>
                <c:pt idx="1270">
                  <c:v>1.1581195109350781</c:v>
                </c:pt>
                <c:pt idx="1271">
                  <c:v>1.146616152918891</c:v>
                </c:pt>
                <c:pt idx="1272">
                  <c:v>1.0662992939555709</c:v>
                </c:pt>
                <c:pt idx="1273">
                  <c:v>1.0677802651971757</c:v>
                </c:pt>
                <c:pt idx="1274">
                  <c:v>1.0488376097812984</c:v>
                </c:pt>
                <c:pt idx="1275">
                  <c:v>1.1196142586533493</c:v>
                </c:pt>
                <c:pt idx="1276">
                  <c:v>1.1101084897537454</c:v>
                </c:pt>
                <c:pt idx="1277">
                  <c:v>1.12047528844498</c:v>
                </c:pt>
                <c:pt idx="1278">
                  <c:v>1.1301532633029101</c:v>
                </c:pt>
                <c:pt idx="1279">
                  <c:v>1.1142758739452383</c:v>
                </c:pt>
                <c:pt idx="1280">
                  <c:v>1.1238160840365077</c:v>
                </c:pt>
                <c:pt idx="1281">
                  <c:v>1.1308765283278801</c:v>
                </c:pt>
                <c:pt idx="1282">
                  <c:v>1.1341828827277423</c:v>
                </c:pt>
                <c:pt idx="1283">
                  <c:v>1.1317719993111761</c:v>
                </c:pt>
                <c:pt idx="1284">
                  <c:v>1.1501291544687444</c:v>
                </c:pt>
                <c:pt idx="1285">
                  <c:v>1.1493714482521096</c:v>
                </c:pt>
                <c:pt idx="1286">
                  <c:v>1.1602204236266573</c:v>
                </c:pt>
                <c:pt idx="1287">
                  <c:v>1.1609436886516271</c:v>
                </c:pt>
                <c:pt idx="1288">
                  <c:v>1.1677630446013432</c:v>
                </c:pt>
                <c:pt idx="1289">
                  <c:v>1.1666609264680556</c:v>
                </c:pt>
                <c:pt idx="1290">
                  <c:v>1.1668331324263819</c:v>
                </c:pt>
                <c:pt idx="1291">
                  <c:v>1.1755123127260203</c:v>
                </c:pt>
                <c:pt idx="1292">
                  <c:v>1.1760633717926641</c:v>
                </c:pt>
                <c:pt idx="1293">
                  <c:v>1.1761322541759944</c:v>
                </c:pt>
                <c:pt idx="1294">
                  <c:v>1.1953848803168587</c:v>
                </c:pt>
                <c:pt idx="1295">
                  <c:v>1.1956948510418459</c:v>
                </c:pt>
                <c:pt idx="1296">
                  <c:v>1.211606681591183</c:v>
                </c:pt>
                <c:pt idx="1297">
                  <c:v>1.202548648183227</c:v>
                </c:pt>
                <c:pt idx="1298">
                  <c:v>1.2069915619080418</c:v>
                </c:pt>
                <c:pt idx="1299">
                  <c:v>1.193628379541932</c:v>
                </c:pt>
                <c:pt idx="1300">
                  <c:v>1.1951782331668674</c:v>
                </c:pt>
                <c:pt idx="1301">
                  <c:v>1.2033063543998621</c:v>
                </c:pt>
                <c:pt idx="1302">
                  <c:v>1.1875322886171862</c:v>
                </c:pt>
                <c:pt idx="1303">
                  <c:v>1.189185465817117</c:v>
                </c:pt>
                <c:pt idx="1304">
                  <c:v>1.2127087997244703</c:v>
                </c:pt>
                <c:pt idx="1305">
                  <c:v>1.2098501808162561</c:v>
                </c:pt>
                <c:pt idx="1306">
                  <c:v>1.2273463061821939</c:v>
                </c:pt>
                <c:pt idx="1307">
                  <c:v>1.2504907869812294</c:v>
                </c:pt>
                <c:pt idx="1308">
                  <c:v>1.2385741346650594</c:v>
                </c:pt>
                <c:pt idx="1309">
                  <c:v>1.238815223006716</c:v>
                </c:pt>
                <c:pt idx="1310">
                  <c:v>1.2739796796969174</c:v>
                </c:pt>
                <c:pt idx="1311">
                  <c:v>1.2968486309626313</c:v>
                </c:pt>
                <c:pt idx="1312">
                  <c:v>1.2968486309626313</c:v>
                </c:pt>
                <c:pt idx="1313">
                  <c:v>1.3190631995867057</c:v>
                </c:pt>
                <c:pt idx="1314">
                  <c:v>1.3252626140864474</c:v>
                </c:pt>
                <c:pt idx="1315">
                  <c:v>1.3424832099190631</c:v>
                </c:pt>
                <c:pt idx="1316">
                  <c:v>1.3453418288272774</c:v>
                </c:pt>
                <c:pt idx="1317">
                  <c:v>1.3339073531944206</c:v>
                </c:pt>
                <c:pt idx="1318">
                  <c:v>1.3575340106767695</c:v>
                </c:pt>
                <c:pt idx="1319">
                  <c:v>1.3610470122266229</c:v>
                </c:pt>
                <c:pt idx="1320">
                  <c:v>1.3737213707594282</c:v>
                </c:pt>
                <c:pt idx="1321">
                  <c:v>1.3752023420010333</c:v>
                </c:pt>
                <c:pt idx="1322">
                  <c:v>1.3959703805751678</c:v>
                </c:pt>
                <c:pt idx="1323">
                  <c:v>1.3925262614086447</c:v>
                </c:pt>
                <c:pt idx="1324">
                  <c:v>1.4388152230067159</c:v>
                </c:pt>
                <c:pt idx="1325">
                  <c:v>1.4448424315481314</c:v>
                </c:pt>
                <c:pt idx="1326">
                  <c:v>1.4315825727570173</c:v>
                </c:pt>
                <c:pt idx="1327">
                  <c:v>1.4214568624074393</c:v>
                </c:pt>
                <c:pt idx="1328">
                  <c:v>1.4279318064405029</c:v>
                </c:pt>
                <c:pt idx="1329">
                  <c:v>1.4336490442569312</c:v>
                </c:pt>
                <c:pt idx="1330">
                  <c:v>1.4273463061821938</c:v>
                </c:pt>
                <c:pt idx="1331">
                  <c:v>1.4497675219562596</c:v>
                </c:pt>
                <c:pt idx="1332">
                  <c:v>1.4215257447907697</c:v>
                </c:pt>
                <c:pt idx="1333">
                  <c:v>1.422490098157396</c:v>
                </c:pt>
                <c:pt idx="1334">
                  <c:v>1.4507318753228862</c:v>
                </c:pt>
                <c:pt idx="1335">
                  <c:v>1.4534871706561046</c:v>
                </c:pt>
                <c:pt idx="1336">
                  <c:v>1.4755295333218528</c:v>
                </c:pt>
                <c:pt idx="1337">
                  <c:v>1.4743240916135696</c:v>
                </c:pt>
                <c:pt idx="1338">
                  <c:v>1.4895470983296022</c:v>
                </c:pt>
                <c:pt idx="1339">
                  <c:v>1.49743413122094</c:v>
                </c:pt>
                <c:pt idx="1340">
                  <c:v>1.4849664198381263</c:v>
                </c:pt>
                <c:pt idx="1341">
                  <c:v>1.4866195970380573</c:v>
                </c:pt>
                <c:pt idx="1342">
                  <c:v>1.484759772688135</c:v>
                </c:pt>
                <c:pt idx="1343">
                  <c:v>1.496676425004305</c:v>
                </c:pt>
                <c:pt idx="1344">
                  <c:v>1.4742552092302392</c:v>
                </c:pt>
                <c:pt idx="1345">
                  <c:v>1.4811090063716204</c:v>
                </c:pt>
                <c:pt idx="1346">
                  <c:v>1.4810745651799551</c:v>
                </c:pt>
                <c:pt idx="1347">
                  <c:v>1.4836576545548474</c:v>
                </c:pt>
                <c:pt idx="1348">
                  <c:v>1.4925779231961425</c:v>
                </c:pt>
                <c:pt idx="1349">
                  <c:v>1.5010848975374547</c:v>
                </c:pt>
                <c:pt idx="1350">
                  <c:v>1.5147580506285516</c:v>
                </c:pt>
                <c:pt idx="1351">
                  <c:v>1.5105906664370587</c:v>
                </c:pt>
                <c:pt idx="1352">
                  <c:v>1.4490098157396245</c:v>
                </c:pt>
                <c:pt idx="1353">
                  <c:v>1.4630273807473737</c:v>
                </c:pt>
                <c:pt idx="1354">
                  <c:v>1.4852763905631134</c:v>
                </c:pt>
                <c:pt idx="1355">
                  <c:v>1.4833132426381952</c:v>
                </c:pt>
                <c:pt idx="1356">
                  <c:v>1.4993972791458583</c:v>
                </c:pt>
                <c:pt idx="1357">
                  <c:v>1.4929223351127949</c:v>
                </c:pt>
                <c:pt idx="1358">
                  <c:v>1.4923023936628206</c:v>
                </c:pt>
                <c:pt idx="1359">
                  <c:v>1.4865851558463921</c:v>
                </c:pt>
                <c:pt idx="1360">
                  <c:v>1.5048045462372996</c:v>
                </c:pt>
                <c:pt idx="1361">
                  <c:v>1.5035991045290165</c:v>
                </c:pt>
                <c:pt idx="1362">
                  <c:v>1.5035991045290165</c:v>
                </c:pt>
                <c:pt idx="1363">
                  <c:v>1.4781815050800757</c:v>
                </c:pt>
                <c:pt idx="1364">
                  <c:v>1.4678147063888409</c:v>
                </c:pt>
                <c:pt idx="1365">
                  <c:v>1.4591355260892027</c:v>
                </c:pt>
                <c:pt idx="1366">
                  <c:v>1.4617186154640951</c:v>
                </c:pt>
                <c:pt idx="1367">
                  <c:v>1.4758050628551747</c:v>
                </c:pt>
                <c:pt idx="1368">
                  <c:v>1.4943688651627345</c:v>
                </c:pt>
                <c:pt idx="1369">
                  <c:v>1.4789392112967108</c:v>
                </c:pt>
                <c:pt idx="1370">
                  <c:v>1.4820389185465817</c:v>
                </c:pt>
                <c:pt idx="1371">
                  <c:v>1.4872050972963664</c:v>
                </c:pt>
                <c:pt idx="1372">
                  <c:v>1.4813845359049422</c:v>
                </c:pt>
                <c:pt idx="1373">
                  <c:v>1.4579989667642499</c:v>
                </c:pt>
                <c:pt idx="1374">
                  <c:v>1.4745996211468915</c:v>
                </c:pt>
                <c:pt idx="1375">
                  <c:v>1.482245565696573</c:v>
                </c:pt>
                <c:pt idx="1376">
                  <c:v>1.4889615980712931</c:v>
                </c:pt>
                <c:pt idx="1377">
                  <c:v>1.4908214224212157</c:v>
                </c:pt>
                <c:pt idx="1378">
                  <c:v>1.4976752195625969</c:v>
                </c:pt>
                <c:pt idx="1379">
                  <c:v>1.5198209058033405</c:v>
                </c:pt>
                <c:pt idx="1380">
                  <c:v>1.5500258308937489</c:v>
                </c:pt>
                <c:pt idx="1381">
                  <c:v>1.5636301016015153</c:v>
                </c:pt>
                <c:pt idx="1382">
                  <c:v>1.5937317031169278</c:v>
                </c:pt>
                <c:pt idx="1383">
                  <c:v>1.6003099707249868</c:v>
                </c:pt>
                <c:pt idx="1384">
                  <c:v>1.628551747890477</c:v>
                </c:pt>
                <c:pt idx="1385">
                  <c:v>1.6083692095746511</c:v>
                </c:pt>
                <c:pt idx="1386">
                  <c:v>1.6371276046151195</c:v>
                </c:pt>
                <c:pt idx="1387">
                  <c:v>1.6305837781987256</c:v>
                </c:pt>
                <c:pt idx="1388">
                  <c:v>1.647287756156363</c:v>
                </c:pt>
                <c:pt idx="1389">
                  <c:v>1.6584811434475633</c:v>
                </c:pt>
                <c:pt idx="1390">
                  <c:v>1.6545204064060615</c:v>
                </c:pt>
                <c:pt idx="1391">
                  <c:v>1.6553469950060271</c:v>
                </c:pt>
                <c:pt idx="1392">
                  <c:v>1.6119510935078352</c:v>
                </c:pt>
                <c:pt idx="1393">
                  <c:v>1.6367143103151369</c:v>
                </c:pt>
                <c:pt idx="1394">
                  <c:v>1.6326158085069742</c:v>
                </c:pt>
                <c:pt idx="1395">
                  <c:v>1.6993628379541932</c:v>
                </c:pt>
                <c:pt idx="1396">
                  <c:v>1.7460650938522473</c:v>
                </c:pt>
                <c:pt idx="1397">
                  <c:v>1.7285000861029791</c:v>
                </c:pt>
                <c:pt idx="1398">
                  <c:v>1.7113483726536936</c:v>
                </c:pt>
                <c:pt idx="1399">
                  <c:v>1.7583950404684001</c:v>
                </c:pt>
                <c:pt idx="1400">
                  <c:v>1.8062682968830721</c:v>
                </c:pt>
                <c:pt idx="1401">
                  <c:v>1.8098157396245909</c:v>
                </c:pt>
                <c:pt idx="1402">
                  <c:v>1.8435681074565178</c:v>
                </c:pt>
                <c:pt idx="1403">
                  <c:v>1.8435681074565178</c:v>
                </c:pt>
                <c:pt idx="1404">
                  <c:v>1.8687446185638024</c:v>
                </c:pt>
                <c:pt idx="1405">
                  <c:v>1.8473221973480281</c:v>
                </c:pt>
                <c:pt idx="1406">
                  <c:v>1.894299982779404</c:v>
                </c:pt>
                <c:pt idx="1407">
                  <c:v>1.9483037713104874</c:v>
                </c:pt>
                <c:pt idx="1408">
                  <c:v>1.927019114861374</c:v>
                </c:pt>
                <c:pt idx="1409">
                  <c:v>1.968348544859652</c:v>
                </c:pt>
                <c:pt idx="1410">
                  <c:v>1.9810917857757877</c:v>
                </c:pt>
                <c:pt idx="1411">
                  <c:v>1.9957292922335113</c:v>
                </c:pt>
                <c:pt idx="1412">
                  <c:v>2.0631307043223694</c:v>
                </c:pt>
                <c:pt idx="1413">
                  <c:v>2.004270707766489</c:v>
                </c:pt>
                <c:pt idx="1414">
                  <c:v>1.9473049767521955</c:v>
                </c:pt>
                <c:pt idx="1415">
                  <c:v>1.9575684518684344</c:v>
                </c:pt>
                <c:pt idx="1416">
                  <c:v>1.9217496125365936</c:v>
                </c:pt>
                <c:pt idx="1417">
                  <c:v>1.9814361976924397</c:v>
                </c:pt>
                <c:pt idx="1418">
                  <c:v>2.0024453246082312</c:v>
                </c:pt>
                <c:pt idx="1419">
                  <c:v>2.0207680385741345</c:v>
                </c:pt>
                <c:pt idx="1420">
                  <c:v>2.0273807473738588</c:v>
                </c:pt>
                <c:pt idx="1421">
                  <c:v>1.9405200619941447</c:v>
                </c:pt>
                <c:pt idx="1422">
                  <c:v>1.9860513173755809</c:v>
                </c:pt>
                <c:pt idx="1423">
                  <c:v>1.9164801102118134</c:v>
                </c:pt>
                <c:pt idx="1424">
                  <c:v>1.9034268985706904</c:v>
                </c:pt>
                <c:pt idx="1425">
                  <c:v>1.9431720337523679</c:v>
                </c:pt>
                <c:pt idx="1426">
                  <c:v>1.8610642328224556</c:v>
                </c:pt>
                <c:pt idx="1427">
                  <c:v>1.8626140864473908</c:v>
                </c:pt>
                <c:pt idx="1428">
                  <c:v>1.8757361804718442</c:v>
                </c:pt>
                <c:pt idx="1429">
                  <c:v>1.9265369381780608</c:v>
                </c:pt>
                <c:pt idx="1430">
                  <c:v>1.9402789736524884</c:v>
                </c:pt>
                <c:pt idx="1431">
                  <c:v>1.9080420182538314</c:v>
                </c:pt>
                <c:pt idx="1432">
                  <c:v>1.9079042534871706</c:v>
                </c:pt>
                <c:pt idx="1433">
                  <c:v>1.948407094885483</c:v>
                </c:pt>
                <c:pt idx="1434">
                  <c:v>1.9658687790597551</c:v>
                </c:pt>
                <c:pt idx="1435">
                  <c:v>1.9622868951265713</c:v>
                </c:pt>
                <c:pt idx="1436">
                  <c:v>2.0003788531083173</c:v>
                </c:pt>
                <c:pt idx="1437">
                  <c:v>2.0291716893404508</c:v>
                </c:pt>
                <c:pt idx="1438">
                  <c:v>2.017427242982607</c:v>
                </c:pt>
                <c:pt idx="1439">
                  <c:v>2.0166006543826414</c:v>
                </c:pt>
                <c:pt idx="1440">
                  <c:v>1.9981401756500772</c:v>
                </c:pt>
                <c:pt idx="1441">
                  <c:v>2.0249009815739623</c:v>
                </c:pt>
                <c:pt idx="1442">
                  <c:v>1.978612019975891</c:v>
                </c:pt>
                <c:pt idx="1443">
                  <c:v>1.9339417943860855</c:v>
                </c:pt>
                <c:pt idx="1444">
                  <c:v>1.9721715171344927</c:v>
                </c:pt>
                <c:pt idx="1445">
                  <c:v>1.9481660065438262</c:v>
                </c:pt>
                <c:pt idx="1446">
                  <c:v>1.9576373342517648</c:v>
                </c:pt>
                <c:pt idx="1447">
                  <c:v>2.0069915619080421</c:v>
                </c:pt>
                <c:pt idx="1448">
                  <c:v>2.0135698295161011</c:v>
                </c:pt>
                <c:pt idx="1449">
                  <c:v>2.0120888582744962</c:v>
                </c:pt>
                <c:pt idx="1450">
                  <c:v>2.0120888582744962</c:v>
                </c:pt>
                <c:pt idx="1451">
                  <c:v>2.0323058377819874</c:v>
                </c:pt>
                <c:pt idx="1452">
                  <c:v>2.0860685379714137</c:v>
                </c:pt>
                <c:pt idx="1453">
                  <c:v>2.0870673325297053</c:v>
                </c:pt>
                <c:pt idx="1454">
                  <c:v>2.0870673325297053</c:v>
                </c:pt>
                <c:pt idx="1455">
                  <c:v>2.2343378680902357</c:v>
                </c:pt>
                <c:pt idx="1456">
                  <c:v>2.2712243843636988</c:v>
                </c:pt>
                <c:pt idx="1457">
                  <c:v>2.2885483037713104</c:v>
                </c:pt>
                <c:pt idx="1458">
                  <c:v>2.2875150680213534</c:v>
                </c:pt>
                <c:pt idx="1459">
                  <c:v>2.3015326330291028</c:v>
                </c:pt>
                <c:pt idx="1460">
                  <c:v>2.3174100223867744</c:v>
                </c:pt>
                <c:pt idx="1461">
                  <c:v>2.3444463578439811</c:v>
                </c:pt>
                <c:pt idx="1462">
                  <c:v>2.3618391596349233</c:v>
                </c:pt>
                <c:pt idx="1463">
                  <c:v>2.3984501463750645</c:v>
                </c:pt>
                <c:pt idx="1464">
                  <c:v>2.4268641294988806</c:v>
                </c:pt>
                <c:pt idx="1465">
                  <c:v>2.4589633201308763</c:v>
                </c:pt>
                <c:pt idx="1466">
                  <c:v>2.4400895470983293</c:v>
                </c:pt>
                <c:pt idx="1467">
                  <c:v>2.4623385569140694</c:v>
                </c:pt>
                <c:pt idx="1468">
                  <c:v>2.4876872739796791</c:v>
                </c:pt>
                <c:pt idx="1469">
                  <c:v>2.50487342862063</c:v>
                </c:pt>
                <c:pt idx="1470">
                  <c:v>2.4799035646633372</c:v>
                </c:pt>
                <c:pt idx="1471">
                  <c:v>2.5663165145514033</c:v>
                </c:pt>
                <c:pt idx="1472">
                  <c:v>2.6131220940244533</c:v>
                </c:pt>
                <c:pt idx="1473">
                  <c:v>2.6367831926984673</c:v>
                </c:pt>
                <c:pt idx="1474">
                  <c:v>2.6464956087480624</c:v>
                </c:pt>
                <c:pt idx="1475">
                  <c:v>2.4985706905458929</c:v>
                </c:pt>
                <c:pt idx="1476">
                  <c:v>2.6848286550714651</c:v>
                </c:pt>
                <c:pt idx="1477">
                  <c:v>2.7221629068365765</c:v>
                </c:pt>
                <c:pt idx="1478">
                  <c:v>2.607026003099707</c:v>
                </c:pt>
                <c:pt idx="1479">
                  <c:v>2.5765455484759769</c:v>
                </c:pt>
                <c:pt idx="1480">
                  <c:v>2.6896504219045978</c:v>
                </c:pt>
                <c:pt idx="1481">
                  <c:v>2.6890304804546235</c:v>
                </c:pt>
                <c:pt idx="1482">
                  <c:v>2.7165489925951434</c:v>
                </c:pt>
                <c:pt idx="1483">
                  <c:v>2.8113655932495263</c:v>
                </c:pt>
                <c:pt idx="1484">
                  <c:v>2.8055450318581023</c:v>
                </c:pt>
                <c:pt idx="1485">
                  <c:v>3.0545204064060614</c:v>
                </c:pt>
                <c:pt idx="1486">
                  <c:v>3.1128982262786291</c:v>
                </c:pt>
                <c:pt idx="1487">
                  <c:v>3.2513173755811948</c:v>
                </c:pt>
                <c:pt idx="1488">
                  <c:v>3.2145341828827276</c:v>
                </c:pt>
                <c:pt idx="1489">
                  <c:v>3.2145341828827276</c:v>
                </c:pt>
                <c:pt idx="1490">
                  <c:v>2.9598760117100049</c:v>
                </c:pt>
                <c:pt idx="1491">
                  <c:v>2.6064749440330632</c:v>
                </c:pt>
                <c:pt idx="1492">
                  <c:v>2.8628207335973825</c:v>
                </c:pt>
                <c:pt idx="1493">
                  <c:v>2.8545892887893922</c:v>
                </c:pt>
                <c:pt idx="1494">
                  <c:v>2.6702600309970723</c:v>
                </c:pt>
                <c:pt idx="1495">
                  <c:v>2.8345789564318924</c:v>
                </c:pt>
                <c:pt idx="1496">
                  <c:v>2.8725675908386425</c:v>
                </c:pt>
                <c:pt idx="1497">
                  <c:v>2.8500430514895814</c:v>
                </c:pt>
                <c:pt idx="1498">
                  <c:v>2.7998277940416734</c:v>
                </c:pt>
                <c:pt idx="1499">
                  <c:v>2.8477010504563456</c:v>
                </c:pt>
                <c:pt idx="1500">
                  <c:v>2.8961253659376611</c:v>
                </c:pt>
                <c:pt idx="1501">
                  <c:v>3.0603409677974858</c:v>
                </c:pt>
                <c:pt idx="1502">
                  <c:v>2.9701050456345786</c:v>
                </c:pt>
                <c:pt idx="1503">
                  <c:v>2.9705527811262269</c:v>
                </c:pt>
                <c:pt idx="1504">
                  <c:v>2.7720337523678316</c:v>
                </c:pt>
                <c:pt idx="1505">
                  <c:v>2.8504907869812293</c:v>
                </c:pt>
                <c:pt idx="1506">
                  <c:v>2.8885827449629757</c:v>
                </c:pt>
                <c:pt idx="1507">
                  <c:v>2.7859135526089198</c:v>
                </c:pt>
                <c:pt idx="1508">
                  <c:v>2.7731703116927844</c:v>
                </c:pt>
                <c:pt idx="1509">
                  <c:v>2.6875150680213533</c:v>
                </c:pt>
                <c:pt idx="1510">
                  <c:v>2.5643878078181506</c:v>
                </c:pt>
                <c:pt idx="1511">
                  <c:v>2.80296194248321</c:v>
                </c:pt>
                <c:pt idx="1512">
                  <c:v>2.6679180299638365</c:v>
                </c:pt>
                <c:pt idx="1513">
                  <c:v>2.7495092130187704</c:v>
                </c:pt>
                <c:pt idx="1514">
                  <c:v>2.8279662476321681</c:v>
                </c:pt>
                <c:pt idx="1515">
                  <c:v>3.040502841398312</c:v>
                </c:pt>
                <c:pt idx="1516">
                  <c:v>2.9817461684174269</c:v>
                </c:pt>
                <c:pt idx="1517">
                  <c:v>3.0266230411572237</c:v>
                </c:pt>
                <c:pt idx="1518">
                  <c:v>2.9990700878250385</c:v>
                </c:pt>
                <c:pt idx="1519">
                  <c:v>3.0893748923712758</c:v>
                </c:pt>
                <c:pt idx="1520">
                  <c:v>3.1568796280351297</c:v>
                </c:pt>
                <c:pt idx="1521">
                  <c:v>3.2301360427070773</c:v>
                </c:pt>
                <c:pt idx="1522">
                  <c:v>3.2078870328913376</c:v>
                </c:pt>
                <c:pt idx="1523">
                  <c:v>3.2228345100740485</c:v>
                </c:pt>
                <c:pt idx="1524">
                  <c:v>3.3141381091785771</c:v>
                </c:pt>
                <c:pt idx="1525">
                  <c:v>3.3219218184949195</c:v>
                </c:pt>
                <c:pt idx="1526">
                  <c:v>3.3601515412433267</c:v>
                </c:pt>
                <c:pt idx="1527">
                  <c:v>3.3472360943688648</c:v>
                </c:pt>
                <c:pt idx="1528">
                  <c:v>3.4280351300154983</c:v>
                </c:pt>
                <c:pt idx="1529">
                  <c:v>3.4407783709316337</c:v>
                </c:pt>
                <c:pt idx="1530">
                  <c:v>3.4668159118305493</c:v>
                </c:pt>
                <c:pt idx="1531">
                  <c:v>3.4170828310659545</c:v>
                </c:pt>
                <c:pt idx="1532">
                  <c:v>3.8905803340795591</c:v>
                </c:pt>
                <c:pt idx="1533">
                  <c:v>3.9602548648183222</c:v>
                </c:pt>
                <c:pt idx="1534">
                  <c:v>3.9647666609264678</c:v>
                </c:pt>
                <c:pt idx="1535">
                  <c:v>4.1723437230928191</c:v>
                </c:pt>
                <c:pt idx="1536">
                  <c:v>4.0758050628551752</c:v>
                </c:pt>
                <c:pt idx="1537">
                  <c:v>4.2024108834165661</c:v>
                </c:pt>
                <c:pt idx="1538">
                  <c:v>4.2816256242465984</c:v>
                </c:pt>
                <c:pt idx="1539">
                  <c:v>4.003409677974858</c:v>
                </c:pt>
                <c:pt idx="1540">
                  <c:v>4.0340967797485785</c:v>
                </c:pt>
                <c:pt idx="1541">
                  <c:v>3.9001894265541588</c:v>
                </c:pt>
                <c:pt idx="1542">
                  <c:v>3.8763905631134832</c:v>
                </c:pt>
                <c:pt idx="1543">
                  <c:v>4.2198036852075083</c:v>
                </c:pt>
                <c:pt idx="1544">
                  <c:v>4.2225934217323919</c:v>
                </c:pt>
                <c:pt idx="1545">
                  <c:v>4.2225934217323919</c:v>
                </c:pt>
                <c:pt idx="1546">
                  <c:v>4.3414155329774404</c:v>
                </c:pt>
                <c:pt idx="1547">
                  <c:v>4.4734286206302727</c:v>
                </c:pt>
                <c:pt idx="1548">
                  <c:v>4.4517651110728425</c:v>
                </c:pt>
                <c:pt idx="1549">
                  <c:v>4.6248320991906313</c:v>
                </c:pt>
                <c:pt idx="1550">
                  <c:v>4.8214568624074392</c:v>
                </c:pt>
                <c:pt idx="1551">
                  <c:v>4.8466678147063886</c:v>
                </c:pt>
                <c:pt idx="1552">
                  <c:v>4.8466678147063886</c:v>
                </c:pt>
                <c:pt idx="1553">
                  <c:v>4.7513690373686925</c:v>
                </c:pt>
                <c:pt idx="1554">
                  <c:v>4.4670914413638707</c:v>
                </c:pt>
                <c:pt idx="1555">
                  <c:v>4.0865851558463921</c:v>
                </c:pt>
                <c:pt idx="1556">
                  <c:v>4.4546237299810576</c:v>
                </c:pt>
                <c:pt idx="1557">
                  <c:v>4.2263475116239011</c:v>
                </c:pt>
                <c:pt idx="1558">
                  <c:v>4.2415705183399339</c:v>
                </c:pt>
                <c:pt idx="1559">
                  <c:v>4.4474599621146886</c:v>
                </c:pt>
                <c:pt idx="1560">
                  <c:v>4.6848975374547956</c:v>
                </c:pt>
                <c:pt idx="1561">
                  <c:v>4.7933184088169449</c:v>
                </c:pt>
              </c:numCache>
            </c:numRef>
          </c:val>
          <c:smooth val="0"/>
          <c:extLst>
            <c:ext xmlns:c16="http://schemas.microsoft.com/office/drawing/2014/chart" uri="{C3380CC4-5D6E-409C-BE32-E72D297353CC}">
              <c16:uniqueId val="{00000000-BB5B-4ED5-9AEA-DAF41A738756}"/>
            </c:ext>
          </c:extLst>
        </c:ser>
        <c:ser>
          <c:idx val="1"/>
          <c:order val="1"/>
          <c:tx>
            <c:strRef>
              <c:f>'5年内走势'!$F$1</c:f>
              <c:strCache>
                <c:ptCount val="1"/>
                <c:pt idx="0">
                  <c:v>SK海力士</c:v>
                </c:pt>
              </c:strCache>
            </c:strRef>
          </c:tx>
          <c:spPr>
            <a:ln w="19050" cap="rnd">
              <a:solidFill>
                <a:schemeClr val="accent2"/>
              </a:solidFill>
              <a:round/>
            </a:ln>
            <a:effectLst/>
          </c:spPr>
          <c:marker>
            <c:symbol val="none"/>
          </c:marker>
          <c:cat>
            <c:numRef>
              <c:f>'5年内走势'!$A$2:$A$3995</c:f>
              <c:numCache>
                <c:formatCode>m/d/yyyy</c:formatCode>
                <c:ptCount val="3994"/>
                <c:pt idx="0">
                  <c:v>43832</c:v>
                </c:pt>
                <c:pt idx="1">
                  <c:v>43833</c:v>
                </c:pt>
                <c:pt idx="2">
                  <c:v>43836</c:v>
                </c:pt>
                <c:pt idx="3">
                  <c:v>43837</c:v>
                </c:pt>
                <c:pt idx="4">
                  <c:v>43838</c:v>
                </c:pt>
                <c:pt idx="5">
                  <c:v>43839</c:v>
                </c:pt>
                <c:pt idx="6">
                  <c:v>43840</c:v>
                </c:pt>
                <c:pt idx="7">
                  <c:v>43843</c:v>
                </c:pt>
                <c:pt idx="8">
                  <c:v>43844</c:v>
                </c:pt>
                <c:pt idx="9">
                  <c:v>43845</c:v>
                </c:pt>
                <c:pt idx="10">
                  <c:v>43846</c:v>
                </c:pt>
                <c:pt idx="11">
                  <c:v>43847</c:v>
                </c:pt>
                <c:pt idx="12">
                  <c:v>43850</c:v>
                </c:pt>
                <c:pt idx="13">
                  <c:v>43851</c:v>
                </c:pt>
                <c:pt idx="14">
                  <c:v>43852</c:v>
                </c:pt>
                <c:pt idx="15">
                  <c:v>43853</c:v>
                </c:pt>
                <c:pt idx="16">
                  <c:v>43864</c:v>
                </c:pt>
                <c:pt idx="17">
                  <c:v>43865</c:v>
                </c:pt>
                <c:pt idx="18">
                  <c:v>43866</c:v>
                </c:pt>
                <c:pt idx="19">
                  <c:v>43867</c:v>
                </c:pt>
                <c:pt idx="20">
                  <c:v>43868</c:v>
                </c:pt>
                <c:pt idx="21">
                  <c:v>43871</c:v>
                </c:pt>
                <c:pt idx="22">
                  <c:v>43872</c:v>
                </c:pt>
                <c:pt idx="23">
                  <c:v>43873</c:v>
                </c:pt>
                <c:pt idx="24">
                  <c:v>43874</c:v>
                </c:pt>
                <c:pt idx="25">
                  <c:v>43875</c:v>
                </c:pt>
                <c:pt idx="26">
                  <c:v>43878</c:v>
                </c:pt>
                <c:pt idx="27">
                  <c:v>43879</c:v>
                </c:pt>
                <c:pt idx="28">
                  <c:v>43880</c:v>
                </c:pt>
                <c:pt idx="29">
                  <c:v>43881</c:v>
                </c:pt>
                <c:pt idx="30">
                  <c:v>43882</c:v>
                </c:pt>
                <c:pt idx="31">
                  <c:v>43885</c:v>
                </c:pt>
                <c:pt idx="32">
                  <c:v>43886</c:v>
                </c:pt>
                <c:pt idx="33">
                  <c:v>43887</c:v>
                </c:pt>
                <c:pt idx="34">
                  <c:v>43888</c:v>
                </c:pt>
                <c:pt idx="35">
                  <c:v>43889</c:v>
                </c:pt>
                <c:pt idx="36">
                  <c:v>43892</c:v>
                </c:pt>
                <c:pt idx="37">
                  <c:v>43893</c:v>
                </c:pt>
                <c:pt idx="38">
                  <c:v>43894</c:v>
                </c:pt>
                <c:pt idx="39">
                  <c:v>43895</c:v>
                </c:pt>
                <c:pt idx="40">
                  <c:v>43896</c:v>
                </c:pt>
                <c:pt idx="41">
                  <c:v>43899</c:v>
                </c:pt>
                <c:pt idx="42">
                  <c:v>43900</c:v>
                </c:pt>
                <c:pt idx="43">
                  <c:v>43901</c:v>
                </c:pt>
                <c:pt idx="44">
                  <c:v>43902</c:v>
                </c:pt>
                <c:pt idx="45">
                  <c:v>43903</c:v>
                </c:pt>
                <c:pt idx="46">
                  <c:v>43906</c:v>
                </c:pt>
                <c:pt idx="47">
                  <c:v>43907</c:v>
                </c:pt>
                <c:pt idx="48">
                  <c:v>43908</c:v>
                </c:pt>
                <c:pt idx="49">
                  <c:v>43909</c:v>
                </c:pt>
                <c:pt idx="50">
                  <c:v>43910</c:v>
                </c:pt>
                <c:pt idx="51">
                  <c:v>43913</c:v>
                </c:pt>
                <c:pt idx="52">
                  <c:v>43914</c:v>
                </c:pt>
                <c:pt idx="53">
                  <c:v>43915</c:v>
                </c:pt>
                <c:pt idx="54">
                  <c:v>43916</c:v>
                </c:pt>
                <c:pt idx="55">
                  <c:v>43917</c:v>
                </c:pt>
                <c:pt idx="56">
                  <c:v>43920</c:v>
                </c:pt>
                <c:pt idx="57">
                  <c:v>43921</c:v>
                </c:pt>
                <c:pt idx="58">
                  <c:v>43922</c:v>
                </c:pt>
                <c:pt idx="59">
                  <c:v>43923</c:v>
                </c:pt>
                <c:pt idx="60">
                  <c:v>43924</c:v>
                </c:pt>
                <c:pt idx="61">
                  <c:v>43928</c:v>
                </c:pt>
                <c:pt idx="62">
                  <c:v>43929</c:v>
                </c:pt>
                <c:pt idx="63">
                  <c:v>43930</c:v>
                </c:pt>
                <c:pt idx="64">
                  <c:v>43931</c:v>
                </c:pt>
                <c:pt idx="65">
                  <c:v>43934</c:v>
                </c:pt>
                <c:pt idx="66">
                  <c:v>43935</c:v>
                </c:pt>
                <c:pt idx="67">
                  <c:v>43936</c:v>
                </c:pt>
                <c:pt idx="68">
                  <c:v>43937</c:v>
                </c:pt>
                <c:pt idx="69">
                  <c:v>43938</c:v>
                </c:pt>
                <c:pt idx="70">
                  <c:v>43941</c:v>
                </c:pt>
                <c:pt idx="71">
                  <c:v>43942</c:v>
                </c:pt>
                <c:pt idx="72">
                  <c:v>43943</c:v>
                </c:pt>
                <c:pt idx="73">
                  <c:v>43944</c:v>
                </c:pt>
                <c:pt idx="74">
                  <c:v>43945</c:v>
                </c:pt>
                <c:pt idx="75">
                  <c:v>43948</c:v>
                </c:pt>
                <c:pt idx="76">
                  <c:v>43949</c:v>
                </c:pt>
                <c:pt idx="77">
                  <c:v>43950</c:v>
                </c:pt>
                <c:pt idx="78">
                  <c:v>43951</c:v>
                </c:pt>
                <c:pt idx="79">
                  <c:v>43957</c:v>
                </c:pt>
                <c:pt idx="80">
                  <c:v>43958</c:v>
                </c:pt>
                <c:pt idx="81">
                  <c:v>43959</c:v>
                </c:pt>
                <c:pt idx="82">
                  <c:v>43962</c:v>
                </c:pt>
                <c:pt idx="83">
                  <c:v>43963</c:v>
                </c:pt>
                <c:pt idx="84">
                  <c:v>43964</c:v>
                </c:pt>
                <c:pt idx="85">
                  <c:v>43965</c:v>
                </c:pt>
                <c:pt idx="86">
                  <c:v>43966</c:v>
                </c:pt>
                <c:pt idx="87">
                  <c:v>43969</c:v>
                </c:pt>
                <c:pt idx="88">
                  <c:v>43970</c:v>
                </c:pt>
                <c:pt idx="89">
                  <c:v>43971</c:v>
                </c:pt>
                <c:pt idx="90">
                  <c:v>43972</c:v>
                </c:pt>
                <c:pt idx="91">
                  <c:v>43973</c:v>
                </c:pt>
                <c:pt idx="92">
                  <c:v>43976</c:v>
                </c:pt>
                <c:pt idx="93">
                  <c:v>43977</c:v>
                </c:pt>
                <c:pt idx="94">
                  <c:v>43978</c:v>
                </c:pt>
                <c:pt idx="95">
                  <c:v>43979</c:v>
                </c:pt>
                <c:pt idx="96">
                  <c:v>43980</c:v>
                </c:pt>
                <c:pt idx="97">
                  <c:v>43983</c:v>
                </c:pt>
                <c:pt idx="98">
                  <c:v>43984</c:v>
                </c:pt>
                <c:pt idx="99">
                  <c:v>43985</c:v>
                </c:pt>
                <c:pt idx="100">
                  <c:v>43986</c:v>
                </c:pt>
                <c:pt idx="101">
                  <c:v>43987</c:v>
                </c:pt>
                <c:pt idx="102">
                  <c:v>43990</c:v>
                </c:pt>
                <c:pt idx="103">
                  <c:v>43991</c:v>
                </c:pt>
                <c:pt idx="104">
                  <c:v>43992</c:v>
                </c:pt>
                <c:pt idx="105">
                  <c:v>43993</c:v>
                </c:pt>
                <c:pt idx="106">
                  <c:v>43994</c:v>
                </c:pt>
                <c:pt idx="107">
                  <c:v>43997</c:v>
                </c:pt>
                <c:pt idx="108">
                  <c:v>43998</c:v>
                </c:pt>
                <c:pt idx="109">
                  <c:v>43999</c:v>
                </c:pt>
                <c:pt idx="110">
                  <c:v>44000</c:v>
                </c:pt>
                <c:pt idx="111">
                  <c:v>44001</c:v>
                </c:pt>
                <c:pt idx="112">
                  <c:v>44004</c:v>
                </c:pt>
                <c:pt idx="113">
                  <c:v>44005</c:v>
                </c:pt>
                <c:pt idx="114">
                  <c:v>44006</c:v>
                </c:pt>
                <c:pt idx="115">
                  <c:v>44011</c:v>
                </c:pt>
                <c:pt idx="116">
                  <c:v>44012</c:v>
                </c:pt>
                <c:pt idx="117">
                  <c:v>44013</c:v>
                </c:pt>
                <c:pt idx="118">
                  <c:v>44014</c:v>
                </c:pt>
                <c:pt idx="119">
                  <c:v>44015</c:v>
                </c:pt>
                <c:pt idx="120">
                  <c:v>44018</c:v>
                </c:pt>
                <c:pt idx="121">
                  <c:v>44019</c:v>
                </c:pt>
                <c:pt idx="122">
                  <c:v>44020</c:v>
                </c:pt>
                <c:pt idx="123">
                  <c:v>44021</c:v>
                </c:pt>
                <c:pt idx="124">
                  <c:v>44022</c:v>
                </c:pt>
                <c:pt idx="125">
                  <c:v>44025</c:v>
                </c:pt>
                <c:pt idx="126">
                  <c:v>44026</c:v>
                </c:pt>
                <c:pt idx="127">
                  <c:v>44027</c:v>
                </c:pt>
                <c:pt idx="128">
                  <c:v>44028</c:v>
                </c:pt>
                <c:pt idx="129">
                  <c:v>44029</c:v>
                </c:pt>
                <c:pt idx="130">
                  <c:v>44032</c:v>
                </c:pt>
                <c:pt idx="131">
                  <c:v>44033</c:v>
                </c:pt>
                <c:pt idx="132">
                  <c:v>44034</c:v>
                </c:pt>
                <c:pt idx="133">
                  <c:v>44035</c:v>
                </c:pt>
                <c:pt idx="134">
                  <c:v>44036</c:v>
                </c:pt>
                <c:pt idx="135">
                  <c:v>44039</c:v>
                </c:pt>
                <c:pt idx="136">
                  <c:v>44040</c:v>
                </c:pt>
                <c:pt idx="137">
                  <c:v>44041</c:v>
                </c:pt>
                <c:pt idx="138">
                  <c:v>44042</c:v>
                </c:pt>
                <c:pt idx="139">
                  <c:v>44043</c:v>
                </c:pt>
                <c:pt idx="140">
                  <c:v>44046</c:v>
                </c:pt>
                <c:pt idx="141">
                  <c:v>44047</c:v>
                </c:pt>
                <c:pt idx="142">
                  <c:v>44048</c:v>
                </c:pt>
                <c:pt idx="143">
                  <c:v>44049</c:v>
                </c:pt>
                <c:pt idx="144">
                  <c:v>44050</c:v>
                </c:pt>
                <c:pt idx="145">
                  <c:v>44053</c:v>
                </c:pt>
                <c:pt idx="146">
                  <c:v>44054</c:v>
                </c:pt>
                <c:pt idx="147">
                  <c:v>44055</c:v>
                </c:pt>
                <c:pt idx="148">
                  <c:v>44056</c:v>
                </c:pt>
                <c:pt idx="149">
                  <c:v>44057</c:v>
                </c:pt>
                <c:pt idx="150">
                  <c:v>44060</c:v>
                </c:pt>
                <c:pt idx="151">
                  <c:v>44061</c:v>
                </c:pt>
                <c:pt idx="152">
                  <c:v>44062</c:v>
                </c:pt>
                <c:pt idx="153">
                  <c:v>44063</c:v>
                </c:pt>
                <c:pt idx="154">
                  <c:v>44064</c:v>
                </c:pt>
                <c:pt idx="155">
                  <c:v>44067</c:v>
                </c:pt>
                <c:pt idx="156">
                  <c:v>44068</c:v>
                </c:pt>
                <c:pt idx="157">
                  <c:v>44069</c:v>
                </c:pt>
                <c:pt idx="158">
                  <c:v>44070</c:v>
                </c:pt>
                <c:pt idx="159">
                  <c:v>44071</c:v>
                </c:pt>
                <c:pt idx="160">
                  <c:v>44074</c:v>
                </c:pt>
                <c:pt idx="161">
                  <c:v>44075</c:v>
                </c:pt>
                <c:pt idx="162">
                  <c:v>44076</c:v>
                </c:pt>
                <c:pt idx="163">
                  <c:v>44077</c:v>
                </c:pt>
                <c:pt idx="164">
                  <c:v>44078</c:v>
                </c:pt>
                <c:pt idx="165">
                  <c:v>44081</c:v>
                </c:pt>
                <c:pt idx="166">
                  <c:v>44082</c:v>
                </c:pt>
                <c:pt idx="167">
                  <c:v>44083</c:v>
                </c:pt>
                <c:pt idx="168">
                  <c:v>44084</c:v>
                </c:pt>
                <c:pt idx="169">
                  <c:v>44085</c:v>
                </c:pt>
                <c:pt idx="170">
                  <c:v>44088</c:v>
                </c:pt>
                <c:pt idx="171">
                  <c:v>44089</c:v>
                </c:pt>
                <c:pt idx="172">
                  <c:v>44090</c:v>
                </c:pt>
                <c:pt idx="173">
                  <c:v>44091</c:v>
                </c:pt>
                <c:pt idx="174">
                  <c:v>44092</c:v>
                </c:pt>
                <c:pt idx="175">
                  <c:v>44095</c:v>
                </c:pt>
                <c:pt idx="176">
                  <c:v>44096</c:v>
                </c:pt>
                <c:pt idx="177">
                  <c:v>44097</c:v>
                </c:pt>
                <c:pt idx="178">
                  <c:v>44098</c:v>
                </c:pt>
                <c:pt idx="179">
                  <c:v>44099</c:v>
                </c:pt>
                <c:pt idx="180">
                  <c:v>44102</c:v>
                </c:pt>
                <c:pt idx="181">
                  <c:v>44103</c:v>
                </c:pt>
                <c:pt idx="182">
                  <c:v>44104</c:v>
                </c:pt>
                <c:pt idx="183">
                  <c:v>44113</c:v>
                </c:pt>
                <c:pt idx="184">
                  <c:v>44116</c:v>
                </c:pt>
                <c:pt idx="185">
                  <c:v>44117</c:v>
                </c:pt>
                <c:pt idx="186">
                  <c:v>44118</c:v>
                </c:pt>
                <c:pt idx="187">
                  <c:v>44119</c:v>
                </c:pt>
                <c:pt idx="188">
                  <c:v>44120</c:v>
                </c:pt>
                <c:pt idx="189">
                  <c:v>44123</c:v>
                </c:pt>
                <c:pt idx="190">
                  <c:v>44124</c:v>
                </c:pt>
                <c:pt idx="191">
                  <c:v>44125</c:v>
                </c:pt>
                <c:pt idx="192">
                  <c:v>44126</c:v>
                </c:pt>
                <c:pt idx="193">
                  <c:v>44127</c:v>
                </c:pt>
                <c:pt idx="194">
                  <c:v>44130</c:v>
                </c:pt>
                <c:pt idx="195">
                  <c:v>44131</c:v>
                </c:pt>
                <c:pt idx="196">
                  <c:v>44132</c:v>
                </c:pt>
                <c:pt idx="197">
                  <c:v>44133</c:v>
                </c:pt>
                <c:pt idx="198">
                  <c:v>44134</c:v>
                </c:pt>
                <c:pt idx="199">
                  <c:v>44137</c:v>
                </c:pt>
                <c:pt idx="200">
                  <c:v>44138</c:v>
                </c:pt>
                <c:pt idx="201">
                  <c:v>44139</c:v>
                </c:pt>
                <c:pt idx="202">
                  <c:v>44140</c:v>
                </c:pt>
                <c:pt idx="203">
                  <c:v>44141</c:v>
                </c:pt>
                <c:pt idx="204">
                  <c:v>44144</c:v>
                </c:pt>
                <c:pt idx="205">
                  <c:v>44145</c:v>
                </c:pt>
                <c:pt idx="206">
                  <c:v>44146</c:v>
                </c:pt>
                <c:pt idx="207">
                  <c:v>44147</c:v>
                </c:pt>
                <c:pt idx="208">
                  <c:v>44148</c:v>
                </c:pt>
                <c:pt idx="209">
                  <c:v>44151</c:v>
                </c:pt>
                <c:pt idx="210">
                  <c:v>44152</c:v>
                </c:pt>
                <c:pt idx="211">
                  <c:v>44153</c:v>
                </c:pt>
                <c:pt idx="212">
                  <c:v>44154</c:v>
                </c:pt>
                <c:pt idx="213">
                  <c:v>44155</c:v>
                </c:pt>
                <c:pt idx="214">
                  <c:v>44158</c:v>
                </c:pt>
                <c:pt idx="215">
                  <c:v>44159</c:v>
                </c:pt>
                <c:pt idx="216">
                  <c:v>44160</c:v>
                </c:pt>
                <c:pt idx="217">
                  <c:v>44161</c:v>
                </c:pt>
                <c:pt idx="218">
                  <c:v>44162</c:v>
                </c:pt>
                <c:pt idx="219">
                  <c:v>44165</c:v>
                </c:pt>
                <c:pt idx="220">
                  <c:v>44166</c:v>
                </c:pt>
                <c:pt idx="221">
                  <c:v>44167</c:v>
                </c:pt>
                <c:pt idx="222">
                  <c:v>44168</c:v>
                </c:pt>
                <c:pt idx="223">
                  <c:v>44169</c:v>
                </c:pt>
                <c:pt idx="224">
                  <c:v>44172</c:v>
                </c:pt>
                <c:pt idx="225">
                  <c:v>44173</c:v>
                </c:pt>
                <c:pt idx="226">
                  <c:v>44174</c:v>
                </c:pt>
                <c:pt idx="227">
                  <c:v>44175</c:v>
                </c:pt>
                <c:pt idx="228">
                  <c:v>44176</c:v>
                </c:pt>
                <c:pt idx="229">
                  <c:v>44179</c:v>
                </c:pt>
                <c:pt idx="230">
                  <c:v>44180</c:v>
                </c:pt>
                <c:pt idx="231">
                  <c:v>44181</c:v>
                </c:pt>
                <c:pt idx="232">
                  <c:v>44182</c:v>
                </c:pt>
                <c:pt idx="233">
                  <c:v>44183</c:v>
                </c:pt>
                <c:pt idx="234">
                  <c:v>44186</c:v>
                </c:pt>
                <c:pt idx="235">
                  <c:v>44187</c:v>
                </c:pt>
                <c:pt idx="236">
                  <c:v>44188</c:v>
                </c:pt>
                <c:pt idx="237">
                  <c:v>44189</c:v>
                </c:pt>
                <c:pt idx="238">
                  <c:v>44190</c:v>
                </c:pt>
                <c:pt idx="239">
                  <c:v>44193</c:v>
                </c:pt>
                <c:pt idx="240">
                  <c:v>44194</c:v>
                </c:pt>
                <c:pt idx="241">
                  <c:v>44195</c:v>
                </c:pt>
                <c:pt idx="242">
                  <c:v>44196</c:v>
                </c:pt>
                <c:pt idx="243">
                  <c:v>44200</c:v>
                </c:pt>
                <c:pt idx="244">
                  <c:v>44201</c:v>
                </c:pt>
                <c:pt idx="245">
                  <c:v>44202</c:v>
                </c:pt>
                <c:pt idx="246">
                  <c:v>44203</c:v>
                </c:pt>
                <c:pt idx="247">
                  <c:v>44204</c:v>
                </c:pt>
                <c:pt idx="248">
                  <c:v>44207</c:v>
                </c:pt>
                <c:pt idx="249">
                  <c:v>44208</c:v>
                </c:pt>
                <c:pt idx="250">
                  <c:v>44209</c:v>
                </c:pt>
                <c:pt idx="251">
                  <c:v>44210</c:v>
                </c:pt>
                <c:pt idx="252">
                  <c:v>44211</c:v>
                </c:pt>
                <c:pt idx="253">
                  <c:v>44214</c:v>
                </c:pt>
                <c:pt idx="254">
                  <c:v>44215</c:v>
                </c:pt>
                <c:pt idx="255">
                  <c:v>44216</c:v>
                </c:pt>
                <c:pt idx="256">
                  <c:v>44217</c:v>
                </c:pt>
                <c:pt idx="257">
                  <c:v>44218</c:v>
                </c:pt>
                <c:pt idx="258">
                  <c:v>44221</c:v>
                </c:pt>
                <c:pt idx="259">
                  <c:v>44222</c:v>
                </c:pt>
                <c:pt idx="260">
                  <c:v>44223</c:v>
                </c:pt>
                <c:pt idx="261">
                  <c:v>44224</c:v>
                </c:pt>
                <c:pt idx="262">
                  <c:v>44225</c:v>
                </c:pt>
                <c:pt idx="263">
                  <c:v>44228</c:v>
                </c:pt>
                <c:pt idx="264">
                  <c:v>44229</c:v>
                </c:pt>
                <c:pt idx="265">
                  <c:v>44230</c:v>
                </c:pt>
                <c:pt idx="266">
                  <c:v>44231</c:v>
                </c:pt>
                <c:pt idx="267">
                  <c:v>44232</c:v>
                </c:pt>
                <c:pt idx="268">
                  <c:v>44235</c:v>
                </c:pt>
                <c:pt idx="269">
                  <c:v>44236</c:v>
                </c:pt>
                <c:pt idx="270">
                  <c:v>44237</c:v>
                </c:pt>
                <c:pt idx="271">
                  <c:v>44245</c:v>
                </c:pt>
                <c:pt idx="272">
                  <c:v>44246</c:v>
                </c:pt>
                <c:pt idx="273">
                  <c:v>44249</c:v>
                </c:pt>
                <c:pt idx="274">
                  <c:v>44250</c:v>
                </c:pt>
                <c:pt idx="275">
                  <c:v>44251</c:v>
                </c:pt>
                <c:pt idx="276">
                  <c:v>44252</c:v>
                </c:pt>
                <c:pt idx="277">
                  <c:v>44253</c:v>
                </c:pt>
                <c:pt idx="278">
                  <c:v>44256</c:v>
                </c:pt>
                <c:pt idx="279">
                  <c:v>44257</c:v>
                </c:pt>
                <c:pt idx="280">
                  <c:v>44258</c:v>
                </c:pt>
                <c:pt idx="281">
                  <c:v>44259</c:v>
                </c:pt>
                <c:pt idx="282">
                  <c:v>44260</c:v>
                </c:pt>
                <c:pt idx="283">
                  <c:v>44263</c:v>
                </c:pt>
                <c:pt idx="284">
                  <c:v>44264</c:v>
                </c:pt>
                <c:pt idx="285">
                  <c:v>44265</c:v>
                </c:pt>
                <c:pt idx="286">
                  <c:v>44266</c:v>
                </c:pt>
                <c:pt idx="287">
                  <c:v>44267</c:v>
                </c:pt>
                <c:pt idx="288">
                  <c:v>44270</c:v>
                </c:pt>
                <c:pt idx="289">
                  <c:v>44271</c:v>
                </c:pt>
                <c:pt idx="290">
                  <c:v>44272</c:v>
                </c:pt>
                <c:pt idx="291">
                  <c:v>44273</c:v>
                </c:pt>
                <c:pt idx="292">
                  <c:v>44274</c:v>
                </c:pt>
                <c:pt idx="293">
                  <c:v>44277</c:v>
                </c:pt>
                <c:pt idx="294">
                  <c:v>44278</c:v>
                </c:pt>
                <c:pt idx="295">
                  <c:v>44279</c:v>
                </c:pt>
                <c:pt idx="296">
                  <c:v>44280</c:v>
                </c:pt>
                <c:pt idx="297">
                  <c:v>44281</c:v>
                </c:pt>
                <c:pt idx="298">
                  <c:v>44284</c:v>
                </c:pt>
                <c:pt idx="299">
                  <c:v>44285</c:v>
                </c:pt>
                <c:pt idx="300">
                  <c:v>44286</c:v>
                </c:pt>
                <c:pt idx="301">
                  <c:v>44287</c:v>
                </c:pt>
                <c:pt idx="302">
                  <c:v>44288</c:v>
                </c:pt>
                <c:pt idx="303">
                  <c:v>44292</c:v>
                </c:pt>
                <c:pt idx="304">
                  <c:v>44293</c:v>
                </c:pt>
                <c:pt idx="305">
                  <c:v>44294</c:v>
                </c:pt>
                <c:pt idx="306">
                  <c:v>44295</c:v>
                </c:pt>
                <c:pt idx="307">
                  <c:v>44298</c:v>
                </c:pt>
                <c:pt idx="308">
                  <c:v>44299</c:v>
                </c:pt>
                <c:pt idx="309">
                  <c:v>44300</c:v>
                </c:pt>
                <c:pt idx="310">
                  <c:v>44301</c:v>
                </c:pt>
                <c:pt idx="311">
                  <c:v>44302</c:v>
                </c:pt>
                <c:pt idx="312">
                  <c:v>44305</c:v>
                </c:pt>
                <c:pt idx="313">
                  <c:v>44306</c:v>
                </c:pt>
                <c:pt idx="314">
                  <c:v>44307</c:v>
                </c:pt>
                <c:pt idx="315">
                  <c:v>44308</c:v>
                </c:pt>
                <c:pt idx="316">
                  <c:v>44309</c:v>
                </c:pt>
                <c:pt idx="317">
                  <c:v>44312</c:v>
                </c:pt>
                <c:pt idx="318">
                  <c:v>44313</c:v>
                </c:pt>
                <c:pt idx="319">
                  <c:v>44314</c:v>
                </c:pt>
                <c:pt idx="320">
                  <c:v>44315</c:v>
                </c:pt>
                <c:pt idx="321">
                  <c:v>44316</c:v>
                </c:pt>
                <c:pt idx="322">
                  <c:v>44322</c:v>
                </c:pt>
                <c:pt idx="323">
                  <c:v>44323</c:v>
                </c:pt>
                <c:pt idx="324">
                  <c:v>44326</c:v>
                </c:pt>
                <c:pt idx="325">
                  <c:v>44327</c:v>
                </c:pt>
                <c:pt idx="326">
                  <c:v>44328</c:v>
                </c:pt>
                <c:pt idx="327">
                  <c:v>44329</c:v>
                </c:pt>
                <c:pt idx="328">
                  <c:v>44330</c:v>
                </c:pt>
                <c:pt idx="329">
                  <c:v>44333</c:v>
                </c:pt>
                <c:pt idx="330">
                  <c:v>44334</c:v>
                </c:pt>
                <c:pt idx="331">
                  <c:v>44335</c:v>
                </c:pt>
                <c:pt idx="332">
                  <c:v>44336</c:v>
                </c:pt>
                <c:pt idx="333">
                  <c:v>44337</c:v>
                </c:pt>
                <c:pt idx="334">
                  <c:v>44340</c:v>
                </c:pt>
                <c:pt idx="335">
                  <c:v>44341</c:v>
                </c:pt>
                <c:pt idx="336">
                  <c:v>44342</c:v>
                </c:pt>
                <c:pt idx="337">
                  <c:v>44343</c:v>
                </c:pt>
                <c:pt idx="338">
                  <c:v>44344</c:v>
                </c:pt>
                <c:pt idx="339">
                  <c:v>44347</c:v>
                </c:pt>
                <c:pt idx="340">
                  <c:v>44348</c:v>
                </c:pt>
                <c:pt idx="341">
                  <c:v>44349</c:v>
                </c:pt>
                <c:pt idx="342">
                  <c:v>44350</c:v>
                </c:pt>
                <c:pt idx="343">
                  <c:v>44351</c:v>
                </c:pt>
                <c:pt idx="344">
                  <c:v>44354</c:v>
                </c:pt>
                <c:pt idx="345">
                  <c:v>44355</c:v>
                </c:pt>
                <c:pt idx="346">
                  <c:v>44356</c:v>
                </c:pt>
                <c:pt idx="347">
                  <c:v>44357</c:v>
                </c:pt>
                <c:pt idx="348">
                  <c:v>44358</c:v>
                </c:pt>
                <c:pt idx="349">
                  <c:v>44362</c:v>
                </c:pt>
                <c:pt idx="350">
                  <c:v>44363</c:v>
                </c:pt>
                <c:pt idx="351">
                  <c:v>44364</c:v>
                </c:pt>
                <c:pt idx="352">
                  <c:v>44365</c:v>
                </c:pt>
                <c:pt idx="353">
                  <c:v>44368</c:v>
                </c:pt>
                <c:pt idx="354">
                  <c:v>44369</c:v>
                </c:pt>
                <c:pt idx="355">
                  <c:v>44370</c:v>
                </c:pt>
                <c:pt idx="356">
                  <c:v>44371</c:v>
                </c:pt>
                <c:pt idx="357">
                  <c:v>44372</c:v>
                </c:pt>
                <c:pt idx="358">
                  <c:v>44375</c:v>
                </c:pt>
                <c:pt idx="359">
                  <c:v>44376</c:v>
                </c:pt>
                <c:pt idx="360">
                  <c:v>44377</c:v>
                </c:pt>
                <c:pt idx="361">
                  <c:v>44378</c:v>
                </c:pt>
                <c:pt idx="362">
                  <c:v>44379</c:v>
                </c:pt>
                <c:pt idx="363">
                  <c:v>44382</c:v>
                </c:pt>
                <c:pt idx="364">
                  <c:v>44383</c:v>
                </c:pt>
                <c:pt idx="365">
                  <c:v>44384</c:v>
                </c:pt>
                <c:pt idx="366">
                  <c:v>44385</c:v>
                </c:pt>
                <c:pt idx="367">
                  <c:v>44386</c:v>
                </c:pt>
                <c:pt idx="368">
                  <c:v>44389</c:v>
                </c:pt>
                <c:pt idx="369">
                  <c:v>44390</c:v>
                </c:pt>
                <c:pt idx="370">
                  <c:v>44391</c:v>
                </c:pt>
                <c:pt idx="371">
                  <c:v>44392</c:v>
                </c:pt>
                <c:pt idx="372">
                  <c:v>44393</c:v>
                </c:pt>
                <c:pt idx="373">
                  <c:v>44396</c:v>
                </c:pt>
                <c:pt idx="374">
                  <c:v>44397</c:v>
                </c:pt>
                <c:pt idx="375">
                  <c:v>44398</c:v>
                </c:pt>
                <c:pt idx="376">
                  <c:v>44399</c:v>
                </c:pt>
                <c:pt idx="377">
                  <c:v>44400</c:v>
                </c:pt>
                <c:pt idx="378">
                  <c:v>44403</c:v>
                </c:pt>
                <c:pt idx="379">
                  <c:v>44404</c:v>
                </c:pt>
                <c:pt idx="380">
                  <c:v>44405</c:v>
                </c:pt>
                <c:pt idx="381">
                  <c:v>44406</c:v>
                </c:pt>
                <c:pt idx="382">
                  <c:v>44407</c:v>
                </c:pt>
                <c:pt idx="383">
                  <c:v>44410</c:v>
                </c:pt>
                <c:pt idx="384">
                  <c:v>44411</c:v>
                </c:pt>
                <c:pt idx="385">
                  <c:v>44412</c:v>
                </c:pt>
                <c:pt idx="386">
                  <c:v>44413</c:v>
                </c:pt>
                <c:pt idx="387">
                  <c:v>44414</c:v>
                </c:pt>
                <c:pt idx="388">
                  <c:v>44417</c:v>
                </c:pt>
                <c:pt idx="389">
                  <c:v>44418</c:v>
                </c:pt>
                <c:pt idx="390">
                  <c:v>44419</c:v>
                </c:pt>
                <c:pt idx="391">
                  <c:v>44420</c:v>
                </c:pt>
                <c:pt idx="392">
                  <c:v>44421</c:v>
                </c:pt>
                <c:pt idx="393">
                  <c:v>44424</c:v>
                </c:pt>
                <c:pt idx="394">
                  <c:v>44425</c:v>
                </c:pt>
                <c:pt idx="395">
                  <c:v>44426</c:v>
                </c:pt>
                <c:pt idx="396">
                  <c:v>44427</c:v>
                </c:pt>
                <c:pt idx="397">
                  <c:v>44428</c:v>
                </c:pt>
                <c:pt idx="398">
                  <c:v>44431</c:v>
                </c:pt>
                <c:pt idx="399">
                  <c:v>44432</c:v>
                </c:pt>
                <c:pt idx="400">
                  <c:v>44433</c:v>
                </c:pt>
                <c:pt idx="401">
                  <c:v>44434</c:v>
                </c:pt>
                <c:pt idx="402">
                  <c:v>44435</c:v>
                </c:pt>
                <c:pt idx="403">
                  <c:v>44438</c:v>
                </c:pt>
                <c:pt idx="404">
                  <c:v>44439</c:v>
                </c:pt>
                <c:pt idx="405">
                  <c:v>44440</c:v>
                </c:pt>
                <c:pt idx="406">
                  <c:v>44441</c:v>
                </c:pt>
                <c:pt idx="407">
                  <c:v>44442</c:v>
                </c:pt>
                <c:pt idx="408">
                  <c:v>44445</c:v>
                </c:pt>
                <c:pt idx="409">
                  <c:v>44446</c:v>
                </c:pt>
                <c:pt idx="410">
                  <c:v>44447</c:v>
                </c:pt>
                <c:pt idx="411">
                  <c:v>44448</c:v>
                </c:pt>
                <c:pt idx="412">
                  <c:v>44449</c:v>
                </c:pt>
                <c:pt idx="413">
                  <c:v>44452</c:v>
                </c:pt>
                <c:pt idx="414">
                  <c:v>44453</c:v>
                </c:pt>
                <c:pt idx="415">
                  <c:v>44454</c:v>
                </c:pt>
                <c:pt idx="416">
                  <c:v>44455</c:v>
                </c:pt>
                <c:pt idx="417">
                  <c:v>44456</c:v>
                </c:pt>
                <c:pt idx="418">
                  <c:v>44461</c:v>
                </c:pt>
                <c:pt idx="419">
                  <c:v>44462</c:v>
                </c:pt>
                <c:pt idx="420">
                  <c:v>44463</c:v>
                </c:pt>
                <c:pt idx="421">
                  <c:v>44466</c:v>
                </c:pt>
                <c:pt idx="422">
                  <c:v>44467</c:v>
                </c:pt>
                <c:pt idx="423">
                  <c:v>44468</c:v>
                </c:pt>
                <c:pt idx="424">
                  <c:v>44469</c:v>
                </c:pt>
                <c:pt idx="425">
                  <c:v>44477</c:v>
                </c:pt>
                <c:pt idx="426">
                  <c:v>44480</c:v>
                </c:pt>
                <c:pt idx="427">
                  <c:v>44481</c:v>
                </c:pt>
                <c:pt idx="428">
                  <c:v>44482</c:v>
                </c:pt>
                <c:pt idx="429">
                  <c:v>44483</c:v>
                </c:pt>
                <c:pt idx="430">
                  <c:v>44484</c:v>
                </c:pt>
                <c:pt idx="431">
                  <c:v>44487</c:v>
                </c:pt>
                <c:pt idx="432">
                  <c:v>44488</c:v>
                </c:pt>
                <c:pt idx="433">
                  <c:v>44489</c:v>
                </c:pt>
                <c:pt idx="434">
                  <c:v>44490</c:v>
                </c:pt>
                <c:pt idx="435">
                  <c:v>44491</c:v>
                </c:pt>
                <c:pt idx="436">
                  <c:v>44494</c:v>
                </c:pt>
                <c:pt idx="437">
                  <c:v>44495</c:v>
                </c:pt>
                <c:pt idx="438">
                  <c:v>44496</c:v>
                </c:pt>
                <c:pt idx="439">
                  <c:v>44497</c:v>
                </c:pt>
                <c:pt idx="440">
                  <c:v>44498</c:v>
                </c:pt>
                <c:pt idx="441">
                  <c:v>44501</c:v>
                </c:pt>
                <c:pt idx="442">
                  <c:v>44502</c:v>
                </c:pt>
                <c:pt idx="443">
                  <c:v>44503</c:v>
                </c:pt>
                <c:pt idx="444">
                  <c:v>44504</c:v>
                </c:pt>
                <c:pt idx="445">
                  <c:v>44505</c:v>
                </c:pt>
                <c:pt idx="446">
                  <c:v>44508</c:v>
                </c:pt>
                <c:pt idx="447">
                  <c:v>44509</c:v>
                </c:pt>
                <c:pt idx="448">
                  <c:v>44510</c:v>
                </c:pt>
                <c:pt idx="449">
                  <c:v>44511</c:v>
                </c:pt>
                <c:pt idx="450">
                  <c:v>44512</c:v>
                </c:pt>
                <c:pt idx="451">
                  <c:v>44515</c:v>
                </c:pt>
                <c:pt idx="452">
                  <c:v>44516</c:v>
                </c:pt>
                <c:pt idx="453">
                  <c:v>44517</c:v>
                </c:pt>
                <c:pt idx="454">
                  <c:v>44518</c:v>
                </c:pt>
                <c:pt idx="455">
                  <c:v>44519</c:v>
                </c:pt>
                <c:pt idx="456">
                  <c:v>44522</c:v>
                </c:pt>
                <c:pt idx="457">
                  <c:v>44523</c:v>
                </c:pt>
                <c:pt idx="458">
                  <c:v>44524</c:v>
                </c:pt>
                <c:pt idx="459">
                  <c:v>44525</c:v>
                </c:pt>
                <c:pt idx="460">
                  <c:v>44526</c:v>
                </c:pt>
                <c:pt idx="461">
                  <c:v>44529</c:v>
                </c:pt>
                <c:pt idx="462">
                  <c:v>44530</c:v>
                </c:pt>
                <c:pt idx="463">
                  <c:v>44531</c:v>
                </c:pt>
                <c:pt idx="464">
                  <c:v>44532</c:v>
                </c:pt>
                <c:pt idx="465">
                  <c:v>44533</c:v>
                </c:pt>
                <c:pt idx="466">
                  <c:v>44536</c:v>
                </c:pt>
                <c:pt idx="467">
                  <c:v>44537</c:v>
                </c:pt>
                <c:pt idx="468">
                  <c:v>44538</c:v>
                </c:pt>
                <c:pt idx="469">
                  <c:v>44539</c:v>
                </c:pt>
                <c:pt idx="470">
                  <c:v>44540</c:v>
                </c:pt>
                <c:pt idx="471">
                  <c:v>44543</c:v>
                </c:pt>
                <c:pt idx="472">
                  <c:v>44544</c:v>
                </c:pt>
                <c:pt idx="473">
                  <c:v>44545</c:v>
                </c:pt>
                <c:pt idx="474">
                  <c:v>44546</c:v>
                </c:pt>
                <c:pt idx="475">
                  <c:v>44547</c:v>
                </c:pt>
                <c:pt idx="476">
                  <c:v>44550</c:v>
                </c:pt>
                <c:pt idx="477">
                  <c:v>44551</c:v>
                </c:pt>
                <c:pt idx="478">
                  <c:v>44552</c:v>
                </c:pt>
                <c:pt idx="479">
                  <c:v>44553</c:v>
                </c:pt>
                <c:pt idx="480">
                  <c:v>44554</c:v>
                </c:pt>
                <c:pt idx="481">
                  <c:v>44557</c:v>
                </c:pt>
                <c:pt idx="482">
                  <c:v>44558</c:v>
                </c:pt>
                <c:pt idx="483">
                  <c:v>44559</c:v>
                </c:pt>
                <c:pt idx="484">
                  <c:v>44560</c:v>
                </c:pt>
                <c:pt idx="485">
                  <c:v>44561</c:v>
                </c:pt>
                <c:pt idx="486">
                  <c:v>44565</c:v>
                </c:pt>
                <c:pt idx="487">
                  <c:v>44566</c:v>
                </c:pt>
                <c:pt idx="488">
                  <c:v>44567</c:v>
                </c:pt>
                <c:pt idx="489">
                  <c:v>44568</c:v>
                </c:pt>
                <c:pt idx="490">
                  <c:v>44571</c:v>
                </c:pt>
                <c:pt idx="491">
                  <c:v>44572</c:v>
                </c:pt>
                <c:pt idx="492">
                  <c:v>44573</c:v>
                </c:pt>
                <c:pt idx="493">
                  <c:v>44574</c:v>
                </c:pt>
                <c:pt idx="494">
                  <c:v>44575</c:v>
                </c:pt>
                <c:pt idx="495">
                  <c:v>44578</c:v>
                </c:pt>
                <c:pt idx="496">
                  <c:v>44579</c:v>
                </c:pt>
                <c:pt idx="497">
                  <c:v>44580</c:v>
                </c:pt>
                <c:pt idx="498">
                  <c:v>44581</c:v>
                </c:pt>
                <c:pt idx="499">
                  <c:v>44582</c:v>
                </c:pt>
                <c:pt idx="500">
                  <c:v>44585</c:v>
                </c:pt>
                <c:pt idx="501">
                  <c:v>44586</c:v>
                </c:pt>
                <c:pt idx="502">
                  <c:v>44587</c:v>
                </c:pt>
                <c:pt idx="503">
                  <c:v>44588</c:v>
                </c:pt>
                <c:pt idx="504">
                  <c:v>44589</c:v>
                </c:pt>
                <c:pt idx="505">
                  <c:v>44599</c:v>
                </c:pt>
                <c:pt idx="506">
                  <c:v>44600</c:v>
                </c:pt>
                <c:pt idx="507">
                  <c:v>44601</c:v>
                </c:pt>
                <c:pt idx="508">
                  <c:v>44602</c:v>
                </c:pt>
                <c:pt idx="509">
                  <c:v>44603</c:v>
                </c:pt>
                <c:pt idx="510">
                  <c:v>44606</c:v>
                </c:pt>
                <c:pt idx="511">
                  <c:v>44607</c:v>
                </c:pt>
                <c:pt idx="512">
                  <c:v>44608</c:v>
                </c:pt>
                <c:pt idx="513">
                  <c:v>44609</c:v>
                </c:pt>
                <c:pt idx="514">
                  <c:v>44610</c:v>
                </c:pt>
                <c:pt idx="515">
                  <c:v>44613</c:v>
                </c:pt>
                <c:pt idx="516">
                  <c:v>44614</c:v>
                </c:pt>
                <c:pt idx="517">
                  <c:v>44615</c:v>
                </c:pt>
                <c:pt idx="518">
                  <c:v>44616</c:v>
                </c:pt>
                <c:pt idx="519">
                  <c:v>44617</c:v>
                </c:pt>
                <c:pt idx="520">
                  <c:v>44620</c:v>
                </c:pt>
                <c:pt idx="521">
                  <c:v>44621</c:v>
                </c:pt>
                <c:pt idx="522">
                  <c:v>44622</c:v>
                </c:pt>
                <c:pt idx="523">
                  <c:v>44623</c:v>
                </c:pt>
                <c:pt idx="524">
                  <c:v>44624</c:v>
                </c:pt>
                <c:pt idx="525">
                  <c:v>44627</c:v>
                </c:pt>
                <c:pt idx="526">
                  <c:v>44628</c:v>
                </c:pt>
                <c:pt idx="527">
                  <c:v>44629</c:v>
                </c:pt>
                <c:pt idx="528">
                  <c:v>44630</c:v>
                </c:pt>
                <c:pt idx="529">
                  <c:v>44631</c:v>
                </c:pt>
                <c:pt idx="530">
                  <c:v>44634</c:v>
                </c:pt>
                <c:pt idx="531">
                  <c:v>44635</c:v>
                </c:pt>
                <c:pt idx="532">
                  <c:v>44636</c:v>
                </c:pt>
                <c:pt idx="533">
                  <c:v>44637</c:v>
                </c:pt>
                <c:pt idx="534">
                  <c:v>44638</c:v>
                </c:pt>
                <c:pt idx="535">
                  <c:v>44641</c:v>
                </c:pt>
                <c:pt idx="536">
                  <c:v>44642</c:v>
                </c:pt>
                <c:pt idx="537">
                  <c:v>44643</c:v>
                </c:pt>
                <c:pt idx="538">
                  <c:v>44644</c:v>
                </c:pt>
                <c:pt idx="539">
                  <c:v>44645</c:v>
                </c:pt>
                <c:pt idx="540">
                  <c:v>44648</c:v>
                </c:pt>
                <c:pt idx="541">
                  <c:v>44649</c:v>
                </c:pt>
                <c:pt idx="542">
                  <c:v>44650</c:v>
                </c:pt>
                <c:pt idx="543">
                  <c:v>44651</c:v>
                </c:pt>
                <c:pt idx="544">
                  <c:v>44652</c:v>
                </c:pt>
                <c:pt idx="545">
                  <c:v>44657</c:v>
                </c:pt>
                <c:pt idx="546">
                  <c:v>44658</c:v>
                </c:pt>
                <c:pt idx="547">
                  <c:v>44659</c:v>
                </c:pt>
                <c:pt idx="548">
                  <c:v>44662</c:v>
                </c:pt>
                <c:pt idx="549">
                  <c:v>44663</c:v>
                </c:pt>
                <c:pt idx="550">
                  <c:v>44664</c:v>
                </c:pt>
                <c:pt idx="551">
                  <c:v>44665</c:v>
                </c:pt>
                <c:pt idx="552">
                  <c:v>44666</c:v>
                </c:pt>
                <c:pt idx="553">
                  <c:v>44669</c:v>
                </c:pt>
                <c:pt idx="554">
                  <c:v>44670</c:v>
                </c:pt>
                <c:pt idx="555">
                  <c:v>44671</c:v>
                </c:pt>
                <c:pt idx="556">
                  <c:v>44672</c:v>
                </c:pt>
                <c:pt idx="557">
                  <c:v>44673</c:v>
                </c:pt>
                <c:pt idx="558">
                  <c:v>44676</c:v>
                </c:pt>
                <c:pt idx="559">
                  <c:v>44677</c:v>
                </c:pt>
                <c:pt idx="560">
                  <c:v>44678</c:v>
                </c:pt>
                <c:pt idx="561">
                  <c:v>44679</c:v>
                </c:pt>
                <c:pt idx="562">
                  <c:v>44680</c:v>
                </c:pt>
                <c:pt idx="563">
                  <c:v>44686</c:v>
                </c:pt>
                <c:pt idx="564">
                  <c:v>44687</c:v>
                </c:pt>
                <c:pt idx="565">
                  <c:v>44690</c:v>
                </c:pt>
                <c:pt idx="566">
                  <c:v>44691</c:v>
                </c:pt>
                <c:pt idx="567">
                  <c:v>44692</c:v>
                </c:pt>
                <c:pt idx="568">
                  <c:v>44693</c:v>
                </c:pt>
                <c:pt idx="569">
                  <c:v>44694</c:v>
                </c:pt>
                <c:pt idx="570">
                  <c:v>44697</c:v>
                </c:pt>
                <c:pt idx="571">
                  <c:v>44698</c:v>
                </c:pt>
                <c:pt idx="572">
                  <c:v>44699</c:v>
                </c:pt>
                <c:pt idx="573">
                  <c:v>44700</c:v>
                </c:pt>
                <c:pt idx="574">
                  <c:v>44701</c:v>
                </c:pt>
                <c:pt idx="575">
                  <c:v>44704</c:v>
                </c:pt>
                <c:pt idx="576">
                  <c:v>44705</c:v>
                </c:pt>
                <c:pt idx="577">
                  <c:v>44706</c:v>
                </c:pt>
                <c:pt idx="578">
                  <c:v>44707</c:v>
                </c:pt>
                <c:pt idx="579">
                  <c:v>44708</c:v>
                </c:pt>
                <c:pt idx="580">
                  <c:v>44711</c:v>
                </c:pt>
                <c:pt idx="581">
                  <c:v>44712</c:v>
                </c:pt>
                <c:pt idx="582">
                  <c:v>44713</c:v>
                </c:pt>
                <c:pt idx="583">
                  <c:v>44714</c:v>
                </c:pt>
                <c:pt idx="584">
                  <c:v>44718</c:v>
                </c:pt>
                <c:pt idx="585">
                  <c:v>44719</c:v>
                </c:pt>
                <c:pt idx="586">
                  <c:v>44720</c:v>
                </c:pt>
                <c:pt idx="587">
                  <c:v>44721</c:v>
                </c:pt>
                <c:pt idx="588">
                  <c:v>44722</c:v>
                </c:pt>
                <c:pt idx="589">
                  <c:v>44725</c:v>
                </c:pt>
                <c:pt idx="590">
                  <c:v>44726</c:v>
                </c:pt>
                <c:pt idx="591">
                  <c:v>44727</c:v>
                </c:pt>
                <c:pt idx="592">
                  <c:v>44728</c:v>
                </c:pt>
                <c:pt idx="593">
                  <c:v>44729</c:v>
                </c:pt>
                <c:pt idx="594">
                  <c:v>44732</c:v>
                </c:pt>
                <c:pt idx="595">
                  <c:v>44733</c:v>
                </c:pt>
                <c:pt idx="596">
                  <c:v>44734</c:v>
                </c:pt>
                <c:pt idx="597">
                  <c:v>44735</c:v>
                </c:pt>
                <c:pt idx="598">
                  <c:v>44736</c:v>
                </c:pt>
                <c:pt idx="599">
                  <c:v>44739</c:v>
                </c:pt>
                <c:pt idx="600">
                  <c:v>44740</c:v>
                </c:pt>
                <c:pt idx="601">
                  <c:v>44741</c:v>
                </c:pt>
                <c:pt idx="602">
                  <c:v>44742</c:v>
                </c:pt>
                <c:pt idx="603">
                  <c:v>44743</c:v>
                </c:pt>
                <c:pt idx="604">
                  <c:v>44746</c:v>
                </c:pt>
                <c:pt idx="605">
                  <c:v>44747</c:v>
                </c:pt>
                <c:pt idx="606">
                  <c:v>44748</c:v>
                </c:pt>
                <c:pt idx="607">
                  <c:v>44749</c:v>
                </c:pt>
                <c:pt idx="608">
                  <c:v>44750</c:v>
                </c:pt>
                <c:pt idx="609">
                  <c:v>44753</c:v>
                </c:pt>
                <c:pt idx="610">
                  <c:v>44754</c:v>
                </c:pt>
                <c:pt idx="611">
                  <c:v>44755</c:v>
                </c:pt>
                <c:pt idx="612">
                  <c:v>44756</c:v>
                </c:pt>
                <c:pt idx="613">
                  <c:v>44757</c:v>
                </c:pt>
                <c:pt idx="614">
                  <c:v>44760</c:v>
                </c:pt>
                <c:pt idx="615">
                  <c:v>44761</c:v>
                </c:pt>
                <c:pt idx="616">
                  <c:v>44762</c:v>
                </c:pt>
                <c:pt idx="617">
                  <c:v>44763</c:v>
                </c:pt>
                <c:pt idx="618">
                  <c:v>44764</c:v>
                </c:pt>
                <c:pt idx="619">
                  <c:v>44767</c:v>
                </c:pt>
                <c:pt idx="620">
                  <c:v>44768</c:v>
                </c:pt>
                <c:pt idx="621">
                  <c:v>44769</c:v>
                </c:pt>
                <c:pt idx="622">
                  <c:v>44770</c:v>
                </c:pt>
                <c:pt idx="623">
                  <c:v>44771</c:v>
                </c:pt>
                <c:pt idx="624">
                  <c:v>44774</c:v>
                </c:pt>
                <c:pt idx="625">
                  <c:v>44775</c:v>
                </c:pt>
                <c:pt idx="626">
                  <c:v>44776</c:v>
                </c:pt>
                <c:pt idx="627">
                  <c:v>44777</c:v>
                </c:pt>
                <c:pt idx="628">
                  <c:v>44778</c:v>
                </c:pt>
                <c:pt idx="629">
                  <c:v>44781</c:v>
                </c:pt>
                <c:pt idx="630">
                  <c:v>44782</c:v>
                </c:pt>
                <c:pt idx="631">
                  <c:v>44783</c:v>
                </c:pt>
                <c:pt idx="632">
                  <c:v>44784</c:v>
                </c:pt>
                <c:pt idx="633">
                  <c:v>44785</c:v>
                </c:pt>
                <c:pt idx="634">
                  <c:v>44788</c:v>
                </c:pt>
                <c:pt idx="635">
                  <c:v>44789</c:v>
                </c:pt>
                <c:pt idx="636">
                  <c:v>44790</c:v>
                </c:pt>
                <c:pt idx="637">
                  <c:v>44791</c:v>
                </c:pt>
                <c:pt idx="638">
                  <c:v>44792</c:v>
                </c:pt>
                <c:pt idx="639">
                  <c:v>44795</c:v>
                </c:pt>
                <c:pt idx="640">
                  <c:v>44796</c:v>
                </c:pt>
                <c:pt idx="641">
                  <c:v>44797</c:v>
                </c:pt>
                <c:pt idx="642">
                  <c:v>44798</c:v>
                </c:pt>
                <c:pt idx="643">
                  <c:v>44799</c:v>
                </c:pt>
                <c:pt idx="644">
                  <c:v>44802</c:v>
                </c:pt>
                <c:pt idx="645">
                  <c:v>44803</c:v>
                </c:pt>
                <c:pt idx="646">
                  <c:v>44804</c:v>
                </c:pt>
                <c:pt idx="647">
                  <c:v>44805</c:v>
                </c:pt>
                <c:pt idx="648">
                  <c:v>44806</c:v>
                </c:pt>
                <c:pt idx="649">
                  <c:v>44809</c:v>
                </c:pt>
                <c:pt idx="650">
                  <c:v>44810</c:v>
                </c:pt>
                <c:pt idx="651">
                  <c:v>44811</c:v>
                </c:pt>
                <c:pt idx="652">
                  <c:v>44812</c:v>
                </c:pt>
                <c:pt idx="653">
                  <c:v>44813</c:v>
                </c:pt>
                <c:pt idx="654">
                  <c:v>44817</c:v>
                </c:pt>
                <c:pt idx="655">
                  <c:v>44818</c:v>
                </c:pt>
                <c:pt idx="656">
                  <c:v>44819</c:v>
                </c:pt>
                <c:pt idx="657">
                  <c:v>44820</c:v>
                </c:pt>
                <c:pt idx="658">
                  <c:v>44823</c:v>
                </c:pt>
                <c:pt idx="659">
                  <c:v>44824</c:v>
                </c:pt>
                <c:pt idx="660">
                  <c:v>44825</c:v>
                </c:pt>
                <c:pt idx="661">
                  <c:v>44826</c:v>
                </c:pt>
                <c:pt idx="662">
                  <c:v>44827</c:v>
                </c:pt>
                <c:pt idx="663">
                  <c:v>44830</c:v>
                </c:pt>
                <c:pt idx="664">
                  <c:v>44831</c:v>
                </c:pt>
                <c:pt idx="665">
                  <c:v>44832</c:v>
                </c:pt>
                <c:pt idx="666">
                  <c:v>44833</c:v>
                </c:pt>
                <c:pt idx="667">
                  <c:v>44834</c:v>
                </c:pt>
                <c:pt idx="668">
                  <c:v>44844</c:v>
                </c:pt>
                <c:pt idx="669">
                  <c:v>44845</c:v>
                </c:pt>
                <c:pt idx="670">
                  <c:v>44846</c:v>
                </c:pt>
                <c:pt idx="671">
                  <c:v>44847</c:v>
                </c:pt>
                <c:pt idx="672">
                  <c:v>44848</c:v>
                </c:pt>
                <c:pt idx="673">
                  <c:v>44851</c:v>
                </c:pt>
                <c:pt idx="674">
                  <c:v>44852</c:v>
                </c:pt>
                <c:pt idx="675">
                  <c:v>44853</c:v>
                </c:pt>
                <c:pt idx="676">
                  <c:v>44854</c:v>
                </c:pt>
                <c:pt idx="677">
                  <c:v>44855</c:v>
                </c:pt>
                <c:pt idx="678">
                  <c:v>44858</c:v>
                </c:pt>
                <c:pt idx="679">
                  <c:v>44859</c:v>
                </c:pt>
                <c:pt idx="680">
                  <c:v>44860</c:v>
                </c:pt>
                <c:pt idx="681">
                  <c:v>44861</c:v>
                </c:pt>
                <c:pt idx="682">
                  <c:v>44862</c:v>
                </c:pt>
                <c:pt idx="683">
                  <c:v>44865</c:v>
                </c:pt>
                <c:pt idx="684">
                  <c:v>44866</c:v>
                </c:pt>
                <c:pt idx="685">
                  <c:v>44867</c:v>
                </c:pt>
                <c:pt idx="686">
                  <c:v>44868</c:v>
                </c:pt>
                <c:pt idx="687">
                  <c:v>44869</c:v>
                </c:pt>
                <c:pt idx="688">
                  <c:v>44872</c:v>
                </c:pt>
                <c:pt idx="689">
                  <c:v>44873</c:v>
                </c:pt>
                <c:pt idx="690">
                  <c:v>44874</c:v>
                </c:pt>
                <c:pt idx="691">
                  <c:v>44875</c:v>
                </c:pt>
                <c:pt idx="692">
                  <c:v>44876</c:v>
                </c:pt>
                <c:pt idx="693">
                  <c:v>44879</c:v>
                </c:pt>
                <c:pt idx="694">
                  <c:v>44880</c:v>
                </c:pt>
                <c:pt idx="695">
                  <c:v>44881</c:v>
                </c:pt>
                <c:pt idx="696">
                  <c:v>44882</c:v>
                </c:pt>
                <c:pt idx="697">
                  <c:v>44883</c:v>
                </c:pt>
                <c:pt idx="698">
                  <c:v>44886</c:v>
                </c:pt>
                <c:pt idx="699">
                  <c:v>44887</c:v>
                </c:pt>
                <c:pt idx="700">
                  <c:v>44888</c:v>
                </c:pt>
                <c:pt idx="701">
                  <c:v>44889</c:v>
                </c:pt>
                <c:pt idx="702">
                  <c:v>44890</c:v>
                </c:pt>
                <c:pt idx="703">
                  <c:v>44893</c:v>
                </c:pt>
                <c:pt idx="704">
                  <c:v>44894</c:v>
                </c:pt>
                <c:pt idx="705">
                  <c:v>44895</c:v>
                </c:pt>
                <c:pt idx="706">
                  <c:v>44896</c:v>
                </c:pt>
                <c:pt idx="707">
                  <c:v>44897</c:v>
                </c:pt>
                <c:pt idx="708">
                  <c:v>44900</c:v>
                </c:pt>
                <c:pt idx="709">
                  <c:v>44901</c:v>
                </c:pt>
                <c:pt idx="710">
                  <c:v>44902</c:v>
                </c:pt>
                <c:pt idx="711">
                  <c:v>44903</c:v>
                </c:pt>
                <c:pt idx="712">
                  <c:v>44904</c:v>
                </c:pt>
                <c:pt idx="713">
                  <c:v>44907</c:v>
                </c:pt>
                <c:pt idx="714">
                  <c:v>44908</c:v>
                </c:pt>
                <c:pt idx="715">
                  <c:v>44909</c:v>
                </c:pt>
                <c:pt idx="716">
                  <c:v>44910</c:v>
                </c:pt>
                <c:pt idx="717">
                  <c:v>44911</c:v>
                </c:pt>
                <c:pt idx="718">
                  <c:v>44914</c:v>
                </c:pt>
                <c:pt idx="719">
                  <c:v>44915</c:v>
                </c:pt>
                <c:pt idx="720">
                  <c:v>44916</c:v>
                </c:pt>
                <c:pt idx="721">
                  <c:v>44917</c:v>
                </c:pt>
                <c:pt idx="722">
                  <c:v>44918</c:v>
                </c:pt>
                <c:pt idx="723">
                  <c:v>44921</c:v>
                </c:pt>
                <c:pt idx="724">
                  <c:v>44922</c:v>
                </c:pt>
                <c:pt idx="725">
                  <c:v>44923</c:v>
                </c:pt>
                <c:pt idx="726">
                  <c:v>44924</c:v>
                </c:pt>
                <c:pt idx="727">
                  <c:v>44925</c:v>
                </c:pt>
                <c:pt idx="728">
                  <c:v>44929</c:v>
                </c:pt>
                <c:pt idx="729">
                  <c:v>44930</c:v>
                </c:pt>
                <c:pt idx="730">
                  <c:v>44931</c:v>
                </c:pt>
                <c:pt idx="731">
                  <c:v>44932</c:v>
                </c:pt>
                <c:pt idx="732">
                  <c:v>44935</c:v>
                </c:pt>
                <c:pt idx="733">
                  <c:v>44936</c:v>
                </c:pt>
                <c:pt idx="734">
                  <c:v>44937</c:v>
                </c:pt>
                <c:pt idx="735">
                  <c:v>44938</c:v>
                </c:pt>
                <c:pt idx="736">
                  <c:v>44939</c:v>
                </c:pt>
                <c:pt idx="737">
                  <c:v>44942</c:v>
                </c:pt>
                <c:pt idx="738">
                  <c:v>44943</c:v>
                </c:pt>
                <c:pt idx="739">
                  <c:v>44944</c:v>
                </c:pt>
                <c:pt idx="740">
                  <c:v>44945</c:v>
                </c:pt>
                <c:pt idx="741">
                  <c:v>44946</c:v>
                </c:pt>
                <c:pt idx="742">
                  <c:v>44956</c:v>
                </c:pt>
                <c:pt idx="743">
                  <c:v>44957</c:v>
                </c:pt>
                <c:pt idx="744">
                  <c:v>44958</c:v>
                </c:pt>
                <c:pt idx="745">
                  <c:v>44959</c:v>
                </c:pt>
                <c:pt idx="746">
                  <c:v>44960</c:v>
                </c:pt>
                <c:pt idx="747">
                  <c:v>44963</c:v>
                </c:pt>
                <c:pt idx="748">
                  <c:v>44964</c:v>
                </c:pt>
                <c:pt idx="749">
                  <c:v>44965</c:v>
                </c:pt>
                <c:pt idx="750">
                  <c:v>44966</c:v>
                </c:pt>
                <c:pt idx="751">
                  <c:v>44967</c:v>
                </c:pt>
                <c:pt idx="752">
                  <c:v>44970</c:v>
                </c:pt>
                <c:pt idx="753">
                  <c:v>44971</c:v>
                </c:pt>
                <c:pt idx="754">
                  <c:v>44972</c:v>
                </c:pt>
                <c:pt idx="755">
                  <c:v>44973</c:v>
                </c:pt>
                <c:pt idx="756">
                  <c:v>44974</c:v>
                </c:pt>
                <c:pt idx="757">
                  <c:v>44977</c:v>
                </c:pt>
                <c:pt idx="758">
                  <c:v>44978</c:v>
                </c:pt>
                <c:pt idx="759">
                  <c:v>44979</c:v>
                </c:pt>
                <c:pt idx="760">
                  <c:v>44980</c:v>
                </c:pt>
                <c:pt idx="761">
                  <c:v>44981</c:v>
                </c:pt>
                <c:pt idx="762">
                  <c:v>44984</c:v>
                </c:pt>
                <c:pt idx="763">
                  <c:v>44985</c:v>
                </c:pt>
                <c:pt idx="764">
                  <c:v>44986</c:v>
                </c:pt>
                <c:pt idx="765">
                  <c:v>44987</c:v>
                </c:pt>
                <c:pt idx="766">
                  <c:v>44988</c:v>
                </c:pt>
                <c:pt idx="767">
                  <c:v>44991</c:v>
                </c:pt>
                <c:pt idx="768">
                  <c:v>44992</c:v>
                </c:pt>
                <c:pt idx="769">
                  <c:v>44993</c:v>
                </c:pt>
                <c:pt idx="770">
                  <c:v>44994</c:v>
                </c:pt>
                <c:pt idx="771">
                  <c:v>44995</c:v>
                </c:pt>
                <c:pt idx="772">
                  <c:v>44998</c:v>
                </c:pt>
                <c:pt idx="773">
                  <c:v>44999</c:v>
                </c:pt>
                <c:pt idx="774">
                  <c:v>45000</c:v>
                </c:pt>
                <c:pt idx="775">
                  <c:v>45001</c:v>
                </c:pt>
                <c:pt idx="776">
                  <c:v>45002</c:v>
                </c:pt>
                <c:pt idx="777">
                  <c:v>45005</c:v>
                </c:pt>
                <c:pt idx="778">
                  <c:v>45006</c:v>
                </c:pt>
                <c:pt idx="779">
                  <c:v>45007</c:v>
                </c:pt>
                <c:pt idx="780">
                  <c:v>45008</c:v>
                </c:pt>
                <c:pt idx="781">
                  <c:v>45009</c:v>
                </c:pt>
                <c:pt idx="782">
                  <c:v>45012</c:v>
                </c:pt>
                <c:pt idx="783">
                  <c:v>45013</c:v>
                </c:pt>
                <c:pt idx="784">
                  <c:v>45014</c:v>
                </c:pt>
                <c:pt idx="785">
                  <c:v>45015</c:v>
                </c:pt>
                <c:pt idx="786">
                  <c:v>45016</c:v>
                </c:pt>
                <c:pt idx="787">
                  <c:v>45019</c:v>
                </c:pt>
                <c:pt idx="788">
                  <c:v>45020</c:v>
                </c:pt>
                <c:pt idx="789">
                  <c:v>45022</c:v>
                </c:pt>
                <c:pt idx="790">
                  <c:v>45023</c:v>
                </c:pt>
                <c:pt idx="791">
                  <c:v>45026</c:v>
                </c:pt>
                <c:pt idx="792">
                  <c:v>45027</c:v>
                </c:pt>
                <c:pt idx="793">
                  <c:v>45028</c:v>
                </c:pt>
                <c:pt idx="794">
                  <c:v>45029</c:v>
                </c:pt>
                <c:pt idx="795">
                  <c:v>45030</c:v>
                </c:pt>
                <c:pt idx="796">
                  <c:v>45033</c:v>
                </c:pt>
                <c:pt idx="797">
                  <c:v>45034</c:v>
                </c:pt>
                <c:pt idx="798">
                  <c:v>45035</c:v>
                </c:pt>
                <c:pt idx="799">
                  <c:v>45036</c:v>
                </c:pt>
                <c:pt idx="800">
                  <c:v>45037</c:v>
                </c:pt>
                <c:pt idx="801">
                  <c:v>45040</c:v>
                </c:pt>
                <c:pt idx="802">
                  <c:v>45041</c:v>
                </c:pt>
                <c:pt idx="803">
                  <c:v>45042</c:v>
                </c:pt>
                <c:pt idx="804">
                  <c:v>45043</c:v>
                </c:pt>
                <c:pt idx="805">
                  <c:v>45044</c:v>
                </c:pt>
                <c:pt idx="806">
                  <c:v>45050</c:v>
                </c:pt>
                <c:pt idx="807">
                  <c:v>45051</c:v>
                </c:pt>
                <c:pt idx="808">
                  <c:v>45054</c:v>
                </c:pt>
                <c:pt idx="809">
                  <c:v>45055</c:v>
                </c:pt>
                <c:pt idx="810">
                  <c:v>45056</c:v>
                </c:pt>
                <c:pt idx="811">
                  <c:v>45057</c:v>
                </c:pt>
                <c:pt idx="812">
                  <c:v>45058</c:v>
                </c:pt>
                <c:pt idx="813">
                  <c:v>45061</c:v>
                </c:pt>
                <c:pt idx="814">
                  <c:v>45062</c:v>
                </c:pt>
                <c:pt idx="815">
                  <c:v>45063</c:v>
                </c:pt>
                <c:pt idx="816">
                  <c:v>45064</c:v>
                </c:pt>
                <c:pt idx="817">
                  <c:v>45065</c:v>
                </c:pt>
                <c:pt idx="818">
                  <c:v>45068</c:v>
                </c:pt>
                <c:pt idx="819">
                  <c:v>45069</c:v>
                </c:pt>
                <c:pt idx="820">
                  <c:v>45070</c:v>
                </c:pt>
                <c:pt idx="821">
                  <c:v>45071</c:v>
                </c:pt>
                <c:pt idx="822">
                  <c:v>45072</c:v>
                </c:pt>
                <c:pt idx="823">
                  <c:v>45075</c:v>
                </c:pt>
                <c:pt idx="824">
                  <c:v>45076</c:v>
                </c:pt>
                <c:pt idx="825">
                  <c:v>45077</c:v>
                </c:pt>
                <c:pt idx="826">
                  <c:v>45078</c:v>
                </c:pt>
                <c:pt idx="827">
                  <c:v>45079</c:v>
                </c:pt>
                <c:pt idx="828">
                  <c:v>45082</c:v>
                </c:pt>
                <c:pt idx="829">
                  <c:v>45083</c:v>
                </c:pt>
                <c:pt idx="830">
                  <c:v>45084</c:v>
                </c:pt>
                <c:pt idx="831">
                  <c:v>45085</c:v>
                </c:pt>
                <c:pt idx="832">
                  <c:v>45086</c:v>
                </c:pt>
                <c:pt idx="833">
                  <c:v>45089</c:v>
                </c:pt>
                <c:pt idx="834">
                  <c:v>45090</c:v>
                </c:pt>
                <c:pt idx="835">
                  <c:v>45091</c:v>
                </c:pt>
                <c:pt idx="836">
                  <c:v>45092</c:v>
                </c:pt>
                <c:pt idx="837">
                  <c:v>45093</c:v>
                </c:pt>
                <c:pt idx="838">
                  <c:v>45096</c:v>
                </c:pt>
                <c:pt idx="839">
                  <c:v>45097</c:v>
                </c:pt>
                <c:pt idx="840">
                  <c:v>45098</c:v>
                </c:pt>
                <c:pt idx="841">
                  <c:v>45103</c:v>
                </c:pt>
                <c:pt idx="842">
                  <c:v>45104</c:v>
                </c:pt>
                <c:pt idx="843">
                  <c:v>45105</c:v>
                </c:pt>
                <c:pt idx="844">
                  <c:v>45106</c:v>
                </c:pt>
                <c:pt idx="845">
                  <c:v>45107</c:v>
                </c:pt>
                <c:pt idx="846">
                  <c:v>45110</c:v>
                </c:pt>
                <c:pt idx="847">
                  <c:v>45111</c:v>
                </c:pt>
                <c:pt idx="848">
                  <c:v>45112</c:v>
                </c:pt>
                <c:pt idx="849">
                  <c:v>45113</c:v>
                </c:pt>
                <c:pt idx="850">
                  <c:v>45114</c:v>
                </c:pt>
                <c:pt idx="851">
                  <c:v>45117</c:v>
                </c:pt>
                <c:pt idx="852">
                  <c:v>45118</c:v>
                </c:pt>
                <c:pt idx="853">
                  <c:v>45119</c:v>
                </c:pt>
                <c:pt idx="854">
                  <c:v>45120</c:v>
                </c:pt>
                <c:pt idx="855">
                  <c:v>45121</c:v>
                </c:pt>
                <c:pt idx="856">
                  <c:v>45124</c:v>
                </c:pt>
                <c:pt idx="857">
                  <c:v>45125</c:v>
                </c:pt>
                <c:pt idx="858">
                  <c:v>45126</c:v>
                </c:pt>
                <c:pt idx="859">
                  <c:v>45127</c:v>
                </c:pt>
                <c:pt idx="860">
                  <c:v>45128</c:v>
                </c:pt>
                <c:pt idx="861">
                  <c:v>45131</c:v>
                </c:pt>
                <c:pt idx="862">
                  <c:v>45132</c:v>
                </c:pt>
                <c:pt idx="863">
                  <c:v>45133</c:v>
                </c:pt>
                <c:pt idx="864">
                  <c:v>45134</c:v>
                </c:pt>
                <c:pt idx="865">
                  <c:v>45135</c:v>
                </c:pt>
                <c:pt idx="866">
                  <c:v>45138</c:v>
                </c:pt>
                <c:pt idx="867">
                  <c:v>45139</c:v>
                </c:pt>
                <c:pt idx="868">
                  <c:v>45140</c:v>
                </c:pt>
                <c:pt idx="869">
                  <c:v>45141</c:v>
                </c:pt>
                <c:pt idx="870">
                  <c:v>45142</c:v>
                </c:pt>
                <c:pt idx="871">
                  <c:v>45145</c:v>
                </c:pt>
                <c:pt idx="872">
                  <c:v>45146</c:v>
                </c:pt>
                <c:pt idx="873">
                  <c:v>45147</c:v>
                </c:pt>
                <c:pt idx="874">
                  <c:v>45148</c:v>
                </c:pt>
                <c:pt idx="875">
                  <c:v>45149</c:v>
                </c:pt>
                <c:pt idx="876">
                  <c:v>45152</c:v>
                </c:pt>
                <c:pt idx="877">
                  <c:v>45153</c:v>
                </c:pt>
                <c:pt idx="878">
                  <c:v>45154</c:v>
                </c:pt>
                <c:pt idx="879">
                  <c:v>45155</c:v>
                </c:pt>
                <c:pt idx="880">
                  <c:v>45156</c:v>
                </c:pt>
                <c:pt idx="881">
                  <c:v>45159</c:v>
                </c:pt>
                <c:pt idx="882">
                  <c:v>45160</c:v>
                </c:pt>
                <c:pt idx="883">
                  <c:v>45161</c:v>
                </c:pt>
                <c:pt idx="884">
                  <c:v>45162</c:v>
                </c:pt>
                <c:pt idx="885">
                  <c:v>45163</c:v>
                </c:pt>
                <c:pt idx="886">
                  <c:v>45166</c:v>
                </c:pt>
                <c:pt idx="887">
                  <c:v>45167</c:v>
                </c:pt>
                <c:pt idx="888">
                  <c:v>45168</c:v>
                </c:pt>
                <c:pt idx="889">
                  <c:v>45169</c:v>
                </c:pt>
                <c:pt idx="890">
                  <c:v>45170</c:v>
                </c:pt>
                <c:pt idx="891">
                  <c:v>45173</c:v>
                </c:pt>
                <c:pt idx="892">
                  <c:v>45174</c:v>
                </c:pt>
                <c:pt idx="893">
                  <c:v>45175</c:v>
                </c:pt>
                <c:pt idx="894">
                  <c:v>45176</c:v>
                </c:pt>
                <c:pt idx="895">
                  <c:v>45177</c:v>
                </c:pt>
                <c:pt idx="896">
                  <c:v>45180</c:v>
                </c:pt>
                <c:pt idx="897">
                  <c:v>45181</c:v>
                </c:pt>
                <c:pt idx="898">
                  <c:v>45182</c:v>
                </c:pt>
                <c:pt idx="899">
                  <c:v>45183</c:v>
                </c:pt>
                <c:pt idx="900">
                  <c:v>45184</c:v>
                </c:pt>
                <c:pt idx="901">
                  <c:v>45187</c:v>
                </c:pt>
                <c:pt idx="902">
                  <c:v>45188</c:v>
                </c:pt>
                <c:pt idx="903">
                  <c:v>45189</c:v>
                </c:pt>
                <c:pt idx="904">
                  <c:v>45190</c:v>
                </c:pt>
                <c:pt idx="905">
                  <c:v>45191</c:v>
                </c:pt>
                <c:pt idx="906">
                  <c:v>45194</c:v>
                </c:pt>
                <c:pt idx="907">
                  <c:v>45195</c:v>
                </c:pt>
                <c:pt idx="908">
                  <c:v>45196</c:v>
                </c:pt>
                <c:pt idx="909">
                  <c:v>45197</c:v>
                </c:pt>
                <c:pt idx="910">
                  <c:v>45208</c:v>
                </c:pt>
                <c:pt idx="911">
                  <c:v>45209</c:v>
                </c:pt>
                <c:pt idx="912">
                  <c:v>45210</c:v>
                </c:pt>
                <c:pt idx="913">
                  <c:v>45211</c:v>
                </c:pt>
                <c:pt idx="914">
                  <c:v>45212</c:v>
                </c:pt>
                <c:pt idx="915">
                  <c:v>45215</c:v>
                </c:pt>
                <c:pt idx="916">
                  <c:v>45216</c:v>
                </c:pt>
                <c:pt idx="917">
                  <c:v>45217</c:v>
                </c:pt>
                <c:pt idx="918">
                  <c:v>45218</c:v>
                </c:pt>
                <c:pt idx="919">
                  <c:v>45219</c:v>
                </c:pt>
                <c:pt idx="920">
                  <c:v>45222</c:v>
                </c:pt>
                <c:pt idx="921">
                  <c:v>45223</c:v>
                </c:pt>
                <c:pt idx="922">
                  <c:v>45224</c:v>
                </c:pt>
                <c:pt idx="923">
                  <c:v>45225</c:v>
                </c:pt>
                <c:pt idx="924">
                  <c:v>45226</c:v>
                </c:pt>
                <c:pt idx="925">
                  <c:v>45229</c:v>
                </c:pt>
                <c:pt idx="926">
                  <c:v>45230</c:v>
                </c:pt>
                <c:pt idx="927">
                  <c:v>45231</c:v>
                </c:pt>
                <c:pt idx="928">
                  <c:v>45232</c:v>
                </c:pt>
                <c:pt idx="929">
                  <c:v>45233</c:v>
                </c:pt>
                <c:pt idx="930">
                  <c:v>45236</c:v>
                </c:pt>
                <c:pt idx="931">
                  <c:v>45237</c:v>
                </c:pt>
                <c:pt idx="932">
                  <c:v>45238</c:v>
                </c:pt>
                <c:pt idx="933">
                  <c:v>45239</c:v>
                </c:pt>
                <c:pt idx="934">
                  <c:v>45240</c:v>
                </c:pt>
                <c:pt idx="935">
                  <c:v>45243</c:v>
                </c:pt>
                <c:pt idx="936">
                  <c:v>45244</c:v>
                </c:pt>
                <c:pt idx="937">
                  <c:v>45245</c:v>
                </c:pt>
                <c:pt idx="938">
                  <c:v>45246</c:v>
                </c:pt>
                <c:pt idx="939">
                  <c:v>45247</c:v>
                </c:pt>
                <c:pt idx="940">
                  <c:v>45250</c:v>
                </c:pt>
                <c:pt idx="941">
                  <c:v>45251</c:v>
                </c:pt>
                <c:pt idx="942">
                  <c:v>45252</c:v>
                </c:pt>
                <c:pt idx="943">
                  <c:v>45253</c:v>
                </c:pt>
                <c:pt idx="944">
                  <c:v>45254</c:v>
                </c:pt>
                <c:pt idx="945">
                  <c:v>45257</c:v>
                </c:pt>
                <c:pt idx="946">
                  <c:v>45258</c:v>
                </c:pt>
                <c:pt idx="947">
                  <c:v>45259</c:v>
                </c:pt>
                <c:pt idx="948">
                  <c:v>45260</c:v>
                </c:pt>
                <c:pt idx="949">
                  <c:v>45261</c:v>
                </c:pt>
                <c:pt idx="950">
                  <c:v>45264</c:v>
                </c:pt>
                <c:pt idx="951">
                  <c:v>45265</c:v>
                </c:pt>
                <c:pt idx="952">
                  <c:v>45266</c:v>
                </c:pt>
                <c:pt idx="953">
                  <c:v>45267</c:v>
                </c:pt>
                <c:pt idx="954">
                  <c:v>45268</c:v>
                </c:pt>
                <c:pt idx="955">
                  <c:v>45271</c:v>
                </c:pt>
                <c:pt idx="956">
                  <c:v>45272</c:v>
                </c:pt>
                <c:pt idx="957">
                  <c:v>45273</c:v>
                </c:pt>
                <c:pt idx="958">
                  <c:v>45274</c:v>
                </c:pt>
                <c:pt idx="959">
                  <c:v>45275</c:v>
                </c:pt>
                <c:pt idx="960">
                  <c:v>45278</c:v>
                </c:pt>
                <c:pt idx="961">
                  <c:v>45279</c:v>
                </c:pt>
                <c:pt idx="962">
                  <c:v>45280</c:v>
                </c:pt>
                <c:pt idx="963">
                  <c:v>45281</c:v>
                </c:pt>
                <c:pt idx="964">
                  <c:v>45282</c:v>
                </c:pt>
                <c:pt idx="965">
                  <c:v>45285</c:v>
                </c:pt>
                <c:pt idx="966">
                  <c:v>45286</c:v>
                </c:pt>
                <c:pt idx="967">
                  <c:v>45287</c:v>
                </c:pt>
                <c:pt idx="968">
                  <c:v>45288</c:v>
                </c:pt>
                <c:pt idx="969">
                  <c:v>45289</c:v>
                </c:pt>
                <c:pt idx="970">
                  <c:v>45293</c:v>
                </c:pt>
                <c:pt idx="971">
                  <c:v>45294</c:v>
                </c:pt>
                <c:pt idx="972">
                  <c:v>45295</c:v>
                </c:pt>
                <c:pt idx="973">
                  <c:v>45296</c:v>
                </c:pt>
                <c:pt idx="974">
                  <c:v>45299</c:v>
                </c:pt>
                <c:pt idx="975">
                  <c:v>45300</c:v>
                </c:pt>
                <c:pt idx="976">
                  <c:v>45301</c:v>
                </c:pt>
                <c:pt idx="977">
                  <c:v>45302</c:v>
                </c:pt>
                <c:pt idx="978">
                  <c:v>45303</c:v>
                </c:pt>
                <c:pt idx="979">
                  <c:v>45306</c:v>
                </c:pt>
                <c:pt idx="980">
                  <c:v>45307</c:v>
                </c:pt>
                <c:pt idx="981">
                  <c:v>45308</c:v>
                </c:pt>
                <c:pt idx="982">
                  <c:v>45309</c:v>
                </c:pt>
                <c:pt idx="983">
                  <c:v>45310</c:v>
                </c:pt>
                <c:pt idx="984">
                  <c:v>45313</c:v>
                </c:pt>
                <c:pt idx="985">
                  <c:v>45314</c:v>
                </c:pt>
                <c:pt idx="986">
                  <c:v>45315</c:v>
                </c:pt>
                <c:pt idx="987">
                  <c:v>45316</c:v>
                </c:pt>
                <c:pt idx="988">
                  <c:v>45317</c:v>
                </c:pt>
                <c:pt idx="989">
                  <c:v>45320</c:v>
                </c:pt>
                <c:pt idx="990">
                  <c:v>45321</c:v>
                </c:pt>
                <c:pt idx="991">
                  <c:v>45322</c:v>
                </c:pt>
                <c:pt idx="992">
                  <c:v>45323</c:v>
                </c:pt>
                <c:pt idx="993">
                  <c:v>45324</c:v>
                </c:pt>
                <c:pt idx="994">
                  <c:v>45327</c:v>
                </c:pt>
                <c:pt idx="995">
                  <c:v>45328</c:v>
                </c:pt>
                <c:pt idx="996">
                  <c:v>45329</c:v>
                </c:pt>
                <c:pt idx="997">
                  <c:v>45330</c:v>
                </c:pt>
                <c:pt idx="998">
                  <c:v>45341</c:v>
                </c:pt>
                <c:pt idx="999">
                  <c:v>45342</c:v>
                </c:pt>
                <c:pt idx="1000">
                  <c:v>45343</c:v>
                </c:pt>
                <c:pt idx="1001">
                  <c:v>45344</c:v>
                </c:pt>
                <c:pt idx="1002">
                  <c:v>45345</c:v>
                </c:pt>
                <c:pt idx="1003">
                  <c:v>45348</c:v>
                </c:pt>
                <c:pt idx="1004">
                  <c:v>45349</c:v>
                </c:pt>
                <c:pt idx="1005">
                  <c:v>45350</c:v>
                </c:pt>
                <c:pt idx="1006">
                  <c:v>45351</c:v>
                </c:pt>
                <c:pt idx="1007">
                  <c:v>45352</c:v>
                </c:pt>
                <c:pt idx="1008">
                  <c:v>45355</c:v>
                </c:pt>
                <c:pt idx="1009">
                  <c:v>45356</c:v>
                </c:pt>
                <c:pt idx="1010">
                  <c:v>45357</c:v>
                </c:pt>
                <c:pt idx="1011">
                  <c:v>45358</c:v>
                </c:pt>
                <c:pt idx="1012">
                  <c:v>45359</c:v>
                </c:pt>
                <c:pt idx="1013">
                  <c:v>45362</c:v>
                </c:pt>
                <c:pt idx="1014">
                  <c:v>45363</c:v>
                </c:pt>
                <c:pt idx="1015">
                  <c:v>45364</c:v>
                </c:pt>
                <c:pt idx="1016">
                  <c:v>45365</c:v>
                </c:pt>
                <c:pt idx="1017">
                  <c:v>45366</c:v>
                </c:pt>
                <c:pt idx="1018">
                  <c:v>45369</c:v>
                </c:pt>
                <c:pt idx="1019">
                  <c:v>45370</c:v>
                </c:pt>
                <c:pt idx="1020">
                  <c:v>45371</c:v>
                </c:pt>
                <c:pt idx="1021">
                  <c:v>45372</c:v>
                </c:pt>
                <c:pt idx="1022">
                  <c:v>45373</c:v>
                </c:pt>
                <c:pt idx="1023">
                  <c:v>45376</c:v>
                </c:pt>
                <c:pt idx="1024">
                  <c:v>45377</c:v>
                </c:pt>
                <c:pt idx="1025">
                  <c:v>45378</c:v>
                </c:pt>
                <c:pt idx="1026">
                  <c:v>45379</c:v>
                </c:pt>
                <c:pt idx="1027">
                  <c:v>45380</c:v>
                </c:pt>
                <c:pt idx="1028">
                  <c:v>45383</c:v>
                </c:pt>
                <c:pt idx="1029">
                  <c:v>45384</c:v>
                </c:pt>
                <c:pt idx="1030">
                  <c:v>45385</c:v>
                </c:pt>
                <c:pt idx="1031">
                  <c:v>45390</c:v>
                </c:pt>
                <c:pt idx="1032">
                  <c:v>45391</c:v>
                </c:pt>
                <c:pt idx="1033">
                  <c:v>45392</c:v>
                </c:pt>
                <c:pt idx="1034">
                  <c:v>45393</c:v>
                </c:pt>
                <c:pt idx="1035">
                  <c:v>45394</c:v>
                </c:pt>
                <c:pt idx="1036">
                  <c:v>45397</c:v>
                </c:pt>
                <c:pt idx="1037">
                  <c:v>45398</c:v>
                </c:pt>
                <c:pt idx="1038">
                  <c:v>45399</c:v>
                </c:pt>
                <c:pt idx="1039">
                  <c:v>45400</c:v>
                </c:pt>
                <c:pt idx="1040">
                  <c:v>45401</c:v>
                </c:pt>
                <c:pt idx="1041">
                  <c:v>45404</c:v>
                </c:pt>
                <c:pt idx="1042">
                  <c:v>45405</c:v>
                </c:pt>
                <c:pt idx="1043">
                  <c:v>45406</c:v>
                </c:pt>
                <c:pt idx="1044">
                  <c:v>45407</c:v>
                </c:pt>
                <c:pt idx="1045">
                  <c:v>45408</c:v>
                </c:pt>
                <c:pt idx="1046">
                  <c:v>45411</c:v>
                </c:pt>
                <c:pt idx="1047">
                  <c:v>45412</c:v>
                </c:pt>
                <c:pt idx="1048">
                  <c:v>45418</c:v>
                </c:pt>
                <c:pt idx="1049">
                  <c:v>45419</c:v>
                </c:pt>
                <c:pt idx="1050">
                  <c:v>45420</c:v>
                </c:pt>
                <c:pt idx="1051">
                  <c:v>45421</c:v>
                </c:pt>
                <c:pt idx="1052">
                  <c:v>45422</c:v>
                </c:pt>
                <c:pt idx="1053">
                  <c:v>45425</c:v>
                </c:pt>
                <c:pt idx="1054">
                  <c:v>45426</c:v>
                </c:pt>
                <c:pt idx="1055">
                  <c:v>45427</c:v>
                </c:pt>
                <c:pt idx="1056">
                  <c:v>45428</c:v>
                </c:pt>
                <c:pt idx="1057">
                  <c:v>45429</c:v>
                </c:pt>
                <c:pt idx="1058">
                  <c:v>45432</c:v>
                </c:pt>
                <c:pt idx="1059">
                  <c:v>45433</c:v>
                </c:pt>
                <c:pt idx="1060">
                  <c:v>45434</c:v>
                </c:pt>
                <c:pt idx="1061">
                  <c:v>45435</c:v>
                </c:pt>
                <c:pt idx="1062">
                  <c:v>45436</c:v>
                </c:pt>
                <c:pt idx="1063">
                  <c:v>45439</c:v>
                </c:pt>
                <c:pt idx="1064">
                  <c:v>45440</c:v>
                </c:pt>
                <c:pt idx="1065">
                  <c:v>45441</c:v>
                </c:pt>
                <c:pt idx="1066">
                  <c:v>45442</c:v>
                </c:pt>
                <c:pt idx="1067">
                  <c:v>45443</c:v>
                </c:pt>
                <c:pt idx="1068">
                  <c:v>45446</c:v>
                </c:pt>
                <c:pt idx="1069">
                  <c:v>45447</c:v>
                </c:pt>
                <c:pt idx="1070">
                  <c:v>45448</c:v>
                </c:pt>
                <c:pt idx="1071">
                  <c:v>45449</c:v>
                </c:pt>
                <c:pt idx="1072">
                  <c:v>45450</c:v>
                </c:pt>
                <c:pt idx="1073">
                  <c:v>45454</c:v>
                </c:pt>
                <c:pt idx="1074">
                  <c:v>45455</c:v>
                </c:pt>
                <c:pt idx="1075">
                  <c:v>45456</c:v>
                </c:pt>
                <c:pt idx="1076">
                  <c:v>45457</c:v>
                </c:pt>
                <c:pt idx="1077">
                  <c:v>45460</c:v>
                </c:pt>
                <c:pt idx="1078">
                  <c:v>45461</c:v>
                </c:pt>
                <c:pt idx="1079">
                  <c:v>45462</c:v>
                </c:pt>
                <c:pt idx="1080">
                  <c:v>45463</c:v>
                </c:pt>
                <c:pt idx="1081">
                  <c:v>45464</c:v>
                </c:pt>
                <c:pt idx="1082">
                  <c:v>45467</c:v>
                </c:pt>
                <c:pt idx="1083">
                  <c:v>45468</c:v>
                </c:pt>
                <c:pt idx="1084">
                  <c:v>45469</c:v>
                </c:pt>
                <c:pt idx="1085">
                  <c:v>45470</c:v>
                </c:pt>
                <c:pt idx="1086">
                  <c:v>45471</c:v>
                </c:pt>
                <c:pt idx="1087">
                  <c:v>45474</c:v>
                </c:pt>
                <c:pt idx="1088">
                  <c:v>45475</c:v>
                </c:pt>
                <c:pt idx="1089">
                  <c:v>45476</c:v>
                </c:pt>
                <c:pt idx="1090">
                  <c:v>45477</c:v>
                </c:pt>
                <c:pt idx="1091">
                  <c:v>45478</c:v>
                </c:pt>
                <c:pt idx="1092">
                  <c:v>45481</c:v>
                </c:pt>
                <c:pt idx="1093">
                  <c:v>45482</c:v>
                </c:pt>
                <c:pt idx="1094">
                  <c:v>45483</c:v>
                </c:pt>
                <c:pt idx="1095">
                  <c:v>45484</c:v>
                </c:pt>
                <c:pt idx="1096">
                  <c:v>45485</c:v>
                </c:pt>
                <c:pt idx="1097">
                  <c:v>45488</c:v>
                </c:pt>
                <c:pt idx="1098">
                  <c:v>45489</c:v>
                </c:pt>
                <c:pt idx="1099">
                  <c:v>45490</c:v>
                </c:pt>
                <c:pt idx="1100">
                  <c:v>45491</c:v>
                </c:pt>
                <c:pt idx="1101">
                  <c:v>45492</c:v>
                </c:pt>
                <c:pt idx="1102">
                  <c:v>45495</c:v>
                </c:pt>
                <c:pt idx="1103">
                  <c:v>45496</c:v>
                </c:pt>
                <c:pt idx="1104">
                  <c:v>45497</c:v>
                </c:pt>
                <c:pt idx="1105">
                  <c:v>45498</c:v>
                </c:pt>
                <c:pt idx="1106">
                  <c:v>45499</c:v>
                </c:pt>
                <c:pt idx="1107">
                  <c:v>45502</c:v>
                </c:pt>
                <c:pt idx="1108">
                  <c:v>45503</c:v>
                </c:pt>
                <c:pt idx="1109">
                  <c:v>45504</c:v>
                </c:pt>
                <c:pt idx="1110">
                  <c:v>45505</c:v>
                </c:pt>
                <c:pt idx="1111">
                  <c:v>45506</c:v>
                </c:pt>
                <c:pt idx="1112">
                  <c:v>45509</c:v>
                </c:pt>
                <c:pt idx="1113">
                  <c:v>45510</c:v>
                </c:pt>
                <c:pt idx="1114">
                  <c:v>45511</c:v>
                </c:pt>
                <c:pt idx="1115">
                  <c:v>45512</c:v>
                </c:pt>
                <c:pt idx="1116">
                  <c:v>45513</c:v>
                </c:pt>
                <c:pt idx="1117">
                  <c:v>45516</c:v>
                </c:pt>
                <c:pt idx="1118">
                  <c:v>45517</c:v>
                </c:pt>
                <c:pt idx="1119">
                  <c:v>45518</c:v>
                </c:pt>
                <c:pt idx="1120">
                  <c:v>45519</c:v>
                </c:pt>
                <c:pt idx="1121">
                  <c:v>45520</c:v>
                </c:pt>
                <c:pt idx="1122">
                  <c:v>45523</c:v>
                </c:pt>
                <c:pt idx="1123">
                  <c:v>45524</c:v>
                </c:pt>
                <c:pt idx="1124">
                  <c:v>45525</c:v>
                </c:pt>
                <c:pt idx="1125">
                  <c:v>45526</c:v>
                </c:pt>
                <c:pt idx="1126">
                  <c:v>45527</c:v>
                </c:pt>
                <c:pt idx="1127">
                  <c:v>45530</c:v>
                </c:pt>
                <c:pt idx="1128">
                  <c:v>45531</c:v>
                </c:pt>
                <c:pt idx="1129">
                  <c:v>45532</c:v>
                </c:pt>
                <c:pt idx="1130">
                  <c:v>45533</c:v>
                </c:pt>
                <c:pt idx="1131">
                  <c:v>45534</c:v>
                </c:pt>
                <c:pt idx="1132">
                  <c:v>45537</c:v>
                </c:pt>
                <c:pt idx="1133">
                  <c:v>45538</c:v>
                </c:pt>
                <c:pt idx="1134">
                  <c:v>45539</c:v>
                </c:pt>
                <c:pt idx="1135">
                  <c:v>45540</c:v>
                </c:pt>
                <c:pt idx="1136">
                  <c:v>45541</c:v>
                </c:pt>
                <c:pt idx="1137">
                  <c:v>45544</c:v>
                </c:pt>
                <c:pt idx="1138">
                  <c:v>45545</c:v>
                </c:pt>
                <c:pt idx="1139">
                  <c:v>45546</c:v>
                </c:pt>
                <c:pt idx="1140">
                  <c:v>45547</c:v>
                </c:pt>
                <c:pt idx="1141">
                  <c:v>45548</c:v>
                </c:pt>
                <c:pt idx="1142">
                  <c:v>45553</c:v>
                </c:pt>
                <c:pt idx="1143">
                  <c:v>45554</c:v>
                </c:pt>
                <c:pt idx="1144">
                  <c:v>45555</c:v>
                </c:pt>
                <c:pt idx="1145">
                  <c:v>45558</c:v>
                </c:pt>
                <c:pt idx="1146">
                  <c:v>45559</c:v>
                </c:pt>
                <c:pt idx="1147">
                  <c:v>45560</c:v>
                </c:pt>
                <c:pt idx="1148">
                  <c:v>45561</c:v>
                </c:pt>
                <c:pt idx="1149">
                  <c:v>45562</c:v>
                </c:pt>
                <c:pt idx="1150">
                  <c:v>45565</c:v>
                </c:pt>
                <c:pt idx="1151">
                  <c:v>45573</c:v>
                </c:pt>
                <c:pt idx="1152">
                  <c:v>45574</c:v>
                </c:pt>
                <c:pt idx="1153">
                  <c:v>45575</c:v>
                </c:pt>
                <c:pt idx="1154">
                  <c:v>45576</c:v>
                </c:pt>
                <c:pt idx="1155">
                  <c:v>45579</c:v>
                </c:pt>
                <c:pt idx="1156">
                  <c:v>45580</c:v>
                </c:pt>
                <c:pt idx="1157">
                  <c:v>45581</c:v>
                </c:pt>
                <c:pt idx="1158">
                  <c:v>45582</c:v>
                </c:pt>
                <c:pt idx="1159">
                  <c:v>45583</c:v>
                </c:pt>
                <c:pt idx="1160">
                  <c:v>45586</c:v>
                </c:pt>
                <c:pt idx="1161">
                  <c:v>45587</c:v>
                </c:pt>
                <c:pt idx="1162">
                  <c:v>45588</c:v>
                </c:pt>
                <c:pt idx="1163">
                  <c:v>45589</c:v>
                </c:pt>
                <c:pt idx="1164">
                  <c:v>45590</c:v>
                </c:pt>
                <c:pt idx="1165">
                  <c:v>45593</c:v>
                </c:pt>
                <c:pt idx="1166">
                  <c:v>45594</c:v>
                </c:pt>
                <c:pt idx="1167">
                  <c:v>45595</c:v>
                </c:pt>
                <c:pt idx="1168">
                  <c:v>45596</c:v>
                </c:pt>
                <c:pt idx="1169">
                  <c:v>45597</c:v>
                </c:pt>
                <c:pt idx="1170">
                  <c:v>45600</c:v>
                </c:pt>
                <c:pt idx="1171">
                  <c:v>45601</c:v>
                </c:pt>
                <c:pt idx="1172">
                  <c:v>45602</c:v>
                </c:pt>
                <c:pt idx="1173">
                  <c:v>45603</c:v>
                </c:pt>
                <c:pt idx="1174">
                  <c:v>45604</c:v>
                </c:pt>
                <c:pt idx="1175">
                  <c:v>45607</c:v>
                </c:pt>
                <c:pt idx="1176">
                  <c:v>45608</c:v>
                </c:pt>
                <c:pt idx="1177">
                  <c:v>45609</c:v>
                </c:pt>
                <c:pt idx="1178">
                  <c:v>45610</c:v>
                </c:pt>
                <c:pt idx="1179">
                  <c:v>45611</c:v>
                </c:pt>
                <c:pt idx="1180">
                  <c:v>45614</c:v>
                </c:pt>
                <c:pt idx="1181">
                  <c:v>45615</c:v>
                </c:pt>
                <c:pt idx="1182">
                  <c:v>45616</c:v>
                </c:pt>
                <c:pt idx="1183">
                  <c:v>45617</c:v>
                </c:pt>
                <c:pt idx="1184">
                  <c:v>45618</c:v>
                </c:pt>
                <c:pt idx="1185">
                  <c:v>45621</c:v>
                </c:pt>
                <c:pt idx="1186">
                  <c:v>45622</c:v>
                </c:pt>
                <c:pt idx="1187">
                  <c:v>45623</c:v>
                </c:pt>
                <c:pt idx="1188">
                  <c:v>45624</c:v>
                </c:pt>
                <c:pt idx="1189">
                  <c:v>45625</c:v>
                </c:pt>
                <c:pt idx="1190">
                  <c:v>45628</c:v>
                </c:pt>
                <c:pt idx="1191">
                  <c:v>45629</c:v>
                </c:pt>
                <c:pt idx="1192">
                  <c:v>45630</c:v>
                </c:pt>
                <c:pt idx="1193">
                  <c:v>45631</c:v>
                </c:pt>
                <c:pt idx="1194">
                  <c:v>45632</c:v>
                </c:pt>
                <c:pt idx="1195">
                  <c:v>45635</c:v>
                </c:pt>
                <c:pt idx="1196">
                  <c:v>45636</c:v>
                </c:pt>
                <c:pt idx="1197">
                  <c:v>45637</c:v>
                </c:pt>
                <c:pt idx="1198">
                  <c:v>45638</c:v>
                </c:pt>
                <c:pt idx="1199">
                  <c:v>45639</c:v>
                </c:pt>
                <c:pt idx="1200">
                  <c:v>45642</c:v>
                </c:pt>
                <c:pt idx="1201">
                  <c:v>45643</c:v>
                </c:pt>
                <c:pt idx="1202">
                  <c:v>45644</c:v>
                </c:pt>
                <c:pt idx="1203">
                  <c:v>45645</c:v>
                </c:pt>
                <c:pt idx="1204">
                  <c:v>45646</c:v>
                </c:pt>
                <c:pt idx="1205">
                  <c:v>45649</c:v>
                </c:pt>
                <c:pt idx="1206">
                  <c:v>45650</c:v>
                </c:pt>
                <c:pt idx="1207">
                  <c:v>45651</c:v>
                </c:pt>
                <c:pt idx="1208">
                  <c:v>45652</c:v>
                </c:pt>
                <c:pt idx="1209">
                  <c:v>45653</c:v>
                </c:pt>
                <c:pt idx="1210">
                  <c:v>45656</c:v>
                </c:pt>
                <c:pt idx="1211">
                  <c:v>45657</c:v>
                </c:pt>
                <c:pt idx="1212">
                  <c:v>45659</c:v>
                </c:pt>
                <c:pt idx="1213">
                  <c:v>45660</c:v>
                </c:pt>
                <c:pt idx="1214">
                  <c:v>45663</c:v>
                </c:pt>
                <c:pt idx="1215">
                  <c:v>45664</c:v>
                </c:pt>
                <c:pt idx="1216">
                  <c:v>45665</c:v>
                </c:pt>
                <c:pt idx="1217">
                  <c:v>45666</c:v>
                </c:pt>
                <c:pt idx="1218">
                  <c:v>45667</c:v>
                </c:pt>
                <c:pt idx="1219">
                  <c:v>45670</c:v>
                </c:pt>
                <c:pt idx="1220">
                  <c:v>45671</c:v>
                </c:pt>
                <c:pt idx="1221">
                  <c:v>45672</c:v>
                </c:pt>
                <c:pt idx="1222">
                  <c:v>45673</c:v>
                </c:pt>
                <c:pt idx="1223">
                  <c:v>45674</c:v>
                </c:pt>
                <c:pt idx="1224">
                  <c:v>45677</c:v>
                </c:pt>
                <c:pt idx="1225">
                  <c:v>45678</c:v>
                </c:pt>
                <c:pt idx="1226">
                  <c:v>45679</c:v>
                </c:pt>
                <c:pt idx="1227">
                  <c:v>45680</c:v>
                </c:pt>
                <c:pt idx="1228">
                  <c:v>45681</c:v>
                </c:pt>
                <c:pt idx="1229">
                  <c:v>45684</c:v>
                </c:pt>
                <c:pt idx="1230">
                  <c:v>45693</c:v>
                </c:pt>
                <c:pt idx="1231">
                  <c:v>45694</c:v>
                </c:pt>
                <c:pt idx="1232">
                  <c:v>45695</c:v>
                </c:pt>
                <c:pt idx="1233">
                  <c:v>45698</c:v>
                </c:pt>
                <c:pt idx="1234">
                  <c:v>45699</c:v>
                </c:pt>
                <c:pt idx="1235">
                  <c:v>45700</c:v>
                </c:pt>
                <c:pt idx="1236">
                  <c:v>45701</c:v>
                </c:pt>
                <c:pt idx="1237">
                  <c:v>45702</c:v>
                </c:pt>
                <c:pt idx="1238">
                  <c:v>45705</c:v>
                </c:pt>
                <c:pt idx="1239">
                  <c:v>45706</c:v>
                </c:pt>
                <c:pt idx="1240">
                  <c:v>45707</c:v>
                </c:pt>
                <c:pt idx="1241">
                  <c:v>45708</c:v>
                </c:pt>
                <c:pt idx="1242">
                  <c:v>45709</c:v>
                </c:pt>
                <c:pt idx="1243">
                  <c:v>45712</c:v>
                </c:pt>
                <c:pt idx="1244">
                  <c:v>45713</c:v>
                </c:pt>
                <c:pt idx="1245">
                  <c:v>45714</c:v>
                </c:pt>
                <c:pt idx="1246">
                  <c:v>45715</c:v>
                </c:pt>
                <c:pt idx="1247">
                  <c:v>45716</c:v>
                </c:pt>
                <c:pt idx="1248">
                  <c:v>45719</c:v>
                </c:pt>
                <c:pt idx="1249">
                  <c:v>45720</c:v>
                </c:pt>
                <c:pt idx="1250">
                  <c:v>45721</c:v>
                </c:pt>
                <c:pt idx="1251">
                  <c:v>45722</c:v>
                </c:pt>
                <c:pt idx="1252">
                  <c:v>45723</c:v>
                </c:pt>
                <c:pt idx="1253">
                  <c:v>45726</c:v>
                </c:pt>
                <c:pt idx="1254">
                  <c:v>45727</c:v>
                </c:pt>
                <c:pt idx="1255">
                  <c:v>45728</c:v>
                </c:pt>
                <c:pt idx="1256">
                  <c:v>45729</c:v>
                </c:pt>
                <c:pt idx="1257">
                  <c:v>45730</c:v>
                </c:pt>
                <c:pt idx="1258">
                  <c:v>45733</c:v>
                </c:pt>
                <c:pt idx="1259">
                  <c:v>45734</c:v>
                </c:pt>
                <c:pt idx="1260">
                  <c:v>45735</c:v>
                </c:pt>
                <c:pt idx="1261">
                  <c:v>45736</c:v>
                </c:pt>
                <c:pt idx="1262">
                  <c:v>45737</c:v>
                </c:pt>
                <c:pt idx="1263">
                  <c:v>45740</c:v>
                </c:pt>
                <c:pt idx="1264">
                  <c:v>45741</c:v>
                </c:pt>
                <c:pt idx="1265">
                  <c:v>45742</c:v>
                </c:pt>
                <c:pt idx="1266">
                  <c:v>45743</c:v>
                </c:pt>
                <c:pt idx="1267">
                  <c:v>45744</c:v>
                </c:pt>
                <c:pt idx="1268">
                  <c:v>45747</c:v>
                </c:pt>
                <c:pt idx="1269">
                  <c:v>45748</c:v>
                </c:pt>
                <c:pt idx="1270">
                  <c:v>45749</c:v>
                </c:pt>
                <c:pt idx="1271">
                  <c:v>45750</c:v>
                </c:pt>
                <c:pt idx="1272">
                  <c:v>45754</c:v>
                </c:pt>
                <c:pt idx="1273">
                  <c:v>45755</c:v>
                </c:pt>
                <c:pt idx="1274">
                  <c:v>45756</c:v>
                </c:pt>
                <c:pt idx="1275">
                  <c:v>45757</c:v>
                </c:pt>
                <c:pt idx="1276">
                  <c:v>45758</c:v>
                </c:pt>
                <c:pt idx="1277">
                  <c:v>45761</c:v>
                </c:pt>
                <c:pt idx="1278">
                  <c:v>45762</c:v>
                </c:pt>
                <c:pt idx="1279">
                  <c:v>45763</c:v>
                </c:pt>
                <c:pt idx="1280">
                  <c:v>45764</c:v>
                </c:pt>
                <c:pt idx="1281">
                  <c:v>45765</c:v>
                </c:pt>
                <c:pt idx="1282">
                  <c:v>45768</c:v>
                </c:pt>
                <c:pt idx="1283">
                  <c:v>45769</c:v>
                </c:pt>
                <c:pt idx="1284">
                  <c:v>45770</c:v>
                </c:pt>
                <c:pt idx="1285">
                  <c:v>45771</c:v>
                </c:pt>
                <c:pt idx="1286">
                  <c:v>45772</c:v>
                </c:pt>
                <c:pt idx="1287">
                  <c:v>45775</c:v>
                </c:pt>
                <c:pt idx="1288">
                  <c:v>45776</c:v>
                </c:pt>
                <c:pt idx="1289">
                  <c:v>45777</c:v>
                </c:pt>
                <c:pt idx="1290">
                  <c:v>45783</c:v>
                </c:pt>
                <c:pt idx="1291">
                  <c:v>45784</c:v>
                </c:pt>
                <c:pt idx="1292">
                  <c:v>45785</c:v>
                </c:pt>
                <c:pt idx="1293">
                  <c:v>45786</c:v>
                </c:pt>
                <c:pt idx="1294">
                  <c:v>45789</c:v>
                </c:pt>
                <c:pt idx="1295">
                  <c:v>45790</c:v>
                </c:pt>
                <c:pt idx="1296">
                  <c:v>45791</c:v>
                </c:pt>
                <c:pt idx="1297">
                  <c:v>45792</c:v>
                </c:pt>
                <c:pt idx="1298">
                  <c:v>45793</c:v>
                </c:pt>
                <c:pt idx="1299">
                  <c:v>45796</c:v>
                </c:pt>
                <c:pt idx="1300">
                  <c:v>45797</c:v>
                </c:pt>
                <c:pt idx="1301">
                  <c:v>45798</c:v>
                </c:pt>
                <c:pt idx="1302">
                  <c:v>45799</c:v>
                </c:pt>
                <c:pt idx="1303">
                  <c:v>45800</c:v>
                </c:pt>
                <c:pt idx="1304">
                  <c:v>45803</c:v>
                </c:pt>
                <c:pt idx="1305">
                  <c:v>45804</c:v>
                </c:pt>
                <c:pt idx="1306">
                  <c:v>45805</c:v>
                </c:pt>
                <c:pt idx="1307">
                  <c:v>45806</c:v>
                </c:pt>
                <c:pt idx="1308">
                  <c:v>45807</c:v>
                </c:pt>
                <c:pt idx="1309">
                  <c:v>45811</c:v>
                </c:pt>
                <c:pt idx="1310">
                  <c:v>45812</c:v>
                </c:pt>
                <c:pt idx="1311">
                  <c:v>45813</c:v>
                </c:pt>
                <c:pt idx="1312">
                  <c:v>45814</c:v>
                </c:pt>
                <c:pt idx="1313">
                  <c:v>45817</c:v>
                </c:pt>
                <c:pt idx="1314">
                  <c:v>45818</c:v>
                </c:pt>
                <c:pt idx="1315">
                  <c:v>45819</c:v>
                </c:pt>
                <c:pt idx="1316">
                  <c:v>45820</c:v>
                </c:pt>
                <c:pt idx="1317">
                  <c:v>45821</c:v>
                </c:pt>
                <c:pt idx="1318">
                  <c:v>45824</c:v>
                </c:pt>
                <c:pt idx="1319">
                  <c:v>45825</c:v>
                </c:pt>
                <c:pt idx="1320">
                  <c:v>45826</c:v>
                </c:pt>
                <c:pt idx="1321">
                  <c:v>45827</c:v>
                </c:pt>
                <c:pt idx="1322">
                  <c:v>45828</c:v>
                </c:pt>
                <c:pt idx="1323">
                  <c:v>45831</c:v>
                </c:pt>
                <c:pt idx="1324">
                  <c:v>45832</c:v>
                </c:pt>
                <c:pt idx="1325">
                  <c:v>45833</c:v>
                </c:pt>
                <c:pt idx="1326">
                  <c:v>45834</c:v>
                </c:pt>
                <c:pt idx="1327">
                  <c:v>45835</c:v>
                </c:pt>
                <c:pt idx="1328">
                  <c:v>45838</c:v>
                </c:pt>
                <c:pt idx="1329">
                  <c:v>45839</c:v>
                </c:pt>
                <c:pt idx="1330">
                  <c:v>45840</c:v>
                </c:pt>
                <c:pt idx="1331">
                  <c:v>45841</c:v>
                </c:pt>
                <c:pt idx="1332">
                  <c:v>45842</c:v>
                </c:pt>
                <c:pt idx="1333">
                  <c:v>45845</c:v>
                </c:pt>
                <c:pt idx="1334">
                  <c:v>45846</c:v>
                </c:pt>
                <c:pt idx="1335">
                  <c:v>45847</c:v>
                </c:pt>
                <c:pt idx="1336">
                  <c:v>45848</c:v>
                </c:pt>
                <c:pt idx="1337">
                  <c:v>45849</c:v>
                </c:pt>
                <c:pt idx="1338">
                  <c:v>45852</c:v>
                </c:pt>
                <c:pt idx="1339">
                  <c:v>45853</c:v>
                </c:pt>
                <c:pt idx="1340">
                  <c:v>45854</c:v>
                </c:pt>
                <c:pt idx="1341">
                  <c:v>45855</c:v>
                </c:pt>
                <c:pt idx="1342">
                  <c:v>45856</c:v>
                </c:pt>
                <c:pt idx="1343">
                  <c:v>45859</c:v>
                </c:pt>
                <c:pt idx="1344">
                  <c:v>45860</c:v>
                </c:pt>
                <c:pt idx="1345">
                  <c:v>45861</c:v>
                </c:pt>
                <c:pt idx="1346">
                  <c:v>45862</c:v>
                </c:pt>
                <c:pt idx="1347">
                  <c:v>45863</c:v>
                </c:pt>
                <c:pt idx="1348">
                  <c:v>45866</c:v>
                </c:pt>
                <c:pt idx="1349">
                  <c:v>45867</c:v>
                </c:pt>
                <c:pt idx="1350">
                  <c:v>45868</c:v>
                </c:pt>
                <c:pt idx="1351">
                  <c:v>45869</c:v>
                </c:pt>
                <c:pt idx="1352">
                  <c:v>45870</c:v>
                </c:pt>
                <c:pt idx="1353">
                  <c:v>45873</c:v>
                </c:pt>
                <c:pt idx="1354">
                  <c:v>45874</c:v>
                </c:pt>
                <c:pt idx="1355">
                  <c:v>45875</c:v>
                </c:pt>
                <c:pt idx="1356">
                  <c:v>45876</c:v>
                </c:pt>
                <c:pt idx="1357">
                  <c:v>45877</c:v>
                </c:pt>
                <c:pt idx="1358">
                  <c:v>45880</c:v>
                </c:pt>
                <c:pt idx="1359">
                  <c:v>45881</c:v>
                </c:pt>
                <c:pt idx="1360">
                  <c:v>45882</c:v>
                </c:pt>
                <c:pt idx="1361">
                  <c:v>45883</c:v>
                </c:pt>
                <c:pt idx="1362">
                  <c:v>45884</c:v>
                </c:pt>
                <c:pt idx="1363">
                  <c:v>45887</c:v>
                </c:pt>
                <c:pt idx="1364">
                  <c:v>45888</c:v>
                </c:pt>
                <c:pt idx="1365">
                  <c:v>45889</c:v>
                </c:pt>
                <c:pt idx="1366">
                  <c:v>45890</c:v>
                </c:pt>
                <c:pt idx="1367">
                  <c:v>45891</c:v>
                </c:pt>
                <c:pt idx="1368">
                  <c:v>45894</c:v>
                </c:pt>
                <c:pt idx="1369">
                  <c:v>45895</c:v>
                </c:pt>
                <c:pt idx="1370">
                  <c:v>45896</c:v>
                </c:pt>
                <c:pt idx="1371">
                  <c:v>45897</c:v>
                </c:pt>
                <c:pt idx="1372">
                  <c:v>45898</c:v>
                </c:pt>
                <c:pt idx="1373">
                  <c:v>45901</c:v>
                </c:pt>
                <c:pt idx="1374">
                  <c:v>45902</c:v>
                </c:pt>
                <c:pt idx="1375">
                  <c:v>45903</c:v>
                </c:pt>
                <c:pt idx="1376">
                  <c:v>45904</c:v>
                </c:pt>
                <c:pt idx="1377">
                  <c:v>45905</c:v>
                </c:pt>
                <c:pt idx="1378">
                  <c:v>45908</c:v>
                </c:pt>
                <c:pt idx="1379">
                  <c:v>45909</c:v>
                </c:pt>
                <c:pt idx="1380">
                  <c:v>45910</c:v>
                </c:pt>
                <c:pt idx="1381">
                  <c:v>45911</c:v>
                </c:pt>
                <c:pt idx="1382">
                  <c:v>45912</c:v>
                </c:pt>
                <c:pt idx="1383">
                  <c:v>45915</c:v>
                </c:pt>
                <c:pt idx="1384">
                  <c:v>45916</c:v>
                </c:pt>
                <c:pt idx="1385">
                  <c:v>45917</c:v>
                </c:pt>
                <c:pt idx="1386">
                  <c:v>45918</c:v>
                </c:pt>
                <c:pt idx="1387">
                  <c:v>45919</c:v>
                </c:pt>
                <c:pt idx="1388">
                  <c:v>45922</c:v>
                </c:pt>
                <c:pt idx="1389">
                  <c:v>45923</c:v>
                </c:pt>
                <c:pt idx="1390">
                  <c:v>45924</c:v>
                </c:pt>
                <c:pt idx="1391">
                  <c:v>45925</c:v>
                </c:pt>
                <c:pt idx="1392">
                  <c:v>45926</c:v>
                </c:pt>
                <c:pt idx="1393">
                  <c:v>45929</c:v>
                </c:pt>
                <c:pt idx="1394">
                  <c:v>45930</c:v>
                </c:pt>
                <c:pt idx="1395">
                  <c:v>45939</c:v>
                </c:pt>
                <c:pt idx="1396">
                  <c:v>45940</c:v>
                </c:pt>
                <c:pt idx="1397">
                  <c:v>45943</c:v>
                </c:pt>
                <c:pt idx="1398">
                  <c:v>45944</c:v>
                </c:pt>
                <c:pt idx="1399">
                  <c:v>45945</c:v>
                </c:pt>
                <c:pt idx="1400">
                  <c:v>45946</c:v>
                </c:pt>
                <c:pt idx="1401">
                  <c:v>45947</c:v>
                </c:pt>
                <c:pt idx="1402">
                  <c:v>45950</c:v>
                </c:pt>
                <c:pt idx="1403">
                  <c:v>45951</c:v>
                </c:pt>
                <c:pt idx="1404">
                  <c:v>45952</c:v>
                </c:pt>
                <c:pt idx="1405">
                  <c:v>45953</c:v>
                </c:pt>
                <c:pt idx="1406">
                  <c:v>45954</c:v>
                </c:pt>
                <c:pt idx="1407">
                  <c:v>45957</c:v>
                </c:pt>
                <c:pt idx="1408">
                  <c:v>45958</c:v>
                </c:pt>
                <c:pt idx="1409">
                  <c:v>45959</c:v>
                </c:pt>
                <c:pt idx="1410">
                  <c:v>45960</c:v>
                </c:pt>
                <c:pt idx="1411">
                  <c:v>45961</c:v>
                </c:pt>
                <c:pt idx="1412">
                  <c:v>45964</c:v>
                </c:pt>
                <c:pt idx="1413">
                  <c:v>45965</c:v>
                </c:pt>
                <c:pt idx="1414">
                  <c:v>45966</c:v>
                </c:pt>
                <c:pt idx="1415">
                  <c:v>45967</c:v>
                </c:pt>
                <c:pt idx="1416">
                  <c:v>45968</c:v>
                </c:pt>
                <c:pt idx="1417">
                  <c:v>45971</c:v>
                </c:pt>
                <c:pt idx="1418">
                  <c:v>45972</c:v>
                </c:pt>
                <c:pt idx="1419">
                  <c:v>45973</c:v>
                </c:pt>
                <c:pt idx="1420">
                  <c:v>45974</c:v>
                </c:pt>
                <c:pt idx="1421">
                  <c:v>45975</c:v>
                </c:pt>
                <c:pt idx="1422">
                  <c:v>45978</c:v>
                </c:pt>
                <c:pt idx="1423">
                  <c:v>45979</c:v>
                </c:pt>
                <c:pt idx="1424">
                  <c:v>45980</c:v>
                </c:pt>
                <c:pt idx="1425">
                  <c:v>45981</c:v>
                </c:pt>
                <c:pt idx="1426">
                  <c:v>45982</c:v>
                </c:pt>
                <c:pt idx="1427">
                  <c:v>45985</c:v>
                </c:pt>
                <c:pt idx="1428">
                  <c:v>45986</c:v>
                </c:pt>
                <c:pt idx="1429">
                  <c:v>45987</c:v>
                </c:pt>
                <c:pt idx="1430">
                  <c:v>45988</c:v>
                </c:pt>
                <c:pt idx="1431">
                  <c:v>45989</c:v>
                </c:pt>
                <c:pt idx="1432">
                  <c:v>45992</c:v>
                </c:pt>
                <c:pt idx="1433">
                  <c:v>45993</c:v>
                </c:pt>
                <c:pt idx="1434">
                  <c:v>45994</c:v>
                </c:pt>
                <c:pt idx="1435">
                  <c:v>45995</c:v>
                </c:pt>
                <c:pt idx="1436">
                  <c:v>45996</c:v>
                </c:pt>
                <c:pt idx="1437">
                  <c:v>45999</c:v>
                </c:pt>
                <c:pt idx="1438">
                  <c:v>46000</c:v>
                </c:pt>
                <c:pt idx="1439">
                  <c:v>46001</c:v>
                </c:pt>
                <c:pt idx="1440">
                  <c:v>46002</c:v>
                </c:pt>
                <c:pt idx="1441">
                  <c:v>46003</c:v>
                </c:pt>
                <c:pt idx="1442">
                  <c:v>46006</c:v>
                </c:pt>
                <c:pt idx="1443">
                  <c:v>46007</c:v>
                </c:pt>
                <c:pt idx="1444">
                  <c:v>46008</c:v>
                </c:pt>
                <c:pt idx="1445">
                  <c:v>46009</c:v>
                </c:pt>
                <c:pt idx="1446">
                  <c:v>46010</c:v>
                </c:pt>
                <c:pt idx="1447">
                  <c:v>46013</c:v>
                </c:pt>
                <c:pt idx="1448">
                  <c:v>46014</c:v>
                </c:pt>
                <c:pt idx="1449">
                  <c:v>46015</c:v>
                </c:pt>
                <c:pt idx="1450">
                  <c:v>46016</c:v>
                </c:pt>
                <c:pt idx="1451">
                  <c:v>46017</c:v>
                </c:pt>
                <c:pt idx="1452">
                  <c:v>46020</c:v>
                </c:pt>
                <c:pt idx="1453">
                  <c:v>46021</c:v>
                </c:pt>
                <c:pt idx="1454">
                  <c:v>46022</c:v>
                </c:pt>
                <c:pt idx="1455">
                  <c:v>46027</c:v>
                </c:pt>
                <c:pt idx="1456">
                  <c:v>46028</c:v>
                </c:pt>
                <c:pt idx="1457">
                  <c:v>46029</c:v>
                </c:pt>
                <c:pt idx="1458">
                  <c:v>46030</c:v>
                </c:pt>
                <c:pt idx="1459">
                  <c:v>46031</c:v>
                </c:pt>
                <c:pt idx="1460">
                  <c:v>46034</c:v>
                </c:pt>
                <c:pt idx="1461">
                  <c:v>46035</c:v>
                </c:pt>
                <c:pt idx="1462">
                  <c:v>46036</c:v>
                </c:pt>
                <c:pt idx="1463">
                  <c:v>46037</c:v>
                </c:pt>
                <c:pt idx="1464">
                  <c:v>46038</c:v>
                </c:pt>
                <c:pt idx="1465">
                  <c:v>46041</c:v>
                </c:pt>
                <c:pt idx="1466">
                  <c:v>46042</c:v>
                </c:pt>
                <c:pt idx="1467">
                  <c:v>46043</c:v>
                </c:pt>
                <c:pt idx="1468">
                  <c:v>46044</c:v>
                </c:pt>
                <c:pt idx="1469">
                  <c:v>46045</c:v>
                </c:pt>
                <c:pt idx="1470">
                  <c:v>46048</c:v>
                </c:pt>
                <c:pt idx="1471">
                  <c:v>46049</c:v>
                </c:pt>
                <c:pt idx="1472">
                  <c:v>46050</c:v>
                </c:pt>
                <c:pt idx="1473">
                  <c:v>46051</c:v>
                </c:pt>
                <c:pt idx="1474">
                  <c:v>46052</c:v>
                </c:pt>
                <c:pt idx="1475">
                  <c:v>46055</c:v>
                </c:pt>
                <c:pt idx="1476">
                  <c:v>46056</c:v>
                </c:pt>
                <c:pt idx="1477">
                  <c:v>46057</c:v>
                </c:pt>
                <c:pt idx="1478">
                  <c:v>46058</c:v>
                </c:pt>
                <c:pt idx="1479">
                  <c:v>46059</c:v>
                </c:pt>
                <c:pt idx="1480">
                  <c:v>46062</c:v>
                </c:pt>
                <c:pt idx="1481">
                  <c:v>46063</c:v>
                </c:pt>
                <c:pt idx="1482">
                  <c:v>46064</c:v>
                </c:pt>
                <c:pt idx="1483">
                  <c:v>46065</c:v>
                </c:pt>
                <c:pt idx="1484">
                  <c:v>46066</c:v>
                </c:pt>
                <c:pt idx="1485">
                  <c:v>46077</c:v>
                </c:pt>
                <c:pt idx="1486">
                  <c:v>46078</c:v>
                </c:pt>
                <c:pt idx="1487">
                  <c:v>46079</c:v>
                </c:pt>
                <c:pt idx="1488">
                  <c:v>46080</c:v>
                </c:pt>
                <c:pt idx="1489">
                  <c:v>46083</c:v>
                </c:pt>
                <c:pt idx="1490">
                  <c:v>46084</c:v>
                </c:pt>
                <c:pt idx="1491">
                  <c:v>46085</c:v>
                </c:pt>
                <c:pt idx="1492">
                  <c:v>46086</c:v>
                </c:pt>
                <c:pt idx="1493">
                  <c:v>46087</c:v>
                </c:pt>
                <c:pt idx="1494">
                  <c:v>46090</c:v>
                </c:pt>
                <c:pt idx="1495">
                  <c:v>46091</c:v>
                </c:pt>
                <c:pt idx="1496">
                  <c:v>46092</c:v>
                </c:pt>
                <c:pt idx="1497">
                  <c:v>46093</c:v>
                </c:pt>
                <c:pt idx="1498">
                  <c:v>46094</c:v>
                </c:pt>
                <c:pt idx="1499">
                  <c:v>46097</c:v>
                </c:pt>
                <c:pt idx="1500">
                  <c:v>46098</c:v>
                </c:pt>
                <c:pt idx="1501">
                  <c:v>46099</c:v>
                </c:pt>
                <c:pt idx="1502">
                  <c:v>46100</c:v>
                </c:pt>
                <c:pt idx="1503">
                  <c:v>46101</c:v>
                </c:pt>
                <c:pt idx="1504">
                  <c:v>46104</c:v>
                </c:pt>
                <c:pt idx="1505">
                  <c:v>46105</c:v>
                </c:pt>
                <c:pt idx="1506">
                  <c:v>46106</c:v>
                </c:pt>
                <c:pt idx="1507">
                  <c:v>46107</c:v>
                </c:pt>
                <c:pt idx="1508">
                  <c:v>46108</c:v>
                </c:pt>
                <c:pt idx="1509">
                  <c:v>46111</c:v>
                </c:pt>
                <c:pt idx="1510">
                  <c:v>46112</c:v>
                </c:pt>
                <c:pt idx="1511">
                  <c:v>46113</c:v>
                </c:pt>
                <c:pt idx="1512">
                  <c:v>46114</c:v>
                </c:pt>
                <c:pt idx="1513">
                  <c:v>46115</c:v>
                </c:pt>
                <c:pt idx="1514">
                  <c:v>46119</c:v>
                </c:pt>
                <c:pt idx="1515">
                  <c:v>46120</c:v>
                </c:pt>
                <c:pt idx="1516">
                  <c:v>46121</c:v>
                </c:pt>
                <c:pt idx="1517">
                  <c:v>46122</c:v>
                </c:pt>
                <c:pt idx="1518">
                  <c:v>46125</c:v>
                </c:pt>
                <c:pt idx="1519">
                  <c:v>46126</c:v>
                </c:pt>
                <c:pt idx="1520">
                  <c:v>46127</c:v>
                </c:pt>
                <c:pt idx="1521">
                  <c:v>46128</c:v>
                </c:pt>
                <c:pt idx="1522">
                  <c:v>46129</c:v>
                </c:pt>
                <c:pt idx="1523">
                  <c:v>46132</c:v>
                </c:pt>
                <c:pt idx="1524">
                  <c:v>46133</c:v>
                </c:pt>
                <c:pt idx="1525">
                  <c:v>46134</c:v>
                </c:pt>
                <c:pt idx="1526">
                  <c:v>46135</c:v>
                </c:pt>
                <c:pt idx="1527">
                  <c:v>46136</c:v>
                </c:pt>
                <c:pt idx="1528">
                  <c:v>46139</c:v>
                </c:pt>
                <c:pt idx="1529">
                  <c:v>46140</c:v>
                </c:pt>
                <c:pt idx="1530">
                  <c:v>46141</c:v>
                </c:pt>
                <c:pt idx="1531">
                  <c:v>46142</c:v>
                </c:pt>
                <c:pt idx="1532">
                  <c:v>46148</c:v>
                </c:pt>
                <c:pt idx="1533">
                  <c:v>46149</c:v>
                </c:pt>
                <c:pt idx="1534">
                  <c:v>46150</c:v>
                </c:pt>
                <c:pt idx="1535">
                  <c:v>46153</c:v>
                </c:pt>
                <c:pt idx="1536">
                  <c:v>46154</c:v>
                </c:pt>
                <c:pt idx="1537">
                  <c:v>46155</c:v>
                </c:pt>
                <c:pt idx="1538">
                  <c:v>46156</c:v>
                </c:pt>
                <c:pt idx="1539">
                  <c:v>46157</c:v>
                </c:pt>
                <c:pt idx="1540">
                  <c:v>46160</c:v>
                </c:pt>
                <c:pt idx="1541">
                  <c:v>46161</c:v>
                </c:pt>
                <c:pt idx="1542">
                  <c:v>46162</c:v>
                </c:pt>
                <c:pt idx="1543">
                  <c:v>46163</c:v>
                </c:pt>
                <c:pt idx="1544">
                  <c:v>46164</c:v>
                </c:pt>
                <c:pt idx="1545">
                  <c:v>46167</c:v>
                </c:pt>
                <c:pt idx="1546">
                  <c:v>46168</c:v>
                </c:pt>
                <c:pt idx="1547">
                  <c:v>46169</c:v>
                </c:pt>
                <c:pt idx="1548">
                  <c:v>46170</c:v>
                </c:pt>
                <c:pt idx="1549">
                  <c:v>46171</c:v>
                </c:pt>
                <c:pt idx="1550">
                  <c:v>46174</c:v>
                </c:pt>
                <c:pt idx="1551">
                  <c:v>46175</c:v>
                </c:pt>
                <c:pt idx="1552">
                  <c:v>46176</c:v>
                </c:pt>
                <c:pt idx="1553">
                  <c:v>46177</c:v>
                </c:pt>
                <c:pt idx="1554">
                  <c:v>46178</c:v>
                </c:pt>
                <c:pt idx="1555">
                  <c:v>46181</c:v>
                </c:pt>
                <c:pt idx="1556">
                  <c:v>46182</c:v>
                </c:pt>
                <c:pt idx="1557">
                  <c:v>46183</c:v>
                </c:pt>
                <c:pt idx="1558">
                  <c:v>46184</c:v>
                </c:pt>
                <c:pt idx="1559">
                  <c:v>46185</c:v>
                </c:pt>
                <c:pt idx="1560">
                  <c:v>46188</c:v>
                </c:pt>
                <c:pt idx="1561">
                  <c:v>46189</c:v>
                </c:pt>
              </c:numCache>
            </c:numRef>
          </c:cat>
          <c:val>
            <c:numRef>
              <c:f>'5年内走势'!$F$2:$F$3995</c:f>
              <c:numCache>
                <c:formatCode>0.0000_ </c:formatCode>
                <c:ptCount val="3994"/>
                <c:pt idx="0">
                  <c:v>1</c:v>
                </c:pt>
                <c:pt idx="1">
                  <c:v>0.99788806758183735</c:v>
                </c:pt>
                <c:pt idx="2">
                  <c:v>0.9957761351636748</c:v>
                </c:pt>
                <c:pt idx="3">
                  <c:v>0.99260823653643082</c:v>
                </c:pt>
                <c:pt idx="4">
                  <c:v>1.0285110876451953</c:v>
                </c:pt>
                <c:pt idx="5">
                  <c:v>1.0454065469904963</c:v>
                </c:pt>
                <c:pt idx="6">
                  <c:v>1.0443505807814151</c:v>
                </c:pt>
                <c:pt idx="7">
                  <c:v>1.0612460401267159</c:v>
                </c:pt>
                <c:pt idx="8">
                  <c:v>1.0612460401267159</c:v>
                </c:pt>
                <c:pt idx="9">
                  <c:v>1.0369588173178459</c:v>
                </c:pt>
                <c:pt idx="10">
                  <c:v>1.0475184794086589</c:v>
                </c:pt>
                <c:pt idx="11">
                  <c:v>1.0454065469904963</c:v>
                </c:pt>
                <c:pt idx="12">
                  <c:v>1.0549102428722281</c:v>
                </c:pt>
                <c:pt idx="13">
                  <c:v>1.0485744456177402</c:v>
                </c:pt>
                <c:pt idx="14">
                  <c:v>1.0665258711721224</c:v>
                </c:pt>
                <c:pt idx="15">
                  <c:v>1.0422386483632524</c:v>
                </c:pt>
                <c:pt idx="16">
                  <c:v>1</c:v>
                </c:pt>
                <c:pt idx="17">
                  <c:v>1.0253431890179514</c:v>
                </c:pt>
                <c:pt idx="18">
                  <c:v>1.0316789862724394</c:v>
                </c:pt>
                <c:pt idx="19">
                  <c:v>1.0612460401267159</c:v>
                </c:pt>
                <c:pt idx="20">
                  <c:v>1.0485744456177402</c:v>
                </c:pt>
                <c:pt idx="21">
                  <c:v>1.0432946145723336</c:v>
                </c:pt>
                <c:pt idx="22">
                  <c:v>1.0538542766631467</c:v>
                </c:pt>
                <c:pt idx="23">
                  <c:v>1.0559662090813093</c:v>
                </c:pt>
                <c:pt idx="24">
                  <c:v>1.0770855332629357</c:v>
                </c:pt>
                <c:pt idx="25">
                  <c:v>1.1034846884899683</c:v>
                </c:pt>
                <c:pt idx="26">
                  <c:v>1.1087645195353748</c:v>
                </c:pt>
                <c:pt idx="27">
                  <c:v>1.0770855332629357</c:v>
                </c:pt>
                <c:pt idx="28">
                  <c:v>1.0929250263991552</c:v>
                </c:pt>
                <c:pt idx="29">
                  <c:v>1.0982048574445618</c:v>
                </c:pt>
                <c:pt idx="30">
                  <c:v>1.0876451953537487</c:v>
                </c:pt>
                <c:pt idx="31">
                  <c:v>1.0506863780359028</c:v>
                </c:pt>
                <c:pt idx="32">
                  <c:v>1.0348468848996832</c:v>
                </c:pt>
                <c:pt idx="33">
                  <c:v>0.99894403379091867</c:v>
                </c:pt>
                <c:pt idx="34">
                  <c:v>0.97993664202745512</c:v>
                </c:pt>
                <c:pt idx="35">
                  <c:v>0.92819429778247098</c:v>
                </c:pt>
                <c:pt idx="36">
                  <c:v>0.97254487856388594</c:v>
                </c:pt>
                <c:pt idx="37">
                  <c:v>0.97993664202745512</c:v>
                </c:pt>
                <c:pt idx="38">
                  <c:v>0.9957761351636748</c:v>
                </c:pt>
                <c:pt idx="39">
                  <c:v>1.0021119324181627</c:v>
                </c:pt>
                <c:pt idx="40">
                  <c:v>0.97782470960929246</c:v>
                </c:pt>
                <c:pt idx="41">
                  <c:v>0.91763463569165782</c:v>
                </c:pt>
                <c:pt idx="42">
                  <c:v>0.94086589229144668</c:v>
                </c:pt>
                <c:pt idx="43">
                  <c:v>0.90285110876451957</c:v>
                </c:pt>
                <c:pt idx="44">
                  <c:v>0.87434002111932418</c:v>
                </c:pt>
                <c:pt idx="45">
                  <c:v>0.8711721224920802</c:v>
                </c:pt>
                <c:pt idx="46">
                  <c:v>0.85110876451953532</c:v>
                </c:pt>
                <c:pt idx="47">
                  <c:v>0.84899683210137278</c:v>
                </c:pt>
                <c:pt idx="48">
                  <c:v>0.77191129883843712</c:v>
                </c:pt>
                <c:pt idx="49">
                  <c:v>0.72861668426610349</c:v>
                </c:pt>
                <c:pt idx="50">
                  <c:v>0.78986272439281946</c:v>
                </c:pt>
                <c:pt idx="51">
                  <c:v>0.73284054910242868</c:v>
                </c:pt>
                <c:pt idx="52">
                  <c:v>0.83104540654699055</c:v>
                </c:pt>
                <c:pt idx="53">
                  <c:v>0.89229144667370641</c:v>
                </c:pt>
                <c:pt idx="54">
                  <c:v>0.85216473072861665</c:v>
                </c:pt>
                <c:pt idx="55">
                  <c:v>0.87961985216473071</c:v>
                </c:pt>
                <c:pt idx="56">
                  <c:v>0.88384371700105602</c:v>
                </c:pt>
                <c:pt idx="57">
                  <c:v>0.87961985216473071</c:v>
                </c:pt>
                <c:pt idx="58">
                  <c:v>0.82787750791974657</c:v>
                </c:pt>
                <c:pt idx="59">
                  <c:v>0.84477296726504747</c:v>
                </c:pt>
                <c:pt idx="60">
                  <c:v>0.84054910242872227</c:v>
                </c:pt>
                <c:pt idx="61">
                  <c:v>0.90601900739176344</c:v>
                </c:pt>
                <c:pt idx="62">
                  <c:v>0.89229144667370641</c:v>
                </c:pt>
                <c:pt idx="63">
                  <c:v>0.89757127771911294</c:v>
                </c:pt>
                <c:pt idx="64">
                  <c:v>0.88806758183738121</c:v>
                </c:pt>
                <c:pt idx="65">
                  <c:v>0.85955649419218583</c:v>
                </c:pt>
                <c:pt idx="66">
                  <c:v>0.86906019007391766</c:v>
                </c:pt>
                <c:pt idx="67">
                  <c:v>0.86906019007391766</c:v>
                </c:pt>
                <c:pt idx="68">
                  <c:v>0.8585005279831045</c:v>
                </c:pt>
                <c:pt idx="69">
                  <c:v>0.88806758183738121</c:v>
                </c:pt>
                <c:pt idx="70">
                  <c:v>0.86589229144667368</c:v>
                </c:pt>
                <c:pt idx="71">
                  <c:v>0.8585005279831045</c:v>
                </c:pt>
                <c:pt idx="72">
                  <c:v>0.88595564941921856</c:v>
                </c:pt>
                <c:pt idx="73">
                  <c:v>0.87222808870116153</c:v>
                </c:pt>
                <c:pt idx="74">
                  <c:v>0.85955649419218583</c:v>
                </c:pt>
                <c:pt idx="75">
                  <c:v>0.87222808870116153</c:v>
                </c:pt>
                <c:pt idx="76">
                  <c:v>0.88067581837381204</c:v>
                </c:pt>
                <c:pt idx="77">
                  <c:v>0.88384371700105602</c:v>
                </c:pt>
                <c:pt idx="78">
                  <c:v>0.88384371700105602</c:v>
                </c:pt>
                <c:pt idx="79">
                  <c:v>0.87011615628299899</c:v>
                </c:pt>
                <c:pt idx="80">
                  <c:v>0.87011615628299899</c:v>
                </c:pt>
                <c:pt idx="81">
                  <c:v>0.89757127771911294</c:v>
                </c:pt>
                <c:pt idx="82">
                  <c:v>0.89229144667370641</c:v>
                </c:pt>
                <c:pt idx="83">
                  <c:v>0.90496304118268212</c:v>
                </c:pt>
                <c:pt idx="84">
                  <c:v>0.88278775079197469</c:v>
                </c:pt>
                <c:pt idx="85">
                  <c:v>0.85110876451953532</c:v>
                </c:pt>
                <c:pt idx="86">
                  <c:v>0.86483632523759235</c:v>
                </c:pt>
                <c:pt idx="87">
                  <c:v>0.85638859556494196</c:v>
                </c:pt>
                <c:pt idx="88">
                  <c:v>0.87328405491024286</c:v>
                </c:pt>
                <c:pt idx="89">
                  <c:v>0.88806758183738121</c:v>
                </c:pt>
                <c:pt idx="90">
                  <c:v>0.88067581837381204</c:v>
                </c:pt>
                <c:pt idx="91">
                  <c:v>0.8585005279831045</c:v>
                </c:pt>
                <c:pt idx="92">
                  <c:v>0.85955649419218583</c:v>
                </c:pt>
                <c:pt idx="93">
                  <c:v>0.86483632523759235</c:v>
                </c:pt>
                <c:pt idx="94">
                  <c:v>0.85955649419218583</c:v>
                </c:pt>
                <c:pt idx="95">
                  <c:v>0.88595564941921856</c:v>
                </c:pt>
                <c:pt idx="96">
                  <c:v>0.86061246040126715</c:v>
                </c:pt>
                <c:pt idx="97">
                  <c:v>0.88278775079197469</c:v>
                </c:pt>
                <c:pt idx="98">
                  <c:v>0.87961985216473071</c:v>
                </c:pt>
                <c:pt idx="99">
                  <c:v>0.93664202745512148</c:v>
                </c:pt>
                <c:pt idx="100">
                  <c:v>0.92608236536430832</c:v>
                </c:pt>
                <c:pt idx="101">
                  <c:v>0.95459345300950371</c:v>
                </c:pt>
                <c:pt idx="102">
                  <c:v>0.96092925026399156</c:v>
                </c:pt>
                <c:pt idx="103">
                  <c:v>0.94825765575501586</c:v>
                </c:pt>
                <c:pt idx="104">
                  <c:v>0.95881731784582891</c:v>
                </c:pt>
                <c:pt idx="105">
                  <c:v>0.93453009503695883</c:v>
                </c:pt>
                <c:pt idx="106">
                  <c:v>0.89968321013727559</c:v>
                </c:pt>
                <c:pt idx="107">
                  <c:v>0.86589229144667368</c:v>
                </c:pt>
                <c:pt idx="108">
                  <c:v>0.90179514255543824</c:v>
                </c:pt>
                <c:pt idx="109">
                  <c:v>0.9165786694825766</c:v>
                </c:pt>
                <c:pt idx="110">
                  <c:v>0.91024287222808875</c:v>
                </c:pt>
                <c:pt idx="111">
                  <c:v>0.90179514255543824</c:v>
                </c:pt>
                <c:pt idx="112">
                  <c:v>0.89651531151003172</c:v>
                </c:pt>
                <c:pt idx="113">
                  <c:v>0.88806758183738121</c:v>
                </c:pt>
                <c:pt idx="114">
                  <c:v>0.9081309398099261</c:v>
                </c:pt>
                <c:pt idx="115">
                  <c:v>0.88278775079197469</c:v>
                </c:pt>
                <c:pt idx="116">
                  <c:v>0.89862724392819426</c:v>
                </c:pt>
                <c:pt idx="117">
                  <c:v>0.90073917634635692</c:v>
                </c:pt>
                <c:pt idx="118">
                  <c:v>0.89123548046462508</c:v>
                </c:pt>
                <c:pt idx="119">
                  <c:v>0.90179514255543824</c:v>
                </c:pt>
                <c:pt idx="120">
                  <c:v>0.9081309398099261</c:v>
                </c:pt>
                <c:pt idx="121">
                  <c:v>0.89545934530095039</c:v>
                </c:pt>
                <c:pt idx="122">
                  <c:v>0.88384371700105602</c:v>
                </c:pt>
                <c:pt idx="123">
                  <c:v>0.87645195353748684</c:v>
                </c:pt>
                <c:pt idx="124">
                  <c:v>0.87434002111932418</c:v>
                </c:pt>
                <c:pt idx="125">
                  <c:v>0.87645195353748684</c:v>
                </c:pt>
                <c:pt idx="126">
                  <c:v>0.87539598732840551</c:v>
                </c:pt>
                <c:pt idx="127">
                  <c:v>0.87645195353748684</c:v>
                </c:pt>
                <c:pt idx="128">
                  <c:v>0.87328405491024286</c:v>
                </c:pt>
                <c:pt idx="129">
                  <c:v>0.87539598732840551</c:v>
                </c:pt>
                <c:pt idx="130">
                  <c:v>0.86800422386483633</c:v>
                </c:pt>
                <c:pt idx="131">
                  <c:v>0.88806758183738121</c:v>
                </c:pt>
                <c:pt idx="132">
                  <c:v>0.87856388595564938</c:v>
                </c:pt>
                <c:pt idx="133">
                  <c:v>0.87011615628299899</c:v>
                </c:pt>
                <c:pt idx="134">
                  <c:v>0.88384371700105602</c:v>
                </c:pt>
                <c:pt idx="135">
                  <c:v>0.87434002111932418</c:v>
                </c:pt>
                <c:pt idx="136">
                  <c:v>0.87750791974656805</c:v>
                </c:pt>
                <c:pt idx="137">
                  <c:v>0.87856388595564938</c:v>
                </c:pt>
                <c:pt idx="138">
                  <c:v>0.90073917634635692</c:v>
                </c:pt>
                <c:pt idx="139">
                  <c:v>0.87434002111932418</c:v>
                </c:pt>
                <c:pt idx="140">
                  <c:v>0.86378035902851114</c:v>
                </c:pt>
                <c:pt idx="141">
                  <c:v>0.86166842661034848</c:v>
                </c:pt>
                <c:pt idx="142">
                  <c:v>0.85216473072861665</c:v>
                </c:pt>
                <c:pt idx="143">
                  <c:v>0.85638859556494196</c:v>
                </c:pt>
                <c:pt idx="144">
                  <c:v>0.85110876451953532</c:v>
                </c:pt>
                <c:pt idx="145">
                  <c:v>0.85955649419218583</c:v>
                </c:pt>
                <c:pt idx="146">
                  <c:v>0.8585005279831045</c:v>
                </c:pt>
                <c:pt idx="147">
                  <c:v>0.85533262935586063</c:v>
                </c:pt>
                <c:pt idx="148">
                  <c:v>0.85216473072861665</c:v>
                </c:pt>
                <c:pt idx="149">
                  <c:v>0.84688489968321012</c:v>
                </c:pt>
                <c:pt idx="150">
                  <c:v>0.84688489968321012</c:v>
                </c:pt>
                <c:pt idx="151">
                  <c:v>0.82470960929250259</c:v>
                </c:pt>
                <c:pt idx="152">
                  <c:v>0.791974656810982</c:v>
                </c:pt>
                <c:pt idx="153">
                  <c:v>0.7581837381203802</c:v>
                </c:pt>
                <c:pt idx="154">
                  <c:v>0.78669482576557548</c:v>
                </c:pt>
                <c:pt idx="155">
                  <c:v>0.79725448785638864</c:v>
                </c:pt>
                <c:pt idx="156">
                  <c:v>0.81309398099260821</c:v>
                </c:pt>
                <c:pt idx="157">
                  <c:v>0.83210137275607177</c:v>
                </c:pt>
                <c:pt idx="158">
                  <c:v>0.83526927138331575</c:v>
                </c:pt>
                <c:pt idx="159">
                  <c:v>0.82154171066525872</c:v>
                </c:pt>
                <c:pt idx="160">
                  <c:v>0.79303062302006333</c:v>
                </c:pt>
                <c:pt idx="161">
                  <c:v>0.79408658922914466</c:v>
                </c:pt>
                <c:pt idx="162">
                  <c:v>0.79725448785638864</c:v>
                </c:pt>
                <c:pt idx="163">
                  <c:v>0.83104540654699055</c:v>
                </c:pt>
                <c:pt idx="164">
                  <c:v>0.83104540654699055</c:v>
                </c:pt>
                <c:pt idx="165">
                  <c:v>0.82787750791974657</c:v>
                </c:pt>
                <c:pt idx="166">
                  <c:v>0.83843717001055962</c:v>
                </c:pt>
                <c:pt idx="167">
                  <c:v>0.81626187961985219</c:v>
                </c:pt>
                <c:pt idx="168">
                  <c:v>0.80887011615628301</c:v>
                </c:pt>
                <c:pt idx="169">
                  <c:v>0.82787750791974657</c:v>
                </c:pt>
                <c:pt idx="170">
                  <c:v>0.84477296726504747</c:v>
                </c:pt>
                <c:pt idx="171">
                  <c:v>0.86483632523759235</c:v>
                </c:pt>
                <c:pt idx="172">
                  <c:v>0.86061246040126715</c:v>
                </c:pt>
                <c:pt idx="173">
                  <c:v>0.86800422386483633</c:v>
                </c:pt>
                <c:pt idx="174">
                  <c:v>0.88384371700105602</c:v>
                </c:pt>
                <c:pt idx="175">
                  <c:v>0.89229144667370641</c:v>
                </c:pt>
                <c:pt idx="176">
                  <c:v>0.8585005279831045</c:v>
                </c:pt>
                <c:pt idx="177">
                  <c:v>0.88278775079197469</c:v>
                </c:pt>
                <c:pt idx="178">
                  <c:v>0.89017951425554387</c:v>
                </c:pt>
                <c:pt idx="179">
                  <c:v>0.87539598732840551</c:v>
                </c:pt>
                <c:pt idx="180">
                  <c:v>0.8711721224920802</c:v>
                </c:pt>
                <c:pt idx="181">
                  <c:v>0.88701161562829989</c:v>
                </c:pt>
                <c:pt idx="182">
                  <c:v>0.88701161562829989</c:v>
                </c:pt>
                <c:pt idx="183">
                  <c:v>0.87539598732840551</c:v>
                </c:pt>
                <c:pt idx="184">
                  <c:v>0.90285110876451957</c:v>
                </c:pt>
                <c:pt idx="185">
                  <c:v>0.93136219640971485</c:v>
                </c:pt>
                <c:pt idx="186">
                  <c:v>0.91341077085533262</c:v>
                </c:pt>
                <c:pt idx="187">
                  <c:v>0.91974656810982047</c:v>
                </c:pt>
                <c:pt idx="188">
                  <c:v>0.90073917634635692</c:v>
                </c:pt>
                <c:pt idx="189">
                  <c:v>0.91552270327349528</c:v>
                </c:pt>
                <c:pt idx="190">
                  <c:v>0.89968321013727559</c:v>
                </c:pt>
                <c:pt idx="191">
                  <c:v>0.88489968321013723</c:v>
                </c:pt>
                <c:pt idx="192">
                  <c:v>0.87961985216473071</c:v>
                </c:pt>
                <c:pt idx="193">
                  <c:v>0.88595564941921856</c:v>
                </c:pt>
                <c:pt idx="194">
                  <c:v>0.87856388595564938</c:v>
                </c:pt>
                <c:pt idx="195">
                  <c:v>0.87222808870116153</c:v>
                </c:pt>
                <c:pt idx="196">
                  <c:v>0.87539598732840551</c:v>
                </c:pt>
                <c:pt idx="197">
                  <c:v>0.86272439281942981</c:v>
                </c:pt>
                <c:pt idx="198">
                  <c:v>0.84371700105596625</c:v>
                </c:pt>
                <c:pt idx="199">
                  <c:v>0.84054910242872227</c:v>
                </c:pt>
                <c:pt idx="200">
                  <c:v>0.85955649419218583</c:v>
                </c:pt>
                <c:pt idx="201">
                  <c:v>0.87856388595564938</c:v>
                </c:pt>
                <c:pt idx="202">
                  <c:v>0.90918690601900742</c:v>
                </c:pt>
                <c:pt idx="203">
                  <c:v>0.91129883843716997</c:v>
                </c:pt>
                <c:pt idx="204">
                  <c:v>0.9081309398099261</c:v>
                </c:pt>
                <c:pt idx="205">
                  <c:v>0.91341077085533262</c:v>
                </c:pt>
                <c:pt idx="206">
                  <c:v>0.91869060190073915</c:v>
                </c:pt>
                <c:pt idx="207">
                  <c:v>0.93030623020063363</c:v>
                </c:pt>
                <c:pt idx="208">
                  <c:v>0.94720168954593453</c:v>
                </c:pt>
                <c:pt idx="209">
                  <c:v>1.0348468848996832</c:v>
                </c:pt>
                <c:pt idx="210">
                  <c:v>1.0359028511087645</c:v>
                </c:pt>
                <c:pt idx="211">
                  <c:v>1.0348468848996832</c:v>
                </c:pt>
                <c:pt idx="212">
                  <c:v>1.0369588173178459</c:v>
                </c:pt>
                <c:pt idx="213">
                  <c:v>1.0221752903907075</c:v>
                </c:pt>
                <c:pt idx="214">
                  <c:v>1.0559662090813093</c:v>
                </c:pt>
                <c:pt idx="215">
                  <c:v>1.041182682154171</c:v>
                </c:pt>
                <c:pt idx="216">
                  <c:v>1.0263991552270328</c:v>
                </c:pt>
                <c:pt idx="217">
                  <c:v>1.0496304118268216</c:v>
                </c:pt>
                <c:pt idx="218">
                  <c:v>1.0432946145723336</c:v>
                </c:pt>
                <c:pt idx="219">
                  <c:v>1.0295670538542767</c:v>
                </c:pt>
                <c:pt idx="220">
                  <c:v>1.0612460401267159</c:v>
                </c:pt>
                <c:pt idx="221">
                  <c:v>1.1510031678986272</c:v>
                </c:pt>
                <c:pt idx="222">
                  <c:v>1.1774023231256601</c:v>
                </c:pt>
                <c:pt idx="223">
                  <c:v>1.2143611404435057</c:v>
                </c:pt>
                <c:pt idx="224">
                  <c:v>1.2460401267159451</c:v>
                </c:pt>
                <c:pt idx="225">
                  <c:v>1.2143611404435057</c:v>
                </c:pt>
                <c:pt idx="226">
                  <c:v>1.2724392819429777</c:v>
                </c:pt>
                <c:pt idx="227">
                  <c:v>1.2302006335797255</c:v>
                </c:pt>
                <c:pt idx="228">
                  <c:v>1.2196409714889123</c:v>
                </c:pt>
                <c:pt idx="229">
                  <c:v>1.2354804646251321</c:v>
                </c:pt>
                <c:pt idx="230">
                  <c:v>1.2407602956705386</c:v>
                </c:pt>
                <c:pt idx="231">
                  <c:v>1.2407602956705386</c:v>
                </c:pt>
                <c:pt idx="232">
                  <c:v>1.2618796198521647</c:v>
                </c:pt>
                <c:pt idx="233">
                  <c:v>1.2513199577613516</c:v>
                </c:pt>
                <c:pt idx="234">
                  <c:v>1.224920802534319</c:v>
                </c:pt>
                <c:pt idx="235">
                  <c:v>1.1879619852164731</c:v>
                </c:pt>
                <c:pt idx="236">
                  <c:v>1.224920802534319</c:v>
                </c:pt>
                <c:pt idx="237">
                  <c:v>1.2460401267159451</c:v>
                </c:pt>
                <c:pt idx="238">
                  <c:v>1.2460401267159451</c:v>
                </c:pt>
                <c:pt idx="239">
                  <c:v>1.2196409714889123</c:v>
                </c:pt>
                <c:pt idx="240">
                  <c:v>1.224920802534319</c:v>
                </c:pt>
                <c:pt idx="241">
                  <c:v>1.2513199577613516</c:v>
                </c:pt>
                <c:pt idx="242">
                  <c:v>1.2513199577613516</c:v>
                </c:pt>
                <c:pt idx="243">
                  <c:v>1.3305174234424499</c:v>
                </c:pt>
                <c:pt idx="244">
                  <c:v>1.3780359028511087</c:v>
                </c:pt>
                <c:pt idx="245">
                  <c:v>1.3833157338965154</c:v>
                </c:pt>
                <c:pt idx="246">
                  <c:v>1.4202745512143611</c:v>
                </c:pt>
                <c:pt idx="247">
                  <c:v>1.457233368532207</c:v>
                </c:pt>
                <c:pt idx="248">
                  <c:v>1.4044350580781415</c:v>
                </c:pt>
                <c:pt idx="249">
                  <c:v>1.3621964097148891</c:v>
                </c:pt>
                <c:pt idx="250">
                  <c:v>1.4044350580781415</c:v>
                </c:pt>
                <c:pt idx="251">
                  <c:v>1.3780359028511087</c:v>
                </c:pt>
                <c:pt idx="252">
                  <c:v>1.3463569165786695</c:v>
                </c:pt>
                <c:pt idx="253">
                  <c:v>1.3727560718057021</c:v>
                </c:pt>
                <c:pt idx="254">
                  <c:v>1.3780359028511087</c:v>
                </c:pt>
                <c:pt idx="255">
                  <c:v>1.3780359028511087</c:v>
                </c:pt>
                <c:pt idx="256">
                  <c:v>1.3885955649419219</c:v>
                </c:pt>
                <c:pt idx="257">
                  <c:v>1.3569165786694826</c:v>
                </c:pt>
                <c:pt idx="258">
                  <c:v>1.4255543822597676</c:v>
                </c:pt>
                <c:pt idx="259">
                  <c:v>1.3621964097148891</c:v>
                </c:pt>
                <c:pt idx="260">
                  <c:v>1.3569165786694826</c:v>
                </c:pt>
                <c:pt idx="261">
                  <c:v>1.2988384371700106</c:v>
                </c:pt>
                <c:pt idx="262">
                  <c:v>1.293558606124604</c:v>
                </c:pt>
                <c:pt idx="263">
                  <c:v>1.3199577613516367</c:v>
                </c:pt>
                <c:pt idx="264">
                  <c:v>1.3727560718057021</c:v>
                </c:pt>
                <c:pt idx="265">
                  <c:v>1.3727560718057021</c:v>
                </c:pt>
                <c:pt idx="266">
                  <c:v>1.3199577613516367</c:v>
                </c:pt>
                <c:pt idx="267">
                  <c:v>1.3463569165786695</c:v>
                </c:pt>
                <c:pt idx="268">
                  <c:v>1.3199577613516367</c:v>
                </c:pt>
                <c:pt idx="269">
                  <c:v>1.3252375923970432</c:v>
                </c:pt>
                <c:pt idx="270">
                  <c:v>1.3305174234424499</c:v>
                </c:pt>
                <c:pt idx="271">
                  <c:v>1.3305174234424499</c:v>
                </c:pt>
                <c:pt idx="272">
                  <c:v>1.4044350580781415</c:v>
                </c:pt>
                <c:pt idx="273">
                  <c:v>1.4413938753959874</c:v>
                </c:pt>
                <c:pt idx="274">
                  <c:v>1.4625131995776135</c:v>
                </c:pt>
                <c:pt idx="275">
                  <c:v>1.4361140443505809</c:v>
                </c:pt>
                <c:pt idx="276">
                  <c:v>1.5681098204857444</c:v>
                </c:pt>
                <c:pt idx="277">
                  <c:v>1.4941921858500529</c:v>
                </c:pt>
                <c:pt idx="278">
                  <c:v>1.4941921858500529</c:v>
                </c:pt>
                <c:pt idx="279">
                  <c:v>1.525871172122492</c:v>
                </c:pt>
                <c:pt idx="280">
                  <c:v>1.5522703273495249</c:v>
                </c:pt>
                <c:pt idx="281">
                  <c:v>1.4994720168954594</c:v>
                </c:pt>
                <c:pt idx="282">
                  <c:v>1.4783526927138331</c:v>
                </c:pt>
                <c:pt idx="283">
                  <c:v>1.4308342133051741</c:v>
                </c:pt>
                <c:pt idx="284">
                  <c:v>1.4413938753959874</c:v>
                </c:pt>
                <c:pt idx="285">
                  <c:v>1.4044350580781415</c:v>
                </c:pt>
                <c:pt idx="286">
                  <c:v>1.4466737064413939</c:v>
                </c:pt>
                <c:pt idx="287">
                  <c:v>1.4783526927138331</c:v>
                </c:pt>
                <c:pt idx="288">
                  <c:v>1.4413938753959874</c:v>
                </c:pt>
                <c:pt idx="289">
                  <c:v>1.4836325237592396</c:v>
                </c:pt>
                <c:pt idx="290">
                  <c:v>1.4783526927138331</c:v>
                </c:pt>
                <c:pt idx="291">
                  <c:v>1.4994720168954594</c:v>
                </c:pt>
                <c:pt idx="292">
                  <c:v>1.457233368532207</c:v>
                </c:pt>
                <c:pt idx="293">
                  <c:v>1.457233368532207</c:v>
                </c:pt>
                <c:pt idx="294">
                  <c:v>1.4255543822597676</c:v>
                </c:pt>
                <c:pt idx="295">
                  <c:v>1.409714889123548</c:v>
                </c:pt>
                <c:pt idx="296">
                  <c:v>1.4044350580781415</c:v>
                </c:pt>
                <c:pt idx="297">
                  <c:v>1.4255543822597676</c:v>
                </c:pt>
                <c:pt idx="298">
                  <c:v>1.3938753959873285</c:v>
                </c:pt>
                <c:pt idx="299">
                  <c:v>1.4202745512143611</c:v>
                </c:pt>
                <c:pt idx="300">
                  <c:v>1.399155227032735</c:v>
                </c:pt>
                <c:pt idx="301">
                  <c:v>1.4836325237592396</c:v>
                </c:pt>
                <c:pt idx="302">
                  <c:v>1.4889123548046463</c:v>
                </c:pt>
                <c:pt idx="303">
                  <c:v>1.5100316789862724</c:v>
                </c:pt>
                <c:pt idx="304">
                  <c:v>1.515311510031679</c:v>
                </c:pt>
                <c:pt idx="305">
                  <c:v>1.5205913410770855</c:v>
                </c:pt>
                <c:pt idx="306">
                  <c:v>1.4783526927138331</c:v>
                </c:pt>
                <c:pt idx="307">
                  <c:v>1.4519535374868004</c:v>
                </c:pt>
                <c:pt idx="308">
                  <c:v>1.4730728616684265</c:v>
                </c:pt>
                <c:pt idx="309">
                  <c:v>1.4466737064413939</c:v>
                </c:pt>
                <c:pt idx="310">
                  <c:v>1.4519535374868004</c:v>
                </c:pt>
                <c:pt idx="311">
                  <c:v>1.4519535374868004</c:v>
                </c:pt>
                <c:pt idx="312">
                  <c:v>1.457233368532207</c:v>
                </c:pt>
                <c:pt idx="313">
                  <c:v>1.4625131995776135</c:v>
                </c:pt>
                <c:pt idx="314">
                  <c:v>1.399155227032735</c:v>
                </c:pt>
                <c:pt idx="315">
                  <c:v>1.4044350580781415</c:v>
                </c:pt>
                <c:pt idx="316">
                  <c:v>1.399155227032735</c:v>
                </c:pt>
                <c:pt idx="317">
                  <c:v>1.3885955649419219</c:v>
                </c:pt>
                <c:pt idx="318">
                  <c:v>1.4255543822597676</c:v>
                </c:pt>
                <c:pt idx="319">
                  <c:v>1.3727560718057021</c:v>
                </c:pt>
                <c:pt idx="320">
                  <c:v>1.3727560718057021</c:v>
                </c:pt>
                <c:pt idx="321">
                  <c:v>1.351636747624076</c:v>
                </c:pt>
                <c:pt idx="322">
                  <c:v>1.3621964097148891</c:v>
                </c:pt>
                <c:pt idx="323">
                  <c:v>1.3674762407602956</c:v>
                </c:pt>
                <c:pt idx="324">
                  <c:v>1.3727560718057021</c:v>
                </c:pt>
                <c:pt idx="325">
                  <c:v>1.2988384371700106</c:v>
                </c:pt>
                <c:pt idx="326">
                  <c:v>1.2618796198521647</c:v>
                </c:pt>
                <c:pt idx="327">
                  <c:v>1.2407602956705386</c:v>
                </c:pt>
                <c:pt idx="328">
                  <c:v>1.2513199577613516</c:v>
                </c:pt>
                <c:pt idx="329">
                  <c:v>1.2407602956705386</c:v>
                </c:pt>
                <c:pt idx="330">
                  <c:v>1.2777191129883845</c:v>
                </c:pt>
                <c:pt idx="331">
                  <c:v>1.2777191129883845</c:v>
                </c:pt>
                <c:pt idx="332">
                  <c:v>1.293558606124604</c:v>
                </c:pt>
                <c:pt idx="333">
                  <c:v>1.293558606124604</c:v>
                </c:pt>
                <c:pt idx="334">
                  <c:v>1.2618796198521647</c:v>
                </c:pt>
                <c:pt idx="335">
                  <c:v>1.2988384371700106</c:v>
                </c:pt>
                <c:pt idx="336">
                  <c:v>1.2988384371700106</c:v>
                </c:pt>
                <c:pt idx="337">
                  <c:v>1.3252375923970432</c:v>
                </c:pt>
                <c:pt idx="338">
                  <c:v>1.3199577613516367</c:v>
                </c:pt>
                <c:pt idx="339">
                  <c:v>1.341077085533263</c:v>
                </c:pt>
                <c:pt idx="340">
                  <c:v>1.3569165786694826</c:v>
                </c:pt>
                <c:pt idx="341">
                  <c:v>1.3305174234424499</c:v>
                </c:pt>
                <c:pt idx="342">
                  <c:v>1.3621964097148891</c:v>
                </c:pt>
                <c:pt idx="343">
                  <c:v>1.3569165786694826</c:v>
                </c:pt>
                <c:pt idx="344">
                  <c:v>1.3569165786694826</c:v>
                </c:pt>
                <c:pt idx="345">
                  <c:v>1.3463569165786695</c:v>
                </c:pt>
                <c:pt idx="346">
                  <c:v>1.293558606124604</c:v>
                </c:pt>
                <c:pt idx="347">
                  <c:v>1.2988384371700106</c:v>
                </c:pt>
                <c:pt idx="348">
                  <c:v>1.351636747624076</c:v>
                </c:pt>
                <c:pt idx="349">
                  <c:v>1.3569165786694826</c:v>
                </c:pt>
                <c:pt idx="350">
                  <c:v>1.3674762407602956</c:v>
                </c:pt>
                <c:pt idx="351">
                  <c:v>1.3357972544878565</c:v>
                </c:pt>
                <c:pt idx="352">
                  <c:v>1.3146779303062301</c:v>
                </c:pt>
                <c:pt idx="353">
                  <c:v>1.2882787750791975</c:v>
                </c:pt>
                <c:pt idx="354">
                  <c:v>1.2882787750791975</c:v>
                </c:pt>
                <c:pt idx="355">
                  <c:v>1.3093980992608236</c:v>
                </c:pt>
                <c:pt idx="356">
                  <c:v>1.3305174234424499</c:v>
                </c:pt>
                <c:pt idx="357">
                  <c:v>1.3569165786694826</c:v>
                </c:pt>
                <c:pt idx="358">
                  <c:v>1.3305174234424499</c:v>
                </c:pt>
                <c:pt idx="359">
                  <c:v>1.3199577613516367</c:v>
                </c:pt>
                <c:pt idx="360">
                  <c:v>1.3463569165786695</c:v>
                </c:pt>
                <c:pt idx="361">
                  <c:v>1.3146779303062301</c:v>
                </c:pt>
                <c:pt idx="362">
                  <c:v>1.293558606124604</c:v>
                </c:pt>
                <c:pt idx="363">
                  <c:v>1.2988384371700106</c:v>
                </c:pt>
                <c:pt idx="364">
                  <c:v>1.3199577613516367</c:v>
                </c:pt>
                <c:pt idx="365">
                  <c:v>1.3041182682154171</c:v>
                </c:pt>
                <c:pt idx="366">
                  <c:v>1.282998944033791</c:v>
                </c:pt>
                <c:pt idx="367">
                  <c:v>1.2618796198521647</c:v>
                </c:pt>
                <c:pt idx="368">
                  <c:v>1.2671594508975712</c:v>
                </c:pt>
                <c:pt idx="369">
                  <c:v>1.2988384371700106</c:v>
                </c:pt>
                <c:pt idx="370">
                  <c:v>1.3041182682154171</c:v>
                </c:pt>
                <c:pt idx="371">
                  <c:v>1.3041182682154171</c:v>
                </c:pt>
                <c:pt idx="372">
                  <c:v>1.282998944033791</c:v>
                </c:pt>
                <c:pt idx="373">
                  <c:v>1.2565997888067582</c:v>
                </c:pt>
                <c:pt idx="374">
                  <c:v>1.2513199577613516</c:v>
                </c:pt>
                <c:pt idx="375">
                  <c:v>1.2354804646251321</c:v>
                </c:pt>
                <c:pt idx="376">
                  <c:v>1.2618796198521647</c:v>
                </c:pt>
                <c:pt idx="377">
                  <c:v>1.2513199577613516</c:v>
                </c:pt>
                <c:pt idx="378">
                  <c:v>1.2354804646251321</c:v>
                </c:pt>
                <c:pt idx="379">
                  <c:v>1.224920802534319</c:v>
                </c:pt>
                <c:pt idx="380">
                  <c:v>1.2038014783526927</c:v>
                </c:pt>
                <c:pt idx="381">
                  <c:v>1.2038014783526927</c:v>
                </c:pt>
                <c:pt idx="382">
                  <c:v>1.1879619852164731</c:v>
                </c:pt>
                <c:pt idx="383">
                  <c:v>1.224920802534319</c:v>
                </c:pt>
                <c:pt idx="384">
                  <c:v>1.2671594508975712</c:v>
                </c:pt>
                <c:pt idx="385">
                  <c:v>1.2777191129883845</c:v>
                </c:pt>
                <c:pt idx="386">
                  <c:v>1.2671594508975712</c:v>
                </c:pt>
                <c:pt idx="387">
                  <c:v>1.2460401267159451</c:v>
                </c:pt>
                <c:pt idx="388">
                  <c:v>1.224920802534319</c:v>
                </c:pt>
                <c:pt idx="389">
                  <c:v>1.1879619852164731</c:v>
                </c:pt>
                <c:pt idx="390">
                  <c:v>1.1140443505807813</c:v>
                </c:pt>
                <c:pt idx="391">
                  <c:v>1.0612460401267159</c:v>
                </c:pt>
                <c:pt idx="392">
                  <c:v>1.0718057022175291</c:v>
                </c:pt>
                <c:pt idx="393">
                  <c:v>1.0718057022175291</c:v>
                </c:pt>
                <c:pt idx="394">
                  <c:v>1.0718057022175291</c:v>
                </c:pt>
                <c:pt idx="395">
                  <c:v>1.0982048574445618</c:v>
                </c:pt>
                <c:pt idx="396">
                  <c:v>1.0823653643083422</c:v>
                </c:pt>
                <c:pt idx="397">
                  <c:v>1.0823653643083422</c:v>
                </c:pt>
                <c:pt idx="398">
                  <c:v>1.0876451953537487</c:v>
                </c:pt>
                <c:pt idx="399">
                  <c:v>1.1087645195353748</c:v>
                </c:pt>
                <c:pt idx="400">
                  <c:v>1.0929250263991552</c:v>
                </c:pt>
                <c:pt idx="401">
                  <c:v>1.0982048574445618</c:v>
                </c:pt>
                <c:pt idx="402">
                  <c:v>1.0929250263991552</c:v>
                </c:pt>
                <c:pt idx="403">
                  <c:v>1.0929250263991552</c:v>
                </c:pt>
                <c:pt idx="404">
                  <c:v>1.1246040126715946</c:v>
                </c:pt>
                <c:pt idx="405">
                  <c:v>1.1404435058078142</c:v>
                </c:pt>
                <c:pt idx="406">
                  <c:v>1.1246040126715946</c:v>
                </c:pt>
                <c:pt idx="407">
                  <c:v>1.1298838437170011</c:v>
                </c:pt>
                <c:pt idx="408">
                  <c:v>1.1193241816261879</c:v>
                </c:pt>
                <c:pt idx="409">
                  <c:v>1.1034846884899683</c:v>
                </c:pt>
                <c:pt idx="410">
                  <c:v>1.1193241816261879</c:v>
                </c:pt>
                <c:pt idx="411">
                  <c:v>1.0876451953537487</c:v>
                </c:pt>
                <c:pt idx="412">
                  <c:v>1.1087645195353748</c:v>
                </c:pt>
                <c:pt idx="413">
                  <c:v>1.1246040126715946</c:v>
                </c:pt>
                <c:pt idx="414">
                  <c:v>1.1351636747624076</c:v>
                </c:pt>
                <c:pt idx="415">
                  <c:v>1.1351636747624076</c:v>
                </c:pt>
                <c:pt idx="416">
                  <c:v>1.0982048574445618</c:v>
                </c:pt>
                <c:pt idx="417">
                  <c:v>1.1298838437170011</c:v>
                </c:pt>
                <c:pt idx="418">
                  <c:v>1.1298838437170011</c:v>
                </c:pt>
                <c:pt idx="419">
                  <c:v>1.1140443505807813</c:v>
                </c:pt>
                <c:pt idx="420">
                  <c:v>1.0982048574445618</c:v>
                </c:pt>
                <c:pt idx="421">
                  <c:v>1.1034846884899683</c:v>
                </c:pt>
                <c:pt idx="422">
                  <c:v>1.0929250263991552</c:v>
                </c:pt>
                <c:pt idx="423">
                  <c:v>1.0559662090813093</c:v>
                </c:pt>
                <c:pt idx="424">
                  <c:v>1.0876451953537487</c:v>
                </c:pt>
                <c:pt idx="425">
                  <c:v>0.99260823653643082</c:v>
                </c:pt>
                <c:pt idx="426">
                  <c:v>0.99260823653643082</c:v>
                </c:pt>
                <c:pt idx="427">
                  <c:v>0.96620908130939809</c:v>
                </c:pt>
                <c:pt idx="428">
                  <c:v>0.97148891235480461</c:v>
                </c:pt>
                <c:pt idx="429">
                  <c:v>0.99049630411826817</c:v>
                </c:pt>
                <c:pt idx="430">
                  <c:v>1.0390707497360085</c:v>
                </c:pt>
                <c:pt idx="431">
                  <c:v>1.0253431890179514</c:v>
                </c:pt>
                <c:pt idx="432">
                  <c:v>1.0316789862724394</c:v>
                </c:pt>
                <c:pt idx="433">
                  <c:v>1.0337909186906018</c:v>
                </c:pt>
                <c:pt idx="434">
                  <c:v>1.016895459345301</c:v>
                </c:pt>
                <c:pt idx="435">
                  <c:v>1.0401267159450898</c:v>
                </c:pt>
                <c:pt idx="436">
                  <c:v>1.0559662090813093</c:v>
                </c:pt>
                <c:pt idx="437">
                  <c:v>1.0770855332629357</c:v>
                </c:pt>
                <c:pt idx="438">
                  <c:v>1.0718057022175291</c:v>
                </c:pt>
                <c:pt idx="439">
                  <c:v>1.1246040126715946</c:v>
                </c:pt>
                <c:pt idx="440">
                  <c:v>1.0876451953537487</c:v>
                </c:pt>
                <c:pt idx="441">
                  <c:v>1.1246040126715946</c:v>
                </c:pt>
                <c:pt idx="442">
                  <c:v>1.1351636747624076</c:v>
                </c:pt>
                <c:pt idx="443">
                  <c:v>1.1140443505807813</c:v>
                </c:pt>
                <c:pt idx="444">
                  <c:v>1.1193241816261879</c:v>
                </c:pt>
                <c:pt idx="445">
                  <c:v>1.1298838437170011</c:v>
                </c:pt>
                <c:pt idx="446">
                  <c:v>1.1351636747624076</c:v>
                </c:pt>
                <c:pt idx="447">
                  <c:v>1.1510031678986272</c:v>
                </c:pt>
                <c:pt idx="448">
                  <c:v>1.1457233368532207</c:v>
                </c:pt>
                <c:pt idx="449">
                  <c:v>1.1351636747624076</c:v>
                </c:pt>
                <c:pt idx="450">
                  <c:v>1.1246040126715946</c:v>
                </c:pt>
                <c:pt idx="451">
                  <c:v>1.1721224920802535</c:v>
                </c:pt>
                <c:pt idx="452">
                  <c:v>1.1826821541710666</c:v>
                </c:pt>
                <c:pt idx="453">
                  <c:v>1.1668426610348468</c:v>
                </c:pt>
                <c:pt idx="454">
                  <c:v>1.1615628299894403</c:v>
                </c:pt>
                <c:pt idx="455">
                  <c:v>1.1774023231256601</c:v>
                </c:pt>
                <c:pt idx="456">
                  <c:v>1.2618796198521647</c:v>
                </c:pt>
                <c:pt idx="457">
                  <c:v>1.2565997888067582</c:v>
                </c:pt>
                <c:pt idx="458">
                  <c:v>1.2618796198521647</c:v>
                </c:pt>
                <c:pt idx="459">
                  <c:v>1.2407602956705386</c:v>
                </c:pt>
                <c:pt idx="460">
                  <c:v>1.2196409714889123</c:v>
                </c:pt>
                <c:pt idx="461">
                  <c:v>1.224920802534319</c:v>
                </c:pt>
                <c:pt idx="462">
                  <c:v>1.2038014783526927</c:v>
                </c:pt>
                <c:pt idx="463">
                  <c:v>1.2302006335797255</c:v>
                </c:pt>
                <c:pt idx="464">
                  <c:v>1.2671594508975712</c:v>
                </c:pt>
                <c:pt idx="465">
                  <c:v>1.2460401267159451</c:v>
                </c:pt>
                <c:pt idx="466">
                  <c:v>1.2513199577613516</c:v>
                </c:pt>
                <c:pt idx="467">
                  <c:v>1.282998944033791</c:v>
                </c:pt>
                <c:pt idx="468">
                  <c:v>1.2671594508975712</c:v>
                </c:pt>
                <c:pt idx="469">
                  <c:v>1.3041182682154171</c:v>
                </c:pt>
                <c:pt idx="470">
                  <c:v>1.2724392819429777</c:v>
                </c:pt>
                <c:pt idx="471">
                  <c:v>1.282998944033791</c:v>
                </c:pt>
                <c:pt idx="472">
                  <c:v>1.2777191129883845</c:v>
                </c:pt>
                <c:pt idx="473">
                  <c:v>1.3041182682154171</c:v>
                </c:pt>
                <c:pt idx="474">
                  <c:v>1.3093980992608236</c:v>
                </c:pt>
                <c:pt idx="475">
                  <c:v>1.2882787750791975</c:v>
                </c:pt>
                <c:pt idx="476">
                  <c:v>1.2724392819429777</c:v>
                </c:pt>
                <c:pt idx="477">
                  <c:v>1.3146779303062301</c:v>
                </c:pt>
                <c:pt idx="478">
                  <c:v>1.341077085533263</c:v>
                </c:pt>
                <c:pt idx="479">
                  <c:v>1.3463569165786695</c:v>
                </c:pt>
                <c:pt idx="480">
                  <c:v>1.351636747624076</c:v>
                </c:pt>
                <c:pt idx="481">
                  <c:v>1.3305174234424499</c:v>
                </c:pt>
                <c:pt idx="482">
                  <c:v>1.3463569165786695</c:v>
                </c:pt>
                <c:pt idx="483">
                  <c:v>1.341077085533263</c:v>
                </c:pt>
                <c:pt idx="484">
                  <c:v>1.3833157338965154</c:v>
                </c:pt>
                <c:pt idx="485">
                  <c:v>1.3833157338965154</c:v>
                </c:pt>
                <c:pt idx="486">
                  <c:v>1.3569165786694826</c:v>
                </c:pt>
                <c:pt idx="487">
                  <c:v>1.3252375923970432</c:v>
                </c:pt>
                <c:pt idx="488">
                  <c:v>1.3199577613516367</c:v>
                </c:pt>
                <c:pt idx="489">
                  <c:v>1.341077085533263</c:v>
                </c:pt>
                <c:pt idx="490">
                  <c:v>1.3146779303062301</c:v>
                </c:pt>
                <c:pt idx="491">
                  <c:v>1.351636747624076</c:v>
                </c:pt>
                <c:pt idx="492">
                  <c:v>1.3569165786694826</c:v>
                </c:pt>
                <c:pt idx="493">
                  <c:v>1.3674762407602956</c:v>
                </c:pt>
                <c:pt idx="494">
                  <c:v>1.3569165786694826</c:v>
                </c:pt>
                <c:pt idx="495">
                  <c:v>1.341077085533263</c:v>
                </c:pt>
                <c:pt idx="496">
                  <c:v>1.3357972544878565</c:v>
                </c:pt>
                <c:pt idx="497">
                  <c:v>1.341077085533263</c:v>
                </c:pt>
                <c:pt idx="498">
                  <c:v>1.3199577613516367</c:v>
                </c:pt>
                <c:pt idx="499">
                  <c:v>1.2565997888067582</c:v>
                </c:pt>
                <c:pt idx="500">
                  <c:v>1.2565997888067582</c:v>
                </c:pt>
                <c:pt idx="501">
                  <c:v>1.2460401267159451</c:v>
                </c:pt>
                <c:pt idx="502">
                  <c:v>1.2407602956705386</c:v>
                </c:pt>
                <c:pt idx="503">
                  <c:v>1.1985216473072862</c:v>
                </c:pt>
                <c:pt idx="504">
                  <c:v>1.2724392819429777</c:v>
                </c:pt>
                <c:pt idx="505">
                  <c:v>1.2988384371700106</c:v>
                </c:pt>
                <c:pt idx="506">
                  <c:v>1.3199577613516367</c:v>
                </c:pt>
                <c:pt idx="507">
                  <c:v>1.3305174234424499</c:v>
                </c:pt>
                <c:pt idx="508">
                  <c:v>1.3674762407602956</c:v>
                </c:pt>
                <c:pt idx="509">
                  <c:v>1.3938753959873285</c:v>
                </c:pt>
                <c:pt idx="510">
                  <c:v>1.399155227032735</c:v>
                </c:pt>
                <c:pt idx="511">
                  <c:v>1.341077085533263</c:v>
                </c:pt>
                <c:pt idx="512">
                  <c:v>1.3780359028511087</c:v>
                </c:pt>
                <c:pt idx="513">
                  <c:v>1.4044350580781415</c:v>
                </c:pt>
                <c:pt idx="514">
                  <c:v>1.3885955649419219</c:v>
                </c:pt>
                <c:pt idx="515">
                  <c:v>1.3727560718057021</c:v>
                </c:pt>
                <c:pt idx="516">
                  <c:v>1.3569165786694826</c:v>
                </c:pt>
                <c:pt idx="517">
                  <c:v>1.3569165786694826</c:v>
                </c:pt>
                <c:pt idx="518">
                  <c:v>1.293558606124604</c:v>
                </c:pt>
                <c:pt idx="519">
                  <c:v>1.2988384371700106</c:v>
                </c:pt>
                <c:pt idx="520">
                  <c:v>1.3041182682154171</c:v>
                </c:pt>
                <c:pt idx="521">
                  <c:v>1.3041182682154171</c:v>
                </c:pt>
                <c:pt idx="522">
                  <c:v>1.3199577613516367</c:v>
                </c:pt>
                <c:pt idx="523">
                  <c:v>1.3621964097148891</c:v>
                </c:pt>
                <c:pt idx="524">
                  <c:v>1.3146779303062301</c:v>
                </c:pt>
                <c:pt idx="525">
                  <c:v>1.2618796198521647</c:v>
                </c:pt>
                <c:pt idx="526">
                  <c:v>1.2460401267159451</c:v>
                </c:pt>
                <c:pt idx="527">
                  <c:v>1.2460401267159451</c:v>
                </c:pt>
                <c:pt idx="528">
                  <c:v>1.2671594508975712</c:v>
                </c:pt>
                <c:pt idx="529">
                  <c:v>1.2354804646251321</c:v>
                </c:pt>
                <c:pt idx="530">
                  <c:v>1.224920802534319</c:v>
                </c:pt>
                <c:pt idx="531">
                  <c:v>1.1879619852164731</c:v>
                </c:pt>
                <c:pt idx="532">
                  <c:v>1.2302006335797255</c:v>
                </c:pt>
                <c:pt idx="533">
                  <c:v>1.3093980992608236</c:v>
                </c:pt>
                <c:pt idx="534">
                  <c:v>1.3093980992608236</c:v>
                </c:pt>
                <c:pt idx="535">
                  <c:v>1.2882787750791975</c:v>
                </c:pt>
                <c:pt idx="536">
                  <c:v>1.3041182682154171</c:v>
                </c:pt>
                <c:pt idx="537">
                  <c:v>1.3041182682154171</c:v>
                </c:pt>
                <c:pt idx="538">
                  <c:v>1.2724392819429777</c:v>
                </c:pt>
                <c:pt idx="539">
                  <c:v>1.2460401267159451</c:v>
                </c:pt>
                <c:pt idx="540">
                  <c:v>1.2460401267159451</c:v>
                </c:pt>
                <c:pt idx="541">
                  <c:v>1.2671594508975712</c:v>
                </c:pt>
                <c:pt idx="542">
                  <c:v>1.2777191129883845</c:v>
                </c:pt>
                <c:pt idx="543">
                  <c:v>1.2460401267159451</c:v>
                </c:pt>
                <c:pt idx="544">
                  <c:v>1.224920802534319</c:v>
                </c:pt>
                <c:pt idx="545">
                  <c:v>1.1932418162618796</c:v>
                </c:pt>
                <c:pt idx="546">
                  <c:v>1.1985216473072862</c:v>
                </c:pt>
                <c:pt idx="547">
                  <c:v>1.1826821541710666</c:v>
                </c:pt>
                <c:pt idx="548">
                  <c:v>1.1774023231256601</c:v>
                </c:pt>
                <c:pt idx="549">
                  <c:v>1.1721224920802535</c:v>
                </c:pt>
                <c:pt idx="550">
                  <c:v>1.1932418162618796</c:v>
                </c:pt>
                <c:pt idx="551">
                  <c:v>1.1615628299894403</c:v>
                </c:pt>
                <c:pt idx="552">
                  <c:v>1.1404435058078142</c:v>
                </c:pt>
                <c:pt idx="553">
                  <c:v>1.1510031678986272</c:v>
                </c:pt>
                <c:pt idx="554">
                  <c:v>1.1879619852164731</c:v>
                </c:pt>
                <c:pt idx="555">
                  <c:v>1.1879619852164731</c:v>
                </c:pt>
                <c:pt idx="556">
                  <c:v>1.1932418162618796</c:v>
                </c:pt>
                <c:pt idx="557">
                  <c:v>1.1668426610348468</c:v>
                </c:pt>
                <c:pt idx="558">
                  <c:v>1.1404435058078142</c:v>
                </c:pt>
                <c:pt idx="559">
                  <c:v>1.1721224920802535</c:v>
                </c:pt>
                <c:pt idx="560">
                  <c:v>1.1457233368532207</c:v>
                </c:pt>
                <c:pt idx="561">
                  <c:v>1.1562829989440337</c:v>
                </c:pt>
                <c:pt idx="562">
                  <c:v>1.1879619852164731</c:v>
                </c:pt>
                <c:pt idx="563">
                  <c:v>1.1562829989440337</c:v>
                </c:pt>
                <c:pt idx="564">
                  <c:v>1.1351636747624076</c:v>
                </c:pt>
                <c:pt idx="565">
                  <c:v>1.1351636747624076</c:v>
                </c:pt>
                <c:pt idx="566">
                  <c:v>1.1615628299894403</c:v>
                </c:pt>
                <c:pt idx="567">
                  <c:v>1.1668426610348468</c:v>
                </c:pt>
                <c:pt idx="568">
                  <c:v>1.1510031678986272</c:v>
                </c:pt>
                <c:pt idx="569">
                  <c:v>1.1879619852164731</c:v>
                </c:pt>
                <c:pt idx="570">
                  <c:v>1.1668426610348468</c:v>
                </c:pt>
                <c:pt idx="571">
                  <c:v>1.1879619852164731</c:v>
                </c:pt>
                <c:pt idx="572">
                  <c:v>1.1985216473072862</c:v>
                </c:pt>
                <c:pt idx="573">
                  <c:v>1.1721224920802535</c:v>
                </c:pt>
                <c:pt idx="574">
                  <c:v>1.1879619852164731</c:v>
                </c:pt>
                <c:pt idx="575">
                  <c:v>1.1932418162618796</c:v>
                </c:pt>
                <c:pt idx="576">
                  <c:v>1.1457233368532207</c:v>
                </c:pt>
                <c:pt idx="577">
                  <c:v>1.1404435058078142</c:v>
                </c:pt>
                <c:pt idx="578">
                  <c:v>1.0876451953537487</c:v>
                </c:pt>
                <c:pt idx="579">
                  <c:v>1.1193241816261879</c:v>
                </c:pt>
                <c:pt idx="580">
                  <c:v>1.1298838437170011</c:v>
                </c:pt>
                <c:pt idx="581">
                  <c:v>1.1404435058078142</c:v>
                </c:pt>
                <c:pt idx="582">
                  <c:v>1.1404435058078142</c:v>
                </c:pt>
                <c:pt idx="583">
                  <c:v>1.1298838437170011</c:v>
                </c:pt>
                <c:pt idx="584">
                  <c:v>1.1298838437170011</c:v>
                </c:pt>
                <c:pt idx="585">
                  <c:v>1.0982048574445618</c:v>
                </c:pt>
                <c:pt idx="586">
                  <c:v>1.1193241816261879</c:v>
                </c:pt>
                <c:pt idx="587">
                  <c:v>1.1140443505807813</c:v>
                </c:pt>
                <c:pt idx="588">
                  <c:v>1.0929250263991552</c:v>
                </c:pt>
                <c:pt idx="589">
                  <c:v>1.0454065469904963</c:v>
                </c:pt>
                <c:pt idx="590">
                  <c:v>1.0464625131995775</c:v>
                </c:pt>
                <c:pt idx="591">
                  <c:v>1.0337909186906018</c:v>
                </c:pt>
                <c:pt idx="592">
                  <c:v>1.0285110876451953</c:v>
                </c:pt>
                <c:pt idx="593">
                  <c:v>1.0179514255543822</c:v>
                </c:pt>
                <c:pt idx="594">
                  <c:v>0.99788806758183735</c:v>
                </c:pt>
                <c:pt idx="595">
                  <c:v>1.0052798310454065</c:v>
                </c:pt>
                <c:pt idx="596">
                  <c:v>0.97360084477296727</c:v>
                </c:pt>
                <c:pt idx="597">
                  <c:v>0.95248152059134106</c:v>
                </c:pt>
                <c:pt idx="598">
                  <c:v>0.96726504751847941</c:v>
                </c:pt>
                <c:pt idx="599">
                  <c:v>1.0031678986272439</c:v>
                </c:pt>
                <c:pt idx="600">
                  <c:v>1.006335797254488</c:v>
                </c:pt>
                <c:pt idx="601">
                  <c:v>0.99260823653643082</c:v>
                </c:pt>
                <c:pt idx="602">
                  <c:v>0.96092925026399156</c:v>
                </c:pt>
                <c:pt idx="603">
                  <c:v>0.92397043294614567</c:v>
                </c:pt>
                <c:pt idx="604">
                  <c:v>0.94086589229144668</c:v>
                </c:pt>
                <c:pt idx="605">
                  <c:v>0.97676874340021125</c:v>
                </c:pt>
                <c:pt idx="606">
                  <c:v>0.97254487856388594</c:v>
                </c:pt>
                <c:pt idx="607">
                  <c:v>0.99155227032734949</c:v>
                </c:pt>
                <c:pt idx="608">
                  <c:v>1.0010559662090812</c:v>
                </c:pt>
                <c:pt idx="609">
                  <c:v>0.98944033790918695</c:v>
                </c:pt>
                <c:pt idx="610">
                  <c:v>0.98521647307286164</c:v>
                </c:pt>
                <c:pt idx="611">
                  <c:v>0.99260823653643082</c:v>
                </c:pt>
                <c:pt idx="612">
                  <c:v>0.99260823653643082</c:v>
                </c:pt>
                <c:pt idx="613">
                  <c:v>1.0422386483632524</c:v>
                </c:pt>
                <c:pt idx="614">
                  <c:v>1.0665258711721224</c:v>
                </c:pt>
                <c:pt idx="615">
                  <c:v>1.0559662090813093</c:v>
                </c:pt>
                <c:pt idx="616">
                  <c:v>1.0770855332629357</c:v>
                </c:pt>
                <c:pt idx="617">
                  <c:v>1.0823653643083422</c:v>
                </c:pt>
                <c:pt idx="618">
                  <c:v>1.0559662090813093</c:v>
                </c:pt>
                <c:pt idx="619">
                  <c:v>1.0559662090813093</c:v>
                </c:pt>
                <c:pt idx="620">
                  <c:v>1.0612460401267159</c:v>
                </c:pt>
                <c:pt idx="621">
                  <c:v>1.0559662090813093</c:v>
                </c:pt>
                <c:pt idx="622">
                  <c:v>1.0496304118268216</c:v>
                </c:pt>
                <c:pt idx="623">
                  <c:v>1.0337909186906018</c:v>
                </c:pt>
                <c:pt idx="624">
                  <c:v>1.0253431890179514</c:v>
                </c:pt>
                <c:pt idx="625">
                  <c:v>1.0190073917634637</c:v>
                </c:pt>
                <c:pt idx="626">
                  <c:v>1.0295670538542767</c:v>
                </c:pt>
                <c:pt idx="627">
                  <c:v>1.0295670538542767</c:v>
                </c:pt>
                <c:pt idx="628">
                  <c:v>1.0401267159450898</c:v>
                </c:pt>
                <c:pt idx="629">
                  <c:v>1.016895459345301</c:v>
                </c:pt>
                <c:pt idx="630">
                  <c:v>1.0042238648363253</c:v>
                </c:pt>
                <c:pt idx="631">
                  <c:v>0.96937697993664207</c:v>
                </c:pt>
                <c:pt idx="632">
                  <c:v>0.98521647307286164</c:v>
                </c:pt>
                <c:pt idx="633">
                  <c:v>0.98521647307286164</c:v>
                </c:pt>
                <c:pt idx="634">
                  <c:v>0.98521647307286164</c:v>
                </c:pt>
                <c:pt idx="635">
                  <c:v>1.0211193241816261</c:v>
                </c:pt>
                <c:pt idx="636">
                  <c:v>1.0253431890179514</c:v>
                </c:pt>
                <c:pt idx="637">
                  <c:v>1.010559662090813</c:v>
                </c:pt>
                <c:pt idx="638">
                  <c:v>1.0179514255543822</c:v>
                </c:pt>
                <c:pt idx="639">
                  <c:v>1.0052798310454065</c:v>
                </c:pt>
                <c:pt idx="640">
                  <c:v>0.98838437170010562</c:v>
                </c:pt>
                <c:pt idx="641">
                  <c:v>0.98416050686378032</c:v>
                </c:pt>
                <c:pt idx="642">
                  <c:v>0.99366420274551215</c:v>
                </c:pt>
                <c:pt idx="643">
                  <c:v>1.0042238648363253</c:v>
                </c:pt>
                <c:pt idx="644">
                  <c:v>0.97676874340021125</c:v>
                </c:pt>
                <c:pt idx="645">
                  <c:v>0.98416050686378032</c:v>
                </c:pt>
                <c:pt idx="646">
                  <c:v>1.0052798310454065</c:v>
                </c:pt>
                <c:pt idx="647">
                  <c:v>0.97571277719112992</c:v>
                </c:pt>
                <c:pt idx="648">
                  <c:v>0.96832101372756074</c:v>
                </c:pt>
                <c:pt idx="649">
                  <c:v>0.96198521647307289</c:v>
                </c:pt>
                <c:pt idx="650">
                  <c:v>0.96937697993664207</c:v>
                </c:pt>
                <c:pt idx="651">
                  <c:v>0.95459345300950371</c:v>
                </c:pt>
                <c:pt idx="652">
                  <c:v>0.95459345300950371</c:v>
                </c:pt>
                <c:pt idx="653">
                  <c:v>0.95459345300950371</c:v>
                </c:pt>
                <c:pt idx="654">
                  <c:v>1.0010559662090812</c:v>
                </c:pt>
                <c:pt idx="655">
                  <c:v>0.98204857444561777</c:v>
                </c:pt>
                <c:pt idx="656">
                  <c:v>0.97148891235480461</c:v>
                </c:pt>
                <c:pt idx="657">
                  <c:v>0.96304118268215422</c:v>
                </c:pt>
                <c:pt idx="658">
                  <c:v>0.9503695881731784</c:v>
                </c:pt>
                <c:pt idx="659">
                  <c:v>0.92925026399155231</c:v>
                </c:pt>
                <c:pt idx="660">
                  <c:v>0.92925026399155231</c:v>
                </c:pt>
                <c:pt idx="661">
                  <c:v>0.9081309398099261</c:v>
                </c:pt>
                <c:pt idx="662">
                  <c:v>0.88173178458289336</c:v>
                </c:pt>
                <c:pt idx="663">
                  <c:v>0.8711721224920802</c:v>
                </c:pt>
                <c:pt idx="664">
                  <c:v>0.86589229144667368</c:v>
                </c:pt>
                <c:pt idx="665">
                  <c:v>0.85744456177402328</c:v>
                </c:pt>
                <c:pt idx="666">
                  <c:v>0.85322069693769798</c:v>
                </c:pt>
                <c:pt idx="667">
                  <c:v>0.87750791974656805</c:v>
                </c:pt>
                <c:pt idx="668">
                  <c:v>0.96304118268215422</c:v>
                </c:pt>
                <c:pt idx="669">
                  <c:v>0.95248152059134106</c:v>
                </c:pt>
                <c:pt idx="670">
                  <c:v>0.99260823653643082</c:v>
                </c:pt>
                <c:pt idx="671">
                  <c:v>1.0021119324181627</c:v>
                </c:pt>
                <c:pt idx="672">
                  <c:v>1.0084477296726504</c:v>
                </c:pt>
                <c:pt idx="673">
                  <c:v>1.0052798310454065</c:v>
                </c:pt>
                <c:pt idx="674">
                  <c:v>1.0116156282998945</c:v>
                </c:pt>
                <c:pt idx="675">
                  <c:v>0.98099260823653645</c:v>
                </c:pt>
                <c:pt idx="676">
                  <c:v>0.95248152059134106</c:v>
                </c:pt>
                <c:pt idx="677">
                  <c:v>0.95564941921858504</c:v>
                </c:pt>
                <c:pt idx="678">
                  <c:v>0.96937697993664207</c:v>
                </c:pt>
                <c:pt idx="679">
                  <c:v>0.9873284054910243</c:v>
                </c:pt>
                <c:pt idx="680">
                  <c:v>0.99155227032734949</c:v>
                </c:pt>
                <c:pt idx="681">
                  <c:v>0.9503695881731784</c:v>
                </c:pt>
                <c:pt idx="682">
                  <c:v>0.88067581837381204</c:v>
                </c:pt>
                <c:pt idx="683">
                  <c:v>0.87328405491024286</c:v>
                </c:pt>
                <c:pt idx="684">
                  <c:v>0.88595564941921856</c:v>
                </c:pt>
                <c:pt idx="685">
                  <c:v>0.89229144667370641</c:v>
                </c:pt>
                <c:pt idx="686">
                  <c:v>0.87328405491024286</c:v>
                </c:pt>
                <c:pt idx="687">
                  <c:v>0.89229144667370641</c:v>
                </c:pt>
                <c:pt idx="688">
                  <c:v>0.91341077085533262</c:v>
                </c:pt>
                <c:pt idx="689">
                  <c:v>0.92608236536430832</c:v>
                </c:pt>
                <c:pt idx="690">
                  <c:v>0.94192185850052801</c:v>
                </c:pt>
                <c:pt idx="691">
                  <c:v>0.94086589229144668</c:v>
                </c:pt>
                <c:pt idx="692">
                  <c:v>0.9873284054910243</c:v>
                </c:pt>
                <c:pt idx="693">
                  <c:v>0.95987328405491024</c:v>
                </c:pt>
                <c:pt idx="694">
                  <c:v>0.96726504751847941</c:v>
                </c:pt>
                <c:pt idx="695">
                  <c:v>0.96620908130939809</c:v>
                </c:pt>
                <c:pt idx="696">
                  <c:v>0.92608236536430832</c:v>
                </c:pt>
                <c:pt idx="697">
                  <c:v>0.9334741288278775</c:v>
                </c:pt>
                <c:pt idx="698">
                  <c:v>0.91129883843716997</c:v>
                </c:pt>
                <c:pt idx="699">
                  <c:v>0.89968321013727559</c:v>
                </c:pt>
                <c:pt idx="700">
                  <c:v>0.89968321013727559</c:v>
                </c:pt>
                <c:pt idx="701">
                  <c:v>0.91763463569165782</c:v>
                </c:pt>
                <c:pt idx="702">
                  <c:v>0.89862724392819426</c:v>
                </c:pt>
                <c:pt idx="703">
                  <c:v>0.87750791974656805</c:v>
                </c:pt>
                <c:pt idx="704">
                  <c:v>0.88384371700105602</c:v>
                </c:pt>
                <c:pt idx="705">
                  <c:v>0.89757127771911294</c:v>
                </c:pt>
                <c:pt idx="706">
                  <c:v>0.89440337909186907</c:v>
                </c:pt>
                <c:pt idx="707">
                  <c:v>0.86483632523759235</c:v>
                </c:pt>
                <c:pt idx="708">
                  <c:v>0.85533262935586063</c:v>
                </c:pt>
                <c:pt idx="709">
                  <c:v>0.85533262935586063</c:v>
                </c:pt>
                <c:pt idx="710">
                  <c:v>0.83315733896515309</c:v>
                </c:pt>
                <c:pt idx="711">
                  <c:v>0.83210137275607177</c:v>
                </c:pt>
                <c:pt idx="712">
                  <c:v>0.86061246040126715</c:v>
                </c:pt>
                <c:pt idx="713">
                  <c:v>0.85638859556494196</c:v>
                </c:pt>
                <c:pt idx="714">
                  <c:v>0.86906019007391766</c:v>
                </c:pt>
                <c:pt idx="715">
                  <c:v>0.86378035902851114</c:v>
                </c:pt>
                <c:pt idx="716">
                  <c:v>0.84688489968321012</c:v>
                </c:pt>
                <c:pt idx="717">
                  <c:v>0.82787750791974657</c:v>
                </c:pt>
                <c:pt idx="718">
                  <c:v>0.83421330517423442</c:v>
                </c:pt>
                <c:pt idx="719">
                  <c:v>0.82682154171066524</c:v>
                </c:pt>
                <c:pt idx="720">
                  <c:v>0.82365364308342137</c:v>
                </c:pt>
                <c:pt idx="721">
                  <c:v>0.83632523759239707</c:v>
                </c:pt>
                <c:pt idx="722">
                  <c:v>0.82154171066525872</c:v>
                </c:pt>
                <c:pt idx="723">
                  <c:v>0.81309398099260821</c:v>
                </c:pt>
                <c:pt idx="724">
                  <c:v>0.81309398099260821</c:v>
                </c:pt>
                <c:pt idx="725">
                  <c:v>0.80253431890179516</c:v>
                </c:pt>
                <c:pt idx="726">
                  <c:v>0.791974656810982</c:v>
                </c:pt>
                <c:pt idx="727">
                  <c:v>0.791974656810982</c:v>
                </c:pt>
                <c:pt idx="728">
                  <c:v>0.79831045406546985</c:v>
                </c:pt>
                <c:pt idx="729">
                  <c:v>0.85533262935586063</c:v>
                </c:pt>
                <c:pt idx="730">
                  <c:v>0.85955649419218583</c:v>
                </c:pt>
                <c:pt idx="731">
                  <c:v>0.87750791974656805</c:v>
                </c:pt>
                <c:pt idx="732">
                  <c:v>0.9081309398099261</c:v>
                </c:pt>
                <c:pt idx="733">
                  <c:v>0.91341077085533262</c:v>
                </c:pt>
                <c:pt idx="734">
                  <c:v>0.92185850052798313</c:v>
                </c:pt>
                <c:pt idx="735">
                  <c:v>0.9165786694825766</c:v>
                </c:pt>
                <c:pt idx="736">
                  <c:v>0.90496304118268212</c:v>
                </c:pt>
                <c:pt idx="737">
                  <c:v>0.90601900739176344</c:v>
                </c:pt>
                <c:pt idx="738">
                  <c:v>0.9081309398099261</c:v>
                </c:pt>
                <c:pt idx="739">
                  <c:v>0.89862724392819426</c:v>
                </c:pt>
                <c:pt idx="740">
                  <c:v>0.90285110876451957</c:v>
                </c:pt>
                <c:pt idx="741">
                  <c:v>0.925026399155227</c:v>
                </c:pt>
                <c:pt idx="742">
                  <c:v>0.95776135163674758</c:v>
                </c:pt>
                <c:pt idx="743">
                  <c:v>0.93453009503695883</c:v>
                </c:pt>
                <c:pt idx="744">
                  <c:v>0.96515311510031676</c:v>
                </c:pt>
                <c:pt idx="745">
                  <c:v>0.98627243928194297</c:v>
                </c:pt>
                <c:pt idx="746">
                  <c:v>0.97360084477296727</c:v>
                </c:pt>
                <c:pt idx="747">
                  <c:v>0.94086589229144668</c:v>
                </c:pt>
                <c:pt idx="748">
                  <c:v>0.95881731784582891</c:v>
                </c:pt>
                <c:pt idx="749">
                  <c:v>1.0021119324181627</c:v>
                </c:pt>
                <c:pt idx="750">
                  <c:v>0.99683210137275602</c:v>
                </c:pt>
                <c:pt idx="751">
                  <c:v>0.9873284054910243</c:v>
                </c:pt>
                <c:pt idx="752">
                  <c:v>0.95670538542766637</c:v>
                </c:pt>
                <c:pt idx="753">
                  <c:v>0.98627243928194297</c:v>
                </c:pt>
                <c:pt idx="754">
                  <c:v>0.96832101372756074</c:v>
                </c:pt>
                <c:pt idx="755">
                  <c:v>0.98099260823653645</c:v>
                </c:pt>
                <c:pt idx="756">
                  <c:v>0.97148891235480461</c:v>
                </c:pt>
                <c:pt idx="757">
                  <c:v>0.97676874340021125</c:v>
                </c:pt>
                <c:pt idx="758">
                  <c:v>0.96304118268215422</c:v>
                </c:pt>
                <c:pt idx="759">
                  <c:v>0.94086589229144668</c:v>
                </c:pt>
                <c:pt idx="760">
                  <c:v>0.97888067581837379</c:v>
                </c:pt>
                <c:pt idx="761">
                  <c:v>0.96092925026399156</c:v>
                </c:pt>
                <c:pt idx="762">
                  <c:v>0.9503695881731784</c:v>
                </c:pt>
                <c:pt idx="763">
                  <c:v>0.94403379091869055</c:v>
                </c:pt>
                <c:pt idx="764">
                  <c:v>0.94403379091869055</c:v>
                </c:pt>
                <c:pt idx="765">
                  <c:v>0.93030623020063363</c:v>
                </c:pt>
                <c:pt idx="766">
                  <c:v>0.92185850052798313</c:v>
                </c:pt>
                <c:pt idx="767">
                  <c:v>0.94720168954593453</c:v>
                </c:pt>
                <c:pt idx="768">
                  <c:v>0.93875395987328403</c:v>
                </c:pt>
                <c:pt idx="769">
                  <c:v>0.9165786694825766</c:v>
                </c:pt>
                <c:pt idx="770">
                  <c:v>0.9039070749736009</c:v>
                </c:pt>
                <c:pt idx="771">
                  <c:v>0.87961985216473071</c:v>
                </c:pt>
                <c:pt idx="772">
                  <c:v>0.89017951425554387</c:v>
                </c:pt>
                <c:pt idx="773">
                  <c:v>0.85638859556494196</c:v>
                </c:pt>
                <c:pt idx="774">
                  <c:v>0.83526927138331575</c:v>
                </c:pt>
                <c:pt idx="775">
                  <c:v>0.83421330517423442</c:v>
                </c:pt>
                <c:pt idx="776">
                  <c:v>0.88701161562829989</c:v>
                </c:pt>
                <c:pt idx="777">
                  <c:v>0.88384371700105602</c:v>
                </c:pt>
                <c:pt idx="778">
                  <c:v>0.88278775079197469</c:v>
                </c:pt>
                <c:pt idx="779">
                  <c:v>0.91763463569165782</c:v>
                </c:pt>
                <c:pt idx="780">
                  <c:v>0.93453009503695883</c:v>
                </c:pt>
                <c:pt idx="781">
                  <c:v>0.92185850052798313</c:v>
                </c:pt>
                <c:pt idx="782">
                  <c:v>0.90285110876451957</c:v>
                </c:pt>
                <c:pt idx="783">
                  <c:v>0.9334741288278775</c:v>
                </c:pt>
                <c:pt idx="784">
                  <c:v>0.91763463569165782</c:v>
                </c:pt>
                <c:pt idx="785">
                  <c:v>0.9376979936642027</c:v>
                </c:pt>
                <c:pt idx="786">
                  <c:v>0.93558606124604016</c:v>
                </c:pt>
                <c:pt idx="787">
                  <c:v>0.9208025343189018</c:v>
                </c:pt>
                <c:pt idx="788">
                  <c:v>0.89229144667370641</c:v>
                </c:pt>
                <c:pt idx="789">
                  <c:v>0.88489968321013723</c:v>
                </c:pt>
                <c:pt idx="790">
                  <c:v>0.94086589229144668</c:v>
                </c:pt>
                <c:pt idx="791">
                  <c:v>0.95776135163674758</c:v>
                </c:pt>
                <c:pt idx="792">
                  <c:v>0.96937697993664207</c:v>
                </c:pt>
                <c:pt idx="793">
                  <c:v>0.95353748680042238</c:v>
                </c:pt>
                <c:pt idx="794">
                  <c:v>0.93664202745512148</c:v>
                </c:pt>
                <c:pt idx="795">
                  <c:v>0.94297782470960934</c:v>
                </c:pt>
                <c:pt idx="796">
                  <c:v>0.93453009503695883</c:v>
                </c:pt>
                <c:pt idx="797">
                  <c:v>0.925026399155227</c:v>
                </c:pt>
                <c:pt idx="798">
                  <c:v>0.93136219640971485</c:v>
                </c:pt>
                <c:pt idx="799">
                  <c:v>0.92608236536430832</c:v>
                </c:pt>
                <c:pt idx="800">
                  <c:v>0.94086589229144668</c:v>
                </c:pt>
                <c:pt idx="801">
                  <c:v>0.9208025343189018</c:v>
                </c:pt>
                <c:pt idx="802">
                  <c:v>0.90285110876451957</c:v>
                </c:pt>
                <c:pt idx="803">
                  <c:v>0.92291446673706445</c:v>
                </c:pt>
                <c:pt idx="804">
                  <c:v>0.9376979936642027</c:v>
                </c:pt>
                <c:pt idx="805">
                  <c:v>0.94508975712777188</c:v>
                </c:pt>
                <c:pt idx="806">
                  <c:v>0.93664202745512148</c:v>
                </c:pt>
                <c:pt idx="807">
                  <c:v>0.93664202745512148</c:v>
                </c:pt>
                <c:pt idx="808">
                  <c:v>0.93664202745512148</c:v>
                </c:pt>
                <c:pt idx="809">
                  <c:v>0.92185850052798313</c:v>
                </c:pt>
                <c:pt idx="810">
                  <c:v>0.91763463569165782</c:v>
                </c:pt>
                <c:pt idx="811">
                  <c:v>0.91129883843716997</c:v>
                </c:pt>
                <c:pt idx="812">
                  <c:v>0.9208025343189018</c:v>
                </c:pt>
                <c:pt idx="813">
                  <c:v>0.91235480464625129</c:v>
                </c:pt>
                <c:pt idx="814">
                  <c:v>0.95459345300950371</c:v>
                </c:pt>
                <c:pt idx="815">
                  <c:v>0.97043294614572329</c:v>
                </c:pt>
                <c:pt idx="816">
                  <c:v>0.98838437170010562</c:v>
                </c:pt>
                <c:pt idx="817">
                  <c:v>1.0274551214361141</c:v>
                </c:pt>
                <c:pt idx="818">
                  <c:v>1.0369588173178459</c:v>
                </c:pt>
                <c:pt idx="819">
                  <c:v>1.0337909186906018</c:v>
                </c:pt>
                <c:pt idx="820">
                  <c:v>1.0316789862724394</c:v>
                </c:pt>
                <c:pt idx="821">
                  <c:v>1.0929250263991552</c:v>
                </c:pt>
                <c:pt idx="822">
                  <c:v>1.1531151003167899</c:v>
                </c:pt>
                <c:pt idx="823">
                  <c:v>1.1531151003167899</c:v>
                </c:pt>
                <c:pt idx="824">
                  <c:v>1.1647307286166844</c:v>
                </c:pt>
                <c:pt idx="825">
                  <c:v>1.1467793030623019</c:v>
                </c:pt>
                <c:pt idx="826">
                  <c:v>1.1647307286166844</c:v>
                </c:pt>
                <c:pt idx="827">
                  <c:v>1.1647307286166844</c:v>
                </c:pt>
                <c:pt idx="828">
                  <c:v>1.1478352692713834</c:v>
                </c:pt>
                <c:pt idx="829">
                  <c:v>1.1478352692713834</c:v>
                </c:pt>
                <c:pt idx="830">
                  <c:v>1.1404435058078142</c:v>
                </c:pt>
                <c:pt idx="831">
                  <c:v>1.1583949313621964</c:v>
                </c:pt>
                <c:pt idx="832">
                  <c:v>1.218585005279831</c:v>
                </c:pt>
                <c:pt idx="833">
                  <c:v>1.2122492080253431</c:v>
                </c:pt>
                <c:pt idx="834">
                  <c:v>1.2618796198521647</c:v>
                </c:pt>
                <c:pt idx="835">
                  <c:v>1.2544878563885955</c:v>
                </c:pt>
                <c:pt idx="836">
                  <c:v>1.2565997888067582</c:v>
                </c:pt>
                <c:pt idx="837">
                  <c:v>1.2555438225976769</c:v>
                </c:pt>
                <c:pt idx="838">
                  <c:v>1.2122492080253431</c:v>
                </c:pt>
                <c:pt idx="839">
                  <c:v>1.2259767687434002</c:v>
                </c:pt>
                <c:pt idx="840">
                  <c:v>1.2154171066525872</c:v>
                </c:pt>
                <c:pt idx="841">
                  <c:v>1.1985216473072862</c:v>
                </c:pt>
                <c:pt idx="842">
                  <c:v>1.1932418162618796</c:v>
                </c:pt>
                <c:pt idx="843">
                  <c:v>1.2069693769799366</c:v>
                </c:pt>
                <c:pt idx="844">
                  <c:v>1.2270327349524814</c:v>
                </c:pt>
                <c:pt idx="845">
                  <c:v>1.2164730728616684</c:v>
                </c:pt>
                <c:pt idx="846">
                  <c:v>1.2418162618796198</c:v>
                </c:pt>
                <c:pt idx="847">
                  <c:v>1.2449841605068639</c:v>
                </c:pt>
                <c:pt idx="848">
                  <c:v>1.232312565997888</c:v>
                </c:pt>
                <c:pt idx="849">
                  <c:v>1.20168954593453</c:v>
                </c:pt>
                <c:pt idx="850">
                  <c:v>1.1805702217529039</c:v>
                </c:pt>
                <c:pt idx="851">
                  <c:v>1.1647307286166844</c:v>
                </c:pt>
                <c:pt idx="852">
                  <c:v>1.1974656810982049</c:v>
                </c:pt>
                <c:pt idx="853">
                  <c:v>1.218585005279831</c:v>
                </c:pt>
                <c:pt idx="854">
                  <c:v>1.2048574445617741</c:v>
                </c:pt>
                <c:pt idx="855">
                  <c:v>1.2460401267159451</c:v>
                </c:pt>
                <c:pt idx="856">
                  <c:v>1.2375923970432947</c:v>
                </c:pt>
                <c:pt idx="857">
                  <c:v>1.2439281942977825</c:v>
                </c:pt>
                <c:pt idx="858">
                  <c:v>1.2407602956705386</c:v>
                </c:pt>
                <c:pt idx="859">
                  <c:v>1.2344244984160506</c:v>
                </c:pt>
                <c:pt idx="860">
                  <c:v>1.2154171066525872</c:v>
                </c:pt>
                <c:pt idx="861">
                  <c:v>1.2038014783526927</c:v>
                </c:pt>
                <c:pt idx="862">
                  <c:v>1.1974656810982049</c:v>
                </c:pt>
                <c:pt idx="863">
                  <c:v>1.1932418162618796</c:v>
                </c:pt>
                <c:pt idx="864">
                  <c:v>1.3093980992608236</c:v>
                </c:pt>
                <c:pt idx="865">
                  <c:v>1.351636747624076</c:v>
                </c:pt>
                <c:pt idx="866">
                  <c:v>1.3030623020063359</c:v>
                </c:pt>
                <c:pt idx="867">
                  <c:v>1.3210137275607181</c:v>
                </c:pt>
                <c:pt idx="868">
                  <c:v>1.2618796198521647</c:v>
                </c:pt>
                <c:pt idx="869">
                  <c:v>1.2671594508975712</c:v>
                </c:pt>
                <c:pt idx="870">
                  <c:v>1.2682154171066526</c:v>
                </c:pt>
                <c:pt idx="871">
                  <c:v>1.2872228088701161</c:v>
                </c:pt>
                <c:pt idx="872">
                  <c:v>1.2523759239704328</c:v>
                </c:pt>
                <c:pt idx="873">
                  <c:v>1.2513199577613516</c:v>
                </c:pt>
                <c:pt idx="874">
                  <c:v>1.2513199577613516</c:v>
                </c:pt>
                <c:pt idx="875">
                  <c:v>1.2175290390707498</c:v>
                </c:pt>
                <c:pt idx="876">
                  <c:v>1.2133051742344245</c:v>
                </c:pt>
                <c:pt idx="877">
                  <c:v>1.2133051742344245</c:v>
                </c:pt>
                <c:pt idx="878">
                  <c:v>1.2228088701161564</c:v>
                </c:pt>
                <c:pt idx="879">
                  <c:v>1.2122492080253431</c:v>
                </c:pt>
                <c:pt idx="880">
                  <c:v>1.2375923970432947</c:v>
                </c:pt>
                <c:pt idx="881">
                  <c:v>1.2291446673706441</c:v>
                </c:pt>
                <c:pt idx="882">
                  <c:v>1.2302006335797255</c:v>
                </c:pt>
                <c:pt idx="883">
                  <c:v>1.224920802534319</c:v>
                </c:pt>
                <c:pt idx="884">
                  <c:v>1.276663146779303</c:v>
                </c:pt>
                <c:pt idx="885">
                  <c:v>1.2302006335797255</c:v>
                </c:pt>
                <c:pt idx="886">
                  <c:v>1.2238648363252376</c:v>
                </c:pt>
                <c:pt idx="887">
                  <c:v>1.2523759239704328</c:v>
                </c:pt>
                <c:pt idx="888">
                  <c:v>1.2608236536430835</c:v>
                </c:pt>
                <c:pt idx="889">
                  <c:v>1.2861668426610349</c:v>
                </c:pt>
                <c:pt idx="890">
                  <c:v>1.2671594508975712</c:v>
                </c:pt>
                <c:pt idx="891">
                  <c:v>1.2587117212249208</c:v>
                </c:pt>
                <c:pt idx="892">
                  <c:v>1.2608236536430835</c:v>
                </c:pt>
                <c:pt idx="893">
                  <c:v>1.2481520591341078</c:v>
                </c:pt>
                <c:pt idx="894">
                  <c:v>1.2513199577613516</c:v>
                </c:pt>
                <c:pt idx="895">
                  <c:v>1.2006335797254488</c:v>
                </c:pt>
                <c:pt idx="896">
                  <c:v>1.2238648363252376</c:v>
                </c:pt>
                <c:pt idx="897">
                  <c:v>1.232312565997888</c:v>
                </c:pt>
                <c:pt idx="898">
                  <c:v>1.2513199577613516</c:v>
                </c:pt>
                <c:pt idx="899">
                  <c:v>1.2903907074973602</c:v>
                </c:pt>
                <c:pt idx="900">
                  <c:v>1.2925026399155226</c:v>
                </c:pt>
                <c:pt idx="901">
                  <c:v>1.2565997888067582</c:v>
                </c:pt>
                <c:pt idx="902">
                  <c:v>1.2587117212249208</c:v>
                </c:pt>
                <c:pt idx="903">
                  <c:v>1.2460401267159451</c:v>
                </c:pt>
                <c:pt idx="904">
                  <c:v>1.2302006335797255</c:v>
                </c:pt>
                <c:pt idx="905">
                  <c:v>1.2386483632523759</c:v>
                </c:pt>
                <c:pt idx="906">
                  <c:v>1.2354804646251321</c:v>
                </c:pt>
                <c:pt idx="907">
                  <c:v>1.2143611404435057</c:v>
                </c:pt>
                <c:pt idx="908">
                  <c:v>1.2111932418162619</c:v>
                </c:pt>
                <c:pt idx="909">
                  <c:v>1.2111932418162619</c:v>
                </c:pt>
                <c:pt idx="910">
                  <c:v>1.2713833157338965</c:v>
                </c:pt>
                <c:pt idx="911">
                  <c:v>1.2618796198521647</c:v>
                </c:pt>
                <c:pt idx="912">
                  <c:v>1.2587117212249208</c:v>
                </c:pt>
                <c:pt idx="913">
                  <c:v>1.3115100316789863</c:v>
                </c:pt>
                <c:pt idx="914">
                  <c:v>1.3167898627243928</c:v>
                </c:pt>
                <c:pt idx="915">
                  <c:v>1.3104540654699051</c:v>
                </c:pt>
                <c:pt idx="916">
                  <c:v>1.3727560718057021</c:v>
                </c:pt>
                <c:pt idx="917">
                  <c:v>1.3727560718057021</c:v>
                </c:pt>
                <c:pt idx="918">
                  <c:v>1.3273495248152059</c:v>
                </c:pt>
                <c:pt idx="919">
                  <c:v>1.3326293558606124</c:v>
                </c:pt>
                <c:pt idx="920">
                  <c:v>1.3093980992608236</c:v>
                </c:pt>
                <c:pt idx="921">
                  <c:v>1.3389651531151003</c:v>
                </c:pt>
                <c:pt idx="922">
                  <c:v>1.3463569165786695</c:v>
                </c:pt>
                <c:pt idx="923">
                  <c:v>1.2671594508975712</c:v>
                </c:pt>
                <c:pt idx="924">
                  <c:v>1.2576557550158396</c:v>
                </c:pt>
                <c:pt idx="925">
                  <c:v>1.2576557550158396</c:v>
                </c:pt>
                <c:pt idx="926">
                  <c:v>1.2280887011615629</c:v>
                </c:pt>
                <c:pt idx="927">
                  <c:v>1.2703273495248153</c:v>
                </c:pt>
                <c:pt idx="928">
                  <c:v>1.3231256599788808</c:v>
                </c:pt>
                <c:pt idx="929">
                  <c:v>1.3284054910242873</c:v>
                </c:pt>
                <c:pt idx="930">
                  <c:v>1.4044350580781415</c:v>
                </c:pt>
                <c:pt idx="931">
                  <c:v>1.3769799366420274</c:v>
                </c:pt>
                <c:pt idx="932">
                  <c:v>1.3474128827877507</c:v>
                </c:pt>
                <c:pt idx="933">
                  <c:v>1.351636747624076</c:v>
                </c:pt>
                <c:pt idx="934">
                  <c:v>1.3780359028511087</c:v>
                </c:pt>
                <c:pt idx="935">
                  <c:v>1.3917634635691658</c:v>
                </c:pt>
                <c:pt idx="936">
                  <c:v>1.3727560718057021</c:v>
                </c:pt>
                <c:pt idx="937">
                  <c:v>1.416050686378036</c:v>
                </c:pt>
                <c:pt idx="938">
                  <c:v>1.3970432946145723</c:v>
                </c:pt>
                <c:pt idx="939">
                  <c:v>1.3717001055966209</c:v>
                </c:pt>
                <c:pt idx="940">
                  <c:v>1.3875395987328405</c:v>
                </c:pt>
                <c:pt idx="941">
                  <c:v>1.3938753959873285</c:v>
                </c:pt>
                <c:pt idx="942">
                  <c:v>1.3864836325237593</c:v>
                </c:pt>
                <c:pt idx="943">
                  <c:v>1.3738120380147836</c:v>
                </c:pt>
                <c:pt idx="944">
                  <c:v>1.351636747624076</c:v>
                </c:pt>
                <c:pt idx="945">
                  <c:v>1.3801478352692713</c:v>
                </c:pt>
                <c:pt idx="946">
                  <c:v>1.3875395987328405</c:v>
                </c:pt>
                <c:pt idx="947">
                  <c:v>1.3769799366420274</c:v>
                </c:pt>
                <c:pt idx="948">
                  <c:v>1.4139387539598733</c:v>
                </c:pt>
                <c:pt idx="949">
                  <c:v>1.4002111932418162</c:v>
                </c:pt>
                <c:pt idx="950">
                  <c:v>1.3843717001055966</c:v>
                </c:pt>
                <c:pt idx="951">
                  <c:v>1.3294614572333685</c:v>
                </c:pt>
                <c:pt idx="952">
                  <c:v>1.3262935586061246</c:v>
                </c:pt>
                <c:pt idx="953">
                  <c:v>1.3262935586061246</c:v>
                </c:pt>
                <c:pt idx="954">
                  <c:v>1.3463569165786695</c:v>
                </c:pt>
                <c:pt idx="955">
                  <c:v>1.3611404435058079</c:v>
                </c:pt>
                <c:pt idx="956">
                  <c:v>1.3833157338965154</c:v>
                </c:pt>
                <c:pt idx="957">
                  <c:v>1.3854276663146778</c:v>
                </c:pt>
                <c:pt idx="958">
                  <c:v>1.4435058078141501</c:v>
                </c:pt>
                <c:pt idx="959">
                  <c:v>1.4783526927138331</c:v>
                </c:pt>
                <c:pt idx="960">
                  <c:v>1.4783526927138331</c:v>
                </c:pt>
                <c:pt idx="961">
                  <c:v>1.4593453009503696</c:v>
                </c:pt>
                <c:pt idx="962">
                  <c:v>1.4836325237592396</c:v>
                </c:pt>
                <c:pt idx="963">
                  <c:v>1.4836325237592396</c:v>
                </c:pt>
                <c:pt idx="964">
                  <c:v>1.484688489968321</c:v>
                </c:pt>
                <c:pt idx="965">
                  <c:v>1.484688489968321</c:v>
                </c:pt>
                <c:pt idx="966">
                  <c:v>1.4878563885955649</c:v>
                </c:pt>
                <c:pt idx="967">
                  <c:v>1.4825765575501584</c:v>
                </c:pt>
                <c:pt idx="968">
                  <c:v>1.4941921858500529</c:v>
                </c:pt>
                <c:pt idx="969">
                  <c:v>1.4941921858500529</c:v>
                </c:pt>
                <c:pt idx="970">
                  <c:v>1.5036958817317845</c:v>
                </c:pt>
                <c:pt idx="971">
                  <c:v>1.4445617740232313</c:v>
                </c:pt>
                <c:pt idx="972">
                  <c:v>1.440337909186906</c:v>
                </c:pt>
                <c:pt idx="973">
                  <c:v>1.4519535374868004</c:v>
                </c:pt>
                <c:pt idx="974">
                  <c:v>1.4361140443505809</c:v>
                </c:pt>
                <c:pt idx="975">
                  <c:v>1.450897571277719</c:v>
                </c:pt>
                <c:pt idx="976">
                  <c:v>1.409714889123548</c:v>
                </c:pt>
                <c:pt idx="977">
                  <c:v>1.4361140443505809</c:v>
                </c:pt>
                <c:pt idx="978">
                  <c:v>1.416050686378036</c:v>
                </c:pt>
                <c:pt idx="979">
                  <c:v>1.416050686378036</c:v>
                </c:pt>
                <c:pt idx="980">
                  <c:v>1.3949313621964097</c:v>
                </c:pt>
                <c:pt idx="981">
                  <c:v>1.3833157338965154</c:v>
                </c:pt>
                <c:pt idx="982">
                  <c:v>1.4382259767687433</c:v>
                </c:pt>
                <c:pt idx="983">
                  <c:v>1.4920802534318902</c:v>
                </c:pt>
                <c:pt idx="984">
                  <c:v>1.5058078141499471</c:v>
                </c:pt>
                <c:pt idx="985">
                  <c:v>1.4868004223864837</c:v>
                </c:pt>
                <c:pt idx="986">
                  <c:v>1.4941921858500529</c:v>
                </c:pt>
                <c:pt idx="987">
                  <c:v>1.450897571277719</c:v>
                </c:pt>
                <c:pt idx="988">
                  <c:v>1.4361140443505809</c:v>
                </c:pt>
                <c:pt idx="989">
                  <c:v>1.4255543822597676</c:v>
                </c:pt>
                <c:pt idx="990">
                  <c:v>1.4456177402323125</c:v>
                </c:pt>
                <c:pt idx="991">
                  <c:v>1.4223864836325237</c:v>
                </c:pt>
                <c:pt idx="992">
                  <c:v>1.4012671594508976</c:v>
                </c:pt>
                <c:pt idx="993">
                  <c:v>1.4244984160506864</c:v>
                </c:pt>
                <c:pt idx="994">
                  <c:v>1.3970432946145723</c:v>
                </c:pt>
                <c:pt idx="995">
                  <c:v>1.457233368532207</c:v>
                </c:pt>
                <c:pt idx="996">
                  <c:v>1.457233368532207</c:v>
                </c:pt>
                <c:pt idx="997">
                  <c:v>1.5079197465681098</c:v>
                </c:pt>
                <c:pt idx="998">
                  <c:v>1.5976768743400211</c:v>
                </c:pt>
                <c:pt idx="999">
                  <c:v>1.5797254487856389</c:v>
                </c:pt>
                <c:pt idx="1000">
                  <c:v>1.573389651531151</c:v>
                </c:pt>
                <c:pt idx="1001">
                  <c:v>1.6525871172122493</c:v>
                </c:pt>
                <c:pt idx="1002">
                  <c:v>1.7043294614572333</c:v>
                </c:pt>
                <c:pt idx="1003">
                  <c:v>1.7085533262935586</c:v>
                </c:pt>
                <c:pt idx="1004">
                  <c:v>1.6240760295670538</c:v>
                </c:pt>
                <c:pt idx="1005">
                  <c:v>1.6684266103484688</c:v>
                </c:pt>
                <c:pt idx="1006">
                  <c:v>1.6494192185850052</c:v>
                </c:pt>
                <c:pt idx="1007">
                  <c:v>1.6494192185850052</c:v>
                </c:pt>
                <c:pt idx="1008">
                  <c:v>1.7581837381203802</c:v>
                </c:pt>
                <c:pt idx="1009">
                  <c:v>1.750791974656811</c:v>
                </c:pt>
                <c:pt idx="1010">
                  <c:v>1.7201689545934531</c:v>
                </c:pt>
                <c:pt idx="1011">
                  <c:v>1.7412882787750792</c:v>
                </c:pt>
                <c:pt idx="1012">
                  <c:v>1.8152059134107708</c:v>
                </c:pt>
                <c:pt idx="1013">
                  <c:v>1.7592397043294614</c:v>
                </c:pt>
                <c:pt idx="1014">
                  <c:v>1.7497360084477296</c:v>
                </c:pt>
                <c:pt idx="1015">
                  <c:v>1.7275607180570223</c:v>
                </c:pt>
                <c:pt idx="1016">
                  <c:v>1.7096092925026398</c:v>
                </c:pt>
                <c:pt idx="1017">
                  <c:v>1.7022175290390706</c:v>
                </c:pt>
                <c:pt idx="1018">
                  <c:v>1.7349524815205914</c:v>
                </c:pt>
                <c:pt idx="1019">
                  <c:v>1.6916578669482576</c:v>
                </c:pt>
                <c:pt idx="1020">
                  <c:v>1.6525871172122493</c:v>
                </c:pt>
                <c:pt idx="1021">
                  <c:v>1.7951425554382259</c:v>
                </c:pt>
                <c:pt idx="1022">
                  <c:v>1.7930306230200634</c:v>
                </c:pt>
                <c:pt idx="1023">
                  <c:v>1.7888067581837381</c:v>
                </c:pt>
                <c:pt idx="1024">
                  <c:v>1.8648363252375924</c:v>
                </c:pt>
                <c:pt idx="1025">
                  <c:v>1.9134107708553327</c:v>
                </c:pt>
                <c:pt idx="1026">
                  <c:v>1.8817317845828934</c:v>
                </c:pt>
                <c:pt idx="1027">
                  <c:v>1.9324181626187962</c:v>
                </c:pt>
                <c:pt idx="1028">
                  <c:v>1.958817317845829</c:v>
                </c:pt>
                <c:pt idx="1029">
                  <c:v>1.9672650475184794</c:v>
                </c:pt>
                <c:pt idx="1030">
                  <c:v>1.8922914466737064</c:v>
                </c:pt>
                <c:pt idx="1031">
                  <c:v>1.9134107708553327</c:v>
                </c:pt>
                <c:pt idx="1032">
                  <c:v>1.931362196409715</c:v>
                </c:pt>
                <c:pt idx="1033">
                  <c:v>1.931362196409715</c:v>
                </c:pt>
                <c:pt idx="1034">
                  <c:v>1.989440337909187</c:v>
                </c:pt>
                <c:pt idx="1035">
                  <c:v>1.9788806758183739</c:v>
                </c:pt>
                <c:pt idx="1036">
                  <c:v>1.9873284054910243</c:v>
                </c:pt>
                <c:pt idx="1037">
                  <c:v>1.8912354804646252</c:v>
                </c:pt>
                <c:pt idx="1038">
                  <c:v>1.8870116156282999</c:v>
                </c:pt>
                <c:pt idx="1039">
                  <c:v>1.925026399155227</c:v>
                </c:pt>
                <c:pt idx="1040">
                  <c:v>1.8299894403379091</c:v>
                </c:pt>
                <c:pt idx="1041">
                  <c:v>1.8120380147835269</c:v>
                </c:pt>
                <c:pt idx="1042">
                  <c:v>1.8057022175290391</c:v>
                </c:pt>
                <c:pt idx="1043">
                  <c:v>1.8986272439281944</c:v>
                </c:pt>
                <c:pt idx="1044">
                  <c:v>1.8014783526927138</c:v>
                </c:pt>
                <c:pt idx="1045">
                  <c:v>1.8775079197465681</c:v>
                </c:pt>
                <c:pt idx="1046">
                  <c:v>1.8574445617740232</c:v>
                </c:pt>
                <c:pt idx="1047">
                  <c:v>1.8394931362196409</c:v>
                </c:pt>
                <c:pt idx="1048">
                  <c:v>1.8289334741288279</c:v>
                </c:pt>
                <c:pt idx="1049">
                  <c:v>1.8965153115100317</c:v>
                </c:pt>
                <c:pt idx="1050">
                  <c:v>1.8796198521647307</c:v>
                </c:pt>
                <c:pt idx="1051">
                  <c:v>1.8521647307286166</c:v>
                </c:pt>
                <c:pt idx="1052">
                  <c:v>1.8996832101372756</c:v>
                </c:pt>
                <c:pt idx="1053">
                  <c:v>1.9408658922914466</c:v>
                </c:pt>
                <c:pt idx="1054">
                  <c:v>1.9567053854276664</c:v>
                </c:pt>
                <c:pt idx="1055">
                  <c:v>1.9567053854276664</c:v>
                </c:pt>
                <c:pt idx="1056">
                  <c:v>2.0380147835269273</c:v>
                </c:pt>
                <c:pt idx="1057">
                  <c:v>2.0052798310454065</c:v>
                </c:pt>
                <c:pt idx="1058">
                  <c:v>2.007391763463569</c:v>
                </c:pt>
                <c:pt idx="1059">
                  <c:v>2.0274551214361138</c:v>
                </c:pt>
                <c:pt idx="1060">
                  <c:v>2.0876451953537485</c:v>
                </c:pt>
                <c:pt idx="1061">
                  <c:v>2.1119324181626187</c:v>
                </c:pt>
                <c:pt idx="1062">
                  <c:v>2.0971488912354803</c:v>
                </c:pt>
                <c:pt idx="1063">
                  <c:v>2.1277719112988382</c:v>
                </c:pt>
                <c:pt idx="1064">
                  <c:v>2.1383315733896517</c:v>
                </c:pt>
                <c:pt idx="1065">
                  <c:v>2.1383315733896517</c:v>
                </c:pt>
                <c:pt idx="1066">
                  <c:v>2.0665258711721224</c:v>
                </c:pt>
                <c:pt idx="1067">
                  <c:v>1.9978880675818373</c:v>
                </c:pt>
                <c:pt idx="1068">
                  <c:v>2.0506863780359028</c:v>
                </c:pt>
                <c:pt idx="1069">
                  <c:v>2.041182682154171</c:v>
                </c:pt>
                <c:pt idx="1070">
                  <c:v>2.0454065469904963</c:v>
                </c:pt>
                <c:pt idx="1071">
                  <c:v>2.0454065469904963</c:v>
                </c:pt>
                <c:pt idx="1072">
                  <c:v>2.191129883843717</c:v>
                </c:pt>
                <c:pt idx="1073">
                  <c:v>2.2439281942977827</c:v>
                </c:pt>
                <c:pt idx="1074">
                  <c:v>2.2703273495248153</c:v>
                </c:pt>
                <c:pt idx="1075">
                  <c:v>2.3442449841605071</c:v>
                </c:pt>
                <c:pt idx="1076">
                  <c:v>2.3336853220696936</c:v>
                </c:pt>
                <c:pt idx="1077">
                  <c:v>2.3548046462513201</c:v>
                </c:pt>
                <c:pt idx="1078">
                  <c:v>2.4762407602956706</c:v>
                </c:pt>
                <c:pt idx="1079">
                  <c:v>2.4656810982048576</c:v>
                </c:pt>
                <c:pt idx="1080">
                  <c:v>2.5079197465681098</c:v>
                </c:pt>
                <c:pt idx="1081">
                  <c:v>2.4709609292502641</c:v>
                </c:pt>
                <c:pt idx="1082">
                  <c:v>2.3548046462513201</c:v>
                </c:pt>
                <c:pt idx="1083">
                  <c:v>2.3759239704329462</c:v>
                </c:pt>
                <c:pt idx="1084">
                  <c:v>2.5026399155227033</c:v>
                </c:pt>
                <c:pt idx="1085">
                  <c:v>2.4973600844772967</c:v>
                </c:pt>
                <c:pt idx="1086">
                  <c:v>2.4973600844772967</c:v>
                </c:pt>
                <c:pt idx="1087">
                  <c:v>2.4868004223864837</c:v>
                </c:pt>
                <c:pt idx="1088">
                  <c:v>2.449841605068638</c:v>
                </c:pt>
                <c:pt idx="1089">
                  <c:v>2.4920802534318902</c:v>
                </c:pt>
                <c:pt idx="1090">
                  <c:v>2.4287222808870115</c:v>
                </c:pt>
                <c:pt idx="1091">
                  <c:v>2.4920802534318902</c:v>
                </c:pt>
                <c:pt idx="1092">
                  <c:v>2.4656810982048576</c:v>
                </c:pt>
                <c:pt idx="1093">
                  <c:v>2.5184794086589228</c:v>
                </c:pt>
                <c:pt idx="1094">
                  <c:v>2.5237592397043294</c:v>
                </c:pt>
                <c:pt idx="1095">
                  <c:v>2.5448785638859555</c:v>
                </c:pt>
                <c:pt idx="1096">
                  <c:v>2.4604012671594511</c:v>
                </c:pt>
                <c:pt idx="1097">
                  <c:v>2.4287222808870115</c:v>
                </c:pt>
                <c:pt idx="1098">
                  <c:v>2.4604012671594511</c:v>
                </c:pt>
                <c:pt idx="1099">
                  <c:v>2.3284054910242871</c:v>
                </c:pt>
                <c:pt idx="1100">
                  <c:v>2.2439281942977827</c:v>
                </c:pt>
                <c:pt idx="1101">
                  <c:v>2.2122492080253431</c:v>
                </c:pt>
                <c:pt idx="1102">
                  <c:v>2.1647307286166844</c:v>
                </c:pt>
                <c:pt idx="1103">
                  <c:v>2.1647307286166844</c:v>
                </c:pt>
                <c:pt idx="1104">
                  <c:v>2.20168954593453</c:v>
                </c:pt>
                <c:pt idx="1105">
                  <c:v>2.0063357972544877</c:v>
                </c:pt>
                <c:pt idx="1106">
                  <c:v>2.0253431890179514</c:v>
                </c:pt>
                <c:pt idx="1107">
                  <c:v>2.0654699049630412</c:v>
                </c:pt>
                <c:pt idx="1108">
                  <c:v>1.9947201689545935</c:v>
                </c:pt>
                <c:pt idx="1109">
                  <c:v>2.0549102428722281</c:v>
                </c:pt>
                <c:pt idx="1110">
                  <c:v>2.041182682154171</c:v>
                </c:pt>
                <c:pt idx="1111">
                  <c:v>1.8289334741288279</c:v>
                </c:pt>
                <c:pt idx="1112">
                  <c:v>1.648363252375924</c:v>
                </c:pt>
                <c:pt idx="1113">
                  <c:v>1.7286166842661035</c:v>
                </c:pt>
                <c:pt idx="1114">
                  <c:v>1.7877507919746569</c:v>
                </c:pt>
                <c:pt idx="1115">
                  <c:v>1.7254487856388596</c:v>
                </c:pt>
                <c:pt idx="1116">
                  <c:v>1.8109820485744457</c:v>
                </c:pt>
                <c:pt idx="1117">
                  <c:v>1.8690601900739177</c:v>
                </c:pt>
                <c:pt idx="1118">
                  <c:v>1.9208025343189017</c:v>
                </c:pt>
                <c:pt idx="1119">
                  <c:v>1.9714889123548047</c:v>
                </c:pt>
                <c:pt idx="1120">
                  <c:v>1.9714889123548047</c:v>
                </c:pt>
                <c:pt idx="1121">
                  <c:v>2.108764519535375</c:v>
                </c:pt>
                <c:pt idx="1122">
                  <c:v>2.0475184794086587</c:v>
                </c:pt>
                <c:pt idx="1123">
                  <c:v>2.108764519535375</c:v>
                </c:pt>
                <c:pt idx="1124">
                  <c:v>2.033790918690602</c:v>
                </c:pt>
                <c:pt idx="1125">
                  <c:v>2.0179514255543824</c:v>
                </c:pt>
                <c:pt idx="1126">
                  <c:v>1.958817317845829</c:v>
                </c:pt>
                <c:pt idx="1127">
                  <c:v>1.8965153115100317</c:v>
                </c:pt>
                <c:pt idx="1128">
                  <c:v>1.8479408658922913</c:v>
                </c:pt>
                <c:pt idx="1129">
                  <c:v>1.8933474128827879</c:v>
                </c:pt>
                <c:pt idx="1130">
                  <c:v>1.791974656810982</c:v>
                </c:pt>
                <c:pt idx="1131">
                  <c:v>1.8342133051742344</c:v>
                </c:pt>
                <c:pt idx="1132">
                  <c:v>1.8373812038014783</c:v>
                </c:pt>
                <c:pt idx="1133">
                  <c:v>1.7771911298838436</c:v>
                </c:pt>
                <c:pt idx="1134">
                  <c:v>1.634635691657867</c:v>
                </c:pt>
                <c:pt idx="1135">
                  <c:v>1.6832101372756072</c:v>
                </c:pt>
                <c:pt idx="1136">
                  <c:v>1.6515311510031678</c:v>
                </c:pt>
                <c:pt idx="1137">
                  <c:v>1.6578669482576558</c:v>
                </c:pt>
                <c:pt idx="1138">
                  <c:v>1.6420274551214362</c:v>
                </c:pt>
                <c:pt idx="1139">
                  <c:v>1.6599788806758184</c:v>
                </c:pt>
                <c:pt idx="1140">
                  <c:v>1.7824709609292502</c:v>
                </c:pt>
                <c:pt idx="1141">
                  <c:v>1.7191129883843717</c:v>
                </c:pt>
                <c:pt idx="1142">
                  <c:v>1.7191129883843717</c:v>
                </c:pt>
                <c:pt idx="1143">
                  <c:v>1.6135163674762407</c:v>
                </c:pt>
                <c:pt idx="1144">
                  <c:v>1.658922914466737</c:v>
                </c:pt>
                <c:pt idx="1145">
                  <c:v>1.7106652587117213</c:v>
                </c:pt>
                <c:pt idx="1146">
                  <c:v>1.7265047518479408</c:v>
                </c:pt>
                <c:pt idx="1147">
                  <c:v>1.7455121436114045</c:v>
                </c:pt>
                <c:pt idx="1148">
                  <c:v>1.9102428722280886</c:v>
                </c:pt>
                <c:pt idx="1149">
                  <c:v>1.9408658922914466</c:v>
                </c:pt>
                <c:pt idx="1150">
                  <c:v>1.8437170010559663</c:v>
                </c:pt>
                <c:pt idx="1151">
                  <c:v>1.8796198521647307</c:v>
                </c:pt>
                <c:pt idx="1152">
                  <c:v>1.8796198521647307</c:v>
                </c:pt>
                <c:pt idx="1153">
                  <c:v>1.9714889123548047</c:v>
                </c:pt>
                <c:pt idx="1154">
                  <c:v>1.9640971488912355</c:v>
                </c:pt>
                <c:pt idx="1155">
                  <c:v>1.9799366420274551</c:v>
                </c:pt>
                <c:pt idx="1156">
                  <c:v>2.0369588173178457</c:v>
                </c:pt>
                <c:pt idx="1157">
                  <c:v>1.9926082365364308</c:v>
                </c:pt>
                <c:pt idx="1158">
                  <c:v>2.0696937697993665</c:v>
                </c:pt>
                <c:pt idx="1159">
                  <c:v>1.9778247096092925</c:v>
                </c:pt>
                <c:pt idx="1160">
                  <c:v>2.0158394931362196</c:v>
                </c:pt>
                <c:pt idx="1161">
                  <c:v>1.983104540654699</c:v>
                </c:pt>
                <c:pt idx="1162">
                  <c:v>2.0696937697993665</c:v>
                </c:pt>
                <c:pt idx="1163">
                  <c:v>2.092925026399155</c:v>
                </c:pt>
                <c:pt idx="1164">
                  <c:v>2.1224920802534317</c:v>
                </c:pt>
                <c:pt idx="1165">
                  <c:v>2.0696937697993665</c:v>
                </c:pt>
                <c:pt idx="1166">
                  <c:v>2.0095036958817318</c:v>
                </c:pt>
                <c:pt idx="1167">
                  <c:v>2.0591341077085534</c:v>
                </c:pt>
                <c:pt idx="1168">
                  <c:v>1.9672650475184794</c:v>
                </c:pt>
                <c:pt idx="1169">
                  <c:v>1.9239704329461458</c:v>
                </c:pt>
                <c:pt idx="1170">
                  <c:v>2.0485744456177404</c:v>
                </c:pt>
                <c:pt idx="1171">
                  <c:v>2.0401267159450898</c:v>
                </c:pt>
                <c:pt idx="1172">
                  <c:v>2.0675818373812036</c:v>
                </c:pt>
                <c:pt idx="1173">
                  <c:v>2.0844772967265048</c:v>
                </c:pt>
                <c:pt idx="1174">
                  <c:v>2.1172122492080252</c:v>
                </c:pt>
                <c:pt idx="1175">
                  <c:v>2.033790918690602</c:v>
                </c:pt>
                <c:pt idx="1176">
                  <c:v>1.9619852164730729</c:v>
                </c:pt>
                <c:pt idx="1177">
                  <c:v>1.931362196409715</c:v>
                </c:pt>
                <c:pt idx="1178">
                  <c:v>1.8268215417106652</c:v>
                </c:pt>
                <c:pt idx="1179">
                  <c:v>1.8817317845828934</c:v>
                </c:pt>
                <c:pt idx="1180">
                  <c:v>1.8130939809926083</c:v>
                </c:pt>
                <c:pt idx="1181">
                  <c:v>1.8014783526927138</c:v>
                </c:pt>
                <c:pt idx="1182">
                  <c:v>1.8014783526927138</c:v>
                </c:pt>
                <c:pt idx="1183">
                  <c:v>1.7824709609292502</c:v>
                </c:pt>
                <c:pt idx="1184">
                  <c:v>1.8658922914466738</c:v>
                </c:pt>
                <c:pt idx="1185">
                  <c:v>1.8690601900739177</c:v>
                </c:pt>
                <c:pt idx="1186">
                  <c:v>1.8701161562829989</c:v>
                </c:pt>
                <c:pt idx="1187">
                  <c:v>1.7771911298838436</c:v>
                </c:pt>
                <c:pt idx="1188">
                  <c:v>1.7011615628299894</c:v>
                </c:pt>
                <c:pt idx="1189">
                  <c:v>1.6884899683210137</c:v>
                </c:pt>
                <c:pt idx="1190">
                  <c:v>1.6768743400211192</c:v>
                </c:pt>
                <c:pt idx="1191">
                  <c:v>1.7412882787750792</c:v>
                </c:pt>
                <c:pt idx="1192">
                  <c:v>1.7740232312565998</c:v>
                </c:pt>
                <c:pt idx="1193">
                  <c:v>1.8268215417106652</c:v>
                </c:pt>
                <c:pt idx="1194">
                  <c:v>1.7645195353748679</c:v>
                </c:pt>
                <c:pt idx="1195">
                  <c:v>1.7835269271383316</c:v>
                </c:pt>
                <c:pt idx="1196">
                  <c:v>1.7993664202745512</c:v>
                </c:pt>
                <c:pt idx="1197">
                  <c:v>1.8141499472016895</c:v>
                </c:pt>
                <c:pt idx="1198">
                  <c:v>1.8595564941921858</c:v>
                </c:pt>
                <c:pt idx="1199">
                  <c:v>1.8532206969376981</c:v>
                </c:pt>
                <c:pt idx="1200">
                  <c:v>1.8933474128827879</c:v>
                </c:pt>
                <c:pt idx="1201">
                  <c:v>1.9429778247096092</c:v>
                </c:pt>
                <c:pt idx="1202">
                  <c:v>1.9376979936642027</c:v>
                </c:pt>
                <c:pt idx="1203">
                  <c:v>1.8479408658922913</c:v>
                </c:pt>
                <c:pt idx="1204">
                  <c:v>1.7793030623020063</c:v>
                </c:pt>
                <c:pt idx="1205">
                  <c:v>1.7909186906019008</c:v>
                </c:pt>
                <c:pt idx="1206">
                  <c:v>1.7793030623020063</c:v>
                </c:pt>
                <c:pt idx="1207">
                  <c:v>1.7793030623020063</c:v>
                </c:pt>
                <c:pt idx="1208">
                  <c:v>1.7961985216473073</c:v>
                </c:pt>
                <c:pt idx="1209">
                  <c:v>1.8426610348468848</c:v>
                </c:pt>
                <c:pt idx="1210">
                  <c:v>1.8363252375923971</c:v>
                </c:pt>
                <c:pt idx="1211">
                  <c:v>1.8363252375923971</c:v>
                </c:pt>
                <c:pt idx="1212">
                  <c:v>1.8078141499472018</c:v>
                </c:pt>
                <c:pt idx="1213">
                  <c:v>1.9208025343189017</c:v>
                </c:pt>
                <c:pt idx="1214">
                  <c:v>2.1098204857444562</c:v>
                </c:pt>
                <c:pt idx="1215">
                  <c:v>2.0591341077085534</c:v>
                </c:pt>
                <c:pt idx="1216">
                  <c:v>2.0559662090813093</c:v>
                </c:pt>
                <c:pt idx="1217">
                  <c:v>2.1647307286166844</c:v>
                </c:pt>
                <c:pt idx="1218">
                  <c:v>2.1488912354804648</c:v>
                </c:pt>
                <c:pt idx="1219">
                  <c:v>2.051742344244984</c:v>
                </c:pt>
                <c:pt idx="1220">
                  <c:v>2.0591341077085534</c:v>
                </c:pt>
                <c:pt idx="1221">
                  <c:v>2.092925026399155</c:v>
                </c:pt>
                <c:pt idx="1222">
                  <c:v>2.2175290390707496</c:v>
                </c:pt>
                <c:pt idx="1223">
                  <c:v>2.2650475184794088</c:v>
                </c:pt>
                <c:pt idx="1224">
                  <c:v>2.2386483632523757</c:v>
                </c:pt>
                <c:pt idx="1225">
                  <c:v>2.3020063357972544</c:v>
                </c:pt>
                <c:pt idx="1226">
                  <c:v>2.3812038014783528</c:v>
                </c:pt>
                <c:pt idx="1227">
                  <c:v>2.317845828933474</c:v>
                </c:pt>
                <c:pt idx="1228">
                  <c:v>2.3336853220696936</c:v>
                </c:pt>
                <c:pt idx="1229">
                  <c:v>2.3336853220696936</c:v>
                </c:pt>
                <c:pt idx="1230">
                  <c:v>2.0992608236536432</c:v>
                </c:pt>
                <c:pt idx="1231">
                  <c:v>2.1488912354804648</c:v>
                </c:pt>
                <c:pt idx="1232">
                  <c:v>2.1436114044350583</c:v>
                </c:pt>
                <c:pt idx="1233">
                  <c:v>2.0918690601900738</c:v>
                </c:pt>
                <c:pt idx="1234">
                  <c:v>2.108764519535375</c:v>
                </c:pt>
                <c:pt idx="1235">
                  <c:v>2.1003167898627244</c:v>
                </c:pt>
                <c:pt idx="1236">
                  <c:v>2.20168954593453</c:v>
                </c:pt>
                <c:pt idx="1237">
                  <c:v>2.2175290390707496</c:v>
                </c:pt>
                <c:pt idx="1238">
                  <c:v>2.2386483632523757</c:v>
                </c:pt>
                <c:pt idx="1239">
                  <c:v>2.2175290390707496</c:v>
                </c:pt>
                <c:pt idx="1240">
                  <c:v>2.307286166842661</c:v>
                </c:pt>
                <c:pt idx="1241">
                  <c:v>2.2386483632523757</c:v>
                </c:pt>
                <c:pt idx="1242">
                  <c:v>2.2122492080253431</c:v>
                </c:pt>
                <c:pt idx="1243">
                  <c:v>2.1647307286166844</c:v>
                </c:pt>
                <c:pt idx="1244">
                  <c:v>2.1172122492080252</c:v>
                </c:pt>
                <c:pt idx="1245">
                  <c:v>2.1436114044350583</c:v>
                </c:pt>
                <c:pt idx="1246">
                  <c:v>2.1034846884899685</c:v>
                </c:pt>
                <c:pt idx="1247">
                  <c:v>2.0084477296726506</c:v>
                </c:pt>
                <c:pt idx="1248">
                  <c:v>2.0084477296726506</c:v>
                </c:pt>
                <c:pt idx="1249">
                  <c:v>1.9651531151003168</c:v>
                </c:pt>
                <c:pt idx="1250">
                  <c:v>2.0390707497360085</c:v>
                </c:pt>
                <c:pt idx="1251">
                  <c:v>2.0316789862724391</c:v>
                </c:pt>
                <c:pt idx="1252">
                  <c:v>2.0316789862724391</c:v>
                </c:pt>
                <c:pt idx="1253">
                  <c:v>1.9841605068637804</c:v>
                </c:pt>
                <c:pt idx="1254">
                  <c:v>1.983104540654699</c:v>
                </c:pt>
                <c:pt idx="1255">
                  <c:v>2.1003167898627244</c:v>
                </c:pt>
                <c:pt idx="1256">
                  <c:v>2.108764519535375</c:v>
                </c:pt>
                <c:pt idx="1257">
                  <c:v>2.1594508975712778</c:v>
                </c:pt>
                <c:pt idx="1258">
                  <c:v>2.1752903907074974</c:v>
                </c:pt>
                <c:pt idx="1259">
                  <c:v>2.1436114044350583</c:v>
                </c:pt>
                <c:pt idx="1260">
                  <c:v>2.1700105596620909</c:v>
                </c:pt>
                <c:pt idx="1261">
                  <c:v>2.2175290390707496</c:v>
                </c:pt>
                <c:pt idx="1262">
                  <c:v>2.2756071805702218</c:v>
                </c:pt>
                <c:pt idx="1263">
                  <c:v>2.2333685322069692</c:v>
                </c:pt>
                <c:pt idx="1264">
                  <c:v>2.1964097148891235</c:v>
                </c:pt>
                <c:pt idx="1265">
                  <c:v>2.2597676874340022</c:v>
                </c:pt>
                <c:pt idx="1266">
                  <c:v>2.1858500527983105</c:v>
                </c:pt>
                <c:pt idx="1267">
                  <c:v>2.1045406546990497</c:v>
                </c:pt>
                <c:pt idx="1268">
                  <c:v>2.0137275607180571</c:v>
                </c:pt>
                <c:pt idx="1269">
                  <c:v>2.0802534318901795</c:v>
                </c:pt>
                <c:pt idx="1270">
                  <c:v>2.0897571277719114</c:v>
                </c:pt>
                <c:pt idx="1271">
                  <c:v>2.0549102428722281</c:v>
                </c:pt>
                <c:pt idx="1272">
                  <c:v>1.740232312565998</c:v>
                </c:pt>
                <c:pt idx="1273">
                  <c:v>1.7898627243928193</c:v>
                </c:pt>
                <c:pt idx="1274">
                  <c:v>1.7423442449841604</c:v>
                </c:pt>
                <c:pt idx="1275">
                  <c:v>1.9345300950369588</c:v>
                </c:pt>
                <c:pt idx="1276">
                  <c:v>1.9091869060190074</c:v>
                </c:pt>
                <c:pt idx="1277">
                  <c:v>1.9028511087645195</c:v>
                </c:pt>
                <c:pt idx="1278">
                  <c:v>1.9070749736008448</c:v>
                </c:pt>
                <c:pt idx="1279">
                  <c:v>1.8373812038014783</c:v>
                </c:pt>
                <c:pt idx="1280">
                  <c:v>1.8479408658922913</c:v>
                </c:pt>
                <c:pt idx="1281">
                  <c:v>1.8479408658922913</c:v>
                </c:pt>
                <c:pt idx="1282">
                  <c:v>1.8648363252375924</c:v>
                </c:pt>
                <c:pt idx="1283">
                  <c:v>1.8352692713833156</c:v>
                </c:pt>
                <c:pt idx="1284">
                  <c:v>1.9112988384371701</c:v>
                </c:pt>
                <c:pt idx="1285">
                  <c:v>1.8827877507919746</c:v>
                </c:pt>
                <c:pt idx="1286">
                  <c:v>1.9472016895459345</c:v>
                </c:pt>
                <c:pt idx="1287">
                  <c:v>1.9218585005279831</c:v>
                </c:pt>
                <c:pt idx="1288">
                  <c:v>1.9091869060190074</c:v>
                </c:pt>
                <c:pt idx="1289">
                  <c:v>1.8743400211193242</c:v>
                </c:pt>
                <c:pt idx="1290">
                  <c:v>1.9640971488912355</c:v>
                </c:pt>
                <c:pt idx="1291">
                  <c:v>2.0147835269271384</c:v>
                </c:pt>
                <c:pt idx="1292">
                  <c:v>2.0095036958817318</c:v>
                </c:pt>
                <c:pt idx="1293">
                  <c:v>2.007391763463569</c:v>
                </c:pt>
                <c:pt idx="1294">
                  <c:v>2.0591341077085534</c:v>
                </c:pt>
                <c:pt idx="1295">
                  <c:v>2.0960929250263991</c:v>
                </c:pt>
                <c:pt idx="1296">
                  <c:v>2.1752903907074974</c:v>
                </c:pt>
                <c:pt idx="1297">
                  <c:v>2.1172122492080252</c:v>
                </c:pt>
                <c:pt idx="1298">
                  <c:v>2.1594508975712778</c:v>
                </c:pt>
                <c:pt idx="1299">
                  <c:v>2.1055966209081309</c:v>
                </c:pt>
                <c:pt idx="1300">
                  <c:v>2.1330517423442448</c:v>
                </c:pt>
                <c:pt idx="1301">
                  <c:v>2.1172122492080252</c:v>
                </c:pt>
                <c:pt idx="1302">
                  <c:v>2.0791974656810983</c:v>
                </c:pt>
                <c:pt idx="1303">
                  <c:v>2.1119324181626187</c:v>
                </c:pt>
                <c:pt idx="1304">
                  <c:v>2.1436114044350583</c:v>
                </c:pt>
                <c:pt idx="1305">
                  <c:v>2.1383315733896517</c:v>
                </c:pt>
                <c:pt idx="1306">
                  <c:v>2.1964097148891235</c:v>
                </c:pt>
                <c:pt idx="1307">
                  <c:v>2.2386483632523757</c:v>
                </c:pt>
                <c:pt idx="1308">
                  <c:v>2.1594508975712778</c:v>
                </c:pt>
                <c:pt idx="1309">
                  <c:v>2.191129883843717</c:v>
                </c:pt>
                <c:pt idx="1310">
                  <c:v>2.2967265047518479</c:v>
                </c:pt>
                <c:pt idx="1311">
                  <c:v>2.3706441393875397</c:v>
                </c:pt>
                <c:pt idx="1312">
                  <c:v>2.3706441393875397</c:v>
                </c:pt>
                <c:pt idx="1313">
                  <c:v>2.4181626187961984</c:v>
                </c:pt>
                <c:pt idx="1314">
                  <c:v>2.434002111932418</c:v>
                </c:pt>
                <c:pt idx="1315">
                  <c:v>2.5343189017951424</c:v>
                </c:pt>
                <c:pt idx="1316">
                  <c:v>2.4868004223864837</c:v>
                </c:pt>
                <c:pt idx="1317">
                  <c:v>2.4868004223864837</c:v>
                </c:pt>
                <c:pt idx="1318">
                  <c:v>2.6187961985216472</c:v>
                </c:pt>
                <c:pt idx="1319">
                  <c:v>2.6293558606124603</c:v>
                </c:pt>
                <c:pt idx="1320">
                  <c:v>2.6029567053854277</c:v>
                </c:pt>
                <c:pt idx="1321">
                  <c:v>2.5976768743400211</c:v>
                </c:pt>
                <c:pt idx="1322">
                  <c:v>2.7138331573389651</c:v>
                </c:pt>
                <c:pt idx="1323">
                  <c:v>2.7402323125659978</c:v>
                </c:pt>
                <c:pt idx="1324">
                  <c:v>2.9408658922914466</c:v>
                </c:pt>
                <c:pt idx="1325">
                  <c:v>3.0200633579725449</c:v>
                </c:pt>
                <c:pt idx="1326">
                  <c:v>3.0939809926082367</c:v>
                </c:pt>
                <c:pt idx="1327">
                  <c:v>2.9989440337909188</c:v>
                </c:pt>
                <c:pt idx="1328">
                  <c:v>3.0834213305174236</c:v>
                </c:pt>
                <c:pt idx="1329">
                  <c:v>3.0147835269271384</c:v>
                </c:pt>
                <c:pt idx="1330">
                  <c:v>2.9461457233368531</c:v>
                </c:pt>
                <c:pt idx="1331">
                  <c:v>2.9408658922914466</c:v>
                </c:pt>
                <c:pt idx="1332">
                  <c:v>2.8563885955649417</c:v>
                </c:pt>
                <c:pt idx="1333">
                  <c:v>2.8616684266103483</c:v>
                </c:pt>
                <c:pt idx="1334">
                  <c:v>2.9778247096092927</c:v>
                </c:pt>
                <c:pt idx="1335">
                  <c:v>2.9672650475184792</c:v>
                </c:pt>
                <c:pt idx="1336">
                  <c:v>3.1362196409714889</c:v>
                </c:pt>
                <c:pt idx="1337">
                  <c:v>3.1098204857444562</c:v>
                </c:pt>
                <c:pt idx="1338">
                  <c:v>3.167898627243928</c:v>
                </c:pt>
                <c:pt idx="1339">
                  <c:v>3.1520591341077084</c:v>
                </c:pt>
                <c:pt idx="1340">
                  <c:v>3.1256599788806758</c:v>
                </c:pt>
                <c:pt idx="1341">
                  <c:v>2.8458289334741287</c:v>
                </c:pt>
                <c:pt idx="1342">
                  <c:v>2.8405491024287222</c:v>
                </c:pt>
                <c:pt idx="1343">
                  <c:v>2.8775079197465683</c:v>
                </c:pt>
                <c:pt idx="1344">
                  <c:v>2.8352692713833156</c:v>
                </c:pt>
                <c:pt idx="1345">
                  <c:v>2.8405491024287222</c:v>
                </c:pt>
                <c:pt idx="1346">
                  <c:v>2.8458289334741287</c:v>
                </c:pt>
                <c:pt idx="1347">
                  <c:v>2.808870116156283</c:v>
                </c:pt>
                <c:pt idx="1348">
                  <c:v>2.7666314677930308</c:v>
                </c:pt>
                <c:pt idx="1349">
                  <c:v>2.7719112988384373</c:v>
                </c:pt>
                <c:pt idx="1350">
                  <c:v>2.7824709609292504</c:v>
                </c:pt>
                <c:pt idx="1351">
                  <c:v>2.8880675818373813</c:v>
                </c:pt>
                <c:pt idx="1352">
                  <c:v>2.7243928194297782</c:v>
                </c:pt>
                <c:pt idx="1353">
                  <c:v>2.7243928194297782</c:v>
                </c:pt>
                <c:pt idx="1354">
                  <c:v>2.7824709609292504</c:v>
                </c:pt>
                <c:pt idx="1355">
                  <c:v>2.7296726504751847</c:v>
                </c:pt>
                <c:pt idx="1356">
                  <c:v>2.7666314677930308</c:v>
                </c:pt>
                <c:pt idx="1357">
                  <c:v>2.7085533262935586</c:v>
                </c:pt>
                <c:pt idx="1358">
                  <c:v>2.8194297782470961</c:v>
                </c:pt>
                <c:pt idx="1359">
                  <c:v>2.8405491024287222</c:v>
                </c:pt>
                <c:pt idx="1360">
                  <c:v>2.93558606124604</c:v>
                </c:pt>
                <c:pt idx="1361">
                  <c:v>2.9197465681098205</c:v>
                </c:pt>
                <c:pt idx="1362">
                  <c:v>2.9197465681098205</c:v>
                </c:pt>
                <c:pt idx="1363">
                  <c:v>2.8247096092925026</c:v>
                </c:pt>
                <c:pt idx="1364">
                  <c:v>2.7771911298838439</c:v>
                </c:pt>
                <c:pt idx="1365">
                  <c:v>2.6979936642027456</c:v>
                </c:pt>
                <c:pt idx="1366">
                  <c:v>2.5871172122492081</c:v>
                </c:pt>
                <c:pt idx="1367">
                  <c:v>2.6504751847940864</c:v>
                </c:pt>
                <c:pt idx="1368">
                  <c:v>2.7402323125659978</c:v>
                </c:pt>
                <c:pt idx="1369">
                  <c:v>2.7613516367476243</c:v>
                </c:pt>
                <c:pt idx="1370">
                  <c:v>2.7455121436114043</c:v>
                </c:pt>
                <c:pt idx="1371">
                  <c:v>2.8352692713833156</c:v>
                </c:pt>
                <c:pt idx="1372">
                  <c:v>2.8405491024287222</c:v>
                </c:pt>
                <c:pt idx="1373">
                  <c:v>2.7032734952481521</c:v>
                </c:pt>
                <c:pt idx="1374">
                  <c:v>2.7507919746568108</c:v>
                </c:pt>
                <c:pt idx="1375">
                  <c:v>2.7719112988384373</c:v>
                </c:pt>
                <c:pt idx="1376">
                  <c:v>2.8035902851108765</c:v>
                </c:pt>
                <c:pt idx="1377">
                  <c:v>2.8880675818373813</c:v>
                </c:pt>
                <c:pt idx="1378">
                  <c:v>2.925026399155227</c:v>
                </c:pt>
                <c:pt idx="1379">
                  <c:v>3.041182682154171</c:v>
                </c:pt>
                <c:pt idx="1380">
                  <c:v>3.2101372756071807</c:v>
                </c:pt>
                <c:pt idx="1381">
                  <c:v>3.2418162618796198</c:v>
                </c:pt>
                <c:pt idx="1382">
                  <c:v>3.4714889123548045</c:v>
                </c:pt>
                <c:pt idx="1383">
                  <c:v>3.4952481520591343</c:v>
                </c:pt>
                <c:pt idx="1384">
                  <c:v>3.6747624076029566</c:v>
                </c:pt>
                <c:pt idx="1385">
                  <c:v>3.5216473072861669</c:v>
                </c:pt>
                <c:pt idx="1386">
                  <c:v>3.7275607180570223</c:v>
                </c:pt>
                <c:pt idx="1387">
                  <c:v>3.7275607180570223</c:v>
                </c:pt>
                <c:pt idx="1388">
                  <c:v>3.7064413938753962</c:v>
                </c:pt>
                <c:pt idx="1389">
                  <c:v>3.8120380147835271</c:v>
                </c:pt>
                <c:pt idx="1390">
                  <c:v>3.775079197465681</c:v>
                </c:pt>
                <c:pt idx="1391">
                  <c:v>3.7645195353748679</c:v>
                </c:pt>
                <c:pt idx="1392">
                  <c:v>3.5533262935586061</c:v>
                </c:pt>
                <c:pt idx="1393">
                  <c:v>3.6853220696937696</c:v>
                </c:pt>
                <c:pt idx="1394">
                  <c:v>3.6694825765575501</c:v>
                </c:pt>
                <c:pt idx="1395">
                  <c:v>4.1763463569165786</c:v>
                </c:pt>
                <c:pt idx="1396">
                  <c:v>4.5195353748680045</c:v>
                </c:pt>
                <c:pt idx="1397">
                  <c:v>4.382259767687434</c:v>
                </c:pt>
                <c:pt idx="1398">
                  <c:v>4.3453009503695883</c:v>
                </c:pt>
                <c:pt idx="1399">
                  <c:v>4.4614572333685318</c:v>
                </c:pt>
                <c:pt idx="1400">
                  <c:v>4.7782470960929251</c:v>
                </c:pt>
                <c:pt idx="1401">
                  <c:v>4.9155227032734956</c:v>
                </c:pt>
                <c:pt idx="1402">
                  <c:v>5.1267159450897575</c:v>
                </c:pt>
                <c:pt idx="1403">
                  <c:v>5.0580781414994718</c:v>
                </c:pt>
                <c:pt idx="1404">
                  <c:v>5.0844772967265044</c:v>
                </c:pt>
                <c:pt idx="1405">
                  <c:v>5.0527983104540652</c:v>
                </c:pt>
                <c:pt idx="1406">
                  <c:v>5.3854276663146781</c:v>
                </c:pt>
                <c:pt idx="1407">
                  <c:v>5.6494192185850052</c:v>
                </c:pt>
                <c:pt idx="1408">
                  <c:v>5.5015839493136216</c:v>
                </c:pt>
                <c:pt idx="1409">
                  <c:v>5.8922914466737062</c:v>
                </c:pt>
                <c:pt idx="1410">
                  <c:v>5.9978880675818376</c:v>
                </c:pt>
                <c:pt idx="1411">
                  <c:v>5.9028511087645192</c:v>
                </c:pt>
                <c:pt idx="1412">
                  <c:v>6.5469904963041179</c:v>
                </c:pt>
                <c:pt idx="1413">
                  <c:v>6.1879619852164733</c:v>
                </c:pt>
                <c:pt idx="1414">
                  <c:v>6.1140443505807811</c:v>
                </c:pt>
                <c:pt idx="1415">
                  <c:v>6.2618796198521647</c:v>
                </c:pt>
                <c:pt idx="1416">
                  <c:v>6.1246040126715942</c:v>
                </c:pt>
                <c:pt idx="1417">
                  <c:v>6.3991552270327352</c:v>
                </c:pt>
                <c:pt idx="1418">
                  <c:v>6.5364308342133048</c:v>
                </c:pt>
                <c:pt idx="1419">
                  <c:v>6.5153115100316787</c:v>
                </c:pt>
                <c:pt idx="1420">
                  <c:v>6.4625131995776135</c:v>
                </c:pt>
                <c:pt idx="1421">
                  <c:v>5.9134107708553323</c:v>
                </c:pt>
                <c:pt idx="1422">
                  <c:v>6.3991552270327352</c:v>
                </c:pt>
                <c:pt idx="1423">
                  <c:v>6.0190073917634637</c:v>
                </c:pt>
                <c:pt idx="1424">
                  <c:v>5.9345300950369584</c:v>
                </c:pt>
                <c:pt idx="1425">
                  <c:v>6.0295670538542767</c:v>
                </c:pt>
                <c:pt idx="1426">
                  <c:v>5.5015839493136216</c:v>
                </c:pt>
                <c:pt idx="1427">
                  <c:v>5.4910242872228086</c:v>
                </c:pt>
                <c:pt idx="1428">
                  <c:v>5.4804646251319955</c:v>
                </c:pt>
                <c:pt idx="1429">
                  <c:v>5.5332629355860616</c:v>
                </c:pt>
                <c:pt idx="1430">
                  <c:v>5.7444561774023235</c:v>
                </c:pt>
                <c:pt idx="1431">
                  <c:v>5.5966209081309399</c:v>
                </c:pt>
                <c:pt idx="1432">
                  <c:v>5.6810982048574443</c:v>
                </c:pt>
                <c:pt idx="1433">
                  <c:v>5.8922914466737062</c:v>
                </c:pt>
                <c:pt idx="1434">
                  <c:v>5.8289334741288279</c:v>
                </c:pt>
                <c:pt idx="1435">
                  <c:v>5.7233368532206965</c:v>
                </c:pt>
                <c:pt idx="1436">
                  <c:v>5.7444561774023235</c:v>
                </c:pt>
                <c:pt idx="1437">
                  <c:v>6.092925026399155</c:v>
                </c:pt>
                <c:pt idx="1438">
                  <c:v>5.9767687434002115</c:v>
                </c:pt>
                <c:pt idx="1439">
                  <c:v>6.1985216473072864</c:v>
                </c:pt>
                <c:pt idx="1440">
                  <c:v>5.9662090813093984</c:v>
                </c:pt>
                <c:pt idx="1441">
                  <c:v>6.0295670538542767</c:v>
                </c:pt>
                <c:pt idx="1442">
                  <c:v>5.850052798310454</c:v>
                </c:pt>
                <c:pt idx="1443">
                  <c:v>5.5966209081309399</c:v>
                </c:pt>
                <c:pt idx="1444">
                  <c:v>5.8183738120380148</c:v>
                </c:pt>
                <c:pt idx="1445">
                  <c:v>5.8289334741288279</c:v>
                </c:pt>
                <c:pt idx="1446">
                  <c:v>5.7761351636747627</c:v>
                </c:pt>
                <c:pt idx="1447">
                  <c:v>6.1246040126715942</c:v>
                </c:pt>
                <c:pt idx="1448">
                  <c:v>6.1668426610348472</c:v>
                </c:pt>
                <c:pt idx="1449">
                  <c:v>6.2090813093980994</c:v>
                </c:pt>
                <c:pt idx="1450">
                  <c:v>6.2090813093980994</c:v>
                </c:pt>
                <c:pt idx="1451">
                  <c:v>6.325237592397043</c:v>
                </c:pt>
                <c:pt idx="1452">
                  <c:v>6.7581837381203798</c:v>
                </c:pt>
                <c:pt idx="1453">
                  <c:v>6.8743400211193242</c:v>
                </c:pt>
                <c:pt idx="1454">
                  <c:v>6.8743400211193242</c:v>
                </c:pt>
                <c:pt idx="1455">
                  <c:v>7.3495248152059132</c:v>
                </c:pt>
                <c:pt idx="1456">
                  <c:v>7.6663146779303064</c:v>
                </c:pt>
                <c:pt idx="1457">
                  <c:v>7.8352692713833161</c:v>
                </c:pt>
                <c:pt idx="1458">
                  <c:v>7.9831045406546988</c:v>
                </c:pt>
                <c:pt idx="1459">
                  <c:v>7.8563885955649422</c:v>
                </c:pt>
                <c:pt idx="1460">
                  <c:v>7.9091869060190074</c:v>
                </c:pt>
                <c:pt idx="1461">
                  <c:v>7.793030623020063</c:v>
                </c:pt>
                <c:pt idx="1462">
                  <c:v>7.8352692713833161</c:v>
                </c:pt>
                <c:pt idx="1463">
                  <c:v>7.9091869060190074</c:v>
                </c:pt>
                <c:pt idx="1464">
                  <c:v>7.9831045406546988</c:v>
                </c:pt>
                <c:pt idx="1465">
                  <c:v>8.0675818373812032</c:v>
                </c:pt>
                <c:pt idx="1466">
                  <c:v>7.8458289334741291</c:v>
                </c:pt>
                <c:pt idx="1467">
                  <c:v>7.81414994720169</c:v>
                </c:pt>
                <c:pt idx="1468">
                  <c:v>7.9725448785638857</c:v>
                </c:pt>
                <c:pt idx="1469">
                  <c:v>8.0992608236536423</c:v>
                </c:pt>
                <c:pt idx="1470">
                  <c:v>7.7719112988384369</c:v>
                </c:pt>
                <c:pt idx="1471">
                  <c:v>8.4477296726504747</c:v>
                </c:pt>
                <c:pt idx="1472">
                  <c:v>8.8806758183738115</c:v>
                </c:pt>
                <c:pt idx="1473">
                  <c:v>9.0918690601900742</c:v>
                </c:pt>
                <c:pt idx="1474">
                  <c:v>9.5987328405491024</c:v>
                </c:pt>
                <c:pt idx="1475">
                  <c:v>8.7645195353748679</c:v>
                </c:pt>
                <c:pt idx="1476">
                  <c:v>9.5776135163674763</c:v>
                </c:pt>
                <c:pt idx="1477">
                  <c:v>9.5036958817317849</c:v>
                </c:pt>
                <c:pt idx="1478">
                  <c:v>8.8912354804646245</c:v>
                </c:pt>
                <c:pt idx="1479">
                  <c:v>8.8595564941921854</c:v>
                </c:pt>
                <c:pt idx="1480">
                  <c:v>9.3664202745512135</c:v>
                </c:pt>
                <c:pt idx="1481">
                  <c:v>9.25026399155227</c:v>
                </c:pt>
                <c:pt idx="1482">
                  <c:v>9.0813093980992612</c:v>
                </c:pt>
                <c:pt idx="1483">
                  <c:v>9.3769799366420283</c:v>
                </c:pt>
                <c:pt idx="1484">
                  <c:v>9.2925026399155222</c:v>
                </c:pt>
                <c:pt idx="1485">
                  <c:v>10.612460401267159</c:v>
                </c:pt>
                <c:pt idx="1486">
                  <c:v>10.74973600844773</c:v>
                </c:pt>
                <c:pt idx="1487">
                  <c:v>11.605068637803591</c:v>
                </c:pt>
                <c:pt idx="1488">
                  <c:v>11.203801478352693</c:v>
                </c:pt>
                <c:pt idx="1489">
                  <c:v>11.203801478352693</c:v>
                </c:pt>
                <c:pt idx="1490">
                  <c:v>9.9155227032734956</c:v>
                </c:pt>
                <c:pt idx="1491">
                  <c:v>8.9651531151003176</c:v>
                </c:pt>
                <c:pt idx="1492">
                  <c:v>9.9366420274551217</c:v>
                </c:pt>
                <c:pt idx="1493">
                  <c:v>9.7571277719112981</c:v>
                </c:pt>
                <c:pt idx="1494">
                  <c:v>8.8278775079197462</c:v>
                </c:pt>
                <c:pt idx="1495">
                  <c:v>9.9049630411826826</c:v>
                </c:pt>
                <c:pt idx="1496">
                  <c:v>10.084477296726504</c:v>
                </c:pt>
                <c:pt idx="1497">
                  <c:v>9.8204857444561782</c:v>
                </c:pt>
                <c:pt idx="1498">
                  <c:v>9.6092925026399154</c:v>
                </c:pt>
                <c:pt idx="1499">
                  <c:v>10.285110876451954</c:v>
                </c:pt>
                <c:pt idx="1500">
                  <c:v>10.242872228088702</c:v>
                </c:pt>
                <c:pt idx="1501">
                  <c:v>11.151003167898628</c:v>
                </c:pt>
                <c:pt idx="1502">
                  <c:v>10.696937697993665</c:v>
                </c:pt>
                <c:pt idx="1503">
                  <c:v>10.633579725448786</c:v>
                </c:pt>
                <c:pt idx="1504">
                  <c:v>9.8521647307286173</c:v>
                </c:pt>
                <c:pt idx="1505">
                  <c:v>10.411826821541711</c:v>
                </c:pt>
                <c:pt idx="1506">
                  <c:v>10.506863780359028</c:v>
                </c:pt>
                <c:pt idx="1507">
                  <c:v>9.8521647307286173</c:v>
                </c:pt>
                <c:pt idx="1508">
                  <c:v>9.736008447729672</c:v>
                </c:pt>
                <c:pt idx="1509">
                  <c:v>9.2185850052798308</c:v>
                </c:pt>
                <c:pt idx="1510">
                  <c:v>8.521647307286166</c:v>
                </c:pt>
                <c:pt idx="1511">
                  <c:v>9.4297782470960936</c:v>
                </c:pt>
                <c:pt idx="1512">
                  <c:v>8.7645195353748679</c:v>
                </c:pt>
                <c:pt idx="1513">
                  <c:v>9.25026399155227</c:v>
                </c:pt>
                <c:pt idx="1514">
                  <c:v>9.6726504751847937</c:v>
                </c:pt>
                <c:pt idx="1515">
                  <c:v>10.908130939809926</c:v>
                </c:pt>
                <c:pt idx="1516">
                  <c:v>10.538542766631467</c:v>
                </c:pt>
                <c:pt idx="1517">
                  <c:v>10.844772967265047</c:v>
                </c:pt>
                <c:pt idx="1518">
                  <c:v>10.982048574445617</c:v>
                </c:pt>
                <c:pt idx="1519">
                  <c:v>11.647307286166843</c:v>
                </c:pt>
                <c:pt idx="1520">
                  <c:v>11.995776135163675</c:v>
                </c:pt>
                <c:pt idx="1521">
                  <c:v>12.196409714889123</c:v>
                </c:pt>
                <c:pt idx="1522">
                  <c:v>11.911298838437171</c:v>
                </c:pt>
                <c:pt idx="1523">
                  <c:v>12.312565997888068</c:v>
                </c:pt>
                <c:pt idx="1524">
                  <c:v>12.925026399155227</c:v>
                </c:pt>
                <c:pt idx="1525">
                  <c:v>12.914466737064414</c:v>
                </c:pt>
                <c:pt idx="1526">
                  <c:v>12.93558606124604</c:v>
                </c:pt>
                <c:pt idx="1527">
                  <c:v>12.903907074973601</c:v>
                </c:pt>
                <c:pt idx="1528">
                  <c:v>13.643083421330518</c:v>
                </c:pt>
                <c:pt idx="1529">
                  <c:v>13.727560718057022</c:v>
                </c:pt>
                <c:pt idx="1530">
                  <c:v>13.653643083421331</c:v>
                </c:pt>
                <c:pt idx="1531">
                  <c:v>13.57972544878564</c:v>
                </c:pt>
                <c:pt idx="1532">
                  <c:v>16.906019007391762</c:v>
                </c:pt>
                <c:pt idx="1533">
                  <c:v>17.465681098204858</c:v>
                </c:pt>
                <c:pt idx="1534">
                  <c:v>17.803590285110875</c:v>
                </c:pt>
                <c:pt idx="1535">
                  <c:v>19.852164730728617</c:v>
                </c:pt>
                <c:pt idx="1536">
                  <c:v>19.376979936642027</c:v>
                </c:pt>
                <c:pt idx="1537">
                  <c:v>20.865892291446674</c:v>
                </c:pt>
                <c:pt idx="1538">
                  <c:v>20.802534318901795</c:v>
                </c:pt>
                <c:pt idx="1539">
                  <c:v>19.208025343189018</c:v>
                </c:pt>
                <c:pt idx="1540">
                  <c:v>19.429778247096092</c:v>
                </c:pt>
                <c:pt idx="1541">
                  <c:v>18.426610348468849</c:v>
                </c:pt>
                <c:pt idx="1542">
                  <c:v>18.426610348468849</c:v>
                </c:pt>
                <c:pt idx="1543">
                  <c:v>20.485744456177404</c:v>
                </c:pt>
                <c:pt idx="1544">
                  <c:v>20.496304118268217</c:v>
                </c:pt>
                <c:pt idx="1545">
                  <c:v>20.496304118268217</c:v>
                </c:pt>
                <c:pt idx="1546">
                  <c:v>21.668426610348469</c:v>
                </c:pt>
                <c:pt idx="1547">
                  <c:v>23.685322069693768</c:v>
                </c:pt>
                <c:pt idx="1548">
                  <c:v>24.171066525871172</c:v>
                </c:pt>
                <c:pt idx="1549">
                  <c:v>24.63569165786695</c:v>
                </c:pt>
                <c:pt idx="1550">
                  <c:v>24.952481520591341</c:v>
                </c:pt>
                <c:pt idx="1551">
                  <c:v>24.920802534318902</c:v>
                </c:pt>
                <c:pt idx="1552">
                  <c:v>24.920802534318902</c:v>
                </c:pt>
                <c:pt idx="1553">
                  <c:v>24.26610348468849</c:v>
                </c:pt>
                <c:pt idx="1554">
                  <c:v>21.858500527983104</c:v>
                </c:pt>
                <c:pt idx="1555">
                  <c:v>20.179514255543822</c:v>
                </c:pt>
                <c:pt idx="1556">
                  <c:v>23.389651531151003</c:v>
                </c:pt>
                <c:pt idx="1557">
                  <c:v>21.626187961985217</c:v>
                </c:pt>
                <c:pt idx="1558">
                  <c:v>22.185850052798312</c:v>
                </c:pt>
                <c:pt idx="1559">
                  <c:v>22.703273495248151</c:v>
                </c:pt>
                <c:pt idx="1560">
                  <c:v>24.160506863780359</c:v>
                </c:pt>
                <c:pt idx="1561">
                  <c:v>25.153115100316789</c:v>
                </c:pt>
              </c:numCache>
            </c:numRef>
          </c:val>
          <c:smooth val="0"/>
          <c:extLst>
            <c:ext xmlns:c16="http://schemas.microsoft.com/office/drawing/2014/chart" uri="{C3380CC4-5D6E-409C-BE32-E72D297353CC}">
              <c16:uniqueId val="{00000001-BB5B-4ED5-9AEA-DAF41A738756}"/>
            </c:ext>
          </c:extLst>
        </c:ser>
        <c:ser>
          <c:idx val="2"/>
          <c:order val="2"/>
          <c:tx>
            <c:strRef>
              <c:f>'5年内走势'!$G$1</c:f>
              <c:strCache>
                <c:ptCount val="1"/>
                <c:pt idx="0">
                  <c:v>三星</c:v>
                </c:pt>
              </c:strCache>
            </c:strRef>
          </c:tx>
          <c:spPr>
            <a:ln w="19050" cap="rnd">
              <a:solidFill>
                <a:schemeClr val="accent3"/>
              </a:solidFill>
              <a:round/>
            </a:ln>
            <a:effectLst/>
          </c:spPr>
          <c:marker>
            <c:symbol val="none"/>
          </c:marker>
          <c:cat>
            <c:numRef>
              <c:f>'5年内走势'!$A$2:$A$3995</c:f>
              <c:numCache>
                <c:formatCode>m/d/yyyy</c:formatCode>
                <c:ptCount val="3994"/>
                <c:pt idx="0">
                  <c:v>43832</c:v>
                </c:pt>
                <c:pt idx="1">
                  <c:v>43833</c:v>
                </c:pt>
                <c:pt idx="2">
                  <c:v>43836</c:v>
                </c:pt>
                <c:pt idx="3">
                  <c:v>43837</c:v>
                </c:pt>
                <c:pt idx="4">
                  <c:v>43838</c:v>
                </c:pt>
                <c:pt idx="5">
                  <c:v>43839</c:v>
                </c:pt>
                <c:pt idx="6">
                  <c:v>43840</c:v>
                </c:pt>
                <c:pt idx="7">
                  <c:v>43843</c:v>
                </c:pt>
                <c:pt idx="8">
                  <c:v>43844</c:v>
                </c:pt>
                <c:pt idx="9">
                  <c:v>43845</c:v>
                </c:pt>
                <c:pt idx="10">
                  <c:v>43846</c:v>
                </c:pt>
                <c:pt idx="11">
                  <c:v>43847</c:v>
                </c:pt>
                <c:pt idx="12">
                  <c:v>43850</c:v>
                </c:pt>
                <c:pt idx="13">
                  <c:v>43851</c:v>
                </c:pt>
                <c:pt idx="14">
                  <c:v>43852</c:v>
                </c:pt>
                <c:pt idx="15">
                  <c:v>43853</c:v>
                </c:pt>
                <c:pt idx="16">
                  <c:v>43864</c:v>
                </c:pt>
                <c:pt idx="17">
                  <c:v>43865</c:v>
                </c:pt>
                <c:pt idx="18">
                  <c:v>43866</c:v>
                </c:pt>
                <c:pt idx="19">
                  <c:v>43867</c:v>
                </c:pt>
                <c:pt idx="20">
                  <c:v>43868</c:v>
                </c:pt>
                <c:pt idx="21">
                  <c:v>43871</c:v>
                </c:pt>
                <c:pt idx="22">
                  <c:v>43872</c:v>
                </c:pt>
                <c:pt idx="23">
                  <c:v>43873</c:v>
                </c:pt>
                <c:pt idx="24">
                  <c:v>43874</c:v>
                </c:pt>
                <c:pt idx="25">
                  <c:v>43875</c:v>
                </c:pt>
                <c:pt idx="26">
                  <c:v>43878</c:v>
                </c:pt>
                <c:pt idx="27">
                  <c:v>43879</c:v>
                </c:pt>
                <c:pt idx="28">
                  <c:v>43880</c:v>
                </c:pt>
                <c:pt idx="29">
                  <c:v>43881</c:v>
                </c:pt>
                <c:pt idx="30">
                  <c:v>43882</c:v>
                </c:pt>
                <c:pt idx="31">
                  <c:v>43885</c:v>
                </c:pt>
                <c:pt idx="32">
                  <c:v>43886</c:v>
                </c:pt>
                <c:pt idx="33">
                  <c:v>43887</c:v>
                </c:pt>
                <c:pt idx="34">
                  <c:v>43888</c:v>
                </c:pt>
                <c:pt idx="35">
                  <c:v>43889</c:v>
                </c:pt>
                <c:pt idx="36">
                  <c:v>43892</c:v>
                </c:pt>
                <c:pt idx="37">
                  <c:v>43893</c:v>
                </c:pt>
                <c:pt idx="38">
                  <c:v>43894</c:v>
                </c:pt>
                <c:pt idx="39">
                  <c:v>43895</c:v>
                </c:pt>
                <c:pt idx="40">
                  <c:v>43896</c:v>
                </c:pt>
                <c:pt idx="41">
                  <c:v>43899</c:v>
                </c:pt>
                <c:pt idx="42">
                  <c:v>43900</c:v>
                </c:pt>
                <c:pt idx="43">
                  <c:v>43901</c:v>
                </c:pt>
                <c:pt idx="44">
                  <c:v>43902</c:v>
                </c:pt>
                <c:pt idx="45">
                  <c:v>43903</c:v>
                </c:pt>
                <c:pt idx="46">
                  <c:v>43906</c:v>
                </c:pt>
                <c:pt idx="47">
                  <c:v>43907</c:v>
                </c:pt>
                <c:pt idx="48">
                  <c:v>43908</c:v>
                </c:pt>
                <c:pt idx="49">
                  <c:v>43909</c:v>
                </c:pt>
                <c:pt idx="50">
                  <c:v>43910</c:v>
                </c:pt>
                <c:pt idx="51">
                  <c:v>43913</c:v>
                </c:pt>
                <c:pt idx="52">
                  <c:v>43914</c:v>
                </c:pt>
                <c:pt idx="53">
                  <c:v>43915</c:v>
                </c:pt>
                <c:pt idx="54">
                  <c:v>43916</c:v>
                </c:pt>
                <c:pt idx="55">
                  <c:v>43917</c:v>
                </c:pt>
                <c:pt idx="56">
                  <c:v>43920</c:v>
                </c:pt>
                <c:pt idx="57">
                  <c:v>43921</c:v>
                </c:pt>
                <c:pt idx="58">
                  <c:v>43922</c:v>
                </c:pt>
                <c:pt idx="59">
                  <c:v>43923</c:v>
                </c:pt>
                <c:pt idx="60">
                  <c:v>43924</c:v>
                </c:pt>
                <c:pt idx="61">
                  <c:v>43928</c:v>
                </c:pt>
                <c:pt idx="62">
                  <c:v>43929</c:v>
                </c:pt>
                <c:pt idx="63">
                  <c:v>43930</c:v>
                </c:pt>
                <c:pt idx="64">
                  <c:v>43931</c:v>
                </c:pt>
                <c:pt idx="65">
                  <c:v>43934</c:v>
                </c:pt>
                <c:pt idx="66">
                  <c:v>43935</c:v>
                </c:pt>
                <c:pt idx="67">
                  <c:v>43936</c:v>
                </c:pt>
                <c:pt idx="68">
                  <c:v>43937</c:v>
                </c:pt>
                <c:pt idx="69">
                  <c:v>43938</c:v>
                </c:pt>
                <c:pt idx="70">
                  <c:v>43941</c:v>
                </c:pt>
                <c:pt idx="71">
                  <c:v>43942</c:v>
                </c:pt>
                <c:pt idx="72">
                  <c:v>43943</c:v>
                </c:pt>
                <c:pt idx="73">
                  <c:v>43944</c:v>
                </c:pt>
                <c:pt idx="74">
                  <c:v>43945</c:v>
                </c:pt>
                <c:pt idx="75">
                  <c:v>43948</c:v>
                </c:pt>
                <c:pt idx="76">
                  <c:v>43949</c:v>
                </c:pt>
                <c:pt idx="77">
                  <c:v>43950</c:v>
                </c:pt>
                <c:pt idx="78">
                  <c:v>43951</c:v>
                </c:pt>
                <c:pt idx="79">
                  <c:v>43957</c:v>
                </c:pt>
                <c:pt idx="80">
                  <c:v>43958</c:v>
                </c:pt>
                <c:pt idx="81">
                  <c:v>43959</c:v>
                </c:pt>
                <c:pt idx="82">
                  <c:v>43962</c:v>
                </c:pt>
                <c:pt idx="83">
                  <c:v>43963</c:v>
                </c:pt>
                <c:pt idx="84">
                  <c:v>43964</c:v>
                </c:pt>
                <c:pt idx="85">
                  <c:v>43965</c:v>
                </c:pt>
                <c:pt idx="86">
                  <c:v>43966</c:v>
                </c:pt>
                <c:pt idx="87">
                  <c:v>43969</c:v>
                </c:pt>
                <c:pt idx="88">
                  <c:v>43970</c:v>
                </c:pt>
                <c:pt idx="89">
                  <c:v>43971</c:v>
                </c:pt>
                <c:pt idx="90">
                  <c:v>43972</c:v>
                </c:pt>
                <c:pt idx="91">
                  <c:v>43973</c:v>
                </c:pt>
                <c:pt idx="92">
                  <c:v>43976</c:v>
                </c:pt>
                <c:pt idx="93">
                  <c:v>43977</c:v>
                </c:pt>
                <c:pt idx="94">
                  <c:v>43978</c:v>
                </c:pt>
                <c:pt idx="95">
                  <c:v>43979</c:v>
                </c:pt>
                <c:pt idx="96">
                  <c:v>43980</c:v>
                </c:pt>
                <c:pt idx="97">
                  <c:v>43983</c:v>
                </c:pt>
                <c:pt idx="98">
                  <c:v>43984</c:v>
                </c:pt>
                <c:pt idx="99">
                  <c:v>43985</c:v>
                </c:pt>
                <c:pt idx="100">
                  <c:v>43986</c:v>
                </c:pt>
                <c:pt idx="101">
                  <c:v>43987</c:v>
                </c:pt>
                <c:pt idx="102">
                  <c:v>43990</c:v>
                </c:pt>
                <c:pt idx="103">
                  <c:v>43991</c:v>
                </c:pt>
                <c:pt idx="104">
                  <c:v>43992</c:v>
                </c:pt>
                <c:pt idx="105">
                  <c:v>43993</c:v>
                </c:pt>
                <c:pt idx="106">
                  <c:v>43994</c:v>
                </c:pt>
                <c:pt idx="107">
                  <c:v>43997</c:v>
                </c:pt>
                <c:pt idx="108">
                  <c:v>43998</c:v>
                </c:pt>
                <c:pt idx="109">
                  <c:v>43999</c:v>
                </c:pt>
                <c:pt idx="110">
                  <c:v>44000</c:v>
                </c:pt>
                <c:pt idx="111">
                  <c:v>44001</c:v>
                </c:pt>
                <c:pt idx="112">
                  <c:v>44004</c:v>
                </c:pt>
                <c:pt idx="113">
                  <c:v>44005</c:v>
                </c:pt>
                <c:pt idx="114">
                  <c:v>44006</c:v>
                </c:pt>
                <c:pt idx="115">
                  <c:v>44011</c:v>
                </c:pt>
                <c:pt idx="116">
                  <c:v>44012</c:v>
                </c:pt>
                <c:pt idx="117">
                  <c:v>44013</c:v>
                </c:pt>
                <c:pt idx="118">
                  <c:v>44014</c:v>
                </c:pt>
                <c:pt idx="119">
                  <c:v>44015</c:v>
                </c:pt>
                <c:pt idx="120">
                  <c:v>44018</c:v>
                </c:pt>
                <c:pt idx="121">
                  <c:v>44019</c:v>
                </c:pt>
                <c:pt idx="122">
                  <c:v>44020</c:v>
                </c:pt>
                <c:pt idx="123">
                  <c:v>44021</c:v>
                </c:pt>
                <c:pt idx="124">
                  <c:v>44022</c:v>
                </c:pt>
                <c:pt idx="125">
                  <c:v>44025</c:v>
                </c:pt>
                <c:pt idx="126">
                  <c:v>44026</c:v>
                </c:pt>
                <c:pt idx="127">
                  <c:v>44027</c:v>
                </c:pt>
                <c:pt idx="128">
                  <c:v>44028</c:v>
                </c:pt>
                <c:pt idx="129">
                  <c:v>44029</c:v>
                </c:pt>
                <c:pt idx="130">
                  <c:v>44032</c:v>
                </c:pt>
                <c:pt idx="131">
                  <c:v>44033</c:v>
                </c:pt>
                <c:pt idx="132">
                  <c:v>44034</c:v>
                </c:pt>
                <c:pt idx="133">
                  <c:v>44035</c:v>
                </c:pt>
                <c:pt idx="134">
                  <c:v>44036</c:v>
                </c:pt>
                <c:pt idx="135">
                  <c:v>44039</c:v>
                </c:pt>
                <c:pt idx="136">
                  <c:v>44040</c:v>
                </c:pt>
                <c:pt idx="137">
                  <c:v>44041</c:v>
                </c:pt>
                <c:pt idx="138">
                  <c:v>44042</c:v>
                </c:pt>
                <c:pt idx="139">
                  <c:v>44043</c:v>
                </c:pt>
                <c:pt idx="140">
                  <c:v>44046</c:v>
                </c:pt>
                <c:pt idx="141">
                  <c:v>44047</c:v>
                </c:pt>
                <c:pt idx="142">
                  <c:v>44048</c:v>
                </c:pt>
                <c:pt idx="143">
                  <c:v>44049</c:v>
                </c:pt>
                <c:pt idx="144">
                  <c:v>44050</c:v>
                </c:pt>
                <c:pt idx="145">
                  <c:v>44053</c:v>
                </c:pt>
                <c:pt idx="146">
                  <c:v>44054</c:v>
                </c:pt>
                <c:pt idx="147">
                  <c:v>44055</c:v>
                </c:pt>
                <c:pt idx="148">
                  <c:v>44056</c:v>
                </c:pt>
                <c:pt idx="149">
                  <c:v>44057</c:v>
                </c:pt>
                <c:pt idx="150">
                  <c:v>44060</c:v>
                </c:pt>
                <c:pt idx="151">
                  <c:v>44061</c:v>
                </c:pt>
                <c:pt idx="152">
                  <c:v>44062</c:v>
                </c:pt>
                <c:pt idx="153">
                  <c:v>44063</c:v>
                </c:pt>
                <c:pt idx="154">
                  <c:v>44064</c:v>
                </c:pt>
                <c:pt idx="155">
                  <c:v>44067</c:v>
                </c:pt>
                <c:pt idx="156">
                  <c:v>44068</c:v>
                </c:pt>
                <c:pt idx="157">
                  <c:v>44069</c:v>
                </c:pt>
                <c:pt idx="158">
                  <c:v>44070</c:v>
                </c:pt>
                <c:pt idx="159">
                  <c:v>44071</c:v>
                </c:pt>
                <c:pt idx="160">
                  <c:v>44074</c:v>
                </c:pt>
                <c:pt idx="161">
                  <c:v>44075</c:v>
                </c:pt>
                <c:pt idx="162">
                  <c:v>44076</c:v>
                </c:pt>
                <c:pt idx="163">
                  <c:v>44077</c:v>
                </c:pt>
                <c:pt idx="164">
                  <c:v>44078</c:v>
                </c:pt>
                <c:pt idx="165">
                  <c:v>44081</c:v>
                </c:pt>
                <c:pt idx="166">
                  <c:v>44082</c:v>
                </c:pt>
                <c:pt idx="167">
                  <c:v>44083</c:v>
                </c:pt>
                <c:pt idx="168">
                  <c:v>44084</c:v>
                </c:pt>
                <c:pt idx="169">
                  <c:v>44085</c:v>
                </c:pt>
                <c:pt idx="170">
                  <c:v>44088</c:v>
                </c:pt>
                <c:pt idx="171">
                  <c:v>44089</c:v>
                </c:pt>
                <c:pt idx="172">
                  <c:v>44090</c:v>
                </c:pt>
                <c:pt idx="173">
                  <c:v>44091</c:v>
                </c:pt>
                <c:pt idx="174">
                  <c:v>44092</c:v>
                </c:pt>
                <c:pt idx="175">
                  <c:v>44095</c:v>
                </c:pt>
                <c:pt idx="176">
                  <c:v>44096</c:v>
                </c:pt>
                <c:pt idx="177">
                  <c:v>44097</c:v>
                </c:pt>
                <c:pt idx="178">
                  <c:v>44098</c:v>
                </c:pt>
                <c:pt idx="179">
                  <c:v>44099</c:v>
                </c:pt>
                <c:pt idx="180">
                  <c:v>44102</c:v>
                </c:pt>
                <c:pt idx="181">
                  <c:v>44103</c:v>
                </c:pt>
                <c:pt idx="182">
                  <c:v>44104</c:v>
                </c:pt>
                <c:pt idx="183">
                  <c:v>44113</c:v>
                </c:pt>
                <c:pt idx="184">
                  <c:v>44116</c:v>
                </c:pt>
                <c:pt idx="185">
                  <c:v>44117</c:v>
                </c:pt>
                <c:pt idx="186">
                  <c:v>44118</c:v>
                </c:pt>
                <c:pt idx="187">
                  <c:v>44119</c:v>
                </c:pt>
                <c:pt idx="188">
                  <c:v>44120</c:v>
                </c:pt>
                <c:pt idx="189">
                  <c:v>44123</c:v>
                </c:pt>
                <c:pt idx="190">
                  <c:v>44124</c:v>
                </c:pt>
                <c:pt idx="191">
                  <c:v>44125</c:v>
                </c:pt>
                <c:pt idx="192">
                  <c:v>44126</c:v>
                </c:pt>
                <c:pt idx="193">
                  <c:v>44127</c:v>
                </c:pt>
                <c:pt idx="194">
                  <c:v>44130</c:v>
                </c:pt>
                <c:pt idx="195">
                  <c:v>44131</c:v>
                </c:pt>
                <c:pt idx="196">
                  <c:v>44132</c:v>
                </c:pt>
                <c:pt idx="197">
                  <c:v>44133</c:v>
                </c:pt>
                <c:pt idx="198">
                  <c:v>44134</c:v>
                </c:pt>
                <c:pt idx="199">
                  <c:v>44137</c:v>
                </c:pt>
                <c:pt idx="200">
                  <c:v>44138</c:v>
                </c:pt>
                <c:pt idx="201">
                  <c:v>44139</c:v>
                </c:pt>
                <c:pt idx="202">
                  <c:v>44140</c:v>
                </c:pt>
                <c:pt idx="203">
                  <c:v>44141</c:v>
                </c:pt>
                <c:pt idx="204">
                  <c:v>44144</c:v>
                </c:pt>
                <c:pt idx="205">
                  <c:v>44145</c:v>
                </c:pt>
                <c:pt idx="206">
                  <c:v>44146</c:v>
                </c:pt>
                <c:pt idx="207">
                  <c:v>44147</c:v>
                </c:pt>
                <c:pt idx="208">
                  <c:v>44148</c:v>
                </c:pt>
                <c:pt idx="209">
                  <c:v>44151</c:v>
                </c:pt>
                <c:pt idx="210">
                  <c:v>44152</c:v>
                </c:pt>
                <c:pt idx="211">
                  <c:v>44153</c:v>
                </c:pt>
                <c:pt idx="212">
                  <c:v>44154</c:v>
                </c:pt>
                <c:pt idx="213">
                  <c:v>44155</c:v>
                </c:pt>
                <c:pt idx="214">
                  <c:v>44158</c:v>
                </c:pt>
                <c:pt idx="215">
                  <c:v>44159</c:v>
                </c:pt>
                <c:pt idx="216">
                  <c:v>44160</c:v>
                </c:pt>
                <c:pt idx="217">
                  <c:v>44161</c:v>
                </c:pt>
                <c:pt idx="218">
                  <c:v>44162</c:v>
                </c:pt>
                <c:pt idx="219">
                  <c:v>44165</c:v>
                </c:pt>
                <c:pt idx="220">
                  <c:v>44166</c:v>
                </c:pt>
                <c:pt idx="221">
                  <c:v>44167</c:v>
                </c:pt>
                <c:pt idx="222">
                  <c:v>44168</c:v>
                </c:pt>
                <c:pt idx="223">
                  <c:v>44169</c:v>
                </c:pt>
                <c:pt idx="224">
                  <c:v>44172</c:v>
                </c:pt>
                <c:pt idx="225">
                  <c:v>44173</c:v>
                </c:pt>
                <c:pt idx="226">
                  <c:v>44174</c:v>
                </c:pt>
                <c:pt idx="227">
                  <c:v>44175</c:v>
                </c:pt>
                <c:pt idx="228">
                  <c:v>44176</c:v>
                </c:pt>
                <c:pt idx="229">
                  <c:v>44179</c:v>
                </c:pt>
                <c:pt idx="230">
                  <c:v>44180</c:v>
                </c:pt>
                <c:pt idx="231">
                  <c:v>44181</c:v>
                </c:pt>
                <c:pt idx="232">
                  <c:v>44182</c:v>
                </c:pt>
                <c:pt idx="233">
                  <c:v>44183</c:v>
                </c:pt>
                <c:pt idx="234">
                  <c:v>44186</c:v>
                </c:pt>
                <c:pt idx="235">
                  <c:v>44187</c:v>
                </c:pt>
                <c:pt idx="236">
                  <c:v>44188</c:v>
                </c:pt>
                <c:pt idx="237">
                  <c:v>44189</c:v>
                </c:pt>
                <c:pt idx="238">
                  <c:v>44190</c:v>
                </c:pt>
                <c:pt idx="239">
                  <c:v>44193</c:v>
                </c:pt>
                <c:pt idx="240">
                  <c:v>44194</c:v>
                </c:pt>
                <c:pt idx="241">
                  <c:v>44195</c:v>
                </c:pt>
                <c:pt idx="242">
                  <c:v>44196</c:v>
                </c:pt>
                <c:pt idx="243">
                  <c:v>44200</c:v>
                </c:pt>
                <c:pt idx="244">
                  <c:v>44201</c:v>
                </c:pt>
                <c:pt idx="245">
                  <c:v>44202</c:v>
                </c:pt>
                <c:pt idx="246">
                  <c:v>44203</c:v>
                </c:pt>
                <c:pt idx="247">
                  <c:v>44204</c:v>
                </c:pt>
                <c:pt idx="248">
                  <c:v>44207</c:v>
                </c:pt>
                <c:pt idx="249">
                  <c:v>44208</c:v>
                </c:pt>
                <c:pt idx="250">
                  <c:v>44209</c:v>
                </c:pt>
                <c:pt idx="251">
                  <c:v>44210</c:v>
                </c:pt>
                <c:pt idx="252">
                  <c:v>44211</c:v>
                </c:pt>
                <c:pt idx="253">
                  <c:v>44214</c:v>
                </c:pt>
                <c:pt idx="254">
                  <c:v>44215</c:v>
                </c:pt>
                <c:pt idx="255">
                  <c:v>44216</c:v>
                </c:pt>
                <c:pt idx="256">
                  <c:v>44217</c:v>
                </c:pt>
                <c:pt idx="257">
                  <c:v>44218</c:v>
                </c:pt>
                <c:pt idx="258">
                  <c:v>44221</c:v>
                </c:pt>
                <c:pt idx="259">
                  <c:v>44222</c:v>
                </c:pt>
                <c:pt idx="260">
                  <c:v>44223</c:v>
                </c:pt>
                <c:pt idx="261">
                  <c:v>44224</c:v>
                </c:pt>
                <c:pt idx="262">
                  <c:v>44225</c:v>
                </c:pt>
                <c:pt idx="263">
                  <c:v>44228</c:v>
                </c:pt>
                <c:pt idx="264">
                  <c:v>44229</c:v>
                </c:pt>
                <c:pt idx="265">
                  <c:v>44230</c:v>
                </c:pt>
                <c:pt idx="266">
                  <c:v>44231</c:v>
                </c:pt>
                <c:pt idx="267">
                  <c:v>44232</c:v>
                </c:pt>
                <c:pt idx="268">
                  <c:v>44235</c:v>
                </c:pt>
                <c:pt idx="269">
                  <c:v>44236</c:v>
                </c:pt>
                <c:pt idx="270">
                  <c:v>44237</c:v>
                </c:pt>
                <c:pt idx="271">
                  <c:v>44245</c:v>
                </c:pt>
                <c:pt idx="272">
                  <c:v>44246</c:v>
                </c:pt>
                <c:pt idx="273">
                  <c:v>44249</c:v>
                </c:pt>
                <c:pt idx="274">
                  <c:v>44250</c:v>
                </c:pt>
                <c:pt idx="275">
                  <c:v>44251</c:v>
                </c:pt>
                <c:pt idx="276">
                  <c:v>44252</c:v>
                </c:pt>
                <c:pt idx="277">
                  <c:v>44253</c:v>
                </c:pt>
                <c:pt idx="278">
                  <c:v>44256</c:v>
                </c:pt>
                <c:pt idx="279">
                  <c:v>44257</c:v>
                </c:pt>
                <c:pt idx="280">
                  <c:v>44258</c:v>
                </c:pt>
                <c:pt idx="281">
                  <c:v>44259</c:v>
                </c:pt>
                <c:pt idx="282">
                  <c:v>44260</c:v>
                </c:pt>
                <c:pt idx="283">
                  <c:v>44263</c:v>
                </c:pt>
                <c:pt idx="284">
                  <c:v>44264</c:v>
                </c:pt>
                <c:pt idx="285">
                  <c:v>44265</c:v>
                </c:pt>
                <c:pt idx="286">
                  <c:v>44266</c:v>
                </c:pt>
                <c:pt idx="287">
                  <c:v>44267</c:v>
                </c:pt>
                <c:pt idx="288">
                  <c:v>44270</c:v>
                </c:pt>
                <c:pt idx="289">
                  <c:v>44271</c:v>
                </c:pt>
                <c:pt idx="290">
                  <c:v>44272</c:v>
                </c:pt>
                <c:pt idx="291">
                  <c:v>44273</c:v>
                </c:pt>
                <c:pt idx="292">
                  <c:v>44274</c:v>
                </c:pt>
                <c:pt idx="293">
                  <c:v>44277</c:v>
                </c:pt>
                <c:pt idx="294">
                  <c:v>44278</c:v>
                </c:pt>
                <c:pt idx="295">
                  <c:v>44279</c:v>
                </c:pt>
                <c:pt idx="296">
                  <c:v>44280</c:v>
                </c:pt>
                <c:pt idx="297">
                  <c:v>44281</c:v>
                </c:pt>
                <c:pt idx="298">
                  <c:v>44284</c:v>
                </c:pt>
                <c:pt idx="299">
                  <c:v>44285</c:v>
                </c:pt>
                <c:pt idx="300">
                  <c:v>44286</c:v>
                </c:pt>
                <c:pt idx="301">
                  <c:v>44287</c:v>
                </c:pt>
                <c:pt idx="302">
                  <c:v>44288</c:v>
                </c:pt>
                <c:pt idx="303">
                  <c:v>44292</c:v>
                </c:pt>
                <c:pt idx="304">
                  <c:v>44293</c:v>
                </c:pt>
                <c:pt idx="305">
                  <c:v>44294</c:v>
                </c:pt>
                <c:pt idx="306">
                  <c:v>44295</c:v>
                </c:pt>
                <c:pt idx="307">
                  <c:v>44298</c:v>
                </c:pt>
                <c:pt idx="308">
                  <c:v>44299</c:v>
                </c:pt>
                <c:pt idx="309">
                  <c:v>44300</c:v>
                </c:pt>
                <c:pt idx="310">
                  <c:v>44301</c:v>
                </c:pt>
                <c:pt idx="311">
                  <c:v>44302</c:v>
                </c:pt>
                <c:pt idx="312">
                  <c:v>44305</c:v>
                </c:pt>
                <c:pt idx="313">
                  <c:v>44306</c:v>
                </c:pt>
                <c:pt idx="314">
                  <c:v>44307</c:v>
                </c:pt>
                <c:pt idx="315">
                  <c:v>44308</c:v>
                </c:pt>
                <c:pt idx="316">
                  <c:v>44309</c:v>
                </c:pt>
                <c:pt idx="317">
                  <c:v>44312</c:v>
                </c:pt>
                <c:pt idx="318">
                  <c:v>44313</c:v>
                </c:pt>
                <c:pt idx="319">
                  <c:v>44314</c:v>
                </c:pt>
                <c:pt idx="320">
                  <c:v>44315</c:v>
                </c:pt>
                <c:pt idx="321">
                  <c:v>44316</c:v>
                </c:pt>
                <c:pt idx="322">
                  <c:v>44322</c:v>
                </c:pt>
                <c:pt idx="323">
                  <c:v>44323</c:v>
                </c:pt>
                <c:pt idx="324">
                  <c:v>44326</c:v>
                </c:pt>
                <c:pt idx="325">
                  <c:v>44327</c:v>
                </c:pt>
                <c:pt idx="326">
                  <c:v>44328</c:v>
                </c:pt>
                <c:pt idx="327">
                  <c:v>44329</c:v>
                </c:pt>
                <c:pt idx="328">
                  <c:v>44330</c:v>
                </c:pt>
                <c:pt idx="329">
                  <c:v>44333</c:v>
                </c:pt>
                <c:pt idx="330">
                  <c:v>44334</c:v>
                </c:pt>
                <c:pt idx="331">
                  <c:v>44335</c:v>
                </c:pt>
                <c:pt idx="332">
                  <c:v>44336</c:v>
                </c:pt>
                <c:pt idx="333">
                  <c:v>44337</c:v>
                </c:pt>
                <c:pt idx="334">
                  <c:v>44340</c:v>
                </c:pt>
                <c:pt idx="335">
                  <c:v>44341</c:v>
                </c:pt>
                <c:pt idx="336">
                  <c:v>44342</c:v>
                </c:pt>
                <c:pt idx="337">
                  <c:v>44343</c:v>
                </c:pt>
                <c:pt idx="338">
                  <c:v>44344</c:v>
                </c:pt>
                <c:pt idx="339">
                  <c:v>44347</c:v>
                </c:pt>
                <c:pt idx="340">
                  <c:v>44348</c:v>
                </c:pt>
                <c:pt idx="341">
                  <c:v>44349</c:v>
                </c:pt>
                <c:pt idx="342">
                  <c:v>44350</c:v>
                </c:pt>
                <c:pt idx="343">
                  <c:v>44351</c:v>
                </c:pt>
                <c:pt idx="344">
                  <c:v>44354</c:v>
                </c:pt>
                <c:pt idx="345">
                  <c:v>44355</c:v>
                </c:pt>
                <c:pt idx="346">
                  <c:v>44356</c:v>
                </c:pt>
                <c:pt idx="347">
                  <c:v>44357</c:v>
                </c:pt>
                <c:pt idx="348">
                  <c:v>44358</c:v>
                </c:pt>
                <c:pt idx="349">
                  <c:v>44362</c:v>
                </c:pt>
                <c:pt idx="350">
                  <c:v>44363</c:v>
                </c:pt>
                <c:pt idx="351">
                  <c:v>44364</c:v>
                </c:pt>
                <c:pt idx="352">
                  <c:v>44365</c:v>
                </c:pt>
                <c:pt idx="353">
                  <c:v>44368</c:v>
                </c:pt>
                <c:pt idx="354">
                  <c:v>44369</c:v>
                </c:pt>
                <c:pt idx="355">
                  <c:v>44370</c:v>
                </c:pt>
                <c:pt idx="356">
                  <c:v>44371</c:v>
                </c:pt>
                <c:pt idx="357">
                  <c:v>44372</c:v>
                </c:pt>
                <c:pt idx="358">
                  <c:v>44375</c:v>
                </c:pt>
                <c:pt idx="359">
                  <c:v>44376</c:v>
                </c:pt>
                <c:pt idx="360">
                  <c:v>44377</c:v>
                </c:pt>
                <c:pt idx="361">
                  <c:v>44378</c:v>
                </c:pt>
                <c:pt idx="362">
                  <c:v>44379</c:v>
                </c:pt>
                <c:pt idx="363">
                  <c:v>44382</c:v>
                </c:pt>
                <c:pt idx="364">
                  <c:v>44383</c:v>
                </c:pt>
                <c:pt idx="365">
                  <c:v>44384</c:v>
                </c:pt>
                <c:pt idx="366">
                  <c:v>44385</c:v>
                </c:pt>
                <c:pt idx="367">
                  <c:v>44386</c:v>
                </c:pt>
                <c:pt idx="368">
                  <c:v>44389</c:v>
                </c:pt>
                <c:pt idx="369">
                  <c:v>44390</c:v>
                </c:pt>
                <c:pt idx="370">
                  <c:v>44391</c:v>
                </c:pt>
                <c:pt idx="371">
                  <c:v>44392</c:v>
                </c:pt>
                <c:pt idx="372">
                  <c:v>44393</c:v>
                </c:pt>
                <c:pt idx="373">
                  <c:v>44396</c:v>
                </c:pt>
                <c:pt idx="374">
                  <c:v>44397</c:v>
                </c:pt>
                <c:pt idx="375">
                  <c:v>44398</c:v>
                </c:pt>
                <c:pt idx="376">
                  <c:v>44399</c:v>
                </c:pt>
                <c:pt idx="377">
                  <c:v>44400</c:v>
                </c:pt>
                <c:pt idx="378">
                  <c:v>44403</c:v>
                </c:pt>
                <c:pt idx="379">
                  <c:v>44404</c:v>
                </c:pt>
                <c:pt idx="380">
                  <c:v>44405</c:v>
                </c:pt>
                <c:pt idx="381">
                  <c:v>44406</c:v>
                </c:pt>
                <c:pt idx="382">
                  <c:v>44407</c:v>
                </c:pt>
                <c:pt idx="383">
                  <c:v>44410</c:v>
                </c:pt>
                <c:pt idx="384">
                  <c:v>44411</c:v>
                </c:pt>
                <c:pt idx="385">
                  <c:v>44412</c:v>
                </c:pt>
                <c:pt idx="386">
                  <c:v>44413</c:v>
                </c:pt>
                <c:pt idx="387">
                  <c:v>44414</c:v>
                </c:pt>
                <c:pt idx="388">
                  <c:v>44417</c:v>
                </c:pt>
                <c:pt idx="389">
                  <c:v>44418</c:v>
                </c:pt>
                <c:pt idx="390">
                  <c:v>44419</c:v>
                </c:pt>
                <c:pt idx="391">
                  <c:v>44420</c:v>
                </c:pt>
                <c:pt idx="392">
                  <c:v>44421</c:v>
                </c:pt>
                <c:pt idx="393">
                  <c:v>44424</c:v>
                </c:pt>
                <c:pt idx="394">
                  <c:v>44425</c:v>
                </c:pt>
                <c:pt idx="395">
                  <c:v>44426</c:v>
                </c:pt>
                <c:pt idx="396">
                  <c:v>44427</c:v>
                </c:pt>
                <c:pt idx="397">
                  <c:v>44428</c:v>
                </c:pt>
                <c:pt idx="398">
                  <c:v>44431</c:v>
                </c:pt>
                <c:pt idx="399">
                  <c:v>44432</c:v>
                </c:pt>
                <c:pt idx="400">
                  <c:v>44433</c:v>
                </c:pt>
                <c:pt idx="401">
                  <c:v>44434</c:v>
                </c:pt>
                <c:pt idx="402">
                  <c:v>44435</c:v>
                </c:pt>
                <c:pt idx="403">
                  <c:v>44438</c:v>
                </c:pt>
                <c:pt idx="404">
                  <c:v>44439</c:v>
                </c:pt>
                <c:pt idx="405">
                  <c:v>44440</c:v>
                </c:pt>
                <c:pt idx="406">
                  <c:v>44441</c:v>
                </c:pt>
                <c:pt idx="407">
                  <c:v>44442</c:v>
                </c:pt>
                <c:pt idx="408">
                  <c:v>44445</c:v>
                </c:pt>
                <c:pt idx="409">
                  <c:v>44446</c:v>
                </c:pt>
                <c:pt idx="410">
                  <c:v>44447</c:v>
                </c:pt>
                <c:pt idx="411">
                  <c:v>44448</c:v>
                </c:pt>
                <c:pt idx="412">
                  <c:v>44449</c:v>
                </c:pt>
                <c:pt idx="413">
                  <c:v>44452</c:v>
                </c:pt>
                <c:pt idx="414">
                  <c:v>44453</c:v>
                </c:pt>
                <c:pt idx="415">
                  <c:v>44454</c:v>
                </c:pt>
                <c:pt idx="416">
                  <c:v>44455</c:v>
                </c:pt>
                <c:pt idx="417">
                  <c:v>44456</c:v>
                </c:pt>
                <c:pt idx="418">
                  <c:v>44461</c:v>
                </c:pt>
                <c:pt idx="419">
                  <c:v>44462</c:v>
                </c:pt>
                <c:pt idx="420">
                  <c:v>44463</c:v>
                </c:pt>
                <c:pt idx="421">
                  <c:v>44466</c:v>
                </c:pt>
                <c:pt idx="422">
                  <c:v>44467</c:v>
                </c:pt>
                <c:pt idx="423">
                  <c:v>44468</c:v>
                </c:pt>
                <c:pt idx="424">
                  <c:v>44469</c:v>
                </c:pt>
                <c:pt idx="425">
                  <c:v>44477</c:v>
                </c:pt>
                <c:pt idx="426">
                  <c:v>44480</c:v>
                </c:pt>
                <c:pt idx="427">
                  <c:v>44481</c:v>
                </c:pt>
                <c:pt idx="428">
                  <c:v>44482</c:v>
                </c:pt>
                <c:pt idx="429">
                  <c:v>44483</c:v>
                </c:pt>
                <c:pt idx="430">
                  <c:v>44484</c:v>
                </c:pt>
                <c:pt idx="431">
                  <c:v>44487</c:v>
                </c:pt>
                <c:pt idx="432">
                  <c:v>44488</c:v>
                </c:pt>
                <c:pt idx="433">
                  <c:v>44489</c:v>
                </c:pt>
                <c:pt idx="434">
                  <c:v>44490</c:v>
                </c:pt>
                <c:pt idx="435">
                  <c:v>44491</c:v>
                </c:pt>
                <c:pt idx="436">
                  <c:v>44494</c:v>
                </c:pt>
                <c:pt idx="437">
                  <c:v>44495</c:v>
                </c:pt>
                <c:pt idx="438">
                  <c:v>44496</c:v>
                </c:pt>
                <c:pt idx="439">
                  <c:v>44497</c:v>
                </c:pt>
                <c:pt idx="440">
                  <c:v>44498</c:v>
                </c:pt>
                <c:pt idx="441">
                  <c:v>44501</c:v>
                </c:pt>
                <c:pt idx="442">
                  <c:v>44502</c:v>
                </c:pt>
                <c:pt idx="443">
                  <c:v>44503</c:v>
                </c:pt>
                <c:pt idx="444">
                  <c:v>44504</c:v>
                </c:pt>
                <c:pt idx="445">
                  <c:v>44505</c:v>
                </c:pt>
                <c:pt idx="446">
                  <c:v>44508</c:v>
                </c:pt>
                <c:pt idx="447">
                  <c:v>44509</c:v>
                </c:pt>
                <c:pt idx="448">
                  <c:v>44510</c:v>
                </c:pt>
                <c:pt idx="449">
                  <c:v>44511</c:v>
                </c:pt>
                <c:pt idx="450">
                  <c:v>44512</c:v>
                </c:pt>
                <c:pt idx="451">
                  <c:v>44515</c:v>
                </c:pt>
                <c:pt idx="452">
                  <c:v>44516</c:v>
                </c:pt>
                <c:pt idx="453">
                  <c:v>44517</c:v>
                </c:pt>
                <c:pt idx="454">
                  <c:v>44518</c:v>
                </c:pt>
                <c:pt idx="455">
                  <c:v>44519</c:v>
                </c:pt>
                <c:pt idx="456">
                  <c:v>44522</c:v>
                </c:pt>
                <c:pt idx="457">
                  <c:v>44523</c:v>
                </c:pt>
                <c:pt idx="458">
                  <c:v>44524</c:v>
                </c:pt>
                <c:pt idx="459">
                  <c:v>44525</c:v>
                </c:pt>
                <c:pt idx="460">
                  <c:v>44526</c:v>
                </c:pt>
                <c:pt idx="461">
                  <c:v>44529</c:v>
                </c:pt>
                <c:pt idx="462">
                  <c:v>44530</c:v>
                </c:pt>
                <c:pt idx="463">
                  <c:v>44531</c:v>
                </c:pt>
                <c:pt idx="464">
                  <c:v>44532</c:v>
                </c:pt>
                <c:pt idx="465">
                  <c:v>44533</c:v>
                </c:pt>
                <c:pt idx="466">
                  <c:v>44536</c:v>
                </c:pt>
                <c:pt idx="467">
                  <c:v>44537</c:v>
                </c:pt>
                <c:pt idx="468">
                  <c:v>44538</c:v>
                </c:pt>
                <c:pt idx="469">
                  <c:v>44539</c:v>
                </c:pt>
                <c:pt idx="470">
                  <c:v>44540</c:v>
                </c:pt>
                <c:pt idx="471">
                  <c:v>44543</c:v>
                </c:pt>
                <c:pt idx="472">
                  <c:v>44544</c:v>
                </c:pt>
                <c:pt idx="473">
                  <c:v>44545</c:v>
                </c:pt>
                <c:pt idx="474">
                  <c:v>44546</c:v>
                </c:pt>
                <c:pt idx="475">
                  <c:v>44547</c:v>
                </c:pt>
                <c:pt idx="476">
                  <c:v>44550</c:v>
                </c:pt>
                <c:pt idx="477">
                  <c:v>44551</c:v>
                </c:pt>
                <c:pt idx="478">
                  <c:v>44552</c:v>
                </c:pt>
                <c:pt idx="479">
                  <c:v>44553</c:v>
                </c:pt>
                <c:pt idx="480">
                  <c:v>44554</c:v>
                </c:pt>
                <c:pt idx="481">
                  <c:v>44557</c:v>
                </c:pt>
                <c:pt idx="482">
                  <c:v>44558</c:v>
                </c:pt>
                <c:pt idx="483">
                  <c:v>44559</c:v>
                </c:pt>
                <c:pt idx="484">
                  <c:v>44560</c:v>
                </c:pt>
                <c:pt idx="485">
                  <c:v>44561</c:v>
                </c:pt>
                <c:pt idx="486">
                  <c:v>44565</c:v>
                </c:pt>
                <c:pt idx="487">
                  <c:v>44566</c:v>
                </c:pt>
                <c:pt idx="488">
                  <c:v>44567</c:v>
                </c:pt>
                <c:pt idx="489">
                  <c:v>44568</c:v>
                </c:pt>
                <c:pt idx="490">
                  <c:v>44571</c:v>
                </c:pt>
                <c:pt idx="491">
                  <c:v>44572</c:v>
                </c:pt>
                <c:pt idx="492">
                  <c:v>44573</c:v>
                </c:pt>
                <c:pt idx="493">
                  <c:v>44574</c:v>
                </c:pt>
                <c:pt idx="494">
                  <c:v>44575</c:v>
                </c:pt>
                <c:pt idx="495">
                  <c:v>44578</c:v>
                </c:pt>
                <c:pt idx="496">
                  <c:v>44579</c:v>
                </c:pt>
                <c:pt idx="497">
                  <c:v>44580</c:v>
                </c:pt>
                <c:pt idx="498">
                  <c:v>44581</c:v>
                </c:pt>
                <c:pt idx="499">
                  <c:v>44582</c:v>
                </c:pt>
                <c:pt idx="500">
                  <c:v>44585</c:v>
                </c:pt>
                <c:pt idx="501">
                  <c:v>44586</c:v>
                </c:pt>
                <c:pt idx="502">
                  <c:v>44587</c:v>
                </c:pt>
                <c:pt idx="503">
                  <c:v>44588</c:v>
                </c:pt>
                <c:pt idx="504">
                  <c:v>44589</c:v>
                </c:pt>
                <c:pt idx="505">
                  <c:v>44599</c:v>
                </c:pt>
                <c:pt idx="506">
                  <c:v>44600</c:v>
                </c:pt>
                <c:pt idx="507">
                  <c:v>44601</c:v>
                </c:pt>
                <c:pt idx="508">
                  <c:v>44602</c:v>
                </c:pt>
                <c:pt idx="509">
                  <c:v>44603</c:v>
                </c:pt>
                <c:pt idx="510">
                  <c:v>44606</c:v>
                </c:pt>
                <c:pt idx="511">
                  <c:v>44607</c:v>
                </c:pt>
                <c:pt idx="512">
                  <c:v>44608</c:v>
                </c:pt>
                <c:pt idx="513">
                  <c:v>44609</c:v>
                </c:pt>
                <c:pt idx="514">
                  <c:v>44610</c:v>
                </c:pt>
                <c:pt idx="515">
                  <c:v>44613</c:v>
                </c:pt>
                <c:pt idx="516">
                  <c:v>44614</c:v>
                </c:pt>
                <c:pt idx="517">
                  <c:v>44615</c:v>
                </c:pt>
                <c:pt idx="518">
                  <c:v>44616</c:v>
                </c:pt>
                <c:pt idx="519">
                  <c:v>44617</c:v>
                </c:pt>
                <c:pt idx="520">
                  <c:v>44620</c:v>
                </c:pt>
                <c:pt idx="521">
                  <c:v>44621</c:v>
                </c:pt>
                <c:pt idx="522">
                  <c:v>44622</c:v>
                </c:pt>
                <c:pt idx="523">
                  <c:v>44623</c:v>
                </c:pt>
                <c:pt idx="524">
                  <c:v>44624</c:v>
                </c:pt>
                <c:pt idx="525">
                  <c:v>44627</c:v>
                </c:pt>
                <c:pt idx="526">
                  <c:v>44628</c:v>
                </c:pt>
                <c:pt idx="527">
                  <c:v>44629</c:v>
                </c:pt>
                <c:pt idx="528">
                  <c:v>44630</c:v>
                </c:pt>
                <c:pt idx="529">
                  <c:v>44631</c:v>
                </c:pt>
                <c:pt idx="530">
                  <c:v>44634</c:v>
                </c:pt>
                <c:pt idx="531">
                  <c:v>44635</c:v>
                </c:pt>
                <c:pt idx="532">
                  <c:v>44636</c:v>
                </c:pt>
                <c:pt idx="533">
                  <c:v>44637</c:v>
                </c:pt>
                <c:pt idx="534">
                  <c:v>44638</c:v>
                </c:pt>
                <c:pt idx="535">
                  <c:v>44641</c:v>
                </c:pt>
                <c:pt idx="536">
                  <c:v>44642</c:v>
                </c:pt>
                <c:pt idx="537">
                  <c:v>44643</c:v>
                </c:pt>
                <c:pt idx="538">
                  <c:v>44644</c:v>
                </c:pt>
                <c:pt idx="539">
                  <c:v>44645</c:v>
                </c:pt>
                <c:pt idx="540">
                  <c:v>44648</c:v>
                </c:pt>
                <c:pt idx="541">
                  <c:v>44649</c:v>
                </c:pt>
                <c:pt idx="542">
                  <c:v>44650</c:v>
                </c:pt>
                <c:pt idx="543">
                  <c:v>44651</c:v>
                </c:pt>
                <c:pt idx="544">
                  <c:v>44652</c:v>
                </c:pt>
                <c:pt idx="545">
                  <c:v>44657</c:v>
                </c:pt>
                <c:pt idx="546">
                  <c:v>44658</c:v>
                </c:pt>
                <c:pt idx="547">
                  <c:v>44659</c:v>
                </c:pt>
                <c:pt idx="548">
                  <c:v>44662</c:v>
                </c:pt>
                <c:pt idx="549">
                  <c:v>44663</c:v>
                </c:pt>
                <c:pt idx="550">
                  <c:v>44664</c:v>
                </c:pt>
                <c:pt idx="551">
                  <c:v>44665</c:v>
                </c:pt>
                <c:pt idx="552">
                  <c:v>44666</c:v>
                </c:pt>
                <c:pt idx="553">
                  <c:v>44669</c:v>
                </c:pt>
                <c:pt idx="554">
                  <c:v>44670</c:v>
                </c:pt>
                <c:pt idx="555">
                  <c:v>44671</c:v>
                </c:pt>
                <c:pt idx="556">
                  <c:v>44672</c:v>
                </c:pt>
                <c:pt idx="557">
                  <c:v>44673</c:v>
                </c:pt>
                <c:pt idx="558">
                  <c:v>44676</c:v>
                </c:pt>
                <c:pt idx="559">
                  <c:v>44677</c:v>
                </c:pt>
                <c:pt idx="560">
                  <c:v>44678</c:v>
                </c:pt>
                <c:pt idx="561">
                  <c:v>44679</c:v>
                </c:pt>
                <c:pt idx="562">
                  <c:v>44680</c:v>
                </c:pt>
                <c:pt idx="563">
                  <c:v>44686</c:v>
                </c:pt>
                <c:pt idx="564">
                  <c:v>44687</c:v>
                </c:pt>
                <c:pt idx="565">
                  <c:v>44690</c:v>
                </c:pt>
                <c:pt idx="566">
                  <c:v>44691</c:v>
                </c:pt>
                <c:pt idx="567">
                  <c:v>44692</c:v>
                </c:pt>
                <c:pt idx="568">
                  <c:v>44693</c:v>
                </c:pt>
                <c:pt idx="569">
                  <c:v>44694</c:v>
                </c:pt>
                <c:pt idx="570">
                  <c:v>44697</c:v>
                </c:pt>
                <c:pt idx="571">
                  <c:v>44698</c:v>
                </c:pt>
                <c:pt idx="572">
                  <c:v>44699</c:v>
                </c:pt>
                <c:pt idx="573">
                  <c:v>44700</c:v>
                </c:pt>
                <c:pt idx="574">
                  <c:v>44701</c:v>
                </c:pt>
                <c:pt idx="575">
                  <c:v>44704</c:v>
                </c:pt>
                <c:pt idx="576">
                  <c:v>44705</c:v>
                </c:pt>
                <c:pt idx="577">
                  <c:v>44706</c:v>
                </c:pt>
                <c:pt idx="578">
                  <c:v>44707</c:v>
                </c:pt>
                <c:pt idx="579">
                  <c:v>44708</c:v>
                </c:pt>
                <c:pt idx="580">
                  <c:v>44711</c:v>
                </c:pt>
                <c:pt idx="581">
                  <c:v>44712</c:v>
                </c:pt>
                <c:pt idx="582">
                  <c:v>44713</c:v>
                </c:pt>
                <c:pt idx="583">
                  <c:v>44714</c:v>
                </c:pt>
                <c:pt idx="584">
                  <c:v>44718</c:v>
                </c:pt>
                <c:pt idx="585">
                  <c:v>44719</c:v>
                </c:pt>
                <c:pt idx="586">
                  <c:v>44720</c:v>
                </c:pt>
                <c:pt idx="587">
                  <c:v>44721</c:v>
                </c:pt>
                <c:pt idx="588">
                  <c:v>44722</c:v>
                </c:pt>
                <c:pt idx="589">
                  <c:v>44725</c:v>
                </c:pt>
                <c:pt idx="590">
                  <c:v>44726</c:v>
                </c:pt>
                <c:pt idx="591">
                  <c:v>44727</c:v>
                </c:pt>
                <c:pt idx="592">
                  <c:v>44728</c:v>
                </c:pt>
                <c:pt idx="593">
                  <c:v>44729</c:v>
                </c:pt>
                <c:pt idx="594">
                  <c:v>44732</c:v>
                </c:pt>
                <c:pt idx="595">
                  <c:v>44733</c:v>
                </c:pt>
                <c:pt idx="596">
                  <c:v>44734</c:v>
                </c:pt>
                <c:pt idx="597">
                  <c:v>44735</c:v>
                </c:pt>
                <c:pt idx="598">
                  <c:v>44736</c:v>
                </c:pt>
                <c:pt idx="599">
                  <c:v>44739</c:v>
                </c:pt>
                <c:pt idx="600">
                  <c:v>44740</c:v>
                </c:pt>
                <c:pt idx="601">
                  <c:v>44741</c:v>
                </c:pt>
                <c:pt idx="602">
                  <c:v>44742</c:v>
                </c:pt>
                <c:pt idx="603">
                  <c:v>44743</c:v>
                </c:pt>
                <c:pt idx="604">
                  <c:v>44746</c:v>
                </c:pt>
                <c:pt idx="605">
                  <c:v>44747</c:v>
                </c:pt>
                <c:pt idx="606">
                  <c:v>44748</c:v>
                </c:pt>
                <c:pt idx="607">
                  <c:v>44749</c:v>
                </c:pt>
                <c:pt idx="608">
                  <c:v>44750</c:v>
                </c:pt>
                <c:pt idx="609">
                  <c:v>44753</c:v>
                </c:pt>
                <c:pt idx="610">
                  <c:v>44754</c:v>
                </c:pt>
                <c:pt idx="611">
                  <c:v>44755</c:v>
                </c:pt>
                <c:pt idx="612">
                  <c:v>44756</c:v>
                </c:pt>
                <c:pt idx="613">
                  <c:v>44757</c:v>
                </c:pt>
                <c:pt idx="614">
                  <c:v>44760</c:v>
                </c:pt>
                <c:pt idx="615">
                  <c:v>44761</c:v>
                </c:pt>
                <c:pt idx="616">
                  <c:v>44762</c:v>
                </c:pt>
                <c:pt idx="617">
                  <c:v>44763</c:v>
                </c:pt>
                <c:pt idx="618">
                  <c:v>44764</c:v>
                </c:pt>
                <c:pt idx="619">
                  <c:v>44767</c:v>
                </c:pt>
                <c:pt idx="620">
                  <c:v>44768</c:v>
                </c:pt>
                <c:pt idx="621">
                  <c:v>44769</c:v>
                </c:pt>
                <c:pt idx="622">
                  <c:v>44770</c:v>
                </c:pt>
                <c:pt idx="623">
                  <c:v>44771</c:v>
                </c:pt>
                <c:pt idx="624">
                  <c:v>44774</c:v>
                </c:pt>
                <c:pt idx="625">
                  <c:v>44775</c:v>
                </c:pt>
                <c:pt idx="626">
                  <c:v>44776</c:v>
                </c:pt>
                <c:pt idx="627">
                  <c:v>44777</c:v>
                </c:pt>
                <c:pt idx="628">
                  <c:v>44778</c:v>
                </c:pt>
                <c:pt idx="629">
                  <c:v>44781</c:v>
                </c:pt>
                <c:pt idx="630">
                  <c:v>44782</c:v>
                </c:pt>
                <c:pt idx="631">
                  <c:v>44783</c:v>
                </c:pt>
                <c:pt idx="632">
                  <c:v>44784</c:v>
                </c:pt>
                <c:pt idx="633">
                  <c:v>44785</c:v>
                </c:pt>
                <c:pt idx="634">
                  <c:v>44788</c:v>
                </c:pt>
                <c:pt idx="635">
                  <c:v>44789</c:v>
                </c:pt>
                <c:pt idx="636">
                  <c:v>44790</c:v>
                </c:pt>
                <c:pt idx="637">
                  <c:v>44791</c:v>
                </c:pt>
                <c:pt idx="638">
                  <c:v>44792</c:v>
                </c:pt>
                <c:pt idx="639">
                  <c:v>44795</c:v>
                </c:pt>
                <c:pt idx="640">
                  <c:v>44796</c:v>
                </c:pt>
                <c:pt idx="641">
                  <c:v>44797</c:v>
                </c:pt>
                <c:pt idx="642">
                  <c:v>44798</c:v>
                </c:pt>
                <c:pt idx="643">
                  <c:v>44799</c:v>
                </c:pt>
                <c:pt idx="644">
                  <c:v>44802</c:v>
                </c:pt>
                <c:pt idx="645">
                  <c:v>44803</c:v>
                </c:pt>
                <c:pt idx="646">
                  <c:v>44804</c:v>
                </c:pt>
                <c:pt idx="647">
                  <c:v>44805</c:v>
                </c:pt>
                <c:pt idx="648">
                  <c:v>44806</c:v>
                </c:pt>
                <c:pt idx="649">
                  <c:v>44809</c:v>
                </c:pt>
                <c:pt idx="650">
                  <c:v>44810</c:v>
                </c:pt>
                <c:pt idx="651">
                  <c:v>44811</c:v>
                </c:pt>
                <c:pt idx="652">
                  <c:v>44812</c:v>
                </c:pt>
                <c:pt idx="653">
                  <c:v>44813</c:v>
                </c:pt>
                <c:pt idx="654">
                  <c:v>44817</c:v>
                </c:pt>
                <c:pt idx="655">
                  <c:v>44818</c:v>
                </c:pt>
                <c:pt idx="656">
                  <c:v>44819</c:v>
                </c:pt>
                <c:pt idx="657">
                  <c:v>44820</c:v>
                </c:pt>
                <c:pt idx="658">
                  <c:v>44823</c:v>
                </c:pt>
                <c:pt idx="659">
                  <c:v>44824</c:v>
                </c:pt>
                <c:pt idx="660">
                  <c:v>44825</c:v>
                </c:pt>
                <c:pt idx="661">
                  <c:v>44826</c:v>
                </c:pt>
                <c:pt idx="662">
                  <c:v>44827</c:v>
                </c:pt>
                <c:pt idx="663">
                  <c:v>44830</c:v>
                </c:pt>
                <c:pt idx="664">
                  <c:v>44831</c:v>
                </c:pt>
                <c:pt idx="665">
                  <c:v>44832</c:v>
                </c:pt>
                <c:pt idx="666">
                  <c:v>44833</c:v>
                </c:pt>
                <c:pt idx="667">
                  <c:v>44834</c:v>
                </c:pt>
                <c:pt idx="668">
                  <c:v>44844</c:v>
                </c:pt>
                <c:pt idx="669">
                  <c:v>44845</c:v>
                </c:pt>
                <c:pt idx="670">
                  <c:v>44846</c:v>
                </c:pt>
                <c:pt idx="671">
                  <c:v>44847</c:v>
                </c:pt>
                <c:pt idx="672">
                  <c:v>44848</c:v>
                </c:pt>
                <c:pt idx="673">
                  <c:v>44851</c:v>
                </c:pt>
                <c:pt idx="674">
                  <c:v>44852</c:v>
                </c:pt>
                <c:pt idx="675">
                  <c:v>44853</c:v>
                </c:pt>
                <c:pt idx="676">
                  <c:v>44854</c:v>
                </c:pt>
                <c:pt idx="677">
                  <c:v>44855</c:v>
                </c:pt>
                <c:pt idx="678">
                  <c:v>44858</c:v>
                </c:pt>
                <c:pt idx="679">
                  <c:v>44859</c:v>
                </c:pt>
                <c:pt idx="680">
                  <c:v>44860</c:v>
                </c:pt>
                <c:pt idx="681">
                  <c:v>44861</c:v>
                </c:pt>
                <c:pt idx="682">
                  <c:v>44862</c:v>
                </c:pt>
                <c:pt idx="683">
                  <c:v>44865</c:v>
                </c:pt>
                <c:pt idx="684">
                  <c:v>44866</c:v>
                </c:pt>
                <c:pt idx="685">
                  <c:v>44867</c:v>
                </c:pt>
                <c:pt idx="686">
                  <c:v>44868</c:v>
                </c:pt>
                <c:pt idx="687">
                  <c:v>44869</c:v>
                </c:pt>
                <c:pt idx="688">
                  <c:v>44872</c:v>
                </c:pt>
                <c:pt idx="689">
                  <c:v>44873</c:v>
                </c:pt>
                <c:pt idx="690">
                  <c:v>44874</c:v>
                </c:pt>
                <c:pt idx="691">
                  <c:v>44875</c:v>
                </c:pt>
                <c:pt idx="692">
                  <c:v>44876</c:v>
                </c:pt>
                <c:pt idx="693">
                  <c:v>44879</c:v>
                </c:pt>
                <c:pt idx="694">
                  <c:v>44880</c:v>
                </c:pt>
                <c:pt idx="695">
                  <c:v>44881</c:v>
                </c:pt>
                <c:pt idx="696">
                  <c:v>44882</c:v>
                </c:pt>
                <c:pt idx="697">
                  <c:v>44883</c:v>
                </c:pt>
                <c:pt idx="698">
                  <c:v>44886</c:v>
                </c:pt>
                <c:pt idx="699">
                  <c:v>44887</c:v>
                </c:pt>
                <c:pt idx="700">
                  <c:v>44888</c:v>
                </c:pt>
                <c:pt idx="701">
                  <c:v>44889</c:v>
                </c:pt>
                <c:pt idx="702">
                  <c:v>44890</c:v>
                </c:pt>
                <c:pt idx="703">
                  <c:v>44893</c:v>
                </c:pt>
                <c:pt idx="704">
                  <c:v>44894</c:v>
                </c:pt>
                <c:pt idx="705">
                  <c:v>44895</c:v>
                </c:pt>
                <c:pt idx="706">
                  <c:v>44896</c:v>
                </c:pt>
                <c:pt idx="707">
                  <c:v>44897</c:v>
                </c:pt>
                <c:pt idx="708">
                  <c:v>44900</c:v>
                </c:pt>
                <c:pt idx="709">
                  <c:v>44901</c:v>
                </c:pt>
                <c:pt idx="710">
                  <c:v>44902</c:v>
                </c:pt>
                <c:pt idx="711">
                  <c:v>44903</c:v>
                </c:pt>
                <c:pt idx="712">
                  <c:v>44904</c:v>
                </c:pt>
                <c:pt idx="713">
                  <c:v>44907</c:v>
                </c:pt>
                <c:pt idx="714">
                  <c:v>44908</c:v>
                </c:pt>
                <c:pt idx="715">
                  <c:v>44909</c:v>
                </c:pt>
                <c:pt idx="716">
                  <c:v>44910</c:v>
                </c:pt>
                <c:pt idx="717">
                  <c:v>44911</c:v>
                </c:pt>
                <c:pt idx="718">
                  <c:v>44914</c:v>
                </c:pt>
                <c:pt idx="719">
                  <c:v>44915</c:v>
                </c:pt>
                <c:pt idx="720">
                  <c:v>44916</c:v>
                </c:pt>
                <c:pt idx="721">
                  <c:v>44917</c:v>
                </c:pt>
                <c:pt idx="722">
                  <c:v>44918</c:v>
                </c:pt>
                <c:pt idx="723">
                  <c:v>44921</c:v>
                </c:pt>
                <c:pt idx="724">
                  <c:v>44922</c:v>
                </c:pt>
                <c:pt idx="725">
                  <c:v>44923</c:v>
                </c:pt>
                <c:pt idx="726">
                  <c:v>44924</c:v>
                </c:pt>
                <c:pt idx="727">
                  <c:v>44925</c:v>
                </c:pt>
                <c:pt idx="728">
                  <c:v>44929</c:v>
                </c:pt>
                <c:pt idx="729">
                  <c:v>44930</c:v>
                </c:pt>
                <c:pt idx="730">
                  <c:v>44931</c:v>
                </c:pt>
                <c:pt idx="731">
                  <c:v>44932</c:v>
                </c:pt>
                <c:pt idx="732">
                  <c:v>44935</c:v>
                </c:pt>
                <c:pt idx="733">
                  <c:v>44936</c:v>
                </c:pt>
                <c:pt idx="734">
                  <c:v>44937</c:v>
                </c:pt>
                <c:pt idx="735">
                  <c:v>44938</c:v>
                </c:pt>
                <c:pt idx="736">
                  <c:v>44939</c:v>
                </c:pt>
                <c:pt idx="737">
                  <c:v>44942</c:v>
                </c:pt>
                <c:pt idx="738">
                  <c:v>44943</c:v>
                </c:pt>
                <c:pt idx="739">
                  <c:v>44944</c:v>
                </c:pt>
                <c:pt idx="740">
                  <c:v>44945</c:v>
                </c:pt>
                <c:pt idx="741">
                  <c:v>44946</c:v>
                </c:pt>
                <c:pt idx="742">
                  <c:v>44956</c:v>
                </c:pt>
                <c:pt idx="743">
                  <c:v>44957</c:v>
                </c:pt>
                <c:pt idx="744">
                  <c:v>44958</c:v>
                </c:pt>
                <c:pt idx="745">
                  <c:v>44959</c:v>
                </c:pt>
                <c:pt idx="746">
                  <c:v>44960</c:v>
                </c:pt>
                <c:pt idx="747">
                  <c:v>44963</c:v>
                </c:pt>
                <c:pt idx="748">
                  <c:v>44964</c:v>
                </c:pt>
                <c:pt idx="749">
                  <c:v>44965</c:v>
                </c:pt>
                <c:pt idx="750">
                  <c:v>44966</c:v>
                </c:pt>
                <c:pt idx="751">
                  <c:v>44967</c:v>
                </c:pt>
                <c:pt idx="752">
                  <c:v>44970</c:v>
                </c:pt>
                <c:pt idx="753">
                  <c:v>44971</c:v>
                </c:pt>
                <c:pt idx="754">
                  <c:v>44972</c:v>
                </c:pt>
                <c:pt idx="755">
                  <c:v>44973</c:v>
                </c:pt>
                <c:pt idx="756">
                  <c:v>44974</c:v>
                </c:pt>
                <c:pt idx="757">
                  <c:v>44977</c:v>
                </c:pt>
                <c:pt idx="758">
                  <c:v>44978</c:v>
                </c:pt>
                <c:pt idx="759">
                  <c:v>44979</c:v>
                </c:pt>
                <c:pt idx="760">
                  <c:v>44980</c:v>
                </c:pt>
                <c:pt idx="761">
                  <c:v>44981</c:v>
                </c:pt>
                <c:pt idx="762">
                  <c:v>44984</c:v>
                </c:pt>
                <c:pt idx="763">
                  <c:v>44985</c:v>
                </c:pt>
                <c:pt idx="764">
                  <c:v>44986</c:v>
                </c:pt>
                <c:pt idx="765">
                  <c:v>44987</c:v>
                </c:pt>
                <c:pt idx="766">
                  <c:v>44988</c:v>
                </c:pt>
                <c:pt idx="767">
                  <c:v>44991</c:v>
                </c:pt>
                <c:pt idx="768">
                  <c:v>44992</c:v>
                </c:pt>
                <c:pt idx="769">
                  <c:v>44993</c:v>
                </c:pt>
                <c:pt idx="770">
                  <c:v>44994</c:v>
                </c:pt>
                <c:pt idx="771">
                  <c:v>44995</c:v>
                </c:pt>
                <c:pt idx="772">
                  <c:v>44998</c:v>
                </c:pt>
                <c:pt idx="773">
                  <c:v>44999</c:v>
                </c:pt>
                <c:pt idx="774">
                  <c:v>45000</c:v>
                </c:pt>
                <c:pt idx="775">
                  <c:v>45001</c:v>
                </c:pt>
                <c:pt idx="776">
                  <c:v>45002</c:v>
                </c:pt>
                <c:pt idx="777">
                  <c:v>45005</c:v>
                </c:pt>
                <c:pt idx="778">
                  <c:v>45006</c:v>
                </c:pt>
                <c:pt idx="779">
                  <c:v>45007</c:v>
                </c:pt>
                <c:pt idx="780">
                  <c:v>45008</c:v>
                </c:pt>
                <c:pt idx="781">
                  <c:v>45009</c:v>
                </c:pt>
                <c:pt idx="782">
                  <c:v>45012</c:v>
                </c:pt>
                <c:pt idx="783">
                  <c:v>45013</c:v>
                </c:pt>
                <c:pt idx="784">
                  <c:v>45014</c:v>
                </c:pt>
                <c:pt idx="785">
                  <c:v>45015</c:v>
                </c:pt>
                <c:pt idx="786">
                  <c:v>45016</c:v>
                </c:pt>
                <c:pt idx="787">
                  <c:v>45019</c:v>
                </c:pt>
                <c:pt idx="788">
                  <c:v>45020</c:v>
                </c:pt>
                <c:pt idx="789">
                  <c:v>45022</c:v>
                </c:pt>
                <c:pt idx="790">
                  <c:v>45023</c:v>
                </c:pt>
                <c:pt idx="791">
                  <c:v>45026</c:v>
                </c:pt>
                <c:pt idx="792">
                  <c:v>45027</c:v>
                </c:pt>
                <c:pt idx="793">
                  <c:v>45028</c:v>
                </c:pt>
                <c:pt idx="794">
                  <c:v>45029</c:v>
                </c:pt>
                <c:pt idx="795">
                  <c:v>45030</c:v>
                </c:pt>
                <c:pt idx="796">
                  <c:v>45033</c:v>
                </c:pt>
                <c:pt idx="797">
                  <c:v>45034</c:v>
                </c:pt>
                <c:pt idx="798">
                  <c:v>45035</c:v>
                </c:pt>
                <c:pt idx="799">
                  <c:v>45036</c:v>
                </c:pt>
                <c:pt idx="800">
                  <c:v>45037</c:v>
                </c:pt>
                <c:pt idx="801">
                  <c:v>45040</c:v>
                </c:pt>
                <c:pt idx="802">
                  <c:v>45041</c:v>
                </c:pt>
                <c:pt idx="803">
                  <c:v>45042</c:v>
                </c:pt>
                <c:pt idx="804">
                  <c:v>45043</c:v>
                </c:pt>
                <c:pt idx="805">
                  <c:v>45044</c:v>
                </c:pt>
                <c:pt idx="806">
                  <c:v>45050</c:v>
                </c:pt>
                <c:pt idx="807">
                  <c:v>45051</c:v>
                </c:pt>
                <c:pt idx="808">
                  <c:v>45054</c:v>
                </c:pt>
                <c:pt idx="809">
                  <c:v>45055</c:v>
                </c:pt>
                <c:pt idx="810">
                  <c:v>45056</c:v>
                </c:pt>
                <c:pt idx="811">
                  <c:v>45057</c:v>
                </c:pt>
                <c:pt idx="812">
                  <c:v>45058</c:v>
                </c:pt>
                <c:pt idx="813">
                  <c:v>45061</c:v>
                </c:pt>
                <c:pt idx="814">
                  <c:v>45062</c:v>
                </c:pt>
                <c:pt idx="815">
                  <c:v>45063</c:v>
                </c:pt>
                <c:pt idx="816">
                  <c:v>45064</c:v>
                </c:pt>
                <c:pt idx="817">
                  <c:v>45065</c:v>
                </c:pt>
                <c:pt idx="818">
                  <c:v>45068</c:v>
                </c:pt>
                <c:pt idx="819">
                  <c:v>45069</c:v>
                </c:pt>
                <c:pt idx="820">
                  <c:v>45070</c:v>
                </c:pt>
                <c:pt idx="821">
                  <c:v>45071</c:v>
                </c:pt>
                <c:pt idx="822">
                  <c:v>45072</c:v>
                </c:pt>
                <c:pt idx="823">
                  <c:v>45075</c:v>
                </c:pt>
                <c:pt idx="824">
                  <c:v>45076</c:v>
                </c:pt>
                <c:pt idx="825">
                  <c:v>45077</c:v>
                </c:pt>
                <c:pt idx="826">
                  <c:v>45078</c:v>
                </c:pt>
                <c:pt idx="827">
                  <c:v>45079</c:v>
                </c:pt>
                <c:pt idx="828">
                  <c:v>45082</c:v>
                </c:pt>
                <c:pt idx="829">
                  <c:v>45083</c:v>
                </c:pt>
                <c:pt idx="830">
                  <c:v>45084</c:v>
                </c:pt>
                <c:pt idx="831">
                  <c:v>45085</c:v>
                </c:pt>
                <c:pt idx="832">
                  <c:v>45086</c:v>
                </c:pt>
                <c:pt idx="833">
                  <c:v>45089</c:v>
                </c:pt>
                <c:pt idx="834">
                  <c:v>45090</c:v>
                </c:pt>
                <c:pt idx="835">
                  <c:v>45091</c:v>
                </c:pt>
                <c:pt idx="836">
                  <c:v>45092</c:v>
                </c:pt>
                <c:pt idx="837">
                  <c:v>45093</c:v>
                </c:pt>
                <c:pt idx="838">
                  <c:v>45096</c:v>
                </c:pt>
                <c:pt idx="839">
                  <c:v>45097</c:v>
                </c:pt>
                <c:pt idx="840">
                  <c:v>45098</c:v>
                </c:pt>
                <c:pt idx="841">
                  <c:v>45103</c:v>
                </c:pt>
                <c:pt idx="842">
                  <c:v>45104</c:v>
                </c:pt>
                <c:pt idx="843">
                  <c:v>45105</c:v>
                </c:pt>
                <c:pt idx="844">
                  <c:v>45106</c:v>
                </c:pt>
                <c:pt idx="845">
                  <c:v>45107</c:v>
                </c:pt>
                <c:pt idx="846">
                  <c:v>45110</c:v>
                </c:pt>
                <c:pt idx="847">
                  <c:v>45111</c:v>
                </c:pt>
                <c:pt idx="848">
                  <c:v>45112</c:v>
                </c:pt>
                <c:pt idx="849">
                  <c:v>45113</c:v>
                </c:pt>
                <c:pt idx="850">
                  <c:v>45114</c:v>
                </c:pt>
                <c:pt idx="851">
                  <c:v>45117</c:v>
                </c:pt>
                <c:pt idx="852">
                  <c:v>45118</c:v>
                </c:pt>
                <c:pt idx="853">
                  <c:v>45119</c:v>
                </c:pt>
                <c:pt idx="854">
                  <c:v>45120</c:v>
                </c:pt>
                <c:pt idx="855">
                  <c:v>45121</c:v>
                </c:pt>
                <c:pt idx="856">
                  <c:v>45124</c:v>
                </c:pt>
                <c:pt idx="857">
                  <c:v>45125</c:v>
                </c:pt>
                <c:pt idx="858">
                  <c:v>45126</c:v>
                </c:pt>
                <c:pt idx="859">
                  <c:v>45127</c:v>
                </c:pt>
                <c:pt idx="860">
                  <c:v>45128</c:v>
                </c:pt>
                <c:pt idx="861">
                  <c:v>45131</c:v>
                </c:pt>
                <c:pt idx="862">
                  <c:v>45132</c:v>
                </c:pt>
                <c:pt idx="863">
                  <c:v>45133</c:v>
                </c:pt>
                <c:pt idx="864">
                  <c:v>45134</c:v>
                </c:pt>
                <c:pt idx="865">
                  <c:v>45135</c:v>
                </c:pt>
                <c:pt idx="866">
                  <c:v>45138</c:v>
                </c:pt>
                <c:pt idx="867">
                  <c:v>45139</c:v>
                </c:pt>
                <c:pt idx="868">
                  <c:v>45140</c:v>
                </c:pt>
                <c:pt idx="869">
                  <c:v>45141</c:v>
                </c:pt>
                <c:pt idx="870">
                  <c:v>45142</c:v>
                </c:pt>
                <c:pt idx="871">
                  <c:v>45145</c:v>
                </c:pt>
                <c:pt idx="872">
                  <c:v>45146</c:v>
                </c:pt>
                <c:pt idx="873">
                  <c:v>45147</c:v>
                </c:pt>
                <c:pt idx="874">
                  <c:v>45148</c:v>
                </c:pt>
                <c:pt idx="875">
                  <c:v>45149</c:v>
                </c:pt>
                <c:pt idx="876">
                  <c:v>45152</c:v>
                </c:pt>
                <c:pt idx="877">
                  <c:v>45153</c:v>
                </c:pt>
                <c:pt idx="878">
                  <c:v>45154</c:v>
                </c:pt>
                <c:pt idx="879">
                  <c:v>45155</c:v>
                </c:pt>
                <c:pt idx="880">
                  <c:v>45156</c:v>
                </c:pt>
                <c:pt idx="881">
                  <c:v>45159</c:v>
                </c:pt>
                <c:pt idx="882">
                  <c:v>45160</c:v>
                </c:pt>
                <c:pt idx="883">
                  <c:v>45161</c:v>
                </c:pt>
                <c:pt idx="884">
                  <c:v>45162</c:v>
                </c:pt>
                <c:pt idx="885">
                  <c:v>45163</c:v>
                </c:pt>
                <c:pt idx="886">
                  <c:v>45166</c:v>
                </c:pt>
                <c:pt idx="887">
                  <c:v>45167</c:v>
                </c:pt>
                <c:pt idx="888">
                  <c:v>45168</c:v>
                </c:pt>
                <c:pt idx="889">
                  <c:v>45169</c:v>
                </c:pt>
                <c:pt idx="890">
                  <c:v>45170</c:v>
                </c:pt>
                <c:pt idx="891">
                  <c:v>45173</c:v>
                </c:pt>
                <c:pt idx="892">
                  <c:v>45174</c:v>
                </c:pt>
                <c:pt idx="893">
                  <c:v>45175</c:v>
                </c:pt>
                <c:pt idx="894">
                  <c:v>45176</c:v>
                </c:pt>
                <c:pt idx="895">
                  <c:v>45177</c:v>
                </c:pt>
                <c:pt idx="896">
                  <c:v>45180</c:v>
                </c:pt>
                <c:pt idx="897">
                  <c:v>45181</c:v>
                </c:pt>
                <c:pt idx="898">
                  <c:v>45182</c:v>
                </c:pt>
                <c:pt idx="899">
                  <c:v>45183</c:v>
                </c:pt>
                <c:pt idx="900">
                  <c:v>45184</c:v>
                </c:pt>
                <c:pt idx="901">
                  <c:v>45187</c:v>
                </c:pt>
                <c:pt idx="902">
                  <c:v>45188</c:v>
                </c:pt>
                <c:pt idx="903">
                  <c:v>45189</c:v>
                </c:pt>
                <c:pt idx="904">
                  <c:v>45190</c:v>
                </c:pt>
                <c:pt idx="905">
                  <c:v>45191</c:v>
                </c:pt>
                <c:pt idx="906">
                  <c:v>45194</c:v>
                </c:pt>
                <c:pt idx="907">
                  <c:v>45195</c:v>
                </c:pt>
                <c:pt idx="908">
                  <c:v>45196</c:v>
                </c:pt>
                <c:pt idx="909">
                  <c:v>45197</c:v>
                </c:pt>
                <c:pt idx="910">
                  <c:v>45208</c:v>
                </c:pt>
                <c:pt idx="911">
                  <c:v>45209</c:v>
                </c:pt>
                <c:pt idx="912">
                  <c:v>45210</c:v>
                </c:pt>
                <c:pt idx="913">
                  <c:v>45211</c:v>
                </c:pt>
                <c:pt idx="914">
                  <c:v>45212</c:v>
                </c:pt>
                <c:pt idx="915">
                  <c:v>45215</c:v>
                </c:pt>
                <c:pt idx="916">
                  <c:v>45216</c:v>
                </c:pt>
                <c:pt idx="917">
                  <c:v>45217</c:v>
                </c:pt>
                <c:pt idx="918">
                  <c:v>45218</c:v>
                </c:pt>
                <c:pt idx="919">
                  <c:v>45219</c:v>
                </c:pt>
                <c:pt idx="920">
                  <c:v>45222</c:v>
                </c:pt>
                <c:pt idx="921">
                  <c:v>45223</c:v>
                </c:pt>
                <c:pt idx="922">
                  <c:v>45224</c:v>
                </c:pt>
                <c:pt idx="923">
                  <c:v>45225</c:v>
                </c:pt>
                <c:pt idx="924">
                  <c:v>45226</c:v>
                </c:pt>
                <c:pt idx="925">
                  <c:v>45229</c:v>
                </c:pt>
                <c:pt idx="926">
                  <c:v>45230</c:v>
                </c:pt>
                <c:pt idx="927">
                  <c:v>45231</c:v>
                </c:pt>
                <c:pt idx="928">
                  <c:v>45232</c:v>
                </c:pt>
                <c:pt idx="929">
                  <c:v>45233</c:v>
                </c:pt>
                <c:pt idx="930">
                  <c:v>45236</c:v>
                </c:pt>
                <c:pt idx="931">
                  <c:v>45237</c:v>
                </c:pt>
                <c:pt idx="932">
                  <c:v>45238</c:v>
                </c:pt>
                <c:pt idx="933">
                  <c:v>45239</c:v>
                </c:pt>
                <c:pt idx="934">
                  <c:v>45240</c:v>
                </c:pt>
                <c:pt idx="935">
                  <c:v>45243</c:v>
                </c:pt>
                <c:pt idx="936">
                  <c:v>45244</c:v>
                </c:pt>
                <c:pt idx="937">
                  <c:v>45245</c:v>
                </c:pt>
                <c:pt idx="938">
                  <c:v>45246</c:v>
                </c:pt>
                <c:pt idx="939">
                  <c:v>45247</c:v>
                </c:pt>
                <c:pt idx="940">
                  <c:v>45250</c:v>
                </c:pt>
                <c:pt idx="941">
                  <c:v>45251</c:v>
                </c:pt>
                <c:pt idx="942">
                  <c:v>45252</c:v>
                </c:pt>
                <c:pt idx="943">
                  <c:v>45253</c:v>
                </c:pt>
                <c:pt idx="944">
                  <c:v>45254</c:v>
                </c:pt>
                <c:pt idx="945">
                  <c:v>45257</c:v>
                </c:pt>
                <c:pt idx="946">
                  <c:v>45258</c:v>
                </c:pt>
                <c:pt idx="947">
                  <c:v>45259</c:v>
                </c:pt>
                <c:pt idx="948">
                  <c:v>45260</c:v>
                </c:pt>
                <c:pt idx="949">
                  <c:v>45261</c:v>
                </c:pt>
                <c:pt idx="950">
                  <c:v>45264</c:v>
                </c:pt>
                <c:pt idx="951">
                  <c:v>45265</c:v>
                </c:pt>
                <c:pt idx="952">
                  <c:v>45266</c:v>
                </c:pt>
                <c:pt idx="953">
                  <c:v>45267</c:v>
                </c:pt>
                <c:pt idx="954">
                  <c:v>45268</c:v>
                </c:pt>
                <c:pt idx="955">
                  <c:v>45271</c:v>
                </c:pt>
                <c:pt idx="956">
                  <c:v>45272</c:v>
                </c:pt>
                <c:pt idx="957">
                  <c:v>45273</c:v>
                </c:pt>
                <c:pt idx="958">
                  <c:v>45274</c:v>
                </c:pt>
                <c:pt idx="959">
                  <c:v>45275</c:v>
                </c:pt>
                <c:pt idx="960">
                  <c:v>45278</c:v>
                </c:pt>
                <c:pt idx="961">
                  <c:v>45279</c:v>
                </c:pt>
                <c:pt idx="962">
                  <c:v>45280</c:v>
                </c:pt>
                <c:pt idx="963">
                  <c:v>45281</c:v>
                </c:pt>
                <c:pt idx="964">
                  <c:v>45282</c:v>
                </c:pt>
                <c:pt idx="965">
                  <c:v>45285</c:v>
                </c:pt>
                <c:pt idx="966">
                  <c:v>45286</c:v>
                </c:pt>
                <c:pt idx="967">
                  <c:v>45287</c:v>
                </c:pt>
                <c:pt idx="968">
                  <c:v>45288</c:v>
                </c:pt>
                <c:pt idx="969">
                  <c:v>45289</c:v>
                </c:pt>
                <c:pt idx="970">
                  <c:v>45293</c:v>
                </c:pt>
                <c:pt idx="971">
                  <c:v>45294</c:v>
                </c:pt>
                <c:pt idx="972">
                  <c:v>45295</c:v>
                </c:pt>
                <c:pt idx="973">
                  <c:v>45296</c:v>
                </c:pt>
                <c:pt idx="974">
                  <c:v>45299</c:v>
                </c:pt>
                <c:pt idx="975">
                  <c:v>45300</c:v>
                </c:pt>
                <c:pt idx="976">
                  <c:v>45301</c:v>
                </c:pt>
                <c:pt idx="977">
                  <c:v>45302</c:v>
                </c:pt>
                <c:pt idx="978">
                  <c:v>45303</c:v>
                </c:pt>
                <c:pt idx="979">
                  <c:v>45306</c:v>
                </c:pt>
                <c:pt idx="980">
                  <c:v>45307</c:v>
                </c:pt>
                <c:pt idx="981">
                  <c:v>45308</c:v>
                </c:pt>
                <c:pt idx="982">
                  <c:v>45309</c:v>
                </c:pt>
                <c:pt idx="983">
                  <c:v>45310</c:v>
                </c:pt>
                <c:pt idx="984">
                  <c:v>45313</c:v>
                </c:pt>
                <c:pt idx="985">
                  <c:v>45314</c:v>
                </c:pt>
                <c:pt idx="986">
                  <c:v>45315</c:v>
                </c:pt>
                <c:pt idx="987">
                  <c:v>45316</c:v>
                </c:pt>
                <c:pt idx="988">
                  <c:v>45317</c:v>
                </c:pt>
                <c:pt idx="989">
                  <c:v>45320</c:v>
                </c:pt>
                <c:pt idx="990">
                  <c:v>45321</c:v>
                </c:pt>
                <c:pt idx="991">
                  <c:v>45322</c:v>
                </c:pt>
                <c:pt idx="992">
                  <c:v>45323</c:v>
                </c:pt>
                <c:pt idx="993">
                  <c:v>45324</c:v>
                </c:pt>
                <c:pt idx="994">
                  <c:v>45327</c:v>
                </c:pt>
                <c:pt idx="995">
                  <c:v>45328</c:v>
                </c:pt>
                <c:pt idx="996">
                  <c:v>45329</c:v>
                </c:pt>
                <c:pt idx="997">
                  <c:v>45330</c:v>
                </c:pt>
                <c:pt idx="998">
                  <c:v>45341</c:v>
                </c:pt>
                <c:pt idx="999">
                  <c:v>45342</c:v>
                </c:pt>
                <c:pt idx="1000">
                  <c:v>45343</c:v>
                </c:pt>
                <c:pt idx="1001">
                  <c:v>45344</c:v>
                </c:pt>
                <c:pt idx="1002">
                  <c:v>45345</c:v>
                </c:pt>
                <c:pt idx="1003">
                  <c:v>45348</c:v>
                </c:pt>
                <c:pt idx="1004">
                  <c:v>45349</c:v>
                </c:pt>
                <c:pt idx="1005">
                  <c:v>45350</c:v>
                </c:pt>
                <c:pt idx="1006">
                  <c:v>45351</c:v>
                </c:pt>
                <c:pt idx="1007">
                  <c:v>45352</c:v>
                </c:pt>
                <c:pt idx="1008">
                  <c:v>45355</c:v>
                </c:pt>
                <c:pt idx="1009">
                  <c:v>45356</c:v>
                </c:pt>
                <c:pt idx="1010">
                  <c:v>45357</c:v>
                </c:pt>
                <c:pt idx="1011">
                  <c:v>45358</c:v>
                </c:pt>
                <c:pt idx="1012">
                  <c:v>45359</c:v>
                </c:pt>
                <c:pt idx="1013">
                  <c:v>45362</c:v>
                </c:pt>
                <c:pt idx="1014">
                  <c:v>45363</c:v>
                </c:pt>
                <c:pt idx="1015">
                  <c:v>45364</c:v>
                </c:pt>
                <c:pt idx="1016">
                  <c:v>45365</c:v>
                </c:pt>
                <c:pt idx="1017">
                  <c:v>45366</c:v>
                </c:pt>
                <c:pt idx="1018">
                  <c:v>45369</c:v>
                </c:pt>
                <c:pt idx="1019">
                  <c:v>45370</c:v>
                </c:pt>
                <c:pt idx="1020">
                  <c:v>45371</c:v>
                </c:pt>
                <c:pt idx="1021">
                  <c:v>45372</c:v>
                </c:pt>
                <c:pt idx="1022">
                  <c:v>45373</c:v>
                </c:pt>
                <c:pt idx="1023">
                  <c:v>45376</c:v>
                </c:pt>
                <c:pt idx="1024">
                  <c:v>45377</c:v>
                </c:pt>
                <c:pt idx="1025">
                  <c:v>45378</c:v>
                </c:pt>
                <c:pt idx="1026">
                  <c:v>45379</c:v>
                </c:pt>
                <c:pt idx="1027">
                  <c:v>45380</c:v>
                </c:pt>
                <c:pt idx="1028">
                  <c:v>45383</c:v>
                </c:pt>
                <c:pt idx="1029">
                  <c:v>45384</c:v>
                </c:pt>
                <c:pt idx="1030">
                  <c:v>45385</c:v>
                </c:pt>
                <c:pt idx="1031">
                  <c:v>45390</c:v>
                </c:pt>
                <c:pt idx="1032">
                  <c:v>45391</c:v>
                </c:pt>
                <c:pt idx="1033">
                  <c:v>45392</c:v>
                </c:pt>
                <c:pt idx="1034">
                  <c:v>45393</c:v>
                </c:pt>
                <c:pt idx="1035">
                  <c:v>45394</c:v>
                </c:pt>
                <c:pt idx="1036">
                  <c:v>45397</c:v>
                </c:pt>
                <c:pt idx="1037">
                  <c:v>45398</c:v>
                </c:pt>
                <c:pt idx="1038">
                  <c:v>45399</c:v>
                </c:pt>
                <c:pt idx="1039">
                  <c:v>45400</c:v>
                </c:pt>
                <c:pt idx="1040">
                  <c:v>45401</c:v>
                </c:pt>
                <c:pt idx="1041">
                  <c:v>45404</c:v>
                </c:pt>
                <c:pt idx="1042">
                  <c:v>45405</c:v>
                </c:pt>
                <c:pt idx="1043">
                  <c:v>45406</c:v>
                </c:pt>
                <c:pt idx="1044">
                  <c:v>45407</c:v>
                </c:pt>
                <c:pt idx="1045">
                  <c:v>45408</c:v>
                </c:pt>
                <c:pt idx="1046">
                  <c:v>45411</c:v>
                </c:pt>
                <c:pt idx="1047">
                  <c:v>45412</c:v>
                </c:pt>
                <c:pt idx="1048">
                  <c:v>45418</c:v>
                </c:pt>
                <c:pt idx="1049">
                  <c:v>45419</c:v>
                </c:pt>
                <c:pt idx="1050">
                  <c:v>45420</c:v>
                </c:pt>
                <c:pt idx="1051">
                  <c:v>45421</c:v>
                </c:pt>
                <c:pt idx="1052">
                  <c:v>45422</c:v>
                </c:pt>
                <c:pt idx="1053">
                  <c:v>45425</c:v>
                </c:pt>
                <c:pt idx="1054">
                  <c:v>45426</c:v>
                </c:pt>
                <c:pt idx="1055">
                  <c:v>45427</c:v>
                </c:pt>
                <c:pt idx="1056">
                  <c:v>45428</c:v>
                </c:pt>
                <c:pt idx="1057">
                  <c:v>45429</c:v>
                </c:pt>
                <c:pt idx="1058">
                  <c:v>45432</c:v>
                </c:pt>
                <c:pt idx="1059">
                  <c:v>45433</c:v>
                </c:pt>
                <c:pt idx="1060">
                  <c:v>45434</c:v>
                </c:pt>
                <c:pt idx="1061">
                  <c:v>45435</c:v>
                </c:pt>
                <c:pt idx="1062">
                  <c:v>45436</c:v>
                </c:pt>
                <c:pt idx="1063">
                  <c:v>45439</c:v>
                </c:pt>
                <c:pt idx="1064">
                  <c:v>45440</c:v>
                </c:pt>
                <c:pt idx="1065">
                  <c:v>45441</c:v>
                </c:pt>
                <c:pt idx="1066">
                  <c:v>45442</c:v>
                </c:pt>
                <c:pt idx="1067">
                  <c:v>45443</c:v>
                </c:pt>
                <c:pt idx="1068">
                  <c:v>45446</c:v>
                </c:pt>
                <c:pt idx="1069">
                  <c:v>45447</c:v>
                </c:pt>
                <c:pt idx="1070">
                  <c:v>45448</c:v>
                </c:pt>
                <c:pt idx="1071">
                  <c:v>45449</c:v>
                </c:pt>
                <c:pt idx="1072">
                  <c:v>45450</c:v>
                </c:pt>
                <c:pt idx="1073">
                  <c:v>45454</c:v>
                </c:pt>
                <c:pt idx="1074">
                  <c:v>45455</c:v>
                </c:pt>
                <c:pt idx="1075">
                  <c:v>45456</c:v>
                </c:pt>
                <c:pt idx="1076">
                  <c:v>45457</c:v>
                </c:pt>
                <c:pt idx="1077">
                  <c:v>45460</c:v>
                </c:pt>
                <c:pt idx="1078">
                  <c:v>45461</c:v>
                </c:pt>
                <c:pt idx="1079">
                  <c:v>45462</c:v>
                </c:pt>
                <c:pt idx="1080">
                  <c:v>45463</c:v>
                </c:pt>
                <c:pt idx="1081">
                  <c:v>45464</c:v>
                </c:pt>
                <c:pt idx="1082">
                  <c:v>45467</c:v>
                </c:pt>
                <c:pt idx="1083">
                  <c:v>45468</c:v>
                </c:pt>
                <c:pt idx="1084">
                  <c:v>45469</c:v>
                </c:pt>
                <c:pt idx="1085">
                  <c:v>45470</c:v>
                </c:pt>
                <c:pt idx="1086">
                  <c:v>45471</c:v>
                </c:pt>
                <c:pt idx="1087">
                  <c:v>45474</c:v>
                </c:pt>
                <c:pt idx="1088">
                  <c:v>45475</c:v>
                </c:pt>
                <c:pt idx="1089">
                  <c:v>45476</c:v>
                </c:pt>
                <c:pt idx="1090">
                  <c:v>45477</c:v>
                </c:pt>
                <c:pt idx="1091">
                  <c:v>45478</c:v>
                </c:pt>
                <c:pt idx="1092">
                  <c:v>45481</c:v>
                </c:pt>
                <c:pt idx="1093">
                  <c:v>45482</c:v>
                </c:pt>
                <c:pt idx="1094">
                  <c:v>45483</c:v>
                </c:pt>
                <c:pt idx="1095">
                  <c:v>45484</c:v>
                </c:pt>
                <c:pt idx="1096">
                  <c:v>45485</c:v>
                </c:pt>
                <c:pt idx="1097">
                  <c:v>45488</c:v>
                </c:pt>
                <c:pt idx="1098">
                  <c:v>45489</c:v>
                </c:pt>
                <c:pt idx="1099">
                  <c:v>45490</c:v>
                </c:pt>
                <c:pt idx="1100">
                  <c:v>45491</c:v>
                </c:pt>
                <c:pt idx="1101">
                  <c:v>45492</c:v>
                </c:pt>
                <c:pt idx="1102">
                  <c:v>45495</c:v>
                </c:pt>
                <c:pt idx="1103">
                  <c:v>45496</c:v>
                </c:pt>
                <c:pt idx="1104">
                  <c:v>45497</c:v>
                </c:pt>
                <c:pt idx="1105">
                  <c:v>45498</c:v>
                </c:pt>
                <c:pt idx="1106">
                  <c:v>45499</c:v>
                </c:pt>
                <c:pt idx="1107">
                  <c:v>45502</c:v>
                </c:pt>
                <c:pt idx="1108">
                  <c:v>45503</c:v>
                </c:pt>
                <c:pt idx="1109">
                  <c:v>45504</c:v>
                </c:pt>
                <c:pt idx="1110">
                  <c:v>45505</c:v>
                </c:pt>
                <c:pt idx="1111">
                  <c:v>45506</c:v>
                </c:pt>
                <c:pt idx="1112">
                  <c:v>45509</c:v>
                </c:pt>
                <c:pt idx="1113">
                  <c:v>45510</c:v>
                </c:pt>
                <c:pt idx="1114">
                  <c:v>45511</c:v>
                </c:pt>
                <c:pt idx="1115">
                  <c:v>45512</c:v>
                </c:pt>
                <c:pt idx="1116">
                  <c:v>45513</c:v>
                </c:pt>
                <c:pt idx="1117">
                  <c:v>45516</c:v>
                </c:pt>
                <c:pt idx="1118">
                  <c:v>45517</c:v>
                </c:pt>
                <c:pt idx="1119">
                  <c:v>45518</c:v>
                </c:pt>
                <c:pt idx="1120">
                  <c:v>45519</c:v>
                </c:pt>
                <c:pt idx="1121">
                  <c:v>45520</c:v>
                </c:pt>
                <c:pt idx="1122">
                  <c:v>45523</c:v>
                </c:pt>
                <c:pt idx="1123">
                  <c:v>45524</c:v>
                </c:pt>
                <c:pt idx="1124">
                  <c:v>45525</c:v>
                </c:pt>
                <c:pt idx="1125">
                  <c:v>45526</c:v>
                </c:pt>
                <c:pt idx="1126">
                  <c:v>45527</c:v>
                </c:pt>
                <c:pt idx="1127">
                  <c:v>45530</c:v>
                </c:pt>
                <c:pt idx="1128">
                  <c:v>45531</c:v>
                </c:pt>
                <c:pt idx="1129">
                  <c:v>45532</c:v>
                </c:pt>
                <c:pt idx="1130">
                  <c:v>45533</c:v>
                </c:pt>
                <c:pt idx="1131">
                  <c:v>45534</c:v>
                </c:pt>
                <c:pt idx="1132">
                  <c:v>45537</c:v>
                </c:pt>
                <c:pt idx="1133">
                  <c:v>45538</c:v>
                </c:pt>
                <c:pt idx="1134">
                  <c:v>45539</c:v>
                </c:pt>
                <c:pt idx="1135">
                  <c:v>45540</c:v>
                </c:pt>
                <c:pt idx="1136">
                  <c:v>45541</c:v>
                </c:pt>
                <c:pt idx="1137">
                  <c:v>45544</c:v>
                </c:pt>
                <c:pt idx="1138">
                  <c:v>45545</c:v>
                </c:pt>
                <c:pt idx="1139">
                  <c:v>45546</c:v>
                </c:pt>
                <c:pt idx="1140">
                  <c:v>45547</c:v>
                </c:pt>
                <c:pt idx="1141">
                  <c:v>45548</c:v>
                </c:pt>
                <c:pt idx="1142">
                  <c:v>45553</c:v>
                </c:pt>
                <c:pt idx="1143">
                  <c:v>45554</c:v>
                </c:pt>
                <c:pt idx="1144">
                  <c:v>45555</c:v>
                </c:pt>
                <c:pt idx="1145">
                  <c:v>45558</c:v>
                </c:pt>
                <c:pt idx="1146">
                  <c:v>45559</c:v>
                </c:pt>
                <c:pt idx="1147">
                  <c:v>45560</c:v>
                </c:pt>
                <c:pt idx="1148">
                  <c:v>45561</c:v>
                </c:pt>
                <c:pt idx="1149">
                  <c:v>45562</c:v>
                </c:pt>
                <c:pt idx="1150">
                  <c:v>45565</c:v>
                </c:pt>
                <c:pt idx="1151">
                  <c:v>45573</c:v>
                </c:pt>
                <c:pt idx="1152">
                  <c:v>45574</c:v>
                </c:pt>
                <c:pt idx="1153">
                  <c:v>45575</c:v>
                </c:pt>
                <c:pt idx="1154">
                  <c:v>45576</c:v>
                </c:pt>
                <c:pt idx="1155">
                  <c:v>45579</c:v>
                </c:pt>
                <c:pt idx="1156">
                  <c:v>45580</c:v>
                </c:pt>
                <c:pt idx="1157">
                  <c:v>45581</c:v>
                </c:pt>
                <c:pt idx="1158">
                  <c:v>45582</c:v>
                </c:pt>
                <c:pt idx="1159">
                  <c:v>45583</c:v>
                </c:pt>
                <c:pt idx="1160">
                  <c:v>45586</c:v>
                </c:pt>
                <c:pt idx="1161">
                  <c:v>45587</c:v>
                </c:pt>
                <c:pt idx="1162">
                  <c:v>45588</c:v>
                </c:pt>
                <c:pt idx="1163">
                  <c:v>45589</c:v>
                </c:pt>
                <c:pt idx="1164">
                  <c:v>45590</c:v>
                </c:pt>
                <c:pt idx="1165">
                  <c:v>45593</c:v>
                </c:pt>
                <c:pt idx="1166">
                  <c:v>45594</c:v>
                </c:pt>
                <c:pt idx="1167">
                  <c:v>45595</c:v>
                </c:pt>
                <c:pt idx="1168">
                  <c:v>45596</c:v>
                </c:pt>
                <c:pt idx="1169">
                  <c:v>45597</c:v>
                </c:pt>
                <c:pt idx="1170">
                  <c:v>45600</c:v>
                </c:pt>
                <c:pt idx="1171">
                  <c:v>45601</c:v>
                </c:pt>
                <c:pt idx="1172">
                  <c:v>45602</c:v>
                </c:pt>
                <c:pt idx="1173">
                  <c:v>45603</c:v>
                </c:pt>
                <c:pt idx="1174">
                  <c:v>45604</c:v>
                </c:pt>
                <c:pt idx="1175">
                  <c:v>45607</c:v>
                </c:pt>
                <c:pt idx="1176">
                  <c:v>45608</c:v>
                </c:pt>
                <c:pt idx="1177">
                  <c:v>45609</c:v>
                </c:pt>
                <c:pt idx="1178">
                  <c:v>45610</c:v>
                </c:pt>
                <c:pt idx="1179">
                  <c:v>45611</c:v>
                </c:pt>
                <c:pt idx="1180">
                  <c:v>45614</c:v>
                </c:pt>
                <c:pt idx="1181">
                  <c:v>45615</c:v>
                </c:pt>
                <c:pt idx="1182">
                  <c:v>45616</c:v>
                </c:pt>
                <c:pt idx="1183">
                  <c:v>45617</c:v>
                </c:pt>
                <c:pt idx="1184">
                  <c:v>45618</c:v>
                </c:pt>
                <c:pt idx="1185">
                  <c:v>45621</c:v>
                </c:pt>
                <c:pt idx="1186">
                  <c:v>45622</c:v>
                </c:pt>
                <c:pt idx="1187">
                  <c:v>45623</c:v>
                </c:pt>
                <c:pt idx="1188">
                  <c:v>45624</c:v>
                </c:pt>
                <c:pt idx="1189">
                  <c:v>45625</c:v>
                </c:pt>
                <c:pt idx="1190">
                  <c:v>45628</c:v>
                </c:pt>
                <c:pt idx="1191">
                  <c:v>45629</c:v>
                </c:pt>
                <c:pt idx="1192">
                  <c:v>45630</c:v>
                </c:pt>
                <c:pt idx="1193">
                  <c:v>45631</c:v>
                </c:pt>
                <c:pt idx="1194">
                  <c:v>45632</c:v>
                </c:pt>
                <c:pt idx="1195">
                  <c:v>45635</c:v>
                </c:pt>
                <c:pt idx="1196">
                  <c:v>45636</c:v>
                </c:pt>
                <c:pt idx="1197">
                  <c:v>45637</c:v>
                </c:pt>
                <c:pt idx="1198">
                  <c:v>45638</c:v>
                </c:pt>
                <c:pt idx="1199">
                  <c:v>45639</c:v>
                </c:pt>
                <c:pt idx="1200">
                  <c:v>45642</c:v>
                </c:pt>
                <c:pt idx="1201">
                  <c:v>45643</c:v>
                </c:pt>
                <c:pt idx="1202">
                  <c:v>45644</c:v>
                </c:pt>
                <c:pt idx="1203">
                  <c:v>45645</c:v>
                </c:pt>
                <c:pt idx="1204">
                  <c:v>45646</c:v>
                </c:pt>
                <c:pt idx="1205">
                  <c:v>45649</c:v>
                </c:pt>
                <c:pt idx="1206">
                  <c:v>45650</c:v>
                </c:pt>
                <c:pt idx="1207">
                  <c:v>45651</c:v>
                </c:pt>
                <c:pt idx="1208">
                  <c:v>45652</c:v>
                </c:pt>
                <c:pt idx="1209">
                  <c:v>45653</c:v>
                </c:pt>
                <c:pt idx="1210">
                  <c:v>45656</c:v>
                </c:pt>
                <c:pt idx="1211">
                  <c:v>45657</c:v>
                </c:pt>
                <c:pt idx="1212">
                  <c:v>45659</c:v>
                </c:pt>
                <c:pt idx="1213">
                  <c:v>45660</c:v>
                </c:pt>
                <c:pt idx="1214">
                  <c:v>45663</c:v>
                </c:pt>
                <c:pt idx="1215">
                  <c:v>45664</c:v>
                </c:pt>
                <c:pt idx="1216">
                  <c:v>45665</c:v>
                </c:pt>
                <c:pt idx="1217">
                  <c:v>45666</c:v>
                </c:pt>
                <c:pt idx="1218">
                  <c:v>45667</c:v>
                </c:pt>
                <c:pt idx="1219">
                  <c:v>45670</c:v>
                </c:pt>
                <c:pt idx="1220">
                  <c:v>45671</c:v>
                </c:pt>
                <c:pt idx="1221">
                  <c:v>45672</c:v>
                </c:pt>
                <c:pt idx="1222">
                  <c:v>45673</c:v>
                </c:pt>
                <c:pt idx="1223">
                  <c:v>45674</c:v>
                </c:pt>
                <c:pt idx="1224">
                  <c:v>45677</c:v>
                </c:pt>
                <c:pt idx="1225">
                  <c:v>45678</c:v>
                </c:pt>
                <c:pt idx="1226">
                  <c:v>45679</c:v>
                </c:pt>
                <c:pt idx="1227">
                  <c:v>45680</c:v>
                </c:pt>
                <c:pt idx="1228">
                  <c:v>45681</c:v>
                </c:pt>
                <c:pt idx="1229">
                  <c:v>45684</c:v>
                </c:pt>
                <c:pt idx="1230">
                  <c:v>45693</c:v>
                </c:pt>
                <c:pt idx="1231">
                  <c:v>45694</c:v>
                </c:pt>
                <c:pt idx="1232">
                  <c:v>45695</c:v>
                </c:pt>
                <c:pt idx="1233">
                  <c:v>45698</c:v>
                </c:pt>
                <c:pt idx="1234">
                  <c:v>45699</c:v>
                </c:pt>
                <c:pt idx="1235">
                  <c:v>45700</c:v>
                </c:pt>
                <c:pt idx="1236">
                  <c:v>45701</c:v>
                </c:pt>
                <c:pt idx="1237">
                  <c:v>45702</c:v>
                </c:pt>
                <c:pt idx="1238">
                  <c:v>45705</c:v>
                </c:pt>
                <c:pt idx="1239">
                  <c:v>45706</c:v>
                </c:pt>
                <c:pt idx="1240">
                  <c:v>45707</c:v>
                </c:pt>
                <c:pt idx="1241">
                  <c:v>45708</c:v>
                </c:pt>
                <c:pt idx="1242">
                  <c:v>45709</c:v>
                </c:pt>
                <c:pt idx="1243">
                  <c:v>45712</c:v>
                </c:pt>
                <c:pt idx="1244">
                  <c:v>45713</c:v>
                </c:pt>
                <c:pt idx="1245">
                  <c:v>45714</c:v>
                </c:pt>
                <c:pt idx="1246">
                  <c:v>45715</c:v>
                </c:pt>
                <c:pt idx="1247">
                  <c:v>45716</c:v>
                </c:pt>
                <c:pt idx="1248">
                  <c:v>45719</c:v>
                </c:pt>
                <c:pt idx="1249">
                  <c:v>45720</c:v>
                </c:pt>
                <c:pt idx="1250">
                  <c:v>45721</c:v>
                </c:pt>
                <c:pt idx="1251">
                  <c:v>45722</c:v>
                </c:pt>
                <c:pt idx="1252">
                  <c:v>45723</c:v>
                </c:pt>
                <c:pt idx="1253">
                  <c:v>45726</c:v>
                </c:pt>
                <c:pt idx="1254">
                  <c:v>45727</c:v>
                </c:pt>
                <c:pt idx="1255">
                  <c:v>45728</c:v>
                </c:pt>
                <c:pt idx="1256">
                  <c:v>45729</c:v>
                </c:pt>
                <c:pt idx="1257">
                  <c:v>45730</c:v>
                </c:pt>
                <c:pt idx="1258">
                  <c:v>45733</c:v>
                </c:pt>
                <c:pt idx="1259">
                  <c:v>45734</c:v>
                </c:pt>
                <c:pt idx="1260">
                  <c:v>45735</c:v>
                </c:pt>
                <c:pt idx="1261">
                  <c:v>45736</c:v>
                </c:pt>
                <c:pt idx="1262">
                  <c:v>45737</c:v>
                </c:pt>
                <c:pt idx="1263">
                  <c:v>45740</c:v>
                </c:pt>
                <c:pt idx="1264">
                  <c:v>45741</c:v>
                </c:pt>
                <c:pt idx="1265">
                  <c:v>45742</c:v>
                </c:pt>
                <c:pt idx="1266">
                  <c:v>45743</c:v>
                </c:pt>
                <c:pt idx="1267">
                  <c:v>45744</c:v>
                </c:pt>
                <c:pt idx="1268">
                  <c:v>45747</c:v>
                </c:pt>
                <c:pt idx="1269">
                  <c:v>45748</c:v>
                </c:pt>
                <c:pt idx="1270">
                  <c:v>45749</c:v>
                </c:pt>
                <c:pt idx="1271">
                  <c:v>45750</c:v>
                </c:pt>
                <c:pt idx="1272">
                  <c:v>45754</c:v>
                </c:pt>
                <c:pt idx="1273">
                  <c:v>45755</c:v>
                </c:pt>
                <c:pt idx="1274">
                  <c:v>45756</c:v>
                </c:pt>
                <c:pt idx="1275">
                  <c:v>45757</c:v>
                </c:pt>
                <c:pt idx="1276">
                  <c:v>45758</c:v>
                </c:pt>
                <c:pt idx="1277">
                  <c:v>45761</c:v>
                </c:pt>
                <c:pt idx="1278">
                  <c:v>45762</c:v>
                </c:pt>
                <c:pt idx="1279">
                  <c:v>45763</c:v>
                </c:pt>
                <c:pt idx="1280">
                  <c:v>45764</c:v>
                </c:pt>
                <c:pt idx="1281">
                  <c:v>45765</c:v>
                </c:pt>
                <c:pt idx="1282">
                  <c:v>45768</c:v>
                </c:pt>
                <c:pt idx="1283">
                  <c:v>45769</c:v>
                </c:pt>
                <c:pt idx="1284">
                  <c:v>45770</c:v>
                </c:pt>
                <c:pt idx="1285">
                  <c:v>45771</c:v>
                </c:pt>
                <c:pt idx="1286">
                  <c:v>45772</c:v>
                </c:pt>
                <c:pt idx="1287">
                  <c:v>45775</c:v>
                </c:pt>
                <c:pt idx="1288">
                  <c:v>45776</c:v>
                </c:pt>
                <c:pt idx="1289">
                  <c:v>45777</c:v>
                </c:pt>
                <c:pt idx="1290">
                  <c:v>45783</c:v>
                </c:pt>
                <c:pt idx="1291">
                  <c:v>45784</c:v>
                </c:pt>
                <c:pt idx="1292">
                  <c:v>45785</c:v>
                </c:pt>
                <c:pt idx="1293">
                  <c:v>45786</c:v>
                </c:pt>
                <c:pt idx="1294">
                  <c:v>45789</c:v>
                </c:pt>
                <c:pt idx="1295">
                  <c:v>45790</c:v>
                </c:pt>
                <c:pt idx="1296">
                  <c:v>45791</c:v>
                </c:pt>
                <c:pt idx="1297">
                  <c:v>45792</c:v>
                </c:pt>
                <c:pt idx="1298">
                  <c:v>45793</c:v>
                </c:pt>
                <c:pt idx="1299">
                  <c:v>45796</c:v>
                </c:pt>
                <c:pt idx="1300">
                  <c:v>45797</c:v>
                </c:pt>
                <c:pt idx="1301">
                  <c:v>45798</c:v>
                </c:pt>
                <c:pt idx="1302">
                  <c:v>45799</c:v>
                </c:pt>
                <c:pt idx="1303">
                  <c:v>45800</c:v>
                </c:pt>
                <c:pt idx="1304">
                  <c:v>45803</c:v>
                </c:pt>
                <c:pt idx="1305">
                  <c:v>45804</c:v>
                </c:pt>
                <c:pt idx="1306">
                  <c:v>45805</c:v>
                </c:pt>
                <c:pt idx="1307">
                  <c:v>45806</c:v>
                </c:pt>
                <c:pt idx="1308">
                  <c:v>45807</c:v>
                </c:pt>
                <c:pt idx="1309">
                  <c:v>45811</c:v>
                </c:pt>
                <c:pt idx="1310">
                  <c:v>45812</c:v>
                </c:pt>
                <c:pt idx="1311">
                  <c:v>45813</c:v>
                </c:pt>
                <c:pt idx="1312">
                  <c:v>45814</c:v>
                </c:pt>
                <c:pt idx="1313">
                  <c:v>45817</c:v>
                </c:pt>
                <c:pt idx="1314">
                  <c:v>45818</c:v>
                </c:pt>
                <c:pt idx="1315">
                  <c:v>45819</c:v>
                </c:pt>
                <c:pt idx="1316">
                  <c:v>45820</c:v>
                </c:pt>
                <c:pt idx="1317">
                  <c:v>45821</c:v>
                </c:pt>
                <c:pt idx="1318">
                  <c:v>45824</c:v>
                </c:pt>
                <c:pt idx="1319">
                  <c:v>45825</c:v>
                </c:pt>
                <c:pt idx="1320">
                  <c:v>45826</c:v>
                </c:pt>
                <c:pt idx="1321">
                  <c:v>45827</c:v>
                </c:pt>
                <c:pt idx="1322">
                  <c:v>45828</c:v>
                </c:pt>
                <c:pt idx="1323">
                  <c:v>45831</c:v>
                </c:pt>
                <c:pt idx="1324">
                  <c:v>45832</c:v>
                </c:pt>
                <c:pt idx="1325">
                  <c:v>45833</c:v>
                </c:pt>
                <c:pt idx="1326">
                  <c:v>45834</c:v>
                </c:pt>
                <c:pt idx="1327">
                  <c:v>45835</c:v>
                </c:pt>
                <c:pt idx="1328">
                  <c:v>45838</c:v>
                </c:pt>
                <c:pt idx="1329">
                  <c:v>45839</c:v>
                </c:pt>
                <c:pt idx="1330">
                  <c:v>45840</c:v>
                </c:pt>
                <c:pt idx="1331">
                  <c:v>45841</c:v>
                </c:pt>
                <c:pt idx="1332">
                  <c:v>45842</c:v>
                </c:pt>
                <c:pt idx="1333">
                  <c:v>45845</c:v>
                </c:pt>
                <c:pt idx="1334">
                  <c:v>45846</c:v>
                </c:pt>
                <c:pt idx="1335">
                  <c:v>45847</c:v>
                </c:pt>
                <c:pt idx="1336">
                  <c:v>45848</c:v>
                </c:pt>
                <c:pt idx="1337">
                  <c:v>45849</c:v>
                </c:pt>
                <c:pt idx="1338">
                  <c:v>45852</c:v>
                </c:pt>
                <c:pt idx="1339">
                  <c:v>45853</c:v>
                </c:pt>
                <c:pt idx="1340">
                  <c:v>45854</c:v>
                </c:pt>
                <c:pt idx="1341">
                  <c:v>45855</c:v>
                </c:pt>
                <c:pt idx="1342">
                  <c:v>45856</c:v>
                </c:pt>
                <c:pt idx="1343">
                  <c:v>45859</c:v>
                </c:pt>
                <c:pt idx="1344">
                  <c:v>45860</c:v>
                </c:pt>
                <c:pt idx="1345">
                  <c:v>45861</c:v>
                </c:pt>
                <c:pt idx="1346">
                  <c:v>45862</c:v>
                </c:pt>
                <c:pt idx="1347">
                  <c:v>45863</c:v>
                </c:pt>
                <c:pt idx="1348">
                  <c:v>45866</c:v>
                </c:pt>
                <c:pt idx="1349">
                  <c:v>45867</c:v>
                </c:pt>
                <c:pt idx="1350">
                  <c:v>45868</c:v>
                </c:pt>
                <c:pt idx="1351">
                  <c:v>45869</c:v>
                </c:pt>
                <c:pt idx="1352">
                  <c:v>45870</c:v>
                </c:pt>
                <c:pt idx="1353">
                  <c:v>45873</c:v>
                </c:pt>
                <c:pt idx="1354">
                  <c:v>45874</c:v>
                </c:pt>
                <c:pt idx="1355">
                  <c:v>45875</c:v>
                </c:pt>
                <c:pt idx="1356">
                  <c:v>45876</c:v>
                </c:pt>
                <c:pt idx="1357">
                  <c:v>45877</c:v>
                </c:pt>
                <c:pt idx="1358">
                  <c:v>45880</c:v>
                </c:pt>
                <c:pt idx="1359">
                  <c:v>45881</c:v>
                </c:pt>
                <c:pt idx="1360">
                  <c:v>45882</c:v>
                </c:pt>
                <c:pt idx="1361">
                  <c:v>45883</c:v>
                </c:pt>
                <c:pt idx="1362">
                  <c:v>45884</c:v>
                </c:pt>
                <c:pt idx="1363">
                  <c:v>45887</c:v>
                </c:pt>
                <c:pt idx="1364">
                  <c:v>45888</c:v>
                </c:pt>
                <c:pt idx="1365">
                  <c:v>45889</c:v>
                </c:pt>
                <c:pt idx="1366">
                  <c:v>45890</c:v>
                </c:pt>
                <c:pt idx="1367">
                  <c:v>45891</c:v>
                </c:pt>
                <c:pt idx="1368">
                  <c:v>45894</c:v>
                </c:pt>
                <c:pt idx="1369">
                  <c:v>45895</c:v>
                </c:pt>
                <c:pt idx="1370">
                  <c:v>45896</c:v>
                </c:pt>
                <c:pt idx="1371">
                  <c:v>45897</c:v>
                </c:pt>
                <c:pt idx="1372">
                  <c:v>45898</c:v>
                </c:pt>
                <c:pt idx="1373">
                  <c:v>45901</c:v>
                </c:pt>
                <c:pt idx="1374">
                  <c:v>45902</c:v>
                </c:pt>
                <c:pt idx="1375">
                  <c:v>45903</c:v>
                </c:pt>
                <c:pt idx="1376">
                  <c:v>45904</c:v>
                </c:pt>
                <c:pt idx="1377">
                  <c:v>45905</c:v>
                </c:pt>
                <c:pt idx="1378">
                  <c:v>45908</c:v>
                </c:pt>
                <c:pt idx="1379">
                  <c:v>45909</c:v>
                </c:pt>
                <c:pt idx="1380">
                  <c:v>45910</c:v>
                </c:pt>
                <c:pt idx="1381">
                  <c:v>45911</c:v>
                </c:pt>
                <c:pt idx="1382">
                  <c:v>45912</c:v>
                </c:pt>
                <c:pt idx="1383">
                  <c:v>45915</c:v>
                </c:pt>
                <c:pt idx="1384">
                  <c:v>45916</c:v>
                </c:pt>
                <c:pt idx="1385">
                  <c:v>45917</c:v>
                </c:pt>
                <c:pt idx="1386">
                  <c:v>45918</c:v>
                </c:pt>
                <c:pt idx="1387">
                  <c:v>45919</c:v>
                </c:pt>
                <c:pt idx="1388">
                  <c:v>45922</c:v>
                </c:pt>
                <c:pt idx="1389">
                  <c:v>45923</c:v>
                </c:pt>
                <c:pt idx="1390">
                  <c:v>45924</c:v>
                </c:pt>
                <c:pt idx="1391">
                  <c:v>45925</c:v>
                </c:pt>
                <c:pt idx="1392">
                  <c:v>45926</c:v>
                </c:pt>
                <c:pt idx="1393">
                  <c:v>45929</c:v>
                </c:pt>
                <c:pt idx="1394">
                  <c:v>45930</c:v>
                </c:pt>
                <c:pt idx="1395">
                  <c:v>45939</c:v>
                </c:pt>
                <c:pt idx="1396">
                  <c:v>45940</c:v>
                </c:pt>
                <c:pt idx="1397">
                  <c:v>45943</c:v>
                </c:pt>
                <c:pt idx="1398">
                  <c:v>45944</c:v>
                </c:pt>
                <c:pt idx="1399">
                  <c:v>45945</c:v>
                </c:pt>
                <c:pt idx="1400">
                  <c:v>45946</c:v>
                </c:pt>
                <c:pt idx="1401">
                  <c:v>45947</c:v>
                </c:pt>
                <c:pt idx="1402">
                  <c:v>45950</c:v>
                </c:pt>
                <c:pt idx="1403">
                  <c:v>45951</c:v>
                </c:pt>
                <c:pt idx="1404">
                  <c:v>45952</c:v>
                </c:pt>
                <c:pt idx="1405">
                  <c:v>45953</c:v>
                </c:pt>
                <c:pt idx="1406">
                  <c:v>45954</c:v>
                </c:pt>
                <c:pt idx="1407">
                  <c:v>45957</c:v>
                </c:pt>
                <c:pt idx="1408">
                  <c:v>45958</c:v>
                </c:pt>
                <c:pt idx="1409">
                  <c:v>45959</c:v>
                </c:pt>
                <c:pt idx="1410">
                  <c:v>45960</c:v>
                </c:pt>
                <c:pt idx="1411">
                  <c:v>45961</c:v>
                </c:pt>
                <c:pt idx="1412">
                  <c:v>45964</c:v>
                </c:pt>
                <c:pt idx="1413">
                  <c:v>45965</c:v>
                </c:pt>
                <c:pt idx="1414">
                  <c:v>45966</c:v>
                </c:pt>
                <c:pt idx="1415">
                  <c:v>45967</c:v>
                </c:pt>
                <c:pt idx="1416">
                  <c:v>45968</c:v>
                </c:pt>
                <c:pt idx="1417">
                  <c:v>45971</c:v>
                </c:pt>
                <c:pt idx="1418">
                  <c:v>45972</c:v>
                </c:pt>
                <c:pt idx="1419">
                  <c:v>45973</c:v>
                </c:pt>
                <c:pt idx="1420">
                  <c:v>45974</c:v>
                </c:pt>
                <c:pt idx="1421">
                  <c:v>45975</c:v>
                </c:pt>
                <c:pt idx="1422">
                  <c:v>45978</c:v>
                </c:pt>
                <c:pt idx="1423">
                  <c:v>45979</c:v>
                </c:pt>
                <c:pt idx="1424">
                  <c:v>45980</c:v>
                </c:pt>
                <c:pt idx="1425">
                  <c:v>45981</c:v>
                </c:pt>
                <c:pt idx="1426">
                  <c:v>45982</c:v>
                </c:pt>
                <c:pt idx="1427">
                  <c:v>45985</c:v>
                </c:pt>
                <c:pt idx="1428">
                  <c:v>45986</c:v>
                </c:pt>
                <c:pt idx="1429">
                  <c:v>45987</c:v>
                </c:pt>
                <c:pt idx="1430">
                  <c:v>45988</c:v>
                </c:pt>
                <c:pt idx="1431">
                  <c:v>45989</c:v>
                </c:pt>
                <c:pt idx="1432">
                  <c:v>45992</c:v>
                </c:pt>
                <c:pt idx="1433">
                  <c:v>45993</c:v>
                </c:pt>
                <c:pt idx="1434">
                  <c:v>45994</c:v>
                </c:pt>
                <c:pt idx="1435">
                  <c:v>45995</c:v>
                </c:pt>
                <c:pt idx="1436">
                  <c:v>45996</c:v>
                </c:pt>
                <c:pt idx="1437">
                  <c:v>45999</c:v>
                </c:pt>
                <c:pt idx="1438">
                  <c:v>46000</c:v>
                </c:pt>
                <c:pt idx="1439">
                  <c:v>46001</c:v>
                </c:pt>
                <c:pt idx="1440">
                  <c:v>46002</c:v>
                </c:pt>
                <c:pt idx="1441">
                  <c:v>46003</c:v>
                </c:pt>
                <c:pt idx="1442">
                  <c:v>46006</c:v>
                </c:pt>
                <c:pt idx="1443">
                  <c:v>46007</c:v>
                </c:pt>
                <c:pt idx="1444">
                  <c:v>46008</c:v>
                </c:pt>
                <c:pt idx="1445">
                  <c:v>46009</c:v>
                </c:pt>
                <c:pt idx="1446">
                  <c:v>46010</c:v>
                </c:pt>
                <c:pt idx="1447">
                  <c:v>46013</c:v>
                </c:pt>
                <c:pt idx="1448">
                  <c:v>46014</c:v>
                </c:pt>
                <c:pt idx="1449">
                  <c:v>46015</c:v>
                </c:pt>
                <c:pt idx="1450">
                  <c:v>46016</c:v>
                </c:pt>
                <c:pt idx="1451">
                  <c:v>46017</c:v>
                </c:pt>
                <c:pt idx="1452">
                  <c:v>46020</c:v>
                </c:pt>
                <c:pt idx="1453">
                  <c:v>46021</c:v>
                </c:pt>
                <c:pt idx="1454">
                  <c:v>46022</c:v>
                </c:pt>
                <c:pt idx="1455">
                  <c:v>46027</c:v>
                </c:pt>
                <c:pt idx="1456">
                  <c:v>46028</c:v>
                </c:pt>
                <c:pt idx="1457">
                  <c:v>46029</c:v>
                </c:pt>
                <c:pt idx="1458">
                  <c:v>46030</c:v>
                </c:pt>
                <c:pt idx="1459">
                  <c:v>46031</c:v>
                </c:pt>
                <c:pt idx="1460">
                  <c:v>46034</c:v>
                </c:pt>
                <c:pt idx="1461">
                  <c:v>46035</c:v>
                </c:pt>
                <c:pt idx="1462">
                  <c:v>46036</c:v>
                </c:pt>
                <c:pt idx="1463">
                  <c:v>46037</c:v>
                </c:pt>
                <c:pt idx="1464">
                  <c:v>46038</c:v>
                </c:pt>
                <c:pt idx="1465">
                  <c:v>46041</c:v>
                </c:pt>
                <c:pt idx="1466">
                  <c:v>46042</c:v>
                </c:pt>
                <c:pt idx="1467">
                  <c:v>46043</c:v>
                </c:pt>
                <c:pt idx="1468">
                  <c:v>46044</c:v>
                </c:pt>
                <c:pt idx="1469">
                  <c:v>46045</c:v>
                </c:pt>
                <c:pt idx="1470">
                  <c:v>46048</c:v>
                </c:pt>
                <c:pt idx="1471">
                  <c:v>46049</c:v>
                </c:pt>
                <c:pt idx="1472">
                  <c:v>46050</c:v>
                </c:pt>
                <c:pt idx="1473">
                  <c:v>46051</c:v>
                </c:pt>
                <c:pt idx="1474">
                  <c:v>46052</c:v>
                </c:pt>
                <c:pt idx="1475">
                  <c:v>46055</c:v>
                </c:pt>
                <c:pt idx="1476">
                  <c:v>46056</c:v>
                </c:pt>
                <c:pt idx="1477">
                  <c:v>46057</c:v>
                </c:pt>
                <c:pt idx="1478">
                  <c:v>46058</c:v>
                </c:pt>
                <c:pt idx="1479">
                  <c:v>46059</c:v>
                </c:pt>
                <c:pt idx="1480">
                  <c:v>46062</c:v>
                </c:pt>
                <c:pt idx="1481">
                  <c:v>46063</c:v>
                </c:pt>
                <c:pt idx="1482">
                  <c:v>46064</c:v>
                </c:pt>
                <c:pt idx="1483">
                  <c:v>46065</c:v>
                </c:pt>
                <c:pt idx="1484">
                  <c:v>46066</c:v>
                </c:pt>
                <c:pt idx="1485">
                  <c:v>46077</c:v>
                </c:pt>
                <c:pt idx="1486">
                  <c:v>46078</c:v>
                </c:pt>
                <c:pt idx="1487">
                  <c:v>46079</c:v>
                </c:pt>
                <c:pt idx="1488">
                  <c:v>46080</c:v>
                </c:pt>
                <c:pt idx="1489">
                  <c:v>46083</c:v>
                </c:pt>
                <c:pt idx="1490">
                  <c:v>46084</c:v>
                </c:pt>
                <c:pt idx="1491">
                  <c:v>46085</c:v>
                </c:pt>
                <c:pt idx="1492">
                  <c:v>46086</c:v>
                </c:pt>
                <c:pt idx="1493">
                  <c:v>46087</c:v>
                </c:pt>
                <c:pt idx="1494">
                  <c:v>46090</c:v>
                </c:pt>
                <c:pt idx="1495">
                  <c:v>46091</c:v>
                </c:pt>
                <c:pt idx="1496">
                  <c:v>46092</c:v>
                </c:pt>
                <c:pt idx="1497">
                  <c:v>46093</c:v>
                </c:pt>
                <c:pt idx="1498">
                  <c:v>46094</c:v>
                </c:pt>
                <c:pt idx="1499">
                  <c:v>46097</c:v>
                </c:pt>
                <c:pt idx="1500">
                  <c:v>46098</c:v>
                </c:pt>
                <c:pt idx="1501">
                  <c:v>46099</c:v>
                </c:pt>
                <c:pt idx="1502">
                  <c:v>46100</c:v>
                </c:pt>
                <c:pt idx="1503">
                  <c:v>46101</c:v>
                </c:pt>
                <c:pt idx="1504">
                  <c:v>46104</c:v>
                </c:pt>
                <c:pt idx="1505">
                  <c:v>46105</c:v>
                </c:pt>
                <c:pt idx="1506">
                  <c:v>46106</c:v>
                </c:pt>
                <c:pt idx="1507">
                  <c:v>46107</c:v>
                </c:pt>
                <c:pt idx="1508">
                  <c:v>46108</c:v>
                </c:pt>
                <c:pt idx="1509">
                  <c:v>46111</c:v>
                </c:pt>
                <c:pt idx="1510">
                  <c:v>46112</c:v>
                </c:pt>
                <c:pt idx="1511">
                  <c:v>46113</c:v>
                </c:pt>
                <c:pt idx="1512">
                  <c:v>46114</c:v>
                </c:pt>
                <c:pt idx="1513">
                  <c:v>46115</c:v>
                </c:pt>
                <c:pt idx="1514">
                  <c:v>46119</c:v>
                </c:pt>
                <c:pt idx="1515">
                  <c:v>46120</c:v>
                </c:pt>
                <c:pt idx="1516">
                  <c:v>46121</c:v>
                </c:pt>
                <c:pt idx="1517">
                  <c:v>46122</c:v>
                </c:pt>
                <c:pt idx="1518">
                  <c:v>46125</c:v>
                </c:pt>
                <c:pt idx="1519">
                  <c:v>46126</c:v>
                </c:pt>
                <c:pt idx="1520">
                  <c:v>46127</c:v>
                </c:pt>
                <c:pt idx="1521">
                  <c:v>46128</c:v>
                </c:pt>
                <c:pt idx="1522">
                  <c:v>46129</c:v>
                </c:pt>
                <c:pt idx="1523">
                  <c:v>46132</c:v>
                </c:pt>
                <c:pt idx="1524">
                  <c:v>46133</c:v>
                </c:pt>
                <c:pt idx="1525">
                  <c:v>46134</c:v>
                </c:pt>
                <c:pt idx="1526">
                  <c:v>46135</c:v>
                </c:pt>
                <c:pt idx="1527">
                  <c:v>46136</c:v>
                </c:pt>
                <c:pt idx="1528">
                  <c:v>46139</c:v>
                </c:pt>
                <c:pt idx="1529">
                  <c:v>46140</c:v>
                </c:pt>
                <c:pt idx="1530">
                  <c:v>46141</c:v>
                </c:pt>
                <c:pt idx="1531">
                  <c:v>46142</c:v>
                </c:pt>
                <c:pt idx="1532">
                  <c:v>46148</c:v>
                </c:pt>
                <c:pt idx="1533">
                  <c:v>46149</c:v>
                </c:pt>
                <c:pt idx="1534">
                  <c:v>46150</c:v>
                </c:pt>
                <c:pt idx="1535">
                  <c:v>46153</c:v>
                </c:pt>
                <c:pt idx="1536">
                  <c:v>46154</c:v>
                </c:pt>
                <c:pt idx="1537">
                  <c:v>46155</c:v>
                </c:pt>
                <c:pt idx="1538">
                  <c:v>46156</c:v>
                </c:pt>
                <c:pt idx="1539">
                  <c:v>46157</c:v>
                </c:pt>
                <c:pt idx="1540">
                  <c:v>46160</c:v>
                </c:pt>
                <c:pt idx="1541">
                  <c:v>46161</c:v>
                </c:pt>
                <c:pt idx="1542">
                  <c:v>46162</c:v>
                </c:pt>
                <c:pt idx="1543">
                  <c:v>46163</c:v>
                </c:pt>
                <c:pt idx="1544">
                  <c:v>46164</c:v>
                </c:pt>
                <c:pt idx="1545">
                  <c:v>46167</c:v>
                </c:pt>
                <c:pt idx="1546">
                  <c:v>46168</c:v>
                </c:pt>
                <c:pt idx="1547">
                  <c:v>46169</c:v>
                </c:pt>
                <c:pt idx="1548">
                  <c:v>46170</c:v>
                </c:pt>
                <c:pt idx="1549">
                  <c:v>46171</c:v>
                </c:pt>
                <c:pt idx="1550">
                  <c:v>46174</c:v>
                </c:pt>
                <c:pt idx="1551">
                  <c:v>46175</c:v>
                </c:pt>
                <c:pt idx="1552">
                  <c:v>46176</c:v>
                </c:pt>
                <c:pt idx="1553">
                  <c:v>46177</c:v>
                </c:pt>
                <c:pt idx="1554">
                  <c:v>46178</c:v>
                </c:pt>
                <c:pt idx="1555">
                  <c:v>46181</c:v>
                </c:pt>
                <c:pt idx="1556">
                  <c:v>46182</c:v>
                </c:pt>
                <c:pt idx="1557">
                  <c:v>46183</c:v>
                </c:pt>
                <c:pt idx="1558">
                  <c:v>46184</c:v>
                </c:pt>
                <c:pt idx="1559">
                  <c:v>46185</c:v>
                </c:pt>
                <c:pt idx="1560">
                  <c:v>46188</c:v>
                </c:pt>
                <c:pt idx="1561">
                  <c:v>46189</c:v>
                </c:pt>
              </c:numCache>
            </c:numRef>
          </c:cat>
          <c:val>
            <c:numRef>
              <c:f>'5年内走势'!$G$2:$G$3995</c:f>
              <c:numCache>
                <c:formatCode>0.0000_ </c:formatCode>
                <c:ptCount val="3994"/>
                <c:pt idx="0">
                  <c:v>1</c:v>
                </c:pt>
                <c:pt idx="1">
                  <c:v>1.0054347826086956</c:v>
                </c:pt>
                <c:pt idx="2">
                  <c:v>1.0054347826086956</c:v>
                </c:pt>
                <c:pt idx="3">
                  <c:v>1.0108695652173914</c:v>
                </c:pt>
                <c:pt idx="4">
                  <c:v>1.0289855072463767</c:v>
                </c:pt>
                <c:pt idx="5">
                  <c:v>1.0615942028985508</c:v>
                </c:pt>
                <c:pt idx="6">
                  <c:v>1.0778985507246377</c:v>
                </c:pt>
                <c:pt idx="7">
                  <c:v>1.0869565217391304</c:v>
                </c:pt>
                <c:pt idx="8">
                  <c:v>1.0869565217391304</c:v>
                </c:pt>
                <c:pt idx="9">
                  <c:v>1.068840579710145</c:v>
                </c:pt>
                <c:pt idx="10">
                  <c:v>1.0996376811594204</c:v>
                </c:pt>
                <c:pt idx="11">
                  <c:v>1.1105072463768115</c:v>
                </c:pt>
                <c:pt idx="12">
                  <c:v>1.1304347826086956</c:v>
                </c:pt>
                <c:pt idx="13">
                  <c:v>1.1123188405797102</c:v>
                </c:pt>
                <c:pt idx="14">
                  <c:v>1.1286231884057971</c:v>
                </c:pt>
                <c:pt idx="15">
                  <c:v>1.1014492753623188</c:v>
                </c:pt>
                <c:pt idx="16">
                  <c:v>1.036231884057971</c:v>
                </c:pt>
                <c:pt idx="17">
                  <c:v>1.0670289855072463</c:v>
                </c:pt>
                <c:pt idx="18">
                  <c:v>1.0778985507246377</c:v>
                </c:pt>
                <c:pt idx="19">
                  <c:v>1.1068840579710144</c:v>
                </c:pt>
                <c:pt idx="20">
                  <c:v>1.0942028985507246</c:v>
                </c:pt>
                <c:pt idx="21">
                  <c:v>1.0815217391304348</c:v>
                </c:pt>
                <c:pt idx="22">
                  <c:v>1.0851449275362319</c:v>
                </c:pt>
                <c:pt idx="23">
                  <c:v>1.0960144927536233</c:v>
                </c:pt>
                <c:pt idx="24">
                  <c:v>1.0996376811594204</c:v>
                </c:pt>
                <c:pt idx="25">
                  <c:v>1.1195652173913044</c:v>
                </c:pt>
                <c:pt idx="26">
                  <c:v>1.1141304347826086</c:v>
                </c:pt>
                <c:pt idx="27">
                  <c:v>1.0833333333333333</c:v>
                </c:pt>
                <c:pt idx="28">
                  <c:v>1.0905797101449275</c:v>
                </c:pt>
                <c:pt idx="29">
                  <c:v>1.0869565217391304</c:v>
                </c:pt>
                <c:pt idx="30">
                  <c:v>1.0724637681159421</c:v>
                </c:pt>
                <c:pt idx="31">
                  <c:v>1.0289855072463767</c:v>
                </c:pt>
                <c:pt idx="32">
                  <c:v>1.048913043478261</c:v>
                </c:pt>
                <c:pt idx="33">
                  <c:v>1.0235507246376812</c:v>
                </c:pt>
                <c:pt idx="34">
                  <c:v>1.0126811594202898</c:v>
                </c:pt>
                <c:pt idx="35">
                  <c:v>0.98188405797101452</c:v>
                </c:pt>
                <c:pt idx="36">
                  <c:v>0.99637681159420288</c:v>
                </c:pt>
                <c:pt idx="37">
                  <c:v>1.0036231884057971</c:v>
                </c:pt>
                <c:pt idx="38">
                  <c:v>1.0398550724637681</c:v>
                </c:pt>
                <c:pt idx="39">
                  <c:v>1.0471014492753623</c:v>
                </c:pt>
                <c:pt idx="40">
                  <c:v>1.0235507246376812</c:v>
                </c:pt>
                <c:pt idx="41">
                  <c:v>0.98188405797101452</c:v>
                </c:pt>
                <c:pt idx="42">
                  <c:v>0.98913043478260865</c:v>
                </c:pt>
                <c:pt idx="43">
                  <c:v>0.9438405797101449</c:v>
                </c:pt>
                <c:pt idx="44">
                  <c:v>0.92028985507246375</c:v>
                </c:pt>
                <c:pt idx="45">
                  <c:v>0.90489130434782605</c:v>
                </c:pt>
                <c:pt idx="46">
                  <c:v>0.88586956521739135</c:v>
                </c:pt>
                <c:pt idx="47">
                  <c:v>0.85688405797101452</c:v>
                </c:pt>
                <c:pt idx="48">
                  <c:v>0.82608695652173914</c:v>
                </c:pt>
                <c:pt idx="49">
                  <c:v>0.77807971014492749</c:v>
                </c:pt>
                <c:pt idx="50">
                  <c:v>0.82246376811594202</c:v>
                </c:pt>
                <c:pt idx="51">
                  <c:v>0.76992753623188404</c:v>
                </c:pt>
                <c:pt idx="52">
                  <c:v>0.85054347826086951</c:v>
                </c:pt>
                <c:pt idx="53">
                  <c:v>0.8813405797101449</c:v>
                </c:pt>
                <c:pt idx="54">
                  <c:v>0.86594202898550721</c:v>
                </c:pt>
                <c:pt idx="55">
                  <c:v>0.875</c:v>
                </c:pt>
                <c:pt idx="56">
                  <c:v>0.86684782608695654</c:v>
                </c:pt>
                <c:pt idx="57">
                  <c:v>0.86503623188405798</c:v>
                </c:pt>
                <c:pt idx="58">
                  <c:v>0.82971014492753625</c:v>
                </c:pt>
                <c:pt idx="59">
                  <c:v>0.84782608695652173</c:v>
                </c:pt>
                <c:pt idx="60">
                  <c:v>0.85144927536231885</c:v>
                </c:pt>
                <c:pt idx="61">
                  <c:v>0.89855072463768115</c:v>
                </c:pt>
                <c:pt idx="62">
                  <c:v>0.88043478260869568</c:v>
                </c:pt>
                <c:pt idx="63">
                  <c:v>0.88949275362318836</c:v>
                </c:pt>
                <c:pt idx="64">
                  <c:v>0.89221014492753625</c:v>
                </c:pt>
                <c:pt idx="65">
                  <c:v>0.875</c:v>
                </c:pt>
                <c:pt idx="66">
                  <c:v>0.8876811594202898</c:v>
                </c:pt>
                <c:pt idx="67">
                  <c:v>0.8876811594202898</c:v>
                </c:pt>
                <c:pt idx="68">
                  <c:v>0.8876811594202898</c:v>
                </c:pt>
                <c:pt idx="69">
                  <c:v>0.9311594202898551</c:v>
                </c:pt>
                <c:pt idx="70">
                  <c:v>0.90760869565217395</c:v>
                </c:pt>
                <c:pt idx="71">
                  <c:v>0.89221014492753625</c:v>
                </c:pt>
                <c:pt idx="72">
                  <c:v>0.90307971014492749</c:v>
                </c:pt>
                <c:pt idx="73">
                  <c:v>0.90307971014492749</c:v>
                </c:pt>
                <c:pt idx="74">
                  <c:v>0.89402173913043481</c:v>
                </c:pt>
                <c:pt idx="75">
                  <c:v>0.90307971014492749</c:v>
                </c:pt>
                <c:pt idx="76">
                  <c:v>0.90760869565217395</c:v>
                </c:pt>
                <c:pt idx="77">
                  <c:v>0.90579710144927539</c:v>
                </c:pt>
                <c:pt idx="78">
                  <c:v>0.90579710144927539</c:v>
                </c:pt>
                <c:pt idx="79">
                  <c:v>0.89130434782608692</c:v>
                </c:pt>
                <c:pt idx="80">
                  <c:v>0.88405797101449279</c:v>
                </c:pt>
                <c:pt idx="81">
                  <c:v>0.88405797101449279</c:v>
                </c:pt>
                <c:pt idx="82">
                  <c:v>0.87681159420289856</c:v>
                </c:pt>
                <c:pt idx="83">
                  <c:v>0.86775362318840576</c:v>
                </c:pt>
                <c:pt idx="84">
                  <c:v>0.87952898550724634</c:v>
                </c:pt>
                <c:pt idx="85">
                  <c:v>0.86956521739130432</c:v>
                </c:pt>
                <c:pt idx="86">
                  <c:v>0.86684782608695654</c:v>
                </c:pt>
                <c:pt idx="87">
                  <c:v>0.88405797101449279</c:v>
                </c:pt>
                <c:pt idx="88">
                  <c:v>0.91123188405797106</c:v>
                </c:pt>
                <c:pt idx="89">
                  <c:v>0.90579710144927539</c:v>
                </c:pt>
                <c:pt idx="90">
                  <c:v>0.90489130434782605</c:v>
                </c:pt>
                <c:pt idx="91">
                  <c:v>0.88315217391304346</c:v>
                </c:pt>
                <c:pt idx="92">
                  <c:v>0.88496376811594202</c:v>
                </c:pt>
                <c:pt idx="93">
                  <c:v>0.89221014492753625</c:v>
                </c:pt>
                <c:pt idx="94">
                  <c:v>0.90398550724637683</c:v>
                </c:pt>
                <c:pt idx="95">
                  <c:v>0.91304347826086951</c:v>
                </c:pt>
                <c:pt idx="96">
                  <c:v>0.91847826086956519</c:v>
                </c:pt>
                <c:pt idx="97">
                  <c:v>0.92753623188405798</c:v>
                </c:pt>
                <c:pt idx="98">
                  <c:v>0.9311594202898551</c:v>
                </c:pt>
                <c:pt idx="99">
                  <c:v>0.9873188405797102</c:v>
                </c:pt>
                <c:pt idx="100">
                  <c:v>0.98913043478260865</c:v>
                </c:pt>
                <c:pt idx="101">
                  <c:v>1.0054347826086956</c:v>
                </c:pt>
                <c:pt idx="102">
                  <c:v>0.99456521739130432</c:v>
                </c:pt>
                <c:pt idx="103">
                  <c:v>1.0054347826086956</c:v>
                </c:pt>
                <c:pt idx="104">
                  <c:v>1.0036231884057971</c:v>
                </c:pt>
                <c:pt idx="105">
                  <c:v>0.98369565217391308</c:v>
                </c:pt>
                <c:pt idx="106">
                  <c:v>0.94746376811594202</c:v>
                </c:pt>
                <c:pt idx="107">
                  <c:v>0.90398550724637683</c:v>
                </c:pt>
                <c:pt idx="108">
                  <c:v>0.9438405797101449</c:v>
                </c:pt>
                <c:pt idx="109">
                  <c:v>0.94565217391304346</c:v>
                </c:pt>
                <c:pt idx="110">
                  <c:v>0.94746376811594202</c:v>
                </c:pt>
                <c:pt idx="111">
                  <c:v>0.95833333333333337</c:v>
                </c:pt>
                <c:pt idx="112">
                  <c:v>0.94202898550724634</c:v>
                </c:pt>
                <c:pt idx="113">
                  <c:v>0.9311594202898551</c:v>
                </c:pt>
                <c:pt idx="114">
                  <c:v>0.95833333333333337</c:v>
                </c:pt>
                <c:pt idx="115">
                  <c:v>0.94927536231884058</c:v>
                </c:pt>
                <c:pt idx="116">
                  <c:v>0.95652173913043481</c:v>
                </c:pt>
                <c:pt idx="117">
                  <c:v>0.95289855072463769</c:v>
                </c:pt>
                <c:pt idx="118">
                  <c:v>0.95833333333333337</c:v>
                </c:pt>
                <c:pt idx="119">
                  <c:v>0.97101449275362317</c:v>
                </c:pt>
                <c:pt idx="120">
                  <c:v>0.99637681159420288</c:v>
                </c:pt>
                <c:pt idx="121">
                  <c:v>0.96739130434782605</c:v>
                </c:pt>
                <c:pt idx="122">
                  <c:v>0.96014492753623193</c:v>
                </c:pt>
                <c:pt idx="123">
                  <c:v>0.95652173913043481</c:v>
                </c:pt>
                <c:pt idx="124">
                  <c:v>0.95471014492753625</c:v>
                </c:pt>
                <c:pt idx="125">
                  <c:v>0.96739130434782605</c:v>
                </c:pt>
                <c:pt idx="126">
                  <c:v>0.97463768115942029</c:v>
                </c:pt>
                <c:pt idx="127">
                  <c:v>0.99094202898550721</c:v>
                </c:pt>
                <c:pt idx="128">
                  <c:v>0.97463768115942029</c:v>
                </c:pt>
                <c:pt idx="129">
                  <c:v>0.98550724637681164</c:v>
                </c:pt>
                <c:pt idx="130">
                  <c:v>0.98188405797101452</c:v>
                </c:pt>
                <c:pt idx="131">
                  <c:v>1.0018115942028984</c:v>
                </c:pt>
                <c:pt idx="132">
                  <c:v>0.99094202898550721</c:v>
                </c:pt>
                <c:pt idx="133">
                  <c:v>0.98007246376811596</c:v>
                </c:pt>
                <c:pt idx="134">
                  <c:v>0.98188405797101452</c:v>
                </c:pt>
                <c:pt idx="135">
                  <c:v>1.0072463768115942</c:v>
                </c:pt>
                <c:pt idx="136">
                  <c:v>1.0615942028985508</c:v>
                </c:pt>
                <c:pt idx="137">
                  <c:v>1.068840579710145</c:v>
                </c:pt>
                <c:pt idx="138">
                  <c:v>1.068840579710145</c:v>
                </c:pt>
                <c:pt idx="139">
                  <c:v>1.048913043478261</c:v>
                </c:pt>
                <c:pt idx="140">
                  <c:v>1.0289855072463767</c:v>
                </c:pt>
                <c:pt idx="141">
                  <c:v>1.0380434782608696</c:v>
                </c:pt>
                <c:pt idx="142">
                  <c:v>1.0307971014492754</c:v>
                </c:pt>
                <c:pt idx="143">
                  <c:v>1.0507246376811594</c:v>
                </c:pt>
                <c:pt idx="144">
                  <c:v>1.0416666666666667</c:v>
                </c:pt>
                <c:pt idx="145">
                  <c:v>1.0471014492753623</c:v>
                </c:pt>
                <c:pt idx="146">
                  <c:v>1.0543478260869565</c:v>
                </c:pt>
                <c:pt idx="147">
                  <c:v>1.068840579710145</c:v>
                </c:pt>
                <c:pt idx="148">
                  <c:v>1.0634057971014492</c:v>
                </c:pt>
                <c:pt idx="149">
                  <c:v>1.0507246376811594</c:v>
                </c:pt>
                <c:pt idx="150">
                  <c:v>1.0507246376811594</c:v>
                </c:pt>
                <c:pt idx="151">
                  <c:v>1.0579710144927537</c:v>
                </c:pt>
                <c:pt idx="152">
                  <c:v>1.0471014492753623</c:v>
                </c:pt>
                <c:pt idx="153">
                  <c:v>1.0036231884057971</c:v>
                </c:pt>
                <c:pt idx="154">
                  <c:v>1.0126811594202898</c:v>
                </c:pt>
                <c:pt idx="155">
                  <c:v>1.0163043478260869</c:v>
                </c:pt>
                <c:pt idx="156">
                  <c:v>1.0217391304347827</c:v>
                </c:pt>
                <c:pt idx="157">
                  <c:v>1.0217391304347827</c:v>
                </c:pt>
                <c:pt idx="158">
                  <c:v>1.0072463768115942</c:v>
                </c:pt>
                <c:pt idx="159">
                  <c:v>1.0036231884057971</c:v>
                </c:pt>
                <c:pt idx="160">
                  <c:v>0.97826086956521741</c:v>
                </c:pt>
                <c:pt idx="161">
                  <c:v>0.98188405797101452</c:v>
                </c:pt>
                <c:pt idx="162">
                  <c:v>0.98550724637681164</c:v>
                </c:pt>
                <c:pt idx="163">
                  <c:v>1.0217391304347827</c:v>
                </c:pt>
                <c:pt idx="164">
                  <c:v>1.0072463768115942</c:v>
                </c:pt>
                <c:pt idx="165">
                  <c:v>1.0235507246376812</c:v>
                </c:pt>
                <c:pt idx="166">
                  <c:v>1.0634057971014492</c:v>
                </c:pt>
                <c:pt idx="167">
                  <c:v>1.0579710144927537</c:v>
                </c:pt>
                <c:pt idx="168">
                  <c:v>1.0724637681159421</c:v>
                </c:pt>
                <c:pt idx="169">
                  <c:v>1.068840579710145</c:v>
                </c:pt>
                <c:pt idx="170">
                  <c:v>1.0942028985507246</c:v>
                </c:pt>
                <c:pt idx="171">
                  <c:v>1.105072463768116</c:v>
                </c:pt>
                <c:pt idx="172">
                  <c:v>1.105072463768116</c:v>
                </c:pt>
                <c:pt idx="173">
                  <c:v>1.0778985507246377</c:v>
                </c:pt>
                <c:pt idx="174">
                  <c:v>1.0742753623188406</c:v>
                </c:pt>
                <c:pt idx="175">
                  <c:v>1.0724637681159421</c:v>
                </c:pt>
                <c:pt idx="176">
                  <c:v>1.0543478260869565</c:v>
                </c:pt>
                <c:pt idx="177">
                  <c:v>1.0615942028985508</c:v>
                </c:pt>
                <c:pt idx="178">
                  <c:v>1.0471014492753623</c:v>
                </c:pt>
                <c:pt idx="179">
                  <c:v>1.048913043478261</c:v>
                </c:pt>
                <c:pt idx="180">
                  <c:v>1.0543478260869565</c:v>
                </c:pt>
                <c:pt idx="181">
                  <c:v>1.0543478260869565</c:v>
                </c:pt>
                <c:pt idx="182">
                  <c:v>1.0543478260869565</c:v>
                </c:pt>
                <c:pt idx="183">
                  <c:v>1.0815217391304348</c:v>
                </c:pt>
                <c:pt idx="184">
                  <c:v>1.0942028985507246</c:v>
                </c:pt>
                <c:pt idx="185">
                  <c:v>1.1032608695652173</c:v>
                </c:pt>
                <c:pt idx="186">
                  <c:v>1.1032608695652173</c:v>
                </c:pt>
                <c:pt idx="187">
                  <c:v>1.0869565217391304</c:v>
                </c:pt>
                <c:pt idx="188">
                  <c:v>1.0778985507246377</c:v>
                </c:pt>
                <c:pt idx="189">
                  <c:v>1.0869565217391304</c:v>
                </c:pt>
                <c:pt idx="190">
                  <c:v>1.1032608695652173</c:v>
                </c:pt>
                <c:pt idx="191">
                  <c:v>1.1032608695652173</c:v>
                </c:pt>
                <c:pt idx="192">
                  <c:v>1.088768115942029</c:v>
                </c:pt>
                <c:pt idx="193">
                  <c:v>1.0905797101449275</c:v>
                </c:pt>
                <c:pt idx="194">
                  <c:v>1.0942028985507246</c:v>
                </c:pt>
                <c:pt idx="195">
                  <c:v>1.0833333333333333</c:v>
                </c:pt>
                <c:pt idx="196">
                  <c:v>1.068840579710145</c:v>
                </c:pt>
                <c:pt idx="197">
                  <c:v>1.0525362318840579</c:v>
                </c:pt>
                <c:pt idx="198">
                  <c:v>1.0253623188405796</c:v>
                </c:pt>
                <c:pt idx="199">
                  <c:v>1.0398550724637681</c:v>
                </c:pt>
                <c:pt idx="200">
                  <c:v>1.0652173913043479</c:v>
                </c:pt>
                <c:pt idx="201">
                  <c:v>1.0597826086956521</c:v>
                </c:pt>
                <c:pt idx="202">
                  <c:v>1.0923913043478262</c:v>
                </c:pt>
                <c:pt idx="203">
                  <c:v>1.088768115942029</c:v>
                </c:pt>
                <c:pt idx="204">
                  <c:v>1.0905797101449275</c:v>
                </c:pt>
                <c:pt idx="205">
                  <c:v>1.0905797101449275</c:v>
                </c:pt>
                <c:pt idx="206">
                  <c:v>1.1105072463768115</c:v>
                </c:pt>
                <c:pt idx="207">
                  <c:v>1.105072463768116</c:v>
                </c:pt>
                <c:pt idx="208">
                  <c:v>1.144927536231884</c:v>
                </c:pt>
                <c:pt idx="209">
                  <c:v>1.201086956521739</c:v>
                </c:pt>
                <c:pt idx="210">
                  <c:v>1.1902173913043479</c:v>
                </c:pt>
                <c:pt idx="211">
                  <c:v>1.173913043478261</c:v>
                </c:pt>
                <c:pt idx="212">
                  <c:v>1.1702898550724639</c:v>
                </c:pt>
                <c:pt idx="213">
                  <c:v>1.1721014492753623</c:v>
                </c:pt>
                <c:pt idx="214">
                  <c:v>1.2228260869565217</c:v>
                </c:pt>
                <c:pt idx="215">
                  <c:v>1.2264492753623188</c:v>
                </c:pt>
                <c:pt idx="216">
                  <c:v>1.2065217391304348</c:v>
                </c:pt>
                <c:pt idx="217">
                  <c:v>1.2318840579710144</c:v>
                </c:pt>
                <c:pt idx="218">
                  <c:v>1.2355072463768115</c:v>
                </c:pt>
                <c:pt idx="219">
                  <c:v>1.2083333333333333</c:v>
                </c:pt>
                <c:pt idx="220">
                  <c:v>1.2282608695652173</c:v>
                </c:pt>
                <c:pt idx="221">
                  <c:v>1.2590579710144927</c:v>
                </c:pt>
                <c:pt idx="222">
                  <c:v>1.2626811594202898</c:v>
                </c:pt>
                <c:pt idx="223">
                  <c:v>1.2952898550724639</c:v>
                </c:pt>
                <c:pt idx="224">
                  <c:v>1.3206521739130435</c:v>
                </c:pt>
                <c:pt idx="225">
                  <c:v>1.298913043478261</c:v>
                </c:pt>
                <c:pt idx="226">
                  <c:v>1.338768115942029</c:v>
                </c:pt>
                <c:pt idx="227">
                  <c:v>1.3206521739130435</c:v>
                </c:pt>
                <c:pt idx="228">
                  <c:v>1.3297101449275361</c:v>
                </c:pt>
                <c:pt idx="229">
                  <c:v>1.3369565217391304</c:v>
                </c:pt>
                <c:pt idx="230">
                  <c:v>1.3369565217391304</c:v>
                </c:pt>
                <c:pt idx="231">
                  <c:v>1.3369565217391304</c:v>
                </c:pt>
                <c:pt idx="232">
                  <c:v>1.3278985507246377</c:v>
                </c:pt>
                <c:pt idx="233">
                  <c:v>1.3224637681159421</c:v>
                </c:pt>
                <c:pt idx="234">
                  <c:v>1.3224637681159421</c:v>
                </c:pt>
                <c:pt idx="235">
                  <c:v>1.3097826086956521</c:v>
                </c:pt>
                <c:pt idx="236">
                  <c:v>1.338768115942029</c:v>
                </c:pt>
                <c:pt idx="237">
                  <c:v>1.4094202898550725</c:v>
                </c:pt>
                <c:pt idx="238">
                  <c:v>1.4094202898550725</c:v>
                </c:pt>
                <c:pt idx="239">
                  <c:v>1.4257246376811594</c:v>
                </c:pt>
                <c:pt idx="240">
                  <c:v>1.4184782608695652</c:v>
                </c:pt>
                <c:pt idx="241">
                  <c:v>1.4673913043478262</c:v>
                </c:pt>
                <c:pt idx="242">
                  <c:v>1.4673913043478262</c:v>
                </c:pt>
                <c:pt idx="243">
                  <c:v>1.5036231884057971</c:v>
                </c:pt>
                <c:pt idx="244">
                  <c:v>1.519927536231884</c:v>
                </c:pt>
                <c:pt idx="245">
                  <c:v>1.4891304347826086</c:v>
                </c:pt>
                <c:pt idx="246">
                  <c:v>1.5018115942028984</c:v>
                </c:pt>
                <c:pt idx="247">
                  <c:v>1.6086956521739131</c:v>
                </c:pt>
                <c:pt idx="248">
                  <c:v>1.6485507246376812</c:v>
                </c:pt>
                <c:pt idx="249">
                  <c:v>1.6413043478260869</c:v>
                </c:pt>
                <c:pt idx="250">
                  <c:v>1.625</c:v>
                </c:pt>
                <c:pt idx="251">
                  <c:v>1.625</c:v>
                </c:pt>
                <c:pt idx="252">
                  <c:v>1.5942028985507246</c:v>
                </c:pt>
                <c:pt idx="253">
                  <c:v>1.5398550724637681</c:v>
                </c:pt>
                <c:pt idx="254">
                  <c:v>1.576086956521739</c:v>
                </c:pt>
                <c:pt idx="255">
                  <c:v>1.5797101449275361</c:v>
                </c:pt>
                <c:pt idx="256">
                  <c:v>1.5960144927536233</c:v>
                </c:pt>
                <c:pt idx="257">
                  <c:v>1.5724637681159421</c:v>
                </c:pt>
                <c:pt idx="258">
                  <c:v>1.6195652173913044</c:v>
                </c:pt>
                <c:pt idx="259">
                  <c:v>1.5706521739130435</c:v>
                </c:pt>
                <c:pt idx="260">
                  <c:v>1.5507246376811594</c:v>
                </c:pt>
                <c:pt idx="261">
                  <c:v>1.5163043478260869</c:v>
                </c:pt>
                <c:pt idx="262">
                  <c:v>1.4855072463768115</c:v>
                </c:pt>
                <c:pt idx="263">
                  <c:v>1.5036231884057971</c:v>
                </c:pt>
                <c:pt idx="264">
                  <c:v>1.5289855072463767</c:v>
                </c:pt>
                <c:pt idx="265">
                  <c:v>1.5326086956521738</c:v>
                </c:pt>
                <c:pt idx="266">
                  <c:v>1.4945652173913044</c:v>
                </c:pt>
                <c:pt idx="267">
                  <c:v>1.5126811594202898</c:v>
                </c:pt>
                <c:pt idx="268">
                  <c:v>1.5036231884057971</c:v>
                </c:pt>
                <c:pt idx="269">
                  <c:v>1.4981884057971016</c:v>
                </c:pt>
                <c:pt idx="270">
                  <c:v>1.4782608695652173</c:v>
                </c:pt>
                <c:pt idx="271">
                  <c:v>1.4873188405797102</c:v>
                </c:pt>
                <c:pt idx="272">
                  <c:v>1.4963768115942029</c:v>
                </c:pt>
                <c:pt idx="273">
                  <c:v>1.4891304347826086</c:v>
                </c:pt>
                <c:pt idx="274">
                  <c:v>1.4855072463768115</c:v>
                </c:pt>
                <c:pt idx="275">
                  <c:v>1.4855072463768115</c:v>
                </c:pt>
                <c:pt idx="276">
                  <c:v>1.5452898550724639</c:v>
                </c:pt>
                <c:pt idx="277">
                  <c:v>1.4945652173913044</c:v>
                </c:pt>
                <c:pt idx="278">
                  <c:v>1.4945652173913044</c:v>
                </c:pt>
                <c:pt idx="279">
                  <c:v>1.5144927536231885</c:v>
                </c:pt>
                <c:pt idx="280">
                  <c:v>1.5217391304347827</c:v>
                </c:pt>
                <c:pt idx="281">
                  <c:v>1.4927536231884058</c:v>
                </c:pt>
                <c:pt idx="282">
                  <c:v>1.4873188405797102</c:v>
                </c:pt>
                <c:pt idx="283">
                  <c:v>1.4855072463768115</c:v>
                </c:pt>
                <c:pt idx="284">
                  <c:v>1.4746376811594204</c:v>
                </c:pt>
                <c:pt idx="285">
                  <c:v>1.4655797101449275</c:v>
                </c:pt>
                <c:pt idx="286">
                  <c:v>1.4855072463768115</c:v>
                </c:pt>
                <c:pt idx="287">
                  <c:v>1.5</c:v>
                </c:pt>
                <c:pt idx="288">
                  <c:v>1.4818840579710144</c:v>
                </c:pt>
                <c:pt idx="289">
                  <c:v>1.5</c:v>
                </c:pt>
                <c:pt idx="290">
                  <c:v>1.4909420289855073</c:v>
                </c:pt>
                <c:pt idx="291">
                  <c:v>1.5018115942028984</c:v>
                </c:pt>
                <c:pt idx="292">
                  <c:v>1.4836956521739131</c:v>
                </c:pt>
                <c:pt idx="293">
                  <c:v>1.4855072463768115</c:v>
                </c:pt>
                <c:pt idx="294">
                  <c:v>1.4818840579710144</c:v>
                </c:pt>
                <c:pt idx="295">
                  <c:v>1.4673913043478262</c:v>
                </c:pt>
                <c:pt idx="296">
                  <c:v>1.4710144927536233</c:v>
                </c:pt>
                <c:pt idx="297">
                  <c:v>1.4764492753623188</c:v>
                </c:pt>
                <c:pt idx="298">
                  <c:v>1.4782608695652173</c:v>
                </c:pt>
                <c:pt idx="299">
                  <c:v>1.4891304347826086</c:v>
                </c:pt>
                <c:pt idx="300">
                  <c:v>1.4746376811594204</c:v>
                </c:pt>
                <c:pt idx="301">
                  <c:v>1.5018115942028984</c:v>
                </c:pt>
                <c:pt idx="302">
                  <c:v>1.536231884057971</c:v>
                </c:pt>
                <c:pt idx="303">
                  <c:v>1.5579710144927537</c:v>
                </c:pt>
                <c:pt idx="304">
                  <c:v>1.5507246376811594</c:v>
                </c:pt>
                <c:pt idx="305">
                  <c:v>1.5344202898550725</c:v>
                </c:pt>
                <c:pt idx="306">
                  <c:v>1.5144927536231885</c:v>
                </c:pt>
                <c:pt idx="307">
                  <c:v>1.5072463768115942</c:v>
                </c:pt>
                <c:pt idx="308">
                  <c:v>1.5217391304347827</c:v>
                </c:pt>
                <c:pt idx="309">
                  <c:v>1.5217391304347827</c:v>
                </c:pt>
                <c:pt idx="310">
                  <c:v>1.5235507246376812</c:v>
                </c:pt>
                <c:pt idx="311">
                  <c:v>1.519927536231884</c:v>
                </c:pt>
                <c:pt idx="312">
                  <c:v>1.5090579710144927</c:v>
                </c:pt>
                <c:pt idx="313">
                  <c:v>1.519927536231884</c:v>
                </c:pt>
                <c:pt idx="314">
                  <c:v>1.4963768115942029</c:v>
                </c:pt>
                <c:pt idx="315">
                  <c:v>1.4927536231884058</c:v>
                </c:pt>
                <c:pt idx="316">
                  <c:v>1.5</c:v>
                </c:pt>
                <c:pt idx="317">
                  <c:v>1.5126811594202898</c:v>
                </c:pt>
                <c:pt idx="318">
                  <c:v>1.5018115942028984</c:v>
                </c:pt>
                <c:pt idx="319">
                  <c:v>1.4873188405797102</c:v>
                </c:pt>
                <c:pt idx="320">
                  <c:v>1.480072463768116</c:v>
                </c:pt>
                <c:pt idx="321">
                  <c:v>1.4764492753623188</c:v>
                </c:pt>
                <c:pt idx="322">
                  <c:v>1.4909420289855073</c:v>
                </c:pt>
                <c:pt idx="323">
                  <c:v>1.4836956521739131</c:v>
                </c:pt>
                <c:pt idx="324">
                  <c:v>1.5072463768115942</c:v>
                </c:pt>
                <c:pt idx="325">
                  <c:v>1.4710144927536233</c:v>
                </c:pt>
                <c:pt idx="326">
                  <c:v>1.4492753623188406</c:v>
                </c:pt>
                <c:pt idx="327">
                  <c:v>1.4221014492753623</c:v>
                </c:pt>
                <c:pt idx="328">
                  <c:v>1.451086956521739</c:v>
                </c:pt>
                <c:pt idx="329">
                  <c:v>1.4420289855072463</c:v>
                </c:pt>
                <c:pt idx="330">
                  <c:v>1.4420289855072463</c:v>
                </c:pt>
                <c:pt idx="331">
                  <c:v>1.4420289855072463</c:v>
                </c:pt>
                <c:pt idx="332">
                  <c:v>1.4402173913043479</c:v>
                </c:pt>
                <c:pt idx="333">
                  <c:v>1.451086956521739</c:v>
                </c:pt>
                <c:pt idx="334">
                  <c:v>1.443840579710145</c:v>
                </c:pt>
                <c:pt idx="335">
                  <c:v>1.4474637681159421</c:v>
                </c:pt>
                <c:pt idx="336">
                  <c:v>1.4456521739130435</c:v>
                </c:pt>
                <c:pt idx="337">
                  <c:v>1.4420289855072463</c:v>
                </c:pt>
                <c:pt idx="338">
                  <c:v>1.451086956521739</c:v>
                </c:pt>
                <c:pt idx="339">
                  <c:v>1.4583333333333333</c:v>
                </c:pt>
                <c:pt idx="340">
                  <c:v>1.4601449275362319</c:v>
                </c:pt>
                <c:pt idx="341">
                  <c:v>1.463768115942029</c:v>
                </c:pt>
                <c:pt idx="342">
                  <c:v>1.5</c:v>
                </c:pt>
                <c:pt idx="343">
                  <c:v>1.4891304347826086</c:v>
                </c:pt>
                <c:pt idx="344">
                  <c:v>1.4836956521739131</c:v>
                </c:pt>
                <c:pt idx="345">
                  <c:v>1.4836956521739131</c:v>
                </c:pt>
                <c:pt idx="346">
                  <c:v>1.4692028985507246</c:v>
                </c:pt>
                <c:pt idx="347">
                  <c:v>1.4673913043478262</c:v>
                </c:pt>
                <c:pt idx="348">
                  <c:v>1.4673913043478262</c:v>
                </c:pt>
                <c:pt idx="349">
                  <c:v>1.4655797101449275</c:v>
                </c:pt>
                <c:pt idx="350">
                  <c:v>1.4818840579710144</c:v>
                </c:pt>
                <c:pt idx="351">
                  <c:v>1.4655797101449275</c:v>
                </c:pt>
                <c:pt idx="352">
                  <c:v>1.4583333333333333</c:v>
                </c:pt>
                <c:pt idx="353">
                  <c:v>1.4474637681159421</c:v>
                </c:pt>
                <c:pt idx="354">
                  <c:v>1.4492753623188406</c:v>
                </c:pt>
                <c:pt idx="355">
                  <c:v>1.451086956521739</c:v>
                </c:pt>
                <c:pt idx="356">
                  <c:v>1.4710144927536233</c:v>
                </c:pt>
                <c:pt idx="357">
                  <c:v>1.4782608695652173</c:v>
                </c:pt>
                <c:pt idx="358">
                  <c:v>1.4836956521739131</c:v>
                </c:pt>
                <c:pt idx="359">
                  <c:v>1.4673913043478262</c:v>
                </c:pt>
                <c:pt idx="360">
                  <c:v>1.4619565217391304</c:v>
                </c:pt>
                <c:pt idx="361">
                  <c:v>1.451086956521739</c:v>
                </c:pt>
                <c:pt idx="362">
                  <c:v>1.4492753623188406</c:v>
                </c:pt>
                <c:pt idx="363">
                  <c:v>1.4565217391304348</c:v>
                </c:pt>
                <c:pt idx="364">
                  <c:v>1.4710144927536233</c:v>
                </c:pt>
                <c:pt idx="365">
                  <c:v>1.463768115942029</c:v>
                </c:pt>
                <c:pt idx="366">
                  <c:v>1.4474637681159421</c:v>
                </c:pt>
                <c:pt idx="367">
                  <c:v>1.4384057971014492</c:v>
                </c:pt>
                <c:pt idx="368">
                  <c:v>1.443840579710145</c:v>
                </c:pt>
                <c:pt idx="369">
                  <c:v>1.4456521739130435</c:v>
                </c:pt>
                <c:pt idx="370">
                  <c:v>1.4402173913043479</c:v>
                </c:pt>
                <c:pt idx="371">
                  <c:v>1.4601449275362319</c:v>
                </c:pt>
                <c:pt idx="372">
                  <c:v>1.4456521739130435</c:v>
                </c:pt>
                <c:pt idx="373">
                  <c:v>1.431159420289855</c:v>
                </c:pt>
                <c:pt idx="374">
                  <c:v>1.431159420289855</c:v>
                </c:pt>
                <c:pt idx="375">
                  <c:v>1.4221014492753623</c:v>
                </c:pt>
                <c:pt idx="376">
                  <c:v>1.443840579710145</c:v>
                </c:pt>
                <c:pt idx="377">
                  <c:v>1.4365942028985508</c:v>
                </c:pt>
                <c:pt idx="378">
                  <c:v>1.4275362318840579</c:v>
                </c:pt>
                <c:pt idx="379">
                  <c:v>1.4221014492753623</c:v>
                </c:pt>
                <c:pt idx="380">
                  <c:v>1.4347826086956521</c:v>
                </c:pt>
                <c:pt idx="381">
                  <c:v>1.431159420289855</c:v>
                </c:pt>
                <c:pt idx="382">
                  <c:v>1.4221014492753623</c:v>
                </c:pt>
                <c:pt idx="383">
                  <c:v>1.4365942028985508</c:v>
                </c:pt>
                <c:pt idx="384">
                  <c:v>1.4746376811594204</c:v>
                </c:pt>
                <c:pt idx="385">
                  <c:v>1.5018115942028984</c:v>
                </c:pt>
                <c:pt idx="386">
                  <c:v>1.4873188405797102</c:v>
                </c:pt>
                <c:pt idx="387">
                  <c:v>1.4764492753623188</c:v>
                </c:pt>
                <c:pt idx="388">
                  <c:v>1.4764492753623188</c:v>
                </c:pt>
                <c:pt idx="389">
                  <c:v>1.4528985507246377</c:v>
                </c:pt>
                <c:pt idx="390">
                  <c:v>1.4221014492753623</c:v>
                </c:pt>
                <c:pt idx="391">
                  <c:v>1.394927536231884</c:v>
                </c:pt>
                <c:pt idx="392">
                  <c:v>1.3478260869565217</c:v>
                </c:pt>
                <c:pt idx="393">
                  <c:v>1.3478260869565217</c:v>
                </c:pt>
                <c:pt idx="394">
                  <c:v>1.3442028985507246</c:v>
                </c:pt>
                <c:pt idx="395">
                  <c:v>1.338768115942029</c:v>
                </c:pt>
                <c:pt idx="396">
                  <c:v>1.3242753623188406</c:v>
                </c:pt>
                <c:pt idx="397">
                  <c:v>1.3170289855072463</c:v>
                </c:pt>
                <c:pt idx="398">
                  <c:v>1.3278985507246377</c:v>
                </c:pt>
                <c:pt idx="399">
                  <c:v>1.3695652173913044</c:v>
                </c:pt>
                <c:pt idx="400">
                  <c:v>1.3713768115942029</c:v>
                </c:pt>
                <c:pt idx="401">
                  <c:v>1.3514492753623188</c:v>
                </c:pt>
                <c:pt idx="402">
                  <c:v>1.3460144927536233</c:v>
                </c:pt>
                <c:pt idx="403">
                  <c:v>1.3514492753623188</c:v>
                </c:pt>
                <c:pt idx="404">
                  <c:v>1.3894927536231885</c:v>
                </c:pt>
                <c:pt idx="405">
                  <c:v>1.3913043478260869</c:v>
                </c:pt>
                <c:pt idx="406">
                  <c:v>1.3768115942028984</c:v>
                </c:pt>
                <c:pt idx="407">
                  <c:v>1.3876811594202898</c:v>
                </c:pt>
                <c:pt idx="408">
                  <c:v>1.4003623188405796</c:v>
                </c:pt>
                <c:pt idx="409">
                  <c:v>1.3786231884057971</c:v>
                </c:pt>
                <c:pt idx="410">
                  <c:v>1.3822463768115942</c:v>
                </c:pt>
                <c:pt idx="411">
                  <c:v>1.3641304347826086</c:v>
                </c:pt>
                <c:pt idx="412">
                  <c:v>1.3641304347826086</c:v>
                </c:pt>
                <c:pt idx="413">
                  <c:v>1.3822463768115942</c:v>
                </c:pt>
                <c:pt idx="414">
                  <c:v>1.3876811594202898</c:v>
                </c:pt>
                <c:pt idx="415">
                  <c:v>1.394927536231884</c:v>
                </c:pt>
                <c:pt idx="416">
                  <c:v>1.3786231884057971</c:v>
                </c:pt>
                <c:pt idx="417">
                  <c:v>1.3985507246376812</c:v>
                </c:pt>
                <c:pt idx="418">
                  <c:v>1.3985507246376812</c:v>
                </c:pt>
                <c:pt idx="419">
                  <c:v>1.4021739130434783</c:v>
                </c:pt>
                <c:pt idx="420">
                  <c:v>1.4003623188405796</c:v>
                </c:pt>
                <c:pt idx="421">
                  <c:v>1.4076086956521738</c:v>
                </c:pt>
                <c:pt idx="422">
                  <c:v>1.3822463768115942</c:v>
                </c:pt>
                <c:pt idx="423">
                  <c:v>1.3423913043478262</c:v>
                </c:pt>
                <c:pt idx="424">
                  <c:v>1.3423913043478262</c:v>
                </c:pt>
                <c:pt idx="425">
                  <c:v>1.2952898550724639</c:v>
                </c:pt>
                <c:pt idx="426">
                  <c:v>1.2952898550724639</c:v>
                </c:pt>
                <c:pt idx="427">
                  <c:v>1.25</c:v>
                </c:pt>
                <c:pt idx="428">
                  <c:v>1.2463768115942029</c:v>
                </c:pt>
                <c:pt idx="429">
                  <c:v>1.2572463768115942</c:v>
                </c:pt>
                <c:pt idx="430">
                  <c:v>1.269927536231884</c:v>
                </c:pt>
                <c:pt idx="431">
                  <c:v>1.2717391304347827</c:v>
                </c:pt>
                <c:pt idx="432">
                  <c:v>1.2789855072463767</c:v>
                </c:pt>
                <c:pt idx="433">
                  <c:v>1.2735507246376812</c:v>
                </c:pt>
                <c:pt idx="434">
                  <c:v>1.2717391304347827</c:v>
                </c:pt>
                <c:pt idx="435">
                  <c:v>1.2753623188405796</c:v>
                </c:pt>
                <c:pt idx="436">
                  <c:v>1.2717391304347827</c:v>
                </c:pt>
                <c:pt idx="437">
                  <c:v>1.2880434782608696</c:v>
                </c:pt>
                <c:pt idx="438">
                  <c:v>1.269927536231884</c:v>
                </c:pt>
                <c:pt idx="439">
                  <c:v>1.2807971014492754</c:v>
                </c:pt>
                <c:pt idx="440">
                  <c:v>1.2644927536231885</c:v>
                </c:pt>
                <c:pt idx="441">
                  <c:v>1.2663043478260869</c:v>
                </c:pt>
                <c:pt idx="442">
                  <c:v>1.2952898550724639</c:v>
                </c:pt>
                <c:pt idx="443">
                  <c:v>1.2753623188405796</c:v>
                </c:pt>
                <c:pt idx="444">
                  <c:v>1.2789855072463767</c:v>
                </c:pt>
                <c:pt idx="445">
                  <c:v>1.2717391304347827</c:v>
                </c:pt>
                <c:pt idx="446">
                  <c:v>1.2789855072463767</c:v>
                </c:pt>
                <c:pt idx="447">
                  <c:v>1.2771739130434783</c:v>
                </c:pt>
                <c:pt idx="448">
                  <c:v>1.2717391304347827</c:v>
                </c:pt>
                <c:pt idx="449">
                  <c:v>1.2663043478260869</c:v>
                </c:pt>
                <c:pt idx="450">
                  <c:v>1.2789855072463767</c:v>
                </c:pt>
                <c:pt idx="451">
                  <c:v>1.2934782608695652</c:v>
                </c:pt>
                <c:pt idx="452">
                  <c:v>1.2916666666666667</c:v>
                </c:pt>
                <c:pt idx="453">
                  <c:v>1.2807971014492754</c:v>
                </c:pt>
                <c:pt idx="454">
                  <c:v>1.2717391304347827</c:v>
                </c:pt>
                <c:pt idx="455">
                  <c:v>1.2898550724637681</c:v>
                </c:pt>
                <c:pt idx="456">
                  <c:v>1.3568840579710144</c:v>
                </c:pt>
                <c:pt idx="457">
                  <c:v>1.3641304347826086</c:v>
                </c:pt>
                <c:pt idx="458">
                  <c:v>1.355072463768116</c:v>
                </c:pt>
                <c:pt idx="459">
                  <c:v>1.3351449275362319</c:v>
                </c:pt>
                <c:pt idx="460">
                  <c:v>1.3097826086956521</c:v>
                </c:pt>
                <c:pt idx="461">
                  <c:v>1.3097826086956521</c:v>
                </c:pt>
                <c:pt idx="462">
                  <c:v>1.2916666666666667</c:v>
                </c:pt>
                <c:pt idx="463">
                  <c:v>1.3478260869565217</c:v>
                </c:pt>
                <c:pt idx="464">
                  <c:v>1.3731884057971016</c:v>
                </c:pt>
                <c:pt idx="465">
                  <c:v>1.3695652173913044</c:v>
                </c:pt>
                <c:pt idx="466">
                  <c:v>1.3822463768115942</c:v>
                </c:pt>
                <c:pt idx="467">
                  <c:v>1.4021739130434783</c:v>
                </c:pt>
                <c:pt idx="468">
                  <c:v>1.4021739130434783</c:v>
                </c:pt>
                <c:pt idx="469">
                  <c:v>1.4166666666666667</c:v>
                </c:pt>
                <c:pt idx="470">
                  <c:v>1.3931159420289856</c:v>
                </c:pt>
                <c:pt idx="471">
                  <c:v>1.3913043478260869</c:v>
                </c:pt>
                <c:pt idx="472">
                  <c:v>1.394927536231884</c:v>
                </c:pt>
                <c:pt idx="473">
                  <c:v>1.4057971014492754</c:v>
                </c:pt>
                <c:pt idx="474">
                  <c:v>1.4094202898550725</c:v>
                </c:pt>
                <c:pt idx="475">
                  <c:v>1.4130434782608696</c:v>
                </c:pt>
                <c:pt idx="476">
                  <c:v>1.3967391304347827</c:v>
                </c:pt>
                <c:pt idx="477">
                  <c:v>1.4148550724637681</c:v>
                </c:pt>
                <c:pt idx="478">
                  <c:v>1.4384057971014492</c:v>
                </c:pt>
                <c:pt idx="479">
                  <c:v>1.4474637681159421</c:v>
                </c:pt>
                <c:pt idx="480">
                  <c:v>1.4583333333333333</c:v>
                </c:pt>
                <c:pt idx="481">
                  <c:v>1.4528985507246377</c:v>
                </c:pt>
                <c:pt idx="482">
                  <c:v>1.4547101449275361</c:v>
                </c:pt>
                <c:pt idx="483">
                  <c:v>1.4275362318840579</c:v>
                </c:pt>
                <c:pt idx="484">
                  <c:v>1.4184782608695652</c:v>
                </c:pt>
                <c:pt idx="485">
                  <c:v>1.4184782608695652</c:v>
                </c:pt>
                <c:pt idx="486">
                  <c:v>1.4257246376811594</c:v>
                </c:pt>
                <c:pt idx="487">
                  <c:v>1.4021739130434783</c:v>
                </c:pt>
                <c:pt idx="488">
                  <c:v>1.3931159420289856</c:v>
                </c:pt>
                <c:pt idx="489">
                  <c:v>1.4184782608695652</c:v>
                </c:pt>
                <c:pt idx="490">
                  <c:v>1.4130434782608696</c:v>
                </c:pt>
                <c:pt idx="491">
                  <c:v>1.4293478260869565</c:v>
                </c:pt>
                <c:pt idx="492">
                  <c:v>1.4293478260869565</c:v>
                </c:pt>
                <c:pt idx="493">
                  <c:v>1.411231884057971</c:v>
                </c:pt>
                <c:pt idx="494">
                  <c:v>1.4003623188405796</c:v>
                </c:pt>
                <c:pt idx="495">
                  <c:v>1.4039855072463767</c:v>
                </c:pt>
                <c:pt idx="496">
                  <c:v>1.394927536231884</c:v>
                </c:pt>
                <c:pt idx="497">
                  <c:v>1.3822463768115942</c:v>
                </c:pt>
                <c:pt idx="498">
                  <c:v>1.3858695652173914</c:v>
                </c:pt>
                <c:pt idx="499">
                  <c:v>1.3695652173913044</c:v>
                </c:pt>
                <c:pt idx="500">
                  <c:v>1.3605072463768115</c:v>
                </c:pt>
                <c:pt idx="501">
                  <c:v>1.3405797101449275</c:v>
                </c:pt>
                <c:pt idx="502">
                  <c:v>1.3278985507246377</c:v>
                </c:pt>
                <c:pt idx="503">
                  <c:v>1.2916666666666667</c:v>
                </c:pt>
                <c:pt idx="504">
                  <c:v>1.3278985507246377</c:v>
                </c:pt>
                <c:pt idx="505">
                  <c:v>1.3224637681159421</c:v>
                </c:pt>
                <c:pt idx="506">
                  <c:v>1.3315217391304348</c:v>
                </c:pt>
                <c:pt idx="507">
                  <c:v>1.3532608695652173</c:v>
                </c:pt>
                <c:pt idx="508">
                  <c:v>1.3659420289855073</c:v>
                </c:pt>
                <c:pt idx="509">
                  <c:v>1.3568840579710144</c:v>
                </c:pt>
                <c:pt idx="510">
                  <c:v>1.3351449275362319</c:v>
                </c:pt>
                <c:pt idx="511">
                  <c:v>1.3351449275362319</c:v>
                </c:pt>
                <c:pt idx="512">
                  <c:v>1.355072463768116</c:v>
                </c:pt>
                <c:pt idx="513">
                  <c:v>1.3586956521739131</c:v>
                </c:pt>
                <c:pt idx="514">
                  <c:v>1.3460144927536233</c:v>
                </c:pt>
                <c:pt idx="515">
                  <c:v>1.3442028985507246</c:v>
                </c:pt>
                <c:pt idx="516">
                  <c:v>1.3297101449275361</c:v>
                </c:pt>
                <c:pt idx="517">
                  <c:v>1.3224637681159421</c:v>
                </c:pt>
                <c:pt idx="518">
                  <c:v>1.2952898550724639</c:v>
                </c:pt>
                <c:pt idx="519">
                  <c:v>1.3025362318840579</c:v>
                </c:pt>
                <c:pt idx="520">
                  <c:v>1.306159420289855</c:v>
                </c:pt>
                <c:pt idx="521">
                  <c:v>1.306159420289855</c:v>
                </c:pt>
                <c:pt idx="522">
                  <c:v>1.298913043478261</c:v>
                </c:pt>
                <c:pt idx="523">
                  <c:v>1.3206521739130435</c:v>
                </c:pt>
                <c:pt idx="524">
                  <c:v>1.2952898550724639</c:v>
                </c:pt>
                <c:pt idx="525">
                  <c:v>1.269927536231884</c:v>
                </c:pt>
                <c:pt idx="526">
                  <c:v>1.2590579710144927</c:v>
                </c:pt>
                <c:pt idx="527">
                  <c:v>1.2590579710144927</c:v>
                </c:pt>
                <c:pt idx="528">
                  <c:v>1.2898550724637681</c:v>
                </c:pt>
                <c:pt idx="529">
                  <c:v>1.2681159420289856</c:v>
                </c:pt>
                <c:pt idx="530">
                  <c:v>1.2717391304347827</c:v>
                </c:pt>
                <c:pt idx="531">
                  <c:v>1.2590579710144927</c:v>
                </c:pt>
                <c:pt idx="532">
                  <c:v>1.2753623188405796</c:v>
                </c:pt>
                <c:pt idx="533">
                  <c:v>1.2898550724637681</c:v>
                </c:pt>
                <c:pt idx="534">
                  <c:v>1.2807971014492754</c:v>
                </c:pt>
                <c:pt idx="535">
                  <c:v>1.2663043478260869</c:v>
                </c:pt>
                <c:pt idx="536">
                  <c:v>1.2735507246376812</c:v>
                </c:pt>
                <c:pt idx="537">
                  <c:v>1.2771739130434783</c:v>
                </c:pt>
                <c:pt idx="538">
                  <c:v>1.2644927536231885</c:v>
                </c:pt>
                <c:pt idx="539">
                  <c:v>1.2644927536231885</c:v>
                </c:pt>
                <c:pt idx="540">
                  <c:v>1.2626811594202898</c:v>
                </c:pt>
                <c:pt idx="541">
                  <c:v>1.2717391304347827</c:v>
                </c:pt>
                <c:pt idx="542">
                  <c:v>1.2663043478260869</c:v>
                </c:pt>
                <c:pt idx="543">
                  <c:v>1.2608695652173914</c:v>
                </c:pt>
                <c:pt idx="544">
                  <c:v>1.2518115942028984</c:v>
                </c:pt>
                <c:pt idx="545">
                  <c:v>1.2409420289855073</c:v>
                </c:pt>
                <c:pt idx="546">
                  <c:v>1.2318840579710144</c:v>
                </c:pt>
                <c:pt idx="547">
                  <c:v>1.2282608695652173</c:v>
                </c:pt>
                <c:pt idx="548">
                  <c:v>1.230072463768116</c:v>
                </c:pt>
                <c:pt idx="549">
                  <c:v>1.213768115942029</c:v>
                </c:pt>
                <c:pt idx="550">
                  <c:v>1.2445652173913044</c:v>
                </c:pt>
                <c:pt idx="551">
                  <c:v>1.2228260869565217</c:v>
                </c:pt>
                <c:pt idx="552">
                  <c:v>1.2065217391304348</c:v>
                </c:pt>
                <c:pt idx="553">
                  <c:v>1.2083333333333333</c:v>
                </c:pt>
                <c:pt idx="554">
                  <c:v>1.2192028985507246</c:v>
                </c:pt>
                <c:pt idx="555">
                  <c:v>1.2210144927536233</c:v>
                </c:pt>
                <c:pt idx="556">
                  <c:v>1.2264492753623188</c:v>
                </c:pt>
                <c:pt idx="557">
                  <c:v>1.213768115942029</c:v>
                </c:pt>
                <c:pt idx="558">
                  <c:v>1.201086956521739</c:v>
                </c:pt>
                <c:pt idx="559">
                  <c:v>1.1974637681159421</c:v>
                </c:pt>
                <c:pt idx="560">
                  <c:v>1.1775362318840579</c:v>
                </c:pt>
                <c:pt idx="561">
                  <c:v>1.173913043478261</c:v>
                </c:pt>
                <c:pt idx="562">
                  <c:v>1.2210144927536233</c:v>
                </c:pt>
                <c:pt idx="563">
                  <c:v>1.230072463768116</c:v>
                </c:pt>
                <c:pt idx="564">
                  <c:v>1.2047101449275361</c:v>
                </c:pt>
                <c:pt idx="565">
                  <c:v>1.1974637681159421</c:v>
                </c:pt>
                <c:pt idx="566">
                  <c:v>1.1902173913043479</c:v>
                </c:pt>
                <c:pt idx="567">
                  <c:v>1.1902173913043479</c:v>
                </c:pt>
                <c:pt idx="568">
                  <c:v>1.1757246376811594</c:v>
                </c:pt>
                <c:pt idx="569">
                  <c:v>1.2047101449275361</c:v>
                </c:pt>
                <c:pt idx="570">
                  <c:v>1.201086956521739</c:v>
                </c:pt>
                <c:pt idx="571">
                  <c:v>1.2246376811594204</c:v>
                </c:pt>
                <c:pt idx="572">
                  <c:v>1.2336956521739131</c:v>
                </c:pt>
                <c:pt idx="573">
                  <c:v>1.2228260869565217</c:v>
                </c:pt>
                <c:pt idx="574">
                  <c:v>1.2318840579710144</c:v>
                </c:pt>
                <c:pt idx="575">
                  <c:v>1.230072463768116</c:v>
                </c:pt>
                <c:pt idx="576">
                  <c:v>1.2047101449275361</c:v>
                </c:pt>
                <c:pt idx="577">
                  <c:v>1.2028985507246377</c:v>
                </c:pt>
                <c:pt idx="578">
                  <c:v>1.193840579710145</c:v>
                </c:pt>
                <c:pt idx="579">
                  <c:v>1.2047101449275361</c:v>
                </c:pt>
                <c:pt idx="580">
                  <c:v>1.2264492753623188</c:v>
                </c:pt>
                <c:pt idx="581">
                  <c:v>1.2210144927536233</c:v>
                </c:pt>
                <c:pt idx="582">
                  <c:v>1.2210144927536233</c:v>
                </c:pt>
                <c:pt idx="583">
                  <c:v>1.2083333333333333</c:v>
                </c:pt>
                <c:pt idx="584">
                  <c:v>1.2101449275362319</c:v>
                </c:pt>
                <c:pt idx="585">
                  <c:v>1.1865942028985508</c:v>
                </c:pt>
                <c:pt idx="586">
                  <c:v>1.1829710144927537</c:v>
                </c:pt>
                <c:pt idx="587">
                  <c:v>1.181159420289855</c:v>
                </c:pt>
                <c:pt idx="588">
                  <c:v>1.1557971014492754</c:v>
                </c:pt>
                <c:pt idx="589">
                  <c:v>1.125</c:v>
                </c:pt>
                <c:pt idx="590">
                  <c:v>1.1213768115942029</c:v>
                </c:pt>
                <c:pt idx="591">
                  <c:v>1.0996376811594204</c:v>
                </c:pt>
                <c:pt idx="592">
                  <c:v>1.1032608695652173</c:v>
                </c:pt>
                <c:pt idx="593">
                  <c:v>1.0833333333333333</c:v>
                </c:pt>
                <c:pt idx="594">
                  <c:v>1.0634057971014492</c:v>
                </c:pt>
                <c:pt idx="595">
                  <c:v>1.0597826086956521</c:v>
                </c:pt>
                <c:pt idx="596">
                  <c:v>1.0434782608695652</c:v>
                </c:pt>
                <c:pt idx="597">
                  <c:v>1.0398550724637681</c:v>
                </c:pt>
                <c:pt idx="598">
                  <c:v>1.0579710144927537</c:v>
                </c:pt>
                <c:pt idx="599">
                  <c:v>1.0652173913043479</c:v>
                </c:pt>
                <c:pt idx="600">
                  <c:v>1.076086956521739</c:v>
                </c:pt>
                <c:pt idx="601">
                  <c:v>1.0507246376811594</c:v>
                </c:pt>
                <c:pt idx="602">
                  <c:v>1.0326086956521738</c:v>
                </c:pt>
                <c:pt idx="603">
                  <c:v>1.0181159420289856</c:v>
                </c:pt>
                <c:pt idx="604">
                  <c:v>1.0344202898550725</c:v>
                </c:pt>
                <c:pt idx="605">
                  <c:v>1.036231884057971</c:v>
                </c:pt>
                <c:pt idx="606">
                  <c:v>1.0217391304347827</c:v>
                </c:pt>
                <c:pt idx="607">
                  <c:v>1.0543478260869565</c:v>
                </c:pt>
                <c:pt idx="608">
                  <c:v>1.0634057971014492</c:v>
                </c:pt>
                <c:pt idx="609">
                  <c:v>1.0652173913043479</c:v>
                </c:pt>
                <c:pt idx="610">
                  <c:v>1.0525362318840579</c:v>
                </c:pt>
                <c:pt idx="611">
                  <c:v>1.0507246376811594</c:v>
                </c:pt>
                <c:pt idx="612">
                  <c:v>1.0416666666666667</c:v>
                </c:pt>
                <c:pt idx="613">
                  <c:v>1.0869565217391304</c:v>
                </c:pt>
                <c:pt idx="614">
                  <c:v>1.1213768115942029</c:v>
                </c:pt>
                <c:pt idx="615">
                  <c:v>1.1032608695652173</c:v>
                </c:pt>
                <c:pt idx="616">
                  <c:v>1.0960144927536233</c:v>
                </c:pt>
                <c:pt idx="617">
                  <c:v>1.1195652173913044</c:v>
                </c:pt>
                <c:pt idx="618">
                  <c:v>1.1105072463768115</c:v>
                </c:pt>
                <c:pt idx="619">
                  <c:v>1.1068840579710144</c:v>
                </c:pt>
                <c:pt idx="620">
                  <c:v>1.1177536231884058</c:v>
                </c:pt>
                <c:pt idx="621">
                  <c:v>1.1195652173913044</c:v>
                </c:pt>
                <c:pt idx="622">
                  <c:v>1.1213768115942029</c:v>
                </c:pt>
                <c:pt idx="623">
                  <c:v>1.1123188405797102</c:v>
                </c:pt>
                <c:pt idx="624">
                  <c:v>1.1105072463768115</c:v>
                </c:pt>
                <c:pt idx="625">
                  <c:v>1.1177536231884058</c:v>
                </c:pt>
                <c:pt idx="626">
                  <c:v>1.1105072463768115</c:v>
                </c:pt>
                <c:pt idx="627">
                  <c:v>1.1141304347826086</c:v>
                </c:pt>
                <c:pt idx="628">
                  <c:v>1.1141304347826086</c:v>
                </c:pt>
                <c:pt idx="629">
                  <c:v>1.1014492753623188</c:v>
                </c:pt>
                <c:pt idx="630">
                  <c:v>1.0869565217391304</c:v>
                </c:pt>
                <c:pt idx="631">
                  <c:v>1.0706521739130435</c:v>
                </c:pt>
                <c:pt idx="632">
                  <c:v>1.0851449275362319</c:v>
                </c:pt>
                <c:pt idx="633">
                  <c:v>1.0905797101449275</c:v>
                </c:pt>
                <c:pt idx="634">
                  <c:v>1.0905797101449275</c:v>
                </c:pt>
                <c:pt idx="635">
                  <c:v>1.105072463768116</c:v>
                </c:pt>
                <c:pt idx="636">
                  <c:v>1.0942028985507246</c:v>
                </c:pt>
                <c:pt idx="637">
                  <c:v>1.1141304347826086</c:v>
                </c:pt>
                <c:pt idx="638">
                  <c:v>1.1032608695652173</c:v>
                </c:pt>
                <c:pt idx="639">
                  <c:v>1.0869565217391304</c:v>
                </c:pt>
                <c:pt idx="640">
                  <c:v>1.0706521739130435</c:v>
                </c:pt>
                <c:pt idx="641">
                  <c:v>1.068840579710145</c:v>
                </c:pt>
                <c:pt idx="642">
                  <c:v>1.0815217391304348</c:v>
                </c:pt>
                <c:pt idx="643">
                  <c:v>1.0869565217391304</c:v>
                </c:pt>
                <c:pt idx="644">
                  <c:v>1.0615942028985508</c:v>
                </c:pt>
                <c:pt idx="645">
                  <c:v>1.0652173913043479</c:v>
                </c:pt>
                <c:pt idx="646">
                  <c:v>1.0815217391304348</c:v>
                </c:pt>
                <c:pt idx="647">
                  <c:v>1.0579710144927537</c:v>
                </c:pt>
                <c:pt idx="648">
                  <c:v>1.0416666666666667</c:v>
                </c:pt>
                <c:pt idx="649">
                  <c:v>1.0344202898550725</c:v>
                </c:pt>
                <c:pt idx="650">
                  <c:v>1.0344202898550725</c:v>
                </c:pt>
                <c:pt idx="651">
                  <c:v>1.0144927536231885</c:v>
                </c:pt>
                <c:pt idx="652">
                  <c:v>1.0072463768115942</c:v>
                </c:pt>
                <c:pt idx="653">
                  <c:v>1.0072463768115942</c:v>
                </c:pt>
                <c:pt idx="654">
                  <c:v>1.0525362318840579</c:v>
                </c:pt>
                <c:pt idx="655">
                  <c:v>1.0289855072463767</c:v>
                </c:pt>
                <c:pt idx="656">
                  <c:v>1.0144927536231885</c:v>
                </c:pt>
                <c:pt idx="657">
                  <c:v>1.0181159420289856</c:v>
                </c:pt>
                <c:pt idx="658">
                  <c:v>1.0217391304347827</c:v>
                </c:pt>
                <c:pt idx="659">
                  <c:v>1.0108695652173914</c:v>
                </c:pt>
                <c:pt idx="660">
                  <c:v>1.0018115942028984</c:v>
                </c:pt>
                <c:pt idx="661">
                  <c:v>0.98550724637681164</c:v>
                </c:pt>
                <c:pt idx="662">
                  <c:v>0.9873188405797102</c:v>
                </c:pt>
                <c:pt idx="663">
                  <c:v>0.97644927536231885</c:v>
                </c:pt>
                <c:pt idx="664">
                  <c:v>0.98188405797101452</c:v>
                </c:pt>
                <c:pt idx="665">
                  <c:v>0.95833333333333337</c:v>
                </c:pt>
                <c:pt idx="666">
                  <c:v>0.95289855072463769</c:v>
                </c:pt>
                <c:pt idx="667">
                  <c:v>0.96195652173913049</c:v>
                </c:pt>
                <c:pt idx="668">
                  <c:v>1.0181159420289856</c:v>
                </c:pt>
                <c:pt idx="669">
                  <c:v>1.0036231884057971</c:v>
                </c:pt>
                <c:pt idx="670">
                  <c:v>1.0108695652173914</c:v>
                </c:pt>
                <c:pt idx="671">
                  <c:v>1</c:v>
                </c:pt>
                <c:pt idx="672">
                  <c:v>1.019927536231884</c:v>
                </c:pt>
                <c:pt idx="673">
                  <c:v>1.0253623188405796</c:v>
                </c:pt>
                <c:pt idx="674">
                  <c:v>1.0235507246376812</c:v>
                </c:pt>
                <c:pt idx="675">
                  <c:v>1.0108695652173914</c:v>
                </c:pt>
                <c:pt idx="676">
                  <c:v>1.0054347826086956</c:v>
                </c:pt>
                <c:pt idx="677">
                  <c:v>1.0126811594202898</c:v>
                </c:pt>
                <c:pt idx="678">
                  <c:v>1.0416666666666667</c:v>
                </c:pt>
                <c:pt idx="679">
                  <c:v>1.0452898550724639</c:v>
                </c:pt>
                <c:pt idx="680">
                  <c:v>1.076086956521739</c:v>
                </c:pt>
                <c:pt idx="681">
                  <c:v>1.0778985507246377</c:v>
                </c:pt>
                <c:pt idx="682">
                  <c:v>1.0380434782608696</c:v>
                </c:pt>
                <c:pt idx="683">
                  <c:v>1.076086956521739</c:v>
                </c:pt>
                <c:pt idx="684">
                  <c:v>1.0869565217391304</c:v>
                </c:pt>
                <c:pt idx="685">
                  <c:v>1.0797101449275361</c:v>
                </c:pt>
                <c:pt idx="686">
                  <c:v>1.0724637681159421</c:v>
                </c:pt>
                <c:pt idx="687">
                  <c:v>1.076086956521739</c:v>
                </c:pt>
                <c:pt idx="688">
                  <c:v>1.0905797101449275</c:v>
                </c:pt>
                <c:pt idx="689">
                  <c:v>1.1195652173913044</c:v>
                </c:pt>
                <c:pt idx="690">
                  <c:v>1.1231884057971016</c:v>
                </c:pt>
                <c:pt idx="691">
                  <c:v>1.0942028985507246</c:v>
                </c:pt>
                <c:pt idx="692">
                  <c:v>1.1394927536231885</c:v>
                </c:pt>
                <c:pt idx="693">
                  <c:v>1.1213768115942029</c:v>
                </c:pt>
                <c:pt idx="694">
                  <c:v>1.1304347826086956</c:v>
                </c:pt>
                <c:pt idx="695">
                  <c:v>1.1358695652173914</c:v>
                </c:pt>
                <c:pt idx="696">
                  <c:v>1.1123188405797102</c:v>
                </c:pt>
                <c:pt idx="697">
                  <c:v>1.1195652173913044</c:v>
                </c:pt>
                <c:pt idx="698">
                  <c:v>1.1123188405797102</c:v>
                </c:pt>
                <c:pt idx="699">
                  <c:v>1.0978260869565217</c:v>
                </c:pt>
                <c:pt idx="700">
                  <c:v>1.105072463768116</c:v>
                </c:pt>
                <c:pt idx="701">
                  <c:v>1.1123188405797102</c:v>
                </c:pt>
                <c:pt idx="702">
                  <c:v>1.105072463768116</c:v>
                </c:pt>
                <c:pt idx="703">
                  <c:v>1.088768115942029</c:v>
                </c:pt>
                <c:pt idx="704">
                  <c:v>1.0978260869565217</c:v>
                </c:pt>
                <c:pt idx="705">
                  <c:v>1.1268115942028984</c:v>
                </c:pt>
                <c:pt idx="706">
                  <c:v>1.1340579710144927</c:v>
                </c:pt>
                <c:pt idx="707">
                  <c:v>1.0942028985507246</c:v>
                </c:pt>
                <c:pt idx="708">
                  <c:v>1.0923913043478262</c:v>
                </c:pt>
                <c:pt idx="709">
                  <c:v>1.0724637681159421</c:v>
                </c:pt>
                <c:pt idx="710">
                  <c:v>1.0670289855072463</c:v>
                </c:pt>
                <c:pt idx="711">
                  <c:v>1.0724637681159421</c:v>
                </c:pt>
                <c:pt idx="712">
                  <c:v>1.0942028985507246</c:v>
                </c:pt>
                <c:pt idx="713">
                  <c:v>1.0778985507246377</c:v>
                </c:pt>
                <c:pt idx="714">
                  <c:v>1.0815217391304348</c:v>
                </c:pt>
                <c:pt idx="715">
                  <c:v>1.0960144927536233</c:v>
                </c:pt>
                <c:pt idx="716">
                  <c:v>1.0742753623188406</c:v>
                </c:pt>
                <c:pt idx="717">
                  <c:v>1.0778985507246377</c:v>
                </c:pt>
                <c:pt idx="718">
                  <c:v>1.0778985507246377</c:v>
                </c:pt>
                <c:pt idx="719">
                  <c:v>1.0615942028985508</c:v>
                </c:pt>
                <c:pt idx="720">
                  <c:v>1.0507246376811594</c:v>
                </c:pt>
                <c:pt idx="721">
                  <c:v>1.0706521739130435</c:v>
                </c:pt>
                <c:pt idx="722">
                  <c:v>1.0525362318840579</c:v>
                </c:pt>
                <c:pt idx="723">
                  <c:v>1.048913043478261</c:v>
                </c:pt>
                <c:pt idx="724">
                  <c:v>1.0525362318840579</c:v>
                </c:pt>
                <c:pt idx="725">
                  <c:v>1.0253623188405796</c:v>
                </c:pt>
                <c:pt idx="726">
                  <c:v>1.0018115942028984</c:v>
                </c:pt>
                <c:pt idx="727">
                  <c:v>1.0018115942028984</c:v>
                </c:pt>
                <c:pt idx="728">
                  <c:v>1.0036231884057971</c:v>
                </c:pt>
                <c:pt idx="729">
                  <c:v>1.0471014492753623</c:v>
                </c:pt>
                <c:pt idx="730">
                  <c:v>1.0543478260869565</c:v>
                </c:pt>
                <c:pt idx="731">
                  <c:v>1.068840579710145</c:v>
                </c:pt>
                <c:pt idx="732">
                  <c:v>1.0996376811594204</c:v>
                </c:pt>
                <c:pt idx="733">
                  <c:v>1.0942028985507246</c:v>
                </c:pt>
                <c:pt idx="734">
                  <c:v>1.0960144927536233</c:v>
                </c:pt>
                <c:pt idx="735">
                  <c:v>1.0960144927536233</c:v>
                </c:pt>
                <c:pt idx="736">
                  <c:v>1.1014492753623188</c:v>
                </c:pt>
                <c:pt idx="737">
                  <c:v>1.1068840579710144</c:v>
                </c:pt>
                <c:pt idx="738">
                  <c:v>1.105072463768116</c:v>
                </c:pt>
                <c:pt idx="739">
                  <c:v>1.0942028985507246</c:v>
                </c:pt>
                <c:pt idx="740">
                  <c:v>1.1141304347826086</c:v>
                </c:pt>
                <c:pt idx="741">
                  <c:v>1.1195652173913044</c:v>
                </c:pt>
                <c:pt idx="742">
                  <c:v>1.1467391304347827</c:v>
                </c:pt>
                <c:pt idx="743">
                  <c:v>1.105072463768116</c:v>
                </c:pt>
                <c:pt idx="744">
                  <c:v>1.1195652173913044</c:v>
                </c:pt>
                <c:pt idx="745">
                  <c:v>1.1503623188405796</c:v>
                </c:pt>
                <c:pt idx="746">
                  <c:v>1.1557971014492754</c:v>
                </c:pt>
                <c:pt idx="747">
                  <c:v>1.1159420289855073</c:v>
                </c:pt>
                <c:pt idx="748">
                  <c:v>1.1213768115942029</c:v>
                </c:pt>
                <c:pt idx="749">
                  <c:v>1.1431159420289856</c:v>
                </c:pt>
                <c:pt idx="750">
                  <c:v>1.1413043478260869</c:v>
                </c:pt>
                <c:pt idx="751">
                  <c:v>1.1376811594202898</c:v>
                </c:pt>
                <c:pt idx="752">
                  <c:v>1.1394927536231885</c:v>
                </c:pt>
                <c:pt idx="753">
                  <c:v>1.144927536231884</c:v>
                </c:pt>
                <c:pt idx="754">
                  <c:v>1.1268115942028984</c:v>
                </c:pt>
                <c:pt idx="755">
                  <c:v>1.1539855072463767</c:v>
                </c:pt>
                <c:pt idx="756">
                  <c:v>1.1340579710144927</c:v>
                </c:pt>
                <c:pt idx="757">
                  <c:v>1.1358695652173914</c:v>
                </c:pt>
                <c:pt idx="758">
                  <c:v>1.125</c:v>
                </c:pt>
                <c:pt idx="759">
                  <c:v>1.1068840579710144</c:v>
                </c:pt>
                <c:pt idx="760">
                  <c:v>1.1231884057971016</c:v>
                </c:pt>
                <c:pt idx="761">
                  <c:v>1.1105072463768115</c:v>
                </c:pt>
                <c:pt idx="762">
                  <c:v>1.0960144927536233</c:v>
                </c:pt>
                <c:pt idx="763">
                  <c:v>1.0978260869565217</c:v>
                </c:pt>
                <c:pt idx="764">
                  <c:v>1.0978260869565217</c:v>
                </c:pt>
                <c:pt idx="765">
                  <c:v>1.1014492753623188</c:v>
                </c:pt>
                <c:pt idx="766">
                  <c:v>1.0960144927536233</c:v>
                </c:pt>
                <c:pt idx="767">
                  <c:v>1.1141304347826086</c:v>
                </c:pt>
                <c:pt idx="768">
                  <c:v>1.0996376811594204</c:v>
                </c:pt>
                <c:pt idx="769">
                  <c:v>1.0923913043478262</c:v>
                </c:pt>
                <c:pt idx="770">
                  <c:v>1.088768115942029</c:v>
                </c:pt>
                <c:pt idx="771">
                  <c:v>1.0778985507246377</c:v>
                </c:pt>
                <c:pt idx="772">
                  <c:v>1.0869565217391304</c:v>
                </c:pt>
                <c:pt idx="773">
                  <c:v>1.068840579710145</c:v>
                </c:pt>
                <c:pt idx="774">
                  <c:v>1.0833333333333333</c:v>
                </c:pt>
                <c:pt idx="775">
                  <c:v>1.0851449275362319</c:v>
                </c:pt>
                <c:pt idx="776">
                  <c:v>1.1105072463768115</c:v>
                </c:pt>
                <c:pt idx="777">
                  <c:v>1.0905797101449275</c:v>
                </c:pt>
                <c:pt idx="778">
                  <c:v>1.0923913043478262</c:v>
                </c:pt>
                <c:pt idx="779">
                  <c:v>1.1068840579710144</c:v>
                </c:pt>
                <c:pt idx="780">
                  <c:v>1.1286231884057971</c:v>
                </c:pt>
                <c:pt idx="781">
                  <c:v>1.1413043478260869</c:v>
                </c:pt>
                <c:pt idx="782">
                  <c:v>1.125</c:v>
                </c:pt>
                <c:pt idx="783">
                  <c:v>1.1394927536231885</c:v>
                </c:pt>
                <c:pt idx="784">
                  <c:v>1.1358695652173914</c:v>
                </c:pt>
                <c:pt idx="785">
                  <c:v>1.144927536231884</c:v>
                </c:pt>
                <c:pt idx="786">
                  <c:v>1.1594202898550725</c:v>
                </c:pt>
                <c:pt idx="787">
                  <c:v>1.1431159420289856</c:v>
                </c:pt>
                <c:pt idx="788">
                  <c:v>1.1521739130434783</c:v>
                </c:pt>
                <c:pt idx="789">
                  <c:v>1.1286231884057971</c:v>
                </c:pt>
                <c:pt idx="790">
                  <c:v>1.1775362318840579</c:v>
                </c:pt>
                <c:pt idx="791">
                  <c:v>1.1902173913043479</c:v>
                </c:pt>
                <c:pt idx="792">
                  <c:v>1.193840579710145</c:v>
                </c:pt>
                <c:pt idx="793">
                  <c:v>1.1956521739130435</c:v>
                </c:pt>
                <c:pt idx="794">
                  <c:v>1.1974637681159421</c:v>
                </c:pt>
                <c:pt idx="795">
                  <c:v>1.1793478260869565</c:v>
                </c:pt>
                <c:pt idx="796">
                  <c:v>1.1829710144927537</c:v>
                </c:pt>
                <c:pt idx="797">
                  <c:v>1.1884057971014492</c:v>
                </c:pt>
                <c:pt idx="798">
                  <c:v>1.1865942028985508</c:v>
                </c:pt>
                <c:pt idx="799">
                  <c:v>1.1829710144927537</c:v>
                </c:pt>
                <c:pt idx="800">
                  <c:v>1.1902173913043479</c:v>
                </c:pt>
                <c:pt idx="801">
                  <c:v>1.181159420289855</c:v>
                </c:pt>
                <c:pt idx="802">
                  <c:v>1.1521739130434783</c:v>
                </c:pt>
                <c:pt idx="803">
                  <c:v>1.161231884057971</c:v>
                </c:pt>
                <c:pt idx="804">
                  <c:v>1.1702898550724639</c:v>
                </c:pt>
                <c:pt idx="805">
                  <c:v>1.1865942028985508</c:v>
                </c:pt>
                <c:pt idx="806">
                  <c:v>1.1793478260869565</c:v>
                </c:pt>
                <c:pt idx="807">
                  <c:v>1.1793478260869565</c:v>
                </c:pt>
                <c:pt idx="808">
                  <c:v>1.193840579710145</c:v>
                </c:pt>
                <c:pt idx="809">
                  <c:v>1.1829710144927537</c:v>
                </c:pt>
                <c:pt idx="810">
                  <c:v>1.1702898550724639</c:v>
                </c:pt>
                <c:pt idx="811">
                  <c:v>1.1630434782608696</c:v>
                </c:pt>
                <c:pt idx="812">
                  <c:v>1.161231884057971</c:v>
                </c:pt>
                <c:pt idx="813">
                  <c:v>1.1684782608695652</c:v>
                </c:pt>
                <c:pt idx="814">
                  <c:v>1.1847826086956521</c:v>
                </c:pt>
                <c:pt idx="815">
                  <c:v>1.1775362318840579</c:v>
                </c:pt>
                <c:pt idx="816">
                  <c:v>1.1992753623188406</c:v>
                </c:pt>
                <c:pt idx="817">
                  <c:v>1.2391304347826086</c:v>
                </c:pt>
                <c:pt idx="818">
                  <c:v>1.2409420289855073</c:v>
                </c:pt>
                <c:pt idx="819">
                  <c:v>1.2391304347826086</c:v>
                </c:pt>
                <c:pt idx="820">
                  <c:v>1.2409420289855073</c:v>
                </c:pt>
                <c:pt idx="821">
                  <c:v>1.2463768115942029</c:v>
                </c:pt>
                <c:pt idx="822">
                  <c:v>1.2735507246376812</c:v>
                </c:pt>
                <c:pt idx="823">
                  <c:v>1.2735507246376812</c:v>
                </c:pt>
                <c:pt idx="824">
                  <c:v>1.3097826086956521</c:v>
                </c:pt>
                <c:pt idx="825">
                  <c:v>1.2934782608695652</c:v>
                </c:pt>
                <c:pt idx="826">
                  <c:v>1.2844202898550725</c:v>
                </c:pt>
                <c:pt idx="827">
                  <c:v>1.3079710144927537</c:v>
                </c:pt>
                <c:pt idx="828">
                  <c:v>1.298913043478261</c:v>
                </c:pt>
                <c:pt idx="829">
                  <c:v>1.298913043478261</c:v>
                </c:pt>
                <c:pt idx="830">
                  <c:v>1.286231884057971</c:v>
                </c:pt>
                <c:pt idx="831">
                  <c:v>1.2844202898550725</c:v>
                </c:pt>
                <c:pt idx="832">
                  <c:v>1.3043478260869565</c:v>
                </c:pt>
                <c:pt idx="833">
                  <c:v>1.286231884057971</c:v>
                </c:pt>
                <c:pt idx="834">
                  <c:v>1.3043478260869565</c:v>
                </c:pt>
                <c:pt idx="835">
                  <c:v>1.3025362318840579</c:v>
                </c:pt>
                <c:pt idx="836">
                  <c:v>1.2952898550724639</c:v>
                </c:pt>
                <c:pt idx="837">
                  <c:v>1.3007246376811594</c:v>
                </c:pt>
                <c:pt idx="838">
                  <c:v>1.2898550724637681</c:v>
                </c:pt>
                <c:pt idx="839">
                  <c:v>1.2934782608695652</c:v>
                </c:pt>
                <c:pt idx="840">
                  <c:v>1.2771739130434783</c:v>
                </c:pt>
                <c:pt idx="841">
                  <c:v>1.3115942028985508</c:v>
                </c:pt>
                <c:pt idx="842">
                  <c:v>1.3152173913043479</c:v>
                </c:pt>
                <c:pt idx="843">
                  <c:v>1.3170289855072463</c:v>
                </c:pt>
                <c:pt idx="844">
                  <c:v>1.3115942028985508</c:v>
                </c:pt>
                <c:pt idx="845">
                  <c:v>1.3079710144927537</c:v>
                </c:pt>
                <c:pt idx="846">
                  <c:v>1.3224637681159421</c:v>
                </c:pt>
                <c:pt idx="847">
                  <c:v>1.3224637681159421</c:v>
                </c:pt>
                <c:pt idx="848">
                  <c:v>1.3043478260869565</c:v>
                </c:pt>
                <c:pt idx="849">
                  <c:v>1.2971014492753623</c:v>
                </c:pt>
                <c:pt idx="850">
                  <c:v>1.2663043478260869</c:v>
                </c:pt>
                <c:pt idx="851">
                  <c:v>1.2590579710144927</c:v>
                </c:pt>
                <c:pt idx="852">
                  <c:v>1.2952898550724639</c:v>
                </c:pt>
                <c:pt idx="853">
                  <c:v>1.3025362318840579</c:v>
                </c:pt>
                <c:pt idx="854">
                  <c:v>1.3025362318840579</c:v>
                </c:pt>
                <c:pt idx="855">
                  <c:v>1.3297101449275361</c:v>
                </c:pt>
                <c:pt idx="856">
                  <c:v>1.3278985507246377</c:v>
                </c:pt>
                <c:pt idx="857">
                  <c:v>1.3043478260869565</c:v>
                </c:pt>
                <c:pt idx="858">
                  <c:v>1.298913043478261</c:v>
                </c:pt>
                <c:pt idx="859">
                  <c:v>1.286231884057971</c:v>
                </c:pt>
                <c:pt idx="860">
                  <c:v>1.2735507246376812</c:v>
                </c:pt>
                <c:pt idx="861">
                  <c:v>1.2753623188405796</c:v>
                </c:pt>
                <c:pt idx="862">
                  <c:v>1.2681159420289856</c:v>
                </c:pt>
                <c:pt idx="863">
                  <c:v>1.2644927536231885</c:v>
                </c:pt>
                <c:pt idx="864">
                  <c:v>1.298913043478261</c:v>
                </c:pt>
                <c:pt idx="865">
                  <c:v>1.2789855072463767</c:v>
                </c:pt>
                <c:pt idx="866">
                  <c:v>1.2644927536231885</c:v>
                </c:pt>
                <c:pt idx="867">
                  <c:v>1.2880434782608696</c:v>
                </c:pt>
                <c:pt idx="868">
                  <c:v>1.2663043478260869</c:v>
                </c:pt>
                <c:pt idx="869">
                  <c:v>1.2463768115942029</c:v>
                </c:pt>
                <c:pt idx="870">
                  <c:v>1.2373188405797102</c:v>
                </c:pt>
                <c:pt idx="871">
                  <c:v>1.2409420289855073</c:v>
                </c:pt>
                <c:pt idx="872">
                  <c:v>1.2246376811594204</c:v>
                </c:pt>
                <c:pt idx="873">
                  <c:v>1.2481884057971016</c:v>
                </c:pt>
                <c:pt idx="874">
                  <c:v>1.2318840579710144</c:v>
                </c:pt>
                <c:pt idx="875">
                  <c:v>1.2228260869565217</c:v>
                </c:pt>
                <c:pt idx="876">
                  <c:v>1.2192028985507246</c:v>
                </c:pt>
                <c:pt idx="877">
                  <c:v>1.2192028985507246</c:v>
                </c:pt>
                <c:pt idx="878">
                  <c:v>1.213768115942029</c:v>
                </c:pt>
                <c:pt idx="879">
                  <c:v>1.2083333333333333</c:v>
                </c:pt>
                <c:pt idx="880">
                  <c:v>1.201086956521739</c:v>
                </c:pt>
                <c:pt idx="881">
                  <c:v>1.2065217391304348</c:v>
                </c:pt>
                <c:pt idx="882">
                  <c:v>1.2065217391304348</c:v>
                </c:pt>
                <c:pt idx="883">
                  <c:v>1.2155797101449275</c:v>
                </c:pt>
                <c:pt idx="884">
                  <c:v>1.2355072463768115</c:v>
                </c:pt>
                <c:pt idx="885">
                  <c:v>1.2155797101449275</c:v>
                </c:pt>
                <c:pt idx="886">
                  <c:v>1.2101449275362319</c:v>
                </c:pt>
                <c:pt idx="887">
                  <c:v>1.2101449275362319</c:v>
                </c:pt>
                <c:pt idx="888">
                  <c:v>1.2155797101449275</c:v>
                </c:pt>
                <c:pt idx="889">
                  <c:v>1.2119565217391304</c:v>
                </c:pt>
                <c:pt idx="890">
                  <c:v>1.286231884057971</c:v>
                </c:pt>
                <c:pt idx="891">
                  <c:v>1.2898550724637681</c:v>
                </c:pt>
                <c:pt idx="892">
                  <c:v>1.2807971014492754</c:v>
                </c:pt>
                <c:pt idx="893">
                  <c:v>1.2681159420289856</c:v>
                </c:pt>
                <c:pt idx="894">
                  <c:v>1.2753623188405796</c:v>
                </c:pt>
                <c:pt idx="895">
                  <c:v>1.2735507246376812</c:v>
                </c:pt>
                <c:pt idx="896">
                  <c:v>1.2826086956521738</c:v>
                </c:pt>
                <c:pt idx="897">
                  <c:v>1.2771739130434783</c:v>
                </c:pt>
                <c:pt idx="898">
                  <c:v>1.2844202898550725</c:v>
                </c:pt>
                <c:pt idx="899">
                  <c:v>1.298913043478261</c:v>
                </c:pt>
                <c:pt idx="900">
                  <c:v>1.3043478260869565</c:v>
                </c:pt>
                <c:pt idx="901">
                  <c:v>1.2717391304347827</c:v>
                </c:pt>
                <c:pt idx="902">
                  <c:v>1.2644927536231885</c:v>
                </c:pt>
                <c:pt idx="903">
                  <c:v>1.2608695652173914</c:v>
                </c:pt>
                <c:pt idx="904">
                  <c:v>1.2481884057971016</c:v>
                </c:pt>
                <c:pt idx="905">
                  <c:v>1.2463768115942029</c:v>
                </c:pt>
                <c:pt idx="906">
                  <c:v>1.2572463768115942</c:v>
                </c:pt>
                <c:pt idx="907">
                  <c:v>1.2427536231884058</c:v>
                </c:pt>
                <c:pt idx="908">
                  <c:v>1.2391304347826086</c:v>
                </c:pt>
                <c:pt idx="909">
                  <c:v>1.2391304347826086</c:v>
                </c:pt>
                <c:pt idx="910">
                  <c:v>1.1956521739130435</c:v>
                </c:pt>
                <c:pt idx="911">
                  <c:v>1.2028985507246377</c:v>
                </c:pt>
                <c:pt idx="912">
                  <c:v>1.2355072463768115</c:v>
                </c:pt>
                <c:pt idx="913">
                  <c:v>1.2481884057971016</c:v>
                </c:pt>
                <c:pt idx="914">
                  <c:v>1.2318840579710144</c:v>
                </c:pt>
                <c:pt idx="915">
                  <c:v>1.2192028985507246</c:v>
                </c:pt>
                <c:pt idx="916">
                  <c:v>1.2572463768115942</c:v>
                </c:pt>
                <c:pt idx="917">
                  <c:v>1.2771739130434783</c:v>
                </c:pt>
                <c:pt idx="918">
                  <c:v>1.2590579710144927</c:v>
                </c:pt>
                <c:pt idx="919">
                  <c:v>1.2463768115942029</c:v>
                </c:pt>
                <c:pt idx="920">
                  <c:v>1.2391304347826086</c:v>
                </c:pt>
                <c:pt idx="921">
                  <c:v>1.2409420289855073</c:v>
                </c:pt>
                <c:pt idx="922">
                  <c:v>1.2318840579710144</c:v>
                </c:pt>
                <c:pt idx="923">
                  <c:v>1.2083333333333333</c:v>
                </c:pt>
                <c:pt idx="924">
                  <c:v>1.2192028985507246</c:v>
                </c:pt>
                <c:pt idx="925">
                  <c:v>1.2192028985507246</c:v>
                </c:pt>
                <c:pt idx="926">
                  <c:v>1.2119565217391304</c:v>
                </c:pt>
                <c:pt idx="927">
                  <c:v>1.2427536231884058</c:v>
                </c:pt>
                <c:pt idx="928">
                  <c:v>1.2626811594202898</c:v>
                </c:pt>
                <c:pt idx="929">
                  <c:v>1.2608695652173914</c:v>
                </c:pt>
                <c:pt idx="930">
                  <c:v>1.2844202898550725</c:v>
                </c:pt>
                <c:pt idx="931">
                  <c:v>1.2844202898550725</c:v>
                </c:pt>
                <c:pt idx="932">
                  <c:v>1.2663043478260869</c:v>
                </c:pt>
                <c:pt idx="933">
                  <c:v>1.2735507246376812</c:v>
                </c:pt>
                <c:pt idx="934">
                  <c:v>1.2771739130434783</c:v>
                </c:pt>
                <c:pt idx="935">
                  <c:v>1.2753623188405796</c:v>
                </c:pt>
                <c:pt idx="936">
                  <c:v>1.2826086956521738</c:v>
                </c:pt>
                <c:pt idx="937">
                  <c:v>1.3079710144927537</c:v>
                </c:pt>
                <c:pt idx="938">
                  <c:v>1.318840579710145</c:v>
                </c:pt>
                <c:pt idx="939">
                  <c:v>1.3134057971014492</c:v>
                </c:pt>
                <c:pt idx="940">
                  <c:v>1.3170289855072463</c:v>
                </c:pt>
                <c:pt idx="941">
                  <c:v>1.318840579710145</c:v>
                </c:pt>
                <c:pt idx="942">
                  <c:v>1.318840579710145</c:v>
                </c:pt>
                <c:pt idx="943">
                  <c:v>1.3115942028985508</c:v>
                </c:pt>
                <c:pt idx="944">
                  <c:v>1.298913043478261</c:v>
                </c:pt>
                <c:pt idx="945">
                  <c:v>1.2916666666666667</c:v>
                </c:pt>
                <c:pt idx="946">
                  <c:v>1.3170289855072463</c:v>
                </c:pt>
                <c:pt idx="947">
                  <c:v>1.3170289855072463</c:v>
                </c:pt>
                <c:pt idx="948">
                  <c:v>1.318840579710145</c:v>
                </c:pt>
                <c:pt idx="949">
                  <c:v>1.3043478260869565</c:v>
                </c:pt>
                <c:pt idx="950">
                  <c:v>1.3152173913043479</c:v>
                </c:pt>
                <c:pt idx="951">
                  <c:v>1.2898550724637681</c:v>
                </c:pt>
                <c:pt idx="952">
                  <c:v>1.298913043478261</c:v>
                </c:pt>
                <c:pt idx="953">
                  <c:v>1.2952898550724639</c:v>
                </c:pt>
                <c:pt idx="954">
                  <c:v>1.3152173913043479</c:v>
                </c:pt>
                <c:pt idx="955">
                  <c:v>1.3224637681159421</c:v>
                </c:pt>
                <c:pt idx="956">
                  <c:v>1.3315217391304348</c:v>
                </c:pt>
                <c:pt idx="957">
                  <c:v>1.318840579710145</c:v>
                </c:pt>
                <c:pt idx="958">
                  <c:v>1.3242753623188406</c:v>
                </c:pt>
                <c:pt idx="959">
                  <c:v>1.3278985507246377</c:v>
                </c:pt>
                <c:pt idx="960">
                  <c:v>1.3206521739130435</c:v>
                </c:pt>
                <c:pt idx="961">
                  <c:v>1.3297101449275361</c:v>
                </c:pt>
                <c:pt idx="962">
                  <c:v>1.355072463768116</c:v>
                </c:pt>
                <c:pt idx="963">
                  <c:v>1.3586956521739131</c:v>
                </c:pt>
                <c:pt idx="964">
                  <c:v>1.375</c:v>
                </c:pt>
                <c:pt idx="965">
                  <c:v>1.375</c:v>
                </c:pt>
                <c:pt idx="966">
                  <c:v>1.3876811594202898</c:v>
                </c:pt>
                <c:pt idx="967">
                  <c:v>1.4130434782608696</c:v>
                </c:pt>
                <c:pt idx="968">
                  <c:v>1.4221014492753623</c:v>
                </c:pt>
                <c:pt idx="969">
                  <c:v>1.4221014492753623</c:v>
                </c:pt>
                <c:pt idx="970">
                  <c:v>1.4420289855072463</c:v>
                </c:pt>
                <c:pt idx="971">
                  <c:v>1.394927536231884</c:v>
                </c:pt>
                <c:pt idx="972">
                  <c:v>1.3876811594202898</c:v>
                </c:pt>
                <c:pt idx="973">
                  <c:v>1.3876811594202898</c:v>
                </c:pt>
                <c:pt idx="974">
                  <c:v>1.3858695652173914</c:v>
                </c:pt>
                <c:pt idx="975">
                  <c:v>1.3532608695652173</c:v>
                </c:pt>
                <c:pt idx="976">
                  <c:v>1.3333333333333333</c:v>
                </c:pt>
                <c:pt idx="977">
                  <c:v>1.326086956521739</c:v>
                </c:pt>
                <c:pt idx="978">
                  <c:v>1.3242753623188406</c:v>
                </c:pt>
                <c:pt idx="979">
                  <c:v>1.338768115942029</c:v>
                </c:pt>
                <c:pt idx="980">
                  <c:v>1.3152173913043479</c:v>
                </c:pt>
                <c:pt idx="981">
                  <c:v>1.286231884057971</c:v>
                </c:pt>
                <c:pt idx="982">
                  <c:v>1.298913043478261</c:v>
                </c:pt>
                <c:pt idx="983">
                  <c:v>1.3532608695652173</c:v>
                </c:pt>
                <c:pt idx="984">
                  <c:v>1.3605072463768115</c:v>
                </c:pt>
                <c:pt idx="985">
                  <c:v>1.3623188405797102</c:v>
                </c:pt>
                <c:pt idx="986">
                  <c:v>1.3405797101449275</c:v>
                </c:pt>
                <c:pt idx="987">
                  <c:v>1.3423913043478262</c:v>
                </c:pt>
                <c:pt idx="988">
                  <c:v>1.3297101449275361</c:v>
                </c:pt>
                <c:pt idx="989">
                  <c:v>1.3478260869565217</c:v>
                </c:pt>
                <c:pt idx="990">
                  <c:v>1.3460144927536233</c:v>
                </c:pt>
                <c:pt idx="991">
                  <c:v>1.3170289855072463</c:v>
                </c:pt>
                <c:pt idx="992">
                  <c:v>1.3333333333333333</c:v>
                </c:pt>
                <c:pt idx="993">
                  <c:v>1.3623188405797102</c:v>
                </c:pt>
                <c:pt idx="994">
                  <c:v>1.3460144927536233</c:v>
                </c:pt>
                <c:pt idx="995">
                  <c:v>1.3478260869565217</c:v>
                </c:pt>
                <c:pt idx="996">
                  <c:v>1.3586956521739131</c:v>
                </c:pt>
                <c:pt idx="997">
                  <c:v>1.3423913043478262</c:v>
                </c:pt>
                <c:pt idx="998">
                  <c:v>1.3369565217391304</c:v>
                </c:pt>
                <c:pt idx="999">
                  <c:v>1.3278985507246377</c:v>
                </c:pt>
                <c:pt idx="1000">
                  <c:v>1.3224637681159421</c:v>
                </c:pt>
                <c:pt idx="1001">
                  <c:v>1.3242753623188406</c:v>
                </c:pt>
                <c:pt idx="1002">
                  <c:v>1.3206521739130435</c:v>
                </c:pt>
                <c:pt idx="1003">
                  <c:v>1.318840579710145</c:v>
                </c:pt>
                <c:pt idx="1004">
                  <c:v>1.3206521739130435</c:v>
                </c:pt>
                <c:pt idx="1005">
                  <c:v>1.326086956521739</c:v>
                </c:pt>
                <c:pt idx="1006">
                  <c:v>1.3297101449275361</c:v>
                </c:pt>
                <c:pt idx="1007">
                  <c:v>1.3297101449275361</c:v>
                </c:pt>
                <c:pt idx="1008">
                  <c:v>1.3568840579710144</c:v>
                </c:pt>
                <c:pt idx="1009">
                  <c:v>1.3351449275362319</c:v>
                </c:pt>
                <c:pt idx="1010">
                  <c:v>1.3206521739130435</c:v>
                </c:pt>
                <c:pt idx="1011">
                  <c:v>1.3079710144927537</c:v>
                </c:pt>
                <c:pt idx="1012">
                  <c:v>1.3278985507246377</c:v>
                </c:pt>
                <c:pt idx="1013">
                  <c:v>1.3115942028985508</c:v>
                </c:pt>
                <c:pt idx="1014">
                  <c:v>1.3278985507246377</c:v>
                </c:pt>
                <c:pt idx="1015">
                  <c:v>1.3423913043478262</c:v>
                </c:pt>
                <c:pt idx="1016">
                  <c:v>1.3460144927536233</c:v>
                </c:pt>
                <c:pt idx="1017">
                  <c:v>1.3097826086956521</c:v>
                </c:pt>
                <c:pt idx="1018">
                  <c:v>1.318840579710145</c:v>
                </c:pt>
                <c:pt idx="1019">
                  <c:v>1.318840579710145</c:v>
                </c:pt>
                <c:pt idx="1020">
                  <c:v>1.3931159420289856</c:v>
                </c:pt>
                <c:pt idx="1021">
                  <c:v>1.4365942028985508</c:v>
                </c:pt>
                <c:pt idx="1022">
                  <c:v>1.4293478260869565</c:v>
                </c:pt>
                <c:pt idx="1023">
                  <c:v>1.4166666666666667</c:v>
                </c:pt>
                <c:pt idx="1024">
                  <c:v>1.4474637681159421</c:v>
                </c:pt>
                <c:pt idx="1025">
                  <c:v>1.4456521739130435</c:v>
                </c:pt>
                <c:pt idx="1026">
                  <c:v>1.463768115942029</c:v>
                </c:pt>
                <c:pt idx="1027">
                  <c:v>1.4927536231884058</c:v>
                </c:pt>
                <c:pt idx="1028">
                  <c:v>1.4855072463768115</c:v>
                </c:pt>
                <c:pt idx="1029">
                  <c:v>1.5398550724637681</c:v>
                </c:pt>
                <c:pt idx="1030">
                  <c:v>1.5235507246376812</c:v>
                </c:pt>
                <c:pt idx="1031">
                  <c:v>1.5307971014492754</c:v>
                </c:pt>
                <c:pt idx="1032">
                  <c:v>1.5144927536231885</c:v>
                </c:pt>
                <c:pt idx="1033">
                  <c:v>1.5144927536231885</c:v>
                </c:pt>
                <c:pt idx="1034">
                  <c:v>1.5235507246376812</c:v>
                </c:pt>
                <c:pt idx="1035">
                  <c:v>1.5163043478260869</c:v>
                </c:pt>
                <c:pt idx="1036">
                  <c:v>1.4891304347826086</c:v>
                </c:pt>
                <c:pt idx="1037">
                  <c:v>1.4492753623188406</c:v>
                </c:pt>
                <c:pt idx="1038">
                  <c:v>1.4293478260869565</c:v>
                </c:pt>
                <c:pt idx="1039">
                  <c:v>1.4420289855072463</c:v>
                </c:pt>
                <c:pt idx="1040">
                  <c:v>1.4057971014492754</c:v>
                </c:pt>
                <c:pt idx="1041">
                  <c:v>1.3786231884057971</c:v>
                </c:pt>
                <c:pt idx="1042">
                  <c:v>1.3677536231884058</c:v>
                </c:pt>
                <c:pt idx="1043">
                  <c:v>1.423913043478261</c:v>
                </c:pt>
                <c:pt idx="1044">
                  <c:v>1.3822463768115942</c:v>
                </c:pt>
                <c:pt idx="1045">
                  <c:v>1.3894927536231885</c:v>
                </c:pt>
                <c:pt idx="1046">
                  <c:v>1.3894927536231885</c:v>
                </c:pt>
                <c:pt idx="1047">
                  <c:v>1.4039855072463767</c:v>
                </c:pt>
                <c:pt idx="1048">
                  <c:v>1.4057971014492754</c:v>
                </c:pt>
                <c:pt idx="1049">
                  <c:v>1.4728260869565217</c:v>
                </c:pt>
                <c:pt idx="1050">
                  <c:v>1.4728260869565217</c:v>
                </c:pt>
                <c:pt idx="1051">
                  <c:v>1.443840579710145</c:v>
                </c:pt>
                <c:pt idx="1052">
                  <c:v>1.4347826086956521</c:v>
                </c:pt>
                <c:pt idx="1053">
                  <c:v>1.4202898550724639</c:v>
                </c:pt>
                <c:pt idx="1054">
                  <c:v>1.4184782608695652</c:v>
                </c:pt>
                <c:pt idx="1055">
                  <c:v>1.4184782608695652</c:v>
                </c:pt>
                <c:pt idx="1056">
                  <c:v>1.4166666666666667</c:v>
                </c:pt>
                <c:pt idx="1057">
                  <c:v>1.4021739130434783</c:v>
                </c:pt>
                <c:pt idx="1058">
                  <c:v>1.4293478260869565</c:v>
                </c:pt>
                <c:pt idx="1059">
                  <c:v>1.4202898550724639</c:v>
                </c:pt>
                <c:pt idx="1060">
                  <c:v>1.4076086956521738</c:v>
                </c:pt>
                <c:pt idx="1061">
                  <c:v>1.4184782608695652</c:v>
                </c:pt>
                <c:pt idx="1062">
                  <c:v>1.375</c:v>
                </c:pt>
                <c:pt idx="1063">
                  <c:v>1.3985507246376812</c:v>
                </c:pt>
                <c:pt idx="1064">
                  <c:v>1.4057971014492754</c:v>
                </c:pt>
                <c:pt idx="1065">
                  <c:v>1.3623188405797102</c:v>
                </c:pt>
                <c:pt idx="1066">
                  <c:v>1.3315217391304348</c:v>
                </c:pt>
                <c:pt idx="1067">
                  <c:v>1.3315217391304348</c:v>
                </c:pt>
                <c:pt idx="1068">
                  <c:v>1.3713768115942029</c:v>
                </c:pt>
                <c:pt idx="1069">
                  <c:v>1.3641304347826086</c:v>
                </c:pt>
                <c:pt idx="1070">
                  <c:v>1.4021739130434783</c:v>
                </c:pt>
                <c:pt idx="1071">
                  <c:v>1.4021739130434783</c:v>
                </c:pt>
                <c:pt idx="1072">
                  <c:v>1.4003623188405796</c:v>
                </c:pt>
                <c:pt idx="1073">
                  <c:v>1.3623188405797102</c:v>
                </c:pt>
                <c:pt idx="1074">
                  <c:v>1.3858695652173914</c:v>
                </c:pt>
                <c:pt idx="1075">
                  <c:v>1.423913043478261</c:v>
                </c:pt>
                <c:pt idx="1076">
                  <c:v>1.4420289855072463</c:v>
                </c:pt>
                <c:pt idx="1077">
                  <c:v>1.4148550724637681</c:v>
                </c:pt>
                <c:pt idx="1078">
                  <c:v>1.4456521739130435</c:v>
                </c:pt>
                <c:pt idx="1079">
                  <c:v>1.4710144927536233</c:v>
                </c:pt>
                <c:pt idx="1080">
                  <c:v>1.4782608695652173</c:v>
                </c:pt>
                <c:pt idx="1081">
                  <c:v>1.4492753623188406</c:v>
                </c:pt>
                <c:pt idx="1082">
                  <c:v>1.4601449275362319</c:v>
                </c:pt>
                <c:pt idx="1083">
                  <c:v>1.463768115942029</c:v>
                </c:pt>
                <c:pt idx="1084">
                  <c:v>1.4728260869565217</c:v>
                </c:pt>
                <c:pt idx="1085">
                  <c:v>1.4782608695652173</c:v>
                </c:pt>
                <c:pt idx="1086">
                  <c:v>1.4764492753623188</c:v>
                </c:pt>
                <c:pt idx="1087">
                  <c:v>1.4818840579710144</c:v>
                </c:pt>
                <c:pt idx="1088">
                  <c:v>1.4818840579710144</c:v>
                </c:pt>
                <c:pt idx="1089">
                  <c:v>1.4818840579710144</c:v>
                </c:pt>
                <c:pt idx="1090">
                  <c:v>1.5326086956521738</c:v>
                </c:pt>
                <c:pt idx="1091">
                  <c:v>1.5778985507246377</c:v>
                </c:pt>
                <c:pt idx="1092">
                  <c:v>1.5833333333333333</c:v>
                </c:pt>
                <c:pt idx="1093">
                  <c:v>1.5905797101449275</c:v>
                </c:pt>
                <c:pt idx="1094">
                  <c:v>1.5905797101449275</c:v>
                </c:pt>
                <c:pt idx="1095">
                  <c:v>1.5869565217391304</c:v>
                </c:pt>
                <c:pt idx="1096">
                  <c:v>1.5289855072463767</c:v>
                </c:pt>
                <c:pt idx="1097">
                  <c:v>1.5706521739130435</c:v>
                </c:pt>
                <c:pt idx="1098">
                  <c:v>1.588768115942029</c:v>
                </c:pt>
                <c:pt idx="1099">
                  <c:v>1.5706521739130435</c:v>
                </c:pt>
                <c:pt idx="1100">
                  <c:v>1.5742753623188406</c:v>
                </c:pt>
                <c:pt idx="1101">
                  <c:v>1.5289855072463767</c:v>
                </c:pt>
                <c:pt idx="1102">
                  <c:v>1.5036231884057971</c:v>
                </c:pt>
                <c:pt idx="1103">
                  <c:v>1.519927536231884</c:v>
                </c:pt>
                <c:pt idx="1104">
                  <c:v>1.4855072463768115</c:v>
                </c:pt>
                <c:pt idx="1105">
                  <c:v>1.4565217391304348</c:v>
                </c:pt>
                <c:pt idx="1106">
                  <c:v>1.4655797101449275</c:v>
                </c:pt>
                <c:pt idx="1107">
                  <c:v>1.4710144927536233</c:v>
                </c:pt>
                <c:pt idx="1108">
                  <c:v>1.4673913043478262</c:v>
                </c:pt>
                <c:pt idx="1109">
                  <c:v>1.519927536231884</c:v>
                </c:pt>
                <c:pt idx="1110">
                  <c:v>1.5054347826086956</c:v>
                </c:pt>
                <c:pt idx="1111">
                  <c:v>1.4420289855072463</c:v>
                </c:pt>
                <c:pt idx="1112">
                  <c:v>1.2934782608695652</c:v>
                </c:pt>
                <c:pt idx="1113">
                  <c:v>1.3134057971014492</c:v>
                </c:pt>
                <c:pt idx="1114">
                  <c:v>1.3532608695652173</c:v>
                </c:pt>
                <c:pt idx="1115">
                  <c:v>1.3297101449275361</c:v>
                </c:pt>
                <c:pt idx="1116">
                  <c:v>1.3532608695652173</c:v>
                </c:pt>
                <c:pt idx="1117">
                  <c:v>1.3677536231884058</c:v>
                </c:pt>
                <c:pt idx="1118">
                  <c:v>1.3786231884057971</c:v>
                </c:pt>
                <c:pt idx="1119">
                  <c:v>1.3985507246376812</c:v>
                </c:pt>
                <c:pt idx="1120">
                  <c:v>1.3985507246376812</c:v>
                </c:pt>
                <c:pt idx="1121">
                  <c:v>1.4528985507246377</c:v>
                </c:pt>
                <c:pt idx="1122">
                  <c:v>1.4184782608695652</c:v>
                </c:pt>
                <c:pt idx="1123">
                  <c:v>1.4293478260869565</c:v>
                </c:pt>
                <c:pt idx="1124">
                  <c:v>1.4184782608695652</c:v>
                </c:pt>
                <c:pt idx="1125">
                  <c:v>1.4184782608695652</c:v>
                </c:pt>
                <c:pt idx="1126">
                  <c:v>1.4076086956521738</c:v>
                </c:pt>
                <c:pt idx="1127">
                  <c:v>1.3786231884057971</c:v>
                </c:pt>
                <c:pt idx="1128">
                  <c:v>1.3731884057971016</c:v>
                </c:pt>
                <c:pt idx="1129">
                  <c:v>1.3840579710144927</c:v>
                </c:pt>
                <c:pt idx="1130">
                  <c:v>1.3405797101449275</c:v>
                </c:pt>
                <c:pt idx="1131">
                  <c:v>1.3460144927536233</c:v>
                </c:pt>
                <c:pt idx="1132">
                  <c:v>1.3478260869565217</c:v>
                </c:pt>
                <c:pt idx="1133">
                  <c:v>1.3134057971014492</c:v>
                </c:pt>
                <c:pt idx="1134">
                  <c:v>1.2681159420289856</c:v>
                </c:pt>
                <c:pt idx="1135">
                  <c:v>1.25</c:v>
                </c:pt>
                <c:pt idx="1136">
                  <c:v>1.2481884057971016</c:v>
                </c:pt>
                <c:pt idx="1137">
                  <c:v>1.2228260869565217</c:v>
                </c:pt>
                <c:pt idx="1138">
                  <c:v>1.1992753623188406</c:v>
                </c:pt>
                <c:pt idx="1139">
                  <c:v>1.1757246376811594</c:v>
                </c:pt>
                <c:pt idx="1140">
                  <c:v>1.201086956521739</c:v>
                </c:pt>
                <c:pt idx="1141">
                  <c:v>1.1666666666666667</c:v>
                </c:pt>
                <c:pt idx="1142">
                  <c:v>1.1666666666666667</c:v>
                </c:pt>
                <c:pt idx="1143">
                  <c:v>1.1431159420289856</c:v>
                </c:pt>
                <c:pt idx="1144">
                  <c:v>1.1413043478260869</c:v>
                </c:pt>
                <c:pt idx="1145">
                  <c:v>1.1340579710144927</c:v>
                </c:pt>
                <c:pt idx="1146">
                  <c:v>1.144927536231884</c:v>
                </c:pt>
                <c:pt idx="1147">
                  <c:v>1.1268115942028984</c:v>
                </c:pt>
                <c:pt idx="1148">
                  <c:v>1.1721014492753623</c:v>
                </c:pt>
                <c:pt idx="1149">
                  <c:v>1.1630434782608696</c:v>
                </c:pt>
                <c:pt idx="1150">
                  <c:v>1.1141304347826086</c:v>
                </c:pt>
                <c:pt idx="1151">
                  <c:v>1.0923913043478262</c:v>
                </c:pt>
                <c:pt idx="1152">
                  <c:v>1.0923913043478262</c:v>
                </c:pt>
                <c:pt idx="1153">
                  <c:v>1.0670289855072463</c:v>
                </c:pt>
                <c:pt idx="1154">
                  <c:v>1.0742753623188406</c:v>
                </c:pt>
                <c:pt idx="1155">
                  <c:v>1.1014492753623188</c:v>
                </c:pt>
                <c:pt idx="1156">
                  <c:v>1.105072463768116</c:v>
                </c:pt>
                <c:pt idx="1157">
                  <c:v>1.0778985507246377</c:v>
                </c:pt>
                <c:pt idx="1158">
                  <c:v>1.0815217391304348</c:v>
                </c:pt>
                <c:pt idx="1159">
                  <c:v>1.0724637681159421</c:v>
                </c:pt>
                <c:pt idx="1160">
                  <c:v>1.068840579710145</c:v>
                </c:pt>
                <c:pt idx="1161">
                  <c:v>1.0452898550724639</c:v>
                </c:pt>
                <c:pt idx="1162">
                  <c:v>1.0706521739130435</c:v>
                </c:pt>
                <c:pt idx="1163">
                  <c:v>1.0253623188405796</c:v>
                </c:pt>
                <c:pt idx="1164">
                  <c:v>1.0126811594202898</c:v>
                </c:pt>
                <c:pt idx="1165">
                  <c:v>1.0525362318840579</c:v>
                </c:pt>
                <c:pt idx="1166">
                  <c:v>1.0797101449275361</c:v>
                </c:pt>
                <c:pt idx="1167">
                  <c:v>1.0706521739130435</c:v>
                </c:pt>
                <c:pt idx="1168">
                  <c:v>1.0724637681159421</c:v>
                </c:pt>
                <c:pt idx="1169">
                  <c:v>1.056159420289855</c:v>
                </c:pt>
                <c:pt idx="1170">
                  <c:v>1.0634057971014492</c:v>
                </c:pt>
                <c:pt idx="1171">
                  <c:v>1.0434782608695652</c:v>
                </c:pt>
                <c:pt idx="1172">
                  <c:v>1.0380434782608696</c:v>
                </c:pt>
                <c:pt idx="1173">
                  <c:v>1.0416666666666667</c:v>
                </c:pt>
                <c:pt idx="1174">
                  <c:v>1.0326086956521738</c:v>
                </c:pt>
                <c:pt idx="1175">
                  <c:v>0.99637681159420288</c:v>
                </c:pt>
                <c:pt idx="1176">
                  <c:v>0.96014492753623193</c:v>
                </c:pt>
                <c:pt idx="1177">
                  <c:v>0.91666666666666663</c:v>
                </c:pt>
                <c:pt idx="1178">
                  <c:v>0.90398550724637683</c:v>
                </c:pt>
                <c:pt idx="1179">
                  <c:v>0.96920289855072461</c:v>
                </c:pt>
                <c:pt idx="1180">
                  <c:v>1.0271739130434783</c:v>
                </c:pt>
                <c:pt idx="1181">
                  <c:v>1.019927536231884</c:v>
                </c:pt>
                <c:pt idx="1182">
                  <c:v>1.0018115942028984</c:v>
                </c:pt>
                <c:pt idx="1183">
                  <c:v>1.0217391304347827</c:v>
                </c:pt>
                <c:pt idx="1184">
                  <c:v>1.0144927536231885</c:v>
                </c:pt>
                <c:pt idx="1185">
                  <c:v>1.048913043478261</c:v>
                </c:pt>
                <c:pt idx="1186">
                  <c:v>1.056159420289855</c:v>
                </c:pt>
                <c:pt idx="1187">
                  <c:v>1.019927536231884</c:v>
                </c:pt>
                <c:pt idx="1188">
                  <c:v>1.0054347826086956</c:v>
                </c:pt>
                <c:pt idx="1189">
                  <c:v>0.98188405797101452</c:v>
                </c:pt>
                <c:pt idx="1190">
                  <c:v>0.97101449275362317</c:v>
                </c:pt>
                <c:pt idx="1191">
                  <c:v>0.97101449275362317</c:v>
                </c:pt>
                <c:pt idx="1192">
                  <c:v>0.96195652173913049</c:v>
                </c:pt>
                <c:pt idx="1193">
                  <c:v>0.97282608695652173</c:v>
                </c:pt>
                <c:pt idx="1194">
                  <c:v>0.98007246376811596</c:v>
                </c:pt>
                <c:pt idx="1195">
                  <c:v>0.96739130434782605</c:v>
                </c:pt>
                <c:pt idx="1196">
                  <c:v>0.97826086956521741</c:v>
                </c:pt>
                <c:pt idx="1197">
                  <c:v>0.97826086956521741</c:v>
                </c:pt>
                <c:pt idx="1198">
                  <c:v>1.0126811594202898</c:v>
                </c:pt>
                <c:pt idx="1199">
                  <c:v>1.0163043478260869</c:v>
                </c:pt>
                <c:pt idx="1200">
                  <c:v>1.0072463768115942</c:v>
                </c:pt>
                <c:pt idx="1201">
                  <c:v>0.98188405797101452</c:v>
                </c:pt>
                <c:pt idx="1202">
                  <c:v>0.99456521739130432</c:v>
                </c:pt>
                <c:pt idx="1203">
                  <c:v>0.96195652173913049</c:v>
                </c:pt>
                <c:pt idx="1204">
                  <c:v>0.96014492753623193</c:v>
                </c:pt>
                <c:pt idx="1205">
                  <c:v>0.96920289855072461</c:v>
                </c:pt>
                <c:pt idx="1206">
                  <c:v>0.98550724637681164</c:v>
                </c:pt>
                <c:pt idx="1207">
                  <c:v>0.98550724637681164</c:v>
                </c:pt>
                <c:pt idx="1208">
                  <c:v>0.97101449275362317</c:v>
                </c:pt>
                <c:pt idx="1209">
                  <c:v>0.97282608695652173</c:v>
                </c:pt>
                <c:pt idx="1210">
                  <c:v>0.96376811594202894</c:v>
                </c:pt>
                <c:pt idx="1211">
                  <c:v>0.96376811594202894</c:v>
                </c:pt>
                <c:pt idx="1212">
                  <c:v>0.96739130434782605</c:v>
                </c:pt>
                <c:pt idx="1213">
                  <c:v>0.98550724637681164</c:v>
                </c:pt>
                <c:pt idx="1214">
                  <c:v>1.0126811594202898</c:v>
                </c:pt>
                <c:pt idx="1215">
                  <c:v>1.0036231884057971</c:v>
                </c:pt>
                <c:pt idx="1216">
                  <c:v>1.0380434782608696</c:v>
                </c:pt>
                <c:pt idx="1217">
                  <c:v>1.0163043478260869</c:v>
                </c:pt>
                <c:pt idx="1218">
                  <c:v>1.0018115942028984</c:v>
                </c:pt>
                <c:pt idx="1219">
                  <c:v>0.98007246376811596</c:v>
                </c:pt>
                <c:pt idx="1220">
                  <c:v>0.97644927536231885</c:v>
                </c:pt>
                <c:pt idx="1221">
                  <c:v>0.97282608695652173</c:v>
                </c:pt>
                <c:pt idx="1222">
                  <c:v>0.98369565217391308</c:v>
                </c:pt>
                <c:pt idx="1223">
                  <c:v>0.97282608695652173</c:v>
                </c:pt>
                <c:pt idx="1224">
                  <c:v>0.96739130434782605</c:v>
                </c:pt>
                <c:pt idx="1225">
                  <c:v>0.96920289855072461</c:v>
                </c:pt>
                <c:pt idx="1226">
                  <c:v>0.98369565217391308</c:v>
                </c:pt>
                <c:pt idx="1227">
                  <c:v>0.97282608695652173</c:v>
                </c:pt>
                <c:pt idx="1228">
                  <c:v>0.97282608695652173</c:v>
                </c:pt>
                <c:pt idx="1229">
                  <c:v>0.97282608695652173</c:v>
                </c:pt>
                <c:pt idx="1230">
                  <c:v>0.95833333333333337</c:v>
                </c:pt>
                <c:pt idx="1231">
                  <c:v>0.97826086956521741</c:v>
                </c:pt>
                <c:pt idx="1232">
                  <c:v>0.97282608695652173</c:v>
                </c:pt>
                <c:pt idx="1233">
                  <c:v>1.0072463768115942</c:v>
                </c:pt>
                <c:pt idx="1234">
                  <c:v>1.0090579710144927</c:v>
                </c:pt>
                <c:pt idx="1235">
                  <c:v>1.0108695652173914</c:v>
                </c:pt>
                <c:pt idx="1236">
                  <c:v>1.0108695652173914</c:v>
                </c:pt>
                <c:pt idx="1237">
                  <c:v>1.0144927536231885</c:v>
                </c:pt>
                <c:pt idx="1238">
                  <c:v>1.0144927536231885</c:v>
                </c:pt>
                <c:pt idx="1239">
                  <c:v>1.0307971014492754</c:v>
                </c:pt>
                <c:pt idx="1240">
                  <c:v>1.0634057971014492</c:v>
                </c:pt>
                <c:pt idx="1241">
                  <c:v>1.0579710144927537</c:v>
                </c:pt>
                <c:pt idx="1242">
                  <c:v>1.0543478260869565</c:v>
                </c:pt>
                <c:pt idx="1243">
                  <c:v>1.0380434782608696</c:v>
                </c:pt>
                <c:pt idx="1244">
                  <c:v>1.036231884057971</c:v>
                </c:pt>
                <c:pt idx="1245">
                  <c:v>1.0253623188405796</c:v>
                </c:pt>
                <c:pt idx="1246">
                  <c:v>1.019927536231884</c:v>
                </c:pt>
                <c:pt idx="1247">
                  <c:v>0.9873188405797102</c:v>
                </c:pt>
                <c:pt idx="1248">
                  <c:v>0.9873188405797102</c:v>
                </c:pt>
                <c:pt idx="1249">
                  <c:v>0.9873188405797102</c:v>
                </c:pt>
                <c:pt idx="1250">
                  <c:v>0.97826086956521741</c:v>
                </c:pt>
                <c:pt idx="1251">
                  <c:v>0.98369565217391308</c:v>
                </c:pt>
                <c:pt idx="1252">
                  <c:v>0.97282608695652173</c:v>
                </c:pt>
                <c:pt idx="1253">
                  <c:v>0.97282608695652173</c:v>
                </c:pt>
                <c:pt idx="1254">
                  <c:v>0.97101449275362317</c:v>
                </c:pt>
                <c:pt idx="1255">
                  <c:v>0.99456521739130432</c:v>
                </c:pt>
                <c:pt idx="1256">
                  <c:v>0.99094202898550721</c:v>
                </c:pt>
                <c:pt idx="1257">
                  <c:v>0.99094202898550721</c:v>
                </c:pt>
                <c:pt idx="1258">
                  <c:v>1.0434782608695652</c:v>
                </c:pt>
                <c:pt idx="1259">
                  <c:v>1.0434782608695652</c:v>
                </c:pt>
                <c:pt idx="1260">
                  <c:v>1.0597826086956521</c:v>
                </c:pt>
                <c:pt idx="1261">
                  <c:v>1.0905797101449275</c:v>
                </c:pt>
                <c:pt idx="1262">
                  <c:v>1.1177536231884058</c:v>
                </c:pt>
                <c:pt idx="1263">
                  <c:v>1.0960144927536233</c:v>
                </c:pt>
                <c:pt idx="1264">
                  <c:v>1.0833333333333333</c:v>
                </c:pt>
                <c:pt idx="1265">
                  <c:v>1.1123188405797102</c:v>
                </c:pt>
                <c:pt idx="1266">
                  <c:v>1.1195652173913044</c:v>
                </c:pt>
                <c:pt idx="1267">
                  <c:v>1.0905797101449275</c:v>
                </c:pt>
                <c:pt idx="1268">
                  <c:v>1.0471014492753623</c:v>
                </c:pt>
                <c:pt idx="1269">
                  <c:v>1.0652173913043479</c:v>
                </c:pt>
                <c:pt idx="1270">
                  <c:v>1.0652173913043479</c:v>
                </c:pt>
                <c:pt idx="1271">
                  <c:v>1.0434782608695652</c:v>
                </c:pt>
                <c:pt idx="1272">
                  <c:v>0.96376811594202894</c:v>
                </c:pt>
                <c:pt idx="1273">
                  <c:v>0.96920289855072461</c:v>
                </c:pt>
                <c:pt idx="1274">
                  <c:v>0.96014492753623193</c:v>
                </c:pt>
                <c:pt idx="1275">
                  <c:v>1.0217391304347827</c:v>
                </c:pt>
                <c:pt idx="1276">
                  <c:v>1</c:v>
                </c:pt>
                <c:pt idx="1277">
                  <c:v>1.0181159420289856</c:v>
                </c:pt>
                <c:pt idx="1278">
                  <c:v>1.0253623188405796</c:v>
                </c:pt>
                <c:pt idx="1279">
                  <c:v>0.99094202898550721</c:v>
                </c:pt>
                <c:pt idx="1280">
                  <c:v>0.99818840579710144</c:v>
                </c:pt>
                <c:pt idx="1281">
                  <c:v>1.0018115942028984</c:v>
                </c:pt>
                <c:pt idx="1282">
                  <c:v>1.0036231884057971</c:v>
                </c:pt>
                <c:pt idx="1283">
                  <c:v>0.99637681159420288</c:v>
                </c:pt>
                <c:pt idx="1284">
                  <c:v>1.0090579710144927</c:v>
                </c:pt>
                <c:pt idx="1285">
                  <c:v>1.0090579710144927</c:v>
                </c:pt>
                <c:pt idx="1286">
                  <c:v>1.0090579710144927</c:v>
                </c:pt>
                <c:pt idx="1287">
                  <c:v>1.0108695652173914</c:v>
                </c:pt>
                <c:pt idx="1288">
                  <c:v>1.0108695652173914</c:v>
                </c:pt>
                <c:pt idx="1289">
                  <c:v>1.0054347826086956</c:v>
                </c:pt>
                <c:pt idx="1290">
                  <c:v>0.98369565217391308</c:v>
                </c:pt>
                <c:pt idx="1291">
                  <c:v>0.98913043478260865</c:v>
                </c:pt>
                <c:pt idx="1292">
                  <c:v>0.98913043478260865</c:v>
                </c:pt>
                <c:pt idx="1293">
                  <c:v>0.99275362318840576</c:v>
                </c:pt>
                <c:pt idx="1294">
                  <c:v>1.0434782608695652</c:v>
                </c:pt>
                <c:pt idx="1295">
                  <c:v>1.0307971014492754</c:v>
                </c:pt>
                <c:pt idx="1296">
                  <c:v>1.0398550724637681</c:v>
                </c:pt>
                <c:pt idx="1297">
                  <c:v>1.0380434782608696</c:v>
                </c:pt>
                <c:pt idx="1298">
                  <c:v>1.0289855072463767</c:v>
                </c:pt>
                <c:pt idx="1299">
                  <c:v>1.0108695652173914</c:v>
                </c:pt>
                <c:pt idx="1300">
                  <c:v>1.0126811594202898</c:v>
                </c:pt>
                <c:pt idx="1301">
                  <c:v>1.0090579710144927</c:v>
                </c:pt>
                <c:pt idx="1302">
                  <c:v>0.99094202898550721</c:v>
                </c:pt>
                <c:pt idx="1303">
                  <c:v>0.98188405797101452</c:v>
                </c:pt>
                <c:pt idx="1304">
                  <c:v>0.99094202898550721</c:v>
                </c:pt>
                <c:pt idx="1305">
                  <c:v>0.97644927536231885</c:v>
                </c:pt>
                <c:pt idx="1306">
                  <c:v>1.0126811594202898</c:v>
                </c:pt>
                <c:pt idx="1307">
                  <c:v>1.0163043478260869</c:v>
                </c:pt>
                <c:pt idx="1308">
                  <c:v>1.0181159420289856</c:v>
                </c:pt>
                <c:pt idx="1309">
                  <c:v>1.0289855072463767</c:v>
                </c:pt>
                <c:pt idx="1310">
                  <c:v>1.0471014492753623</c:v>
                </c:pt>
                <c:pt idx="1311">
                  <c:v>1.0706521739130435</c:v>
                </c:pt>
                <c:pt idx="1312">
                  <c:v>1.0706521739130435</c:v>
                </c:pt>
                <c:pt idx="1313">
                  <c:v>1.0833333333333333</c:v>
                </c:pt>
                <c:pt idx="1314">
                  <c:v>1.0724637681159421</c:v>
                </c:pt>
                <c:pt idx="1315">
                  <c:v>1.0851449275362319</c:v>
                </c:pt>
                <c:pt idx="1316">
                  <c:v>1.0778985507246377</c:v>
                </c:pt>
                <c:pt idx="1317">
                  <c:v>1.056159420289855</c:v>
                </c:pt>
                <c:pt idx="1318">
                  <c:v>1.036231884057971</c:v>
                </c:pt>
                <c:pt idx="1319">
                  <c:v>1.0525362318840579</c:v>
                </c:pt>
                <c:pt idx="1320">
                  <c:v>1.0833333333333333</c:v>
                </c:pt>
                <c:pt idx="1321">
                  <c:v>1.0724637681159421</c:v>
                </c:pt>
                <c:pt idx="1322">
                  <c:v>1.0778985507246377</c:v>
                </c:pt>
                <c:pt idx="1323">
                  <c:v>1.0507246376811594</c:v>
                </c:pt>
                <c:pt idx="1324">
                  <c:v>1.0960144927536233</c:v>
                </c:pt>
                <c:pt idx="1325">
                  <c:v>1.1105072463768115</c:v>
                </c:pt>
                <c:pt idx="1326">
                  <c:v>1.0905797101449275</c:v>
                </c:pt>
                <c:pt idx="1327">
                  <c:v>1.1014492753623188</c:v>
                </c:pt>
                <c:pt idx="1328">
                  <c:v>1.0833333333333333</c:v>
                </c:pt>
                <c:pt idx="1329">
                  <c:v>1.0905797101449275</c:v>
                </c:pt>
                <c:pt idx="1330">
                  <c:v>1.1014492753623188</c:v>
                </c:pt>
                <c:pt idx="1331">
                  <c:v>1.1557971014492754</c:v>
                </c:pt>
                <c:pt idx="1332">
                  <c:v>1.1467391304347827</c:v>
                </c:pt>
                <c:pt idx="1333">
                  <c:v>1.1177536231884058</c:v>
                </c:pt>
                <c:pt idx="1334">
                  <c:v>1.1123188405797102</c:v>
                </c:pt>
                <c:pt idx="1335">
                  <c:v>1.0942028985507246</c:v>
                </c:pt>
                <c:pt idx="1336">
                  <c:v>1.105072463768116</c:v>
                </c:pt>
                <c:pt idx="1337">
                  <c:v>1.1340579710144927</c:v>
                </c:pt>
                <c:pt idx="1338">
                  <c:v>1.1322463768115942</c:v>
                </c:pt>
                <c:pt idx="1339">
                  <c:v>1.1539855072463767</c:v>
                </c:pt>
                <c:pt idx="1340">
                  <c:v>1.1721014492753623</c:v>
                </c:pt>
                <c:pt idx="1341">
                  <c:v>1.2083333333333333</c:v>
                </c:pt>
                <c:pt idx="1342">
                  <c:v>1.2155797101449275</c:v>
                </c:pt>
                <c:pt idx="1343">
                  <c:v>1.2282608695652173</c:v>
                </c:pt>
                <c:pt idx="1344">
                  <c:v>1.1956521739130435</c:v>
                </c:pt>
                <c:pt idx="1345">
                  <c:v>1.2028985507246377</c:v>
                </c:pt>
                <c:pt idx="1346">
                  <c:v>1.1956521739130435</c:v>
                </c:pt>
                <c:pt idx="1347">
                  <c:v>1.193840579710145</c:v>
                </c:pt>
                <c:pt idx="1348">
                  <c:v>1.2753623188405796</c:v>
                </c:pt>
                <c:pt idx="1349">
                  <c:v>1.2789855072463767</c:v>
                </c:pt>
                <c:pt idx="1350">
                  <c:v>1.3152173913043479</c:v>
                </c:pt>
                <c:pt idx="1351">
                  <c:v>1.2934782608695652</c:v>
                </c:pt>
                <c:pt idx="1352">
                  <c:v>1.2481884057971016</c:v>
                </c:pt>
                <c:pt idx="1353">
                  <c:v>1.2626811594202898</c:v>
                </c:pt>
                <c:pt idx="1354">
                  <c:v>1.2663043478260869</c:v>
                </c:pt>
                <c:pt idx="1355">
                  <c:v>1.2463768115942029</c:v>
                </c:pt>
                <c:pt idx="1356">
                  <c:v>1.2771739130434783</c:v>
                </c:pt>
                <c:pt idx="1357">
                  <c:v>1.3007246376811594</c:v>
                </c:pt>
                <c:pt idx="1358">
                  <c:v>1.286231884057971</c:v>
                </c:pt>
                <c:pt idx="1359">
                  <c:v>1.2880434782608696</c:v>
                </c:pt>
                <c:pt idx="1360">
                  <c:v>1.3025362318840579</c:v>
                </c:pt>
                <c:pt idx="1361">
                  <c:v>1.2971014492753623</c:v>
                </c:pt>
                <c:pt idx="1362">
                  <c:v>1.2971014492753623</c:v>
                </c:pt>
                <c:pt idx="1363">
                  <c:v>1.2681159420289856</c:v>
                </c:pt>
                <c:pt idx="1364">
                  <c:v>1.2681159420289856</c:v>
                </c:pt>
                <c:pt idx="1365">
                  <c:v>1.2771739130434783</c:v>
                </c:pt>
                <c:pt idx="1366">
                  <c:v>1.2789855072463767</c:v>
                </c:pt>
                <c:pt idx="1367">
                  <c:v>1.2934782608695652</c:v>
                </c:pt>
                <c:pt idx="1368">
                  <c:v>1.2952898550724639</c:v>
                </c:pt>
                <c:pt idx="1369">
                  <c:v>1.2735507246376812</c:v>
                </c:pt>
                <c:pt idx="1370">
                  <c:v>1.2789855072463767</c:v>
                </c:pt>
                <c:pt idx="1371">
                  <c:v>1.2608695652173914</c:v>
                </c:pt>
                <c:pt idx="1372">
                  <c:v>1.2626811594202898</c:v>
                </c:pt>
                <c:pt idx="1373">
                  <c:v>1.2246376811594204</c:v>
                </c:pt>
                <c:pt idx="1374">
                  <c:v>1.2518115942028984</c:v>
                </c:pt>
                <c:pt idx="1375">
                  <c:v>1.2644927536231885</c:v>
                </c:pt>
                <c:pt idx="1376">
                  <c:v>1.269927536231884</c:v>
                </c:pt>
                <c:pt idx="1377">
                  <c:v>1.2590579710144927</c:v>
                </c:pt>
                <c:pt idx="1378">
                  <c:v>1.269927536231884</c:v>
                </c:pt>
                <c:pt idx="1379">
                  <c:v>1.2952898550724639</c:v>
                </c:pt>
                <c:pt idx="1380">
                  <c:v>1.3152173913043479</c:v>
                </c:pt>
                <c:pt idx="1381">
                  <c:v>1.3297101449275361</c:v>
                </c:pt>
                <c:pt idx="1382">
                  <c:v>1.3659420289855073</c:v>
                </c:pt>
                <c:pt idx="1383">
                  <c:v>1.3858695652173914</c:v>
                </c:pt>
                <c:pt idx="1384">
                  <c:v>1.4384057971014492</c:v>
                </c:pt>
                <c:pt idx="1385">
                  <c:v>1.4166666666666667</c:v>
                </c:pt>
                <c:pt idx="1386">
                  <c:v>1.4583333333333333</c:v>
                </c:pt>
                <c:pt idx="1387">
                  <c:v>1.443840579710145</c:v>
                </c:pt>
                <c:pt idx="1388">
                  <c:v>1.5126811594202898</c:v>
                </c:pt>
                <c:pt idx="1389">
                  <c:v>1.5344202898550725</c:v>
                </c:pt>
                <c:pt idx="1390">
                  <c:v>1.5471014492753623</c:v>
                </c:pt>
                <c:pt idx="1391">
                  <c:v>1.5597826086956521</c:v>
                </c:pt>
                <c:pt idx="1392">
                  <c:v>1.5090579710144927</c:v>
                </c:pt>
                <c:pt idx="1393">
                  <c:v>1.5253623188405796</c:v>
                </c:pt>
                <c:pt idx="1394">
                  <c:v>1.519927536231884</c:v>
                </c:pt>
                <c:pt idx="1395">
                  <c:v>1.6123188405797102</c:v>
                </c:pt>
                <c:pt idx="1396">
                  <c:v>1.7101449275362319</c:v>
                </c:pt>
                <c:pt idx="1397">
                  <c:v>1.6902173913043479</c:v>
                </c:pt>
                <c:pt idx="1398">
                  <c:v>1.6594202898550725</c:v>
                </c:pt>
                <c:pt idx="1399">
                  <c:v>1.7210144927536233</c:v>
                </c:pt>
                <c:pt idx="1400">
                  <c:v>1.769927536231884</c:v>
                </c:pt>
                <c:pt idx="1401">
                  <c:v>1.7735507246376812</c:v>
                </c:pt>
                <c:pt idx="1402">
                  <c:v>1.7771739130434783</c:v>
                </c:pt>
                <c:pt idx="1403">
                  <c:v>1.7663043478260869</c:v>
                </c:pt>
                <c:pt idx="1404">
                  <c:v>1.786231884057971</c:v>
                </c:pt>
                <c:pt idx="1405">
                  <c:v>1.7481884057971016</c:v>
                </c:pt>
                <c:pt idx="1406">
                  <c:v>1.7898550724637681</c:v>
                </c:pt>
                <c:pt idx="1407">
                  <c:v>1.8478260869565217</c:v>
                </c:pt>
                <c:pt idx="1408">
                  <c:v>1.8025362318840579</c:v>
                </c:pt>
                <c:pt idx="1409">
                  <c:v>1.8206521739130435</c:v>
                </c:pt>
                <c:pt idx="1410">
                  <c:v>1.8858695652173914</c:v>
                </c:pt>
                <c:pt idx="1411">
                  <c:v>1.9474637681159421</c:v>
                </c:pt>
                <c:pt idx="1412">
                  <c:v>2.01268115942029</c:v>
                </c:pt>
                <c:pt idx="1413">
                  <c:v>1.9003623188405796</c:v>
                </c:pt>
                <c:pt idx="1414">
                  <c:v>1.8224637681159421</c:v>
                </c:pt>
                <c:pt idx="1415">
                  <c:v>1.7971014492753623</c:v>
                </c:pt>
                <c:pt idx="1416">
                  <c:v>1.7735507246376812</c:v>
                </c:pt>
                <c:pt idx="1417">
                  <c:v>1.8224637681159421</c:v>
                </c:pt>
                <c:pt idx="1418">
                  <c:v>1.875</c:v>
                </c:pt>
                <c:pt idx="1419">
                  <c:v>1.8677536231884058</c:v>
                </c:pt>
                <c:pt idx="1420">
                  <c:v>1.8623188405797102</c:v>
                </c:pt>
                <c:pt idx="1421">
                  <c:v>1.7608695652173914</c:v>
                </c:pt>
                <c:pt idx="1422">
                  <c:v>1.8224637681159421</c:v>
                </c:pt>
                <c:pt idx="1423">
                  <c:v>1.7717391304347827</c:v>
                </c:pt>
                <c:pt idx="1424">
                  <c:v>1.7481884057971016</c:v>
                </c:pt>
                <c:pt idx="1425">
                  <c:v>1.8224637681159421</c:v>
                </c:pt>
                <c:pt idx="1426">
                  <c:v>1.7173913043478262</c:v>
                </c:pt>
                <c:pt idx="1427">
                  <c:v>1.7518115942028984</c:v>
                </c:pt>
                <c:pt idx="1428">
                  <c:v>1.798913043478261</c:v>
                </c:pt>
                <c:pt idx="1429">
                  <c:v>1.8623188405797102</c:v>
                </c:pt>
                <c:pt idx="1430">
                  <c:v>1.875</c:v>
                </c:pt>
                <c:pt idx="1431">
                  <c:v>1.8206521739130435</c:v>
                </c:pt>
                <c:pt idx="1432">
                  <c:v>1.826086956521739</c:v>
                </c:pt>
                <c:pt idx="1433">
                  <c:v>1.8731884057971016</c:v>
                </c:pt>
                <c:pt idx="1434">
                  <c:v>1.8931159420289856</c:v>
                </c:pt>
                <c:pt idx="1435">
                  <c:v>1.9039855072463767</c:v>
                </c:pt>
                <c:pt idx="1436">
                  <c:v>1.963768115942029</c:v>
                </c:pt>
                <c:pt idx="1437">
                  <c:v>1.9836956521739131</c:v>
                </c:pt>
                <c:pt idx="1438">
                  <c:v>1.963768115942029</c:v>
                </c:pt>
                <c:pt idx="1439">
                  <c:v>1.9565217391304348</c:v>
                </c:pt>
                <c:pt idx="1440">
                  <c:v>1.943840579710145</c:v>
                </c:pt>
                <c:pt idx="1441">
                  <c:v>1.9728260869565217</c:v>
                </c:pt>
                <c:pt idx="1442">
                  <c:v>1.8985507246376812</c:v>
                </c:pt>
                <c:pt idx="1443">
                  <c:v>1.8623188405797102</c:v>
                </c:pt>
                <c:pt idx="1444">
                  <c:v>1.9547101449275361</c:v>
                </c:pt>
                <c:pt idx="1445">
                  <c:v>1.9492753623188406</c:v>
                </c:pt>
                <c:pt idx="1446">
                  <c:v>1.9257246376811594</c:v>
                </c:pt>
                <c:pt idx="1447">
                  <c:v>2.0018115942028984</c:v>
                </c:pt>
                <c:pt idx="1448">
                  <c:v>2.0199275362318843</c:v>
                </c:pt>
                <c:pt idx="1449">
                  <c:v>2.01268115942029</c:v>
                </c:pt>
                <c:pt idx="1450">
                  <c:v>2.01268115942029</c:v>
                </c:pt>
                <c:pt idx="1451">
                  <c:v>2.1195652173913042</c:v>
                </c:pt>
                <c:pt idx="1452">
                  <c:v>2.1648550724637681</c:v>
                </c:pt>
                <c:pt idx="1453">
                  <c:v>2.1721014492753623</c:v>
                </c:pt>
                <c:pt idx="1454">
                  <c:v>2.1721014492753623</c:v>
                </c:pt>
                <c:pt idx="1455">
                  <c:v>2.5018115942028984</c:v>
                </c:pt>
                <c:pt idx="1456">
                  <c:v>2.5163043478260869</c:v>
                </c:pt>
                <c:pt idx="1457">
                  <c:v>2.5543478260869565</c:v>
                </c:pt>
                <c:pt idx="1458">
                  <c:v>2.5144927536231885</c:v>
                </c:pt>
                <c:pt idx="1459">
                  <c:v>2.5181159420289854</c:v>
                </c:pt>
                <c:pt idx="1460">
                  <c:v>2.5144927536231885</c:v>
                </c:pt>
                <c:pt idx="1461">
                  <c:v>2.4927536231884058</c:v>
                </c:pt>
                <c:pt idx="1462">
                  <c:v>2.5416666666666665</c:v>
                </c:pt>
                <c:pt idx="1463">
                  <c:v>2.6068840579710146</c:v>
                </c:pt>
                <c:pt idx="1464">
                  <c:v>2.6974637681159419</c:v>
                </c:pt>
                <c:pt idx="1465">
                  <c:v>2.7047101449275361</c:v>
                </c:pt>
                <c:pt idx="1466">
                  <c:v>2.6304347826086958</c:v>
                </c:pt>
                <c:pt idx="1467">
                  <c:v>2.7083333333333335</c:v>
                </c:pt>
                <c:pt idx="1468">
                  <c:v>2.7590579710144927</c:v>
                </c:pt>
                <c:pt idx="1469">
                  <c:v>2.7554347826086958</c:v>
                </c:pt>
                <c:pt idx="1470">
                  <c:v>2.7554347826086958</c:v>
                </c:pt>
                <c:pt idx="1471">
                  <c:v>2.8894927536231885</c:v>
                </c:pt>
                <c:pt idx="1472">
                  <c:v>2.9420289855072466</c:v>
                </c:pt>
                <c:pt idx="1473">
                  <c:v>2.9112318840579712</c:v>
                </c:pt>
                <c:pt idx="1474">
                  <c:v>2.9076086956521738</c:v>
                </c:pt>
                <c:pt idx="1475">
                  <c:v>2.7246376811594204</c:v>
                </c:pt>
                <c:pt idx="1476">
                  <c:v>3.0344202898550723</c:v>
                </c:pt>
                <c:pt idx="1477">
                  <c:v>3.0634057971014492</c:v>
                </c:pt>
                <c:pt idx="1478">
                  <c:v>2.8858695652173911</c:v>
                </c:pt>
                <c:pt idx="1479">
                  <c:v>2.8731884057971016</c:v>
                </c:pt>
                <c:pt idx="1480">
                  <c:v>3.0144927536231885</c:v>
                </c:pt>
                <c:pt idx="1481">
                  <c:v>3.0036231884057969</c:v>
                </c:pt>
                <c:pt idx="1482">
                  <c:v>3.0398550724637681</c:v>
                </c:pt>
                <c:pt idx="1483">
                  <c:v>3.2355072463768115</c:v>
                </c:pt>
                <c:pt idx="1484">
                  <c:v>3.2826086956521738</c:v>
                </c:pt>
                <c:pt idx="1485">
                  <c:v>3.6231884057971016</c:v>
                </c:pt>
                <c:pt idx="1486">
                  <c:v>3.6865942028985508</c:v>
                </c:pt>
                <c:pt idx="1487">
                  <c:v>3.9492753623188408</c:v>
                </c:pt>
                <c:pt idx="1488">
                  <c:v>3.9221014492753623</c:v>
                </c:pt>
                <c:pt idx="1489">
                  <c:v>3.9221014492753623</c:v>
                </c:pt>
                <c:pt idx="1490">
                  <c:v>3.5344202898550723</c:v>
                </c:pt>
                <c:pt idx="1491">
                  <c:v>3.1195652173913042</c:v>
                </c:pt>
                <c:pt idx="1492">
                  <c:v>3.4710144927536231</c:v>
                </c:pt>
                <c:pt idx="1493">
                  <c:v>3.4094202898550723</c:v>
                </c:pt>
                <c:pt idx="1494">
                  <c:v>3.1431159420289854</c:v>
                </c:pt>
                <c:pt idx="1495">
                  <c:v>3.4039855072463769</c:v>
                </c:pt>
                <c:pt idx="1496">
                  <c:v>3.4420289855072466</c:v>
                </c:pt>
                <c:pt idx="1497">
                  <c:v>3.4039855072463769</c:v>
                </c:pt>
                <c:pt idx="1498">
                  <c:v>3.3242753623188408</c:v>
                </c:pt>
                <c:pt idx="1499">
                  <c:v>3.4184782608695654</c:v>
                </c:pt>
                <c:pt idx="1500">
                  <c:v>3.51268115942029</c:v>
                </c:pt>
                <c:pt idx="1501">
                  <c:v>3.777173913043478</c:v>
                </c:pt>
                <c:pt idx="1502">
                  <c:v>3.6322463768115942</c:v>
                </c:pt>
                <c:pt idx="1503">
                  <c:v>3.61231884057971</c:v>
                </c:pt>
                <c:pt idx="1504">
                  <c:v>3.375</c:v>
                </c:pt>
                <c:pt idx="1505">
                  <c:v>3.4365942028985508</c:v>
                </c:pt>
                <c:pt idx="1506">
                  <c:v>3.4239130434782608</c:v>
                </c:pt>
                <c:pt idx="1507">
                  <c:v>3.26268115942029</c:v>
                </c:pt>
                <c:pt idx="1508">
                  <c:v>3.2554347826086958</c:v>
                </c:pt>
                <c:pt idx="1509">
                  <c:v>3.193840579710145</c:v>
                </c:pt>
                <c:pt idx="1510">
                  <c:v>3.0289855072463769</c:v>
                </c:pt>
                <c:pt idx="1511">
                  <c:v>3.4347826086956523</c:v>
                </c:pt>
                <c:pt idx="1512">
                  <c:v>3.2318840579710146</c:v>
                </c:pt>
                <c:pt idx="1513">
                  <c:v>3.3731884057971016</c:v>
                </c:pt>
                <c:pt idx="1514">
                  <c:v>3.5597826086956523</c:v>
                </c:pt>
                <c:pt idx="1515">
                  <c:v>3.8134057971014492</c:v>
                </c:pt>
                <c:pt idx="1516">
                  <c:v>3.6956521739130435</c:v>
                </c:pt>
                <c:pt idx="1517">
                  <c:v>3.7318840579710146</c:v>
                </c:pt>
                <c:pt idx="1518">
                  <c:v>3.6413043478260869</c:v>
                </c:pt>
                <c:pt idx="1519">
                  <c:v>3.7409420289855073</c:v>
                </c:pt>
                <c:pt idx="1520">
                  <c:v>3.8224637681159419</c:v>
                </c:pt>
                <c:pt idx="1521">
                  <c:v>3.9402173913043477</c:v>
                </c:pt>
                <c:pt idx="1522">
                  <c:v>3.9130434782608696</c:v>
                </c:pt>
                <c:pt idx="1523">
                  <c:v>3.8858695652173911</c:v>
                </c:pt>
                <c:pt idx="1524">
                  <c:v>3.9673913043478262</c:v>
                </c:pt>
                <c:pt idx="1525">
                  <c:v>3.9402173913043477</c:v>
                </c:pt>
                <c:pt idx="1526">
                  <c:v>4.0670289855072461</c:v>
                </c:pt>
                <c:pt idx="1527">
                  <c:v>3.9764492753623188</c:v>
                </c:pt>
                <c:pt idx="1528">
                  <c:v>4.0670289855072461</c:v>
                </c:pt>
                <c:pt idx="1529">
                  <c:v>4.0217391304347823</c:v>
                </c:pt>
                <c:pt idx="1530">
                  <c:v>4.0942028985507246</c:v>
                </c:pt>
                <c:pt idx="1531">
                  <c:v>3.9945652173913042</c:v>
                </c:pt>
                <c:pt idx="1532">
                  <c:v>4.8188405797101446</c:v>
                </c:pt>
                <c:pt idx="1533">
                  <c:v>4.9184782608695654</c:v>
                </c:pt>
                <c:pt idx="1534">
                  <c:v>4.8641304347826084</c:v>
                </c:pt>
                <c:pt idx="1535">
                  <c:v>5.1721014492753623</c:v>
                </c:pt>
                <c:pt idx="1536">
                  <c:v>5.0543478260869561</c:v>
                </c:pt>
                <c:pt idx="1537">
                  <c:v>5.1449275362318838</c:v>
                </c:pt>
                <c:pt idx="1538">
                  <c:v>5.36231884057971</c:v>
                </c:pt>
                <c:pt idx="1539">
                  <c:v>4.90036231884058</c:v>
                </c:pt>
                <c:pt idx="1540">
                  <c:v>5.0905797101449277</c:v>
                </c:pt>
                <c:pt idx="1541">
                  <c:v>4.9909420289855069</c:v>
                </c:pt>
                <c:pt idx="1542">
                  <c:v>5</c:v>
                </c:pt>
                <c:pt idx="1543">
                  <c:v>5.4257246376811592</c:v>
                </c:pt>
                <c:pt idx="1544">
                  <c:v>5.2989130434782608</c:v>
                </c:pt>
                <c:pt idx="1545">
                  <c:v>5.2989130434782608</c:v>
                </c:pt>
                <c:pt idx="1546">
                  <c:v>5.416666666666667</c:v>
                </c:pt>
                <c:pt idx="1547">
                  <c:v>5.5615942028985508</c:v>
                </c:pt>
                <c:pt idx="1548">
                  <c:v>5.4257246376811592</c:v>
                </c:pt>
                <c:pt idx="1549">
                  <c:v>5.7427536231884062</c:v>
                </c:pt>
                <c:pt idx="1550">
                  <c:v>6.3224637681159424</c:v>
                </c:pt>
                <c:pt idx="1551">
                  <c:v>6.5307971014492754</c:v>
                </c:pt>
                <c:pt idx="1552">
                  <c:v>6.5307971014492754</c:v>
                </c:pt>
                <c:pt idx="1553">
                  <c:v>6.3677536231884062</c:v>
                </c:pt>
                <c:pt idx="1554">
                  <c:v>5.9601449275362315</c:v>
                </c:pt>
                <c:pt idx="1555">
                  <c:v>5.3532608695652177</c:v>
                </c:pt>
                <c:pt idx="1556">
                  <c:v>5.833333333333333</c:v>
                </c:pt>
                <c:pt idx="1557">
                  <c:v>5.4800724637681162</c:v>
                </c:pt>
                <c:pt idx="1558">
                  <c:v>5.416666666666667</c:v>
                </c:pt>
                <c:pt idx="1559">
                  <c:v>5.8423913043478262</c:v>
                </c:pt>
                <c:pt idx="1560">
                  <c:v>6.1050724637681162</c:v>
                </c:pt>
                <c:pt idx="1561">
                  <c:v>6.2137681159420293</c:v>
                </c:pt>
              </c:numCache>
            </c:numRef>
          </c:val>
          <c:smooth val="0"/>
          <c:extLst>
            <c:ext xmlns:c16="http://schemas.microsoft.com/office/drawing/2014/chart" uri="{C3380CC4-5D6E-409C-BE32-E72D297353CC}">
              <c16:uniqueId val="{00000002-BB5B-4ED5-9AEA-DAF41A738756}"/>
            </c:ext>
          </c:extLst>
        </c:ser>
        <c:dLbls>
          <c:showLegendKey val="0"/>
          <c:showVal val="0"/>
          <c:showCatName val="0"/>
          <c:showSerName val="0"/>
          <c:showPercent val="0"/>
          <c:showBubbleSize val="0"/>
        </c:dLbls>
        <c:smooth val="0"/>
        <c:axId val="2000002400"/>
        <c:axId val="2000002401"/>
      </c:lineChart>
      <c:dateAx>
        <c:axId val="2000002400"/>
        <c:scaling>
          <c:orientation val="minMax"/>
        </c:scaling>
        <c:delete val="0"/>
        <c:axPos val="b"/>
        <c:numFmt formatCode="yyyy\-mm" sourceLinked="0"/>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Light" panose="020B0300000000000000" pitchFamily="34" charset="-122"/>
                <a:cs typeface="+mn-cs"/>
              </a:defRPr>
            </a:pPr>
            <a:endParaRPr lang="zh-CN"/>
          </a:p>
        </c:txPr>
        <c:crossAx val="2000002401"/>
        <c:crosses val="autoZero"/>
        <c:auto val="1"/>
        <c:lblOffset val="100"/>
        <c:baseTimeUnit val="days"/>
      </c:dateAx>
      <c:valAx>
        <c:axId val="2000002401"/>
        <c:scaling>
          <c:orientation val="minMax"/>
        </c:scaling>
        <c:delete val="0"/>
        <c:axPos val="l"/>
        <c:numFmt formatCode="0.0000_ " sourceLinked="1"/>
        <c:majorTickMark val="none"/>
        <c:minorTickMark val="none"/>
        <c:tickLblPos val="nextTo"/>
        <c:spPr>
          <a:noFill/>
          <a:ln>
            <a:noFill/>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Light" panose="020B0300000000000000" pitchFamily="34" charset="-122"/>
                <a:cs typeface="+mn-cs"/>
              </a:defRPr>
            </a:pPr>
            <a:endParaRPr lang="zh-CN"/>
          </a:p>
        </c:txPr>
        <c:crossAx val="2000002400"/>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Light" panose="020B0300000000000000" pitchFamily="34" charset="-122"/>
              <a:cs typeface="+mn-cs"/>
            </a:defRPr>
          </a:pPr>
          <a:endParaRPr lang="zh-CN"/>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700" baseline="0">
          <a:latin typeface="Arial" panose="020B0604020202020204" pitchFamily="34" charset="0"/>
          <a:ea typeface="思源黑体 CN Light" panose="020B0300000000000000" pitchFamily="34" charset="-122"/>
        </a:defRPr>
      </a:pPr>
      <a:endParaRPr lang="zh-CN"/>
    </a:p>
  </c:txPr>
  <c:externalData r:id="rId1">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070110168267802"/>
          <c:y val="0.15237217183295124"/>
          <c:w val="0.79996772248129178"/>
          <c:h val="0.65215068053202208"/>
        </c:manualLayout>
      </c:layout>
      <c:lineChart>
        <c:grouping val="standard"/>
        <c:varyColors val="0"/>
        <c:ser>
          <c:idx val="0"/>
          <c:order val="0"/>
          <c:tx>
            <c:strRef>
              <c:f>VKOSPI和VIX!$B$1</c:f>
              <c:strCache>
                <c:ptCount val="1"/>
                <c:pt idx="0">
                  <c:v>VKOSPI</c:v>
                </c:pt>
              </c:strCache>
            </c:strRef>
          </c:tx>
          <c:spPr>
            <a:ln w="15875" cap="rnd" cmpd="sng" algn="ctr">
              <a:solidFill>
                <a:schemeClr val="accent2">
                  <a:lumMod val="50000"/>
                </a:schemeClr>
              </a:solidFill>
              <a:prstDash val="solid"/>
              <a:round/>
              <a:headEnd type="none" w="med" len="med"/>
              <a:tailEnd type="none" w="med" len="med"/>
            </a:ln>
            <a:effectLst/>
          </c:spPr>
          <c:marker>
            <c:symbol val="none"/>
          </c:marker>
          <c:cat>
            <c:numRef>
              <c:f>VKOSPI和VIX!$A$2:$A$2562</c:f>
              <c:numCache>
                <c:formatCode>m/d/yyyy</c:formatCode>
                <c:ptCount val="2561"/>
                <c:pt idx="0">
                  <c:v>42373</c:v>
                </c:pt>
                <c:pt idx="1">
                  <c:v>42374</c:v>
                </c:pt>
                <c:pt idx="2">
                  <c:v>42375</c:v>
                </c:pt>
                <c:pt idx="3">
                  <c:v>42376</c:v>
                </c:pt>
                <c:pt idx="4">
                  <c:v>42377</c:v>
                </c:pt>
                <c:pt idx="5">
                  <c:v>42380</c:v>
                </c:pt>
                <c:pt idx="6">
                  <c:v>42381</c:v>
                </c:pt>
                <c:pt idx="7">
                  <c:v>42382</c:v>
                </c:pt>
                <c:pt idx="8">
                  <c:v>42383</c:v>
                </c:pt>
                <c:pt idx="9">
                  <c:v>42384</c:v>
                </c:pt>
                <c:pt idx="10">
                  <c:v>42387</c:v>
                </c:pt>
                <c:pt idx="11">
                  <c:v>42388</c:v>
                </c:pt>
                <c:pt idx="12">
                  <c:v>42389</c:v>
                </c:pt>
                <c:pt idx="13">
                  <c:v>42390</c:v>
                </c:pt>
                <c:pt idx="14">
                  <c:v>42391</c:v>
                </c:pt>
                <c:pt idx="15">
                  <c:v>42394</c:v>
                </c:pt>
                <c:pt idx="16">
                  <c:v>42395</c:v>
                </c:pt>
                <c:pt idx="17">
                  <c:v>42396</c:v>
                </c:pt>
                <c:pt idx="18">
                  <c:v>42397</c:v>
                </c:pt>
                <c:pt idx="19">
                  <c:v>42398</c:v>
                </c:pt>
                <c:pt idx="20">
                  <c:v>42401</c:v>
                </c:pt>
                <c:pt idx="21">
                  <c:v>42402</c:v>
                </c:pt>
                <c:pt idx="22">
                  <c:v>42403</c:v>
                </c:pt>
                <c:pt idx="23">
                  <c:v>42404</c:v>
                </c:pt>
                <c:pt idx="24">
                  <c:v>42405</c:v>
                </c:pt>
                <c:pt idx="25">
                  <c:v>42411</c:v>
                </c:pt>
                <c:pt idx="26">
                  <c:v>42412</c:v>
                </c:pt>
                <c:pt idx="27">
                  <c:v>42415</c:v>
                </c:pt>
                <c:pt idx="28">
                  <c:v>42416</c:v>
                </c:pt>
                <c:pt idx="29">
                  <c:v>42417</c:v>
                </c:pt>
                <c:pt idx="30">
                  <c:v>42418</c:v>
                </c:pt>
                <c:pt idx="31">
                  <c:v>42419</c:v>
                </c:pt>
                <c:pt idx="32">
                  <c:v>42422</c:v>
                </c:pt>
                <c:pt idx="33">
                  <c:v>42423</c:v>
                </c:pt>
                <c:pt idx="34">
                  <c:v>42424</c:v>
                </c:pt>
                <c:pt idx="35">
                  <c:v>42425</c:v>
                </c:pt>
                <c:pt idx="36">
                  <c:v>42426</c:v>
                </c:pt>
                <c:pt idx="37">
                  <c:v>42429</c:v>
                </c:pt>
                <c:pt idx="38">
                  <c:v>42431</c:v>
                </c:pt>
                <c:pt idx="39">
                  <c:v>42432</c:v>
                </c:pt>
                <c:pt idx="40">
                  <c:v>42433</c:v>
                </c:pt>
                <c:pt idx="41">
                  <c:v>42436</c:v>
                </c:pt>
                <c:pt idx="42">
                  <c:v>42437</c:v>
                </c:pt>
                <c:pt idx="43">
                  <c:v>42438</c:v>
                </c:pt>
                <c:pt idx="44">
                  <c:v>42439</c:v>
                </c:pt>
                <c:pt idx="45">
                  <c:v>42440</c:v>
                </c:pt>
                <c:pt idx="46">
                  <c:v>42443</c:v>
                </c:pt>
                <c:pt idx="47">
                  <c:v>42444</c:v>
                </c:pt>
                <c:pt idx="48">
                  <c:v>42445</c:v>
                </c:pt>
                <c:pt idx="49">
                  <c:v>42446</c:v>
                </c:pt>
                <c:pt idx="50">
                  <c:v>42447</c:v>
                </c:pt>
                <c:pt idx="51">
                  <c:v>42450</c:v>
                </c:pt>
                <c:pt idx="52">
                  <c:v>42451</c:v>
                </c:pt>
                <c:pt idx="53">
                  <c:v>42452</c:v>
                </c:pt>
                <c:pt idx="54">
                  <c:v>42453</c:v>
                </c:pt>
                <c:pt idx="55">
                  <c:v>42454</c:v>
                </c:pt>
                <c:pt idx="56">
                  <c:v>42457</c:v>
                </c:pt>
                <c:pt idx="57">
                  <c:v>42458</c:v>
                </c:pt>
                <c:pt idx="58">
                  <c:v>42459</c:v>
                </c:pt>
                <c:pt idx="59">
                  <c:v>42460</c:v>
                </c:pt>
                <c:pt idx="60">
                  <c:v>42461</c:v>
                </c:pt>
                <c:pt idx="61">
                  <c:v>42464</c:v>
                </c:pt>
                <c:pt idx="62">
                  <c:v>42465</c:v>
                </c:pt>
                <c:pt idx="63">
                  <c:v>42466</c:v>
                </c:pt>
                <c:pt idx="64">
                  <c:v>42467</c:v>
                </c:pt>
                <c:pt idx="65">
                  <c:v>42468</c:v>
                </c:pt>
                <c:pt idx="66">
                  <c:v>42471</c:v>
                </c:pt>
                <c:pt idx="67">
                  <c:v>42472</c:v>
                </c:pt>
                <c:pt idx="68">
                  <c:v>42474</c:v>
                </c:pt>
                <c:pt idx="69">
                  <c:v>42475</c:v>
                </c:pt>
                <c:pt idx="70">
                  <c:v>42478</c:v>
                </c:pt>
                <c:pt idx="71">
                  <c:v>42479</c:v>
                </c:pt>
                <c:pt idx="72">
                  <c:v>42480</c:v>
                </c:pt>
                <c:pt idx="73">
                  <c:v>42481</c:v>
                </c:pt>
                <c:pt idx="74">
                  <c:v>42482</c:v>
                </c:pt>
                <c:pt idx="75">
                  <c:v>42485</c:v>
                </c:pt>
                <c:pt idx="76">
                  <c:v>42486</c:v>
                </c:pt>
                <c:pt idx="77">
                  <c:v>42487</c:v>
                </c:pt>
                <c:pt idx="78">
                  <c:v>42488</c:v>
                </c:pt>
                <c:pt idx="79">
                  <c:v>42489</c:v>
                </c:pt>
                <c:pt idx="80">
                  <c:v>42492</c:v>
                </c:pt>
                <c:pt idx="81">
                  <c:v>42493</c:v>
                </c:pt>
                <c:pt idx="82">
                  <c:v>42494</c:v>
                </c:pt>
                <c:pt idx="83">
                  <c:v>42499</c:v>
                </c:pt>
                <c:pt idx="84">
                  <c:v>42500</c:v>
                </c:pt>
                <c:pt idx="85">
                  <c:v>42501</c:v>
                </c:pt>
                <c:pt idx="86">
                  <c:v>42502</c:v>
                </c:pt>
                <c:pt idx="87">
                  <c:v>42503</c:v>
                </c:pt>
                <c:pt idx="88">
                  <c:v>42506</c:v>
                </c:pt>
                <c:pt idx="89">
                  <c:v>42507</c:v>
                </c:pt>
                <c:pt idx="90">
                  <c:v>42508</c:v>
                </c:pt>
                <c:pt idx="91">
                  <c:v>42509</c:v>
                </c:pt>
                <c:pt idx="92">
                  <c:v>42510</c:v>
                </c:pt>
                <c:pt idx="93">
                  <c:v>42513</c:v>
                </c:pt>
                <c:pt idx="94">
                  <c:v>42514</c:v>
                </c:pt>
                <c:pt idx="95">
                  <c:v>42515</c:v>
                </c:pt>
                <c:pt idx="96">
                  <c:v>42516</c:v>
                </c:pt>
                <c:pt idx="97">
                  <c:v>42517</c:v>
                </c:pt>
                <c:pt idx="98">
                  <c:v>42520</c:v>
                </c:pt>
                <c:pt idx="99">
                  <c:v>42521</c:v>
                </c:pt>
                <c:pt idx="100">
                  <c:v>42522</c:v>
                </c:pt>
                <c:pt idx="101">
                  <c:v>42523</c:v>
                </c:pt>
                <c:pt idx="102">
                  <c:v>42524</c:v>
                </c:pt>
                <c:pt idx="103">
                  <c:v>42528</c:v>
                </c:pt>
                <c:pt idx="104">
                  <c:v>42529</c:v>
                </c:pt>
                <c:pt idx="105">
                  <c:v>42530</c:v>
                </c:pt>
                <c:pt idx="106">
                  <c:v>42531</c:v>
                </c:pt>
                <c:pt idx="107">
                  <c:v>42534</c:v>
                </c:pt>
                <c:pt idx="108">
                  <c:v>42535</c:v>
                </c:pt>
                <c:pt idx="109">
                  <c:v>42536</c:v>
                </c:pt>
                <c:pt idx="110">
                  <c:v>42537</c:v>
                </c:pt>
                <c:pt idx="111">
                  <c:v>42538</c:v>
                </c:pt>
                <c:pt idx="112">
                  <c:v>42541</c:v>
                </c:pt>
                <c:pt idx="113">
                  <c:v>42542</c:v>
                </c:pt>
                <c:pt idx="114">
                  <c:v>42543</c:v>
                </c:pt>
                <c:pt idx="115">
                  <c:v>42544</c:v>
                </c:pt>
                <c:pt idx="116">
                  <c:v>42545</c:v>
                </c:pt>
                <c:pt idx="117">
                  <c:v>42548</c:v>
                </c:pt>
                <c:pt idx="118">
                  <c:v>42549</c:v>
                </c:pt>
                <c:pt idx="119">
                  <c:v>42550</c:v>
                </c:pt>
                <c:pt idx="120">
                  <c:v>42551</c:v>
                </c:pt>
                <c:pt idx="121">
                  <c:v>42552</c:v>
                </c:pt>
                <c:pt idx="122">
                  <c:v>42555</c:v>
                </c:pt>
                <c:pt idx="123">
                  <c:v>42556</c:v>
                </c:pt>
                <c:pt idx="124">
                  <c:v>42557</c:v>
                </c:pt>
                <c:pt idx="125">
                  <c:v>42558</c:v>
                </c:pt>
                <c:pt idx="126">
                  <c:v>42559</c:v>
                </c:pt>
                <c:pt idx="127">
                  <c:v>42562</c:v>
                </c:pt>
                <c:pt idx="128">
                  <c:v>42563</c:v>
                </c:pt>
                <c:pt idx="129">
                  <c:v>42564</c:v>
                </c:pt>
                <c:pt idx="130">
                  <c:v>42565</c:v>
                </c:pt>
                <c:pt idx="131">
                  <c:v>42566</c:v>
                </c:pt>
                <c:pt idx="132">
                  <c:v>42569</c:v>
                </c:pt>
                <c:pt idx="133">
                  <c:v>42570</c:v>
                </c:pt>
                <c:pt idx="134">
                  <c:v>42571</c:v>
                </c:pt>
                <c:pt idx="135">
                  <c:v>42572</c:v>
                </c:pt>
                <c:pt idx="136">
                  <c:v>42573</c:v>
                </c:pt>
                <c:pt idx="137">
                  <c:v>42576</c:v>
                </c:pt>
                <c:pt idx="138">
                  <c:v>42577</c:v>
                </c:pt>
                <c:pt idx="139">
                  <c:v>42578</c:v>
                </c:pt>
                <c:pt idx="140">
                  <c:v>42579</c:v>
                </c:pt>
                <c:pt idx="141">
                  <c:v>42580</c:v>
                </c:pt>
                <c:pt idx="142">
                  <c:v>42583</c:v>
                </c:pt>
                <c:pt idx="143">
                  <c:v>42584</c:v>
                </c:pt>
                <c:pt idx="144">
                  <c:v>42585</c:v>
                </c:pt>
                <c:pt idx="145">
                  <c:v>42586</c:v>
                </c:pt>
                <c:pt idx="146">
                  <c:v>42587</c:v>
                </c:pt>
                <c:pt idx="147">
                  <c:v>42590</c:v>
                </c:pt>
                <c:pt idx="148">
                  <c:v>42591</c:v>
                </c:pt>
                <c:pt idx="149">
                  <c:v>42592</c:v>
                </c:pt>
                <c:pt idx="150">
                  <c:v>42593</c:v>
                </c:pt>
                <c:pt idx="151">
                  <c:v>42594</c:v>
                </c:pt>
                <c:pt idx="152">
                  <c:v>42598</c:v>
                </c:pt>
                <c:pt idx="153">
                  <c:v>42599</c:v>
                </c:pt>
                <c:pt idx="154">
                  <c:v>42600</c:v>
                </c:pt>
                <c:pt idx="155">
                  <c:v>42601</c:v>
                </c:pt>
                <c:pt idx="156">
                  <c:v>42604</c:v>
                </c:pt>
                <c:pt idx="157">
                  <c:v>42605</c:v>
                </c:pt>
                <c:pt idx="158">
                  <c:v>42606</c:v>
                </c:pt>
                <c:pt idx="159">
                  <c:v>42607</c:v>
                </c:pt>
                <c:pt idx="160">
                  <c:v>42608</c:v>
                </c:pt>
                <c:pt idx="161">
                  <c:v>42611</c:v>
                </c:pt>
                <c:pt idx="162">
                  <c:v>42612</c:v>
                </c:pt>
                <c:pt idx="163">
                  <c:v>42613</c:v>
                </c:pt>
                <c:pt idx="164">
                  <c:v>42614</c:v>
                </c:pt>
                <c:pt idx="165">
                  <c:v>42615</c:v>
                </c:pt>
                <c:pt idx="166">
                  <c:v>42618</c:v>
                </c:pt>
                <c:pt idx="167">
                  <c:v>42619</c:v>
                </c:pt>
                <c:pt idx="168">
                  <c:v>42620</c:v>
                </c:pt>
                <c:pt idx="169">
                  <c:v>42621</c:v>
                </c:pt>
                <c:pt idx="170">
                  <c:v>42622</c:v>
                </c:pt>
                <c:pt idx="171">
                  <c:v>42625</c:v>
                </c:pt>
                <c:pt idx="172">
                  <c:v>42626</c:v>
                </c:pt>
                <c:pt idx="173">
                  <c:v>42632</c:v>
                </c:pt>
                <c:pt idx="174">
                  <c:v>42633</c:v>
                </c:pt>
                <c:pt idx="175">
                  <c:v>42634</c:v>
                </c:pt>
                <c:pt idx="176">
                  <c:v>42635</c:v>
                </c:pt>
                <c:pt idx="177">
                  <c:v>42636</c:v>
                </c:pt>
                <c:pt idx="178">
                  <c:v>42639</c:v>
                </c:pt>
                <c:pt idx="179">
                  <c:v>42640</c:v>
                </c:pt>
                <c:pt idx="180">
                  <c:v>42641</c:v>
                </c:pt>
                <c:pt idx="181">
                  <c:v>42642</c:v>
                </c:pt>
                <c:pt idx="182">
                  <c:v>42643</c:v>
                </c:pt>
                <c:pt idx="183">
                  <c:v>42647</c:v>
                </c:pt>
                <c:pt idx="184">
                  <c:v>42648</c:v>
                </c:pt>
                <c:pt idx="185">
                  <c:v>42649</c:v>
                </c:pt>
                <c:pt idx="186">
                  <c:v>42650</c:v>
                </c:pt>
                <c:pt idx="187">
                  <c:v>42653</c:v>
                </c:pt>
                <c:pt idx="188">
                  <c:v>42654</c:v>
                </c:pt>
                <c:pt idx="189">
                  <c:v>42655</c:v>
                </c:pt>
                <c:pt idx="190">
                  <c:v>42656</c:v>
                </c:pt>
                <c:pt idx="191">
                  <c:v>42657</c:v>
                </c:pt>
                <c:pt idx="192">
                  <c:v>42660</c:v>
                </c:pt>
                <c:pt idx="193">
                  <c:v>42661</c:v>
                </c:pt>
                <c:pt idx="194">
                  <c:v>42662</c:v>
                </c:pt>
                <c:pt idx="195">
                  <c:v>42663</c:v>
                </c:pt>
                <c:pt idx="196">
                  <c:v>42664</c:v>
                </c:pt>
                <c:pt idx="197">
                  <c:v>42667</c:v>
                </c:pt>
                <c:pt idx="198">
                  <c:v>42668</c:v>
                </c:pt>
                <c:pt idx="199">
                  <c:v>42669</c:v>
                </c:pt>
                <c:pt idx="200">
                  <c:v>42670</c:v>
                </c:pt>
                <c:pt idx="201">
                  <c:v>42671</c:v>
                </c:pt>
                <c:pt idx="202">
                  <c:v>42674</c:v>
                </c:pt>
                <c:pt idx="203">
                  <c:v>42675</c:v>
                </c:pt>
                <c:pt idx="204">
                  <c:v>42676</c:v>
                </c:pt>
                <c:pt idx="205">
                  <c:v>42677</c:v>
                </c:pt>
                <c:pt idx="206">
                  <c:v>42678</c:v>
                </c:pt>
                <c:pt idx="207">
                  <c:v>42681</c:v>
                </c:pt>
                <c:pt idx="208">
                  <c:v>42682</c:v>
                </c:pt>
                <c:pt idx="209">
                  <c:v>42683</c:v>
                </c:pt>
                <c:pt idx="210">
                  <c:v>42684</c:v>
                </c:pt>
                <c:pt idx="211">
                  <c:v>42685</c:v>
                </c:pt>
                <c:pt idx="212">
                  <c:v>42688</c:v>
                </c:pt>
                <c:pt idx="213">
                  <c:v>42689</c:v>
                </c:pt>
                <c:pt idx="214">
                  <c:v>42690</c:v>
                </c:pt>
                <c:pt idx="215">
                  <c:v>42691</c:v>
                </c:pt>
                <c:pt idx="216">
                  <c:v>42692</c:v>
                </c:pt>
                <c:pt idx="217">
                  <c:v>42695</c:v>
                </c:pt>
                <c:pt idx="218">
                  <c:v>42696</c:v>
                </c:pt>
                <c:pt idx="219">
                  <c:v>42697</c:v>
                </c:pt>
                <c:pt idx="220">
                  <c:v>42698</c:v>
                </c:pt>
                <c:pt idx="221">
                  <c:v>42699</c:v>
                </c:pt>
                <c:pt idx="222">
                  <c:v>42702</c:v>
                </c:pt>
                <c:pt idx="223">
                  <c:v>42703</c:v>
                </c:pt>
                <c:pt idx="224">
                  <c:v>42704</c:v>
                </c:pt>
                <c:pt idx="225">
                  <c:v>42705</c:v>
                </c:pt>
                <c:pt idx="226">
                  <c:v>42706</c:v>
                </c:pt>
                <c:pt idx="227">
                  <c:v>42709</c:v>
                </c:pt>
                <c:pt idx="228">
                  <c:v>42710</c:v>
                </c:pt>
                <c:pt idx="229">
                  <c:v>42711</c:v>
                </c:pt>
                <c:pt idx="230">
                  <c:v>42712</c:v>
                </c:pt>
                <c:pt idx="231">
                  <c:v>42713</c:v>
                </c:pt>
                <c:pt idx="232">
                  <c:v>42716</c:v>
                </c:pt>
                <c:pt idx="233">
                  <c:v>42717</c:v>
                </c:pt>
                <c:pt idx="234">
                  <c:v>42718</c:v>
                </c:pt>
                <c:pt idx="235">
                  <c:v>42719</c:v>
                </c:pt>
                <c:pt idx="236">
                  <c:v>42720</c:v>
                </c:pt>
                <c:pt idx="237">
                  <c:v>42723</c:v>
                </c:pt>
                <c:pt idx="238">
                  <c:v>42724</c:v>
                </c:pt>
                <c:pt idx="239">
                  <c:v>42725</c:v>
                </c:pt>
                <c:pt idx="240">
                  <c:v>42726</c:v>
                </c:pt>
                <c:pt idx="241">
                  <c:v>42727</c:v>
                </c:pt>
                <c:pt idx="242">
                  <c:v>42730</c:v>
                </c:pt>
                <c:pt idx="243">
                  <c:v>42731</c:v>
                </c:pt>
                <c:pt idx="244">
                  <c:v>42732</c:v>
                </c:pt>
                <c:pt idx="245">
                  <c:v>42733</c:v>
                </c:pt>
                <c:pt idx="246">
                  <c:v>42737</c:v>
                </c:pt>
                <c:pt idx="247">
                  <c:v>42738</c:v>
                </c:pt>
                <c:pt idx="248">
                  <c:v>42739</c:v>
                </c:pt>
                <c:pt idx="249">
                  <c:v>42740</c:v>
                </c:pt>
                <c:pt idx="250">
                  <c:v>42741</c:v>
                </c:pt>
                <c:pt idx="251">
                  <c:v>42744</c:v>
                </c:pt>
                <c:pt idx="252">
                  <c:v>42745</c:v>
                </c:pt>
                <c:pt idx="253">
                  <c:v>42746</c:v>
                </c:pt>
                <c:pt idx="254">
                  <c:v>42747</c:v>
                </c:pt>
                <c:pt idx="255">
                  <c:v>42748</c:v>
                </c:pt>
                <c:pt idx="256">
                  <c:v>42751</c:v>
                </c:pt>
                <c:pt idx="257">
                  <c:v>42752</c:v>
                </c:pt>
                <c:pt idx="258">
                  <c:v>42753</c:v>
                </c:pt>
                <c:pt idx="259">
                  <c:v>42754</c:v>
                </c:pt>
                <c:pt idx="260">
                  <c:v>42755</c:v>
                </c:pt>
                <c:pt idx="261">
                  <c:v>42758</c:v>
                </c:pt>
                <c:pt idx="262">
                  <c:v>42759</c:v>
                </c:pt>
                <c:pt idx="263">
                  <c:v>42760</c:v>
                </c:pt>
                <c:pt idx="264">
                  <c:v>42761</c:v>
                </c:pt>
                <c:pt idx="265">
                  <c:v>42766</c:v>
                </c:pt>
                <c:pt idx="266">
                  <c:v>42767</c:v>
                </c:pt>
                <c:pt idx="267">
                  <c:v>42768</c:v>
                </c:pt>
                <c:pt idx="268">
                  <c:v>42769</c:v>
                </c:pt>
                <c:pt idx="269">
                  <c:v>42772</c:v>
                </c:pt>
                <c:pt idx="270">
                  <c:v>42773</c:v>
                </c:pt>
                <c:pt idx="271">
                  <c:v>42774</c:v>
                </c:pt>
                <c:pt idx="272">
                  <c:v>42775</c:v>
                </c:pt>
                <c:pt idx="273">
                  <c:v>42776</c:v>
                </c:pt>
                <c:pt idx="274">
                  <c:v>42779</c:v>
                </c:pt>
                <c:pt idx="275">
                  <c:v>42780</c:v>
                </c:pt>
                <c:pt idx="276">
                  <c:v>42781</c:v>
                </c:pt>
                <c:pt idx="277">
                  <c:v>42782</c:v>
                </c:pt>
                <c:pt idx="278">
                  <c:v>42783</c:v>
                </c:pt>
                <c:pt idx="279">
                  <c:v>42786</c:v>
                </c:pt>
                <c:pt idx="280">
                  <c:v>42787</c:v>
                </c:pt>
                <c:pt idx="281">
                  <c:v>42788</c:v>
                </c:pt>
                <c:pt idx="282">
                  <c:v>42789</c:v>
                </c:pt>
                <c:pt idx="283">
                  <c:v>42790</c:v>
                </c:pt>
                <c:pt idx="284">
                  <c:v>42793</c:v>
                </c:pt>
                <c:pt idx="285">
                  <c:v>42794</c:v>
                </c:pt>
                <c:pt idx="286">
                  <c:v>42796</c:v>
                </c:pt>
                <c:pt idx="287">
                  <c:v>42797</c:v>
                </c:pt>
                <c:pt idx="288">
                  <c:v>42800</c:v>
                </c:pt>
                <c:pt idx="289">
                  <c:v>42801</c:v>
                </c:pt>
                <c:pt idx="290">
                  <c:v>42802</c:v>
                </c:pt>
                <c:pt idx="291">
                  <c:v>42803</c:v>
                </c:pt>
                <c:pt idx="292">
                  <c:v>42804</c:v>
                </c:pt>
                <c:pt idx="293">
                  <c:v>42807</c:v>
                </c:pt>
                <c:pt idx="294">
                  <c:v>42808</c:v>
                </c:pt>
                <c:pt idx="295">
                  <c:v>42809</c:v>
                </c:pt>
                <c:pt idx="296">
                  <c:v>42810</c:v>
                </c:pt>
                <c:pt idx="297">
                  <c:v>42811</c:v>
                </c:pt>
                <c:pt idx="298">
                  <c:v>42814</c:v>
                </c:pt>
                <c:pt idx="299">
                  <c:v>42815</c:v>
                </c:pt>
                <c:pt idx="300">
                  <c:v>42816</c:v>
                </c:pt>
                <c:pt idx="301">
                  <c:v>42817</c:v>
                </c:pt>
                <c:pt idx="302">
                  <c:v>42818</c:v>
                </c:pt>
                <c:pt idx="303">
                  <c:v>42821</c:v>
                </c:pt>
                <c:pt idx="304">
                  <c:v>42822</c:v>
                </c:pt>
                <c:pt idx="305">
                  <c:v>42823</c:v>
                </c:pt>
                <c:pt idx="306">
                  <c:v>42824</c:v>
                </c:pt>
                <c:pt idx="307">
                  <c:v>42825</c:v>
                </c:pt>
                <c:pt idx="308">
                  <c:v>42828</c:v>
                </c:pt>
                <c:pt idx="309">
                  <c:v>42829</c:v>
                </c:pt>
                <c:pt idx="310">
                  <c:v>42830</c:v>
                </c:pt>
                <c:pt idx="311">
                  <c:v>42831</c:v>
                </c:pt>
                <c:pt idx="312">
                  <c:v>42832</c:v>
                </c:pt>
                <c:pt idx="313">
                  <c:v>42835</c:v>
                </c:pt>
                <c:pt idx="314">
                  <c:v>42836</c:v>
                </c:pt>
                <c:pt idx="315">
                  <c:v>42837</c:v>
                </c:pt>
                <c:pt idx="316">
                  <c:v>42838</c:v>
                </c:pt>
                <c:pt idx="317">
                  <c:v>42839</c:v>
                </c:pt>
                <c:pt idx="318">
                  <c:v>42842</c:v>
                </c:pt>
                <c:pt idx="319">
                  <c:v>42843</c:v>
                </c:pt>
                <c:pt idx="320">
                  <c:v>42844</c:v>
                </c:pt>
                <c:pt idx="321">
                  <c:v>42845</c:v>
                </c:pt>
                <c:pt idx="322">
                  <c:v>42846</c:v>
                </c:pt>
                <c:pt idx="323">
                  <c:v>42849</c:v>
                </c:pt>
                <c:pt idx="324">
                  <c:v>42850</c:v>
                </c:pt>
                <c:pt idx="325">
                  <c:v>42851</c:v>
                </c:pt>
                <c:pt idx="326">
                  <c:v>42852</c:v>
                </c:pt>
                <c:pt idx="327">
                  <c:v>42853</c:v>
                </c:pt>
                <c:pt idx="328">
                  <c:v>42857</c:v>
                </c:pt>
                <c:pt idx="329">
                  <c:v>42859</c:v>
                </c:pt>
                <c:pt idx="330">
                  <c:v>42863</c:v>
                </c:pt>
                <c:pt idx="331">
                  <c:v>42865</c:v>
                </c:pt>
                <c:pt idx="332">
                  <c:v>42866</c:v>
                </c:pt>
                <c:pt idx="333">
                  <c:v>42867</c:v>
                </c:pt>
                <c:pt idx="334">
                  <c:v>42870</c:v>
                </c:pt>
                <c:pt idx="335">
                  <c:v>42871</c:v>
                </c:pt>
                <c:pt idx="336">
                  <c:v>42872</c:v>
                </c:pt>
                <c:pt idx="337">
                  <c:v>42873</c:v>
                </c:pt>
                <c:pt idx="338">
                  <c:v>42874</c:v>
                </c:pt>
                <c:pt idx="339">
                  <c:v>42877</c:v>
                </c:pt>
                <c:pt idx="340">
                  <c:v>42878</c:v>
                </c:pt>
                <c:pt idx="341">
                  <c:v>42879</c:v>
                </c:pt>
                <c:pt idx="342">
                  <c:v>42880</c:v>
                </c:pt>
                <c:pt idx="343">
                  <c:v>42881</c:v>
                </c:pt>
                <c:pt idx="344">
                  <c:v>42884</c:v>
                </c:pt>
                <c:pt idx="345">
                  <c:v>42885</c:v>
                </c:pt>
                <c:pt idx="346">
                  <c:v>42886</c:v>
                </c:pt>
                <c:pt idx="347">
                  <c:v>42887</c:v>
                </c:pt>
                <c:pt idx="348">
                  <c:v>42888</c:v>
                </c:pt>
                <c:pt idx="349">
                  <c:v>42891</c:v>
                </c:pt>
                <c:pt idx="350">
                  <c:v>42893</c:v>
                </c:pt>
                <c:pt idx="351">
                  <c:v>42894</c:v>
                </c:pt>
                <c:pt idx="352">
                  <c:v>42895</c:v>
                </c:pt>
                <c:pt idx="353">
                  <c:v>42898</c:v>
                </c:pt>
                <c:pt idx="354">
                  <c:v>42899</c:v>
                </c:pt>
                <c:pt idx="355">
                  <c:v>42900</c:v>
                </c:pt>
                <c:pt idx="356">
                  <c:v>42901</c:v>
                </c:pt>
                <c:pt idx="357">
                  <c:v>42902</c:v>
                </c:pt>
                <c:pt idx="358">
                  <c:v>42905</c:v>
                </c:pt>
                <c:pt idx="359">
                  <c:v>42906</c:v>
                </c:pt>
                <c:pt idx="360">
                  <c:v>42907</c:v>
                </c:pt>
                <c:pt idx="361">
                  <c:v>42908</c:v>
                </c:pt>
                <c:pt idx="362">
                  <c:v>42909</c:v>
                </c:pt>
                <c:pt idx="363">
                  <c:v>42912</c:v>
                </c:pt>
                <c:pt idx="364">
                  <c:v>42913</c:v>
                </c:pt>
                <c:pt idx="365">
                  <c:v>42914</c:v>
                </c:pt>
                <c:pt idx="366">
                  <c:v>42915</c:v>
                </c:pt>
                <c:pt idx="367">
                  <c:v>42916</c:v>
                </c:pt>
                <c:pt idx="368">
                  <c:v>42919</c:v>
                </c:pt>
                <c:pt idx="369">
                  <c:v>42920</c:v>
                </c:pt>
                <c:pt idx="370">
                  <c:v>42921</c:v>
                </c:pt>
                <c:pt idx="371">
                  <c:v>42922</c:v>
                </c:pt>
                <c:pt idx="372">
                  <c:v>42923</c:v>
                </c:pt>
                <c:pt idx="373">
                  <c:v>42926</c:v>
                </c:pt>
                <c:pt idx="374">
                  <c:v>42927</c:v>
                </c:pt>
                <c:pt idx="375">
                  <c:v>42928</c:v>
                </c:pt>
                <c:pt idx="376">
                  <c:v>42929</c:v>
                </c:pt>
                <c:pt idx="377">
                  <c:v>42930</c:v>
                </c:pt>
                <c:pt idx="378">
                  <c:v>42933</c:v>
                </c:pt>
                <c:pt idx="379">
                  <c:v>42934</c:v>
                </c:pt>
                <c:pt idx="380">
                  <c:v>42935</c:v>
                </c:pt>
                <c:pt idx="381">
                  <c:v>42936</c:v>
                </c:pt>
                <c:pt idx="382">
                  <c:v>42937</c:v>
                </c:pt>
                <c:pt idx="383">
                  <c:v>42940</c:v>
                </c:pt>
                <c:pt idx="384">
                  <c:v>42941</c:v>
                </c:pt>
                <c:pt idx="385">
                  <c:v>42942</c:v>
                </c:pt>
                <c:pt idx="386">
                  <c:v>42943</c:v>
                </c:pt>
                <c:pt idx="387">
                  <c:v>42944</c:v>
                </c:pt>
                <c:pt idx="388">
                  <c:v>42947</c:v>
                </c:pt>
                <c:pt idx="389">
                  <c:v>42948</c:v>
                </c:pt>
                <c:pt idx="390">
                  <c:v>42949</c:v>
                </c:pt>
                <c:pt idx="391">
                  <c:v>42950</c:v>
                </c:pt>
                <c:pt idx="392">
                  <c:v>42951</c:v>
                </c:pt>
                <c:pt idx="393">
                  <c:v>42954</c:v>
                </c:pt>
                <c:pt idx="394">
                  <c:v>42955</c:v>
                </c:pt>
                <c:pt idx="395">
                  <c:v>42956</c:v>
                </c:pt>
                <c:pt idx="396">
                  <c:v>42957</c:v>
                </c:pt>
                <c:pt idx="397">
                  <c:v>42958</c:v>
                </c:pt>
                <c:pt idx="398">
                  <c:v>42961</c:v>
                </c:pt>
                <c:pt idx="399">
                  <c:v>42963</c:v>
                </c:pt>
                <c:pt idx="400">
                  <c:v>42964</c:v>
                </c:pt>
                <c:pt idx="401">
                  <c:v>42965</c:v>
                </c:pt>
                <c:pt idx="402">
                  <c:v>42968</c:v>
                </c:pt>
                <c:pt idx="403">
                  <c:v>42969</c:v>
                </c:pt>
                <c:pt idx="404">
                  <c:v>42970</c:v>
                </c:pt>
                <c:pt idx="405">
                  <c:v>42971</c:v>
                </c:pt>
                <c:pt idx="406">
                  <c:v>42972</c:v>
                </c:pt>
                <c:pt idx="407">
                  <c:v>42975</c:v>
                </c:pt>
                <c:pt idx="408">
                  <c:v>42976</c:v>
                </c:pt>
                <c:pt idx="409">
                  <c:v>42977</c:v>
                </c:pt>
                <c:pt idx="410">
                  <c:v>42978</c:v>
                </c:pt>
                <c:pt idx="411">
                  <c:v>42979</c:v>
                </c:pt>
                <c:pt idx="412">
                  <c:v>42982</c:v>
                </c:pt>
                <c:pt idx="413">
                  <c:v>42983</c:v>
                </c:pt>
                <c:pt idx="414">
                  <c:v>42984</c:v>
                </c:pt>
                <c:pt idx="415">
                  <c:v>42985</c:v>
                </c:pt>
                <c:pt idx="416">
                  <c:v>42986</c:v>
                </c:pt>
                <c:pt idx="417">
                  <c:v>42989</c:v>
                </c:pt>
                <c:pt idx="418">
                  <c:v>42990</c:v>
                </c:pt>
                <c:pt idx="419">
                  <c:v>42991</c:v>
                </c:pt>
                <c:pt idx="420">
                  <c:v>42992</c:v>
                </c:pt>
                <c:pt idx="421">
                  <c:v>42993</c:v>
                </c:pt>
                <c:pt idx="422">
                  <c:v>42996</c:v>
                </c:pt>
                <c:pt idx="423">
                  <c:v>42997</c:v>
                </c:pt>
                <c:pt idx="424">
                  <c:v>42998</c:v>
                </c:pt>
                <c:pt idx="425">
                  <c:v>42999</c:v>
                </c:pt>
                <c:pt idx="426">
                  <c:v>43000</c:v>
                </c:pt>
                <c:pt idx="427">
                  <c:v>43003</c:v>
                </c:pt>
                <c:pt idx="428">
                  <c:v>43004</c:v>
                </c:pt>
                <c:pt idx="429">
                  <c:v>43005</c:v>
                </c:pt>
                <c:pt idx="430">
                  <c:v>43006</c:v>
                </c:pt>
                <c:pt idx="431">
                  <c:v>43007</c:v>
                </c:pt>
                <c:pt idx="432">
                  <c:v>43018</c:v>
                </c:pt>
                <c:pt idx="433">
                  <c:v>43019</c:v>
                </c:pt>
                <c:pt idx="434">
                  <c:v>43020</c:v>
                </c:pt>
                <c:pt idx="435">
                  <c:v>43021</c:v>
                </c:pt>
                <c:pt idx="436">
                  <c:v>43024</c:v>
                </c:pt>
                <c:pt idx="437">
                  <c:v>43025</c:v>
                </c:pt>
                <c:pt idx="438">
                  <c:v>43026</c:v>
                </c:pt>
                <c:pt idx="439">
                  <c:v>43027</c:v>
                </c:pt>
                <c:pt idx="440">
                  <c:v>43028</c:v>
                </c:pt>
                <c:pt idx="441">
                  <c:v>43031</c:v>
                </c:pt>
                <c:pt idx="442">
                  <c:v>43032</c:v>
                </c:pt>
                <c:pt idx="443">
                  <c:v>43033</c:v>
                </c:pt>
                <c:pt idx="444">
                  <c:v>43034</c:v>
                </c:pt>
                <c:pt idx="445">
                  <c:v>43035</c:v>
                </c:pt>
                <c:pt idx="446">
                  <c:v>43038</c:v>
                </c:pt>
                <c:pt idx="447">
                  <c:v>43039</c:v>
                </c:pt>
                <c:pt idx="448">
                  <c:v>43040</c:v>
                </c:pt>
                <c:pt idx="449">
                  <c:v>43041</c:v>
                </c:pt>
                <c:pt idx="450">
                  <c:v>43042</c:v>
                </c:pt>
                <c:pt idx="451">
                  <c:v>43045</c:v>
                </c:pt>
                <c:pt idx="452">
                  <c:v>43046</c:v>
                </c:pt>
                <c:pt idx="453">
                  <c:v>43047</c:v>
                </c:pt>
                <c:pt idx="454">
                  <c:v>43048</c:v>
                </c:pt>
                <c:pt idx="455">
                  <c:v>43049</c:v>
                </c:pt>
                <c:pt idx="456">
                  <c:v>43052</c:v>
                </c:pt>
                <c:pt idx="457">
                  <c:v>43053</c:v>
                </c:pt>
                <c:pt idx="458">
                  <c:v>43054</c:v>
                </c:pt>
                <c:pt idx="459">
                  <c:v>43055</c:v>
                </c:pt>
                <c:pt idx="460">
                  <c:v>43056</c:v>
                </c:pt>
                <c:pt idx="461">
                  <c:v>43059</c:v>
                </c:pt>
                <c:pt idx="462">
                  <c:v>43060</c:v>
                </c:pt>
                <c:pt idx="463">
                  <c:v>43061</c:v>
                </c:pt>
                <c:pt idx="464">
                  <c:v>43062</c:v>
                </c:pt>
                <c:pt idx="465">
                  <c:v>43063</c:v>
                </c:pt>
                <c:pt idx="466">
                  <c:v>43066</c:v>
                </c:pt>
                <c:pt idx="467">
                  <c:v>43067</c:v>
                </c:pt>
                <c:pt idx="468">
                  <c:v>43068</c:v>
                </c:pt>
                <c:pt idx="469">
                  <c:v>43069</c:v>
                </c:pt>
                <c:pt idx="470">
                  <c:v>43070</c:v>
                </c:pt>
                <c:pt idx="471">
                  <c:v>43073</c:v>
                </c:pt>
                <c:pt idx="472">
                  <c:v>43074</c:v>
                </c:pt>
                <c:pt idx="473">
                  <c:v>43075</c:v>
                </c:pt>
                <c:pt idx="474">
                  <c:v>43076</c:v>
                </c:pt>
                <c:pt idx="475">
                  <c:v>43077</c:v>
                </c:pt>
                <c:pt idx="476">
                  <c:v>43080</c:v>
                </c:pt>
                <c:pt idx="477">
                  <c:v>43081</c:v>
                </c:pt>
                <c:pt idx="478">
                  <c:v>43082</c:v>
                </c:pt>
                <c:pt idx="479">
                  <c:v>43083</c:v>
                </c:pt>
                <c:pt idx="480">
                  <c:v>43084</c:v>
                </c:pt>
                <c:pt idx="481">
                  <c:v>43087</c:v>
                </c:pt>
                <c:pt idx="482">
                  <c:v>43088</c:v>
                </c:pt>
                <c:pt idx="483">
                  <c:v>43089</c:v>
                </c:pt>
                <c:pt idx="484">
                  <c:v>43090</c:v>
                </c:pt>
                <c:pt idx="485">
                  <c:v>43091</c:v>
                </c:pt>
                <c:pt idx="486">
                  <c:v>43095</c:v>
                </c:pt>
                <c:pt idx="487">
                  <c:v>43096</c:v>
                </c:pt>
                <c:pt idx="488">
                  <c:v>43097</c:v>
                </c:pt>
                <c:pt idx="489">
                  <c:v>43102</c:v>
                </c:pt>
                <c:pt idx="490">
                  <c:v>43103</c:v>
                </c:pt>
                <c:pt idx="491">
                  <c:v>43104</c:v>
                </c:pt>
                <c:pt idx="492">
                  <c:v>43105</c:v>
                </c:pt>
                <c:pt idx="493">
                  <c:v>43108</c:v>
                </c:pt>
                <c:pt idx="494">
                  <c:v>43109</c:v>
                </c:pt>
                <c:pt idx="495">
                  <c:v>43110</c:v>
                </c:pt>
                <c:pt idx="496">
                  <c:v>43111</c:v>
                </c:pt>
                <c:pt idx="497">
                  <c:v>43112</c:v>
                </c:pt>
                <c:pt idx="498">
                  <c:v>43115</c:v>
                </c:pt>
                <c:pt idx="499">
                  <c:v>43116</c:v>
                </c:pt>
                <c:pt idx="500">
                  <c:v>43117</c:v>
                </c:pt>
                <c:pt idx="501">
                  <c:v>43118</c:v>
                </c:pt>
                <c:pt idx="502">
                  <c:v>43119</c:v>
                </c:pt>
                <c:pt idx="503">
                  <c:v>43122</c:v>
                </c:pt>
                <c:pt idx="504">
                  <c:v>43123</c:v>
                </c:pt>
                <c:pt idx="505">
                  <c:v>43124</c:v>
                </c:pt>
                <c:pt idx="506">
                  <c:v>43125</c:v>
                </c:pt>
                <c:pt idx="507">
                  <c:v>43126</c:v>
                </c:pt>
                <c:pt idx="508">
                  <c:v>43129</c:v>
                </c:pt>
                <c:pt idx="509">
                  <c:v>43130</c:v>
                </c:pt>
                <c:pt idx="510">
                  <c:v>43131</c:v>
                </c:pt>
                <c:pt idx="511">
                  <c:v>43132</c:v>
                </c:pt>
                <c:pt idx="512">
                  <c:v>43133</c:v>
                </c:pt>
                <c:pt idx="513">
                  <c:v>43136</c:v>
                </c:pt>
                <c:pt idx="514">
                  <c:v>43137</c:v>
                </c:pt>
                <c:pt idx="515">
                  <c:v>43138</c:v>
                </c:pt>
                <c:pt idx="516">
                  <c:v>43139</c:v>
                </c:pt>
                <c:pt idx="517">
                  <c:v>43140</c:v>
                </c:pt>
                <c:pt idx="518">
                  <c:v>43143</c:v>
                </c:pt>
                <c:pt idx="519">
                  <c:v>43144</c:v>
                </c:pt>
                <c:pt idx="520">
                  <c:v>43145</c:v>
                </c:pt>
                <c:pt idx="521">
                  <c:v>43150</c:v>
                </c:pt>
                <c:pt idx="522">
                  <c:v>43151</c:v>
                </c:pt>
                <c:pt idx="523">
                  <c:v>43152</c:v>
                </c:pt>
                <c:pt idx="524">
                  <c:v>43153</c:v>
                </c:pt>
                <c:pt idx="525">
                  <c:v>43154</c:v>
                </c:pt>
                <c:pt idx="526">
                  <c:v>43157</c:v>
                </c:pt>
                <c:pt idx="527">
                  <c:v>43158</c:v>
                </c:pt>
                <c:pt idx="528">
                  <c:v>43159</c:v>
                </c:pt>
                <c:pt idx="529">
                  <c:v>43161</c:v>
                </c:pt>
                <c:pt idx="530">
                  <c:v>43164</c:v>
                </c:pt>
                <c:pt idx="531">
                  <c:v>43165</c:v>
                </c:pt>
                <c:pt idx="532">
                  <c:v>43166</c:v>
                </c:pt>
                <c:pt idx="533">
                  <c:v>43167</c:v>
                </c:pt>
                <c:pt idx="534">
                  <c:v>43168</c:v>
                </c:pt>
                <c:pt idx="535">
                  <c:v>43171</c:v>
                </c:pt>
                <c:pt idx="536">
                  <c:v>43172</c:v>
                </c:pt>
                <c:pt idx="537">
                  <c:v>43173</c:v>
                </c:pt>
                <c:pt idx="538">
                  <c:v>43174</c:v>
                </c:pt>
                <c:pt idx="539">
                  <c:v>43175</c:v>
                </c:pt>
                <c:pt idx="540">
                  <c:v>43178</c:v>
                </c:pt>
                <c:pt idx="541">
                  <c:v>43179</c:v>
                </c:pt>
                <c:pt idx="542">
                  <c:v>43180</c:v>
                </c:pt>
                <c:pt idx="543">
                  <c:v>43181</c:v>
                </c:pt>
                <c:pt idx="544">
                  <c:v>43182</c:v>
                </c:pt>
                <c:pt idx="545">
                  <c:v>43185</c:v>
                </c:pt>
                <c:pt idx="546">
                  <c:v>43186</c:v>
                </c:pt>
                <c:pt idx="547">
                  <c:v>43187</c:v>
                </c:pt>
                <c:pt idx="548">
                  <c:v>43188</c:v>
                </c:pt>
                <c:pt idx="549">
                  <c:v>43189</c:v>
                </c:pt>
                <c:pt idx="550">
                  <c:v>43192</c:v>
                </c:pt>
                <c:pt idx="551">
                  <c:v>43193</c:v>
                </c:pt>
                <c:pt idx="552">
                  <c:v>43194</c:v>
                </c:pt>
                <c:pt idx="553">
                  <c:v>43195</c:v>
                </c:pt>
                <c:pt idx="554">
                  <c:v>43196</c:v>
                </c:pt>
                <c:pt idx="555">
                  <c:v>43199</c:v>
                </c:pt>
                <c:pt idx="556">
                  <c:v>43200</c:v>
                </c:pt>
                <c:pt idx="557">
                  <c:v>43201</c:v>
                </c:pt>
                <c:pt idx="558">
                  <c:v>43202</c:v>
                </c:pt>
                <c:pt idx="559">
                  <c:v>43203</c:v>
                </c:pt>
                <c:pt idx="560">
                  <c:v>43206</c:v>
                </c:pt>
                <c:pt idx="561">
                  <c:v>43207</c:v>
                </c:pt>
                <c:pt idx="562">
                  <c:v>43208</c:v>
                </c:pt>
                <c:pt idx="563">
                  <c:v>43209</c:v>
                </c:pt>
                <c:pt idx="564">
                  <c:v>43210</c:v>
                </c:pt>
                <c:pt idx="565">
                  <c:v>43213</c:v>
                </c:pt>
                <c:pt idx="566">
                  <c:v>43214</c:v>
                </c:pt>
                <c:pt idx="567">
                  <c:v>43215</c:v>
                </c:pt>
                <c:pt idx="568">
                  <c:v>43216</c:v>
                </c:pt>
                <c:pt idx="569">
                  <c:v>43217</c:v>
                </c:pt>
                <c:pt idx="570">
                  <c:v>43220</c:v>
                </c:pt>
                <c:pt idx="571">
                  <c:v>43222</c:v>
                </c:pt>
                <c:pt idx="572">
                  <c:v>43223</c:v>
                </c:pt>
                <c:pt idx="573">
                  <c:v>43224</c:v>
                </c:pt>
                <c:pt idx="574">
                  <c:v>43228</c:v>
                </c:pt>
                <c:pt idx="575">
                  <c:v>43229</c:v>
                </c:pt>
                <c:pt idx="576">
                  <c:v>43230</c:v>
                </c:pt>
                <c:pt idx="577">
                  <c:v>43231</c:v>
                </c:pt>
                <c:pt idx="578">
                  <c:v>43234</c:v>
                </c:pt>
                <c:pt idx="579">
                  <c:v>43235</c:v>
                </c:pt>
                <c:pt idx="580">
                  <c:v>43236</c:v>
                </c:pt>
                <c:pt idx="581">
                  <c:v>43237</c:v>
                </c:pt>
                <c:pt idx="582">
                  <c:v>43238</c:v>
                </c:pt>
                <c:pt idx="583">
                  <c:v>43241</c:v>
                </c:pt>
                <c:pt idx="584">
                  <c:v>43243</c:v>
                </c:pt>
                <c:pt idx="585">
                  <c:v>43244</c:v>
                </c:pt>
                <c:pt idx="586">
                  <c:v>43245</c:v>
                </c:pt>
                <c:pt idx="587">
                  <c:v>43248</c:v>
                </c:pt>
                <c:pt idx="588">
                  <c:v>43249</c:v>
                </c:pt>
                <c:pt idx="589">
                  <c:v>43250</c:v>
                </c:pt>
                <c:pt idx="590">
                  <c:v>43251</c:v>
                </c:pt>
                <c:pt idx="591">
                  <c:v>43252</c:v>
                </c:pt>
                <c:pt idx="592">
                  <c:v>43255</c:v>
                </c:pt>
                <c:pt idx="593">
                  <c:v>43256</c:v>
                </c:pt>
                <c:pt idx="594">
                  <c:v>43258</c:v>
                </c:pt>
                <c:pt idx="595">
                  <c:v>43259</c:v>
                </c:pt>
                <c:pt idx="596">
                  <c:v>43262</c:v>
                </c:pt>
                <c:pt idx="597">
                  <c:v>43263</c:v>
                </c:pt>
                <c:pt idx="598">
                  <c:v>43265</c:v>
                </c:pt>
                <c:pt idx="599">
                  <c:v>43266</c:v>
                </c:pt>
                <c:pt idx="600">
                  <c:v>43269</c:v>
                </c:pt>
                <c:pt idx="601">
                  <c:v>43270</c:v>
                </c:pt>
                <c:pt idx="602">
                  <c:v>43271</c:v>
                </c:pt>
                <c:pt idx="603">
                  <c:v>43272</c:v>
                </c:pt>
                <c:pt idx="604">
                  <c:v>43273</c:v>
                </c:pt>
                <c:pt idx="605">
                  <c:v>43276</c:v>
                </c:pt>
                <c:pt idx="606">
                  <c:v>43277</c:v>
                </c:pt>
                <c:pt idx="607">
                  <c:v>43278</c:v>
                </c:pt>
                <c:pt idx="608">
                  <c:v>43279</c:v>
                </c:pt>
                <c:pt idx="609">
                  <c:v>43280</c:v>
                </c:pt>
                <c:pt idx="610">
                  <c:v>43283</c:v>
                </c:pt>
                <c:pt idx="611">
                  <c:v>43284</c:v>
                </c:pt>
                <c:pt idx="612">
                  <c:v>43285</c:v>
                </c:pt>
                <c:pt idx="613">
                  <c:v>43286</c:v>
                </c:pt>
                <c:pt idx="614">
                  <c:v>43287</c:v>
                </c:pt>
                <c:pt idx="615">
                  <c:v>43290</c:v>
                </c:pt>
                <c:pt idx="616">
                  <c:v>43291</c:v>
                </c:pt>
                <c:pt idx="617">
                  <c:v>43292</c:v>
                </c:pt>
                <c:pt idx="618">
                  <c:v>43293</c:v>
                </c:pt>
                <c:pt idx="619">
                  <c:v>43294</c:v>
                </c:pt>
                <c:pt idx="620">
                  <c:v>43297</c:v>
                </c:pt>
                <c:pt idx="621">
                  <c:v>43298</c:v>
                </c:pt>
                <c:pt idx="622">
                  <c:v>43299</c:v>
                </c:pt>
                <c:pt idx="623">
                  <c:v>43300</c:v>
                </c:pt>
                <c:pt idx="624">
                  <c:v>43301</c:v>
                </c:pt>
                <c:pt idx="625">
                  <c:v>43304</c:v>
                </c:pt>
                <c:pt idx="626">
                  <c:v>43305</c:v>
                </c:pt>
                <c:pt idx="627">
                  <c:v>43306</c:v>
                </c:pt>
                <c:pt idx="628">
                  <c:v>43307</c:v>
                </c:pt>
                <c:pt idx="629">
                  <c:v>43308</c:v>
                </c:pt>
                <c:pt idx="630">
                  <c:v>43311</c:v>
                </c:pt>
                <c:pt idx="631">
                  <c:v>43312</c:v>
                </c:pt>
                <c:pt idx="632">
                  <c:v>43313</c:v>
                </c:pt>
                <c:pt idx="633">
                  <c:v>43314</c:v>
                </c:pt>
                <c:pt idx="634">
                  <c:v>43315</c:v>
                </c:pt>
                <c:pt idx="635">
                  <c:v>43318</c:v>
                </c:pt>
                <c:pt idx="636">
                  <c:v>43319</c:v>
                </c:pt>
                <c:pt idx="637">
                  <c:v>43320</c:v>
                </c:pt>
                <c:pt idx="638">
                  <c:v>43321</c:v>
                </c:pt>
                <c:pt idx="639">
                  <c:v>43322</c:v>
                </c:pt>
                <c:pt idx="640">
                  <c:v>43325</c:v>
                </c:pt>
                <c:pt idx="641">
                  <c:v>43326</c:v>
                </c:pt>
                <c:pt idx="642">
                  <c:v>43328</c:v>
                </c:pt>
                <c:pt idx="643">
                  <c:v>43329</c:v>
                </c:pt>
                <c:pt idx="644">
                  <c:v>43332</c:v>
                </c:pt>
                <c:pt idx="645">
                  <c:v>43333</c:v>
                </c:pt>
                <c:pt idx="646">
                  <c:v>43334</c:v>
                </c:pt>
                <c:pt idx="647">
                  <c:v>43335</c:v>
                </c:pt>
                <c:pt idx="648">
                  <c:v>43336</c:v>
                </c:pt>
                <c:pt idx="649">
                  <c:v>43339</c:v>
                </c:pt>
                <c:pt idx="650">
                  <c:v>43340</c:v>
                </c:pt>
                <c:pt idx="651">
                  <c:v>43341</c:v>
                </c:pt>
                <c:pt idx="652">
                  <c:v>43342</c:v>
                </c:pt>
                <c:pt idx="653">
                  <c:v>43343</c:v>
                </c:pt>
                <c:pt idx="654">
                  <c:v>43346</c:v>
                </c:pt>
                <c:pt idx="655">
                  <c:v>43347</c:v>
                </c:pt>
                <c:pt idx="656">
                  <c:v>43348</c:v>
                </c:pt>
                <c:pt idx="657">
                  <c:v>43349</c:v>
                </c:pt>
                <c:pt idx="658">
                  <c:v>43350</c:v>
                </c:pt>
                <c:pt idx="659">
                  <c:v>43353</c:v>
                </c:pt>
                <c:pt idx="660">
                  <c:v>43354</c:v>
                </c:pt>
                <c:pt idx="661">
                  <c:v>43355</c:v>
                </c:pt>
                <c:pt idx="662">
                  <c:v>43356</c:v>
                </c:pt>
                <c:pt idx="663">
                  <c:v>43357</c:v>
                </c:pt>
                <c:pt idx="664">
                  <c:v>43360</c:v>
                </c:pt>
                <c:pt idx="665">
                  <c:v>43361</c:v>
                </c:pt>
                <c:pt idx="666">
                  <c:v>43362</c:v>
                </c:pt>
                <c:pt idx="667">
                  <c:v>43363</c:v>
                </c:pt>
                <c:pt idx="668">
                  <c:v>43364</c:v>
                </c:pt>
                <c:pt idx="669">
                  <c:v>43370</c:v>
                </c:pt>
                <c:pt idx="670">
                  <c:v>43371</c:v>
                </c:pt>
                <c:pt idx="671">
                  <c:v>43374</c:v>
                </c:pt>
                <c:pt idx="672">
                  <c:v>43375</c:v>
                </c:pt>
                <c:pt idx="673">
                  <c:v>43377</c:v>
                </c:pt>
                <c:pt idx="674">
                  <c:v>43378</c:v>
                </c:pt>
                <c:pt idx="675">
                  <c:v>43381</c:v>
                </c:pt>
                <c:pt idx="676">
                  <c:v>43383</c:v>
                </c:pt>
                <c:pt idx="677">
                  <c:v>43384</c:v>
                </c:pt>
                <c:pt idx="678">
                  <c:v>43385</c:v>
                </c:pt>
                <c:pt idx="679">
                  <c:v>43388</c:v>
                </c:pt>
                <c:pt idx="680">
                  <c:v>43389</c:v>
                </c:pt>
                <c:pt idx="681">
                  <c:v>43390</c:v>
                </c:pt>
                <c:pt idx="682">
                  <c:v>43391</c:v>
                </c:pt>
                <c:pt idx="683">
                  <c:v>43392</c:v>
                </c:pt>
                <c:pt idx="684">
                  <c:v>43395</c:v>
                </c:pt>
                <c:pt idx="685">
                  <c:v>43396</c:v>
                </c:pt>
                <c:pt idx="686">
                  <c:v>43397</c:v>
                </c:pt>
                <c:pt idx="687">
                  <c:v>43398</c:v>
                </c:pt>
                <c:pt idx="688">
                  <c:v>43399</c:v>
                </c:pt>
                <c:pt idx="689">
                  <c:v>43402</c:v>
                </c:pt>
                <c:pt idx="690">
                  <c:v>43403</c:v>
                </c:pt>
                <c:pt idx="691">
                  <c:v>43404</c:v>
                </c:pt>
                <c:pt idx="692">
                  <c:v>43405</c:v>
                </c:pt>
                <c:pt idx="693">
                  <c:v>43406</c:v>
                </c:pt>
                <c:pt idx="694">
                  <c:v>43409</c:v>
                </c:pt>
                <c:pt idx="695">
                  <c:v>43410</c:v>
                </c:pt>
                <c:pt idx="696">
                  <c:v>43411</c:v>
                </c:pt>
                <c:pt idx="697">
                  <c:v>43412</c:v>
                </c:pt>
                <c:pt idx="698">
                  <c:v>43413</c:v>
                </c:pt>
                <c:pt idx="699">
                  <c:v>43416</c:v>
                </c:pt>
                <c:pt idx="700">
                  <c:v>43417</c:v>
                </c:pt>
                <c:pt idx="701">
                  <c:v>43418</c:v>
                </c:pt>
                <c:pt idx="702">
                  <c:v>43419</c:v>
                </c:pt>
                <c:pt idx="703">
                  <c:v>43420</c:v>
                </c:pt>
                <c:pt idx="704">
                  <c:v>43423</c:v>
                </c:pt>
                <c:pt idx="705">
                  <c:v>43424</c:v>
                </c:pt>
                <c:pt idx="706">
                  <c:v>43425</c:v>
                </c:pt>
                <c:pt idx="707">
                  <c:v>43426</c:v>
                </c:pt>
                <c:pt idx="708">
                  <c:v>43427</c:v>
                </c:pt>
                <c:pt idx="709">
                  <c:v>43430</c:v>
                </c:pt>
                <c:pt idx="710">
                  <c:v>43431</c:v>
                </c:pt>
                <c:pt idx="711">
                  <c:v>43432</c:v>
                </c:pt>
                <c:pt idx="712">
                  <c:v>43433</c:v>
                </c:pt>
                <c:pt idx="713">
                  <c:v>43434</c:v>
                </c:pt>
                <c:pt idx="714">
                  <c:v>43437</c:v>
                </c:pt>
                <c:pt idx="715">
                  <c:v>43438</c:v>
                </c:pt>
                <c:pt idx="716">
                  <c:v>43439</c:v>
                </c:pt>
                <c:pt idx="717">
                  <c:v>43440</c:v>
                </c:pt>
                <c:pt idx="718">
                  <c:v>43441</c:v>
                </c:pt>
                <c:pt idx="719">
                  <c:v>43444</c:v>
                </c:pt>
                <c:pt idx="720">
                  <c:v>43445</c:v>
                </c:pt>
                <c:pt idx="721">
                  <c:v>43446</c:v>
                </c:pt>
                <c:pt idx="722">
                  <c:v>43447</c:v>
                </c:pt>
                <c:pt idx="723">
                  <c:v>43448</c:v>
                </c:pt>
                <c:pt idx="724">
                  <c:v>43451</c:v>
                </c:pt>
                <c:pt idx="725">
                  <c:v>43452</c:v>
                </c:pt>
                <c:pt idx="726">
                  <c:v>43453</c:v>
                </c:pt>
                <c:pt idx="727">
                  <c:v>43454</c:v>
                </c:pt>
                <c:pt idx="728">
                  <c:v>43455</c:v>
                </c:pt>
                <c:pt idx="729">
                  <c:v>43458</c:v>
                </c:pt>
                <c:pt idx="730">
                  <c:v>43460</c:v>
                </c:pt>
                <c:pt idx="731">
                  <c:v>43461</c:v>
                </c:pt>
                <c:pt idx="732">
                  <c:v>43462</c:v>
                </c:pt>
                <c:pt idx="733">
                  <c:v>43467</c:v>
                </c:pt>
                <c:pt idx="734">
                  <c:v>43468</c:v>
                </c:pt>
                <c:pt idx="735">
                  <c:v>43469</c:v>
                </c:pt>
                <c:pt idx="736">
                  <c:v>43472</c:v>
                </c:pt>
                <c:pt idx="737">
                  <c:v>43473</c:v>
                </c:pt>
                <c:pt idx="738">
                  <c:v>43474</c:v>
                </c:pt>
                <c:pt idx="739">
                  <c:v>43475</c:v>
                </c:pt>
                <c:pt idx="740">
                  <c:v>43476</c:v>
                </c:pt>
                <c:pt idx="741">
                  <c:v>43479</c:v>
                </c:pt>
                <c:pt idx="742">
                  <c:v>43480</c:v>
                </c:pt>
                <c:pt idx="743">
                  <c:v>43481</c:v>
                </c:pt>
                <c:pt idx="744">
                  <c:v>43482</c:v>
                </c:pt>
                <c:pt idx="745">
                  <c:v>43483</c:v>
                </c:pt>
                <c:pt idx="746">
                  <c:v>43486</c:v>
                </c:pt>
                <c:pt idx="747">
                  <c:v>43487</c:v>
                </c:pt>
                <c:pt idx="748">
                  <c:v>43488</c:v>
                </c:pt>
                <c:pt idx="749">
                  <c:v>43489</c:v>
                </c:pt>
                <c:pt idx="750">
                  <c:v>43490</c:v>
                </c:pt>
                <c:pt idx="751">
                  <c:v>43493</c:v>
                </c:pt>
                <c:pt idx="752">
                  <c:v>43494</c:v>
                </c:pt>
                <c:pt idx="753">
                  <c:v>43495</c:v>
                </c:pt>
                <c:pt idx="754">
                  <c:v>43496</c:v>
                </c:pt>
                <c:pt idx="755">
                  <c:v>43497</c:v>
                </c:pt>
                <c:pt idx="756">
                  <c:v>43503</c:v>
                </c:pt>
                <c:pt idx="757">
                  <c:v>43504</c:v>
                </c:pt>
                <c:pt idx="758">
                  <c:v>43507</c:v>
                </c:pt>
                <c:pt idx="759">
                  <c:v>43508</c:v>
                </c:pt>
                <c:pt idx="760">
                  <c:v>43509</c:v>
                </c:pt>
                <c:pt idx="761">
                  <c:v>43510</c:v>
                </c:pt>
                <c:pt idx="762">
                  <c:v>43511</c:v>
                </c:pt>
                <c:pt idx="763">
                  <c:v>43514</c:v>
                </c:pt>
                <c:pt idx="764">
                  <c:v>43515</c:v>
                </c:pt>
                <c:pt idx="765">
                  <c:v>43516</c:v>
                </c:pt>
                <c:pt idx="766">
                  <c:v>43517</c:v>
                </c:pt>
                <c:pt idx="767">
                  <c:v>43518</c:v>
                </c:pt>
                <c:pt idx="768">
                  <c:v>43521</c:v>
                </c:pt>
                <c:pt idx="769">
                  <c:v>43522</c:v>
                </c:pt>
                <c:pt idx="770">
                  <c:v>43523</c:v>
                </c:pt>
                <c:pt idx="771">
                  <c:v>43524</c:v>
                </c:pt>
                <c:pt idx="772">
                  <c:v>43528</c:v>
                </c:pt>
                <c:pt idx="773">
                  <c:v>43529</c:v>
                </c:pt>
                <c:pt idx="774">
                  <c:v>43530</c:v>
                </c:pt>
                <c:pt idx="775">
                  <c:v>43531</c:v>
                </c:pt>
                <c:pt idx="776">
                  <c:v>43532</c:v>
                </c:pt>
                <c:pt idx="777">
                  <c:v>43535</c:v>
                </c:pt>
                <c:pt idx="778">
                  <c:v>43536</c:v>
                </c:pt>
                <c:pt idx="779">
                  <c:v>43537</c:v>
                </c:pt>
                <c:pt idx="780">
                  <c:v>43538</c:v>
                </c:pt>
                <c:pt idx="781">
                  <c:v>43539</c:v>
                </c:pt>
                <c:pt idx="782">
                  <c:v>43542</c:v>
                </c:pt>
                <c:pt idx="783">
                  <c:v>43543</c:v>
                </c:pt>
                <c:pt idx="784">
                  <c:v>43544</c:v>
                </c:pt>
                <c:pt idx="785">
                  <c:v>43545</c:v>
                </c:pt>
                <c:pt idx="786">
                  <c:v>43546</c:v>
                </c:pt>
                <c:pt idx="787">
                  <c:v>43549</c:v>
                </c:pt>
                <c:pt idx="788">
                  <c:v>43550</c:v>
                </c:pt>
                <c:pt idx="789">
                  <c:v>43551</c:v>
                </c:pt>
                <c:pt idx="790">
                  <c:v>43552</c:v>
                </c:pt>
                <c:pt idx="791">
                  <c:v>43553</c:v>
                </c:pt>
                <c:pt idx="792">
                  <c:v>43556</c:v>
                </c:pt>
                <c:pt idx="793">
                  <c:v>43557</c:v>
                </c:pt>
                <c:pt idx="794">
                  <c:v>43558</c:v>
                </c:pt>
                <c:pt idx="795">
                  <c:v>43559</c:v>
                </c:pt>
                <c:pt idx="796">
                  <c:v>43560</c:v>
                </c:pt>
                <c:pt idx="797">
                  <c:v>43563</c:v>
                </c:pt>
                <c:pt idx="798">
                  <c:v>43564</c:v>
                </c:pt>
                <c:pt idx="799">
                  <c:v>43565</c:v>
                </c:pt>
                <c:pt idx="800">
                  <c:v>43566</c:v>
                </c:pt>
                <c:pt idx="801">
                  <c:v>43567</c:v>
                </c:pt>
                <c:pt idx="802">
                  <c:v>43570</c:v>
                </c:pt>
                <c:pt idx="803">
                  <c:v>43571</c:v>
                </c:pt>
                <c:pt idx="804">
                  <c:v>43572</c:v>
                </c:pt>
                <c:pt idx="805">
                  <c:v>43573</c:v>
                </c:pt>
                <c:pt idx="806">
                  <c:v>43574</c:v>
                </c:pt>
                <c:pt idx="807">
                  <c:v>43577</c:v>
                </c:pt>
                <c:pt idx="808">
                  <c:v>43578</c:v>
                </c:pt>
                <c:pt idx="809">
                  <c:v>43579</c:v>
                </c:pt>
                <c:pt idx="810">
                  <c:v>43580</c:v>
                </c:pt>
                <c:pt idx="811">
                  <c:v>43581</c:v>
                </c:pt>
                <c:pt idx="812">
                  <c:v>43584</c:v>
                </c:pt>
                <c:pt idx="813">
                  <c:v>43585</c:v>
                </c:pt>
                <c:pt idx="814">
                  <c:v>43587</c:v>
                </c:pt>
                <c:pt idx="815">
                  <c:v>43588</c:v>
                </c:pt>
                <c:pt idx="816">
                  <c:v>43592</c:v>
                </c:pt>
                <c:pt idx="817">
                  <c:v>43593</c:v>
                </c:pt>
                <c:pt idx="818">
                  <c:v>43594</c:v>
                </c:pt>
                <c:pt idx="819">
                  <c:v>43595</c:v>
                </c:pt>
                <c:pt idx="820">
                  <c:v>43598</c:v>
                </c:pt>
                <c:pt idx="821">
                  <c:v>43599</c:v>
                </c:pt>
                <c:pt idx="822">
                  <c:v>43600</c:v>
                </c:pt>
                <c:pt idx="823">
                  <c:v>43601</c:v>
                </c:pt>
                <c:pt idx="824">
                  <c:v>43602</c:v>
                </c:pt>
                <c:pt idx="825">
                  <c:v>43605</c:v>
                </c:pt>
                <c:pt idx="826">
                  <c:v>43606</c:v>
                </c:pt>
                <c:pt idx="827">
                  <c:v>43607</c:v>
                </c:pt>
                <c:pt idx="828">
                  <c:v>43608</c:v>
                </c:pt>
                <c:pt idx="829">
                  <c:v>43609</c:v>
                </c:pt>
                <c:pt idx="830">
                  <c:v>43612</c:v>
                </c:pt>
                <c:pt idx="831">
                  <c:v>43613</c:v>
                </c:pt>
                <c:pt idx="832">
                  <c:v>43614</c:v>
                </c:pt>
                <c:pt idx="833">
                  <c:v>43615</c:v>
                </c:pt>
                <c:pt idx="834">
                  <c:v>43616</c:v>
                </c:pt>
                <c:pt idx="835">
                  <c:v>43619</c:v>
                </c:pt>
                <c:pt idx="836">
                  <c:v>43620</c:v>
                </c:pt>
                <c:pt idx="837">
                  <c:v>43621</c:v>
                </c:pt>
                <c:pt idx="838">
                  <c:v>43623</c:v>
                </c:pt>
                <c:pt idx="839">
                  <c:v>43626</c:v>
                </c:pt>
                <c:pt idx="840">
                  <c:v>43627</c:v>
                </c:pt>
                <c:pt idx="841">
                  <c:v>43628</c:v>
                </c:pt>
                <c:pt idx="842">
                  <c:v>43629</c:v>
                </c:pt>
                <c:pt idx="843">
                  <c:v>43630</c:v>
                </c:pt>
                <c:pt idx="844">
                  <c:v>43633</c:v>
                </c:pt>
                <c:pt idx="845">
                  <c:v>43634</c:v>
                </c:pt>
                <c:pt idx="846">
                  <c:v>43635</c:v>
                </c:pt>
                <c:pt idx="847">
                  <c:v>43636</c:v>
                </c:pt>
                <c:pt idx="848">
                  <c:v>43637</c:v>
                </c:pt>
                <c:pt idx="849">
                  <c:v>43640</c:v>
                </c:pt>
                <c:pt idx="850">
                  <c:v>43641</c:v>
                </c:pt>
                <c:pt idx="851">
                  <c:v>43642</c:v>
                </c:pt>
                <c:pt idx="852">
                  <c:v>43643</c:v>
                </c:pt>
                <c:pt idx="853">
                  <c:v>43644</c:v>
                </c:pt>
                <c:pt idx="854">
                  <c:v>43647</c:v>
                </c:pt>
                <c:pt idx="855">
                  <c:v>43648</c:v>
                </c:pt>
                <c:pt idx="856">
                  <c:v>43649</c:v>
                </c:pt>
                <c:pt idx="857">
                  <c:v>43650</c:v>
                </c:pt>
                <c:pt idx="858">
                  <c:v>43651</c:v>
                </c:pt>
                <c:pt idx="859">
                  <c:v>43654</c:v>
                </c:pt>
                <c:pt idx="860">
                  <c:v>43655</c:v>
                </c:pt>
                <c:pt idx="861">
                  <c:v>43656</c:v>
                </c:pt>
                <c:pt idx="862">
                  <c:v>43657</c:v>
                </c:pt>
                <c:pt idx="863">
                  <c:v>43658</c:v>
                </c:pt>
                <c:pt idx="864">
                  <c:v>43661</c:v>
                </c:pt>
                <c:pt idx="865">
                  <c:v>43662</c:v>
                </c:pt>
                <c:pt idx="866">
                  <c:v>43663</c:v>
                </c:pt>
                <c:pt idx="867">
                  <c:v>43664</c:v>
                </c:pt>
                <c:pt idx="868">
                  <c:v>43665</c:v>
                </c:pt>
                <c:pt idx="869">
                  <c:v>43668</c:v>
                </c:pt>
                <c:pt idx="870">
                  <c:v>43669</c:v>
                </c:pt>
                <c:pt idx="871">
                  <c:v>43670</c:v>
                </c:pt>
                <c:pt idx="872">
                  <c:v>43671</c:v>
                </c:pt>
                <c:pt idx="873">
                  <c:v>43672</c:v>
                </c:pt>
                <c:pt idx="874">
                  <c:v>43675</c:v>
                </c:pt>
                <c:pt idx="875">
                  <c:v>43676</c:v>
                </c:pt>
                <c:pt idx="876">
                  <c:v>43677</c:v>
                </c:pt>
                <c:pt idx="877">
                  <c:v>43678</c:v>
                </c:pt>
                <c:pt idx="878">
                  <c:v>43679</c:v>
                </c:pt>
                <c:pt idx="879">
                  <c:v>43682</c:v>
                </c:pt>
                <c:pt idx="880">
                  <c:v>43683</c:v>
                </c:pt>
                <c:pt idx="881">
                  <c:v>43684</c:v>
                </c:pt>
                <c:pt idx="882">
                  <c:v>43685</c:v>
                </c:pt>
                <c:pt idx="883">
                  <c:v>43686</c:v>
                </c:pt>
                <c:pt idx="884">
                  <c:v>43689</c:v>
                </c:pt>
                <c:pt idx="885">
                  <c:v>43690</c:v>
                </c:pt>
                <c:pt idx="886">
                  <c:v>43691</c:v>
                </c:pt>
                <c:pt idx="887">
                  <c:v>43693</c:v>
                </c:pt>
                <c:pt idx="888">
                  <c:v>43696</c:v>
                </c:pt>
                <c:pt idx="889">
                  <c:v>43697</c:v>
                </c:pt>
                <c:pt idx="890">
                  <c:v>43698</c:v>
                </c:pt>
                <c:pt idx="891">
                  <c:v>43699</c:v>
                </c:pt>
                <c:pt idx="892">
                  <c:v>43700</c:v>
                </c:pt>
                <c:pt idx="893">
                  <c:v>43703</c:v>
                </c:pt>
                <c:pt idx="894">
                  <c:v>43704</c:v>
                </c:pt>
                <c:pt idx="895">
                  <c:v>43705</c:v>
                </c:pt>
                <c:pt idx="896">
                  <c:v>43706</c:v>
                </c:pt>
                <c:pt idx="897">
                  <c:v>43707</c:v>
                </c:pt>
                <c:pt idx="898">
                  <c:v>43710</c:v>
                </c:pt>
                <c:pt idx="899">
                  <c:v>43711</c:v>
                </c:pt>
                <c:pt idx="900">
                  <c:v>43712</c:v>
                </c:pt>
                <c:pt idx="901">
                  <c:v>43713</c:v>
                </c:pt>
                <c:pt idx="902">
                  <c:v>43714</c:v>
                </c:pt>
                <c:pt idx="903">
                  <c:v>43717</c:v>
                </c:pt>
                <c:pt idx="904">
                  <c:v>43718</c:v>
                </c:pt>
                <c:pt idx="905">
                  <c:v>43719</c:v>
                </c:pt>
                <c:pt idx="906">
                  <c:v>43724</c:v>
                </c:pt>
                <c:pt idx="907">
                  <c:v>43725</c:v>
                </c:pt>
                <c:pt idx="908">
                  <c:v>43726</c:v>
                </c:pt>
                <c:pt idx="909">
                  <c:v>43727</c:v>
                </c:pt>
                <c:pt idx="910">
                  <c:v>43728</c:v>
                </c:pt>
                <c:pt idx="911">
                  <c:v>43731</c:v>
                </c:pt>
                <c:pt idx="912">
                  <c:v>43732</c:v>
                </c:pt>
                <c:pt idx="913">
                  <c:v>43733</c:v>
                </c:pt>
                <c:pt idx="914">
                  <c:v>43734</c:v>
                </c:pt>
                <c:pt idx="915">
                  <c:v>43735</c:v>
                </c:pt>
                <c:pt idx="916">
                  <c:v>43738</c:v>
                </c:pt>
                <c:pt idx="917">
                  <c:v>43739</c:v>
                </c:pt>
                <c:pt idx="918">
                  <c:v>43740</c:v>
                </c:pt>
                <c:pt idx="919">
                  <c:v>43742</c:v>
                </c:pt>
                <c:pt idx="920">
                  <c:v>43745</c:v>
                </c:pt>
                <c:pt idx="921">
                  <c:v>43746</c:v>
                </c:pt>
                <c:pt idx="922">
                  <c:v>43748</c:v>
                </c:pt>
                <c:pt idx="923">
                  <c:v>43749</c:v>
                </c:pt>
                <c:pt idx="924">
                  <c:v>43752</c:v>
                </c:pt>
                <c:pt idx="925">
                  <c:v>43753</c:v>
                </c:pt>
                <c:pt idx="926">
                  <c:v>43754</c:v>
                </c:pt>
                <c:pt idx="927">
                  <c:v>43755</c:v>
                </c:pt>
                <c:pt idx="928">
                  <c:v>43756</c:v>
                </c:pt>
                <c:pt idx="929">
                  <c:v>43759</c:v>
                </c:pt>
                <c:pt idx="930">
                  <c:v>43760</c:v>
                </c:pt>
                <c:pt idx="931">
                  <c:v>43761</c:v>
                </c:pt>
                <c:pt idx="932">
                  <c:v>43762</c:v>
                </c:pt>
                <c:pt idx="933">
                  <c:v>43763</c:v>
                </c:pt>
                <c:pt idx="934">
                  <c:v>43766</c:v>
                </c:pt>
                <c:pt idx="935">
                  <c:v>43767</c:v>
                </c:pt>
                <c:pt idx="936">
                  <c:v>43768</c:v>
                </c:pt>
                <c:pt idx="937">
                  <c:v>43769</c:v>
                </c:pt>
                <c:pt idx="938">
                  <c:v>43770</c:v>
                </c:pt>
                <c:pt idx="939">
                  <c:v>43773</c:v>
                </c:pt>
                <c:pt idx="940">
                  <c:v>43774</c:v>
                </c:pt>
                <c:pt idx="941">
                  <c:v>43775</c:v>
                </c:pt>
                <c:pt idx="942">
                  <c:v>43776</c:v>
                </c:pt>
                <c:pt idx="943">
                  <c:v>43777</c:v>
                </c:pt>
                <c:pt idx="944">
                  <c:v>43780</c:v>
                </c:pt>
                <c:pt idx="945">
                  <c:v>43781</c:v>
                </c:pt>
                <c:pt idx="946">
                  <c:v>43782</c:v>
                </c:pt>
                <c:pt idx="947">
                  <c:v>43783</c:v>
                </c:pt>
                <c:pt idx="948">
                  <c:v>43784</c:v>
                </c:pt>
                <c:pt idx="949">
                  <c:v>43787</c:v>
                </c:pt>
                <c:pt idx="950">
                  <c:v>43788</c:v>
                </c:pt>
                <c:pt idx="951">
                  <c:v>43789</c:v>
                </c:pt>
                <c:pt idx="952">
                  <c:v>43790</c:v>
                </c:pt>
                <c:pt idx="953">
                  <c:v>43791</c:v>
                </c:pt>
                <c:pt idx="954">
                  <c:v>43794</c:v>
                </c:pt>
                <c:pt idx="955">
                  <c:v>43795</c:v>
                </c:pt>
                <c:pt idx="956">
                  <c:v>43796</c:v>
                </c:pt>
                <c:pt idx="957">
                  <c:v>43797</c:v>
                </c:pt>
                <c:pt idx="958">
                  <c:v>43798</c:v>
                </c:pt>
                <c:pt idx="959">
                  <c:v>43801</c:v>
                </c:pt>
                <c:pt idx="960">
                  <c:v>43802</c:v>
                </c:pt>
                <c:pt idx="961">
                  <c:v>43803</c:v>
                </c:pt>
                <c:pt idx="962">
                  <c:v>43804</c:v>
                </c:pt>
                <c:pt idx="963">
                  <c:v>43805</c:v>
                </c:pt>
                <c:pt idx="964">
                  <c:v>43808</c:v>
                </c:pt>
                <c:pt idx="965">
                  <c:v>43809</c:v>
                </c:pt>
                <c:pt idx="966">
                  <c:v>43810</c:v>
                </c:pt>
                <c:pt idx="967">
                  <c:v>43811</c:v>
                </c:pt>
                <c:pt idx="968">
                  <c:v>43812</c:v>
                </c:pt>
                <c:pt idx="969">
                  <c:v>43815</c:v>
                </c:pt>
                <c:pt idx="970">
                  <c:v>43816</c:v>
                </c:pt>
                <c:pt idx="971">
                  <c:v>43817</c:v>
                </c:pt>
                <c:pt idx="972">
                  <c:v>43818</c:v>
                </c:pt>
                <c:pt idx="973">
                  <c:v>43819</c:v>
                </c:pt>
                <c:pt idx="974">
                  <c:v>43822</c:v>
                </c:pt>
                <c:pt idx="975">
                  <c:v>43823</c:v>
                </c:pt>
                <c:pt idx="976">
                  <c:v>43825</c:v>
                </c:pt>
                <c:pt idx="977">
                  <c:v>43826</c:v>
                </c:pt>
                <c:pt idx="978">
                  <c:v>43829</c:v>
                </c:pt>
                <c:pt idx="979">
                  <c:v>43832</c:v>
                </c:pt>
                <c:pt idx="980">
                  <c:v>43833</c:v>
                </c:pt>
                <c:pt idx="981">
                  <c:v>43836</c:v>
                </c:pt>
                <c:pt idx="982">
                  <c:v>43837</c:v>
                </c:pt>
                <c:pt idx="983">
                  <c:v>43838</c:v>
                </c:pt>
                <c:pt idx="984">
                  <c:v>43839</c:v>
                </c:pt>
                <c:pt idx="985">
                  <c:v>43840</c:v>
                </c:pt>
                <c:pt idx="986">
                  <c:v>43843</c:v>
                </c:pt>
                <c:pt idx="987">
                  <c:v>43844</c:v>
                </c:pt>
                <c:pt idx="988">
                  <c:v>43845</c:v>
                </c:pt>
                <c:pt idx="989">
                  <c:v>43846</c:v>
                </c:pt>
                <c:pt idx="990">
                  <c:v>43847</c:v>
                </c:pt>
                <c:pt idx="991">
                  <c:v>43850</c:v>
                </c:pt>
                <c:pt idx="992">
                  <c:v>43851</c:v>
                </c:pt>
                <c:pt idx="993">
                  <c:v>43852</c:v>
                </c:pt>
                <c:pt idx="994">
                  <c:v>43853</c:v>
                </c:pt>
                <c:pt idx="995">
                  <c:v>43858</c:v>
                </c:pt>
                <c:pt idx="996">
                  <c:v>43859</c:v>
                </c:pt>
                <c:pt idx="997">
                  <c:v>43860</c:v>
                </c:pt>
                <c:pt idx="998">
                  <c:v>43861</c:v>
                </c:pt>
                <c:pt idx="999">
                  <c:v>43864</c:v>
                </c:pt>
                <c:pt idx="1000">
                  <c:v>43865</c:v>
                </c:pt>
                <c:pt idx="1001">
                  <c:v>43866</c:v>
                </c:pt>
                <c:pt idx="1002">
                  <c:v>43867</c:v>
                </c:pt>
                <c:pt idx="1003">
                  <c:v>43868</c:v>
                </c:pt>
                <c:pt idx="1004">
                  <c:v>43871</c:v>
                </c:pt>
                <c:pt idx="1005">
                  <c:v>43872</c:v>
                </c:pt>
                <c:pt idx="1006">
                  <c:v>43873</c:v>
                </c:pt>
                <c:pt idx="1007">
                  <c:v>43874</c:v>
                </c:pt>
                <c:pt idx="1008">
                  <c:v>43875</c:v>
                </c:pt>
                <c:pt idx="1009">
                  <c:v>43878</c:v>
                </c:pt>
                <c:pt idx="1010">
                  <c:v>43879</c:v>
                </c:pt>
                <c:pt idx="1011">
                  <c:v>43880</c:v>
                </c:pt>
                <c:pt idx="1012">
                  <c:v>43881</c:v>
                </c:pt>
                <c:pt idx="1013">
                  <c:v>43882</c:v>
                </c:pt>
                <c:pt idx="1014">
                  <c:v>43885</c:v>
                </c:pt>
                <c:pt idx="1015">
                  <c:v>43886</c:v>
                </c:pt>
                <c:pt idx="1016">
                  <c:v>43887</c:v>
                </c:pt>
                <c:pt idx="1017">
                  <c:v>43888</c:v>
                </c:pt>
                <c:pt idx="1018">
                  <c:v>43889</c:v>
                </c:pt>
                <c:pt idx="1019">
                  <c:v>43892</c:v>
                </c:pt>
                <c:pt idx="1020">
                  <c:v>43893</c:v>
                </c:pt>
                <c:pt idx="1021">
                  <c:v>43894</c:v>
                </c:pt>
                <c:pt idx="1022">
                  <c:v>43895</c:v>
                </c:pt>
                <c:pt idx="1023">
                  <c:v>43896</c:v>
                </c:pt>
                <c:pt idx="1024">
                  <c:v>43899</c:v>
                </c:pt>
                <c:pt idx="1025">
                  <c:v>43900</c:v>
                </c:pt>
                <c:pt idx="1026">
                  <c:v>43901</c:v>
                </c:pt>
                <c:pt idx="1027">
                  <c:v>43902</c:v>
                </c:pt>
                <c:pt idx="1028">
                  <c:v>43903</c:v>
                </c:pt>
                <c:pt idx="1029">
                  <c:v>43906</c:v>
                </c:pt>
                <c:pt idx="1030">
                  <c:v>43907</c:v>
                </c:pt>
                <c:pt idx="1031">
                  <c:v>43908</c:v>
                </c:pt>
                <c:pt idx="1032">
                  <c:v>43909</c:v>
                </c:pt>
                <c:pt idx="1033">
                  <c:v>43910</c:v>
                </c:pt>
                <c:pt idx="1034">
                  <c:v>43913</c:v>
                </c:pt>
                <c:pt idx="1035">
                  <c:v>43914</c:v>
                </c:pt>
                <c:pt idx="1036">
                  <c:v>43915</c:v>
                </c:pt>
                <c:pt idx="1037">
                  <c:v>43916</c:v>
                </c:pt>
                <c:pt idx="1038">
                  <c:v>43917</c:v>
                </c:pt>
                <c:pt idx="1039">
                  <c:v>43920</c:v>
                </c:pt>
                <c:pt idx="1040">
                  <c:v>43921</c:v>
                </c:pt>
                <c:pt idx="1041">
                  <c:v>43922</c:v>
                </c:pt>
                <c:pt idx="1042">
                  <c:v>43923</c:v>
                </c:pt>
                <c:pt idx="1043">
                  <c:v>43924</c:v>
                </c:pt>
                <c:pt idx="1044">
                  <c:v>43927</c:v>
                </c:pt>
                <c:pt idx="1045">
                  <c:v>43928</c:v>
                </c:pt>
                <c:pt idx="1046">
                  <c:v>43929</c:v>
                </c:pt>
                <c:pt idx="1047">
                  <c:v>43930</c:v>
                </c:pt>
                <c:pt idx="1048">
                  <c:v>43931</c:v>
                </c:pt>
                <c:pt idx="1049">
                  <c:v>43934</c:v>
                </c:pt>
                <c:pt idx="1050">
                  <c:v>43935</c:v>
                </c:pt>
                <c:pt idx="1051">
                  <c:v>43937</c:v>
                </c:pt>
                <c:pt idx="1052">
                  <c:v>43938</c:v>
                </c:pt>
                <c:pt idx="1053">
                  <c:v>43941</c:v>
                </c:pt>
                <c:pt idx="1054">
                  <c:v>43942</c:v>
                </c:pt>
                <c:pt idx="1055">
                  <c:v>43943</c:v>
                </c:pt>
                <c:pt idx="1056">
                  <c:v>43944</c:v>
                </c:pt>
                <c:pt idx="1057">
                  <c:v>43945</c:v>
                </c:pt>
                <c:pt idx="1058">
                  <c:v>43948</c:v>
                </c:pt>
                <c:pt idx="1059">
                  <c:v>43949</c:v>
                </c:pt>
                <c:pt idx="1060">
                  <c:v>43950</c:v>
                </c:pt>
                <c:pt idx="1061">
                  <c:v>43955</c:v>
                </c:pt>
                <c:pt idx="1062">
                  <c:v>43957</c:v>
                </c:pt>
                <c:pt idx="1063">
                  <c:v>43958</c:v>
                </c:pt>
                <c:pt idx="1064">
                  <c:v>43959</c:v>
                </c:pt>
                <c:pt idx="1065">
                  <c:v>43962</c:v>
                </c:pt>
                <c:pt idx="1066">
                  <c:v>43963</c:v>
                </c:pt>
                <c:pt idx="1067">
                  <c:v>43964</c:v>
                </c:pt>
                <c:pt idx="1068">
                  <c:v>43965</c:v>
                </c:pt>
                <c:pt idx="1069">
                  <c:v>43966</c:v>
                </c:pt>
                <c:pt idx="1070">
                  <c:v>43969</c:v>
                </c:pt>
                <c:pt idx="1071">
                  <c:v>43970</c:v>
                </c:pt>
                <c:pt idx="1072">
                  <c:v>43971</c:v>
                </c:pt>
                <c:pt idx="1073">
                  <c:v>43972</c:v>
                </c:pt>
                <c:pt idx="1074">
                  <c:v>43973</c:v>
                </c:pt>
                <c:pt idx="1075">
                  <c:v>43976</c:v>
                </c:pt>
                <c:pt idx="1076">
                  <c:v>43977</c:v>
                </c:pt>
                <c:pt idx="1077">
                  <c:v>43978</c:v>
                </c:pt>
                <c:pt idx="1078">
                  <c:v>43979</c:v>
                </c:pt>
                <c:pt idx="1079">
                  <c:v>43980</c:v>
                </c:pt>
                <c:pt idx="1080">
                  <c:v>43983</c:v>
                </c:pt>
                <c:pt idx="1081">
                  <c:v>43984</c:v>
                </c:pt>
                <c:pt idx="1082">
                  <c:v>43985</c:v>
                </c:pt>
                <c:pt idx="1083">
                  <c:v>43986</c:v>
                </c:pt>
                <c:pt idx="1084">
                  <c:v>43987</c:v>
                </c:pt>
                <c:pt idx="1085">
                  <c:v>43990</c:v>
                </c:pt>
                <c:pt idx="1086">
                  <c:v>43991</c:v>
                </c:pt>
                <c:pt idx="1087">
                  <c:v>43992</c:v>
                </c:pt>
                <c:pt idx="1088">
                  <c:v>43993</c:v>
                </c:pt>
                <c:pt idx="1089">
                  <c:v>43994</c:v>
                </c:pt>
                <c:pt idx="1090">
                  <c:v>43997</c:v>
                </c:pt>
                <c:pt idx="1091">
                  <c:v>43998</c:v>
                </c:pt>
                <c:pt idx="1092">
                  <c:v>43999</c:v>
                </c:pt>
                <c:pt idx="1093">
                  <c:v>44000</c:v>
                </c:pt>
                <c:pt idx="1094">
                  <c:v>44001</c:v>
                </c:pt>
                <c:pt idx="1095">
                  <c:v>44004</c:v>
                </c:pt>
                <c:pt idx="1096">
                  <c:v>44005</c:v>
                </c:pt>
                <c:pt idx="1097">
                  <c:v>44006</c:v>
                </c:pt>
                <c:pt idx="1098">
                  <c:v>44007</c:v>
                </c:pt>
                <c:pt idx="1099">
                  <c:v>44008</c:v>
                </c:pt>
                <c:pt idx="1100">
                  <c:v>44011</c:v>
                </c:pt>
                <c:pt idx="1101">
                  <c:v>44012</c:v>
                </c:pt>
                <c:pt idx="1102">
                  <c:v>44013</c:v>
                </c:pt>
                <c:pt idx="1103">
                  <c:v>44014</c:v>
                </c:pt>
                <c:pt idx="1104">
                  <c:v>44015</c:v>
                </c:pt>
                <c:pt idx="1105">
                  <c:v>44018</c:v>
                </c:pt>
                <c:pt idx="1106">
                  <c:v>44019</c:v>
                </c:pt>
                <c:pt idx="1107">
                  <c:v>44020</c:v>
                </c:pt>
                <c:pt idx="1108">
                  <c:v>44021</c:v>
                </c:pt>
                <c:pt idx="1109">
                  <c:v>44022</c:v>
                </c:pt>
                <c:pt idx="1110">
                  <c:v>44025</c:v>
                </c:pt>
                <c:pt idx="1111">
                  <c:v>44026</c:v>
                </c:pt>
                <c:pt idx="1112">
                  <c:v>44027</c:v>
                </c:pt>
                <c:pt idx="1113">
                  <c:v>44028</c:v>
                </c:pt>
                <c:pt idx="1114">
                  <c:v>44029</c:v>
                </c:pt>
                <c:pt idx="1115">
                  <c:v>44032</c:v>
                </c:pt>
                <c:pt idx="1116">
                  <c:v>44033</c:v>
                </c:pt>
                <c:pt idx="1117">
                  <c:v>44034</c:v>
                </c:pt>
                <c:pt idx="1118">
                  <c:v>44035</c:v>
                </c:pt>
                <c:pt idx="1119">
                  <c:v>44036</c:v>
                </c:pt>
                <c:pt idx="1120">
                  <c:v>44039</c:v>
                </c:pt>
                <c:pt idx="1121">
                  <c:v>44040</c:v>
                </c:pt>
                <c:pt idx="1122">
                  <c:v>44041</c:v>
                </c:pt>
                <c:pt idx="1123">
                  <c:v>44042</c:v>
                </c:pt>
                <c:pt idx="1124">
                  <c:v>44043</c:v>
                </c:pt>
                <c:pt idx="1125">
                  <c:v>44046</c:v>
                </c:pt>
                <c:pt idx="1126">
                  <c:v>44047</c:v>
                </c:pt>
                <c:pt idx="1127">
                  <c:v>44048</c:v>
                </c:pt>
                <c:pt idx="1128">
                  <c:v>44049</c:v>
                </c:pt>
                <c:pt idx="1129">
                  <c:v>44050</c:v>
                </c:pt>
                <c:pt idx="1130">
                  <c:v>44053</c:v>
                </c:pt>
                <c:pt idx="1131">
                  <c:v>44054</c:v>
                </c:pt>
                <c:pt idx="1132">
                  <c:v>44055</c:v>
                </c:pt>
                <c:pt idx="1133">
                  <c:v>44056</c:v>
                </c:pt>
                <c:pt idx="1134">
                  <c:v>44057</c:v>
                </c:pt>
                <c:pt idx="1135">
                  <c:v>44061</c:v>
                </c:pt>
                <c:pt idx="1136">
                  <c:v>44062</c:v>
                </c:pt>
                <c:pt idx="1137">
                  <c:v>44063</c:v>
                </c:pt>
                <c:pt idx="1138">
                  <c:v>44064</c:v>
                </c:pt>
                <c:pt idx="1139">
                  <c:v>44067</c:v>
                </c:pt>
                <c:pt idx="1140">
                  <c:v>44068</c:v>
                </c:pt>
                <c:pt idx="1141">
                  <c:v>44069</c:v>
                </c:pt>
                <c:pt idx="1142">
                  <c:v>44070</c:v>
                </c:pt>
                <c:pt idx="1143">
                  <c:v>44071</c:v>
                </c:pt>
                <c:pt idx="1144">
                  <c:v>44074</c:v>
                </c:pt>
                <c:pt idx="1145">
                  <c:v>44075</c:v>
                </c:pt>
                <c:pt idx="1146">
                  <c:v>44076</c:v>
                </c:pt>
                <c:pt idx="1147">
                  <c:v>44077</c:v>
                </c:pt>
                <c:pt idx="1148">
                  <c:v>44078</c:v>
                </c:pt>
                <c:pt idx="1149">
                  <c:v>44081</c:v>
                </c:pt>
                <c:pt idx="1150">
                  <c:v>44082</c:v>
                </c:pt>
                <c:pt idx="1151">
                  <c:v>44083</c:v>
                </c:pt>
                <c:pt idx="1152">
                  <c:v>44084</c:v>
                </c:pt>
                <c:pt idx="1153">
                  <c:v>44085</c:v>
                </c:pt>
                <c:pt idx="1154">
                  <c:v>44088</c:v>
                </c:pt>
                <c:pt idx="1155">
                  <c:v>44089</c:v>
                </c:pt>
                <c:pt idx="1156">
                  <c:v>44090</c:v>
                </c:pt>
                <c:pt idx="1157">
                  <c:v>44091</c:v>
                </c:pt>
                <c:pt idx="1158">
                  <c:v>44092</c:v>
                </c:pt>
                <c:pt idx="1159">
                  <c:v>44095</c:v>
                </c:pt>
                <c:pt idx="1160">
                  <c:v>44096</c:v>
                </c:pt>
                <c:pt idx="1161">
                  <c:v>44097</c:v>
                </c:pt>
                <c:pt idx="1162">
                  <c:v>44098</c:v>
                </c:pt>
                <c:pt idx="1163">
                  <c:v>44099</c:v>
                </c:pt>
                <c:pt idx="1164">
                  <c:v>44102</c:v>
                </c:pt>
                <c:pt idx="1165">
                  <c:v>44103</c:v>
                </c:pt>
                <c:pt idx="1166">
                  <c:v>44109</c:v>
                </c:pt>
                <c:pt idx="1167">
                  <c:v>44110</c:v>
                </c:pt>
                <c:pt idx="1168">
                  <c:v>44111</c:v>
                </c:pt>
                <c:pt idx="1169">
                  <c:v>44112</c:v>
                </c:pt>
                <c:pt idx="1170">
                  <c:v>44116</c:v>
                </c:pt>
                <c:pt idx="1171">
                  <c:v>44117</c:v>
                </c:pt>
                <c:pt idx="1172">
                  <c:v>44118</c:v>
                </c:pt>
                <c:pt idx="1173">
                  <c:v>44119</c:v>
                </c:pt>
                <c:pt idx="1174">
                  <c:v>44120</c:v>
                </c:pt>
                <c:pt idx="1175">
                  <c:v>44123</c:v>
                </c:pt>
                <c:pt idx="1176">
                  <c:v>44124</c:v>
                </c:pt>
                <c:pt idx="1177">
                  <c:v>44125</c:v>
                </c:pt>
                <c:pt idx="1178">
                  <c:v>44126</c:v>
                </c:pt>
                <c:pt idx="1179">
                  <c:v>44127</c:v>
                </c:pt>
                <c:pt idx="1180">
                  <c:v>44130</c:v>
                </c:pt>
                <c:pt idx="1181">
                  <c:v>44131</c:v>
                </c:pt>
                <c:pt idx="1182">
                  <c:v>44132</c:v>
                </c:pt>
                <c:pt idx="1183">
                  <c:v>44133</c:v>
                </c:pt>
                <c:pt idx="1184">
                  <c:v>44134</c:v>
                </c:pt>
                <c:pt idx="1185">
                  <c:v>44137</c:v>
                </c:pt>
                <c:pt idx="1186">
                  <c:v>44138</c:v>
                </c:pt>
                <c:pt idx="1187">
                  <c:v>44139</c:v>
                </c:pt>
                <c:pt idx="1188">
                  <c:v>44140</c:v>
                </c:pt>
                <c:pt idx="1189">
                  <c:v>44141</c:v>
                </c:pt>
                <c:pt idx="1190">
                  <c:v>44144</c:v>
                </c:pt>
                <c:pt idx="1191">
                  <c:v>44145</c:v>
                </c:pt>
                <c:pt idx="1192">
                  <c:v>44146</c:v>
                </c:pt>
                <c:pt idx="1193">
                  <c:v>44147</c:v>
                </c:pt>
                <c:pt idx="1194">
                  <c:v>44148</c:v>
                </c:pt>
                <c:pt idx="1195">
                  <c:v>44151</c:v>
                </c:pt>
                <c:pt idx="1196">
                  <c:v>44152</c:v>
                </c:pt>
                <c:pt idx="1197">
                  <c:v>44153</c:v>
                </c:pt>
                <c:pt idx="1198">
                  <c:v>44154</c:v>
                </c:pt>
                <c:pt idx="1199">
                  <c:v>44155</c:v>
                </c:pt>
                <c:pt idx="1200">
                  <c:v>44158</c:v>
                </c:pt>
                <c:pt idx="1201">
                  <c:v>44159</c:v>
                </c:pt>
                <c:pt idx="1202">
                  <c:v>44160</c:v>
                </c:pt>
                <c:pt idx="1203">
                  <c:v>44161</c:v>
                </c:pt>
                <c:pt idx="1204">
                  <c:v>44162</c:v>
                </c:pt>
                <c:pt idx="1205">
                  <c:v>44165</c:v>
                </c:pt>
                <c:pt idx="1206">
                  <c:v>44166</c:v>
                </c:pt>
                <c:pt idx="1207">
                  <c:v>44167</c:v>
                </c:pt>
                <c:pt idx="1208">
                  <c:v>44168</c:v>
                </c:pt>
                <c:pt idx="1209">
                  <c:v>44169</c:v>
                </c:pt>
                <c:pt idx="1210">
                  <c:v>44172</c:v>
                </c:pt>
                <c:pt idx="1211">
                  <c:v>44173</c:v>
                </c:pt>
                <c:pt idx="1212">
                  <c:v>44174</c:v>
                </c:pt>
                <c:pt idx="1213">
                  <c:v>44175</c:v>
                </c:pt>
                <c:pt idx="1214">
                  <c:v>44176</c:v>
                </c:pt>
                <c:pt idx="1215">
                  <c:v>44179</c:v>
                </c:pt>
                <c:pt idx="1216">
                  <c:v>44180</c:v>
                </c:pt>
                <c:pt idx="1217">
                  <c:v>44181</c:v>
                </c:pt>
                <c:pt idx="1218">
                  <c:v>44182</c:v>
                </c:pt>
                <c:pt idx="1219">
                  <c:v>44183</c:v>
                </c:pt>
                <c:pt idx="1220">
                  <c:v>44186</c:v>
                </c:pt>
                <c:pt idx="1221">
                  <c:v>44187</c:v>
                </c:pt>
                <c:pt idx="1222">
                  <c:v>44188</c:v>
                </c:pt>
                <c:pt idx="1223">
                  <c:v>44189</c:v>
                </c:pt>
                <c:pt idx="1224">
                  <c:v>44193</c:v>
                </c:pt>
                <c:pt idx="1225">
                  <c:v>44194</c:v>
                </c:pt>
                <c:pt idx="1226">
                  <c:v>44195</c:v>
                </c:pt>
                <c:pt idx="1227">
                  <c:v>44200</c:v>
                </c:pt>
                <c:pt idx="1228">
                  <c:v>44201</c:v>
                </c:pt>
                <c:pt idx="1229">
                  <c:v>44202</c:v>
                </c:pt>
                <c:pt idx="1230">
                  <c:v>44203</c:v>
                </c:pt>
                <c:pt idx="1231">
                  <c:v>44204</c:v>
                </c:pt>
                <c:pt idx="1232">
                  <c:v>44207</c:v>
                </c:pt>
                <c:pt idx="1233">
                  <c:v>44208</c:v>
                </c:pt>
                <c:pt idx="1234">
                  <c:v>44209</c:v>
                </c:pt>
                <c:pt idx="1235">
                  <c:v>44210</c:v>
                </c:pt>
                <c:pt idx="1236">
                  <c:v>44211</c:v>
                </c:pt>
                <c:pt idx="1237">
                  <c:v>44214</c:v>
                </c:pt>
                <c:pt idx="1238">
                  <c:v>44215</c:v>
                </c:pt>
                <c:pt idx="1239">
                  <c:v>44216</c:v>
                </c:pt>
                <c:pt idx="1240">
                  <c:v>44217</c:v>
                </c:pt>
                <c:pt idx="1241">
                  <c:v>44218</c:v>
                </c:pt>
                <c:pt idx="1242">
                  <c:v>44221</c:v>
                </c:pt>
                <c:pt idx="1243">
                  <c:v>44222</c:v>
                </c:pt>
                <c:pt idx="1244">
                  <c:v>44223</c:v>
                </c:pt>
                <c:pt idx="1245">
                  <c:v>44224</c:v>
                </c:pt>
                <c:pt idx="1246">
                  <c:v>44225</c:v>
                </c:pt>
                <c:pt idx="1247">
                  <c:v>44228</c:v>
                </c:pt>
                <c:pt idx="1248">
                  <c:v>44229</c:v>
                </c:pt>
                <c:pt idx="1249">
                  <c:v>44230</c:v>
                </c:pt>
                <c:pt idx="1250">
                  <c:v>44231</c:v>
                </c:pt>
                <c:pt idx="1251">
                  <c:v>44232</c:v>
                </c:pt>
                <c:pt idx="1252">
                  <c:v>44235</c:v>
                </c:pt>
                <c:pt idx="1253">
                  <c:v>44236</c:v>
                </c:pt>
                <c:pt idx="1254">
                  <c:v>44237</c:v>
                </c:pt>
                <c:pt idx="1255">
                  <c:v>44242</c:v>
                </c:pt>
                <c:pt idx="1256">
                  <c:v>44243</c:v>
                </c:pt>
                <c:pt idx="1257">
                  <c:v>44244</c:v>
                </c:pt>
                <c:pt idx="1258">
                  <c:v>44245</c:v>
                </c:pt>
                <c:pt idx="1259">
                  <c:v>44246</c:v>
                </c:pt>
                <c:pt idx="1260">
                  <c:v>44249</c:v>
                </c:pt>
                <c:pt idx="1261">
                  <c:v>44250</c:v>
                </c:pt>
                <c:pt idx="1262">
                  <c:v>44251</c:v>
                </c:pt>
                <c:pt idx="1263">
                  <c:v>44252</c:v>
                </c:pt>
                <c:pt idx="1264">
                  <c:v>44253</c:v>
                </c:pt>
                <c:pt idx="1265">
                  <c:v>44257</c:v>
                </c:pt>
                <c:pt idx="1266">
                  <c:v>44258</c:v>
                </c:pt>
                <c:pt idx="1267">
                  <c:v>44259</c:v>
                </c:pt>
                <c:pt idx="1268">
                  <c:v>44260</c:v>
                </c:pt>
                <c:pt idx="1269">
                  <c:v>44263</c:v>
                </c:pt>
                <c:pt idx="1270">
                  <c:v>44264</c:v>
                </c:pt>
                <c:pt idx="1271">
                  <c:v>44265</c:v>
                </c:pt>
                <c:pt idx="1272">
                  <c:v>44266</c:v>
                </c:pt>
                <c:pt idx="1273">
                  <c:v>44267</c:v>
                </c:pt>
                <c:pt idx="1274">
                  <c:v>44270</c:v>
                </c:pt>
                <c:pt idx="1275">
                  <c:v>44271</c:v>
                </c:pt>
                <c:pt idx="1276">
                  <c:v>44272</c:v>
                </c:pt>
                <c:pt idx="1277">
                  <c:v>44273</c:v>
                </c:pt>
                <c:pt idx="1278">
                  <c:v>44274</c:v>
                </c:pt>
                <c:pt idx="1279">
                  <c:v>44277</c:v>
                </c:pt>
                <c:pt idx="1280">
                  <c:v>44278</c:v>
                </c:pt>
                <c:pt idx="1281">
                  <c:v>44279</c:v>
                </c:pt>
                <c:pt idx="1282">
                  <c:v>44280</c:v>
                </c:pt>
                <c:pt idx="1283">
                  <c:v>44281</c:v>
                </c:pt>
                <c:pt idx="1284">
                  <c:v>44284</c:v>
                </c:pt>
                <c:pt idx="1285">
                  <c:v>44285</c:v>
                </c:pt>
                <c:pt idx="1286">
                  <c:v>44286</c:v>
                </c:pt>
                <c:pt idx="1287">
                  <c:v>44287</c:v>
                </c:pt>
                <c:pt idx="1288">
                  <c:v>44288</c:v>
                </c:pt>
                <c:pt idx="1289">
                  <c:v>44291</c:v>
                </c:pt>
                <c:pt idx="1290">
                  <c:v>44292</c:v>
                </c:pt>
                <c:pt idx="1291">
                  <c:v>44293</c:v>
                </c:pt>
                <c:pt idx="1292">
                  <c:v>44294</c:v>
                </c:pt>
                <c:pt idx="1293">
                  <c:v>44295</c:v>
                </c:pt>
                <c:pt idx="1294">
                  <c:v>44298</c:v>
                </c:pt>
                <c:pt idx="1295">
                  <c:v>44299</c:v>
                </c:pt>
                <c:pt idx="1296">
                  <c:v>44300</c:v>
                </c:pt>
                <c:pt idx="1297">
                  <c:v>44301</c:v>
                </c:pt>
                <c:pt idx="1298">
                  <c:v>44302</c:v>
                </c:pt>
                <c:pt idx="1299">
                  <c:v>44305</c:v>
                </c:pt>
                <c:pt idx="1300">
                  <c:v>44306</c:v>
                </c:pt>
                <c:pt idx="1301">
                  <c:v>44307</c:v>
                </c:pt>
                <c:pt idx="1302">
                  <c:v>44308</c:v>
                </c:pt>
                <c:pt idx="1303">
                  <c:v>44309</c:v>
                </c:pt>
                <c:pt idx="1304">
                  <c:v>44312</c:v>
                </c:pt>
                <c:pt idx="1305">
                  <c:v>44313</c:v>
                </c:pt>
                <c:pt idx="1306">
                  <c:v>44314</c:v>
                </c:pt>
                <c:pt idx="1307">
                  <c:v>44315</c:v>
                </c:pt>
                <c:pt idx="1308">
                  <c:v>44316</c:v>
                </c:pt>
                <c:pt idx="1309">
                  <c:v>44319</c:v>
                </c:pt>
                <c:pt idx="1310">
                  <c:v>44320</c:v>
                </c:pt>
                <c:pt idx="1311">
                  <c:v>44322</c:v>
                </c:pt>
                <c:pt idx="1312">
                  <c:v>44323</c:v>
                </c:pt>
                <c:pt idx="1313">
                  <c:v>44326</c:v>
                </c:pt>
                <c:pt idx="1314">
                  <c:v>44327</c:v>
                </c:pt>
                <c:pt idx="1315">
                  <c:v>44328</c:v>
                </c:pt>
                <c:pt idx="1316">
                  <c:v>44329</c:v>
                </c:pt>
                <c:pt idx="1317">
                  <c:v>44330</c:v>
                </c:pt>
                <c:pt idx="1318">
                  <c:v>44333</c:v>
                </c:pt>
                <c:pt idx="1319">
                  <c:v>44334</c:v>
                </c:pt>
                <c:pt idx="1320">
                  <c:v>44336</c:v>
                </c:pt>
                <c:pt idx="1321">
                  <c:v>44337</c:v>
                </c:pt>
                <c:pt idx="1322">
                  <c:v>44340</c:v>
                </c:pt>
                <c:pt idx="1323">
                  <c:v>44341</c:v>
                </c:pt>
                <c:pt idx="1324">
                  <c:v>44342</c:v>
                </c:pt>
                <c:pt idx="1325">
                  <c:v>44343</c:v>
                </c:pt>
                <c:pt idx="1326">
                  <c:v>44344</c:v>
                </c:pt>
                <c:pt idx="1327">
                  <c:v>44347</c:v>
                </c:pt>
                <c:pt idx="1328">
                  <c:v>44348</c:v>
                </c:pt>
                <c:pt idx="1329">
                  <c:v>44349</c:v>
                </c:pt>
                <c:pt idx="1330">
                  <c:v>44350</c:v>
                </c:pt>
                <c:pt idx="1331">
                  <c:v>44351</c:v>
                </c:pt>
                <c:pt idx="1332">
                  <c:v>44354</c:v>
                </c:pt>
                <c:pt idx="1333">
                  <c:v>44355</c:v>
                </c:pt>
                <c:pt idx="1334">
                  <c:v>44356</c:v>
                </c:pt>
                <c:pt idx="1335">
                  <c:v>44357</c:v>
                </c:pt>
                <c:pt idx="1336">
                  <c:v>44358</c:v>
                </c:pt>
                <c:pt idx="1337">
                  <c:v>44361</c:v>
                </c:pt>
                <c:pt idx="1338">
                  <c:v>44362</c:v>
                </c:pt>
                <c:pt idx="1339">
                  <c:v>44363</c:v>
                </c:pt>
                <c:pt idx="1340">
                  <c:v>44364</c:v>
                </c:pt>
                <c:pt idx="1341">
                  <c:v>44365</c:v>
                </c:pt>
                <c:pt idx="1342">
                  <c:v>44368</c:v>
                </c:pt>
                <c:pt idx="1343">
                  <c:v>44369</c:v>
                </c:pt>
                <c:pt idx="1344">
                  <c:v>44370</c:v>
                </c:pt>
                <c:pt idx="1345">
                  <c:v>44371</c:v>
                </c:pt>
                <c:pt idx="1346">
                  <c:v>44372</c:v>
                </c:pt>
                <c:pt idx="1347">
                  <c:v>44375</c:v>
                </c:pt>
                <c:pt idx="1348">
                  <c:v>44376</c:v>
                </c:pt>
                <c:pt idx="1349">
                  <c:v>44377</c:v>
                </c:pt>
                <c:pt idx="1350">
                  <c:v>44378</c:v>
                </c:pt>
                <c:pt idx="1351">
                  <c:v>44379</c:v>
                </c:pt>
                <c:pt idx="1352">
                  <c:v>44382</c:v>
                </c:pt>
                <c:pt idx="1353">
                  <c:v>44383</c:v>
                </c:pt>
                <c:pt idx="1354">
                  <c:v>44384</c:v>
                </c:pt>
                <c:pt idx="1355">
                  <c:v>44385</c:v>
                </c:pt>
                <c:pt idx="1356">
                  <c:v>44386</c:v>
                </c:pt>
                <c:pt idx="1357">
                  <c:v>44389</c:v>
                </c:pt>
                <c:pt idx="1358">
                  <c:v>44390</c:v>
                </c:pt>
                <c:pt idx="1359">
                  <c:v>44391</c:v>
                </c:pt>
                <c:pt idx="1360">
                  <c:v>44392</c:v>
                </c:pt>
                <c:pt idx="1361">
                  <c:v>44393</c:v>
                </c:pt>
                <c:pt idx="1362">
                  <c:v>44396</c:v>
                </c:pt>
                <c:pt idx="1363">
                  <c:v>44397</c:v>
                </c:pt>
                <c:pt idx="1364">
                  <c:v>44398</c:v>
                </c:pt>
                <c:pt idx="1365">
                  <c:v>44399</c:v>
                </c:pt>
                <c:pt idx="1366">
                  <c:v>44400</c:v>
                </c:pt>
                <c:pt idx="1367">
                  <c:v>44403</c:v>
                </c:pt>
                <c:pt idx="1368">
                  <c:v>44404</c:v>
                </c:pt>
                <c:pt idx="1369">
                  <c:v>44405</c:v>
                </c:pt>
                <c:pt idx="1370">
                  <c:v>44406</c:v>
                </c:pt>
                <c:pt idx="1371">
                  <c:v>44407</c:v>
                </c:pt>
                <c:pt idx="1372">
                  <c:v>44410</c:v>
                </c:pt>
                <c:pt idx="1373">
                  <c:v>44411</c:v>
                </c:pt>
                <c:pt idx="1374">
                  <c:v>44412</c:v>
                </c:pt>
                <c:pt idx="1375">
                  <c:v>44413</c:v>
                </c:pt>
                <c:pt idx="1376">
                  <c:v>44414</c:v>
                </c:pt>
                <c:pt idx="1377">
                  <c:v>44417</c:v>
                </c:pt>
                <c:pt idx="1378">
                  <c:v>44418</c:v>
                </c:pt>
                <c:pt idx="1379">
                  <c:v>44419</c:v>
                </c:pt>
                <c:pt idx="1380">
                  <c:v>44420</c:v>
                </c:pt>
                <c:pt idx="1381">
                  <c:v>44421</c:v>
                </c:pt>
                <c:pt idx="1382">
                  <c:v>44425</c:v>
                </c:pt>
                <c:pt idx="1383">
                  <c:v>44426</c:v>
                </c:pt>
                <c:pt idx="1384">
                  <c:v>44427</c:v>
                </c:pt>
                <c:pt idx="1385">
                  <c:v>44428</c:v>
                </c:pt>
                <c:pt idx="1386">
                  <c:v>44431</c:v>
                </c:pt>
                <c:pt idx="1387">
                  <c:v>44432</c:v>
                </c:pt>
                <c:pt idx="1388">
                  <c:v>44433</c:v>
                </c:pt>
                <c:pt idx="1389">
                  <c:v>44434</c:v>
                </c:pt>
                <c:pt idx="1390">
                  <c:v>44435</c:v>
                </c:pt>
                <c:pt idx="1391">
                  <c:v>44438</c:v>
                </c:pt>
                <c:pt idx="1392">
                  <c:v>44439</c:v>
                </c:pt>
                <c:pt idx="1393">
                  <c:v>44440</c:v>
                </c:pt>
                <c:pt idx="1394">
                  <c:v>44441</c:v>
                </c:pt>
                <c:pt idx="1395">
                  <c:v>44442</c:v>
                </c:pt>
                <c:pt idx="1396">
                  <c:v>44445</c:v>
                </c:pt>
                <c:pt idx="1397">
                  <c:v>44446</c:v>
                </c:pt>
                <c:pt idx="1398">
                  <c:v>44447</c:v>
                </c:pt>
                <c:pt idx="1399">
                  <c:v>44448</c:v>
                </c:pt>
                <c:pt idx="1400">
                  <c:v>44449</c:v>
                </c:pt>
                <c:pt idx="1401">
                  <c:v>44452</c:v>
                </c:pt>
                <c:pt idx="1402">
                  <c:v>44453</c:v>
                </c:pt>
                <c:pt idx="1403">
                  <c:v>44454</c:v>
                </c:pt>
                <c:pt idx="1404">
                  <c:v>44455</c:v>
                </c:pt>
                <c:pt idx="1405">
                  <c:v>44456</c:v>
                </c:pt>
                <c:pt idx="1406">
                  <c:v>44462</c:v>
                </c:pt>
                <c:pt idx="1407">
                  <c:v>44463</c:v>
                </c:pt>
                <c:pt idx="1408">
                  <c:v>44466</c:v>
                </c:pt>
                <c:pt idx="1409">
                  <c:v>44467</c:v>
                </c:pt>
                <c:pt idx="1410">
                  <c:v>44468</c:v>
                </c:pt>
                <c:pt idx="1411">
                  <c:v>44469</c:v>
                </c:pt>
                <c:pt idx="1412">
                  <c:v>44470</c:v>
                </c:pt>
                <c:pt idx="1413">
                  <c:v>44474</c:v>
                </c:pt>
                <c:pt idx="1414">
                  <c:v>44475</c:v>
                </c:pt>
                <c:pt idx="1415">
                  <c:v>44476</c:v>
                </c:pt>
                <c:pt idx="1416">
                  <c:v>44477</c:v>
                </c:pt>
                <c:pt idx="1417">
                  <c:v>44481</c:v>
                </c:pt>
                <c:pt idx="1418">
                  <c:v>44482</c:v>
                </c:pt>
                <c:pt idx="1419">
                  <c:v>44483</c:v>
                </c:pt>
                <c:pt idx="1420">
                  <c:v>44484</c:v>
                </c:pt>
                <c:pt idx="1421">
                  <c:v>44487</c:v>
                </c:pt>
                <c:pt idx="1422">
                  <c:v>44488</c:v>
                </c:pt>
                <c:pt idx="1423">
                  <c:v>44489</c:v>
                </c:pt>
                <c:pt idx="1424">
                  <c:v>44490</c:v>
                </c:pt>
                <c:pt idx="1425">
                  <c:v>44491</c:v>
                </c:pt>
                <c:pt idx="1426">
                  <c:v>44494</c:v>
                </c:pt>
                <c:pt idx="1427">
                  <c:v>44495</c:v>
                </c:pt>
                <c:pt idx="1428">
                  <c:v>44496</c:v>
                </c:pt>
                <c:pt idx="1429">
                  <c:v>44497</c:v>
                </c:pt>
                <c:pt idx="1430">
                  <c:v>44498</c:v>
                </c:pt>
                <c:pt idx="1431">
                  <c:v>44501</c:v>
                </c:pt>
                <c:pt idx="1432">
                  <c:v>44502</c:v>
                </c:pt>
                <c:pt idx="1433">
                  <c:v>44503</c:v>
                </c:pt>
                <c:pt idx="1434">
                  <c:v>44504</c:v>
                </c:pt>
                <c:pt idx="1435">
                  <c:v>44505</c:v>
                </c:pt>
                <c:pt idx="1436">
                  <c:v>44508</c:v>
                </c:pt>
                <c:pt idx="1437">
                  <c:v>44509</c:v>
                </c:pt>
                <c:pt idx="1438">
                  <c:v>44510</c:v>
                </c:pt>
                <c:pt idx="1439">
                  <c:v>44511</c:v>
                </c:pt>
                <c:pt idx="1440">
                  <c:v>44512</c:v>
                </c:pt>
                <c:pt idx="1441">
                  <c:v>44515</c:v>
                </c:pt>
                <c:pt idx="1442">
                  <c:v>44516</c:v>
                </c:pt>
                <c:pt idx="1443">
                  <c:v>44517</c:v>
                </c:pt>
                <c:pt idx="1444">
                  <c:v>44518</c:v>
                </c:pt>
                <c:pt idx="1445">
                  <c:v>44519</c:v>
                </c:pt>
                <c:pt idx="1446">
                  <c:v>44522</c:v>
                </c:pt>
                <c:pt idx="1447">
                  <c:v>44523</c:v>
                </c:pt>
                <c:pt idx="1448">
                  <c:v>44524</c:v>
                </c:pt>
                <c:pt idx="1449">
                  <c:v>44525</c:v>
                </c:pt>
                <c:pt idx="1450">
                  <c:v>44526</c:v>
                </c:pt>
                <c:pt idx="1451">
                  <c:v>44529</c:v>
                </c:pt>
                <c:pt idx="1452">
                  <c:v>44530</c:v>
                </c:pt>
                <c:pt idx="1453">
                  <c:v>44531</c:v>
                </c:pt>
                <c:pt idx="1454">
                  <c:v>44532</c:v>
                </c:pt>
                <c:pt idx="1455">
                  <c:v>44533</c:v>
                </c:pt>
                <c:pt idx="1456">
                  <c:v>44536</c:v>
                </c:pt>
                <c:pt idx="1457">
                  <c:v>44537</c:v>
                </c:pt>
                <c:pt idx="1458">
                  <c:v>44538</c:v>
                </c:pt>
                <c:pt idx="1459">
                  <c:v>44539</c:v>
                </c:pt>
                <c:pt idx="1460">
                  <c:v>44540</c:v>
                </c:pt>
                <c:pt idx="1461">
                  <c:v>44543</c:v>
                </c:pt>
                <c:pt idx="1462">
                  <c:v>44544</c:v>
                </c:pt>
                <c:pt idx="1463">
                  <c:v>44545</c:v>
                </c:pt>
                <c:pt idx="1464">
                  <c:v>44546</c:v>
                </c:pt>
                <c:pt idx="1465">
                  <c:v>44547</c:v>
                </c:pt>
                <c:pt idx="1466">
                  <c:v>44550</c:v>
                </c:pt>
                <c:pt idx="1467">
                  <c:v>44551</c:v>
                </c:pt>
                <c:pt idx="1468">
                  <c:v>44552</c:v>
                </c:pt>
                <c:pt idx="1469">
                  <c:v>44553</c:v>
                </c:pt>
                <c:pt idx="1470">
                  <c:v>44554</c:v>
                </c:pt>
                <c:pt idx="1471">
                  <c:v>44557</c:v>
                </c:pt>
                <c:pt idx="1472">
                  <c:v>44558</c:v>
                </c:pt>
                <c:pt idx="1473">
                  <c:v>44559</c:v>
                </c:pt>
                <c:pt idx="1474">
                  <c:v>44560</c:v>
                </c:pt>
                <c:pt idx="1475">
                  <c:v>44564</c:v>
                </c:pt>
                <c:pt idx="1476">
                  <c:v>44565</c:v>
                </c:pt>
                <c:pt idx="1477">
                  <c:v>44566</c:v>
                </c:pt>
                <c:pt idx="1478">
                  <c:v>44567</c:v>
                </c:pt>
                <c:pt idx="1479">
                  <c:v>44568</c:v>
                </c:pt>
                <c:pt idx="1480">
                  <c:v>44571</c:v>
                </c:pt>
                <c:pt idx="1481">
                  <c:v>44572</c:v>
                </c:pt>
                <c:pt idx="1482">
                  <c:v>44573</c:v>
                </c:pt>
                <c:pt idx="1483">
                  <c:v>44574</c:v>
                </c:pt>
                <c:pt idx="1484">
                  <c:v>44575</c:v>
                </c:pt>
                <c:pt idx="1485">
                  <c:v>44578</c:v>
                </c:pt>
                <c:pt idx="1486">
                  <c:v>44579</c:v>
                </c:pt>
                <c:pt idx="1487">
                  <c:v>44580</c:v>
                </c:pt>
                <c:pt idx="1488">
                  <c:v>44581</c:v>
                </c:pt>
                <c:pt idx="1489">
                  <c:v>44582</c:v>
                </c:pt>
                <c:pt idx="1490">
                  <c:v>44585</c:v>
                </c:pt>
                <c:pt idx="1491">
                  <c:v>44586</c:v>
                </c:pt>
                <c:pt idx="1492">
                  <c:v>44587</c:v>
                </c:pt>
                <c:pt idx="1493">
                  <c:v>44588</c:v>
                </c:pt>
                <c:pt idx="1494">
                  <c:v>44589</c:v>
                </c:pt>
                <c:pt idx="1495">
                  <c:v>44595</c:v>
                </c:pt>
                <c:pt idx="1496">
                  <c:v>44596</c:v>
                </c:pt>
                <c:pt idx="1497">
                  <c:v>44599</c:v>
                </c:pt>
                <c:pt idx="1498">
                  <c:v>44600</c:v>
                </c:pt>
                <c:pt idx="1499">
                  <c:v>44601</c:v>
                </c:pt>
                <c:pt idx="1500">
                  <c:v>44602</c:v>
                </c:pt>
                <c:pt idx="1501">
                  <c:v>44603</c:v>
                </c:pt>
                <c:pt idx="1502">
                  <c:v>44606</c:v>
                </c:pt>
                <c:pt idx="1503">
                  <c:v>44607</c:v>
                </c:pt>
                <c:pt idx="1504">
                  <c:v>44608</c:v>
                </c:pt>
                <c:pt idx="1505">
                  <c:v>44609</c:v>
                </c:pt>
                <c:pt idx="1506">
                  <c:v>44610</c:v>
                </c:pt>
                <c:pt idx="1507">
                  <c:v>44613</c:v>
                </c:pt>
                <c:pt idx="1508">
                  <c:v>44614</c:v>
                </c:pt>
                <c:pt idx="1509">
                  <c:v>44615</c:v>
                </c:pt>
                <c:pt idx="1510">
                  <c:v>44616</c:v>
                </c:pt>
                <c:pt idx="1511">
                  <c:v>44617</c:v>
                </c:pt>
                <c:pt idx="1512">
                  <c:v>44620</c:v>
                </c:pt>
                <c:pt idx="1513">
                  <c:v>44622</c:v>
                </c:pt>
                <c:pt idx="1514">
                  <c:v>44623</c:v>
                </c:pt>
                <c:pt idx="1515">
                  <c:v>44624</c:v>
                </c:pt>
                <c:pt idx="1516">
                  <c:v>44627</c:v>
                </c:pt>
                <c:pt idx="1517">
                  <c:v>44628</c:v>
                </c:pt>
                <c:pt idx="1518">
                  <c:v>44630</c:v>
                </c:pt>
                <c:pt idx="1519">
                  <c:v>44631</c:v>
                </c:pt>
                <c:pt idx="1520">
                  <c:v>44634</c:v>
                </c:pt>
                <c:pt idx="1521">
                  <c:v>44635</c:v>
                </c:pt>
                <c:pt idx="1522">
                  <c:v>44636</c:v>
                </c:pt>
                <c:pt idx="1523">
                  <c:v>44637</c:v>
                </c:pt>
                <c:pt idx="1524">
                  <c:v>44638</c:v>
                </c:pt>
                <c:pt idx="1525">
                  <c:v>44641</c:v>
                </c:pt>
                <c:pt idx="1526">
                  <c:v>44642</c:v>
                </c:pt>
                <c:pt idx="1527">
                  <c:v>44643</c:v>
                </c:pt>
                <c:pt idx="1528">
                  <c:v>44644</c:v>
                </c:pt>
                <c:pt idx="1529">
                  <c:v>44645</c:v>
                </c:pt>
                <c:pt idx="1530">
                  <c:v>44648</c:v>
                </c:pt>
                <c:pt idx="1531">
                  <c:v>44649</c:v>
                </c:pt>
                <c:pt idx="1532">
                  <c:v>44650</c:v>
                </c:pt>
                <c:pt idx="1533">
                  <c:v>44651</c:v>
                </c:pt>
                <c:pt idx="1534">
                  <c:v>44652</c:v>
                </c:pt>
                <c:pt idx="1535">
                  <c:v>44655</c:v>
                </c:pt>
                <c:pt idx="1536">
                  <c:v>44656</c:v>
                </c:pt>
                <c:pt idx="1537">
                  <c:v>44657</c:v>
                </c:pt>
                <c:pt idx="1538">
                  <c:v>44658</c:v>
                </c:pt>
                <c:pt idx="1539">
                  <c:v>44659</c:v>
                </c:pt>
                <c:pt idx="1540">
                  <c:v>44662</c:v>
                </c:pt>
                <c:pt idx="1541">
                  <c:v>44663</c:v>
                </c:pt>
                <c:pt idx="1542">
                  <c:v>44664</c:v>
                </c:pt>
                <c:pt idx="1543">
                  <c:v>44665</c:v>
                </c:pt>
                <c:pt idx="1544">
                  <c:v>44666</c:v>
                </c:pt>
                <c:pt idx="1545">
                  <c:v>44669</c:v>
                </c:pt>
                <c:pt idx="1546">
                  <c:v>44670</c:v>
                </c:pt>
                <c:pt idx="1547">
                  <c:v>44671</c:v>
                </c:pt>
                <c:pt idx="1548">
                  <c:v>44672</c:v>
                </c:pt>
                <c:pt idx="1549">
                  <c:v>44673</c:v>
                </c:pt>
                <c:pt idx="1550">
                  <c:v>44676</c:v>
                </c:pt>
                <c:pt idx="1551">
                  <c:v>44677</c:v>
                </c:pt>
                <c:pt idx="1552">
                  <c:v>44678</c:v>
                </c:pt>
                <c:pt idx="1553">
                  <c:v>44679</c:v>
                </c:pt>
                <c:pt idx="1554">
                  <c:v>44680</c:v>
                </c:pt>
                <c:pt idx="1555">
                  <c:v>44683</c:v>
                </c:pt>
                <c:pt idx="1556">
                  <c:v>44684</c:v>
                </c:pt>
                <c:pt idx="1557">
                  <c:v>44685</c:v>
                </c:pt>
                <c:pt idx="1558">
                  <c:v>44687</c:v>
                </c:pt>
                <c:pt idx="1559">
                  <c:v>44690</c:v>
                </c:pt>
                <c:pt idx="1560">
                  <c:v>44691</c:v>
                </c:pt>
                <c:pt idx="1561">
                  <c:v>44692</c:v>
                </c:pt>
                <c:pt idx="1562">
                  <c:v>44693</c:v>
                </c:pt>
                <c:pt idx="1563">
                  <c:v>44694</c:v>
                </c:pt>
                <c:pt idx="1564">
                  <c:v>44697</c:v>
                </c:pt>
                <c:pt idx="1565">
                  <c:v>44698</c:v>
                </c:pt>
                <c:pt idx="1566">
                  <c:v>44699</c:v>
                </c:pt>
                <c:pt idx="1567">
                  <c:v>44700</c:v>
                </c:pt>
                <c:pt idx="1568">
                  <c:v>44701</c:v>
                </c:pt>
                <c:pt idx="1569">
                  <c:v>44704</c:v>
                </c:pt>
                <c:pt idx="1570">
                  <c:v>44705</c:v>
                </c:pt>
                <c:pt idx="1571">
                  <c:v>44706</c:v>
                </c:pt>
                <c:pt idx="1572">
                  <c:v>44707</c:v>
                </c:pt>
                <c:pt idx="1573">
                  <c:v>44708</c:v>
                </c:pt>
                <c:pt idx="1574">
                  <c:v>44711</c:v>
                </c:pt>
                <c:pt idx="1575">
                  <c:v>44712</c:v>
                </c:pt>
                <c:pt idx="1576">
                  <c:v>44714</c:v>
                </c:pt>
                <c:pt idx="1577">
                  <c:v>44715</c:v>
                </c:pt>
                <c:pt idx="1578">
                  <c:v>44719</c:v>
                </c:pt>
                <c:pt idx="1579">
                  <c:v>44720</c:v>
                </c:pt>
                <c:pt idx="1580">
                  <c:v>44721</c:v>
                </c:pt>
                <c:pt idx="1581">
                  <c:v>44722</c:v>
                </c:pt>
                <c:pt idx="1582">
                  <c:v>44725</c:v>
                </c:pt>
                <c:pt idx="1583">
                  <c:v>44726</c:v>
                </c:pt>
                <c:pt idx="1584">
                  <c:v>44727</c:v>
                </c:pt>
                <c:pt idx="1585">
                  <c:v>44728</c:v>
                </c:pt>
                <c:pt idx="1586">
                  <c:v>44729</c:v>
                </c:pt>
                <c:pt idx="1587">
                  <c:v>44732</c:v>
                </c:pt>
                <c:pt idx="1588">
                  <c:v>44733</c:v>
                </c:pt>
                <c:pt idx="1589">
                  <c:v>44734</c:v>
                </c:pt>
                <c:pt idx="1590">
                  <c:v>44735</c:v>
                </c:pt>
                <c:pt idx="1591">
                  <c:v>44736</c:v>
                </c:pt>
                <c:pt idx="1592">
                  <c:v>44739</c:v>
                </c:pt>
                <c:pt idx="1593">
                  <c:v>44740</c:v>
                </c:pt>
                <c:pt idx="1594">
                  <c:v>44741</c:v>
                </c:pt>
                <c:pt idx="1595">
                  <c:v>44742</c:v>
                </c:pt>
                <c:pt idx="1596">
                  <c:v>44743</c:v>
                </c:pt>
                <c:pt idx="1597">
                  <c:v>44746</c:v>
                </c:pt>
                <c:pt idx="1598">
                  <c:v>44747</c:v>
                </c:pt>
                <c:pt idx="1599">
                  <c:v>44748</c:v>
                </c:pt>
                <c:pt idx="1600">
                  <c:v>44749</c:v>
                </c:pt>
                <c:pt idx="1601">
                  <c:v>44750</c:v>
                </c:pt>
                <c:pt idx="1602">
                  <c:v>44753</c:v>
                </c:pt>
                <c:pt idx="1603">
                  <c:v>44754</c:v>
                </c:pt>
                <c:pt idx="1604">
                  <c:v>44755</c:v>
                </c:pt>
                <c:pt idx="1605">
                  <c:v>44756</c:v>
                </c:pt>
                <c:pt idx="1606">
                  <c:v>44757</c:v>
                </c:pt>
                <c:pt idx="1607">
                  <c:v>44760</c:v>
                </c:pt>
                <c:pt idx="1608">
                  <c:v>44761</c:v>
                </c:pt>
                <c:pt idx="1609">
                  <c:v>44762</c:v>
                </c:pt>
                <c:pt idx="1610">
                  <c:v>44763</c:v>
                </c:pt>
                <c:pt idx="1611">
                  <c:v>44764</c:v>
                </c:pt>
                <c:pt idx="1612">
                  <c:v>44767</c:v>
                </c:pt>
                <c:pt idx="1613">
                  <c:v>44768</c:v>
                </c:pt>
                <c:pt idx="1614">
                  <c:v>44769</c:v>
                </c:pt>
                <c:pt idx="1615">
                  <c:v>44770</c:v>
                </c:pt>
                <c:pt idx="1616">
                  <c:v>44771</c:v>
                </c:pt>
                <c:pt idx="1617">
                  <c:v>44774</c:v>
                </c:pt>
                <c:pt idx="1618">
                  <c:v>44775</c:v>
                </c:pt>
                <c:pt idx="1619">
                  <c:v>44776</c:v>
                </c:pt>
                <c:pt idx="1620">
                  <c:v>44777</c:v>
                </c:pt>
                <c:pt idx="1621">
                  <c:v>44778</c:v>
                </c:pt>
                <c:pt idx="1622">
                  <c:v>44781</c:v>
                </c:pt>
                <c:pt idx="1623">
                  <c:v>44782</c:v>
                </c:pt>
                <c:pt idx="1624">
                  <c:v>44783</c:v>
                </c:pt>
                <c:pt idx="1625">
                  <c:v>44784</c:v>
                </c:pt>
                <c:pt idx="1626">
                  <c:v>44785</c:v>
                </c:pt>
                <c:pt idx="1627">
                  <c:v>44789</c:v>
                </c:pt>
                <c:pt idx="1628">
                  <c:v>44790</c:v>
                </c:pt>
                <c:pt idx="1629">
                  <c:v>44791</c:v>
                </c:pt>
                <c:pt idx="1630">
                  <c:v>44792</c:v>
                </c:pt>
                <c:pt idx="1631">
                  <c:v>44795</c:v>
                </c:pt>
                <c:pt idx="1632">
                  <c:v>44796</c:v>
                </c:pt>
                <c:pt idx="1633">
                  <c:v>44797</c:v>
                </c:pt>
                <c:pt idx="1634">
                  <c:v>44798</c:v>
                </c:pt>
                <c:pt idx="1635">
                  <c:v>44799</c:v>
                </c:pt>
                <c:pt idx="1636">
                  <c:v>44802</c:v>
                </c:pt>
                <c:pt idx="1637">
                  <c:v>44803</c:v>
                </c:pt>
                <c:pt idx="1638">
                  <c:v>44804</c:v>
                </c:pt>
                <c:pt idx="1639">
                  <c:v>44805</c:v>
                </c:pt>
                <c:pt idx="1640">
                  <c:v>44806</c:v>
                </c:pt>
                <c:pt idx="1641">
                  <c:v>44809</c:v>
                </c:pt>
                <c:pt idx="1642">
                  <c:v>44810</c:v>
                </c:pt>
                <c:pt idx="1643">
                  <c:v>44811</c:v>
                </c:pt>
                <c:pt idx="1644">
                  <c:v>44812</c:v>
                </c:pt>
                <c:pt idx="1645">
                  <c:v>44817</c:v>
                </c:pt>
                <c:pt idx="1646">
                  <c:v>44818</c:v>
                </c:pt>
                <c:pt idx="1647">
                  <c:v>44819</c:v>
                </c:pt>
                <c:pt idx="1648">
                  <c:v>44820</c:v>
                </c:pt>
                <c:pt idx="1649">
                  <c:v>44823</c:v>
                </c:pt>
                <c:pt idx="1650">
                  <c:v>44824</c:v>
                </c:pt>
                <c:pt idx="1651">
                  <c:v>44825</c:v>
                </c:pt>
                <c:pt idx="1652">
                  <c:v>44826</c:v>
                </c:pt>
                <c:pt idx="1653">
                  <c:v>44827</c:v>
                </c:pt>
                <c:pt idx="1654">
                  <c:v>44830</c:v>
                </c:pt>
                <c:pt idx="1655">
                  <c:v>44831</c:v>
                </c:pt>
                <c:pt idx="1656">
                  <c:v>44832</c:v>
                </c:pt>
                <c:pt idx="1657">
                  <c:v>44833</c:v>
                </c:pt>
                <c:pt idx="1658">
                  <c:v>44834</c:v>
                </c:pt>
                <c:pt idx="1659">
                  <c:v>44838</c:v>
                </c:pt>
                <c:pt idx="1660">
                  <c:v>44839</c:v>
                </c:pt>
                <c:pt idx="1661">
                  <c:v>44840</c:v>
                </c:pt>
                <c:pt idx="1662">
                  <c:v>44841</c:v>
                </c:pt>
                <c:pt idx="1663">
                  <c:v>44845</c:v>
                </c:pt>
                <c:pt idx="1664">
                  <c:v>44846</c:v>
                </c:pt>
                <c:pt idx="1665">
                  <c:v>44847</c:v>
                </c:pt>
                <c:pt idx="1666">
                  <c:v>44848</c:v>
                </c:pt>
                <c:pt idx="1667">
                  <c:v>44851</c:v>
                </c:pt>
                <c:pt idx="1668">
                  <c:v>44852</c:v>
                </c:pt>
                <c:pt idx="1669">
                  <c:v>44853</c:v>
                </c:pt>
                <c:pt idx="1670">
                  <c:v>44854</c:v>
                </c:pt>
                <c:pt idx="1671">
                  <c:v>44855</c:v>
                </c:pt>
                <c:pt idx="1672">
                  <c:v>44858</c:v>
                </c:pt>
                <c:pt idx="1673">
                  <c:v>44859</c:v>
                </c:pt>
                <c:pt idx="1674">
                  <c:v>44860</c:v>
                </c:pt>
                <c:pt idx="1675">
                  <c:v>44861</c:v>
                </c:pt>
                <c:pt idx="1676">
                  <c:v>44862</c:v>
                </c:pt>
                <c:pt idx="1677">
                  <c:v>44865</c:v>
                </c:pt>
                <c:pt idx="1678">
                  <c:v>44866</c:v>
                </c:pt>
                <c:pt idx="1679">
                  <c:v>44867</c:v>
                </c:pt>
                <c:pt idx="1680">
                  <c:v>44868</c:v>
                </c:pt>
                <c:pt idx="1681">
                  <c:v>44869</c:v>
                </c:pt>
                <c:pt idx="1682">
                  <c:v>44872</c:v>
                </c:pt>
                <c:pt idx="1683">
                  <c:v>44873</c:v>
                </c:pt>
                <c:pt idx="1684">
                  <c:v>44874</c:v>
                </c:pt>
                <c:pt idx="1685">
                  <c:v>44875</c:v>
                </c:pt>
                <c:pt idx="1686">
                  <c:v>44876</c:v>
                </c:pt>
                <c:pt idx="1687">
                  <c:v>44879</c:v>
                </c:pt>
                <c:pt idx="1688">
                  <c:v>44880</c:v>
                </c:pt>
                <c:pt idx="1689">
                  <c:v>44881</c:v>
                </c:pt>
                <c:pt idx="1690">
                  <c:v>44882</c:v>
                </c:pt>
                <c:pt idx="1691">
                  <c:v>44883</c:v>
                </c:pt>
                <c:pt idx="1692">
                  <c:v>44886</c:v>
                </c:pt>
                <c:pt idx="1693">
                  <c:v>44887</c:v>
                </c:pt>
                <c:pt idx="1694">
                  <c:v>44888</c:v>
                </c:pt>
                <c:pt idx="1695">
                  <c:v>44889</c:v>
                </c:pt>
                <c:pt idx="1696">
                  <c:v>44890</c:v>
                </c:pt>
                <c:pt idx="1697">
                  <c:v>44893</c:v>
                </c:pt>
                <c:pt idx="1698">
                  <c:v>44894</c:v>
                </c:pt>
                <c:pt idx="1699">
                  <c:v>44895</c:v>
                </c:pt>
                <c:pt idx="1700">
                  <c:v>44896</c:v>
                </c:pt>
                <c:pt idx="1701">
                  <c:v>44897</c:v>
                </c:pt>
                <c:pt idx="1702">
                  <c:v>44900</c:v>
                </c:pt>
                <c:pt idx="1703">
                  <c:v>44901</c:v>
                </c:pt>
                <c:pt idx="1704">
                  <c:v>44902</c:v>
                </c:pt>
                <c:pt idx="1705">
                  <c:v>44903</c:v>
                </c:pt>
                <c:pt idx="1706">
                  <c:v>44904</c:v>
                </c:pt>
                <c:pt idx="1707">
                  <c:v>44907</c:v>
                </c:pt>
                <c:pt idx="1708">
                  <c:v>44908</c:v>
                </c:pt>
                <c:pt idx="1709">
                  <c:v>44909</c:v>
                </c:pt>
                <c:pt idx="1710">
                  <c:v>44910</c:v>
                </c:pt>
                <c:pt idx="1711">
                  <c:v>44911</c:v>
                </c:pt>
                <c:pt idx="1712">
                  <c:v>44914</c:v>
                </c:pt>
                <c:pt idx="1713">
                  <c:v>44915</c:v>
                </c:pt>
                <c:pt idx="1714">
                  <c:v>44916</c:v>
                </c:pt>
                <c:pt idx="1715">
                  <c:v>44917</c:v>
                </c:pt>
                <c:pt idx="1716">
                  <c:v>44918</c:v>
                </c:pt>
                <c:pt idx="1717">
                  <c:v>44921</c:v>
                </c:pt>
                <c:pt idx="1718">
                  <c:v>44922</c:v>
                </c:pt>
                <c:pt idx="1719">
                  <c:v>44923</c:v>
                </c:pt>
                <c:pt idx="1720">
                  <c:v>44924</c:v>
                </c:pt>
                <c:pt idx="1721">
                  <c:v>44928</c:v>
                </c:pt>
                <c:pt idx="1722">
                  <c:v>44929</c:v>
                </c:pt>
                <c:pt idx="1723">
                  <c:v>44930</c:v>
                </c:pt>
                <c:pt idx="1724">
                  <c:v>44931</c:v>
                </c:pt>
                <c:pt idx="1725">
                  <c:v>44932</c:v>
                </c:pt>
                <c:pt idx="1726">
                  <c:v>44935</c:v>
                </c:pt>
                <c:pt idx="1727">
                  <c:v>44936</c:v>
                </c:pt>
                <c:pt idx="1728">
                  <c:v>44937</c:v>
                </c:pt>
                <c:pt idx="1729">
                  <c:v>44938</c:v>
                </c:pt>
                <c:pt idx="1730">
                  <c:v>44939</c:v>
                </c:pt>
                <c:pt idx="1731">
                  <c:v>44942</c:v>
                </c:pt>
                <c:pt idx="1732">
                  <c:v>44943</c:v>
                </c:pt>
                <c:pt idx="1733">
                  <c:v>44944</c:v>
                </c:pt>
                <c:pt idx="1734">
                  <c:v>44945</c:v>
                </c:pt>
                <c:pt idx="1735">
                  <c:v>44946</c:v>
                </c:pt>
                <c:pt idx="1736">
                  <c:v>44951</c:v>
                </c:pt>
                <c:pt idx="1737">
                  <c:v>44952</c:v>
                </c:pt>
                <c:pt idx="1738">
                  <c:v>44953</c:v>
                </c:pt>
                <c:pt idx="1739">
                  <c:v>44956</c:v>
                </c:pt>
                <c:pt idx="1740">
                  <c:v>44957</c:v>
                </c:pt>
                <c:pt idx="1741">
                  <c:v>44958</c:v>
                </c:pt>
                <c:pt idx="1742">
                  <c:v>44959</c:v>
                </c:pt>
                <c:pt idx="1743">
                  <c:v>44960</c:v>
                </c:pt>
                <c:pt idx="1744">
                  <c:v>44963</c:v>
                </c:pt>
                <c:pt idx="1745">
                  <c:v>44964</c:v>
                </c:pt>
                <c:pt idx="1746">
                  <c:v>44965</c:v>
                </c:pt>
                <c:pt idx="1747">
                  <c:v>44966</c:v>
                </c:pt>
                <c:pt idx="1748">
                  <c:v>44967</c:v>
                </c:pt>
                <c:pt idx="1749">
                  <c:v>44970</c:v>
                </c:pt>
                <c:pt idx="1750">
                  <c:v>44971</c:v>
                </c:pt>
                <c:pt idx="1751">
                  <c:v>44972</c:v>
                </c:pt>
                <c:pt idx="1752">
                  <c:v>44973</c:v>
                </c:pt>
                <c:pt idx="1753">
                  <c:v>44974</c:v>
                </c:pt>
                <c:pt idx="1754">
                  <c:v>44977</c:v>
                </c:pt>
                <c:pt idx="1755">
                  <c:v>44978</c:v>
                </c:pt>
                <c:pt idx="1756">
                  <c:v>44979</c:v>
                </c:pt>
                <c:pt idx="1757">
                  <c:v>44980</c:v>
                </c:pt>
                <c:pt idx="1758">
                  <c:v>44981</c:v>
                </c:pt>
                <c:pt idx="1759">
                  <c:v>44984</c:v>
                </c:pt>
                <c:pt idx="1760">
                  <c:v>44985</c:v>
                </c:pt>
                <c:pt idx="1761">
                  <c:v>44987</c:v>
                </c:pt>
                <c:pt idx="1762">
                  <c:v>44988</c:v>
                </c:pt>
                <c:pt idx="1763">
                  <c:v>44991</c:v>
                </c:pt>
                <c:pt idx="1764">
                  <c:v>44992</c:v>
                </c:pt>
                <c:pt idx="1765">
                  <c:v>44993</c:v>
                </c:pt>
                <c:pt idx="1766">
                  <c:v>44994</c:v>
                </c:pt>
                <c:pt idx="1767">
                  <c:v>44995</c:v>
                </c:pt>
                <c:pt idx="1768">
                  <c:v>44998</c:v>
                </c:pt>
                <c:pt idx="1769">
                  <c:v>44999</c:v>
                </c:pt>
                <c:pt idx="1770">
                  <c:v>45000</c:v>
                </c:pt>
                <c:pt idx="1771">
                  <c:v>45001</c:v>
                </c:pt>
                <c:pt idx="1772">
                  <c:v>45002</c:v>
                </c:pt>
                <c:pt idx="1773">
                  <c:v>45005</c:v>
                </c:pt>
                <c:pt idx="1774">
                  <c:v>45006</c:v>
                </c:pt>
                <c:pt idx="1775">
                  <c:v>45007</c:v>
                </c:pt>
                <c:pt idx="1776">
                  <c:v>45008</c:v>
                </c:pt>
                <c:pt idx="1777">
                  <c:v>45009</c:v>
                </c:pt>
                <c:pt idx="1778">
                  <c:v>45012</c:v>
                </c:pt>
                <c:pt idx="1779">
                  <c:v>45013</c:v>
                </c:pt>
                <c:pt idx="1780">
                  <c:v>45014</c:v>
                </c:pt>
                <c:pt idx="1781">
                  <c:v>45015</c:v>
                </c:pt>
                <c:pt idx="1782">
                  <c:v>45016</c:v>
                </c:pt>
                <c:pt idx="1783">
                  <c:v>45019</c:v>
                </c:pt>
                <c:pt idx="1784">
                  <c:v>45020</c:v>
                </c:pt>
                <c:pt idx="1785">
                  <c:v>45021</c:v>
                </c:pt>
                <c:pt idx="1786">
                  <c:v>45022</c:v>
                </c:pt>
                <c:pt idx="1787">
                  <c:v>45023</c:v>
                </c:pt>
                <c:pt idx="1788">
                  <c:v>45026</c:v>
                </c:pt>
                <c:pt idx="1789">
                  <c:v>45027</c:v>
                </c:pt>
                <c:pt idx="1790">
                  <c:v>45028</c:v>
                </c:pt>
                <c:pt idx="1791">
                  <c:v>45029</c:v>
                </c:pt>
                <c:pt idx="1792">
                  <c:v>45030</c:v>
                </c:pt>
                <c:pt idx="1793">
                  <c:v>45033</c:v>
                </c:pt>
                <c:pt idx="1794">
                  <c:v>45034</c:v>
                </c:pt>
                <c:pt idx="1795">
                  <c:v>45035</c:v>
                </c:pt>
                <c:pt idx="1796">
                  <c:v>45036</c:v>
                </c:pt>
                <c:pt idx="1797">
                  <c:v>45037</c:v>
                </c:pt>
                <c:pt idx="1798">
                  <c:v>45040</c:v>
                </c:pt>
                <c:pt idx="1799">
                  <c:v>45041</c:v>
                </c:pt>
                <c:pt idx="1800">
                  <c:v>45042</c:v>
                </c:pt>
                <c:pt idx="1801">
                  <c:v>45043</c:v>
                </c:pt>
                <c:pt idx="1802">
                  <c:v>45044</c:v>
                </c:pt>
                <c:pt idx="1803">
                  <c:v>45048</c:v>
                </c:pt>
                <c:pt idx="1804">
                  <c:v>45049</c:v>
                </c:pt>
                <c:pt idx="1805">
                  <c:v>45050</c:v>
                </c:pt>
                <c:pt idx="1806">
                  <c:v>45054</c:v>
                </c:pt>
                <c:pt idx="1807">
                  <c:v>45055</c:v>
                </c:pt>
                <c:pt idx="1808">
                  <c:v>45056</c:v>
                </c:pt>
                <c:pt idx="1809">
                  <c:v>45057</c:v>
                </c:pt>
                <c:pt idx="1810">
                  <c:v>45058</c:v>
                </c:pt>
                <c:pt idx="1811">
                  <c:v>45061</c:v>
                </c:pt>
                <c:pt idx="1812">
                  <c:v>45062</c:v>
                </c:pt>
                <c:pt idx="1813">
                  <c:v>45063</c:v>
                </c:pt>
                <c:pt idx="1814">
                  <c:v>45064</c:v>
                </c:pt>
                <c:pt idx="1815">
                  <c:v>45065</c:v>
                </c:pt>
                <c:pt idx="1816">
                  <c:v>45068</c:v>
                </c:pt>
                <c:pt idx="1817">
                  <c:v>45069</c:v>
                </c:pt>
                <c:pt idx="1818">
                  <c:v>45070</c:v>
                </c:pt>
                <c:pt idx="1819">
                  <c:v>45071</c:v>
                </c:pt>
                <c:pt idx="1820">
                  <c:v>45072</c:v>
                </c:pt>
                <c:pt idx="1821">
                  <c:v>45076</c:v>
                </c:pt>
                <c:pt idx="1822">
                  <c:v>45077</c:v>
                </c:pt>
                <c:pt idx="1823">
                  <c:v>45078</c:v>
                </c:pt>
                <c:pt idx="1824">
                  <c:v>45079</c:v>
                </c:pt>
                <c:pt idx="1825">
                  <c:v>45082</c:v>
                </c:pt>
                <c:pt idx="1826">
                  <c:v>45084</c:v>
                </c:pt>
                <c:pt idx="1827">
                  <c:v>45085</c:v>
                </c:pt>
                <c:pt idx="1828">
                  <c:v>45086</c:v>
                </c:pt>
                <c:pt idx="1829">
                  <c:v>45089</c:v>
                </c:pt>
                <c:pt idx="1830">
                  <c:v>45090</c:v>
                </c:pt>
                <c:pt idx="1831">
                  <c:v>45091</c:v>
                </c:pt>
                <c:pt idx="1832">
                  <c:v>45092</c:v>
                </c:pt>
                <c:pt idx="1833">
                  <c:v>45093</c:v>
                </c:pt>
                <c:pt idx="1834">
                  <c:v>45096</c:v>
                </c:pt>
                <c:pt idx="1835">
                  <c:v>45097</c:v>
                </c:pt>
                <c:pt idx="1836">
                  <c:v>45098</c:v>
                </c:pt>
                <c:pt idx="1837">
                  <c:v>45099</c:v>
                </c:pt>
                <c:pt idx="1838">
                  <c:v>45100</c:v>
                </c:pt>
                <c:pt idx="1839">
                  <c:v>45103</c:v>
                </c:pt>
                <c:pt idx="1840">
                  <c:v>45104</c:v>
                </c:pt>
                <c:pt idx="1841">
                  <c:v>45105</c:v>
                </c:pt>
                <c:pt idx="1842">
                  <c:v>45106</c:v>
                </c:pt>
                <c:pt idx="1843">
                  <c:v>45107</c:v>
                </c:pt>
                <c:pt idx="1844">
                  <c:v>45110</c:v>
                </c:pt>
                <c:pt idx="1845">
                  <c:v>45111</c:v>
                </c:pt>
                <c:pt idx="1846">
                  <c:v>45112</c:v>
                </c:pt>
                <c:pt idx="1847">
                  <c:v>45113</c:v>
                </c:pt>
                <c:pt idx="1848">
                  <c:v>45114</c:v>
                </c:pt>
                <c:pt idx="1849">
                  <c:v>45117</c:v>
                </c:pt>
                <c:pt idx="1850">
                  <c:v>45118</c:v>
                </c:pt>
                <c:pt idx="1851">
                  <c:v>45119</c:v>
                </c:pt>
                <c:pt idx="1852">
                  <c:v>45120</c:v>
                </c:pt>
                <c:pt idx="1853">
                  <c:v>45121</c:v>
                </c:pt>
                <c:pt idx="1854">
                  <c:v>45124</c:v>
                </c:pt>
                <c:pt idx="1855">
                  <c:v>45125</c:v>
                </c:pt>
                <c:pt idx="1856">
                  <c:v>45126</c:v>
                </c:pt>
                <c:pt idx="1857">
                  <c:v>45127</c:v>
                </c:pt>
                <c:pt idx="1858">
                  <c:v>45128</c:v>
                </c:pt>
                <c:pt idx="1859">
                  <c:v>45131</c:v>
                </c:pt>
                <c:pt idx="1860">
                  <c:v>45132</c:v>
                </c:pt>
                <c:pt idx="1861">
                  <c:v>45133</c:v>
                </c:pt>
                <c:pt idx="1862">
                  <c:v>45134</c:v>
                </c:pt>
                <c:pt idx="1863">
                  <c:v>45135</c:v>
                </c:pt>
                <c:pt idx="1864">
                  <c:v>45138</c:v>
                </c:pt>
                <c:pt idx="1865">
                  <c:v>45139</c:v>
                </c:pt>
                <c:pt idx="1866">
                  <c:v>45140</c:v>
                </c:pt>
                <c:pt idx="1867">
                  <c:v>45141</c:v>
                </c:pt>
                <c:pt idx="1868">
                  <c:v>45142</c:v>
                </c:pt>
                <c:pt idx="1869">
                  <c:v>45145</c:v>
                </c:pt>
                <c:pt idx="1870">
                  <c:v>45146</c:v>
                </c:pt>
                <c:pt idx="1871">
                  <c:v>45147</c:v>
                </c:pt>
                <c:pt idx="1872">
                  <c:v>45148</c:v>
                </c:pt>
                <c:pt idx="1873">
                  <c:v>45149</c:v>
                </c:pt>
                <c:pt idx="1874">
                  <c:v>45152</c:v>
                </c:pt>
                <c:pt idx="1875">
                  <c:v>45154</c:v>
                </c:pt>
                <c:pt idx="1876">
                  <c:v>45155</c:v>
                </c:pt>
                <c:pt idx="1877">
                  <c:v>45156</c:v>
                </c:pt>
                <c:pt idx="1878">
                  <c:v>45159</c:v>
                </c:pt>
                <c:pt idx="1879">
                  <c:v>45160</c:v>
                </c:pt>
                <c:pt idx="1880">
                  <c:v>45161</c:v>
                </c:pt>
                <c:pt idx="1881">
                  <c:v>45162</c:v>
                </c:pt>
                <c:pt idx="1882">
                  <c:v>45163</c:v>
                </c:pt>
                <c:pt idx="1883">
                  <c:v>45166</c:v>
                </c:pt>
                <c:pt idx="1884">
                  <c:v>45167</c:v>
                </c:pt>
                <c:pt idx="1885">
                  <c:v>45168</c:v>
                </c:pt>
                <c:pt idx="1886">
                  <c:v>45169</c:v>
                </c:pt>
                <c:pt idx="1887">
                  <c:v>45170</c:v>
                </c:pt>
                <c:pt idx="1888">
                  <c:v>45173</c:v>
                </c:pt>
                <c:pt idx="1889">
                  <c:v>45174</c:v>
                </c:pt>
                <c:pt idx="1890">
                  <c:v>45175</c:v>
                </c:pt>
                <c:pt idx="1891">
                  <c:v>45176</c:v>
                </c:pt>
                <c:pt idx="1892">
                  <c:v>45177</c:v>
                </c:pt>
                <c:pt idx="1893">
                  <c:v>45180</c:v>
                </c:pt>
                <c:pt idx="1894">
                  <c:v>45181</c:v>
                </c:pt>
                <c:pt idx="1895">
                  <c:v>45182</c:v>
                </c:pt>
                <c:pt idx="1896">
                  <c:v>45183</c:v>
                </c:pt>
                <c:pt idx="1897">
                  <c:v>45184</c:v>
                </c:pt>
                <c:pt idx="1898">
                  <c:v>45187</c:v>
                </c:pt>
                <c:pt idx="1899">
                  <c:v>45188</c:v>
                </c:pt>
                <c:pt idx="1900">
                  <c:v>45189</c:v>
                </c:pt>
                <c:pt idx="1901">
                  <c:v>45190</c:v>
                </c:pt>
                <c:pt idx="1902">
                  <c:v>45191</c:v>
                </c:pt>
                <c:pt idx="1903">
                  <c:v>45194</c:v>
                </c:pt>
                <c:pt idx="1904">
                  <c:v>45195</c:v>
                </c:pt>
                <c:pt idx="1905">
                  <c:v>45196</c:v>
                </c:pt>
                <c:pt idx="1906">
                  <c:v>45203</c:v>
                </c:pt>
                <c:pt idx="1907">
                  <c:v>45204</c:v>
                </c:pt>
                <c:pt idx="1908">
                  <c:v>45205</c:v>
                </c:pt>
                <c:pt idx="1909">
                  <c:v>45209</c:v>
                </c:pt>
                <c:pt idx="1910">
                  <c:v>45210</c:v>
                </c:pt>
                <c:pt idx="1911">
                  <c:v>45211</c:v>
                </c:pt>
                <c:pt idx="1912">
                  <c:v>45212</c:v>
                </c:pt>
                <c:pt idx="1913">
                  <c:v>45215</c:v>
                </c:pt>
                <c:pt idx="1914">
                  <c:v>45216</c:v>
                </c:pt>
                <c:pt idx="1915">
                  <c:v>45217</c:v>
                </c:pt>
                <c:pt idx="1916">
                  <c:v>45218</c:v>
                </c:pt>
                <c:pt idx="1917">
                  <c:v>45219</c:v>
                </c:pt>
                <c:pt idx="1918">
                  <c:v>45222</c:v>
                </c:pt>
                <c:pt idx="1919">
                  <c:v>45223</c:v>
                </c:pt>
                <c:pt idx="1920">
                  <c:v>45224</c:v>
                </c:pt>
                <c:pt idx="1921">
                  <c:v>45225</c:v>
                </c:pt>
                <c:pt idx="1922">
                  <c:v>45226</c:v>
                </c:pt>
                <c:pt idx="1923">
                  <c:v>45229</c:v>
                </c:pt>
                <c:pt idx="1924">
                  <c:v>45230</c:v>
                </c:pt>
                <c:pt idx="1925">
                  <c:v>45231</c:v>
                </c:pt>
                <c:pt idx="1926">
                  <c:v>45232</c:v>
                </c:pt>
                <c:pt idx="1927">
                  <c:v>45233</c:v>
                </c:pt>
                <c:pt idx="1928">
                  <c:v>45236</c:v>
                </c:pt>
                <c:pt idx="1929">
                  <c:v>45237</c:v>
                </c:pt>
                <c:pt idx="1930">
                  <c:v>45238</c:v>
                </c:pt>
                <c:pt idx="1931">
                  <c:v>45239</c:v>
                </c:pt>
                <c:pt idx="1932">
                  <c:v>45240</c:v>
                </c:pt>
                <c:pt idx="1933">
                  <c:v>45243</c:v>
                </c:pt>
                <c:pt idx="1934">
                  <c:v>45244</c:v>
                </c:pt>
                <c:pt idx="1935">
                  <c:v>45245</c:v>
                </c:pt>
                <c:pt idx="1936">
                  <c:v>45246</c:v>
                </c:pt>
                <c:pt idx="1937">
                  <c:v>45247</c:v>
                </c:pt>
                <c:pt idx="1938">
                  <c:v>45250</c:v>
                </c:pt>
                <c:pt idx="1939">
                  <c:v>45251</c:v>
                </c:pt>
                <c:pt idx="1940">
                  <c:v>45252</c:v>
                </c:pt>
                <c:pt idx="1941">
                  <c:v>45253</c:v>
                </c:pt>
                <c:pt idx="1942">
                  <c:v>45254</c:v>
                </c:pt>
                <c:pt idx="1943">
                  <c:v>45257</c:v>
                </c:pt>
                <c:pt idx="1944">
                  <c:v>45258</c:v>
                </c:pt>
                <c:pt idx="1945">
                  <c:v>45259</c:v>
                </c:pt>
                <c:pt idx="1946">
                  <c:v>45260</c:v>
                </c:pt>
                <c:pt idx="1947">
                  <c:v>45261</c:v>
                </c:pt>
                <c:pt idx="1948">
                  <c:v>45264</c:v>
                </c:pt>
                <c:pt idx="1949">
                  <c:v>45265</c:v>
                </c:pt>
                <c:pt idx="1950">
                  <c:v>45266</c:v>
                </c:pt>
                <c:pt idx="1951">
                  <c:v>45267</c:v>
                </c:pt>
                <c:pt idx="1952">
                  <c:v>45268</c:v>
                </c:pt>
                <c:pt idx="1953">
                  <c:v>45271</c:v>
                </c:pt>
                <c:pt idx="1954">
                  <c:v>45272</c:v>
                </c:pt>
                <c:pt idx="1955">
                  <c:v>45273</c:v>
                </c:pt>
                <c:pt idx="1956">
                  <c:v>45274</c:v>
                </c:pt>
                <c:pt idx="1957">
                  <c:v>45275</c:v>
                </c:pt>
                <c:pt idx="1958">
                  <c:v>45278</c:v>
                </c:pt>
                <c:pt idx="1959">
                  <c:v>45279</c:v>
                </c:pt>
                <c:pt idx="1960">
                  <c:v>45280</c:v>
                </c:pt>
                <c:pt idx="1961">
                  <c:v>45281</c:v>
                </c:pt>
                <c:pt idx="1962">
                  <c:v>45282</c:v>
                </c:pt>
                <c:pt idx="1963">
                  <c:v>45286</c:v>
                </c:pt>
                <c:pt idx="1964">
                  <c:v>45287</c:v>
                </c:pt>
                <c:pt idx="1965">
                  <c:v>45288</c:v>
                </c:pt>
                <c:pt idx="1966">
                  <c:v>45293</c:v>
                </c:pt>
                <c:pt idx="1967">
                  <c:v>45294</c:v>
                </c:pt>
                <c:pt idx="1968">
                  <c:v>45295</c:v>
                </c:pt>
                <c:pt idx="1969">
                  <c:v>45296</c:v>
                </c:pt>
                <c:pt idx="1970">
                  <c:v>45299</c:v>
                </c:pt>
                <c:pt idx="1971">
                  <c:v>45300</c:v>
                </c:pt>
                <c:pt idx="1972">
                  <c:v>45301</c:v>
                </c:pt>
                <c:pt idx="1973">
                  <c:v>45302</c:v>
                </c:pt>
                <c:pt idx="1974">
                  <c:v>45303</c:v>
                </c:pt>
                <c:pt idx="1975">
                  <c:v>45306</c:v>
                </c:pt>
                <c:pt idx="1976">
                  <c:v>45307</c:v>
                </c:pt>
                <c:pt idx="1977">
                  <c:v>45308</c:v>
                </c:pt>
                <c:pt idx="1978">
                  <c:v>45309</c:v>
                </c:pt>
                <c:pt idx="1979">
                  <c:v>45310</c:v>
                </c:pt>
                <c:pt idx="1980">
                  <c:v>45313</c:v>
                </c:pt>
                <c:pt idx="1981">
                  <c:v>45314</c:v>
                </c:pt>
                <c:pt idx="1982">
                  <c:v>45315</c:v>
                </c:pt>
                <c:pt idx="1983">
                  <c:v>45316</c:v>
                </c:pt>
                <c:pt idx="1984">
                  <c:v>45317</c:v>
                </c:pt>
                <c:pt idx="1985">
                  <c:v>45320</c:v>
                </c:pt>
                <c:pt idx="1986">
                  <c:v>45321</c:v>
                </c:pt>
                <c:pt idx="1987">
                  <c:v>45322</c:v>
                </c:pt>
                <c:pt idx="1988">
                  <c:v>45323</c:v>
                </c:pt>
                <c:pt idx="1989">
                  <c:v>45324</c:v>
                </c:pt>
                <c:pt idx="1990">
                  <c:v>45327</c:v>
                </c:pt>
                <c:pt idx="1991">
                  <c:v>45328</c:v>
                </c:pt>
                <c:pt idx="1992">
                  <c:v>45329</c:v>
                </c:pt>
                <c:pt idx="1993">
                  <c:v>45330</c:v>
                </c:pt>
                <c:pt idx="1994">
                  <c:v>45335</c:v>
                </c:pt>
                <c:pt idx="1995">
                  <c:v>45336</c:v>
                </c:pt>
                <c:pt idx="1996">
                  <c:v>45337</c:v>
                </c:pt>
                <c:pt idx="1997">
                  <c:v>45338</c:v>
                </c:pt>
                <c:pt idx="1998">
                  <c:v>45341</c:v>
                </c:pt>
                <c:pt idx="1999">
                  <c:v>45342</c:v>
                </c:pt>
                <c:pt idx="2000">
                  <c:v>45343</c:v>
                </c:pt>
                <c:pt idx="2001">
                  <c:v>45344</c:v>
                </c:pt>
                <c:pt idx="2002">
                  <c:v>45345</c:v>
                </c:pt>
                <c:pt idx="2003">
                  <c:v>45348</c:v>
                </c:pt>
                <c:pt idx="2004">
                  <c:v>45349</c:v>
                </c:pt>
                <c:pt idx="2005">
                  <c:v>45350</c:v>
                </c:pt>
                <c:pt idx="2006">
                  <c:v>45351</c:v>
                </c:pt>
                <c:pt idx="2007">
                  <c:v>45355</c:v>
                </c:pt>
                <c:pt idx="2008">
                  <c:v>45356</c:v>
                </c:pt>
                <c:pt idx="2009">
                  <c:v>45357</c:v>
                </c:pt>
                <c:pt idx="2010">
                  <c:v>45358</c:v>
                </c:pt>
                <c:pt idx="2011">
                  <c:v>45359</c:v>
                </c:pt>
                <c:pt idx="2012">
                  <c:v>45362</c:v>
                </c:pt>
                <c:pt idx="2013">
                  <c:v>45363</c:v>
                </c:pt>
                <c:pt idx="2014">
                  <c:v>45364</c:v>
                </c:pt>
                <c:pt idx="2015">
                  <c:v>45365</c:v>
                </c:pt>
                <c:pt idx="2016">
                  <c:v>45366</c:v>
                </c:pt>
                <c:pt idx="2017">
                  <c:v>45369</c:v>
                </c:pt>
                <c:pt idx="2018">
                  <c:v>45370</c:v>
                </c:pt>
                <c:pt idx="2019">
                  <c:v>45371</c:v>
                </c:pt>
                <c:pt idx="2020">
                  <c:v>45372</c:v>
                </c:pt>
                <c:pt idx="2021">
                  <c:v>45373</c:v>
                </c:pt>
                <c:pt idx="2022">
                  <c:v>45376</c:v>
                </c:pt>
                <c:pt idx="2023">
                  <c:v>45377</c:v>
                </c:pt>
                <c:pt idx="2024">
                  <c:v>45378</c:v>
                </c:pt>
                <c:pt idx="2025">
                  <c:v>45379</c:v>
                </c:pt>
                <c:pt idx="2026">
                  <c:v>45380</c:v>
                </c:pt>
                <c:pt idx="2027">
                  <c:v>45383</c:v>
                </c:pt>
                <c:pt idx="2028">
                  <c:v>45384</c:v>
                </c:pt>
                <c:pt idx="2029">
                  <c:v>45385</c:v>
                </c:pt>
                <c:pt idx="2030">
                  <c:v>45386</c:v>
                </c:pt>
                <c:pt idx="2031">
                  <c:v>45387</c:v>
                </c:pt>
                <c:pt idx="2032">
                  <c:v>45390</c:v>
                </c:pt>
                <c:pt idx="2033">
                  <c:v>45391</c:v>
                </c:pt>
                <c:pt idx="2034">
                  <c:v>45393</c:v>
                </c:pt>
                <c:pt idx="2035">
                  <c:v>45394</c:v>
                </c:pt>
                <c:pt idx="2036">
                  <c:v>45397</c:v>
                </c:pt>
                <c:pt idx="2037">
                  <c:v>45398</c:v>
                </c:pt>
                <c:pt idx="2038">
                  <c:v>45399</c:v>
                </c:pt>
                <c:pt idx="2039">
                  <c:v>45400</c:v>
                </c:pt>
                <c:pt idx="2040">
                  <c:v>45401</c:v>
                </c:pt>
                <c:pt idx="2041">
                  <c:v>45404</c:v>
                </c:pt>
                <c:pt idx="2042">
                  <c:v>45405</c:v>
                </c:pt>
                <c:pt idx="2043">
                  <c:v>45406</c:v>
                </c:pt>
                <c:pt idx="2044">
                  <c:v>45407</c:v>
                </c:pt>
                <c:pt idx="2045">
                  <c:v>45408</c:v>
                </c:pt>
                <c:pt idx="2046">
                  <c:v>45411</c:v>
                </c:pt>
                <c:pt idx="2047">
                  <c:v>45412</c:v>
                </c:pt>
                <c:pt idx="2048">
                  <c:v>45414</c:v>
                </c:pt>
                <c:pt idx="2049">
                  <c:v>45415</c:v>
                </c:pt>
                <c:pt idx="2050">
                  <c:v>45419</c:v>
                </c:pt>
                <c:pt idx="2051">
                  <c:v>45420</c:v>
                </c:pt>
                <c:pt idx="2052">
                  <c:v>45421</c:v>
                </c:pt>
                <c:pt idx="2053">
                  <c:v>45422</c:v>
                </c:pt>
                <c:pt idx="2054">
                  <c:v>45425</c:v>
                </c:pt>
                <c:pt idx="2055">
                  <c:v>45426</c:v>
                </c:pt>
                <c:pt idx="2056">
                  <c:v>45428</c:v>
                </c:pt>
                <c:pt idx="2057">
                  <c:v>45429</c:v>
                </c:pt>
                <c:pt idx="2058">
                  <c:v>45432</c:v>
                </c:pt>
                <c:pt idx="2059">
                  <c:v>45433</c:v>
                </c:pt>
                <c:pt idx="2060">
                  <c:v>45434</c:v>
                </c:pt>
                <c:pt idx="2061">
                  <c:v>45435</c:v>
                </c:pt>
                <c:pt idx="2062">
                  <c:v>45436</c:v>
                </c:pt>
                <c:pt idx="2063">
                  <c:v>45439</c:v>
                </c:pt>
                <c:pt idx="2064">
                  <c:v>45440</c:v>
                </c:pt>
                <c:pt idx="2065">
                  <c:v>45441</c:v>
                </c:pt>
                <c:pt idx="2066">
                  <c:v>45442</c:v>
                </c:pt>
                <c:pt idx="2067">
                  <c:v>45443</c:v>
                </c:pt>
                <c:pt idx="2068">
                  <c:v>45446</c:v>
                </c:pt>
                <c:pt idx="2069">
                  <c:v>45447</c:v>
                </c:pt>
                <c:pt idx="2070">
                  <c:v>45448</c:v>
                </c:pt>
                <c:pt idx="2071">
                  <c:v>45450</c:v>
                </c:pt>
                <c:pt idx="2072">
                  <c:v>45453</c:v>
                </c:pt>
                <c:pt idx="2073">
                  <c:v>45454</c:v>
                </c:pt>
                <c:pt idx="2074">
                  <c:v>45455</c:v>
                </c:pt>
                <c:pt idx="2075">
                  <c:v>45456</c:v>
                </c:pt>
                <c:pt idx="2076">
                  <c:v>45457</c:v>
                </c:pt>
                <c:pt idx="2077">
                  <c:v>45460</c:v>
                </c:pt>
                <c:pt idx="2078">
                  <c:v>45461</c:v>
                </c:pt>
                <c:pt idx="2079">
                  <c:v>45462</c:v>
                </c:pt>
                <c:pt idx="2080">
                  <c:v>45463</c:v>
                </c:pt>
                <c:pt idx="2081">
                  <c:v>45464</c:v>
                </c:pt>
                <c:pt idx="2082">
                  <c:v>45467</c:v>
                </c:pt>
                <c:pt idx="2083">
                  <c:v>45468</c:v>
                </c:pt>
                <c:pt idx="2084">
                  <c:v>45469</c:v>
                </c:pt>
                <c:pt idx="2085">
                  <c:v>45470</c:v>
                </c:pt>
                <c:pt idx="2086">
                  <c:v>45471</c:v>
                </c:pt>
                <c:pt idx="2087">
                  <c:v>45474</c:v>
                </c:pt>
                <c:pt idx="2088">
                  <c:v>45475</c:v>
                </c:pt>
                <c:pt idx="2089">
                  <c:v>45476</c:v>
                </c:pt>
                <c:pt idx="2090">
                  <c:v>45477</c:v>
                </c:pt>
                <c:pt idx="2091">
                  <c:v>45478</c:v>
                </c:pt>
                <c:pt idx="2092">
                  <c:v>45481</c:v>
                </c:pt>
                <c:pt idx="2093">
                  <c:v>45482</c:v>
                </c:pt>
                <c:pt idx="2094">
                  <c:v>45483</c:v>
                </c:pt>
                <c:pt idx="2095">
                  <c:v>45484</c:v>
                </c:pt>
                <c:pt idx="2096">
                  <c:v>45485</c:v>
                </c:pt>
                <c:pt idx="2097">
                  <c:v>45488</c:v>
                </c:pt>
                <c:pt idx="2098">
                  <c:v>45489</c:v>
                </c:pt>
                <c:pt idx="2099">
                  <c:v>45490</c:v>
                </c:pt>
                <c:pt idx="2100">
                  <c:v>45491</c:v>
                </c:pt>
                <c:pt idx="2101">
                  <c:v>45492</c:v>
                </c:pt>
                <c:pt idx="2102">
                  <c:v>45495</c:v>
                </c:pt>
                <c:pt idx="2103">
                  <c:v>45496</c:v>
                </c:pt>
                <c:pt idx="2104">
                  <c:v>45497</c:v>
                </c:pt>
                <c:pt idx="2105">
                  <c:v>45498</c:v>
                </c:pt>
                <c:pt idx="2106">
                  <c:v>45499</c:v>
                </c:pt>
                <c:pt idx="2107">
                  <c:v>45502</c:v>
                </c:pt>
                <c:pt idx="2108">
                  <c:v>45503</c:v>
                </c:pt>
                <c:pt idx="2109">
                  <c:v>45504</c:v>
                </c:pt>
                <c:pt idx="2110">
                  <c:v>45505</c:v>
                </c:pt>
                <c:pt idx="2111">
                  <c:v>45506</c:v>
                </c:pt>
                <c:pt idx="2112">
                  <c:v>45509</c:v>
                </c:pt>
                <c:pt idx="2113">
                  <c:v>45510</c:v>
                </c:pt>
                <c:pt idx="2114">
                  <c:v>45511</c:v>
                </c:pt>
                <c:pt idx="2115">
                  <c:v>45512</c:v>
                </c:pt>
                <c:pt idx="2116">
                  <c:v>45513</c:v>
                </c:pt>
                <c:pt idx="2117">
                  <c:v>45516</c:v>
                </c:pt>
                <c:pt idx="2118">
                  <c:v>45517</c:v>
                </c:pt>
                <c:pt idx="2119">
                  <c:v>45518</c:v>
                </c:pt>
                <c:pt idx="2120">
                  <c:v>45520</c:v>
                </c:pt>
                <c:pt idx="2121">
                  <c:v>45523</c:v>
                </c:pt>
                <c:pt idx="2122">
                  <c:v>45524</c:v>
                </c:pt>
                <c:pt idx="2123">
                  <c:v>45525</c:v>
                </c:pt>
                <c:pt idx="2124">
                  <c:v>45526</c:v>
                </c:pt>
                <c:pt idx="2125">
                  <c:v>45527</c:v>
                </c:pt>
                <c:pt idx="2126">
                  <c:v>45530</c:v>
                </c:pt>
                <c:pt idx="2127">
                  <c:v>45531</c:v>
                </c:pt>
                <c:pt idx="2128">
                  <c:v>45532</c:v>
                </c:pt>
                <c:pt idx="2129">
                  <c:v>45533</c:v>
                </c:pt>
                <c:pt idx="2130">
                  <c:v>45534</c:v>
                </c:pt>
                <c:pt idx="2131">
                  <c:v>45537</c:v>
                </c:pt>
                <c:pt idx="2132">
                  <c:v>45538</c:v>
                </c:pt>
                <c:pt idx="2133">
                  <c:v>45539</c:v>
                </c:pt>
                <c:pt idx="2134">
                  <c:v>45540</c:v>
                </c:pt>
                <c:pt idx="2135">
                  <c:v>45541</c:v>
                </c:pt>
                <c:pt idx="2136">
                  <c:v>45544</c:v>
                </c:pt>
                <c:pt idx="2137">
                  <c:v>45545</c:v>
                </c:pt>
                <c:pt idx="2138">
                  <c:v>45546</c:v>
                </c:pt>
                <c:pt idx="2139">
                  <c:v>45547</c:v>
                </c:pt>
                <c:pt idx="2140">
                  <c:v>45548</c:v>
                </c:pt>
                <c:pt idx="2141">
                  <c:v>45554</c:v>
                </c:pt>
                <c:pt idx="2142">
                  <c:v>45555</c:v>
                </c:pt>
                <c:pt idx="2143">
                  <c:v>45558</c:v>
                </c:pt>
                <c:pt idx="2144">
                  <c:v>45559</c:v>
                </c:pt>
                <c:pt idx="2145">
                  <c:v>45560</c:v>
                </c:pt>
                <c:pt idx="2146">
                  <c:v>45561</c:v>
                </c:pt>
                <c:pt idx="2147">
                  <c:v>45562</c:v>
                </c:pt>
                <c:pt idx="2148">
                  <c:v>45565</c:v>
                </c:pt>
                <c:pt idx="2149">
                  <c:v>45567</c:v>
                </c:pt>
                <c:pt idx="2150">
                  <c:v>45569</c:v>
                </c:pt>
                <c:pt idx="2151">
                  <c:v>45572</c:v>
                </c:pt>
                <c:pt idx="2152">
                  <c:v>45573</c:v>
                </c:pt>
                <c:pt idx="2153">
                  <c:v>45575</c:v>
                </c:pt>
                <c:pt idx="2154">
                  <c:v>45576</c:v>
                </c:pt>
                <c:pt idx="2155">
                  <c:v>45579</c:v>
                </c:pt>
                <c:pt idx="2156">
                  <c:v>45580</c:v>
                </c:pt>
                <c:pt idx="2157">
                  <c:v>45581</c:v>
                </c:pt>
                <c:pt idx="2158">
                  <c:v>45582</c:v>
                </c:pt>
                <c:pt idx="2159">
                  <c:v>45583</c:v>
                </c:pt>
                <c:pt idx="2160">
                  <c:v>45586</c:v>
                </c:pt>
                <c:pt idx="2161">
                  <c:v>45587</c:v>
                </c:pt>
                <c:pt idx="2162">
                  <c:v>45588</c:v>
                </c:pt>
                <c:pt idx="2163">
                  <c:v>45589</c:v>
                </c:pt>
                <c:pt idx="2164">
                  <c:v>45590</c:v>
                </c:pt>
                <c:pt idx="2165">
                  <c:v>45593</c:v>
                </c:pt>
                <c:pt idx="2166">
                  <c:v>45594</c:v>
                </c:pt>
                <c:pt idx="2167">
                  <c:v>45595</c:v>
                </c:pt>
                <c:pt idx="2168">
                  <c:v>45596</c:v>
                </c:pt>
                <c:pt idx="2169">
                  <c:v>45597</c:v>
                </c:pt>
                <c:pt idx="2170">
                  <c:v>45600</c:v>
                </c:pt>
                <c:pt idx="2171">
                  <c:v>45601</c:v>
                </c:pt>
                <c:pt idx="2172">
                  <c:v>45602</c:v>
                </c:pt>
                <c:pt idx="2173">
                  <c:v>45603</c:v>
                </c:pt>
                <c:pt idx="2174">
                  <c:v>45604</c:v>
                </c:pt>
                <c:pt idx="2175">
                  <c:v>45607</c:v>
                </c:pt>
                <c:pt idx="2176">
                  <c:v>45608</c:v>
                </c:pt>
                <c:pt idx="2177">
                  <c:v>45609</c:v>
                </c:pt>
                <c:pt idx="2178">
                  <c:v>45610</c:v>
                </c:pt>
                <c:pt idx="2179">
                  <c:v>45611</c:v>
                </c:pt>
                <c:pt idx="2180">
                  <c:v>45614</c:v>
                </c:pt>
                <c:pt idx="2181">
                  <c:v>45615</c:v>
                </c:pt>
                <c:pt idx="2182">
                  <c:v>45616</c:v>
                </c:pt>
                <c:pt idx="2183">
                  <c:v>45617</c:v>
                </c:pt>
                <c:pt idx="2184">
                  <c:v>45618</c:v>
                </c:pt>
                <c:pt idx="2185">
                  <c:v>45621</c:v>
                </c:pt>
                <c:pt idx="2186">
                  <c:v>45622</c:v>
                </c:pt>
                <c:pt idx="2187">
                  <c:v>45623</c:v>
                </c:pt>
                <c:pt idx="2188">
                  <c:v>45624</c:v>
                </c:pt>
                <c:pt idx="2189">
                  <c:v>45625</c:v>
                </c:pt>
                <c:pt idx="2190">
                  <c:v>45628</c:v>
                </c:pt>
                <c:pt idx="2191">
                  <c:v>45629</c:v>
                </c:pt>
                <c:pt idx="2192">
                  <c:v>45630</c:v>
                </c:pt>
                <c:pt idx="2193">
                  <c:v>45631</c:v>
                </c:pt>
                <c:pt idx="2194">
                  <c:v>45632</c:v>
                </c:pt>
                <c:pt idx="2195">
                  <c:v>45635</c:v>
                </c:pt>
                <c:pt idx="2196">
                  <c:v>45636</c:v>
                </c:pt>
                <c:pt idx="2197">
                  <c:v>45637</c:v>
                </c:pt>
                <c:pt idx="2198">
                  <c:v>45638</c:v>
                </c:pt>
                <c:pt idx="2199">
                  <c:v>45639</c:v>
                </c:pt>
                <c:pt idx="2200">
                  <c:v>45642</c:v>
                </c:pt>
                <c:pt idx="2201">
                  <c:v>45643</c:v>
                </c:pt>
                <c:pt idx="2202">
                  <c:v>45644</c:v>
                </c:pt>
                <c:pt idx="2203">
                  <c:v>45645</c:v>
                </c:pt>
                <c:pt idx="2204">
                  <c:v>45646</c:v>
                </c:pt>
                <c:pt idx="2205">
                  <c:v>45649</c:v>
                </c:pt>
                <c:pt idx="2206">
                  <c:v>45650</c:v>
                </c:pt>
                <c:pt idx="2207">
                  <c:v>45652</c:v>
                </c:pt>
                <c:pt idx="2208">
                  <c:v>45653</c:v>
                </c:pt>
                <c:pt idx="2209">
                  <c:v>45656</c:v>
                </c:pt>
                <c:pt idx="2210">
                  <c:v>45659</c:v>
                </c:pt>
                <c:pt idx="2211">
                  <c:v>45660</c:v>
                </c:pt>
                <c:pt idx="2212">
                  <c:v>45663</c:v>
                </c:pt>
                <c:pt idx="2213">
                  <c:v>45664</c:v>
                </c:pt>
                <c:pt idx="2214">
                  <c:v>45665</c:v>
                </c:pt>
                <c:pt idx="2215">
                  <c:v>45666</c:v>
                </c:pt>
                <c:pt idx="2216">
                  <c:v>45667</c:v>
                </c:pt>
                <c:pt idx="2217">
                  <c:v>45670</c:v>
                </c:pt>
                <c:pt idx="2218">
                  <c:v>45671</c:v>
                </c:pt>
                <c:pt idx="2219">
                  <c:v>45672</c:v>
                </c:pt>
                <c:pt idx="2220">
                  <c:v>45673</c:v>
                </c:pt>
                <c:pt idx="2221">
                  <c:v>45674</c:v>
                </c:pt>
                <c:pt idx="2222">
                  <c:v>45677</c:v>
                </c:pt>
                <c:pt idx="2223">
                  <c:v>45678</c:v>
                </c:pt>
                <c:pt idx="2224">
                  <c:v>45679</c:v>
                </c:pt>
                <c:pt idx="2225">
                  <c:v>45680</c:v>
                </c:pt>
                <c:pt idx="2226">
                  <c:v>45681</c:v>
                </c:pt>
                <c:pt idx="2227">
                  <c:v>45688</c:v>
                </c:pt>
                <c:pt idx="2228">
                  <c:v>45691</c:v>
                </c:pt>
                <c:pt idx="2229">
                  <c:v>45692</c:v>
                </c:pt>
                <c:pt idx="2230">
                  <c:v>45693</c:v>
                </c:pt>
                <c:pt idx="2231">
                  <c:v>45694</c:v>
                </c:pt>
                <c:pt idx="2232">
                  <c:v>45695</c:v>
                </c:pt>
                <c:pt idx="2233">
                  <c:v>45698</c:v>
                </c:pt>
                <c:pt idx="2234">
                  <c:v>45699</c:v>
                </c:pt>
                <c:pt idx="2235">
                  <c:v>45700</c:v>
                </c:pt>
                <c:pt idx="2236">
                  <c:v>45701</c:v>
                </c:pt>
                <c:pt idx="2237">
                  <c:v>45702</c:v>
                </c:pt>
                <c:pt idx="2238">
                  <c:v>45705</c:v>
                </c:pt>
                <c:pt idx="2239">
                  <c:v>45706</c:v>
                </c:pt>
                <c:pt idx="2240">
                  <c:v>45707</c:v>
                </c:pt>
                <c:pt idx="2241">
                  <c:v>45708</c:v>
                </c:pt>
                <c:pt idx="2242">
                  <c:v>45709</c:v>
                </c:pt>
                <c:pt idx="2243">
                  <c:v>45712</c:v>
                </c:pt>
                <c:pt idx="2244">
                  <c:v>45713</c:v>
                </c:pt>
                <c:pt idx="2245">
                  <c:v>45714</c:v>
                </c:pt>
                <c:pt idx="2246">
                  <c:v>45715</c:v>
                </c:pt>
                <c:pt idx="2247">
                  <c:v>45716</c:v>
                </c:pt>
                <c:pt idx="2248">
                  <c:v>45720</c:v>
                </c:pt>
                <c:pt idx="2249">
                  <c:v>45721</c:v>
                </c:pt>
                <c:pt idx="2250">
                  <c:v>45722</c:v>
                </c:pt>
                <c:pt idx="2251">
                  <c:v>45723</c:v>
                </c:pt>
                <c:pt idx="2252">
                  <c:v>45726</c:v>
                </c:pt>
                <c:pt idx="2253">
                  <c:v>45727</c:v>
                </c:pt>
                <c:pt idx="2254">
                  <c:v>45728</c:v>
                </c:pt>
                <c:pt idx="2255">
                  <c:v>45729</c:v>
                </c:pt>
                <c:pt idx="2256">
                  <c:v>45730</c:v>
                </c:pt>
                <c:pt idx="2257">
                  <c:v>45733</c:v>
                </c:pt>
                <c:pt idx="2258">
                  <c:v>45734</c:v>
                </c:pt>
                <c:pt idx="2259">
                  <c:v>45735</c:v>
                </c:pt>
                <c:pt idx="2260">
                  <c:v>45736</c:v>
                </c:pt>
                <c:pt idx="2261">
                  <c:v>45737</c:v>
                </c:pt>
                <c:pt idx="2262">
                  <c:v>45740</c:v>
                </c:pt>
                <c:pt idx="2263">
                  <c:v>45741</c:v>
                </c:pt>
                <c:pt idx="2264">
                  <c:v>45742</c:v>
                </c:pt>
                <c:pt idx="2265">
                  <c:v>45743</c:v>
                </c:pt>
                <c:pt idx="2266">
                  <c:v>45744</c:v>
                </c:pt>
                <c:pt idx="2267">
                  <c:v>45747</c:v>
                </c:pt>
                <c:pt idx="2268">
                  <c:v>45748</c:v>
                </c:pt>
                <c:pt idx="2269">
                  <c:v>45749</c:v>
                </c:pt>
                <c:pt idx="2270">
                  <c:v>45750</c:v>
                </c:pt>
                <c:pt idx="2271">
                  <c:v>45751</c:v>
                </c:pt>
                <c:pt idx="2272">
                  <c:v>45754</c:v>
                </c:pt>
                <c:pt idx="2273">
                  <c:v>45755</c:v>
                </c:pt>
                <c:pt idx="2274">
                  <c:v>45756</c:v>
                </c:pt>
                <c:pt idx="2275">
                  <c:v>45757</c:v>
                </c:pt>
                <c:pt idx="2276">
                  <c:v>45758</c:v>
                </c:pt>
                <c:pt idx="2277">
                  <c:v>45761</c:v>
                </c:pt>
                <c:pt idx="2278">
                  <c:v>45762</c:v>
                </c:pt>
                <c:pt idx="2279">
                  <c:v>45763</c:v>
                </c:pt>
                <c:pt idx="2280">
                  <c:v>45764</c:v>
                </c:pt>
                <c:pt idx="2281">
                  <c:v>45765</c:v>
                </c:pt>
                <c:pt idx="2282">
                  <c:v>45768</c:v>
                </c:pt>
                <c:pt idx="2283">
                  <c:v>45769</c:v>
                </c:pt>
                <c:pt idx="2284">
                  <c:v>45770</c:v>
                </c:pt>
                <c:pt idx="2285">
                  <c:v>45771</c:v>
                </c:pt>
                <c:pt idx="2286">
                  <c:v>45772</c:v>
                </c:pt>
                <c:pt idx="2287">
                  <c:v>45775</c:v>
                </c:pt>
                <c:pt idx="2288">
                  <c:v>45776</c:v>
                </c:pt>
                <c:pt idx="2289">
                  <c:v>45777</c:v>
                </c:pt>
                <c:pt idx="2290">
                  <c:v>45779</c:v>
                </c:pt>
                <c:pt idx="2291">
                  <c:v>45784</c:v>
                </c:pt>
                <c:pt idx="2292">
                  <c:v>45785</c:v>
                </c:pt>
                <c:pt idx="2293">
                  <c:v>45786</c:v>
                </c:pt>
                <c:pt idx="2294">
                  <c:v>45789</c:v>
                </c:pt>
                <c:pt idx="2295">
                  <c:v>45790</c:v>
                </c:pt>
                <c:pt idx="2296">
                  <c:v>45791</c:v>
                </c:pt>
                <c:pt idx="2297">
                  <c:v>45792</c:v>
                </c:pt>
                <c:pt idx="2298">
                  <c:v>45793</c:v>
                </c:pt>
                <c:pt idx="2299">
                  <c:v>45796</c:v>
                </c:pt>
                <c:pt idx="2300">
                  <c:v>45797</c:v>
                </c:pt>
                <c:pt idx="2301">
                  <c:v>45798</c:v>
                </c:pt>
                <c:pt idx="2302">
                  <c:v>45799</c:v>
                </c:pt>
                <c:pt idx="2303">
                  <c:v>45800</c:v>
                </c:pt>
                <c:pt idx="2304">
                  <c:v>45803</c:v>
                </c:pt>
                <c:pt idx="2305">
                  <c:v>45804</c:v>
                </c:pt>
                <c:pt idx="2306">
                  <c:v>45805</c:v>
                </c:pt>
                <c:pt idx="2307">
                  <c:v>45806</c:v>
                </c:pt>
                <c:pt idx="2308">
                  <c:v>45807</c:v>
                </c:pt>
                <c:pt idx="2309">
                  <c:v>45810</c:v>
                </c:pt>
                <c:pt idx="2310">
                  <c:v>45812</c:v>
                </c:pt>
                <c:pt idx="2311">
                  <c:v>45813</c:v>
                </c:pt>
                <c:pt idx="2312">
                  <c:v>45817</c:v>
                </c:pt>
                <c:pt idx="2313">
                  <c:v>45818</c:v>
                </c:pt>
                <c:pt idx="2314">
                  <c:v>45819</c:v>
                </c:pt>
                <c:pt idx="2315">
                  <c:v>45820</c:v>
                </c:pt>
                <c:pt idx="2316">
                  <c:v>45821</c:v>
                </c:pt>
                <c:pt idx="2317">
                  <c:v>45824</c:v>
                </c:pt>
                <c:pt idx="2318">
                  <c:v>45825</c:v>
                </c:pt>
                <c:pt idx="2319">
                  <c:v>45826</c:v>
                </c:pt>
                <c:pt idx="2320">
                  <c:v>45827</c:v>
                </c:pt>
                <c:pt idx="2321">
                  <c:v>45828</c:v>
                </c:pt>
                <c:pt idx="2322">
                  <c:v>45831</c:v>
                </c:pt>
                <c:pt idx="2323">
                  <c:v>45832</c:v>
                </c:pt>
                <c:pt idx="2324">
                  <c:v>45833</c:v>
                </c:pt>
                <c:pt idx="2325">
                  <c:v>45834</c:v>
                </c:pt>
                <c:pt idx="2326">
                  <c:v>45835</c:v>
                </c:pt>
                <c:pt idx="2327">
                  <c:v>45838</c:v>
                </c:pt>
                <c:pt idx="2328">
                  <c:v>45839</c:v>
                </c:pt>
                <c:pt idx="2329">
                  <c:v>45840</c:v>
                </c:pt>
                <c:pt idx="2330">
                  <c:v>45841</c:v>
                </c:pt>
                <c:pt idx="2331">
                  <c:v>45842</c:v>
                </c:pt>
                <c:pt idx="2332">
                  <c:v>45845</c:v>
                </c:pt>
                <c:pt idx="2333">
                  <c:v>45846</c:v>
                </c:pt>
                <c:pt idx="2334">
                  <c:v>45847</c:v>
                </c:pt>
                <c:pt idx="2335">
                  <c:v>45848</c:v>
                </c:pt>
                <c:pt idx="2336">
                  <c:v>45849</c:v>
                </c:pt>
                <c:pt idx="2337">
                  <c:v>45852</c:v>
                </c:pt>
                <c:pt idx="2338">
                  <c:v>45853</c:v>
                </c:pt>
                <c:pt idx="2339">
                  <c:v>45854</c:v>
                </c:pt>
                <c:pt idx="2340">
                  <c:v>45855</c:v>
                </c:pt>
                <c:pt idx="2341">
                  <c:v>45856</c:v>
                </c:pt>
                <c:pt idx="2342">
                  <c:v>45859</c:v>
                </c:pt>
                <c:pt idx="2343">
                  <c:v>45860</c:v>
                </c:pt>
                <c:pt idx="2344">
                  <c:v>45861</c:v>
                </c:pt>
                <c:pt idx="2345">
                  <c:v>45862</c:v>
                </c:pt>
                <c:pt idx="2346">
                  <c:v>45863</c:v>
                </c:pt>
                <c:pt idx="2347">
                  <c:v>45866</c:v>
                </c:pt>
                <c:pt idx="2348">
                  <c:v>45867</c:v>
                </c:pt>
                <c:pt idx="2349">
                  <c:v>45868</c:v>
                </c:pt>
                <c:pt idx="2350">
                  <c:v>45869</c:v>
                </c:pt>
                <c:pt idx="2351">
                  <c:v>45870</c:v>
                </c:pt>
                <c:pt idx="2352">
                  <c:v>45873</c:v>
                </c:pt>
                <c:pt idx="2353">
                  <c:v>45874</c:v>
                </c:pt>
                <c:pt idx="2354">
                  <c:v>45875</c:v>
                </c:pt>
                <c:pt idx="2355">
                  <c:v>45876</c:v>
                </c:pt>
                <c:pt idx="2356">
                  <c:v>45877</c:v>
                </c:pt>
                <c:pt idx="2357">
                  <c:v>45880</c:v>
                </c:pt>
                <c:pt idx="2358">
                  <c:v>45881</c:v>
                </c:pt>
                <c:pt idx="2359">
                  <c:v>45882</c:v>
                </c:pt>
                <c:pt idx="2360">
                  <c:v>45883</c:v>
                </c:pt>
                <c:pt idx="2361">
                  <c:v>45887</c:v>
                </c:pt>
                <c:pt idx="2362">
                  <c:v>45888</c:v>
                </c:pt>
                <c:pt idx="2363">
                  <c:v>45889</c:v>
                </c:pt>
                <c:pt idx="2364">
                  <c:v>45890</c:v>
                </c:pt>
                <c:pt idx="2365">
                  <c:v>45891</c:v>
                </c:pt>
                <c:pt idx="2366">
                  <c:v>45894</c:v>
                </c:pt>
                <c:pt idx="2367">
                  <c:v>45895</c:v>
                </c:pt>
                <c:pt idx="2368">
                  <c:v>45896</c:v>
                </c:pt>
                <c:pt idx="2369">
                  <c:v>45897</c:v>
                </c:pt>
                <c:pt idx="2370">
                  <c:v>45898</c:v>
                </c:pt>
                <c:pt idx="2371">
                  <c:v>45901</c:v>
                </c:pt>
                <c:pt idx="2372">
                  <c:v>45902</c:v>
                </c:pt>
                <c:pt idx="2373">
                  <c:v>45903</c:v>
                </c:pt>
                <c:pt idx="2374">
                  <c:v>45904</c:v>
                </c:pt>
                <c:pt idx="2375">
                  <c:v>45905</c:v>
                </c:pt>
                <c:pt idx="2376">
                  <c:v>45908</c:v>
                </c:pt>
                <c:pt idx="2377">
                  <c:v>45909</c:v>
                </c:pt>
                <c:pt idx="2378">
                  <c:v>45910</c:v>
                </c:pt>
                <c:pt idx="2379">
                  <c:v>45911</c:v>
                </c:pt>
                <c:pt idx="2380">
                  <c:v>45912</c:v>
                </c:pt>
                <c:pt idx="2381">
                  <c:v>45915</c:v>
                </c:pt>
                <c:pt idx="2382">
                  <c:v>45916</c:v>
                </c:pt>
                <c:pt idx="2383">
                  <c:v>45917</c:v>
                </c:pt>
                <c:pt idx="2384">
                  <c:v>45918</c:v>
                </c:pt>
                <c:pt idx="2385">
                  <c:v>45919</c:v>
                </c:pt>
                <c:pt idx="2386">
                  <c:v>45922</c:v>
                </c:pt>
                <c:pt idx="2387">
                  <c:v>45923</c:v>
                </c:pt>
                <c:pt idx="2388">
                  <c:v>45924</c:v>
                </c:pt>
                <c:pt idx="2389">
                  <c:v>45925</c:v>
                </c:pt>
                <c:pt idx="2390">
                  <c:v>45926</c:v>
                </c:pt>
                <c:pt idx="2391">
                  <c:v>45929</c:v>
                </c:pt>
                <c:pt idx="2392">
                  <c:v>45930</c:v>
                </c:pt>
                <c:pt idx="2393">
                  <c:v>45931</c:v>
                </c:pt>
                <c:pt idx="2394">
                  <c:v>45932</c:v>
                </c:pt>
                <c:pt idx="2395">
                  <c:v>45940</c:v>
                </c:pt>
                <c:pt idx="2396">
                  <c:v>45943</c:v>
                </c:pt>
                <c:pt idx="2397">
                  <c:v>45944</c:v>
                </c:pt>
                <c:pt idx="2398">
                  <c:v>45945</c:v>
                </c:pt>
                <c:pt idx="2399">
                  <c:v>45946</c:v>
                </c:pt>
                <c:pt idx="2400">
                  <c:v>45947</c:v>
                </c:pt>
                <c:pt idx="2401">
                  <c:v>45950</c:v>
                </c:pt>
                <c:pt idx="2402">
                  <c:v>45951</c:v>
                </c:pt>
                <c:pt idx="2403">
                  <c:v>45952</c:v>
                </c:pt>
                <c:pt idx="2404">
                  <c:v>45953</c:v>
                </c:pt>
                <c:pt idx="2405">
                  <c:v>45954</c:v>
                </c:pt>
                <c:pt idx="2406">
                  <c:v>45957</c:v>
                </c:pt>
                <c:pt idx="2407">
                  <c:v>45958</c:v>
                </c:pt>
                <c:pt idx="2408">
                  <c:v>45959</c:v>
                </c:pt>
                <c:pt idx="2409">
                  <c:v>45960</c:v>
                </c:pt>
                <c:pt idx="2410">
                  <c:v>45961</c:v>
                </c:pt>
                <c:pt idx="2411">
                  <c:v>45964</c:v>
                </c:pt>
                <c:pt idx="2412">
                  <c:v>45965</c:v>
                </c:pt>
                <c:pt idx="2413">
                  <c:v>45966</c:v>
                </c:pt>
                <c:pt idx="2414">
                  <c:v>45967</c:v>
                </c:pt>
                <c:pt idx="2415">
                  <c:v>45968</c:v>
                </c:pt>
                <c:pt idx="2416">
                  <c:v>45971</c:v>
                </c:pt>
                <c:pt idx="2417">
                  <c:v>45972</c:v>
                </c:pt>
                <c:pt idx="2418">
                  <c:v>45973</c:v>
                </c:pt>
                <c:pt idx="2419">
                  <c:v>45974</c:v>
                </c:pt>
                <c:pt idx="2420">
                  <c:v>45975</c:v>
                </c:pt>
                <c:pt idx="2421">
                  <c:v>45978</c:v>
                </c:pt>
                <c:pt idx="2422">
                  <c:v>45979</c:v>
                </c:pt>
                <c:pt idx="2423">
                  <c:v>45980</c:v>
                </c:pt>
                <c:pt idx="2424">
                  <c:v>45981</c:v>
                </c:pt>
                <c:pt idx="2425">
                  <c:v>45982</c:v>
                </c:pt>
                <c:pt idx="2426">
                  <c:v>45985</c:v>
                </c:pt>
                <c:pt idx="2427">
                  <c:v>45986</c:v>
                </c:pt>
                <c:pt idx="2428">
                  <c:v>45987</c:v>
                </c:pt>
                <c:pt idx="2429">
                  <c:v>45988</c:v>
                </c:pt>
                <c:pt idx="2430">
                  <c:v>45989</c:v>
                </c:pt>
                <c:pt idx="2431">
                  <c:v>45992</c:v>
                </c:pt>
                <c:pt idx="2432">
                  <c:v>45993</c:v>
                </c:pt>
                <c:pt idx="2433">
                  <c:v>45994</c:v>
                </c:pt>
                <c:pt idx="2434">
                  <c:v>45995</c:v>
                </c:pt>
                <c:pt idx="2435">
                  <c:v>45996</c:v>
                </c:pt>
                <c:pt idx="2436">
                  <c:v>45999</c:v>
                </c:pt>
                <c:pt idx="2437">
                  <c:v>46000</c:v>
                </c:pt>
                <c:pt idx="2438">
                  <c:v>46001</c:v>
                </c:pt>
                <c:pt idx="2439">
                  <c:v>46002</c:v>
                </c:pt>
                <c:pt idx="2440">
                  <c:v>46003</c:v>
                </c:pt>
                <c:pt idx="2441">
                  <c:v>46006</c:v>
                </c:pt>
                <c:pt idx="2442">
                  <c:v>46007</c:v>
                </c:pt>
                <c:pt idx="2443">
                  <c:v>46008</c:v>
                </c:pt>
                <c:pt idx="2444">
                  <c:v>46009</c:v>
                </c:pt>
                <c:pt idx="2445">
                  <c:v>46010</c:v>
                </c:pt>
                <c:pt idx="2446">
                  <c:v>46013</c:v>
                </c:pt>
                <c:pt idx="2447">
                  <c:v>46014</c:v>
                </c:pt>
                <c:pt idx="2448">
                  <c:v>46015</c:v>
                </c:pt>
                <c:pt idx="2449">
                  <c:v>46017</c:v>
                </c:pt>
                <c:pt idx="2450">
                  <c:v>46020</c:v>
                </c:pt>
                <c:pt idx="2451">
                  <c:v>46021</c:v>
                </c:pt>
                <c:pt idx="2452">
                  <c:v>46024</c:v>
                </c:pt>
                <c:pt idx="2453">
                  <c:v>46027</c:v>
                </c:pt>
                <c:pt idx="2454">
                  <c:v>46028</c:v>
                </c:pt>
                <c:pt idx="2455">
                  <c:v>46029</c:v>
                </c:pt>
                <c:pt idx="2456">
                  <c:v>46030</c:v>
                </c:pt>
                <c:pt idx="2457">
                  <c:v>46031</c:v>
                </c:pt>
                <c:pt idx="2458">
                  <c:v>46034</c:v>
                </c:pt>
                <c:pt idx="2459">
                  <c:v>46035</c:v>
                </c:pt>
                <c:pt idx="2460">
                  <c:v>46036</c:v>
                </c:pt>
                <c:pt idx="2461">
                  <c:v>46037</c:v>
                </c:pt>
                <c:pt idx="2462">
                  <c:v>46038</c:v>
                </c:pt>
                <c:pt idx="2463">
                  <c:v>46041</c:v>
                </c:pt>
                <c:pt idx="2464">
                  <c:v>46042</c:v>
                </c:pt>
                <c:pt idx="2465">
                  <c:v>46043</c:v>
                </c:pt>
                <c:pt idx="2466">
                  <c:v>46044</c:v>
                </c:pt>
                <c:pt idx="2467">
                  <c:v>46045</c:v>
                </c:pt>
                <c:pt idx="2468">
                  <c:v>46048</c:v>
                </c:pt>
                <c:pt idx="2469">
                  <c:v>46049</c:v>
                </c:pt>
                <c:pt idx="2470">
                  <c:v>46050</c:v>
                </c:pt>
                <c:pt idx="2471">
                  <c:v>46051</c:v>
                </c:pt>
                <c:pt idx="2472">
                  <c:v>46052</c:v>
                </c:pt>
                <c:pt idx="2473">
                  <c:v>46055</c:v>
                </c:pt>
                <c:pt idx="2474">
                  <c:v>46056</c:v>
                </c:pt>
                <c:pt idx="2475">
                  <c:v>46057</c:v>
                </c:pt>
                <c:pt idx="2476">
                  <c:v>46058</c:v>
                </c:pt>
                <c:pt idx="2477">
                  <c:v>46059</c:v>
                </c:pt>
                <c:pt idx="2478">
                  <c:v>46062</c:v>
                </c:pt>
                <c:pt idx="2479">
                  <c:v>46063</c:v>
                </c:pt>
                <c:pt idx="2480">
                  <c:v>46064</c:v>
                </c:pt>
                <c:pt idx="2481">
                  <c:v>46065</c:v>
                </c:pt>
                <c:pt idx="2482">
                  <c:v>46066</c:v>
                </c:pt>
                <c:pt idx="2483">
                  <c:v>46072</c:v>
                </c:pt>
                <c:pt idx="2484">
                  <c:v>46073</c:v>
                </c:pt>
                <c:pt idx="2485">
                  <c:v>46076</c:v>
                </c:pt>
                <c:pt idx="2486">
                  <c:v>46077</c:v>
                </c:pt>
                <c:pt idx="2487">
                  <c:v>46078</c:v>
                </c:pt>
                <c:pt idx="2488">
                  <c:v>46079</c:v>
                </c:pt>
                <c:pt idx="2489">
                  <c:v>46080</c:v>
                </c:pt>
                <c:pt idx="2490">
                  <c:v>46084</c:v>
                </c:pt>
                <c:pt idx="2491">
                  <c:v>46085</c:v>
                </c:pt>
                <c:pt idx="2492">
                  <c:v>46086</c:v>
                </c:pt>
                <c:pt idx="2493">
                  <c:v>46087</c:v>
                </c:pt>
                <c:pt idx="2494">
                  <c:v>46090</c:v>
                </c:pt>
                <c:pt idx="2495">
                  <c:v>46091</c:v>
                </c:pt>
                <c:pt idx="2496">
                  <c:v>46092</c:v>
                </c:pt>
                <c:pt idx="2497">
                  <c:v>46093</c:v>
                </c:pt>
                <c:pt idx="2498">
                  <c:v>46094</c:v>
                </c:pt>
                <c:pt idx="2499">
                  <c:v>46097</c:v>
                </c:pt>
                <c:pt idx="2500">
                  <c:v>46098</c:v>
                </c:pt>
                <c:pt idx="2501">
                  <c:v>46099</c:v>
                </c:pt>
                <c:pt idx="2502">
                  <c:v>46100</c:v>
                </c:pt>
                <c:pt idx="2503">
                  <c:v>46101</c:v>
                </c:pt>
                <c:pt idx="2504">
                  <c:v>46104</c:v>
                </c:pt>
                <c:pt idx="2505">
                  <c:v>46105</c:v>
                </c:pt>
                <c:pt idx="2506">
                  <c:v>46106</c:v>
                </c:pt>
                <c:pt idx="2507">
                  <c:v>46107</c:v>
                </c:pt>
                <c:pt idx="2508">
                  <c:v>46108</c:v>
                </c:pt>
                <c:pt idx="2509">
                  <c:v>46111</c:v>
                </c:pt>
                <c:pt idx="2510">
                  <c:v>46112</c:v>
                </c:pt>
                <c:pt idx="2511">
                  <c:v>46113</c:v>
                </c:pt>
                <c:pt idx="2512">
                  <c:v>46114</c:v>
                </c:pt>
                <c:pt idx="2513">
                  <c:v>46115</c:v>
                </c:pt>
                <c:pt idx="2514">
                  <c:v>46118</c:v>
                </c:pt>
                <c:pt idx="2515">
                  <c:v>46119</c:v>
                </c:pt>
                <c:pt idx="2516">
                  <c:v>46120</c:v>
                </c:pt>
                <c:pt idx="2517">
                  <c:v>46121</c:v>
                </c:pt>
                <c:pt idx="2518">
                  <c:v>46122</c:v>
                </c:pt>
                <c:pt idx="2519">
                  <c:v>46125</c:v>
                </c:pt>
                <c:pt idx="2520">
                  <c:v>46126</c:v>
                </c:pt>
                <c:pt idx="2521">
                  <c:v>46127</c:v>
                </c:pt>
                <c:pt idx="2522">
                  <c:v>46128</c:v>
                </c:pt>
                <c:pt idx="2523">
                  <c:v>46129</c:v>
                </c:pt>
                <c:pt idx="2524">
                  <c:v>46132</c:v>
                </c:pt>
                <c:pt idx="2525">
                  <c:v>46133</c:v>
                </c:pt>
                <c:pt idx="2526">
                  <c:v>46134</c:v>
                </c:pt>
                <c:pt idx="2527">
                  <c:v>46135</c:v>
                </c:pt>
                <c:pt idx="2528">
                  <c:v>46136</c:v>
                </c:pt>
                <c:pt idx="2529">
                  <c:v>46139</c:v>
                </c:pt>
                <c:pt idx="2530">
                  <c:v>46140</c:v>
                </c:pt>
                <c:pt idx="2531">
                  <c:v>46141</c:v>
                </c:pt>
                <c:pt idx="2532">
                  <c:v>46142</c:v>
                </c:pt>
                <c:pt idx="2533">
                  <c:v>46146</c:v>
                </c:pt>
                <c:pt idx="2534">
                  <c:v>46148</c:v>
                </c:pt>
                <c:pt idx="2535">
                  <c:v>46149</c:v>
                </c:pt>
                <c:pt idx="2536">
                  <c:v>46150</c:v>
                </c:pt>
                <c:pt idx="2537">
                  <c:v>46153</c:v>
                </c:pt>
                <c:pt idx="2538">
                  <c:v>46154</c:v>
                </c:pt>
                <c:pt idx="2539">
                  <c:v>46155</c:v>
                </c:pt>
                <c:pt idx="2540">
                  <c:v>46156</c:v>
                </c:pt>
                <c:pt idx="2541">
                  <c:v>46157</c:v>
                </c:pt>
                <c:pt idx="2542">
                  <c:v>46160</c:v>
                </c:pt>
                <c:pt idx="2543">
                  <c:v>46161</c:v>
                </c:pt>
                <c:pt idx="2544">
                  <c:v>46162</c:v>
                </c:pt>
                <c:pt idx="2545">
                  <c:v>46163</c:v>
                </c:pt>
                <c:pt idx="2546">
                  <c:v>46164</c:v>
                </c:pt>
                <c:pt idx="2547">
                  <c:v>46168</c:v>
                </c:pt>
                <c:pt idx="2548">
                  <c:v>46169</c:v>
                </c:pt>
                <c:pt idx="2549">
                  <c:v>46170</c:v>
                </c:pt>
                <c:pt idx="2550">
                  <c:v>46171</c:v>
                </c:pt>
                <c:pt idx="2551">
                  <c:v>46174</c:v>
                </c:pt>
                <c:pt idx="2552">
                  <c:v>46175</c:v>
                </c:pt>
                <c:pt idx="2553">
                  <c:v>46177</c:v>
                </c:pt>
                <c:pt idx="2554">
                  <c:v>46178</c:v>
                </c:pt>
                <c:pt idx="2555">
                  <c:v>46181</c:v>
                </c:pt>
                <c:pt idx="2556">
                  <c:v>46182</c:v>
                </c:pt>
                <c:pt idx="2557">
                  <c:v>46183</c:v>
                </c:pt>
                <c:pt idx="2558">
                  <c:v>46184</c:v>
                </c:pt>
                <c:pt idx="2559">
                  <c:v>46185</c:v>
                </c:pt>
                <c:pt idx="2560">
                  <c:v>46188</c:v>
                </c:pt>
              </c:numCache>
            </c:numRef>
          </c:cat>
          <c:val>
            <c:numRef>
              <c:f>VKOSPI和VIX!$B$2:$B$2562</c:f>
              <c:numCache>
                <c:formatCode>General</c:formatCode>
                <c:ptCount val="2561"/>
                <c:pt idx="0">
                  <c:v>16.25</c:v>
                </c:pt>
                <c:pt idx="1">
                  <c:v>15.92</c:v>
                </c:pt>
                <c:pt idx="2">
                  <c:v>16.63</c:v>
                </c:pt>
                <c:pt idx="3">
                  <c:v>19.02</c:v>
                </c:pt>
                <c:pt idx="4">
                  <c:v>17.82</c:v>
                </c:pt>
                <c:pt idx="5">
                  <c:v>20.059999999999999</c:v>
                </c:pt>
                <c:pt idx="6">
                  <c:v>20.48</c:v>
                </c:pt>
                <c:pt idx="7">
                  <c:v>18.05</c:v>
                </c:pt>
                <c:pt idx="8">
                  <c:v>19.059999999999999</c:v>
                </c:pt>
                <c:pt idx="9">
                  <c:v>20.7</c:v>
                </c:pt>
                <c:pt idx="10">
                  <c:v>21.22</c:v>
                </c:pt>
                <c:pt idx="11">
                  <c:v>20.010000000000002</c:v>
                </c:pt>
                <c:pt idx="12">
                  <c:v>24.04</c:v>
                </c:pt>
                <c:pt idx="13">
                  <c:v>24.15</c:v>
                </c:pt>
                <c:pt idx="14">
                  <c:v>20.23</c:v>
                </c:pt>
                <c:pt idx="15">
                  <c:v>19.11</c:v>
                </c:pt>
                <c:pt idx="16">
                  <c:v>20.41</c:v>
                </c:pt>
                <c:pt idx="17">
                  <c:v>19.190000000000001</c:v>
                </c:pt>
                <c:pt idx="18">
                  <c:v>18.77</c:v>
                </c:pt>
                <c:pt idx="19">
                  <c:v>17.93</c:v>
                </c:pt>
                <c:pt idx="20">
                  <c:v>17.41</c:v>
                </c:pt>
                <c:pt idx="21">
                  <c:v>17.38</c:v>
                </c:pt>
                <c:pt idx="22">
                  <c:v>18.43</c:v>
                </c:pt>
                <c:pt idx="23">
                  <c:v>16.739999999999998</c:v>
                </c:pt>
                <c:pt idx="24">
                  <c:v>18.149999999999999</c:v>
                </c:pt>
                <c:pt idx="25">
                  <c:v>22.55</c:v>
                </c:pt>
                <c:pt idx="26">
                  <c:v>23.47</c:v>
                </c:pt>
                <c:pt idx="27">
                  <c:v>21.1</c:v>
                </c:pt>
                <c:pt idx="28">
                  <c:v>19.079999999999998</c:v>
                </c:pt>
                <c:pt idx="29">
                  <c:v>18.55</c:v>
                </c:pt>
                <c:pt idx="30">
                  <c:v>17.329999999999998</c:v>
                </c:pt>
                <c:pt idx="31">
                  <c:v>17.12</c:v>
                </c:pt>
                <c:pt idx="32">
                  <c:v>16.899999999999999</c:v>
                </c:pt>
                <c:pt idx="33">
                  <c:v>16.61</c:v>
                </c:pt>
                <c:pt idx="34">
                  <c:v>17.13</c:v>
                </c:pt>
                <c:pt idx="35">
                  <c:v>16.95</c:v>
                </c:pt>
                <c:pt idx="36">
                  <c:v>16.82</c:v>
                </c:pt>
                <c:pt idx="37">
                  <c:v>17.559999999999999</c:v>
                </c:pt>
                <c:pt idx="38">
                  <c:v>15.31</c:v>
                </c:pt>
                <c:pt idx="39">
                  <c:v>14.33</c:v>
                </c:pt>
                <c:pt idx="40">
                  <c:v>14.11</c:v>
                </c:pt>
                <c:pt idx="41">
                  <c:v>13.96</c:v>
                </c:pt>
                <c:pt idx="42">
                  <c:v>14.08</c:v>
                </c:pt>
                <c:pt idx="43">
                  <c:v>14.24</c:v>
                </c:pt>
                <c:pt idx="44">
                  <c:v>13.63</c:v>
                </c:pt>
                <c:pt idx="45">
                  <c:v>13.52</c:v>
                </c:pt>
                <c:pt idx="46">
                  <c:v>13.9</c:v>
                </c:pt>
                <c:pt idx="47">
                  <c:v>13.97</c:v>
                </c:pt>
                <c:pt idx="48">
                  <c:v>14.13</c:v>
                </c:pt>
                <c:pt idx="49">
                  <c:v>13.26</c:v>
                </c:pt>
                <c:pt idx="50">
                  <c:v>12.94</c:v>
                </c:pt>
                <c:pt idx="51">
                  <c:v>13.51</c:v>
                </c:pt>
                <c:pt idx="52">
                  <c:v>12.68</c:v>
                </c:pt>
                <c:pt idx="53">
                  <c:v>12.71</c:v>
                </c:pt>
                <c:pt idx="54">
                  <c:v>12.64</c:v>
                </c:pt>
                <c:pt idx="55">
                  <c:v>12.28</c:v>
                </c:pt>
                <c:pt idx="56">
                  <c:v>12.78</c:v>
                </c:pt>
                <c:pt idx="57">
                  <c:v>12.3</c:v>
                </c:pt>
                <c:pt idx="58">
                  <c:v>11.9</c:v>
                </c:pt>
                <c:pt idx="59">
                  <c:v>12.33</c:v>
                </c:pt>
                <c:pt idx="60">
                  <c:v>13.56</c:v>
                </c:pt>
                <c:pt idx="61">
                  <c:v>13.25</c:v>
                </c:pt>
                <c:pt idx="62">
                  <c:v>13.83</c:v>
                </c:pt>
                <c:pt idx="63">
                  <c:v>13.31</c:v>
                </c:pt>
                <c:pt idx="64">
                  <c:v>13.06</c:v>
                </c:pt>
                <c:pt idx="65">
                  <c:v>13.07</c:v>
                </c:pt>
                <c:pt idx="66">
                  <c:v>13.35</c:v>
                </c:pt>
                <c:pt idx="67">
                  <c:v>12.51</c:v>
                </c:pt>
                <c:pt idx="68">
                  <c:v>12.48</c:v>
                </c:pt>
                <c:pt idx="69">
                  <c:v>12.11</c:v>
                </c:pt>
                <c:pt idx="70">
                  <c:v>12.93</c:v>
                </c:pt>
                <c:pt idx="71">
                  <c:v>12.42</c:v>
                </c:pt>
                <c:pt idx="72">
                  <c:v>12.73</c:v>
                </c:pt>
                <c:pt idx="73">
                  <c:v>12.19</c:v>
                </c:pt>
                <c:pt idx="74">
                  <c:v>12.33</c:v>
                </c:pt>
                <c:pt idx="75">
                  <c:v>12.83</c:v>
                </c:pt>
                <c:pt idx="76">
                  <c:v>12.49</c:v>
                </c:pt>
                <c:pt idx="77">
                  <c:v>12.74</c:v>
                </c:pt>
                <c:pt idx="78">
                  <c:v>12.74</c:v>
                </c:pt>
                <c:pt idx="79">
                  <c:v>12.42</c:v>
                </c:pt>
                <c:pt idx="80">
                  <c:v>12.78</c:v>
                </c:pt>
                <c:pt idx="81">
                  <c:v>12.51</c:v>
                </c:pt>
                <c:pt idx="82">
                  <c:v>12.82</c:v>
                </c:pt>
                <c:pt idx="83">
                  <c:v>13.14</c:v>
                </c:pt>
                <c:pt idx="84">
                  <c:v>12.61</c:v>
                </c:pt>
                <c:pt idx="85">
                  <c:v>12.79</c:v>
                </c:pt>
                <c:pt idx="86">
                  <c:v>12.05</c:v>
                </c:pt>
                <c:pt idx="87">
                  <c:v>11.93</c:v>
                </c:pt>
                <c:pt idx="88">
                  <c:v>11.84</c:v>
                </c:pt>
                <c:pt idx="89">
                  <c:v>11.7</c:v>
                </c:pt>
                <c:pt idx="90">
                  <c:v>11.99</c:v>
                </c:pt>
                <c:pt idx="91">
                  <c:v>12.08</c:v>
                </c:pt>
                <c:pt idx="92">
                  <c:v>12.1</c:v>
                </c:pt>
                <c:pt idx="93">
                  <c:v>12.46</c:v>
                </c:pt>
                <c:pt idx="94">
                  <c:v>12.8</c:v>
                </c:pt>
                <c:pt idx="95">
                  <c:v>11.91</c:v>
                </c:pt>
                <c:pt idx="96">
                  <c:v>11.71</c:v>
                </c:pt>
                <c:pt idx="97">
                  <c:v>11.55</c:v>
                </c:pt>
                <c:pt idx="98">
                  <c:v>11.92</c:v>
                </c:pt>
                <c:pt idx="99">
                  <c:v>11.81</c:v>
                </c:pt>
                <c:pt idx="100">
                  <c:v>11.67</c:v>
                </c:pt>
                <c:pt idx="101">
                  <c:v>11.6</c:v>
                </c:pt>
                <c:pt idx="102">
                  <c:v>11.81</c:v>
                </c:pt>
                <c:pt idx="103">
                  <c:v>12.3</c:v>
                </c:pt>
                <c:pt idx="104">
                  <c:v>12.19</c:v>
                </c:pt>
                <c:pt idx="105">
                  <c:v>12.08</c:v>
                </c:pt>
                <c:pt idx="106">
                  <c:v>11.87</c:v>
                </c:pt>
                <c:pt idx="107">
                  <c:v>15.08</c:v>
                </c:pt>
                <c:pt idx="108">
                  <c:v>16.100000000000001</c:v>
                </c:pt>
                <c:pt idx="109">
                  <c:v>16.21</c:v>
                </c:pt>
                <c:pt idx="110">
                  <c:v>17.440000000000001</c:v>
                </c:pt>
                <c:pt idx="111">
                  <c:v>17.73</c:v>
                </c:pt>
                <c:pt idx="112">
                  <c:v>16.399999999999999</c:v>
                </c:pt>
                <c:pt idx="113">
                  <c:v>16.100000000000001</c:v>
                </c:pt>
                <c:pt idx="114">
                  <c:v>16.71</c:v>
                </c:pt>
                <c:pt idx="115">
                  <c:v>18.170000000000002</c:v>
                </c:pt>
                <c:pt idx="116">
                  <c:v>22.53</c:v>
                </c:pt>
                <c:pt idx="117">
                  <c:v>19.47</c:v>
                </c:pt>
                <c:pt idx="118">
                  <c:v>17.39</c:v>
                </c:pt>
                <c:pt idx="119">
                  <c:v>14.67</c:v>
                </c:pt>
                <c:pt idx="120">
                  <c:v>13.9</c:v>
                </c:pt>
                <c:pt idx="121">
                  <c:v>12.91</c:v>
                </c:pt>
                <c:pt idx="122">
                  <c:v>12.38</c:v>
                </c:pt>
                <c:pt idx="123">
                  <c:v>12.8</c:v>
                </c:pt>
                <c:pt idx="124">
                  <c:v>14.68</c:v>
                </c:pt>
                <c:pt idx="125">
                  <c:v>13.85</c:v>
                </c:pt>
                <c:pt idx="126">
                  <c:v>14.74</c:v>
                </c:pt>
                <c:pt idx="127">
                  <c:v>14.08</c:v>
                </c:pt>
                <c:pt idx="128">
                  <c:v>14.33</c:v>
                </c:pt>
                <c:pt idx="129">
                  <c:v>14.41</c:v>
                </c:pt>
                <c:pt idx="130">
                  <c:v>13.95</c:v>
                </c:pt>
                <c:pt idx="131">
                  <c:v>13.35</c:v>
                </c:pt>
                <c:pt idx="132">
                  <c:v>13.43</c:v>
                </c:pt>
                <c:pt idx="133">
                  <c:v>13.49</c:v>
                </c:pt>
                <c:pt idx="134">
                  <c:v>13.04</c:v>
                </c:pt>
                <c:pt idx="135">
                  <c:v>12.84</c:v>
                </c:pt>
                <c:pt idx="136">
                  <c:v>12.85</c:v>
                </c:pt>
                <c:pt idx="137">
                  <c:v>13.02</c:v>
                </c:pt>
                <c:pt idx="138">
                  <c:v>12.64</c:v>
                </c:pt>
                <c:pt idx="139">
                  <c:v>12.88</c:v>
                </c:pt>
                <c:pt idx="140">
                  <c:v>12.68</c:v>
                </c:pt>
                <c:pt idx="141">
                  <c:v>12.6</c:v>
                </c:pt>
                <c:pt idx="142">
                  <c:v>12.59</c:v>
                </c:pt>
                <c:pt idx="143">
                  <c:v>12.58</c:v>
                </c:pt>
                <c:pt idx="144">
                  <c:v>13.14</c:v>
                </c:pt>
                <c:pt idx="145">
                  <c:v>12.72</c:v>
                </c:pt>
                <c:pt idx="146">
                  <c:v>12.56</c:v>
                </c:pt>
                <c:pt idx="147">
                  <c:v>12.24</c:v>
                </c:pt>
                <c:pt idx="148">
                  <c:v>11.47</c:v>
                </c:pt>
                <c:pt idx="149">
                  <c:v>11.68</c:v>
                </c:pt>
                <c:pt idx="150">
                  <c:v>11.38</c:v>
                </c:pt>
                <c:pt idx="151">
                  <c:v>11.2</c:v>
                </c:pt>
                <c:pt idx="152">
                  <c:v>11.9</c:v>
                </c:pt>
                <c:pt idx="153">
                  <c:v>11.82</c:v>
                </c:pt>
                <c:pt idx="154">
                  <c:v>11.64</c:v>
                </c:pt>
                <c:pt idx="155">
                  <c:v>11.73</c:v>
                </c:pt>
                <c:pt idx="156">
                  <c:v>12.35</c:v>
                </c:pt>
                <c:pt idx="157">
                  <c:v>11.87</c:v>
                </c:pt>
                <c:pt idx="158">
                  <c:v>12.03</c:v>
                </c:pt>
                <c:pt idx="159">
                  <c:v>11.92</c:v>
                </c:pt>
                <c:pt idx="160">
                  <c:v>12.01</c:v>
                </c:pt>
                <c:pt idx="161">
                  <c:v>11.98</c:v>
                </c:pt>
                <c:pt idx="162">
                  <c:v>11.49</c:v>
                </c:pt>
                <c:pt idx="163">
                  <c:v>11.56</c:v>
                </c:pt>
                <c:pt idx="164">
                  <c:v>11.65</c:v>
                </c:pt>
                <c:pt idx="165">
                  <c:v>11.75</c:v>
                </c:pt>
                <c:pt idx="166">
                  <c:v>11.44</c:v>
                </c:pt>
                <c:pt idx="167">
                  <c:v>10.84</c:v>
                </c:pt>
                <c:pt idx="168">
                  <c:v>11.08</c:v>
                </c:pt>
                <c:pt idx="169">
                  <c:v>11.13</c:v>
                </c:pt>
                <c:pt idx="170">
                  <c:v>11.56</c:v>
                </c:pt>
                <c:pt idx="171">
                  <c:v>16.47</c:v>
                </c:pt>
                <c:pt idx="172">
                  <c:v>15.71</c:v>
                </c:pt>
                <c:pt idx="173">
                  <c:v>14.01</c:v>
                </c:pt>
                <c:pt idx="174">
                  <c:v>13.96</c:v>
                </c:pt>
                <c:pt idx="175">
                  <c:v>14.04</c:v>
                </c:pt>
                <c:pt idx="176">
                  <c:v>12.23</c:v>
                </c:pt>
                <c:pt idx="177">
                  <c:v>11.88</c:v>
                </c:pt>
                <c:pt idx="178">
                  <c:v>12.68</c:v>
                </c:pt>
                <c:pt idx="179">
                  <c:v>12.54</c:v>
                </c:pt>
                <c:pt idx="180">
                  <c:v>12.79</c:v>
                </c:pt>
                <c:pt idx="181">
                  <c:v>12.33</c:v>
                </c:pt>
                <c:pt idx="182">
                  <c:v>14.11</c:v>
                </c:pt>
                <c:pt idx="183">
                  <c:v>13.88</c:v>
                </c:pt>
                <c:pt idx="184">
                  <c:v>13.94</c:v>
                </c:pt>
                <c:pt idx="185">
                  <c:v>13.83</c:v>
                </c:pt>
                <c:pt idx="186">
                  <c:v>14.24</c:v>
                </c:pt>
                <c:pt idx="187">
                  <c:v>14.47</c:v>
                </c:pt>
                <c:pt idx="188">
                  <c:v>15.46</c:v>
                </c:pt>
                <c:pt idx="189">
                  <c:v>14.75</c:v>
                </c:pt>
                <c:pt idx="190">
                  <c:v>15.19</c:v>
                </c:pt>
                <c:pt idx="191">
                  <c:v>14.11</c:v>
                </c:pt>
                <c:pt idx="192">
                  <c:v>14.55</c:v>
                </c:pt>
                <c:pt idx="193">
                  <c:v>13.92</c:v>
                </c:pt>
                <c:pt idx="194">
                  <c:v>13.65</c:v>
                </c:pt>
                <c:pt idx="195">
                  <c:v>13.35</c:v>
                </c:pt>
                <c:pt idx="196">
                  <c:v>13.18</c:v>
                </c:pt>
                <c:pt idx="197">
                  <c:v>12.8</c:v>
                </c:pt>
                <c:pt idx="198">
                  <c:v>12.62</c:v>
                </c:pt>
                <c:pt idx="199">
                  <c:v>13.39</c:v>
                </c:pt>
                <c:pt idx="200">
                  <c:v>13.08</c:v>
                </c:pt>
                <c:pt idx="201">
                  <c:v>13.23</c:v>
                </c:pt>
                <c:pt idx="202">
                  <c:v>14.61</c:v>
                </c:pt>
                <c:pt idx="203">
                  <c:v>14.79</c:v>
                </c:pt>
                <c:pt idx="204">
                  <c:v>17.25</c:v>
                </c:pt>
                <c:pt idx="205">
                  <c:v>16.940000000000001</c:v>
                </c:pt>
                <c:pt idx="206">
                  <c:v>18.41</c:v>
                </c:pt>
                <c:pt idx="207">
                  <c:v>17.7</c:v>
                </c:pt>
                <c:pt idx="208">
                  <c:v>16.52</c:v>
                </c:pt>
                <c:pt idx="209">
                  <c:v>19.260000000000002</c:v>
                </c:pt>
                <c:pt idx="210">
                  <c:v>14.23</c:v>
                </c:pt>
                <c:pt idx="211">
                  <c:v>15.04</c:v>
                </c:pt>
                <c:pt idx="212">
                  <c:v>16.739999999999998</c:v>
                </c:pt>
                <c:pt idx="213">
                  <c:v>16.23</c:v>
                </c:pt>
                <c:pt idx="214">
                  <c:v>14.93</c:v>
                </c:pt>
                <c:pt idx="215">
                  <c:v>14.08</c:v>
                </c:pt>
                <c:pt idx="216">
                  <c:v>13.71</c:v>
                </c:pt>
                <c:pt idx="217">
                  <c:v>13.86</c:v>
                </c:pt>
                <c:pt idx="218">
                  <c:v>12.85</c:v>
                </c:pt>
                <c:pt idx="219">
                  <c:v>12.25</c:v>
                </c:pt>
                <c:pt idx="220">
                  <c:v>12.42</c:v>
                </c:pt>
                <c:pt idx="221">
                  <c:v>12.51</c:v>
                </c:pt>
                <c:pt idx="222">
                  <c:v>12.78</c:v>
                </c:pt>
                <c:pt idx="223">
                  <c:v>12.96</c:v>
                </c:pt>
                <c:pt idx="224">
                  <c:v>12.8</c:v>
                </c:pt>
                <c:pt idx="225">
                  <c:v>12.94</c:v>
                </c:pt>
                <c:pt idx="226">
                  <c:v>13.49</c:v>
                </c:pt>
                <c:pt idx="227">
                  <c:v>13.16</c:v>
                </c:pt>
                <c:pt idx="228">
                  <c:v>12.29</c:v>
                </c:pt>
                <c:pt idx="229">
                  <c:v>11.68</c:v>
                </c:pt>
                <c:pt idx="230">
                  <c:v>11.68</c:v>
                </c:pt>
                <c:pt idx="231">
                  <c:v>11.84</c:v>
                </c:pt>
                <c:pt idx="232">
                  <c:v>11.85</c:v>
                </c:pt>
                <c:pt idx="233">
                  <c:v>11.39</c:v>
                </c:pt>
                <c:pt idx="234">
                  <c:v>11.31</c:v>
                </c:pt>
                <c:pt idx="235">
                  <c:v>11.04</c:v>
                </c:pt>
                <c:pt idx="236">
                  <c:v>10.92</c:v>
                </c:pt>
                <c:pt idx="237">
                  <c:v>11.28</c:v>
                </c:pt>
                <c:pt idx="238">
                  <c:v>11.03</c:v>
                </c:pt>
                <c:pt idx="239">
                  <c:v>11.08</c:v>
                </c:pt>
                <c:pt idx="240">
                  <c:v>11.09</c:v>
                </c:pt>
                <c:pt idx="241">
                  <c:v>11.09</c:v>
                </c:pt>
                <c:pt idx="242">
                  <c:v>11.37</c:v>
                </c:pt>
                <c:pt idx="243">
                  <c:v>11.5</c:v>
                </c:pt>
                <c:pt idx="244">
                  <c:v>11.22</c:v>
                </c:pt>
                <c:pt idx="245">
                  <c:v>11.51</c:v>
                </c:pt>
                <c:pt idx="246">
                  <c:v>11.68</c:v>
                </c:pt>
                <c:pt idx="247">
                  <c:v>11.24</c:v>
                </c:pt>
                <c:pt idx="248">
                  <c:v>10.9</c:v>
                </c:pt>
                <c:pt idx="249">
                  <c:v>11.12</c:v>
                </c:pt>
                <c:pt idx="250">
                  <c:v>11</c:v>
                </c:pt>
                <c:pt idx="251">
                  <c:v>11.13</c:v>
                </c:pt>
                <c:pt idx="252">
                  <c:v>10.97</c:v>
                </c:pt>
                <c:pt idx="253">
                  <c:v>11.39</c:v>
                </c:pt>
                <c:pt idx="254">
                  <c:v>12.03</c:v>
                </c:pt>
                <c:pt idx="255">
                  <c:v>10.96</c:v>
                </c:pt>
                <c:pt idx="256">
                  <c:v>11.8</c:v>
                </c:pt>
                <c:pt idx="257">
                  <c:v>11.81</c:v>
                </c:pt>
                <c:pt idx="258">
                  <c:v>12.25</c:v>
                </c:pt>
                <c:pt idx="259">
                  <c:v>12.56</c:v>
                </c:pt>
                <c:pt idx="260">
                  <c:v>12.72</c:v>
                </c:pt>
                <c:pt idx="261">
                  <c:v>12.91</c:v>
                </c:pt>
                <c:pt idx="262">
                  <c:v>12.49</c:v>
                </c:pt>
                <c:pt idx="263">
                  <c:v>12.12</c:v>
                </c:pt>
                <c:pt idx="264">
                  <c:v>11.59</c:v>
                </c:pt>
                <c:pt idx="265">
                  <c:v>12.53</c:v>
                </c:pt>
                <c:pt idx="266">
                  <c:v>12.1</c:v>
                </c:pt>
                <c:pt idx="267">
                  <c:v>12.21</c:v>
                </c:pt>
                <c:pt idx="268">
                  <c:v>11.93</c:v>
                </c:pt>
                <c:pt idx="269">
                  <c:v>11.96</c:v>
                </c:pt>
                <c:pt idx="270">
                  <c:v>11.71</c:v>
                </c:pt>
                <c:pt idx="271">
                  <c:v>11.31</c:v>
                </c:pt>
                <c:pt idx="272">
                  <c:v>10.92</c:v>
                </c:pt>
                <c:pt idx="273">
                  <c:v>10.39</c:v>
                </c:pt>
                <c:pt idx="274">
                  <c:v>10.49</c:v>
                </c:pt>
                <c:pt idx="275">
                  <c:v>10.47</c:v>
                </c:pt>
                <c:pt idx="276">
                  <c:v>10.19</c:v>
                </c:pt>
                <c:pt idx="277">
                  <c:v>10.14</c:v>
                </c:pt>
                <c:pt idx="278">
                  <c:v>10.02</c:v>
                </c:pt>
                <c:pt idx="279">
                  <c:v>10.17</c:v>
                </c:pt>
                <c:pt idx="280">
                  <c:v>10</c:v>
                </c:pt>
                <c:pt idx="281">
                  <c:v>9.7200000000000006</c:v>
                </c:pt>
                <c:pt idx="282">
                  <c:v>9.7899999999999991</c:v>
                </c:pt>
                <c:pt idx="283">
                  <c:v>10.19</c:v>
                </c:pt>
                <c:pt idx="284">
                  <c:v>10.62</c:v>
                </c:pt>
                <c:pt idx="285">
                  <c:v>10.64</c:v>
                </c:pt>
                <c:pt idx="286">
                  <c:v>10.55</c:v>
                </c:pt>
                <c:pt idx="287">
                  <c:v>10.97</c:v>
                </c:pt>
                <c:pt idx="288">
                  <c:v>11.28</c:v>
                </c:pt>
                <c:pt idx="289">
                  <c:v>11.19</c:v>
                </c:pt>
                <c:pt idx="290">
                  <c:v>11.3</c:v>
                </c:pt>
                <c:pt idx="291">
                  <c:v>11.96</c:v>
                </c:pt>
                <c:pt idx="292">
                  <c:v>10.67</c:v>
                </c:pt>
                <c:pt idx="293">
                  <c:v>10.7</c:v>
                </c:pt>
                <c:pt idx="294">
                  <c:v>11.11</c:v>
                </c:pt>
                <c:pt idx="295">
                  <c:v>11.38</c:v>
                </c:pt>
                <c:pt idx="296">
                  <c:v>11.27</c:v>
                </c:pt>
                <c:pt idx="297">
                  <c:v>11.25</c:v>
                </c:pt>
                <c:pt idx="298">
                  <c:v>11.74</c:v>
                </c:pt>
                <c:pt idx="299">
                  <c:v>12.64</c:v>
                </c:pt>
                <c:pt idx="300">
                  <c:v>13.16</c:v>
                </c:pt>
                <c:pt idx="301">
                  <c:v>12.75</c:v>
                </c:pt>
                <c:pt idx="302">
                  <c:v>12.36</c:v>
                </c:pt>
                <c:pt idx="303">
                  <c:v>12.97</c:v>
                </c:pt>
                <c:pt idx="304">
                  <c:v>12.25</c:v>
                </c:pt>
                <c:pt idx="305">
                  <c:v>11.55</c:v>
                </c:pt>
                <c:pt idx="306">
                  <c:v>11.2</c:v>
                </c:pt>
                <c:pt idx="307">
                  <c:v>11.06</c:v>
                </c:pt>
                <c:pt idx="308">
                  <c:v>11.01</c:v>
                </c:pt>
                <c:pt idx="309">
                  <c:v>10.94</c:v>
                </c:pt>
                <c:pt idx="310">
                  <c:v>11.1</c:v>
                </c:pt>
                <c:pt idx="311">
                  <c:v>11.82</c:v>
                </c:pt>
                <c:pt idx="312">
                  <c:v>12.63</c:v>
                </c:pt>
                <c:pt idx="313">
                  <c:v>14.77</c:v>
                </c:pt>
                <c:pt idx="314">
                  <c:v>16.68</c:v>
                </c:pt>
                <c:pt idx="315">
                  <c:v>15.75</c:v>
                </c:pt>
                <c:pt idx="316">
                  <c:v>14.53</c:v>
                </c:pt>
                <c:pt idx="317">
                  <c:v>16.399999999999999</c:v>
                </c:pt>
                <c:pt idx="318">
                  <c:v>15.81</c:v>
                </c:pt>
                <c:pt idx="319">
                  <c:v>15.38</c:v>
                </c:pt>
                <c:pt idx="320">
                  <c:v>14.87</c:v>
                </c:pt>
                <c:pt idx="321">
                  <c:v>13.3</c:v>
                </c:pt>
                <c:pt idx="322">
                  <c:v>12.89</c:v>
                </c:pt>
                <c:pt idx="323">
                  <c:v>12.77</c:v>
                </c:pt>
                <c:pt idx="324">
                  <c:v>12.02</c:v>
                </c:pt>
                <c:pt idx="325">
                  <c:v>12.18</c:v>
                </c:pt>
                <c:pt idx="326">
                  <c:v>11.82</c:v>
                </c:pt>
                <c:pt idx="327">
                  <c:v>12.27</c:v>
                </c:pt>
                <c:pt idx="328">
                  <c:v>13.18</c:v>
                </c:pt>
                <c:pt idx="329">
                  <c:v>13.77</c:v>
                </c:pt>
                <c:pt idx="330">
                  <c:v>15.74</c:v>
                </c:pt>
                <c:pt idx="331">
                  <c:v>16.149999999999999</c:v>
                </c:pt>
                <c:pt idx="332">
                  <c:v>14.72</c:v>
                </c:pt>
                <c:pt idx="333">
                  <c:v>12.32</c:v>
                </c:pt>
                <c:pt idx="334">
                  <c:v>12.89</c:v>
                </c:pt>
                <c:pt idx="335">
                  <c:v>12.51</c:v>
                </c:pt>
                <c:pt idx="336">
                  <c:v>12.83</c:v>
                </c:pt>
                <c:pt idx="337">
                  <c:v>13.18</c:v>
                </c:pt>
                <c:pt idx="338">
                  <c:v>12.88</c:v>
                </c:pt>
                <c:pt idx="339">
                  <c:v>12.79</c:v>
                </c:pt>
                <c:pt idx="340">
                  <c:v>12.88</c:v>
                </c:pt>
                <c:pt idx="341">
                  <c:v>12.95</c:v>
                </c:pt>
                <c:pt idx="342">
                  <c:v>13.56</c:v>
                </c:pt>
                <c:pt idx="343">
                  <c:v>13.51</c:v>
                </c:pt>
                <c:pt idx="344">
                  <c:v>14.02</c:v>
                </c:pt>
                <c:pt idx="345">
                  <c:v>13.6</c:v>
                </c:pt>
                <c:pt idx="346">
                  <c:v>13.18</c:v>
                </c:pt>
                <c:pt idx="347">
                  <c:v>12.77</c:v>
                </c:pt>
                <c:pt idx="348">
                  <c:v>12.68</c:v>
                </c:pt>
                <c:pt idx="349">
                  <c:v>12.97</c:v>
                </c:pt>
                <c:pt idx="350">
                  <c:v>12.89</c:v>
                </c:pt>
                <c:pt idx="351">
                  <c:v>12.12</c:v>
                </c:pt>
                <c:pt idx="352">
                  <c:v>11.43</c:v>
                </c:pt>
                <c:pt idx="353">
                  <c:v>12.09</c:v>
                </c:pt>
                <c:pt idx="354">
                  <c:v>11.54</c:v>
                </c:pt>
                <c:pt idx="355">
                  <c:v>11.63</c:v>
                </c:pt>
                <c:pt idx="356">
                  <c:v>11.71</c:v>
                </c:pt>
                <c:pt idx="357">
                  <c:v>11.46</c:v>
                </c:pt>
                <c:pt idx="358">
                  <c:v>11.74</c:v>
                </c:pt>
                <c:pt idx="359">
                  <c:v>11.71</c:v>
                </c:pt>
                <c:pt idx="360">
                  <c:v>11.63</c:v>
                </c:pt>
                <c:pt idx="361">
                  <c:v>11.18</c:v>
                </c:pt>
                <c:pt idx="362">
                  <c:v>11.31</c:v>
                </c:pt>
                <c:pt idx="363">
                  <c:v>11.87</c:v>
                </c:pt>
                <c:pt idx="364">
                  <c:v>11.74</c:v>
                </c:pt>
                <c:pt idx="365">
                  <c:v>11.98</c:v>
                </c:pt>
                <c:pt idx="366">
                  <c:v>11.65</c:v>
                </c:pt>
                <c:pt idx="367">
                  <c:v>12</c:v>
                </c:pt>
                <c:pt idx="368">
                  <c:v>12.3</c:v>
                </c:pt>
                <c:pt idx="369">
                  <c:v>14.03</c:v>
                </c:pt>
                <c:pt idx="370">
                  <c:v>13.18</c:v>
                </c:pt>
                <c:pt idx="371">
                  <c:v>12.99</c:v>
                </c:pt>
                <c:pt idx="372">
                  <c:v>12.97</c:v>
                </c:pt>
                <c:pt idx="373">
                  <c:v>12.55</c:v>
                </c:pt>
                <c:pt idx="374">
                  <c:v>12.09</c:v>
                </c:pt>
                <c:pt idx="375">
                  <c:v>11.73</c:v>
                </c:pt>
                <c:pt idx="376">
                  <c:v>10.93</c:v>
                </c:pt>
                <c:pt idx="377">
                  <c:v>10.43</c:v>
                </c:pt>
                <c:pt idx="378">
                  <c:v>10.78</c:v>
                </c:pt>
                <c:pt idx="379">
                  <c:v>10.74</c:v>
                </c:pt>
                <c:pt idx="380">
                  <c:v>10.62</c:v>
                </c:pt>
                <c:pt idx="381">
                  <c:v>10.39</c:v>
                </c:pt>
                <c:pt idx="382">
                  <c:v>9.82</c:v>
                </c:pt>
                <c:pt idx="383">
                  <c:v>10.06</c:v>
                </c:pt>
                <c:pt idx="384">
                  <c:v>10.36</c:v>
                </c:pt>
                <c:pt idx="385">
                  <c:v>10.52</c:v>
                </c:pt>
                <c:pt idx="386">
                  <c:v>10.38</c:v>
                </c:pt>
                <c:pt idx="387">
                  <c:v>12.93</c:v>
                </c:pt>
                <c:pt idx="388">
                  <c:v>12.79</c:v>
                </c:pt>
                <c:pt idx="389">
                  <c:v>11.66</c:v>
                </c:pt>
                <c:pt idx="390">
                  <c:v>11.41</c:v>
                </c:pt>
                <c:pt idx="391">
                  <c:v>13.48</c:v>
                </c:pt>
                <c:pt idx="392">
                  <c:v>12.78</c:v>
                </c:pt>
                <c:pt idx="393">
                  <c:v>12.62</c:v>
                </c:pt>
                <c:pt idx="394">
                  <c:v>12.54</c:v>
                </c:pt>
                <c:pt idx="395">
                  <c:v>15.7</c:v>
                </c:pt>
                <c:pt idx="396">
                  <c:v>16.55</c:v>
                </c:pt>
                <c:pt idx="397">
                  <c:v>18.96</c:v>
                </c:pt>
                <c:pt idx="398">
                  <c:v>16.75</c:v>
                </c:pt>
                <c:pt idx="399">
                  <c:v>14.09</c:v>
                </c:pt>
                <c:pt idx="400">
                  <c:v>12.19</c:v>
                </c:pt>
                <c:pt idx="401">
                  <c:v>13.1</c:v>
                </c:pt>
                <c:pt idx="402">
                  <c:v>13.41</c:v>
                </c:pt>
                <c:pt idx="403">
                  <c:v>12.65</c:v>
                </c:pt>
                <c:pt idx="404">
                  <c:v>12.61</c:v>
                </c:pt>
                <c:pt idx="405">
                  <c:v>12.17</c:v>
                </c:pt>
                <c:pt idx="406">
                  <c:v>12.18</c:v>
                </c:pt>
                <c:pt idx="407">
                  <c:v>13.05</c:v>
                </c:pt>
                <c:pt idx="408">
                  <c:v>13.72</c:v>
                </c:pt>
                <c:pt idx="409">
                  <c:v>12.94</c:v>
                </c:pt>
                <c:pt idx="410">
                  <c:v>13.64</c:v>
                </c:pt>
                <c:pt idx="411">
                  <c:v>13.36</c:v>
                </c:pt>
                <c:pt idx="412">
                  <c:v>15.23</c:v>
                </c:pt>
                <c:pt idx="413">
                  <c:v>16.12</c:v>
                </c:pt>
                <c:pt idx="414">
                  <c:v>16.29</c:v>
                </c:pt>
                <c:pt idx="415">
                  <c:v>14.66</c:v>
                </c:pt>
                <c:pt idx="416">
                  <c:v>14.99</c:v>
                </c:pt>
                <c:pt idx="417">
                  <c:v>13.89</c:v>
                </c:pt>
                <c:pt idx="418">
                  <c:v>13.46</c:v>
                </c:pt>
                <c:pt idx="419">
                  <c:v>13.4</c:v>
                </c:pt>
                <c:pt idx="420">
                  <c:v>11.53</c:v>
                </c:pt>
                <c:pt idx="421">
                  <c:v>11.12</c:v>
                </c:pt>
                <c:pt idx="422">
                  <c:v>11.34</c:v>
                </c:pt>
                <c:pt idx="423">
                  <c:v>11.34</c:v>
                </c:pt>
                <c:pt idx="424">
                  <c:v>11.69</c:v>
                </c:pt>
                <c:pt idx="425">
                  <c:v>11.56</c:v>
                </c:pt>
                <c:pt idx="426">
                  <c:v>12.32</c:v>
                </c:pt>
                <c:pt idx="427">
                  <c:v>12.36</c:v>
                </c:pt>
                <c:pt idx="428">
                  <c:v>12.65</c:v>
                </c:pt>
                <c:pt idx="429">
                  <c:v>12.37</c:v>
                </c:pt>
                <c:pt idx="430">
                  <c:v>12.65</c:v>
                </c:pt>
                <c:pt idx="431">
                  <c:v>13.41</c:v>
                </c:pt>
                <c:pt idx="432">
                  <c:v>13.86</c:v>
                </c:pt>
                <c:pt idx="433">
                  <c:v>13.2</c:v>
                </c:pt>
                <c:pt idx="434">
                  <c:v>12.18</c:v>
                </c:pt>
                <c:pt idx="435">
                  <c:v>11.46</c:v>
                </c:pt>
                <c:pt idx="436">
                  <c:v>11.92</c:v>
                </c:pt>
                <c:pt idx="437">
                  <c:v>12</c:v>
                </c:pt>
                <c:pt idx="438">
                  <c:v>12.08</c:v>
                </c:pt>
                <c:pt idx="439">
                  <c:v>12.4</c:v>
                </c:pt>
                <c:pt idx="440">
                  <c:v>11.93</c:v>
                </c:pt>
                <c:pt idx="441">
                  <c:v>12.23</c:v>
                </c:pt>
                <c:pt idx="442">
                  <c:v>12.29</c:v>
                </c:pt>
                <c:pt idx="443">
                  <c:v>12.37</c:v>
                </c:pt>
                <c:pt idx="444">
                  <c:v>12.57</c:v>
                </c:pt>
                <c:pt idx="445">
                  <c:v>12.21</c:v>
                </c:pt>
                <c:pt idx="446">
                  <c:v>12.39</c:v>
                </c:pt>
                <c:pt idx="447">
                  <c:v>12.06</c:v>
                </c:pt>
                <c:pt idx="448">
                  <c:v>12.69</c:v>
                </c:pt>
                <c:pt idx="449">
                  <c:v>12.99</c:v>
                </c:pt>
                <c:pt idx="450">
                  <c:v>13.09</c:v>
                </c:pt>
                <c:pt idx="451">
                  <c:v>13.79</c:v>
                </c:pt>
                <c:pt idx="452">
                  <c:v>13.92</c:v>
                </c:pt>
                <c:pt idx="453">
                  <c:v>13.22</c:v>
                </c:pt>
                <c:pt idx="454">
                  <c:v>11.97</c:v>
                </c:pt>
                <c:pt idx="455">
                  <c:v>11.11</c:v>
                </c:pt>
                <c:pt idx="456">
                  <c:v>11.81</c:v>
                </c:pt>
                <c:pt idx="457">
                  <c:v>11.64</c:v>
                </c:pt>
                <c:pt idx="458">
                  <c:v>12.03</c:v>
                </c:pt>
                <c:pt idx="459">
                  <c:v>11.33</c:v>
                </c:pt>
                <c:pt idx="460">
                  <c:v>11.29</c:v>
                </c:pt>
                <c:pt idx="461">
                  <c:v>11.79</c:v>
                </c:pt>
                <c:pt idx="462">
                  <c:v>11.53</c:v>
                </c:pt>
                <c:pt idx="463">
                  <c:v>11.47</c:v>
                </c:pt>
                <c:pt idx="464">
                  <c:v>11.5</c:v>
                </c:pt>
                <c:pt idx="465">
                  <c:v>11.49</c:v>
                </c:pt>
                <c:pt idx="466">
                  <c:v>12.43</c:v>
                </c:pt>
                <c:pt idx="467">
                  <c:v>12</c:v>
                </c:pt>
                <c:pt idx="468">
                  <c:v>12.23</c:v>
                </c:pt>
                <c:pt idx="469">
                  <c:v>13.2</c:v>
                </c:pt>
                <c:pt idx="470">
                  <c:v>13.26</c:v>
                </c:pt>
                <c:pt idx="471">
                  <c:v>13.23</c:v>
                </c:pt>
                <c:pt idx="472">
                  <c:v>12.98</c:v>
                </c:pt>
                <c:pt idx="473">
                  <c:v>13.58</c:v>
                </c:pt>
                <c:pt idx="474">
                  <c:v>13.66</c:v>
                </c:pt>
                <c:pt idx="475">
                  <c:v>13.04</c:v>
                </c:pt>
                <c:pt idx="476">
                  <c:v>12.46</c:v>
                </c:pt>
                <c:pt idx="477">
                  <c:v>12.16</c:v>
                </c:pt>
                <c:pt idx="478">
                  <c:v>11.18</c:v>
                </c:pt>
                <c:pt idx="479">
                  <c:v>11.76</c:v>
                </c:pt>
                <c:pt idx="480">
                  <c:v>11.06</c:v>
                </c:pt>
                <c:pt idx="481">
                  <c:v>11.4</c:v>
                </c:pt>
                <c:pt idx="482">
                  <c:v>11.75</c:v>
                </c:pt>
                <c:pt idx="483">
                  <c:v>11.87</c:v>
                </c:pt>
                <c:pt idx="484">
                  <c:v>12.72</c:v>
                </c:pt>
                <c:pt idx="485">
                  <c:v>11.92</c:v>
                </c:pt>
                <c:pt idx="486">
                  <c:v>12.93</c:v>
                </c:pt>
                <c:pt idx="487">
                  <c:v>12.9</c:v>
                </c:pt>
                <c:pt idx="488">
                  <c:v>12.06</c:v>
                </c:pt>
                <c:pt idx="489">
                  <c:v>12.66</c:v>
                </c:pt>
                <c:pt idx="490">
                  <c:v>12.64</c:v>
                </c:pt>
                <c:pt idx="491">
                  <c:v>12.22</c:v>
                </c:pt>
                <c:pt idx="492">
                  <c:v>11.92</c:v>
                </c:pt>
                <c:pt idx="493">
                  <c:v>12.31</c:v>
                </c:pt>
                <c:pt idx="494">
                  <c:v>12.03</c:v>
                </c:pt>
                <c:pt idx="495">
                  <c:v>12.12</c:v>
                </c:pt>
                <c:pt idx="496">
                  <c:v>11.19</c:v>
                </c:pt>
                <c:pt idx="497">
                  <c:v>11</c:v>
                </c:pt>
                <c:pt idx="498">
                  <c:v>11.78</c:v>
                </c:pt>
                <c:pt idx="499">
                  <c:v>11.81</c:v>
                </c:pt>
                <c:pt idx="500">
                  <c:v>12.21</c:v>
                </c:pt>
                <c:pt idx="501">
                  <c:v>12.53</c:v>
                </c:pt>
                <c:pt idx="502">
                  <c:v>12.67</c:v>
                </c:pt>
                <c:pt idx="503">
                  <c:v>13.09</c:v>
                </c:pt>
                <c:pt idx="504">
                  <c:v>12.75</c:v>
                </c:pt>
                <c:pt idx="505">
                  <c:v>12.76</c:v>
                </c:pt>
                <c:pt idx="506">
                  <c:v>12.48</c:v>
                </c:pt>
                <c:pt idx="507">
                  <c:v>12.52</c:v>
                </c:pt>
                <c:pt idx="508">
                  <c:v>13.42</c:v>
                </c:pt>
                <c:pt idx="509">
                  <c:v>14.23</c:v>
                </c:pt>
                <c:pt idx="510">
                  <c:v>14.54</c:v>
                </c:pt>
                <c:pt idx="511">
                  <c:v>13.98</c:v>
                </c:pt>
                <c:pt idx="512">
                  <c:v>14.34</c:v>
                </c:pt>
                <c:pt idx="513">
                  <c:v>16.239999999999998</c:v>
                </c:pt>
                <c:pt idx="514">
                  <c:v>22.61</c:v>
                </c:pt>
                <c:pt idx="515">
                  <c:v>23.04</c:v>
                </c:pt>
                <c:pt idx="516">
                  <c:v>18.21</c:v>
                </c:pt>
                <c:pt idx="517">
                  <c:v>23.73</c:v>
                </c:pt>
                <c:pt idx="518">
                  <c:v>21.67</c:v>
                </c:pt>
                <c:pt idx="519">
                  <c:v>20.14</c:v>
                </c:pt>
                <c:pt idx="520">
                  <c:v>18.52</c:v>
                </c:pt>
                <c:pt idx="521">
                  <c:v>16.66</c:v>
                </c:pt>
                <c:pt idx="522">
                  <c:v>17.100000000000001</c:v>
                </c:pt>
                <c:pt idx="523">
                  <c:v>16.559999999999999</c:v>
                </c:pt>
                <c:pt idx="524">
                  <c:v>16.850000000000001</c:v>
                </c:pt>
                <c:pt idx="525">
                  <c:v>15.49</c:v>
                </c:pt>
                <c:pt idx="526">
                  <c:v>15.11</c:v>
                </c:pt>
                <c:pt idx="527">
                  <c:v>14.53</c:v>
                </c:pt>
                <c:pt idx="528">
                  <c:v>15.55</c:v>
                </c:pt>
                <c:pt idx="529">
                  <c:v>17.39</c:v>
                </c:pt>
                <c:pt idx="530">
                  <c:v>18.690000000000001</c:v>
                </c:pt>
                <c:pt idx="531">
                  <c:v>16.670000000000002</c:v>
                </c:pt>
                <c:pt idx="532">
                  <c:v>17.600000000000001</c:v>
                </c:pt>
                <c:pt idx="533">
                  <c:v>15.49</c:v>
                </c:pt>
                <c:pt idx="534">
                  <c:v>14.8</c:v>
                </c:pt>
                <c:pt idx="535">
                  <c:v>15.13</c:v>
                </c:pt>
                <c:pt idx="536">
                  <c:v>15.05</c:v>
                </c:pt>
                <c:pt idx="537">
                  <c:v>15.16</c:v>
                </c:pt>
                <c:pt idx="538">
                  <c:v>15.52</c:v>
                </c:pt>
                <c:pt idx="539">
                  <c:v>15.52</c:v>
                </c:pt>
                <c:pt idx="540">
                  <c:v>16.3</c:v>
                </c:pt>
                <c:pt idx="541">
                  <c:v>16.47</c:v>
                </c:pt>
                <c:pt idx="542">
                  <c:v>16.73</c:v>
                </c:pt>
                <c:pt idx="543">
                  <c:v>16.239999999999998</c:v>
                </c:pt>
                <c:pt idx="544">
                  <c:v>20.21</c:v>
                </c:pt>
                <c:pt idx="545">
                  <c:v>19.29</c:v>
                </c:pt>
                <c:pt idx="546">
                  <c:v>18.16</c:v>
                </c:pt>
                <c:pt idx="547">
                  <c:v>19.809999999999999</c:v>
                </c:pt>
                <c:pt idx="548">
                  <c:v>18.940000000000001</c:v>
                </c:pt>
                <c:pt idx="549">
                  <c:v>17.54</c:v>
                </c:pt>
                <c:pt idx="550">
                  <c:v>18.3</c:v>
                </c:pt>
                <c:pt idx="551">
                  <c:v>18.61</c:v>
                </c:pt>
                <c:pt idx="552">
                  <c:v>18.86</c:v>
                </c:pt>
                <c:pt idx="553">
                  <c:v>17.03</c:v>
                </c:pt>
                <c:pt idx="554">
                  <c:v>17.350000000000001</c:v>
                </c:pt>
                <c:pt idx="555">
                  <c:v>16.5</c:v>
                </c:pt>
                <c:pt idx="556">
                  <c:v>15.11</c:v>
                </c:pt>
                <c:pt idx="557">
                  <c:v>15.65</c:v>
                </c:pt>
                <c:pt idx="558">
                  <c:v>15.24</c:v>
                </c:pt>
                <c:pt idx="559">
                  <c:v>13.81</c:v>
                </c:pt>
                <c:pt idx="560">
                  <c:v>13.91</c:v>
                </c:pt>
                <c:pt idx="561">
                  <c:v>13.35</c:v>
                </c:pt>
                <c:pt idx="562">
                  <c:v>12.92</c:v>
                </c:pt>
                <c:pt idx="563">
                  <c:v>12.6</c:v>
                </c:pt>
                <c:pt idx="564">
                  <c:v>12.91</c:v>
                </c:pt>
                <c:pt idx="565">
                  <c:v>13.58</c:v>
                </c:pt>
                <c:pt idx="566">
                  <c:v>14.3</c:v>
                </c:pt>
                <c:pt idx="567">
                  <c:v>14.86</c:v>
                </c:pt>
                <c:pt idx="568">
                  <c:v>14.57</c:v>
                </c:pt>
                <c:pt idx="569">
                  <c:v>14.05</c:v>
                </c:pt>
                <c:pt idx="570">
                  <c:v>13.59</c:v>
                </c:pt>
                <c:pt idx="571">
                  <c:v>13.63</c:v>
                </c:pt>
                <c:pt idx="572">
                  <c:v>13.66</c:v>
                </c:pt>
                <c:pt idx="573">
                  <c:v>13.31</c:v>
                </c:pt>
                <c:pt idx="574">
                  <c:v>13.39</c:v>
                </c:pt>
                <c:pt idx="575">
                  <c:v>12.73</c:v>
                </c:pt>
                <c:pt idx="576">
                  <c:v>11.95</c:v>
                </c:pt>
                <c:pt idx="577">
                  <c:v>11.25</c:v>
                </c:pt>
                <c:pt idx="578">
                  <c:v>11.71</c:v>
                </c:pt>
                <c:pt idx="579">
                  <c:v>12.8</c:v>
                </c:pt>
                <c:pt idx="580">
                  <c:v>12.69</c:v>
                </c:pt>
                <c:pt idx="581">
                  <c:v>13.09</c:v>
                </c:pt>
                <c:pt idx="582">
                  <c:v>12.69</c:v>
                </c:pt>
                <c:pt idx="583">
                  <c:v>12.94</c:v>
                </c:pt>
                <c:pt idx="584">
                  <c:v>12.82</c:v>
                </c:pt>
                <c:pt idx="585">
                  <c:v>12.84</c:v>
                </c:pt>
                <c:pt idx="586">
                  <c:v>12.5</c:v>
                </c:pt>
                <c:pt idx="587">
                  <c:v>12.55</c:v>
                </c:pt>
                <c:pt idx="588">
                  <c:v>12.93</c:v>
                </c:pt>
                <c:pt idx="589">
                  <c:v>15.52</c:v>
                </c:pt>
                <c:pt idx="590">
                  <c:v>14.55</c:v>
                </c:pt>
                <c:pt idx="591">
                  <c:v>13.18</c:v>
                </c:pt>
                <c:pt idx="592">
                  <c:v>12.67</c:v>
                </c:pt>
                <c:pt idx="593">
                  <c:v>12.51</c:v>
                </c:pt>
                <c:pt idx="594">
                  <c:v>12.35</c:v>
                </c:pt>
                <c:pt idx="595">
                  <c:v>12.96</c:v>
                </c:pt>
                <c:pt idx="596">
                  <c:v>13.25</c:v>
                </c:pt>
                <c:pt idx="597">
                  <c:v>12.81</c:v>
                </c:pt>
                <c:pt idx="598">
                  <c:v>13.18</c:v>
                </c:pt>
                <c:pt idx="599">
                  <c:v>13.65</c:v>
                </c:pt>
                <c:pt idx="600">
                  <c:v>15.09</c:v>
                </c:pt>
                <c:pt idx="601">
                  <c:v>16.739999999999998</c:v>
                </c:pt>
                <c:pt idx="602">
                  <c:v>15.38</c:v>
                </c:pt>
                <c:pt idx="603">
                  <c:v>15.85</c:v>
                </c:pt>
                <c:pt idx="604">
                  <c:v>15.17</c:v>
                </c:pt>
                <c:pt idx="605">
                  <c:v>15.48</c:v>
                </c:pt>
                <c:pt idx="606">
                  <c:v>15.74</c:v>
                </c:pt>
                <c:pt idx="607">
                  <c:v>16.079999999999998</c:v>
                </c:pt>
                <c:pt idx="608">
                  <c:v>16.7</c:v>
                </c:pt>
                <c:pt idx="609">
                  <c:v>16.04</c:v>
                </c:pt>
                <c:pt idx="610">
                  <c:v>18.34</c:v>
                </c:pt>
                <c:pt idx="611">
                  <c:v>17.760000000000002</c:v>
                </c:pt>
                <c:pt idx="612">
                  <c:v>17.489999999999998</c:v>
                </c:pt>
                <c:pt idx="613">
                  <c:v>17.34</c:v>
                </c:pt>
                <c:pt idx="614">
                  <c:v>16.28</c:v>
                </c:pt>
                <c:pt idx="615">
                  <c:v>14.81</c:v>
                </c:pt>
                <c:pt idx="616">
                  <c:v>13.89</c:v>
                </c:pt>
                <c:pt idx="617">
                  <c:v>14.83</c:v>
                </c:pt>
                <c:pt idx="618">
                  <c:v>14.11</c:v>
                </c:pt>
                <c:pt idx="619">
                  <c:v>13.06</c:v>
                </c:pt>
                <c:pt idx="620">
                  <c:v>13.57</c:v>
                </c:pt>
                <c:pt idx="621">
                  <c:v>13.8</c:v>
                </c:pt>
                <c:pt idx="622">
                  <c:v>14</c:v>
                </c:pt>
                <c:pt idx="623">
                  <c:v>14.27</c:v>
                </c:pt>
                <c:pt idx="624">
                  <c:v>13.93</c:v>
                </c:pt>
                <c:pt idx="625">
                  <c:v>14.66</c:v>
                </c:pt>
                <c:pt idx="626">
                  <c:v>14.09</c:v>
                </c:pt>
                <c:pt idx="627">
                  <c:v>13.89</c:v>
                </c:pt>
                <c:pt idx="628">
                  <c:v>13.17</c:v>
                </c:pt>
                <c:pt idx="629">
                  <c:v>12.67</c:v>
                </c:pt>
                <c:pt idx="630">
                  <c:v>13.2</c:v>
                </c:pt>
                <c:pt idx="631">
                  <c:v>13.05</c:v>
                </c:pt>
                <c:pt idx="632">
                  <c:v>12.51</c:v>
                </c:pt>
                <c:pt idx="633">
                  <c:v>13.47</c:v>
                </c:pt>
                <c:pt idx="634">
                  <c:v>12.4</c:v>
                </c:pt>
                <c:pt idx="635">
                  <c:v>12.49</c:v>
                </c:pt>
                <c:pt idx="636">
                  <c:v>12.04</c:v>
                </c:pt>
                <c:pt idx="637">
                  <c:v>12.02</c:v>
                </c:pt>
                <c:pt idx="638">
                  <c:v>11.44</c:v>
                </c:pt>
                <c:pt idx="639">
                  <c:v>12.14</c:v>
                </c:pt>
                <c:pt idx="640">
                  <c:v>14.21</c:v>
                </c:pt>
                <c:pt idx="641">
                  <c:v>13.13</c:v>
                </c:pt>
                <c:pt idx="642">
                  <c:v>14.32</c:v>
                </c:pt>
                <c:pt idx="643">
                  <c:v>13.79</c:v>
                </c:pt>
                <c:pt idx="644">
                  <c:v>13.64</c:v>
                </c:pt>
                <c:pt idx="645">
                  <c:v>12.43</c:v>
                </c:pt>
                <c:pt idx="646">
                  <c:v>12.29</c:v>
                </c:pt>
                <c:pt idx="647">
                  <c:v>12.01</c:v>
                </c:pt>
                <c:pt idx="648">
                  <c:v>11.61</c:v>
                </c:pt>
                <c:pt idx="649">
                  <c:v>11.74</c:v>
                </c:pt>
                <c:pt idx="650">
                  <c:v>11.66</c:v>
                </c:pt>
                <c:pt idx="651">
                  <c:v>11.38</c:v>
                </c:pt>
                <c:pt idx="652">
                  <c:v>11.43</c:v>
                </c:pt>
                <c:pt idx="653">
                  <c:v>11.64</c:v>
                </c:pt>
                <c:pt idx="654">
                  <c:v>11.99</c:v>
                </c:pt>
                <c:pt idx="655">
                  <c:v>11.63</c:v>
                </c:pt>
                <c:pt idx="656">
                  <c:v>12.6</c:v>
                </c:pt>
                <c:pt idx="657">
                  <c:v>12.44</c:v>
                </c:pt>
                <c:pt idx="658">
                  <c:v>12.72</c:v>
                </c:pt>
                <c:pt idx="659">
                  <c:v>12.56</c:v>
                </c:pt>
                <c:pt idx="660">
                  <c:v>12.29</c:v>
                </c:pt>
                <c:pt idx="661">
                  <c:v>12.01</c:v>
                </c:pt>
                <c:pt idx="662">
                  <c:v>11.51</c:v>
                </c:pt>
                <c:pt idx="663">
                  <c:v>10.66</c:v>
                </c:pt>
                <c:pt idx="664">
                  <c:v>11.56</c:v>
                </c:pt>
                <c:pt idx="665">
                  <c:v>11.62</c:v>
                </c:pt>
                <c:pt idx="666">
                  <c:v>11.42</c:v>
                </c:pt>
                <c:pt idx="667">
                  <c:v>10.97</c:v>
                </c:pt>
                <c:pt idx="668">
                  <c:v>11.09</c:v>
                </c:pt>
                <c:pt idx="669">
                  <c:v>11.35</c:v>
                </c:pt>
                <c:pt idx="670">
                  <c:v>11.24</c:v>
                </c:pt>
                <c:pt idx="671">
                  <c:v>11.6</c:v>
                </c:pt>
                <c:pt idx="672">
                  <c:v>11.81</c:v>
                </c:pt>
                <c:pt idx="673">
                  <c:v>12.93</c:v>
                </c:pt>
                <c:pt idx="674">
                  <c:v>13.06</c:v>
                </c:pt>
                <c:pt idx="675">
                  <c:v>14.01</c:v>
                </c:pt>
                <c:pt idx="676">
                  <c:v>14.72</c:v>
                </c:pt>
                <c:pt idx="677">
                  <c:v>19.489999999999998</c:v>
                </c:pt>
                <c:pt idx="678">
                  <c:v>17.18</c:v>
                </c:pt>
                <c:pt idx="679">
                  <c:v>18.399999999999999</c:v>
                </c:pt>
                <c:pt idx="680">
                  <c:v>18.05</c:v>
                </c:pt>
                <c:pt idx="681">
                  <c:v>16.079999999999998</c:v>
                </c:pt>
                <c:pt idx="682">
                  <c:v>16.399999999999999</c:v>
                </c:pt>
                <c:pt idx="683">
                  <c:v>15.96</c:v>
                </c:pt>
                <c:pt idx="684">
                  <c:v>16.239999999999998</c:v>
                </c:pt>
                <c:pt idx="685">
                  <c:v>19.04</c:v>
                </c:pt>
                <c:pt idx="686">
                  <c:v>18.93</c:v>
                </c:pt>
                <c:pt idx="687">
                  <c:v>20.68</c:v>
                </c:pt>
                <c:pt idx="688">
                  <c:v>22.42</c:v>
                </c:pt>
                <c:pt idx="689">
                  <c:v>23.03</c:v>
                </c:pt>
                <c:pt idx="690">
                  <c:v>21.91</c:v>
                </c:pt>
                <c:pt idx="691">
                  <c:v>20.49</c:v>
                </c:pt>
                <c:pt idx="692">
                  <c:v>19.7</c:v>
                </c:pt>
                <c:pt idx="693">
                  <c:v>18.11</c:v>
                </c:pt>
                <c:pt idx="694">
                  <c:v>19.73</c:v>
                </c:pt>
                <c:pt idx="695">
                  <c:v>19.89</c:v>
                </c:pt>
                <c:pt idx="696">
                  <c:v>19.25</c:v>
                </c:pt>
                <c:pt idx="697">
                  <c:v>16.600000000000001</c:v>
                </c:pt>
                <c:pt idx="698">
                  <c:v>15.79</c:v>
                </c:pt>
                <c:pt idx="699">
                  <c:v>16.690000000000001</c:v>
                </c:pt>
                <c:pt idx="700">
                  <c:v>18.62</c:v>
                </c:pt>
                <c:pt idx="701">
                  <c:v>18.940000000000001</c:v>
                </c:pt>
                <c:pt idx="702">
                  <c:v>18.32</c:v>
                </c:pt>
                <c:pt idx="703">
                  <c:v>18.149999999999999</c:v>
                </c:pt>
                <c:pt idx="704">
                  <c:v>17.72</c:v>
                </c:pt>
                <c:pt idx="705">
                  <c:v>18.55</c:v>
                </c:pt>
                <c:pt idx="706">
                  <c:v>18.91</c:v>
                </c:pt>
                <c:pt idx="707">
                  <c:v>18.41</c:v>
                </c:pt>
                <c:pt idx="708">
                  <c:v>18.48</c:v>
                </c:pt>
                <c:pt idx="709">
                  <c:v>17.82</c:v>
                </c:pt>
                <c:pt idx="710">
                  <c:v>17.46</c:v>
                </c:pt>
                <c:pt idx="711">
                  <c:v>17.54</c:v>
                </c:pt>
                <c:pt idx="712">
                  <c:v>17.989999999999998</c:v>
                </c:pt>
                <c:pt idx="713">
                  <c:v>18.57</c:v>
                </c:pt>
                <c:pt idx="714">
                  <c:v>16.62</c:v>
                </c:pt>
                <c:pt idx="715">
                  <c:v>16.75</c:v>
                </c:pt>
                <c:pt idx="716">
                  <c:v>17.100000000000001</c:v>
                </c:pt>
                <c:pt idx="717">
                  <c:v>18.96</c:v>
                </c:pt>
                <c:pt idx="718">
                  <c:v>18.149999999999999</c:v>
                </c:pt>
                <c:pt idx="719">
                  <c:v>19.82</c:v>
                </c:pt>
                <c:pt idx="720">
                  <c:v>18.62</c:v>
                </c:pt>
                <c:pt idx="721">
                  <c:v>17.25</c:v>
                </c:pt>
                <c:pt idx="722">
                  <c:v>15.87</c:v>
                </c:pt>
                <c:pt idx="723">
                  <c:v>17.649999999999999</c:v>
                </c:pt>
                <c:pt idx="724">
                  <c:v>17.440000000000001</c:v>
                </c:pt>
                <c:pt idx="725">
                  <c:v>17.98</c:v>
                </c:pt>
                <c:pt idx="726">
                  <c:v>17.850000000000001</c:v>
                </c:pt>
                <c:pt idx="727">
                  <c:v>18.57</c:v>
                </c:pt>
                <c:pt idx="728">
                  <c:v>18.670000000000002</c:v>
                </c:pt>
                <c:pt idx="729">
                  <c:v>19.489999999999998</c:v>
                </c:pt>
                <c:pt idx="730">
                  <c:v>21.74</c:v>
                </c:pt>
                <c:pt idx="731">
                  <c:v>19.260000000000002</c:v>
                </c:pt>
                <c:pt idx="732">
                  <c:v>18.989999999999998</c:v>
                </c:pt>
                <c:pt idx="733">
                  <c:v>19.739999999999998</c:v>
                </c:pt>
                <c:pt idx="734">
                  <c:v>19.25</c:v>
                </c:pt>
                <c:pt idx="735">
                  <c:v>17.96</c:v>
                </c:pt>
                <c:pt idx="736">
                  <c:v>16.670000000000002</c:v>
                </c:pt>
                <c:pt idx="737">
                  <c:v>16.13</c:v>
                </c:pt>
                <c:pt idx="738">
                  <c:v>15.45</c:v>
                </c:pt>
                <c:pt idx="739">
                  <c:v>15.01</c:v>
                </c:pt>
                <c:pt idx="740">
                  <c:v>14.67</c:v>
                </c:pt>
                <c:pt idx="741">
                  <c:v>14.97</c:v>
                </c:pt>
                <c:pt idx="742">
                  <c:v>15.06</c:v>
                </c:pt>
                <c:pt idx="743">
                  <c:v>14.62</c:v>
                </c:pt>
                <c:pt idx="744">
                  <c:v>14.98</c:v>
                </c:pt>
                <c:pt idx="745">
                  <c:v>14.32</c:v>
                </c:pt>
                <c:pt idx="746">
                  <c:v>14.64</c:v>
                </c:pt>
                <c:pt idx="747">
                  <c:v>14.93</c:v>
                </c:pt>
                <c:pt idx="748">
                  <c:v>14.8</c:v>
                </c:pt>
                <c:pt idx="749">
                  <c:v>14.03</c:v>
                </c:pt>
                <c:pt idx="750">
                  <c:v>14.42</c:v>
                </c:pt>
                <c:pt idx="751">
                  <c:v>14.94</c:v>
                </c:pt>
                <c:pt idx="752">
                  <c:v>15.18</c:v>
                </c:pt>
                <c:pt idx="753">
                  <c:v>16.989999999999998</c:v>
                </c:pt>
                <c:pt idx="754">
                  <c:v>15.51</c:v>
                </c:pt>
                <c:pt idx="755">
                  <c:v>14.86</c:v>
                </c:pt>
                <c:pt idx="756">
                  <c:v>14.75</c:v>
                </c:pt>
                <c:pt idx="757">
                  <c:v>14.83</c:v>
                </c:pt>
                <c:pt idx="758">
                  <c:v>14.87</c:v>
                </c:pt>
                <c:pt idx="759">
                  <c:v>14.88</c:v>
                </c:pt>
                <c:pt idx="760">
                  <c:v>15.77</c:v>
                </c:pt>
                <c:pt idx="761">
                  <c:v>13.76</c:v>
                </c:pt>
                <c:pt idx="762">
                  <c:v>14.24</c:v>
                </c:pt>
                <c:pt idx="763">
                  <c:v>14.29</c:v>
                </c:pt>
                <c:pt idx="764">
                  <c:v>15.15</c:v>
                </c:pt>
                <c:pt idx="765">
                  <c:v>14.64</c:v>
                </c:pt>
                <c:pt idx="766">
                  <c:v>14.53</c:v>
                </c:pt>
                <c:pt idx="767">
                  <c:v>14.2</c:v>
                </c:pt>
                <c:pt idx="768">
                  <c:v>14.59</c:v>
                </c:pt>
                <c:pt idx="769">
                  <c:v>14.63</c:v>
                </c:pt>
                <c:pt idx="770">
                  <c:v>14.54</c:v>
                </c:pt>
                <c:pt idx="771">
                  <c:v>15.49</c:v>
                </c:pt>
                <c:pt idx="772">
                  <c:v>15.01</c:v>
                </c:pt>
                <c:pt idx="773">
                  <c:v>14.75</c:v>
                </c:pt>
                <c:pt idx="774">
                  <c:v>14.53</c:v>
                </c:pt>
                <c:pt idx="775">
                  <c:v>14.55</c:v>
                </c:pt>
                <c:pt idx="776">
                  <c:v>15.17</c:v>
                </c:pt>
                <c:pt idx="777">
                  <c:v>15.58</c:v>
                </c:pt>
                <c:pt idx="778">
                  <c:v>14.6</c:v>
                </c:pt>
                <c:pt idx="779">
                  <c:v>14.79</c:v>
                </c:pt>
                <c:pt idx="780">
                  <c:v>13.96</c:v>
                </c:pt>
                <c:pt idx="781">
                  <c:v>13.6</c:v>
                </c:pt>
                <c:pt idx="782">
                  <c:v>13.9</c:v>
                </c:pt>
                <c:pt idx="783">
                  <c:v>13.6</c:v>
                </c:pt>
                <c:pt idx="784">
                  <c:v>13.95</c:v>
                </c:pt>
                <c:pt idx="785">
                  <c:v>13.48</c:v>
                </c:pt>
                <c:pt idx="786">
                  <c:v>13.1</c:v>
                </c:pt>
                <c:pt idx="787">
                  <c:v>15.06</c:v>
                </c:pt>
                <c:pt idx="788">
                  <c:v>14.82</c:v>
                </c:pt>
                <c:pt idx="789">
                  <c:v>14.67</c:v>
                </c:pt>
                <c:pt idx="790">
                  <c:v>14.92</c:v>
                </c:pt>
                <c:pt idx="791">
                  <c:v>14.29</c:v>
                </c:pt>
                <c:pt idx="792">
                  <c:v>13.73</c:v>
                </c:pt>
                <c:pt idx="793">
                  <c:v>13.34</c:v>
                </c:pt>
                <c:pt idx="794">
                  <c:v>13.29</c:v>
                </c:pt>
                <c:pt idx="795">
                  <c:v>13.6</c:v>
                </c:pt>
                <c:pt idx="796">
                  <c:v>13.59</c:v>
                </c:pt>
                <c:pt idx="797">
                  <c:v>13.15</c:v>
                </c:pt>
                <c:pt idx="798">
                  <c:v>12.67</c:v>
                </c:pt>
                <c:pt idx="799">
                  <c:v>30.4</c:v>
                </c:pt>
                <c:pt idx="800">
                  <c:v>12.29</c:v>
                </c:pt>
                <c:pt idx="801">
                  <c:v>12.41</c:v>
                </c:pt>
                <c:pt idx="802">
                  <c:v>12.92</c:v>
                </c:pt>
                <c:pt idx="803">
                  <c:v>12.66</c:v>
                </c:pt>
                <c:pt idx="804">
                  <c:v>12.65</c:v>
                </c:pt>
                <c:pt idx="805">
                  <c:v>12.85</c:v>
                </c:pt>
                <c:pt idx="806">
                  <c:v>12.45</c:v>
                </c:pt>
                <c:pt idx="807">
                  <c:v>12.89</c:v>
                </c:pt>
                <c:pt idx="808">
                  <c:v>12.72</c:v>
                </c:pt>
                <c:pt idx="809">
                  <c:v>12.9</c:v>
                </c:pt>
                <c:pt idx="810">
                  <c:v>12.88</c:v>
                </c:pt>
                <c:pt idx="811">
                  <c:v>12.98</c:v>
                </c:pt>
                <c:pt idx="812">
                  <c:v>13.22</c:v>
                </c:pt>
                <c:pt idx="813">
                  <c:v>13.28</c:v>
                </c:pt>
                <c:pt idx="814">
                  <c:v>13.72</c:v>
                </c:pt>
                <c:pt idx="815">
                  <c:v>13.54</c:v>
                </c:pt>
                <c:pt idx="816">
                  <c:v>14.61</c:v>
                </c:pt>
                <c:pt idx="817">
                  <c:v>15.83</c:v>
                </c:pt>
                <c:pt idx="818">
                  <c:v>18.28</c:v>
                </c:pt>
                <c:pt idx="819">
                  <c:v>18.53</c:v>
                </c:pt>
                <c:pt idx="820">
                  <c:v>18.38</c:v>
                </c:pt>
                <c:pt idx="821">
                  <c:v>18.05</c:v>
                </c:pt>
                <c:pt idx="822">
                  <c:v>16.63</c:v>
                </c:pt>
                <c:pt idx="823">
                  <c:v>16.600000000000001</c:v>
                </c:pt>
                <c:pt idx="824">
                  <c:v>16.03</c:v>
                </c:pt>
                <c:pt idx="825">
                  <c:v>15.9</c:v>
                </c:pt>
                <c:pt idx="826">
                  <c:v>15.66</c:v>
                </c:pt>
                <c:pt idx="827">
                  <c:v>16.100000000000001</c:v>
                </c:pt>
                <c:pt idx="828">
                  <c:v>16.399999999999999</c:v>
                </c:pt>
                <c:pt idx="829">
                  <c:v>16.66</c:v>
                </c:pt>
                <c:pt idx="830">
                  <c:v>17.07</c:v>
                </c:pt>
                <c:pt idx="831">
                  <c:v>17.010000000000002</c:v>
                </c:pt>
                <c:pt idx="832">
                  <c:v>17.32</c:v>
                </c:pt>
                <c:pt idx="833">
                  <c:v>16.670000000000002</c:v>
                </c:pt>
                <c:pt idx="834">
                  <c:v>17.32</c:v>
                </c:pt>
                <c:pt idx="835">
                  <c:v>17.32</c:v>
                </c:pt>
                <c:pt idx="836">
                  <c:v>17.399999999999999</c:v>
                </c:pt>
                <c:pt idx="837">
                  <c:v>16.46</c:v>
                </c:pt>
                <c:pt idx="838">
                  <c:v>15.79</c:v>
                </c:pt>
                <c:pt idx="839">
                  <c:v>14.94</c:v>
                </c:pt>
                <c:pt idx="840">
                  <c:v>14.85</c:v>
                </c:pt>
                <c:pt idx="841">
                  <c:v>14.96</c:v>
                </c:pt>
                <c:pt idx="842">
                  <c:v>14.89</c:v>
                </c:pt>
                <c:pt idx="843">
                  <c:v>14.4</c:v>
                </c:pt>
                <c:pt idx="844">
                  <c:v>14.68</c:v>
                </c:pt>
                <c:pt idx="845">
                  <c:v>14.54</c:v>
                </c:pt>
                <c:pt idx="846">
                  <c:v>14.4</c:v>
                </c:pt>
                <c:pt idx="847">
                  <c:v>13.67</c:v>
                </c:pt>
                <c:pt idx="848">
                  <c:v>13.77</c:v>
                </c:pt>
                <c:pt idx="849">
                  <c:v>13.99</c:v>
                </c:pt>
                <c:pt idx="850">
                  <c:v>14.09</c:v>
                </c:pt>
                <c:pt idx="851">
                  <c:v>14.05</c:v>
                </c:pt>
                <c:pt idx="852">
                  <c:v>13.94</c:v>
                </c:pt>
                <c:pt idx="853">
                  <c:v>14.43</c:v>
                </c:pt>
                <c:pt idx="854">
                  <c:v>14.03</c:v>
                </c:pt>
                <c:pt idx="855">
                  <c:v>13.41</c:v>
                </c:pt>
                <c:pt idx="856">
                  <c:v>13.5</c:v>
                </c:pt>
                <c:pt idx="857">
                  <c:v>13.15</c:v>
                </c:pt>
                <c:pt idx="858">
                  <c:v>13.16</c:v>
                </c:pt>
                <c:pt idx="859">
                  <c:v>14.48</c:v>
                </c:pt>
                <c:pt idx="860">
                  <c:v>14.43</c:v>
                </c:pt>
                <c:pt idx="861">
                  <c:v>14.63</c:v>
                </c:pt>
                <c:pt idx="862">
                  <c:v>13.96</c:v>
                </c:pt>
                <c:pt idx="863">
                  <c:v>12.81</c:v>
                </c:pt>
                <c:pt idx="864">
                  <c:v>13.03</c:v>
                </c:pt>
                <c:pt idx="865">
                  <c:v>12.57</c:v>
                </c:pt>
                <c:pt idx="866">
                  <c:v>13.04</c:v>
                </c:pt>
                <c:pt idx="867">
                  <c:v>13.8</c:v>
                </c:pt>
                <c:pt idx="868">
                  <c:v>13.11</c:v>
                </c:pt>
                <c:pt idx="869">
                  <c:v>13.67</c:v>
                </c:pt>
                <c:pt idx="870">
                  <c:v>13.16</c:v>
                </c:pt>
                <c:pt idx="871">
                  <c:v>13.75</c:v>
                </c:pt>
                <c:pt idx="872">
                  <c:v>14.09</c:v>
                </c:pt>
                <c:pt idx="873">
                  <c:v>14.34</c:v>
                </c:pt>
                <c:pt idx="874">
                  <c:v>15.08</c:v>
                </c:pt>
                <c:pt idx="875">
                  <c:v>14.96</c:v>
                </c:pt>
                <c:pt idx="876">
                  <c:v>15.29</c:v>
                </c:pt>
                <c:pt idx="877">
                  <c:v>15.22</c:v>
                </c:pt>
                <c:pt idx="878">
                  <c:v>16.010000000000002</c:v>
                </c:pt>
                <c:pt idx="879">
                  <c:v>19.079999999999998</c:v>
                </c:pt>
                <c:pt idx="880">
                  <c:v>20.62</c:v>
                </c:pt>
                <c:pt idx="881">
                  <c:v>19.239999999999998</c:v>
                </c:pt>
                <c:pt idx="882">
                  <c:v>16.47</c:v>
                </c:pt>
                <c:pt idx="883">
                  <c:v>15.91</c:v>
                </c:pt>
                <c:pt idx="884">
                  <c:v>15.34</c:v>
                </c:pt>
                <c:pt idx="885">
                  <c:v>17.25</c:v>
                </c:pt>
                <c:pt idx="886">
                  <c:v>16.09</c:v>
                </c:pt>
                <c:pt idx="887">
                  <c:v>17.059999999999999</c:v>
                </c:pt>
                <c:pt idx="888">
                  <c:v>16.41</c:v>
                </c:pt>
                <c:pt idx="889">
                  <c:v>14.99</c:v>
                </c:pt>
                <c:pt idx="890">
                  <c:v>15.18</c:v>
                </c:pt>
                <c:pt idx="891">
                  <c:v>15.23</c:v>
                </c:pt>
                <c:pt idx="892">
                  <c:v>15.55</c:v>
                </c:pt>
                <c:pt idx="893">
                  <c:v>17.329999999999998</c:v>
                </c:pt>
                <c:pt idx="894">
                  <c:v>16.66</c:v>
                </c:pt>
                <c:pt idx="895">
                  <c:v>16.46</c:v>
                </c:pt>
                <c:pt idx="896">
                  <c:v>16.809999999999999</c:v>
                </c:pt>
                <c:pt idx="897">
                  <c:v>15.75</c:v>
                </c:pt>
                <c:pt idx="898">
                  <c:v>16.149999999999999</c:v>
                </c:pt>
                <c:pt idx="899">
                  <c:v>16.53</c:v>
                </c:pt>
                <c:pt idx="900">
                  <c:v>15.97</c:v>
                </c:pt>
                <c:pt idx="901">
                  <c:v>15.07</c:v>
                </c:pt>
                <c:pt idx="902">
                  <c:v>14.54</c:v>
                </c:pt>
                <c:pt idx="903">
                  <c:v>14.37</c:v>
                </c:pt>
                <c:pt idx="904">
                  <c:v>13.43</c:v>
                </c:pt>
                <c:pt idx="905">
                  <c:v>13.5</c:v>
                </c:pt>
                <c:pt idx="906">
                  <c:v>14.41</c:v>
                </c:pt>
                <c:pt idx="907">
                  <c:v>14.63</c:v>
                </c:pt>
                <c:pt idx="908">
                  <c:v>14.76</c:v>
                </c:pt>
                <c:pt idx="909">
                  <c:v>14.26</c:v>
                </c:pt>
                <c:pt idx="910">
                  <c:v>14.08</c:v>
                </c:pt>
                <c:pt idx="911">
                  <c:v>14.7</c:v>
                </c:pt>
                <c:pt idx="912">
                  <c:v>14.69</c:v>
                </c:pt>
                <c:pt idx="913">
                  <c:v>15.62</c:v>
                </c:pt>
                <c:pt idx="914">
                  <c:v>15.06</c:v>
                </c:pt>
                <c:pt idx="915">
                  <c:v>14.85</c:v>
                </c:pt>
                <c:pt idx="916">
                  <c:v>15.15</c:v>
                </c:pt>
                <c:pt idx="917">
                  <c:v>14.89</c:v>
                </c:pt>
                <c:pt idx="918">
                  <c:v>15.86</c:v>
                </c:pt>
                <c:pt idx="919">
                  <c:v>16.309999999999999</c:v>
                </c:pt>
                <c:pt idx="920">
                  <c:v>16.25</c:v>
                </c:pt>
                <c:pt idx="921">
                  <c:v>15.37</c:v>
                </c:pt>
                <c:pt idx="922">
                  <c:v>15.63</c:v>
                </c:pt>
                <c:pt idx="923">
                  <c:v>14.84</c:v>
                </c:pt>
                <c:pt idx="924">
                  <c:v>14.3</c:v>
                </c:pt>
                <c:pt idx="925">
                  <c:v>13.8</c:v>
                </c:pt>
                <c:pt idx="926">
                  <c:v>13.27</c:v>
                </c:pt>
                <c:pt idx="927">
                  <c:v>13.34</c:v>
                </c:pt>
                <c:pt idx="928">
                  <c:v>13.85</c:v>
                </c:pt>
                <c:pt idx="929">
                  <c:v>13.84</c:v>
                </c:pt>
                <c:pt idx="930">
                  <c:v>13.09</c:v>
                </c:pt>
                <c:pt idx="931">
                  <c:v>13.22</c:v>
                </c:pt>
                <c:pt idx="932">
                  <c:v>13.2</c:v>
                </c:pt>
                <c:pt idx="933">
                  <c:v>13.42</c:v>
                </c:pt>
                <c:pt idx="934">
                  <c:v>13.64</c:v>
                </c:pt>
                <c:pt idx="935">
                  <c:v>13.48</c:v>
                </c:pt>
                <c:pt idx="936">
                  <c:v>13.85</c:v>
                </c:pt>
                <c:pt idx="937">
                  <c:v>13.59</c:v>
                </c:pt>
                <c:pt idx="938">
                  <c:v>13.22</c:v>
                </c:pt>
                <c:pt idx="939">
                  <c:v>13.32</c:v>
                </c:pt>
                <c:pt idx="940">
                  <c:v>13.42</c:v>
                </c:pt>
                <c:pt idx="941">
                  <c:v>13.89</c:v>
                </c:pt>
                <c:pt idx="942">
                  <c:v>13.78</c:v>
                </c:pt>
                <c:pt idx="943">
                  <c:v>13.79</c:v>
                </c:pt>
                <c:pt idx="944">
                  <c:v>14.21</c:v>
                </c:pt>
                <c:pt idx="945">
                  <c:v>13.65</c:v>
                </c:pt>
                <c:pt idx="946">
                  <c:v>13.85</c:v>
                </c:pt>
                <c:pt idx="947">
                  <c:v>13.42</c:v>
                </c:pt>
                <c:pt idx="948">
                  <c:v>13.11</c:v>
                </c:pt>
                <c:pt idx="949">
                  <c:v>13.34</c:v>
                </c:pt>
                <c:pt idx="950">
                  <c:v>13.52</c:v>
                </c:pt>
                <c:pt idx="951">
                  <c:v>14.11</c:v>
                </c:pt>
                <c:pt idx="952">
                  <c:v>14.52</c:v>
                </c:pt>
                <c:pt idx="953">
                  <c:v>13.88</c:v>
                </c:pt>
                <c:pt idx="954">
                  <c:v>13.91</c:v>
                </c:pt>
                <c:pt idx="955">
                  <c:v>14.21</c:v>
                </c:pt>
                <c:pt idx="956">
                  <c:v>13.85</c:v>
                </c:pt>
                <c:pt idx="957">
                  <c:v>13.77</c:v>
                </c:pt>
                <c:pt idx="958">
                  <c:v>13.96</c:v>
                </c:pt>
                <c:pt idx="959">
                  <c:v>13.96</c:v>
                </c:pt>
                <c:pt idx="960">
                  <c:v>14.26</c:v>
                </c:pt>
                <c:pt idx="961">
                  <c:v>14.37</c:v>
                </c:pt>
                <c:pt idx="962">
                  <c:v>14.55</c:v>
                </c:pt>
                <c:pt idx="963">
                  <c:v>13.91</c:v>
                </c:pt>
                <c:pt idx="964">
                  <c:v>13.61</c:v>
                </c:pt>
                <c:pt idx="965">
                  <c:v>13.33</c:v>
                </c:pt>
                <c:pt idx="966">
                  <c:v>13.4</c:v>
                </c:pt>
                <c:pt idx="967">
                  <c:v>13.39</c:v>
                </c:pt>
                <c:pt idx="968">
                  <c:v>13.12</c:v>
                </c:pt>
                <c:pt idx="969">
                  <c:v>13.27</c:v>
                </c:pt>
                <c:pt idx="970">
                  <c:v>13.05</c:v>
                </c:pt>
                <c:pt idx="971">
                  <c:v>13.01</c:v>
                </c:pt>
                <c:pt idx="972">
                  <c:v>13.2</c:v>
                </c:pt>
                <c:pt idx="973">
                  <c:v>13.08</c:v>
                </c:pt>
                <c:pt idx="974">
                  <c:v>13.97</c:v>
                </c:pt>
                <c:pt idx="975">
                  <c:v>13.81</c:v>
                </c:pt>
                <c:pt idx="976">
                  <c:v>14.15</c:v>
                </c:pt>
                <c:pt idx="977">
                  <c:v>14.13</c:v>
                </c:pt>
                <c:pt idx="978">
                  <c:v>14.69</c:v>
                </c:pt>
                <c:pt idx="979">
                  <c:v>15.4</c:v>
                </c:pt>
                <c:pt idx="980">
                  <c:v>15.88</c:v>
                </c:pt>
                <c:pt idx="981">
                  <c:v>15.88</c:v>
                </c:pt>
                <c:pt idx="982">
                  <c:v>15.08</c:v>
                </c:pt>
                <c:pt idx="983">
                  <c:v>15.97</c:v>
                </c:pt>
                <c:pt idx="984">
                  <c:v>13.58</c:v>
                </c:pt>
                <c:pt idx="985">
                  <c:v>12.81</c:v>
                </c:pt>
                <c:pt idx="986">
                  <c:v>13.26</c:v>
                </c:pt>
                <c:pt idx="987">
                  <c:v>13.41</c:v>
                </c:pt>
                <c:pt idx="988">
                  <c:v>13.37</c:v>
                </c:pt>
                <c:pt idx="989">
                  <c:v>13.58</c:v>
                </c:pt>
                <c:pt idx="990">
                  <c:v>13.6</c:v>
                </c:pt>
                <c:pt idx="991">
                  <c:v>13.64</c:v>
                </c:pt>
                <c:pt idx="992">
                  <c:v>14.41</c:v>
                </c:pt>
                <c:pt idx="993">
                  <c:v>14.29</c:v>
                </c:pt>
                <c:pt idx="994">
                  <c:v>15.3</c:v>
                </c:pt>
                <c:pt idx="995">
                  <c:v>18.32</c:v>
                </c:pt>
                <c:pt idx="996">
                  <c:v>16.989999999999998</c:v>
                </c:pt>
                <c:pt idx="997">
                  <c:v>18.38</c:v>
                </c:pt>
                <c:pt idx="998">
                  <c:v>19.29</c:v>
                </c:pt>
                <c:pt idx="999">
                  <c:v>19.32</c:v>
                </c:pt>
                <c:pt idx="1000">
                  <c:v>18.39</c:v>
                </c:pt>
                <c:pt idx="1001">
                  <c:v>18.23</c:v>
                </c:pt>
                <c:pt idx="1002">
                  <c:v>17.809999999999999</c:v>
                </c:pt>
                <c:pt idx="1003">
                  <c:v>17.53</c:v>
                </c:pt>
                <c:pt idx="1004">
                  <c:v>18.22</c:v>
                </c:pt>
                <c:pt idx="1005">
                  <c:v>18.16</c:v>
                </c:pt>
                <c:pt idx="1006">
                  <c:v>16.95</c:v>
                </c:pt>
                <c:pt idx="1007">
                  <c:v>16.68</c:v>
                </c:pt>
                <c:pt idx="1008">
                  <c:v>16.850000000000001</c:v>
                </c:pt>
                <c:pt idx="1009">
                  <c:v>17.16</c:v>
                </c:pt>
                <c:pt idx="1010">
                  <c:v>18.25</c:v>
                </c:pt>
                <c:pt idx="1011">
                  <c:v>18.190000000000001</c:v>
                </c:pt>
                <c:pt idx="1012">
                  <c:v>18.239999999999998</c:v>
                </c:pt>
                <c:pt idx="1013">
                  <c:v>19.8</c:v>
                </c:pt>
                <c:pt idx="1014">
                  <c:v>23.65</c:v>
                </c:pt>
                <c:pt idx="1015">
                  <c:v>22.72</c:v>
                </c:pt>
                <c:pt idx="1016">
                  <c:v>25.1</c:v>
                </c:pt>
                <c:pt idx="1017">
                  <c:v>26.84</c:v>
                </c:pt>
                <c:pt idx="1018">
                  <c:v>33.81</c:v>
                </c:pt>
                <c:pt idx="1019">
                  <c:v>32.659999999999997</c:v>
                </c:pt>
                <c:pt idx="1020">
                  <c:v>29.49</c:v>
                </c:pt>
                <c:pt idx="1021">
                  <c:v>26.76</c:v>
                </c:pt>
                <c:pt idx="1022">
                  <c:v>23.66</c:v>
                </c:pt>
                <c:pt idx="1023">
                  <c:v>27.47</c:v>
                </c:pt>
                <c:pt idx="1024">
                  <c:v>36.21</c:v>
                </c:pt>
                <c:pt idx="1025">
                  <c:v>34.799999999999997</c:v>
                </c:pt>
                <c:pt idx="1026">
                  <c:v>37.6</c:v>
                </c:pt>
                <c:pt idx="1027">
                  <c:v>43.07</c:v>
                </c:pt>
                <c:pt idx="1028">
                  <c:v>53.86</c:v>
                </c:pt>
                <c:pt idx="1029">
                  <c:v>64.56</c:v>
                </c:pt>
                <c:pt idx="1030">
                  <c:v>64.489999999999995</c:v>
                </c:pt>
                <c:pt idx="1031">
                  <c:v>62.8</c:v>
                </c:pt>
                <c:pt idx="1032">
                  <c:v>69.239999999999995</c:v>
                </c:pt>
                <c:pt idx="1033">
                  <c:v>60.73</c:v>
                </c:pt>
                <c:pt idx="1034">
                  <c:v>62.5</c:v>
                </c:pt>
                <c:pt idx="1035">
                  <c:v>53.78</c:v>
                </c:pt>
                <c:pt idx="1036">
                  <c:v>49.32</c:v>
                </c:pt>
                <c:pt idx="1037">
                  <c:v>52.76</c:v>
                </c:pt>
                <c:pt idx="1038">
                  <c:v>54.62</c:v>
                </c:pt>
                <c:pt idx="1039">
                  <c:v>54.83</c:v>
                </c:pt>
                <c:pt idx="1040">
                  <c:v>48.55</c:v>
                </c:pt>
                <c:pt idx="1041">
                  <c:v>50</c:v>
                </c:pt>
                <c:pt idx="1042">
                  <c:v>47.24</c:v>
                </c:pt>
                <c:pt idx="1043">
                  <c:v>45.34</c:v>
                </c:pt>
                <c:pt idx="1044">
                  <c:v>38.26</c:v>
                </c:pt>
                <c:pt idx="1045">
                  <c:v>36.14</c:v>
                </c:pt>
                <c:pt idx="1046">
                  <c:v>40.049999999999997</c:v>
                </c:pt>
                <c:pt idx="1047">
                  <c:v>35.549999999999997</c:v>
                </c:pt>
                <c:pt idx="1048">
                  <c:v>35.840000000000003</c:v>
                </c:pt>
                <c:pt idx="1049">
                  <c:v>39.69</c:v>
                </c:pt>
                <c:pt idx="1050">
                  <c:v>36.04</c:v>
                </c:pt>
                <c:pt idx="1051">
                  <c:v>34.82</c:v>
                </c:pt>
                <c:pt idx="1052">
                  <c:v>31.44</c:v>
                </c:pt>
                <c:pt idx="1053">
                  <c:v>33.29</c:v>
                </c:pt>
                <c:pt idx="1054">
                  <c:v>36.53</c:v>
                </c:pt>
                <c:pt idx="1055">
                  <c:v>36.549999999999997</c:v>
                </c:pt>
                <c:pt idx="1056">
                  <c:v>34.46</c:v>
                </c:pt>
                <c:pt idx="1057">
                  <c:v>37.54</c:v>
                </c:pt>
                <c:pt idx="1058">
                  <c:v>35.15</c:v>
                </c:pt>
                <c:pt idx="1059">
                  <c:v>32.64</c:v>
                </c:pt>
                <c:pt idx="1060">
                  <c:v>30.51</c:v>
                </c:pt>
                <c:pt idx="1061">
                  <c:v>36.36</c:v>
                </c:pt>
                <c:pt idx="1062">
                  <c:v>31.81</c:v>
                </c:pt>
                <c:pt idx="1063">
                  <c:v>31.31</c:v>
                </c:pt>
                <c:pt idx="1064">
                  <c:v>28.77</c:v>
                </c:pt>
                <c:pt idx="1065">
                  <c:v>29.33</c:v>
                </c:pt>
                <c:pt idx="1066">
                  <c:v>27.79</c:v>
                </c:pt>
                <c:pt idx="1067">
                  <c:v>25.75</c:v>
                </c:pt>
                <c:pt idx="1068">
                  <c:v>26.79</c:v>
                </c:pt>
                <c:pt idx="1069">
                  <c:v>26.96</c:v>
                </c:pt>
                <c:pt idx="1070">
                  <c:v>27.04</c:v>
                </c:pt>
                <c:pt idx="1071">
                  <c:v>25</c:v>
                </c:pt>
                <c:pt idx="1072">
                  <c:v>24.85</c:v>
                </c:pt>
                <c:pt idx="1073">
                  <c:v>23.57</c:v>
                </c:pt>
                <c:pt idx="1074">
                  <c:v>27.74</c:v>
                </c:pt>
                <c:pt idx="1075">
                  <c:v>25.27</c:v>
                </c:pt>
                <c:pt idx="1076">
                  <c:v>23.8</c:v>
                </c:pt>
                <c:pt idx="1077">
                  <c:v>24.47</c:v>
                </c:pt>
                <c:pt idx="1078">
                  <c:v>25.24</c:v>
                </c:pt>
                <c:pt idx="1079">
                  <c:v>25.64</c:v>
                </c:pt>
                <c:pt idx="1080">
                  <c:v>24.94</c:v>
                </c:pt>
                <c:pt idx="1081">
                  <c:v>25</c:v>
                </c:pt>
                <c:pt idx="1082">
                  <c:v>25.74</c:v>
                </c:pt>
                <c:pt idx="1083">
                  <c:v>25.69</c:v>
                </c:pt>
                <c:pt idx="1084">
                  <c:v>25.45</c:v>
                </c:pt>
                <c:pt idx="1085">
                  <c:v>27.4</c:v>
                </c:pt>
                <c:pt idx="1086">
                  <c:v>26.53</c:v>
                </c:pt>
                <c:pt idx="1087">
                  <c:v>26.06</c:v>
                </c:pt>
                <c:pt idx="1088">
                  <c:v>26.79</c:v>
                </c:pt>
                <c:pt idx="1089">
                  <c:v>32.880000000000003</c:v>
                </c:pt>
                <c:pt idx="1090">
                  <c:v>39.69</c:v>
                </c:pt>
                <c:pt idx="1091">
                  <c:v>35.9</c:v>
                </c:pt>
                <c:pt idx="1092">
                  <c:v>37.049999999999997</c:v>
                </c:pt>
                <c:pt idx="1093">
                  <c:v>37.299999999999997</c:v>
                </c:pt>
                <c:pt idx="1094">
                  <c:v>34.04</c:v>
                </c:pt>
                <c:pt idx="1095">
                  <c:v>34.03</c:v>
                </c:pt>
                <c:pt idx="1096">
                  <c:v>31.73</c:v>
                </c:pt>
                <c:pt idx="1097">
                  <c:v>30.2</c:v>
                </c:pt>
                <c:pt idx="1098">
                  <c:v>33.119999999999997</c:v>
                </c:pt>
                <c:pt idx="1099">
                  <c:v>30.56</c:v>
                </c:pt>
                <c:pt idx="1100">
                  <c:v>33.58</c:v>
                </c:pt>
                <c:pt idx="1101">
                  <c:v>31.07</c:v>
                </c:pt>
                <c:pt idx="1102">
                  <c:v>29.9</c:v>
                </c:pt>
                <c:pt idx="1103">
                  <c:v>27.45</c:v>
                </c:pt>
                <c:pt idx="1104">
                  <c:v>24.78</c:v>
                </c:pt>
                <c:pt idx="1105">
                  <c:v>24.02</c:v>
                </c:pt>
                <c:pt idx="1106">
                  <c:v>24.85</c:v>
                </c:pt>
                <c:pt idx="1107">
                  <c:v>25.04</c:v>
                </c:pt>
                <c:pt idx="1108">
                  <c:v>23.38</c:v>
                </c:pt>
                <c:pt idx="1109">
                  <c:v>24.83</c:v>
                </c:pt>
                <c:pt idx="1110">
                  <c:v>23.63</c:v>
                </c:pt>
                <c:pt idx="1111">
                  <c:v>24.45</c:v>
                </c:pt>
                <c:pt idx="1112">
                  <c:v>23.63</c:v>
                </c:pt>
                <c:pt idx="1113">
                  <c:v>23.48</c:v>
                </c:pt>
                <c:pt idx="1114">
                  <c:v>22.34</c:v>
                </c:pt>
                <c:pt idx="1115">
                  <c:v>22.37</c:v>
                </c:pt>
                <c:pt idx="1116">
                  <c:v>21.09</c:v>
                </c:pt>
                <c:pt idx="1117">
                  <c:v>20.82</c:v>
                </c:pt>
                <c:pt idx="1118">
                  <c:v>21</c:v>
                </c:pt>
                <c:pt idx="1119">
                  <c:v>22.5</c:v>
                </c:pt>
                <c:pt idx="1120">
                  <c:v>22.96</c:v>
                </c:pt>
                <c:pt idx="1121">
                  <c:v>22.92</c:v>
                </c:pt>
                <c:pt idx="1122">
                  <c:v>23.33</c:v>
                </c:pt>
                <c:pt idx="1123">
                  <c:v>22.91</c:v>
                </c:pt>
                <c:pt idx="1124">
                  <c:v>23.57</c:v>
                </c:pt>
                <c:pt idx="1125">
                  <c:v>23.52</c:v>
                </c:pt>
                <c:pt idx="1126">
                  <c:v>22.42</c:v>
                </c:pt>
                <c:pt idx="1127">
                  <c:v>21.58</c:v>
                </c:pt>
                <c:pt idx="1128">
                  <c:v>22.06</c:v>
                </c:pt>
                <c:pt idx="1129">
                  <c:v>22.07</c:v>
                </c:pt>
                <c:pt idx="1130">
                  <c:v>22.94</c:v>
                </c:pt>
                <c:pt idx="1131">
                  <c:v>22.98</c:v>
                </c:pt>
                <c:pt idx="1132">
                  <c:v>22.86</c:v>
                </c:pt>
                <c:pt idx="1133">
                  <c:v>22.12</c:v>
                </c:pt>
                <c:pt idx="1134">
                  <c:v>22.58</c:v>
                </c:pt>
                <c:pt idx="1135">
                  <c:v>25.21</c:v>
                </c:pt>
                <c:pt idx="1136">
                  <c:v>24.38</c:v>
                </c:pt>
                <c:pt idx="1137">
                  <c:v>28.18</c:v>
                </c:pt>
                <c:pt idx="1138">
                  <c:v>26.89</c:v>
                </c:pt>
                <c:pt idx="1139">
                  <c:v>26.44</c:v>
                </c:pt>
                <c:pt idx="1140">
                  <c:v>24.63</c:v>
                </c:pt>
                <c:pt idx="1141">
                  <c:v>25.44</c:v>
                </c:pt>
                <c:pt idx="1142">
                  <c:v>27.22</c:v>
                </c:pt>
                <c:pt idx="1143">
                  <c:v>26.4</c:v>
                </c:pt>
                <c:pt idx="1144">
                  <c:v>27.77</c:v>
                </c:pt>
                <c:pt idx="1145">
                  <c:v>27.59</c:v>
                </c:pt>
                <c:pt idx="1146">
                  <c:v>26.26</c:v>
                </c:pt>
                <c:pt idx="1147">
                  <c:v>25.3</c:v>
                </c:pt>
                <c:pt idx="1148">
                  <c:v>27.83</c:v>
                </c:pt>
                <c:pt idx="1149">
                  <c:v>25.85</c:v>
                </c:pt>
                <c:pt idx="1150">
                  <c:v>23.87</c:v>
                </c:pt>
                <c:pt idx="1151">
                  <c:v>24.73</c:v>
                </c:pt>
                <c:pt idx="1152">
                  <c:v>22.14</c:v>
                </c:pt>
                <c:pt idx="1153">
                  <c:v>21.68</c:v>
                </c:pt>
                <c:pt idx="1154">
                  <c:v>21.28</c:v>
                </c:pt>
                <c:pt idx="1155">
                  <c:v>20.97</c:v>
                </c:pt>
                <c:pt idx="1156">
                  <c:v>21.05</c:v>
                </c:pt>
                <c:pt idx="1157">
                  <c:v>22.31</c:v>
                </c:pt>
                <c:pt idx="1158">
                  <c:v>21.59</c:v>
                </c:pt>
                <c:pt idx="1159">
                  <c:v>23.31</c:v>
                </c:pt>
                <c:pt idx="1160">
                  <c:v>25.2</c:v>
                </c:pt>
                <c:pt idx="1161">
                  <c:v>24.64</c:v>
                </c:pt>
                <c:pt idx="1162">
                  <c:v>27.21</c:v>
                </c:pt>
                <c:pt idx="1163">
                  <c:v>26.13</c:v>
                </c:pt>
                <c:pt idx="1164">
                  <c:v>25.01</c:v>
                </c:pt>
                <c:pt idx="1165">
                  <c:v>24.15</c:v>
                </c:pt>
                <c:pt idx="1166">
                  <c:v>23.87</c:v>
                </c:pt>
                <c:pt idx="1167">
                  <c:v>22.29</c:v>
                </c:pt>
                <c:pt idx="1168">
                  <c:v>21.55</c:v>
                </c:pt>
                <c:pt idx="1169">
                  <c:v>21</c:v>
                </c:pt>
                <c:pt idx="1170">
                  <c:v>20.36</c:v>
                </c:pt>
                <c:pt idx="1171">
                  <c:v>20.34</c:v>
                </c:pt>
                <c:pt idx="1172">
                  <c:v>20.97</c:v>
                </c:pt>
                <c:pt idx="1173">
                  <c:v>21.47</c:v>
                </c:pt>
                <c:pt idx="1174">
                  <c:v>22.03</c:v>
                </c:pt>
                <c:pt idx="1175">
                  <c:v>22.51</c:v>
                </c:pt>
                <c:pt idx="1176">
                  <c:v>22.18</c:v>
                </c:pt>
                <c:pt idx="1177">
                  <c:v>21.88</c:v>
                </c:pt>
                <c:pt idx="1178">
                  <c:v>22.54</c:v>
                </c:pt>
                <c:pt idx="1179">
                  <c:v>21.9</c:v>
                </c:pt>
                <c:pt idx="1180">
                  <c:v>22.94</c:v>
                </c:pt>
                <c:pt idx="1181">
                  <c:v>23.58</c:v>
                </c:pt>
                <c:pt idx="1182">
                  <c:v>23.29</c:v>
                </c:pt>
                <c:pt idx="1183">
                  <c:v>25.9</c:v>
                </c:pt>
                <c:pt idx="1184">
                  <c:v>31.97</c:v>
                </c:pt>
                <c:pt idx="1185">
                  <c:v>28.65</c:v>
                </c:pt>
                <c:pt idx="1186">
                  <c:v>26.54</c:v>
                </c:pt>
                <c:pt idx="1187">
                  <c:v>24.75</c:v>
                </c:pt>
                <c:pt idx="1188">
                  <c:v>22.16</c:v>
                </c:pt>
                <c:pt idx="1189">
                  <c:v>21.74</c:v>
                </c:pt>
                <c:pt idx="1190">
                  <c:v>21.58</c:v>
                </c:pt>
                <c:pt idx="1191">
                  <c:v>21.02</c:v>
                </c:pt>
                <c:pt idx="1192">
                  <c:v>20.68</c:v>
                </c:pt>
                <c:pt idx="1193">
                  <c:v>19.850000000000001</c:v>
                </c:pt>
                <c:pt idx="1194">
                  <c:v>19.77</c:v>
                </c:pt>
                <c:pt idx="1195">
                  <c:v>20.5</c:v>
                </c:pt>
                <c:pt idx="1196">
                  <c:v>19.72</c:v>
                </c:pt>
                <c:pt idx="1197">
                  <c:v>19.63</c:v>
                </c:pt>
                <c:pt idx="1198">
                  <c:v>19.41</c:v>
                </c:pt>
                <c:pt idx="1199">
                  <c:v>19.21</c:v>
                </c:pt>
                <c:pt idx="1200">
                  <c:v>19.79</c:v>
                </c:pt>
                <c:pt idx="1201">
                  <c:v>19.809999999999999</c:v>
                </c:pt>
                <c:pt idx="1202">
                  <c:v>20.82</c:v>
                </c:pt>
                <c:pt idx="1203">
                  <c:v>20</c:v>
                </c:pt>
                <c:pt idx="1204">
                  <c:v>19.66</c:v>
                </c:pt>
                <c:pt idx="1205">
                  <c:v>20.77</c:v>
                </c:pt>
                <c:pt idx="1206">
                  <c:v>20.21</c:v>
                </c:pt>
                <c:pt idx="1207">
                  <c:v>20.18</c:v>
                </c:pt>
                <c:pt idx="1208">
                  <c:v>20.02</c:v>
                </c:pt>
                <c:pt idx="1209">
                  <c:v>21.01</c:v>
                </c:pt>
                <c:pt idx="1210">
                  <c:v>21.3</c:v>
                </c:pt>
                <c:pt idx="1211">
                  <c:v>20.7</c:v>
                </c:pt>
                <c:pt idx="1212">
                  <c:v>20.149999999999999</c:v>
                </c:pt>
                <c:pt idx="1213">
                  <c:v>20.03</c:v>
                </c:pt>
                <c:pt idx="1214">
                  <c:v>19.850000000000001</c:v>
                </c:pt>
                <c:pt idx="1215">
                  <c:v>21.25</c:v>
                </c:pt>
                <c:pt idx="1216">
                  <c:v>21.27</c:v>
                </c:pt>
                <c:pt idx="1217">
                  <c:v>20.399999999999999</c:v>
                </c:pt>
                <c:pt idx="1218">
                  <c:v>19.850000000000001</c:v>
                </c:pt>
                <c:pt idx="1219">
                  <c:v>19.57</c:v>
                </c:pt>
                <c:pt idx="1220">
                  <c:v>20.54</c:v>
                </c:pt>
                <c:pt idx="1221">
                  <c:v>22.85</c:v>
                </c:pt>
                <c:pt idx="1222">
                  <c:v>21.52</c:v>
                </c:pt>
                <c:pt idx="1223">
                  <c:v>21.53</c:v>
                </c:pt>
                <c:pt idx="1224">
                  <c:v>23.14</c:v>
                </c:pt>
                <c:pt idx="1225">
                  <c:v>21.63</c:v>
                </c:pt>
                <c:pt idx="1226">
                  <c:v>22.09</c:v>
                </c:pt>
                <c:pt idx="1227">
                  <c:v>24.81</c:v>
                </c:pt>
                <c:pt idx="1228">
                  <c:v>26.22</c:v>
                </c:pt>
                <c:pt idx="1229">
                  <c:v>27.6</c:v>
                </c:pt>
                <c:pt idx="1230">
                  <c:v>26.75</c:v>
                </c:pt>
                <c:pt idx="1231">
                  <c:v>29.18</c:v>
                </c:pt>
                <c:pt idx="1232">
                  <c:v>35.65</c:v>
                </c:pt>
                <c:pt idx="1233">
                  <c:v>34.950000000000003</c:v>
                </c:pt>
                <c:pt idx="1234">
                  <c:v>32</c:v>
                </c:pt>
                <c:pt idx="1235">
                  <c:v>29.68</c:v>
                </c:pt>
                <c:pt idx="1236">
                  <c:v>31.56</c:v>
                </c:pt>
                <c:pt idx="1237">
                  <c:v>33.18</c:v>
                </c:pt>
                <c:pt idx="1238">
                  <c:v>34.08</c:v>
                </c:pt>
                <c:pt idx="1239">
                  <c:v>33.32</c:v>
                </c:pt>
                <c:pt idx="1240">
                  <c:v>30.63</c:v>
                </c:pt>
                <c:pt idx="1241">
                  <c:v>29.36</c:v>
                </c:pt>
                <c:pt idx="1242">
                  <c:v>28.97</c:v>
                </c:pt>
                <c:pt idx="1243">
                  <c:v>29.99</c:v>
                </c:pt>
                <c:pt idx="1244">
                  <c:v>29.41</c:v>
                </c:pt>
                <c:pt idx="1245">
                  <c:v>33.090000000000003</c:v>
                </c:pt>
                <c:pt idx="1246">
                  <c:v>35.729999999999997</c:v>
                </c:pt>
                <c:pt idx="1247">
                  <c:v>34.159999999999997</c:v>
                </c:pt>
                <c:pt idx="1248">
                  <c:v>33.4</c:v>
                </c:pt>
                <c:pt idx="1249">
                  <c:v>31.29</c:v>
                </c:pt>
                <c:pt idx="1250">
                  <c:v>32.06</c:v>
                </c:pt>
                <c:pt idx="1251">
                  <c:v>28.65</c:v>
                </c:pt>
                <c:pt idx="1252">
                  <c:v>27.33</c:v>
                </c:pt>
                <c:pt idx="1253">
                  <c:v>25.21</c:v>
                </c:pt>
                <c:pt idx="1254">
                  <c:v>26.43</c:v>
                </c:pt>
                <c:pt idx="1255">
                  <c:v>26.22</c:v>
                </c:pt>
                <c:pt idx="1256">
                  <c:v>25.08</c:v>
                </c:pt>
                <c:pt idx="1257">
                  <c:v>25.58</c:v>
                </c:pt>
                <c:pt idx="1258">
                  <c:v>26.1</c:v>
                </c:pt>
                <c:pt idx="1259">
                  <c:v>26.86</c:v>
                </c:pt>
                <c:pt idx="1260">
                  <c:v>27.64</c:v>
                </c:pt>
                <c:pt idx="1261">
                  <c:v>27.16</c:v>
                </c:pt>
                <c:pt idx="1262">
                  <c:v>28.93</c:v>
                </c:pt>
                <c:pt idx="1263">
                  <c:v>27.92</c:v>
                </c:pt>
                <c:pt idx="1264">
                  <c:v>31.34</c:v>
                </c:pt>
                <c:pt idx="1265">
                  <c:v>30.97</c:v>
                </c:pt>
                <c:pt idx="1266">
                  <c:v>28.31</c:v>
                </c:pt>
                <c:pt idx="1267">
                  <c:v>29.5</c:v>
                </c:pt>
                <c:pt idx="1268">
                  <c:v>29.09</c:v>
                </c:pt>
                <c:pt idx="1269">
                  <c:v>29.48</c:v>
                </c:pt>
                <c:pt idx="1270">
                  <c:v>29.78</c:v>
                </c:pt>
                <c:pt idx="1271">
                  <c:v>28.85</c:v>
                </c:pt>
                <c:pt idx="1272">
                  <c:v>26.45</c:v>
                </c:pt>
                <c:pt idx="1273">
                  <c:v>25.64</c:v>
                </c:pt>
                <c:pt idx="1274">
                  <c:v>25.9</c:v>
                </c:pt>
                <c:pt idx="1275">
                  <c:v>24.28</c:v>
                </c:pt>
                <c:pt idx="1276">
                  <c:v>24.53</c:v>
                </c:pt>
                <c:pt idx="1277">
                  <c:v>22.69</c:v>
                </c:pt>
                <c:pt idx="1278">
                  <c:v>23.61</c:v>
                </c:pt>
                <c:pt idx="1279">
                  <c:v>23.7</c:v>
                </c:pt>
                <c:pt idx="1280">
                  <c:v>23.19</c:v>
                </c:pt>
                <c:pt idx="1281">
                  <c:v>22.71</c:v>
                </c:pt>
                <c:pt idx="1282">
                  <c:v>21.69</c:v>
                </c:pt>
                <c:pt idx="1283">
                  <c:v>20.36</c:v>
                </c:pt>
                <c:pt idx="1284">
                  <c:v>21.01</c:v>
                </c:pt>
                <c:pt idx="1285">
                  <c:v>20.64</c:v>
                </c:pt>
                <c:pt idx="1286">
                  <c:v>20.440000000000001</c:v>
                </c:pt>
                <c:pt idx="1287">
                  <c:v>19.88</c:v>
                </c:pt>
                <c:pt idx="1288">
                  <c:v>19.510000000000002</c:v>
                </c:pt>
                <c:pt idx="1289">
                  <c:v>18.97</c:v>
                </c:pt>
                <c:pt idx="1290">
                  <c:v>18.34</c:v>
                </c:pt>
                <c:pt idx="1291">
                  <c:v>17.45</c:v>
                </c:pt>
                <c:pt idx="1292">
                  <c:v>16.190000000000001</c:v>
                </c:pt>
                <c:pt idx="1293">
                  <c:v>16.690000000000001</c:v>
                </c:pt>
                <c:pt idx="1294">
                  <c:v>16.54</c:v>
                </c:pt>
                <c:pt idx="1295">
                  <c:v>17.11</c:v>
                </c:pt>
                <c:pt idx="1296">
                  <c:v>16.489999999999998</c:v>
                </c:pt>
                <c:pt idx="1297">
                  <c:v>17.600000000000001</c:v>
                </c:pt>
                <c:pt idx="1298">
                  <c:v>17.61</c:v>
                </c:pt>
                <c:pt idx="1299">
                  <c:v>18.04</c:v>
                </c:pt>
                <c:pt idx="1300">
                  <c:v>17.96</c:v>
                </c:pt>
                <c:pt idx="1301">
                  <c:v>18.95</c:v>
                </c:pt>
                <c:pt idx="1302">
                  <c:v>17.86</c:v>
                </c:pt>
                <c:pt idx="1303">
                  <c:v>18.329999999999998</c:v>
                </c:pt>
                <c:pt idx="1304">
                  <c:v>18.36</c:v>
                </c:pt>
                <c:pt idx="1305">
                  <c:v>18.100000000000001</c:v>
                </c:pt>
                <c:pt idx="1306">
                  <c:v>18.920000000000002</c:v>
                </c:pt>
                <c:pt idx="1307">
                  <c:v>18.920000000000002</c:v>
                </c:pt>
                <c:pt idx="1308">
                  <c:v>18.84</c:v>
                </c:pt>
                <c:pt idx="1309">
                  <c:v>18.09</c:v>
                </c:pt>
                <c:pt idx="1310">
                  <c:v>16.89</c:v>
                </c:pt>
                <c:pt idx="1311">
                  <c:v>17</c:v>
                </c:pt>
                <c:pt idx="1312">
                  <c:v>16.43</c:v>
                </c:pt>
                <c:pt idx="1313">
                  <c:v>17.34</c:v>
                </c:pt>
                <c:pt idx="1314">
                  <c:v>20</c:v>
                </c:pt>
                <c:pt idx="1315">
                  <c:v>22.17</c:v>
                </c:pt>
                <c:pt idx="1316">
                  <c:v>21.9</c:v>
                </c:pt>
                <c:pt idx="1317">
                  <c:v>19.32</c:v>
                </c:pt>
                <c:pt idx="1318">
                  <c:v>19.29</c:v>
                </c:pt>
                <c:pt idx="1319">
                  <c:v>18.23</c:v>
                </c:pt>
                <c:pt idx="1320">
                  <c:v>19.12</c:v>
                </c:pt>
                <c:pt idx="1321">
                  <c:v>20.09</c:v>
                </c:pt>
                <c:pt idx="1322">
                  <c:v>20.59</c:v>
                </c:pt>
                <c:pt idx="1323">
                  <c:v>18.989999999999998</c:v>
                </c:pt>
                <c:pt idx="1324">
                  <c:v>18.68</c:v>
                </c:pt>
                <c:pt idx="1325">
                  <c:v>18.29</c:v>
                </c:pt>
                <c:pt idx="1326">
                  <c:v>17.309999999999999</c:v>
                </c:pt>
                <c:pt idx="1327">
                  <c:v>17.04</c:v>
                </c:pt>
                <c:pt idx="1328">
                  <c:v>16.48</c:v>
                </c:pt>
                <c:pt idx="1329">
                  <c:v>16.63</c:v>
                </c:pt>
                <c:pt idx="1330">
                  <c:v>17.48</c:v>
                </c:pt>
                <c:pt idx="1331">
                  <c:v>17.43</c:v>
                </c:pt>
                <c:pt idx="1332">
                  <c:v>17.04</c:v>
                </c:pt>
                <c:pt idx="1333">
                  <c:v>16.239999999999998</c:v>
                </c:pt>
                <c:pt idx="1334">
                  <c:v>16.579999999999998</c:v>
                </c:pt>
                <c:pt idx="1335">
                  <c:v>15.44</c:v>
                </c:pt>
                <c:pt idx="1336">
                  <c:v>14.51</c:v>
                </c:pt>
                <c:pt idx="1337">
                  <c:v>14.46</c:v>
                </c:pt>
                <c:pt idx="1338">
                  <c:v>14.33</c:v>
                </c:pt>
                <c:pt idx="1339">
                  <c:v>14.7</c:v>
                </c:pt>
                <c:pt idx="1340">
                  <c:v>14.98</c:v>
                </c:pt>
                <c:pt idx="1341">
                  <c:v>14.62</c:v>
                </c:pt>
                <c:pt idx="1342">
                  <c:v>16.28</c:v>
                </c:pt>
                <c:pt idx="1343">
                  <c:v>15.11</c:v>
                </c:pt>
                <c:pt idx="1344">
                  <c:v>14.75</c:v>
                </c:pt>
                <c:pt idx="1345">
                  <c:v>14.84</c:v>
                </c:pt>
                <c:pt idx="1346">
                  <c:v>14.82</c:v>
                </c:pt>
                <c:pt idx="1347">
                  <c:v>14.8</c:v>
                </c:pt>
                <c:pt idx="1348">
                  <c:v>14.52</c:v>
                </c:pt>
                <c:pt idx="1349">
                  <c:v>14.17</c:v>
                </c:pt>
                <c:pt idx="1350">
                  <c:v>14.33</c:v>
                </c:pt>
                <c:pt idx="1351">
                  <c:v>13.74</c:v>
                </c:pt>
                <c:pt idx="1352">
                  <c:v>13.11</c:v>
                </c:pt>
                <c:pt idx="1353">
                  <c:v>12.71</c:v>
                </c:pt>
                <c:pt idx="1354">
                  <c:v>13.29</c:v>
                </c:pt>
                <c:pt idx="1355">
                  <c:v>14.19</c:v>
                </c:pt>
                <c:pt idx="1356">
                  <c:v>15.12</c:v>
                </c:pt>
                <c:pt idx="1357">
                  <c:v>13.62</c:v>
                </c:pt>
                <c:pt idx="1358">
                  <c:v>12.55</c:v>
                </c:pt>
                <c:pt idx="1359">
                  <c:v>12.97</c:v>
                </c:pt>
                <c:pt idx="1360">
                  <c:v>13.04</c:v>
                </c:pt>
                <c:pt idx="1361">
                  <c:v>13.23</c:v>
                </c:pt>
                <c:pt idx="1362">
                  <c:v>15.25</c:v>
                </c:pt>
                <c:pt idx="1363">
                  <c:v>15.68</c:v>
                </c:pt>
                <c:pt idx="1364">
                  <c:v>16.12</c:v>
                </c:pt>
                <c:pt idx="1365">
                  <c:v>14.6</c:v>
                </c:pt>
                <c:pt idx="1366">
                  <c:v>14.42</c:v>
                </c:pt>
                <c:pt idx="1367">
                  <c:v>16.05</c:v>
                </c:pt>
                <c:pt idx="1368">
                  <c:v>15.75</c:v>
                </c:pt>
                <c:pt idx="1369">
                  <c:v>16.11</c:v>
                </c:pt>
                <c:pt idx="1370">
                  <c:v>15.58</c:v>
                </c:pt>
                <c:pt idx="1371">
                  <c:v>17.3</c:v>
                </c:pt>
                <c:pt idx="1372">
                  <c:v>15.77</c:v>
                </c:pt>
                <c:pt idx="1373">
                  <c:v>14.78</c:v>
                </c:pt>
                <c:pt idx="1374">
                  <c:v>14.77</c:v>
                </c:pt>
                <c:pt idx="1375">
                  <c:v>14.53</c:v>
                </c:pt>
                <c:pt idx="1376">
                  <c:v>14.18</c:v>
                </c:pt>
                <c:pt idx="1377">
                  <c:v>14.28</c:v>
                </c:pt>
                <c:pt idx="1378">
                  <c:v>14.52</c:v>
                </c:pt>
                <c:pt idx="1379">
                  <c:v>15.12</c:v>
                </c:pt>
                <c:pt idx="1380">
                  <c:v>14.09</c:v>
                </c:pt>
                <c:pt idx="1381">
                  <c:v>15.45</c:v>
                </c:pt>
                <c:pt idx="1382">
                  <c:v>16.34</c:v>
                </c:pt>
                <c:pt idx="1383">
                  <c:v>15.48</c:v>
                </c:pt>
                <c:pt idx="1384">
                  <c:v>17.82</c:v>
                </c:pt>
                <c:pt idx="1385">
                  <c:v>18.920000000000002</c:v>
                </c:pt>
                <c:pt idx="1386">
                  <c:v>17.29</c:v>
                </c:pt>
                <c:pt idx="1387">
                  <c:v>15.62</c:v>
                </c:pt>
                <c:pt idx="1388">
                  <c:v>15.48</c:v>
                </c:pt>
                <c:pt idx="1389">
                  <c:v>16.149999999999999</c:v>
                </c:pt>
                <c:pt idx="1390">
                  <c:v>16.170000000000002</c:v>
                </c:pt>
                <c:pt idx="1391">
                  <c:v>15.88</c:v>
                </c:pt>
                <c:pt idx="1392">
                  <c:v>14.76</c:v>
                </c:pt>
                <c:pt idx="1393">
                  <c:v>14.96</c:v>
                </c:pt>
                <c:pt idx="1394">
                  <c:v>15.25</c:v>
                </c:pt>
                <c:pt idx="1395">
                  <c:v>14.62</c:v>
                </c:pt>
                <c:pt idx="1396">
                  <c:v>14.24</c:v>
                </c:pt>
                <c:pt idx="1397">
                  <c:v>14.18</c:v>
                </c:pt>
                <c:pt idx="1398">
                  <c:v>14.73</c:v>
                </c:pt>
                <c:pt idx="1399">
                  <c:v>16.02</c:v>
                </c:pt>
                <c:pt idx="1400">
                  <c:v>15.18</c:v>
                </c:pt>
                <c:pt idx="1401">
                  <c:v>15.28</c:v>
                </c:pt>
                <c:pt idx="1402">
                  <c:v>14.67</c:v>
                </c:pt>
                <c:pt idx="1403">
                  <c:v>14.66</c:v>
                </c:pt>
                <c:pt idx="1404">
                  <c:v>15.44</c:v>
                </c:pt>
                <c:pt idx="1405">
                  <c:v>15.48</c:v>
                </c:pt>
                <c:pt idx="1406">
                  <c:v>16.72</c:v>
                </c:pt>
                <c:pt idx="1407">
                  <c:v>16.329999999999998</c:v>
                </c:pt>
                <c:pt idx="1408">
                  <c:v>15.92</c:v>
                </c:pt>
                <c:pt idx="1409">
                  <c:v>16.45</c:v>
                </c:pt>
                <c:pt idx="1410">
                  <c:v>17.87</c:v>
                </c:pt>
                <c:pt idx="1411">
                  <c:v>17.350000000000001</c:v>
                </c:pt>
                <c:pt idx="1412">
                  <c:v>18.91</c:v>
                </c:pt>
                <c:pt idx="1413">
                  <c:v>21.22</c:v>
                </c:pt>
                <c:pt idx="1414">
                  <c:v>21.84</c:v>
                </c:pt>
                <c:pt idx="1415">
                  <c:v>20.54</c:v>
                </c:pt>
                <c:pt idx="1416">
                  <c:v>20.47</c:v>
                </c:pt>
                <c:pt idx="1417">
                  <c:v>22.4</c:v>
                </c:pt>
                <c:pt idx="1418">
                  <c:v>20.54</c:v>
                </c:pt>
                <c:pt idx="1419">
                  <c:v>18.21</c:v>
                </c:pt>
                <c:pt idx="1420">
                  <c:v>17.03</c:v>
                </c:pt>
                <c:pt idx="1421">
                  <c:v>18.010000000000002</c:v>
                </c:pt>
                <c:pt idx="1422">
                  <c:v>17.239999999999998</c:v>
                </c:pt>
                <c:pt idx="1423">
                  <c:v>17.73</c:v>
                </c:pt>
                <c:pt idx="1424">
                  <c:v>17.68</c:v>
                </c:pt>
                <c:pt idx="1425">
                  <c:v>17.2</c:v>
                </c:pt>
                <c:pt idx="1426">
                  <c:v>17.03</c:v>
                </c:pt>
                <c:pt idx="1427">
                  <c:v>16.11</c:v>
                </c:pt>
                <c:pt idx="1428">
                  <c:v>16.88</c:v>
                </c:pt>
                <c:pt idx="1429">
                  <c:v>17.09</c:v>
                </c:pt>
                <c:pt idx="1430">
                  <c:v>18.55</c:v>
                </c:pt>
                <c:pt idx="1431">
                  <c:v>18.329999999999998</c:v>
                </c:pt>
                <c:pt idx="1432">
                  <c:v>17.28</c:v>
                </c:pt>
                <c:pt idx="1433">
                  <c:v>18.36</c:v>
                </c:pt>
                <c:pt idx="1434">
                  <c:v>17.600000000000001</c:v>
                </c:pt>
                <c:pt idx="1435">
                  <c:v>18.02</c:v>
                </c:pt>
                <c:pt idx="1436">
                  <c:v>18.239999999999998</c:v>
                </c:pt>
                <c:pt idx="1437">
                  <c:v>18</c:v>
                </c:pt>
                <c:pt idx="1438">
                  <c:v>18.190000000000001</c:v>
                </c:pt>
                <c:pt idx="1439">
                  <c:v>16.98</c:v>
                </c:pt>
                <c:pt idx="1440">
                  <c:v>16.18</c:v>
                </c:pt>
                <c:pt idx="1441">
                  <c:v>15.9</c:v>
                </c:pt>
                <c:pt idx="1442">
                  <c:v>15.97</c:v>
                </c:pt>
                <c:pt idx="1443">
                  <c:v>16.510000000000002</c:v>
                </c:pt>
                <c:pt idx="1444">
                  <c:v>16.739999999999998</c:v>
                </c:pt>
                <c:pt idx="1445">
                  <c:v>16.25</c:v>
                </c:pt>
                <c:pt idx="1446">
                  <c:v>16.170000000000002</c:v>
                </c:pt>
                <c:pt idx="1447">
                  <c:v>16.5</c:v>
                </c:pt>
                <c:pt idx="1448">
                  <c:v>16.27</c:v>
                </c:pt>
                <c:pt idx="1449">
                  <c:v>16.16</c:v>
                </c:pt>
                <c:pt idx="1450">
                  <c:v>18.04</c:v>
                </c:pt>
                <c:pt idx="1451">
                  <c:v>20.92</c:v>
                </c:pt>
                <c:pt idx="1452">
                  <c:v>23.23</c:v>
                </c:pt>
                <c:pt idx="1453">
                  <c:v>20.57</c:v>
                </c:pt>
                <c:pt idx="1454">
                  <c:v>21.02</c:v>
                </c:pt>
                <c:pt idx="1455">
                  <c:v>20.09</c:v>
                </c:pt>
                <c:pt idx="1456">
                  <c:v>20.91</c:v>
                </c:pt>
                <c:pt idx="1457">
                  <c:v>18.48</c:v>
                </c:pt>
                <c:pt idx="1458">
                  <c:v>17.690000000000001</c:v>
                </c:pt>
                <c:pt idx="1459">
                  <c:v>16.649999999999999</c:v>
                </c:pt>
                <c:pt idx="1460">
                  <c:v>17.39</c:v>
                </c:pt>
                <c:pt idx="1461">
                  <c:v>18</c:v>
                </c:pt>
                <c:pt idx="1462">
                  <c:v>18.399999999999999</c:v>
                </c:pt>
                <c:pt idx="1463">
                  <c:v>18.43</c:v>
                </c:pt>
                <c:pt idx="1464">
                  <c:v>16.98</c:v>
                </c:pt>
                <c:pt idx="1465">
                  <c:v>17.02</c:v>
                </c:pt>
                <c:pt idx="1466">
                  <c:v>19.52</c:v>
                </c:pt>
                <c:pt idx="1467">
                  <c:v>18.32</c:v>
                </c:pt>
                <c:pt idx="1468">
                  <c:v>17.420000000000002</c:v>
                </c:pt>
                <c:pt idx="1469">
                  <c:v>16.93</c:v>
                </c:pt>
                <c:pt idx="1470">
                  <c:v>16.5</c:v>
                </c:pt>
                <c:pt idx="1471">
                  <c:v>17.46</c:v>
                </c:pt>
                <c:pt idx="1472">
                  <c:v>17.07</c:v>
                </c:pt>
                <c:pt idx="1473">
                  <c:v>16.55</c:v>
                </c:pt>
                <c:pt idx="1474">
                  <c:v>16.5</c:v>
                </c:pt>
                <c:pt idx="1475">
                  <c:v>16.57</c:v>
                </c:pt>
                <c:pt idx="1476">
                  <c:v>16</c:v>
                </c:pt>
                <c:pt idx="1477">
                  <c:v>16.579999999999998</c:v>
                </c:pt>
                <c:pt idx="1478">
                  <c:v>17.52</c:v>
                </c:pt>
                <c:pt idx="1479">
                  <c:v>16.989999999999998</c:v>
                </c:pt>
                <c:pt idx="1480">
                  <c:v>17.41</c:v>
                </c:pt>
                <c:pt idx="1481">
                  <c:v>17.27</c:v>
                </c:pt>
                <c:pt idx="1482">
                  <c:v>15.91</c:v>
                </c:pt>
                <c:pt idx="1483">
                  <c:v>15.96</c:v>
                </c:pt>
                <c:pt idx="1484">
                  <c:v>16.97</c:v>
                </c:pt>
                <c:pt idx="1485">
                  <c:v>17.53</c:v>
                </c:pt>
                <c:pt idx="1486">
                  <c:v>18.16</c:v>
                </c:pt>
                <c:pt idx="1487">
                  <c:v>18.760000000000002</c:v>
                </c:pt>
                <c:pt idx="1488">
                  <c:v>17.989999999999998</c:v>
                </c:pt>
                <c:pt idx="1489">
                  <c:v>19.36</c:v>
                </c:pt>
                <c:pt idx="1490">
                  <c:v>21.48</c:v>
                </c:pt>
                <c:pt idx="1491">
                  <c:v>26.26</c:v>
                </c:pt>
                <c:pt idx="1492">
                  <c:v>24.83</c:v>
                </c:pt>
                <c:pt idx="1493">
                  <c:v>27.94</c:v>
                </c:pt>
                <c:pt idx="1494">
                  <c:v>23.97</c:v>
                </c:pt>
                <c:pt idx="1495">
                  <c:v>22.92</c:v>
                </c:pt>
                <c:pt idx="1496">
                  <c:v>21.02</c:v>
                </c:pt>
                <c:pt idx="1497">
                  <c:v>21.59</c:v>
                </c:pt>
                <c:pt idx="1498">
                  <c:v>21.06</c:v>
                </c:pt>
                <c:pt idx="1499">
                  <c:v>19.68</c:v>
                </c:pt>
                <c:pt idx="1500">
                  <c:v>19.21</c:v>
                </c:pt>
                <c:pt idx="1501">
                  <c:v>20.92</c:v>
                </c:pt>
                <c:pt idx="1502">
                  <c:v>23.84</c:v>
                </c:pt>
                <c:pt idx="1503">
                  <c:v>24.62</c:v>
                </c:pt>
                <c:pt idx="1504">
                  <c:v>21.94</c:v>
                </c:pt>
                <c:pt idx="1505">
                  <c:v>23.28</c:v>
                </c:pt>
                <c:pt idx="1506">
                  <c:v>23.68</c:v>
                </c:pt>
                <c:pt idx="1507">
                  <c:v>23.79</c:v>
                </c:pt>
                <c:pt idx="1508">
                  <c:v>25.34</c:v>
                </c:pt>
                <c:pt idx="1509">
                  <c:v>24.07</c:v>
                </c:pt>
                <c:pt idx="1510">
                  <c:v>27.09</c:v>
                </c:pt>
                <c:pt idx="1511">
                  <c:v>23.84</c:v>
                </c:pt>
                <c:pt idx="1512">
                  <c:v>24.41</c:v>
                </c:pt>
                <c:pt idx="1513">
                  <c:v>24.89</c:v>
                </c:pt>
                <c:pt idx="1514">
                  <c:v>22.73</c:v>
                </c:pt>
                <c:pt idx="1515">
                  <c:v>24.57</c:v>
                </c:pt>
                <c:pt idx="1516">
                  <c:v>27.84</c:v>
                </c:pt>
                <c:pt idx="1517">
                  <c:v>28.95</c:v>
                </c:pt>
                <c:pt idx="1518">
                  <c:v>25.71</c:v>
                </c:pt>
                <c:pt idx="1519">
                  <c:v>24.41</c:v>
                </c:pt>
                <c:pt idx="1520">
                  <c:v>24.7</c:v>
                </c:pt>
                <c:pt idx="1521">
                  <c:v>25.77</c:v>
                </c:pt>
                <c:pt idx="1522">
                  <c:v>23.74</c:v>
                </c:pt>
                <c:pt idx="1523">
                  <c:v>22.55</c:v>
                </c:pt>
                <c:pt idx="1524">
                  <c:v>21.93</c:v>
                </c:pt>
                <c:pt idx="1525">
                  <c:v>22.4</c:v>
                </c:pt>
                <c:pt idx="1526">
                  <c:v>21.03</c:v>
                </c:pt>
                <c:pt idx="1527">
                  <c:v>19.61</c:v>
                </c:pt>
                <c:pt idx="1528">
                  <c:v>19.73</c:v>
                </c:pt>
                <c:pt idx="1529">
                  <c:v>19.62</c:v>
                </c:pt>
                <c:pt idx="1530">
                  <c:v>19.600000000000001</c:v>
                </c:pt>
                <c:pt idx="1531">
                  <c:v>18.75</c:v>
                </c:pt>
                <c:pt idx="1532">
                  <c:v>17.88</c:v>
                </c:pt>
                <c:pt idx="1533">
                  <c:v>17.14</c:v>
                </c:pt>
                <c:pt idx="1534">
                  <c:v>17.07</c:v>
                </c:pt>
                <c:pt idx="1535">
                  <c:v>16.489999999999998</c:v>
                </c:pt>
                <c:pt idx="1536">
                  <c:v>15.91</c:v>
                </c:pt>
                <c:pt idx="1537">
                  <c:v>16.79</c:v>
                </c:pt>
                <c:pt idx="1538">
                  <c:v>17.78</c:v>
                </c:pt>
                <c:pt idx="1539">
                  <c:v>17.100000000000001</c:v>
                </c:pt>
                <c:pt idx="1540">
                  <c:v>17.57</c:v>
                </c:pt>
                <c:pt idx="1541">
                  <c:v>18.47</c:v>
                </c:pt>
                <c:pt idx="1542">
                  <c:v>17.02</c:v>
                </c:pt>
                <c:pt idx="1543">
                  <c:v>17.13</c:v>
                </c:pt>
                <c:pt idx="1544">
                  <c:v>17.77</c:v>
                </c:pt>
                <c:pt idx="1545">
                  <c:v>18.88</c:v>
                </c:pt>
                <c:pt idx="1546">
                  <c:v>17.690000000000001</c:v>
                </c:pt>
                <c:pt idx="1547">
                  <c:v>17.34</c:v>
                </c:pt>
                <c:pt idx="1548">
                  <c:v>16.77</c:v>
                </c:pt>
                <c:pt idx="1549">
                  <c:v>17.75</c:v>
                </c:pt>
                <c:pt idx="1550">
                  <c:v>21.05</c:v>
                </c:pt>
                <c:pt idx="1551">
                  <c:v>19.940000000000001</c:v>
                </c:pt>
                <c:pt idx="1552">
                  <c:v>21.98</c:v>
                </c:pt>
                <c:pt idx="1553">
                  <c:v>20.45</c:v>
                </c:pt>
                <c:pt idx="1554">
                  <c:v>18.920000000000002</c:v>
                </c:pt>
                <c:pt idx="1555">
                  <c:v>20.5</c:v>
                </c:pt>
                <c:pt idx="1556">
                  <c:v>20.25</c:v>
                </c:pt>
                <c:pt idx="1557">
                  <c:v>19.61</c:v>
                </c:pt>
                <c:pt idx="1558">
                  <c:v>20.87</c:v>
                </c:pt>
                <c:pt idx="1559">
                  <c:v>21.39</c:v>
                </c:pt>
                <c:pt idx="1560">
                  <c:v>22.11</c:v>
                </c:pt>
                <c:pt idx="1561">
                  <c:v>21.1</c:v>
                </c:pt>
                <c:pt idx="1562">
                  <c:v>22.72</c:v>
                </c:pt>
                <c:pt idx="1563">
                  <c:v>19.690000000000001</c:v>
                </c:pt>
                <c:pt idx="1564">
                  <c:v>20.27</c:v>
                </c:pt>
                <c:pt idx="1565">
                  <c:v>19.059999999999999</c:v>
                </c:pt>
                <c:pt idx="1566">
                  <c:v>18.399999999999999</c:v>
                </c:pt>
                <c:pt idx="1567">
                  <c:v>20.420000000000002</c:v>
                </c:pt>
                <c:pt idx="1568">
                  <c:v>19.100000000000001</c:v>
                </c:pt>
                <c:pt idx="1569">
                  <c:v>19.440000000000001</c:v>
                </c:pt>
                <c:pt idx="1570">
                  <c:v>20.61</c:v>
                </c:pt>
                <c:pt idx="1571">
                  <c:v>19.89</c:v>
                </c:pt>
                <c:pt idx="1572">
                  <c:v>19.91</c:v>
                </c:pt>
                <c:pt idx="1573">
                  <c:v>18.8</c:v>
                </c:pt>
                <c:pt idx="1574">
                  <c:v>17.739999999999998</c:v>
                </c:pt>
                <c:pt idx="1575">
                  <c:v>17.260000000000002</c:v>
                </c:pt>
                <c:pt idx="1576">
                  <c:v>17.600000000000001</c:v>
                </c:pt>
                <c:pt idx="1577">
                  <c:v>16.87</c:v>
                </c:pt>
                <c:pt idx="1578">
                  <c:v>18.100000000000001</c:v>
                </c:pt>
                <c:pt idx="1579">
                  <c:v>17.100000000000001</c:v>
                </c:pt>
                <c:pt idx="1580">
                  <c:v>17</c:v>
                </c:pt>
                <c:pt idx="1581">
                  <c:v>18.29</c:v>
                </c:pt>
                <c:pt idx="1582">
                  <c:v>23.3</c:v>
                </c:pt>
                <c:pt idx="1583">
                  <c:v>23.74</c:v>
                </c:pt>
                <c:pt idx="1584">
                  <c:v>24.27</c:v>
                </c:pt>
                <c:pt idx="1585">
                  <c:v>23.72</c:v>
                </c:pt>
                <c:pt idx="1586">
                  <c:v>25.79</c:v>
                </c:pt>
                <c:pt idx="1587">
                  <c:v>26.37</c:v>
                </c:pt>
                <c:pt idx="1588">
                  <c:v>23.4</c:v>
                </c:pt>
                <c:pt idx="1589">
                  <c:v>25.64</c:v>
                </c:pt>
                <c:pt idx="1590">
                  <c:v>25.92</c:v>
                </c:pt>
                <c:pt idx="1591">
                  <c:v>23.94</c:v>
                </c:pt>
                <c:pt idx="1592">
                  <c:v>22.5</c:v>
                </c:pt>
                <c:pt idx="1593">
                  <c:v>21.21</c:v>
                </c:pt>
                <c:pt idx="1594">
                  <c:v>22.46</c:v>
                </c:pt>
                <c:pt idx="1595">
                  <c:v>23.9</c:v>
                </c:pt>
                <c:pt idx="1596">
                  <c:v>23.98</c:v>
                </c:pt>
                <c:pt idx="1597">
                  <c:v>24.07</c:v>
                </c:pt>
                <c:pt idx="1598">
                  <c:v>22.73</c:v>
                </c:pt>
                <c:pt idx="1599">
                  <c:v>24.67</c:v>
                </c:pt>
                <c:pt idx="1600">
                  <c:v>23.6</c:v>
                </c:pt>
                <c:pt idx="1601">
                  <c:v>23</c:v>
                </c:pt>
                <c:pt idx="1602">
                  <c:v>23.33</c:v>
                </c:pt>
                <c:pt idx="1603">
                  <c:v>23.33</c:v>
                </c:pt>
                <c:pt idx="1604">
                  <c:v>23.3</c:v>
                </c:pt>
                <c:pt idx="1605">
                  <c:v>23.32</c:v>
                </c:pt>
                <c:pt idx="1606">
                  <c:v>22.08</c:v>
                </c:pt>
                <c:pt idx="1607">
                  <c:v>20.53</c:v>
                </c:pt>
                <c:pt idx="1608">
                  <c:v>20.74</c:v>
                </c:pt>
                <c:pt idx="1609">
                  <c:v>20.309999999999999</c:v>
                </c:pt>
                <c:pt idx="1610">
                  <c:v>20.02</c:v>
                </c:pt>
                <c:pt idx="1611">
                  <c:v>19.71</c:v>
                </c:pt>
                <c:pt idx="1612">
                  <c:v>19.97</c:v>
                </c:pt>
                <c:pt idx="1613">
                  <c:v>19.38</c:v>
                </c:pt>
                <c:pt idx="1614">
                  <c:v>19.39</c:v>
                </c:pt>
                <c:pt idx="1615">
                  <c:v>18.36</c:v>
                </c:pt>
                <c:pt idx="1616">
                  <c:v>17.79</c:v>
                </c:pt>
                <c:pt idx="1617">
                  <c:v>18.22</c:v>
                </c:pt>
                <c:pt idx="1618">
                  <c:v>19.239999999999998</c:v>
                </c:pt>
                <c:pt idx="1619">
                  <c:v>18.45</c:v>
                </c:pt>
                <c:pt idx="1620">
                  <c:v>17.7</c:v>
                </c:pt>
                <c:pt idx="1621">
                  <c:v>17</c:v>
                </c:pt>
                <c:pt idx="1622">
                  <c:v>17.149999999999999</c:v>
                </c:pt>
                <c:pt idx="1623">
                  <c:v>16.5</c:v>
                </c:pt>
                <c:pt idx="1624">
                  <c:v>17.18</c:v>
                </c:pt>
                <c:pt idx="1625">
                  <c:v>15.74</c:v>
                </c:pt>
                <c:pt idx="1626">
                  <c:v>15.45</c:v>
                </c:pt>
                <c:pt idx="1627">
                  <c:v>15.42</c:v>
                </c:pt>
                <c:pt idx="1628">
                  <c:v>15.51</c:v>
                </c:pt>
                <c:pt idx="1629">
                  <c:v>15.77</c:v>
                </c:pt>
                <c:pt idx="1630">
                  <c:v>15.73</c:v>
                </c:pt>
                <c:pt idx="1631">
                  <c:v>16.760000000000002</c:v>
                </c:pt>
                <c:pt idx="1632">
                  <c:v>17.72</c:v>
                </c:pt>
                <c:pt idx="1633">
                  <c:v>17.48</c:v>
                </c:pt>
                <c:pt idx="1634">
                  <c:v>16.190000000000001</c:v>
                </c:pt>
                <c:pt idx="1635">
                  <c:v>16.190000000000001</c:v>
                </c:pt>
                <c:pt idx="1636">
                  <c:v>18.72</c:v>
                </c:pt>
                <c:pt idx="1637">
                  <c:v>17.47</c:v>
                </c:pt>
                <c:pt idx="1638">
                  <c:v>17.309999999999999</c:v>
                </c:pt>
                <c:pt idx="1639">
                  <c:v>19.2</c:v>
                </c:pt>
                <c:pt idx="1640">
                  <c:v>19.07</c:v>
                </c:pt>
                <c:pt idx="1641">
                  <c:v>18.87</c:v>
                </c:pt>
                <c:pt idx="1642">
                  <c:v>18.489999999999998</c:v>
                </c:pt>
                <c:pt idx="1643">
                  <c:v>19.850000000000001</c:v>
                </c:pt>
                <c:pt idx="1644">
                  <c:v>19.170000000000002</c:v>
                </c:pt>
                <c:pt idx="1645">
                  <c:v>16.68</c:v>
                </c:pt>
                <c:pt idx="1646">
                  <c:v>18.73</c:v>
                </c:pt>
                <c:pt idx="1647">
                  <c:v>18.39</c:v>
                </c:pt>
                <c:pt idx="1648">
                  <c:v>19.13</c:v>
                </c:pt>
                <c:pt idx="1649">
                  <c:v>19.64</c:v>
                </c:pt>
                <c:pt idx="1650">
                  <c:v>19.28</c:v>
                </c:pt>
                <c:pt idx="1651">
                  <c:v>20.8</c:v>
                </c:pt>
                <c:pt idx="1652">
                  <c:v>20.47</c:v>
                </c:pt>
                <c:pt idx="1653">
                  <c:v>20.329999999999998</c:v>
                </c:pt>
                <c:pt idx="1654">
                  <c:v>24.02</c:v>
                </c:pt>
                <c:pt idx="1655">
                  <c:v>23.62</c:v>
                </c:pt>
                <c:pt idx="1656">
                  <c:v>26.59</c:v>
                </c:pt>
                <c:pt idx="1657">
                  <c:v>25.96</c:v>
                </c:pt>
                <c:pt idx="1658">
                  <c:v>27.19</c:v>
                </c:pt>
                <c:pt idx="1659">
                  <c:v>24.99</c:v>
                </c:pt>
                <c:pt idx="1660">
                  <c:v>24.36</c:v>
                </c:pt>
                <c:pt idx="1661">
                  <c:v>23.37</c:v>
                </c:pt>
                <c:pt idx="1662">
                  <c:v>23.93</c:v>
                </c:pt>
                <c:pt idx="1663">
                  <c:v>25.78</c:v>
                </c:pt>
                <c:pt idx="1664">
                  <c:v>24.69</c:v>
                </c:pt>
                <c:pt idx="1665">
                  <c:v>27.22</c:v>
                </c:pt>
                <c:pt idx="1666">
                  <c:v>23.94</c:v>
                </c:pt>
                <c:pt idx="1667">
                  <c:v>24.4</c:v>
                </c:pt>
                <c:pt idx="1668">
                  <c:v>22.86</c:v>
                </c:pt>
                <c:pt idx="1669">
                  <c:v>23.21</c:v>
                </c:pt>
                <c:pt idx="1670">
                  <c:v>24.04</c:v>
                </c:pt>
                <c:pt idx="1671">
                  <c:v>23.94</c:v>
                </c:pt>
                <c:pt idx="1672">
                  <c:v>24.62</c:v>
                </c:pt>
                <c:pt idx="1673">
                  <c:v>24.23</c:v>
                </c:pt>
                <c:pt idx="1674">
                  <c:v>23.42</c:v>
                </c:pt>
                <c:pt idx="1675">
                  <c:v>22.12</c:v>
                </c:pt>
                <c:pt idx="1676">
                  <c:v>22.71</c:v>
                </c:pt>
                <c:pt idx="1677">
                  <c:v>21.97</c:v>
                </c:pt>
                <c:pt idx="1678">
                  <c:v>21.11</c:v>
                </c:pt>
                <c:pt idx="1679">
                  <c:v>21.13</c:v>
                </c:pt>
                <c:pt idx="1680">
                  <c:v>21.21</c:v>
                </c:pt>
                <c:pt idx="1681">
                  <c:v>20.84</c:v>
                </c:pt>
                <c:pt idx="1682">
                  <c:v>20.82</c:v>
                </c:pt>
                <c:pt idx="1683">
                  <c:v>19.989999999999998</c:v>
                </c:pt>
                <c:pt idx="1684">
                  <c:v>20.100000000000001</c:v>
                </c:pt>
                <c:pt idx="1685">
                  <c:v>21.21</c:v>
                </c:pt>
                <c:pt idx="1686">
                  <c:v>19.97</c:v>
                </c:pt>
                <c:pt idx="1687">
                  <c:v>20.32</c:v>
                </c:pt>
                <c:pt idx="1688">
                  <c:v>19.63</c:v>
                </c:pt>
                <c:pt idx="1689">
                  <c:v>19.87</c:v>
                </c:pt>
                <c:pt idx="1690">
                  <c:v>20.09</c:v>
                </c:pt>
                <c:pt idx="1691">
                  <c:v>19.87</c:v>
                </c:pt>
                <c:pt idx="1692">
                  <c:v>19.809999999999999</c:v>
                </c:pt>
                <c:pt idx="1693">
                  <c:v>19.09</c:v>
                </c:pt>
                <c:pt idx="1694">
                  <c:v>17.920000000000002</c:v>
                </c:pt>
                <c:pt idx="1695">
                  <c:v>16.850000000000001</c:v>
                </c:pt>
                <c:pt idx="1696">
                  <c:v>16.97</c:v>
                </c:pt>
                <c:pt idx="1697">
                  <c:v>18.12</c:v>
                </c:pt>
                <c:pt idx="1698">
                  <c:v>17.760000000000002</c:v>
                </c:pt>
                <c:pt idx="1699">
                  <c:v>17.78</c:v>
                </c:pt>
                <c:pt idx="1700">
                  <c:v>17.510000000000002</c:v>
                </c:pt>
                <c:pt idx="1701">
                  <c:v>18.489999999999998</c:v>
                </c:pt>
                <c:pt idx="1702">
                  <c:v>17.98</c:v>
                </c:pt>
                <c:pt idx="1703">
                  <c:v>18.190000000000001</c:v>
                </c:pt>
                <c:pt idx="1704">
                  <c:v>18.45</c:v>
                </c:pt>
                <c:pt idx="1705">
                  <c:v>18.38</c:v>
                </c:pt>
                <c:pt idx="1706">
                  <c:v>17.57</c:v>
                </c:pt>
                <c:pt idx="1707">
                  <c:v>18.52</c:v>
                </c:pt>
                <c:pt idx="1708">
                  <c:v>19.09</c:v>
                </c:pt>
                <c:pt idx="1709">
                  <c:v>17.27</c:v>
                </c:pt>
                <c:pt idx="1710">
                  <c:v>16.71</c:v>
                </c:pt>
                <c:pt idx="1711">
                  <c:v>17.03</c:v>
                </c:pt>
                <c:pt idx="1712">
                  <c:v>17.600000000000001</c:v>
                </c:pt>
                <c:pt idx="1713">
                  <c:v>17.98</c:v>
                </c:pt>
                <c:pt idx="1714">
                  <c:v>17.62</c:v>
                </c:pt>
                <c:pt idx="1715">
                  <c:v>16.600000000000001</c:v>
                </c:pt>
                <c:pt idx="1716">
                  <c:v>17.43</c:v>
                </c:pt>
                <c:pt idx="1717">
                  <c:v>17.46</c:v>
                </c:pt>
                <c:pt idx="1718">
                  <c:v>17.09</c:v>
                </c:pt>
                <c:pt idx="1719">
                  <c:v>17.53</c:v>
                </c:pt>
                <c:pt idx="1720">
                  <c:v>18.399999999999999</c:v>
                </c:pt>
                <c:pt idx="1721">
                  <c:v>18.850000000000001</c:v>
                </c:pt>
                <c:pt idx="1722">
                  <c:v>18.96</c:v>
                </c:pt>
                <c:pt idx="1723">
                  <c:v>18.170000000000002</c:v>
                </c:pt>
                <c:pt idx="1724">
                  <c:v>17.850000000000001</c:v>
                </c:pt>
                <c:pt idx="1725">
                  <c:v>17.739999999999998</c:v>
                </c:pt>
                <c:pt idx="1726">
                  <c:v>18.48</c:v>
                </c:pt>
                <c:pt idx="1727">
                  <c:v>18.22</c:v>
                </c:pt>
                <c:pt idx="1728">
                  <c:v>17.98</c:v>
                </c:pt>
                <c:pt idx="1729">
                  <c:v>18.34</c:v>
                </c:pt>
                <c:pt idx="1730">
                  <c:v>17.190000000000001</c:v>
                </c:pt>
                <c:pt idx="1731">
                  <c:v>16.88</c:v>
                </c:pt>
                <c:pt idx="1732">
                  <c:v>16.850000000000001</c:v>
                </c:pt>
                <c:pt idx="1733">
                  <c:v>16.8</c:v>
                </c:pt>
                <c:pt idx="1734">
                  <c:v>16.89</c:v>
                </c:pt>
                <c:pt idx="1735">
                  <c:v>16.809999999999999</c:v>
                </c:pt>
                <c:pt idx="1736">
                  <c:v>16.84</c:v>
                </c:pt>
                <c:pt idx="1737">
                  <c:v>16.53</c:v>
                </c:pt>
                <c:pt idx="1738">
                  <c:v>16.86</c:v>
                </c:pt>
                <c:pt idx="1739">
                  <c:v>17.38</c:v>
                </c:pt>
                <c:pt idx="1740">
                  <c:v>17.75</c:v>
                </c:pt>
                <c:pt idx="1741">
                  <c:v>17.54</c:v>
                </c:pt>
                <c:pt idx="1742">
                  <c:v>17.079999999999998</c:v>
                </c:pt>
                <c:pt idx="1743">
                  <c:v>17.010000000000002</c:v>
                </c:pt>
                <c:pt idx="1744">
                  <c:v>17.55</c:v>
                </c:pt>
                <c:pt idx="1745">
                  <c:v>17.309999999999999</c:v>
                </c:pt>
                <c:pt idx="1746">
                  <c:v>17.5</c:v>
                </c:pt>
                <c:pt idx="1747">
                  <c:v>17.95</c:v>
                </c:pt>
                <c:pt idx="1748">
                  <c:v>17.53</c:v>
                </c:pt>
                <c:pt idx="1749">
                  <c:v>18.23</c:v>
                </c:pt>
                <c:pt idx="1750">
                  <c:v>18.52</c:v>
                </c:pt>
                <c:pt idx="1751">
                  <c:v>18.18</c:v>
                </c:pt>
                <c:pt idx="1752">
                  <c:v>17.84</c:v>
                </c:pt>
                <c:pt idx="1753">
                  <c:v>18.23</c:v>
                </c:pt>
                <c:pt idx="1754">
                  <c:v>18.64</c:v>
                </c:pt>
                <c:pt idx="1755">
                  <c:v>18.89</c:v>
                </c:pt>
                <c:pt idx="1756">
                  <c:v>19.559999999999999</c:v>
                </c:pt>
                <c:pt idx="1757">
                  <c:v>18.989999999999998</c:v>
                </c:pt>
                <c:pt idx="1758">
                  <c:v>18.809999999999999</c:v>
                </c:pt>
                <c:pt idx="1759">
                  <c:v>19.38</c:v>
                </c:pt>
                <c:pt idx="1760">
                  <c:v>18.53</c:v>
                </c:pt>
                <c:pt idx="1761">
                  <c:v>18.309999999999999</c:v>
                </c:pt>
                <c:pt idx="1762">
                  <c:v>17.690000000000001</c:v>
                </c:pt>
                <c:pt idx="1763">
                  <c:v>17.18</c:v>
                </c:pt>
                <c:pt idx="1764">
                  <c:v>16.95</c:v>
                </c:pt>
                <c:pt idx="1765">
                  <c:v>17.21</c:v>
                </c:pt>
                <c:pt idx="1766">
                  <c:v>16.53</c:v>
                </c:pt>
                <c:pt idx="1767">
                  <c:v>17.559999999999999</c:v>
                </c:pt>
                <c:pt idx="1768">
                  <c:v>18.2</c:v>
                </c:pt>
                <c:pt idx="1769">
                  <c:v>21.11</c:v>
                </c:pt>
                <c:pt idx="1770">
                  <c:v>18.75</c:v>
                </c:pt>
                <c:pt idx="1771">
                  <c:v>19.97</c:v>
                </c:pt>
                <c:pt idx="1772">
                  <c:v>18.260000000000002</c:v>
                </c:pt>
                <c:pt idx="1773">
                  <c:v>20.62</c:v>
                </c:pt>
                <c:pt idx="1774">
                  <c:v>19.510000000000002</c:v>
                </c:pt>
                <c:pt idx="1775">
                  <c:v>18.29</c:v>
                </c:pt>
                <c:pt idx="1776">
                  <c:v>17.97</c:v>
                </c:pt>
                <c:pt idx="1777">
                  <c:v>17.59</c:v>
                </c:pt>
                <c:pt idx="1778">
                  <c:v>17.97</c:v>
                </c:pt>
                <c:pt idx="1779">
                  <c:v>16.809999999999999</c:v>
                </c:pt>
                <c:pt idx="1780">
                  <c:v>16.149999999999999</c:v>
                </c:pt>
                <c:pt idx="1781">
                  <c:v>15.7</c:v>
                </c:pt>
                <c:pt idx="1782">
                  <c:v>15.57</c:v>
                </c:pt>
                <c:pt idx="1783">
                  <c:v>15.88</c:v>
                </c:pt>
                <c:pt idx="1784">
                  <c:v>15.22</c:v>
                </c:pt>
                <c:pt idx="1785">
                  <c:v>15.36</c:v>
                </c:pt>
                <c:pt idx="1786">
                  <c:v>15.87</c:v>
                </c:pt>
                <c:pt idx="1787">
                  <c:v>15.35</c:v>
                </c:pt>
                <c:pt idx="1788">
                  <c:v>15.72</c:v>
                </c:pt>
                <c:pt idx="1789">
                  <c:v>15.62</c:v>
                </c:pt>
                <c:pt idx="1790">
                  <c:v>15.82</c:v>
                </c:pt>
                <c:pt idx="1791">
                  <c:v>15.52</c:v>
                </c:pt>
                <c:pt idx="1792">
                  <c:v>15.42</c:v>
                </c:pt>
                <c:pt idx="1793">
                  <c:v>15.49</c:v>
                </c:pt>
                <c:pt idx="1794">
                  <c:v>15.17</c:v>
                </c:pt>
                <c:pt idx="1795">
                  <c:v>14.86</c:v>
                </c:pt>
                <c:pt idx="1796">
                  <c:v>14.63</c:v>
                </c:pt>
                <c:pt idx="1797">
                  <c:v>14.62</c:v>
                </c:pt>
                <c:pt idx="1798">
                  <c:v>14.86</c:v>
                </c:pt>
                <c:pt idx="1799">
                  <c:v>15.02</c:v>
                </c:pt>
                <c:pt idx="1800">
                  <c:v>15.09</c:v>
                </c:pt>
                <c:pt idx="1801">
                  <c:v>14.86</c:v>
                </c:pt>
                <c:pt idx="1802">
                  <c:v>14.51</c:v>
                </c:pt>
                <c:pt idx="1803">
                  <c:v>14.21</c:v>
                </c:pt>
                <c:pt idx="1804">
                  <c:v>15.09</c:v>
                </c:pt>
                <c:pt idx="1805">
                  <c:v>15.27</c:v>
                </c:pt>
                <c:pt idx="1806">
                  <c:v>14.87</c:v>
                </c:pt>
                <c:pt idx="1807">
                  <c:v>14.39</c:v>
                </c:pt>
                <c:pt idx="1808">
                  <c:v>14.77</c:v>
                </c:pt>
                <c:pt idx="1809">
                  <c:v>14.31</c:v>
                </c:pt>
                <c:pt idx="1810">
                  <c:v>13.93</c:v>
                </c:pt>
                <c:pt idx="1811">
                  <c:v>13.81</c:v>
                </c:pt>
                <c:pt idx="1812">
                  <c:v>13.59</c:v>
                </c:pt>
                <c:pt idx="1813">
                  <c:v>13.52</c:v>
                </c:pt>
                <c:pt idx="1814">
                  <c:v>13.54</c:v>
                </c:pt>
                <c:pt idx="1815">
                  <c:v>14.13</c:v>
                </c:pt>
                <c:pt idx="1816">
                  <c:v>14.74</c:v>
                </c:pt>
                <c:pt idx="1817">
                  <c:v>14.56</c:v>
                </c:pt>
                <c:pt idx="1818">
                  <c:v>14.87</c:v>
                </c:pt>
                <c:pt idx="1819">
                  <c:v>15.07</c:v>
                </c:pt>
                <c:pt idx="1820">
                  <c:v>14.96</c:v>
                </c:pt>
                <c:pt idx="1821">
                  <c:v>14.79</c:v>
                </c:pt>
                <c:pt idx="1822">
                  <c:v>14.8</c:v>
                </c:pt>
                <c:pt idx="1823">
                  <c:v>14.35</c:v>
                </c:pt>
                <c:pt idx="1824">
                  <c:v>13.96</c:v>
                </c:pt>
                <c:pt idx="1825">
                  <c:v>14.08</c:v>
                </c:pt>
                <c:pt idx="1826">
                  <c:v>13.71</c:v>
                </c:pt>
                <c:pt idx="1827">
                  <c:v>13.44</c:v>
                </c:pt>
                <c:pt idx="1828">
                  <c:v>13.16</c:v>
                </c:pt>
                <c:pt idx="1829">
                  <c:v>13.45</c:v>
                </c:pt>
                <c:pt idx="1830">
                  <c:v>13.76</c:v>
                </c:pt>
                <c:pt idx="1831">
                  <c:v>13.55</c:v>
                </c:pt>
                <c:pt idx="1832">
                  <c:v>13.25</c:v>
                </c:pt>
                <c:pt idx="1833">
                  <c:v>13.13</c:v>
                </c:pt>
                <c:pt idx="1834">
                  <c:v>13.35</c:v>
                </c:pt>
                <c:pt idx="1835">
                  <c:v>13.02</c:v>
                </c:pt>
                <c:pt idx="1836">
                  <c:v>13.36</c:v>
                </c:pt>
                <c:pt idx="1837">
                  <c:v>13.24</c:v>
                </c:pt>
                <c:pt idx="1838">
                  <c:v>13.04</c:v>
                </c:pt>
                <c:pt idx="1839">
                  <c:v>13.46</c:v>
                </c:pt>
                <c:pt idx="1840">
                  <c:v>13.18</c:v>
                </c:pt>
                <c:pt idx="1841">
                  <c:v>13.1</c:v>
                </c:pt>
                <c:pt idx="1842">
                  <c:v>12.93</c:v>
                </c:pt>
                <c:pt idx="1843">
                  <c:v>12.59</c:v>
                </c:pt>
                <c:pt idx="1844">
                  <c:v>12.73</c:v>
                </c:pt>
                <c:pt idx="1845">
                  <c:v>12.27</c:v>
                </c:pt>
                <c:pt idx="1846">
                  <c:v>12.37</c:v>
                </c:pt>
                <c:pt idx="1847">
                  <c:v>12.98</c:v>
                </c:pt>
                <c:pt idx="1848">
                  <c:v>14.58</c:v>
                </c:pt>
                <c:pt idx="1849">
                  <c:v>14.63</c:v>
                </c:pt>
                <c:pt idx="1850">
                  <c:v>13.82</c:v>
                </c:pt>
                <c:pt idx="1851">
                  <c:v>13.76</c:v>
                </c:pt>
                <c:pt idx="1852">
                  <c:v>13.25</c:v>
                </c:pt>
                <c:pt idx="1853">
                  <c:v>13.19</c:v>
                </c:pt>
                <c:pt idx="1854">
                  <c:v>13.21</c:v>
                </c:pt>
                <c:pt idx="1855">
                  <c:v>13.07</c:v>
                </c:pt>
                <c:pt idx="1856">
                  <c:v>12.91</c:v>
                </c:pt>
                <c:pt idx="1857">
                  <c:v>13.22</c:v>
                </c:pt>
                <c:pt idx="1858">
                  <c:v>13.35</c:v>
                </c:pt>
                <c:pt idx="1859">
                  <c:v>14.12</c:v>
                </c:pt>
                <c:pt idx="1860">
                  <c:v>14.08</c:v>
                </c:pt>
                <c:pt idx="1861">
                  <c:v>14.53</c:v>
                </c:pt>
                <c:pt idx="1862">
                  <c:v>13.9</c:v>
                </c:pt>
                <c:pt idx="1863">
                  <c:v>14.15</c:v>
                </c:pt>
                <c:pt idx="1864">
                  <c:v>14.21</c:v>
                </c:pt>
                <c:pt idx="1865">
                  <c:v>14.06</c:v>
                </c:pt>
                <c:pt idx="1866">
                  <c:v>15.36</c:v>
                </c:pt>
                <c:pt idx="1867">
                  <c:v>15.88</c:v>
                </c:pt>
                <c:pt idx="1868">
                  <c:v>15.55</c:v>
                </c:pt>
                <c:pt idx="1869">
                  <c:v>15.71</c:v>
                </c:pt>
                <c:pt idx="1870">
                  <c:v>15.4</c:v>
                </c:pt>
                <c:pt idx="1871">
                  <c:v>14.15</c:v>
                </c:pt>
                <c:pt idx="1872">
                  <c:v>14</c:v>
                </c:pt>
                <c:pt idx="1873">
                  <c:v>13.44</c:v>
                </c:pt>
                <c:pt idx="1874">
                  <c:v>14.14</c:v>
                </c:pt>
                <c:pt idx="1875">
                  <c:v>15.15</c:v>
                </c:pt>
                <c:pt idx="1876">
                  <c:v>15.57</c:v>
                </c:pt>
                <c:pt idx="1877">
                  <c:v>16.03</c:v>
                </c:pt>
                <c:pt idx="1878">
                  <c:v>16.03</c:v>
                </c:pt>
                <c:pt idx="1879">
                  <c:v>15.33</c:v>
                </c:pt>
                <c:pt idx="1880">
                  <c:v>14.97</c:v>
                </c:pt>
                <c:pt idx="1881">
                  <c:v>13.94</c:v>
                </c:pt>
                <c:pt idx="1882">
                  <c:v>14.86</c:v>
                </c:pt>
                <c:pt idx="1883">
                  <c:v>14.18</c:v>
                </c:pt>
                <c:pt idx="1884">
                  <c:v>13.49</c:v>
                </c:pt>
                <c:pt idx="1885">
                  <c:v>13.05</c:v>
                </c:pt>
                <c:pt idx="1886">
                  <c:v>12.78</c:v>
                </c:pt>
                <c:pt idx="1887">
                  <c:v>12.53</c:v>
                </c:pt>
                <c:pt idx="1888">
                  <c:v>12.49</c:v>
                </c:pt>
                <c:pt idx="1889">
                  <c:v>12.42</c:v>
                </c:pt>
                <c:pt idx="1890">
                  <c:v>12.46</c:v>
                </c:pt>
                <c:pt idx="1891">
                  <c:v>12.69</c:v>
                </c:pt>
                <c:pt idx="1892">
                  <c:v>12.4</c:v>
                </c:pt>
                <c:pt idx="1893">
                  <c:v>12.42</c:v>
                </c:pt>
                <c:pt idx="1894">
                  <c:v>12.4</c:v>
                </c:pt>
                <c:pt idx="1895">
                  <c:v>12.64</c:v>
                </c:pt>
                <c:pt idx="1896">
                  <c:v>12.02</c:v>
                </c:pt>
                <c:pt idx="1897">
                  <c:v>11.73</c:v>
                </c:pt>
                <c:pt idx="1898">
                  <c:v>12.85</c:v>
                </c:pt>
                <c:pt idx="1899">
                  <c:v>12.95</c:v>
                </c:pt>
                <c:pt idx="1900">
                  <c:v>13.03</c:v>
                </c:pt>
                <c:pt idx="1901">
                  <c:v>13.96</c:v>
                </c:pt>
                <c:pt idx="1902">
                  <c:v>14.18</c:v>
                </c:pt>
                <c:pt idx="1903">
                  <c:v>14.1</c:v>
                </c:pt>
                <c:pt idx="1904">
                  <c:v>14.74</c:v>
                </c:pt>
                <c:pt idx="1905">
                  <c:v>15.08</c:v>
                </c:pt>
                <c:pt idx="1906">
                  <c:v>18.09</c:v>
                </c:pt>
                <c:pt idx="1907">
                  <c:v>17.34</c:v>
                </c:pt>
                <c:pt idx="1908">
                  <c:v>17.39</c:v>
                </c:pt>
                <c:pt idx="1909">
                  <c:v>17.559999999999999</c:v>
                </c:pt>
                <c:pt idx="1910">
                  <c:v>16.739999999999998</c:v>
                </c:pt>
                <c:pt idx="1911">
                  <c:v>15.7</c:v>
                </c:pt>
                <c:pt idx="1912">
                  <c:v>15.95</c:v>
                </c:pt>
                <c:pt idx="1913">
                  <c:v>17.07</c:v>
                </c:pt>
                <c:pt idx="1914">
                  <c:v>16.18</c:v>
                </c:pt>
                <c:pt idx="1915">
                  <c:v>16</c:v>
                </c:pt>
                <c:pt idx="1916">
                  <c:v>18.23</c:v>
                </c:pt>
                <c:pt idx="1917">
                  <c:v>19.53</c:v>
                </c:pt>
                <c:pt idx="1918">
                  <c:v>19.649999999999999</c:v>
                </c:pt>
                <c:pt idx="1919">
                  <c:v>18.82</c:v>
                </c:pt>
                <c:pt idx="1920">
                  <c:v>18.559999999999999</c:v>
                </c:pt>
                <c:pt idx="1921">
                  <c:v>21.14</c:v>
                </c:pt>
                <c:pt idx="1922">
                  <c:v>20.02</c:v>
                </c:pt>
                <c:pt idx="1923">
                  <c:v>20.03</c:v>
                </c:pt>
                <c:pt idx="1924">
                  <c:v>19.89</c:v>
                </c:pt>
                <c:pt idx="1925">
                  <c:v>18.79</c:v>
                </c:pt>
                <c:pt idx="1926">
                  <c:v>17.489999999999998</c:v>
                </c:pt>
                <c:pt idx="1927">
                  <c:v>16.7</c:v>
                </c:pt>
                <c:pt idx="1928">
                  <c:v>18.649999999999999</c:v>
                </c:pt>
                <c:pt idx="1929">
                  <c:v>18.23</c:v>
                </c:pt>
                <c:pt idx="1930">
                  <c:v>17.559999999999999</c:v>
                </c:pt>
                <c:pt idx="1931">
                  <c:v>16.84</c:v>
                </c:pt>
                <c:pt idx="1932">
                  <c:v>17.13</c:v>
                </c:pt>
                <c:pt idx="1933">
                  <c:v>17.68</c:v>
                </c:pt>
                <c:pt idx="1934">
                  <c:v>17.350000000000001</c:v>
                </c:pt>
                <c:pt idx="1935">
                  <c:v>17.239999999999998</c:v>
                </c:pt>
                <c:pt idx="1936">
                  <c:v>16.98</c:v>
                </c:pt>
                <c:pt idx="1937">
                  <c:v>16.55</c:v>
                </c:pt>
                <c:pt idx="1938">
                  <c:v>16.68</c:v>
                </c:pt>
                <c:pt idx="1939">
                  <c:v>16.18</c:v>
                </c:pt>
                <c:pt idx="1940">
                  <c:v>15.88</c:v>
                </c:pt>
                <c:pt idx="1941">
                  <c:v>15.13</c:v>
                </c:pt>
                <c:pt idx="1942">
                  <c:v>15.04</c:v>
                </c:pt>
                <c:pt idx="1943">
                  <c:v>15.2</c:v>
                </c:pt>
                <c:pt idx="1944">
                  <c:v>15.35</c:v>
                </c:pt>
                <c:pt idx="1945">
                  <c:v>14.6</c:v>
                </c:pt>
                <c:pt idx="1946">
                  <c:v>14.46</c:v>
                </c:pt>
                <c:pt idx="1947">
                  <c:v>14.5</c:v>
                </c:pt>
                <c:pt idx="1948">
                  <c:v>14.61</c:v>
                </c:pt>
                <c:pt idx="1949">
                  <c:v>14.84</c:v>
                </c:pt>
                <c:pt idx="1950">
                  <c:v>14.56</c:v>
                </c:pt>
                <c:pt idx="1951">
                  <c:v>16.850000000000001</c:v>
                </c:pt>
                <c:pt idx="1952">
                  <c:v>14.76</c:v>
                </c:pt>
                <c:pt idx="1953">
                  <c:v>14.59</c:v>
                </c:pt>
                <c:pt idx="1954">
                  <c:v>14.45</c:v>
                </c:pt>
                <c:pt idx="1955">
                  <c:v>14.3</c:v>
                </c:pt>
                <c:pt idx="1956">
                  <c:v>14.11</c:v>
                </c:pt>
                <c:pt idx="1957">
                  <c:v>13.98</c:v>
                </c:pt>
                <c:pt idx="1958">
                  <c:v>14.27</c:v>
                </c:pt>
                <c:pt idx="1959">
                  <c:v>13.85</c:v>
                </c:pt>
                <c:pt idx="1960">
                  <c:v>14.78</c:v>
                </c:pt>
                <c:pt idx="1961">
                  <c:v>14.93</c:v>
                </c:pt>
                <c:pt idx="1962">
                  <c:v>14.97</c:v>
                </c:pt>
                <c:pt idx="1963">
                  <c:v>16.25</c:v>
                </c:pt>
                <c:pt idx="1964">
                  <c:v>16.55</c:v>
                </c:pt>
                <c:pt idx="1965">
                  <c:v>17.78</c:v>
                </c:pt>
                <c:pt idx="1966">
                  <c:v>18.61</c:v>
                </c:pt>
                <c:pt idx="1967">
                  <c:v>18.28</c:v>
                </c:pt>
                <c:pt idx="1968">
                  <c:v>18.2</c:v>
                </c:pt>
                <c:pt idx="1969">
                  <c:v>17.8</c:v>
                </c:pt>
                <c:pt idx="1970">
                  <c:v>17.77</c:v>
                </c:pt>
                <c:pt idx="1971">
                  <c:v>17.420000000000002</c:v>
                </c:pt>
                <c:pt idx="1972">
                  <c:v>16.79</c:v>
                </c:pt>
                <c:pt idx="1973">
                  <c:v>17.14</c:v>
                </c:pt>
                <c:pt idx="1974">
                  <c:v>16.77</c:v>
                </c:pt>
                <c:pt idx="1975">
                  <c:v>16.84</c:v>
                </c:pt>
                <c:pt idx="1976">
                  <c:v>17.18</c:v>
                </c:pt>
                <c:pt idx="1977">
                  <c:v>19.309999999999999</c:v>
                </c:pt>
                <c:pt idx="1978">
                  <c:v>18.32</c:v>
                </c:pt>
                <c:pt idx="1979">
                  <c:v>17.64</c:v>
                </c:pt>
                <c:pt idx="1980">
                  <c:v>18.010000000000002</c:v>
                </c:pt>
                <c:pt idx="1981">
                  <c:v>17.39</c:v>
                </c:pt>
                <c:pt idx="1982">
                  <c:v>17.07</c:v>
                </c:pt>
                <c:pt idx="1983">
                  <c:v>16.920000000000002</c:v>
                </c:pt>
                <c:pt idx="1984">
                  <c:v>16.96</c:v>
                </c:pt>
                <c:pt idx="1985">
                  <c:v>17.27</c:v>
                </c:pt>
                <c:pt idx="1986">
                  <c:v>17.11</c:v>
                </c:pt>
                <c:pt idx="1987">
                  <c:v>17.02</c:v>
                </c:pt>
                <c:pt idx="1988">
                  <c:v>16.79</c:v>
                </c:pt>
                <c:pt idx="1989">
                  <c:v>17.79</c:v>
                </c:pt>
                <c:pt idx="1990">
                  <c:v>18.059999999999999</c:v>
                </c:pt>
                <c:pt idx="1991">
                  <c:v>17.59</c:v>
                </c:pt>
                <c:pt idx="1992">
                  <c:v>17.62</c:v>
                </c:pt>
                <c:pt idx="1993">
                  <c:v>17.239999999999998</c:v>
                </c:pt>
                <c:pt idx="1994">
                  <c:v>18.02</c:v>
                </c:pt>
                <c:pt idx="1995">
                  <c:v>17.98</c:v>
                </c:pt>
                <c:pt idx="1996">
                  <c:v>17.79</c:v>
                </c:pt>
                <c:pt idx="1997">
                  <c:v>17.41</c:v>
                </c:pt>
                <c:pt idx="1998">
                  <c:v>18.02</c:v>
                </c:pt>
                <c:pt idx="1999">
                  <c:v>18.09</c:v>
                </c:pt>
                <c:pt idx="2000">
                  <c:v>18.5</c:v>
                </c:pt>
                <c:pt idx="2001">
                  <c:v>18.22</c:v>
                </c:pt>
                <c:pt idx="2002">
                  <c:v>18.309999999999999</c:v>
                </c:pt>
                <c:pt idx="2003">
                  <c:v>17.940000000000001</c:v>
                </c:pt>
                <c:pt idx="2004">
                  <c:v>17.16</c:v>
                </c:pt>
                <c:pt idx="2005">
                  <c:v>16.829999999999998</c:v>
                </c:pt>
                <c:pt idx="2006">
                  <c:v>16.77</c:v>
                </c:pt>
                <c:pt idx="2007">
                  <c:v>17.329999999999998</c:v>
                </c:pt>
                <c:pt idx="2008">
                  <c:v>17.13</c:v>
                </c:pt>
                <c:pt idx="2009">
                  <c:v>17.25</c:v>
                </c:pt>
                <c:pt idx="2010">
                  <c:v>17.25</c:v>
                </c:pt>
                <c:pt idx="2011">
                  <c:v>17.25</c:v>
                </c:pt>
                <c:pt idx="2012">
                  <c:v>18.05</c:v>
                </c:pt>
                <c:pt idx="2013">
                  <c:v>17.8</c:v>
                </c:pt>
                <c:pt idx="2014">
                  <c:v>16.93</c:v>
                </c:pt>
                <c:pt idx="2015">
                  <c:v>16.510000000000002</c:v>
                </c:pt>
                <c:pt idx="2016">
                  <c:v>16.829999999999998</c:v>
                </c:pt>
                <c:pt idx="2017">
                  <c:v>17.12</c:v>
                </c:pt>
                <c:pt idx="2018">
                  <c:v>16.78</c:v>
                </c:pt>
                <c:pt idx="2019">
                  <c:v>16.920000000000002</c:v>
                </c:pt>
                <c:pt idx="2020">
                  <c:v>17.53</c:v>
                </c:pt>
                <c:pt idx="2021">
                  <c:v>17.13</c:v>
                </c:pt>
                <c:pt idx="2022">
                  <c:v>17.350000000000001</c:v>
                </c:pt>
                <c:pt idx="2023">
                  <c:v>17.34</c:v>
                </c:pt>
                <c:pt idx="2024">
                  <c:v>17.14</c:v>
                </c:pt>
                <c:pt idx="2025">
                  <c:v>16.88</c:v>
                </c:pt>
                <c:pt idx="2026">
                  <c:v>16.84</c:v>
                </c:pt>
                <c:pt idx="2027">
                  <c:v>17.13</c:v>
                </c:pt>
                <c:pt idx="2028">
                  <c:v>17.100000000000001</c:v>
                </c:pt>
                <c:pt idx="2029">
                  <c:v>17.63</c:v>
                </c:pt>
                <c:pt idx="2030">
                  <c:v>17.2</c:v>
                </c:pt>
                <c:pt idx="2031">
                  <c:v>18.12</c:v>
                </c:pt>
                <c:pt idx="2032">
                  <c:v>18.16</c:v>
                </c:pt>
                <c:pt idx="2033">
                  <c:v>18.09</c:v>
                </c:pt>
                <c:pt idx="2034">
                  <c:v>18.03</c:v>
                </c:pt>
                <c:pt idx="2035">
                  <c:v>17.59</c:v>
                </c:pt>
                <c:pt idx="2036">
                  <c:v>18.45</c:v>
                </c:pt>
                <c:pt idx="2037">
                  <c:v>19.95</c:v>
                </c:pt>
                <c:pt idx="2038">
                  <c:v>20.02</c:v>
                </c:pt>
                <c:pt idx="2039">
                  <c:v>19.420000000000002</c:v>
                </c:pt>
                <c:pt idx="2040">
                  <c:v>21.22</c:v>
                </c:pt>
                <c:pt idx="2041">
                  <c:v>19.8</c:v>
                </c:pt>
                <c:pt idx="2042">
                  <c:v>18.93</c:v>
                </c:pt>
                <c:pt idx="2043">
                  <c:v>18.02</c:v>
                </c:pt>
                <c:pt idx="2044">
                  <c:v>18.82</c:v>
                </c:pt>
                <c:pt idx="2045">
                  <c:v>18.32</c:v>
                </c:pt>
                <c:pt idx="2046">
                  <c:v>18.13</c:v>
                </c:pt>
                <c:pt idx="2047">
                  <c:v>18.14</c:v>
                </c:pt>
                <c:pt idx="2048">
                  <c:v>17.88</c:v>
                </c:pt>
                <c:pt idx="2049">
                  <c:v>17.510000000000002</c:v>
                </c:pt>
                <c:pt idx="2050">
                  <c:v>17.21</c:v>
                </c:pt>
                <c:pt idx="2051">
                  <c:v>16.46</c:v>
                </c:pt>
                <c:pt idx="2052">
                  <c:v>16.489999999999998</c:v>
                </c:pt>
                <c:pt idx="2053">
                  <c:v>16.29</c:v>
                </c:pt>
                <c:pt idx="2054">
                  <c:v>16.600000000000001</c:v>
                </c:pt>
                <c:pt idx="2055">
                  <c:v>16.73</c:v>
                </c:pt>
                <c:pt idx="2056">
                  <c:v>15.98</c:v>
                </c:pt>
                <c:pt idx="2057">
                  <c:v>15.98</c:v>
                </c:pt>
                <c:pt idx="2058">
                  <c:v>15.95</c:v>
                </c:pt>
                <c:pt idx="2059">
                  <c:v>15.85</c:v>
                </c:pt>
                <c:pt idx="2060">
                  <c:v>15.71</c:v>
                </c:pt>
                <c:pt idx="2061">
                  <c:v>15.22</c:v>
                </c:pt>
                <c:pt idx="2062">
                  <c:v>15.43</c:v>
                </c:pt>
                <c:pt idx="2063">
                  <c:v>15.21</c:v>
                </c:pt>
                <c:pt idx="2064">
                  <c:v>15.07</c:v>
                </c:pt>
                <c:pt idx="2065">
                  <c:v>15.66</c:v>
                </c:pt>
                <c:pt idx="2066">
                  <c:v>16.82</c:v>
                </c:pt>
                <c:pt idx="2067">
                  <c:v>16.899999999999999</c:v>
                </c:pt>
                <c:pt idx="2068">
                  <c:v>16.690000000000001</c:v>
                </c:pt>
                <c:pt idx="2069">
                  <c:v>16.64</c:v>
                </c:pt>
                <c:pt idx="2070">
                  <c:v>16.559999999999999</c:v>
                </c:pt>
                <c:pt idx="2071">
                  <c:v>16.64</c:v>
                </c:pt>
                <c:pt idx="2072">
                  <c:v>17.170000000000002</c:v>
                </c:pt>
                <c:pt idx="2073">
                  <c:v>17.16</c:v>
                </c:pt>
                <c:pt idx="2074">
                  <c:v>17.399999999999999</c:v>
                </c:pt>
                <c:pt idx="2075">
                  <c:v>16.52</c:v>
                </c:pt>
                <c:pt idx="2076">
                  <c:v>16.03</c:v>
                </c:pt>
                <c:pt idx="2077">
                  <c:v>16.71</c:v>
                </c:pt>
                <c:pt idx="2078">
                  <c:v>16.34</c:v>
                </c:pt>
                <c:pt idx="2079">
                  <c:v>16.329999999999998</c:v>
                </c:pt>
                <c:pt idx="2080">
                  <c:v>16.559999999999999</c:v>
                </c:pt>
                <c:pt idx="2081">
                  <c:v>16.52</c:v>
                </c:pt>
                <c:pt idx="2082">
                  <c:v>17.02</c:v>
                </c:pt>
                <c:pt idx="2083">
                  <c:v>16.98</c:v>
                </c:pt>
                <c:pt idx="2084">
                  <c:v>16.739999999999998</c:v>
                </c:pt>
                <c:pt idx="2085">
                  <c:v>16.57</c:v>
                </c:pt>
                <c:pt idx="2086">
                  <c:v>16.100000000000001</c:v>
                </c:pt>
                <c:pt idx="2087">
                  <c:v>16.05</c:v>
                </c:pt>
                <c:pt idx="2088">
                  <c:v>15.88</c:v>
                </c:pt>
                <c:pt idx="2089">
                  <c:v>15.55</c:v>
                </c:pt>
                <c:pt idx="2090">
                  <c:v>16.36</c:v>
                </c:pt>
                <c:pt idx="2091">
                  <c:v>16.72</c:v>
                </c:pt>
                <c:pt idx="2092">
                  <c:v>16.809999999999999</c:v>
                </c:pt>
                <c:pt idx="2093">
                  <c:v>16.28</c:v>
                </c:pt>
                <c:pt idx="2094">
                  <c:v>16.079999999999998</c:v>
                </c:pt>
                <c:pt idx="2095">
                  <c:v>16.12</c:v>
                </c:pt>
                <c:pt idx="2096">
                  <c:v>16.440000000000001</c:v>
                </c:pt>
                <c:pt idx="2097">
                  <c:v>16.47</c:v>
                </c:pt>
                <c:pt idx="2098">
                  <c:v>16.34</c:v>
                </c:pt>
                <c:pt idx="2099">
                  <c:v>16.53</c:v>
                </c:pt>
                <c:pt idx="2100">
                  <c:v>16.79</c:v>
                </c:pt>
                <c:pt idx="2101">
                  <c:v>17.27</c:v>
                </c:pt>
                <c:pt idx="2102">
                  <c:v>18.39</c:v>
                </c:pt>
                <c:pt idx="2103">
                  <c:v>17.47</c:v>
                </c:pt>
                <c:pt idx="2104">
                  <c:v>17.420000000000002</c:v>
                </c:pt>
                <c:pt idx="2105">
                  <c:v>18.77</c:v>
                </c:pt>
                <c:pt idx="2106">
                  <c:v>17.98</c:v>
                </c:pt>
                <c:pt idx="2107">
                  <c:v>17.510000000000002</c:v>
                </c:pt>
                <c:pt idx="2108">
                  <c:v>17.78</c:v>
                </c:pt>
                <c:pt idx="2109">
                  <c:v>17.510000000000002</c:v>
                </c:pt>
                <c:pt idx="2110">
                  <c:v>17.12</c:v>
                </c:pt>
                <c:pt idx="2111">
                  <c:v>21.77</c:v>
                </c:pt>
                <c:pt idx="2112">
                  <c:v>45.86</c:v>
                </c:pt>
                <c:pt idx="2113">
                  <c:v>43.08</c:v>
                </c:pt>
                <c:pt idx="2114">
                  <c:v>30.17</c:v>
                </c:pt>
                <c:pt idx="2115">
                  <c:v>29.02</c:v>
                </c:pt>
                <c:pt idx="2116">
                  <c:v>26.53</c:v>
                </c:pt>
                <c:pt idx="2117">
                  <c:v>24.49</c:v>
                </c:pt>
                <c:pt idx="2118">
                  <c:v>23.64</c:v>
                </c:pt>
                <c:pt idx="2119">
                  <c:v>22.1</c:v>
                </c:pt>
                <c:pt idx="2120">
                  <c:v>19.899999999999999</c:v>
                </c:pt>
                <c:pt idx="2121">
                  <c:v>23.22</c:v>
                </c:pt>
                <c:pt idx="2122">
                  <c:v>21.03</c:v>
                </c:pt>
                <c:pt idx="2123">
                  <c:v>21.18</c:v>
                </c:pt>
                <c:pt idx="2124">
                  <c:v>21.16</c:v>
                </c:pt>
                <c:pt idx="2125">
                  <c:v>21.28</c:v>
                </c:pt>
                <c:pt idx="2126">
                  <c:v>20.96</c:v>
                </c:pt>
                <c:pt idx="2127">
                  <c:v>19.760000000000002</c:v>
                </c:pt>
                <c:pt idx="2128">
                  <c:v>19.38</c:v>
                </c:pt>
                <c:pt idx="2129">
                  <c:v>19.8</c:v>
                </c:pt>
                <c:pt idx="2130">
                  <c:v>18.809999999999999</c:v>
                </c:pt>
                <c:pt idx="2131">
                  <c:v>19.34</c:v>
                </c:pt>
                <c:pt idx="2132">
                  <c:v>19.73</c:v>
                </c:pt>
                <c:pt idx="2133">
                  <c:v>26.04</c:v>
                </c:pt>
                <c:pt idx="2134">
                  <c:v>25.5</c:v>
                </c:pt>
                <c:pt idx="2135">
                  <c:v>26.81</c:v>
                </c:pt>
                <c:pt idx="2136">
                  <c:v>25.61</c:v>
                </c:pt>
                <c:pt idx="2137">
                  <c:v>23.84</c:v>
                </c:pt>
                <c:pt idx="2138">
                  <c:v>24.06</c:v>
                </c:pt>
                <c:pt idx="2139">
                  <c:v>21.73</c:v>
                </c:pt>
                <c:pt idx="2140">
                  <c:v>21.68</c:v>
                </c:pt>
                <c:pt idx="2141">
                  <c:v>22.16</c:v>
                </c:pt>
                <c:pt idx="2142">
                  <c:v>21</c:v>
                </c:pt>
                <c:pt idx="2143">
                  <c:v>21.49</c:v>
                </c:pt>
                <c:pt idx="2144">
                  <c:v>22.26</c:v>
                </c:pt>
                <c:pt idx="2145">
                  <c:v>23.91</c:v>
                </c:pt>
                <c:pt idx="2146">
                  <c:v>25.63</c:v>
                </c:pt>
                <c:pt idx="2147">
                  <c:v>25.4</c:v>
                </c:pt>
                <c:pt idx="2148">
                  <c:v>25.44</c:v>
                </c:pt>
                <c:pt idx="2149">
                  <c:v>25.89</c:v>
                </c:pt>
                <c:pt idx="2150">
                  <c:v>25.84</c:v>
                </c:pt>
                <c:pt idx="2151">
                  <c:v>25.41</c:v>
                </c:pt>
                <c:pt idx="2152">
                  <c:v>25.62</c:v>
                </c:pt>
                <c:pt idx="2153">
                  <c:v>23.27</c:v>
                </c:pt>
                <c:pt idx="2154">
                  <c:v>21.99</c:v>
                </c:pt>
                <c:pt idx="2155">
                  <c:v>21.81</c:v>
                </c:pt>
                <c:pt idx="2156">
                  <c:v>21.24</c:v>
                </c:pt>
                <c:pt idx="2157">
                  <c:v>21.65</c:v>
                </c:pt>
                <c:pt idx="2158">
                  <c:v>21.09</c:v>
                </c:pt>
                <c:pt idx="2159">
                  <c:v>20.75</c:v>
                </c:pt>
                <c:pt idx="2160">
                  <c:v>20.9</c:v>
                </c:pt>
                <c:pt idx="2161">
                  <c:v>21.7</c:v>
                </c:pt>
                <c:pt idx="2162">
                  <c:v>21.54</c:v>
                </c:pt>
                <c:pt idx="2163">
                  <c:v>22.09</c:v>
                </c:pt>
                <c:pt idx="2164">
                  <c:v>22.12</c:v>
                </c:pt>
                <c:pt idx="2165">
                  <c:v>21.92</c:v>
                </c:pt>
                <c:pt idx="2166">
                  <c:v>21.44</c:v>
                </c:pt>
                <c:pt idx="2167">
                  <c:v>21.55</c:v>
                </c:pt>
                <c:pt idx="2168">
                  <c:v>22.65</c:v>
                </c:pt>
                <c:pt idx="2169">
                  <c:v>22.95</c:v>
                </c:pt>
                <c:pt idx="2170">
                  <c:v>22.83</c:v>
                </c:pt>
                <c:pt idx="2171">
                  <c:v>22.52</c:v>
                </c:pt>
                <c:pt idx="2172">
                  <c:v>20.72</c:v>
                </c:pt>
                <c:pt idx="2173">
                  <c:v>19.77</c:v>
                </c:pt>
                <c:pt idx="2174">
                  <c:v>19.03</c:v>
                </c:pt>
                <c:pt idx="2175">
                  <c:v>19.82</c:v>
                </c:pt>
                <c:pt idx="2176">
                  <c:v>21.62</c:v>
                </c:pt>
                <c:pt idx="2177">
                  <c:v>24.86</c:v>
                </c:pt>
                <c:pt idx="2178">
                  <c:v>23.41</c:v>
                </c:pt>
                <c:pt idx="2179">
                  <c:v>21.74</c:v>
                </c:pt>
                <c:pt idx="2180">
                  <c:v>21.09</c:v>
                </c:pt>
                <c:pt idx="2181">
                  <c:v>20.010000000000002</c:v>
                </c:pt>
                <c:pt idx="2182">
                  <c:v>19.93</c:v>
                </c:pt>
                <c:pt idx="2183">
                  <c:v>19.46</c:v>
                </c:pt>
                <c:pt idx="2184">
                  <c:v>18.91</c:v>
                </c:pt>
                <c:pt idx="2185">
                  <c:v>18.59</c:v>
                </c:pt>
                <c:pt idx="2186">
                  <c:v>18.5</c:v>
                </c:pt>
                <c:pt idx="2187">
                  <c:v>18.2</c:v>
                </c:pt>
                <c:pt idx="2188">
                  <c:v>17.72</c:v>
                </c:pt>
                <c:pt idx="2189">
                  <c:v>19.34</c:v>
                </c:pt>
                <c:pt idx="2190">
                  <c:v>19.940000000000001</c:v>
                </c:pt>
                <c:pt idx="2191">
                  <c:v>19.07</c:v>
                </c:pt>
                <c:pt idx="2192">
                  <c:v>21.34</c:v>
                </c:pt>
                <c:pt idx="2193">
                  <c:v>20.73</c:v>
                </c:pt>
                <c:pt idx="2194">
                  <c:v>22</c:v>
                </c:pt>
                <c:pt idx="2195">
                  <c:v>23.45</c:v>
                </c:pt>
                <c:pt idx="2196">
                  <c:v>21.62</c:v>
                </c:pt>
                <c:pt idx="2197">
                  <c:v>20.6</c:v>
                </c:pt>
                <c:pt idx="2198">
                  <c:v>19.91</c:v>
                </c:pt>
                <c:pt idx="2199">
                  <c:v>19.489999999999998</c:v>
                </c:pt>
                <c:pt idx="2200">
                  <c:v>18.88</c:v>
                </c:pt>
                <c:pt idx="2201">
                  <c:v>18.36</c:v>
                </c:pt>
                <c:pt idx="2202">
                  <c:v>17.96</c:v>
                </c:pt>
                <c:pt idx="2203">
                  <c:v>20.3</c:v>
                </c:pt>
                <c:pt idx="2204">
                  <c:v>21.45</c:v>
                </c:pt>
                <c:pt idx="2205">
                  <c:v>20.07</c:v>
                </c:pt>
                <c:pt idx="2206">
                  <c:v>20.02</c:v>
                </c:pt>
                <c:pt idx="2207">
                  <c:v>20.49</c:v>
                </c:pt>
                <c:pt idx="2208">
                  <c:v>20.88</c:v>
                </c:pt>
                <c:pt idx="2209">
                  <c:v>21.14</c:v>
                </c:pt>
                <c:pt idx="2210">
                  <c:v>20.7</c:v>
                </c:pt>
                <c:pt idx="2211">
                  <c:v>20.309999999999999</c:v>
                </c:pt>
                <c:pt idx="2212">
                  <c:v>20.71</c:v>
                </c:pt>
                <c:pt idx="2213">
                  <c:v>20.239999999999998</c:v>
                </c:pt>
                <c:pt idx="2214">
                  <c:v>20.2</c:v>
                </c:pt>
                <c:pt idx="2215">
                  <c:v>19.899999999999999</c:v>
                </c:pt>
                <c:pt idx="2216">
                  <c:v>19.920000000000002</c:v>
                </c:pt>
                <c:pt idx="2217">
                  <c:v>20.49</c:v>
                </c:pt>
                <c:pt idx="2218">
                  <c:v>19.25</c:v>
                </c:pt>
                <c:pt idx="2219">
                  <c:v>19.260000000000002</c:v>
                </c:pt>
                <c:pt idx="2220">
                  <c:v>18.14</c:v>
                </c:pt>
                <c:pt idx="2221">
                  <c:v>17.68</c:v>
                </c:pt>
                <c:pt idx="2222">
                  <c:v>18.45</c:v>
                </c:pt>
                <c:pt idx="2223">
                  <c:v>18.3</c:v>
                </c:pt>
                <c:pt idx="2224">
                  <c:v>17.670000000000002</c:v>
                </c:pt>
                <c:pt idx="2225">
                  <c:v>17.79</c:v>
                </c:pt>
                <c:pt idx="2226">
                  <c:v>17.96</c:v>
                </c:pt>
                <c:pt idx="2227">
                  <c:v>18.79</c:v>
                </c:pt>
                <c:pt idx="2228">
                  <c:v>22.08</c:v>
                </c:pt>
                <c:pt idx="2229">
                  <c:v>20.91</c:v>
                </c:pt>
                <c:pt idx="2230">
                  <c:v>20.059999999999999</c:v>
                </c:pt>
                <c:pt idx="2231">
                  <c:v>19.12</c:v>
                </c:pt>
                <c:pt idx="2232">
                  <c:v>19.29</c:v>
                </c:pt>
                <c:pt idx="2233">
                  <c:v>19.95</c:v>
                </c:pt>
                <c:pt idx="2234">
                  <c:v>19.28</c:v>
                </c:pt>
                <c:pt idx="2235">
                  <c:v>18.8</c:v>
                </c:pt>
                <c:pt idx="2236">
                  <c:v>18.03</c:v>
                </c:pt>
                <c:pt idx="2237">
                  <c:v>17.7</c:v>
                </c:pt>
                <c:pt idx="2238">
                  <c:v>18.059999999999999</c:v>
                </c:pt>
                <c:pt idx="2239">
                  <c:v>17.88</c:v>
                </c:pt>
                <c:pt idx="2240">
                  <c:v>18.489999999999998</c:v>
                </c:pt>
                <c:pt idx="2241">
                  <c:v>18.64</c:v>
                </c:pt>
                <c:pt idx="2242">
                  <c:v>18.64</c:v>
                </c:pt>
                <c:pt idx="2243">
                  <c:v>19.48</c:v>
                </c:pt>
                <c:pt idx="2244">
                  <c:v>19.600000000000001</c:v>
                </c:pt>
                <c:pt idx="2245">
                  <c:v>19.93</c:v>
                </c:pt>
                <c:pt idx="2246">
                  <c:v>19.32</c:v>
                </c:pt>
                <c:pt idx="2247">
                  <c:v>22.86</c:v>
                </c:pt>
                <c:pt idx="2248">
                  <c:v>23.47</c:v>
                </c:pt>
                <c:pt idx="2249">
                  <c:v>22.17</c:v>
                </c:pt>
                <c:pt idx="2250">
                  <c:v>21.27</c:v>
                </c:pt>
                <c:pt idx="2251">
                  <c:v>21.97</c:v>
                </c:pt>
                <c:pt idx="2252">
                  <c:v>22.13</c:v>
                </c:pt>
                <c:pt idx="2253">
                  <c:v>24.08</c:v>
                </c:pt>
                <c:pt idx="2254">
                  <c:v>23.08</c:v>
                </c:pt>
                <c:pt idx="2255">
                  <c:v>23.11</c:v>
                </c:pt>
                <c:pt idx="2256">
                  <c:v>22</c:v>
                </c:pt>
                <c:pt idx="2257">
                  <c:v>20.85</c:v>
                </c:pt>
                <c:pt idx="2258">
                  <c:v>20.41</c:v>
                </c:pt>
                <c:pt idx="2259">
                  <c:v>20.329999999999998</c:v>
                </c:pt>
                <c:pt idx="2260">
                  <c:v>19.600000000000001</c:v>
                </c:pt>
                <c:pt idx="2261">
                  <c:v>19.66</c:v>
                </c:pt>
                <c:pt idx="2262">
                  <c:v>19.68</c:v>
                </c:pt>
                <c:pt idx="2263">
                  <c:v>19.64</c:v>
                </c:pt>
                <c:pt idx="2264">
                  <c:v>19.670000000000002</c:v>
                </c:pt>
                <c:pt idx="2265">
                  <c:v>20.440000000000001</c:v>
                </c:pt>
                <c:pt idx="2266">
                  <c:v>21.18</c:v>
                </c:pt>
                <c:pt idx="2267">
                  <c:v>25.35</c:v>
                </c:pt>
                <c:pt idx="2268">
                  <c:v>24.21</c:v>
                </c:pt>
                <c:pt idx="2269">
                  <c:v>24.5</c:v>
                </c:pt>
                <c:pt idx="2270">
                  <c:v>26.09</c:v>
                </c:pt>
                <c:pt idx="2271">
                  <c:v>26.8</c:v>
                </c:pt>
                <c:pt idx="2272">
                  <c:v>44.23</c:v>
                </c:pt>
                <c:pt idx="2273">
                  <c:v>37.83</c:v>
                </c:pt>
                <c:pt idx="2274">
                  <c:v>40.97</c:v>
                </c:pt>
                <c:pt idx="2275">
                  <c:v>28.2</c:v>
                </c:pt>
                <c:pt idx="2276">
                  <c:v>31.47</c:v>
                </c:pt>
                <c:pt idx="2277">
                  <c:v>28.32</c:v>
                </c:pt>
                <c:pt idx="2278">
                  <c:v>24.48</c:v>
                </c:pt>
                <c:pt idx="2279">
                  <c:v>26.62</c:v>
                </c:pt>
                <c:pt idx="2280">
                  <c:v>24.59</c:v>
                </c:pt>
                <c:pt idx="2281">
                  <c:v>23.66</c:v>
                </c:pt>
                <c:pt idx="2282">
                  <c:v>25.08</c:v>
                </c:pt>
                <c:pt idx="2283">
                  <c:v>24.85</c:v>
                </c:pt>
                <c:pt idx="2284">
                  <c:v>22.74</c:v>
                </c:pt>
                <c:pt idx="2285">
                  <c:v>22.79</c:v>
                </c:pt>
                <c:pt idx="2286">
                  <c:v>21.43</c:v>
                </c:pt>
                <c:pt idx="2287">
                  <c:v>21.23</c:v>
                </c:pt>
                <c:pt idx="2288">
                  <c:v>20.7</c:v>
                </c:pt>
                <c:pt idx="2289">
                  <c:v>20.74</c:v>
                </c:pt>
                <c:pt idx="2290">
                  <c:v>20.93</c:v>
                </c:pt>
                <c:pt idx="2291">
                  <c:v>21.01</c:v>
                </c:pt>
                <c:pt idx="2292">
                  <c:v>19.760000000000002</c:v>
                </c:pt>
                <c:pt idx="2293">
                  <c:v>19.48</c:v>
                </c:pt>
                <c:pt idx="2294">
                  <c:v>19.2</c:v>
                </c:pt>
                <c:pt idx="2295">
                  <c:v>17.86</c:v>
                </c:pt>
                <c:pt idx="2296">
                  <c:v>17.86</c:v>
                </c:pt>
                <c:pt idx="2297">
                  <c:v>18.29</c:v>
                </c:pt>
                <c:pt idx="2298">
                  <c:v>18.13</c:v>
                </c:pt>
                <c:pt idx="2299">
                  <c:v>19.690000000000001</c:v>
                </c:pt>
                <c:pt idx="2300">
                  <c:v>19.18</c:v>
                </c:pt>
                <c:pt idx="2301">
                  <c:v>19.48</c:v>
                </c:pt>
                <c:pt idx="2302">
                  <c:v>19.95</c:v>
                </c:pt>
                <c:pt idx="2303">
                  <c:v>19.59</c:v>
                </c:pt>
                <c:pt idx="2304">
                  <c:v>19.63</c:v>
                </c:pt>
                <c:pt idx="2305">
                  <c:v>20.010000000000002</c:v>
                </c:pt>
                <c:pt idx="2306">
                  <c:v>20.67</c:v>
                </c:pt>
                <c:pt idx="2307">
                  <c:v>21.97</c:v>
                </c:pt>
                <c:pt idx="2308">
                  <c:v>22.55</c:v>
                </c:pt>
                <c:pt idx="2309">
                  <c:v>22.71</c:v>
                </c:pt>
                <c:pt idx="2310">
                  <c:v>22.03</c:v>
                </c:pt>
                <c:pt idx="2311">
                  <c:v>22.49</c:v>
                </c:pt>
                <c:pt idx="2312">
                  <c:v>24.84</c:v>
                </c:pt>
                <c:pt idx="2313">
                  <c:v>24.34</c:v>
                </c:pt>
                <c:pt idx="2314">
                  <c:v>22.77</c:v>
                </c:pt>
                <c:pt idx="2315">
                  <c:v>22.17</c:v>
                </c:pt>
                <c:pt idx="2316">
                  <c:v>24.91</c:v>
                </c:pt>
                <c:pt idx="2317">
                  <c:v>24.77</c:v>
                </c:pt>
                <c:pt idx="2318">
                  <c:v>25.82</c:v>
                </c:pt>
                <c:pt idx="2319">
                  <c:v>25.78</c:v>
                </c:pt>
                <c:pt idx="2320">
                  <c:v>24.69</c:v>
                </c:pt>
                <c:pt idx="2321">
                  <c:v>23.97</c:v>
                </c:pt>
                <c:pt idx="2322">
                  <c:v>24.76</c:v>
                </c:pt>
                <c:pt idx="2323">
                  <c:v>25.76</c:v>
                </c:pt>
                <c:pt idx="2324">
                  <c:v>25.69</c:v>
                </c:pt>
                <c:pt idx="2325">
                  <c:v>25.12</c:v>
                </c:pt>
                <c:pt idx="2326">
                  <c:v>24.27</c:v>
                </c:pt>
                <c:pt idx="2327">
                  <c:v>23.99</c:v>
                </c:pt>
                <c:pt idx="2328">
                  <c:v>23.96</c:v>
                </c:pt>
                <c:pt idx="2329">
                  <c:v>23.95</c:v>
                </c:pt>
                <c:pt idx="2330">
                  <c:v>23.96</c:v>
                </c:pt>
                <c:pt idx="2331">
                  <c:v>25.48</c:v>
                </c:pt>
                <c:pt idx="2332">
                  <c:v>24.87</c:v>
                </c:pt>
                <c:pt idx="2333">
                  <c:v>23.52</c:v>
                </c:pt>
                <c:pt idx="2334">
                  <c:v>21.85</c:v>
                </c:pt>
                <c:pt idx="2335">
                  <c:v>21.01</c:v>
                </c:pt>
                <c:pt idx="2336">
                  <c:v>21.66</c:v>
                </c:pt>
                <c:pt idx="2337">
                  <c:v>22.56</c:v>
                </c:pt>
                <c:pt idx="2338">
                  <c:v>22.47</c:v>
                </c:pt>
                <c:pt idx="2339">
                  <c:v>22.27</c:v>
                </c:pt>
                <c:pt idx="2340">
                  <c:v>21.74</c:v>
                </c:pt>
                <c:pt idx="2341">
                  <c:v>20.5</c:v>
                </c:pt>
                <c:pt idx="2342">
                  <c:v>20.399999999999999</c:v>
                </c:pt>
                <c:pt idx="2343">
                  <c:v>21.22</c:v>
                </c:pt>
                <c:pt idx="2344">
                  <c:v>21.09</c:v>
                </c:pt>
                <c:pt idx="2345">
                  <c:v>21.45</c:v>
                </c:pt>
                <c:pt idx="2346">
                  <c:v>21.68</c:v>
                </c:pt>
                <c:pt idx="2347">
                  <c:v>22.33</c:v>
                </c:pt>
                <c:pt idx="2348">
                  <c:v>22.34</c:v>
                </c:pt>
                <c:pt idx="2349">
                  <c:v>22.82</c:v>
                </c:pt>
                <c:pt idx="2350">
                  <c:v>21.85</c:v>
                </c:pt>
                <c:pt idx="2351">
                  <c:v>25.87</c:v>
                </c:pt>
                <c:pt idx="2352">
                  <c:v>24.05</c:v>
                </c:pt>
                <c:pt idx="2353">
                  <c:v>22.31</c:v>
                </c:pt>
                <c:pt idx="2354">
                  <c:v>21.93</c:v>
                </c:pt>
                <c:pt idx="2355">
                  <c:v>21.08</c:v>
                </c:pt>
                <c:pt idx="2356">
                  <c:v>20.79</c:v>
                </c:pt>
                <c:pt idx="2357">
                  <c:v>20.34</c:v>
                </c:pt>
                <c:pt idx="2358">
                  <c:v>21.15</c:v>
                </c:pt>
                <c:pt idx="2359">
                  <c:v>20.11</c:v>
                </c:pt>
                <c:pt idx="2360">
                  <c:v>20.46</c:v>
                </c:pt>
                <c:pt idx="2361">
                  <c:v>21.37</c:v>
                </c:pt>
                <c:pt idx="2362">
                  <c:v>21.5</c:v>
                </c:pt>
                <c:pt idx="2363">
                  <c:v>22.13</c:v>
                </c:pt>
                <c:pt idx="2364">
                  <c:v>21.38</c:v>
                </c:pt>
                <c:pt idx="2365">
                  <c:v>21.09</c:v>
                </c:pt>
                <c:pt idx="2366">
                  <c:v>20.100000000000001</c:v>
                </c:pt>
                <c:pt idx="2367">
                  <c:v>20.37</c:v>
                </c:pt>
                <c:pt idx="2368">
                  <c:v>19.97</c:v>
                </c:pt>
                <c:pt idx="2369">
                  <c:v>19.309999999999999</c:v>
                </c:pt>
                <c:pt idx="2370">
                  <c:v>19.52</c:v>
                </c:pt>
                <c:pt idx="2371">
                  <c:v>20.399999999999999</c:v>
                </c:pt>
                <c:pt idx="2372">
                  <c:v>19.57</c:v>
                </c:pt>
                <c:pt idx="2373">
                  <c:v>19.739999999999998</c:v>
                </c:pt>
                <c:pt idx="2374">
                  <c:v>19.260000000000002</c:v>
                </c:pt>
                <c:pt idx="2375">
                  <c:v>18.43</c:v>
                </c:pt>
                <c:pt idx="2376">
                  <c:v>18.36</c:v>
                </c:pt>
                <c:pt idx="2377">
                  <c:v>18.7</c:v>
                </c:pt>
                <c:pt idx="2378">
                  <c:v>20.38</c:v>
                </c:pt>
                <c:pt idx="2379">
                  <c:v>20.059999999999999</c:v>
                </c:pt>
                <c:pt idx="2380">
                  <c:v>20.61</c:v>
                </c:pt>
                <c:pt idx="2381">
                  <c:v>20.71</c:v>
                </c:pt>
                <c:pt idx="2382">
                  <c:v>21.03</c:v>
                </c:pt>
                <c:pt idx="2383">
                  <c:v>21.1</c:v>
                </c:pt>
                <c:pt idx="2384">
                  <c:v>20.69</c:v>
                </c:pt>
                <c:pt idx="2385">
                  <c:v>20.68</c:v>
                </c:pt>
                <c:pt idx="2386">
                  <c:v>20.94</c:v>
                </c:pt>
                <c:pt idx="2387">
                  <c:v>20.98</c:v>
                </c:pt>
                <c:pt idx="2388">
                  <c:v>21.2</c:v>
                </c:pt>
                <c:pt idx="2389">
                  <c:v>20.62</c:v>
                </c:pt>
                <c:pt idx="2390">
                  <c:v>21.77</c:v>
                </c:pt>
                <c:pt idx="2391">
                  <c:v>20.96</c:v>
                </c:pt>
                <c:pt idx="2392">
                  <c:v>20.62</c:v>
                </c:pt>
                <c:pt idx="2393">
                  <c:v>20.55</c:v>
                </c:pt>
                <c:pt idx="2394">
                  <c:v>22.34</c:v>
                </c:pt>
                <c:pt idx="2395">
                  <c:v>23.9</c:v>
                </c:pt>
                <c:pt idx="2396">
                  <c:v>28.03</c:v>
                </c:pt>
                <c:pt idx="2397">
                  <c:v>30.45</c:v>
                </c:pt>
                <c:pt idx="2398">
                  <c:v>27.66</c:v>
                </c:pt>
                <c:pt idx="2399">
                  <c:v>29.89</c:v>
                </c:pt>
                <c:pt idx="2400">
                  <c:v>34.58</c:v>
                </c:pt>
                <c:pt idx="2401">
                  <c:v>30.9</c:v>
                </c:pt>
                <c:pt idx="2402">
                  <c:v>30.62</c:v>
                </c:pt>
                <c:pt idx="2403">
                  <c:v>29.98</c:v>
                </c:pt>
                <c:pt idx="2404">
                  <c:v>30.63</c:v>
                </c:pt>
                <c:pt idx="2405">
                  <c:v>31.29</c:v>
                </c:pt>
                <c:pt idx="2406">
                  <c:v>32.94</c:v>
                </c:pt>
                <c:pt idx="2407">
                  <c:v>33.24</c:v>
                </c:pt>
                <c:pt idx="2408">
                  <c:v>32.630000000000003</c:v>
                </c:pt>
                <c:pt idx="2409">
                  <c:v>31.89</c:v>
                </c:pt>
                <c:pt idx="2410">
                  <c:v>30.4</c:v>
                </c:pt>
                <c:pt idx="2411">
                  <c:v>32.89</c:v>
                </c:pt>
                <c:pt idx="2412">
                  <c:v>35.78</c:v>
                </c:pt>
                <c:pt idx="2413">
                  <c:v>40.51</c:v>
                </c:pt>
                <c:pt idx="2414">
                  <c:v>40.200000000000003</c:v>
                </c:pt>
                <c:pt idx="2415">
                  <c:v>41.88</c:v>
                </c:pt>
                <c:pt idx="2416">
                  <c:v>39.75</c:v>
                </c:pt>
                <c:pt idx="2417">
                  <c:v>38.93</c:v>
                </c:pt>
                <c:pt idx="2418">
                  <c:v>36.1</c:v>
                </c:pt>
                <c:pt idx="2419">
                  <c:v>33.340000000000003</c:v>
                </c:pt>
                <c:pt idx="2420">
                  <c:v>36.659999999999997</c:v>
                </c:pt>
                <c:pt idx="2421">
                  <c:v>34.36</c:v>
                </c:pt>
                <c:pt idx="2422">
                  <c:v>39.26</c:v>
                </c:pt>
                <c:pt idx="2423">
                  <c:v>39.51</c:v>
                </c:pt>
                <c:pt idx="2424">
                  <c:v>36.28</c:v>
                </c:pt>
                <c:pt idx="2425">
                  <c:v>41.38</c:v>
                </c:pt>
                <c:pt idx="2426">
                  <c:v>38.72</c:v>
                </c:pt>
                <c:pt idx="2427">
                  <c:v>37.159999999999997</c:v>
                </c:pt>
                <c:pt idx="2428">
                  <c:v>33.06</c:v>
                </c:pt>
                <c:pt idx="2429">
                  <c:v>30.79</c:v>
                </c:pt>
                <c:pt idx="2430">
                  <c:v>30.24</c:v>
                </c:pt>
                <c:pt idx="2431">
                  <c:v>31.55</c:v>
                </c:pt>
                <c:pt idx="2432">
                  <c:v>29.73</c:v>
                </c:pt>
                <c:pt idx="2433">
                  <c:v>29.36</c:v>
                </c:pt>
                <c:pt idx="2434">
                  <c:v>28.4</c:v>
                </c:pt>
                <c:pt idx="2435">
                  <c:v>26.95</c:v>
                </c:pt>
                <c:pt idx="2436">
                  <c:v>27.33</c:v>
                </c:pt>
                <c:pt idx="2437">
                  <c:v>27.87</c:v>
                </c:pt>
                <c:pt idx="2438">
                  <c:v>27.64</c:v>
                </c:pt>
                <c:pt idx="2439">
                  <c:v>27.4</c:v>
                </c:pt>
                <c:pt idx="2440">
                  <c:v>25.05</c:v>
                </c:pt>
                <c:pt idx="2441">
                  <c:v>26.92</c:v>
                </c:pt>
                <c:pt idx="2442">
                  <c:v>28.37</c:v>
                </c:pt>
                <c:pt idx="2443">
                  <c:v>26.78</c:v>
                </c:pt>
                <c:pt idx="2444">
                  <c:v>27.86</c:v>
                </c:pt>
                <c:pt idx="2445">
                  <c:v>27.27</c:v>
                </c:pt>
                <c:pt idx="2446">
                  <c:v>27.19</c:v>
                </c:pt>
                <c:pt idx="2447">
                  <c:v>26.11</c:v>
                </c:pt>
                <c:pt idx="2448">
                  <c:v>25.99</c:v>
                </c:pt>
                <c:pt idx="2449">
                  <c:v>26.2</c:v>
                </c:pt>
                <c:pt idx="2450">
                  <c:v>27.48</c:v>
                </c:pt>
                <c:pt idx="2451">
                  <c:v>28.85</c:v>
                </c:pt>
                <c:pt idx="2452">
                  <c:v>30.6</c:v>
                </c:pt>
                <c:pt idx="2453">
                  <c:v>33.03</c:v>
                </c:pt>
                <c:pt idx="2454">
                  <c:v>34.33</c:v>
                </c:pt>
                <c:pt idx="2455">
                  <c:v>35.57</c:v>
                </c:pt>
                <c:pt idx="2456">
                  <c:v>35.21</c:v>
                </c:pt>
                <c:pt idx="2457">
                  <c:v>34.159999999999997</c:v>
                </c:pt>
                <c:pt idx="2458">
                  <c:v>33.5</c:v>
                </c:pt>
                <c:pt idx="2459">
                  <c:v>32.520000000000003</c:v>
                </c:pt>
                <c:pt idx="2460">
                  <c:v>31.57</c:v>
                </c:pt>
                <c:pt idx="2461">
                  <c:v>32.39</c:v>
                </c:pt>
                <c:pt idx="2462">
                  <c:v>31.62</c:v>
                </c:pt>
                <c:pt idx="2463">
                  <c:v>32.99</c:v>
                </c:pt>
                <c:pt idx="2464">
                  <c:v>34.56</c:v>
                </c:pt>
                <c:pt idx="2465">
                  <c:v>35.58</c:v>
                </c:pt>
                <c:pt idx="2466">
                  <c:v>36.36</c:v>
                </c:pt>
                <c:pt idx="2467">
                  <c:v>34.090000000000003</c:v>
                </c:pt>
                <c:pt idx="2468">
                  <c:v>34.35</c:v>
                </c:pt>
                <c:pt idx="2469">
                  <c:v>34.81</c:v>
                </c:pt>
                <c:pt idx="2470">
                  <c:v>38.68</c:v>
                </c:pt>
                <c:pt idx="2471">
                  <c:v>38.92</c:v>
                </c:pt>
                <c:pt idx="2472">
                  <c:v>39.58</c:v>
                </c:pt>
                <c:pt idx="2473">
                  <c:v>47.37</c:v>
                </c:pt>
                <c:pt idx="2474">
                  <c:v>50.14</c:v>
                </c:pt>
                <c:pt idx="2475">
                  <c:v>50.7</c:v>
                </c:pt>
                <c:pt idx="2476">
                  <c:v>52.21</c:v>
                </c:pt>
                <c:pt idx="2477">
                  <c:v>51.48</c:v>
                </c:pt>
                <c:pt idx="2478">
                  <c:v>47.16</c:v>
                </c:pt>
                <c:pt idx="2479">
                  <c:v>42</c:v>
                </c:pt>
                <c:pt idx="2480">
                  <c:v>38.880000000000003</c:v>
                </c:pt>
                <c:pt idx="2481">
                  <c:v>40.51</c:v>
                </c:pt>
                <c:pt idx="2482">
                  <c:v>41.57</c:v>
                </c:pt>
                <c:pt idx="2483">
                  <c:v>42.56</c:v>
                </c:pt>
                <c:pt idx="2484">
                  <c:v>43.87</c:v>
                </c:pt>
                <c:pt idx="2485">
                  <c:v>46.34</c:v>
                </c:pt>
                <c:pt idx="2486">
                  <c:v>48.12</c:v>
                </c:pt>
                <c:pt idx="2487">
                  <c:v>49.57</c:v>
                </c:pt>
                <c:pt idx="2488">
                  <c:v>54.67</c:v>
                </c:pt>
                <c:pt idx="2489">
                  <c:v>54.12</c:v>
                </c:pt>
                <c:pt idx="2490">
                  <c:v>62.98</c:v>
                </c:pt>
                <c:pt idx="2491">
                  <c:v>80.37</c:v>
                </c:pt>
                <c:pt idx="2492">
                  <c:v>73.709999999999994</c:v>
                </c:pt>
                <c:pt idx="2493">
                  <c:v>62.72</c:v>
                </c:pt>
                <c:pt idx="2494">
                  <c:v>71.819999999999993</c:v>
                </c:pt>
                <c:pt idx="2495">
                  <c:v>66.61</c:v>
                </c:pt>
                <c:pt idx="2496">
                  <c:v>63.19</c:v>
                </c:pt>
                <c:pt idx="2497">
                  <c:v>65.349999999999994</c:v>
                </c:pt>
                <c:pt idx="2498">
                  <c:v>60.76</c:v>
                </c:pt>
                <c:pt idx="2499">
                  <c:v>54.67</c:v>
                </c:pt>
                <c:pt idx="2500">
                  <c:v>52.6</c:v>
                </c:pt>
                <c:pt idx="2501">
                  <c:v>54.18</c:v>
                </c:pt>
                <c:pt idx="2502">
                  <c:v>55.47</c:v>
                </c:pt>
                <c:pt idx="2503">
                  <c:v>55.64</c:v>
                </c:pt>
                <c:pt idx="2504">
                  <c:v>62.8</c:v>
                </c:pt>
                <c:pt idx="2505">
                  <c:v>64.989999999999995</c:v>
                </c:pt>
                <c:pt idx="2506">
                  <c:v>61.5</c:v>
                </c:pt>
                <c:pt idx="2507">
                  <c:v>59.85</c:v>
                </c:pt>
                <c:pt idx="2508">
                  <c:v>60.6</c:v>
                </c:pt>
                <c:pt idx="2509">
                  <c:v>61.43</c:v>
                </c:pt>
                <c:pt idx="2510">
                  <c:v>61.48</c:v>
                </c:pt>
                <c:pt idx="2511">
                  <c:v>61.65</c:v>
                </c:pt>
                <c:pt idx="2512">
                  <c:v>58.91</c:v>
                </c:pt>
                <c:pt idx="2513">
                  <c:v>59.1</c:v>
                </c:pt>
                <c:pt idx="2514">
                  <c:v>59.64</c:v>
                </c:pt>
                <c:pt idx="2515">
                  <c:v>59.49</c:v>
                </c:pt>
                <c:pt idx="2516">
                  <c:v>57.7</c:v>
                </c:pt>
                <c:pt idx="2517">
                  <c:v>53.96</c:v>
                </c:pt>
                <c:pt idx="2518">
                  <c:v>49.58</c:v>
                </c:pt>
                <c:pt idx="2519">
                  <c:v>50.14</c:v>
                </c:pt>
                <c:pt idx="2520">
                  <c:v>49.87</c:v>
                </c:pt>
                <c:pt idx="2521">
                  <c:v>51.97</c:v>
                </c:pt>
                <c:pt idx="2522">
                  <c:v>50.47</c:v>
                </c:pt>
                <c:pt idx="2523">
                  <c:v>48.51</c:v>
                </c:pt>
                <c:pt idx="2524">
                  <c:v>50.32</c:v>
                </c:pt>
                <c:pt idx="2525">
                  <c:v>51.63</c:v>
                </c:pt>
                <c:pt idx="2526">
                  <c:v>52.12</c:v>
                </c:pt>
                <c:pt idx="2527">
                  <c:v>54.03</c:v>
                </c:pt>
                <c:pt idx="2528">
                  <c:v>53.56</c:v>
                </c:pt>
                <c:pt idx="2529">
                  <c:v>54.95</c:v>
                </c:pt>
                <c:pt idx="2530">
                  <c:v>55</c:v>
                </c:pt>
                <c:pt idx="2531">
                  <c:v>55.57</c:v>
                </c:pt>
                <c:pt idx="2532">
                  <c:v>54.34</c:v>
                </c:pt>
                <c:pt idx="2533">
                  <c:v>55.87</c:v>
                </c:pt>
                <c:pt idx="2534">
                  <c:v>60.07</c:v>
                </c:pt>
                <c:pt idx="2535">
                  <c:v>61.05</c:v>
                </c:pt>
                <c:pt idx="2536">
                  <c:v>60.53</c:v>
                </c:pt>
                <c:pt idx="2537">
                  <c:v>65.599999999999994</c:v>
                </c:pt>
                <c:pt idx="2538">
                  <c:v>70.14</c:v>
                </c:pt>
                <c:pt idx="2539">
                  <c:v>76.16</c:v>
                </c:pt>
                <c:pt idx="2540">
                  <c:v>72.91</c:v>
                </c:pt>
                <c:pt idx="2541">
                  <c:v>74.709999999999994</c:v>
                </c:pt>
                <c:pt idx="2542">
                  <c:v>74.05</c:v>
                </c:pt>
                <c:pt idx="2543">
                  <c:v>72.510000000000005</c:v>
                </c:pt>
                <c:pt idx="2544">
                  <c:v>71.37</c:v>
                </c:pt>
                <c:pt idx="2545">
                  <c:v>71.33</c:v>
                </c:pt>
                <c:pt idx="2546">
                  <c:v>66.97</c:v>
                </c:pt>
                <c:pt idx="2547">
                  <c:v>68.09</c:v>
                </c:pt>
                <c:pt idx="2548">
                  <c:v>70.78</c:v>
                </c:pt>
                <c:pt idx="2549">
                  <c:v>71.599999999999994</c:v>
                </c:pt>
                <c:pt idx="2550">
                  <c:v>74.260000000000005</c:v>
                </c:pt>
                <c:pt idx="2551">
                  <c:v>74.22</c:v>
                </c:pt>
                <c:pt idx="2552">
                  <c:v>73.599999999999994</c:v>
                </c:pt>
                <c:pt idx="2553">
                  <c:v>73.44</c:v>
                </c:pt>
                <c:pt idx="2554">
                  <c:v>73.44</c:v>
                </c:pt>
                <c:pt idx="2555">
                  <c:v>76.63</c:v>
                </c:pt>
                <c:pt idx="2556">
                  <c:v>91.23</c:v>
                </c:pt>
                <c:pt idx="2557">
                  <c:v>88.35</c:v>
                </c:pt>
                <c:pt idx="2558">
                  <c:v>87.3</c:v>
                </c:pt>
                <c:pt idx="2559">
                  <c:v>89.91</c:v>
                </c:pt>
                <c:pt idx="2560">
                  <c:v>87.85</c:v>
                </c:pt>
              </c:numCache>
            </c:numRef>
          </c:val>
          <c:smooth val="0"/>
          <c:extLst>
            <c:ext xmlns:c16="http://schemas.microsoft.com/office/drawing/2014/chart" uri="{C3380CC4-5D6E-409C-BE32-E72D297353CC}">
              <c16:uniqueId val="{00000000-64FE-491B-BF88-9D85267CA450}"/>
            </c:ext>
          </c:extLst>
        </c:ser>
        <c:ser>
          <c:idx val="1"/>
          <c:order val="1"/>
          <c:tx>
            <c:strRef>
              <c:f>VKOSPI和VIX!$C$1</c:f>
              <c:strCache>
                <c:ptCount val="1"/>
                <c:pt idx="0">
                  <c:v>VIX</c:v>
                </c:pt>
              </c:strCache>
            </c:strRef>
          </c:tx>
          <c:spPr>
            <a:ln w="15875" cap="rnd" cmpd="sng" algn="ctr">
              <a:solidFill>
                <a:schemeClr val="accent2">
                  <a:lumMod val="60000"/>
                  <a:lumOff val="40000"/>
                </a:schemeClr>
              </a:solidFill>
              <a:prstDash val="solid"/>
              <a:round/>
              <a:headEnd type="none" w="med" len="med"/>
              <a:tailEnd type="none" w="med" len="med"/>
            </a:ln>
            <a:effectLst/>
          </c:spPr>
          <c:marker>
            <c:symbol val="none"/>
          </c:marker>
          <c:dPt>
            <c:idx val="2402"/>
            <c:marker>
              <c:symbol val="none"/>
            </c:marker>
            <c:bubble3D val="0"/>
            <c:spPr>
              <a:ln w="19050" cap="rnd" cmpd="sng" algn="ctr">
                <a:solidFill>
                  <a:schemeClr val="accent2">
                    <a:lumMod val="60000"/>
                    <a:lumOff val="40000"/>
                  </a:schemeClr>
                </a:solidFill>
                <a:prstDash val="solid"/>
                <a:round/>
                <a:headEnd type="none" w="med" len="med"/>
                <a:tailEnd type="none" w="med" len="med"/>
              </a:ln>
              <a:effectLst/>
            </c:spPr>
            <c:extLst>
              <c:ext xmlns:c16="http://schemas.microsoft.com/office/drawing/2014/chart" uri="{C3380CC4-5D6E-409C-BE32-E72D297353CC}">
                <c16:uniqueId val="{00000000-0D9F-4AB8-B9AD-4FF8251BD43C}"/>
              </c:ext>
            </c:extLst>
          </c:dPt>
          <c:cat>
            <c:numRef>
              <c:f>VKOSPI和VIX!$A$2:$A$2562</c:f>
              <c:numCache>
                <c:formatCode>m/d/yyyy</c:formatCode>
                <c:ptCount val="2561"/>
                <c:pt idx="0">
                  <c:v>42373</c:v>
                </c:pt>
                <c:pt idx="1">
                  <c:v>42374</c:v>
                </c:pt>
                <c:pt idx="2">
                  <c:v>42375</c:v>
                </c:pt>
                <c:pt idx="3">
                  <c:v>42376</c:v>
                </c:pt>
                <c:pt idx="4">
                  <c:v>42377</c:v>
                </c:pt>
                <c:pt idx="5">
                  <c:v>42380</c:v>
                </c:pt>
                <c:pt idx="6">
                  <c:v>42381</c:v>
                </c:pt>
                <c:pt idx="7">
                  <c:v>42382</c:v>
                </c:pt>
                <c:pt idx="8">
                  <c:v>42383</c:v>
                </c:pt>
                <c:pt idx="9">
                  <c:v>42384</c:v>
                </c:pt>
                <c:pt idx="10">
                  <c:v>42387</c:v>
                </c:pt>
                <c:pt idx="11">
                  <c:v>42388</c:v>
                </c:pt>
                <c:pt idx="12">
                  <c:v>42389</c:v>
                </c:pt>
                <c:pt idx="13">
                  <c:v>42390</c:v>
                </c:pt>
                <c:pt idx="14">
                  <c:v>42391</c:v>
                </c:pt>
                <c:pt idx="15">
                  <c:v>42394</c:v>
                </c:pt>
                <c:pt idx="16">
                  <c:v>42395</c:v>
                </c:pt>
                <c:pt idx="17">
                  <c:v>42396</c:v>
                </c:pt>
                <c:pt idx="18">
                  <c:v>42397</c:v>
                </c:pt>
                <c:pt idx="19">
                  <c:v>42398</c:v>
                </c:pt>
                <c:pt idx="20">
                  <c:v>42401</c:v>
                </c:pt>
                <c:pt idx="21">
                  <c:v>42402</c:v>
                </c:pt>
                <c:pt idx="22">
                  <c:v>42403</c:v>
                </c:pt>
                <c:pt idx="23">
                  <c:v>42404</c:v>
                </c:pt>
                <c:pt idx="24">
                  <c:v>42405</c:v>
                </c:pt>
                <c:pt idx="25">
                  <c:v>42411</c:v>
                </c:pt>
                <c:pt idx="26">
                  <c:v>42412</c:v>
                </c:pt>
                <c:pt idx="27">
                  <c:v>42415</c:v>
                </c:pt>
                <c:pt idx="28">
                  <c:v>42416</c:v>
                </c:pt>
                <c:pt idx="29">
                  <c:v>42417</c:v>
                </c:pt>
                <c:pt idx="30">
                  <c:v>42418</c:v>
                </c:pt>
                <c:pt idx="31">
                  <c:v>42419</c:v>
                </c:pt>
                <c:pt idx="32">
                  <c:v>42422</c:v>
                </c:pt>
                <c:pt idx="33">
                  <c:v>42423</c:v>
                </c:pt>
                <c:pt idx="34">
                  <c:v>42424</c:v>
                </c:pt>
                <c:pt idx="35">
                  <c:v>42425</c:v>
                </c:pt>
                <c:pt idx="36">
                  <c:v>42426</c:v>
                </c:pt>
                <c:pt idx="37">
                  <c:v>42429</c:v>
                </c:pt>
                <c:pt idx="38">
                  <c:v>42431</c:v>
                </c:pt>
                <c:pt idx="39">
                  <c:v>42432</c:v>
                </c:pt>
                <c:pt idx="40">
                  <c:v>42433</c:v>
                </c:pt>
                <c:pt idx="41">
                  <c:v>42436</c:v>
                </c:pt>
                <c:pt idx="42">
                  <c:v>42437</c:v>
                </c:pt>
                <c:pt idx="43">
                  <c:v>42438</c:v>
                </c:pt>
                <c:pt idx="44">
                  <c:v>42439</c:v>
                </c:pt>
                <c:pt idx="45">
                  <c:v>42440</c:v>
                </c:pt>
                <c:pt idx="46">
                  <c:v>42443</c:v>
                </c:pt>
                <c:pt idx="47">
                  <c:v>42444</c:v>
                </c:pt>
                <c:pt idx="48">
                  <c:v>42445</c:v>
                </c:pt>
                <c:pt idx="49">
                  <c:v>42446</c:v>
                </c:pt>
                <c:pt idx="50">
                  <c:v>42447</c:v>
                </c:pt>
                <c:pt idx="51">
                  <c:v>42450</c:v>
                </c:pt>
                <c:pt idx="52">
                  <c:v>42451</c:v>
                </c:pt>
                <c:pt idx="53">
                  <c:v>42452</c:v>
                </c:pt>
                <c:pt idx="54">
                  <c:v>42453</c:v>
                </c:pt>
                <c:pt idx="55">
                  <c:v>42454</c:v>
                </c:pt>
                <c:pt idx="56">
                  <c:v>42457</c:v>
                </c:pt>
                <c:pt idx="57">
                  <c:v>42458</c:v>
                </c:pt>
                <c:pt idx="58">
                  <c:v>42459</c:v>
                </c:pt>
                <c:pt idx="59">
                  <c:v>42460</c:v>
                </c:pt>
                <c:pt idx="60">
                  <c:v>42461</c:v>
                </c:pt>
                <c:pt idx="61">
                  <c:v>42464</c:v>
                </c:pt>
                <c:pt idx="62">
                  <c:v>42465</c:v>
                </c:pt>
                <c:pt idx="63">
                  <c:v>42466</c:v>
                </c:pt>
                <c:pt idx="64">
                  <c:v>42467</c:v>
                </c:pt>
                <c:pt idx="65">
                  <c:v>42468</c:v>
                </c:pt>
                <c:pt idx="66">
                  <c:v>42471</c:v>
                </c:pt>
                <c:pt idx="67">
                  <c:v>42472</c:v>
                </c:pt>
                <c:pt idx="68">
                  <c:v>42474</c:v>
                </c:pt>
                <c:pt idx="69">
                  <c:v>42475</c:v>
                </c:pt>
                <c:pt idx="70">
                  <c:v>42478</c:v>
                </c:pt>
                <c:pt idx="71">
                  <c:v>42479</c:v>
                </c:pt>
                <c:pt idx="72">
                  <c:v>42480</c:v>
                </c:pt>
                <c:pt idx="73">
                  <c:v>42481</c:v>
                </c:pt>
                <c:pt idx="74">
                  <c:v>42482</c:v>
                </c:pt>
                <c:pt idx="75">
                  <c:v>42485</c:v>
                </c:pt>
                <c:pt idx="76">
                  <c:v>42486</c:v>
                </c:pt>
                <c:pt idx="77">
                  <c:v>42487</c:v>
                </c:pt>
                <c:pt idx="78">
                  <c:v>42488</c:v>
                </c:pt>
                <c:pt idx="79">
                  <c:v>42489</c:v>
                </c:pt>
                <c:pt idx="80">
                  <c:v>42492</c:v>
                </c:pt>
                <c:pt idx="81">
                  <c:v>42493</c:v>
                </c:pt>
                <c:pt idx="82">
                  <c:v>42494</c:v>
                </c:pt>
                <c:pt idx="83">
                  <c:v>42499</c:v>
                </c:pt>
                <c:pt idx="84">
                  <c:v>42500</c:v>
                </c:pt>
                <c:pt idx="85">
                  <c:v>42501</c:v>
                </c:pt>
                <c:pt idx="86">
                  <c:v>42502</c:v>
                </c:pt>
                <c:pt idx="87">
                  <c:v>42503</c:v>
                </c:pt>
                <c:pt idx="88">
                  <c:v>42506</c:v>
                </c:pt>
                <c:pt idx="89">
                  <c:v>42507</c:v>
                </c:pt>
                <c:pt idx="90">
                  <c:v>42508</c:v>
                </c:pt>
                <c:pt idx="91">
                  <c:v>42509</c:v>
                </c:pt>
                <c:pt idx="92">
                  <c:v>42510</c:v>
                </c:pt>
                <c:pt idx="93">
                  <c:v>42513</c:v>
                </c:pt>
                <c:pt idx="94">
                  <c:v>42514</c:v>
                </c:pt>
                <c:pt idx="95">
                  <c:v>42515</c:v>
                </c:pt>
                <c:pt idx="96">
                  <c:v>42516</c:v>
                </c:pt>
                <c:pt idx="97">
                  <c:v>42517</c:v>
                </c:pt>
                <c:pt idx="98">
                  <c:v>42520</c:v>
                </c:pt>
                <c:pt idx="99">
                  <c:v>42521</c:v>
                </c:pt>
                <c:pt idx="100">
                  <c:v>42522</c:v>
                </c:pt>
                <c:pt idx="101">
                  <c:v>42523</c:v>
                </c:pt>
                <c:pt idx="102">
                  <c:v>42524</c:v>
                </c:pt>
                <c:pt idx="103">
                  <c:v>42528</c:v>
                </c:pt>
                <c:pt idx="104">
                  <c:v>42529</c:v>
                </c:pt>
                <c:pt idx="105">
                  <c:v>42530</c:v>
                </c:pt>
                <c:pt idx="106">
                  <c:v>42531</c:v>
                </c:pt>
                <c:pt idx="107">
                  <c:v>42534</c:v>
                </c:pt>
                <c:pt idx="108">
                  <c:v>42535</c:v>
                </c:pt>
                <c:pt idx="109">
                  <c:v>42536</c:v>
                </c:pt>
                <c:pt idx="110">
                  <c:v>42537</c:v>
                </c:pt>
                <c:pt idx="111">
                  <c:v>42538</c:v>
                </c:pt>
                <c:pt idx="112">
                  <c:v>42541</c:v>
                </c:pt>
                <c:pt idx="113">
                  <c:v>42542</c:v>
                </c:pt>
                <c:pt idx="114">
                  <c:v>42543</c:v>
                </c:pt>
                <c:pt idx="115">
                  <c:v>42544</c:v>
                </c:pt>
                <c:pt idx="116">
                  <c:v>42545</c:v>
                </c:pt>
                <c:pt idx="117">
                  <c:v>42548</c:v>
                </c:pt>
                <c:pt idx="118">
                  <c:v>42549</c:v>
                </c:pt>
                <c:pt idx="119">
                  <c:v>42550</c:v>
                </c:pt>
                <c:pt idx="120">
                  <c:v>42551</c:v>
                </c:pt>
                <c:pt idx="121">
                  <c:v>42552</c:v>
                </c:pt>
                <c:pt idx="122">
                  <c:v>42555</c:v>
                </c:pt>
                <c:pt idx="123">
                  <c:v>42556</c:v>
                </c:pt>
                <c:pt idx="124">
                  <c:v>42557</c:v>
                </c:pt>
                <c:pt idx="125">
                  <c:v>42558</c:v>
                </c:pt>
                <c:pt idx="126">
                  <c:v>42559</c:v>
                </c:pt>
                <c:pt idx="127">
                  <c:v>42562</c:v>
                </c:pt>
                <c:pt idx="128">
                  <c:v>42563</c:v>
                </c:pt>
                <c:pt idx="129">
                  <c:v>42564</c:v>
                </c:pt>
                <c:pt idx="130">
                  <c:v>42565</c:v>
                </c:pt>
                <c:pt idx="131">
                  <c:v>42566</c:v>
                </c:pt>
                <c:pt idx="132">
                  <c:v>42569</c:v>
                </c:pt>
                <c:pt idx="133">
                  <c:v>42570</c:v>
                </c:pt>
                <c:pt idx="134">
                  <c:v>42571</c:v>
                </c:pt>
                <c:pt idx="135">
                  <c:v>42572</c:v>
                </c:pt>
                <c:pt idx="136">
                  <c:v>42573</c:v>
                </c:pt>
                <c:pt idx="137">
                  <c:v>42576</c:v>
                </c:pt>
                <c:pt idx="138">
                  <c:v>42577</c:v>
                </c:pt>
                <c:pt idx="139">
                  <c:v>42578</c:v>
                </c:pt>
                <c:pt idx="140">
                  <c:v>42579</c:v>
                </c:pt>
                <c:pt idx="141">
                  <c:v>42580</c:v>
                </c:pt>
                <c:pt idx="142">
                  <c:v>42583</c:v>
                </c:pt>
                <c:pt idx="143">
                  <c:v>42584</c:v>
                </c:pt>
                <c:pt idx="144">
                  <c:v>42585</c:v>
                </c:pt>
                <c:pt idx="145">
                  <c:v>42586</c:v>
                </c:pt>
                <c:pt idx="146">
                  <c:v>42587</c:v>
                </c:pt>
                <c:pt idx="147">
                  <c:v>42590</c:v>
                </c:pt>
                <c:pt idx="148">
                  <c:v>42591</c:v>
                </c:pt>
                <c:pt idx="149">
                  <c:v>42592</c:v>
                </c:pt>
                <c:pt idx="150">
                  <c:v>42593</c:v>
                </c:pt>
                <c:pt idx="151">
                  <c:v>42594</c:v>
                </c:pt>
                <c:pt idx="152">
                  <c:v>42598</c:v>
                </c:pt>
                <c:pt idx="153">
                  <c:v>42599</c:v>
                </c:pt>
                <c:pt idx="154">
                  <c:v>42600</c:v>
                </c:pt>
                <c:pt idx="155">
                  <c:v>42601</c:v>
                </c:pt>
                <c:pt idx="156">
                  <c:v>42604</c:v>
                </c:pt>
                <c:pt idx="157">
                  <c:v>42605</c:v>
                </c:pt>
                <c:pt idx="158">
                  <c:v>42606</c:v>
                </c:pt>
                <c:pt idx="159">
                  <c:v>42607</c:v>
                </c:pt>
                <c:pt idx="160">
                  <c:v>42608</c:v>
                </c:pt>
                <c:pt idx="161">
                  <c:v>42611</c:v>
                </c:pt>
                <c:pt idx="162">
                  <c:v>42612</c:v>
                </c:pt>
                <c:pt idx="163">
                  <c:v>42613</c:v>
                </c:pt>
                <c:pt idx="164">
                  <c:v>42614</c:v>
                </c:pt>
                <c:pt idx="165">
                  <c:v>42615</c:v>
                </c:pt>
                <c:pt idx="166">
                  <c:v>42618</c:v>
                </c:pt>
                <c:pt idx="167">
                  <c:v>42619</c:v>
                </c:pt>
                <c:pt idx="168">
                  <c:v>42620</c:v>
                </c:pt>
                <c:pt idx="169">
                  <c:v>42621</c:v>
                </c:pt>
                <c:pt idx="170">
                  <c:v>42622</c:v>
                </c:pt>
                <c:pt idx="171">
                  <c:v>42625</c:v>
                </c:pt>
                <c:pt idx="172">
                  <c:v>42626</c:v>
                </c:pt>
                <c:pt idx="173">
                  <c:v>42632</c:v>
                </c:pt>
                <c:pt idx="174">
                  <c:v>42633</c:v>
                </c:pt>
                <c:pt idx="175">
                  <c:v>42634</c:v>
                </c:pt>
                <c:pt idx="176">
                  <c:v>42635</c:v>
                </c:pt>
                <c:pt idx="177">
                  <c:v>42636</c:v>
                </c:pt>
                <c:pt idx="178">
                  <c:v>42639</c:v>
                </c:pt>
                <c:pt idx="179">
                  <c:v>42640</c:v>
                </c:pt>
                <c:pt idx="180">
                  <c:v>42641</c:v>
                </c:pt>
                <c:pt idx="181">
                  <c:v>42642</c:v>
                </c:pt>
                <c:pt idx="182">
                  <c:v>42643</c:v>
                </c:pt>
                <c:pt idx="183">
                  <c:v>42647</c:v>
                </c:pt>
                <c:pt idx="184">
                  <c:v>42648</c:v>
                </c:pt>
                <c:pt idx="185">
                  <c:v>42649</c:v>
                </c:pt>
                <c:pt idx="186">
                  <c:v>42650</c:v>
                </c:pt>
                <c:pt idx="187">
                  <c:v>42653</c:v>
                </c:pt>
                <c:pt idx="188">
                  <c:v>42654</c:v>
                </c:pt>
                <c:pt idx="189">
                  <c:v>42655</c:v>
                </c:pt>
                <c:pt idx="190">
                  <c:v>42656</c:v>
                </c:pt>
                <c:pt idx="191">
                  <c:v>42657</c:v>
                </c:pt>
                <c:pt idx="192">
                  <c:v>42660</c:v>
                </c:pt>
                <c:pt idx="193">
                  <c:v>42661</c:v>
                </c:pt>
                <c:pt idx="194">
                  <c:v>42662</c:v>
                </c:pt>
                <c:pt idx="195">
                  <c:v>42663</c:v>
                </c:pt>
                <c:pt idx="196">
                  <c:v>42664</c:v>
                </c:pt>
                <c:pt idx="197">
                  <c:v>42667</c:v>
                </c:pt>
                <c:pt idx="198">
                  <c:v>42668</c:v>
                </c:pt>
                <c:pt idx="199">
                  <c:v>42669</c:v>
                </c:pt>
                <c:pt idx="200">
                  <c:v>42670</c:v>
                </c:pt>
                <c:pt idx="201">
                  <c:v>42671</c:v>
                </c:pt>
                <c:pt idx="202">
                  <c:v>42674</c:v>
                </c:pt>
                <c:pt idx="203">
                  <c:v>42675</c:v>
                </c:pt>
                <c:pt idx="204">
                  <c:v>42676</c:v>
                </c:pt>
                <c:pt idx="205">
                  <c:v>42677</c:v>
                </c:pt>
                <c:pt idx="206">
                  <c:v>42678</c:v>
                </c:pt>
                <c:pt idx="207">
                  <c:v>42681</c:v>
                </c:pt>
                <c:pt idx="208">
                  <c:v>42682</c:v>
                </c:pt>
                <c:pt idx="209">
                  <c:v>42683</c:v>
                </c:pt>
                <c:pt idx="210">
                  <c:v>42684</c:v>
                </c:pt>
                <c:pt idx="211">
                  <c:v>42685</c:v>
                </c:pt>
                <c:pt idx="212">
                  <c:v>42688</c:v>
                </c:pt>
                <c:pt idx="213">
                  <c:v>42689</c:v>
                </c:pt>
                <c:pt idx="214">
                  <c:v>42690</c:v>
                </c:pt>
                <c:pt idx="215">
                  <c:v>42691</c:v>
                </c:pt>
                <c:pt idx="216">
                  <c:v>42692</c:v>
                </c:pt>
                <c:pt idx="217">
                  <c:v>42695</c:v>
                </c:pt>
                <c:pt idx="218">
                  <c:v>42696</c:v>
                </c:pt>
                <c:pt idx="219">
                  <c:v>42697</c:v>
                </c:pt>
                <c:pt idx="220">
                  <c:v>42698</c:v>
                </c:pt>
                <c:pt idx="221">
                  <c:v>42699</c:v>
                </c:pt>
                <c:pt idx="222">
                  <c:v>42702</c:v>
                </c:pt>
                <c:pt idx="223">
                  <c:v>42703</c:v>
                </c:pt>
                <c:pt idx="224">
                  <c:v>42704</c:v>
                </c:pt>
                <c:pt idx="225">
                  <c:v>42705</c:v>
                </c:pt>
                <c:pt idx="226">
                  <c:v>42706</c:v>
                </c:pt>
                <c:pt idx="227">
                  <c:v>42709</c:v>
                </c:pt>
                <c:pt idx="228">
                  <c:v>42710</c:v>
                </c:pt>
                <c:pt idx="229">
                  <c:v>42711</c:v>
                </c:pt>
                <c:pt idx="230">
                  <c:v>42712</c:v>
                </c:pt>
                <c:pt idx="231">
                  <c:v>42713</c:v>
                </c:pt>
                <c:pt idx="232">
                  <c:v>42716</c:v>
                </c:pt>
                <c:pt idx="233">
                  <c:v>42717</c:v>
                </c:pt>
                <c:pt idx="234">
                  <c:v>42718</c:v>
                </c:pt>
                <c:pt idx="235">
                  <c:v>42719</c:v>
                </c:pt>
                <c:pt idx="236">
                  <c:v>42720</c:v>
                </c:pt>
                <c:pt idx="237">
                  <c:v>42723</c:v>
                </c:pt>
                <c:pt idx="238">
                  <c:v>42724</c:v>
                </c:pt>
                <c:pt idx="239">
                  <c:v>42725</c:v>
                </c:pt>
                <c:pt idx="240">
                  <c:v>42726</c:v>
                </c:pt>
                <c:pt idx="241">
                  <c:v>42727</c:v>
                </c:pt>
                <c:pt idx="242">
                  <c:v>42730</c:v>
                </c:pt>
                <c:pt idx="243">
                  <c:v>42731</c:v>
                </c:pt>
                <c:pt idx="244">
                  <c:v>42732</c:v>
                </c:pt>
                <c:pt idx="245">
                  <c:v>42733</c:v>
                </c:pt>
                <c:pt idx="246">
                  <c:v>42737</c:v>
                </c:pt>
                <c:pt idx="247">
                  <c:v>42738</c:v>
                </c:pt>
                <c:pt idx="248">
                  <c:v>42739</c:v>
                </c:pt>
                <c:pt idx="249">
                  <c:v>42740</c:v>
                </c:pt>
                <c:pt idx="250">
                  <c:v>42741</c:v>
                </c:pt>
                <c:pt idx="251">
                  <c:v>42744</c:v>
                </c:pt>
                <c:pt idx="252">
                  <c:v>42745</c:v>
                </c:pt>
                <c:pt idx="253">
                  <c:v>42746</c:v>
                </c:pt>
                <c:pt idx="254">
                  <c:v>42747</c:v>
                </c:pt>
                <c:pt idx="255">
                  <c:v>42748</c:v>
                </c:pt>
                <c:pt idx="256">
                  <c:v>42751</c:v>
                </c:pt>
                <c:pt idx="257">
                  <c:v>42752</c:v>
                </c:pt>
                <c:pt idx="258">
                  <c:v>42753</c:v>
                </c:pt>
                <c:pt idx="259">
                  <c:v>42754</c:v>
                </c:pt>
                <c:pt idx="260">
                  <c:v>42755</c:v>
                </c:pt>
                <c:pt idx="261">
                  <c:v>42758</c:v>
                </c:pt>
                <c:pt idx="262">
                  <c:v>42759</c:v>
                </c:pt>
                <c:pt idx="263">
                  <c:v>42760</c:v>
                </c:pt>
                <c:pt idx="264">
                  <c:v>42761</c:v>
                </c:pt>
                <c:pt idx="265">
                  <c:v>42766</c:v>
                </c:pt>
                <c:pt idx="266">
                  <c:v>42767</c:v>
                </c:pt>
                <c:pt idx="267">
                  <c:v>42768</c:v>
                </c:pt>
                <c:pt idx="268">
                  <c:v>42769</c:v>
                </c:pt>
                <c:pt idx="269">
                  <c:v>42772</c:v>
                </c:pt>
                <c:pt idx="270">
                  <c:v>42773</c:v>
                </c:pt>
                <c:pt idx="271">
                  <c:v>42774</c:v>
                </c:pt>
                <c:pt idx="272">
                  <c:v>42775</c:v>
                </c:pt>
                <c:pt idx="273">
                  <c:v>42776</c:v>
                </c:pt>
                <c:pt idx="274">
                  <c:v>42779</c:v>
                </c:pt>
                <c:pt idx="275">
                  <c:v>42780</c:v>
                </c:pt>
                <c:pt idx="276">
                  <c:v>42781</c:v>
                </c:pt>
                <c:pt idx="277">
                  <c:v>42782</c:v>
                </c:pt>
                <c:pt idx="278">
                  <c:v>42783</c:v>
                </c:pt>
                <c:pt idx="279">
                  <c:v>42786</c:v>
                </c:pt>
                <c:pt idx="280">
                  <c:v>42787</c:v>
                </c:pt>
                <c:pt idx="281">
                  <c:v>42788</c:v>
                </c:pt>
                <c:pt idx="282">
                  <c:v>42789</c:v>
                </c:pt>
                <c:pt idx="283">
                  <c:v>42790</c:v>
                </c:pt>
                <c:pt idx="284">
                  <c:v>42793</c:v>
                </c:pt>
                <c:pt idx="285">
                  <c:v>42794</c:v>
                </c:pt>
                <c:pt idx="286">
                  <c:v>42796</c:v>
                </c:pt>
                <c:pt idx="287">
                  <c:v>42797</c:v>
                </c:pt>
                <c:pt idx="288">
                  <c:v>42800</c:v>
                </c:pt>
                <c:pt idx="289">
                  <c:v>42801</c:v>
                </c:pt>
                <c:pt idx="290">
                  <c:v>42802</c:v>
                </c:pt>
                <c:pt idx="291">
                  <c:v>42803</c:v>
                </c:pt>
                <c:pt idx="292">
                  <c:v>42804</c:v>
                </c:pt>
                <c:pt idx="293">
                  <c:v>42807</c:v>
                </c:pt>
                <c:pt idx="294">
                  <c:v>42808</c:v>
                </c:pt>
                <c:pt idx="295">
                  <c:v>42809</c:v>
                </c:pt>
                <c:pt idx="296">
                  <c:v>42810</c:v>
                </c:pt>
                <c:pt idx="297">
                  <c:v>42811</c:v>
                </c:pt>
                <c:pt idx="298">
                  <c:v>42814</c:v>
                </c:pt>
                <c:pt idx="299">
                  <c:v>42815</c:v>
                </c:pt>
                <c:pt idx="300">
                  <c:v>42816</c:v>
                </c:pt>
                <c:pt idx="301">
                  <c:v>42817</c:v>
                </c:pt>
                <c:pt idx="302">
                  <c:v>42818</c:v>
                </c:pt>
                <c:pt idx="303">
                  <c:v>42821</c:v>
                </c:pt>
                <c:pt idx="304">
                  <c:v>42822</c:v>
                </c:pt>
                <c:pt idx="305">
                  <c:v>42823</c:v>
                </c:pt>
                <c:pt idx="306">
                  <c:v>42824</c:v>
                </c:pt>
                <c:pt idx="307">
                  <c:v>42825</c:v>
                </c:pt>
                <c:pt idx="308">
                  <c:v>42828</c:v>
                </c:pt>
                <c:pt idx="309">
                  <c:v>42829</c:v>
                </c:pt>
                <c:pt idx="310">
                  <c:v>42830</c:v>
                </c:pt>
                <c:pt idx="311">
                  <c:v>42831</c:v>
                </c:pt>
                <c:pt idx="312">
                  <c:v>42832</c:v>
                </c:pt>
                <c:pt idx="313">
                  <c:v>42835</c:v>
                </c:pt>
                <c:pt idx="314">
                  <c:v>42836</c:v>
                </c:pt>
                <c:pt idx="315">
                  <c:v>42837</c:v>
                </c:pt>
                <c:pt idx="316">
                  <c:v>42838</c:v>
                </c:pt>
                <c:pt idx="317">
                  <c:v>42839</c:v>
                </c:pt>
                <c:pt idx="318">
                  <c:v>42842</c:v>
                </c:pt>
                <c:pt idx="319">
                  <c:v>42843</c:v>
                </c:pt>
                <c:pt idx="320">
                  <c:v>42844</c:v>
                </c:pt>
                <c:pt idx="321">
                  <c:v>42845</c:v>
                </c:pt>
                <c:pt idx="322">
                  <c:v>42846</c:v>
                </c:pt>
                <c:pt idx="323">
                  <c:v>42849</c:v>
                </c:pt>
                <c:pt idx="324">
                  <c:v>42850</c:v>
                </c:pt>
                <c:pt idx="325">
                  <c:v>42851</c:v>
                </c:pt>
                <c:pt idx="326">
                  <c:v>42852</c:v>
                </c:pt>
                <c:pt idx="327">
                  <c:v>42853</c:v>
                </c:pt>
                <c:pt idx="328">
                  <c:v>42857</c:v>
                </c:pt>
                <c:pt idx="329">
                  <c:v>42859</c:v>
                </c:pt>
                <c:pt idx="330">
                  <c:v>42863</c:v>
                </c:pt>
                <c:pt idx="331">
                  <c:v>42865</c:v>
                </c:pt>
                <c:pt idx="332">
                  <c:v>42866</c:v>
                </c:pt>
                <c:pt idx="333">
                  <c:v>42867</c:v>
                </c:pt>
                <c:pt idx="334">
                  <c:v>42870</c:v>
                </c:pt>
                <c:pt idx="335">
                  <c:v>42871</c:v>
                </c:pt>
                <c:pt idx="336">
                  <c:v>42872</c:v>
                </c:pt>
                <c:pt idx="337">
                  <c:v>42873</c:v>
                </c:pt>
                <c:pt idx="338">
                  <c:v>42874</c:v>
                </c:pt>
                <c:pt idx="339">
                  <c:v>42877</c:v>
                </c:pt>
                <c:pt idx="340">
                  <c:v>42878</c:v>
                </c:pt>
                <c:pt idx="341">
                  <c:v>42879</c:v>
                </c:pt>
                <c:pt idx="342">
                  <c:v>42880</c:v>
                </c:pt>
                <c:pt idx="343">
                  <c:v>42881</c:v>
                </c:pt>
                <c:pt idx="344">
                  <c:v>42884</c:v>
                </c:pt>
                <c:pt idx="345">
                  <c:v>42885</c:v>
                </c:pt>
                <c:pt idx="346">
                  <c:v>42886</c:v>
                </c:pt>
                <c:pt idx="347">
                  <c:v>42887</c:v>
                </c:pt>
                <c:pt idx="348">
                  <c:v>42888</c:v>
                </c:pt>
                <c:pt idx="349">
                  <c:v>42891</c:v>
                </c:pt>
                <c:pt idx="350">
                  <c:v>42893</c:v>
                </c:pt>
                <c:pt idx="351">
                  <c:v>42894</c:v>
                </c:pt>
                <c:pt idx="352">
                  <c:v>42895</c:v>
                </c:pt>
                <c:pt idx="353">
                  <c:v>42898</c:v>
                </c:pt>
                <c:pt idx="354">
                  <c:v>42899</c:v>
                </c:pt>
                <c:pt idx="355">
                  <c:v>42900</c:v>
                </c:pt>
                <c:pt idx="356">
                  <c:v>42901</c:v>
                </c:pt>
                <c:pt idx="357">
                  <c:v>42902</c:v>
                </c:pt>
                <c:pt idx="358">
                  <c:v>42905</c:v>
                </c:pt>
                <c:pt idx="359">
                  <c:v>42906</c:v>
                </c:pt>
                <c:pt idx="360">
                  <c:v>42907</c:v>
                </c:pt>
                <c:pt idx="361">
                  <c:v>42908</c:v>
                </c:pt>
                <c:pt idx="362">
                  <c:v>42909</c:v>
                </c:pt>
                <c:pt idx="363">
                  <c:v>42912</c:v>
                </c:pt>
                <c:pt idx="364">
                  <c:v>42913</c:v>
                </c:pt>
                <c:pt idx="365">
                  <c:v>42914</c:v>
                </c:pt>
                <c:pt idx="366">
                  <c:v>42915</c:v>
                </c:pt>
                <c:pt idx="367">
                  <c:v>42916</c:v>
                </c:pt>
                <c:pt idx="368">
                  <c:v>42919</c:v>
                </c:pt>
                <c:pt idx="369">
                  <c:v>42920</c:v>
                </c:pt>
                <c:pt idx="370">
                  <c:v>42921</c:v>
                </c:pt>
                <c:pt idx="371">
                  <c:v>42922</c:v>
                </c:pt>
                <c:pt idx="372">
                  <c:v>42923</c:v>
                </c:pt>
                <c:pt idx="373">
                  <c:v>42926</c:v>
                </c:pt>
                <c:pt idx="374">
                  <c:v>42927</c:v>
                </c:pt>
                <c:pt idx="375">
                  <c:v>42928</c:v>
                </c:pt>
                <c:pt idx="376">
                  <c:v>42929</c:v>
                </c:pt>
                <c:pt idx="377">
                  <c:v>42930</c:v>
                </c:pt>
                <c:pt idx="378">
                  <c:v>42933</c:v>
                </c:pt>
                <c:pt idx="379">
                  <c:v>42934</c:v>
                </c:pt>
                <c:pt idx="380">
                  <c:v>42935</c:v>
                </c:pt>
                <c:pt idx="381">
                  <c:v>42936</c:v>
                </c:pt>
                <c:pt idx="382">
                  <c:v>42937</c:v>
                </c:pt>
                <c:pt idx="383">
                  <c:v>42940</c:v>
                </c:pt>
                <c:pt idx="384">
                  <c:v>42941</c:v>
                </c:pt>
                <c:pt idx="385">
                  <c:v>42942</c:v>
                </c:pt>
                <c:pt idx="386">
                  <c:v>42943</c:v>
                </c:pt>
                <c:pt idx="387">
                  <c:v>42944</c:v>
                </c:pt>
                <c:pt idx="388">
                  <c:v>42947</c:v>
                </c:pt>
                <c:pt idx="389">
                  <c:v>42948</c:v>
                </c:pt>
                <c:pt idx="390">
                  <c:v>42949</c:v>
                </c:pt>
                <c:pt idx="391">
                  <c:v>42950</c:v>
                </c:pt>
                <c:pt idx="392">
                  <c:v>42951</c:v>
                </c:pt>
                <c:pt idx="393">
                  <c:v>42954</c:v>
                </c:pt>
                <c:pt idx="394">
                  <c:v>42955</c:v>
                </c:pt>
                <c:pt idx="395">
                  <c:v>42956</c:v>
                </c:pt>
                <c:pt idx="396">
                  <c:v>42957</c:v>
                </c:pt>
                <c:pt idx="397">
                  <c:v>42958</c:v>
                </c:pt>
                <c:pt idx="398">
                  <c:v>42961</c:v>
                </c:pt>
                <c:pt idx="399">
                  <c:v>42963</c:v>
                </c:pt>
                <c:pt idx="400">
                  <c:v>42964</c:v>
                </c:pt>
                <c:pt idx="401">
                  <c:v>42965</c:v>
                </c:pt>
                <c:pt idx="402">
                  <c:v>42968</c:v>
                </c:pt>
                <c:pt idx="403">
                  <c:v>42969</c:v>
                </c:pt>
                <c:pt idx="404">
                  <c:v>42970</c:v>
                </c:pt>
                <c:pt idx="405">
                  <c:v>42971</c:v>
                </c:pt>
                <c:pt idx="406">
                  <c:v>42972</c:v>
                </c:pt>
                <c:pt idx="407">
                  <c:v>42975</c:v>
                </c:pt>
                <c:pt idx="408">
                  <c:v>42976</c:v>
                </c:pt>
                <c:pt idx="409">
                  <c:v>42977</c:v>
                </c:pt>
                <c:pt idx="410">
                  <c:v>42978</c:v>
                </c:pt>
                <c:pt idx="411">
                  <c:v>42979</c:v>
                </c:pt>
                <c:pt idx="412">
                  <c:v>42982</c:v>
                </c:pt>
                <c:pt idx="413">
                  <c:v>42983</c:v>
                </c:pt>
                <c:pt idx="414">
                  <c:v>42984</c:v>
                </c:pt>
                <c:pt idx="415">
                  <c:v>42985</c:v>
                </c:pt>
                <c:pt idx="416">
                  <c:v>42986</c:v>
                </c:pt>
                <c:pt idx="417">
                  <c:v>42989</c:v>
                </c:pt>
                <c:pt idx="418">
                  <c:v>42990</c:v>
                </c:pt>
                <c:pt idx="419">
                  <c:v>42991</c:v>
                </c:pt>
                <c:pt idx="420">
                  <c:v>42992</c:v>
                </c:pt>
                <c:pt idx="421">
                  <c:v>42993</c:v>
                </c:pt>
                <c:pt idx="422">
                  <c:v>42996</c:v>
                </c:pt>
                <c:pt idx="423">
                  <c:v>42997</c:v>
                </c:pt>
                <c:pt idx="424">
                  <c:v>42998</c:v>
                </c:pt>
                <c:pt idx="425">
                  <c:v>42999</c:v>
                </c:pt>
                <c:pt idx="426">
                  <c:v>43000</c:v>
                </c:pt>
                <c:pt idx="427">
                  <c:v>43003</c:v>
                </c:pt>
                <c:pt idx="428">
                  <c:v>43004</c:v>
                </c:pt>
                <c:pt idx="429">
                  <c:v>43005</c:v>
                </c:pt>
                <c:pt idx="430">
                  <c:v>43006</c:v>
                </c:pt>
                <c:pt idx="431">
                  <c:v>43007</c:v>
                </c:pt>
                <c:pt idx="432">
                  <c:v>43018</c:v>
                </c:pt>
                <c:pt idx="433">
                  <c:v>43019</c:v>
                </c:pt>
                <c:pt idx="434">
                  <c:v>43020</c:v>
                </c:pt>
                <c:pt idx="435">
                  <c:v>43021</c:v>
                </c:pt>
                <c:pt idx="436">
                  <c:v>43024</c:v>
                </c:pt>
                <c:pt idx="437">
                  <c:v>43025</c:v>
                </c:pt>
                <c:pt idx="438">
                  <c:v>43026</c:v>
                </c:pt>
                <c:pt idx="439">
                  <c:v>43027</c:v>
                </c:pt>
                <c:pt idx="440">
                  <c:v>43028</c:v>
                </c:pt>
                <c:pt idx="441">
                  <c:v>43031</c:v>
                </c:pt>
                <c:pt idx="442">
                  <c:v>43032</c:v>
                </c:pt>
                <c:pt idx="443">
                  <c:v>43033</c:v>
                </c:pt>
                <c:pt idx="444">
                  <c:v>43034</c:v>
                </c:pt>
                <c:pt idx="445">
                  <c:v>43035</c:v>
                </c:pt>
                <c:pt idx="446">
                  <c:v>43038</c:v>
                </c:pt>
                <c:pt idx="447">
                  <c:v>43039</c:v>
                </c:pt>
                <c:pt idx="448">
                  <c:v>43040</c:v>
                </c:pt>
                <c:pt idx="449">
                  <c:v>43041</c:v>
                </c:pt>
                <c:pt idx="450">
                  <c:v>43042</c:v>
                </c:pt>
                <c:pt idx="451">
                  <c:v>43045</c:v>
                </c:pt>
                <c:pt idx="452">
                  <c:v>43046</c:v>
                </c:pt>
                <c:pt idx="453">
                  <c:v>43047</c:v>
                </c:pt>
                <c:pt idx="454">
                  <c:v>43048</c:v>
                </c:pt>
                <c:pt idx="455">
                  <c:v>43049</c:v>
                </c:pt>
                <c:pt idx="456">
                  <c:v>43052</c:v>
                </c:pt>
                <c:pt idx="457">
                  <c:v>43053</c:v>
                </c:pt>
                <c:pt idx="458">
                  <c:v>43054</c:v>
                </c:pt>
                <c:pt idx="459">
                  <c:v>43055</c:v>
                </c:pt>
                <c:pt idx="460">
                  <c:v>43056</c:v>
                </c:pt>
                <c:pt idx="461">
                  <c:v>43059</c:v>
                </c:pt>
                <c:pt idx="462">
                  <c:v>43060</c:v>
                </c:pt>
                <c:pt idx="463">
                  <c:v>43061</c:v>
                </c:pt>
                <c:pt idx="464">
                  <c:v>43062</c:v>
                </c:pt>
                <c:pt idx="465">
                  <c:v>43063</c:v>
                </c:pt>
                <c:pt idx="466">
                  <c:v>43066</c:v>
                </c:pt>
                <c:pt idx="467">
                  <c:v>43067</c:v>
                </c:pt>
                <c:pt idx="468">
                  <c:v>43068</c:v>
                </c:pt>
                <c:pt idx="469">
                  <c:v>43069</c:v>
                </c:pt>
                <c:pt idx="470">
                  <c:v>43070</c:v>
                </c:pt>
                <c:pt idx="471">
                  <c:v>43073</c:v>
                </c:pt>
                <c:pt idx="472">
                  <c:v>43074</c:v>
                </c:pt>
                <c:pt idx="473">
                  <c:v>43075</c:v>
                </c:pt>
                <c:pt idx="474">
                  <c:v>43076</c:v>
                </c:pt>
                <c:pt idx="475">
                  <c:v>43077</c:v>
                </c:pt>
                <c:pt idx="476">
                  <c:v>43080</c:v>
                </c:pt>
                <c:pt idx="477">
                  <c:v>43081</c:v>
                </c:pt>
                <c:pt idx="478">
                  <c:v>43082</c:v>
                </c:pt>
                <c:pt idx="479">
                  <c:v>43083</c:v>
                </c:pt>
                <c:pt idx="480">
                  <c:v>43084</c:v>
                </c:pt>
                <c:pt idx="481">
                  <c:v>43087</c:v>
                </c:pt>
                <c:pt idx="482">
                  <c:v>43088</c:v>
                </c:pt>
                <c:pt idx="483">
                  <c:v>43089</c:v>
                </c:pt>
                <c:pt idx="484">
                  <c:v>43090</c:v>
                </c:pt>
                <c:pt idx="485">
                  <c:v>43091</c:v>
                </c:pt>
                <c:pt idx="486">
                  <c:v>43095</c:v>
                </c:pt>
                <c:pt idx="487">
                  <c:v>43096</c:v>
                </c:pt>
                <c:pt idx="488">
                  <c:v>43097</c:v>
                </c:pt>
                <c:pt idx="489">
                  <c:v>43102</c:v>
                </c:pt>
                <c:pt idx="490">
                  <c:v>43103</c:v>
                </c:pt>
                <c:pt idx="491">
                  <c:v>43104</c:v>
                </c:pt>
                <c:pt idx="492">
                  <c:v>43105</c:v>
                </c:pt>
                <c:pt idx="493">
                  <c:v>43108</c:v>
                </c:pt>
                <c:pt idx="494">
                  <c:v>43109</c:v>
                </c:pt>
                <c:pt idx="495">
                  <c:v>43110</c:v>
                </c:pt>
                <c:pt idx="496">
                  <c:v>43111</c:v>
                </c:pt>
                <c:pt idx="497">
                  <c:v>43112</c:v>
                </c:pt>
                <c:pt idx="498">
                  <c:v>43115</c:v>
                </c:pt>
                <c:pt idx="499">
                  <c:v>43116</c:v>
                </c:pt>
                <c:pt idx="500">
                  <c:v>43117</c:v>
                </c:pt>
                <c:pt idx="501">
                  <c:v>43118</c:v>
                </c:pt>
                <c:pt idx="502">
                  <c:v>43119</c:v>
                </c:pt>
                <c:pt idx="503">
                  <c:v>43122</c:v>
                </c:pt>
                <c:pt idx="504">
                  <c:v>43123</c:v>
                </c:pt>
                <c:pt idx="505">
                  <c:v>43124</c:v>
                </c:pt>
                <c:pt idx="506">
                  <c:v>43125</c:v>
                </c:pt>
                <c:pt idx="507">
                  <c:v>43126</c:v>
                </c:pt>
                <c:pt idx="508">
                  <c:v>43129</c:v>
                </c:pt>
                <c:pt idx="509">
                  <c:v>43130</c:v>
                </c:pt>
                <c:pt idx="510">
                  <c:v>43131</c:v>
                </c:pt>
                <c:pt idx="511">
                  <c:v>43132</c:v>
                </c:pt>
                <c:pt idx="512">
                  <c:v>43133</c:v>
                </c:pt>
                <c:pt idx="513">
                  <c:v>43136</c:v>
                </c:pt>
                <c:pt idx="514">
                  <c:v>43137</c:v>
                </c:pt>
                <c:pt idx="515">
                  <c:v>43138</c:v>
                </c:pt>
                <c:pt idx="516">
                  <c:v>43139</c:v>
                </c:pt>
                <c:pt idx="517">
                  <c:v>43140</c:v>
                </c:pt>
                <c:pt idx="518">
                  <c:v>43143</c:v>
                </c:pt>
                <c:pt idx="519">
                  <c:v>43144</c:v>
                </c:pt>
                <c:pt idx="520">
                  <c:v>43145</c:v>
                </c:pt>
                <c:pt idx="521">
                  <c:v>43150</c:v>
                </c:pt>
                <c:pt idx="522">
                  <c:v>43151</c:v>
                </c:pt>
                <c:pt idx="523">
                  <c:v>43152</c:v>
                </c:pt>
                <c:pt idx="524">
                  <c:v>43153</c:v>
                </c:pt>
                <c:pt idx="525">
                  <c:v>43154</c:v>
                </c:pt>
                <c:pt idx="526">
                  <c:v>43157</c:v>
                </c:pt>
                <c:pt idx="527">
                  <c:v>43158</c:v>
                </c:pt>
                <c:pt idx="528">
                  <c:v>43159</c:v>
                </c:pt>
                <c:pt idx="529">
                  <c:v>43161</c:v>
                </c:pt>
                <c:pt idx="530">
                  <c:v>43164</c:v>
                </c:pt>
                <c:pt idx="531">
                  <c:v>43165</c:v>
                </c:pt>
                <c:pt idx="532">
                  <c:v>43166</c:v>
                </c:pt>
                <c:pt idx="533">
                  <c:v>43167</c:v>
                </c:pt>
                <c:pt idx="534">
                  <c:v>43168</c:v>
                </c:pt>
                <c:pt idx="535">
                  <c:v>43171</c:v>
                </c:pt>
                <c:pt idx="536">
                  <c:v>43172</c:v>
                </c:pt>
                <c:pt idx="537">
                  <c:v>43173</c:v>
                </c:pt>
                <c:pt idx="538">
                  <c:v>43174</c:v>
                </c:pt>
                <c:pt idx="539">
                  <c:v>43175</c:v>
                </c:pt>
                <c:pt idx="540">
                  <c:v>43178</c:v>
                </c:pt>
                <c:pt idx="541">
                  <c:v>43179</c:v>
                </c:pt>
                <c:pt idx="542">
                  <c:v>43180</c:v>
                </c:pt>
                <c:pt idx="543">
                  <c:v>43181</c:v>
                </c:pt>
                <c:pt idx="544">
                  <c:v>43182</c:v>
                </c:pt>
                <c:pt idx="545">
                  <c:v>43185</c:v>
                </c:pt>
                <c:pt idx="546">
                  <c:v>43186</c:v>
                </c:pt>
                <c:pt idx="547">
                  <c:v>43187</c:v>
                </c:pt>
                <c:pt idx="548">
                  <c:v>43188</c:v>
                </c:pt>
                <c:pt idx="549">
                  <c:v>43189</c:v>
                </c:pt>
                <c:pt idx="550">
                  <c:v>43192</c:v>
                </c:pt>
                <c:pt idx="551">
                  <c:v>43193</c:v>
                </c:pt>
                <c:pt idx="552">
                  <c:v>43194</c:v>
                </c:pt>
                <c:pt idx="553">
                  <c:v>43195</c:v>
                </c:pt>
                <c:pt idx="554">
                  <c:v>43196</c:v>
                </c:pt>
                <c:pt idx="555">
                  <c:v>43199</c:v>
                </c:pt>
                <c:pt idx="556">
                  <c:v>43200</c:v>
                </c:pt>
                <c:pt idx="557">
                  <c:v>43201</c:v>
                </c:pt>
                <c:pt idx="558">
                  <c:v>43202</c:v>
                </c:pt>
                <c:pt idx="559">
                  <c:v>43203</c:v>
                </c:pt>
                <c:pt idx="560">
                  <c:v>43206</c:v>
                </c:pt>
                <c:pt idx="561">
                  <c:v>43207</c:v>
                </c:pt>
                <c:pt idx="562">
                  <c:v>43208</c:v>
                </c:pt>
                <c:pt idx="563">
                  <c:v>43209</c:v>
                </c:pt>
                <c:pt idx="564">
                  <c:v>43210</c:v>
                </c:pt>
                <c:pt idx="565">
                  <c:v>43213</c:v>
                </c:pt>
                <c:pt idx="566">
                  <c:v>43214</c:v>
                </c:pt>
                <c:pt idx="567">
                  <c:v>43215</c:v>
                </c:pt>
                <c:pt idx="568">
                  <c:v>43216</c:v>
                </c:pt>
                <c:pt idx="569">
                  <c:v>43217</c:v>
                </c:pt>
                <c:pt idx="570">
                  <c:v>43220</c:v>
                </c:pt>
                <c:pt idx="571">
                  <c:v>43222</c:v>
                </c:pt>
                <c:pt idx="572">
                  <c:v>43223</c:v>
                </c:pt>
                <c:pt idx="573">
                  <c:v>43224</c:v>
                </c:pt>
                <c:pt idx="574">
                  <c:v>43228</c:v>
                </c:pt>
                <c:pt idx="575">
                  <c:v>43229</c:v>
                </c:pt>
                <c:pt idx="576">
                  <c:v>43230</c:v>
                </c:pt>
                <c:pt idx="577">
                  <c:v>43231</c:v>
                </c:pt>
                <c:pt idx="578">
                  <c:v>43234</c:v>
                </c:pt>
                <c:pt idx="579">
                  <c:v>43235</c:v>
                </c:pt>
                <c:pt idx="580">
                  <c:v>43236</c:v>
                </c:pt>
                <c:pt idx="581">
                  <c:v>43237</c:v>
                </c:pt>
                <c:pt idx="582">
                  <c:v>43238</c:v>
                </c:pt>
                <c:pt idx="583">
                  <c:v>43241</c:v>
                </c:pt>
                <c:pt idx="584">
                  <c:v>43243</c:v>
                </c:pt>
                <c:pt idx="585">
                  <c:v>43244</c:v>
                </c:pt>
                <c:pt idx="586">
                  <c:v>43245</c:v>
                </c:pt>
                <c:pt idx="587">
                  <c:v>43248</c:v>
                </c:pt>
                <c:pt idx="588">
                  <c:v>43249</c:v>
                </c:pt>
                <c:pt idx="589">
                  <c:v>43250</c:v>
                </c:pt>
                <c:pt idx="590">
                  <c:v>43251</c:v>
                </c:pt>
                <c:pt idx="591">
                  <c:v>43252</c:v>
                </c:pt>
                <c:pt idx="592">
                  <c:v>43255</c:v>
                </c:pt>
                <c:pt idx="593">
                  <c:v>43256</c:v>
                </c:pt>
                <c:pt idx="594">
                  <c:v>43258</c:v>
                </c:pt>
                <c:pt idx="595">
                  <c:v>43259</c:v>
                </c:pt>
                <c:pt idx="596">
                  <c:v>43262</c:v>
                </c:pt>
                <c:pt idx="597">
                  <c:v>43263</c:v>
                </c:pt>
                <c:pt idx="598">
                  <c:v>43265</c:v>
                </c:pt>
                <c:pt idx="599">
                  <c:v>43266</c:v>
                </c:pt>
                <c:pt idx="600">
                  <c:v>43269</c:v>
                </c:pt>
                <c:pt idx="601">
                  <c:v>43270</c:v>
                </c:pt>
                <c:pt idx="602">
                  <c:v>43271</c:v>
                </c:pt>
                <c:pt idx="603">
                  <c:v>43272</c:v>
                </c:pt>
                <c:pt idx="604">
                  <c:v>43273</c:v>
                </c:pt>
                <c:pt idx="605">
                  <c:v>43276</c:v>
                </c:pt>
                <c:pt idx="606">
                  <c:v>43277</c:v>
                </c:pt>
                <c:pt idx="607">
                  <c:v>43278</c:v>
                </c:pt>
                <c:pt idx="608">
                  <c:v>43279</c:v>
                </c:pt>
                <c:pt idx="609">
                  <c:v>43280</c:v>
                </c:pt>
                <c:pt idx="610">
                  <c:v>43283</c:v>
                </c:pt>
                <c:pt idx="611">
                  <c:v>43284</c:v>
                </c:pt>
                <c:pt idx="612">
                  <c:v>43285</c:v>
                </c:pt>
                <c:pt idx="613">
                  <c:v>43286</c:v>
                </c:pt>
                <c:pt idx="614">
                  <c:v>43287</c:v>
                </c:pt>
                <c:pt idx="615">
                  <c:v>43290</c:v>
                </c:pt>
                <c:pt idx="616">
                  <c:v>43291</c:v>
                </c:pt>
                <c:pt idx="617">
                  <c:v>43292</c:v>
                </c:pt>
                <c:pt idx="618">
                  <c:v>43293</c:v>
                </c:pt>
                <c:pt idx="619">
                  <c:v>43294</c:v>
                </c:pt>
                <c:pt idx="620">
                  <c:v>43297</c:v>
                </c:pt>
                <c:pt idx="621">
                  <c:v>43298</c:v>
                </c:pt>
                <c:pt idx="622">
                  <c:v>43299</c:v>
                </c:pt>
                <c:pt idx="623">
                  <c:v>43300</c:v>
                </c:pt>
                <c:pt idx="624">
                  <c:v>43301</c:v>
                </c:pt>
                <c:pt idx="625">
                  <c:v>43304</c:v>
                </c:pt>
                <c:pt idx="626">
                  <c:v>43305</c:v>
                </c:pt>
                <c:pt idx="627">
                  <c:v>43306</c:v>
                </c:pt>
                <c:pt idx="628">
                  <c:v>43307</c:v>
                </c:pt>
                <c:pt idx="629">
                  <c:v>43308</c:v>
                </c:pt>
                <c:pt idx="630">
                  <c:v>43311</c:v>
                </c:pt>
                <c:pt idx="631">
                  <c:v>43312</c:v>
                </c:pt>
                <c:pt idx="632">
                  <c:v>43313</c:v>
                </c:pt>
                <c:pt idx="633">
                  <c:v>43314</c:v>
                </c:pt>
                <c:pt idx="634">
                  <c:v>43315</c:v>
                </c:pt>
                <c:pt idx="635">
                  <c:v>43318</c:v>
                </c:pt>
                <c:pt idx="636">
                  <c:v>43319</c:v>
                </c:pt>
                <c:pt idx="637">
                  <c:v>43320</c:v>
                </c:pt>
                <c:pt idx="638">
                  <c:v>43321</c:v>
                </c:pt>
                <c:pt idx="639">
                  <c:v>43322</c:v>
                </c:pt>
                <c:pt idx="640">
                  <c:v>43325</c:v>
                </c:pt>
                <c:pt idx="641">
                  <c:v>43326</c:v>
                </c:pt>
                <c:pt idx="642">
                  <c:v>43328</c:v>
                </c:pt>
                <c:pt idx="643">
                  <c:v>43329</c:v>
                </c:pt>
                <c:pt idx="644">
                  <c:v>43332</c:v>
                </c:pt>
                <c:pt idx="645">
                  <c:v>43333</c:v>
                </c:pt>
                <c:pt idx="646">
                  <c:v>43334</c:v>
                </c:pt>
                <c:pt idx="647">
                  <c:v>43335</c:v>
                </c:pt>
                <c:pt idx="648">
                  <c:v>43336</c:v>
                </c:pt>
                <c:pt idx="649">
                  <c:v>43339</c:v>
                </c:pt>
                <c:pt idx="650">
                  <c:v>43340</c:v>
                </c:pt>
                <c:pt idx="651">
                  <c:v>43341</c:v>
                </c:pt>
                <c:pt idx="652">
                  <c:v>43342</c:v>
                </c:pt>
                <c:pt idx="653">
                  <c:v>43343</c:v>
                </c:pt>
                <c:pt idx="654">
                  <c:v>43346</c:v>
                </c:pt>
                <c:pt idx="655">
                  <c:v>43347</c:v>
                </c:pt>
                <c:pt idx="656">
                  <c:v>43348</c:v>
                </c:pt>
                <c:pt idx="657">
                  <c:v>43349</c:v>
                </c:pt>
                <c:pt idx="658">
                  <c:v>43350</c:v>
                </c:pt>
                <c:pt idx="659">
                  <c:v>43353</c:v>
                </c:pt>
                <c:pt idx="660">
                  <c:v>43354</c:v>
                </c:pt>
                <c:pt idx="661">
                  <c:v>43355</c:v>
                </c:pt>
                <c:pt idx="662">
                  <c:v>43356</c:v>
                </c:pt>
                <c:pt idx="663">
                  <c:v>43357</c:v>
                </c:pt>
                <c:pt idx="664">
                  <c:v>43360</c:v>
                </c:pt>
                <c:pt idx="665">
                  <c:v>43361</c:v>
                </c:pt>
                <c:pt idx="666">
                  <c:v>43362</c:v>
                </c:pt>
                <c:pt idx="667">
                  <c:v>43363</c:v>
                </c:pt>
                <c:pt idx="668">
                  <c:v>43364</c:v>
                </c:pt>
                <c:pt idx="669">
                  <c:v>43370</c:v>
                </c:pt>
                <c:pt idx="670">
                  <c:v>43371</c:v>
                </c:pt>
                <c:pt idx="671">
                  <c:v>43374</c:v>
                </c:pt>
                <c:pt idx="672">
                  <c:v>43375</c:v>
                </c:pt>
                <c:pt idx="673">
                  <c:v>43377</c:v>
                </c:pt>
                <c:pt idx="674">
                  <c:v>43378</c:v>
                </c:pt>
                <c:pt idx="675">
                  <c:v>43381</c:v>
                </c:pt>
                <c:pt idx="676">
                  <c:v>43383</c:v>
                </c:pt>
                <c:pt idx="677">
                  <c:v>43384</c:v>
                </c:pt>
                <c:pt idx="678">
                  <c:v>43385</c:v>
                </c:pt>
                <c:pt idx="679">
                  <c:v>43388</c:v>
                </c:pt>
                <c:pt idx="680">
                  <c:v>43389</c:v>
                </c:pt>
                <c:pt idx="681">
                  <c:v>43390</c:v>
                </c:pt>
                <c:pt idx="682">
                  <c:v>43391</c:v>
                </c:pt>
                <c:pt idx="683">
                  <c:v>43392</c:v>
                </c:pt>
                <c:pt idx="684">
                  <c:v>43395</c:v>
                </c:pt>
                <c:pt idx="685">
                  <c:v>43396</c:v>
                </c:pt>
                <c:pt idx="686">
                  <c:v>43397</c:v>
                </c:pt>
                <c:pt idx="687">
                  <c:v>43398</c:v>
                </c:pt>
                <c:pt idx="688">
                  <c:v>43399</c:v>
                </c:pt>
                <c:pt idx="689">
                  <c:v>43402</c:v>
                </c:pt>
                <c:pt idx="690">
                  <c:v>43403</c:v>
                </c:pt>
                <c:pt idx="691">
                  <c:v>43404</c:v>
                </c:pt>
                <c:pt idx="692">
                  <c:v>43405</c:v>
                </c:pt>
                <c:pt idx="693">
                  <c:v>43406</c:v>
                </c:pt>
                <c:pt idx="694">
                  <c:v>43409</c:v>
                </c:pt>
                <c:pt idx="695">
                  <c:v>43410</c:v>
                </c:pt>
                <c:pt idx="696">
                  <c:v>43411</c:v>
                </c:pt>
                <c:pt idx="697">
                  <c:v>43412</c:v>
                </c:pt>
                <c:pt idx="698">
                  <c:v>43413</c:v>
                </c:pt>
                <c:pt idx="699">
                  <c:v>43416</c:v>
                </c:pt>
                <c:pt idx="700">
                  <c:v>43417</c:v>
                </c:pt>
                <c:pt idx="701">
                  <c:v>43418</c:v>
                </c:pt>
                <c:pt idx="702">
                  <c:v>43419</c:v>
                </c:pt>
                <c:pt idx="703">
                  <c:v>43420</c:v>
                </c:pt>
                <c:pt idx="704">
                  <c:v>43423</c:v>
                </c:pt>
                <c:pt idx="705">
                  <c:v>43424</c:v>
                </c:pt>
                <c:pt idx="706">
                  <c:v>43425</c:v>
                </c:pt>
                <c:pt idx="707">
                  <c:v>43426</c:v>
                </c:pt>
                <c:pt idx="708">
                  <c:v>43427</c:v>
                </c:pt>
                <c:pt idx="709">
                  <c:v>43430</c:v>
                </c:pt>
                <c:pt idx="710">
                  <c:v>43431</c:v>
                </c:pt>
                <c:pt idx="711">
                  <c:v>43432</c:v>
                </c:pt>
                <c:pt idx="712">
                  <c:v>43433</c:v>
                </c:pt>
                <c:pt idx="713">
                  <c:v>43434</c:v>
                </c:pt>
                <c:pt idx="714">
                  <c:v>43437</c:v>
                </c:pt>
                <c:pt idx="715">
                  <c:v>43438</c:v>
                </c:pt>
                <c:pt idx="716">
                  <c:v>43439</c:v>
                </c:pt>
                <c:pt idx="717">
                  <c:v>43440</c:v>
                </c:pt>
                <c:pt idx="718">
                  <c:v>43441</c:v>
                </c:pt>
                <c:pt idx="719">
                  <c:v>43444</c:v>
                </c:pt>
                <c:pt idx="720">
                  <c:v>43445</c:v>
                </c:pt>
                <c:pt idx="721">
                  <c:v>43446</c:v>
                </c:pt>
                <c:pt idx="722">
                  <c:v>43447</c:v>
                </c:pt>
                <c:pt idx="723">
                  <c:v>43448</c:v>
                </c:pt>
                <c:pt idx="724">
                  <c:v>43451</c:v>
                </c:pt>
                <c:pt idx="725">
                  <c:v>43452</c:v>
                </c:pt>
                <c:pt idx="726">
                  <c:v>43453</c:v>
                </c:pt>
                <c:pt idx="727">
                  <c:v>43454</c:v>
                </c:pt>
                <c:pt idx="728">
                  <c:v>43455</c:v>
                </c:pt>
                <c:pt idx="729">
                  <c:v>43458</c:v>
                </c:pt>
                <c:pt idx="730">
                  <c:v>43460</c:v>
                </c:pt>
                <c:pt idx="731">
                  <c:v>43461</c:v>
                </c:pt>
                <c:pt idx="732">
                  <c:v>43462</c:v>
                </c:pt>
                <c:pt idx="733">
                  <c:v>43467</c:v>
                </c:pt>
                <c:pt idx="734">
                  <c:v>43468</c:v>
                </c:pt>
                <c:pt idx="735">
                  <c:v>43469</c:v>
                </c:pt>
                <c:pt idx="736">
                  <c:v>43472</c:v>
                </c:pt>
                <c:pt idx="737">
                  <c:v>43473</c:v>
                </c:pt>
                <c:pt idx="738">
                  <c:v>43474</c:v>
                </c:pt>
                <c:pt idx="739">
                  <c:v>43475</c:v>
                </c:pt>
                <c:pt idx="740">
                  <c:v>43476</c:v>
                </c:pt>
                <c:pt idx="741">
                  <c:v>43479</c:v>
                </c:pt>
                <c:pt idx="742">
                  <c:v>43480</c:v>
                </c:pt>
                <c:pt idx="743">
                  <c:v>43481</c:v>
                </c:pt>
                <c:pt idx="744">
                  <c:v>43482</c:v>
                </c:pt>
                <c:pt idx="745">
                  <c:v>43483</c:v>
                </c:pt>
                <c:pt idx="746">
                  <c:v>43486</c:v>
                </c:pt>
                <c:pt idx="747">
                  <c:v>43487</c:v>
                </c:pt>
                <c:pt idx="748">
                  <c:v>43488</c:v>
                </c:pt>
                <c:pt idx="749">
                  <c:v>43489</c:v>
                </c:pt>
                <c:pt idx="750">
                  <c:v>43490</c:v>
                </c:pt>
                <c:pt idx="751">
                  <c:v>43493</c:v>
                </c:pt>
                <c:pt idx="752">
                  <c:v>43494</c:v>
                </c:pt>
                <c:pt idx="753">
                  <c:v>43495</c:v>
                </c:pt>
                <c:pt idx="754">
                  <c:v>43496</c:v>
                </c:pt>
                <c:pt idx="755">
                  <c:v>43497</c:v>
                </c:pt>
                <c:pt idx="756">
                  <c:v>43503</c:v>
                </c:pt>
                <c:pt idx="757">
                  <c:v>43504</c:v>
                </c:pt>
                <c:pt idx="758">
                  <c:v>43507</c:v>
                </c:pt>
                <c:pt idx="759">
                  <c:v>43508</c:v>
                </c:pt>
                <c:pt idx="760">
                  <c:v>43509</c:v>
                </c:pt>
                <c:pt idx="761">
                  <c:v>43510</c:v>
                </c:pt>
                <c:pt idx="762">
                  <c:v>43511</c:v>
                </c:pt>
                <c:pt idx="763">
                  <c:v>43514</c:v>
                </c:pt>
                <c:pt idx="764">
                  <c:v>43515</c:v>
                </c:pt>
                <c:pt idx="765">
                  <c:v>43516</c:v>
                </c:pt>
                <c:pt idx="766">
                  <c:v>43517</c:v>
                </c:pt>
                <c:pt idx="767">
                  <c:v>43518</c:v>
                </c:pt>
                <c:pt idx="768">
                  <c:v>43521</c:v>
                </c:pt>
                <c:pt idx="769">
                  <c:v>43522</c:v>
                </c:pt>
                <c:pt idx="770">
                  <c:v>43523</c:v>
                </c:pt>
                <c:pt idx="771">
                  <c:v>43524</c:v>
                </c:pt>
                <c:pt idx="772">
                  <c:v>43528</c:v>
                </c:pt>
                <c:pt idx="773">
                  <c:v>43529</c:v>
                </c:pt>
                <c:pt idx="774">
                  <c:v>43530</c:v>
                </c:pt>
                <c:pt idx="775">
                  <c:v>43531</c:v>
                </c:pt>
                <c:pt idx="776">
                  <c:v>43532</c:v>
                </c:pt>
                <c:pt idx="777">
                  <c:v>43535</c:v>
                </c:pt>
                <c:pt idx="778">
                  <c:v>43536</c:v>
                </c:pt>
                <c:pt idx="779">
                  <c:v>43537</c:v>
                </c:pt>
                <c:pt idx="780">
                  <c:v>43538</c:v>
                </c:pt>
                <c:pt idx="781">
                  <c:v>43539</c:v>
                </c:pt>
                <c:pt idx="782">
                  <c:v>43542</c:v>
                </c:pt>
                <c:pt idx="783">
                  <c:v>43543</c:v>
                </c:pt>
                <c:pt idx="784">
                  <c:v>43544</c:v>
                </c:pt>
                <c:pt idx="785">
                  <c:v>43545</c:v>
                </c:pt>
                <c:pt idx="786">
                  <c:v>43546</c:v>
                </c:pt>
                <c:pt idx="787">
                  <c:v>43549</c:v>
                </c:pt>
                <c:pt idx="788">
                  <c:v>43550</c:v>
                </c:pt>
                <c:pt idx="789">
                  <c:v>43551</c:v>
                </c:pt>
                <c:pt idx="790">
                  <c:v>43552</c:v>
                </c:pt>
                <c:pt idx="791">
                  <c:v>43553</c:v>
                </c:pt>
                <c:pt idx="792">
                  <c:v>43556</c:v>
                </c:pt>
                <c:pt idx="793">
                  <c:v>43557</c:v>
                </c:pt>
                <c:pt idx="794">
                  <c:v>43558</c:v>
                </c:pt>
                <c:pt idx="795">
                  <c:v>43559</c:v>
                </c:pt>
                <c:pt idx="796">
                  <c:v>43560</c:v>
                </c:pt>
                <c:pt idx="797">
                  <c:v>43563</c:v>
                </c:pt>
                <c:pt idx="798">
                  <c:v>43564</c:v>
                </c:pt>
                <c:pt idx="799">
                  <c:v>43565</c:v>
                </c:pt>
                <c:pt idx="800">
                  <c:v>43566</c:v>
                </c:pt>
                <c:pt idx="801">
                  <c:v>43567</c:v>
                </c:pt>
                <c:pt idx="802">
                  <c:v>43570</c:v>
                </c:pt>
                <c:pt idx="803">
                  <c:v>43571</c:v>
                </c:pt>
                <c:pt idx="804">
                  <c:v>43572</c:v>
                </c:pt>
                <c:pt idx="805">
                  <c:v>43573</c:v>
                </c:pt>
                <c:pt idx="806">
                  <c:v>43574</c:v>
                </c:pt>
                <c:pt idx="807">
                  <c:v>43577</c:v>
                </c:pt>
                <c:pt idx="808">
                  <c:v>43578</c:v>
                </c:pt>
                <c:pt idx="809">
                  <c:v>43579</c:v>
                </c:pt>
                <c:pt idx="810">
                  <c:v>43580</c:v>
                </c:pt>
                <c:pt idx="811">
                  <c:v>43581</c:v>
                </c:pt>
                <c:pt idx="812">
                  <c:v>43584</c:v>
                </c:pt>
                <c:pt idx="813">
                  <c:v>43585</c:v>
                </c:pt>
                <c:pt idx="814">
                  <c:v>43587</c:v>
                </c:pt>
                <c:pt idx="815">
                  <c:v>43588</c:v>
                </c:pt>
                <c:pt idx="816">
                  <c:v>43592</c:v>
                </c:pt>
                <c:pt idx="817">
                  <c:v>43593</c:v>
                </c:pt>
                <c:pt idx="818">
                  <c:v>43594</c:v>
                </c:pt>
                <c:pt idx="819">
                  <c:v>43595</c:v>
                </c:pt>
                <c:pt idx="820">
                  <c:v>43598</c:v>
                </c:pt>
                <c:pt idx="821">
                  <c:v>43599</c:v>
                </c:pt>
                <c:pt idx="822">
                  <c:v>43600</c:v>
                </c:pt>
                <c:pt idx="823">
                  <c:v>43601</c:v>
                </c:pt>
                <c:pt idx="824">
                  <c:v>43602</c:v>
                </c:pt>
                <c:pt idx="825">
                  <c:v>43605</c:v>
                </c:pt>
                <c:pt idx="826">
                  <c:v>43606</c:v>
                </c:pt>
                <c:pt idx="827">
                  <c:v>43607</c:v>
                </c:pt>
                <c:pt idx="828">
                  <c:v>43608</c:v>
                </c:pt>
                <c:pt idx="829">
                  <c:v>43609</c:v>
                </c:pt>
                <c:pt idx="830">
                  <c:v>43612</c:v>
                </c:pt>
                <c:pt idx="831">
                  <c:v>43613</c:v>
                </c:pt>
                <c:pt idx="832">
                  <c:v>43614</c:v>
                </c:pt>
                <c:pt idx="833">
                  <c:v>43615</c:v>
                </c:pt>
                <c:pt idx="834">
                  <c:v>43616</c:v>
                </c:pt>
                <c:pt idx="835">
                  <c:v>43619</c:v>
                </c:pt>
                <c:pt idx="836">
                  <c:v>43620</c:v>
                </c:pt>
                <c:pt idx="837">
                  <c:v>43621</c:v>
                </c:pt>
                <c:pt idx="838">
                  <c:v>43623</c:v>
                </c:pt>
                <c:pt idx="839">
                  <c:v>43626</c:v>
                </c:pt>
                <c:pt idx="840">
                  <c:v>43627</c:v>
                </c:pt>
                <c:pt idx="841">
                  <c:v>43628</c:v>
                </c:pt>
                <c:pt idx="842">
                  <c:v>43629</c:v>
                </c:pt>
                <c:pt idx="843">
                  <c:v>43630</c:v>
                </c:pt>
                <c:pt idx="844">
                  <c:v>43633</c:v>
                </c:pt>
                <c:pt idx="845">
                  <c:v>43634</c:v>
                </c:pt>
                <c:pt idx="846">
                  <c:v>43635</c:v>
                </c:pt>
                <c:pt idx="847">
                  <c:v>43636</c:v>
                </c:pt>
                <c:pt idx="848">
                  <c:v>43637</c:v>
                </c:pt>
                <c:pt idx="849">
                  <c:v>43640</c:v>
                </c:pt>
                <c:pt idx="850">
                  <c:v>43641</c:v>
                </c:pt>
                <c:pt idx="851">
                  <c:v>43642</c:v>
                </c:pt>
                <c:pt idx="852">
                  <c:v>43643</c:v>
                </c:pt>
                <c:pt idx="853">
                  <c:v>43644</c:v>
                </c:pt>
                <c:pt idx="854">
                  <c:v>43647</c:v>
                </c:pt>
                <c:pt idx="855">
                  <c:v>43648</c:v>
                </c:pt>
                <c:pt idx="856">
                  <c:v>43649</c:v>
                </c:pt>
                <c:pt idx="857">
                  <c:v>43650</c:v>
                </c:pt>
                <c:pt idx="858">
                  <c:v>43651</c:v>
                </c:pt>
                <c:pt idx="859">
                  <c:v>43654</c:v>
                </c:pt>
                <c:pt idx="860">
                  <c:v>43655</c:v>
                </c:pt>
                <c:pt idx="861">
                  <c:v>43656</c:v>
                </c:pt>
                <c:pt idx="862">
                  <c:v>43657</c:v>
                </c:pt>
                <c:pt idx="863">
                  <c:v>43658</c:v>
                </c:pt>
                <c:pt idx="864">
                  <c:v>43661</c:v>
                </c:pt>
                <c:pt idx="865">
                  <c:v>43662</c:v>
                </c:pt>
                <c:pt idx="866">
                  <c:v>43663</c:v>
                </c:pt>
                <c:pt idx="867">
                  <c:v>43664</c:v>
                </c:pt>
                <c:pt idx="868">
                  <c:v>43665</c:v>
                </c:pt>
                <c:pt idx="869">
                  <c:v>43668</c:v>
                </c:pt>
                <c:pt idx="870">
                  <c:v>43669</c:v>
                </c:pt>
                <c:pt idx="871">
                  <c:v>43670</c:v>
                </c:pt>
                <c:pt idx="872">
                  <c:v>43671</c:v>
                </c:pt>
                <c:pt idx="873">
                  <c:v>43672</c:v>
                </c:pt>
                <c:pt idx="874">
                  <c:v>43675</c:v>
                </c:pt>
                <c:pt idx="875">
                  <c:v>43676</c:v>
                </c:pt>
                <c:pt idx="876">
                  <c:v>43677</c:v>
                </c:pt>
                <c:pt idx="877">
                  <c:v>43678</c:v>
                </c:pt>
                <c:pt idx="878">
                  <c:v>43679</c:v>
                </c:pt>
                <c:pt idx="879">
                  <c:v>43682</c:v>
                </c:pt>
                <c:pt idx="880">
                  <c:v>43683</c:v>
                </c:pt>
                <c:pt idx="881">
                  <c:v>43684</c:v>
                </c:pt>
                <c:pt idx="882">
                  <c:v>43685</c:v>
                </c:pt>
                <c:pt idx="883">
                  <c:v>43686</c:v>
                </c:pt>
                <c:pt idx="884">
                  <c:v>43689</c:v>
                </c:pt>
                <c:pt idx="885">
                  <c:v>43690</c:v>
                </c:pt>
                <c:pt idx="886">
                  <c:v>43691</c:v>
                </c:pt>
                <c:pt idx="887">
                  <c:v>43693</c:v>
                </c:pt>
                <c:pt idx="888">
                  <c:v>43696</c:v>
                </c:pt>
                <c:pt idx="889">
                  <c:v>43697</c:v>
                </c:pt>
                <c:pt idx="890">
                  <c:v>43698</c:v>
                </c:pt>
                <c:pt idx="891">
                  <c:v>43699</c:v>
                </c:pt>
                <c:pt idx="892">
                  <c:v>43700</c:v>
                </c:pt>
                <c:pt idx="893">
                  <c:v>43703</c:v>
                </c:pt>
                <c:pt idx="894">
                  <c:v>43704</c:v>
                </c:pt>
                <c:pt idx="895">
                  <c:v>43705</c:v>
                </c:pt>
                <c:pt idx="896">
                  <c:v>43706</c:v>
                </c:pt>
                <c:pt idx="897">
                  <c:v>43707</c:v>
                </c:pt>
                <c:pt idx="898">
                  <c:v>43710</c:v>
                </c:pt>
                <c:pt idx="899">
                  <c:v>43711</c:v>
                </c:pt>
                <c:pt idx="900">
                  <c:v>43712</c:v>
                </c:pt>
                <c:pt idx="901">
                  <c:v>43713</c:v>
                </c:pt>
                <c:pt idx="902">
                  <c:v>43714</c:v>
                </c:pt>
                <c:pt idx="903">
                  <c:v>43717</c:v>
                </c:pt>
                <c:pt idx="904">
                  <c:v>43718</c:v>
                </c:pt>
                <c:pt idx="905">
                  <c:v>43719</c:v>
                </c:pt>
                <c:pt idx="906">
                  <c:v>43724</c:v>
                </c:pt>
                <c:pt idx="907">
                  <c:v>43725</c:v>
                </c:pt>
                <c:pt idx="908">
                  <c:v>43726</c:v>
                </c:pt>
                <c:pt idx="909">
                  <c:v>43727</c:v>
                </c:pt>
                <c:pt idx="910">
                  <c:v>43728</c:v>
                </c:pt>
                <c:pt idx="911">
                  <c:v>43731</c:v>
                </c:pt>
                <c:pt idx="912">
                  <c:v>43732</c:v>
                </c:pt>
                <c:pt idx="913">
                  <c:v>43733</c:v>
                </c:pt>
                <c:pt idx="914">
                  <c:v>43734</c:v>
                </c:pt>
                <c:pt idx="915">
                  <c:v>43735</c:v>
                </c:pt>
                <c:pt idx="916">
                  <c:v>43738</c:v>
                </c:pt>
                <c:pt idx="917">
                  <c:v>43739</c:v>
                </c:pt>
                <c:pt idx="918">
                  <c:v>43740</c:v>
                </c:pt>
                <c:pt idx="919">
                  <c:v>43742</c:v>
                </c:pt>
                <c:pt idx="920">
                  <c:v>43745</c:v>
                </c:pt>
                <c:pt idx="921">
                  <c:v>43746</c:v>
                </c:pt>
                <c:pt idx="922">
                  <c:v>43748</c:v>
                </c:pt>
                <c:pt idx="923">
                  <c:v>43749</c:v>
                </c:pt>
                <c:pt idx="924">
                  <c:v>43752</c:v>
                </c:pt>
                <c:pt idx="925">
                  <c:v>43753</c:v>
                </c:pt>
                <c:pt idx="926">
                  <c:v>43754</c:v>
                </c:pt>
                <c:pt idx="927">
                  <c:v>43755</c:v>
                </c:pt>
                <c:pt idx="928">
                  <c:v>43756</c:v>
                </c:pt>
                <c:pt idx="929">
                  <c:v>43759</c:v>
                </c:pt>
                <c:pt idx="930">
                  <c:v>43760</c:v>
                </c:pt>
                <c:pt idx="931">
                  <c:v>43761</c:v>
                </c:pt>
                <c:pt idx="932">
                  <c:v>43762</c:v>
                </c:pt>
                <c:pt idx="933">
                  <c:v>43763</c:v>
                </c:pt>
                <c:pt idx="934">
                  <c:v>43766</c:v>
                </c:pt>
                <c:pt idx="935">
                  <c:v>43767</c:v>
                </c:pt>
                <c:pt idx="936">
                  <c:v>43768</c:v>
                </c:pt>
                <c:pt idx="937">
                  <c:v>43769</c:v>
                </c:pt>
                <c:pt idx="938">
                  <c:v>43770</c:v>
                </c:pt>
                <c:pt idx="939">
                  <c:v>43773</c:v>
                </c:pt>
                <c:pt idx="940">
                  <c:v>43774</c:v>
                </c:pt>
                <c:pt idx="941">
                  <c:v>43775</c:v>
                </c:pt>
                <c:pt idx="942">
                  <c:v>43776</c:v>
                </c:pt>
                <c:pt idx="943">
                  <c:v>43777</c:v>
                </c:pt>
                <c:pt idx="944">
                  <c:v>43780</c:v>
                </c:pt>
                <c:pt idx="945">
                  <c:v>43781</c:v>
                </c:pt>
                <c:pt idx="946">
                  <c:v>43782</c:v>
                </c:pt>
                <c:pt idx="947">
                  <c:v>43783</c:v>
                </c:pt>
                <c:pt idx="948">
                  <c:v>43784</c:v>
                </c:pt>
                <c:pt idx="949">
                  <c:v>43787</c:v>
                </c:pt>
                <c:pt idx="950">
                  <c:v>43788</c:v>
                </c:pt>
                <c:pt idx="951">
                  <c:v>43789</c:v>
                </c:pt>
                <c:pt idx="952">
                  <c:v>43790</c:v>
                </c:pt>
                <c:pt idx="953">
                  <c:v>43791</c:v>
                </c:pt>
                <c:pt idx="954">
                  <c:v>43794</c:v>
                </c:pt>
                <c:pt idx="955">
                  <c:v>43795</c:v>
                </c:pt>
                <c:pt idx="956">
                  <c:v>43796</c:v>
                </c:pt>
                <c:pt idx="957">
                  <c:v>43797</c:v>
                </c:pt>
                <c:pt idx="958">
                  <c:v>43798</c:v>
                </c:pt>
                <c:pt idx="959">
                  <c:v>43801</c:v>
                </c:pt>
                <c:pt idx="960">
                  <c:v>43802</c:v>
                </c:pt>
                <c:pt idx="961">
                  <c:v>43803</c:v>
                </c:pt>
                <c:pt idx="962">
                  <c:v>43804</c:v>
                </c:pt>
                <c:pt idx="963">
                  <c:v>43805</c:v>
                </c:pt>
                <c:pt idx="964">
                  <c:v>43808</c:v>
                </c:pt>
                <c:pt idx="965">
                  <c:v>43809</c:v>
                </c:pt>
                <c:pt idx="966">
                  <c:v>43810</c:v>
                </c:pt>
                <c:pt idx="967">
                  <c:v>43811</c:v>
                </c:pt>
                <c:pt idx="968">
                  <c:v>43812</c:v>
                </c:pt>
                <c:pt idx="969">
                  <c:v>43815</c:v>
                </c:pt>
                <c:pt idx="970">
                  <c:v>43816</c:v>
                </c:pt>
                <c:pt idx="971">
                  <c:v>43817</c:v>
                </c:pt>
                <c:pt idx="972">
                  <c:v>43818</c:v>
                </c:pt>
                <c:pt idx="973">
                  <c:v>43819</c:v>
                </c:pt>
                <c:pt idx="974">
                  <c:v>43822</c:v>
                </c:pt>
                <c:pt idx="975">
                  <c:v>43823</c:v>
                </c:pt>
                <c:pt idx="976">
                  <c:v>43825</c:v>
                </c:pt>
                <c:pt idx="977">
                  <c:v>43826</c:v>
                </c:pt>
                <c:pt idx="978">
                  <c:v>43829</c:v>
                </c:pt>
                <c:pt idx="979">
                  <c:v>43832</c:v>
                </c:pt>
                <c:pt idx="980">
                  <c:v>43833</c:v>
                </c:pt>
                <c:pt idx="981">
                  <c:v>43836</c:v>
                </c:pt>
                <c:pt idx="982">
                  <c:v>43837</c:v>
                </c:pt>
                <c:pt idx="983">
                  <c:v>43838</c:v>
                </c:pt>
                <c:pt idx="984">
                  <c:v>43839</c:v>
                </c:pt>
                <c:pt idx="985">
                  <c:v>43840</c:v>
                </c:pt>
                <c:pt idx="986">
                  <c:v>43843</c:v>
                </c:pt>
                <c:pt idx="987">
                  <c:v>43844</c:v>
                </c:pt>
                <c:pt idx="988">
                  <c:v>43845</c:v>
                </c:pt>
                <c:pt idx="989">
                  <c:v>43846</c:v>
                </c:pt>
                <c:pt idx="990">
                  <c:v>43847</c:v>
                </c:pt>
                <c:pt idx="991">
                  <c:v>43850</c:v>
                </c:pt>
                <c:pt idx="992">
                  <c:v>43851</c:v>
                </c:pt>
                <c:pt idx="993">
                  <c:v>43852</c:v>
                </c:pt>
                <c:pt idx="994">
                  <c:v>43853</c:v>
                </c:pt>
                <c:pt idx="995">
                  <c:v>43858</c:v>
                </c:pt>
                <c:pt idx="996">
                  <c:v>43859</c:v>
                </c:pt>
                <c:pt idx="997">
                  <c:v>43860</c:v>
                </c:pt>
                <c:pt idx="998">
                  <c:v>43861</c:v>
                </c:pt>
                <c:pt idx="999">
                  <c:v>43864</c:v>
                </c:pt>
                <c:pt idx="1000">
                  <c:v>43865</c:v>
                </c:pt>
                <c:pt idx="1001">
                  <c:v>43866</c:v>
                </c:pt>
                <c:pt idx="1002">
                  <c:v>43867</c:v>
                </c:pt>
                <c:pt idx="1003">
                  <c:v>43868</c:v>
                </c:pt>
                <c:pt idx="1004">
                  <c:v>43871</c:v>
                </c:pt>
                <c:pt idx="1005">
                  <c:v>43872</c:v>
                </c:pt>
                <c:pt idx="1006">
                  <c:v>43873</c:v>
                </c:pt>
                <c:pt idx="1007">
                  <c:v>43874</c:v>
                </c:pt>
                <c:pt idx="1008">
                  <c:v>43875</c:v>
                </c:pt>
                <c:pt idx="1009">
                  <c:v>43878</c:v>
                </c:pt>
                <c:pt idx="1010">
                  <c:v>43879</c:v>
                </c:pt>
                <c:pt idx="1011">
                  <c:v>43880</c:v>
                </c:pt>
                <c:pt idx="1012">
                  <c:v>43881</c:v>
                </c:pt>
                <c:pt idx="1013">
                  <c:v>43882</c:v>
                </c:pt>
                <c:pt idx="1014">
                  <c:v>43885</c:v>
                </c:pt>
                <c:pt idx="1015">
                  <c:v>43886</c:v>
                </c:pt>
                <c:pt idx="1016">
                  <c:v>43887</c:v>
                </c:pt>
                <c:pt idx="1017">
                  <c:v>43888</c:v>
                </c:pt>
                <c:pt idx="1018">
                  <c:v>43889</c:v>
                </c:pt>
                <c:pt idx="1019">
                  <c:v>43892</c:v>
                </c:pt>
                <c:pt idx="1020">
                  <c:v>43893</c:v>
                </c:pt>
                <c:pt idx="1021">
                  <c:v>43894</c:v>
                </c:pt>
                <c:pt idx="1022">
                  <c:v>43895</c:v>
                </c:pt>
                <c:pt idx="1023">
                  <c:v>43896</c:v>
                </c:pt>
                <c:pt idx="1024">
                  <c:v>43899</c:v>
                </c:pt>
                <c:pt idx="1025">
                  <c:v>43900</c:v>
                </c:pt>
                <c:pt idx="1026">
                  <c:v>43901</c:v>
                </c:pt>
                <c:pt idx="1027">
                  <c:v>43902</c:v>
                </c:pt>
                <c:pt idx="1028">
                  <c:v>43903</c:v>
                </c:pt>
                <c:pt idx="1029">
                  <c:v>43906</c:v>
                </c:pt>
                <c:pt idx="1030">
                  <c:v>43907</c:v>
                </c:pt>
                <c:pt idx="1031">
                  <c:v>43908</c:v>
                </c:pt>
                <c:pt idx="1032">
                  <c:v>43909</c:v>
                </c:pt>
                <c:pt idx="1033">
                  <c:v>43910</c:v>
                </c:pt>
                <c:pt idx="1034">
                  <c:v>43913</c:v>
                </c:pt>
                <c:pt idx="1035">
                  <c:v>43914</c:v>
                </c:pt>
                <c:pt idx="1036">
                  <c:v>43915</c:v>
                </c:pt>
                <c:pt idx="1037">
                  <c:v>43916</c:v>
                </c:pt>
                <c:pt idx="1038">
                  <c:v>43917</c:v>
                </c:pt>
                <c:pt idx="1039">
                  <c:v>43920</c:v>
                </c:pt>
                <c:pt idx="1040">
                  <c:v>43921</c:v>
                </c:pt>
                <c:pt idx="1041">
                  <c:v>43922</c:v>
                </c:pt>
                <c:pt idx="1042">
                  <c:v>43923</c:v>
                </c:pt>
                <c:pt idx="1043">
                  <c:v>43924</c:v>
                </c:pt>
                <c:pt idx="1044">
                  <c:v>43927</c:v>
                </c:pt>
                <c:pt idx="1045">
                  <c:v>43928</c:v>
                </c:pt>
                <c:pt idx="1046">
                  <c:v>43929</c:v>
                </c:pt>
                <c:pt idx="1047">
                  <c:v>43930</c:v>
                </c:pt>
                <c:pt idx="1048">
                  <c:v>43931</c:v>
                </c:pt>
                <c:pt idx="1049">
                  <c:v>43934</c:v>
                </c:pt>
                <c:pt idx="1050">
                  <c:v>43935</c:v>
                </c:pt>
                <c:pt idx="1051">
                  <c:v>43937</c:v>
                </c:pt>
                <c:pt idx="1052">
                  <c:v>43938</c:v>
                </c:pt>
                <c:pt idx="1053">
                  <c:v>43941</c:v>
                </c:pt>
                <c:pt idx="1054">
                  <c:v>43942</c:v>
                </c:pt>
                <c:pt idx="1055">
                  <c:v>43943</c:v>
                </c:pt>
                <c:pt idx="1056">
                  <c:v>43944</c:v>
                </c:pt>
                <c:pt idx="1057">
                  <c:v>43945</c:v>
                </c:pt>
                <c:pt idx="1058">
                  <c:v>43948</c:v>
                </c:pt>
                <c:pt idx="1059">
                  <c:v>43949</c:v>
                </c:pt>
                <c:pt idx="1060">
                  <c:v>43950</c:v>
                </c:pt>
                <c:pt idx="1061">
                  <c:v>43955</c:v>
                </c:pt>
                <c:pt idx="1062">
                  <c:v>43957</c:v>
                </c:pt>
                <c:pt idx="1063">
                  <c:v>43958</c:v>
                </c:pt>
                <c:pt idx="1064">
                  <c:v>43959</c:v>
                </c:pt>
                <c:pt idx="1065">
                  <c:v>43962</c:v>
                </c:pt>
                <c:pt idx="1066">
                  <c:v>43963</c:v>
                </c:pt>
                <c:pt idx="1067">
                  <c:v>43964</c:v>
                </c:pt>
                <c:pt idx="1068">
                  <c:v>43965</c:v>
                </c:pt>
                <c:pt idx="1069">
                  <c:v>43966</c:v>
                </c:pt>
                <c:pt idx="1070">
                  <c:v>43969</c:v>
                </c:pt>
                <c:pt idx="1071">
                  <c:v>43970</c:v>
                </c:pt>
                <c:pt idx="1072">
                  <c:v>43971</c:v>
                </c:pt>
                <c:pt idx="1073">
                  <c:v>43972</c:v>
                </c:pt>
                <c:pt idx="1074">
                  <c:v>43973</c:v>
                </c:pt>
                <c:pt idx="1075">
                  <c:v>43976</c:v>
                </c:pt>
                <c:pt idx="1076">
                  <c:v>43977</c:v>
                </c:pt>
                <c:pt idx="1077">
                  <c:v>43978</c:v>
                </c:pt>
                <c:pt idx="1078">
                  <c:v>43979</c:v>
                </c:pt>
                <c:pt idx="1079">
                  <c:v>43980</c:v>
                </c:pt>
                <c:pt idx="1080">
                  <c:v>43983</c:v>
                </c:pt>
                <c:pt idx="1081">
                  <c:v>43984</c:v>
                </c:pt>
                <c:pt idx="1082">
                  <c:v>43985</c:v>
                </c:pt>
                <c:pt idx="1083">
                  <c:v>43986</c:v>
                </c:pt>
                <c:pt idx="1084">
                  <c:v>43987</c:v>
                </c:pt>
                <c:pt idx="1085">
                  <c:v>43990</c:v>
                </c:pt>
                <c:pt idx="1086">
                  <c:v>43991</c:v>
                </c:pt>
                <c:pt idx="1087">
                  <c:v>43992</c:v>
                </c:pt>
                <c:pt idx="1088">
                  <c:v>43993</c:v>
                </c:pt>
                <c:pt idx="1089">
                  <c:v>43994</c:v>
                </c:pt>
                <c:pt idx="1090">
                  <c:v>43997</c:v>
                </c:pt>
                <c:pt idx="1091">
                  <c:v>43998</c:v>
                </c:pt>
                <c:pt idx="1092">
                  <c:v>43999</c:v>
                </c:pt>
                <c:pt idx="1093">
                  <c:v>44000</c:v>
                </c:pt>
                <c:pt idx="1094">
                  <c:v>44001</c:v>
                </c:pt>
                <c:pt idx="1095">
                  <c:v>44004</c:v>
                </c:pt>
                <c:pt idx="1096">
                  <c:v>44005</c:v>
                </c:pt>
                <c:pt idx="1097">
                  <c:v>44006</c:v>
                </c:pt>
                <c:pt idx="1098">
                  <c:v>44007</c:v>
                </c:pt>
                <c:pt idx="1099">
                  <c:v>44008</c:v>
                </c:pt>
                <c:pt idx="1100">
                  <c:v>44011</c:v>
                </c:pt>
                <c:pt idx="1101">
                  <c:v>44012</c:v>
                </c:pt>
                <c:pt idx="1102">
                  <c:v>44013</c:v>
                </c:pt>
                <c:pt idx="1103">
                  <c:v>44014</c:v>
                </c:pt>
                <c:pt idx="1104">
                  <c:v>44015</c:v>
                </c:pt>
                <c:pt idx="1105">
                  <c:v>44018</c:v>
                </c:pt>
                <c:pt idx="1106">
                  <c:v>44019</c:v>
                </c:pt>
                <c:pt idx="1107">
                  <c:v>44020</c:v>
                </c:pt>
                <c:pt idx="1108">
                  <c:v>44021</c:v>
                </c:pt>
                <c:pt idx="1109">
                  <c:v>44022</c:v>
                </c:pt>
                <c:pt idx="1110">
                  <c:v>44025</c:v>
                </c:pt>
                <c:pt idx="1111">
                  <c:v>44026</c:v>
                </c:pt>
                <c:pt idx="1112">
                  <c:v>44027</c:v>
                </c:pt>
                <c:pt idx="1113">
                  <c:v>44028</c:v>
                </c:pt>
                <c:pt idx="1114">
                  <c:v>44029</c:v>
                </c:pt>
                <c:pt idx="1115">
                  <c:v>44032</c:v>
                </c:pt>
                <c:pt idx="1116">
                  <c:v>44033</c:v>
                </c:pt>
                <c:pt idx="1117">
                  <c:v>44034</c:v>
                </c:pt>
                <c:pt idx="1118">
                  <c:v>44035</c:v>
                </c:pt>
                <c:pt idx="1119">
                  <c:v>44036</c:v>
                </c:pt>
                <c:pt idx="1120">
                  <c:v>44039</c:v>
                </c:pt>
                <c:pt idx="1121">
                  <c:v>44040</c:v>
                </c:pt>
                <c:pt idx="1122">
                  <c:v>44041</c:v>
                </c:pt>
                <c:pt idx="1123">
                  <c:v>44042</c:v>
                </c:pt>
                <c:pt idx="1124">
                  <c:v>44043</c:v>
                </c:pt>
                <c:pt idx="1125">
                  <c:v>44046</c:v>
                </c:pt>
                <c:pt idx="1126">
                  <c:v>44047</c:v>
                </c:pt>
                <c:pt idx="1127">
                  <c:v>44048</c:v>
                </c:pt>
                <c:pt idx="1128">
                  <c:v>44049</c:v>
                </c:pt>
                <c:pt idx="1129">
                  <c:v>44050</c:v>
                </c:pt>
                <c:pt idx="1130">
                  <c:v>44053</c:v>
                </c:pt>
                <c:pt idx="1131">
                  <c:v>44054</c:v>
                </c:pt>
                <c:pt idx="1132">
                  <c:v>44055</c:v>
                </c:pt>
                <c:pt idx="1133">
                  <c:v>44056</c:v>
                </c:pt>
                <c:pt idx="1134">
                  <c:v>44057</c:v>
                </c:pt>
                <c:pt idx="1135">
                  <c:v>44061</c:v>
                </c:pt>
                <c:pt idx="1136">
                  <c:v>44062</c:v>
                </c:pt>
                <c:pt idx="1137">
                  <c:v>44063</c:v>
                </c:pt>
                <c:pt idx="1138">
                  <c:v>44064</c:v>
                </c:pt>
                <c:pt idx="1139">
                  <c:v>44067</c:v>
                </c:pt>
                <c:pt idx="1140">
                  <c:v>44068</c:v>
                </c:pt>
                <c:pt idx="1141">
                  <c:v>44069</c:v>
                </c:pt>
                <c:pt idx="1142">
                  <c:v>44070</c:v>
                </c:pt>
                <c:pt idx="1143">
                  <c:v>44071</c:v>
                </c:pt>
                <c:pt idx="1144">
                  <c:v>44074</c:v>
                </c:pt>
                <c:pt idx="1145">
                  <c:v>44075</c:v>
                </c:pt>
                <c:pt idx="1146">
                  <c:v>44076</c:v>
                </c:pt>
                <c:pt idx="1147">
                  <c:v>44077</c:v>
                </c:pt>
                <c:pt idx="1148">
                  <c:v>44078</c:v>
                </c:pt>
                <c:pt idx="1149">
                  <c:v>44081</c:v>
                </c:pt>
                <c:pt idx="1150">
                  <c:v>44082</c:v>
                </c:pt>
                <c:pt idx="1151">
                  <c:v>44083</c:v>
                </c:pt>
                <c:pt idx="1152">
                  <c:v>44084</c:v>
                </c:pt>
                <c:pt idx="1153">
                  <c:v>44085</c:v>
                </c:pt>
                <c:pt idx="1154">
                  <c:v>44088</c:v>
                </c:pt>
                <c:pt idx="1155">
                  <c:v>44089</c:v>
                </c:pt>
                <c:pt idx="1156">
                  <c:v>44090</c:v>
                </c:pt>
                <c:pt idx="1157">
                  <c:v>44091</c:v>
                </c:pt>
                <c:pt idx="1158">
                  <c:v>44092</c:v>
                </c:pt>
                <c:pt idx="1159">
                  <c:v>44095</c:v>
                </c:pt>
                <c:pt idx="1160">
                  <c:v>44096</c:v>
                </c:pt>
                <c:pt idx="1161">
                  <c:v>44097</c:v>
                </c:pt>
                <c:pt idx="1162">
                  <c:v>44098</c:v>
                </c:pt>
                <c:pt idx="1163">
                  <c:v>44099</c:v>
                </c:pt>
                <c:pt idx="1164">
                  <c:v>44102</c:v>
                </c:pt>
                <c:pt idx="1165">
                  <c:v>44103</c:v>
                </c:pt>
                <c:pt idx="1166">
                  <c:v>44109</c:v>
                </c:pt>
                <c:pt idx="1167">
                  <c:v>44110</c:v>
                </c:pt>
                <c:pt idx="1168">
                  <c:v>44111</c:v>
                </c:pt>
                <c:pt idx="1169">
                  <c:v>44112</c:v>
                </c:pt>
                <c:pt idx="1170">
                  <c:v>44116</c:v>
                </c:pt>
                <c:pt idx="1171">
                  <c:v>44117</c:v>
                </c:pt>
                <c:pt idx="1172">
                  <c:v>44118</c:v>
                </c:pt>
                <c:pt idx="1173">
                  <c:v>44119</c:v>
                </c:pt>
                <c:pt idx="1174">
                  <c:v>44120</c:v>
                </c:pt>
                <c:pt idx="1175">
                  <c:v>44123</c:v>
                </c:pt>
                <c:pt idx="1176">
                  <c:v>44124</c:v>
                </c:pt>
                <c:pt idx="1177">
                  <c:v>44125</c:v>
                </c:pt>
                <c:pt idx="1178">
                  <c:v>44126</c:v>
                </c:pt>
                <c:pt idx="1179">
                  <c:v>44127</c:v>
                </c:pt>
                <c:pt idx="1180">
                  <c:v>44130</c:v>
                </c:pt>
                <c:pt idx="1181">
                  <c:v>44131</c:v>
                </c:pt>
                <c:pt idx="1182">
                  <c:v>44132</c:v>
                </c:pt>
                <c:pt idx="1183">
                  <c:v>44133</c:v>
                </c:pt>
                <c:pt idx="1184">
                  <c:v>44134</c:v>
                </c:pt>
                <c:pt idx="1185">
                  <c:v>44137</c:v>
                </c:pt>
                <c:pt idx="1186">
                  <c:v>44138</c:v>
                </c:pt>
                <c:pt idx="1187">
                  <c:v>44139</c:v>
                </c:pt>
                <c:pt idx="1188">
                  <c:v>44140</c:v>
                </c:pt>
                <c:pt idx="1189">
                  <c:v>44141</c:v>
                </c:pt>
                <c:pt idx="1190">
                  <c:v>44144</c:v>
                </c:pt>
                <c:pt idx="1191">
                  <c:v>44145</c:v>
                </c:pt>
                <c:pt idx="1192">
                  <c:v>44146</c:v>
                </c:pt>
                <c:pt idx="1193">
                  <c:v>44147</c:v>
                </c:pt>
                <c:pt idx="1194">
                  <c:v>44148</c:v>
                </c:pt>
                <c:pt idx="1195">
                  <c:v>44151</c:v>
                </c:pt>
                <c:pt idx="1196">
                  <c:v>44152</c:v>
                </c:pt>
                <c:pt idx="1197">
                  <c:v>44153</c:v>
                </c:pt>
                <c:pt idx="1198">
                  <c:v>44154</c:v>
                </c:pt>
                <c:pt idx="1199">
                  <c:v>44155</c:v>
                </c:pt>
                <c:pt idx="1200">
                  <c:v>44158</c:v>
                </c:pt>
                <c:pt idx="1201">
                  <c:v>44159</c:v>
                </c:pt>
                <c:pt idx="1202">
                  <c:v>44160</c:v>
                </c:pt>
                <c:pt idx="1203">
                  <c:v>44161</c:v>
                </c:pt>
                <c:pt idx="1204">
                  <c:v>44162</c:v>
                </c:pt>
                <c:pt idx="1205">
                  <c:v>44165</c:v>
                </c:pt>
                <c:pt idx="1206">
                  <c:v>44166</c:v>
                </c:pt>
                <c:pt idx="1207">
                  <c:v>44167</c:v>
                </c:pt>
                <c:pt idx="1208">
                  <c:v>44168</c:v>
                </c:pt>
                <c:pt idx="1209">
                  <c:v>44169</c:v>
                </c:pt>
                <c:pt idx="1210">
                  <c:v>44172</c:v>
                </c:pt>
                <c:pt idx="1211">
                  <c:v>44173</c:v>
                </c:pt>
                <c:pt idx="1212">
                  <c:v>44174</c:v>
                </c:pt>
                <c:pt idx="1213">
                  <c:v>44175</c:v>
                </c:pt>
                <c:pt idx="1214">
                  <c:v>44176</c:v>
                </c:pt>
                <c:pt idx="1215">
                  <c:v>44179</c:v>
                </c:pt>
                <c:pt idx="1216">
                  <c:v>44180</c:v>
                </c:pt>
                <c:pt idx="1217">
                  <c:v>44181</c:v>
                </c:pt>
                <c:pt idx="1218">
                  <c:v>44182</c:v>
                </c:pt>
                <c:pt idx="1219">
                  <c:v>44183</c:v>
                </c:pt>
                <c:pt idx="1220">
                  <c:v>44186</c:v>
                </c:pt>
                <c:pt idx="1221">
                  <c:v>44187</c:v>
                </c:pt>
                <c:pt idx="1222">
                  <c:v>44188</c:v>
                </c:pt>
                <c:pt idx="1223">
                  <c:v>44189</c:v>
                </c:pt>
                <c:pt idx="1224">
                  <c:v>44193</c:v>
                </c:pt>
                <c:pt idx="1225">
                  <c:v>44194</c:v>
                </c:pt>
                <c:pt idx="1226">
                  <c:v>44195</c:v>
                </c:pt>
                <c:pt idx="1227">
                  <c:v>44200</c:v>
                </c:pt>
                <c:pt idx="1228">
                  <c:v>44201</c:v>
                </c:pt>
                <c:pt idx="1229">
                  <c:v>44202</c:v>
                </c:pt>
                <c:pt idx="1230">
                  <c:v>44203</c:v>
                </c:pt>
                <c:pt idx="1231">
                  <c:v>44204</c:v>
                </c:pt>
                <c:pt idx="1232">
                  <c:v>44207</c:v>
                </c:pt>
                <c:pt idx="1233">
                  <c:v>44208</c:v>
                </c:pt>
                <c:pt idx="1234">
                  <c:v>44209</c:v>
                </c:pt>
                <c:pt idx="1235">
                  <c:v>44210</c:v>
                </c:pt>
                <c:pt idx="1236">
                  <c:v>44211</c:v>
                </c:pt>
                <c:pt idx="1237">
                  <c:v>44214</c:v>
                </c:pt>
                <c:pt idx="1238">
                  <c:v>44215</c:v>
                </c:pt>
                <c:pt idx="1239">
                  <c:v>44216</c:v>
                </c:pt>
                <c:pt idx="1240">
                  <c:v>44217</c:v>
                </c:pt>
                <c:pt idx="1241">
                  <c:v>44218</c:v>
                </c:pt>
                <c:pt idx="1242">
                  <c:v>44221</c:v>
                </c:pt>
                <c:pt idx="1243">
                  <c:v>44222</c:v>
                </c:pt>
                <c:pt idx="1244">
                  <c:v>44223</c:v>
                </c:pt>
                <c:pt idx="1245">
                  <c:v>44224</c:v>
                </c:pt>
                <c:pt idx="1246">
                  <c:v>44225</c:v>
                </c:pt>
                <c:pt idx="1247">
                  <c:v>44228</c:v>
                </c:pt>
                <c:pt idx="1248">
                  <c:v>44229</c:v>
                </c:pt>
                <c:pt idx="1249">
                  <c:v>44230</c:v>
                </c:pt>
                <c:pt idx="1250">
                  <c:v>44231</c:v>
                </c:pt>
                <c:pt idx="1251">
                  <c:v>44232</c:v>
                </c:pt>
                <c:pt idx="1252">
                  <c:v>44235</c:v>
                </c:pt>
                <c:pt idx="1253">
                  <c:v>44236</c:v>
                </c:pt>
                <c:pt idx="1254">
                  <c:v>44237</c:v>
                </c:pt>
                <c:pt idx="1255">
                  <c:v>44242</c:v>
                </c:pt>
                <c:pt idx="1256">
                  <c:v>44243</c:v>
                </c:pt>
                <c:pt idx="1257">
                  <c:v>44244</c:v>
                </c:pt>
                <c:pt idx="1258">
                  <c:v>44245</c:v>
                </c:pt>
                <c:pt idx="1259">
                  <c:v>44246</c:v>
                </c:pt>
                <c:pt idx="1260">
                  <c:v>44249</c:v>
                </c:pt>
                <c:pt idx="1261">
                  <c:v>44250</c:v>
                </c:pt>
                <c:pt idx="1262">
                  <c:v>44251</c:v>
                </c:pt>
                <c:pt idx="1263">
                  <c:v>44252</c:v>
                </c:pt>
                <c:pt idx="1264">
                  <c:v>44253</c:v>
                </c:pt>
                <c:pt idx="1265">
                  <c:v>44257</c:v>
                </c:pt>
                <c:pt idx="1266">
                  <c:v>44258</c:v>
                </c:pt>
                <c:pt idx="1267">
                  <c:v>44259</c:v>
                </c:pt>
                <c:pt idx="1268">
                  <c:v>44260</c:v>
                </c:pt>
                <c:pt idx="1269">
                  <c:v>44263</c:v>
                </c:pt>
                <c:pt idx="1270">
                  <c:v>44264</c:v>
                </c:pt>
                <c:pt idx="1271">
                  <c:v>44265</c:v>
                </c:pt>
                <c:pt idx="1272">
                  <c:v>44266</c:v>
                </c:pt>
                <c:pt idx="1273">
                  <c:v>44267</c:v>
                </c:pt>
                <c:pt idx="1274">
                  <c:v>44270</c:v>
                </c:pt>
                <c:pt idx="1275">
                  <c:v>44271</c:v>
                </c:pt>
                <c:pt idx="1276">
                  <c:v>44272</c:v>
                </c:pt>
                <c:pt idx="1277">
                  <c:v>44273</c:v>
                </c:pt>
                <c:pt idx="1278">
                  <c:v>44274</c:v>
                </c:pt>
                <c:pt idx="1279">
                  <c:v>44277</c:v>
                </c:pt>
                <c:pt idx="1280">
                  <c:v>44278</c:v>
                </c:pt>
                <c:pt idx="1281">
                  <c:v>44279</c:v>
                </c:pt>
                <c:pt idx="1282">
                  <c:v>44280</c:v>
                </c:pt>
                <c:pt idx="1283">
                  <c:v>44281</c:v>
                </c:pt>
                <c:pt idx="1284">
                  <c:v>44284</c:v>
                </c:pt>
                <c:pt idx="1285">
                  <c:v>44285</c:v>
                </c:pt>
                <c:pt idx="1286">
                  <c:v>44286</c:v>
                </c:pt>
                <c:pt idx="1287">
                  <c:v>44287</c:v>
                </c:pt>
                <c:pt idx="1288">
                  <c:v>44288</c:v>
                </c:pt>
                <c:pt idx="1289">
                  <c:v>44291</c:v>
                </c:pt>
                <c:pt idx="1290">
                  <c:v>44292</c:v>
                </c:pt>
                <c:pt idx="1291">
                  <c:v>44293</c:v>
                </c:pt>
                <c:pt idx="1292">
                  <c:v>44294</c:v>
                </c:pt>
                <c:pt idx="1293">
                  <c:v>44295</c:v>
                </c:pt>
                <c:pt idx="1294">
                  <c:v>44298</c:v>
                </c:pt>
                <c:pt idx="1295">
                  <c:v>44299</c:v>
                </c:pt>
                <c:pt idx="1296">
                  <c:v>44300</c:v>
                </c:pt>
                <c:pt idx="1297">
                  <c:v>44301</c:v>
                </c:pt>
                <c:pt idx="1298">
                  <c:v>44302</c:v>
                </c:pt>
                <c:pt idx="1299">
                  <c:v>44305</c:v>
                </c:pt>
                <c:pt idx="1300">
                  <c:v>44306</c:v>
                </c:pt>
                <c:pt idx="1301">
                  <c:v>44307</c:v>
                </c:pt>
                <c:pt idx="1302">
                  <c:v>44308</c:v>
                </c:pt>
                <c:pt idx="1303">
                  <c:v>44309</c:v>
                </c:pt>
                <c:pt idx="1304">
                  <c:v>44312</c:v>
                </c:pt>
                <c:pt idx="1305">
                  <c:v>44313</c:v>
                </c:pt>
                <c:pt idx="1306">
                  <c:v>44314</c:v>
                </c:pt>
                <c:pt idx="1307">
                  <c:v>44315</c:v>
                </c:pt>
                <c:pt idx="1308">
                  <c:v>44316</c:v>
                </c:pt>
                <c:pt idx="1309">
                  <c:v>44319</c:v>
                </c:pt>
                <c:pt idx="1310">
                  <c:v>44320</c:v>
                </c:pt>
                <c:pt idx="1311">
                  <c:v>44322</c:v>
                </c:pt>
                <c:pt idx="1312">
                  <c:v>44323</c:v>
                </c:pt>
                <c:pt idx="1313">
                  <c:v>44326</c:v>
                </c:pt>
                <c:pt idx="1314">
                  <c:v>44327</c:v>
                </c:pt>
                <c:pt idx="1315">
                  <c:v>44328</c:v>
                </c:pt>
                <c:pt idx="1316">
                  <c:v>44329</c:v>
                </c:pt>
                <c:pt idx="1317">
                  <c:v>44330</c:v>
                </c:pt>
                <c:pt idx="1318">
                  <c:v>44333</c:v>
                </c:pt>
                <c:pt idx="1319">
                  <c:v>44334</c:v>
                </c:pt>
                <c:pt idx="1320">
                  <c:v>44336</c:v>
                </c:pt>
                <c:pt idx="1321">
                  <c:v>44337</c:v>
                </c:pt>
                <c:pt idx="1322">
                  <c:v>44340</c:v>
                </c:pt>
                <c:pt idx="1323">
                  <c:v>44341</c:v>
                </c:pt>
                <c:pt idx="1324">
                  <c:v>44342</c:v>
                </c:pt>
                <c:pt idx="1325">
                  <c:v>44343</c:v>
                </c:pt>
                <c:pt idx="1326">
                  <c:v>44344</c:v>
                </c:pt>
                <c:pt idx="1327">
                  <c:v>44347</c:v>
                </c:pt>
                <c:pt idx="1328">
                  <c:v>44348</c:v>
                </c:pt>
                <c:pt idx="1329">
                  <c:v>44349</c:v>
                </c:pt>
                <c:pt idx="1330">
                  <c:v>44350</c:v>
                </c:pt>
                <c:pt idx="1331">
                  <c:v>44351</c:v>
                </c:pt>
                <c:pt idx="1332">
                  <c:v>44354</c:v>
                </c:pt>
                <c:pt idx="1333">
                  <c:v>44355</c:v>
                </c:pt>
                <c:pt idx="1334">
                  <c:v>44356</c:v>
                </c:pt>
                <c:pt idx="1335">
                  <c:v>44357</c:v>
                </c:pt>
                <c:pt idx="1336">
                  <c:v>44358</c:v>
                </c:pt>
                <c:pt idx="1337">
                  <c:v>44361</c:v>
                </c:pt>
                <c:pt idx="1338">
                  <c:v>44362</c:v>
                </c:pt>
                <c:pt idx="1339">
                  <c:v>44363</c:v>
                </c:pt>
                <c:pt idx="1340">
                  <c:v>44364</c:v>
                </c:pt>
                <c:pt idx="1341">
                  <c:v>44365</c:v>
                </c:pt>
                <c:pt idx="1342">
                  <c:v>44368</c:v>
                </c:pt>
                <c:pt idx="1343">
                  <c:v>44369</c:v>
                </c:pt>
                <c:pt idx="1344">
                  <c:v>44370</c:v>
                </c:pt>
                <c:pt idx="1345">
                  <c:v>44371</c:v>
                </c:pt>
                <c:pt idx="1346">
                  <c:v>44372</c:v>
                </c:pt>
                <c:pt idx="1347">
                  <c:v>44375</c:v>
                </c:pt>
                <c:pt idx="1348">
                  <c:v>44376</c:v>
                </c:pt>
                <c:pt idx="1349">
                  <c:v>44377</c:v>
                </c:pt>
                <c:pt idx="1350">
                  <c:v>44378</c:v>
                </c:pt>
                <c:pt idx="1351">
                  <c:v>44379</c:v>
                </c:pt>
                <c:pt idx="1352">
                  <c:v>44382</c:v>
                </c:pt>
                <c:pt idx="1353">
                  <c:v>44383</c:v>
                </c:pt>
                <c:pt idx="1354">
                  <c:v>44384</c:v>
                </c:pt>
                <c:pt idx="1355">
                  <c:v>44385</c:v>
                </c:pt>
                <c:pt idx="1356">
                  <c:v>44386</c:v>
                </c:pt>
                <c:pt idx="1357">
                  <c:v>44389</c:v>
                </c:pt>
                <c:pt idx="1358">
                  <c:v>44390</c:v>
                </c:pt>
                <c:pt idx="1359">
                  <c:v>44391</c:v>
                </c:pt>
                <c:pt idx="1360">
                  <c:v>44392</c:v>
                </c:pt>
                <c:pt idx="1361">
                  <c:v>44393</c:v>
                </c:pt>
                <c:pt idx="1362">
                  <c:v>44396</c:v>
                </c:pt>
                <c:pt idx="1363">
                  <c:v>44397</c:v>
                </c:pt>
                <c:pt idx="1364">
                  <c:v>44398</c:v>
                </c:pt>
                <c:pt idx="1365">
                  <c:v>44399</c:v>
                </c:pt>
                <c:pt idx="1366">
                  <c:v>44400</c:v>
                </c:pt>
                <c:pt idx="1367">
                  <c:v>44403</c:v>
                </c:pt>
                <c:pt idx="1368">
                  <c:v>44404</c:v>
                </c:pt>
                <c:pt idx="1369">
                  <c:v>44405</c:v>
                </c:pt>
                <c:pt idx="1370">
                  <c:v>44406</c:v>
                </c:pt>
                <c:pt idx="1371">
                  <c:v>44407</c:v>
                </c:pt>
                <c:pt idx="1372">
                  <c:v>44410</c:v>
                </c:pt>
                <c:pt idx="1373">
                  <c:v>44411</c:v>
                </c:pt>
                <c:pt idx="1374">
                  <c:v>44412</c:v>
                </c:pt>
                <c:pt idx="1375">
                  <c:v>44413</c:v>
                </c:pt>
                <c:pt idx="1376">
                  <c:v>44414</c:v>
                </c:pt>
                <c:pt idx="1377">
                  <c:v>44417</c:v>
                </c:pt>
                <c:pt idx="1378">
                  <c:v>44418</c:v>
                </c:pt>
                <c:pt idx="1379">
                  <c:v>44419</c:v>
                </c:pt>
                <c:pt idx="1380">
                  <c:v>44420</c:v>
                </c:pt>
                <c:pt idx="1381">
                  <c:v>44421</c:v>
                </c:pt>
                <c:pt idx="1382">
                  <c:v>44425</c:v>
                </c:pt>
                <c:pt idx="1383">
                  <c:v>44426</c:v>
                </c:pt>
                <c:pt idx="1384">
                  <c:v>44427</c:v>
                </c:pt>
                <c:pt idx="1385">
                  <c:v>44428</c:v>
                </c:pt>
                <c:pt idx="1386">
                  <c:v>44431</c:v>
                </c:pt>
                <c:pt idx="1387">
                  <c:v>44432</c:v>
                </c:pt>
                <c:pt idx="1388">
                  <c:v>44433</c:v>
                </c:pt>
                <c:pt idx="1389">
                  <c:v>44434</c:v>
                </c:pt>
                <c:pt idx="1390">
                  <c:v>44435</c:v>
                </c:pt>
                <c:pt idx="1391">
                  <c:v>44438</c:v>
                </c:pt>
                <c:pt idx="1392">
                  <c:v>44439</c:v>
                </c:pt>
                <c:pt idx="1393">
                  <c:v>44440</c:v>
                </c:pt>
                <c:pt idx="1394">
                  <c:v>44441</c:v>
                </c:pt>
                <c:pt idx="1395">
                  <c:v>44442</c:v>
                </c:pt>
                <c:pt idx="1396">
                  <c:v>44445</c:v>
                </c:pt>
                <c:pt idx="1397">
                  <c:v>44446</c:v>
                </c:pt>
                <c:pt idx="1398">
                  <c:v>44447</c:v>
                </c:pt>
                <c:pt idx="1399">
                  <c:v>44448</c:v>
                </c:pt>
                <c:pt idx="1400">
                  <c:v>44449</c:v>
                </c:pt>
                <c:pt idx="1401">
                  <c:v>44452</c:v>
                </c:pt>
                <c:pt idx="1402">
                  <c:v>44453</c:v>
                </c:pt>
                <c:pt idx="1403">
                  <c:v>44454</c:v>
                </c:pt>
                <c:pt idx="1404">
                  <c:v>44455</c:v>
                </c:pt>
                <c:pt idx="1405">
                  <c:v>44456</c:v>
                </c:pt>
                <c:pt idx="1406">
                  <c:v>44462</c:v>
                </c:pt>
                <c:pt idx="1407">
                  <c:v>44463</c:v>
                </c:pt>
                <c:pt idx="1408">
                  <c:v>44466</c:v>
                </c:pt>
                <c:pt idx="1409">
                  <c:v>44467</c:v>
                </c:pt>
                <c:pt idx="1410">
                  <c:v>44468</c:v>
                </c:pt>
                <c:pt idx="1411">
                  <c:v>44469</c:v>
                </c:pt>
                <c:pt idx="1412">
                  <c:v>44470</c:v>
                </c:pt>
                <c:pt idx="1413">
                  <c:v>44474</c:v>
                </c:pt>
                <c:pt idx="1414">
                  <c:v>44475</c:v>
                </c:pt>
                <c:pt idx="1415">
                  <c:v>44476</c:v>
                </c:pt>
                <c:pt idx="1416">
                  <c:v>44477</c:v>
                </c:pt>
                <c:pt idx="1417">
                  <c:v>44481</c:v>
                </c:pt>
                <c:pt idx="1418">
                  <c:v>44482</c:v>
                </c:pt>
                <c:pt idx="1419">
                  <c:v>44483</c:v>
                </c:pt>
                <c:pt idx="1420">
                  <c:v>44484</c:v>
                </c:pt>
                <c:pt idx="1421">
                  <c:v>44487</c:v>
                </c:pt>
                <c:pt idx="1422">
                  <c:v>44488</c:v>
                </c:pt>
                <c:pt idx="1423">
                  <c:v>44489</c:v>
                </c:pt>
                <c:pt idx="1424">
                  <c:v>44490</c:v>
                </c:pt>
                <c:pt idx="1425">
                  <c:v>44491</c:v>
                </c:pt>
                <c:pt idx="1426">
                  <c:v>44494</c:v>
                </c:pt>
                <c:pt idx="1427">
                  <c:v>44495</c:v>
                </c:pt>
                <c:pt idx="1428">
                  <c:v>44496</c:v>
                </c:pt>
                <c:pt idx="1429">
                  <c:v>44497</c:v>
                </c:pt>
                <c:pt idx="1430">
                  <c:v>44498</c:v>
                </c:pt>
                <c:pt idx="1431">
                  <c:v>44501</c:v>
                </c:pt>
                <c:pt idx="1432">
                  <c:v>44502</c:v>
                </c:pt>
                <c:pt idx="1433">
                  <c:v>44503</c:v>
                </c:pt>
                <c:pt idx="1434">
                  <c:v>44504</c:v>
                </c:pt>
                <c:pt idx="1435">
                  <c:v>44505</c:v>
                </c:pt>
                <c:pt idx="1436">
                  <c:v>44508</c:v>
                </c:pt>
                <c:pt idx="1437">
                  <c:v>44509</c:v>
                </c:pt>
                <c:pt idx="1438">
                  <c:v>44510</c:v>
                </c:pt>
                <c:pt idx="1439">
                  <c:v>44511</c:v>
                </c:pt>
                <c:pt idx="1440">
                  <c:v>44512</c:v>
                </c:pt>
                <c:pt idx="1441">
                  <c:v>44515</c:v>
                </c:pt>
                <c:pt idx="1442">
                  <c:v>44516</c:v>
                </c:pt>
                <c:pt idx="1443">
                  <c:v>44517</c:v>
                </c:pt>
                <c:pt idx="1444">
                  <c:v>44518</c:v>
                </c:pt>
                <c:pt idx="1445">
                  <c:v>44519</c:v>
                </c:pt>
                <c:pt idx="1446">
                  <c:v>44522</c:v>
                </c:pt>
                <c:pt idx="1447">
                  <c:v>44523</c:v>
                </c:pt>
                <c:pt idx="1448">
                  <c:v>44524</c:v>
                </c:pt>
                <c:pt idx="1449">
                  <c:v>44525</c:v>
                </c:pt>
                <c:pt idx="1450">
                  <c:v>44526</c:v>
                </c:pt>
                <c:pt idx="1451">
                  <c:v>44529</c:v>
                </c:pt>
                <c:pt idx="1452">
                  <c:v>44530</c:v>
                </c:pt>
                <c:pt idx="1453">
                  <c:v>44531</c:v>
                </c:pt>
                <c:pt idx="1454">
                  <c:v>44532</c:v>
                </c:pt>
                <c:pt idx="1455">
                  <c:v>44533</c:v>
                </c:pt>
                <c:pt idx="1456">
                  <c:v>44536</c:v>
                </c:pt>
                <c:pt idx="1457">
                  <c:v>44537</c:v>
                </c:pt>
                <c:pt idx="1458">
                  <c:v>44538</c:v>
                </c:pt>
                <c:pt idx="1459">
                  <c:v>44539</c:v>
                </c:pt>
                <c:pt idx="1460">
                  <c:v>44540</c:v>
                </c:pt>
                <c:pt idx="1461">
                  <c:v>44543</c:v>
                </c:pt>
                <c:pt idx="1462">
                  <c:v>44544</c:v>
                </c:pt>
                <c:pt idx="1463">
                  <c:v>44545</c:v>
                </c:pt>
                <c:pt idx="1464">
                  <c:v>44546</c:v>
                </c:pt>
                <c:pt idx="1465">
                  <c:v>44547</c:v>
                </c:pt>
                <c:pt idx="1466">
                  <c:v>44550</c:v>
                </c:pt>
                <c:pt idx="1467">
                  <c:v>44551</c:v>
                </c:pt>
                <c:pt idx="1468">
                  <c:v>44552</c:v>
                </c:pt>
                <c:pt idx="1469">
                  <c:v>44553</c:v>
                </c:pt>
                <c:pt idx="1470">
                  <c:v>44554</c:v>
                </c:pt>
                <c:pt idx="1471">
                  <c:v>44557</c:v>
                </c:pt>
                <c:pt idx="1472">
                  <c:v>44558</c:v>
                </c:pt>
                <c:pt idx="1473">
                  <c:v>44559</c:v>
                </c:pt>
                <c:pt idx="1474">
                  <c:v>44560</c:v>
                </c:pt>
                <c:pt idx="1475">
                  <c:v>44564</c:v>
                </c:pt>
                <c:pt idx="1476">
                  <c:v>44565</c:v>
                </c:pt>
                <c:pt idx="1477">
                  <c:v>44566</c:v>
                </c:pt>
                <c:pt idx="1478">
                  <c:v>44567</c:v>
                </c:pt>
                <c:pt idx="1479">
                  <c:v>44568</c:v>
                </c:pt>
                <c:pt idx="1480">
                  <c:v>44571</c:v>
                </c:pt>
                <c:pt idx="1481">
                  <c:v>44572</c:v>
                </c:pt>
                <c:pt idx="1482">
                  <c:v>44573</c:v>
                </c:pt>
                <c:pt idx="1483">
                  <c:v>44574</c:v>
                </c:pt>
                <c:pt idx="1484">
                  <c:v>44575</c:v>
                </c:pt>
                <c:pt idx="1485">
                  <c:v>44578</c:v>
                </c:pt>
                <c:pt idx="1486">
                  <c:v>44579</c:v>
                </c:pt>
                <c:pt idx="1487">
                  <c:v>44580</c:v>
                </c:pt>
                <c:pt idx="1488">
                  <c:v>44581</c:v>
                </c:pt>
                <c:pt idx="1489">
                  <c:v>44582</c:v>
                </c:pt>
                <c:pt idx="1490">
                  <c:v>44585</c:v>
                </c:pt>
                <c:pt idx="1491">
                  <c:v>44586</c:v>
                </c:pt>
                <c:pt idx="1492">
                  <c:v>44587</c:v>
                </c:pt>
                <c:pt idx="1493">
                  <c:v>44588</c:v>
                </c:pt>
                <c:pt idx="1494">
                  <c:v>44589</c:v>
                </c:pt>
                <c:pt idx="1495">
                  <c:v>44595</c:v>
                </c:pt>
                <c:pt idx="1496">
                  <c:v>44596</c:v>
                </c:pt>
                <c:pt idx="1497">
                  <c:v>44599</c:v>
                </c:pt>
                <c:pt idx="1498">
                  <c:v>44600</c:v>
                </c:pt>
                <c:pt idx="1499">
                  <c:v>44601</c:v>
                </c:pt>
                <c:pt idx="1500">
                  <c:v>44602</c:v>
                </c:pt>
                <c:pt idx="1501">
                  <c:v>44603</c:v>
                </c:pt>
                <c:pt idx="1502">
                  <c:v>44606</c:v>
                </c:pt>
                <c:pt idx="1503">
                  <c:v>44607</c:v>
                </c:pt>
                <c:pt idx="1504">
                  <c:v>44608</c:v>
                </c:pt>
                <c:pt idx="1505">
                  <c:v>44609</c:v>
                </c:pt>
                <c:pt idx="1506">
                  <c:v>44610</c:v>
                </c:pt>
                <c:pt idx="1507">
                  <c:v>44613</c:v>
                </c:pt>
                <c:pt idx="1508">
                  <c:v>44614</c:v>
                </c:pt>
                <c:pt idx="1509">
                  <c:v>44615</c:v>
                </c:pt>
                <c:pt idx="1510">
                  <c:v>44616</c:v>
                </c:pt>
                <c:pt idx="1511">
                  <c:v>44617</c:v>
                </c:pt>
                <c:pt idx="1512">
                  <c:v>44620</c:v>
                </c:pt>
                <c:pt idx="1513">
                  <c:v>44622</c:v>
                </c:pt>
                <c:pt idx="1514">
                  <c:v>44623</c:v>
                </c:pt>
                <c:pt idx="1515">
                  <c:v>44624</c:v>
                </c:pt>
                <c:pt idx="1516">
                  <c:v>44627</c:v>
                </c:pt>
                <c:pt idx="1517">
                  <c:v>44628</c:v>
                </c:pt>
                <c:pt idx="1518">
                  <c:v>44630</c:v>
                </c:pt>
                <c:pt idx="1519">
                  <c:v>44631</c:v>
                </c:pt>
                <c:pt idx="1520">
                  <c:v>44634</c:v>
                </c:pt>
                <c:pt idx="1521">
                  <c:v>44635</c:v>
                </c:pt>
                <c:pt idx="1522">
                  <c:v>44636</c:v>
                </c:pt>
                <c:pt idx="1523">
                  <c:v>44637</c:v>
                </c:pt>
                <c:pt idx="1524">
                  <c:v>44638</c:v>
                </c:pt>
                <c:pt idx="1525">
                  <c:v>44641</c:v>
                </c:pt>
                <c:pt idx="1526">
                  <c:v>44642</c:v>
                </c:pt>
                <c:pt idx="1527">
                  <c:v>44643</c:v>
                </c:pt>
                <c:pt idx="1528">
                  <c:v>44644</c:v>
                </c:pt>
                <c:pt idx="1529">
                  <c:v>44645</c:v>
                </c:pt>
                <c:pt idx="1530">
                  <c:v>44648</c:v>
                </c:pt>
                <c:pt idx="1531">
                  <c:v>44649</c:v>
                </c:pt>
                <c:pt idx="1532">
                  <c:v>44650</c:v>
                </c:pt>
                <c:pt idx="1533">
                  <c:v>44651</c:v>
                </c:pt>
                <c:pt idx="1534">
                  <c:v>44652</c:v>
                </c:pt>
                <c:pt idx="1535">
                  <c:v>44655</c:v>
                </c:pt>
                <c:pt idx="1536">
                  <c:v>44656</c:v>
                </c:pt>
                <c:pt idx="1537">
                  <c:v>44657</c:v>
                </c:pt>
                <c:pt idx="1538">
                  <c:v>44658</c:v>
                </c:pt>
                <c:pt idx="1539">
                  <c:v>44659</c:v>
                </c:pt>
                <c:pt idx="1540">
                  <c:v>44662</c:v>
                </c:pt>
                <c:pt idx="1541">
                  <c:v>44663</c:v>
                </c:pt>
                <c:pt idx="1542">
                  <c:v>44664</c:v>
                </c:pt>
                <c:pt idx="1543">
                  <c:v>44665</c:v>
                </c:pt>
                <c:pt idx="1544">
                  <c:v>44666</c:v>
                </c:pt>
                <c:pt idx="1545">
                  <c:v>44669</c:v>
                </c:pt>
                <c:pt idx="1546">
                  <c:v>44670</c:v>
                </c:pt>
                <c:pt idx="1547">
                  <c:v>44671</c:v>
                </c:pt>
                <c:pt idx="1548">
                  <c:v>44672</c:v>
                </c:pt>
                <c:pt idx="1549">
                  <c:v>44673</c:v>
                </c:pt>
                <c:pt idx="1550">
                  <c:v>44676</c:v>
                </c:pt>
                <c:pt idx="1551">
                  <c:v>44677</c:v>
                </c:pt>
                <c:pt idx="1552">
                  <c:v>44678</c:v>
                </c:pt>
                <c:pt idx="1553">
                  <c:v>44679</c:v>
                </c:pt>
                <c:pt idx="1554">
                  <c:v>44680</c:v>
                </c:pt>
                <c:pt idx="1555">
                  <c:v>44683</c:v>
                </c:pt>
                <c:pt idx="1556">
                  <c:v>44684</c:v>
                </c:pt>
                <c:pt idx="1557">
                  <c:v>44685</c:v>
                </c:pt>
                <c:pt idx="1558">
                  <c:v>44687</c:v>
                </c:pt>
                <c:pt idx="1559">
                  <c:v>44690</c:v>
                </c:pt>
                <c:pt idx="1560">
                  <c:v>44691</c:v>
                </c:pt>
                <c:pt idx="1561">
                  <c:v>44692</c:v>
                </c:pt>
                <c:pt idx="1562">
                  <c:v>44693</c:v>
                </c:pt>
                <c:pt idx="1563">
                  <c:v>44694</c:v>
                </c:pt>
                <c:pt idx="1564">
                  <c:v>44697</c:v>
                </c:pt>
                <c:pt idx="1565">
                  <c:v>44698</c:v>
                </c:pt>
                <c:pt idx="1566">
                  <c:v>44699</c:v>
                </c:pt>
                <c:pt idx="1567">
                  <c:v>44700</c:v>
                </c:pt>
                <c:pt idx="1568">
                  <c:v>44701</c:v>
                </c:pt>
                <c:pt idx="1569">
                  <c:v>44704</c:v>
                </c:pt>
                <c:pt idx="1570">
                  <c:v>44705</c:v>
                </c:pt>
                <c:pt idx="1571">
                  <c:v>44706</c:v>
                </c:pt>
                <c:pt idx="1572">
                  <c:v>44707</c:v>
                </c:pt>
                <c:pt idx="1573">
                  <c:v>44708</c:v>
                </c:pt>
                <c:pt idx="1574">
                  <c:v>44711</c:v>
                </c:pt>
                <c:pt idx="1575">
                  <c:v>44712</c:v>
                </c:pt>
                <c:pt idx="1576">
                  <c:v>44714</c:v>
                </c:pt>
                <c:pt idx="1577">
                  <c:v>44715</c:v>
                </c:pt>
                <c:pt idx="1578">
                  <c:v>44719</c:v>
                </c:pt>
                <c:pt idx="1579">
                  <c:v>44720</c:v>
                </c:pt>
                <c:pt idx="1580">
                  <c:v>44721</c:v>
                </c:pt>
                <c:pt idx="1581">
                  <c:v>44722</c:v>
                </c:pt>
                <c:pt idx="1582">
                  <c:v>44725</c:v>
                </c:pt>
                <c:pt idx="1583">
                  <c:v>44726</c:v>
                </c:pt>
                <c:pt idx="1584">
                  <c:v>44727</c:v>
                </c:pt>
                <c:pt idx="1585">
                  <c:v>44728</c:v>
                </c:pt>
                <c:pt idx="1586">
                  <c:v>44729</c:v>
                </c:pt>
                <c:pt idx="1587">
                  <c:v>44732</c:v>
                </c:pt>
                <c:pt idx="1588">
                  <c:v>44733</c:v>
                </c:pt>
                <c:pt idx="1589">
                  <c:v>44734</c:v>
                </c:pt>
                <c:pt idx="1590">
                  <c:v>44735</c:v>
                </c:pt>
                <c:pt idx="1591">
                  <c:v>44736</c:v>
                </c:pt>
                <c:pt idx="1592">
                  <c:v>44739</c:v>
                </c:pt>
                <c:pt idx="1593">
                  <c:v>44740</c:v>
                </c:pt>
                <c:pt idx="1594">
                  <c:v>44741</c:v>
                </c:pt>
                <c:pt idx="1595">
                  <c:v>44742</c:v>
                </c:pt>
                <c:pt idx="1596">
                  <c:v>44743</c:v>
                </c:pt>
                <c:pt idx="1597">
                  <c:v>44746</c:v>
                </c:pt>
                <c:pt idx="1598">
                  <c:v>44747</c:v>
                </c:pt>
                <c:pt idx="1599">
                  <c:v>44748</c:v>
                </c:pt>
                <c:pt idx="1600">
                  <c:v>44749</c:v>
                </c:pt>
                <c:pt idx="1601">
                  <c:v>44750</c:v>
                </c:pt>
                <c:pt idx="1602">
                  <c:v>44753</c:v>
                </c:pt>
                <c:pt idx="1603">
                  <c:v>44754</c:v>
                </c:pt>
                <c:pt idx="1604">
                  <c:v>44755</c:v>
                </c:pt>
                <c:pt idx="1605">
                  <c:v>44756</c:v>
                </c:pt>
                <c:pt idx="1606">
                  <c:v>44757</c:v>
                </c:pt>
                <c:pt idx="1607">
                  <c:v>44760</c:v>
                </c:pt>
                <c:pt idx="1608">
                  <c:v>44761</c:v>
                </c:pt>
                <c:pt idx="1609">
                  <c:v>44762</c:v>
                </c:pt>
                <c:pt idx="1610">
                  <c:v>44763</c:v>
                </c:pt>
                <c:pt idx="1611">
                  <c:v>44764</c:v>
                </c:pt>
                <c:pt idx="1612">
                  <c:v>44767</c:v>
                </c:pt>
                <c:pt idx="1613">
                  <c:v>44768</c:v>
                </c:pt>
                <c:pt idx="1614">
                  <c:v>44769</c:v>
                </c:pt>
                <c:pt idx="1615">
                  <c:v>44770</c:v>
                </c:pt>
                <c:pt idx="1616">
                  <c:v>44771</c:v>
                </c:pt>
                <c:pt idx="1617">
                  <c:v>44774</c:v>
                </c:pt>
                <c:pt idx="1618">
                  <c:v>44775</c:v>
                </c:pt>
                <c:pt idx="1619">
                  <c:v>44776</c:v>
                </c:pt>
                <c:pt idx="1620">
                  <c:v>44777</c:v>
                </c:pt>
                <c:pt idx="1621">
                  <c:v>44778</c:v>
                </c:pt>
                <c:pt idx="1622">
                  <c:v>44781</c:v>
                </c:pt>
                <c:pt idx="1623">
                  <c:v>44782</c:v>
                </c:pt>
                <c:pt idx="1624">
                  <c:v>44783</c:v>
                </c:pt>
                <c:pt idx="1625">
                  <c:v>44784</c:v>
                </c:pt>
                <c:pt idx="1626">
                  <c:v>44785</c:v>
                </c:pt>
                <c:pt idx="1627">
                  <c:v>44789</c:v>
                </c:pt>
                <c:pt idx="1628">
                  <c:v>44790</c:v>
                </c:pt>
                <c:pt idx="1629">
                  <c:v>44791</c:v>
                </c:pt>
                <c:pt idx="1630">
                  <c:v>44792</c:v>
                </c:pt>
                <c:pt idx="1631">
                  <c:v>44795</c:v>
                </c:pt>
                <c:pt idx="1632">
                  <c:v>44796</c:v>
                </c:pt>
                <c:pt idx="1633">
                  <c:v>44797</c:v>
                </c:pt>
                <c:pt idx="1634">
                  <c:v>44798</c:v>
                </c:pt>
                <c:pt idx="1635">
                  <c:v>44799</c:v>
                </c:pt>
                <c:pt idx="1636">
                  <c:v>44802</c:v>
                </c:pt>
                <c:pt idx="1637">
                  <c:v>44803</c:v>
                </c:pt>
                <c:pt idx="1638">
                  <c:v>44804</c:v>
                </c:pt>
                <c:pt idx="1639">
                  <c:v>44805</c:v>
                </c:pt>
                <c:pt idx="1640">
                  <c:v>44806</c:v>
                </c:pt>
                <c:pt idx="1641">
                  <c:v>44809</c:v>
                </c:pt>
                <c:pt idx="1642">
                  <c:v>44810</c:v>
                </c:pt>
                <c:pt idx="1643">
                  <c:v>44811</c:v>
                </c:pt>
                <c:pt idx="1644">
                  <c:v>44812</c:v>
                </c:pt>
                <c:pt idx="1645">
                  <c:v>44817</c:v>
                </c:pt>
                <c:pt idx="1646">
                  <c:v>44818</c:v>
                </c:pt>
                <c:pt idx="1647">
                  <c:v>44819</c:v>
                </c:pt>
                <c:pt idx="1648">
                  <c:v>44820</c:v>
                </c:pt>
                <c:pt idx="1649">
                  <c:v>44823</c:v>
                </c:pt>
                <c:pt idx="1650">
                  <c:v>44824</c:v>
                </c:pt>
                <c:pt idx="1651">
                  <c:v>44825</c:v>
                </c:pt>
                <c:pt idx="1652">
                  <c:v>44826</c:v>
                </c:pt>
                <c:pt idx="1653">
                  <c:v>44827</c:v>
                </c:pt>
                <c:pt idx="1654">
                  <c:v>44830</c:v>
                </c:pt>
                <c:pt idx="1655">
                  <c:v>44831</c:v>
                </c:pt>
                <c:pt idx="1656">
                  <c:v>44832</c:v>
                </c:pt>
                <c:pt idx="1657">
                  <c:v>44833</c:v>
                </c:pt>
                <c:pt idx="1658">
                  <c:v>44834</c:v>
                </c:pt>
                <c:pt idx="1659">
                  <c:v>44838</c:v>
                </c:pt>
                <c:pt idx="1660">
                  <c:v>44839</c:v>
                </c:pt>
                <c:pt idx="1661">
                  <c:v>44840</c:v>
                </c:pt>
                <c:pt idx="1662">
                  <c:v>44841</c:v>
                </c:pt>
                <c:pt idx="1663">
                  <c:v>44845</c:v>
                </c:pt>
                <c:pt idx="1664">
                  <c:v>44846</c:v>
                </c:pt>
                <c:pt idx="1665">
                  <c:v>44847</c:v>
                </c:pt>
                <c:pt idx="1666">
                  <c:v>44848</c:v>
                </c:pt>
                <c:pt idx="1667">
                  <c:v>44851</c:v>
                </c:pt>
                <c:pt idx="1668">
                  <c:v>44852</c:v>
                </c:pt>
                <c:pt idx="1669">
                  <c:v>44853</c:v>
                </c:pt>
                <c:pt idx="1670">
                  <c:v>44854</c:v>
                </c:pt>
                <c:pt idx="1671">
                  <c:v>44855</c:v>
                </c:pt>
                <c:pt idx="1672">
                  <c:v>44858</c:v>
                </c:pt>
                <c:pt idx="1673">
                  <c:v>44859</c:v>
                </c:pt>
                <c:pt idx="1674">
                  <c:v>44860</c:v>
                </c:pt>
                <c:pt idx="1675">
                  <c:v>44861</c:v>
                </c:pt>
                <c:pt idx="1676">
                  <c:v>44862</c:v>
                </c:pt>
                <c:pt idx="1677">
                  <c:v>44865</c:v>
                </c:pt>
                <c:pt idx="1678">
                  <c:v>44866</c:v>
                </c:pt>
                <c:pt idx="1679">
                  <c:v>44867</c:v>
                </c:pt>
                <c:pt idx="1680">
                  <c:v>44868</c:v>
                </c:pt>
                <c:pt idx="1681">
                  <c:v>44869</c:v>
                </c:pt>
                <c:pt idx="1682">
                  <c:v>44872</c:v>
                </c:pt>
                <c:pt idx="1683">
                  <c:v>44873</c:v>
                </c:pt>
                <c:pt idx="1684">
                  <c:v>44874</c:v>
                </c:pt>
                <c:pt idx="1685">
                  <c:v>44875</c:v>
                </c:pt>
                <c:pt idx="1686">
                  <c:v>44876</c:v>
                </c:pt>
                <c:pt idx="1687">
                  <c:v>44879</c:v>
                </c:pt>
                <c:pt idx="1688">
                  <c:v>44880</c:v>
                </c:pt>
                <c:pt idx="1689">
                  <c:v>44881</c:v>
                </c:pt>
                <c:pt idx="1690">
                  <c:v>44882</c:v>
                </c:pt>
                <c:pt idx="1691">
                  <c:v>44883</c:v>
                </c:pt>
                <c:pt idx="1692">
                  <c:v>44886</c:v>
                </c:pt>
                <c:pt idx="1693">
                  <c:v>44887</c:v>
                </c:pt>
                <c:pt idx="1694">
                  <c:v>44888</c:v>
                </c:pt>
                <c:pt idx="1695">
                  <c:v>44889</c:v>
                </c:pt>
                <c:pt idx="1696">
                  <c:v>44890</c:v>
                </c:pt>
                <c:pt idx="1697">
                  <c:v>44893</c:v>
                </c:pt>
                <c:pt idx="1698">
                  <c:v>44894</c:v>
                </c:pt>
                <c:pt idx="1699">
                  <c:v>44895</c:v>
                </c:pt>
                <c:pt idx="1700">
                  <c:v>44896</c:v>
                </c:pt>
                <c:pt idx="1701">
                  <c:v>44897</c:v>
                </c:pt>
                <c:pt idx="1702">
                  <c:v>44900</c:v>
                </c:pt>
                <c:pt idx="1703">
                  <c:v>44901</c:v>
                </c:pt>
                <c:pt idx="1704">
                  <c:v>44902</c:v>
                </c:pt>
                <c:pt idx="1705">
                  <c:v>44903</c:v>
                </c:pt>
                <c:pt idx="1706">
                  <c:v>44904</c:v>
                </c:pt>
                <c:pt idx="1707">
                  <c:v>44907</c:v>
                </c:pt>
                <c:pt idx="1708">
                  <c:v>44908</c:v>
                </c:pt>
                <c:pt idx="1709">
                  <c:v>44909</c:v>
                </c:pt>
                <c:pt idx="1710">
                  <c:v>44910</c:v>
                </c:pt>
                <c:pt idx="1711">
                  <c:v>44911</c:v>
                </c:pt>
                <c:pt idx="1712">
                  <c:v>44914</c:v>
                </c:pt>
                <c:pt idx="1713">
                  <c:v>44915</c:v>
                </c:pt>
                <c:pt idx="1714">
                  <c:v>44916</c:v>
                </c:pt>
                <c:pt idx="1715">
                  <c:v>44917</c:v>
                </c:pt>
                <c:pt idx="1716">
                  <c:v>44918</c:v>
                </c:pt>
                <c:pt idx="1717">
                  <c:v>44921</c:v>
                </c:pt>
                <c:pt idx="1718">
                  <c:v>44922</c:v>
                </c:pt>
                <c:pt idx="1719">
                  <c:v>44923</c:v>
                </c:pt>
                <c:pt idx="1720">
                  <c:v>44924</c:v>
                </c:pt>
                <c:pt idx="1721">
                  <c:v>44928</c:v>
                </c:pt>
                <c:pt idx="1722">
                  <c:v>44929</c:v>
                </c:pt>
                <c:pt idx="1723">
                  <c:v>44930</c:v>
                </c:pt>
                <c:pt idx="1724">
                  <c:v>44931</c:v>
                </c:pt>
                <c:pt idx="1725">
                  <c:v>44932</c:v>
                </c:pt>
                <c:pt idx="1726">
                  <c:v>44935</c:v>
                </c:pt>
                <c:pt idx="1727">
                  <c:v>44936</c:v>
                </c:pt>
                <c:pt idx="1728">
                  <c:v>44937</c:v>
                </c:pt>
                <c:pt idx="1729">
                  <c:v>44938</c:v>
                </c:pt>
                <c:pt idx="1730">
                  <c:v>44939</c:v>
                </c:pt>
                <c:pt idx="1731">
                  <c:v>44942</c:v>
                </c:pt>
                <c:pt idx="1732">
                  <c:v>44943</c:v>
                </c:pt>
                <c:pt idx="1733">
                  <c:v>44944</c:v>
                </c:pt>
                <c:pt idx="1734">
                  <c:v>44945</c:v>
                </c:pt>
                <c:pt idx="1735">
                  <c:v>44946</c:v>
                </c:pt>
                <c:pt idx="1736">
                  <c:v>44951</c:v>
                </c:pt>
                <c:pt idx="1737">
                  <c:v>44952</c:v>
                </c:pt>
                <c:pt idx="1738">
                  <c:v>44953</c:v>
                </c:pt>
                <c:pt idx="1739">
                  <c:v>44956</c:v>
                </c:pt>
                <c:pt idx="1740">
                  <c:v>44957</c:v>
                </c:pt>
                <c:pt idx="1741">
                  <c:v>44958</c:v>
                </c:pt>
                <c:pt idx="1742">
                  <c:v>44959</c:v>
                </c:pt>
                <c:pt idx="1743">
                  <c:v>44960</c:v>
                </c:pt>
                <c:pt idx="1744">
                  <c:v>44963</c:v>
                </c:pt>
                <c:pt idx="1745">
                  <c:v>44964</c:v>
                </c:pt>
                <c:pt idx="1746">
                  <c:v>44965</c:v>
                </c:pt>
                <c:pt idx="1747">
                  <c:v>44966</c:v>
                </c:pt>
                <c:pt idx="1748">
                  <c:v>44967</c:v>
                </c:pt>
                <c:pt idx="1749">
                  <c:v>44970</c:v>
                </c:pt>
                <c:pt idx="1750">
                  <c:v>44971</c:v>
                </c:pt>
                <c:pt idx="1751">
                  <c:v>44972</c:v>
                </c:pt>
                <c:pt idx="1752">
                  <c:v>44973</c:v>
                </c:pt>
                <c:pt idx="1753">
                  <c:v>44974</c:v>
                </c:pt>
                <c:pt idx="1754">
                  <c:v>44977</c:v>
                </c:pt>
                <c:pt idx="1755">
                  <c:v>44978</c:v>
                </c:pt>
                <c:pt idx="1756">
                  <c:v>44979</c:v>
                </c:pt>
                <c:pt idx="1757">
                  <c:v>44980</c:v>
                </c:pt>
                <c:pt idx="1758">
                  <c:v>44981</c:v>
                </c:pt>
                <c:pt idx="1759">
                  <c:v>44984</c:v>
                </c:pt>
                <c:pt idx="1760">
                  <c:v>44985</c:v>
                </c:pt>
                <c:pt idx="1761">
                  <c:v>44987</c:v>
                </c:pt>
                <c:pt idx="1762">
                  <c:v>44988</c:v>
                </c:pt>
                <c:pt idx="1763">
                  <c:v>44991</c:v>
                </c:pt>
                <c:pt idx="1764">
                  <c:v>44992</c:v>
                </c:pt>
                <c:pt idx="1765">
                  <c:v>44993</c:v>
                </c:pt>
                <c:pt idx="1766">
                  <c:v>44994</c:v>
                </c:pt>
                <c:pt idx="1767">
                  <c:v>44995</c:v>
                </c:pt>
                <c:pt idx="1768">
                  <c:v>44998</c:v>
                </c:pt>
                <c:pt idx="1769">
                  <c:v>44999</c:v>
                </c:pt>
                <c:pt idx="1770">
                  <c:v>45000</c:v>
                </c:pt>
                <c:pt idx="1771">
                  <c:v>45001</c:v>
                </c:pt>
                <c:pt idx="1772">
                  <c:v>45002</c:v>
                </c:pt>
                <c:pt idx="1773">
                  <c:v>45005</c:v>
                </c:pt>
                <c:pt idx="1774">
                  <c:v>45006</c:v>
                </c:pt>
                <c:pt idx="1775">
                  <c:v>45007</c:v>
                </c:pt>
                <c:pt idx="1776">
                  <c:v>45008</c:v>
                </c:pt>
                <c:pt idx="1777">
                  <c:v>45009</c:v>
                </c:pt>
                <c:pt idx="1778">
                  <c:v>45012</c:v>
                </c:pt>
                <c:pt idx="1779">
                  <c:v>45013</c:v>
                </c:pt>
                <c:pt idx="1780">
                  <c:v>45014</c:v>
                </c:pt>
                <c:pt idx="1781">
                  <c:v>45015</c:v>
                </c:pt>
                <c:pt idx="1782">
                  <c:v>45016</c:v>
                </c:pt>
                <c:pt idx="1783">
                  <c:v>45019</c:v>
                </c:pt>
                <c:pt idx="1784">
                  <c:v>45020</c:v>
                </c:pt>
                <c:pt idx="1785">
                  <c:v>45021</c:v>
                </c:pt>
                <c:pt idx="1786">
                  <c:v>45022</c:v>
                </c:pt>
                <c:pt idx="1787">
                  <c:v>45023</c:v>
                </c:pt>
                <c:pt idx="1788">
                  <c:v>45026</c:v>
                </c:pt>
                <c:pt idx="1789">
                  <c:v>45027</c:v>
                </c:pt>
                <c:pt idx="1790">
                  <c:v>45028</c:v>
                </c:pt>
                <c:pt idx="1791">
                  <c:v>45029</c:v>
                </c:pt>
                <c:pt idx="1792">
                  <c:v>45030</c:v>
                </c:pt>
                <c:pt idx="1793">
                  <c:v>45033</c:v>
                </c:pt>
                <c:pt idx="1794">
                  <c:v>45034</c:v>
                </c:pt>
                <c:pt idx="1795">
                  <c:v>45035</c:v>
                </c:pt>
                <c:pt idx="1796">
                  <c:v>45036</c:v>
                </c:pt>
                <c:pt idx="1797">
                  <c:v>45037</c:v>
                </c:pt>
                <c:pt idx="1798">
                  <c:v>45040</c:v>
                </c:pt>
                <c:pt idx="1799">
                  <c:v>45041</c:v>
                </c:pt>
                <c:pt idx="1800">
                  <c:v>45042</c:v>
                </c:pt>
                <c:pt idx="1801">
                  <c:v>45043</c:v>
                </c:pt>
                <c:pt idx="1802">
                  <c:v>45044</c:v>
                </c:pt>
                <c:pt idx="1803">
                  <c:v>45048</c:v>
                </c:pt>
                <c:pt idx="1804">
                  <c:v>45049</c:v>
                </c:pt>
                <c:pt idx="1805">
                  <c:v>45050</c:v>
                </c:pt>
                <c:pt idx="1806">
                  <c:v>45054</c:v>
                </c:pt>
                <c:pt idx="1807">
                  <c:v>45055</c:v>
                </c:pt>
                <c:pt idx="1808">
                  <c:v>45056</c:v>
                </c:pt>
                <c:pt idx="1809">
                  <c:v>45057</c:v>
                </c:pt>
                <c:pt idx="1810">
                  <c:v>45058</c:v>
                </c:pt>
                <c:pt idx="1811">
                  <c:v>45061</c:v>
                </c:pt>
                <c:pt idx="1812">
                  <c:v>45062</c:v>
                </c:pt>
                <c:pt idx="1813">
                  <c:v>45063</c:v>
                </c:pt>
                <c:pt idx="1814">
                  <c:v>45064</c:v>
                </c:pt>
                <c:pt idx="1815">
                  <c:v>45065</c:v>
                </c:pt>
                <c:pt idx="1816">
                  <c:v>45068</c:v>
                </c:pt>
                <c:pt idx="1817">
                  <c:v>45069</c:v>
                </c:pt>
                <c:pt idx="1818">
                  <c:v>45070</c:v>
                </c:pt>
                <c:pt idx="1819">
                  <c:v>45071</c:v>
                </c:pt>
                <c:pt idx="1820">
                  <c:v>45072</c:v>
                </c:pt>
                <c:pt idx="1821">
                  <c:v>45076</c:v>
                </c:pt>
                <c:pt idx="1822">
                  <c:v>45077</c:v>
                </c:pt>
                <c:pt idx="1823">
                  <c:v>45078</c:v>
                </c:pt>
                <c:pt idx="1824">
                  <c:v>45079</c:v>
                </c:pt>
                <c:pt idx="1825">
                  <c:v>45082</c:v>
                </c:pt>
                <c:pt idx="1826">
                  <c:v>45084</c:v>
                </c:pt>
                <c:pt idx="1827">
                  <c:v>45085</c:v>
                </c:pt>
                <c:pt idx="1828">
                  <c:v>45086</c:v>
                </c:pt>
                <c:pt idx="1829">
                  <c:v>45089</c:v>
                </c:pt>
                <c:pt idx="1830">
                  <c:v>45090</c:v>
                </c:pt>
                <c:pt idx="1831">
                  <c:v>45091</c:v>
                </c:pt>
                <c:pt idx="1832">
                  <c:v>45092</c:v>
                </c:pt>
                <c:pt idx="1833">
                  <c:v>45093</c:v>
                </c:pt>
                <c:pt idx="1834">
                  <c:v>45096</c:v>
                </c:pt>
                <c:pt idx="1835">
                  <c:v>45097</c:v>
                </c:pt>
                <c:pt idx="1836">
                  <c:v>45098</c:v>
                </c:pt>
                <c:pt idx="1837">
                  <c:v>45099</c:v>
                </c:pt>
                <c:pt idx="1838">
                  <c:v>45100</c:v>
                </c:pt>
                <c:pt idx="1839">
                  <c:v>45103</c:v>
                </c:pt>
                <c:pt idx="1840">
                  <c:v>45104</c:v>
                </c:pt>
                <c:pt idx="1841">
                  <c:v>45105</c:v>
                </c:pt>
                <c:pt idx="1842">
                  <c:v>45106</c:v>
                </c:pt>
                <c:pt idx="1843">
                  <c:v>45107</c:v>
                </c:pt>
                <c:pt idx="1844">
                  <c:v>45110</c:v>
                </c:pt>
                <c:pt idx="1845">
                  <c:v>45111</c:v>
                </c:pt>
                <c:pt idx="1846">
                  <c:v>45112</c:v>
                </c:pt>
                <c:pt idx="1847">
                  <c:v>45113</c:v>
                </c:pt>
                <c:pt idx="1848">
                  <c:v>45114</c:v>
                </c:pt>
                <c:pt idx="1849">
                  <c:v>45117</c:v>
                </c:pt>
                <c:pt idx="1850">
                  <c:v>45118</c:v>
                </c:pt>
                <c:pt idx="1851">
                  <c:v>45119</c:v>
                </c:pt>
                <c:pt idx="1852">
                  <c:v>45120</c:v>
                </c:pt>
                <c:pt idx="1853">
                  <c:v>45121</c:v>
                </c:pt>
                <c:pt idx="1854">
                  <c:v>45124</c:v>
                </c:pt>
                <c:pt idx="1855">
                  <c:v>45125</c:v>
                </c:pt>
                <c:pt idx="1856">
                  <c:v>45126</c:v>
                </c:pt>
                <c:pt idx="1857">
                  <c:v>45127</c:v>
                </c:pt>
                <c:pt idx="1858">
                  <c:v>45128</c:v>
                </c:pt>
                <c:pt idx="1859">
                  <c:v>45131</c:v>
                </c:pt>
                <c:pt idx="1860">
                  <c:v>45132</c:v>
                </c:pt>
                <c:pt idx="1861">
                  <c:v>45133</c:v>
                </c:pt>
                <c:pt idx="1862">
                  <c:v>45134</c:v>
                </c:pt>
                <c:pt idx="1863">
                  <c:v>45135</c:v>
                </c:pt>
                <c:pt idx="1864">
                  <c:v>45138</c:v>
                </c:pt>
                <c:pt idx="1865">
                  <c:v>45139</c:v>
                </c:pt>
                <c:pt idx="1866">
                  <c:v>45140</c:v>
                </c:pt>
                <c:pt idx="1867">
                  <c:v>45141</c:v>
                </c:pt>
                <c:pt idx="1868">
                  <c:v>45142</c:v>
                </c:pt>
                <c:pt idx="1869">
                  <c:v>45145</c:v>
                </c:pt>
                <c:pt idx="1870">
                  <c:v>45146</c:v>
                </c:pt>
                <c:pt idx="1871">
                  <c:v>45147</c:v>
                </c:pt>
                <c:pt idx="1872">
                  <c:v>45148</c:v>
                </c:pt>
                <c:pt idx="1873">
                  <c:v>45149</c:v>
                </c:pt>
                <c:pt idx="1874">
                  <c:v>45152</c:v>
                </c:pt>
                <c:pt idx="1875">
                  <c:v>45154</c:v>
                </c:pt>
                <c:pt idx="1876">
                  <c:v>45155</c:v>
                </c:pt>
                <c:pt idx="1877">
                  <c:v>45156</c:v>
                </c:pt>
                <c:pt idx="1878">
                  <c:v>45159</c:v>
                </c:pt>
                <c:pt idx="1879">
                  <c:v>45160</c:v>
                </c:pt>
                <c:pt idx="1880">
                  <c:v>45161</c:v>
                </c:pt>
                <c:pt idx="1881">
                  <c:v>45162</c:v>
                </c:pt>
                <c:pt idx="1882">
                  <c:v>45163</c:v>
                </c:pt>
                <c:pt idx="1883">
                  <c:v>45166</c:v>
                </c:pt>
                <c:pt idx="1884">
                  <c:v>45167</c:v>
                </c:pt>
                <c:pt idx="1885">
                  <c:v>45168</c:v>
                </c:pt>
                <c:pt idx="1886">
                  <c:v>45169</c:v>
                </c:pt>
                <c:pt idx="1887">
                  <c:v>45170</c:v>
                </c:pt>
                <c:pt idx="1888">
                  <c:v>45173</c:v>
                </c:pt>
                <c:pt idx="1889">
                  <c:v>45174</c:v>
                </c:pt>
                <c:pt idx="1890">
                  <c:v>45175</c:v>
                </c:pt>
                <c:pt idx="1891">
                  <c:v>45176</c:v>
                </c:pt>
                <c:pt idx="1892">
                  <c:v>45177</c:v>
                </c:pt>
                <c:pt idx="1893">
                  <c:v>45180</c:v>
                </c:pt>
                <c:pt idx="1894">
                  <c:v>45181</c:v>
                </c:pt>
                <c:pt idx="1895">
                  <c:v>45182</c:v>
                </c:pt>
                <c:pt idx="1896">
                  <c:v>45183</c:v>
                </c:pt>
                <c:pt idx="1897">
                  <c:v>45184</c:v>
                </c:pt>
                <c:pt idx="1898">
                  <c:v>45187</c:v>
                </c:pt>
                <c:pt idx="1899">
                  <c:v>45188</c:v>
                </c:pt>
                <c:pt idx="1900">
                  <c:v>45189</c:v>
                </c:pt>
                <c:pt idx="1901">
                  <c:v>45190</c:v>
                </c:pt>
                <c:pt idx="1902">
                  <c:v>45191</c:v>
                </c:pt>
                <c:pt idx="1903">
                  <c:v>45194</c:v>
                </c:pt>
                <c:pt idx="1904">
                  <c:v>45195</c:v>
                </c:pt>
                <c:pt idx="1905">
                  <c:v>45196</c:v>
                </c:pt>
                <c:pt idx="1906">
                  <c:v>45203</c:v>
                </c:pt>
                <c:pt idx="1907">
                  <c:v>45204</c:v>
                </c:pt>
                <c:pt idx="1908">
                  <c:v>45205</c:v>
                </c:pt>
                <c:pt idx="1909">
                  <c:v>45209</c:v>
                </c:pt>
                <c:pt idx="1910">
                  <c:v>45210</c:v>
                </c:pt>
                <c:pt idx="1911">
                  <c:v>45211</c:v>
                </c:pt>
                <c:pt idx="1912">
                  <c:v>45212</c:v>
                </c:pt>
                <c:pt idx="1913">
                  <c:v>45215</c:v>
                </c:pt>
                <c:pt idx="1914">
                  <c:v>45216</c:v>
                </c:pt>
                <c:pt idx="1915">
                  <c:v>45217</c:v>
                </c:pt>
                <c:pt idx="1916">
                  <c:v>45218</c:v>
                </c:pt>
                <c:pt idx="1917">
                  <c:v>45219</c:v>
                </c:pt>
                <c:pt idx="1918">
                  <c:v>45222</c:v>
                </c:pt>
                <c:pt idx="1919">
                  <c:v>45223</c:v>
                </c:pt>
                <c:pt idx="1920">
                  <c:v>45224</c:v>
                </c:pt>
                <c:pt idx="1921">
                  <c:v>45225</c:v>
                </c:pt>
                <c:pt idx="1922">
                  <c:v>45226</c:v>
                </c:pt>
                <c:pt idx="1923">
                  <c:v>45229</c:v>
                </c:pt>
                <c:pt idx="1924">
                  <c:v>45230</c:v>
                </c:pt>
                <c:pt idx="1925">
                  <c:v>45231</c:v>
                </c:pt>
                <c:pt idx="1926">
                  <c:v>45232</c:v>
                </c:pt>
                <c:pt idx="1927">
                  <c:v>45233</c:v>
                </c:pt>
                <c:pt idx="1928">
                  <c:v>45236</c:v>
                </c:pt>
                <c:pt idx="1929">
                  <c:v>45237</c:v>
                </c:pt>
                <c:pt idx="1930">
                  <c:v>45238</c:v>
                </c:pt>
                <c:pt idx="1931">
                  <c:v>45239</c:v>
                </c:pt>
                <c:pt idx="1932">
                  <c:v>45240</c:v>
                </c:pt>
                <c:pt idx="1933">
                  <c:v>45243</c:v>
                </c:pt>
                <c:pt idx="1934">
                  <c:v>45244</c:v>
                </c:pt>
                <c:pt idx="1935">
                  <c:v>45245</c:v>
                </c:pt>
                <c:pt idx="1936">
                  <c:v>45246</c:v>
                </c:pt>
                <c:pt idx="1937">
                  <c:v>45247</c:v>
                </c:pt>
                <c:pt idx="1938">
                  <c:v>45250</c:v>
                </c:pt>
                <c:pt idx="1939">
                  <c:v>45251</c:v>
                </c:pt>
                <c:pt idx="1940">
                  <c:v>45252</c:v>
                </c:pt>
                <c:pt idx="1941">
                  <c:v>45253</c:v>
                </c:pt>
                <c:pt idx="1942">
                  <c:v>45254</c:v>
                </c:pt>
                <c:pt idx="1943">
                  <c:v>45257</c:v>
                </c:pt>
                <c:pt idx="1944">
                  <c:v>45258</c:v>
                </c:pt>
                <c:pt idx="1945">
                  <c:v>45259</c:v>
                </c:pt>
                <c:pt idx="1946">
                  <c:v>45260</c:v>
                </c:pt>
                <c:pt idx="1947">
                  <c:v>45261</c:v>
                </c:pt>
                <c:pt idx="1948">
                  <c:v>45264</c:v>
                </c:pt>
                <c:pt idx="1949">
                  <c:v>45265</c:v>
                </c:pt>
                <c:pt idx="1950">
                  <c:v>45266</c:v>
                </c:pt>
                <c:pt idx="1951">
                  <c:v>45267</c:v>
                </c:pt>
                <c:pt idx="1952">
                  <c:v>45268</c:v>
                </c:pt>
                <c:pt idx="1953">
                  <c:v>45271</c:v>
                </c:pt>
                <c:pt idx="1954">
                  <c:v>45272</c:v>
                </c:pt>
                <c:pt idx="1955">
                  <c:v>45273</c:v>
                </c:pt>
                <c:pt idx="1956">
                  <c:v>45274</c:v>
                </c:pt>
                <c:pt idx="1957">
                  <c:v>45275</c:v>
                </c:pt>
                <c:pt idx="1958">
                  <c:v>45278</c:v>
                </c:pt>
                <c:pt idx="1959">
                  <c:v>45279</c:v>
                </c:pt>
                <c:pt idx="1960">
                  <c:v>45280</c:v>
                </c:pt>
                <c:pt idx="1961">
                  <c:v>45281</c:v>
                </c:pt>
                <c:pt idx="1962">
                  <c:v>45282</c:v>
                </c:pt>
                <c:pt idx="1963">
                  <c:v>45286</c:v>
                </c:pt>
                <c:pt idx="1964">
                  <c:v>45287</c:v>
                </c:pt>
                <c:pt idx="1965">
                  <c:v>45288</c:v>
                </c:pt>
                <c:pt idx="1966">
                  <c:v>45293</c:v>
                </c:pt>
                <c:pt idx="1967">
                  <c:v>45294</c:v>
                </c:pt>
                <c:pt idx="1968">
                  <c:v>45295</c:v>
                </c:pt>
                <c:pt idx="1969">
                  <c:v>45296</c:v>
                </c:pt>
                <c:pt idx="1970">
                  <c:v>45299</c:v>
                </c:pt>
                <c:pt idx="1971">
                  <c:v>45300</c:v>
                </c:pt>
                <c:pt idx="1972">
                  <c:v>45301</c:v>
                </c:pt>
                <c:pt idx="1973">
                  <c:v>45302</c:v>
                </c:pt>
                <c:pt idx="1974">
                  <c:v>45303</c:v>
                </c:pt>
                <c:pt idx="1975">
                  <c:v>45306</c:v>
                </c:pt>
                <c:pt idx="1976">
                  <c:v>45307</c:v>
                </c:pt>
                <c:pt idx="1977">
                  <c:v>45308</c:v>
                </c:pt>
                <c:pt idx="1978">
                  <c:v>45309</c:v>
                </c:pt>
                <c:pt idx="1979">
                  <c:v>45310</c:v>
                </c:pt>
                <c:pt idx="1980">
                  <c:v>45313</c:v>
                </c:pt>
                <c:pt idx="1981">
                  <c:v>45314</c:v>
                </c:pt>
                <c:pt idx="1982">
                  <c:v>45315</c:v>
                </c:pt>
                <c:pt idx="1983">
                  <c:v>45316</c:v>
                </c:pt>
                <c:pt idx="1984">
                  <c:v>45317</c:v>
                </c:pt>
                <c:pt idx="1985">
                  <c:v>45320</c:v>
                </c:pt>
                <c:pt idx="1986">
                  <c:v>45321</c:v>
                </c:pt>
                <c:pt idx="1987">
                  <c:v>45322</c:v>
                </c:pt>
                <c:pt idx="1988">
                  <c:v>45323</c:v>
                </c:pt>
                <c:pt idx="1989">
                  <c:v>45324</c:v>
                </c:pt>
                <c:pt idx="1990">
                  <c:v>45327</c:v>
                </c:pt>
                <c:pt idx="1991">
                  <c:v>45328</c:v>
                </c:pt>
                <c:pt idx="1992">
                  <c:v>45329</c:v>
                </c:pt>
                <c:pt idx="1993">
                  <c:v>45330</c:v>
                </c:pt>
                <c:pt idx="1994">
                  <c:v>45335</c:v>
                </c:pt>
                <c:pt idx="1995">
                  <c:v>45336</c:v>
                </c:pt>
                <c:pt idx="1996">
                  <c:v>45337</c:v>
                </c:pt>
                <c:pt idx="1997">
                  <c:v>45338</c:v>
                </c:pt>
                <c:pt idx="1998">
                  <c:v>45341</c:v>
                </c:pt>
                <c:pt idx="1999">
                  <c:v>45342</c:v>
                </c:pt>
                <c:pt idx="2000">
                  <c:v>45343</c:v>
                </c:pt>
                <c:pt idx="2001">
                  <c:v>45344</c:v>
                </c:pt>
                <c:pt idx="2002">
                  <c:v>45345</c:v>
                </c:pt>
                <c:pt idx="2003">
                  <c:v>45348</c:v>
                </c:pt>
                <c:pt idx="2004">
                  <c:v>45349</c:v>
                </c:pt>
                <c:pt idx="2005">
                  <c:v>45350</c:v>
                </c:pt>
                <c:pt idx="2006">
                  <c:v>45351</c:v>
                </c:pt>
                <c:pt idx="2007">
                  <c:v>45355</c:v>
                </c:pt>
                <c:pt idx="2008">
                  <c:v>45356</c:v>
                </c:pt>
                <c:pt idx="2009">
                  <c:v>45357</c:v>
                </c:pt>
                <c:pt idx="2010">
                  <c:v>45358</c:v>
                </c:pt>
                <c:pt idx="2011">
                  <c:v>45359</c:v>
                </c:pt>
                <c:pt idx="2012">
                  <c:v>45362</c:v>
                </c:pt>
                <c:pt idx="2013">
                  <c:v>45363</c:v>
                </c:pt>
                <c:pt idx="2014">
                  <c:v>45364</c:v>
                </c:pt>
                <c:pt idx="2015">
                  <c:v>45365</c:v>
                </c:pt>
                <c:pt idx="2016">
                  <c:v>45366</c:v>
                </c:pt>
                <c:pt idx="2017">
                  <c:v>45369</c:v>
                </c:pt>
                <c:pt idx="2018">
                  <c:v>45370</c:v>
                </c:pt>
                <c:pt idx="2019">
                  <c:v>45371</c:v>
                </c:pt>
                <c:pt idx="2020">
                  <c:v>45372</c:v>
                </c:pt>
                <c:pt idx="2021">
                  <c:v>45373</c:v>
                </c:pt>
                <c:pt idx="2022">
                  <c:v>45376</c:v>
                </c:pt>
                <c:pt idx="2023">
                  <c:v>45377</c:v>
                </c:pt>
                <c:pt idx="2024">
                  <c:v>45378</c:v>
                </c:pt>
                <c:pt idx="2025">
                  <c:v>45379</c:v>
                </c:pt>
                <c:pt idx="2026">
                  <c:v>45380</c:v>
                </c:pt>
                <c:pt idx="2027">
                  <c:v>45383</c:v>
                </c:pt>
                <c:pt idx="2028">
                  <c:v>45384</c:v>
                </c:pt>
                <c:pt idx="2029">
                  <c:v>45385</c:v>
                </c:pt>
                <c:pt idx="2030">
                  <c:v>45386</c:v>
                </c:pt>
                <c:pt idx="2031">
                  <c:v>45387</c:v>
                </c:pt>
                <c:pt idx="2032">
                  <c:v>45390</c:v>
                </c:pt>
                <c:pt idx="2033">
                  <c:v>45391</c:v>
                </c:pt>
                <c:pt idx="2034">
                  <c:v>45393</c:v>
                </c:pt>
                <c:pt idx="2035">
                  <c:v>45394</c:v>
                </c:pt>
                <c:pt idx="2036">
                  <c:v>45397</c:v>
                </c:pt>
                <c:pt idx="2037">
                  <c:v>45398</c:v>
                </c:pt>
                <c:pt idx="2038">
                  <c:v>45399</c:v>
                </c:pt>
                <c:pt idx="2039">
                  <c:v>45400</c:v>
                </c:pt>
                <c:pt idx="2040">
                  <c:v>45401</c:v>
                </c:pt>
                <c:pt idx="2041">
                  <c:v>45404</c:v>
                </c:pt>
                <c:pt idx="2042">
                  <c:v>45405</c:v>
                </c:pt>
                <c:pt idx="2043">
                  <c:v>45406</c:v>
                </c:pt>
                <c:pt idx="2044">
                  <c:v>45407</c:v>
                </c:pt>
                <c:pt idx="2045">
                  <c:v>45408</c:v>
                </c:pt>
                <c:pt idx="2046">
                  <c:v>45411</c:v>
                </c:pt>
                <c:pt idx="2047">
                  <c:v>45412</c:v>
                </c:pt>
                <c:pt idx="2048">
                  <c:v>45414</c:v>
                </c:pt>
                <c:pt idx="2049">
                  <c:v>45415</c:v>
                </c:pt>
                <c:pt idx="2050">
                  <c:v>45419</c:v>
                </c:pt>
                <c:pt idx="2051">
                  <c:v>45420</c:v>
                </c:pt>
                <c:pt idx="2052">
                  <c:v>45421</c:v>
                </c:pt>
                <c:pt idx="2053">
                  <c:v>45422</c:v>
                </c:pt>
                <c:pt idx="2054">
                  <c:v>45425</c:v>
                </c:pt>
                <c:pt idx="2055">
                  <c:v>45426</c:v>
                </c:pt>
                <c:pt idx="2056">
                  <c:v>45428</c:v>
                </c:pt>
                <c:pt idx="2057">
                  <c:v>45429</c:v>
                </c:pt>
                <c:pt idx="2058">
                  <c:v>45432</c:v>
                </c:pt>
                <c:pt idx="2059">
                  <c:v>45433</c:v>
                </c:pt>
                <c:pt idx="2060">
                  <c:v>45434</c:v>
                </c:pt>
                <c:pt idx="2061">
                  <c:v>45435</c:v>
                </c:pt>
                <c:pt idx="2062">
                  <c:v>45436</c:v>
                </c:pt>
                <c:pt idx="2063">
                  <c:v>45439</c:v>
                </c:pt>
                <c:pt idx="2064">
                  <c:v>45440</c:v>
                </c:pt>
                <c:pt idx="2065">
                  <c:v>45441</c:v>
                </c:pt>
                <c:pt idx="2066">
                  <c:v>45442</c:v>
                </c:pt>
                <c:pt idx="2067">
                  <c:v>45443</c:v>
                </c:pt>
                <c:pt idx="2068">
                  <c:v>45446</c:v>
                </c:pt>
                <c:pt idx="2069">
                  <c:v>45447</c:v>
                </c:pt>
                <c:pt idx="2070">
                  <c:v>45448</c:v>
                </c:pt>
                <c:pt idx="2071">
                  <c:v>45450</c:v>
                </c:pt>
                <c:pt idx="2072">
                  <c:v>45453</c:v>
                </c:pt>
                <c:pt idx="2073">
                  <c:v>45454</c:v>
                </c:pt>
                <c:pt idx="2074">
                  <c:v>45455</c:v>
                </c:pt>
                <c:pt idx="2075">
                  <c:v>45456</c:v>
                </c:pt>
                <c:pt idx="2076">
                  <c:v>45457</c:v>
                </c:pt>
                <c:pt idx="2077">
                  <c:v>45460</c:v>
                </c:pt>
                <c:pt idx="2078">
                  <c:v>45461</c:v>
                </c:pt>
                <c:pt idx="2079">
                  <c:v>45462</c:v>
                </c:pt>
                <c:pt idx="2080">
                  <c:v>45463</c:v>
                </c:pt>
                <c:pt idx="2081">
                  <c:v>45464</c:v>
                </c:pt>
                <c:pt idx="2082">
                  <c:v>45467</c:v>
                </c:pt>
                <c:pt idx="2083">
                  <c:v>45468</c:v>
                </c:pt>
                <c:pt idx="2084">
                  <c:v>45469</c:v>
                </c:pt>
                <c:pt idx="2085">
                  <c:v>45470</c:v>
                </c:pt>
                <c:pt idx="2086">
                  <c:v>45471</c:v>
                </c:pt>
                <c:pt idx="2087">
                  <c:v>45474</c:v>
                </c:pt>
                <c:pt idx="2088">
                  <c:v>45475</c:v>
                </c:pt>
                <c:pt idx="2089">
                  <c:v>45476</c:v>
                </c:pt>
                <c:pt idx="2090">
                  <c:v>45477</c:v>
                </c:pt>
                <c:pt idx="2091">
                  <c:v>45478</c:v>
                </c:pt>
                <c:pt idx="2092">
                  <c:v>45481</c:v>
                </c:pt>
                <c:pt idx="2093">
                  <c:v>45482</c:v>
                </c:pt>
                <c:pt idx="2094">
                  <c:v>45483</c:v>
                </c:pt>
                <c:pt idx="2095">
                  <c:v>45484</c:v>
                </c:pt>
                <c:pt idx="2096">
                  <c:v>45485</c:v>
                </c:pt>
                <c:pt idx="2097">
                  <c:v>45488</c:v>
                </c:pt>
                <c:pt idx="2098">
                  <c:v>45489</c:v>
                </c:pt>
                <c:pt idx="2099">
                  <c:v>45490</c:v>
                </c:pt>
                <c:pt idx="2100">
                  <c:v>45491</c:v>
                </c:pt>
                <c:pt idx="2101">
                  <c:v>45492</c:v>
                </c:pt>
                <c:pt idx="2102">
                  <c:v>45495</c:v>
                </c:pt>
                <c:pt idx="2103">
                  <c:v>45496</c:v>
                </c:pt>
                <c:pt idx="2104">
                  <c:v>45497</c:v>
                </c:pt>
                <c:pt idx="2105">
                  <c:v>45498</c:v>
                </c:pt>
                <c:pt idx="2106">
                  <c:v>45499</c:v>
                </c:pt>
                <c:pt idx="2107">
                  <c:v>45502</c:v>
                </c:pt>
                <c:pt idx="2108">
                  <c:v>45503</c:v>
                </c:pt>
                <c:pt idx="2109">
                  <c:v>45504</c:v>
                </c:pt>
                <c:pt idx="2110">
                  <c:v>45505</c:v>
                </c:pt>
                <c:pt idx="2111">
                  <c:v>45506</c:v>
                </c:pt>
                <c:pt idx="2112">
                  <c:v>45509</c:v>
                </c:pt>
                <c:pt idx="2113">
                  <c:v>45510</c:v>
                </c:pt>
                <c:pt idx="2114">
                  <c:v>45511</c:v>
                </c:pt>
                <c:pt idx="2115">
                  <c:v>45512</c:v>
                </c:pt>
                <c:pt idx="2116">
                  <c:v>45513</c:v>
                </c:pt>
                <c:pt idx="2117">
                  <c:v>45516</c:v>
                </c:pt>
                <c:pt idx="2118">
                  <c:v>45517</c:v>
                </c:pt>
                <c:pt idx="2119">
                  <c:v>45518</c:v>
                </c:pt>
                <c:pt idx="2120">
                  <c:v>45520</c:v>
                </c:pt>
                <c:pt idx="2121">
                  <c:v>45523</c:v>
                </c:pt>
                <c:pt idx="2122">
                  <c:v>45524</c:v>
                </c:pt>
                <c:pt idx="2123">
                  <c:v>45525</c:v>
                </c:pt>
                <c:pt idx="2124">
                  <c:v>45526</c:v>
                </c:pt>
                <c:pt idx="2125">
                  <c:v>45527</c:v>
                </c:pt>
                <c:pt idx="2126">
                  <c:v>45530</c:v>
                </c:pt>
                <c:pt idx="2127">
                  <c:v>45531</c:v>
                </c:pt>
                <c:pt idx="2128">
                  <c:v>45532</c:v>
                </c:pt>
                <c:pt idx="2129">
                  <c:v>45533</c:v>
                </c:pt>
                <c:pt idx="2130">
                  <c:v>45534</c:v>
                </c:pt>
                <c:pt idx="2131">
                  <c:v>45537</c:v>
                </c:pt>
                <c:pt idx="2132">
                  <c:v>45538</c:v>
                </c:pt>
                <c:pt idx="2133">
                  <c:v>45539</c:v>
                </c:pt>
                <c:pt idx="2134">
                  <c:v>45540</c:v>
                </c:pt>
                <c:pt idx="2135">
                  <c:v>45541</c:v>
                </c:pt>
                <c:pt idx="2136">
                  <c:v>45544</c:v>
                </c:pt>
                <c:pt idx="2137">
                  <c:v>45545</c:v>
                </c:pt>
                <c:pt idx="2138">
                  <c:v>45546</c:v>
                </c:pt>
                <c:pt idx="2139">
                  <c:v>45547</c:v>
                </c:pt>
                <c:pt idx="2140">
                  <c:v>45548</c:v>
                </c:pt>
                <c:pt idx="2141">
                  <c:v>45554</c:v>
                </c:pt>
                <c:pt idx="2142">
                  <c:v>45555</c:v>
                </c:pt>
                <c:pt idx="2143">
                  <c:v>45558</c:v>
                </c:pt>
                <c:pt idx="2144">
                  <c:v>45559</c:v>
                </c:pt>
                <c:pt idx="2145">
                  <c:v>45560</c:v>
                </c:pt>
                <c:pt idx="2146">
                  <c:v>45561</c:v>
                </c:pt>
                <c:pt idx="2147">
                  <c:v>45562</c:v>
                </c:pt>
                <c:pt idx="2148">
                  <c:v>45565</c:v>
                </c:pt>
                <c:pt idx="2149">
                  <c:v>45567</c:v>
                </c:pt>
                <c:pt idx="2150">
                  <c:v>45569</c:v>
                </c:pt>
                <c:pt idx="2151">
                  <c:v>45572</c:v>
                </c:pt>
                <c:pt idx="2152">
                  <c:v>45573</c:v>
                </c:pt>
                <c:pt idx="2153">
                  <c:v>45575</c:v>
                </c:pt>
                <c:pt idx="2154">
                  <c:v>45576</c:v>
                </c:pt>
                <c:pt idx="2155">
                  <c:v>45579</c:v>
                </c:pt>
                <c:pt idx="2156">
                  <c:v>45580</c:v>
                </c:pt>
                <c:pt idx="2157">
                  <c:v>45581</c:v>
                </c:pt>
                <c:pt idx="2158">
                  <c:v>45582</c:v>
                </c:pt>
                <c:pt idx="2159">
                  <c:v>45583</c:v>
                </c:pt>
                <c:pt idx="2160">
                  <c:v>45586</c:v>
                </c:pt>
                <c:pt idx="2161">
                  <c:v>45587</c:v>
                </c:pt>
                <c:pt idx="2162">
                  <c:v>45588</c:v>
                </c:pt>
                <c:pt idx="2163">
                  <c:v>45589</c:v>
                </c:pt>
                <c:pt idx="2164">
                  <c:v>45590</c:v>
                </c:pt>
                <c:pt idx="2165">
                  <c:v>45593</c:v>
                </c:pt>
                <c:pt idx="2166">
                  <c:v>45594</c:v>
                </c:pt>
                <c:pt idx="2167">
                  <c:v>45595</c:v>
                </c:pt>
                <c:pt idx="2168">
                  <c:v>45596</c:v>
                </c:pt>
                <c:pt idx="2169">
                  <c:v>45597</c:v>
                </c:pt>
                <c:pt idx="2170">
                  <c:v>45600</c:v>
                </c:pt>
                <c:pt idx="2171">
                  <c:v>45601</c:v>
                </c:pt>
                <c:pt idx="2172">
                  <c:v>45602</c:v>
                </c:pt>
                <c:pt idx="2173">
                  <c:v>45603</c:v>
                </c:pt>
                <c:pt idx="2174">
                  <c:v>45604</c:v>
                </c:pt>
                <c:pt idx="2175">
                  <c:v>45607</c:v>
                </c:pt>
                <c:pt idx="2176">
                  <c:v>45608</c:v>
                </c:pt>
                <c:pt idx="2177">
                  <c:v>45609</c:v>
                </c:pt>
                <c:pt idx="2178">
                  <c:v>45610</c:v>
                </c:pt>
                <c:pt idx="2179">
                  <c:v>45611</c:v>
                </c:pt>
                <c:pt idx="2180">
                  <c:v>45614</c:v>
                </c:pt>
                <c:pt idx="2181">
                  <c:v>45615</c:v>
                </c:pt>
                <c:pt idx="2182">
                  <c:v>45616</c:v>
                </c:pt>
                <c:pt idx="2183">
                  <c:v>45617</c:v>
                </c:pt>
                <c:pt idx="2184">
                  <c:v>45618</c:v>
                </c:pt>
                <c:pt idx="2185">
                  <c:v>45621</c:v>
                </c:pt>
                <c:pt idx="2186">
                  <c:v>45622</c:v>
                </c:pt>
                <c:pt idx="2187">
                  <c:v>45623</c:v>
                </c:pt>
                <c:pt idx="2188">
                  <c:v>45624</c:v>
                </c:pt>
                <c:pt idx="2189">
                  <c:v>45625</c:v>
                </c:pt>
                <c:pt idx="2190">
                  <c:v>45628</c:v>
                </c:pt>
                <c:pt idx="2191">
                  <c:v>45629</c:v>
                </c:pt>
                <c:pt idx="2192">
                  <c:v>45630</c:v>
                </c:pt>
                <c:pt idx="2193">
                  <c:v>45631</c:v>
                </c:pt>
                <c:pt idx="2194">
                  <c:v>45632</c:v>
                </c:pt>
                <c:pt idx="2195">
                  <c:v>45635</c:v>
                </c:pt>
                <c:pt idx="2196">
                  <c:v>45636</c:v>
                </c:pt>
                <c:pt idx="2197">
                  <c:v>45637</c:v>
                </c:pt>
                <c:pt idx="2198">
                  <c:v>45638</c:v>
                </c:pt>
                <c:pt idx="2199">
                  <c:v>45639</c:v>
                </c:pt>
                <c:pt idx="2200">
                  <c:v>45642</c:v>
                </c:pt>
                <c:pt idx="2201">
                  <c:v>45643</c:v>
                </c:pt>
                <c:pt idx="2202">
                  <c:v>45644</c:v>
                </c:pt>
                <c:pt idx="2203">
                  <c:v>45645</c:v>
                </c:pt>
                <c:pt idx="2204">
                  <c:v>45646</c:v>
                </c:pt>
                <c:pt idx="2205">
                  <c:v>45649</c:v>
                </c:pt>
                <c:pt idx="2206">
                  <c:v>45650</c:v>
                </c:pt>
                <c:pt idx="2207">
                  <c:v>45652</c:v>
                </c:pt>
                <c:pt idx="2208">
                  <c:v>45653</c:v>
                </c:pt>
                <c:pt idx="2209">
                  <c:v>45656</c:v>
                </c:pt>
                <c:pt idx="2210">
                  <c:v>45659</c:v>
                </c:pt>
                <c:pt idx="2211">
                  <c:v>45660</c:v>
                </c:pt>
                <c:pt idx="2212">
                  <c:v>45663</c:v>
                </c:pt>
                <c:pt idx="2213">
                  <c:v>45664</c:v>
                </c:pt>
                <c:pt idx="2214">
                  <c:v>45665</c:v>
                </c:pt>
                <c:pt idx="2215">
                  <c:v>45666</c:v>
                </c:pt>
                <c:pt idx="2216">
                  <c:v>45667</c:v>
                </c:pt>
                <c:pt idx="2217">
                  <c:v>45670</c:v>
                </c:pt>
                <c:pt idx="2218">
                  <c:v>45671</c:v>
                </c:pt>
                <c:pt idx="2219">
                  <c:v>45672</c:v>
                </c:pt>
                <c:pt idx="2220">
                  <c:v>45673</c:v>
                </c:pt>
                <c:pt idx="2221">
                  <c:v>45674</c:v>
                </c:pt>
                <c:pt idx="2222">
                  <c:v>45677</c:v>
                </c:pt>
                <c:pt idx="2223">
                  <c:v>45678</c:v>
                </c:pt>
                <c:pt idx="2224">
                  <c:v>45679</c:v>
                </c:pt>
                <c:pt idx="2225">
                  <c:v>45680</c:v>
                </c:pt>
                <c:pt idx="2226">
                  <c:v>45681</c:v>
                </c:pt>
                <c:pt idx="2227">
                  <c:v>45688</c:v>
                </c:pt>
                <c:pt idx="2228">
                  <c:v>45691</c:v>
                </c:pt>
                <c:pt idx="2229">
                  <c:v>45692</c:v>
                </c:pt>
                <c:pt idx="2230">
                  <c:v>45693</c:v>
                </c:pt>
                <c:pt idx="2231">
                  <c:v>45694</c:v>
                </c:pt>
                <c:pt idx="2232">
                  <c:v>45695</c:v>
                </c:pt>
                <c:pt idx="2233">
                  <c:v>45698</c:v>
                </c:pt>
                <c:pt idx="2234">
                  <c:v>45699</c:v>
                </c:pt>
                <c:pt idx="2235">
                  <c:v>45700</c:v>
                </c:pt>
                <c:pt idx="2236">
                  <c:v>45701</c:v>
                </c:pt>
                <c:pt idx="2237">
                  <c:v>45702</c:v>
                </c:pt>
                <c:pt idx="2238">
                  <c:v>45705</c:v>
                </c:pt>
                <c:pt idx="2239">
                  <c:v>45706</c:v>
                </c:pt>
                <c:pt idx="2240">
                  <c:v>45707</c:v>
                </c:pt>
                <c:pt idx="2241">
                  <c:v>45708</c:v>
                </c:pt>
                <c:pt idx="2242">
                  <c:v>45709</c:v>
                </c:pt>
                <c:pt idx="2243">
                  <c:v>45712</c:v>
                </c:pt>
                <c:pt idx="2244">
                  <c:v>45713</c:v>
                </c:pt>
                <c:pt idx="2245">
                  <c:v>45714</c:v>
                </c:pt>
                <c:pt idx="2246">
                  <c:v>45715</c:v>
                </c:pt>
                <c:pt idx="2247">
                  <c:v>45716</c:v>
                </c:pt>
                <c:pt idx="2248">
                  <c:v>45720</c:v>
                </c:pt>
                <c:pt idx="2249">
                  <c:v>45721</c:v>
                </c:pt>
                <c:pt idx="2250">
                  <c:v>45722</c:v>
                </c:pt>
                <c:pt idx="2251">
                  <c:v>45723</c:v>
                </c:pt>
                <c:pt idx="2252">
                  <c:v>45726</c:v>
                </c:pt>
                <c:pt idx="2253">
                  <c:v>45727</c:v>
                </c:pt>
                <c:pt idx="2254">
                  <c:v>45728</c:v>
                </c:pt>
                <c:pt idx="2255">
                  <c:v>45729</c:v>
                </c:pt>
                <c:pt idx="2256">
                  <c:v>45730</c:v>
                </c:pt>
                <c:pt idx="2257">
                  <c:v>45733</c:v>
                </c:pt>
                <c:pt idx="2258">
                  <c:v>45734</c:v>
                </c:pt>
                <c:pt idx="2259">
                  <c:v>45735</c:v>
                </c:pt>
                <c:pt idx="2260">
                  <c:v>45736</c:v>
                </c:pt>
                <c:pt idx="2261">
                  <c:v>45737</c:v>
                </c:pt>
                <c:pt idx="2262">
                  <c:v>45740</c:v>
                </c:pt>
                <c:pt idx="2263">
                  <c:v>45741</c:v>
                </c:pt>
                <c:pt idx="2264">
                  <c:v>45742</c:v>
                </c:pt>
                <c:pt idx="2265">
                  <c:v>45743</c:v>
                </c:pt>
                <c:pt idx="2266">
                  <c:v>45744</c:v>
                </c:pt>
                <c:pt idx="2267">
                  <c:v>45747</c:v>
                </c:pt>
                <c:pt idx="2268">
                  <c:v>45748</c:v>
                </c:pt>
                <c:pt idx="2269">
                  <c:v>45749</c:v>
                </c:pt>
                <c:pt idx="2270">
                  <c:v>45750</c:v>
                </c:pt>
                <c:pt idx="2271">
                  <c:v>45751</c:v>
                </c:pt>
                <c:pt idx="2272">
                  <c:v>45754</c:v>
                </c:pt>
                <c:pt idx="2273">
                  <c:v>45755</c:v>
                </c:pt>
                <c:pt idx="2274">
                  <c:v>45756</c:v>
                </c:pt>
                <c:pt idx="2275">
                  <c:v>45757</c:v>
                </c:pt>
                <c:pt idx="2276">
                  <c:v>45758</c:v>
                </c:pt>
                <c:pt idx="2277">
                  <c:v>45761</c:v>
                </c:pt>
                <c:pt idx="2278">
                  <c:v>45762</c:v>
                </c:pt>
                <c:pt idx="2279">
                  <c:v>45763</c:v>
                </c:pt>
                <c:pt idx="2280">
                  <c:v>45764</c:v>
                </c:pt>
                <c:pt idx="2281">
                  <c:v>45765</c:v>
                </c:pt>
                <c:pt idx="2282">
                  <c:v>45768</c:v>
                </c:pt>
                <c:pt idx="2283">
                  <c:v>45769</c:v>
                </c:pt>
                <c:pt idx="2284">
                  <c:v>45770</c:v>
                </c:pt>
                <c:pt idx="2285">
                  <c:v>45771</c:v>
                </c:pt>
                <c:pt idx="2286">
                  <c:v>45772</c:v>
                </c:pt>
                <c:pt idx="2287">
                  <c:v>45775</c:v>
                </c:pt>
                <c:pt idx="2288">
                  <c:v>45776</c:v>
                </c:pt>
                <c:pt idx="2289">
                  <c:v>45777</c:v>
                </c:pt>
                <c:pt idx="2290">
                  <c:v>45779</c:v>
                </c:pt>
                <c:pt idx="2291">
                  <c:v>45784</c:v>
                </c:pt>
                <c:pt idx="2292">
                  <c:v>45785</c:v>
                </c:pt>
                <c:pt idx="2293">
                  <c:v>45786</c:v>
                </c:pt>
                <c:pt idx="2294">
                  <c:v>45789</c:v>
                </c:pt>
                <c:pt idx="2295">
                  <c:v>45790</c:v>
                </c:pt>
                <c:pt idx="2296">
                  <c:v>45791</c:v>
                </c:pt>
                <c:pt idx="2297">
                  <c:v>45792</c:v>
                </c:pt>
                <c:pt idx="2298">
                  <c:v>45793</c:v>
                </c:pt>
                <c:pt idx="2299">
                  <c:v>45796</c:v>
                </c:pt>
                <c:pt idx="2300">
                  <c:v>45797</c:v>
                </c:pt>
                <c:pt idx="2301">
                  <c:v>45798</c:v>
                </c:pt>
                <c:pt idx="2302">
                  <c:v>45799</c:v>
                </c:pt>
                <c:pt idx="2303">
                  <c:v>45800</c:v>
                </c:pt>
                <c:pt idx="2304">
                  <c:v>45803</c:v>
                </c:pt>
                <c:pt idx="2305">
                  <c:v>45804</c:v>
                </c:pt>
                <c:pt idx="2306">
                  <c:v>45805</c:v>
                </c:pt>
                <c:pt idx="2307">
                  <c:v>45806</c:v>
                </c:pt>
                <c:pt idx="2308">
                  <c:v>45807</c:v>
                </c:pt>
                <c:pt idx="2309">
                  <c:v>45810</c:v>
                </c:pt>
                <c:pt idx="2310">
                  <c:v>45812</c:v>
                </c:pt>
                <c:pt idx="2311">
                  <c:v>45813</c:v>
                </c:pt>
                <c:pt idx="2312">
                  <c:v>45817</c:v>
                </c:pt>
                <c:pt idx="2313">
                  <c:v>45818</c:v>
                </c:pt>
                <c:pt idx="2314">
                  <c:v>45819</c:v>
                </c:pt>
                <c:pt idx="2315">
                  <c:v>45820</c:v>
                </c:pt>
                <c:pt idx="2316">
                  <c:v>45821</c:v>
                </c:pt>
                <c:pt idx="2317">
                  <c:v>45824</c:v>
                </c:pt>
                <c:pt idx="2318">
                  <c:v>45825</c:v>
                </c:pt>
                <c:pt idx="2319">
                  <c:v>45826</c:v>
                </c:pt>
                <c:pt idx="2320">
                  <c:v>45827</c:v>
                </c:pt>
                <c:pt idx="2321">
                  <c:v>45828</c:v>
                </c:pt>
                <c:pt idx="2322">
                  <c:v>45831</c:v>
                </c:pt>
                <c:pt idx="2323">
                  <c:v>45832</c:v>
                </c:pt>
                <c:pt idx="2324">
                  <c:v>45833</c:v>
                </c:pt>
                <c:pt idx="2325">
                  <c:v>45834</c:v>
                </c:pt>
                <c:pt idx="2326">
                  <c:v>45835</c:v>
                </c:pt>
                <c:pt idx="2327">
                  <c:v>45838</c:v>
                </c:pt>
                <c:pt idx="2328">
                  <c:v>45839</c:v>
                </c:pt>
                <c:pt idx="2329">
                  <c:v>45840</c:v>
                </c:pt>
                <c:pt idx="2330">
                  <c:v>45841</c:v>
                </c:pt>
                <c:pt idx="2331">
                  <c:v>45842</c:v>
                </c:pt>
                <c:pt idx="2332">
                  <c:v>45845</c:v>
                </c:pt>
                <c:pt idx="2333">
                  <c:v>45846</c:v>
                </c:pt>
                <c:pt idx="2334">
                  <c:v>45847</c:v>
                </c:pt>
                <c:pt idx="2335">
                  <c:v>45848</c:v>
                </c:pt>
                <c:pt idx="2336">
                  <c:v>45849</c:v>
                </c:pt>
                <c:pt idx="2337">
                  <c:v>45852</c:v>
                </c:pt>
                <c:pt idx="2338">
                  <c:v>45853</c:v>
                </c:pt>
                <c:pt idx="2339">
                  <c:v>45854</c:v>
                </c:pt>
                <c:pt idx="2340">
                  <c:v>45855</c:v>
                </c:pt>
                <c:pt idx="2341">
                  <c:v>45856</c:v>
                </c:pt>
                <c:pt idx="2342">
                  <c:v>45859</c:v>
                </c:pt>
                <c:pt idx="2343">
                  <c:v>45860</c:v>
                </c:pt>
                <c:pt idx="2344">
                  <c:v>45861</c:v>
                </c:pt>
                <c:pt idx="2345">
                  <c:v>45862</c:v>
                </c:pt>
                <c:pt idx="2346">
                  <c:v>45863</c:v>
                </c:pt>
                <c:pt idx="2347">
                  <c:v>45866</c:v>
                </c:pt>
                <c:pt idx="2348">
                  <c:v>45867</c:v>
                </c:pt>
                <c:pt idx="2349">
                  <c:v>45868</c:v>
                </c:pt>
                <c:pt idx="2350">
                  <c:v>45869</c:v>
                </c:pt>
                <c:pt idx="2351">
                  <c:v>45870</c:v>
                </c:pt>
                <c:pt idx="2352">
                  <c:v>45873</c:v>
                </c:pt>
                <c:pt idx="2353">
                  <c:v>45874</c:v>
                </c:pt>
                <c:pt idx="2354">
                  <c:v>45875</c:v>
                </c:pt>
                <c:pt idx="2355">
                  <c:v>45876</c:v>
                </c:pt>
                <c:pt idx="2356">
                  <c:v>45877</c:v>
                </c:pt>
                <c:pt idx="2357">
                  <c:v>45880</c:v>
                </c:pt>
                <c:pt idx="2358">
                  <c:v>45881</c:v>
                </c:pt>
                <c:pt idx="2359">
                  <c:v>45882</c:v>
                </c:pt>
                <c:pt idx="2360">
                  <c:v>45883</c:v>
                </c:pt>
                <c:pt idx="2361">
                  <c:v>45887</c:v>
                </c:pt>
                <c:pt idx="2362">
                  <c:v>45888</c:v>
                </c:pt>
                <c:pt idx="2363">
                  <c:v>45889</c:v>
                </c:pt>
                <c:pt idx="2364">
                  <c:v>45890</c:v>
                </c:pt>
                <c:pt idx="2365">
                  <c:v>45891</c:v>
                </c:pt>
                <c:pt idx="2366">
                  <c:v>45894</c:v>
                </c:pt>
                <c:pt idx="2367">
                  <c:v>45895</c:v>
                </c:pt>
                <c:pt idx="2368">
                  <c:v>45896</c:v>
                </c:pt>
                <c:pt idx="2369">
                  <c:v>45897</c:v>
                </c:pt>
                <c:pt idx="2370">
                  <c:v>45898</c:v>
                </c:pt>
                <c:pt idx="2371">
                  <c:v>45901</c:v>
                </c:pt>
                <c:pt idx="2372">
                  <c:v>45902</c:v>
                </c:pt>
                <c:pt idx="2373">
                  <c:v>45903</c:v>
                </c:pt>
                <c:pt idx="2374">
                  <c:v>45904</c:v>
                </c:pt>
                <c:pt idx="2375">
                  <c:v>45905</c:v>
                </c:pt>
                <c:pt idx="2376">
                  <c:v>45908</c:v>
                </c:pt>
                <c:pt idx="2377">
                  <c:v>45909</c:v>
                </c:pt>
                <c:pt idx="2378">
                  <c:v>45910</c:v>
                </c:pt>
                <c:pt idx="2379">
                  <c:v>45911</c:v>
                </c:pt>
                <c:pt idx="2380">
                  <c:v>45912</c:v>
                </c:pt>
                <c:pt idx="2381">
                  <c:v>45915</c:v>
                </c:pt>
                <c:pt idx="2382">
                  <c:v>45916</c:v>
                </c:pt>
                <c:pt idx="2383">
                  <c:v>45917</c:v>
                </c:pt>
                <c:pt idx="2384">
                  <c:v>45918</c:v>
                </c:pt>
                <c:pt idx="2385">
                  <c:v>45919</c:v>
                </c:pt>
                <c:pt idx="2386">
                  <c:v>45922</c:v>
                </c:pt>
                <c:pt idx="2387">
                  <c:v>45923</c:v>
                </c:pt>
                <c:pt idx="2388">
                  <c:v>45924</c:v>
                </c:pt>
                <c:pt idx="2389">
                  <c:v>45925</c:v>
                </c:pt>
                <c:pt idx="2390">
                  <c:v>45926</c:v>
                </c:pt>
                <c:pt idx="2391">
                  <c:v>45929</c:v>
                </c:pt>
                <c:pt idx="2392">
                  <c:v>45930</c:v>
                </c:pt>
                <c:pt idx="2393">
                  <c:v>45931</c:v>
                </c:pt>
                <c:pt idx="2394">
                  <c:v>45932</c:v>
                </c:pt>
                <c:pt idx="2395">
                  <c:v>45940</c:v>
                </c:pt>
                <c:pt idx="2396">
                  <c:v>45943</c:v>
                </c:pt>
                <c:pt idx="2397">
                  <c:v>45944</c:v>
                </c:pt>
                <c:pt idx="2398">
                  <c:v>45945</c:v>
                </c:pt>
                <c:pt idx="2399">
                  <c:v>45946</c:v>
                </c:pt>
                <c:pt idx="2400">
                  <c:v>45947</c:v>
                </c:pt>
                <c:pt idx="2401">
                  <c:v>45950</c:v>
                </c:pt>
                <c:pt idx="2402">
                  <c:v>45951</c:v>
                </c:pt>
                <c:pt idx="2403">
                  <c:v>45952</c:v>
                </c:pt>
                <c:pt idx="2404">
                  <c:v>45953</c:v>
                </c:pt>
                <c:pt idx="2405">
                  <c:v>45954</c:v>
                </c:pt>
                <c:pt idx="2406">
                  <c:v>45957</c:v>
                </c:pt>
                <c:pt idx="2407">
                  <c:v>45958</c:v>
                </c:pt>
                <c:pt idx="2408">
                  <c:v>45959</c:v>
                </c:pt>
                <c:pt idx="2409">
                  <c:v>45960</c:v>
                </c:pt>
                <c:pt idx="2410">
                  <c:v>45961</c:v>
                </c:pt>
                <c:pt idx="2411">
                  <c:v>45964</c:v>
                </c:pt>
                <c:pt idx="2412">
                  <c:v>45965</c:v>
                </c:pt>
                <c:pt idx="2413">
                  <c:v>45966</c:v>
                </c:pt>
                <c:pt idx="2414">
                  <c:v>45967</c:v>
                </c:pt>
                <c:pt idx="2415">
                  <c:v>45968</c:v>
                </c:pt>
                <c:pt idx="2416">
                  <c:v>45971</c:v>
                </c:pt>
                <c:pt idx="2417">
                  <c:v>45972</c:v>
                </c:pt>
                <c:pt idx="2418">
                  <c:v>45973</c:v>
                </c:pt>
                <c:pt idx="2419">
                  <c:v>45974</c:v>
                </c:pt>
                <c:pt idx="2420">
                  <c:v>45975</c:v>
                </c:pt>
                <c:pt idx="2421">
                  <c:v>45978</c:v>
                </c:pt>
                <c:pt idx="2422">
                  <c:v>45979</c:v>
                </c:pt>
                <c:pt idx="2423">
                  <c:v>45980</c:v>
                </c:pt>
                <c:pt idx="2424">
                  <c:v>45981</c:v>
                </c:pt>
                <c:pt idx="2425">
                  <c:v>45982</c:v>
                </c:pt>
                <c:pt idx="2426">
                  <c:v>45985</c:v>
                </c:pt>
                <c:pt idx="2427">
                  <c:v>45986</c:v>
                </c:pt>
                <c:pt idx="2428">
                  <c:v>45987</c:v>
                </c:pt>
                <c:pt idx="2429">
                  <c:v>45988</c:v>
                </c:pt>
                <c:pt idx="2430">
                  <c:v>45989</c:v>
                </c:pt>
                <c:pt idx="2431">
                  <c:v>45992</c:v>
                </c:pt>
                <c:pt idx="2432">
                  <c:v>45993</c:v>
                </c:pt>
                <c:pt idx="2433">
                  <c:v>45994</c:v>
                </c:pt>
                <c:pt idx="2434">
                  <c:v>45995</c:v>
                </c:pt>
                <c:pt idx="2435">
                  <c:v>45996</c:v>
                </c:pt>
                <c:pt idx="2436">
                  <c:v>45999</c:v>
                </c:pt>
                <c:pt idx="2437">
                  <c:v>46000</c:v>
                </c:pt>
                <c:pt idx="2438">
                  <c:v>46001</c:v>
                </c:pt>
                <c:pt idx="2439">
                  <c:v>46002</c:v>
                </c:pt>
                <c:pt idx="2440">
                  <c:v>46003</c:v>
                </c:pt>
                <c:pt idx="2441">
                  <c:v>46006</c:v>
                </c:pt>
                <c:pt idx="2442">
                  <c:v>46007</c:v>
                </c:pt>
                <c:pt idx="2443">
                  <c:v>46008</c:v>
                </c:pt>
                <c:pt idx="2444">
                  <c:v>46009</c:v>
                </c:pt>
                <c:pt idx="2445">
                  <c:v>46010</c:v>
                </c:pt>
                <c:pt idx="2446">
                  <c:v>46013</c:v>
                </c:pt>
                <c:pt idx="2447">
                  <c:v>46014</c:v>
                </c:pt>
                <c:pt idx="2448">
                  <c:v>46015</c:v>
                </c:pt>
                <c:pt idx="2449">
                  <c:v>46017</c:v>
                </c:pt>
                <c:pt idx="2450">
                  <c:v>46020</c:v>
                </c:pt>
                <c:pt idx="2451">
                  <c:v>46021</c:v>
                </c:pt>
                <c:pt idx="2452">
                  <c:v>46024</c:v>
                </c:pt>
                <c:pt idx="2453">
                  <c:v>46027</c:v>
                </c:pt>
                <c:pt idx="2454">
                  <c:v>46028</c:v>
                </c:pt>
                <c:pt idx="2455">
                  <c:v>46029</c:v>
                </c:pt>
                <c:pt idx="2456">
                  <c:v>46030</c:v>
                </c:pt>
                <c:pt idx="2457">
                  <c:v>46031</c:v>
                </c:pt>
                <c:pt idx="2458">
                  <c:v>46034</c:v>
                </c:pt>
                <c:pt idx="2459">
                  <c:v>46035</c:v>
                </c:pt>
                <c:pt idx="2460">
                  <c:v>46036</c:v>
                </c:pt>
                <c:pt idx="2461">
                  <c:v>46037</c:v>
                </c:pt>
                <c:pt idx="2462">
                  <c:v>46038</c:v>
                </c:pt>
                <c:pt idx="2463">
                  <c:v>46041</c:v>
                </c:pt>
                <c:pt idx="2464">
                  <c:v>46042</c:v>
                </c:pt>
                <c:pt idx="2465">
                  <c:v>46043</c:v>
                </c:pt>
                <c:pt idx="2466">
                  <c:v>46044</c:v>
                </c:pt>
                <c:pt idx="2467">
                  <c:v>46045</c:v>
                </c:pt>
                <c:pt idx="2468">
                  <c:v>46048</c:v>
                </c:pt>
                <c:pt idx="2469">
                  <c:v>46049</c:v>
                </c:pt>
                <c:pt idx="2470">
                  <c:v>46050</c:v>
                </c:pt>
                <c:pt idx="2471">
                  <c:v>46051</c:v>
                </c:pt>
                <c:pt idx="2472">
                  <c:v>46052</c:v>
                </c:pt>
                <c:pt idx="2473">
                  <c:v>46055</c:v>
                </c:pt>
                <c:pt idx="2474">
                  <c:v>46056</c:v>
                </c:pt>
                <c:pt idx="2475">
                  <c:v>46057</c:v>
                </c:pt>
                <c:pt idx="2476">
                  <c:v>46058</c:v>
                </c:pt>
                <c:pt idx="2477">
                  <c:v>46059</c:v>
                </c:pt>
                <c:pt idx="2478">
                  <c:v>46062</c:v>
                </c:pt>
                <c:pt idx="2479">
                  <c:v>46063</c:v>
                </c:pt>
                <c:pt idx="2480">
                  <c:v>46064</c:v>
                </c:pt>
                <c:pt idx="2481">
                  <c:v>46065</c:v>
                </c:pt>
                <c:pt idx="2482">
                  <c:v>46066</c:v>
                </c:pt>
                <c:pt idx="2483">
                  <c:v>46072</c:v>
                </c:pt>
                <c:pt idx="2484">
                  <c:v>46073</c:v>
                </c:pt>
                <c:pt idx="2485">
                  <c:v>46076</c:v>
                </c:pt>
                <c:pt idx="2486">
                  <c:v>46077</c:v>
                </c:pt>
                <c:pt idx="2487">
                  <c:v>46078</c:v>
                </c:pt>
                <c:pt idx="2488">
                  <c:v>46079</c:v>
                </c:pt>
                <c:pt idx="2489">
                  <c:v>46080</c:v>
                </c:pt>
                <c:pt idx="2490">
                  <c:v>46084</c:v>
                </c:pt>
                <c:pt idx="2491">
                  <c:v>46085</c:v>
                </c:pt>
                <c:pt idx="2492">
                  <c:v>46086</c:v>
                </c:pt>
                <c:pt idx="2493">
                  <c:v>46087</c:v>
                </c:pt>
                <c:pt idx="2494">
                  <c:v>46090</c:v>
                </c:pt>
                <c:pt idx="2495">
                  <c:v>46091</c:v>
                </c:pt>
                <c:pt idx="2496">
                  <c:v>46092</c:v>
                </c:pt>
                <c:pt idx="2497">
                  <c:v>46093</c:v>
                </c:pt>
                <c:pt idx="2498">
                  <c:v>46094</c:v>
                </c:pt>
                <c:pt idx="2499">
                  <c:v>46097</c:v>
                </c:pt>
                <c:pt idx="2500">
                  <c:v>46098</c:v>
                </c:pt>
                <c:pt idx="2501">
                  <c:v>46099</c:v>
                </c:pt>
                <c:pt idx="2502">
                  <c:v>46100</c:v>
                </c:pt>
                <c:pt idx="2503">
                  <c:v>46101</c:v>
                </c:pt>
                <c:pt idx="2504">
                  <c:v>46104</c:v>
                </c:pt>
                <c:pt idx="2505">
                  <c:v>46105</c:v>
                </c:pt>
                <c:pt idx="2506">
                  <c:v>46106</c:v>
                </c:pt>
                <c:pt idx="2507">
                  <c:v>46107</c:v>
                </c:pt>
                <c:pt idx="2508">
                  <c:v>46108</c:v>
                </c:pt>
                <c:pt idx="2509">
                  <c:v>46111</c:v>
                </c:pt>
                <c:pt idx="2510">
                  <c:v>46112</c:v>
                </c:pt>
                <c:pt idx="2511">
                  <c:v>46113</c:v>
                </c:pt>
                <c:pt idx="2512">
                  <c:v>46114</c:v>
                </c:pt>
                <c:pt idx="2513">
                  <c:v>46115</c:v>
                </c:pt>
                <c:pt idx="2514">
                  <c:v>46118</c:v>
                </c:pt>
                <c:pt idx="2515">
                  <c:v>46119</c:v>
                </c:pt>
                <c:pt idx="2516">
                  <c:v>46120</c:v>
                </c:pt>
                <c:pt idx="2517">
                  <c:v>46121</c:v>
                </c:pt>
                <c:pt idx="2518">
                  <c:v>46122</c:v>
                </c:pt>
                <c:pt idx="2519">
                  <c:v>46125</c:v>
                </c:pt>
                <c:pt idx="2520">
                  <c:v>46126</c:v>
                </c:pt>
                <c:pt idx="2521">
                  <c:v>46127</c:v>
                </c:pt>
                <c:pt idx="2522">
                  <c:v>46128</c:v>
                </c:pt>
                <c:pt idx="2523">
                  <c:v>46129</c:v>
                </c:pt>
                <c:pt idx="2524">
                  <c:v>46132</c:v>
                </c:pt>
                <c:pt idx="2525">
                  <c:v>46133</c:v>
                </c:pt>
                <c:pt idx="2526">
                  <c:v>46134</c:v>
                </c:pt>
                <c:pt idx="2527">
                  <c:v>46135</c:v>
                </c:pt>
                <c:pt idx="2528">
                  <c:v>46136</c:v>
                </c:pt>
                <c:pt idx="2529">
                  <c:v>46139</c:v>
                </c:pt>
                <c:pt idx="2530">
                  <c:v>46140</c:v>
                </c:pt>
                <c:pt idx="2531">
                  <c:v>46141</c:v>
                </c:pt>
                <c:pt idx="2532">
                  <c:v>46142</c:v>
                </c:pt>
                <c:pt idx="2533">
                  <c:v>46146</c:v>
                </c:pt>
                <c:pt idx="2534">
                  <c:v>46148</c:v>
                </c:pt>
                <c:pt idx="2535">
                  <c:v>46149</c:v>
                </c:pt>
                <c:pt idx="2536">
                  <c:v>46150</c:v>
                </c:pt>
                <c:pt idx="2537">
                  <c:v>46153</c:v>
                </c:pt>
                <c:pt idx="2538">
                  <c:v>46154</c:v>
                </c:pt>
                <c:pt idx="2539">
                  <c:v>46155</c:v>
                </c:pt>
                <c:pt idx="2540">
                  <c:v>46156</c:v>
                </c:pt>
                <c:pt idx="2541">
                  <c:v>46157</c:v>
                </c:pt>
                <c:pt idx="2542">
                  <c:v>46160</c:v>
                </c:pt>
                <c:pt idx="2543">
                  <c:v>46161</c:v>
                </c:pt>
                <c:pt idx="2544">
                  <c:v>46162</c:v>
                </c:pt>
                <c:pt idx="2545">
                  <c:v>46163</c:v>
                </c:pt>
                <c:pt idx="2546">
                  <c:v>46164</c:v>
                </c:pt>
                <c:pt idx="2547">
                  <c:v>46168</c:v>
                </c:pt>
                <c:pt idx="2548">
                  <c:v>46169</c:v>
                </c:pt>
                <c:pt idx="2549">
                  <c:v>46170</c:v>
                </c:pt>
                <c:pt idx="2550">
                  <c:v>46171</c:v>
                </c:pt>
                <c:pt idx="2551">
                  <c:v>46174</c:v>
                </c:pt>
                <c:pt idx="2552">
                  <c:v>46175</c:v>
                </c:pt>
                <c:pt idx="2553">
                  <c:v>46177</c:v>
                </c:pt>
                <c:pt idx="2554">
                  <c:v>46178</c:v>
                </c:pt>
                <c:pt idx="2555">
                  <c:v>46181</c:v>
                </c:pt>
                <c:pt idx="2556">
                  <c:v>46182</c:v>
                </c:pt>
                <c:pt idx="2557">
                  <c:v>46183</c:v>
                </c:pt>
                <c:pt idx="2558">
                  <c:v>46184</c:v>
                </c:pt>
                <c:pt idx="2559">
                  <c:v>46185</c:v>
                </c:pt>
                <c:pt idx="2560">
                  <c:v>46188</c:v>
                </c:pt>
              </c:numCache>
            </c:numRef>
          </c:cat>
          <c:val>
            <c:numRef>
              <c:f>VKOSPI和VIX!$C$2:$C$2562</c:f>
              <c:numCache>
                <c:formatCode>General</c:formatCode>
                <c:ptCount val="2561"/>
                <c:pt idx="0">
                  <c:v>20.7</c:v>
                </c:pt>
                <c:pt idx="1">
                  <c:v>19.34</c:v>
                </c:pt>
                <c:pt idx="2">
                  <c:v>20.59</c:v>
                </c:pt>
                <c:pt idx="3">
                  <c:v>24.99</c:v>
                </c:pt>
                <c:pt idx="4">
                  <c:v>27.01</c:v>
                </c:pt>
                <c:pt idx="5">
                  <c:v>24.3</c:v>
                </c:pt>
                <c:pt idx="6">
                  <c:v>22.47</c:v>
                </c:pt>
                <c:pt idx="7">
                  <c:v>25.22</c:v>
                </c:pt>
                <c:pt idx="8">
                  <c:v>23.95</c:v>
                </c:pt>
                <c:pt idx="9">
                  <c:v>27.02</c:v>
                </c:pt>
                <c:pt idx="11">
                  <c:v>26.05</c:v>
                </c:pt>
                <c:pt idx="12">
                  <c:v>27.59</c:v>
                </c:pt>
                <c:pt idx="13">
                  <c:v>26.69</c:v>
                </c:pt>
                <c:pt idx="14">
                  <c:v>22.34</c:v>
                </c:pt>
                <c:pt idx="15">
                  <c:v>24.15</c:v>
                </c:pt>
                <c:pt idx="16">
                  <c:v>22.5</c:v>
                </c:pt>
                <c:pt idx="17">
                  <c:v>23.11</c:v>
                </c:pt>
                <c:pt idx="18">
                  <c:v>22.42</c:v>
                </c:pt>
                <c:pt idx="19">
                  <c:v>20.2</c:v>
                </c:pt>
                <c:pt idx="20">
                  <c:v>19.98</c:v>
                </c:pt>
                <c:pt idx="21">
                  <c:v>21.98</c:v>
                </c:pt>
                <c:pt idx="22">
                  <c:v>21.65</c:v>
                </c:pt>
                <c:pt idx="23">
                  <c:v>21.84</c:v>
                </c:pt>
                <c:pt idx="24">
                  <c:v>23.38</c:v>
                </c:pt>
                <c:pt idx="25">
                  <c:v>28.14</c:v>
                </c:pt>
                <c:pt idx="26">
                  <c:v>25.4</c:v>
                </c:pt>
                <c:pt idx="28">
                  <c:v>24.11</c:v>
                </c:pt>
                <c:pt idx="29">
                  <c:v>22.31</c:v>
                </c:pt>
                <c:pt idx="30">
                  <c:v>21.64</c:v>
                </c:pt>
                <c:pt idx="31">
                  <c:v>20.53</c:v>
                </c:pt>
                <c:pt idx="32">
                  <c:v>19.38</c:v>
                </c:pt>
                <c:pt idx="33">
                  <c:v>20.98</c:v>
                </c:pt>
                <c:pt idx="34">
                  <c:v>20.72</c:v>
                </c:pt>
                <c:pt idx="35">
                  <c:v>19.11</c:v>
                </c:pt>
                <c:pt idx="36">
                  <c:v>19.809999999999999</c:v>
                </c:pt>
                <c:pt idx="37">
                  <c:v>20.55</c:v>
                </c:pt>
                <c:pt idx="38">
                  <c:v>17.09</c:v>
                </c:pt>
                <c:pt idx="39">
                  <c:v>16.7</c:v>
                </c:pt>
                <c:pt idx="40">
                  <c:v>16.86</c:v>
                </c:pt>
                <c:pt idx="41">
                  <c:v>17.350000000000001</c:v>
                </c:pt>
                <c:pt idx="42">
                  <c:v>18.670000000000002</c:v>
                </c:pt>
                <c:pt idx="43">
                  <c:v>18.34</c:v>
                </c:pt>
                <c:pt idx="44">
                  <c:v>18.05</c:v>
                </c:pt>
                <c:pt idx="45">
                  <c:v>16.5</c:v>
                </c:pt>
                <c:pt idx="46">
                  <c:v>16.920000000000002</c:v>
                </c:pt>
                <c:pt idx="47">
                  <c:v>16.84</c:v>
                </c:pt>
                <c:pt idx="48">
                  <c:v>14.99</c:v>
                </c:pt>
                <c:pt idx="49">
                  <c:v>14.44</c:v>
                </c:pt>
                <c:pt idx="50">
                  <c:v>14.02</c:v>
                </c:pt>
                <c:pt idx="51">
                  <c:v>13.79</c:v>
                </c:pt>
                <c:pt idx="52">
                  <c:v>14.17</c:v>
                </c:pt>
                <c:pt idx="53">
                  <c:v>14.94</c:v>
                </c:pt>
                <c:pt idx="54">
                  <c:v>14.74</c:v>
                </c:pt>
                <c:pt idx="56">
                  <c:v>15.24</c:v>
                </c:pt>
                <c:pt idx="57">
                  <c:v>13.82</c:v>
                </c:pt>
                <c:pt idx="58">
                  <c:v>13.56</c:v>
                </c:pt>
                <c:pt idx="59">
                  <c:v>13.95</c:v>
                </c:pt>
                <c:pt idx="60">
                  <c:v>13.1</c:v>
                </c:pt>
                <c:pt idx="61">
                  <c:v>14.12</c:v>
                </c:pt>
                <c:pt idx="62">
                  <c:v>15.42</c:v>
                </c:pt>
                <c:pt idx="63">
                  <c:v>14.09</c:v>
                </c:pt>
                <c:pt idx="64">
                  <c:v>16.16</c:v>
                </c:pt>
                <c:pt idx="65">
                  <c:v>15.36</c:v>
                </c:pt>
                <c:pt idx="66">
                  <c:v>16.260000000000002</c:v>
                </c:pt>
                <c:pt idx="67">
                  <c:v>14.85</c:v>
                </c:pt>
                <c:pt idx="68">
                  <c:v>13.72</c:v>
                </c:pt>
                <c:pt idx="69">
                  <c:v>13.62</c:v>
                </c:pt>
                <c:pt idx="70">
                  <c:v>13.35</c:v>
                </c:pt>
                <c:pt idx="71">
                  <c:v>13.24</c:v>
                </c:pt>
                <c:pt idx="72">
                  <c:v>13.28</c:v>
                </c:pt>
                <c:pt idx="73">
                  <c:v>13.95</c:v>
                </c:pt>
                <c:pt idx="74">
                  <c:v>13.22</c:v>
                </c:pt>
                <c:pt idx="75">
                  <c:v>14.08</c:v>
                </c:pt>
                <c:pt idx="76">
                  <c:v>13.96</c:v>
                </c:pt>
                <c:pt idx="77">
                  <c:v>13.77</c:v>
                </c:pt>
                <c:pt idx="78">
                  <c:v>15.22</c:v>
                </c:pt>
                <c:pt idx="79">
                  <c:v>15.7</c:v>
                </c:pt>
                <c:pt idx="80">
                  <c:v>14.68</c:v>
                </c:pt>
                <c:pt idx="81">
                  <c:v>15.6</c:v>
                </c:pt>
                <c:pt idx="82">
                  <c:v>16.05</c:v>
                </c:pt>
                <c:pt idx="83">
                  <c:v>14.57</c:v>
                </c:pt>
                <c:pt idx="84">
                  <c:v>13.63</c:v>
                </c:pt>
                <c:pt idx="85">
                  <c:v>14.69</c:v>
                </c:pt>
                <c:pt idx="86">
                  <c:v>14.41</c:v>
                </c:pt>
                <c:pt idx="87">
                  <c:v>15.04</c:v>
                </c:pt>
                <c:pt idx="88">
                  <c:v>14.68</c:v>
                </c:pt>
                <c:pt idx="89">
                  <c:v>15.57</c:v>
                </c:pt>
                <c:pt idx="90">
                  <c:v>15.95</c:v>
                </c:pt>
                <c:pt idx="91">
                  <c:v>16.329999999999998</c:v>
                </c:pt>
                <c:pt idx="92">
                  <c:v>15.2</c:v>
                </c:pt>
                <c:pt idx="93">
                  <c:v>15.82</c:v>
                </c:pt>
                <c:pt idx="94">
                  <c:v>14.42</c:v>
                </c:pt>
                <c:pt idx="95">
                  <c:v>13.9</c:v>
                </c:pt>
                <c:pt idx="96">
                  <c:v>13.43</c:v>
                </c:pt>
                <c:pt idx="97">
                  <c:v>13.12</c:v>
                </c:pt>
                <c:pt idx="99">
                  <c:v>14.19</c:v>
                </c:pt>
                <c:pt idx="100">
                  <c:v>14.2</c:v>
                </c:pt>
                <c:pt idx="101">
                  <c:v>13.63</c:v>
                </c:pt>
                <c:pt idx="102">
                  <c:v>13.47</c:v>
                </c:pt>
                <c:pt idx="103">
                  <c:v>14.05</c:v>
                </c:pt>
                <c:pt idx="104">
                  <c:v>14.08</c:v>
                </c:pt>
                <c:pt idx="105">
                  <c:v>14.64</c:v>
                </c:pt>
                <c:pt idx="106">
                  <c:v>17.03</c:v>
                </c:pt>
                <c:pt idx="107">
                  <c:v>20.97</c:v>
                </c:pt>
                <c:pt idx="108">
                  <c:v>20.5</c:v>
                </c:pt>
                <c:pt idx="109">
                  <c:v>20.14</c:v>
                </c:pt>
                <c:pt idx="110">
                  <c:v>19.37</c:v>
                </c:pt>
                <c:pt idx="111">
                  <c:v>19.41</c:v>
                </c:pt>
                <c:pt idx="112">
                  <c:v>18.37</c:v>
                </c:pt>
                <c:pt idx="113">
                  <c:v>18.48</c:v>
                </c:pt>
                <c:pt idx="114">
                  <c:v>21.17</c:v>
                </c:pt>
                <c:pt idx="115">
                  <c:v>17.25</c:v>
                </c:pt>
                <c:pt idx="116">
                  <c:v>25.76</c:v>
                </c:pt>
                <c:pt idx="117">
                  <c:v>23.85</c:v>
                </c:pt>
                <c:pt idx="118">
                  <c:v>18.75</c:v>
                </c:pt>
                <c:pt idx="119">
                  <c:v>16.64</c:v>
                </c:pt>
                <c:pt idx="120">
                  <c:v>15.63</c:v>
                </c:pt>
                <c:pt idx="121">
                  <c:v>14.77</c:v>
                </c:pt>
                <c:pt idx="123">
                  <c:v>15.58</c:v>
                </c:pt>
                <c:pt idx="124">
                  <c:v>14.96</c:v>
                </c:pt>
                <c:pt idx="125">
                  <c:v>14.76</c:v>
                </c:pt>
                <c:pt idx="126">
                  <c:v>13.2</c:v>
                </c:pt>
                <c:pt idx="127">
                  <c:v>13.54</c:v>
                </c:pt>
                <c:pt idx="128">
                  <c:v>13.55</c:v>
                </c:pt>
                <c:pt idx="129">
                  <c:v>13.04</c:v>
                </c:pt>
                <c:pt idx="130">
                  <c:v>12.82</c:v>
                </c:pt>
                <c:pt idx="131">
                  <c:v>12.67</c:v>
                </c:pt>
                <c:pt idx="132">
                  <c:v>12.44</c:v>
                </c:pt>
                <c:pt idx="133">
                  <c:v>11.97</c:v>
                </c:pt>
                <c:pt idx="134">
                  <c:v>11.77</c:v>
                </c:pt>
                <c:pt idx="135">
                  <c:v>12.74</c:v>
                </c:pt>
                <c:pt idx="136">
                  <c:v>12.02</c:v>
                </c:pt>
                <c:pt idx="137">
                  <c:v>12.87</c:v>
                </c:pt>
                <c:pt idx="138">
                  <c:v>13.05</c:v>
                </c:pt>
                <c:pt idx="139">
                  <c:v>12.83</c:v>
                </c:pt>
                <c:pt idx="140">
                  <c:v>12.72</c:v>
                </c:pt>
                <c:pt idx="141">
                  <c:v>11.87</c:v>
                </c:pt>
                <c:pt idx="142">
                  <c:v>12.44</c:v>
                </c:pt>
                <c:pt idx="143">
                  <c:v>13.37</c:v>
                </c:pt>
                <c:pt idx="144">
                  <c:v>12.86</c:v>
                </c:pt>
                <c:pt idx="145">
                  <c:v>12.42</c:v>
                </c:pt>
                <c:pt idx="146">
                  <c:v>11.39</c:v>
                </c:pt>
                <c:pt idx="147">
                  <c:v>11.5</c:v>
                </c:pt>
                <c:pt idx="148">
                  <c:v>11.66</c:v>
                </c:pt>
                <c:pt idx="149">
                  <c:v>12.05</c:v>
                </c:pt>
                <c:pt idx="150">
                  <c:v>11.68</c:v>
                </c:pt>
                <c:pt idx="151">
                  <c:v>11.55</c:v>
                </c:pt>
                <c:pt idx="152">
                  <c:v>12.64</c:v>
                </c:pt>
                <c:pt idx="153">
                  <c:v>12.19</c:v>
                </c:pt>
                <c:pt idx="154">
                  <c:v>11.43</c:v>
                </c:pt>
                <c:pt idx="155">
                  <c:v>11.34</c:v>
                </c:pt>
                <c:pt idx="156">
                  <c:v>12.27</c:v>
                </c:pt>
                <c:pt idx="157">
                  <c:v>12.38</c:v>
                </c:pt>
                <c:pt idx="158">
                  <c:v>13.45</c:v>
                </c:pt>
                <c:pt idx="159">
                  <c:v>13.63</c:v>
                </c:pt>
                <c:pt idx="160">
                  <c:v>13.65</c:v>
                </c:pt>
                <c:pt idx="161">
                  <c:v>12.94</c:v>
                </c:pt>
                <c:pt idx="162">
                  <c:v>13.12</c:v>
                </c:pt>
                <c:pt idx="163">
                  <c:v>13.42</c:v>
                </c:pt>
                <c:pt idx="164">
                  <c:v>13.48</c:v>
                </c:pt>
                <c:pt idx="165">
                  <c:v>11.98</c:v>
                </c:pt>
                <c:pt idx="167">
                  <c:v>12.02</c:v>
                </c:pt>
                <c:pt idx="168">
                  <c:v>11.94</c:v>
                </c:pt>
                <c:pt idx="169">
                  <c:v>12.51</c:v>
                </c:pt>
                <c:pt idx="170">
                  <c:v>17.5</c:v>
                </c:pt>
                <c:pt idx="171">
                  <c:v>15.16</c:v>
                </c:pt>
                <c:pt idx="172">
                  <c:v>17.850000000000001</c:v>
                </c:pt>
                <c:pt idx="173">
                  <c:v>15.53</c:v>
                </c:pt>
                <c:pt idx="174">
                  <c:v>15.92</c:v>
                </c:pt>
                <c:pt idx="175">
                  <c:v>13.3</c:v>
                </c:pt>
                <c:pt idx="176">
                  <c:v>12.02</c:v>
                </c:pt>
                <c:pt idx="177">
                  <c:v>12.29</c:v>
                </c:pt>
                <c:pt idx="178">
                  <c:v>14.5</c:v>
                </c:pt>
                <c:pt idx="179">
                  <c:v>13.1</c:v>
                </c:pt>
                <c:pt idx="180">
                  <c:v>12.39</c:v>
                </c:pt>
                <c:pt idx="181">
                  <c:v>14.02</c:v>
                </c:pt>
                <c:pt idx="182">
                  <c:v>13.29</c:v>
                </c:pt>
                <c:pt idx="183">
                  <c:v>13.63</c:v>
                </c:pt>
                <c:pt idx="184">
                  <c:v>12.99</c:v>
                </c:pt>
                <c:pt idx="185">
                  <c:v>12.84</c:v>
                </c:pt>
                <c:pt idx="186">
                  <c:v>13.48</c:v>
                </c:pt>
                <c:pt idx="187">
                  <c:v>13.38</c:v>
                </c:pt>
                <c:pt idx="188">
                  <c:v>15.36</c:v>
                </c:pt>
                <c:pt idx="189">
                  <c:v>15.91</c:v>
                </c:pt>
                <c:pt idx="190">
                  <c:v>16.690000000000001</c:v>
                </c:pt>
                <c:pt idx="191">
                  <c:v>16.12</c:v>
                </c:pt>
                <c:pt idx="192">
                  <c:v>16.21</c:v>
                </c:pt>
                <c:pt idx="193">
                  <c:v>15.28</c:v>
                </c:pt>
                <c:pt idx="194">
                  <c:v>14.41</c:v>
                </c:pt>
                <c:pt idx="195">
                  <c:v>13.75</c:v>
                </c:pt>
                <c:pt idx="196">
                  <c:v>13.34</c:v>
                </c:pt>
                <c:pt idx="197">
                  <c:v>13.02</c:v>
                </c:pt>
                <c:pt idx="198">
                  <c:v>13.46</c:v>
                </c:pt>
                <c:pt idx="199">
                  <c:v>14.24</c:v>
                </c:pt>
                <c:pt idx="200">
                  <c:v>15.36</c:v>
                </c:pt>
                <c:pt idx="201">
                  <c:v>16.190000000000001</c:v>
                </c:pt>
                <c:pt idx="202">
                  <c:v>17.059999999999999</c:v>
                </c:pt>
                <c:pt idx="203">
                  <c:v>18.559999999999999</c:v>
                </c:pt>
                <c:pt idx="204">
                  <c:v>19.32</c:v>
                </c:pt>
                <c:pt idx="205">
                  <c:v>22.08</c:v>
                </c:pt>
                <c:pt idx="206">
                  <c:v>22.51</c:v>
                </c:pt>
                <c:pt idx="207">
                  <c:v>18.71</c:v>
                </c:pt>
                <c:pt idx="208">
                  <c:v>18.739999999999998</c:v>
                </c:pt>
                <c:pt idx="209">
                  <c:v>14.38</c:v>
                </c:pt>
                <c:pt idx="210">
                  <c:v>14.74</c:v>
                </c:pt>
                <c:pt idx="211">
                  <c:v>14.17</c:v>
                </c:pt>
                <c:pt idx="212">
                  <c:v>14.48</c:v>
                </c:pt>
                <c:pt idx="213">
                  <c:v>13.37</c:v>
                </c:pt>
                <c:pt idx="214">
                  <c:v>13.72</c:v>
                </c:pt>
                <c:pt idx="215">
                  <c:v>13.35</c:v>
                </c:pt>
                <c:pt idx="216">
                  <c:v>12.85</c:v>
                </c:pt>
                <c:pt idx="217">
                  <c:v>12.42</c:v>
                </c:pt>
                <c:pt idx="218">
                  <c:v>12.41</c:v>
                </c:pt>
                <c:pt idx="219">
                  <c:v>12.43</c:v>
                </c:pt>
                <c:pt idx="221">
                  <c:v>12.34</c:v>
                </c:pt>
                <c:pt idx="222">
                  <c:v>13.15</c:v>
                </c:pt>
                <c:pt idx="223">
                  <c:v>12.9</c:v>
                </c:pt>
                <c:pt idx="224">
                  <c:v>13.33</c:v>
                </c:pt>
                <c:pt idx="225">
                  <c:v>14.07</c:v>
                </c:pt>
                <c:pt idx="226">
                  <c:v>14.12</c:v>
                </c:pt>
                <c:pt idx="227">
                  <c:v>12.14</c:v>
                </c:pt>
                <c:pt idx="228">
                  <c:v>11.79</c:v>
                </c:pt>
                <c:pt idx="229">
                  <c:v>12.22</c:v>
                </c:pt>
                <c:pt idx="230">
                  <c:v>12.64</c:v>
                </c:pt>
                <c:pt idx="231">
                  <c:v>11.75</c:v>
                </c:pt>
                <c:pt idx="232">
                  <c:v>12.64</c:v>
                </c:pt>
                <c:pt idx="233">
                  <c:v>12.72</c:v>
                </c:pt>
                <c:pt idx="234">
                  <c:v>13.19</c:v>
                </c:pt>
                <c:pt idx="235">
                  <c:v>12.79</c:v>
                </c:pt>
                <c:pt idx="236">
                  <c:v>12.2</c:v>
                </c:pt>
                <c:pt idx="237">
                  <c:v>11.71</c:v>
                </c:pt>
                <c:pt idx="238">
                  <c:v>11.45</c:v>
                </c:pt>
                <c:pt idx="239">
                  <c:v>11.27</c:v>
                </c:pt>
                <c:pt idx="240">
                  <c:v>11.43</c:v>
                </c:pt>
                <c:pt idx="241">
                  <c:v>11.44</c:v>
                </c:pt>
                <c:pt idx="243">
                  <c:v>11.99</c:v>
                </c:pt>
                <c:pt idx="244">
                  <c:v>12.95</c:v>
                </c:pt>
                <c:pt idx="245">
                  <c:v>13.37</c:v>
                </c:pt>
                <c:pt idx="247">
                  <c:v>12.85</c:v>
                </c:pt>
                <c:pt idx="248">
                  <c:v>11.85</c:v>
                </c:pt>
                <c:pt idx="249">
                  <c:v>11.67</c:v>
                </c:pt>
                <c:pt idx="250">
                  <c:v>11.32</c:v>
                </c:pt>
                <c:pt idx="251">
                  <c:v>11.56</c:v>
                </c:pt>
                <c:pt idx="252">
                  <c:v>11.49</c:v>
                </c:pt>
                <c:pt idx="253">
                  <c:v>11.26</c:v>
                </c:pt>
                <c:pt idx="254">
                  <c:v>11.54</c:v>
                </c:pt>
                <c:pt idx="255">
                  <c:v>11.23</c:v>
                </c:pt>
                <c:pt idx="257">
                  <c:v>11.87</c:v>
                </c:pt>
                <c:pt idx="258">
                  <c:v>12.48</c:v>
                </c:pt>
                <c:pt idx="259">
                  <c:v>12.78</c:v>
                </c:pt>
                <c:pt idx="260">
                  <c:v>11.54</c:v>
                </c:pt>
                <c:pt idx="261">
                  <c:v>11.77</c:v>
                </c:pt>
                <c:pt idx="262">
                  <c:v>11.07</c:v>
                </c:pt>
                <c:pt idx="263">
                  <c:v>10.81</c:v>
                </c:pt>
                <c:pt idx="264">
                  <c:v>10.63</c:v>
                </c:pt>
                <c:pt idx="265">
                  <c:v>11.99</c:v>
                </c:pt>
                <c:pt idx="266">
                  <c:v>11.81</c:v>
                </c:pt>
                <c:pt idx="267">
                  <c:v>11.93</c:v>
                </c:pt>
                <c:pt idx="268">
                  <c:v>10.97</c:v>
                </c:pt>
                <c:pt idx="269">
                  <c:v>11.37</c:v>
                </c:pt>
                <c:pt idx="270">
                  <c:v>11.29</c:v>
                </c:pt>
                <c:pt idx="271">
                  <c:v>11.45</c:v>
                </c:pt>
                <c:pt idx="272">
                  <c:v>10.88</c:v>
                </c:pt>
                <c:pt idx="273">
                  <c:v>10.85</c:v>
                </c:pt>
                <c:pt idx="274">
                  <c:v>11.07</c:v>
                </c:pt>
                <c:pt idx="275">
                  <c:v>10.74</c:v>
                </c:pt>
                <c:pt idx="276">
                  <c:v>11.97</c:v>
                </c:pt>
                <c:pt idx="277">
                  <c:v>11.76</c:v>
                </c:pt>
                <c:pt idx="278">
                  <c:v>11.49</c:v>
                </c:pt>
                <c:pt idx="280">
                  <c:v>11.57</c:v>
                </c:pt>
                <c:pt idx="281">
                  <c:v>11.74</c:v>
                </c:pt>
                <c:pt idx="282">
                  <c:v>11.71</c:v>
                </c:pt>
                <c:pt idx="283">
                  <c:v>11.47</c:v>
                </c:pt>
                <c:pt idx="284">
                  <c:v>12.09</c:v>
                </c:pt>
                <c:pt idx="285">
                  <c:v>12.92</c:v>
                </c:pt>
                <c:pt idx="286">
                  <c:v>11.81</c:v>
                </c:pt>
                <c:pt idx="287">
                  <c:v>10.96</c:v>
                </c:pt>
                <c:pt idx="288">
                  <c:v>11.24</c:v>
                </c:pt>
                <c:pt idx="289">
                  <c:v>11.45</c:v>
                </c:pt>
                <c:pt idx="290">
                  <c:v>11.86</c:v>
                </c:pt>
                <c:pt idx="291">
                  <c:v>12.3</c:v>
                </c:pt>
                <c:pt idx="292">
                  <c:v>11.66</c:v>
                </c:pt>
                <c:pt idx="293">
                  <c:v>11.35</c:v>
                </c:pt>
                <c:pt idx="294">
                  <c:v>12.3</c:v>
                </c:pt>
                <c:pt idx="295">
                  <c:v>11.63</c:v>
                </c:pt>
                <c:pt idx="296">
                  <c:v>11.21</c:v>
                </c:pt>
                <c:pt idx="297">
                  <c:v>11.28</c:v>
                </c:pt>
                <c:pt idx="298">
                  <c:v>11.34</c:v>
                </c:pt>
                <c:pt idx="299">
                  <c:v>12.47</c:v>
                </c:pt>
                <c:pt idx="300">
                  <c:v>12.81</c:v>
                </c:pt>
                <c:pt idx="301">
                  <c:v>13.12</c:v>
                </c:pt>
                <c:pt idx="302">
                  <c:v>12.96</c:v>
                </c:pt>
                <c:pt idx="303">
                  <c:v>12.5</c:v>
                </c:pt>
                <c:pt idx="304">
                  <c:v>11.53</c:v>
                </c:pt>
                <c:pt idx="305">
                  <c:v>11.42</c:v>
                </c:pt>
                <c:pt idx="306">
                  <c:v>11.54</c:v>
                </c:pt>
                <c:pt idx="307">
                  <c:v>12.37</c:v>
                </c:pt>
                <c:pt idx="308">
                  <c:v>12.38</c:v>
                </c:pt>
                <c:pt idx="309">
                  <c:v>11.79</c:v>
                </c:pt>
                <c:pt idx="310">
                  <c:v>12.89</c:v>
                </c:pt>
                <c:pt idx="311">
                  <c:v>12.39</c:v>
                </c:pt>
                <c:pt idx="312">
                  <c:v>12.87</c:v>
                </c:pt>
                <c:pt idx="313">
                  <c:v>14.05</c:v>
                </c:pt>
                <c:pt idx="314">
                  <c:v>15.07</c:v>
                </c:pt>
                <c:pt idx="315">
                  <c:v>15.77</c:v>
                </c:pt>
                <c:pt idx="316">
                  <c:v>15.96</c:v>
                </c:pt>
                <c:pt idx="318">
                  <c:v>14.66</c:v>
                </c:pt>
                <c:pt idx="319">
                  <c:v>14.42</c:v>
                </c:pt>
                <c:pt idx="320">
                  <c:v>14.93</c:v>
                </c:pt>
                <c:pt idx="321">
                  <c:v>14.15</c:v>
                </c:pt>
                <c:pt idx="322">
                  <c:v>14.63</c:v>
                </c:pt>
                <c:pt idx="323">
                  <c:v>10.84</c:v>
                </c:pt>
                <c:pt idx="324">
                  <c:v>10.76</c:v>
                </c:pt>
                <c:pt idx="325">
                  <c:v>10.85</c:v>
                </c:pt>
                <c:pt idx="326">
                  <c:v>10.36</c:v>
                </c:pt>
                <c:pt idx="327">
                  <c:v>10.82</c:v>
                </c:pt>
                <c:pt idx="328">
                  <c:v>10.59</c:v>
                </c:pt>
                <c:pt idx="329">
                  <c:v>10.46</c:v>
                </c:pt>
                <c:pt idx="330">
                  <c:v>9.77</c:v>
                </c:pt>
                <c:pt idx="331">
                  <c:v>10.210000000000001</c:v>
                </c:pt>
                <c:pt idx="332">
                  <c:v>10.6</c:v>
                </c:pt>
                <c:pt idx="333">
                  <c:v>10.4</c:v>
                </c:pt>
                <c:pt idx="334">
                  <c:v>10.42</c:v>
                </c:pt>
                <c:pt idx="335">
                  <c:v>10.65</c:v>
                </c:pt>
                <c:pt idx="336">
                  <c:v>15.59</c:v>
                </c:pt>
                <c:pt idx="337">
                  <c:v>14.66</c:v>
                </c:pt>
                <c:pt idx="338">
                  <c:v>12.04</c:v>
                </c:pt>
                <c:pt idx="339">
                  <c:v>10.93</c:v>
                </c:pt>
                <c:pt idx="340">
                  <c:v>10.72</c:v>
                </c:pt>
                <c:pt idx="341">
                  <c:v>10.02</c:v>
                </c:pt>
                <c:pt idx="342">
                  <c:v>9.99</c:v>
                </c:pt>
                <c:pt idx="343">
                  <c:v>9.81</c:v>
                </c:pt>
                <c:pt idx="345">
                  <c:v>10.38</c:v>
                </c:pt>
                <c:pt idx="346">
                  <c:v>10.41</c:v>
                </c:pt>
                <c:pt idx="347">
                  <c:v>9.89</c:v>
                </c:pt>
                <c:pt idx="348">
                  <c:v>9.75</c:v>
                </c:pt>
                <c:pt idx="349">
                  <c:v>10.07</c:v>
                </c:pt>
                <c:pt idx="350">
                  <c:v>10.39</c:v>
                </c:pt>
                <c:pt idx="351">
                  <c:v>10.16</c:v>
                </c:pt>
                <c:pt idx="352">
                  <c:v>10.7</c:v>
                </c:pt>
                <c:pt idx="353">
                  <c:v>11.46</c:v>
                </c:pt>
                <c:pt idx="354">
                  <c:v>10.42</c:v>
                </c:pt>
                <c:pt idx="355">
                  <c:v>10.64</c:v>
                </c:pt>
                <c:pt idx="356">
                  <c:v>10.9</c:v>
                </c:pt>
                <c:pt idx="357">
                  <c:v>10.38</c:v>
                </c:pt>
                <c:pt idx="358">
                  <c:v>10.37</c:v>
                </c:pt>
                <c:pt idx="359">
                  <c:v>10.86</c:v>
                </c:pt>
                <c:pt idx="360">
                  <c:v>10.75</c:v>
                </c:pt>
                <c:pt idx="361">
                  <c:v>10.48</c:v>
                </c:pt>
                <c:pt idx="362">
                  <c:v>10.02</c:v>
                </c:pt>
                <c:pt idx="363">
                  <c:v>9.9</c:v>
                </c:pt>
                <c:pt idx="364">
                  <c:v>11.06</c:v>
                </c:pt>
                <c:pt idx="365">
                  <c:v>10.029999999999999</c:v>
                </c:pt>
                <c:pt idx="366">
                  <c:v>11.44</c:v>
                </c:pt>
                <c:pt idx="367">
                  <c:v>11.18</c:v>
                </c:pt>
                <c:pt idx="368">
                  <c:v>11.22</c:v>
                </c:pt>
                <c:pt idx="370">
                  <c:v>11.07</c:v>
                </c:pt>
                <c:pt idx="371">
                  <c:v>12.54</c:v>
                </c:pt>
                <c:pt idx="372">
                  <c:v>11.19</c:v>
                </c:pt>
                <c:pt idx="373">
                  <c:v>11.11</c:v>
                </c:pt>
                <c:pt idx="374">
                  <c:v>10.89</c:v>
                </c:pt>
                <c:pt idx="375">
                  <c:v>10.3</c:v>
                </c:pt>
                <c:pt idx="376">
                  <c:v>9.9</c:v>
                </c:pt>
                <c:pt idx="377">
                  <c:v>9.51</c:v>
                </c:pt>
                <c:pt idx="378">
                  <c:v>9.82</c:v>
                </c:pt>
                <c:pt idx="379">
                  <c:v>9.89</c:v>
                </c:pt>
                <c:pt idx="380">
                  <c:v>9.7899999999999991</c:v>
                </c:pt>
                <c:pt idx="381">
                  <c:v>9.58</c:v>
                </c:pt>
                <c:pt idx="382">
                  <c:v>9.36</c:v>
                </c:pt>
                <c:pt idx="383">
                  <c:v>9.43</c:v>
                </c:pt>
                <c:pt idx="384">
                  <c:v>9.43</c:v>
                </c:pt>
                <c:pt idx="385">
                  <c:v>9.6</c:v>
                </c:pt>
                <c:pt idx="386">
                  <c:v>10.11</c:v>
                </c:pt>
                <c:pt idx="387">
                  <c:v>10.29</c:v>
                </c:pt>
                <c:pt idx="388">
                  <c:v>10.26</c:v>
                </c:pt>
                <c:pt idx="389">
                  <c:v>10.09</c:v>
                </c:pt>
                <c:pt idx="390">
                  <c:v>10.28</c:v>
                </c:pt>
                <c:pt idx="391">
                  <c:v>10.44</c:v>
                </c:pt>
                <c:pt idx="392">
                  <c:v>10.029999999999999</c:v>
                </c:pt>
                <c:pt idx="393">
                  <c:v>9.93</c:v>
                </c:pt>
                <c:pt idx="394">
                  <c:v>10.96</c:v>
                </c:pt>
                <c:pt idx="395">
                  <c:v>11.11</c:v>
                </c:pt>
                <c:pt idx="396">
                  <c:v>16.04</c:v>
                </c:pt>
                <c:pt idx="397">
                  <c:v>15.51</c:v>
                </c:pt>
                <c:pt idx="398">
                  <c:v>12.33</c:v>
                </c:pt>
                <c:pt idx="399">
                  <c:v>11.74</c:v>
                </c:pt>
                <c:pt idx="400">
                  <c:v>15.55</c:v>
                </c:pt>
                <c:pt idx="401">
                  <c:v>14.26</c:v>
                </c:pt>
                <c:pt idx="402">
                  <c:v>13.19</c:v>
                </c:pt>
                <c:pt idx="403">
                  <c:v>11.35</c:v>
                </c:pt>
                <c:pt idx="404">
                  <c:v>12.25</c:v>
                </c:pt>
                <c:pt idx="405">
                  <c:v>12.23</c:v>
                </c:pt>
                <c:pt idx="406">
                  <c:v>11.28</c:v>
                </c:pt>
                <c:pt idx="407">
                  <c:v>11.32</c:v>
                </c:pt>
                <c:pt idx="408">
                  <c:v>11.7</c:v>
                </c:pt>
                <c:pt idx="409">
                  <c:v>11.22</c:v>
                </c:pt>
                <c:pt idx="410">
                  <c:v>10.59</c:v>
                </c:pt>
                <c:pt idx="411">
                  <c:v>10.130000000000001</c:v>
                </c:pt>
                <c:pt idx="413">
                  <c:v>12.23</c:v>
                </c:pt>
                <c:pt idx="414">
                  <c:v>11.63</c:v>
                </c:pt>
                <c:pt idx="415">
                  <c:v>11.55</c:v>
                </c:pt>
                <c:pt idx="416">
                  <c:v>12.12</c:v>
                </c:pt>
                <c:pt idx="417">
                  <c:v>10.73</c:v>
                </c:pt>
                <c:pt idx="418">
                  <c:v>10.58</c:v>
                </c:pt>
                <c:pt idx="419">
                  <c:v>10.5</c:v>
                </c:pt>
                <c:pt idx="420">
                  <c:v>10.44</c:v>
                </c:pt>
                <c:pt idx="421">
                  <c:v>10.17</c:v>
                </c:pt>
                <c:pt idx="422">
                  <c:v>10.15</c:v>
                </c:pt>
                <c:pt idx="423">
                  <c:v>10.18</c:v>
                </c:pt>
                <c:pt idx="424">
                  <c:v>9.7799999999999994</c:v>
                </c:pt>
                <c:pt idx="425">
                  <c:v>9.67</c:v>
                </c:pt>
                <c:pt idx="426">
                  <c:v>9.59</c:v>
                </c:pt>
                <c:pt idx="427">
                  <c:v>10.210000000000001</c:v>
                </c:pt>
                <c:pt idx="428">
                  <c:v>10.17</c:v>
                </c:pt>
                <c:pt idx="429">
                  <c:v>9.8699999999999992</c:v>
                </c:pt>
                <c:pt idx="430">
                  <c:v>9.5500000000000007</c:v>
                </c:pt>
                <c:pt idx="431">
                  <c:v>9.51</c:v>
                </c:pt>
                <c:pt idx="432">
                  <c:v>10.08</c:v>
                </c:pt>
                <c:pt idx="433">
                  <c:v>9.85</c:v>
                </c:pt>
                <c:pt idx="434">
                  <c:v>9.91</c:v>
                </c:pt>
                <c:pt idx="435">
                  <c:v>9.61</c:v>
                </c:pt>
                <c:pt idx="436">
                  <c:v>9.91</c:v>
                </c:pt>
                <c:pt idx="437">
                  <c:v>10.31</c:v>
                </c:pt>
                <c:pt idx="438">
                  <c:v>10.07</c:v>
                </c:pt>
                <c:pt idx="439">
                  <c:v>10.050000000000001</c:v>
                </c:pt>
                <c:pt idx="440">
                  <c:v>9.9700000000000006</c:v>
                </c:pt>
                <c:pt idx="441">
                  <c:v>11.07</c:v>
                </c:pt>
                <c:pt idx="442">
                  <c:v>11.16</c:v>
                </c:pt>
                <c:pt idx="443">
                  <c:v>11.23</c:v>
                </c:pt>
                <c:pt idx="444">
                  <c:v>11.3</c:v>
                </c:pt>
                <c:pt idx="445">
                  <c:v>9.8000000000000007</c:v>
                </c:pt>
                <c:pt idx="446">
                  <c:v>10.5</c:v>
                </c:pt>
                <c:pt idx="447">
                  <c:v>10.18</c:v>
                </c:pt>
                <c:pt idx="448">
                  <c:v>10.199999999999999</c:v>
                </c:pt>
                <c:pt idx="449">
                  <c:v>9.93</c:v>
                </c:pt>
                <c:pt idx="450">
                  <c:v>9.14</c:v>
                </c:pt>
                <c:pt idx="451">
                  <c:v>9.4</c:v>
                </c:pt>
                <c:pt idx="452">
                  <c:v>9.89</c:v>
                </c:pt>
                <c:pt idx="453">
                  <c:v>9.7799999999999994</c:v>
                </c:pt>
                <c:pt idx="454">
                  <c:v>10.5</c:v>
                </c:pt>
                <c:pt idx="455">
                  <c:v>11.29</c:v>
                </c:pt>
                <c:pt idx="456">
                  <c:v>11.5</c:v>
                </c:pt>
                <c:pt idx="457">
                  <c:v>11.59</c:v>
                </c:pt>
                <c:pt idx="458">
                  <c:v>13.13</c:v>
                </c:pt>
                <c:pt idx="459">
                  <c:v>11.76</c:v>
                </c:pt>
                <c:pt idx="460">
                  <c:v>11.43</c:v>
                </c:pt>
                <c:pt idx="461">
                  <c:v>10.65</c:v>
                </c:pt>
                <c:pt idx="462">
                  <c:v>9.73</c:v>
                </c:pt>
                <c:pt idx="463">
                  <c:v>9.8800000000000008</c:v>
                </c:pt>
                <c:pt idx="465">
                  <c:v>9.67</c:v>
                </c:pt>
                <c:pt idx="466">
                  <c:v>9.8699999999999992</c:v>
                </c:pt>
                <c:pt idx="467">
                  <c:v>10.029999999999999</c:v>
                </c:pt>
                <c:pt idx="468">
                  <c:v>10.7</c:v>
                </c:pt>
                <c:pt idx="469">
                  <c:v>11.28</c:v>
                </c:pt>
                <c:pt idx="470">
                  <c:v>11.43</c:v>
                </c:pt>
                <c:pt idx="471">
                  <c:v>11.68</c:v>
                </c:pt>
                <c:pt idx="472">
                  <c:v>11.33</c:v>
                </c:pt>
                <c:pt idx="473">
                  <c:v>11.02</c:v>
                </c:pt>
                <c:pt idx="474">
                  <c:v>10.16</c:v>
                </c:pt>
                <c:pt idx="475">
                  <c:v>9.58</c:v>
                </c:pt>
                <c:pt idx="476">
                  <c:v>9.34</c:v>
                </c:pt>
                <c:pt idx="477">
                  <c:v>9.92</c:v>
                </c:pt>
                <c:pt idx="478">
                  <c:v>10.18</c:v>
                </c:pt>
                <c:pt idx="479">
                  <c:v>10.49</c:v>
                </c:pt>
                <c:pt idx="480">
                  <c:v>9.42</c:v>
                </c:pt>
                <c:pt idx="481">
                  <c:v>9.5299999999999994</c:v>
                </c:pt>
                <c:pt idx="482">
                  <c:v>10.029999999999999</c:v>
                </c:pt>
                <c:pt idx="483">
                  <c:v>9.7200000000000006</c:v>
                </c:pt>
                <c:pt idx="484">
                  <c:v>9.6199999999999992</c:v>
                </c:pt>
                <c:pt idx="485">
                  <c:v>9.9</c:v>
                </c:pt>
                <c:pt idx="486">
                  <c:v>10.25</c:v>
                </c:pt>
                <c:pt idx="487">
                  <c:v>10.47</c:v>
                </c:pt>
                <c:pt idx="488">
                  <c:v>10.18</c:v>
                </c:pt>
                <c:pt idx="489">
                  <c:v>9.77</c:v>
                </c:pt>
                <c:pt idx="490">
                  <c:v>9.15</c:v>
                </c:pt>
                <c:pt idx="491">
                  <c:v>9.2200000000000006</c:v>
                </c:pt>
                <c:pt idx="492">
                  <c:v>9.2200000000000006</c:v>
                </c:pt>
                <c:pt idx="493">
                  <c:v>9.52</c:v>
                </c:pt>
                <c:pt idx="494">
                  <c:v>10.08</c:v>
                </c:pt>
                <c:pt idx="495">
                  <c:v>9.82</c:v>
                </c:pt>
                <c:pt idx="496">
                  <c:v>9.8800000000000008</c:v>
                </c:pt>
                <c:pt idx="497">
                  <c:v>10.16</c:v>
                </c:pt>
                <c:pt idx="499">
                  <c:v>11.66</c:v>
                </c:pt>
                <c:pt idx="500">
                  <c:v>11.91</c:v>
                </c:pt>
                <c:pt idx="501">
                  <c:v>12.22</c:v>
                </c:pt>
                <c:pt idx="502">
                  <c:v>11.27</c:v>
                </c:pt>
                <c:pt idx="503">
                  <c:v>11.03</c:v>
                </c:pt>
                <c:pt idx="504">
                  <c:v>11.1</c:v>
                </c:pt>
                <c:pt idx="505">
                  <c:v>11.47</c:v>
                </c:pt>
                <c:pt idx="506">
                  <c:v>11.58</c:v>
                </c:pt>
                <c:pt idx="507">
                  <c:v>11.08</c:v>
                </c:pt>
                <c:pt idx="508">
                  <c:v>13.84</c:v>
                </c:pt>
                <c:pt idx="509">
                  <c:v>14.79</c:v>
                </c:pt>
                <c:pt idx="510">
                  <c:v>13.54</c:v>
                </c:pt>
                <c:pt idx="511">
                  <c:v>13.47</c:v>
                </c:pt>
                <c:pt idx="512">
                  <c:v>17.309999999999999</c:v>
                </c:pt>
                <c:pt idx="513">
                  <c:v>37.32</c:v>
                </c:pt>
                <c:pt idx="514">
                  <c:v>29.98</c:v>
                </c:pt>
                <c:pt idx="515">
                  <c:v>27.73</c:v>
                </c:pt>
                <c:pt idx="516">
                  <c:v>33.46</c:v>
                </c:pt>
                <c:pt idx="517">
                  <c:v>29.06</c:v>
                </c:pt>
                <c:pt idx="518">
                  <c:v>25.61</c:v>
                </c:pt>
                <c:pt idx="519">
                  <c:v>24.97</c:v>
                </c:pt>
                <c:pt idx="520">
                  <c:v>19.260000000000002</c:v>
                </c:pt>
                <c:pt idx="522">
                  <c:v>20.6</c:v>
                </c:pt>
                <c:pt idx="523">
                  <c:v>20.02</c:v>
                </c:pt>
                <c:pt idx="524">
                  <c:v>18.72</c:v>
                </c:pt>
                <c:pt idx="525">
                  <c:v>16.489999999999998</c:v>
                </c:pt>
                <c:pt idx="526">
                  <c:v>15.8</c:v>
                </c:pt>
                <c:pt idx="527">
                  <c:v>18.59</c:v>
                </c:pt>
                <c:pt idx="528">
                  <c:v>19.850000000000001</c:v>
                </c:pt>
                <c:pt idx="529">
                  <c:v>19.59</c:v>
                </c:pt>
                <c:pt idx="530">
                  <c:v>18.73</c:v>
                </c:pt>
                <c:pt idx="531">
                  <c:v>18.36</c:v>
                </c:pt>
                <c:pt idx="532">
                  <c:v>17.760000000000002</c:v>
                </c:pt>
                <c:pt idx="533">
                  <c:v>16.54</c:v>
                </c:pt>
                <c:pt idx="534">
                  <c:v>14.64</c:v>
                </c:pt>
                <c:pt idx="535">
                  <c:v>15.78</c:v>
                </c:pt>
                <c:pt idx="536">
                  <c:v>16.350000000000001</c:v>
                </c:pt>
                <c:pt idx="537">
                  <c:v>17.23</c:v>
                </c:pt>
                <c:pt idx="538">
                  <c:v>16.59</c:v>
                </c:pt>
                <c:pt idx="539">
                  <c:v>15.8</c:v>
                </c:pt>
                <c:pt idx="540">
                  <c:v>19.02</c:v>
                </c:pt>
                <c:pt idx="541">
                  <c:v>18.2</c:v>
                </c:pt>
                <c:pt idx="542">
                  <c:v>17.86</c:v>
                </c:pt>
                <c:pt idx="543">
                  <c:v>23.34</c:v>
                </c:pt>
                <c:pt idx="544">
                  <c:v>24.87</c:v>
                </c:pt>
                <c:pt idx="545">
                  <c:v>21.03</c:v>
                </c:pt>
                <c:pt idx="546">
                  <c:v>22.5</c:v>
                </c:pt>
                <c:pt idx="547">
                  <c:v>22.87</c:v>
                </c:pt>
                <c:pt idx="548">
                  <c:v>19.97</c:v>
                </c:pt>
                <c:pt idx="550">
                  <c:v>23.62</c:v>
                </c:pt>
                <c:pt idx="551">
                  <c:v>21.1</c:v>
                </c:pt>
                <c:pt idx="552">
                  <c:v>20.059999999999999</c:v>
                </c:pt>
                <c:pt idx="553">
                  <c:v>18.940000000000001</c:v>
                </c:pt>
                <c:pt idx="554">
                  <c:v>21.49</c:v>
                </c:pt>
                <c:pt idx="555">
                  <c:v>21.77</c:v>
                </c:pt>
                <c:pt idx="556">
                  <c:v>20.47</c:v>
                </c:pt>
                <c:pt idx="557">
                  <c:v>20.239999999999998</c:v>
                </c:pt>
                <c:pt idx="558">
                  <c:v>18.489999999999998</c:v>
                </c:pt>
                <c:pt idx="559">
                  <c:v>17.41</c:v>
                </c:pt>
                <c:pt idx="560">
                  <c:v>16.559999999999999</c:v>
                </c:pt>
                <c:pt idx="561">
                  <c:v>15.25</c:v>
                </c:pt>
                <c:pt idx="562">
                  <c:v>15.6</c:v>
                </c:pt>
                <c:pt idx="563">
                  <c:v>15.96</c:v>
                </c:pt>
                <c:pt idx="564">
                  <c:v>16.88</c:v>
                </c:pt>
                <c:pt idx="565">
                  <c:v>16.34</c:v>
                </c:pt>
                <c:pt idx="566">
                  <c:v>18.02</c:v>
                </c:pt>
                <c:pt idx="567">
                  <c:v>17.84</c:v>
                </c:pt>
                <c:pt idx="568">
                  <c:v>16.239999999999998</c:v>
                </c:pt>
                <c:pt idx="569">
                  <c:v>15.41</c:v>
                </c:pt>
                <c:pt idx="570">
                  <c:v>15.93</c:v>
                </c:pt>
                <c:pt idx="571">
                  <c:v>15.97</c:v>
                </c:pt>
                <c:pt idx="572">
                  <c:v>15.9</c:v>
                </c:pt>
                <c:pt idx="573">
                  <c:v>14.77</c:v>
                </c:pt>
                <c:pt idx="574">
                  <c:v>14.71</c:v>
                </c:pt>
                <c:pt idx="575">
                  <c:v>13.42</c:v>
                </c:pt>
                <c:pt idx="576">
                  <c:v>13.23</c:v>
                </c:pt>
                <c:pt idx="577">
                  <c:v>12.65</c:v>
                </c:pt>
                <c:pt idx="578">
                  <c:v>12.93</c:v>
                </c:pt>
                <c:pt idx="579">
                  <c:v>14.63</c:v>
                </c:pt>
                <c:pt idx="580">
                  <c:v>13.42</c:v>
                </c:pt>
                <c:pt idx="581">
                  <c:v>13.43</c:v>
                </c:pt>
                <c:pt idx="582">
                  <c:v>13.42</c:v>
                </c:pt>
                <c:pt idx="583">
                  <c:v>13.08</c:v>
                </c:pt>
                <c:pt idx="584">
                  <c:v>12.58</c:v>
                </c:pt>
                <c:pt idx="585">
                  <c:v>12.53</c:v>
                </c:pt>
                <c:pt idx="586">
                  <c:v>13.22</c:v>
                </c:pt>
                <c:pt idx="588">
                  <c:v>17.02</c:v>
                </c:pt>
                <c:pt idx="589">
                  <c:v>14.94</c:v>
                </c:pt>
                <c:pt idx="590">
                  <c:v>15.43</c:v>
                </c:pt>
                <c:pt idx="591">
                  <c:v>13.46</c:v>
                </c:pt>
                <c:pt idx="592">
                  <c:v>12.74</c:v>
                </c:pt>
                <c:pt idx="593">
                  <c:v>12.4</c:v>
                </c:pt>
                <c:pt idx="594">
                  <c:v>12.13</c:v>
                </c:pt>
                <c:pt idx="595">
                  <c:v>12.18</c:v>
                </c:pt>
                <c:pt idx="596">
                  <c:v>12.35</c:v>
                </c:pt>
                <c:pt idx="597">
                  <c:v>12.34</c:v>
                </c:pt>
                <c:pt idx="598">
                  <c:v>12.12</c:v>
                </c:pt>
                <c:pt idx="599">
                  <c:v>11.98</c:v>
                </c:pt>
                <c:pt idx="600">
                  <c:v>12.31</c:v>
                </c:pt>
                <c:pt idx="601">
                  <c:v>13.35</c:v>
                </c:pt>
                <c:pt idx="602">
                  <c:v>12.79</c:v>
                </c:pt>
                <c:pt idx="603">
                  <c:v>14.64</c:v>
                </c:pt>
                <c:pt idx="604">
                  <c:v>13.77</c:v>
                </c:pt>
                <c:pt idx="605">
                  <c:v>17.329999999999998</c:v>
                </c:pt>
                <c:pt idx="606">
                  <c:v>15.92</c:v>
                </c:pt>
                <c:pt idx="607">
                  <c:v>17.91</c:v>
                </c:pt>
                <c:pt idx="608">
                  <c:v>16.850000000000001</c:v>
                </c:pt>
                <c:pt idx="609">
                  <c:v>16.09</c:v>
                </c:pt>
                <c:pt idx="610">
                  <c:v>15.6</c:v>
                </c:pt>
                <c:pt idx="611">
                  <c:v>16.14</c:v>
                </c:pt>
                <c:pt idx="613">
                  <c:v>14.97</c:v>
                </c:pt>
                <c:pt idx="614">
                  <c:v>13.37</c:v>
                </c:pt>
                <c:pt idx="615">
                  <c:v>12.69</c:v>
                </c:pt>
                <c:pt idx="616">
                  <c:v>12.64</c:v>
                </c:pt>
                <c:pt idx="617">
                  <c:v>13.63</c:v>
                </c:pt>
                <c:pt idx="618">
                  <c:v>12.58</c:v>
                </c:pt>
                <c:pt idx="619">
                  <c:v>12.18</c:v>
                </c:pt>
                <c:pt idx="620">
                  <c:v>12.83</c:v>
                </c:pt>
                <c:pt idx="621">
                  <c:v>12.06</c:v>
                </c:pt>
                <c:pt idx="622">
                  <c:v>12.1</c:v>
                </c:pt>
                <c:pt idx="623">
                  <c:v>12.87</c:v>
                </c:pt>
                <c:pt idx="624">
                  <c:v>12.86</c:v>
                </c:pt>
                <c:pt idx="625">
                  <c:v>12.62</c:v>
                </c:pt>
                <c:pt idx="626">
                  <c:v>12.41</c:v>
                </c:pt>
                <c:pt idx="627">
                  <c:v>12.29</c:v>
                </c:pt>
                <c:pt idx="628">
                  <c:v>12.14</c:v>
                </c:pt>
                <c:pt idx="629">
                  <c:v>13.03</c:v>
                </c:pt>
                <c:pt idx="630">
                  <c:v>14.26</c:v>
                </c:pt>
                <c:pt idx="631">
                  <c:v>12.83</c:v>
                </c:pt>
                <c:pt idx="632">
                  <c:v>13.15</c:v>
                </c:pt>
                <c:pt idx="633">
                  <c:v>12.19</c:v>
                </c:pt>
                <c:pt idx="634">
                  <c:v>11.64</c:v>
                </c:pt>
                <c:pt idx="635">
                  <c:v>11.27</c:v>
                </c:pt>
                <c:pt idx="636">
                  <c:v>10.93</c:v>
                </c:pt>
                <c:pt idx="637">
                  <c:v>10.85</c:v>
                </c:pt>
                <c:pt idx="638">
                  <c:v>11.27</c:v>
                </c:pt>
                <c:pt idx="639">
                  <c:v>13.16</c:v>
                </c:pt>
                <c:pt idx="640">
                  <c:v>14.78</c:v>
                </c:pt>
                <c:pt idx="641">
                  <c:v>13.31</c:v>
                </c:pt>
                <c:pt idx="642">
                  <c:v>13.45</c:v>
                </c:pt>
                <c:pt idx="643">
                  <c:v>12.64</c:v>
                </c:pt>
                <c:pt idx="644">
                  <c:v>12.49</c:v>
                </c:pt>
                <c:pt idx="645">
                  <c:v>12.86</c:v>
                </c:pt>
                <c:pt idx="646">
                  <c:v>12.25</c:v>
                </c:pt>
                <c:pt idx="647">
                  <c:v>12.41</c:v>
                </c:pt>
                <c:pt idx="648">
                  <c:v>11.99</c:v>
                </c:pt>
                <c:pt idx="649">
                  <c:v>12.16</c:v>
                </c:pt>
                <c:pt idx="650">
                  <c:v>12.5</c:v>
                </c:pt>
                <c:pt idx="651">
                  <c:v>12.25</c:v>
                </c:pt>
                <c:pt idx="652">
                  <c:v>13.53</c:v>
                </c:pt>
                <c:pt idx="653">
                  <c:v>12.86</c:v>
                </c:pt>
                <c:pt idx="655">
                  <c:v>13.16</c:v>
                </c:pt>
                <c:pt idx="656">
                  <c:v>13.91</c:v>
                </c:pt>
                <c:pt idx="657">
                  <c:v>14.65</c:v>
                </c:pt>
                <c:pt idx="658">
                  <c:v>14.88</c:v>
                </c:pt>
                <c:pt idx="659">
                  <c:v>14.16</c:v>
                </c:pt>
                <c:pt idx="660">
                  <c:v>13.22</c:v>
                </c:pt>
                <c:pt idx="661">
                  <c:v>13.14</c:v>
                </c:pt>
                <c:pt idx="662">
                  <c:v>12.37</c:v>
                </c:pt>
                <c:pt idx="663">
                  <c:v>12.07</c:v>
                </c:pt>
                <c:pt idx="664">
                  <c:v>13.68</c:v>
                </c:pt>
                <c:pt idx="665">
                  <c:v>12.79</c:v>
                </c:pt>
                <c:pt idx="666">
                  <c:v>11.75</c:v>
                </c:pt>
                <c:pt idx="667">
                  <c:v>11.8</c:v>
                </c:pt>
                <c:pt idx="668">
                  <c:v>11.68</c:v>
                </c:pt>
                <c:pt idx="669">
                  <c:v>12.41</c:v>
                </c:pt>
                <c:pt idx="670">
                  <c:v>12.12</c:v>
                </c:pt>
                <c:pt idx="671">
                  <c:v>12</c:v>
                </c:pt>
                <c:pt idx="672">
                  <c:v>12.05</c:v>
                </c:pt>
                <c:pt idx="673">
                  <c:v>14.22</c:v>
                </c:pt>
                <c:pt idx="674">
                  <c:v>14.82</c:v>
                </c:pt>
                <c:pt idx="675">
                  <c:v>15.69</c:v>
                </c:pt>
                <c:pt idx="676">
                  <c:v>22.96</c:v>
                </c:pt>
                <c:pt idx="677">
                  <c:v>24.98</c:v>
                </c:pt>
                <c:pt idx="678">
                  <c:v>21.31</c:v>
                </c:pt>
                <c:pt idx="679">
                  <c:v>21.3</c:v>
                </c:pt>
                <c:pt idx="680">
                  <c:v>17.62</c:v>
                </c:pt>
                <c:pt idx="681">
                  <c:v>17.399999999999999</c:v>
                </c:pt>
                <c:pt idx="682">
                  <c:v>20.059999999999999</c:v>
                </c:pt>
                <c:pt idx="683">
                  <c:v>19.89</c:v>
                </c:pt>
                <c:pt idx="684">
                  <c:v>19.64</c:v>
                </c:pt>
                <c:pt idx="685">
                  <c:v>20.71</c:v>
                </c:pt>
                <c:pt idx="686">
                  <c:v>25.23</c:v>
                </c:pt>
                <c:pt idx="687">
                  <c:v>24.22</c:v>
                </c:pt>
                <c:pt idx="688">
                  <c:v>24.16</c:v>
                </c:pt>
                <c:pt idx="689">
                  <c:v>24.7</c:v>
                </c:pt>
                <c:pt idx="690">
                  <c:v>23.35</c:v>
                </c:pt>
                <c:pt idx="691">
                  <c:v>21.23</c:v>
                </c:pt>
                <c:pt idx="692">
                  <c:v>19.34</c:v>
                </c:pt>
                <c:pt idx="693">
                  <c:v>19.510000000000002</c:v>
                </c:pt>
                <c:pt idx="694">
                  <c:v>19.96</c:v>
                </c:pt>
                <c:pt idx="695">
                  <c:v>19.91</c:v>
                </c:pt>
                <c:pt idx="696">
                  <c:v>16.36</c:v>
                </c:pt>
                <c:pt idx="697">
                  <c:v>16.72</c:v>
                </c:pt>
                <c:pt idx="698">
                  <c:v>17.36</c:v>
                </c:pt>
                <c:pt idx="699">
                  <c:v>20.45</c:v>
                </c:pt>
                <c:pt idx="700">
                  <c:v>20.02</c:v>
                </c:pt>
                <c:pt idx="701">
                  <c:v>21.25</c:v>
                </c:pt>
                <c:pt idx="702">
                  <c:v>19.98</c:v>
                </c:pt>
                <c:pt idx="703">
                  <c:v>18.14</c:v>
                </c:pt>
                <c:pt idx="704">
                  <c:v>20.100000000000001</c:v>
                </c:pt>
                <c:pt idx="705">
                  <c:v>22.48</c:v>
                </c:pt>
                <c:pt idx="706">
                  <c:v>20.8</c:v>
                </c:pt>
                <c:pt idx="708">
                  <c:v>21.52</c:v>
                </c:pt>
                <c:pt idx="709">
                  <c:v>18.899999999999999</c:v>
                </c:pt>
                <c:pt idx="710">
                  <c:v>19.02</c:v>
                </c:pt>
                <c:pt idx="711">
                  <c:v>18.489999999999998</c:v>
                </c:pt>
                <c:pt idx="712">
                  <c:v>18.79</c:v>
                </c:pt>
                <c:pt idx="713">
                  <c:v>18.07</c:v>
                </c:pt>
                <c:pt idx="714">
                  <c:v>16.440000000000001</c:v>
                </c:pt>
                <c:pt idx="715">
                  <c:v>20.74</c:v>
                </c:pt>
                <c:pt idx="717">
                  <c:v>21.19</c:v>
                </c:pt>
                <c:pt idx="718">
                  <c:v>23.23</c:v>
                </c:pt>
                <c:pt idx="719">
                  <c:v>22.64</c:v>
                </c:pt>
                <c:pt idx="720">
                  <c:v>21.76</c:v>
                </c:pt>
                <c:pt idx="721">
                  <c:v>21.46</c:v>
                </c:pt>
                <c:pt idx="722">
                  <c:v>20.65</c:v>
                </c:pt>
                <c:pt idx="723">
                  <c:v>21.63</c:v>
                </c:pt>
                <c:pt idx="724">
                  <c:v>24.52</c:v>
                </c:pt>
                <c:pt idx="725">
                  <c:v>25.58</c:v>
                </c:pt>
                <c:pt idx="726">
                  <c:v>25.58</c:v>
                </c:pt>
                <c:pt idx="727">
                  <c:v>28.38</c:v>
                </c:pt>
                <c:pt idx="728">
                  <c:v>30.11</c:v>
                </c:pt>
                <c:pt idx="729">
                  <c:v>36.07</c:v>
                </c:pt>
                <c:pt idx="730">
                  <c:v>30.41</c:v>
                </c:pt>
                <c:pt idx="731">
                  <c:v>29.96</c:v>
                </c:pt>
                <c:pt idx="732">
                  <c:v>28.34</c:v>
                </c:pt>
                <c:pt idx="733">
                  <c:v>23.22</c:v>
                </c:pt>
                <c:pt idx="734">
                  <c:v>25.45</c:v>
                </c:pt>
                <c:pt idx="735">
                  <c:v>21.38</c:v>
                </c:pt>
                <c:pt idx="736">
                  <c:v>21.4</c:v>
                </c:pt>
                <c:pt idx="737">
                  <c:v>20.47</c:v>
                </c:pt>
                <c:pt idx="738">
                  <c:v>19.98</c:v>
                </c:pt>
                <c:pt idx="739">
                  <c:v>19.5</c:v>
                </c:pt>
                <c:pt idx="740">
                  <c:v>18.190000000000001</c:v>
                </c:pt>
                <c:pt idx="741">
                  <c:v>19.07</c:v>
                </c:pt>
                <c:pt idx="742">
                  <c:v>18.600000000000001</c:v>
                </c:pt>
                <c:pt idx="743">
                  <c:v>19.04</c:v>
                </c:pt>
                <c:pt idx="744">
                  <c:v>18.059999999999999</c:v>
                </c:pt>
                <c:pt idx="745">
                  <c:v>17.8</c:v>
                </c:pt>
                <c:pt idx="747">
                  <c:v>20.8</c:v>
                </c:pt>
                <c:pt idx="748">
                  <c:v>19.52</c:v>
                </c:pt>
                <c:pt idx="749">
                  <c:v>18.89</c:v>
                </c:pt>
                <c:pt idx="750">
                  <c:v>17.420000000000002</c:v>
                </c:pt>
                <c:pt idx="751">
                  <c:v>18.87</c:v>
                </c:pt>
                <c:pt idx="752">
                  <c:v>19.13</c:v>
                </c:pt>
                <c:pt idx="753">
                  <c:v>17.66</c:v>
                </c:pt>
                <c:pt idx="754">
                  <c:v>16.57</c:v>
                </c:pt>
                <c:pt idx="755">
                  <c:v>16.14</c:v>
                </c:pt>
                <c:pt idx="756">
                  <c:v>16.37</c:v>
                </c:pt>
                <c:pt idx="757">
                  <c:v>15.72</c:v>
                </c:pt>
                <c:pt idx="758">
                  <c:v>15.97</c:v>
                </c:pt>
                <c:pt idx="759">
                  <c:v>15.43</c:v>
                </c:pt>
                <c:pt idx="760">
                  <c:v>15.65</c:v>
                </c:pt>
                <c:pt idx="761">
                  <c:v>16.22</c:v>
                </c:pt>
                <c:pt idx="762">
                  <c:v>14.91</c:v>
                </c:pt>
                <c:pt idx="764">
                  <c:v>14.88</c:v>
                </c:pt>
                <c:pt idx="765">
                  <c:v>14.02</c:v>
                </c:pt>
                <c:pt idx="766">
                  <c:v>14.46</c:v>
                </c:pt>
                <c:pt idx="767">
                  <c:v>13.51</c:v>
                </c:pt>
                <c:pt idx="768">
                  <c:v>14.85</c:v>
                </c:pt>
                <c:pt idx="769">
                  <c:v>15.17</c:v>
                </c:pt>
                <c:pt idx="770">
                  <c:v>14.7</c:v>
                </c:pt>
                <c:pt idx="771">
                  <c:v>14.78</c:v>
                </c:pt>
                <c:pt idx="772">
                  <c:v>14.63</c:v>
                </c:pt>
                <c:pt idx="773">
                  <c:v>14.74</c:v>
                </c:pt>
                <c:pt idx="774">
                  <c:v>15.74</c:v>
                </c:pt>
                <c:pt idx="775">
                  <c:v>16.59</c:v>
                </c:pt>
                <c:pt idx="776">
                  <c:v>16.05</c:v>
                </c:pt>
                <c:pt idx="777">
                  <c:v>14.33</c:v>
                </c:pt>
                <c:pt idx="778">
                  <c:v>13.77</c:v>
                </c:pt>
                <c:pt idx="779">
                  <c:v>13.41</c:v>
                </c:pt>
                <c:pt idx="780">
                  <c:v>13.5</c:v>
                </c:pt>
                <c:pt idx="781">
                  <c:v>12.88</c:v>
                </c:pt>
                <c:pt idx="782">
                  <c:v>13.1</c:v>
                </c:pt>
                <c:pt idx="783">
                  <c:v>13.56</c:v>
                </c:pt>
                <c:pt idx="784">
                  <c:v>13.91</c:v>
                </c:pt>
                <c:pt idx="785">
                  <c:v>13.63</c:v>
                </c:pt>
                <c:pt idx="786">
                  <c:v>16.48</c:v>
                </c:pt>
                <c:pt idx="787">
                  <c:v>16.329999999999998</c:v>
                </c:pt>
                <c:pt idx="788">
                  <c:v>14.68</c:v>
                </c:pt>
                <c:pt idx="789">
                  <c:v>15.15</c:v>
                </c:pt>
                <c:pt idx="790">
                  <c:v>14.43</c:v>
                </c:pt>
                <c:pt idx="791">
                  <c:v>13.71</c:v>
                </c:pt>
                <c:pt idx="792">
                  <c:v>13.4</c:v>
                </c:pt>
                <c:pt idx="793">
                  <c:v>13.36</c:v>
                </c:pt>
                <c:pt idx="794">
                  <c:v>13.74</c:v>
                </c:pt>
                <c:pt idx="795">
                  <c:v>13.58</c:v>
                </c:pt>
                <c:pt idx="796">
                  <c:v>12.82</c:v>
                </c:pt>
                <c:pt idx="797">
                  <c:v>13.18</c:v>
                </c:pt>
                <c:pt idx="798">
                  <c:v>14.28</c:v>
                </c:pt>
                <c:pt idx="799">
                  <c:v>13.3</c:v>
                </c:pt>
                <c:pt idx="800">
                  <c:v>13.02</c:v>
                </c:pt>
                <c:pt idx="801">
                  <c:v>12.01</c:v>
                </c:pt>
                <c:pt idx="802">
                  <c:v>12.32</c:v>
                </c:pt>
                <c:pt idx="803">
                  <c:v>12.18</c:v>
                </c:pt>
                <c:pt idx="804">
                  <c:v>12.6</c:v>
                </c:pt>
                <c:pt idx="805">
                  <c:v>12.09</c:v>
                </c:pt>
                <c:pt idx="807">
                  <c:v>12.42</c:v>
                </c:pt>
                <c:pt idx="808">
                  <c:v>12.28</c:v>
                </c:pt>
                <c:pt idx="809">
                  <c:v>13.14</c:v>
                </c:pt>
                <c:pt idx="810">
                  <c:v>13.25</c:v>
                </c:pt>
                <c:pt idx="811">
                  <c:v>12.73</c:v>
                </c:pt>
                <c:pt idx="812">
                  <c:v>13.11</c:v>
                </c:pt>
                <c:pt idx="813">
                  <c:v>13.12</c:v>
                </c:pt>
                <c:pt idx="814">
                  <c:v>14.42</c:v>
                </c:pt>
                <c:pt idx="815">
                  <c:v>12.87</c:v>
                </c:pt>
                <c:pt idx="816">
                  <c:v>19.32</c:v>
                </c:pt>
                <c:pt idx="817">
                  <c:v>19.399999999999999</c:v>
                </c:pt>
                <c:pt idx="818">
                  <c:v>19.100000000000001</c:v>
                </c:pt>
                <c:pt idx="819">
                  <c:v>16.04</c:v>
                </c:pt>
                <c:pt idx="820">
                  <c:v>20.55</c:v>
                </c:pt>
                <c:pt idx="821">
                  <c:v>18.059999999999999</c:v>
                </c:pt>
                <c:pt idx="822">
                  <c:v>16.440000000000001</c:v>
                </c:pt>
                <c:pt idx="823">
                  <c:v>15.29</c:v>
                </c:pt>
                <c:pt idx="824">
                  <c:v>15.96</c:v>
                </c:pt>
                <c:pt idx="825">
                  <c:v>16.309999999999999</c:v>
                </c:pt>
                <c:pt idx="826">
                  <c:v>14.95</c:v>
                </c:pt>
                <c:pt idx="827">
                  <c:v>14.75</c:v>
                </c:pt>
                <c:pt idx="828">
                  <c:v>16.920000000000002</c:v>
                </c:pt>
                <c:pt idx="829">
                  <c:v>15.85</c:v>
                </c:pt>
                <c:pt idx="831">
                  <c:v>17.5</c:v>
                </c:pt>
                <c:pt idx="832">
                  <c:v>17.899999999999999</c:v>
                </c:pt>
                <c:pt idx="833">
                  <c:v>17.3</c:v>
                </c:pt>
                <c:pt idx="834">
                  <c:v>18.71</c:v>
                </c:pt>
                <c:pt idx="835">
                  <c:v>18.86</c:v>
                </c:pt>
                <c:pt idx="836">
                  <c:v>16.97</c:v>
                </c:pt>
                <c:pt idx="837">
                  <c:v>16.09</c:v>
                </c:pt>
                <c:pt idx="838">
                  <c:v>16.3</c:v>
                </c:pt>
                <c:pt idx="839">
                  <c:v>15.94</c:v>
                </c:pt>
                <c:pt idx="840">
                  <c:v>15.99</c:v>
                </c:pt>
                <c:pt idx="841">
                  <c:v>15.91</c:v>
                </c:pt>
                <c:pt idx="842">
                  <c:v>15.82</c:v>
                </c:pt>
                <c:pt idx="843">
                  <c:v>15.28</c:v>
                </c:pt>
                <c:pt idx="844">
                  <c:v>15.35</c:v>
                </c:pt>
                <c:pt idx="845">
                  <c:v>15.15</c:v>
                </c:pt>
                <c:pt idx="846">
                  <c:v>14.33</c:v>
                </c:pt>
                <c:pt idx="847">
                  <c:v>14.75</c:v>
                </c:pt>
                <c:pt idx="848">
                  <c:v>15.4</c:v>
                </c:pt>
                <c:pt idx="849">
                  <c:v>15.26</c:v>
                </c:pt>
                <c:pt idx="850">
                  <c:v>16.28</c:v>
                </c:pt>
                <c:pt idx="851">
                  <c:v>16.21</c:v>
                </c:pt>
                <c:pt idx="852">
                  <c:v>15.82</c:v>
                </c:pt>
                <c:pt idx="853">
                  <c:v>15.08</c:v>
                </c:pt>
                <c:pt idx="854">
                  <c:v>14.06</c:v>
                </c:pt>
                <c:pt idx="855">
                  <c:v>12.93</c:v>
                </c:pt>
                <c:pt idx="856">
                  <c:v>12.57</c:v>
                </c:pt>
                <c:pt idx="858">
                  <c:v>13.28</c:v>
                </c:pt>
                <c:pt idx="859">
                  <c:v>13.96</c:v>
                </c:pt>
                <c:pt idx="860">
                  <c:v>14.09</c:v>
                </c:pt>
                <c:pt idx="861">
                  <c:v>13.03</c:v>
                </c:pt>
                <c:pt idx="862">
                  <c:v>12.93</c:v>
                </c:pt>
                <c:pt idx="863">
                  <c:v>12.39</c:v>
                </c:pt>
                <c:pt idx="864">
                  <c:v>12.68</c:v>
                </c:pt>
                <c:pt idx="865">
                  <c:v>12.86</c:v>
                </c:pt>
                <c:pt idx="866">
                  <c:v>13.97</c:v>
                </c:pt>
                <c:pt idx="867">
                  <c:v>13.53</c:v>
                </c:pt>
                <c:pt idx="868">
                  <c:v>14.45</c:v>
                </c:pt>
                <c:pt idx="869">
                  <c:v>13.53</c:v>
                </c:pt>
                <c:pt idx="870">
                  <c:v>12.61</c:v>
                </c:pt>
                <c:pt idx="871">
                  <c:v>12.07</c:v>
                </c:pt>
                <c:pt idx="872">
                  <c:v>12.74</c:v>
                </c:pt>
                <c:pt idx="873">
                  <c:v>12.16</c:v>
                </c:pt>
                <c:pt idx="874">
                  <c:v>12.83</c:v>
                </c:pt>
                <c:pt idx="875">
                  <c:v>13.94</c:v>
                </c:pt>
                <c:pt idx="876">
                  <c:v>16.12</c:v>
                </c:pt>
                <c:pt idx="877">
                  <c:v>17.87</c:v>
                </c:pt>
                <c:pt idx="878">
                  <c:v>17.61</c:v>
                </c:pt>
                <c:pt idx="879">
                  <c:v>24.59</c:v>
                </c:pt>
                <c:pt idx="880">
                  <c:v>20.170000000000002</c:v>
                </c:pt>
                <c:pt idx="881">
                  <c:v>19.489999999999998</c:v>
                </c:pt>
                <c:pt idx="882">
                  <c:v>16.91</c:v>
                </c:pt>
                <c:pt idx="883">
                  <c:v>17.97</c:v>
                </c:pt>
                <c:pt idx="884">
                  <c:v>21.09</c:v>
                </c:pt>
                <c:pt idx="885">
                  <c:v>17.52</c:v>
                </c:pt>
                <c:pt idx="886">
                  <c:v>22.1</c:v>
                </c:pt>
                <c:pt idx="887">
                  <c:v>18.47</c:v>
                </c:pt>
                <c:pt idx="888">
                  <c:v>16.88</c:v>
                </c:pt>
                <c:pt idx="889">
                  <c:v>17.5</c:v>
                </c:pt>
                <c:pt idx="890">
                  <c:v>15.8</c:v>
                </c:pt>
                <c:pt idx="891">
                  <c:v>16.68</c:v>
                </c:pt>
                <c:pt idx="892">
                  <c:v>19.87</c:v>
                </c:pt>
                <c:pt idx="893">
                  <c:v>19.32</c:v>
                </c:pt>
                <c:pt idx="894">
                  <c:v>20.309999999999999</c:v>
                </c:pt>
                <c:pt idx="895">
                  <c:v>19.350000000000001</c:v>
                </c:pt>
                <c:pt idx="896">
                  <c:v>17.88</c:v>
                </c:pt>
                <c:pt idx="897">
                  <c:v>18.98</c:v>
                </c:pt>
                <c:pt idx="899">
                  <c:v>19.66</c:v>
                </c:pt>
                <c:pt idx="900">
                  <c:v>17.329999999999998</c:v>
                </c:pt>
                <c:pt idx="901">
                  <c:v>16.27</c:v>
                </c:pt>
                <c:pt idx="902">
                  <c:v>15</c:v>
                </c:pt>
                <c:pt idx="903">
                  <c:v>15.27</c:v>
                </c:pt>
                <c:pt idx="904">
                  <c:v>15.2</c:v>
                </c:pt>
                <c:pt idx="905">
                  <c:v>14.61</c:v>
                </c:pt>
                <c:pt idx="906">
                  <c:v>14.67</c:v>
                </c:pt>
                <c:pt idx="907">
                  <c:v>14.44</c:v>
                </c:pt>
                <c:pt idx="908">
                  <c:v>13.95</c:v>
                </c:pt>
                <c:pt idx="909">
                  <c:v>14.05</c:v>
                </c:pt>
                <c:pt idx="910">
                  <c:v>15.32</c:v>
                </c:pt>
                <c:pt idx="911">
                  <c:v>14.91</c:v>
                </c:pt>
                <c:pt idx="912">
                  <c:v>17.05</c:v>
                </c:pt>
                <c:pt idx="913">
                  <c:v>15.96</c:v>
                </c:pt>
                <c:pt idx="914">
                  <c:v>16.07</c:v>
                </c:pt>
                <c:pt idx="915">
                  <c:v>17.22</c:v>
                </c:pt>
                <c:pt idx="916">
                  <c:v>16.239999999999998</c:v>
                </c:pt>
                <c:pt idx="917">
                  <c:v>18.559999999999999</c:v>
                </c:pt>
                <c:pt idx="918">
                  <c:v>20.56</c:v>
                </c:pt>
                <c:pt idx="919">
                  <c:v>17.04</c:v>
                </c:pt>
                <c:pt idx="920">
                  <c:v>17.86</c:v>
                </c:pt>
                <c:pt idx="921">
                  <c:v>20.28</c:v>
                </c:pt>
                <c:pt idx="922">
                  <c:v>17.57</c:v>
                </c:pt>
                <c:pt idx="923">
                  <c:v>15.58</c:v>
                </c:pt>
                <c:pt idx="924">
                  <c:v>14.57</c:v>
                </c:pt>
                <c:pt idx="925">
                  <c:v>13.54</c:v>
                </c:pt>
                <c:pt idx="926">
                  <c:v>13.68</c:v>
                </c:pt>
                <c:pt idx="927">
                  <c:v>13.79</c:v>
                </c:pt>
                <c:pt idx="928">
                  <c:v>14.25</c:v>
                </c:pt>
                <c:pt idx="929">
                  <c:v>14</c:v>
                </c:pt>
                <c:pt idx="930">
                  <c:v>14.46</c:v>
                </c:pt>
                <c:pt idx="931">
                  <c:v>14.01</c:v>
                </c:pt>
                <c:pt idx="932">
                  <c:v>13.71</c:v>
                </c:pt>
                <c:pt idx="933">
                  <c:v>12.65</c:v>
                </c:pt>
                <c:pt idx="934">
                  <c:v>13.11</c:v>
                </c:pt>
                <c:pt idx="935">
                  <c:v>13.2</c:v>
                </c:pt>
                <c:pt idx="936">
                  <c:v>12.33</c:v>
                </c:pt>
                <c:pt idx="937">
                  <c:v>13.22</c:v>
                </c:pt>
                <c:pt idx="938">
                  <c:v>12.3</c:v>
                </c:pt>
                <c:pt idx="939">
                  <c:v>12.83</c:v>
                </c:pt>
                <c:pt idx="940">
                  <c:v>13.1</c:v>
                </c:pt>
                <c:pt idx="941">
                  <c:v>12.62</c:v>
                </c:pt>
                <c:pt idx="942">
                  <c:v>12.73</c:v>
                </c:pt>
                <c:pt idx="943">
                  <c:v>12.07</c:v>
                </c:pt>
                <c:pt idx="944">
                  <c:v>12.69</c:v>
                </c:pt>
                <c:pt idx="945">
                  <c:v>12.68</c:v>
                </c:pt>
                <c:pt idx="946">
                  <c:v>13</c:v>
                </c:pt>
                <c:pt idx="947">
                  <c:v>13.05</c:v>
                </c:pt>
                <c:pt idx="948">
                  <c:v>12.05</c:v>
                </c:pt>
                <c:pt idx="949">
                  <c:v>12.46</c:v>
                </c:pt>
                <c:pt idx="950">
                  <c:v>12.86</c:v>
                </c:pt>
                <c:pt idx="951">
                  <c:v>12.78</c:v>
                </c:pt>
                <c:pt idx="952">
                  <c:v>13.13</c:v>
                </c:pt>
                <c:pt idx="953">
                  <c:v>12.34</c:v>
                </c:pt>
                <c:pt idx="954">
                  <c:v>11.87</c:v>
                </c:pt>
                <c:pt idx="955">
                  <c:v>11.54</c:v>
                </c:pt>
                <c:pt idx="956">
                  <c:v>11.75</c:v>
                </c:pt>
                <c:pt idx="958">
                  <c:v>12.62</c:v>
                </c:pt>
                <c:pt idx="959">
                  <c:v>14.91</c:v>
                </c:pt>
                <c:pt idx="960">
                  <c:v>15.96</c:v>
                </c:pt>
                <c:pt idx="961">
                  <c:v>14.8</c:v>
                </c:pt>
                <c:pt idx="962">
                  <c:v>14.52</c:v>
                </c:pt>
                <c:pt idx="963">
                  <c:v>13.62</c:v>
                </c:pt>
                <c:pt idx="964">
                  <c:v>15.86</c:v>
                </c:pt>
                <c:pt idx="965">
                  <c:v>15.68</c:v>
                </c:pt>
                <c:pt idx="966">
                  <c:v>14.99</c:v>
                </c:pt>
                <c:pt idx="967">
                  <c:v>13.94</c:v>
                </c:pt>
                <c:pt idx="968">
                  <c:v>12.63</c:v>
                </c:pt>
                <c:pt idx="969">
                  <c:v>12.14</c:v>
                </c:pt>
                <c:pt idx="970">
                  <c:v>12.29</c:v>
                </c:pt>
                <c:pt idx="971">
                  <c:v>12.58</c:v>
                </c:pt>
                <c:pt idx="972">
                  <c:v>12.5</c:v>
                </c:pt>
                <c:pt idx="973">
                  <c:v>12.51</c:v>
                </c:pt>
                <c:pt idx="974">
                  <c:v>12.61</c:v>
                </c:pt>
                <c:pt idx="975">
                  <c:v>12.67</c:v>
                </c:pt>
                <c:pt idx="976">
                  <c:v>12.65</c:v>
                </c:pt>
                <c:pt idx="977">
                  <c:v>13.43</c:v>
                </c:pt>
                <c:pt idx="978">
                  <c:v>14.82</c:v>
                </c:pt>
                <c:pt idx="979">
                  <c:v>12.47</c:v>
                </c:pt>
                <c:pt idx="980">
                  <c:v>14.02</c:v>
                </c:pt>
                <c:pt idx="981">
                  <c:v>13.85</c:v>
                </c:pt>
                <c:pt idx="982">
                  <c:v>13.79</c:v>
                </c:pt>
                <c:pt idx="983">
                  <c:v>13.45</c:v>
                </c:pt>
                <c:pt idx="984">
                  <c:v>12.54</c:v>
                </c:pt>
                <c:pt idx="985">
                  <c:v>12.56</c:v>
                </c:pt>
                <c:pt idx="986">
                  <c:v>12.32</c:v>
                </c:pt>
                <c:pt idx="987">
                  <c:v>12.39</c:v>
                </c:pt>
                <c:pt idx="988">
                  <c:v>12.42</c:v>
                </c:pt>
                <c:pt idx="989">
                  <c:v>12.32</c:v>
                </c:pt>
                <c:pt idx="990">
                  <c:v>12.1</c:v>
                </c:pt>
                <c:pt idx="992">
                  <c:v>12.85</c:v>
                </c:pt>
                <c:pt idx="993">
                  <c:v>12.91</c:v>
                </c:pt>
                <c:pt idx="994">
                  <c:v>12.98</c:v>
                </c:pt>
                <c:pt idx="995">
                  <c:v>16.28</c:v>
                </c:pt>
                <c:pt idx="996">
                  <c:v>16.39</c:v>
                </c:pt>
                <c:pt idx="997">
                  <c:v>15.49</c:v>
                </c:pt>
                <c:pt idx="998">
                  <c:v>18.84</c:v>
                </c:pt>
                <c:pt idx="999">
                  <c:v>17.97</c:v>
                </c:pt>
                <c:pt idx="1000">
                  <c:v>16.05</c:v>
                </c:pt>
                <c:pt idx="1001">
                  <c:v>15.15</c:v>
                </c:pt>
                <c:pt idx="1002">
                  <c:v>14.96</c:v>
                </c:pt>
                <c:pt idx="1003">
                  <c:v>15.47</c:v>
                </c:pt>
                <c:pt idx="1004">
                  <c:v>15.04</c:v>
                </c:pt>
                <c:pt idx="1005">
                  <c:v>15.18</c:v>
                </c:pt>
                <c:pt idx="1006">
                  <c:v>13.74</c:v>
                </c:pt>
                <c:pt idx="1007">
                  <c:v>14.15</c:v>
                </c:pt>
                <c:pt idx="1008">
                  <c:v>13.68</c:v>
                </c:pt>
                <c:pt idx="1010">
                  <c:v>14.83</c:v>
                </c:pt>
                <c:pt idx="1011">
                  <c:v>14.38</c:v>
                </c:pt>
                <c:pt idx="1012">
                  <c:v>15.56</c:v>
                </c:pt>
                <c:pt idx="1013">
                  <c:v>17.079999999999998</c:v>
                </c:pt>
                <c:pt idx="1014">
                  <c:v>25.03</c:v>
                </c:pt>
                <c:pt idx="1015">
                  <c:v>27.85</c:v>
                </c:pt>
                <c:pt idx="1016">
                  <c:v>27.56</c:v>
                </c:pt>
                <c:pt idx="1017">
                  <c:v>39.159999999999997</c:v>
                </c:pt>
                <c:pt idx="1018">
                  <c:v>40.11</c:v>
                </c:pt>
                <c:pt idx="1019">
                  <c:v>33.42</c:v>
                </c:pt>
                <c:pt idx="1020">
                  <c:v>36.82</c:v>
                </c:pt>
                <c:pt idx="1021">
                  <c:v>31.99</c:v>
                </c:pt>
                <c:pt idx="1022">
                  <c:v>39.619999999999997</c:v>
                </c:pt>
                <c:pt idx="1023">
                  <c:v>41.94</c:v>
                </c:pt>
                <c:pt idx="1024">
                  <c:v>54.46</c:v>
                </c:pt>
                <c:pt idx="1025">
                  <c:v>47.3</c:v>
                </c:pt>
                <c:pt idx="1026">
                  <c:v>53.9</c:v>
                </c:pt>
                <c:pt idx="1027">
                  <c:v>75.47</c:v>
                </c:pt>
                <c:pt idx="1028">
                  <c:v>57.83</c:v>
                </c:pt>
                <c:pt idx="1029">
                  <c:v>82.69</c:v>
                </c:pt>
                <c:pt idx="1030">
                  <c:v>75.91</c:v>
                </c:pt>
                <c:pt idx="1031">
                  <c:v>76.45</c:v>
                </c:pt>
                <c:pt idx="1032">
                  <c:v>72</c:v>
                </c:pt>
                <c:pt idx="1033">
                  <c:v>66.040000000000006</c:v>
                </c:pt>
                <c:pt idx="1034">
                  <c:v>61.59</c:v>
                </c:pt>
                <c:pt idx="1035">
                  <c:v>61.67</c:v>
                </c:pt>
                <c:pt idx="1036">
                  <c:v>63.95</c:v>
                </c:pt>
                <c:pt idx="1037">
                  <c:v>61</c:v>
                </c:pt>
                <c:pt idx="1038">
                  <c:v>65.540000000000006</c:v>
                </c:pt>
                <c:pt idx="1039">
                  <c:v>57.08</c:v>
                </c:pt>
                <c:pt idx="1040">
                  <c:v>53.54</c:v>
                </c:pt>
                <c:pt idx="1041">
                  <c:v>57.06</c:v>
                </c:pt>
                <c:pt idx="1042">
                  <c:v>50.91</c:v>
                </c:pt>
                <c:pt idx="1043">
                  <c:v>46.8</c:v>
                </c:pt>
                <c:pt idx="1044">
                  <c:v>45.24</c:v>
                </c:pt>
                <c:pt idx="1045">
                  <c:v>46.7</c:v>
                </c:pt>
                <c:pt idx="1046">
                  <c:v>43.35</c:v>
                </c:pt>
                <c:pt idx="1047">
                  <c:v>41.67</c:v>
                </c:pt>
                <c:pt idx="1049">
                  <c:v>41.17</c:v>
                </c:pt>
                <c:pt idx="1050">
                  <c:v>37.76</c:v>
                </c:pt>
                <c:pt idx="1051">
                  <c:v>40.11</c:v>
                </c:pt>
                <c:pt idx="1052">
                  <c:v>38.15</c:v>
                </c:pt>
                <c:pt idx="1053">
                  <c:v>43.83</c:v>
                </c:pt>
                <c:pt idx="1054">
                  <c:v>45.41</c:v>
                </c:pt>
                <c:pt idx="1055">
                  <c:v>41.98</c:v>
                </c:pt>
                <c:pt idx="1056">
                  <c:v>41.38</c:v>
                </c:pt>
                <c:pt idx="1057">
                  <c:v>35.93</c:v>
                </c:pt>
                <c:pt idx="1058">
                  <c:v>33.29</c:v>
                </c:pt>
                <c:pt idx="1059">
                  <c:v>33.57</c:v>
                </c:pt>
                <c:pt idx="1060">
                  <c:v>31.23</c:v>
                </c:pt>
                <c:pt idx="1061">
                  <c:v>35.97</c:v>
                </c:pt>
                <c:pt idx="1062">
                  <c:v>34.119999999999997</c:v>
                </c:pt>
                <c:pt idx="1063">
                  <c:v>31.44</c:v>
                </c:pt>
                <c:pt idx="1064">
                  <c:v>27.98</c:v>
                </c:pt>
                <c:pt idx="1065">
                  <c:v>27.57</c:v>
                </c:pt>
                <c:pt idx="1066">
                  <c:v>33.04</c:v>
                </c:pt>
                <c:pt idx="1067">
                  <c:v>35.28</c:v>
                </c:pt>
                <c:pt idx="1068">
                  <c:v>32.61</c:v>
                </c:pt>
                <c:pt idx="1069">
                  <c:v>31.89</c:v>
                </c:pt>
                <c:pt idx="1070">
                  <c:v>29.3</c:v>
                </c:pt>
                <c:pt idx="1071">
                  <c:v>30.53</c:v>
                </c:pt>
                <c:pt idx="1072">
                  <c:v>27.99</c:v>
                </c:pt>
                <c:pt idx="1073">
                  <c:v>29.53</c:v>
                </c:pt>
                <c:pt idx="1074">
                  <c:v>28.16</c:v>
                </c:pt>
                <c:pt idx="1076">
                  <c:v>28.01</c:v>
                </c:pt>
                <c:pt idx="1077">
                  <c:v>27.62</c:v>
                </c:pt>
                <c:pt idx="1078">
                  <c:v>28.59</c:v>
                </c:pt>
                <c:pt idx="1079">
                  <c:v>27.51</c:v>
                </c:pt>
                <c:pt idx="1080">
                  <c:v>28.23</c:v>
                </c:pt>
                <c:pt idx="1081">
                  <c:v>26.84</c:v>
                </c:pt>
                <c:pt idx="1082">
                  <c:v>25.66</c:v>
                </c:pt>
                <c:pt idx="1083">
                  <c:v>25.81</c:v>
                </c:pt>
                <c:pt idx="1084">
                  <c:v>24.52</c:v>
                </c:pt>
                <c:pt idx="1085">
                  <c:v>25.81</c:v>
                </c:pt>
                <c:pt idx="1086">
                  <c:v>27.57</c:v>
                </c:pt>
                <c:pt idx="1087">
                  <c:v>27.57</c:v>
                </c:pt>
                <c:pt idx="1088">
                  <c:v>40.79</c:v>
                </c:pt>
                <c:pt idx="1089">
                  <c:v>36.090000000000003</c:v>
                </c:pt>
                <c:pt idx="1090">
                  <c:v>34.4</c:v>
                </c:pt>
                <c:pt idx="1091">
                  <c:v>33.67</c:v>
                </c:pt>
                <c:pt idx="1092">
                  <c:v>33.47</c:v>
                </c:pt>
                <c:pt idx="1093">
                  <c:v>32.94</c:v>
                </c:pt>
                <c:pt idx="1094">
                  <c:v>35.119999999999997</c:v>
                </c:pt>
                <c:pt idx="1095">
                  <c:v>31.77</c:v>
                </c:pt>
                <c:pt idx="1096">
                  <c:v>31.37</c:v>
                </c:pt>
                <c:pt idx="1097">
                  <c:v>33.840000000000003</c:v>
                </c:pt>
                <c:pt idx="1098">
                  <c:v>32.22</c:v>
                </c:pt>
                <c:pt idx="1099">
                  <c:v>34.729999999999997</c:v>
                </c:pt>
                <c:pt idx="1100">
                  <c:v>31.78</c:v>
                </c:pt>
                <c:pt idx="1101">
                  <c:v>30.43</c:v>
                </c:pt>
                <c:pt idx="1102">
                  <c:v>28.62</c:v>
                </c:pt>
                <c:pt idx="1103">
                  <c:v>27.68</c:v>
                </c:pt>
                <c:pt idx="1105">
                  <c:v>27.94</c:v>
                </c:pt>
                <c:pt idx="1106">
                  <c:v>29.43</c:v>
                </c:pt>
                <c:pt idx="1107">
                  <c:v>28.08</c:v>
                </c:pt>
                <c:pt idx="1108">
                  <c:v>29.26</c:v>
                </c:pt>
                <c:pt idx="1109">
                  <c:v>27.29</c:v>
                </c:pt>
                <c:pt idx="1110">
                  <c:v>32.19</c:v>
                </c:pt>
                <c:pt idx="1111">
                  <c:v>29.52</c:v>
                </c:pt>
                <c:pt idx="1112">
                  <c:v>27.76</c:v>
                </c:pt>
                <c:pt idx="1113">
                  <c:v>28</c:v>
                </c:pt>
                <c:pt idx="1114">
                  <c:v>25.68</c:v>
                </c:pt>
                <c:pt idx="1115">
                  <c:v>24.46</c:v>
                </c:pt>
                <c:pt idx="1116">
                  <c:v>24.84</c:v>
                </c:pt>
                <c:pt idx="1117">
                  <c:v>24.32</c:v>
                </c:pt>
                <c:pt idx="1118">
                  <c:v>26.08</c:v>
                </c:pt>
                <c:pt idx="1119">
                  <c:v>25.84</c:v>
                </c:pt>
                <c:pt idx="1120">
                  <c:v>24.74</c:v>
                </c:pt>
                <c:pt idx="1121">
                  <c:v>25.44</c:v>
                </c:pt>
                <c:pt idx="1122">
                  <c:v>24.1</c:v>
                </c:pt>
                <c:pt idx="1123">
                  <c:v>24.76</c:v>
                </c:pt>
                <c:pt idx="1124">
                  <c:v>24.46</c:v>
                </c:pt>
                <c:pt idx="1125">
                  <c:v>24.28</c:v>
                </c:pt>
                <c:pt idx="1126">
                  <c:v>23.76</c:v>
                </c:pt>
                <c:pt idx="1127">
                  <c:v>22.99</c:v>
                </c:pt>
                <c:pt idx="1128">
                  <c:v>22.65</c:v>
                </c:pt>
                <c:pt idx="1129">
                  <c:v>22.21</c:v>
                </c:pt>
                <c:pt idx="1130">
                  <c:v>22.13</c:v>
                </c:pt>
                <c:pt idx="1131">
                  <c:v>24.03</c:v>
                </c:pt>
                <c:pt idx="1132">
                  <c:v>22.28</c:v>
                </c:pt>
                <c:pt idx="1133">
                  <c:v>22.13</c:v>
                </c:pt>
                <c:pt idx="1134">
                  <c:v>22.05</c:v>
                </c:pt>
                <c:pt idx="1135">
                  <c:v>21.51</c:v>
                </c:pt>
                <c:pt idx="1136">
                  <c:v>22.54</c:v>
                </c:pt>
                <c:pt idx="1137">
                  <c:v>22.72</c:v>
                </c:pt>
                <c:pt idx="1138">
                  <c:v>22.54</c:v>
                </c:pt>
                <c:pt idx="1139">
                  <c:v>22.37</c:v>
                </c:pt>
                <c:pt idx="1140">
                  <c:v>22.03</c:v>
                </c:pt>
                <c:pt idx="1141">
                  <c:v>23.27</c:v>
                </c:pt>
                <c:pt idx="1142">
                  <c:v>24.47</c:v>
                </c:pt>
                <c:pt idx="1143">
                  <c:v>22.96</c:v>
                </c:pt>
                <c:pt idx="1144">
                  <c:v>26.41</c:v>
                </c:pt>
                <c:pt idx="1145">
                  <c:v>26.12</c:v>
                </c:pt>
                <c:pt idx="1146">
                  <c:v>26.57</c:v>
                </c:pt>
                <c:pt idx="1147">
                  <c:v>33.6</c:v>
                </c:pt>
                <c:pt idx="1148">
                  <c:v>30.75</c:v>
                </c:pt>
                <c:pt idx="1150">
                  <c:v>31.46</c:v>
                </c:pt>
                <c:pt idx="1151">
                  <c:v>28.81</c:v>
                </c:pt>
                <c:pt idx="1152">
                  <c:v>29.71</c:v>
                </c:pt>
                <c:pt idx="1153">
                  <c:v>26.87</c:v>
                </c:pt>
                <c:pt idx="1154">
                  <c:v>25.85</c:v>
                </c:pt>
                <c:pt idx="1155">
                  <c:v>25.59</c:v>
                </c:pt>
                <c:pt idx="1156">
                  <c:v>26.04</c:v>
                </c:pt>
                <c:pt idx="1157">
                  <c:v>26.46</c:v>
                </c:pt>
                <c:pt idx="1158">
                  <c:v>25.83</c:v>
                </c:pt>
                <c:pt idx="1159">
                  <c:v>27.78</c:v>
                </c:pt>
                <c:pt idx="1160">
                  <c:v>26.86</c:v>
                </c:pt>
                <c:pt idx="1161">
                  <c:v>28.58</c:v>
                </c:pt>
                <c:pt idx="1162">
                  <c:v>28.51</c:v>
                </c:pt>
                <c:pt idx="1163">
                  <c:v>26.38</c:v>
                </c:pt>
                <c:pt idx="1164">
                  <c:v>26.19</c:v>
                </c:pt>
                <c:pt idx="1165">
                  <c:v>26.27</c:v>
                </c:pt>
                <c:pt idx="1166">
                  <c:v>27.96</c:v>
                </c:pt>
                <c:pt idx="1167">
                  <c:v>29.48</c:v>
                </c:pt>
                <c:pt idx="1168">
                  <c:v>28.06</c:v>
                </c:pt>
                <c:pt idx="1169">
                  <c:v>26.36</c:v>
                </c:pt>
                <c:pt idx="1170">
                  <c:v>25.07</c:v>
                </c:pt>
                <c:pt idx="1171">
                  <c:v>26.07</c:v>
                </c:pt>
                <c:pt idx="1172">
                  <c:v>26.4</c:v>
                </c:pt>
                <c:pt idx="1173">
                  <c:v>26.97</c:v>
                </c:pt>
                <c:pt idx="1174">
                  <c:v>27.41</c:v>
                </c:pt>
                <c:pt idx="1175">
                  <c:v>29.18</c:v>
                </c:pt>
                <c:pt idx="1176">
                  <c:v>29.35</c:v>
                </c:pt>
                <c:pt idx="1177">
                  <c:v>28.65</c:v>
                </c:pt>
                <c:pt idx="1178">
                  <c:v>28.11</c:v>
                </c:pt>
                <c:pt idx="1179">
                  <c:v>27.55</c:v>
                </c:pt>
                <c:pt idx="1180">
                  <c:v>32.46</c:v>
                </c:pt>
                <c:pt idx="1181">
                  <c:v>33.35</c:v>
                </c:pt>
                <c:pt idx="1182">
                  <c:v>40.28</c:v>
                </c:pt>
                <c:pt idx="1183">
                  <c:v>37.590000000000003</c:v>
                </c:pt>
                <c:pt idx="1184">
                  <c:v>38.020000000000003</c:v>
                </c:pt>
                <c:pt idx="1185">
                  <c:v>37.130000000000003</c:v>
                </c:pt>
                <c:pt idx="1186">
                  <c:v>35.549999999999997</c:v>
                </c:pt>
                <c:pt idx="1187">
                  <c:v>29.57</c:v>
                </c:pt>
                <c:pt idx="1188">
                  <c:v>27.58</c:v>
                </c:pt>
                <c:pt idx="1189">
                  <c:v>24.86</c:v>
                </c:pt>
                <c:pt idx="1190">
                  <c:v>25.75</c:v>
                </c:pt>
                <c:pt idx="1191">
                  <c:v>24.8</c:v>
                </c:pt>
                <c:pt idx="1192">
                  <c:v>23.45</c:v>
                </c:pt>
                <c:pt idx="1193">
                  <c:v>25.35</c:v>
                </c:pt>
                <c:pt idx="1194">
                  <c:v>23.1</c:v>
                </c:pt>
                <c:pt idx="1195">
                  <c:v>22.45</c:v>
                </c:pt>
                <c:pt idx="1196">
                  <c:v>22.71</c:v>
                </c:pt>
                <c:pt idx="1197">
                  <c:v>23.84</c:v>
                </c:pt>
                <c:pt idx="1198">
                  <c:v>23.11</c:v>
                </c:pt>
                <c:pt idx="1199">
                  <c:v>23.7</c:v>
                </c:pt>
                <c:pt idx="1200">
                  <c:v>22.66</c:v>
                </c:pt>
                <c:pt idx="1201">
                  <c:v>21.64</c:v>
                </c:pt>
                <c:pt idx="1202">
                  <c:v>21.25</c:v>
                </c:pt>
                <c:pt idx="1204">
                  <c:v>20.84</c:v>
                </c:pt>
                <c:pt idx="1205">
                  <c:v>20.57</c:v>
                </c:pt>
                <c:pt idx="1206">
                  <c:v>20.77</c:v>
                </c:pt>
                <c:pt idx="1207">
                  <c:v>21.17</c:v>
                </c:pt>
                <c:pt idx="1208">
                  <c:v>21.28</c:v>
                </c:pt>
                <c:pt idx="1209">
                  <c:v>20.79</c:v>
                </c:pt>
                <c:pt idx="1210">
                  <c:v>21.3</c:v>
                </c:pt>
                <c:pt idx="1211">
                  <c:v>20.68</c:v>
                </c:pt>
                <c:pt idx="1212">
                  <c:v>22.27</c:v>
                </c:pt>
                <c:pt idx="1213">
                  <c:v>22.52</c:v>
                </c:pt>
                <c:pt idx="1214">
                  <c:v>23.31</c:v>
                </c:pt>
                <c:pt idx="1215">
                  <c:v>24.72</c:v>
                </c:pt>
                <c:pt idx="1216">
                  <c:v>22.89</c:v>
                </c:pt>
                <c:pt idx="1217">
                  <c:v>22.5</c:v>
                </c:pt>
                <c:pt idx="1218">
                  <c:v>21.93</c:v>
                </c:pt>
                <c:pt idx="1219">
                  <c:v>21.57</c:v>
                </c:pt>
                <c:pt idx="1220">
                  <c:v>25.16</c:v>
                </c:pt>
                <c:pt idx="1221">
                  <c:v>24.23</c:v>
                </c:pt>
                <c:pt idx="1222">
                  <c:v>23.31</c:v>
                </c:pt>
                <c:pt idx="1223">
                  <c:v>21.53</c:v>
                </c:pt>
                <c:pt idx="1224">
                  <c:v>21.7</c:v>
                </c:pt>
                <c:pt idx="1225">
                  <c:v>23.08</c:v>
                </c:pt>
                <c:pt idx="1226">
                  <c:v>22.77</c:v>
                </c:pt>
                <c:pt idx="1227">
                  <c:v>26.97</c:v>
                </c:pt>
                <c:pt idx="1228">
                  <c:v>25.34</c:v>
                </c:pt>
                <c:pt idx="1229">
                  <c:v>25.07</c:v>
                </c:pt>
                <c:pt idx="1230">
                  <c:v>22.37</c:v>
                </c:pt>
                <c:pt idx="1231">
                  <c:v>21.56</c:v>
                </c:pt>
                <c:pt idx="1232">
                  <c:v>24.08</c:v>
                </c:pt>
                <c:pt idx="1233">
                  <c:v>23.33</c:v>
                </c:pt>
                <c:pt idx="1234">
                  <c:v>22.21</c:v>
                </c:pt>
                <c:pt idx="1235">
                  <c:v>23.25</c:v>
                </c:pt>
                <c:pt idx="1236">
                  <c:v>24.34</c:v>
                </c:pt>
                <c:pt idx="1238">
                  <c:v>23.24</c:v>
                </c:pt>
                <c:pt idx="1239">
                  <c:v>21.58</c:v>
                </c:pt>
                <c:pt idx="1240">
                  <c:v>21.32</c:v>
                </c:pt>
                <c:pt idx="1241">
                  <c:v>21.91</c:v>
                </c:pt>
                <c:pt idx="1242">
                  <c:v>23.19</c:v>
                </c:pt>
                <c:pt idx="1243">
                  <c:v>23.02</c:v>
                </c:pt>
                <c:pt idx="1244">
                  <c:v>37.21</c:v>
                </c:pt>
                <c:pt idx="1245">
                  <c:v>30.21</c:v>
                </c:pt>
                <c:pt idx="1246">
                  <c:v>33.090000000000003</c:v>
                </c:pt>
                <c:pt idx="1247">
                  <c:v>30.24</c:v>
                </c:pt>
                <c:pt idx="1248">
                  <c:v>25.56</c:v>
                </c:pt>
                <c:pt idx="1249">
                  <c:v>22.91</c:v>
                </c:pt>
                <c:pt idx="1250">
                  <c:v>21.77</c:v>
                </c:pt>
                <c:pt idx="1251">
                  <c:v>20.87</c:v>
                </c:pt>
                <c:pt idx="1252">
                  <c:v>21.24</c:v>
                </c:pt>
                <c:pt idx="1253">
                  <c:v>21.63</c:v>
                </c:pt>
                <c:pt idx="1254">
                  <c:v>21.99</c:v>
                </c:pt>
                <c:pt idx="1256">
                  <c:v>21.46</c:v>
                </c:pt>
                <c:pt idx="1257">
                  <c:v>21.5</c:v>
                </c:pt>
                <c:pt idx="1258">
                  <c:v>22.49</c:v>
                </c:pt>
                <c:pt idx="1259">
                  <c:v>22.05</c:v>
                </c:pt>
                <c:pt idx="1260">
                  <c:v>23.45</c:v>
                </c:pt>
                <c:pt idx="1261">
                  <c:v>23.11</c:v>
                </c:pt>
                <c:pt idx="1262">
                  <c:v>21.34</c:v>
                </c:pt>
                <c:pt idx="1263">
                  <c:v>28.89</c:v>
                </c:pt>
                <c:pt idx="1264">
                  <c:v>27.95</c:v>
                </c:pt>
                <c:pt idx="1265">
                  <c:v>24.1</c:v>
                </c:pt>
                <c:pt idx="1266">
                  <c:v>26.67</c:v>
                </c:pt>
                <c:pt idx="1267">
                  <c:v>28.57</c:v>
                </c:pt>
                <c:pt idx="1268">
                  <c:v>24.66</c:v>
                </c:pt>
                <c:pt idx="1269">
                  <c:v>25.47</c:v>
                </c:pt>
                <c:pt idx="1270">
                  <c:v>24.03</c:v>
                </c:pt>
                <c:pt idx="1271">
                  <c:v>22.56</c:v>
                </c:pt>
                <c:pt idx="1272">
                  <c:v>21.91</c:v>
                </c:pt>
                <c:pt idx="1273">
                  <c:v>20.69</c:v>
                </c:pt>
                <c:pt idx="1274">
                  <c:v>20.03</c:v>
                </c:pt>
                <c:pt idx="1275">
                  <c:v>19.79</c:v>
                </c:pt>
                <c:pt idx="1276">
                  <c:v>19.23</c:v>
                </c:pt>
                <c:pt idx="1277">
                  <c:v>21.58</c:v>
                </c:pt>
                <c:pt idx="1278">
                  <c:v>20.95</c:v>
                </c:pt>
                <c:pt idx="1279">
                  <c:v>18.88</c:v>
                </c:pt>
                <c:pt idx="1280">
                  <c:v>20.3</c:v>
                </c:pt>
                <c:pt idx="1281">
                  <c:v>21.2</c:v>
                </c:pt>
                <c:pt idx="1282">
                  <c:v>19.809999999999999</c:v>
                </c:pt>
                <c:pt idx="1283">
                  <c:v>18.86</c:v>
                </c:pt>
                <c:pt idx="1284">
                  <c:v>20.74</c:v>
                </c:pt>
                <c:pt idx="1285">
                  <c:v>19.61</c:v>
                </c:pt>
                <c:pt idx="1286">
                  <c:v>19.399999999999999</c:v>
                </c:pt>
                <c:pt idx="1287">
                  <c:v>17.329999999999998</c:v>
                </c:pt>
                <c:pt idx="1289">
                  <c:v>17.91</c:v>
                </c:pt>
                <c:pt idx="1290">
                  <c:v>18.12</c:v>
                </c:pt>
                <c:pt idx="1291">
                  <c:v>17.16</c:v>
                </c:pt>
                <c:pt idx="1292">
                  <c:v>16.95</c:v>
                </c:pt>
                <c:pt idx="1293">
                  <c:v>16.690000000000001</c:v>
                </c:pt>
                <c:pt idx="1294">
                  <c:v>16.91</c:v>
                </c:pt>
                <c:pt idx="1295">
                  <c:v>16.649999999999999</c:v>
                </c:pt>
                <c:pt idx="1296">
                  <c:v>16.989999999999998</c:v>
                </c:pt>
                <c:pt idx="1297">
                  <c:v>16.57</c:v>
                </c:pt>
                <c:pt idx="1298">
                  <c:v>16.25</c:v>
                </c:pt>
                <c:pt idx="1299">
                  <c:v>17.29</c:v>
                </c:pt>
                <c:pt idx="1300">
                  <c:v>18.68</c:v>
                </c:pt>
                <c:pt idx="1301">
                  <c:v>17.5</c:v>
                </c:pt>
                <c:pt idx="1302">
                  <c:v>18.71</c:v>
                </c:pt>
                <c:pt idx="1303">
                  <c:v>17.329999999999998</c:v>
                </c:pt>
                <c:pt idx="1304">
                  <c:v>17.64</c:v>
                </c:pt>
                <c:pt idx="1305">
                  <c:v>17.559999999999999</c:v>
                </c:pt>
                <c:pt idx="1306">
                  <c:v>17.28</c:v>
                </c:pt>
                <c:pt idx="1307">
                  <c:v>17.61</c:v>
                </c:pt>
                <c:pt idx="1308">
                  <c:v>18.61</c:v>
                </c:pt>
                <c:pt idx="1309">
                  <c:v>18.309999999999999</c:v>
                </c:pt>
                <c:pt idx="1310">
                  <c:v>19.48</c:v>
                </c:pt>
                <c:pt idx="1311">
                  <c:v>18.39</c:v>
                </c:pt>
                <c:pt idx="1312">
                  <c:v>16.690000000000001</c:v>
                </c:pt>
                <c:pt idx="1313">
                  <c:v>19.66</c:v>
                </c:pt>
                <c:pt idx="1314">
                  <c:v>21.84</c:v>
                </c:pt>
                <c:pt idx="1315">
                  <c:v>27.59</c:v>
                </c:pt>
                <c:pt idx="1316">
                  <c:v>23.13</c:v>
                </c:pt>
                <c:pt idx="1317">
                  <c:v>18.809999999999999</c:v>
                </c:pt>
                <c:pt idx="1318">
                  <c:v>19.72</c:v>
                </c:pt>
                <c:pt idx="1319">
                  <c:v>21.34</c:v>
                </c:pt>
                <c:pt idx="1320">
                  <c:v>20.67</c:v>
                </c:pt>
                <c:pt idx="1321">
                  <c:v>20.149999999999999</c:v>
                </c:pt>
                <c:pt idx="1322">
                  <c:v>18.399999999999999</c:v>
                </c:pt>
                <c:pt idx="1323">
                  <c:v>18.84</c:v>
                </c:pt>
                <c:pt idx="1324">
                  <c:v>17.36</c:v>
                </c:pt>
                <c:pt idx="1325">
                  <c:v>16.739999999999998</c:v>
                </c:pt>
                <c:pt idx="1326">
                  <c:v>16.760000000000002</c:v>
                </c:pt>
                <c:pt idx="1328">
                  <c:v>17.899999999999999</c:v>
                </c:pt>
                <c:pt idx="1329">
                  <c:v>17.48</c:v>
                </c:pt>
                <c:pt idx="1330">
                  <c:v>18.04</c:v>
                </c:pt>
                <c:pt idx="1331">
                  <c:v>16.420000000000002</c:v>
                </c:pt>
                <c:pt idx="1332">
                  <c:v>16.420000000000002</c:v>
                </c:pt>
                <c:pt idx="1333">
                  <c:v>17.07</c:v>
                </c:pt>
                <c:pt idx="1334">
                  <c:v>17.89</c:v>
                </c:pt>
                <c:pt idx="1335">
                  <c:v>16.100000000000001</c:v>
                </c:pt>
                <c:pt idx="1336">
                  <c:v>15.65</c:v>
                </c:pt>
                <c:pt idx="1337">
                  <c:v>16.39</c:v>
                </c:pt>
                <c:pt idx="1338">
                  <c:v>17.02</c:v>
                </c:pt>
                <c:pt idx="1339">
                  <c:v>18.149999999999999</c:v>
                </c:pt>
                <c:pt idx="1340">
                  <c:v>17.75</c:v>
                </c:pt>
                <c:pt idx="1341">
                  <c:v>20.7</c:v>
                </c:pt>
                <c:pt idx="1342">
                  <c:v>17.89</c:v>
                </c:pt>
                <c:pt idx="1343">
                  <c:v>16.66</c:v>
                </c:pt>
                <c:pt idx="1344">
                  <c:v>16.32</c:v>
                </c:pt>
                <c:pt idx="1345">
                  <c:v>15.97</c:v>
                </c:pt>
                <c:pt idx="1346">
                  <c:v>15.62</c:v>
                </c:pt>
                <c:pt idx="1347">
                  <c:v>15.76</c:v>
                </c:pt>
                <c:pt idx="1348">
                  <c:v>16.02</c:v>
                </c:pt>
                <c:pt idx="1349">
                  <c:v>15.83</c:v>
                </c:pt>
                <c:pt idx="1350">
                  <c:v>15.48</c:v>
                </c:pt>
                <c:pt idx="1351">
                  <c:v>15.07</c:v>
                </c:pt>
                <c:pt idx="1353">
                  <c:v>16.440000000000001</c:v>
                </c:pt>
                <c:pt idx="1354">
                  <c:v>16.2</c:v>
                </c:pt>
                <c:pt idx="1355">
                  <c:v>19</c:v>
                </c:pt>
                <c:pt idx="1356">
                  <c:v>16.18</c:v>
                </c:pt>
                <c:pt idx="1357">
                  <c:v>16.170000000000002</c:v>
                </c:pt>
                <c:pt idx="1358">
                  <c:v>17.12</c:v>
                </c:pt>
                <c:pt idx="1359">
                  <c:v>16.329999999999998</c:v>
                </c:pt>
                <c:pt idx="1360">
                  <c:v>17.010000000000002</c:v>
                </c:pt>
                <c:pt idx="1361">
                  <c:v>18.45</c:v>
                </c:pt>
                <c:pt idx="1362">
                  <c:v>22.5</c:v>
                </c:pt>
                <c:pt idx="1363">
                  <c:v>19.73</c:v>
                </c:pt>
                <c:pt idx="1364">
                  <c:v>17.91</c:v>
                </c:pt>
                <c:pt idx="1365">
                  <c:v>17.690000000000001</c:v>
                </c:pt>
                <c:pt idx="1366">
                  <c:v>17.2</c:v>
                </c:pt>
                <c:pt idx="1367">
                  <c:v>17.579999999999998</c:v>
                </c:pt>
                <c:pt idx="1368">
                  <c:v>19.36</c:v>
                </c:pt>
                <c:pt idx="1369">
                  <c:v>18.309999999999999</c:v>
                </c:pt>
                <c:pt idx="1370">
                  <c:v>17.7</c:v>
                </c:pt>
                <c:pt idx="1371">
                  <c:v>18.239999999999998</c:v>
                </c:pt>
                <c:pt idx="1372">
                  <c:v>19.46</c:v>
                </c:pt>
                <c:pt idx="1373">
                  <c:v>18.04</c:v>
                </c:pt>
                <c:pt idx="1374">
                  <c:v>17.97</c:v>
                </c:pt>
                <c:pt idx="1375">
                  <c:v>17.28</c:v>
                </c:pt>
                <c:pt idx="1376">
                  <c:v>16.149999999999999</c:v>
                </c:pt>
                <c:pt idx="1377">
                  <c:v>16.72</c:v>
                </c:pt>
                <c:pt idx="1378">
                  <c:v>16.79</c:v>
                </c:pt>
                <c:pt idx="1379">
                  <c:v>16.059999999999999</c:v>
                </c:pt>
                <c:pt idx="1380">
                  <c:v>15.59</c:v>
                </c:pt>
                <c:pt idx="1381">
                  <c:v>15.45</c:v>
                </c:pt>
                <c:pt idx="1382">
                  <c:v>17.91</c:v>
                </c:pt>
                <c:pt idx="1383">
                  <c:v>21.57</c:v>
                </c:pt>
                <c:pt idx="1384">
                  <c:v>21.67</c:v>
                </c:pt>
                <c:pt idx="1385">
                  <c:v>18.559999999999999</c:v>
                </c:pt>
                <c:pt idx="1386">
                  <c:v>17.149999999999999</c:v>
                </c:pt>
                <c:pt idx="1387">
                  <c:v>17.22</c:v>
                </c:pt>
                <c:pt idx="1388">
                  <c:v>16.79</c:v>
                </c:pt>
                <c:pt idx="1389">
                  <c:v>18.84</c:v>
                </c:pt>
                <c:pt idx="1390">
                  <c:v>16.39</c:v>
                </c:pt>
                <c:pt idx="1391">
                  <c:v>16.190000000000001</c:v>
                </c:pt>
                <c:pt idx="1392">
                  <c:v>16.48</c:v>
                </c:pt>
                <c:pt idx="1393">
                  <c:v>16.11</c:v>
                </c:pt>
                <c:pt idx="1394">
                  <c:v>16.41</c:v>
                </c:pt>
                <c:pt idx="1395">
                  <c:v>16.41</c:v>
                </c:pt>
                <c:pt idx="1397">
                  <c:v>18.14</c:v>
                </c:pt>
                <c:pt idx="1398">
                  <c:v>17.96</c:v>
                </c:pt>
                <c:pt idx="1399">
                  <c:v>18.8</c:v>
                </c:pt>
                <c:pt idx="1400">
                  <c:v>20.95</c:v>
                </c:pt>
                <c:pt idx="1401">
                  <c:v>19.37</c:v>
                </c:pt>
                <c:pt idx="1402">
                  <c:v>19.46</c:v>
                </c:pt>
                <c:pt idx="1403">
                  <c:v>18.18</c:v>
                </c:pt>
                <c:pt idx="1404">
                  <c:v>18.690000000000001</c:v>
                </c:pt>
                <c:pt idx="1405">
                  <c:v>20.81</c:v>
                </c:pt>
                <c:pt idx="1406">
                  <c:v>18.63</c:v>
                </c:pt>
                <c:pt idx="1407">
                  <c:v>17.75</c:v>
                </c:pt>
                <c:pt idx="1408">
                  <c:v>18.760000000000002</c:v>
                </c:pt>
                <c:pt idx="1409">
                  <c:v>23.25</c:v>
                </c:pt>
                <c:pt idx="1410">
                  <c:v>22.56</c:v>
                </c:pt>
                <c:pt idx="1411">
                  <c:v>23.14</c:v>
                </c:pt>
                <c:pt idx="1412">
                  <c:v>21.15</c:v>
                </c:pt>
                <c:pt idx="1413">
                  <c:v>21.3</c:v>
                </c:pt>
                <c:pt idx="1414">
                  <c:v>21</c:v>
                </c:pt>
                <c:pt idx="1415">
                  <c:v>19.54</c:v>
                </c:pt>
                <c:pt idx="1416">
                  <c:v>18.77</c:v>
                </c:pt>
                <c:pt idx="1417">
                  <c:v>19.850000000000001</c:v>
                </c:pt>
                <c:pt idx="1418">
                  <c:v>18.64</c:v>
                </c:pt>
                <c:pt idx="1419">
                  <c:v>16.86</c:v>
                </c:pt>
                <c:pt idx="1420">
                  <c:v>16.3</c:v>
                </c:pt>
                <c:pt idx="1421">
                  <c:v>16.309999999999999</c:v>
                </c:pt>
                <c:pt idx="1422">
                  <c:v>15.7</c:v>
                </c:pt>
                <c:pt idx="1423">
                  <c:v>15.49</c:v>
                </c:pt>
                <c:pt idx="1424">
                  <c:v>15.01</c:v>
                </c:pt>
                <c:pt idx="1425">
                  <c:v>15.43</c:v>
                </c:pt>
                <c:pt idx="1426">
                  <c:v>15.24</c:v>
                </c:pt>
                <c:pt idx="1427">
                  <c:v>15.98</c:v>
                </c:pt>
                <c:pt idx="1428">
                  <c:v>16.98</c:v>
                </c:pt>
                <c:pt idx="1429">
                  <c:v>16.53</c:v>
                </c:pt>
                <c:pt idx="1430">
                  <c:v>16.260000000000002</c:v>
                </c:pt>
                <c:pt idx="1431">
                  <c:v>16.41</c:v>
                </c:pt>
                <c:pt idx="1432">
                  <c:v>16.03</c:v>
                </c:pt>
                <c:pt idx="1433">
                  <c:v>15.1</c:v>
                </c:pt>
                <c:pt idx="1434">
                  <c:v>15.44</c:v>
                </c:pt>
                <c:pt idx="1435">
                  <c:v>16.48</c:v>
                </c:pt>
                <c:pt idx="1436">
                  <c:v>17.22</c:v>
                </c:pt>
                <c:pt idx="1437">
                  <c:v>17.78</c:v>
                </c:pt>
                <c:pt idx="1438">
                  <c:v>18.73</c:v>
                </c:pt>
                <c:pt idx="1439">
                  <c:v>17.66</c:v>
                </c:pt>
                <c:pt idx="1440">
                  <c:v>16.29</c:v>
                </c:pt>
                <c:pt idx="1441">
                  <c:v>16.489999999999998</c:v>
                </c:pt>
                <c:pt idx="1442">
                  <c:v>16.37</c:v>
                </c:pt>
                <c:pt idx="1443">
                  <c:v>17.11</c:v>
                </c:pt>
                <c:pt idx="1444">
                  <c:v>17.59</c:v>
                </c:pt>
                <c:pt idx="1445">
                  <c:v>17.91</c:v>
                </c:pt>
                <c:pt idx="1446">
                  <c:v>19.170000000000002</c:v>
                </c:pt>
                <c:pt idx="1447">
                  <c:v>19.38</c:v>
                </c:pt>
                <c:pt idx="1448">
                  <c:v>18.579999999999998</c:v>
                </c:pt>
                <c:pt idx="1450">
                  <c:v>28.62</c:v>
                </c:pt>
                <c:pt idx="1451">
                  <c:v>22.96</c:v>
                </c:pt>
                <c:pt idx="1452">
                  <c:v>27.19</c:v>
                </c:pt>
                <c:pt idx="1453">
                  <c:v>31.12</c:v>
                </c:pt>
                <c:pt idx="1454">
                  <c:v>27.95</c:v>
                </c:pt>
                <c:pt idx="1455">
                  <c:v>30.67</c:v>
                </c:pt>
                <c:pt idx="1456">
                  <c:v>27.18</c:v>
                </c:pt>
                <c:pt idx="1457">
                  <c:v>21.89</c:v>
                </c:pt>
                <c:pt idx="1458">
                  <c:v>19.899999999999999</c:v>
                </c:pt>
                <c:pt idx="1459">
                  <c:v>21.58</c:v>
                </c:pt>
                <c:pt idx="1460">
                  <c:v>18.690000000000001</c:v>
                </c:pt>
                <c:pt idx="1461">
                  <c:v>20.309999999999999</c:v>
                </c:pt>
                <c:pt idx="1462">
                  <c:v>21.89</c:v>
                </c:pt>
                <c:pt idx="1463">
                  <c:v>19.29</c:v>
                </c:pt>
                <c:pt idx="1464">
                  <c:v>20.57</c:v>
                </c:pt>
                <c:pt idx="1465">
                  <c:v>21.57</c:v>
                </c:pt>
                <c:pt idx="1466">
                  <c:v>22.87</c:v>
                </c:pt>
                <c:pt idx="1467">
                  <c:v>21.01</c:v>
                </c:pt>
                <c:pt idx="1468">
                  <c:v>18.63</c:v>
                </c:pt>
                <c:pt idx="1469">
                  <c:v>17.96</c:v>
                </c:pt>
                <c:pt idx="1471">
                  <c:v>17.68</c:v>
                </c:pt>
                <c:pt idx="1472">
                  <c:v>17.54</c:v>
                </c:pt>
                <c:pt idx="1473">
                  <c:v>16.95</c:v>
                </c:pt>
                <c:pt idx="1474">
                  <c:v>17.329999999999998</c:v>
                </c:pt>
                <c:pt idx="1475">
                  <c:v>16.600000000000001</c:v>
                </c:pt>
                <c:pt idx="1476">
                  <c:v>16.91</c:v>
                </c:pt>
                <c:pt idx="1477">
                  <c:v>19.73</c:v>
                </c:pt>
                <c:pt idx="1478">
                  <c:v>19.61</c:v>
                </c:pt>
                <c:pt idx="1479">
                  <c:v>18.760000000000002</c:v>
                </c:pt>
                <c:pt idx="1480">
                  <c:v>19.399999999999999</c:v>
                </c:pt>
                <c:pt idx="1481">
                  <c:v>18.41</c:v>
                </c:pt>
                <c:pt idx="1482">
                  <c:v>17.62</c:v>
                </c:pt>
                <c:pt idx="1483">
                  <c:v>20.309999999999999</c:v>
                </c:pt>
                <c:pt idx="1484">
                  <c:v>19.190000000000001</c:v>
                </c:pt>
                <c:pt idx="1486">
                  <c:v>22.79</c:v>
                </c:pt>
                <c:pt idx="1487">
                  <c:v>23.85</c:v>
                </c:pt>
                <c:pt idx="1488">
                  <c:v>25.59</c:v>
                </c:pt>
                <c:pt idx="1489">
                  <c:v>28.85</c:v>
                </c:pt>
                <c:pt idx="1490">
                  <c:v>29.9</c:v>
                </c:pt>
                <c:pt idx="1491">
                  <c:v>31.16</c:v>
                </c:pt>
                <c:pt idx="1492">
                  <c:v>31.96</c:v>
                </c:pt>
                <c:pt idx="1493">
                  <c:v>30.49</c:v>
                </c:pt>
                <c:pt idx="1494">
                  <c:v>27.66</c:v>
                </c:pt>
                <c:pt idx="1495">
                  <c:v>24.35</c:v>
                </c:pt>
                <c:pt idx="1496">
                  <c:v>23.22</c:v>
                </c:pt>
                <c:pt idx="1497">
                  <c:v>22.86</c:v>
                </c:pt>
                <c:pt idx="1498">
                  <c:v>21.44</c:v>
                </c:pt>
                <c:pt idx="1499">
                  <c:v>19.96</c:v>
                </c:pt>
                <c:pt idx="1500">
                  <c:v>23.91</c:v>
                </c:pt>
                <c:pt idx="1501">
                  <c:v>27.36</c:v>
                </c:pt>
                <c:pt idx="1502">
                  <c:v>28.33</c:v>
                </c:pt>
                <c:pt idx="1503">
                  <c:v>25.7</c:v>
                </c:pt>
                <c:pt idx="1504">
                  <c:v>24.29</c:v>
                </c:pt>
                <c:pt idx="1505">
                  <c:v>28.11</c:v>
                </c:pt>
                <c:pt idx="1506">
                  <c:v>27.75</c:v>
                </c:pt>
                <c:pt idx="1508">
                  <c:v>28.81</c:v>
                </c:pt>
                <c:pt idx="1509">
                  <c:v>31.02</c:v>
                </c:pt>
                <c:pt idx="1510">
                  <c:v>30.32</c:v>
                </c:pt>
                <c:pt idx="1511">
                  <c:v>27.59</c:v>
                </c:pt>
                <c:pt idx="1512">
                  <c:v>30.15</c:v>
                </c:pt>
                <c:pt idx="1513">
                  <c:v>30.74</c:v>
                </c:pt>
                <c:pt idx="1514">
                  <c:v>30.48</c:v>
                </c:pt>
                <c:pt idx="1515">
                  <c:v>31.98</c:v>
                </c:pt>
                <c:pt idx="1516">
                  <c:v>36.450000000000003</c:v>
                </c:pt>
                <c:pt idx="1517">
                  <c:v>35.130000000000003</c:v>
                </c:pt>
                <c:pt idx="1518">
                  <c:v>30.23</c:v>
                </c:pt>
                <c:pt idx="1519">
                  <c:v>30.75</c:v>
                </c:pt>
                <c:pt idx="1520">
                  <c:v>31.77</c:v>
                </c:pt>
                <c:pt idx="1521">
                  <c:v>29.83</c:v>
                </c:pt>
                <c:pt idx="1522">
                  <c:v>26.67</c:v>
                </c:pt>
                <c:pt idx="1523">
                  <c:v>25.67</c:v>
                </c:pt>
                <c:pt idx="1524">
                  <c:v>23.87</c:v>
                </c:pt>
                <c:pt idx="1525">
                  <c:v>23.53</c:v>
                </c:pt>
                <c:pt idx="1526">
                  <c:v>22.94</c:v>
                </c:pt>
                <c:pt idx="1527">
                  <c:v>23.57</c:v>
                </c:pt>
                <c:pt idx="1528">
                  <c:v>21.67</c:v>
                </c:pt>
                <c:pt idx="1529">
                  <c:v>20.81</c:v>
                </c:pt>
                <c:pt idx="1530">
                  <c:v>19.63</c:v>
                </c:pt>
                <c:pt idx="1531">
                  <c:v>18.899999999999999</c:v>
                </c:pt>
                <c:pt idx="1532">
                  <c:v>19.329999999999998</c:v>
                </c:pt>
                <c:pt idx="1533">
                  <c:v>20.56</c:v>
                </c:pt>
                <c:pt idx="1534">
                  <c:v>19.63</c:v>
                </c:pt>
                <c:pt idx="1535">
                  <c:v>18.57</c:v>
                </c:pt>
                <c:pt idx="1536">
                  <c:v>21.03</c:v>
                </c:pt>
                <c:pt idx="1537">
                  <c:v>22.1</c:v>
                </c:pt>
                <c:pt idx="1538">
                  <c:v>21.55</c:v>
                </c:pt>
                <c:pt idx="1539">
                  <c:v>21.16</c:v>
                </c:pt>
                <c:pt idx="1540">
                  <c:v>24.37</c:v>
                </c:pt>
                <c:pt idx="1541">
                  <c:v>24.26</c:v>
                </c:pt>
                <c:pt idx="1542">
                  <c:v>21.82</c:v>
                </c:pt>
                <c:pt idx="1543">
                  <c:v>22.7</c:v>
                </c:pt>
                <c:pt idx="1545">
                  <c:v>22.17</c:v>
                </c:pt>
                <c:pt idx="1546">
                  <c:v>21.37</c:v>
                </c:pt>
                <c:pt idx="1547">
                  <c:v>20.32</c:v>
                </c:pt>
                <c:pt idx="1548">
                  <c:v>22.68</c:v>
                </c:pt>
                <c:pt idx="1549">
                  <c:v>28.21</c:v>
                </c:pt>
                <c:pt idx="1550">
                  <c:v>27.02</c:v>
                </c:pt>
                <c:pt idx="1551">
                  <c:v>33.520000000000003</c:v>
                </c:pt>
                <c:pt idx="1552">
                  <c:v>31.6</c:v>
                </c:pt>
                <c:pt idx="1553">
                  <c:v>29.99</c:v>
                </c:pt>
                <c:pt idx="1554">
                  <c:v>33.4</c:v>
                </c:pt>
                <c:pt idx="1555">
                  <c:v>32.340000000000003</c:v>
                </c:pt>
                <c:pt idx="1556">
                  <c:v>29.25</c:v>
                </c:pt>
                <c:pt idx="1557">
                  <c:v>25.42</c:v>
                </c:pt>
                <c:pt idx="1558">
                  <c:v>30.19</c:v>
                </c:pt>
                <c:pt idx="1559">
                  <c:v>34.75</c:v>
                </c:pt>
                <c:pt idx="1560">
                  <c:v>32.99</c:v>
                </c:pt>
                <c:pt idx="1561">
                  <c:v>32.56</c:v>
                </c:pt>
                <c:pt idx="1562">
                  <c:v>31.77</c:v>
                </c:pt>
                <c:pt idx="1563">
                  <c:v>28.87</c:v>
                </c:pt>
                <c:pt idx="1564">
                  <c:v>27.47</c:v>
                </c:pt>
                <c:pt idx="1565">
                  <c:v>26.1</c:v>
                </c:pt>
                <c:pt idx="1566">
                  <c:v>30.96</c:v>
                </c:pt>
                <c:pt idx="1567">
                  <c:v>29.35</c:v>
                </c:pt>
                <c:pt idx="1568">
                  <c:v>29.43</c:v>
                </c:pt>
                <c:pt idx="1569">
                  <c:v>28.48</c:v>
                </c:pt>
                <c:pt idx="1570">
                  <c:v>29.45</c:v>
                </c:pt>
                <c:pt idx="1571">
                  <c:v>28.37</c:v>
                </c:pt>
                <c:pt idx="1572">
                  <c:v>27.5</c:v>
                </c:pt>
                <c:pt idx="1573">
                  <c:v>25.72</c:v>
                </c:pt>
                <c:pt idx="1574">
                  <c:v>26.54</c:v>
                </c:pt>
                <c:pt idx="1575">
                  <c:v>26.19</c:v>
                </c:pt>
                <c:pt idx="1576">
                  <c:v>24.72</c:v>
                </c:pt>
                <c:pt idx="1577">
                  <c:v>24.79</c:v>
                </c:pt>
                <c:pt idx="1578">
                  <c:v>24.02</c:v>
                </c:pt>
                <c:pt idx="1579">
                  <c:v>23.96</c:v>
                </c:pt>
                <c:pt idx="1580">
                  <c:v>26.09</c:v>
                </c:pt>
                <c:pt idx="1581">
                  <c:v>27.75</c:v>
                </c:pt>
                <c:pt idx="1582">
                  <c:v>34.020000000000003</c:v>
                </c:pt>
                <c:pt idx="1583">
                  <c:v>32.69</c:v>
                </c:pt>
                <c:pt idx="1584">
                  <c:v>29.62</c:v>
                </c:pt>
                <c:pt idx="1585">
                  <c:v>32.950000000000003</c:v>
                </c:pt>
                <c:pt idx="1586">
                  <c:v>31.13</c:v>
                </c:pt>
                <c:pt idx="1587">
                  <c:v>31.03</c:v>
                </c:pt>
                <c:pt idx="1588">
                  <c:v>30.19</c:v>
                </c:pt>
                <c:pt idx="1589">
                  <c:v>28.95</c:v>
                </c:pt>
                <c:pt idx="1590">
                  <c:v>29.05</c:v>
                </c:pt>
                <c:pt idx="1591">
                  <c:v>27.23</c:v>
                </c:pt>
                <c:pt idx="1592">
                  <c:v>26.95</c:v>
                </c:pt>
                <c:pt idx="1593">
                  <c:v>28.36</c:v>
                </c:pt>
                <c:pt idx="1594">
                  <c:v>28.16</c:v>
                </c:pt>
                <c:pt idx="1595">
                  <c:v>28.71</c:v>
                </c:pt>
                <c:pt idx="1596">
                  <c:v>26.7</c:v>
                </c:pt>
                <c:pt idx="1597">
                  <c:v>27.53</c:v>
                </c:pt>
                <c:pt idx="1598">
                  <c:v>27.54</c:v>
                </c:pt>
                <c:pt idx="1599">
                  <c:v>26.73</c:v>
                </c:pt>
                <c:pt idx="1600">
                  <c:v>26.08</c:v>
                </c:pt>
                <c:pt idx="1601">
                  <c:v>24.64</c:v>
                </c:pt>
                <c:pt idx="1602">
                  <c:v>26.17</c:v>
                </c:pt>
                <c:pt idx="1603">
                  <c:v>27.29</c:v>
                </c:pt>
                <c:pt idx="1604">
                  <c:v>26.82</c:v>
                </c:pt>
                <c:pt idx="1605">
                  <c:v>26.4</c:v>
                </c:pt>
                <c:pt idx="1606">
                  <c:v>24.23</c:v>
                </c:pt>
                <c:pt idx="1607">
                  <c:v>25.3</c:v>
                </c:pt>
                <c:pt idx="1608">
                  <c:v>24.5</c:v>
                </c:pt>
                <c:pt idx="1609">
                  <c:v>23.88</c:v>
                </c:pt>
                <c:pt idx="1610">
                  <c:v>23.11</c:v>
                </c:pt>
                <c:pt idx="1611">
                  <c:v>23.03</c:v>
                </c:pt>
                <c:pt idx="1612">
                  <c:v>23.36</c:v>
                </c:pt>
                <c:pt idx="1613">
                  <c:v>24.69</c:v>
                </c:pt>
                <c:pt idx="1614">
                  <c:v>23.24</c:v>
                </c:pt>
                <c:pt idx="1615">
                  <c:v>22.33</c:v>
                </c:pt>
                <c:pt idx="1616">
                  <c:v>21.33</c:v>
                </c:pt>
                <c:pt idx="1617">
                  <c:v>22.84</c:v>
                </c:pt>
                <c:pt idx="1618">
                  <c:v>23.93</c:v>
                </c:pt>
                <c:pt idx="1619">
                  <c:v>21.95</c:v>
                </c:pt>
                <c:pt idx="1620">
                  <c:v>21.44</c:v>
                </c:pt>
                <c:pt idx="1621">
                  <c:v>21.15</c:v>
                </c:pt>
                <c:pt idx="1622">
                  <c:v>21.29</c:v>
                </c:pt>
                <c:pt idx="1623">
                  <c:v>21.77</c:v>
                </c:pt>
                <c:pt idx="1624">
                  <c:v>19.739999999999998</c:v>
                </c:pt>
                <c:pt idx="1625">
                  <c:v>20.2</c:v>
                </c:pt>
                <c:pt idx="1626">
                  <c:v>19.53</c:v>
                </c:pt>
                <c:pt idx="1627">
                  <c:v>19.690000000000001</c:v>
                </c:pt>
                <c:pt idx="1628">
                  <c:v>19.899999999999999</c:v>
                </c:pt>
                <c:pt idx="1629">
                  <c:v>19.559999999999999</c:v>
                </c:pt>
                <c:pt idx="1630">
                  <c:v>20.6</c:v>
                </c:pt>
                <c:pt idx="1631">
                  <c:v>23.8</c:v>
                </c:pt>
                <c:pt idx="1632">
                  <c:v>24.11</c:v>
                </c:pt>
                <c:pt idx="1633">
                  <c:v>22.82</c:v>
                </c:pt>
                <c:pt idx="1634">
                  <c:v>21.78</c:v>
                </c:pt>
                <c:pt idx="1635">
                  <c:v>25.56</c:v>
                </c:pt>
                <c:pt idx="1636">
                  <c:v>26.21</c:v>
                </c:pt>
                <c:pt idx="1637">
                  <c:v>26.21</c:v>
                </c:pt>
                <c:pt idx="1638">
                  <c:v>25.87</c:v>
                </c:pt>
                <c:pt idx="1639">
                  <c:v>25.56</c:v>
                </c:pt>
                <c:pt idx="1640">
                  <c:v>25.47</c:v>
                </c:pt>
                <c:pt idx="1641">
                  <c:v>25.99</c:v>
                </c:pt>
                <c:pt idx="1642">
                  <c:v>26.91</c:v>
                </c:pt>
                <c:pt idx="1643">
                  <c:v>24.64</c:v>
                </c:pt>
                <c:pt idx="1644">
                  <c:v>23.61</c:v>
                </c:pt>
                <c:pt idx="1645">
                  <c:v>27.27</c:v>
                </c:pt>
                <c:pt idx="1646">
                  <c:v>26.16</c:v>
                </c:pt>
                <c:pt idx="1647">
                  <c:v>26.27</c:v>
                </c:pt>
                <c:pt idx="1648">
                  <c:v>26.3</c:v>
                </c:pt>
                <c:pt idx="1649">
                  <c:v>25.76</c:v>
                </c:pt>
                <c:pt idx="1650">
                  <c:v>27.16</c:v>
                </c:pt>
                <c:pt idx="1651">
                  <c:v>27.99</c:v>
                </c:pt>
                <c:pt idx="1652">
                  <c:v>27.35</c:v>
                </c:pt>
                <c:pt idx="1653">
                  <c:v>29.92</c:v>
                </c:pt>
                <c:pt idx="1654">
                  <c:v>32.26</c:v>
                </c:pt>
                <c:pt idx="1655">
                  <c:v>32.6</c:v>
                </c:pt>
                <c:pt idx="1656">
                  <c:v>30.18</c:v>
                </c:pt>
                <c:pt idx="1657">
                  <c:v>31.84</c:v>
                </c:pt>
                <c:pt idx="1658">
                  <c:v>31.62</c:v>
                </c:pt>
                <c:pt idx="1659">
                  <c:v>29.07</c:v>
                </c:pt>
                <c:pt idx="1660">
                  <c:v>28.55</c:v>
                </c:pt>
                <c:pt idx="1661">
                  <c:v>30.52</c:v>
                </c:pt>
                <c:pt idx="1662">
                  <c:v>31.36</c:v>
                </c:pt>
                <c:pt idx="1663">
                  <c:v>33.630000000000003</c:v>
                </c:pt>
                <c:pt idx="1664">
                  <c:v>33.57</c:v>
                </c:pt>
                <c:pt idx="1665">
                  <c:v>31.94</c:v>
                </c:pt>
                <c:pt idx="1666">
                  <c:v>32.020000000000003</c:v>
                </c:pt>
                <c:pt idx="1667">
                  <c:v>31.37</c:v>
                </c:pt>
                <c:pt idx="1668">
                  <c:v>30.5</c:v>
                </c:pt>
                <c:pt idx="1669">
                  <c:v>30.76</c:v>
                </c:pt>
                <c:pt idx="1670">
                  <c:v>29.98</c:v>
                </c:pt>
                <c:pt idx="1671">
                  <c:v>29.69</c:v>
                </c:pt>
                <c:pt idx="1672">
                  <c:v>29.85</c:v>
                </c:pt>
                <c:pt idx="1673">
                  <c:v>28.46</c:v>
                </c:pt>
                <c:pt idx="1674">
                  <c:v>27.28</c:v>
                </c:pt>
                <c:pt idx="1675">
                  <c:v>27.39</c:v>
                </c:pt>
                <c:pt idx="1676">
                  <c:v>25.75</c:v>
                </c:pt>
                <c:pt idx="1677">
                  <c:v>25.88</c:v>
                </c:pt>
                <c:pt idx="1678">
                  <c:v>25.81</c:v>
                </c:pt>
                <c:pt idx="1679">
                  <c:v>25.86</c:v>
                </c:pt>
                <c:pt idx="1680">
                  <c:v>25.3</c:v>
                </c:pt>
                <c:pt idx="1681">
                  <c:v>24.55</c:v>
                </c:pt>
                <c:pt idx="1682">
                  <c:v>24.35</c:v>
                </c:pt>
                <c:pt idx="1683">
                  <c:v>25.54</c:v>
                </c:pt>
                <c:pt idx="1684">
                  <c:v>26.09</c:v>
                </c:pt>
                <c:pt idx="1685">
                  <c:v>23.53</c:v>
                </c:pt>
                <c:pt idx="1686">
                  <c:v>22.52</c:v>
                </c:pt>
                <c:pt idx="1687">
                  <c:v>23.73</c:v>
                </c:pt>
                <c:pt idx="1688">
                  <c:v>24.54</c:v>
                </c:pt>
                <c:pt idx="1689">
                  <c:v>24.11</c:v>
                </c:pt>
                <c:pt idx="1690">
                  <c:v>23.93</c:v>
                </c:pt>
                <c:pt idx="1691">
                  <c:v>23.12</c:v>
                </c:pt>
                <c:pt idx="1692">
                  <c:v>22.36</c:v>
                </c:pt>
                <c:pt idx="1693">
                  <c:v>21.29</c:v>
                </c:pt>
                <c:pt idx="1694">
                  <c:v>20.350000000000001</c:v>
                </c:pt>
                <c:pt idx="1695">
                  <c:v>20.420000000000002</c:v>
                </c:pt>
                <c:pt idx="1696">
                  <c:v>20.5</c:v>
                </c:pt>
                <c:pt idx="1697">
                  <c:v>22.21</c:v>
                </c:pt>
                <c:pt idx="1698">
                  <c:v>21.89</c:v>
                </c:pt>
                <c:pt idx="1699">
                  <c:v>20.58</c:v>
                </c:pt>
                <c:pt idx="1700">
                  <c:v>19.84</c:v>
                </c:pt>
                <c:pt idx="1701">
                  <c:v>19.059999999999999</c:v>
                </c:pt>
                <c:pt idx="1702">
                  <c:v>20.75</c:v>
                </c:pt>
                <c:pt idx="1703">
                  <c:v>22.17</c:v>
                </c:pt>
                <c:pt idx="1704">
                  <c:v>22.68</c:v>
                </c:pt>
                <c:pt idx="1705">
                  <c:v>22.29</c:v>
                </c:pt>
                <c:pt idx="1706">
                  <c:v>22.83</c:v>
                </c:pt>
                <c:pt idx="1707">
                  <c:v>25</c:v>
                </c:pt>
                <c:pt idx="1708">
                  <c:v>22.55</c:v>
                </c:pt>
                <c:pt idx="1709">
                  <c:v>21.14</c:v>
                </c:pt>
                <c:pt idx="1710">
                  <c:v>22.83</c:v>
                </c:pt>
                <c:pt idx="1711">
                  <c:v>22.62</c:v>
                </c:pt>
                <c:pt idx="1712">
                  <c:v>22.42</c:v>
                </c:pt>
                <c:pt idx="1713">
                  <c:v>21.48</c:v>
                </c:pt>
                <c:pt idx="1714">
                  <c:v>20.07</c:v>
                </c:pt>
                <c:pt idx="1715">
                  <c:v>21.97</c:v>
                </c:pt>
                <c:pt idx="1716">
                  <c:v>20.87</c:v>
                </c:pt>
                <c:pt idx="1718">
                  <c:v>21.65</c:v>
                </c:pt>
                <c:pt idx="1719">
                  <c:v>22.14</c:v>
                </c:pt>
                <c:pt idx="1720">
                  <c:v>21.44</c:v>
                </c:pt>
                <c:pt idx="1722">
                  <c:v>22.9</c:v>
                </c:pt>
                <c:pt idx="1723">
                  <c:v>22.01</c:v>
                </c:pt>
                <c:pt idx="1724">
                  <c:v>22.46</c:v>
                </c:pt>
                <c:pt idx="1725">
                  <c:v>21.13</c:v>
                </c:pt>
                <c:pt idx="1726">
                  <c:v>21.97</c:v>
                </c:pt>
                <c:pt idx="1727">
                  <c:v>20.58</c:v>
                </c:pt>
                <c:pt idx="1728">
                  <c:v>21.09</c:v>
                </c:pt>
                <c:pt idx="1729">
                  <c:v>18.829999999999998</c:v>
                </c:pt>
                <c:pt idx="1730">
                  <c:v>18.350000000000001</c:v>
                </c:pt>
                <c:pt idx="1731">
                  <c:v>19.489999999999998</c:v>
                </c:pt>
                <c:pt idx="1732">
                  <c:v>19.36</c:v>
                </c:pt>
                <c:pt idx="1733">
                  <c:v>20.34</c:v>
                </c:pt>
                <c:pt idx="1734">
                  <c:v>20.52</c:v>
                </c:pt>
                <c:pt idx="1735">
                  <c:v>19.850000000000001</c:v>
                </c:pt>
                <c:pt idx="1736">
                  <c:v>19.079999999999998</c:v>
                </c:pt>
                <c:pt idx="1737">
                  <c:v>18.73</c:v>
                </c:pt>
                <c:pt idx="1738">
                  <c:v>18.510000000000002</c:v>
                </c:pt>
                <c:pt idx="1739">
                  <c:v>19.940000000000001</c:v>
                </c:pt>
                <c:pt idx="1740">
                  <c:v>19.399999999999999</c:v>
                </c:pt>
                <c:pt idx="1741">
                  <c:v>17.87</c:v>
                </c:pt>
                <c:pt idx="1742">
                  <c:v>18.73</c:v>
                </c:pt>
                <c:pt idx="1743">
                  <c:v>18.329999999999998</c:v>
                </c:pt>
                <c:pt idx="1744">
                  <c:v>19.43</c:v>
                </c:pt>
                <c:pt idx="1745">
                  <c:v>18.66</c:v>
                </c:pt>
                <c:pt idx="1746">
                  <c:v>19.63</c:v>
                </c:pt>
                <c:pt idx="1747">
                  <c:v>20.71</c:v>
                </c:pt>
                <c:pt idx="1748">
                  <c:v>20.53</c:v>
                </c:pt>
                <c:pt idx="1749">
                  <c:v>20.34</c:v>
                </c:pt>
                <c:pt idx="1750">
                  <c:v>18.91</c:v>
                </c:pt>
                <c:pt idx="1751">
                  <c:v>18.23</c:v>
                </c:pt>
                <c:pt idx="1752">
                  <c:v>20.170000000000002</c:v>
                </c:pt>
                <c:pt idx="1753">
                  <c:v>20.02</c:v>
                </c:pt>
                <c:pt idx="1754">
                  <c:v>21.23</c:v>
                </c:pt>
                <c:pt idx="1755">
                  <c:v>22.87</c:v>
                </c:pt>
                <c:pt idx="1756">
                  <c:v>22.29</c:v>
                </c:pt>
                <c:pt idx="1757">
                  <c:v>21.14</c:v>
                </c:pt>
                <c:pt idx="1758">
                  <c:v>21.67</c:v>
                </c:pt>
                <c:pt idx="1759">
                  <c:v>20.95</c:v>
                </c:pt>
                <c:pt idx="1760">
                  <c:v>20.7</c:v>
                </c:pt>
                <c:pt idx="1761">
                  <c:v>19.59</c:v>
                </c:pt>
                <c:pt idx="1762">
                  <c:v>18.489999999999998</c:v>
                </c:pt>
                <c:pt idx="1763">
                  <c:v>18.61</c:v>
                </c:pt>
                <c:pt idx="1764">
                  <c:v>19.59</c:v>
                </c:pt>
                <c:pt idx="1765">
                  <c:v>19.11</c:v>
                </c:pt>
                <c:pt idx="1766">
                  <c:v>22.61</c:v>
                </c:pt>
                <c:pt idx="1767">
                  <c:v>24.8</c:v>
                </c:pt>
                <c:pt idx="1768">
                  <c:v>26.52</c:v>
                </c:pt>
                <c:pt idx="1769">
                  <c:v>23.73</c:v>
                </c:pt>
                <c:pt idx="1770">
                  <c:v>26.14</c:v>
                </c:pt>
                <c:pt idx="1771">
                  <c:v>22.99</c:v>
                </c:pt>
                <c:pt idx="1772">
                  <c:v>25.51</c:v>
                </c:pt>
                <c:pt idx="1773">
                  <c:v>24.15</c:v>
                </c:pt>
                <c:pt idx="1774">
                  <c:v>21.38</c:v>
                </c:pt>
                <c:pt idx="1775">
                  <c:v>22.26</c:v>
                </c:pt>
                <c:pt idx="1776">
                  <c:v>22.61</c:v>
                </c:pt>
                <c:pt idx="1777">
                  <c:v>21.74</c:v>
                </c:pt>
                <c:pt idx="1778">
                  <c:v>20.6</c:v>
                </c:pt>
                <c:pt idx="1779">
                  <c:v>19.97</c:v>
                </c:pt>
                <c:pt idx="1780">
                  <c:v>19.12</c:v>
                </c:pt>
                <c:pt idx="1781">
                  <c:v>19.02</c:v>
                </c:pt>
                <c:pt idx="1782">
                  <c:v>18.7</c:v>
                </c:pt>
                <c:pt idx="1783">
                  <c:v>18.55</c:v>
                </c:pt>
                <c:pt idx="1784">
                  <c:v>19</c:v>
                </c:pt>
                <c:pt idx="1785">
                  <c:v>19.079999999999998</c:v>
                </c:pt>
                <c:pt idx="1786">
                  <c:v>18.399999999999999</c:v>
                </c:pt>
                <c:pt idx="1788">
                  <c:v>18.97</c:v>
                </c:pt>
                <c:pt idx="1789">
                  <c:v>19.100000000000001</c:v>
                </c:pt>
                <c:pt idx="1790">
                  <c:v>19.09</c:v>
                </c:pt>
                <c:pt idx="1791">
                  <c:v>17.8</c:v>
                </c:pt>
                <c:pt idx="1792">
                  <c:v>17.07</c:v>
                </c:pt>
                <c:pt idx="1793">
                  <c:v>16.95</c:v>
                </c:pt>
                <c:pt idx="1794">
                  <c:v>16.829999999999998</c:v>
                </c:pt>
                <c:pt idx="1795">
                  <c:v>16.46</c:v>
                </c:pt>
                <c:pt idx="1796">
                  <c:v>17.170000000000002</c:v>
                </c:pt>
                <c:pt idx="1797">
                  <c:v>16.77</c:v>
                </c:pt>
                <c:pt idx="1798">
                  <c:v>16.89</c:v>
                </c:pt>
                <c:pt idx="1799">
                  <c:v>18.760000000000002</c:v>
                </c:pt>
                <c:pt idx="1800">
                  <c:v>18.84</c:v>
                </c:pt>
                <c:pt idx="1801">
                  <c:v>17.03</c:v>
                </c:pt>
                <c:pt idx="1802">
                  <c:v>15.78</c:v>
                </c:pt>
                <c:pt idx="1803">
                  <c:v>17.78</c:v>
                </c:pt>
                <c:pt idx="1804">
                  <c:v>18.34</c:v>
                </c:pt>
                <c:pt idx="1805">
                  <c:v>20.09</c:v>
                </c:pt>
                <c:pt idx="1806">
                  <c:v>16.98</c:v>
                </c:pt>
                <c:pt idx="1807">
                  <c:v>17.71</c:v>
                </c:pt>
                <c:pt idx="1808">
                  <c:v>16.940000000000001</c:v>
                </c:pt>
                <c:pt idx="1809">
                  <c:v>16.93</c:v>
                </c:pt>
                <c:pt idx="1810">
                  <c:v>17.03</c:v>
                </c:pt>
                <c:pt idx="1811">
                  <c:v>17.12</c:v>
                </c:pt>
                <c:pt idx="1812">
                  <c:v>17.989999999999998</c:v>
                </c:pt>
                <c:pt idx="1813">
                  <c:v>16.87</c:v>
                </c:pt>
                <c:pt idx="1814">
                  <c:v>16.05</c:v>
                </c:pt>
                <c:pt idx="1815">
                  <c:v>16.809999999999999</c:v>
                </c:pt>
                <c:pt idx="1816">
                  <c:v>17.21</c:v>
                </c:pt>
                <c:pt idx="1817">
                  <c:v>18.53</c:v>
                </c:pt>
                <c:pt idx="1818">
                  <c:v>20.03</c:v>
                </c:pt>
                <c:pt idx="1819">
                  <c:v>19.14</c:v>
                </c:pt>
                <c:pt idx="1820">
                  <c:v>17.95</c:v>
                </c:pt>
                <c:pt idx="1821">
                  <c:v>17.46</c:v>
                </c:pt>
                <c:pt idx="1822">
                  <c:v>17.940000000000001</c:v>
                </c:pt>
                <c:pt idx="1823">
                  <c:v>15.65</c:v>
                </c:pt>
                <c:pt idx="1824">
                  <c:v>14.6</c:v>
                </c:pt>
                <c:pt idx="1825">
                  <c:v>14.73</c:v>
                </c:pt>
                <c:pt idx="1826">
                  <c:v>13.94</c:v>
                </c:pt>
                <c:pt idx="1827">
                  <c:v>13.65</c:v>
                </c:pt>
                <c:pt idx="1828">
                  <c:v>13.83</c:v>
                </c:pt>
                <c:pt idx="1829">
                  <c:v>15.01</c:v>
                </c:pt>
                <c:pt idx="1830">
                  <c:v>14.61</c:v>
                </c:pt>
                <c:pt idx="1831">
                  <c:v>13.88</c:v>
                </c:pt>
                <c:pt idx="1832">
                  <c:v>14.5</c:v>
                </c:pt>
                <c:pt idx="1833">
                  <c:v>13.54</c:v>
                </c:pt>
                <c:pt idx="1834">
                  <c:v>14.19</c:v>
                </c:pt>
                <c:pt idx="1835">
                  <c:v>13.88</c:v>
                </c:pt>
                <c:pt idx="1836">
                  <c:v>13.2</c:v>
                </c:pt>
                <c:pt idx="1837">
                  <c:v>12.91</c:v>
                </c:pt>
                <c:pt idx="1838">
                  <c:v>13.44</c:v>
                </c:pt>
                <c:pt idx="1839">
                  <c:v>14.25</c:v>
                </c:pt>
                <c:pt idx="1840">
                  <c:v>13.74</c:v>
                </c:pt>
                <c:pt idx="1841">
                  <c:v>13.43</c:v>
                </c:pt>
                <c:pt idx="1842">
                  <c:v>13.54</c:v>
                </c:pt>
                <c:pt idx="1843">
                  <c:v>13.59</c:v>
                </c:pt>
                <c:pt idx="1844">
                  <c:v>13.57</c:v>
                </c:pt>
                <c:pt idx="1845">
                  <c:v>13.7</c:v>
                </c:pt>
                <c:pt idx="1846">
                  <c:v>14.18</c:v>
                </c:pt>
                <c:pt idx="1847">
                  <c:v>15.44</c:v>
                </c:pt>
                <c:pt idx="1848">
                  <c:v>14.83</c:v>
                </c:pt>
                <c:pt idx="1849">
                  <c:v>15.07</c:v>
                </c:pt>
                <c:pt idx="1850">
                  <c:v>14.84</c:v>
                </c:pt>
                <c:pt idx="1851">
                  <c:v>13.54</c:v>
                </c:pt>
                <c:pt idx="1852">
                  <c:v>13.61</c:v>
                </c:pt>
                <c:pt idx="1853">
                  <c:v>13.34</c:v>
                </c:pt>
                <c:pt idx="1854">
                  <c:v>13.48</c:v>
                </c:pt>
                <c:pt idx="1855">
                  <c:v>13.3</c:v>
                </c:pt>
                <c:pt idx="1856">
                  <c:v>13.76</c:v>
                </c:pt>
                <c:pt idx="1857">
                  <c:v>13.99</c:v>
                </c:pt>
                <c:pt idx="1858">
                  <c:v>13.6</c:v>
                </c:pt>
                <c:pt idx="1859">
                  <c:v>13.91</c:v>
                </c:pt>
                <c:pt idx="1860">
                  <c:v>13.86</c:v>
                </c:pt>
                <c:pt idx="1861">
                  <c:v>13.19</c:v>
                </c:pt>
                <c:pt idx="1862">
                  <c:v>14.41</c:v>
                </c:pt>
                <c:pt idx="1863">
                  <c:v>13.33</c:v>
                </c:pt>
                <c:pt idx="1864">
                  <c:v>13.63</c:v>
                </c:pt>
                <c:pt idx="1865">
                  <c:v>13.93</c:v>
                </c:pt>
                <c:pt idx="1866">
                  <c:v>16.09</c:v>
                </c:pt>
                <c:pt idx="1867">
                  <c:v>15.92</c:v>
                </c:pt>
                <c:pt idx="1868">
                  <c:v>17.100000000000001</c:v>
                </c:pt>
                <c:pt idx="1869">
                  <c:v>15.77</c:v>
                </c:pt>
                <c:pt idx="1870">
                  <c:v>15.99</c:v>
                </c:pt>
                <c:pt idx="1871">
                  <c:v>15.96</c:v>
                </c:pt>
                <c:pt idx="1872">
                  <c:v>15.85</c:v>
                </c:pt>
                <c:pt idx="1873">
                  <c:v>14.84</c:v>
                </c:pt>
                <c:pt idx="1874">
                  <c:v>14.82</c:v>
                </c:pt>
                <c:pt idx="1875">
                  <c:v>16.78</c:v>
                </c:pt>
                <c:pt idx="1876">
                  <c:v>17.89</c:v>
                </c:pt>
                <c:pt idx="1877">
                  <c:v>17.3</c:v>
                </c:pt>
                <c:pt idx="1878">
                  <c:v>17.13</c:v>
                </c:pt>
                <c:pt idx="1879">
                  <c:v>16.97</c:v>
                </c:pt>
                <c:pt idx="1880">
                  <c:v>15.98</c:v>
                </c:pt>
                <c:pt idx="1881">
                  <c:v>17.2</c:v>
                </c:pt>
                <c:pt idx="1882">
                  <c:v>15.68</c:v>
                </c:pt>
                <c:pt idx="1883">
                  <c:v>15.08</c:v>
                </c:pt>
                <c:pt idx="1884">
                  <c:v>14.45</c:v>
                </c:pt>
                <c:pt idx="1885">
                  <c:v>13.88</c:v>
                </c:pt>
                <c:pt idx="1886">
                  <c:v>13.57</c:v>
                </c:pt>
                <c:pt idx="1887">
                  <c:v>13.09</c:v>
                </c:pt>
                <c:pt idx="1888">
                  <c:v>13.82</c:v>
                </c:pt>
                <c:pt idx="1889">
                  <c:v>14.01</c:v>
                </c:pt>
                <c:pt idx="1890">
                  <c:v>14.45</c:v>
                </c:pt>
                <c:pt idx="1891">
                  <c:v>14.4</c:v>
                </c:pt>
                <c:pt idx="1892">
                  <c:v>13.84</c:v>
                </c:pt>
                <c:pt idx="1893">
                  <c:v>13.8</c:v>
                </c:pt>
                <c:pt idx="1894">
                  <c:v>14.23</c:v>
                </c:pt>
                <c:pt idx="1895">
                  <c:v>13.48</c:v>
                </c:pt>
                <c:pt idx="1896">
                  <c:v>12.82</c:v>
                </c:pt>
                <c:pt idx="1897">
                  <c:v>13.79</c:v>
                </c:pt>
                <c:pt idx="1898">
                  <c:v>14</c:v>
                </c:pt>
                <c:pt idx="1899">
                  <c:v>14.11</c:v>
                </c:pt>
                <c:pt idx="1900">
                  <c:v>15.14</c:v>
                </c:pt>
                <c:pt idx="1901">
                  <c:v>17.54</c:v>
                </c:pt>
                <c:pt idx="1902">
                  <c:v>17.2</c:v>
                </c:pt>
                <c:pt idx="1903">
                  <c:v>16.899999999999999</c:v>
                </c:pt>
                <c:pt idx="1904">
                  <c:v>18.940000000000001</c:v>
                </c:pt>
                <c:pt idx="1905">
                  <c:v>18.22</c:v>
                </c:pt>
                <c:pt idx="1906">
                  <c:v>18.579999999999998</c:v>
                </c:pt>
                <c:pt idx="1907">
                  <c:v>18.489999999999998</c:v>
                </c:pt>
                <c:pt idx="1908">
                  <c:v>17.45</c:v>
                </c:pt>
                <c:pt idx="1909">
                  <c:v>17.03</c:v>
                </c:pt>
                <c:pt idx="1910">
                  <c:v>16.09</c:v>
                </c:pt>
                <c:pt idx="1911">
                  <c:v>16.690000000000001</c:v>
                </c:pt>
                <c:pt idx="1912">
                  <c:v>19.32</c:v>
                </c:pt>
                <c:pt idx="1913">
                  <c:v>17.21</c:v>
                </c:pt>
                <c:pt idx="1914">
                  <c:v>17.88</c:v>
                </c:pt>
                <c:pt idx="1915">
                  <c:v>19.22</c:v>
                </c:pt>
                <c:pt idx="1916">
                  <c:v>21.4</c:v>
                </c:pt>
                <c:pt idx="1917">
                  <c:v>21.71</c:v>
                </c:pt>
                <c:pt idx="1918">
                  <c:v>20.37</c:v>
                </c:pt>
                <c:pt idx="1919">
                  <c:v>18.97</c:v>
                </c:pt>
                <c:pt idx="1920">
                  <c:v>20.190000000000001</c:v>
                </c:pt>
                <c:pt idx="1921">
                  <c:v>20.68</c:v>
                </c:pt>
                <c:pt idx="1922">
                  <c:v>21.27</c:v>
                </c:pt>
                <c:pt idx="1923">
                  <c:v>19.75</c:v>
                </c:pt>
                <c:pt idx="1924">
                  <c:v>18.14</c:v>
                </c:pt>
                <c:pt idx="1925">
                  <c:v>16.87</c:v>
                </c:pt>
                <c:pt idx="1926">
                  <c:v>15.66</c:v>
                </c:pt>
                <c:pt idx="1927">
                  <c:v>14.91</c:v>
                </c:pt>
                <c:pt idx="1928">
                  <c:v>14.89</c:v>
                </c:pt>
                <c:pt idx="1929">
                  <c:v>14.81</c:v>
                </c:pt>
                <c:pt idx="1930">
                  <c:v>14.45</c:v>
                </c:pt>
                <c:pt idx="1931">
                  <c:v>15.29</c:v>
                </c:pt>
                <c:pt idx="1932">
                  <c:v>14.17</c:v>
                </c:pt>
                <c:pt idx="1933">
                  <c:v>14.76</c:v>
                </c:pt>
                <c:pt idx="1934">
                  <c:v>14.16</c:v>
                </c:pt>
                <c:pt idx="1935">
                  <c:v>14.18</c:v>
                </c:pt>
                <c:pt idx="1936">
                  <c:v>14.32</c:v>
                </c:pt>
                <c:pt idx="1937">
                  <c:v>13.8</c:v>
                </c:pt>
                <c:pt idx="1938">
                  <c:v>13.41</c:v>
                </c:pt>
                <c:pt idx="1939">
                  <c:v>13.35</c:v>
                </c:pt>
                <c:pt idx="1940">
                  <c:v>12.85</c:v>
                </c:pt>
                <c:pt idx="1941">
                  <c:v>12.8</c:v>
                </c:pt>
                <c:pt idx="1942">
                  <c:v>12.46</c:v>
                </c:pt>
                <c:pt idx="1943">
                  <c:v>12.69</c:v>
                </c:pt>
                <c:pt idx="1944">
                  <c:v>12.69</c:v>
                </c:pt>
                <c:pt idx="1945">
                  <c:v>12.98</c:v>
                </c:pt>
                <c:pt idx="1946">
                  <c:v>12.92</c:v>
                </c:pt>
                <c:pt idx="1947">
                  <c:v>12.63</c:v>
                </c:pt>
                <c:pt idx="1948">
                  <c:v>13.08</c:v>
                </c:pt>
                <c:pt idx="1949">
                  <c:v>12.85</c:v>
                </c:pt>
                <c:pt idx="1950">
                  <c:v>12.97</c:v>
                </c:pt>
                <c:pt idx="1951">
                  <c:v>13.06</c:v>
                </c:pt>
                <c:pt idx="1952">
                  <c:v>12.35</c:v>
                </c:pt>
                <c:pt idx="1953">
                  <c:v>12.63</c:v>
                </c:pt>
                <c:pt idx="1954">
                  <c:v>12.07</c:v>
                </c:pt>
                <c:pt idx="1955">
                  <c:v>12.19</c:v>
                </c:pt>
                <c:pt idx="1956">
                  <c:v>12.48</c:v>
                </c:pt>
                <c:pt idx="1957">
                  <c:v>12.28</c:v>
                </c:pt>
                <c:pt idx="1958">
                  <c:v>12.56</c:v>
                </c:pt>
                <c:pt idx="1959">
                  <c:v>12.53</c:v>
                </c:pt>
                <c:pt idx="1960">
                  <c:v>13.67</c:v>
                </c:pt>
                <c:pt idx="1961">
                  <c:v>13.65</c:v>
                </c:pt>
                <c:pt idx="1962">
                  <c:v>13.03</c:v>
                </c:pt>
                <c:pt idx="1963">
                  <c:v>12.99</c:v>
                </c:pt>
                <c:pt idx="1964">
                  <c:v>12.43</c:v>
                </c:pt>
                <c:pt idx="1965">
                  <c:v>12.47</c:v>
                </c:pt>
                <c:pt idx="1966">
                  <c:v>13.2</c:v>
                </c:pt>
                <c:pt idx="1967">
                  <c:v>14.04</c:v>
                </c:pt>
                <c:pt idx="1968">
                  <c:v>14.13</c:v>
                </c:pt>
                <c:pt idx="1969">
                  <c:v>13.35</c:v>
                </c:pt>
                <c:pt idx="1970">
                  <c:v>13.08</c:v>
                </c:pt>
                <c:pt idx="1971">
                  <c:v>12.76</c:v>
                </c:pt>
                <c:pt idx="1972">
                  <c:v>12.69</c:v>
                </c:pt>
                <c:pt idx="1973">
                  <c:v>12.44</c:v>
                </c:pt>
                <c:pt idx="1974">
                  <c:v>12.7</c:v>
                </c:pt>
                <c:pt idx="1975">
                  <c:v>13.25</c:v>
                </c:pt>
                <c:pt idx="1976">
                  <c:v>13.84</c:v>
                </c:pt>
                <c:pt idx="1977">
                  <c:v>14.79</c:v>
                </c:pt>
                <c:pt idx="1978">
                  <c:v>14.13</c:v>
                </c:pt>
                <c:pt idx="1979">
                  <c:v>13.3</c:v>
                </c:pt>
                <c:pt idx="1980">
                  <c:v>13.19</c:v>
                </c:pt>
                <c:pt idx="1981">
                  <c:v>12.55</c:v>
                </c:pt>
                <c:pt idx="1982">
                  <c:v>13.14</c:v>
                </c:pt>
                <c:pt idx="1983">
                  <c:v>13.45</c:v>
                </c:pt>
                <c:pt idx="1984">
                  <c:v>13.26</c:v>
                </c:pt>
                <c:pt idx="1985">
                  <c:v>13.6</c:v>
                </c:pt>
                <c:pt idx="1986">
                  <c:v>13.31</c:v>
                </c:pt>
                <c:pt idx="1987">
                  <c:v>14.35</c:v>
                </c:pt>
                <c:pt idx="1988">
                  <c:v>13.88</c:v>
                </c:pt>
                <c:pt idx="1989">
                  <c:v>13.85</c:v>
                </c:pt>
                <c:pt idx="1990">
                  <c:v>13.67</c:v>
                </c:pt>
                <c:pt idx="1991">
                  <c:v>13.06</c:v>
                </c:pt>
                <c:pt idx="1992">
                  <c:v>12.83</c:v>
                </c:pt>
                <c:pt idx="1993">
                  <c:v>12.79</c:v>
                </c:pt>
                <c:pt idx="1994">
                  <c:v>15.85</c:v>
                </c:pt>
                <c:pt idx="1995">
                  <c:v>14.38</c:v>
                </c:pt>
                <c:pt idx="1996">
                  <c:v>14.01</c:v>
                </c:pt>
                <c:pt idx="1997">
                  <c:v>14.24</c:v>
                </c:pt>
                <c:pt idx="1998">
                  <c:v>14.71</c:v>
                </c:pt>
                <c:pt idx="1999">
                  <c:v>15.42</c:v>
                </c:pt>
                <c:pt idx="2000">
                  <c:v>15.34</c:v>
                </c:pt>
                <c:pt idx="2001">
                  <c:v>14.54</c:v>
                </c:pt>
                <c:pt idx="2002">
                  <c:v>13.75</c:v>
                </c:pt>
                <c:pt idx="2003">
                  <c:v>13.74</c:v>
                </c:pt>
                <c:pt idx="2004">
                  <c:v>13.43</c:v>
                </c:pt>
                <c:pt idx="2005">
                  <c:v>13.84</c:v>
                </c:pt>
                <c:pt idx="2006">
                  <c:v>13.4</c:v>
                </c:pt>
                <c:pt idx="2007">
                  <c:v>13.49</c:v>
                </c:pt>
                <c:pt idx="2008">
                  <c:v>14.46</c:v>
                </c:pt>
                <c:pt idx="2009">
                  <c:v>14.5</c:v>
                </c:pt>
                <c:pt idx="2010">
                  <c:v>14.44</c:v>
                </c:pt>
                <c:pt idx="2011">
                  <c:v>14.74</c:v>
                </c:pt>
                <c:pt idx="2012">
                  <c:v>15.22</c:v>
                </c:pt>
                <c:pt idx="2013">
                  <c:v>13.84</c:v>
                </c:pt>
                <c:pt idx="2014">
                  <c:v>13.75</c:v>
                </c:pt>
                <c:pt idx="2015">
                  <c:v>14.4</c:v>
                </c:pt>
                <c:pt idx="2016">
                  <c:v>14.41</c:v>
                </c:pt>
                <c:pt idx="2017">
                  <c:v>14.33</c:v>
                </c:pt>
                <c:pt idx="2018">
                  <c:v>13.82</c:v>
                </c:pt>
                <c:pt idx="2019">
                  <c:v>13.04</c:v>
                </c:pt>
                <c:pt idx="2020">
                  <c:v>12.92</c:v>
                </c:pt>
                <c:pt idx="2021">
                  <c:v>13.06</c:v>
                </c:pt>
                <c:pt idx="2022">
                  <c:v>13.19</c:v>
                </c:pt>
                <c:pt idx="2023">
                  <c:v>13.24</c:v>
                </c:pt>
                <c:pt idx="2024">
                  <c:v>12.78</c:v>
                </c:pt>
                <c:pt idx="2025">
                  <c:v>13.01</c:v>
                </c:pt>
                <c:pt idx="2027">
                  <c:v>13.65</c:v>
                </c:pt>
                <c:pt idx="2028">
                  <c:v>14.61</c:v>
                </c:pt>
                <c:pt idx="2029">
                  <c:v>14.33</c:v>
                </c:pt>
                <c:pt idx="2030">
                  <c:v>16.350000000000001</c:v>
                </c:pt>
                <c:pt idx="2031">
                  <c:v>16.03</c:v>
                </c:pt>
                <c:pt idx="2032">
                  <c:v>15.19</c:v>
                </c:pt>
                <c:pt idx="2033">
                  <c:v>14.98</c:v>
                </c:pt>
                <c:pt idx="2034">
                  <c:v>14.91</c:v>
                </c:pt>
                <c:pt idx="2035">
                  <c:v>17.309999999999999</c:v>
                </c:pt>
                <c:pt idx="2036">
                  <c:v>19.23</c:v>
                </c:pt>
                <c:pt idx="2037">
                  <c:v>18.399999999999999</c:v>
                </c:pt>
                <c:pt idx="2038">
                  <c:v>18.21</c:v>
                </c:pt>
                <c:pt idx="2039">
                  <c:v>18</c:v>
                </c:pt>
                <c:pt idx="2040">
                  <c:v>18.71</c:v>
                </c:pt>
                <c:pt idx="2041">
                  <c:v>16.940000000000001</c:v>
                </c:pt>
                <c:pt idx="2042">
                  <c:v>15.69</c:v>
                </c:pt>
                <c:pt idx="2043">
                  <c:v>15.97</c:v>
                </c:pt>
                <c:pt idx="2044">
                  <c:v>15.37</c:v>
                </c:pt>
                <c:pt idx="2045">
                  <c:v>15.03</c:v>
                </c:pt>
                <c:pt idx="2046">
                  <c:v>14.67</c:v>
                </c:pt>
                <c:pt idx="2047">
                  <c:v>15.65</c:v>
                </c:pt>
                <c:pt idx="2048">
                  <c:v>14.68</c:v>
                </c:pt>
                <c:pt idx="2049">
                  <c:v>13.49</c:v>
                </c:pt>
                <c:pt idx="2050">
                  <c:v>13.23</c:v>
                </c:pt>
                <c:pt idx="2051">
                  <c:v>13</c:v>
                </c:pt>
                <c:pt idx="2052">
                  <c:v>12.69</c:v>
                </c:pt>
                <c:pt idx="2053">
                  <c:v>12.55</c:v>
                </c:pt>
                <c:pt idx="2054">
                  <c:v>13.6</c:v>
                </c:pt>
                <c:pt idx="2055">
                  <c:v>13.42</c:v>
                </c:pt>
                <c:pt idx="2056">
                  <c:v>12.42</c:v>
                </c:pt>
                <c:pt idx="2057">
                  <c:v>11.99</c:v>
                </c:pt>
                <c:pt idx="2058">
                  <c:v>12.15</c:v>
                </c:pt>
                <c:pt idx="2059">
                  <c:v>11.86</c:v>
                </c:pt>
                <c:pt idx="2060">
                  <c:v>12.29</c:v>
                </c:pt>
                <c:pt idx="2061">
                  <c:v>12.77</c:v>
                </c:pt>
                <c:pt idx="2062">
                  <c:v>11.93</c:v>
                </c:pt>
                <c:pt idx="2063">
                  <c:v>12.36</c:v>
                </c:pt>
                <c:pt idx="2064">
                  <c:v>12.92</c:v>
                </c:pt>
                <c:pt idx="2065">
                  <c:v>14.28</c:v>
                </c:pt>
                <c:pt idx="2066">
                  <c:v>14.47</c:v>
                </c:pt>
                <c:pt idx="2067">
                  <c:v>12.92</c:v>
                </c:pt>
                <c:pt idx="2068">
                  <c:v>13.11</c:v>
                </c:pt>
                <c:pt idx="2069">
                  <c:v>13.16</c:v>
                </c:pt>
                <c:pt idx="2070">
                  <c:v>12.63</c:v>
                </c:pt>
                <c:pt idx="2071">
                  <c:v>12.22</c:v>
                </c:pt>
                <c:pt idx="2072">
                  <c:v>12.74</c:v>
                </c:pt>
                <c:pt idx="2073">
                  <c:v>12.85</c:v>
                </c:pt>
                <c:pt idx="2074">
                  <c:v>12.04</c:v>
                </c:pt>
                <c:pt idx="2075">
                  <c:v>11.94</c:v>
                </c:pt>
                <c:pt idx="2076">
                  <c:v>12.66</c:v>
                </c:pt>
                <c:pt idx="2077">
                  <c:v>12.75</c:v>
                </c:pt>
                <c:pt idx="2078">
                  <c:v>12.3</c:v>
                </c:pt>
                <c:pt idx="2079">
                  <c:v>12.48</c:v>
                </c:pt>
                <c:pt idx="2080">
                  <c:v>13.28</c:v>
                </c:pt>
                <c:pt idx="2081">
                  <c:v>13.2</c:v>
                </c:pt>
                <c:pt idx="2082">
                  <c:v>13.33</c:v>
                </c:pt>
                <c:pt idx="2083">
                  <c:v>12.84</c:v>
                </c:pt>
                <c:pt idx="2084">
                  <c:v>12.55</c:v>
                </c:pt>
                <c:pt idx="2085">
                  <c:v>12.24</c:v>
                </c:pt>
                <c:pt idx="2086">
                  <c:v>12.44</c:v>
                </c:pt>
                <c:pt idx="2087">
                  <c:v>12.22</c:v>
                </c:pt>
                <c:pt idx="2088">
                  <c:v>12.03</c:v>
                </c:pt>
                <c:pt idx="2089">
                  <c:v>12.09</c:v>
                </c:pt>
                <c:pt idx="2090">
                  <c:v>12.26</c:v>
                </c:pt>
                <c:pt idx="2091">
                  <c:v>12.48</c:v>
                </c:pt>
                <c:pt idx="2092">
                  <c:v>12.37</c:v>
                </c:pt>
                <c:pt idx="2093">
                  <c:v>12.51</c:v>
                </c:pt>
                <c:pt idx="2094">
                  <c:v>12.85</c:v>
                </c:pt>
                <c:pt idx="2095">
                  <c:v>12.92</c:v>
                </c:pt>
                <c:pt idx="2096">
                  <c:v>12.46</c:v>
                </c:pt>
                <c:pt idx="2097">
                  <c:v>13.12</c:v>
                </c:pt>
                <c:pt idx="2098">
                  <c:v>13.19</c:v>
                </c:pt>
                <c:pt idx="2099">
                  <c:v>14.48</c:v>
                </c:pt>
                <c:pt idx="2100">
                  <c:v>15.93</c:v>
                </c:pt>
                <c:pt idx="2101">
                  <c:v>16.52</c:v>
                </c:pt>
                <c:pt idx="2102">
                  <c:v>14.91</c:v>
                </c:pt>
                <c:pt idx="2103">
                  <c:v>14.72</c:v>
                </c:pt>
                <c:pt idx="2104">
                  <c:v>18.04</c:v>
                </c:pt>
                <c:pt idx="2105">
                  <c:v>18.46</c:v>
                </c:pt>
                <c:pt idx="2106">
                  <c:v>16.39</c:v>
                </c:pt>
                <c:pt idx="2107">
                  <c:v>16.600000000000001</c:v>
                </c:pt>
                <c:pt idx="2108">
                  <c:v>17.690000000000001</c:v>
                </c:pt>
                <c:pt idx="2109">
                  <c:v>16.36</c:v>
                </c:pt>
                <c:pt idx="2110">
                  <c:v>18.59</c:v>
                </c:pt>
                <c:pt idx="2111">
                  <c:v>23.39</c:v>
                </c:pt>
                <c:pt idx="2112">
                  <c:v>38.57</c:v>
                </c:pt>
                <c:pt idx="2113">
                  <c:v>27.71</c:v>
                </c:pt>
                <c:pt idx="2114">
                  <c:v>27.85</c:v>
                </c:pt>
                <c:pt idx="2115">
                  <c:v>23.79</c:v>
                </c:pt>
                <c:pt idx="2116">
                  <c:v>20.37</c:v>
                </c:pt>
                <c:pt idx="2117">
                  <c:v>20.71</c:v>
                </c:pt>
                <c:pt idx="2118">
                  <c:v>18.12</c:v>
                </c:pt>
                <c:pt idx="2119">
                  <c:v>16.190000000000001</c:v>
                </c:pt>
                <c:pt idx="2120">
                  <c:v>14.8</c:v>
                </c:pt>
                <c:pt idx="2121">
                  <c:v>14.65</c:v>
                </c:pt>
                <c:pt idx="2122">
                  <c:v>15.88</c:v>
                </c:pt>
                <c:pt idx="2123">
                  <c:v>16.27</c:v>
                </c:pt>
                <c:pt idx="2124">
                  <c:v>17.55</c:v>
                </c:pt>
                <c:pt idx="2125">
                  <c:v>15.86</c:v>
                </c:pt>
                <c:pt idx="2126">
                  <c:v>16.149999999999999</c:v>
                </c:pt>
                <c:pt idx="2127">
                  <c:v>15.43</c:v>
                </c:pt>
                <c:pt idx="2128">
                  <c:v>17.11</c:v>
                </c:pt>
                <c:pt idx="2129">
                  <c:v>15.65</c:v>
                </c:pt>
                <c:pt idx="2130">
                  <c:v>15</c:v>
                </c:pt>
                <c:pt idx="2131">
                  <c:v>15.55</c:v>
                </c:pt>
                <c:pt idx="2132">
                  <c:v>20.72</c:v>
                </c:pt>
                <c:pt idx="2133">
                  <c:v>21.32</c:v>
                </c:pt>
                <c:pt idx="2134">
                  <c:v>19.899999999999999</c:v>
                </c:pt>
                <c:pt idx="2135">
                  <c:v>22.38</c:v>
                </c:pt>
                <c:pt idx="2136">
                  <c:v>19.45</c:v>
                </c:pt>
                <c:pt idx="2137">
                  <c:v>19.079999999999998</c:v>
                </c:pt>
                <c:pt idx="2138">
                  <c:v>17.690000000000001</c:v>
                </c:pt>
                <c:pt idx="2139">
                  <c:v>17.07</c:v>
                </c:pt>
                <c:pt idx="2140">
                  <c:v>16.559999999999999</c:v>
                </c:pt>
                <c:pt idx="2141">
                  <c:v>16.329999999999998</c:v>
                </c:pt>
                <c:pt idx="2142">
                  <c:v>16.149999999999999</c:v>
                </c:pt>
                <c:pt idx="2143">
                  <c:v>15.89</c:v>
                </c:pt>
                <c:pt idx="2144">
                  <c:v>15.39</c:v>
                </c:pt>
                <c:pt idx="2145">
                  <c:v>15.41</c:v>
                </c:pt>
                <c:pt idx="2146">
                  <c:v>15.37</c:v>
                </c:pt>
                <c:pt idx="2147">
                  <c:v>16.96</c:v>
                </c:pt>
                <c:pt idx="2148">
                  <c:v>16.73</c:v>
                </c:pt>
                <c:pt idx="2149">
                  <c:v>18.899999999999999</c:v>
                </c:pt>
                <c:pt idx="2150">
                  <c:v>19.21</c:v>
                </c:pt>
                <c:pt idx="2151">
                  <c:v>22.64</c:v>
                </c:pt>
                <c:pt idx="2152">
                  <c:v>21.42</c:v>
                </c:pt>
                <c:pt idx="2153">
                  <c:v>20.93</c:v>
                </c:pt>
                <c:pt idx="2154">
                  <c:v>20.46</c:v>
                </c:pt>
                <c:pt idx="2155">
                  <c:v>19.7</c:v>
                </c:pt>
                <c:pt idx="2156">
                  <c:v>20.64</c:v>
                </c:pt>
                <c:pt idx="2157">
                  <c:v>19.579999999999998</c:v>
                </c:pt>
                <c:pt idx="2158">
                  <c:v>19.11</c:v>
                </c:pt>
                <c:pt idx="2159">
                  <c:v>18.03</c:v>
                </c:pt>
                <c:pt idx="2160">
                  <c:v>18.37</c:v>
                </c:pt>
                <c:pt idx="2161">
                  <c:v>18.2</c:v>
                </c:pt>
                <c:pt idx="2162">
                  <c:v>19.239999999999998</c:v>
                </c:pt>
                <c:pt idx="2163">
                  <c:v>19.079999999999998</c:v>
                </c:pt>
                <c:pt idx="2164">
                  <c:v>20.329999999999998</c:v>
                </c:pt>
                <c:pt idx="2165">
                  <c:v>19.8</c:v>
                </c:pt>
                <c:pt idx="2166">
                  <c:v>19.34</c:v>
                </c:pt>
                <c:pt idx="2167">
                  <c:v>20.350000000000001</c:v>
                </c:pt>
                <c:pt idx="2168">
                  <c:v>23.16</c:v>
                </c:pt>
                <c:pt idx="2169">
                  <c:v>21.88</c:v>
                </c:pt>
                <c:pt idx="2170">
                  <c:v>21.98</c:v>
                </c:pt>
                <c:pt idx="2171">
                  <c:v>20.49</c:v>
                </c:pt>
                <c:pt idx="2172">
                  <c:v>16.27</c:v>
                </c:pt>
                <c:pt idx="2173">
                  <c:v>15.2</c:v>
                </c:pt>
                <c:pt idx="2174">
                  <c:v>14.94</c:v>
                </c:pt>
                <c:pt idx="2175">
                  <c:v>14.97</c:v>
                </c:pt>
                <c:pt idx="2176">
                  <c:v>14.71</c:v>
                </c:pt>
                <c:pt idx="2177">
                  <c:v>14.02</c:v>
                </c:pt>
                <c:pt idx="2178">
                  <c:v>14.31</c:v>
                </c:pt>
                <c:pt idx="2179">
                  <c:v>16.14</c:v>
                </c:pt>
                <c:pt idx="2180">
                  <c:v>15.58</c:v>
                </c:pt>
                <c:pt idx="2181">
                  <c:v>16.350000000000001</c:v>
                </c:pt>
                <c:pt idx="2182">
                  <c:v>17.16</c:v>
                </c:pt>
                <c:pt idx="2183">
                  <c:v>16.87</c:v>
                </c:pt>
                <c:pt idx="2184">
                  <c:v>15.24</c:v>
                </c:pt>
                <c:pt idx="2185">
                  <c:v>14.6</c:v>
                </c:pt>
                <c:pt idx="2186">
                  <c:v>14.1</c:v>
                </c:pt>
                <c:pt idx="2187">
                  <c:v>14.1</c:v>
                </c:pt>
                <c:pt idx="2188">
                  <c:v>13.9</c:v>
                </c:pt>
                <c:pt idx="2189">
                  <c:v>13.51</c:v>
                </c:pt>
                <c:pt idx="2190">
                  <c:v>13.34</c:v>
                </c:pt>
                <c:pt idx="2191">
                  <c:v>13.3</c:v>
                </c:pt>
                <c:pt idx="2192">
                  <c:v>13.45</c:v>
                </c:pt>
                <c:pt idx="2193">
                  <c:v>13.54</c:v>
                </c:pt>
                <c:pt idx="2194">
                  <c:v>12.77</c:v>
                </c:pt>
                <c:pt idx="2195">
                  <c:v>14.19</c:v>
                </c:pt>
                <c:pt idx="2196">
                  <c:v>14.18</c:v>
                </c:pt>
                <c:pt idx="2197">
                  <c:v>13.58</c:v>
                </c:pt>
                <c:pt idx="2198">
                  <c:v>13.92</c:v>
                </c:pt>
                <c:pt idx="2199">
                  <c:v>13.81</c:v>
                </c:pt>
                <c:pt idx="2200">
                  <c:v>14.69</c:v>
                </c:pt>
                <c:pt idx="2201">
                  <c:v>15.87</c:v>
                </c:pt>
                <c:pt idx="2202">
                  <c:v>27.62</c:v>
                </c:pt>
                <c:pt idx="2203">
                  <c:v>24.09</c:v>
                </c:pt>
                <c:pt idx="2204">
                  <c:v>18.36</c:v>
                </c:pt>
                <c:pt idx="2205">
                  <c:v>16.78</c:v>
                </c:pt>
                <c:pt idx="2206">
                  <c:v>14.27</c:v>
                </c:pt>
                <c:pt idx="2207">
                  <c:v>14.73</c:v>
                </c:pt>
                <c:pt idx="2208">
                  <c:v>15.95</c:v>
                </c:pt>
                <c:pt idx="2209">
                  <c:v>17.399999999999999</c:v>
                </c:pt>
                <c:pt idx="2210">
                  <c:v>17.93</c:v>
                </c:pt>
                <c:pt idx="2211">
                  <c:v>16.13</c:v>
                </c:pt>
                <c:pt idx="2212">
                  <c:v>16.04</c:v>
                </c:pt>
                <c:pt idx="2213">
                  <c:v>17.82</c:v>
                </c:pt>
                <c:pt idx="2214">
                  <c:v>17.7</c:v>
                </c:pt>
                <c:pt idx="2215">
                  <c:v>18.07</c:v>
                </c:pt>
                <c:pt idx="2216">
                  <c:v>19.54</c:v>
                </c:pt>
                <c:pt idx="2217">
                  <c:v>19.190000000000001</c:v>
                </c:pt>
                <c:pt idx="2218">
                  <c:v>18.71</c:v>
                </c:pt>
                <c:pt idx="2219">
                  <c:v>16.12</c:v>
                </c:pt>
                <c:pt idx="2220">
                  <c:v>16.600000000000001</c:v>
                </c:pt>
                <c:pt idx="2221">
                  <c:v>15.97</c:v>
                </c:pt>
                <c:pt idx="2222">
                  <c:v>15.81</c:v>
                </c:pt>
                <c:pt idx="2223">
                  <c:v>15.06</c:v>
                </c:pt>
                <c:pt idx="2224">
                  <c:v>15.1</c:v>
                </c:pt>
                <c:pt idx="2225">
                  <c:v>15.02</c:v>
                </c:pt>
                <c:pt idx="2226">
                  <c:v>14.85</c:v>
                </c:pt>
                <c:pt idx="2227">
                  <c:v>16.43</c:v>
                </c:pt>
                <c:pt idx="2228">
                  <c:v>18.62</c:v>
                </c:pt>
                <c:pt idx="2229">
                  <c:v>17.21</c:v>
                </c:pt>
                <c:pt idx="2230">
                  <c:v>15.77</c:v>
                </c:pt>
                <c:pt idx="2231">
                  <c:v>15.5</c:v>
                </c:pt>
                <c:pt idx="2232">
                  <c:v>16.54</c:v>
                </c:pt>
                <c:pt idx="2233">
                  <c:v>15.81</c:v>
                </c:pt>
                <c:pt idx="2234">
                  <c:v>16.02</c:v>
                </c:pt>
                <c:pt idx="2235">
                  <c:v>15.89</c:v>
                </c:pt>
                <c:pt idx="2236">
                  <c:v>15.1</c:v>
                </c:pt>
                <c:pt idx="2237">
                  <c:v>14.77</c:v>
                </c:pt>
                <c:pt idx="2238">
                  <c:v>15.37</c:v>
                </c:pt>
                <c:pt idx="2239">
                  <c:v>15.35</c:v>
                </c:pt>
                <c:pt idx="2240">
                  <c:v>15.27</c:v>
                </c:pt>
                <c:pt idx="2241">
                  <c:v>15.66</c:v>
                </c:pt>
                <c:pt idx="2242">
                  <c:v>18.21</c:v>
                </c:pt>
                <c:pt idx="2243">
                  <c:v>18.98</c:v>
                </c:pt>
                <c:pt idx="2244">
                  <c:v>19.43</c:v>
                </c:pt>
                <c:pt idx="2245">
                  <c:v>19.100000000000001</c:v>
                </c:pt>
                <c:pt idx="2246">
                  <c:v>21.13</c:v>
                </c:pt>
                <c:pt idx="2247">
                  <c:v>19.63</c:v>
                </c:pt>
                <c:pt idx="2248">
                  <c:v>23.51</c:v>
                </c:pt>
                <c:pt idx="2249">
                  <c:v>21.93</c:v>
                </c:pt>
                <c:pt idx="2250">
                  <c:v>24.87</c:v>
                </c:pt>
                <c:pt idx="2251">
                  <c:v>23.37</c:v>
                </c:pt>
                <c:pt idx="2252">
                  <c:v>27.86</c:v>
                </c:pt>
                <c:pt idx="2253">
                  <c:v>26.92</c:v>
                </c:pt>
                <c:pt idx="2254">
                  <c:v>24.23</c:v>
                </c:pt>
                <c:pt idx="2255">
                  <c:v>24.66</c:v>
                </c:pt>
                <c:pt idx="2256">
                  <c:v>21.77</c:v>
                </c:pt>
                <c:pt idx="2257">
                  <c:v>20.51</c:v>
                </c:pt>
                <c:pt idx="2258">
                  <c:v>21.7</c:v>
                </c:pt>
                <c:pt idx="2259">
                  <c:v>19.899999999999999</c:v>
                </c:pt>
                <c:pt idx="2260">
                  <c:v>19.8</c:v>
                </c:pt>
                <c:pt idx="2261">
                  <c:v>19.28</c:v>
                </c:pt>
                <c:pt idx="2262">
                  <c:v>17.48</c:v>
                </c:pt>
                <c:pt idx="2263">
                  <c:v>17.149999999999999</c:v>
                </c:pt>
                <c:pt idx="2264">
                  <c:v>18.329999999999998</c:v>
                </c:pt>
                <c:pt idx="2265">
                  <c:v>18.690000000000001</c:v>
                </c:pt>
                <c:pt idx="2266">
                  <c:v>21.65</c:v>
                </c:pt>
                <c:pt idx="2267">
                  <c:v>22.28</c:v>
                </c:pt>
                <c:pt idx="2268">
                  <c:v>21.77</c:v>
                </c:pt>
                <c:pt idx="2269">
                  <c:v>21.51</c:v>
                </c:pt>
                <c:pt idx="2270">
                  <c:v>30.02</c:v>
                </c:pt>
                <c:pt idx="2271">
                  <c:v>45.31</c:v>
                </c:pt>
                <c:pt idx="2272">
                  <c:v>46.98</c:v>
                </c:pt>
                <c:pt idx="2273">
                  <c:v>52.33</c:v>
                </c:pt>
                <c:pt idx="2274">
                  <c:v>33.619999999999997</c:v>
                </c:pt>
                <c:pt idx="2275">
                  <c:v>40.72</c:v>
                </c:pt>
                <c:pt idx="2276">
                  <c:v>37.56</c:v>
                </c:pt>
                <c:pt idx="2277">
                  <c:v>30.89</c:v>
                </c:pt>
                <c:pt idx="2278">
                  <c:v>30.12</c:v>
                </c:pt>
                <c:pt idx="2279">
                  <c:v>32.64</c:v>
                </c:pt>
                <c:pt idx="2280">
                  <c:v>29.65</c:v>
                </c:pt>
                <c:pt idx="2282">
                  <c:v>33.82</c:v>
                </c:pt>
                <c:pt idx="2283">
                  <c:v>30.57</c:v>
                </c:pt>
                <c:pt idx="2284">
                  <c:v>28.45</c:v>
                </c:pt>
                <c:pt idx="2285">
                  <c:v>26.47</c:v>
                </c:pt>
                <c:pt idx="2286">
                  <c:v>24.84</c:v>
                </c:pt>
                <c:pt idx="2287">
                  <c:v>25.15</c:v>
                </c:pt>
                <c:pt idx="2288">
                  <c:v>24.17</c:v>
                </c:pt>
                <c:pt idx="2289">
                  <c:v>24.7</c:v>
                </c:pt>
                <c:pt idx="2290">
                  <c:v>22.68</c:v>
                </c:pt>
                <c:pt idx="2291">
                  <c:v>23.55</c:v>
                </c:pt>
                <c:pt idx="2292">
                  <c:v>22.48</c:v>
                </c:pt>
                <c:pt idx="2293">
                  <c:v>21.9</c:v>
                </c:pt>
                <c:pt idx="2294">
                  <c:v>18.39</c:v>
                </c:pt>
                <c:pt idx="2295">
                  <c:v>18.22</c:v>
                </c:pt>
                <c:pt idx="2296">
                  <c:v>18.62</c:v>
                </c:pt>
                <c:pt idx="2297">
                  <c:v>17.829999999999998</c:v>
                </c:pt>
                <c:pt idx="2298">
                  <c:v>17.239999999999998</c:v>
                </c:pt>
                <c:pt idx="2299">
                  <c:v>18.14</c:v>
                </c:pt>
                <c:pt idx="2300">
                  <c:v>18.09</c:v>
                </c:pt>
                <c:pt idx="2301">
                  <c:v>20.87</c:v>
                </c:pt>
                <c:pt idx="2302">
                  <c:v>20.28</c:v>
                </c:pt>
                <c:pt idx="2303">
                  <c:v>22.29</c:v>
                </c:pt>
                <c:pt idx="2304">
                  <c:v>20.57</c:v>
                </c:pt>
                <c:pt idx="2305">
                  <c:v>18.96</c:v>
                </c:pt>
                <c:pt idx="2306">
                  <c:v>19.309999999999999</c:v>
                </c:pt>
                <c:pt idx="2307">
                  <c:v>19.18</c:v>
                </c:pt>
                <c:pt idx="2308">
                  <c:v>18.57</c:v>
                </c:pt>
                <c:pt idx="2309">
                  <c:v>18.36</c:v>
                </c:pt>
                <c:pt idx="2310">
                  <c:v>17.61</c:v>
                </c:pt>
                <c:pt idx="2311">
                  <c:v>18.48</c:v>
                </c:pt>
                <c:pt idx="2312">
                  <c:v>17.16</c:v>
                </c:pt>
                <c:pt idx="2313">
                  <c:v>16.95</c:v>
                </c:pt>
                <c:pt idx="2314">
                  <c:v>17.260000000000002</c:v>
                </c:pt>
                <c:pt idx="2315">
                  <c:v>18.02</c:v>
                </c:pt>
                <c:pt idx="2316">
                  <c:v>20.82</c:v>
                </c:pt>
                <c:pt idx="2317">
                  <c:v>19.11</c:v>
                </c:pt>
                <c:pt idx="2318">
                  <c:v>21.6</c:v>
                </c:pt>
                <c:pt idx="2319">
                  <c:v>20.14</c:v>
                </c:pt>
                <c:pt idx="2320">
                  <c:v>22.17</c:v>
                </c:pt>
                <c:pt idx="2321">
                  <c:v>20.62</c:v>
                </c:pt>
                <c:pt idx="2322">
                  <c:v>19.829999999999998</c:v>
                </c:pt>
                <c:pt idx="2323">
                  <c:v>17.48</c:v>
                </c:pt>
                <c:pt idx="2324">
                  <c:v>16.760000000000002</c:v>
                </c:pt>
                <c:pt idx="2325">
                  <c:v>16.59</c:v>
                </c:pt>
                <c:pt idx="2326">
                  <c:v>16.32</c:v>
                </c:pt>
                <c:pt idx="2327">
                  <c:v>16.73</c:v>
                </c:pt>
                <c:pt idx="2328">
                  <c:v>16.829999999999998</c:v>
                </c:pt>
                <c:pt idx="2329">
                  <c:v>16.64</c:v>
                </c:pt>
                <c:pt idx="2330">
                  <c:v>16.38</c:v>
                </c:pt>
                <c:pt idx="2331">
                  <c:v>17.48</c:v>
                </c:pt>
                <c:pt idx="2332">
                  <c:v>17.79</c:v>
                </c:pt>
                <c:pt idx="2333">
                  <c:v>16.809999999999999</c:v>
                </c:pt>
                <c:pt idx="2334">
                  <c:v>15.94</c:v>
                </c:pt>
                <c:pt idx="2335">
                  <c:v>15.78</c:v>
                </c:pt>
                <c:pt idx="2336">
                  <c:v>16.399999999999999</c:v>
                </c:pt>
                <c:pt idx="2337">
                  <c:v>17.2</c:v>
                </c:pt>
                <c:pt idx="2338">
                  <c:v>17.38</c:v>
                </c:pt>
                <c:pt idx="2339">
                  <c:v>17.16</c:v>
                </c:pt>
                <c:pt idx="2340">
                  <c:v>16.52</c:v>
                </c:pt>
                <c:pt idx="2341">
                  <c:v>16.41</c:v>
                </c:pt>
                <c:pt idx="2342">
                  <c:v>16.649999999999999</c:v>
                </c:pt>
                <c:pt idx="2343">
                  <c:v>16.5</c:v>
                </c:pt>
                <c:pt idx="2344">
                  <c:v>15.37</c:v>
                </c:pt>
                <c:pt idx="2345">
                  <c:v>15.39</c:v>
                </c:pt>
                <c:pt idx="2346">
                  <c:v>14.93</c:v>
                </c:pt>
                <c:pt idx="2347">
                  <c:v>15.03</c:v>
                </c:pt>
                <c:pt idx="2348">
                  <c:v>15.98</c:v>
                </c:pt>
                <c:pt idx="2349">
                  <c:v>15.48</c:v>
                </c:pt>
                <c:pt idx="2350">
                  <c:v>16.72</c:v>
                </c:pt>
                <c:pt idx="2351">
                  <c:v>20.38</c:v>
                </c:pt>
                <c:pt idx="2352">
                  <c:v>17.52</c:v>
                </c:pt>
                <c:pt idx="2353">
                  <c:v>17.850000000000001</c:v>
                </c:pt>
                <c:pt idx="2354">
                  <c:v>16.77</c:v>
                </c:pt>
                <c:pt idx="2355">
                  <c:v>16.57</c:v>
                </c:pt>
                <c:pt idx="2356">
                  <c:v>15.15</c:v>
                </c:pt>
                <c:pt idx="2357">
                  <c:v>16.25</c:v>
                </c:pt>
                <c:pt idx="2358">
                  <c:v>14.73</c:v>
                </c:pt>
                <c:pt idx="2359">
                  <c:v>14.49</c:v>
                </c:pt>
                <c:pt idx="2360">
                  <c:v>14.83</c:v>
                </c:pt>
                <c:pt idx="2361">
                  <c:v>14.99</c:v>
                </c:pt>
                <c:pt idx="2362">
                  <c:v>15.57</c:v>
                </c:pt>
                <c:pt idx="2363">
                  <c:v>15.69</c:v>
                </c:pt>
                <c:pt idx="2364">
                  <c:v>16.600000000000001</c:v>
                </c:pt>
                <c:pt idx="2365">
                  <c:v>14.22</c:v>
                </c:pt>
                <c:pt idx="2366">
                  <c:v>14.79</c:v>
                </c:pt>
                <c:pt idx="2367">
                  <c:v>14.62</c:v>
                </c:pt>
                <c:pt idx="2368">
                  <c:v>14.85</c:v>
                </c:pt>
                <c:pt idx="2369">
                  <c:v>14.43</c:v>
                </c:pt>
                <c:pt idx="2370">
                  <c:v>15.36</c:v>
                </c:pt>
                <c:pt idx="2371">
                  <c:v>16.12</c:v>
                </c:pt>
                <c:pt idx="2372">
                  <c:v>17.170000000000002</c:v>
                </c:pt>
                <c:pt idx="2373">
                  <c:v>16.350000000000001</c:v>
                </c:pt>
                <c:pt idx="2374">
                  <c:v>15.3</c:v>
                </c:pt>
                <c:pt idx="2375">
                  <c:v>15.18</c:v>
                </c:pt>
                <c:pt idx="2376">
                  <c:v>15.11</c:v>
                </c:pt>
                <c:pt idx="2377">
                  <c:v>15.04</c:v>
                </c:pt>
                <c:pt idx="2378">
                  <c:v>15.35</c:v>
                </c:pt>
                <c:pt idx="2379">
                  <c:v>14.71</c:v>
                </c:pt>
                <c:pt idx="2380">
                  <c:v>14.76</c:v>
                </c:pt>
                <c:pt idx="2381">
                  <c:v>15.69</c:v>
                </c:pt>
                <c:pt idx="2382">
                  <c:v>16.36</c:v>
                </c:pt>
                <c:pt idx="2383">
                  <c:v>15.72</c:v>
                </c:pt>
                <c:pt idx="2384">
                  <c:v>15.7</c:v>
                </c:pt>
                <c:pt idx="2385">
                  <c:v>15.45</c:v>
                </c:pt>
                <c:pt idx="2386">
                  <c:v>16.100000000000001</c:v>
                </c:pt>
                <c:pt idx="2387">
                  <c:v>16.64</c:v>
                </c:pt>
                <c:pt idx="2388">
                  <c:v>16.18</c:v>
                </c:pt>
                <c:pt idx="2389">
                  <c:v>16.739999999999998</c:v>
                </c:pt>
                <c:pt idx="2390">
                  <c:v>15.29</c:v>
                </c:pt>
                <c:pt idx="2391">
                  <c:v>16.12</c:v>
                </c:pt>
                <c:pt idx="2392">
                  <c:v>16.28</c:v>
                </c:pt>
                <c:pt idx="2393">
                  <c:v>16.29</c:v>
                </c:pt>
                <c:pt idx="2394">
                  <c:v>16.63</c:v>
                </c:pt>
                <c:pt idx="2395">
                  <c:v>21.66</c:v>
                </c:pt>
                <c:pt idx="2396">
                  <c:v>19.03</c:v>
                </c:pt>
                <c:pt idx="2397">
                  <c:v>20.81</c:v>
                </c:pt>
                <c:pt idx="2398">
                  <c:v>20.64</c:v>
                </c:pt>
                <c:pt idx="2399">
                  <c:v>25.31</c:v>
                </c:pt>
                <c:pt idx="2400">
                  <c:v>20.78</c:v>
                </c:pt>
                <c:pt idx="2401">
                  <c:v>18.23</c:v>
                </c:pt>
                <c:pt idx="2402">
                  <c:v>17.87</c:v>
                </c:pt>
                <c:pt idx="2403">
                  <c:v>18.600000000000001</c:v>
                </c:pt>
                <c:pt idx="2404">
                  <c:v>17.3</c:v>
                </c:pt>
                <c:pt idx="2405">
                  <c:v>16.37</c:v>
                </c:pt>
                <c:pt idx="2406">
                  <c:v>15.79</c:v>
                </c:pt>
                <c:pt idx="2407">
                  <c:v>16.420000000000002</c:v>
                </c:pt>
                <c:pt idx="2408">
                  <c:v>16.920000000000002</c:v>
                </c:pt>
                <c:pt idx="2409">
                  <c:v>16.91</c:v>
                </c:pt>
                <c:pt idx="2410">
                  <c:v>17.440000000000001</c:v>
                </c:pt>
                <c:pt idx="2411">
                  <c:v>17.170000000000002</c:v>
                </c:pt>
                <c:pt idx="2412">
                  <c:v>19</c:v>
                </c:pt>
                <c:pt idx="2413">
                  <c:v>18.010000000000002</c:v>
                </c:pt>
                <c:pt idx="2414">
                  <c:v>19.5</c:v>
                </c:pt>
                <c:pt idx="2415">
                  <c:v>19.079999999999998</c:v>
                </c:pt>
                <c:pt idx="2416">
                  <c:v>17.600000000000001</c:v>
                </c:pt>
                <c:pt idx="2417">
                  <c:v>17.28</c:v>
                </c:pt>
                <c:pt idx="2418">
                  <c:v>17.510000000000002</c:v>
                </c:pt>
                <c:pt idx="2419">
                  <c:v>20</c:v>
                </c:pt>
                <c:pt idx="2420">
                  <c:v>19.829999999999998</c:v>
                </c:pt>
                <c:pt idx="2421">
                  <c:v>22.38</c:v>
                </c:pt>
                <c:pt idx="2422">
                  <c:v>24.69</c:v>
                </c:pt>
                <c:pt idx="2423">
                  <c:v>23.66</c:v>
                </c:pt>
                <c:pt idx="2424">
                  <c:v>26.42</c:v>
                </c:pt>
                <c:pt idx="2425">
                  <c:v>23.43</c:v>
                </c:pt>
                <c:pt idx="2426">
                  <c:v>20.52</c:v>
                </c:pt>
                <c:pt idx="2427">
                  <c:v>18.559999999999999</c:v>
                </c:pt>
                <c:pt idx="2428">
                  <c:v>17.190000000000001</c:v>
                </c:pt>
                <c:pt idx="2429">
                  <c:v>17.21</c:v>
                </c:pt>
                <c:pt idx="2430">
                  <c:v>16.350000000000001</c:v>
                </c:pt>
                <c:pt idx="2431">
                  <c:v>17.239999999999998</c:v>
                </c:pt>
                <c:pt idx="2432">
                  <c:v>16.59</c:v>
                </c:pt>
                <c:pt idx="2433">
                  <c:v>16.079999999999998</c:v>
                </c:pt>
                <c:pt idx="2434">
                  <c:v>15.78</c:v>
                </c:pt>
                <c:pt idx="2435">
                  <c:v>15.41</c:v>
                </c:pt>
                <c:pt idx="2436">
                  <c:v>16.66</c:v>
                </c:pt>
                <c:pt idx="2437">
                  <c:v>16.93</c:v>
                </c:pt>
                <c:pt idx="2438">
                  <c:v>15.77</c:v>
                </c:pt>
                <c:pt idx="2439">
                  <c:v>14.85</c:v>
                </c:pt>
                <c:pt idx="2440">
                  <c:v>15.74</c:v>
                </c:pt>
                <c:pt idx="2441">
                  <c:v>16.5</c:v>
                </c:pt>
                <c:pt idx="2442">
                  <c:v>16.48</c:v>
                </c:pt>
                <c:pt idx="2443">
                  <c:v>17.62</c:v>
                </c:pt>
                <c:pt idx="2444">
                  <c:v>16.87</c:v>
                </c:pt>
                <c:pt idx="2445">
                  <c:v>14.91</c:v>
                </c:pt>
                <c:pt idx="2446">
                  <c:v>14.08</c:v>
                </c:pt>
                <c:pt idx="2447">
                  <c:v>14</c:v>
                </c:pt>
                <c:pt idx="2448">
                  <c:v>13.47</c:v>
                </c:pt>
                <c:pt idx="2449">
                  <c:v>13.6</c:v>
                </c:pt>
                <c:pt idx="2450">
                  <c:v>14.2</c:v>
                </c:pt>
                <c:pt idx="2451">
                  <c:v>14.33</c:v>
                </c:pt>
                <c:pt idx="2452">
                  <c:v>14.51</c:v>
                </c:pt>
                <c:pt idx="2453">
                  <c:v>14.9</c:v>
                </c:pt>
                <c:pt idx="2454">
                  <c:v>14.75</c:v>
                </c:pt>
                <c:pt idx="2455">
                  <c:v>15.38</c:v>
                </c:pt>
                <c:pt idx="2456">
                  <c:v>15.45</c:v>
                </c:pt>
                <c:pt idx="2457">
                  <c:v>14.49</c:v>
                </c:pt>
                <c:pt idx="2458">
                  <c:v>15.12</c:v>
                </c:pt>
                <c:pt idx="2459">
                  <c:v>15.98</c:v>
                </c:pt>
                <c:pt idx="2460">
                  <c:v>16.75</c:v>
                </c:pt>
                <c:pt idx="2461">
                  <c:v>15.84</c:v>
                </c:pt>
                <c:pt idx="2462">
                  <c:v>15.86</c:v>
                </c:pt>
                <c:pt idx="2463">
                  <c:v>18.84</c:v>
                </c:pt>
                <c:pt idx="2464">
                  <c:v>20.09</c:v>
                </c:pt>
                <c:pt idx="2465">
                  <c:v>16.899999999999999</c:v>
                </c:pt>
                <c:pt idx="2466">
                  <c:v>15.64</c:v>
                </c:pt>
                <c:pt idx="2467">
                  <c:v>16.09</c:v>
                </c:pt>
                <c:pt idx="2468">
                  <c:v>16.149999999999999</c:v>
                </c:pt>
                <c:pt idx="2469">
                  <c:v>16.350000000000001</c:v>
                </c:pt>
                <c:pt idx="2470">
                  <c:v>16.350000000000001</c:v>
                </c:pt>
                <c:pt idx="2471">
                  <c:v>16.88</c:v>
                </c:pt>
                <c:pt idx="2472">
                  <c:v>17.440000000000001</c:v>
                </c:pt>
                <c:pt idx="2473">
                  <c:v>16.34</c:v>
                </c:pt>
                <c:pt idx="2474">
                  <c:v>18</c:v>
                </c:pt>
                <c:pt idx="2475">
                  <c:v>18.64</c:v>
                </c:pt>
                <c:pt idx="2476">
                  <c:v>21.77</c:v>
                </c:pt>
                <c:pt idx="2477">
                  <c:v>17.760000000000002</c:v>
                </c:pt>
                <c:pt idx="2478">
                  <c:v>17.36</c:v>
                </c:pt>
                <c:pt idx="2479">
                  <c:v>17.79</c:v>
                </c:pt>
                <c:pt idx="2480">
                  <c:v>17.649999999999999</c:v>
                </c:pt>
                <c:pt idx="2481">
                  <c:v>20.82</c:v>
                </c:pt>
                <c:pt idx="2482">
                  <c:v>20.6</c:v>
                </c:pt>
                <c:pt idx="2483">
                  <c:v>20.23</c:v>
                </c:pt>
                <c:pt idx="2484">
                  <c:v>19.09</c:v>
                </c:pt>
                <c:pt idx="2485">
                  <c:v>21.01</c:v>
                </c:pt>
                <c:pt idx="2486">
                  <c:v>19.55</c:v>
                </c:pt>
                <c:pt idx="2487">
                  <c:v>17.93</c:v>
                </c:pt>
                <c:pt idx="2488">
                  <c:v>18.63</c:v>
                </c:pt>
                <c:pt idx="2489">
                  <c:v>19.86</c:v>
                </c:pt>
                <c:pt idx="2490">
                  <c:v>23.57</c:v>
                </c:pt>
                <c:pt idx="2491">
                  <c:v>21.15</c:v>
                </c:pt>
                <c:pt idx="2492">
                  <c:v>23.75</c:v>
                </c:pt>
                <c:pt idx="2493">
                  <c:v>29.49</c:v>
                </c:pt>
                <c:pt idx="2494">
                  <c:v>25.5</c:v>
                </c:pt>
                <c:pt idx="2495">
                  <c:v>24.93</c:v>
                </c:pt>
                <c:pt idx="2496">
                  <c:v>24.23</c:v>
                </c:pt>
                <c:pt idx="2497">
                  <c:v>27.29</c:v>
                </c:pt>
                <c:pt idx="2498">
                  <c:v>27.19</c:v>
                </c:pt>
                <c:pt idx="2499">
                  <c:v>23.51</c:v>
                </c:pt>
                <c:pt idx="2500">
                  <c:v>22.37</c:v>
                </c:pt>
                <c:pt idx="2501">
                  <c:v>25.09</c:v>
                </c:pt>
                <c:pt idx="2502">
                  <c:v>24.06</c:v>
                </c:pt>
                <c:pt idx="2503">
                  <c:v>26.78</c:v>
                </c:pt>
                <c:pt idx="2504">
                  <c:v>26.15</c:v>
                </c:pt>
                <c:pt idx="2505">
                  <c:v>26.95</c:v>
                </c:pt>
                <c:pt idx="2506">
                  <c:v>25.33</c:v>
                </c:pt>
                <c:pt idx="2507">
                  <c:v>27.44</c:v>
                </c:pt>
                <c:pt idx="2508">
                  <c:v>31.05</c:v>
                </c:pt>
                <c:pt idx="2509">
                  <c:v>30.61</c:v>
                </c:pt>
                <c:pt idx="2510">
                  <c:v>25.25</c:v>
                </c:pt>
                <c:pt idx="2511">
                  <c:v>24.54</c:v>
                </c:pt>
                <c:pt idx="2512">
                  <c:v>23.87</c:v>
                </c:pt>
                <c:pt idx="2514">
                  <c:v>24.17</c:v>
                </c:pt>
                <c:pt idx="2515">
                  <c:v>25.78</c:v>
                </c:pt>
                <c:pt idx="2516">
                  <c:v>21.04</c:v>
                </c:pt>
                <c:pt idx="2517">
                  <c:v>19.489999999999998</c:v>
                </c:pt>
                <c:pt idx="2518">
                  <c:v>19.23</c:v>
                </c:pt>
                <c:pt idx="2519">
                  <c:v>19.12</c:v>
                </c:pt>
                <c:pt idx="2520">
                  <c:v>18.36</c:v>
                </c:pt>
                <c:pt idx="2521">
                  <c:v>18.170000000000002</c:v>
                </c:pt>
                <c:pt idx="2522">
                  <c:v>17.940000000000001</c:v>
                </c:pt>
                <c:pt idx="2523">
                  <c:v>17.48</c:v>
                </c:pt>
                <c:pt idx="2524">
                  <c:v>18.87</c:v>
                </c:pt>
                <c:pt idx="2525">
                  <c:v>19.5</c:v>
                </c:pt>
                <c:pt idx="2526">
                  <c:v>18.920000000000002</c:v>
                </c:pt>
                <c:pt idx="2527">
                  <c:v>19.309999999999999</c:v>
                </c:pt>
                <c:pt idx="2528">
                  <c:v>18.71</c:v>
                </c:pt>
                <c:pt idx="2529">
                  <c:v>18.02</c:v>
                </c:pt>
                <c:pt idx="2530">
                  <c:v>17.829999999999998</c:v>
                </c:pt>
                <c:pt idx="2531">
                  <c:v>18.809999999999999</c:v>
                </c:pt>
                <c:pt idx="2532">
                  <c:v>16.89</c:v>
                </c:pt>
                <c:pt idx="2533">
                  <c:v>18.29</c:v>
                </c:pt>
                <c:pt idx="2534">
                  <c:v>17.39</c:v>
                </c:pt>
                <c:pt idx="2535">
                  <c:v>17.079999999999998</c:v>
                </c:pt>
                <c:pt idx="2536">
                  <c:v>17.190000000000001</c:v>
                </c:pt>
                <c:pt idx="2537">
                  <c:v>18.38</c:v>
                </c:pt>
                <c:pt idx="2538">
                  <c:v>17.989999999999998</c:v>
                </c:pt>
                <c:pt idx="2539">
                  <c:v>17.87</c:v>
                </c:pt>
                <c:pt idx="2540">
                  <c:v>17.260000000000002</c:v>
                </c:pt>
                <c:pt idx="2541">
                  <c:v>18.43</c:v>
                </c:pt>
                <c:pt idx="2542">
                  <c:v>17.82</c:v>
                </c:pt>
                <c:pt idx="2543">
                  <c:v>18.059999999999999</c:v>
                </c:pt>
                <c:pt idx="2544">
                  <c:v>17.440000000000001</c:v>
                </c:pt>
                <c:pt idx="2545">
                  <c:v>16.760000000000002</c:v>
                </c:pt>
                <c:pt idx="2546">
                  <c:v>16.7</c:v>
                </c:pt>
                <c:pt idx="2547">
                  <c:v>17.010000000000002</c:v>
                </c:pt>
                <c:pt idx="2548">
                  <c:v>16.29</c:v>
                </c:pt>
                <c:pt idx="2549">
                  <c:v>15.74</c:v>
                </c:pt>
                <c:pt idx="2550">
                  <c:v>15.32</c:v>
                </c:pt>
                <c:pt idx="2551">
                  <c:v>16.05</c:v>
                </c:pt>
                <c:pt idx="2552">
                  <c:v>15.77</c:v>
                </c:pt>
                <c:pt idx="2553">
                  <c:v>15.4</c:v>
                </c:pt>
                <c:pt idx="2554">
                  <c:v>21.51</c:v>
                </c:pt>
                <c:pt idx="2555">
                  <c:v>18.920000000000002</c:v>
                </c:pt>
                <c:pt idx="2556">
                  <c:v>19.87</c:v>
                </c:pt>
                <c:pt idx="2557">
                  <c:v>22.22</c:v>
                </c:pt>
                <c:pt idx="2558">
                  <c:v>19.440000000000001</c:v>
                </c:pt>
                <c:pt idx="2559">
                  <c:v>17.68</c:v>
                </c:pt>
                <c:pt idx="2560">
                  <c:v>16.2</c:v>
                </c:pt>
              </c:numCache>
            </c:numRef>
          </c:val>
          <c:smooth val="0"/>
          <c:extLst>
            <c:ext xmlns:c16="http://schemas.microsoft.com/office/drawing/2014/chart" uri="{C3380CC4-5D6E-409C-BE32-E72D297353CC}">
              <c16:uniqueId val="{00000001-64FE-491B-BF88-9D85267CA450}"/>
            </c:ext>
          </c:extLst>
        </c:ser>
        <c:dLbls>
          <c:showLegendKey val="0"/>
          <c:showVal val="0"/>
          <c:showCatName val="0"/>
          <c:showSerName val="0"/>
          <c:showPercent val="0"/>
          <c:showBubbleSize val="0"/>
        </c:dLbls>
        <c:smooth val="0"/>
        <c:axId val="2000002432"/>
        <c:axId val="2000002433"/>
      </c:lineChart>
      <c:dateAx>
        <c:axId val="2000002432"/>
        <c:scaling>
          <c:orientation val="minMax"/>
        </c:scaling>
        <c:delete val="0"/>
        <c:axPos val="b"/>
        <c:numFmt formatCode="yyyy" sourceLinked="0"/>
        <c:majorTickMark val="out"/>
        <c:minorTickMark val="none"/>
        <c:tickLblPos val="low"/>
        <c:spPr>
          <a:noFill/>
          <a:ln w="3175" cap="flat" cmpd="sng" algn="ctr">
            <a:solidFill>
              <a:srgbClr val="000000"/>
            </a:solidFill>
            <a:prstDash val="solid"/>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mn-ea"/>
                <a:cs typeface="+mn-cs"/>
              </a:defRPr>
            </a:pPr>
            <a:endParaRPr lang="zh-CN"/>
          </a:p>
        </c:txPr>
        <c:crossAx val="2000002433"/>
        <c:crosses val="autoZero"/>
        <c:auto val="1"/>
        <c:lblOffset val="100"/>
        <c:baseTimeUnit val="days"/>
      </c:dateAx>
      <c:valAx>
        <c:axId val="2000002433"/>
        <c:scaling>
          <c:orientation val="minMax"/>
        </c:scaling>
        <c:delete val="0"/>
        <c:axPos val="l"/>
        <c:numFmt formatCode="General" sourceLinked="1"/>
        <c:majorTickMark val="out"/>
        <c:minorTickMark val="none"/>
        <c:tickLblPos val="nextTo"/>
        <c:spPr>
          <a:noFill/>
          <a:ln w="3175">
            <a:solidFill>
              <a:srgbClr val="000000"/>
            </a:solidFill>
            <a:prstDash val="soli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mn-ea"/>
                <a:cs typeface="+mn-cs"/>
              </a:defRPr>
            </a:pPr>
            <a:endParaRPr lang="zh-CN"/>
          </a:p>
        </c:txPr>
        <c:crossAx val="2000002432"/>
        <c:crosses val="autoZero"/>
        <c:crossBetween val="midCat"/>
      </c:valAx>
      <c:spPr>
        <a:noFill/>
        <a:ln>
          <a:noFill/>
        </a:ln>
        <a:effectLst/>
      </c:spPr>
    </c:plotArea>
    <c:legend>
      <c:legendPos val="t"/>
      <c:layout>
        <c:manualLayout>
          <c:xMode val="edge"/>
          <c:yMode val="edge"/>
          <c:x val="0.23294430429206059"/>
          <c:y val="7.0323488045007029E-3"/>
          <c:w val="0.53411139141587882"/>
          <c:h val="0.11017807900594705"/>
        </c:manualLayout>
      </c:layout>
      <c:overlay val="0"/>
      <c:spPr>
        <a:noFill/>
        <a:ln w="25400">
          <a:noFill/>
        </a:ln>
        <a:effectLst/>
      </c:spPr>
      <c:txPr>
        <a:bodyPr rot="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mn-ea"/>
              <a:cs typeface="+mn-cs"/>
            </a:defRPr>
          </a:pPr>
          <a:endParaRPr lang="zh-CN"/>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25400" cap="flat" cmpd="sng" algn="ctr">
      <a:noFill/>
      <a:round/>
    </a:ln>
    <a:effectLst/>
  </c:spPr>
  <c:txPr>
    <a:bodyPr/>
    <a:lstStyle/>
    <a:p>
      <a:pPr>
        <a:defRPr sz="700" baseline="0">
          <a:latin typeface="Arial" panose="020B0604020202020204" pitchFamily="34" charset="0"/>
        </a:defRPr>
      </a:pPr>
      <a:endParaRPr lang="zh-CN"/>
    </a:p>
  </c:txPr>
  <c:externalData r:id="rId1">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韩股市值!$E$1</c:f>
              <c:strCache>
                <c:ptCount val="1"/>
                <c:pt idx="0">
                  <c:v>市值占比</c:v>
                </c:pt>
              </c:strCache>
            </c:strRef>
          </c:tx>
          <c:spPr>
            <a:ln w="19050" cap="rnd">
              <a:solidFill>
                <a:schemeClr val="bg1">
                  <a:lumMod val="50000"/>
                </a:schemeClr>
              </a:solidFill>
              <a:round/>
            </a:ln>
            <a:effectLst/>
          </c:spPr>
          <c:marker>
            <c:symbol val="none"/>
          </c:marker>
          <c:cat>
            <c:numRef>
              <c:f>韩股市值!$A$2:$A$4050</c:f>
              <c:numCache>
                <c:formatCode>m/d/yyyy</c:formatCode>
                <c:ptCount val="4049"/>
                <c:pt idx="0">
                  <c:v>46189</c:v>
                </c:pt>
                <c:pt idx="1">
                  <c:v>46188</c:v>
                </c:pt>
                <c:pt idx="2">
                  <c:v>46185</c:v>
                </c:pt>
                <c:pt idx="3">
                  <c:v>46184</c:v>
                </c:pt>
                <c:pt idx="4">
                  <c:v>46183</c:v>
                </c:pt>
                <c:pt idx="5">
                  <c:v>46182</c:v>
                </c:pt>
                <c:pt idx="6">
                  <c:v>46181</c:v>
                </c:pt>
                <c:pt idx="7">
                  <c:v>46178</c:v>
                </c:pt>
                <c:pt idx="8">
                  <c:v>46177</c:v>
                </c:pt>
                <c:pt idx="9">
                  <c:v>46175</c:v>
                </c:pt>
                <c:pt idx="10">
                  <c:v>46174</c:v>
                </c:pt>
                <c:pt idx="11">
                  <c:v>46171</c:v>
                </c:pt>
                <c:pt idx="12">
                  <c:v>46170</c:v>
                </c:pt>
                <c:pt idx="13">
                  <c:v>46169</c:v>
                </c:pt>
                <c:pt idx="14">
                  <c:v>46168</c:v>
                </c:pt>
                <c:pt idx="15">
                  <c:v>46164</c:v>
                </c:pt>
                <c:pt idx="16">
                  <c:v>46163</c:v>
                </c:pt>
                <c:pt idx="17">
                  <c:v>46162</c:v>
                </c:pt>
                <c:pt idx="18">
                  <c:v>46161</c:v>
                </c:pt>
                <c:pt idx="19">
                  <c:v>46160</c:v>
                </c:pt>
                <c:pt idx="20">
                  <c:v>46157</c:v>
                </c:pt>
                <c:pt idx="21">
                  <c:v>46156</c:v>
                </c:pt>
                <c:pt idx="22">
                  <c:v>46155</c:v>
                </c:pt>
                <c:pt idx="23">
                  <c:v>46154</c:v>
                </c:pt>
                <c:pt idx="24">
                  <c:v>46153</c:v>
                </c:pt>
                <c:pt idx="25">
                  <c:v>46150</c:v>
                </c:pt>
                <c:pt idx="26">
                  <c:v>46149</c:v>
                </c:pt>
                <c:pt idx="27">
                  <c:v>46148</c:v>
                </c:pt>
                <c:pt idx="28">
                  <c:v>46146</c:v>
                </c:pt>
                <c:pt idx="29">
                  <c:v>46142</c:v>
                </c:pt>
                <c:pt idx="30">
                  <c:v>46141</c:v>
                </c:pt>
                <c:pt idx="31">
                  <c:v>46140</c:v>
                </c:pt>
                <c:pt idx="32">
                  <c:v>46139</c:v>
                </c:pt>
                <c:pt idx="33">
                  <c:v>46136</c:v>
                </c:pt>
                <c:pt idx="34">
                  <c:v>46135</c:v>
                </c:pt>
                <c:pt idx="35">
                  <c:v>46134</c:v>
                </c:pt>
                <c:pt idx="36">
                  <c:v>46133</c:v>
                </c:pt>
                <c:pt idx="37">
                  <c:v>46132</c:v>
                </c:pt>
                <c:pt idx="38">
                  <c:v>46129</c:v>
                </c:pt>
                <c:pt idx="39">
                  <c:v>46128</c:v>
                </c:pt>
                <c:pt idx="40">
                  <c:v>46127</c:v>
                </c:pt>
                <c:pt idx="41">
                  <c:v>46126</c:v>
                </c:pt>
                <c:pt idx="42">
                  <c:v>46125</c:v>
                </c:pt>
                <c:pt idx="43">
                  <c:v>46122</c:v>
                </c:pt>
                <c:pt idx="44">
                  <c:v>46121</c:v>
                </c:pt>
                <c:pt idx="45">
                  <c:v>46120</c:v>
                </c:pt>
                <c:pt idx="46">
                  <c:v>46119</c:v>
                </c:pt>
                <c:pt idx="47">
                  <c:v>46118</c:v>
                </c:pt>
                <c:pt idx="48">
                  <c:v>46115</c:v>
                </c:pt>
                <c:pt idx="49">
                  <c:v>46114</c:v>
                </c:pt>
                <c:pt idx="50">
                  <c:v>46113</c:v>
                </c:pt>
                <c:pt idx="51">
                  <c:v>46112</c:v>
                </c:pt>
                <c:pt idx="52">
                  <c:v>46111</c:v>
                </c:pt>
                <c:pt idx="53">
                  <c:v>46108</c:v>
                </c:pt>
                <c:pt idx="54">
                  <c:v>46107</c:v>
                </c:pt>
                <c:pt idx="55">
                  <c:v>46106</c:v>
                </c:pt>
                <c:pt idx="56">
                  <c:v>46105</c:v>
                </c:pt>
                <c:pt idx="57">
                  <c:v>46104</c:v>
                </c:pt>
                <c:pt idx="58">
                  <c:v>46101</c:v>
                </c:pt>
                <c:pt idx="59">
                  <c:v>46100</c:v>
                </c:pt>
                <c:pt idx="60">
                  <c:v>46099</c:v>
                </c:pt>
                <c:pt idx="61">
                  <c:v>46098</c:v>
                </c:pt>
                <c:pt idx="62">
                  <c:v>46097</c:v>
                </c:pt>
                <c:pt idx="63">
                  <c:v>46094</c:v>
                </c:pt>
                <c:pt idx="64">
                  <c:v>46093</c:v>
                </c:pt>
                <c:pt idx="65">
                  <c:v>46092</c:v>
                </c:pt>
                <c:pt idx="66">
                  <c:v>46091</c:v>
                </c:pt>
                <c:pt idx="67">
                  <c:v>46090</c:v>
                </c:pt>
                <c:pt idx="68">
                  <c:v>46087</c:v>
                </c:pt>
                <c:pt idx="69">
                  <c:v>46086</c:v>
                </c:pt>
                <c:pt idx="70">
                  <c:v>46085</c:v>
                </c:pt>
                <c:pt idx="71">
                  <c:v>46084</c:v>
                </c:pt>
                <c:pt idx="72">
                  <c:v>46080</c:v>
                </c:pt>
                <c:pt idx="73">
                  <c:v>46079</c:v>
                </c:pt>
                <c:pt idx="74">
                  <c:v>46078</c:v>
                </c:pt>
                <c:pt idx="75">
                  <c:v>46077</c:v>
                </c:pt>
                <c:pt idx="76">
                  <c:v>46076</c:v>
                </c:pt>
                <c:pt idx="77">
                  <c:v>46073</c:v>
                </c:pt>
                <c:pt idx="78">
                  <c:v>46072</c:v>
                </c:pt>
                <c:pt idx="79">
                  <c:v>46066</c:v>
                </c:pt>
                <c:pt idx="80">
                  <c:v>46065</c:v>
                </c:pt>
                <c:pt idx="81">
                  <c:v>46064</c:v>
                </c:pt>
                <c:pt idx="82">
                  <c:v>46063</c:v>
                </c:pt>
                <c:pt idx="83">
                  <c:v>46062</c:v>
                </c:pt>
                <c:pt idx="84">
                  <c:v>46059</c:v>
                </c:pt>
                <c:pt idx="85">
                  <c:v>46058</c:v>
                </c:pt>
                <c:pt idx="86">
                  <c:v>46057</c:v>
                </c:pt>
                <c:pt idx="87">
                  <c:v>46056</c:v>
                </c:pt>
                <c:pt idx="88">
                  <c:v>46055</c:v>
                </c:pt>
                <c:pt idx="89">
                  <c:v>46052</c:v>
                </c:pt>
                <c:pt idx="90">
                  <c:v>46051</c:v>
                </c:pt>
                <c:pt idx="91">
                  <c:v>46050</c:v>
                </c:pt>
                <c:pt idx="92">
                  <c:v>46049</c:v>
                </c:pt>
                <c:pt idx="93">
                  <c:v>46048</c:v>
                </c:pt>
                <c:pt idx="94">
                  <c:v>46045</c:v>
                </c:pt>
                <c:pt idx="95">
                  <c:v>46044</c:v>
                </c:pt>
                <c:pt idx="96">
                  <c:v>46043</c:v>
                </c:pt>
                <c:pt idx="97">
                  <c:v>46042</c:v>
                </c:pt>
                <c:pt idx="98">
                  <c:v>46041</c:v>
                </c:pt>
                <c:pt idx="99">
                  <c:v>46038</c:v>
                </c:pt>
                <c:pt idx="100">
                  <c:v>46037</c:v>
                </c:pt>
                <c:pt idx="101">
                  <c:v>46036</c:v>
                </c:pt>
                <c:pt idx="102">
                  <c:v>46035</c:v>
                </c:pt>
                <c:pt idx="103">
                  <c:v>46034</c:v>
                </c:pt>
                <c:pt idx="104">
                  <c:v>46031</c:v>
                </c:pt>
                <c:pt idx="105">
                  <c:v>46030</c:v>
                </c:pt>
                <c:pt idx="106">
                  <c:v>46029</c:v>
                </c:pt>
                <c:pt idx="107">
                  <c:v>46028</c:v>
                </c:pt>
                <c:pt idx="108">
                  <c:v>46027</c:v>
                </c:pt>
                <c:pt idx="109">
                  <c:v>46024</c:v>
                </c:pt>
                <c:pt idx="110">
                  <c:v>46021</c:v>
                </c:pt>
                <c:pt idx="111">
                  <c:v>46020</c:v>
                </c:pt>
                <c:pt idx="112">
                  <c:v>46017</c:v>
                </c:pt>
                <c:pt idx="113">
                  <c:v>46015</c:v>
                </c:pt>
                <c:pt idx="114">
                  <c:v>46014</c:v>
                </c:pt>
                <c:pt idx="115">
                  <c:v>46013</c:v>
                </c:pt>
                <c:pt idx="116">
                  <c:v>46010</c:v>
                </c:pt>
                <c:pt idx="117">
                  <c:v>46009</c:v>
                </c:pt>
                <c:pt idx="118">
                  <c:v>46008</c:v>
                </c:pt>
                <c:pt idx="119">
                  <c:v>46007</c:v>
                </c:pt>
                <c:pt idx="120">
                  <c:v>46006</c:v>
                </c:pt>
                <c:pt idx="121">
                  <c:v>46003</c:v>
                </c:pt>
                <c:pt idx="122">
                  <c:v>46002</c:v>
                </c:pt>
                <c:pt idx="123">
                  <c:v>46001</c:v>
                </c:pt>
                <c:pt idx="124">
                  <c:v>46000</c:v>
                </c:pt>
                <c:pt idx="125">
                  <c:v>45999</c:v>
                </c:pt>
                <c:pt idx="126">
                  <c:v>45996</c:v>
                </c:pt>
                <c:pt idx="127">
                  <c:v>45995</c:v>
                </c:pt>
                <c:pt idx="128">
                  <c:v>45994</c:v>
                </c:pt>
                <c:pt idx="129">
                  <c:v>45993</c:v>
                </c:pt>
                <c:pt idx="130">
                  <c:v>45992</c:v>
                </c:pt>
                <c:pt idx="131">
                  <c:v>45989</c:v>
                </c:pt>
                <c:pt idx="132">
                  <c:v>45988</c:v>
                </c:pt>
                <c:pt idx="133">
                  <c:v>45987</c:v>
                </c:pt>
                <c:pt idx="134">
                  <c:v>45986</c:v>
                </c:pt>
                <c:pt idx="135">
                  <c:v>45985</c:v>
                </c:pt>
                <c:pt idx="136">
                  <c:v>45982</c:v>
                </c:pt>
                <c:pt idx="137">
                  <c:v>45981</c:v>
                </c:pt>
                <c:pt idx="138">
                  <c:v>45980</c:v>
                </c:pt>
                <c:pt idx="139">
                  <c:v>45979</c:v>
                </c:pt>
                <c:pt idx="140">
                  <c:v>45978</c:v>
                </c:pt>
                <c:pt idx="141">
                  <c:v>45975</c:v>
                </c:pt>
                <c:pt idx="142">
                  <c:v>45974</c:v>
                </c:pt>
                <c:pt idx="143">
                  <c:v>45973</c:v>
                </c:pt>
                <c:pt idx="144">
                  <c:v>45972</c:v>
                </c:pt>
                <c:pt idx="145">
                  <c:v>45971</c:v>
                </c:pt>
                <c:pt idx="146">
                  <c:v>45968</c:v>
                </c:pt>
                <c:pt idx="147">
                  <c:v>45967</c:v>
                </c:pt>
                <c:pt idx="148">
                  <c:v>45966</c:v>
                </c:pt>
                <c:pt idx="149">
                  <c:v>45965</c:v>
                </c:pt>
                <c:pt idx="150">
                  <c:v>45964</c:v>
                </c:pt>
                <c:pt idx="151">
                  <c:v>45961</c:v>
                </c:pt>
                <c:pt idx="152">
                  <c:v>45960</c:v>
                </c:pt>
                <c:pt idx="153">
                  <c:v>45959</c:v>
                </c:pt>
                <c:pt idx="154">
                  <c:v>45958</c:v>
                </c:pt>
                <c:pt idx="155">
                  <c:v>45957</c:v>
                </c:pt>
                <c:pt idx="156">
                  <c:v>45954</c:v>
                </c:pt>
                <c:pt idx="157">
                  <c:v>45953</c:v>
                </c:pt>
                <c:pt idx="158">
                  <c:v>45952</c:v>
                </c:pt>
                <c:pt idx="159">
                  <c:v>45951</c:v>
                </c:pt>
                <c:pt idx="160">
                  <c:v>45950</c:v>
                </c:pt>
                <c:pt idx="161">
                  <c:v>45947</c:v>
                </c:pt>
                <c:pt idx="162">
                  <c:v>45946</c:v>
                </c:pt>
                <c:pt idx="163">
                  <c:v>45945</c:v>
                </c:pt>
                <c:pt idx="164">
                  <c:v>45944</c:v>
                </c:pt>
                <c:pt idx="165">
                  <c:v>45943</c:v>
                </c:pt>
                <c:pt idx="166">
                  <c:v>45940</c:v>
                </c:pt>
                <c:pt idx="167">
                  <c:v>45932</c:v>
                </c:pt>
                <c:pt idx="168">
                  <c:v>45931</c:v>
                </c:pt>
                <c:pt idx="169">
                  <c:v>45930</c:v>
                </c:pt>
                <c:pt idx="170">
                  <c:v>45929</c:v>
                </c:pt>
                <c:pt idx="171">
                  <c:v>45926</c:v>
                </c:pt>
                <c:pt idx="172">
                  <c:v>45925</c:v>
                </c:pt>
                <c:pt idx="173">
                  <c:v>45924</c:v>
                </c:pt>
                <c:pt idx="174">
                  <c:v>45923</c:v>
                </c:pt>
                <c:pt idx="175">
                  <c:v>45922</c:v>
                </c:pt>
                <c:pt idx="176">
                  <c:v>45919</c:v>
                </c:pt>
                <c:pt idx="177">
                  <c:v>45918</c:v>
                </c:pt>
                <c:pt idx="178">
                  <c:v>45917</c:v>
                </c:pt>
                <c:pt idx="179">
                  <c:v>45916</c:v>
                </c:pt>
                <c:pt idx="180">
                  <c:v>45915</c:v>
                </c:pt>
                <c:pt idx="181">
                  <c:v>45912</c:v>
                </c:pt>
                <c:pt idx="182">
                  <c:v>45911</c:v>
                </c:pt>
                <c:pt idx="183">
                  <c:v>45910</c:v>
                </c:pt>
                <c:pt idx="184">
                  <c:v>45909</c:v>
                </c:pt>
                <c:pt idx="185">
                  <c:v>45908</c:v>
                </c:pt>
                <c:pt idx="186">
                  <c:v>45905</c:v>
                </c:pt>
                <c:pt idx="187">
                  <c:v>45904</c:v>
                </c:pt>
                <c:pt idx="188">
                  <c:v>45903</c:v>
                </c:pt>
                <c:pt idx="189">
                  <c:v>45902</c:v>
                </c:pt>
                <c:pt idx="190">
                  <c:v>45901</c:v>
                </c:pt>
                <c:pt idx="191">
                  <c:v>45898</c:v>
                </c:pt>
                <c:pt idx="192">
                  <c:v>45897</c:v>
                </c:pt>
                <c:pt idx="193">
                  <c:v>45896</c:v>
                </c:pt>
                <c:pt idx="194">
                  <c:v>45895</c:v>
                </c:pt>
                <c:pt idx="195">
                  <c:v>45894</c:v>
                </c:pt>
                <c:pt idx="196">
                  <c:v>45891</c:v>
                </c:pt>
                <c:pt idx="197">
                  <c:v>45890</c:v>
                </c:pt>
                <c:pt idx="198">
                  <c:v>45889</c:v>
                </c:pt>
                <c:pt idx="199">
                  <c:v>45888</c:v>
                </c:pt>
                <c:pt idx="200">
                  <c:v>45887</c:v>
                </c:pt>
                <c:pt idx="201">
                  <c:v>45883</c:v>
                </c:pt>
                <c:pt idx="202">
                  <c:v>45882</c:v>
                </c:pt>
                <c:pt idx="203">
                  <c:v>45881</c:v>
                </c:pt>
                <c:pt idx="204">
                  <c:v>45880</c:v>
                </c:pt>
                <c:pt idx="205">
                  <c:v>45877</c:v>
                </c:pt>
                <c:pt idx="206">
                  <c:v>45876</c:v>
                </c:pt>
                <c:pt idx="207">
                  <c:v>45875</c:v>
                </c:pt>
                <c:pt idx="208">
                  <c:v>45874</c:v>
                </c:pt>
                <c:pt idx="209">
                  <c:v>45873</c:v>
                </c:pt>
                <c:pt idx="210">
                  <c:v>45870</c:v>
                </c:pt>
                <c:pt idx="211">
                  <c:v>45869</c:v>
                </c:pt>
                <c:pt idx="212">
                  <c:v>45868</c:v>
                </c:pt>
                <c:pt idx="213">
                  <c:v>45867</c:v>
                </c:pt>
                <c:pt idx="214">
                  <c:v>45866</c:v>
                </c:pt>
                <c:pt idx="215">
                  <c:v>45863</c:v>
                </c:pt>
                <c:pt idx="216">
                  <c:v>45862</c:v>
                </c:pt>
                <c:pt idx="217">
                  <c:v>45861</c:v>
                </c:pt>
                <c:pt idx="218">
                  <c:v>45860</c:v>
                </c:pt>
                <c:pt idx="219">
                  <c:v>45859</c:v>
                </c:pt>
                <c:pt idx="220">
                  <c:v>45856</c:v>
                </c:pt>
                <c:pt idx="221">
                  <c:v>45855</c:v>
                </c:pt>
                <c:pt idx="222">
                  <c:v>45854</c:v>
                </c:pt>
                <c:pt idx="223">
                  <c:v>45853</c:v>
                </c:pt>
                <c:pt idx="224">
                  <c:v>45852</c:v>
                </c:pt>
                <c:pt idx="225">
                  <c:v>45849</c:v>
                </c:pt>
                <c:pt idx="226">
                  <c:v>45848</c:v>
                </c:pt>
                <c:pt idx="227">
                  <c:v>45847</c:v>
                </c:pt>
                <c:pt idx="228">
                  <c:v>45846</c:v>
                </c:pt>
                <c:pt idx="229">
                  <c:v>45845</c:v>
                </c:pt>
                <c:pt idx="230">
                  <c:v>45842</c:v>
                </c:pt>
                <c:pt idx="231">
                  <c:v>45841</c:v>
                </c:pt>
                <c:pt idx="232">
                  <c:v>45840</c:v>
                </c:pt>
                <c:pt idx="233">
                  <c:v>45839</c:v>
                </c:pt>
                <c:pt idx="234">
                  <c:v>45838</c:v>
                </c:pt>
                <c:pt idx="235">
                  <c:v>45835</c:v>
                </c:pt>
                <c:pt idx="236">
                  <c:v>45834</c:v>
                </c:pt>
                <c:pt idx="237">
                  <c:v>45833</c:v>
                </c:pt>
                <c:pt idx="238">
                  <c:v>45832</c:v>
                </c:pt>
                <c:pt idx="239">
                  <c:v>45831</c:v>
                </c:pt>
                <c:pt idx="240">
                  <c:v>45828</c:v>
                </c:pt>
                <c:pt idx="241">
                  <c:v>45827</c:v>
                </c:pt>
                <c:pt idx="242">
                  <c:v>45826</c:v>
                </c:pt>
                <c:pt idx="243">
                  <c:v>45825</c:v>
                </c:pt>
                <c:pt idx="244">
                  <c:v>45824</c:v>
                </c:pt>
                <c:pt idx="245">
                  <c:v>45821</c:v>
                </c:pt>
                <c:pt idx="246">
                  <c:v>45820</c:v>
                </c:pt>
                <c:pt idx="247">
                  <c:v>45819</c:v>
                </c:pt>
                <c:pt idx="248">
                  <c:v>45818</c:v>
                </c:pt>
                <c:pt idx="249">
                  <c:v>45817</c:v>
                </c:pt>
                <c:pt idx="250">
                  <c:v>45813</c:v>
                </c:pt>
                <c:pt idx="251">
                  <c:v>45812</c:v>
                </c:pt>
                <c:pt idx="252">
                  <c:v>45810</c:v>
                </c:pt>
                <c:pt idx="253">
                  <c:v>45807</c:v>
                </c:pt>
                <c:pt idx="254">
                  <c:v>45806</c:v>
                </c:pt>
                <c:pt idx="255">
                  <c:v>45805</c:v>
                </c:pt>
                <c:pt idx="256">
                  <c:v>45804</c:v>
                </c:pt>
                <c:pt idx="257">
                  <c:v>45803</c:v>
                </c:pt>
                <c:pt idx="258">
                  <c:v>45800</c:v>
                </c:pt>
                <c:pt idx="259">
                  <c:v>45799</c:v>
                </c:pt>
                <c:pt idx="260">
                  <c:v>45798</c:v>
                </c:pt>
                <c:pt idx="261">
                  <c:v>45797</c:v>
                </c:pt>
                <c:pt idx="262">
                  <c:v>45796</c:v>
                </c:pt>
                <c:pt idx="263">
                  <c:v>45793</c:v>
                </c:pt>
                <c:pt idx="264">
                  <c:v>45792</c:v>
                </c:pt>
                <c:pt idx="265">
                  <c:v>45791</c:v>
                </c:pt>
                <c:pt idx="266">
                  <c:v>45790</c:v>
                </c:pt>
                <c:pt idx="267">
                  <c:v>45789</c:v>
                </c:pt>
                <c:pt idx="268">
                  <c:v>45786</c:v>
                </c:pt>
                <c:pt idx="269">
                  <c:v>45785</c:v>
                </c:pt>
                <c:pt idx="270">
                  <c:v>45784</c:v>
                </c:pt>
                <c:pt idx="271">
                  <c:v>45779</c:v>
                </c:pt>
                <c:pt idx="272">
                  <c:v>45777</c:v>
                </c:pt>
                <c:pt idx="273">
                  <c:v>45776</c:v>
                </c:pt>
                <c:pt idx="274">
                  <c:v>45775</c:v>
                </c:pt>
                <c:pt idx="275">
                  <c:v>45772</c:v>
                </c:pt>
                <c:pt idx="276">
                  <c:v>45771</c:v>
                </c:pt>
                <c:pt idx="277">
                  <c:v>45770</c:v>
                </c:pt>
                <c:pt idx="278">
                  <c:v>45769</c:v>
                </c:pt>
                <c:pt idx="279">
                  <c:v>45768</c:v>
                </c:pt>
                <c:pt idx="280">
                  <c:v>45765</c:v>
                </c:pt>
                <c:pt idx="281">
                  <c:v>45764</c:v>
                </c:pt>
                <c:pt idx="282">
                  <c:v>45763</c:v>
                </c:pt>
                <c:pt idx="283">
                  <c:v>45762</c:v>
                </c:pt>
                <c:pt idx="284">
                  <c:v>45761</c:v>
                </c:pt>
                <c:pt idx="285">
                  <c:v>45758</c:v>
                </c:pt>
                <c:pt idx="286">
                  <c:v>45757</c:v>
                </c:pt>
                <c:pt idx="287">
                  <c:v>45756</c:v>
                </c:pt>
                <c:pt idx="288">
                  <c:v>45755</c:v>
                </c:pt>
                <c:pt idx="289">
                  <c:v>45754</c:v>
                </c:pt>
                <c:pt idx="290">
                  <c:v>45751</c:v>
                </c:pt>
                <c:pt idx="291">
                  <c:v>45750</c:v>
                </c:pt>
                <c:pt idx="292">
                  <c:v>45749</c:v>
                </c:pt>
                <c:pt idx="293">
                  <c:v>45748</c:v>
                </c:pt>
                <c:pt idx="294">
                  <c:v>45747</c:v>
                </c:pt>
                <c:pt idx="295">
                  <c:v>45744</c:v>
                </c:pt>
                <c:pt idx="296">
                  <c:v>45743</c:v>
                </c:pt>
                <c:pt idx="297">
                  <c:v>45742</c:v>
                </c:pt>
                <c:pt idx="298">
                  <c:v>45741</c:v>
                </c:pt>
                <c:pt idx="299">
                  <c:v>45740</c:v>
                </c:pt>
                <c:pt idx="300">
                  <c:v>45737</c:v>
                </c:pt>
                <c:pt idx="301">
                  <c:v>45736</c:v>
                </c:pt>
                <c:pt idx="302">
                  <c:v>45735</c:v>
                </c:pt>
                <c:pt idx="303">
                  <c:v>45734</c:v>
                </c:pt>
                <c:pt idx="304">
                  <c:v>45733</c:v>
                </c:pt>
                <c:pt idx="305">
                  <c:v>45730</c:v>
                </c:pt>
                <c:pt idx="306">
                  <c:v>45729</c:v>
                </c:pt>
                <c:pt idx="307">
                  <c:v>45728</c:v>
                </c:pt>
                <c:pt idx="308">
                  <c:v>45727</c:v>
                </c:pt>
                <c:pt idx="309">
                  <c:v>45726</c:v>
                </c:pt>
                <c:pt idx="310">
                  <c:v>45723</c:v>
                </c:pt>
                <c:pt idx="311">
                  <c:v>45722</c:v>
                </c:pt>
                <c:pt idx="312">
                  <c:v>45721</c:v>
                </c:pt>
                <c:pt idx="313">
                  <c:v>45720</c:v>
                </c:pt>
                <c:pt idx="314">
                  <c:v>45716</c:v>
                </c:pt>
                <c:pt idx="315">
                  <c:v>45715</c:v>
                </c:pt>
                <c:pt idx="316">
                  <c:v>45714</c:v>
                </c:pt>
                <c:pt idx="317">
                  <c:v>45713</c:v>
                </c:pt>
                <c:pt idx="318">
                  <c:v>45712</c:v>
                </c:pt>
                <c:pt idx="319">
                  <c:v>45709</c:v>
                </c:pt>
                <c:pt idx="320">
                  <c:v>45708</c:v>
                </c:pt>
                <c:pt idx="321">
                  <c:v>45707</c:v>
                </c:pt>
                <c:pt idx="322">
                  <c:v>45706</c:v>
                </c:pt>
                <c:pt idx="323">
                  <c:v>45705</c:v>
                </c:pt>
                <c:pt idx="324">
                  <c:v>45702</c:v>
                </c:pt>
                <c:pt idx="325">
                  <c:v>45701</c:v>
                </c:pt>
                <c:pt idx="326">
                  <c:v>45700</c:v>
                </c:pt>
                <c:pt idx="327">
                  <c:v>45699</c:v>
                </c:pt>
                <c:pt idx="328">
                  <c:v>45698</c:v>
                </c:pt>
                <c:pt idx="329">
                  <c:v>45695</c:v>
                </c:pt>
                <c:pt idx="330">
                  <c:v>45694</c:v>
                </c:pt>
                <c:pt idx="331">
                  <c:v>45693</c:v>
                </c:pt>
                <c:pt idx="332">
                  <c:v>45692</c:v>
                </c:pt>
                <c:pt idx="333">
                  <c:v>45691</c:v>
                </c:pt>
                <c:pt idx="334">
                  <c:v>45688</c:v>
                </c:pt>
                <c:pt idx="335">
                  <c:v>45681</c:v>
                </c:pt>
                <c:pt idx="336">
                  <c:v>45680</c:v>
                </c:pt>
                <c:pt idx="337">
                  <c:v>45679</c:v>
                </c:pt>
                <c:pt idx="338">
                  <c:v>45678</c:v>
                </c:pt>
                <c:pt idx="339">
                  <c:v>45677</c:v>
                </c:pt>
                <c:pt idx="340">
                  <c:v>45674</c:v>
                </c:pt>
                <c:pt idx="341">
                  <c:v>45673</c:v>
                </c:pt>
                <c:pt idx="342">
                  <c:v>45672</c:v>
                </c:pt>
                <c:pt idx="343">
                  <c:v>45671</c:v>
                </c:pt>
                <c:pt idx="344">
                  <c:v>45670</c:v>
                </c:pt>
                <c:pt idx="345">
                  <c:v>45667</c:v>
                </c:pt>
                <c:pt idx="346">
                  <c:v>45666</c:v>
                </c:pt>
                <c:pt idx="347">
                  <c:v>45665</c:v>
                </c:pt>
                <c:pt idx="348">
                  <c:v>45664</c:v>
                </c:pt>
                <c:pt idx="349">
                  <c:v>45663</c:v>
                </c:pt>
                <c:pt idx="350">
                  <c:v>45660</c:v>
                </c:pt>
                <c:pt idx="351">
                  <c:v>45659</c:v>
                </c:pt>
                <c:pt idx="352">
                  <c:v>45656</c:v>
                </c:pt>
                <c:pt idx="353">
                  <c:v>45653</c:v>
                </c:pt>
                <c:pt idx="354">
                  <c:v>45652</c:v>
                </c:pt>
                <c:pt idx="355">
                  <c:v>45650</c:v>
                </c:pt>
                <c:pt idx="356">
                  <c:v>45649</c:v>
                </c:pt>
                <c:pt idx="357">
                  <c:v>45646</c:v>
                </c:pt>
                <c:pt idx="358">
                  <c:v>45645</c:v>
                </c:pt>
                <c:pt idx="359">
                  <c:v>45644</c:v>
                </c:pt>
                <c:pt idx="360">
                  <c:v>45643</c:v>
                </c:pt>
                <c:pt idx="361">
                  <c:v>45642</c:v>
                </c:pt>
                <c:pt idx="362">
                  <c:v>45639</c:v>
                </c:pt>
                <c:pt idx="363">
                  <c:v>45638</c:v>
                </c:pt>
                <c:pt idx="364">
                  <c:v>45637</c:v>
                </c:pt>
                <c:pt idx="365">
                  <c:v>45636</c:v>
                </c:pt>
                <c:pt idx="366">
                  <c:v>45635</c:v>
                </c:pt>
                <c:pt idx="367">
                  <c:v>45632</c:v>
                </c:pt>
                <c:pt idx="368">
                  <c:v>45631</c:v>
                </c:pt>
                <c:pt idx="369">
                  <c:v>45630</c:v>
                </c:pt>
                <c:pt idx="370">
                  <c:v>45629</c:v>
                </c:pt>
                <c:pt idx="371">
                  <c:v>45628</c:v>
                </c:pt>
                <c:pt idx="372">
                  <c:v>45625</c:v>
                </c:pt>
                <c:pt idx="373">
                  <c:v>45624</c:v>
                </c:pt>
                <c:pt idx="374">
                  <c:v>45623</c:v>
                </c:pt>
                <c:pt idx="375">
                  <c:v>45622</c:v>
                </c:pt>
                <c:pt idx="376">
                  <c:v>45621</c:v>
                </c:pt>
                <c:pt idx="377">
                  <c:v>45618</c:v>
                </c:pt>
                <c:pt idx="378">
                  <c:v>45617</c:v>
                </c:pt>
                <c:pt idx="379">
                  <c:v>45616</c:v>
                </c:pt>
                <c:pt idx="380">
                  <c:v>45615</c:v>
                </c:pt>
                <c:pt idx="381">
                  <c:v>45614</c:v>
                </c:pt>
                <c:pt idx="382">
                  <c:v>45611</c:v>
                </c:pt>
                <c:pt idx="383">
                  <c:v>45610</c:v>
                </c:pt>
                <c:pt idx="384">
                  <c:v>45609</c:v>
                </c:pt>
                <c:pt idx="385">
                  <c:v>45608</c:v>
                </c:pt>
                <c:pt idx="386">
                  <c:v>45607</c:v>
                </c:pt>
                <c:pt idx="387">
                  <c:v>45604</c:v>
                </c:pt>
                <c:pt idx="388">
                  <c:v>45603</c:v>
                </c:pt>
                <c:pt idx="389">
                  <c:v>45602</c:v>
                </c:pt>
                <c:pt idx="390">
                  <c:v>45601</c:v>
                </c:pt>
                <c:pt idx="391">
                  <c:v>45600</c:v>
                </c:pt>
                <c:pt idx="392">
                  <c:v>45597</c:v>
                </c:pt>
                <c:pt idx="393">
                  <c:v>45596</c:v>
                </c:pt>
                <c:pt idx="394">
                  <c:v>45595</c:v>
                </c:pt>
                <c:pt idx="395">
                  <c:v>45594</c:v>
                </c:pt>
                <c:pt idx="396">
                  <c:v>45593</c:v>
                </c:pt>
                <c:pt idx="397">
                  <c:v>45590</c:v>
                </c:pt>
                <c:pt idx="398">
                  <c:v>45589</c:v>
                </c:pt>
                <c:pt idx="399">
                  <c:v>45588</c:v>
                </c:pt>
                <c:pt idx="400">
                  <c:v>45587</c:v>
                </c:pt>
                <c:pt idx="401">
                  <c:v>45586</c:v>
                </c:pt>
                <c:pt idx="402">
                  <c:v>45583</c:v>
                </c:pt>
                <c:pt idx="403">
                  <c:v>45582</c:v>
                </c:pt>
                <c:pt idx="404">
                  <c:v>45581</c:v>
                </c:pt>
                <c:pt idx="405">
                  <c:v>45580</c:v>
                </c:pt>
                <c:pt idx="406">
                  <c:v>45579</c:v>
                </c:pt>
                <c:pt idx="407">
                  <c:v>45576</c:v>
                </c:pt>
                <c:pt idx="408">
                  <c:v>45575</c:v>
                </c:pt>
                <c:pt idx="409">
                  <c:v>45573</c:v>
                </c:pt>
                <c:pt idx="410">
                  <c:v>45572</c:v>
                </c:pt>
                <c:pt idx="411">
                  <c:v>45569</c:v>
                </c:pt>
                <c:pt idx="412">
                  <c:v>45567</c:v>
                </c:pt>
                <c:pt idx="413">
                  <c:v>45565</c:v>
                </c:pt>
                <c:pt idx="414">
                  <c:v>45562</c:v>
                </c:pt>
                <c:pt idx="415">
                  <c:v>45561</c:v>
                </c:pt>
                <c:pt idx="416">
                  <c:v>45560</c:v>
                </c:pt>
                <c:pt idx="417">
                  <c:v>45559</c:v>
                </c:pt>
                <c:pt idx="418">
                  <c:v>45558</c:v>
                </c:pt>
                <c:pt idx="419">
                  <c:v>45555</c:v>
                </c:pt>
                <c:pt idx="420">
                  <c:v>45554</c:v>
                </c:pt>
                <c:pt idx="421">
                  <c:v>45548</c:v>
                </c:pt>
                <c:pt idx="422">
                  <c:v>45547</c:v>
                </c:pt>
                <c:pt idx="423">
                  <c:v>45546</c:v>
                </c:pt>
                <c:pt idx="424">
                  <c:v>45545</c:v>
                </c:pt>
                <c:pt idx="425">
                  <c:v>45544</c:v>
                </c:pt>
                <c:pt idx="426">
                  <c:v>45541</c:v>
                </c:pt>
                <c:pt idx="427">
                  <c:v>45540</c:v>
                </c:pt>
                <c:pt idx="428">
                  <c:v>45539</c:v>
                </c:pt>
                <c:pt idx="429">
                  <c:v>45538</c:v>
                </c:pt>
                <c:pt idx="430">
                  <c:v>45537</c:v>
                </c:pt>
                <c:pt idx="431">
                  <c:v>45534</c:v>
                </c:pt>
                <c:pt idx="432">
                  <c:v>45533</c:v>
                </c:pt>
                <c:pt idx="433">
                  <c:v>45532</c:v>
                </c:pt>
                <c:pt idx="434">
                  <c:v>45531</c:v>
                </c:pt>
                <c:pt idx="435">
                  <c:v>45530</c:v>
                </c:pt>
                <c:pt idx="436">
                  <c:v>45527</c:v>
                </c:pt>
                <c:pt idx="437">
                  <c:v>45526</c:v>
                </c:pt>
                <c:pt idx="438">
                  <c:v>45525</c:v>
                </c:pt>
                <c:pt idx="439">
                  <c:v>45524</c:v>
                </c:pt>
                <c:pt idx="440">
                  <c:v>45523</c:v>
                </c:pt>
                <c:pt idx="441">
                  <c:v>45520</c:v>
                </c:pt>
                <c:pt idx="442">
                  <c:v>45518</c:v>
                </c:pt>
                <c:pt idx="443">
                  <c:v>45517</c:v>
                </c:pt>
                <c:pt idx="444">
                  <c:v>45516</c:v>
                </c:pt>
                <c:pt idx="445">
                  <c:v>45513</c:v>
                </c:pt>
                <c:pt idx="446">
                  <c:v>45512</c:v>
                </c:pt>
                <c:pt idx="447">
                  <c:v>45511</c:v>
                </c:pt>
                <c:pt idx="448">
                  <c:v>45510</c:v>
                </c:pt>
                <c:pt idx="449">
                  <c:v>45509</c:v>
                </c:pt>
                <c:pt idx="450">
                  <c:v>45506</c:v>
                </c:pt>
                <c:pt idx="451">
                  <c:v>45505</c:v>
                </c:pt>
                <c:pt idx="452">
                  <c:v>45504</c:v>
                </c:pt>
                <c:pt idx="453">
                  <c:v>45503</c:v>
                </c:pt>
                <c:pt idx="454">
                  <c:v>45502</c:v>
                </c:pt>
                <c:pt idx="455">
                  <c:v>45499</c:v>
                </c:pt>
                <c:pt idx="456">
                  <c:v>45498</c:v>
                </c:pt>
                <c:pt idx="457">
                  <c:v>45497</c:v>
                </c:pt>
                <c:pt idx="458">
                  <c:v>45496</c:v>
                </c:pt>
                <c:pt idx="459">
                  <c:v>45495</c:v>
                </c:pt>
                <c:pt idx="460">
                  <c:v>45492</c:v>
                </c:pt>
                <c:pt idx="461">
                  <c:v>45491</c:v>
                </c:pt>
                <c:pt idx="462">
                  <c:v>45490</c:v>
                </c:pt>
                <c:pt idx="463">
                  <c:v>45489</c:v>
                </c:pt>
                <c:pt idx="464">
                  <c:v>45488</c:v>
                </c:pt>
                <c:pt idx="465">
                  <c:v>45485</c:v>
                </c:pt>
                <c:pt idx="466">
                  <c:v>45484</c:v>
                </c:pt>
                <c:pt idx="467">
                  <c:v>45483</c:v>
                </c:pt>
                <c:pt idx="468">
                  <c:v>45482</c:v>
                </c:pt>
                <c:pt idx="469">
                  <c:v>45481</c:v>
                </c:pt>
                <c:pt idx="470">
                  <c:v>45478</c:v>
                </c:pt>
                <c:pt idx="471">
                  <c:v>45477</c:v>
                </c:pt>
                <c:pt idx="472">
                  <c:v>45476</c:v>
                </c:pt>
                <c:pt idx="473">
                  <c:v>45475</c:v>
                </c:pt>
                <c:pt idx="474">
                  <c:v>45474</c:v>
                </c:pt>
                <c:pt idx="475">
                  <c:v>45471</c:v>
                </c:pt>
                <c:pt idx="476">
                  <c:v>45470</c:v>
                </c:pt>
                <c:pt idx="477">
                  <c:v>45469</c:v>
                </c:pt>
                <c:pt idx="478">
                  <c:v>45468</c:v>
                </c:pt>
                <c:pt idx="479">
                  <c:v>45467</c:v>
                </c:pt>
                <c:pt idx="480">
                  <c:v>45464</c:v>
                </c:pt>
                <c:pt idx="481">
                  <c:v>45463</c:v>
                </c:pt>
                <c:pt idx="482">
                  <c:v>45462</c:v>
                </c:pt>
                <c:pt idx="483">
                  <c:v>45461</c:v>
                </c:pt>
                <c:pt idx="484">
                  <c:v>45460</c:v>
                </c:pt>
                <c:pt idx="485">
                  <c:v>45457</c:v>
                </c:pt>
                <c:pt idx="486">
                  <c:v>45456</c:v>
                </c:pt>
                <c:pt idx="487">
                  <c:v>45455</c:v>
                </c:pt>
                <c:pt idx="488">
                  <c:v>45454</c:v>
                </c:pt>
                <c:pt idx="489">
                  <c:v>45453</c:v>
                </c:pt>
                <c:pt idx="490">
                  <c:v>45450</c:v>
                </c:pt>
                <c:pt idx="491">
                  <c:v>45448</c:v>
                </c:pt>
                <c:pt idx="492">
                  <c:v>45447</c:v>
                </c:pt>
                <c:pt idx="493">
                  <c:v>45446</c:v>
                </c:pt>
                <c:pt idx="494">
                  <c:v>45443</c:v>
                </c:pt>
                <c:pt idx="495">
                  <c:v>45442</c:v>
                </c:pt>
                <c:pt idx="496">
                  <c:v>45441</c:v>
                </c:pt>
                <c:pt idx="497">
                  <c:v>45440</c:v>
                </c:pt>
                <c:pt idx="498">
                  <c:v>45439</c:v>
                </c:pt>
                <c:pt idx="499">
                  <c:v>45436</c:v>
                </c:pt>
                <c:pt idx="500">
                  <c:v>45435</c:v>
                </c:pt>
                <c:pt idx="501">
                  <c:v>45434</c:v>
                </c:pt>
                <c:pt idx="502">
                  <c:v>45433</c:v>
                </c:pt>
                <c:pt idx="503">
                  <c:v>45432</c:v>
                </c:pt>
                <c:pt idx="504">
                  <c:v>45429</c:v>
                </c:pt>
                <c:pt idx="505">
                  <c:v>45428</c:v>
                </c:pt>
                <c:pt idx="506">
                  <c:v>45426</c:v>
                </c:pt>
                <c:pt idx="507">
                  <c:v>45425</c:v>
                </c:pt>
                <c:pt idx="508">
                  <c:v>45422</c:v>
                </c:pt>
                <c:pt idx="509">
                  <c:v>45421</c:v>
                </c:pt>
                <c:pt idx="510">
                  <c:v>45420</c:v>
                </c:pt>
                <c:pt idx="511">
                  <c:v>45419</c:v>
                </c:pt>
                <c:pt idx="512">
                  <c:v>45415</c:v>
                </c:pt>
                <c:pt idx="513">
                  <c:v>45414</c:v>
                </c:pt>
                <c:pt idx="514">
                  <c:v>45412</c:v>
                </c:pt>
                <c:pt idx="515">
                  <c:v>45411</c:v>
                </c:pt>
                <c:pt idx="516">
                  <c:v>45408</c:v>
                </c:pt>
                <c:pt idx="517">
                  <c:v>45407</c:v>
                </c:pt>
                <c:pt idx="518">
                  <c:v>45406</c:v>
                </c:pt>
                <c:pt idx="519">
                  <c:v>45405</c:v>
                </c:pt>
                <c:pt idx="520">
                  <c:v>45404</c:v>
                </c:pt>
                <c:pt idx="521">
                  <c:v>45401</c:v>
                </c:pt>
                <c:pt idx="522">
                  <c:v>45400</c:v>
                </c:pt>
                <c:pt idx="523">
                  <c:v>45399</c:v>
                </c:pt>
                <c:pt idx="524">
                  <c:v>45398</c:v>
                </c:pt>
                <c:pt idx="525">
                  <c:v>45397</c:v>
                </c:pt>
                <c:pt idx="526">
                  <c:v>45394</c:v>
                </c:pt>
                <c:pt idx="527">
                  <c:v>45393</c:v>
                </c:pt>
                <c:pt idx="528">
                  <c:v>45391</c:v>
                </c:pt>
                <c:pt idx="529">
                  <c:v>45390</c:v>
                </c:pt>
                <c:pt idx="530">
                  <c:v>45387</c:v>
                </c:pt>
                <c:pt idx="531">
                  <c:v>45386</c:v>
                </c:pt>
                <c:pt idx="532">
                  <c:v>45385</c:v>
                </c:pt>
                <c:pt idx="533">
                  <c:v>45384</c:v>
                </c:pt>
                <c:pt idx="534">
                  <c:v>45383</c:v>
                </c:pt>
                <c:pt idx="535">
                  <c:v>45380</c:v>
                </c:pt>
                <c:pt idx="536">
                  <c:v>45379</c:v>
                </c:pt>
                <c:pt idx="537">
                  <c:v>45378</c:v>
                </c:pt>
                <c:pt idx="538">
                  <c:v>45377</c:v>
                </c:pt>
                <c:pt idx="539">
                  <c:v>45376</c:v>
                </c:pt>
                <c:pt idx="540">
                  <c:v>45373</c:v>
                </c:pt>
                <c:pt idx="541">
                  <c:v>45372</c:v>
                </c:pt>
                <c:pt idx="542">
                  <c:v>45371</c:v>
                </c:pt>
                <c:pt idx="543">
                  <c:v>45370</c:v>
                </c:pt>
                <c:pt idx="544">
                  <c:v>45369</c:v>
                </c:pt>
                <c:pt idx="545">
                  <c:v>45366</c:v>
                </c:pt>
                <c:pt idx="546">
                  <c:v>45365</c:v>
                </c:pt>
                <c:pt idx="547">
                  <c:v>45364</c:v>
                </c:pt>
                <c:pt idx="548">
                  <c:v>45363</c:v>
                </c:pt>
                <c:pt idx="549">
                  <c:v>45362</c:v>
                </c:pt>
                <c:pt idx="550">
                  <c:v>45359</c:v>
                </c:pt>
                <c:pt idx="551">
                  <c:v>45358</c:v>
                </c:pt>
                <c:pt idx="552">
                  <c:v>45357</c:v>
                </c:pt>
                <c:pt idx="553">
                  <c:v>45356</c:v>
                </c:pt>
                <c:pt idx="554">
                  <c:v>45355</c:v>
                </c:pt>
                <c:pt idx="555">
                  <c:v>45351</c:v>
                </c:pt>
                <c:pt idx="556">
                  <c:v>45350</c:v>
                </c:pt>
                <c:pt idx="557">
                  <c:v>45349</c:v>
                </c:pt>
                <c:pt idx="558">
                  <c:v>45348</c:v>
                </c:pt>
                <c:pt idx="559">
                  <c:v>45345</c:v>
                </c:pt>
                <c:pt idx="560">
                  <c:v>45344</c:v>
                </c:pt>
                <c:pt idx="561">
                  <c:v>45343</c:v>
                </c:pt>
                <c:pt idx="562">
                  <c:v>45342</c:v>
                </c:pt>
                <c:pt idx="563">
                  <c:v>45341</c:v>
                </c:pt>
                <c:pt idx="564">
                  <c:v>45338</c:v>
                </c:pt>
                <c:pt idx="565">
                  <c:v>45337</c:v>
                </c:pt>
                <c:pt idx="566">
                  <c:v>45336</c:v>
                </c:pt>
                <c:pt idx="567">
                  <c:v>45335</c:v>
                </c:pt>
                <c:pt idx="568">
                  <c:v>45330</c:v>
                </c:pt>
                <c:pt idx="569">
                  <c:v>45329</c:v>
                </c:pt>
                <c:pt idx="570">
                  <c:v>45328</c:v>
                </c:pt>
                <c:pt idx="571">
                  <c:v>45327</c:v>
                </c:pt>
                <c:pt idx="572">
                  <c:v>45324</c:v>
                </c:pt>
                <c:pt idx="573">
                  <c:v>45323</c:v>
                </c:pt>
                <c:pt idx="574">
                  <c:v>45322</c:v>
                </c:pt>
                <c:pt idx="575">
                  <c:v>45321</c:v>
                </c:pt>
                <c:pt idx="576">
                  <c:v>45320</c:v>
                </c:pt>
                <c:pt idx="577">
                  <c:v>45317</c:v>
                </c:pt>
                <c:pt idx="578">
                  <c:v>45316</c:v>
                </c:pt>
                <c:pt idx="579">
                  <c:v>45315</c:v>
                </c:pt>
                <c:pt idx="580">
                  <c:v>45314</c:v>
                </c:pt>
                <c:pt idx="581">
                  <c:v>45313</c:v>
                </c:pt>
                <c:pt idx="582">
                  <c:v>45310</c:v>
                </c:pt>
                <c:pt idx="583">
                  <c:v>45309</c:v>
                </c:pt>
                <c:pt idx="584">
                  <c:v>45308</c:v>
                </c:pt>
                <c:pt idx="585">
                  <c:v>45307</c:v>
                </c:pt>
                <c:pt idx="586">
                  <c:v>45306</c:v>
                </c:pt>
                <c:pt idx="587">
                  <c:v>45303</c:v>
                </c:pt>
                <c:pt idx="588">
                  <c:v>45302</c:v>
                </c:pt>
                <c:pt idx="589">
                  <c:v>45301</c:v>
                </c:pt>
                <c:pt idx="590">
                  <c:v>45300</c:v>
                </c:pt>
                <c:pt idx="591">
                  <c:v>45299</c:v>
                </c:pt>
                <c:pt idx="592">
                  <c:v>45296</c:v>
                </c:pt>
                <c:pt idx="593">
                  <c:v>45295</c:v>
                </c:pt>
                <c:pt idx="594">
                  <c:v>45294</c:v>
                </c:pt>
                <c:pt idx="595">
                  <c:v>45293</c:v>
                </c:pt>
                <c:pt idx="596">
                  <c:v>45288</c:v>
                </c:pt>
                <c:pt idx="597">
                  <c:v>45287</c:v>
                </c:pt>
                <c:pt idx="598">
                  <c:v>45286</c:v>
                </c:pt>
                <c:pt idx="599">
                  <c:v>45282</c:v>
                </c:pt>
                <c:pt idx="600">
                  <c:v>45281</c:v>
                </c:pt>
                <c:pt idx="601">
                  <c:v>45280</c:v>
                </c:pt>
                <c:pt idx="602">
                  <c:v>45279</c:v>
                </c:pt>
                <c:pt idx="603">
                  <c:v>45278</c:v>
                </c:pt>
                <c:pt idx="604">
                  <c:v>45275</c:v>
                </c:pt>
                <c:pt idx="605">
                  <c:v>45274</c:v>
                </c:pt>
                <c:pt idx="606">
                  <c:v>45273</c:v>
                </c:pt>
                <c:pt idx="607">
                  <c:v>45272</c:v>
                </c:pt>
                <c:pt idx="608">
                  <c:v>45271</c:v>
                </c:pt>
                <c:pt idx="609">
                  <c:v>45268</c:v>
                </c:pt>
                <c:pt idx="610">
                  <c:v>45267</c:v>
                </c:pt>
                <c:pt idx="611">
                  <c:v>45266</c:v>
                </c:pt>
                <c:pt idx="612">
                  <c:v>45265</c:v>
                </c:pt>
                <c:pt idx="613">
                  <c:v>45264</c:v>
                </c:pt>
                <c:pt idx="614">
                  <c:v>45261</c:v>
                </c:pt>
                <c:pt idx="615">
                  <c:v>45260</c:v>
                </c:pt>
                <c:pt idx="616">
                  <c:v>45259</c:v>
                </c:pt>
                <c:pt idx="617">
                  <c:v>45258</c:v>
                </c:pt>
                <c:pt idx="618">
                  <c:v>45257</c:v>
                </c:pt>
                <c:pt idx="619">
                  <c:v>45254</c:v>
                </c:pt>
                <c:pt idx="620">
                  <c:v>45253</c:v>
                </c:pt>
                <c:pt idx="621">
                  <c:v>45252</c:v>
                </c:pt>
                <c:pt idx="622">
                  <c:v>45251</c:v>
                </c:pt>
                <c:pt idx="623">
                  <c:v>45250</c:v>
                </c:pt>
                <c:pt idx="624">
                  <c:v>45247</c:v>
                </c:pt>
                <c:pt idx="625">
                  <c:v>45246</c:v>
                </c:pt>
                <c:pt idx="626">
                  <c:v>45245</c:v>
                </c:pt>
                <c:pt idx="627">
                  <c:v>45244</c:v>
                </c:pt>
                <c:pt idx="628">
                  <c:v>45243</c:v>
                </c:pt>
                <c:pt idx="629">
                  <c:v>45240</c:v>
                </c:pt>
                <c:pt idx="630">
                  <c:v>45239</c:v>
                </c:pt>
                <c:pt idx="631">
                  <c:v>45238</c:v>
                </c:pt>
                <c:pt idx="632">
                  <c:v>45237</c:v>
                </c:pt>
                <c:pt idx="633">
                  <c:v>45236</c:v>
                </c:pt>
                <c:pt idx="634">
                  <c:v>45233</c:v>
                </c:pt>
                <c:pt idx="635">
                  <c:v>45232</c:v>
                </c:pt>
                <c:pt idx="636">
                  <c:v>45231</c:v>
                </c:pt>
                <c:pt idx="637">
                  <c:v>45230</c:v>
                </c:pt>
                <c:pt idx="638">
                  <c:v>45229</c:v>
                </c:pt>
                <c:pt idx="639">
                  <c:v>45226</c:v>
                </c:pt>
                <c:pt idx="640">
                  <c:v>45225</c:v>
                </c:pt>
                <c:pt idx="641">
                  <c:v>45224</c:v>
                </c:pt>
                <c:pt idx="642">
                  <c:v>45223</c:v>
                </c:pt>
                <c:pt idx="643">
                  <c:v>45222</c:v>
                </c:pt>
                <c:pt idx="644">
                  <c:v>45219</c:v>
                </c:pt>
                <c:pt idx="645">
                  <c:v>45218</c:v>
                </c:pt>
                <c:pt idx="646">
                  <c:v>45217</c:v>
                </c:pt>
                <c:pt idx="647">
                  <c:v>45216</c:v>
                </c:pt>
                <c:pt idx="648">
                  <c:v>45215</c:v>
                </c:pt>
                <c:pt idx="649">
                  <c:v>45212</c:v>
                </c:pt>
                <c:pt idx="650">
                  <c:v>45211</c:v>
                </c:pt>
                <c:pt idx="651">
                  <c:v>45210</c:v>
                </c:pt>
                <c:pt idx="652">
                  <c:v>45209</c:v>
                </c:pt>
                <c:pt idx="653">
                  <c:v>45205</c:v>
                </c:pt>
                <c:pt idx="654">
                  <c:v>45204</c:v>
                </c:pt>
                <c:pt idx="655">
                  <c:v>45203</c:v>
                </c:pt>
                <c:pt idx="656">
                  <c:v>45196</c:v>
                </c:pt>
                <c:pt idx="657">
                  <c:v>45195</c:v>
                </c:pt>
                <c:pt idx="658">
                  <c:v>45194</c:v>
                </c:pt>
                <c:pt idx="659">
                  <c:v>45191</c:v>
                </c:pt>
                <c:pt idx="660">
                  <c:v>45190</c:v>
                </c:pt>
                <c:pt idx="661">
                  <c:v>45189</c:v>
                </c:pt>
                <c:pt idx="662">
                  <c:v>45188</c:v>
                </c:pt>
                <c:pt idx="663">
                  <c:v>45187</c:v>
                </c:pt>
                <c:pt idx="664">
                  <c:v>45184</c:v>
                </c:pt>
                <c:pt idx="665">
                  <c:v>45183</c:v>
                </c:pt>
                <c:pt idx="666">
                  <c:v>45182</c:v>
                </c:pt>
                <c:pt idx="667">
                  <c:v>45181</c:v>
                </c:pt>
                <c:pt idx="668">
                  <c:v>45180</c:v>
                </c:pt>
                <c:pt idx="669">
                  <c:v>45177</c:v>
                </c:pt>
                <c:pt idx="670">
                  <c:v>45176</c:v>
                </c:pt>
                <c:pt idx="671">
                  <c:v>45175</c:v>
                </c:pt>
                <c:pt idx="672">
                  <c:v>45174</c:v>
                </c:pt>
                <c:pt idx="673">
                  <c:v>45173</c:v>
                </c:pt>
                <c:pt idx="674">
                  <c:v>45170</c:v>
                </c:pt>
                <c:pt idx="675">
                  <c:v>45169</c:v>
                </c:pt>
                <c:pt idx="676">
                  <c:v>45168</c:v>
                </c:pt>
                <c:pt idx="677">
                  <c:v>45167</c:v>
                </c:pt>
                <c:pt idx="678">
                  <c:v>45166</c:v>
                </c:pt>
                <c:pt idx="679">
                  <c:v>45163</c:v>
                </c:pt>
                <c:pt idx="680">
                  <c:v>45162</c:v>
                </c:pt>
                <c:pt idx="681">
                  <c:v>45161</c:v>
                </c:pt>
                <c:pt idx="682">
                  <c:v>45160</c:v>
                </c:pt>
                <c:pt idx="683">
                  <c:v>45159</c:v>
                </c:pt>
                <c:pt idx="684">
                  <c:v>45156</c:v>
                </c:pt>
                <c:pt idx="685">
                  <c:v>45155</c:v>
                </c:pt>
                <c:pt idx="686">
                  <c:v>45154</c:v>
                </c:pt>
                <c:pt idx="687">
                  <c:v>45152</c:v>
                </c:pt>
                <c:pt idx="688">
                  <c:v>45149</c:v>
                </c:pt>
                <c:pt idx="689">
                  <c:v>45148</c:v>
                </c:pt>
                <c:pt idx="690">
                  <c:v>45147</c:v>
                </c:pt>
                <c:pt idx="691">
                  <c:v>45146</c:v>
                </c:pt>
                <c:pt idx="692">
                  <c:v>45145</c:v>
                </c:pt>
                <c:pt idx="693">
                  <c:v>45142</c:v>
                </c:pt>
                <c:pt idx="694">
                  <c:v>45141</c:v>
                </c:pt>
                <c:pt idx="695">
                  <c:v>45140</c:v>
                </c:pt>
                <c:pt idx="696">
                  <c:v>45139</c:v>
                </c:pt>
                <c:pt idx="697">
                  <c:v>45138</c:v>
                </c:pt>
                <c:pt idx="698">
                  <c:v>45135</c:v>
                </c:pt>
                <c:pt idx="699">
                  <c:v>45134</c:v>
                </c:pt>
                <c:pt idx="700">
                  <c:v>45133</c:v>
                </c:pt>
                <c:pt idx="701">
                  <c:v>45132</c:v>
                </c:pt>
                <c:pt idx="702">
                  <c:v>45131</c:v>
                </c:pt>
                <c:pt idx="703">
                  <c:v>45128</c:v>
                </c:pt>
                <c:pt idx="704">
                  <c:v>45127</c:v>
                </c:pt>
                <c:pt idx="705">
                  <c:v>45126</c:v>
                </c:pt>
                <c:pt idx="706">
                  <c:v>45125</c:v>
                </c:pt>
                <c:pt idx="707">
                  <c:v>45124</c:v>
                </c:pt>
                <c:pt idx="708">
                  <c:v>45121</c:v>
                </c:pt>
                <c:pt idx="709">
                  <c:v>45120</c:v>
                </c:pt>
                <c:pt idx="710">
                  <c:v>45119</c:v>
                </c:pt>
                <c:pt idx="711">
                  <c:v>45118</c:v>
                </c:pt>
                <c:pt idx="712">
                  <c:v>45117</c:v>
                </c:pt>
                <c:pt idx="713">
                  <c:v>45114</c:v>
                </c:pt>
                <c:pt idx="714">
                  <c:v>45113</c:v>
                </c:pt>
                <c:pt idx="715">
                  <c:v>45112</c:v>
                </c:pt>
                <c:pt idx="716">
                  <c:v>45111</c:v>
                </c:pt>
                <c:pt idx="717">
                  <c:v>45110</c:v>
                </c:pt>
                <c:pt idx="718">
                  <c:v>45107</c:v>
                </c:pt>
                <c:pt idx="719">
                  <c:v>45106</c:v>
                </c:pt>
                <c:pt idx="720">
                  <c:v>45105</c:v>
                </c:pt>
                <c:pt idx="721">
                  <c:v>45104</c:v>
                </c:pt>
                <c:pt idx="722">
                  <c:v>45103</c:v>
                </c:pt>
                <c:pt idx="723">
                  <c:v>45100</c:v>
                </c:pt>
                <c:pt idx="724">
                  <c:v>45099</c:v>
                </c:pt>
                <c:pt idx="725">
                  <c:v>45098</c:v>
                </c:pt>
                <c:pt idx="726">
                  <c:v>45097</c:v>
                </c:pt>
                <c:pt idx="727">
                  <c:v>45096</c:v>
                </c:pt>
                <c:pt idx="728">
                  <c:v>45093</c:v>
                </c:pt>
                <c:pt idx="729">
                  <c:v>45092</c:v>
                </c:pt>
                <c:pt idx="730">
                  <c:v>45091</c:v>
                </c:pt>
                <c:pt idx="731">
                  <c:v>45090</c:v>
                </c:pt>
                <c:pt idx="732">
                  <c:v>45089</c:v>
                </c:pt>
                <c:pt idx="733">
                  <c:v>45086</c:v>
                </c:pt>
                <c:pt idx="734">
                  <c:v>45085</c:v>
                </c:pt>
                <c:pt idx="735">
                  <c:v>45084</c:v>
                </c:pt>
                <c:pt idx="736">
                  <c:v>45082</c:v>
                </c:pt>
                <c:pt idx="737">
                  <c:v>45079</c:v>
                </c:pt>
                <c:pt idx="738">
                  <c:v>45078</c:v>
                </c:pt>
                <c:pt idx="739">
                  <c:v>45077</c:v>
                </c:pt>
                <c:pt idx="740">
                  <c:v>45076</c:v>
                </c:pt>
                <c:pt idx="741">
                  <c:v>45072</c:v>
                </c:pt>
                <c:pt idx="742">
                  <c:v>45071</c:v>
                </c:pt>
                <c:pt idx="743">
                  <c:v>45070</c:v>
                </c:pt>
                <c:pt idx="744">
                  <c:v>45069</c:v>
                </c:pt>
                <c:pt idx="745">
                  <c:v>45068</c:v>
                </c:pt>
                <c:pt idx="746">
                  <c:v>45065</c:v>
                </c:pt>
                <c:pt idx="747">
                  <c:v>45064</c:v>
                </c:pt>
                <c:pt idx="748">
                  <c:v>45063</c:v>
                </c:pt>
                <c:pt idx="749">
                  <c:v>45062</c:v>
                </c:pt>
                <c:pt idx="750">
                  <c:v>45061</c:v>
                </c:pt>
                <c:pt idx="751">
                  <c:v>45058</c:v>
                </c:pt>
                <c:pt idx="752">
                  <c:v>45057</c:v>
                </c:pt>
                <c:pt idx="753">
                  <c:v>45056</c:v>
                </c:pt>
                <c:pt idx="754">
                  <c:v>45055</c:v>
                </c:pt>
                <c:pt idx="755">
                  <c:v>45054</c:v>
                </c:pt>
                <c:pt idx="756">
                  <c:v>45050</c:v>
                </c:pt>
                <c:pt idx="757">
                  <c:v>45049</c:v>
                </c:pt>
                <c:pt idx="758">
                  <c:v>45048</c:v>
                </c:pt>
                <c:pt idx="759">
                  <c:v>45044</c:v>
                </c:pt>
                <c:pt idx="760">
                  <c:v>45043</c:v>
                </c:pt>
                <c:pt idx="761">
                  <c:v>45042</c:v>
                </c:pt>
                <c:pt idx="762">
                  <c:v>45041</c:v>
                </c:pt>
                <c:pt idx="763">
                  <c:v>45040</c:v>
                </c:pt>
                <c:pt idx="764">
                  <c:v>45037</c:v>
                </c:pt>
                <c:pt idx="765">
                  <c:v>45036</c:v>
                </c:pt>
                <c:pt idx="766">
                  <c:v>45035</c:v>
                </c:pt>
                <c:pt idx="767">
                  <c:v>45034</c:v>
                </c:pt>
                <c:pt idx="768">
                  <c:v>45033</c:v>
                </c:pt>
                <c:pt idx="769">
                  <c:v>45030</c:v>
                </c:pt>
                <c:pt idx="770">
                  <c:v>45029</c:v>
                </c:pt>
                <c:pt idx="771">
                  <c:v>45028</c:v>
                </c:pt>
                <c:pt idx="772">
                  <c:v>45027</c:v>
                </c:pt>
                <c:pt idx="773">
                  <c:v>45026</c:v>
                </c:pt>
                <c:pt idx="774">
                  <c:v>45023</c:v>
                </c:pt>
                <c:pt idx="775">
                  <c:v>45022</c:v>
                </c:pt>
                <c:pt idx="776">
                  <c:v>45021</c:v>
                </c:pt>
                <c:pt idx="777">
                  <c:v>45020</c:v>
                </c:pt>
                <c:pt idx="778">
                  <c:v>45019</c:v>
                </c:pt>
                <c:pt idx="779">
                  <c:v>45016</c:v>
                </c:pt>
                <c:pt idx="780">
                  <c:v>45015</c:v>
                </c:pt>
                <c:pt idx="781">
                  <c:v>45014</c:v>
                </c:pt>
                <c:pt idx="782">
                  <c:v>45013</c:v>
                </c:pt>
                <c:pt idx="783">
                  <c:v>45012</c:v>
                </c:pt>
                <c:pt idx="784">
                  <c:v>45009</c:v>
                </c:pt>
                <c:pt idx="785">
                  <c:v>45008</c:v>
                </c:pt>
                <c:pt idx="786">
                  <c:v>45007</c:v>
                </c:pt>
                <c:pt idx="787">
                  <c:v>45006</c:v>
                </c:pt>
                <c:pt idx="788">
                  <c:v>45005</c:v>
                </c:pt>
                <c:pt idx="789">
                  <c:v>45002</c:v>
                </c:pt>
                <c:pt idx="790">
                  <c:v>45001</c:v>
                </c:pt>
                <c:pt idx="791">
                  <c:v>45000</c:v>
                </c:pt>
                <c:pt idx="792">
                  <c:v>44999</c:v>
                </c:pt>
                <c:pt idx="793">
                  <c:v>44998</c:v>
                </c:pt>
                <c:pt idx="794">
                  <c:v>44995</c:v>
                </c:pt>
                <c:pt idx="795">
                  <c:v>44994</c:v>
                </c:pt>
                <c:pt idx="796">
                  <c:v>44993</c:v>
                </c:pt>
                <c:pt idx="797">
                  <c:v>44992</c:v>
                </c:pt>
                <c:pt idx="798">
                  <c:v>44991</c:v>
                </c:pt>
                <c:pt idx="799">
                  <c:v>44988</c:v>
                </c:pt>
                <c:pt idx="800">
                  <c:v>44987</c:v>
                </c:pt>
                <c:pt idx="801">
                  <c:v>44985</c:v>
                </c:pt>
                <c:pt idx="802">
                  <c:v>44984</c:v>
                </c:pt>
                <c:pt idx="803">
                  <c:v>44981</c:v>
                </c:pt>
                <c:pt idx="804">
                  <c:v>44980</c:v>
                </c:pt>
                <c:pt idx="805">
                  <c:v>44979</c:v>
                </c:pt>
                <c:pt idx="806">
                  <c:v>44978</c:v>
                </c:pt>
                <c:pt idx="807">
                  <c:v>44977</c:v>
                </c:pt>
                <c:pt idx="808">
                  <c:v>44974</c:v>
                </c:pt>
                <c:pt idx="809">
                  <c:v>44973</c:v>
                </c:pt>
                <c:pt idx="810">
                  <c:v>44972</c:v>
                </c:pt>
                <c:pt idx="811">
                  <c:v>44971</c:v>
                </c:pt>
                <c:pt idx="812">
                  <c:v>44970</c:v>
                </c:pt>
                <c:pt idx="813">
                  <c:v>44967</c:v>
                </c:pt>
                <c:pt idx="814">
                  <c:v>44966</c:v>
                </c:pt>
                <c:pt idx="815">
                  <c:v>44965</c:v>
                </c:pt>
                <c:pt idx="816">
                  <c:v>44964</c:v>
                </c:pt>
                <c:pt idx="817">
                  <c:v>44963</c:v>
                </c:pt>
                <c:pt idx="818">
                  <c:v>44960</c:v>
                </c:pt>
                <c:pt idx="819">
                  <c:v>44959</c:v>
                </c:pt>
                <c:pt idx="820">
                  <c:v>44958</c:v>
                </c:pt>
                <c:pt idx="821">
                  <c:v>44957</c:v>
                </c:pt>
                <c:pt idx="822">
                  <c:v>44956</c:v>
                </c:pt>
                <c:pt idx="823">
                  <c:v>44953</c:v>
                </c:pt>
                <c:pt idx="824">
                  <c:v>44952</c:v>
                </c:pt>
                <c:pt idx="825">
                  <c:v>44951</c:v>
                </c:pt>
                <c:pt idx="826">
                  <c:v>44946</c:v>
                </c:pt>
                <c:pt idx="827">
                  <c:v>44945</c:v>
                </c:pt>
                <c:pt idx="828">
                  <c:v>44944</c:v>
                </c:pt>
                <c:pt idx="829">
                  <c:v>44943</c:v>
                </c:pt>
                <c:pt idx="830">
                  <c:v>44942</c:v>
                </c:pt>
                <c:pt idx="831">
                  <c:v>44939</c:v>
                </c:pt>
                <c:pt idx="832">
                  <c:v>44938</c:v>
                </c:pt>
                <c:pt idx="833">
                  <c:v>44937</c:v>
                </c:pt>
                <c:pt idx="834">
                  <c:v>44936</c:v>
                </c:pt>
                <c:pt idx="835">
                  <c:v>44935</c:v>
                </c:pt>
                <c:pt idx="836">
                  <c:v>44932</c:v>
                </c:pt>
                <c:pt idx="837">
                  <c:v>44931</c:v>
                </c:pt>
                <c:pt idx="838">
                  <c:v>44930</c:v>
                </c:pt>
                <c:pt idx="839">
                  <c:v>44929</c:v>
                </c:pt>
                <c:pt idx="840">
                  <c:v>44928</c:v>
                </c:pt>
                <c:pt idx="841">
                  <c:v>44924</c:v>
                </c:pt>
                <c:pt idx="842">
                  <c:v>44923</c:v>
                </c:pt>
                <c:pt idx="843">
                  <c:v>44922</c:v>
                </c:pt>
                <c:pt idx="844">
                  <c:v>44921</c:v>
                </c:pt>
                <c:pt idx="845">
                  <c:v>44918</c:v>
                </c:pt>
                <c:pt idx="846">
                  <c:v>44917</c:v>
                </c:pt>
                <c:pt idx="847">
                  <c:v>44916</c:v>
                </c:pt>
                <c:pt idx="848">
                  <c:v>44915</c:v>
                </c:pt>
                <c:pt idx="849">
                  <c:v>44914</c:v>
                </c:pt>
                <c:pt idx="850">
                  <c:v>44911</c:v>
                </c:pt>
                <c:pt idx="851">
                  <c:v>44910</c:v>
                </c:pt>
                <c:pt idx="852">
                  <c:v>44909</c:v>
                </c:pt>
                <c:pt idx="853">
                  <c:v>44908</c:v>
                </c:pt>
                <c:pt idx="854">
                  <c:v>44907</c:v>
                </c:pt>
                <c:pt idx="855">
                  <c:v>44904</c:v>
                </c:pt>
                <c:pt idx="856">
                  <c:v>44903</c:v>
                </c:pt>
                <c:pt idx="857">
                  <c:v>44902</c:v>
                </c:pt>
                <c:pt idx="858">
                  <c:v>44901</c:v>
                </c:pt>
                <c:pt idx="859">
                  <c:v>44900</c:v>
                </c:pt>
                <c:pt idx="860">
                  <c:v>44897</c:v>
                </c:pt>
                <c:pt idx="861">
                  <c:v>44896</c:v>
                </c:pt>
                <c:pt idx="862">
                  <c:v>44895</c:v>
                </c:pt>
                <c:pt idx="863">
                  <c:v>44894</c:v>
                </c:pt>
                <c:pt idx="864">
                  <c:v>44893</c:v>
                </c:pt>
                <c:pt idx="865">
                  <c:v>44890</c:v>
                </c:pt>
                <c:pt idx="866">
                  <c:v>44889</c:v>
                </c:pt>
                <c:pt idx="867">
                  <c:v>44888</c:v>
                </c:pt>
                <c:pt idx="868">
                  <c:v>44887</c:v>
                </c:pt>
                <c:pt idx="869">
                  <c:v>44886</c:v>
                </c:pt>
                <c:pt idx="870">
                  <c:v>44883</c:v>
                </c:pt>
                <c:pt idx="871">
                  <c:v>44882</c:v>
                </c:pt>
                <c:pt idx="872">
                  <c:v>44881</c:v>
                </c:pt>
                <c:pt idx="873">
                  <c:v>44880</c:v>
                </c:pt>
                <c:pt idx="874">
                  <c:v>44879</c:v>
                </c:pt>
                <c:pt idx="875">
                  <c:v>44876</c:v>
                </c:pt>
                <c:pt idx="876">
                  <c:v>44875</c:v>
                </c:pt>
                <c:pt idx="877">
                  <c:v>44874</c:v>
                </c:pt>
                <c:pt idx="878">
                  <c:v>44873</c:v>
                </c:pt>
                <c:pt idx="879">
                  <c:v>44872</c:v>
                </c:pt>
                <c:pt idx="880">
                  <c:v>44869</c:v>
                </c:pt>
                <c:pt idx="881">
                  <c:v>44868</c:v>
                </c:pt>
                <c:pt idx="882">
                  <c:v>44867</c:v>
                </c:pt>
                <c:pt idx="883">
                  <c:v>44866</c:v>
                </c:pt>
                <c:pt idx="884">
                  <c:v>44865</c:v>
                </c:pt>
                <c:pt idx="885">
                  <c:v>44862</c:v>
                </c:pt>
                <c:pt idx="886">
                  <c:v>44861</c:v>
                </c:pt>
                <c:pt idx="887">
                  <c:v>44860</c:v>
                </c:pt>
                <c:pt idx="888">
                  <c:v>44859</c:v>
                </c:pt>
                <c:pt idx="889">
                  <c:v>44858</c:v>
                </c:pt>
                <c:pt idx="890">
                  <c:v>44855</c:v>
                </c:pt>
                <c:pt idx="891">
                  <c:v>44854</c:v>
                </c:pt>
                <c:pt idx="892">
                  <c:v>44853</c:v>
                </c:pt>
                <c:pt idx="893">
                  <c:v>44852</c:v>
                </c:pt>
                <c:pt idx="894">
                  <c:v>44851</c:v>
                </c:pt>
                <c:pt idx="895">
                  <c:v>44848</c:v>
                </c:pt>
                <c:pt idx="896">
                  <c:v>44847</c:v>
                </c:pt>
                <c:pt idx="897">
                  <c:v>44846</c:v>
                </c:pt>
                <c:pt idx="898">
                  <c:v>44845</c:v>
                </c:pt>
                <c:pt idx="899">
                  <c:v>44841</c:v>
                </c:pt>
                <c:pt idx="900">
                  <c:v>44840</c:v>
                </c:pt>
                <c:pt idx="901">
                  <c:v>44839</c:v>
                </c:pt>
                <c:pt idx="902">
                  <c:v>44838</c:v>
                </c:pt>
                <c:pt idx="903">
                  <c:v>44834</c:v>
                </c:pt>
                <c:pt idx="904">
                  <c:v>44833</c:v>
                </c:pt>
                <c:pt idx="905">
                  <c:v>44832</c:v>
                </c:pt>
                <c:pt idx="906">
                  <c:v>44831</c:v>
                </c:pt>
                <c:pt idx="907">
                  <c:v>44830</c:v>
                </c:pt>
                <c:pt idx="908">
                  <c:v>44827</c:v>
                </c:pt>
                <c:pt idx="909">
                  <c:v>44826</c:v>
                </c:pt>
                <c:pt idx="910">
                  <c:v>44825</c:v>
                </c:pt>
                <c:pt idx="911">
                  <c:v>44824</c:v>
                </c:pt>
                <c:pt idx="912">
                  <c:v>44823</c:v>
                </c:pt>
                <c:pt idx="913">
                  <c:v>44820</c:v>
                </c:pt>
                <c:pt idx="914">
                  <c:v>44819</c:v>
                </c:pt>
                <c:pt idx="915">
                  <c:v>44818</c:v>
                </c:pt>
                <c:pt idx="916">
                  <c:v>44817</c:v>
                </c:pt>
                <c:pt idx="917">
                  <c:v>44812</c:v>
                </c:pt>
                <c:pt idx="918">
                  <c:v>44811</c:v>
                </c:pt>
                <c:pt idx="919">
                  <c:v>44810</c:v>
                </c:pt>
                <c:pt idx="920">
                  <c:v>44809</c:v>
                </c:pt>
                <c:pt idx="921">
                  <c:v>44806</c:v>
                </c:pt>
                <c:pt idx="922">
                  <c:v>44805</c:v>
                </c:pt>
                <c:pt idx="923">
                  <c:v>44804</c:v>
                </c:pt>
                <c:pt idx="924">
                  <c:v>44803</c:v>
                </c:pt>
                <c:pt idx="925">
                  <c:v>44802</c:v>
                </c:pt>
                <c:pt idx="926">
                  <c:v>44799</c:v>
                </c:pt>
                <c:pt idx="927">
                  <c:v>44798</c:v>
                </c:pt>
                <c:pt idx="928">
                  <c:v>44797</c:v>
                </c:pt>
                <c:pt idx="929">
                  <c:v>44796</c:v>
                </c:pt>
                <c:pt idx="930">
                  <c:v>44795</c:v>
                </c:pt>
                <c:pt idx="931">
                  <c:v>44792</c:v>
                </c:pt>
                <c:pt idx="932">
                  <c:v>44791</c:v>
                </c:pt>
                <c:pt idx="933">
                  <c:v>44790</c:v>
                </c:pt>
                <c:pt idx="934">
                  <c:v>44789</c:v>
                </c:pt>
                <c:pt idx="935">
                  <c:v>44785</c:v>
                </c:pt>
                <c:pt idx="936">
                  <c:v>44784</c:v>
                </c:pt>
                <c:pt idx="937">
                  <c:v>44783</c:v>
                </c:pt>
                <c:pt idx="938">
                  <c:v>44782</c:v>
                </c:pt>
                <c:pt idx="939">
                  <c:v>44781</c:v>
                </c:pt>
                <c:pt idx="940">
                  <c:v>44778</c:v>
                </c:pt>
                <c:pt idx="941">
                  <c:v>44777</c:v>
                </c:pt>
                <c:pt idx="942">
                  <c:v>44776</c:v>
                </c:pt>
                <c:pt idx="943">
                  <c:v>44775</c:v>
                </c:pt>
                <c:pt idx="944">
                  <c:v>44774</c:v>
                </c:pt>
                <c:pt idx="945">
                  <c:v>44771</c:v>
                </c:pt>
                <c:pt idx="946">
                  <c:v>44770</c:v>
                </c:pt>
                <c:pt idx="947">
                  <c:v>44769</c:v>
                </c:pt>
                <c:pt idx="948">
                  <c:v>44768</c:v>
                </c:pt>
                <c:pt idx="949">
                  <c:v>44767</c:v>
                </c:pt>
                <c:pt idx="950">
                  <c:v>44764</c:v>
                </c:pt>
                <c:pt idx="951">
                  <c:v>44763</c:v>
                </c:pt>
                <c:pt idx="952">
                  <c:v>44762</c:v>
                </c:pt>
                <c:pt idx="953">
                  <c:v>44761</c:v>
                </c:pt>
                <c:pt idx="954">
                  <c:v>44760</c:v>
                </c:pt>
                <c:pt idx="955">
                  <c:v>44757</c:v>
                </c:pt>
                <c:pt idx="956">
                  <c:v>44756</c:v>
                </c:pt>
                <c:pt idx="957">
                  <c:v>44755</c:v>
                </c:pt>
                <c:pt idx="958">
                  <c:v>44754</c:v>
                </c:pt>
                <c:pt idx="959">
                  <c:v>44753</c:v>
                </c:pt>
                <c:pt idx="960">
                  <c:v>44750</c:v>
                </c:pt>
                <c:pt idx="961">
                  <c:v>44749</c:v>
                </c:pt>
                <c:pt idx="962">
                  <c:v>44748</c:v>
                </c:pt>
                <c:pt idx="963">
                  <c:v>44747</c:v>
                </c:pt>
                <c:pt idx="964">
                  <c:v>44746</c:v>
                </c:pt>
                <c:pt idx="965">
                  <c:v>44743</c:v>
                </c:pt>
                <c:pt idx="966">
                  <c:v>44742</c:v>
                </c:pt>
                <c:pt idx="967">
                  <c:v>44741</c:v>
                </c:pt>
                <c:pt idx="968">
                  <c:v>44740</c:v>
                </c:pt>
                <c:pt idx="969">
                  <c:v>44739</c:v>
                </c:pt>
                <c:pt idx="970">
                  <c:v>44736</c:v>
                </c:pt>
                <c:pt idx="971">
                  <c:v>44735</c:v>
                </c:pt>
                <c:pt idx="972">
                  <c:v>44734</c:v>
                </c:pt>
                <c:pt idx="973">
                  <c:v>44733</c:v>
                </c:pt>
                <c:pt idx="974">
                  <c:v>44732</c:v>
                </c:pt>
                <c:pt idx="975">
                  <c:v>44729</c:v>
                </c:pt>
                <c:pt idx="976">
                  <c:v>44728</c:v>
                </c:pt>
                <c:pt idx="977">
                  <c:v>44727</c:v>
                </c:pt>
                <c:pt idx="978">
                  <c:v>44726</c:v>
                </c:pt>
                <c:pt idx="979">
                  <c:v>44725</c:v>
                </c:pt>
                <c:pt idx="980">
                  <c:v>44722</c:v>
                </c:pt>
                <c:pt idx="981">
                  <c:v>44721</c:v>
                </c:pt>
                <c:pt idx="982">
                  <c:v>44720</c:v>
                </c:pt>
                <c:pt idx="983">
                  <c:v>44719</c:v>
                </c:pt>
                <c:pt idx="984">
                  <c:v>44715</c:v>
                </c:pt>
                <c:pt idx="985">
                  <c:v>44714</c:v>
                </c:pt>
                <c:pt idx="986">
                  <c:v>44712</c:v>
                </c:pt>
                <c:pt idx="987">
                  <c:v>44711</c:v>
                </c:pt>
                <c:pt idx="988">
                  <c:v>44708</c:v>
                </c:pt>
                <c:pt idx="989">
                  <c:v>44707</c:v>
                </c:pt>
                <c:pt idx="990">
                  <c:v>44706</c:v>
                </c:pt>
                <c:pt idx="991">
                  <c:v>44705</c:v>
                </c:pt>
                <c:pt idx="992">
                  <c:v>44704</c:v>
                </c:pt>
                <c:pt idx="993">
                  <c:v>44701</c:v>
                </c:pt>
                <c:pt idx="994">
                  <c:v>44700</c:v>
                </c:pt>
                <c:pt idx="995">
                  <c:v>44699</c:v>
                </c:pt>
                <c:pt idx="996">
                  <c:v>44698</c:v>
                </c:pt>
                <c:pt idx="997">
                  <c:v>44697</c:v>
                </c:pt>
                <c:pt idx="998">
                  <c:v>44694</c:v>
                </c:pt>
                <c:pt idx="999">
                  <c:v>44693</c:v>
                </c:pt>
                <c:pt idx="1000">
                  <c:v>44692</c:v>
                </c:pt>
                <c:pt idx="1001">
                  <c:v>44691</c:v>
                </c:pt>
                <c:pt idx="1002">
                  <c:v>44690</c:v>
                </c:pt>
                <c:pt idx="1003">
                  <c:v>44687</c:v>
                </c:pt>
                <c:pt idx="1004">
                  <c:v>44685</c:v>
                </c:pt>
                <c:pt idx="1005">
                  <c:v>44684</c:v>
                </c:pt>
                <c:pt idx="1006">
                  <c:v>44683</c:v>
                </c:pt>
                <c:pt idx="1007">
                  <c:v>44680</c:v>
                </c:pt>
                <c:pt idx="1008">
                  <c:v>44679</c:v>
                </c:pt>
                <c:pt idx="1009">
                  <c:v>44678</c:v>
                </c:pt>
                <c:pt idx="1010">
                  <c:v>44677</c:v>
                </c:pt>
                <c:pt idx="1011">
                  <c:v>44676</c:v>
                </c:pt>
                <c:pt idx="1012">
                  <c:v>44673</c:v>
                </c:pt>
                <c:pt idx="1013">
                  <c:v>44672</c:v>
                </c:pt>
                <c:pt idx="1014">
                  <c:v>44671</c:v>
                </c:pt>
                <c:pt idx="1015">
                  <c:v>44670</c:v>
                </c:pt>
                <c:pt idx="1016">
                  <c:v>44669</c:v>
                </c:pt>
                <c:pt idx="1017">
                  <c:v>44666</c:v>
                </c:pt>
                <c:pt idx="1018">
                  <c:v>44665</c:v>
                </c:pt>
                <c:pt idx="1019">
                  <c:v>44664</c:v>
                </c:pt>
                <c:pt idx="1020">
                  <c:v>44663</c:v>
                </c:pt>
                <c:pt idx="1021">
                  <c:v>44662</c:v>
                </c:pt>
                <c:pt idx="1022">
                  <c:v>44659</c:v>
                </c:pt>
                <c:pt idx="1023">
                  <c:v>44658</c:v>
                </c:pt>
                <c:pt idx="1024">
                  <c:v>44657</c:v>
                </c:pt>
                <c:pt idx="1025">
                  <c:v>44656</c:v>
                </c:pt>
                <c:pt idx="1026">
                  <c:v>44655</c:v>
                </c:pt>
                <c:pt idx="1027">
                  <c:v>44652</c:v>
                </c:pt>
                <c:pt idx="1028">
                  <c:v>44651</c:v>
                </c:pt>
                <c:pt idx="1029">
                  <c:v>44650</c:v>
                </c:pt>
                <c:pt idx="1030">
                  <c:v>44649</c:v>
                </c:pt>
                <c:pt idx="1031">
                  <c:v>44648</c:v>
                </c:pt>
                <c:pt idx="1032">
                  <c:v>44645</c:v>
                </c:pt>
                <c:pt idx="1033">
                  <c:v>44644</c:v>
                </c:pt>
                <c:pt idx="1034">
                  <c:v>44643</c:v>
                </c:pt>
                <c:pt idx="1035">
                  <c:v>44642</c:v>
                </c:pt>
                <c:pt idx="1036">
                  <c:v>44641</c:v>
                </c:pt>
                <c:pt idx="1037">
                  <c:v>44638</c:v>
                </c:pt>
                <c:pt idx="1038">
                  <c:v>44637</c:v>
                </c:pt>
                <c:pt idx="1039">
                  <c:v>44636</c:v>
                </c:pt>
                <c:pt idx="1040">
                  <c:v>44635</c:v>
                </c:pt>
                <c:pt idx="1041">
                  <c:v>44634</c:v>
                </c:pt>
                <c:pt idx="1042">
                  <c:v>44631</c:v>
                </c:pt>
                <c:pt idx="1043">
                  <c:v>44630</c:v>
                </c:pt>
                <c:pt idx="1044">
                  <c:v>44628</c:v>
                </c:pt>
                <c:pt idx="1045">
                  <c:v>44627</c:v>
                </c:pt>
                <c:pt idx="1046">
                  <c:v>44624</c:v>
                </c:pt>
                <c:pt idx="1047">
                  <c:v>44623</c:v>
                </c:pt>
                <c:pt idx="1048">
                  <c:v>44622</c:v>
                </c:pt>
                <c:pt idx="1049">
                  <c:v>44620</c:v>
                </c:pt>
                <c:pt idx="1050">
                  <c:v>44617</c:v>
                </c:pt>
                <c:pt idx="1051">
                  <c:v>44616</c:v>
                </c:pt>
                <c:pt idx="1052">
                  <c:v>44615</c:v>
                </c:pt>
                <c:pt idx="1053">
                  <c:v>44614</c:v>
                </c:pt>
                <c:pt idx="1054">
                  <c:v>44613</c:v>
                </c:pt>
                <c:pt idx="1055">
                  <c:v>44610</c:v>
                </c:pt>
                <c:pt idx="1056">
                  <c:v>44609</c:v>
                </c:pt>
                <c:pt idx="1057">
                  <c:v>44608</c:v>
                </c:pt>
                <c:pt idx="1058">
                  <c:v>44607</c:v>
                </c:pt>
                <c:pt idx="1059">
                  <c:v>44606</c:v>
                </c:pt>
                <c:pt idx="1060">
                  <c:v>44603</c:v>
                </c:pt>
                <c:pt idx="1061">
                  <c:v>44602</c:v>
                </c:pt>
                <c:pt idx="1062">
                  <c:v>44601</c:v>
                </c:pt>
                <c:pt idx="1063">
                  <c:v>44600</c:v>
                </c:pt>
                <c:pt idx="1064">
                  <c:v>44599</c:v>
                </c:pt>
                <c:pt idx="1065">
                  <c:v>44596</c:v>
                </c:pt>
                <c:pt idx="1066">
                  <c:v>44595</c:v>
                </c:pt>
                <c:pt idx="1067">
                  <c:v>44589</c:v>
                </c:pt>
                <c:pt idx="1068">
                  <c:v>44588</c:v>
                </c:pt>
                <c:pt idx="1069">
                  <c:v>44587</c:v>
                </c:pt>
                <c:pt idx="1070">
                  <c:v>44586</c:v>
                </c:pt>
                <c:pt idx="1071">
                  <c:v>44585</c:v>
                </c:pt>
                <c:pt idx="1072">
                  <c:v>44582</c:v>
                </c:pt>
                <c:pt idx="1073">
                  <c:v>44581</c:v>
                </c:pt>
                <c:pt idx="1074">
                  <c:v>44580</c:v>
                </c:pt>
                <c:pt idx="1075">
                  <c:v>44579</c:v>
                </c:pt>
                <c:pt idx="1076">
                  <c:v>44578</c:v>
                </c:pt>
                <c:pt idx="1077">
                  <c:v>44575</c:v>
                </c:pt>
                <c:pt idx="1078">
                  <c:v>44574</c:v>
                </c:pt>
                <c:pt idx="1079">
                  <c:v>44573</c:v>
                </c:pt>
                <c:pt idx="1080">
                  <c:v>44572</c:v>
                </c:pt>
                <c:pt idx="1081">
                  <c:v>44571</c:v>
                </c:pt>
                <c:pt idx="1082">
                  <c:v>44568</c:v>
                </c:pt>
                <c:pt idx="1083">
                  <c:v>44567</c:v>
                </c:pt>
                <c:pt idx="1084">
                  <c:v>44566</c:v>
                </c:pt>
                <c:pt idx="1085">
                  <c:v>44565</c:v>
                </c:pt>
                <c:pt idx="1086">
                  <c:v>44564</c:v>
                </c:pt>
                <c:pt idx="1087">
                  <c:v>44560</c:v>
                </c:pt>
                <c:pt idx="1088">
                  <c:v>44559</c:v>
                </c:pt>
                <c:pt idx="1089">
                  <c:v>44558</c:v>
                </c:pt>
                <c:pt idx="1090">
                  <c:v>44557</c:v>
                </c:pt>
                <c:pt idx="1091">
                  <c:v>44554</c:v>
                </c:pt>
                <c:pt idx="1092">
                  <c:v>44553</c:v>
                </c:pt>
                <c:pt idx="1093">
                  <c:v>44552</c:v>
                </c:pt>
                <c:pt idx="1094">
                  <c:v>44551</c:v>
                </c:pt>
                <c:pt idx="1095">
                  <c:v>44550</c:v>
                </c:pt>
                <c:pt idx="1096">
                  <c:v>44547</c:v>
                </c:pt>
                <c:pt idx="1097">
                  <c:v>44546</c:v>
                </c:pt>
                <c:pt idx="1098">
                  <c:v>44545</c:v>
                </c:pt>
                <c:pt idx="1099">
                  <c:v>44544</c:v>
                </c:pt>
                <c:pt idx="1100">
                  <c:v>44543</c:v>
                </c:pt>
                <c:pt idx="1101">
                  <c:v>44540</c:v>
                </c:pt>
                <c:pt idx="1102">
                  <c:v>44539</c:v>
                </c:pt>
                <c:pt idx="1103">
                  <c:v>44538</c:v>
                </c:pt>
                <c:pt idx="1104">
                  <c:v>44537</c:v>
                </c:pt>
                <c:pt idx="1105">
                  <c:v>44536</c:v>
                </c:pt>
                <c:pt idx="1106">
                  <c:v>44533</c:v>
                </c:pt>
                <c:pt idx="1107">
                  <c:v>44532</c:v>
                </c:pt>
                <c:pt idx="1108">
                  <c:v>44531</c:v>
                </c:pt>
                <c:pt idx="1109">
                  <c:v>44530</c:v>
                </c:pt>
                <c:pt idx="1110">
                  <c:v>44529</c:v>
                </c:pt>
                <c:pt idx="1111">
                  <c:v>44526</c:v>
                </c:pt>
                <c:pt idx="1112">
                  <c:v>44525</c:v>
                </c:pt>
                <c:pt idx="1113">
                  <c:v>44524</c:v>
                </c:pt>
                <c:pt idx="1114">
                  <c:v>44523</c:v>
                </c:pt>
                <c:pt idx="1115">
                  <c:v>44522</c:v>
                </c:pt>
                <c:pt idx="1116">
                  <c:v>44519</c:v>
                </c:pt>
                <c:pt idx="1117">
                  <c:v>44518</c:v>
                </c:pt>
                <c:pt idx="1118">
                  <c:v>44517</c:v>
                </c:pt>
                <c:pt idx="1119">
                  <c:v>44516</c:v>
                </c:pt>
                <c:pt idx="1120">
                  <c:v>44515</c:v>
                </c:pt>
                <c:pt idx="1121">
                  <c:v>44512</c:v>
                </c:pt>
                <c:pt idx="1122">
                  <c:v>44511</c:v>
                </c:pt>
                <c:pt idx="1123">
                  <c:v>44510</c:v>
                </c:pt>
                <c:pt idx="1124">
                  <c:v>44509</c:v>
                </c:pt>
                <c:pt idx="1125">
                  <c:v>44508</c:v>
                </c:pt>
                <c:pt idx="1126">
                  <c:v>44505</c:v>
                </c:pt>
                <c:pt idx="1127">
                  <c:v>44504</c:v>
                </c:pt>
                <c:pt idx="1128">
                  <c:v>44503</c:v>
                </c:pt>
                <c:pt idx="1129">
                  <c:v>44502</c:v>
                </c:pt>
                <c:pt idx="1130">
                  <c:v>44501</c:v>
                </c:pt>
                <c:pt idx="1131">
                  <c:v>44498</c:v>
                </c:pt>
                <c:pt idx="1132">
                  <c:v>44497</c:v>
                </c:pt>
                <c:pt idx="1133">
                  <c:v>44496</c:v>
                </c:pt>
                <c:pt idx="1134">
                  <c:v>44495</c:v>
                </c:pt>
                <c:pt idx="1135">
                  <c:v>44494</c:v>
                </c:pt>
                <c:pt idx="1136">
                  <c:v>44491</c:v>
                </c:pt>
                <c:pt idx="1137">
                  <c:v>44490</c:v>
                </c:pt>
                <c:pt idx="1138">
                  <c:v>44489</c:v>
                </c:pt>
                <c:pt idx="1139">
                  <c:v>44488</c:v>
                </c:pt>
                <c:pt idx="1140">
                  <c:v>44487</c:v>
                </c:pt>
                <c:pt idx="1141">
                  <c:v>44484</c:v>
                </c:pt>
                <c:pt idx="1142">
                  <c:v>44483</c:v>
                </c:pt>
                <c:pt idx="1143">
                  <c:v>44482</c:v>
                </c:pt>
                <c:pt idx="1144">
                  <c:v>44481</c:v>
                </c:pt>
                <c:pt idx="1145">
                  <c:v>44477</c:v>
                </c:pt>
                <c:pt idx="1146">
                  <c:v>44476</c:v>
                </c:pt>
                <c:pt idx="1147">
                  <c:v>44475</c:v>
                </c:pt>
                <c:pt idx="1148">
                  <c:v>44474</c:v>
                </c:pt>
                <c:pt idx="1149">
                  <c:v>44470</c:v>
                </c:pt>
                <c:pt idx="1150">
                  <c:v>44469</c:v>
                </c:pt>
                <c:pt idx="1151">
                  <c:v>44468</c:v>
                </c:pt>
                <c:pt idx="1152">
                  <c:v>44467</c:v>
                </c:pt>
                <c:pt idx="1153">
                  <c:v>44466</c:v>
                </c:pt>
                <c:pt idx="1154">
                  <c:v>44463</c:v>
                </c:pt>
                <c:pt idx="1155">
                  <c:v>44462</c:v>
                </c:pt>
                <c:pt idx="1156">
                  <c:v>44456</c:v>
                </c:pt>
                <c:pt idx="1157">
                  <c:v>44455</c:v>
                </c:pt>
                <c:pt idx="1158">
                  <c:v>44454</c:v>
                </c:pt>
                <c:pt idx="1159">
                  <c:v>44453</c:v>
                </c:pt>
                <c:pt idx="1160">
                  <c:v>44452</c:v>
                </c:pt>
                <c:pt idx="1161">
                  <c:v>44449</c:v>
                </c:pt>
                <c:pt idx="1162">
                  <c:v>44448</c:v>
                </c:pt>
                <c:pt idx="1163">
                  <c:v>44447</c:v>
                </c:pt>
                <c:pt idx="1164">
                  <c:v>44446</c:v>
                </c:pt>
                <c:pt idx="1165">
                  <c:v>44445</c:v>
                </c:pt>
                <c:pt idx="1166">
                  <c:v>44442</c:v>
                </c:pt>
                <c:pt idx="1167">
                  <c:v>44441</c:v>
                </c:pt>
                <c:pt idx="1168">
                  <c:v>44440</c:v>
                </c:pt>
                <c:pt idx="1169">
                  <c:v>44439</c:v>
                </c:pt>
                <c:pt idx="1170">
                  <c:v>44438</c:v>
                </c:pt>
                <c:pt idx="1171">
                  <c:v>44435</c:v>
                </c:pt>
                <c:pt idx="1172">
                  <c:v>44434</c:v>
                </c:pt>
                <c:pt idx="1173">
                  <c:v>44433</c:v>
                </c:pt>
                <c:pt idx="1174">
                  <c:v>44432</c:v>
                </c:pt>
                <c:pt idx="1175">
                  <c:v>44431</c:v>
                </c:pt>
                <c:pt idx="1176">
                  <c:v>44428</c:v>
                </c:pt>
                <c:pt idx="1177">
                  <c:v>44427</c:v>
                </c:pt>
                <c:pt idx="1178">
                  <c:v>44426</c:v>
                </c:pt>
                <c:pt idx="1179">
                  <c:v>44425</c:v>
                </c:pt>
                <c:pt idx="1180">
                  <c:v>44421</c:v>
                </c:pt>
                <c:pt idx="1181">
                  <c:v>44420</c:v>
                </c:pt>
                <c:pt idx="1182">
                  <c:v>44419</c:v>
                </c:pt>
                <c:pt idx="1183">
                  <c:v>44418</c:v>
                </c:pt>
                <c:pt idx="1184">
                  <c:v>44417</c:v>
                </c:pt>
                <c:pt idx="1185">
                  <c:v>44414</c:v>
                </c:pt>
                <c:pt idx="1186">
                  <c:v>44413</c:v>
                </c:pt>
                <c:pt idx="1187">
                  <c:v>44412</c:v>
                </c:pt>
                <c:pt idx="1188">
                  <c:v>44411</c:v>
                </c:pt>
                <c:pt idx="1189">
                  <c:v>44410</c:v>
                </c:pt>
                <c:pt idx="1190">
                  <c:v>44407</c:v>
                </c:pt>
                <c:pt idx="1191">
                  <c:v>44406</c:v>
                </c:pt>
                <c:pt idx="1192">
                  <c:v>44405</c:v>
                </c:pt>
                <c:pt idx="1193">
                  <c:v>44404</c:v>
                </c:pt>
                <c:pt idx="1194">
                  <c:v>44403</c:v>
                </c:pt>
                <c:pt idx="1195">
                  <c:v>44400</c:v>
                </c:pt>
                <c:pt idx="1196">
                  <c:v>44399</c:v>
                </c:pt>
                <c:pt idx="1197">
                  <c:v>44398</c:v>
                </c:pt>
                <c:pt idx="1198">
                  <c:v>44397</c:v>
                </c:pt>
                <c:pt idx="1199">
                  <c:v>44396</c:v>
                </c:pt>
                <c:pt idx="1200">
                  <c:v>44393</c:v>
                </c:pt>
                <c:pt idx="1201">
                  <c:v>44392</c:v>
                </c:pt>
                <c:pt idx="1202">
                  <c:v>44391</c:v>
                </c:pt>
                <c:pt idx="1203">
                  <c:v>44390</c:v>
                </c:pt>
                <c:pt idx="1204">
                  <c:v>44389</c:v>
                </c:pt>
                <c:pt idx="1205">
                  <c:v>44386</c:v>
                </c:pt>
                <c:pt idx="1206">
                  <c:v>44385</c:v>
                </c:pt>
                <c:pt idx="1207">
                  <c:v>44384</c:v>
                </c:pt>
                <c:pt idx="1208">
                  <c:v>44383</c:v>
                </c:pt>
                <c:pt idx="1209">
                  <c:v>44382</c:v>
                </c:pt>
                <c:pt idx="1210">
                  <c:v>44379</c:v>
                </c:pt>
                <c:pt idx="1211">
                  <c:v>44378</c:v>
                </c:pt>
                <c:pt idx="1212">
                  <c:v>44377</c:v>
                </c:pt>
                <c:pt idx="1213">
                  <c:v>44376</c:v>
                </c:pt>
                <c:pt idx="1214">
                  <c:v>44375</c:v>
                </c:pt>
                <c:pt idx="1215">
                  <c:v>44372</c:v>
                </c:pt>
                <c:pt idx="1216">
                  <c:v>44371</c:v>
                </c:pt>
                <c:pt idx="1217">
                  <c:v>44370</c:v>
                </c:pt>
                <c:pt idx="1218">
                  <c:v>44369</c:v>
                </c:pt>
                <c:pt idx="1219">
                  <c:v>44368</c:v>
                </c:pt>
                <c:pt idx="1220">
                  <c:v>44365</c:v>
                </c:pt>
                <c:pt idx="1221">
                  <c:v>44364</c:v>
                </c:pt>
                <c:pt idx="1222">
                  <c:v>44363</c:v>
                </c:pt>
                <c:pt idx="1223">
                  <c:v>44362</c:v>
                </c:pt>
                <c:pt idx="1224">
                  <c:v>44361</c:v>
                </c:pt>
                <c:pt idx="1225">
                  <c:v>44358</c:v>
                </c:pt>
                <c:pt idx="1226">
                  <c:v>44357</c:v>
                </c:pt>
                <c:pt idx="1227">
                  <c:v>44356</c:v>
                </c:pt>
                <c:pt idx="1228">
                  <c:v>44355</c:v>
                </c:pt>
                <c:pt idx="1229">
                  <c:v>44354</c:v>
                </c:pt>
                <c:pt idx="1230">
                  <c:v>44351</c:v>
                </c:pt>
                <c:pt idx="1231">
                  <c:v>44350</c:v>
                </c:pt>
                <c:pt idx="1232">
                  <c:v>44349</c:v>
                </c:pt>
                <c:pt idx="1233">
                  <c:v>44348</c:v>
                </c:pt>
                <c:pt idx="1234">
                  <c:v>44347</c:v>
                </c:pt>
                <c:pt idx="1235">
                  <c:v>44344</c:v>
                </c:pt>
                <c:pt idx="1236">
                  <c:v>44343</c:v>
                </c:pt>
                <c:pt idx="1237">
                  <c:v>44342</c:v>
                </c:pt>
                <c:pt idx="1238">
                  <c:v>44341</c:v>
                </c:pt>
                <c:pt idx="1239">
                  <c:v>44340</c:v>
                </c:pt>
                <c:pt idx="1240">
                  <c:v>44337</c:v>
                </c:pt>
                <c:pt idx="1241">
                  <c:v>44336</c:v>
                </c:pt>
                <c:pt idx="1242">
                  <c:v>44334</c:v>
                </c:pt>
                <c:pt idx="1243">
                  <c:v>44333</c:v>
                </c:pt>
                <c:pt idx="1244">
                  <c:v>44330</c:v>
                </c:pt>
                <c:pt idx="1245">
                  <c:v>44329</c:v>
                </c:pt>
                <c:pt idx="1246">
                  <c:v>44328</c:v>
                </c:pt>
                <c:pt idx="1247">
                  <c:v>44327</c:v>
                </c:pt>
                <c:pt idx="1248">
                  <c:v>44326</c:v>
                </c:pt>
                <c:pt idx="1249">
                  <c:v>44323</c:v>
                </c:pt>
                <c:pt idx="1250">
                  <c:v>44322</c:v>
                </c:pt>
                <c:pt idx="1251">
                  <c:v>44320</c:v>
                </c:pt>
                <c:pt idx="1252">
                  <c:v>44319</c:v>
                </c:pt>
                <c:pt idx="1253">
                  <c:v>44316</c:v>
                </c:pt>
                <c:pt idx="1254">
                  <c:v>44315</c:v>
                </c:pt>
                <c:pt idx="1255">
                  <c:v>44314</c:v>
                </c:pt>
                <c:pt idx="1256">
                  <c:v>44313</c:v>
                </c:pt>
                <c:pt idx="1257">
                  <c:v>44312</c:v>
                </c:pt>
                <c:pt idx="1258">
                  <c:v>44309</c:v>
                </c:pt>
                <c:pt idx="1259">
                  <c:v>44308</c:v>
                </c:pt>
                <c:pt idx="1260">
                  <c:v>44307</c:v>
                </c:pt>
                <c:pt idx="1261">
                  <c:v>44306</c:v>
                </c:pt>
                <c:pt idx="1262">
                  <c:v>44305</c:v>
                </c:pt>
                <c:pt idx="1263">
                  <c:v>44302</c:v>
                </c:pt>
                <c:pt idx="1264">
                  <c:v>44301</c:v>
                </c:pt>
                <c:pt idx="1265">
                  <c:v>44300</c:v>
                </c:pt>
                <c:pt idx="1266">
                  <c:v>44299</c:v>
                </c:pt>
                <c:pt idx="1267">
                  <c:v>44298</c:v>
                </c:pt>
                <c:pt idx="1268">
                  <c:v>44295</c:v>
                </c:pt>
                <c:pt idx="1269">
                  <c:v>44294</c:v>
                </c:pt>
                <c:pt idx="1270">
                  <c:v>44293</c:v>
                </c:pt>
                <c:pt idx="1271">
                  <c:v>44292</c:v>
                </c:pt>
                <c:pt idx="1272">
                  <c:v>44291</c:v>
                </c:pt>
                <c:pt idx="1273">
                  <c:v>44288</c:v>
                </c:pt>
                <c:pt idx="1274">
                  <c:v>44287</c:v>
                </c:pt>
                <c:pt idx="1275">
                  <c:v>44286</c:v>
                </c:pt>
                <c:pt idx="1276">
                  <c:v>44285</c:v>
                </c:pt>
                <c:pt idx="1277">
                  <c:v>44284</c:v>
                </c:pt>
                <c:pt idx="1278">
                  <c:v>44281</c:v>
                </c:pt>
                <c:pt idx="1279">
                  <c:v>44280</c:v>
                </c:pt>
                <c:pt idx="1280">
                  <c:v>44279</c:v>
                </c:pt>
                <c:pt idx="1281">
                  <c:v>44278</c:v>
                </c:pt>
                <c:pt idx="1282">
                  <c:v>44277</c:v>
                </c:pt>
                <c:pt idx="1283">
                  <c:v>44274</c:v>
                </c:pt>
                <c:pt idx="1284">
                  <c:v>44273</c:v>
                </c:pt>
                <c:pt idx="1285">
                  <c:v>44272</c:v>
                </c:pt>
                <c:pt idx="1286">
                  <c:v>44271</c:v>
                </c:pt>
                <c:pt idx="1287">
                  <c:v>44270</c:v>
                </c:pt>
                <c:pt idx="1288">
                  <c:v>44267</c:v>
                </c:pt>
                <c:pt idx="1289">
                  <c:v>44266</c:v>
                </c:pt>
                <c:pt idx="1290">
                  <c:v>44265</c:v>
                </c:pt>
                <c:pt idx="1291">
                  <c:v>44264</c:v>
                </c:pt>
                <c:pt idx="1292">
                  <c:v>44263</c:v>
                </c:pt>
                <c:pt idx="1293">
                  <c:v>44260</c:v>
                </c:pt>
                <c:pt idx="1294">
                  <c:v>44259</c:v>
                </c:pt>
                <c:pt idx="1295">
                  <c:v>44258</c:v>
                </c:pt>
                <c:pt idx="1296">
                  <c:v>44257</c:v>
                </c:pt>
                <c:pt idx="1297">
                  <c:v>44253</c:v>
                </c:pt>
                <c:pt idx="1298">
                  <c:v>44252</c:v>
                </c:pt>
                <c:pt idx="1299">
                  <c:v>44251</c:v>
                </c:pt>
                <c:pt idx="1300">
                  <c:v>44250</c:v>
                </c:pt>
                <c:pt idx="1301">
                  <c:v>44249</c:v>
                </c:pt>
                <c:pt idx="1302">
                  <c:v>44246</c:v>
                </c:pt>
                <c:pt idx="1303">
                  <c:v>44245</c:v>
                </c:pt>
                <c:pt idx="1304">
                  <c:v>44244</c:v>
                </c:pt>
                <c:pt idx="1305">
                  <c:v>44243</c:v>
                </c:pt>
                <c:pt idx="1306">
                  <c:v>44242</c:v>
                </c:pt>
                <c:pt idx="1307">
                  <c:v>44237</c:v>
                </c:pt>
                <c:pt idx="1308">
                  <c:v>44236</c:v>
                </c:pt>
                <c:pt idx="1309">
                  <c:v>44235</c:v>
                </c:pt>
                <c:pt idx="1310">
                  <c:v>44232</c:v>
                </c:pt>
                <c:pt idx="1311">
                  <c:v>44231</c:v>
                </c:pt>
                <c:pt idx="1312">
                  <c:v>44230</c:v>
                </c:pt>
                <c:pt idx="1313">
                  <c:v>44229</c:v>
                </c:pt>
                <c:pt idx="1314">
                  <c:v>44228</c:v>
                </c:pt>
                <c:pt idx="1315">
                  <c:v>44225</c:v>
                </c:pt>
                <c:pt idx="1316">
                  <c:v>44224</c:v>
                </c:pt>
                <c:pt idx="1317">
                  <c:v>44223</c:v>
                </c:pt>
                <c:pt idx="1318">
                  <c:v>44222</c:v>
                </c:pt>
                <c:pt idx="1319">
                  <c:v>44221</c:v>
                </c:pt>
                <c:pt idx="1320">
                  <c:v>44218</c:v>
                </c:pt>
                <c:pt idx="1321">
                  <c:v>44217</c:v>
                </c:pt>
                <c:pt idx="1322">
                  <c:v>44216</c:v>
                </c:pt>
                <c:pt idx="1323">
                  <c:v>44215</c:v>
                </c:pt>
                <c:pt idx="1324">
                  <c:v>44214</c:v>
                </c:pt>
                <c:pt idx="1325">
                  <c:v>44211</c:v>
                </c:pt>
                <c:pt idx="1326">
                  <c:v>44210</c:v>
                </c:pt>
                <c:pt idx="1327">
                  <c:v>44209</c:v>
                </c:pt>
                <c:pt idx="1328">
                  <c:v>44208</c:v>
                </c:pt>
                <c:pt idx="1329">
                  <c:v>44207</c:v>
                </c:pt>
                <c:pt idx="1330">
                  <c:v>44204</c:v>
                </c:pt>
                <c:pt idx="1331">
                  <c:v>44203</c:v>
                </c:pt>
                <c:pt idx="1332">
                  <c:v>44202</c:v>
                </c:pt>
                <c:pt idx="1333">
                  <c:v>44201</c:v>
                </c:pt>
                <c:pt idx="1334">
                  <c:v>44200</c:v>
                </c:pt>
                <c:pt idx="1335">
                  <c:v>44195</c:v>
                </c:pt>
                <c:pt idx="1336">
                  <c:v>44194</c:v>
                </c:pt>
                <c:pt idx="1337">
                  <c:v>44193</c:v>
                </c:pt>
                <c:pt idx="1338">
                  <c:v>44189</c:v>
                </c:pt>
                <c:pt idx="1339">
                  <c:v>44188</c:v>
                </c:pt>
                <c:pt idx="1340">
                  <c:v>44187</c:v>
                </c:pt>
                <c:pt idx="1341">
                  <c:v>44186</c:v>
                </c:pt>
                <c:pt idx="1342">
                  <c:v>44183</c:v>
                </c:pt>
                <c:pt idx="1343">
                  <c:v>44182</c:v>
                </c:pt>
                <c:pt idx="1344">
                  <c:v>44181</c:v>
                </c:pt>
                <c:pt idx="1345">
                  <c:v>44180</c:v>
                </c:pt>
                <c:pt idx="1346">
                  <c:v>44179</c:v>
                </c:pt>
                <c:pt idx="1347">
                  <c:v>44176</c:v>
                </c:pt>
                <c:pt idx="1348">
                  <c:v>44175</c:v>
                </c:pt>
                <c:pt idx="1349">
                  <c:v>44174</c:v>
                </c:pt>
                <c:pt idx="1350">
                  <c:v>44173</c:v>
                </c:pt>
                <c:pt idx="1351">
                  <c:v>44172</c:v>
                </c:pt>
                <c:pt idx="1352">
                  <c:v>44169</c:v>
                </c:pt>
                <c:pt idx="1353">
                  <c:v>44168</c:v>
                </c:pt>
                <c:pt idx="1354">
                  <c:v>44167</c:v>
                </c:pt>
                <c:pt idx="1355">
                  <c:v>44166</c:v>
                </c:pt>
                <c:pt idx="1356">
                  <c:v>44165</c:v>
                </c:pt>
                <c:pt idx="1357">
                  <c:v>44162</c:v>
                </c:pt>
                <c:pt idx="1358">
                  <c:v>44161</c:v>
                </c:pt>
                <c:pt idx="1359">
                  <c:v>44160</c:v>
                </c:pt>
                <c:pt idx="1360">
                  <c:v>44159</c:v>
                </c:pt>
                <c:pt idx="1361">
                  <c:v>44158</c:v>
                </c:pt>
                <c:pt idx="1362">
                  <c:v>44155</c:v>
                </c:pt>
                <c:pt idx="1363">
                  <c:v>44154</c:v>
                </c:pt>
                <c:pt idx="1364">
                  <c:v>44153</c:v>
                </c:pt>
                <c:pt idx="1365">
                  <c:v>44152</c:v>
                </c:pt>
                <c:pt idx="1366">
                  <c:v>44151</c:v>
                </c:pt>
                <c:pt idx="1367">
                  <c:v>44148</c:v>
                </c:pt>
                <c:pt idx="1368">
                  <c:v>44147</c:v>
                </c:pt>
                <c:pt idx="1369">
                  <c:v>44146</c:v>
                </c:pt>
                <c:pt idx="1370">
                  <c:v>44145</c:v>
                </c:pt>
                <c:pt idx="1371">
                  <c:v>44144</c:v>
                </c:pt>
                <c:pt idx="1372">
                  <c:v>44141</c:v>
                </c:pt>
                <c:pt idx="1373">
                  <c:v>44140</c:v>
                </c:pt>
                <c:pt idx="1374">
                  <c:v>44139</c:v>
                </c:pt>
                <c:pt idx="1375">
                  <c:v>44138</c:v>
                </c:pt>
                <c:pt idx="1376">
                  <c:v>44137</c:v>
                </c:pt>
                <c:pt idx="1377">
                  <c:v>44134</c:v>
                </c:pt>
                <c:pt idx="1378">
                  <c:v>44133</c:v>
                </c:pt>
                <c:pt idx="1379">
                  <c:v>44132</c:v>
                </c:pt>
                <c:pt idx="1380">
                  <c:v>44131</c:v>
                </c:pt>
                <c:pt idx="1381">
                  <c:v>44130</c:v>
                </c:pt>
                <c:pt idx="1382">
                  <c:v>44127</c:v>
                </c:pt>
                <c:pt idx="1383">
                  <c:v>44126</c:v>
                </c:pt>
                <c:pt idx="1384">
                  <c:v>44125</c:v>
                </c:pt>
                <c:pt idx="1385">
                  <c:v>44124</c:v>
                </c:pt>
                <c:pt idx="1386">
                  <c:v>44123</c:v>
                </c:pt>
                <c:pt idx="1387">
                  <c:v>44120</c:v>
                </c:pt>
                <c:pt idx="1388">
                  <c:v>44119</c:v>
                </c:pt>
                <c:pt idx="1389">
                  <c:v>44118</c:v>
                </c:pt>
                <c:pt idx="1390">
                  <c:v>44117</c:v>
                </c:pt>
                <c:pt idx="1391">
                  <c:v>44116</c:v>
                </c:pt>
                <c:pt idx="1392">
                  <c:v>44112</c:v>
                </c:pt>
                <c:pt idx="1393">
                  <c:v>44111</c:v>
                </c:pt>
                <c:pt idx="1394">
                  <c:v>44110</c:v>
                </c:pt>
                <c:pt idx="1395">
                  <c:v>44109</c:v>
                </c:pt>
                <c:pt idx="1396">
                  <c:v>44103</c:v>
                </c:pt>
                <c:pt idx="1397">
                  <c:v>44102</c:v>
                </c:pt>
                <c:pt idx="1398">
                  <c:v>44099</c:v>
                </c:pt>
                <c:pt idx="1399">
                  <c:v>44098</c:v>
                </c:pt>
                <c:pt idx="1400">
                  <c:v>44097</c:v>
                </c:pt>
                <c:pt idx="1401">
                  <c:v>44096</c:v>
                </c:pt>
                <c:pt idx="1402">
                  <c:v>44095</c:v>
                </c:pt>
                <c:pt idx="1403">
                  <c:v>44092</c:v>
                </c:pt>
                <c:pt idx="1404">
                  <c:v>44091</c:v>
                </c:pt>
                <c:pt idx="1405">
                  <c:v>44090</c:v>
                </c:pt>
                <c:pt idx="1406">
                  <c:v>44089</c:v>
                </c:pt>
                <c:pt idx="1407">
                  <c:v>44088</c:v>
                </c:pt>
                <c:pt idx="1408">
                  <c:v>44085</c:v>
                </c:pt>
                <c:pt idx="1409">
                  <c:v>44084</c:v>
                </c:pt>
                <c:pt idx="1410">
                  <c:v>44083</c:v>
                </c:pt>
                <c:pt idx="1411">
                  <c:v>44082</c:v>
                </c:pt>
                <c:pt idx="1412">
                  <c:v>44081</c:v>
                </c:pt>
                <c:pt idx="1413">
                  <c:v>44078</c:v>
                </c:pt>
                <c:pt idx="1414">
                  <c:v>44077</c:v>
                </c:pt>
                <c:pt idx="1415">
                  <c:v>44076</c:v>
                </c:pt>
                <c:pt idx="1416">
                  <c:v>44075</c:v>
                </c:pt>
                <c:pt idx="1417">
                  <c:v>44074</c:v>
                </c:pt>
                <c:pt idx="1418">
                  <c:v>44071</c:v>
                </c:pt>
                <c:pt idx="1419">
                  <c:v>44070</c:v>
                </c:pt>
                <c:pt idx="1420">
                  <c:v>44069</c:v>
                </c:pt>
                <c:pt idx="1421">
                  <c:v>44068</c:v>
                </c:pt>
                <c:pt idx="1422">
                  <c:v>44067</c:v>
                </c:pt>
                <c:pt idx="1423">
                  <c:v>44064</c:v>
                </c:pt>
                <c:pt idx="1424">
                  <c:v>44063</c:v>
                </c:pt>
                <c:pt idx="1425">
                  <c:v>44062</c:v>
                </c:pt>
                <c:pt idx="1426">
                  <c:v>44061</c:v>
                </c:pt>
                <c:pt idx="1427">
                  <c:v>44057</c:v>
                </c:pt>
                <c:pt idx="1428">
                  <c:v>44056</c:v>
                </c:pt>
                <c:pt idx="1429">
                  <c:v>44055</c:v>
                </c:pt>
                <c:pt idx="1430">
                  <c:v>44054</c:v>
                </c:pt>
                <c:pt idx="1431">
                  <c:v>44053</c:v>
                </c:pt>
                <c:pt idx="1432">
                  <c:v>44050</c:v>
                </c:pt>
                <c:pt idx="1433">
                  <c:v>44049</c:v>
                </c:pt>
                <c:pt idx="1434">
                  <c:v>44048</c:v>
                </c:pt>
                <c:pt idx="1435">
                  <c:v>44047</c:v>
                </c:pt>
                <c:pt idx="1436">
                  <c:v>44046</c:v>
                </c:pt>
                <c:pt idx="1437">
                  <c:v>44043</c:v>
                </c:pt>
                <c:pt idx="1438">
                  <c:v>44042</c:v>
                </c:pt>
                <c:pt idx="1439">
                  <c:v>44041</c:v>
                </c:pt>
                <c:pt idx="1440">
                  <c:v>44040</c:v>
                </c:pt>
                <c:pt idx="1441">
                  <c:v>44039</c:v>
                </c:pt>
                <c:pt idx="1442">
                  <c:v>44036</c:v>
                </c:pt>
                <c:pt idx="1443">
                  <c:v>44035</c:v>
                </c:pt>
                <c:pt idx="1444">
                  <c:v>44034</c:v>
                </c:pt>
                <c:pt idx="1445">
                  <c:v>44033</c:v>
                </c:pt>
                <c:pt idx="1446">
                  <c:v>44032</c:v>
                </c:pt>
                <c:pt idx="1447">
                  <c:v>44029</c:v>
                </c:pt>
                <c:pt idx="1448">
                  <c:v>44028</c:v>
                </c:pt>
                <c:pt idx="1449">
                  <c:v>44027</c:v>
                </c:pt>
                <c:pt idx="1450">
                  <c:v>44026</c:v>
                </c:pt>
                <c:pt idx="1451">
                  <c:v>44025</c:v>
                </c:pt>
                <c:pt idx="1452">
                  <c:v>44022</c:v>
                </c:pt>
                <c:pt idx="1453">
                  <c:v>44021</c:v>
                </c:pt>
                <c:pt idx="1454">
                  <c:v>44020</c:v>
                </c:pt>
                <c:pt idx="1455">
                  <c:v>44019</c:v>
                </c:pt>
                <c:pt idx="1456">
                  <c:v>44018</c:v>
                </c:pt>
                <c:pt idx="1457">
                  <c:v>44015</c:v>
                </c:pt>
                <c:pt idx="1458">
                  <c:v>44014</c:v>
                </c:pt>
                <c:pt idx="1459">
                  <c:v>44013</c:v>
                </c:pt>
                <c:pt idx="1460">
                  <c:v>44012</c:v>
                </c:pt>
                <c:pt idx="1461">
                  <c:v>44011</c:v>
                </c:pt>
                <c:pt idx="1462">
                  <c:v>44008</c:v>
                </c:pt>
                <c:pt idx="1463">
                  <c:v>44007</c:v>
                </c:pt>
                <c:pt idx="1464">
                  <c:v>44006</c:v>
                </c:pt>
                <c:pt idx="1465">
                  <c:v>44005</c:v>
                </c:pt>
                <c:pt idx="1466">
                  <c:v>44004</c:v>
                </c:pt>
                <c:pt idx="1467">
                  <c:v>44001</c:v>
                </c:pt>
                <c:pt idx="1468">
                  <c:v>44000</c:v>
                </c:pt>
                <c:pt idx="1469">
                  <c:v>43999</c:v>
                </c:pt>
                <c:pt idx="1470">
                  <c:v>43998</c:v>
                </c:pt>
                <c:pt idx="1471">
                  <c:v>43997</c:v>
                </c:pt>
                <c:pt idx="1472">
                  <c:v>43994</c:v>
                </c:pt>
                <c:pt idx="1473">
                  <c:v>43993</c:v>
                </c:pt>
                <c:pt idx="1474">
                  <c:v>43992</c:v>
                </c:pt>
                <c:pt idx="1475">
                  <c:v>43991</c:v>
                </c:pt>
                <c:pt idx="1476">
                  <c:v>43990</c:v>
                </c:pt>
                <c:pt idx="1477">
                  <c:v>43987</c:v>
                </c:pt>
                <c:pt idx="1478">
                  <c:v>43986</c:v>
                </c:pt>
                <c:pt idx="1479">
                  <c:v>43985</c:v>
                </c:pt>
                <c:pt idx="1480">
                  <c:v>43984</c:v>
                </c:pt>
                <c:pt idx="1481">
                  <c:v>43983</c:v>
                </c:pt>
                <c:pt idx="1482">
                  <c:v>43980</c:v>
                </c:pt>
                <c:pt idx="1483">
                  <c:v>43979</c:v>
                </c:pt>
                <c:pt idx="1484">
                  <c:v>43978</c:v>
                </c:pt>
                <c:pt idx="1485">
                  <c:v>43977</c:v>
                </c:pt>
                <c:pt idx="1486">
                  <c:v>43976</c:v>
                </c:pt>
                <c:pt idx="1487">
                  <c:v>43973</c:v>
                </c:pt>
                <c:pt idx="1488">
                  <c:v>43972</c:v>
                </c:pt>
                <c:pt idx="1489">
                  <c:v>43971</c:v>
                </c:pt>
                <c:pt idx="1490">
                  <c:v>43970</c:v>
                </c:pt>
                <c:pt idx="1491">
                  <c:v>43969</c:v>
                </c:pt>
                <c:pt idx="1492">
                  <c:v>43966</c:v>
                </c:pt>
                <c:pt idx="1493">
                  <c:v>43965</c:v>
                </c:pt>
                <c:pt idx="1494">
                  <c:v>43964</c:v>
                </c:pt>
                <c:pt idx="1495">
                  <c:v>43963</c:v>
                </c:pt>
                <c:pt idx="1496">
                  <c:v>43962</c:v>
                </c:pt>
                <c:pt idx="1497">
                  <c:v>43959</c:v>
                </c:pt>
                <c:pt idx="1498">
                  <c:v>43958</c:v>
                </c:pt>
                <c:pt idx="1499">
                  <c:v>43957</c:v>
                </c:pt>
                <c:pt idx="1500">
                  <c:v>43955</c:v>
                </c:pt>
                <c:pt idx="1501">
                  <c:v>43950</c:v>
                </c:pt>
                <c:pt idx="1502">
                  <c:v>43949</c:v>
                </c:pt>
                <c:pt idx="1503">
                  <c:v>43948</c:v>
                </c:pt>
                <c:pt idx="1504">
                  <c:v>43945</c:v>
                </c:pt>
                <c:pt idx="1505">
                  <c:v>43944</c:v>
                </c:pt>
                <c:pt idx="1506">
                  <c:v>43943</c:v>
                </c:pt>
                <c:pt idx="1507">
                  <c:v>43942</c:v>
                </c:pt>
                <c:pt idx="1508">
                  <c:v>43941</c:v>
                </c:pt>
                <c:pt idx="1509">
                  <c:v>43938</c:v>
                </c:pt>
                <c:pt idx="1510">
                  <c:v>43937</c:v>
                </c:pt>
                <c:pt idx="1511">
                  <c:v>43935</c:v>
                </c:pt>
                <c:pt idx="1512">
                  <c:v>43934</c:v>
                </c:pt>
                <c:pt idx="1513">
                  <c:v>43931</c:v>
                </c:pt>
                <c:pt idx="1514">
                  <c:v>43930</c:v>
                </c:pt>
                <c:pt idx="1515">
                  <c:v>43929</c:v>
                </c:pt>
                <c:pt idx="1516">
                  <c:v>43928</c:v>
                </c:pt>
                <c:pt idx="1517">
                  <c:v>43927</c:v>
                </c:pt>
                <c:pt idx="1518">
                  <c:v>43924</c:v>
                </c:pt>
                <c:pt idx="1519">
                  <c:v>43923</c:v>
                </c:pt>
                <c:pt idx="1520">
                  <c:v>43922</c:v>
                </c:pt>
                <c:pt idx="1521">
                  <c:v>43921</c:v>
                </c:pt>
                <c:pt idx="1522">
                  <c:v>43920</c:v>
                </c:pt>
                <c:pt idx="1523">
                  <c:v>43917</c:v>
                </c:pt>
                <c:pt idx="1524">
                  <c:v>43916</c:v>
                </c:pt>
                <c:pt idx="1525">
                  <c:v>43915</c:v>
                </c:pt>
                <c:pt idx="1526">
                  <c:v>43914</c:v>
                </c:pt>
                <c:pt idx="1527">
                  <c:v>43913</c:v>
                </c:pt>
                <c:pt idx="1528">
                  <c:v>43910</c:v>
                </c:pt>
                <c:pt idx="1529">
                  <c:v>43909</c:v>
                </c:pt>
                <c:pt idx="1530">
                  <c:v>43908</c:v>
                </c:pt>
                <c:pt idx="1531">
                  <c:v>43907</c:v>
                </c:pt>
                <c:pt idx="1532">
                  <c:v>43906</c:v>
                </c:pt>
                <c:pt idx="1533">
                  <c:v>43903</c:v>
                </c:pt>
                <c:pt idx="1534">
                  <c:v>43902</c:v>
                </c:pt>
                <c:pt idx="1535">
                  <c:v>43901</c:v>
                </c:pt>
                <c:pt idx="1536">
                  <c:v>43900</c:v>
                </c:pt>
                <c:pt idx="1537">
                  <c:v>43899</c:v>
                </c:pt>
                <c:pt idx="1538">
                  <c:v>43896</c:v>
                </c:pt>
                <c:pt idx="1539">
                  <c:v>43895</c:v>
                </c:pt>
                <c:pt idx="1540">
                  <c:v>43894</c:v>
                </c:pt>
                <c:pt idx="1541">
                  <c:v>43893</c:v>
                </c:pt>
                <c:pt idx="1542">
                  <c:v>43892</c:v>
                </c:pt>
                <c:pt idx="1543">
                  <c:v>43889</c:v>
                </c:pt>
                <c:pt idx="1544">
                  <c:v>43888</c:v>
                </c:pt>
                <c:pt idx="1545">
                  <c:v>43887</c:v>
                </c:pt>
                <c:pt idx="1546">
                  <c:v>43886</c:v>
                </c:pt>
                <c:pt idx="1547">
                  <c:v>43885</c:v>
                </c:pt>
                <c:pt idx="1548">
                  <c:v>43882</c:v>
                </c:pt>
                <c:pt idx="1549">
                  <c:v>43881</c:v>
                </c:pt>
                <c:pt idx="1550">
                  <c:v>43880</c:v>
                </c:pt>
                <c:pt idx="1551">
                  <c:v>43879</c:v>
                </c:pt>
                <c:pt idx="1552">
                  <c:v>43878</c:v>
                </c:pt>
                <c:pt idx="1553">
                  <c:v>43875</c:v>
                </c:pt>
                <c:pt idx="1554">
                  <c:v>43874</c:v>
                </c:pt>
                <c:pt idx="1555">
                  <c:v>43873</c:v>
                </c:pt>
                <c:pt idx="1556">
                  <c:v>43872</c:v>
                </c:pt>
                <c:pt idx="1557">
                  <c:v>43871</c:v>
                </c:pt>
                <c:pt idx="1558">
                  <c:v>43868</c:v>
                </c:pt>
                <c:pt idx="1559">
                  <c:v>43867</c:v>
                </c:pt>
                <c:pt idx="1560">
                  <c:v>43866</c:v>
                </c:pt>
                <c:pt idx="1561">
                  <c:v>43865</c:v>
                </c:pt>
                <c:pt idx="1562">
                  <c:v>43864</c:v>
                </c:pt>
                <c:pt idx="1563">
                  <c:v>43861</c:v>
                </c:pt>
                <c:pt idx="1564">
                  <c:v>43860</c:v>
                </c:pt>
                <c:pt idx="1565">
                  <c:v>43859</c:v>
                </c:pt>
                <c:pt idx="1566">
                  <c:v>43858</c:v>
                </c:pt>
                <c:pt idx="1567">
                  <c:v>43853</c:v>
                </c:pt>
                <c:pt idx="1568">
                  <c:v>43852</c:v>
                </c:pt>
                <c:pt idx="1569">
                  <c:v>43851</c:v>
                </c:pt>
                <c:pt idx="1570">
                  <c:v>43850</c:v>
                </c:pt>
                <c:pt idx="1571">
                  <c:v>43847</c:v>
                </c:pt>
                <c:pt idx="1572">
                  <c:v>43846</c:v>
                </c:pt>
                <c:pt idx="1573">
                  <c:v>43845</c:v>
                </c:pt>
                <c:pt idx="1574">
                  <c:v>43844</c:v>
                </c:pt>
                <c:pt idx="1575">
                  <c:v>43843</c:v>
                </c:pt>
                <c:pt idx="1576">
                  <c:v>43840</c:v>
                </c:pt>
                <c:pt idx="1577">
                  <c:v>43839</c:v>
                </c:pt>
                <c:pt idx="1578">
                  <c:v>43838</c:v>
                </c:pt>
                <c:pt idx="1579">
                  <c:v>43837</c:v>
                </c:pt>
                <c:pt idx="1580">
                  <c:v>43836</c:v>
                </c:pt>
                <c:pt idx="1581">
                  <c:v>43833</c:v>
                </c:pt>
                <c:pt idx="1582">
                  <c:v>43832</c:v>
                </c:pt>
                <c:pt idx="1583">
                  <c:v>43829</c:v>
                </c:pt>
                <c:pt idx="1584">
                  <c:v>43826</c:v>
                </c:pt>
                <c:pt idx="1585">
                  <c:v>43825</c:v>
                </c:pt>
                <c:pt idx="1586">
                  <c:v>43823</c:v>
                </c:pt>
                <c:pt idx="1587">
                  <c:v>43822</c:v>
                </c:pt>
                <c:pt idx="1588">
                  <c:v>43819</c:v>
                </c:pt>
                <c:pt idx="1589">
                  <c:v>43818</c:v>
                </c:pt>
                <c:pt idx="1590">
                  <c:v>43817</c:v>
                </c:pt>
                <c:pt idx="1591">
                  <c:v>43816</c:v>
                </c:pt>
                <c:pt idx="1592">
                  <c:v>43815</c:v>
                </c:pt>
                <c:pt idx="1593">
                  <c:v>43812</c:v>
                </c:pt>
                <c:pt idx="1594">
                  <c:v>43811</c:v>
                </c:pt>
                <c:pt idx="1595">
                  <c:v>43810</c:v>
                </c:pt>
                <c:pt idx="1596">
                  <c:v>43809</c:v>
                </c:pt>
                <c:pt idx="1597">
                  <c:v>43808</c:v>
                </c:pt>
                <c:pt idx="1598">
                  <c:v>43805</c:v>
                </c:pt>
                <c:pt idx="1599">
                  <c:v>43804</c:v>
                </c:pt>
                <c:pt idx="1600">
                  <c:v>43803</c:v>
                </c:pt>
                <c:pt idx="1601">
                  <c:v>43802</c:v>
                </c:pt>
                <c:pt idx="1602">
                  <c:v>43801</c:v>
                </c:pt>
                <c:pt idx="1603">
                  <c:v>43798</c:v>
                </c:pt>
                <c:pt idx="1604">
                  <c:v>43797</c:v>
                </c:pt>
                <c:pt idx="1605">
                  <c:v>43796</c:v>
                </c:pt>
                <c:pt idx="1606">
                  <c:v>43795</c:v>
                </c:pt>
                <c:pt idx="1607">
                  <c:v>43794</c:v>
                </c:pt>
                <c:pt idx="1608">
                  <c:v>43791</c:v>
                </c:pt>
                <c:pt idx="1609">
                  <c:v>43790</c:v>
                </c:pt>
                <c:pt idx="1610">
                  <c:v>43789</c:v>
                </c:pt>
                <c:pt idx="1611">
                  <c:v>43788</c:v>
                </c:pt>
                <c:pt idx="1612">
                  <c:v>43787</c:v>
                </c:pt>
                <c:pt idx="1613">
                  <c:v>43784</c:v>
                </c:pt>
                <c:pt idx="1614">
                  <c:v>43783</c:v>
                </c:pt>
                <c:pt idx="1615">
                  <c:v>43782</c:v>
                </c:pt>
                <c:pt idx="1616">
                  <c:v>43781</c:v>
                </c:pt>
                <c:pt idx="1617">
                  <c:v>43780</c:v>
                </c:pt>
                <c:pt idx="1618">
                  <c:v>43777</c:v>
                </c:pt>
                <c:pt idx="1619">
                  <c:v>43776</c:v>
                </c:pt>
                <c:pt idx="1620">
                  <c:v>43775</c:v>
                </c:pt>
                <c:pt idx="1621">
                  <c:v>43774</c:v>
                </c:pt>
                <c:pt idx="1622">
                  <c:v>43773</c:v>
                </c:pt>
                <c:pt idx="1623">
                  <c:v>43770</c:v>
                </c:pt>
                <c:pt idx="1624">
                  <c:v>43769</c:v>
                </c:pt>
                <c:pt idx="1625">
                  <c:v>43768</c:v>
                </c:pt>
                <c:pt idx="1626">
                  <c:v>43767</c:v>
                </c:pt>
                <c:pt idx="1627">
                  <c:v>43766</c:v>
                </c:pt>
                <c:pt idx="1628">
                  <c:v>43763</c:v>
                </c:pt>
                <c:pt idx="1629">
                  <c:v>43762</c:v>
                </c:pt>
                <c:pt idx="1630">
                  <c:v>43761</c:v>
                </c:pt>
                <c:pt idx="1631">
                  <c:v>43760</c:v>
                </c:pt>
                <c:pt idx="1632">
                  <c:v>43759</c:v>
                </c:pt>
                <c:pt idx="1633">
                  <c:v>43756</c:v>
                </c:pt>
                <c:pt idx="1634">
                  <c:v>43755</c:v>
                </c:pt>
                <c:pt idx="1635">
                  <c:v>43754</c:v>
                </c:pt>
                <c:pt idx="1636">
                  <c:v>43753</c:v>
                </c:pt>
                <c:pt idx="1637">
                  <c:v>43752</c:v>
                </c:pt>
                <c:pt idx="1638">
                  <c:v>43749</c:v>
                </c:pt>
                <c:pt idx="1639">
                  <c:v>43748</c:v>
                </c:pt>
                <c:pt idx="1640">
                  <c:v>43746</c:v>
                </c:pt>
                <c:pt idx="1641">
                  <c:v>43745</c:v>
                </c:pt>
                <c:pt idx="1642">
                  <c:v>43742</c:v>
                </c:pt>
                <c:pt idx="1643">
                  <c:v>43740</c:v>
                </c:pt>
                <c:pt idx="1644">
                  <c:v>43739</c:v>
                </c:pt>
                <c:pt idx="1645">
                  <c:v>43738</c:v>
                </c:pt>
                <c:pt idx="1646">
                  <c:v>43735</c:v>
                </c:pt>
                <c:pt idx="1647">
                  <c:v>43734</c:v>
                </c:pt>
                <c:pt idx="1648">
                  <c:v>43733</c:v>
                </c:pt>
                <c:pt idx="1649">
                  <c:v>43732</c:v>
                </c:pt>
                <c:pt idx="1650">
                  <c:v>43731</c:v>
                </c:pt>
                <c:pt idx="1651">
                  <c:v>43728</c:v>
                </c:pt>
                <c:pt idx="1652">
                  <c:v>43727</c:v>
                </c:pt>
                <c:pt idx="1653">
                  <c:v>43726</c:v>
                </c:pt>
                <c:pt idx="1654">
                  <c:v>43725</c:v>
                </c:pt>
                <c:pt idx="1655">
                  <c:v>43724</c:v>
                </c:pt>
                <c:pt idx="1656">
                  <c:v>43719</c:v>
                </c:pt>
                <c:pt idx="1657">
                  <c:v>43718</c:v>
                </c:pt>
                <c:pt idx="1658">
                  <c:v>43717</c:v>
                </c:pt>
                <c:pt idx="1659">
                  <c:v>43714</c:v>
                </c:pt>
                <c:pt idx="1660">
                  <c:v>43713</c:v>
                </c:pt>
                <c:pt idx="1661">
                  <c:v>43712</c:v>
                </c:pt>
                <c:pt idx="1662">
                  <c:v>43711</c:v>
                </c:pt>
                <c:pt idx="1663">
                  <c:v>43710</c:v>
                </c:pt>
                <c:pt idx="1664">
                  <c:v>43707</c:v>
                </c:pt>
                <c:pt idx="1665">
                  <c:v>43706</c:v>
                </c:pt>
                <c:pt idx="1666">
                  <c:v>43705</c:v>
                </c:pt>
                <c:pt idx="1667">
                  <c:v>43704</c:v>
                </c:pt>
                <c:pt idx="1668">
                  <c:v>43703</c:v>
                </c:pt>
                <c:pt idx="1669">
                  <c:v>43700</c:v>
                </c:pt>
                <c:pt idx="1670">
                  <c:v>43699</c:v>
                </c:pt>
                <c:pt idx="1671">
                  <c:v>43698</c:v>
                </c:pt>
                <c:pt idx="1672">
                  <c:v>43697</c:v>
                </c:pt>
                <c:pt idx="1673">
                  <c:v>43696</c:v>
                </c:pt>
                <c:pt idx="1674">
                  <c:v>43693</c:v>
                </c:pt>
                <c:pt idx="1675">
                  <c:v>43691</c:v>
                </c:pt>
                <c:pt idx="1676">
                  <c:v>43690</c:v>
                </c:pt>
                <c:pt idx="1677">
                  <c:v>43689</c:v>
                </c:pt>
                <c:pt idx="1678">
                  <c:v>43686</c:v>
                </c:pt>
                <c:pt idx="1679">
                  <c:v>43685</c:v>
                </c:pt>
                <c:pt idx="1680">
                  <c:v>43684</c:v>
                </c:pt>
                <c:pt idx="1681">
                  <c:v>43683</c:v>
                </c:pt>
                <c:pt idx="1682">
                  <c:v>43682</c:v>
                </c:pt>
                <c:pt idx="1683">
                  <c:v>43679</c:v>
                </c:pt>
                <c:pt idx="1684">
                  <c:v>43678</c:v>
                </c:pt>
                <c:pt idx="1685">
                  <c:v>43677</c:v>
                </c:pt>
                <c:pt idx="1686">
                  <c:v>43676</c:v>
                </c:pt>
                <c:pt idx="1687">
                  <c:v>43675</c:v>
                </c:pt>
                <c:pt idx="1688">
                  <c:v>43672</c:v>
                </c:pt>
                <c:pt idx="1689">
                  <c:v>43671</c:v>
                </c:pt>
                <c:pt idx="1690">
                  <c:v>43670</c:v>
                </c:pt>
                <c:pt idx="1691">
                  <c:v>43669</c:v>
                </c:pt>
                <c:pt idx="1692">
                  <c:v>43668</c:v>
                </c:pt>
                <c:pt idx="1693">
                  <c:v>43665</c:v>
                </c:pt>
                <c:pt idx="1694">
                  <c:v>43664</c:v>
                </c:pt>
                <c:pt idx="1695">
                  <c:v>43663</c:v>
                </c:pt>
                <c:pt idx="1696">
                  <c:v>43662</c:v>
                </c:pt>
                <c:pt idx="1697">
                  <c:v>43661</c:v>
                </c:pt>
                <c:pt idx="1698">
                  <c:v>43658</c:v>
                </c:pt>
                <c:pt idx="1699">
                  <c:v>43657</c:v>
                </c:pt>
                <c:pt idx="1700">
                  <c:v>43656</c:v>
                </c:pt>
                <c:pt idx="1701">
                  <c:v>43655</c:v>
                </c:pt>
                <c:pt idx="1702">
                  <c:v>43654</c:v>
                </c:pt>
                <c:pt idx="1703">
                  <c:v>43651</c:v>
                </c:pt>
                <c:pt idx="1704">
                  <c:v>43650</c:v>
                </c:pt>
                <c:pt idx="1705">
                  <c:v>43649</c:v>
                </c:pt>
                <c:pt idx="1706">
                  <c:v>43648</c:v>
                </c:pt>
                <c:pt idx="1707">
                  <c:v>43647</c:v>
                </c:pt>
                <c:pt idx="1708">
                  <c:v>43644</c:v>
                </c:pt>
                <c:pt idx="1709">
                  <c:v>43643</c:v>
                </c:pt>
                <c:pt idx="1710">
                  <c:v>43642</c:v>
                </c:pt>
                <c:pt idx="1711">
                  <c:v>43641</c:v>
                </c:pt>
                <c:pt idx="1712">
                  <c:v>43640</c:v>
                </c:pt>
                <c:pt idx="1713">
                  <c:v>43637</c:v>
                </c:pt>
                <c:pt idx="1714">
                  <c:v>43636</c:v>
                </c:pt>
                <c:pt idx="1715">
                  <c:v>43635</c:v>
                </c:pt>
                <c:pt idx="1716">
                  <c:v>43634</c:v>
                </c:pt>
                <c:pt idx="1717">
                  <c:v>43633</c:v>
                </c:pt>
                <c:pt idx="1718">
                  <c:v>43630</c:v>
                </c:pt>
                <c:pt idx="1719">
                  <c:v>43629</c:v>
                </c:pt>
                <c:pt idx="1720">
                  <c:v>43628</c:v>
                </c:pt>
                <c:pt idx="1721">
                  <c:v>43627</c:v>
                </c:pt>
                <c:pt idx="1722">
                  <c:v>43626</c:v>
                </c:pt>
                <c:pt idx="1723">
                  <c:v>43623</c:v>
                </c:pt>
                <c:pt idx="1724">
                  <c:v>43621</c:v>
                </c:pt>
                <c:pt idx="1725">
                  <c:v>43620</c:v>
                </c:pt>
                <c:pt idx="1726">
                  <c:v>43619</c:v>
                </c:pt>
                <c:pt idx="1727">
                  <c:v>43616</c:v>
                </c:pt>
                <c:pt idx="1728">
                  <c:v>43615</c:v>
                </c:pt>
                <c:pt idx="1729">
                  <c:v>43614</c:v>
                </c:pt>
                <c:pt idx="1730">
                  <c:v>43613</c:v>
                </c:pt>
                <c:pt idx="1731">
                  <c:v>43612</c:v>
                </c:pt>
                <c:pt idx="1732">
                  <c:v>43609</c:v>
                </c:pt>
                <c:pt idx="1733">
                  <c:v>43608</c:v>
                </c:pt>
                <c:pt idx="1734">
                  <c:v>43607</c:v>
                </c:pt>
                <c:pt idx="1735">
                  <c:v>43606</c:v>
                </c:pt>
                <c:pt idx="1736">
                  <c:v>43605</c:v>
                </c:pt>
                <c:pt idx="1737">
                  <c:v>43602</c:v>
                </c:pt>
                <c:pt idx="1738">
                  <c:v>43601</c:v>
                </c:pt>
                <c:pt idx="1739">
                  <c:v>43600</c:v>
                </c:pt>
                <c:pt idx="1740">
                  <c:v>43599</c:v>
                </c:pt>
                <c:pt idx="1741">
                  <c:v>43598</c:v>
                </c:pt>
                <c:pt idx="1742">
                  <c:v>43595</c:v>
                </c:pt>
                <c:pt idx="1743">
                  <c:v>43594</c:v>
                </c:pt>
                <c:pt idx="1744">
                  <c:v>43593</c:v>
                </c:pt>
                <c:pt idx="1745">
                  <c:v>43592</c:v>
                </c:pt>
                <c:pt idx="1746">
                  <c:v>43588</c:v>
                </c:pt>
                <c:pt idx="1747">
                  <c:v>43587</c:v>
                </c:pt>
                <c:pt idx="1748">
                  <c:v>43585</c:v>
                </c:pt>
                <c:pt idx="1749">
                  <c:v>43584</c:v>
                </c:pt>
                <c:pt idx="1750">
                  <c:v>43581</c:v>
                </c:pt>
                <c:pt idx="1751">
                  <c:v>43580</c:v>
                </c:pt>
                <c:pt idx="1752">
                  <c:v>43579</c:v>
                </c:pt>
                <c:pt idx="1753">
                  <c:v>43578</c:v>
                </c:pt>
                <c:pt idx="1754">
                  <c:v>43577</c:v>
                </c:pt>
                <c:pt idx="1755">
                  <c:v>43574</c:v>
                </c:pt>
                <c:pt idx="1756">
                  <c:v>43573</c:v>
                </c:pt>
                <c:pt idx="1757">
                  <c:v>43572</c:v>
                </c:pt>
                <c:pt idx="1758">
                  <c:v>43571</c:v>
                </c:pt>
                <c:pt idx="1759">
                  <c:v>43570</c:v>
                </c:pt>
                <c:pt idx="1760">
                  <c:v>43567</c:v>
                </c:pt>
                <c:pt idx="1761">
                  <c:v>43566</c:v>
                </c:pt>
                <c:pt idx="1762">
                  <c:v>43565</c:v>
                </c:pt>
                <c:pt idx="1763">
                  <c:v>43564</c:v>
                </c:pt>
                <c:pt idx="1764">
                  <c:v>43563</c:v>
                </c:pt>
                <c:pt idx="1765">
                  <c:v>43560</c:v>
                </c:pt>
                <c:pt idx="1766">
                  <c:v>43559</c:v>
                </c:pt>
                <c:pt idx="1767">
                  <c:v>43558</c:v>
                </c:pt>
                <c:pt idx="1768">
                  <c:v>43557</c:v>
                </c:pt>
                <c:pt idx="1769">
                  <c:v>43556</c:v>
                </c:pt>
                <c:pt idx="1770">
                  <c:v>43553</c:v>
                </c:pt>
                <c:pt idx="1771">
                  <c:v>43552</c:v>
                </c:pt>
                <c:pt idx="1772">
                  <c:v>43551</c:v>
                </c:pt>
                <c:pt idx="1773">
                  <c:v>43550</c:v>
                </c:pt>
                <c:pt idx="1774">
                  <c:v>43549</c:v>
                </c:pt>
                <c:pt idx="1775">
                  <c:v>43546</c:v>
                </c:pt>
                <c:pt idx="1776">
                  <c:v>43545</c:v>
                </c:pt>
                <c:pt idx="1777">
                  <c:v>43544</c:v>
                </c:pt>
                <c:pt idx="1778">
                  <c:v>43543</c:v>
                </c:pt>
                <c:pt idx="1779">
                  <c:v>43542</c:v>
                </c:pt>
                <c:pt idx="1780">
                  <c:v>43539</c:v>
                </c:pt>
                <c:pt idx="1781">
                  <c:v>43538</c:v>
                </c:pt>
                <c:pt idx="1782">
                  <c:v>43537</c:v>
                </c:pt>
                <c:pt idx="1783">
                  <c:v>43536</c:v>
                </c:pt>
                <c:pt idx="1784">
                  <c:v>43535</c:v>
                </c:pt>
                <c:pt idx="1785">
                  <c:v>43532</c:v>
                </c:pt>
                <c:pt idx="1786">
                  <c:v>43531</c:v>
                </c:pt>
                <c:pt idx="1787">
                  <c:v>43530</c:v>
                </c:pt>
                <c:pt idx="1788">
                  <c:v>43529</c:v>
                </c:pt>
                <c:pt idx="1789">
                  <c:v>43528</c:v>
                </c:pt>
                <c:pt idx="1790">
                  <c:v>43524</c:v>
                </c:pt>
                <c:pt idx="1791">
                  <c:v>43523</c:v>
                </c:pt>
                <c:pt idx="1792">
                  <c:v>43522</c:v>
                </c:pt>
                <c:pt idx="1793">
                  <c:v>43521</c:v>
                </c:pt>
                <c:pt idx="1794">
                  <c:v>43518</c:v>
                </c:pt>
                <c:pt idx="1795">
                  <c:v>43517</c:v>
                </c:pt>
                <c:pt idx="1796">
                  <c:v>43516</c:v>
                </c:pt>
                <c:pt idx="1797">
                  <c:v>43515</c:v>
                </c:pt>
                <c:pt idx="1798">
                  <c:v>43514</c:v>
                </c:pt>
                <c:pt idx="1799">
                  <c:v>43511</c:v>
                </c:pt>
                <c:pt idx="1800">
                  <c:v>43510</c:v>
                </c:pt>
                <c:pt idx="1801">
                  <c:v>43509</c:v>
                </c:pt>
                <c:pt idx="1802">
                  <c:v>43508</c:v>
                </c:pt>
                <c:pt idx="1803">
                  <c:v>43507</c:v>
                </c:pt>
                <c:pt idx="1804">
                  <c:v>43504</c:v>
                </c:pt>
                <c:pt idx="1805">
                  <c:v>43503</c:v>
                </c:pt>
                <c:pt idx="1806">
                  <c:v>43497</c:v>
                </c:pt>
                <c:pt idx="1807">
                  <c:v>43496</c:v>
                </c:pt>
                <c:pt idx="1808">
                  <c:v>43495</c:v>
                </c:pt>
                <c:pt idx="1809">
                  <c:v>43494</c:v>
                </c:pt>
                <c:pt idx="1810">
                  <c:v>43493</c:v>
                </c:pt>
                <c:pt idx="1811">
                  <c:v>43490</c:v>
                </c:pt>
                <c:pt idx="1812">
                  <c:v>43489</c:v>
                </c:pt>
                <c:pt idx="1813">
                  <c:v>43488</c:v>
                </c:pt>
                <c:pt idx="1814">
                  <c:v>43487</c:v>
                </c:pt>
                <c:pt idx="1815">
                  <c:v>43486</c:v>
                </c:pt>
                <c:pt idx="1816">
                  <c:v>43483</c:v>
                </c:pt>
                <c:pt idx="1817">
                  <c:v>43482</c:v>
                </c:pt>
                <c:pt idx="1818">
                  <c:v>43481</c:v>
                </c:pt>
                <c:pt idx="1819">
                  <c:v>43480</c:v>
                </c:pt>
                <c:pt idx="1820">
                  <c:v>43479</c:v>
                </c:pt>
                <c:pt idx="1821">
                  <c:v>43476</c:v>
                </c:pt>
                <c:pt idx="1822">
                  <c:v>43475</c:v>
                </c:pt>
                <c:pt idx="1823">
                  <c:v>43474</c:v>
                </c:pt>
                <c:pt idx="1824">
                  <c:v>43473</c:v>
                </c:pt>
                <c:pt idx="1825">
                  <c:v>43472</c:v>
                </c:pt>
                <c:pt idx="1826">
                  <c:v>43469</c:v>
                </c:pt>
                <c:pt idx="1827">
                  <c:v>43468</c:v>
                </c:pt>
                <c:pt idx="1828">
                  <c:v>43467</c:v>
                </c:pt>
                <c:pt idx="1829">
                  <c:v>43462</c:v>
                </c:pt>
                <c:pt idx="1830">
                  <c:v>43461</c:v>
                </c:pt>
                <c:pt idx="1831">
                  <c:v>43460</c:v>
                </c:pt>
                <c:pt idx="1832">
                  <c:v>43458</c:v>
                </c:pt>
                <c:pt idx="1833">
                  <c:v>43455</c:v>
                </c:pt>
                <c:pt idx="1834">
                  <c:v>43454</c:v>
                </c:pt>
                <c:pt idx="1835">
                  <c:v>43453</c:v>
                </c:pt>
                <c:pt idx="1836">
                  <c:v>43452</c:v>
                </c:pt>
                <c:pt idx="1837">
                  <c:v>43451</c:v>
                </c:pt>
                <c:pt idx="1838">
                  <c:v>43448</c:v>
                </c:pt>
                <c:pt idx="1839">
                  <c:v>43447</c:v>
                </c:pt>
                <c:pt idx="1840">
                  <c:v>43446</c:v>
                </c:pt>
                <c:pt idx="1841">
                  <c:v>43445</c:v>
                </c:pt>
                <c:pt idx="1842">
                  <c:v>43444</c:v>
                </c:pt>
                <c:pt idx="1843">
                  <c:v>43441</c:v>
                </c:pt>
                <c:pt idx="1844">
                  <c:v>43440</c:v>
                </c:pt>
                <c:pt idx="1845">
                  <c:v>43439</c:v>
                </c:pt>
                <c:pt idx="1846">
                  <c:v>43438</c:v>
                </c:pt>
                <c:pt idx="1847">
                  <c:v>43437</c:v>
                </c:pt>
                <c:pt idx="1848">
                  <c:v>43434</c:v>
                </c:pt>
                <c:pt idx="1849">
                  <c:v>43433</c:v>
                </c:pt>
                <c:pt idx="1850">
                  <c:v>43432</c:v>
                </c:pt>
                <c:pt idx="1851">
                  <c:v>43431</c:v>
                </c:pt>
                <c:pt idx="1852">
                  <c:v>43430</c:v>
                </c:pt>
                <c:pt idx="1853">
                  <c:v>43427</c:v>
                </c:pt>
                <c:pt idx="1854">
                  <c:v>43426</c:v>
                </c:pt>
                <c:pt idx="1855">
                  <c:v>43425</c:v>
                </c:pt>
                <c:pt idx="1856">
                  <c:v>43424</c:v>
                </c:pt>
                <c:pt idx="1857">
                  <c:v>43423</c:v>
                </c:pt>
                <c:pt idx="1858">
                  <c:v>43420</c:v>
                </c:pt>
                <c:pt idx="1859">
                  <c:v>43419</c:v>
                </c:pt>
                <c:pt idx="1860">
                  <c:v>43418</c:v>
                </c:pt>
                <c:pt idx="1861">
                  <c:v>43417</c:v>
                </c:pt>
                <c:pt idx="1862">
                  <c:v>43416</c:v>
                </c:pt>
                <c:pt idx="1863">
                  <c:v>43413</c:v>
                </c:pt>
                <c:pt idx="1864">
                  <c:v>43412</c:v>
                </c:pt>
                <c:pt idx="1865">
                  <c:v>43411</c:v>
                </c:pt>
                <c:pt idx="1866">
                  <c:v>43410</c:v>
                </c:pt>
                <c:pt idx="1867">
                  <c:v>43409</c:v>
                </c:pt>
                <c:pt idx="1868">
                  <c:v>43406</c:v>
                </c:pt>
                <c:pt idx="1869">
                  <c:v>43405</c:v>
                </c:pt>
                <c:pt idx="1870">
                  <c:v>43404</c:v>
                </c:pt>
                <c:pt idx="1871">
                  <c:v>43403</c:v>
                </c:pt>
                <c:pt idx="1872">
                  <c:v>43402</c:v>
                </c:pt>
                <c:pt idx="1873">
                  <c:v>43399</c:v>
                </c:pt>
                <c:pt idx="1874">
                  <c:v>43398</c:v>
                </c:pt>
                <c:pt idx="1875">
                  <c:v>43397</c:v>
                </c:pt>
                <c:pt idx="1876">
                  <c:v>43396</c:v>
                </c:pt>
                <c:pt idx="1877">
                  <c:v>43395</c:v>
                </c:pt>
                <c:pt idx="1878">
                  <c:v>43392</c:v>
                </c:pt>
                <c:pt idx="1879">
                  <c:v>43391</c:v>
                </c:pt>
                <c:pt idx="1880">
                  <c:v>43390</c:v>
                </c:pt>
                <c:pt idx="1881">
                  <c:v>43389</c:v>
                </c:pt>
                <c:pt idx="1882">
                  <c:v>43388</c:v>
                </c:pt>
                <c:pt idx="1883">
                  <c:v>43385</c:v>
                </c:pt>
                <c:pt idx="1884">
                  <c:v>43384</c:v>
                </c:pt>
                <c:pt idx="1885">
                  <c:v>43383</c:v>
                </c:pt>
                <c:pt idx="1886">
                  <c:v>43381</c:v>
                </c:pt>
                <c:pt idx="1887">
                  <c:v>43378</c:v>
                </c:pt>
                <c:pt idx="1888">
                  <c:v>43377</c:v>
                </c:pt>
                <c:pt idx="1889">
                  <c:v>43375</c:v>
                </c:pt>
                <c:pt idx="1890">
                  <c:v>43374</c:v>
                </c:pt>
                <c:pt idx="1891">
                  <c:v>43371</c:v>
                </c:pt>
                <c:pt idx="1892">
                  <c:v>43370</c:v>
                </c:pt>
                <c:pt idx="1893">
                  <c:v>43364</c:v>
                </c:pt>
                <c:pt idx="1894">
                  <c:v>43363</c:v>
                </c:pt>
                <c:pt idx="1895">
                  <c:v>43362</c:v>
                </c:pt>
                <c:pt idx="1896">
                  <c:v>43361</c:v>
                </c:pt>
                <c:pt idx="1897">
                  <c:v>43360</c:v>
                </c:pt>
                <c:pt idx="1898">
                  <c:v>43357</c:v>
                </c:pt>
                <c:pt idx="1899">
                  <c:v>43356</c:v>
                </c:pt>
                <c:pt idx="1900">
                  <c:v>43355</c:v>
                </c:pt>
                <c:pt idx="1901">
                  <c:v>43354</c:v>
                </c:pt>
                <c:pt idx="1902">
                  <c:v>43353</c:v>
                </c:pt>
                <c:pt idx="1903">
                  <c:v>43350</c:v>
                </c:pt>
                <c:pt idx="1904">
                  <c:v>43349</c:v>
                </c:pt>
                <c:pt idx="1905">
                  <c:v>43348</c:v>
                </c:pt>
                <c:pt idx="1906">
                  <c:v>43347</c:v>
                </c:pt>
                <c:pt idx="1907">
                  <c:v>43346</c:v>
                </c:pt>
                <c:pt idx="1908">
                  <c:v>43343</c:v>
                </c:pt>
                <c:pt idx="1909">
                  <c:v>43342</c:v>
                </c:pt>
                <c:pt idx="1910">
                  <c:v>43341</c:v>
                </c:pt>
                <c:pt idx="1911">
                  <c:v>43340</c:v>
                </c:pt>
                <c:pt idx="1912">
                  <c:v>43339</c:v>
                </c:pt>
                <c:pt idx="1913">
                  <c:v>43336</c:v>
                </c:pt>
                <c:pt idx="1914">
                  <c:v>43335</c:v>
                </c:pt>
                <c:pt idx="1915">
                  <c:v>43334</c:v>
                </c:pt>
                <c:pt idx="1916">
                  <c:v>43333</c:v>
                </c:pt>
                <c:pt idx="1917">
                  <c:v>43332</c:v>
                </c:pt>
                <c:pt idx="1918">
                  <c:v>43329</c:v>
                </c:pt>
                <c:pt idx="1919">
                  <c:v>43328</c:v>
                </c:pt>
                <c:pt idx="1920">
                  <c:v>43326</c:v>
                </c:pt>
                <c:pt idx="1921">
                  <c:v>43325</c:v>
                </c:pt>
                <c:pt idx="1922">
                  <c:v>43322</c:v>
                </c:pt>
                <c:pt idx="1923">
                  <c:v>43321</c:v>
                </c:pt>
                <c:pt idx="1924">
                  <c:v>43320</c:v>
                </c:pt>
                <c:pt idx="1925">
                  <c:v>43319</c:v>
                </c:pt>
                <c:pt idx="1926">
                  <c:v>43318</c:v>
                </c:pt>
                <c:pt idx="1927">
                  <c:v>43315</c:v>
                </c:pt>
                <c:pt idx="1928">
                  <c:v>43314</c:v>
                </c:pt>
                <c:pt idx="1929">
                  <c:v>43313</c:v>
                </c:pt>
                <c:pt idx="1930">
                  <c:v>43312</c:v>
                </c:pt>
                <c:pt idx="1931">
                  <c:v>43311</c:v>
                </c:pt>
                <c:pt idx="1932">
                  <c:v>43308</c:v>
                </c:pt>
                <c:pt idx="1933">
                  <c:v>43307</c:v>
                </c:pt>
                <c:pt idx="1934">
                  <c:v>43306</c:v>
                </c:pt>
                <c:pt idx="1935">
                  <c:v>43305</c:v>
                </c:pt>
                <c:pt idx="1936">
                  <c:v>43304</c:v>
                </c:pt>
                <c:pt idx="1937">
                  <c:v>43301</c:v>
                </c:pt>
                <c:pt idx="1938">
                  <c:v>43300</c:v>
                </c:pt>
                <c:pt idx="1939">
                  <c:v>43299</c:v>
                </c:pt>
                <c:pt idx="1940">
                  <c:v>43298</c:v>
                </c:pt>
                <c:pt idx="1941">
                  <c:v>43297</c:v>
                </c:pt>
                <c:pt idx="1942">
                  <c:v>43294</c:v>
                </c:pt>
                <c:pt idx="1943">
                  <c:v>43293</c:v>
                </c:pt>
                <c:pt idx="1944">
                  <c:v>43292</c:v>
                </c:pt>
                <c:pt idx="1945">
                  <c:v>43291</c:v>
                </c:pt>
                <c:pt idx="1946">
                  <c:v>43290</c:v>
                </c:pt>
                <c:pt idx="1947">
                  <c:v>43287</c:v>
                </c:pt>
                <c:pt idx="1948">
                  <c:v>43286</c:v>
                </c:pt>
                <c:pt idx="1949">
                  <c:v>43285</c:v>
                </c:pt>
                <c:pt idx="1950">
                  <c:v>43284</c:v>
                </c:pt>
                <c:pt idx="1951">
                  <c:v>43283</c:v>
                </c:pt>
                <c:pt idx="1952">
                  <c:v>43280</c:v>
                </c:pt>
                <c:pt idx="1953">
                  <c:v>43279</c:v>
                </c:pt>
                <c:pt idx="1954">
                  <c:v>43278</c:v>
                </c:pt>
                <c:pt idx="1955">
                  <c:v>43277</c:v>
                </c:pt>
                <c:pt idx="1956">
                  <c:v>43276</c:v>
                </c:pt>
                <c:pt idx="1957">
                  <c:v>43273</c:v>
                </c:pt>
                <c:pt idx="1958">
                  <c:v>43272</c:v>
                </c:pt>
                <c:pt idx="1959">
                  <c:v>43271</c:v>
                </c:pt>
                <c:pt idx="1960">
                  <c:v>43270</c:v>
                </c:pt>
                <c:pt idx="1961">
                  <c:v>43269</c:v>
                </c:pt>
                <c:pt idx="1962">
                  <c:v>43266</c:v>
                </c:pt>
                <c:pt idx="1963">
                  <c:v>43265</c:v>
                </c:pt>
                <c:pt idx="1964">
                  <c:v>43263</c:v>
                </c:pt>
                <c:pt idx="1965">
                  <c:v>43262</c:v>
                </c:pt>
                <c:pt idx="1966">
                  <c:v>43259</c:v>
                </c:pt>
                <c:pt idx="1967">
                  <c:v>43258</c:v>
                </c:pt>
                <c:pt idx="1968">
                  <c:v>43256</c:v>
                </c:pt>
                <c:pt idx="1969">
                  <c:v>43255</c:v>
                </c:pt>
                <c:pt idx="1970">
                  <c:v>43252</c:v>
                </c:pt>
                <c:pt idx="1971">
                  <c:v>43251</c:v>
                </c:pt>
                <c:pt idx="1972">
                  <c:v>43250</c:v>
                </c:pt>
                <c:pt idx="1973">
                  <c:v>43249</c:v>
                </c:pt>
                <c:pt idx="1974">
                  <c:v>43248</c:v>
                </c:pt>
                <c:pt idx="1975">
                  <c:v>43245</c:v>
                </c:pt>
                <c:pt idx="1976">
                  <c:v>43244</c:v>
                </c:pt>
                <c:pt idx="1977">
                  <c:v>43243</c:v>
                </c:pt>
                <c:pt idx="1978">
                  <c:v>43241</c:v>
                </c:pt>
                <c:pt idx="1979">
                  <c:v>43238</c:v>
                </c:pt>
                <c:pt idx="1980">
                  <c:v>43237</c:v>
                </c:pt>
                <c:pt idx="1981">
                  <c:v>43236</c:v>
                </c:pt>
                <c:pt idx="1982">
                  <c:v>43235</c:v>
                </c:pt>
                <c:pt idx="1983">
                  <c:v>43234</c:v>
                </c:pt>
                <c:pt idx="1984">
                  <c:v>43231</c:v>
                </c:pt>
                <c:pt idx="1985">
                  <c:v>43230</c:v>
                </c:pt>
                <c:pt idx="1986">
                  <c:v>43229</c:v>
                </c:pt>
                <c:pt idx="1987">
                  <c:v>43228</c:v>
                </c:pt>
                <c:pt idx="1988">
                  <c:v>43224</c:v>
                </c:pt>
                <c:pt idx="1989">
                  <c:v>43223</c:v>
                </c:pt>
                <c:pt idx="1990">
                  <c:v>43222</c:v>
                </c:pt>
                <c:pt idx="1991">
                  <c:v>43220</c:v>
                </c:pt>
                <c:pt idx="1992">
                  <c:v>43217</c:v>
                </c:pt>
                <c:pt idx="1993">
                  <c:v>43216</c:v>
                </c:pt>
                <c:pt idx="1994">
                  <c:v>43215</c:v>
                </c:pt>
                <c:pt idx="1995">
                  <c:v>43214</c:v>
                </c:pt>
                <c:pt idx="1996">
                  <c:v>43213</c:v>
                </c:pt>
                <c:pt idx="1997">
                  <c:v>43210</c:v>
                </c:pt>
                <c:pt idx="1998">
                  <c:v>43209</c:v>
                </c:pt>
                <c:pt idx="1999">
                  <c:v>43208</c:v>
                </c:pt>
                <c:pt idx="2000">
                  <c:v>43207</c:v>
                </c:pt>
                <c:pt idx="2001">
                  <c:v>43206</c:v>
                </c:pt>
                <c:pt idx="2002">
                  <c:v>43203</c:v>
                </c:pt>
                <c:pt idx="2003">
                  <c:v>43202</c:v>
                </c:pt>
                <c:pt idx="2004">
                  <c:v>43201</c:v>
                </c:pt>
                <c:pt idx="2005">
                  <c:v>43200</c:v>
                </c:pt>
                <c:pt idx="2006">
                  <c:v>43199</c:v>
                </c:pt>
                <c:pt idx="2007">
                  <c:v>43196</c:v>
                </c:pt>
                <c:pt idx="2008">
                  <c:v>43195</c:v>
                </c:pt>
                <c:pt idx="2009">
                  <c:v>43194</c:v>
                </c:pt>
                <c:pt idx="2010">
                  <c:v>43193</c:v>
                </c:pt>
                <c:pt idx="2011">
                  <c:v>43192</c:v>
                </c:pt>
                <c:pt idx="2012">
                  <c:v>43189</c:v>
                </c:pt>
                <c:pt idx="2013">
                  <c:v>43188</c:v>
                </c:pt>
                <c:pt idx="2014">
                  <c:v>43187</c:v>
                </c:pt>
                <c:pt idx="2015">
                  <c:v>43186</c:v>
                </c:pt>
                <c:pt idx="2016">
                  <c:v>43185</c:v>
                </c:pt>
                <c:pt idx="2017">
                  <c:v>43182</c:v>
                </c:pt>
                <c:pt idx="2018">
                  <c:v>43181</c:v>
                </c:pt>
                <c:pt idx="2019">
                  <c:v>43180</c:v>
                </c:pt>
                <c:pt idx="2020">
                  <c:v>43179</c:v>
                </c:pt>
                <c:pt idx="2021">
                  <c:v>43178</c:v>
                </c:pt>
                <c:pt idx="2022">
                  <c:v>43175</c:v>
                </c:pt>
                <c:pt idx="2023">
                  <c:v>43174</c:v>
                </c:pt>
                <c:pt idx="2024">
                  <c:v>43173</c:v>
                </c:pt>
                <c:pt idx="2025">
                  <c:v>43172</c:v>
                </c:pt>
                <c:pt idx="2026">
                  <c:v>43171</c:v>
                </c:pt>
                <c:pt idx="2027">
                  <c:v>43168</c:v>
                </c:pt>
                <c:pt idx="2028">
                  <c:v>43167</c:v>
                </c:pt>
                <c:pt idx="2029">
                  <c:v>43166</c:v>
                </c:pt>
                <c:pt idx="2030">
                  <c:v>43165</c:v>
                </c:pt>
                <c:pt idx="2031">
                  <c:v>43164</c:v>
                </c:pt>
                <c:pt idx="2032">
                  <c:v>43161</c:v>
                </c:pt>
                <c:pt idx="2033">
                  <c:v>43159</c:v>
                </c:pt>
                <c:pt idx="2034">
                  <c:v>43158</c:v>
                </c:pt>
                <c:pt idx="2035">
                  <c:v>43157</c:v>
                </c:pt>
                <c:pt idx="2036">
                  <c:v>43154</c:v>
                </c:pt>
                <c:pt idx="2037">
                  <c:v>43153</c:v>
                </c:pt>
                <c:pt idx="2038">
                  <c:v>43152</c:v>
                </c:pt>
                <c:pt idx="2039">
                  <c:v>43151</c:v>
                </c:pt>
                <c:pt idx="2040">
                  <c:v>43150</c:v>
                </c:pt>
                <c:pt idx="2041">
                  <c:v>43145</c:v>
                </c:pt>
                <c:pt idx="2042">
                  <c:v>43144</c:v>
                </c:pt>
                <c:pt idx="2043">
                  <c:v>43143</c:v>
                </c:pt>
                <c:pt idx="2044">
                  <c:v>43140</c:v>
                </c:pt>
                <c:pt idx="2045">
                  <c:v>43139</c:v>
                </c:pt>
                <c:pt idx="2046">
                  <c:v>43138</c:v>
                </c:pt>
                <c:pt idx="2047">
                  <c:v>43137</c:v>
                </c:pt>
                <c:pt idx="2048">
                  <c:v>43136</c:v>
                </c:pt>
                <c:pt idx="2049">
                  <c:v>43133</c:v>
                </c:pt>
                <c:pt idx="2050">
                  <c:v>43132</c:v>
                </c:pt>
                <c:pt idx="2051">
                  <c:v>43131</c:v>
                </c:pt>
                <c:pt idx="2052">
                  <c:v>43130</c:v>
                </c:pt>
                <c:pt idx="2053">
                  <c:v>43129</c:v>
                </c:pt>
                <c:pt idx="2054">
                  <c:v>43126</c:v>
                </c:pt>
                <c:pt idx="2055">
                  <c:v>43125</c:v>
                </c:pt>
                <c:pt idx="2056">
                  <c:v>43124</c:v>
                </c:pt>
                <c:pt idx="2057">
                  <c:v>43123</c:v>
                </c:pt>
                <c:pt idx="2058">
                  <c:v>43122</c:v>
                </c:pt>
                <c:pt idx="2059">
                  <c:v>43119</c:v>
                </c:pt>
                <c:pt idx="2060">
                  <c:v>43118</c:v>
                </c:pt>
                <c:pt idx="2061">
                  <c:v>43117</c:v>
                </c:pt>
                <c:pt idx="2062">
                  <c:v>43116</c:v>
                </c:pt>
                <c:pt idx="2063">
                  <c:v>43115</c:v>
                </c:pt>
                <c:pt idx="2064">
                  <c:v>43112</c:v>
                </c:pt>
                <c:pt idx="2065">
                  <c:v>43111</c:v>
                </c:pt>
                <c:pt idx="2066">
                  <c:v>43110</c:v>
                </c:pt>
                <c:pt idx="2067">
                  <c:v>43109</c:v>
                </c:pt>
                <c:pt idx="2068">
                  <c:v>43108</c:v>
                </c:pt>
                <c:pt idx="2069">
                  <c:v>43105</c:v>
                </c:pt>
                <c:pt idx="2070">
                  <c:v>43104</c:v>
                </c:pt>
                <c:pt idx="2071">
                  <c:v>43103</c:v>
                </c:pt>
                <c:pt idx="2072">
                  <c:v>43102</c:v>
                </c:pt>
                <c:pt idx="2073">
                  <c:v>43097</c:v>
                </c:pt>
                <c:pt idx="2074">
                  <c:v>43096</c:v>
                </c:pt>
                <c:pt idx="2075">
                  <c:v>43095</c:v>
                </c:pt>
                <c:pt idx="2076">
                  <c:v>43091</c:v>
                </c:pt>
                <c:pt idx="2077">
                  <c:v>43090</c:v>
                </c:pt>
                <c:pt idx="2078">
                  <c:v>43089</c:v>
                </c:pt>
                <c:pt idx="2079">
                  <c:v>43088</c:v>
                </c:pt>
                <c:pt idx="2080">
                  <c:v>43087</c:v>
                </c:pt>
                <c:pt idx="2081">
                  <c:v>43084</c:v>
                </c:pt>
                <c:pt idx="2082">
                  <c:v>43083</c:v>
                </c:pt>
                <c:pt idx="2083">
                  <c:v>43082</c:v>
                </c:pt>
                <c:pt idx="2084">
                  <c:v>43081</c:v>
                </c:pt>
                <c:pt idx="2085">
                  <c:v>43080</c:v>
                </c:pt>
                <c:pt idx="2086">
                  <c:v>43077</c:v>
                </c:pt>
                <c:pt idx="2087">
                  <c:v>43076</c:v>
                </c:pt>
                <c:pt idx="2088">
                  <c:v>43075</c:v>
                </c:pt>
                <c:pt idx="2089">
                  <c:v>43074</c:v>
                </c:pt>
                <c:pt idx="2090">
                  <c:v>43073</c:v>
                </c:pt>
                <c:pt idx="2091">
                  <c:v>43070</c:v>
                </c:pt>
                <c:pt idx="2092">
                  <c:v>43069</c:v>
                </c:pt>
                <c:pt idx="2093">
                  <c:v>43068</c:v>
                </c:pt>
                <c:pt idx="2094">
                  <c:v>43067</c:v>
                </c:pt>
                <c:pt idx="2095">
                  <c:v>43066</c:v>
                </c:pt>
                <c:pt idx="2096">
                  <c:v>43063</c:v>
                </c:pt>
                <c:pt idx="2097">
                  <c:v>43062</c:v>
                </c:pt>
                <c:pt idx="2098">
                  <c:v>43061</c:v>
                </c:pt>
                <c:pt idx="2099">
                  <c:v>43060</c:v>
                </c:pt>
                <c:pt idx="2100">
                  <c:v>43059</c:v>
                </c:pt>
                <c:pt idx="2101">
                  <c:v>43056</c:v>
                </c:pt>
                <c:pt idx="2102">
                  <c:v>43055</c:v>
                </c:pt>
                <c:pt idx="2103">
                  <c:v>43054</c:v>
                </c:pt>
                <c:pt idx="2104">
                  <c:v>43053</c:v>
                </c:pt>
                <c:pt idx="2105">
                  <c:v>43052</c:v>
                </c:pt>
                <c:pt idx="2106">
                  <c:v>43049</c:v>
                </c:pt>
                <c:pt idx="2107">
                  <c:v>43048</c:v>
                </c:pt>
                <c:pt idx="2108">
                  <c:v>43047</c:v>
                </c:pt>
                <c:pt idx="2109">
                  <c:v>43046</c:v>
                </c:pt>
                <c:pt idx="2110">
                  <c:v>43045</c:v>
                </c:pt>
                <c:pt idx="2111">
                  <c:v>43042</c:v>
                </c:pt>
                <c:pt idx="2112">
                  <c:v>43041</c:v>
                </c:pt>
                <c:pt idx="2113">
                  <c:v>43040</c:v>
                </c:pt>
                <c:pt idx="2114">
                  <c:v>43039</c:v>
                </c:pt>
                <c:pt idx="2115">
                  <c:v>43038</c:v>
                </c:pt>
                <c:pt idx="2116">
                  <c:v>43035</c:v>
                </c:pt>
                <c:pt idx="2117">
                  <c:v>43034</c:v>
                </c:pt>
                <c:pt idx="2118">
                  <c:v>43033</c:v>
                </c:pt>
                <c:pt idx="2119">
                  <c:v>43032</c:v>
                </c:pt>
                <c:pt idx="2120">
                  <c:v>43031</c:v>
                </c:pt>
                <c:pt idx="2121">
                  <c:v>43028</c:v>
                </c:pt>
                <c:pt idx="2122">
                  <c:v>43027</c:v>
                </c:pt>
                <c:pt idx="2123">
                  <c:v>43026</c:v>
                </c:pt>
                <c:pt idx="2124">
                  <c:v>43025</c:v>
                </c:pt>
                <c:pt idx="2125">
                  <c:v>43024</c:v>
                </c:pt>
                <c:pt idx="2126">
                  <c:v>43021</c:v>
                </c:pt>
                <c:pt idx="2127">
                  <c:v>43020</c:v>
                </c:pt>
                <c:pt idx="2128">
                  <c:v>43019</c:v>
                </c:pt>
                <c:pt idx="2129">
                  <c:v>43018</c:v>
                </c:pt>
                <c:pt idx="2130">
                  <c:v>43007</c:v>
                </c:pt>
                <c:pt idx="2131">
                  <c:v>43006</c:v>
                </c:pt>
                <c:pt idx="2132">
                  <c:v>43005</c:v>
                </c:pt>
                <c:pt idx="2133">
                  <c:v>43004</c:v>
                </c:pt>
                <c:pt idx="2134">
                  <c:v>43003</c:v>
                </c:pt>
                <c:pt idx="2135">
                  <c:v>43000</c:v>
                </c:pt>
                <c:pt idx="2136">
                  <c:v>42999</c:v>
                </c:pt>
                <c:pt idx="2137">
                  <c:v>42998</c:v>
                </c:pt>
                <c:pt idx="2138">
                  <c:v>42997</c:v>
                </c:pt>
                <c:pt idx="2139">
                  <c:v>42996</c:v>
                </c:pt>
                <c:pt idx="2140">
                  <c:v>42993</c:v>
                </c:pt>
                <c:pt idx="2141">
                  <c:v>42992</c:v>
                </c:pt>
                <c:pt idx="2142">
                  <c:v>42991</c:v>
                </c:pt>
                <c:pt idx="2143">
                  <c:v>42990</c:v>
                </c:pt>
                <c:pt idx="2144">
                  <c:v>42989</c:v>
                </c:pt>
                <c:pt idx="2145">
                  <c:v>42986</c:v>
                </c:pt>
                <c:pt idx="2146">
                  <c:v>42985</c:v>
                </c:pt>
                <c:pt idx="2147">
                  <c:v>42984</c:v>
                </c:pt>
                <c:pt idx="2148">
                  <c:v>42983</c:v>
                </c:pt>
                <c:pt idx="2149">
                  <c:v>42982</c:v>
                </c:pt>
                <c:pt idx="2150">
                  <c:v>42979</c:v>
                </c:pt>
                <c:pt idx="2151">
                  <c:v>42978</c:v>
                </c:pt>
                <c:pt idx="2152">
                  <c:v>42977</c:v>
                </c:pt>
                <c:pt idx="2153">
                  <c:v>42976</c:v>
                </c:pt>
                <c:pt idx="2154">
                  <c:v>42975</c:v>
                </c:pt>
                <c:pt idx="2155">
                  <c:v>42972</c:v>
                </c:pt>
                <c:pt idx="2156">
                  <c:v>42971</c:v>
                </c:pt>
                <c:pt idx="2157">
                  <c:v>42970</c:v>
                </c:pt>
                <c:pt idx="2158">
                  <c:v>42969</c:v>
                </c:pt>
                <c:pt idx="2159">
                  <c:v>42968</c:v>
                </c:pt>
                <c:pt idx="2160">
                  <c:v>42965</c:v>
                </c:pt>
                <c:pt idx="2161">
                  <c:v>42964</c:v>
                </c:pt>
                <c:pt idx="2162">
                  <c:v>42963</c:v>
                </c:pt>
                <c:pt idx="2163">
                  <c:v>42961</c:v>
                </c:pt>
                <c:pt idx="2164">
                  <c:v>42958</c:v>
                </c:pt>
                <c:pt idx="2165">
                  <c:v>42957</c:v>
                </c:pt>
                <c:pt idx="2166">
                  <c:v>42956</c:v>
                </c:pt>
                <c:pt idx="2167">
                  <c:v>42955</c:v>
                </c:pt>
                <c:pt idx="2168">
                  <c:v>42954</c:v>
                </c:pt>
                <c:pt idx="2169">
                  <c:v>42951</c:v>
                </c:pt>
                <c:pt idx="2170">
                  <c:v>42950</c:v>
                </c:pt>
                <c:pt idx="2171">
                  <c:v>42949</c:v>
                </c:pt>
                <c:pt idx="2172">
                  <c:v>42948</c:v>
                </c:pt>
                <c:pt idx="2173">
                  <c:v>42947</c:v>
                </c:pt>
                <c:pt idx="2174">
                  <c:v>42944</c:v>
                </c:pt>
                <c:pt idx="2175">
                  <c:v>42943</c:v>
                </c:pt>
                <c:pt idx="2176">
                  <c:v>42942</c:v>
                </c:pt>
                <c:pt idx="2177">
                  <c:v>42941</c:v>
                </c:pt>
                <c:pt idx="2178">
                  <c:v>42940</c:v>
                </c:pt>
                <c:pt idx="2179">
                  <c:v>42937</c:v>
                </c:pt>
                <c:pt idx="2180">
                  <c:v>42936</c:v>
                </c:pt>
                <c:pt idx="2181">
                  <c:v>42935</c:v>
                </c:pt>
                <c:pt idx="2182">
                  <c:v>42934</c:v>
                </c:pt>
                <c:pt idx="2183">
                  <c:v>42933</c:v>
                </c:pt>
                <c:pt idx="2184">
                  <c:v>42930</c:v>
                </c:pt>
                <c:pt idx="2185">
                  <c:v>42929</c:v>
                </c:pt>
                <c:pt idx="2186">
                  <c:v>42928</c:v>
                </c:pt>
                <c:pt idx="2187">
                  <c:v>42927</c:v>
                </c:pt>
                <c:pt idx="2188">
                  <c:v>42926</c:v>
                </c:pt>
                <c:pt idx="2189">
                  <c:v>42923</c:v>
                </c:pt>
                <c:pt idx="2190">
                  <c:v>42922</c:v>
                </c:pt>
                <c:pt idx="2191">
                  <c:v>42921</c:v>
                </c:pt>
                <c:pt idx="2192">
                  <c:v>42920</c:v>
                </c:pt>
                <c:pt idx="2193">
                  <c:v>42919</c:v>
                </c:pt>
                <c:pt idx="2194">
                  <c:v>42916</c:v>
                </c:pt>
                <c:pt idx="2195">
                  <c:v>42915</c:v>
                </c:pt>
                <c:pt idx="2196">
                  <c:v>42914</c:v>
                </c:pt>
                <c:pt idx="2197">
                  <c:v>42913</c:v>
                </c:pt>
                <c:pt idx="2198">
                  <c:v>42912</c:v>
                </c:pt>
                <c:pt idx="2199">
                  <c:v>42909</c:v>
                </c:pt>
                <c:pt idx="2200">
                  <c:v>42908</c:v>
                </c:pt>
                <c:pt idx="2201">
                  <c:v>42907</c:v>
                </c:pt>
                <c:pt idx="2202">
                  <c:v>42906</c:v>
                </c:pt>
                <c:pt idx="2203">
                  <c:v>42905</c:v>
                </c:pt>
                <c:pt idx="2204">
                  <c:v>42902</c:v>
                </c:pt>
                <c:pt idx="2205">
                  <c:v>42901</c:v>
                </c:pt>
                <c:pt idx="2206">
                  <c:v>42900</c:v>
                </c:pt>
                <c:pt idx="2207">
                  <c:v>42899</c:v>
                </c:pt>
                <c:pt idx="2208">
                  <c:v>42898</c:v>
                </c:pt>
                <c:pt idx="2209">
                  <c:v>42895</c:v>
                </c:pt>
                <c:pt idx="2210">
                  <c:v>42894</c:v>
                </c:pt>
                <c:pt idx="2211">
                  <c:v>42893</c:v>
                </c:pt>
                <c:pt idx="2212">
                  <c:v>42891</c:v>
                </c:pt>
                <c:pt idx="2213">
                  <c:v>42888</c:v>
                </c:pt>
                <c:pt idx="2214">
                  <c:v>42887</c:v>
                </c:pt>
                <c:pt idx="2215">
                  <c:v>42886</c:v>
                </c:pt>
                <c:pt idx="2216">
                  <c:v>42885</c:v>
                </c:pt>
                <c:pt idx="2217">
                  <c:v>42884</c:v>
                </c:pt>
                <c:pt idx="2218">
                  <c:v>42881</c:v>
                </c:pt>
                <c:pt idx="2219">
                  <c:v>42880</c:v>
                </c:pt>
                <c:pt idx="2220">
                  <c:v>42879</c:v>
                </c:pt>
                <c:pt idx="2221">
                  <c:v>42878</c:v>
                </c:pt>
                <c:pt idx="2222">
                  <c:v>42877</c:v>
                </c:pt>
                <c:pt idx="2223">
                  <c:v>42874</c:v>
                </c:pt>
                <c:pt idx="2224">
                  <c:v>42873</c:v>
                </c:pt>
                <c:pt idx="2225">
                  <c:v>42872</c:v>
                </c:pt>
                <c:pt idx="2226">
                  <c:v>42871</c:v>
                </c:pt>
                <c:pt idx="2227">
                  <c:v>42870</c:v>
                </c:pt>
                <c:pt idx="2228">
                  <c:v>42867</c:v>
                </c:pt>
                <c:pt idx="2229">
                  <c:v>42866</c:v>
                </c:pt>
                <c:pt idx="2230">
                  <c:v>42865</c:v>
                </c:pt>
                <c:pt idx="2231">
                  <c:v>42863</c:v>
                </c:pt>
                <c:pt idx="2232">
                  <c:v>42859</c:v>
                </c:pt>
                <c:pt idx="2233">
                  <c:v>42857</c:v>
                </c:pt>
                <c:pt idx="2234">
                  <c:v>42853</c:v>
                </c:pt>
                <c:pt idx="2235">
                  <c:v>42852</c:v>
                </c:pt>
                <c:pt idx="2236">
                  <c:v>42851</c:v>
                </c:pt>
                <c:pt idx="2237">
                  <c:v>42850</c:v>
                </c:pt>
                <c:pt idx="2238">
                  <c:v>42849</c:v>
                </c:pt>
                <c:pt idx="2239">
                  <c:v>42846</c:v>
                </c:pt>
                <c:pt idx="2240">
                  <c:v>42845</c:v>
                </c:pt>
                <c:pt idx="2241">
                  <c:v>42844</c:v>
                </c:pt>
                <c:pt idx="2242">
                  <c:v>42843</c:v>
                </c:pt>
                <c:pt idx="2243">
                  <c:v>42842</c:v>
                </c:pt>
                <c:pt idx="2244">
                  <c:v>42839</c:v>
                </c:pt>
                <c:pt idx="2245">
                  <c:v>42838</c:v>
                </c:pt>
                <c:pt idx="2246">
                  <c:v>42837</c:v>
                </c:pt>
                <c:pt idx="2247">
                  <c:v>42836</c:v>
                </c:pt>
                <c:pt idx="2248">
                  <c:v>42835</c:v>
                </c:pt>
                <c:pt idx="2249">
                  <c:v>42832</c:v>
                </c:pt>
                <c:pt idx="2250">
                  <c:v>42831</c:v>
                </c:pt>
                <c:pt idx="2251">
                  <c:v>42830</c:v>
                </c:pt>
                <c:pt idx="2252">
                  <c:v>42829</c:v>
                </c:pt>
                <c:pt idx="2253">
                  <c:v>42828</c:v>
                </c:pt>
                <c:pt idx="2254">
                  <c:v>42825</c:v>
                </c:pt>
                <c:pt idx="2255">
                  <c:v>42824</c:v>
                </c:pt>
                <c:pt idx="2256">
                  <c:v>42823</c:v>
                </c:pt>
                <c:pt idx="2257">
                  <c:v>42822</c:v>
                </c:pt>
                <c:pt idx="2258">
                  <c:v>42821</c:v>
                </c:pt>
                <c:pt idx="2259">
                  <c:v>42818</c:v>
                </c:pt>
                <c:pt idx="2260">
                  <c:v>42817</c:v>
                </c:pt>
                <c:pt idx="2261">
                  <c:v>42816</c:v>
                </c:pt>
                <c:pt idx="2262">
                  <c:v>42815</c:v>
                </c:pt>
                <c:pt idx="2263">
                  <c:v>42814</c:v>
                </c:pt>
                <c:pt idx="2264">
                  <c:v>42811</c:v>
                </c:pt>
                <c:pt idx="2265">
                  <c:v>42810</c:v>
                </c:pt>
                <c:pt idx="2266">
                  <c:v>42809</c:v>
                </c:pt>
                <c:pt idx="2267">
                  <c:v>42808</c:v>
                </c:pt>
                <c:pt idx="2268">
                  <c:v>42807</c:v>
                </c:pt>
                <c:pt idx="2269">
                  <c:v>42804</c:v>
                </c:pt>
                <c:pt idx="2270">
                  <c:v>42803</c:v>
                </c:pt>
                <c:pt idx="2271">
                  <c:v>42802</c:v>
                </c:pt>
                <c:pt idx="2272">
                  <c:v>42801</c:v>
                </c:pt>
                <c:pt idx="2273">
                  <c:v>42800</c:v>
                </c:pt>
                <c:pt idx="2274">
                  <c:v>42797</c:v>
                </c:pt>
                <c:pt idx="2275">
                  <c:v>42796</c:v>
                </c:pt>
                <c:pt idx="2276">
                  <c:v>42794</c:v>
                </c:pt>
                <c:pt idx="2277">
                  <c:v>42793</c:v>
                </c:pt>
                <c:pt idx="2278">
                  <c:v>42790</c:v>
                </c:pt>
                <c:pt idx="2279">
                  <c:v>42789</c:v>
                </c:pt>
                <c:pt idx="2280">
                  <c:v>42788</c:v>
                </c:pt>
                <c:pt idx="2281">
                  <c:v>42787</c:v>
                </c:pt>
                <c:pt idx="2282">
                  <c:v>42786</c:v>
                </c:pt>
                <c:pt idx="2283">
                  <c:v>42783</c:v>
                </c:pt>
                <c:pt idx="2284">
                  <c:v>42782</c:v>
                </c:pt>
                <c:pt idx="2285">
                  <c:v>42781</c:v>
                </c:pt>
                <c:pt idx="2286">
                  <c:v>42780</c:v>
                </c:pt>
                <c:pt idx="2287">
                  <c:v>42779</c:v>
                </c:pt>
                <c:pt idx="2288">
                  <c:v>42776</c:v>
                </c:pt>
                <c:pt idx="2289">
                  <c:v>42775</c:v>
                </c:pt>
                <c:pt idx="2290">
                  <c:v>42774</c:v>
                </c:pt>
                <c:pt idx="2291">
                  <c:v>42773</c:v>
                </c:pt>
                <c:pt idx="2292">
                  <c:v>42772</c:v>
                </c:pt>
                <c:pt idx="2293">
                  <c:v>42769</c:v>
                </c:pt>
                <c:pt idx="2294">
                  <c:v>42768</c:v>
                </c:pt>
                <c:pt idx="2295">
                  <c:v>42767</c:v>
                </c:pt>
                <c:pt idx="2296">
                  <c:v>42766</c:v>
                </c:pt>
                <c:pt idx="2297">
                  <c:v>42761</c:v>
                </c:pt>
                <c:pt idx="2298">
                  <c:v>42760</c:v>
                </c:pt>
                <c:pt idx="2299">
                  <c:v>42759</c:v>
                </c:pt>
                <c:pt idx="2300">
                  <c:v>42758</c:v>
                </c:pt>
                <c:pt idx="2301">
                  <c:v>42755</c:v>
                </c:pt>
                <c:pt idx="2302">
                  <c:v>42754</c:v>
                </c:pt>
                <c:pt idx="2303">
                  <c:v>42753</c:v>
                </c:pt>
                <c:pt idx="2304">
                  <c:v>42752</c:v>
                </c:pt>
                <c:pt idx="2305">
                  <c:v>42751</c:v>
                </c:pt>
                <c:pt idx="2306">
                  <c:v>42748</c:v>
                </c:pt>
                <c:pt idx="2307">
                  <c:v>42747</c:v>
                </c:pt>
                <c:pt idx="2308">
                  <c:v>42746</c:v>
                </c:pt>
                <c:pt idx="2309">
                  <c:v>42745</c:v>
                </c:pt>
                <c:pt idx="2310">
                  <c:v>42744</c:v>
                </c:pt>
                <c:pt idx="2311">
                  <c:v>42741</c:v>
                </c:pt>
                <c:pt idx="2312">
                  <c:v>42740</c:v>
                </c:pt>
                <c:pt idx="2313">
                  <c:v>42739</c:v>
                </c:pt>
                <c:pt idx="2314">
                  <c:v>42738</c:v>
                </c:pt>
                <c:pt idx="2315">
                  <c:v>42737</c:v>
                </c:pt>
                <c:pt idx="2316">
                  <c:v>42733</c:v>
                </c:pt>
                <c:pt idx="2317">
                  <c:v>42732</c:v>
                </c:pt>
                <c:pt idx="2318">
                  <c:v>42731</c:v>
                </c:pt>
                <c:pt idx="2319">
                  <c:v>42730</c:v>
                </c:pt>
                <c:pt idx="2320">
                  <c:v>42727</c:v>
                </c:pt>
                <c:pt idx="2321">
                  <c:v>42726</c:v>
                </c:pt>
                <c:pt idx="2322">
                  <c:v>42725</c:v>
                </c:pt>
                <c:pt idx="2323">
                  <c:v>42724</c:v>
                </c:pt>
                <c:pt idx="2324">
                  <c:v>42723</c:v>
                </c:pt>
                <c:pt idx="2325">
                  <c:v>42720</c:v>
                </c:pt>
                <c:pt idx="2326">
                  <c:v>42719</c:v>
                </c:pt>
                <c:pt idx="2327">
                  <c:v>42718</c:v>
                </c:pt>
                <c:pt idx="2328">
                  <c:v>42717</c:v>
                </c:pt>
                <c:pt idx="2329">
                  <c:v>42716</c:v>
                </c:pt>
                <c:pt idx="2330">
                  <c:v>42713</c:v>
                </c:pt>
                <c:pt idx="2331">
                  <c:v>42712</c:v>
                </c:pt>
                <c:pt idx="2332">
                  <c:v>42711</c:v>
                </c:pt>
                <c:pt idx="2333">
                  <c:v>42710</c:v>
                </c:pt>
                <c:pt idx="2334">
                  <c:v>42709</c:v>
                </c:pt>
                <c:pt idx="2335">
                  <c:v>42706</c:v>
                </c:pt>
                <c:pt idx="2336">
                  <c:v>42705</c:v>
                </c:pt>
                <c:pt idx="2337">
                  <c:v>42704</c:v>
                </c:pt>
                <c:pt idx="2338">
                  <c:v>42703</c:v>
                </c:pt>
                <c:pt idx="2339">
                  <c:v>42702</c:v>
                </c:pt>
                <c:pt idx="2340">
                  <c:v>42699</c:v>
                </c:pt>
                <c:pt idx="2341">
                  <c:v>42698</c:v>
                </c:pt>
                <c:pt idx="2342">
                  <c:v>42697</c:v>
                </c:pt>
                <c:pt idx="2343">
                  <c:v>42696</c:v>
                </c:pt>
                <c:pt idx="2344">
                  <c:v>42695</c:v>
                </c:pt>
                <c:pt idx="2345">
                  <c:v>42692</c:v>
                </c:pt>
                <c:pt idx="2346">
                  <c:v>42691</c:v>
                </c:pt>
                <c:pt idx="2347">
                  <c:v>42690</c:v>
                </c:pt>
                <c:pt idx="2348">
                  <c:v>42689</c:v>
                </c:pt>
                <c:pt idx="2349">
                  <c:v>42688</c:v>
                </c:pt>
                <c:pt idx="2350">
                  <c:v>42685</c:v>
                </c:pt>
                <c:pt idx="2351">
                  <c:v>42684</c:v>
                </c:pt>
                <c:pt idx="2352">
                  <c:v>42683</c:v>
                </c:pt>
                <c:pt idx="2353">
                  <c:v>42682</c:v>
                </c:pt>
                <c:pt idx="2354">
                  <c:v>42681</c:v>
                </c:pt>
                <c:pt idx="2355">
                  <c:v>42678</c:v>
                </c:pt>
                <c:pt idx="2356">
                  <c:v>42677</c:v>
                </c:pt>
                <c:pt idx="2357">
                  <c:v>42676</c:v>
                </c:pt>
                <c:pt idx="2358">
                  <c:v>42675</c:v>
                </c:pt>
                <c:pt idx="2359">
                  <c:v>42674</c:v>
                </c:pt>
                <c:pt idx="2360">
                  <c:v>42671</c:v>
                </c:pt>
                <c:pt idx="2361">
                  <c:v>42670</c:v>
                </c:pt>
                <c:pt idx="2362">
                  <c:v>42669</c:v>
                </c:pt>
                <c:pt idx="2363">
                  <c:v>42668</c:v>
                </c:pt>
                <c:pt idx="2364">
                  <c:v>42667</c:v>
                </c:pt>
                <c:pt idx="2365">
                  <c:v>42664</c:v>
                </c:pt>
                <c:pt idx="2366">
                  <c:v>42663</c:v>
                </c:pt>
                <c:pt idx="2367">
                  <c:v>42662</c:v>
                </c:pt>
                <c:pt idx="2368">
                  <c:v>42661</c:v>
                </c:pt>
                <c:pt idx="2369">
                  <c:v>42660</c:v>
                </c:pt>
                <c:pt idx="2370">
                  <c:v>42657</c:v>
                </c:pt>
                <c:pt idx="2371">
                  <c:v>42656</c:v>
                </c:pt>
                <c:pt idx="2372">
                  <c:v>42655</c:v>
                </c:pt>
                <c:pt idx="2373">
                  <c:v>42654</c:v>
                </c:pt>
                <c:pt idx="2374">
                  <c:v>42653</c:v>
                </c:pt>
                <c:pt idx="2375">
                  <c:v>42650</c:v>
                </c:pt>
                <c:pt idx="2376">
                  <c:v>42649</c:v>
                </c:pt>
                <c:pt idx="2377">
                  <c:v>42648</c:v>
                </c:pt>
                <c:pt idx="2378">
                  <c:v>42647</c:v>
                </c:pt>
                <c:pt idx="2379">
                  <c:v>42643</c:v>
                </c:pt>
                <c:pt idx="2380">
                  <c:v>42642</c:v>
                </c:pt>
                <c:pt idx="2381">
                  <c:v>42641</c:v>
                </c:pt>
                <c:pt idx="2382">
                  <c:v>42640</c:v>
                </c:pt>
                <c:pt idx="2383">
                  <c:v>42639</c:v>
                </c:pt>
                <c:pt idx="2384">
                  <c:v>42636</c:v>
                </c:pt>
                <c:pt idx="2385">
                  <c:v>42635</c:v>
                </c:pt>
                <c:pt idx="2386">
                  <c:v>42634</c:v>
                </c:pt>
                <c:pt idx="2387">
                  <c:v>42633</c:v>
                </c:pt>
                <c:pt idx="2388">
                  <c:v>42632</c:v>
                </c:pt>
                <c:pt idx="2389">
                  <c:v>42626</c:v>
                </c:pt>
                <c:pt idx="2390">
                  <c:v>42625</c:v>
                </c:pt>
                <c:pt idx="2391">
                  <c:v>42622</c:v>
                </c:pt>
                <c:pt idx="2392">
                  <c:v>42621</c:v>
                </c:pt>
                <c:pt idx="2393">
                  <c:v>42620</c:v>
                </c:pt>
                <c:pt idx="2394">
                  <c:v>42619</c:v>
                </c:pt>
                <c:pt idx="2395">
                  <c:v>42618</c:v>
                </c:pt>
                <c:pt idx="2396">
                  <c:v>42615</c:v>
                </c:pt>
                <c:pt idx="2397">
                  <c:v>42614</c:v>
                </c:pt>
                <c:pt idx="2398">
                  <c:v>42613</c:v>
                </c:pt>
                <c:pt idx="2399">
                  <c:v>42612</c:v>
                </c:pt>
                <c:pt idx="2400">
                  <c:v>42611</c:v>
                </c:pt>
                <c:pt idx="2401">
                  <c:v>42608</c:v>
                </c:pt>
                <c:pt idx="2402">
                  <c:v>42607</c:v>
                </c:pt>
                <c:pt idx="2403">
                  <c:v>42606</c:v>
                </c:pt>
                <c:pt idx="2404">
                  <c:v>42605</c:v>
                </c:pt>
                <c:pt idx="2405">
                  <c:v>42604</c:v>
                </c:pt>
                <c:pt idx="2406">
                  <c:v>42601</c:v>
                </c:pt>
                <c:pt idx="2407">
                  <c:v>42600</c:v>
                </c:pt>
                <c:pt idx="2408">
                  <c:v>42599</c:v>
                </c:pt>
                <c:pt idx="2409">
                  <c:v>42598</c:v>
                </c:pt>
                <c:pt idx="2410">
                  <c:v>42594</c:v>
                </c:pt>
                <c:pt idx="2411">
                  <c:v>42593</c:v>
                </c:pt>
                <c:pt idx="2412">
                  <c:v>42592</c:v>
                </c:pt>
                <c:pt idx="2413">
                  <c:v>42591</c:v>
                </c:pt>
                <c:pt idx="2414">
                  <c:v>42590</c:v>
                </c:pt>
                <c:pt idx="2415">
                  <c:v>42587</c:v>
                </c:pt>
                <c:pt idx="2416">
                  <c:v>42586</c:v>
                </c:pt>
                <c:pt idx="2417">
                  <c:v>42585</c:v>
                </c:pt>
                <c:pt idx="2418">
                  <c:v>42584</c:v>
                </c:pt>
                <c:pt idx="2419">
                  <c:v>42583</c:v>
                </c:pt>
                <c:pt idx="2420">
                  <c:v>42580</c:v>
                </c:pt>
                <c:pt idx="2421">
                  <c:v>42579</c:v>
                </c:pt>
                <c:pt idx="2422">
                  <c:v>42578</c:v>
                </c:pt>
                <c:pt idx="2423">
                  <c:v>42577</c:v>
                </c:pt>
                <c:pt idx="2424">
                  <c:v>42576</c:v>
                </c:pt>
                <c:pt idx="2425">
                  <c:v>42573</c:v>
                </c:pt>
                <c:pt idx="2426">
                  <c:v>42572</c:v>
                </c:pt>
                <c:pt idx="2427">
                  <c:v>42571</c:v>
                </c:pt>
                <c:pt idx="2428">
                  <c:v>42570</c:v>
                </c:pt>
                <c:pt idx="2429">
                  <c:v>42569</c:v>
                </c:pt>
                <c:pt idx="2430">
                  <c:v>42566</c:v>
                </c:pt>
                <c:pt idx="2431">
                  <c:v>42565</c:v>
                </c:pt>
                <c:pt idx="2432">
                  <c:v>42564</c:v>
                </c:pt>
                <c:pt idx="2433">
                  <c:v>42563</c:v>
                </c:pt>
                <c:pt idx="2434">
                  <c:v>42562</c:v>
                </c:pt>
                <c:pt idx="2435">
                  <c:v>42559</c:v>
                </c:pt>
                <c:pt idx="2436">
                  <c:v>42558</c:v>
                </c:pt>
                <c:pt idx="2437">
                  <c:v>42557</c:v>
                </c:pt>
                <c:pt idx="2438">
                  <c:v>42556</c:v>
                </c:pt>
                <c:pt idx="2439">
                  <c:v>42555</c:v>
                </c:pt>
                <c:pt idx="2440">
                  <c:v>42552</c:v>
                </c:pt>
                <c:pt idx="2441">
                  <c:v>42551</c:v>
                </c:pt>
                <c:pt idx="2442">
                  <c:v>42550</c:v>
                </c:pt>
                <c:pt idx="2443">
                  <c:v>42549</c:v>
                </c:pt>
                <c:pt idx="2444">
                  <c:v>42548</c:v>
                </c:pt>
                <c:pt idx="2445">
                  <c:v>42545</c:v>
                </c:pt>
                <c:pt idx="2446">
                  <c:v>42544</c:v>
                </c:pt>
                <c:pt idx="2447">
                  <c:v>42543</c:v>
                </c:pt>
                <c:pt idx="2448">
                  <c:v>42542</c:v>
                </c:pt>
                <c:pt idx="2449">
                  <c:v>42541</c:v>
                </c:pt>
                <c:pt idx="2450">
                  <c:v>42538</c:v>
                </c:pt>
                <c:pt idx="2451">
                  <c:v>42537</c:v>
                </c:pt>
                <c:pt idx="2452">
                  <c:v>42536</c:v>
                </c:pt>
                <c:pt idx="2453">
                  <c:v>42535</c:v>
                </c:pt>
                <c:pt idx="2454">
                  <c:v>42534</c:v>
                </c:pt>
                <c:pt idx="2455">
                  <c:v>42531</c:v>
                </c:pt>
                <c:pt idx="2456">
                  <c:v>42530</c:v>
                </c:pt>
                <c:pt idx="2457">
                  <c:v>42529</c:v>
                </c:pt>
                <c:pt idx="2458">
                  <c:v>42528</c:v>
                </c:pt>
                <c:pt idx="2459">
                  <c:v>42524</c:v>
                </c:pt>
                <c:pt idx="2460">
                  <c:v>42523</c:v>
                </c:pt>
                <c:pt idx="2461">
                  <c:v>42522</c:v>
                </c:pt>
                <c:pt idx="2462">
                  <c:v>42521</c:v>
                </c:pt>
                <c:pt idx="2463">
                  <c:v>42520</c:v>
                </c:pt>
                <c:pt idx="2464">
                  <c:v>42517</c:v>
                </c:pt>
                <c:pt idx="2465">
                  <c:v>42516</c:v>
                </c:pt>
                <c:pt idx="2466">
                  <c:v>42515</c:v>
                </c:pt>
                <c:pt idx="2467">
                  <c:v>42514</c:v>
                </c:pt>
                <c:pt idx="2468">
                  <c:v>42513</c:v>
                </c:pt>
                <c:pt idx="2469">
                  <c:v>42510</c:v>
                </c:pt>
                <c:pt idx="2470">
                  <c:v>42509</c:v>
                </c:pt>
                <c:pt idx="2471">
                  <c:v>42508</c:v>
                </c:pt>
                <c:pt idx="2472">
                  <c:v>42507</c:v>
                </c:pt>
                <c:pt idx="2473">
                  <c:v>42506</c:v>
                </c:pt>
                <c:pt idx="2474">
                  <c:v>42503</c:v>
                </c:pt>
                <c:pt idx="2475">
                  <c:v>42502</c:v>
                </c:pt>
                <c:pt idx="2476">
                  <c:v>42501</c:v>
                </c:pt>
                <c:pt idx="2477">
                  <c:v>42500</c:v>
                </c:pt>
                <c:pt idx="2478">
                  <c:v>42499</c:v>
                </c:pt>
                <c:pt idx="2479">
                  <c:v>42494</c:v>
                </c:pt>
                <c:pt idx="2480">
                  <c:v>42493</c:v>
                </c:pt>
                <c:pt idx="2481">
                  <c:v>42492</c:v>
                </c:pt>
                <c:pt idx="2482">
                  <c:v>42489</c:v>
                </c:pt>
                <c:pt idx="2483">
                  <c:v>42488</c:v>
                </c:pt>
                <c:pt idx="2484">
                  <c:v>42487</c:v>
                </c:pt>
                <c:pt idx="2485">
                  <c:v>42486</c:v>
                </c:pt>
                <c:pt idx="2486">
                  <c:v>42485</c:v>
                </c:pt>
                <c:pt idx="2487">
                  <c:v>42482</c:v>
                </c:pt>
                <c:pt idx="2488">
                  <c:v>42481</c:v>
                </c:pt>
                <c:pt idx="2489">
                  <c:v>42480</c:v>
                </c:pt>
                <c:pt idx="2490">
                  <c:v>42479</c:v>
                </c:pt>
                <c:pt idx="2491">
                  <c:v>42478</c:v>
                </c:pt>
                <c:pt idx="2492">
                  <c:v>42475</c:v>
                </c:pt>
                <c:pt idx="2493">
                  <c:v>42474</c:v>
                </c:pt>
                <c:pt idx="2494">
                  <c:v>42472</c:v>
                </c:pt>
                <c:pt idx="2495">
                  <c:v>42471</c:v>
                </c:pt>
                <c:pt idx="2496">
                  <c:v>42468</c:v>
                </c:pt>
                <c:pt idx="2497">
                  <c:v>42467</c:v>
                </c:pt>
                <c:pt idx="2498">
                  <c:v>42466</c:v>
                </c:pt>
                <c:pt idx="2499">
                  <c:v>42465</c:v>
                </c:pt>
                <c:pt idx="2500">
                  <c:v>42464</c:v>
                </c:pt>
                <c:pt idx="2501">
                  <c:v>42461</c:v>
                </c:pt>
                <c:pt idx="2502">
                  <c:v>42460</c:v>
                </c:pt>
                <c:pt idx="2503">
                  <c:v>42459</c:v>
                </c:pt>
                <c:pt idx="2504">
                  <c:v>42458</c:v>
                </c:pt>
                <c:pt idx="2505">
                  <c:v>42457</c:v>
                </c:pt>
                <c:pt idx="2506">
                  <c:v>42454</c:v>
                </c:pt>
                <c:pt idx="2507">
                  <c:v>42453</c:v>
                </c:pt>
                <c:pt idx="2508">
                  <c:v>42452</c:v>
                </c:pt>
                <c:pt idx="2509">
                  <c:v>42451</c:v>
                </c:pt>
                <c:pt idx="2510">
                  <c:v>42450</c:v>
                </c:pt>
                <c:pt idx="2511">
                  <c:v>42447</c:v>
                </c:pt>
                <c:pt idx="2512">
                  <c:v>42446</c:v>
                </c:pt>
                <c:pt idx="2513">
                  <c:v>42445</c:v>
                </c:pt>
                <c:pt idx="2514">
                  <c:v>42444</c:v>
                </c:pt>
                <c:pt idx="2515">
                  <c:v>42443</c:v>
                </c:pt>
                <c:pt idx="2516">
                  <c:v>42440</c:v>
                </c:pt>
                <c:pt idx="2517">
                  <c:v>42439</c:v>
                </c:pt>
                <c:pt idx="2518">
                  <c:v>42438</c:v>
                </c:pt>
                <c:pt idx="2519">
                  <c:v>42437</c:v>
                </c:pt>
                <c:pt idx="2520">
                  <c:v>42436</c:v>
                </c:pt>
                <c:pt idx="2521">
                  <c:v>42433</c:v>
                </c:pt>
                <c:pt idx="2522">
                  <c:v>42432</c:v>
                </c:pt>
                <c:pt idx="2523">
                  <c:v>42431</c:v>
                </c:pt>
                <c:pt idx="2524">
                  <c:v>42429</c:v>
                </c:pt>
                <c:pt idx="2525">
                  <c:v>42426</c:v>
                </c:pt>
                <c:pt idx="2526">
                  <c:v>42425</c:v>
                </c:pt>
                <c:pt idx="2527">
                  <c:v>42424</c:v>
                </c:pt>
                <c:pt idx="2528">
                  <c:v>42423</c:v>
                </c:pt>
                <c:pt idx="2529">
                  <c:v>42422</c:v>
                </c:pt>
                <c:pt idx="2530">
                  <c:v>42419</c:v>
                </c:pt>
                <c:pt idx="2531">
                  <c:v>42418</c:v>
                </c:pt>
                <c:pt idx="2532">
                  <c:v>42417</c:v>
                </c:pt>
                <c:pt idx="2533">
                  <c:v>42416</c:v>
                </c:pt>
                <c:pt idx="2534">
                  <c:v>42415</c:v>
                </c:pt>
                <c:pt idx="2535">
                  <c:v>42412</c:v>
                </c:pt>
                <c:pt idx="2536">
                  <c:v>42411</c:v>
                </c:pt>
                <c:pt idx="2537">
                  <c:v>42405</c:v>
                </c:pt>
                <c:pt idx="2538">
                  <c:v>42404</c:v>
                </c:pt>
                <c:pt idx="2539">
                  <c:v>42403</c:v>
                </c:pt>
                <c:pt idx="2540">
                  <c:v>42402</c:v>
                </c:pt>
                <c:pt idx="2541">
                  <c:v>42401</c:v>
                </c:pt>
                <c:pt idx="2542">
                  <c:v>42398</c:v>
                </c:pt>
                <c:pt idx="2543">
                  <c:v>42397</c:v>
                </c:pt>
                <c:pt idx="2544">
                  <c:v>42396</c:v>
                </c:pt>
                <c:pt idx="2545">
                  <c:v>42395</c:v>
                </c:pt>
                <c:pt idx="2546">
                  <c:v>42394</c:v>
                </c:pt>
                <c:pt idx="2547">
                  <c:v>42391</c:v>
                </c:pt>
                <c:pt idx="2548">
                  <c:v>42390</c:v>
                </c:pt>
                <c:pt idx="2549">
                  <c:v>42389</c:v>
                </c:pt>
                <c:pt idx="2550">
                  <c:v>42388</c:v>
                </c:pt>
                <c:pt idx="2551">
                  <c:v>42387</c:v>
                </c:pt>
                <c:pt idx="2552">
                  <c:v>42384</c:v>
                </c:pt>
                <c:pt idx="2553">
                  <c:v>42383</c:v>
                </c:pt>
                <c:pt idx="2554">
                  <c:v>42382</c:v>
                </c:pt>
                <c:pt idx="2555">
                  <c:v>42381</c:v>
                </c:pt>
                <c:pt idx="2556">
                  <c:v>42380</c:v>
                </c:pt>
                <c:pt idx="2557">
                  <c:v>42377</c:v>
                </c:pt>
                <c:pt idx="2558">
                  <c:v>42376</c:v>
                </c:pt>
                <c:pt idx="2559">
                  <c:v>42375</c:v>
                </c:pt>
                <c:pt idx="2560">
                  <c:v>42374</c:v>
                </c:pt>
                <c:pt idx="2561">
                  <c:v>42373</c:v>
                </c:pt>
                <c:pt idx="2562">
                  <c:v>42368</c:v>
                </c:pt>
                <c:pt idx="2563">
                  <c:v>42367</c:v>
                </c:pt>
                <c:pt idx="2564">
                  <c:v>42366</c:v>
                </c:pt>
                <c:pt idx="2565">
                  <c:v>42362</c:v>
                </c:pt>
                <c:pt idx="2566">
                  <c:v>42361</c:v>
                </c:pt>
                <c:pt idx="2567">
                  <c:v>42360</c:v>
                </c:pt>
                <c:pt idx="2568">
                  <c:v>42359</c:v>
                </c:pt>
                <c:pt idx="2569">
                  <c:v>42356</c:v>
                </c:pt>
                <c:pt idx="2570">
                  <c:v>42355</c:v>
                </c:pt>
                <c:pt idx="2571">
                  <c:v>42354</c:v>
                </c:pt>
                <c:pt idx="2572">
                  <c:v>42353</c:v>
                </c:pt>
                <c:pt idx="2573">
                  <c:v>42352</c:v>
                </c:pt>
                <c:pt idx="2574">
                  <c:v>42349</c:v>
                </c:pt>
                <c:pt idx="2575">
                  <c:v>42348</c:v>
                </c:pt>
                <c:pt idx="2576">
                  <c:v>42347</c:v>
                </c:pt>
                <c:pt idx="2577">
                  <c:v>42346</c:v>
                </c:pt>
                <c:pt idx="2578">
                  <c:v>42345</c:v>
                </c:pt>
                <c:pt idx="2579">
                  <c:v>42342</c:v>
                </c:pt>
                <c:pt idx="2580">
                  <c:v>42341</c:v>
                </c:pt>
                <c:pt idx="2581">
                  <c:v>42340</c:v>
                </c:pt>
                <c:pt idx="2582">
                  <c:v>42339</c:v>
                </c:pt>
                <c:pt idx="2583">
                  <c:v>42338</c:v>
                </c:pt>
                <c:pt idx="2584">
                  <c:v>42335</c:v>
                </c:pt>
                <c:pt idx="2585">
                  <c:v>42334</c:v>
                </c:pt>
                <c:pt idx="2586">
                  <c:v>42333</c:v>
                </c:pt>
                <c:pt idx="2587">
                  <c:v>42332</c:v>
                </c:pt>
                <c:pt idx="2588">
                  <c:v>42331</c:v>
                </c:pt>
                <c:pt idx="2589">
                  <c:v>42328</c:v>
                </c:pt>
                <c:pt idx="2590">
                  <c:v>42327</c:v>
                </c:pt>
                <c:pt idx="2591">
                  <c:v>42326</c:v>
                </c:pt>
                <c:pt idx="2592">
                  <c:v>42325</c:v>
                </c:pt>
                <c:pt idx="2593">
                  <c:v>42324</c:v>
                </c:pt>
                <c:pt idx="2594">
                  <c:v>42321</c:v>
                </c:pt>
                <c:pt idx="2595">
                  <c:v>42320</c:v>
                </c:pt>
                <c:pt idx="2596">
                  <c:v>42319</c:v>
                </c:pt>
                <c:pt idx="2597">
                  <c:v>42318</c:v>
                </c:pt>
                <c:pt idx="2598">
                  <c:v>42317</c:v>
                </c:pt>
                <c:pt idx="2599">
                  <c:v>42314</c:v>
                </c:pt>
                <c:pt idx="2600">
                  <c:v>42313</c:v>
                </c:pt>
                <c:pt idx="2601">
                  <c:v>42312</c:v>
                </c:pt>
                <c:pt idx="2602">
                  <c:v>42311</c:v>
                </c:pt>
                <c:pt idx="2603">
                  <c:v>42310</c:v>
                </c:pt>
                <c:pt idx="2604">
                  <c:v>42307</c:v>
                </c:pt>
                <c:pt idx="2605">
                  <c:v>42306</c:v>
                </c:pt>
                <c:pt idx="2606">
                  <c:v>42305</c:v>
                </c:pt>
                <c:pt idx="2607">
                  <c:v>42304</c:v>
                </c:pt>
                <c:pt idx="2608">
                  <c:v>42303</c:v>
                </c:pt>
                <c:pt idx="2609">
                  <c:v>42300</c:v>
                </c:pt>
                <c:pt idx="2610">
                  <c:v>42299</c:v>
                </c:pt>
                <c:pt idx="2611">
                  <c:v>42298</c:v>
                </c:pt>
                <c:pt idx="2612">
                  <c:v>42297</c:v>
                </c:pt>
                <c:pt idx="2613">
                  <c:v>42296</c:v>
                </c:pt>
                <c:pt idx="2614">
                  <c:v>42293</c:v>
                </c:pt>
                <c:pt idx="2615">
                  <c:v>42292</c:v>
                </c:pt>
                <c:pt idx="2616">
                  <c:v>42291</c:v>
                </c:pt>
                <c:pt idx="2617">
                  <c:v>42290</c:v>
                </c:pt>
                <c:pt idx="2618">
                  <c:v>42289</c:v>
                </c:pt>
                <c:pt idx="2619">
                  <c:v>42285</c:v>
                </c:pt>
                <c:pt idx="2620">
                  <c:v>42284</c:v>
                </c:pt>
                <c:pt idx="2621">
                  <c:v>42283</c:v>
                </c:pt>
                <c:pt idx="2622">
                  <c:v>42282</c:v>
                </c:pt>
                <c:pt idx="2623">
                  <c:v>42279</c:v>
                </c:pt>
                <c:pt idx="2624">
                  <c:v>42278</c:v>
                </c:pt>
                <c:pt idx="2625">
                  <c:v>42277</c:v>
                </c:pt>
                <c:pt idx="2626">
                  <c:v>42272</c:v>
                </c:pt>
                <c:pt idx="2627">
                  <c:v>42271</c:v>
                </c:pt>
                <c:pt idx="2628">
                  <c:v>42270</c:v>
                </c:pt>
                <c:pt idx="2629">
                  <c:v>42269</c:v>
                </c:pt>
                <c:pt idx="2630">
                  <c:v>42268</c:v>
                </c:pt>
                <c:pt idx="2631">
                  <c:v>42265</c:v>
                </c:pt>
                <c:pt idx="2632">
                  <c:v>42264</c:v>
                </c:pt>
                <c:pt idx="2633">
                  <c:v>42263</c:v>
                </c:pt>
                <c:pt idx="2634">
                  <c:v>42262</c:v>
                </c:pt>
                <c:pt idx="2635">
                  <c:v>42261</c:v>
                </c:pt>
                <c:pt idx="2636">
                  <c:v>42258</c:v>
                </c:pt>
                <c:pt idx="2637">
                  <c:v>42257</c:v>
                </c:pt>
                <c:pt idx="2638">
                  <c:v>42256</c:v>
                </c:pt>
                <c:pt idx="2639">
                  <c:v>42255</c:v>
                </c:pt>
                <c:pt idx="2640">
                  <c:v>42254</c:v>
                </c:pt>
                <c:pt idx="2641">
                  <c:v>42251</c:v>
                </c:pt>
                <c:pt idx="2642">
                  <c:v>42250</c:v>
                </c:pt>
                <c:pt idx="2643">
                  <c:v>42249</c:v>
                </c:pt>
                <c:pt idx="2644">
                  <c:v>42248</c:v>
                </c:pt>
                <c:pt idx="2645">
                  <c:v>42247</c:v>
                </c:pt>
                <c:pt idx="2646">
                  <c:v>42244</c:v>
                </c:pt>
                <c:pt idx="2647">
                  <c:v>42243</c:v>
                </c:pt>
                <c:pt idx="2648">
                  <c:v>42242</c:v>
                </c:pt>
                <c:pt idx="2649">
                  <c:v>42241</c:v>
                </c:pt>
                <c:pt idx="2650">
                  <c:v>42240</c:v>
                </c:pt>
                <c:pt idx="2651">
                  <c:v>42237</c:v>
                </c:pt>
                <c:pt idx="2652">
                  <c:v>42236</c:v>
                </c:pt>
                <c:pt idx="2653">
                  <c:v>42235</c:v>
                </c:pt>
                <c:pt idx="2654">
                  <c:v>42234</c:v>
                </c:pt>
                <c:pt idx="2655">
                  <c:v>42233</c:v>
                </c:pt>
                <c:pt idx="2656">
                  <c:v>42229</c:v>
                </c:pt>
                <c:pt idx="2657">
                  <c:v>42228</c:v>
                </c:pt>
                <c:pt idx="2658">
                  <c:v>42227</c:v>
                </c:pt>
                <c:pt idx="2659">
                  <c:v>42226</c:v>
                </c:pt>
                <c:pt idx="2660">
                  <c:v>42223</c:v>
                </c:pt>
                <c:pt idx="2661">
                  <c:v>42222</c:v>
                </c:pt>
                <c:pt idx="2662">
                  <c:v>42221</c:v>
                </c:pt>
                <c:pt idx="2663">
                  <c:v>42220</c:v>
                </c:pt>
                <c:pt idx="2664">
                  <c:v>42219</c:v>
                </c:pt>
                <c:pt idx="2665">
                  <c:v>42216</c:v>
                </c:pt>
                <c:pt idx="2666">
                  <c:v>42215</c:v>
                </c:pt>
                <c:pt idx="2667">
                  <c:v>42214</c:v>
                </c:pt>
                <c:pt idx="2668">
                  <c:v>42213</c:v>
                </c:pt>
                <c:pt idx="2669">
                  <c:v>42212</c:v>
                </c:pt>
                <c:pt idx="2670">
                  <c:v>42209</c:v>
                </c:pt>
                <c:pt idx="2671">
                  <c:v>42208</c:v>
                </c:pt>
                <c:pt idx="2672">
                  <c:v>42207</c:v>
                </c:pt>
                <c:pt idx="2673">
                  <c:v>42206</c:v>
                </c:pt>
                <c:pt idx="2674">
                  <c:v>42205</c:v>
                </c:pt>
                <c:pt idx="2675">
                  <c:v>42202</c:v>
                </c:pt>
                <c:pt idx="2676">
                  <c:v>42201</c:v>
                </c:pt>
                <c:pt idx="2677">
                  <c:v>42200</c:v>
                </c:pt>
                <c:pt idx="2678">
                  <c:v>42199</c:v>
                </c:pt>
                <c:pt idx="2679">
                  <c:v>42198</c:v>
                </c:pt>
                <c:pt idx="2680">
                  <c:v>42195</c:v>
                </c:pt>
                <c:pt idx="2681">
                  <c:v>42194</c:v>
                </c:pt>
                <c:pt idx="2682">
                  <c:v>42193</c:v>
                </c:pt>
                <c:pt idx="2683">
                  <c:v>42192</c:v>
                </c:pt>
                <c:pt idx="2684">
                  <c:v>42191</c:v>
                </c:pt>
                <c:pt idx="2685">
                  <c:v>42188</c:v>
                </c:pt>
                <c:pt idx="2686">
                  <c:v>42187</c:v>
                </c:pt>
                <c:pt idx="2687">
                  <c:v>42186</c:v>
                </c:pt>
                <c:pt idx="2688">
                  <c:v>42185</c:v>
                </c:pt>
                <c:pt idx="2689">
                  <c:v>42184</c:v>
                </c:pt>
                <c:pt idx="2690">
                  <c:v>42181</c:v>
                </c:pt>
                <c:pt idx="2691">
                  <c:v>42180</c:v>
                </c:pt>
                <c:pt idx="2692">
                  <c:v>42179</c:v>
                </c:pt>
                <c:pt idx="2693">
                  <c:v>42178</c:v>
                </c:pt>
                <c:pt idx="2694">
                  <c:v>42177</c:v>
                </c:pt>
                <c:pt idx="2695">
                  <c:v>42174</c:v>
                </c:pt>
                <c:pt idx="2696">
                  <c:v>42173</c:v>
                </c:pt>
                <c:pt idx="2697">
                  <c:v>42172</c:v>
                </c:pt>
                <c:pt idx="2698">
                  <c:v>42171</c:v>
                </c:pt>
                <c:pt idx="2699">
                  <c:v>42170</c:v>
                </c:pt>
                <c:pt idx="2700">
                  <c:v>42167</c:v>
                </c:pt>
                <c:pt idx="2701">
                  <c:v>42166</c:v>
                </c:pt>
                <c:pt idx="2702">
                  <c:v>42165</c:v>
                </c:pt>
                <c:pt idx="2703">
                  <c:v>42164</c:v>
                </c:pt>
                <c:pt idx="2704">
                  <c:v>42163</c:v>
                </c:pt>
                <c:pt idx="2705">
                  <c:v>42160</c:v>
                </c:pt>
                <c:pt idx="2706">
                  <c:v>42159</c:v>
                </c:pt>
                <c:pt idx="2707">
                  <c:v>42158</c:v>
                </c:pt>
                <c:pt idx="2708">
                  <c:v>42157</c:v>
                </c:pt>
                <c:pt idx="2709">
                  <c:v>42156</c:v>
                </c:pt>
                <c:pt idx="2710">
                  <c:v>42153</c:v>
                </c:pt>
                <c:pt idx="2711">
                  <c:v>42152</c:v>
                </c:pt>
                <c:pt idx="2712">
                  <c:v>42151</c:v>
                </c:pt>
                <c:pt idx="2713">
                  <c:v>42150</c:v>
                </c:pt>
                <c:pt idx="2714">
                  <c:v>42146</c:v>
                </c:pt>
                <c:pt idx="2715">
                  <c:v>42145</c:v>
                </c:pt>
                <c:pt idx="2716">
                  <c:v>42144</c:v>
                </c:pt>
                <c:pt idx="2717">
                  <c:v>42143</c:v>
                </c:pt>
                <c:pt idx="2718">
                  <c:v>42142</c:v>
                </c:pt>
                <c:pt idx="2719">
                  <c:v>42139</c:v>
                </c:pt>
                <c:pt idx="2720">
                  <c:v>42138</c:v>
                </c:pt>
                <c:pt idx="2721">
                  <c:v>42137</c:v>
                </c:pt>
                <c:pt idx="2722">
                  <c:v>42136</c:v>
                </c:pt>
                <c:pt idx="2723">
                  <c:v>42135</c:v>
                </c:pt>
                <c:pt idx="2724">
                  <c:v>42132</c:v>
                </c:pt>
                <c:pt idx="2725">
                  <c:v>42131</c:v>
                </c:pt>
                <c:pt idx="2726">
                  <c:v>42130</c:v>
                </c:pt>
                <c:pt idx="2727">
                  <c:v>42128</c:v>
                </c:pt>
                <c:pt idx="2728">
                  <c:v>42124</c:v>
                </c:pt>
                <c:pt idx="2729">
                  <c:v>42123</c:v>
                </c:pt>
                <c:pt idx="2730">
                  <c:v>42122</c:v>
                </c:pt>
                <c:pt idx="2731">
                  <c:v>42121</c:v>
                </c:pt>
                <c:pt idx="2732">
                  <c:v>42118</c:v>
                </c:pt>
                <c:pt idx="2733">
                  <c:v>42117</c:v>
                </c:pt>
                <c:pt idx="2734">
                  <c:v>42116</c:v>
                </c:pt>
                <c:pt idx="2735">
                  <c:v>42115</c:v>
                </c:pt>
                <c:pt idx="2736">
                  <c:v>42114</c:v>
                </c:pt>
                <c:pt idx="2737">
                  <c:v>42111</c:v>
                </c:pt>
                <c:pt idx="2738">
                  <c:v>42110</c:v>
                </c:pt>
                <c:pt idx="2739">
                  <c:v>42109</c:v>
                </c:pt>
                <c:pt idx="2740">
                  <c:v>42108</c:v>
                </c:pt>
                <c:pt idx="2741">
                  <c:v>42107</c:v>
                </c:pt>
                <c:pt idx="2742">
                  <c:v>42104</c:v>
                </c:pt>
                <c:pt idx="2743">
                  <c:v>42103</c:v>
                </c:pt>
                <c:pt idx="2744">
                  <c:v>42102</c:v>
                </c:pt>
                <c:pt idx="2745">
                  <c:v>42101</c:v>
                </c:pt>
                <c:pt idx="2746">
                  <c:v>42100</c:v>
                </c:pt>
                <c:pt idx="2747">
                  <c:v>42097</c:v>
                </c:pt>
                <c:pt idx="2748">
                  <c:v>42096</c:v>
                </c:pt>
                <c:pt idx="2749">
                  <c:v>42095</c:v>
                </c:pt>
                <c:pt idx="2750">
                  <c:v>42094</c:v>
                </c:pt>
                <c:pt idx="2751">
                  <c:v>42093</c:v>
                </c:pt>
                <c:pt idx="2752">
                  <c:v>42090</c:v>
                </c:pt>
                <c:pt idx="2753">
                  <c:v>42089</c:v>
                </c:pt>
                <c:pt idx="2754">
                  <c:v>42088</c:v>
                </c:pt>
                <c:pt idx="2755">
                  <c:v>42087</c:v>
                </c:pt>
                <c:pt idx="2756">
                  <c:v>42086</c:v>
                </c:pt>
                <c:pt idx="2757">
                  <c:v>42083</c:v>
                </c:pt>
                <c:pt idx="2758">
                  <c:v>42082</c:v>
                </c:pt>
                <c:pt idx="2759">
                  <c:v>42081</c:v>
                </c:pt>
                <c:pt idx="2760">
                  <c:v>42080</c:v>
                </c:pt>
                <c:pt idx="2761">
                  <c:v>42079</c:v>
                </c:pt>
                <c:pt idx="2762">
                  <c:v>42076</c:v>
                </c:pt>
                <c:pt idx="2763">
                  <c:v>42075</c:v>
                </c:pt>
                <c:pt idx="2764">
                  <c:v>42074</c:v>
                </c:pt>
                <c:pt idx="2765">
                  <c:v>42073</c:v>
                </c:pt>
                <c:pt idx="2766">
                  <c:v>42072</c:v>
                </c:pt>
                <c:pt idx="2767">
                  <c:v>42069</c:v>
                </c:pt>
                <c:pt idx="2768">
                  <c:v>42068</c:v>
                </c:pt>
                <c:pt idx="2769">
                  <c:v>42067</c:v>
                </c:pt>
                <c:pt idx="2770">
                  <c:v>42066</c:v>
                </c:pt>
                <c:pt idx="2771">
                  <c:v>42065</c:v>
                </c:pt>
                <c:pt idx="2772">
                  <c:v>42062</c:v>
                </c:pt>
                <c:pt idx="2773">
                  <c:v>42061</c:v>
                </c:pt>
                <c:pt idx="2774">
                  <c:v>42060</c:v>
                </c:pt>
                <c:pt idx="2775">
                  <c:v>42059</c:v>
                </c:pt>
                <c:pt idx="2776">
                  <c:v>42058</c:v>
                </c:pt>
                <c:pt idx="2777">
                  <c:v>42052</c:v>
                </c:pt>
                <c:pt idx="2778">
                  <c:v>42051</c:v>
                </c:pt>
                <c:pt idx="2779">
                  <c:v>42048</c:v>
                </c:pt>
                <c:pt idx="2780">
                  <c:v>42047</c:v>
                </c:pt>
                <c:pt idx="2781">
                  <c:v>42046</c:v>
                </c:pt>
                <c:pt idx="2782">
                  <c:v>42045</c:v>
                </c:pt>
                <c:pt idx="2783">
                  <c:v>42044</c:v>
                </c:pt>
                <c:pt idx="2784">
                  <c:v>42041</c:v>
                </c:pt>
                <c:pt idx="2785">
                  <c:v>42040</c:v>
                </c:pt>
                <c:pt idx="2786">
                  <c:v>42039</c:v>
                </c:pt>
                <c:pt idx="2787">
                  <c:v>42038</c:v>
                </c:pt>
                <c:pt idx="2788">
                  <c:v>42037</c:v>
                </c:pt>
                <c:pt idx="2789">
                  <c:v>42034</c:v>
                </c:pt>
                <c:pt idx="2790">
                  <c:v>42033</c:v>
                </c:pt>
                <c:pt idx="2791">
                  <c:v>42032</c:v>
                </c:pt>
                <c:pt idx="2792">
                  <c:v>42031</c:v>
                </c:pt>
                <c:pt idx="2793">
                  <c:v>42030</c:v>
                </c:pt>
                <c:pt idx="2794">
                  <c:v>42027</c:v>
                </c:pt>
                <c:pt idx="2795">
                  <c:v>42026</c:v>
                </c:pt>
                <c:pt idx="2796">
                  <c:v>42025</c:v>
                </c:pt>
                <c:pt idx="2797">
                  <c:v>42024</c:v>
                </c:pt>
                <c:pt idx="2798">
                  <c:v>42023</c:v>
                </c:pt>
                <c:pt idx="2799">
                  <c:v>42020</c:v>
                </c:pt>
                <c:pt idx="2800">
                  <c:v>42019</c:v>
                </c:pt>
                <c:pt idx="2801">
                  <c:v>42018</c:v>
                </c:pt>
                <c:pt idx="2802">
                  <c:v>42017</c:v>
                </c:pt>
                <c:pt idx="2803">
                  <c:v>42016</c:v>
                </c:pt>
                <c:pt idx="2804">
                  <c:v>42013</c:v>
                </c:pt>
                <c:pt idx="2805">
                  <c:v>42012</c:v>
                </c:pt>
                <c:pt idx="2806">
                  <c:v>42011</c:v>
                </c:pt>
                <c:pt idx="2807">
                  <c:v>42010</c:v>
                </c:pt>
                <c:pt idx="2808">
                  <c:v>42009</c:v>
                </c:pt>
                <c:pt idx="2809">
                  <c:v>42006</c:v>
                </c:pt>
                <c:pt idx="2810">
                  <c:v>42003</c:v>
                </c:pt>
                <c:pt idx="2811">
                  <c:v>42002</c:v>
                </c:pt>
                <c:pt idx="2812">
                  <c:v>41999</c:v>
                </c:pt>
                <c:pt idx="2813">
                  <c:v>41997</c:v>
                </c:pt>
                <c:pt idx="2814">
                  <c:v>41996</c:v>
                </c:pt>
                <c:pt idx="2815">
                  <c:v>41995</c:v>
                </c:pt>
                <c:pt idx="2816">
                  <c:v>41992</c:v>
                </c:pt>
                <c:pt idx="2817">
                  <c:v>41991</c:v>
                </c:pt>
                <c:pt idx="2818">
                  <c:v>41990</c:v>
                </c:pt>
                <c:pt idx="2819">
                  <c:v>41989</c:v>
                </c:pt>
                <c:pt idx="2820">
                  <c:v>41988</c:v>
                </c:pt>
                <c:pt idx="2821">
                  <c:v>41985</c:v>
                </c:pt>
                <c:pt idx="2822">
                  <c:v>41984</c:v>
                </c:pt>
                <c:pt idx="2823">
                  <c:v>41983</c:v>
                </c:pt>
                <c:pt idx="2824">
                  <c:v>41982</c:v>
                </c:pt>
                <c:pt idx="2825">
                  <c:v>41981</c:v>
                </c:pt>
                <c:pt idx="2826">
                  <c:v>41978</c:v>
                </c:pt>
                <c:pt idx="2827">
                  <c:v>41977</c:v>
                </c:pt>
                <c:pt idx="2828">
                  <c:v>41976</c:v>
                </c:pt>
                <c:pt idx="2829">
                  <c:v>41975</c:v>
                </c:pt>
                <c:pt idx="2830">
                  <c:v>41974</c:v>
                </c:pt>
                <c:pt idx="2831">
                  <c:v>41971</c:v>
                </c:pt>
                <c:pt idx="2832">
                  <c:v>41970</c:v>
                </c:pt>
                <c:pt idx="2833">
                  <c:v>41969</c:v>
                </c:pt>
                <c:pt idx="2834">
                  <c:v>41968</c:v>
                </c:pt>
                <c:pt idx="2835">
                  <c:v>41967</c:v>
                </c:pt>
                <c:pt idx="2836">
                  <c:v>41964</c:v>
                </c:pt>
                <c:pt idx="2837">
                  <c:v>41963</c:v>
                </c:pt>
                <c:pt idx="2838">
                  <c:v>41962</c:v>
                </c:pt>
                <c:pt idx="2839">
                  <c:v>41961</c:v>
                </c:pt>
                <c:pt idx="2840">
                  <c:v>41960</c:v>
                </c:pt>
                <c:pt idx="2841">
                  <c:v>41957</c:v>
                </c:pt>
                <c:pt idx="2842">
                  <c:v>41956</c:v>
                </c:pt>
                <c:pt idx="2843">
                  <c:v>41955</c:v>
                </c:pt>
                <c:pt idx="2844">
                  <c:v>41954</c:v>
                </c:pt>
                <c:pt idx="2845">
                  <c:v>41953</c:v>
                </c:pt>
                <c:pt idx="2846">
                  <c:v>41950</c:v>
                </c:pt>
                <c:pt idx="2847">
                  <c:v>41949</c:v>
                </c:pt>
                <c:pt idx="2848">
                  <c:v>41948</c:v>
                </c:pt>
                <c:pt idx="2849">
                  <c:v>41947</c:v>
                </c:pt>
                <c:pt idx="2850">
                  <c:v>41946</c:v>
                </c:pt>
                <c:pt idx="2851">
                  <c:v>41943</c:v>
                </c:pt>
                <c:pt idx="2852">
                  <c:v>41942</c:v>
                </c:pt>
                <c:pt idx="2853">
                  <c:v>41941</c:v>
                </c:pt>
                <c:pt idx="2854">
                  <c:v>41940</c:v>
                </c:pt>
                <c:pt idx="2855">
                  <c:v>41939</c:v>
                </c:pt>
                <c:pt idx="2856">
                  <c:v>41936</c:v>
                </c:pt>
                <c:pt idx="2857">
                  <c:v>41935</c:v>
                </c:pt>
                <c:pt idx="2858">
                  <c:v>41934</c:v>
                </c:pt>
                <c:pt idx="2859">
                  <c:v>41933</c:v>
                </c:pt>
                <c:pt idx="2860">
                  <c:v>41932</c:v>
                </c:pt>
                <c:pt idx="2861">
                  <c:v>41929</c:v>
                </c:pt>
                <c:pt idx="2862">
                  <c:v>41928</c:v>
                </c:pt>
                <c:pt idx="2863">
                  <c:v>41927</c:v>
                </c:pt>
                <c:pt idx="2864">
                  <c:v>41926</c:v>
                </c:pt>
                <c:pt idx="2865">
                  <c:v>41925</c:v>
                </c:pt>
                <c:pt idx="2866">
                  <c:v>41922</c:v>
                </c:pt>
                <c:pt idx="2867">
                  <c:v>41920</c:v>
                </c:pt>
                <c:pt idx="2868">
                  <c:v>41919</c:v>
                </c:pt>
                <c:pt idx="2869">
                  <c:v>41918</c:v>
                </c:pt>
                <c:pt idx="2870">
                  <c:v>41914</c:v>
                </c:pt>
                <c:pt idx="2871">
                  <c:v>41913</c:v>
                </c:pt>
                <c:pt idx="2872">
                  <c:v>41912</c:v>
                </c:pt>
                <c:pt idx="2873">
                  <c:v>41911</c:v>
                </c:pt>
                <c:pt idx="2874">
                  <c:v>41908</c:v>
                </c:pt>
                <c:pt idx="2875">
                  <c:v>41907</c:v>
                </c:pt>
                <c:pt idx="2876">
                  <c:v>41906</c:v>
                </c:pt>
                <c:pt idx="2877">
                  <c:v>41905</c:v>
                </c:pt>
                <c:pt idx="2878">
                  <c:v>41904</c:v>
                </c:pt>
                <c:pt idx="2879">
                  <c:v>41901</c:v>
                </c:pt>
                <c:pt idx="2880">
                  <c:v>41900</c:v>
                </c:pt>
                <c:pt idx="2881">
                  <c:v>41899</c:v>
                </c:pt>
                <c:pt idx="2882">
                  <c:v>41898</c:v>
                </c:pt>
                <c:pt idx="2883">
                  <c:v>41897</c:v>
                </c:pt>
                <c:pt idx="2884">
                  <c:v>41894</c:v>
                </c:pt>
                <c:pt idx="2885">
                  <c:v>41893</c:v>
                </c:pt>
                <c:pt idx="2886">
                  <c:v>41887</c:v>
                </c:pt>
                <c:pt idx="2887">
                  <c:v>41886</c:v>
                </c:pt>
                <c:pt idx="2888">
                  <c:v>41885</c:v>
                </c:pt>
                <c:pt idx="2889">
                  <c:v>41884</c:v>
                </c:pt>
                <c:pt idx="2890">
                  <c:v>41883</c:v>
                </c:pt>
                <c:pt idx="2891">
                  <c:v>41880</c:v>
                </c:pt>
                <c:pt idx="2892">
                  <c:v>41879</c:v>
                </c:pt>
                <c:pt idx="2893">
                  <c:v>41878</c:v>
                </c:pt>
                <c:pt idx="2894">
                  <c:v>41877</c:v>
                </c:pt>
                <c:pt idx="2895">
                  <c:v>41876</c:v>
                </c:pt>
                <c:pt idx="2896">
                  <c:v>41873</c:v>
                </c:pt>
                <c:pt idx="2897">
                  <c:v>41872</c:v>
                </c:pt>
                <c:pt idx="2898">
                  <c:v>41871</c:v>
                </c:pt>
                <c:pt idx="2899">
                  <c:v>41870</c:v>
                </c:pt>
                <c:pt idx="2900">
                  <c:v>41869</c:v>
                </c:pt>
                <c:pt idx="2901">
                  <c:v>41865</c:v>
                </c:pt>
                <c:pt idx="2902">
                  <c:v>41864</c:v>
                </c:pt>
                <c:pt idx="2903">
                  <c:v>41863</c:v>
                </c:pt>
                <c:pt idx="2904">
                  <c:v>41862</c:v>
                </c:pt>
                <c:pt idx="2905">
                  <c:v>41859</c:v>
                </c:pt>
                <c:pt idx="2906">
                  <c:v>41858</c:v>
                </c:pt>
                <c:pt idx="2907">
                  <c:v>41857</c:v>
                </c:pt>
                <c:pt idx="2908">
                  <c:v>41856</c:v>
                </c:pt>
                <c:pt idx="2909">
                  <c:v>41855</c:v>
                </c:pt>
                <c:pt idx="2910">
                  <c:v>41852</c:v>
                </c:pt>
                <c:pt idx="2911">
                  <c:v>41851</c:v>
                </c:pt>
                <c:pt idx="2912">
                  <c:v>41850</c:v>
                </c:pt>
                <c:pt idx="2913">
                  <c:v>41849</c:v>
                </c:pt>
                <c:pt idx="2914">
                  <c:v>41848</c:v>
                </c:pt>
                <c:pt idx="2915">
                  <c:v>41845</c:v>
                </c:pt>
                <c:pt idx="2916">
                  <c:v>41844</c:v>
                </c:pt>
                <c:pt idx="2917">
                  <c:v>41843</c:v>
                </c:pt>
                <c:pt idx="2918">
                  <c:v>41842</c:v>
                </c:pt>
                <c:pt idx="2919">
                  <c:v>41841</c:v>
                </c:pt>
                <c:pt idx="2920">
                  <c:v>41838</c:v>
                </c:pt>
                <c:pt idx="2921">
                  <c:v>41837</c:v>
                </c:pt>
                <c:pt idx="2922">
                  <c:v>41836</c:v>
                </c:pt>
                <c:pt idx="2923">
                  <c:v>41835</c:v>
                </c:pt>
                <c:pt idx="2924">
                  <c:v>41834</c:v>
                </c:pt>
                <c:pt idx="2925">
                  <c:v>41831</c:v>
                </c:pt>
                <c:pt idx="2926">
                  <c:v>41830</c:v>
                </c:pt>
                <c:pt idx="2927">
                  <c:v>41829</c:v>
                </c:pt>
                <c:pt idx="2928">
                  <c:v>41828</c:v>
                </c:pt>
                <c:pt idx="2929">
                  <c:v>41827</c:v>
                </c:pt>
                <c:pt idx="2930">
                  <c:v>41824</c:v>
                </c:pt>
                <c:pt idx="2931">
                  <c:v>41823</c:v>
                </c:pt>
                <c:pt idx="2932">
                  <c:v>41822</c:v>
                </c:pt>
                <c:pt idx="2933">
                  <c:v>41821</c:v>
                </c:pt>
                <c:pt idx="2934">
                  <c:v>41820</c:v>
                </c:pt>
                <c:pt idx="2935">
                  <c:v>41817</c:v>
                </c:pt>
                <c:pt idx="2936">
                  <c:v>41816</c:v>
                </c:pt>
                <c:pt idx="2937">
                  <c:v>41815</c:v>
                </c:pt>
                <c:pt idx="2938">
                  <c:v>41814</c:v>
                </c:pt>
                <c:pt idx="2939">
                  <c:v>41813</c:v>
                </c:pt>
                <c:pt idx="2940">
                  <c:v>41810</c:v>
                </c:pt>
                <c:pt idx="2941">
                  <c:v>41809</c:v>
                </c:pt>
                <c:pt idx="2942">
                  <c:v>41808</c:v>
                </c:pt>
                <c:pt idx="2943">
                  <c:v>41807</c:v>
                </c:pt>
                <c:pt idx="2944">
                  <c:v>41806</c:v>
                </c:pt>
                <c:pt idx="2945">
                  <c:v>41803</c:v>
                </c:pt>
                <c:pt idx="2946">
                  <c:v>41802</c:v>
                </c:pt>
                <c:pt idx="2947">
                  <c:v>41801</c:v>
                </c:pt>
                <c:pt idx="2948">
                  <c:v>41800</c:v>
                </c:pt>
                <c:pt idx="2949">
                  <c:v>41799</c:v>
                </c:pt>
                <c:pt idx="2950">
                  <c:v>41795</c:v>
                </c:pt>
                <c:pt idx="2951">
                  <c:v>41793</c:v>
                </c:pt>
                <c:pt idx="2952">
                  <c:v>41792</c:v>
                </c:pt>
                <c:pt idx="2953">
                  <c:v>41789</c:v>
                </c:pt>
                <c:pt idx="2954">
                  <c:v>41788</c:v>
                </c:pt>
                <c:pt idx="2955">
                  <c:v>41787</c:v>
                </c:pt>
                <c:pt idx="2956">
                  <c:v>41786</c:v>
                </c:pt>
                <c:pt idx="2957">
                  <c:v>41785</c:v>
                </c:pt>
                <c:pt idx="2958">
                  <c:v>41782</c:v>
                </c:pt>
                <c:pt idx="2959">
                  <c:v>41781</c:v>
                </c:pt>
                <c:pt idx="2960">
                  <c:v>41780</c:v>
                </c:pt>
                <c:pt idx="2961">
                  <c:v>41779</c:v>
                </c:pt>
                <c:pt idx="2962">
                  <c:v>41778</c:v>
                </c:pt>
                <c:pt idx="2963">
                  <c:v>41775</c:v>
                </c:pt>
                <c:pt idx="2964">
                  <c:v>41774</c:v>
                </c:pt>
                <c:pt idx="2965">
                  <c:v>41773</c:v>
                </c:pt>
                <c:pt idx="2966">
                  <c:v>41772</c:v>
                </c:pt>
                <c:pt idx="2967">
                  <c:v>41771</c:v>
                </c:pt>
                <c:pt idx="2968">
                  <c:v>41768</c:v>
                </c:pt>
                <c:pt idx="2969">
                  <c:v>41767</c:v>
                </c:pt>
                <c:pt idx="2970">
                  <c:v>41766</c:v>
                </c:pt>
                <c:pt idx="2971">
                  <c:v>41761</c:v>
                </c:pt>
                <c:pt idx="2972">
                  <c:v>41759</c:v>
                </c:pt>
                <c:pt idx="2973">
                  <c:v>41758</c:v>
                </c:pt>
                <c:pt idx="2974">
                  <c:v>41757</c:v>
                </c:pt>
                <c:pt idx="2975">
                  <c:v>41754</c:v>
                </c:pt>
                <c:pt idx="2976">
                  <c:v>41753</c:v>
                </c:pt>
                <c:pt idx="2977">
                  <c:v>41752</c:v>
                </c:pt>
                <c:pt idx="2978">
                  <c:v>41751</c:v>
                </c:pt>
                <c:pt idx="2979">
                  <c:v>41750</c:v>
                </c:pt>
                <c:pt idx="2980">
                  <c:v>41747</c:v>
                </c:pt>
                <c:pt idx="2981">
                  <c:v>41746</c:v>
                </c:pt>
                <c:pt idx="2982">
                  <c:v>41745</c:v>
                </c:pt>
                <c:pt idx="2983">
                  <c:v>41744</c:v>
                </c:pt>
                <c:pt idx="2984">
                  <c:v>41743</c:v>
                </c:pt>
                <c:pt idx="2985">
                  <c:v>41740</c:v>
                </c:pt>
                <c:pt idx="2986">
                  <c:v>41739</c:v>
                </c:pt>
                <c:pt idx="2987">
                  <c:v>41738</c:v>
                </c:pt>
                <c:pt idx="2988">
                  <c:v>41737</c:v>
                </c:pt>
                <c:pt idx="2989">
                  <c:v>41736</c:v>
                </c:pt>
                <c:pt idx="2990">
                  <c:v>41733</c:v>
                </c:pt>
                <c:pt idx="2991">
                  <c:v>41732</c:v>
                </c:pt>
                <c:pt idx="2992">
                  <c:v>41731</c:v>
                </c:pt>
                <c:pt idx="2993">
                  <c:v>41730</c:v>
                </c:pt>
                <c:pt idx="2994">
                  <c:v>41729</c:v>
                </c:pt>
                <c:pt idx="2995">
                  <c:v>41726</c:v>
                </c:pt>
                <c:pt idx="2996">
                  <c:v>41725</c:v>
                </c:pt>
                <c:pt idx="2997">
                  <c:v>41724</c:v>
                </c:pt>
                <c:pt idx="2998">
                  <c:v>41723</c:v>
                </c:pt>
                <c:pt idx="2999">
                  <c:v>41722</c:v>
                </c:pt>
                <c:pt idx="3000">
                  <c:v>41719</c:v>
                </c:pt>
                <c:pt idx="3001">
                  <c:v>41718</c:v>
                </c:pt>
                <c:pt idx="3002">
                  <c:v>41717</c:v>
                </c:pt>
                <c:pt idx="3003">
                  <c:v>41716</c:v>
                </c:pt>
                <c:pt idx="3004">
                  <c:v>41715</c:v>
                </c:pt>
                <c:pt idx="3005">
                  <c:v>41712</c:v>
                </c:pt>
                <c:pt idx="3006">
                  <c:v>41711</c:v>
                </c:pt>
                <c:pt idx="3007">
                  <c:v>41710</c:v>
                </c:pt>
                <c:pt idx="3008">
                  <c:v>41709</c:v>
                </c:pt>
                <c:pt idx="3009">
                  <c:v>41708</c:v>
                </c:pt>
                <c:pt idx="3010">
                  <c:v>41705</c:v>
                </c:pt>
                <c:pt idx="3011">
                  <c:v>41704</c:v>
                </c:pt>
                <c:pt idx="3012">
                  <c:v>41703</c:v>
                </c:pt>
                <c:pt idx="3013">
                  <c:v>41702</c:v>
                </c:pt>
                <c:pt idx="3014">
                  <c:v>41701</c:v>
                </c:pt>
                <c:pt idx="3015">
                  <c:v>41698</c:v>
                </c:pt>
                <c:pt idx="3016">
                  <c:v>41697</c:v>
                </c:pt>
                <c:pt idx="3017">
                  <c:v>41696</c:v>
                </c:pt>
                <c:pt idx="3018">
                  <c:v>41695</c:v>
                </c:pt>
                <c:pt idx="3019">
                  <c:v>41694</c:v>
                </c:pt>
                <c:pt idx="3020">
                  <c:v>41691</c:v>
                </c:pt>
                <c:pt idx="3021">
                  <c:v>41690</c:v>
                </c:pt>
                <c:pt idx="3022">
                  <c:v>41689</c:v>
                </c:pt>
                <c:pt idx="3023">
                  <c:v>41688</c:v>
                </c:pt>
                <c:pt idx="3024">
                  <c:v>41687</c:v>
                </c:pt>
                <c:pt idx="3025">
                  <c:v>41684</c:v>
                </c:pt>
                <c:pt idx="3026">
                  <c:v>41683</c:v>
                </c:pt>
                <c:pt idx="3027">
                  <c:v>41682</c:v>
                </c:pt>
                <c:pt idx="3028">
                  <c:v>41681</c:v>
                </c:pt>
                <c:pt idx="3029">
                  <c:v>41680</c:v>
                </c:pt>
                <c:pt idx="3030">
                  <c:v>41677</c:v>
                </c:pt>
                <c:pt idx="3031">
                  <c:v>41676</c:v>
                </c:pt>
                <c:pt idx="3032">
                  <c:v>41675</c:v>
                </c:pt>
                <c:pt idx="3033">
                  <c:v>41674</c:v>
                </c:pt>
                <c:pt idx="3034">
                  <c:v>41673</c:v>
                </c:pt>
                <c:pt idx="3035">
                  <c:v>41668</c:v>
                </c:pt>
                <c:pt idx="3036">
                  <c:v>41667</c:v>
                </c:pt>
                <c:pt idx="3037">
                  <c:v>41666</c:v>
                </c:pt>
                <c:pt idx="3038">
                  <c:v>41663</c:v>
                </c:pt>
                <c:pt idx="3039">
                  <c:v>41662</c:v>
                </c:pt>
                <c:pt idx="3040">
                  <c:v>41661</c:v>
                </c:pt>
                <c:pt idx="3041">
                  <c:v>41660</c:v>
                </c:pt>
                <c:pt idx="3042">
                  <c:v>41659</c:v>
                </c:pt>
                <c:pt idx="3043">
                  <c:v>41656</c:v>
                </c:pt>
                <c:pt idx="3044">
                  <c:v>41655</c:v>
                </c:pt>
                <c:pt idx="3045">
                  <c:v>41654</c:v>
                </c:pt>
                <c:pt idx="3046">
                  <c:v>41653</c:v>
                </c:pt>
                <c:pt idx="3047">
                  <c:v>41652</c:v>
                </c:pt>
                <c:pt idx="3048">
                  <c:v>41649</c:v>
                </c:pt>
                <c:pt idx="3049">
                  <c:v>41648</c:v>
                </c:pt>
                <c:pt idx="3050">
                  <c:v>41647</c:v>
                </c:pt>
                <c:pt idx="3051">
                  <c:v>41646</c:v>
                </c:pt>
                <c:pt idx="3052">
                  <c:v>41645</c:v>
                </c:pt>
                <c:pt idx="3053">
                  <c:v>41642</c:v>
                </c:pt>
                <c:pt idx="3054">
                  <c:v>41641</c:v>
                </c:pt>
                <c:pt idx="3055">
                  <c:v>41638</c:v>
                </c:pt>
                <c:pt idx="3056">
                  <c:v>41635</c:v>
                </c:pt>
                <c:pt idx="3057">
                  <c:v>41634</c:v>
                </c:pt>
                <c:pt idx="3058">
                  <c:v>41632</c:v>
                </c:pt>
                <c:pt idx="3059">
                  <c:v>41631</c:v>
                </c:pt>
                <c:pt idx="3060">
                  <c:v>41628</c:v>
                </c:pt>
                <c:pt idx="3061">
                  <c:v>41627</c:v>
                </c:pt>
                <c:pt idx="3062">
                  <c:v>41626</c:v>
                </c:pt>
                <c:pt idx="3063">
                  <c:v>41625</c:v>
                </c:pt>
                <c:pt idx="3064">
                  <c:v>41624</c:v>
                </c:pt>
                <c:pt idx="3065">
                  <c:v>41621</c:v>
                </c:pt>
                <c:pt idx="3066">
                  <c:v>41620</c:v>
                </c:pt>
                <c:pt idx="3067">
                  <c:v>41619</c:v>
                </c:pt>
                <c:pt idx="3068">
                  <c:v>41618</c:v>
                </c:pt>
                <c:pt idx="3069">
                  <c:v>41617</c:v>
                </c:pt>
                <c:pt idx="3070">
                  <c:v>41614</c:v>
                </c:pt>
                <c:pt idx="3071">
                  <c:v>41613</c:v>
                </c:pt>
                <c:pt idx="3072">
                  <c:v>41612</c:v>
                </c:pt>
                <c:pt idx="3073">
                  <c:v>41611</c:v>
                </c:pt>
                <c:pt idx="3074">
                  <c:v>41610</c:v>
                </c:pt>
                <c:pt idx="3075">
                  <c:v>41607</c:v>
                </c:pt>
                <c:pt idx="3076">
                  <c:v>41606</c:v>
                </c:pt>
                <c:pt idx="3077">
                  <c:v>41605</c:v>
                </c:pt>
                <c:pt idx="3078">
                  <c:v>41604</c:v>
                </c:pt>
                <c:pt idx="3079">
                  <c:v>41603</c:v>
                </c:pt>
                <c:pt idx="3080">
                  <c:v>41600</c:v>
                </c:pt>
                <c:pt idx="3081">
                  <c:v>41599</c:v>
                </c:pt>
                <c:pt idx="3082">
                  <c:v>41598</c:v>
                </c:pt>
                <c:pt idx="3083">
                  <c:v>41597</c:v>
                </c:pt>
                <c:pt idx="3084">
                  <c:v>41596</c:v>
                </c:pt>
                <c:pt idx="3085">
                  <c:v>41593</c:v>
                </c:pt>
                <c:pt idx="3086">
                  <c:v>41592</c:v>
                </c:pt>
                <c:pt idx="3087">
                  <c:v>41591</c:v>
                </c:pt>
                <c:pt idx="3088">
                  <c:v>41590</c:v>
                </c:pt>
                <c:pt idx="3089">
                  <c:v>41589</c:v>
                </c:pt>
                <c:pt idx="3090">
                  <c:v>41586</c:v>
                </c:pt>
                <c:pt idx="3091">
                  <c:v>41585</c:v>
                </c:pt>
                <c:pt idx="3092">
                  <c:v>41584</c:v>
                </c:pt>
                <c:pt idx="3093">
                  <c:v>41583</c:v>
                </c:pt>
                <c:pt idx="3094">
                  <c:v>41582</c:v>
                </c:pt>
                <c:pt idx="3095">
                  <c:v>41579</c:v>
                </c:pt>
                <c:pt idx="3096">
                  <c:v>41578</c:v>
                </c:pt>
                <c:pt idx="3097">
                  <c:v>41577</c:v>
                </c:pt>
                <c:pt idx="3098">
                  <c:v>41576</c:v>
                </c:pt>
                <c:pt idx="3099">
                  <c:v>41575</c:v>
                </c:pt>
                <c:pt idx="3100">
                  <c:v>41572</c:v>
                </c:pt>
                <c:pt idx="3101">
                  <c:v>41571</c:v>
                </c:pt>
                <c:pt idx="3102">
                  <c:v>41570</c:v>
                </c:pt>
                <c:pt idx="3103">
                  <c:v>41569</c:v>
                </c:pt>
                <c:pt idx="3104">
                  <c:v>41568</c:v>
                </c:pt>
                <c:pt idx="3105">
                  <c:v>41565</c:v>
                </c:pt>
                <c:pt idx="3106">
                  <c:v>41564</c:v>
                </c:pt>
                <c:pt idx="3107">
                  <c:v>41563</c:v>
                </c:pt>
                <c:pt idx="3108">
                  <c:v>41562</c:v>
                </c:pt>
                <c:pt idx="3109">
                  <c:v>41561</c:v>
                </c:pt>
                <c:pt idx="3110">
                  <c:v>41558</c:v>
                </c:pt>
                <c:pt idx="3111">
                  <c:v>41557</c:v>
                </c:pt>
                <c:pt idx="3112">
                  <c:v>41555</c:v>
                </c:pt>
                <c:pt idx="3113">
                  <c:v>41554</c:v>
                </c:pt>
                <c:pt idx="3114">
                  <c:v>41551</c:v>
                </c:pt>
                <c:pt idx="3115">
                  <c:v>41549</c:v>
                </c:pt>
                <c:pt idx="3116">
                  <c:v>41548</c:v>
                </c:pt>
                <c:pt idx="3117">
                  <c:v>41547</c:v>
                </c:pt>
                <c:pt idx="3118">
                  <c:v>41544</c:v>
                </c:pt>
                <c:pt idx="3119">
                  <c:v>41543</c:v>
                </c:pt>
                <c:pt idx="3120">
                  <c:v>41542</c:v>
                </c:pt>
                <c:pt idx="3121">
                  <c:v>41541</c:v>
                </c:pt>
                <c:pt idx="3122">
                  <c:v>41540</c:v>
                </c:pt>
                <c:pt idx="3123">
                  <c:v>41534</c:v>
                </c:pt>
                <c:pt idx="3124">
                  <c:v>41533</c:v>
                </c:pt>
                <c:pt idx="3125">
                  <c:v>41530</c:v>
                </c:pt>
                <c:pt idx="3126">
                  <c:v>41529</c:v>
                </c:pt>
                <c:pt idx="3127">
                  <c:v>41528</c:v>
                </c:pt>
                <c:pt idx="3128">
                  <c:v>41527</c:v>
                </c:pt>
                <c:pt idx="3129">
                  <c:v>41526</c:v>
                </c:pt>
                <c:pt idx="3130">
                  <c:v>41523</c:v>
                </c:pt>
                <c:pt idx="3131">
                  <c:v>41522</c:v>
                </c:pt>
                <c:pt idx="3132">
                  <c:v>41521</c:v>
                </c:pt>
                <c:pt idx="3133">
                  <c:v>41520</c:v>
                </c:pt>
                <c:pt idx="3134">
                  <c:v>41519</c:v>
                </c:pt>
                <c:pt idx="3135">
                  <c:v>41516</c:v>
                </c:pt>
                <c:pt idx="3136">
                  <c:v>41515</c:v>
                </c:pt>
                <c:pt idx="3137">
                  <c:v>41514</c:v>
                </c:pt>
                <c:pt idx="3138">
                  <c:v>41513</c:v>
                </c:pt>
                <c:pt idx="3139">
                  <c:v>41512</c:v>
                </c:pt>
                <c:pt idx="3140">
                  <c:v>41509</c:v>
                </c:pt>
                <c:pt idx="3141">
                  <c:v>41508</c:v>
                </c:pt>
                <c:pt idx="3142">
                  <c:v>41507</c:v>
                </c:pt>
                <c:pt idx="3143">
                  <c:v>41506</c:v>
                </c:pt>
                <c:pt idx="3144">
                  <c:v>41505</c:v>
                </c:pt>
                <c:pt idx="3145">
                  <c:v>41502</c:v>
                </c:pt>
                <c:pt idx="3146">
                  <c:v>41500</c:v>
                </c:pt>
                <c:pt idx="3147">
                  <c:v>41499</c:v>
                </c:pt>
                <c:pt idx="3148">
                  <c:v>41498</c:v>
                </c:pt>
                <c:pt idx="3149">
                  <c:v>41495</c:v>
                </c:pt>
                <c:pt idx="3150">
                  <c:v>41494</c:v>
                </c:pt>
                <c:pt idx="3151">
                  <c:v>41493</c:v>
                </c:pt>
                <c:pt idx="3152">
                  <c:v>41492</c:v>
                </c:pt>
                <c:pt idx="3153">
                  <c:v>41491</c:v>
                </c:pt>
                <c:pt idx="3154">
                  <c:v>41488</c:v>
                </c:pt>
                <c:pt idx="3155">
                  <c:v>41487</c:v>
                </c:pt>
                <c:pt idx="3156">
                  <c:v>41486</c:v>
                </c:pt>
                <c:pt idx="3157">
                  <c:v>41485</c:v>
                </c:pt>
                <c:pt idx="3158">
                  <c:v>41484</c:v>
                </c:pt>
                <c:pt idx="3159">
                  <c:v>41481</c:v>
                </c:pt>
                <c:pt idx="3160">
                  <c:v>41480</c:v>
                </c:pt>
                <c:pt idx="3161">
                  <c:v>41479</c:v>
                </c:pt>
                <c:pt idx="3162">
                  <c:v>41478</c:v>
                </c:pt>
                <c:pt idx="3163">
                  <c:v>41477</c:v>
                </c:pt>
                <c:pt idx="3164">
                  <c:v>41474</c:v>
                </c:pt>
                <c:pt idx="3165">
                  <c:v>41473</c:v>
                </c:pt>
                <c:pt idx="3166">
                  <c:v>41472</c:v>
                </c:pt>
                <c:pt idx="3167">
                  <c:v>41471</c:v>
                </c:pt>
                <c:pt idx="3168">
                  <c:v>41470</c:v>
                </c:pt>
                <c:pt idx="3169">
                  <c:v>41467</c:v>
                </c:pt>
                <c:pt idx="3170">
                  <c:v>41466</c:v>
                </c:pt>
                <c:pt idx="3171">
                  <c:v>41465</c:v>
                </c:pt>
                <c:pt idx="3172">
                  <c:v>41464</c:v>
                </c:pt>
                <c:pt idx="3173">
                  <c:v>41463</c:v>
                </c:pt>
                <c:pt idx="3174">
                  <c:v>41460</c:v>
                </c:pt>
                <c:pt idx="3175">
                  <c:v>41459</c:v>
                </c:pt>
                <c:pt idx="3176">
                  <c:v>41458</c:v>
                </c:pt>
                <c:pt idx="3177">
                  <c:v>41457</c:v>
                </c:pt>
                <c:pt idx="3178">
                  <c:v>41456</c:v>
                </c:pt>
                <c:pt idx="3179">
                  <c:v>41453</c:v>
                </c:pt>
                <c:pt idx="3180">
                  <c:v>41452</c:v>
                </c:pt>
                <c:pt idx="3181">
                  <c:v>41451</c:v>
                </c:pt>
                <c:pt idx="3182">
                  <c:v>41450</c:v>
                </c:pt>
                <c:pt idx="3183">
                  <c:v>41449</c:v>
                </c:pt>
                <c:pt idx="3184">
                  <c:v>41446</c:v>
                </c:pt>
                <c:pt idx="3185">
                  <c:v>41445</c:v>
                </c:pt>
                <c:pt idx="3186">
                  <c:v>41444</c:v>
                </c:pt>
                <c:pt idx="3187">
                  <c:v>41443</c:v>
                </c:pt>
                <c:pt idx="3188">
                  <c:v>41442</c:v>
                </c:pt>
                <c:pt idx="3189">
                  <c:v>41439</c:v>
                </c:pt>
                <c:pt idx="3190">
                  <c:v>41438</c:v>
                </c:pt>
                <c:pt idx="3191">
                  <c:v>41437</c:v>
                </c:pt>
                <c:pt idx="3192">
                  <c:v>41436</c:v>
                </c:pt>
                <c:pt idx="3193">
                  <c:v>41435</c:v>
                </c:pt>
                <c:pt idx="3194">
                  <c:v>41432</c:v>
                </c:pt>
                <c:pt idx="3195">
                  <c:v>41430</c:v>
                </c:pt>
                <c:pt idx="3196">
                  <c:v>41429</c:v>
                </c:pt>
                <c:pt idx="3197">
                  <c:v>41428</c:v>
                </c:pt>
                <c:pt idx="3198">
                  <c:v>41425</c:v>
                </c:pt>
                <c:pt idx="3199">
                  <c:v>41424</c:v>
                </c:pt>
                <c:pt idx="3200">
                  <c:v>41423</c:v>
                </c:pt>
                <c:pt idx="3201">
                  <c:v>41422</c:v>
                </c:pt>
                <c:pt idx="3202">
                  <c:v>41421</c:v>
                </c:pt>
                <c:pt idx="3203">
                  <c:v>41418</c:v>
                </c:pt>
                <c:pt idx="3204">
                  <c:v>41417</c:v>
                </c:pt>
                <c:pt idx="3205">
                  <c:v>41416</c:v>
                </c:pt>
                <c:pt idx="3206">
                  <c:v>41415</c:v>
                </c:pt>
                <c:pt idx="3207">
                  <c:v>41414</c:v>
                </c:pt>
                <c:pt idx="3208">
                  <c:v>41410</c:v>
                </c:pt>
                <c:pt idx="3209">
                  <c:v>41409</c:v>
                </c:pt>
                <c:pt idx="3210">
                  <c:v>41408</c:v>
                </c:pt>
                <c:pt idx="3211">
                  <c:v>41407</c:v>
                </c:pt>
                <c:pt idx="3212">
                  <c:v>41404</c:v>
                </c:pt>
                <c:pt idx="3213">
                  <c:v>41403</c:v>
                </c:pt>
                <c:pt idx="3214">
                  <c:v>41402</c:v>
                </c:pt>
                <c:pt idx="3215">
                  <c:v>41401</c:v>
                </c:pt>
                <c:pt idx="3216">
                  <c:v>41400</c:v>
                </c:pt>
                <c:pt idx="3217">
                  <c:v>41397</c:v>
                </c:pt>
                <c:pt idx="3218">
                  <c:v>41396</c:v>
                </c:pt>
                <c:pt idx="3219">
                  <c:v>41394</c:v>
                </c:pt>
                <c:pt idx="3220">
                  <c:v>41393</c:v>
                </c:pt>
                <c:pt idx="3221">
                  <c:v>41390</c:v>
                </c:pt>
                <c:pt idx="3222">
                  <c:v>41389</c:v>
                </c:pt>
                <c:pt idx="3223">
                  <c:v>41388</c:v>
                </c:pt>
                <c:pt idx="3224">
                  <c:v>41387</c:v>
                </c:pt>
                <c:pt idx="3225">
                  <c:v>41386</c:v>
                </c:pt>
                <c:pt idx="3226">
                  <c:v>41383</c:v>
                </c:pt>
                <c:pt idx="3227">
                  <c:v>41382</c:v>
                </c:pt>
                <c:pt idx="3228">
                  <c:v>41381</c:v>
                </c:pt>
                <c:pt idx="3229">
                  <c:v>41380</c:v>
                </c:pt>
                <c:pt idx="3230">
                  <c:v>41379</c:v>
                </c:pt>
                <c:pt idx="3231">
                  <c:v>41376</c:v>
                </c:pt>
                <c:pt idx="3232">
                  <c:v>41375</c:v>
                </c:pt>
                <c:pt idx="3233">
                  <c:v>41374</c:v>
                </c:pt>
                <c:pt idx="3234">
                  <c:v>41373</c:v>
                </c:pt>
                <c:pt idx="3235">
                  <c:v>41372</c:v>
                </c:pt>
                <c:pt idx="3236">
                  <c:v>41369</c:v>
                </c:pt>
                <c:pt idx="3237">
                  <c:v>41368</c:v>
                </c:pt>
                <c:pt idx="3238">
                  <c:v>41367</c:v>
                </c:pt>
                <c:pt idx="3239">
                  <c:v>41366</c:v>
                </c:pt>
                <c:pt idx="3240">
                  <c:v>41365</c:v>
                </c:pt>
                <c:pt idx="3241">
                  <c:v>41362</c:v>
                </c:pt>
                <c:pt idx="3242">
                  <c:v>41361</c:v>
                </c:pt>
                <c:pt idx="3243">
                  <c:v>41360</c:v>
                </c:pt>
                <c:pt idx="3244">
                  <c:v>41359</c:v>
                </c:pt>
                <c:pt idx="3245">
                  <c:v>41358</c:v>
                </c:pt>
                <c:pt idx="3246">
                  <c:v>41355</c:v>
                </c:pt>
                <c:pt idx="3247">
                  <c:v>41354</c:v>
                </c:pt>
                <c:pt idx="3248">
                  <c:v>41353</c:v>
                </c:pt>
                <c:pt idx="3249">
                  <c:v>41352</c:v>
                </c:pt>
                <c:pt idx="3250">
                  <c:v>41351</c:v>
                </c:pt>
                <c:pt idx="3251">
                  <c:v>41348</c:v>
                </c:pt>
                <c:pt idx="3252">
                  <c:v>41347</c:v>
                </c:pt>
                <c:pt idx="3253">
                  <c:v>41346</c:v>
                </c:pt>
                <c:pt idx="3254">
                  <c:v>41345</c:v>
                </c:pt>
                <c:pt idx="3255">
                  <c:v>41344</c:v>
                </c:pt>
                <c:pt idx="3256">
                  <c:v>41341</c:v>
                </c:pt>
                <c:pt idx="3257">
                  <c:v>41340</c:v>
                </c:pt>
                <c:pt idx="3258">
                  <c:v>41339</c:v>
                </c:pt>
                <c:pt idx="3259">
                  <c:v>41338</c:v>
                </c:pt>
                <c:pt idx="3260">
                  <c:v>41337</c:v>
                </c:pt>
                <c:pt idx="3261">
                  <c:v>41333</c:v>
                </c:pt>
                <c:pt idx="3262">
                  <c:v>41332</c:v>
                </c:pt>
                <c:pt idx="3263">
                  <c:v>41331</c:v>
                </c:pt>
                <c:pt idx="3264">
                  <c:v>41330</c:v>
                </c:pt>
                <c:pt idx="3265">
                  <c:v>41327</c:v>
                </c:pt>
                <c:pt idx="3266">
                  <c:v>41326</c:v>
                </c:pt>
                <c:pt idx="3267">
                  <c:v>41325</c:v>
                </c:pt>
                <c:pt idx="3268">
                  <c:v>41324</c:v>
                </c:pt>
                <c:pt idx="3269">
                  <c:v>41323</c:v>
                </c:pt>
                <c:pt idx="3270">
                  <c:v>41320</c:v>
                </c:pt>
                <c:pt idx="3271">
                  <c:v>41319</c:v>
                </c:pt>
                <c:pt idx="3272">
                  <c:v>41318</c:v>
                </c:pt>
                <c:pt idx="3273">
                  <c:v>41317</c:v>
                </c:pt>
                <c:pt idx="3274">
                  <c:v>41313</c:v>
                </c:pt>
                <c:pt idx="3275">
                  <c:v>41312</c:v>
                </c:pt>
                <c:pt idx="3276">
                  <c:v>41311</c:v>
                </c:pt>
                <c:pt idx="3277">
                  <c:v>41310</c:v>
                </c:pt>
                <c:pt idx="3278">
                  <c:v>41309</c:v>
                </c:pt>
                <c:pt idx="3279">
                  <c:v>41306</c:v>
                </c:pt>
                <c:pt idx="3280">
                  <c:v>41305</c:v>
                </c:pt>
                <c:pt idx="3281">
                  <c:v>41304</c:v>
                </c:pt>
                <c:pt idx="3282">
                  <c:v>41303</c:v>
                </c:pt>
                <c:pt idx="3283">
                  <c:v>41302</c:v>
                </c:pt>
                <c:pt idx="3284">
                  <c:v>41299</c:v>
                </c:pt>
                <c:pt idx="3285">
                  <c:v>41298</c:v>
                </c:pt>
                <c:pt idx="3286">
                  <c:v>41297</c:v>
                </c:pt>
                <c:pt idx="3287">
                  <c:v>41296</c:v>
                </c:pt>
                <c:pt idx="3288">
                  <c:v>41295</c:v>
                </c:pt>
                <c:pt idx="3289">
                  <c:v>41292</c:v>
                </c:pt>
                <c:pt idx="3290">
                  <c:v>41291</c:v>
                </c:pt>
                <c:pt idx="3291">
                  <c:v>41290</c:v>
                </c:pt>
                <c:pt idx="3292">
                  <c:v>41289</c:v>
                </c:pt>
                <c:pt idx="3293">
                  <c:v>41288</c:v>
                </c:pt>
                <c:pt idx="3294">
                  <c:v>41285</c:v>
                </c:pt>
                <c:pt idx="3295">
                  <c:v>41284</c:v>
                </c:pt>
                <c:pt idx="3296">
                  <c:v>41283</c:v>
                </c:pt>
                <c:pt idx="3297">
                  <c:v>41282</c:v>
                </c:pt>
                <c:pt idx="3298">
                  <c:v>41281</c:v>
                </c:pt>
                <c:pt idx="3299">
                  <c:v>41278</c:v>
                </c:pt>
                <c:pt idx="3300">
                  <c:v>41277</c:v>
                </c:pt>
                <c:pt idx="3301">
                  <c:v>41276</c:v>
                </c:pt>
                <c:pt idx="3302">
                  <c:v>41271</c:v>
                </c:pt>
                <c:pt idx="3303">
                  <c:v>41270</c:v>
                </c:pt>
                <c:pt idx="3304">
                  <c:v>41269</c:v>
                </c:pt>
                <c:pt idx="3305">
                  <c:v>41267</c:v>
                </c:pt>
                <c:pt idx="3306">
                  <c:v>41264</c:v>
                </c:pt>
                <c:pt idx="3307">
                  <c:v>41263</c:v>
                </c:pt>
                <c:pt idx="3308">
                  <c:v>41261</c:v>
                </c:pt>
                <c:pt idx="3309">
                  <c:v>41260</c:v>
                </c:pt>
                <c:pt idx="3310">
                  <c:v>41257</c:v>
                </c:pt>
                <c:pt idx="3311">
                  <c:v>41256</c:v>
                </c:pt>
                <c:pt idx="3312">
                  <c:v>41255</c:v>
                </c:pt>
                <c:pt idx="3313">
                  <c:v>41254</c:v>
                </c:pt>
                <c:pt idx="3314">
                  <c:v>41253</c:v>
                </c:pt>
                <c:pt idx="3315">
                  <c:v>41250</c:v>
                </c:pt>
                <c:pt idx="3316">
                  <c:v>41249</c:v>
                </c:pt>
                <c:pt idx="3317">
                  <c:v>41248</c:v>
                </c:pt>
                <c:pt idx="3318">
                  <c:v>41247</c:v>
                </c:pt>
                <c:pt idx="3319">
                  <c:v>41246</c:v>
                </c:pt>
                <c:pt idx="3320">
                  <c:v>41243</c:v>
                </c:pt>
                <c:pt idx="3321">
                  <c:v>41242</c:v>
                </c:pt>
                <c:pt idx="3322">
                  <c:v>41241</c:v>
                </c:pt>
                <c:pt idx="3323">
                  <c:v>41240</c:v>
                </c:pt>
                <c:pt idx="3324">
                  <c:v>41239</c:v>
                </c:pt>
                <c:pt idx="3325">
                  <c:v>41236</c:v>
                </c:pt>
                <c:pt idx="3326">
                  <c:v>41235</c:v>
                </c:pt>
                <c:pt idx="3327">
                  <c:v>41234</c:v>
                </c:pt>
                <c:pt idx="3328">
                  <c:v>41233</c:v>
                </c:pt>
                <c:pt idx="3329">
                  <c:v>41232</c:v>
                </c:pt>
                <c:pt idx="3330">
                  <c:v>41229</c:v>
                </c:pt>
                <c:pt idx="3331">
                  <c:v>41228</c:v>
                </c:pt>
                <c:pt idx="3332">
                  <c:v>41227</c:v>
                </c:pt>
                <c:pt idx="3333">
                  <c:v>41226</c:v>
                </c:pt>
                <c:pt idx="3334">
                  <c:v>41225</c:v>
                </c:pt>
                <c:pt idx="3335">
                  <c:v>41222</c:v>
                </c:pt>
                <c:pt idx="3336">
                  <c:v>41221</c:v>
                </c:pt>
                <c:pt idx="3337">
                  <c:v>41220</c:v>
                </c:pt>
                <c:pt idx="3338">
                  <c:v>41219</c:v>
                </c:pt>
                <c:pt idx="3339">
                  <c:v>41218</c:v>
                </c:pt>
                <c:pt idx="3340">
                  <c:v>41215</c:v>
                </c:pt>
                <c:pt idx="3341">
                  <c:v>41214</c:v>
                </c:pt>
                <c:pt idx="3342">
                  <c:v>41213</c:v>
                </c:pt>
                <c:pt idx="3343">
                  <c:v>41212</c:v>
                </c:pt>
                <c:pt idx="3344">
                  <c:v>41211</c:v>
                </c:pt>
                <c:pt idx="3345">
                  <c:v>41208</c:v>
                </c:pt>
                <c:pt idx="3346">
                  <c:v>41207</c:v>
                </c:pt>
                <c:pt idx="3347">
                  <c:v>41206</c:v>
                </c:pt>
                <c:pt idx="3348">
                  <c:v>41205</c:v>
                </c:pt>
                <c:pt idx="3349">
                  <c:v>41204</c:v>
                </c:pt>
                <c:pt idx="3350">
                  <c:v>41201</c:v>
                </c:pt>
                <c:pt idx="3351">
                  <c:v>41200</c:v>
                </c:pt>
                <c:pt idx="3352">
                  <c:v>41199</c:v>
                </c:pt>
                <c:pt idx="3353">
                  <c:v>41198</c:v>
                </c:pt>
                <c:pt idx="3354">
                  <c:v>41197</c:v>
                </c:pt>
                <c:pt idx="3355">
                  <c:v>41194</c:v>
                </c:pt>
                <c:pt idx="3356">
                  <c:v>41193</c:v>
                </c:pt>
                <c:pt idx="3357">
                  <c:v>41192</c:v>
                </c:pt>
                <c:pt idx="3358">
                  <c:v>41191</c:v>
                </c:pt>
                <c:pt idx="3359">
                  <c:v>41190</c:v>
                </c:pt>
                <c:pt idx="3360">
                  <c:v>41187</c:v>
                </c:pt>
                <c:pt idx="3361">
                  <c:v>41186</c:v>
                </c:pt>
                <c:pt idx="3362">
                  <c:v>41184</c:v>
                </c:pt>
                <c:pt idx="3363">
                  <c:v>41180</c:v>
                </c:pt>
                <c:pt idx="3364">
                  <c:v>41179</c:v>
                </c:pt>
                <c:pt idx="3365">
                  <c:v>41178</c:v>
                </c:pt>
                <c:pt idx="3366">
                  <c:v>41177</c:v>
                </c:pt>
                <c:pt idx="3367">
                  <c:v>41176</c:v>
                </c:pt>
                <c:pt idx="3368">
                  <c:v>41173</c:v>
                </c:pt>
                <c:pt idx="3369">
                  <c:v>41172</c:v>
                </c:pt>
                <c:pt idx="3370">
                  <c:v>41171</c:v>
                </c:pt>
                <c:pt idx="3371">
                  <c:v>41170</c:v>
                </c:pt>
                <c:pt idx="3372">
                  <c:v>41169</c:v>
                </c:pt>
                <c:pt idx="3373">
                  <c:v>41166</c:v>
                </c:pt>
                <c:pt idx="3374">
                  <c:v>41165</c:v>
                </c:pt>
                <c:pt idx="3375">
                  <c:v>41164</c:v>
                </c:pt>
                <c:pt idx="3376">
                  <c:v>41163</c:v>
                </c:pt>
                <c:pt idx="3377">
                  <c:v>41162</c:v>
                </c:pt>
                <c:pt idx="3378">
                  <c:v>41159</c:v>
                </c:pt>
                <c:pt idx="3379">
                  <c:v>41158</c:v>
                </c:pt>
                <c:pt idx="3380">
                  <c:v>41157</c:v>
                </c:pt>
                <c:pt idx="3381">
                  <c:v>41156</c:v>
                </c:pt>
                <c:pt idx="3382">
                  <c:v>41155</c:v>
                </c:pt>
                <c:pt idx="3383">
                  <c:v>41152</c:v>
                </c:pt>
                <c:pt idx="3384">
                  <c:v>41151</c:v>
                </c:pt>
                <c:pt idx="3385">
                  <c:v>41150</c:v>
                </c:pt>
                <c:pt idx="3386">
                  <c:v>41149</c:v>
                </c:pt>
                <c:pt idx="3387">
                  <c:v>41148</c:v>
                </c:pt>
                <c:pt idx="3388">
                  <c:v>41145</c:v>
                </c:pt>
                <c:pt idx="3389">
                  <c:v>41144</c:v>
                </c:pt>
                <c:pt idx="3390">
                  <c:v>41143</c:v>
                </c:pt>
                <c:pt idx="3391">
                  <c:v>41142</c:v>
                </c:pt>
                <c:pt idx="3392">
                  <c:v>41141</c:v>
                </c:pt>
                <c:pt idx="3393">
                  <c:v>41138</c:v>
                </c:pt>
                <c:pt idx="3394">
                  <c:v>41137</c:v>
                </c:pt>
                <c:pt idx="3395">
                  <c:v>41135</c:v>
                </c:pt>
                <c:pt idx="3396">
                  <c:v>41134</c:v>
                </c:pt>
                <c:pt idx="3397">
                  <c:v>41131</c:v>
                </c:pt>
                <c:pt idx="3398">
                  <c:v>41130</c:v>
                </c:pt>
                <c:pt idx="3399">
                  <c:v>41129</c:v>
                </c:pt>
                <c:pt idx="3400">
                  <c:v>41128</c:v>
                </c:pt>
                <c:pt idx="3401">
                  <c:v>41127</c:v>
                </c:pt>
                <c:pt idx="3402">
                  <c:v>41124</c:v>
                </c:pt>
                <c:pt idx="3403">
                  <c:v>41123</c:v>
                </c:pt>
                <c:pt idx="3404">
                  <c:v>41122</c:v>
                </c:pt>
                <c:pt idx="3405">
                  <c:v>41121</c:v>
                </c:pt>
                <c:pt idx="3406">
                  <c:v>41120</c:v>
                </c:pt>
                <c:pt idx="3407">
                  <c:v>41117</c:v>
                </c:pt>
                <c:pt idx="3408">
                  <c:v>41116</c:v>
                </c:pt>
                <c:pt idx="3409">
                  <c:v>41115</c:v>
                </c:pt>
                <c:pt idx="3410">
                  <c:v>41114</c:v>
                </c:pt>
                <c:pt idx="3411">
                  <c:v>41113</c:v>
                </c:pt>
                <c:pt idx="3412">
                  <c:v>41110</c:v>
                </c:pt>
                <c:pt idx="3413">
                  <c:v>41109</c:v>
                </c:pt>
                <c:pt idx="3414">
                  <c:v>41108</c:v>
                </c:pt>
                <c:pt idx="3415">
                  <c:v>41107</c:v>
                </c:pt>
                <c:pt idx="3416">
                  <c:v>41106</c:v>
                </c:pt>
                <c:pt idx="3417">
                  <c:v>41103</c:v>
                </c:pt>
                <c:pt idx="3418">
                  <c:v>41102</c:v>
                </c:pt>
                <c:pt idx="3419">
                  <c:v>41101</c:v>
                </c:pt>
                <c:pt idx="3420">
                  <c:v>41100</c:v>
                </c:pt>
                <c:pt idx="3421">
                  <c:v>41099</c:v>
                </c:pt>
                <c:pt idx="3422">
                  <c:v>41096</c:v>
                </c:pt>
                <c:pt idx="3423">
                  <c:v>41095</c:v>
                </c:pt>
                <c:pt idx="3424">
                  <c:v>41094</c:v>
                </c:pt>
                <c:pt idx="3425">
                  <c:v>41093</c:v>
                </c:pt>
                <c:pt idx="3426">
                  <c:v>41092</c:v>
                </c:pt>
                <c:pt idx="3427">
                  <c:v>41089</c:v>
                </c:pt>
                <c:pt idx="3428">
                  <c:v>41088</c:v>
                </c:pt>
                <c:pt idx="3429">
                  <c:v>41087</c:v>
                </c:pt>
                <c:pt idx="3430">
                  <c:v>41086</c:v>
                </c:pt>
                <c:pt idx="3431">
                  <c:v>41085</c:v>
                </c:pt>
                <c:pt idx="3432">
                  <c:v>41082</c:v>
                </c:pt>
                <c:pt idx="3433">
                  <c:v>41081</c:v>
                </c:pt>
                <c:pt idx="3434">
                  <c:v>41080</c:v>
                </c:pt>
                <c:pt idx="3435">
                  <c:v>41079</c:v>
                </c:pt>
                <c:pt idx="3436">
                  <c:v>41078</c:v>
                </c:pt>
                <c:pt idx="3437">
                  <c:v>41075</c:v>
                </c:pt>
                <c:pt idx="3438">
                  <c:v>41074</c:v>
                </c:pt>
                <c:pt idx="3439">
                  <c:v>41073</c:v>
                </c:pt>
                <c:pt idx="3440">
                  <c:v>41072</c:v>
                </c:pt>
                <c:pt idx="3441">
                  <c:v>41071</c:v>
                </c:pt>
                <c:pt idx="3442">
                  <c:v>41068</c:v>
                </c:pt>
                <c:pt idx="3443">
                  <c:v>41067</c:v>
                </c:pt>
                <c:pt idx="3444">
                  <c:v>41065</c:v>
                </c:pt>
                <c:pt idx="3445">
                  <c:v>41064</c:v>
                </c:pt>
                <c:pt idx="3446">
                  <c:v>41061</c:v>
                </c:pt>
                <c:pt idx="3447">
                  <c:v>41060</c:v>
                </c:pt>
                <c:pt idx="3448">
                  <c:v>41059</c:v>
                </c:pt>
                <c:pt idx="3449">
                  <c:v>41058</c:v>
                </c:pt>
                <c:pt idx="3450">
                  <c:v>41054</c:v>
                </c:pt>
                <c:pt idx="3451">
                  <c:v>41053</c:v>
                </c:pt>
                <c:pt idx="3452">
                  <c:v>41052</c:v>
                </c:pt>
                <c:pt idx="3453">
                  <c:v>41051</c:v>
                </c:pt>
                <c:pt idx="3454">
                  <c:v>41050</c:v>
                </c:pt>
                <c:pt idx="3455">
                  <c:v>41047</c:v>
                </c:pt>
                <c:pt idx="3456">
                  <c:v>41046</c:v>
                </c:pt>
                <c:pt idx="3457">
                  <c:v>41045</c:v>
                </c:pt>
                <c:pt idx="3458">
                  <c:v>41044</c:v>
                </c:pt>
                <c:pt idx="3459">
                  <c:v>41043</c:v>
                </c:pt>
                <c:pt idx="3460">
                  <c:v>41040</c:v>
                </c:pt>
                <c:pt idx="3461">
                  <c:v>41039</c:v>
                </c:pt>
                <c:pt idx="3462">
                  <c:v>41038</c:v>
                </c:pt>
                <c:pt idx="3463">
                  <c:v>41037</c:v>
                </c:pt>
                <c:pt idx="3464">
                  <c:v>41036</c:v>
                </c:pt>
                <c:pt idx="3465">
                  <c:v>41033</c:v>
                </c:pt>
                <c:pt idx="3466">
                  <c:v>41032</c:v>
                </c:pt>
                <c:pt idx="3467">
                  <c:v>41031</c:v>
                </c:pt>
                <c:pt idx="3468">
                  <c:v>41029</c:v>
                </c:pt>
                <c:pt idx="3469">
                  <c:v>41026</c:v>
                </c:pt>
                <c:pt idx="3470">
                  <c:v>41025</c:v>
                </c:pt>
                <c:pt idx="3471">
                  <c:v>41024</c:v>
                </c:pt>
                <c:pt idx="3472">
                  <c:v>41023</c:v>
                </c:pt>
                <c:pt idx="3473">
                  <c:v>41022</c:v>
                </c:pt>
                <c:pt idx="3474">
                  <c:v>41019</c:v>
                </c:pt>
                <c:pt idx="3475">
                  <c:v>41018</c:v>
                </c:pt>
                <c:pt idx="3476">
                  <c:v>41017</c:v>
                </c:pt>
                <c:pt idx="3477">
                  <c:v>41016</c:v>
                </c:pt>
                <c:pt idx="3478">
                  <c:v>41015</c:v>
                </c:pt>
                <c:pt idx="3479">
                  <c:v>41012</c:v>
                </c:pt>
                <c:pt idx="3480">
                  <c:v>41011</c:v>
                </c:pt>
                <c:pt idx="3481">
                  <c:v>41009</c:v>
                </c:pt>
                <c:pt idx="3482">
                  <c:v>41008</c:v>
                </c:pt>
                <c:pt idx="3483">
                  <c:v>41005</c:v>
                </c:pt>
                <c:pt idx="3484">
                  <c:v>41004</c:v>
                </c:pt>
                <c:pt idx="3485">
                  <c:v>41003</c:v>
                </c:pt>
                <c:pt idx="3486">
                  <c:v>41002</c:v>
                </c:pt>
                <c:pt idx="3487">
                  <c:v>41001</c:v>
                </c:pt>
                <c:pt idx="3488">
                  <c:v>40998</c:v>
                </c:pt>
                <c:pt idx="3489">
                  <c:v>40997</c:v>
                </c:pt>
                <c:pt idx="3490">
                  <c:v>40996</c:v>
                </c:pt>
                <c:pt idx="3491">
                  <c:v>40995</c:v>
                </c:pt>
                <c:pt idx="3492">
                  <c:v>40994</c:v>
                </c:pt>
                <c:pt idx="3493">
                  <c:v>40991</c:v>
                </c:pt>
                <c:pt idx="3494">
                  <c:v>40990</c:v>
                </c:pt>
                <c:pt idx="3495">
                  <c:v>40989</c:v>
                </c:pt>
                <c:pt idx="3496">
                  <c:v>40988</c:v>
                </c:pt>
                <c:pt idx="3497">
                  <c:v>40987</c:v>
                </c:pt>
                <c:pt idx="3498">
                  <c:v>40984</c:v>
                </c:pt>
                <c:pt idx="3499">
                  <c:v>40983</c:v>
                </c:pt>
                <c:pt idx="3500">
                  <c:v>40982</c:v>
                </c:pt>
                <c:pt idx="3501">
                  <c:v>40981</c:v>
                </c:pt>
                <c:pt idx="3502">
                  <c:v>40980</c:v>
                </c:pt>
                <c:pt idx="3503">
                  <c:v>40977</c:v>
                </c:pt>
                <c:pt idx="3504">
                  <c:v>40976</c:v>
                </c:pt>
                <c:pt idx="3505">
                  <c:v>40975</c:v>
                </c:pt>
                <c:pt idx="3506">
                  <c:v>40974</c:v>
                </c:pt>
                <c:pt idx="3507">
                  <c:v>40973</c:v>
                </c:pt>
                <c:pt idx="3508">
                  <c:v>40970</c:v>
                </c:pt>
                <c:pt idx="3509">
                  <c:v>40968</c:v>
                </c:pt>
                <c:pt idx="3510">
                  <c:v>40967</c:v>
                </c:pt>
                <c:pt idx="3511">
                  <c:v>40966</c:v>
                </c:pt>
                <c:pt idx="3512">
                  <c:v>40963</c:v>
                </c:pt>
                <c:pt idx="3513">
                  <c:v>40962</c:v>
                </c:pt>
                <c:pt idx="3514">
                  <c:v>40961</c:v>
                </c:pt>
                <c:pt idx="3515">
                  <c:v>40960</c:v>
                </c:pt>
                <c:pt idx="3516">
                  <c:v>40959</c:v>
                </c:pt>
                <c:pt idx="3517">
                  <c:v>40956</c:v>
                </c:pt>
                <c:pt idx="3518">
                  <c:v>40955</c:v>
                </c:pt>
                <c:pt idx="3519">
                  <c:v>40954</c:v>
                </c:pt>
                <c:pt idx="3520">
                  <c:v>40953</c:v>
                </c:pt>
                <c:pt idx="3521">
                  <c:v>40952</c:v>
                </c:pt>
                <c:pt idx="3522">
                  <c:v>40949</c:v>
                </c:pt>
                <c:pt idx="3523">
                  <c:v>40948</c:v>
                </c:pt>
                <c:pt idx="3524">
                  <c:v>40947</c:v>
                </c:pt>
                <c:pt idx="3525">
                  <c:v>40946</c:v>
                </c:pt>
                <c:pt idx="3526">
                  <c:v>40945</c:v>
                </c:pt>
                <c:pt idx="3527">
                  <c:v>40942</c:v>
                </c:pt>
                <c:pt idx="3528">
                  <c:v>40941</c:v>
                </c:pt>
                <c:pt idx="3529">
                  <c:v>40940</c:v>
                </c:pt>
                <c:pt idx="3530">
                  <c:v>40939</c:v>
                </c:pt>
                <c:pt idx="3531">
                  <c:v>40938</c:v>
                </c:pt>
                <c:pt idx="3532">
                  <c:v>40935</c:v>
                </c:pt>
                <c:pt idx="3533">
                  <c:v>40934</c:v>
                </c:pt>
                <c:pt idx="3534">
                  <c:v>40933</c:v>
                </c:pt>
                <c:pt idx="3535">
                  <c:v>40928</c:v>
                </c:pt>
                <c:pt idx="3536">
                  <c:v>40927</c:v>
                </c:pt>
                <c:pt idx="3537">
                  <c:v>40926</c:v>
                </c:pt>
                <c:pt idx="3538">
                  <c:v>40925</c:v>
                </c:pt>
                <c:pt idx="3539">
                  <c:v>40924</c:v>
                </c:pt>
                <c:pt idx="3540">
                  <c:v>40921</c:v>
                </c:pt>
                <c:pt idx="3541">
                  <c:v>40920</c:v>
                </c:pt>
                <c:pt idx="3542">
                  <c:v>40919</c:v>
                </c:pt>
                <c:pt idx="3543">
                  <c:v>40918</c:v>
                </c:pt>
                <c:pt idx="3544">
                  <c:v>40917</c:v>
                </c:pt>
                <c:pt idx="3545">
                  <c:v>40914</c:v>
                </c:pt>
                <c:pt idx="3546">
                  <c:v>40913</c:v>
                </c:pt>
                <c:pt idx="3547">
                  <c:v>40912</c:v>
                </c:pt>
                <c:pt idx="3548">
                  <c:v>40911</c:v>
                </c:pt>
                <c:pt idx="3549">
                  <c:v>40910</c:v>
                </c:pt>
                <c:pt idx="3550">
                  <c:v>40906</c:v>
                </c:pt>
                <c:pt idx="3551">
                  <c:v>40905</c:v>
                </c:pt>
                <c:pt idx="3552">
                  <c:v>40904</c:v>
                </c:pt>
                <c:pt idx="3553">
                  <c:v>40903</c:v>
                </c:pt>
                <c:pt idx="3554">
                  <c:v>40900</c:v>
                </c:pt>
                <c:pt idx="3555">
                  <c:v>40899</c:v>
                </c:pt>
                <c:pt idx="3556">
                  <c:v>40898</c:v>
                </c:pt>
                <c:pt idx="3557">
                  <c:v>40897</c:v>
                </c:pt>
                <c:pt idx="3558">
                  <c:v>40896</c:v>
                </c:pt>
                <c:pt idx="3559">
                  <c:v>40893</c:v>
                </c:pt>
                <c:pt idx="3560">
                  <c:v>40892</c:v>
                </c:pt>
                <c:pt idx="3561">
                  <c:v>40891</c:v>
                </c:pt>
                <c:pt idx="3562">
                  <c:v>40890</c:v>
                </c:pt>
                <c:pt idx="3563">
                  <c:v>40889</c:v>
                </c:pt>
                <c:pt idx="3564">
                  <c:v>40886</c:v>
                </c:pt>
                <c:pt idx="3565">
                  <c:v>40885</c:v>
                </c:pt>
                <c:pt idx="3566">
                  <c:v>40884</c:v>
                </c:pt>
                <c:pt idx="3567">
                  <c:v>40883</c:v>
                </c:pt>
                <c:pt idx="3568">
                  <c:v>40882</c:v>
                </c:pt>
                <c:pt idx="3569">
                  <c:v>40879</c:v>
                </c:pt>
                <c:pt idx="3570">
                  <c:v>40878</c:v>
                </c:pt>
                <c:pt idx="3571">
                  <c:v>40877</c:v>
                </c:pt>
                <c:pt idx="3572">
                  <c:v>40876</c:v>
                </c:pt>
                <c:pt idx="3573">
                  <c:v>40875</c:v>
                </c:pt>
                <c:pt idx="3574">
                  <c:v>40872</c:v>
                </c:pt>
                <c:pt idx="3575">
                  <c:v>40871</c:v>
                </c:pt>
                <c:pt idx="3576">
                  <c:v>40870</c:v>
                </c:pt>
                <c:pt idx="3577">
                  <c:v>40869</c:v>
                </c:pt>
                <c:pt idx="3578">
                  <c:v>40868</c:v>
                </c:pt>
                <c:pt idx="3579">
                  <c:v>40865</c:v>
                </c:pt>
                <c:pt idx="3580">
                  <c:v>40864</c:v>
                </c:pt>
                <c:pt idx="3581">
                  <c:v>40863</c:v>
                </c:pt>
                <c:pt idx="3582">
                  <c:v>40862</c:v>
                </c:pt>
                <c:pt idx="3583">
                  <c:v>40861</c:v>
                </c:pt>
                <c:pt idx="3584">
                  <c:v>40858</c:v>
                </c:pt>
                <c:pt idx="3585">
                  <c:v>40857</c:v>
                </c:pt>
                <c:pt idx="3586">
                  <c:v>40856</c:v>
                </c:pt>
                <c:pt idx="3587">
                  <c:v>40855</c:v>
                </c:pt>
                <c:pt idx="3588">
                  <c:v>40854</c:v>
                </c:pt>
                <c:pt idx="3589">
                  <c:v>40851</c:v>
                </c:pt>
                <c:pt idx="3590">
                  <c:v>40850</c:v>
                </c:pt>
                <c:pt idx="3591">
                  <c:v>40849</c:v>
                </c:pt>
                <c:pt idx="3592">
                  <c:v>40848</c:v>
                </c:pt>
                <c:pt idx="3593">
                  <c:v>40847</c:v>
                </c:pt>
                <c:pt idx="3594">
                  <c:v>40844</c:v>
                </c:pt>
                <c:pt idx="3595">
                  <c:v>40843</c:v>
                </c:pt>
                <c:pt idx="3596">
                  <c:v>40842</c:v>
                </c:pt>
                <c:pt idx="3597">
                  <c:v>40841</c:v>
                </c:pt>
                <c:pt idx="3598">
                  <c:v>40840</c:v>
                </c:pt>
                <c:pt idx="3599">
                  <c:v>40837</c:v>
                </c:pt>
                <c:pt idx="3600">
                  <c:v>40836</c:v>
                </c:pt>
                <c:pt idx="3601">
                  <c:v>40835</c:v>
                </c:pt>
                <c:pt idx="3602">
                  <c:v>40834</c:v>
                </c:pt>
                <c:pt idx="3603">
                  <c:v>40833</c:v>
                </c:pt>
                <c:pt idx="3604">
                  <c:v>40830</c:v>
                </c:pt>
                <c:pt idx="3605">
                  <c:v>40829</c:v>
                </c:pt>
                <c:pt idx="3606">
                  <c:v>40828</c:v>
                </c:pt>
                <c:pt idx="3607">
                  <c:v>40827</c:v>
                </c:pt>
                <c:pt idx="3608">
                  <c:v>40826</c:v>
                </c:pt>
                <c:pt idx="3609">
                  <c:v>40823</c:v>
                </c:pt>
                <c:pt idx="3610">
                  <c:v>40822</c:v>
                </c:pt>
                <c:pt idx="3611">
                  <c:v>40821</c:v>
                </c:pt>
                <c:pt idx="3612">
                  <c:v>40820</c:v>
                </c:pt>
                <c:pt idx="3613">
                  <c:v>40816</c:v>
                </c:pt>
                <c:pt idx="3614">
                  <c:v>40815</c:v>
                </c:pt>
                <c:pt idx="3615">
                  <c:v>40814</c:v>
                </c:pt>
                <c:pt idx="3616">
                  <c:v>40813</c:v>
                </c:pt>
                <c:pt idx="3617">
                  <c:v>40812</c:v>
                </c:pt>
                <c:pt idx="3618">
                  <c:v>40809</c:v>
                </c:pt>
                <c:pt idx="3619">
                  <c:v>40808</c:v>
                </c:pt>
                <c:pt idx="3620">
                  <c:v>40807</c:v>
                </c:pt>
                <c:pt idx="3621">
                  <c:v>40806</c:v>
                </c:pt>
                <c:pt idx="3622">
                  <c:v>40805</c:v>
                </c:pt>
                <c:pt idx="3623">
                  <c:v>40802</c:v>
                </c:pt>
                <c:pt idx="3624">
                  <c:v>40801</c:v>
                </c:pt>
                <c:pt idx="3625">
                  <c:v>40800</c:v>
                </c:pt>
                <c:pt idx="3626">
                  <c:v>40795</c:v>
                </c:pt>
                <c:pt idx="3627">
                  <c:v>40794</c:v>
                </c:pt>
                <c:pt idx="3628">
                  <c:v>40793</c:v>
                </c:pt>
                <c:pt idx="3629">
                  <c:v>40792</c:v>
                </c:pt>
                <c:pt idx="3630">
                  <c:v>40791</c:v>
                </c:pt>
                <c:pt idx="3631">
                  <c:v>40788</c:v>
                </c:pt>
                <c:pt idx="3632">
                  <c:v>40787</c:v>
                </c:pt>
                <c:pt idx="3633">
                  <c:v>40786</c:v>
                </c:pt>
                <c:pt idx="3634">
                  <c:v>40785</c:v>
                </c:pt>
                <c:pt idx="3635">
                  <c:v>40784</c:v>
                </c:pt>
                <c:pt idx="3636">
                  <c:v>40781</c:v>
                </c:pt>
                <c:pt idx="3637">
                  <c:v>40780</c:v>
                </c:pt>
                <c:pt idx="3638">
                  <c:v>40779</c:v>
                </c:pt>
                <c:pt idx="3639">
                  <c:v>40778</c:v>
                </c:pt>
                <c:pt idx="3640">
                  <c:v>40777</c:v>
                </c:pt>
                <c:pt idx="3641">
                  <c:v>40774</c:v>
                </c:pt>
                <c:pt idx="3642">
                  <c:v>40773</c:v>
                </c:pt>
                <c:pt idx="3643">
                  <c:v>40772</c:v>
                </c:pt>
                <c:pt idx="3644">
                  <c:v>40771</c:v>
                </c:pt>
                <c:pt idx="3645">
                  <c:v>40767</c:v>
                </c:pt>
                <c:pt idx="3646">
                  <c:v>40766</c:v>
                </c:pt>
                <c:pt idx="3647">
                  <c:v>40765</c:v>
                </c:pt>
                <c:pt idx="3648">
                  <c:v>40764</c:v>
                </c:pt>
                <c:pt idx="3649">
                  <c:v>40763</c:v>
                </c:pt>
                <c:pt idx="3650">
                  <c:v>40760</c:v>
                </c:pt>
                <c:pt idx="3651">
                  <c:v>40759</c:v>
                </c:pt>
                <c:pt idx="3652">
                  <c:v>40758</c:v>
                </c:pt>
                <c:pt idx="3653">
                  <c:v>40757</c:v>
                </c:pt>
                <c:pt idx="3654">
                  <c:v>40756</c:v>
                </c:pt>
                <c:pt idx="3655">
                  <c:v>40753</c:v>
                </c:pt>
                <c:pt idx="3656">
                  <c:v>40752</c:v>
                </c:pt>
                <c:pt idx="3657">
                  <c:v>40751</c:v>
                </c:pt>
                <c:pt idx="3658">
                  <c:v>40750</c:v>
                </c:pt>
                <c:pt idx="3659">
                  <c:v>40749</c:v>
                </c:pt>
                <c:pt idx="3660">
                  <c:v>40746</c:v>
                </c:pt>
                <c:pt idx="3661">
                  <c:v>40745</c:v>
                </c:pt>
                <c:pt idx="3662">
                  <c:v>40744</c:v>
                </c:pt>
                <c:pt idx="3663">
                  <c:v>40743</c:v>
                </c:pt>
                <c:pt idx="3664">
                  <c:v>40742</c:v>
                </c:pt>
                <c:pt idx="3665">
                  <c:v>40739</c:v>
                </c:pt>
                <c:pt idx="3666">
                  <c:v>40738</c:v>
                </c:pt>
                <c:pt idx="3667">
                  <c:v>40737</c:v>
                </c:pt>
                <c:pt idx="3668">
                  <c:v>40736</c:v>
                </c:pt>
                <c:pt idx="3669">
                  <c:v>40735</c:v>
                </c:pt>
                <c:pt idx="3670">
                  <c:v>40732</c:v>
                </c:pt>
                <c:pt idx="3671">
                  <c:v>40731</c:v>
                </c:pt>
                <c:pt idx="3672">
                  <c:v>40730</c:v>
                </c:pt>
                <c:pt idx="3673">
                  <c:v>40729</c:v>
                </c:pt>
                <c:pt idx="3674">
                  <c:v>40728</c:v>
                </c:pt>
                <c:pt idx="3675">
                  <c:v>40725</c:v>
                </c:pt>
                <c:pt idx="3676">
                  <c:v>40724</c:v>
                </c:pt>
                <c:pt idx="3677">
                  <c:v>40723</c:v>
                </c:pt>
                <c:pt idx="3678">
                  <c:v>40722</c:v>
                </c:pt>
                <c:pt idx="3679">
                  <c:v>40721</c:v>
                </c:pt>
                <c:pt idx="3680">
                  <c:v>40718</c:v>
                </c:pt>
                <c:pt idx="3681">
                  <c:v>40717</c:v>
                </c:pt>
                <c:pt idx="3682">
                  <c:v>40716</c:v>
                </c:pt>
                <c:pt idx="3683">
                  <c:v>40715</c:v>
                </c:pt>
                <c:pt idx="3684">
                  <c:v>40714</c:v>
                </c:pt>
                <c:pt idx="3685">
                  <c:v>40711</c:v>
                </c:pt>
                <c:pt idx="3686">
                  <c:v>40710</c:v>
                </c:pt>
                <c:pt idx="3687">
                  <c:v>40709</c:v>
                </c:pt>
                <c:pt idx="3688">
                  <c:v>40708</c:v>
                </c:pt>
                <c:pt idx="3689">
                  <c:v>40707</c:v>
                </c:pt>
                <c:pt idx="3690">
                  <c:v>40704</c:v>
                </c:pt>
                <c:pt idx="3691">
                  <c:v>40703</c:v>
                </c:pt>
                <c:pt idx="3692">
                  <c:v>40702</c:v>
                </c:pt>
                <c:pt idx="3693">
                  <c:v>40701</c:v>
                </c:pt>
                <c:pt idx="3694">
                  <c:v>40697</c:v>
                </c:pt>
                <c:pt idx="3695">
                  <c:v>40696</c:v>
                </c:pt>
                <c:pt idx="3696">
                  <c:v>40695</c:v>
                </c:pt>
                <c:pt idx="3697">
                  <c:v>40694</c:v>
                </c:pt>
                <c:pt idx="3698">
                  <c:v>40693</c:v>
                </c:pt>
                <c:pt idx="3699">
                  <c:v>40690</c:v>
                </c:pt>
                <c:pt idx="3700">
                  <c:v>40689</c:v>
                </c:pt>
                <c:pt idx="3701">
                  <c:v>40688</c:v>
                </c:pt>
                <c:pt idx="3702">
                  <c:v>40687</c:v>
                </c:pt>
                <c:pt idx="3703">
                  <c:v>40686</c:v>
                </c:pt>
                <c:pt idx="3704">
                  <c:v>40683</c:v>
                </c:pt>
                <c:pt idx="3705">
                  <c:v>40682</c:v>
                </c:pt>
                <c:pt idx="3706">
                  <c:v>40681</c:v>
                </c:pt>
                <c:pt idx="3707">
                  <c:v>40680</c:v>
                </c:pt>
                <c:pt idx="3708">
                  <c:v>40679</c:v>
                </c:pt>
                <c:pt idx="3709">
                  <c:v>40676</c:v>
                </c:pt>
                <c:pt idx="3710">
                  <c:v>40675</c:v>
                </c:pt>
                <c:pt idx="3711">
                  <c:v>40674</c:v>
                </c:pt>
                <c:pt idx="3712">
                  <c:v>40672</c:v>
                </c:pt>
                <c:pt idx="3713">
                  <c:v>40669</c:v>
                </c:pt>
                <c:pt idx="3714">
                  <c:v>40667</c:v>
                </c:pt>
                <c:pt idx="3715">
                  <c:v>40666</c:v>
                </c:pt>
                <c:pt idx="3716">
                  <c:v>40665</c:v>
                </c:pt>
                <c:pt idx="3717">
                  <c:v>40662</c:v>
                </c:pt>
                <c:pt idx="3718">
                  <c:v>40661</c:v>
                </c:pt>
                <c:pt idx="3719">
                  <c:v>40660</c:v>
                </c:pt>
                <c:pt idx="3720">
                  <c:v>40659</c:v>
                </c:pt>
                <c:pt idx="3721">
                  <c:v>40658</c:v>
                </c:pt>
                <c:pt idx="3722">
                  <c:v>40655</c:v>
                </c:pt>
                <c:pt idx="3723">
                  <c:v>40654</c:v>
                </c:pt>
                <c:pt idx="3724">
                  <c:v>40653</c:v>
                </c:pt>
                <c:pt idx="3725">
                  <c:v>40652</c:v>
                </c:pt>
                <c:pt idx="3726">
                  <c:v>40651</c:v>
                </c:pt>
                <c:pt idx="3727">
                  <c:v>40648</c:v>
                </c:pt>
                <c:pt idx="3728">
                  <c:v>40647</c:v>
                </c:pt>
                <c:pt idx="3729">
                  <c:v>40646</c:v>
                </c:pt>
                <c:pt idx="3730">
                  <c:v>40645</c:v>
                </c:pt>
                <c:pt idx="3731">
                  <c:v>40644</c:v>
                </c:pt>
                <c:pt idx="3732">
                  <c:v>40641</c:v>
                </c:pt>
                <c:pt idx="3733">
                  <c:v>40640</c:v>
                </c:pt>
                <c:pt idx="3734">
                  <c:v>40639</c:v>
                </c:pt>
                <c:pt idx="3735">
                  <c:v>40638</c:v>
                </c:pt>
                <c:pt idx="3736">
                  <c:v>40637</c:v>
                </c:pt>
                <c:pt idx="3737">
                  <c:v>40634</c:v>
                </c:pt>
                <c:pt idx="3738">
                  <c:v>40633</c:v>
                </c:pt>
                <c:pt idx="3739">
                  <c:v>40632</c:v>
                </c:pt>
                <c:pt idx="3740">
                  <c:v>40631</c:v>
                </c:pt>
                <c:pt idx="3741">
                  <c:v>40630</c:v>
                </c:pt>
                <c:pt idx="3742">
                  <c:v>40627</c:v>
                </c:pt>
                <c:pt idx="3743">
                  <c:v>40626</c:v>
                </c:pt>
                <c:pt idx="3744">
                  <c:v>40625</c:v>
                </c:pt>
                <c:pt idx="3745">
                  <c:v>40624</c:v>
                </c:pt>
                <c:pt idx="3746">
                  <c:v>40623</c:v>
                </c:pt>
                <c:pt idx="3747">
                  <c:v>40620</c:v>
                </c:pt>
                <c:pt idx="3748">
                  <c:v>40619</c:v>
                </c:pt>
                <c:pt idx="3749">
                  <c:v>40618</c:v>
                </c:pt>
                <c:pt idx="3750">
                  <c:v>40617</c:v>
                </c:pt>
                <c:pt idx="3751">
                  <c:v>40616</c:v>
                </c:pt>
                <c:pt idx="3752">
                  <c:v>40613</c:v>
                </c:pt>
                <c:pt idx="3753">
                  <c:v>40612</c:v>
                </c:pt>
                <c:pt idx="3754">
                  <c:v>40611</c:v>
                </c:pt>
                <c:pt idx="3755">
                  <c:v>40610</c:v>
                </c:pt>
                <c:pt idx="3756">
                  <c:v>40609</c:v>
                </c:pt>
                <c:pt idx="3757">
                  <c:v>40606</c:v>
                </c:pt>
                <c:pt idx="3758">
                  <c:v>40605</c:v>
                </c:pt>
                <c:pt idx="3759">
                  <c:v>40604</c:v>
                </c:pt>
                <c:pt idx="3760">
                  <c:v>40602</c:v>
                </c:pt>
                <c:pt idx="3761">
                  <c:v>40599</c:v>
                </c:pt>
                <c:pt idx="3762">
                  <c:v>40598</c:v>
                </c:pt>
                <c:pt idx="3763">
                  <c:v>40597</c:v>
                </c:pt>
                <c:pt idx="3764">
                  <c:v>40596</c:v>
                </c:pt>
                <c:pt idx="3765">
                  <c:v>40595</c:v>
                </c:pt>
                <c:pt idx="3766">
                  <c:v>40592</c:v>
                </c:pt>
                <c:pt idx="3767">
                  <c:v>40591</c:v>
                </c:pt>
                <c:pt idx="3768">
                  <c:v>40590</c:v>
                </c:pt>
                <c:pt idx="3769">
                  <c:v>40589</c:v>
                </c:pt>
                <c:pt idx="3770">
                  <c:v>40588</c:v>
                </c:pt>
                <c:pt idx="3771">
                  <c:v>40585</c:v>
                </c:pt>
                <c:pt idx="3772">
                  <c:v>40584</c:v>
                </c:pt>
                <c:pt idx="3773">
                  <c:v>40583</c:v>
                </c:pt>
                <c:pt idx="3774">
                  <c:v>40582</c:v>
                </c:pt>
                <c:pt idx="3775">
                  <c:v>40581</c:v>
                </c:pt>
                <c:pt idx="3776">
                  <c:v>40575</c:v>
                </c:pt>
                <c:pt idx="3777">
                  <c:v>40574</c:v>
                </c:pt>
                <c:pt idx="3778">
                  <c:v>40571</c:v>
                </c:pt>
                <c:pt idx="3779">
                  <c:v>40570</c:v>
                </c:pt>
                <c:pt idx="3780">
                  <c:v>40569</c:v>
                </c:pt>
                <c:pt idx="3781">
                  <c:v>40568</c:v>
                </c:pt>
                <c:pt idx="3782">
                  <c:v>40567</c:v>
                </c:pt>
                <c:pt idx="3783">
                  <c:v>40564</c:v>
                </c:pt>
                <c:pt idx="3784">
                  <c:v>40563</c:v>
                </c:pt>
                <c:pt idx="3785">
                  <c:v>40562</c:v>
                </c:pt>
                <c:pt idx="3786">
                  <c:v>40561</c:v>
                </c:pt>
                <c:pt idx="3787">
                  <c:v>40560</c:v>
                </c:pt>
                <c:pt idx="3788">
                  <c:v>40557</c:v>
                </c:pt>
                <c:pt idx="3789">
                  <c:v>40556</c:v>
                </c:pt>
                <c:pt idx="3790">
                  <c:v>40555</c:v>
                </c:pt>
                <c:pt idx="3791">
                  <c:v>40554</c:v>
                </c:pt>
                <c:pt idx="3792">
                  <c:v>40553</c:v>
                </c:pt>
                <c:pt idx="3793">
                  <c:v>40550</c:v>
                </c:pt>
                <c:pt idx="3794">
                  <c:v>40549</c:v>
                </c:pt>
                <c:pt idx="3795">
                  <c:v>40548</c:v>
                </c:pt>
                <c:pt idx="3796">
                  <c:v>40547</c:v>
                </c:pt>
                <c:pt idx="3797">
                  <c:v>40546</c:v>
                </c:pt>
                <c:pt idx="3798">
                  <c:v>40542</c:v>
                </c:pt>
                <c:pt idx="3799">
                  <c:v>40541</c:v>
                </c:pt>
                <c:pt idx="3800">
                  <c:v>40540</c:v>
                </c:pt>
                <c:pt idx="3801">
                  <c:v>40539</c:v>
                </c:pt>
                <c:pt idx="3802">
                  <c:v>40536</c:v>
                </c:pt>
                <c:pt idx="3803">
                  <c:v>40535</c:v>
                </c:pt>
                <c:pt idx="3804">
                  <c:v>40534</c:v>
                </c:pt>
                <c:pt idx="3805">
                  <c:v>40533</c:v>
                </c:pt>
                <c:pt idx="3806">
                  <c:v>40532</c:v>
                </c:pt>
                <c:pt idx="3807">
                  <c:v>40529</c:v>
                </c:pt>
                <c:pt idx="3808">
                  <c:v>40528</c:v>
                </c:pt>
                <c:pt idx="3809">
                  <c:v>40527</c:v>
                </c:pt>
                <c:pt idx="3810">
                  <c:v>40526</c:v>
                </c:pt>
                <c:pt idx="3811">
                  <c:v>40525</c:v>
                </c:pt>
                <c:pt idx="3812">
                  <c:v>40522</c:v>
                </c:pt>
                <c:pt idx="3813">
                  <c:v>40521</c:v>
                </c:pt>
                <c:pt idx="3814">
                  <c:v>40520</c:v>
                </c:pt>
                <c:pt idx="3815">
                  <c:v>40519</c:v>
                </c:pt>
                <c:pt idx="3816">
                  <c:v>40518</c:v>
                </c:pt>
                <c:pt idx="3817">
                  <c:v>40515</c:v>
                </c:pt>
                <c:pt idx="3818">
                  <c:v>40514</c:v>
                </c:pt>
                <c:pt idx="3819">
                  <c:v>40513</c:v>
                </c:pt>
                <c:pt idx="3820">
                  <c:v>40512</c:v>
                </c:pt>
                <c:pt idx="3821">
                  <c:v>40511</c:v>
                </c:pt>
                <c:pt idx="3822">
                  <c:v>40508</c:v>
                </c:pt>
                <c:pt idx="3823">
                  <c:v>40507</c:v>
                </c:pt>
                <c:pt idx="3824">
                  <c:v>40506</c:v>
                </c:pt>
                <c:pt idx="3825">
                  <c:v>40505</c:v>
                </c:pt>
                <c:pt idx="3826">
                  <c:v>40504</c:v>
                </c:pt>
                <c:pt idx="3827">
                  <c:v>40501</c:v>
                </c:pt>
                <c:pt idx="3828">
                  <c:v>40500</c:v>
                </c:pt>
                <c:pt idx="3829">
                  <c:v>40499</c:v>
                </c:pt>
                <c:pt idx="3830">
                  <c:v>40498</c:v>
                </c:pt>
                <c:pt idx="3831">
                  <c:v>40497</c:v>
                </c:pt>
                <c:pt idx="3832">
                  <c:v>40494</c:v>
                </c:pt>
                <c:pt idx="3833">
                  <c:v>40493</c:v>
                </c:pt>
                <c:pt idx="3834">
                  <c:v>40492</c:v>
                </c:pt>
                <c:pt idx="3835">
                  <c:v>40491</c:v>
                </c:pt>
                <c:pt idx="3836">
                  <c:v>40490</c:v>
                </c:pt>
                <c:pt idx="3837">
                  <c:v>40487</c:v>
                </c:pt>
                <c:pt idx="3838">
                  <c:v>40486</c:v>
                </c:pt>
                <c:pt idx="3839">
                  <c:v>40485</c:v>
                </c:pt>
                <c:pt idx="3840">
                  <c:v>40484</c:v>
                </c:pt>
                <c:pt idx="3841">
                  <c:v>40483</c:v>
                </c:pt>
                <c:pt idx="3842">
                  <c:v>40480</c:v>
                </c:pt>
                <c:pt idx="3843">
                  <c:v>40479</c:v>
                </c:pt>
                <c:pt idx="3844">
                  <c:v>40478</c:v>
                </c:pt>
                <c:pt idx="3845">
                  <c:v>40477</c:v>
                </c:pt>
                <c:pt idx="3846">
                  <c:v>40476</c:v>
                </c:pt>
                <c:pt idx="3847">
                  <c:v>40473</c:v>
                </c:pt>
                <c:pt idx="3848">
                  <c:v>40472</c:v>
                </c:pt>
                <c:pt idx="3849">
                  <c:v>40471</c:v>
                </c:pt>
                <c:pt idx="3850">
                  <c:v>40470</c:v>
                </c:pt>
                <c:pt idx="3851">
                  <c:v>40469</c:v>
                </c:pt>
                <c:pt idx="3852">
                  <c:v>40466</c:v>
                </c:pt>
                <c:pt idx="3853">
                  <c:v>40465</c:v>
                </c:pt>
                <c:pt idx="3854">
                  <c:v>40464</c:v>
                </c:pt>
                <c:pt idx="3855">
                  <c:v>40463</c:v>
                </c:pt>
                <c:pt idx="3856">
                  <c:v>40462</c:v>
                </c:pt>
                <c:pt idx="3857">
                  <c:v>40459</c:v>
                </c:pt>
                <c:pt idx="3858">
                  <c:v>40458</c:v>
                </c:pt>
                <c:pt idx="3859">
                  <c:v>40457</c:v>
                </c:pt>
                <c:pt idx="3860">
                  <c:v>40456</c:v>
                </c:pt>
                <c:pt idx="3861">
                  <c:v>40455</c:v>
                </c:pt>
                <c:pt idx="3862">
                  <c:v>40452</c:v>
                </c:pt>
                <c:pt idx="3863">
                  <c:v>40451</c:v>
                </c:pt>
                <c:pt idx="3864">
                  <c:v>40450</c:v>
                </c:pt>
                <c:pt idx="3865">
                  <c:v>40449</c:v>
                </c:pt>
                <c:pt idx="3866">
                  <c:v>40448</c:v>
                </c:pt>
                <c:pt idx="3867">
                  <c:v>40445</c:v>
                </c:pt>
                <c:pt idx="3868">
                  <c:v>40441</c:v>
                </c:pt>
                <c:pt idx="3869">
                  <c:v>40438</c:v>
                </c:pt>
                <c:pt idx="3870">
                  <c:v>40437</c:v>
                </c:pt>
                <c:pt idx="3871">
                  <c:v>40436</c:v>
                </c:pt>
                <c:pt idx="3872">
                  <c:v>40435</c:v>
                </c:pt>
                <c:pt idx="3873">
                  <c:v>40434</c:v>
                </c:pt>
                <c:pt idx="3874">
                  <c:v>40431</c:v>
                </c:pt>
                <c:pt idx="3875">
                  <c:v>40430</c:v>
                </c:pt>
                <c:pt idx="3876">
                  <c:v>40429</c:v>
                </c:pt>
                <c:pt idx="3877">
                  <c:v>40428</c:v>
                </c:pt>
                <c:pt idx="3878">
                  <c:v>40427</c:v>
                </c:pt>
                <c:pt idx="3879">
                  <c:v>40424</c:v>
                </c:pt>
                <c:pt idx="3880">
                  <c:v>40423</c:v>
                </c:pt>
                <c:pt idx="3881">
                  <c:v>40422</c:v>
                </c:pt>
                <c:pt idx="3882">
                  <c:v>40421</c:v>
                </c:pt>
                <c:pt idx="3883">
                  <c:v>40420</c:v>
                </c:pt>
                <c:pt idx="3884">
                  <c:v>40417</c:v>
                </c:pt>
                <c:pt idx="3885">
                  <c:v>40416</c:v>
                </c:pt>
                <c:pt idx="3886">
                  <c:v>40415</c:v>
                </c:pt>
                <c:pt idx="3887">
                  <c:v>40414</c:v>
                </c:pt>
                <c:pt idx="3888">
                  <c:v>40413</c:v>
                </c:pt>
                <c:pt idx="3889">
                  <c:v>40410</c:v>
                </c:pt>
                <c:pt idx="3890">
                  <c:v>40409</c:v>
                </c:pt>
                <c:pt idx="3891">
                  <c:v>40408</c:v>
                </c:pt>
                <c:pt idx="3892">
                  <c:v>40407</c:v>
                </c:pt>
                <c:pt idx="3893">
                  <c:v>40406</c:v>
                </c:pt>
                <c:pt idx="3894">
                  <c:v>40403</c:v>
                </c:pt>
                <c:pt idx="3895">
                  <c:v>40402</c:v>
                </c:pt>
                <c:pt idx="3896">
                  <c:v>40401</c:v>
                </c:pt>
                <c:pt idx="3897">
                  <c:v>40400</c:v>
                </c:pt>
                <c:pt idx="3898">
                  <c:v>40399</c:v>
                </c:pt>
                <c:pt idx="3899">
                  <c:v>40396</c:v>
                </c:pt>
                <c:pt idx="3900">
                  <c:v>40395</c:v>
                </c:pt>
                <c:pt idx="3901">
                  <c:v>40394</c:v>
                </c:pt>
                <c:pt idx="3902">
                  <c:v>40393</c:v>
                </c:pt>
                <c:pt idx="3903">
                  <c:v>40392</c:v>
                </c:pt>
                <c:pt idx="3904">
                  <c:v>40389</c:v>
                </c:pt>
                <c:pt idx="3905">
                  <c:v>40388</c:v>
                </c:pt>
                <c:pt idx="3906">
                  <c:v>40387</c:v>
                </c:pt>
                <c:pt idx="3907">
                  <c:v>40386</c:v>
                </c:pt>
                <c:pt idx="3908">
                  <c:v>40385</c:v>
                </c:pt>
                <c:pt idx="3909">
                  <c:v>40382</c:v>
                </c:pt>
                <c:pt idx="3910">
                  <c:v>40381</c:v>
                </c:pt>
                <c:pt idx="3911">
                  <c:v>40380</c:v>
                </c:pt>
                <c:pt idx="3912">
                  <c:v>40379</c:v>
                </c:pt>
                <c:pt idx="3913">
                  <c:v>40378</c:v>
                </c:pt>
                <c:pt idx="3914">
                  <c:v>40375</c:v>
                </c:pt>
                <c:pt idx="3915">
                  <c:v>40374</c:v>
                </c:pt>
                <c:pt idx="3916">
                  <c:v>40373</c:v>
                </c:pt>
                <c:pt idx="3917">
                  <c:v>40372</c:v>
                </c:pt>
                <c:pt idx="3918">
                  <c:v>40371</c:v>
                </c:pt>
                <c:pt idx="3919">
                  <c:v>40368</c:v>
                </c:pt>
                <c:pt idx="3920">
                  <c:v>40367</c:v>
                </c:pt>
                <c:pt idx="3921">
                  <c:v>40366</c:v>
                </c:pt>
                <c:pt idx="3922">
                  <c:v>40365</c:v>
                </c:pt>
                <c:pt idx="3923">
                  <c:v>40364</c:v>
                </c:pt>
                <c:pt idx="3924">
                  <c:v>40361</c:v>
                </c:pt>
                <c:pt idx="3925">
                  <c:v>40360</c:v>
                </c:pt>
                <c:pt idx="3926">
                  <c:v>40359</c:v>
                </c:pt>
                <c:pt idx="3927">
                  <c:v>40358</c:v>
                </c:pt>
                <c:pt idx="3928">
                  <c:v>40357</c:v>
                </c:pt>
                <c:pt idx="3929">
                  <c:v>40354</c:v>
                </c:pt>
                <c:pt idx="3930">
                  <c:v>40353</c:v>
                </c:pt>
                <c:pt idx="3931">
                  <c:v>40352</c:v>
                </c:pt>
                <c:pt idx="3932">
                  <c:v>40351</c:v>
                </c:pt>
                <c:pt idx="3933">
                  <c:v>40350</c:v>
                </c:pt>
                <c:pt idx="3934">
                  <c:v>40347</c:v>
                </c:pt>
                <c:pt idx="3935">
                  <c:v>40346</c:v>
                </c:pt>
                <c:pt idx="3936">
                  <c:v>40345</c:v>
                </c:pt>
                <c:pt idx="3937">
                  <c:v>40344</c:v>
                </c:pt>
                <c:pt idx="3938">
                  <c:v>40343</c:v>
                </c:pt>
                <c:pt idx="3939">
                  <c:v>40340</c:v>
                </c:pt>
                <c:pt idx="3940">
                  <c:v>40339</c:v>
                </c:pt>
                <c:pt idx="3941">
                  <c:v>40338</c:v>
                </c:pt>
                <c:pt idx="3942">
                  <c:v>40337</c:v>
                </c:pt>
                <c:pt idx="3943">
                  <c:v>40336</c:v>
                </c:pt>
                <c:pt idx="3944">
                  <c:v>40333</c:v>
                </c:pt>
                <c:pt idx="3945">
                  <c:v>40332</c:v>
                </c:pt>
                <c:pt idx="3946">
                  <c:v>40330</c:v>
                </c:pt>
                <c:pt idx="3947">
                  <c:v>40329</c:v>
                </c:pt>
                <c:pt idx="3948">
                  <c:v>40326</c:v>
                </c:pt>
                <c:pt idx="3949">
                  <c:v>40325</c:v>
                </c:pt>
                <c:pt idx="3950">
                  <c:v>40324</c:v>
                </c:pt>
                <c:pt idx="3951">
                  <c:v>40323</c:v>
                </c:pt>
                <c:pt idx="3952">
                  <c:v>40322</c:v>
                </c:pt>
                <c:pt idx="3953">
                  <c:v>40318</c:v>
                </c:pt>
                <c:pt idx="3954">
                  <c:v>40317</c:v>
                </c:pt>
                <c:pt idx="3955">
                  <c:v>40316</c:v>
                </c:pt>
                <c:pt idx="3956">
                  <c:v>40315</c:v>
                </c:pt>
                <c:pt idx="3957">
                  <c:v>40312</c:v>
                </c:pt>
                <c:pt idx="3958">
                  <c:v>40311</c:v>
                </c:pt>
                <c:pt idx="3959">
                  <c:v>40310</c:v>
                </c:pt>
                <c:pt idx="3960">
                  <c:v>40309</c:v>
                </c:pt>
                <c:pt idx="3961">
                  <c:v>40308</c:v>
                </c:pt>
                <c:pt idx="3962">
                  <c:v>40305</c:v>
                </c:pt>
                <c:pt idx="3963">
                  <c:v>40304</c:v>
                </c:pt>
                <c:pt idx="3964">
                  <c:v>40302</c:v>
                </c:pt>
                <c:pt idx="3965">
                  <c:v>40301</c:v>
                </c:pt>
                <c:pt idx="3966">
                  <c:v>40298</c:v>
                </c:pt>
                <c:pt idx="3967">
                  <c:v>40297</c:v>
                </c:pt>
                <c:pt idx="3968">
                  <c:v>40296</c:v>
                </c:pt>
                <c:pt idx="3969">
                  <c:v>40295</c:v>
                </c:pt>
                <c:pt idx="3970">
                  <c:v>40294</c:v>
                </c:pt>
                <c:pt idx="3971">
                  <c:v>40291</c:v>
                </c:pt>
                <c:pt idx="3972">
                  <c:v>40290</c:v>
                </c:pt>
                <c:pt idx="3973">
                  <c:v>40289</c:v>
                </c:pt>
                <c:pt idx="3974">
                  <c:v>40288</c:v>
                </c:pt>
                <c:pt idx="3975">
                  <c:v>40287</c:v>
                </c:pt>
                <c:pt idx="3976">
                  <c:v>40284</c:v>
                </c:pt>
                <c:pt idx="3977">
                  <c:v>40283</c:v>
                </c:pt>
                <c:pt idx="3978">
                  <c:v>40282</c:v>
                </c:pt>
                <c:pt idx="3979">
                  <c:v>40281</c:v>
                </c:pt>
                <c:pt idx="3980">
                  <c:v>40280</c:v>
                </c:pt>
                <c:pt idx="3981">
                  <c:v>40277</c:v>
                </c:pt>
                <c:pt idx="3982">
                  <c:v>40276</c:v>
                </c:pt>
                <c:pt idx="3983">
                  <c:v>40275</c:v>
                </c:pt>
                <c:pt idx="3984">
                  <c:v>40274</c:v>
                </c:pt>
                <c:pt idx="3985">
                  <c:v>40273</c:v>
                </c:pt>
                <c:pt idx="3986">
                  <c:v>40270</c:v>
                </c:pt>
                <c:pt idx="3987">
                  <c:v>40269</c:v>
                </c:pt>
                <c:pt idx="3988">
                  <c:v>40268</c:v>
                </c:pt>
                <c:pt idx="3989">
                  <c:v>40267</c:v>
                </c:pt>
                <c:pt idx="3990">
                  <c:v>40266</c:v>
                </c:pt>
                <c:pt idx="3991">
                  <c:v>40263</c:v>
                </c:pt>
                <c:pt idx="3992">
                  <c:v>40262</c:v>
                </c:pt>
                <c:pt idx="3993">
                  <c:v>40261</c:v>
                </c:pt>
                <c:pt idx="3994">
                  <c:v>40260</c:v>
                </c:pt>
                <c:pt idx="3995">
                  <c:v>40259</c:v>
                </c:pt>
                <c:pt idx="3996">
                  <c:v>40256</c:v>
                </c:pt>
                <c:pt idx="3997">
                  <c:v>40255</c:v>
                </c:pt>
                <c:pt idx="3998">
                  <c:v>40254</c:v>
                </c:pt>
                <c:pt idx="3999">
                  <c:v>40253</c:v>
                </c:pt>
                <c:pt idx="4000">
                  <c:v>40252</c:v>
                </c:pt>
                <c:pt idx="4001">
                  <c:v>40249</c:v>
                </c:pt>
                <c:pt idx="4002">
                  <c:v>40248</c:v>
                </c:pt>
                <c:pt idx="4003">
                  <c:v>40247</c:v>
                </c:pt>
                <c:pt idx="4004">
                  <c:v>40246</c:v>
                </c:pt>
                <c:pt idx="4005">
                  <c:v>40245</c:v>
                </c:pt>
                <c:pt idx="4006">
                  <c:v>40242</c:v>
                </c:pt>
                <c:pt idx="4007">
                  <c:v>40241</c:v>
                </c:pt>
                <c:pt idx="4008">
                  <c:v>40240</c:v>
                </c:pt>
                <c:pt idx="4009">
                  <c:v>40239</c:v>
                </c:pt>
                <c:pt idx="4010">
                  <c:v>40235</c:v>
                </c:pt>
                <c:pt idx="4011">
                  <c:v>40234</c:v>
                </c:pt>
                <c:pt idx="4012">
                  <c:v>40233</c:v>
                </c:pt>
                <c:pt idx="4013">
                  <c:v>40232</c:v>
                </c:pt>
                <c:pt idx="4014">
                  <c:v>40231</c:v>
                </c:pt>
                <c:pt idx="4015">
                  <c:v>40228</c:v>
                </c:pt>
                <c:pt idx="4016">
                  <c:v>40227</c:v>
                </c:pt>
                <c:pt idx="4017">
                  <c:v>40226</c:v>
                </c:pt>
                <c:pt idx="4018">
                  <c:v>40225</c:v>
                </c:pt>
                <c:pt idx="4019">
                  <c:v>40221</c:v>
                </c:pt>
                <c:pt idx="4020">
                  <c:v>40220</c:v>
                </c:pt>
                <c:pt idx="4021">
                  <c:v>40219</c:v>
                </c:pt>
                <c:pt idx="4022">
                  <c:v>40218</c:v>
                </c:pt>
                <c:pt idx="4023">
                  <c:v>40217</c:v>
                </c:pt>
                <c:pt idx="4024">
                  <c:v>40214</c:v>
                </c:pt>
                <c:pt idx="4025">
                  <c:v>40213</c:v>
                </c:pt>
                <c:pt idx="4026">
                  <c:v>40212</c:v>
                </c:pt>
                <c:pt idx="4027">
                  <c:v>40211</c:v>
                </c:pt>
                <c:pt idx="4028">
                  <c:v>40210</c:v>
                </c:pt>
                <c:pt idx="4029">
                  <c:v>40207</c:v>
                </c:pt>
                <c:pt idx="4030">
                  <c:v>40206</c:v>
                </c:pt>
                <c:pt idx="4031">
                  <c:v>40205</c:v>
                </c:pt>
                <c:pt idx="4032">
                  <c:v>40204</c:v>
                </c:pt>
                <c:pt idx="4033">
                  <c:v>40203</c:v>
                </c:pt>
                <c:pt idx="4034">
                  <c:v>40200</c:v>
                </c:pt>
                <c:pt idx="4035">
                  <c:v>40199</c:v>
                </c:pt>
                <c:pt idx="4036">
                  <c:v>40198</c:v>
                </c:pt>
                <c:pt idx="4037">
                  <c:v>40197</c:v>
                </c:pt>
                <c:pt idx="4038">
                  <c:v>40196</c:v>
                </c:pt>
                <c:pt idx="4039">
                  <c:v>40193</c:v>
                </c:pt>
                <c:pt idx="4040">
                  <c:v>40192</c:v>
                </c:pt>
                <c:pt idx="4041">
                  <c:v>40191</c:v>
                </c:pt>
                <c:pt idx="4042">
                  <c:v>40190</c:v>
                </c:pt>
                <c:pt idx="4043">
                  <c:v>40189</c:v>
                </c:pt>
                <c:pt idx="4044">
                  <c:v>40186</c:v>
                </c:pt>
                <c:pt idx="4045">
                  <c:v>40185</c:v>
                </c:pt>
                <c:pt idx="4046">
                  <c:v>40184</c:v>
                </c:pt>
                <c:pt idx="4047">
                  <c:v>40183</c:v>
                </c:pt>
                <c:pt idx="4048">
                  <c:v>40182</c:v>
                </c:pt>
              </c:numCache>
            </c:numRef>
          </c:cat>
          <c:val>
            <c:numRef>
              <c:f>韩股市值!$E$2:$E$4050</c:f>
              <c:numCache>
                <c:formatCode>0.00%</c:formatCode>
                <c:ptCount val="4049"/>
                <c:pt idx="0">
                  <c:v>0.51843523261349422</c:v>
                </c:pt>
                <c:pt idx="1">
                  <c:v>0.51493307252512333</c:v>
                </c:pt>
                <c:pt idx="2">
                  <c:v>0.51400145005820941</c:v>
                </c:pt>
                <c:pt idx="3">
                  <c:v>0.51088488955941858</c:v>
                </c:pt>
                <c:pt idx="4">
                  <c:v>0.51039904137534986</c:v>
                </c:pt>
                <c:pt idx="5">
                  <c:v>0.52236321531975372</c:v>
                </c:pt>
                <c:pt idx="6">
                  <c:v>0.50380662618270156</c:v>
                </c:pt>
                <c:pt idx="7">
                  <c:v>0.50836728936881281</c:v>
                </c:pt>
                <c:pt idx="8">
                  <c:v>0.5220365619683337</c:v>
                </c:pt>
                <c:pt idx="9">
                  <c:v>0.52521179326372358</c:v>
                </c:pt>
                <c:pt idx="10">
                  <c:v>0.51696329561135701</c:v>
                </c:pt>
                <c:pt idx="11">
                  <c:v>0.50712999632951483</c:v>
                </c:pt>
                <c:pt idx="12">
                  <c:v>0.50545930058722932</c:v>
                </c:pt>
                <c:pt idx="13">
                  <c:v>0.50437848603037339</c:v>
                </c:pt>
                <c:pt idx="14">
                  <c:v>0.48787906893509198</c:v>
                </c:pt>
                <c:pt idx="15">
                  <c:v>0.48172658956648506</c:v>
                </c:pt>
                <c:pt idx="16">
                  <c:v>0.48991330534616123</c:v>
                </c:pt>
                <c:pt idx="17">
                  <c:v>0.48395923772823668</c:v>
                </c:pt>
                <c:pt idx="18">
                  <c:v>0.47916319205624464</c:v>
                </c:pt>
                <c:pt idx="19">
                  <c:v>0.4798479860434634</c:v>
                </c:pt>
                <c:pt idx="20">
                  <c:v>0.4691046919237889</c:v>
                </c:pt>
                <c:pt idx="21">
                  <c:v>0.47952581893933555</c:v>
                </c:pt>
                <c:pt idx="22">
                  <c:v>0.47773171035815287</c:v>
                </c:pt>
                <c:pt idx="23">
                  <c:v>0.4693670055378818</c:v>
                </c:pt>
                <c:pt idx="24">
                  <c:v>0.46935723253477735</c:v>
                </c:pt>
                <c:pt idx="25">
                  <c:v>0.45111988266763375</c:v>
                </c:pt>
                <c:pt idx="26">
                  <c:v>0.45062866854488731</c:v>
                </c:pt>
                <c:pt idx="27">
                  <c:v>0.44508495049078839</c:v>
                </c:pt>
                <c:pt idx="28">
                  <c:v>0.42044010952030519</c:v>
                </c:pt>
                <c:pt idx="29">
                  <c:v>0.40788771307228122</c:v>
                </c:pt>
                <c:pt idx="30">
                  <c:v>0.40885061477317741</c:v>
                </c:pt>
                <c:pt idx="31">
                  <c:v>0.40866481901878893</c:v>
                </c:pt>
                <c:pt idx="32">
                  <c:v>0.41193003347195162</c:v>
                </c:pt>
                <c:pt idx="33">
                  <c:v>0.40604020435531929</c:v>
                </c:pt>
                <c:pt idx="34">
                  <c:v>0.41171553915531572</c:v>
                </c:pt>
                <c:pt idx="35">
                  <c:v>0.40745149136292241</c:v>
                </c:pt>
                <c:pt idx="36">
                  <c:v>0.41111489861115114</c:v>
                </c:pt>
                <c:pt idx="37">
                  <c:v>0.4090322092434388</c:v>
                </c:pt>
                <c:pt idx="38">
                  <c:v>0.40712571034105782</c:v>
                </c:pt>
                <c:pt idx="39">
                  <c:v>0.41024839319397211</c:v>
                </c:pt>
                <c:pt idx="40">
                  <c:v>0.40900603386123185</c:v>
                </c:pt>
                <c:pt idx="41">
                  <c:v>0.40726440578433654</c:v>
                </c:pt>
                <c:pt idx="42">
                  <c:v>0.40385690054587858</c:v>
                </c:pt>
                <c:pt idx="43">
                  <c:v>0.40437075192138666</c:v>
                </c:pt>
                <c:pt idx="44">
                  <c:v>0.4031498481536766</c:v>
                </c:pt>
                <c:pt idx="45">
                  <c:v>0.40982619401661152</c:v>
                </c:pt>
                <c:pt idx="46">
                  <c:v>0.40120585448768192</c:v>
                </c:pt>
                <c:pt idx="47">
                  <c:v>0.39524962194312313</c:v>
                </c:pt>
                <c:pt idx="48">
                  <c:v>0.38994100371650958</c:v>
                </c:pt>
                <c:pt idx="49">
                  <c:v>0.38241895492628841</c:v>
                </c:pt>
                <c:pt idx="50">
                  <c:v>0.38979206084124296</c:v>
                </c:pt>
                <c:pt idx="51">
                  <c:v>0.37626399327635907</c:v>
                </c:pt>
                <c:pt idx="52">
                  <c:v>0.38313010163779238</c:v>
                </c:pt>
                <c:pt idx="53">
                  <c:v>0.3838889933272574</c:v>
                </c:pt>
                <c:pt idx="54">
                  <c:v>0.38471712417059528</c:v>
                </c:pt>
                <c:pt idx="55">
                  <c:v>0.39297239253928989</c:v>
                </c:pt>
                <c:pt idx="56">
                  <c:v>0.39857437423676045</c:v>
                </c:pt>
                <c:pt idx="57">
                  <c:v>0.39642360109706404</c:v>
                </c:pt>
                <c:pt idx="58">
                  <c:v>0.39806874341349541</c:v>
                </c:pt>
                <c:pt idx="59">
                  <c:v>0.40121505710960148</c:v>
                </c:pt>
                <c:pt idx="60">
                  <c:v>0.40607498922904767</c:v>
                </c:pt>
                <c:pt idx="61">
                  <c:v>0.39485760526169905</c:v>
                </c:pt>
                <c:pt idx="62">
                  <c:v>0.39515333155161658</c:v>
                </c:pt>
                <c:pt idx="63">
                  <c:v>0.38293291682443659</c:v>
                </c:pt>
                <c:pt idx="64">
                  <c:v>0.38521585143417031</c:v>
                </c:pt>
                <c:pt idx="65">
                  <c:v>0.38964216411459052</c:v>
                </c:pt>
                <c:pt idx="66">
                  <c:v>0.38990393307374693</c:v>
                </c:pt>
                <c:pt idx="67">
                  <c:v>0.37468883948640219</c:v>
                </c:pt>
                <c:pt idx="68">
                  <c:v>0.38492742363496757</c:v>
                </c:pt>
                <c:pt idx="69">
                  <c:v>0.39198856147084316</c:v>
                </c:pt>
                <c:pt idx="70">
                  <c:v>0.38723875069247599</c:v>
                </c:pt>
                <c:pt idx="71">
                  <c:v>0.38246657963966951</c:v>
                </c:pt>
                <c:pt idx="72">
                  <c:v>0.39596406630098385</c:v>
                </c:pt>
                <c:pt idx="73">
                  <c:v>0.39879928461990949</c:v>
                </c:pt>
                <c:pt idx="74">
                  <c:v>0.38473591167167359</c:v>
                </c:pt>
                <c:pt idx="75">
                  <c:v>0.38600348050817912</c:v>
                </c:pt>
                <c:pt idx="76">
                  <c:v>0.37764479259578315</c:v>
                </c:pt>
                <c:pt idx="77">
                  <c:v>0.37809079062352657</c:v>
                </c:pt>
                <c:pt idx="78">
                  <c:v>0.37805429850022398</c:v>
                </c:pt>
                <c:pt idx="79">
                  <c:v>0.37625307067476099</c:v>
                </c:pt>
                <c:pt idx="80">
                  <c:v>0.37355370123508336</c:v>
                </c:pt>
                <c:pt idx="81">
                  <c:v>0.36627545059693795</c:v>
                </c:pt>
                <c:pt idx="82">
                  <c:v>0.36996761589196914</c:v>
                </c:pt>
                <c:pt idx="83">
                  <c:v>0.37282677151083826</c:v>
                </c:pt>
                <c:pt idx="84">
                  <c:v>0.36865868437084848</c:v>
                </c:pt>
                <c:pt idx="85">
                  <c:v>0.36484444078920708</c:v>
                </c:pt>
                <c:pt idx="86">
                  <c:v>0.37311831259519518</c:v>
                </c:pt>
                <c:pt idx="87">
                  <c:v>0.37781326677020655</c:v>
                </c:pt>
                <c:pt idx="88">
                  <c:v>0.36531769749009785</c:v>
                </c:pt>
                <c:pt idx="89">
                  <c:v>0.37323170866774452</c:v>
                </c:pt>
                <c:pt idx="90">
                  <c:v>0.36566581739035287</c:v>
                </c:pt>
                <c:pt idx="91">
                  <c:v>0.36800345522537348</c:v>
                </c:pt>
                <c:pt idx="92">
                  <c:v>0.36314948805976055</c:v>
                </c:pt>
                <c:pt idx="93">
                  <c:v>0.35088573170742549</c:v>
                </c:pt>
                <c:pt idx="94">
                  <c:v>0.35358993069592021</c:v>
                </c:pt>
                <c:pt idx="95">
                  <c:v>0.35430841028429072</c:v>
                </c:pt>
                <c:pt idx="96">
                  <c:v>0.35050137145551019</c:v>
                </c:pt>
                <c:pt idx="97">
                  <c:v>0.3467619249840459</c:v>
                </c:pt>
                <c:pt idx="98">
                  <c:v>0.35495570869670179</c:v>
                </c:pt>
                <c:pt idx="99">
                  <c:v>0.35751481842870791</c:v>
                </c:pt>
                <c:pt idx="100">
                  <c:v>0.35225065922955889</c:v>
                </c:pt>
                <c:pt idx="101">
                  <c:v>0.35117714038933723</c:v>
                </c:pt>
                <c:pt idx="102">
                  <c:v>0.34863379794197918</c:v>
                </c:pt>
                <c:pt idx="103">
                  <c:v>0.35762378853593124</c:v>
                </c:pt>
                <c:pt idx="104">
                  <c:v>0.35999490867756878</c:v>
                </c:pt>
                <c:pt idx="105">
                  <c:v>0.36498873283321398</c:v>
                </c:pt>
                <c:pt idx="106">
                  <c:v>0.3656777067541554</c:v>
                </c:pt>
                <c:pt idx="107">
                  <c:v>0.36134276056096365</c:v>
                </c:pt>
                <c:pt idx="108">
                  <c:v>0.35949267913004501</c:v>
                </c:pt>
                <c:pt idx="109">
                  <c:v>0.35224048593707347</c:v>
                </c:pt>
                <c:pt idx="110">
                  <c:v>0.34035329303229778</c:v>
                </c:pt>
                <c:pt idx="111">
                  <c:v>0.33684121953716445</c:v>
                </c:pt>
                <c:pt idx="112">
                  <c:v>0.33103203033600537</c:v>
                </c:pt>
                <c:pt idx="113">
                  <c:v>0.32013047376632803</c:v>
                </c:pt>
                <c:pt idx="114">
                  <c:v>0.31930130864448247</c:v>
                </c:pt>
                <c:pt idx="115">
                  <c:v>0.31760321533191022</c:v>
                </c:pt>
                <c:pt idx="116">
                  <c:v>0.30959267415070696</c:v>
                </c:pt>
                <c:pt idx="117">
                  <c:v>0.31506478610950578</c:v>
                </c:pt>
                <c:pt idx="118">
                  <c:v>0.31057956250003921</c:v>
                </c:pt>
                <c:pt idx="119">
                  <c:v>0.30143796491323804</c:v>
                </c:pt>
                <c:pt idx="120">
                  <c:v>0.30345009826287361</c:v>
                </c:pt>
                <c:pt idx="121">
                  <c:v>0.30862616094015288</c:v>
                </c:pt>
                <c:pt idx="122">
                  <c:v>0.30878492623868375</c:v>
                </c:pt>
                <c:pt idx="123">
                  <c:v>0.31296838424214879</c:v>
                </c:pt>
                <c:pt idx="124">
                  <c:v>0.30854325277302636</c:v>
                </c:pt>
                <c:pt idx="125">
                  <c:v>0.31192625607452468</c:v>
                </c:pt>
                <c:pt idx="126">
                  <c:v>0.30695832480831414</c:v>
                </c:pt>
                <c:pt idx="127">
                  <c:v>0.30608813003152846</c:v>
                </c:pt>
                <c:pt idx="128">
                  <c:v>0.30673859724355945</c:v>
                </c:pt>
                <c:pt idx="129">
                  <c:v>0.30918858460780424</c:v>
                </c:pt>
                <c:pt idx="130">
                  <c:v>0.30580111684119832</c:v>
                </c:pt>
                <c:pt idx="131">
                  <c:v>0.30310176326712635</c:v>
                </c:pt>
                <c:pt idx="132">
                  <c:v>0.30694622429867752</c:v>
                </c:pt>
                <c:pt idx="133">
                  <c:v>0.3031340055401201</c:v>
                </c:pt>
                <c:pt idx="134">
                  <c:v>0.30360822145878597</c:v>
                </c:pt>
                <c:pt idx="135">
                  <c:v>0.30006582485106992</c:v>
                </c:pt>
                <c:pt idx="136">
                  <c:v>0.29681025842403869</c:v>
                </c:pt>
                <c:pt idx="137">
                  <c:v>0.30704923098941217</c:v>
                </c:pt>
                <c:pt idx="138">
                  <c:v>0.30346890273250732</c:v>
                </c:pt>
                <c:pt idx="139">
                  <c:v>0.30571561177348855</c:v>
                </c:pt>
                <c:pt idx="140">
                  <c:v>0.30825133838475982</c:v>
                </c:pt>
                <c:pt idx="141">
                  <c:v>0.29802213828768637</c:v>
                </c:pt>
                <c:pt idx="142">
                  <c:v>0.30729177044154404</c:v>
                </c:pt>
                <c:pt idx="143">
                  <c:v>0.31038129254429009</c:v>
                </c:pt>
                <c:pt idx="144">
                  <c:v>0.31477333991960421</c:v>
                </c:pt>
                <c:pt idx="145">
                  <c:v>0.3094720683443139</c:v>
                </c:pt>
                <c:pt idx="146">
                  <c:v>0.30804789911700681</c:v>
                </c:pt>
                <c:pt idx="147">
                  <c:v>0.30768411500690601</c:v>
                </c:pt>
                <c:pt idx="148">
                  <c:v>0.308713437481905</c:v>
                </c:pt>
                <c:pt idx="149">
                  <c:v>0.30882870781057781</c:v>
                </c:pt>
                <c:pt idx="150">
                  <c:v>0.31895846055364235</c:v>
                </c:pt>
                <c:pt idx="151">
                  <c:v>0.30835842815034487</c:v>
                </c:pt>
                <c:pt idx="152">
                  <c:v>0.3060430402334956</c:v>
                </c:pt>
                <c:pt idx="153">
                  <c:v>0.29817308467362202</c:v>
                </c:pt>
                <c:pt idx="154">
                  <c:v>0.29354858725651256</c:v>
                </c:pt>
                <c:pt idx="155">
                  <c:v>0.298651920948449</c:v>
                </c:pt>
                <c:pt idx="156">
                  <c:v>0.29483356943570849</c:v>
                </c:pt>
                <c:pt idx="157">
                  <c:v>0.29056954047492434</c:v>
                </c:pt>
                <c:pt idx="158">
                  <c:v>0.29219822295002751</c:v>
                </c:pt>
                <c:pt idx="159">
                  <c:v>0.29391454092173092</c:v>
                </c:pt>
                <c:pt idx="160">
                  <c:v>0.29740709335047216</c:v>
                </c:pt>
                <c:pt idx="161">
                  <c:v>0.29752150736299743</c:v>
                </c:pt>
                <c:pt idx="162">
                  <c:v>0.29412736390870664</c:v>
                </c:pt>
                <c:pt idx="163">
                  <c:v>0.28883571536796609</c:v>
                </c:pt>
                <c:pt idx="164">
                  <c:v>0.28692802047416421</c:v>
                </c:pt>
                <c:pt idx="165">
                  <c:v>0.28935759197542155</c:v>
                </c:pt>
                <c:pt idx="166">
                  <c:v>0.29260585362318742</c:v>
                </c:pt>
                <c:pt idx="167">
                  <c:v>0.27881919824664486</c:v>
                </c:pt>
                <c:pt idx="168">
                  <c:v>0.27100968521368329</c:v>
                </c:pt>
                <c:pt idx="169">
                  <c:v>0.26603961412510602</c:v>
                </c:pt>
                <c:pt idx="170">
                  <c:v>0.266378639769695</c:v>
                </c:pt>
                <c:pt idx="171">
                  <c:v>0.26477967323107993</c:v>
                </c:pt>
                <c:pt idx="172">
                  <c:v>0.26917851208611743</c:v>
                </c:pt>
                <c:pt idx="173">
                  <c:v>0.26790867431946008</c:v>
                </c:pt>
                <c:pt idx="174">
                  <c:v>0.26628719830513314</c:v>
                </c:pt>
                <c:pt idx="175">
                  <c:v>0.26258860012789409</c:v>
                </c:pt>
                <c:pt idx="176">
                  <c:v>0.25711150056214693</c:v>
                </c:pt>
                <c:pt idx="177">
                  <c:v>0.25753766519836474</c:v>
                </c:pt>
                <c:pt idx="178">
                  <c:v>0.25129473627854687</c:v>
                </c:pt>
                <c:pt idx="179">
                  <c:v>0.25486899140533725</c:v>
                </c:pt>
                <c:pt idx="180">
                  <c:v>0.24754614013796941</c:v>
                </c:pt>
                <c:pt idx="181">
                  <c:v>0.24554634698805558</c:v>
                </c:pt>
                <c:pt idx="182">
                  <c:v>0.23922968897137126</c:v>
                </c:pt>
                <c:pt idx="183">
                  <c:v>0.23877207168944448</c:v>
                </c:pt>
                <c:pt idx="184">
                  <c:v>0.23594618265882467</c:v>
                </c:pt>
                <c:pt idx="185">
                  <c:v>0.23278641291308022</c:v>
                </c:pt>
                <c:pt idx="186">
                  <c:v>0.23153594866224395</c:v>
                </c:pt>
                <c:pt idx="187">
                  <c:v>0.23113344884207412</c:v>
                </c:pt>
                <c:pt idx="188">
                  <c:v>0.23077961616179321</c:v>
                </c:pt>
                <c:pt idx="189">
                  <c:v>0.22954082621008093</c:v>
                </c:pt>
                <c:pt idx="190">
                  <c:v>0.22703686904561363</c:v>
                </c:pt>
                <c:pt idx="191">
                  <c:v>0.23231341882428136</c:v>
                </c:pt>
                <c:pt idx="192">
                  <c:v>0.23116831841315846</c:v>
                </c:pt>
                <c:pt idx="193">
                  <c:v>0.23166972803663333</c:v>
                </c:pt>
                <c:pt idx="194">
                  <c:v>0.23197435504378661</c:v>
                </c:pt>
                <c:pt idx="195">
                  <c:v>0.23188899900395088</c:v>
                </c:pt>
                <c:pt idx="196">
                  <c:v>0.23226015578081122</c:v>
                </c:pt>
                <c:pt idx="197">
                  <c:v>0.23068677397395734</c:v>
                </c:pt>
                <c:pt idx="198">
                  <c:v>0.2343090767851366</c:v>
                </c:pt>
                <c:pt idx="199">
                  <c:v>0.23372860788298741</c:v>
                </c:pt>
                <c:pt idx="200">
                  <c:v>0.23312142836872296</c:v>
                </c:pt>
                <c:pt idx="201">
                  <c:v>0.23566814022863405</c:v>
                </c:pt>
                <c:pt idx="202">
                  <c:v>0.23679749995071797</c:v>
                </c:pt>
                <c:pt idx="203">
                  <c:v>0.23505487905514416</c:v>
                </c:pt>
                <c:pt idx="204">
                  <c:v>0.23306472579075888</c:v>
                </c:pt>
                <c:pt idx="205">
                  <c:v>0.23170237016019041</c:v>
                </c:pt>
                <c:pt idx="206">
                  <c:v>0.22928264157433903</c:v>
                </c:pt>
                <c:pt idx="207">
                  <c:v>0.22660137735244701</c:v>
                </c:pt>
                <c:pt idx="208">
                  <c:v>0.23046613871218413</c:v>
                </c:pt>
                <c:pt idx="209">
                  <c:v>0.23207073063233721</c:v>
                </c:pt>
                <c:pt idx="210">
                  <c:v>0.23236590723107098</c:v>
                </c:pt>
                <c:pt idx="211">
                  <c:v>0.2335076252038969</c:v>
                </c:pt>
                <c:pt idx="212">
                  <c:v>0.23265124389254976</c:v>
                </c:pt>
                <c:pt idx="213">
                  <c:v>0.22970650474486926</c:v>
                </c:pt>
                <c:pt idx="214">
                  <c:v>0.23062743802981592</c:v>
                </c:pt>
                <c:pt idx="215">
                  <c:v>0.22267398552685083</c:v>
                </c:pt>
                <c:pt idx="216">
                  <c:v>0.22436658957781552</c:v>
                </c:pt>
                <c:pt idx="217">
                  <c:v>0.22556277806003397</c:v>
                </c:pt>
                <c:pt idx="218">
                  <c:v>0.2255298607858007</c:v>
                </c:pt>
                <c:pt idx="219">
                  <c:v>0.22778999151638787</c:v>
                </c:pt>
                <c:pt idx="220">
                  <c:v>0.22721782490750986</c:v>
                </c:pt>
                <c:pt idx="221">
                  <c:v>0.22611289137491872</c:v>
                </c:pt>
                <c:pt idx="222">
                  <c:v>0.22945199425282423</c:v>
                </c:pt>
                <c:pt idx="223">
                  <c:v>0.22591029547251762</c:v>
                </c:pt>
                <c:pt idx="224">
                  <c:v>0.22456690050063799</c:v>
                </c:pt>
                <c:pt idx="225">
                  <c:v>0.22507506031580829</c:v>
                </c:pt>
                <c:pt idx="226">
                  <c:v>0.22172522501180036</c:v>
                </c:pt>
                <c:pt idx="227">
                  <c:v>0.21928288661442141</c:v>
                </c:pt>
                <c:pt idx="228">
                  <c:v>0.22313457117152599</c:v>
                </c:pt>
                <c:pt idx="229">
                  <c:v>0.2246485490691465</c:v>
                </c:pt>
                <c:pt idx="230">
                  <c:v>0.22855534652481657</c:v>
                </c:pt>
                <c:pt idx="231">
                  <c:v>0.22751761709474241</c:v>
                </c:pt>
                <c:pt idx="232">
                  <c:v>0.22376140035919356</c:v>
                </c:pt>
                <c:pt idx="233">
                  <c:v>0.22322831131617638</c:v>
                </c:pt>
                <c:pt idx="234">
                  <c:v>0.22553762515593581</c:v>
                </c:pt>
                <c:pt idx="235">
                  <c:v>0.22660656686550729</c:v>
                </c:pt>
                <c:pt idx="236">
                  <c:v>0.22609471837502393</c:v>
                </c:pt>
                <c:pt idx="237">
                  <c:v>0.22456225768025695</c:v>
                </c:pt>
                <c:pt idx="238">
                  <c:v>0.22097510787358143</c:v>
                </c:pt>
                <c:pt idx="239">
                  <c:v>0.21590041110635169</c:v>
                </c:pt>
                <c:pt idx="240">
                  <c:v>0.21818594124153354</c:v>
                </c:pt>
                <c:pt idx="241">
                  <c:v>0.21734448440153539</c:v>
                </c:pt>
                <c:pt idx="242">
                  <c:v>0.21929626263416019</c:v>
                </c:pt>
                <c:pt idx="243">
                  <c:v>0.2175532434985904</c:v>
                </c:pt>
                <c:pt idx="244">
                  <c:v>0.21535704475678222</c:v>
                </c:pt>
                <c:pt idx="245">
                  <c:v>0.21801985116005712</c:v>
                </c:pt>
                <c:pt idx="246">
                  <c:v>0.21919317373133565</c:v>
                </c:pt>
                <c:pt idx="247">
                  <c:v>0.22249872069219617</c:v>
                </c:pt>
                <c:pt idx="248">
                  <c:v>0.2205152960027045</c:v>
                </c:pt>
                <c:pt idx="249">
                  <c:v>0.22273467219921381</c:v>
                </c:pt>
                <c:pt idx="250">
                  <c:v>0.22288322160640606</c:v>
                </c:pt>
                <c:pt idx="251">
                  <c:v>0.2204272875441409</c:v>
                </c:pt>
                <c:pt idx="252">
                  <c:v>0.22033029687058731</c:v>
                </c:pt>
                <c:pt idx="253">
                  <c:v>0.21783683812736188</c:v>
                </c:pt>
                <c:pt idx="254">
                  <c:v>0.21820673028456744</c:v>
                </c:pt>
                <c:pt idx="255">
                  <c:v>0.22043680027412221</c:v>
                </c:pt>
                <c:pt idx="256">
                  <c:v>0.21594321874028755</c:v>
                </c:pt>
                <c:pt idx="257">
                  <c:v>0.21769465902612076</c:v>
                </c:pt>
                <c:pt idx="258">
                  <c:v>0.21957589226959104</c:v>
                </c:pt>
                <c:pt idx="259">
                  <c:v>0.21972974740107179</c:v>
                </c:pt>
                <c:pt idx="260">
                  <c:v>0.22108533231606173</c:v>
                </c:pt>
                <c:pt idx="261">
                  <c:v>0.22402749912224335</c:v>
                </c:pt>
                <c:pt idx="262">
                  <c:v>0.22272234558004694</c:v>
                </c:pt>
                <c:pt idx="263">
                  <c:v>0.2251689735880173</c:v>
                </c:pt>
                <c:pt idx="264">
                  <c:v>0.22557720714518853</c:v>
                </c:pt>
                <c:pt idx="265">
                  <c:v>0.22617498970750685</c:v>
                </c:pt>
                <c:pt idx="266">
                  <c:v>0.22499006350683498</c:v>
                </c:pt>
                <c:pt idx="267">
                  <c:v>0.22609580960420605</c:v>
                </c:pt>
                <c:pt idx="268">
                  <c:v>0.21929177168498404</c:v>
                </c:pt>
                <c:pt idx="269">
                  <c:v>0.21869851626402709</c:v>
                </c:pt>
                <c:pt idx="270">
                  <c:v>0.21933787932358237</c:v>
                </c:pt>
                <c:pt idx="271">
                  <c:v>0.21797880690946081</c:v>
                </c:pt>
                <c:pt idx="272">
                  <c:v>0.21859222830040556</c:v>
                </c:pt>
                <c:pt idx="273">
                  <c:v>0.21987852888364451</c:v>
                </c:pt>
                <c:pt idx="274">
                  <c:v>0.22173747248841513</c:v>
                </c:pt>
                <c:pt idx="275">
                  <c:v>0.22244943995932345</c:v>
                </c:pt>
                <c:pt idx="276">
                  <c:v>0.22240742383164228</c:v>
                </c:pt>
                <c:pt idx="277">
                  <c:v>0.22311439086351798</c:v>
                </c:pt>
                <c:pt idx="278">
                  <c:v>0.22196191344206567</c:v>
                </c:pt>
                <c:pt idx="279">
                  <c:v>0.22397089617067412</c:v>
                </c:pt>
                <c:pt idx="280">
                  <c:v>0.22358210668249132</c:v>
                </c:pt>
                <c:pt idx="281">
                  <c:v>0.22418700752337398</c:v>
                </c:pt>
                <c:pt idx="282">
                  <c:v>0.22469297307604444</c:v>
                </c:pt>
                <c:pt idx="283">
                  <c:v>0.23004420792950281</c:v>
                </c:pt>
                <c:pt idx="284">
                  <c:v>0.23065447570008879</c:v>
                </c:pt>
                <c:pt idx="285">
                  <c:v>0.23013155171376115</c:v>
                </c:pt>
                <c:pt idx="286">
                  <c:v>0.23329382773236879</c:v>
                </c:pt>
                <c:pt idx="287">
                  <c:v>0.23075612236061382</c:v>
                </c:pt>
                <c:pt idx="288">
                  <c:v>0.23007158337707215</c:v>
                </c:pt>
                <c:pt idx="289">
                  <c:v>0.22798363339017641</c:v>
                </c:pt>
                <c:pt idx="290">
                  <c:v>0.23007804279388638</c:v>
                </c:pt>
                <c:pt idx="291">
                  <c:v>0.23689802680179098</c:v>
                </c:pt>
                <c:pt idx="292">
                  <c:v>0.23966024038130679</c:v>
                </c:pt>
                <c:pt idx="293">
                  <c:v>0.23788457319575951</c:v>
                </c:pt>
                <c:pt idx="294">
                  <c:v>0.23652974214859249</c:v>
                </c:pt>
                <c:pt idx="295">
                  <c:v>0.23912240505208254</c:v>
                </c:pt>
                <c:pt idx="296">
                  <c:v>0.24163014972458577</c:v>
                </c:pt>
                <c:pt idx="297">
                  <c:v>0.23964767369889656</c:v>
                </c:pt>
                <c:pt idx="298">
                  <c:v>0.2357870977181194</c:v>
                </c:pt>
                <c:pt idx="299">
                  <c:v>0.23744990957453713</c:v>
                </c:pt>
                <c:pt idx="300">
                  <c:v>0.2410287731021955</c:v>
                </c:pt>
                <c:pt idx="301">
                  <c:v>0.23565490074559178</c:v>
                </c:pt>
                <c:pt idx="302">
                  <c:v>0.23032274901280955</c:v>
                </c:pt>
                <c:pt idx="303">
                  <c:v>0.22850601304126669</c:v>
                </c:pt>
                <c:pt idx="304">
                  <c:v>0.22970009993753823</c:v>
                </c:pt>
                <c:pt idx="305">
                  <c:v>0.22505527957650551</c:v>
                </c:pt>
                <c:pt idx="306">
                  <c:v>0.2230005606660079</c:v>
                </c:pt>
                <c:pt idx="307">
                  <c:v>0.22316745086853729</c:v>
                </c:pt>
                <c:pt idx="308">
                  <c:v>0.21881524494939902</c:v>
                </c:pt>
                <c:pt idx="309">
                  <c:v>0.21636411260607014</c:v>
                </c:pt>
                <c:pt idx="310">
                  <c:v>0.21849990907804412</c:v>
                </c:pt>
                <c:pt idx="311">
                  <c:v>0.21917495670707554</c:v>
                </c:pt>
                <c:pt idx="312">
                  <c:v>0.22102068881661238</c:v>
                </c:pt>
                <c:pt idx="313">
                  <c:v>0.22248805403695404</c:v>
                </c:pt>
                <c:pt idx="314">
                  <c:v>0.22359434914851586</c:v>
                </c:pt>
                <c:pt idx="315">
                  <c:v>0.22401407857725536</c:v>
                </c:pt>
                <c:pt idx="316">
                  <c:v>0.22448125406740804</c:v>
                </c:pt>
                <c:pt idx="317">
                  <c:v>0.2261616542091307</c:v>
                </c:pt>
                <c:pt idx="318">
                  <c:v>0.22664071622317311</c:v>
                </c:pt>
                <c:pt idx="319">
                  <c:v>0.22974156025020967</c:v>
                </c:pt>
                <c:pt idx="320">
                  <c:v>0.23104977922713879</c:v>
                </c:pt>
                <c:pt idx="321">
                  <c:v>0.2326119105087793</c:v>
                </c:pt>
                <c:pt idx="322">
                  <c:v>0.22884125625692825</c:v>
                </c:pt>
                <c:pt idx="323">
                  <c:v>0.22849051152729666</c:v>
                </c:pt>
                <c:pt idx="324">
                  <c:v>0.22944919073892231</c:v>
                </c:pt>
                <c:pt idx="325">
                  <c:v>0.229066265157438</c:v>
                </c:pt>
                <c:pt idx="326">
                  <c:v>0.22878893068667289</c:v>
                </c:pt>
                <c:pt idx="327">
                  <c:v>0.22961439223907432</c:v>
                </c:pt>
                <c:pt idx="328">
                  <c:v>0.23034623172468011</c:v>
                </c:pt>
                <c:pt idx="329">
                  <c:v>0.22662861619462235</c:v>
                </c:pt>
                <c:pt idx="330">
                  <c:v>0.22636494358517564</c:v>
                </c:pt>
                <c:pt idx="331">
                  <c:v>0.22394087695632278</c:v>
                </c:pt>
                <c:pt idx="332">
                  <c:v>0.2236672958414917</c:v>
                </c:pt>
                <c:pt idx="333">
                  <c:v>0.22113922283575732</c:v>
                </c:pt>
                <c:pt idx="334">
                  <c:v>0.22255969803007294</c:v>
                </c:pt>
                <c:pt idx="335">
                  <c:v>0.23225010388080553</c:v>
                </c:pt>
                <c:pt idx="336">
                  <c:v>0.23363486487567656</c:v>
                </c:pt>
                <c:pt idx="337">
                  <c:v>0.2345777209417336</c:v>
                </c:pt>
                <c:pt idx="338">
                  <c:v>0.23227780468590198</c:v>
                </c:pt>
                <c:pt idx="339">
                  <c:v>0.22970888419610391</c:v>
                </c:pt>
                <c:pt idx="340">
                  <c:v>0.23116384956141628</c:v>
                </c:pt>
                <c:pt idx="341">
                  <c:v>0.23092148844109012</c:v>
                </c:pt>
                <c:pt idx="342">
                  <c:v>0.22767873920996942</c:v>
                </c:pt>
                <c:pt idx="343">
                  <c:v>0.22704257778748271</c:v>
                </c:pt>
                <c:pt idx="344">
                  <c:v>0.22805773897452217</c:v>
                </c:pt>
                <c:pt idx="345">
                  <c:v>0.23232712904964348</c:v>
                </c:pt>
                <c:pt idx="346">
                  <c:v>0.23458504033021985</c:v>
                </c:pt>
                <c:pt idx="347">
                  <c:v>0.23456050713047347</c:v>
                </c:pt>
                <c:pt idx="348">
                  <c:v>0.2318770238658204</c:v>
                </c:pt>
                <c:pt idx="349">
                  <c:v>0.23530108469775493</c:v>
                </c:pt>
                <c:pt idx="350">
                  <c:v>0.22880429007655176</c:v>
                </c:pt>
                <c:pt idx="351">
                  <c:v>0.2258369144670565</c:v>
                </c:pt>
                <c:pt idx="352">
                  <c:v>0.22624443950959799</c:v>
                </c:pt>
                <c:pt idx="353">
                  <c:v>0.22756672524830243</c:v>
                </c:pt>
                <c:pt idx="354">
                  <c:v>0.22313344962254997</c:v>
                </c:pt>
                <c:pt idx="355">
                  <c:v>0.2239558365835346</c:v>
                </c:pt>
                <c:pt idx="356">
                  <c:v>0.22164271787850834</c:v>
                </c:pt>
                <c:pt idx="357">
                  <c:v>0.22320924670092077</c:v>
                </c:pt>
                <c:pt idx="358">
                  <c:v>0.2229317133745724</c:v>
                </c:pt>
                <c:pt idx="359">
                  <c:v>0.22690549125980322</c:v>
                </c:pt>
                <c:pt idx="360">
                  <c:v>0.22758039268423347</c:v>
                </c:pt>
                <c:pt idx="361">
                  <c:v>0.22693348733306343</c:v>
                </c:pt>
                <c:pt idx="362">
                  <c:v>0.22656374205786645</c:v>
                </c:pt>
                <c:pt idx="363">
                  <c:v>0.22729096372075286</c:v>
                </c:pt>
                <c:pt idx="364">
                  <c:v>0.22374705289100558</c:v>
                </c:pt>
                <c:pt idx="365">
                  <c:v>0.22549088337881845</c:v>
                </c:pt>
                <c:pt idx="366">
                  <c:v>0.22850967282005999</c:v>
                </c:pt>
                <c:pt idx="367">
                  <c:v>0.22359175017802277</c:v>
                </c:pt>
                <c:pt idx="368">
                  <c:v>0.22333847616046576</c:v>
                </c:pt>
                <c:pt idx="369">
                  <c:v>0.21780576395905865</c:v>
                </c:pt>
                <c:pt idx="370">
                  <c:v>0.21503998496208448</c:v>
                </c:pt>
                <c:pt idx="371">
                  <c:v>0.21674095766012361</c:v>
                </c:pt>
                <c:pt idx="372">
                  <c:v>0.21873580537018358</c:v>
                </c:pt>
                <c:pt idx="373">
                  <c:v>0.21879306566292328</c:v>
                </c:pt>
                <c:pt idx="374">
                  <c:v>0.22381915110572004</c:v>
                </c:pt>
                <c:pt idx="375">
                  <c:v>0.23104717098436184</c:v>
                </c:pt>
                <c:pt idx="376">
                  <c:v>0.22866564708314538</c:v>
                </c:pt>
                <c:pt idx="377">
                  <c:v>0.22594848001146958</c:v>
                </c:pt>
                <c:pt idx="378">
                  <c:v>0.22608082895125206</c:v>
                </c:pt>
                <c:pt idx="379">
                  <c:v>0.22346101067809598</c:v>
                </c:pt>
                <c:pt idx="380">
                  <c:v>0.2279656652040021</c:v>
                </c:pt>
                <c:pt idx="381">
                  <c:v>0.2297461885683737</c:v>
                </c:pt>
                <c:pt idx="382">
                  <c:v>0.22757052417085674</c:v>
                </c:pt>
                <c:pt idx="383">
                  <c:v>0.21486068889912913</c:v>
                </c:pt>
                <c:pt idx="384">
                  <c:v>0.22085086571803503</c:v>
                </c:pt>
                <c:pt idx="385">
                  <c:v>0.22330242720271087</c:v>
                </c:pt>
                <c:pt idx="386">
                  <c:v>0.22712154628797507</c:v>
                </c:pt>
                <c:pt idx="387">
                  <c:v>0.23296058052686119</c:v>
                </c:pt>
                <c:pt idx="388">
                  <c:v>0.23301791691038548</c:v>
                </c:pt>
                <c:pt idx="389">
                  <c:v>0.23197759510187435</c:v>
                </c:pt>
                <c:pt idx="390">
                  <c:v>0.23070641046362747</c:v>
                </c:pt>
                <c:pt idx="391">
                  <c:v>0.23298985861393273</c:v>
                </c:pt>
                <c:pt idx="392">
                  <c:v>0.23191281302778965</c:v>
                </c:pt>
                <c:pt idx="393">
                  <c:v>0.23468486647731773</c:v>
                </c:pt>
                <c:pt idx="394">
                  <c:v>0.23397193889368342</c:v>
                </c:pt>
                <c:pt idx="395">
                  <c:v>0.2316024791885305</c:v>
                </c:pt>
                <c:pt idx="396">
                  <c:v>0.22984477700213299</c:v>
                </c:pt>
                <c:pt idx="397">
                  <c:v>0.22797667795375395</c:v>
                </c:pt>
                <c:pt idx="398">
                  <c:v>0.22916831559113363</c:v>
                </c:pt>
                <c:pt idx="399">
                  <c:v>0.23365082906468956</c:v>
                </c:pt>
                <c:pt idx="400">
                  <c:v>0.22950266969474387</c:v>
                </c:pt>
                <c:pt idx="401">
                  <c:v>0.23120342005714273</c:v>
                </c:pt>
                <c:pt idx="402">
                  <c:v>0.23153729126252379</c:v>
                </c:pt>
                <c:pt idx="403">
                  <c:v>0.23459656304878779</c:v>
                </c:pt>
                <c:pt idx="404">
                  <c:v>0.23133502091814309</c:v>
                </c:pt>
                <c:pt idx="405">
                  <c:v>0.23498529643639349</c:v>
                </c:pt>
                <c:pt idx="406">
                  <c:v>0.23356330802254341</c:v>
                </c:pt>
                <c:pt idx="407">
                  <c:v>0.23119503816903877</c:v>
                </c:pt>
                <c:pt idx="408">
                  <c:v>0.23010447752468532</c:v>
                </c:pt>
                <c:pt idx="409">
                  <c:v>0.23134181434665949</c:v>
                </c:pt>
                <c:pt idx="410">
                  <c:v>0.23417289130207172</c:v>
                </c:pt>
                <c:pt idx="411">
                  <c:v>0.23292531693215893</c:v>
                </c:pt>
                <c:pt idx="412">
                  <c:v>0.23385638669089776</c:v>
                </c:pt>
                <c:pt idx="413">
                  <c:v>0.23358066128096977</c:v>
                </c:pt>
                <c:pt idx="414">
                  <c:v>0.23906991839707939</c:v>
                </c:pt>
                <c:pt idx="415">
                  <c:v>0.23768401231578523</c:v>
                </c:pt>
                <c:pt idx="416">
                  <c:v>0.23204609474443083</c:v>
                </c:pt>
                <c:pt idx="417">
                  <c:v>0.23121668789644975</c:v>
                </c:pt>
                <c:pt idx="418">
                  <c:v>0.23159776636852819</c:v>
                </c:pt>
                <c:pt idx="419">
                  <c:v>0.23172524012369944</c:v>
                </c:pt>
                <c:pt idx="420">
                  <c:v>0.23167452805266581</c:v>
                </c:pt>
                <c:pt idx="421">
                  <c:v>0.23935743149486088</c:v>
                </c:pt>
                <c:pt idx="422">
                  <c:v>0.24709786821929958</c:v>
                </c:pt>
                <c:pt idx="423">
                  <c:v>0.24458393768013109</c:v>
                </c:pt>
                <c:pt idx="424">
                  <c:v>0.24658162766246905</c:v>
                </c:pt>
                <c:pt idx="425">
                  <c:v>0.24964656268279828</c:v>
                </c:pt>
                <c:pt idx="426">
                  <c:v>0.25259317660585318</c:v>
                </c:pt>
                <c:pt idx="427">
                  <c:v>0.25093481643533383</c:v>
                </c:pt>
                <c:pt idx="428">
                  <c:v>0.25149609189678307</c:v>
                </c:pt>
                <c:pt idx="429">
                  <c:v>0.2549347586933568</c:v>
                </c:pt>
                <c:pt idx="430">
                  <c:v>0.26033175530857217</c:v>
                </c:pt>
                <c:pt idx="431">
                  <c:v>0.26058012200697522</c:v>
                </c:pt>
                <c:pt idx="432">
                  <c:v>0.25952201715338585</c:v>
                </c:pt>
                <c:pt idx="433">
                  <c:v>0.26657472664832921</c:v>
                </c:pt>
                <c:pt idx="434">
                  <c:v>0.26365786223237409</c:v>
                </c:pt>
                <c:pt idx="435">
                  <c:v>0.2651423905877458</c:v>
                </c:pt>
                <c:pt idx="436">
                  <c:v>0.27089621654204338</c:v>
                </c:pt>
                <c:pt idx="437">
                  <c:v>0.27378890500570552</c:v>
                </c:pt>
                <c:pt idx="438">
                  <c:v>0.27488371918440613</c:v>
                </c:pt>
                <c:pt idx="439">
                  <c:v>0.27929980673942201</c:v>
                </c:pt>
                <c:pt idx="440">
                  <c:v>0.27791947842219911</c:v>
                </c:pt>
                <c:pt idx="441">
                  <c:v>0.28256779464375853</c:v>
                </c:pt>
                <c:pt idx="442">
                  <c:v>0.27568271240311831</c:v>
                </c:pt>
                <c:pt idx="443">
                  <c:v>0.27347583552993732</c:v>
                </c:pt>
                <c:pt idx="444">
                  <c:v>0.27052225796408746</c:v>
                </c:pt>
                <c:pt idx="445">
                  <c:v>0.26947955827379599</c:v>
                </c:pt>
                <c:pt idx="446">
                  <c:v>0.26630837469701163</c:v>
                </c:pt>
                <c:pt idx="447">
                  <c:v>0.27075432804146599</c:v>
                </c:pt>
                <c:pt idx="448">
                  <c:v>0.26747442296235957</c:v>
                </c:pt>
                <c:pt idx="449">
                  <c:v>0.27024652457971365</c:v>
                </c:pt>
                <c:pt idx="450">
                  <c:v>0.27458831282492024</c:v>
                </c:pt>
                <c:pt idx="451">
                  <c:v>0.28073021437882534</c:v>
                </c:pt>
                <c:pt idx="452">
                  <c:v>0.28395126822229838</c:v>
                </c:pt>
                <c:pt idx="453">
                  <c:v>0.27783137425964965</c:v>
                </c:pt>
                <c:pt idx="454">
                  <c:v>0.27781604445722213</c:v>
                </c:pt>
                <c:pt idx="455">
                  <c:v>0.27931655298988811</c:v>
                </c:pt>
                <c:pt idx="456">
                  <c:v>0.27948386101543216</c:v>
                </c:pt>
                <c:pt idx="457">
                  <c:v>0.28482138323383477</c:v>
                </c:pt>
                <c:pt idx="458">
                  <c:v>0.2870055819155713</c:v>
                </c:pt>
                <c:pt idx="459">
                  <c:v>0.28583177271288451</c:v>
                </c:pt>
                <c:pt idx="460">
                  <c:v>0.28776011330700513</c:v>
                </c:pt>
                <c:pt idx="461">
                  <c:v>0.29218747826733016</c:v>
                </c:pt>
                <c:pt idx="462">
                  <c:v>0.29224643715538129</c:v>
                </c:pt>
                <c:pt idx="463">
                  <c:v>0.2964228588753734</c:v>
                </c:pt>
                <c:pt idx="464">
                  <c:v>0.29344036702283971</c:v>
                </c:pt>
                <c:pt idx="465">
                  <c:v>0.28911532398469841</c:v>
                </c:pt>
                <c:pt idx="466">
                  <c:v>0.2954787372732669</c:v>
                </c:pt>
                <c:pt idx="467">
                  <c:v>0.29824683544506586</c:v>
                </c:pt>
                <c:pt idx="468">
                  <c:v>0.29823441071736917</c:v>
                </c:pt>
                <c:pt idx="469">
                  <c:v>0.29620583160269437</c:v>
                </c:pt>
                <c:pt idx="470">
                  <c:v>0.29584406645169709</c:v>
                </c:pt>
                <c:pt idx="471">
                  <c:v>0.29146199817187257</c:v>
                </c:pt>
                <c:pt idx="472">
                  <c:v>0.28932606722982984</c:v>
                </c:pt>
                <c:pt idx="473">
                  <c:v>0.28946958031134867</c:v>
                </c:pt>
                <c:pt idx="474">
                  <c:v>0.2881568119699201</c:v>
                </c:pt>
                <c:pt idx="475">
                  <c:v>0.28841599813454072</c:v>
                </c:pt>
                <c:pt idx="476">
                  <c:v>0.29000634963614319</c:v>
                </c:pt>
                <c:pt idx="477">
                  <c:v>0.28865521860191651</c:v>
                </c:pt>
                <c:pt idx="478">
                  <c:v>0.2852788873880357</c:v>
                </c:pt>
                <c:pt idx="479">
                  <c:v>0.28508627601237441</c:v>
                </c:pt>
                <c:pt idx="480">
                  <c:v>0.28535944460764212</c:v>
                </c:pt>
                <c:pt idx="481">
                  <c:v>0.2882316079800572</c:v>
                </c:pt>
                <c:pt idx="482">
                  <c:v>0.28704054710050575</c:v>
                </c:pt>
                <c:pt idx="483">
                  <c:v>0.28708148243165066</c:v>
                </c:pt>
                <c:pt idx="484">
                  <c:v>0.28087490015424821</c:v>
                </c:pt>
                <c:pt idx="485">
                  <c:v>0.28259990494378506</c:v>
                </c:pt>
                <c:pt idx="486">
                  <c:v>0.2807338087842372</c:v>
                </c:pt>
                <c:pt idx="487">
                  <c:v>0.27560828842178786</c:v>
                </c:pt>
                <c:pt idx="488">
                  <c:v>0.27353791392318272</c:v>
                </c:pt>
                <c:pt idx="489">
                  <c:v>0.27376526464393192</c:v>
                </c:pt>
                <c:pt idx="490">
                  <c:v>0.27577649085629535</c:v>
                </c:pt>
                <c:pt idx="491">
                  <c:v>0.27477181633430869</c:v>
                </c:pt>
                <c:pt idx="492">
                  <c:v>0.27177375580707369</c:v>
                </c:pt>
                <c:pt idx="493">
                  <c:v>0.27106193190220595</c:v>
                </c:pt>
                <c:pt idx="494">
                  <c:v>0.26802069201824069</c:v>
                </c:pt>
                <c:pt idx="495">
                  <c:v>0.27027373844412289</c:v>
                </c:pt>
                <c:pt idx="496">
                  <c:v>0.27300517064421825</c:v>
                </c:pt>
                <c:pt idx="497">
                  <c:v>0.27483385537162558</c:v>
                </c:pt>
                <c:pt idx="498">
                  <c:v>0.27342206612406161</c:v>
                </c:pt>
                <c:pt idx="499">
                  <c:v>0.27245498280266511</c:v>
                </c:pt>
                <c:pt idx="500">
                  <c:v>0.2758699976802122</c:v>
                </c:pt>
                <c:pt idx="501">
                  <c:v>0.27335640546152251</c:v>
                </c:pt>
                <c:pt idx="502">
                  <c:v>0.2733725048541244</c:v>
                </c:pt>
                <c:pt idx="503">
                  <c:v>0.27231158557310814</c:v>
                </c:pt>
                <c:pt idx="504">
                  <c:v>0.26995179723895935</c:v>
                </c:pt>
                <c:pt idx="505">
                  <c:v>0.27035104147043476</c:v>
                </c:pt>
                <c:pt idx="506">
                  <c:v>0.2703182301603152</c:v>
                </c:pt>
                <c:pt idx="507">
                  <c:v>0.27032208287066006</c:v>
                </c:pt>
                <c:pt idx="508">
                  <c:v>0.27116136510856792</c:v>
                </c:pt>
                <c:pt idx="509">
                  <c:v>0.27223246005537727</c:v>
                </c:pt>
                <c:pt idx="510">
                  <c:v>0.27404015284101618</c:v>
                </c:pt>
                <c:pt idx="511">
                  <c:v>0.27649054534010636</c:v>
                </c:pt>
                <c:pt idx="512">
                  <c:v>0.27023594220337538</c:v>
                </c:pt>
                <c:pt idx="513">
                  <c:v>0.27071688082177497</c:v>
                </c:pt>
                <c:pt idx="514">
                  <c:v>0.26869569044275277</c:v>
                </c:pt>
                <c:pt idx="515">
                  <c:v>0.26758932542925007</c:v>
                </c:pt>
                <c:pt idx="516">
                  <c:v>0.27134552230492637</c:v>
                </c:pt>
                <c:pt idx="517">
                  <c:v>0.27057542429846343</c:v>
                </c:pt>
                <c:pt idx="518">
                  <c:v>0.27520487605044236</c:v>
                </c:pt>
                <c:pt idx="519">
                  <c:v>0.26908493378448489</c:v>
                </c:pt>
                <c:pt idx="520">
                  <c:v>0.2702674875844373</c:v>
                </c:pt>
                <c:pt idx="521">
                  <c:v>0.27882170700226117</c:v>
                </c:pt>
                <c:pt idx="522">
                  <c:v>0.28293403543042855</c:v>
                </c:pt>
                <c:pt idx="523">
                  <c:v>0.28507047485696918</c:v>
                </c:pt>
                <c:pt idx="524">
                  <c:v>0.28555223114586242</c:v>
                </c:pt>
                <c:pt idx="525">
                  <c:v>0.28806063049607505</c:v>
                </c:pt>
                <c:pt idx="526">
                  <c:v>0.29056324579993248</c:v>
                </c:pt>
                <c:pt idx="527">
                  <c:v>0.28925755336731762</c:v>
                </c:pt>
                <c:pt idx="528">
                  <c:v>0.28638678132178347</c:v>
                </c:pt>
                <c:pt idx="529">
                  <c:v>0.28686111710237933</c:v>
                </c:pt>
                <c:pt idx="530">
                  <c:v>0.28776328512659499</c:v>
                </c:pt>
                <c:pt idx="531">
                  <c:v>0.28868437776776906</c:v>
                </c:pt>
                <c:pt idx="532">
                  <c:v>0.28633130632564946</c:v>
                </c:pt>
                <c:pt idx="533">
                  <c:v>0.28617956353766838</c:v>
                </c:pt>
                <c:pt idx="534">
                  <c:v>0.27868976137753992</c:v>
                </c:pt>
                <c:pt idx="535">
                  <c:v>0.27901102053436294</c:v>
                </c:pt>
                <c:pt idx="536">
                  <c:v>0.27330733634091681</c:v>
                </c:pt>
                <c:pt idx="537">
                  <c:v>0.27074674053959502</c:v>
                </c:pt>
                <c:pt idx="538">
                  <c:v>0.26936416418669307</c:v>
                </c:pt>
                <c:pt idx="539">
                  <c:v>0.26459261406487478</c:v>
                </c:pt>
                <c:pt idx="540">
                  <c:v>0.26545797612876326</c:v>
                </c:pt>
                <c:pt idx="541">
                  <c:v>0.26609589485684904</c:v>
                </c:pt>
                <c:pt idx="542">
                  <c:v>0.26152943951732344</c:v>
                </c:pt>
                <c:pt idx="543">
                  <c:v>0.25492772850976098</c:v>
                </c:pt>
                <c:pt idx="544">
                  <c:v>0.25347942256567146</c:v>
                </c:pt>
                <c:pt idx="545">
                  <c:v>0.25283604879548421</c:v>
                </c:pt>
                <c:pt idx="546">
                  <c:v>0.25355636876133608</c:v>
                </c:pt>
                <c:pt idx="547">
                  <c:v>0.25595019500437172</c:v>
                </c:pt>
                <c:pt idx="548">
                  <c:v>0.25562878901324998</c:v>
                </c:pt>
                <c:pt idx="549">
                  <c:v>0.2555400510108306</c:v>
                </c:pt>
                <c:pt idx="550">
                  <c:v>0.2577264380139267</c:v>
                </c:pt>
                <c:pt idx="551">
                  <c:v>0.255466913155112</c:v>
                </c:pt>
                <c:pt idx="552">
                  <c:v>0.25729074173695693</c:v>
                </c:pt>
                <c:pt idx="553">
                  <c:v>0.25960372306998492</c:v>
                </c:pt>
                <c:pt idx="554">
                  <c:v>0.26070246743106179</c:v>
                </c:pt>
                <c:pt idx="555">
                  <c:v>0.25615955090436249</c:v>
                </c:pt>
                <c:pt idx="556">
                  <c:v>0.25552583267601725</c:v>
                </c:pt>
                <c:pt idx="557">
                  <c:v>0.2558508521358549</c:v>
                </c:pt>
                <c:pt idx="558">
                  <c:v>0.25641498329933132</c:v>
                </c:pt>
                <c:pt idx="559">
                  <c:v>0.25446301843912467</c:v>
                </c:pt>
                <c:pt idx="560">
                  <c:v>0.25368759013408038</c:v>
                </c:pt>
                <c:pt idx="561">
                  <c:v>0.25190373219776058</c:v>
                </c:pt>
                <c:pt idx="562">
                  <c:v>0.25251021127866241</c:v>
                </c:pt>
                <c:pt idx="563">
                  <c:v>0.25239079285724109</c:v>
                </c:pt>
                <c:pt idx="564">
                  <c:v>0.25106711192955095</c:v>
                </c:pt>
                <c:pt idx="565">
                  <c:v>0.25566084971783454</c:v>
                </c:pt>
                <c:pt idx="566">
                  <c:v>0.2576998739070952</c:v>
                </c:pt>
                <c:pt idx="567">
                  <c:v>0.25870171835420008</c:v>
                </c:pt>
                <c:pt idx="568">
                  <c:v>0.25620133366082282</c:v>
                </c:pt>
                <c:pt idx="569">
                  <c:v>0.25812579728529028</c:v>
                </c:pt>
                <c:pt idx="570">
                  <c:v>0.25987996444531397</c:v>
                </c:pt>
                <c:pt idx="571">
                  <c:v>0.25613657292546854</c:v>
                </c:pt>
                <c:pt idx="572">
                  <c:v>0.25732775729993007</c:v>
                </c:pt>
                <c:pt idx="573">
                  <c:v>0.25929021239076544</c:v>
                </c:pt>
                <c:pt idx="574">
                  <c:v>0.26209690780761091</c:v>
                </c:pt>
                <c:pt idx="575">
                  <c:v>0.26722824378808807</c:v>
                </c:pt>
                <c:pt idx="576">
                  <c:v>0.2666219083939636</c:v>
                </c:pt>
                <c:pt idx="577">
                  <c:v>0.26726726300874104</c:v>
                </c:pt>
                <c:pt idx="578">
                  <c:v>0.27070706858308474</c:v>
                </c:pt>
                <c:pt idx="579">
                  <c:v>0.27185365738333439</c:v>
                </c:pt>
                <c:pt idx="580">
                  <c:v>0.27424196255316441</c:v>
                </c:pt>
                <c:pt idx="581">
                  <c:v>0.27619080351791447</c:v>
                </c:pt>
                <c:pt idx="582">
                  <c:v>0.27360404309762482</c:v>
                </c:pt>
                <c:pt idx="583">
                  <c:v>0.26647842769299046</c:v>
                </c:pt>
                <c:pt idx="584">
                  <c:v>0.26288780616068058</c:v>
                </c:pt>
                <c:pt idx="585">
                  <c:v>0.26157616145103491</c:v>
                </c:pt>
                <c:pt idx="586">
                  <c:v>0.26311044677745987</c:v>
                </c:pt>
                <c:pt idx="587">
                  <c:v>0.2608458875287703</c:v>
                </c:pt>
                <c:pt idx="588">
                  <c:v>0.2622425036792479</c:v>
                </c:pt>
                <c:pt idx="589">
                  <c:v>0.26231026896535031</c:v>
                </c:pt>
                <c:pt idx="590">
                  <c:v>0.26483163670300619</c:v>
                </c:pt>
                <c:pt idx="591">
                  <c:v>0.26880441869065297</c:v>
                </c:pt>
                <c:pt idx="592">
                  <c:v>0.26860044127816424</c:v>
                </c:pt>
                <c:pt idx="593">
                  <c:v>0.26734954858487253</c:v>
                </c:pt>
                <c:pt idx="594">
                  <c:v>0.26675149392937902</c:v>
                </c:pt>
                <c:pt idx="595">
                  <c:v>0.26958645085116911</c:v>
                </c:pt>
                <c:pt idx="596">
                  <c:v>0.26883361181510101</c:v>
                </c:pt>
                <c:pt idx="597">
                  <c:v>0.27118213204030378</c:v>
                </c:pt>
                <c:pt idx="598">
                  <c:v>0.26844012707972925</c:v>
                </c:pt>
                <c:pt idx="599">
                  <c:v>0.26668377206478611</c:v>
                </c:pt>
                <c:pt idx="600">
                  <c:v>0.26437047930840063</c:v>
                </c:pt>
                <c:pt idx="601">
                  <c:v>0.26244857755211443</c:v>
                </c:pt>
                <c:pt idx="602">
                  <c:v>0.2622158572941431</c:v>
                </c:pt>
                <c:pt idx="603">
                  <c:v>0.26150668862534043</c:v>
                </c:pt>
                <c:pt idx="604">
                  <c:v>0.26289968979364892</c:v>
                </c:pt>
                <c:pt idx="605">
                  <c:v>0.26315573740087633</c:v>
                </c:pt>
                <c:pt idx="606">
                  <c:v>0.26372535876491654</c:v>
                </c:pt>
                <c:pt idx="607">
                  <c:v>0.26319560793488345</c:v>
                </c:pt>
                <c:pt idx="608">
                  <c:v>0.26206331623556295</c:v>
                </c:pt>
                <c:pt idx="609">
                  <c:v>0.26118246595418371</c:v>
                </c:pt>
                <c:pt idx="610">
                  <c:v>0.25993354135427338</c:v>
                </c:pt>
                <c:pt idx="611">
                  <c:v>0.26015813999606363</c:v>
                </c:pt>
                <c:pt idx="612">
                  <c:v>0.25889037018154248</c:v>
                </c:pt>
                <c:pt idx="613">
                  <c:v>0.2627675689872081</c:v>
                </c:pt>
                <c:pt idx="614">
                  <c:v>0.26261450134336378</c:v>
                </c:pt>
                <c:pt idx="615">
                  <c:v>0.26239556238851708</c:v>
                </c:pt>
                <c:pt idx="616">
                  <c:v>0.26240367617918881</c:v>
                </c:pt>
                <c:pt idx="617">
                  <c:v>0.26250438098773426</c:v>
                </c:pt>
                <c:pt idx="618">
                  <c:v>0.26114274270518795</c:v>
                </c:pt>
                <c:pt idx="619">
                  <c:v>0.26124092820328787</c:v>
                </c:pt>
                <c:pt idx="620">
                  <c:v>0.26226478773526918</c:v>
                </c:pt>
                <c:pt idx="621">
                  <c:v>0.26428617795169651</c:v>
                </c:pt>
                <c:pt idx="622">
                  <c:v>0.26459111343889458</c:v>
                </c:pt>
                <c:pt idx="623">
                  <c:v>0.2660902239223768</c:v>
                </c:pt>
                <c:pt idx="624">
                  <c:v>0.26711451537571662</c:v>
                </c:pt>
                <c:pt idx="625">
                  <c:v>0.26739767882228449</c:v>
                </c:pt>
                <c:pt idx="626">
                  <c:v>0.26644890344893457</c:v>
                </c:pt>
                <c:pt idx="627">
                  <c:v>0.26634832202397596</c:v>
                </c:pt>
                <c:pt idx="628">
                  <c:v>0.26905988277349485</c:v>
                </c:pt>
                <c:pt idx="629">
                  <c:v>0.26824050953578377</c:v>
                </c:pt>
                <c:pt idx="630">
                  <c:v>0.26523282005738458</c:v>
                </c:pt>
                <c:pt idx="631">
                  <c:v>0.26442984884070486</c:v>
                </c:pt>
                <c:pt idx="632">
                  <c:v>0.26613720128449081</c:v>
                </c:pt>
                <c:pt idx="633">
                  <c:v>0.26109590668094435</c:v>
                </c:pt>
                <c:pt idx="634">
                  <c:v>0.26858497155776556</c:v>
                </c:pt>
                <c:pt idx="635">
                  <c:v>0.27156372520202171</c:v>
                </c:pt>
                <c:pt idx="636">
                  <c:v>0.27085553473296436</c:v>
                </c:pt>
                <c:pt idx="637">
                  <c:v>0.2666292434409262</c:v>
                </c:pt>
                <c:pt idx="638">
                  <c:v>0.26537496239794556</c:v>
                </c:pt>
                <c:pt idx="639">
                  <c:v>0.2662635761678262</c:v>
                </c:pt>
                <c:pt idx="640">
                  <c:v>0.26503073084149187</c:v>
                </c:pt>
                <c:pt idx="641">
                  <c:v>0.26495988137470988</c:v>
                </c:pt>
                <c:pt idx="642">
                  <c:v>0.26407419003838561</c:v>
                </c:pt>
                <c:pt idx="643">
                  <c:v>0.26552934060930494</c:v>
                </c:pt>
                <c:pt idx="644">
                  <c:v>0.2656028377951466</c:v>
                </c:pt>
                <c:pt idx="645">
                  <c:v>0.26324095360909683</c:v>
                </c:pt>
                <c:pt idx="646">
                  <c:v>0.26300858509986991</c:v>
                </c:pt>
                <c:pt idx="647">
                  <c:v>0.25991567191611903</c:v>
                </c:pt>
                <c:pt idx="648">
                  <c:v>0.25379560729357858</c:v>
                </c:pt>
                <c:pt idx="649">
                  <c:v>0.25404787536913442</c:v>
                </c:pt>
                <c:pt idx="650">
                  <c:v>0.25425771963213567</c:v>
                </c:pt>
                <c:pt idx="651">
                  <c:v>0.25333457721565211</c:v>
                </c:pt>
                <c:pt idx="652">
                  <c:v>0.25281379926743125</c:v>
                </c:pt>
                <c:pt idx="653">
                  <c:v>0.25136752715005684</c:v>
                </c:pt>
                <c:pt idx="654">
                  <c:v>0.25399267467794012</c:v>
                </c:pt>
                <c:pt idx="655">
                  <c:v>0.25508526210402527</c:v>
                </c:pt>
                <c:pt idx="656">
                  <c:v>0.2514727841166714</c:v>
                </c:pt>
                <c:pt idx="657">
                  <c:v>0.25249907851035747</c:v>
                </c:pt>
                <c:pt idx="658">
                  <c:v>0.25238356304394843</c:v>
                </c:pt>
                <c:pt idx="659">
                  <c:v>0.24944577471777973</c:v>
                </c:pt>
                <c:pt idx="660">
                  <c:v>0.24861732568910552</c:v>
                </c:pt>
                <c:pt idx="661">
                  <c:v>0.24696145240486417</c:v>
                </c:pt>
                <c:pt idx="662">
                  <c:v>0.24799886898491472</c:v>
                </c:pt>
                <c:pt idx="663">
                  <c:v>0.24765427317723179</c:v>
                </c:pt>
                <c:pt idx="664">
                  <c:v>0.25148686696632588</c:v>
                </c:pt>
                <c:pt idx="665">
                  <c:v>0.25328367777026034</c:v>
                </c:pt>
                <c:pt idx="666">
                  <c:v>0.2533117087443536</c:v>
                </c:pt>
                <c:pt idx="667">
                  <c:v>0.25134113142591807</c:v>
                </c:pt>
                <c:pt idx="668">
                  <c:v>0.25003690057351524</c:v>
                </c:pt>
                <c:pt idx="669">
                  <c:v>0.24863353240799388</c:v>
                </c:pt>
                <c:pt idx="670">
                  <c:v>0.25056067221623141</c:v>
                </c:pt>
                <c:pt idx="671">
                  <c:v>0.24785101929308051</c:v>
                </c:pt>
                <c:pt idx="672">
                  <c:v>0.24851175220163063</c:v>
                </c:pt>
                <c:pt idx="673">
                  <c:v>0.2496672735515606</c:v>
                </c:pt>
                <c:pt idx="674">
                  <c:v>0.25141853816070447</c:v>
                </c:pt>
                <c:pt idx="675">
                  <c:v>0.24098574014279928</c:v>
                </c:pt>
                <c:pt idx="676">
                  <c:v>0.24018456749957628</c:v>
                </c:pt>
                <c:pt idx="677">
                  <c:v>0.2398606859513735</c:v>
                </c:pt>
                <c:pt idx="678">
                  <c:v>0.23968199047213917</c:v>
                </c:pt>
                <c:pt idx="679">
                  <c:v>0.24297163821187454</c:v>
                </c:pt>
                <c:pt idx="680">
                  <c:v>0.24609069403657502</c:v>
                </c:pt>
                <c:pt idx="681">
                  <c:v>0.24414919318173237</c:v>
                </c:pt>
                <c:pt idx="682">
                  <c:v>0.24191354162404091</c:v>
                </c:pt>
                <c:pt idx="683">
                  <c:v>0.24251991041696208</c:v>
                </c:pt>
                <c:pt idx="684">
                  <c:v>0.24235898796613653</c:v>
                </c:pt>
                <c:pt idx="685">
                  <c:v>0.24120883385170755</c:v>
                </c:pt>
                <c:pt idx="686">
                  <c:v>0.24191890615389997</c:v>
                </c:pt>
                <c:pt idx="687">
                  <c:v>0.23827640716198012</c:v>
                </c:pt>
                <c:pt idx="688">
                  <c:v>0.23712178403683506</c:v>
                </c:pt>
                <c:pt idx="689">
                  <c:v>0.23878372747213458</c:v>
                </c:pt>
                <c:pt idx="690">
                  <c:v>0.24101359175237108</c:v>
                </c:pt>
                <c:pt idx="691">
                  <c:v>0.2401895934506813</c:v>
                </c:pt>
                <c:pt idx="692">
                  <c:v>0.24337378512944927</c:v>
                </c:pt>
                <c:pt idx="693">
                  <c:v>0.24016973576365092</c:v>
                </c:pt>
                <c:pt idx="694">
                  <c:v>0.24128562111456725</c:v>
                </c:pt>
                <c:pt idx="695">
                  <c:v>0.24318458058980513</c:v>
                </c:pt>
                <c:pt idx="696">
                  <c:v>0.24396199730092968</c:v>
                </c:pt>
                <c:pt idx="697">
                  <c:v>0.242832062824798</c:v>
                </c:pt>
                <c:pt idx="698">
                  <c:v>0.24884809185386048</c:v>
                </c:pt>
                <c:pt idx="699">
                  <c:v>0.25103257483308672</c:v>
                </c:pt>
                <c:pt idx="700">
                  <c:v>0.24280809194787573</c:v>
                </c:pt>
                <c:pt idx="701">
                  <c:v>0.23944326105206851</c:v>
                </c:pt>
                <c:pt idx="702">
                  <c:v>0.24151088032597839</c:v>
                </c:pt>
                <c:pt idx="703">
                  <c:v>0.24325007342718327</c:v>
                </c:pt>
                <c:pt idx="704">
                  <c:v>0.24670724706229366</c:v>
                </c:pt>
                <c:pt idx="705">
                  <c:v>0.24818284064187737</c:v>
                </c:pt>
                <c:pt idx="706">
                  <c:v>0.24921924145963367</c:v>
                </c:pt>
                <c:pt idx="707">
                  <c:v>0.25167816334316961</c:v>
                </c:pt>
                <c:pt idx="708">
                  <c:v>0.25134165960803873</c:v>
                </c:pt>
                <c:pt idx="709">
                  <c:v>0.24915202203323308</c:v>
                </c:pt>
                <c:pt idx="710">
                  <c:v>0.2512017509698336</c:v>
                </c:pt>
                <c:pt idx="711">
                  <c:v>0.25049059594441153</c:v>
                </c:pt>
                <c:pt idx="712">
                  <c:v>0.24758998941764682</c:v>
                </c:pt>
                <c:pt idx="713">
                  <c:v>0.24870416623751251</c:v>
                </c:pt>
                <c:pt idx="714">
                  <c:v>0.25153020494105877</c:v>
                </c:pt>
                <c:pt idx="715">
                  <c:v>0.25150341485597172</c:v>
                </c:pt>
                <c:pt idx="716">
                  <c:v>0.25347470964745616</c:v>
                </c:pt>
                <c:pt idx="717">
                  <c:v>0.2524921777774119</c:v>
                </c:pt>
                <c:pt idx="718">
                  <c:v>0.25300302176069772</c:v>
                </c:pt>
                <c:pt idx="719">
                  <c:v>0.25522752485228783</c:v>
                </c:pt>
                <c:pt idx="720">
                  <c:v>0.25403356458895504</c:v>
                </c:pt>
                <c:pt idx="721">
                  <c:v>0.25162144851638774</c:v>
                </c:pt>
                <c:pt idx="722">
                  <c:v>0.25111391326301918</c:v>
                </c:pt>
                <c:pt idx="723">
                  <c:v>0.25007353084340306</c:v>
                </c:pt>
                <c:pt idx="724">
                  <c:v>0.24711414622231531</c:v>
                </c:pt>
                <c:pt idx="725">
                  <c:v>0.24623820657163489</c:v>
                </c:pt>
                <c:pt idx="726">
                  <c:v>0.24713859021589393</c:v>
                </c:pt>
                <c:pt idx="727">
                  <c:v>0.24577591972684648</c:v>
                </c:pt>
                <c:pt idx="728">
                  <c:v>0.24732227959992725</c:v>
                </c:pt>
                <c:pt idx="729">
                  <c:v>0.24818226511288441</c:v>
                </c:pt>
                <c:pt idx="730">
                  <c:v>0.24828489557441938</c:v>
                </c:pt>
                <c:pt idx="731">
                  <c:v>0.24703390759613286</c:v>
                </c:pt>
                <c:pt idx="732">
                  <c:v>0.24369169856007347</c:v>
                </c:pt>
                <c:pt idx="733">
                  <c:v>0.24566979391137089</c:v>
                </c:pt>
                <c:pt idx="734">
                  <c:v>0.24337431285354666</c:v>
                </c:pt>
                <c:pt idx="735">
                  <c:v>0.24265465067605713</c:v>
                </c:pt>
                <c:pt idx="736">
                  <c:v>0.2449183010064899</c:v>
                </c:pt>
                <c:pt idx="737">
                  <c:v>0.24821958766210436</c:v>
                </c:pt>
                <c:pt idx="738">
                  <c:v>0.24754692599468581</c:v>
                </c:pt>
                <c:pt idx="739">
                  <c:v>0.2477025447589439</c:v>
                </c:pt>
                <c:pt idx="740">
                  <c:v>0.24994565171566244</c:v>
                </c:pt>
                <c:pt idx="741">
                  <c:v>0.24621450874250825</c:v>
                </c:pt>
                <c:pt idx="742">
                  <c:v>0.24029040553236761</c:v>
                </c:pt>
                <c:pt idx="743">
                  <c:v>0.2361621121725416</c:v>
                </c:pt>
                <c:pt idx="744">
                  <c:v>0.23585930111043629</c:v>
                </c:pt>
                <c:pt idx="745">
                  <c:v>0.23718116498217762</c:v>
                </c:pt>
                <c:pt idx="746">
                  <c:v>0.23830465885849761</c:v>
                </c:pt>
                <c:pt idx="747">
                  <c:v>0.23258075043457616</c:v>
                </c:pt>
                <c:pt idx="748">
                  <c:v>0.2303455051789087</c:v>
                </c:pt>
                <c:pt idx="749">
                  <c:v>0.23234263085376022</c:v>
                </c:pt>
                <c:pt idx="750">
                  <c:v>0.22830534268758407</c:v>
                </c:pt>
                <c:pt idx="751">
                  <c:v>0.22768638458185911</c:v>
                </c:pt>
                <c:pt idx="752">
                  <c:v>0.22624158608646128</c:v>
                </c:pt>
                <c:pt idx="753">
                  <c:v>0.22715151328390334</c:v>
                </c:pt>
                <c:pt idx="754">
                  <c:v>0.22822230336765031</c:v>
                </c:pt>
                <c:pt idx="755">
                  <c:v>0.23025244769248557</c:v>
                </c:pt>
                <c:pt idx="756">
                  <c:v>0.22905744839232539</c:v>
                </c:pt>
                <c:pt idx="757">
                  <c:v>0.23026982340545918</c:v>
                </c:pt>
                <c:pt idx="758">
                  <c:v>0.22922725595345372</c:v>
                </c:pt>
                <c:pt idx="759">
                  <c:v>0.23041114388215403</c:v>
                </c:pt>
                <c:pt idx="760">
                  <c:v>0.22810107625800299</c:v>
                </c:pt>
                <c:pt idx="761">
                  <c:v>0.22717150830545169</c:v>
                </c:pt>
                <c:pt idx="762">
                  <c:v>0.22465142279021344</c:v>
                </c:pt>
                <c:pt idx="763">
                  <c:v>0.22673888959797578</c:v>
                </c:pt>
                <c:pt idx="764">
                  <c:v>0.22713458047882751</c:v>
                </c:pt>
                <c:pt idx="765">
                  <c:v>0.22387334030382883</c:v>
                </c:pt>
                <c:pt idx="766">
                  <c:v>0.22353762129023419</c:v>
                </c:pt>
                <c:pt idx="767">
                  <c:v>0.22400290730301706</c:v>
                </c:pt>
                <c:pt idx="768">
                  <c:v>0.22308673487987091</c:v>
                </c:pt>
                <c:pt idx="769">
                  <c:v>0.22321293251334057</c:v>
                </c:pt>
                <c:pt idx="770">
                  <c:v>0.2268084537560163</c:v>
                </c:pt>
                <c:pt idx="771">
                  <c:v>0.22799176881643646</c:v>
                </c:pt>
                <c:pt idx="772">
                  <c:v>0.22848733008983818</c:v>
                </c:pt>
                <c:pt idx="773">
                  <c:v>0.23063569545381796</c:v>
                </c:pt>
                <c:pt idx="774">
                  <c:v>0.2300146299338906</c:v>
                </c:pt>
                <c:pt idx="775">
                  <c:v>0.22271485647907838</c:v>
                </c:pt>
                <c:pt idx="776">
                  <c:v>0.22465376168325235</c:v>
                </c:pt>
                <c:pt idx="777">
                  <c:v>0.22502523151704237</c:v>
                </c:pt>
                <c:pt idx="778">
                  <c:v>0.22521766310554978</c:v>
                </c:pt>
                <c:pt idx="779">
                  <c:v>0.22808170111587464</c:v>
                </c:pt>
                <c:pt idx="780">
                  <c:v>0.22808761837451452</c:v>
                </c:pt>
                <c:pt idx="781">
                  <c:v>0.22667517522656183</c:v>
                </c:pt>
                <c:pt idx="782">
                  <c:v>0.22871565023287302</c:v>
                </c:pt>
                <c:pt idx="783">
                  <c:v>0.22754121460497895</c:v>
                </c:pt>
                <c:pt idx="784">
                  <c:v>0.23050788025175717</c:v>
                </c:pt>
                <c:pt idx="785">
                  <c:v>0.22791279848333457</c:v>
                </c:pt>
                <c:pt idx="786">
                  <c:v>0.22424230577018392</c:v>
                </c:pt>
                <c:pt idx="787">
                  <c:v>0.22307895007744494</c:v>
                </c:pt>
                <c:pt idx="788">
                  <c:v>0.22360602638410906</c:v>
                </c:pt>
                <c:pt idx="789">
                  <c:v>0.22557535675617149</c:v>
                </c:pt>
                <c:pt idx="790">
                  <c:v>0.2209745087880961</c:v>
                </c:pt>
                <c:pt idx="791">
                  <c:v>0.22050378352755645</c:v>
                </c:pt>
                <c:pt idx="792">
                  <c:v>0.22155321872134681</c:v>
                </c:pt>
                <c:pt idx="793">
                  <c:v>0.2202818130300214</c:v>
                </c:pt>
                <c:pt idx="794">
                  <c:v>0.21973878238764563</c:v>
                </c:pt>
                <c:pt idx="795">
                  <c:v>0.22028911833752443</c:v>
                </c:pt>
                <c:pt idx="796">
                  <c:v>0.22016804830686384</c:v>
                </c:pt>
                <c:pt idx="797">
                  <c:v>0.21947478960498307</c:v>
                </c:pt>
                <c:pt idx="798">
                  <c:v>0.22223495283660283</c:v>
                </c:pt>
                <c:pt idx="799">
                  <c:v>0.22104222738582713</c:v>
                </c:pt>
                <c:pt idx="800">
                  <c:v>0.22262114896573112</c:v>
                </c:pt>
                <c:pt idx="801">
                  <c:v>0.22389359010509333</c:v>
                </c:pt>
                <c:pt idx="802">
                  <c:v>0.22472722658951258</c:v>
                </c:pt>
                <c:pt idx="803">
                  <c:v>0.22561518074182269</c:v>
                </c:pt>
                <c:pt idx="804">
                  <c:v>0.22691838756396804</c:v>
                </c:pt>
                <c:pt idx="805">
                  <c:v>0.22473112925426103</c:v>
                </c:pt>
                <c:pt idx="806">
                  <c:v>0.22486753971576554</c:v>
                </c:pt>
                <c:pt idx="807">
                  <c:v>0.22709714581695367</c:v>
                </c:pt>
                <c:pt idx="808">
                  <c:v>0.22695298927665028</c:v>
                </c:pt>
                <c:pt idx="809">
                  <c:v>0.22840466253999192</c:v>
                </c:pt>
                <c:pt idx="810">
                  <c:v>0.22771958874356599</c:v>
                </c:pt>
                <c:pt idx="811">
                  <c:v>0.22797179368887427</c:v>
                </c:pt>
                <c:pt idx="812">
                  <c:v>0.22722545293317109</c:v>
                </c:pt>
                <c:pt idx="813">
                  <c:v>0.22661830044804854</c:v>
                </c:pt>
                <c:pt idx="814">
                  <c:v>0.2265029976230461</c:v>
                </c:pt>
                <c:pt idx="815">
                  <c:v>0.22680477528845341</c:v>
                </c:pt>
                <c:pt idx="816">
                  <c:v>0.22459780810936222</c:v>
                </c:pt>
                <c:pt idx="817">
                  <c:v>0.22422618552332998</c:v>
                </c:pt>
                <c:pt idx="818">
                  <c:v>0.22819902929697447</c:v>
                </c:pt>
                <c:pt idx="819">
                  <c:v>0.22880119141287902</c:v>
                </c:pt>
                <c:pt idx="820">
                  <c:v>0.22461134205582894</c:v>
                </c:pt>
                <c:pt idx="821">
                  <c:v>0.2233453286316778</c:v>
                </c:pt>
                <c:pt idx="822">
                  <c:v>0.22880541252742698</c:v>
                </c:pt>
                <c:pt idx="823">
                  <c:v>0.22997550498256347</c:v>
                </c:pt>
                <c:pt idx="824">
                  <c:v>0.22962259584818809</c:v>
                </c:pt>
                <c:pt idx="825">
                  <c:v>0.23150882669285094</c:v>
                </c:pt>
                <c:pt idx="826">
                  <c:v>0.22824551704777429</c:v>
                </c:pt>
                <c:pt idx="827">
                  <c:v>0.22808722262106046</c:v>
                </c:pt>
                <c:pt idx="828">
                  <c:v>0.22562568539307543</c:v>
                </c:pt>
                <c:pt idx="829">
                  <c:v>0.22682972975386315</c:v>
                </c:pt>
                <c:pt idx="830">
                  <c:v>0.22516177177521576</c:v>
                </c:pt>
                <c:pt idx="831">
                  <c:v>0.22546345045267335</c:v>
                </c:pt>
                <c:pt idx="832">
                  <c:v>0.22690279133148225</c:v>
                </c:pt>
                <c:pt idx="833">
                  <c:v>0.22764540272262382</c:v>
                </c:pt>
                <c:pt idx="834">
                  <c:v>0.22776258246670383</c:v>
                </c:pt>
                <c:pt idx="835">
                  <c:v>0.22864881492140454</c:v>
                </c:pt>
                <c:pt idx="836">
                  <c:v>0.22784038084059008</c:v>
                </c:pt>
                <c:pt idx="837">
                  <c:v>0.22697684188610884</c:v>
                </c:pt>
                <c:pt idx="838">
                  <c:v>0.2264938956182504</c:v>
                </c:pt>
                <c:pt idx="839">
                  <c:v>0.21996197454741809</c:v>
                </c:pt>
                <c:pt idx="840">
                  <c:v>0.21965876793202294</c:v>
                </c:pt>
                <c:pt idx="841">
                  <c:v>0.21770118427373839</c:v>
                </c:pt>
                <c:pt idx="842">
                  <c:v>0.21822669019212176</c:v>
                </c:pt>
                <c:pt idx="843">
                  <c:v>0.21847599953582725</c:v>
                </c:pt>
                <c:pt idx="844">
                  <c:v>0.21930483732019018</c:v>
                </c:pt>
                <c:pt idx="845">
                  <c:v>0.22055540227889547</c:v>
                </c:pt>
                <c:pt idx="846">
                  <c:v>0.22027987170463198</c:v>
                </c:pt>
                <c:pt idx="847">
                  <c:v>0.21897451475951907</c:v>
                </c:pt>
                <c:pt idx="848">
                  <c:v>0.22058923437967659</c:v>
                </c:pt>
                <c:pt idx="849">
                  <c:v>0.22205138294981877</c:v>
                </c:pt>
                <c:pt idx="850">
                  <c:v>0.22126102992151594</c:v>
                </c:pt>
                <c:pt idx="851">
                  <c:v>0.2210229456127582</c:v>
                </c:pt>
                <c:pt idx="852">
                  <c:v>0.22194227789784871</c:v>
                </c:pt>
                <c:pt idx="853">
                  <c:v>0.22205151211704691</c:v>
                </c:pt>
                <c:pt idx="854">
                  <c:v>0.22080574180593077</c:v>
                </c:pt>
                <c:pt idx="855">
                  <c:v>0.22251517877090382</c:v>
                </c:pt>
                <c:pt idx="856">
                  <c:v>0.21926410872524205</c:v>
                </c:pt>
                <c:pt idx="857">
                  <c:v>0.21724941688100768</c:v>
                </c:pt>
                <c:pt idx="858">
                  <c:v>0.21803587542833455</c:v>
                </c:pt>
                <c:pt idx="859">
                  <c:v>0.21903856324101684</c:v>
                </c:pt>
                <c:pt idx="860">
                  <c:v>0.21824331566751465</c:v>
                </c:pt>
                <c:pt idx="861">
                  <c:v>0.22217049407768438</c:v>
                </c:pt>
                <c:pt idx="862">
                  <c:v>0.22171757955359703</c:v>
                </c:pt>
                <c:pt idx="863">
                  <c:v>0.21981346937061039</c:v>
                </c:pt>
                <c:pt idx="864">
                  <c:v>0.2202426129150617</c:v>
                </c:pt>
                <c:pt idx="865">
                  <c:v>0.22114352453074895</c:v>
                </c:pt>
                <c:pt idx="866">
                  <c:v>0.2227065510606602</c:v>
                </c:pt>
                <c:pt idx="867">
                  <c:v>0.22296901903632838</c:v>
                </c:pt>
                <c:pt idx="868">
                  <c:v>0.2229172250335327</c:v>
                </c:pt>
                <c:pt idx="869">
                  <c:v>0.22444986898521374</c:v>
                </c:pt>
                <c:pt idx="870">
                  <c:v>0.22416877053286183</c:v>
                </c:pt>
                <c:pt idx="871">
                  <c:v>0.22280283064253953</c:v>
                </c:pt>
                <c:pt idx="872">
                  <c:v>0.22507174917649689</c:v>
                </c:pt>
                <c:pt idx="873">
                  <c:v>0.22415877716639876</c:v>
                </c:pt>
                <c:pt idx="874">
                  <c:v>0.22293529056907974</c:v>
                </c:pt>
                <c:pt idx="875">
                  <c:v>0.22620033326831382</c:v>
                </c:pt>
                <c:pt idx="876">
                  <c:v>0.22419254339384315</c:v>
                </c:pt>
                <c:pt idx="877">
                  <c:v>0.22713201260787827</c:v>
                </c:pt>
                <c:pt idx="878">
                  <c:v>0.2284031924216276</c:v>
                </c:pt>
                <c:pt idx="879">
                  <c:v>0.22554658079698767</c:v>
                </c:pt>
                <c:pt idx="880">
                  <c:v>0.22446959340365022</c:v>
                </c:pt>
                <c:pt idx="881">
                  <c:v>0.22495220643496885</c:v>
                </c:pt>
                <c:pt idx="882">
                  <c:v>0.22628070026927122</c:v>
                </c:pt>
                <c:pt idx="883">
                  <c:v>0.22752000194462998</c:v>
                </c:pt>
                <c:pt idx="884">
                  <c:v>0.22914499838724378</c:v>
                </c:pt>
                <c:pt idx="885">
                  <c:v>0.2250879947849927</c:v>
                </c:pt>
                <c:pt idx="886">
                  <c:v>0.23289217423807548</c:v>
                </c:pt>
                <c:pt idx="887">
                  <c:v>0.2380894647229318</c:v>
                </c:pt>
                <c:pt idx="888">
                  <c:v>0.23371853940740456</c:v>
                </c:pt>
                <c:pt idx="889">
                  <c:v>0.2322795975859735</c:v>
                </c:pt>
                <c:pt idx="890">
                  <c:v>0.22865440060877984</c:v>
                </c:pt>
                <c:pt idx="891">
                  <c:v>0.2266816715809068</c:v>
                </c:pt>
                <c:pt idx="892">
                  <c:v>0.22693273708082071</c:v>
                </c:pt>
                <c:pt idx="893">
                  <c:v>0.22922425344820208</c:v>
                </c:pt>
                <c:pt idx="894">
                  <c:v>0.2323786703924515</c:v>
                </c:pt>
                <c:pt idx="895">
                  <c:v>0.2323192945949305</c:v>
                </c:pt>
                <c:pt idx="896">
                  <c:v>0.23351211304019012</c:v>
                </c:pt>
                <c:pt idx="897">
                  <c:v>0.23109608614779703</c:v>
                </c:pt>
                <c:pt idx="898">
                  <c:v>0.2292046344896535</c:v>
                </c:pt>
                <c:pt idx="899">
                  <c:v>0.22809225890883417</c:v>
                </c:pt>
                <c:pt idx="900">
                  <c:v>0.22747913560984592</c:v>
                </c:pt>
                <c:pt idx="901">
                  <c:v>0.22870191236675397</c:v>
                </c:pt>
                <c:pt idx="902">
                  <c:v>0.22521539225984241</c:v>
                </c:pt>
                <c:pt idx="903">
                  <c:v>0.22225702842974476</c:v>
                </c:pt>
                <c:pt idx="904">
                  <c:v>0.21793154893700598</c:v>
                </c:pt>
                <c:pt idx="905">
                  <c:v>0.21933387521996847</c:v>
                </c:pt>
                <c:pt idx="906">
                  <c:v>0.2187220907261585</c:v>
                </c:pt>
                <c:pt idx="907">
                  <c:v>0.21817981412103582</c:v>
                </c:pt>
                <c:pt idx="908">
                  <c:v>0.21398800025076201</c:v>
                </c:pt>
                <c:pt idx="909">
                  <c:v>0.21084909899714996</c:v>
                </c:pt>
                <c:pt idx="910">
                  <c:v>0.2131814518843522</c:v>
                </c:pt>
                <c:pt idx="911">
                  <c:v>0.21290406802692644</c:v>
                </c:pt>
                <c:pt idx="912">
                  <c:v>0.21662900961596465</c:v>
                </c:pt>
                <c:pt idx="913">
                  <c:v>0.21405730929196801</c:v>
                </c:pt>
                <c:pt idx="914">
                  <c:v>0.21205189658980778</c:v>
                </c:pt>
                <c:pt idx="915">
                  <c:v>0.21407499204562441</c:v>
                </c:pt>
                <c:pt idx="916">
                  <c:v>0.2154134986555401</c:v>
                </c:pt>
                <c:pt idx="917">
                  <c:v>0.21165682449086892</c:v>
                </c:pt>
                <c:pt idx="918">
                  <c:v>0.21369712790982107</c:v>
                </c:pt>
                <c:pt idx="919">
                  <c:v>0.21478810726097819</c:v>
                </c:pt>
                <c:pt idx="920">
                  <c:v>0.2150596168688946</c:v>
                </c:pt>
                <c:pt idx="921">
                  <c:v>0.21590766428732411</c:v>
                </c:pt>
                <c:pt idx="922">
                  <c:v>0.21839799081778724</c:v>
                </c:pt>
                <c:pt idx="923">
                  <c:v>0.2185181909744216</c:v>
                </c:pt>
                <c:pt idx="924">
                  <c:v>0.21680293904023976</c:v>
                </c:pt>
                <c:pt idx="925">
                  <c:v>0.21804517304159207</c:v>
                </c:pt>
                <c:pt idx="926">
                  <c:v>0.2185960478165454</c:v>
                </c:pt>
                <c:pt idx="927">
                  <c:v>0.21770393402265059</c:v>
                </c:pt>
                <c:pt idx="928">
                  <c:v>0.21782826195997579</c:v>
                </c:pt>
                <c:pt idx="929">
                  <c:v>0.21929065725908539</c:v>
                </c:pt>
                <c:pt idx="930">
                  <c:v>0.2202949880358476</c:v>
                </c:pt>
                <c:pt idx="931">
                  <c:v>0.22086256698909587</c:v>
                </c:pt>
                <c:pt idx="932">
                  <c:v>0.22104780041217659</c:v>
                </c:pt>
                <c:pt idx="933">
                  <c:v>0.21756413491291157</c:v>
                </c:pt>
                <c:pt idx="934">
                  <c:v>0.21776202038011616</c:v>
                </c:pt>
                <c:pt idx="935">
                  <c:v>0.21466951324454236</c:v>
                </c:pt>
                <c:pt idx="936">
                  <c:v>0.21416820156859095</c:v>
                </c:pt>
                <c:pt idx="937">
                  <c:v>0.2148047797728308</c:v>
                </c:pt>
                <c:pt idx="938">
                  <c:v>0.21676210781483679</c:v>
                </c:pt>
                <c:pt idx="939">
                  <c:v>0.22050264855550633</c:v>
                </c:pt>
                <c:pt idx="940">
                  <c:v>0.22356171587938209</c:v>
                </c:pt>
                <c:pt idx="941">
                  <c:v>0.22484518347370275</c:v>
                </c:pt>
                <c:pt idx="942">
                  <c:v>0.22535531601498834</c:v>
                </c:pt>
                <c:pt idx="943">
                  <c:v>0.22809625427952396</c:v>
                </c:pt>
                <c:pt idx="944">
                  <c:v>0.2259495707818357</c:v>
                </c:pt>
                <c:pt idx="945">
                  <c:v>0.2266242560332998</c:v>
                </c:pt>
                <c:pt idx="946">
                  <c:v>0.23022213737795794</c:v>
                </c:pt>
                <c:pt idx="947">
                  <c:v>0.23206077896131486</c:v>
                </c:pt>
                <c:pt idx="948">
                  <c:v>0.23221995052503297</c:v>
                </c:pt>
                <c:pt idx="949">
                  <c:v>0.23098901805345934</c:v>
                </c:pt>
                <c:pt idx="950">
                  <c:v>0.23257293247109984</c:v>
                </c:pt>
                <c:pt idx="951">
                  <c:v>0.23343987520611054</c:v>
                </c:pt>
                <c:pt idx="952">
                  <c:v>0.23140844756683385</c:v>
                </c:pt>
                <c:pt idx="953">
                  <c:v>0.23342285977510396</c:v>
                </c:pt>
                <c:pt idx="954">
                  <c:v>0.23653628901605731</c:v>
                </c:pt>
                <c:pt idx="955">
                  <c:v>0.23406701107113601</c:v>
                </c:pt>
                <c:pt idx="956">
                  <c:v>0.22501983716323795</c:v>
                </c:pt>
                <c:pt idx="957">
                  <c:v>0.22623260288852193</c:v>
                </c:pt>
                <c:pt idx="958">
                  <c:v>0.22727032900354741</c:v>
                </c:pt>
                <c:pt idx="959">
                  <c:v>0.22744324487077244</c:v>
                </c:pt>
                <c:pt idx="960">
                  <c:v>0.22661540126144514</c:v>
                </c:pt>
                <c:pt idx="961">
                  <c:v>0.2262387290192259</c:v>
                </c:pt>
                <c:pt idx="962">
                  <c:v>0.22377738565672242</c:v>
                </c:pt>
                <c:pt idx="963">
                  <c:v>0.22187656171930928</c:v>
                </c:pt>
                <c:pt idx="964">
                  <c:v>0.22408257403419729</c:v>
                </c:pt>
                <c:pt idx="965">
                  <c:v>0.22003207108428088</c:v>
                </c:pt>
                <c:pt idx="966">
                  <c:v>0.2214804526985393</c:v>
                </c:pt>
                <c:pt idx="967">
                  <c:v>0.22160270949486313</c:v>
                </c:pt>
                <c:pt idx="968">
                  <c:v>0.22242188382547814</c:v>
                </c:pt>
                <c:pt idx="969">
                  <c:v>0.22225742392064435</c:v>
                </c:pt>
                <c:pt idx="970">
                  <c:v>0.22301232739486232</c:v>
                </c:pt>
                <c:pt idx="971">
                  <c:v>0.22421213666775935</c:v>
                </c:pt>
                <c:pt idx="972">
                  <c:v>0.22288842539948198</c:v>
                </c:pt>
                <c:pt idx="973">
                  <c:v>0.22086851436464525</c:v>
                </c:pt>
                <c:pt idx="974">
                  <c:v>0.2228150251650029</c:v>
                </c:pt>
                <c:pt idx="975">
                  <c:v>0.22235268936906474</c:v>
                </c:pt>
                <c:pt idx="976">
                  <c:v>0.22498768178176773</c:v>
                </c:pt>
                <c:pt idx="977">
                  <c:v>0.22504899549810914</c:v>
                </c:pt>
                <c:pt idx="978">
                  <c:v>0.22500058544095675</c:v>
                </c:pt>
                <c:pt idx="979">
                  <c:v>0.22451833330037527</c:v>
                </c:pt>
                <c:pt idx="980">
                  <c:v>0.22328576191885036</c:v>
                </c:pt>
                <c:pt idx="981">
                  <c:v>0.22552389181621052</c:v>
                </c:pt>
                <c:pt idx="982">
                  <c:v>0.22595711085612041</c:v>
                </c:pt>
                <c:pt idx="983">
                  <c:v>0.22578410672829693</c:v>
                </c:pt>
                <c:pt idx="984">
                  <c:v>0.22680546556530587</c:v>
                </c:pt>
                <c:pt idx="985">
                  <c:v>0.22745604853547449</c:v>
                </c:pt>
                <c:pt idx="986">
                  <c:v>0.22754813135590013</c:v>
                </c:pt>
                <c:pt idx="987">
                  <c:v>0.22940695082068635</c:v>
                </c:pt>
                <c:pt idx="988">
                  <c:v>0.22841966307580178</c:v>
                </c:pt>
                <c:pt idx="989">
                  <c:v>0.22778399566600838</c:v>
                </c:pt>
                <c:pt idx="990">
                  <c:v>0.2306035989026593</c:v>
                </c:pt>
                <c:pt idx="991">
                  <c:v>0.23209669509693395</c:v>
                </c:pt>
                <c:pt idx="992">
                  <c:v>0.2340678579643915</c:v>
                </c:pt>
                <c:pt idx="993">
                  <c:v>0.23483045669375294</c:v>
                </c:pt>
                <c:pt idx="994">
                  <c:v>0.23698161663505402</c:v>
                </c:pt>
                <c:pt idx="995">
                  <c:v>0.23659139817539873</c:v>
                </c:pt>
                <c:pt idx="996">
                  <c:v>0.23535293976547009</c:v>
                </c:pt>
                <c:pt idx="997">
                  <c:v>0.23304835774087754</c:v>
                </c:pt>
                <c:pt idx="998">
                  <c:v>0.23368597820003204</c:v>
                </c:pt>
                <c:pt idx="999">
                  <c:v>0.23255894184670647</c:v>
                </c:pt>
                <c:pt idx="1000">
                  <c:v>0.23166627694512165</c:v>
                </c:pt>
                <c:pt idx="1001">
                  <c:v>0.23110104879058441</c:v>
                </c:pt>
                <c:pt idx="1002">
                  <c:v>0.23008545350317883</c:v>
                </c:pt>
                <c:pt idx="1003">
                  <c:v>0.22834104982054659</c:v>
                </c:pt>
                <c:pt idx="1004">
                  <c:v>0.23015562815235699</c:v>
                </c:pt>
                <c:pt idx="1005">
                  <c:v>0.22900016511041812</c:v>
                </c:pt>
                <c:pt idx="1006">
                  <c:v>0.22805584404932558</c:v>
                </c:pt>
                <c:pt idx="1007">
                  <c:v>0.22844077803657306</c:v>
                </c:pt>
                <c:pt idx="1008">
                  <c:v>0.22240545881674076</c:v>
                </c:pt>
                <c:pt idx="1009">
                  <c:v>0.22556702658244965</c:v>
                </c:pt>
                <c:pt idx="1010">
                  <c:v>0.22704727770149746</c:v>
                </c:pt>
                <c:pt idx="1011">
                  <c:v>0.22747374672457468</c:v>
                </c:pt>
                <c:pt idx="1012">
                  <c:v>0.226316182490092</c:v>
                </c:pt>
                <c:pt idx="1013">
                  <c:v>0.22725420940602201</c:v>
                </c:pt>
                <c:pt idx="1014">
                  <c:v>0.22704415336477712</c:v>
                </c:pt>
                <c:pt idx="1015">
                  <c:v>0.22674672264740489</c:v>
                </c:pt>
                <c:pt idx="1016">
                  <c:v>0.22602133849710926</c:v>
                </c:pt>
                <c:pt idx="1017">
                  <c:v>0.22522003493614587</c:v>
                </c:pt>
                <c:pt idx="1018">
                  <c:v>0.22670138814775184</c:v>
                </c:pt>
                <c:pt idx="1019">
                  <c:v>0.23102570922445023</c:v>
                </c:pt>
                <c:pt idx="1020">
                  <c:v>0.22975620232086486</c:v>
                </c:pt>
                <c:pt idx="1021">
                  <c:v>0.23016871334368771</c:v>
                </c:pt>
                <c:pt idx="1022">
                  <c:v>0.22946738972376854</c:v>
                </c:pt>
                <c:pt idx="1023">
                  <c:v>0.23079427670339295</c:v>
                </c:pt>
                <c:pt idx="1024">
                  <c:v>0.22877863872355708</c:v>
                </c:pt>
                <c:pt idx="1025">
                  <c:v>0.2298949647727189</c:v>
                </c:pt>
                <c:pt idx="1026">
                  <c:v>0.23043441249831403</c:v>
                </c:pt>
                <c:pt idx="1027">
                  <c:v>0.23100687941684922</c:v>
                </c:pt>
                <c:pt idx="1028">
                  <c:v>0.23159812714957587</c:v>
                </c:pt>
                <c:pt idx="1029">
                  <c:v>0.2343065752252885</c:v>
                </c:pt>
                <c:pt idx="1030">
                  <c:v>0.23526688182048344</c:v>
                </c:pt>
                <c:pt idx="1031">
                  <c:v>0.23421377956901704</c:v>
                </c:pt>
                <c:pt idx="1032">
                  <c:v>0.23448749382866382</c:v>
                </c:pt>
                <c:pt idx="1033">
                  <c:v>0.2354199894579902</c:v>
                </c:pt>
                <c:pt idx="1034">
                  <c:v>0.23796871883281279</c:v>
                </c:pt>
                <c:pt idx="1035">
                  <c:v>0.23957852665042159</c:v>
                </c:pt>
                <c:pt idx="1036">
                  <c:v>0.2399286661358665</c:v>
                </c:pt>
                <c:pt idx="1037">
                  <c:v>0.24102473707893604</c:v>
                </c:pt>
                <c:pt idx="1038">
                  <c:v>0.24347310579856471</c:v>
                </c:pt>
                <c:pt idx="1039">
                  <c:v>0.2418388183408913</c:v>
                </c:pt>
                <c:pt idx="1040">
                  <c:v>0.24123655708122305</c:v>
                </c:pt>
                <c:pt idx="1041">
                  <c:v>0.24230500755267745</c:v>
                </c:pt>
                <c:pt idx="1042">
                  <c:v>0.24063597449329074</c:v>
                </c:pt>
                <c:pt idx="1043">
                  <c:v>0.24341339204796736</c:v>
                </c:pt>
                <c:pt idx="1044">
                  <c:v>0.24302682652939905</c:v>
                </c:pt>
                <c:pt idx="1045">
                  <c:v>0.2426453376096932</c:v>
                </c:pt>
                <c:pt idx="1046">
                  <c:v>0.24266530115940829</c:v>
                </c:pt>
                <c:pt idx="1047">
                  <c:v>0.24531844834101207</c:v>
                </c:pt>
                <c:pt idx="1048">
                  <c:v>0.24447757003191661</c:v>
                </c:pt>
                <c:pt idx="1049">
                  <c:v>0.24541684951964143</c:v>
                </c:pt>
                <c:pt idx="1050">
                  <c:v>0.24656881144772985</c:v>
                </c:pt>
                <c:pt idx="1051">
                  <c:v>0.24783310041635329</c:v>
                </c:pt>
                <c:pt idx="1052">
                  <c:v>0.24766099132834934</c:v>
                </c:pt>
                <c:pt idx="1053">
                  <c:v>0.24987973987697049</c:v>
                </c:pt>
                <c:pt idx="1054">
                  <c:v>0.24927742346609935</c:v>
                </c:pt>
                <c:pt idx="1055">
                  <c:v>0.24996797314506877</c:v>
                </c:pt>
                <c:pt idx="1056">
                  <c:v>0.25239354636339406</c:v>
                </c:pt>
                <c:pt idx="1057">
                  <c:v>0.25232727628102175</c:v>
                </c:pt>
                <c:pt idx="1058">
                  <c:v>0.25294910096836559</c:v>
                </c:pt>
                <c:pt idx="1059">
                  <c:v>0.25221925882865437</c:v>
                </c:pt>
                <c:pt idx="1060">
                  <c:v>0.25133607872698055</c:v>
                </c:pt>
                <c:pt idx="1061">
                  <c:v>0.24973102917079715</c:v>
                </c:pt>
                <c:pt idx="1062">
                  <c:v>0.24708069016977657</c:v>
                </c:pt>
                <c:pt idx="1063">
                  <c:v>0.2454393262385719</c:v>
                </c:pt>
                <c:pt idx="1064">
                  <c:v>0.24348558777562773</c:v>
                </c:pt>
                <c:pt idx="1065">
                  <c:v>0.24623203759823956</c:v>
                </c:pt>
                <c:pt idx="1066">
                  <c:v>0.24785840557447081</c:v>
                </c:pt>
                <c:pt idx="1067">
                  <c:v>0.25076119485726728</c:v>
                </c:pt>
                <c:pt idx="1068">
                  <c:v>0.24712015251085676</c:v>
                </c:pt>
                <c:pt idx="1069">
                  <c:v>0.26056172154792362</c:v>
                </c:pt>
                <c:pt idx="1070">
                  <c:v>0.26170512271174001</c:v>
                </c:pt>
                <c:pt idx="1071">
                  <c:v>0.25865075085952938</c:v>
                </c:pt>
                <c:pt idx="1072">
                  <c:v>0.25629671661363956</c:v>
                </c:pt>
                <c:pt idx="1073">
                  <c:v>0.25841623507541028</c:v>
                </c:pt>
                <c:pt idx="1074">
                  <c:v>0.26028155160759686</c:v>
                </c:pt>
                <c:pt idx="1075">
                  <c:v>0.2600340900253405</c:v>
                </c:pt>
                <c:pt idx="1076">
                  <c:v>0.25920668661134955</c:v>
                </c:pt>
                <c:pt idx="1077">
                  <c:v>0.25635728427096405</c:v>
                </c:pt>
                <c:pt idx="1078">
                  <c:v>0.25495606794993525</c:v>
                </c:pt>
                <c:pt idx="1079">
                  <c:v>0.25650732023583273</c:v>
                </c:pt>
                <c:pt idx="1080">
                  <c:v>0.26023607857955972</c:v>
                </c:pt>
                <c:pt idx="1081">
                  <c:v>0.25673289295714391</c:v>
                </c:pt>
                <c:pt idx="1082">
                  <c:v>0.25594281940609631</c:v>
                </c:pt>
                <c:pt idx="1083">
                  <c:v>0.25437808071171553</c:v>
                </c:pt>
                <c:pt idx="1084">
                  <c:v>0.25308532029894154</c:v>
                </c:pt>
                <c:pt idx="1085">
                  <c:v>0.25467801940406531</c:v>
                </c:pt>
                <c:pt idx="1086">
                  <c:v>0.25449040588471511</c:v>
                </c:pt>
                <c:pt idx="1087">
                  <c:v>0.25542841428977303</c:v>
                </c:pt>
                <c:pt idx="1088">
                  <c:v>0.25406672075395559</c:v>
                </c:pt>
                <c:pt idx="1089">
                  <c:v>0.25571503345402685</c:v>
                </c:pt>
                <c:pt idx="1090">
                  <c:v>0.25680752856031008</c:v>
                </c:pt>
                <c:pt idx="1091">
                  <c:v>0.25728560967193553</c:v>
                </c:pt>
                <c:pt idx="1092">
                  <c:v>0.25682516701913283</c:v>
                </c:pt>
                <c:pt idx="1093">
                  <c:v>0.25651271784857127</c:v>
                </c:pt>
                <c:pt idx="1094">
                  <c:v>0.2530225469979045</c:v>
                </c:pt>
                <c:pt idx="1095">
                  <c:v>0.25005955838835003</c:v>
                </c:pt>
                <c:pt idx="1096">
                  <c:v>0.24851889685821285</c:v>
                </c:pt>
                <c:pt idx="1097">
                  <c:v>0.24950854766612574</c:v>
                </c:pt>
                <c:pt idx="1098">
                  <c:v>0.25019875107535589</c:v>
                </c:pt>
                <c:pt idx="1099">
                  <c:v>0.2478808018339399</c:v>
                </c:pt>
                <c:pt idx="1100">
                  <c:v>0.24642763073562218</c:v>
                </c:pt>
                <c:pt idx="1101">
                  <c:v>0.24568206270165521</c:v>
                </c:pt>
                <c:pt idx="1102">
                  <c:v>0.24868277969958597</c:v>
                </c:pt>
                <c:pt idx="1103">
                  <c:v>0.24769321736147146</c:v>
                </c:pt>
                <c:pt idx="1104">
                  <c:v>0.24896401244993141</c:v>
                </c:pt>
                <c:pt idx="1105">
                  <c:v>0.24654949775050183</c:v>
                </c:pt>
                <c:pt idx="1106">
                  <c:v>0.24498872001313368</c:v>
                </c:pt>
                <c:pt idx="1107">
                  <c:v>0.24799776247017569</c:v>
                </c:pt>
                <c:pt idx="1108">
                  <c:v>0.24679453135366422</c:v>
                </c:pt>
                <c:pt idx="1109">
                  <c:v>0.24269141564332072</c:v>
                </c:pt>
                <c:pt idx="1110">
                  <c:v>0.2402129032926992</c:v>
                </c:pt>
                <c:pt idx="1111">
                  <c:v>0.23792981572880312</c:v>
                </c:pt>
                <c:pt idx="1112">
                  <c:v>0.23887508889861134</c:v>
                </c:pt>
                <c:pt idx="1113">
                  <c:v>0.24133121586422862</c:v>
                </c:pt>
                <c:pt idx="1114">
                  <c:v>0.24218784638310675</c:v>
                </c:pt>
                <c:pt idx="1115">
                  <c:v>0.2400247135193736</c:v>
                </c:pt>
                <c:pt idx="1116">
                  <c:v>0.23091517078559479</c:v>
                </c:pt>
                <c:pt idx="1117">
                  <c:v>0.22969872811366973</c:v>
                </c:pt>
                <c:pt idx="1118">
                  <c:v>0.23010162209595703</c:v>
                </c:pt>
                <c:pt idx="1119">
                  <c:v>0.22963553135235379</c:v>
                </c:pt>
                <c:pt idx="1120">
                  <c:v>0.22964774409973052</c:v>
                </c:pt>
                <c:pt idx="1121">
                  <c:v>0.22832890778580414</c:v>
                </c:pt>
                <c:pt idx="1122">
                  <c:v>0.23015753904519196</c:v>
                </c:pt>
                <c:pt idx="1123">
                  <c:v>0.23090491965890936</c:v>
                </c:pt>
                <c:pt idx="1124">
                  <c:v>0.22937668749094364</c:v>
                </c:pt>
                <c:pt idx="1125">
                  <c:v>0.22934519769460135</c:v>
                </c:pt>
                <c:pt idx="1126">
                  <c:v>0.22742883478957654</c:v>
                </c:pt>
                <c:pt idx="1127">
                  <c:v>0.22712423214061223</c:v>
                </c:pt>
                <c:pt idx="1128">
                  <c:v>0.22702345745110841</c:v>
                </c:pt>
                <c:pt idx="1129">
                  <c:v>0.23049431341882906</c:v>
                </c:pt>
                <c:pt idx="1130">
                  <c:v>0.22844139483834777</c:v>
                </c:pt>
                <c:pt idx="1131">
                  <c:v>0.2276931231916072</c:v>
                </c:pt>
                <c:pt idx="1132">
                  <c:v>0.22832792207422728</c:v>
                </c:pt>
                <c:pt idx="1133">
                  <c:v>0.22386690800580156</c:v>
                </c:pt>
                <c:pt idx="1134">
                  <c:v>0.22507331829934421</c:v>
                </c:pt>
                <c:pt idx="1135">
                  <c:v>0.22414333916765852</c:v>
                </c:pt>
                <c:pt idx="1136">
                  <c:v>0.2252101010062979</c:v>
                </c:pt>
                <c:pt idx="1137">
                  <c:v>0.22381390989230349</c:v>
                </c:pt>
                <c:pt idx="1138">
                  <c:v>0.22406484833535212</c:v>
                </c:pt>
                <c:pt idx="1139">
                  <c:v>0.22367173201596874</c:v>
                </c:pt>
                <c:pt idx="1140">
                  <c:v>0.22404644290350911</c:v>
                </c:pt>
                <c:pt idx="1141">
                  <c:v>0.22358085851445514</c:v>
                </c:pt>
                <c:pt idx="1142">
                  <c:v>0.22210858188326021</c:v>
                </c:pt>
                <c:pt idx="1143">
                  <c:v>0.2230797875663009</c:v>
                </c:pt>
                <c:pt idx="1144">
                  <c:v>0.22566066826066311</c:v>
                </c:pt>
                <c:pt idx="1145">
                  <c:v>0.23034659757036249</c:v>
                </c:pt>
                <c:pt idx="1146">
                  <c:v>0.23106067969866276</c:v>
                </c:pt>
                <c:pt idx="1147">
                  <c:v>0.23447454766276174</c:v>
                </c:pt>
                <c:pt idx="1148">
                  <c:v>0.23322480472583568</c:v>
                </c:pt>
                <c:pt idx="1149">
                  <c:v>0.23219807485257274</c:v>
                </c:pt>
                <c:pt idx="1150">
                  <c:v>0.2317899182421525</c:v>
                </c:pt>
                <c:pt idx="1151">
                  <c:v>0.23135403676570312</c:v>
                </c:pt>
                <c:pt idx="1152">
                  <c:v>0.23547847276999884</c:v>
                </c:pt>
                <c:pt idx="1153">
                  <c:v>0.23682169051609414</c:v>
                </c:pt>
                <c:pt idx="1154">
                  <c:v>0.23626784108267493</c:v>
                </c:pt>
                <c:pt idx="1155">
                  <c:v>0.2368300875160691</c:v>
                </c:pt>
                <c:pt idx="1156">
                  <c:v>0.23583595504061314</c:v>
                </c:pt>
                <c:pt idx="1157">
                  <c:v>0.2337720635910939</c:v>
                </c:pt>
                <c:pt idx="1158">
                  <c:v>0.2355063643118665</c:v>
                </c:pt>
                <c:pt idx="1159">
                  <c:v>0.23486184351397954</c:v>
                </c:pt>
                <c:pt idx="1160">
                  <c:v>0.23541927065965773</c:v>
                </c:pt>
                <c:pt idx="1161">
                  <c:v>0.23243306247033629</c:v>
                </c:pt>
                <c:pt idx="1162">
                  <c:v>0.2324836276273641</c:v>
                </c:pt>
                <c:pt idx="1163">
                  <c:v>0.23257859378329335</c:v>
                </c:pt>
                <c:pt idx="1164">
                  <c:v>0.22993505228499322</c:v>
                </c:pt>
                <c:pt idx="1165">
                  <c:v>0.23233459420458016</c:v>
                </c:pt>
                <c:pt idx="1166">
                  <c:v>0.23110009343855256</c:v>
                </c:pt>
                <c:pt idx="1167">
                  <c:v>0.23126334590677911</c:v>
                </c:pt>
                <c:pt idx="1168">
                  <c:v>0.23174439476971334</c:v>
                </c:pt>
                <c:pt idx="1169">
                  <c:v>0.23187535607857218</c:v>
                </c:pt>
                <c:pt idx="1170">
                  <c:v>0.22942307519783395</c:v>
                </c:pt>
                <c:pt idx="1171">
                  <c:v>0.22935733839332362</c:v>
                </c:pt>
                <c:pt idx="1172">
                  <c:v>0.23063012295510074</c:v>
                </c:pt>
                <c:pt idx="1173">
                  <c:v>0.23203724481926108</c:v>
                </c:pt>
                <c:pt idx="1174">
                  <c:v>0.23282930220138734</c:v>
                </c:pt>
                <c:pt idx="1175">
                  <c:v>0.22977566370860225</c:v>
                </c:pt>
                <c:pt idx="1176">
                  <c:v>0.23018145020190861</c:v>
                </c:pt>
                <c:pt idx="1177">
                  <c:v>0.22861832897469414</c:v>
                </c:pt>
                <c:pt idx="1178">
                  <c:v>0.22701802356137066</c:v>
                </c:pt>
                <c:pt idx="1179">
                  <c:v>0.22814949991524677</c:v>
                </c:pt>
                <c:pt idx="1180">
                  <c:v>0.22667782534143177</c:v>
                </c:pt>
                <c:pt idx="1181">
                  <c:v>0.23035714259327231</c:v>
                </c:pt>
                <c:pt idx="1182">
                  <c:v>0.23483619040263803</c:v>
                </c:pt>
                <c:pt idx="1183">
                  <c:v>0.2396868110685848</c:v>
                </c:pt>
                <c:pt idx="1184">
                  <c:v>0.24513076926858171</c:v>
                </c:pt>
                <c:pt idx="1185">
                  <c:v>0.2451959420083448</c:v>
                </c:pt>
                <c:pt idx="1186">
                  <c:v>0.25046415856225418</c:v>
                </c:pt>
                <c:pt idx="1187">
                  <c:v>0.25257773576404147</c:v>
                </c:pt>
                <c:pt idx="1188">
                  <c:v>0.25166562411299259</c:v>
                </c:pt>
                <c:pt idx="1189">
                  <c:v>0.24602497266987169</c:v>
                </c:pt>
                <c:pt idx="1190">
                  <c:v>0.24440275165978925</c:v>
                </c:pt>
                <c:pt idx="1191">
                  <c:v>0.24319515467262795</c:v>
                </c:pt>
                <c:pt idx="1192">
                  <c:v>0.244159811863077</c:v>
                </c:pt>
                <c:pt idx="1193">
                  <c:v>0.24326022509466266</c:v>
                </c:pt>
                <c:pt idx="1194">
                  <c:v>0.24490186280659285</c:v>
                </c:pt>
                <c:pt idx="1195">
                  <c:v>0.24450760360418805</c:v>
                </c:pt>
                <c:pt idx="1196">
                  <c:v>0.24613996420331913</c:v>
                </c:pt>
                <c:pt idx="1197">
                  <c:v>0.24478367081664212</c:v>
                </c:pt>
                <c:pt idx="1198">
                  <c:v>0.24535187866237135</c:v>
                </c:pt>
                <c:pt idx="1199">
                  <c:v>0.24465248431712322</c:v>
                </c:pt>
                <c:pt idx="1200">
                  <c:v>0.24510293309734629</c:v>
                </c:pt>
                <c:pt idx="1201">
                  <c:v>0.24817920758240802</c:v>
                </c:pt>
                <c:pt idx="1202">
                  <c:v>0.24689860373764208</c:v>
                </c:pt>
                <c:pt idx="1203">
                  <c:v>0.24706917158062242</c:v>
                </c:pt>
                <c:pt idx="1204">
                  <c:v>0.24770329415208484</c:v>
                </c:pt>
                <c:pt idx="1205">
                  <c:v>0.24892299944823992</c:v>
                </c:pt>
                <c:pt idx="1206">
                  <c:v>0.24823414500507282</c:v>
                </c:pt>
                <c:pt idx="1207">
                  <c:v>0.24874218679720705</c:v>
                </c:pt>
                <c:pt idx="1208">
                  <c:v>0.24876529972126887</c:v>
                </c:pt>
                <c:pt idx="1209">
                  <c:v>0.24705228432397494</c:v>
                </c:pt>
                <c:pt idx="1210">
                  <c:v>0.24675273118147789</c:v>
                </c:pt>
                <c:pt idx="1211">
                  <c:v>0.24758801107564149</c:v>
                </c:pt>
                <c:pt idx="1212">
                  <c:v>0.24899765222447423</c:v>
                </c:pt>
                <c:pt idx="1213">
                  <c:v>0.24975317441084086</c:v>
                </c:pt>
                <c:pt idx="1214">
                  <c:v>0.25118659759383155</c:v>
                </c:pt>
                <c:pt idx="1215">
                  <c:v>0.25115701785119571</c:v>
                </c:pt>
                <c:pt idx="1216">
                  <c:v>0.25062578383238243</c:v>
                </c:pt>
                <c:pt idx="1217">
                  <c:v>0.24791830237472195</c:v>
                </c:pt>
                <c:pt idx="1218">
                  <c:v>0.24806044406147218</c:v>
                </c:pt>
                <c:pt idx="1219">
                  <c:v>0.24962032703549294</c:v>
                </c:pt>
                <c:pt idx="1220">
                  <c:v>0.24991557517499882</c:v>
                </c:pt>
                <c:pt idx="1221">
                  <c:v>0.25181321452859218</c:v>
                </c:pt>
                <c:pt idx="1222">
                  <c:v>0.25406907208707014</c:v>
                </c:pt>
                <c:pt idx="1223">
                  <c:v>0.25295302089229316</c:v>
                </c:pt>
                <c:pt idx="1224">
                  <c:v>0.25191679425231517</c:v>
                </c:pt>
                <c:pt idx="1225">
                  <c:v>0.25374876610357416</c:v>
                </c:pt>
                <c:pt idx="1226">
                  <c:v>0.25406532475641774</c:v>
                </c:pt>
                <c:pt idx="1227">
                  <c:v>0.25478611583813987</c:v>
                </c:pt>
                <c:pt idx="1228">
                  <c:v>0.2560795956497165</c:v>
                </c:pt>
                <c:pt idx="1229">
                  <c:v>0.25605447801304115</c:v>
                </c:pt>
                <c:pt idx="1230">
                  <c:v>0.25780530896491682</c:v>
                </c:pt>
                <c:pt idx="1231">
                  <c:v>0.25900401895029035</c:v>
                </c:pt>
                <c:pt idx="1232">
                  <c:v>0.25471935101191273</c:v>
                </c:pt>
                <c:pt idx="1233">
                  <c:v>0.25515414902966327</c:v>
                </c:pt>
                <c:pt idx="1234">
                  <c:v>0.25579089923506965</c:v>
                </c:pt>
                <c:pt idx="1235">
                  <c:v>0.25532211013330869</c:v>
                </c:pt>
                <c:pt idx="1236">
                  <c:v>0.25598346504867919</c:v>
                </c:pt>
                <c:pt idx="1237">
                  <c:v>0.25490235694837615</c:v>
                </c:pt>
                <c:pt idx="1238">
                  <c:v>0.25494548623614582</c:v>
                </c:pt>
                <c:pt idx="1239">
                  <c:v>0.25543002476857402</c:v>
                </c:pt>
                <c:pt idx="1240">
                  <c:v>0.25650595194106546</c:v>
                </c:pt>
                <c:pt idx="1241">
                  <c:v>0.25449721181399765</c:v>
                </c:pt>
                <c:pt idx="1242">
                  <c:v>0.25338295456467463</c:v>
                </c:pt>
                <c:pt idx="1243">
                  <c:v>0.25521060906626136</c:v>
                </c:pt>
                <c:pt idx="1244">
                  <c:v>0.25541806115372745</c:v>
                </c:pt>
                <c:pt idx="1245">
                  <c:v>0.25335893953577149</c:v>
                </c:pt>
                <c:pt idx="1246">
                  <c:v>0.25457810718540436</c:v>
                </c:pt>
                <c:pt idx="1247">
                  <c:v>0.25514808824855728</c:v>
                </c:pt>
                <c:pt idx="1248">
                  <c:v>0.26079575812651717</c:v>
                </c:pt>
                <c:pt idx="1249">
                  <c:v>0.26131979470519601</c:v>
                </c:pt>
                <c:pt idx="1250">
                  <c:v>0.26378175439252827</c:v>
                </c:pt>
                <c:pt idx="1251">
                  <c:v>0.26816341884033501</c:v>
                </c:pt>
                <c:pt idx="1252">
                  <c:v>0.26724186204900974</c:v>
                </c:pt>
                <c:pt idx="1253">
                  <c:v>0.26391239570226221</c:v>
                </c:pt>
                <c:pt idx="1254">
                  <c:v>0.26298461563489234</c:v>
                </c:pt>
                <c:pt idx="1255">
                  <c:v>0.26346141239390752</c:v>
                </c:pt>
                <c:pt idx="1256">
                  <c:v>0.2644807421597723</c:v>
                </c:pt>
                <c:pt idx="1257">
                  <c:v>0.2647641638725462</c:v>
                </c:pt>
                <c:pt idx="1258">
                  <c:v>0.26567843108355699</c:v>
                </c:pt>
                <c:pt idx="1259">
                  <c:v>0.26547083110241743</c:v>
                </c:pt>
                <c:pt idx="1260">
                  <c:v>0.266443871891545</c:v>
                </c:pt>
                <c:pt idx="1261">
                  <c:v>0.26783625855443322</c:v>
                </c:pt>
                <c:pt idx="1262">
                  <c:v>0.2678983907578994</c:v>
                </c:pt>
                <c:pt idx="1263">
                  <c:v>0.2693868162825328</c:v>
                </c:pt>
                <c:pt idx="1264">
                  <c:v>0.27028184820478363</c:v>
                </c:pt>
                <c:pt idx="1265">
                  <c:v>0.27082982138102935</c:v>
                </c:pt>
                <c:pt idx="1266">
                  <c:v>0.27293986998742614</c:v>
                </c:pt>
                <c:pt idx="1267">
                  <c:v>0.2729618106949252</c:v>
                </c:pt>
                <c:pt idx="1268">
                  <c:v>0.27525520999062469</c:v>
                </c:pt>
                <c:pt idx="1269">
                  <c:v>0.27864063100410469</c:v>
                </c:pt>
                <c:pt idx="1270">
                  <c:v>0.28131716362518211</c:v>
                </c:pt>
                <c:pt idx="1271">
                  <c:v>0.28315049276677462</c:v>
                </c:pt>
                <c:pt idx="1272">
                  <c:v>0.28213564043781492</c:v>
                </c:pt>
                <c:pt idx="1273">
                  <c:v>0.28061598396225673</c:v>
                </c:pt>
                <c:pt idx="1274">
                  <c:v>0.27755526579788981</c:v>
                </c:pt>
                <c:pt idx="1275">
                  <c:v>0.27299521130739912</c:v>
                </c:pt>
                <c:pt idx="1276">
                  <c:v>0.27510456935491856</c:v>
                </c:pt>
                <c:pt idx="1277">
                  <c:v>0.27552581632291523</c:v>
                </c:pt>
                <c:pt idx="1278">
                  <c:v>0.2758621716982797</c:v>
                </c:pt>
                <c:pt idx="1279">
                  <c:v>0.27730497915577923</c:v>
                </c:pt>
                <c:pt idx="1280">
                  <c:v>0.27802839275592189</c:v>
                </c:pt>
                <c:pt idx="1281">
                  <c:v>0.28062318483307808</c:v>
                </c:pt>
                <c:pt idx="1282">
                  <c:v>0.27947948145895418</c:v>
                </c:pt>
                <c:pt idx="1283">
                  <c:v>0.27890879946649583</c:v>
                </c:pt>
                <c:pt idx="1284">
                  <c:v>0.28064849622093818</c:v>
                </c:pt>
                <c:pt idx="1285">
                  <c:v>0.28187306494736319</c:v>
                </c:pt>
                <c:pt idx="1286">
                  <c:v>0.28164309929063114</c:v>
                </c:pt>
                <c:pt idx="1287">
                  <c:v>0.27939307313678696</c:v>
                </c:pt>
                <c:pt idx="1288">
                  <c:v>0.28273689927487466</c:v>
                </c:pt>
                <c:pt idx="1289">
                  <c:v>0.2831433932342558</c:v>
                </c:pt>
                <c:pt idx="1290">
                  <c:v>0.28371342026091972</c:v>
                </c:pt>
                <c:pt idx="1291">
                  <c:v>0.2846741892663171</c:v>
                </c:pt>
                <c:pt idx="1292">
                  <c:v>0.28423657908770422</c:v>
                </c:pt>
                <c:pt idx="1293">
                  <c:v>0.28333361814200098</c:v>
                </c:pt>
                <c:pt idx="1294">
                  <c:v>0.28341735810240776</c:v>
                </c:pt>
                <c:pt idx="1295">
                  <c:v>0.28600561120214107</c:v>
                </c:pt>
                <c:pt idx="1296">
                  <c:v>0.28762552426421728</c:v>
                </c:pt>
                <c:pt idx="1297">
                  <c:v>0.28633190485652132</c:v>
                </c:pt>
                <c:pt idx="1298">
                  <c:v>0.28859829604018761</c:v>
                </c:pt>
                <c:pt idx="1299">
                  <c:v>0.2846138474945365</c:v>
                </c:pt>
                <c:pt idx="1300">
                  <c:v>0.27860967431106282</c:v>
                </c:pt>
                <c:pt idx="1301">
                  <c:v>0.27753822324673871</c:v>
                </c:pt>
                <c:pt idx="1302">
                  <c:v>0.27492797558296472</c:v>
                </c:pt>
                <c:pt idx="1303">
                  <c:v>0.27313691049275646</c:v>
                </c:pt>
                <c:pt idx="1304">
                  <c:v>0.27338585160794887</c:v>
                </c:pt>
                <c:pt idx="1305">
                  <c:v>0.27621948847793659</c:v>
                </c:pt>
                <c:pt idx="1306">
                  <c:v>0.27559707262344063</c:v>
                </c:pt>
                <c:pt idx="1307">
                  <c:v>0.27047364408430874</c:v>
                </c:pt>
                <c:pt idx="1308">
                  <c:v>0.27478498183216504</c:v>
                </c:pt>
                <c:pt idx="1309">
                  <c:v>0.27496326614498751</c:v>
                </c:pt>
                <c:pt idx="1310">
                  <c:v>0.27445705673787668</c:v>
                </c:pt>
                <c:pt idx="1311">
                  <c:v>0.27389400834486083</c:v>
                </c:pt>
                <c:pt idx="1312">
                  <c:v>0.27784252350049277</c:v>
                </c:pt>
                <c:pt idx="1313">
                  <c:v>0.28045334141983469</c:v>
                </c:pt>
                <c:pt idx="1314">
                  <c:v>0.27863333756554381</c:v>
                </c:pt>
                <c:pt idx="1315">
                  <c:v>0.28211470510558656</c:v>
                </c:pt>
                <c:pt idx="1316">
                  <c:v>0.27850086536775404</c:v>
                </c:pt>
                <c:pt idx="1317">
                  <c:v>0.28081793065155192</c:v>
                </c:pt>
                <c:pt idx="1318">
                  <c:v>0.28235886484794226</c:v>
                </c:pt>
                <c:pt idx="1319">
                  <c:v>0.28569427577245138</c:v>
                </c:pt>
                <c:pt idx="1320">
                  <c:v>0.28242262520816086</c:v>
                </c:pt>
                <c:pt idx="1321">
                  <c:v>0.285298048504603</c:v>
                </c:pt>
                <c:pt idx="1322">
                  <c:v>0.28677469874229339</c:v>
                </c:pt>
                <c:pt idx="1323">
                  <c:v>0.28822751298225152</c:v>
                </c:pt>
                <c:pt idx="1324">
                  <c:v>0.289844020032476</c:v>
                </c:pt>
                <c:pt idx="1325">
                  <c:v>0.29050483246635395</c:v>
                </c:pt>
                <c:pt idx="1326">
                  <c:v>0.29045938797348109</c:v>
                </c:pt>
                <c:pt idx="1327">
                  <c:v>0.29147226431158407</c:v>
                </c:pt>
                <c:pt idx="1328">
                  <c:v>0.29446305849092314</c:v>
                </c:pt>
                <c:pt idx="1329">
                  <c:v>0.29474395792052877</c:v>
                </c:pt>
                <c:pt idx="1330">
                  <c:v>0.29051843705497765</c:v>
                </c:pt>
                <c:pt idx="1331">
                  <c:v>0.2841069404007423</c:v>
                </c:pt>
                <c:pt idx="1332">
                  <c:v>0.28671976027859664</c:v>
                </c:pt>
                <c:pt idx="1333">
                  <c:v>0.28929291886293579</c:v>
                </c:pt>
                <c:pt idx="1334">
                  <c:v>0.28943559522999773</c:v>
                </c:pt>
                <c:pt idx="1335">
                  <c:v>0.28770931345721856</c:v>
                </c:pt>
                <c:pt idx="1336">
                  <c:v>0.28387383642446345</c:v>
                </c:pt>
                <c:pt idx="1337">
                  <c:v>0.28575814566358193</c:v>
                </c:pt>
                <c:pt idx="1338">
                  <c:v>0.28415219614978321</c:v>
                </c:pt>
                <c:pt idx="1339">
                  <c:v>0.2764270236334061</c:v>
                </c:pt>
                <c:pt idx="1340">
                  <c:v>0.27288384291054885</c:v>
                </c:pt>
                <c:pt idx="1341">
                  <c:v>0.27213073790484782</c:v>
                </c:pt>
                <c:pt idx="1342">
                  <c:v>0.27371085873201034</c:v>
                </c:pt>
                <c:pt idx="1343">
                  <c:v>0.27516581797207229</c:v>
                </c:pt>
                <c:pt idx="1344">
                  <c:v>0.27576643078245172</c:v>
                </c:pt>
                <c:pt idx="1345">
                  <c:v>0.27723908235042105</c:v>
                </c:pt>
                <c:pt idx="1346">
                  <c:v>0.27647179436082892</c:v>
                </c:pt>
                <c:pt idx="1347">
                  <c:v>0.27396872805761319</c:v>
                </c:pt>
                <c:pt idx="1348">
                  <c:v>0.27522842138057368</c:v>
                </c:pt>
                <c:pt idx="1349">
                  <c:v>0.27916367498638206</c:v>
                </c:pt>
                <c:pt idx="1350">
                  <c:v>0.27549200920650796</c:v>
                </c:pt>
                <c:pt idx="1351">
                  <c:v>0.27597480748545855</c:v>
                </c:pt>
                <c:pt idx="1352">
                  <c:v>0.27194404962278501</c:v>
                </c:pt>
                <c:pt idx="1353">
                  <c:v>0.2684112015107728</c:v>
                </c:pt>
                <c:pt idx="1354">
                  <c:v>0.26885434277977593</c:v>
                </c:pt>
                <c:pt idx="1355">
                  <c:v>0.2641155453251019</c:v>
                </c:pt>
                <c:pt idx="1356">
                  <c:v>0.26362974805086437</c:v>
                </c:pt>
                <c:pt idx="1357">
                  <c:v>0.26494496569848758</c:v>
                </c:pt>
                <c:pt idx="1358">
                  <c:v>0.26526973139138477</c:v>
                </c:pt>
                <c:pt idx="1359">
                  <c:v>0.2622226657380009</c:v>
                </c:pt>
                <c:pt idx="1360">
                  <c:v>0.26472838670282151</c:v>
                </c:pt>
                <c:pt idx="1361">
                  <c:v>0.2662354160650971</c:v>
                </c:pt>
                <c:pt idx="1362">
                  <c:v>0.26067272613573123</c:v>
                </c:pt>
                <c:pt idx="1363">
                  <c:v>0.26158062951147804</c:v>
                </c:pt>
                <c:pt idx="1364">
                  <c:v>0.26235796111006771</c:v>
                </c:pt>
                <c:pt idx="1365">
                  <c:v>0.26612069293491053</c:v>
                </c:pt>
                <c:pt idx="1366">
                  <c:v>0.2678126672378664</c:v>
                </c:pt>
                <c:pt idx="1367">
                  <c:v>0.25875934149098567</c:v>
                </c:pt>
                <c:pt idx="1368">
                  <c:v>0.25218537980950689</c:v>
                </c:pt>
                <c:pt idx="1369">
                  <c:v>0.25193514117818289</c:v>
                </c:pt>
                <c:pt idx="1370">
                  <c:v>0.25124647557510837</c:v>
                </c:pt>
                <c:pt idx="1371">
                  <c:v>0.25164174408924805</c:v>
                </c:pt>
                <c:pt idx="1372">
                  <c:v>0.25467339699274233</c:v>
                </c:pt>
                <c:pt idx="1373">
                  <c:v>0.25563138771174654</c:v>
                </c:pt>
                <c:pt idx="1374">
                  <c:v>0.25377318560089074</c:v>
                </c:pt>
                <c:pt idx="1375">
                  <c:v>0.25555216147931298</c:v>
                </c:pt>
                <c:pt idx="1376">
                  <c:v>0.25423041390842577</c:v>
                </c:pt>
                <c:pt idx="1377">
                  <c:v>0.25502643991483603</c:v>
                </c:pt>
                <c:pt idx="1378">
                  <c:v>0.254897976971666</c:v>
                </c:pt>
                <c:pt idx="1379">
                  <c:v>0.25665692663102474</c:v>
                </c:pt>
                <c:pt idx="1380">
                  <c:v>0.26096666881820935</c:v>
                </c:pt>
                <c:pt idx="1381">
                  <c:v>0.26203869672004154</c:v>
                </c:pt>
                <c:pt idx="1382">
                  <c:v>0.25984687544558216</c:v>
                </c:pt>
                <c:pt idx="1383">
                  <c:v>0.25981767345914136</c:v>
                </c:pt>
                <c:pt idx="1384">
                  <c:v>0.26135378908813789</c:v>
                </c:pt>
                <c:pt idx="1385">
                  <c:v>0.26331992277893612</c:v>
                </c:pt>
                <c:pt idx="1386">
                  <c:v>0.262119716397198</c:v>
                </c:pt>
                <c:pt idx="1387">
                  <c:v>0.26015585852200784</c:v>
                </c:pt>
                <c:pt idx="1388">
                  <c:v>0.26065019678258372</c:v>
                </c:pt>
                <c:pt idx="1389">
                  <c:v>0.262977060665464</c:v>
                </c:pt>
                <c:pt idx="1390">
                  <c:v>0.26136021206509419</c:v>
                </c:pt>
                <c:pt idx="1391">
                  <c:v>0.25839916361863519</c:v>
                </c:pt>
                <c:pt idx="1392">
                  <c:v>0.25596644395359591</c:v>
                </c:pt>
                <c:pt idx="1393">
                  <c:v>0.25753089468272944</c:v>
                </c:pt>
                <c:pt idx="1394">
                  <c:v>0.25630790061331327</c:v>
                </c:pt>
                <c:pt idx="1395">
                  <c:v>0.25613181907882643</c:v>
                </c:pt>
                <c:pt idx="1396">
                  <c:v>0.25787476723689068</c:v>
                </c:pt>
                <c:pt idx="1397">
                  <c:v>0.25936877168664807</c:v>
                </c:pt>
                <c:pt idx="1398">
                  <c:v>0.26161342966818413</c:v>
                </c:pt>
                <c:pt idx="1399">
                  <c:v>0.26266303550426834</c:v>
                </c:pt>
                <c:pt idx="1400">
                  <c:v>0.25863344539411204</c:v>
                </c:pt>
                <c:pt idx="1401">
                  <c:v>0.25610599306338033</c:v>
                </c:pt>
                <c:pt idx="1402">
                  <c:v>0.25521911587839358</c:v>
                </c:pt>
                <c:pt idx="1403">
                  <c:v>0.25287489116660511</c:v>
                </c:pt>
                <c:pt idx="1404">
                  <c:v>0.25355232408260414</c:v>
                </c:pt>
                <c:pt idx="1405">
                  <c:v>0.25553513733034527</c:v>
                </c:pt>
                <c:pt idx="1406">
                  <c:v>0.25488326379158738</c:v>
                </c:pt>
                <c:pt idx="1407">
                  <c:v>0.25349438357018389</c:v>
                </c:pt>
                <c:pt idx="1408">
                  <c:v>0.25101780024311082</c:v>
                </c:pt>
                <c:pt idx="1409">
                  <c:v>0.2509959502879997</c:v>
                </c:pt>
                <c:pt idx="1410">
                  <c:v>0.25064525106284863</c:v>
                </c:pt>
                <c:pt idx="1411">
                  <c:v>0.24995338876932299</c:v>
                </c:pt>
                <c:pt idx="1412">
                  <c:v>0.2433573313259666</c:v>
                </c:pt>
                <c:pt idx="1413">
                  <c:v>0.24188315186862452</c:v>
                </c:pt>
                <c:pt idx="1414">
                  <c:v>0.24205261279122345</c:v>
                </c:pt>
                <c:pt idx="1415">
                  <c:v>0.23644740729884056</c:v>
                </c:pt>
                <c:pt idx="1416">
                  <c:v>0.23699098103798977</c:v>
                </c:pt>
                <c:pt idx="1417">
                  <c:v>0.23846782226255281</c:v>
                </c:pt>
                <c:pt idx="1418">
                  <c:v>0.24217094637054171</c:v>
                </c:pt>
                <c:pt idx="1419">
                  <c:v>0.24447254024268697</c:v>
                </c:pt>
                <c:pt idx="1420">
                  <c:v>0.24474096476163268</c:v>
                </c:pt>
                <c:pt idx="1421">
                  <c:v>0.24423047902208792</c:v>
                </c:pt>
                <c:pt idx="1422">
                  <c:v>0.24621707452179942</c:v>
                </c:pt>
                <c:pt idx="1423">
                  <c:v>0.2476078458606186</c:v>
                </c:pt>
                <c:pt idx="1424">
                  <c:v>0.24769619306056323</c:v>
                </c:pt>
                <c:pt idx="1425">
                  <c:v>0.24900800118443622</c:v>
                </c:pt>
                <c:pt idx="1426">
                  <c:v>0.2539524875144436</c:v>
                </c:pt>
                <c:pt idx="1427">
                  <c:v>0.24720129954724207</c:v>
                </c:pt>
                <c:pt idx="1428">
                  <c:v>0.24704326259937101</c:v>
                </c:pt>
                <c:pt idx="1429">
                  <c:v>0.24885575657687689</c:v>
                </c:pt>
                <c:pt idx="1430">
                  <c:v>0.24745438698361291</c:v>
                </c:pt>
                <c:pt idx="1431">
                  <c:v>0.24931803468697486</c:v>
                </c:pt>
                <c:pt idx="1432">
                  <c:v>0.25152312499076984</c:v>
                </c:pt>
                <c:pt idx="1433">
                  <c:v>0.25479066690147312</c:v>
                </c:pt>
                <c:pt idx="1434">
                  <c:v>0.25381322578765914</c:v>
                </c:pt>
                <c:pt idx="1435">
                  <c:v>0.25930476751714332</c:v>
                </c:pt>
                <c:pt idx="1436">
                  <c:v>0.26088201586819587</c:v>
                </c:pt>
                <c:pt idx="1437">
                  <c:v>0.26586948991746123</c:v>
                </c:pt>
                <c:pt idx="1438">
                  <c:v>0.26916083367461691</c:v>
                </c:pt>
                <c:pt idx="1439">
                  <c:v>0.26870722695411259</c:v>
                </c:pt>
                <c:pt idx="1440">
                  <c:v>0.26817202037107718</c:v>
                </c:pt>
                <c:pt idx="1441">
                  <c:v>0.2609941409866175</c:v>
                </c:pt>
                <c:pt idx="1442">
                  <c:v>0.2578803638401031</c:v>
                </c:pt>
                <c:pt idx="1443">
                  <c:v>0.2550594474122917</c:v>
                </c:pt>
                <c:pt idx="1444">
                  <c:v>0.25641686637495636</c:v>
                </c:pt>
                <c:pt idx="1445">
                  <c:v>0.25925808879772644</c:v>
                </c:pt>
                <c:pt idx="1446">
                  <c:v>0.25760200745586748</c:v>
                </c:pt>
                <c:pt idx="1447">
                  <c:v>0.25843023445389146</c:v>
                </c:pt>
                <c:pt idx="1448">
                  <c:v>0.25798436777712613</c:v>
                </c:pt>
                <c:pt idx="1449">
                  <c:v>0.25967045695995278</c:v>
                </c:pt>
                <c:pt idx="1450">
                  <c:v>0.25816161875615756</c:v>
                </c:pt>
                <c:pt idx="1451">
                  <c:v>0.25629384869014654</c:v>
                </c:pt>
                <c:pt idx="1452">
                  <c:v>0.25751547534072777</c:v>
                </c:pt>
                <c:pt idx="1453">
                  <c:v>0.25601599427961136</c:v>
                </c:pt>
                <c:pt idx="1454">
                  <c:v>0.25827092589052386</c:v>
                </c:pt>
                <c:pt idx="1455">
                  <c:v>0.25970955679954461</c:v>
                </c:pt>
                <c:pt idx="1456">
                  <c:v>0.26398377501438269</c:v>
                </c:pt>
                <c:pt idx="1457">
                  <c:v>0.26232056480245908</c:v>
                </c:pt>
                <c:pt idx="1458">
                  <c:v>0.26094922229577555</c:v>
                </c:pt>
                <c:pt idx="1459">
                  <c:v>0.26537393024984479</c:v>
                </c:pt>
                <c:pt idx="1460">
                  <c:v>0.26581728986756975</c:v>
                </c:pt>
                <c:pt idx="1461">
                  <c:v>0.2653087822214712</c:v>
                </c:pt>
                <c:pt idx="1462">
                  <c:v>0.26443870772360895</c:v>
                </c:pt>
                <c:pt idx="1463">
                  <c:v>0.26125075391662544</c:v>
                </c:pt>
                <c:pt idx="1464">
                  <c:v>0.26026303519513383</c:v>
                </c:pt>
                <c:pt idx="1465">
                  <c:v>0.2567760812080771</c:v>
                </c:pt>
                <c:pt idx="1466">
                  <c:v>0.26017414557890123</c:v>
                </c:pt>
                <c:pt idx="1467">
                  <c:v>0.26228446641824188</c:v>
                </c:pt>
                <c:pt idx="1468">
                  <c:v>0.2612112361029259</c:v>
                </c:pt>
                <c:pt idx="1469">
                  <c:v>0.26028246342389888</c:v>
                </c:pt>
                <c:pt idx="1470">
                  <c:v>0.25957905908530354</c:v>
                </c:pt>
                <c:pt idx="1471">
                  <c:v>0.26174417126283234</c:v>
                </c:pt>
                <c:pt idx="1472">
                  <c:v>0.26096424335692325</c:v>
                </c:pt>
                <c:pt idx="1473">
                  <c:v>0.26535750111138273</c:v>
                </c:pt>
                <c:pt idx="1474">
                  <c:v>0.26872441478907194</c:v>
                </c:pt>
                <c:pt idx="1475">
                  <c:v>0.2694862772431118</c:v>
                </c:pt>
                <c:pt idx="1476">
                  <c:v>0.26825441097149549</c:v>
                </c:pt>
                <c:pt idx="1477">
                  <c:v>0.27075452598261895</c:v>
                </c:pt>
                <c:pt idx="1478">
                  <c:v>0.26951995812682367</c:v>
                </c:pt>
                <c:pt idx="1479">
                  <c:v>0.27024381164393768</c:v>
                </c:pt>
                <c:pt idx="1480">
                  <c:v>0.26210733235132383</c:v>
                </c:pt>
                <c:pt idx="1481">
                  <c:v>0.26415832487001595</c:v>
                </c:pt>
                <c:pt idx="1482">
                  <c:v>0.26550307531079242</c:v>
                </c:pt>
                <c:pt idx="1483">
                  <c:v>0.26550157518853246</c:v>
                </c:pt>
                <c:pt idx="1484">
                  <c:v>0.26171121814523279</c:v>
                </c:pt>
                <c:pt idx="1485">
                  <c:v>0.25931371144760529</c:v>
                </c:pt>
                <c:pt idx="1486">
                  <c:v>0.26169187506693636</c:v>
                </c:pt>
                <c:pt idx="1487">
                  <c:v>0.26445138011344843</c:v>
                </c:pt>
                <c:pt idx="1488">
                  <c:v>0.26713043591880087</c:v>
                </c:pt>
                <c:pt idx="1489">
                  <c:v>0.2689051321683727</c:v>
                </c:pt>
                <c:pt idx="1490">
                  <c:v>0.2706685571790049</c:v>
                </c:pt>
                <c:pt idx="1491">
                  <c:v>0.26911389759594628</c:v>
                </c:pt>
                <c:pt idx="1492">
                  <c:v>0.26670200940276639</c:v>
                </c:pt>
                <c:pt idx="1493">
                  <c:v>0.26702051616308964</c:v>
                </c:pt>
                <c:pt idx="1494">
                  <c:v>0.2690476610911387</c:v>
                </c:pt>
                <c:pt idx="1495">
                  <c:v>0.26970503049432937</c:v>
                </c:pt>
                <c:pt idx="1496">
                  <c:v>0.26942037768619947</c:v>
                </c:pt>
                <c:pt idx="1497">
                  <c:v>0.27015795382682017</c:v>
                </c:pt>
                <c:pt idx="1498">
                  <c:v>0.27105480949776056</c:v>
                </c:pt>
                <c:pt idx="1499">
                  <c:v>0.27280016932242029</c:v>
                </c:pt>
                <c:pt idx="1500">
                  <c:v>0.27350422985795936</c:v>
                </c:pt>
                <c:pt idx="1501">
                  <c:v>0.2745407048619784</c:v>
                </c:pt>
                <c:pt idx="1502">
                  <c:v>0.2766631267539354</c:v>
                </c:pt>
                <c:pt idx="1503">
                  <c:v>0.27659605407680093</c:v>
                </c:pt>
                <c:pt idx="1504">
                  <c:v>0.27838229627725564</c:v>
                </c:pt>
                <c:pt idx="1505">
                  <c:v>0.27794870605870597</c:v>
                </c:pt>
                <c:pt idx="1506">
                  <c:v>0.28135942702618322</c:v>
                </c:pt>
                <c:pt idx="1507">
                  <c:v>0.27949676334777251</c:v>
                </c:pt>
                <c:pt idx="1508">
                  <c:v>0.28097212669507848</c:v>
                </c:pt>
                <c:pt idx="1509">
                  <c:v>0.28578957410638306</c:v>
                </c:pt>
                <c:pt idx="1510">
                  <c:v>0.28161685318657265</c:v>
                </c:pt>
                <c:pt idx="1511">
                  <c:v>0.28218644577761942</c:v>
                </c:pt>
                <c:pt idx="1512">
                  <c:v>0.28300971456067531</c:v>
                </c:pt>
                <c:pt idx="1513">
                  <c:v>0.283861061111706</c:v>
                </c:pt>
                <c:pt idx="1514">
                  <c:v>0.28737048913364638</c:v>
                </c:pt>
                <c:pt idx="1515">
                  <c:v>0.28921768148295279</c:v>
                </c:pt>
                <c:pt idx="1516">
                  <c:v>0.29234289052178608</c:v>
                </c:pt>
                <c:pt idx="1517">
                  <c:v>0.29147336656970957</c:v>
                </c:pt>
                <c:pt idx="1518">
                  <c:v>0.29164833912761051</c:v>
                </c:pt>
                <c:pt idx="1519">
                  <c:v>0.29106016924327599</c:v>
                </c:pt>
                <c:pt idx="1520">
                  <c:v>0.29145304019069723</c:v>
                </c:pt>
                <c:pt idx="1521">
                  <c:v>0.2930334058079489</c:v>
                </c:pt>
                <c:pt idx="1522">
                  <c:v>0.2999125091664287</c:v>
                </c:pt>
                <c:pt idx="1523">
                  <c:v>0.30173683829277848</c:v>
                </c:pt>
                <c:pt idx="1524">
                  <c:v>0.30297875725671614</c:v>
                </c:pt>
                <c:pt idx="1525">
                  <c:v>0.3066502057136285</c:v>
                </c:pt>
                <c:pt idx="1526">
                  <c:v>0.31150376890914883</c:v>
                </c:pt>
                <c:pt idx="1527">
                  <c:v>0.30471142521508338</c:v>
                </c:pt>
                <c:pt idx="1528">
                  <c:v>0.30854570527247788</c:v>
                </c:pt>
                <c:pt idx="1529">
                  <c:v>0.31220118300160155</c:v>
                </c:pt>
                <c:pt idx="1530">
                  <c:v>0.30364125849654972</c:v>
                </c:pt>
                <c:pt idx="1531">
                  <c:v>0.30270040548728777</c:v>
                </c:pt>
                <c:pt idx="1532">
                  <c:v>0.30349247007832303</c:v>
                </c:pt>
                <c:pt idx="1533">
                  <c:v>0.30012150053280345</c:v>
                </c:pt>
                <c:pt idx="1534">
                  <c:v>0.29428360794786257</c:v>
                </c:pt>
                <c:pt idx="1535">
                  <c:v>0.29050612934325371</c:v>
                </c:pt>
                <c:pt idx="1536">
                  <c:v>0.29574048638761086</c:v>
                </c:pt>
                <c:pt idx="1537">
                  <c:v>0.29384509716718055</c:v>
                </c:pt>
                <c:pt idx="1538">
                  <c:v>0.29456323672446244</c:v>
                </c:pt>
                <c:pt idx="1539">
                  <c:v>0.29482848514576943</c:v>
                </c:pt>
                <c:pt idx="1540">
                  <c:v>0.29656418772108051</c:v>
                </c:pt>
                <c:pt idx="1541">
                  <c:v>0.29368206836133365</c:v>
                </c:pt>
                <c:pt idx="1542">
                  <c:v>0.2932901256994056</c:v>
                </c:pt>
                <c:pt idx="1543">
                  <c:v>0.28971271359599976</c:v>
                </c:pt>
                <c:pt idx="1544">
                  <c:v>0.28998151725206972</c:v>
                </c:pt>
                <c:pt idx="1545">
                  <c:v>0.29041236993240949</c:v>
                </c:pt>
                <c:pt idx="1546">
                  <c:v>0.29422281590728688</c:v>
                </c:pt>
                <c:pt idx="1547">
                  <c:v>0.29383447540585045</c:v>
                </c:pt>
                <c:pt idx="1548">
                  <c:v>0.29408781716038807</c:v>
                </c:pt>
                <c:pt idx="1549">
                  <c:v>0.29345788507034481</c:v>
                </c:pt>
                <c:pt idx="1550">
                  <c:v>0.2920673814710556</c:v>
                </c:pt>
                <c:pt idx="1551">
                  <c:v>0.28992792813942919</c:v>
                </c:pt>
                <c:pt idx="1552">
                  <c:v>0.29374162735934956</c:v>
                </c:pt>
                <c:pt idx="1553">
                  <c:v>0.2944632793246536</c:v>
                </c:pt>
                <c:pt idx="1554">
                  <c:v>0.29005745851477621</c:v>
                </c:pt>
                <c:pt idx="1555">
                  <c:v>0.2877138804856445</c:v>
                </c:pt>
                <c:pt idx="1556">
                  <c:v>0.28714790038829691</c:v>
                </c:pt>
                <c:pt idx="1557">
                  <c:v>0.28865707889969711</c:v>
                </c:pt>
                <c:pt idx="1558">
                  <c:v>0.29031638279780259</c:v>
                </c:pt>
                <c:pt idx="1559">
                  <c:v>0.29166141721224675</c:v>
                </c:pt>
                <c:pt idx="1560">
                  <c:v>0.29195661326839895</c:v>
                </c:pt>
                <c:pt idx="1561">
                  <c:v>0.29039957217127904</c:v>
                </c:pt>
                <c:pt idx="1562">
                  <c:v>0.28757893330579565</c:v>
                </c:pt>
                <c:pt idx="1563">
                  <c:v>0.2836374393748069</c:v>
                </c:pt>
                <c:pt idx="1564">
                  <c:v>0.28337529712652221</c:v>
                </c:pt>
                <c:pt idx="1565">
                  <c:v>0.28806815257093099</c:v>
                </c:pt>
                <c:pt idx="1566">
                  <c:v>0.28724829473467739</c:v>
                </c:pt>
                <c:pt idx="1567">
                  <c:v>0.28745754078858726</c:v>
                </c:pt>
                <c:pt idx="1568">
                  <c:v>0.29175136460660506</c:v>
                </c:pt>
                <c:pt idx="1569">
                  <c:v>0.29092611774433708</c:v>
                </c:pt>
                <c:pt idx="1570">
                  <c:v>0.29207986136268815</c:v>
                </c:pt>
                <c:pt idx="1571">
                  <c:v>0.28906499934996327</c:v>
                </c:pt>
                <c:pt idx="1572">
                  <c:v>0.28720459663153025</c:v>
                </c:pt>
                <c:pt idx="1573">
                  <c:v>0.28227430766191863</c:v>
                </c:pt>
                <c:pt idx="1574">
                  <c:v>0.28632024944840273</c:v>
                </c:pt>
                <c:pt idx="1575">
                  <c:v>0.28757378707831571</c:v>
                </c:pt>
                <c:pt idx="1576">
                  <c:v>0.28785940733210114</c:v>
                </c:pt>
                <c:pt idx="1577">
                  <c:v>0.28685073246623449</c:v>
                </c:pt>
                <c:pt idx="1578">
                  <c:v>0.28341095911189518</c:v>
                </c:pt>
                <c:pt idx="1579">
                  <c:v>0.27459935567168936</c:v>
                </c:pt>
                <c:pt idx="1580">
                  <c:v>0.27615140625213597</c:v>
                </c:pt>
                <c:pt idx="1581">
                  <c:v>0.27362335269154942</c:v>
                </c:pt>
                <c:pt idx="1582">
                  <c:v>0.27266133628946837</c:v>
                </c:pt>
                <c:pt idx="1583">
                  <c:v>0.2721162949995562</c:v>
                </c:pt>
                <c:pt idx="1584">
                  <c:v>0.27506873062201409</c:v>
                </c:pt>
                <c:pt idx="1585">
                  <c:v>0.27046980475780963</c:v>
                </c:pt>
                <c:pt idx="1586">
                  <c:v>0.26942596822723841</c:v>
                </c:pt>
                <c:pt idx="1587">
                  <c:v>0.27022067469692407</c:v>
                </c:pt>
                <c:pt idx="1588">
                  <c:v>0.27238036591310005</c:v>
                </c:pt>
                <c:pt idx="1589">
                  <c:v>0.27251226912331306</c:v>
                </c:pt>
                <c:pt idx="1590">
                  <c:v>0.27350457667046196</c:v>
                </c:pt>
                <c:pt idx="1591">
                  <c:v>0.27496914733655042</c:v>
                </c:pt>
                <c:pt idx="1592">
                  <c:v>0.26829525520521375</c:v>
                </c:pt>
                <c:pt idx="1593">
                  <c:v>0.26771657428453721</c:v>
                </c:pt>
                <c:pt idx="1594">
                  <c:v>0.26380580626915512</c:v>
                </c:pt>
                <c:pt idx="1595">
                  <c:v>0.26053420974735492</c:v>
                </c:pt>
                <c:pt idx="1596">
                  <c:v>0.2598285982353058</c:v>
                </c:pt>
                <c:pt idx="1597">
                  <c:v>0.259696987291403</c:v>
                </c:pt>
                <c:pt idx="1598">
                  <c:v>0.25704885849495668</c:v>
                </c:pt>
                <c:pt idx="1599">
                  <c:v>0.25489043109371406</c:v>
                </c:pt>
                <c:pt idx="1600">
                  <c:v>0.25314261247191672</c:v>
                </c:pt>
                <c:pt idx="1601">
                  <c:v>0.25377402740789429</c:v>
                </c:pt>
                <c:pt idx="1602">
                  <c:v>0.2558698183852241</c:v>
                </c:pt>
                <c:pt idx="1603">
                  <c:v>0.25619924247256293</c:v>
                </c:pt>
                <c:pt idx="1604">
                  <c:v>0.25763582514527356</c:v>
                </c:pt>
                <c:pt idx="1605">
                  <c:v>0.26017745340569887</c:v>
                </c:pt>
                <c:pt idx="1606">
                  <c:v>0.2590601609660228</c:v>
                </c:pt>
                <c:pt idx="1607">
                  <c:v>0.25856291680931442</c:v>
                </c:pt>
                <c:pt idx="1608">
                  <c:v>0.26037300022422827</c:v>
                </c:pt>
                <c:pt idx="1609">
                  <c:v>0.25813746901001705</c:v>
                </c:pt>
                <c:pt idx="1610">
                  <c:v>0.25966433708770037</c:v>
                </c:pt>
                <c:pt idx="1611">
                  <c:v>0.26379324834352136</c:v>
                </c:pt>
                <c:pt idx="1612">
                  <c:v>0.26312809443278823</c:v>
                </c:pt>
                <c:pt idx="1613">
                  <c:v>0.26359699093539651</c:v>
                </c:pt>
                <c:pt idx="1614">
                  <c:v>0.26178996342586142</c:v>
                </c:pt>
                <c:pt idx="1615">
                  <c:v>0.262461928862262</c:v>
                </c:pt>
                <c:pt idx="1616">
                  <c:v>0.26079607469351723</c:v>
                </c:pt>
                <c:pt idx="1617">
                  <c:v>0.25769654693734484</c:v>
                </c:pt>
                <c:pt idx="1618">
                  <c:v>0.2587286256399508</c:v>
                </c:pt>
                <c:pt idx="1619">
                  <c:v>0.26175131261097045</c:v>
                </c:pt>
                <c:pt idx="1620">
                  <c:v>0.26335922193425498</c:v>
                </c:pt>
                <c:pt idx="1621">
                  <c:v>0.26187281748382418</c:v>
                </c:pt>
                <c:pt idx="1622">
                  <c:v>0.26160354192021917</c:v>
                </c:pt>
                <c:pt idx="1623">
                  <c:v>0.2598975195563818</c:v>
                </c:pt>
                <c:pt idx="1624">
                  <c:v>0.25808045353527037</c:v>
                </c:pt>
                <c:pt idx="1625">
                  <c:v>0.25820487929302993</c:v>
                </c:pt>
                <c:pt idx="1626">
                  <c:v>0.26093866257899984</c:v>
                </c:pt>
                <c:pt idx="1627">
                  <c:v>0.26158038030597525</c:v>
                </c:pt>
                <c:pt idx="1628">
                  <c:v>0.26056332262131993</c:v>
                </c:pt>
                <c:pt idx="1629">
                  <c:v>0.25851927782779954</c:v>
                </c:pt>
                <c:pt idx="1630">
                  <c:v>0.2601179377490544</c:v>
                </c:pt>
                <c:pt idx="1631">
                  <c:v>0.25982418890762177</c:v>
                </c:pt>
                <c:pt idx="1632">
                  <c:v>0.2581662073568271</c:v>
                </c:pt>
                <c:pt idx="1633">
                  <c:v>0.25692766523348648</c:v>
                </c:pt>
                <c:pt idx="1634">
                  <c:v>0.25929751145264418</c:v>
                </c:pt>
                <c:pt idx="1635">
                  <c:v>0.26026409267101713</c:v>
                </c:pt>
                <c:pt idx="1636">
                  <c:v>0.25892383776486932</c:v>
                </c:pt>
                <c:pt idx="1637">
                  <c:v>0.25820924659661404</c:v>
                </c:pt>
                <c:pt idx="1638">
                  <c:v>0.25710905870286982</c:v>
                </c:pt>
                <c:pt idx="1639">
                  <c:v>0.25602149448884537</c:v>
                </c:pt>
                <c:pt idx="1640">
                  <c:v>0.25636926853942682</c:v>
                </c:pt>
                <c:pt idx="1641">
                  <c:v>0.25408342332874745</c:v>
                </c:pt>
                <c:pt idx="1642">
                  <c:v>0.25529873116531865</c:v>
                </c:pt>
                <c:pt idx="1643">
                  <c:v>0.25175998106672592</c:v>
                </c:pt>
                <c:pt idx="1644">
                  <c:v>0.25357776228966267</c:v>
                </c:pt>
                <c:pt idx="1645">
                  <c:v>0.25566457815988874</c:v>
                </c:pt>
                <c:pt idx="1646">
                  <c:v>0.25402776086667872</c:v>
                </c:pt>
                <c:pt idx="1647">
                  <c:v>0.25542201304263207</c:v>
                </c:pt>
                <c:pt idx="1648">
                  <c:v>0.25362734431436462</c:v>
                </c:pt>
                <c:pt idx="1649">
                  <c:v>0.25363675512799333</c:v>
                </c:pt>
                <c:pt idx="1650">
                  <c:v>0.25355704321259559</c:v>
                </c:pt>
                <c:pt idx="1651">
                  <c:v>0.25281474167432383</c:v>
                </c:pt>
                <c:pt idx="1652">
                  <c:v>0.25423193711720948</c:v>
                </c:pt>
                <c:pt idx="1653">
                  <c:v>0.24817018416747547</c:v>
                </c:pt>
                <c:pt idx="1654">
                  <c:v>0.24536129029577486</c:v>
                </c:pt>
                <c:pt idx="1655">
                  <c:v>0.24630451714600166</c:v>
                </c:pt>
                <c:pt idx="1656">
                  <c:v>0.24968424226498198</c:v>
                </c:pt>
                <c:pt idx="1657">
                  <c:v>0.25135433748883534</c:v>
                </c:pt>
                <c:pt idx="1658">
                  <c:v>0.25307933048969455</c:v>
                </c:pt>
                <c:pt idx="1659">
                  <c:v>0.25047189346658566</c:v>
                </c:pt>
                <c:pt idx="1660">
                  <c:v>0.24897197249560507</c:v>
                </c:pt>
                <c:pt idx="1661">
                  <c:v>0.24232079775924509</c:v>
                </c:pt>
                <c:pt idx="1662">
                  <c:v>0.23957769989059829</c:v>
                </c:pt>
                <c:pt idx="1663">
                  <c:v>0.24196121492480979</c:v>
                </c:pt>
                <c:pt idx="1664">
                  <c:v>0.2428580244877048</c:v>
                </c:pt>
                <c:pt idx="1665">
                  <c:v>0.24214016879189193</c:v>
                </c:pt>
                <c:pt idx="1666">
                  <c:v>0.24462436123735307</c:v>
                </c:pt>
                <c:pt idx="1667">
                  <c:v>0.24605238415935066</c:v>
                </c:pt>
                <c:pt idx="1668">
                  <c:v>0.24439021431296964</c:v>
                </c:pt>
                <c:pt idx="1669">
                  <c:v>0.24350912424849469</c:v>
                </c:pt>
                <c:pt idx="1670">
                  <c:v>0.24325470971050972</c:v>
                </c:pt>
                <c:pt idx="1671">
                  <c:v>0.24474516307195174</c:v>
                </c:pt>
                <c:pt idx="1672">
                  <c:v>0.24538040223465607</c:v>
                </c:pt>
                <c:pt idx="1673">
                  <c:v>0.24337049839391414</c:v>
                </c:pt>
                <c:pt idx="1674">
                  <c:v>0.24703146136051543</c:v>
                </c:pt>
                <c:pt idx="1675">
                  <c:v>0.24506004195163034</c:v>
                </c:pt>
                <c:pt idx="1676">
                  <c:v>0.24207647733049842</c:v>
                </c:pt>
                <c:pt idx="1677">
                  <c:v>0.2432380887018401</c:v>
                </c:pt>
                <c:pt idx="1678">
                  <c:v>0.24062162167012038</c:v>
                </c:pt>
                <c:pt idx="1679">
                  <c:v>0.23987573661557055</c:v>
                </c:pt>
                <c:pt idx="1680">
                  <c:v>0.24437340141438887</c:v>
                </c:pt>
                <c:pt idx="1681">
                  <c:v>0.24407582591568991</c:v>
                </c:pt>
                <c:pt idx="1682">
                  <c:v>0.24438257295620786</c:v>
                </c:pt>
                <c:pt idx="1683">
                  <c:v>0.24310008635334898</c:v>
                </c:pt>
                <c:pt idx="1684">
                  <c:v>0.24274783674052977</c:v>
                </c:pt>
                <c:pt idx="1685">
                  <c:v>0.24205429039207974</c:v>
                </c:pt>
                <c:pt idx="1686">
                  <c:v>0.24662496905611367</c:v>
                </c:pt>
                <c:pt idx="1687">
                  <c:v>0.24470400867233494</c:v>
                </c:pt>
                <c:pt idx="1688">
                  <c:v>0.24641114547785223</c:v>
                </c:pt>
                <c:pt idx="1689">
                  <c:v>0.2453424490968926</c:v>
                </c:pt>
                <c:pt idx="1690">
                  <c:v>0.24027812058040096</c:v>
                </c:pt>
                <c:pt idx="1691">
                  <c:v>0.24246531026870941</c:v>
                </c:pt>
                <c:pt idx="1692">
                  <c:v>0.24278320609076826</c:v>
                </c:pt>
                <c:pt idx="1693">
                  <c:v>0.24012432813667106</c:v>
                </c:pt>
                <c:pt idx="1694">
                  <c:v>0.23925007656154837</c:v>
                </c:pt>
                <c:pt idx="1695">
                  <c:v>0.23824295936515816</c:v>
                </c:pt>
                <c:pt idx="1696">
                  <c:v>0.24029718446540674</c:v>
                </c:pt>
                <c:pt idx="1697">
                  <c:v>0.23963229540531589</c:v>
                </c:pt>
                <c:pt idx="1698">
                  <c:v>0.23775132752424535</c:v>
                </c:pt>
                <c:pt idx="1699">
                  <c:v>0.23838629245313617</c:v>
                </c:pt>
                <c:pt idx="1700">
                  <c:v>0.23673548192514818</c:v>
                </c:pt>
                <c:pt idx="1701">
                  <c:v>0.23397494831963705</c:v>
                </c:pt>
                <c:pt idx="1702">
                  <c:v>0.22839011206340598</c:v>
                </c:pt>
                <c:pt idx="1703">
                  <c:v>0.22924580590781973</c:v>
                </c:pt>
                <c:pt idx="1704">
                  <c:v>0.23178706746477643</c:v>
                </c:pt>
                <c:pt idx="1705">
                  <c:v>0.23005984032176424</c:v>
                </c:pt>
                <c:pt idx="1706">
                  <c:v>0.23203933769182675</c:v>
                </c:pt>
                <c:pt idx="1707">
                  <c:v>0.23193881925090881</c:v>
                </c:pt>
                <c:pt idx="1708">
                  <c:v>0.23330135835881144</c:v>
                </c:pt>
                <c:pt idx="1709">
                  <c:v>0.23120969812528488</c:v>
                </c:pt>
                <c:pt idx="1710">
                  <c:v>0.22848065459022121</c:v>
                </c:pt>
                <c:pt idx="1711">
                  <c:v>0.2270045071332582</c:v>
                </c:pt>
                <c:pt idx="1712">
                  <c:v>0.22618536530915728</c:v>
                </c:pt>
                <c:pt idx="1713">
                  <c:v>0.22661326543423543</c:v>
                </c:pt>
                <c:pt idx="1714">
                  <c:v>0.22587582466002701</c:v>
                </c:pt>
                <c:pt idx="1715">
                  <c:v>0.22595314669783981</c:v>
                </c:pt>
                <c:pt idx="1716">
                  <c:v>0.22250218343008735</c:v>
                </c:pt>
                <c:pt idx="1717">
                  <c:v>0.22165426550569897</c:v>
                </c:pt>
                <c:pt idx="1718">
                  <c:v>0.221219806248414</c:v>
                </c:pt>
                <c:pt idx="1719">
                  <c:v>0.21956655879502221</c:v>
                </c:pt>
                <c:pt idx="1720">
                  <c:v>0.22369178561289782</c:v>
                </c:pt>
                <c:pt idx="1721">
                  <c:v>0.22520845278549809</c:v>
                </c:pt>
                <c:pt idx="1722">
                  <c:v>0.22607839739500818</c:v>
                </c:pt>
                <c:pt idx="1723">
                  <c:v>0.22569659333262804</c:v>
                </c:pt>
                <c:pt idx="1724">
                  <c:v>0.22459523683507696</c:v>
                </c:pt>
                <c:pt idx="1725">
                  <c:v>0.2229342219495517</c:v>
                </c:pt>
                <c:pt idx="1726">
                  <c:v>0.22512115072937433</c:v>
                </c:pt>
                <c:pt idx="1727">
                  <c:v>0.22172360703227292</c:v>
                </c:pt>
                <c:pt idx="1728">
                  <c:v>0.22264265534541394</c:v>
                </c:pt>
                <c:pt idx="1729">
                  <c:v>0.22124511431488297</c:v>
                </c:pt>
                <c:pt idx="1730">
                  <c:v>0.22230666814581757</c:v>
                </c:pt>
                <c:pt idx="1731">
                  <c:v>0.22374684846066178</c:v>
                </c:pt>
                <c:pt idx="1732">
                  <c:v>0.22426288549656034</c:v>
                </c:pt>
                <c:pt idx="1733">
                  <c:v>0.22788638273826087</c:v>
                </c:pt>
                <c:pt idx="1734">
                  <c:v>0.22639667444850295</c:v>
                </c:pt>
                <c:pt idx="1735">
                  <c:v>0.22602442793270244</c:v>
                </c:pt>
                <c:pt idx="1736">
                  <c:v>0.22202249315859662</c:v>
                </c:pt>
                <c:pt idx="1737">
                  <c:v>0.21891378169285092</c:v>
                </c:pt>
                <c:pt idx="1738">
                  <c:v>0.21930409379061011</c:v>
                </c:pt>
                <c:pt idx="1739">
                  <c:v>0.22228935269357356</c:v>
                </c:pt>
                <c:pt idx="1740">
                  <c:v>0.22387046812355335</c:v>
                </c:pt>
                <c:pt idx="1741">
                  <c:v>0.223486267510218</c:v>
                </c:pt>
                <c:pt idx="1742">
                  <c:v>0.22195240668388774</c:v>
                </c:pt>
                <c:pt idx="1743">
                  <c:v>0.22154587770594922</c:v>
                </c:pt>
                <c:pt idx="1744">
                  <c:v>0.22444356708440355</c:v>
                </c:pt>
                <c:pt idx="1745">
                  <c:v>0.22575079697731007</c:v>
                </c:pt>
                <c:pt idx="1746">
                  <c:v>0.22583297554822218</c:v>
                </c:pt>
                <c:pt idx="1747">
                  <c:v>0.22676061331733749</c:v>
                </c:pt>
                <c:pt idx="1748">
                  <c:v>0.22663058345997028</c:v>
                </c:pt>
                <c:pt idx="1749">
                  <c:v>0.22710290081887399</c:v>
                </c:pt>
                <c:pt idx="1750">
                  <c:v>0.22484247829972104</c:v>
                </c:pt>
                <c:pt idx="1751">
                  <c:v>0.22374237786824855</c:v>
                </c:pt>
                <c:pt idx="1752">
                  <c:v>0.22223239422928667</c:v>
                </c:pt>
                <c:pt idx="1753">
                  <c:v>0.22350888952975781</c:v>
                </c:pt>
                <c:pt idx="1754">
                  <c:v>0.22421919687323624</c:v>
                </c:pt>
                <c:pt idx="1755">
                  <c:v>0.22471875774862932</c:v>
                </c:pt>
                <c:pt idx="1756">
                  <c:v>0.2248386342472149</c:v>
                </c:pt>
                <c:pt idx="1757">
                  <c:v>0.22793401820474044</c:v>
                </c:pt>
                <c:pt idx="1758">
                  <c:v>0.22864505121198717</c:v>
                </c:pt>
                <c:pt idx="1759">
                  <c:v>0.22809909653389041</c:v>
                </c:pt>
                <c:pt idx="1760">
                  <c:v>0.22750021609800844</c:v>
                </c:pt>
                <c:pt idx="1761">
                  <c:v>0.22617415642592539</c:v>
                </c:pt>
                <c:pt idx="1762">
                  <c:v>0.2280974049072092</c:v>
                </c:pt>
                <c:pt idx="1763">
                  <c:v>0.22852733632452579</c:v>
                </c:pt>
                <c:pt idx="1764">
                  <c:v>0.22893385143076084</c:v>
                </c:pt>
                <c:pt idx="1765">
                  <c:v>0.23044542261921849</c:v>
                </c:pt>
                <c:pt idx="1766">
                  <c:v>0.23086602722468053</c:v>
                </c:pt>
                <c:pt idx="1767">
                  <c:v>0.23054964772044181</c:v>
                </c:pt>
                <c:pt idx="1768">
                  <c:v>0.22803062657919654</c:v>
                </c:pt>
                <c:pt idx="1769">
                  <c:v>0.2261985251191064</c:v>
                </c:pt>
                <c:pt idx="1770">
                  <c:v>0.2261911949940236</c:v>
                </c:pt>
                <c:pt idx="1771">
                  <c:v>0.22730739588308663</c:v>
                </c:pt>
                <c:pt idx="1772">
                  <c:v>0.22842500955408626</c:v>
                </c:pt>
                <c:pt idx="1773">
                  <c:v>0.22732615848381879</c:v>
                </c:pt>
                <c:pt idx="1774">
                  <c:v>0.22891129427828358</c:v>
                </c:pt>
                <c:pt idx="1775">
                  <c:v>0.23035988565372034</c:v>
                </c:pt>
                <c:pt idx="1776">
                  <c:v>0.22765217200798585</c:v>
                </c:pt>
                <c:pt idx="1777">
                  <c:v>0.21852420127752209</c:v>
                </c:pt>
                <c:pt idx="1778">
                  <c:v>0.2165980640782868</c:v>
                </c:pt>
                <c:pt idx="1779">
                  <c:v>0.21552885820677253</c:v>
                </c:pt>
                <c:pt idx="1780">
                  <c:v>0.21811625702764995</c:v>
                </c:pt>
                <c:pt idx="1781">
                  <c:v>0.21826967375176204</c:v>
                </c:pt>
                <c:pt idx="1782">
                  <c:v>0.21873669320222991</c:v>
                </c:pt>
                <c:pt idx="1783">
                  <c:v>0.22168962339446288</c:v>
                </c:pt>
                <c:pt idx="1784">
                  <c:v>0.2191085432083405</c:v>
                </c:pt>
                <c:pt idx="1785">
                  <c:v>0.21979389397427135</c:v>
                </c:pt>
                <c:pt idx="1786">
                  <c:v>0.22031107145735282</c:v>
                </c:pt>
                <c:pt idx="1787">
                  <c:v>0.21752972867703202</c:v>
                </c:pt>
                <c:pt idx="1788">
                  <c:v>0.2190206760245795</c:v>
                </c:pt>
                <c:pt idx="1789">
                  <c:v>0.22050944366170877</c:v>
                </c:pt>
                <c:pt idx="1790">
                  <c:v>0.2210137023793336</c:v>
                </c:pt>
                <c:pt idx="1791">
                  <c:v>0.22556027790107758</c:v>
                </c:pt>
                <c:pt idx="1792">
                  <c:v>0.22710770631076382</c:v>
                </c:pt>
                <c:pt idx="1793">
                  <c:v>0.22902372128541007</c:v>
                </c:pt>
                <c:pt idx="1794">
                  <c:v>0.22906246150670151</c:v>
                </c:pt>
                <c:pt idx="1795">
                  <c:v>0.22843425199197503</c:v>
                </c:pt>
                <c:pt idx="1796">
                  <c:v>0.22765431419946247</c:v>
                </c:pt>
                <c:pt idx="1797">
                  <c:v>0.22537006691244682</c:v>
                </c:pt>
                <c:pt idx="1798">
                  <c:v>0.22631938903153459</c:v>
                </c:pt>
                <c:pt idx="1799">
                  <c:v>0.22675496307483084</c:v>
                </c:pt>
                <c:pt idx="1800">
                  <c:v>0.23133387881638026</c:v>
                </c:pt>
                <c:pt idx="1801">
                  <c:v>0.2279171008640517</c:v>
                </c:pt>
                <c:pt idx="1802">
                  <c:v>0.22830272432644363</c:v>
                </c:pt>
                <c:pt idx="1803">
                  <c:v>0.22420183678559313</c:v>
                </c:pt>
                <c:pt idx="1804">
                  <c:v>0.22344549806006456</c:v>
                </c:pt>
                <c:pt idx="1805">
                  <c:v>0.22803856860236688</c:v>
                </c:pt>
                <c:pt idx="1806">
                  <c:v>0.22819483666105497</c:v>
                </c:pt>
                <c:pt idx="1807">
                  <c:v>0.22624782426443055</c:v>
                </c:pt>
                <c:pt idx="1808">
                  <c:v>0.22818653752146201</c:v>
                </c:pt>
                <c:pt idx="1809">
                  <c:v>0.22552579681894344</c:v>
                </c:pt>
                <c:pt idx="1810">
                  <c:v>0.22345132851927418</c:v>
                </c:pt>
                <c:pt idx="1811">
                  <c:v>0.22356873840989591</c:v>
                </c:pt>
                <c:pt idx="1812">
                  <c:v>0.21778274335364312</c:v>
                </c:pt>
                <c:pt idx="1813">
                  <c:v>0.21322995624589994</c:v>
                </c:pt>
                <c:pt idx="1814">
                  <c:v>0.2147766592797774</c:v>
                </c:pt>
                <c:pt idx="1815">
                  <c:v>0.21685597059988015</c:v>
                </c:pt>
                <c:pt idx="1816">
                  <c:v>0.21377639612227509</c:v>
                </c:pt>
                <c:pt idx="1817">
                  <c:v>0.21416177794508681</c:v>
                </c:pt>
                <c:pt idx="1818">
                  <c:v>0.21215748594867845</c:v>
                </c:pt>
                <c:pt idx="1819">
                  <c:v>0.21118319951173642</c:v>
                </c:pt>
                <c:pt idx="1820">
                  <c:v>0.20895638061687608</c:v>
                </c:pt>
                <c:pt idx="1821">
                  <c:v>0.21133291133119592</c:v>
                </c:pt>
                <c:pt idx="1822">
                  <c:v>0.2096807972636093</c:v>
                </c:pt>
                <c:pt idx="1823">
                  <c:v>0.20774069435471307</c:v>
                </c:pt>
                <c:pt idx="1824">
                  <c:v>0.20280904527674745</c:v>
                </c:pt>
                <c:pt idx="1825">
                  <c:v>0.20416171909316358</c:v>
                </c:pt>
                <c:pt idx="1826">
                  <c:v>0.20095722307906738</c:v>
                </c:pt>
                <c:pt idx="1827">
                  <c:v>0.20298437134348343</c:v>
                </c:pt>
                <c:pt idx="1828">
                  <c:v>0.20809659473008249</c:v>
                </c:pt>
                <c:pt idx="1829">
                  <c:v>0.21761763561480449</c:v>
                </c:pt>
                <c:pt idx="1830">
                  <c:v>0.21742580085357771</c:v>
                </c:pt>
                <c:pt idx="1831">
                  <c:v>0.21689360473257294</c:v>
                </c:pt>
                <c:pt idx="1832">
                  <c:v>0.21660221835021065</c:v>
                </c:pt>
                <c:pt idx="1833">
                  <c:v>0.21496785031075211</c:v>
                </c:pt>
                <c:pt idx="1834">
                  <c:v>0.21440383775473409</c:v>
                </c:pt>
                <c:pt idx="1835">
                  <c:v>0.21541975792700566</c:v>
                </c:pt>
                <c:pt idx="1836">
                  <c:v>0.21661918057557933</c:v>
                </c:pt>
                <c:pt idx="1837">
                  <c:v>0.21755414430391448</c:v>
                </c:pt>
                <c:pt idx="1838">
                  <c:v>0.21657357909341365</c:v>
                </c:pt>
                <c:pt idx="1839">
                  <c:v>0.22065965353913256</c:v>
                </c:pt>
                <c:pt idx="1840">
                  <c:v>0.22445657873850125</c:v>
                </c:pt>
                <c:pt idx="1841">
                  <c:v>0.22254119706780978</c:v>
                </c:pt>
                <c:pt idx="1842">
                  <c:v>0.22252913186521653</c:v>
                </c:pt>
                <c:pt idx="1843">
                  <c:v>0.2242579407321923</c:v>
                </c:pt>
                <c:pt idx="1844">
                  <c:v>0.22264524265542951</c:v>
                </c:pt>
                <c:pt idx="1845">
                  <c:v>0.22463866731744106</c:v>
                </c:pt>
                <c:pt idx="1846">
                  <c:v>0.22677669203477641</c:v>
                </c:pt>
                <c:pt idx="1847">
                  <c:v>0.23044028558984481</c:v>
                </c:pt>
                <c:pt idx="1848">
                  <c:v>0.22751820351026947</c:v>
                </c:pt>
                <c:pt idx="1849">
                  <c:v>0.23254908813402284</c:v>
                </c:pt>
                <c:pt idx="1850">
                  <c:v>0.23341772005691261</c:v>
                </c:pt>
                <c:pt idx="1851">
                  <c:v>0.23333318800608854</c:v>
                </c:pt>
                <c:pt idx="1852">
                  <c:v>0.23317517112604985</c:v>
                </c:pt>
                <c:pt idx="1853">
                  <c:v>0.2342180168340379</c:v>
                </c:pt>
                <c:pt idx="1854">
                  <c:v>0.23304226096150682</c:v>
                </c:pt>
                <c:pt idx="1855">
                  <c:v>0.23010913738643132</c:v>
                </c:pt>
                <c:pt idx="1856">
                  <c:v>0.2322903096184451</c:v>
                </c:pt>
                <c:pt idx="1857">
                  <c:v>0.23516805656797019</c:v>
                </c:pt>
                <c:pt idx="1858">
                  <c:v>0.23765673132287732</c:v>
                </c:pt>
                <c:pt idx="1859">
                  <c:v>0.24012217792815305</c:v>
                </c:pt>
                <c:pt idx="1860">
                  <c:v>0.24096296642453396</c:v>
                </c:pt>
                <c:pt idx="1861">
                  <c:v>0.24319917398967206</c:v>
                </c:pt>
                <c:pt idx="1862">
                  <c:v>0.2466948081736228</c:v>
                </c:pt>
                <c:pt idx="1863">
                  <c:v>0.24112087332823626</c:v>
                </c:pt>
                <c:pt idx="1864">
                  <c:v>0.23191485388629052</c:v>
                </c:pt>
                <c:pt idx="1865">
                  <c:v>0.23957390384847127</c:v>
                </c:pt>
                <c:pt idx="1866">
                  <c:v>0.2369218160081468</c:v>
                </c:pt>
                <c:pt idx="1867">
                  <c:v>0.23875406959213902</c:v>
                </c:pt>
                <c:pt idx="1868">
                  <c:v>0.23927846135082478</c:v>
                </c:pt>
                <c:pt idx="1869">
                  <c:v>0.23590789096913134</c:v>
                </c:pt>
                <c:pt idx="1870">
                  <c:v>0.23638217332413741</c:v>
                </c:pt>
                <c:pt idx="1871">
                  <c:v>0.23802583668806745</c:v>
                </c:pt>
                <c:pt idx="1872">
                  <c:v>0.23504995750582408</c:v>
                </c:pt>
                <c:pt idx="1873">
                  <c:v>0.22976888302256163</c:v>
                </c:pt>
                <c:pt idx="1874">
                  <c:v>0.22465232936666812</c:v>
                </c:pt>
                <c:pt idx="1875">
                  <c:v>0.22904966378082148</c:v>
                </c:pt>
                <c:pt idx="1876">
                  <c:v>0.23156135750752657</c:v>
                </c:pt>
                <c:pt idx="1877">
                  <c:v>0.22836512816624163</c:v>
                </c:pt>
                <c:pt idx="1878">
                  <c:v>0.23084700344451725</c:v>
                </c:pt>
                <c:pt idx="1879">
                  <c:v>0.23127126777560952</c:v>
                </c:pt>
                <c:pt idx="1880">
                  <c:v>0.23054794658395364</c:v>
                </c:pt>
                <c:pt idx="1881">
                  <c:v>0.23012119225503569</c:v>
                </c:pt>
                <c:pt idx="1882">
                  <c:v>0.23137469210689554</c:v>
                </c:pt>
                <c:pt idx="1883">
                  <c:v>0.23146966447576062</c:v>
                </c:pt>
                <c:pt idx="1884">
                  <c:v>0.22926821002789188</c:v>
                </c:pt>
                <c:pt idx="1885">
                  <c:v>0.22931281732871814</c:v>
                </c:pt>
                <c:pt idx="1886">
                  <c:v>0.22575850130328545</c:v>
                </c:pt>
                <c:pt idx="1887">
                  <c:v>0.22293469741271771</c:v>
                </c:pt>
                <c:pt idx="1888">
                  <c:v>0.22200175000229949</c:v>
                </c:pt>
                <c:pt idx="1889">
                  <c:v>0.22356460807427375</c:v>
                </c:pt>
                <c:pt idx="1890">
                  <c:v>0.22438960246676223</c:v>
                </c:pt>
                <c:pt idx="1891">
                  <c:v>0.22416088619322533</c:v>
                </c:pt>
                <c:pt idx="1892">
                  <c:v>0.22811020094576898</c:v>
                </c:pt>
                <c:pt idx="1893">
                  <c:v>0.2300442325852444</c:v>
                </c:pt>
                <c:pt idx="1894">
                  <c:v>0.23211790491186998</c:v>
                </c:pt>
                <c:pt idx="1895">
                  <c:v>0.22898728349298794</c:v>
                </c:pt>
                <c:pt idx="1896">
                  <c:v>0.22593130057191413</c:v>
                </c:pt>
                <c:pt idx="1897">
                  <c:v>0.2248473936421278</c:v>
                </c:pt>
                <c:pt idx="1898">
                  <c:v>0.22645706235007115</c:v>
                </c:pt>
                <c:pt idx="1899">
                  <c:v>0.22069947041644486</c:v>
                </c:pt>
                <c:pt idx="1900">
                  <c:v>0.22334489197187057</c:v>
                </c:pt>
                <c:pt idx="1901">
                  <c:v>0.22607198724789726</c:v>
                </c:pt>
                <c:pt idx="1902">
                  <c:v>0.22730724996601223</c:v>
                </c:pt>
                <c:pt idx="1903">
                  <c:v>0.22522504503641153</c:v>
                </c:pt>
                <c:pt idx="1904">
                  <c:v>0.23092755700807763</c:v>
                </c:pt>
                <c:pt idx="1905">
                  <c:v>0.23307747356214942</c:v>
                </c:pt>
                <c:pt idx="1906">
                  <c:v>0.23553890094830007</c:v>
                </c:pt>
                <c:pt idx="1907">
                  <c:v>0.23531473587475929</c:v>
                </c:pt>
                <c:pt idx="1908">
                  <c:v>0.23888798507016329</c:v>
                </c:pt>
                <c:pt idx="1909">
                  <c:v>0.23705252679031058</c:v>
                </c:pt>
                <c:pt idx="1910">
                  <c:v>0.233453991293604</c:v>
                </c:pt>
                <c:pt idx="1911">
                  <c:v>0.2328418482021298</c:v>
                </c:pt>
                <c:pt idx="1912">
                  <c:v>0.23271907987496976</c:v>
                </c:pt>
                <c:pt idx="1913">
                  <c:v>0.23190355039566074</c:v>
                </c:pt>
                <c:pt idx="1914">
                  <c:v>0.23280970177913135</c:v>
                </c:pt>
                <c:pt idx="1915">
                  <c:v>0.23271490227794414</c:v>
                </c:pt>
                <c:pt idx="1916">
                  <c:v>0.2270197332339173</c:v>
                </c:pt>
                <c:pt idx="1917">
                  <c:v>0.2234772937539049</c:v>
                </c:pt>
                <c:pt idx="1918">
                  <c:v>0.22454518647230801</c:v>
                </c:pt>
                <c:pt idx="1919">
                  <c:v>0.22593729364139969</c:v>
                </c:pt>
                <c:pt idx="1920">
                  <c:v>0.22841174446143306</c:v>
                </c:pt>
                <c:pt idx="1921">
                  <c:v>0.22878717558092451</c:v>
                </c:pt>
                <c:pt idx="1922">
                  <c:v>0.22670739046121563</c:v>
                </c:pt>
                <c:pt idx="1923">
                  <c:v>0.2321925491506508</c:v>
                </c:pt>
                <c:pt idx="1924">
                  <c:v>0.23278790780333872</c:v>
                </c:pt>
                <c:pt idx="1925">
                  <c:v>0.23300333736400425</c:v>
                </c:pt>
                <c:pt idx="1926">
                  <c:v>0.22999849572375217</c:v>
                </c:pt>
                <c:pt idx="1927">
                  <c:v>0.23135245913734168</c:v>
                </c:pt>
                <c:pt idx="1928">
                  <c:v>0.23223210236778422</c:v>
                </c:pt>
                <c:pt idx="1929">
                  <c:v>0.23382707692591584</c:v>
                </c:pt>
                <c:pt idx="1930">
                  <c:v>0.23418776633492489</c:v>
                </c:pt>
                <c:pt idx="1931">
                  <c:v>0.23520682029252804</c:v>
                </c:pt>
                <c:pt idx="1932">
                  <c:v>0.23690998856082721</c:v>
                </c:pt>
                <c:pt idx="1933">
                  <c:v>0.23617481123139511</c:v>
                </c:pt>
                <c:pt idx="1934">
                  <c:v>0.23343456791656358</c:v>
                </c:pt>
                <c:pt idx="1935">
                  <c:v>0.23415791591796964</c:v>
                </c:pt>
                <c:pt idx="1936">
                  <c:v>0.23585572305450669</c:v>
                </c:pt>
                <c:pt idx="1937">
                  <c:v>0.24064774867022581</c:v>
                </c:pt>
                <c:pt idx="1938">
                  <c:v>0.24036265044710256</c:v>
                </c:pt>
                <c:pt idx="1939">
                  <c:v>0.23762479556002433</c:v>
                </c:pt>
                <c:pt idx="1940">
                  <c:v>0.23369625621417156</c:v>
                </c:pt>
                <c:pt idx="1941">
                  <c:v>0.23445477323642308</c:v>
                </c:pt>
                <c:pt idx="1942">
                  <c:v>0.23521412674073058</c:v>
                </c:pt>
                <c:pt idx="1943">
                  <c:v>0.23207522636019839</c:v>
                </c:pt>
                <c:pt idx="1944">
                  <c:v>0.23511865904668208</c:v>
                </c:pt>
                <c:pt idx="1945">
                  <c:v>0.23520954536057334</c:v>
                </c:pt>
                <c:pt idx="1946">
                  <c:v>0.23337569743413497</c:v>
                </c:pt>
                <c:pt idx="1947">
                  <c:v>0.23061952592217849</c:v>
                </c:pt>
                <c:pt idx="1948">
                  <c:v>0.23695848731252966</c:v>
                </c:pt>
                <c:pt idx="1949">
                  <c:v>0.23690942073820997</c:v>
                </c:pt>
                <c:pt idx="1950">
                  <c:v>0.2362691962062812</c:v>
                </c:pt>
                <c:pt idx="1951">
                  <c:v>0.23263842926938949</c:v>
                </c:pt>
                <c:pt idx="1952">
                  <c:v>0.23274415854171532</c:v>
                </c:pt>
                <c:pt idx="1953">
                  <c:v>0.23356190399175192</c:v>
                </c:pt>
                <c:pt idx="1954">
                  <c:v>0.23624399915105257</c:v>
                </c:pt>
                <c:pt idx="1955">
                  <c:v>0.23114676112733104</c:v>
                </c:pt>
                <c:pt idx="1956">
                  <c:v>0.2293374082478547</c:v>
                </c:pt>
                <c:pt idx="1957">
                  <c:v>0.23404981435953301</c:v>
                </c:pt>
                <c:pt idx="1958">
                  <c:v>0.23469888858129337</c:v>
                </c:pt>
                <c:pt idx="1959">
                  <c:v>0.2316263769524618</c:v>
                </c:pt>
                <c:pt idx="1960">
                  <c:v>0.23221442118165772</c:v>
                </c:pt>
                <c:pt idx="1961">
                  <c:v>0.22705602635743236</c:v>
                </c:pt>
                <c:pt idx="1962">
                  <c:v>0.22998745324935732</c:v>
                </c:pt>
                <c:pt idx="1963">
                  <c:v>0.2299013196910546</c:v>
                </c:pt>
                <c:pt idx="1964">
                  <c:v>0.23134272962553498</c:v>
                </c:pt>
                <c:pt idx="1965">
                  <c:v>0.23357358684875032</c:v>
                </c:pt>
                <c:pt idx="1966">
                  <c:v>0.23383518539017203</c:v>
                </c:pt>
                <c:pt idx="1967">
                  <c:v>0.23682393913368185</c:v>
                </c:pt>
                <c:pt idx="1968">
                  <c:v>0.24112561107450237</c:v>
                </c:pt>
                <c:pt idx="1969">
                  <c:v>0.24040088469191084</c:v>
                </c:pt>
                <c:pt idx="1970">
                  <c:v>0.24280303598029118</c:v>
                </c:pt>
                <c:pt idx="1971">
                  <c:v>0.2429655068127631</c:v>
                </c:pt>
                <c:pt idx="1972">
                  <c:v>0.24046258127456413</c:v>
                </c:pt>
                <c:pt idx="1973">
                  <c:v>0.24259132593852603</c:v>
                </c:pt>
                <c:pt idx="1974">
                  <c:v>0.24419341566893074</c:v>
                </c:pt>
                <c:pt idx="1975">
                  <c:v>0.2477736389083241</c:v>
                </c:pt>
                <c:pt idx="1976">
                  <c:v>0.24211386929435769</c:v>
                </c:pt>
                <c:pt idx="1977">
                  <c:v>0.24333898733867199</c:v>
                </c:pt>
                <c:pt idx="1978">
                  <c:v>0.23429178668027287</c:v>
                </c:pt>
                <c:pt idx="1979">
                  <c:v>0.23227165037775147</c:v>
                </c:pt>
                <c:pt idx="1980">
                  <c:v>0.23262237953581053</c:v>
                </c:pt>
                <c:pt idx="1981">
                  <c:v>0.23335005840758818</c:v>
                </c:pt>
                <c:pt idx="1982">
                  <c:v>0.22991012734489646</c:v>
                </c:pt>
                <c:pt idx="1983">
                  <c:v>0.23201616911179265</c:v>
                </c:pt>
                <c:pt idx="1984">
                  <c:v>0.23678013855320892</c:v>
                </c:pt>
                <c:pt idx="1985">
                  <c:v>0.23912575850470083</c:v>
                </c:pt>
                <c:pt idx="1986">
                  <c:v>0.23722407125127959</c:v>
                </c:pt>
                <c:pt idx="1987">
                  <c:v>0.24320023725081485</c:v>
                </c:pt>
                <c:pt idx="1988">
                  <c:v>0.23923419958776948</c:v>
                </c:pt>
                <c:pt idx="1989">
                  <c:v>0.24108462498916677</c:v>
                </c:pt>
                <c:pt idx="1990">
                  <c:v>0.23945712715145953</c:v>
                </c:pt>
                <c:pt idx="1991">
                  <c:v>0.23911639335570892</c:v>
                </c:pt>
                <c:pt idx="1992">
                  <c:v>0.24251367637632912</c:v>
                </c:pt>
                <c:pt idx="1993">
                  <c:v>0.24056744854162607</c:v>
                </c:pt>
                <c:pt idx="1994">
                  <c:v>0.23460680300793826</c:v>
                </c:pt>
                <c:pt idx="1995">
                  <c:v>0.23328150265938205</c:v>
                </c:pt>
                <c:pt idx="1996">
                  <c:v>0.2389061781838458</c:v>
                </c:pt>
                <c:pt idx="1997">
                  <c:v>0.23760880767008938</c:v>
                </c:pt>
                <c:pt idx="1998">
                  <c:v>0.24262398268005705</c:v>
                </c:pt>
                <c:pt idx="1999">
                  <c:v>0.23638358790224606</c:v>
                </c:pt>
                <c:pt idx="2000">
                  <c:v>0.23286744195856834</c:v>
                </c:pt>
                <c:pt idx="2001">
                  <c:v>0.23452651098207336</c:v>
                </c:pt>
                <c:pt idx="2002">
                  <c:v>0.23278630949298215</c:v>
                </c:pt>
                <c:pt idx="2003">
                  <c:v>0.23104262704146047</c:v>
                </c:pt>
                <c:pt idx="2004">
                  <c:v>0.22915381912584395</c:v>
                </c:pt>
                <c:pt idx="2005">
                  <c:v>0.22826122473776272</c:v>
                </c:pt>
                <c:pt idx="2006">
                  <c:v>0.23018343971070629</c:v>
                </c:pt>
                <c:pt idx="2007">
                  <c:v>0.22823556294078554</c:v>
                </c:pt>
                <c:pt idx="2008">
                  <c:v>0.22996485605310957</c:v>
                </c:pt>
                <c:pt idx="2009">
                  <c:v>0.22446154047315081</c:v>
                </c:pt>
                <c:pt idx="2010">
                  <c:v>0.22669429094818835</c:v>
                </c:pt>
                <c:pt idx="2011">
                  <c:v>0.22797725593537355</c:v>
                </c:pt>
                <c:pt idx="2012">
                  <c:v>0.23048348567502658</c:v>
                </c:pt>
                <c:pt idx="2013">
                  <c:v>0.2302591421733281</c:v>
                </c:pt>
                <c:pt idx="2014">
                  <c:v>0.23047469627009309</c:v>
                </c:pt>
                <c:pt idx="2015">
                  <c:v>0.23293940345814262</c:v>
                </c:pt>
                <c:pt idx="2016">
                  <c:v>0.23691094489317233</c:v>
                </c:pt>
                <c:pt idx="2017">
                  <c:v>0.23639932144453799</c:v>
                </c:pt>
                <c:pt idx="2018">
                  <c:v>0.2393054799390783</c:v>
                </c:pt>
                <c:pt idx="2019">
                  <c:v>0.23760352621584183</c:v>
                </c:pt>
                <c:pt idx="2020">
                  <c:v>0.2386655739411786</c:v>
                </c:pt>
                <c:pt idx="2021">
                  <c:v>0.23789997907327229</c:v>
                </c:pt>
                <c:pt idx="2022">
                  <c:v>0.23759361244898475</c:v>
                </c:pt>
                <c:pt idx="2023">
                  <c:v>0.23915393469172355</c:v>
                </c:pt>
                <c:pt idx="2024">
                  <c:v>0.24100633655678319</c:v>
                </c:pt>
                <c:pt idx="2025">
                  <c:v>0.23957269227224029</c:v>
                </c:pt>
                <c:pt idx="2026">
                  <c:v>0.23100203199712202</c:v>
                </c:pt>
                <c:pt idx="2027">
                  <c:v>0.23260130325270992</c:v>
                </c:pt>
                <c:pt idx="2028">
                  <c:v>0.2332102772793051</c:v>
                </c:pt>
                <c:pt idx="2029">
                  <c:v>0.23343437958058555</c:v>
                </c:pt>
                <c:pt idx="2030">
                  <c:v>0.22609353593542328</c:v>
                </c:pt>
                <c:pt idx="2031">
                  <c:v>0.22028884946028113</c:v>
                </c:pt>
                <c:pt idx="2032">
                  <c:v>0.22068769228669946</c:v>
                </c:pt>
                <c:pt idx="2033">
                  <c:v>0.22214817490808564</c:v>
                </c:pt>
                <c:pt idx="2034">
                  <c:v>0.22182402078518182</c:v>
                </c:pt>
                <c:pt idx="2035">
                  <c:v>0.22117873622018022</c:v>
                </c:pt>
                <c:pt idx="2036">
                  <c:v>0.22102298950187971</c:v>
                </c:pt>
                <c:pt idx="2037">
                  <c:v>0.22184141579559705</c:v>
                </c:pt>
                <c:pt idx="2038">
                  <c:v>0.2229042509875982</c:v>
                </c:pt>
                <c:pt idx="2039">
                  <c:v>0.22402678625326541</c:v>
                </c:pt>
                <c:pt idx="2040">
                  <c:v>0.22586042814579521</c:v>
                </c:pt>
                <c:pt idx="2041">
                  <c:v>0.23074634612583714</c:v>
                </c:pt>
                <c:pt idx="2042">
                  <c:v>0.22751130982572834</c:v>
                </c:pt>
                <c:pt idx="2043">
                  <c:v>0.21982885532879717</c:v>
                </c:pt>
                <c:pt idx="2044">
                  <c:v>0.21717440840026339</c:v>
                </c:pt>
                <c:pt idx="2045">
                  <c:v>0.22323735764928498</c:v>
                </c:pt>
                <c:pt idx="2046">
                  <c:v>0.222965496104162</c:v>
                </c:pt>
                <c:pt idx="2047">
                  <c:v>0.22391016927927787</c:v>
                </c:pt>
                <c:pt idx="2048">
                  <c:v>0.22246320123333577</c:v>
                </c:pt>
                <c:pt idx="2049">
                  <c:v>0.21960811103725753</c:v>
                </c:pt>
                <c:pt idx="2050">
                  <c:v>0.22497937273035901</c:v>
                </c:pt>
                <c:pt idx="2051">
                  <c:v>0.22510706197159377</c:v>
                </c:pt>
                <c:pt idx="2052">
                  <c:v>0.2245329063325131</c:v>
                </c:pt>
                <c:pt idx="2053">
                  <c:v>0.22823106702010998</c:v>
                </c:pt>
                <c:pt idx="2054">
                  <c:v>0.22872871560944186</c:v>
                </c:pt>
                <c:pt idx="2055">
                  <c:v>0.22795336692660229</c:v>
                </c:pt>
                <c:pt idx="2056">
                  <c:v>0.22505910388494615</c:v>
                </c:pt>
                <c:pt idx="2057">
                  <c:v>0.22395709192729643</c:v>
                </c:pt>
                <c:pt idx="2058">
                  <c:v>0.22329793921952273</c:v>
                </c:pt>
                <c:pt idx="2059">
                  <c:v>0.22696460927038084</c:v>
                </c:pt>
                <c:pt idx="2060">
                  <c:v>0.23038515078216126</c:v>
                </c:pt>
                <c:pt idx="2061">
                  <c:v>0.22892401373678636</c:v>
                </c:pt>
                <c:pt idx="2062">
                  <c:v>0.22993678025705411</c:v>
                </c:pt>
                <c:pt idx="2063">
                  <c:v>0.22516517347105022</c:v>
                </c:pt>
                <c:pt idx="2064">
                  <c:v>0.22524937858824937</c:v>
                </c:pt>
                <c:pt idx="2065">
                  <c:v>0.22530242148311494</c:v>
                </c:pt>
                <c:pt idx="2066">
                  <c:v>0.22679616217688173</c:v>
                </c:pt>
                <c:pt idx="2067">
                  <c:v>0.2336372138818443</c:v>
                </c:pt>
                <c:pt idx="2068">
                  <c:v>0.24022540556724251</c:v>
                </c:pt>
                <c:pt idx="2069">
                  <c:v>0.2425652553022517</c:v>
                </c:pt>
                <c:pt idx="2070">
                  <c:v>0.24041540866780567</c:v>
                </c:pt>
                <c:pt idx="2071">
                  <c:v>0.24095005222102156</c:v>
                </c:pt>
                <c:pt idx="2072">
                  <c:v>0.23866955686181909</c:v>
                </c:pt>
                <c:pt idx="2073">
                  <c:v>0.23952554091302827</c:v>
                </c:pt>
                <c:pt idx="2074">
                  <c:v>0.23554031559720498</c:v>
                </c:pt>
                <c:pt idx="2075">
                  <c:v>0.23124859543229601</c:v>
                </c:pt>
                <c:pt idx="2076">
                  <c:v>0.23726442004832882</c:v>
                </c:pt>
                <c:pt idx="2077">
                  <c:v>0.23628128421589048</c:v>
                </c:pt>
                <c:pt idx="2078">
                  <c:v>0.2405496174877918</c:v>
                </c:pt>
                <c:pt idx="2079">
                  <c:v>0.24261895049466267</c:v>
                </c:pt>
                <c:pt idx="2080">
                  <c:v>0.23955050724424004</c:v>
                </c:pt>
                <c:pt idx="2081">
                  <c:v>0.23657939342814485</c:v>
                </c:pt>
                <c:pt idx="2082">
                  <c:v>0.23955419262212443</c:v>
                </c:pt>
                <c:pt idx="2083">
                  <c:v>0.23998732879198476</c:v>
                </c:pt>
                <c:pt idx="2084">
                  <c:v>0.24536600436917907</c:v>
                </c:pt>
                <c:pt idx="2085">
                  <c:v>0.24349730499868463</c:v>
                </c:pt>
                <c:pt idx="2086">
                  <c:v>0.24516967876522289</c:v>
                </c:pt>
                <c:pt idx="2087">
                  <c:v>0.23944877775324677</c:v>
                </c:pt>
                <c:pt idx="2088">
                  <c:v>0.23629704926194456</c:v>
                </c:pt>
                <c:pt idx="2089">
                  <c:v>0.23810144882602027</c:v>
                </c:pt>
                <c:pt idx="2090">
                  <c:v>0.23967280963957344</c:v>
                </c:pt>
                <c:pt idx="2091">
                  <c:v>0.23934060151951711</c:v>
                </c:pt>
                <c:pt idx="2092">
                  <c:v>0.23881791920575868</c:v>
                </c:pt>
                <c:pt idx="2093">
                  <c:v>0.24497526072144241</c:v>
                </c:pt>
                <c:pt idx="2094">
                  <c:v>0.24761464256101487</c:v>
                </c:pt>
                <c:pt idx="2095">
                  <c:v>0.24598060144994777</c:v>
                </c:pt>
                <c:pt idx="2096">
                  <c:v>0.25414009440979468</c:v>
                </c:pt>
                <c:pt idx="2097">
                  <c:v>0.2540594774391417</c:v>
                </c:pt>
                <c:pt idx="2098">
                  <c:v>0.25722051536081092</c:v>
                </c:pt>
                <c:pt idx="2099">
                  <c:v>0.25491785408240863</c:v>
                </c:pt>
                <c:pt idx="2100">
                  <c:v>0.25364194276761037</c:v>
                </c:pt>
                <c:pt idx="2101">
                  <c:v>0.25584093512979394</c:v>
                </c:pt>
                <c:pt idx="2102">
                  <c:v>0.25531339574540363</c:v>
                </c:pt>
                <c:pt idx="2103">
                  <c:v>0.25499765244106443</c:v>
                </c:pt>
                <c:pt idx="2104">
                  <c:v>0.25701361605404127</c:v>
                </c:pt>
                <c:pt idx="2105">
                  <c:v>0.25771061602573925</c:v>
                </c:pt>
                <c:pt idx="2106">
                  <c:v>0.2564200923829873</c:v>
                </c:pt>
                <c:pt idx="2107">
                  <c:v>0.25557800186167617</c:v>
                </c:pt>
                <c:pt idx="2108">
                  <c:v>0.25737696505302449</c:v>
                </c:pt>
                <c:pt idx="2109">
                  <c:v>0.25515246303568978</c:v>
                </c:pt>
                <c:pt idx="2110">
                  <c:v>0.25628303099743061</c:v>
                </c:pt>
                <c:pt idx="2111">
                  <c:v>0.25578227024504757</c:v>
                </c:pt>
                <c:pt idx="2112">
                  <c:v>0.25985771159885385</c:v>
                </c:pt>
                <c:pt idx="2113">
                  <c:v>0.26029551490959518</c:v>
                </c:pt>
                <c:pt idx="2114">
                  <c:v>0.25405104892208114</c:v>
                </c:pt>
                <c:pt idx="2115">
                  <c:v>0.25128774090430106</c:v>
                </c:pt>
                <c:pt idx="2116">
                  <c:v>0.24715616484835651</c:v>
                </c:pt>
                <c:pt idx="2117">
                  <c:v>0.24626651591764651</c:v>
                </c:pt>
                <c:pt idx="2118">
                  <c:v>0.25235136235788413</c:v>
                </c:pt>
                <c:pt idx="2119">
                  <c:v>0.2530827079015644</c:v>
                </c:pt>
                <c:pt idx="2120">
                  <c:v>0.25553150017591647</c:v>
                </c:pt>
                <c:pt idx="2121">
                  <c:v>0.25219178890505883</c:v>
                </c:pt>
                <c:pt idx="2122">
                  <c:v>0.24947305534652273</c:v>
                </c:pt>
                <c:pt idx="2123">
                  <c:v>0.25629664953109399</c:v>
                </c:pt>
                <c:pt idx="2124">
                  <c:v>0.25749541944893339</c:v>
                </c:pt>
                <c:pt idx="2125">
                  <c:v>0.25476919408821758</c:v>
                </c:pt>
                <c:pt idx="2126">
                  <c:v>0.25652318265920759</c:v>
                </c:pt>
                <c:pt idx="2127">
                  <c:v>0.26071775579732998</c:v>
                </c:pt>
                <c:pt idx="2128">
                  <c:v>0.26197706649769659</c:v>
                </c:pt>
                <c:pt idx="2129">
                  <c:v>0.25708525818887273</c:v>
                </c:pt>
                <c:pt idx="2130">
                  <c:v>0.25225690885028274</c:v>
                </c:pt>
                <c:pt idx="2131">
                  <c:v>0.2545633315225766</c:v>
                </c:pt>
                <c:pt idx="2132">
                  <c:v>0.25597869810173507</c:v>
                </c:pt>
                <c:pt idx="2133">
                  <c:v>0.25550837546521671</c:v>
                </c:pt>
                <c:pt idx="2134">
                  <c:v>0.26488360619923024</c:v>
                </c:pt>
                <c:pt idx="2135">
                  <c:v>0.25999752184190428</c:v>
                </c:pt>
                <c:pt idx="2136">
                  <c:v>0.25722260058038249</c:v>
                </c:pt>
                <c:pt idx="2137">
                  <c:v>0.25313256902174364</c:v>
                </c:pt>
                <c:pt idx="2138">
                  <c:v>0.25166286641286412</c:v>
                </c:pt>
                <c:pt idx="2139">
                  <c:v>0.25324797784223346</c:v>
                </c:pt>
                <c:pt idx="2140">
                  <c:v>0.24686450575549349</c:v>
                </c:pt>
                <c:pt idx="2141">
                  <c:v>0.24714445292643236</c:v>
                </c:pt>
                <c:pt idx="2142">
                  <c:v>0.24547570579567204</c:v>
                </c:pt>
                <c:pt idx="2143">
                  <c:v>0.24437414453605583</c:v>
                </c:pt>
                <c:pt idx="2144">
                  <c:v>0.24544356629807268</c:v>
                </c:pt>
                <c:pt idx="2145">
                  <c:v>0.24353640403492502</c:v>
                </c:pt>
                <c:pt idx="2146">
                  <c:v>0.23871477991780715</c:v>
                </c:pt>
                <c:pt idx="2147">
                  <c:v>0.23678328835315512</c:v>
                </c:pt>
                <c:pt idx="2148">
                  <c:v>0.23427313250969728</c:v>
                </c:pt>
                <c:pt idx="2149">
                  <c:v>0.22999534748143816</c:v>
                </c:pt>
                <c:pt idx="2150">
                  <c:v>0.22941248716651269</c:v>
                </c:pt>
                <c:pt idx="2151">
                  <c:v>0.22823533180410113</c:v>
                </c:pt>
                <c:pt idx="2152">
                  <c:v>0.22689263548175037</c:v>
                </c:pt>
                <c:pt idx="2153">
                  <c:v>0.22671338759833265</c:v>
                </c:pt>
                <c:pt idx="2154">
                  <c:v>0.22649515994054098</c:v>
                </c:pt>
                <c:pt idx="2155">
                  <c:v>0.22973307799170611</c:v>
                </c:pt>
                <c:pt idx="2156">
                  <c:v>0.23181805114698822</c:v>
                </c:pt>
                <c:pt idx="2157">
                  <c:v>0.23245890598461735</c:v>
                </c:pt>
                <c:pt idx="2158">
                  <c:v>0.23071364720965259</c:v>
                </c:pt>
                <c:pt idx="2159">
                  <c:v>0.23055593286661014</c:v>
                </c:pt>
                <c:pt idx="2160">
                  <c:v>0.23035513093546486</c:v>
                </c:pt>
                <c:pt idx="2161">
                  <c:v>0.23038097532406346</c:v>
                </c:pt>
                <c:pt idx="2162">
                  <c:v>0.22802190346962317</c:v>
                </c:pt>
                <c:pt idx="2163">
                  <c:v>0.22392297673259326</c:v>
                </c:pt>
                <c:pt idx="2164">
                  <c:v>0.22227126647517401</c:v>
                </c:pt>
                <c:pt idx="2165">
                  <c:v>0.22533021174246484</c:v>
                </c:pt>
                <c:pt idx="2166">
                  <c:v>0.225985692139128</c:v>
                </c:pt>
                <c:pt idx="2167">
                  <c:v>0.23044438272772289</c:v>
                </c:pt>
                <c:pt idx="2168">
                  <c:v>0.22851702882664085</c:v>
                </c:pt>
                <c:pt idx="2169">
                  <c:v>0.22929494786790286</c:v>
                </c:pt>
                <c:pt idx="2170">
                  <c:v>0.23117564905969251</c:v>
                </c:pt>
                <c:pt idx="2171">
                  <c:v>0.23337066070151505</c:v>
                </c:pt>
                <c:pt idx="2172">
                  <c:v>0.23212504160133274</c:v>
                </c:pt>
                <c:pt idx="2173">
                  <c:v>0.23256852195392319</c:v>
                </c:pt>
                <c:pt idx="2174">
                  <c:v>0.23024401840014005</c:v>
                </c:pt>
                <c:pt idx="2175">
                  <c:v>0.23632299067835472</c:v>
                </c:pt>
                <c:pt idx="2176">
                  <c:v>0.23659414295287165</c:v>
                </c:pt>
                <c:pt idx="2177">
                  <c:v>0.23836283193681715</c:v>
                </c:pt>
                <c:pt idx="2178">
                  <c:v>0.24190235698147169</c:v>
                </c:pt>
                <c:pt idx="2179">
                  <c:v>0.24205327973471899</c:v>
                </c:pt>
                <c:pt idx="2180">
                  <c:v>0.24305138201672974</c:v>
                </c:pt>
                <c:pt idx="2181">
                  <c:v>0.24235153982417862</c:v>
                </c:pt>
                <c:pt idx="2182">
                  <c:v>0.24305989125387759</c:v>
                </c:pt>
                <c:pt idx="2183">
                  <c:v>0.24243689428754783</c:v>
                </c:pt>
                <c:pt idx="2184">
                  <c:v>0.24284684419690303</c:v>
                </c:pt>
                <c:pt idx="2185">
                  <c:v>0.24344409873108053</c:v>
                </c:pt>
                <c:pt idx="2186">
                  <c:v>0.24167829084210596</c:v>
                </c:pt>
                <c:pt idx="2187">
                  <c:v>0.23768282396055071</c:v>
                </c:pt>
                <c:pt idx="2188">
                  <c:v>0.23683947559058016</c:v>
                </c:pt>
                <c:pt idx="2189">
                  <c:v>0.23444709812481096</c:v>
                </c:pt>
                <c:pt idx="2190">
                  <c:v>0.23503427972713081</c:v>
                </c:pt>
                <c:pt idx="2191">
                  <c:v>0.23296442032497991</c:v>
                </c:pt>
                <c:pt idx="2192">
                  <c:v>0.23023317973602284</c:v>
                </c:pt>
                <c:pt idx="2193">
                  <c:v>0.22999393460021558</c:v>
                </c:pt>
                <c:pt idx="2194">
                  <c:v>0.23215350392154713</c:v>
                </c:pt>
                <c:pt idx="2195">
                  <c:v>0.24778381368361649</c:v>
                </c:pt>
                <c:pt idx="2196">
                  <c:v>0.2474669443193464</c:v>
                </c:pt>
                <c:pt idx="2197">
                  <c:v>0.25000326487359731</c:v>
                </c:pt>
                <c:pt idx="2198">
                  <c:v>0.24947157756441557</c:v>
                </c:pt>
                <c:pt idx="2199">
                  <c:v>0.24634824210739995</c:v>
                </c:pt>
                <c:pt idx="2200">
                  <c:v>0.24873783562500532</c:v>
                </c:pt>
                <c:pt idx="2201">
                  <c:v>0.24778034777824154</c:v>
                </c:pt>
                <c:pt idx="2202">
                  <c:v>0.24914852260745549</c:v>
                </c:pt>
                <c:pt idx="2203">
                  <c:v>0.24132698272068659</c:v>
                </c:pt>
                <c:pt idx="2204">
                  <c:v>0.23671156988923819</c:v>
                </c:pt>
                <c:pt idx="2205">
                  <c:v>0.2372678815832894</c:v>
                </c:pt>
                <c:pt idx="2206">
                  <c:v>0.23411000772771742</c:v>
                </c:pt>
                <c:pt idx="2207">
                  <c:v>0.23392178974076605</c:v>
                </c:pt>
                <c:pt idx="2208">
                  <c:v>0.23484288912415185</c:v>
                </c:pt>
                <c:pt idx="2209">
                  <c:v>0.2361361102221845</c:v>
                </c:pt>
                <c:pt idx="2210">
                  <c:v>0.23295624159242842</c:v>
                </c:pt>
                <c:pt idx="2211">
                  <c:v>0.23389222752636404</c:v>
                </c:pt>
                <c:pt idx="2212">
                  <c:v>0.23578277284294075</c:v>
                </c:pt>
                <c:pt idx="2213">
                  <c:v>0.23609372174982562</c:v>
                </c:pt>
                <c:pt idx="2214">
                  <c:v>0.23265310049284005</c:v>
                </c:pt>
                <c:pt idx="2215">
                  <c:v>0.23277327964803085</c:v>
                </c:pt>
                <c:pt idx="2216">
                  <c:v>0.23307578534440471</c:v>
                </c:pt>
                <c:pt idx="2217">
                  <c:v>0.23684177378763746</c:v>
                </c:pt>
                <c:pt idx="2218">
                  <c:v>0.23828573606118739</c:v>
                </c:pt>
                <c:pt idx="2219">
                  <c:v>0.23710100646349375</c:v>
                </c:pt>
                <c:pt idx="2220">
                  <c:v>0.23579700925755712</c:v>
                </c:pt>
                <c:pt idx="2221">
                  <c:v>0.23618557243162699</c:v>
                </c:pt>
                <c:pt idx="2222">
                  <c:v>0.23466198796738613</c:v>
                </c:pt>
                <c:pt idx="2223">
                  <c:v>0.23366536440957203</c:v>
                </c:pt>
                <c:pt idx="2224">
                  <c:v>0.24012447149916302</c:v>
                </c:pt>
                <c:pt idx="2225">
                  <c:v>0.24083331391258592</c:v>
                </c:pt>
                <c:pt idx="2226">
                  <c:v>0.24116852145509723</c:v>
                </c:pt>
                <c:pt idx="2227">
                  <c:v>0.24058114108641071</c:v>
                </c:pt>
                <c:pt idx="2228">
                  <c:v>0.23965568478508917</c:v>
                </c:pt>
                <c:pt idx="2229">
                  <c:v>0.23996848775190938</c:v>
                </c:pt>
                <c:pt idx="2230">
                  <c:v>0.24312092827157991</c:v>
                </c:pt>
                <c:pt idx="2231">
                  <c:v>0.24860987269417478</c:v>
                </c:pt>
                <c:pt idx="2232">
                  <c:v>0.24650447292307462</c:v>
                </c:pt>
                <c:pt idx="2233">
                  <c:v>0.24554438957888519</c:v>
                </c:pt>
                <c:pt idx="2234">
                  <c:v>0.24522938692462573</c:v>
                </c:pt>
                <c:pt idx="2235">
                  <c:v>0.24091523186142882</c:v>
                </c:pt>
                <c:pt idx="2236">
                  <c:v>0.23632127398893926</c:v>
                </c:pt>
                <c:pt idx="2237">
                  <c:v>0.2363736607139845</c:v>
                </c:pt>
                <c:pt idx="2238">
                  <c:v>0.23173255854868749</c:v>
                </c:pt>
                <c:pt idx="2239">
                  <c:v>0.23003986996202166</c:v>
                </c:pt>
                <c:pt idx="2240">
                  <c:v>0.23015024373441137</c:v>
                </c:pt>
                <c:pt idx="2241">
                  <c:v>0.233595853030551</c:v>
                </c:pt>
                <c:pt idx="2242">
                  <c:v>0.23568602424918234</c:v>
                </c:pt>
                <c:pt idx="2243">
                  <c:v>0.23572865805307802</c:v>
                </c:pt>
                <c:pt idx="2244">
                  <c:v>0.23953427779819084</c:v>
                </c:pt>
                <c:pt idx="2245">
                  <c:v>0.24153906284275586</c:v>
                </c:pt>
                <c:pt idx="2246">
                  <c:v>0.23915089150835847</c:v>
                </c:pt>
                <c:pt idx="2247">
                  <c:v>0.23810973766846483</c:v>
                </c:pt>
                <c:pt idx="2248">
                  <c:v>0.2389216810333242</c:v>
                </c:pt>
                <c:pt idx="2249">
                  <c:v>0.23565324722458489</c:v>
                </c:pt>
                <c:pt idx="2250">
                  <c:v>0.23647259926222353</c:v>
                </c:pt>
                <c:pt idx="2251">
                  <c:v>0.2375106848954619</c:v>
                </c:pt>
                <c:pt idx="2252">
                  <c:v>0.23759380623959556</c:v>
                </c:pt>
                <c:pt idx="2253">
                  <c:v>0.23415754281899703</c:v>
                </c:pt>
                <c:pt idx="2254">
                  <c:v>0.23309967490351266</c:v>
                </c:pt>
                <c:pt idx="2255">
                  <c:v>0.23673811291319849</c:v>
                </c:pt>
                <c:pt idx="2256">
                  <c:v>0.23593032924226787</c:v>
                </c:pt>
                <c:pt idx="2257">
                  <c:v>0.23464883491930258</c:v>
                </c:pt>
                <c:pt idx="2258">
                  <c:v>0.23414170094162889</c:v>
                </c:pt>
                <c:pt idx="2259">
                  <c:v>0.23362401634961921</c:v>
                </c:pt>
                <c:pt idx="2260">
                  <c:v>0.23413622550625351</c:v>
                </c:pt>
                <c:pt idx="2261">
                  <c:v>0.23790349222422408</c:v>
                </c:pt>
                <c:pt idx="2262">
                  <c:v>0.23678280155388159</c:v>
                </c:pt>
                <c:pt idx="2263">
                  <c:v>0.23592267105382853</c:v>
                </c:pt>
                <c:pt idx="2264">
                  <c:v>0.23707749601956557</c:v>
                </c:pt>
                <c:pt idx="2265">
                  <c:v>0.23718121594964822</c:v>
                </c:pt>
                <c:pt idx="2266">
                  <c:v>0.23664899135633288</c:v>
                </c:pt>
                <c:pt idx="2267">
                  <c:v>0.23722582346326998</c:v>
                </c:pt>
                <c:pt idx="2268">
                  <c:v>0.23559068632604238</c:v>
                </c:pt>
                <c:pt idx="2269">
                  <c:v>0.23475425556268997</c:v>
                </c:pt>
                <c:pt idx="2270">
                  <c:v>0.23492556913568927</c:v>
                </c:pt>
                <c:pt idx="2271">
                  <c:v>0.23438224096453095</c:v>
                </c:pt>
                <c:pt idx="2272">
                  <c:v>0.23494570040162482</c:v>
                </c:pt>
                <c:pt idx="2273">
                  <c:v>0.23608060879987075</c:v>
                </c:pt>
                <c:pt idx="2274">
                  <c:v>0.23281280558297548</c:v>
                </c:pt>
                <c:pt idx="2275">
                  <c:v>0.23094372628362164</c:v>
                </c:pt>
                <c:pt idx="2276">
                  <c:v>0.22515313405220078</c:v>
                </c:pt>
                <c:pt idx="2277">
                  <c:v>0.22346782696058687</c:v>
                </c:pt>
                <c:pt idx="2278">
                  <c:v>0.2241956527175985</c:v>
                </c:pt>
                <c:pt idx="2279">
                  <c:v>0.22903287671974676</c:v>
                </c:pt>
                <c:pt idx="2280">
                  <c:v>0.22994570273632847</c:v>
                </c:pt>
                <c:pt idx="2281">
                  <c:v>0.22865600455131041</c:v>
                </c:pt>
                <c:pt idx="2282">
                  <c:v>0.22865375649554873</c:v>
                </c:pt>
                <c:pt idx="2283">
                  <c:v>0.22526190024377568</c:v>
                </c:pt>
                <c:pt idx="2284">
                  <c:v>0.22547535695471183</c:v>
                </c:pt>
                <c:pt idx="2285">
                  <c:v>0.22282287135816214</c:v>
                </c:pt>
                <c:pt idx="2286">
                  <c:v>0.22328876037675593</c:v>
                </c:pt>
                <c:pt idx="2287">
                  <c:v>0.22603963256662693</c:v>
                </c:pt>
                <c:pt idx="2288">
                  <c:v>0.22809318685620861</c:v>
                </c:pt>
                <c:pt idx="2289">
                  <c:v>0.23071668357668762</c:v>
                </c:pt>
                <c:pt idx="2290">
                  <c:v>0.23184886483843331</c:v>
                </c:pt>
                <c:pt idx="2291">
                  <c:v>0.23219414652726333</c:v>
                </c:pt>
                <c:pt idx="2292">
                  <c:v>0.23594402573168066</c:v>
                </c:pt>
                <c:pt idx="2293">
                  <c:v>0.23596280300804939</c:v>
                </c:pt>
                <c:pt idx="2294">
                  <c:v>0.23515876248473833</c:v>
                </c:pt>
                <c:pt idx="2295">
                  <c:v>0.23358035494633642</c:v>
                </c:pt>
                <c:pt idx="2296">
                  <c:v>0.23658990555316051</c:v>
                </c:pt>
                <c:pt idx="2297">
                  <c:v>0.23669291751588531</c:v>
                </c:pt>
                <c:pt idx="2298">
                  <c:v>0.23518443074045406</c:v>
                </c:pt>
                <c:pt idx="2299">
                  <c:v>0.22892478535479174</c:v>
                </c:pt>
                <c:pt idx="2300">
                  <c:v>0.2279500031817733</c:v>
                </c:pt>
                <c:pt idx="2301">
                  <c:v>0.22272223978020919</c:v>
                </c:pt>
                <c:pt idx="2302">
                  <c:v>0.22370475023658484</c:v>
                </c:pt>
                <c:pt idx="2303">
                  <c:v>0.22076166441662107</c:v>
                </c:pt>
                <c:pt idx="2304">
                  <c:v>0.22130529912604635</c:v>
                </c:pt>
                <c:pt idx="2305">
                  <c:v>0.22054727789202216</c:v>
                </c:pt>
                <c:pt idx="2306">
                  <c:v>0.22390438724761311</c:v>
                </c:pt>
                <c:pt idx="2307">
                  <c:v>0.22980908037665104</c:v>
                </c:pt>
                <c:pt idx="2308">
                  <c:v>0.22888313971766436</c:v>
                </c:pt>
                <c:pt idx="2309">
                  <c:v>0.2257470132533026</c:v>
                </c:pt>
                <c:pt idx="2310">
                  <c:v>0.22516186488686224</c:v>
                </c:pt>
                <c:pt idx="2311">
                  <c:v>0.21898019281232087</c:v>
                </c:pt>
                <c:pt idx="2312">
                  <c:v>0.2157806126114451</c:v>
                </c:pt>
                <c:pt idx="2313">
                  <c:v>0.21828514675795449</c:v>
                </c:pt>
                <c:pt idx="2314">
                  <c:v>0.22058312002584105</c:v>
                </c:pt>
                <c:pt idx="2315">
                  <c:v>0.219617345316129</c:v>
                </c:pt>
                <c:pt idx="2316">
                  <c:v>0.21861596327649718</c:v>
                </c:pt>
                <c:pt idx="2317">
                  <c:v>0.21773730518679293</c:v>
                </c:pt>
                <c:pt idx="2318">
                  <c:v>0.21713823385448505</c:v>
                </c:pt>
                <c:pt idx="2319">
                  <c:v>0.21761958223411301</c:v>
                </c:pt>
                <c:pt idx="2320">
                  <c:v>0.21649397063713366</c:v>
                </c:pt>
                <c:pt idx="2321">
                  <c:v>0.21890857269893824</c:v>
                </c:pt>
                <c:pt idx="2322">
                  <c:v>0.21793368152948553</c:v>
                </c:pt>
                <c:pt idx="2323">
                  <c:v>0.21834916214618261</c:v>
                </c:pt>
                <c:pt idx="2324">
                  <c:v>0.21692930036755542</c:v>
                </c:pt>
                <c:pt idx="2325">
                  <c:v>0.2170552258011394</c:v>
                </c:pt>
                <c:pt idx="2326">
                  <c:v>0.21370185011120948</c:v>
                </c:pt>
                <c:pt idx="2327">
                  <c:v>0.21571044926600949</c:v>
                </c:pt>
                <c:pt idx="2328">
                  <c:v>0.21450558912314391</c:v>
                </c:pt>
                <c:pt idx="2329">
                  <c:v>0.21413185246825556</c:v>
                </c:pt>
                <c:pt idx="2330">
                  <c:v>0.21739735601322477</c:v>
                </c:pt>
                <c:pt idx="2331">
                  <c:v>0.2182810867724789</c:v>
                </c:pt>
                <c:pt idx="2332">
                  <c:v>0.21986665257653534</c:v>
                </c:pt>
                <c:pt idx="2333">
                  <c:v>0.21743108741127312</c:v>
                </c:pt>
                <c:pt idx="2334">
                  <c:v>0.21662922388965924</c:v>
                </c:pt>
                <c:pt idx="2335">
                  <c:v>0.21691132274792482</c:v>
                </c:pt>
                <c:pt idx="2336">
                  <c:v>0.21785003487938714</c:v>
                </c:pt>
                <c:pt idx="2337">
                  <c:v>0.21675122532245628</c:v>
                </c:pt>
                <c:pt idx="2338">
                  <c:v>0.20959746178267388</c:v>
                </c:pt>
                <c:pt idx="2339">
                  <c:v>0.20968714023858565</c:v>
                </c:pt>
                <c:pt idx="2340">
                  <c:v>0.20736374287914086</c:v>
                </c:pt>
                <c:pt idx="2341">
                  <c:v>0.20767687038237548</c:v>
                </c:pt>
                <c:pt idx="2342">
                  <c:v>0.20613916666699283</c:v>
                </c:pt>
                <c:pt idx="2343">
                  <c:v>0.20516535388345064</c:v>
                </c:pt>
                <c:pt idx="2344">
                  <c:v>0.20066761573812686</c:v>
                </c:pt>
                <c:pt idx="2345">
                  <c:v>0.19976025623193883</c:v>
                </c:pt>
                <c:pt idx="2346">
                  <c:v>0.19769020149380645</c:v>
                </c:pt>
                <c:pt idx="2347">
                  <c:v>0.19611755493017394</c:v>
                </c:pt>
                <c:pt idx="2348">
                  <c:v>0.19458137174537704</c:v>
                </c:pt>
                <c:pt idx="2349">
                  <c:v>0.19545056961863799</c:v>
                </c:pt>
                <c:pt idx="2350">
                  <c:v>0.19945798944878357</c:v>
                </c:pt>
                <c:pt idx="2351">
                  <c:v>0.20380122398118194</c:v>
                </c:pt>
                <c:pt idx="2352">
                  <c:v>0.2031209418213584</c:v>
                </c:pt>
                <c:pt idx="2353">
                  <c:v>0.20492637868824323</c:v>
                </c:pt>
                <c:pt idx="2354">
                  <c:v>0.20507053421245186</c:v>
                </c:pt>
                <c:pt idx="2355">
                  <c:v>0.20503527917792314</c:v>
                </c:pt>
                <c:pt idx="2356">
                  <c:v>0.20364406006684052</c:v>
                </c:pt>
                <c:pt idx="2357">
                  <c:v>0.20696675299207926</c:v>
                </c:pt>
                <c:pt idx="2358">
                  <c:v>0.2056160184569242</c:v>
                </c:pt>
                <c:pt idx="2359">
                  <c:v>0.20349342944659676</c:v>
                </c:pt>
                <c:pt idx="2360">
                  <c:v>0.20050518814430984</c:v>
                </c:pt>
                <c:pt idx="2361">
                  <c:v>0.19596460959633694</c:v>
                </c:pt>
                <c:pt idx="2362">
                  <c:v>0.19627947402459148</c:v>
                </c:pt>
                <c:pt idx="2363">
                  <c:v>0.19627073031871423</c:v>
                </c:pt>
                <c:pt idx="2364">
                  <c:v>0.19594569710904511</c:v>
                </c:pt>
                <c:pt idx="2365">
                  <c:v>0.19576721568274807</c:v>
                </c:pt>
                <c:pt idx="2366">
                  <c:v>0.1978847355077735</c:v>
                </c:pt>
                <c:pt idx="2367">
                  <c:v>0.19846120237855086</c:v>
                </c:pt>
                <c:pt idx="2368">
                  <c:v>0.19563085094867499</c:v>
                </c:pt>
                <c:pt idx="2369">
                  <c:v>0.19733891303853882</c:v>
                </c:pt>
                <c:pt idx="2370">
                  <c:v>0.19599154826810514</c:v>
                </c:pt>
                <c:pt idx="2371">
                  <c:v>0.19413454452642295</c:v>
                </c:pt>
                <c:pt idx="2372">
                  <c:v>0.19021070853664665</c:v>
                </c:pt>
                <c:pt idx="2373">
                  <c:v>0.19152415403881479</c:v>
                </c:pt>
                <c:pt idx="2374">
                  <c:v>0.20351914646265945</c:v>
                </c:pt>
                <c:pt idx="2375">
                  <c:v>0.20666566056208466</c:v>
                </c:pt>
                <c:pt idx="2376">
                  <c:v>0.20410235700569951</c:v>
                </c:pt>
                <c:pt idx="2377">
                  <c:v>0.19774158638771058</c:v>
                </c:pt>
                <c:pt idx="2378">
                  <c:v>0.19660790180483748</c:v>
                </c:pt>
                <c:pt idx="2379">
                  <c:v>0.1951687587131079</c:v>
                </c:pt>
                <c:pt idx="2380">
                  <c:v>0.19576375893247347</c:v>
                </c:pt>
                <c:pt idx="2381">
                  <c:v>0.1942889986730077</c:v>
                </c:pt>
                <c:pt idx="2382">
                  <c:v>0.19355859716839804</c:v>
                </c:pt>
                <c:pt idx="2383">
                  <c:v>0.1939579387951898</c:v>
                </c:pt>
                <c:pt idx="2384">
                  <c:v>0.19349947164478401</c:v>
                </c:pt>
                <c:pt idx="2385">
                  <c:v>0.19886822879190355</c:v>
                </c:pt>
                <c:pt idx="2386">
                  <c:v>0.19729168320499399</c:v>
                </c:pt>
                <c:pt idx="2387">
                  <c:v>0.19756638139517149</c:v>
                </c:pt>
                <c:pt idx="2388">
                  <c:v>0.19559628752236888</c:v>
                </c:pt>
                <c:pt idx="2389">
                  <c:v>0.1929765758478498</c:v>
                </c:pt>
                <c:pt idx="2390">
                  <c:v>0.186522095332256</c:v>
                </c:pt>
                <c:pt idx="2391">
                  <c:v>0.19531443754838904</c:v>
                </c:pt>
                <c:pt idx="2392">
                  <c:v>0.19956364805431467</c:v>
                </c:pt>
                <c:pt idx="2393">
                  <c:v>0.19743176141622468</c:v>
                </c:pt>
                <c:pt idx="2394">
                  <c:v>0.19933276336083594</c:v>
                </c:pt>
                <c:pt idx="2395">
                  <c:v>0.19576677040868809</c:v>
                </c:pt>
                <c:pt idx="2396">
                  <c:v>0.19633687725736348</c:v>
                </c:pt>
                <c:pt idx="2397">
                  <c:v>0.19550991877255902</c:v>
                </c:pt>
                <c:pt idx="2398">
                  <c:v>0.19904206367304783</c:v>
                </c:pt>
                <c:pt idx="2399">
                  <c:v>0.20114349030307876</c:v>
                </c:pt>
                <c:pt idx="2400">
                  <c:v>0.20130447376214169</c:v>
                </c:pt>
                <c:pt idx="2401">
                  <c:v>0.19778378328606716</c:v>
                </c:pt>
                <c:pt idx="2402">
                  <c:v>0.1998684220708225</c:v>
                </c:pt>
                <c:pt idx="2403">
                  <c:v>0.20129359646949918</c:v>
                </c:pt>
                <c:pt idx="2404">
                  <c:v>0.20425176122976457</c:v>
                </c:pt>
                <c:pt idx="2405">
                  <c:v>0.20285930097563634</c:v>
                </c:pt>
                <c:pt idx="2406">
                  <c:v>0.2022685958714302</c:v>
                </c:pt>
                <c:pt idx="2407">
                  <c:v>0.19793282494521819</c:v>
                </c:pt>
                <c:pt idx="2408">
                  <c:v>0.1907231319843575</c:v>
                </c:pt>
                <c:pt idx="2409">
                  <c:v>0.19065599390759944</c:v>
                </c:pt>
                <c:pt idx="2410">
                  <c:v>0.1882842373726526</c:v>
                </c:pt>
                <c:pt idx="2411">
                  <c:v>0.19026249326249886</c:v>
                </c:pt>
                <c:pt idx="2412">
                  <c:v>0.18809353002695584</c:v>
                </c:pt>
                <c:pt idx="2413">
                  <c:v>0.19169891792014462</c:v>
                </c:pt>
                <c:pt idx="2414">
                  <c:v>0.19302395340280817</c:v>
                </c:pt>
                <c:pt idx="2415">
                  <c:v>0.19325914648787451</c:v>
                </c:pt>
                <c:pt idx="2416">
                  <c:v>0.18953859789831043</c:v>
                </c:pt>
                <c:pt idx="2417">
                  <c:v>0.19006033468810943</c:v>
                </c:pt>
                <c:pt idx="2418">
                  <c:v>0.19135830037086929</c:v>
                </c:pt>
                <c:pt idx="2419">
                  <c:v>0.19317549030762168</c:v>
                </c:pt>
                <c:pt idx="2420">
                  <c:v>0.19099213892521422</c:v>
                </c:pt>
                <c:pt idx="2421">
                  <c:v>0.18628202087622242</c:v>
                </c:pt>
                <c:pt idx="2422">
                  <c:v>0.18812458802380147</c:v>
                </c:pt>
                <c:pt idx="2423">
                  <c:v>0.1874029883832867</c:v>
                </c:pt>
                <c:pt idx="2424">
                  <c:v>0.18597323595469245</c:v>
                </c:pt>
                <c:pt idx="2425">
                  <c:v>0.18741399089622951</c:v>
                </c:pt>
                <c:pt idx="2426">
                  <c:v>0.19028866358450719</c:v>
                </c:pt>
                <c:pt idx="2427">
                  <c:v>0.18961363964505104</c:v>
                </c:pt>
                <c:pt idx="2428">
                  <c:v>0.18893957745046086</c:v>
                </c:pt>
                <c:pt idx="2429">
                  <c:v>0.18870218546001841</c:v>
                </c:pt>
                <c:pt idx="2430">
                  <c:v>0.18736818221188523</c:v>
                </c:pt>
                <c:pt idx="2431">
                  <c:v>0.18688198211624532</c:v>
                </c:pt>
                <c:pt idx="2432">
                  <c:v>0.18487323036279624</c:v>
                </c:pt>
                <c:pt idx="2433">
                  <c:v>0.18402281744727614</c:v>
                </c:pt>
                <c:pt idx="2434">
                  <c:v>0.1870279653917668</c:v>
                </c:pt>
                <c:pt idx="2435">
                  <c:v>0.18569108125680769</c:v>
                </c:pt>
                <c:pt idx="2436">
                  <c:v>0.18329209955813142</c:v>
                </c:pt>
                <c:pt idx="2437">
                  <c:v>0.18189500219949395</c:v>
                </c:pt>
                <c:pt idx="2438">
                  <c:v>0.18460727427885568</c:v>
                </c:pt>
                <c:pt idx="2439">
                  <c:v>0.18429636894130008</c:v>
                </c:pt>
                <c:pt idx="2440">
                  <c:v>0.1847379390842086</c:v>
                </c:pt>
                <c:pt idx="2441">
                  <c:v>0.18182606423222564</c:v>
                </c:pt>
                <c:pt idx="2442">
                  <c:v>0.17957702528671687</c:v>
                </c:pt>
                <c:pt idx="2443">
                  <c:v>0.18137283140937929</c:v>
                </c:pt>
                <c:pt idx="2444">
                  <c:v>0.18261384662178026</c:v>
                </c:pt>
                <c:pt idx="2445">
                  <c:v>0.18284698362375246</c:v>
                </c:pt>
                <c:pt idx="2446">
                  <c:v>0.18073431541962548</c:v>
                </c:pt>
                <c:pt idx="2447">
                  <c:v>0.18138120070530689</c:v>
                </c:pt>
                <c:pt idx="2448">
                  <c:v>0.18196390418881075</c:v>
                </c:pt>
                <c:pt idx="2449">
                  <c:v>0.18037033091654792</c:v>
                </c:pt>
                <c:pt idx="2450">
                  <c:v>0.18168572852485654</c:v>
                </c:pt>
                <c:pt idx="2451">
                  <c:v>0.18026250717743278</c:v>
                </c:pt>
                <c:pt idx="2452">
                  <c:v>0.1793907205888364</c:v>
                </c:pt>
                <c:pt idx="2453">
                  <c:v>0.17482937230248213</c:v>
                </c:pt>
                <c:pt idx="2454">
                  <c:v>0.17286115809069055</c:v>
                </c:pt>
                <c:pt idx="2455">
                  <c:v>0.17379792469853125</c:v>
                </c:pt>
                <c:pt idx="2456">
                  <c:v>0.17592515906782955</c:v>
                </c:pt>
                <c:pt idx="2457">
                  <c:v>0.17274792697426222</c:v>
                </c:pt>
                <c:pt idx="2458">
                  <c:v>0.17319556959121846</c:v>
                </c:pt>
                <c:pt idx="2459">
                  <c:v>0.17243537880736276</c:v>
                </c:pt>
                <c:pt idx="2460">
                  <c:v>0.17137415919654952</c:v>
                </c:pt>
                <c:pt idx="2461">
                  <c:v>0.16825347283198472</c:v>
                </c:pt>
                <c:pt idx="2462">
                  <c:v>0.16378624970088168</c:v>
                </c:pt>
                <c:pt idx="2463">
                  <c:v>0.16399174705319475</c:v>
                </c:pt>
                <c:pt idx="2464">
                  <c:v>0.16381066071954448</c:v>
                </c:pt>
                <c:pt idx="2465">
                  <c:v>0.16553372442778427</c:v>
                </c:pt>
                <c:pt idx="2466">
                  <c:v>0.1651509832156339</c:v>
                </c:pt>
                <c:pt idx="2467">
                  <c:v>0.16429742128416078</c:v>
                </c:pt>
                <c:pt idx="2468">
                  <c:v>0.16482098961271238</c:v>
                </c:pt>
                <c:pt idx="2469">
                  <c:v>0.16297704937750468</c:v>
                </c:pt>
                <c:pt idx="2470">
                  <c:v>0.16334102410820689</c:v>
                </c:pt>
                <c:pt idx="2471">
                  <c:v>0.16202667300593007</c:v>
                </c:pt>
                <c:pt idx="2472">
                  <c:v>0.16044547789225302</c:v>
                </c:pt>
                <c:pt idx="2473">
                  <c:v>0.15869080384672887</c:v>
                </c:pt>
                <c:pt idx="2474">
                  <c:v>0.15946766243024246</c:v>
                </c:pt>
                <c:pt idx="2475">
                  <c:v>0.16177429294256238</c:v>
                </c:pt>
                <c:pt idx="2476">
                  <c:v>0.16281906895141157</c:v>
                </c:pt>
                <c:pt idx="2477">
                  <c:v>0.16328219729672114</c:v>
                </c:pt>
                <c:pt idx="2478">
                  <c:v>0.16442625797590663</c:v>
                </c:pt>
                <c:pt idx="2479">
                  <c:v>0.16328037380202251</c:v>
                </c:pt>
                <c:pt idx="2480">
                  <c:v>0.15983067340391513</c:v>
                </c:pt>
                <c:pt idx="2481">
                  <c:v>0.15936057418155999</c:v>
                </c:pt>
                <c:pt idx="2482">
                  <c:v>0.1593598106583605</c:v>
                </c:pt>
                <c:pt idx="2483">
                  <c:v>0.16095733654723163</c:v>
                </c:pt>
                <c:pt idx="2484">
                  <c:v>0.16442165752764179</c:v>
                </c:pt>
                <c:pt idx="2485">
                  <c:v>0.16360459064023058</c:v>
                </c:pt>
                <c:pt idx="2486">
                  <c:v>0.16128287843135872</c:v>
                </c:pt>
                <c:pt idx="2487">
                  <c:v>0.16110825227163081</c:v>
                </c:pt>
                <c:pt idx="2488">
                  <c:v>0.1622107116883558</c:v>
                </c:pt>
                <c:pt idx="2489">
                  <c:v>0.16407353739058894</c:v>
                </c:pt>
                <c:pt idx="2490">
                  <c:v>0.16232952111418938</c:v>
                </c:pt>
                <c:pt idx="2491">
                  <c:v>0.16353149794924751</c:v>
                </c:pt>
                <c:pt idx="2492">
                  <c:v>0.16354589985547086</c:v>
                </c:pt>
                <c:pt idx="2493">
                  <c:v>0.16327128392375387</c:v>
                </c:pt>
                <c:pt idx="2494">
                  <c:v>0.16308765979655532</c:v>
                </c:pt>
                <c:pt idx="2495">
                  <c:v>0.16296580577361536</c:v>
                </c:pt>
                <c:pt idx="2496">
                  <c:v>0.16091599541818014</c:v>
                </c:pt>
                <c:pt idx="2497">
                  <c:v>0.1629410018172</c:v>
                </c:pt>
                <c:pt idx="2498">
                  <c:v>0.16530748035296594</c:v>
                </c:pt>
                <c:pt idx="2499">
                  <c:v>0.16333243285535032</c:v>
                </c:pt>
                <c:pt idx="2500">
                  <c:v>0.1671326148997731</c:v>
                </c:pt>
                <c:pt idx="2501">
                  <c:v>0.16477470978069575</c:v>
                </c:pt>
                <c:pt idx="2502">
                  <c:v>0.16665921217417048</c:v>
                </c:pt>
                <c:pt idx="2503">
                  <c:v>0.1659318149648531</c:v>
                </c:pt>
                <c:pt idx="2504">
                  <c:v>0.16467177218115114</c:v>
                </c:pt>
                <c:pt idx="2505">
                  <c:v>0.16597493757059764</c:v>
                </c:pt>
                <c:pt idx="2506">
                  <c:v>0.16555794392333925</c:v>
                </c:pt>
                <c:pt idx="2507">
                  <c:v>0.16481777876921377</c:v>
                </c:pt>
                <c:pt idx="2508">
                  <c:v>0.16421315279900664</c:v>
                </c:pt>
                <c:pt idx="2509">
                  <c:v>0.16289116310959104</c:v>
                </c:pt>
                <c:pt idx="2510">
                  <c:v>0.16287834448043861</c:v>
                </c:pt>
                <c:pt idx="2511">
                  <c:v>0.16339016537776749</c:v>
                </c:pt>
                <c:pt idx="2512">
                  <c:v>0.16247391636511471</c:v>
                </c:pt>
                <c:pt idx="2513">
                  <c:v>0.16268824837963222</c:v>
                </c:pt>
                <c:pt idx="2514">
                  <c:v>0.16320525586183063</c:v>
                </c:pt>
                <c:pt idx="2515">
                  <c:v>0.16348337131354035</c:v>
                </c:pt>
                <c:pt idx="2516">
                  <c:v>0.16308665197595298</c:v>
                </c:pt>
                <c:pt idx="2517">
                  <c:v>0.16026500815451092</c:v>
                </c:pt>
                <c:pt idx="2518">
                  <c:v>0.15819194009829671</c:v>
                </c:pt>
                <c:pt idx="2519">
                  <c:v>0.15837989397589483</c:v>
                </c:pt>
                <c:pt idx="2520">
                  <c:v>0.16185905521911625</c:v>
                </c:pt>
                <c:pt idx="2521">
                  <c:v>0.16110621415557197</c:v>
                </c:pt>
                <c:pt idx="2522">
                  <c:v>0.16148627000934673</c:v>
                </c:pt>
                <c:pt idx="2523">
                  <c:v>0.15914554612839557</c:v>
                </c:pt>
                <c:pt idx="2524">
                  <c:v>0.15885641394442176</c:v>
                </c:pt>
                <c:pt idx="2525">
                  <c:v>0.15837465512045343</c:v>
                </c:pt>
                <c:pt idx="2526">
                  <c:v>0.15947363527739836</c:v>
                </c:pt>
                <c:pt idx="2527">
                  <c:v>0.1592284049351603</c:v>
                </c:pt>
                <c:pt idx="2528">
                  <c:v>0.15982809096143966</c:v>
                </c:pt>
                <c:pt idx="2529">
                  <c:v>0.15863761944919436</c:v>
                </c:pt>
                <c:pt idx="2530">
                  <c:v>0.16027794715107935</c:v>
                </c:pt>
                <c:pt idx="2531">
                  <c:v>0.16088200767363442</c:v>
                </c:pt>
                <c:pt idx="2532">
                  <c:v>0.16263115061877231</c:v>
                </c:pt>
                <c:pt idx="2533">
                  <c:v>0.15959495876032551</c:v>
                </c:pt>
                <c:pt idx="2534">
                  <c:v>0.1593048113645088</c:v>
                </c:pt>
                <c:pt idx="2535">
                  <c:v>0.15843414233516412</c:v>
                </c:pt>
                <c:pt idx="2536">
                  <c:v>0.15611934750531817</c:v>
                </c:pt>
                <c:pt idx="2537">
                  <c:v>0.15617993981443287</c:v>
                </c:pt>
                <c:pt idx="2538">
                  <c:v>0.15545400544832949</c:v>
                </c:pt>
                <c:pt idx="2539">
                  <c:v>0.15386157327386785</c:v>
                </c:pt>
                <c:pt idx="2540">
                  <c:v>0.15654387178851786</c:v>
                </c:pt>
                <c:pt idx="2541">
                  <c:v>0.15580534921488925</c:v>
                </c:pt>
                <c:pt idx="2542">
                  <c:v>0.15462583552761255</c:v>
                </c:pt>
                <c:pt idx="2543">
                  <c:v>0.15635065559762279</c:v>
                </c:pt>
                <c:pt idx="2544">
                  <c:v>0.16072372212565511</c:v>
                </c:pt>
                <c:pt idx="2545">
                  <c:v>0.1583824950856132</c:v>
                </c:pt>
                <c:pt idx="2546">
                  <c:v>0.15973006317957614</c:v>
                </c:pt>
                <c:pt idx="2547">
                  <c:v>0.16116151518995478</c:v>
                </c:pt>
                <c:pt idx="2548">
                  <c:v>0.15953311450567664</c:v>
                </c:pt>
                <c:pt idx="2549">
                  <c:v>0.16010402463966628</c:v>
                </c:pt>
                <c:pt idx="2550">
                  <c:v>0.16133236068508394</c:v>
                </c:pt>
                <c:pt idx="2551">
                  <c:v>0.15592877859025434</c:v>
                </c:pt>
                <c:pt idx="2552">
                  <c:v>0.15669064547489669</c:v>
                </c:pt>
                <c:pt idx="2553">
                  <c:v>0.15634770196064893</c:v>
                </c:pt>
                <c:pt idx="2554">
                  <c:v>0.15632572142607379</c:v>
                </c:pt>
                <c:pt idx="2555">
                  <c:v>0.15798334783186416</c:v>
                </c:pt>
                <c:pt idx="2556">
                  <c:v>0.15879635980236512</c:v>
                </c:pt>
                <c:pt idx="2557">
                  <c:v>0.15992663485930664</c:v>
                </c:pt>
                <c:pt idx="2558">
                  <c:v>0.16033797163608854</c:v>
                </c:pt>
                <c:pt idx="2559">
                  <c:v>0.1603077787436121</c:v>
                </c:pt>
                <c:pt idx="2560">
                  <c:v>0.16375827644603155</c:v>
                </c:pt>
                <c:pt idx="2561">
                  <c:v>0.1641003768272003</c:v>
                </c:pt>
                <c:pt idx="2562">
                  <c:v>0.16734406568120158</c:v>
                </c:pt>
                <c:pt idx="2563">
                  <c:v>0.16651791912330191</c:v>
                </c:pt>
                <c:pt idx="2564">
                  <c:v>0.16778662959458462</c:v>
                </c:pt>
                <c:pt idx="2565">
                  <c:v>0.16842327072938601</c:v>
                </c:pt>
                <c:pt idx="2566">
                  <c:v>0.16946387889753786</c:v>
                </c:pt>
                <c:pt idx="2567">
                  <c:v>0.16939006048365207</c:v>
                </c:pt>
                <c:pt idx="2568">
                  <c:v>0.16795187618663648</c:v>
                </c:pt>
                <c:pt idx="2569">
                  <c:v>0.16826836006119272</c:v>
                </c:pt>
                <c:pt idx="2570">
                  <c:v>0.16921862719096631</c:v>
                </c:pt>
                <c:pt idx="2571">
                  <c:v>0.17112484521391297</c:v>
                </c:pt>
                <c:pt idx="2572">
                  <c:v>0.17111447669095434</c:v>
                </c:pt>
                <c:pt idx="2573">
                  <c:v>0.16940845479308009</c:v>
                </c:pt>
                <c:pt idx="2574">
                  <c:v>0.17085787339504144</c:v>
                </c:pt>
                <c:pt idx="2575">
                  <c:v>0.17069746759075027</c:v>
                </c:pt>
                <c:pt idx="2576">
                  <c:v>0.16857497492151008</c:v>
                </c:pt>
                <c:pt idx="2577">
                  <c:v>0.16835711676942774</c:v>
                </c:pt>
                <c:pt idx="2578">
                  <c:v>0.16714372013372047</c:v>
                </c:pt>
                <c:pt idx="2579">
                  <c:v>0.16728190766530712</c:v>
                </c:pt>
                <c:pt idx="2580">
                  <c:v>0.16810200748598714</c:v>
                </c:pt>
                <c:pt idx="2581">
                  <c:v>0.16799416803431366</c:v>
                </c:pt>
                <c:pt idx="2582">
                  <c:v>0.16924758926911579</c:v>
                </c:pt>
                <c:pt idx="2583">
                  <c:v>0.16787576954645886</c:v>
                </c:pt>
                <c:pt idx="2584">
                  <c:v>0.16997913424605379</c:v>
                </c:pt>
                <c:pt idx="2585">
                  <c:v>0.17115674972636558</c:v>
                </c:pt>
                <c:pt idx="2586">
                  <c:v>0.16830735300049182</c:v>
                </c:pt>
                <c:pt idx="2587">
                  <c:v>0.16673037257908704</c:v>
                </c:pt>
                <c:pt idx="2588">
                  <c:v>0.16606607574845378</c:v>
                </c:pt>
                <c:pt idx="2589">
                  <c:v>0.16770944618475708</c:v>
                </c:pt>
                <c:pt idx="2590">
                  <c:v>0.1682752969448319</c:v>
                </c:pt>
                <c:pt idx="2591">
                  <c:v>0.16929650954209963</c:v>
                </c:pt>
                <c:pt idx="2592">
                  <c:v>0.1680202625270574</c:v>
                </c:pt>
                <c:pt idx="2593">
                  <c:v>0.16892842290160862</c:v>
                </c:pt>
                <c:pt idx="2594">
                  <c:v>0.17114623772420517</c:v>
                </c:pt>
                <c:pt idx="2595">
                  <c:v>0.1711741495482943</c:v>
                </c:pt>
                <c:pt idx="2596">
                  <c:v>0.17288817021088401</c:v>
                </c:pt>
                <c:pt idx="2597">
                  <c:v>0.17174055160583093</c:v>
                </c:pt>
                <c:pt idx="2598">
                  <c:v>0.17196235006045785</c:v>
                </c:pt>
                <c:pt idx="2599">
                  <c:v>0.16996638310142764</c:v>
                </c:pt>
                <c:pt idx="2600">
                  <c:v>0.1707440719903604</c:v>
                </c:pt>
                <c:pt idx="2601">
                  <c:v>0.16907244226283857</c:v>
                </c:pt>
                <c:pt idx="2602">
                  <c:v>0.17151899755762887</c:v>
                </c:pt>
                <c:pt idx="2603">
                  <c:v>0.17621124463073032</c:v>
                </c:pt>
                <c:pt idx="2604">
                  <c:v>0.17467466112459221</c:v>
                </c:pt>
                <c:pt idx="2605">
                  <c:v>0.16980855392230151</c:v>
                </c:pt>
                <c:pt idx="2606">
                  <c:v>0.16736195885364663</c:v>
                </c:pt>
                <c:pt idx="2607">
                  <c:v>0.16650305913614166</c:v>
                </c:pt>
                <c:pt idx="2608">
                  <c:v>0.16595208998637373</c:v>
                </c:pt>
                <c:pt idx="2609">
                  <c:v>0.16577783224859541</c:v>
                </c:pt>
                <c:pt idx="2610">
                  <c:v>0.16605963995626213</c:v>
                </c:pt>
                <c:pt idx="2611">
                  <c:v>0.1643015720723939</c:v>
                </c:pt>
                <c:pt idx="2612">
                  <c:v>0.16589600519736153</c:v>
                </c:pt>
                <c:pt idx="2613">
                  <c:v>0.16549431828185798</c:v>
                </c:pt>
                <c:pt idx="2614">
                  <c:v>0.16673813331276044</c:v>
                </c:pt>
                <c:pt idx="2615">
                  <c:v>0.16728052186409123</c:v>
                </c:pt>
                <c:pt idx="2616">
                  <c:v>0.16729741725056199</c:v>
                </c:pt>
                <c:pt idx="2617">
                  <c:v>0.16614108443639525</c:v>
                </c:pt>
                <c:pt idx="2618">
                  <c:v>0.16736490144808613</c:v>
                </c:pt>
                <c:pt idx="2619">
                  <c:v>0.16907574799958205</c:v>
                </c:pt>
                <c:pt idx="2620">
                  <c:v>0.16780021781309984</c:v>
                </c:pt>
                <c:pt idx="2621">
                  <c:v>0.15740202450250304</c:v>
                </c:pt>
                <c:pt idx="2622">
                  <c:v>0.15305187031787645</c:v>
                </c:pt>
                <c:pt idx="2623">
                  <c:v>0.15367589314199254</c:v>
                </c:pt>
                <c:pt idx="2624">
                  <c:v>0.1544094141540458</c:v>
                </c:pt>
                <c:pt idx="2625">
                  <c:v>0.15558686399146254</c:v>
                </c:pt>
                <c:pt idx="2626">
                  <c:v>0.15509163119953767</c:v>
                </c:pt>
                <c:pt idx="2627">
                  <c:v>0.15611141596964243</c:v>
                </c:pt>
                <c:pt idx="2628">
                  <c:v>0.15740303092785282</c:v>
                </c:pt>
                <c:pt idx="2629">
                  <c:v>0.15622721398887279</c:v>
                </c:pt>
                <c:pt idx="2630">
                  <c:v>0.15818922380270775</c:v>
                </c:pt>
                <c:pt idx="2631">
                  <c:v>0.16097758972073334</c:v>
                </c:pt>
                <c:pt idx="2632">
                  <c:v>0.15882760919252806</c:v>
                </c:pt>
                <c:pt idx="2633">
                  <c:v>0.15768660445797525</c:v>
                </c:pt>
                <c:pt idx="2634">
                  <c:v>0.15636959450790172</c:v>
                </c:pt>
                <c:pt idx="2635">
                  <c:v>0.15770199483705516</c:v>
                </c:pt>
                <c:pt idx="2636">
                  <c:v>0.15612509466149649</c:v>
                </c:pt>
                <c:pt idx="2637">
                  <c:v>0.15742077854399994</c:v>
                </c:pt>
                <c:pt idx="2638">
                  <c:v>0.16116746620866665</c:v>
                </c:pt>
                <c:pt idx="2639">
                  <c:v>0.16304827317800891</c:v>
                </c:pt>
                <c:pt idx="2640">
                  <c:v>0.16031570994183206</c:v>
                </c:pt>
                <c:pt idx="2641">
                  <c:v>0.16233676819633186</c:v>
                </c:pt>
                <c:pt idx="2642">
                  <c:v>0.15938610338593331</c:v>
                </c:pt>
                <c:pt idx="2643">
                  <c:v>0.15502753919921902</c:v>
                </c:pt>
                <c:pt idx="2644">
                  <c:v>0.15455007411442001</c:v>
                </c:pt>
                <c:pt idx="2645">
                  <c:v>0.15376794281430978</c:v>
                </c:pt>
                <c:pt idx="2646">
                  <c:v>0.15384057802107051</c:v>
                </c:pt>
                <c:pt idx="2647">
                  <c:v>0.15362172225617152</c:v>
                </c:pt>
                <c:pt idx="2648">
                  <c:v>0.15352092532709452</c:v>
                </c:pt>
                <c:pt idx="2649">
                  <c:v>0.15886559364907013</c:v>
                </c:pt>
                <c:pt idx="2650">
                  <c:v>0.15880345568205972</c:v>
                </c:pt>
                <c:pt idx="2651">
                  <c:v>0.15816404219211025</c:v>
                </c:pt>
                <c:pt idx="2652">
                  <c:v>0.1603535026575203</c:v>
                </c:pt>
                <c:pt idx="2653">
                  <c:v>0.16011738703743136</c:v>
                </c:pt>
                <c:pt idx="2654">
                  <c:v>0.15726778303173811</c:v>
                </c:pt>
                <c:pt idx="2655">
                  <c:v>0.15349056319797388</c:v>
                </c:pt>
                <c:pt idx="2656">
                  <c:v>0.15712548163712264</c:v>
                </c:pt>
                <c:pt idx="2657">
                  <c:v>0.15870475408953547</c:v>
                </c:pt>
                <c:pt idx="2658">
                  <c:v>0.15837413461416142</c:v>
                </c:pt>
                <c:pt idx="2659">
                  <c:v>0.15530864038503153</c:v>
                </c:pt>
                <c:pt idx="2660">
                  <c:v>0.15420764904387399</c:v>
                </c:pt>
                <c:pt idx="2661">
                  <c:v>0.1514990868302423</c:v>
                </c:pt>
                <c:pt idx="2662">
                  <c:v>0.15598078783831079</c:v>
                </c:pt>
                <c:pt idx="2663">
                  <c:v>0.15873757117836429</c:v>
                </c:pt>
                <c:pt idx="2664">
                  <c:v>0.15867377604938557</c:v>
                </c:pt>
                <c:pt idx="2665">
                  <c:v>0.15884977502417519</c:v>
                </c:pt>
                <c:pt idx="2666">
                  <c:v>0.16170023408865097</c:v>
                </c:pt>
                <c:pt idx="2667">
                  <c:v>0.16730689324810424</c:v>
                </c:pt>
                <c:pt idx="2668">
                  <c:v>0.16350339337848674</c:v>
                </c:pt>
                <c:pt idx="2669">
                  <c:v>0.1635407340749066</c:v>
                </c:pt>
                <c:pt idx="2670">
                  <c:v>0.1636908174104417</c:v>
                </c:pt>
                <c:pt idx="2671">
                  <c:v>0.16303742057413892</c:v>
                </c:pt>
                <c:pt idx="2672">
                  <c:v>0.16481034140277059</c:v>
                </c:pt>
                <c:pt idx="2673">
                  <c:v>0.16498824135488532</c:v>
                </c:pt>
                <c:pt idx="2674">
                  <c:v>0.16698495823693119</c:v>
                </c:pt>
                <c:pt idx="2675">
                  <c:v>0.17085116986564858</c:v>
                </c:pt>
                <c:pt idx="2676">
                  <c:v>0.16723824753015892</c:v>
                </c:pt>
                <c:pt idx="2677">
                  <c:v>0.16300331739021162</c:v>
                </c:pt>
                <c:pt idx="2678">
                  <c:v>0.16211850070674697</c:v>
                </c:pt>
                <c:pt idx="2679">
                  <c:v>0.16812971473619767</c:v>
                </c:pt>
                <c:pt idx="2680">
                  <c:v>0.16997478830497376</c:v>
                </c:pt>
                <c:pt idx="2681">
                  <c:v>0.17105574736842313</c:v>
                </c:pt>
                <c:pt idx="2682">
                  <c:v>0.16893581899850943</c:v>
                </c:pt>
                <c:pt idx="2683">
                  <c:v>0.16744128308544889</c:v>
                </c:pt>
                <c:pt idx="2684">
                  <c:v>0.16481557577481445</c:v>
                </c:pt>
                <c:pt idx="2685">
                  <c:v>0.16618071362827677</c:v>
                </c:pt>
                <c:pt idx="2686">
                  <c:v>0.16904808882362751</c:v>
                </c:pt>
                <c:pt idx="2687">
                  <c:v>0.16973651441655332</c:v>
                </c:pt>
                <c:pt idx="2688">
                  <c:v>0.16825072448671052</c:v>
                </c:pt>
                <c:pt idx="2689">
                  <c:v>0.17104338880753359</c:v>
                </c:pt>
                <c:pt idx="2690">
                  <c:v>0.16809106929826043</c:v>
                </c:pt>
                <c:pt idx="2691">
                  <c:v>0.16811661482577617</c:v>
                </c:pt>
                <c:pt idx="2692">
                  <c:v>0.17187355606967974</c:v>
                </c:pt>
                <c:pt idx="2693">
                  <c:v>0.17491604491311433</c:v>
                </c:pt>
                <c:pt idx="2694">
                  <c:v>0.17238515858494105</c:v>
                </c:pt>
                <c:pt idx="2695">
                  <c:v>0.17118251188844463</c:v>
                </c:pt>
                <c:pt idx="2696">
                  <c:v>0.17188451769335658</c:v>
                </c:pt>
                <c:pt idx="2697">
                  <c:v>0.17155340200459976</c:v>
                </c:pt>
                <c:pt idx="2698">
                  <c:v>0.17184624655022249</c:v>
                </c:pt>
                <c:pt idx="2699">
                  <c:v>0.17360054120277202</c:v>
                </c:pt>
                <c:pt idx="2700">
                  <c:v>0.17379773664181455</c:v>
                </c:pt>
                <c:pt idx="2701">
                  <c:v>0.17149180967186328</c:v>
                </c:pt>
                <c:pt idx="2702">
                  <c:v>0.17270915798950295</c:v>
                </c:pt>
                <c:pt idx="2703">
                  <c:v>0.17423324041230759</c:v>
                </c:pt>
                <c:pt idx="2704">
                  <c:v>0.17771634238115269</c:v>
                </c:pt>
                <c:pt idx="2705">
                  <c:v>0.18098957916516642</c:v>
                </c:pt>
                <c:pt idx="2706">
                  <c:v>0.17967297424177564</c:v>
                </c:pt>
                <c:pt idx="2707">
                  <c:v>0.17413375265889355</c:v>
                </c:pt>
                <c:pt idx="2708">
                  <c:v>0.17708931869080244</c:v>
                </c:pt>
                <c:pt idx="2709">
                  <c:v>0.17326817117341292</c:v>
                </c:pt>
                <c:pt idx="2710">
                  <c:v>0.17421502715403453</c:v>
                </c:pt>
                <c:pt idx="2711">
                  <c:v>0.17404482894667828</c:v>
                </c:pt>
                <c:pt idx="2712">
                  <c:v>0.17423410456819724</c:v>
                </c:pt>
                <c:pt idx="2713">
                  <c:v>0.17633200928946452</c:v>
                </c:pt>
                <c:pt idx="2714">
                  <c:v>0.17481761343312446</c:v>
                </c:pt>
                <c:pt idx="2715">
                  <c:v>0.17608740210824814</c:v>
                </c:pt>
                <c:pt idx="2716">
                  <c:v>0.17656507138020219</c:v>
                </c:pt>
                <c:pt idx="2717">
                  <c:v>0.17464570485833208</c:v>
                </c:pt>
                <c:pt idx="2718">
                  <c:v>0.17283938817901021</c:v>
                </c:pt>
                <c:pt idx="2719">
                  <c:v>0.17402562313880812</c:v>
                </c:pt>
                <c:pt idx="2720">
                  <c:v>0.17460406440155318</c:v>
                </c:pt>
                <c:pt idx="2721">
                  <c:v>0.17424737688065203</c:v>
                </c:pt>
                <c:pt idx="2722">
                  <c:v>0.17588881143258489</c:v>
                </c:pt>
                <c:pt idx="2723">
                  <c:v>0.17632367873491295</c:v>
                </c:pt>
                <c:pt idx="2724">
                  <c:v>0.17731254255391563</c:v>
                </c:pt>
                <c:pt idx="2725">
                  <c:v>0.18035376793049168</c:v>
                </c:pt>
                <c:pt idx="2726">
                  <c:v>0.17788325517581946</c:v>
                </c:pt>
                <c:pt idx="2727">
                  <c:v>0.18053691774282254</c:v>
                </c:pt>
                <c:pt idx="2728">
                  <c:v>0.18179168325924724</c:v>
                </c:pt>
                <c:pt idx="2729">
                  <c:v>0.1782420900567793</c:v>
                </c:pt>
                <c:pt idx="2730">
                  <c:v>0.17579267091459896</c:v>
                </c:pt>
                <c:pt idx="2731">
                  <c:v>0.17751258990425137</c:v>
                </c:pt>
                <c:pt idx="2732">
                  <c:v>0.1797240414357503</c:v>
                </c:pt>
                <c:pt idx="2733">
                  <c:v>0.18214243579481409</c:v>
                </c:pt>
                <c:pt idx="2734">
                  <c:v>0.18544879654465413</c:v>
                </c:pt>
                <c:pt idx="2735">
                  <c:v>0.18345060593102269</c:v>
                </c:pt>
                <c:pt idx="2736">
                  <c:v>0.18121942881967765</c:v>
                </c:pt>
                <c:pt idx="2737">
                  <c:v>0.18382449080733876</c:v>
                </c:pt>
                <c:pt idx="2738">
                  <c:v>0.18718284002826194</c:v>
                </c:pt>
                <c:pt idx="2739">
                  <c:v>0.1853769372892502</c:v>
                </c:pt>
                <c:pt idx="2740">
                  <c:v>0.1889730484819663</c:v>
                </c:pt>
                <c:pt idx="2741">
                  <c:v>0.19076618545793025</c:v>
                </c:pt>
                <c:pt idx="2742">
                  <c:v>0.19270361789261489</c:v>
                </c:pt>
                <c:pt idx="2743">
                  <c:v>0.19365866656126024</c:v>
                </c:pt>
                <c:pt idx="2744">
                  <c:v>0.19349665103000005</c:v>
                </c:pt>
                <c:pt idx="2745">
                  <c:v>0.19353100647829238</c:v>
                </c:pt>
                <c:pt idx="2746">
                  <c:v>0.1950787347029512</c:v>
                </c:pt>
                <c:pt idx="2747">
                  <c:v>0.19082053810531763</c:v>
                </c:pt>
                <c:pt idx="2748">
                  <c:v>0.19269158206046696</c:v>
                </c:pt>
                <c:pt idx="2749">
                  <c:v>0.19157422294871532</c:v>
                </c:pt>
                <c:pt idx="2750">
                  <c:v>0.19289127815061025</c:v>
                </c:pt>
                <c:pt idx="2751">
                  <c:v>0.19248714737427572</c:v>
                </c:pt>
                <c:pt idx="2752">
                  <c:v>0.19276987733678641</c:v>
                </c:pt>
                <c:pt idx="2753">
                  <c:v>0.19327012038646332</c:v>
                </c:pt>
                <c:pt idx="2754">
                  <c:v>0.19950437010436375</c:v>
                </c:pt>
                <c:pt idx="2755">
                  <c:v>0.19856428798194684</c:v>
                </c:pt>
                <c:pt idx="2756">
                  <c:v>0.1980637289725099</c:v>
                </c:pt>
                <c:pt idx="2757">
                  <c:v>0.19693203085288832</c:v>
                </c:pt>
                <c:pt idx="2758">
                  <c:v>0.1972290743469936</c:v>
                </c:pt>
                <c:pt idx="2759">
                  <c:v>0.2019180099385208</c:v>
                </c:pt>
                <c:pt idx="2760">
                  <c:v>0.20110118453854534</c:v>
                </c:pt>
                <c:pt idx="2761">
                  <c:v>0.20186793502272576</c:v>
                </c:pt>
                <c:pt idx="2762">
                  <c:v>0.19942774326713225</c:v>
                </c:pt>
                <c:pt idx="2763">
                  <c:v>0.1992575076832758</c:v>
                </c:pt>
                <c:pt idx="2764">
                  <c:v>0.20161732346868547</c:v>
                </c:pt>
                <c:pt idx="2765">
                  <c:v>0.19545934255723646</c:v>
                </c:pt>
                <c:pt idx="2766">
                  <c:v>0.19510804013252947</c:v>
                </c:pt>
                <c:pt idx="2767">
                  <c:v>0.19635034568652973</c:v>
                </c:pt>
                <c:pt idx="2768">
                  <c:v>0.19505273033522208</c:v>
                </c:pt>
                <c:pt idx="2769">
                  <c:v>0.1970046765031904</c:v>
                </c:pt>
                <c:pt idx="2770">
                  <c:v>0.19532166543479254</c:v>
                </c:pt>
                <c:pt idx="2771">
                  <c:v>0.19620198666453867</c:v>
                </c:pt>
                <c:pt idx="2772">
                  <c:v>0.18928268406945029</c:v>
                </c:pt>
                <c:pt idx="2773">
                  <c:v>0.19095319551445381</c:v>
                </c:pt>
                <c:pt idx="2774">
                  <c:v>0.1912903094716101</c:v>
                </c:pt>
                <c:pt idx="2775">
                  <c:v>0.19196150722790531</c:v>
                </c:pt>
                <c:pt idx="2776">
                  <c:v>0.19249119515505378</c:v>
                </c:pt>
                <c:pt idx="2777">
                  <c:v>0.19389912107464866</c:v>
                </c:pt>
                <c:pt idx="2778">
                  <c:v>0.19444919574248978</c:v>
                </c:pt>
                <c:pt idx="2779">
                  <c:v>0.19266884205941595</c:v>
                </c:pt>
                <c:pt idx="2780">
                  <c:v>0.19195251685479972</c:v>
                </c:pt>
                <c:pt idx="2781">
                  <c:v>0.19304431098493297</c:v>
                </c:pt>
                <c:pt idx="2782">
                  <c:v>0.19566634048315149</c:v>
                </c:pt>
                <c:pt idx="2783">
                  <c:v>0.1966682578106051</c:v>
                </c:pt>
                <c:pt idx="2784">
                  <c:v>0.19326025686401135</c:v>
                </c:pt>
                <c:pt idx="2785">
                  <c:v>0.19283169785448459</c:v>
                </c:pt>
                <c:pt idx="2786">
                  <c:v>0.19202334164688031</c:v>
                </c:pt>
                <c:pt idx="2787">
                  <c:v>0.19363832843835416</c:v>
                </c:pt>
                <c:pt idx="2788">
                  <c:v>0.19367997343208587</c:v>
                </c:pt>
                <c:pt idx="2789">
                  <c:v>0.19427644162240049</c:v>
                </c:pt>
                <c:pt idx="2790">
                  <c:v>0.19336481261347607</c:v>
                </c:pt>
                <c:pt idx="2791">
                  <c:v>0.19570090619155717</c:v>
                </c:pt>
                <c:pt idx="2792">
                  <c:v>0.19925484409959598</c:v>
                </c:pt>
                <c:pt idx="2793">
                  <c:v>0.19902142865797773</c:v>
                </c:pt>
                <c:pt idx="2794">
                  <c:v>0.19804211199424965</c:v>
                </c:pt>
                <c:pt idx="2795">
                  <c:v>0.19829737721584809</c:v>
                </c:pt>
                <c:pt idx="2796">
                  <c:v>0.2009403351691626</c:v>
                </c:pt>
                <c:pt idx="2797">
                  <c:v>0.19799713630611801</c:v>
                </c:pt>
                <c:pt idx="2798">
                  <c:v>0.19599603744751443</c:v>
                </c:pt>
                <c:pt idx="2799">
                  <c:v>0.19441006527269292</c:v>
                </c:pt>
                <c:pt idx="2800">
                  <c:v>0.1952279158663473</c:v>
                </c:pt>
                <c:pt idx="2801">
                  <c:v>0.19623933244288941</c:v>
                </c:pt>
                <c:pt idx="2802">
                  <c:v>0.19520958985908218</c:v>
                </c:pt>
                <c:pt idx="2803">
                  <c:v>0.1928256507313445</c:v>
                </c:pt>
                <c:pt idx="2804">
                  <c:v>0.19187240053928684</c:v>
                </c:pt>
                <c:pt idx="2805">
                  <c:v>0.19399330640308984</c:v>
                </c:pt>
                <c:pt idx="2806">
                  <c:v>0.19371099740527017</c:v>
                </c:pt>
                <c:pt idx="2807">
                  <c:v>0.19240019036781261</c:v>
                </c:pt>
                <c:pt idx="2808">
                  <c:v>0.19390204570714362</c:v>
                </c:pt>
                <c:pt idx="2809">
                  <c:v>0.19254449557077991</c:v>
                </c:pt>
                <c:pt idx="2810">
                  <c:v>0.19310375082428044</c:v>
                </c:pt>
                <c:pt idx="2811">
                  <c:v>0.19235962431254383</c:v>
                </c:pt>
                <c:pt idx="2812">
                  <c:v>0.192466302827141</c:v>
                </c:pt>
                <c:pt idx="2813">
                  <c:v>0.19198390541169558</c:v>
                </c:pt>
                <c:pt idx="2814">
                  <c:v>0.19207201365538212</c:v>
                </c:pt>
                <c:pt idx="2815">
                  <c:v>0.19288567412256366</c:v>
                </c:pt>
                <c:pt idx="2816">
                  <c:v>0.1923297152291874</c:v>
                </c:pt>
                <c:pt idx="2817">
                  <c:v>0.18745375104020137</c:v>
                </c:pt>
                <c:pt idx="2818">
                  <c:v>0.1890258961272949</c:v>
                </c:pt>
                <c:pt idx="2819">
                  <c:v>0.19005006079562653</c:v>
                </c:pt>
                <c:pt idx="2820">
                  <c:v>0.18841338480886166</c:v>
                </c:pt>
                <c:pt idx="2821">
                  <c:v>0.18990467603609351</c:v>
                </c:pt>
                <c:pt idx="2822">
                  <c:v>0.19254631346947726</c:v>
                </c:pt>
                <c:pt idx="2823">
                  <c:v>0.19215379120816339</c:v>
                </c:pt>
                <c:pt idx="2824">
                  <c:v>0.19393114236253126</c:v>
                </c:pt>
                <c:pt idx="2825">
                  <c:v>0.18910270884206201</c:v>
                </c:pt>
                <c:pt idx="2826">
                  <c:v>0.18615801276448557</c:v>
                </c:pt>
                <c:pt idx="2827">
                  <c:v>0.18613957034033571</c:v>
                </c:pt>
                <c:pt idx="2828">
                  <c:v>0.18699555697193354</c:v>
                </c:pt>
                <c:pt idx="2829">
                  <c:v>0.18688013180292409</c:v>
                </c:pt>
                <c:pt idx="2830">
                  <c:v>0.18700586790835685</c:v>
                </c:pt>
                <c:pt idx="2831">
                  <c:v>0.18462241004401081</c:v>
                </c:pt>
                <c:pt idx="2832">
                  <c:v>0.18166425851808291</c:v>
                </c:pt>
                <c:pt idx="2833">
                  <c:v>0.17498542554229737</c:v>
                </c:pt>
                <c:pt idx="2834">
                  <c:v>0.17375339367218634</c:v>
                </c:pt>
                <c:pt idx="2835">
                  <c:v>0.1765100708629106</c:v>
                </c:pt>
                <c:pt idx="2836">
                  <c:v>0.17777906944331351</c:v>
                </c:pt>
                <c:pt idx="2837">
                  <c:v>0.17726962778372019</c:v>
                </c:pt>
                <c:pt idx="2838">
                  <c:v>0.17750338127894741</c:v>
                </c:pt>
                <c:pt idx="2839">
                  <c:v>0.17738622641443588</c:v>
                </c:pt>
                <c:pt idx="2840">
                  <c:v>0.17744997723180705</c:v>
                </c:pt>
                <c:pt idx="2841">
                  <c:v>0.1779578357674082</c:v>
                </c:pt>
                <c:pt idx="2842">
                  <c:v>0.18050782984025213</c:v>
                </c:pt>
                <c:pt idx="2843">
                  <c:v>0.18361281978315871</c:v>
                </c:pt>
                <c:pt idx="2844">
                  <c:v>0.18375885399664435</c:v>
                </c:pt>
                <c:pt idx="2845">
                  <c:v>0.18886788821397432</c:v>
                </c:pt>
                <c:pt idx="2846">
                  <c:v>0.18276278736573867</c:v>
                </c:pt>
                <c:pt idx="2847">
                  <c:v>0.18309763385992334</c:v>
                </c:pt>
                <c:pt idx="2848">
                  <c:v>0.18288871571369375</c:v>
                </c:pt>
                <c:pt idx="2849">
                  <c:v>0.18450948263807984</c:v>
                </c:pt>
                <c:pt idx="2850">
                  <c:v>0.18545088463763174</c:v>
                </c:pt>
                <c:pt idx="2851">
                  <c:v>0.18516819180613395</c:v>
                </c:pt>
                <c:pt idx="2852">
                  <c:v>0.17776177908778601</c:v>
                </c:pt>
                <c:pt idx="2853">
                  <c:v>0.17111502213719432</c:v>
                </c:pt>
                <c:pt idx="2854">
                  <c:v>0.16875477235553338</c:v>
                </c:pt>
                <c:pt idx="2855">
                  <c:v>0.16779709292843917</c:v>
                </c:pt>
                <c:pt idx="2856">
                  <c:v>0.17101592513857675</c:v>
                </c:pt>
                <c:pt idx="2857">
                  <c:v>0.16840114551989749</c:v>
                </c:pt>
                <c:pt idx="2858">
                  <c:v>0.16980294600252727</c:v>
                </c:pt>
                <c:pt idx="2859">
                  <c:v>0.16828947648028098</c:v>
                </c:pt>
                <c:pt idx="2860">
                  <c:v>0.16962454397781149</c:v>
                </c:pt>
                <c:pt idx="2861">
                  <c:v>0.16964227431512496</c:v>
                </c:pt>
                <c:pt idx="2862">
                  <c:v>0.17202139375980366</c:v>
                </c:pt>
                <c:pt idx="2863">
                  <c:v>0.17153293969000649</c:v>
                </c:pt>
                <c:pt idx="2864">
                  <c:v>0.17148577707262033</c:v>
                </c:pt>
                <c:pt idx="2865">
                  <c:v>0.16827229823536524</c:v>
                </c:pt>
                <c:pt idx="2866">
                  <c:v>0.16706677679684712</c:v>
                </c:pt>
                <c:pt idx="2867">
                  <c:v>0.16930443715019811</c:v>
                </c:pt>
                <c:pt idx="2868">
                  <c:v>0.17282565245659035</c:v>
                </c:pt>
                <c:pt idx="2869">
                  <c:v>0.17186670354147249</c:v>
                </c:pt>
                <c:pt idx="2870">
                  <c:v>0.17148703764901349</c:v>
                </c:pt>
                <c:pt idx="2871">
                  <c:v>0.171574299327441</c:v>
                </c:pt>
                <c:pt idx="2872">
                  <c:v>0.17281880959916793</c:v>
                </c:pt>
                <c:pt idx="2873">
                  <c:v>0.17367969733818844</c:v>
                </c:pt>
                <c:pt idx="2874">
                  <c:v>0.17120277346446711</c:v>
                </c:pt>
                <c:pt idx="2875">
                  <c:v>0.16690021252367915</c:v>
                </c:pt>
                <c:pt idx="2876">
                  <c:v>0.16578784478009562</c:v>
                </c:pt>
                <c:pt idx="2877">
                  <c:v>0.16655761883169681</c:v>
                </c:pt>
                <c:pt idx="2878">
                  <c:v>0.1694264282593341</c:v>
                </c:pt>
                <c:pt idx="2879">
                  <c:v>0.17121886867058431</c:v>
                </c:pt>
                <c:pt idx="2880">
                  <c:v>0.17085172044571056</c:v>
                </c:pt>
                <c:pt idx="2881">
                  <c:v>0.17206993323955366</c:v>
                </c:pt>
                <c:pt idx="2882">
                  <c:v>0.17098898762480078</c:v>
                </c:pt>
                <c:pt idx="2883">
                  <c:v>0.17045566969531095</c:v>
                </c:pt>
                <c:pt idx="2884">
                  <c:v>0.17104089640043882</c:v>
                </c:pt>
                <c:pt idx="2885">
                  <c:v>0.1701695694107081</c:v>
                </c:pt>
                <c:pt idx="2886">
                  <c:v>0.1697116556362139</c:v>
                </c:pt>
                <c:pt idx="2887">
                  <c:v>0.16952910469638108</c:v>
                </c:pt>
                <c:pt idx="2888">
                  <c:v>0.16730117191162455</c:v>
                </c:pt>
                <c:pt idx="2889">
                  <c:v>0.16912568806966874</c:v>
                </c:pt>
                <c:pt idx="2890">
                  <c:v>0.17182230093476136</c:v>
                </c:pt>
                <c:pt idx="2891">
                  <c:v>0.17320010950886522</c:v>
                </c:pt>
                <c:pt idx="2892">
                  <c:v>0.17376818956592988</c:v>
                </c:pt>
                <c:pt idx="2893">
                  <c:v>0.17235784522565642</c:v>
                </c:pt>
                <c:pt idx="2894">
                  <c:v>0.17278113961920527</c:v>
                </c:pt>
                <c:pt idx="2895">
                  <c:v>0.17435854400757114</c:v>
                </c:pt>
                <c:pt idx="2896">
                  <c:v>0.17610289399178747</c:v>
                </c:pt>
                <c:pt idx="2897">
                  <c:v>0.1757219045066277</c:v>
                </c:pt>
                <c:pt idx="2898">
                  <c:v>0.17610855523461805</c:v>
                </c:pt>
                <c:pt idx="2899">
                  <c:v>0.17450291715919347</c:v>
                </c:pt>
                <c:pt idx="2900">
                  <c:v>0.17554876906809924</c:v>
                </c:pt>
                <c:pt idx="2901">
                  <c:v>0.17580571753948462</c:v>
                </c:pt>
                <c:pt idx="2902">
                  <c:v>0.17641701480093724</c:v>
                </c:pt>
                <c:pt idx="2903">
                  <c:v>0.17811051943588424</c:v>
                </c:pt>
                <c:pt idx="2904">
                  <c:v>0.17974437318985911</c:v>
                </c:pt>
                <c:pt idx="2905">
                  <c:v>0.17763333576409843</c:v>
                </c:pt>
                <c:pt idx="2906">
                  <c:v>0.18092895252337543</c:v>
                </c:pt>
                <c:pt idx="2907">
                  <c:v>0.18168139051793694</c:v>
                </c:pt>
                <c:pt idx="2908">
                  <c:v>0.18454854100794602</c:v>
                </c:pt>
                <c:pt idx="2909">
                  <c:v>0.18367368271530773</c:v>
                </c:pt>
                <c:pt idx="2910">
                  <c:v>0.18049267240137845</c:v>
                </c:pt>
                <c:pt idx="2911">
                  <c:v>0.18564154615398545</c:v>
                </c:pt>
                <c:pt idx="2912">
                  <c:v>0.19167988904715863</c:v>
                </c:pt>
                <c:pt idx="2913">
                  <c:v>0.19127535660636938</c:v>
                </c:pt>
                <c:pt idx="2914">
                  <c:v>0.19052402175819019</c:v>
                </c:pt>
                <c:pt idx="2915">
                  <c:v>0.19197839476229492</c:v>
                </c:pt>
                <c:pt idx="2916">
                  <c:v>0.19274370180926384</c:v>
                </c:pt>
                <c:pt idx="2917">
                  <c:v>0.19166998794152781</c:v>
                </c:pt>
                <c:pt idx="2918">
                  <c:v>0.19370779355406439</c:v>
                </c:pt>
                <c:pt idx="2919">
                  <c:v>0.19497826406728183</c:v>
                </c:pt>
                <c:pt idx="2920">
                  <c:v>0.1938196682390036</c:v>
                </c:pt>
                <c:pt idx="2921">
                  <c:v>0.19249495997178584</c:v>
                </c:pt>
                <c:pt idx="2922">
                  <c:v>0.19188282600869308</c:v>
                </c:pt>
                <c:pt idx="2923">
                  <c:v>0.19109218162015659</c:v>
                </c:pt>
                <c:pt idx="2924">
                  <c:v>0.18861323027788385</c:v>
                </c:pt>
                <c:pt idx="2925">
                  <c:v>0.18866380172502595</c:v>
                </c:pt>
                <c:pt idx="2926">
                  <c:v>0.19027317177390296</c:v>
                </c:pt>
                <c:pt idx="2927">
                  <c:v>0.19107370491794015</c:v>
                </c:pt>
                <c:pt idx="2928">
                  <c:v>0.19013891157177287</c:v>
                </c:pt>
                <c:pt idx="2929">
                  <c:v>0.18972123490272089</c:v>
                </c:pt>
                <c:pt idx="2930">
                  <c:v>0.19013291039290695</c:v>
                </c:pt>
                <c:pt idx="2931">
                  <c:v>0.19176601204691079</c:v>
                </c:pt>
                <c:pt idx="2932">
                  <c:v>0.19253661797340843</c:v>
                </c:pt>
                <c:pt idx="2933">
                  <c:v>0.1904914458149459</c:v>
                </c:pt>
                <c:pt idx="2934">
                  <c:v>0.19169243005244663</c:v>
                </c:pt>
                <c:pt idx="2935">
                  <c:v>0.1908336775082996</c:v>
                </c:pt>
                <c:pt idx="2936">
                  <c:v>0.19264799951787809</c:v>
                </c:pt>
                <c:pt idx="2937">
                  <c:v>0.19393987250651748</c:v>
                </c:pt>
                <c:pt idx="2938">
                  <c:v>0.19631916668104663</c:v>
                </c:pt>
                <c:pt idx="2939">
                  <c:v>0.19453538877438417</c:v>
                </c:pt>
                <c:pt idx="2940">
                  <c:v>0.19297279079739149</c:v>
                </c:pt>
                <c:pt idx="2941">
                  <c:v>0.19427359416868198</c:v>
                </c:pt>
                <c:pt idx="2942">
                  <c:v>0.19780754978467621</c:v>
                </c:pt>
                <c:pt idx="2943">
                  <c:v>0.19881562400891348</c:v>
                </c:pt>
                <c:pt idx="2944">
                  <c:v>0.19906415916663023</c:v>
                </c:pt>
                <c:pt idx="2945">
                  <c:v>0.19769393320750714</c:v>
                </c:pt>
                <c:pt idx="2946">
                  <c:v>0.20140470912309774</c:v>
                </c:pt>
                <c:pt idx="2947">
                  <c:v>0.20190225550091764</c:v>
                </c:pt>
                <c:pt idx="2948">
                  <c:v>0.20402636451195008</c:v>
                </c:pt>
                <c:pt idx="2949">
                  <c:v>0.20217210364821797</c:v>
                </c:pt>
                <c:pt idx="2950">
                  <c:v>0.20758439166802867</c:v>
                </c:pt>
                <c:pt idx="2951">
                  <c:v>0.20682490171089959</c:v>
                </c:pt>
                <c:pt idx="2952">
                  <c:v>0.20562609747703567</c:v>
                </c:pt>
                <c:pt idx="2953">
                  <c:v>0.20456549926522932</c:v>
                </c:pt>
                <c:pt idx="2954">
                  <c:v>0.20392683954079999</c:v>
                </c:pt>
                <c:pt idx="2955">
                  <c:v>0.20033460549584794</c:v>
                </c:pt>
                <c:pt idx="2956">
                  <c:v>0.19881302301819984</c:v>
                </c:pt>
                <c:pt idx="2957">
                  <c:v>0.19955262543246993</c:v>
                </c:pt>
                <c:pt idx="2958">
                  <c:v>0.19949627352637161</c:v>
                </c:pt>
                <c:pt idx="2959">
                  <c:v>0.19926617459453763</c:v>
                </c:pt>
                <c:pt idx="2960">
                  <c:v>0.20166013976128994</c:v>
                </c:pt>
                <c:pt idx="2961">
                  <c:v>0.20263297939557812</c:v>
                </c:pt>
                <c:pt idx="2962">
                  <c:v>0.20128866426831882</c:v>
                </c:pt>
                <c:pt idx="2963">
                  <c:v>0.20018143458066329</c:v>
                </c:pt>
                <c:pt idx="2964">
                  <c:v>0.1981475864303561</c:v>
                </c:pt>
                <c:pt idx="2965">
                  <c:v>0.19874149578639178</c:v>
                </c:pt>
                <c:pt idx="2966">
                  <c:v>0.19939821392582086</c:v>
                </c:pt>
                <c:pt idx="2967">
                  <c:v>0.19957158870691488</c:v>
                </c:pt>
                <c:pt idx="2968">
                  <c:v>0.19373495246430128</c:v>
                </c:pt>
                <c:pt idx="2969">
                  <c:v>0.1959578310146837</c:v>
                </c:pt>
                <c:pt idx="2970">
                  <c:v>0.19663834485191067</c:v>
                </c:pt>
                <c:pt idx="2971">
                  <c:v>0.19464684715062738</c:v>
                </c:pt>
                <c:pt idx="2972">
                  <c:v>0.19377835484802097</c:v>
                </c:pt>
                <c:pt idx="2973">
                  <c:v>0.19528896872832585</c:v>
                </c:pt>
                <c:pt idx="2974">
                  <c:v>0.19877894630023285</c:v>
                </c:pt>
                <c:pt idx="2975">
                  <c:v>0.20003120216741471</c:v>
                </c:pt>
                <c:pt idx="2976">
                  <c:v>0.19849016744666409</c:v>
                </c:pt>
                <c:pt idx="2977">
                  <c:v>0.19606942236983946</c:v>
                </c:pt>
                <c:pt idx="2978">
                  <c:v>0.193403881807753</c:v>
                </c:pt>
                <c:pt idx="2979">
                  <c:v>0.1942553734413916</c:v>
                </c:pt>
                <c:pt idx="2980">
                  <c:v>0.19339797963215413</c:v>
                </c:pt>
                <c:pt idx="2981">
                  <c:v>0.19285906922292767</c:v>
                </c:pt>
                <c:pt idx="2982">
                  <c:v>0.19380427695540292</c:v>
                </c:pt>
                <c:pt idx="2983">
                  <c:v>0.19243058189988893</c:v>
                </c:pt>
                <c:pt idx="2984">
                  <c:v>0.19171874700902064</c:v>
                </c:pt>
                <c:pt idx="2985">
                  <c:v>0.19112234859013813</c:v>
                </c:pt>
                <c:pt idx="2986">
                  <c:v>0.19234110786487074</c:v>
                </c:pt>
                <c:pt idx="2987">
                  <c:v>0.192145557472023</c:v>
                </c:pt>
                <c:pt idx="2988">
                  <c:v>0.19494611874597256</c:v>
                </c:pt>
                <c:pt idx="2989">
                  <c:v>0.19579296623703599</c:v>
                </c:pt>
                <c:pt idx="2990">
                  <c:v>0.19396532375227651</c:v>
                </c:pt>
                <c:pt idx="2991">
                  <c:v>0.19426389884980377</c:v>
                </c:pt>
                <c:pt idx="2992">
                  <c:v>0.19027450672531693</c:v>
                </c:pt>
                <c:pt idx="2993">
                  <c:v>0.1884922184122754</c:v>
                </c:pt>
                <c:pt idx="2994">
                  <c:v>0.18891544072075148</c:v>
                </c:pt>
                <c:pt idx="2995">
                  <c:v>0.18899689486512969</c:v>
                </c:pt>
                <c:pt idx="2996">
                  <c:v>0.18950667430926019</c:v>
                </c:pt>
                <c:pt idx="2997">
                  <c:v>0.18558501742234274</c:v>
                </c:pt>
                <c:pt idx="2998">
                  <c:v>0.18251837386393308</c:v>
                </c:pt>
                <c:pt idx="2999">
                  <c:v>0.18567362705656132</c:v>
                </c:pt>
                <c:pt idx="3000">
                  <c:v>0.18700921793566613</c:v>
                </c:pt>
                <c:pt idx="3001">
                  <c:v>0.18660204764893248</c:v>
                </c:pt>
                <c:pt idx="3002">
                  <c:v>0.18577409101523831</c:v>
                </c:pt>
                <c:pt idx="3003">
                  <c:v>0.18623765574126838</c:v>
                </c:pt>
                <c:pt idx="3004">
                  <c:v>0.18607373894449972</c:v>
                </c:pt>
                <c:pt idx="3005">
                  <c:v>0.18866623780062372</c:v>
                </c:pt>
                <c:pt idx="3006">
                  <c:v>0.18916291703748669</c:v>
                </c:pt>
                <c:pt idx="3007">
                  <c:v>0.18942367459634477</c:v>
                </c:pt>
                <c:pt idx="3008">
                  <c:v>0.19019312693367618</c:v>
                </c:pt>
                <c:pt idx="3009">
                  <c:v>0.19078485589190597</c:v>
                </c:pt>
                <c:pt idx="3010">
                  <c:v>0.19180218331158666</c:v>
                </c:pt>
                <c:pt idx="3011">
                  <c:v>0.19042673435687976</c:v>
                </c:pt>
                <c:pt idx="3012">
                  <c:v>0.19159945766164949</c:v>
                </c:pt>
                <c:pt idx="3013">
                  <c:v>0.19113950365720239</c:v>
                </c:pt>
                <c:pt idx="3014">
                  <c:v>0.1913646101792954</c:v>
                </c:pt>
                <c:pt idx="3015">
                  <c:v>0.19278800983361027</c:v>
                </c:pt>
                <c:pt idx="3016">
                  <c:v>0.19250051722706357</c:v>
                </c:pt>
                <c:pt idx="3017">
                  <c:v>0.19331885003976923</c:v>
                </c:pt>
                <c:pt idx="3018">
                  <c:v>0.19256618676595652</c:v>
                </c:pt>
                <c:pt idx="3019">
                  <c:v>0.19342375538260159</c:v>
                </c:pt>
                <c:pt idx="3020">
                  <c:v>0.19309041197429822</c:v>
                </c:pt>
                <c:pt idx="3021">
                  <c:v>0.19000805799191919</c:v>
                </c:pt>
                <c:pt idx="3022">
                  <c:v>0.18954214793568183</c:v>
                </c:pt>
                <c:pt idx="3023">
                  <c:v>0.18965333438665199</c:v>
                </c:pt>
                <c:pt idx="3024">
                  <c:v>0.18840184376133703</c:v>
                </c:pt>
                <c:pt idx="3025">
                  <c:v>0.19124842288161453</c:v>
                </c:pt>
                <c:pt idx="3026">
                  <c:v>0.19289201091717292</c:v>
                </c:pt>
                <c:pt idx="3027">
                  <c:v>0.19312407697034073</c:v>
                </c:pt>
                <c:pt idx="3028">
                  <c:v>0.19359107121777752</c:v>
                </c:pt>
                <c:pt idx="3029">
                  <c:v>0.19009015499548115</c:v>
                </c:pt>
                <c:pt idx="3030">
                  <c:v>0.19006085478250068</c:v>
                </c:pt>
                <c:pt idx="3031">
                  <c:v>0.18898347836581703</c:v>
                </c:pt>
                <c:pt idx="3032">
                  <c:v>0.1864973951785999</c:v>
                </c:pt>
                <c:pt idx="3033">
                  <c:v>0.18847674870045736</c:v>
                </c:pt>
                <c:pt idx="3034">
                  <c:v>0.18910034894555963</c:v>
                </c:pt>
                <c:pt idx="3035">
                  <c:v>0.18805788377895299</c:v>
                </c:pt>
                <c:pt idx="3036">
                  <c:v>0.19017970509458132</c:v>
                </c:pt>
                <c:pt idx="3037">
                  <c:v>0.19109363197748711</c:v>
                </c:pt>
                <c:pt idx="3038">
                  <c:v>0.19039573602129126</c:v>
                </c:pt>
                <c:pt idx="3039">
                  <c:v>0.18861277257728939</c:v>
                </c:pt>
                <c:pt idx="3040">
                  <c:v>0.19071550625812436</c:v>
                </c:pt>
                <c:pt idx="3041">
                  <c:v>0.19090869652661693</c:v>
                </c:pt>
                <c:pt idx="3042">
                  <c:v>0.19120043861966449</c:v>
                </c:pt>
                <c:pt idx="3043">
                  <c:v>0.18844557607902426</c:v>
                </c:pt>
                <c:pt idx="3044">
                  <c:v>0.18874203940705167</c:v>
                </c:pt>
                <c:pt idx="3045">
                  <c:v>0.18890203181190501</c:v>
                </c:pt>
                <c:pt idx="3046">
                  <c:v>0.19232660917621652</c:v>
                </c:pt>
                <c:pt idx="3047">
                  <c:v>0.18961386913417827</c:v>
                </c:pt>
                <c:pt idx="3048">
                  <c:v>0.18781205363828329</c:v>
                </c:pt>
                <c:pt idx="3049">
                  <c:v>0.18764065280257125</c:v>
                </c:pt>
                <c:pt idx="3050">
                  <c:v>0.18856962720455347</c:v>
                </c:pt>
                <c:pt idx="3051">
                  <c:v>0.18952024253844529</c:v>
                </c:pt>
                <c:pt idx="3052">
                  <c:v>0.19035882919754893</c:v>
                </c:pt>
                <c:pt idx="3053">
                  <c:v>0.18887993923848378</c:v>
                </c:pt>
                <c:pt idx="3054">
                  <c:v>0.18800223279910303</c:v>
                </c:pt>
                <c:pt idx="3055">
                  <c:v>0.19244121337737033</c:v>
                </c:pt>
                <c:pt idx="3056">
                  <c:v>0.19609644983341104</c:v>
                </c:pt>
                <c:pt idx="3057">
                  <c:v>0.19749248149350676</c:v>
                </c:pt>
                <c:pt idx="3058">
                  <c:v>0.19855705439655288</c:v>
                </c:pt>
                <c:pt idx="3059">
                  <c:v>0.20132657053844594</c:v>
                </c:pt>
                <c:pt idx="3060">
                  <c:v>0.20088961299616945</c:v>
                </c:pt>
                <c:pt idx="3061">
                  <c:v>0.20148990801493366</c:v>
                </c:pt>
                <c:pt idx="3062">
                  <c:v>0.19876629279700292</c:v>
                </c:pt>
                <c:pt idx="3063">
                  <c:v>0.19951931765537403</c:v>
                </c:pt>
                <c:pt idx="3064">
                  <c:v>0.20095572370818948</c:v>
                </c:pt>
                <c:pt idx="3065">
                  <c:v>0.19915665073267222</c:v>
                </c:pt>
                <c:pt idx="3066">
                  <c:v>0.20111699561820651</c:v>
                </c:pt>
                <c:pt idx="3067">
                  <c:v>0.20173878378136462</c:v>
                </c:pt>
                <c:pt idx="3068">
                  <c:v>0.20265472630251258</c:v>
                </c:pt>
                <c:pt idx="3069">
                  <c:v>0.20368935478097727</c:v>
                </c:pt>
                <c:pt idx="3070">
                  <c:v>0.2019023065143771</c:v>
                </c:pt>
                <c:pt idx="3071">
                  <c:v>0.20209797017428766</c:v>
                </c:pt>
                <c:pt idx="3072">
                  <c:v>0.20122095040667279</c:v>
                </c:pt>
                <c:pt idx="3073">
                  <c:v>0.20256996020757975</c:v>
                </c:pt>
                <c:pt idx="3074">
                  <c:v>0.20183433022445327</c:v>
                </c:pt>
                <c:pt idx="3075">
                  <c:v>0.20362979945589393</c:v>
                </c:pt>
                <c:pt idx="3076">
                  <c:v>0.20358861780428275</c:v>
                </c:pt>
                <c:pt idx="3077">
                  <c:v>0.20187265870679175</c:v>
                </c:pt>
                <c:pt idx="3078">
                  <c:v>0.20301813699577953</c:v>
                </c:pt>
                <c:pt idx="3079">
                  <c:v>0.20161786671816431</c:v>
                </c:pt>
                <c:pt idx="3080">
                  <c:v>0.20025946939192851</c:v>
                </c:pt>
                <c:pt idx="3081">
                  <c:v>0.19993392980188174</c:v>
                </c:pt>
                <c:pt idx="3082">
                  <c:v>0.20163127856130059</c:v>
                </c:pt>
                <c:pt idx="3083">
                  <c:v>0.2030094467436302</c:v>
                </c:pt>
                <c:pt idx="3084">
                  <c:v>0.20340833010692311</c:v>
                </c:pt>
                <c:pt idx="3085">
                  <c:v>0.20253895978573408</c:v>
                </c:pt>
                <c:pt idx="3086">
                  <c:v>0.20074134353426409</c:v>
                </c:pt>
                <c:pt idx="3087">
                  <c:v>0.20012694457838151</c:v>
                </c:pt>
                <c:pt idx="3088">
                  <c:v>0.20172358478835753</c:v>
                </c:pt>
                <c:pt idx="3089">
                  <c:v>0.19987441546888488</c:v>
                </c:pt>
                <c:pt idx="3090">
                  <c:v>0.19733857402441529</c:v>
                </c:pt>
                <c:pt idx="3091">
                  <c:v>0.19890895828347419</c:v>
                </c:pt>
                <c:pt idx="3092">
                  <c:v>0.19979942421111777</c:v>
                </c:pt>
                <c:pt idx="3093">
                  <c:v>0.20410714254119797</c:v>
                </c:pt>
                <c:pt idx="3094">
                  <c:v>0.20502128959067728</c:v>
                </c:pt>
                <c:pt idx="3095">
                  <c:v>0.20388675755895141</c:v>
                </c:pt>
                <c:pt idx="3096">
                  <c:v>0.19977235956381448</c:v>
                </c:pt>
                <c:pt idx="3097">
                  <c:v>0.20175916729797169</c:v>
                </c:pt>
                <c:pt idx="3098">
                  <c:v>0.20143781575443026</c:v>
                </c:pt>
                <c:pt idx="3099">
                  <c:v>0.20152454155923927</c:v>
                </c:pt>
                <c:pt idx="3100">
                  <c:v>0.19859990662158375</c:v>
                </c:pt>
                <c:pt idx="3101">
                  <c:v>0.19770193802141525</c:v>
                </c:pt>
                <c:pt idx="3102">
                  <c:v>0.19749389070025672</c:v>
                </c:pt>
                <c:pt idx="3103">
                  <c:v>0.19723497906713477</c:v>
                </c:pt>
                <c:pt idx="3104">
                  <c:v>0.19952774945003116</c:v>
                </c:pt>
                <c:pt idx="3105">
                  <c:v>0.20088859133790316</c:v>
                </c:pt>
                <c:pt idx="3106">
                  <c:v>0.20041934284129123</c:v>
                </c:pt>
                <c:pt idx="3107">
                  <c:v>0.19919463218511216</c:v>
                </c:pt>
                <c:pt idx="3108">
                  <c:v>0.19941386177632681</c:v>
                </c:pt>
                <c:pt idx="3109">
                  <c:v>0.1989440021930633</c:v>
                </c:pt>
                <c:pt idx="3110">
                  <c:v>0.19926442894978788</c:v>
                </c:pt>
                <c:pt idx="3111">
                  <c:v>0.20006142747614628</c:v>
                </c:pt>
                <c:pt idx="3112">
                  <c:v>0.19946728286261661</c:v>
                </c:pt>
                <c:pt idx="3113">
                  <c:v>0.20119184675189297</c:v>
                </c:pt>
                <c:pt idx="3114">
                  <c:v>0.19842051618090317</c:v>
                </c:pt>
                <c:pt idx="3115">
                  <c:v>0.1974267257146459</c:v>
                </c:pt>
                <c:pt idx="3116">
                  <c:v>0.19232934775625371</c:v>
                </c:pt>
                <c:pt idx="3117">
                  <c:v>0.19079196412255142</c:v>
                </c:pt>
                <c:pt idx="3118">
                  <c:v>0.18932163520351403</c:v>
                </c:pt>
                <c:pt idx="3119">
                  <c:v>0.19048426288006479</c:v>
                </c:pt>
                <c:pt idx="3120">
                  <c:v>0.18997085320374288</c:v>
                </c:pt>
                <c:pt idx="3121">
                  <c:v>0.19079275191620915</c:v>
                </c:pt>
                <c:pt idx="3122">
                  <c:v>0.18892324880918748</c:v>
                </c:pt>
                <c:pt idx="3123">
                  <c:v>0.19237097376273196</c:v>
                </c:pt>
                <c:pt idx="3124">
                  <c:v>0.19610110666130301</c:v>
                </c:pt>
                <c:pt idx="3125">
                  <c:v>0.19521174951796907</c:v>
                </c:pt>
                <c:pt idx="3126">
                  <c:v>0.19468542195491687</c:v>
                </c:pt>
                <c:pt idx="3127">
                  <c:v>0.19370776263123182</c:v>
                </c:pt>
                <c:pt idx="3128">
                  <c:v>0.19395355738123046</c:v>
                </c:pt>
                <c:pt idx="3129">
                  <c:v>0.19255980513512247</c:v>
                </c:pt>
                <c:pt idx="3130">
                  <c:v>0.19303181278304948</c:v>
                </c:pt>
                <c:pt idx="3131">
                  <c:v>0.1935518400619998</c:v>
                </c:pt>
                <c:pt idx="3132">
                  <c:v>0.19244614031548393</c:v>
                </c:pt>
                <c:pt idx="3133">
                  <c:v>0.19189133706841013</c:v>
                </c:pt>
                <c:pt idx="3134">
                  <c:v>0.19442778665867422</c:v>
                </c:pt>
                <c:pt idx="3135">
                  <c:v>0.19639374020485095</c:v>
                </c:pt>
                <c:pt idx="3136">
                  <c:v>0.1947497164582587</c:v>
                </c:pt>
                <c:pt idx="3137">
                  <c:v>0.1932374668418487</c:v>
                </c:pt>
                <c:pt idx="3138">
                  <c:v>0.19256209530266988</c:v>
                </c:pt>
                <c:pt idx="3139">
                  <c:v>0.19208711348305582</c:v>
                </c:pt>
                <c:pt idx="3140">
                  <c:v>0.19332766478357158</c:v>
                </c:pt>
                <c:pt idx="3141">
                  <c:v>0.18973857013311604</c:v>
                </c:pt>
                <c:pt idx="3142">
                  <c:v>0.18814198709313334</c:v>
                </c:pt>
                <c:pt idx="3143">
                  <c:v>0.18803173143631755</c:v>
                </c:pt>
                <c:pt idx="3144">
                  <c:v>0.18743832176874914</c:v>
                </c:pt>
                <c:pt idx="3145">
                  <c:v>0.18915095852967184</c:v>
                </c:pt>
                <c:pt idx="3146">
                  <c:v>0.18873348195179362</c:v>
                </c:pt>
                <c:pt idx="3147">
                  <c:v>0.18804134644338671</c:v>
                </c:pt>
                <c:pt idx="3148">
                  <c:v>0.18235568561382867</c:v>
                </c:pt>
                <c:pt idx="3149">
                  <c:v>0.18222459859447296</c:v>
                </c:pt>
                <c:pt idx="3150">
                  <c:v>0.17992260003607877</c:v>
                </c:pt>
                <c:pt idx="3151">
                  <c:v>0.18137919185751614</c:v>
                </c:pt>
                <c:pt idx="3152">
                  <c:v>0.18354124004742664</c:v>
                </c:pt>
                <c:pt idx="3153">
                  <c:v>0.18516732951146123</c:v>
                </c:pt>
                <c:pt idx="3154">
                  <c:v>0.18611946734884879</c:v>
                </c:pt>
                <c:pt idx="3155">
                  <c:v>0.18562380643558113</c:v>
                </c:pt>
                <c:pt idx="3156">
                  <c:v>0.18612759266982543</c:v>
                </c:pt>
                <c:pt idx="3157">
                  <c:v>0.18714192989062353</c:v>
                </c:pt>
                <c:pt idx="3158">
                  <c:v>0.18786219715868244</c:v>
                </c:pt>
                <c:pt idx="3159">
                  <c:v>0.19015491877069124</c:v>
                </c:pt>
                <c:pt idx="3160">
                  <c:v>0.19209525821955942</c:v>
                </c:pt>
                <c:pt idx="3161">
                  <c:v>0.19220485490118952</c:v>
                </c:pt>
                <c:pt idx="3162">
                  <c:v>0.1913907801164525</c:v>
                </c:pt>
                <c:pt idx="3163">
                  <c:v>0.18911012298761615</c:v>
                </c:pt>
                <c:pt idx="3164">
                  <c:v>0.19022808650627845</c:v>
                </c:pt>
                <c:pt idx="3165">
                  <c:v>0.19281337216080863</c:v>
                </c:pt>
                <c:pt idx="3166">
                  <c:v>0.19518673017895266</c:v>
                </c:pt>
                <c:pt idx="3167">
                  <c:v>0.19428707510356305</c:v>
                </c:pt>
                <c:pt idx="3168">
                  <c:v>0.19544427705021972</c:v>
                </c:pt>
                <c:pt idx="3169">
                  <c:v>0.19591083180339416</c:v>
                </c:pt>
                <c:pt idx="3170">
                  <c:v>0.19509796495638418</c:v>
                </c:pt>
                <c:pt idx="3171">
                  <c:v>0.1913981627459746</c:v>
                </c:pt>
                <c:pt idx="3172">
                  <c:v>0.18979537890101525</c:v>
                </c:pt>
                <c:pt idx="3173">
                  <c:v>0.18930896795245258</c:v>
                </c:pt>
                <c:pt idx="3174">
                  <c:v>0.19365213577981477</c:v>
                </c:pt>
                <c:pt idx="3175">
                  <c:v>0.20009366169143294</c:v>
                </c:pt>
                <c:pt idx="3176">
                  <c:v>0.19940197684221936</c:v>
                </c:pt>
                <c:pt idx="3177">
                  <c:v>0.20082710312402671</c:v>
                </c:pt>
                <c:pt idx="3178">
                  <c:v>0.20119123474829939</c:v>
                </c:pt>
                <c:pt idx="3179">
                  <c:v>0.20230586067462575</c:v>
                </c:pt>
                <c:pt idx="3180">
                  <c:v>0.20469606332054993</c:v>
                </c:pt>
                <c:pt idx="3181">
                  <c:v>0.19937200307035691</c:v>
                </c:pt>
                <c:pt idx="3182">
                  <c:v>0.20441101021410976</c:v>
                </c:pt>
                <c:pt idx="3183">
                  <c:v>0.20469521264563459</c:v>
                </c:pt>
                <c:pt idx="3184">
                  <c:v>0.20444832784790648</c:v>
                </c:pt>
                <c:pt idx="3185">
                  <c:v>0.20213641192120338</c:v>
                </c:pt>
                <c:pt idx="3186">
                  <c:v>0.20395640858528094</c:v>
                </c:pt>
                <c:pt idx="3187">
                  <c:v>0.20496671509181352</c:v>
                </c:pt>
                <c:pt idx="3188">
                  <c:v>0.20322918116456321</c:v>
                </c:pt>
                <c:pt idx="3189">
                  <c:v>0.20363170848141199</c:v>
                </c:pt>
                <c:pt idx="3190">
                  <c:v>0.20304008975849214</c:v>
                </c:pt>
                <c:pt idx="3191">
                  <c:v>0.20408447252395748</c:v>
                </c:pt>
                <c:pt idx="3192">
                  <c:v>0.20364980282837283</c:v>
                </c:pt>
                <c:pt idx="3193">
                  <c:v>0.20712410810951024</c:v>
                </c:pt>
                <c:pt idx="3194">
                  <c:v>0.20740072063833076</c:v>
                </c:pt>
                <c:pt idx="3195">
                  <c:v>0.21561080858503853</c:v>
                </c:pt>
                <c:pt idx="3196">
                  <c:v>0.21551997257554451</c:v>
                </c:pt>
                <c:pt idx="3197">
                  <c:v>0.21418324527413926</c:v>
                </c:pt>
                <c:pt idx="3198">
                  <c:v>0.21379058809174914</c:v>
                </c:pt>
                <c:pt idx="3199">
                  <c:v>0.21442483157846573</c:v>
                </c:pt>
                <c:pt idx="3200">
                  <c:v>0.21049856210359139</c:v>
                </c:pt>
                <c:pt idx="3201">
                  <c:v>0.20812696117273138</c:v>
                </c:pt>
                <c:pt idx="3202">
                  <c:v>0.20941751735260705</c:v>
                </c:pt>
                <c:pt idx="3203">
                  <c:v>0.20974050787167592</c:v>
                </c:pt>
                <c:pt idx="3204">
                  <c:v>0.20991127782168104</c:v>
                </c:pt>
                <c:pt idx="3205">
                  <c:v>0.21042472743756094</c:v>
                </c:pt>
                <c:pt idx="3206">
                  <c:v>0.20907295196427375</c:v>
                </c:pt>
                <c:pt idx="3207">
                  <c:v>0.20976533210545764</c:v>
                </c:pt>
                <c:pt idx="3208">
                  <c:v>0.21063199999934987</c:v>
                </c:pt>
                <c:pt idx="3209">
                  <c:v>0.21120270323368537</c:v>
                </c:pt>
                <c:pt idx="3210">
                  <c:v>0.2113464197183296</c:v>
                </c:pt>
                <c:pt idx="3211">
                  <c:v>0.21038242320652595</c:v>
                </c:pt>
                <c:pt idx="3212">
                  <c:v>0.21073447791605179</c:v>
                </c:pt>
                <c:pt idx="3213">
                  <c:v>0.21207500754748554</c:v>
                </c:pt>
                <c:pt idx="3214">
                  <c:v>0.2108194372261441</c:v>
                </c:pt>
                <c:pt idx="3215">
                  <c:v>0.21176009691639061</c:v>
                </c:pt>
                <c:pt idx="3216">
                  <c:v>0.21378738595282426</c:v>
                </c:pt>
                <c:pt idx="3217">
                  <c:v>0.2165233972064626</c:v>
                </c:pt>
                <c:pt idx="3218">
                  <c:v>0.21652308264660619</c:v>
                </c:pt>
                <c:pt idx="3219">
                  <c:v>0.21505777625324804</c:v>
                </c:pt>
                <c:pt idx="3220">
                  <c:v>0.21243905238775124</c:v>
                </c:pt>
                <c:pt idx="3221">
                  <c:v>0.21261024174330959</c:v>
                </c:pt>
                <c:pt idx="3222">
                  <c:v>0.21239501190788385</c:v>
                </c:pt>
                <c:pt idx="3223">
                  <c:v>0.21287280345583162</c:v>
                </c:pt>
                <c:pt idx="3224">
                  <c:v>0.21414685804448499</c:v>
                </c:pt>
                <c:pt idx="3225">
                  <c:v>0.21609566499770505</c:v>
                </c:pt>
                <c:pt idx="3226">
                  <c:v>0.21443043306819318</c:v>
                </c:pt>
                <c:pt idx="3227">
                  <c:v>0.21568547356426299</c:v>
                </c:pt>
                <c:pt idx="3228">
                  <c:v>0.21820063500518269</c:v>
                </c:pt>
                <c:pt idx="3229">
                  <c:v>0.21994720175922994</c:v>
                </c:pt>
                <c:pt idx="3230">
                  <c:v>0.2195005412295967</c:v>
                </c:pt>
                <c:pt idx="3231">
                  <c:v>0.2180345237886942</c:v>
                </c:pt>
                <c:pt idx="3232">
                  <c:v>0.21833291033001229</c:v>
                </c:pt>
                <c:pt idx="3233">
                  <c:v>0.21682047868205209</c:v>
                </c:pt>
                <c:pt idx="3234">
                  <c:v>0.2193206835104082</c:v>
                </c:pt>
                <c:pt idx="3235">
                  <c:v>0.2186346324422411</c:v>
                </c:pt>
                <c:pt idx="3236">
                  <c:v>0.21615913097793693</c:v>
                </c:pt>
                <c:pt idx="3237">
                  <c:v>0.21317876027078098</c:v>
                </c:pt>
                <c:pt idx="3238">
                  <c:v>0.21241385757573381</c:v>
                </c:pt>
                <c:pt idx="3239">
                  <c:v>0.21230493481695931</c:v>
                </c:pt>
                <c:pt idx="3240">
                  <c:v>0.20979900240676397</c:v>
                </c:pt>
                <c:pt idx="3241">
                  <c:v>0.21080380262838483</c:v>
                </c:pt>
                <c:pt idx="3242">
                  <c:v>0.2101585412089696</c:v>
                </c:pt>
                <c:pt idx="3243">
                  <c:v>0.20952441698708207</c:v>
                </c:pt>
                <c:pt idx="3244">
                  <c:v>0.21119144849761884</c:v>
                </c:pt>
                <c:pt idx="3245">
                  <c:v>0.20976524863923587</c:v>
                </c:pt>
                <c:pt idx="3246">
                  <c:v>0.20720615188913352</c:v>
                </c:pt>
                <c:pt idx="3247">
                  <c:v>0.20711084509659847</c:v>
                </c:pt>
                <c:pt idx="3248">
                  <c:v>0.20694700206286379</c:v>
                </c:pt>
                <c:pt idx="3249">
                  <c:v>0.20690679519734109</c:v>
                </c:pt>
                <c:pt idx="3250">
                  <c:v>0.20402571421976656</c:v>
                </c:pt>
                <c:pt idx="3251">
                  <c:v>0.2068405839194381</c:v>
                </c:pt>
                <c:pt idx="3252">
                  <c:v>0.21039857428354583</c:v>
                </c:pt>
                <c:pt idx="3253">
                  <c:v>0.21116210642368891</c:v>
                </c:pt>
                <c:pt idx="3254">
                  <c:v>0.20755536489559032</c:v>
                </c:pt>
                <c:pt idx="3255">
                  <c:v>0.20860133128214944</c:v>
                </c:pt>
                <c:pt idx="3256">
                  <c:v>0.20700387342139182</c:v>
                </c:pt>
                <c:pt idx="3257">
                  <c:v>0.2097641385225158</c:v>
                </c:pt>
                <c:pt idx="3258">
                  <c:v>0.21295769711739346</c:v>
                </c:pt>
                <c:pt idx="3259">
                  <c:v>0.21154623886702073</c:v>
                </c:pt>
                <c:pt idx="3260">
                  <c:v>0.20993349705611397</c:v>
                </c:pt>
                <c:pt idx="3261">
                  <c:v>0.20953526329725802</c:v>
                </c:pt>
                <c:pt idx="3262">
                  <c:v>0.20957953236360394</c:v>
                </c:pt>
                <c:pt idx="3263">
                  <c:v>0.21016317213257532</c:v>
                </c:pt>
                <c:pt idx="3264">
                  <c:v>0.20938483630943583</c:v>
                </c:pt>
                <c:pt idx="3265">
                  <c:v>0.20842451780489182</c:v>
                </c:pt>
                <c:pt idx="3266">
                  <c:v>0.21147779611371434</c:v>
                </c:pt>
                <c:pt idx="3267">
                  <c:v>0.20976183707919302</c:v>
                </c:pt>
                <c:pt idx="3268">
                  <c:v>0.2066815146393641</c:v>
                </c:pt>
                <c:pt idx="3269">
                  <c:v>0.20685662184814435</c:v>
                </c:pt>
                <c:pt idx="3270">
                  <c:v>0.20774321387555247</c:v>
                </c:pt>
                <c:pt idx="3271">
                  <c:v>0.20698144298394497</c:v>
                </c:pt>
                <c:pt idx="3272">
                  <c:v>0.20688472380351045</c:v>
                </c:pt>
                <c:pt idx="3273">
                  <c:v>0.20727346697670371</c:v>
                </c:pt>
                <c:pt idx="3274">
                  <c:v>0.20583735148753463</c:v>
                </c:pt>
                <c:pt idx="3275">
                  <c:v>0.20248857664500014</c:v>
                </c:pt>
                <c:pt idx="3276">
                  <c:v>0.20270161515968788</c:v>
                </c:pt>
                <c:pt idx="3277">
                  <c:v>0.20305242598782894</c:v>
                </c:pt>
                <c:pt idx="3278">
                  <c:v>0.20215562162890616</c:v>
                </c:pt>
                <c:pt idx="3279">
                  <c:v>0.20221187260674617</c:v>
                </c:pt>
                <c:pt idx="3280">
                  <c:v>0.20280890237043808</c:v>
                </c:pt>
                <c:pt idx="3281">
                  <c:v>0.20153397597969117</c:v>
                </c:pt>
                <c:pt idx="3282">
                  <c:v>0.19834593530768624</c:v>
                </c:pt>
                <c:pt idx="3283">
                  <c:v>0.19529078556807472</c:v>
                </c:pt>
                <c:pt idx="3284">
                  <c:v>0.2002921319779318</c:v>
                </c:pt>
                <c:pt idx="3285">
                  <c:v>0.20316140677894878</c:v>
                </c:pt>
                <c:pt idx="3286">
                  <c:v>0.20433692401754405</c:v>
                </c:pt>
                <c:pt idx="3287">
                  <c:v>0.20383650649836421</c:v>
                </c:pt>
                <c:pt idx="3288">
                  <c:v>0.20195468181559068</c:v>
                </c:pt>
                <c:pt idx="3289">
                  <c:v>0.20511417082526442</c:v>
                </c:pt>
                <c:pt idx="3290">
                  <c:v>0.20528769578976966</c:v>
                </c:pt>
                <c:pt idx="3291">
                  <c:v>0.2081104930908092</c:v>
                </c:pt>
                <c:pt idx="3292">
                  <c:v>0.20990570650831672</c:v>
                </c:pt>
                <c:pt idx="3293">
                  <c:v>0.21306061016374364</c:v>
                </c:pt>
                <c:pt idx="3294">
                  <c:v>0.21176564201654846</c:v>
                </c:pt>
                <c:pt idx="3295">
                  <c:v>0.210131201140354</c:v>
                </c:pt>
                <c:pt idx="3296">
                  <c:v>0.20753212259815659</c:v>
                </c:pt>
                <c:pt idx="3297">
                  <c:v>0.20698934062825355</c:v>
                </c:pt>
                <c:pt idx="3298">
                  <c:v>0.20801716832333125</c:v>
                </c:pt>
                <c:pt idx="3299">
                  <c:v>0.20896594521921757</c:v>
                </c:pt>
                <c:pt idx="3300">
                  <c:v>0.2106201476346786</c:v>
                </c:pt>
                <c:pt idx="3301">
                  <c:v>0.21351825581485701</c:v>
                </c:pt>
                <c:pt idx="3302">
                  <c:v>0.20973413671741989</c:v>
                </c:pt>
                <c:pt idx="3303">
                  <c:v>0.2074316749226161</c:v>
                </c:pt>
                <c:pt idx="3304">
                  <c:v>0.20440500154741975</c:v>
                </c:pt>
                <c:pt idx="3305">
                  <c:v>0.20477574125004802</c:v>
                </c:pt>
                <c:pt idx="3306">
                  <c:v>0.20098582826820116</c:v>
                </c:pt>
                <c:pt idx="3307">
                  <c:v>0.20741772507002001</c:v>
                </c:pt>
                <c:pt idx="3308">
                  <c:v>0.20970246513460089</c:v>
                </c:pt>
                <c:pt idx="3309">
                  <c:v>0.20933419053528593</c:v>
                </c:pt>
                <c:pt idx="3310">
                  <c:v>0.20923467912926857</c:v>
                </c:pt>
                <c:pt idx="3311">
                  <c:v>0.21079092863463919</c:v>
                </c:pt>
                <c:pt idx="3312">
                  <c:v>0.20801968763035233</c:v>
                </c:pt>
                <c:pt idx="3313">
                  <c:v>0.20722372861255295</c:v>
                </c:pt>
                <c:pt idx="3314">
                  <c:v>0.20994398137305997</c:v>
                </c:pt>
                <c:pt idx="3315">
                  <c:v>0.20850020543370984</c:v>
                </c:pt>
                <c:pt idx="3316">
                  <c:v>0.20526098277836763</c:v>
                </c:pt>
                <c:pt idx="3317">
                  <c:v>0.20564114488051122</c:v>
                </c:pt>
                <c:pt idx="3318">
                  <c:v>0.20339890483296741</c:v>
                </c:pt>
                <c:pt idx="3319">
                  <c:v>0.20287983154017253</c:v>
                </c:pt>
                <c:pt idx="3320">
                  <c:v>0.20052107773845643</c:v>
                </c:pt>
                <c:pt idx="3321">
                  <c:v>0.20193498256377712</c:v>
                </c:pt>
                <c:pt idx="3322">
                  <c:v>0.2041245590884552</c:v>
                </c:pt>
                <c:pt idx="3323">
                  <c:v>0.2033375717710677</c:v>
                </c:pt>
                <c:pt idx="3324">
                  <c:v>0.20365629443482283</c:v>
                </c:pt>
                <c:pt idx="3325">
                  <c:v>0.20766293940702082</c:v>
                </c:pt>
                <c:pt idx="3326">
                  <c:v>0.20623444292294987</c:v>
                </c:pt>
                <c:pt idx="3327">
                  <c:v>0.20302395554053013</c:v>
                </c:pt>
                <c:pt idx="3328">
                  <c:v>0.20000427251844782</c:v>
                </c:pt>
                <c:pt idx="3329">
                  <c:v>0.19689545813895204</c:v>
                </c:pt>
                <c:pt idx="3330">
                  <c:v>0.19510737224067351</c:v>
                </c:pt>
                <c:pt idx="3331">
                  <c:v>0.19813738152008223</c:v>
                </c:pt>
                <c:pt idx="3332">
                  <c:v>0.19918434040192193</c:v>
                </c:pt>
                <c:pt idx="3333">
                  <c:v>0.19808981374631734</c:v>
                </c:pt>
                <c:pt idx="3334">
                  <c:v>0.19639524951583881</c:v>
                </c:pt>
                <c:pt idx="3335">
                  <c:v>0.19555920032029814</c:v>
                </c:pt>
                <c:pt idx="3336">
                  <c:v>0.19632429926709613</c:v>
                </c:pt>
                <c:pt idx="3337">
                  <c:v>0.19558164143808296</c:v>
                </c:pt>
                <c:pt idx="3338">
                  <c:v>0.19475619776297554</c:v>
                </c:pt>
                <c:pt idx="3339">
                  <c:v>0.19588157087878902</c:v>
                </c:pt>
                <c:pt idx="3340">
                  <c:v>0.1927853148877173</c:v>
                </c:pt>
                <c:pt idx="3341">
                  <c:v>0.19051002810868378</c:v>
                </c:pt>
                <c:pt idx="3342">
                  <c:v>0.19048156528937266</c:v>
                </c:pt>
                <c:pt idx="3343">
                  <c:v>0.18973450063131841</c:v>
                </c:pt>
                <c:pt idx="3344">
                  <c:v>0.19058374963553992</c:v>
                </c:pt>
                <c:pt idx="3345">
                  <c:v>0.18896297708484083</c:v>
                </c:pt>
                <c:pt idx="3346">
                  <c:v>0.19050563879142388</c:v>
                </c:pt>
                <c:pt idx="3347">
                  <c:v>0.18849928812810282</c:v>
                </c:pt>
                <c:pt idx="3348">
                  <c:v>0.18833710508703921</c:v>
                </c:pt>
                <c:pt idx="3349">
                  <c:v>0.18744087795907105</c:v>
                </c:pt>
                <c:pt idx="3350">
                  <c:v>0.18548872599165664</c:v>
                </c:pt>
                <c:pt idx="3351">
                  <c:v>0.18875534182218118</c:v>
                </c:pt>
                <c:pt idx="3352">
                  <c:v>0.18898529898831259</c:v>
                </c:pt>
                <c:pt idx="3353">
                  <c:v>0.18913908165201324</c:v>
                </c:pt>
                <c:pt idx="3354">
                  <c:v>0.18638665675414351</c:v>
                </c:pt>
                <c:pt idx="3355">
                  <c:v>0.18532508182476015</c:v>
                </c:pt>
                <c:pt idx="3356">
                  <c:v>0.18662831291460497</c:v>
                </c:pt>
                <c:pt idx="3357">
                  <c:v>0.18797709576808466</c:v>
                </c:pt>
                <c:pt idx="3358">
                  <c:v>0.19147423438806876</c:v>
                </c:pt>
                <c:pt idx="3359">
                  <c:v>0.19140553579560671</c:v>
                </c:pt>
                <c:pt idx="3360">
                  <c:v>0.18949932715322915</c:v>
                </c:pt>
                <c:pt idx="3361">
                  <c:v>0.18929125487721107</c:v>
                </c:pt>
                <c:pt idx="3362">
                  <c:v>0.18882369185193101</c:v>
                </c:pt>
                <c:pt idx="3363">
                  <c:v>0.1860345528106005</c:v>
                </c:pt>
                <c:pt idx="3364">
                  <c:v>0.18584987904238173</c:v>
                </c:pt>
                <c:pt idx="3365">
                  <c:v>0.1848610776975842</c:v>
                </c:pt>
                <c:pt idx="3366">
                  <c:v>0.18420710269702367</c:v>
                </c:pt>
                <c:pt idx="3367">
                  <c:v>0.18347012523477596</c:v>
                </c:pt>
                <c:pt idx="3368">
                  <c:v>0.18065075756988624</c:v>
                </c:pt>
                <c:pt idx="3369">
                  <c:v>0.17985918729658687</c:v>
                </c:pt>
                <c:pt idx="3370">
                  <c:v>0.18146862862665816</c:v>
                </c:pt>
                <c:pt idx="3371">
                  <c:v>0.18141999622575763</c:v>
                </c:pt>
                <c:pt idx="3372">
                  <c:v>0.18167070667275328</c:v>
                </c:pt>
                <c:pt idx="3373">
                  <c:v>0.18386194968776096</c:v>
                </c:pt>
                <c:pt idx="3374">
                  <c:v>0.18390827218681358</c:v>
                </c:pt>
                <c:pt idx="3375">
                  <c:v>0.18327044807299689</c:v>
                </c:pt>
                <c:pt idx="3376">
                  <c:v>0.18082644929342359</c:v>
                </c:pt>
                <c:pt idx="3377">
                  <c:v>0.17976073964410563</c:v>
                </c:pt>
                <c:pt idx="3378">
                  <c:v>0.17950119243710014</c:v>
                </c:pt>
                <c:pt idx="3379">
                  <c:v>0.17579003553827049</c:v>
                </c:pt>
                <c:pt idx="3380">
                  <c:v>0.1757085402076988</c:v>
                </c:pt>
                <c:pt idx="3381">
                  <c:v>0.17678029498006911</c:v>
                </c:pt>
                <c:pt idx="3382">
                  <c:v>0.17623572188358713</c:v>
                </c:pt>
                <c:pt idx="3383">
                  <c:v>0.17880002334726378</c:v>
                </c:pt>
                <c:pt idx="3384">
                  <c:v>0.17634818194490601</c:v>
                </c:pt>
                <c:pt idx="3385">
                  <c:v>0.17646835829310903</c:v>
                </c:pt>
                <c:pt idx="3386">
                  <c:v>0.17285168267746495</c:v>
                </c:pt>
                <c:pt idx="3387">
                  <c:v>0.17099908775854608</c:v>
                </c:pt>
                <c:pt idx="3388">
                  <c:v>0.18334930098270663</c:v>
                </c:pt>
                <c:pt idx="3389">
                  <c:v>0.18317297192520293</c:v>
                </c:pt>
                <c:pt idx="3390">
                  <c:v>0.18110677028595656</c:v>
                </c:pt>
                <c:pt idx="3391">
                  <c:v>0.18290899739571242</c:v>
                </c:pt>
                <c:pt idx="3392">
                  <c:v>0.18249616317080239</c:v>
                </c:pt>
                <c:pt idx="3393">
                  <c:v>0.18397527039953501</c:v>
                </c:pt>
                <c:pt idx="3394">
                  <c:v>0.18917081612274786</c:v>
                </c:pt>
                <c:pt idx="3395">
                  <c:v>0.18968227660907708</c:v>
                </c:pt>
                <c:pt idx="3396">
                  <c:v>0.18929975695509557</c:v>
                </c:pt>
                <c:pt idx="3397">
                  <c:v>0.1911332445631207</c:v>
                </c:pt>
                <c:pt idx="3398">
                  <c:v>0.19057690059690288</c:v>
                </c:pt>
                <c:pt idx="3399">
                  <c:v>0.19146704359244318</c:v>
                </c:pt>
                <c:pt idx="3400">
                  <c:v>0.18915579793530651</c:v>
                </c:pt>
                <c:pt idx="3401">
                  <c:v>0.18962673585164949</c:v>
                </c:pt>
                <c:pt idx="3402">
                  <c:v>0.18532804654090468</c:v>
                </c:pt>
                <c:pt idx="3403">
                  <c:v>0.18636789405033669</c:v>
                </c:pt>
                <c:pt idx="3404">
                  <c:v>0.19027883743965429</c:v>
                </c:pt>
                <c:pt idx="3405">
                  <c:v>0.19134595507527188</c:v>
                </c:pt>
                <c:pt idx="3406">
                  <c:v>0.19043038746039193</c:v>
                </c:pt>
                <c:pt idx="3407">
                  <c:v>0.18607096253713346</c:v>
                </c:pt>
                <c:pt idx="3408">
                  <c:v>0.18168821001705077</c:v>
                </c:pt>
                <c:pt idx="3409">
                  <c:v>0.18102142849107594</c:v>
                </c:pt>
                <c:pt idx="3410">
                  <c:v>0.18049476748314425</c:v>
                </c:pt>
                <c:pt idx="3411">
                  <c:v>0.17954988404957975</c:v>
                </c:pt>
                <c:pt idx="3412">
                  <c:v>0.180960076885639</c:v>
                </c:pt>
                <c:pt idx="3413">
                  <c:v>0.18096292521045265</c:v>
                </c:pt>
                <c:pt idx="3414">
                  <c:v>0.17783853989639259</c:v>
                </c:pt>
                <c:pt idx="3415">
                  <c:v>0.17790002978007027</c:v>
                </c:pt>
                <c:pt idx="3416">
                  <c:v>0.17640192340356486</c:v>
                </c:pt>
                <c:pt idx="3417">
                  <c:v>0.17547101230062101</c:v>
                </c:pt>
                <c:pt idx="3418">
                  <c:v>0.17123856238935947</c:v>
                </c:pt>
                <c:pt idx="3419">
                  <c:v>0.17173384603305156</c:v>
                </c:pt>
                <c:pt idx="3420">
                  <c:v>0.1732064445969653</c:v>
                </c:pt>
                <c:pt idx="3421">
                  <c:v>0.17245025653606363</c:v>
                </c:pt>
                <c:pt idx="3422">
                  <c:v>0.17535299200568835</c:v>
                </c:pt>
                <c:pt idx="3423">
                  <c:v>0.17689586972168064</c:v>
                </c:pt>
                <c:pt idx="3424">
                  <c:v>0.17796867861278157</c:v>
                </c:pt>
                <c:pt idx="3425">
                  <c:v>0.17657143496812408</c:v>
                </c:pt>
                <c:pt idx="3426">
                  <c:v>0.17754480873398393</c:v>
                </c:pt>
                <c:pt idx="3427">
                  <c:v>0.18109455745823463</c:v>
                </c:pt>
                <c:pt idx="3428">
                  <c:v>0.17963294213281975</c:v>
                </c:pt>
                <c:pt idx="3429">
                  <c:v>0.17933314069666248</c:v>
                </c:pt>
                <c:pt idx="3430">
                  <c:v>0.17561318375602508</c:v>
                </c:pt>
                <c:pt idx="3431">
                  <c:v>0.17391033512612</c:v>
                </c:pt>
                <c:pt idx="3432">
                  <c:v>0.17942289699617622</c:v>
                </c:pt>
                <c:pt idx="3433">
                  <c:v>0.18181307676336914</c:v>
                </c:pt>
                <c:pt idx="3434">
                  <c:v>0.18389470667667462</c:v>
                </c:pt>
                <c:pt idx="3435">
                  <c:v>0.18341192498427925</c:v>
                </c:pt>
                <c:pt idx="3436">
                  <c:v>0.18317642591925978</c:v>
                </c:pt>
                <c:pt idx="3437">
                  <c:v>0.18271361254920504</c:v>
                </c:pt>
                <c:pt idx="3438">
                  <c:v>0.18773026499015116</c:v>
                </c:pt>
                <c:pt idx="3439">
                  <c:v>0.1901621742130718</c:v>
                </c:pt>
                <c:pt idx="3440">
                  <c:v>0.18834974422193393</c:v>
                </c:pt>
                <c:pt idx="3441">
                  <c:v>0.18859149236938338</c:v>
                </c:pt>
                <c:pt idx="3442">
                  <c:v>0.18811340597283999</c:v>
                </c:pt>
                <c:pt idx="3443">
                  <c:v>0.18982159500706711</c:v>
                </c:pt>
                <c:pt idx="3444">
                  <c:v>0.18539894141761645</c:v>
                </c:pt>
                <c:pt idx="3445">
                  <c:v>0.18617733163824418</c:v>
                </c:pt>
                <c:pt idx="3446">
                  <c:v>0.1868753717374059</c:v>
                </c:pt>
                <c:pt idx="3447">
                  <c:v>0.18317895281649266</c:v>
                </c:pt>
                <c:pt idx="3448">
                  <c:v>0.18535047003663441</c:v>
                </c:pt>
                <c:pt idx="3449">
                  <c:v>0.18650580247968337</c:v>
                </c:pt>
                <c:pt idx="3450">
                  <c:v>0.18634261906593633</c:v>
                </c:pt>
                <c:pt idx="3451">
                  <c:v>0.18760132924713604</c:v>
                </c:pt>
                <c:pt idx="3452">
                  <c:v>0.18756464902593381</c:v>
                </c:pt>
                <c:pt idx="3453">
                  <c:v>0.18892914469367625</c:v>
                </c:pt>
                <c:pt idx="3454">
                  <c:v>0.18758878201754978</c:v>
                </c:pt>
                <c:pt idx="3455">
                  <c:v>0.18333615500804953</c:v>
                </c:pt>
                <c:pt idx="3456">
                  <c:v>0.18561790243585544</c:v>
                </c:pt>
                <c:pt idx="3457">
                  <c:v>0.18615386070059961</c:v>
                </c:pt>
                <c:pt idx="3458">
                  <c:v>0.19274510174173756</c:v>
                </c:pt>
                <c:pt idx="3459">
                  <c:v>0.19201583770076736</c:v>
                </c:pt>
                <c:pt idx="3460">
                  <c:v>0.18984346997453466</c:v>
                </c:pt>
                <c:pt idx="3461">
                  <c:v>0.19108090162974159</c:v>
                </c:pt>
                <c:pt idx="3462">
                  <c:v>0.19085393477882065</c:v>
                </c:pt>
                <c:pt idx="3463">
                  <c:v>0.19087641389150778</c:v>
                </c:pt>
                <c:pt idx="3464">
                  <c:v>0.1923734715700364</c:v>
                </c:pt>
                <c:pt idx="3465">
                  <c:v>0.19205393085212039</c:v>
                </c:pt>
                <c:pt idx="3466">
                  <c:v>0.19609920104953085</c:v>
                </c:pt>
                <c:pt idx="3467">
                  <c:v>0.19688650623491366</c:v>
                </c:pt>
                <c:pt idx="3468">
                  <c:v>0.19639132405605139</c:v>
                </c:pt>
                <c:pt idx="3469">
                  <c:v>0.19501314496470795</c:v>
                </c:pt>
                <c:pt idx="3470">
                  <c:v>0.19118793953520857</c:v>
                </c:pt>
                <c:pt idx="3471">
                  <c:v>0.18685113175111315</c:v>
                </c:pt>
                <c:pt idx="3472">
                  <c:v>0.18407760253276076</c:v>
                </c:pt>
                <c:pt idx="3473">
                  <c:v>0.18307335193122379</c:v>
                </c:pt>
                <c:pt idx="3474">
                  <c:v>0.18314654727706842</c:v>
                </c:pt>
                <c:pt idx="3475">
                  <c:v>0.18471325600586194</c:v>
                </c:pt>
                <c:pt idx="3476">
                  <c:v>0.18205612448050051</c:v>
                </c:pt>
                <c:pt idx="3477">
                  <c:v>0.17831740668894563</c:v>
                </c:pt>
                <c:pt idx="3478">
                  <c:v>0.17938265478905657</c:v>
                </c:pt>
                <c:pt idx="3479">
                  <c:v>0.17892117427195717</c:v>
                </c:pt>
                <c:pt idx="3480">
                  <c:v>0.18050116942991451</c:v>
                </c:pt>
                <c:pt idx="3481">
                  <c:v>0.18500573522980601</c:v>
                </c:pt>
                <c:pt idx="3482">
                  <c:v>0.18580197444260013</c:v>
                </c:pt>
                <c:pt idx="3483">
                  <c:v>0.18552414164552947</c:v>
                </c:pt>
                <c:pt idx="3484">
                  <c:v>0.18564825432161297</c:v>
                </c:pt>
                <c:pt idx="3485">
                  <c:v>0.18510463606981675</c:v>
                </c:pt>
                <c:pt idx="3486">
                  <c:v>0.18476067245902666</c:v>
                </c:pt>
                <c:pt idx="3487">
                  <c:v>0.18150120982527534</c:v>
                </c:pt>
                <c:pt idx="3488">
                  <c:v>0.17977721554585335</c:v>
                </c:pt>
                <c:pt idx="3489">
                  <c:v>0.18112114114209038</c:v>
                </c:pt>
                <c:pt idx="3490">
                  <c:v>0.18233747716618559</c:v>
                </c:pt>
                <c:pt idx="3491">
                  <c:v>0.18272631451352497</c:v>
                </c:pt>
                <c:pt idx="3492">
                  <c:v>0.17999642340371763</c:v>
                </c:pt>
                <c:pt idx="3493">
                  <c:v>0.17744527054747122</c:v>
                </c:pt>
                <c:pt idx="3494">
                  <c:v>0.17668652785165051</c:v>
                </c:pt>
                <c:pt idx="3495">
                  <c:v>0.17437742368981837</c:v>
                </c:pt>
                <c:pt idx="3496">
                  <c:v>0.17637814189474596</c:v>
                </c:pt>
                <c:pt idx="3497">
                  <c:v>0.17518518748751608</c:v>
                </c:pt>
                <c:pt idx="3498">
                  <c:v>0.17322452193000065</c:v>
                </c:pt>
                <c:pt idx="3499">
                  <c:v>0.17427506103716245</c:v>
                </c:pt>
                <c:pt idx="3500">
                  <c:v>0.17443381448236567</c:v>
                </c:pt>
                <c:pt idx="3501">
                  <c:v>0.17233016545373719</c:v>
                </c:pt>
                <c:pt idx="3502">
                  <c:v>0.17311780705209959</c:v>
                </c:pt>
                <c:pt idx="3503">
                  <c:v>0.17443191435886846</c:v>
                </c:pt>
                <c:pt idx="3504">
                  <c:v>0.16953402555471569</c:v>
                </c:pt>
                <c:pt idx="3505">
                  <c:v>0.16973881601239388</c:v>
                </c:pt>
                <c:pt idx="3506">
                  <c:v>0.16941131416698504</c:v>
                </c:pt>
                <c:pt idx="3507">
                  <c:v>0.16775033812246906</c:v>
                </c:pt>
                <c:pt idx="3508">
                  <c:v>0.16745274614570485</c:v>
                </c:pt>
                <c:pt idx="3509">
                  <c:v>0.17071146607757906</c:v>
                </c:pt>
                <c:pt idx="3510">
                  <c:v>0.17007850588052384</c:v>
                </c:pt>
                <c:pt idx="3511">
                  <c:v>0.16817776570447199</c:v>
                </c:pt>
                <c:pt idx="3512">
                  <c:v>0.16751598639888066</c:v>
                </c:pt>
                <c:pt idx="3513">
                  <c:v>0.1659724921377515</c:v>
                </c:pt>
                <c:pt idx="3514">
                  <c:v>0.16694720255377307</c:v>
                </c:pt>
                <c:pt idx="3515">
                  <c:v>0.16477491425131663</c:v>
                </c:pt>
                <c:pt idx="3516">
                  <c:v>0.16408770509035683</c:v>
                </c:pt>
                <c:pt idx="3517">
                  <c:v>0.16461564231235662</c:v>
                </c:pt>
                <c:pt idx="3518">
                  <c:v>0.1614002278677707</c:v>
                </c:pt>
                <c:pt idx="3519">
                  <c:v>0.15937740933418745</c:v>
                </c:pt>
                <c:pt idx="3520">
                  <c:v>0.15336921231967507</c:v>
                </c:pt>
                <c:pt idx="3521">
                  <c:v>0.15318874428379189</c:v>
                </c:pt>
                <c:pt idx="3522">
                  <c:v>0.15148781206591921</c:v>
                </c:pt>
                <c:pt idx="3523">
                  <c:v>0.15273405180073979</c:v>
                </c:pt>
                <c:pt idx="3524">
                  <c:v>0.15428880560634134</c:v>
                </c:pt>
                <c:pt idx="3525">
                  <c:v>0.15553747264238879</c:v>
                </c:pt>
                <c:pt idx="3526">
                  <c:v>0.15410891597892859</c:v>
                </c:pt>
                <c:pt idx="3527">
                  <c:v>0.15325054304994809</c:v>
                </c:pt>
                <c:pt idx="3528">
                  <c:v>0.15464525319403902</c:v>
                </c:pt>
                <c:pt idx="3529">
                  <c:v>0.15642670901368172</c:v>
                </c:pt>
                <c:pt idx="3530">
                  <c:v>0.16019321724859284</c:v>
                </c:pt>
                <c:pt idx="3531">
                  <c:v>0.16220583001312747</c:v>
                </c:pt>
                <c:pt idx="3532">
                  <c:v>0.16138548838415809</c:v>
                </c:pt>
                <c:pt idx="3533">
                  <c:v>0.16099094109211162</c:v>
                </c:pt>
                <c:pt idx="3534">
                  <c:v>0.1616657394821148</c:v>
                </c:pt>
                <c:pt idx="3535">
                  <c:v>0.16039791789833743</c:v>
                </c:pt>
                <c:pt idx="3536">
                  <c:v>0.15852493279520322</c:v>
                </c:pt>
                <c:pt idx="3537">
                  <c:v>0.15416056588231952</c:v>
                </c:pt>
                <c:pt idx="3538">
                  <c:v>0.15516237734698315</c:v>
                </c:pt>
                <c:pt idx="3539">
                  <c:v>0.15701731997332316</c:v>
                </c:pt>
                <c:pt idx="3540">
                  <c:v>0.15769294003722814</c:v>
                </c:pt>
                <c:pt idx="3541">
                  <c:v>0.15559481716461493</c:v>
                </c:pt>
                <c:pt idx="3542">
                  <c:v>0.15621471260818692</c:v>
                </c:pt>
                <c:pt idx="3543">
                  <c:v>0.15636546665781959</c:v>
                </c:pt>
                <c:pt idx="3544">
                  <c:v>0.15693350819472165</c:v>
                </c:pt>
                <c:pt idx="3545">
                  <c:v>0.15939510698659731</c:v>
                </c:pt>
                <c:pt idx="3546">
                  <c:v>0.15951843257144632</c:v>
                </c:pt>
                <c:pt idx="3547">
                  <c:v>0.16267514967583607</c:v>
                </c:pt>
                <c:pt idx="3548">
                  <c:v>0.16519708287047724</c:v>
                </c:pt>
                <c:pt idx="3549">
                  <c:v>0.16594604135744612</c:v>
                </c:pt>
                <c:pt idx="3550">
                  <c:v>0.16203553436318077</c:v>
                </c:pt>
                <c:pt idx="3551">
                  <c:v>0.16215982408934068</c:v>
                </c:pt>
                <c:pt idx="3552">
                  <c:v>0.16228831872938057</c:v>
                </c:pt>
                <c:pt idx="3553">
                  <c:v>0.16034915441457809</c:v>
                </c:pt>
                <c:pt idx="3554">
                  <c:v>0.15992802286189575</c:v>
                </c:pt>
                <c:pt idx="3555">
                  <c:v>0.15933251723179054</c:v>
                </c:pt>
                <c:pt idx="3556">
                  <c:v>0.16010273775720701</c:v>
                </c:pt>
                <c:pt idx="3557">
                  <c:v>0.15819331240863818</c:v>
                </c:pt>
                <c:pt idx="3558">
                  <c:v>0.15894942954455071</c:v>
                </c:pt>
                <c:pt idx="3559">
                  <c:v>0.15961679955577174</c:v>
                </c:pt>
                <c:pt idx="3560">
                  <c:v>0.15752470486770229</c:v>
                </c:pt>
                <c:pt idx="3561">
                  <c:v>0.15782803236478268</c:v>
                </c:pt>
                <c:pt idx="3562">
                  <c:v>0.15852536157153058</c:v>
                </c:pt>
                <c:pt idx="3563">
                  <c:v>0.15993898386390851</c:v>
                </c:pt>
                <c:pt idx="3564">
                  <c:v>0.15730749997965432</c:v>
                </c:pt>
                <c:pt idx="3565">
                  <c:v>0.15606742417519082</c:v>
                </c:pt>
                <c:pt idx="3566">
                  <c:v>0.15480093653805771</c:v>
                </c:pt>
                <c:pt idx="3567">
                  <c:v>0.15480457540979814</c:v>
                </c:pt>
                <c:pt idx="3568">
                  <c:v>0.15643105787632181</c:v>
                </c:pt>
                <c:pt idx="3569">
                  <c:v>0.15475049354242085</c:v>
                </c:pt>
                <c:pt idx="3570">
                  <c:v>0.15819395149170448</c:v>
                </c:pt>
                <c:pt idx="3571">
                  <c:v>0.15391531944219128</c:v>
                </c:pt>
                <c:pt idx="3572">
                  <c:v>0.15355259315896402</c:v>
                </c:pt>
                <c:pt idx="3573">
                  <c:v>0.15317025855632771</c:v>
                </c:pt>
                <c:pt idx="3574">
                  <c:v>0.15106144389879023</c:v>
                </c:pt>
                <c:pt idx="3575">
                  <c:v>0.14914129911802304</c:v>
                </c:pt>
                <c:pt idx="3576">
                  <c:v>0.14891747394474991</c:v>
                </c:pt>
                <c:pt idx="3577">
                  <c:v>0.15013376517331001</c:v>
                </c:pt>
                <c:pt idx="3578">
                  <c:v>0.14862308599577256</c:v>
                </c:pt>
                <c:pt idx="3579">
                  <c:v>0.14913731391388668</c:v>
                </c:pt>
                <c:pt idx="3580">
                  <c:v>0.1484028084071162</c:v>
                </c:pt>
                <c:pt idx="3581">
                  <c:v>0.14880566833451606</c:v>
                </c:pt>
                <c:pt idx="3582">
                  <c:v>0.14944309722052293</c:v>
                </c:pt>
                <c:pt idx="3583">
                  <c:v>0.14822725404049111</c:v>
                </c:pt>
                <c:pt idx="3584">
                  <c:v>0.1490527862991603</c:v>
                </c:pt>
                <c:pt idx="3585">
                  <c:v>0.14627073935974225</c:v>
                </c:pt>
                <c:pt idx="3586">
                  <c:v>0.14620802889644519</c:v>
                </c:pt>
                <c:pt idx="3587">
                  <c:v>0.14506941375014368</c:v>
                </c:pt>
                <c:pt idx="3588">
                  <c:v>0.14756723616997025</c:v>
                </c:pt>
                <c:pt idx="3589">
                  <c:v>0.14888939687028294</c:v>
                </c:pt>
                <c:pt idx="3590">
                  <c:v>0.14738041004144001</c:v>
                </c:pt>
                <c:pt idx="3591">
                  <c:v>0.14613294008392155</c:v>
                </c:pt>
                <c:pt idx="3592">
                  <c:v>0.14775994062955747</c:v>
                </c:pt>
                <c:pt idx="3593">
                  <c:v>0.14431401299767235</c:v>
                </c:pt>
                <c:pt idx="3594">
                  <c:v>0.13980957927035864</c:v>
                </c:pt>
                <c:pt idx="3595">
                  <c:v>0.13804239571530591</c:v>
                </c:pt>
                <c:pt idx="3596">
                  <c:v>0.14158461502771033</c:v>
                </c:pt>
                <c:pt idx="3597">
                  <c:v>0.14319939447860272</c:v>
                </c:pt>
                <c:pt idx="3598">
                  <c:v>0.1420751131416263</c:v>
                </c:pt>
                <c:pt idx="3599">
                  <c:v>0.14285482646769704</c:v>
                </c:pt>
                <c:pt idx="3600">
                  <c:v>0.14278717415434217</c:v>
                </c:pt>
                <c:pt idx="3601">
                  <c:v>0.1363931147456855</c:v>
                </c:pt>
                <c:pt idx="3602">
                  <c:v>0.13723823411099453</c:v>
                </c:pt>
                <c:pt idx="3603">
                  <c:v>0.13639042652235808</c:v>
                </c:pt>
                <c:pt idx="3604">
                  <c:v>0.13798819673677359</c:v>
                </c:pt>
                <c:pt idx="3605">
                  <c:v>0.13948885912246245</c:v>
                </c:pt>
                <c:pt idx="3606">
                  <c:v>0.14211074855194231</c:v>
                </c:pt>
                <c:pt idx="3607">
                  <c:v>0.14062371113595629</c:v>
                </c:pt>
                <c:pt idx="3608">
                  <c:v>0.14166143125145547</c:v>
                </c:pt>
                <c:pt idx="3609">
                  <c:v>0.13986676288114711</c:v>
                </c:pt>
                <c:pt idx="3610">
                  <c:v>0.14287184979177089</c:v>
                </c:pt>
                <c:pt idx="3611">
                  <c:v>0.14381328798227702</c:v>
                </c:pt>
                <c:pt idx="3612">
                  <c:v>0.13882826339097598</c:v>
                </c:pt>
                <c:pt idx="3613">
                  <c:v>0.13611296945434764</c:v>
                </c:pt>
                <c:pt idx="3614">
                  <c:v>0.13600164339451795</c:v>
                </c:pt>
                <c:pt idx="3615">
                  <c:v>0.13427697454848955</c:v>
                </c:pt>
                <c:pt idx="3616">
                  <c:v>0.1333840142223883</c:v>
                </c:pt>
                <c:pt idx="3617">
                  <c:v>0.13467311669018645</c:v>
                </c:pt>
                <c:pt idx="3618">
                  <c:v>0.12875263268320619</c:v>
                </c:pt>
                <c:pt idx="3619">
                  <c:v>0.12679238488490494</c:v>
                </c:pt>
                <c:pt idx="3620">
                  <c:v>0.12638247835993452</c:v>
                </c:pt>
                <c:pt idx="3621">
                  <c:v>0.12723514893185411</c:v>
                </c:pt>
                <c:pt idx="3622">
                  <c:v>0.12763959637821881</c:v>
                </c:pt>
                <c:pt idx="3623">
                  <c:v>0.12541240443385729</c:v>
                </c:pt>
                <c:pt idx="3624">
                  <c:v>0.12555886703266494</c:v>
                </c:pt>
                <c:pt idx="3625">
                  <c:v>0.12393226532794248</c:v>
                </c:pt>
                <c:pt idx="3626">
                  <c:v>0.12346561587908959</c:v>
                </c:pt>
                <c:pt idx="3627">
                  <c:v>0.12346147454319539</c:v>
                </c:pt>
                <c:pt idx="3628">
                  <c:v>0.12091542781359645</c:v>
                </c:pt>
                <c:pt idx="3629">
                  <c:v>0.11723829818258602</c:v>
                </c:pt>
                <c:pt idx="3630">
                  <c:v>0.1169148280031925</c:v>
                </c:pt>
                <c:pt idx="3631">
                  <c:v>0.11796500484250175</c:v>
                </c:pt>
                <c:pt idx="3632">
                  <c:v>0.11748892061241417</c:v>
                </c:pt>
                <c:pt idx="3633">
                  <c:v>0.113771895647256</c:v>
                </c:pt>
                <c:pt idx="3634">
                  <c:v>0.11566824999088451</c:v>
                </c:pt>
                <c:pt idx="3635">
                  <c:v>0.11556316398917177</c:v>
                </c:pt>
                <c:pt idx="3636">
                  <c:v>0.11690164089431614</c:v>
                </c:pt>
                <c:pt idx="3637">
                  <c:v>0.11733155923351306</c:v>
                </c:pt>
                <c:pt idx="3638">
                  <c:v>0.11490197816916541</c:v>
                </c:pt>
                <c:pt idx="3639">
                  <c:v>0.11617837607288727</c:v>
                </c:pt>
                <c:pt idx="3640">
                  <c:v>0.11496438023783263</c:v>
                </c:pt>
                <c:pt idx="3641">
                  <c:v>0.11101018544669347</c:v>
                </c:pt>
                <c:pt idx="3642">
                  <c:v>0.10912836860809196</c:v>
                </c:pt>
                <c:pt idx="3643">
                  <c:v>0.11452883577678906</c:v>
                </c:pt>
                <c:pt idx="3644">
                  <c:v>0.11551145201924091</c:v>
                </c:pt>
                <c:pt idx="3645">
                  <c:v>0.11439012877577422</c:v>
                </c:pt>
                <c:pt idx="3646">
                  <c:v>0.11423105598834954</c:v>
                </c:pt>
                <c:pt idx="3647">
                  <c:v>0.11617893274255761</c:v>
                </c:pt>
                <c:pt idx="3648">
                  <c:v>0.11665196560866128</c:v>
                </c:pt>
                <c:pt idx="3649">
                  <c:v>0.11834750863935818</c:v>
                </c:pt>
                <c:pt idx="3650">
                  <c:v>0.11863795403505414</c:v>
                </c:pt>
                <c:pt idx="3651">
                  <c:v>0.11867346982405784</c:v>
                </c:pt>
                <c:pt idx="3652">
                  <c:v>0.11756412651841026</c:v>
                </c:pt>
                <c:pt idx="3653">
                  <c:v>0.11742057112896651</c:v>
                </c:pt>
                <c:pt idx="3654">
                  <c:v>0.11689269864082438</c:v>
                </c:pt>
                <c:pt idx="3655">
                  <c:v>0.1152237755189111</c:v>
                </c:pt>
                <c:pt idx="3656">
                  <c:v>0.11286001776768805</c:v>
                </c:pt>
                <c:pt idx="3657">
                  <c:v>0.11299309410919493</c:v>
                </c:pt>
                <c:pt idx="3658">
                  <c:v>0.11421635231453171</c:v>
                </c:pt>
                <c:pt idx="3659">
                  <c:v>0.11452013174435419</c:v>
                </c:pt>
                <c:pt idx="3660">
                  <c:v>0.11372376557522694</c:v>
                </c:pt>
                <c:pt idx="3661">
                  <c:v>0.11411746976216795</c:v>
                </c:pt>
                <c:pt idx="3662">
                  <c:v>0.11494374947758559</c:v>
                </c:pt>
                <c:pt idx="3663">
                  <c:v>0.11231031397218284</c:v>
                </c:pt>
                <c:pt idx="3664">
                  <c:v>0.11100190278885159</c:v>
                </c:pt>
                <c:pt idx="3665">
                  <c:v>0.11306793604412756</c:v>
                </c:pt>
                <c:pt idx="3666">
                  <c:v>0.11358734951648031</c:v>
                </c:pt>
                <c:pt idx="3667">
                  <c:v>0.11540886147382871</c:v>
                </c:pt>
                <c:pt idx="3668">
                  <c:v>0.11786272999625942</c:v>
                </c:pt>
                <c:pt idx="3669">
                  <c:v>0.11765589653233141</c:v>
                </c:pt>
                <c:pt idx="3670">
                  <c:v>0.11889466687026055</c:v>
                </c:pt>
                <c:pt idx="3671">
                  <c:v>0.11821428330460514</c:v>
                </c:pt>
                <c:pt idx="3672">
                  <c:v>0.12093361041059481</c:v>
                </c:pt>
                <c:pt idx="3673">
                  <c:v>0.12230084292281819</c:v>
                </c:pt>
                <c:pt idx="3674">
                  <c:v>0.12018195235573857</c:v>
                </c:pt>
                <c:pt idx="3675">
                  <c:v>0.11835422994759924</c:v>
                </c:pt>
                <c:pt idx="3676">
                  <c:v>0.115341551397713</c:v>
                </c:pt>
                <c:pt idx="3677">
                  <c:v>0.11704053792926294</c:v>
                </c:pt>
                <c:pt idx="3678">
                  <c:v>0.11880523662076957</c:v>
                </c:pt>
                <c:pt idx="3679">
                  <c:v>0.1193499725149095</c:v>
                </c:pt>
                <c:pt idx="3680">
                  <c:v>0.1208892640733064</c:v>
                </c:pt>
                <c:pt idx="3681">
                  <c:v>0.1194679174257724</c:v>
                </c:pt>
                <c:pt idx="3682">
                  <c:v>0.11823437521900933</c:v>
                </c:pt>
                <c:pt idx="3683">
                  <c:v>0.11750319500596908</c:v>
                </c:pt>
                <c:pt idx="3684">
                  <c:v>0.1169822259500497</c:v>
                </c:pt>
                <c:pt idx="3685">
                  <c:v>0.11840903995410203</c:v>
                </c:pt>
                <c:pt idx="3686">
                  <c:v>0.12206680789801422</c:v>
                </c:pt>
                <c:pt idx="3687">
                  <c:v>0.12225185228942251</c:v>
                </c:pt>
                <c:pt idx="3688">
                  <c:v>0.12243275374044807</c:v>
                </c:pt>
                <c:pt idx="3689">
                  <c:v>0.12270257951629408</c:v>
                </c:pt>
                <c:pt idx="3690">
                  <c:v>0.12272329105201661</c:v>
                </c:pt>
                <c:pt idx="3691">
                  <c:v>0.12408976264882998</c:v>
                </c:pt>
                <c:pt idx="3692">
                  <c:v>0.12499059280137657</c:v>
                </c:pt>
                <c:pt idx="3693">
                  <c:v>0.12514708471737837</c:v>
                </c:pt>
                <c:pt idx="3694">
                  <c:v>0.12362100669568762</c:v>
                </c:pt>
                <c:pt idx="3695">
                  <c:v>0.1233598169686913</c:v>
                </c:pt>
                <c:pt idx="3696">
                  <c:v>0.12566530135005022</c:v>
                </c:pt>
                <c:pt idx="3697">
                  <c:v>0.12541264379177985</c:v>
                </c:pt>
                <c:pt idx="3698">
                  <c:v>0.12573796547766525</c:v>
                </c:pt>
                <c:pt idx="3699">
                  <c:v>0.12711647818754152</c:v>
                </c:pt>
                <c:pt idx="3700">
                  <c:v>0.12602138385585493</c:v>
                </c:pt>
                <c:pt idx="3701">
                  <c:v>0.12592189622808322</c:v>
                </c:pt>
                <c:pt idx="3702">
                  <c:v>0.12616488365970235</c:v>
                </c:pt>
                <c:pt idx="3703">
                  <c:v>0.12732070862484807</c:v>
                </c:pt>
                <c:pt idx="3704">
                  <c:v>0.12578923427572727</c:v>
                </c:pt>
                <c:pt idx="3705">
                  <c:v>0.1261398724385821</c:v>
                </c:pt>
                <c:pt idx="3706">
                  <c:v>0.12598002337162706</c:v>
                </c:pt>
                <c:pt idx="3707">
                  <c:v>0.12774742193314034</c:v>
                </c:pt>
                <c:pt idx="3708">
                  <c:v>0.12965600937017238</c:v>
                </c:pt>
                <c:pt idx="3709">
                  <c:v>0.13057740022164377</c:v>
                </c:pt>
                <c:pt idx="3710">
                  <c:v>0.12621204169871347</c:v>
                </c:pt>
                <c:pt idx="3711">
                  <c:v>0.12449649901984659</c:v>
                </c:pt>
                <c:pt idx="3712">
                  <c:v>0.12576062272585245</c:v>
                </c:pt>
                <c:pt idx="3713">
                  <c:v>0.12587379502696985</c:v>
                </c:pt>
                <c:pt idx="3714">
                  <c:v>0.12587208492241225</c:v>
                </c:pt>
                <c:pt idx="3715">
                  <c:v>0.12841198244479368</c:v>
                </c:pt>
                <c:pt idx="3716">
                  <c:v>0.12615035748755488</c:v>
                </c:pt>
                <c:pt idx="3717">
                  <c:v>0.12319513039478359</c:v>
                </c:pt>
                <c:pt idx="3718">
                  <c:v>0.1234266177946908</c:v>
                </c:pt>
                <c:pt idx="3719">
                  <c:v>0.1261925239611883</c:v>
                </c:pt>
                <c:pt idx="3720">
                  <c:v>0.12343543763316268</c:v>
                </c:pt>
                <c:pt idx="3721">
                  <c:v>0.12278950837294567</c:v>
                </c:pt>
                <c:pt idx="3722">
                  <c:v>0.1256674325962612</c:v>
                </c:pt>
                <c:pt idx="3723">
                  <c:v>0.12864773830913506</c:v>
                </c:pt>
                <c:pt idx="3724">
                  <c:v>0.12755657877889726</c:v>
                </c:pt>
                <c:pt idx="3725">
                  <c:v>0.1245525398494093</c:v>
                </c:pt>
                <c:pt idx="3726">
                  <c:v>0.12320667301739593</c:v>
                </c:pt>
                <c:pt idx="3727">
                  <c:v>0.12578591120855209</c:v>
                </c:pt>
                <c:pt idx="3728">
                  <c:v>0.12702632257711866</c:v>
                </c:pt>
                <c:pt idx="3729">
                  <c:v>0.12759812477720406</c:v>
                </c:pt>
                <c:pt idx="3730">
                  <c:v>0.12688407508064509</c:v>
                </c:pt>
                <c:pt idx="3731">
                  <c:v>0.12645501649972141</c:v>
                </c:pt>
                <c:pt idx="3732">
                  <c:v>0.12636150269981905</c:v>
                </c:pt>
                <c:pt idx="3733">
                  <c:v>0.12840230772870093</c:v>
                </c:pt>
                <c:pt idx="3734">
                  <c:v>0.13010672621138022</c:v>
                </c:pt>
                <c:pt idx="3735">
                  <c:v>0.1325692607158164</c:v>
                </c:pt>
                <c:pt idx="3736">
                  <c:v>0.1331505664374481</c:v>
                </c:pt>
                <c:pt idx="3737">
                  <c:v>0.1320653960481537</c:v>
                </c:pt>
                <c:pt idx="3738">
                  <c:v>0.13185203401906354</c:v>
                </c:pt>
                <c:pt idx="3739">
                  <c:v>0.13216031154639984</c:v>
                </c:pt>
                <c:pt idx="3740">
                  <c:v>0.13187739897097275</c:v>
                </c:pt>
                <c:pt idx="3741">
                  <c:v>0.13281527273168722</c:v>
                </c:pt>
                <c:pt idx="3742">
                  <c:v>0.13168286703392862</c:v>
                </c:pt>
                <c:pt idx="3743">
                  <c:v>0.12857193776373341</c:v>
                </c:pt>
                <c:pt idx="3744">
                  <c:v>0.12919468339058476</c:v>
                </c:pt>
                <c:pt idx="3745">
                  <c:v>0.12874859254491655</c:v>
                </c:pt>
                <c:pt idx="3746">
                  <c:v>0.13164320069880095</c:v>
                </c:pt>
                <c:pt idx="3747">
                  <c:v>0.13325473516637468</c:v>
                </c:pt>
                <c:pt idx="3748">
                  <c:v>0.13481394445323885</c:v>
                </c:pt>
                <c:pt idx="3749">
                  <c:v>0.13445143119466429</c:v>
                </c:pt>
                <c:pt idx="3750">
                  <c:v>0.13296188169769327</c:v>
                </c:pt>
                <c:pt idx="3751">
                  <c:v>0.13584420355548005</c:v>
                </c:pt>
                <c:pt idx="3752">
                  <c:v>0.13059777254275187</c:v>
                </c:pt>
                <c:pt idx="3753">
                  <c:v>0.12942718198243572</c:v>
                </c:pt>
                <c:pt idx="3754">
                  <c:v>0.13182095230472285</c:v>
                </c:pt>
                <c:pt idx="3755">
                  <c:v>0.13348642227739455</c:v>
                </c:pt>
                <c:pt idx="3756">
                  <c:v>0.13564777550390641</c:v>
                </c:pt>
                <c:pt idx="3757">
                  <c:v>0.13927710174922209</c:v>
                </c:pt>
                <c:pt idx="3758">
                  <c:v>0.13839645509967222</c:v>
                </c:pt>
                <c:pt idx="3759">
                  <c:v>0.14021288193882142</c:v>
                </c:pt>
                <c:pt idx="3760">
                  <c:v>0.14055447126262943</c:v>
                </c:pt>
                <c:pt idx="3761">
                  <c:v>0.13909036202601413</c:v>
                </c:pt>
                <c:pt idx="3762">
                  <c:v>0.14047476224940603</c:v>
                </c:pt>
                <c:pt idx="3763">
                  <c:v>0.14018338600233213</c:v>
                </c:pt>
                <c:pt idx="3764">
                  <c:v>0.14146101240218911</c:v>
                </c:pt>
                <c:pt idx="3765">
                  <c:v>0.1402832706554564</c:v>
                </c:pt>
                <c:pt idx="3766">
                  <c:v>0.14186254663244935</c:v>
                </c:pt>
                <c:pt idx="3767">
                  <c:v>0.1434146539706242</c:v>
                </c:pt>
                <c:pt idx="3768">
                  <c:v>0.14144361569339797</c:v>
                </c:pt>
                <c:pt idx="3769">
                  <c:v>0.14188584558640743</c:v>
                </c:pt>
                <c:pt idx="3770">
                  <c:v>0.14095987837069174</c:v>
                </c:pt>
                <c:pt idx="3771">
                  <c:v>0.13806161130680145</c:v>
                </c:pt>
                <c:pt idx="3772">
                  <c:v>0.13867143986074848</c:v>
                </c:pt>
                <c:pt idx="3773">
                  <c:v>0.1396513319044094</c:v>
                </c:pt>
                <c:pt idx="3774">
                  <c:v>0.13848536052252855</c:v>
                </c:pt>
                <c:pt idx="3775">
                  <c:v>0.13880484887107708</c:v>
                </c:pt>
                <c:pt idx="3776">
                  <c:v>0.14080649962598385</c:v>
                </c:pt>
                <c:pt idx="3777">
                  <c:v>0.14005006234998868</c:v>
                </c:pt>
                <c:pt idx="3778">
                  <c:v>0.14105606807355928</c:v>
                </c:pt>
                <c:pt idx="3779">
                  <c:v>0.13786344271768433</c:v>
                </c:pt>
                <c:pt idx="3780">
                  <c:v>0.13877874860293127</c:v>
                </c:pt>
                <c:pt idx="3781">
                  <c:v>0.13704788313918484</c:v>
                </c:pt>
                <c:pt idx="3782">
                  <c:v>0.13734307445963104</c:v>
                </c:pt>
                <c:pt idx="3783">
                  <c:v>0.13799800577568014</c:v>
                </c:pt>
                <c:pt idx="3784">
                  <c:v>0.1370197414251455</c:v>
                </c:pt>
                <c:pt idx="3785">
                  <c:v>0.13809733061409332</c:v>
                </c:pt>
                <c:pt idx="3786">
                  <c:v>0.13575869158804876</c:v>
                </c:pt>
                <c:pt idx="3787">
                  <c:v>0.13283592887189033</c:v>
                </c:pt>
                <c:pt idx="3788">
                  <c:v>0.13050250566800414</c:v>
                </c:pt>
                <c:pt idx="3789">
                  <c:v>0.13028805394436629</c:v>
                </c:pt>
                <c:pt idx="3790">
                  <c:v>0.1304830907371497</c:v>
                </c:pt>
                <c:pt idx="3791">
                  <c:v>0.12827081791069625</c:v>
                </c:pt>
                <c:pt idx="3792">
                  <c:v>0.12917248388455657</c:v>
                </c:pt>
                <c:pt idx="3793">
                  <c:v>0.12975719625232876</c:v>
                </c:pt>
                <c:pt idx="3794">
                  <c:v>0.13145386872727619</c:v>
                </c:pt>
                <c:pt idx="3795">
                  <c:v>0.1325670783983601</c:v>
                </c:pt>
                <c:pt idx="3796">
                  <c:v>0.13428398931771454</c:v>
                </c:pt>
                <c:pt idx="3797">
                  <c:v>0.13531583454635954</c:v>
                </c:pt>
                <c:pt idx="3798">
                  <c:v>0.13482417941298816</c:v>
                </c:pt>
                <c:pt idx="3799">
                  <c:v>0.13493206893870874</c:v>
                </c:pt>
                <c:pt idx="3800">
                  <c:v>0.13445915483974344</c:v>
                </c:pt>
                <c:pt idx="3801">
                  <c:v>0.13265932892577684</c:v>
                </c:pt>
                <c:pt idx="3802">
                  <c:v>0.13263474672174946</c:v>
                </c:pt>
                <c:pt idx="3803">
                  <c:v>0.13364879149393394</c:v>
                </c:pt>
                <c:pt idx="3804">
                  <c:v>0.13405141335105789</c:v>
                </c:pt>
                <c:pt idx="3805">
                  <c:v>0.13396924403079266</c:v>
                </c:pt>
                <c:pt idx="3806">
                  <c:v>0.13448067842394709</c:v>
                </c:pt>
                <c:pt idx="3807">
                  <c:v>0.13338927997730265</c:v>
                </c:pt>
                <c:pt idx="3808">
                  <c:v>0.13277827079187957</c:v>
                </c:pt>
                <c:pt idx="3809">
                  <c:v>0.13290385693504433</c:v>
                </c:pt>
                <c:pt idx="3810">
                  <c:v>0.13543170236184351</c:v>
                </c:pt>
                <c:pt idx="3811">
                  <c:v>0.13635469263993413</c:v>
                </c:pt>
                <c:pt idx="3812">
                  <c:v>0.13567981796267284</c:v>
                </c:pt>
                <c:pt idx="3813">
                  <c:v>0.13502322958357899</c:v>
                </c:pt>
                <c:pt idx="3814">
                  <c:v>0.13291630565041571</c:v>
                </c:pt>
                <c:pt idx="3815">
                  <c:v>0.13438315383198535</c:v>
                </c:pt>
                <c:pt idx="3816">
                  <c:v>0.13368760343208771</c:v>
                </c:pt>
                <c:pt idx="3817">
                  <c:v>0.13370511839663293</c:v>
                </c:pt>
                <c:pt idx="3818">
                  <c:v>0.12962847645310077</c:v>
                </c:pt>
                <c:pt idx="3819">
                  <c:v>0.1255183096451955</c:v>
                </c:pt>
                <c:pt idx="3820">
                  <c:v>0.12803241815662303</c:v>
                </c:pt>
                <c:pt idx="3821">
                  <c:v>0.13076069330893653</c:v>
                </c:pt>
                <c:pt idx="3822">
                  <c:v>0.13036376105738129</c:v>
                </c:pt>
                <c:pt idx="3823">
                  <c:v>0.13003306173688592</c:v>
                </c:pt>
                <c:pt idx="3824">
                  <c:v>0.13126954963398049</c:v>
                </c:pt>
                <c:pt idx="3825">
                  <c:v>0.12934764598536741</c:v>
                </c:pt>
                <c:pt idx="3826">
                  <c:v>0.12940055952614266</c:v>
                </c:pt>
                <c:pt idx="3827">
                  <c:v>0.12479598919853359</c:v>
                </c:pt>
                <c:pt idx="3828">
                  <c:v>0.12295062886006052</c:v>
                </c:pt>
                <c:pt idx="3829">
                  <c:v>0.12416959440432031</c:v>
                </c:pt>
                <c:pt idx="3830">
                  <c:v>0.12646838550008102</c:v>
                </c:pt>
                <c:pt idx="3831">
                  <c:v>0.12508997823105608</c:v>
                </c:pt>
                <c:pt idx="3832">
                  <c:v>0.12051851297178867</c:v>
                </c:pt>
                <c:pt idx="3833">
                  <c:v>0.11921237202486336</c:v>
                </c:pt>
                <c:pt idx="3834">
                  <c:v>0.11943669890306954</c:v>
                </c:pt>
                <c:pt idx="3835">
                  <c:v>0.11827888597504566</c:v>
                </c:pt>
                <c:pt idx="3836">
                  <c:v>0.11929586089837629</c:v>
                </c:pt>
                <c:pt idx="3837">
                  <c:v>0.11920655297339752</c:v>
                </c:pt>
                <c:pt idx="3838">
                  <c:v>0.1167975322895838</c:v>
                </c:pt>
                <c:pt idx="3839">
                  <c:v>0.1134531288403104</c:v>
                </c:pt>
                <c:pt idx="3840">
                  <c:v>0.11456339715443831</c:v>
                </c:pt>
                <c:pt idx="3841">
                  <c:v>0.11616024835714285</c:v>
                </c:pt>
                <c:pt idx="3842">
                  <c:v>0.11807918738539223</c:v>
                </c:pt>
                <c:pt idx="3843">
                  <c:v>0.11902725486726792</c:v>
                </c:pt>
                <c:pt idx="3844">
                  <c:v>0.1174340732764568</c:v>
                </c:pt>
                <c:pt idx="3845">
                  <c:v>0.11864718338296565</c:v>
                </c:pt>
                <c:pt idx="3846">
                  <c:v>0.12032207132387523</c:v>
                </c:pt>
                <c:pt idx="3847">
                  <c:v>0.12226537946463423</c:v>
                </c:pt>
                <c:pt idx="3848">
                  <c:v>0.12178290700532776</c:v>
                </c:pt>
                <c:pt idx="3849">
                  <c:v>0.11935131966383851</c:v>
                </c:pt>
                <c:pt idx="3850">
                  <c:v>0.11903590816215302</c:v>
                </c:pt>
                <c:pt idx="3851">
                  <c:v>0.11936053357829304</c:v>
                </c:pt>
                <c:pt idx="3852">
                  <c:v>0.11852107692126802</c:v>
                </c:pt>
                <c:pt idx="3853">
                  <c:v>0.11800104233599552</c:v>
                </c:pt>
                <c:pt idx="3854">
                  <c:v>0.11868291837114291</c:v>
                </c:pt>
                <c:pt idx="3855">
                  <c:v>0.11903239861730809</c:v>
                </c:pt>
                <c:pt idx="3856">
                  <c:v>0.11847601840172174</c:v>
                </c:pt>
                <c:pt idx="3857">
                  <c:v>0.11936027127314117</c:v>
                </c:pt>
                <c:pt idx="3858">
                  <c:v>0.12061862497110616</c:v>
                </c:pt>
                <c:pt idx="3859">
                  <c:v>0.12371963779761143</c:v>
                </c:pt>
                <c:pt idx="3860">
                  <c:v>0.12218893320443251</c:v>
                </c:pt>
                <c:pt idx="3861">
                  <c:v>0.12302452696515759</c:v>
                </c:pt>
                <c:pt idx="3862">
                  <c:v>0.12277498041568402</c:v>
                </c:pt>
                <c:pt idx="3863">
                  <c:v>0.12289704497960328</c:v>
                </c:pt>
                <c:pt idx="3864">
                  <c:v>0.12244437687845368</c:v>
                </c:pt>
                <c:pt idx="3865">
                  <c:v>0.11898270691082649</c:v>
                </c:pt>
                <c:pt idx="3866">
                  <c:v>0.12006374703001378</c:v>
                </c:pt>
                <c:pt idx="3867">
                  <c:v>0.12192698146126303</c:v>
                </c:pt>
                <c:pt idx="3868">
                  <c:v>0.12604339422749536</c:v>
                </c:pt>
                <c:pt idx="3869">
                  <c:v>0.12564118051193826</c:v>
                </c:pt>
                <c:pt idx="3870">
                  <c:v>0.12354444778540653</c:v>
                </c:pt>
                <c:pt idx="3871">
                  <c:v>0.1226925050873741</c:v>
                </c:pt>
                <c:pt idx="3872">
                  <c:v>0.12338554929153514</c:v>
                </c:pt>
                <c:pt idx="3873">
                  <c:v>0.1246258357117468</c:v>
                </c:pt>
                <c:pt idx="3874">
                  <c:v>0.12542901406796936</c:v>
                </c:pt>
                <c:pt idx="3875">
                  <c:v>0.12499686019921925</c:v>
                </c:pt>
                <c:pt idx="3876">
                  <c:v>0.12788220890452034</c:v>
                </c:pt>
                <c:pt idx="3877">
                  <c:v>0.13026700489805787</c:v>
                </c:pt>
                <c:pt idx="3878">
                  <c:v>0.12895339964474775</c:v>
                </c:pt>
                <c:pt idx="3879">
                  <c:v>0.1269671153801917</c:v>
                </c:pt>
                <c:pt idx="3880">
                  <c:v>0.12652680947930084</c:v>
                </c:pt>
                <c:pt idx="3881">
                  <c:v>0.12609533066001199</c:v>
                </c:pt>
                <c:pt idx="3882">
                  <c:v>0.12844297819615874</c:v>
                </c:pt>
                <c:pt idx="3883">
                  <c:v>0.13108345783174</c:v>
                </c:pt>
                <c:pt idx="3884">
                  <c:v>0.13184676188321287</c:v>
                </c:pt>
                <c:pt idx="3885">
                  <c:v>0.13296826216535182</c:v>
                </c:pt>
                <c:pt idx="3886">
                  <c:v>0.13210111284828413</c:v>
                </c:pt>
                <c:pt idx="3887">
                  <c:v>0.13175958815347311</c:v>
                </c:pt>
                <c:pt idx="3888">
                  <c:v>0.1319596902748581</c:v>
                </c:pt>
                <c:pt idx="3889">
                  <c:v>0.13084289681266584</c:v>
                </c:pt>
                <c:pt idx="3890">
                  <c:v>0.13157626588740562</c:v>
                </c:pt>
                <c:pt idx="3891">
                  <c:v>0.13073038639492707</c:v>
                </c:pt>
                <c:pt idx="3892">
                  <c:v>0.13210450386279932</c:v>
                </c:pt>
                <c:pt idx="3893">
                  <c:v>0.13296804032503412</c:v>
                </c:pt>
                <c:pt idx="3894">
                  <c:v>0.13233252293602249</c:v>
                </c:pt>
                <c:pt idx="3895">
                  <c:v>0.13163767882478225</c:v>
                </c:pt>
                <c:pt idx="3896">
                  <c:v>0.13092258520367275</c:v>
                </c:pt>
                <c:pt idx="3897">
                  <c:v>0.13219095263501091</c:v>
                </c:pt>
                <c:pt idx="3898">
                  <c:v>0.13294600829221306</c:v>
                </c:pt>
                <c:pt idx="3899">
                  <c:v>0.1333418857769707</c:v>
                </c:pt>
                <c:pt idx="3900">
                  <c:v>0.13317649120343333</c:v>
                </c:pt>
                <c:pt idx="3901">
                  <c:v>0.13285182156720288</c:v>
                </c:pt>
                <c:pt idx="3902">
                  <c:v>0.13432023516363162</c:v>
                </c:pt>
                <c:pt idx="3903">
                  <c:v>0.13399896865784314</c:v>
                </c:pt>
                <c:pt idx="3904">
                  <c:v>0.13629825002312862</c:v>
                </c:pt>
                <c:pt idx="3905">
                  <c:v>0.13803296102322474</c:v>
                </c:pt>
                <c:pt idx="3906">
                  <c:v>0.13978733632216905</c:v>
                </c:pt>
                <c:pt idx="3907">
                  <c:v>0.13923986472910801</c:v>
                </c:pt>
                <c:pt idx="3908">
                  <c:v>0.13784202026537781</c:v>
                </c:pt>
                <c:pt idx="3909">
                  <c:v>0.13725817864482151</c:v>
                </c:pt>
                <c:pt idx="3910">
                  <c:v>0.13817830067451109</c:v>
                </c:pt>
                <c:pt idx="3911">
                  <c:v>0.13908525094691221</c:v>
                </c:pt>
                <c:pt idx="3912">
                  <c:v>0.13729107122264675</c:v>
                </c:pt>
                <c:pt idx="3913">
                  <c:v>0.13716701684124946</c:v>
                </c:pt>
                <c:pt idx="3914">
                  <c:v>0.13759042306092756</c:v>
                </c:pt>
                <c:pt idx="3915">
                  <c:v>0.14032638209053824</c:v>
                </c:pt>
                <c:pt idx="3916">
                  <c:v>0.14078558048339362</c:v>
                </c:pt>
                <c:pt idx="3917">
                  <c:v>0.13784834384824329</c:v>
                </c:pt>
                <c:pt idx="3918">
                  <c:v>0.13946901910350437</c:v>
                </c:pt>
                <c:pt idx="3919">
                  <c:v>0.13935875041496354</c:v>
                </c:pt>
                <c:pt idx="3920">
                  <c:v>0.13785701732333777</c:v>
                </c:pt>
                <c:pt idx="3921">
                  <c:v>0.13865817744861636</c:v>
                </c:pt>
                <c:pt idx="3922">
                  <c:v>0.13920879281815707</c:v>
                </c:pt>
                <c:pt idx="3923">
                  <c:v>0.13804977081131001</c:v>
                </c:pt>
                <c:pt idx="3924">
                  <c:v>0.13873802924051265</c:v>
                </c:pt>
                <c:pt idx="3925">
                  <c:v>0.137573882835621</c:v>
                </c:pt>
                <c:pt idx="3926">
                  <c:v>0.13752803596097171</c:v>
                </c:pt>
                <c:pt idx="3927">
                  <c:v>0.14004469456968224</c:v>
                </c:pt>
                <c:pt idx="3928">
                  <c:v>0.13898082134214071</c:v>
                </c:pt>
                <c:pt idx="3929">
                  <c:v>0.14079065224430806</c:v>
                </c:pt>
                <c:pt idx="3930">
                  <c:v>0.14273441411937465</c:v>
                </c:pt>
                <c:pt idx="3931">
                  <c:v>0.14150756029030032</c:v>
                </c:pt>
                <c:pt idx="3932">
                  <c:v>0.14282565846593789</c:v>
                </c:pt>
                <c:pt idx="3933">
                  <c:v>0.14490199707265206</c:v>
                </c:pt>
                <c:pt idx="3934">
                  <c:v>0.14590250535826868</c:v>
                </c:pt>
                <c:pt idx="3935">
                  <c:v>0.14546257047192382</c:v>
                </c:pt>
                <c:pt idx="3936">
                  <c:v>0.14542782713755359</c:v>
                </c:pt>
                <c:pt idx="3937">
                  <c:v>0.14329646513673455</c:v>
                </c:pt>
                <c:pt idx="3938">
                  <c:v>0.14397983830871389</c:v>
                </c:pt>
                <c:pt idx="3939">
                  <c:v>0.14359441621070321</c:v>
                </c:pt>
                <c:pt idx="3940">
                  <c:v>0.14188885585943983</c:v>
                </c:pt>
                <c:pt idx="3941">
                  <c:v>0.14140879713780224</c:v>
                </c:pt>
                <c:pt idx="3942">
                  <c:v>0.14421407236554817</c:v>
                </c:pt>
                <c:pt idx="3943">
                  <c:v>0.14582248744886961</c:v>
                </c:pt>
                <c:pt idx="3944">
                  <c:v>0.14436905641986938</c:v>
                </c:pt>
                <c:pt idx="3945">
                  <c:v>0.14106354603831867</c:v>
                </c:pt>
                <c:pt idx="3946">
                  <c:v>0.14210108533307805</c:v>
                </c:pt>
                <c:pt idx="3947">
                  <c:v>0.13886168714797667</c:v>
                </c:pt>
                <c:pt idx="3948">
                  <c:v>0.1451416549841904</c:v>
                </c:pt>
                <c:pt idx="3949">
                  <c:v>0.14551462255250935</c:v>
                </c:pt>
                <c:pt idx="3950">
                  <c:v>0.14350672205586351</c:v>
                </c:pt>
                <c:pt idx="3951">
                  <c:v>0.14326249608551353</c:v>
                </c:pt>
                <c:pt idx="3952">
                  <c:v>0.14233621239383648</c:v>
                </c:pt>
                <c:pt idx="3953">
                  <c:v>0.14221091334579899</c:v>
                </c:pt>
                <c:pt idx="3954">
                  <c:v>0.14290315438064885</c:v>
                </c:pt>
                <c:pt idx="3955">
                  <c:v>0.14498346352149472</c:v>
                </c:pt>
                <c:pt idx="3956">
                  <c:v>0.14349993166653999</c:v>
                </c:pt>
                <c:pt idx="3957">
                  <c:v>0.14494540471855299</c:v>
                </c:pt>
                <c:pt idx="3958">
                  <c:v>0.14571213216031104</c:v>
                </c:pt>
                <c:pt idx="3959">
                  <c:v>0.14386444942334037</c:v>
                </c:pt>
                <c:pt idx="3960">
                  <c:v>0.14789688422412636</c:v>
                </c:pt>
                <c:pt idx="3961">
                  <c:v>0.1493888750347698</c:v>
                </c:pt>
                <c:pt idx="3962">
                  <c:v>0.15020047382156609</c:v>
                </c:pt>
                <c:pt idx="3963">
                  <c:v>0.1501874335981998</c:v>
                </c:pt>
                <c:pt idx="3964">
                  <c:v>0.15087783726862369</c:v>
                </c:pt>
                <c:pt idx="3965">
                  <c:v>0.15024367979482836</c:v>
                </c:pt>
                <c:pt idx="3966">
                  <c:v>0.15220897066744801</c:v>
                </c:pt>
                <c:pt idx="3967">
                  <c:v>0.14909389411080881</c:v>
                </c:pt>
                <c:pt idx="3968">
                  <c:v>0.1487819604543171</c:v>
                </c:pt>
                <c:pt idx="3969">
                  <c:v>0.14909595071712128</c:v>
                </c:pt>
                <c:pt idx="3970">
                  <c:v>0.14933997859005627</c:v>
                </c:pt>
                <c:pt idx="3971">
                  <c:v>0.15000644144322448</c:v>
                </c:pt>
                <c:pt idx="3972">
                  <c:v>0.15167309943496193</c:v>
                </c:pt>
                <c:pt idx="3973">
                  <c:v>0.15258779459618654</c:v>
                </c:pt>
                <c:pt idx="3974">
                  <c:v>0.15036035779006249</c:v>
                </c:pt>
                <c:pt idx="3975">
                  <c:v>0.15109793901183222</c:v>
                </c:pt>
                <c:pt idx="3976">
                  <c:v>0.15245229336199306</c:v>
                </c:pt>
                <c:pt idx="3977">
                  <c:v>0.15288583632614733</c:v>
                </c:pt>
                <c:pt idx="3978">
                  <c:v>0.15215361136825215</c:v>
                </c:pt>
                <c:pt idx="3979">
                  <c:v>0.15130700818067438</c:v>
                </c:pt>
                <c:pt idx="3980">
                  <c:v>0.15115223789878135</c:v>
                </c:pt>
                <c:pt idx="3981">
                  <c:v>0.15467987552188583</c:v>
                </c:pt>
                <c:pt idx="3982">
                  <c:v>0.15503592621620688</c:v>
                </c:pt>
                <c:pt idx="3983">
                  <c:v>0.1545109928853419</c:v>
                </c:pt>
                <c:pt idx="3984">
                  <c:v>0.15677220838603481</c:v>
                </c:pt>
                <c:pt idx="3985">
                  <c:v>0.15752484433718247</c:v>
                </c:pt>
                <c:pt idx="3986">
                  <c:v>0.15504087572098763</c:v>
                </c:pt>
                <c:pt idx="3987">
                  <c:v>0.15363297646421792</c:v>
                </c:pt>
                <c:pt idx="3988">
                  <c:v>0.15071090413098528</c:v>
                </c:pt>
                <c:pt idx="3989">
                  <c:v>0.14918731126364884</c:v>
                </c:pt>
                <c:pt idx="3990">
                  <c:v>0.15023000653301644</c:v>
                </c:pt>
                <c:pt idx="3991">
                  <c:v>0.14960773111878509</c:v>
                </c:pt>
                <c:pt idx="3992">
                  <c:v>0.15030418022266068</c:v>
                </c:pt>
                <c:pt idx="3993">
                  <c:v>0.15094225424032423</c:v>
                </c:pt>
                <c:pt idx="3994">
                  <c:v>0.14909329707336655</c:v>
                </c:pt>
                <c:pt idx="3995">
                  <c:v>0.14843522868928277</c:v>
                </c:pt>
                <c:pt idx="3996">
                  <c:v>0.14751159470367037</c:v>
                </c:pt>
                <c:pt idx="3997">
                  <c:v>0.1470586885356974</c:v>
                </c:pt>
                <c:pt idx="3998">
                  <c:v>0.14670811446978788</c:v>
                </c:pt>
                <c:pt idx="3999">
                  <c:v>0.14514910464671804</c:v>
                </c:pt>
                <c:pt idx="4000">
                  <c:v>0.14547905877281722</c:v>
                </c:pt>
                <c:pt idx="4001">
                  <c:v>0.14586818634097679</c:v>
                </c:pt>
                <c:pt idx="4002">
                  <c:v>0.14632482002978989</c:v>
                </c:pt>
                <c:pt idx="4003">
                  <c:v>0.14643297951268075</c:v>
                </c:pt>
                <c:pt idx="4004">
                  <c:v>0.14642781921254672</c:v>
                </c:pt>
                <c:pt idx="4005">
                  <c:v>0.14681482659997039</c:v>
                </c:pt>
                <c:pt idx="4006">
                  <c:v>0.14729938698384293</c:v>
                </c:pt>
                <c:pt idx="4007">
                  <c:v>0.14616242281521716</c:v>
                </c:pt>
                <c:pt idx="4008">
                  <c:v>0.14724174754088531</c:v>
                </c:pt>
                <c:pt idx="4009">
                  <c:v>0.14744680077876099</c:v>
                </c:pt>
                <c:pt idx="4010">
                  <c:v>0.14450673159303329</c:v>
                </c:pt>
                <c:pt idx="4011">
                  <c:v>0.14429234478552219</c:v>
                </c:pt>
                <c:pt idx="4012">
                  <c:v>0.14513123953894394</c:v>
                </c:pt>
                <c:pt idx="4013">
                  <c:v>0.14657417832808342</c:v>
                </c:pt>
                <c:pt idx="4014">
                  <c:v>0.14737188549514307</c:v>
                </c:pt>
                <c:pt idx="4015">
                  <c:v>0.14762032053105545</c:v>
                </c:pt>
                <c:pt idx="4016">
                  <c:v>0.14825584673213316</c:v>
                </c:pt>
                <c:pt idx="4017">
                  <c:v>0.14850551560202552</c:v>
                </c:pt>
                <c:pt idx="4018">
                  <c:v>0.14619539852445673</c:v>
                </c:pt>
                <c:pt idx="4019">
                  <c:v>0.14602572152829466</c:v>
                </c:pt>
                <c:pt idx="4020">
                  <c:v>0.14822515473144854</c:v>
                </c:pt>
                <c:pt idx="4021">
                  <c:v>0.14996037136576232</c:v>
                </c:pt>
                <c:pt idx="4022">
                  <c:v>0.15094899033985901</c:v>
                </c:pt>
                <c:pt idx="4023">
                  <c:v>0.14960719063942382</c:v>
                </c:pt>
                <c:pt idx="4024">
                  <c:v>0.14836267522745608</c:v>
                </c:pt>
                <c:pt idx="4025">
                  <c:v>0.14863017121095565</c:v>
                </c:pt>
                <c:pt idx="4026">
                  <c:v>0.14861411737341731</c:v>
                </c:pt>
                <c:pt idx="4027">
                  <c:v>0.14999761842912249</c:v>
                </c:pt>
                <c:pt idx="4028">
                  <c:v>0.15068896917138772</c:v>
                </c:pt>
                <c:pt idx="4029">
                  <c:v>0.15197742851824472</c:v>
                </c:pt>
                <c:pt idx="4030">
                  <c:v>0.15319250187080671</c:v>
                </c:pt>
                <c:pt idx="4031">
                  <c:v>0.15336924656416684</c:v>
                </c:pt>
                <c:pt idx="4032">
                  <c:v>0.15501956961112176</c:v>
                </c:pt>
                <c:pt idx="4033">
                  <c:v>0.15811904305648042</c:v>
                </c:pt>
                <c:pt idx="4034">
                  <c:v>0.15404788584083443</c:v>
                </c:pt>
                <c:pt idx="4035">
                  <c:v>0.15466098263964334</c:v>
                </c:pt>
                <c:pt idx="4036">
                  <c:v>0.15242685457724556</c:v>
                </c:pt>
                <c:pt idx="4037">
                  <c:v>0.15115549157181712</c:v>
                </c:pt>
                <c:pt idx="4038">
                  <c:v>0.15452068466971619</c:v>
                </c:pt>
                <c:pt idx="4039">
                  <c:v>0.1553862568181717</c:v>
                </c:pt>
                <c:pt idx="4040">
                  <c:v>0.15389284979040108</c:v>
                </c:pt>
                <c:pt idx="4041">
                  <c:v>0.14928101775221406</c:v>
                </c:pt>
                <c:pt idx="4042">
                  <c:v>0.1488661615651905</c:v>
                </c:pt>
                <c:pt idx="4043">
                  <c:v>0.14729585502629625</c:v>
                </c:pt>
                <c:pt idx="4044">
                  <c:v>0.15151591155785835</c:v>
                </c:pt>
                <c:pt idx="4045">
                  <c:v>0.15104141472113283</c:v>
                </c:pt>
                <c:pt idx="4046">
                  <c:v>0.15378773748484126</c:v>
                </c:pt>
                <c:pt idx="4047">
                  <c:v>0.1511917975350964</c:v>
                </c:pt>
                <c:pt idx="4048">
                  <c:v>0.14906748943046633</c:v>
                </c:pt>
              </c:numCache>
            </c:numRef>
          </c:val>
          <c:smooth val="0"/>
          <c:extLst>
            <c:ext xmlns:c16="http://schemas.microsoft.com/office/drawing/2014/chart" uri="{C3380CC4-5D6E-409C-BE32-E72D297353CC}">
              <c16:uniqueId val="{00000000-8DD4-4871-B2BC-5D21111A1CBB}"/>
            </c:ext>
          </c:extLst>
        </c:ser>
        <c:dLbls>
          <c:showLegendKey val="0"/>
          <c:showVal val="0"/>
          <c:showCatName val="0"/>
          <c:showSerName val="0"/>
          <c:showPercent val="0"/>
          <c:showBubbleSize val="0"/>
        </c:dLbls>
        <c:smooth val="0"/>
        <c:axId val="2000002464"/>
        <c:axId val="2000002465"/>
      </c:lineChart>
      <c:dateAx>
        <c:axId val="2000002464"/>
        <c:scaling>
          <c:orientation val="minMax"/>
        </c:scaling>
        <c:delete val="0"/>
        <c:axPos val="b"/>
        <c:numFmt formatCode="m/d/yyyy"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zh-CN"/>
          </a:p>
        </c:txPr>
        <c:crossAx val="2000002465"/>
        <c:crosses val="autoZero"/>
        <c:auto val="1"/>
        <c:lblOffset val="100"/>
        <c:baseTimeUnit val="days"/>
      </c:dateAx>
      <c:valAx>
        <c:axId val="2000002465"/>
        <c:scaling>
          <c:orientation val="minMax"/>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zh-CN"/>
          </a:p>
        </c:txPr>
        <c:crossAx val="2000002464"/>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700">
          <a:latin typeface="Arial" panose="020B0604020202020204" pitchFamily="34" charset="0"/>
          <a:cs typeface="Arial" panose="020B0604020202020204" pitchFamily="34" charset="0"/>
        </a:defRPr>
      </a:pPr>
      <a:endParaRPr lang="zh-CN"/>
    </a:p>
  </c:txPr>
  <c:externalData r:id="rId1">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v>KODEX三星杠杆型ETF（千韩元）</c:v>
          </c:tx>
          <c:spPr>
            <a:ln w="28575" cap="rnd">
              <a:solidFill>
                <a:schemeClr val="accent1"/>
              </a:solidFill>
              <a:round/>
            </a:ln>
            <a:effectLst/>
          </c:spPr>
          <c:marker>
            <c:symbol val="none"/>
          </c:marker>
          <c:cat>
            <c:numRef>
              <c:f>三星杠杆ETF!$A$2:$A$259</c:f>
              <c:numCache>
                <c:formatCode>m/d/yyyy</c:formatCode>
                <c:ptCount val="258"/>
                <c:pt idx="0">
                  <c:v>46191</c:v>
                </c:pt>
                <c:pt idx="1">
                  <c:v>46190</c:v>
                </c:pt>
                <c:pt idx="2">
                  <c:v>46189</c:v>
                </c:pt>
                <c:pt idx="3">
                  <c:v>46188</c:v>
                </c:pt>
                <c:pt idx="4">
                  <c:v>46185</c:v>
                </c:pt>
                <c:pt idx="5">
                  <c:v>46184</c:v>
                </c:pt>
                <c:pt idx="6">
                  <c:v>46183</c:v>
                </c:pt>
                <c:pt idx="7">
                  <c:v>46182</c:v>
                </c:pt>
                <c:pt idx="8">
                  <c:v>46181</c:v>
                </c:pt>
                <c:pt idx="9">
                  <c:v>46178</c:v>
                </c:pt>
                <c:pt idx="10">
                  <c:v>46177</c:v>
                </c:pt>
                <c:pt idx="11">
                  <c:v>46175</c:v>
                </c:pt>
                <c:pt idx="12">
                  <c:v>46174</c:v>
                </c:pt>
                <c:pt idx="13">
                  <c:v>46171</c:v>
                </c:pt>
                <c:pt idx="14">
                  <c:v>46170</c:v>
                </c:pt>
                <c:pt idx="15">
                  <c:v>46169</c:v>
                </c:pt>
                <c:pt idx="16">
                  <c:v>46168</c:v>
                </c:pt>
                <c:pt idx="17">
                  <c:v>46164</c:v>
                </c:pt>
                <c:pt idx="18">
                  <c:v>46163</c:v>
                </c:pt>
                <c:pt idx="19">
                  <c:v>46162</c:v>
                </c:pt>
                <c:pt idx="20">
                  <c:v>46161</c:v>
                </c:pt>
                <c:pt idx="21">
                  <c:v>46160</c:v>
                </c:pt>
                <c:pt idx="22">
                  <c:v>46157</c:v>
                </c:pt>
                <c:pt idx="23">
                  <c:v>46156</c:v>
                </c:pt>
                <c:pt idx="24">
                  <c:v>46155</c:v>
                </c:pt>
                <c:pt idx="25">
                  <c:v>46154</c:v>
                </c:pt>
                <c:pt idx="26">
                  <c:v>46153</c:v>
                </c:pt>
                <c:pt idx="27">
                  <c:v>46150</c:v>
                </c:pt>
                <c:pt idx="28">
                  <c:v>46149</c:v>
                </c:pt>
                <c:pt idx="29">
                  <c:v>46148</c:v>
                </c:pt>
                <c:pt idx="30">
                  <c:v>46146</c:v>
                </c:pt>
                <c:pt idx="31">
                  <c:v>46142</c:v>
                </c:pt>
                <c:pt idx="32">
                  <c:v>46141</c:v>
                </c:pt>
                <c:pt idx="33">
                  <c:v>46140</c:v>
                </c:pt>
                <c:pt idx="34">
                  <c:v>46139</c:v>
                </c:pt>
                <c:pt idx="35">
                  <c:v>46136</c:v>
                </c:pt>
                <c:pt idx="36">
                  <c:v>46135</c:v>
                </c:pt>
                <c:pt idx="37">
                  <c:v>46134</c:v>
                </c:pt>
                <c:pt idx="38">
                  <c:v>46133</c:v>
                </c:pt>
                <c:pt idx="39">
                  <c:v>46132</c:v>
                </c:pt>
                <c:pt idx="40">
                  <c:v>46129</c:v>
                </c:pt>
                <c:pt idx="41">
                  <c:v>46128</c:v>
                </c:pt>
                <c:pt idx="42">
                  <c:v>46127</c:v>
                </c:pt>
                <c:pt idx="43">
                  <c:v>46126</c:v>
                </c:pt>
                <c:pt idx="44">
                  <c:v>46125</c:v>
                </c:pt>
                <c:pt idx="45">
                  <c:v>46122</c:v>
                </c:pt>
                <c:pt idx="46">
                  <c:v>46121</c:v>
                </c:pt>
                <c:pt idx="47">
                  <c:v>46120</c:v>
                </c:pt>
                <c:pt idx="48">
                  <c:v>46119</c:v>
                </c:pt>
                <c:pt idx="49">
                  <c:v>46118</c:v>
                </c:pt>
                <c:pt idx="50">
                  <c:v>46115</c:v>
                </c:pt>
                <c:pt idx="51">
                  <c:v>46114</c:v>
                </c:pt>
                <c:pt idx="52">
                  <c:v>46113</c:v>
                </c:pt>
                <c:pt idx="53">
                  <c:v>46112</c:v>
                </c:pt>
                <c:pt idx="54">
                  <c:v>46111</c:v>
                </c:pt>
                <c:pt idx="55">
                  <c:v>46108</c:v>
                </c:pt>
                <c:pt idx="56">
                  <c:v>46107</c:v>
                </c:pt>
                <c:pt idx="57">
                  <c:v>46106</c:v>
                </c:pt>
                <c:pt idx="58">
                  <c:v>46105</c:v>
                </c:pt>
                <c:pt idx="59">
                  <c:v>46104</c:v>
                </c:pt>
                <c:pt idx="60">
                  <c:v>46101</c:v>
                </c:pt>
                <c:pt idx="61">
                  <c:v>46100</c:v>
                </c:pt>
                <c:pt idx="62">
                  <c:v>46099</c:v>
                </c:pt>
                <c:pt idx="63">
                  <c:v>46098</c:v>
                </c:pt>
                <c:pt idx="64">
                  <c:v>46097</c:v>
                </c:pt>
                <c:pt idx="65">
                  <c:v>46094</c:v>
                </c:pt>
                <c:pt idx="66">
                  <c:v>46093</c:v>
                </c:pt>
                <c:pt idx="67">
                  <c:v>46092</c:v>
                </c:pt>
                <c:pt idx="68">
                  <c:v>46091</c:v>
                </c:pt>
                <c:pt idx="69">
                  <c:v>46090</c:v>
                </c:pt>
                <c:pt idx="70">
                  <c:v>46087</c:v>
                </c:pt>
                <c:pt idx="71">
                  <c:v>46086</c:v>
                </c:pt>
                <c:pt idx="72">
                  <c:v>46085</c:v>
                </c:pt>
                <c:pt idx="73">
                  <c:v>46084</c:v>
                </c:pt>
                <c:pt idx="74">
                  <c:v>46080</c:v>
                </c:pt>
                <c:pt idx="75">
                  <c:v>46079</c:v>
                </c:pt>
                <c:pt idx="76">
                  <c:v>46078</c:v>
                </c:pt>
                <c:pt idx="77">
                  <c:v>46077</c:v>
                </c:pt>
                <c:pt idx="78">
                  <c:v>46076</c:v>
                </c:pt>
                <c:pt idx="79">
                  <c:v>46073</c:v>
                </c:pt>
                <c:pt idx="80">
                  <c:v>46072</c:v>
                </c:pt>
                <c:pt idx="81">
                  <c:v>46066</c:v>
                </c:pt>
                <c:pt idx="82">
                  <c:v>46065</c:v>
                </c:pt>
                <c:pt idx="83">
                  <c:v>46064</c:v>
                </c:pt>
                <c:pt idx="84">
                  <c:v>46063</c:v>
                </c:pt>
                <c:pt idx="85">
                  <c:v>46062</c:v>
                </c:pt>
                <c:pt idx="86">
                  <c:v>46059</c:v>
                </c:pt>
                <c:pt idx="87">
                  <c:v>46058</c:v>
                </c:pt>
                <c:pt idx="88">
                  <c:v>46057</c:v>
                </c:pt>
                <c:pt idx="89">
                  <c:v>46056</c:v>
                </c:pt>
                <c:pt idx="90">
                  <c:v>46055</c:v>
                </c:pt>
                <c:pt idx="91">
                  <c:v>46052</c:v>
                </c:pt>
                <c:pt idx="92">
                  <c:v>46051</c:v>
                </c:pt>
                <c:pt idx="93">
                  <c:v>46050</c:v>
                </c:pt>
                <c:pt idx="94">
                  <c:v>46049</c:v>
                </c:pt>
                <c:pt idx="95">
                  <c:v>46048</c:v>
                </c:pt>
                <c:pt idx="96">
                  <c:v>46045</c:v>
                </c:pt>
                <c:pt idx="97">
                  <c:v>46044</c:v>
                </c:pt>
                <c:pt idx="98">
                  <c:v>46043</c:v>
                </c:pt>
                <c:pt idx="99">
                  <c:v>46042</c:v>
                </c:pt>
                <c:pt idx="100">
                  <c:v>46041</c:v>
                </c:pt>
                <c:pt idx="101">
                  <c:v>46038</c:v>
                </c:pt>
                <c:pt idx="102">
                  <c:v>46037</c:v>
                </c:pt>
                <c:pt idx="103">
                  <c:v>46036</c:v>
                </c:pt>
                <c:pt idx="104">
                  <c:v>46035</c:v>
                </c:pt>
                <c:pt idx="105">
                  <c:v>46034</c:v>
                </c:pt>
                <c:pt idx="106">
                  <c:v>46031</c:v>
                </c:pt>
                <c:pt idx="107">
                  <c:v>46030</c:v>
                </c:pt>
                <c:pt idx="108">
                  <c:v>46029</c:v>
                </c:pt>
                <c:pt idx="109">
                  <c:v>46028</c:v>
                </c:pt>
                <c:pt idx="110">
                  <c:v>46027</c:v>
                </c:pt>
                <c:pt idx="111">
                  <c:v>46024</c:v>
                </c:pt>
                <c:pt idx="112">
                  <c:v>46021</c:v>
                </c:pt>
                <c:pt idx="113">
                  <c:v>46020</c:v>
                </c:pt>
                <c:pt idx="114">
                  <c:v>46017</c:v>
                </c:pt>
                <c:pt idx="115">
                  <c:v>46015</c:v>
                </c:pt>
                <c:pt idx="116">
                  <c:v>46014</c:v>
                </c:pt>
                <c:pt idx="117">
                  <c:v>46013</c:v>
                </c:pt>
                <c:pt idx="118">
                  <c:v>46010</c:v>
                </c:pt>
                <c:pt idx="119">
                  <c:v>46009</c:v>
                </c:pt>
                <c:pt idx="120">
                  <c:v>46008</c:v>
                </c:pt>
                <c:pt idx="121">
                  <c:v>46007</c:v>
                </c:pt>
                <c:pt idx="122">
                  <c:v>46006</c:v>
                </c:pt>
                <c:pt idx="123">
                  <c:v>46003</c:v>
                </c:pt>
                <c:pt idx="124">
                  <c:v>46002</c:v>
                </c:pt>
                <c:pt idx="125">
                  <c:v>46001</c:v>
                </c:pt>
                <c:pt idx="126">
                  <c:v>46000</c:v>
                </c:pt>
                <c:pt idx="127">
                  <c:v>45999</c:v>
                </c:pt>
                <c:pt idx="128">
                  <c:v>45996</c:v>
                </c:pt>
                <c:pt idx="129">
                  <c:v>45995</c:v>
                </c:pt>
                <c:pt idx="130">
                  <c:v>45994</c:v>
                </c:pt>
                <c:pt idx="131">
                  <c:v>45993</c:v>
                </c:pt>
                <c:pt idx="132">
                  <c:v>45992</c:v>
                </c:pt>
                <c:pt idx="133">
                  <c:v>45989</c:v>
                </c:pt>
                <c:pt idx="134">
                  <c:v>45988</c:v>
                </c:pt>
                <c:pt idx="135">
                  <c:v>45987</c:v>
                </c:pt>
                <c:pt idx="136">
                  <c:v>45986</c:v>
                </c:pt>
                <c:pt idx="137">
                  <c:v>45985</c:v>
                </c:pt>
                <c:pt idx="138">
                  <c:v>45982</c:v>
                </c:pt>
                <c:pt idx="139">
                  <c:v>45981</c:v>
                </c:pt>
                <c:pt idx="140">
                  <c:v>45980</c:v>
                </c:pt>
                <c:pt idx="141">
                  <c:v>45979</c:v>
                </c:pt>
                <c:pt idx="142">
                  <c:v>45978</c:v>
                </c:pt>
                <c:pt idx="143">
                  <c:v>45975</c:v>
                </c:pt>
                <c:pt idx="144">
                  <c:v>45974</c:v>
                </c:pt>
                <c:pt idx="145">
                  <c:v>45973</c:v>
                </c:pt>
                <c:pt idx="146">
                  <c:v>45972</c:v>
                </c:pt>
                <c:pt idx="147">
                  <c:v>45971</c:v>
                </c:pt>
                <c:pt idx="148">
                  <c:v>45968</c:v>
                </c:pt>
                <c:pt idx="149">
                  <c:v>45967</c:v>
                </c:pt>
                <c:pt idx="150">
                  <c:v>45966</c:v>
                </c:pt>
                <c:pt idx="151">
                  <c:v>45965</c:v>
                </c:pt>
                <c:pt idx="152">
                  <c:v>45964</c:v>
                </c:pt>
                <c:pt idx="153">
                  <c:v>45961</c:v>
                </c:pt>
                <c:pt idx="154">
                  <c:v>45960</c:v>
                </c:pt>
                <c:pt idx="155">
                  <c:v>45959</c:v>
                </c:pt>
                <c:pt idx="156">
                  <c:v>45958</c:v>
                </c:pt>
                <c:pt idx="157">
                  <c:v>45957</c:v>
                </c:pt>
                <c:pt idx="158">
                  <c:v>45954</c:v>
                </c:pt>
                <c:pt idx="159">
                  <c:v>45953</c:v>
                </c:pt>
                <c:pt idx="160">
                  <c:v>45952</c:v>
                </c:pt>
                <c:pt idx="161">
                  <c:v>45951</c:v>
                </c:pt>
                <c:pt idx="162">
                  <c:v>45950</c:v>
                </c:pt>
                <c:pt idx="163">
                  <c:v>45947</c:v>
                </c:pt>
                <c:pt idx="164">
                  <c:v>45946</c:v>
                </c:pt>
                <c:pt idx="165">
                  <c:v>45945</c:v>
                </c:pt>
                <c:pt idx="166">
                  <c:v>45944</c:v>
                </c:pt>
                <c:pt idx="167">
                  <c:v>45943</c:v>
                </c:pt>
                <c:pt idx="168">
                  <c:v>45940</c:v>
                </c:pt>
                <c:pt idx="169">
                  <c:v>45932</c:v>
                </c:pt>
                <c:pt idx="170">
                  <c:v>45931</c:v>
                </c:pt>
                <c:pt idx="171">
                  <c:v>45930</c:v>
                </c:pt>
                <c:pt idx="172">
                  <c:v>45929</c:v>
                </c:pt>
                <c:pt idx="173">
                  <c:v>45926</c:v>
                </c:pt>
                <c:pt idx="174">
                  <c:v>45925</c:v>
                </c:pt>
                <c:pt idx="175">
                  <c:v>45924</c:v>
                </c:pt>
                <c:pt idx="176">
                  <c:v>45923</c:v>
                </c:pt>
                <c:pt idx="177">
                  <c:v>45922</c:v>
                </c:pt>
                <c:pt idx="178">
                  <c:v>45919</c:v>
                </c:pt>
                <c:pt idx="179">
                  <c:v>45918</c:v>
                </c:pt>
                <c:pt idx="180">
                  <c:v>45917</c:v>
                </c:pt>
                <c:pt idx="181">
                  <c:v>45916</c:v>
                </c:pt>
                <c:pt idx="182">
                  <c:v>45915</c:v>
                </c:pt>
                <c:pt idx="183">
                  <c:v>45912</c:v>
                </c:pt>
                <c:pt idx="184">
                  <c:v>45911</c:v>
                </c:pt>
                <c:pt idx="185">
                  <c:v>45910</c:v>
                </c:pt>
                <c:pt idx="186">
                  <c:v>45909</c:v>
                </c:pt>
                <c:pt idx="187">
                  <c:v>45908</c:v>
                </c:pt>
                <c:pt idx="188">
                  <c:v>45905</c:v>
                </c:pt>
                <c:pt idx="189">
                  <c:v>45904</c:v>
                </c:pt>
                <c:pt idx="190">
                  <c:v>45903</c:v>
                </c:pt>
                <c:pt idx="191">
                  <c:v>45902</c:v>
                </c:pt>
                <c:pt idx="192">
                  <c:v>45901</c:v>
                </c:pt>
                <c:pt idx="193">
                  <c:v>45898</c:v>
                </c:pt>
                <c:pt idx="194">
                  <c:v>45897</c:v>
                </c:pt>
                <c:pt idx="195">
                  <c:v>45896</c:v>
                </c:pt>
                <c:pt idx="196">
                  <c:v>45895</c:v>
                </c:pt>
                <c:pt idx="197">
                  <c:v>45894</c:v>
                </c:pt>
                <c:pt idx="198">
                  <c:v>45891</c:v>
                </c:pt>
                <c:pt idx="199">
                  <c:v>45890</c:v>
                </c:pt>
                <c:pt idx="200">
                  <c:v>45889</c:v>
                </c:pt>
                <c:pt idx="201">
                  <c:v>45888</c:v>
                </c:pt>
                <c:pt idx="202">
                  <c:v>45887</c:v>
                </c:pt>
                <c:pt idx="203">
                  <c:v>45883</c:v>
                </c:pt>
                <c:pt idx="204">
                  <c:v>45882</c:v>
                </c:pt>
                <c:pt idx="205">
                  <c:v>45881</c:v>
                </c:pt>
                <c:pt idx="206">
                  <c:v>45880</c:v>
                </c:pt>
                <c:pt idx="207">
                  <c:v>45877</c:v>
                </c:pt>
                <c:pt idx="208">
                  <c:v>45876</c:v>
                </c:pt>
                <c:pt idx="209">
                  <c:v>45875</c:v>
                </c:pt>
                <c:pt idx="210">
                  <c:v>45874</c:v>
                </c:pt>
                <c:pt idx="211">
                  <c:v>45873</c:v>
                </c:pt>
                <c:pt idx="212">
                  <c:v>45870</c:v>
                </c:pt>
                <c:pt idx="213">
                  <c:v>45869</c:v>
                </c:pt>
                <c:pt idx="214">
                  <c:v>45868</c:v>
                </c:pt>
                <c:pt idx="215">
                  <c:v>45867</c:v>
                </c:pt>
                <c:pt idx="216">
                  <c:v>45866</c:v>
                </c:pt>
                <c:pt idx="217">
                  <c:v>45863</c:v>
                </c:pt>
                <c:pt idx="218">
                  <c:v>45862</c:v>
                </c:pt>
                <c:pt idx="219">
                  <c:v>45861</c:v>
                </c:pt>
                <c:pt idx="220">
                  <c:v>45860</c:v>
                </c:pt>
                <c:pt idx="221">
                  <c:v>45859</c:v>
                </c:pt>
                <c:pt idx="222">
                  <c:v>45856</c:v>
                </c:pt>
                <c:pt idx="223">
                  <c:v>45855</c:v>
                </c:pt>
                <c:pt idx="224">
                  <c:v>45854</c:v>
                </c:pt>
                <c:pt idx="225">
                  <c:v>45853</c:v>
                </c:pt>
                <c:pt idx="226">
                  <c:v>45852</c:v>
                </c:pt>
                <c:pt idx="227">
                  <c:v>45849</c:v>
                </c:pt>
                <c:pt idx="228">
                  <c:v>45848</c:v>
                </c:pt>
                <c:pt idx="229">
                  <c:v>45847</c:v>
                </c:pt>
                <c:pt idx="230">
                  <c:v>45846</c:v>
                </c:pt>
                <c:pt idx="231">
                  <c:v>45845</c:v>
                </c:pt>
                <c:pt idx="232">
                  <c:v>45842</c:v>
                </c:pt>
                <c:pt idx="233">
                  <c:v>45841</c:v>
                </c:pt>
                <c:pt idx="234">
                  <c:v>45840</c:v>
                </c:pt>
                <c:pt idx="235">
                  <c:v>45839</c:v>
                </c:pt>
                <c:pt idx="236">
                  <c:v>45838</c:v>
                </c:pt>
                <c:pt idx="237">
                  <c:v>45835</c:v>
                </c:pt>
                <c:pt idx="238">
                  <c:v>45834</c:v>
                </c:pt>
                <c:pt idx="239">
                  <c:v>45833</c:v>
                </c:pt>
                <c:pt idx="240">
                  <c:v>45832</c:v>
                </c:pt>
                <c:pt idx="241">
                  <c:v>45831</c:v>
                </c:pt>
                <c:pt idx="242">
                  <c:v>45828</c:v>
                </c:pt>
                <c:pt idx="243">
                  <c:v>45827</c:v>
                </c:pt>
                <c:pt idx="244">
                  <c:v>45826</c:v>
                </c:pt>
                <c:pt idx="245">
                  <c:v>45825</c:v>
                </c:pt>
                <c:pt idx="246">
                  <c:v>45824</c:v>
                </c:pt>
                <c:pt idx="247">
                  <c:v>45821</c:v>
                </c:pt>
                <c:pt idx="248">
                  <c:v>45820</c:v>
                </c:pt>
                <c:pt idx="249">
                  <c:v>45819</c:v>
                </c:pt>
                <c:pt idx="250">
                  <c:v>45818</c:v>
                </c:pt>
                <c:pt idx="251">
                  <c:v>45817</c:v>
                </c:pt>
                <c:pt idx="252">
                  <c:v>45813</c:v>
                </c:pt>
                <c:pt idx="253">
                  <c:v>45812</c:v>
                </c:pt>
                <c:pt idx="254">
                  <c:v>45810</c:v>
                </c:pt>
                <c:pt idx="255">
                  <c:v>45807</c:v>
                </c:pt>
                <c:pt idx="256">
                  <c:v>45806</c:v>
                </c:pt>
                <c:pt idx="257">
                  <c:v>45805</c:v>
                </c:pt>
              </c:numCache>
            </c:numRef>
          </c:cat>
          <c:val>
            <c:numRef>
              <c:f>三星杠杆ETF!$E$2:$E$259</c:f>
              <c:numCache>
                <c:formatCode>General</c:formatCode>
                <c:ptCount val="258"/>
                <c:pt idx="0">
                  <c:v>234.82499999999999</c:v>
                </c:pt>
                <c:pt idx="1">
                  <c:v>219.38499999999999</c:v>
                </c:pt>
                <c:pt idx="2">
                  <c:v>211.51</c:v>
                </c:pt>
                <c:pt idx="3">
                  <c:v>203.03</c:v>
                </c:pt>
                <c:pt idx="4">
                  <c:v>182.37</c:v>
                </c:pt>
                <c:pt idx="5">
                  <c:v>166.73</c:v>
                </c:pt>
                <c:pt idx="6">
                  <c:v>167.1</c:v>
                </c:pt>
                <c:pt idx="7">
                  <c:v>185.88499999999999</c:v>
                </c:pt>
                <c:pt idx="8">
                  <c:v>158.16499999999999</c:v>
                </c:pt>
                <c:pt idx="9">
                  <c:v>189.83</c:v>
                </c:pt>
                <c:pt idx="10">
                  <c:v>215.36</c:v>
                </c:pt>
                <c:pt idx="11">
                  <c:v>224.49</c:v>
                </c:pt>
                <c:pt idx="12">
                  <c:v>225.5</c:v>
                </c:pt>
                <c:pt idx="13">
                  <c:v>204.4</c:v>
                </c:pt>
                <c:pt idx="14">
                  <c:v>189.46</c:v>
                </c:pt>
                <c:pt idx="15">
                  <c:v>191.505</c:v>
                </c:pt>
                <c:pt idx="16">
                  <c:v>181.07499999999999</c:v>
                </c:pt>
                <c:pt idx="17">
                  <c:v>171.4</c:v>
                </c:pt>
                <c:pt idx="18">
                  <c:v>170.66</c:v>
                </c:pt>
                <c:pt idx="19">
                  <c:v>145.095</c:v>
                </c:pt>
                <c:pt idx="20">
                  <c:v>148.185</c:v>
                </c:pt>
                <c:pt idx="21">
                  <c:v>157.35</c:v>
                </c:pt>
                <c:pt idx="22">
                  <c:v>155</c:v>
                </c:pt>
                <c:pt idx="23">
                  <c:v>177.1</c:v>
                </c:pt>
                <c:pt idx="24">
                  <c:v>171.9</c:v>
                </c:pt>
                <c:pt idx="25">
                  <c:v>161.65</c:v>
                </c:pt>
                <c:pt idx="26">
                  <c:v>170.73500000000001</c:v>
                </c:pt>
                <c:pt idx="27">
                  <c:v>153.69499999999999</c:v>
                </c:pt>
                <c:pt idx="28">
                  <c:v>153.10499999999999</c:v>
                </c:pt>
                <c:pt idx="29">
                  <c:v>147.35499999999999</c:v>
                </c:pt>
                <c:pt idx="30">
                  <c:v>127.79</c:v>
                </c:pt>
                <c:pt idx="31">
                  <c:v>115.45</c:v>
                </c:pt>
                <c:pt idx="32">
                  <c:v>118.075</c:v>
                </c:pt>
                <c:pt idx="33">
                  <c:v>116.325</c:v>
                </c:pt>
                <c:pt idx="34">
                  <c:v>115.355</c:v>
                </c:pt>
                <c:pt idx="35">
                  <c:v>110.215</c:v>
                </c:pt>
                <c:pt idx="36">
                  <c:v>111.21</c:v>
                </c:pt>
                <c:pt idx="37">
                  <c:v>108.81</c:v>
                </c:pt>
                <c:pt idx="38">
                  <c:v>108.27</c:v>
                </c:pt>
                <c:pt idx="39">
                  <c:v>102.9</c:v>
                </c:pt>
                <c:pt idx="40">
                  <c:v>101.91500000000001</c:v>
                </c:pt>
                <c:pt idx="41">
                  <c:v>103.13500000000001</c:v>
                </c:pt>
                <c:pt idx="42">
                  <c:v>99.034999999999997</c:v>
                </c:pt>
                <c:pt idx="43">
                  <c:v>94.185000000000002</c:v>
                </c:pt>
                <c:pt idx="44">
                  <c:v>88.844999999999999</c:v>
                </c:pt>
                <c:pt idx="45">
                  <c:v>90.65</c:v>
                </c:pt>
                <c:pt idx="46">
                  <c:v>87.79</c:v>
                </c:pt>
                <c:pt idx="47">
                  <c:v>91.394999999999996</c:v>
                </c:pt>
                <c:pt idx="48">
                  <c:v>79.400000000000006</c:v>
                </c:pt>
                <c:pt idx="49">
                  <c:v>77.284999999999997</c:v>
                </c:pt>
                <c:pt idx="50">
                  <c:v>75.239999999999995</c:v>
                </c:pt>
                <c:pt idx="51">
                  <c:v>71.094999999999999</c:v>
                </c:pt>
                <c:pt idx="52">
                  <c:v>78.83</c:v>
                </c:pt>
                <c:pt idx="53">
                  <c:v>66.510000000000005</c:v>
                </c:pt>
                <c:pt idx="54">
                  <c:v>72.894999999999996</c:v>
                </c:pt>
                <c:pt idx="55">
                  <c:v>77.69</c:v>
                </c:pt>
                <c:pt idx="56">
                  <c:v>78.5</c:v>
                </c:pt>
                <c:pt idx="57">
                  <c:v>84.38</c:v>
                </c:pt>
                <c:pt idx="58">
                  <c:v>82.305000000000007</c:v>
                </c:pt>
                <c:pt idx="59">
                  <c:v>77.305000000000007</c:v>
                </c:pt>
                <c:pt idx="60">
                  <c:v>89.32</c:v>
                </c:pt>
                <c:pt idx="61">
                  <c:v>89.504999999999995</c:v>
                </c:pt>
                <c:pt idx="62">
                  <c:v>95.24</c:v>
                </c:pt>
                <c:pt idx="63">
                  <c:v>85.45</c:v>
                </c:pt>
                <c:pt idx="64">
                  <c:v>82.055000000000007</c:v>
                </c:pt>
                <c:pt idx="65">
                  <c:v>79.724999999999994</c:v>
                </c:pt>
                <c:pt idx="66">
                  <c:v>82.62</c:v>
                </c:pt>
                <c:pt idx="67">
                  <c:v>84</c:v>
                </c:pt>
                <c:pt idx="68">
                  <c:v>82.075000000000003</c:v>
                </c:pt>
                <c:pt idx="69">
                  <c:v>72.849999999999994</c:v>
                </c:pt>
                <c:pt idx="70">
                  <c:v>84</c:v>
                </c:pt>
                <c:pt idx="71">
                  <c:v>84.484999999999999</c:v>
                </c:pt>
                <c:pt idx="72">
                  <c:v>70.5</c:v>
                </c:pt>
                <c:pt idx="73">
                  <c:v>93.194999999999993</c:v>
                </c:pt>
                <c:pt idx="74">
                  <c:v>111.28</c:v>
                </c:pt>
                <c:pt idx="75">
                  <c:v>113.52</c:v>
                </c:pt>
                <c:pt idx="76">
                  <c:v>104.07</c:v>
                </c:pt>
                <c:pt idx="77">
                  <c:v>100.005</c:v>
                </c:pt>
                <c:pt idx="78">
                  <c:v>95.194999999999993</c:v>
                </c:pt>
                <c:pt idx="79">
                  <c:v>93.98</c:v>
                </c:pt>
                <c:pt idx="80">
                  <c:v>89.8</c:v>
                </c:pt>
                <c:pt idx="81">
                  <c:v>84.614999999999995</c:v>
                </c:pt>
                <c:pt idx="82">
                  <c:v>84.8</c:v>
                </c:pt>
                <c:pt idx="83">
                  <c:v>79.09</c:v>
                </c:pt>
                <c:pt idx="84">
                  <c:v>77.75</c:v>
                </c:pt>
                <c:pt idx="85">
                  <c:v>77.685000000000002</c:v>
                </c:pt>
                <c:pt idx="86">
                  <c:v>71.605000000000004</c:v>
                </c:pt>
                <c:pt idx="87">
                  <c:v>73.25</c:v>
                </c:pt>
                <c:pt idx="88">
                  <c:v>80.034999999999997</c:v>
                </c:pt>
                <c:pt idx="89">
                  <c:v>78</c:v>
                </c:pt>
                <c:pt idx="90">
                  <c:v>67.459999999999994</c:v>
                </c:pt>
                <c:pt idx="91">
                  <c:v>76.385000000000005</c:v>
                </c:pt>
                <c:pt idx="92">
                  <c:v>75.905000000000001</c:v>
                </c:pt>
                <c:pt idx="93">
                  <c:v>74.209999999999994</c:v>
                </c:pt>
                <c:pt idx="94">
                  <c:v>71.724999999999994</c:v>
                </c:pt>
                <c:pt idx="95">
                  <c:v>66.995000000000005</c:v>
                </c:pt>
                <c:pt idx="96">
                  <c:v>68.41</c:v>
                </c:pt>
                <c:pt idx="97">
                  <c:v>67.534999999999997</c:v>
                </c:pt>
                <c:pt idx="98">
                  <c:v>66.114999999999995</c:v>
                </c:pt>
                <c:pt idx="99">
                  <c:v>65.084999999999994</c:v>
                </c:pt>
                <c:pt idx="100">
                  <c:v>66.06</c:v>
                </c:pt>
                <c:pt idx="101">
                  <c:v>64.31</c:v>
                </c:pt>
                <c:pt idx="102">
                  <c:v>62.88</c:v>
                </c:pt>
                <c:pt idx="103">
                  <c:v>60.805</c:v>
                </c:pt>
                <c:pt idx="104">
                  <c:v>60.14</c:v>
                </c:pt>
                <c:pt idx="105">
                  <c:v>58.625</c:v>
                </c:pt>
                <c:pt idx="106">
                  <c:v>57.975000000000001</c:v>
                </c:pt>
                <c:pt idx="107">
                  <c:v>57</c:v>
                </c:pt>
                <c:pt idx="108">
                  <c:v>57.195</c:v>
                </c:pt>
                <c:pt idx="109">
                  <c:v>56.375</c:v>
                </c:pt>
                <c:pt idx="110">
                  <c:v>54.494999999999997</c:v>
                </c:pt>
                <c:pt idx="111">
                  <c:v>50.645000000000003</c:v>
                </c:pt>
                <c:pt idx="112">
                  <c:v>47.784999999999997</c:v>
                </c:pt>
                <c:pt idx="113">
                  <c:v>47.54</c:v>
                </c:pt>
                <c:pt idx="114">
                  <c:v>45.104999999999997</c:v>
                </c:pt>
                <c:pt idx="115">
                  <c:v>44.37</c:v>
                </c:pt>
                <c:pt idx="116">
                  <c:v>44.37</c:v>
                </c:pt>
                <c:pt idx="117">
                  <c:v>44.104999999999997</c:v>
                </c:pt>
                <c:pt idx="118">
                  <c:v>42.1</c:v>
                </c:pt>
                <c:pt idx="119">
                  <c:v>41.674999999999997</c:v>
                </c:pt>
                <c:pt idx="120">
                  <c:v>42.69</c:v>
                </c:pt>
                <c:pt idx="121">
                  <c:v>41.08</c:v>
                </c:pt>
                <c:pt idx="122">
                  <c:v>43.005000000000003</c:v>
                </c:pt>
                <c:pt idx="123">
                  <c:v>45.064999999999998</c:v>
                </c:pt>
                <c:pt idx="124">
                  <c:v>43.8</c:v>
                </c:pt>
                <c:pt idx="125">
                  <c:v>44.62</c:v>
                </c:pt>
                <c:pt idx="126">
                  <c:v>44.625</c:v>
                </c:pt>
                <c:pt idx="127">
                  <c:v>45.134999999999998</c:v>
                </c:pt>
                <c:pt idx="128">
                  <c:v>43.96</c:v>
                </c:pt>
                <c:pt idx="129">
                  <c:v>42.33</c:v>
                </c:pt>
                <c:pt idx="130">
                  <c:v>42.6</c:v>
                </c:pt>
                <c:pt idx="131">
                  <c:v>41.634999999999998</c:v>
                </c:pt>
                <c:pt idx="132">
                  <c:v>40.055</c:v>
                </c:pt>
                <c:pt idx="133">
                  <c:v>40.225000000000001</c:v>
                </c:pt>
                <c:pt idx="134">
                  <c:v>41.405000000000001</c:v>
                </c:pt>
                <c:pt idx="135">
                  <c:v>40.844999999999999</c:v>
                </c:pt>
                <c:pt idx="136">
                  <c:v>38.700000000000003</c:v>
                </c:pt>
                <c:pt idx="137">
                  <c:v>38.234999999999999</c:v>
                </c:pt>
                <c:pt idx="138">
                  <c:v>38.229999999999997</c:v>
                </c:pt>
                <c:pt idx="139">
                  <c:v>41.795000000000002</c:v>
                </c:pt>
                <c:pt idx="140">
                  <c:v>40.03</c:v>
                </c:pt>
                <c:pt idx="141">
                  <c:v>40.585000000000001</c:v>
                </c:pt>
                <c:pt idx="142">
                  <c:v>43.48</c:v>
                </c:pt>
                <c:pt idx="143">
                  <c:v>41.715000000000003</c:v>
                </c:pt>
                <c:pt idx="144">
                  <c:v>45.8</c:v>
                </c:pt>
                <c:pt idx="145">
                  <c:v>45.35</c:v>
                </c:pt>
                <c:pt idx="146">
                  <c:v>44.43</c:v>
                </c:pt>
                <c:pt idx="147">
                  <c:v>43.6</c:v>
                </c:pt>
                <c:pt idx="148">
                  <c:v>41.06</c:v>
                </c:pt>
                <c:pt idx="149">
                  <c:v>42.64</c:v>
                </c:pt>
                <c:pt idx="150">
                  <c:v>42.145000000000003</c:v>
                </c:pt>
                <c:pt idx="151">
                  <c:v>44.604999999999997</c:v>
                </c:pt>
                <c:pt idx="152">
                  <c:v>47.3</c:v>
                </c:pt>
                <c:pt idx="153">
                  <c:v>44.534999999999997</c:v>
                </c:pt>
                <c:pt idx="154">
                  <c:v>43.51</c:v>
                </c:pt>
                <c:pt idx="155">
                  <c:v>43.25</c:v>
                </c:pt>
                <c:pt idx="156">
                  <c:v>41.515000000000001</c:v>
                </c:pt>
                <c:pt idx="157">
                  <c:v>42.354999999999997</c:v>
                </c:pt>
                <c:pt idx="158">
                  <c:v>40.1</c:v>
                </c:pt>
                <c:pt idx="159">
                  <c:v>38.145000000000003</c:v>
                </c:pt>
                <c:pt idx="160">
                  <c:v>38.965000000000003</c:v>
                </c:pt>
                <c:pt idx="161">
                  <c:v>38.094999999999999</c:v>
                </c:pt>
                <c:pt idx="162">
                  <c:v>37.954999999999998</c:v>
                </c:pt>
                <c:pt idx="163">
                  <c:v>36.56</c:v>
                </c:pt>
                <c:pt idx="164">
                  <c:v>36.354999999999997</c:v>
                </c:pt>
                <c:pt idx="165">
                  <c:v>34.585000000000001</c:v>
                </c:pt>
                <c:pt idx="166">
                  <c:v>32.715000000000003</c:v>
                </c:pt>
                <c:pt idx="167">
                  <c:v>33.39</c:v>
                </c:pt>
                <c:pt idx="168">
                  <c:v>34.07</c:v>
                </c:pt>
                <c:pt idx="169">
                  <c:v>32.46</c:v>
                </c:pt>
                <c:pt idx="170">
                  <c:v>30.574999999999999</c:v>
                </c:pt>
                <c:pt idx="171">
                  <c:v>29.93</c:v>
                </c:pt>
                <c:pt idx="172">
                  <c:v>30.135000000000002</c:v>
                </c:pt>
                <c:pt idx="173">
                  <c:v>29.204999999999998</c:v>
                </c:pt>
                <c:pt idx="174">
                  <c:v>30.734999999999999</c:v>
                </c:pt>
                <c:pt idx="175">
                  <c:v>30.73</c:v>
                </c:pt>
                <c:pt idx="176">
                  <c:v>30.92</c:v>
                </c:pt>
                <c:pt idx="177">
                  <c:v>30.44</c:v>
                </c:pt>
                <c:pt idx="178">
                  <c:v>29.85</c:v>
                </c:pt>
                <c:pt idx="179">
                  <c:v>30.07</c:v>
                </c:pt>
                <c:pt idx="180">
                  <c:v>29.06</c:v>
                </c:pt>
                <c:pt idx="181">
                  <c:v>29.79</c:v>
                </c:pt>
                <c:pt idx="182">
                  <c:v>28.85</c:v>
                </c:pt>
                <c:pt idx="183">
                  <c:v>28.57</c:v>
                </c:pt>
                <c:pt idx="184">
                  <c:v>27.44</c:v>
                </c:pt>
                <c:pt idx="185">
                  <c:v>27.045000000000002</c:v>
                </c:pt>
                <c:pt idx="186">
                  <c:v>25.94</c:v>
                </c:pt>
                <c:pt idx="187">
                  <c:v>25.28</c:v>
                </c:pt>
                <c:pt idx="188">
                  <c:v>25.074999999999999</c:v>
                </c:pt>
                <c:pt idx="189">
                  <c:v>24.895</c:v>
                </c:pt>
                <c:pt idx="190">
                  <c:v>24.71</c:v>
                </c:pt>
                <c:pt idx="191">
                  <c:v>24.47</c:v>
                </c:pt>
                <c:pt idx="192">
                  <c:v>23.95</c:v>
                </c:pt>
                <c:pt idx="193">
                  <c:v>24.765000000000001</c:v>
                </c:pt>
                <c:pt idx="194">
                  <c:v>24.984999999999999</c:v>
                </c:pt>
                <c:pt idx="195">
                  <c:v>24.74</c:v>
                </c:pt>
                <c:pt idx="196">
                  <c:v>24.67</c:v>
                </c:pt>
                <c:pt idx="197">
                  <c:v>25.114999999999998</c:v>
                </c:pt>
                <c:pt idx="198">
                  <c:v>24.54</c:v>
                </c:pt>
                <c:pt idx="199">
                  <c:v>24.114999999999998</c:v>
                </c:pt>
                <c:pt idx="200">
                  <c:v>24.015000000000001</c:v>
                </c:pt>
                <c:pt idx="201">
                  <c:v>24.285</c:v>
                </c:pt>
                <c:pt idx="202">
                  <c:v>24.66</c:v>
                </c:pt>
                <c:pt idx="203">
                  <c:v>25.454999999999998</c:v>
                </c:pt>
                <c:pt idx="204">
                  <c:v>25.49</c:v>
                </c:pt>
                <c:pt idx="205">
                  <c:v>24.954999999999998</c:v>
                </c:pt>
                <c:pt idx="206">
                  <c:v>25.1</c:v>
                </c:pt>
                <c:pt idx="207">
                  <c:v>25.1</c:v>
                </c:pt>
                <c:pt idx="208">
                  <c:v>25.23</c:v>
                </c:pt>
                <c:pt idx="209">
                  <c:v>24.824999999999999</c:v>
                </c:pt>
                <c:pt idx="210">
                  <c:v>24.88</c:v>
                </c:pt>
                <c:pt idx="211">
                  <c:v>24.23</c:v>
                </c:pt>
                <c:pt idx="212">
                  <c:v>23.635000000000002</c:v>
                </c:pt>
                <c:pt idx="213">
                  <c:v>25.765000000000001</c:v>
                </c:pt>
                <c:pt idx="214">
                  <c:v>25.905000000000001</c:v>
                </c:pt>
                <c:pt idx="215">
                  <c:v>25.465</c:v>
                </c:pt>
                <c:pt idx="216">
                  <c:v>25.135000000000002</c:v>
                </c:pt>
                <c:pt idx="217">
                  <c:v>24.88</c:v>
                </c:pt>
                <c:pt idx="218">
                  <c:v>24.76</c:v>
                </c:pt>
                <c:pt idx="219">
                  <c:v>24.83</c:v>
                </c:pt>
                <c:pt idx="220">
                  <c:v>24.645</c:v>
                </c:pt>
                <c:pt idx="221">
                  <c:v>25.335000000000001</c:v>
                </c:pt>
                <c:pt idx="222">
                  <c:v>24.97</c:v>
                </c:pt>
                <c:pt idx="223">
                  <c:v>25.03</c:v>
                </c:pt>
                <c:pt idx="224">
                  <c:v>24.9</c:v>
                </c:pt>
                <c:pt idx="225">
                  <c:v>25.39</c:v>
                </c:pt>
                <c:pt idx="226">
                  <c:v>25.09</c:v>
                </c:pt>
                <c:pt idx="227">
                  <c:v>24.625</c:v>
                </c:pt>
                <c:pt idx="228">
                  <c:v>24.594999999999999</c:v>
                </c:pt>
                <c:pt idx="229">
                  <c:v>23.94</c:v>
                </c:pt>
                <c:pt idx="230">
                  <c:v>23.83</c:v>
                </c:pt>
                <c:pt idx="231">
                  <c:v>22.96</c:v>
                </c:pt>
                <c:pt idx="232">
                  <c:v>22.9</c:v>
                </c:pt>
                <c:pt idx="233">
                  <c:v>23.835000000000001</c:v>
                </c:pt>
                <c:pt idx="234">
                  <c:v>23.12</c:v>
                </c:pt>
                <c:pt idx="235">
                  <c:v>23.31</c:v>
                </c:pt>
                <c:pt idx="236">
                  <c:v>23.18</c:v>
                </c:pt>
                <c:pt idx="237">
                  <c:v>22.914999999999999</c:v>
                </c:pt>
                <c:pt idx="238">
                  <c:v>23.175000000000001</c:v>
                </c:pt>
                <c:pt idx="239">
                  <c:v>23.63</c:v>
                </c:pt>
                <c:pt idx="240">
                  <c:v>23.475000000000001</c:v>
                </c:pt>
                <c:pt idx="241">
                  <c:v>22.01</c:v>
                </c:pt>
                <c:pt idx="242">
                  <c:v>22.065000000000001</c:v>
                </c:pt>
                <c:pt idx="243">
                  <c:v>21.48</c:v>
                </c:pt>
                <c:pt idx="244">
                  <c:v>21.414999999999999</c:v>
                </c:pt>
                <c:pt idx="245">
                  <c:v>21.045000000000002</c:v>
                </c:pt>
                <c:pt idx="246">
                  <c:v>20.925000000000001</c:v>
                </c:pt>
                <c:pt idx="247">
                  <c:v>20.190000000000001</c:v>
                </c:pt>
                <c:pt idx="248">
                  <c:v>20.574999999999999</c:v>
                </c:pt>
                <c:pt idx="249">
                  <c:v>20.5</c:v>
                </c:pt>
                <c:pt idx="250">
                  <c:v>19.954999999999998</c:v>
                </c:pt>
                <c:pt idx="251">
                  <c:v>19.75</c:v>
                </c:pt>
                <c:pt idx="252">
                  <c:v>19.125</c:v>
                </c:pt>
                <c:pt idx="253">
                  <c:v>18.454999999999998</c:v>
                </c:pt>
                <c:pt idx="254">
                  <c:v>17.484999999999999</c:v>
                </c:pt>
                <c:pt idx="255">
                  <c:v>17.475000000000001</c:v>
                </c:pt>
                <c:pt idx="256">
                  <c:v>17.864999999999998</c:v>
                </c:pt>
                <c:pt idx="257">
                  <c:v>17.18</c:v>
                </c:pt>
              </c:numCache>
            </c:numRef>
          </c:val>
          <c:smooth val="0"/>
          <c:extLst>
            <c:ext xmlns:c16="http://schemas.microsoft.com/office/drawing/2014/chart" uri="{C3380CC4-5D6E-409C-BE32-E72D297353CC}">
              <c16:uniqueId val="{00000000-1398-4C78-B93B-69C934078AFD}"/>
            </c:ext>
          </c:extLst>
        </c:ser>
        <c:dLbls>
          <c:showLegendKey val="0"/>
          <c:showVal val="0"/>
          <c:showCatName val="0"/>
          <c:showSerName val="0"/>
          <c:showPercent val="0"/>
          <c:showBubbleSize val="0"/>
        </c:dLbls>
        <c:smooth val="0"/>
        <c:axId val="2000002496"/>
        <c:axId val="2000002497"/>
      </c:lineChart>
      <c:dateAx>
        <c:axId val="2000002496"/>
        <c:scaling>
          <c:orientation val="minMax"/>
        </c:scaling>
        <c:delete val="0"/>
        <c:axPos val="b"/>
        <c:numFmt formatCode="yyyy\-mm" sourceLinked="0"/>
        <c:majorTickMark val="out"/>
        <c:minorTickMark val="none"/>
        <c:tickLblPos val="nextTo"/>
        <c:spPr>
          <a:noFill/>
          <a:ln w="9525" cap="flat" cmpd="sng" algn="ctr">
            <a:solidFill>
              <a:schemeClr val="tx1">
                <a:lumMod val="95000"/>
                <a:lumOff val="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Light" panose="020B0300000000000000" pitchFamily="34" charset="-122"/>
                <a:cs typeface="Arial" panose="020B0604020202020204" pitchFamily="34" charset="0"/>
              </a:defRPr>
            </a:pPr>
            <a:endParaRPr lang="zh-CN"/>
          </a:p>
        </c:txPr>
        <c:crossAx val="2000002497"/>
        <c:crosses val="autoZero"/>
        <c:auto val="1"/>
        <c:lblOffset val="100"/>
        <c:baseTimeUnit val="days"/>
      </c:dateAx>
      <c:valAx>
        <c:axId val="2000002497"/>
        <c:scaling>
          <c:orientation val="minMax"/>
        </c:scaling>
        <c:delete val="0"/>
        <c:axPos val="l"/>
        <c:numFmt formatCode="General" sourceLinked="1"/>
        <c:majorTickMark val="out"/>
        <c:minorTickMark val="none"/>
        <c:tickLblPos val="nextTo"/>
        <c:spPr>
          <a:noFill/>
          <a:ln>
            <a:solidFill>
              <a:schemeClr val="tx1">
                <a:lumMod val="95000"/>
                <a:lumOff val="5000"/>
              </a:schemeClr>
            </a:solidFill>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Light" panose="020B0300000000000000" pitchFamily="34" charset="-122"/>
                <a:cs typeface="Arial" panose="020B0604020202020204" pitchFamily="34" charset="0"/>
              </a:defRPr>
            </a:pPr>
            <a:endParaRPr lang="zh-CN"/>
          </a:p>
        </c:txPr>
        <c:crossAx val="2000002496"/>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Light" panose="020B0300000000000000" pitchFamily="34" charset="-122"/>
              <a:cs typeface="Arial" panose="020B0604020202020204" pitchFamily="34" charset="0"/>
            </a:defRPr>
          </a:pPr>
          <a:endParaRPr lang="zh-CN"/>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700" baseline="0">
          <a:latin typeface="Arial" panose="020B0604020202020204" pitchFamily="34" charset="0"/>
          <a:ea typeface="思源黑体 CN Light" panose="020B0300000000000000" pitchFamily="34" charset="-122"/>
          <a:cs typeface="Arial" panose="020B0604020202020204" pitchFamily="34" charset="0"/>
        </a:defRPr>
      </a:pPr>
      <a:endParaRPr lang="zh-CN"/>
    </a:p>
  </c:txPr>
  <c:externalData r:id="rId1">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6012646532004398E-2"/>
          <c:y val="0.174558204367605"/>
          <c:w val="0.84340643929044301"/>
          <c:h val="0.74717790047048405"/>
        </c:manualLayout>
      </c:layout>
      <c:lineChart>
        <c:grouping val="standard"/>
        <c:varyColors val="0"/>
        <c:ser>
          <c:idx val="0"/>
          <c:order val="0"/>
          <c:tx>
            <c:v>外资净买入韩国股票（十亿韩元）</c:v>
          </c:tx>
          <c:spPr>
            <a:ln w="25400" cap="rnd" cmpd="sng">
              <a:solidFill>
                <a:srgbClr val="4874CB">
                  <a:lumMod val="75000"/>
                </a:srgbClr>
              </a:solidFill>
              <a:prstDash val="solid"/>
              <a:round/>
            </a:ln>
            <a:effectLst/>
          </c:spPr>
          <c:marker>
            <c:symbol val="none"/>
          </c:marker>
          <c:cat>
            <c:numRef>
              <c:f>韩国外资净买入!$B$5:$B$32</c:f>
              <c:numCache>
                <c:formatCode>yyyy\-mm;@</c:formatCode>
                <c:ptCount val="28"/>
                <c:pt idx="0">
                  <c:v>46142</c:v>
                </c:pt>
                <c:pt idx="1">
                  <c:v>46112</c:v>
                </c:pt>
                <c:pt idx="2">
                  <c:v>46081</c:v>
                </c:pt>
                <c:pt idx="3">
                  <c:v>46053</c:v>
                </c:pt>
                <c:pt idx="4">
                  <c:v>46022</c:v>
                </c:pt>
                <c:pt idx="5">
                  <c:v>45991</c:v>
                </c:pt>
                <c:pt idx="6">
                  <c:v>45961</c:v>
                </c:pt>
                <c:pt idx="7">
                  <c:v>45930</c:v>
                </c:pt>
                <c:pt idx="8">
                  <c:v>45900</c:v>
                </c:pt>
                <c:pt idx="9">
                  <c:v>45869</c:v>
                </c:pt>
                <c:pt idx="10">
                  <c:v>45838</c:v>
                </c:pt>
                <c:pt idx="11">
                  <c:v>45808</c:v>
                </c:pt>
                <c:pt idx="12">
                  <c:v>45777</c:v>
                </c:pt>
                <c:pt idx="13">
                  <c:v>45747</c:v>
                </c:pt>
                <c:pt idx="14">
                  <c:v>45716</c:v>
                </c:pt>
                <c:pt idx="15">
                  <c:v>45688</c:v>
                </c:pt>
                <c:pt idx="16">
                  <c:v>45657</c:v>
                </c:pt>
                <c:pt idx="17">
                  <c:v>45626</c:v>
                </c:pt>
                <c:pt idx="18">
                  <c:v>45596</c:v>
                </c:pt>
                <c:pt idx="19">
                  <c:v>45565</c:v>
                </c:pt>
                <c:pt idx="20">
                  <c:v>45535</c:v>
                </c:pt>
                <c:pt idx="21">
                  <c:v>45504</c:v>
                </c:pt>
                <c:pt idx="22">
                  <c:v>45473</c:v>
                </c:pt>
                <c:pt idx="23">
                  <c:v>45443</c:v>
                </c:pt>
                <c:pt idx="24">
                  <c:v>45412</c:v>
                </c:pt>
                <c:pt idx="25">
                  <c:v>45382</c:v>
                </c:pt>
                <c:pt idx="26">
                  <c:v>45351</c:v>
                </c:pt>
                <c:pt idx="27">
                  <c:v>45322</c:v>
                </c:pt>
              </c:numCache>
            </c:numRef>
          </c:cat>
          <c:val>
            <c:numRef>
              <c:f>韩国外资净买入!$F$5:$F$32</c:f>
              <c:numCache>
                <c:formatCode>General</c:formatCode>
                <c:ptCount val="28"/>
                <c:pt idx="0">
                  <c:v>1231.922</c:v>
                </c:pt>
                <c:pt idx="1">
                  <c:v>-35747.743999999999</c:v>
                </c:pt>
                <c:pt idx="2">
                  <c:v>-21059.953000000001</c:v>
                </c:pt>
                <c:pt idx="3">
                  <c:v>149.352</c:v>
                </c:pt>
                <c:pt idx="4">
                  <c:v>4122.768</c:v>
                </c:pt>
                <c:pt idx="5">
                  <c:v>-14425.652</c:v>
                </c:pt>
                <c:pt idx="6">
                  <c:v>5336.6959999999999</c:v>
                </c:pt>
                <c:pt idx="7">
                  <c:v>7436.97</c:v>
                </c:pt>
                <c:pt idx="8">
                  <c:v>-1612.021</c:v>
                </c:pt>
                <c:pt idx="9">
                  <c:v>6266.9219999999996</c:v>
                </c:pt>
                <c:pt idx="10">
                  <c:v>2682.9189999999999</c:v>
                </c:pt>
                <c:pt idx="11">
                  <c:v>1140.6559999999999</c:v>
                </c:pt>
                <c:pt idx="12">
                  <c:v>-9336.0460000000003</c:v>
                </c:pt>
                <c:pt idx="13">
                  <c:v>-1661.14</c:v>
                </c:pt>
                <c:pt idx="14">
                  <c:v>-3706.4659999999999</c:v>
                </c:pt>
                <c:pt idx="15">
                  <c:v>-934.58900000000006</c:v>
                </c:pt>
                <c:pt idx="16">
                  <c:v>-3036.634</c:v>
                </c:pt>
                <c:pt idx="17">
                  <c:v>-4300.8360000000002</c:v>
                </c:pt>
                <c:pt idx="18">
                  <c:v>-4700.76</c:v>
                </c:pt>
                <c:pt idx="19">
                  <c:v>-7907.2359999999999</c:v>
                </c:pt>
                <c:pt idx="20">
                  <c:v>-2800.4760000000001</c:v>
                </c:pt>
                <c:pt idx="21">
                  <c:v>1694.48</c:v>
                </c:pt>
                <c:pt idx="22">
                  <c:v>4604.8320000000003</c:v>
                </c:pt>
                <c:pt idx="23">
                  <c:v>-1333.2860000000001</c:v>
                </c:pt>
                <c:pt idx="24">
                  <c:v>3386.38</c:v>
                </c:pt>
                <c:pt idx="25">
                  <c:v>4419.576</c:v>
                </c:pt>
                <c:pt idx="26">
                  <c:v>7791.1670000000004</c:v>
                </c:pt>
                <c:pt idx="27">
                  <c:v>3499.9989999999998</c:v>
                </c:pt>
              </c:numCache>
            </c:numRef>
          </c:val>
          <c:smooth val="0"/>
          <c:extLst>
            <c:ext xmlns:c16="http://schemas.microsoft.com/office/drawing/2014/chart" uri="{C3380CC4-5D6E-409C-BE32-E72D297353CC}">
              <c16:uniqueId val="{00000000-3411-4252-846E-7973299CD2DC}"/>
            </c:ext>
          </c:extLst>
        </c:ser>
        <c:dLbls>
          <c:showLegendKey val="0"/>
          <c:showVal val="0"/>
          <c:showCatName val="0"/>
          <c:showSerName val="0"/>
          <c:showPercent val="0"/>
          <c:showBubbleSize val="0"/>
        </c:dLbls>
        <c:smooth val="0"/>
        <c:axId val="2000002528"/>
        <c:axId val="2000002529"/>
      </c:lineChart>
      <c:dateAx>
        <c:axId val="2000002528"/>
        <c:scaling>
          <c:orientation val="minMax"/>
        </c:scaling>
        <c:delete val="0"/>
        <c:axPos val="b"/>
        <c:numFmt formatCode="m/d/yyyy" sourceLinked="0"/>
        <c:majorTickMark val="none"/>
        <c:minorTickMark val="none"/>
        <c:tickLblPos val="nextTo"/>
        <c:spPr>
          <a:noFill/>
          <a:ln w="6350" cap="flat" cmpd="sng" algn="ctr">
            <a:solidFill>
              <a:sysClr val="windowText" lastClr="000000"/>
            </a:solidFill>
            <a:round/>
          </a:ln>
          <a:effectLst/>
        </c:spPr>
        <c:txPr>
          <a:bodyPr rot="-60000000" spcFirstLastPara="1" vertOverflow="ellipsis" vert="horz" wrap="square" anchor="ctr" anchorCtr="1"/>
          <a:lstStyle/>
          <a:p>
            <a:pPr>
              <a:defRPr lang="zh-CN" sz="6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2529"/>
        <c:crosses val="autoZero"/>
        <c:auto val="1"/>
        <c:lblOffset val="100"/>
        <c:baseTimeUnit val="months"/>
      </c:dateAx>
      <c:valAx>
        <c:axId val="2000002529"/>
        <c:scaling>
          <c:orientation val="minMax"/>
          <c:max val="30000"/>
        </c:scaling>
        <c:delete val="0"/>
        <c:axPos val="l"/>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lang="zh-CN" sz="6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2528"/>
        <c:crosses val="autoZero"/>
        <c:crossBetween val="between"/>
      </c:valAx>
      <c:spPr>
        <a:noFill/>
        <a:ln>
          <a:noFill/>
        </a:ln>
        <a:effectLst/>
      </c:spPr>
    </c:plotArea>
    <c:legend>
      <c:legendPos val="t"/>
      <c:legendEntry>
        <c:idx val="0"/>
        <c:txPr>
          <a:bodyPr rot="0" spcFirstLastPara="1" vertOverflow="ellipsis" vert="horz" wrap="square" anchor="ctr" anchorCtr="1"/>
          <a:lstStyle/>
          <a:p>
            <a:pPr>
              <a:defRPr lang="zh-CN" sz="6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overlay val="0"/>
      <c:spPr>
        <a:noFill/>
        <a:ln>
          <a:noFill/>
        </a:ln>
        <a:effectLst/>
      </c:spPr>
      <c:txPr>
        <a:bodyPr rot="0" spcFirstLastPara="1" vertOverflow="ellipsis" vert="horz" wrap="square" anchor="ctr" anchorCtr="1"/>
        <a:lstStyle/>
        <a:p>
          <a:pPr>
            <a:defRPr lang="zh-CN" sz="6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
    <c:plotVisOnly val="1"/>
    <c:dispBlanksAs val="gap"/>
    <c:showDLblsOverMax val="0"/>
  </c:chart>
  <c:spPr>
    <a:noFill/>
    <a:ln w="9525" cap="flat" cmpd="sng" algn="ctr">
      <a:noFill/>
      <a:round/>
    </a:ln>
    <a:effectLst/>
  </c:spPr>
  <c:txPr>
    <a:bodyPr/>
    <a:lstStyle/>
    <a:p>
      <a:pPr>
        <a:defRPr lang="zh-CN" sz="80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defRPr>
      </a:pPr>
      <a:endParaRPr lang="zh-CN"/>
    </a:p>
  </c:txPr>
  <c:externalData r:id="rId1">
    <c:autoUpdate val="0"/>
  </c:externalData>
</c:chartSpace>
</file>

<file path=ppt/charts/chart8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7604049493813279E-2"/>
          <c:y val="0.17455818022747158"/>
          <c:w val="0.84340643929044301"/>
          <c:h val="0.71014071157771941"/>
        </c:manualLayout>
      </c:layout>
      <c:lineChart>
        <c:grouping val="standard"/>
        <c:varyColors val="0"/>
        <c:ser>
          <c:idx val="0"/>
          <c:order val="0"/>
          <c:tx>
            <c:strRef>
              <c:f>'中国利率 通胀'!$B$2</c:f>
              <c:strCache>
                <c:ptCount val="1"/>
                <c:pt idx="0">
                  <c:v>中国:国债收益率:10年（%）</c:v>
                </c:pt>
              </c:strCache>
            </c:strRef>
          </c:tx>
          <c:spPr>
            <a:ln w="25400" cap="rnd" cmpd="sng">
              <a:solidFill>
                <a:srgbClr val="7C80C8"/>
              </a:solidFill>
              <a:prstDash val="solid"/>
              <a:round/>
            </a:ln>
            <a:effectLst/>
          </c:spPr>
          <c:marker>
            <c:symbol val="none"/>
          </c:marker>
          <c:cat>
            <c:numRef>
              <c:f>'中国利率 通胀'!$A$12334:$A$14416</c:f>
              <c:numCache>
                <c:formatCode>yyyy\-mm\-dd</c:formatCode>
                <c:ptCount val="2083"/>
                <c:pt idx="0">
                  <c:v>44105</c:v>
                </c:pt>
                <c:pt idx="1">
                  <c:v>44106</c:v>
                </c:pt>
                <c:pt idx="2">
                  <c:v>44107</c:v>
                </c:pt>
                <c:pt idx="3">
                  <c:v>44108</c:v>
                </c:pt>
                <c:pt idx="4">
                  <c:v>44109</c:v>
                </c:pt>
                <c:pt idx="5">
                  <c:v>44110</c:v>
                </c:pt>
                <c:pt idx="6">
                  <c:v>44111</c:v>
                </c:pt>
                <c:pt idx="7">
                  <c:v>44112</c:v>
                </c:pt>
                <c:pt idx="8">
                  <c:v>44113</c:v>
                </c:pt>
                <c:pt idx="9">
                  <c:v>44114</c:v>
                </c:pt>
                <c:pt idx="10">
                  <c:v>44115</c:v>
                </c:pt>
                <c:pt idx="11">
                  <c:v>44116</c:v>
                </c:pt>
                <c:pt idx="12">
                  <c:v>44117</c:v>
                </c:pt>
                <c:pt idx="13">
                  <c:v>44118</c:v>
                </c:pt>
                <c:pt idx="14">
                  <c:v>44119</c:v>
                </c:pt>
                <c:pt idx="15">
                  <c:v>44120</c:v>
                </c:pt>
                <c:pt idx="16">
                  <c:v>44121</c:v>
                </c:pt>
                <c:pt idx="17">
                  <c:v>44122</c:v>
                </c:pt>
                <c:pt idx="18">
                  <c:v>44123</c:v>
                </c:pt>
                <c:pt idx="19">
                  <c:v>44124</c:v>
                </c:pt>
                <c:pt idx="20">
                  <c:v>44125</c:v>
                </c:pt>
                <c:pt idx="21">
                  <c:v>44126</c:v>
                </c:pt>
                <c:pt idx="22">
                  <c:v>44127</c:v>
                </c:pt>
                <c:pt idx="23">
                  <c:v>44128</c:v>
                </c:pt>
                <c:pt idx="24">
                  <c:v>44129</c:v>
                </c:pt>
                <c:pt idx="25">
                  <c:v>44130</c:v>
                </c:pt>
                <c:pt idx="26">
                  <c:v>44131</c:v>
                </c:pt>
                <c:pt idx="27">
                  <c:v>44132</c:v>
                </c:pt>
                <c:pt idx="28">
                  <c:v>44133</c:v>
                </c:pt>
                <c:pt idx="29">
                  <c:v>44134</c:v>
                </c:pt>
                <c:pt idx="30">
                  <c:v>44135</c:v>
                </c:pt>
                <c:pt idx="31">
                  <c:v>44136</c:v>
                </c:pt>
                <c:pt idx="32">
                  <c:v>44137</c:v>
                </c:pt>
                <c:pt idx="33">
                  <c:v>44138</c:v>
                </c:pt>
                <c:pt idx="34">
                  <c:v>44139</c:v>
                </c:pt>
                <c:pt idx="35">
                  <c:v>44140</c:v>
                </c:pt>
                <c:pt idx="36">
                  <c:v>44141</c:v>
                </c:pt>
                <c:pt idx="37">
                  <c:v>44142</c:v>
                </c:pt>
                <c:pt idx="38">
                  <c:v>44143</c:v>
                </c:pt>
                <c:pt idx="39">
                  <c:v>44144</c:v>
                </c:pt>
                <c:pt idx="40">
                  <c:v>44145</c:v>
                </c:pt>
                <c:pt idx="41">
                  <c:v>44146</c:v>
                </c:pt>
                <c:pt idx="42">
                  <c:v>44147</c:v>
                </c:pt>
                <c:pt idx="43">
                  <c:v>44148</c:v>
                </c:pt>
                <c:pt idx="44">
                  <c:v>44149</c:v>
                </c:pt>
                <c:pt idx="45">
                  <c:v>44150</c:v>
                </c:pt>
                <c:pt idx="46">
                  <c:v>44151</c:v>
                </c:pt>
                <c:pt idx="47">
                  <c:v>44152</c:v>
                </c:pt>
                <c:pt idx="48">
                  <c:v>44153</c:v>
                </c:pt>
                <c:pt idx="49">
                  <c:v>44154</c:v>
                </c:pt>
                <c:pt idx="50">
                  <c:v>44155</c:v>
                </c:pt>
                <c:pt idx="51">
                  <c:v>44156</c:v>
                </c:pt>
                <c:pt idx="52">
                  <c:v>44157</c:v>
                </c:pt>
                <c:pt idx="53">
                  <c:v>44158</c:v>
                </c:pt>
                <c:pt idx="54">
                  <c:v>44159</c:v>
                </c:pt>
                <c:pt idx="55">
                  <c:v>44160</c:v>
                </c:pt>
                <c:pt idx="56">
                  <c:v>44161</c:v>
                </c:pt>
                <c:pt idx="57">
                  <c:v>44162</c:v>
                </c:pt>
                <c:pt idx="58">
                  <c:v>44163</c:v>
                </c:pt>
                <c:pt idx="59">
                  <c:v>44164</c:v>
                </c:pt>
                <c:pt idx="60">
                  <c:v>44165</c:v>
                </c:pt>
                <c:pt idx="61">
                  <c:v>44166</c:v>
                </c:pt>
                <c:pt idx="62">
                  <c:v>44167</c:v>
                </c:pt>
                <c:pt idx="63">
                  <c:v>44168</c:v>
                </c:pt>
                <c:pt idx="64">
                  <c:v>44169</c:v>
                </c:pt>
                <c:pt idx="65">
                  <c:v>44170</c:v>
                </c:pt>
                <c:pt idx="66">
                  <c:v>44171</c:v>
                </c:pt>
                <c:pt idx="67">
                  <c:v>44172</c:v>
                </c:pt>
                <c:pt idx="68">
                  <c:v>44173</c:v>
                </c:pt>
                <c:pt idx="69">
                  <c:v>44174</c:v>
                </c:pt>
                <c:pt idx="70">
                  <c:v>44175</c:v>
                </c:pt>
                <c:pt idx="71">
                  <c:v>44176</c:v>
                </c:pt>
                <c:pt idx="72">
                  <c:v>44177</c:v>
                </c:pt>
                <c:pt idx="73">
                  <c:v>44178</c:v>
                </c:pt>
                <c:pt idx="74">
                  <c:v>44179</c:v>
                </c:pt>
                <c:pt idx="75">
                  <c:v>44180</c:v>
                </c:pt>
                <c:pt idx="76">
                  <c:v>44181</c:v>
                </c:pt>
                <c:pt idx="77">
                  <c:v>44182</c:v>
                </c:pt>
                <c:pt idx="78">
                  <c:v>44183</c:v>
                </c:pt>
                <c:pt idx="79">
                  <c:v>44184</c:v>
                </c:pt>
                <c:pt idx="80">
                  <c:v>44185</c:v>
                </c:pt>
                <c:pt idx="81">
                  <c:v>44186</c:v>
                </c:pt>
                <c:pt idx="82">
                  <c:v>44187</c:v>
                </c:pt>
                <c:pt idx="83">
                  <c:v>44188</c:v>
                </c:pt>
                <c:pt idx="84">
                  <c:v>44189</c:v>
                </c:pt>
                <c:pt idx="85">
                  <c:v>44190</c:v>
                </c:pt>
                <c:pt idx="86">
                  <c:v>44191</c:v>
                </c:pt>
                <c:pt idx="87">
                  <c:v>44192</c:v>
                </c:pt>
                <c:pt idx="88">
                  <c:v>44193</c:v>
                </c:pt>
                <c:pt idx="89">
                  <c:v>44194</c:v>
                </c:pt>
                <c:pt idx="90">
                  <c:v>44195</c:v>
                </c:pt>
                <c:pt idx="91">
                  <c:v>44196</c:v>
                </c:pt>
                <c:pt idx="92">
                  <c:v>44197</c:v>
                </c:pt>
                <c:pt idx="93">
                  <c:v>44198</c:v>
                </c:pt>
                <c:pt idx="94">
                  <c:v>44199</c:v>
                </c:pt>
                <c:pt idx="95">
                  <c:v>44200</c:v>
                </c:pt>
                <c:pt idx="96">
                  <c:v>44201</c:v>
                </c:pt>
                <c:pt idx="97">
                  <c:v>44202</c:v>
                </c:pt>
                <c:pt idx="98">
                  <c:v>44203</c:v>
                </c:pt>
                <c:pt idx="99">
                  <c:v>44204</c:v>
                </c:pt>
                <c:pt idx="100">
                  <c:v>44205</c:v>
                </c:pt>
                <c:pt idx="101">
                  <c:v>44206</c:v>
                </c:pt>
                <c:pt idx="102">
                  <c:v>44207</c:v>
                </c:pt>
                <c:pt idx="103">
                  <c:v>44208</c:v>
                </c:pt>
                <c:pt idx="104">
                  <c:v>44209</c:v>
                </c:pt>
                <c:pt idx="105">
                  <c:v>44210</c:v>
                </c:pt>
                <c:pt idx="106">
                  <c:v>44211</c:v>
                </c:pt>
                <c:pt idx="107">
                  <c:v>44212</c:v>
                </c:pt>
                <c:pt idx="108">
                  <c:v>44213</c:v>
                </c:pt>
                <c:pt idx="109">
                  <c:v>44214</c:v>
                </c:pt>
                <c:pt idx="110">
                  <c:v>44215</c:v>
                </c:pt>
                <c:pt idx="111">
                  <c:v>44216</c:v>
                </c:pt>
                <c:pt idx="112">
                  <c:v>44217</c:v>
                </c:pt>
                <c:pt idx="113">
                  <c:v>44218</c:v>
                </c:pt>
                <c:pt idx="114">
                  <c:v>44219</c:v>
                </c:pt>
                <c:pt idx="115">
                  <c:v>44220</c:v>
                </c:pt>
                <c:pt idx="116">
                  <c:v>44221</c:v>
                </c:pt>
                <c:pt idx="117">
                  <c:v>44222</c:v>
                </c:pt>
                <c:pt idx="118">
                  <c:v>44223</c:v>
                </c:pt>
                <c:pt idx="119">
                  <c:v>44224</c:v>
                </c:pt>
                <c:pt idx="120">
                  <c:v>44225</c:v>
                </c:pt>
                <c:pt idx="121">
                  <c:v>44226</c:v>
                </c:pt>
                <c:pt idx="122">
                  <c:v>44227</c:v>
                </c:pt>
                <c:pt idx="123">
                  <c:v>44228</c:v>
                </c:pt>
                <c:pt idx="124">
                  <c:v>44229</c:v>
                </c:pt>
                <c:pt idx="125">
                  <c:v>44230</c:v>
                </c:pt>
                <c:pt idx="126">
                  <c:v>44231</c:v>
                </c:pt>
                <c:pt idx="127">
                  <c:v>44232</c:v>
                </c:pt>
                <c:pt idx="128">
                  <c:v>44233</c:v>
                </c:pt>
                <c:pt idx="129">
                  <c:v>44234</c:v>
                </c:pt>
                <c:pt idx="130">
                  <c:v>44235</c:v>
                </c:pt>
                <c:pt idx="131">
                  <c:v>44236</c:v>
                </c:pt>
                <c:pt idx="132">
                  <c:v>44237</c:v>
                </c:pt>
                <c:pt idx="133">
                  <c:v>44238</c:v>
                </c:pt>
                <c:pt idx="134">
                  <c:v>44239</c:v>
                </c:pt>
                <c:pt idx="135">
                  <c:v>44240</c:v>
                </c:pt>
                <c:pt idx="136">
                  <c:v>44241</c:v>
                </c:pt>
                <c:pt idx="137">
                  <c:v>44242</c:v>
                </c:pt>
                <c:pt idx="138">
                  <c:v>44243</c:v>
                </c:pt>
                <c:pt idx="139">
                  <c:v>44244</c:v>
                </c:pt>
                <c:pt idx="140">
                  <c:v>44245</c:v>
                </c:pt>
                <c:pt idx="141">
                  <c:v>44246</c:v>
                </c:pt>
                <c:pt idx="142">
                  <c:v>44247</c:v>
                </c:pt>
                <c:pt idx="143">
                  <c:v>44248</c:v>
                </c:pt>
                <c:pt idx="144">
                  <c:v>44249</c:v>
                </c:pt>
                <c:pt idx="145">
                  <c:v>44250</c:v>
                </c:pt>
                <c:pt idx="146">
                  <c:v>44251</c:v>
                </c:pt>
                <c:pt idx="147">
                  <c:v>44252</c:v>
                </c:pt>
                <c:pt idx="148">
                  <c:v>44253</c:v>
                </c:pt>
                <c:pt idx="149">
                  <c:v>44254</c:v>
                </c:pt>
                <c:pt idx="150">
                  <c:v>44255</c:v>
                </c:pt>
                <c:pt idx="151">
                  <c:v>44256</c:v>
                </c:pt>
                <c:pt idx="152">
                  <c:v>44257</c:v>
                </c:pt>
                <c:pt idx="153">
                  <c:v>44258</c:v>
                </c:pt>
                <c:pt idx="154">
                  <c:v>44259</c:v>
                </c:pt>
                <c:pt idx="155">
                  <c:v>44260</c:v>
                </c:pt>
                <c:pt idx="156">
                  <c:v>44261</c:v>
                </c:pt>
                <c:pt idx="157">
                  <c:v>44262</c:v>
                </c:pt>
                <c:pt idx="158">
                  <c:v>44263</c:v>
                </c:pt>
                <c:pt idx="159">
                  <c:v>44264</c:v>
                </c:pt>
                <c:pt idx="160">
                  <c:v>44265</c:v>
                </c:pt>
                <c:pt idx="161">
                  <c:v>44266</c:v>
                </c:pt>
                <c:pt idx="162">
                  <c:v>44267</c:v>
                </c:pt>
                <c:pt idx="163">
                  <c:v>44268</c:v>
                </c:pt>
                <c:pt idx="164">
                  <c:v>44269</c:v>
                </c:pt>
                <c:pt idx="165">
                  <c:v>44270</c:v>
                </c:pt>
                <c:pt idx="166">
                  <c:v>44271</c:v>
                </c:pt>
                <c:pt idx="167">
                  <c:v>44272</c:v>
                </c:pt>
                <c:pt idx="168">
                  <c:v>44273</c:v>
                </c:pt>
                <c:pt idx="169">
                  <c:v>44274</c:v>
                </c:pt>
                <c:pt idx="170">
                  <c:v>44275</c:v>
                </c:pt>
                <c:pt idx="171">
                  <c:v>44276</c:v>
                </c:pt>
                <c:pt idx="172">
                  <c:v>44277</c:v>
                </c:pt>
                <c:pt idx="173">
                  <c:v>44278</c:v>
                </c:pt>
                <c:pt idx="174">
                  <c:v>44279</c:v>
                </c:pt>
                <c:pt idx="175">
                  <c:v>44280</c:v>
                </c:pt>
                <c:pt idx="176">
                  <c:v>44281</c:v>
                </c:pt>
                <c:pt idx="177">
                  <c:v>44282</c:v>
                </c:pt>
                <c:pt idx="178">
                  <c:v>44283</c:v>
                </c:pt>
                <c:pt idx="179">
                  <c:v>44284</c:v>
                </c:pt>
                <c:pt idx="180">
                  <c:v>44285</c:v>
                </c:pt>
                <c:pt idx="181">
                  <c:v>44286</c:v>
                </c:pt>
                <c:pt idx="182">
                  <c:v>44287</c:v>
                </c:pt>
                <c:pt idx="183">
                  <c:v>44288</c:v>
                </c:pt>
                <c:pt idx="184">
                  <c:v>44289</c:v>
                </c:pt>
                <c:pt idx="185">
                  <c:v>44290</c:v>
                </c:pt>
                <c:pt idx="186">
                  <c:v>44291</c:v>
                </c:pt>
                <c:pt idx="187">
                  <c:v>44292</c:v>
                </c:pt>
                <c:pt idx="188">
                  <c:v>44293</c:v>
                </c:pt>
                <c:pt idx="189">
                  <c:v>44294</c:v>
                </c:pt>
                <c:pt idx="190">
                  <c:v>44295</c:v>
                </c:pt>
                <c:pt idx="191">
                  <c:v>44296</c:v>
                </c:pt>
                <c:pt idx="192">
                  <c:v>44297</c:v>
                </c:pt>
                <c:pt idx="193">
                  <c:v>44298</c:v>
                </c:pt>
                <c:pt idx="194">
                  <c:v>44299</c:v>
                </c:pt>
                <c:pt idx="195">
                  <c:v>44300</c:v>
                </c:pt>
                <c:pt idx="196">
                  <c:v>44301</c:v>
                </c:pt>
                <c:pt idx="197">
                  <c:v>44302</c:v>
                </c:pt>
                <c:pt idx="198">
                  <c:v>44303</c:v>
                </c:pt>
                <c:pt idx="199">
                  <c:v>44304</c:v>
                </c:pt>
                <c:pt idx="200">
                  <c:v>44305</c:v>
                </c:pt>
                <c:pt idx="201">
                  <c:v>44306</c:v>
                </c:pt>
                <c:pt idx="202">
                  <c:v>44307</c:v>
                </c:pt>
                <c:pt idx="203">
                  <c:v>44308</c:v>
                </c:pt>
                <c:pt idx="204">
                  <c:v>44309</c:v>
                </c:pt>
                <c:pt idx="205">
                  <c:v>44310</c:v>
                </c:pt>
                <c:pt idx="206">
                  <c:v>44311</c:v>
                </c:pt>
                <c:pt idx="207">
                  <c:v>44312</c:v>
                </c:pt>
                <c:pt idx="208">
                  <c:v>44313</c:v>
                </c:pt>
                <c:pt idx="209">
                  <c:v>44314</c:v>
                </c:pt>
                <c:pt idx="210">
                  <c:v>44315</c:v>
                </c:pt>
                <c:pt idx="211">
                  <c:v>44316</c:v>
                </c:pt>
                <c:pt idx="212">
                  <c:v>44317</c:v>
                </c:pt>
                <c:pt idx="213">
                  <c:v>44318</c:v>
                </c:pt>
                <c:pt idx="214">
                  <c:v>44319</c:v>
                </c:pt>
                <c:pt idx="215">
                  <c:v>44320</c:v>
                </c:pt>
                <c:pt idx="216">
                  <c:v>44321</c:v>
                </c:pt>
                <c:pt idx="217">
                  <c:v>44322</c:v>
                </c:pt>
                <c:pt idx="218">
                  <c:v>44323</c:v>
                </c:pt>
                <c:pt idx="219">
                  <c:v>44324</c:v>
                </c:pt>
                <c:pt idx="220">
                  <c:v>44325</c:v>
                </c:pt>
                <c:pt idx="221">
                  <c:v>44326</c:v>
                </c:pt>
                <c:pt idx="222">
                  <c:v>44327</c:v>
                </c:pt>
                <c:pt idx="223">
                  <c:v>44328</c:v>
                </c:pt>
                <c:pt idx="224">
                  <c:v>44329</c:v>
                </c:pt>
                <c:pt idx="225">
                  <c:v>44330</c:v>
                </c:pt>
                <c:pt idx="226">
                  <c:v>44331</c:v>
                </c:pt>
                <c:pt idx="227">
                  <c:v>44332</c:v>
                </c:pt>
                <c:pt idx="228">
                  <c:v>44333</c:v>
                </c:pt>
                <c:pt idx="229">
                  <c:v>44334</c:v>
                </c:pt>
                <c:pt idx="230">
                  <c:v>44335</c:v>
                </c:pt>
                <c:pt idx="231">
                  <c:v>44336</c:v>
                </c:pt>
                <c:pt idx="232">
                  <c:v>44337</c:v>
                </c:pt>
                <c:pt idx="233">
                  <c:v>44338</c:v>
                </c:pt>
                <c:pt idx="234">
                  <c:v>44339</c:v>
                </c:pt>
                <c:pt idx="235">
                  <c:v>44340</c:v>
                </c:pt>
                <c:pt idx="236">
                  <c:v>44341</c:v>
                </c:pt>
                <c:pt idx="237">
                  <c:v>44342</c:v>
                </c:pt>
                <c:pt idx="238">
                  <c:v>44343</c:v>
                </c:pt>
                <c:pt idx="239">
                  <c:v>44344</c:v>
                </c:pt>
                <c:pt idx="240">
                  <c:v>44345</c:v>
                </c:pt>
                <c:pt idx="241">
                  <c:v>44346</c:v>
                </c:pt>
                <c:pt idx="242">
                  <c:v>44347</c:v>
                </c:pt>
                <c:pt idx="243">
                  <c:v>44348</c:v>
                </c:pt>
                <c:pt idx="244">
                  <c:v>44349</c:v>
                </c:pt>
                <c:pt idx="245">
                  <c:v>44350</c:v>
                </c:pt>
                <c:pt idx="246">
                  <c:v>44351</c:v>
                </c:pt>
                <c:pt idx="247">
                  <c:v>44352</c:v>
                </c:pt>
                <c:pt idx="248">
                  <c:v>44353</c:v>
                </c:pt>
                <c:pt idx="249">
                  <c:v>44354</c:v>
                </c:pt>
                <c:pt idx="250">
                  <c:v>44355</c:v>
                </c:pt>
                <c:pt idx="251">
                  <c:v>44356</c:v>
                </c:pt>
                <c:pt idx="252">
                  <c:v>44357</c:v>
                </c:pt>
                <c:pt idx="253">
                  <c:v>44358</c:v>
                </c:pt>
                <c:pt idx="254">
                  <c:v>44359</c:v>
                </c:pt>
                <c:pt idx="255">
                  <c:v>44360</c:v>
                </c:pt>
                <c:pt idx="256">
                  <c:v>44361</c:v>
                </c:pt>
                <c:pt idx="257">
                  <c:v>44362</c:v>
                </c:pt>
                <c:pt idx="258">
                  <c:v>44363</c:v>
                </c:pt>
                <c:pt idx="259">
                  <c:v>44364</c:v>
                </c:pt>
                <c:pt idx="260">
                  <c:v>44365</c:v>
                </c:pt>
                <c:pt idx="261">
                  <c:v>44366</c:v>
                </c:pt>
                <c:pt idx="262">
                  <c:v>44367</c:v>
                </c:pt>
                <c:pt idx="263">
                  <c:v>44368</c:v>
                </c:pt>
                <c:pt idx="264">
                  <c:v>44369</c:v>
                </c:pt>
                <c:pt idx="265">
                  <c:v>44370</c:v>
                </c:pt>
                <c:pt idx="266">
                  <c:v>44371</c:v>
                </c:pt>
                <c:pt idx="267">
                  <c:v>44372</c:v>
                </c:pt>
                <c:pt idx="268">
                  <c:v>44373</c:v>
                </c:pt>
                <c:pt idx="269">
                  <c:v>44374</c:v>
                </c:pt>
                <c:pt idx="270">
                  <c:v>44375</c:v>
                </c:pt>
                <c:pt idx="271">
                  <c:v>44376</c:v>
                </c:pt>
                <c:pt idx="272">
                  <c:v>44377</c:v>
                </c:pt>
                <c:pt idx="273">
                  <c:v>44378</c:v>
                </c:pt>
                <c:pt idx="274">
                  <c:v>44379</c:v>
                </c:pt>
                <c:pt idx="275">
                  <c:v>44380</c:v>
                </c:pt>
                <c:pt idx="276">
                  <c:v>44381</c:v>
                </c:pt>
                <c:pt idx="277">
                  <c:v>44382</c:v>
                </c:pt>
                <c:pt idx="278">
                  <c:v>44383</c:v>
                </c:pt>
                <c:pt idx="279">
                  <c:v>44384</c:v>
                </c:pt>
                <c:pt idx="280">
                  <c:v>44385</c:v>
                </c:pt>
                <c:pt idx="281">
                  <c:v>44386</c:v>
                </c:pt>
                <c:pt idx="282">
                  <c:v>44387</c:v>
                </c:pt>
                <c:pt idx="283">
                  <c:v>44388</c:v>
                </c:pt>
                <c:pt idx="284">
                  <c:v>44389</c:v>
                </c:pt>
                <c:pt idx="285">
                  <c:v>44390</c:v>
                </c:pt>
                <c:pt idx="286">
                  <c:v>44391</c:v>
                </c:pt>
                <c:pt idx="287">
                  <c:v>44392</c:v>
                </c:pt>
                <c:pt idx="288">
                  <c:v>44393</c:v>
                </c:pt>
                <c:pt idx="289">
                  <c:v>44394</c:v>
                </c:pt>
                <c:pt idx="290">
                  <c:v>44395</c:v>
                </c:pt>
                <c:pt idx="291">
                  <c:v>44396</c:v>
                </c:pt>
                <c:pt idx="292">
                  <c:v>44397</c:v>
                </c:pt>
                <c:pt idx="293">
                  <c:v>44398</c:v>
                </c:pt>
                <c:pt idx="294">
                  <c:v>44399</c:v>
                </c:pt>
                <c:pt idx="295">
                  <c:v>44400</c:v>
                </c:pt>
                <c:pt idx="296">
                  <c:v>44401</c:v>
                </c:pt>
                <c:pt idx="297">
                  <c:v>44402</c:v>
                </c:pt>
                <c:pt idx="298">
                  <c:v>44403</c:v>
                </c:pt>
                <c:pt idx="299">
                  <c:v>44404</c:v>
                </c:pt>
                <c:pt idx="300">
                  <c:v>44405</c:v>
                </c:pt>
                <c:pt idx="301">
                  <c:v>44406</c:v>
                </c:pt>
                <c:pt idx="302">
                  <c:v>44407</c:v>
                </c:pt>
                <c:pt idx="303">
                  <c:v>44408</c:v>
                </c:pt>
                <c:pt idx="304">
                  <c:v>44409</c:v>
                </c:pt>
                <c:pt idx="305">
                  <c:v>44410</c:v>
                </c:pt>
                <c:pt idx="306">
                  <c:v>44411</c:v>
                </c:pt>
                <c:pt idx="307">
                  <c:v>44412</c:v>
                </c:pt>
                <c:pt idx="308">
                  <c:v>44413</c:v>
                </c:pt>
                <c:pt idx="309">
                  <c:v>44414</c:v>
                </c:pt>
                <c:pt idx="310">
                  <c:v>44415</c:v>
                </c:pt>
                <c:pt idx="311">
                  <c:v>44416</c:v>
                </c:pt>
                <c:pt idx="312">
                  <c:v>44417</c:v>
                </c:pt>
                <c:pt idx="313">
                  <c:v>44418</c:v>
                </c:pt>
                <c:pt idx="314">
                  <c:v>44419</c:v>
                </c:pt>
                <c:pt idx="315">
                  <c:v>44420</c:v>
                </c:pt>
                <c:pt idx="316">
                  <c:v>44421</c:v>
                </c:pt>
                <c:pt idx="317">
                  <c:v>44422</c:v>
                </c:pt>
                <c:pt idx="318">
                  <c:v>44423</c:v>
                </c:pt>
                <c:pt idx="319">
                  <c:v>44424</c:v>
                </c:pt>
                <c:pt idx="320">
                  <c:v>44425</c:v>
                </c:pt>
                <c:pt idx="321">
                  <c:v>44426</c:v>
                </c:pt>
                <c:pt idx="322">
                  <c:v>44427</c:v>
                </c:pt>
                <c:pt idx="323">
                  <c:v>44428</c:v>
                </c:pt>
                <c:pt idx="324">
                  <c:v>44429</c:v>
                </c:pt>
                <c:pt idx="325">
                  <c:v>44430</c:v>
                </c:pt>
                <c:pt idx="326">
                  <c:v>44431</c:v>
                </c:pt>
                <c:pt idx="327">
                  <c:v>44432</c:v>
                </c:pt>
                <c:pt idx="328">
                  <c:v>44433</c:v>
                </c:pt>
                <c:pt idx="329">
                  <c:v>44434</c:v>
                </c:pt>
                <c:pt idx="330">
                  <c:v>44435</c:v>
                </c:pt>
                <c:pt idx="331">
                  <c:v>44436</c:v>
                </c:pt>
                <c:pt idx="332">
                  <c:v>44437</c:v>
                </c:pt>
                <c:pt idx="333">
                  <c:v>44438</c:v>
                </c:pt>
                <c:pt idx="334">
                  <c:v>44439</c:v>
                </c:pt>
                <c:pt idx="335">
                  <c:v>44440</c:v>
                </c:pt>
                <c:pt idx="336">
                  <c:v>44441</c:v>
                </c:pt>
                <c:pt idx="337">
                  <c:v>44442</c:v>
                </c:pt>
                <c:pt idx="338">
                  <c:v>44443</c:v>
                </c:pt>
                <c:pt idx="339">
                  <c:v>44444</c:v>
                </c:pt>
                <c:pt idx="340">
                  <c:v>44445</c:v>
                </c:pt>
                <c:pt idx="341">
                  <c:v>44446</c:v>
                </c:pt>
                <c:pt idx="342">
                  <c:v>44447</c:v>
                </c:pt>
                <c:pt idx="343">
                  <c:v>44448</c:v>
                </c:pt>
                <c:pt idx="344">
                  <c:v>44449</c:v>
                </c:pt>
                <c:pt idx="345">
                  <c:v>44450</c:v>
                </c:pt>
                <c:pt idx="346">
                  <c:v>44451</c:v>
                </c:pt>
                <c:pt idx="347">
                  <c:v>44452</c:v>
                </c:pt>
                <c:pt idx="348">
                  <c:v>44453</c:v>
                </c:pt>
                <c:pt idx="349">
                  <c:v>44454</c:v>
                </c:pt>
                <c:pt idx="350">
                  <c:v>44455</c:v>
                </c:pt>
                <c:pt idx="351">
                  <c:v>44456</c:v>
                </c:pt>
                <c:pt idx="352">
                  <c:v>44457</c:v>
                </c:pt>
                <c:pt idx="353">
                  <c:v>44458</c:v>
                </c:pt>
                <c:pt idx="354">
                  <c:v>44459</c:v>
                </c:pt>
                <c:pt idx="355">
                  <c:v>44460</c:v>
                </c:pt>
                <c:pt idx="356">
                  <c:v>44461</c:v>
                </c:pt>
                <c:pt idx="357">
                  <c:v>44462</c:v>
                </c:pt>
                <c:pt idx="358">
                  <c:v>44463</c:v>
                </c:pt>
                <c:pt idx="359">
                  <c:v>44464</c:v>
                </c:pt>
                <c:pt idx="360">
                  <c:v>44465</c:v>
                </c:pt>
                <c:pt idx="361">
                  <c:v>44466</c:v>
                </c:pt>
                <c:pt idx="362">
                  <c:v>44467</c:v>
                </c:pt>
                <c:pt idx="363">
                  <c:v>44468</c:v>
                </c:pt>
                <c:pt idx="364">
                  <c:v>44469</c:v>
                </c:pt>
                <c:pt idx="365">
                  <c:v>44470</c:v>
                </c:pt>
                <c:pt idx="366">
                  <c:v>44471</c:v>
                </c:pt>
                <c:pt idx="367">
                  <c:v>44472</c:v>
                </c:pt>
                <c:pt idx="368">
                  <c:v>44473</c:v>
                </c:pt>
                <c:pt idx="369">
                  <c:v>44474</c:v>
                </c:pt>
                <c:pt idx="370">
                  <c:v>44475</c:v>
                </c:pt>
                <c:pt idx="371">
                  <c:v>44476</c:v>
                </c:pt>
                <c:pt idx="372">
                  <c:v>44477</c:v>
                </c:pt>
                <c:pt idx="373">
                  <c:v>44478</c:v>
                </c:pt>
                <c:pt idx="374">
                  <c:v>44479</c:v>
                </c:pt>
                <c:pt idx="375">
                  <c:v>44480</c:v>
                </c:pt>
                <c:pt idx="376">
                  <c:v>44481</c:v>
                </c:pt>
                <c:pt idx="377">
                  <c:v>44482</c:v>
                </c:pt>
                <c:pt idx="378">
                  <c:v>44483</c:v>
                </c:pt>
                <c:pt idx="379">
                  <c:v>44484</c:v>
                </c:pt>
                <c:pt idx="380">
                  <c:v>44485</c:v>
                </c:pt>
                <c:pt idx="381">
                  <c:v>44486</c:v>
                </c:pt>
                <c:pt idx="382">
                  <c:v>44487</c:v>
                </c:pt>
                <c:pt idx="383">
                  <c:v>44488</c:v>
                </c:pt>
                <c:pt idx="384">
                  <c:v>44489</c:v>
                </c:pt>
                <c:pt idx="385">
                  <c:v>44490</c:v>
                </c:pt>
                <c:pt idx="386">
                  <c:v>44491</c:v>
                </c:pt>
                <c:pt idx="387">
                  <c:v>44492</c:v>
                </c:pt>
                <c:pt idx="388">
                  <c:v>44493</c:v>
                </c:pt>
                <c:pt idx="389">
                  <c:v>44494</c:v>
                </c:pt>
                <c:pt idx="390">
                  <c:v>44495</c:v>
                </c:pt>
                <c:pt idx="391">
                  <c:v>44496</c:v>
                </c:pt>
                <c:pt idx="392">
                  <c:v>44497</c:v>
                </c:pt>
                <c:pt idx="393">
                  <c:v>44498</c:v>
                </c:pt>
                <c:pt idx="394">
                  <c:v>44499</c:v>
                </c:pt>
                <c:pt idx="395">
                  <c:v>44500</c:v>
                </c:pt>
                <c:pt idx="396">
                  <c:v>44501</c:v>
                </c:pt>
                <c:pt idx="397">
                  <c:v>44502</c:v>
                </c:pt>
                <c:pt idx="398">
                  <c:v>44503</c:v>
                </c:pt>
                <c:pt idx="399">
                  <c:v>44504</c:v>
                </c:pt>
                <c:pt idx="400">
                  <c:v>44505</c:v>
                </c:pt>
                <c:pt idx="401">
                  <c:v>44506</c:v>
                </c:pt>
                <c:pt idx="402">
                  <c:v>44507</c:v>
                </c:pt>
                <c:pt idx="403">
                  <c:v>44508</c:v>
                </c:pt>
                <c:pt idx="404">
                  <c:v>44509</c:v>
                </c:pt>
                <c:pt idx="405">
                  <c:v>44510</c:v>
                </c:pt>
                <c:pt idx="406">
                  <c:v>44511</c:v>
                </c:pt>
                <c:pt idx="407">
                  <c:v>44512</c:v>
                </c:pt>
                <c:pt idx="408">
                  <c:v>44513</c:v>
                </c:pt>
                <c:pt idx="409">
                  <c:v>44514</c:v>
                </c:pt>
                <c:pt idx="410">
                  <c:v>44515</c:v>
                </c:pt>
                <c:pt idx="411">
                  <c:v>44516</c:v>
                </c:pt>
                <c:pt idx="412">
                  <c:v>44517</c:v>
                </c:pt>
                <c:pt idx="413">
                  <c:v>44518</c:v>
                </c:pt>
                <c:pt idx="414">
                  <c:v>44519</c:v>
                </c:pt>
                <c:pt idx="415">
                  <c:v>44520</c:v>
                </c:pt>
                <c:pt idx="416">
                  <c:v>44521</c:v>
                </c:pt>
                <c:pt idx="417">
                  <c:v>44522</c:v>
                </c:pt>
                <c:pt idx="418">
                  <c:v>44523</c:v>
                </c:pt>
                <c:pt idx="419">
                  <c:v>44524</c:v>
                </c:pt>
                <c:pt idx="420">
                  <c:v>44525</c:v>
                </c:pt>
                <c:pt idx="421">
                  <c:v>44526</c:v>
                </c:pt>
                <c:pt idx="422">
                  <c:v>44527</c:v>
                </c:pt>
                <c:pt idx="423">
                  <c:v>44528</c:v>
                </c:pt>
                <c:pt idx="424">
                  <c:v>44529</c:v>
                </c:pt>
                <c:pt idx="425">
                  <c:v>44530</c:v>
                </c:pt>
                <c:pt idx="426">
                  <c:v>44531</c:v>
                </c:pt>
                <c:pt idx="427">
                  <c:v>44532</c:v>
                </c:pt>
                <c:pt idx="428">
                  <c:v>44533</c:v>
                </c:pt>
                <c:pt idx="429">
                  <c:v>44534</c:v>
                </c:pt>
                <c:pt idx="430">
                  <c:v>44535</c:v>
                </c:pt>
                <c:pt idx="431">
                  <c:v>44536</c:v>
                </c:pt>
                <c:pt idx="432">
                  <c:v>44537</c:v>
                </c:pt>
                <c:pt idx="433">
                  <c:v>44538</c:v>
                </c:pt>
                <c:pt idx="434">
                  <c:v>44539</c:v>
                </c:pt>
                <c:pt idx="435">
                  <c:v>44540</c:v>
                </c:pt>
                <c:pt idx="436">
                  <c:v>44541</c:v>
                </c:pt>
                <c:pt idx="437">
                  <c:v>44542</c:v>
                </c:pt>
                <c:pt idx="438">
                  <c:v>44543</c:v>
                </c:pt>
                <c:pt idx="439">
                  <c:v>44544</c:v>
                </c:pt>
                <c:pt idx="440">
                  <c:v>44545</c:v>
                </c:pt>
                <c:pt idx="441">
                  <c:v>44546</c:v>
                </c:pt>
                <c:pt idx="442">
                  <c:v>44547</c:v>
                </c:pt>
                <c:pt idx="443">
                  <c:v>44548</c:v>
                </c:pt>
                <c:pt idx="444">
                  <c:v>44549</c:v>
                </c:pt>
                <c:pt idx="445">
                  <c:v>44550</c:v>
                </c:pt>
                <c:pt idx="446">
                  <c:v>44551</c:v>
                </c:pt>
                <c:pt idx="447">
                  <c:v>44552</c:v>
                </c:pt>
                <c:pt idx="448">
                  <c:v>44553</c:v>
                </c:pt>
                <c:pt idx="449">
                  <c:v>44554</c:v>
                </c:pt>
                <c:pt idx="450">
                  <c:v>44555</c:v>
                </c:pt>
                <c:pt idx="451">
                  <c:v>44556</c:v>
                </c:pt>
                <c:pt idx="452">
                  <c:v>44557</c:v>
                </c:pt>
                <c:pt idx="453">
                  <c:v>44558</c:v>
                </c:pt>
                <c:pt idx="454">
                  <c:v>44559</c:v>
                </c:pt>
                <c:pt idx="455">
                  <c:v>44560</c:v>
                </c:pt>
                <c:pt idx="456">
                  <c:v>44561</c:v>
                </c:pt>
                <c:pt idx="457">
                  <c:v>44562</c:v>
                </c:pt>
                <c:pt idx="458">
                  <c:v>44563</c:v>
                </c:pt>
                <c:pt idx="459">
                  <c:v>44564</c:v>
                </c:pt>
                <c:pt idx="460">
                  <c:v>44565</c:v>
                </c:pt>
                <c:pt idx="461">
                  <c:v>44566</c:v>
                </c:pt>
                <c:pt idx="462">
                  <c:v>44567</c:v>
                </c:pt>
                <c:pt idx="463">
                  <c:v>44568</c:v>
                </c:pt>
                <c:pt idx="464">
                  <c:v>44569</c:v>
                </c:pt>
                <c:pt idx="465">
                  <c:v>44570</c:v>
                </c:pt>
                <c:pt idx="466">
                  <c:v>44571</c:v>
                </c:pt>
                <c:pt idx="467">
                  <c:v>44572</c:v>
                </c:pt>
                <c:pt idx="468">
                  <c:v>44573</c:v>
                </c:pt>
                <c:pt idx="469">
                  <c:v>44574</c:v>
                </c:pt>
                <c:pt idx="470">
                  <c:v>44575</c:v>
                </c:pt>
                <c:pt idx="471">
                  <c:v>44576</c:v>
                </c:pt>
                <c:pt idx="472">
                  <c:v>44577</c:v>
                </c:pt>
                <c:pt idx="473">
                  <c:v>44578</c:v>
                </c:pt>
                <c:pt idx="474">
                  <c:v>44579</c:v>
                </c:pt>
                <c:pt idx="475">
                  <c:v>44580</c:v>
                </c:pt>
                <c:pt idx="476">
                  <c:v>44581</c:v>
                </c:pt>
                <c:pt idx="477">
                  <c:v>44582</c:v>
                </c:pt>
                <c:pt idx="478">
                  <c:v>44583</c:v>
                </c:pt>
                <c:pt idx="479">
                  <c:v>44584</c:v>
                </c:pt>
                <c:pt idx="480">
                  <c:v>44585</c:v>
                </c:pt>
                <c:pt idx="481">
                  <c:v>44586</c:v>
                </c:pt>
                <c:pt idx="482">
                  <c:v>44587</c:v>
                </c:pt>
                <c:pt idx="483">
                  <c:v>44588</c:v>
                </c:pt>
                <c:pt idx="484">
                  <c:v>44589</c:v>
                </c:pt>
                <c:pt idx="485">
                  <c:v>44590</c:v>
                </c:pt>
                <c:pt idx="486">
                  <c:v>44591</c:v>
                </c:pt>
                <c:pt idx="487">
                  <c:v>44592</c:v>
                </c:pt>
                <c:pt idx="488">
                  <c:v>44593</c:v>
                </c:pt>
                <c:pt idx="489">
                  <c:v>44594</c:v>
                </c:pt>
                <c:pt idx="490">
                  <c:v>44595</c:v>
                </c:pt>
                <c:pt idx="491">
                  <c:v>44596</c:v>
                </c:pt>
                <c:pt idx="492">
                  <c:v>44597</c:v>
                </c:pt>
                <c:pt idx="493">
                  <c:v>44598</c:v>
                </c:pt>
                <c:pt idx="494">
                  <c:v>44599</c:v>
                </c:pt>
                <c:pt idx="495">
                  <c:v>44600</c:v>
                </c:pt>
                <c:pt idx="496">
                  <c:v>44601</c:v>
                </c:pt>
                <c:pt idx="497">
                  <c:v>44602</c:v>
                </c:pt>
                <c:pt idx="498">
                  <c:v>44603</c:v>
                </c:pt>
                <c:pt idx="499">
                  <c:v>44604</c:v>
                </c:pt>
                <c:pt idx="500">
                  <c:v>44605</c:v>
                </c:pt>
                <c:pt idx="501">
                  <c:v>44606</c:v>
                </c:pt>
                <c:pt idx="502">
                  <c:v>44607</c:v>
                </c:pt>
                <c:pt idx="503">
                  <c:v>44608</c:v>
                </c:pt>
                <c:pt idx="504">
                  <c:v>44609</c:v>
                </c:pt>
                <c:pt idx="505">
                  <c:v>44610</c:v>
                </c:pt>
                <c:pt idx="506">
                  <c:v>44611</c:v>
                </c:pt>
                <c:pt idx="507">
                  <c:v>44612</c:v>
                </c:pt>
                <c:pt idx="508">
                  <c:v>44613</c:v>
                </c:pt>
                <c:pt idx="509">
                  <c:v>44614</c:v>
                </c:pt>
                <c:pt idx="510">
                  <c:v>44615</c:v>
                </c:pt>
                <c:pt idx="511">
                  <c:v>44616</c:v>
                </c:pt>
                <c:pt idx="512">
                  <c:v>44617</c:v>
                </c:pt>
                <c:pt idx="513">
                  <c:v>44618</c:v>
                </c:pt>
                <c:pt idx="514">
                  <c:v>44619</c:v>
                </c:pt>
                <c:pt idx="515">
                  <c:v>44620</c:v>
                </c:pt>
                <c:pt idx="516">
                  <c:v>44621</c:v>
                </c:pt>
                <c:pt idx="517">
                  <c:v>44622</c:v>
                </c:pt>
                <c:pt idx="518">
                  <c:v>44623</c:v>
                </c:pt>
                <c:pt idx="519">
                  <c:v>44624</c:v>
                </c:pt>
                <c:pt idx="520">
                  <c:v>44625</c:v>
                </c:pt>
                <c:pt idx="521">
                  <c:v>44626</c:v>
                </c:pt>
                <c:pt idx="522">
                  <c:v>44627</c:v>
                </c:pt>
                <c:pt idx="523">
                  <c:v>44628</c:v>
                </c:pt>
                <c:pt idx="524">
                  <c:v>44629</c:v>
                </c:pt>
                <c:pt idx="525">
                  <c:v>44630</c:v>
                </c:pt>
                <c:pt idx="526">
                  <c:v>44631</c:v>
                </c:pt>
                <c:pt idx="527">
                  <c:v>44632</c:v>
                </c:pt>
                <c:pt idx="528">
                  <c:v>44633</c:v>
                </c:pt>
                <c:pt idx="529">
                  <c:v>44634</c:v>
                </c:pt>
                <c:pt idx="530">
                  <c:v>44635</c:v>
                </c:pt>
                <c:pt idx="531">
                  <c:v>44636</c:v>
                </c:pt>
                <c:pt idx="532">
                  <c:v>44637</c:v>
                </c:pt>
                <c:pt idx="533">
                  <c:v>44638</c:v>
                </c:pt>
                <c:pt idx="534">
                  <c:v>44639</c:v>
                </c:pt>
                <c:pt idx="535">
                  <c:v>44640</c:v>
                </c:pt>
                <c:pt idx="536">
                  <c:v>44641</c:v>
                </c:pt>
                <c:pt idx="537">
                  <c:v>44642</c:v>
                </c:pt>
                <c:pt idx="538">
                  <c:v>44643</c:v>
                </c:pt>
                <c:pt idx="539">
                  <c:v>44644</c:v>
                </c:pt>
                <c:pt idx="540">
                  <c:v>44645</c:v>
                </c:pt>
                <c:pt idx="541">
                  <c:v>44646</c:v>
                </c:pt>
                <c:pt idx="542">
                  <c:v>44647</c:v>
                </c:pt>
                <c:pt idx="543">
                  <c:v>44648</c:v>
                </c:pt>
                <c:pt idx="544">
                  <c:v>44649</c:v>
                </c:pt>
                <c:pt idx="545">
                  <c:v>44650</c:v>
                </c:pt>
                <c:pt idx="546">
                  <c:v>44651</c:v>
                </c:pt>
                <c:pt idx="547">
                  <c:v>44652</c:v>
                </c:pt>
                <c:pt idx="548">
                  <c:v>44653</c:v>
                </c:pt>
                <c:pt idx="549">
                  <c:v>44654</c:v>
                </c:pt>
                <c:pt idx="550">
                  <c:v>44655</c:v>
                </c:pt>
                <c:pt idx="551">
                  <c:v>44656</c:v>
                </c:pt>
                <c:pt idx="552">
                  <c:v>44657</c:v>
                </c:pt>
                <c:pt idx="553">
                  <c:v>44658</c:v>
                </c:pt>
                <c:pt idx="554">
                  <c:v>44659</c:v>
                </c:pt>
                <c:pt idx="555">
                  <c:v>44660</c:v>
                </c:pt>
                <c:pt idx="556">
                  <c:v>44661</c:v>
                </c:pt>
                <c:pt idx="557">
                  <c:v>44662</c:v>
                </c:pt>
                <c:pt idx="558">
                  <c:v>44663</c:v>
                </c:pt>
                <c:pt idx="559">
                  <c:v>44664</c:v>
                </c:pt>
                <c:pt idx="560">
                  <c:v>44665</c:v>
                </c:pt>
                <c:pt idx="561">
                  <c:v>44666</c:v>
                </c:pt>
                <c:pt idx="562">
                  <c:v>44667</c:v>
                </c:pt>
                <c:pt idx="563">
                  <c:v>44668</c:v>
                </c:pt>
                <c:pt idx="564">
                  <c:v>44669</c:v>
                </c:pt>
                <c:pt idx="565">
                  <c:v>44670</c:v>
                </c:pt>
                <c:pt idx="566">
                  <c:v>44671</c:v>
                </c:pt>
                <c:pt idx="567">
                  <c:v>44672</c:v>
                </c:pt>
                <c:pt idx="568">
                  <c:v>44673</c:v>
                </c:pt>
                <c:pt idx="569">
                  <c:v>44674</c:v>
                </c:pt>
                <c:pt idx="570">
                  <c:v>44675</c:v>
                </c:pt>
                <c:pt idx="571">
                  <c:v>44676</c:v>
                </c:pt>
                <c:pt idx="572">
                  <c:v>44677</c:v>
                </c:pt>
                <c:pt idx="573">
                  <c:v>44678</c:v>
                </c:pt>
                <c:pt idx="574">
                  <c:v>44679</c:v>
                </c:pt>
                <c:pt idx="575">
                  <c:v>44680</c:v>
                </c:pt>
                <c:pt idx="576">
                  <c:v>44681</c:v>
                </c:pt>
                <c:pt idx="577">
                  <c:v>44682</c:v>
                </c:pt>
                <c:pt idx="578">
                  <c:v>44683</c:v>
                </c:pt>
                <c:pt idx="579">
                  <c:v>44684</c:v>
                </c:pt>
                <c:pt idx="580">
                  <c:v>44685</c:v>
                </c:pt>
                <c:pt idx="581">
                  <c:v>44686</c:v>
                </c:pt>
                <c:pt idx="582">
                  <c:v>44687</c:v>
                </c:pt>
                <c:pt idx="583">
                  <c:v>44688</c:v>
                </c:pt>
                <c:pt idx="584">
                  <c:v>44689</c:v>
                </c:pt>
                <c:pt idx="585">
                  <c:v>44690</c:v>
                </c:pt>
                <c:pt idx="586">
                  <c:v>44691</c:v>
                </c:pt>
                <c:pt idx="587">
                  <c:v>44692</c:v>
                </c:pt>
                <c:pt idx="588">
                  <c:v>44693</c:v>
                </c:pt>
                <c:pt idx="589">
                  <c:v>44694</c:v>
                </c:pt>
                <c:pt idx="590">
                  <c:v>44695</c:v>
                </c:pt>
                <c:pt idx="591">
                  <c:v>44696</c:v>
                </c:pt>
                <c:pt idx="592">
                  <c:v>44697</c:v>
                </c:pt>
                <c:pt idx="593">
                  <c:v>44698</c:v>
                </c:pt>
                <c:pt idx="594">
                  <c:v>44699</c:v>
                </c:pt>
                <c:pt idx="595">
                  <c:v>44700</c:v>
                </c:pt>
                <c:pt idx="596">
                  <c:v>44701</c:v>
                </c:pt>
                <c:pt idx="597">
                  <c:v>44702</c:v>
                </c:pt>
                <c:pt idx="598">
                  <c:v>44703</c:v>
                </c:pt>
                <c:pt idx="599">
                  <c:v>44704</c:v>
                </c:pt>
                <c:pt idx="600">
                  <c:v>44705</c:v>
                </c:pt>
                <c:pt idx="601">
                  <c:v>44706</c:v>
                </c:pt>
                <c:pt idx="602">
                  <c:v>44707</c:v>
                </c:pt>
                <c:pt idx="603">
                  <c:v>44708</c:v>
                </c:pt>
                <c:pt idx="604">
                  <c:v>44709</c:v>
                </c:pt>
                <c:pt idx="605">
                  <c:v>44710</c:v>
                </c:pt>
                <c:pt idx="606">
                  <c:v>44711</c:v>
                </c:pt>
                <c:pt idx="607">
                  <c:v>44712</c:v>
                </c:pt>
                <c:pt idx="608">
                  <c:v>44713</c:v>
                </c:pt>
                <c:pt idx="609">
                  <c:v>44714</c:v>
                </c:pt>
                <c:pt idx="610">
                  <c:v>44715</c:v>
                </c:pt>
                <c:pt idx="611">
                  <c:v>44716</c:v>
                </c:pt>
                <c:pt idx="612">
                  <c:v>44717</c:v>
                </c:pt>
                <c:pt idx="613">
                  <c:v>44718</c:v>
                </c:pt>
                <c:pt idx="614">
                  <c:v>44719</c:v>
                </c:pt>
                <c:pt idx="615">
                  <c:v>44720</c:v>
                </c:pt>
                <c:pt idx="616">
                  <c:v>44721</c:v>
                </c:pt>
                <c:pt idx="617">
                  <c:v>44722</c:v>
                </c:pt>
                <c:pt idx="618">
                  <c:v>44723</c:v>
                </c:pt>
                <c:pt idx="619">
                  <c:v>44724</c:v>
                </c:pt>
                <c:pt idx="620">
                  <c:v>44725</c:v>
                </c:pt>
                <c:pt idx="621">
                  <c:v>44726</c:v>
                </c:pt>
                <c:pt idx="622">
                  <c:v>44727</c:v>
                </c:pt>
                <c:pt idx="623">
                  <c:v>44728</c:v>
                </c:pt>
                <c:pt idx="624">
                  <c:v>44729</c:v>
                </c:pt>
                <c:pt idx="625">
                  <c:v>44730</c:v>
                </c:pt>
                <c:pt idx="626">
                  <c:v>44731</c:v>
                </c:pt>
                <c:pt idx="627">
                  <c:v>44732</c:v>
                </c:pt>
                <c:pt idx="628">
                  <c:v>44733</c:v>
                </c:pt>
                <c:pt idx="629">
                  <c:v>44734</c:v>
                </c:pt>
                <c:pt idx="630">
                  <c:v>44735</c:v>
                </c:pt>
                <c:pt idx="631">
                  <c:v>44736</c:v>
                </c:pt>
                <c:pt idx="632">
                  <c:v>44737</c:v>
                </c:pt>
                <c:pt idx="633">
                  <c:v>44738</c:v>
                </c:pt>
                <c:pt idx="634">
                  <c:v>44739</c:v>
                </c:pt>
                <c:pt idx="635">
                  <c:v>44740</c:v>
                </c:pt>
                <c:pt idx="636">
                  <c:v>44741</c:v>
                </c:pt>
                <c:pt idx="637">
                  <c:v>44742</c:v>
                </c:pt>
                <c:pt idx="638">
                  <c:v>44743</c:v>
                </c:pt>
                <c:pt idx="639">
                  <c:v>44744</c:v>
                </c:pt>
                <c:pt idx="640">
                  <c:v>44745</c:v>
                </c:pt>
                <c:pt idx="641">
                  <c:v>44746</c:v>
                </c:pt>
                <c:pt idx="642">
                  <c:v>44747</c:v>
                </c:pt>
                <c:pt idx="643">
                  <c:v>44748</c:v>
                </c:pt>
                <c:pt idx="644">
                  <c:v>44749</c:v>
                </c:pt>
                <c:pt idx="645">
                  <c:v>44750</c:v>
                </c:pt>
                <c:pt idx="646">
                  <c:v>44751</c:v>
                </c:pt>
                <c:pt idx="647">
                  <c:v>44752</c:v>
                </c:pt>
                <c:pt idx="648">
                  <c:v>44753</c:v>
                </c:pt>
                <c:pt idx="649">
                  <c:v>44754</c:v>
                </c:pt>
                <c:pt idx="650">
                  <c:v>44755</c:v>
                </c:pt>
                <c:pt idx="651">
                  <c:v>44756</c:v>
                </c:pt>
                <c:pt idx="652">
                  <c:v>44757</c:v>
                </c:pt>
                <c:pt idx="653">
                  <c:v>44758</c:v>
                </c:pt>
                <c:pt idx="654">
                  <c:v>44759</c:v>
                </c:pt>
                <c:pt idx="655">
                  <c:v>44760</c:v>
                </c:pt>
                <c:pt idx="656">
                  <c:v>44761</c:v>
                </c:pt>
                <c:pt idx="657">
                  <c:v>44762</c:v>
                </c:pt>
                <c:pt idx="658">
                  <c:v>44763</c:v>
                </c:pt>
                <c:pt idx="659">
                  <c:v>44764</c:v>
                </c:pt>
                <c:pt idx="660">
                  <c:v>44765</c:v>
                </c:pt>
                <c:pt idx="661">
                  <c:v>44766</c:v>
                </c:pt>
                <c:pt idx="662">
                  <c:v>44767</c:v>
                </c:pt>
                <c:pt idx="663">
                  <c:v>44768</c:v>
                </c:pt>
                <c:pt idx="664">
                  <c:v>44769</c:v>
                </c:pt>
                <c:pt idx="665">
                  <c:v>44770</c:v>
                </c:pt>
                <c:pt idx="666">
                  <c:v>44771</c:v>
                </c:pt>
                <c:pt idx="667">
                  <c:v>44772</c:v>
                </c:pt>
                <c:pt idx="668">
                  <c:v>44773</c:v>
                </c:pt>
                <c:pt idx="669">
                  <c:v>44774</c:v>
                </c:pt>
                <c:pt idx="670">
                  <c:v>44775</c:v>
                </c:pt>
                <c:pt idx="671">
                  <c:v>44776</c:v>
                </c:pt>
                <c:pt idx="672">
                  <c:v>44777</c:v>
                </c:pt>
                <c:pt idx="673">
                  <c:v>44778</c:v>
                </c:pt>
                <c:pt idx="674">
                  <c:v>44779</c:v>
                </c:pt>
                <c:pt idx="675">
                  <c:v>44780</c:v>
                </c:pt>
                <c:pt idx="676">
                  <c:v>44781</c:v>
                </c:pt>
                <c:pt idx="677">
                  <c:v>44782</c:v>
                </c:pt>
                <c:pt idx="678">
                  <c:v>44783</c:v>
                </c:pt>
                <c:pt idx="679">
                  <c:v>44784</c:v>
                </c:pt>
                <c:pt idx="680">
                  <c:v>44785</c:v>
                </c:pt>
                <c:pt idx="681">
                  <c:v>44786</c:v>
                </c:pt>
                <c:pt idx="682">
                  <c:v>44787</c:v>
                </c:pt>
                <c:pt idx="683">
                  <c:v>44788</c:v>
                </c:pt>
                <c:pt idx="684">
                  <c:v>44789</c:v>
                </c:pt>
                <c:pt idx="685">
                  <c:v>44790</c:v>
                </c:pt>
                <c:pt idx="686">
                  <c:v>44791</c:v>
                </c:pt>
                <c:pt idx="687">
                  <c:v>44792</c:v>
                </c:pt>
                <c:pt idx="688">
                  <c:v>44793</c:v>
                </c:pt>
                <c:pt idx="689">
                  <c:v>44794</c:v>
                </c:pt>
                <c:pt idx="690">
                  <c:v>44795</c:v>
                </c:pt>
                <c:pt idx="691">
                  <c:v>44796</c:v>
                </c:pt>
                <c:pt idx="692">
                  <c:v>44797</c:v>
                </c:pt>
                <c:pt idx="693">
                  <c:v>44798</c:v>
                </c:pt>
                <c:pt idx="694">
                  <c:v>44799</c:v>
                </c:pt>
                <c:pt idx="695">
                  <c:v>44800</c:v>
                </c:pt>
                <c:pt idx="696">
                  <c:v>44801</c:v>
                </c:pt>
                <c:pt idx="697">
                  <c:v>44802</c:v>
                </c:pt>
                <c:pt idx="698">
                  <c:v>44803</c:v>
                </c:pt>
                <c:pt idx="699">
                  <c:v>44804</c:v>
                </c:pt>
                <c:pt idx="700">
                  <c:v>44805</c:v>
                </c:pt>
                <c:pt idx="701">
                  <c:v>44806</c:v>
                </c:pt>
                <c:pt idx="702">
                  <c:v>44807</c:v>
                </c:pt>
                <c:pt idx="703">
                  <c:v>44808</c:v>
                </c:pt>
                <c:pt idx="704">
                  <c:v>44809</c:v>
                </c:pt>
                <c:pt idx="705">
                  <c:v>44810</c:v>
                </c:pt>
                <c:pt idx="706">
                  <c:v>44811</c:v>
                </c:pt>
                <c:pt idx="707">
                  <c:v>44812</c:v>
                </c:pt>
                <c:pt idx="708">
                  <c:v>44813</c:v>
                </c:pt>
                <c:pt idx="709">
                  <c:v>44814</c:v>
                </c:pt>
                <c:pt idx="710">
                  <c:v>44815</c:v>
                </c:pt>
                <c:pt idx="711">
                  <c:v>44816</c:v>
                </c:pt>
                <c:pt idx="712">
                  <c:v>44817</c:v>
                </c:pt>
                <c:pt idx="713">
                  <c:v>44818</c:v>
                </c:pt>
                <c:pt idx="714">
                  <c:v>44819</c:v>
                </c:pt>
                <c:pt idx="715">
                  <c:v>44820</c:v>
                </c:pt>
                <c:pt idx="716">
                  <c:v>44821</c:v>
                </c:pt>
                <c:pt idx="717">
                  <c:v>44822</c:v>
                </c:pt>
                <c:pt idx="718">
                  <c:v>44823</c:v>
                </c:pt>
                <c:pt idx="719">
                  <c:v>44824</c:v>
                </c:pt>
                <c:pt idx="720">
                  <c:v>44825</c:v>
                </c:pt>
                <c:pt idx="721">
                  <c:v>44826</c:v>
                </c:pt>
                <c:pt idx="722">
                  <c:v>44827</c:v>
                </c:pt>
                <c:pt idx="723">
                  <c:v>44828</c:v>
                </c:pt>
                <c:pt idx="724">
                  <c:v>44829</c:v>
                </c:pt>
                <c:pt idx="725">
                  <c:v>44830</c:v>
                </c:pt>
                <c:pt idx="726">
                  <c:v>44831</c:v>
                </c:pt>
                <c:pt idx="727">
                  <c:v>44832</c:v>
                </c:pt>
                <c:pt idx="728">
                  <c:v>44833</c:v>
                </c:pt>
                <c:pt idx="729">
                  <c:v>44834</c:v>
                </c:pt>
                <c:pt idx="730">
                  <c:v>44835</c:v>
                </c:pt>
                <c:pt idx="731">
                  <c:v>44836</c:v>
                </c:pt>
                <c:pt idx="732">
                  <c:v>44837</c:v>
                </c:pt>
                <c:pt idx="733">
                  <c:v>44838</c:v>
                </c:pt>
                <c:pt idx="734">
                  <c:v>44839</c:v>
                </c:pt>
                <c:pt idx="735">
                  <c:v>44840</c:v>
                </c:pt>
                <c:pt idx="736">
                  <c:v>44841</c:v>
                </c:pt>
                <c:pt idx="737">
                  <c:v>44842</c:v>
                </c:pt>
                <c:pt idx="738">
                  <c:v>44843</c:v>
                </c:pt>
                <c:pt idx="739">
                  <c:v>44844</c:v>
                </c:pt>
                <c:pt idx="740">
                  <c:v>44845</c:v>
                </c:pt>
                <c:pt idx="741">
                  <c:v>44846</c:v>
                </c:pt>
                <c:pt idx="742">
                  <c:v>44847</c:v>
                </c:pt>
                <c:pt idx="743">
                  <c:v>44848</c:v>
                </c:pt>
                <c:pt idx="744">
                  <c:v>44849</c:v>
                </c:pt>
                <c:pt idx="745">
                  <c:v>44850</c:v>
                </c:pt>
                <c:pt idx="746">
                  <c:v>44851</c:v>
                </c:pt>
                <c:pt idx="747">
                  <c:v>44852</c:v>
                </c:pt>
                <c:pt idx="748">
                  <c:v>44853</c:v>
                </c:pt>
                <c:pt idx="749">
                  <c:v>44854</c:v>
                </c:pt>
                <c:pt idx="750">
                  <c:v>44855</c:v>
                </c:pt>
                <c:pt idx="751">
                  <c:v>44856</c:v>
                </c:pt>
                <c:pt idx="752">
                  <c:v>44857</c:v>
                </c:pt>
                <c:pt idx="753">
                  <c:v>44858</c:v>
                </c:pt>
                <c:pt idx="754">
                  <c:v>44859</c:v>
                </c:pt>
                <c:pt idx="755">
                  <c:v>44860</c:v>
                </c:pt>
                <c:pt idx="756">
                  <c:v>44861</c:v>
                </c:pt>
                <c:pt idx="757">
                  <c:v>44862</c:v>
                </c:pt>
                <c:pt idx="758">
                  <c:v>44863</c:v>
                </c:pt>
                <c:pt idx="759">
                  <c:v>44864</c:v>
                </c:pt>
                <c:pt idx="760">
                  <c:v>44865</c:v>
                </c:pt>
                <c:pt idx="761">
                  <c:v>44866</c:v>
                </c:pt>
                <c:pt idx="762">
                  <c:v>44867</c:v>
                </c:pt>
                <c:pt idx="763">
                  <c:v>44868</c:v>
                </c:pt>
                <c:pt idx="764">
                  <c:v>44869</c:v>
                </c:pt>
                <c:pt idx="765">
                  <c:v>44870</c:v>
                </c:pt>
                <c:pt idx="766">
                  <c:v>44871</c:v>
                </c:pt>
                <c:pt idx="767">
                  <c:v>44872</c:v>
                </c:pt>
                <c:pt idx="768">
                  <c:v>44873</c:v>
                </c:pt>
                <c:pt idx="769">
                  <c:v>44874</c:v>
                </c:pt>
                <c:pt idx="770">
                  <c:v>44875</c:v>
                </c:pt>
                <c:pt idx="771">
                  <c:v>44876</c:v>
                </c:pt>
                <c:pt idx="772">
                  <c:v>44877</c:v>
                </c:pt>
                <c:pt idx="773">
                  <c:v>44878</c:v>
                </c:pt>
                <c:pt idx="774">
                  <c:v>44879</c:v>
                </c:pt>
                <c:pt idx="775">
                  <c:v>44880</c:v>
                </c:pt>
                <c:pt idx="776">
                  <c:v>44881</c:v>
                </c:pt>
                <c:pt idx="777">
                  <c:v>44882</c:v>
                </c:pt>
                <c:pt idx="778">
                  <c:v>44883</c:v>
                </c:pt>
                <c:pt idx="779">
                  <c:v>44884</c:v>
                </c:pt>
                <c:pt idx="780">
                  <c:v>44885</c:v>
                </c:pt>
                <c:pt idx="781">
                  <c:v>44886</c:v>
                </c:pt>
                <c:pt idx="782">
                  <c:v>44887</c:v>
                </c:pt>
                <c:pt idx="783">
                  <c:v>44888</c:v>
                </c:pt>
                <c:pt idx="784">
                  <c:v>44889</c:v>
                </c:pt>
                <c:pt idx="785">
                  <c:v>44890</c:v>
                </c:pt>
                <c:pt idx="786">
                  <c:v>44891</c:v>
                </c:pt>
                <c:pt idx="787">
                  <c:v>44892</c:v>
                </c:pt>
                <c:pt idx="788">
                  <c:v>44893</c:v>
                </c:pt>
                <c:pt idx="789">
                  <c:v>44894</c:v>
                </c:pt>
                <c:pt idx="790">
                  <c:v>44895</c:v>
                </c:pt>
                <c:pt idx="791">
                  <c:v>44896</c:v>
                </c:pt>
                <c:pt idx="792">
                  <c:v>44897</c:v>
                </c:pt>
                <c:pt idx="793">
                  <c:v>44898</c:v>
                </c:pt>
                <c:pt idx="794">
                  <c:v>44899</c:v>
                </c:pt>
                <c:pt idx="795">
                  <c:v>44900</c:v>
                </c:pt>
                <c:pt idx="796">
                  <c:v>44901</c:v>
                </c:pt>
                <c:pt idx="797">
                  <c:v>44902</c:v>
                </c:pt>
                <c:pt idx="798">
                  <c:v>44903</c:v>
                </c:pt>
                <c:pt idx="799">
                  <c:v>44904</c:v>
                </c:pt>
                <c:pt idx="800">
                  <c:v>44905</c:v>
                </c:pt>
                <c:pt idx="801">
                  <c:v>44906</c:v>
                </c:pt>
                <c:pt idx="802">
                  <c:v>44907</c:v>
                </c:pt>
                <c:pt idx="803">
                  <c:v>44908</c:v>
                </c:pt>
                <c:pt idx="804">
                  <c:v>44909</c:v>
                </c:pt>
                <c:pt idx="805">
                  <c:v>44910</c:v>
                </c:pt>
                <c:pt idx="806">
                  <c:v>44911</c:v>
                </c:pt>
                <c:pt idx="807">
                  <c:v>44912</c:v>
                </c:pt>
                <c:pt idx="808">
                  <c:v>44913</c:v>
                </c:pt>
                <c:pt idx="809">
                  <c:v>44914</c:v>
                </c:pt>
                <c:pt idx="810">
                  <c:v>44915</c:v>
                </c:pt>
                <c:pt idx="811">
                  <c:v>44916</c:v>
                </c:pt>
                <c:pt idx="812">
                  <c:v>44917</c:v>
                </c:pt>
                <c:pt idx="813">
                  <c:v>44918</c:v>
                </c:pt>
                <c:pt idx="814">
                  <c:v>44919</c:v>
                </c:pt>
                <c:pt idx="815">
                  <c:v>44920</c:v>
                </c:pt>
                <c:pt idx="816">
                  <c:v>44921</c:v>
                </c:pt>
                <c:pt idx="817">
                  <c:v>44922</c:v>
                </c:pt>
                <c:pt idx="818">
                  <c:v>44923</c:v>
                </c:pt>
                <c:pt idx="819">
                  <c:v>44924</c:v>
                </c:pt>
                <c:pt idx="820">
                  <c:v>44925</c:v>
                </c:pt>
                <c:pt idx="821">
                  <c:v>44926</c:v>
                </c:pt>
                <c:pt idx="822">
                  <c:v>44927</c:v>
                </c:pt>
                <c:pt idx="823">
                  <c:v>44928</c:v>
                </c:pt>
                <c:pt idx="824">
                  <c:v>44929</c:v>
                </c:pt>
                <c:pt idx="825">
                  <c:v>44930</c:v>
                </c:pt>
                <c:pt idx="826">
                  <c:v>44931</c:v>
                </c:pt>
                <c:pt idx="827">
                  <c:v>44932</c:v>
                </c:pt>
                <c:pt idx="828">
                  <c:v>44933</c:v>
                </c:pt>
                <c:pt idx="829">
                  <c:v>44934</c:v>
                </c:pt>
                <c:pt idx="830">
                  <c:v>44935</c:v>
                </c:pt>
                <c:pt idx="831">
                  <c:v>44936</c:v>
                </c:pt>
                <c:pt idx="832">
                  <c:v>44937</c:v>
                </c:pt>
                <c:pt idx="833">
                  <c:v>44938</c:v>
                </c:pt>
                <c:pt idx="834">
                  <c:v>44939</c:v>
                </c:pt>
                <c:pt idx="835">
                  <c:v>44940</c:v>
                </c:pt>
                <c:pt idx="836">
                  <c:v>44941</c:v>
                </c:pt>
                <c:pt idx="837">
                  <c:v>44942</c:v>
                </c:pt>
                <c:pt idx="838">
                  <c:v>44943</c:v>
                </c:pt>
                <c:pt idx="839">
                  <c:v>44944</c:v>
                </c:pt>
                <c:pt idx="840">
                  <c:v>44945</c:v>
                </c:pt>
                <c:pt idx="841">
                  <c:v>44946</c:v>
                </c:pt>
                <c:pt idx="842">
                  <c:v>44947</c:v>
                </c:pt>
                <c:pt idx="843">
                  <c:v>44948</c:v>
                </c:pt>
                <c:pt idx="844">
                  <c:v>44949</c:v>
                </c:pt>
                <c:pt idx="845">
                  <c:v>44950</c:v>
                </c:pt>
                <c:pt idx="846">
                  <c:v>44951</c:v>
                </c:pt>
                <c:pt idx="847">
                  <c:v>44952</c:v>
                </c:pt>
                <c:pt idx="848">
                  <c:v>44953</c:v>
                </c:pt>
                <c:pt idx="849">
                  <c:v>44954</c:v>
                </c:pt>
                <c:pt idx="850">
                  <c:v>44955</c:v>
                </c:pt>
                <c:pt idx="851">
                  <c:v>44956</c:v>
                </c:pt>
                <c:pt idx="852">
                  <c:v>44957</c:v>
                </c:pt>
                <c:pt idx="853">
                  <c:v>44958</c:v>
                </c:pt>
                <c:pt idx="854">
                  <c:v>44959</c:v>
                </c:pt>
                <c:pt idx="855">
                  <c:v>44960</c:v>
                </c:pt>
                <c:pt idx="856">
                  <c:v>44961</c:v>
                </c:pt>
                <c:pt idx="857">
                  <c:v>44962</c:v>
                </c:pt>
                <c:pt idx="858">
                  <c:v>44963</c:v>
                </c:pt>
                <c:pt idx="859">
                  <c:v>44964</c:v>
                </c:pt>
                <c:pt idx="860">
                  <c:v>44965</c:v>
                </c:pt>
                <c:pt idx="861">
                  <c:v>44966</c:v>
                </c:pt>
                <c:pt idx="862">
                  <c:v>44967</c:v>
                </c:pt>
                <c:pt idx="863">
                  <c:v>44968</c:v>
                </c:pt>
                <c:pt idx="864">
                  <c:v>44969</c:v>
                </c:pt>
                <c:pt idx="865">
                  <c:v>44970</c:v>
                </c:pt>
                <c:pt idx="866">
                  <c:v>44971</c:v>
                </c:pt>
                <c:pt idx="867">
                  <c:v>44972</c:v>
                </c:pt>
                <c:pt idx="868">
                  <c:v>44973</c:v>
                </c:pt>
                <c:pt idx="869">
                  <c:v>44974</c:v>
                </c:pt>
                <c:pt idx="870">
                  <c:v>44975</c:v>
                </c:pt>
                <c:pt idx="871">
                  <c:v>44976</c:v>
                </c:pt>
                <c:pt idx="872">
                  <c:v>44977</c:v>
                </c:pt>
                <c:pt idx="873">
                  <c:v>44978</c:v>
                </c:pt>
                <c:pt idx="874">
                  <c:v>44979</c:v>
                </c:pt>
                <c:pt idx="875">
                  <c:v>44980</c:v>
                </c:pt>
                <c:pt idx="876">
                  <c:v>44981</c:v>
                </c:pt>
                <c:pt idx="877">
                  <c:v>44982</c:v>
                </c:pt>
                <c:pt idx="878">
                  <c:v>44983</c:v>
                </c:pt>
                <c:pt idx="879">
                  <c:v>44984</c:v>
                </c:pt>
                <c:pt idx="880">
                  <c:v>44985</c:v>
                </c:pt>
                <c:pt idx="881">
                  <c:v>44986</c:v>
                </c:pt>
                <c:pt idx="882">
                  <c:v>44987</c:v>
                </c:pt>
                <c:pt idx="883">
                  <c:v>44988</c:v>
                </c:pt>
                <c:pt idx="884">
                  <c:v>44989</c:v>
                </c:pt>
                <c:pt idx="885">
                  <c:v>44990</c:v>
                </c:pt>
                <c:pt idx="886">
                  <c:v>44991</c:v>
                </c:pt>
                <c:pt idx="887">
                  <c:v>44992</c:v>
                </c:pt>
                <c:pt idx="888">
                  <c:v>44993</c:v>
                </c:pt>
                <c:pt idx="889">
                  <c:v>44994</c:v>
                </c:pt>
                <c:pt idx="890">
                  <c:v>44995</c:v>
                </c:pt>
                <c:pt idx="891">
                  <c:v>44996</c:v>
                </c:pt>
                <c:pt idx="892">
                  <c:v>44997</c:v>
                </c:pt>
                <c:pt idx="893">
                  <c:v>44998</c:v>
                </c:pt>
                <c:pt idx="894">
                  <c:v>44999</c:v>
                </c:pt>
                <c:pt idx="895">
                  <c:v>45000</c:v>
                </c:pt>
                <c:pt idx="896">
                  <c:v>45001</c:v>
                </c:pt>
                <c:pt idx="897">
                  <c:v>45002</c:v>
                </c:pt>
                <c:pt idx="898">
                  <c:v>45003</c:v>
                </c:pt>
                <c:pt idx="899">
                  <c:v>45004</c:v>
                </c:pt>
                <c:pt idx="900">
                  <c:v>45005</c:v>
                </c:pt>
                <c:pt idx="901">
                  <c:v>45006</c:v>
                </c:pt>
                <c:pt idx="902">
                  <c:v>45007</c:v>
                </c:pt>
                <c:pt idx="903">
                  <c:v>45008</c:v>
                </c:pt>
                <c:pt idx="904">
                  <c:v>45009</c:v>
                </c:pt>
                <c:pt idx="905">
                  <c:v>45010</c:v>
                </c:pt>
                <c:pt idx="906">
                  <c:v>45011</c:v>
                </c:pt>
                <c:pt idx="907">
                  <c:v>45012</c:v>
                </c:pt>
                <c:pt idx="908">
                  <c:v>45013</c:v>
                </c:pt>
                <c:pt idx="909">
                  <c:v>45014</c:v>
                </c:pt>
                <c:pt idx="910">
                  <c:v>45015</c:v>
                </c:pt>
                <c:pt idx="911">
                  <c:v>45016</c:v>
                </c:pt>
                <c:pt idx="912">
                  <c:v>45017</c:v>
                </c:pt>
                <c:pt idx="913">
                  <c:v>45018</c:v>
                </c:pt>
                <c:pt idx="914">
                  <c:v>45019</c:v>
                </c:pt>
                <c:pt idx="915">
                  <c:v>45020</c:v>
                </c:pt>
                <c:pt idx="916">
                  <c:v>45021</c:v>
                </c:pt>
                <c:pt idx="917">
                  <c:v>45022</c:v>
                </c:pt>
                <c:pt idx="918">
                  <c:v>45023</c:v>
                </c:pt>
                <c:pt idx="919">
                  <c:v>45024</c:v>
                </c:pt>
                <c:pt idx="920">
                  <c:v>45025</c:v>
                </c:pt>
                <c:pt idx="921">
                  <c:v>45026</c:v>
                </c:pt>
                <c:pt idx="922">
                  <c:v>45027</c:v>
                </c:pt>
                <c:pt idx="923">
                  <c:v>45028</c:v>
                </c:pt>
                <c:pt idx="924">
                  <c:v>45029</c:v>
                </c:pt>
                <c:pt idx="925">
                  <c:v>45030</c:v>
                </c:pt>
                <c:pt idx="926">
                  <c:v>45031</c:v>
                </c:pt>
                <c:pt idx="927">
                  <c:v>45032</c:v>
                </c:pt>
                <c:pt idx="928">
                  <c:v>45033</c:v>
                </c:pt>
                <c:pt idx="929">
                  <c:v>45034</c:v>
                </c:pt>
                <c:pt idx="930">
                  <c:v>45035</c:v>
                </c:pt>
                <c:pt idx="931">
                  <c:v>45036</c:v>
                </c:pt>
                <c:pt idx="932">
                  <c:v>45037</c:v>
                </c:pt>
                <c:pt idx="933">
                  <c:v>45038</c:v>
                </c:pt>
                <c:pt idx="934">
                  <c:v>45039</c:v>
                </c:pt>
                <c:pt idx="935">
                  <c:v>45040</c:v>
                </c:pt>
                <c:pt idx="936">
                  <c:v>45041</c:v>
                </c:pt>
                <c:pt idx="937">
                  <c:v>45042</c:v>
                </c:pt>
                <c:pt idx="938">
                  <c:v>45043</c:v>
                </c:pt>
                <c:pt idx="939">
                  <c:v>45044</c:v>
                </c:pt>
                <c:pt idx="940">
                  <c:v>45045</c:v>
                </c:pt>
                <c:pt idx="941">
                  <c:v>45046</c:v>
                </c:pt>
                <c:pt idx="942">
                  <c:v>45047</c:v>
                </c:pt>
                <c:pt idx="943">
                  <c:v>45048</c:v>
                </c:pt>
                <c:pt idx="944">
                  <c:v>45049</c:v>
                </c:pt>
                <c:pt idx="945">
                  <c:v>45050</c:v>
                </c:pt>
                <c:pt idx="946">
                  <c:v>45051</c:v>
                </c:pt>
                <c:pt idx="947">
                  <c:v>45052</c:v>
                </c:pt>
                <c:pt idx="948">
                  <c:v>45053</c:v>
                </c:pt>
                <c:pt idx="949">
                  <c:v>45054</c:v>
                </c:pt>
                <c:pt idx="950">
                  <c:v>45055</c:v>
                </c:pt>
                <c:pt idx="951">
                  <c:v>45056</c:v>
                </c:pt>
                <c:pt idx="952">
                  <c:v>45057</c:v>
                </c:pt>
                <c:pt idx="953">
                  <c:v>45058</c:v>
                </c:pt>
                <c:pt idx="954">
                  <c:v>45059</c:v>
                </c:pt>
                <c:pt idx="955">
                  <c:v>45060</c:v>
                </c:pt>
                <c:pt idx="956">
                  <c:v>45061</c:v>
                </c:pt>
                <c:pt idx="957">
                  <c:v>45062</c:v>
                </c:pt>
                <c:pt idx="958">
                  <c:v>45063</c:v>
                </c:pt>
                <c:pt idx="959">
                  <c:v>45064</c:v>
                </c:pt>
                <c:pt idx="960">
                  <c:v>45065</c:v>
                </c:pt>
                <c:pt idx="961">
                  <c:v>45066</c:v>
                </c:pt>
                <c:pt idx="962">
                  <c:v>45067</c:v>
                </c:pt>
                <c:pt idx="963">
                  <c:v>45068</c:v>
                </c:pt>
                <c:pt idx="964">
                  <c:v>45069</c:v>
                </c:pt>
                <c:pt idx="965">
                  <c:v>45070</c:v>
                </c:pt>
                <c:pt idx="966">
                  <c:v>45071</c:v>
                </c:pt>
                <c:pt idx="967">
                  <c:v>45072</c:v>
                </c:pt>
                <c:pt idx="968">
                  <c:v>45073</c:v>
                </c:pt>
                <c:pt idx="969">
                  <c:v>45074</c:v>
                </c:pt>
                <c:pt idx="970">
                  <c:v>45075</c:v>
                </c:pt>
                <c:pt idx="971">
                  <c:v>45076</c:v>
                </c:pt>
                <c:pt idx="972">
                  <c:v>45077</c:v>
                </c:pt>
                <c:pt idx="973">
                  <c:v>45078</c:v>
                </c:pt>
                <c:pt idx="974">
                  <c:v>45079</c:v>
                </c:pt>
                <c:pt idx="975">
                  <c:v>45080</c:v>
                </c:pt>
                <c:pt idx="976">
                  <c:v>45081</c:v>
                </c:pt>
                <c:pt idx="977">
                  <c:v>45082</c:v>
                </c:pt>
                <c:pt idx="978">
                  <c:v>45083</c:v>
                </c:pt>
                <c:pt idx="979">
                  <c:v>45084</c:v>
                </c:pt>
                <c:pt idx="980">
                  <c:v>45085</c:v>
                </c:pt>
                <c:pt idx="981">
                  <c:v>45086</c:v>
                </c:pt>
                <c:pt idx="982">
                  <c:v>45087</c:v>
                </c:pt>
                <c:pt idx="983">
                  <c:v>45088</c:v>
                </c:pt>
                <c:pt idx="984">
                  <c:v>45089</c:v>
                </c:pt>
                <c:pt idx="985">
                  <c:v>45090</c:v>
                </c:pt>
                <c:pt idx="986">
                  <c:v>45091</c:v>
                </c:pt>
                <c:pt idx="987">
                  <c:v>45092</c:v>
                </c:pt>
                <c:pt idx="988">
                  <c:v>45093</c:v>
                </c:pt>
                <c:pt idx="989">
                  <c:v>45094</c:v>
                </c:pt>
                <c:pt idx="990">
                  <c:v>45095</c:v>
                </c:pt>
                <c:pt idx="991">
                  <c:v>45096</c:v>
                </c:pt>
                <c:pt idx="992">
                  <c:v>45097</c:v>
                </c:pt>
                <c:pt idx="993">
                  <c:v>45098</c:v>
                </c:pt>
                <c:pt idx="994">
                  <c:v>45099</c:v>
                </c:pt>
                <c:pt idx="995">
                  <c:v>45100</c:v>
                </c:pt>
                <c:pt idx="996">
                  <c:v>45101</c:v>
                </c:pt>
                <c:pt idx="997">
                  <c:v>45102</c:v>
                </c:pt>
                <c:pt idx="998">
                  <c:v>45103</c:v>
                </c:pt>
                <c:pt idx="999">
                  <c:v>45104</c:v>
                </c:pt>
                <c:pt idx="1000">
                  <c:v>45105</c:v>
                </c:pt>
                <c:pt idx="1001">
                  <c:v>45106</c:v>
                </c:pt>
                <c:pt idx="1002">
                  <c:v>45107</c:v>
                </c:pt>
                <c:pt idx="1003">
                  <c:v>45108</c:v>
                </c:pt>
                <c:pt idx="1004">
                  <c:v>45109</c:v>
                </c:pt>
                <c:pt idx="1005">
                  <c:v>45110</c:v>
                </c:pt>
                <c:pt idx="1006">
                  <c:v>45111</c:v>
                </c:pt>
                <c:pt idx="1007">
                  <c:v>45112</c:v>
                </c:pt>
                <c:pt idx="1008">
                  <c:v>45113</c:v>
                </c:pt>
                <c:pt idx="1009">
                  <c:v>45114</c:v>
                </c:pt>
                <c:pt idx="1010">
                  <c:v>45115</c:v>
                </c:pt>
                <c:pt idx="1011">
                  <c:v>45116</c:v>
                </c:pt>
                <c:pt idx="1012">
                  <c:v>45117</c:v>
                </c:pt>
                <c:pt idx="1013">
                  <c:v>45118</c:v>
                </c:pt>
                <c:pt idx="1014">
                  <c:v>45119</c:v>
                </c:pt>
                <c:pt idx="1015">
                  <c:v>45120</c:v>
                </c:pt>
                <c:pt idx="1016">
                  <c:v>45121</c:v>
                </c:pt>
                <c:pt idx="1017">
                  <c:v>45122</c:v>
                </c:pt>
                <c:pt idx="1018">
                  <c:v>45123</c:v>
                </c:pt>
                <c:pt idx="1019">
                  <c:v>45124</c:v>
                </c:pt>
                <c:pt idx="1020">
                  <c:v>45125</c:v>
                </c:pt>
                <c:pt idx="1021">
                  <c:v>45126</c:v>
                </c:pt>
                <c:pt idx="1022">
                  <c:v>45127</c:v>
                </c:pt>
                <c:pt idx="1023">
                  <c:v>45128</c:v>
                </c:pt>
                <c:pt idx="1024">
                  <c:v>45129</c:v>
                </c:pt>
                <c:pt idx="1025">
                  <c:v>45130</c:v>
                </c:pt>
                <c:pt idx="1026">
                  <c:v>45131</c:v>
                </c:pt>
                <c:pt idx="1027">
                  <c:v>45132</c:v>
                </c:pt>
                <c:pt idx="1028">
                  <c:v>45133</c:v>
                </c:pt>
                <c:pt idx="1029">
                  <c:v>45134</c:v>
                </c:pt>
                <c:pt idx="1030">
                  <c:v>45135</c:v>
                </c:pt>
                <c:pt idx="1031">
                  <c:v>45136</c:v>
                </c:pt>
                <c:pt idx="1032">
                  <c:v>45137</c:v>
                </c:pt>
                <c:pt idx="1033">
                  <c:v>45138</c:v>
                </c:pt>
                <c:pt idx="1034">
                  <c:v>45139</c:v>
                </c:pt>
                <c:pt idx="1035">
                  <c:v>45140</c:v>
                </c:pt>
                <c:pt idx="1036">
                  <c:v>45141</c:v>
                </c:pt>
                <c:pt idx="1037">
                  <c:v>45142</c:v>
                </c:pt>
                <c:pt idx="1038">
                  <c:v>45143</c:v>
                </c:pt>
                <c:pt idx="1039">
                  <c:v>45144</c:v>
                </c:pt>
                <c:pt idx="1040">
                  <c:v>45145</c:v>
                </c:pt>
                <c:pt idx="1041">
                  <c:v>45146</c:v>
                </c:pt>
                <c:pt idx="1042">
                  <c:v>45147</c:v>
                </c:pt>
                <c:pt idx="1043">
                  <c:v>45148</c:v>
                </c:pt>
                <c:pt idx="1044">
                  <c:v>45149</c:v>
                </c:pt>
                <c:pt idx="1045">
                  <c:v>45150</c:v>
                </c:pt>
                <c:pt idx="1046">
                  <c:v>45151</c:v>
                </c:pt>
                <c:pt idx="1047">
                  <c:v>45152</c:v>
                </c:pt>
                <c:pt idx="1048">
                  <c:v>45153</c:v>
                </c:pt>
                <c:pt idx="1049">
                  <c:v>45154</c:v>
                </c:pt>
                <c:pt idx="1050">
                  <c:v>45155</c:v>
                </c:pt>
                <c:pt idx="1051">
                  <c:v>45156</c:v>
                </c:pt>
                <c:pt idx="1052">
                  <c:v>45157</c:v>
                </c:pt>
                <c:pt idx="1053">
                  <c:v>45158</c:v>
                </c:pt>
                <c:pt idx="1054">
                  <c:v>45159</c:v>
                </c:pt>
                <c:pt idx="1055">
                  <c:v>45160</c:v>
                </c:pt>
                <c:pt idx="1056">
                  <c:v>45161</c:v>
                </c:pt>
                <c:pt idx="1057">
                  <c:v>45162</c:v>
                </c:pt>
                <c:pt idx="1058">
                  <c:v>45163</c:v>
                </c:pt>
                <c:pt idx="1059">
                  <c:v>45164</c:v>
                </c:pt>
                <c:pt idx="1060">
                  <c:v>45165</c:v>
                </c:pt>
                <c:pt idx="1061">
                  <c:v>45166</c:v>
                </c:pt>
                <c:pt idx="1062">
                  <c:v>45167</c:v>
                </c:pt>
                <c:pt idx="1063">
                  <c:v>45168</c:v>
                </c:pt>
                <c:pt idx="1064">
                  <c:v>45169</c:v>
                </c:pt>
                <c:pt idx="1065">
                  <c:v>45170</c:v>
                </c:pt>
                <c:pt idx="1066">
                  <c:v>45171</c:v>
                </c:pt>
                <c:pt idx="1067">
                  <c:v>45172</c:v>
                </c:pt>
                <c:pt idx="1068">
                  <c:v>45173</c:v>
                </c:pt>
                <c:pt idx="1069">
                  <c:v>45174</c:v>
                </c:pt>
                <c:pt idx="1070">
                  <c:v>45175</c:v>
                </c:pt>
                <c:pt idx="1071">
                  <c:v>45176</c:v>
                </c:pt>
                <c:pt idx="1072">
                  <c:v>45177</c:v>
                </c:pt>
                <c:pt idx="1073">
                  <c:v>45178</c:v>
                </c:pt>
                <c:pt idx="1074">
                  <c:v>45179</c:v>
                </c:pt>
                <c:pt idx="1075">
                  <c:v>45180</c:v>
                </c:pt>
                <c:pt idx="1076">
                  <c:v>45181</c:v>
                </c:pt>
                <c:pt idx="1077">
                  <c:v>45182</c:v>
                </c:pt>
                <c:pt idx="1078">
                  <c:v>45183</c:v>
                </c:pt>
                <c:pt idx="1079">
                  <c:v>45184</c:v>
                </c:pt>
                <c:pt idx="1080">
                  <c:v>45185</c:v>
                </c:pt>
                <c:pt idx="1081">
                  <c:v>45186</c:v>
                </c:pt>
                <c:pt idx="1082">
                  <c:v>45187</c:v>
                </c:pt>
                <c:pt idx="1083">
                  <c:v>45188</c:v>
                </c:pt>
                <c:pt idx="1084">
                  <c:v>45189</c:v>
                </c:pt>
                <c:pt idx="1085">
                  <c:v>45190</c:v>
                </c:pt>
                <c:pt idx="1086">
                  <c:v>45191</c:v>
                </c:pt>
                <c:pt idx="1087">
                  <c:v>45192</c:v>
                </c:pt>
                <c:pt idx="1088">
                  <c:v>45193</c:v>
                </c:pt>
                <c:pt idx="1089">
                  <c:v>45194</c:v>
                </c:pt>
                <c:pt idx="1090">
                  <c:v>45195</c:v>
                </c:pt>
                <c:pt idx="1091">
                  <c:v>45196</c:v>
                </c:pt>
                <c:pt idx="1092">
                  <c:v>45197</c:v>
                </c:pt>
                <c:pt idx="1093">
                  <c:v>45198</c:v>
                </c:pt>
                <c:pt idx="1094">
                  <c:v>45199</c:v>
                </c:pt>
                <c:pt idx="1095">
                  <c:v>45200</c:v>
                </c:pt>
                <c:pt idx="1096">
                  <c:v>45201</c:v>
                </c:pt>
                <c:pt idx="1097">
                  <c:v>45202</c:v>
                </c:pt>
                <c:pt idx="1098">
                  <c:v>45203</c:v>
                </c:pt>
                <c:pt idx="1099">
                  <c:v>45204</c:v>
                </c:pt>
                <c:pt idx="1100">
                  <c:v>45205</c:v>
                </c:pt>
                <c:pt idx="1101">
                  <c:v>45206</c:v>
                </c:pt>
                <c:pt idx="1102">
                  <c:v>45207</c:v>
                </c:pt>
                <c:pt idx="1103">
                  <c:v>45208</c:v>
                </c:pt>
                <c:pt idx="1104">
                  <c:v>45209</c:v>
                </c:pt>
                <c:pt idx="1105">
                  <c:v>45210</c:v>
                </c:pt>
                <c:pt idx="1106">
                  <c:v>45211</c:v>
                </c:pt>
                <c:pt idx="1107">
                  <c:v>45212</c:v>
                </c:pt>
                <c:pt idx="1108">
                  <c:v>45213</c:v>
                </c:pt>
                <c:pt idx="1109">
                  <c:v>45214</c:v>
                </c:pt>
                <c:pt idx="1110">
                  <c:v>45215</c:v>
                </c:pt>
                <c:pt idx="1111">
                  <c:v>45216</c:v>
                </c:pt>
                <c:pt idx="1112">
                  <c:v>45217</c:v>
                </c:pt>
                <c:pt idx="1113">
                  <c:v>45218</c:v>
                </c:pt>
                <c:pt idx="1114">
                  <c:v>45219</c:v>
                </c:pt>
                <c:pt idx="1115">
                  <c:v>45220</c:v>
                </c:pt>
                <c:pt idx="1116">
                  <c:v>45221</c:v>
                </c:pt>
                <c:pt idx="1117">
                  <c:v>45222</c:v>
                </c:pt>
                <c:pt idx="1118">
                  <c:v>45223</c:v>
                </c:pt>
                <c:pt idx="1119">
                  <c:v>45224</c:v>
                </c:pt>
                <c:pt idx="1120">
                  <c:v>45225</c:v>
                </c:pt>
                <c:pt idx="1121">
                  <c:v>45226</c:v>
                </c:pt>
                <c:pt idx="1122">
                  <c:v>45227</c:v>
                </c:pt>
                <c:pt idx="1123">
                  <c:v>45228</c:v>
                </c:pt>
                <c:pt idx="1124">
                  <c:v>45229</c:v>
                </c:pt>
                <c:pt idx="1125">
                  <c:v>45230</c:v>
                </c:pt>
                <c:pt idx="1126">
                  <c:v>45231</c:v>
                </c:pt>
                <c:pt idx="1127">
                  <c:v>45232</c:v>
                </c:pt>
                <c:pt idx="1128">
                  <c:v>45233</c:v>
                </c:pt>
                <c:pt idx="1129">
                  <c:v>45234</c:v>
                </c:pt>
                <c:pt idx="1130">
                  <c:v>45235</c:v>
                </c:pt>
                <c:pt idx="1131">
                  <c:v>45236</c:v>
                </c:pt>
                <c:pt idx="1132">
                  <c:v>45237</c:v>
                </c:pt>
                <c:pt idx="1133">
                  <c:v>45238</c:v>
                </c:pt>
                <c:pt idx="1134">
                  <c:v>45239</c:v>
                </c:pt>
                <c:pt idx="1135">
                  <c:v>45240</c:v>
                </c:pt>
                <c:pt idx="1136">
                  <c:v>45241</c:v>
                </c:pt>
                <c:pt idx="1137">
                  <c:v>45242</c:v>
                </c:pt>
                <c:pt idx="1138">
                  <c:v>45243</c:v>
                </c:pt>
                <c:pt idx="1139">
                  <c:v>45244</c:v>
                </c:pt>
                <c:pt idx="1140">
                  <c:v>45245</c:v>
                </c:pt>
                <c:pt idx="1141">
                  <c:v>45246</c:v>
                </c:pt>
                <c:pt idx="1142">
                  <c:v>45247</c:v>
                </c:pt>
                <c:pt idx="1143">
                  <c:v>45248</c:v>
                </c:pt>
                <c:pt idx="1144">
                  <c:v>45249</c:v>
                </c:pt>
                <c:pt idx="1145">
                  <c:v>45250</c:v>
                </c:pt>
                <c:pt idx="1146">
                  <c:v>45251</c:v>
                </c:pt>
                <c:pt idx="1147">
                  <c:v>45252</c:v>
                </c:pt>
                <c:pt idx="1148">
                  <c:v>45253</c:v>
                </c:pt>
                <c:pt idx="1149">
                  <c:v>45254</c:v>
                </c:pt>
                <c:pt idx="1150">
                  <c:v>45255</c:v>
                </c:pt>
                <c:pt idx="1151">
                  <c:v>45256</c:v>
                </c:pt>
                <c:pt idx="1152">
                  <c:v>45257</c:v>
                </c:pt>
                <c:pt idx="1153">
                  <c:v>45258</c:v>
                </c:pt>
                <c:pt idx="1154">
                  <c:v>45259</c:v>
                </c:pt>
                <c:pt idx="1155">
                  <c:v>45260</c:v>
                </c:pt>
                <c:pt idx="1156">
                  <c:v>45261</c:v>
                </c:pt>
                <c:pt idx="1157">
                  <c:v>45262</c:v>
                </c:pt>
                <c:pt idx="1158">
                  <c:v>45263</c:v>
                </c:pt>
                <c:pt idx="1159">
                  <c:v>45264</c:v>
                </c:pt>
                <c:pt idx="1160">
                  <c:v>45265</c:v>
                </c:pt>
                <c:pt idx="1161">
                  <c:v>45266</c:v>
                </c:pt>
                <c:pt idx="1162">
                  <c:v>45267</c:v>
                </c:pt>
                <c:pt idx="1163">
                  <c:v>45268</c:v>
                </c:pt>
                <c:pt idx="1164">
                  <c:v>45269</c:v>
                </c:pt>
                <c:pt idx="1165">
                  <c:v>45270</c:v>
                </c:pt>
                <c:pt idx="1166">
                  <c:v>45271</c:v>
                </c:pt>
                <c:pt idx="1167">
                  <c:v>45272</c:v>
                </c:pt>
                <c:pt idx="1168">
                  <c:v>45273</c:v>
                </c:pt>
                <c:pt idx="1169">
                  <c:v>45274</c:v>
                </c:pt>
                <c:pt idx="1170">
                  <c:v>45275</c:v>
                </c:pt>
                <c:pt idx="1171">
                  <c:v>45276</c:v>
                </c:pt>
                <c:pt idx="1172">
                  <c:v>45277</c:v>
                </c:pt>
                <c:pt idx="1173">
                  <c:v>45278</c:v>
                </c:pt>
                <c:pt idx="1174">
                  <c:v>45279</c:v>
                </c:pt>
                <c:pt idx="1175">
                  <c:v>45280</c:v>
                </c:pt>
                <c:pt idx="1176">
                  <c:v>45281</c:v>
                </c:pt>
                <c:pt idx="1177">
                  <c:v>45282</c:v>
                </c:pt>
                <c:pt idx="1178">
                  <c:v>45283</c:v>
                </c:pt>
                <c:pt idx="1179">
                  <c:v>45284</c:v>
                </c:pt>
                <c:pt idx="1180">
                  <c:v>45285</c:v>
                </c:pt>
                <c:pt idx="1181">
                  <c:v>45286</c:v>
                </c:pt>
                <c:pt idx="1182">
                  <c:v>45287</c:v>
                </c:pt>
                <c:pt idx="1183">
                  <c:v>45288</c:v>
                </c:pt>
                <c:pt idx="1184">
                  <c:v>45289</c:v>
                </c:pt>
                <c:pt idx="1185">
                  <c:v>45290</c:v>
                </c:pt>
                <c:pt idx="1186">
                  <c:v>45291</c:v>
                </c:pt>
                <c:pt idx="1187">
                  <c:v>45292</c:v>
                </c:pt>
                <c:pt idx="1188">
                  <c:v>45293</c:v>
                </c:pt>
                <c:pt idx="1189">
                  <c:v>45294</c:v>
                </c:pt>
                <c:pt idx="1190">
                  <c:v>45295</c:v>
                </c:pt>
                <c:pt idx="1191">
                  <c:v>45296</c:v>
                </c:pt>
                <c:pt idx="1192">
                  <c:v>45297</c:v>
                </c:pt>
                <c:pt idx="1193">
                  <c:v>45298</c:v>
                </c:pt>
                <c:pt idx="1194">
                  <c:v>45299</c:v>
                </c:pt>
                <c:pt idx="1195">
                  <c:v>45300</c:v>
                </c:pt>
                <c:pt idx="1196">
                  <c:v>45301</c:v>
                </c:pt>
                <c:pt idx="1197">
                  <c:v>45302</c:v>
                </c:pt>
                <c:pt idx="1198">
                  <c:v>45303</c:v>
                </c:pt>
                <c:pt idx="1199">
                  <c:v>45304</c:v>
                </c:pt>
                <c:pt idx="1200">
                  <c:v>45305</c:v>
                </c:pt>
                <c:pt idx="1201">
                  <c:v>45306</c:v>
                </c:pt>
                <c:pt idx="1202">
                  <c:v>45307</c:v>
                </c:pt>
                <c:pt idx="1203">
                  <c:v>45308</c:v>
                </c:pt>
                <c:pt idx="1204">
                  <c:v>45309</c:v>
                </c:pt>
                <c:pt idx="1205">
                  <c:v>45310</c:v>
                </c:pt>
                <c:pt idx="1206">
                  <c:v>45311</c:v>
                </c:pt>
                <c:pt idx="1207">
                  <c:v>45312</c:v>
                </c:pt>
                <c:pt idx="1208">
                  <c:v>45313</c:v>
                </c:pt>
                <c:pt idx="1209">
                  <c:v>45314</c:v>
                </c:pt>
                <c:pt idx="1210">
                  <c:v>45315</c:v>
                </c:pt>
                <c:pt idx="1211">
                  <c:v>45316</c:v>
                </c:pt>
                <c:pt idx="1212">
                  <c:v>45317</c:v>
                </c:pt>
                <c:pt idx="1213">
                  <c:v>45318</c:v>
                </c:pt>
                <c:pt idx="1214">
                  <c:v>45319</c:v>
                </c:pt>
                <c:pt idx="1215">
                  <c:v>45320</c:v>
                </c:pt>
                <c:pt idx="1216">
                  <c:v>45321</c:v>
                </c:pt>
                <c:pt idx="1217">
                  <c:v>45322</c:v>
                </c:pt>
                <c:pt idx="1218">
                  <c:v>45323</c:v>
                </c:pt>
                <c:pt idx="1219">
                  <c:v>45324</c:v>
                </c:pt>
                <c:pt idx="1220">
                  <c:v>45325</c:v>
                </c:pt>
                <c:pt idx="1221">
                  <c:v>45326</c:v>
                </c:pt>
                <c:pt idx="1222">
                  <c:v>45327</c:v>
                </c:pt>
                <c:pt idx="1223">
                  <c:v>45328</c:v>
                </c:pt>
                <c:pt idx="1224">
                  <c:v>45329</c:v>
                </c:pt>
                <c:pt idx="1225">
                  <c:v>45330</c:v>
                </c:pt>
                <c:pt idx="1226">
                  <c:v>45331</c:v>
                </c:pt>
                <c:pt idx="1227">
                  <c:v>45332</c:v>
                </c:pt>
                <c:pt idx="1228">
                  <c:v>45333</c:v>
                </c:pt>
                <c:pt idx="1229">
                  <c:v>45334</c:v>
                </c:pt>
                <c:pt idx="1230">
                  <c:v>45335</c:v>
                </c:pt>
                <c:pt idx="1231">
                  <c:v>45336</c:v>
                </c:pt>
                <c:pt idx="1232">
                  <c:v>45337</c:v>
                </c:pt>
                <c:pt idx="1233">
                  <c:v>45338</c:v>
                </c:pt>
                <c:pt idx="1234">
                  <c:v>45339</c:v>
                </c:pt>
                <c:pt idx="1235">
                  <c:v>45340</c:v>
                </c:pt>
                <c:pt idx="1236">
                  <c:v>45341</c:v>
                </c:pt>
                <c:pt idx="1237">
                  <c:v>45342</c:v>
                </c:pt>
                <c:pt idx="1238">
                  <c:v>45343</c:v>
                </c:pt>
                <c:pt idx="1239">
                  <c:v>45344</c:v>
                </c:pt>
                <c:pt idx="1240">
                  <c:v>45345</c:v>
                </c:pt>
                <c:pt idx="1241">
                  <c:v>45346</c:v>
                </c:pt>
                <c:pt idx="1242">
                  <c:v>45347</c:v>
                </c:pt>
                <c:pt idx="1243">
                  <c:v>45348</c:v>
                </c:pt>
                <c:pt idx="1244">
                  <c:v>45349</c:v>
                </c:pt>
                <c:pt idx="1245">
                  <c:v>45350</c:v>
                </c:pt>
                <c:pt idx="1246">
                  <c:v>45351</c:v>
                </c:pt>
                <c:pt idx="1247">
                  <c:v>45352</c:v>
                </c:pt>
                <c:pt idx="1248">
                  <c:v>45353</c:v>
                </c:pt>
                <c:pt idx="1249">
                  <c:v>45354</c:v>
                </c:pt>
                <c:pt idx="1250">
                  <c:v>45355</c:v>
                </c:pt>
                <c:pt idx="1251">
                  <c:v>45356</c:v>
                </c:pt>
                <c:pt idx="1252">
                  <c:v>45357</c:v>
                </c:pt>
                <c:pt idx="1253">
                  <c:v>45358</c:v>
                </c:pt>
                <c:pt idx="1254">
                  <c:v>45359</c:v>
                </c:pt>
                <c:pt idx="1255">
                  <c:v>45360</c:v>
                </c:pt>
                <c:pt idx="1256">
                  <c:v>45361</c:v>
                </c:pt>
                <c:pt idx="1257">
                  <c:v>45362</c:v>
                </c:pt>
                <c:pt idx="1258">
                  <c:v>45363</c:v>
                </c:pt>
                <c:pt idx="1259">
                  <c:v>45364</c:v>
                </c:pt>
                <c:pt idx="1260">
                  <c:v>45365</c:v>
                </c:pt>
                <c:pt idx="1261">
                  <c:v>45366</c:v>
                </c:pt>
                <c:pt idx="1262">
                  <c:v>45367</c:v>
                </c:pt>
                <c:pt idx="1263">
                  <c:v>45368</c:v>
                </c:pt>
                <c:pt idx="1264">
                  <c:v>45369</c:v>
                </c:pt>
                <c:pt idx="1265">
                  <c:v>45370</c:v>
                </c:pt>
                <c:pt idx="1266">
                  <c:v>45371</c:v>
                </c:pt>
                <c:pt idx="1267">
                  <c:v>45372</c:v>
                </c:pt>
                <c:pt idx="1268">
                  <c:v>45373</c:v>
                </c:pt>
                <c:pt idx="1269">
                  <c:v>45374</c:v>
                </c:pt>
                <c:pt idx="1270">
                  <c:v>45375</c:v>
                </c:pt>
                <c:pt idx="1271">
                  <c:v>45376</c:v>
                </c:pt>
                <c:pt idx="1272">
                  <c:v>45377</c:v>
                </c:pt>
                <c:pt idx="1273">
                  <c:v>45378</c:v>
                </c:pt>
                <c:pt idx="1274">
                  <c:v>45379</c:v>
                </c:pt>
                <c:pt idx="1275">
                  <c:v>45380</c:v>
                </c:pt>
                <c:pt idx="1276">
                  <c:v>45381</c:v>
                </c:pt>
                <c:pt idx="1277">
                  <c:v>45382</c:v>
                </c:pt>
                <c:pt idx="1278">
                  <c:v>45383</c:v>
                </c:pt>
                <c:pt idx="1279">
                  <c:v>45384</c:v>
                </c:pt>
                <c:pt idx="1280">
                  <c:v>45385</c:v>
                </c:pt>
                <c:pt idx="1281">
                  <c:v>45386</c:v>
                </c:pt>
                <c:pt idx="1282">
                  <c:v>45387</c:v>
                </c:pt>
                <c:pt idx="1283">
                  <c:v>45388</c:v>
                </c:pt>
                <c:pt idx="1284">
                  <c:v>45389</c:v>
                </c:pt>
                <c:pt idx="1285">
                  <c:v>45390</c:v>
                </c:pt>
                <c:pt idx="1286">
                  <c:v>45391</c:v>
                </c:pt>
                <c:pt idx="1287">
                  <c:v>45392</c:v>
                </c:pt>
                <c:pt idx="1288">
                  <c:v>45393</c:v>
                </c:pt>
                <c:pt idx="1289">
                  <c:v>45394</c:v>
                </c:pt>
                <c:pt idx="1290">
                  <c:v>45395</c:v>
                </c:pt>
                <c:pt idx="1291">
                  <c:v>45396</c:v>
                </c:pt>
                <c:pt idx="1292">
                  <c:v>45397</c:v>
                </c:pt>
                <c:pt idx="1293">
                  <c:v>45398</c:v>
                </c:pt>
                <c:pt idx="1294">
                  <c:v>45399</c:v>
                </c:pt>
                <c:pt idx="1295">
                  <c:v>45400</c:v>
                </c:pt>
                <c:pt idx="1296">
                  <c:v>45401</c:v>
                </c:pt>
                <c:pt idx="1297">
                  <c:v>45402</c:v>
                </c:pt>
                <c:pt idx="1298">
                  <c:v>45403</c:v>
                </c:pt>
                <c:pt idx="1299">
                  <c:v>45404</c:v>
                </c:pt>
                <c:pt idx="1300">
                  <c:v>45405</c:v>
                </c:pt>
                <c:pt idx="1301">
                  <c:v>45406</c:v>
                </c:pt>
                <c:pt idx="1302">
                  <c:v>45407</c:v>
                </c:pt>
                <c:pt idx="1303">
                  <c:v>45408</c:v>
                </c:pt>
                <c:pt idx="1304">
                  <c:v>45409</c:v>
                </c:pt>
                <c:pt idx="1305">
                  <c:v>45410</c:v>
                </c:pt>
                <c:pt idx="1306">
                  <c:v>45411</c:v>
                </c:pt>
                <c:pt idx="1307">
                  <c:v>45412</c:v>
                </c:pt>
                <c:pt idx="1308">
                  <c:v>45413</c:v>
                </c:pt>
                <c:pt idx="1309">
                  <c:v>45414</c:v>
                </c:pt>
                <c:pt idx="1310">
                  <c:v>45415</c:v>
                </c:pt>
                <c:pt idx="1311">
                  <c:v>45416</c:v>
                </c:pt>
                <c:pt idx="1312">
                  <c:v>45417</c:v>
                </c:pt>
                <c:pt idx="1313">
                  <c:v>45418</c:v>
                </c:pt>
                <c:pt idx="1314">
                  <c:v>45419</c:v>
                </c:pt>
                <c:pt idx="1315">
                  <c:v>45420</c:v>
                </c:pt>
                <c:pt idx="1316">
                  <c:v>45421</c:v>
                </c:pt>
                <c:pt idx="1317">
                  <c:v>45422</c:v>
                </c:pt>
                <c:pt idx="1318">
                  <c:v>45423</c:v>
                </c:pt>
                <c:pt idx="1319">
                  <c:v>45424</c:v>
                </c:pt>
                <c:pt idx="1320">
                  <c:v>45425</c:v>
                </c:pt>
                <c:pt idx="1321">
                  <c:v>45426</c:v>
                </c:pt>
                <c:pt idx="1322">
                  <c:v>45427</c:v>
                </c:pt>
                <c:pt idx="1323">
                  <c:v>45428</c:v>
                </c:pt>
                <c:pt idx="1324">
                  <c:v>45429</c:v>
                </c:pt>
                <c:pt idx="1325">
                  <c:v>45430</c:v>
                </c:pt>
                <c:pt idx="1326">
                  <c:v>45431</c:v>
                </c:pt>
                <c:pt idx="1327">
                  <c:v>45432</c:v>
                </c:pt>
                <c:pt idx="1328">
                  <c:v>45433</c:v>
                </c:pt>
                <c:pt idx="1329">
                  <c:v>45434</c:v>
                </c:pt>
                <c:pt idx="1330">
                  <c:v>45435</c:v>
                </c:pt>
                <c:pt idx="1331">
                  <c:v>45436</c:v>
                </c:pt>
                <c:pt idx="1332">
                  <c:v>45437</c:v>
                </c:pt>
                <c:pt idx="1333">
                  <c:v>45438</c:v>
                </c:pt>
                <c:pt idx="1334">
                  <c:v>45439</c:v>
                </c:pt>
                <c:pt idx="1335">
                  <c:v>45440</c:v>
                </c:pt>
                <c:pt idx="1336">
                  <c:v>45441</c:v>
                </c:pt>
                <c:pt idx="1337">
                  <c:v>45442</c:v>
                </c:pt>
                <c:pt idx="1338">
                  <c:v>45443</c:v>
                </c:pt>
                <c:pt idx="1339">
                  <c:v>45444</c:v>
                </c:pt>
                <c:pt idx="1340">
                  <c:v>45445</c:v>
                </c:pt>
                <c:pt idx="1341">
                  <c:v>45446</c:v>
                </c:pt>
                <c:pt idx="1342">
                  <c:v>45447</c:v>
                </c:pt>
                <c:pt idx="1343">
                  <c:v>45448</c:v>
                </c:pt>
                <c:pt idx="1344">
                  <c:v>45449</c:v>
                </c:pt>
                <c:pt idx="1345">
                  <c:v>45450</c:v>
                </c:pt>
                <c:pt idx="1346">
                  <c:v>45451</c:v>
                </c:pt>
                <c:pt idx="1347">
                  <c:v>45452</c:v>
                </c:pt>
                <c:pt idx="1348">
                  <c:v>45453</c:v>
                </c:pt>
                <c:pt idx="1349">
                  <c:v>45454</c:v>
                </c:pt>
                <c:pt idx="1350">
                  <c:v>45455</c:v>
                </c:pt>
                <c:pt idx="1351">
                  <c:v>45456</c:v>
                </c:pt>
                <c:pt idx="1352">
                  <c:v>45457</c:v>
                </c:pt>
                <c:pt idx="1353">
                  <c:v>45458</c:v>
                </c:pt>
                <c:pt idx="1354">
                  <c:v>45459</c:v>
                </c:pt>
                <c:pt idx="1355">
                  <c:v>45460</c:v>
                </c:pt>
                <c:pt idx="1356">
                  <c:v>45461</c:v>
                </c:pt>
                <c:pt idx="1357">
                  <c:v>45462</c:v>
                </c:pt>
                <c:pt idx="1358">
                  <c:v>45463</c:v>
                </c:pt>
                <c:pt idx="1359">
                  <c:v>45464</c:v>
                </c:pt>
                <c:pt idx="1360">
                  <c:v>45465</c:v>
                </c:pt>
                <c:pt idx="1361">
                  <c:v>45466</c:v>
                </c:pt>
                <c:pt idx="1362">
                  <c:v>45467</c:v>
                </c:pt>
                <c:pt idx="1363">
                  <c:v>45468</c:v>
                </c:pt>
                <c:pt idx="1364">
                  <c:v>45469</c:v>
                </c:pt>
                <c:pt idx="1365">
                  <c:v>45470</c:v>
                </c:pt>
                <c:pt idx="1366">
                  <c:v>45471</c:v>
                </c:pt>
                <c:pt idx="1367">
                  <c:v>45472</c:v>
                </c:pt>
                <c:pt idx="1368">
                  <c:v>45473</c:v>
                </c:pt>
                <c:pt idx="1369">
                  <c:v>45474</c:v>
                </c:pt>
                <c:pt idx="1370">
                  <c:v>45475</c:v>
                </c:pt>
                <c:pt idx="1371">
                  <c:v>45476</c:v>
                </c:pt>
                <c:pt idx="1372">
                  <c:v>45477</c:v>
                </c:pt>
                <c:pt idx="1373">
                  <c:v>45478</c:v>
                </c:pt>
                <c:pt idx="1374">
                  <c:v>45479</c:v>
                </c:pt>
                <c:pt idx="1375">
                  <c:v>45480</c:v>
                </c:pt>
                <c:pt idx="1376">
                  <c:v>45481</c:v>
                </c:pt>
                <c:pt idx="1377">
                  <c:v>45482</c:v>
                </c:pt>
                <c:pt idx="1378">
                  <c:v>45483</c:v>
                </c:pt>
                <c:pt idx="1379">
                  <c:v>45484</c:v>
                </c:pt>
                <c:pt idx="1380">
                  <c:v>45485</c:v>
                </c:pt>
                <c:pt idx="1381">
                  <c:v>45486</c:v>
                </c:pt>
                <c:pt idx="1382">
                  <c:v>45487</c:v>
                </c:pt>
                <c:pt idx="1383">
                  <c:v>45488</c:v>
                </c:pt>
                <c:pt idx="1384">
                  <c:v>45489</c:v>
                </c:pt>
                <c:pt idx="1385">
                  <c:v>45490</c:v>
                </c:pt>
                <c:pt idx="1386">
                  <c:v>45491</c:v>
                </c:pt>
                <c:pt idx="1387">
                  <c:v>45492</c:v>
                </c:pt>
                <c:pt idx="1388">
                  <c:v>45493</c:v>
                </c:pt>
                <c:pt idx="1389">
                  <c:v>45494</c:v>
                </c:pt>
                <c:pt idx="1390">
                  <c:v>45495</c:v>
                </c:pt>
                <c:pt idx="1391">
                  <c:v>45496</c:v>
                </c:pt>
                <c:pt idx="1392">
                  <c:v>45497</c:v>
                </c:pt>
                <c:pt idx="1393">
                  <c:v>45498</c:v>
                </c:pt>
                <c:pt idx="1394">
                  <c:v>45499</c:v>
                </c:pt>
                <c:pt idx="1395">
                  <c:v>45500</c:v>
                </c:pt>
                <c:pt idx="1396">
                  <c:v>45501</c:v>
                </c:pt>
                <c:pt idx="1397">
                  <c:v>45502</c:v>
                </c:pt>
                <c:pt idx="1398">
                  <c:v>45503</c:v>
                </c:pt>
                <c:pt idx="1399">
                  <c:v>45504</c:v>
                </c:pt>
                <c:pt idx="1400">
                  <c:v>45505</c:v>
                </c:pt>
                <c:pt idx="1401">
                  <c:v>45506</c:v>
                </c:pt>
                <c:pt idx="1402">
                  <c:v>45507</c:v>
                </c:pt>
                <c:pt idx="1403">
                  <c:v>45508</c:v>
                </c:pt>
                <c:pt idx="1404">
                  <c:v>45509</c:v>
                </c:pt>
                <c:pt idx="1405">
                  <c:v>45510</c:v>
                </c:pt>
                <c:pt idx="1406">
                  <c:v>45511</c:v>
                </c:pt>
                <c:pt idx="1407">
                  <c:v>45512</c:v>
                </c:pt>
                <c:pt idx="1408">
                  <c:v>45513</c:v>
                </c:pt>
                <c:pt idx="1409">
                  <c:v>45514</c:v>
                </c:pt>
                <c:pt idx="1410">
                  <c:v>45515</c:v>
                </c:pt>
                <c:pt idx="1411">
                  <c:v>45516</c:v>
                </c:pt>
                <c:pt idx="1412">
                  <c:v>45517</c:v>
                </c:pt>
                <c:pt idx="1413">
                  <c:v>45518</c:v>
                </c:pt>
                <c:pt idx="1414">
                  <c:v>45519</c:v>
                </c:pt>
                <c:pt idx="1415">
                  <c:v>45520</c:v>
                </c:pt>
                <c:pt idx="1416">
                  <c:v>45521</c:v>
                </c:pt>
                <c:pt idx="1417">
                  <c:v>45522</c:v>
                </c:pt>
                <c:pt idx="1418">
                  <c:v>45523</c:v>
                </c:pt>
                <c:pt idx="1419">
                  <c:v>45524</c:v>
                </c:pt>
                <c:pt idx="1420">
                  <c:v>45525</c:v>
                </c:pt>
                <c:pt idx="1421">
                  <c:v>45526</c:v>
                </c:pt>
                <c:pt idx="1422">
                  <c:v>45527</c:v>
                </c:pt>
                <c:pt idx="1423">
                  <c:v>45528</c:v>
                </c:pt>
                <c:pt idx="1424">
                  <c:v>45529</c:v>
                </c:pt>
                <c:pt idx="1425">
                  <c:v>45530</c:v>
                </c:pt>
                <c:pt idx="1426">
                  <c:v>45531</c:v>
                </c:pt>
                <c:pt idx="1427">
                  <c:v>45532</c:v>
                </c:pt>
                <c:pt idx="1428">
                  <c:v>45533</c:v>
                </c:pt>
                <c:pt idx="1429">
                  <c:v>45534</c:v>
                </c:pt>
                <c:pt idx="1430">
                  <c:v>45535</c:v>
                </c:pt>
                <c:pt idx="1431">
                  <c:v>45536</c:v>
                </c:pt>
                <c:pt idx="1432">
                  <c:v>45537</c:v>
                </c:pt>
                <c:pt idx="1433">
                  <c:v>45538</c:v>
                </c:pt>
                <c:pt idx="1434">
                  <c:v>45539</c:v>
                </c:pt>
                <c:pt idx="1435">
                  <c:v>45540</c:v>
                </c:pt>
                <c:pt idx="1436">
                  <c:v>45541</c:v>
                </c:pt>
                <c:pt idx="1437">
                  <c:v>45542</c:v>
                </c:pt>
                <c:pt idx="1438">
                  <c:v>45543</c:v>
                </c:pt>
                <c:pt idx="1439">
                  <c:v>45544</c:v>
                </c:pt>
                <c:pt idx="1440">
                  <c:v>45545</c:v>
                </c:pt>
                <c:pt idx="1441">
                  <c:v>45546</c:v>
                </c:pt>
                <c:pt idx="1442">
                  <c:v>45547</c:v>
                </c:pt>
                <c:pt idx="1443">
                  <c:v>45548</c:v>
                </c:pt>
                <c:pt idx="1444">
                  <c:v>45549</c:v>
                </c:pt>
                <c:pt idx="1445">
                  <c:v>45550</c:v>
                </c:pt>
                <c:pt idx="1446">
                  <c:v>45551</c:v>
                </c:pt>
                <c:pt idx="1447">
                  <c:v>45552</c:v>
                </c:pt>
                <c:pt idx="1448">
                  <c:v>45553</c:v>
                </c:pt>
                <c:pt idx="1449">
                  <c:v>45554</c:v>
                </c:pt>
                <c:pt idx="1450">
                  <c:v>45555</c:v>
                </c:pt>
                <c:pt idx="1451">
                  <c:v>45556</c:v>
                </c:pt>
                <c:pt idx="1452">
                  <c:v>45557</c:v>
                </c:pt>
                <c:pt idx="1453">
                  <c:v>45558</c:v>
                </c:pt>
                <c:pt idx="1454">
                  <c:v>45559</c:v>
                </c:pt>
                <c:pt idx="1455">
                  <c:v>45560</c:v>
                </c:pt>
                <c:pt idx="1456">
                  <c:v>45561</c:v>
                </c:pt>
                <c:pt idx="1457">
                  <c:v>45562</c:v>
                </c:pt>
                <c:pt idx="1458">
                  <c:v>45563</c:v>
                </c:pt>
                <c:pt idx="1459">
                  <c:v>45564</c:v>
                </c:pt>
                <c:pt idx="1460">
                  <c:v>45565</c:v>
                </c:pt>
                <c:pt idx="1461">
                  <c:v>45566</c:v>
                </c:pt>
                <c:pt idx="1462">
                  <c:v>45567</c:v>
                </c:pt>
                <c:pt idx="1463">
                  <c:v>45568</c:v>
                </c:pt>
                <c:pt idx="1464">
                  <c:v>45569</c:v>
                </c:pt>
                <c:pt idx="1465">
                  <c:v>45570</c:v>
                </c:pt>
                <c:pt idx="1466">
                  <c:v>45571</c:v>
                </c:pt>
                <c:pt idx="1467">
                  <c:v>45572</c:v>
                </c:pt>
                <c:pt idx="1468">
                  <c:v>45573</c:v>
                </c:pt>
                <c:pt idx="1469">
                  <c:v>45574</c:v>
                </c:pt>
                <c:pt idx="1470">
                  <c:v>45575</c:v>
                </c:pt>
                <c:pt idx="1471">
                  <c:v>45576</c:v>
                </c:pt>
                <c:pt idx="1472">
                  <c:v>45577</c:v>
                </c:pt>
                <c:pt idx="1473">
                  <c:v>45578</c:v>
                </c:pt>
                <c:pt idx="1474">
                  <c:v>45579</c:v>
                </c:pt>
                <c:pt idx="1475">
                  <c:v>45580</c:v>
                </c:pt>
                <c:pt idx="1476">
                  <c:v>45581</c:v>
                </c:pt>
                <c:pt idx="1477">
                  <c:v>45582</c:v>
                </c:pt>
                <c:pt idx="1478">
                  <c:v>45583</c:v>
                </c:pt>
                <c:pt idx="1479">
                  <c:v>45584</c:v>
                </c:pt>
                <c:pt idx="1480">
                  <c:v>45585</c:v>
                </c:pt>
                <c:pt idx="1481">
                  <c:v>45586</c:v>
                </c:pt>
                <c:pt idx="1482">
                  <c:v>45587</c:v>
                </c:pt>
                <c:pt idx="1483">
                  <c:v>45588</c:v>
                </c:pt>
                <c:pt idx="1484">
                  <c:v>45589</c:v>
                </c:pt>
                <c:pt idx="1485">
                  <c:v>45590</c:v>
                </c:pt>
                <c:pt idx="1486">
                  <c:v>45591</c:v>
                </c:pt>
                <c:pt idx="1487">
                  <c:v>45592</c:v>
                </c:pt>
                <c:pt idx="1488">
                  <c:v>45593</c:v>
                </c:pt>
                <c:pt idx="1489">
                  <c:v>45594</c:v>
                </c:pt>
                <c:pt idx="1490">
                  <c:v>45595</c:v>
                </c:pt>
                <c:pt idx="1491">
                  <c:v>45596</c:v>
                </c:pt>
                <c:pt idx="1492">
                  <c:v>45597</c:v>
                </c:pt>
                <c:pt idx="1493">
                  <c:v>45598</c:v>
                </c:pt>
                <c:pt idx="1494">
                  <c:v>45599</c:v>
                </c:pt>
                <c:pt idx="1495">
                  <c:v>45600</c:v>
                </c:pt>
                <c:pt idx="1496">
                  <c:v>45601</c:v>
                </c:pt>
                <c:pt idx="1497">
                  <c:v>45602</c:v>
                </c:pt>
                <c:pt idx="1498">
                  <c:v>45603</c:v>
                </c:pt>
                <c:pt idx="1499">
                  <c:v>45604</c:v>
                </c:pt>
                <c:pt idx="1500">
                  <c:v>45605</c:v>
                </c:pt>
                <c:pt idx="1501">
                  <c:v>45606</c:v>
                </c:pt>
                <c:pt idx="1502">
                  <c:v>45607</c:v>
                </c:pt>
                <c:pt idx="1503">
                  <c:v>45608</c:v>
                </c:pt>
                <c:pt idx="1504">
                  <c:v>45609</c:v>
                </c:pt>
                <c:pt idx="1505">
                  <c:v>45610</c:v>
                </c:pt>
                <c:pt idx="1506">
                  <c:v>45611</c:v>
                </c:pt>
                <c:pt idx="1507">
                  <c:v>45612</c:v>
                </c:pt>
                <c:pt idx="1508">
                  <c:v>45613</c:v>
                </c:pt>
                <c:pt idx="1509">
                  <c:v>45614</c:v>
                </c:pt>
                <c:pt idx="1510">
                  <c:v>45615</c:v>
                </c:pt>
                <c:pt idx="1511">
                  <c:v>45616</c:v>
                </c:pt>
                <c:pt idx="1512">
                  <c:v>45617</c:v>
                </c:pt>
                <c:pt idx="1513">
                  <c:v>45618</c:v>
                </c:pt>
                <c:pt idx="1514">
                  <c:v>45619</c:v>
                </c:pt>
                <c:pt idx="1515">
                  <c:v>45620</c:v>
                </c:pt>
                <c:pt idx="1516">
                  <c:v>45621</c:v>
                </c:pt>
                <c:pt idx="1517">
                  <c:v>45622</c:v>
                </c:pt>
                <c:pt idx="1518">
                  <c:v>45623</c:v>
                </c:pt>
                <c:pt idx="1519">
                  <c:v>45624</c:v>
                </c:pt>
                <c:pt idx="1520">
                  <c:v>45625</c:v>
                </c:pt>
                <c:pt idx="1521">
                  <c:v>45626</c:v>
                </c:pt>
                <c:pt idx="1522">
                  <c:v>45627</c:v>
                </c:pt>
                <c:pt idx="1523">
                  <c:v>45628</c:v>
                </c:pt>
                <c:pt idx="1524">
                  <c:v>45629</c:v>
                </c:pt>
                <c:pt idx="1525">
                  <c:v>45630</c:v>
                </c:pt>
                <c:pt idx="1526">
                  <c:v>45631</c:v>
                </c:pt>
                <c:pt idx="1527">
                  <c:v>45632</c:v>
                </c:pt>
                <c:pt idx="1528">
                  <c:v>45633</c:v>
                </c:pt>
                <c:pt idx="1529">
                  <c:v>45634</c:v>
                </c:pt>
                <c:pt idx="1530">
                  <c:v>45635</c:v>
                </c:pt>
                <c:pt idx="1531">
                  <c:v>45636</c:v>
                </c:pt>
                <c:pt idx="1532">
                  <c:v>45637</c:v>
                </c:pt>
                <c:pt idx="1533">
                  <c:v>45638</c:v>
                </c:pt>
                <c:pt idx="1534">
                  <c:v>45639</c:v>
                </c:pt>
                <c:pt idx="1535">
                  <c:v>45640</c:v>
                </c:pt>
                <c:pt idx="1536">
                  <c:v>45641</c:v>
                </c:pt>
                <c:pt idx="1537">
                  <c:v>45642</c:v>
                </c:pt>
                <c:pt idx="1538">
                  <c:v>45643</c:v>
                </c:pt>
                <c:pt idx="1539">
                  <c:v>45644</c:v>
                </c:pt>
                <c:pt idx="1540">
                  <c:v>45645</c:v>
                </c:pt>
                <c:pt idx="1541">
                  <c:v>45646</c:v>
                </c:pt>
                <c:pt idx="1542">
                  <c:v>45647</c:v>
                </c:pt>
                <c:pt idx="1543">
                  <c:v>45648</c:v>
                </c:pt>
                <c:pt idx="1544">
                  <c:v>45649</c:v>
                </c:pt>
                <c:pt idx="1545">
                  <c:v>45650</c:v>
                </c:pt>
                <c:pt idx="1546">
                  <c:v>45651</c:v>
                </c:pt>
                <c:pt idx="1547">
                  <c:v>45652</c:v>
                </c:pt>
                <c:pt idx="1548">
                  <c:v>45653</c:v>
                </c:pt>
                <c:pt idx="1549">
                  <c:v>45654</c:v>
                </c:pt>
                <c:pt idx="1550">
                  <c:v>45655</c:v>
                </c:pt>
                <c:pt idx="1551">
                  <c:v>45656</c:v>
                </c:pt>
                <c:pt idx="1552">
                  <c:v>45657</c:v>
                </c:pt>
                <c:pt idx="1553">
                  <c:v>45658</c:v>
                </c:pt>
                <c:pt idx="1554">
                  <c:v>45659</c:v>
                </c:pt>
                <c:pt idx="1555">
                  <c:v>45660</c:v>
                </c:pt>
                <c:pt idx="1556">
                  <c:v>45661</c:v>
                </c:pt>
                <c:pt idx="1557">
                  <c:v>45662</c:v>
                </c:pt>
                <c:pt idx="1558">
                  <c:v>45663</c:v>
                </c:pt>
                <c:pt idx="1559">
                  <c:v>45664</c:v>
                </c:pt>
                <c:pt idx="1560">
                  <c:v>45665</c:v>
                </c:pt>
                <c:pt idx="1561">
                  <c:v>45666</c:v>
                </c:pt>
                <c:pt idx="1562">
                  <c:v>45667</c:v>
                </c:pt>
                <c:pt idx="1563">
                  <c:v>45668</c:v>
                </c:pt>
                <c:pt idx="1564">
                  <c:v>45669</c:v>
                </c:pt>
                <c:pt idx="1565">
                  <c:v>45670</c:v>
                </c:pt>
                <c:pt idx="1566">
                  <c:v>45671</c:v>
                </c:pt>
                <c:pt idx="1567">
                  <c:v>45672</c:v>
                </c:pt>
                <c:pt idx="1568">
                  <c:v>45673</c:v>
                </c:pt>
                <c:pt idx="1569">
                  <c:v>45674</c:v>
                </c:pt>
                <c:pt idx="1570">
                  <c:v>45675</c:v>
                </c:pt>
                <c:pt idx="1571">
                  <c:v>45676</c:v>
                </c:pt>
                <c:pt idx="1572">
                  <c:v>45677</c:v>
                </c:pt>
                <c:pt idx="1573">
                  <c:v>45678</c:v>
                </c:pt>
                <c:pt idx="1574">
                  <c:v>45679</c:v>
                </c:pt>
                <c:pt idx="1575">
                  <c:v>45680</c:v>
                </c:pt>
                <c:pt idx="1576">
                  <c:v>45681</c:v>
                </c:pt>
                <c:pt idx="1577">
                  <c:v>45682</c:v>
                </c:pt>
                <c:pt idx="1578">
                  <c:v>45683</c:v>
                </c:pt>
                <c:pt idx="1579">
                  <c:v>45684</c:v>
                </c:pt>
                <c:pt idx="1580">
                  <c:v>45685</c:v>
                </c:pt>
                <c:pt idx="1581">
                  <c:v>45686</c:v>
                </c:pt>
                <c:pt idx="1582">
                  <c:v>45687</c:v>
                </c:pt>
                <c:pt idx="1583">
                  <c:v>45688</c:v>
                </c:pt>
                <c:pt idx="1584">
                  <c:v>45689</c:v>
                </c:pt>
                <c:pt idx="1585">
                  <c:v>45690</c:v>
                </c:pt>
                <c:pt idx="1586">
                  <c:v>45691</c:v>
                </c:pt>
                <c:pt idx="1587">
                  <c:v>45692</c:v>
                </c:pt>
                <c:pt idx="1588">
                  <c:v>45693</c:v>
                </c:pt>
                <c:pt idx="1589">
                  <c:v>45694</c:v>
                </c:pt>
                <c:pt idx="1590">
                  <c:v>45695</c:v>
                </c:pt>
                <c:pt idx="1591">
                  <c:v>45696</c:v>
                </c:pt>
                <c:pt idx="1592">
                  <c:v>45697</c:v>
                </c:pt>
                <c:pt idx="1593">
                  <c:v>45698</c:v>
                </c:pt>
                <c:pt idx="1594">
                  <c:v>45699</c:v>
                </c:pt>
                <c:pt idx="1595">
                  <c:v>45700</c:v>
                </c:pt>
                <c:pt idx="1596">
                  <c:v>45701</c:v>
                </c:pt>
                <c:pt idx="1597">
                  <c:v>45702</c:v>
                </c:pt>
                <c:pt idx="1598">
                  <c:v>45703</c:v>
                </c:pt>
                <c:pt idx="1599">
                  <c:v>45704</c:v>
                </c:pt>
                <c:pt idx="1600">
                  <c:v>45705</c:v>
                </c:pt>
                <c:pt idx="1601">
                  <c:v>45706</c:v>
                </c:pt>
                <c:pt idx="1602">
                  <c:v>45707</c:v>
                </c:pt>
                <c:pt idx="1603">
                  <c:v>45708</c:v>
                </c:pt>
                <c:pt idx="1604">
                  <c:v>45709</c:v>
                </c:pt>
                <c:pt idx="1605">
                  <c:v>45710</c:v>
                </c:pt>
                <c:pt idx="1606">
                  <c:v>45711</c:v>
                </c:pt>
                <c:pt idx="1607">
                  <c:v>45712</c:v>
                </c:pt>
                <c:pt idx="1608">
                  <c:v>45713</c:v>
                </c:pt>
                <c:pt idx="1609">
                  <c:v>45714</c:v>
                </c:pt>
                <c:pt idx="1610">
                  <c:v>45715</c:v>
                </c:pt>
                <c:pt idx="1611">
                  <c:v>45716</c:v>
                </c:pt>
                <c:pt idx="1612">
                  <c:v>45717</c:v>
                </c:pt>
                <c:pt idx="1613">
                  <c:v>45718</c:v>
                </c:pt>
                <c:pt idx="1614">
                  <c:v>45719</c:v>
                </c:pt>
                <c:pt idx="1615">
                  <c:v>45720</c:v>
                </c:pt>
                <c:pt idx="1616">
                  <c:v>45721</c:v>
                </c:pt>
                <c:pt idx="1617">
                  <c:v>45722</c:v>
                </c:pt>
                <c:pt idx="1618">
                  <c:v>45723</c:v>
                </c:pt>
                <c:pt idx="1619">
                  <c:v>45724</c:v>
                </c:pt>
                <c:pt idx="1620">
                  <c:v>45725</c:v>
                </c:pt>
                <c:pt idx="1621">
                  <c:v>45726</c:v>
                </c:pt>
                <c:pt idx="1622">
                  <c:v>45727</c:v>
                </c:pt>
                <c:pt idx="1623">
                  <c:v>45728</c:v>
                </c:pt>
                <c:pt idx="1624">
                  <c:v>45729</c:v>
                </c:pt>
                <c:pt idx="1625">
                  <c:v>45730</c:v>
                </c:pt>
                <c:pt idx="1626">
                  <c:v>45731</c:v>
                </c:pt>
                <c:pt idx="1627">
                  <c:v>45732</c:v>
                </c:pt>
                <c:pt idx="1628">
                  <c:v>45733</c:v>
                </c:pt>
                <c:pt idx="1629">
                  <c:v>45734</c:v>
                </c:pt>
                <c:pt idx="1630">
                  <c:v>45735</c:v>
                </c:pt>
                <c:pt idx="1631">
                  <c:v>45736</c:v>
                </c:pt>
                <c:pt idx="1632">
                  <c:v>45737</c:v>
                </c:pt>
                <c:pt idx="1633">
                  <c:v>45738</c:v>
                </c:pt>
                <c:pt idx="1634">
                  <c:v>45739</c:v>
                </c:pt>
                <c:pt idx="1635">
                  <c:v>45740</c:v>
                </c:pt>
                <c:pt idx="1636">
                  <c:v>45741</c:v>
                </c:pt>
                <c:pt idx="1637">
                  <c:v>45742</c:v>
                </c:pt>
                <c:pt idx="1638">
                  <c:v>45743</c:v>
                </c:pt>
                <c:pt idx="1639">
                  <c:v>45744</c:v>
                </c:pt>
                <c:pt idx="1640">
                  <c:v>45745</c:v>
                </c:pt>
                <c:pt idx="1641">
                  <c:v>45746</c:v>
                </c:pt>
                <c:pt idx="1642">
                  <c:v>45747</c:v>
                </c:pt>
                <c:pt idx="1643">
                  <c:v>45748</c:v>
                </c:pt>
                <c:pt idx="1644">
                  <c:v>45749</c:v>
                </c:pt>
                <c:pt idx="1645">
                  <c:v>45750</c:v>
                </c:pt>
                <c:pt idx="1646">
                  <c:v>45751</c:v>
                </c:pt>
                <c:pt idx="1647">
                  <c:v>45752</c:v>
                </c:pt>
                <c:pt idx="1648">
                  <c:v>45753</c:v>
                </c:pt>
                <c:pt idx="1649">
                  <c:v>45754</c:v>
                </c:pt>
                <c:pt idx="1650">
                  <c:v>45755</c:v>
                </c:pt>
                <c:pt idx="1651">
                  <c:v>45756</c:v>
                </c:pt>
                <c:pt idx="1652">
                  <c:v>45757</c:v>
                </c:pt>
                <c:pt idx="1653">
                  <c:v>45758</c:v>
                </c:pt>
                <c:pt idx="1654">
                  <c:v>45759</c:v>
                </c:pt>
                <c:pt idx="1655">
                  <c:v>45760</c:v>
                </c:pt>
                <c:pt idx="1656">
                  <c:v>45761</c:v>
                </c:pt>
                <c:pt idx="1657">
                  <c:v>45762</c:v>
                </c:pt>
                <c:pt idx="1658">
                  <c:v>45763</c:v>
                </c:pt>
                <c:pt idx="1659">
                  <c:v>45764</c:v>
                </c:pt>
                <c:pt idx="1660">
                  <c:v>45765</c:v>
                </c:pt>
                <c:pt idx="1661">
                  <c:v>45766</c:v>
                </c:pt>
                <c:pt idx="1662">
                  <c:v>45767</c:v>
                </c:pt>
                <c:pt idx="1663">
                  <c:v>45768</c:v>
                </c:pt>
                <c:pt idx="1664">
                  <c:v>45769</c:v>
                </c:pt>
                <c:pt idx="1665">
                  <c:v>45770</c:v>
                </c:pt>
                <c:pt idx="1666">
                  <c:v>45771</c:v>
                </c:pt>
                <c:pt idx="1667">
                  <c:v>45772</c:v>
                </c:pt>
                <c:pt idx="1668">
                  <c:v>45773</c:v>
                </c:pt>
                <c:pt idx="1669">
                  <c:v>45774</c:v>
                </c:pt>
                <c:pt idx="1670">
                  <c:v>45775</c:v>
                </c:pt>
                <c:pt idx="1671">
                  <c:v>45776</c:v>
                </c:pt>
                <c:pt idx="1672">
                  <c:v>45777</c:v>
                </c:pt>
                <c:pt idx="1673">
                  <c:v>45778</c:v>
                </c:pt>
                <c:pt idx="1674">
                  <c:v>45779</c:v>
                </c:pt>
                <c:pt idx="1675">
                  <c:v>45780</c:v>
                </c:pt>
                <c:pt idx="1676">
                  <c:v>45781</c:v>
                </c:pt>
                <c:pt idx="1677">
                  <c:v>45782</c:v>
                </c:pt>
                <c:pt idx="1678">
                  <c:v>45783</c:v>
                </c:pt>
                <c:pt idx="1679">
                  <c:v>45784</c:v>
                </c:pt>
                <c:pt idx="1680">
                  <c:v>45785</c:v>
                </c:pt>
                <c:pt idx="1681">
                  <c:v>45786</c:v>
                </c:pt>
                <c:pt idx="1682">
                  <c:v>45787</c:v>
                </c:pt>
                <c:pt idx="1683">
                  <c:v>45788</c:v>
                </c:pt>
                <c:pt idx="1684">
                  <c:v>45789</c:v>
                </c:pt>
                <c:pt idx="1685">
                  <c:v>45790</c:v>
                </c:pt>
                <c:pt idx="1686">
                  <c:v>45791</c:v>
                </c:pt>
                <c:pt idx="1687">
                  <c:v>45792</c:v>
                </c:pt>
                <c:pt idx="1688">
                  <c:v>45793</c:v>
                </c:pt>
                <c:pt idx="1689">
                  <c:v>45794</c:v>
                </c:pt>
                <c:pt idx="1690">
                  <c:v>45795</c:v>
                </c:pt>
                <c:pt idx="1691">
                  <c:v>45796</c:v>
                </c:pt>
                <c:pt idx="1692">
                  <c:v>45797</c:v>
                </c:pt>
                <c:pt idx="1693">
                  <c:v>45798</c:v>
                </c:pt>
                <c:pt idx="1694">
                  <c:v>45799</c:v>
                </c:pt>
                <c:pt idx="1695">
                  <c:v>45800</c:v>
                </c:pt>
                <c:pt idx="1696">
                  <c:v>45801</c:v>
                </c:pt>
                <c:pt idx="1697">
                  <c:v>45802</c:v>
                </c:pt>
                <c:pt idx="1698">
                  <c:v>45803</c:v>
                </c:pt>
                <c:pt idx="1699">
                  <c:v>45804</c:v>
                </c:pt>
                <c:pt idx="1700">
                  <c:v>45805</c:v>
                </c:pt>
                <c:pt idx="1701">
                  <c:v>45806</c:v>
                </c:pt>
                <c:pt idx="1702">
                  <c:v>45807</c:v>
                </c:pt>
                <c:pt idx="1703">
                  <c:v>45808</c:v>
                </c:pt>
                <c:pt idx="1704">
                  <c:v>45809</c:v>
                </c:pt>
                <c:pt idx="1705">
                  <c:v>45810</c:v>
                </c:pt>
                <c:pt idx="1706">
                  <c:v>45811</c:v>
                </c:pt>
                <c:pt idx="1707">
                  <c:v>45812</c:v>
                </c:pt>
                <c:pt idx="1708">
                  <c:v>45813</c:v>
                </c:pt>
                <c:pt idx="1709">
                  <c:v>45814</c:v>
                </c:pt>
                <c:pt idx="1710">
                  <c:v>45815</c:v>
                </c:pt>
                <c:pt idx="1711">
                  <c:v>45816</c:v>
                </c:pt>
                <c:pt idx="1712">
                  <c:v>45817</c:v>
                </c:pt>
                <c:pt idx="1713">
                  <c:v>45818</c:v>
                </c:pt>
                <c:pt idx="1714">
                  <c:v>45819</c:v>
                </c:pt>
                <c:pt idx="1715">
                  <c:v>45820</c:v>
                </c:pt>
                <c:pt idx="1716">
                  <c:v>45821</c:v>
                </c:pt>
                <c:pt idx="1717">
                  <c:v>45822</c:v>
                </c:pt>
                <c:pt idx="1718">
                  <c:v>45823</c:v>
                </c:pt>
                <c:pt idx="1719">
                  <c:v>45824</c:v>
                </c:pt>
                <c:pt idx="1720">
                  <c:v>45825</c:v>
                </c:pt>
                <c:pt idx="1721">
                  <c:v>45826</c:v>
                </c:pt>
                <c:pt idx="1722">
                  <c:v>45827</c:v>
                </c:pt>
                <c:pt idx="1723">
                  <c:v>45828</c:v>
                </c:pt>
                <c:pt idx="1724">
                  <c:v>45829</c:v>
                </c:pt>
                <c:pt idx="1725">
                  <c:v>45830</c:v>
                </c:pt>
                <c:pt idx="1726">
                  <c:v>45831</c:v>
                </c:pt>
                <c:pt idx="1727">
                  <c:v>45832</c:v>
                </c:pt>
                <c:pt idx="1728">
                  <c:v>45833</c:v>
                </c:pt>
                <c:pt idx="1729">
                  <c:v>45834</c:v>
                </c:pt>
                <c:pt idx="1730">
                  <c:v>45835</c:v>
                </c:pt>
                <c:pt idx="1731">
                  <c:v>45836</c:v>
                </c:pt>
                <c:pt idx="1732">
                  <c:v>45837</c:v>
                </c:pt>
                <c:pt idx="1733">
                  <c:v>45838</c:v>
                </c:pt>
                <c:pt idx="1734">
                  <c:v>45839</c:v>
                </c:pt>
                <c:pt idx="1735">
                  <c:v>45840</c:v>
                </c:pt>
                <c:pt idx="1736">
                  <c:v>45841</c:v>
                </c:pt>
                <c:pt idx="1737">
                  <c:v>45842</c:v>
                </c:pt>
                <c:pt idx="1738">
                  <c:v>45843</c:v>
                </c:pt>
                <c:pt idx="1739">
                  <c:v>45844</c:v>
                </c:pt>
                <c:pt idx="1740">
                  <c:v>45845</c:v>
                </c:pt>
                <c:pt idx="1741">
                  <c:v>45846</c:v>
                </c:pt>
                <c:pt idx="1742">
                  <c:v>45847</c:v>
                </c:pt>
                <c:pt idx="1743">
                  <c:v>45848</c:v>
                </c:pt>
                <c:pt idx="1744">
                  <c:v>45849</c:v>
                </c:pt>
                <c:pt idx="1745">
                  <c:v>45850</c:v>
                </c:pt>
                <c:pt idx="1746">
                  <c:v>45851</c:v>
                </c:pt>
                <c:pt idx="1747">
                  <c:v>45852</c:v>
                </c:pt>
                <c:pt idx="1748">
                  <c:v>45853</c:v>
                </c:pt>
                <c:pt idx="1749">
                  <c:v>45854</c:v>
                </c:pt>
                <c:pt idx="1750">
                  <c:v>45855</c:v>
                </c:pt>
                <c:pt idx="1751">
                  <c:v>45856</c:v>
                </c:pt>
                <c:pt idx="1752">
                  <c:v>45857</c:v>
                </c:pt>
                <c:pt idx="1753">
                  <c:v>45858</c:v>
                </c:pt>
                <c:pt idx="1754">
                  <c:v>45859</c:v>
                </c:pt>
                <c:pt idx="1755">
                  <c:v>45860</c:v>
                </c:pt>
                <c:pt idx="1756">
                  <c:v>45861</c:v>
                </c:pt>
                <c:pt idx="1757">
                  <c:v>45862</c:v>
                </c:pt>
                <c:pt idx="1758">
                  <c:v>45863</c:v>
                </c:pt>
                <c:pt idx="1759">
                  <c:v>45864</c:v>
                </c:pt>
                <c:pt idx="1760">
                  <c:v>45865</c:v>
                </c:pt>
                <c:pt idx="1761">
                  <c:v>45866</c:v>
                </c:pt>
                <c:pt idx="1762">
                  <c:v>45867</c:v>
                </c:pt>
                <c:pt idx="1763">
                  <c:v>45868</c:v>
                </c:pt>
                <c:pt idx="1764">
                  <c:v>45869</c:v>
                </c:pt>
                <c:pt idx="1765">
                  <c:v>45870</c:v>
                </c:pt>
                <c:pt idx="1766">
                  <c:v>45871</c:v>
                </c:pt>
                <c:pt idx="1767">
                  <c:v>45872</c:v>
                </c:pt>
                <c:pt idx="1768">
                  <c:v>45873</c:v>
                </c:pt>
                <c:pt idx="1769">
                  <c:v>45874</c:v>
                </c:pt>
                <c:pt idx="1770">
                  <c:v>45875</c:v>
                </c:pt>
                <c:pt idx="1771">
                  <c:v>45876</c:v>
                </c:pt>
                <c:pt idx="1772">
                  <c:v>45877</c:v>
                </c:pt>
                <c:pt idx="1773">
                  <c:v>45878</c:v>
                </c:pt>
                <c:pt idx="1774">
                  <c:v>45879</c:v>
                </c:pt>
                <c:pt idx="1775">
                  <c:v>45880</c:v>
                </c:pt>
                <c:pt idx="1776">
                  <c:v>45881</c:v>
                </c:pt>
                <c:pt idx="1777">
                  <c:v>45882</c:v>
                </c:pt>
                <c:pt idx="1778">
                  <c:v>45883</c:v>
                </c:pt>
                <c:pt idx="1779">
                  <c:v>45884</c:v>
                </c:pt>
                <c:pt idx="1780">
                  <c:v>45885</c:v>
                </c:pt>
                <c:pt idx="1781">
                  <c:v>45886</c:v>
                </c:pt>
                <c:pt idx="1782">
                  <c:v>45887</c:v>
                </c:pt>
                <c:pt idx="1783">
                  <c:v>45888</c:v>
                </c:pt>
                <c:pt idx="1784">
                  <c:v>45889</c:v>
                </c:pt>
                <c:pt idx="1785">
                  <c:v>45890</c:v>
                </c:pt>
                <c:pt idx="1786">
                  <c:v>45891</c:v>
                </c:pt>
                <c:pt idx="1787">
                  <c:v>45892</c:v>
                </c:pt>
                <c:pt idx="1788">
                  <c:v>45893</c:v>
                </c:pt>
                <c:pt idx="1789">
                  <c:v>45894</c:v>
                </c:pt>
                <c:pt idx="1790">
                  <c:v>45895</c:v>
                </c:pt>
                <c:pt idx="1791">
                  <c:v>45896</c:v>
                </c:pt>
                <c:pt idx="1792">
                  <c:v>45897</c:v>
                </c:pt>
                <c:pt idx="1793">
                  <c:v>45898</c:v>
                </c:pt>
                <c:pt idx="1794">
                  <c:v>45899</c:v>
                </c:pt>
                <c:pt idx="1795">
                  <c:v>45900</c:v>
                </c:pt>
                <c:pt idx="1796">
                  <c:v>45901</c:v>
                </c:pt>
                <c:pt idx="1797">
                  <c:v>45902</c:v>
                </c:pt>
                <c:pt idx="1798">
                  <c:v>45903</c:v>
                </c:pt>
                <c:pt idx="1799">
                  <c:v>45904</c:v>
                </c:pt>
                <c:pt idx="1800">
                  <c:v>45905</c:v>
                </c:pt>
                <c:pt idx="1801">
                  <c:v>45906</c:v>
                </c:pt>
                <c:pt idx="1802">
                  <c:v>45907</c:v>
                </c:pt>
                <c:pt idx="1803">
                  <c:v>45908</c:v>
                </c:pt>
                <c:pt idx="1804">
                  <c:v>45909</c:v>
                </c:pt>
                <c:pt idx="1805">
                  <c:v>45910</c:v>
                </c:pt>
                <c:pt idx="1806">
                  <c:v>45911</c:v>
                </c:pt>
                <c:pt idx="1807">
                  <c:v>45912</c:v>
                </c:pt>
                <c:pt idx="1808">
                  <c:v>45913</c:v>
                </c:pt>
                <c:pt idx="1809">
                  <c:v>45914</c:v>
                </c:pt>
                <c:pt idx="1810">
                  <c:v>45915</c:v>
                </c:pt>
                <c:pt idx="1811">
                  <c:v>45916</c:v>
                </c:pt>
                <c:pt idx="1812">
                  <c:v>45917</c:v>
                </c:pt>
                <c:pt idx="1813">
                  <c:v>45918</c:v>
                </c:pt>
                <c:pt idx="1814">
                  <c:v>45919</c:v>
                </c:pt>
                <c:pt idx="1815">
                  <c:v>45920</c:v>
                </c:pt>
                <c:pt idx="1816">
                  <c:v>45921</c:v>
                </c:pt>
                <c:pt idx="1817">
                  <c:v>45922</c:v>
                </c:pt>
                <c:pt idx="1818">
                  <c:v>45923</c:v>
                </c:pt>
                <c:pt idx="1819">
                  <c:v>45924</c:v>
                </c:pt>
                <c:pt idx="1820">
                  <c:v>45925</c:v>
                </c:pt>
                <c:pt idx="1821">
                  <c:v>45926</c:v>
                </c:pt>
                <c:pt idx="1822">
                  <c:v>45927</c:v>
                </c:pt>
                <c:pt idx="1823">
                  <c:v>45928</c:v>
                </c:pt>
                <c:pt idx="1824">
                  <c:v>45929</c:v>
                </c:pt>
                <c:pt idx="1825">
                  <c:v>45930</c:v>
                </c:pt>
                <c:pt idx="1826">
                  <c:v>45931</c:v>
                </c:pt>
                <c:pt idx="1827">
                  <c:v>45932</c:v>
                </c:pt>
                <c:pt idx="1828">
                  <c:v>45933</c:v>
                </c:pt>
                <c:pt idx="1829">
                  <c:v>45934</c:v>
                </c:pt>
                <c:pt idx="1830">
                  <c:v>45935</c:v>
                </c:pt>
                <c:pt idx="1831">
                  <c:v>45936</c:v>
                </c:pt>
                <c:pt idx="1832">
                  <c:v>45937</c:v>
                </c:pt>
                <c:pt idx="1833">
                  <c:v>45938</c:v>
                </c:pt>
                <c:pt idx="1834">
                  <c:v>45939</c:v>
                </c:pt>
                <c:pt idx="1835">
                  <c:v>45940</c:v>
                </c:pt>
                <c:pt idx="1836">
                  <c:v>45941</c:v>
                </c:pt>
                <c:pt idx="1837">
                  <c:v>45942</c:v>
                </c:pt>
                <c:pt idx="1838">
                  <c:v>45943</c:v>
                </c:pt>
                <c:pt idx="1839">
                  <c:v>45944</c:v>
                </c:pt>
                <c:pt idx="1840">
                  <c:v>45945</c:v>
                </c:pt>
                <c:pt idx="1841">
                  <c:v>45946</c:v>
                </c:pt>
                <c:pt idx="1842">
                  <c:v>45947</c:v>
                </c:pt>
                <c:pt idx="1843">
                  <c:v>45948</c:v>
                </c:pt>
                <c:pt idx="1844">
                  <c:v>45949</c:v>
                </c:pt>
                <c:pt idx="1845">
                  <c:v>45950</c:v>
                </c:pt>
                <c:pt idx="1846">
                  <c:v>45951</c:v>
                </c:pt>
                <c:pt idx="1847">
                  <c:v>45952</c:v>
                </c:pt>
                <c:pt idx="1848">
                  <c:v>45953</c:v>
                </c:pt>
                <c:pt idx="1849">
                  <c:v>45954</c:v>
                </c:pt>
                <c:pt idx="1850">
                  <c:v>45955</c:v>
                </c:pt>
                <c:pt idx="1851">
                  <c:v>45956</c:v>
                </c:pt>
                <c:pt idx="1852">
                  <c:v>45957</c:v>
                </c:pt>
                <c:pt idx="1853">
                  <c:v>45958</c:v>
                </c:pt>
                <c:pt idx="1854">
                  <c:v>45959</c:v>
                </c:pt>
                <c:pt idx="1855">
                  <c:v>45960</c:v>
                </c:pt>
                <c:pt idx="1856">
                  <c:v>45961</c:v>
                </c:pt>
                <c:pt idx="1857">
                  <c:v>45962</c:v>
                </c:pt>
                <c:pt idx="1858">
                  <c:v>45963</c:v>
                </c:pt>
                <c:pt idx="1859">
                  <c:v>45964</c:v>
                </c:pt>
                <c:pt idx="1860">
                  <c:v>45965</c:v>
                </c:pt>
                <c:pt idx="1861">
                  <c:v>45966</c:v>
                </c:pt>
                <c:pt idx="1862">
                  <c:v>45967</c:v>
                </c:pt>
                <c:pt idx="1863">
                  <c:v>45968</c:v>
                </c:pt>
                <c:pt idx="1864">
                  <c:v>45969</c:v>
                </c:pt>
                <c:pt idx="1865">
                  <c:v>45970</c:v>
                </c:pt>
                <c:pt idx="1866">
                  <c:v>45971</c:v>
                </c:pt>
                <c:pt idx="1867">
                  <c:v>45972</c:v>
                </c:pt>
                <c:pt idx="1868">
                  <c:v>45973</c:v>
                </c:pt>
                <c:pt idx="1869">
                  <c:v>45974</c:v>
                </c:pt>
                <c:pt idx="1870">
                  <c:v>45975</c:v>
                </c:pt>
                <c:pt idx="1871">
                  <c:v>45976</c:v>
                </c:pt>
                <c:pt idx="1872">
                  <c:v>45977</c:v>
                </c:pt>
                <c:pt idx="1873">
                  <c:v>45978</c:v>
                </c:pt>
                <c:pt idx="1874">
                  <c:v>45979</c:v>
                </c:pt>
                <c:pt idx="1875">
                  <c:v>45980</c:v>
                </c:pt>
                <c:pt idx="1876">
                  <c:v>45981</c:v>
                </c:pt>
                <c:pt idx="1877">
                  <c:v>45982</c:v>
                </c:pt>
                <c:pt idx="1878">
                  <c:v>45983</c:v>
                </c:pt>
                <c:pt idx="1879">
                  <c:v>45984</c:v>
                </c:pt>
                <c:pt idx="1880">
                  <c:v>45985</c:v>
                </c:pt>
                <c:pt idx="1881">
                  <c:v>45986</c:v>
                </c:pt>
                <c:pt idx="1882">
                  <c:v>45987</c:v>
                </c:pt>
                <c:pt idx="1883">
                  <c:v>45988</c:v>
                </c:pt>
                <c:pt idx="1884">
                  <c:v>45989</c:v>
                </c:pt>
                <c:pt idx="1885">
                  <c:v>45990</c:v>
                </c:pt>
                <c:pt idx="1886">
                  <c:v>45991</c:v>
                </c:pt>
                <c:pt idx="1887">
                  <c:v>45992</c:v>
                </c:pt>
                <c:pt idx="1888">
                  <c:v>45993</c:v>
                </c:pt>
                <c:pt idx="1889">
                  <c:v>45994</c:v>
                </c:pt>
                <c:pt idx="1890">
                  <c:v>45995</c:v>
                </c:pt>
                <c:pt idx="1891">
                  <c:v>45996</c:v>
                </c:pt>
                <c:pt idx="1892">
                  <c:v>45997</c:v>
                </c:pt>
                <c:pt idx="1893">
                  <c:v>45998</c:v>
                </c:pt>
                <c:pt idx="1894">
                  <c:v>45999</c:v>
                </c:pt>
                <c:pt idx="1895">
                  <c:v>46000</c:v>
                </c:pt>
                <c:pt idx="1896">
                  <c:v>46001</c:v>
                </c:pt>
                <c:pt idx="1897">
                  <c:v>46002</c:v>
                </c:pt>
                <c:pt idx="1898">
                  <c:v>46003</c:v>
                </c:pt>
                <c:pt idx="1899">
                  <c:v>46004</c:v>
                </c:pt>
                <c:pt idx="1900">
                  <c:v>46005</c:v>
                </c:pt>
                <c:pt idx="1901">
                  <c:v>46006</c:v>
                </c:pt>
                <c:pt idx="1902">
                  <c:v>46007</c:v>
                </c:pt>
                <c:pt idx="1903">
                  <c:v>46008</c:v>
                </c:pt>
                <c:pt idx="1904">
                  <c:v>46009</c:v>
                </c:pt>
                <c:pt idx="1905">
                  <c:v>46010</c:v>
                </c:pt>
                <c:pt idx="1906">
                  <c:v>46011</c:v>
                </c:pt>
                <c:pt idx="1907">
                  <c:v>46012</c:v>
                </c:pt>
                <c:pt idx="1908">
                  <c:v>46013</c:v>
                </c:pt>
                <c:pt idx="1909">
                  <c:v>46014</c:v>
                </c:pt>
                <c:pt idx="1910">
                  <c:v>46015</c:v>
                </c:pt>
                <c:pt idx="1911">
                  <c:v>46016</c:v>
                </c:pt>
                <c:pt idx="1912">
                  <c:v>46017</c:v>
                </c:pt>
                <c:pt idx="1913">
                  <c:v>46018</c:v>
                </c:pt>
                <c:pt idx="1914">
                  <c:v>46019</c:v>
                </c:pt>
                <c:pt idx="1915">
                  <c:v>46020</c:v>
                </c:pt>
                <c:pt idx="1916">
                  <c:v>46021</c:v>
                </c:pt>
                <c:pt idx="1917">
                  <c:v>46022</c:v>
                </c:pt>
                <c:pt idx="1918">
                  <c:v>46023</c:v>
                </c:pt>
                <c:pt idx="1919">
                  <c:v>46024</c:v>
                </c:pt>
                <c:pt idx="1920">
                  <c:v>46025</c:v>
                </c:pt>
                <c:pt idx="1921">
                  <c:v>46026</c:v>
                </c:pt>
                <c:pt idx="1922">
                  <c:v>46027</c:v>
                </c:pt>
                <c:pt idx="1923">
                  <c:v>46028</c:v>
                </c:pt>
                <c:pt idx="1924">
                  <c:v>46029</c:v>
                </c:pt>
                <c:pt idx="1925">
                  <c:v>46030</c:v>
                </c:pt>
                <c:pt idx="1926">
                  <c:v>46031</c:v>
                </c:pt>
                <c:pt idx="1927">
                  <c:v>46032</c:v>
                </c:pt>
                <c:pt idx="1928">
                  <c:v>46033</c:v>
                </c:pt>
                <c:pt idx="1929">
                  <c:v>46034</c:v>
                </c:pt>
                <c:pt idx="1930">
                  <c:v>46035</c:v>
                </c:pt>
                <c:pt idx="1931">
                  <c:v>46036</c:v>
                </c:pt>
                <c:pt idx="1932">
                  <c:v>46037</c:v>
                </c:pt>
                <c:pt idx="1933">
                  <c:v>46038</c:v>
                </c:pt>
                <c:pt idx="1934">
                  <c:v>46039</c:v>
                </c:pt>
                <c:pt idx="1935">
                  <c:v>46040</c:v>
                </c:pt>
                <c:pt idx="1936">
                  <c:v>46041</c:v>
                </c:pt>
                <c:pt idx="1937">
                  <c:v>46042</c:v>
                </c:pt>
                <c:pt idx="1938">
                  <c:v>46043</c:v>
                </c:pt>
                <c:pt idx="1939">
                  <c:v>46044</c:v>
                </c:pt>
                <c:pt idx="1940">
                  <c:v>46045</c:v>
                </c:pt>
                <c:pt idx="1941">
                  <c:v>46046</c:v>
                </c:pt>
                <c:pt idx="1942">
                  <c:v>46047</c:v>
                </c:pt>
                <c:pt idx="1943">
                  <c:v>46048</c:v>
                </c:pt>
                <c:pt idx="1944">
                  <c:v>46049</c:v>
                </c:pt>
                <c:pt idx="1945">
                  <c:v>46050</c:v>
                </c:pt>
                <c:pt idx="1946">
                  <c:v>46051</c:v>
                </c:pt>
                <c:pt idx="1947">
                  <c:v>46052</c:v>
                </c:pt>
                <c:pt idx="1948">
                  <c:v>46053</c:v>
                </c:pt>
                <c:pt idx="1949">
                  <c:v>46054</c:v>
                </c:pt>
                <c:pt idx="1950">
                  <c:v>46055</c:v>
                </c:pt>
                <c:pt idx="1951">
                  <c:v>46056</c:v>
                </c:pt>
                <c:pt idx="1952">
                  <c:v>46057</c:v>
                </c:pt>
                <c:pt idx="1953">
                  <c:v>46058</c:v>
                </c:pt>
                <c:pt idx="1954">
                  <c:v>46059</c:v>
                </c:pt>
                <c:pt idx="1955">
                  <c:v>46060</c:v>
                </c:pt>
                <c:pt idx="1956">
                  <c:v>46061</c:v>
                </c:pt>
                <c:pt idx="1957">
                  <c:v>46062</c:v>
                </c:pt>
                <c:pt idx="1958">
                  <c:v>46063</c:v>
                </c:pt>
                <c:pt idx="1959">
                  <c:v>46064</c:v>
                </c:pt>
                <c:pt idx="1960">
                  <c:v>46065</c:v>
                </c:pt>
                <c:pt idx="1961">
                  <c:v>46066</c:v>
                </c:pt>
                <c:pt idx="1962">
                  <c:v>46067</c:v>
                </c:pt>
                <c:pt idx="1963">
                  <c:v>46068</c:v>
                </c:pt>
                <c:pt idx="1964">
                  <c:v>46069</c:v>
                </c:pt>
                <c:pt idx="1965">
                  <c:v>46070</c:v>
                </c:pt>
                <c:pt idx="1966">
                  <c:v>46071</c:v>
                </c:pt>
                <c:pt idx="1967">
                  <c:v>46072</c:v>
                </c:pt>
                <c:pt idx="1968">
                  <c:v>46073</c:v>
                </c:pt>
                <c:pt idx="1969">
                  <c:v>46074</c:v>
                </c:pt>
                <c:pt idx="1970">
                  <c:v>46075</c:v>
                </c:pt>
                <c:pt idx="1971">
                  <c:v>46076</c:v>
                </c:pt>
                <c:pt idx="1972">
                  <c:v>46077</c:v>
                </c:pt>
                <c:pt idx="1973">
                  <c:v>46078</c:v>
                </c:pt>
                <c:pt idx="1974">
                  <c:v>46079</c:v>
                </c:pt>
                <c:pt idx="1975">
                  <c:v>46080</c:v>
                </c:pt>
                <c:pt idx="1976">
                  <c:v>46081</c:v>
                </c:pt>
                <c:pt idx="1977">
                  <c:v>46082</c:v>
                </c:pt>
                <c:pt idx="1978">
                  <c:v>46083</c:v>
                </c:pt>
                <c:pt idx="1979">
                  <c:v>46084</c:v>
                </c:pt>
                <c:pt idx="1980">
                  <c:v>46085</c:v>
                </c:pt>
                <c:pt idx="1981">
                  <c:v>46086</c:v>
                </c:pt>
                <c:pt idx="1982">
                  <c:v>46087</c:v>
                </c:pt>
                <c:pt idx="1983">
                  <c:v>46088</c:v>
                </c:pt>
                <c:pt idx="1984">
                  <c:v>46089</c:v>
                </c:pt>
                <c:pt idx="1985">
                  <c:v>46090</c:v>
                </c:pt>
                <c:pt idx="1986">
                  <c:v>46091</c:v>
                </c:pt>
                <c:pt idx="1987">
                  <c:v>46092</c:v>
                </c:pt>
                <c:pt idx="1988">
                  <c:v>46093</c:v>
                </c:pt>
                <c:pt idx="1989">
                  <c:v>46094</c:v>
                </c:pt>
                <c:pt idx="1990">
                  <c:v>46095</c:v>
                </c:pt>
                <c:pt idx="1991">
                  <c:v>46096</c:v>
                </c:pt>
                <c:pt idx="1992">
                  <c:v>46097</c:v>
                </c:pt>
                <c:pt idx="1993">
                  <c:v>46098</c:v>
                </c:pt>
                <c:pt idx="1994">
                  <c:v>46099</c:v>
                </c:pt>
                <c:pt idx="1995">
                  <c:v>46100</c:v>
                </c:pt>
                <c:pt idx="1996">
                  <c:v>46101</c:v>
                </c:pt>
                <c:pt idx="1997">
                  <c:v>46102</c:v>
                </c:pt>
                <c:pt idx="1998">
                  <c:v>46103</c:v>
                </c:pt>
                <c:pt idx="1999">
                  <c:v>46104</c:v>
                </c:pt>
                <c:pt idx="2000">
                  <c:v>46105</c:v>
                </c:pt>
                <c:pt idx="2001">
                  <c:v>46106</c:v>
                </c:pt>
                <c:pt idx="2002">
                  <c:v>46107</c:v>
                </c:pt>
                <c:pt idx="2003">
                  <c:v>46108</c:v>
                </c:pt>
                <c:pt idx="2004">
                  <c:v>46109</c:v>
                </c:pt>
                <c:pt idx="2005">
                  <c:v>46110</c:v>
                </c:pt>
                <c:pt idx="2006">
                  <c:v>46111</c:v>
                </c:pt>
                <c:pt idx="2007">
                  <c:v>46112</c:v>
                </c:pt>
                <c:pt idx="2008">
                  <c:v>46113</c:v>
                </c:pt>
                <c:pt idx="2009">
                  <c:v>46114</c:v>
                </c:pt>
                <c:pt idx="2010">
                  <c:v>46115</c:v>
                </c:pt>
                <c:pt idx="2011">
                  <c:v>46116</c:v>
                </c:pt>
                <c:pt idx="2012">
                  <c:v>46117</c:v>
                </c:pt>
                <c:pt idx="2013">
                  <c:v>46118</c:v>
                </c:pt>
                <c:pt idx="2014">
                  <c:v>46119</c:v>
                </c:pt>
                <c:pt idx="2015">
                  <c:v>46120</c:v>
                </c:pt>
                <c:pt idx="2016">
                  <c:v>46121</c:v>
                </c:pt>
                <c:pt idx="2017">
                  <c:v>46122</c:v>
                </c:pt>
                <c:pt idx="2018">
                  <c:v>46123</c:v>
                </c:pt>
                <c:pt idx="2019">
                  <c:v>46124</c:v>
                </c:pt>
                <c:pt idx="2020">
                  <c:v>46125</c:v>
                </c:pt>
                <c:pt idx="2021">
                  <c:v>46126</c:v>
                </c:pt>
                <c:pt idx="2022">
                  <c:v>46127</c:v>
                </c:pt>
                <c:pt idx="2023">
                  <c:v>46128</c:v>
                </c:pt>
                <c:pt idx="2024">
                  <c:v>46129</c:v>
                </c:pt>
                <c:pt idx="2025">
                  <c:v>46130</c:v>
                </c:pt>
                <c:pt idx="2026">
                  <c:v>46131</c:v>
                </c:pt>
                <c:pt idx="2027">
                  <c:v>46132</c:v>
                </c:pt>
                <c:pt idx="2028">
                  <c:v>46133</c:v>
                </c:pt>
                <c:pt idx="2029">
                  <c:v>46134</c:v>
                </c:pt>
                <c:pt idx="2030">
                  <c:v>46135</c:v>
                </c:pt>
                <c:pt idx="2031">
                  <c:v>46136</c:v>
                </c:pt>
                <c:pt idx="2032">
                  <c:v>46137</c:v>
                </c:pt>
                <c:pt idx="2033">
                  <c:v>46138</c:v>
                </c:pt>
                <c:pt idx="2034">
                  <c:v>46139</c:v>
                </c:pt>
                <c:pt idx="2035">
                  <c:v>46140</c:v>
                </c:pt>
                <c:pt idx="2036">
                  <c:v>46141</c:v>
                </c:pt>
                <c:pt idx="2037">
                  <c:v>46142</c:v>
                </c:pt>
                <c:pt idx="2038">
                  <c:v>46143</c:v>
                </c:pt>
                <c:pt idx="2039">
                  <c:v>46144</c:v>
                </c:pt>
                <c:pt idx="2040">
                  <c:v>46145</c:v>
                </c:pt>
                <c:pt idx="2041">
                  <c:v>46146</c:v>
                </c:pt>
                <c:pt idx="2042">
                  <c:v>46147</c:v>
                </c:pt>
                <c:pt idx="2043">
                  <c:v>46148</c:v>
                </c:pt>
                <c:pt idx="2044">
                  <c:v>46149</c:v>
                </c:pt>
                <c:pt idx="2045">
                  <c:v>46150</c:v>
                </c:pt>
                <c:pt idx="2046">
                  <c:v>46151</c:v>
                </c:pt>
                <c:pt idx="2047">
                  <c:v>46152</c:v>
                </c:pt>
                <c:pt idx="2048">
                  <c:v>46153</c:v>
                </c:pt>
                <c:pt idx="2049">
                  <c:v>46154</c:v>
                </c:pt>
                <c:pt idx="2050">
                  <c:v>46155</c:v>
                </c:pt>
                <c:pt idx="2051">
                  <c:v>46156</c:v>
                </c:pt>
                <c:pt idx="2052">
                  <c:v>46157</c:v>
                </c:pt>
                <c:pt idx="2053">
                  <c:v>46158</c:v>
                </c:pt>
                <c:pt idx="2054">
                  <c:v>46159</c:v>
                </c:pt>
                <c:pt idx="2055">
                  <c:v>46160</c:v>
                </c:pt>
                <c:pt idx="2056">
                  <c:v>46161</c:v>
                </c:pt>
                <c:pt idx="2057">
                  <c:v>46162</c:v>
                </c:pt>
                <c:pt idx="2058">
                  <c:v>46163</c:v>
                </c:pt>
                <c:pt idx="2059">
                  <c:v>46164</c:v>
                </c:pt>
                <c:pt idx="2060">
                  <c:v>46165</c:v>
                </c:pt>
                <c:pt idx="2061">
                  <c:v>46166</c:v>
                </c:pt>
                <c:pt idx="2062">
                  <c:v>46167</c:v>
                </c:pt>
                <c:pt idx="2063">
                  <c:v>46168</c:v>
                </c:pt>
                <c:pt idx="2064">
                  <c:v>46169</c:v>
                </c:pt>
                <c:pt idx="2065">
                  <c:v>46170</c:v>
                </c:pt>
                <c:pt idx="2066">
                  <c:v>46171</c:v>
                </c:pt>
                <c:pt idx="2067">
                  <c:v>46172</c:v>
                </c:pt>
                <c:pt idx="2068">
                  <c:v>46173</c:v>
                </c:pt>
                <c:pt idx="2069">
                  <c:v>46174</c:v>
                </c:pt>
                <c:pt idx="2070">
                  <c:v>46175</c:v>
                </c:pt>
                <c:pt idx="2071">
                  <c:v>46176</c:v>
                </c:pt>
                <c:pt idx="2072">
                  <c:v>46177</c:v>
                </c:pt>
                <c:pt idx="2073">
                  <c:v>46178</c:v>
                </c:pt>
                <c:pt idx="2074">
                  <c:v>46181</c:v>
                </c:pt>
                <c:pt idx="2075">
                  <c:v>46182</c:v>
                </c:pt>
                <c:pt idx="2076">
                  <c:v>46183</c:v>
                </c:pt>
                <c:pt idx="2077">
                  <c:v>46184</c:v>
                </c:pt>
                <c:pt idx="2078">
                  <c:v>46185</c:v>
                </c:pt>
                <c:pt idx="2079">
                  <c:v>46188</c:v>
                </c:pt>
                <c:pt idx="2080">
                  <c:v>46189</c:v>
                </c:pt>
                <c:pt idx="2081">
                  <c:v>46190</c:v>
                </c:pt>
                <c:pt idx="2082">
                  <c:v>46191</c:v>
                </c:pt>
              </c:numCache>
            </c:numRef>
          </c:cat>
          <c:val>
            <c:numRef>
              <c:f>'中国利率 通胀'!$B$12334:$B$14416</c:f>
              <c:numCache>
                <c:formatCode>General</c:formatCode>
                <c:ptCount val="2083"/>
                <c:pt idx="8" formatCode="#,##0.0000_ ">
                  <c:v>3.2105999999999999</c:v>
                </c:pt>
                <c:pt idx="9" formatCode="#,##0.0000_ ">
                  <c:v>3.2099000000000002</c:v>
                </c:pt>
                <c:pt idx="11" formatCode="#,##0.0000_ ">
                  <c:v>3.2161</c:v>
                </c:pt>
                <c:pt idx="12" formatCode="#,##0.0000_ ">
                  <c:v>3.2134999999999998</c:v>
                </c:pt>
                <c:pt idx="13" formatCode="#,##0.0000_ ">
                  <c:v>3.2406999999999999</c:v>
                </c:pt>
                <c:pt idx="14" formatCode="#,##0.0000_ ">
                  <c:v>3.2418</c:v>
                </c:pt>
                <c:pt idx="15" formatCode="#,##0.0000_ ">
                  <c:v>3.2631999999999999</c:v>
                </c:pt>
                <c:pt idx="18" formatCode="#,##0.0000_ ">
                  <c:v>3.2469000000000001</c:v>
                </c:pt>
                <c:pt idx="19" formatCode="#,##0.0000_ ">
                  <c:v>3.2403</c:v>
                </c:pt>
                <c:pt idx="20" formatCode="#,##0.0000_ ">
                  <c:v>3.2311000000000001</c:v>
                </c:pt>
                <c:pt idx="21" formatCode="#,##0.0000_ ">
                  <c:v>3.2006999999999999</c:v>
                </c:pt>
                <c:pt idx="22" formatCode="#,##0.0000_ ">
                  <c:v>3.2063999999999999</c:v>
                </c:pt>
                <c:pt idx="25" formatCode="#,##0.0000_ ">
                  <c:v>3.2239</c:v>
                </c:pt>
                <c:pt idx="26" formatCode="#,##0.0000_ ">
                  <c:v>3.2119</c:v>
                </c:pt>
                <c:pt idx="27" formatCode="#,##0.0000_ ">
                  <c:v>3.1943999999999999</c:v>
                </c:pt>
                <c:pt idx="28" formatCode="#,##0.0000_ ">
                  <c:v>3.2067000000000001</c:v>
                </c:pt>
                <c:pt idx="29" formatCode="#,##0.0000_ ">
                  <c:v>3.2242999999999999</c:v>
                </c:pt>
                <c:pt idx="32" formatCode="#,##0.0000_ ">
                  <c:v>3.2149000000000001</c:v>
                </c:pt>
                <c:pt idx="33" formatCode="#,##0.0000_ ">
                  <c:v>3.2056</c:v>
                </c:pt>
                <c:pt idx="34" formatCode="#,##0.0000_ ">
                  <c:v>3.2155999999999998</c:v>
                </c:pt>
                <c:pt idx="35" formatCode="#,##0.0000_ ">
                  <c:v>3.1978</c:v>
                </c:pt>
                <c:pt idx="36" formatCode="#,##0.0000_ ">
                  <c:v>3.2212999999999998</c:v>
                </c:pt>
                <c:pt idx="39" formatCode="#,##0.0000_ ">
                  <c:v>3.2572999999999999</c:v>
                </c:pt>
                <c:pt idx="40" formatCode="#,##0.0000_ ">
                  <c:v>3.2618999999999998</c:v>
                </c:pt>
                <c:pt idx="41" formatCode="#,##0.0000_ ">
                  <c:v>3.2585000000000002</c:v>
                </c:pt>
                <c:pt idx="42" formatCode="#,##0.0000_ ">
                  <c:v>3.2780999999999998</c:v>
                </c:pt>
                <c:pt idx="43" formatCode="#,##0.0000_ ">
                  <c:v>3.2987000000000002</c:v>
                </c:pt>
                <c:pt idx="46" formatCode="#,##0.0000_ ">
                  <c:v>3.294</c:v>
                </c:pt>
                <c:pt idx="47" formatCode="#,##0.0000_ ">
                  <c:v>3.3105000000000002</c:v>
                </c:pt>
                <c:pt idx="48" formatCode="#,##0.0000_ ">
                  <c:v>3.331</c:v>
                </c:pt>
                <c:pt idx="49" formatCode="#,##0.0000_ ">
                  <c:v>3.3584000000000001</c:v>
                </c:pt>
                <c:pt idx="50" formatCode="#,##0.0000_ ">
                  <c:v>3.3714</c:v>
                </c:pt>
                <c:pt idx="53" formatCode="#,##0.0000_ ">
                  <c:v>3.3336000000000001</c:v>
                </c:pt>
                <c:pt idx="54" formatCode="#,##0.0000_ ">
                  <c:v>3.3246000000000002</c:v>
                </c:pt>
                <c:pt idx="55" formatCode="#,##0.0000_ ">
                  <c:v>3.3241999999999998</c:v>
                </c:pt>
                <c:pt idx="56" formatCode="#,##0.0000_ ">
                  <c:v>3.3218999999999999</c:v>
                </c:pt>
                <c:pt idx="57" formatCode="#,##0.0000_ ">
                  <c:v>3.3260000000000001</c:v>
                </c:pt>
                <c:pt idx="60" formatCode="#,##0.0000_ ">
                  <c:v>3.3210000000000002</c:v>
                </c:pt>
                <c:pt idx="61" formatCode="#,##0.0000_ ">
                  <c:v>3.3146</c:v>
                </c:pt>
                <c:pt idx="62" formatCode="#,##0.0000_ ">
                  <c:v>3.3426999999999998</c:v>
                </c:pt>
                <c:pt idx="63" formatCode="#,##0.0000_ ">
                  <c:v>3.3407</c:v>
                </c:pt>
                <c:pt idx="64" formatCode="#,##0.0000_ ">
                  <c:v>3.3313999999999999</c:v>
                </c:pt>
                <c:pt idx="67" formatCode="#,##0.0000_ ">
                  <c:v>3.3351999999999999</c:v>
                </c:pt>
                <c:pt idx="68" formatCode="#,##0.0000_ ">
                  <c:v>3.3069999999999999</c:v>
                </c:pt>
                <c:pt idx="69" formatCode="#,##0.0000_ ">
                  <c:v>3.3007</c:v>
                </c:pt>
                <c:pt idx="70" formatCode="#,##0.0000_ ">
                  <c:v>3.3123</c:v>
                </c:pt>
                <c:pt idx="71" formatCode="#,##0.0000_ ">
                  <c:v>3.3189000000000002</c:v>
                </c:pt>
                <c:pt idx="74" formatCode="#,##0.0000_ ">
                  <c:v>3.3397000000000001</c:v>
                </c:pt>
                <c:pt idx="75" formatCode="#,##0.0000_ ">
                  <c:v>3.3170999999999999</c:v>
                </c:pt>
                <c:pt idx="76" formatCode="#,##0.0000_ ">
                  <c:v>3.3260000000000001</c:v>
                </c:pt>
                <c:pt idx="77" formatCode="#,##0.0000_ ">
                  <c:v>3.3237999999999999</c:v>
                </c:pt>
                <c:pt idx="78" formatCode="#,##0.0000_ ">
                  <c:v>3.3325999999999998</c:v>
                </c:pt>
                <c:pt idx="81" formatCode="#,##0.0000_ ">
                  <c:v>3.3218999999999999</c:v>
                </c:pt>
                <c:pt idx="82" formatCode="#,##0.0000_ ">
                  <c:v>3.2953000000000001</c:v>
                </c:pt>
                <c:pt idx="83" formatCode="#,##0.0000_ ">
                  <c:v>3.2763</c:v>
                </c:pt>
                <c:pt idx="84" formatCode="#,##0.0000_ ">
                  <c:v>3.2827000000000002</c:v>
                </c:pt>
                <c:pt idx="85" formatCode="#,##0.0000_ ">
                  <c:v>3.2953000000000001</c:v>
                </c:pt>
                <c:pt idx="88" formatCode="#,##0.0000_ ">
                  <c:v>3.2363</c:v>
                </c:pt>
                <c:pt idx="89" formatCode="#,##0.0000_ ">
                  <c:v>3.2351999999999999</c:v>
                </c:pt>
                <c:pt idx="90" formatCode="#,##0.0000_ ">
                  <c:v>3.222</c:v>
                </c:pt>
                <c:pt idx="91" formatCode="#,##0.0000_ ">
                  <c:v>3.2174</c:v>
                </c:pt>
                <c:pt idx="95" formatCode="#,##0.0000_ ">
                  <c:v>3.1713</c:v>
                </c:pt>
                <c:pt idx="96" formatCode="#,##0.0000_ ">
                  <c:v>3.1749000000000001</c:v>
                </c:pt>
                <c:pt idx="97" formatCode="#,##0.0000_ ">
                  <c:v>3.1400999999999999</c:v>
                </c:pt>
                <c:pt idx="98" formatCode="#,##0.0000_ ">
                  <c:v>3.1354000000000002</c:v>
                </c:pt>
                <c:pt idx="99" formatCode="#,##0.0000_ ">
                  <c:v>3.1574</c:v>
                </c:pt>
                <c:pt idx="102" formatCode="#,##0.0000_ ">
                  <c:v>3.1703999999999999</c:v>
                </c:pt>
                <c:pt idx="103" formatCode="#,##0.0000_ ">
                  <c:v>3.1713</c:v>
                </c:pt>
                <c:pt idx="104" formatCode="#,##0.0000_ ">
                  <c:v>3.1518000000000002</c:v>
                </c:pt>
                <c:pt idx="105" formatCode="#,##0.0000_ ">
                  <c:v>3.1074999999999999</c:v>
                </c:pt>
                <c:pt idx="106" formatCode="#,##0.0000_ ">
                  <c:v>3.1294</c:v>
                </c:pt>
                <c:pt idx="109" formatCode="#,##0.0000_ ">
                  <c:v>3.1661999999999999</c:v>
                </c:pt>
                <c:pt idx="110" formatCode="#,##0.0000_ ">
                  <c:v>3.1776</c:v>
                </c:pt>
                <c:pt idx="111" formatCode="#,##0.0000_ ">
                  <c:v>3.1777000000000002</c:v>
                </c:pt>
                <c:pt idx="112" formatCode="#,##0.0000_ ">
                  <c:v>3.1665000000000001</c:v>
                </c:pt>
                <c:pt idx="113" formatCode="#,##0.0000_ ">
                  <c:v>3.1494</c:v>
                </c:pt>
                <c:pt idx="116" formatCode="#,##0.0000_ ">
                  <c:v>3.1412</c:v>
                </c:pt>
                <c:pt idx="117" formatCode="#,##0.0000_ ">
                  <c:v>3.1671</c:v>
                </c:pt>
                <c:pt idx="118" formatCode="#,##0.0000_ ">
                  <c:v>3.1739999999999999</c:v>
                </c:pt>
                <c:pt idx="119" formatCode="#,##0.0000_ ">
                  <c:v>3.1983000000000001</c:v>
                </c:pt>
                <c:pt idx="120" formatCode="#,##0.0000_ ">
                  <c:v>3.1968999999999999</c:v>
                </c:pt>
                <c:pt idx="123" formatCode="#,##0.0000_ ">
                  <c:v>3.1817000000000002</c:v>
                </c:pt>
                <c:pt idx="124" formatCode="#,##0.0000_ ">
                  <c:v>3.1867999999999999</c:v>
                </c:pt>
                <c:pt idx="125" formatCode="#,##0.0000_ ">
                  <c:v>3.2155</c:v>
                </c:pt>
                <c:pt idx="126" formatCode="#,##0.0000_ ">
                  <c:v>3.222</c:v>
                </c:pt>
                <c:pt idx="127" formatCode="#,##0.0000_ ">
                  <c:v>3.2315</c:v>
                </c:pt>
                <c:pt idx="129" formatCode="#,##0.0000_ ">
                  <c:v>3.2164000000000001</c:v>
                </c:pt>
                <c:pt idx="130" formatCode="#,##0.0000_ ">
                  <c:v>3.2404000000000002</c:v>
                </c:pt>
                <c:pt idx="131" formatCode="#,##0.0000_ ">
                  <c:v>3.2473999999999998</c:v>
                </c:pt>
                <c:pt idx="132" formatCode="#,##0.0000_ ">
                  <c:v>3.2435999999999998</c:v>
                </c:pt>
                <c:pt idx="140" formatCode="#,##0.0000_ ">
                  <c:v>3.2919999999999998</c:v>
                </c:pt>
                <c:pt idx="141" formatCode="#,##0.0000_ ">
                  <c:v>3.2709999999999999</c:v>
                </c:pt>
                <c:pt idx="142" formatCode="#,##0.0000_ ">
                  <c:v>3.2665999999999999</c:v>
                </c:pt>
                <c:pt idx="144" formatCode="#,##0.0000_ ">
                  <c:v>3.2917000000000001</c:v>
                </c:pt>
                <c:pt idx="145" formatCode="#,##0.0000_ ">
                  <c:v>3.2831999999999999</c:v>
                </c:pt>
                <c:pt idx="146" formatCode="#,##0.0000_ ">
                  <c:v>3.2610999999999999</c:v>
                </c:pt>
                <c:pt idx="147" formatCode="#,##0.0000_ ">
                  <c:v>3.2925</c:v>
                </c:pt>
                <c:pt idx="148" formatCode="#,##0.0000_ ">
                  <c:v>3.2907999999999999</c:v>
                </c:pt>
                <c:pt idx="151" formatCode="#,##0.0000_ ">
                  <c:v>3.2774000000000001</c:v>
                </c:pt>
                <c:pt idx="152" formatCode="#,##0.0000_ ">
                  <c:v>3.2557</c:v>
                </c:pt>
                <c:pt idx="153" formatCode="#,##0.0000_ ">
                  <c:v>3.2683</c:v>
                </c:pt>
                <c:pt idx="154" formatCode="#,##0.0000_ ">
                  <c:v>3.2761999999999998</c:v>
                </c:pt>
                <c:pt idx="155" formatCode="#,##0.0000_ ">
                  <c:v>3.2854999999999999</c:v>
                </c:pt>
                <c:pt idx="158" formatCode="#,##0.0000_ ">
                  <c:v>3.2692000000000001</c:v>
                </c:pt>
                <c:pt idx="159" formatCode="#,##0.0000_ ">
                  <c:v>3.2692000000000001</c:v>
                </c:pt>
                <c:pt idx="160" formatCode="#,##0.0000_ ">
                  <c:v>3.2648999999999999</c:v>
                </c:pt>
                <c:pt idx="161" formatCode="#,##0.0000_ ">
                  <c:v>3.2624</c:v>
                </c:pt>
                <c:pt idx="162" formatCode="#,##0.0000_ ">
                  <c:v>3.2711000000000001</c:v>
                </c:pt>
                <c:pt idx="165" formatCode="#,##0.0000_ ">
                  <c:v>3.2907000000000002</c:v>
                </c:pt>
                <c:pt idx="166" formatCode="#,##0.0000_ ">
                  <c:v>3.2810999999999999</c:v>
                </c:pt>
                <c:pt idx="167" formatCode="#,##0.0000_ ">
                  <c:v>3.2738999999999998</c:v>
                </c:pt>
                <c:pt idx="168" formatCode="#,##0.0000_ ">
                  <c:v>3.2744</c:v>
                </c:pt>
                <c:pt idx="169" formatCode="#,##0.0000_ ">
                  <c:v>3.2593000000000001</c:v>
                </c:pt>
                <c:pt idx="172" formatCode="#,##0.0000_ ">
                  <c:v>3.2522000000000002</c:v>
                </c:pt>
                <c:pt idx="173" formatCode="#,##0.0000_ ">
                  <c:v>3.2484000000000002</c:v>
                </c:pt>
                <c:pt idx="174" formatCode="#,##0.0000_ ">
                  <c:v>3.2126999999999999</c:v>
                </c:pt>
                <c:pt idx="175" formatCode="#,##0.0000_ ">
                  <c:v>3.2235999999999998</c:v>
                </c:pt>
                <c:pt idx="176" formatCode="#,##0.0000_ ">
                  <c:v>3.2164999999999999</c:v>
                </c:pt>
                <c:pt idx="179" formatCode="#,##0.0000_ ">
                  <c:v>3.2305999999999999</c:v>
                </c:pt>
                <c:pt idx="180" formatCode="#,##0.0000_ ">
                  <c:v>3.2145000000000001</c:v>
                </c:pt>
                <c:pt idx="181" formatCode="#,##0.0000_ ">
                  <c:v>3.2233999999999998</c:v>
                </c:pt>
                <c:pt idx="182" formatCode="#,##0.0000_ ">
                  <c:v>3.2176</c:v>
                </c:pt>
                <c:pt idx="183" formatCode="#,##0.0000_ ">
                  <c:v>3.2161</c:v>
                </c:pt>
                <c:pt idx="187" formatCode="#,##0.0000_ ">
                  <c:v>3.2284999999999999</c:v>
                </c:pt>
                <c:pt idx="188" formatCode="#,##0.0000_ ">
                  <c:v>3.2349000000000001</c:v>
                </c:pt>
                <c:pt idx="189" formatCode="#,##0.0000_ ">
                  <c:v>3.2484999999999999</c:v>
                </c:pt>
                <c:pt idx="190" formatCode="#,##0.0000_ ">
                  <c:v>3.2395999999999998</c:v>
                </c:pt>
                <c:pt idx="193" formatCode="#,##0.0000_ ">
                  <c:v>3.2267999999999999</c:v>
                </c:pt>
                <c:pt idx="194" formatCode="#,##0.0000_ ">
                  <c:v>3.1863000000000001</c:v>
                </c:pt>
                <c:pt idx="195" formatCode="#,##0.0000_ ">
                  <c:v>3.1890000000000001</c:v>
                </c:pt>
                <c:pt idx="196" formatCode="#,##0.0000_ ">
                  <c:v>3.1865999999999999</c:v>
                </c:pt>
                <c:pt idx="197" formatCode="#,##0.0000_ ">
                  <c:v>3.1867999999999999</c:v>
                </c:pt>
                <c:pt idx="200" formatCode="#,##0.0000_ ">
                  <c:v>3.1795</c:v>
                </c:pt>
                <c:pt idx="201" formatCode="#,##0.0000_ ">
                  <c:v>3.1697000000000002</c:v>
                </c:pt>
                <c:pt idx="202" formatCode="#,##0.0000_ ">
                  <c:v>3.1798999999999999</c:v>
                </c:pt>
                <c:pt idx="203" formatCode="#,##0.0000_ ">
                  <c:v>3.1785999999999999</c:v>
                </c:pt>
                <c:pt idx="204" formatCode="#,##0.0000_ ">
                  <c:v>3.1810999999999998</c:v>
                </c:pt>
                <c:pt idx="206" formatCode="#,##0.0000_ ">
                  <c:v>3.2075999999999998</c:v>
                </c:pt>
                <c:pt idx="207" formatCode="#,##0.0000_ ">
                  <c:v>3.2119</c:v>
                </c:pt>
                <c:pt idx="208" formatCode="#,##0.0000_ ">
                  <c:v>3.2170999999999998</c:v>
                </c:pt>
                <c:pt idx="209" formatCode="#,##0.0000_ ">
                  <c:v>3.2157</c:v>
                </c:pt>
                <c:pt idx="210" formatCode="#,##0.0000_ ">
                  <c:v>3.2035999999999998</c:v>
                </c:pt>
                <c:pt idx="211" formatCode="#,##0.0000_ ">
                  <c:v>3.2039</c:v>
                </c:pt>
                <c:pt idx="217" formatCode="#,##0.0000_ ">
                  <c:v>3.1724999999999999</c:v>
                </c:pt>
                <c:pt idx="218" formatCode="#,##0.0000_ ">
                  <c:v>3.1749999999999998</c:v>
                </c:pt>
                <c:pt idx="219" formatCode="#,##0.0000_ ">
                  <c:v>3.1798000000000002</c:v>
                </c:pt>
                <c:pt idx="221" formatCode="#,##0.0000_ ">
                  <c:v>3.1823000000000001</c:v>
                </c:pt>
                <c:pt idx="222" formatCode="#,##0.0000_ ">
                  <c:v>3.1646000000000001</c:v>
                </c:pt>
                <c:pt idx="223" formatCode="#,##0.0000_ ">
                  <c:v>3.1530999999999998</c:v>
                </c:pt>
                <c:pt idx="224" formatCode="#,##0.0000_ ">
                  <c:v>3.1749000000000001</c:v>
                </c:pt>
                <c:pt idx="225" formatCode="#,##0.0000_ ">
                  <c:v>3.1562000000000001</c:v>
                </c:pt>
                <c:pt idx="228" formatCode="#,##0.0000_ ">
                  <c:v>3.1682999999999999</c:v>
                </c:pt>
                <c:pt idx="229" formatCode="#,##0.0000_ ">
                  <c:v>3.1690999999999998</c:v>
                </c:pt>
                <c:pt idx="230" formatCode="#,##0.0000_ ">
                  <c:v>3.1579999999999999</c:v>
                </c:pt>
                <c:pt idx="231" formatCode="#,##0.0000_ ">
                  <c:v>3.1366000000000001</c:v>
                </c:pt>
                <c:pt idx="232" formatCode="#,##0.0000_ ">
                  <c:v>3.1095000000000002</c:v>
                </c:pt>
                <c:pt idx="235" formatCode="#,##0.0000_ ">
                  <c:v>3.0987</c:v>
                </c:pt>
                <c:pt idx="236" formatCode="#,##0.0000_ ">
                  <c:v>3.1113</c:v>
                </c:pt>
                <c:pt idx="237" formatCode="#,##0.0000_ ">
                  <c:v>3.0960000000000001</c:v>
                </c:pt>
                <c:pt idx="238" formatCode="#,##0.0000_ ">
                  <c:v>3.0994000000000002</c:v>
                </c:pt>
                <c:pt idx="239" formatCode="#,##0.0000_ ">
                  <c:v>3.1177999999999999</c:v>
                </c:pt>
                <c:pt idx="242" formatCode="#,##0.0000_ ">
                  <c:v>3.1084000000000001</c:v>
                </c:pt>
                <c:pt idx="243" formatCode="#,##0.0000_ ">
                  <c:v>3.0945999999999998</c:v>
                </c:pt>
                <c:pt idx="244" formatCode="#,##0.0000_ ">
                  <c:v>3.1053000000000002</c:v>
                </c:pt>
                <c:pt idx="245" formatCode="#,##0.0000_ ">
                  <c:v>3.1181999999999999</c:v>
                </c:pt>
                <c:pt idx="246" formatCode="#,##0.0000_ ">
                  <c:v>3.1208</c:v>
                </c:pt>
                <c:pt idx="249" formatCode="#,##0.0000_ ">
                  <c:v>3.1753999999999998</c:v>
                </c:pt>
                <c:pt idx="250" formatCode="#,##0.0000_ ">
                  <c:v>3.1613000000000002</c:v>
                </c:pt>
                <c:pt idx="251" formatCode="#,##0.0000_ ">
                  <c:v>3.1739000000000002</c:v>
                </c:pt>
                <c:pt idx="252" formatCode="#,##0.0000_ ">
                  <c:v>3.1541000000000001</c:v>
                </c:pt>
                <c:pt idx="253" formatCode="#,##0.0000_ ">
                  <c:v>3.1576</c:v>
                </c:pt>
                <c:pt idx="257" formatCode="#,##0.0000_ ">
                  <c:v>3.1602999999999999</c:v>
                </c:pt>
                <c:pt idx="258" formatCode="#,##0.0000_ ">
                  <c:v>3.1785000000000001</c:v>
                </c:pt>
                <c:pt idx="259" formatCode="#,##0.0000_ ">
                  <c:v>3.1842000000000001</c:v>
                </c:pt>
                <c:pt idx="260" formatCode="#,##0.0000_ ">
                  <c:v>3.1907999999999999</c:v>
                </c:pt>
                <c:pt idx="263" formatCode="#,##0.0000_ ">
                  <c:v>3.1558000000000002</c:v>
                </c:pt>
                <c:pt idx="264" formatCode="#,##0.0000_ ">
                  <c:v>3.1553</c:v>
                </c:pt>
                <c:pt idx="265" formatCode="#,##0.0000_ ">
                  <c:v>3.1440000000000001</c:v>
                </c:pt>
                <c:pt idx="266" formatCode="#,##0.0000_ ">
                  <c:v>3.1358000000000001</c:v>
                </c:pt>
                <c:pt idx="267" formatCode="#,##0.0000_ ">
                  <c:v>3.1438999999999999</c:v>
                </c:pt>
                <c:pt idx="270" formatCode="#,##0.0000_ ">
                  <c:v>3.1438999999999999</c:v>
                </c:pt>
                <c:pt idx="271" formatCode="#,##0.0000_ ">
                  <c:v>3.1528</c:v>
                </c:pt>
                <c:pt idx="272" formatCode="#,##0.0000_ ">
                  <c:v>3.1368</c:v>
                </c:pt>
                <c:pt idx="273" formatCode="#,##0.0000_ ">
                  <c:v>3.0899000000000001</c:v>
                </c:pt>
                <c:pt idx="274" formatCode="#,##0.0000_ ">
                  <c:v>3.1425000000000001</c:v>
                </c:pt>
                <c:pt idx="277" formatCode="#,##0.0000_ ">
                  <c:v>3.1408999999999998</c:v>
                </c:pt>
                <c:pt idx="278" formatCode="#,##0.0000_ ">
                  <c:v>3.1387999999999998</c:v>
                </c:pt>
                <c:pt idx="279" formatCode="#,##0.0000_ ">
                  <c:v>3.1404999999999998</c:v>
                </c:pt>
                <c:pt idx="280" formatCode="#,##0.0000_ ">
                  <c:v>3.0659000000000001</c:v>
                </c:pt>
                <c:pt idx="281" formatCode="#,##0.0000_ ">
                  <c:v>3.0602999999999998</c:v>
                </c:pt>
                <c:pt idx="284" formatCode="#,##0.0000_ ">
                  <c:v>3.0491000000000001</c:v>
                </c:pt>
                <c:pt idx="285" formatCode="#,##0.0000_ ">
                  <c:v>3.0272000000000001</c:v>
                </c:pt>
                <c:pt idx="286" formatCode="#,##0.0000_ ">
                  <c:v>2.9931999999999999</c:v>
                </c:pt>
                <c:pt idx="287" formatCode="#,##0.0000_ ">
                  <c:v>3.0312000000000001</c:v>
                </c:pt>
                <c:pt idx="288" formatCode="#,##0.0000_ ">
                  <c:v>3.0194999999999999</c:v>
                </c:pt>
                <c:pt idx="291" formatCode="#,##0.0000_ ">
                  <c:v>3.0164</c:v>
                </c:pt>
                <c:pt idx="292" formatCode="#,##0.0000_ ">
                  <c:v>2.9916999999999998</c:v>
                </c:pt>
                <c:pt idx="293" formatCode="#,##0.0000_ ">
                  <c:v>2.9918</c:v>
                </c:pt>
                <c:pt idx="294" formatCode="#,##0.0000_ ">
                  <c:v>2.9931000000000001</c:v>
                </c:pt>
                <c:pt idx="295" formatCode="#,##0.0000_ ">
                  <c:v>2.9786000000000001</c:v>
                </c:pt>
                <c:pt idx="298" formatCode="#,##0.0000_ ">
                  <c:v>2.9594999999999998</c:v>
                </c:pt>
                <c:pt idx="299" formatCode="#,##0.0000_ ">
                  <c:v>2.9376000000000002</c:v>
                </c:pt>
                <c:pt idx="300" formatCode="#,##0.0000_ ">
                  <c:v>2.9584999999999999</c:v>
                </c:pt>
                <c:pt idx="301" formatCode="#,##0.0000_ ">
                  <c:v>2.9491000000000001</c:v>
                </c:pt>
                <c:pt idx="302" formatCode="#,##0.0000_ ">
                  <c:v>2.9180000000000001</c:v>
                </c:pt>
                <c:pt idx="305" formatCode="#,##0.0000_ ">
                  <c:v>2.8241000000000001</c:v>
                </c:pt>
                <c:pt idx="306" formatCode="#,##0.0000_ ">
                  <c:v>2.8389000000000002</c:v>
                </c:pt>
                <c:pt idx="307" formatCode="#,##0.0000_ ">
                  <c:v>2.8515999999999999</c:v>
                </c:pt>
                <c:pt idx="308" formatCode="#,##0.0000_ ">
                  <c:v>2.8296999999999999</c:v>
                </c:pt>
                <c:pt idx="309" formatCode="#,##0.0000_ ">
                  <c:v>2.8214000000000001</c:v>
                </c:pt>
                <c:pt idx="312" formatCode="#,##0.0000_ ">
                  <c:v>2.8593999999999999</c:v>
                </c:pt>
                <c:pt idx="313" formatCode="#,##0.0000_ ">
                  <c:v>2.8744999999999998</c:v>
                </c:pt>
                <c:pt idx="314" formatCode="#,##0.0000_ ">
                  <c:v>2.8934000000000002</c:v>
                </c:pt>
                <c:pt idx="315" formatCode="#,##0.0000_ ">
                  <c:v>2.8841999999999999</c:v>
                </c:pt>
                <c:pt idx="316" formatCode="#,##0.0000_ ">
                  <c:v>2.8877999999999999</c:v>
                </c:pt>
                <c:pt idx="319" formatCode="#,##0.0000_ ">
                  <c:v>2.8940999999999999</c:v>
                </c:pt>
                <c:pt idx="320" formatCode="#,##0.0000_ ">
                  <c:v>2.9022999999999999</c:v>
                </c:pt>
                <c:pt idx="321" formatCode="#,##0.0000_ ">
                  <c:v>2.8729</c:v>
                </c:pt>
                <c:pt idx="322" formatCode="#,##0.0000_ ">
                  <c:v>2.8466999999999998</c:v>
                </c:pt>
                <c:pt idx="323" formatCode="#,##0.0000_ ">
                  <c:v>2.8589000000000002</c:v>
                </c:pt>
                <c:pt idx="326" formatCode="#,##0.0000_ ">
                  <c:v>2.8719000000000001</c:v>
                </c:pt>
                <c:pt idx="327" formatCode="#,##0.0000_ ">
                  <c:v>2.8845000000000001</c:v>
                </c:pt>
                <c:pt idx="328" formatCode="#,##0.0000_ ">
                  <c:v>2.8519999999999999</c:v>
                </c:pt>
                <c:pt idx="329" formatCode="#,##0.0000_ ">
                  <c:v>2.8887999999999998</c:v>
                </c:pt>
                <c:pt idx="330" formatCode="#,##0.0000_ ">
                  <c:v>2.8813</c:v>
                </c:pt>
                <c:pt idx="333" formatCode="#,##0.0000_ ">
                  <c:v>2.8725000000000001</c:v>
                </c:pt>
                <c:pt idx="334" formatCode="#,##0.0000_ ">
                  <c:v>2.8637000000000001</c:v>
                </c:pt>
                <c:pt idx="335" formatCode="#,##0.0000_ ">
                  <c:v>2.8401000000000001</c:v>
                </c:pt>
                <c:pt idx="336" formatCode="#,##0.0000_ ">
                  <c:v>2.8412999999999999</c:v>
                </c:pt>
                <c:pt idx="337" formatCode="#,##0.0000_ ">
                  <c:v>2.8418999999999999</c:v>
                </c:pt>
                <c:pt idx="340" formatCode="#,##0.0000_ ">
                  <c:v>2.8426</c:v>
                </c:pt>
                <c:pt idx="341" formatCode="#,##0.0000_ ">
                  <c:v>2.8569</c:v>
                </c:pt>
                <c:pt idx="342" formatCode="#,##0.0000_ ">
                  <c:v>2.8774999999999999</c:v>
                </c:pt>
                <c:pt idx="343" formatCode="#,##0.0000_ ">
                  <c:v>2.8828999999999998</c:v>
                </c:pt>
                <c:pt idx="344" formatCode="#,##0.0000_ ">
                  <c:v>2.8902000000000001</c:v>
                </c:pt>
                <c:pt idx="347" formatCode="#,##0.0000_ ">
                  <c:v>2.8809</c:v>
                </c:pt>
                <c:pt idx="348" formatCode="#,##0.0000_ ">
                  <c:v>2.9180999999999999</c:v>
                </c:pt>
                <c:pt idx="349" formatCode="#,##0.0000_ ">
                  <c:v>2.8938000000000001</c:v>
                </c:pt>
                <c:pt idx="350" formatCode="#,##0.0000_ ">
                  <c:v>2.9155000000000002</c:v>
                </c:pt>
                <c:pt idx="351" formatCode="#,##0.0000_ ">
                  <c:v>2.8955000000000002</c:v>
                </c:pt>
                <c:pt idx="352" formatCode="#,##0.0000_ ">
                  <c:v>2.8843999999999999</c:v>
                </c:pt>
                <c:pt idx="356" formatCode="#,##0.0000_ ">
                  <c:v>2.8788</c:v>
                </c:pt>
                <c:pt idx="357" formatCode="#,##0.0000_ ">
                  <c:v>2.8818000000000001</c:v>
                </c:pt>
                <c:pt idx="358" formatCode="#,##0.0000_ ">
                  <c:v>2.8813</c:v>
                </c:pt>
                <c:pt idx="360" formatCode="#,##0.0000_ ">
                  <c:v>2.8872</c:v>
                </c:pt>
                <c:pt idx="361" formatCode="#,##0.0000_ ">
                  <c:v>2.8837999999999999</c:v>
                </c:pt>
                <c:pt idx="362" formatCode="#,##0.0000_ ">
                  <c:v>2.8980999999999999</c:v>
                </c:pt>
                <c:pt idx="363" formatCode="#,##0.0000_ ">
                  <c:v>2.8953000000000002</c:v>
                </c:pt>
                <c:pt idx="364" formatCode="#,##0.0000_ ">
                  <c:v>2.8807</c:v>
                </c:pt>
                <c:pt idx="372" formatCode="#,##0.0000_ ">
                  <c:v>2.9174000000000002</c:v>
                </c:pt>
                <c:pt idx="373" formatCode="#,##0.0000_ ">
                  <c:v>2.9293</c:v>
                </c:pt>
                <c:pt idx="375" formatCode="#,##0.0000_ ">
                  <c:v>2.9575</c:v>
                </c:pt>
                <c:pt idx="376" formatCode="#,##0.0000_ ">
                  <c:v>2.9746000000000001</c:v>
                </c:pt>
                <c:pt idx="377" formatCode="#,##0.0000_ ">
                  <c:v>2.9799000000000002</c:v>
                </c:pt>
                <c:pt idx="378" formatCode="#,##0.0000_ ">
                  <c:v>2.9767999999999999</c:v>
                </c:pt>
                <c:pt idx="379" formatCode="#,##0.0000_ ">
                  <c:v>2.9849000000000001</c:v>
                </c:pt>
                <c:pt idx="382" formatCode="#,##0.0000_ ">
                  <c:v>3.0375999999999999</c:v>
                </c:pt>
                <c:pt idx="383" formatCode="#,##0.0000_ ">
                  <c:v>3.048</c:v>
                </c:pt>
                <c:pt idx="384" formatCode="#,##0.0000_ ">
                  <c:v>3.0154999999999998</c:v>
                </c:pt>
                <c:pt idx="385" formatCode="#,##0.0000_ ">
                  <c:v>3.0085000000000002</c:v>
                </c:pt>
                <c:pt idx="386" formatCode="#,##0.0000_ ">
                  <c:v>2.9925999999999999</c:v>
                </c:pt>
                <c:pt idx="389" formatCode="#,##0.0000_ ">
                  <c:v>3.0030999999999999</c:v>
                </c:pt>
                <c:pt idx="390" formatCode="#,##0.0000_ ">
                  <c:v>2.9969000000000001</c:v>
                </c:pt>
                <c:pt idx="391" formatCode="#,##0.0000_ ">
                  <c:v>2.9931000000000001</c:v>
                </c:pt>
                <c:pt idx="392" formatCode="#,##0.0000_ ">
                  <c:v>2.9954000000000001</c:v>
                </c:pt>
                <c:pt idx="393" formatCode="#,##0.0000_ ">
                  <c:v>2.9899</c:v>
                </c:pt>
                <c:pt idx="396" formatCode="#,##0.0000_ ">
                  <c:v>2.9771000000000001</c:v>
                </c:pt>
                <c:pt idx="397" formatCode="#,##0.0000_ ">
                  <c:v>2.9607999999999999</c:v>
                </c:pt>
                <c:pt idx="398" formatCode="#,##0.0000_ ">
                  <c:v>2.9428999999999998</c:v>
                </c:pt>
                <c:pt idx="399" formatCode="#,##0.0000_ ">
                  <c:v>2.9557000000000002</c:v>
                </c:pt>
                <c:pt idx="400" formatCode="#,##0.0000_ ">
                  <c:v>2.9232</c:v>
                </c:pt>
                <c:pt idx="403" formatCode="#,##0.0000_ ">
                  <c:v>2.9169999999999998</c:v>
                </c:pt>
                <c:pt idx="404" formatCode="#,##0.0000_ ">
                  <c:v>2.9315000000000002</c:v>
                </c:pt>
                <c:pt idx="405" formatCode="#,##0.0000_ ">
                  <c:v>2.9150999999999998</c:v>
                </c:pt>
                <c:pt idx="406" formatCode="#,##0.0000_ ">
                  <c:v>2.9407000000000001</c:v>
                </c:pt>
                <c:pt idx="407" formatCode="#,##0.0000_ ">
                  <c:v>2.9533</c:v>
                </c:pt>
                <c:pt idx="410" formatCode="#,##0.0000_ ">
                  <c:v>2.9542000000000002</c:v>
                </c:pt>
                <c:pt idx="411" formatCode="#,##0.0000_ ">
                  <c:v>2.9487000000000001</c:v>
                </c:pt>
                <c:pt idx="412" formatCode="#,##0.0000_ ">
                  <c:v>2.9458000000000002</c:v>
                </c:pt>
                <c:pt idx="413" formatCode="#,##0.0000_ ">
                  <c:v>2.9384999999999999</c:v>
                </c:pt>
                <c:pt idx="414" formatCode="#,##0.0000_ ">
                  <c:v>2.9275000000000002</c:v>
                </c:pt>
                <c:pt idx="417" formatCode="#,##0.0000_ ">
                  <c:v>2.9396</c:v>
                </c:pt>
                <c:pt idx="418" formatCode="#,##0.0000_ ">
                  <c:v>2.9430000000000001</c:v>
                </c:pt>
                <c:pt idx="419" formatCode="#,##0.0000_ ">
                  <c:v>2.9333999999999998</c:v>
                </c:pt>
                <c:pt idx="420" formatCode="#,##0.0000_ ">
                  <c:v>2.9121999999999999</c:v>
                </c:pt>
                <c:pt idx="421" formatCode="#,##0.0000_ ">
                  <c:v>2.8881000000000001</c:v>
                </c:pt>
                <c:pt idx="424" formatCode="#,##0.0000_ ">
                  <c:v>2.8900999999999999</c:v>
                </c:pt>
                <c:pt idx="425" formatCode="#,##0.0000_ ">
                  <c:v>2.8948</c:v>
                </c:pt>
                <c:pt idx="426" formatCode="#,##0.0000_ ">
                  <c:v>2.8906999999999998</c:v>
                </c:pt>
                <c:pt idx="427" formatCode="#,##0.0000_ ">
                  <c:v>2.8990999999999998</c:v>
                </c:pt>
                <c:pt idx="428" formatCode="#,##0.0000_ ">
                  <c:v>2.9167999999999998</c:v>
                </c:pt>
                <c:pt idx="431" formatCode="#,##0.0000_ ">
                  <c:v>2.8818000000000001</c:v>
                </c:pt>
                <c:pt idx="432" formatCode="#,##0.0000_ ">
                  <c:v>2.8875999999999999</c:v>
                </c:pt>
                <c:pt idx="433" formatCode="#,##0.0000_ ">
                  <c:v>2.9081999999999999</c:v>
                </c:pt>
                <c:pt idx="434" formatCode="#,##0.0000_ ">
                  <c:v>2.9108000000000001</c:v>
                </c:pt>
                <c:pt idx="435" formatCode="#,##0.0000_ ">
                  <c:v>2.8961000000000001</c:v>
                </c:pt>
                <c:pt idx="438" formatCode="#,##0.0000_ ">
                  <c:v>2.9087000000000001</c:v>
                </c:pt>
                <c:pt idx="439" formatCode="#,##0.0000_ ">
                  <c:v>2.9005000000000001</c:v>
                </c:pt>
                <c:pt idx="440" formatCode="#,##0.0000_ ">
                  <c:v>2.9009</c:v>
                </c:pt>
                <c:pt idx="441" formatCode="#,##0.0000_ ">
                  <c:v>2.9127000000000001</c:v>
                </c:pt>
                <c:pt idx="442" formatCode="#,##0.0000_ ">
                  <c:v>2.9123000000000001</c:v>
                </c:pt>
                <c:pt idx="445" formatCode="#,##0.0000_ ">
                  <c:v>2.9135</c:v>
                </c:pt>
                <c:pt idx="446" formatCode="#,##0.0000_ ">
                  <c:v>2.9161999999999999</c:v>
                </c:pt>
                <c:pt idx="447" formatCode="#,##0.0000_ ">
                  <c:v>2.9073000000000002</c:v>
                </c:pt>
                <c:pt idx="448" formatCode="#,##0.0000_ ">
                  <c:v>2.8866999999999998</c:v>
                </c:pt>
                <c:pt idx="449" formatCode="#,##0.0000_ ">
                  <c:v>2.8887</c:v>
                </c:pt>
                <c:pt idx="452" formatCode="#,##0.0000_ ">
                  <c:v>2.8733</c:v>
                </c:pt>
                <c:pt idx="453" formatCode="#,##0.0000_ ">
                  <c:v>2.8740000000000001</c:v>
                </c:pt>
                <c:pt idx="454" formatCode="#,##0.0000_ ">
                  <c:v>2.8538000000000001</c:v>
                </c:pt>
                <c:pt idx="455" formatCode="#,##0.0000_ ">
                  <c:v>2.8557000000000001</c:v>
                </c:pt>
                <c:pt idx="456" formatCode="#,##0.0000_ ">
                  <c:v>2.8351999999999999</c:v>
                </c:pt>
                <c:pt idx="460" formatCode="#,##0.0000_ ">
                  <c:v>2.8018999999999998</c:v>
                </c:pt>
                <c:pt idx="461" formatCode="#,##0.0000_ ">
                  <c:v>2.8041999999999998</c:v>
                </c:pt>
                <c:pt idx="462" formatCode="#,##0.0000_ ">
                  <c:v>2.8220000000000001</c:v>
                </c:pt>
                <c:pt idx="463" formatCode="#,##0.0000_ ">
                  <c:v>2.8266</c:v>
                </c:pt>
                <c:pt idx="466" formatCode="#,##0.0000_ ">
                  <c:v>2.8153000000000001</c:v>
                </c:pt>
                <c:pt idx="467" formatCode="#,##0.0000_ ">
                  <c:v>2.8148</c:v>
                </c:pt>
                <c:pt idx="468" formatCode="#,##0.0000_ ">
                  <c:v>2.8012999999999999</c:v>
                </c:pt>
                <c:pt idx="469" formatCode="#,##0.0000_ ">
                  <c:v>2.8022</c:v>
                </c:pt>
                <c:pt idx="470" formatCode="#,##0.0000_ ">
                  <c:v>2.7946</c:v>
                </c:pt>
                <c:pt idx="473" formatCode="#,##0.0000_ ">
                  <c:v>2.7911000000000001</c:v>
                </c:pt>
                <c:pt idx="474" formatCode="#,##0.0000_ ">
                  <c:v>2.7759</c:v>
                </c:pt>
                <c:pt idx="475" formatCode="#,##0.0000_ ">
                  <c:v>2.7229999999999999</c:v>
                </c:pt>
                <c:pt idx="476" formatCode="#,##0.0000_ ">
                  <c:v>2.7370000000000001</c:v>
                </c:pt>
                <c:pt idx="477" formatCode="#,##0.0000_ ">
                  <c:v>2.7284000000000002</c:v>
                </c:pt>
                <c:pt idx="480" formatCode="#,##0.0000_ ">
                  <c:v>2.6998000000000002</c:v>
                </c:pt>
                <c:pt idx="481" formatCode="#,##0.0000_ ">
                  <c:v>2.6938</c:v>
                </c:pt>
                <c:pt idx="482" formatCode="#,##0.0000_ ">
                  <c:v>2.7187999999999999</c:v>
                </c:pt>
                <c:pt idx="483" formatCode="#,##0.0000_ ">
                  <c:v>2.734</c:v>
                </c:pt>
                <c:pt idx="484" formatCode="#,##0.0000_ ">
                  <c:v>2.7294999999999998</c:v>
                </c:pt>
                <c:pt idx="485" formatCode="#,##0.0000_ ">
                  <c:v>2.7231999999999998</c:v>
                </c:pt>
                <c:pt idx="486" formatCode="#,##0.0000_ ">
                  <c:v>2.7107000000000001</c:v>
                </c:pt>
                <c:pt idx="494" formatCode="#,##0.0000_ ">
                  <c:v>2.7353000000000001</c:v>
                </c:pt>
                <c:pt idx="495" formatCode="#,##0.0000_ ">
                  <c:v>2.7222</c:v>
                </c:pt>
                <c:pt idx="496" formatCode="#,##0.0000_ ">
                  <c:v>2.7385999999999999</c:v>
                </c:pt>
                <c:pt idx="497" formatCode="#,##0.0000_ ">
                  <c:v>2.7364999999999999</c:v>
                </c:pt>
                <c:pt idx="498" formatCode="#,##0.0000_ ">
                  <c:v>2.7951000000000001</c:v>
                </c:pt>
                <c:pt idx="501" formatCode="#,##0.0000_ ">
                  <c:v>2.7974000000000001</c:v>
                </c:pt>
                <c:pt idx="502" formatCode="#,##0.0000_ ">
                  <c:v>2.802</c:v>
                </c:pt>
                <c:pt idx="503" formatCode="#,##0.0000_ ">
                  <c:v>2.8018999999999998</c:v>
                </c:pt>
                <c:pt idx="504" formatCode="#,##0.0000_ ">
                  <c:v>2.7921999999999998</c:v>
                </c:pt>
                <c:pt idx="505" formatCode="#,##0.0000_ ">
                  <c:v>2.7896999999999998</c:v>
                </c:pt>
                <c:pt idx="508" formatCode="#,##0.0000_ ">
                  <c:v>2.8169</c:v>
                </c:pt>
                <c:pt idx="509" formatCode="#,##0.0000_ ">
                  <c:v>2.8464999999999998</c:v>
                </c:pt>
                <c:pt idx="510" formatCode="#,##0.0000_ ">
                  <c:v>2.8313000000000001</c:v>
                </c:pt>
                <c:pt idx="511" formatCode="#,##0.0000_ ">
                  <c:v>2.8065000000000002</c:v>
                </c:pt>
                <c:pt idx="512" formatCode="#,##0.0000_ ">
                  <c:v>2.8092000000000001</c:v>
                </c:pt>
                <c:pt idx="515" formatCode="#,##0.0000_ ">
                  <c:v>2.7938000000000001</c:v>
                </c:pt>
                <c:pt idx="516" formatCode="#,##0.0000_ ">
                  <c:v>2.798</c:v>
                </c:pt>
                <c:pt idx="517" formatCode="#,##0.0000_ ">
                  <c:v>2.8168000000000002</c:v>
                </c:pt>
                <c:pt idx="518" formatCode="#,##0.0000_ ">
                  <c:v>2.8306</c:v>
                </c:pt>
                <c:pt idx="519" formatCode="#,##0.0000_ ">
                  <c:v>2.8195000000000001</c:v>
                </c:pt>
                <c:pt idx="522" formatCode="#,##0.0000_ ">
                  <c:v>2.8346</c:v>
                </c:pt>
                <c:pt idx="523" formatCode="#,##0.0000_ ">
                  <c:v>2.8102</c:v>
                </c:pt>
                <c:pt idx="524" formatCode="#,##0.0000_ ">
                  <c:v>2.8450000000000002</c:v>
                </c:pt>
                <c:pt idx="525" formatCode="#,##0.0000_ ">
                  <c:v>2.8445999999999998</c:v>
                </c:pt>
                <c:pt idx="526" formatCode="#,##0.0000_ ">
                  <c:v>2.8527</c:v>
                </c:pt>
                <c:pt idx="529" formatCode="#,##0.0000_ ">
                  <c:v>2.7587000000000002</c:v>
                </c:pt>
                <c:pt idx="530" formatCode="#,##0.0000_ ">
                  <c:v>2.8022999999999998</c:v>
                </c:pt>
                <c:pt idx="531" formatCode="#,##0.0000_ ">
                  <c:v>2.8298000000000001</c:v>
                </c:pt>
                <c:pt idx="532" formatCode="#,##0.0000_ ">
                  <c:v>2.8062999999999998</c:v>
                </c:pt>
                <c:pt idx="533" formatCode="#,##0.0000_ ">
                  <c:v>2.7894000000000001</c:v>
                </c:pt>
                <c:pt idx="536" formatCode="#,##0.0000_ ">
                  <c:v>2.8094999999999999</c:v>
                </c:pt>
                <c:pt idx="537" formatCode="#,##0.0000_ ">
                  <c:v>2.8340000000000001</c:v>
                </c:pt>
                <c:pt idx="538" formatCode="#,##0.0000_ ">
                  <c:v>2.8349000000000002</c:v>
                </c:pt>
                <c:pt idx="539" formatCode="#,##0.0000_ ">
                  <c:v>2.8247</c:v>
                </c:pt>
                <c:pt idx="540" formatCode="#,##0.0000_ ">
                  <c:v>2.8037999999999998</c:v>
                </c:pt>
                <c:pt idx="543" formatCode="#,##0.0000_ ">
                  <c:v>2.7934999999999999</c:v>
                </c:pt>
                <c:pt idx="544" formatCode="#,##0.0000_ ">
                  <c:v>2.7980999999999998</c:v>
                </c:pt>
                <c:pt idx="545" formatCode="#,##0.0000_ ">
                  <c:v>2.7841</c:v>
                </c:pt>
                <c:pt idx="546" formatCode="#,##0.0000_ ">
                  <c:v>2.7844000000000002</c:v>
                </c:pt>
                <c:pt idx="547" formatCode="#,##0.0000_ ">
                  <c:v>2.7799</c:v>
                </c:pt>
                <c:pt idx="548" formatCode="#,##0.0000_ ">
                  <c:v>2.7783000000000002</c:v>
                </c:pt>
                <c:pt idx="552" formatCode="#,##0.0000_ ">
                  <c:v>2.7717000000000001</c:v>
                </c:pt>
                <c:pt idx="553" formatCode="#,##0.0000_ ">
                  <c:v>2.7570000000000001</c:v>
                </c:pt>
                <c:pt idx="554" formatCode="#,##0.0000_ ">
                  <c:v>2.7509000000000001</c:v>
                </c:pt>
                <c:pt idx="557" formatCode="#,##0.0000_ ">
                  <c:v>2.7665000000000002</c:v>
                </c:pt>
                <c:pt idx="558" formatCode="#,##0.0000_ ">
                  <c:v>2.7772000000000001</c:v>
                </c:pt>
                <c:pt idx="559" formatCode="#,##0.0000_ ">
                  <c:v>2.7703000000000002</c:v>
                </c:pt>
                <c:pt idx="560" formatCode="#,##0.0000_ ">
                  <c:v>2.7572000000000001</c:v>
                </c:pt>
                <c:pt idx="561" formatCode="#,##0.0000_ ">
                  <c:v>2.7665000000000002</c:v>
                </c:pt>
                <c:pt idx="564" formatCode="#,##0.0000_ ">
                  <c:v>2.8031999999999999</c:v>
                </c:pt>
                <c:pt idx="565" formatCode="#,##0.0000_ ">
                  <c:v>2.8182999999999998</c:v>
                </c:pt>
                <c:pt idx="566" formatCode="#,##0.0000_ ">
                  <c:v>2.8411</c:v>
                </c:pt>
                <c:pt idx="567" formatCode="#,##0.0000_ ">
                  <c:v>2.839</c:v>
                </c:pt>
                <c:pt idx="568" formatCode="#,##0.0000_ ">
                  <c:v>2.8405999999999998</c:v>
                </c:pt>
                <c:pt idx="570" formatCode="#,##0.0000_ ">
                  <c:v>2.8475999999999999</c:v>
                </c:pt>
                <c:pt idx="571" formatCode="#,##0.0000_ ">
                  <c:v>2.8363</c:v>
                </c:pt>
                <c:pt idx="572" formatCode="#,##0.0000_ ">
                  <c:v>2.8338999999999999</c:v>
                </c:pt>
                <c:pt idx="573" formatCode="#,##0.0000_ ">
                  <c:v>2.8424</c:v>
                </c:pt>
                <c:pt idx="574" formatCode="#,##0.0000_ ">
                  <c:v>2.8593999999999999</c:v>
                </c:pt>
                <c:pt idx="575" formatCode="#,##0.0000_ ">
                  <c:v>2.8448000000000002</c:v>
                </c:pt>
                <c:pt idx="581" formatCode="#,##0.0000_ ">
                  <c:v>2.8433999999999999</c:v>
                </c:pt>
                <c:pt idx="582" formatCode="#,##0.0000_ ">
                  <c:v>2.8412000000000002</c:v>
                </c:pt>
                <c:pt idx="583" formatCode="#,##0.0000_ ">
                  <c:v>2.8412999999999999</c:v>
                </c:pt>
                <c:pt idx="585" formatCode="#,##0.0000_ ">
                  <c:v>2.8359000000000001</c:v>
                </c:pt>
                <c:pt idx="586" formatCode="#,##0.0000_ ">
                  <c:v>2.8191000000000002</c:v>
                </c:pt>
                <c:pt idx="587" formatCode="#,##0.0000_ ">
                  <c:v>2.8260999999999998</c:v>
                </c:pt>
                <c:pt idx="588" formatCode="#,##0.0000_ ">
                  <c:v>2.8292999999999999</c:v>
                </c:pt>
                <c:pt idx="589" formatCode="#,##0.0000_ ">
                  <c:v>2.8184999999999998</c:v>
                </c:pt>
                <c:pt idx="592" formatCode="#,##0.0000_ ">
                  <c:v>2.8359000000000001</c:v>
                </c:pt>
                <c:pt idx="593" formatCode="#,##0.0000_ ">
                  <c:v>2.8290999999999999</c:v>
                </c:pt>
                <c:pt idx="594" formatCode="#,##0.0000_ ">
                  <c:v>2.8226</c:v>
                </c:pt>
                <c:pt idx="595" formatCode="#,##0.0000_ ">
                  <c:v>2.8149000000000002</c:v>
                </c:pt>
                <c:pt idx="596" formatCode="#,##0.0000_ ">
                  <c:v>2.8243</c:v>
                </c:pt>
                <c:pt idx="599" formatCode="#,##0.0000_ ">
                  <c:v>2.8147000000000002</c:v>
                </c:pt>
                <c:pt idx="600" formatCode="#,##0.0000_ ">
                  <c:v>2.8065000000000002</c:v>
                </c:pt>
                <c:pt idx="601" formatCode="#,##0.0000_ ">
                  <c:v>2.7951000000000001</c:v>
                </c:pt>
                <c:pt idx="602" formatCode="#,##0.0000_ ">
                  <c:v>2.7606000000000002</c:v>
                </c:pt>
                <c:pt idx="603" formatCode="#,##0.0000_ ">
                  <c:v>2.7563</c:v>
                </c:pt>
                <c:pt idx="606" formatCode="#,##0.0000_ ">
                  <c:v>2.77</c:v>
                </c:pt>
                <c:pt idx="607" formatCode="#,##0.0000_ ">
                  <c:v>2.7986</c:v>
                </c:pt>
                <c:pt idx="608" formatCode="#,##0.0000_ ">
                  <c:v>2.7461000000000002</c:v>
                </c:pt>
                <c:pt idx="609" formatCode="#,##0.0000_ ">
                  <c:v>2.7561</c:v>
                </c:pt>
                <c:pt idx="613" formatCode="#,##0.0000_ ">
                  <c:v>2.766</c:v>
                </c:pt>
                <c:pt idx="614" formatCode="#,##0.0000_ ">
                  <c:v>2.7747999999999999</c:v>
                </c:pt>
                <c:pt idx="615" formatCode="#,##0.0000_ ">
                  <c:v>2.7608000000000001</c:v>
                </c:pt>
                <c:pt idx="616" formatCode="#,##0.0000_ ">
                  <c:v>2.7688999999999999</c:v>
                </c:pt>
                <c:pt idx="617" formatCode="#,##0.0000_ ">
                  <c:v>2.7591000000000001</c:v>
                </c:pt>
                <c:pt idx="620" formatCode="#,##0.0000_ ">
                  <c:v>2.7669000000000001</c:v>
                </c:pt>
                <c:pt idx="621" formatCode="#,##0.0000_ ">
                  <c:v>2.7835000000000001</c:v>
                </c:pt>
                <c:pt idx="622" formatCode="#,##0.0000_ ">
                  <c:v>2.7826</c:v>
                </c:pt>
                <c:pt idx="623" formatCode="#,##0.0000_ ">
                  <c:v>2.7808999999999999</c:v>
                </c:pt>
                <c:pt idx="624" formatCode="#,##0.0000_ ">
                  <c:v>2.7700999999999998</c:v>
                </c:pt>
                <c:pt idx="627" formatCode="#,##0.0000_ ">
                  <c:v>2.786</c:v>
                </c:pt>
                <c:pt idx="628" formatCode="#,##0.0000_ ">
                  <c:v>2.7884000000000002</c:v>
                </c:pt>
                <c:pt idx="629" formatCode="#,##0.0000_ ">
                  <c:v>2.7833999999999999</c:v>
                </c:pt>
                <c:pt idx="630" formatCode="#,##0.0000_ ">
                  <c:v>2.7787999999999999</c:v>
                </c:pt>
                <c:pt idx="631" formatCode="#,##0.0000_ ">
                  <c:v>2.7911999999999999</c:v>
                </c:pt>
                <c:pt idx="634" formatCode="#,##0.0000_ ">
                  <c:v>2.8340000000000001</c:v>
                </c:pt>
                <c:pt idx="635" formatCode="#,##0.0000_ ">
                  <c:v>2.8367</c:v>
                </c:pt>
                <c:pt idx="636" formatCode="#,##0.0000_ ">
                  <c:v>2.8397999999999999</c:v>
                </c:pt>
                <c:pt idx="637" formatCode="#,##0.0000_ ">
                  <c:v>2.8264</c:v>
                </c:pt>
                <c:pt idx="638" formatCode="#,##0.0000_ ">
                  <c:v>2.8210000000000002</c:v>
                </c:pt>
                <c:pt idx="641" formatCode="#,##0.0000_ ">
                  <c:v>2.8553000000000002</c:v>
                </c:pt>
                <c:pt idx="642" formatCode="#,##0.0000_ ">
                  <c:v>2.8525999999999998</c:v>
                </c:pt>
                <c:pt idx="643" formatCode="#,##0.0000_ ">
                  <c:v>2.8325</c:v>
                </c:pt>
                <c:pt idx="644" formatCode="#,##0.0000_ ">
                  <c:v>2.8428</c:v>
                </c:pt>
                <c:pt idx="645" formatCode="#,##0.0000_ ">
                  <c:v>2.8441999999999998</c:v>
                </c:pt>
                <c:pt idx="648" formatCode="#,##0.0000_ ">
                  <c:v>2.8384999999999998</c:v>
                </c:pt>
                <c:pt idx="649" formatCode="#,##0.0000_ ">
                  <c:v>2.8214999999999999</c:v>
                </c:pt>
                <c:pt idx="650" formatCode="#,##0.0000_ ">
                  <c:v>2.8134999999999999</c:v>
                </c:pt>
                <c:pt idx="651" formatCode="#,##0.0000_ ">
                  <c:v>2.8065000000000002</c:v>
                </c:pt>
                <c:pt idx="652" formatCode="#,##0.0000_ ">
                  <c:v>2.8031999999999999</c:v>
                </c:pt>
                <c:pt idx="655" formatCode="#,##0.0000_ ">
                  <c:v>2.7963</c:v>
                </c:pt>
                <c:pt idx="656" formatCode="#,##0.0000_ ">
                  <c:v>2.7966000000000002</c:v>
                </c:pt>
                <c:pt idx="657" formatCode="#,##0.0000_ ">
                  <c:v>2.7944</c:v>
                </c:pt>
                <c:pt idx="658" formatCode="#,##0.0000_ ">
                  <c:v>2.7723</c:v>
                </c:pt>
                <c:pt idx="659" formatCode="#,##0.0000_ ">
                  <c:v>2.7827999999999999</c:v>
                </c:pt>
                <c:pt idx="662" formatCode="#,##0.0000_ ">
                  <c:v>2.7850999999999999</c:v>
                </c:pt>
                <c:pt idx="663" formatCode="#,##0.0000_ ">
                  <c:v>2.7888000000000002</c:v>
                </c:pt>
                <c:pt idx="664" formatCode="#,##0.0000_ ">
                  <c:v>2.7787000000000002</c:v>
                </c:pt>
                <c:pt idx="665" formatCode="#,##0.0000_ ">
                  <c:v>2.7873000000000001</c:v>
                </c:pt>
                <c:pt idx="666" formatCode="#,##0.0000_ ">
                  <c:v>2.7664</c:v>
                </c:pt>
                <c:pt idx="669" formatCode="#,##0.0000_ ">
                  <c:v>2.7425000000000002</c:v>
                </c:pt>
                <c:pt idx="670" formatCode="#,##0.0000_ ">
                  <c:v>2.7303000000000002</c:v>
                </c:pt>
                <c:pt idx="671" formatCode="#,##0.0000_ ">
                  <c:v>2.7442000000000002</c:v>
                </c:pt>
                <c:pt idx="672" formatCode="#,##0.0000_ ">
                  <c:v>2.7202999999999999</c:v>
                </c:pt>
                <c:pt idx="673" formatCode="#,##0.0000_ ">
                  <c:v>2.7342</c:v>
                </c:pt>
                <c:pt idx="676" formatCode="#,##0.0000_ ">
                  <c:v>2.7452000000000001</c:v>
                </c:pt>
                <c:pt idx="677" formatCode="#,##0.0000_ ">
                  <c:v>2.7515000000000001</c:v>
                </c:pt>
                <c:pt idx="678" formatCode="#,##0.0000_ ">
                  <c:v>2.7412000000000001</c:v>
                </c:pt>
                <c:pt idx="679" formatCode="#,##0.0000_ ">
                  <c:v>2.7467000000000001</c:v>
                </c:pt>
                <c:pt idx="680" formatCode="#,##0.0000_ ">
                  <c:v>2.7418</c:v>
                </c:pt>
                <c:pt idx="683" formatCode="#,##0.0000_ ">
                  <c:v>2.6861999999999999</c:v>
                </c:pt>
                <c:pt idx="684" formatCode="#,##0.0000_ ">
                  <c:v>2.6438999999999999</c:v>
                </c:pt>
                <c:pt idx="685" formatCode="#,##0.0000_ ">
                  <c:v>2.6556999999999999</c:v>
                </c:pt>
                <c:pt idx="686" formatCode="#,##0.0000_ ">
                  <c:v>2.6374</c:v>
                </c:pt>
                <c:pt idx="687" formatCode="#,##0.0000_ ">
                  <c:v>2.6324999999999998</c:v>
                </c:pt>
                <c:pt idx="690" formatCode="#,##0.0000_ ">
                  <c:v>2.6343999999999999</c:v>
                </c:pt>
                <c:pt idx="691" formatCode="#,##0.0000_ ">
                  <c:v>2.6463000000000001</c:v>
                </c:pt>
                <c:pt idx="692" formatCode="#,##0.0000_ ">
                  <c:v>2.6488</c:v>
                </c:pt>
                <c:pt idx="693" formatCode="#,##0.0000_ ">
                  <c:v>2.6581000000000001</c:v>
                </c:pt>
                <c:pt idx="694" formatCode="#,##0.0000_ ">
                  <c:v>2.6726000000000001</c:v>
                </c:pt>
                <c:pt idx="697" formatCode="#,##0.0000_ ">
                  <c:v>2.6736</c:v>
                </c:pt>
                <c:pt idx="698" formatCode="#,##0.0000_ ">
                  <c:v>2.6467999999999998</c:v>
                </c:pt>
                <c:pt idx="699" formatCode="#,##0.0000_ ">
                  <c:v>2.6549</c:v>
                </c:pt>
                <c:pt idx="700" formatCode="#,##0.0000_ ">
                  <c:v>2.6326000000000001</c:v>
                </c:pt>
                <c:pt idx="701" formatCode="#,##0.0000_ ">
                  <c:v>2.6128</c:v>
                </c:pt>
                <c:pt idx="704" formatCode="#,##0.0000_ ">
                  <c:v>2.6198000000000001</c:v>
                </c:pt>
                <c:pt idx="705" formatCode="#,##0.0000_ ">
                  <c:v>2.6135000000000002</c:v>
                </c:pt>
                <c:pt idx="706" formatCode="#,##0.0000_ ">
                  <c:v>2.6107</c:v>
                </c:pt>
                <c:pt idx="707" formatCode="#,##0.0000_ ">
                  <c:v>2.6265999999999998</c:v>
                </c:pt>
                <c:pt idx="708" formatCode="#,##0.0000_ ">
                  <c:v>2.6263000000000001</c:v>
                </c:pt>
                <c:pt idx="712" formatCode="#,##0.0000_ ">
                  <c:v>2.6503000000000001</c:v>
                </c:pt>
                <c:pt idx="713" formatCode="#,##0.0000_ ">
                  <c:v>2.6566999999999998</c:v>
                </c:pt>
                <c:pt idx="714" formatCode="#,##0.0000_ ">
                  <c:v>2.67</c:v>
                </c:pt>
                <c:pt idx="715" formatCode="#,##0.0000_ ">
                  <c:v>2.6886000000000001</c:v>
                </c:pt>
                <c:pt idx="718" formatCode="#,##0.0000_ ">
                  <c:v>2.6831</c:v>
                </c:pt>
                <c:pt idx="719" formatCode="#,##0.0000_ ">
                  <c:v>2.6743999999999999</c:v>
                </c:pt>
                <c:pt idx="720" formatCode="#,##0.0000_ ">
                  <c:v>2.6551999999999998</c:v>
                </c:pt>
                <c:pt idx="721" formatCode="#,##0.0000_ ">
                  <c:v>2.6496</c:v>
                </c:pt>
                <c:pt idx="722" formatCode="#,##0.0000_ ">
                  <c:v>2.6617000000000002</c:v>
                </c:pt>
                <c:pt idx="725" formatCode="#,##0.0000_ ">
                  <c:v>2.6951000000000001</c:v>
                </c:pt>
                <c:pt idx="726" formatCode="#,##0.0000_ ">
                  <c:v>2.7008999999999999</c:v>
                </c:pt>
                <c:pt idx="727" formatCode="#,##0.0000_ ">
                  <c:v>2.7121</c:v>
                </c:pt>
                <c:pt idx="728" formatCode="#,##0.0000_ ">
                  <c:v>2.7296</c:v>
                </c:pt>
                <c:pt idx="729" formatCode="#,##0.0000_ ">
                  <c:v>2.7315</c:v>
                </c:pt>
                <c:pt idx="737" formatCode="#,##0.0000_ ">
                  <c:v>2.7726000000000002</c:v>
                </c:pt>
                <c:pt idx="738" formatCode="#,##0.0000_ ">
                  <c:v>2.7486000000000002</c:v>
                </c:pt>
                <c:pt idx="739" formatCode="#,##0.0000_ ">
                  <c:v>2.7446000000000002</c:v>
                </c:pt>
                <c:pt idx="740" formatCode="#,##0.0000_ ">
                  <c:v>2.7440000000000002</c:v>
                </c:pt>
                <c:pt idx="741" formatCode="#,##0.0000_ ">
                  <c:v>2.7526999999999999</c:v>
                </c:pt>
                <c:pt idx="742" formatCode="#,##0.0000_ ">
                  <c:v>2.7347000000000001</c:v>
                </c:pt>
                <c:pt idx="743" formatCode="#,##0.0000_ ">
                  <c:v>2.7179000000000002</c:v>
                </c:pt>
                <c:pt idx="746" formatCode="#,##0.0000_ ">
                  <c:v>2.7107000000000001</c:v>
                </c:pt>
                <c:pt idx="747" formatCode="#,##0.0000_ ">
                  <c:v>2.71</c:v>
                </c:pt>
                <c:pt idx="748" formatCode="#,##0.0000_ ">
                  <c:v>2.7090000000000001</c:v>
                </c:pt>
                <c:pt idx="749" formatCode="#,##0.0000_ ">
                  <c:v>2.7246000000000001</c:v>
                </c:pt>
                <c:pt idx="750" formatCode="#,##0.0000_ ">
                  <c:v>2.7286999999999999</c:v>
                </c:pt>
                <c:pt idx="753" formatCode="#,##0.0000_ ">
                  <c:v>2.7298</c:v>
                </c:pt>
                <c:pt idx="754" formatCode="#,##0.0000_ ">
                  <c:v>2.7282000000000002</c:v>
                </c:pt>
                <c:pt idx="755" formatCode="#,##0.0000_ ">
                  <c:v>2.7290999999999999</c:v>
                </c:pt>
                <c:pt idx="756" formatCode="#,##0.0000_ ">
                  <c:v>2.7039</c:v>
                </c:pt>
                <c:pt idx="757" formatCode="#,##0.0000_ ">
                  <c:v>2.6995</c:v>
                </c:pt>
                <c:pt idx="760" formatCode="#,##0.0000_ ">
                  <c:v>2.6553</c:v>
                </c:pt>
                <c:pt idx="761" formatCode="#,##0.0000_ ">
                  <c:v>2.6604999999999999</c:v>
                </c:pt>
                <c:pt idx="762" formatCode="#,##0.0000_ ">
                  <c:v>2.6785999999999999</c:v>
                </c:pt>
                <c:pt idx="763" formatCode="#,##0.0000_ ">
                  <c:v>2.6835</c:v>
                </c:pt>
                <c:pt idx="764" formatCode="#,##0.0000_ ">
                  <c:v>2.7054</c:v>
                </c:pt>
                <c:pt idx="767" formatCode="#,##0.0000_ ">
                  <c:v>2.7048999999999999</c:v>
                </c:pt>
                <c:pt idx="768" formatCode="#,##0.0000_ ">
                  <c:v>2.7157</c:v>
                </c:pt>
                <c:pt idx="769" formatCode="#,##0.0000_ ">
                  <c:v>2.7008999999999999</c:v>
                </c:pt>
                <c:pt idx="770" formatCode="#,##0.0000_ ">
                  <c:v>2.7014</c:v>
                </c:pt>
                <c:pt idx="771" formatCode="#,##0.0000_ ">
                  <c:v>2.7134999999999998</c:v>
                </c:pt>
                <c:pt idx="774" formatCode="#,##0.0000_ ">
                  <c:v>2.8267000000000002</c:v>
                </c:pt>
                <c:pt idx="775" formatCode="#,##0.0000_ ">
                  <c:v>2.8355000000000001</c:v>
                </c:pt>
                <c:pt idx="776" formatCode="#,##0.0000_ ">
                  <c:v>2.8187000000000002</c:v>
                </c:pt>
                <c:pt idx="777" formatCode="#,##0.0000_ ">
                  <c:v>2.8372000000000002</c:v>
                </c:pt>
                <c:pt idx="778" formatCode="#,##0.0000_ ">
                  <c:v>2.8269000000000002</c:v>
                </c:pt>
                <c:pt idx="781" formatCode="#,##0.0000_ ">
                  <c:v>2.8182999999999998</c:v>
                </c:pt>
                <c:pt idx="782" formatCode="#,##0.0000_ ">
                  <c:v>2.8439000000000001</c:v>
                </c:pt>
                <c:pt idx="783" formatCode="#,##0.0000_ ">
                  <c:v>2.8231000000000002</c:v>
                </c:pt>
                <c:pt idx="784" formatCode="#,##0.0000_ ">
                  <c:v>2.7968000000000002</c:v>
                </c:pt>
                <c:pt idx="785" formatCode="#,##0.0000_ ">
                  <c:v>2.8220000000000001</c:v>
                </c:pt>
                <c:pt idx="788" formatCode="#,##0.0000_ ">
                  <c:v>2.8441000000000001</c:v>
                </c:pt>
                <c:pt idx="789" formatCode="#,##0.0000_ ">
                  <c:v>2.9108000000000001</c:v>
                </c:pt>
                <c:pt idx="790" formatCode="#,##0.0000_ ">
                  <c:v>2.9102000000000001</c:v>
                </c:pt>
                <c:pt idx="791" formatCode="#,##0.0000_ ">
                  <c:v>2.8761999999999999</c:v>
                </c:pt>
                <c:pt idx="792" formatCode="#,##0.0000_ ">
                  <c:v>2.8685999999999998</c:v>
                </c:pt>
                <c:pt idx="795" formatCode="#,##0.0000_ ">
                  <c:v>2.8776000000000002</c:v>
                </c:pt>
                <c:pt idx="796" formatCode="#,##0.0000_ ">
                  <c:v>2.9112</c:v>
                </c:pt>
                <c:pt idx="797" formatCode="#,##0.0000_ ">
                  <c:v>2.9188999999999998</c:v>
                </c:pt>
                <c:pt idx="798" formatCode="#,##0.0000_ ">
                  <c:v>2.8746</c:v>
                </c:pt>
                <c:pt idx="799" formatCode="#,##0.0000_ ">
                  <c:v>2.8984000000000001</c:v>
                </c:pt>
                <c:pt idx="802" formatCode="#,##0.0000_ ">
                  <c:v>2.8853</c:v>
                </c:pt>
                <c:pt idx="803" formatCode="#,##0.0000_ ">
                  <c:v>2.9173</c:v>
                </c:pt>
                <c:pt idx="804" formatCode="#,##0.0000_ ">
                  <c:v>2.8794</c:v>
                </c:pt>
                <c:pt idx="805" formatCode="#,##0.0000_ ">
                  <c:v>2.8753000000000002</c:v>
                </c:pt>
                <c:pt idx="806" formatCode="#,##0.0000_ ">
                  <c:v>2.9015</c:v>
                </c:pt>
                <c:pt idx="809" formatCode="#,##0.0000_ ">
                  <c:v>2.8660999999999999</c:v>
                </c:pt>
                <c:pt idx="810" formatCode="#,##0.0000_ ">
                  <c:v>2.8647</c:v>
                </c:pt>
                <c:pt idx="811" formatCode="#,##0.0000_ ">
                  <c:v>2.8797000000000001</c:v>
                </c:pt>
                <c:pt idx="812" formatCode="#,##0.0000_ ">
                  <c:v>2.8563000000000001</c:v>
                </c:pt>
                <c:pt idx="813" formatCode="#,##0.0000_ ">
                  <c:v>2.8488000000000002</c:v>
                </c:pt>
                <c:pt idx="816" formatCode="#,##0.0000_ ">
                  <c:v>2.8428</c:v>
                </c:pt>
                <c:pt idx="817" formatCode="#,##0.0000_ ">
                  <c:v>2.8622000000000001</c:v>
                </c:pt>
                <c:pt idx="818" formatCode="#,##0.0000_ ">
                  <c:v>2.863</c:v>
                </c:pt>
                <c:pt idx="819" formatCode="#,##0.0000_ ">
                  <c:v>2.8405999999999998</c:v>
                </c:pt>
                <c:pt idx="820" formatCode="#,##0.0000_ ">
                  <c:v>2.8410000000000002</c:v>
                </c:pt>
                <c:pt idx="824" formatCode="#,##0.0000_ ">
                  <c:v>2.8401999999999998</c:v>
                </c:pt>
                <c:pt idx="825" formatCode="#,##0.0000_ ">
                  <c:v>2.8172000000000001</c:v>
                </c:pt>
                <c:pt idx="826" formatCode="#,##0.0000_ ">
                  <c:v>2.8233999999999999</c:v>
                </c:pt>
                <c:pt idx="827" formatCode="#,##0.0000_ ">
                  <c:v>2.8424999999999998</c:v>
                </c:pt>
                <c:pt idx="830" formatCode="#,##0.0000_ ">
                  <c:v>2.8380000000000001</c:v>
                </c:pt>
                <c:pt idx="831" formatCode="#,##0.0000_ ">
                  <c:v>2.8557999999999999</c:v>
                </c:pt>
                <c:pt idx="832" formatCode="#,##0.0000_ ">
                  <c:v>2.8780999999999999</c:v>
                </c:pt>
                <c:pt idx="833" formatCode="#,##0.0000_ ">
                  <c:v>2.8721999999999999</c:v>
                </c:pt>
                <c:pt idx="834" formatCode="#,##0.0000_ ">
                  <c:v>2.8896999999999999</c:v>
                </c:pt>
                <c:pt idx="837" formatCode="#,##0.0000_ ">
                  <c:v>2.9256000000000002</c:v>
                </c:pt>
                <c:pt idx="838" formatCode="#,##0.0000_ ">
                  <c:v>2.9167000000000001</c:v>
                </c:pt>
                <c:pt idx="839" formatCode="#,##0.0000_ ">
                  <c:v>2.9066000000000001</c:v>
                </c:pt>
                <c:pt idx="840" formatCode="#,##0.0000_ ">
                  <c:v>2.9218999999999999</c:v>
                </c:pt>
                <c:pt idx="841" formatCode="#,##0.0000_ ">
                  <c:v>2.9114</c:v>
                </c:pt>
                <c:pt idx="849" formatCode="#,##0.0000_ ">
                  <c:v>2.9367999999999999</c:v>
                </c:pt>
                <c:pt idx="850" formatCode="#,##0.0000_ ">
                  <c:v>2.9224999999999999</c:v>
                </c:pt>
                <c:pt idx="851" formatCode="#,##0.0000_ ">
                  <c:v>2.9241000000000001</c:v>
                </c:pt>
                <c:pt idx="852" formatCode="#,##0.0000_ ">
                  <c:v>2.9091999999999998</c:v>
                </c:pt>
                <c:pt idx="853" formatCode="#,##0.0000_ ">
                  <c:v>2.9072</c:v>
                </c:pt>
                <c:pt idx="854" formatCode="#,##0.0000_ ">
                  <c:v>2.9148000000000001</c:v>
                </c:pt>
                <c:pt idx="855" formatCode="#,##0.0000_ ">
                  <c:v>2.9033000000000002</c:v>
                </c:pt>
                <c:pt idx="858" formatCode="#,##0.0000_ ">
                  <c:v>2.9028999999999998</c:v>
                </c:pt>
                <c:pt idx="859" formatCode="#,##0.0000_ ">
                  <c:v>2.9056999999999999</c:v>
                </c:pt>
                <c:pt idx="860" formatCode="#,##0.0000_ ">
                  <c:v>2.9035000000000002</c:v>
                </c:pt>
                <c:pt idx="861" formatCode="#,##0.0000_ ">
                  <c:v>2.9043000000000001</c:v>
                </c:pt>
                <c:pt idx="862" formatCode="#,##0.0000_ ">
                  <c:v>2.9001000000000001</c:v>
                </c:pt>
                <c:pt idx="865" formatCode="#,##0.0000_ ">
                  <c:v>2.8997000000000002</c:v>
                </c:pt>
                <c:pt idx="866" formatCode="#,##0.0000_ ">
                  <c:v>2.9056000000000002</c:v>
                </c:pt>
                <c:pt idx="867" formatCode="#,##0.0000_ ">
                  <c:v>2.9026999999999998</c:v>
                </c:pt>
                <c:pt idx="868" formatCode="#,##0.0000_ ">
                  <c:v>2.9020000000000001</c:v>
                </c:pt>
                <c:pt idx="869" formatCode="#,##0.0000_ ">
                  <c:v>2.9009</c:v>
                </c:pt>
                <c:pt idx="872" formatCode="#,##0.0000_ ">
                  <c:v>2.9045999999999998</c:v>
                </c:pt>
                <c:pt idx="873" formatCode="#,##0.0000_ ">
                  <c:v>2.9302999999999999</c:v>
                </c:pt>
                <c:pt idx="874" formatCode="#,##0.0000_ ">
                  <c:v>2.9243999999999999</c:v>
                </c:pt>
                <c:pt idx="875" formatCode="#,##0.0000_ ">
                  <c:v>2.9258999999999999</c:v>
                </c:pt>
                <c:pt idx="876" formatCode="#,##0.0000_ ">
                  <c:v>2.9222999999999999</c:v>
                </c:pt>
                <c:pt idx="879" formatCode="#,##0.0000_ ">
                  <c:v>2.9228000000000001</c:v>
                </c:pt>
                <c:pt idx="880" formatCode="#,##0.0000_ ">
                  <c:v>2.9226999999999999</c:v>
                </c:pt>
                <c:pt idx="881" formatCode="#,##0.0000_ ">
                  <c:v>2.9186999999999999</c:v>
                </c:pt>
                <c:pt idx="882" formatCode="#,##0.0000_ ">
                  <c:v>2.9186000000000001</c:v>
                </c:pt>
                <c:pt idx="883" formatCode="#,##0.0000_ ">
                  <c:v>2.9258000000000002</c:v>
                </c:pt>
                <c:pt idx="886" formatCode="#,##0.0000_ ">
                  <c:v>2.9047000000000001</c:v>
                </c:pt>
                <c:pt idx="887" formatCode="#,##0.0000_ ">
                  <c:v>2.9001000000000001</c:v>
                </c:pt>
                <c:pt idx="888" formatCode="#,##0.0000_ ">
                  <c:v>2.8906999999999998</c:v>
                </c:pt>
                <c:pt idx="889" formatCode="#,##0.0000_ ">
                  <c:v>2.8919000000000001</c:v>
                </c:pt>
                <c:pt idx="890" formatCode="#,##0.0000_ ">
                  <c:v>2.883</c:v>
                </c:pt>
                <c:pt idx="893" formatCode="#,##0.0000_ ">
                  <c:v>2.8847</c:v>
                </c:pt>
                <c:pt idx="894" formatCode="#,##0.0000_ ">
                  <c:v>2.8776999999999999</c:v>
                </c:pt>
                <c:pt idx="895" formatCode="#,##0.0000_ ">
                  <c:v>2.8871000000000002</c:v>
                </c:pt>
                <c:pt idx="896" formatCode="#,##0.0000_ ">
                  <c:v>2.8784999999999998</c:v>
                </c:pt>
                <c:pt idx="897" formatCode="#,##0.0000_ ">
                  <c:v>2.8769</c:v>
                </c:pt>
                <c:pt idx="900" formatCode="#,##0.0000_ ">
                  <c:v>2.8759999999999999</c:v>
                </c:pt>
                <c:pt idx="901" formatCode="#,##0.0000_ ">
                  <c:v>2.8717999999999999</c:v>
                </c:pt>
                <c:pt idx="902" formatCode="#,##0.0000_ ">
                  <c:v>2.8877000000000002</c:v>
                </c:pt>
                <c:pt idx="903" formatCode="#,##0.0000_ ">
                  <c:v>2.8801999999999999</c:v>
                </c:pt>
                <c:pt idx="904" formatCode="#,##0.0000_ ">
                  <c:v>2.8925999999999998</c:v>
                </c:pt>
                <c:pt idx="907" formatCode="#,##0.0000_ ">
                  <c:v>2.8835000000000002</c:v>
                </c:pt>
                <c:pt idx="908" formatCode="#,##0.0000_ ">
                  <c:v>2.8831000000000002</c:v>
                </c:pt>
                <c:pt idx="909" formatCode="#,##0.0000_ ">
                  <c:v>2.8832</c:v>
                </c:pt>
                <c:pt idx="910" formatCode="#,##0.0000_ ">
                  <c:v>2.8753000000000002</c:v>
                </c:pt>
                <c:pt idx="911" formatCode="#,##0.0000_ ">
                  <c:v>2.8855</c:v>
                </c:pt>
                <c:pt idx="914" formatCode="#,##0.0000_ ">
                  <c:v>2.8620000000000001</c:v>
                </c:pt>
                <c:pt idx="915" formatCode="#,##0.0000_ ">
                  <c:v>2.8641999999999999</c:v>
                </c:pt>
                <c:pt idx="917" formatCode="#,##0.0000_ ">
                  <c:v>2.8643000000000001</c:v>
                </c:pt>
                <c:pt idx="918" formatCode="#,##0.0000_ ">
                  <c:v>2.8639000000000001</c:v>
                </c:pt>
                <c:pt idx="921" formatCode="#,##0.0000_ ">
                  <c:v>2.8502000000000001</c:v>
                </c:pt>
                <c:pt idx="922" formatCode="#,##0.0000_ ">
                  <c:v>2.8380999999999998</c:v>
                </c:pt>
                <c:pt idx="923" formatCode="#,##0.0000_ ">
                  <c:v>2.8197000000000001</c:v>
                </c:pt>
                <c:pt idx="924" formatCode="#,##0.0000_ ">
                  <c:v>2.8262</c:v>
                </c:pt>
                <c:pt idx="925" formatCode="#,##0.0000_ ">
                  <c:v>2.8266</c:v>
                </c:pt>
                <c:pt idx="928" formatCode="#,##0.0000_ ">
                  <c:v>2.8397000000000001</c:v>
                </c:pt>
                <c:pt idx="929" formatCode="#,##0.0000_ ">
                  <c:v>2.8395999999999999</c:v>
                </c:pt>
                <c:pt idx="930" formatCode="#,##0.0000_ ">
                  <c:v>2.8311000000000002</c:v>
                </c:pt>
                <c:pt idx="931" formatCode="#,##0.0000_ ">
                  <c:v>2.8365999999999998</c:v>
                </c:pt>
                <c:pt idx="932" formatCode="#,##0.0000_ ">
                  <c:v>2.8348</c:v>
                </c:pt>
                <c:pt idx="934" formatCode="#,##0.0000_ ">
                  <c:v>2.8264</c:v>
                </c:pt>
                <c:pt idx="935" formatCode="#,##0.0000_ ">
                  <c:v>2.8167</c:v>
                </c:pt>
                <c:pt idx="936" formatCode="#,##0.0000_ ">
                  <c:v>2.8210000000000002</c:v>
                </c:pt>
                <c:pt idx="937" formatCode="#,##0.0000_ ">
                  <c:v>2.8178999999999998</c:v>
                </c:pt>
                <c:pt idx="938" formatCode="#,##0.0000_ ">
                  <c:v>2.7890999999999999</c:v>
                </c:pt>
                <c:pt idx="939" formatCode="#,##0.0000_ ">
                  <c:v>2.7972999999999999</c:v>
                </c:pt>
                <c:pt idx="945" formatCode="#,##0.0000_ ">
                  <c:v>2.7671000000000001</c:v>
                </c:pt>
                <c:pt idx="946" formatCode="#,##0.0000_ ">
                  <c:v>2.7513999999999998</c:v>
                </c:pt>
                <c:pt idx="947" formatCode="#,##0.0000_ ">
                  <c:v>2.7372000000000001</c:v>
                </c:pt>
                <c:pt idx="949" formatCode="#,##0.0000_ ">
                  <c:v>2.7439</c:v>
                </c:pt>
                <c:pt idx="950" formatCode="#,##0.0000_ ">
                  <c:v>2.7444000000000002</c:v>
                </c:pt>
                <c:pt idx="951" formatCode="#,##0.0000_ ">
                  <c:v>2.7277</c:v>
                </c:pt>
                <c:pt idx="952" formatCode="#,##0.0000_ ">
                  <c:v>2.7027999999999999</c:v>
                </c:pt>
                <c:pt idx="953" formatCode="#,##0.0000_ ">
                  <c:v>2.7139000000000002</c:v>
                </c:pt>
                <c:pt idx="956" formatCode="#,##0.0000_ ">
                  <c:v>2.7145000000000001</c:v>
                </c:pt>
                <c:pt idx="957" formatCode="#,##0.0000_ ">
                  <c:v>2.7225000000000001</c:v>
                </c:pt>
                <c:pt idx="958" formatCode="#,##0.0000_ ">
                  <c:v>2.7126000000000001</c:v>
                </c:pt>
                <c:pt idx="959" formatCode="#,##0.0000_ ">
                  <c:v>2.7343999999999999</c:v>
                </c:pt>
                <c:pt idx="960" formatCode="#,##0.0000_ ">
                  <c:v>2.7185000000000001</c:v>
                </c:pt>
                <c:pt idx="963" formatCode="#,##0.0000_ ">
                  <c:v>2.7202000000000002</c:v>
                </c:pt>
                <c:pt idx="964" formatCode="#,##0.0000_ ">
                  <c:v>2.7054</c:v>
                </c:pt>
                <c:pt idx="965" formatCode="#,##0.0000_ ">
                  <c:v>2.7048000000000001</c:v>
                </c:pt>
                <c:pt idx="966" formatCode="#,##0.0000_ ">
                  <c:v>2.7132999999999998</c:v>
                </c:pt>
                <c:pt idx="967" formatCode="#,##0.0000_ ">
                  <c:v>2.7126999999999999</c:v>
                </c:pt>
                <c:pt idx="970" formatCode="#,##0.0000_ ">
                  <c:v>2.7265999999999999</c:v>
                </c:pt>
                <c:pt idx="971" formatCode="#,##0.0000_ ">
                  <c:v>2.7141999999999999</c:v>
                </c:pt>
                <c:pt idx="972" formatCode="#,##0.0000_ ">
                  <c:v>2.7216</c:v>
                </c:pt>
                <c:pt idx="973" formatCode="#,##0.0000_ ">
                  <c:v>2.7088999999999999</c:v>
                </c:pt>
                <c:pt idx="974" formatCode="#,##0.0000_ ">
                  <c:v>2.7128999999999999</c:v>
                </c:pt>
                <c:pt idx="977" formatCode="#,##0.0000_ ">
                  <c:v>2.7231999999999998</c:v>
                </c:pt>
                <c:pt idx="978" formatCode="#,##0.0000_ ">
                  <c:v>2.7193999999999998</c:v>
                </c:pt>
                <c:pt idx="979" formatCode="#,##0.0000_ ">
                  <c:v>2.7057000000000002</c:v>
                </c:pt>
                <c:pt idx="980" formatCode="#,##0.0000_ ">
                  <c:v>2.7113</c:v>
                </c:pt>
                <c:pt idx="981" formatCode="#,##0.0000_ ">
                  <c:v>2.7081</c:v>
                </c:pt>
                <c:pt idx="984" formatCode="#,##0.0000_ ">
                  <c:v>2.6905000000000001</c:v>
                </c:pt>
                <c:pt idx="985" formatCode="#,##0.0000_ ">
                  <c:v>2.6583000000000001</c:v>
                </c:pt>
                <c:pt idx="986" formatCode="#,##0.0000_ ">
                  <c:v>2.6353</c:v>
                </c:pt>
                <c:pt idx="987" formatCode="#,##0.0000_ ">
                  <c:v>2.6654</c:v>
                </c:pt>
                <c:pt idx="988" formatCode="#,##0.0000_ ">
                  <c:v>2.7033</c:v>
                </c:pt>
                <c:pt idx="991" formatCode="#,##0.0000_ ">
                  <c:v>2.7145000000000001</c:v>
                </c:pt>
                <c:pt idx="992" formatCode="#,##0.0000_ ">
                  <c:v>2.7141000000000002</c:v>
                </c:pt>
                <c:pt idx="993" formatCode="#,##0.0000_ ">
                  <c:v>2.7027999999999999</c:v>
                </c:pt>
                <c:pt idx="997" formatCode="#,##0.0000_ ">
                  <c:v>2.6949000000000001</c:v>
                </c:pt>
                <c:pt idx="998" formatCode="#,##0.0000_ ">
                  <c:v>2.6977000000000002</c:v>
                </c:pt>
                <c:pt idx="999" formatCode="#,##0.0000_ ">
                  <c:v>2.7090000000000001</c:v>
                </c:pt>
                <c:pt idx="1000" formatCode="#,##0.0000_ ">
                  <c:v>2.6985000000000001</c:v>
                </c:pt>
                <c:pt idx="1001" formatCode="#,##0.0000_ ">
                  <c:v>2.7035999999999998</c:v>
                </c:pt>
                <c:pt idx="1002" formatCode="#,##0.0000_ ">
                  <c:v>2.6928999999999998</c:v>
                </c:pt>
                <c:pt idx="1005" formatCode="#,##0.0000_ ">
                  <c:v>2.6444000000000001</c:v>
                </c:pt>
                <c:pt idx="1006" formatCode="#,##0.0000_ ">
                  <c:v>2.6415999999999999</c:v>
                </c:pt>
                <c:pt idx="1007" formatCode="#,##0.0000_ ">
                  <c:v>2.6455000000000002</c:v>
                </c:pt>
                <c:pt idx="1008" formatCode="#,##0.0000_ ">
                  <c:v>2.6379999999999999</c:v>
                </c:pt>
                <c:pt idx="1009" formatCode="#,##0.0000_ ">
                  <c:v>2.6421000000000001</c:v>
                </c:pt>
                <c:pt idx="1012" formatCode="#,##0.0000_ ">
                  <c:v>2.6450999999999998</c:v>
                </c:pt>
                <c:pt idx="1013" formatCode="#,##0.0000_ ">
                  <c:v>2.6395</c:v>
                </c:pt>
                <c:pt idx="1014" formatCode="#,##0.0000_ ">
                  <c:v>2.6427</c:v>
                </c:pt>
                <c:pt idx="1015" formatCode="#,##0.0000_ ">
                  <c:v>2.6448</c:v>
                </c:pt>
                <c:pt idx="1016" formatCode="#,##0.0000_ ">
                  <c:v>2.6486000000000001</c:v>
                </c:pt>
                <c:pt idx="1019" formatCode="#,##0.0000_ ">
                  <c:v>2.6434000000000002</c:v>
                </c:pt>
                <c:pt idx="1020" formatCode="#,##0.0000_ ">
                  <c:v>2.6293000000000002</c:v>
                </c:pt>
                <c:pt idx="1021" formatCode="#,##0.0000_ ">
                  <c:v>2.6251000000000002</c:v>
                </c:pt>
                <c:pt idx="1022" formatCode="#,##0.0000_ ">
                  <c:v>2.6272000000000002</c:v>
                </c:pt>
                <c:pt idx="1023" formatCode="#,##0.0000_ ">
                  <c:v>2.62</c:v>
                </c:pt>
                <c:pt idx="1026" formatCode="#,##0.0000_ ">
                  <c:v>2.6145999999999998</c:v>
                </c:pt>
                <c:pt idx="1027" formatCode="#,##0.0000_ ">
                  <c:v>2.6528999999999998</c:v>
                </c:pt>
                <c:pt idx="1028" formatCode="#,##0.0000_ ">
                  <c:v>2.6617999999999999</c:v>
                </c:pt>
                <c:pt idx="1029" formatCode="#,##0.0000_ ">
                  <c:v>2.6425000000000001</c:v>
                </c:pt>
                <c:pt idx="1030" formatCode="#,##0.0000_ ">
                  <c:v>2.6442000000000001</c:v>
                </c:pt>
                <c:pt idx="1033" formatCode="#,##0.0000_ ">
                  <c:v>2.6716000000000002</c:v>
                </c:pt>
                <c:pt idx="1034" formatCode="#,##0.0000_ ">
                  <c:v>2.6579999999999999</c:v>
                </c:pt>
                <c:pt idx="1035" formatCode="#,##0.0000_ ">
                  <c:v>2.6576</c:v>
                </c:pt>
                <c:pt idx="1036" formatCode="#,##0.0000_ ">
                  <c:v>2.6507000000000001</c:v>
                </c:pt>
                <c:pt idx="1037" formatCode="#,##0.0000_ ">
                  <c:v>2.6562999999999999</c:v>
                </c:pt>
                <c:pt idx="1040" formatCode="#,##0.0000_ ">
                  <c:v>2.6493000000000002</c:v>
                </c:pt>
                <c:pt idx="1041" formatCode="#,##0.0000_ ">
                  <c:v>2.6486000000000001</c:v>
                </c:pt>
                <c:pt idx="1042" formatCode="#,##0.0000_ ">
                  <c:v>2.6473</c:v>
                </c:pt>
                <c:pt idx="1043" formatCode="#,##0.0000_ ">
                  <c:v>2.6534</c:v>
                </c:pt>
                <c:pt idx="1044" formatCode="#,##0.0000_ ">
                  <c:v>2.6488</c:v>
                </c:pt>
                <c:pt idx="1047" formatCode="#,##0.0000_ ">
                  <c:v>2.625</c:v>
                </c:pt>
                <c:pt idx="1048" formatCode="#,##0.0000_ ">
                  <c:v>2.5625</c:v>
                </c:pt>
                <c:pt idx="1049" formatCode="#,##0.0000_ ">
                  <c:v>2.5670000000000002</c:v>
                </c:pt>
                <c:pt idx="1050" formatCode="#,##0.0000_ ">
                  <c:v>2.5699000000000001</c:v>
                </c:pt>
                <c:pt idx="1051" formatCode="#,##0.0000_ ">
                  <c:v>2.5708000000000002</c:v>
                </c:pt>
                <c:pt idx="1054" formatCode="#,##0.0000_ ">
                  <c:v>2.5520999999999998</c:v>
                </c:pt>
                <c:pt idx="1055" formatCode="#,##0.0000_ ">
                  <c:v>2.5485000000000002</c:v>
                </c:pt>
                <c:pt idx="1056" formatCode="#,##0.0000_ ">
                  <c:v>2.5552999999999999</c:v>
                </c:pt>
                <c:pt idx="1057" formatCode="#,##0.0000_ ">
                  <c:v>2.5583999999999998</c:v>
                </c:pt>
                <c:pt idx="1058" formatCode="#,##0.0000_ ">
                  <c:v>2.5619000000000001</c:v>
                </c:pt>
                <c:pt idx="1061" formatCode="#,##0.0000_ ">
                  <c:v>2.6070000000000002</c:v>
                </c:pt>
                <c:pt idx="1062" formatCode="#,##0.0000_ ">
                  <c:v>2.5952000000000002</c:v>
                </c:pt>
                <c:pt idx="1063" formatCode="#,##0.0000_ ">
                  <c:v>2.5998000000000001</c:v>
                </c:pt>
                <c:pt idx="1064" formatCode="#,##0.0000_ ">
                  <c:v>2.5897999999999999</c:v>
                </c:pt>
                <c:pt idx="1065" formatCode="#,##0.0000_ ">
                  <c:v>2.6069</c:v>
                </c:pt>
                <c:pt idx="1068" formatCode="#,##0.0000_ ">
                  <c:v>2.6497000000000002</c:v>
                </c:pt>
                <c:pt idx="1069" formatCode="#,##0.0000_ ">
                  <c:v>2.6400999999999999</c:v>
                </c:pt>
                <c:pt idx="1070" formatCode="#,##0.0000_ ">
                  <c:v>2.6465999999999998</c:v>
                </c:pt>
                <c:pt idx="1071" formatCode="#,##0.0000_ ">
                  <c:v>2.6766999999999999</c:v>
                </c:pt>
                <c:pt idx="1072" formatCode="#,##0.0000_ ">
                  <c:v>2.6654</c:v>
                </c:pt>
                <c:pt idx="1075" formatCode="#,##0.0000_ ">
                  <c:v>2.6785000000000001</c:v>
                </c:pt>
                <c:pt idx="1076" formatCode="#,##0.0000_ ">
                  <c:v>2.6534</c:v>
                </c:pt>
                <c:pt idx="1077" formatCode="#,##0.0000_ ">
                  <c:v>2.6536</c:v>
                </c:pt>
                <c:pt idx="1078" formatCode="#,##0.0000_ ">
                  <c:v>2.6497000000000002</c:v>
                </c:pt>
                <c:pt idx="1079" formatCode="#,##0.0000_ ">
                  <c:v>2.6404999999999998</c:v>
                </c:pt>
                <c:pt idx="1082" formatCode="#,##0.0000_ ">
                  <c:v>2.6819999999999999</c:v>
                </c:pt>
                <c:pt idx="1083" formatCode="#,##0.0000_ ">
                  <c:v>2.6753</c:v>
                </c:pt>
                <c:pt idx="1084" formatCode="#,##0.0000_ ">
                  <c:v>2.6838000000000002</c:v>
                </c:pt>
                <c:pt idx="1085" formatCode="#,##0.0000_ ">
                  <c:v>2.6839</c:v>
                </c:pt>
                <c:pt idx="1086" formatCode="#,##0.0000_ ">
                  <c:v>2.6802000000000001</c:v>
                </c:pt>
                <c:pt idx="1089" formatCode="#,##0.0000_ ">
                  <c:v>2.7048000000000001</c:v>
                </c:pt>
                <c:pt idx="1090" formatCode="#,##0.0000_ ">
                  <c:v>2.7174</c:v>
                </c:pt>
                <c:pt idx="1091" formatCode="#,##0.0000_ ">
                  <c:v>2.7193000000000001</c:v>
                </c:pt>
                <c:pt idx="1092" formatCode="#,##0.0000_ ">
                  <c:v>2.7006000000000001</c:v>
                </c:pt>
                <c:pt idx="1101" formatCode="#,##0.0000_ ">
                  <c:v>2.6753</c:v>
                </c:pt>
                <c:pt idx="1102" formatCode="#,##0.0000_ ">
                  <c:v>2.6717</c:v>
                </c:pt>
                <c:pt idx="1103" formatCode="#,##0.0000_ ">
                  <c:v>2.6640000000000001</c:v>
                </c:pt>
                <c:pt idx="1104" formatCode="#,##0.0000_ ">
                  <c:v>2.6804000000000001</c:v>
                </c:pt>
                <c:pt idx="1105" formatCode="#,##0.0000_ ">
                  <c:v>2.6970999999999998</c:v>
                </c:pt>
                <c:pt idx="1106" formatCode="#,##0.0000_ ">
                  <c:v>2.71</c:v>
                </c:pt>
                <c:pt idx="1107" formatCode="#,##0.0000_ ">
                  <c:v>2.6915</c:v>
                </c:pt>
                <c:pt idx="1110" formatCode="#,##0.0000_ ">
                  <c:v>2.6768000000000001</c:v>
                </c:pt>
                <c:pt idx="1111" formatCode="#,##0.0000_ ">
                  <c:v>2.6907000000000001</c:v>
                </c:pt>
                <c:pt idx="1112" formatCode="#,##0.0000_ ">
                  <c:v>2.6903000000000001</c:v>
                </c:pt>
                <c:pt idx="1113" formatCode="#,##0.0000_ ">
                  <c:v>2.7187000000000001</c:v>
                </c:pt>
                <c:pt idx="1114" formatCode="#,##0.0000_ ">
                  <c:v>2.7162999999999999</c:v>
                </c:pt>
                <c:pt idx="1117" formatCode="#,##0.0000_ ">
                  <c:v>2.7038000000000002</c:v>
                </c:pt>
                <c:pt idx="1118" formatCode="#,##0.0000_ ">
                  <c:v>2.7221000000000002</c:v>
                </c:pt>
                <c:pt idx="1119" formatCode="#,##0.0000_ ">
                  <c:v>2.7290000000000001</c:v>
                </c:pt>
                <c:pt idx="1120" formatCode="#,##0.0000_ ">
                  <c:v>2.7050000000000001</c:v>
                </c:pt>
                <c:pt idx="1121" formatCode="#,##0.0000_ ">
                  <c:v>2.7157</c:v>
                </c:pt>
                <c:pt idx="1124" formatCode="#,##0.0000_ ">
                  <c:v>2.7134</c:v>
                </c:pt>
                <c:pt idx="1125" formatCode="#,##0.0000_ ">
                  <c:v>2.6937000000000002</c:v>
                </c:pt>
                <c:pt idx="1126" formatCode="#,##0.0000_ ">
                  <c:v>2.6873999999999998</c:v>
                </c:pt>
                <c:pt idx="1127" formatCode="#,##0.0000_ ">
                  <c:v>2.6724999999999999</c:v>
                </c:pt>
                <c:pt idx="1128" formatCode="#,##0.0000_ ">
                  <c:v>2.6657999999999999</c:v>
                </c:pt>
                <c:pt idx="1131" formatCode="#,##0.0000_ ">
                  <c:v>2.6594000000000002</c:v>
                </c:pt>
                <c:pt idx="1132" formatCode="#,##0.0000_ ">
                  <c:v>2.6497999999999999</c:v>
                </c:pt>
                <c:pt idx="1133" formatCode="#,##0.0000_ ">
                  <c:v>2.6623000000000001</c:v>
                </c:pt>
                <c:pt idx="1134" formatCode="#,##0.0000_ ">
                  <c:v>2.6412</c:v>
                </c:pt>
                <c:pt idx="1135" formatCode="#,##0.0000_ ">
                  <c:v>2.6501999999999999</c:v>
                </c:pt>
                <c:pt idx="1138" formatCode="#,##0.0000_ ">
                  <c:v>2.6442999999999999</c:v>
                </c:pt>
                <c:pt idx="1139" formatCode="#,##0.0000_ ">
                  <c:v>2.6490999999999998</c:v>
                </c:pt>
                <c:pt idx="1140" formatCode="#,##0.0000_ ">
                  <c:v>2.6574</c:v>
                </c:pt>
                <c:pt idx="1141" formatCode="#,##0.0000_ ">
                  <c:v>2.6545999999999998</c:v>
                </c:pt>
                <c:pt idx="1142" formatCode="#,##0.0000_ ">
                  <c:v>2.6530999999999998</c:v>
                </c:pt>
                <c:pt idx="1145" formatCode="#,##0.0000_ ">
                  <c:v>2.6537000000000002</c:v>
                </c:pt>
                <c:pt idx="1146" formatCode="#,##0.0000_ ">
                  <c:v>2.6579000000000002</c:v>
                </c:pt>
                <c:pt idx="1147" formatCode="#,##0.0000_ ">
                  <c:v>2.6654</c:v>
                </c:pt>
                <c:pt idx="1148" formatCode="#,##0.0000_ ">
                  <c:v>2.6876000000000002</c:v>
                </c:pt>
                <c:pt idx="1149" formatCode="#,##0.0000_ ">
                  <c:v>2.6835</c:v>
                </c:pt>
                <c:pt idx="1152" formatCode="#,##0.0000_ ">
                  <c:v>2.6926000000000001</c:v>
                </c:pt>
                <c:pt idx="1153" formatCode="#,##0.0000_ ">
                  <c:v>2.6848000000000001</c:v>
                </c:pt>
                <c:pt idx="1154" formatCode="#,##0.0000_ ">
                  <c:v>2.6776</c:v>
                </c:pt>
                <c:pt idx="1155" formatCode="#,##0.0000_ ">
                  <c:v>2.6705000000000001</c:v>
                </c:pt>
                <c:pt idx="1156" formatCode="#,##0.0000_ ">
                  <c:v>2.6732999999999998</c:v>
                </c:pt>
                <c:pt idx="1159" formatCode="#,##0.0000_ ">
                  <c:v>2.6665999999999999</c:v>
                </c:pt>
                <c:pt idx="1160" formatCode="#,##0.0000_ ">
                  <c:v>2.6707000000000001</c:v>
                </c:pt>
                <c:pt idx="1161" formatCode="#,##0.0000_ ">
                  <c:v>2.6650999999999998</c:v>
                </c:pt>
                <c:pt idx="1162" formatCode="#,##0.0000_ ">
                  <c:v>2.6678999999999999</c:v>
                </c:pt>
                <c:pt idx="1163" formatCode="#,##0.0000_ ">
                  <c:v>2.6638000000000002</c:v>
                </c:pt>
                <c:pt idx="1166" formatCode="#,##0.0000_ ">
                  <c:v>2.6404999999999998</c:v>
                </c:pt>
                <c:pt idx="1167" formatCode="#,##0.0000_ ">
                  <c:v>2.6404000000000001</c:v>
                </c:pt>
                <c:pt idx="1168" formatCode="#,##0.0000_ ">
                  <c:v>2.6233</c:v>
                </c:pt>
                <c:pt idx="1169" formatCode="#,##0.0000_ ">
                  <c:v>2.6238999999999999</c:v>
                </c:pt>
                <c:pt idx="1170" formatCode="#,##0.0000_ ">
                  <c:v>2.6335999999999999</c:v>
                </c:pt>
                <c:pt idx="1173" formatCode="#,##0.0000_ ">
                  <c:v>2.6172</c:v>
                </c:pt>
                <c:pt idx="1174" formatCode="#,##0.0000_ ">
                  <c:v>2.6147</c:v>
                </c:pt>
                <c:pt idx="1175" formatCode="#,##0.0000_ ">
                  <c:v>2.6118999999999999</c:v>
                </c:pt>
                <c:pt idx="1176" formatCode="#,##0.0000_ ">
                  <c:v>2.6196000000000002</c:v>
                </c:pt>
                <c:pt idx="1177" formatCode="#,##0.0000_ ">
                  <c:v>2.5847000000000002</c:v>
                </c:pt>
                <c:pt idx="1180" formatCode="#,##0.0000_ ">
                  <c:v>2.5792999999999999</c:v>
                </c:pt>
                <c:pt idx="1181" formatCode="#,##0.0000_ ">
                  <c:v>2.5676999999999999</c:v>
                </c:pt>
                <c:pt idx="1182" formatCode="#,##0.0000_ ">
                  <c:v>2.5678999999999998</c:v>
                </c:pt>
                <c:pt idx="1183" formatCode="#,##0.0000_ ">
                  <c:v>2.5474999999999999</c:v>
                </c:pt>
                <c:pt idx="1184" formatCode="#,##0.0000_ ">
                  <c:v>2.5651999999999999</c:v>
                </c:pt>
                <c:pt idx="1188" formatCode="#,##0.0000_ ">
                  <c:v>2.5476000000000001</c:v>
                </c:pt>
                <c:pt idx="1189" formatCode="#,##0.0000_ ">
                  <c:v>2.5594000000000001</c:v>
                </c:pt>
                <c:pt idx="1190" formatCode="#,##0.0000_ ">
                  <c:v>2.5379999999999998</c:v>
                </c:pt>
                <c:pt idx="1191" formatCode="#,##0.0000_ ">
                  <c:v>2.5127999999999999</c:v>
                </c:pt>
                <c:pt idx="1194" formatCode="#,##0.0000_ ">
                  <c:v>2.5104000000000002</c:v>
                </c:pt>
                <c:pt idx="1195" formatCode="#,##0.0000_ ">
                  <c:v>2.4937</c:v>
                </c:pt>
                <c:pt idx="1196" formatCode="#,##0.0000_ ">
                  <c:v>2.4906999999999999</c:v>
                </c:pt>
                <c:pt idx="1197" formatCode="#,##0.0000_ ">
                  <c:v>2.5013999999999998</c:v>
                </c:pt>
                <c:pt idx="1198" formatCode="#,##0.0000_ ">
                  <c:v>2.5019999999999998</c:v>
                </c:pt>
                <c:pt idx="1201" formatCode="#,##0.0000_ ">
                  <c:v>2.5114000000000001</c:v>
                </c:pt>
                <c:pt idx="1202" formatCode="#,##0.0000_ ">
                  <c:v>2.5194999999999999</c:v>
                </c:pt>
                <c:pt idx="1203" formatCode="#,##0.0000_ ">
                  <c:v>2.5124</c:v>
                </c:pt>
                <c:pt idx="1204" formatCode="#,##0.0000_ ">
                  <c:v>2.4961000000000002</c:v>
                </c:pt>
                <c:pt idx="1205" formatCode="#,##0.0000_ ">
                  <c:v>2.5019999999999998</c:v>
                </c:pt>
                <c:pt idx="1208" formatCode="#,##0.0000_ ">
                  <c:v>2.4933000000000001</c:v>
                </c:pt>
                <c:pt idx="1209" formatCode="#,##0.0000_ ">
                  <c:v>2.4935</c:v>
                </c:pt>
                <c:pt idx="1210" formatCode="#,##0.0000_ ">
                  <c:v>2.4965999999999999</c:v>
                </c:pt>
                <c:pt idx="1211" formatCode="#,##0.0000_ ">
                  <c:v>2.4990999999999999</c:v>
                </c:pt>
                <c:pt idx="1212" formatCode="#,##0.0000_ ">
                  <c:v>2.4889000000000001</c:v>
                </c:pt>
                <c:pt idx="1215" formatCode="#,##0.0000_ ">
                  <c:v>2.4923000000000002</c:v>
                </c:pt>
                <c:pt idx="1216" formatCode="#,##0.0000_ ">
                  <c:v>2.4630999999999998</c:v>
                </c:pt>
                <c:pt idx="1217" formatCode="#,##0.0000_ ">
                  <c:v>2.4256000000000002</c:v>
                </c:pt>
                <c:pt idx="1218" formatCode="#,##0.0000_ ">
                  <c:v>2.4268000000000001</c:v>
                </c:pt>
                <c:pt idx="1219" formatCode="#,##0.0000_ ">
                  <c:v>2.4281999999999999</c:v>
                </c:pt>
                <c:pt idx="1221" formatCode="#,##0.0000_ ">
                  <c:v>2.3994</c:v>
                </c:pt>
                <c:pt idx="1222" formatCode="#,##0.0000_ ">
                  <c:v>2.3994</c:v>
                </c:pt>
                <c:pt idx="1223" formatCode="#,##0.0000_ ">
                  <c:v>2.4098999999999999</c:v>
                </c:pt>
                <c:pt idx="1224" formatCode="#,##0.0000_ ">
                  <c:v>2.4230999999999998</c:v>
                </c:pt>
                <c:pt idx="1225" formatCode="#,##0.0000_ ">
                  <c:v>2.4175</c:v>
                </c:pt>
                <c:pt idx="1226" formatCode="#,##0.0000_ ">
                  <c:v>2.4245000000000001</c:v>
                </c:pt>
                <c:pt idx="1235" formatCode="#,##0.0000_ ">
                  <c:v>2.4306000000000001</c:v>
                </c:pt>
                <c:pt idx="1236" formatCode="#,##0.0000_ ">
                  <c:v>2.4310999999999998</c:v>
                </c:pt>
                <c:pt idx="1237" formatCode="#,##0.0000_ ">
                  <c:v>2.4188999999999998</c:v>
                </c:pt>
                <c:pt idx="1238" formatCode="#,##0.0000_ ">
                  <c:v>2.4089</c:v>
                </c:pt>
                <c:pt idx="1239" formatCode="#,##0.0000_ ">
                  <c:v>2.4056999999999999</c:v>
                </c:pt>
                <c:pt idx="1240" formatCode="#,##0.0000_ ">
                  <c:v>2.3862999999999999</c:v>
                </c:pt>
                <c:pt idx="1243" formatCode="#,##0.0000_ ">
                  <c:v>2.3904999999999998</c:v>
                </c:pt>
                <c:pt idx="1244" formatCode="#,##0.0000_ ">
                  <c:v>2.3609</c:v>
                </c:pt>
                <c:pt idx="1245" formatCode="#,##0.0000_ ">
                  <c:v>2.3637000000000001</c:v>
                </c:pt>
                <c:pt idx="1246" formatCode="#,##0.0000_ ">
                  <c:v>2.3416999999999999</c:v>
                </c:pt>
                <c:pt idx="1247" formatCode="#,##0.0000_ ">
                  <c:v>2.3649</c:v>
                </c:pt>
                <c:pt idx="1250" formatCode="#,##0.0000_ ">
                  <c:v>2.3477000000000001</c:v>
                </c:pt>
                <c:pt idx="1251" formatCode="#,##0.0000_ ">
                  <c:v>2.3313999999999999</c:v>
                </c:pt>
                <c:pt idx="1252" formatCode="#,##0.0000_ ">
                  <c:v>2.2900999999999998</c:v>
                </c:pt>
                <c:pt idx="1253" formatCode="#,##0.0000_ ">
                  <c:v>2.2616000000000001</c:v>
                </c:pt>
                <c:pt idx="1254" formatCode="#,##0.0000_ ">
                  <c:v>2.2738999999999998</c:v>
                </c:pt>
                <c:pt idx="1257" formatCode="#,##0.0000_ ">
                  <c:v>2.2791999999999999</c:v>
                </c:pt>
                <c:pt idx="1258" formatCode="#,##0.0000_ ">
                  <c:v>2.3163999999999998</c:v>
                </c:pt>
                <c:pt idx="1259" formatCode="#,##0.0000_ ">
                  <c:v>2.3441000000000001</c:v>
                </c:pt>
                <c:pt idx="1260" formatCode="#,##0.0000_ ">
                  <c:v>2.3412000000000002</c:v>
                </c:pt>
                <c:pt idx="1261" formatCode="#,##0.0000_ ">
                  <c:v>2.3231999999999999</c:v>
                </c:pt>
                <c:pt idx="1264" formatCode="#,##0.0000_ ">
                  <c:v>2.3096000000000001</c:v>
                </c:pt>
                <c:pt idx="1265" formatCode="#,##0.0000_ ">
                  <c:v>2.2867999999999999</c:v>
                </c:pt>
                <c:pt idx="1266" formatCode="#,##0.0000_ ">
                  <c:v>2.2839999999999998</c:v>
                </c:pt>
                <c:pt idx="1267" formatCode="#,##0.0000_ ">
                  <c:v>2.2839999999999998</c:v>
                </c:pt>
                <c:pt idx="1268" formatCode="#,##0.0000_ ">
                  <c:v>2.2873000000000001</c:v>
                </c:pt>
                <c:pt idx="1271" formatCode="#,##0.0000_ ">
                  <c:v>2.3134000000000001</c:v>
                </c:pt>
                <c:pt idx="1272" formatCode="#,##0.0000_ ">
                  <c:v>2.3123</c:v>
                </c:pt>
                <c:pt idx="1273" formatCode="#,##0.0000_ ">
                  <c:v>2.3146</c:v>
                </c:pt>
                <c:pt idx="1274" formatCode="#,##0.0000_ ">
                  <c:v>2.2877000000000001</c:v>
                </c:pt>
                <c:pt idx="1275" formatCode="#,##0.0000_ ">
                  <c:v>2.3010999999999999</c:v>
                </c:pt>
                <c:pt idx="1278" formatCode="#,##0.0000_ ">
                  <c:v>2.3071000000000002</c:v>
                </c:pt>
                <c:pt idx="1279" formatCode="#,##0.0000_ ">
                  <c:v>2.2989000000000002</c:v>
                </c:pt>
                <c:pt idx="1280" formatCode="#,##0.0000_ ">
                  <c:v>2.2852000000000001</c:v>
                </c:pt>
                <c:pt idx="1284" formatCode="#,##0.0000_ ">
                  <c:v>2.2902999999999998</c:v>
                </c:pt>
                <c:pt idx="1285" formatCode="#,##0.0000_ ">
                  <c:v>2.2854999999999999</c:v>
                </c:pt>
                <c:pt idx="1286" formatCode="#,##0.0000_ ">
                  <c:v>2.2812999999999999</c:v>
                </c:pt>
                <c:pt idx="1287" formatCode="#,##0.0000_ ">
                  <c:v>2.2938999999999998</c:v>
                </c:pt>
                <c:pt idx="1288" formatCode="#,##0.0000_ ">
                  <c:v>2.2945000000000002</c:v>
                </c:pt>
                <c:pt idx="1289" formatCode="#,##0.0000_ ">
                  <c:v>2.2799999999999998</c:v>
                </c:pt>
                <c:pt idx="1292" formatCode="#,##0.0000_ ">
                  <c:v>2.2736000000000001</c:v>
                </c:pt>
                <c:pt idx="1293" formatCode="#,##0.0000_ ">
                  <c:v>2.2799</c:v>
                </c:pt>
                <c:pt idx="1294" formatCode="#,##0.0000_ ">
                  <c:v>2.2652000000000001</c:v>
                </c:pt>
                <c:pt idx="1295" formatCode="#,##0.0000_ ">
                  <c:v>2.258</c:v>
                </c:pt>
                <c:pt idx="1296" formatCode="#,##0.0000_ ">
                  <c:v>2.2564000000000002</c:v>
                </c:pt>
                <c:pt idx="1299" formatCode="#,##0.0000_ ">
                  <c:v>2.2477</c:v>
                </c:pt>
                <c:pt idx="1300" formatCode="#,##0.0000_ ">
                  <c:v>2.2231999999999998</c:v>
                </c:pt>
                <c:pt idx="1301" formatCode="#,##0.0000_ ">
                  <c:v>2.2477999999999998</c:v>
                </c:pt>
                <c:pt idx="1302" formatCode="#,##0.0000_ ">
                  <c:v>2.2616000000000001</c:v>
                </c:pt>
                <c:pt idx="1303" formatCode="#,##0.0000_ ">
                  <c:v>2.2677</c:v>
                </c:pt>
                <c:pt idx="1305" formatCode="#,##0.0000_ ">
                  <c:v>2.3052000000000001</c:v>
                </c:pt>
                <c:pt idx="1306" formatCode="#,##0.0000_ ">
                  <c:v>2.3693</c:v>
                </c:pt>
                <c:pt idx="1307" formatCode="#,##0.0000_ ">
                  <c:v>2.3151999999999999</c:v>
                </c:pt>
                <c:pt idx="1313" formatCode="#,##0.0000_ ">
                  <c:v>2.3094999999999999</c:v>
                </c:pt>
                <c:pt idx="1314" formatCode="#,##0.0000_ ">
                  <c:v>2.2965</c:v>
                </c:pt>
                <c:pt idx="1315" formatCode="#,##0.0000_ ">
                  <c:v>2.2892999999999999</c:v>
                </c:pt>
                <c:pt idx="1316" formatCode="#,##0.0000_ ">
                  <c:v>2.3068</c:v>
                </c:pt>
                <c:pt idx="1317" formatCode="#,##0.0000_ ">
                  <c:v>2.3180000000000001</c:v>
                </c:pt>
                <c:pt idx="1318" formatCode="#,##0.0000_ ">
                  <c:v>2.3338999999999999</c:v>
                </c:pt>
                <c:pt idx="1320" formatCode="#,##0.0000_ ">
                  <c:v>2.2951000000000001</c:v>
                </c:pt>
                <c:pt idx="1321" formatCode="#,##0.0000_ ">
                  <c:v>2.2867999999999999</c:v>
                </c:pt>
                <c:pt idx="1322" formatCode="#,##0.0000_ ">
                  <c:v>2.2881999999999998</c:v>
                </c:pt>
                <c:pt idx="1323" formatCode="#,##0.0000_ ">
                  <c:v>2.302</c:v>
                </c:pt>
                <c:pt idx="1324" formatCode="#,##0.0000_ ">
                  <c:v>2.3311000000000002</c:v>
                </c:pt>
                <c:pt idx="1327" formatCode="#,##0.0000_ ">
                  <c:v>2.3039000000000001</c:v>
                </c:pt>
                <c:pt idx="1328" formatCode="#,##0.0000_ ">
                  <c:v>2.3134999999999999</c:v>
                </c:pt>
                <c:pt idx="1329" formatCode="#,##0.0000_ ">
                  <c:v>2.3113000000000001</c:v>
                </c:pt>
                <c:pt idx="1330" formatCode="#,##0.0000_ ">
                  <c:v>2.3037999999999998</c:v>
                </c:pt>
                <c:pt idx="1331" formatCode="#,##0.0000_ ">
                  <c:v>2.3073999999999999</c:v>
                </c:pt>
                <c:pt idx="1334" formatCode="#,##0.0000_ ">
                  <c:v>2.3121</c:v>
                </c:pt>
                <c:pt idx="1335" formatCode="#,##0.0000_ ">
                  <c:v>2.3028</c:v>
                </c:pt>
                <c:pt idx="1336" formatCode="#,##0.0000_ ">
                  <c:v>2.2919999999999998</c:v>
                </c:pt>
                <c:pt idx="1337" formatCode="#,##0.0000_ ">
                  <c:v>2.2915999999999999</c:v>
                </c:pt>
                <c:pt idx="1338" formatCode="#,##0.0000_ ">
                  <c:v>2.3176000000000001</c:v>
                </c:pt>
                <c:pt idx="1341" formatCode="#,##0.0000_ ">
                  <c:v>2.3113000000000001</c:v>
                </c:pt>
                <c:pt idx="1342" formatCode="#,##0.0000_ ">
                  <c:v>2.2865000000000002</c:v>
                </c:pt>
                <c:pt idx="1343" formatCode="#,##0.0000_ ">
                  <c:v>2.2793999999999999</c:v>
                </c:pt>
                <c:pt idx="1344" formatCode="#,##0.0000_ ">
                  <c:v>2.2862</c:v>
                </c:pt>
                <c:pt idx="1345" formatCode="#,##0.0000_ ">
                  <c:v>2.2835999999999999</c:v>
                </c:pt>
                <c:pt idx="1349" formatCode="#,##0.0000_ ">
                  <c:v>2.2787000000000002</c:v>
                </c:pt>
                <c:pt idx="1350" formatCode="#,##0.0000_ ">
                  <c:v>2.2770999999999999</c:v>
                </c:pt>
                <c:pt idx="1351" formatCode="#,##0.0000_ ">
                  <c:v>2.2669999999999999</c:v>
                </c:pt>
                <c:pt idx="1352" formatCode="#,##0.0000_ ">
                  <c:v>2.2606000000000002</c:v>
                </c:pt>
                <c:pt idx="1355" formatCode="#,##0.0000_ ">
                  <c:v>2.2608000000000001</c:v>
                </c:pt>
                <c:pt idx="1356" formatCode="#,##0.0000_ ">
                  <c:v>2.2509999999999999</c:v>
                </c:pt>
                <c:pt idx="1357" formatCode="#,##0.0000_ ">
                  <c:v>2.2541000000000002</c:v>
                </c:pt>
                <c:pt idx="1358" formatCode="#,##0.0000_ ">
                  <c:v>2.2395</c:v>
                </c:pt>
                <c:pt idx="1359" formatCode="#,##0.0000_ ">
                  <c:v>2.2541000000000002</c:v>
                </c:pt>
                <c:pt idx="1362" formatCode="#,##0.0000_ ">
                  <c:v>2.2553999999999998</c:v>
                </c:pt>
                <c:pt idx="1363" formatCode="#,##0.0000_ ">
                  <c:v>2.2364999999999999</c:v>
                </c:pt>
                <c:pt idx="1364" formatCode="#,##0.0000_ ">
                  <c:v>2.2216999999999998</c:v>
                </c:pt>
                <c:pt idx="1365" formatCode="#,##0.0000_ ">
                  <c:v>2.2143000000000002</c:v>
                </c:pt>
                <c:pt idx="1366" formatCode="#,##0.0000_ ">
                  <c:v>2.2057000000000002</c:v>
                </c:pt>
                <c:pt idx="1369" formatCode="#,##0.0000_ ">
                  <c:v>2.1840000000000002</c:v>
                </c:pt>
                <c:pt idx="1370" formatCode="#,##0.0000_ ">
                  <c:v>2.2454000000000001</c:v>
                </c:pt>
                <c:pt idx="1371" formatCode="#,##0.0000_ ">
                  <c:v>2.2366000000000001</c:v>
                </c:pt>
                <c:pt idx="1372" formatCode="#,##0.0000_ ">
                  <c:v>2.2444999999999999</c:v>
                </c:pt>
                <c:pt idx="1373" formatCode="#,##0.0000_ ">
                  <c:v>2.2595999999999998</c:v>
                </c:pt>
                <c:pt idx="1376" formatCode="#,##0.0000_ ">
                  <c:v>2.2947000000000002</c:v>
                </c:pt>
                <c:pt idx="1377" formatCode="#,##0.0000_ ">
                  <c:v>2.2707999999999999</c:v>
                </c:pt>
                <c:pt idx="1378" formatCode="#,##0.0000_ ">
                  <c:v>2.2665000000000002</c:v>
                </c:pt>
                <c:pt idx="1379" formatCode="#,##0.0000_ ">
                  <c:v>2.2644000000000002</c:v>
                </c:pt>
                <c:pt idx="1380" formatCode="#,##0.0000_ ">
                  <c:v>2.2503000000000002</c:v>
                </c:pt>
                <c:pt idx="1383" formatCode="#,##0.0000_ ">
                  <c:v>2.2503000000000002</c:v>
                </c:pt>
                <c:pt idx="1384" formatCode="#,##0.0000_ ">
                  <c:v>2.2675999999999998</c:v>
                </c:pt>
                <c:pt idx="1385" formatCode="#,##0.0000_ ">
                  <c:v>2.2543000000000002</c:v>
                </c:pt>
                <c:pt idx="1386" formatCode="#,##0.0000_ ">
                  <c:v>2.2595000000000001</c:v>
                </c:pt>
                <c:pt idx="1387" formatCode="#,##0.0000_ ">
                  <c:v>2.2576000000000001</c:v>
                </c:pt>
                <c:pt idx="1390" formatCode="#,##0.0000_ ">
                  <c:v>2.2400000000000002</c:v>
                </c:pt>
                <c:pt idx="1391" formatCode="#,##0.0000_ ">
                  <c:v>2.2330999999999999</c:v>
                </c:pt>
                <c:pt idx="1392" formatCode="#,##0.0000_ ">
                  <c:v>2.2269999999999999</c:v>
                </c:pt>
                <c:pt idx="1393" formatCode="#,##0.0000_ ">
                  <c:v>2.2195999999999998</c:v>
                </c:pt>
                <c:pt idx="1394" formatCode="#,##0.0000_ ">
                  <c:v>2.1800999999999999</c:v>
                </c:pt>
                <c:pt idx="1397" formatCode="#,##0.0000_ ">
                  <c:v>2.1692999999999998</c:v>
                </c:pt>
                <c:pt idx="1398" formatCode="#,##0.0000_ ">
                  <c:v>2.1431</c:v>
                </c:pt>
                <c:pt idx="1399" formatCode="#,##0.0000_ ">
                  <c:v>2.1356999999999999</c:v>
                </c:pt>
                <c:pt idx="1400" formatCode="#,##0.0000_ ">
                  <c:v>2.1354000000000002</c:v>
                </c:pt>
                <c:pt idx="1401" formatCode="#,##0.0000_ ">
                  <c:v>2.1160999999999999</c:v>
                </c:pt>
                <c:pt idx="1404" formatCode="#,##0.0000_ ">
                  <c:v>2.1105</c:v>
                </c:pt>
                <c:pt idx="1405" formatCode="#,##0.0000_ ">
                  <c:v>2.1493000000000002</c:v>
                </c:pt>
                <c:pt idx="1406" formatCode="#,##0.0000_ ">
                  <c:v>2.1307</c:v>
                </c:pt>
                <c:pt idx="1407" formatCode="#,##0.0000_ ">
                  <c:v>2.1482000000000001</c:v>
                </c:pt>
                <c:pt idx="1408" formatCode="#,##0.0000_ ">
                  <c:v>2.1783999999999999</c:v>
                </c:pt>
                <c:pt idx="1411" formatCode="#,##0.0000_ ">
                  <c:v>2.2349000000000001</c:v>
                </c:pt>
                <c:pt idx="1412" formatCode="#,##0.0000_ ">
                  <c:v>2.2250000000000001</c:v>
                </c:pt>
                <c:pt idx="1413" formatCode="#,##0.0000_ ">
                  <c:v>2.1709999999999998</c:v>
                </c:pt>
                <c:pt idx="1414" formatCode="#,##0.0000_ ">
                  <c:v>2.1734</c:v>
                </c:pt>
                <c:pt idx="1415" formatCode="#,##0.0000_ ">
                  <c:v>2.1741999999999999</c:v>
                </c:pt>
                <c:pt idx="1418" formatCode="#,##0.0000_ ">
                  <c:v>2.1760999999999999</c:v>
                </c:pt>
                <c:pt idx="1419" formatCode="#,##0.0000_ ">
                  <c:v>2.1640999999999999</c:v>
                </c:pt>
                <c:pt idx="1420" formatCode="#,##0.0000_ ">
                  <c:v>2.1701000000000001</c:v>
                </c:pt>
                <c:pt idx="1421" formatCode="#,##0.0000_ ">
                  <c:v>2.1581000000000001</c:v>
                </c:pt>
                <c:pt idx="1422" formatCode="#,##0.0000_ ">
                  <c:v>2.1518000000000002</c:v>
                </c:pt>
                <c:pt idx="1425" formatCode="#,##0.0000_ ">
                  <c:v>2.1415999999999999</c:v>
                </c:pt>
                <c:pt idx="1426" formatCode="#,##0.0000_ ">
                  <c:v>2.1602000000000001</c:v>
                </c:pt>
                <c:pt idx="1427" formatCode="#,##0.0000_ ">
                  <c:v>2.1720000000000002</c:v>
                </c:pt>
                <c:pt idx="1428" formatCode="#,##0.0000_ ">
                  <c:v>2.1598999999999999</c:v>
                </c:pt>
                <c:pt idx="1429" formatCode="#,##0.0000_ ">
                  <c:v>2.1703999999999999</c:v>
                </c:pt>
                <c:pt idx="1432" formatCode="#,##0.0000_ ">
                  <c:v>2.1488999999999998</c:v>
                </c:pt>
                <c:pt idx="1433" formatCode="#,##0.0000_ ">
                  <c:v>2.1366999999999998</c:v>
                </c:pt>
                <c:pt idx="1434" formatCode="#,##0.0000_ ">
                  <c:v>2.1358999999999999</c:v>
                </c:pt>
                <c:pt idx="1435" formatCode="#,##0.0000_ ">
                  <c:v>2.1229</c:v>
                </c:pt>
                <c:pt idx="1436" formatCode="#,##0.0000_ ">
                  <c:v>2.1343999999999999</c:v>
                </c:pt>
                <c:pt idx="1439" formatCode="#,##0.0000_ ">
                  <c:v>2.1332</c:v>
                </c:pt>
                <c:pt idx="1440" formatCode="#,##0.0000_ ">
                  <c:v>2.1198000000000001</c:v>
                </c:pt>
                <c:pt idx="1441" formatCode="#,##0.0000_ ">
                  <c:v>2.1055999999999999</c:v>
                </c:pt>
                <c:pt idx="1442" formatCode="#,##0.0000_ ">
                  <c:v>2.0990000000000002</c:v>
                </c:pt>
                <c:pt idx="1443" formatCode="#,##0.0000_ ">
                  <c:v>2.0865</c:v>
                </c:pt>
                <c:pt idx="1444" formatCode="#,##0.0000_ ">
                  <c:v>2.0398999999999998</c:v>
                </c:pt>
                <c:pt idx="1448" formatCode="#,##0.0000_ ">
                  <c:v>2.0425</c:v>
                </c:pt>
                <c:pt idx="1449" formatCode="#,##0.0000_ ">
                  <c:v>2.0286</c:v>
                </c:pt>
                <c:pt idx="1450" formatCode="#,##0.0000_ ">
                  <c:v>2.0428999999999999</c:v>
                </c:pt>
                <c:pt idx="1453" formatCode="#,##0.0000_ ">
                  <c:v>2.0341999999999998</c:v>
                </c:pt>
                <c:pt idx="1454" formatCode="#,##0.0000_ ">
                  <c:v>2.0358999999999998</c:v>
                </c:pt>
                <c:pt idx="1455" formatCode="#,##0.0000_ ">
                  <c:v>2.0503</c:v>
                </c:pt>
                <c:pt idx="1456" formatCode="#,##0.0000_ ">
                  <c:v>2.0413999999999999</c:v>
                </c:pt>
                <c:pt idx="1457" formatCode="#,##0.0000_ ">
                  <c:v>2.1158000000000001</c:v>
                </c:pt>
                <c:pt idx="1459" formatCode="#,##0.0000_ ">
                  <c:v>2.2200000000000002</c:v>
                </c:pt>
                <c:pt idx="1460" formatCode="#,##0.0000_ ">
                  <c:v>2.1907999999999999</c:v>
                </c:pt>
                <c:pt idx="1468" formatCode="#,##0.0000_ ">
                  <c:v>2.1532</c:v>
                </c:pt>
                <c:pt idx="1469" formatCode="#,##0.0000_ ">
                  <c:v>2.1686000000000001</c:v>
                </c:pt>
                <c:pt idx="1470" formatCode="#,##0.0000_ ">
                  <c:v>2.1440000000000001</c:v>
                </c:pt>
                <c:pt idx="1471" formatCode="#,##0.0000_ ">
                  <c:v>2.1072000000000002</c:v>
                </c:pt>
                <c:pt idx="1472" formatCode="#,##0.0000_ ">
                  <c:v>2.1194000000000002</c:v>
                </c:pt>
                <c:pt idx="1474" formatCode="#,##0.0000_ ">
                  <c:v>2.1183000000000001</c:v>
                </c:pt>
                <c:pt idx="1475" formatCode="#,##0.0000_ ">
                  <c:v>2.1215000000000002</c:v>
                </c:pt>
                <c:pt idx="1476" formatCode="#,##0.0000_ ">
                  <c:v>2.1042000000000001</c:v>
                </c:pt>
                <c:pt idx="1477" formatCode="#,##0.0000_ ">
                  <c:v>2.1023999999999998</c:v>
                </c:pt>
                <c:pt idx="1478" formatCode="#,##0.0000_ ">
                  <c:v>2.0840999999999998</c:v>
                </c:pt>
                <c:pt idx="1481" formatCode="#,##0.0000_ ">
                  <c:v>2.1084999999999998</c:v>
                </c:pt>
                <c:pt idx="1482" formatCode="#,##0.0000_ ">
                  <c:v>2.1048</c:v>
                </c:pt>
                <c:pt idx="1483" formatCode="#,##0.0000_ ">
                  <c:v>2.1371000000000002</c:v>
                </c:pt>
                <c:pt idx="1484" formatCode="#,##0.0000_ ">
                  <c:v>2.1227999999999998</c:v>
                </c:pt>
                <c:pt idx="1485" formatCode="#,##0.0000_ ">
                  <c:v>2.1398999999999999</c:v>
                </c:pt>
                <c:pt idx="1488" formatCode="#,##0.0000_ ">
                  <c:v>2.1404999999999998</c:v>
                </c:pt>
                <c:pt idx="1489" formatCode="#,##0.0000_ ">
                  <c:v>2.1345000000000001</c:v>
                </c:pt>
                <c:pt idx="1490" formatCode="#,##0.0000_ ">
                  <c:v>2.1286</c:v>
                </c:pt>
                <c:pt idx="1491" formatCode="#,##0.0000_ ">
                  <c:v>2.1341000000000001</c:v>
                </c:pt>
                <c:pt idx="1492" formatCode="#,##0.0000_ ">
                  <c:v>2.1436000000000002</c:v>
                </c:pt>
                <c:pt idx="1495" formatCode="#,##0.0000_ ">
                  <c:v>2.1246999999999998</c:v>
                </c:pt>
                <c:pt idx="1496" formatCode="#,##0.0000_ ">
                  <c:v>2.1204000000000001</c:v>
                </c:pt>
                <c:pt idx="1497" formatCode="#,##0.0000_ ">
                  <c:v>2.1031</c:v>
                </c:pt>
                <c:pt idx="1498" formatCode="#,##0.0000_ ">
                  <c:v>2.1093999999999999</c:v>
                </c:pt>
                <c:pt idx="1499" formatCode="#,##0.0000_ ">
                  <c:v>2.0998000000000001</c:v>
                </c:pt>
                <c:pt idx="1502" formatCode="#,##0.0000_ ">
                  <c:v>2.0945999999999998</c:v>
                </c:pt>
                <c:pt idx="1503" formatCode="#,##0.0000_ ">
                  <c:v>2.0760999999999998</c:v>
                </c:pt>
                <c:pt idx="1504" formatCode="#,##0.0000_ ">
                  <c:v>2.0743999999999998</c:v>
                </c:pt>
                <c:pt idx="1505" formatCode="#,##0.0000_ ">
                  <c:v>2.0828000000000002</c:v>
                </c:pt>
                <c:pt idx="1506" formatCode="#,##0.0000_ ">
                  <c:v>2.0771999999999999</c:v>
                </c:pt>
                <c:pt idx="1509" formatCode="#,##0.0000_ ">
                  <c:v>2.1006999999999998</c:v>
                </c:pt>
                <c:pt idx="1510" formatCode="#,##0.0000_ ">
                  <c:v>2.1015999999999999</c:v>
                </c:pt>
                <c:pt idx="1511" formatCode="#,##0.0000_ ">
                  <c:v>2.0962999999999998</c:v>
                </c:pt>
                <c:pt idx="1512" formatCode="#,##0.0000_ ">
                  <c:v>2.0901999999999998</c:v>
                </c:pt>
                <c:pt idx="1513" formatCode="#,##0.0000_ ">
                  <c:v>2.0775000000000001</c:v>
                </c:pt>
                <c:pt idx="1516" formatCode="#,##0.0000_ ">
                  <c:v>2.0705</c:v>
                </c:pt>
                <c:pt idx="1517" formatCode="#,##0.0000_ ">
                  <c:v>2.0621999999999998</c:v>
                </c:pt>
                <c:pt idx="1518" formatCode="#,##0.0000_ ">
                  <c:v>2.0575000000000001</c:v>
                </c:pt>
                <c:pt idx="1519" formatCode="#,##0.0000_ ">
                  <c:v>2.0605000000000002</c:v>
                </c:pt>
                <c:pt idx="1520" formatCode="#,##0.0000_ ">
                  <c:v>2.0331000000000001</c:v>
                </c:pt>
                <c:pt idx="1523" formatCode="#,##0.0000_ ">
                  <c:v>2.0076999999999998</c:v>
                </c:pt>
                <c:pt idx="1524" formatCode="#,##0.0000_ ">
                  <c:v>1.982</c:v>
                </c:pt>
                <c:pt idx="1525" formatCode="#,##0.0000_ ">
                  <c:v>1.9697</c:v>
                </c:pt>
                <c:pt idx="1526" formatCode="#,##0.0000_ ">
                  <c:v>1.9572000000000001</c:v>
                </c:pt>
                <c:pt idx="1527" formatCode="#,##0.0000_ ">
                  <c:v>1.9486000000000001</c:v>
                </c:pt>
                <c:pt idx="1530" formatCode="#,##0.0000_ ">
                  <c:v>1.9368000000000001</c:v>
                </c:pt>
                <c:pt idx="1531" formatCode="#,##0.0000_ ">
                  <c:v>1.8654999999999999</c:v>
                </c:pt>
                <c:pt idx="1532" formatCode="#,##0.0000_ ">
                  <c:v>1.8543000000000001</c:v>
                </c:pt>
                <c:pt idx="1533" formatCode="#,##0.0000_ ">
                  <c:v>1.8169</c:v>
                </c:pt>
                <c:pt idx="1534" formatCode="#,##0.0000_ ">
                  <c:v>1.7735000000000001</c:v>
                </c:pt>
                <c:pt idx="1537" formatCode="#,##0.0000_ ">
                  <c:v>1.7203999999999999</c:v>
                </c:pt>
                <c:pt idx="1538" formatCode="#,##0.0000_ ">
                  <c:v>1.7309000000000001</c:v>
                </c:pt>
                <c:pt idx="1539" formatCode="#,##0.0000_ ">
                  <c:v>1.7169000000000001</c:v>
                </c:pt>
                <c:pt idx="1540" formatCode="#,##0.0000_ ">
                  <c:v>1.7458</c:v>
                </c:pt>
                <c:pt idx="1541" formatCode="#,##0.0000_ ">
                  <c:v>1.7235</c:v>
                </c:pt>
                <c:pt idx="1544" formatCode="#,##0.0000_ ">
                  <c:v>1.6856</c:v>
                </c:pt>
                <c:pt idx="1545" formatCode="#,##0.0000_ ">
                  <c:v>1.6994</c:v>
                </c:pt>
                <c:pt idx="1546" formatCode="#,##0.0000_ ">
                  <c:v>1.7319</c:v>
                </c:pt>
                <c:pt idx="1547" formatCode="#,##0.0000_ ">
                  <c:v>1.7344999999999999</c:v>
                </c:pt>
                <c:pt idx="1548" formatCode="#,##0.0000_ ">
                  <c:v>1.7050000000000001</c:v>
                </c:pt>
                <c:pt idx="1551" formatCode="#,##0.0000_ ">
                  <c:v>1.7056</c:v>
                </c:pt>
                <c:pt idx="1552" formatCode="#,##0.0000_ ">
                  <c:v>1.6774</c:v>
                </c:pt>
                <c:pt idx="1554" formatCode="#,##0.0000_ ">
                  <c:v>1.6369</c:v>
                </c:pt>
                <c:pt idx="1555" formatCode="#,##0.0000_ ">
                  <c:v>1.5894999999999999</c:v>
                </c:pt>
                <c:pt idx="1558" formatCode="#,##0.0000_ ">
                  <c:v>1.6041000000000001</c:v>
                </c:pt>
                <c:pt idx="1559" formatCode="#,##0.0000_ ">
                  <c:v>1.5972999999999999</c:v>
                </c:pt>
                <c:pt idx="1560" formatCode="#,##0.0000_ ">
                  <c:v>1.6017999999999999</c:v>
                </c:pt>
                <c:pt idx="1561" formatCode="#,##0.0000_ ">
                  <c:v>1.6127</c:v>
                </c:pt>
                <c:pt idx="1562" formatCode="#,##0.0000_ ">
                  <c:v>1.6712</c:v>
                </c:pt>
                <c:pt idx="1565" formatCode="#,##0.0000_ ">
                  <c:v>1.6442000000000001</c:v>
                </c:pt>
                <c:pt idx="1566" formatCode="#,##0.0000_ ">
                  <c:v>1.6501999999999999</c:v>
                </c:pt>
                <c:pt idx="1567" formatCode="#,##0.0000_ ">
                  <c:v>1.6268</c:v>
                </c:pt>
                <c:pt idx="1568" formatCode="#,##0.0000_ ">
                  <c:v>1.6419999999999999</c:v>
                </c:pt>
                <c:pt idx="1569" formatCode="#,##0.0000_ ">
                  <c:v>1.6425000000000001</c:v>
                </c:pt>
                <c:pt idx="1572" formatCode="#,##0.0000_ ">
                  <c:v>1.665</c:v>
                </c:pt>
                <c:pt idx="1573" formatCode="#,##0.0000_ ">
                  <c:v>1.6753</c:v>
                </c:pt>
                <c:pt idx="1574" formatCode="#,##0.0000_ ">
                  <c:v>1.6554</c:v>
                </c:pt>
                <c:pt idx="1575" formatCode="#,##0.0000_ ">
                  <c:v>1.6619999999999999</c:v>
                </c:pt>
                <c:pt idx="1576" formatCode="#,##0.0000_ ">
                  <c:v>1.6778999999999999</c:v>
                </c:pt>
                <c:pt idx="1578" formatCode="#,##0.0000_ ">
                  <c:v>1.6536</c:v>
                </c:pt>
                <c:pt idx="1579" formatCode="#,##0.0000_ ">
                  <c:v>1.645</c:v>
                </c:pt>
                <c:pt idx="1588" formatCode="#,##0.0000_ ">
                  <c:v>1.6459999999999999</c:v>
                </c:pt>
                <c:pt idx="1589" formatCode="#,##0.0000_ ">
                  <c:v>1.6335</c:v>
                </c:pt>
                <c:pt idx="1590" formatCode="#,##0.0000_ ">
                  <c:v>1.6287</c:v>
                </c:pt>
                <c:pt idx="1591" formatCode="#,##0.0000_ ">
                  <c:v>1.6366000000000001</c:v>
                </c:pt>
                <c:pt idx="1593" formatCode="#,##0.0000_ ">
                  <c:v>1.6264000000000001</c:v>
                </c:pt>
                <c:pt idx="1594" formatCode="#,##0.0000_ ">
                  <c:v>1.6352</c:v>
                </c:pt>
                <c:pt idx="1595" formatCode="#,##0.0000_ ">
                  <c:v>1.6311</c:v>
                </c:pt>
                <c:pt idx="1596" formatCode="#,##0.0000_ ">
                  <c:v>1.6382000000000001</c:v>
                </c:pt>
                <c:pt idx="1597" formatCode="#,##0.0000_ ">
                  <c:v>1.6486000000000001</c:v>
                </c:pt>
                <c:pt idx="1600" formatCode="#,##0.0000_ ">
                  <c:v>1.6787000000000001</c:v>
                </c:pt>
                <c:pt idx="1601" formatCode="#,##0.0000_ ">
                  <c:v>1.7216</c:v>
                </c:pt>
                <c:pt idx="1602" formatCode="#,##0.0000_ ">
                  <c:v>1.6992</c:v>
                </c:pt>
                <c:pt idx="1603" formatCode="#,##0.0000_ ">
                  <c:v>1.7020999999999999</c:v>
                </c:pt>
                <c:pt idx="1604" formatCode="#,##0.0000_ ">
                  <c:v>1.7317</c:v>
                </c:pt>
                <c:pt idx="1607" formatCode="#,##0.0000_ ">
                  <c:v>1.77</c:v>
                </c:pt>
                <c:pt idx="1608" formatCode="#,##0.0000_ ">
                  <c:v>1.7842</c:v>
                </c:pt>
                <c:pt idx="1609" formatCode="#,##0.0000_ ">
                  <c:v>1.7659</c:v>
                </c:pt>
                <c:pt idx="1610" formatCode="#,##0.0000_ ">
                  <c:v>1.7741</c:v>
                </c:pt>
                <c:pt idx="1611" formatCode="#,##0.0000_ ">
                  <c:v>1.8</c:v>
                </c:pt>
                <c:pt idx="1614" formatCode="#,##0.0000_ ">
                  <c:v>1.722</c:v>
                </c:pt>
                <c:pt idx="1615" formatCode="#,##0.0000_ ">
                  <c:v>1.7049000000000001</c:v>
                </c:pt>
                <c:pt idx="1616" formatCode="#,##0.0000_ ">
                  <c:v>1.7038</c:v>
                </c:pt>
                <c:pt idx="1617" formatCode="#,##0.0000_ ">
                  <c:v>1.7301</c:v>
                </c:pt>
                <c:pt idx="1618" formatCode="#,##0.0000_ ">
                  <c:v>1.7687999999999999</c:v>
                </c:pt>
                <c:pt idx="1621" formatCode="#,##0.0000_ ">
                  <c:v>1.7955000000000001</c:v>
                </c:pt>
                <c:pt idx="1622" formatCode="#,##0.0000_ ">
                  <c:v>1.8455999999999999</c:v>
                </c:pt>
                <c:pt idx="1623" formatCode="#,##0.0000_ ">
                  <c:v>1.8759999999999999</c:v>
                </c:pt>
                <c:pt idx="1624" formatCode="#,##0.0000_ ">
                  <c:v>1.8251999999999999</c:v>
                </c:pt>
                <c:pt idx="1625" formatCode="#,##0.0000_ ">
                  <c:v>1.8588</c:v>
                </c:pt>
                <c:pt idx="1628" formatCode="#,##0.0000_ ">
                  <c:v>1.8779999999999999</c:v>
                </c:pt>
                <c:pt idx="1629" formatCode="#,##0.0000_ ">
                  <c:v>1.8818999999999999</c:v>
                </c:pt>
                <c:pt idx="1630" formatCode="#,##0.0000_ ">
                  <c:v>1.8835999999999999</c:v>
                </c:pt>
                <c:pt idx="1631" formatCode="#,##0.0000_ ">
                  <c:v>1.8479000000000001</c:v>
                </c:pt>
                <c:pt idx="1632" formatCode="#,##0.0000_ ">
                  <c:v>1.8387</c:v>
                </c:pt>
                <c:pt idx="1635" formatCode="#,##0.0000_ ">
                  <c:v>1.85</c:v>
                </c:pt>
                <c:pt idx="1636" formatCode="#,##0.0000_ ">
                  <c:v>1.8148</c:v>
                </c:pt>
                <c:pt idx="1637" formatCode="#,##0.0000_ ">
                  <c:v>1.8309</c:v>
                </c:pt>
                <c:pt idx="1638" formatCode="#,##0.0000_ ">
                  <c:v>1.8079000000000001</c:v>
                </c:pt>
                <c:pt idx="1639" formatCode="#,##0.0000_ ">
                  <c:v>1.8126</c:v>
                </c:pt>
                <c:pt idx="1642" formatCode="#,##0.0000_ ">
                  <c:v>1.8209</c:v>
                </c:pt>
                <c:pt idx="1643" formatCode="#,##0.0000_ ">
                  <c:v>1.8063</c:v>
                </c:pt>
                <c:pt idx="1644" formatCode="#,##0.0000_ ">
                  <c:v>1.8089999999999999</c:v>
                </c:pt>
                <c:pt idx="1645" formatCode="#,##0.0000_ ">
                  <c:v>1.7476</c:v>
                </c:pt>
                <c:pt idx="1649" formatCode="#,##0.0000_ ">
                  <c:v>1.6475</c:v>
                </c:pt>
                <c:pt idx="1650" formatCode="#,##0.0000_ ">
                  <c:v>1.6549</c:v>
                </c:pt>
                <c:pt idx="1651" formatCode="#,##0.0000_ ">
                  <c:v>1.65</c:v>
                </c:pt>
                <c:pt idx="1652" formatCode="#,##0.0000_ ">
                  <c:v>1.6639999999999999</c:v>
                </c:pt>
                <c:pt idx="1653" formatCode="#,##0.0000_ ">
                  <c:v>1.6420999999999999</c:v>
                </c:pt>
                <c:pt idx="1656" formatCode="#,##0.0000_ ">
                  <c:v>1.6739999999999999</c:v>
                </c:pt>
                <c:pt idx="1657" formatCode="#,##0.0000_ ">
                  <c:v>1.6616</c:v>
                </c:pt>
                <c:pt idx="1658" formatCode="#,##0.0000_ ">
                  <c:v>1.6503000000000001</c:v>
                </c:pt>
                <c:pt idx="1659" formatCode="#,##0.0000_ ">
                  <c:v>1.6519999999999999</c:v>
                </c:pt>
                <c:pt idx="1660" formatCode="#,##0.0000_ ">
                  <c:v>1.6577</c:v>
                </c:pt>
                <c:pt idx="1663" formatCode="#,##0.0000_ ">
                  <c:v>1.6631</c:v>
                </c:pt>
                <c:pt idx="1664" formatCode="#,##0.0000_ ">
                  <c:v>1.6607000000000001</c:v>
                </c:pt>
                <c:pt idx="1665" formatCode="#,##0.0000_ ">
                  <c:v>1.6715</c:v>
                </c:pt>
                <c:pt idx="1666" formatCode="#,##0.0000_ ">
                  <c:v>1.6651</c:v>
                </c:pt>
                <c:pt idx="1667" formatCode="#,##0.0000_ ">
                  <c:v>1.6713</c:v>
                </c:pt>
                <c:pt idx="1669" formatCode="#,##0.0000_ ">
                  <c:v>1.6685000000000001</c:v>
                </c:pt>
                <c:pt idx="1670" formatCode="#,##0.0000_ ">
                  <c:v>1.6609</c:v>
                </c:pt>
                <c:pt idx="1671" formatCode="#,##0.0000_ ">
                  <c:v>1.6493</c:v>
                </c:pt>
                <c:pt idx="1672" formatCode="#,##0.0000_ ">
                  <c:v>1.6405000000000001</c:v>
                </c:pt>
                <c:pt idx="1678" formatCode="#,##0.0000_ ">
                  <c:v>1.6371</c:v>
                </c:pt>
                <c:pt idx="1679" formatCode="#,##0.0000_ ">
                  <c:v>1.6466000000000001</c:v>
                </c:pt>
                <c:pt idx="1680" formatCode="#,##0.0000_ ">
                  <c:v>1.6446000000000001</c:v>
                </c:pt>
                <c:pt idx="1681" formatCode="#,##0.0000_ ">
                  <c:v>1.6414</c:v>
                </c:pt>
                <c:pt idx="1684" formatCode="#,##0.0000_ ">
                  <c:v>1.6595</c:v>
                </c:pt>
                <c:pt idx="1685" formatCode="#,##0.0000_ ">
                  <c:v>1.6866000000000001</c:v>
                </c:pt>
                <c:pt idx="1686" formatCode="#,##0.0000_ ">
                  <c:v>1.6831</c:v>
                </c:pt>
                <c:pt idx="1687" formatCode="#,##0.0000_ ">
                  <c:v>1.6859999999999999</c:v>
                </c:pt>
                <c:pt idx="1688" formatCode="#,##0.0000_ ">
                  <c:v>1.6972</c:v>
                </c:pt>
                <c:pt idx="1691" formatCode="#,##0.0000_ ">
                  <c:v>1.6882999999999999</c:v>
                </c:pt>
                <c:pt idx="1692" formatCode="#,##0.0000_ ">
                  <c:v>1.6797</c:v>
                </c:pt>
                <c:pt idx="1693" formatCode="#,##0.0000_ ">
                  <c:v>1.6853</c:v>
                </c:pt>
                <c:pt idx="1694" formatCode="#,##0.0000_ ">
                  <c:v>1.6942999999999999</c:v>
                </c:pt>
                <c:pt idx="1695" formatCode="#,##0.0000_ ">
                  <c:v>1.7126999999999999</c:v>
                </c:pt>
                <c:pt idx="1698" formatCode="#,##0.0000_ ">
                  <c:v>1.7001999999999999</c:v>
                </c:pt>
                <c:pt idx="1699" formatCode="#,##0.0000_ ">
                  <c:v>1.7063999999999999</c:v>
                </c:pt>
                <c:pt idx="1700" formatCode="#,##0.0000_ ">
                  <c:v>1.718</c:v>
                </c:pt>
                <c:pt idx="1701" formatCode="#,##0.0000_ ">
                  <c:v>1.7403999999999999</c:v>
                </c:pt>
                <c:pt idx="1702" formatCode="#,##0.0000_ ">
                  <c:v>1.7195</c:v>
                </c:pt>
                <c:pt idx="1706" formatCode="#,##0.0000_ ">
                  <c:v>1.7241</c:v>
                </c:pt>
                <c:pt idx="1707" formatCode="#,##0.0000_ ">
                  <c:v>1.6781999999999999</c:v>
                </c:pt>
                <c:pt idx="1708" formatCode="#,##0.0000_ ">
                  <c:v>1.6695</c:v>
                </c:pt>
                <c:pt idx="1709" formatCode="#,##0.0000_ ">
                  <c:v>1.6697</c:v>
                </c:pt>
                <c:pt idx="1712" formatCode="#,##0.0000_ ">
                  <c:v>1.6540999999999999</c:v>
                </c:pt>
                <c:pt idx="1713" formatCode="#,##0.0000_ ">
                  <c:v>1.6601999999999999</c:v>
                </c:pt>
                <c:pt idx="1714" formatCode="#,##0.0000_ ">
                  <c:v>1.6524000000000001</c:v>
                </c:pt>
                <c:pt idx="1715" formatCode="#,##0.0000_ ">
                  <c:v>1.6445000000000001</c:v>
                </c:pt>
                <c:pt idx="1716" formatCode="#,##0.0000_ ">
                  <c:v>1.6477999999999999</c:v>
                </c:pt>
                <c:pt idx="1719" formatCode="#,##0.0000_ ">
                  <c:v>1.6444000000000001</c:v>
                </c:pt>
                <c:pt idx="1720" formatCode="#,##0.0000_ ">
                  <c:v>1.6507000000000001</c:v>
                </c:pt>
                <c:pt idx="1721" formatCode="#,##0.0000_ ">
                  <c:v>1.6427</c:v>
                </c:pt>
                <c:pt idx="1722" formatCode="#,##0.0000_ ">
                  <c:v>1.6422000000000001</c:v>
                </c:pt>
                <c:pt idx="1723" formatCode="#,##0.0000_ ">
                  <c:v>1.643</c:v>
                </c:pt>
                <c:pt idx="1726" formatCode="#,##0.0000_ ">
                  <c:v>1.6416999999999999</c:v>
                </c:pt>
                <c:pt idx="1727" formatCode="#,##0.0000_ ">
                  <c:v>1.6469</c:v>
                </c:pt>
                <c:pt idx="1728" formatCode="#,##0.0000_ ">
                  <c:v>1.6482000000000001</c:v>
                </c:pt>
                <c:pt idx="1729" formatCode="#,##0.0000_ ">
                  <c:v>1.6560999999999999</c:v>
                </c:pt>
                <c:pt idx="1730" formatCode="#,##0.0000_ ">
                  <c:v>1.6529</c:v>
                </c:pt>
                <c:pt idx="1733" formatCode="#,##0.0000_ ">
                  <c:v>1.6553</c:v>
                </c:pt>
                <c:pt idx="1734" formatCode="#,##0.0000_ ">
                  <c:v>1.6523000000000001</c:v>
                </c:pt>
                <c:pt idx="1735" formatCode="#,##0.0000_ ">
                  <c:v>1.6464000000000001</c:v>
                </c:pt>
                <c:pt idx="1736" formatCode="#,##0.0000_ ">
                  <c:v>1.6451</c:v>
                </c:pt>
                <c:pt idx="1737" formatCode="#,##0.0000_ ">
                  <c:v>1.6438999999999999</c:v>
                </c:pt>
                <c:pt idx="1740" formatCode="#,##0.0000_ ">
                  <c:v>1.6482000000000001</c:v>
                </c:pt>
                <c:pt idx="1741" formatCode="#,##0.0000_ ">
                  <c:v>1.6496</c:v>
                </c:pt>
                <c:pt idx="1742" formatCode="#,##0.0000_ ">
                  <c:v>1.6508</c:v>
                </c:pt>
                <c:pt idx="1743" formatCode="#,##0.0000_ ">
                  <c:v>1.6561999999999999</c:v>
                </c:pt>
                <c:pt idx="1744" formatCode="#,##0.0000_ ">
                  <c:v>1.6749000000000001</c:v>
                </c:pt>
                <c:pt idx="1747" formatCode="#,##0.0000_ ">
                  <c:v>1.6775</c:v>
                </c:pt>
                <c:pt idx="1748" formatCode="#,##0.0000_ ">
                  <c:v>1.6653</c:v>
                </c:pt>
                <c:pt idx="1749" formatCode="#,##0.0000_ ">
                  <c:v>1.6642999999999999</c:v>
                </c:pt>
                <c:pt idx="1750" formatCode="#,##0.0000_ ">
                  <c:v>1.6633</c:v>
                </c:pt>
                <c:pt idx="1751" formatCode="#,##0.0000_ ">
                  <c:v>1.6720999999999999</c:v>
                </c:pt>
                <c:pt idx="1754" formatCode="#,##0.0000_ ">
                  <c:v>1.6819</c:v>
                </c:pt>
                <c:pt idx="1755" formatCode="#,##0.0000_ ">
                  <c:v>1.6836</c:v>
                </c:pt>
                <c:pt idx="1756" formatCode="#,##0.0000_ ">
                  <c:v>1.7184999999999999</c:v>
                </c:pt>
                <c:pt idx="1757" formatCode="#,##0.0000_ ">
                  <c:v>1.7248000000000001</c:v>
                </c:pt>
                <c:pt idx="1758" formatCode="#,##0.0000_ ">
                  <c:v>1.7393000000000001</c:v>
                </c:pt>
                <c:pt idx="1761" formatCode="#,##0.0000_ ">
                  <c:v>1.7290000000000001</c:v>
                </c:pt>
                <c:pt idx="1762" formatCode="#,##0.0000_ ">
                  <c:v>1.7354000000000001</c:v>
                </c:pt>
                <c:pt idx="1763" formatCode="#,##0.0000_ ">
                  <c:v>1.7578</c:v>
                </c:pt>
                <c:pt idx="1764" formatCode="#,##0.0000_ ">
                  <c:v>1.7143999999999999</c:v>
                </c:pt>
                <c:pt idx="1765" formatCode="#,##0.0000_ ">
                  <c:v>1.7523</c:v>
                </c:pt>
                <c:pt idx="1768" formatCode="#,##0.0000_ ">
                  <c:v>1.7028000000000001</c:v>
                </c:pt>
                <c:pt idx="1769" formatCode="#,##0.0000_ ">
                  <c:v>1.7181999999999999</c:v>
                </c:pt>
                <c:pt idx="1770" formatCode="#,##0.0000_ ">
                  <c:v>1.7093</c:v>
                </c:pt>
                <c:pt idx="1771" formatCode="#,##0.0000_ ">
                  <c:v>1.6975</c:v>
                </c:pt>
                <c:pt idx="1772" formatCode="#,##0.0000_ ">
                  <c:v>1.7015</c:v>
                </c:pt>
                <c:pt idx="1775" formatCode="#,##0.0000_ ">
                  <c:v>1.7181</c:v>
                </c:pt>
                <c:pt idx="1776" formatCode="#,##0.0000_ ">
                  <c:v>1.7402</c:v>
                </c:pt>
                <c:pt idx="1777" formatCode="#,##0.0000_ ">
                  <c:v>1.7444999999999999</c:v>
                </c:pt>
                <c:pt idx="1778" formatCode="#,##0.0000_ ">
                  <c:v>1.7447999999999999</c:v>
                </c:pt>
                <c:pt idx="1779" formatCode="#,##0.0000_ ">
                  <c:v>1.7397</c:v>
                </c:pt>
                <c:pt idx="1782" formatCode="#,##0.0000_ ">
                  <c:v>1.7826</c:v>
                </c:pt>
                <c:pt idx="1783" formatCode="#,##0.0000_ ">
                  <c:v>1.7855000000000001</c:v>
                </c:pt>
                <c:pt idx="1784" formatCode="#,##0.0000_ ">
                  <c:v>1.772</c:v>
                </c:pt>
                <c:pt idx="1785" formatCode="#,##0.0000_ ">
                  <c:v>1.7925</c:v>
                </c:pt>
                <c:pt idx="1786" formatCode="#,##0.0000_ ">
                  <c:v>1.7867999999999999</c:v>
                </c:pt>
                <c:pt idx="1789" formatCode="#,##0.0000_ ">
                  <c:v>1.7892999999999999</c:v>
                </c:pt>
                <c:pt idx="1790" formatCode="#,##0.0000_ ">
                  <c:v>1.7884</c:v>
                </c:pt>
                <c:pt idx="1791" formatCode="#,##0.0000_ ">
                  <c:v>1.7813000000000001</c:v>
                </c:pt>
                <c:pt idx="1792" formatCode="#,##0.0000_ ">
                  <c:v>1.7835000000000001</c:v>
                </c:pt>
                <c:pt idx="1793" formatCode="#,##0.0000_ ">
                  <c:v>1.7922</c:v>
                </c:pt>
                <c:pt idx="1796" formatCode="#,##0.0000_ ">
                  <c:v>1.7942</c:v>
                </c:pt>
                <c:pt idx="1797" formatCode="#,##0.0000_ ">
                  <c:v>1.8233999999999999</c:v>
                </c:pt>
                <c:pt idx="1798" formatCode="#,##0.0000_ ">
                  <c:v>1.8148</c:v>
                </c:pt>
                <c:pt idx="1799" formatCode="#,##0.0000_ ">
                  <c:v>1.7949999999999999</c:v>
                </c:pt>
                <c:pt idx="1800" formatCode="#,##0.0000_ ">
                  <c:v>1.8228</c:v>
                </c:pt>
                <c:pt idx="1803" formatCode="#,##0.0000_ ">
                  <c:v>1.8466</c:v>
                </c:pt>
                <c:pt idx="1804" formatCode="#,##0.0000_ ">
                  <c:v>1.8545</c:v>
                </c:pt>
                <c:pt idx="1805" formatCode="#,##0.0000_ ">
                  <c:v>1.8669</c:v>
                </c:pt>
                <c:pt idx="1806" formatCode="#,##0.0000_ ">
                  <c:v>1.8909</c:v>
                </c:pt>
                <c:pt idx="1807" formatCode="#,##0.0000_ ">
                  <c:v>1.865</c:v>
                </c:pt>
                <c:pt idx="1810" formatCode="#,##0.0000_ ">
                  <c:v>1.8614999999999999</c:v>
                </c:pt>
                <c:pt idx="1811" formatCode="#,##0.0000_ ">
                  <c:v>1.8753</c:v>
                </c:pt>
                <c:pt idx="1812" formatCode="#,##0.0000_ ">
                  <c:v>1.8605</c:v>
                </c:pt>
                <c:pt idx="1813" formatCode="#,##0.0000_ ">
                  <c:v>1.8546</c:v>
                </c:pt>
                <c:pt idx="1814" formatCode="#,##0.0000_ ">
                  <c:v>1.8547</c:v>
                </c:pt>
                <c:pt idx="1817" formatCode="#,##0.0000_ ">
                  <c:v>1.8631</c:v>
                </c:pt>
                <c:pt idx="1818" formatCode="#,##0.0000_ ">
                  <c:v>1.8833</c:v>
                </c:pt>
                <c:pt idx="1819" formatCode="#,##0.0000_ ">
                  <c:v>1.8802000000000001</c:v>
                </c:pt>
                <c:pt idx="1820" formatCode="#,##0.0000_ ">
                  <c:v>1.921</c:v>
                </c:pt>
                <c:pt idx="1821" formatCode="#,##0.0000_ ">
                  <c:v>1.8885000000000001</c:v>
                </c:pt>
                <c:pt idx="1823" formatCode="#,##0.0000_ ">
                  <c:v>1.8841000000000001</c:v>
                </c:pt>
                <c:pt idx="1824" formatCode="#,##0.0000_ ">
                  <c:v>1.8854</c:v>
                </c:pt>
                <c:pt idx="1825" formatCode="#,##0.0000_ ">
                  <c:v>1.8819999999999999</c:v>
                </c:pt>
                <c:pt idx="1834" formatCode="#,##0.0000_ ">
                  <c:v>1.8575999999999999</c:v>
                </c:pt>
                <c:pt idx="1835" formatCode="#,##0.0000_ ">
                  <c:v>1.8467</c:v>
                </c:pt>
                <c:pt idx="1836" formatCode="#,##0.0000_ ">
                  <c:v>1.833</c:v>
                </c:pt>
                <c:pt idx="1838" formatCode="#,##0.0000_ ">
                  <c:v>1.837</c:v>
                </c:pt>
                <c:pt idx="1839" formatCode="#,##0.0000_ ">
                  <c:v>1.8592</c:v>
                </c:pt>
                <c:pt idx="1840" formatCode="#,##0.0000_ ">
                  <c:v>1.8426</c:v>
                </c:pt>
                <c:pt idx="1841" formatCode="#,##0.0000_ ">
                  <c:v>1.8462000000000001</c:v>
                </c:pt>
                <c:pt idx="1842" formatCode="#,##0.0000_ ">
                  <c:v>1.8313999999999999</c:v>
                </c:pt>
                <c:pt idx="1845" formatCode="#,##0.0000_ ">
                  <c:v>1.8499000000000001</c:v>
                </c:pt>
                <c:pt idx="1846" formatCode="#,##0.0000_ ">
                  <c:v>1.8552</c:v>
                </c:pt>
                <c:pt idx="1847" formatCode="#,##0.0000_ ">
                  <c:v>1.8358000000000001</c:v>
                </c:pt>
                <c:pt idx="1848" formatCode="#,##0.0000_ ">
                  <c:v>1.8358000000000001</c:v>
                </c:pt>
                <c:pt idx="1849" formatCode="#,##0.0000_ ">
                  <c:v>1.8491</c:v>
                </c:pt>
                <c:pt idx="1852" formatCode="#,##0.0000_ ">
                  <c:v>1.8488</c:v>
                </c:pt>
                <c:pt idx="1853" formatCode="#,##0.0000_ ">
                  <c:v>1.8158000000000001</c:v>
                </c:pt>
                <c:pt idx="1854" formatCode="#,##0.0000_ ">
                  <c:v>1.8137000000000001</c:v>
                </c:pt>
                <c:pt idx="1855" formatCode="#,##0.0000_ ">
                  <c:v>1.823</c:v>
                </c:pt>
                <c:pt idx="1856" formatCode="#,##0.0000_ ">
                  <c:v>1.8032999999999999</c:v>
                </c:pt>
                <c:pt idx="1859" formatCode="#,##0.0000_ ">
                  <c:v>1.8124</c:v>
                </c:pt>
                <c:pt idx="1860" formatCode="#,##0.0000_ ">
                  <c:v>1.8111999999999999</c:v>
                </c:pt>
                <c:pt idx="1861" formatCode="#,##0.0000_ ">
                  <c:v>1.8111999999999999</c:v>
                </c:pt>
                <c:pt idx="1862" formatCode="#,##0.0000_ ">
                  <c:v>1.8160000000000001</c:v>
                </c:pt>
                <c:pt idx="1863" formatCode="#,##0.0000_ ">
                  <c:v>1.8239000000000001</c:v>
                </c:pt>
                <c:pt idx="1866" formatCode="#,##0.0000_ ">
                  <c:v>1.8210999999999999</c:v>
                </c:pt>
                <c:pt idx="1867" formatCode="#,##0.0000_ ">
                  <c:v>1.8161</c:v>
                </c:pt>
                <c:pt idx="1868" formatCode="#,##0.0000_ ">
                  <c:v>1.8221000000000001</c:v>
                </c:pt>
                <c:pt idx="1869" formatCode="#,##0.0000_ ">
                  <c:v>1.8216000000000001</c:v>
                </c:pt>
                <c:pt idx="1870" formatCode="#,##0.0000_ ">
                  <c:v>1.8180000000000001</c:v>
                </c:pt>
                <c:pt idx="1873" formatCode="#,##0.0000_ ">
                  <c:v>1.8194999999999999</c:v>
                </c:pt>
                <c:pt idx="1874" formatCode="#,##0.0000_ ">
                  <c:v>1.8140000000000001</c:v>
                </c:pt>
                <c:pt idx="1875" formatCode="#,##0.0000_ ">
                  <c:v>1.8202</c:v>
                </c:pt>
                <c:pt idx="1876" formatCode="#,##0.0000_ ">
                  <c:v>1.8216000000000001</c:v>
                </c:pt>
                <c:pt idx="1877" formatCode="#,##0.0000_ ">
                  <c:v>1.8188</c:v>
                </c:pt>
                <c:pt idx="1880" formatCode="#,##0.0000_ ">
                  <c:v>1.8203</c:v>
                </c:pt>
                <c:pt idx="1881" formatCode="#,##0.0000_ ">
                  <c:v>1.8272999999999999</c:v>
                </c:pt>
                <c:pt idx="1882" formatCode="#,##0.0000_ ">
                  <c:v>1.8343</c:v>
                </c:pt>
                <c:pt idx="1883" formatCode="#,##0.0000_ ">
                  <c:v>1.8503000000000001</c:v>
                </c:pt>
                <c:pt idx="1884" formatCode="#,##0.0000_ ">
                  <c:v>1.8508</c:v>
                </c:pt>
                <c:pt idx="1887" formatCode="#,##0.0000_ ">
                  <c:v>1.8462000000000001</c:v>
                </c:pt>
                <c:pt idx="1888" formatCode="#,##0.0000_ ">
                  <c:v>1.8501000000000001</c:v>
                </c:pt>
                <c:pt idx="1889" formatCode="#,##0.0000_ ">
                  <c:v>1.8507</c:v>
                </c:pt>
                <c:pt idx="1890" formatCode="#,##0.0000_ ">
                  <c:v>1.8783000000000001</c:v>
                </c:pt>
                <c:pt idx="1891" formatCode="#,##0.0000_ ">
                  <c:v>1.8776999999999999</c:v>
                </c:pt>
                <c:pt idx="1894" formatCode="#,##0.0000_ ">
                  <c:v>1.8785000000000001</c:v>
                </c:pt>
                <c:pt idx="1895" formatCode="#,##0.0000_ ">
                  <c:v>1.8721000000000001</c:v>
                </c:pt>
                <c:pt idx="1896" formatCode="#,##0.0000_ ">
                  <c:v>1.8723000000000001</c:v>
                </c:pt>
                <c:pt idx="1897" formatCode="#,##0.0000_ ">
                  <c:v>1.8645</c:v>
                </c:pt>
                <c:pt idx="1898" formatCode="#,##0.0000_ ">
                  <c:v>1.8454999999999999</c:v>
                </c:pt>
                <c:pt idx="1901" formatCode="#,##0.0000_ ">
                  <c:v>1.8413999999999999</c:v>
                </c:pt>
                <c:pt idx="1902" formatCode="#,##0.0000_ ">
                  <c:v>1.8464</c:v>
                </c:pt>
                <c:pt idx="1903" formatCode="#,##0.0000_ ">
                  <c:v>1.8420000000000001</c:v>
                </c:pt>
                <c:pt idx="1904" formatCode="#,##0.0000_ ">
                  <c:v>1.8338000000000001</c:v>
                </c:pt>
                <c:pt idx="1905" formatCode="#,##0.0000_ ">
                  <c:v>1.8371999999999999</c:v>
                </c:pt>
                <c:pt idx="1908" formatCode="#,##0.0000_ ">
                  <c:v>1.8424</c:v>
                </c:pt>
                <c:pt idx="1909" formatCode="#,##0.0000_ ">
                  <c:v>1.8413999999999999</c:v>
                </c:pt>
                <c:pt idx="1910" formatCode="#,##0.0000_ ">
                  <c:v>1.8365</c:v>
                </c:pt>
                <c:pt idx="1911" formatCode="#,##0.0000_ ">
                  <c:v>1.8385</c:v>
                </c:pt>
                <c:pt idx="1912" formatCode="#,##0.0000_ ">
                  <c:v>1.8376999999999999</c:v>
                </c:pt>
                <c:pt idx="1915" formatCode="#,##0.0000_ ">
                  <c:v>1.8593999999999999</c:v>
                </c:pt>
                <c:pt idx="1916" formatCode="#,##0.0000_ ">
                  <c:v>1.8515999999999999</c:v>
                </c:pt>
                <c:pt idx="1917" formatCode="#,##0.0000_ ">
                  <c:v>1.8666</c:v>
                </c:pt>
                <c:pt idx="1921" formatCode="#,##0.0000_ ">
                  <c:v>1.8499000000000001</c:v>
                </c:pt>
                <c:pt idx="1922" formatCode="#,##0.0000_ ">
                  <c:v>1.8588</c:v>
                </c:pt>
                <c:pt idx="1923" formatCode="#,##0.0000_ ">
                  <c:v>1.8809</c:v>
                </c:pt>
                <c:pt idx="1924" formatCode="#,##0.0000_ ">
                  <c:v>1.8829</c:v>
                </c:pt>
                <c:pt idx="1925" formatCode="#,##0.0000_ ">
                  <c:v>1.8943000000000001</c:v>
                </c:pt>
                <c:pt idx="1926" formatCode="#,##0.0000_ ">
                  <c:v>1.8915999999999999</c:v>
                </c:pt>
                <c:pt idx="1929" formatCode="#,##0.0000_ ">
                  <c:v>1.8694</c:v>
                </c:pt>
                <c:pt idx="1930" formatCode="#,##0.0000_ ">
                  <c:v>1.865</c:v>
                </c:pt>
                <c:pt idx="1931" formatCode="#,##0.0000_ ">
                  <c:v>1.8655999999999999</c:v>
                </c:pt>
                <c:pt idx="1932" formatCode="#,##0.0000_ ">
                  <c:v>1.8444</c:v>
                </c:pt>
                <c:pt idx="1933" formatCode="#,##0.0000_ ">
                  <c:v>1.8526</c:v>
                </c:pt>
                <c:pt idx="1936" formatCode="#,##0.0000_ ">
                  <c:v>1.8432999999999999</c:v>
                </c:pt>
                <c:pt idx="1937" formatCode="#,##0.0000_ ">
                  <c:v>1.8374999999999999</c:v>
                </c:pt>
                <c:pt idx="1938" formatCode="#,##0.0000_ ">
                  <c:v>1.8367</c:v>
                </c:pt>
                <c:pt idx="1939" formatCode="#,##0.0000_ ">
                  <c:v>1.8339000000000001</c:v>
                </c:pt>
                <c:pt idx="1940" formatCode="#,##0.0000_ ">
                  <c:v>1.8333999999999999</c:v>
                </c:pt>
                <c:pt idx="1943" formatCode="#,##0.0000_ ">
                  <c:v>1.831</c:v>
                </c:pt>
                <c:pt idx="1944" formatCode="#,##0.0000_ ">
                  <c:v>1.8306</c:v>
                </c:pt>
                <c:pt idx="1945" formatCode="#,##0.0000_ ">
                  <c:v>1.835</c:v>
                </c:pt>
                <c:pt idx="1946" formatCode="#,##0.0000_ ">
                  <c:v>1.8179000000000001</c:v>
                </c:pt>
                <c:pt idx="1947" formatCode="#,##0.0000_ ">
                  <c:v>1.8166</c:v>
                </c:pt>
                <c:pt idx="1950" formatCode="#,##0.0000_ ">
                  <c:v>1.8216000000000001</c:v>
                </c:pt>
                <c:pt idx="1951" formatCode="#,##0.0000_ ">
                  <c:v>1.8282</c:v>
                </c:pt>
                <c:pt idx="1952" formatCode="#,##0.0000_ ">
                  <c:v>1.821</c:v>
                </c:pt>
                <c:pt idx="1953" formatCode="#,##0.0000_ ">
                  <c:v>1.8254999999999999</c:v>
                </c:pt>
                <c:pt idx="1954" formatCode="#,##0.0000_ ">
                  <c:v>1.8148</c:v>
                </c:pt>
                <c:pt idx="1957" formatCode="#,##0.0000_ ">
                  <c:v>1.8144</c:v>
                </c:pt>
                <c:pt idx="1958" formatCode="#,##0.0000_ ">
                  <c:v>1.81</c:v>
                </c:pt>
                <c:pt idx="1959" formatCode="#,##0.0000_ ">
                  <c:v>1.8030999999999999</c:v>
                </c:pt>
                <c:pt idx="1960" formatCode="#,##0.0000_ ">
                  <c:v>1.7904</c:v>
                </c:pt>
                <c:pt idx="1961" formatCode="#,##0.0000_ ">
                  <c:v>1.8077000000000001</c:v>
                </c:pt>
                <c:pt idx="1962" formatCode="#,##0.0000_ ">
                  <c:v>1.7997000000000001</c:v>
                </c:pt>
                <c:pt idx="1972" formatCode="#,##0.0000_ ">
                  <c:v>1.8006</c:v>
                </c:pt>
                <c:pt idx="1973" formatCode="#,##0.0000_ ">
                  <c:v>1.8169999999999999</c:v>
                </c:pt>
                <c:pt idx="1974" formatCode="#,##0.0000_ ">
                  <c:v>1.8342000000000001</c:v>
                </c:pt>
                <c:pt idx="1975" formatCode="#,##0.0000_ ">
                  <c:v>1.827</c:v>
                </c:pt>
                <c:pt idx="1976" formatCode="#,##0.0000_ ">
                  <c:v>1.82</c:v>
                </c:pt>
                <c:pt idx="1978" formatCode="#,##0.0000_ ">
                  <c:v>1.8128</c:v>
                </c:pt>
                <c:pt idx="1979" formatCode="#,##0.0000_ ">
                  <c:v>1.7788999999999999</c:v>
                </c:pt>
                <c:pt idx="1980" formatCode="#,##0.0000_ ">
                  <c:v>1.7773000000000001</c:v>
                </c:pt>
                <c:pt idx="1981" formatCode="#,##0.0000_ ">
                  <c:v>1.7803</c:v>
                </c:pt>
                <c:pt idx="1982" formatCode="#,##0.0000_ ">
                  <c:v>1.7808999999999999</c:v>
                </c:pt>
                <c:pt idx="1985" formatCode="#,##0.0000_ ">
                  <c:v>1.8085</c:v>
                </c:pt>
                <c:pt idx="1986" formatCode="#,##0.0000_ ">
                  <c:v>1.8099000000000001</c:v>
                </c:pt>
                <c:pt idx="1987" formatCode="#,##0.0000_ ">
                  <c:v>1.8086</c:v>
                </c:pt>
                <c:pt idx="1988" formatCode="#,##0.0000_ ">
                  <c:v>1.8129</c:v>
                </c:pt>
                <c:pt idx="1989" formatCode="#,##0.0000_ ">
                  <c:v>1.8089999999999999</c:v>
                </c:pt>
                <c:pt idx="1992" formatCode="#,##0.0000_ ">
                  <c:v>1.8275999999999999</c:v>
                </c:pt>
                <c:pt idx="1993" formatCode="#,##0.0000_ ">
                  <c:v>1.8351999999999999</c:v>
                </c:pt>
                <c:pt idx="1994" formatCode="#,##0.0000_ ">
                  <c:v>1.8266</c:v>
                </c:pt>
                <c:pt idx="1995" formatCode="#,##0.0000_ ">
                  <c:v>1.8119000000000001</c:v>
                </c:pt>
                <c:pt idx="1996" formatCode="#,##0.0000_ ">
                  <c:v>1.8294999999999999</c:v>
                </c:pt>
                <c:pt idx="1999" formatCode="#,##0.0000_ ">
                  <c:v>1.8387</c:v>
                </c:pt>
                <c:pt idx="2000" formatCode="#,##0.0000_ ">
                  <c:v>1.8312999999999999</c:v>
                </c:pt>
                <c:pt idx="2001" formatCode="#,##0.0000_ ">
                  <c:v>1.8288</c:v>
                </c:pt>
                <c:pt idx="2002" formatCode="#,##0.0000_ ">
                  <c:v>1.8157000000000001</c:v>
                </c:pt>
                <c:pt idx="2003" formatCode="#,##0.0000_ ">
                  <c:v>1.8173999999999999</c:v>
                </c:pt>
                <c:pt idx="2006" formatCode="#,##0.0000_ ">
                  <c:v>1.8173999999999999</c:v>
                </c:pt>
                <c:pt idx="2007" formatCode="#,##0.0000_ ">
                  <c:v>1.8095000000000001</c:v>
                </c:pt>
                <c:pt idx="2008" formatCode="#,##0.0000_ ">
                  <c:v>1.8214999999999999</c:v>
                </c:pt>
                <c:pt idx="2009" formatCode="#,##0.0000_ ">
                  <c:v>1.8250999999999999</c:v>
                </c:pt>
                <c:pt idx="2010" formatCode="#,##0.0000_ ">
                  <c:v>1.8176000000000001</c:v>
                </c:pt>
                <c:pt idx="2014" formatCode="#,##0.0000_ ">
                  <c:v>1.8198000000000001</c:v>
                </c:pt>
                <c:pt idx="2015" formatCode="#,##0.0000_ ">
                  <c:v>1.8168</c:v>
                </c:pt>
                <c:pt idx="2016" formatCode="#,##0.0000_ ">
                  <c:v>1.8181</c:v>
                </c:pt>
                <c:pt idx="2017" formatCode="#,##0.0000_ ">
                  <c:v>1.8173999999999999</c:v>
                </c:pt>
                <c:pt idx="2020" formatCode="#,##0.0000_ ">
                  <c:v>1.8081</c:v>
                </c:pt>
                <c:pt idx="2021" formatCode="#,##0.0000_ ">
                  <c:v>1.79</c:v>
                </c:pt>
                <c:pt idx="2022" formatCode="#,##0.0000_ ">
                  <c:v>1.7854000000000001</c:v>
                </c:pt>
                <c:pt idx="2023" formatCode="#,##0.0000_ ">
                  <c:v>1.7809999999999999</c:v>
                </c:pt>
                <c:pt idx="2024" formatCode="#,##0.0000_ ">
                  <c:v>1.7781</c:v>
                </c:pt>
                <c:pt idx="2027" formatCode="#,##0.0000_ ">
                  <c:v>1.7682</c:v>
                </c:pt>
                <c:pt idx="2028" formatCode="#,##0.0000_ ">
                  <c:v>1.7573000000000001</c:v>
                </c:pt>
                <c:pt idx="2029" formatCode="#,##0.0000_ ">
                  <c:v>1.7391000000000001</c:v>
                </c:pt>
                <c:pt idx="2030" formatCode="#,##0.0000_ ">
                  <c:v>1.7451000000000001</c:v>
                </c:pt>
                <c:pt idx="2031" formatCode="#,##0.0000_ ">
                  <c:v>1.742</c:v>
                </c:pt>
                <c:pt idx="2034" formatCode="#,##0.0000_ ">
                  <c:v>1.766</c:v>
                </c:pt>
                <c:pt idx="2035" formatCode="#,##0.0000_ ">
                  <c:v>1.764</c:v>
                </c:pt>
                <c:pt idx="2036" formatCode="#,##0.0000_ ">
                  <c:v>1.7618</c:v>
                </c:pt>
                <c:pt idx="2037" formatCode="#,##0.0000_ ">
                  <c:v>1.7568999999999999</c:v>
                </c:pt>
                <c:pt idx="2043" formatCode="#,##0.0000_ ">
                  <c:v>1.7730999999999999</c:v>
                </c:pt>
                <c:pt idx="2044" formatCode="#,##0.0000_ ">
                  <c:v>1.7685</c:v>
                </c:pt>
                <c:pt idx="2045" formatCode="#,##0.0000_ ">
                  <c:v>1.7655000000000001</c:v>
                </c:pt>
                <c:pt idx="2046" formatCode="#,##0.0000_ ">
                  <c:v>1.7696000000000001</c:v>
                </c:pt>
                <c:pt idx="2048" formatCode="#,##0.0000_ ">
                  <c:v>1.7702</c:v>
                </c:pt>
                <c:pt idx="2049" formatCode="#,##0.0000_ ">
                  <c:v>1.7611000000000001</c:v>
                </c:pt>
                <c:pt idx="2050" formatCode="#,##0.0000_ ">
                  <c:v>1.7564</c:v>
                </c:pt>
                <c:pt idx="2051" formatCode="#,##0.0000_ ">
                  <c:v>1.7592000000000001</c:v>
                </c:pt>
                <c:pt idx="2052" formatCode="#,##0.0000_ ">
                  <c:v>1.7598</c:v>
                </c:pt>
                <c:pt idx="2055" formatCode="#,##0.0000_ ">
                  <c:v>1.7656000000000001</c:v>
                </c:pt>
                <c:pt idx="2056" formatCode="#,##0.0000_ ">
                  <c:v>1.7543</c:v>
                </c:pt>
                <c:pt idx="2057" formatCode="#,##0.0000_ ">
                  <c:v>1.7506999999999999</c:v>
                </c:pt>
                <c:pt idx="2058" formatCode="#,##0.0000_ ">
                  <c:v>1.7564</c:v>
                </c:pt>
                <c:pt idx="2059" formatCode="#,##0.0000_ ">
                  <c:v>1.7616000000000001</c:v>
                </c:pt>
                <c:pt idx="2062" formatCode="#,##0.0000_ ">
                  <c:v>1.7599</c:v>
                </c:pt>
                <c:pt idx="2063" formatCode="#,##0.0000_ ">
                  <c:v>1.7593000000000001</c:v>
                </c:pt>
                <c:pt idx="2064" formatCode="#,##0.0000_ ">
                  <c:v>1.7526999999999999</c:v>
                </c:pt>
                <c:pt idx="2065" formatCode="#,##0.0000_ ">
                  <c:v>1.7327999999999999</c:v>
                </c:pt>
                <c:pt idx="2066" formatCode="#,##0.0000_ ">
                  <c:v>1.7284999999999999</c:v>
                </c:pt>
                <c:pt idx="2069" formatCode="#,##0.0000_ ">
                  <c:v>1.7388999999999999</c:v>
                </c:pt>
                <c:pt idx="2070" formatCode="#,##0.0000_ ">
                  <c:v>1.7416</c:v>
                </c:pt>
                <c:pt idx="2071" formatCode="#,##0.0000_ ">
                  <c:v>1.744</c:v>
                </c:pt>
                <c:pt idx="2072" formatCode="#,##0.0000_ ">
                  <c:v>1.7384999999999999</c:v>
                </c:pt>
                <c:pt idx="2073" formatCode="#,##0.0000_ ">
                  <c:v>1.7385999999999999</c:v>
                </c:pt>
                <c:pt idx="2074" formatCode="#,##0.0000_ ">
                  <c:v>1.7505999999999999</c:v>
                </c:pt>
                <c:pt idx="2075" formatCode="#,##0.0000_ ">
                  <c:v>1.7563</c:v>
                </c:pt>
                <c:pt idx="2076" formatCode="#,##0.0000_ ">
                  <c:v>1.7614000000000001</c:v>
                </c:pt>
                <c:pt idx="2077" formatCode="#,##0.0000_ ">
                  <c:v>1.7743</c:v>
                </c:pt>
                <c:pt idx="2078" formatCode="#,##0.0000_ ">
                  <c:v>1.7730999999999999</c:v>
                </c:pt>
                <c:pt idx="2079" formatCode="#,##0.0000_ ">
                  <c:v>1.7730999999999999</c:v>
                </c:pt>
                <c:pt idx="2080" formatCode="#,##0.0000_ ">
                  <c:v>1.7714000000000001</c:v>
                </c:pt>
                <c:pt idx="2081" formatCode="#,##0.0000_ ">
                  <c:v>1.7625999999999999</c:v>
                </c:pt>
                <c:pt idx="2082" formatCode="#,##0.0000_ ">
                  <c:v>1.7554000000000001</c:v>
                </c:pt>
              </c:numCache>
            </c:numRef>
          </c:val>
          <c:smooth val="0"/>
          <c:extLst>
            <c:ext xmlns:c16="http://schemas.microsoft.com/office/drawing/2014/chart" uri="{C3380CC4-5D6E-409C-BE32-E72D297353CC}">
              <c16:uniqueId val="{00000000-7B89-4B18-9E82-7E07B22D3D14}"/>
            </c:ext>
          </c:extLst>
        </c:ser>
        <c:dLbls>
          <c:showLegendKey val="0"/>
          <c:showVal val="0"/>
          <c:showCatName val="0"/>
          <c:showSerName val="0"/>
          <c:showPercent val="0"/>
          <c:showBubbleSize val="0"/>
        </c:dLbls>
        <c:marker val="1"/>
        <c:smooth val="0"/>
        <c:axId val="2000002560"/>
        <c:axId val="2000002561"/>
      </c:lineChart>
      <c:lineChart>
        <c:grouping val="standard"/>
        <c:varyColors val="0"/>
        <c:ser>
          <c:idx val="1"/>
          <c:order val="1"/>
          <c:tx>
            <c:strRef>
              <c:f>'中国利率 通胀'!$D$2</c:f>
              <c:strCache>
                <c:ptCount val="1"/>
                <c:pt idx="0">
                  <c:v>中国:CPI:同比，右轴（%）</c:v>
                </c:pt>
              </c:strCache>
            </c:strRef>
          </c:tx>
          <c:spPr>
            <a:ln w="25400" cap="rnd">
              <a:solidFill>
                <a:srgbClr val="2E3160"/>
              </a:solidFill>
              <a:round/>
            </a:ln>
            <a:effectLst/>
          </c:spPr>
          <c:marker>
            <c:symbol val="none"/>
          </c:marker>
          <c:cat>
            <c:numRef>
              <c:f>'中国利率 通胀'!$A$12334:$A$14416</c:f>
              <c:numCache>
                <c:formatCode>yyyy\-mm\-dd</c:formatCode>
                <c:ptCount val="2083"/>
                <c:pt idx="0">
                  <c:v>44105</c:v>
                </c:pt>
                <c:pt idx="1">
                  <c:v>44106</c:v>
                </c:pt>
                <c:pt idx="2">
                  <c:v>44107</c:v>
                </c:pt>
                <c:pt idx="3">
                  <c:v>44108</c:v>
                </c:pt>
                <c:pt idx="4">
                  <c:v>44109</c:v>
                </c:pt>
                <c:pt idx="5">
                  <c:v>44110</c:v>
                </c:pt>
                <c:pt idx="6">
                  <c:v>44111</c:v>
                </c:pt>
                <c:pt idx="7">
                  <c:v>44112</c:v>
                </c:pt>
                <c:pt idx="8">
                  <c:v>44113</c:v>
                </c:pt>
                <c:pt idx="9">
                  <c:v>44114</c:v>
                </c:pt>
                <c:pt idx="10">
                  <c:v>44115</c:v>
                </c:pt>
                <c:pt idx="11">
                  <c:v>44116</c:v>
                </c:pt>
                <c:pt idx="12">
                  <c:v>44117</c:v>
                </c:pt>
                <c:pt idx="13">
                  <c:v>44118</c:v>
                </c:pt>
                <c:pt idx="14">
                  <c:v>44119</c:v>
                </c:pt>
                <c:pt idx="15">
                  <c:v>44120</c:v>
                </c:pt>
                <c:pt idx="16">
                  <c:v>44121</c:v>
                </c:pt>
                <c:pt idx="17">
                  <c:v>44122</c:v>
                </c:pt>
                <c:pt idx="18">
                  <c:v>44123</c:v>
                </c:pt>
                <c:pt idx="19">
                  <c:v>44124</c:v>
                </c:pt>
                <c:pt idx="20">
                  <c:v>44125</c:v>
                </c:pt>
                <c:pt idx="21">
                  <c:v>44126</c:v>
                </c:pt>
                <c:pt idx="22">
                  <c:v>44127</c:v>
                </c:pt>
                <c:pt idx="23">
                  <c:v>44128</c:v>
                </c:pt>
                <c:pt idx="24">
                  <c:v>44129</c:v>
                </c:pt>
                <c:pt idx="25">
                  <c:v>44130</c:v>
                </c:pt>
                <c:pt idx="26">
                  <c:v>44131</c:v>
                </c:pt>
                <c:pt idx="27">
                  <c:v>44132</c:v>
                </c:pt>
                <c:pt idx="28">
                  <c:v>44133</c:v>
                </c:pt>
                <c:pt idx="29">
                  <c:v>44134</c:v>
                </c:pt>
                <c:pt idx="30">
                  <c:v>44135</c:v>
                </c:pt>
                <c:pt idx="31">
                  <c:v>44136</c:v>
                </c:pt>
                <c:pt idx="32">
                  <c:v>44137</c:v>
                </c:pt>
                <c:pt idx="33">
                  <c:v>44138</c:v>
                </c:pt>
                <c:pt idx="34">
                  <c:v>44139</c:v>
                </c:pt>
                <c:pt idx="35">
                  <c:v>44140</c:v>
                </c:pt>
                <c:pt idx="36">
                  <c:v>44141</c:v>
                </c:pt>
                <c:pt idx="37">
                  <c:v>44142</c:v>
                </c:pt>
                <c:pt idx="38">
                  <c:v>44143</c:v>
                </c:pt>
                <c:pt idx="39">
                  <c:v>44144</c:v>
                </c:pt>
                <c:pt idx="40">
                  <c:v>44145</c:v>
                </c:pt>
                <c:pt idx="41">
                  <c:v>44146</c:v>
                </c:pt>
                <c:pt idx="42">
                  <c:v>44147</c:v>
                </c:pt>
                <c:pt idx="43">
                  <c:v>44148</c:v>
                </c:pt>
                <c:pt idx="44">
                  <c:v>44149</c:v>
                </c:pt>
                <c:pt idx="45">
                  <c:v>44150</c:v>
                </c:pt>
                <c:pt idx="46">
                  <c:v>44151</c:v>
                </c:pt>
                <c:pt idx="47">
                  <c:v>44152</c:v>
                </c:pt>
                <c:pt idx="48">
                  <c:v>44153</c:v>
                </c:pt>
                <c:pt idx="49">
                  <c:v>44154</c:v>
                </c:pt>
                <c:pt idx="50">
                  <c:v>44155</c:v>
                </c:pt>
                <c:pt idx="51">
                  <c:v>44156</c:v>
                </c:pt>
                <c:pt idx="52">
                  <c:v>44157</c:v>
                </c:pt>
                <c:pt idx="53">
                  <c:v>44158</c:v>
                </c:pt>
                <c:pt idx="54">
                  <c:v>44159</c:v>
                </c:pt>
                <c:pt idx="55">
                  <c:v>44160</c:v>
                </c:pt>
                <c:pt idx="56">
                  <c:v>44161</c:v>
                </c:pt>
                <c:pt idx="57">
                  <c:v>44162</c:v>
                </c:pt>
                <c:pt idx="58">
                  <c:v>44163</c:v>
                </c:pt>
                <c:pt idx="59">
                  <c:v>44164</c:v>
                </c:pt>
                <c:pt idx="60">
                  <c:v>44165</c:v>
                </c:pt>
                <c:pt idx="61">
                  <c:v>44166</c:v>
                </c:pt>
                <c:pt idx="62">
                  <c:v>44167</c:v>
                </c:pt>
                <c:pt idx="63">
                  <c:v>44168</c:v>
                </c:pt>
                <c:pt idx="64">
                  <c:v>44169</c:v>
                </c:pt>
                <c:pt idx="65">
                  <c:v>44170</c:v>
                </c:pt>
                <c:pt idx="66">
                  <c:v>44171</c:v>
                </c:pt>
                <c:pt idx="67">
                  <c:v>44172</c:v>
                </c:pt>
                <c:pt idx="68">
                  <c:v>44173</c:v>
                </c:pt>
                <c:pt idx="69">
                  <c:v>44174</c:v>
                </c:pt>
                <c:pt idx="70">
                  <c:v>44175</c:v>
                </c:pt>
                <c:pt idx="71">
                  <c:v>44176</c:v>
                </c:pt>
                <c:pt idx="72">
                  <c:v>44177</c:v>
                </c:pt>
                <c:pt idx="73">
                  <c:v>44178</c:v>
                </c:pt>
                <c:pt idx="74">
                  <c:v>44179</c:v>
                </c:pt>
                <c:pt idx="75">
                  <c:v>44180</c:v>
                </c:pt>
                <c:pt idx="76">
                  <c:v>44181</c:v>
                </c:pt>
                <c:pt idx="77">
                  <c:v>44182</c:v>
                </c:pt>
                <c:pt idx="78">
                  <c:v>44183</c:v>
                </c:pt>
                <c:pt idx="79">
                  <c:v>44184</c:v>
                </c:pt>
                <c:pt idx="80">
                  <c:v>44185</c:v>
                </c:pt>
                <c:pt idx="81">
                  <c:v>44186</c:v>
                </c:pt>
                <c:pt idx="82">
                  <c:v>44187</c:v>
                </c:pt>
                <c:pt idx="83">
                  <c:v>44188</c:v>
                </c:pt>
                <c:pt idx="84">
                  <c:v>44189</c:v>
                </c:pt>
                <c:pt idx="85">
                  <c:v>44190</c:v>
                </c:pt>
                <c:pt idx="86">
                  <c:v>44191</c:v>
                </c:pt>
                <c:pt idx="87">
                  <c:v>44192</c:v>
                </c:pt>
                <c:pt idx="88">
                  <c:v>44193</c:v>
                </c:pt>
                <c:pt idx="89">
                  <c:v>44194</c:v>
                </c:pt>
                <c:pt idx="90">
                  <c:v>44195</c:v>
                </c:pt>
                <c:pt idx="91">
                  <c:v>44196</c:v>
                </c:pt>
                <c:pt idx="92">
                  <c:v>44197</c:v>
                </c:pt>
                <c:pt idx="93">
                  <c:v>44198</c:v>
                </c:pt>
                <c:pt idx="94">
                  <c:v>44199</c:v>
                </c:pt>
                <c:pt idx="95">
                  <c:v>44200</c:v>
                </c:pt>
                <c:pt idx="96">
                  <c:v>44201</c:v>
                </c:pt>
                <c:pt idx="97">
                  <c:v>44202</c:v>
                </c:pt>
                <c:pt idx="98">
                  <c:v>44203</c:v>
                </c:pt>
                <c:pt idx="99">
                  <c:v>44204</c:v>
                </c:pt>
                <c:pt idx="100">
                  <c:v>44205</c:v>
                </c:pt>
                <c:pt idx="101">
                  <c:v>44206</c:v>
                </c:pt>
                <c:pt idx="102">
                  <c:v>44207</c:v>
                </c:pt>
                <c:pt idx="103">
                  <c:v>44208</c:v>
                </c:pt>
                <c:pt idx="104">
                  <c:v>44209</c:v>
                </c:pt>
                <c:pt idx="105">
                  <c:v>44210</c:v>
                </c:pt>
                <c:pt idx="106">
                  <c:v>44211</c:v>
                </c:pt>
                <c:pt idx="107">
                  <c:v>44212</c:v>
                </c:pt>
                <c:pt idx="108">
                  <c:v>44213</c:v>
                </c:pt>
                <c:pt idx="109">
                  <c:v>44214</c:v>
                </c:pt>
                <c:pt idx="110">
                  <c:v>44215</c:v>
                </c:pt>
                <c:pt idx="111">
                  <c:v>44216</c:v>
                </c:pt>
                <c:pt idx="112">
                  <c:v>44217</c:v>
                </c:pt>
                <c:pt idx="113">
                  <c:v>44218</c:v>
                </c:pt>
                <c:pt idx="114">
                  <c:v>44219</c:v>
                </c:pt>
                <c:pt idx="115">
                  <c:v>44220</c:v>
                </c:pt>
                <c:pt idx="116">
                  <c:v>44221</c:v>
                </c:pt>
                <c:pt idx="117">
                  <c:v>44222</c:v>
                </c:pt>
                <c:pt idx="118">
                  <c:v>44223</c:v>
                </c:pt>
                <c:pt idx="119">
                  <c:v>44224</c:v>
                </c:pt>
                <c:pt idx="120">
                  <c:v>44225</c:v>
                </c:pt>
                <c:pt idx="121">
                  <c:v>44226</c:v>
                </c:pt>
                <c:pt idx="122">
                  <c:v>44227</c:v>
                </c:pt>
                <c:pt idx="123">
                  <c:v>44228</c:v>
                </c:pt>
                <c:pt idx="124">
                  <c:v>44229</c:v>
                </c:pt>
                <c:pt idx="125">
                  <c:v>44230</c:v>
                </c:pt>
                <c:pt idx="126">
                  <c:v>44231</c:v>
                </c:pt>
                <c:pt idx="127">
                  <c:v>44232</c:v>
                </c:pt>
                <c:pt idx="128">
                  <c:v>44233</c:v>
                </c:pt>
                <c:pt idx="129">
                  <c:v>44234</c:v>
                </c:pt>
                <c:pt idx="130">
                  <c:v>44235</c:v>
                </c:pt>
                <c:pt idx="131">
                  <c:v>44236</c:v>
                </c:pt>
                <c:pt idx="132">
                  <c:v>44237</c:v>
                </c:pt>
                <c:pt idx="133">
                  <c:v>44238</c:v>
                </c:pt>
                <c:pt idx="134">
                  <c:v>44239</c:v>
                </c:pt>
                <c:pt idx="135">
                  <c:v>44240</c:v>
                </c:pt>
                <c:pt idx="136">
                  <c:v>44241</c:v>
                </c:pt>
                <c:pt idx="137">
                  <c:v>44242</c:v>
                </c:pt>
                <c:pt idx="138">
                  <c:v>44243</c:v>
                </c:pt>
                <c:pt idx="139">
                  <c:v>44244</c:v>
                </c:pt>
                <c:pt idx="140">
                  <c:v>44245</c:v>
                </c:pt>
                <c:pt idx="141">
                  <c:v>44246</c:v>
                </c:pt>
                <c:pt idx="142">
                  <c:v>44247</c:v>
                </c:pt>
                <c:pt idx="143">
                  <c:v>44248</c:v>
                </c:pt>
                <c:pt idx="144">
                  <c:v>44249</c:v>
                </c:pt>
                <c:pt idx="145">
                  <c:v>44250</c:v>
                </c:pt>
                <c:pt idx="146">
                  <c:v>44251</c:v>
                </c:pt>
                <c:pt idx="147">
                  <c:v>44252</c:v>
                </c:pt>
                <c:pt idx="148">
                  <c:v>44253</c:v>
                </c:pt>
                <c:pt idx="149">
                  <c:v>44254</c:v>
                </c:pt>
                <c:pt idx="150">
                  <c:v>44255</c:v>
                </c:pt>
                <c:pt idx="151">
                  <c:v>44256</c:v>
                </c:pt>
                <c:pt idx="152">
                  <c:v>44257</c:v>
                </c:pt>
                <c:pt idx="153">
                  <c:v>44258</c:v>
                </c:pt>
                <c:pt idx="154">
                  <c:v>44259</c:v>
                </c:pt>
                <c:pt idx="155">
                  <c:v>44260</c:v>
                </c:pt>
                <c:pt idx="156">
                  <c:v>44261</c:v>
                </c:pt>
                <c:pt idx="157">
                  <c:v>44262</c:v>
                </c:pt>
                <c:pt idx="158">
                  <c:v>44263</c:v>
                </c:pt>
                <c:pt idx="159">
                  <c:v>44264</c:v>
                </c:pt>
                <c:pt idx="160">
                  <c:v>44265</c:v>
                </c:pt>
                <c:pt idx="161">
                  <c:v>44266</c:v>
                </c:pt>
                <c:pt idx="162">
                  <c:v>44267</c:v>
                </c:pt>
                <c:pt idx="163">
                  <c:v>44268</c:v>
                </c:pt>
                <c:pt idx="164">
                  <c:v>44269</c:v>
                </c:pt>
                <c:pt idx="165">
                  <c:v>44270</c:v>
                </c:pt>
                <c:pt idx="166">
                  <c:v>44271</c:v>
                </c:pt>
                <c:pt idx="167">
                  <c:v>44272</c:v>
                </c:pt>
                <c:pt idx="168">
                  <c:v>44273</c:v>
                </c:pt>
                <c:pt idx="169">
                  <c:v>44274</c:v>
                </c:pt>
                <c:pt idx="170">
                  <c:v>44275</c:v>
                </c:pt>
                <c:pt idx="171">
                  <c:v>44276</c:v>
                </c:pt>
                <c:pt idx="172">
                  <c:v>44277</c:v>
                </c:pt>
                <c:pt idx="173">
                  <c:v>44278</c:v>
                </c:pt>
                <c:pt idx="174">
                  <c:v>44279</c:v>
                </c:pt>
                <c:pt idx="175">
                  <c:v>44280</c:v>
                </c:pt>
                <c:pt idx="176">
                  <c:v>44281</c:v>
                </c:pt>
                <c:pt idx="177">
                  <c:v>44282</c:v>
                </c:pt>
                <c:pt idx="178">
                  <c:v>44283</c:v>
                </c:pt>
                <c:pt idx="179">
                  <c:v>44284</c:v>
                </c:pt>
                <c:pt idx="180">
                  <c:v>44285</c:v>
                </c:pt>
                <c:pt idx="181">
                  <c:v>44286</c:v>
                </c:pt>
                <c:pt idx="182">
                  <c:v>44287</c:v>
                </c:pt>
                <c:pt idx="183">
                  <c:v>44288</c:v>
                </c:pt>
                <c:pt idx="184">
                  <c:v>44289</c:v>
                </c:pt>
                <c:pt idx="185">
                  <c:v>44290</c:v>
                </c:pt>
                <c:pt idx="186">
                  <c:v>44291</c:v>
                </c:pt>
                <c:pt idx="187">
                  <c:v>44292</c:v>
                </c:pt>
                <c:pt idx="188">
                  <c:v>44293</c:v>
                </c:pt>
                <c:pt idx="189">
                  <c:v>44294</c:v>
                </c:pt>
                <c:pt idx="190">
                  <c:v>44295</c:v>
                </c:pt>
                <c:pt idx="191">
                  <c:v>44296</c:v>
                </c:pt>
                <c:pt idx="192">
                  <c:v>44297</c:v>
                </c:pt>
                <c:pt idx="193">
                  <c:v>44298</c:v>
                </c:pt>
                <c:pt idx="194">
                  <c:v>44299</c:v>
                </c:pt>
                <c:pt idx="195">
                  <c:v>44300</c:v>
                </c:pt>
                <c:pt idx="196">
                  <c:v>44301</c:v>
                </c:pt>
                <c:pt idx="197">
                  <c:v>44302</c:v>
                </c:pt>
                <c:pt idx="198">
                  <c:v>44303</c:v>
                </c:pt>
                <c:pt idx="199">
                  <c:v>44304</c:v>
                </c:pt>
                <c:pt idx="200">
                  <c:v>44305</c:v>
                </c:pt>
                <c:pt idx="201">
                  <c:v>44306</c:v>
                </c:pt>
                <c:pt idx="202">
                  <c:v>44307</c:v>
                </c:pt>
                <c:pt idx="203">
                  <c:v>44308</c:v>
                </c:pt>
                <c:pt idx="204">
                  <c:v>44309</c:v>
                </c:pt>
                <c:pt idx="205">
                  <c:v>44310</c:v>
                </c:pt>
                <c:pt idx="206">
                  <c:v>44311</c:v>
                </c:pt>
                <c:pt idx="207">
                  <c:v>44312</c:v>
                </c:pt>
                <c:pt idx="208">
                  <c:v>44313</c:v>
                </c:pt>
                <c:pt idx="209">
                  <c:v>44314</c:v>
                </c:pt>
                <c:pt idx="210">
                  <c:v>44315</c:v>
                </c:pt>
                <c:pt idx="211">
                  <c:v>44316</c:v>
                </c:pt>
                <c:pt idx="212">
                  <c:v>44317</c:v>
                </c:pt>
                <c:pt idx="213">
                  <c:v>44318</c:v>
                </c:pt>
                <c:pt idx="214">
                  <c:v>44319</c:v>
                </c:pt>
                <c:pt idx="215">
                  <c:v>44320</c:v>
                </c:pt>
                <c:pt idx="216">
                  <c:v>44321</c:v>
                </c:pt>
                <c:pt idx="217">
                  <c:v>44322</c:v>
                </c:pt>
                <c:pt idx="218">
                  <c:v>44323</c:v>
                </c:pt>
                <c:pt idx="219">
                  <c:v>44324</c:v>
                </c:pt>
                <c:pt idx="220">
                  <c:v>44325</c:v>
                </c:pt>
                <c:pt idx="221">
                  <c:v>44326</c:v>
                </c:pt>
                <c:pt idx="222">
                  <c:v>44327</c:v>
                </c:pt>
                <c:pt idx="223">
                  <c:v>44328</c:v>
                </c:pt>
                <c:pt idx="224">
                  <c:v>44329</c:v>
                </c:pt>
                <c:pt idx="225">
                  <c:v>44330</c:v>
                </c:pt>
                <c:pt idx="226">
                  <c:v>44331</c:v>
                </c:pt>
                <c:pt idx="227">
                  <c:v>44332</c:v>
                </c:pt>
                <c:pt idx="228">
                  <c:v>44333</c:v>
                </c:pt>
                <c:pt idx="229">
                  <c:v>44334</c:v>
                </c:pt>
                <c:pt idx="230">
                  <c:v>44335</c:v>
                </c:pt>
                <c:pt idx="231">
                  <c:v>44336</c:v>
                </c:pt>
                <c:pt idx="232">
                  <c:v>44337</c:v>
                </c:pt>
                <c:pt idx="233">
                  <c:v>44338</c:v>
                </c:pt>
                <c:pt idx="234">
                  <c:v>44339</c:v>
                </c:pt>
                <c:pt idx="235">
                  <c:v>44340</c:v>
                </c:pt>
                <c:pt idx="236">
                  <c:v>44341</c:v>
                </c:pt>
                <c:pt idx="237">
                  <c:v>44342</c:v>
                </c:pt>
                <c:pt idx="238">
                  <c:v>44343</c:v>
                </c:pt>
                <c:pt idx="239">
                  <c:v>44344</c:v>
                </c:pt>
                <c:pt idx="240">
                  <c:v>44345</c:v>
                </c:pt>
                <c:pt idx="241">
                  <c:v>44346</c:v>
                </c:pt>
                <c:pt idx="242">
                  <c:v>44347</c:v>
                </c:pt>
                <c:pt idx="243">
                  <c:v>44348</c:v>
                </c:pt>
                <c:pt idx="244">
                  <c:v>44349</c:v>
                </c:pt>
                <c:pt idx="245">
                  <c:v>44350</c:v>
                </c:pt>
                <c:pt idx="246">
                  <c:v>44351</c:v>
                </c:pt>
                <c:pt idx="247">
                  <c:v>44352</c:v>
                </c:pt>
                <c:pt idx="248">
                  <c:v>44353</c:v>
                </c:pt>
                <c:pt idx="249">
                  <c:v>44354</c:v>
                </c:pt>
                <c:pt idx="250">
                  <c:v>44355</c:v>
                </c:pt>
                <c:pt idx="251">
                  <c:v>44356</c:v>
                </c:pt>
                <c:pt idx="252">
                  <c:v>44357</c:v>
                </c:pt>
                <c:pt idx="253">
                  <c:v>44358</c:v>
                </c:pt>
                <c:pt idx="254">
                  <c:v>44359</c:v>
                </c:pt>
                <c:pt idx="255">
                  <c:v>44360</c:v>
                </c:pt>
                <c:pt idx="256">
                  <c:v>44361</c:v>
                </c:pt>
                <c:pt idx="257">
                  <c:v>44362</c:v>
                </c:pt>
                <c:pt idx="258">
                  <c:v>44363</c:v>
                </c:pt>
                <c:pt idx="259">
                  <c:v>44364</c:v>
                </c:pt>
                <c:pt idx="260">
                  <c:v>44365</c:v>
                </c:pt>
                <c:pt idx="261">
                  <c:v>44366</c:v>
                </c:pt>
                <c:pt idx="262">
                  <c:v>44367</c:v>
                </c:pt>
                <c:pt idx="263">
                  <c:v>44368</c:v>
                </c:pt>
                <c:pt idx="264">
                  <c:v>44369</c:v>
                </c:pt>
                <c:pt idx="265">
                  <c:v>44370</c:v>
                </c:pt>
                <c:pt idx="266">
                  <c:v>44371</c:v>
                </c:pt>
                <c:pt idx="267">
                  <c:v>44372</c:v>
                </c:pt>
                <c:pt idx="268">
                  <c:v>44373</c:v>
                </c:pt>
                <c:pt idx="269">
                  <c:v>44374</c:v>
                </c:pt>
                <c:pt idx="270">
                  <c:v>44375</c:v>
                </c:pt>
                <c:pt idx="271">
                  <c:v>44376</c:v>
                </c:pt>
                <c:pt idx="272">
                  <c:v>44377</c:v>
                </c:pt>
                <c:pt idx="273">
                  <c:v>44378</c:v>
                </c:pt>
                <c:pt idx="274">
                  <c:v>44379</c:v>
                </c:pt>
                <c:pt idx="275">
                  <c:v>44380</c:v>
                </c:pt>
                <c:pt idx="276">
                  <c:v>44381</c:v>
                </c:pt>
                <c:pt idx="277">
                  <c:v>44382</c:v>
                </c:pt>
                <c:pt idx="278">
                  <c:v>44383</c:v>
                </c:pt>
                <c:pt idx="279">
                  <c:v>44384</c:v>
                </c:pt>
                <c:pt idx="280">
                  <c:v>44385</c:v>
                </c:pt>
                <c:pt idx="281">
                  <c:v>44386</c:v>
                </c:pt>
                <c:pt idx="282">
                  <c:v>44387</c:v>
                </c:pt>
                <c:pt idx="283">
                  <c:v>44388</c:v>
                </c:pt>
                <c:pt idx="284">
                  <c:v>44389</c:v>
                </c:pt>
                <c:pt idx="285">
                  <c:v>44390</c:v>
                </c:pt>
                <c:pt idx="286">
                  <c:v>44391</c:v>
                </c:pt>
                <c:pt idx="287">
                  <c:v>44392</c:v>
                </c:pt>
                <c:pt idx="288">
                  <c:v>44393</c:v>
                </c:pt>
                <c:pt idx="289">
                  <c:v>44394</c:v>
                </c:pt>
                <c:pt idx="290">
                  <c:v>44395</c:v>
                </c:pt>
                <c:pt idx="291">
                  <c:v>44396</c:v>
                </c:pt>
                <c:pt idx="292">
                  <c:v>44397</c:v>
                </c:pt>
                <c:pt idx="293">
                  <c:v>44398</c:v>
                </c:pt>
                <c:pt idx="294">
                  <c:v>44399</c:v>
                </c:pt>
                <c:pt idx="295">
                  <c:v>44400</c:v>
                </c:pt>
                <c:pt idx="296">
                  <c:v>44401</c:v>
                </c:pt>
                <c:pt idx="297">
                  <c:v>44402</c:v>
                </c:pt>
                <c:pt idx="298">
                  <c:v>44403</c:v>
                </c:pt>
                <c:pt idx="299">
                  <c:v>44404</c:v>
                </c:pt>
                <c:pt idx="300">
                  <c:v>44405</c:v>
                </c:pt>
                <c:pt idx="301">
                  <c:v>44406</c:v>
                </c:pt>
                <c:pt idx="302">
                  <c:v>44407</c:v>
                </c:pt>
                <c:pt idx="303">
                  <c:v>44408</c:v>
                </c:pt>
                <c:pt idx="304">
                  <c:v>44409</c:v>
                </c:pt>
                <c:pt idx="305">
                  <c:v>44410</c:v>
                </c:pt>
                <c:pt idx="306">
                  <c:v>44411</c:v>
                </c:pt>
                <c:pt idx="307">
                  <c:v>44412</c:v>
                </c:pt>
                <c:pt idx="308">
                  <c:v>44413</c:v>
                </c:pt>
                <c:pt idx="309">
                  <c:v>44414</c:v>
                </c:pt>
                <c:pt idx="310">
                  <c:v>44415</c:v>
                </c:pt>
                <c:pt idx="311">
                  <c:v>44416</c:v>
                </c:pt>
                <c:pt idx="312">
                  <c:v>44417</c:v>
                </c:pt>
                <c:pt idx="313">
                  <c:v>44418</c:v>
                </c:pt>
                <c:pt idx="314">
                  <c:v>44419</c:v>
                </c:pt>
                <c:pt idx="315">
                  <c:v>44420</c:v>
                </c:pt>
                <c:pt idx="316">
                  <c:v>44421</c:v>
                </c:pt>
                <c:pt idx="317">
                  <c:v>44422</c:v>
                </c:pt>
                <c:pt idx="318">
                  <c:v>44423</c:v>
                </c:pt>
                <c:pt idx="319">
                  <c:v>44424</c:v>
                </c:pt>
                <c:pt idx="320">
                  <c:v>44425</c:v>
                </c:pt>
                <c:pt idx="321">
                  <c:v>44426</c:v>
                </c:pt>
                <c:pt idx="322">
                  <c:v>44427</c:v>
                </c:pt>
                <c:pt idx="323">
                  <c:v>44428</c:v>
                </c:pt>
                <c:pt idx="324">
                  <c:v>44429</c:v>
                </c:pt>
                <c:pt idx="325">
                  <c:v>44430</c:v>
                </c:pt>
                <c:pt idx="326">
                  <c:v>44431</c:v>
                </c:pt>
                <c:pt idx="327">
                  <c:v>44432</c:v>
                </c:pt>
                <c:pt idx="328">
                  <c:v>44433</c:v>
                </c:pt>
                <c:pt idx="329">
                  <c:v>44434</c:v>
                </c:pt>
                <c:pt idx="330">
                  <c:v>44435</c:v>
                </c:pt>
                <c:pt idx="331">
                  <c:v>44436</c:v>
                </c:pt>
                <c:pt idx="332">
                  <c:v>44437</c:v>
                </c:pt>
                <c:pt idx="333">
                  <c:v>44438</c:v>
                </c:pt>
                <c:pt idx="334">
                  <c:v>44439</c:v>
                </c:pt>
                <c:pt idx="335">
                  <c:v>44440</c:v>
                </c:pt>
                <c:pt idx="336">
                  <c:v>44441</c:v>
                </c:pt>
                <c:pt idx="337">
                  <c:v>44442</c:v>
                </c:pt>
                <c:pt idx="338">
                  <c:v>44443</c:v>
                </c:pt>
                <c:pt idx="339">
                  <c:v>44444</c:v>
                </c:pt>
                <c:pt idx="340">
                  <c:v>44445</c:v>
                </c:pt>
                <c:pt idx="341">
                  <c:v>44446</c:v>
                </c:pt>
                <c:pt idx="342">
                  <c:v>44447</c:v>
                </c:pt>
                <c:pt idx="343">
                  <c:v>44448</c:v>
                </c:pt>
                <c:pt idx="344">
                  <c:v>44449</c:v>
                </c:pt>
                <c:pt idx="345">
                  <c:v>44450</c:v>
                </c:pt>
                <c:pt idx="346">
                  <c:v>44451</c:v>
                </c:pt>
                <c:pt idx="347">
                  <c:v>44452</c:v>
                </c:pt>
                <c:pt idx="348">
                  <c:v>44453</c:v>
                </c:pt>
                <c:pt idx="349">
                  <c:v>44454</c:v>
                </c:pt>
                <c:pt idx="350">
                  <c:v>44455</c:v>
                </c:pt>
                <c:pt idx="351">
                  <c:v>44456</c:v>
                </c:pt>
                <c:pt idx="352">
                  <c:v>44457</c:v>
                </c:pt>
                <c:pt idx="353">
                  <c:v>44458</c:v>
                </c:pt>
                <c:pt idx="354">
                  <c:v>44459</c:v>
                </c:pt>
                <c:pt idx="355">
                  <c:v>44460</c:v>
                </c:pt>
                <c:pt idx="356">
                  <c:v>44461</c:v>
                </c:pt>
                <c:pt idx="357">
                  <c:v>44462</c:v>
                </c:pt>
                <c:pt idx="358">
                  <c:v>44463</c:v>
                </c:pt>
                <c:pt idx="359">
                  <c:v>44464</c:v>
                </c:pt>
                <c:pt idx="360">
                  <c:v>44465</c:v>
                </c:pt>
                <c:pt idx="361">
                  <c:v>44466</c:v>
                </c:pt>
                <c:pt idx="362">
                  <c:v>44467</c:v>
                </c:pt>
                <c:pt idx="363">
                  <c:v>44468</c:v>
                </c:pt>
                <c:pt idx="364">
                  <c:v>44469</c:v>
                </c:pt>
                <c:pt idx="365">
                  <c:v>44470</c:v>
                </c:pt>
                <c:pt idx="366">
                  <c:v>44471</c:v>
                </c:pt>
                <c:pt idx="367">
                  <c:v>44472</c:v>
                </c:pt>
                <c:pt idx="368">
                  <c:v>44473</c:v>
                </c:pt>
                <c:pt idx="369">
                  <c:v>44474</c:v>
                </c:pt>
                <c:pt idx="370">
                  <c:v>44475</c:v>
                </c:pt>
                <c:pt idx="371">
                  <c:v>44476</c:v>
                </c:pt>
                <c:pt idx="372">
                  <c:v>44477</c:v>
                </c:pt>
                <c:pt idx="373">
                  <c:v>44478</c:v>
                </c:pt>
                <c:pt idx="374">
                  <c:v>44479</c:v>
                </c:pt>
                <c:pt idx="375">
                  <c:v>44480</c:v>
                </c:pt>
                <c:pt idx="376">
                  <c:v>44481</c:v>
                </c:pt>
                <c:pt idx="377">
                  <c:v>44482</c:v>
                </c:pt>
                <c:pt idx="378">
                  <c:v>44483</c:v>
                </c:pt>
                <c:pt idx="379">
                  <c:v>44484</c:v>
                </c:pt>
                <c:pt idx="380">
                  <c:v>44485</c:v>
                </c:pt>
                <c:pt idx="381">
                  <c:v>44486</c:v>
                </c:pt>
                <c:pt idx="382">
                  <c:v>44487</c:v>
                </c:pt>
                <c:pt idx="383">
                  <c:v>44488</c:v>
                </c:pt>
                <c:pt idx="384">
                  <c:v>44489</c:v>
                </c:pt>
                <c:pt idx="385">
                  <c:v>44490</c:v>
                </c:pt>
                <c:pt idx="386">
                  <c:v>44491</c:v>
                </c:pt>
                <c:pt idx="387">
                  <c:v>44492</c:v>
                </c:pt>
                <c:pt idx="388">
                  <c:v>44493</c:v>
                </c:pt>
                <c:pt idx="389">
                  <c:v>44494</c:v>
                </c:pt>
                <c:pt idx="390">
                  <c:v>44495</c:v>
                </c:pt>
                <c:pt idx="391">
                  <c:v>44496</c:v>
                </c:pt>
                <c:pt idx="392">
                  <c:v>44497</c:v>
                </c:pt>
                <c:pt idx="393">
                  <c:v>44498</c:v>
                </c:pt>
                <c:pt idx="394">
                  <c:v>44499</c:v>
                </c:pt>
                <c:pt idx="395">
                  <c:v>44500</c:v>
                </c:pt>
                <c:pt idx="396">
                  <c:v>44501</c:v>
                </c:pt>
                <c:pt idx="397">
                  <c:v>44502</c:v>
                </c:pt>
                <c:pt idx="398">
                  <c:v>44503</c:v>
                </c:pt>
                <c:pt idx="399">
                  <c:v>44504</c:v>
                </c:pt>
                <c:pt idx="400">
                  <c:v>44505</c:v>
                </c:pt>
                <c:pt idx="401">
                  <c:v>44506</c:v>
                </c:pt>
                <c:pt idx="402">
                  <c:v>44507</c:v>
                </c:pt>
                <c:pt idx="403">
                  <c:v>44508</c:v>
                </c:pt>
                <c:pt idx="404">
                  <c:v>44509</c:v>
                </c:pt>
                <c:pt idx="405">
                  <c:v>44510</c:v>
                </c:pt>
                <c:pt idx="406">
                  <c:v>44511</c:v>
                </c:pt>
                <c:pt idx="407">
                  <c:v>44512</c:v>
                </c:pt>
                <c:pt idx="408">
                  <c:v>44513</c:v>
                </c:pt>
                <c:pt idx="409">
                  <c:v>44514</c:v>
                </c:pt>
                <c:pt idx="410">
                  <c:v>44515</c:v>
                </c:pt>
                <c:pt idx="411">
                  <c:v>44516</c:v>
                </c:pt>
                <c:pt idx="412">
                  <c:v>44517</c:v>
                </c:pt>
                <c:pt idx="413">
                  <c:v>44518</c:v>
                </c:pt>
                <c:pt idx="414">
                  <c:v>44519</c:v>
                </c:pt>
                <c:pt idx="415">
                  <c:v>44520</c:v>
                </c:pt>
                <c:pt idx="416">
                  <c:v>44521</c:v>
                </c:pt>
                <c:pt idx="417">
                  <c:v>44522</c:v>
                </c:pt>
                <c:pt idx="418">
                  <c:v>44523</c:v>
                </c:pt>
                <c:pt idx="419">
                  <c:v>44524</c:v>
                </c:pt>
                <c:pt idx="420">
                  <c:v>44525</c:v>
                </c:pt>
                <c:pt idx="421">
                  <c:v>44526</c:v>
                </c:pt>
                <c:pt idx="422">
                  <c:v>44527</c:v>
                </c:pt>
                <c:pt idx="423">
                  <c:v>44528</c:v>
                </c:pt>
                <c:pt idx="424">
                  <c:v>44529</c:v>
                </c:pt>
                <c:pt idx="425">
                  <c:v>44530</c:v>
                </c:pt>
                <c:pt idx="426">
                  <c:v>44531</c:v>
                </c:pt>
                <c:pt idx="427">
                  <c:v>44532</c:v>
                </c:pt>
                <c:pt idx="428">
                  <c:v>44533</c:v>
                </c:pt>
                <c:pt idx="429">
                  <c:v>44534</c:v>
                </c:pt>
                <c:pt idx="430">
                  <c:v>44535</c:v>
                </c:pt>
                <c:pt idx="431">
                  <c:v>44536</c:v>
                </c:pt>
                <c:pt idx="432">
                  <c:v>44537</c:v>
                </c:pt>
                <c:pt idx="433">
                  <c:v>44538</c:v>
                </c:pt>
                <c:pt idx="434">
                  <c:v>44539</c:v>
                </c:pt>
                <c:pt idx="435">
                  <c:v>44540</c:v>
                </c:pt>
                <c:pt idx="436">
                  <c:v>44541</c:v>
                </c:pt>
                <c:pt idx="437">
                  <c:v>44542</c:v>
                </c:pt>
                <c:pt idx="438">
                  <c:v>44543</c:v>
                </c:pt>
                <c:pt idx="439">
                  <c:v>44544</c:v>
                </c:pt>
                <c:pt idx="440">
                  <c:v>44545</c:v>
                </c:pt>
                <c:pt idx="441">
                  <c:v>44546</c:v>
                </c:pt>
                <c:pt idx="442">
                  <c:v>44547</c:v>
                </c:pt>
                <c:pt idx="443">
                  <c:v>44548</c:v>
                </c:pt>
                <c:pt idx="444">
                  <c:v>44549</c:v>
                </c:pt>
                <c:pt idx="445">
                  <c:v>44550</c:v>
                </c:pt>
                <c:pt idx="446">
                  <c:v>44551</c:v>
                </c:pt>
                <c:pt idx="447">
                  <c:v>44552</c:v>
                </c:pt>
                <c:pt idx="448">
                  <c:v>44553</c:v>
                </c:pt>
                <c:pt idx="449">
                  <c:v>44554</c:v>
                </c:pt>
                <c:pt idx="450">
                  <c:v>44555</c:v>
                </c:pt>
                <c:pt idx="451">
                  <c:v>44556</c:v>
                </c:pt>
                <c:pt idx="452">
                  <c:v>44557</c:v>
                </c:pt>
                <c:pt idx="453">
                  <c:v>44558</c:v>
                </c:pt>
                <c:pt idx="454">
                  <c:v>44559</c:v>
                </c:pt>
                <c:pt idx="455">
                  <c:v>44560</c:v>
                </c:pt>
                <c:pt idx="456">
                  <c:v>44561</c:v>
                </c:pt>
                <c:pt idx="457">
                  <c:v>44562</c:v>
                </c:pt>
                <c:pt idx="458">
                  <c:v>44563</c:v>
                </c:pt>
                <c:pt idx="459">
                  <c:v>44564</c:v>
                </c:pt>
                <c:pt idx="460">
                  <c:v>44565</c:v>
                </c:pt>
                <c:pt idx="461">
                  <c:v>44566</c:v>
                </c:pt>
                <c:pt idx="462">
                  <c:v>44567</c:v>
                </c:pt>
                <c:pt idx="463">
                  <c:v>44568</c:v>
                </c:pt>
                <c:pt idx="464">
                  <c:v>44569</c:v>
                </c:pt>
                <c:pt idx="465">
                  <c:v>44570</c:v>
                </c:pt>
                <c:pt idx="466">
                  <c:v>44571</c:v>
                </c:pt>
                <c:pt idx="467">
                  <c:v>44572</c:v>
                </c:pt>
                <c:pt idx="468">
                  <c:v>44573</c:v>
                </c:pt>
                <c:pt idx="469">
                  <c:v>44574</c:v>
                </c:pt>
                <c:pt idx="470">
                  <c:v>44575</c:v>
                </c:pt>
                <c:pt idx="471">
                  <c:v>44576</c:v>
                </c:pt>
                <c:pt idx="472">
                  <c:v>44577</c:v>
                </c:pt>
                <c:pt idx="473">
                  <c:v>44578</c:v>
                </c:pt>
                <c:pt idx="474">
                  <c:v>44579</c:v>
                </c:pt>
                <c:pt idx="475">
                  <c:v>44580</c:v>
                </c:pt>
                <c:pt idx="476">
                  <c:v>44581</c:v>
                </c:pt>
                <c:pt idx="477">
                  <c:v>44582</c:v>
                </c:pt>
                <c:pt idx="478">
                  <c:v>44583</c:v>
                </c:pt>
                <c:pt idx="479">
                  <c:v>44584</c:v>
                </c:pt>
                <c:pt idx="480">
                  <c:v>44585</c:v>
                </c:pt>
                <c:pt idx="481">
                  <c:v>44586</c:v>
                </c:pt>
                <c:pt idx="482">
                  <c:v>44587</c:v>
                </c:pt>
                <c:pt idx="483">
                  <c:v>44588</c:v>
                </c:pt>
                <c:pt idx="484">
                  <c:v>44589</c:v>
                </c:pt>
                <c:pt idx="485">
                  <c:v>44590</c:v>
                </c:pt>
                <c:pt idx="486">
                  <c:v>44591</c:v>
                </c:pt>
                <c:pt idx="487">
                  <c:v>44592</c:v>
                </c:pt>
                <c:pt idx="488">
                  <c:v>44593</c:v>
                </c:pt>
                <c:pt idx="489">
                  <c:v>44594</c:v>
                </c:pt>
                <c:pt idx="490">
                  <c:v>44595</c:v>
                </c:pt>
                <c:pt idx="491">
                  <c:v>44596</c:v>
                </c:pt>
                <c:pt idx="492">
                  <c:v>44597</c:v>
                </c:pt>
                <c:pt idx="493">
                  <c:v>44598</c:v>
                </c:pt>
                <c:pt idx="494">
                  <c:v>44599</c:v>
                </c:pt>
                <c:pt idx="495">
                  <c:v>44600</c:v>
                </c:pt>
                <c:pt idx="496">
                  <c:v>44601</c:v>
                </c:pt>
                <c:pt idx="497">
                  <c:v>44602</c:v>
                </c:pt>
                <c:pt idx="498">
                  <c:v>44603</c:v>
                </c:pt>
                <c:pt idx="499">
                  <c:v>44604</c:v>
                </c:pt>
                <c:pt idx="500">
                  <c:v>44605</c:v>
                </c:pt>
                <c:pt idx="501">
                  <c:v>44606</c:v>
                </c:pt>
                <c:pt idx="502">
                  <c:v>44607</c:v>
                </c:pt>
                <c:pt idx="503">
                  <c:v>44608</c:v>
                </c:pt>
                <c:pt idx="504">
                  <c:v>44609</c:v>
                </c:pt>
                <c:pt idx="505">
                  <c:v>44610</c:v>
                </c:pt>
                <c:pt idx="506">
                  <c:v>44611</c:v>
                </c:pt>
                <c:pt idx="507">
                  <c:v>44612</c:v>
                </c:pt>
                <c:pt idx="508">
                  <c:v>44613</c:v>
                </c:pt>
                <c:pt idx="509">
                  <c:v>44614</c:v>
                </c:pt>
                <c:pt idx="510">
                  <c:v>44615</c:v>
                </c:pt>
                <c:pt idx="511">
                  <c:v>44616</c:v>
                </c:pt>
                <c:pt idx="512">
                  <c:v>44617</c:v>
                </c:pt>
                <c:pt idx="513">
                  <c:v>44618</c:v>
                </c:pt>
                <c:pt idx="514">
                  <c:v>44619</c:v>
                </c:pt>
                <c:pt idx="515">
                  <c:v>44620</c:v>
                </c:pt>
                <c:pt idx="516">
                  <c:v>44621</c:v>
                </c:pt>
                <c:pt idx="517">
                  <c:v>44622</c:v>
                </c:pt>
                <c:pt idx="518">
                  <c:v>44623</c:v>
                </c:pt>
                <c:pt idx="519">
                  <c:v>44624</c:v>
                </c:pt>
                <c:pt idx="520">
                  <c:v>44625</c:v>
                </c:pt>
                <c:pt idx="521">
                  <c:v>44626</c:v>
                </c:pt>
                <c:pt idx="522">
                  <c:v>44627</c:v>
                </c:pt>
                <c:pt idx="523">
                  <c:v>44628</c:v>
                </c:pt>
                <c:pt idx="524">
                  <c:v>44629</c:v>
                </c:pt>
                <c:pt idx="525">
                  <c:v>44630</c:v>
                </c:pt>
                <c:pt idx="526">
                  <c:v>44631</c:v>
                </c:pt>
                <c:pt idx="527">
                  <c:v>44632</c:v>
                </c:pt>
                <c:pt idx="528">
                  <c:v>44633</c:v>
                </c:pt>
                <c:pt idx="529">
                  <c:v>44634</c:v>
                </c:pt>
                <c:pt idx="530">
                  <c:v>44635</c:v>
                </c:pt>
                <c:pt idx="531">
                  <c:v>44636</c:v>
                </c:pt>
                <c:pt idx="532">
                  <c:v>44637</c:v>
                </c:pt>
                <c:pt idx="533">
                  <c:v>44638</c:v>
                </c:pt>
                <c:pt idx="534">
                  <c:v>44639</c:v>
                </c:pt>
                <c:pt idx="535">
                  <c:v>44640</c:v>
                </c:pt>
                <c:pt idx="536">
                  <c:v>44641</c:v>
                </c:pt>
                <c:pt idx="537">
                  <c:v>44642</c:v>
                </c:pt>
                <c:pt idx="538">
                  <c:v>44643</c:v>
                </c:pt>
                <c:pt idx="539">
                  <c:v>44644</c:v>
                </c:pt>
                <c:pt idx="540">
                  <c:v>44645</c:v>
                </c:pt>
                <c:pt idx="541">
                  <c:v>44646</c:v>
                </c:pt>
                <c:pt idx="542">
                  <c:v>44647</c:v>
                </c:pt>
                <c:pt idx="543">
                  <c:v>44648</c:v>
                </c:pt>
                <c:pt idx="544">
                  <c:v>44649</c:v>
                </c:pt>
                <c:pt idx="545">
                  <c:v>44650</c:v>
                </c:pt>
                <c:pt idx="546">
                  <c:v>44651</c:v>
                </c:pt>
                <c:pt idx="547">
                  <c:v>44652</c:v>
                </c:pt>
                <c:pt idx="548">
                  <c:v>44653</c:v>
                </c:pt>
                <c:pt idx="549">
                  <c:v>44654</c:v>
                </c:pt>
                <c:pt idx="550">
                  <c:v>44655</c:v>
                </c:pt>
                <c:pt idx="551">
                  <c:v>44656</c:v>
                </c:pt>
                <c:pt idx="552">
                  <c:v>44657</c:v>
                </c:pt>
                <c:pt idx="553">
                  <c:v>44658</c:v>
                </c:pt>
                <c:pt idx="554">
                  <c:v>44659</c:v>
                </c:pt>
                <c:pt idx="555">
                  <c:v>44660</c:v>
                </c:pt>
                <c:pt idx="556">
                  <c:v>44661</c:v>
                </c:pt>
                <c:pt idx="557">
                  <c:v>44662</c:v>
                </c:pt>
                <c:pt idx="558">
                  <c:v>44663</c:v>
                </c:pt>
                <c:pt idx="559">
                  <c:v>44664</c:v>
                </c:pt>
                <c:pt idx="560">
                  <c:v>44665</c:v>
                </c:pt>
                <c:pt idx="561">
                  <c:v>44666</c:v>
                </c:pt>
                <c:pt idx="562">
                  <c:v>44667</c:v>
                </c:pt>
                <c:pt idx="563">
                  <c:v>44668</c:v>
                </c:pt>
                <c:pt idx="564">
                  <c:v>44669</c:v>
                </c:pt>
                <c:pt idx="565">
                  <c:v>44670</c:v>
                </c:pt>
                <c:pt idx="566">
                  <c:v>44671</c:v>
                </c:pt>
                <c:pt idx="567">
                  <c:v>44672</c:v>
                </c:pt>
                <c:pt idx="568">
                  <c:v>44673</c:v>
                </c:pt>
                <c:pt idx="569">
                  <c:v>44674</c:v>
                </c:pt>
                <c:pt idx="570">
                  <c:v>44675</c:v>
                </c:pt>
                <c:pt idx="571">
                  <c:v>44676</c:v>
                </c:pt>
                <c:pt idx="572">
                  <c:v>44677</c:v>
                </c:pt>
                <c:pt idx="573">
                  <c:v>44678</c:v>
                </c:pt>
                <c:pt idx="574">
                  <c:v>44679</c:v>
                </c:pt>
                <c:pt idx="575">
                  <c:v>44680</c:v>
                </c:pt>
                <c:pt idx="576">
                  <c:v>44681</c:v>
                </c:pt>
                <c:pt idx="577">
                  <c:v>44682</c:v>
                </c:pt>
                <c:pt idx="578">
                  <c:v>44683</c:v>
                </c:pt>
                <c:pt idx="579">
                  <c:v>44684</c:v>
                </c:pt>
                <c:pt idx="580">
                  <c:v>44685</c:v>
                </c:pt>
                <c:pt idx="581">
                  <c:v>44686</c:v>
                </c:pt>
                <c:pt idx="582">
                  <c:v>44687</c:v>
                </c:pt>
                <c:pt idx="583">
                  <c:v>44688</c:v>
                </c:pt>
                <c:pt idx="584">
                  <c:v>44689</c:v>
                </c:pt>
                <c:pt idx="585">
                  <c:v>44690</c:v>
                </c:pt>
                <c:pt idx="586">
                  <c:v>44691</c:v>
                </c:pt>
                <c:pt idx="587">
                  <c:v>44692</c:v>
                </c:pt>
                <c:pt idx="588">
                  <c:v>44693</c:v>
                </c:pt>
                <c:pt idx="589">
                  <c:v>44694</c:v>
                </c:pt>
                <c:pt idx="590">
                  <c:v>44695</c:v>
                </c:pt>
                <c:pt idx="591">
                  <c:v>44696</c:v>
                </c:pt>
                <c:pt idx="592">
                  <c:v>44697</c:v>
                </c:pt>
                <c:pt idx="593">
                  <c:v>44698</c:v>
                </c:pt>
                <c:pt idx="594">
                  <c:v>44699</c:v>
                </c:pt>
                <c:pt idx="595">
                  <c:v>44700</c:v>
                </c:pt>
                <c:pt idx="596">
                  <c:v>44701</c:v>
                </c:pt>
                <c:pt idx="597">
                  <c:v>44702</c:v>
                </c:pt>
                <c:pt idx="598">
                  <c:v>44703</c:v>
                </c:pt>
                <c:pt idx="599">
                  <c:v>44704</c:v>
                </c:pt>
                <c:pt idx="600">
                  <c:v>44705</c:v>
                </c:pt>
                <c:pt idx="601">
                  <c:v>44706</c:v>
                </c:pt>
                <c:pt idx="602">
                  <c:v>44707</c:v>
                </c:pt>
                <c:pt idx="603">
                  <c:v>44708</c:v>
                </c:pt>
                <c:pt idx="604">
                  <c:v>44709</c:v>
                </c:pt>
                <c:pt idx="605">
                  <c:v>44710</c:v>
                </c:pt>
                <c:pt idx="606">
                  <c:v>44711</c:v>
                </c:pt>
                <c:pt idx="607">
                  <c:v>44712</c:v>
                </c:pt>
                <c:pt idx="608">
                  <c:v>44713</c:v>
                </c:pt>
                <c:pt idx="609">
                  <c:v>44714</c:v>
                </c:pt>
                <c:pt idx="610">
                  <c:v>44715</c:v>
                </c:pt>
                <c:pt idx="611">
                  <c:v>44716</c:v>
                </c:pt>
                <c:pt idx="612">
                  <c:v>44717</c:v>
                </c:pt>
                <c:pt idx="613">
                  <c:v>44718</c:v>
                </c:pt>
                <c:pt idx="614">
                  <c:v>44719</c:v>
                </c:pt>
                <c:pt idx="615">
                  <c:v>44720</c:v>
                </c:pt>
                <c:pt idx="616">
                  <c:v>44721</c:v>
                </c:pt>
                <c:pt idx="617">
                  <c:v>44722</c:v>
                </c:pt>
                <c:pt idx="618">
                  <c:v>44723</c:v>
                </c:pt>
                <c:pt idx="619">
                  <c:v>44724</c:v>
                </c:pt>
                <c:pt idx="620">
                  <c:v>44725</c:v>
                </c:pt>
                <c:pt idx="621">
                  <c:v>44726</c:v>
                </c:pt>
                <c:pt idx="622">
                  <c:v>44727</c:v>
                </c:pt>
                <c:pt idx="623">
                  <c:v>44728</c:v>
                </c:pt>
                <c:pt idx="624">
                  <c:v>44729</c:v>
                </c:pt>
                <c:pt idx="625">
                  <c:v>44730</c:v>
                </c:pt>
                <c:pt idx="626">
                  <c:v>44731</c:v>
                </c:pt>
                <c:pt idx="627">
                  <c:v>44732</c:v>
                </c:pt>
                <c:pt idx="628">
                  <c:v>44733</c:v>
                </c:pt>
                <c:pt idx="629">
                  <c:v>44734</c:v>
                </c:pt>
                <c:pt idx="630">
                  <c:v>44735</c:v>
                </c:pt>
                <c:pt idx="631">
                  <c:v>44736</c:v>
                </c:pt>
                <c:pt idx="632">
                  <c:v>44737</c:v>
                </c:pt>
                <c:pt idx="633">
                  <c:v>44738</c:v>
                </c:pt>
                <c:pt idx="634">
                  <c:v>44739</c:v>
                </c:pt>
                <c:pt idx="635">
                  <c:v>44740</c:v>
                </c:pt>
                <c:pt idx="636">
                  <c:v>44741</c:v>
                </c:pt>
                <c:pt idx="637">
                  <c:v>44742</c:v>
                </c:pt>
                <c:pt idx="638">
                  <c:v>44743</c:v>
                </c:pt>
                <c:pt idx="639">
                  <c:v>44744</c:v>
                </c:pt>
                <c:pt idx="640">
                  <c:v>44745</c:v>
                </c:pt>
                <c:pt idx="641">
                  <c:v>44746</c:v>
                </c:pt>
                <c:pt idx="642">
                  <c:v>44747</c:v>
                </c:pt>
                <c:pt idx="643">
                  <c:v>44748</c:v>
                </c:pt>
                <c:pt idx="644">
                  <c:v>44749</c:v>
                </c:pt>
                <c:pt idx="645">
                  <c:v>44750</c:v>
                </c:pt>
                <c:pt idx="646">
                  <c:v>44751</c:v>
                </c:pt>
                <c:pt idx="647">
                  <c:v>44752</c:v>
                </c:pt>
                <c:pt idx="648">
                  <c:v>44753</c:v>
                </c:pt>
                <c:pt idx="649">
                  <c:v>44754</c:v>
                </c:pt>
                <c:pt idx="650">
                  <c:v>44755</c:v>
                </c:pt>
                <c:pt idx="651">
                  <c:v>44756</c:v>
                </c:pt>
                <c:pt idx="652">
                  <c:v>44757</c:v>
                </c:pt>
                <c:pt idx="653">
                  <c:v>44758</c:v>
                </c:pt>
                <c:pt idx="654">
                  <c:v>44759</c:v>
                </c:pt>
                <c:pt idx="655">
                  <c:v>44760</c:v>
                </c:pt>
                <c:pt idx="656">
                  <c:v>44761</c:v>
                </c:pt>
                <c:pt idx="657">
                  <c:v>44762</c:v>
                </c:pt>
                <c:pt idx="658">
                  <c:v>44763</c:v>
                </c:pt>
                <c:pt idx="659">
                  <c:v>44764</c:v>
                </c:pt>
                <c:pt idx="660">
                  <c:v>44765</c:v>
                </c:pt>
                <c:pt idx="661">
                  <c:v>44766</c:v>
                </c:pt>
                <c:pt idx="662">
                  <c:v>44767</c:v>
                </c:pt>
                <c:pt idx="663">
                  <c:v>44768</c:v>
                </c:pt>
                <c:pt idx="664">
                  <c:v>44769</c:v>
                </c:pt>
                <c:pt idx="665">
                  <c:v>44770</c:v>
                </c:pt>
                <c:pt idx="666">
                  <c:v>44771</c:v>
                </c:pt>
                <c:pt idx="667">
                  <c:v>44772</c:v>
                </c:pt>
                <c:pt idx="668">
                  <c:v>44773</c:v>
                </c:pt>
                <c:pt idx="669">
                  <c:v>44774</c:v>
                </c:pt>
                <c:pt idx="670">
                  <c:v>44775</c:v>
                </c:pt>
                <c:pt idx="671">
                  <c:v>44776</c:v>
                </c:pt>
                <c:pt idx="672">
                  <c:v>44777</c:v>
                </c:pt>
                <c:pt idx="673">
                  <c:v>44778</c:v>
                </c:pt>
                <c:pt idx="674">
                  <c:v>44779</c:v>
                </c:pt>
                <c:pt idx="675">
                  <c:v>44780</c:v>
                </c:pt>
                <c:pt idx="676">
                  <c:v>44781</c:v>
                </c:pt>
                <c:pt idx="677">
                  <c:v>44782</c:v>
                </c:pt>
                <c:pt idx="678">
                  <c:v>44783</c:v>
                </c:pt>
                <c:pt idx="679">
                  <c:v>44784</c:v>
                </c:pt>
                <c:pt idx="680">
                  <c:v>44785</c:v>
                </c:pt>
                <c:pt idx="681">
                  <c:v>44786</c:v>
                </c:pt>
                <c:pt idx="682">
                  <c:v>44787</c:v>
                </c:pt>
                <c:pt idx="683">
                  <c:v>44788</c:v>
                </c:pt>
                <c:pt idx="684">
                  <c:v>44789</c:v>
                </c:pt>
                <c:pt idx="685">
                  <c:v>44790</c:v>
                </c:pt>
                <c:pt idx="686">
                  <c:v>44791</c:v>
                </c:pt>
                <c:pt idx="687">
                  <c:v>44792</c:v>
                </c:pt>
                <c:pt idx="688">
                  <c:v>44793</c:v>
                </c:pt>
                <c:pt idx="689">
                  <c:v>44794</c:v>
                </c:pt>
                <c:pt idx="690">
                  <c:v>44795</c:v>
                </c:pt>
                <c:pt idx="691">
                  <c:v>44796</c:v>
                </c:pt>
                <c:pt idx="692">
                  <c:v>44797</c:v>
                </c:pt>
                <c:pt idx="693">
                  <c:v>44798</c:v>
                </c:pt>
                <c:pt idx="694">
                  <c:v>44799</c:v>
                </c:pt>
                <c:pt idx="695">
                  <c:v>44800</c:v>
                </c:pt>
                <c:pt idx="696">
                  <c:v>44801</c:v>
                </c:pt>
                <c:pt idx="697">
                  <c:v>44802</c:v>
                </c:pt>
                <c:pt idx="698">
                  <c:v>44803</c:v>
                </c:pt>
                <c:pt idx="699">
                  <c:v>44804</c:v>
                </c:pt>
                <c:pt idx="700">
                  <c:v>44805</c:v>
                </c:pt>
                <c:pt idx="701">
                  <c:v>44806</c:v>
                </c:pt>
                <c:pt idx="702">
                  <c:v>44807</c:v>
                </c:pt>
                <c:pt idx="703">
                  <c:v>44808</c:v>
                </c:pt>
                <c:pt idx="704">
                  <c:v>44809</c:v>
                </c:pt>
                <c:pt idx="705">
                  <c:v>44810</c:v>
                </c:pt>
                <c:pt idx="706">
                  <c:v>44811</c:v>
                </c:pt>
                <c:pt idx="707">
                  <c:v>44812</c:v>
                </c:pt>
                <c:pt idx="708">
                  <c:v>44813</c:v>
                </c:pt>
                <c:pt idx="709">
                  <c:v>44814</c:v>
                </c:pt>
                <c:pt idx="710">
                  <c:v>44815</c:v>
                </c:pt>
                <c:pt idx="711">
                  <c:v>44816</c:v>
                </c:pt>
                <c:pt idx="712">
                  <c:v>44817</c:v>
                </c:pt>
                <c:pt idx="713">
                  <c:v>44818</c:v>
                </c:pt>
                <c:pt idx="714">
                  <c:v>44819</c:v>
                </c:pt>
                <c:pt idx="715">
                  <c:v>44820</c:v>
                </c:pt>
                <c:pt idx="716">
                  <c:v>44821</c:v>
                </c:pt>
                <c:pt idx="717">
                  <c:v>44822</c:v>
                </c:pt>
                <c:pt idx="718">
                  <c:v>44823</c:v>
                </c:pt>
                <c:pt idx="719">
                  <c:v>44824</c:v>
                </c:pt>
                <c:pt idx="720">
                  <c:v>44825</c:v>
                </c:pt>
                <c:pt idx="721">
                  <c:v>44826</c:v>
                </c:pt>
                <c:pt idx="722">
                  <c:v>44827</c:v>
                </c:pt>
                <c:pt idx="723">
                  <c:v>44828</c:v>
                </c:pt>
                <c:pt idx="724">
                  <c:v>44829</c:v>
                </c:pt>
                <c:pt idx="725">
                  <c:v>44830</c:v>
                </c:pt>
                <c:pt idx="726">
                  <c:v>44831</c:v>
                </c:pt>
                <c:pt idx="727">
                  <c:v>44832</c:v>
                </c:pt>
                <c:pt idx="728">
                  <c:v>44833</c:v>
                </c:pt>
                <c:pt idx="729">
                  <c:v>44834</c:v>
                </c:pt>
                <c:pt idx="730">
                  <c:v>44835</c:v>
                </c:pt>
                <c:pt idx="731">
                  <c:v>44836</c:v>
                </c:pt>
                <c:pt idx="732">
                  <c:v>44837</c:v>
                </c:pt>
                <c:pt idx="733">
                  <c:v>44838</c:v>
                </c:pt>
                <c:pt idx="734">
                  <c:v>44839</c:v>
                </c:pt>
                <c:pt idx="735">
                  <c:v>44840</c:v>
                </c:pt>
                <c:pt idx="736">
                  <c:v>44841</c:v>
                </c:pt>
                <c:pt idx="737">
                  <c:v>44842</c:v>
                </c:pt>
                <c:pt idx="738">
                  <c:v>44843</c:v>
                </c:pt>
                <c:pt idx="739">
                  <c:v>44844</c:v>
                </c:pt>
                <c:pt idx="740">
                  <c:v>44845</c:v>
                </c:pt>
                <c:pt idx="741">
                  <c:v>44846</c:v>
                </c:pt>
                <c:pt idx="742">
                  <c:v>44847</c:v>
                </c:pt>
                <c:pt idx="743">
                  <c:v>44848</c:v>
                </c:pt>
                <c:pt idx="744">
                  <c:v>44849</c:v>
                </c:pt>
                <c:pt idx="745">
                  <c:v>44850</c:v>
                </c:pt>
                <c:pt idx="746">
                  <c:v>44851</c:v>
                </c:pt>
                <c:pt idx="747">
                  <c:v>44852</c:v>
                </c:pt>
                <c:pt idx="748">
                  <c:v>44853</c:v>
                </c:pt>
                <c:pt idx="749">
                  <c:v>44854</c:v>
                </c:pt>
                <c:pt idx="750">
                  <c:v>44855</c:v>
                </c:pt>
                <c:pt idx="751">
                  <c:v>44856</c:v>
                </c:pt>
                <c:pt idx="752">
                  <c:v>44857</c:v>
                </c:pt>
                <c:pt idx="753">
                  <c:v>44858</c:v>
                </c:pt>
                <c:pt idx="754">
                  <c:v>44859</c:v>
                </c:pt>
                <c:pt idx="755">
                  <c:v>44860</c:v>
                </c:pt>
                <c:pt idx="756">
                  <c:v>44861</c:v>
                </c:pt>
                <c:pt idx="757">
                  <c:v>44862</c:v>
                </c:pt>
                <c:pt idx="758">
                  <c:v>44863</c:v>
                </c:pt>
                <c:pt idx="759">
                  <c:v>44864</c:v>
                </c:pt>
                <c:pt idx="760">
                  <c:v>44865</c:v>
                </c:pt>
                <c:pt idx="761">
                  <c:v>44866</c:v>
                </c:pt>
                <c:pt idx="762">
                  <c:v>44867</c:v>
                </c:pt>
                <c:pt idx="763">
                  <c:v>44868</c:v>
                </c:pt>
                <c:pt idx="764">
                  <c:v>44869</c:v>
                </c:pt>
                <c:pt idx="765">
                  <c:v>44870</c:v>
                </c:pt>
                <c:pt idx="766">
                  <c:v>44871</c:v>
                </c:pt>
                <c:pt idx="767">
                  <c:v>44872</c:v>
                </c:pt>
                <c:pt idx="768">
                  <c:v>44873</c:v>
                </c:pt>
                <c:pt idx="769">
                  <c:v>44874</c:v>
                </c:pt>
                <c:pt idx="770">
                  <c:v>44875</c:v>
                </c:pt>
                <c:pt idx="771">
                  <c:v>44876</c:v>
                </c:pt>
                <c:pt idx="772">
                  <c:v>44877</c:v>
                </c:pt>
                <c:pt idx="773">
                  <c:v>44878</c:v>
                </c:pt>
                <c:pt idx="774">
                  <c:v>44879</c:v>
                </c:pt>
                <c:pt idx="775">
                  <c:v>44880</c:v>
                </c:pt>
                <c:pt idx="776">
                  <c:v>44881</c:v>
                </c:pt>
                <c:pt idx="777">
                  <c:v>44882</c:v>
                </c:pt>
                <c:pt idx="778">
                  <c:v>44883</c:v>
                </c:pt>
                <c:pt idx="779">
                  <c:v>44884</c:v>
                </c:pt>
                <c:pt idx="780">
                  <c:v>44885</c:v>
                </c:pt>
                <c:pt idx="781">
                  <c:v>44886</c:v>
                </c:pt>
                <c:pt idx="782">
                  <c:v>44887</c:v>
                </c:pt>
                <c:pt idx="783">
                  <c:v>44888</c:v>
                </c:pt>
                <c:pt idx="784">
                  <c:v>44889</c:v>
                </c:pt>
                <c:pt idx="785">
                  <c:v>44890</c:v>
                </c:pt>
                <c:pt idx="786">
                  <c:v>44891</c:v>
                </c:pt>
                <c:pt idx="787">
                  <c:v>44892</c:v>
                </c:pt>
                <c:pt idx="788">
                  <c:v>44893</c:v>
                </c:pt>
                <c:pt idx="789">
                  <c:v>44894</c:v>
                </c:pt>
                <c:pt idx="790">
                  <c:v>44895</c:v>
                </c:pt>
                <c:pt idx="791">
                  <c:v>44896</c:v>
                </c:pt>
                <c:pt idx="792">
                  <c:v>44897</c:v>
                </c:pt>
                <c:pt idx="793">
                  <c:v>44898</c:v>
                </c:pt>
                <c:pt idx="794">
                  <c:v>44899</c:v>
                </c:pt>
                <c:pt idx="795">
                  <c:v>44900</c:v>
                </c:pt>
                <c:pt idx="796">
                  <c:v>44901</c:v>
                </c:pt>
                <c:pt idx="797">
                  <c:v>44902</c:v>
                </c:pt>
                <c:pt idx="798">
                  <c:v>44903</c:v>
                </c:pt>
                <c:pt idx="799">
                  <c:v>44904</c:v>
                </c:pt>
                <c:pt idx="800">
                  <c:v>44905</c:v>
                </c:pt>
                <c:pt idx="801">
                  <c:v>44906</c:v>
                </c:pt>
                <c:pt idx="802">
                  <c:v>44907</c:v>
                </c:pt>
                <c:pt idx="803">
                  <c:v>44908</c:v>
                </c:pt>
                <c:pt idx="804">
                  <c:v>44909</c:v>
                </c:pt>
                <c:pt idx="805">
                  <c:v>44910</c:v>
                </c:pt>
                <c:pt idx="806">
                  <c:v>44911</c:v>
                </c:pt>
                <c:pt idx="807">
                  <c:v>44912</c:v>
                </c:pt>
                <c:pt idx="808">
                  <c:v>44913</c:v>
                </c:pt>
                <c:pt idx="809">
                  <c:v>44914</c:v>
                </c:pt>
                <c:pt idx="810">
                  <c:v>44915</c:v>
                </c:pt>
                <c:pt idx="811">
                  <c:v>44916</c:v>
                </c:pt>
                <c:pt idx="812">
                  <c:v>44917</c:v>
                </c:pt>
                <c:pt idx="813">
                  <c:v>44918</c:v>
                </c:pt>
                <c:pt idx="814">
                  <c:v>44919</c:v>
                </c:pt>
                <c:pt idx="815">
                  <c:v>44920</c:v>
                </c:pt>
                <c:pt idx="816">
                  <c:v>44921</c:v>
                </c:pt>
                <c:pt idx="817">
                  <c:v>44922</c:v>
                </c:pt>
                <c:pt idx="818">
                  <c:v>44923</c:v>
                </c:pt>
                <c:pt idx="819">
                  <c:v>44924</c:v>
                </c:pt>
                <c:pt idx="820">
                  <c:v>44925</c:v>
                </c:pt>
                <c:pt idx="821">
                  <c:v>44926</c:v>
                </c:pt>
                <c:pt idx="822">
                  <c:v>44927</c:v>
                </c:pt>
                <c:pt idx="823">
                  <c:v>44928</c:v>
                </c:pt>
                <c:pt idx="824">
                  <c:v>44929</c:v>
                </c:pt>
                <c:pt idx="825">
                  <c:v>44930</c:v>
                </c:pt>
                <c:pt idx="826">
                  <c:v>44931</c:v>
                </c:pt>
                <c:pt idx="827">
                  <c:v>44932</c:v>
                </c:pt>
                <c:pt idx="828">
                  <c:v>44933</c:v>
                </c:pt>
                <c:pt idx="829">
                  <c:v>44934</c:v>
                </c:pt>
                <c:pt idx="830">
                  <c:v>44935</c:v>
                </c:pt>
                <c:pt idx="831">
                  <c:v>44936</c:v>
                </c:pt>
                <c:pt idx="832">
                  <c:v>44937</c:v>
                </c:pt>
                <c:pt idx="833">
                  <c:v>44938</c:v>
                </c:pt>
                <c:pt idx="834">
                  <c:v>44939</c:v>
                </c:pt>
                <c:pt idx="835">
                  <c:v>44940</c:v>
                </c:pt>
                <c:pt idx="836">
                  <c:v>44941</c:v>
                </c:pt>
                <c:pt idx="837">
                  <c:v>44942</c:v>
                </c:pt>
                <c:pt idx="838">
                  <c:v>44943</c:v>
                </c:pt>
                <c:pt idx="839">
                  <c:v>44944</c:v>
                </c:pt>
                <c:pt idx="840">
                  <c:v>44945</c:v>
                </c:pt>
                <c:pt idx="841">
                  <c:v>44946</c:v>
                </c:pt>
                <c:pt idx="842">
                  <c:v>44947</c:v>
                </c:pt>
                <c:pt idx="843">
                  <c:v>44948</c:v>
                </c:pt>
                <c:pt idx="844">
                  <c:v>44949</c:v>
                </c:pt>
                <c:pt idx="845">
                  <c:v>44950</c:v>
                </c:pt>
                <c:pt idx="846">
                  <c:v>44951</c:v>
                </c:pt>
                <c:pt idx="847">
                  <c:v>44952</c:v>
                </c:pt>
                <c:pt idx="848">
                  <c:v>44953</c:v>
                </c:pt>
                <c:pt idx="849">
                  <c:v>44954</c:v>
                </c:pt>
                <c:pt idx="850">
                  <c:v>44955</c:v>
                </c:pt>
                <c:pt idx="851">
                  <c:v>44956</c:v>
                </c:pt>
                <c:pt idx="852">
                  <c:v>44957</c:v>
                </c:pt>
                <c:pt idx="853">
                  <c:v>44958</c:v>
                </c:pt>
                <c:pt idx="854">
                  <c:v>44959</c:v>
                </c:pt>
                <c:pt idx="855">
                  <c:v>44960</c:v>
                </c:pt>
                <c:pt idx="856">
                  <c:v>44961</c:v>
                </c:pt>
                <c:pt idx="857">
                  <c:v>44962</c:v>
                </c:pt>
                <c:pt idx="858">
                  <c:v>44963</c:v>
                </c:pt>
                <c:pt idx="859">
                  <c:v>44964</c:v>
                </c:pt>
                <c:pt idx="860">
                  <c:v>44965</c:v>
                </c:pt>
                <c:pt idx="861">
                  <c:v>44966</c:v>
                </c:pt>
                <c:pt idx="862">
                  <c:v>44967</c:v>
                </c:pt>
                <c:pt idx="863">
                  <c:v>44968</c:v>
                </c:pt>
                <c:pt idx="864">
                  <c:v>44969</c:v>
                </c:pt>
                <c:pt idx="865">
                  <c:v>44970</c:v>
                </c:pt>
                <c:pt idx="866">
                  <c:v>44971</c:v>
                </c:pt>
                <c:pt idx="867">
                  <c:v>44972</c:v>
                </c:pt>
                <c:pt idx="868">
                  <c:v>44973</c:v>
                </c:pt>
                <c:pt idx="869">
                  <c:v>44974</c:v>
                </c:pt>
                <c:pt idx="870">
                  <c:v>44975</c:v>
                </c:pt>
                <c:pt idx="871">
                  <c:v>44976</c:v>
                </c:pt>
                <c:pt idx="872">
                  <c:v>44977</c:v>
                </c:pt>
                <c:pt idx="873">
                  <c:v>44978</c:v>
                </c:pt>
                <c:pt idx="874">
                  <c:v>44979</c:v>
                </c:pt>
                <c:pt idx="875">
                  <c:v>44980</c:v>
                </c:pt>
                <c:pt idx="876">
                  <c:v>44981</c:v>
                </c:pt>
                <c:pt idx="877">
                  <c:v>44982</c:v>
                </c:pt>
                <c:pt idx="878">
                  <c:v>44983</c:v>
                </c:pt>
                <c:pt idx="879">
                  <c:v>44984</c:v>
                </c:pt>
                <c:pt idx="880">
                  <c:v>44985</c:v>
                </c:pt>
                <c:pt idx="881">
                  <c:v>44986</c:v>
                </c:pt>
                <c:pt idx="882">
                  <c:v>44987</c:v>
                </c:pt>
                <c:pt idx="883">
                  <c:v>44988</c:v>
                </c:pt>
                <c:pt idx="884">
                  <c:v>44989</c:v>
                </c:pt>
                <c:pt idx="885">
                  <c:v>44990</c:v>
                </c:pt>
                <c:pt idx="886">
                  <c:v>44991</c:v>
                </c:pt>
                <c:pt idx="887">
                  <c:v>44992</c:v>
                </c:pt>
                <c:pt idx="888">
                  <c:v>44993</c:v>
                </c:pt>
                <c:pt idx="889">
                  <c:v>44994</c:v>
                </c:pt>
                <c:pt idx="890">
                  <c:v>44995</c:v>
                </c:pt>
                <c:pt idx="891">
                  <c:v>44996</c:v>
                </c:pt>
                <c:pt idx="892">
                  <c:v>44997</c:v>
                </c:pt>
                <c:pt idx="893">
                  <c:v>44998</c:v>
                </c:pt>
                <c:pt idx="894">
                  <c:v>44999</c:v>
                </c:pt>
                <c:pt idx="895">
                  <c:v>45000</c:v>
                </c:pt>
                <c:pt idx="896">
                  <c:v>45001</c:v>
                </c:pt>
                <c:pt idx="897">
                  <c:v>45002</c:v>
                </c:pt>
                <c:pt idx="898">
                  <c:v>45003</c:v>
                </c:pt>
                <c:pt idx="899">
                  <c:v>45004</c:v>
                </c:pt>
                <c:pt idx="900">
                  <c:v>45005</c:v>
                </c:pt>
                <c:pt idx="901">
                  <c:v>45006</c:v>
                </c:pt>
                <c:pt idx="902">
                  <c:v>45007</c:v>
                </c:pt>
                <c:pt idx="903">
                  <c:v>45008</c:v>
                </c:pt>
                <c:pt idx="904">
                  <c:v>45009</c:v>
                </c:pt>
                <c:pt idx="905">
                  <c:v>45010</c:v>
                </c:pt>
                <c:pt idx="906">
                  <c:v>45011</c:v>
                </c:pt>
                <c:pt idx="907">
                  <c:v>45012</c:v>
                </c:pt>
                <c:pt idx="908">
                  <c:v>45013</c:v>
                </c:pt>
                <c:pt idx="909">
                  <c:v>45014</c:v>
                </c:pt>
                <c:pt idx="910">
                  <c:v>45015</c:v>
                </c:pt>
                <c:pt idx="911">
                  <c:v>45016</c:v>
                </c:pt>
                <c:pt idx="912">
                  <c:v>45017</c:v>
                </c:pt>
                <c:pt idx="913">
                  <c:v>45018</c:v>
                </c:pt>
                <c:pt idx="914">
                  <c:v>45019</c:v>
                </c:pt>
                <c:pt idx="915">
                  <c:v>45020</c:v>
                </c:pt>
                <c:pt idx="916">
                  <c:v>45021</c:v>
                </c:pt>
                <c:pt idx="917">
                  <c:v>45022</c:v>
                </c:pt>
                <c:pt idx="918">
                  <c:v>45023</c:v>
                </c:pt>
                <c:pt idx="919">
                  <c:v>45024</c:v>
                </c:pt>
                <c:pt idx="920">
                  <c:v>45025</c:v>
                </c:pt>
                <c:pt idx="921">
                  <c:v>45026</c:v>
                </c:pt>
                <c:pt idx="922">
                  <c:v>45027</c:v>
                </c:pt>
                <c:pt idx="923">
                  <c:v>45028</c:v>
                </c:pt>
                <c:pt idx="924">
                  <c:v>45029</c:v>
                </c:pt>
                <c:pt idx="925">
                  <c:v>45030</c:v>
                </c:pt>
                <c:pt idx="926">
                  <c:v>45031</c:v>
                </c:pt>
                <c:pt idx="927">
                  <c:v>45032</c:v>
                </c:pt>
                <c:pt idx="928">
                  <c:v>45033</c:v>
                </c:pt>
                <c:pt idx="929">
                  <c:v>45034</c:v>
                </c:pt>
                <c:pt idx="930">
                  <c:v>45035</c:v>
                </c:pt>
                <c:pt idx="931">
                  <c:v>45036</c:v>
                </c:pt>
                <c:pt idx="932">
                  <c:v>45037</c:v>
                </c:pt>
                <c:pt idx="933">
                  <c:v>45038</c:v>
                </c:pt>
                <c:pt idx="934">
                  <c:v>45039</c:v>
                </c:pt>
                <c:pt idx="935">
                  <c:v>45040</c:v>
                </c:pt>
                <c:pt idx="936">
                  <c:v>45041</c:v>
                </c:pt>
                <c:pt idx="937">
                  <c:v>45042</c:v>
                </c:pt>
                <c:pt idx="938">
                  <c:v>45043</c:v>
                </c:pt>
                <c:pt idx="939">
                  <c:v>45044</c:v>
                </c:pt>
                <c:pt idx="940">
                  <c:v>45045</c:v>
                </c:pt>
                <c:pt idx="941">
                  <c:v>45046</c:v>
                </c:pt>
                <c:pt idx="942">
                  <c:v>45047</c:v>
                </c:pt>
                <c:pt idx="943">
                  <c:v>45048</c:v>
                </c:pt>
                <c:pt idx="944">
                  <c:v>45049</c:v>
                </c:pt>
                <c:pt idx="945">
                  <c:v>45050</c:v>
                </c:pt>
                <c:pt idx="946">
                  <c:v>45051</c:v>
                </c:pt>
                <c:pt idx="947">
                  <c:v>45052</c:v>
                </c:pt>
                <c:pt idx="948">
                  <c:v>45053</c:v>
                </c:pt>
                <c:pt idx="949">
                  <c:v>45054</c:v>
                </c:pt>
                <c:pt idx="950">
                  <c:v>45055</c:v>
                </c:pt>
                <c:pt idx="951">
                  <c:v>45056</c:v>
                </c:pt>
                <c:pt idx="952">
                  <c:v>45057</c:v>
                </c:pt>
                <c:pt idx="953">
                  <c:v>45058</c:v>
                </c:pt>
                <c:pt idx="954">
                  <c:v>45059</c:v>
                </c:pt>
                <c:pt idx="955">
                  <c:v>45060</c:v>
                </c:pt>
                <c:pt idx="956">
                  <c:v>45061</c:v>
                </c:pt>
                <c:pt idx="957">
                  <c:v>45062</c:v>
                </c:pt>
                <c:pt idx="958">
                  <c:v>45063</c:v>
                </c:pt>
                <c:pt idx="959">
                  <c:v>45064</c:v>
                </c:pt>
                <c:pt idx="960">
                  <c:v>45065</c:v>
                </c:pt>
                <c:pt idx="961">
                  <c:v>45066</c:v>
                </c:pt>
                <c:pt idx="962">
                  <c:v>45067</c:v>
                </c:pt>
                <c:pt idx="963">
                  <c:v>45068</c:v>
                </c:pt>
                <c:pt idx="964">
                  <c:v>45069</c:v>
                </c:pt>
                <c:pt idx="965">
                  <c:v>45070</c:v>
                </c:pt>
                <c:pt idx="966">
                  <c:v>45071</c:v>
                </c:pt>
                <c:pt idx="967">
                  <c:v>45072</c:v>
                </c:pt>
                <c:pt idx="968">
                  <c:v>45073</c:v>
                </c:pt>
                <c:pt idx="969">
                  <c:v>45074</c:v>
                </c:pt>
                <c:pt idx="970">
                  <c:v>45075</c:v>
                </c:pt>
                <c:pt idx="971">
                  <c:v>45076</c:v>
                </c:pt>
                <c:pt idx="972">
                  <c:v>45077</c:v>
                </c:pt>
                <c:pt idx="973">
                  <c:v>45078</c:v>
                </c:pt>
                <c:pt idx="974">
                  <c:v>45079</c:v>
                </c:pt>
                <c:pt idx="975">
                  <c:v>45080</c:v>
                </c:pt>
                <c:pt idx="976">
                  <c:v>45081</c:v>
                </c:pt>
                <c:pt idx="977">
                  <c:v>45082</c:v>
                </c:pt>
                <c:pt idx="978">
                  <c:v>45083</c:v>
                </c:pt>
                <c:pt idx="979">
                  <c:v>45084</c:v>
                </c:pt>
                <c:pt idx="980">
                  <c:v>45085</c:v>
                </c:pt>
                <c:pt idx="981">
                  <c:v>45086</c:v>
                </c:pt>
                <c:pt idx="982">
                  <c:v>45087</c:v>
                </c:pt>
                <c:pt idx="983">
                  <c:v>45088</c:v>
                </c:pt>
                <c:pt idx="984">
                  <c:v>45089</c:v>
                </c:pt>
                <c:pt idx="985">
                  <c:v>45090</c:v>
                </c:pt>
                <c:pt idx="986">
                  <c:v>45091</c:v>
                </c:pt>
                <c:pt idx="987">
                  <c:v>45092</c:v>
                </c:pt>
                <c:pt idx="988">
                  <c:v>45093</c:v>
                </c:pt>
                <c:pt idx="989">
                  <c:v>45094</c:v>
                </c:pt>
                <c:pt idx="990">
                  <c:v>45095</c:v>
                </c:pt>
                <c:pt idx="991">
                  <c:v>45096</c:v>
                </c:pt>
                <c:pt idx="992">
                  <c:v>45097</c:v>
                </c:pt>
                <c:pt idx="993">
                  <c:v>45098</c:v>
                </c:pt>
                <c:pt idx="994">
                  <c:v>45099</c:v>
                </c:pt>
                <c:pt idx="995">
                  <c:v>45100</c:v>
                </c:pt>
                <c:pt idx="996">
                  <c:v>45101</c:v>
                </c:pt>
                <c:pt idx="997">
                  <c:v>45102</c:v>
                </c:pt>
                <c:pt idx="998">
                  <c:v>45103</c:v>
                </c:pt>
                <c:pt idx="999">
                  <c:v>45104</c:v>
                </c:pt>
                <c:pt idx="1000">
                  <c:v>45105</c:v>
                </c:pt>
                <c:pt idx="1001">
                  <c:v>45106</c:v>
                </c:pt>
                <c:pt idx="1002">
                  <c:v>45107</c:v>
                </c:pt>
                <c:pt idx="1003">
                  <c:v>45108</c:v>
                </c:pt>
                <c:pt idx="1004">
                  <c:v>45109</c:v>
                </c:pt>
                <c:pt idx="1005">
                  <c:v>45110</c:v>
                </c:pt>
                <c:pt idx="1006">
                  <c:v>45111</c:v>
                </c:pt>
                <c:pt idx="1007">
                  <c:v>45112</c:v>
                </c:pt>
                <c:pt idx="1008">
                  <c:v>45113</c:v>
                </c:pt>
                <c:pt idx="1009">
                  <c:v>45114</c:v>
                </c:pt>
                <c:pt idx="1010">
                  <c:v>45115</c:v>
                </c:pt>
                <c:pt idx="1011">
                  <c:v>45116</c:v>
                </c:pt>
                <c:pt idx="1012">
                  <c:v>45117</c:v>
                </c:pt>
                <c:pt idx="1013">
                  <c:v>45118</c:v>
                </c:pt>
                <c:pt idx="1014">
                  <c:v>45119</c:v>
                </c:pt>
                <c:pt idx="1015">
                  <c:v>45120</c:v>
                </c:pt>
                <c:pt idx="1016">
                  <c:v>45121</c:v>
                </c:pt>
                <c:pt idx="1017">
                  <c:v>45122</c:v>
                </c:pt>
                <c:pt idx="1018">
                  <c:v>45123</c:v>
                </c:pt>
                <c:pt idx="1019">
                  <c:v>45124</c:v>
                </c:pt>
                <c:pt idx="1020">
                  <c:v>45125</c:v>
                </c:pt>
                <c:pt idx="1021">
                  <c:v>45126</c:v>
                </c:pt>
                <c:pt idx="1022">
                  <c:v>45127</c:v>
                </c:pt>
                <c:pt idx="1023">
                  <c:v>45128</c:v>
                </c:pt>
                <c:pt idx="1024">
                  <c:v>45129</c:v>
                </c:pt>
                <c:pt idx="1025">
                  <c:v>45130</c:v>
                </c:pt>
                <c:pt idx="1026">
                  <c:v>45131</c:v>
                </c:pt>
                <c:pt idx="1027">
                  <c:v>45132</c:v>
                </c:pt>
                <c:pt idx="1028">
                  <c:v>45133</c:v>
                </c:pt>
                <c:pt idx="1029">
                  <c:v>45134</c:v>
                </c:pt>
                <c:pt idx="1030">
                  <c:v>45135</c:v>
                </c:pt>
                <c:pt idx="1031">
                  <c:v>45136</c:v>
                </c:pt>
                <c:pt idx="1032">
                  <c:v>45137</c:v>
                </c:pt>
                <c:pt idx="1033">
                  <c:v>45138</c:v>
                </c:pt>
                <c:pt idx="1034">
                  <c:v>45139</c:v>
                </c:pt>
                <c:pt idx="1035">
                  <c:v>45140</c:v>
                </c:pt>
                <c:pt idx="1036">
                  <c:v>45141</c:v>
                </c:pt>
                <c:pt idx="1037">
                  <c:v>45142</c:v>
                </c:pt>
                <c:pt idx="1038">
                  <c:v>45143</c:v>
                </c:pt>
                <c:pt idx="1039">
                  <c:v>45144</c:v>
                </c:pt>
                <c:pt idx="1040">
                  <c:v>45145</c:v>
                </c:pt>
                <c:pt idx="1041">
                  <c:v>45146</c:v>
                </c:pt>
                <c:pt idx="1042">
                  <c:v>45147</c:v>
                </c:pt>
                <c:pt idx="1043">
                  <c:v>45148</c:v>
                </c:pt>
                <c:pt idx="1044">
                  <c:v>45149</c:v>
                </c:pt>
                <c:pt idx="1045">
                  <c:v>45150</c:v>
                </c:pt>
                <c:pt idx="1046">
                  <c:v>45151</c:v>
                </c:pt>
                <c:pt idx="1047">
                  <c:v>45152</c:v>
                </c:pt>
                <c:pt idx="1048">
                  <c:v>45153</c:v>
                </c:pt>
                <c:pt idx="1049">
                  <c:v>45154</c:v>
                </c:pt>
                <c:pt idx="1050">
                  <c:v>45155</c:v>
                </c:pt>
                <c:pt idx="1051">
                  <c:v>45156</c:v>
                </c:pt>
                <c:pt idx="1052">
                  <c:v>45157</c:v>
                </c:pt>
                <c:pt idx="1053">
                  <c:v>45158</c:v>
                </c:pt>
                <c:pt idx="1054">
                  <c:v>45159</c:v>
                </c:pt>
                <c:pt idx="1055">
                  <c:v>45160</c:v>
                </c:pt>
                <c:pt idx="1056">
                  <c:v>45161</c:v>
                </c:pt>
                <c:pt idx="1057">
                  <c:v>45162</c:v>
                </c:pt>
                <c:pt idx="1058">
                  <c:v>45163</c:v>
                </c:pt>
                <c:pt idx="1059">
                  <c:v>45164</c:v>
                </c:pt>
                <c:pt idx="1060">
                  <c:v>45165</c:v>
                </c:pt>
                <c:pt idx="1061">
                  <c:v>45166</c:v>
                </c:pt>
                <c:pt idx="1062">
                  <c:v>45167</c:v>
                </c:pt>
                <c:pt idx="1063">
                  <c:v>45168</c:v>
                </c:pt>
                <c:pt idx="1064">
                  <c:v>45169</c:v>
                </c:pt>
                <c:pt idx="1065">
                  <c:v>45170</c:v>
                </c:pt>
                <c:pt idx="1066">
                  <c:v>45171</c:v>
                </c:pt>
                <c:pt idx="1067">
                  <c:v>45172</c:v>
                </c:pt>
                <c:pt idx="1068">
                  <c:v>45173</c:v>
                </c:pt>
                <c:pt idx="1069">
                  <c:v>45174</c:v>
                </c:pt>
                <c:pt idx="1070">
                  <c:v>45175</c:v>
                </c:pt>
                <c:pt idx="1071">
                  <c:v>45176</c:v>
                </c:pt>
                <c:pt idx="1072">
                  <c:v>45177</c:v>
                </c:pt>
                <c:pt idx="1073">
                  <c:v>45178</c:v>
                </c:pt>
                <c:pt idx="1074">
                  <c:v>45179</c:v>
                </c:pt>
                <c:pt idx="1075">
                  <c:v>45180</c:v>
                </c:pt>
                <c:pt idx="1076">
                  <c:v>45181</c:v>
                </c:pt>
                <c:pt idx="1077">
                  <c:v>45182</c:v>
                </c:pt>
                <c:pt idx="1078">
                  <c:v>45183</c:v>
                </c:pt>
                <c:pt idx="1079">
                  <c:v>45184</c:v>
                </c:pt>
                <c:pt idx="1080">
                  <c:v>45185</c:v>
                </c:pt>
                <c:pt idx="1081">
                  <c:v>45186</c:v>
                </c:pt>
                <c:pt idx="1082">
                  <c:v>45187</c:v>
                </c:pt>
                <c:pt idx="1083">
                  <c:v>45188</c:v>
                </c:pt>
                <c:pt idx="1084">
                  <c:v>45189</c:v>
                </c:pt>
                <c:pt idx="1085">
                  <c:v>45190</c:v>
                </c:pt>
                <c:pt idx="1086">
                  <c:v>45191</c:v>
                </c:pt>
                <c:pt idx="1087">
                  <c:v>45192</c:v>
                </c:pt>
                <c:pt idx="1088">
                  <c:v>45193</c:v>
                </c:pt>
                <c:pt idx="1089">
                  <c:v>45194</c:v>
                </c:pt>
                <c:pt idx="1090">
                  <c:v>45195</c:v>
                </c:pt>
                <c:pt idx="1091">
                  <c:v>45196</c:v>
                </c:pt>
                <c:pt idx="1092">
                  <c:v>45197</c:v>
                </c:pt>
                <c:pt idx="1093">
                  <c:v>45198</c:v>
                </c:pt>
                <c:pt idx="1094">
                  <c:v>45199</c:v>
                </c:pt>
                <c:pt idx="1095">
                  <c:v>45200</c:v>
                </c:pt>
                <c:pt idx="1096">
                  <c:v>45201</c:v>
                </c:pt>
                <c:pt idx="1097">
                  <c:v>45202</c:v>
                </c:pt>
                <c:pt idx="1098">
                  <c:v>45203</c:v>
                </c:pt>
                <c:pt idx="1099">
                  <c:v>45204</c:v>
                </c:pt>
                <c:pt idx="1100">
                  <c:v>45205</c:v>
                </c:pt>
                <c:pt idx="1101">
                  <c:v>45206</c:v>
                </c:pt>
                <c:pt idx="1102">
                  <c:v>45207</c:v>
                </c:pt>
                <c:pt idx="1103">
                  <c:v>45208</c:v>
                </c:pt>
                <c:pt idx="1104">
                  <c:v>45209</c:v>
                </c:pt>
                <c:pt idx="1105">
                  <c:v>45210</c:v>
                </c:pt>
                <c:pt idx="1106">
                  <c:v>45211</c:v>
                </c:pt>
                <c:pt idx="1107">
                  <c:v>45212</c:v>
                </c:pt>
                <c:pt idx="1108">
                  <c:v>45213</c:v>
                </c:pt>
                <c:pt idx="1109">
                  <c:v>45214</c:v>
                </c:pt>
                <c:pt idx="1110">
                  <c:v>45215</c:v>
                </c:pt>
                <c:pt idx="1111">
                  <c:v>45216</c:v>
                </c:pt>
                <c:pt idx="1112">
                  <c:v>45217</c:v>
                </c:pt>
                <c:pt idx="1113">
                  <c:v>45218</c:v>
                </c:pt>
                <c:pt idx="1114">
                  <c:v>45219</c:v>
                </c:pt>
                <c:pt idx="1115">
                  <c:v>45220</c:v>
                </c:pt>
                <c:pt idx="1116">
                  <c:v>45221</c:v>
                </c:pt>
                <c:pt idx="1117">
                  <c:v>45222</c:v>
                </c:pt>
                <c:pt idx="1118">
                  <c:v>45223</c:v>
                </c:pt>
                <c:pt idx="1119">
                  <c:v>45224</c:v>
                </c:pt>
                <c:pt idx="1120">
                  <c:v>45225</c:v>
                </c:pt>
                <c:pt idx="1121">
                  <c:v>45226</c:v>
                </c:pt>
                <c:pt idx="1122">
                  <c:v>45227</c:v>
                </c:pt>
                <c:pt idx="1123">
                  <c:v>45228</c:v>
                </c:pt>
                <c:pt idx="1124">
                  <c:v>45229</c:v>
                </c:pt>
                <c:pt idx="1125">
                  <c:v>45230</c:v>
                </c:pt>
                <c:pt idx="1126">
                  <c:v>45231</c:v>
                </c:pt>
                <c:pt idx="1127">
                  <c:v>45232</c:v>
                </c:pt>
                <c:pt idx="1128">
                  <c:v>45233</c:v>
                </c:pt>
                <c:pt idx="1129">
                  <c:v>45234</c:v>
                </c:pt>
                <c:pt idx="1130">
                  <c:v>45235</c:v>
                </c:pt>
                <c:pt idx="1131">
                  <c:v>45236</c:v>
                </c:pt>
                <c:pt idx="1132">
                  <c:v>45237</c:v>
                </c:pt>
                <c:pt idx="1133">
                  <c:v>45238</c:v>
                </c:pt>
                <c:pt idx="1134">
                  <c:v>45239</c:v>
                </c:pt>
                <c:pt idx="1135">
                  <c:v>45240</c:v>
                </c:pt>
                <c:pt idx="1136">
                  <c:v>45241</c:v>
                </c:pt>
                <c:pt idx="1137">
                  <c:v>45242</c:v>
                </c:pt>
                <c:pt idx="1138">
                  <c:v>45243</c:v>
                </c:pt>
                <c:pt idx="1139">
                  <c:v>45244</c:v>
                </c:pt>
                <c:pt idx="1140">
                  <c:v>45245</c:v>
                </c:pt>
                <c:pt idx="1141">
                  <c:v>45246</c:v>
                </c:pt>
                <c:pt idx="1142">
                  <c:v>45247</c:v>
                </c:pt>
                <c:pt idx="1143">
                  <c:v>45248</c:v>
                </c:pt>
                <c:pt idx="1144">
                  <c:v>45249</c:v>
                </c:pt>
                <c:pt idx="1145">
                  <c:v>45250</c:v>
                </c:pt>
                <c:pt idx="1146">
                  <c:v>45251</c:v>
                </c:pt>
                <c:pt idx="1147">
                  <c:v>45252</c:v>
                </c:pt>
                <c:pt idx="1148">
                  <c:v>45253</c:v>
                </c:pt>
                <c:pt idx="1149">
                  <c:v>45254</c:v>
                </c:pt>
                <c:pt idx="1150">
                  <c:v>45255</c:v>
                </c:pt>
                <c:pt idx="1151">
                  <c:v>45256</c:v>
                </c:pt>
                <c:pt idx="1152">
                  <c:v>45257</c:v>
                </c:pt>
                <c:pt idx="1153">
                  <c:v>45258</c:v>
                </c:pt>
                <c:pt idx="1154">
                  <c:v>45259</c:v>
                </c:pt>
                <c:pt idx="1155">
                  <c:v>45260</c:v>
                </c:pt>
                <c:pt idx="1156">
                  <c:v>45261</c:v>
                </c:pt>
                <c:pt idx="1157">
                  <c:v>45262</c:v>
                </c:pt>
                <c:pt idx="1158">
                  <c:v>45263</c:v>
                </c:pt>
                <c:pt idx="1159">
                  <c:v>45264</c:v>
                </c:pt>
                <c:pt idx="1160">
                  <c:v>45265</c:v>
                </c:pt>
                <c:pt idx="1161">
                  <c:v>45266</c:v>
                </c:pt>
                <c:pt idx="1162">
                  <c:v>45267</c:v>
                </c:pt>
                <c:pt idx="1163">
                  <c:v>45268</c:v>
                </c:pt>
                <c:pt idx="1164">
                  <c:v>45269</c:v>
                </c:pt>
                <c:pt idx="1165">
                  <c:v>45270</c:v>
                </c:pt>
                <c:pt idx="1166">
                  <c:v>45271</c:v>
                </c:pt>
                <c:pt idx="1167">
                  <c:v>45272</c:v>
                </c:pt>
                <c:pt idx="1168">
                  <c:v>45273</c:v>
                </c:pt>
                <c:pt idx="1169">
                  <c:v>45274</c:v>
                </c:pt>
                <c:pt idx="1170">
                  <c:v>45275</c:v>
                </c:pt>
                <c:pt idx="1171">
                  <c:v>45276</c:v>
                </c:pt>
                <c:pt idx="1172">
                  <c:v>45277</c:v>
                </c:pt>
                <c:pt idx="1173">
                  <c:v>45278</c:v>
                </c:pt>
                <c:pt idx="1174">
                  <c:v>45279</c:v>
                </c:pt>
                <c:pt idx="1175">
                  <c:v>45280</c:v>
                </c:pt>
                <c:pt idx="1176">
                  <c:v>45281</c:v>
                </c:pt>
                <c:pt idx="1177">
                  <c:v>45282</c:v>
                </c:pt>
                <c:pt idx="1178">
                  <c:v>45283</c:v>
                </c:pt>
                <c:pt idx="1179">
                  <c:v>45284</c:v>
                </c:pt>
                <c:pt idx="1180">
                  <c:v>45285</c:v>
                </c:pt>
                <c:pt idx="1181">
                  <c:v>45286</c:v>
                </c:pt>
                <c:pt idx="1182">
                  <c:v>45287</c:v>
                </c:pt>
                <c:pt idx="1183">
                  <c:v>45288</c:v>
                </c:pt>
                <c:pt idx="1184">
                  <c:v>45289</c:v>
                </c:pt>
                <c:pt idx="1185">
                  <c:v>45290</c:v>
                </c:pt>
                <c:pt idx="1186">
                  <c:v>45291</c:v>
                </c:pt>
                <c:pt idx="1187">
                  <c:v>45292</c:v>
                </c:pt>
                <c:pt idx="1188">
                  <c:v>45293</c:v>
                </c:pt>
                <c:pt idx="1189">
                  <c:v>45294</c:v>
                </c:pt>
                <c:pt idx="1190">
                  <c:v>45295</c:v>
                </c:pt>
                <c:pt idx="1191">
                  <c:v>45296</c:v>
                </c:pt>
                <c:pt idx="1192">
                  <c:v>45297</c:v>
                </c:pt>
                <c:pt idx="1193">
                  <c:v>45298</c:v>
                </c:pt>
                <c:pt idx="1194">
                  <c:v>45299</c:v>
                </c:pt>
                <c:pt idx="1195">
                  <c:v>45300</c:v>
                </c:pt>
                <c:pt idx="1196">
                  <c:v>45301</c:v>
                </c:pt>
                <c:pt idx="1197">
                  <c:v>45302</c:v>
                </c:pt>
                <c:pt idx="1198">
                  <c:v>45303</c:v>
                </c:pt>
                <c:pt idx="1199">
                  <c:v>45304</c:v>
                </c:pt>
                <c:pt idx="1200">
                  <c:v>45305</c:v>
                </c:pt>
                <c:pt idx="1201">
                  <c:v>45306</c:v>
                </c:pt>
                <c:pt idx="1202">
                  <c:v>45307</c:v>
                </c:pt>
                <c:pt idx="1203">
                  <c:v>45308</c:v>
                </c:pt>
                <c:pt idx="1204">
                  <c:v>45309</c:v>
                </c:pt>
                <c:pt idx="1205">
                  <c:v>45310</c:v>
                </c:pt>
                <c:pt idx="1206">
                  <c:v>45311</c:v>
                </c:pt>
                <c:pt idx="1207">
                  <c:v>45312</c:v>
                </c:pt>
                <c:pt idx="1208">
                  <c:v>45313</c:v>
                </c:pt>
                <c:pt idx="1209">
                  <c:v>45314</c:v>
                </c:pt>
                <c:pt idx="1210">
                  <c:v>45315</c:v>
                </c:pt>
                <c:pt idx="1211">
                  <c:v>45316</c:v>
                </c:pt>
                <c:pt idx="1212">
                  <c:v>45317</c:v>
                </c:pt>
                <c:pt idx="1213">
                  <c:v>45318</c:v>
                </c:pt>
                <c:pt idx="1214">
                  <c:v>45319</c:v>
                </c:pt>
                <c:pt idx="1215">
                  <c:v>45320</c:v>
                </c:pt>
                <c:pt idx="1216">
                  <c:v>45321</c:v>
                </c:pt>
                <c:pt idx="1217">
                  <c:v>45322</c:v>
                </c:pt>
                <c:pt idx="1218">
                  <c:v>45323</c:v>
                </c:pt>
                <c:pt idx="1219">
                  <c:v>45324</c:v>
                </c:pt>
                <c:pt idx="1220">
                  <c:v>45325</c:v>
                </c:pt>
                <c:pt idx="1221">
                  <c:v>45326</c:v>
                </c:pt>
                <c:pt idx="1222">
                  <c:v>45327</c:v>
                </c:pt>
                <c:pt idx="1223">
                  <c:v>45328</c:v>
                </c:pt>
                <c:pt idx="1224">
                  <c:v>45329</c:v>
                </c:pt>
                <c:pt idx="1225">
                  <c:v>45330</c:v>
                </c:pt>
                <c:pt idx="1226">
                  <c:v>45331</c:v>
                </c:pt>
                <c:pt idx="1227">
                  <c:v>45332</c:v>
                </c:pt>
                <c:pt idx="1228">
                  <c:v>45333</c:v>
                </c:pt>
                <c:pt idx="1229">
                  <c:v>45334</c:v>
                </c:pt>
                <c:pt idx="1230">
                  <c:v>45335</c:v>
                </c:pt>
                <c:pt idx="1231">
                  <c:v>45336</c:v>
                </c:pt>
                <c:pt idx="1232">
                  <c:v>45337</c:v>
                </c:pt>
                <c:pt idx="1233">
                  <c:v>45338</c:v>
                </c:pt>
                <c:pt idx="1234">
                  <c:v>45339</c:v>
                </c:pt>
                <c:pt idx="1235">
                  <c:v>45340</c:v>
                </c:pt>
                <c:pt idx="1236">
                  <c:v>45341</c:v>
                </c:pt>
                <c:pt idx="1237">
                  <c:v>45342</c:v>
                </c:pt>
                <c:pt idx="1238">
                  <c:v>45343</c:v>
                </c:pt>
                <c:pt idx="1239">
                  <c:v>45344</c:v>
                </c:pt>
                <c:pt idx="1240">
                  <c:v>45345</c:v>
                </c:pt>
                <c:pt idx="1241">
                  <c:v>45346</c:v>
                </c:pt>
                <c:pt idx="1242">
                  <c:v>45347</c:v>
                </c:pt>
                <c:pt idx="1243">
                  <c:v>45348</c:v>
                </c:pt>
                <c:pt idx="1244">
                  <c:v>45349</c:v>
                </c:pt>
                <c:pt idx="1245">
                  <c:v>45350</c:v>
                </c:pt>
                <c:pt idx="1246">
                  <c:v>45351</c:v>
                </c:pt>
                <c:pt idx="1247">
                  <c:v>45352</c:v>
                </c:pt>
                <c:pt idx="1248">
                  <c:v>45353</c:v>
                </c:pt>
                <c:pt idx="1249">
                  <c:v>45354</c:v>
                </c:pt>
                <c:pt idx="1250">
                  <c:v>45355</c:v>
                </c:pt>
                <c:pt idx="1251">
                  <c:v>45356</c:v>
                </c:pt>
                <c:pt idx="1252">
                  <c:v>45357</c:v>
                </c:pt>
                <c:pt idx="1253">
                  <c:v>45358</c:v>
                </c:pt>
                <c:pt idx="1254">
                  <c:v>45359</c:v>
                </c:pt>
                <c:pt idx="1255">
                  <c:v>45360</c:v>
                </c:pt>
                <c:pt idx="1256">
                  <c:v>45361</c:v>
                </c:pt>
                <c:pt idx="1257">
                  <c:v>45362</c:v>
                </c:pt>
                <c:pt idx="1258">
                  <c:v>45363</c:v>
                </c:pt>
                <c:pt idx="1259">
                  <c:v>45364</c:v>
                </c:pt>
                <c:pt idx="1260">
                  <c:v>45365</c:v>
                </c:pt>
                <c:pt idx="1261">
                  <c:v>45366</c:v>
                </c:pt>
                <c:pt idx="1262">
                  <c:v>45367</c:v>
                </c:pt>
                <c:pt idx="1263">
                  <c:v>45368</c:v>
                </c:pt>
                <c:pt idx="1264">
                  <c:v>45369</c:v>
                </c:pt>
                <c:pt idx="1265">
                  <c:v>45370</c:v>
                </c:pt>
                <c:pt idx="1266">
                  <c:v>45371</c:v>
                </c:pt>
                <c:pt idx="1267">
                  <c:v>45372</c:v>
                </c:pt>
                <c:pt idx="1268">
                  <c:v>45373</c:v>
                </c:pt>
                <c:pt idx="1269">
                  <c:v>45374</c:v>
                </c:pt>
                <c:pt idx="1270">
                  <c:v>45375</c:v>
                </c:pt>
                <c:pt idx="1271">
                  <c:v>45376</c:v>
                </c:pt>
                <c:pt idx="1272">
                  <c:v>45377</c:v>
                </c:pt>
                <c:pt idx="1273">
                  <c:v>45378</c:v>
                </c:pt>
                <c:pt idx="1274">
                  <c:v>45379</c:v>
                </c:pt>
                <c:pt idx="1275">
                  <c:v>45380</c:v>
                </c:pt>
                <c:pt idx="1276">
                  <c:v>45381</c:v>
                </c:pt>
                <c:pt idx="1277">
                  <c:v>45382</c:v>
                </c:pt>
                <c:pt idx="1278">
                  <c:v>45383</c:v>
                </c:pt>
                <c:pt idx="1279">
                  <c:v>45384</c:v>
                </c:pt>
                <c:pt idx="1280">
                  <c:v>45385</c:v>
                </c:pt>
                <c:pt idx="1281">
                  <c:v>45386</c:v>
                </c:pt>
                <c:pt idx="1282">
                  <c:v>45387</c:v>
                </c:pt>
                <c:pt idx="1283">
                  <c:v>45388</c:v>
                </c:pt>
                <c:pt idx="1284">
                  <c:v>45389</c:v>
                </c:pt>
                <c:pt idx="1285">
                  <c:v>45390</c:v>
                </c:pt>
                <c:pt idx="1286">
                  <c:v>45391</c:v>
                </c:pt>
                <c:pt idx="1287">
                  <c:v>45392</c:v>
                </c:pt>
                <c:pt idx="1288">
                  <c:v>45393</c:v>
                </c:pt>
                <c:pt idx="1289">
                  <c:v>45394</c:v>
                </c:pt>
                <c:pt idx="1290">
                  <c:v>45395</c:v>
                </c:pt>
                <c:pt idx="1291">
                  <c:v>45396</c:v>
                </c:pt>
                <c:pt idx="1292">
                  <c:v>45397</c:v>
                </c:pt>
                <c:pt idx="1293">
                  <c:v>45398</c:v>
                </c:pt>
                <c:pt idx="1294">
                  <c:v>45399</c:v>
                </c:pt>
                <c:pt idx="1295">
                  <c:v>45400</c:v>
                </c:pt>
                <c:pt idx="1296">
                  <c:v>45401</c:v>
                </c:pt>
                <c:pt idx="1297">
                  <c:v>45402</c:v>
                </c:pt>
                <c:pt idx="1298">
                  <c:v>45403</c:v>
                </c:pt>
                <c:pt idx="1299">
                  <c:v>45404</c:v>
                </c:pt>
                <c:pt idx="1300">
                  <c:v>45405</c:v>
                </c:pt>
                <c:pt idx="1301">
                  <c:v>45406</c:v>
                </c:pt>
                <c:pt idx="1302">
                  <c:v>45407</c:v>
                </c:pt>
                <c:pt idx="1303">
                  <c:v>45408</c:v>
                </c:pt>
                <c:pt idx="1304">
                  <c:v>45409</c:v>
                </c:pt>
                <c:pt idx="1305">
                  <c:v>45410</c:v>
                </c:pt>
                <c:pt idx="1306">
                  <c:v>45411</c:v>
                </c:pt>
                <c:pt idx="1307">
                  <c:v>45412</c:v>
                </c:pt>
                <c:pt idx="1308">
                  <c:v>45413</c:v>
                </c:pt>
                <c:pt idx="1309">
                  <c:v>45414</c:v>
                </c:pt>
                <c:pt idx="1310">
                  <c:v>45415</c:v>
                </c:pt>
                <c:pt idx="1311">
                  <c:v>45416</c:v>
                </c:pt>
                <c:pt idx="1312">
                  <c:v>45417</c:v>
                </c:pt>
                <c:pt idx="1313">
                  <c:v>45418</c:v>
                </c:pt>
                <c:pt idx="1314">
                  <c:v>45419</c:v>
                </c:pt>
                <c:pt idx="1315">
                  <c:v>45420</c:v>
                </c:pt>
                <c:pt idx="1316">
                  <c:v>45421</c:v>
                </c:pt>
                <c:pt idx="1317">
                  <c:v>45422</c:v>
                </c:pt>
                <c:pt idx="1318">
                  <c:v>45423</c:v>
                </c:pt>
                <c:pt idx="1319">
                  <c:v>45424</c:v>
                </c:pt>
                <c:pt idx="1320">
                  <c:v>45425</c:v>
                </c:pt>
                <c:pt idx="1321">
                  <c:v>45426</c:v>
                </c:pt>
                <c:pt idx="1322">
                  <c:v>45427</c:v>
                </c:pt>
                <c:pt idx="1323">
                  <c:v>45428</c:v>
                </c:pt>
                <c:pt idx="1324">
                  <c:v>45429</c:v>
                </c:pt>
                <c:pt idx="1325">
                  <c:v>45430</c:v>
                </c:pt>
                <c:pt idx="1326">
                  <c:v>45431</c:v>
                </c:pt>
                <c:pt idx="1327">
                  <c:v>45432</c:v>
                </c:pt>
                <c:pt idx="1328">
                  <c:v>45433</c:v>
                </c:pt>
                <c:pt idx="1329">
                  <c:v>45434</c:v>
                </c:pt>
                <c:pt idx="1330">
                  <c:v>45435</c:v>
                </c:pt>
                <c:pt idx="1331">
                  <c:v>45436</c:v>
                </c:pt>
                <c:pt idx="1332">
                  <c:v>45437</c:v>
                </c:pt>
                <c:pt idx="1333">
                  <c:v>45438</c:v>
                </c:pt>
                <c:pt idx="1334">
                  <c:v>45439</c:v>
                </c:pt>
                <c:pt idx="1335">
                  <c:v>45440</c:v>
                </c:pt>
                <c:pt idx="1336">
                  <c:v>45441</c:v>
                </c:pt>
                <c:pt idx="1337">
                  <c:v>45442</c:v>
                </c:pt>
                <c:pt idx="1338">
                  <c:v>45443</c:v>
                </c:pt>
                <c:pt idx="1339">
                  <c:v>45444</c:v>
                </c:pt>
                <c:pt idx="1340">
                  <c:v>45445</c:v>
                </c:pt>
                <c:pt idx="1341">
                  <c:v>45446</c:v>
                </c:pt>
                <c:pt idx="1342">
                  <c:v>45447</c:v>
                </c:pt>
                <c:pt idx="1343">
                  <c:v>45448</c:v>
                </c:pt>
                <c:pt idx="1344">
                  <c:v>45449</c:v>
                </c:pt>
                <c:pt idx="1345">
                  <c:v>45450</c:v>
                </c:pt>
                <c:pt idx="1346">
                  <c:v>45451</c:v>
                </c:pt>
                <c:pt idx="1347">
                  <c:v>45452</c:v>
                </c:pt>
                <c:pt idx="1348">
                  <c:v>45453</c:v>
                </c:pt>
                <c:pt idx="1349">
                  <c:v>45454</c:v>
                </c:pt>
                <c:pt idx="1350">
                  <c:v>45455</c:v>
                </c:pt>
                <c:pt idx="1351">
                  <c:v>45456</c:v>
                </c:pt>
                <c:pt idx="1352">
                  <c:v>45457</c:v>
                </c:pt>
                <c:pt idx="1353">
                  <c:v>45458</c:v>
                </c:pt>
                <c:pt idx="1354">
                  <c:v>45459</c:v>
                </c:pt>
                <c:pt idx="1355">
                  <c:v>45460</c:v>
                </c:pt>
                <c:pt idx="1356">
                  <c:v>45461</c:v>
                </c:pt>
                <c:pt idx="1357">
                  <c:v>45462</c:v>
                </c:pt>
                <c:pt idx="1358">
                  <c:v>45463</c:v>
                </c:pt>
                <c:pt idx="1359">
                  <c:v>45464</c:v>
                </c:pt>
                <c:pt idx="1360">
                  <c:v>45465</c:v>
                </c:pt>
                <c:pt idx="1361">
                  <c:v>45466</c:v>
                </c:pt>
                <c:pt idx="1362">
                  <c:v>45467</c:v>
                </c:pt>
                <c:pt idx="1363">
                  <c:v>45468</c:v>
                </c:pt>
                <c:pt idx="1364">
                  <c:v>45469</c:v>
                </c:pt>
                <c:pt idx="1365">
                  <c:v>45470</c:v>
                </c:pt>
                <c:pt idx="1366">
                  <c:v>45471</c:v>
                </c:pt>
                <c:pt idx="1367">
                  <c:v>45472</c:v>
                </c:pt>
                <c:pt idx="1368">
                  <c:v>45473</c:v>
                </c:pt>
                <c:pt idx="1369">
                  <c:v>45474</c:v>
                </c:pt>
                <c:pt idx="1370">
                  <c:v>45475</c:v>
                </c:pt>
                <c:pt idx="1371">
                  <c:v>45476</c:v>
                </c:pt>
                <c:pt idx="1372">
                  <c:v>45477</c:v>
                </c:pt>
                <c:pt idx="1373">
                  <c:v>45478</c:v>
                </c:pt>
                <c:pt idx="1374">
                  <c:v>45479</c:v>
                </c:pt>
                <c:pt idx="1375">
                  <c:v>45480</c:v>
                </c:pt>
                <c:pt idx="1376">
                  <c:v>45481</c:v>
                </c:pt>
                <c:pt idx="1377">
                  <c:v>45482</c:v>
                </c:pt>
                <c:pt idx="1378">
                  <c:v>45483</c:v>
                </c:pt>
                <c:pt idx="1379">
                  <c:v>45484</c:v>
                </c:pt>
                <c:pt idx="1380">
                  <c:v>45485</c:v>
                </c:pt>
                <c:pt idx="1381">
                  <c:v>45486</c:v>
                </c:pt>
                <c:pt idx="1382">
                  <c:v>45487</c:v>
                </c:pt>
                <c:pt idx="1383">
                  <c:v>45488</c:v>
                </c:pt>
                <c:pt idx="1384">
                  <c:v>45489</c:v>
                </c:pt>
                <c:pt idx="1385">
                  <c:v>45490</c:v>
                </c:pt>
                <c:pt idx="1386">
                  <c:v>45491</c:v>
                </c:pt>
                <c:pt idx="1387">
                  <c:v>45492</c:v>
                </c:pt>
                <c:pt idx="1388">
                  <c:v>45493</c:v>
                </c:pt>
                <c:pt idx="1389">
                  <c:v>45494</c:v>
                </c:pt>
                <c:pt idx="1390">
                  <c:v>45495</c:v>
                </c:pt>
                <c:pt idx="1391">
                  <c:v>45496</c:v>
                </c:pt>
                <c:pt idx="1392">
                  <c:v>45497</c:v>
                </c:pt>
                <c:pt idx="1393">
                  <c:v>45498</c:v>
                </c:pt>
                <c:pt idx="1394">
                  <c:v>45499</c:v>
                </c:pt>
                <c:pt idx="1395">
                  <c:v>45500</c:v>
                </c:pt>
                <c:pt idx="1396">
                  <c:v>45501</c:v>
                </c:pt>
                <c:pt idx="1397">
                  <c:v>45502</c:v>
                </c:pt>
                <c:pt idx="1398">
                  <c:v>45503</c:v>
                </c:pt>
                <c:pt idx="1399">
                  <c:v>45504</c:v>
                </c:pt>
                <c:pt idx="1400">
                  <c:v>45505</c:v>
                </c:pt>
                <c:pt idx="1401">
                  <c:v>45506</c:v>
                </c:pt>
                <c:pt idx="1402">
                  <c:v>45507</c:v>
                </c:pt>
                <c:pt idx="1403">
                  <c:v>45508</c:v>
                </c:pt>
                <c:pt idx="1404">
                  <c:v>45509</c:v>
                </c:pt>
                <c:pt idx="1405">
                  <c:v>45510</c:v>
                </c:pt>
                <c:pt idx="1406">
                  <c:v>45511</c:v>
                </c:pt>
                <c:pt idx="1407">
                  <c:v>45512</c:v>
                </c:pt>
                <c:pt idx="1408">
                  <c:v>45513</c:v>
                </c:pt>
                <c:pt idx="1409">
                  <c:v>45514</c:v>
                </c:pt>
                <c:pt idx="1410">
                  <c:v>45515</c:v>
                </c:pt>
                <c:pt idx="1411">
                  <c:v>45516</c:v>
                </c:pt>
                <c:pt idx="1412">
                  <c:v>45517</c:v>
                </c:pt>
                <c:pt idx="1413">
                  <c:v>45518</c:v>
                </c:pt>
                <c:pt idx="1414">
                  <c:v>45519</c:v>
                </c:pt>
                <c:pt idx="1415">
                  <c:v>45520</c:v>
                </c:pt>
                <c:pt idx="1416">
                  <c:v>45521</c:v>
                </c:pt>
                <c:pt idx="1417">
                  <c:v>45522</c:v>
                </c:pt>
                <c:pt idx="1418">
                  <c:v>45523</c:v>
                </c:pt>
                <c:pt idx="1419">
                  <c:v>45524</c:v>
                </c:pt>
                <c:pt idx="1420">
                  <c:v>45525</c:v>
                </c:pt>
                <c:pt idx="1421">
                  <c:v>45526</c:v>
                </c:pt>
                <c:pt idx="1422">
                  <c:v>45527</c:v>
                </c:pt>
                <c:pt idx="1423">
                  <c:v>45528</c:v>
                </c:pt>
                <c:pt idx="1424">
                  <c:v>45529</c:v>
                </c:pt>
                <c:pt idx="1425">
                  <c:v>45530</c:v>
                </c:pt>
                <c:pt idx="1426">
                  <c:v>45531</c:v>
                </c:pt>
                <c:pt idx="1427">
                  <c:v>45532</c:v>
                </c:pt>
                <c:pt idx="1428">
                  <c:v>45533</c:v>
                </c:pt>
                <c:pt idx="1429">
                  <c:v>45534</c:v>
                </c:pt>
                <c:pt idx="1430">
                  <c:v>45535</c:v>
                </c:pt>
                <c:pt idx="1431">
                  <c:v>45536</c:v>
                </c:pt>
                <c:pt idx="1432">
                  <c:v>45537</c:v>
                </c:pt>
                <c:pt idx="1433">
                  <c:v>45538</c:v>
                </c:pt>
                <c:pt idx="1434">
                  <c:v>45539</c:v>
                </c:pt>
                <c:pt idx="1435">
                  <c:v>45540</c:v>
                </c:pt>
                <c:pt idx="1436">
                  <c:v>45541</c:v>
                </c:pt>
                <c:pt idx="1437">
                  <c:v>45542</c:v>
                </c:pt>
                <c:pt idx="1438">
                  <c:v>45543</c:v>
                </c:pt>
                <c:pt idx="1439">
                  <c:v>45544</c:v>
                </c:pt>
                <c:pt idx="1440">
                  <c:v>45545</c:v>
                </c:pt>
                <c:pt idx="1441">
                  <c:v>45546</c:v>
                </c:pt>
                <c:pt idx="1442">
                  <c:v>45547</c:v>
                </c:pt>
                <c:pt idx="1443">
                  <c:v>45548</c:v>
                </c:pt>
                <c:pt idx="1444">
                  <c:v>45549</c:v>
                </c:pt>
                <c:pt idx="1445">
                  <c:v>45550</c:v>
                </c:pt>
                <c:pt idx="1446">
                  <c:v>45551</c:v>
                </c:pt>
                <c:pt idx="1447">
                  <c:v>45552</c:v>
                </c:pt>
                <c:pt idx="1448">
                  <c:v>45553</c:v>
                </c:pt>
                <c:pt idx="1449">
                  <c:v>45554</c:v>
                </c:pt>
                <c:pt idx="1450">
                  <c:v>45555</c:v>
                </c:pt>
                <c:pt idx="1451">
                  <c:v>45556</c:v>
                </c:pt>
                <c:pt idx="1452">
                  <c:v>45557</c:v>
                </c:pt>
                <c:pt idx="1453">
                  <c:v>45558</c:v>
                </c:pt>
                <c:pt idx="1454">
                  <c:v>45559</c:v>
                </c:pt>
                <c:pt idx="1455">
                  <c:v>45560</c:v>
                </c:pt>
                <c:pt idx="1456">
                  <c:v>45561</c:v>
                </c:pt>
                <c:pt idx="1457">
                  <c:v>45562</c:v>
                </c:pt>
                <c:pt idx="1458">
                  <c:v>45563</c:v>
                </c:pt>
                <c:pt idx="1459">
                  <c:v>45564</c:v>
                </c:pt>
                <c:pt idx="1460">
                  <c:v>45565</c:v>
                </c:pt>
                <c:pt idx="1461">
                  <c:v>45566</c:v>
                </c:pt>
                <c:pt idx="1462">
                  <c:v>45567</c:v>
                </c:pt>
                <c:pt idx="1463">
                  <c:v>45568</c:v>
                </c:pt>
                <c:pt idx="1464">
                  <c:v>45569</c:v>
                </c:pt>
                <c:pt idx="1465">
                  <c:v>45570</c:v>
                </c:pt>
                <c:pt idx="1466">
                  <c:v>45571</c:v>
                </c:pt>
                <c:pt idx="1467">
                  <c:v>45572</c:v>
                </c:pt>
                <c:pt idx="1468">
                  <c:v>45573</c:v>
                </c:pt>
                <c:pt idx="1469">
                  <c:v>45574</c:v>
                </c:pt>
                <c:pt idx="1470">
                  <c:v>45575</c:v>
                </c:pt>
                <c:pt idx="1471">
                  <c:v>45576</c:v>
                </c:pt>
                <c:pt idx="1472">
                  <c:v>45577</c:v>
                </c:pt>
                <c:pt idx="1473">
                  <c:v>45578</c:v>
                </c:pt>
                <c:pt idx="1474">
                  <c:v>45579</c:v>
                </c:pt>
                <c:pt idx="1475">
                  <c:v>45580</c:v>
                </c:pt>
                <c:pt idx="1476">
                  <c:v>45581</c:v>
                </c:pt>
                <c:pt idx="1477">
                  <c:v>45582</c:v>
                </c:pt>
                <c:pt idx="1478">
                  <c:v>45583</c:v>
                </c:pt>
                <c:pt idx="1479">
                  <c:v>45584</c:v>
                </c:pt>
                <c:pt idx="1480">
                  <c:v>45585</c:v>
                </c:pt>
                <c:pt idx="1481">
                  <c:v>45586</c:v>
                </c:pt>
                <c:pt idx="1482">
                  <c:v>45587</c:v>
                </c:pt>
                <c:pt idx="1483">
                  <c:v>45588</c:v>
                </c:pt>
                <c:pt idx="1484">
                  <c:v>45589</c:v>
                </c:pt>
                <c:pt idx="1485">
                  <c:v>45590</c:v>
                </c:pt>
                <c:pt idx="1486">
                  <c:v>45591</c:v>
                </c:pt>
                <c:pt idx="1487">
                  <c:v>45592</c:v>
                </c:pt>
                <c:pt idx="1488">
                  <c:v>45593</c:v>
                </c:pt>
                <c:pt idx="1489">
                  <c:v>45594</c:v>
                </c:pt>
                <c:pt idx="1490">
                  <c:v>45595</c:v>
                </c:pt>
                <c:pt idx="1491">
                  <c:v>45596</c:v>
                </c:pt>
                <c:pt idx="1492">
                  <c:v>45597</c:v>
                </c:pt>
                <c:pt idx="1493">
                  <c:v>45598</c:v>
                </c:pt>
                <c:pt idx="1494">
                  <c:v>45599</c:v>
                </c:pt>
                <c:pt idx="1495">
                  <c:v>45600</c:v>
                </c:pt>
                <c:pt idx="1496">
                  <c:v>45601</c:v>
                </c:pt>
                <c:pt idx="1497">
                  <c:v>45602</c:v>
                </c:pt>
                <c:pt idx="1498">
                  <c:v>45603</c:v>
                </c:pt>
                <c:pt idx="1499">
                  <c:v>45604</c:v>
                </c:pt>
                <c:pt idx="1500">
                  <c:v>45605</c:v>
                </c:pt>
                <c:pt idx="1501">
                  <c:v>45606</c:v>
                </c:pt>
                <c:pt idx="1502">
                  <c:v>45607</c:v>
                </c:pt>
                <c:pt idx="1503">
                  <c:v>45608</c:v>
                </c:pt>
                <c:pt idx="1504">
                  <c:v>45609</c:v>
                </c:pt>
                <c:pt idx="1505">
                  <c:v>45610</c:v>
                </c:pt>
                <c:pt idx="1506">
                  <c:v>45611</c:v>
                </c:pt>
                <c:pt idx="1507">
                  <c:v>45612</c:v>
                </c:pt>
                <c:pt idx="1508">
                  <c:v>45613</c:v>
                </c:pt>
                <c:pt idx="1509">
                  <c:v>45614</c:v>
                </c:pt>
                <c:pt idx="1510">
                  <c:v>45615</c:v>
                </c:pt>
                <c:pt idx="1511">
                  <c:v>45616</c:v>
                </c:pt>
                <c:pt idx="1512">
                  <c:v>45617</c:v>
                </c:pt>
                <c:pt idx="1513">
                  <c:v>45618</c:v>
                </c:pt>
                <c:pt idx="1514">
                  <c:v>45619</c:v>
                </c:pt>
                <c:pt idx="1515">
                  <c:v>45620</c:v>
                </c:pt>
                <c:pt idx="1516">
                  <c:v>45621</c:v>
                </c:pt>
                <c:pt idx="1517">
                  <c:v>45622</c:v>
                </c:pt>
                <c:pt idx="1518">
                  <c:v>45623</c:v>
                </c:pt>
                <c:pt idx="1519">
                  <c:v>45624</c:v>
                </c:pt>
                <c:pt idx="1520">
                  <c:v>45625</c:v>
                </c:pt>
                <c:pt idx="1521">
                  <c:v>45626</c:v>
                </c:pt>
                <c:pt idx="1522">
                  <c:v>45627</c:v>
                </c:pt>
                <c:pt idx="1523">
                  <c:v>45628</c:v>
                </c:pt>
                <c:pt idx="1524">
                  <c:v>45629</c:v>
                </c:pt>
                <c:pt idx="1525">
                  <c:v>45630</c:v>
                </c:pt>
                <c:pt idx="1526">
                  <c:v>45631</c:v>
                </c:pt>
                <c:pt idx="1527">
                  <c:v>45632</c:v>
                </c:pt>
                <c:pt idx="1528">
                  <c:v>45633</c:v>
                </c:pt>
                <c:pt idx="1529">
                  <c:v>45634</c:v>
                </c:pt>
                <c:pt idx="1530">
                  <c:v>45635</c:v>
                </c:pt>
                <c:pt idx="1531">
                  <c:v>45636</c:v>
                </c:pt>
                <c:pt idx="1532">
                  <c:v>45637</c:v>
                </c:pt>
                <c:pt idx="1533">
                  <c:v>45638</c:v>
                </c:pt>
                <c:pt idx="1534">
                  <c:v>45639</c:v>
                </c:pt>
                <c:pt idx="1535">
                  <c:v>45640</c:v>
                </c:pt>
                <c:pt idx="1536">
                  <c:v>45641</c:v>
                </c:pt>
                <c:pt idx="1537">
                  <c:v>45642</c:v>
                </c:pt>
                <c:pt idx="1538">
                  <c:v>45643</c:v>
                </c:pt>
                <c:pt idx="1539">
                  <c:v>45644</c:v>
                </c:pt>
                <c:pt idx="1540">
                  <c:v>45645</c:v>
                </c:pt>
                <c:pt idx="1541">
                  <c:v>45646</c:v>
                </c:pt>
                <c:pt idx="1542">
                  <c:v>45647</c:v>
                </c:pt>
                <c:pt idx="1543">
                  <c:v>45648</c:v>
                </c:pt>
                <c:pt idx="1544">
                  <c:v>45649</c:v>
                </c:pt>
                <c:pt idx="1545">
                  <c:v>45650</c:v>
                </c:pt>
                <c:pt idx="1546">
                  <c:v>45651</c:v>
                </c:pt>
                <c:pt idx="1547">
                  <c:v>45652</c:v>
                </c:pt>
                <c:pt idx="1548">
                  <c:v>45653</c:v>
                </c:pt>
                <c:pt idx="1549">
                  <c:v>45654</c:v>
                </c:pt>
                <c:pt idx="1550">
                  <c:v>45655</c:v>
                </c:pt>
                <c:pt idx="1551">
                  <c:v>45656</c:v>
                </c:pt>
                <c:pt idx="1552">
                  <c:v>45657</c:v>
                </c:pt>
                <c:pt idx="1553">
                  <c:v>45658</c:v>
                </c:pt>
                <c:pt idx="1554">
                  <c:v>45659</c:v>
                </c:pt>
                <c:pt idx="1555">
                  <c:v>45660</c:v>
                </c:pt>
                <c:pt idx="1556">
                  <c:v>45661</c:v>
                </c:pt>
                <c:pt idx="1557">
                  <c:v>45662</c:v>
                </c:pt>
                <c:pt idx="1558">
                  <c:v>45663</c:v>
                </c:pt>
                <c:pt idx="1559">
                  <c:v>45664</c:v>
                </c:pt>
                <c:pt idx="1560">
                  <c:v>45665</c:v>
                </c:pt>
                <c:pt idx="1561">
                  <c:v>45666</c:v>
                </c:pt>
                <c:pt idx="1562">
                  <c:v>45667</c:v>
                </c:pt>
                <c:pt idx="1563">
                  <c:v>45668</c:v>
                </c:pt>
                <c:pt idx="1564">
                  <c:v>45669</c:v>
                </c:pt>
                <c:pt idx="1565">
                  <c:v>45670</c:v>
                </c:pt>
                <c:pt idx="1566">
                  <c:v>45671</c:v>
                </c:pt>
                <c:pt idx="1567">
                  <c:v>45672</c:v>
                </c:pt>
                <c:pt idx="1568">
                  <c:v>45673</c:v>
                </c:pt>
                <c:pt idx="1569">
                  <c:v>45674</c:v>
                </c:pt>
                <c:pt idx="1570">
                  <c:v>45675</c:v>
                </c:pt>
                <c:pt idx="1571">
                  <c:v>45676</c:v>
                </c:pt>
                <c:pt idx="1572">
                  <c:v>45677</c:v>
                </c:pt>
                <c:pt idx="1573">
                  <c:v>45678</c:v>
                </c:pt>
                <c:pt idx="1574">
                  <c:v>45679</c:v>
                </c:pt>
                <c:pt idx="1575">
                  <c:v>45680</c:v>
                </c:pt>
                <c:pt idx="1576">
                  <c:v>45681</c:v>
                </c:pt>
                <c:pt idx="1577">
                  <c:v>45682</c:v>
                </c:pt>
                <c:pt idx="1578">
                  <c:v>45683</c:v>
                </c:pt>
                <c:pt idx="1579">
                  <c:v>45684</c:v>
                </c:pt>
                <c:pt idx="1580">
                  <c:v>45685</c:v>
                </c:pt>
                <c:pt idx="1581">
                  <c:v>45686</c:v>
                </c:pt>
                <c:pt idx="1582">
                  <c:v>45687</c:v>
                </c:pt>
                <c:pt idx="1583">
                  <c:v>45688</c:v>
                </c:pt>
                <c:pt idx="1584">
                  <c:v>45689</c:v>
                </c:pt>
                <c:pt idx="1585">
                  <c:v>45690</c:v>
                </c:pt>
                <c:pt idx="1586">
                  <c:v>45691</c:v>
                </c:pt>
                <c:pt idx="1587">
                  <c:v>45692</c:v>
                </c:pt>
                <c:pt idx="1588">
                  <c:v>45693</c:v>
                </c:pt>
                <c:pt idx="1589">
                  <c:v>45694</c:v>
                </c:pt>
                <c:pt idx="1590">
                  <c:v>45695</c:v>
                </c:pt>
                <c:pt idx="1591">
                  <c:v>45696</c:v>
                </c:pt>
                <c:pt idx="1592">
                  <c:v>45697</c:v>
                </c:pt>
                <c:pt idx="1593">
                  <c:v>45698</c:v>
                </c:pt>
                <c:pt idx="1594">
                  <c:v>45699</c:v>
                </c:pt>
                <c:pt idx="1595">
                  <c:v>45700</c:v>
                </c:pt>
                <c:pt idx="1596">
                  <c:v>45701</c:v>
                </c:pt>
                <c:pt idx="1597">
                  <c:v>45702</c:v>
                </c:pt>
                <c:pt idx="1598">
                  <c:v>45703</c:v>
                </c:pt>
                <c:pt idx="1599">
                  <c:v>45704</c:v>
                </c:pt>
                <c:pt idx="1600">
                  <c:v>45705</c:v>
                </c:pt>
                <c:pt idx="1601">
                  <c:v>45706</c:v>
                </c:pt>
                <c:pt idx="1602">
                  <c:v>45707</c:v>
                </c:pt>
                <c:pt idx="1603">
                  <c:v>45708</c:v>
                </c:pt>
                <c:pt idx="1604">
                  <c:v>45709</c:v>
                </c:pt>
                <c:pt idx="1605">
                  <c:v>45710</c:v>
                </c:pt>
                <c:pt idx="1606">
                  <c:v>45711</c:v>
                </c:pt>
                <c:pt idx="1607">
                  <c:v>45712</c:v>
                </c:pt>
                <c:pt idx="1608">
                  <c:v>45713</c:v>
                </c:pt>
                <c:pt idx="1609">
                  <c:v>45714</c:v>
                </c:pt>
                <c:pt idx="1610">
                  <c:v>45715</c:v>
                </c:pt>
                <c:pt idx="1611">
                  <c:v>45716</c:v>
                </c:pt>
                <c:pt idx="1612">
                  <c:v>45717</c:v>
                </c:pt>
                <c:pt idx="1613">
                  <c:v>45718</c:v>
                </c:pt>
                <c:pt idx="1614">
                  <c:v>45719</c:v>
                </c:pt>
                <c:pt idx="1615">
                  <c:v>45720</c:v>
                </c:pt>
                <c:pt idx="1616">
                  <c:v>45721</c:v>
                </c:pt>
                <c:pt idx="1617">
                  <c:v>45722</c:v>
                </c:pt>
                <c:pt idx="1618">
                  <c:v>45723</c:v>
                </c:pt>
                <c:pt idx="1619">
                  <c:v>45724</c:v>
                </c:pt>
                <c:pt idx="1620">
                  <c:v>45725</c:v>
                </c:pt>
                <c:pt idx="1621">
                  <c:v>45726</c:v>
                </c:pt>
                <c:pt idx="1622">
                  <c:v>45727</c:v>
                </c:pt>
                <c:pt idx="1623">
                  <c:v>45728</c:v>
                </c:pt>
                <c:pt idx="1624">
                  <c:v>45729</c:v>
                </c:pt>
                <c:pt idx="1625">
                  <c:v>45730</c:v>
                </c:pt>
                <c:pt idx="1626">
                  <c:v>45731</c:v>
                </c:pt>
                <c:pt idx="1627">
                  <c:v>45732</c:v>
                </c:pt>
                <c:pt idx="1628">
                  <c:v>45733</c:v>
                </c:pt>
                <c:pt idx="1629">
                  <c:v>45734</c:v>
                </c:pt>
                <c:pt idx="1630">
                  <c:v>45735</c:v>
                </c:pt>
                <c:pt idx="1631">
                  <c:v>45736</c:v>
                </c:pt>
                <c:pt idx="1632">
                  <c:v>45737</c:v>
                </c:pt>
                <c:pt idx="1633">
                  <c:v>45738</c:v>
                </c:pt>
                <c:pt idx="1634">
                  <c:v>45739</c:v>
                </c:pt>
                <c:pt idx="1635">
                  <c:v>45740</c:v>
                </c:pt>
                <c:pt idx="1636">
                  <c:v>45741</c:v>
                </c:pt>
                <c:pt idx="1637">
                  <c:v>45742</c:v>
                </c:pt>
                <c:pt idx="1638">
                  <c:v>45743</c:v>
                </c:pt>
                <c:pt idx="1639">
                  <c:v>45744</c:v>
                </c:pt>
                <c:pt idx="1640">
                  <c:v>45745</c:v>
                </c:pt>
                <c:pt idx="1641">
                  <c:v>45746</c:v>
                </c:pt>
                <c:pt idx="1642">
                  <c:v>45747</c:v>
                </c:pt>
                <c:pt idx="1643">
                  <c:v>45748</c:v>
                </c:pt>
                <c:pt idx="1644">
                  <c:v>45749</c:v>
                </c:pt>
                <c:pt idx="1645">
                  <c:v>45750</c:v>
                </c:pt>
                <c:pt idx="1646">
                  <c:v>45751</c:v>
                </c:pt>
                <c:pt idx="1647">
                  <c:v>45752</c:v>
                </c:pt>
                <c:pt idx="1648">
                  <c:v>45753</c:v>
                </c:pt>
                <c:pt idx="1649">
                  <c:v>45754</c:v>
                </c:pt>
                <c:pt idx="1650">
                  <c:v>45755</c:v>
                </c:pt>
                <c:pt idx="1651">
                  <c:v>45756</c:v>
                </c:pt>
                <c:pt idx="1652">
                  <c:v>45757</c:v>
                </c:pt>
                <c:pt idx="1653">
                  <c:v>45758</c:v>
                </c:pt>
                <c:pt idx="1654">
                  <c:v>45759</c:v>
                </c:pt>
                <c:pt idx="1655">
                  <c:v>45760</c:v>
                </c:pt>
                <c:pt idx="1656">
                  <c:v>45761</c:v>
                </c:pt>
                <c:pt idx="1657">
                  <c:v>45762</c:v>
                </c:pt>
                <c:pt idx="1658">
                  <c:v>45763</c:v>
                </c:pt>
                <c:pt idx="1659">
                  <c:v>45764</c:v>
                </c:pt>
                <c:pt idx="1660">
                  <c:v>45765</c:v>
                </c:pt>
                <c:pt idx="1661">
                  <c:v>45766</c:v>
                </c:pt>
                <c:pt idx="1662">
                  <c:v>45767</c:v>
                </c:pt>
                <c:pt idx="1663">
                  <c:v>45768</c:v>
                </c:pt>
                <c:pt idx="1664">
                  <c:v>45769</c:v>
                </c:pt>
                <c:pt idx="1665">
                  <c:v>45770</c:v>
                </c:pt>
                <c:pt idx="1666">
                  <c:v>45771</c:v>
                </c:pt>
                <c:pt idx="1667">
                  <c:v>45772</c:v>
                </c:pt>
                <c:pt idx="1668">
                  <c:v>45773</c:v>
                </c:pt>
                <c:pt idx="1669">
                  <c:v>45774</c:v>
                </c:pt>
                <c:pt idx="1670">
                  <c:v>45775</c:v>
                </c:pt>
                <c:pt idx="1671">
                  <c:v>45776</c:v>
                </c:pt>
                <c:pt idx="1672">
                  <c:v>45777</c:v>
                </c:pt>
                <c:pt idx="1673">
                  <c:v>45778</c:v>
                </c:pt>
                <c:pt idx="1674">
                  <c:v>45779</c:v>
                </c:pt>
                <c:pt idx="1675">
                  <c:v>45780</c:v>
                </c:pt>
                <c:pt idx="1676">
                  <c:v>45781</c:v>
                </c:pt>
                <c:pt idx="1677">
                  <c:v>45782</c:v>
                </c:pt>
                <c:pt idx="1678">
                  <c:v>45783</c:v>
                </c:pt>
                <c:pt idx="1679">
                  <c:v>45784</c:v>
                </c:pt>
                <c:pt idx="1680">
                  <c:v>45785</c:v>
                </c:pt>
                <c:pt idx="1681">
                  <c:v>45786</c:v>
                </c:pt>
                <c:pt idx="1682">
                  <c:v>45787</c:v>
                </c:pt>
                <c:pt idx="1683">
                  <c:v>45788</c:v>
                </c:pt>
                <c:pt idx="1684">
                  <c:v>45789</c:v>
                </c:pt>
                <c:pt idx="1685">
                  <c:v>45790</c:v>
                </c:pt>
                <c:pt idx="1686">
                  <c:v>45791</c:v>
                </c:pt>
                <c:pt idx="1687">
                  <c:v>45792</c:v>
                </c:pt>
                <c:pt idx="1688">
                  <c:v>45793</c:v>
                </c:pt>
                <c:pt idx="1689">
                  <c:v>45794</c:v>
                </c:pt>
                <c:pt idx="1690">
                  <c:v>45795</c:v>
                </c:pt>
                <c:pt idx="1691">
                  <c:v>45796</c:v>
                </c:pt>
                <c:pt idx="1692">
                  <c:v>45797</c:v>
                </c:pt>
                <c:pt idx="1693">
                  <c:v>45798</c:v>
                </c:pt>
                <c:pt idx="1694">
                  <c:v>45799</c:v>
                </c:pt>
                <c:pt idx="1695">
                  <c:v>45800</c:v>
                </c:pt>
                <c:pt idx="1696">
                  <c:v>45801</c:v>
                </c:pt>
                <c:pt idx="1697">
                  <c:v>45802</c:v>
                </c:pt>
                <c:pt idx="1698">
                  <c:v>45803</c:v>
                </c:pt>
                <c:pt idx="1699">
                  <c:v>45804</c:v>
                </c:pt>
                <c:pt idx="1700">
                  <c:v>45805</c:v>
                </c:pt>
                <c:pt idx="1701">
                  <c:v>45806</c:v>
                </c:pt>
                <c:pt idx="1702">
                  <c:v>45807</c:v>
                </c:pt>
                <c:pt idx="1703">
                  <c:v>45808</c:v>
                </c:pt>
                <c:pt idx="1704">
                  <c:v>45809</c:v>
                </c:pt>
                <c:pt idx="1705">
                  <c:v>45810</c:v>
                </c:pt>
                <c:pt idx="1706">
                  <c:v>45811</c:v>
                </c:pt>
                <c:pt idx="1707">
                  <c:v>45812</c:v>
                </c:pt>
                <c:pt idx="1708">
                  <c:v>45813</c:v>
                </c:pt>
                <c:pt idx="1709">
                  <c:v>45814</c:v>
                </c:pt>
                <c:pt idx="1710">
                  <c:v>45815</c:v>
                </c:pt>
                <c:pt idx="1711">
                  <c:v>45816</c:v>
                </c:pt>
                <c:pt idx="1712">
                  <c:v>45817</c:v>
                </c:pt>
                <c:pt idx="1713">
                  <c:v>45818</c:v>
                </c:pt>
                <c:pt idx="1714">
                  <c:v>45819</c:v>
                </c:pt>
                <c:pt idx="1715">
                  <c:v>45820</c:v>
                </c:pt>
                <c:pt idx="1716">
                  <c:v>45821</c:v>
                </c:pt>
                <c:pt idx="1717">
                  <c:v>45822</c:v>
                </c:pt>
                <c:pt idx="1718">
                  <c:v>45823</c:v>
                </c:pt>
                <c:pt idx="1719">
                  <c:v>45824</c:v>
                </c:pt>
                <c:pt idx="1720">
                  <c:v>45825</c:v>
                </c:pt>
                <c:pt idx="1721">
                  <c:v>45826</c:v>
                </c:pt>
                <c:pt idx="1722">
                  <c:v>45827</c:v>
                </c:pt>
                <c:pt idx="1723">
                  <c:v>45828</c:v>
                </c:pt>
                <c:pt idx="1724">
                  <c:v>45829</c:v>
                </c:pt>
                <c:pt idx="1725">
                  <c:v>45830</c:v>
                </c:pt>
                <c:pt idx="1726">
                  <c:v>45831</c:v>
                </c:pt>
                <c:pt idx="1727">
                  <c:v>45832</c:v>
                </c:pt>
                <c:pt idx="1728">
                  <c:v>45833</c:v>
                </c:pt>
                <c:pt idx="1729">
                  <c:v>45834</c:v>
                </c:pt>
                <c:pt idx="1730">
                  <c:v>45835</c:v>
                </c:pt>
                <c:pt idx="1731">
                  <c:v>45836</c:v>
                </c:pt>
                <c:pt idx="1732">
                  <c:v>45837</c:v>
                </c:pt>
                <c:pt idx="1733">
                  <c:v>45838</c:v>
                </c:pt>
                <c:pt idx="1734">
                  <c:v>45839</c:v>
                </c:pt>
                <c:pt idx="1735">
                  <c:v>45840</c:v>
                </c:pt>
                <c:pt idx="1736">
                  <c:v>45841</c:v>
                </c:pt>
                <c:pt idx="1737">
                  <c:v>45842</c:v>
                </c:pt>
                <c:pt idx="1738">
                  <c:v>45843</c:v>
                </c:pt>
                <c:pt idx="1739">
                  <c:v>45844</c:v>
                </c:pt>
                <c:pt idx="1740">
                  <c:v>45845</c:v>
                </c:pt>
                <c:pt idx="1741">
                  <c:v>45846</c:v>
                </c:pt>
                <c:pt idx="1742">
                  <c:v>45847</c:v>
                </c:pt>
                <c:pt idx="1743">
                  <c:v>45848</c:v>
                </c:pt>
                <c:pt idx="1744">
                  <c:v>45849</c:v>
                </c:pt>
                <c:pt idx="1745">
                  <c:v>45850</c:v>
                </c:pt>
                <c:pt idx="1746">
                  <c:v>45851</c:v>
                </c:pt>
                <c:pt idx="1747">
                  <c:v>45852</c:v>
                </c:pt>
                <c:pt idx="1748">
                  <c:v>45853</c:v>
                </c:pt>
                <c:pt idx="1749">
                  <c:v>45854</c:v>
                </c:pt>
                <c:pt idx="1750">
                  <c:v>45855</c:v>
                </c:pt>
                <c:pt idx="1751">
                  <c:v>45856</c:v>
                </c:pt>
                <c:pt idx="1752">
                  <c:v>45857</c:v>
                </c:pt>
                <c:pt idx="1753">
                  <c:v>45858</c:v>
                </c:pt>
                <c:pt idx="1754">
                  <c:v>45859</c:v>
                </c:pt>
                <c:pt idx="1755">
                  <c:v>45860</c:v>
                </c:pt>
                <c:pt idx="1756">
                  <c:v>45861</c:v>
                </c:pt>
                <c:pt idx="1757">
                  <c:v>45862</c:v>
                </c:pt>
                <c:pt idx="1758">
                  <c:v>45863</c:v>
                </c:pt>
                <c:pt idx="1759">
                  <c:v>45864</c:v>
                </c:pt>
                <c:pt idx="1760">
                  <c:v>45865</c:v>
                </c:pt>
                <c:pt idx="1761">
                  <c:v>45866</c:v>
                </c:pt>
                <c:pt idx="1762">
                  <c:v>45867</c:v>
                </c:pt>
                <c:pt idx="1763">
                  <c:v>45868</c:v>
                </c:pt>
                <c:pt idx="1764">
                  <c:v>45869</c:v>
                </c:pt>
                <c:pt idx="1765">
                  <c:v>45870</c:v>
                </c:pt>
                <c:pt idx="1766">
                  <c:v>45871</c:v>
                </c:pt>
                <c:pt idx="1767">
                  <c:v>45872</c:v>
                </c:pt>
                <c:pt idx="1768">
                  <c:v>45873</c:v>
                </c:pt>
                <c:pt idx="1769">
                  <c:v>45874</c:v>
                </c:pt>
                <c:pt idx="1770">
                  <c:v>45875</c:v>
                </c:pt>
                <c:pt idx="1771">
                  <c:v>45876</c:v>
                </c:pt>
                <c:pt idx="1772">
                  <c:v>45877</c:v>
                </c:pt>
                <c:pt idx="1773">
                  <c:v>45878</c:v>
                </c:pt>
                <c:pt idx="1774">
                  <c:v>45879</c:v>
                </c:pt>
                <c:pt idx="1775">
                  <c:v>45880</c:v>
                </c:pt>
                <c:pt idx="1776">
                  <c:v>45881</c:v>
                </c:pt>
                <c:pt idx="1777">
                  <c:v>45882</c:v>
                </c:pt>
                <c:pt idx="1778">
                  <c:v>45883</c:v>
                </c:pt>
                <c:pt idx="1779">
                  <c:v>45884</c:v>
                </c:pt>
                <c:pt idx="1780">
                  <c:v>45885</c:v>
                </c:pt>
                <c:pt idx="1781">
                  <c:v>45886</c:v>
                </c:pt>
                <c:pt idx="1782">
                  <c:v>45887</c:v>
                </c:pt>
                <c:pt idx="1783">
                  <c:v>45888</c:v>
                </c:pt>
                <c:pt idx="1784">
                  <c:v>45889</c:v>
                </c:pt>
                <c:pt idx="1785">
                  <c:v>45890</c:v>
                </c:pt>
                <c:pt idx="1786">
                  <c:v>45891</c:v>
                </c:pt>
                <c:pt idx="1787">
                  <c:v>45892</c:v>
                </c:pt>
                <c:pt idx="1788">
                  <c:v>45893</c:v>
                </c:pt>
                <c:pt idx="1789">
                  <c:v>45894</c:v>
                </c:pt>
                <c:pt idx="1790">
                  <c:v>45895</c:v>
                </c:pt>
                <c:pt idx="1791">
                  <c:v>45896</c:v>
                </c:pt>
                <c:pt idx="1792">
                  <c:v>45897</c:v>
                </c:pt>
                <c:pt idx="1793">
                  <c:v>45898</c:v>
                </c:pt>
                <c:pt idx="1794">
                  <c:v>45899</c:v>
                </c:pt>
                <c:pt idx="1795">
                  <c:v>45900</c:v>
                </c:pt>
                <c:pt idx="1796">
                  <c:v>45901</c:v>
                </c:pt>
                <c:pt idx="1797">
                  <c:v>45902</c:v>
                </c:pt>
                <c:pt idx="1798">
                  <c:v>45903</c:v>
                </c:pt>
                <c:pt idx="1799">
                  <c:v>45904</c:v>
                </c:pt>
                <c:pt idx="1800">
                  <c:v>45905</c:v>
                </c:pt>
                <c:pt idx="1801">
                  <c:v>45906</c:v>
                </c:pt>
                <c:pt idx="1802">
                  <c:v>45907</c:v>
                </c:pt>
                <c:pt idx="1803">
                  <c:v>45908</c:v>
                </c:pt>
                <c:pt idx="1804">
                  <c:v>45909</c:v>
                </c:pt>
                <c:pt idx="1805">
                  <c:v>45910</c:v>
                </c:pt>
                <c:pt idx="1806">
                  <c:v>45911</c:v>
                </c:pt>
                <c:pt idx="1807">
                  <c:v>45912</c:v>
                </c:pt>
                <c:pt idx="1808">
                  <c:v>45913</c:v>
                </c:pt>
                <c:pt idx="1809">
                  <c:v>45914</c:v>
                </c:pt>
                <c:pt idx="1810">
                  <c:v>45915</c:v>
                </c:pt>
                <c:pt idx="1811">
                  <c:v>45916</c:v>
                </c:pt>
                <c:pt idx="1812">
                  <c:v>45917</c:v>
                </c:pt>
                <c:pt idx="1813">
                  <c:v>45918</c:v>
                </c:pt>
                <c:pt idx="1814">
                  <c:v>45919</c:v>
                </c:pt>
                <c:pt idx="1815">
                  <c:v>45920</c:v>
                </c:pt>
                <c:pt idx="1816">
                  <c:v>45921</c:v>
                </c:pt>
                <c:pt idx="1817">
                  <c:v>45922</c:v>
                </c:pt>
                <c:pt idx="1818">
                  <c:v>45923</c:v>
                </c:pt>
                <c:pt idx="1819">
                  <c:v>45924</c:v>
                </c:pt>
                <c:pt idx="1820">
                  <c:v>45925</c:v>
                </c:pt>
                <c:pt idx="1821">
                  <c:v>45926</c:v>
                </c:pt>
                <c:pt idx="1822">
                  <c:v>45927</c:v>
                </c:pt>
                <c:pt idx="1823">
                  <c:v>45928</c:v>
                </c:pt>
                <c:pt idx="1824">
                  <c:v>45929</c:v>
                </c:pt>
                <c:pt idx="1825">
                  <c:v>45930</c:v>
                </c:pt>
                <c:pt idx="1826">
                  <c:v>45931</c:v>
                </c:pt>
                <c:pt idx="1827">
                  <c:v>45932</c:v>
                </c:pt>
                <c:pt idx="1828">
                  <c:v>45933</c:v>
                </c:pt>
                <c:pt idx="1829">
                  <c:v>45934</c:v>
                </c:pt>
                <c:pt idx="1830">
                  <c:v>45935</c:v>
                </c:pt>
                <c:pt idx="1831">
                  <c:v>45936</c:v>
                </c:pt>
                <c:pt idx="1832">
                  <c:v>45937</c:v>
                </c:pt>
                <c:pt idx="1833">
                  <c:v>45938</c:v>
                </c:pt>
                <c:pt idx="1834">
                  <c:v>45939</c:v>
                </c:pt>
                <c:pt idx="1835">
                  <c:v>45940</c:v>
                </c:pt>
                <c:pt idx="1836">
                  <c:v>45941</c:v>
                </c:pt>
                <c:pt idx="1837">
                  <c:v>45942</c:v>
                </c:pt>
                <c:pt idx="1838">
                  <c:v>45943</c:v>
                </c:pt>
                <c:pt idx="1839">
                  <c:v>45944</c:v>
                </c:pt>
                <c:pt idx="1840">
                  <c:v>45945</c:v>
                </c:pt>
                <c:pt idx="1841">
                  <c:v>45946</c:v>
                </c:pt>
                <c:pt idx="1842">
                  <c:v>45947</c:v>
                </c:pt>
                <c:pt idx="1843">
                  <c:v>45948</c:v>
                </c:pt>
                <c:pt idx="1844">
                  <c:v>45949</c:v>
                </c:pt>
                <c:pt idx="1845">
                  <c:v>45950</c:v>
                </c:pt>
                <c:pt idx="1846">
                  <c:v>45951</c:v>
                </c:pt>
                <c:pt idx="1847">
                  <c:v>45952</c:v>
                </c:pt>
                <c:pt idx="1848">
                  <c:v>45953</c:v>
                </c:pt>
                <c:pt idx="1849">
                  <c:v>45954</c:v>
                </c:pt>
                <c:pt idx="1850">
                  <c:v>45955</c:v>
                </c:pt>
                <c:pt idx="1851">
                  <c:v>45956</c:v>
                </c:pt>
                <c:pt idx="1852">
                  <c:v>45957</c:v>
                </c:pt>
                <c:pt idx="1853">
                  <c:v>45958</c:v>
                </c:pt>
                <c:pt idx="1854">
                  <c:v>45959</c:v>
                </c:pt>
                <c:pt idx="1855">
                  <c:v>45960</c:v>
                </c:pt>
                <c:pt idx="1856">
                  <c:v>45961</c:v>
                </c:pt>
                <c:pt idx="1857">
                  <c:v>45962</c:v>
                </c:pt>
                <c:pt idx="1858">
                  <c:v>45963</c:v>
                </c:pt>
                <c:pt idx="1859">
                  <c:v>45964</c:v>
                </c:pt>
                <c:pt idx="1860">
                  <c:v>45965</c:v>
                </c:pt>
                <c:pt idx="1861">
                  <c:v>45966</c:v>
                </c:pt>
                <c:pt idx="1862">
                  <c:v>45967</c:v>
                </c:pt>
                <c:pt idx="1863">
                  <c:v>45968</c:v>
                </c:pt>
                <c:pt idx="1864">
                  <c:v>45969</c:v>
                </c:pt>
                <c:pt idx="1865">
                  <c:v>45970</c:v>
                </c:pt>
                <c:pt idx="1866">
                  <c:v>45971</c:v>
                </c:pt>
                <c:pt idx="1867">
                  <c:v>45972</c:v>
                </c:pt>
                <c:pt idx="1868">
                  <c:v>45973</c:v>
                </c:pt>
                <c:pt idx="1869">
                  <c:v>45974</c:v>
                </c:pt>
                <c:pt idx="1870">
                  <c:v>45975</c:v>
                </c:pt>
                <c:pt idx="1871">
                  <c:v>45976</c:v>
                </c:pt>
                <c:pt idx="1872">
                  <c:v>45977</c:v>
                </c:pt>
                <c:pt idx="1873">
                  <c:v>45978</c:v>
                </c:pt>
                <c:pt idx="1874">
                  <c:v>45979</c:v>
                </c:pt>
                <c:pt idx="1875">
                  <c:v>45980</c:v>
                </c:pt>
                <c:pt idx="1876">
                  <c:v>45981</c:v>
                </c:pt>
                <c:pt idx="1877">
                  <c:v>45982</c:v>
                </c:pt>
                <c:pt idx="1878">
                  <c:v>45983</c:v>
                </c:pt>
                <c:pt idx="1879">
                  <c:v>45984</c:v>
                </c:pt>
                <c:pt idx="1880">
                  <c:v>45985</c:v>
                </c:pt>
                <c:pt idx="1881">
                  <c:v>45986</c:v>
                </c:pt>
                <c:pt idx="1882">
                  <c:v>45987</c:v>
                </c:pt>
                <c:pt idx="1883">
                  <c:v>45988</c:v>
                </c:pt>
                <c:pt idx="1884">
                  <c:v>45989</c:v>
                </c:pt>
                <c:pt idx="1885">
                  <c:v>45990</c:v>
                </c:pt>
                <c:pt idx="1886">
                  <c:v>45991</c:v>
                </c:pt>
                <c:pt idx="1887">
                  <c:v>45992</c:v>
                </c:pt>
                <c:pt idx="1888">
                  <c:v>45993</c:v>
                </c:pt>
                <c:pt idx="1889">
                  <c:v>45994</c:v>
                </c:pt>
                <c:pt idx="1890">
                  <c:v>45995</c:v>
                </c:pt>
                <c:pt idx="1891">
                  <c:v>45996</c:v>
                </c:pt>
                <c:pt idx="1892">
                  <c:v>45997</c:v>
                </c:pt>
                <c:pt idx="1893">
                  <c:v>45998</c:v>
                </c:pt>
                <c:pt idx="1894">
                  <c:v>45999</c:v>
                </c:pt>
                <c:pt idx="1895">
                  <c:v>46000</c:v>
                </c:pt>
                <c:pt idx="1896">
                  <c:v>46001</c:v>
                </c:pt>
                <c:pt idx="1897">
                  <c:v>46002</c:v>
                </c:pt>
                <c:pt idx="1898">
                  <c:v>46003</c:v>
                </c:pt>
                <c:pt idx="1899">
                  <c:v>46004</c:v>
                </c:pt>
                <c:pt idx="1900">
                  <c:v>46005</c:v>
                </c:pt>
                <c:pt idx="1901">
                  <c:v>46006</c:v>
                </c:pt>
                <c:pt idx="1902">
                  <c:v>46007</c:v>
                </c:pt>
                <c:pt idx="1903">
                  <c:v>46008</c:v>
                </c:pt>
                <c:pt idx="1904">
                  <c:v>46009</c:v>
                </c:pt>
                <c:pt idx="1905">
                  <c:v>46010</c:v>
                </c:pt>
                <c:pt idx="1906">
                  <c:v>46011</c:v>
                </c:pt>
                <c:pt idx="1907">
                  <c:v>46012</c:v>
                </c:pt>
                <c:pt idx="1908">
                  <c:v>46013</c:v>
                </c:pt>
                <c:pt idx="1909">
                  <c:v>46014</c:v>
                </c:pt>
                <c:pt idx="1910">
                  <c:v>46015</c:v>
                </c:pt>
                <c:pt idx="1911">
                  <c:v>46016</c:v>
                </c:pt>
                <c:pt idx="1912">
                  <c:v>46017</c:v>
                </c:pt>
                <c:pt idx="1913">
                  <c:v>46018</c:v>
                </c:pt>
                <c:pt idx="1914">
                  <c:v>46019</c:v>
                </c:pt>
                <c:pt idx="1915">
                  <c:v>46020</c:v>
                </c:pt>
                <c:pt idx="1916">
                  <c:v>46021</c:v>
                </c:pt>
                <c:pt idx="1917">
                  <c:v>46022</c:v>
                </c:pt>
                <c:pt idx="1918">
                  <c:v>46023</c:v>
                </c:pt>
                <c:pt idx="1919">
                  <c:v>46024</c:v>
                </c:pt>
                <c:pt idx="1920">
                  <c:v>46025</c:v>
                </c:pt>
                <c:pt idx="1921">
                  <c:v>46026</c:v>
                </c:pt>
                <c:pt idx="1922">
                  <c:v>46027</c:v>
                </c:pt>
                <c:pt idx="1923">
                  <c:v>46028</c:v>
                </c:pt>
                <c:pt idx="1924">
                  <c:v>46029</c:v>
                </c:pt>
                <c:pt idx="1925">
                  <c:v>46030</c:v>
                </c:pt>
                <c:pt idx="1926">
                  <c:v>46031</c:v>
                </c:pt>
                <c:pt idx="1927">
                  <c:v>46032</c:v>
                </c:pt>
                <c:pt idx="1928">
                  <c:v>46033</c:v>
                </c:pt>
                <c:pt idx="1929">
                  <c:v>46034</c:v>
                </c:pt>
                <c:pt idx="1930">
                  <c:v>46035</c:v>
                </c:pt>
                <c:pt idx="1931">
                  <c:v>46036</c:v>
                </c:pt>
                <c:pt idx="1932">
                  <c:v>46037</c:v>
                </c:pt>
                <c:pt idx="1933">
                  <c:v>46038</c:v>
                </c:pt>
                <c:pt idx="1934">
                  <c:v>46039</c:v>
                </c:pt>
                <c:pt idx="1935">
                  <c:v>46040</c:v>
                </c:pt>
                <c:pt idx="1936">
                  <c:v>46041</c:v>
                </c:pt>
                <c:pt idx="1937">
                  <c:v>46042</c:v>
                </c:pt>
                <c:pt idx="1938">
                  <c:v>46043</c:v>
                </c:pt>
                <c:pt idx="1939">
                  <c:v>46044</c:v>
                </c:pt>
                <c:pt idx="1940">
                  <c:v>46045</c:v>
                </c:pt>
                <c:pt idx="1941">
                  <c:v>46046</c:v>
                </c:pt>
                <c:pt idx="1942">
                  <c:v>46047</c:v>
                </c:pt>
                <c:pt idx="1943">
                  <c:v>46048</c:v>
                </c:pt>
                <c:pt idx="1944">
                  <c:v>46049</c:v>
                </c:pt>
                <c:pt idx="1945">
                  <c:v>46050</c:v>
                </c:pt>
                <c:pt idx="1946">
                  <c:v>46051</c:v>
                </c:pt>
                <c:pt idx="1947">
                  <c:v>46052</c:v>
                </c:pt>
                <c:pt idx="1948">
                  <c:v>46053</c:v>
                </c:pt>
                <c:pt idx="1949">
                  <c:v>46054</c:v>
                </c:pt>
                <c:pt idx="1950">
                  <c:v>46055</c:v>
                </c:pt>
                <c:pt idx="1951">
                  <c:v>46056</c:v>
                </c:pt>
                <c:pt idx="1952">
                  <c:v>46057</c:v>
                </c:pt>
                <c:pt idx="1953">
                  <c:v>46058</c:v>
                </c:pt>
                <c:pt idx="1954">
                  <c:v>46059</c:v>
                </c:pt>
                <c:pt idx="1955">
                  <c:v>46060</c:v>
                </c:pt>
                <c:pt idx="1956">
                  <c:v>46061</c:v>
                </c:pt>
                <c:pt idx="1957">
                  <c:v>46062</c:v>
                </c:pt>
                <c:pt idx="1958">
                  <c:v>46063</c:v>
                </c:pt>
                <c:pt idx="1959">
                  <c:v>46064</c:v>
                </c:pt>
                <c:pt idx="1960">
                  <c:v>46065</c:v>
                </c:pt>
                <c:pt idx="1961">
                  <c:v>46066</c:v>
                </c:pt>
                <c:pt idx="1962">
                  <c:v>46067</c:v>
                </c:pt>
                <c:pt idx="1963">
                  <c:v>46068</c:v>
                </c:pt>
                <c:pt idx="1964">
                  <c:v>46069</c:v>
                </c:pt>
                <c:pt idx="1965">
                  <c:v>46070</c:v>
                </c:pt>
                <c:pt idx="1966">
                  <c:v>46071</c:v>
                </c:pt>
                <c:pt idx="1967">
                  <c:v>46072</c:v>
                </c:pt>
                <c:pt idx="1968">
                  <c:v>46073</c:v>
                </c:pt>
                <c:pt idx="1969">
                  <c:v>46074</c:v>
                </c:pt>
                <c:pt idx="1970">
                  <c:v>46075</c:v>
                </c:pt>
                <c:pt idx="1971">
                  <c:v>46076</c:v>
                </c:pt>
                <c:pt idx="1972">
                  <c:v>46077</c:v>
                </c:pt>
                <c:pt idx="1973">
                  <c:v>46078</c:v>
                </c:pt>
                <c:pt idx="1974">
                  <c:v>46079</c:v>
                </c:pt>
                <c:pt idx="1975">
                  <c:v>46080</c:v>
                </c:pt>
                <c:pt idx="1976">
                  <c:v>46081</c:v>
                </c:pt>
                <c:pt idx="1977">
                  <c:v>46082</c:v>
                </c:pt>
                <c:pt idx="1978">
                  <c:v>46083</c:v>
                </c:pt>
                <c:pt idx="1979">
                  <c:v>46084</c:v>
                </c:pt>
                <c:pt idx="1980">
                  <c:v>46085</c:v>
                </c:pt>
                <c:pt idx="1981">
                  <c:v>46086</c:v>
                </c:pt>
                <c:pt idx="1982">
                  <c:v>46087</c:v>
                </c:pt>
                <c:pt idx="1983">
                  <c:v>46088</c:v>
                </c:pt>
                <c:pt idx="1984">
                  <c:v>46089</c:v>
                </c:pt>
                <c:pt idx="1985">
                  <c:v>46090</c:v>
                </c:pt>
                <c:pt idx="1986">
                  <c:v>46091</c:v>
                </c:pt>
                <c:pt idx="1987">
                  <c:v>46092</c:v>
                </c:pt>
                <c:pt idx="1988">
                  <c:v>46093</c:v>
                </c:pt>
                <c:pt idx="1989">
                  <c:v>46094</c:v>
                </c:pt>
                <c:pt idx="1990">
                  <c:v>46095</c:v>
                </c:pt>
                <c:pt idx="1991">
                  <c:v>46096</c:v>
                </c:pt>
                <c:pt idx="1992">
                  <c:v>46097</c:v>
                </c:pt>
                <c:pt idx="1993">
                  <c:v>46098</c:v>
                </c:pt>
                <c:pt idx="1994">
                  <c:v>46099</c:v>
                </c:pt>
                <c:pt idx="1995">
                  <c:v>46100</c:v>
                </c:pt>
                <c:pt idx="1996">
                  <c:v>46101</c:v>
                </c:pt>
                <c:pt idx="1997">
                  <c:v>46102</c:v>
                </c:pt>
                <c:pt idx="1998">
                  <c:v>46103</c:v>
                </c:pt>
                <c:pt idx="1999">
                  <c:v>46104</c:v>
                </c:pt>
                <c:pt idx="2000">
                  <c:v>46105</c:v>
                </c:pt>
                <c:pt idx="2001">
                  <c:v>46106</c:v>
                </c:pt>
                <c:pt idx="2002">
                  <c:v>46107</c:v>
                </c:pt>
                <c:pt idx="2003">
                  <c:v>46108</c:v>
                </c:pt>
                <c:pt idx="2004">
                  <c:v>46109</c:v>
                </c:pt>
                <c:pt idx="2005">
                  <c:v>46110</c:v>
                </c:pt>
                <c:pt idx="2006">
                  <c:v>46111</c:v>
                </c:pt>
                <c:pt idx="2007">
                  <c:v>46112</c:v>
                </c:pt>
                <c:pt idx="2008">
                  <c:v>46113</c:v>
                </c:pt>
                <c:pt idx="2009">
                  <c:v>46114</c:v>
                </c:pt>
                <c:pt idx="2010">
                  <c:v>46115</c:v>
                </c:pt>
                <c:pt idx="2011">
                  <c:v>46116</c:v>
                </c:pt>
                <c:pt idx="2012">
                  <c:v>46117</c:v>
                </c:pt>
                <c:pt idx="2013">
                  <c:v>46118</c:v>
                </c:pt>
                <c:pt idx="2014">
                  <c:v>46119</c:v>
                </c:pt>
                <c:pt idx="2015">
                  <c:v>46120</c:v>
                </c:pt>
                <c:pt idx="2016">
                  <c:v>46121</c:v>
                </c:pt>
                <c:pt idx="2017">
                  <c:v>46122</c:v>
                </c:pt>
                <c:pt idx="2018">
                  <c:v>46123</c:v>
                </c:pt>
                <c:pt idx="2019">
                  <c:v>46124</c:v>
                </c:pt>
                <c:pt idx="2020">
                  <c:v>46125</c:v>
                </c:pt>
                <c:pt idx="2021">
                  <c:v>46126</c:v>
                </c:pt>
                <c:pt idx="2022">
                  <c:v>46127</c:v>
                </c:pt>
                <c:pt idx="2023">
                  <c:v>46128</c:v>
                </c:pt>
                <c:pt idx="2024">
                  <c:v>46129</c:v>
                </c:pt>
                <c:pt idx="2025">
                  <c:v>46130</c:v>
                </c:pt>
                <c:pt idx="2026">
                  <c:v>46131</c:v>
                </c:pt>
                <c:pt idx="2027">
                  <c:v>46132</c:v>
                </c:pt>
                <c:pt idx="2028">
                  <c:v>46133</c:v>
                </c:pt>
                <c:pt idx="2029">
                  <c:v>46134</c:v>
                </c:pt>
                <c:pt idx="2030">
                  <c:v>46135</c:v>
                </c:pt>
                <c:pt idx="2031">
                  <c:v>46136</c:v>
                </c:pt>
                <c:pt idx="2032">
                  <c:v>46137</c:v>
                </c:pt>
                <c:pt idx="2033">
                  <c:v>46138</c:v>
                </c:pt>
                <c:pt idx="2034">
                  <c:v>46139</c:v>
                </c:pt>
                <c:pt idx="2035">
                  <c:v>46140</c:v>
                </c:pt>
                <c:pt idx="2036">
                  <c:v>46141</c:v>
                </c:pt>
                <c:pt idx="2037">
                  <c:v>46142</c:v>
                </c:pt>
                <c:pt idx="2038">
                  <c:v>46143</c:v>
                </c:pt>
                <c:pt idx="2039">
                  <c:v>46144</c:v>
                </c:pt>
                <c:pt idx="2040">
                  <c:v>46145</c:v>
                </c:pt>
                <c:pt idx="2041">
                  <c:v>46146</c:v>
                </c:pt>
                <c:pt idx="2042">
                  <c:v>46147</c:v>
                </c:pt>
                <c:pt idx="2043">
                  <c:v>46148</c:v>
                </c:pt>
                <c:pt idx="2044">
                  <c:v>46149</c:v>
                </c:pt>
                <c:pt idx="2045">
                  <c:v>46150</c:v>
                </c:pt>
                <c:pt idx="2046">
                  <c:v>46151</c:v>
                </c:pt>
                <c:pt idx="2047">
                  <c:v>46152</c:v>
                </c:pt>
                <c:pt idx="2048">
                  <c:v>46153</c:v>
                </c:pt>
                <c:pt idx="2049">
                  <c:v>46154</c:v>
                </c:pt>
                <c:pt idx="2050">
                  <c:v>46155</c:v>
                </c:pt>
                <c:pt idx="2051">
                  <c:v>46156</c:v>
                </c:pt>
                <c:pt idx="2052">
                  <c:v>46157</c:v>
                </c:pt>
                <c:pt idx="2053">
                  <c:v>46158</c:v>
                </c:pt>
                <c:pt idx="2054">
                  <c:v>46159</c:v>
                </c:pt>
                <c:pt idx="2055">
                  <c:v>46160</c:v>
                </c:pt>
                <c:pt idx="2056">
                  <c:v>46161</c:v>
                </c:pt>
                <c:pt idx="2057">
                  <c:v>46162</c:v>
                </c:pt>
                <c:pt idx="2058">
                  <c:v>46163</c:v>
                </c:pt>
                <c:pt idx="2059">
                  <c:v>46164</c:v>
                </c:pt>
                <c:pt idx="2060">
                  <c:v>46165</c:v>
                </c:pt>
                <c:pt idx="2061">
                  <c:v>46166</c:v>
                </c:pt>
                <c:pt idx="2062">
                  <c:v>46167</c:v>
                </c:pt>
                <c:pt idx="2063">
                  <c:v>46168</c:v>
                </c:pt>
                <c:pt idx="2064">
                  <c:v>46169</c:v>
                </c:pt>
                <c:pt idx="2065">
                  <c:v>46170</c:v>
                </c:pt>
                <c:pt idx="2066">
                  <c:v>46171</c:v>
                </c:pt>
                <c:pt idx="2067">
                  <c:v>46172</c:v>
                </c:pt>
                <c:pt idx="2068">
                  <c:v>46173</c:v>
                </c:pt>
                <c:pt idx="2069">
                  <c:v>46174</c:v>
                </c:pt>
                <c:pt idx="2070">
                  <c:v>46175</c:v>
                </c:pt>
                <c:pt idx="2071">
                  <c:v>46176</c:v>
                </c:pt>
                <c:pt idx="2072">
                  <c:v>46177</c:v>
                </c:pt>
                <c:pt idx="2073">
                  <c:v>46178</c:v>
                </c:pt>
                <c:pt idx="2074">
                  <c:v>46181</c:v>
                </c:pt>
                <c:pt idx="2075">
                  <c:v>46182</c:v>
                </c:pt>
                <c:pt idx="2076">
                  <c:v>46183</c:v>
                </c:pt>
                <c:pt idx="2077">
                  <c:v>46184</c:v>
                </c:pt>
                <c:pt idx="2078">
                  <c:v>46185</c:v>
                </c:pt>
                <c:pt idx="2079">
                  <c:v>46188</c:v>
                </c:pt>
                <c:pt idx="2080">
                  <c:v>46189</c:v>
                </c:pt>
                <c:pt idx="2081">
                  <c:v>46190</c:v>
                </c:pt>
                <c:pt idx="2082">
                  <c:v>46191</c:v>
                </c:pt>
              </c:numCache>
            </c:numRef>
          </c:cat>
          <c:val>
            <c:numRef>
              <c:f>'中国利率 通胀'!$D$12334:$D$14416</c:f>
              <c:numCache>
                <c:formatCode>#,##0.00_ </c:formatCode>
                <c:ptCount val="2083"/>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0.2</c:v>
                </c:pt>
                <c:pt idx="62">
                  <c:v>0.2</c:v>
                </c:pt>
                <c:pt idx="63">
                  <c:v>0.2</c:v>
                </c:pt>
                <c:pt idx="64">
                  <c:v>0.2</c:v>
                </c:pt>
                <c:pt idx="65">
                  <c:v>0.2</c:v>
                </c:pt>
                <c:pt idx="66">
                  <c:v>0.2</c:v>
                </c:pt>
                <c:pt idx="67">
                  <c:v>0.2</c:v>
                </c:pt>
                <c:pt idx="68">
                  <c:v>0.2</c:v>
                </c:pt>
                <c:pt idx="69">
                  <c:v>0.2</c:v>
                </c:pt>
                <c:pt idx="70">
                  <c:v>0.2</c:v>
                </c:pt>
                <c:pt idx="71">
                  <c:v>0.2</c:v>
                </c:pt>
                <c:pt idx="72">
                  <c:v>0.2</c:v>
                </c:pt>
                <c:pt idx="73">
                  <c:v>0.2</c:v>
                </c:pt>
                <c:pt idx="74">
                  <c:v>0.2</c:v>
                </c:pt>
                <c:pt idx="75">
                  <c:v>0.2</c:v>
                </c:pt>
                <c:pt idx="76">
                  <c:v>0.2</c:v>
                </c:pt>
                <c:pt idx="77">
                  <c:v>0.2</c:v>
                </c:pt>
                <c:pt idx="78">
                  <c:v>0.2</c:v>
                </c:pt>
                <c:pt idx="79">
                  <c:v>0.2</c:v>
                </c:pt>
                <c:pt idx="80">
                  <c:v>0.2</c:v>
                </c:pt>
                <c:pt idx="81">
                  <c:v>0.2</c:v>
                </c:pt>
                <c:pt idx="82">
                  <c:v>0.2</c:v>
                </c:pt>
                <c:pt idx="83">
                  <c:v>0.2</c:v>
                </c:pt>
                <c:pt idx="84">
                  <c:v>0.2</c:v>
                </c:pt>
                <c:pt idx="85">
                  <c:v>0.2</c:v>
                </c:pt>
                <c:pt idx="86">
                  <c:v>0.2</c:v>
                </c:pt>
                <c:pt idx="87">
                  <c:v>0.2</c:v>
                </c:pt>
                <c:pt idx="88">
                  <c:v>0.2</c:v>
                </c:pt>
                <c:pt idx="89">
                  <c:v>0.2</c:v>
                </c:pt>
                <c:pt idx="90">
                  <c:v>0.2</c:v>
                </c:pt>
                <c:pt idx="91">
                  <c:v>0.2</c:v>
                </c:pt>
                <c:pt idx="92">
                  <c:v>-0.3</c:v>
                </c:pt>
                <c:pt idx="93">
                  <c:v>-0.3</c:v>
                </c:pt>
                <c:pt idx="94">
                  <c:v>-0.3</c:v>
                </c:pt>
                <c:pt idx="95">
                  <c:v>-0.3</c:v>
                </c:pt>
                <c:pt idx="96">
                  <c:v>-0.3</c:v>
                </c:pt>
                <c:pt idx="97">
                  <c:v>-0.3</c:v>
                </c:pt>
                <c:pt idx="98">
                  <c:v>-0.3</c:v>
                </c:pt>
                <c:pt idx="99">
                  <c:v>-0.3</c:v>
                </c:pt>
                <c:pt idx="100">
                  <c:v>-0.3</c:v>
                </c:pt>
                <c:pt idx="101">
                  <c:v>-0.3</c:v>
                </c:pt>
                <c:pt idx="102">
                  <c:v>-0.3</c:v>
                </c:pt>
                <c:pt idx="103">
                  <c:v>-0.3</c:v>
                </c:pt>
                <c:pt idx="104">
                  <c:v>-0.3</c:v>
                </c:pt>
                <c:pt idx="105">
                  <c:v>-0.3</c:v>
                </c:pt>
                <c:pt idx="106">
                  <c:v>-0.3</c:v>
                </c:pt>
                <c:pt idx="107">
                  <c:v>-0.3</c:v>
                </c:pt>
                <c:pt idx="108">
                  <c:v>-0.3</c:v>
                </c:pt>
                <c:pt idx="109">
                  <c:v>-0.3</c:v>
                </c:pt>
                <c:pt idx="110">
                  <c:v>-0.3</c:v>
                </c:pt>
                <c:pt idx="111">
                  <c:v>-0.3</c:v>
                </c:pt>
                <c:pt idx="112">
                  <c:v>-0.3</c:v>
                </c:pt>
                <c:pt idx="113">
                  <c:v>-0.3</c:v>
                </c:pt>
                <c:pt idx="114">
                  <c:v>-0.3</c:v>
                </c:pt>
                <c:pt idx="115">
                  <c:v>-0.3</c:v>
                </c:pt>
                <c:pt idx="116">
                  <c:v>-0.3</c:v>
                </c:pt>
                <c:pt idx="117">
                  <c:v>-0.3</c:v>
                </c:pt>
                <c:pt idx="118">
                  <c:v>-0.3</c:v>
                </c:pt>
                <c:pt idx="119">
                  <c:v>-0.3</c:v>
                </c:pt>
                <c:pt idx="120">
                  <c:v>-0.3</c:v>
                </c:pt>
                <c:pt idx="121">
                  <c:v>-0.3</c:v>
                </c:pt>
                <c:pt idx="122">
                  <c:v>-0.3</c:v>
                </c:pt>
                <c:pt idx="123">
                  <c:v>-0.2</c:v>
                </c:pt>
                <c:pt idx="124">
                  <c:v>-0.2</c:v>
                </c:pt>
                <c:pt idx="125">
                  <c:v>-0.2</c:v>
                </c:pt>
                <c:pt idx="126">
                  <c:v>-0.2</c:v>
                </c:pt>
                <c:pt idx="127">
                  <c:v>-0.2</c:v>
                </c:pt>
                <c:pt idx="128">
                  <c:v>-0.2</c:v>
                </c:pt>
                <c:pt idx="129">
                  <c:v>-0.2</c:v>
                </c:pt>
                <c:pt idx="130">
                  <c:v>-0.2</c:v>
                </c:pt>
                <c:pt idx="131">
                  <c:v>-0.2</c:v>
                </c:pt>
                <c:pt idx="132">
                  <c:v>-0.2</c:v>
                </c:pt>
                <c:pt idx="133">
                  <c:v>-0.2</c:v>
                </c:pt>
                <c:pt idx="134">
                  <c:v>-0.2</c:v>
                </c:pt>
                <c:pt idx="135">
                  <c:v>-0.2</c:v>
                </c:pt>
                <c:pt idx="136">
                  <c:v>-0.2</c:v>
                </c:pt>
                <c:pt idx="137">
                  <c:v>-0.2</c:v>
                </c:pt>
                <c:pt idx="138">
                  <c:v>-0.2</c:v>
                </c:pt>
                <c:pt idx="139">
                  <c:v>-0.2</c:v>
                </c:pt>
                <c:pt idx="140">
                  <c:v>-0.2</c:v>
                </c:pt>
                <c:pt idx="141">
                  <c:v>-0.2</c:v>
                </c:pt>
                <c:pt idx="142">
                  <c:v>-0.2</c:v>
                </c:pt>
                <c:pt idx="143">
                  <c:v>-0.2</c:v>
                </c:pt>
                <c:pt idx="144">
                  <c:v>-0.2</c:v>
                </c:pt>
                <c:pt idx="145">
                  <c:v>-0.2</c:v>
                </c:pt>
                <c:pt idx="146">
                  <c:v>-0.2</c:v>
                </c:pt>
                <c:pt idx="147">
                  <c:v>-0.2</c:v>
                </c:pt>
                <c:pt idx="148">
                  <c:v>-0.2</c:v>
                </c:pt>
                <c:pt idx="149">
                  <c:v>-0.2</c:v>
                </c:pt>
                <c:pt idx="150">
                  <c:v>-0.2</c:v>
                </c:pt>
                <c:pt idx="151">
                  <c:v>0.4</c:v>
                </c:pt>
                <c:pt idx="152">
                  <c:v>0.4</c:v>
                </c:pt>
                <c:pt idx="153">
                  <c:v>0.4</c:v>
                </c:pt>
                <c:pt idx="154">
                  <c:v>0.4</c:v>
                </c:pt>
                <c:pt idx="155">
                  <c:v>0.4</c:v>
                </c:pt>
                <c:pt idx="156">
                  <c:v>0.4</c:v>
                </c:pt>
                <c:pt idx="157">
                  <c:v>0.4</c:v>
                </c:pt>
                <c:pt idx="158">
                  <c:v>0.4</c:v>
                </c:pt>
                <c:pt idx="159">
                  <c:v>0.4</c:v>
                </c:pt>
                <c:pt idx="160">
                  <c:v>0.4</c:v>
                </c:pt>
                <c:pt idx="161">
                  <c:v>0.4</c:v>
                </c:pt>
                <c:pt idx="162">
                  <c:v>0.4</c:v>
                </c:pt>
                <c:pt idx="163">
                  <c:v>0.4</c:v>
                </c:pt>
                <c:pt idx="164">
                  <c:v>0.4</c:v>
                </c:pt>
                <c:pt idx="165">
                  <c:v>0.4</c:v>
                </c:pt>
                <c:pt idx="166">
                  <c:v>0.4</c:v>
                </c:pt>
                <c:pt idx="167">
                  <c:v>0.4</c:v>
                </c:pt>
                <c:pt idx="168">
                  <c:v>0.4</c:v>
                </c:pt>
                <c:pt idx="169">
                  <c:v>0.4</c:v>
                </c:pt>
                <c:pt idx="170">
                  <c:v>0.4</c:v>
                </c:pt>
                <c:pt idx="171">
                  <c:v>0.4</c:v>
                </c:pt>
                <c:pt idx="172">
                  <c:v>0.4</c:v>
                </c:pt>
                <c:pt idx="173">
                  <c:v>0.4</c:v>
                </c:pt>
                <c:pt idx="174">
                  <c:v>0.4</c:v>
                </c:pt>
                <c:pt idx="175">
                  <c:v>0.4</c:v>
                </c:pt>
                <c:pt idx="176">
                  <c:v>0.4</c:v>
                </c:pt>
                <c:pt idx="177">
                  <c:v>0.4</c:v>
                </c:pt>
                <c:pt idx="178">
                  <c:v>0.4</c:v>
                </c:pt>
                <c:pt idx="179">
                  <c:v>0.4</c:v>
                </c:pt>
                <c:pt idx="180">
                  <c:v>0.4</c:v>
                </c:pt>
                <c:pt idx="181">
                  <c:v>0.4</c:v>
                </c:pt>
                <c:pt idx="182">
                  <c:v>0.9</c:v>
                </c:pt>
                <c:pt idx="183">
                  <c:v>0.9</c:v>
                </c:pt>
                <c:pt idx="184">
                  <c:v>0.9</c:v>
                </c:pt>
                <c:pt idx="185">
                  <c:v>0.9</c:v>
                </c:pt>
                <c:pt idx="186">
                  <c:v>0.9</c:v>
                </c:pt>
                <c:pt idx="187">
                  <c:v>0.9</c:v>
                </c:pt>
                <c:pt idx="188">
                  <c:v>0.9</c:v>
                </c:pt>
                <c:pt idx="189">
                  <c:v>0.9</c:v>
                </c:pt>
                <c:pt idx="190">
                  <c:v>0.9</c:v>
                </c:pt>
                <c:pt idx="191">
                  <c:v>0.9</c:v>
                </c:pt>
                <c:pt idx="192">
                  <c:v>0.9</c:v>
                </c:pt>
                <c:pt idx="193">
                  <c:v>0.9</c:v>
                </c:pt>
                <c:pt idx="194">
                  <c:v>0.9</c:v>
                </c:pt>
                <c:pt idx="195">
                  <c:v>0.9</c:v>
                </c:pt>
                <c:pt idx="196">
                  <c:v>0.9</c:v>
                </c:pt>
                <c:pt idx="197">
                  <c:v>0.9</c:v>
                </c:pt>
                <c:pt idx="198">
                  <c:v>0.9</c:v>
                </c:pt>
                <c:pt idx="199">
                  <c:v>0.9</c:v>
                </c:pt>
                <c:pt idx="200">
                  <c:v>0.9</c:v>
                </c:pt>
                <c:pt idx="201">
                  <c:v>0.9</c:v>
                </c:pt>
                <c:pt idx="202">
                  <c:v>0.9</c:v>
                </c:pt>
                <c:pt idx="203">
                  <c:v>0.9</c:v>
                </c:pt>
                <c:pt idx="204">
                  <c:v>0.9</c:v>
                </c:pt>
                <c:pt idx="205">
                  <c:v>0.9</c:v>
                </c:pt>
                <c:pt idx="206">
                  <c:v>0.9</c:v>
                </c:pt>
                <c:pt idx="207">
                  <c:v>0.9</c:v>
                </c:pt>
                <c:pt idx="208">
                  <c:v>0.9</c:v>
                </c:pt>
                <c:pt idx="209">
                  <c:v>0.9</c:v>
                </c:pt>
                <c:pt idx="210">
                  <c:v>0.9</c:v>
                </c:pt>
                <c:pt idx="211">
                  <c:v>0.9</c:v>
                </c:pt>
                <c:pt idx="212">
                  <c:v>1.3</c:v>
                </c:pt>
                <c:pt idx="213">
                  <c:v>1.3</c:v>
                </c:pt>
                <c:pt idx="214">
                  <c:v>1.3</c:v>
                </c:pt>
                <c:pt idx="215">
                  <c:v>1.3</c:v>
                </c:pt>
                <c:pt idx="216">
                  <c:v>1.3</c:v>
                </c:pt>
                <c:pt idx="217">
                  <c:v>1.3</c:v>
                </c:pt>
                <c:pt idx="218">
                  <c:v>1.3</c:v>
                </c:pt>
                <c:pt idx="219">
                  <c:v>1.3</c:v>
                </c:pt>
                <c:pt idx="220">
                  <c:v>1.3</c:v>
                </c:pt>
                <c:pt idx="221">
                  <c:v>1.3</c:v>
                </c:pt>
                <c:pt idx="222">
                  <c:v>1.3</c:v>
                </c:pt>
                <c:pt idx="223">
                  <c:v>1.3</c:v>
                </c:pt>
                <c:pt idx="224">
                  <c:v>1.3</c:v>
                </c:pt>
                <c:pt idx="225">
                  <c:v>1.3</c:v>
                </c:pt>
                <c:pt idx="226">
                  <c:v>1.3</c:v>
                </c:pt>
                <c:pt idx="227">
                  <c:v>1.3</c:v>
                </c:pt>
                <c:pt idx="228">
                  <c:v>1.3</c:v>
                </c:pt>
                <c:pt idx="229">
                  <c:v>1.3</c:v>
                </c:pt>
                <c:pt idx="230">
                  <c:v>1.3</c:v>
                </c:pt>
                <c:pt idx="231">
                  <c:v>1.3</c:v>
                </c:pt>
                <c:pt idx="232">
                  <c:v>1.3</c:v>
                </c:pt>
                <c:pt idx="233">
                  <c:v>1.3</c:v>
                </c:pt>
                <c:pt idx="234">
                  <c:v>1.3</c:v>
                </c:pt>
                <c:pt idx="235">
                  <c:v>1.3</c:v>
                </c:pt>
                <c:pt idx="236">
                  <c:v>1.3</c:v>
                </c:pt>
                <c:pt idx="237">
                  <c:v>1.3</c:v>
                </c:pt>
                <c:pt idx="238">
                  <c:v>1.3</c:v>
                </c:pt>
                <c:pt idx="239">
                  <c:v>1.3</c:v>
                </c:pt>
                <c:pt idx="240">
                  <c:v>1.3</c:v>
                </c:pt>
                <c:pt idx="241">
                  <c:v>1.3</c:v>
                </c:pt>
                <c:pt idx="242">
                  <c:v>1.3</c:v>
                </c:pt>
                <c:pt idx="243">
                  <c:v>1.1000000000000001</c:v>
                </c:pt>
                <c:pt idx="244">
                  <c:v>1.1000000000000001</c:v>
                </c:pt>
                <c:pt idx="245">
                  <c:v>1.1000000000000001</c:v>
                </c:pt>
                <c:pt idx="246">
                  <c:v>1.1000000000000001</c:v>
                </c:pt>
                <c:pt idx="247">
                  <c:v>1.1000000000000001</c:v>
                </c:pt>
                <c:pt idx="248">
                  <c:v>1.1000000000000001</c:v>
                </c:pt>
                <c:pt idx="249">
                  <c:v>1.1000000000000001</c:v>
                </c:pt>
                <c:pt idx="250">
                  <c:v>1.1000000000000001</c:v>
                </c:pt>
                <c:pt idx="251">
                  <c:v>1.1000000000000001</c:v>
                </c:pt>
                <c:pt idx="252">
                  <c:v>1.1000000000000001</c:v>
                </c:pt>
                <c:pt idx="253">
                  <c:v>1.1000000000000001</c:v>
                </c:pt>
                <c:pt idx="254">
                  <c:v>1.1000000000000001</c:v>
                </c:pt>
                <c:pt idx="255">
                  <c:v>1.1000000000000001</c:v>
                </c:pt>
                <c:pt idx="256">
                  <c:v>1.1000000000000001</c:v>
                </c:pt>
                <c:pt idx="257">
                  <c:v>1.1000000000000001</c:v>
                </c:pt>
                <c:pt idx="258">
                  <c:v>1.1000000000000001</c:v>
                </c:pt>
                <c:pt idx="259">
                  <c:v>1.1000000000000001</c:v>
                </c:pt>
                <c:pt idx="260">
                  <c:v>1.1000000000000001</c:v>
                </c:pt>
                <c:pt idx="261">
                  <c:v>1.1000000000000001</c:v>
                </c:pt>
                <c:pt idx="262">
                  <c:v>1.1000000000000001</c:v>
                </c:pt>
                <c:pt idx="263">
                  <c:v>1.1000000000000001</c:v>
                </c:pt>
                <c:pt idx="264">
                  <c:v>1.1000000000000001</c:v>
                </c:pt>
                <c:pt idx="265">
                  <c:v>1.1000000000000001</c:v>
                </c:pt>
                <c:pt idx="266">
                  <c:v>1.1000000000000001</c:v>
                </c:pt>
                <c:pt idx="267">
                  <c:v>1.1000000000000001</c:v>
                </c:pt>
                <c:pt idx="268">
                  <c:v>1.1000000000000001</c:v>
                </c:pt>
                <c:pt idx="269">
                  <c:v>1.1000000000000001</c:v>
                </c:pt>
                <c:pt idx="270">
                  <c:v>1.1000000000000001</c:v>
                </c:pt>
                <c:pt idx="271">
                  <c:v>1.1000000000000001</c:v>
                </c:pt>
                <c:pt idx="272">
                  <c:v>1.1000000000000001</c:v>
                </c:pt>
                <c:pt idx="273">
                  <c:v>1</c:v>
                </c:pt>
                <c:pt idx="274">
                  <c:v>1</c:v>
                </c:pt>
                <c:pt idx="275">
                  <c:v>1</c:v>
                </c:pt>
                <c:pt idx="276">
                  <c:v>1</c:v>
                </c:pt>
                <c:pt idx="277">
                  <c:v>1</c:v>
                </c:pt>
                <c:pt idx="278">
                  <c:v>1</c:v>
                </c:pt>
                <c:pt idx="279">
                  <c:v>1</c:v>
                </c:pt>
                <c:pt idx="280">
                  <c:v>1</c:v>
                </c:pt>
                <c:pt idx="281">
                  <c:v>1</c:v>
                </c:pt>
                <c:pt idx="282">
                  <c:v>1</c:v>
                </c:pt>
                <c:pt idx="283">
                  <c:v>1</c:v>
                </c:pt>
                <c:pt idx="284">
                  <c:v>1</c:v>
                </c:pt>
                <c:pt idx="285">
                  <c:v>1</c:v>
                </c:pt>
                <c:pt idx="286">
                  <c:v>1</c:v>
                </c:pt>
                <c:pt idx="287">
                  <c:v>1</c:v>
                </c:pt>
                <c:pt idx="288">
                  <c:v>1</c:v>
                </c:pt>
                <c:pt idx="289">
                  <c:v>1</c:v>
                </c:pt>
                <c:pt idx="290">
                  <c:v>1</c:v>
                </c:pt>
                <c:pt idx="291">
                  <c:v>1</c:v>
                </c:pt>
                <c:pt idx="292">
                  <c:v>1</c:v>
                </c:pt>
                <c:pt idx="293">
                  <c:v>1</c:v>
                </c:pt>
                <c:pt idx="294">
                  <c:v>1</c:v>
                </c:pt>
                <c:pt idx="295">
                  <c:v>1</c:v>
                </c:pt>
                <c:pt idx="296">
                  <c:v>1</c:v>
                </c:pt>
                <c:pt idx="297">
                  <c:v>1</c:v>
                </c:pt>
                <c:pt idx="298">
                  <c:v>1</c:v>
                </c:pt>
                <c:pt idx="299">
                  <c:v>1</c:v>
                </c:pt>
                <c:pt idx="300">
                  <c:v>1</c:v>
                </c:pt>
                <c:pt idx="301">
                  <c:v>1</c:v>
                </c:pt>
                <c:pt idx="302">
                  <c:v>1</c:v>
                </c:pt>
                <c:pt idx="303">
                  <c:v>1</c:v>
                </c:pt>
                <c:pt idx="304">
                  <c:v>0.8</c:v>
                </c:pt>
                <c:pt idx="305">
                  <c:v>0.8</c:v>
                </c:pt>
                <c:pt idx="306">
                  <c:v>0.8</c:v>
                </c:pt>
                <c:pt idx="307">
                  <c:v>0.8</c:v>
                </c:pt>
                <c:pt idx="308">
                  <c:v>0.8</c:v>
                </c:pt>
                <c:pt idx="309">
                  <c:v>0.8</c:v>
                </c:pt>
                <c:pt idx="310">
                  <c:v>0.8</c:v>
                </c:pt>
                <c:pt idx="311">
                  <c:v>0.8</c:v>
                </c:pt>
                <c:pt idx="312">
                  <c:v>0.8</c:v>
                </c:pt>
                <c:pt idx="313">
                  <c:v>0.8</c:v>
                </c:pt>
                <c:pt idx="314">
                  <c:v>0.8</c:v>
                </c:pt>
                <c:pt idx="315">
                  <c:v>0.8</c:v>
                </c:pt>
                <c:pt idx="316">
                  <c:v>0.8</c:v>
                </c:pt>
                <c:pt idx="317">
                  <c:v>0.8</c:v>
                </c:pt>
                <c:pt idx="318">
                  <c:v>0.8</c:v>
                </c:pt>
                <c:pt idx="319">
                  <c:v>0.8</c:v>
                </c:pt>
                <c:pt idx="320">
                  <c:v>0.8</c:v>
                </c:pt>
                <c:pt idx="321">
                  <c:v>0.8</c:v>
                </c:pt>
                <c:pt idx="322">
                  <c:v>0.8</c:v>
                </c:pt>
                <c:pt idx="323">
                  <c:v>0.8</c:v>
                </c:pt>
                <c:pt idx="324">
                  <c:v>0.8</c:v>
                </c:pt>
                <c:pt idx="325">
                  <c:v>0.8</c:v>
                </c:pt>
                <c:pt idx="326">
                  <c:v>0.8</c:v>
                </c:pt>
                <c:pt idx="327">
                  <c:v>0.8</c:v>
                </c:pt>
                <c:pt idx="328">
                  <c:v>0.8</c:v>
                </c:pt>
                <c:pt idx="329">
                  <c:v>0.8</c:v>
                </c:pt>
                <c:pt idx="330">
                  <c:v>0.8</c:v>
                </c:pt>
                <c:pt idx="331">
                  <c:v>0.8</c:v>
                </c:pt>
                <c:pt idx="332">
                  <c:v>0.8</c:v>
                </c:pt>
                <c:pt idx="333">
                  <c:v>0.8</c:v>
                </c:pt>
                <c:pt idx="334">
                  <c:v>0.8</c:v>
                </c:pt>
                <c:pt idx="335">
                  <c:v>0.7</c:v>
                </c:pt>
                <c:pt idx="336">
                  <c:v>0.7</c:v>
                </c:pt>
                <c:pt idx="337">
                  <c:v>0.7</c:v>
                </c:pt>
                <c:pt idx="338">
                  <c:v>0.7</c:v>
                </c:pt>
                <c:pt idx="339">
                  <c:v>0.7</c:v>
                </c:pt>
                <c:pt idx="340">
                  <c:v>0.7</c:v>
                </c:pt>
                <c:pt idx="341">
                  <c:v>0.7</c:v>
                </c:pt>
                <c:pt idx="342">
                  <c:v>0.7</c:v>
                </c:pt>
                <c:pt idx="343">
                  <c:v>0.7</c:v>
                </c:pt>
                <c:pt idx="344">
                  <c:v>0.7</c:v>
                </c:pt>
                <c:pt idx="345">
                  <c:v>0.7</c:v>
                </c:pt>
                <c:pt idx="346">
                  <c:v>0.7</c:v>
                </c:pt>
                <c:pt idx="347">
                  <c:v>0.7</c:v>
                </c:pt>
                <c:pt idx="348">
                  <c:v>0.7</c:v>
                </c:pt>
                <c:pt idx="349">
                  <c:v>0.7</c:v>
                </c:pt>
                <c:pt idx="350">
                  <c:v>0.7</c:v>
                </c:pt>
                <c:pt idx="351">
                  <c:v>0.7</c:v>
                </c:pt>
                <c:pt idx="352">
                  <c:v>0.7</c:v>
                </c:pt>
                <c:pt idx="353">
                  <c:v>0.7</c:v>
                </c:pt>
                <c:pt idx="354">
                  <c:v>0.7</c:v>
                </c:pt>
                <c:pt idx="355">
                  <c:v>0.7</c:v>
                </c:pt>
                <c:pt idx="356">
                  <c:v>0.7</c:v>
                </c:pt>
                <c:pt idx="357">
                  <c:v>0.7</c:v>
                </c:pt>
                <c:pt idx="358">
                  <c:v>0.7</c:v>
                </c:pt>
                <c:pt idx="359">
                  <c:v>0.7</c:v>
                </c:pt>
                <c:pt idx="360">
                  <c:v>0.7</c:v>
                </c:pt>
                <c:pt idx="361">
                  <c:v>0.7</c:v>
                </c:pt>
                <c:pt idx="362">
                  <c:v>0.7</c:v>
                </c:pt>
                <c:pt idx="363">
                  <c:v>0.7</c:v>
                </c:pt>
                <c:pt idx="364">
                  <c:v>0.7</c:v>
                </c:pt>
                <c:pt idx="365">
                  <c:v>1.5</c:v>
                </c:pt>
                <c:pt idx="366">
                  <c:v>1.5</c:v>
                </c:pt>
                <c:pt idx="367">
                  <c:v>1.5</c:v>
                </c:pt>
                <c:pt idx="368">
                  <c:v>1.5</c:v>
                </c:pt>
                <c:pt idx="369">
                  <c:v>1.5</c:v>
                </c:pt>
                <c:pt idx="370">
                  <c:v>1.5</c:v>
                </c:pt>
                <c:pt idx="371">
                  <c:v>1.5</c:v>
                </c:pt>
                <c:pt idx="372">
                  <c:v>1.5</c:v>
                </c:pt>
                <c:pt idx="373">
                  <c:v>1.5</c:v>
                </c:pt>
                <c:pt idx="374">
                  <c:v>1.5</c:v>
                </c:pt>
                <c:pt idx="375">
                  <c:v>1.5</c:v>
                </c:pt>
                <c:pt idx="376">
                  <c:v>1.5</c:v>
                </c:pt>
                <c:pt idx="377">
                  <c:v>1.5</c:v>
                </c:pt>
                <c:pt idx="378">
                  <c:v>1.5</c:v>
                </c:pt>
                <c:pt idx="379">
                  <c:v>1.5</c:v>
                </c:pt>
                <c:pt idx="380">
                  <c:v>1.5</c:v>
                </c:pt>
                <c:pt idx="381">
                  <c:v>1.5</c:v>
                </c:pt>
                <c:pt idx="382">
                  <c:v>1.5</c:v>
                </c:pt>
                <c:pt idx="383">
                  <c:v>1.5</c:v>
                </c:pt>
                <c:pt idx="384">
                  <c:v>1.5</c:v>
                </c:pt>
                <c:pt idx="385">
                  <c:v>1.5</c:v>
                </c:pt>
                <c:pt idx="386">
                  <c:v>1.5</c:v>
                </c:pt>
                <c:pt idx="387">
                  <c:v>1.5</c:v>
                </c:pt>
                <c:pt idx="388">
                  <c:v>1.5</c:v>
                </c:pt>
                <c:pt idx="389">
                  <c:v>1.5</c:v>
                </c:pt>
                <c:pt idx="390">
                  <c:v>1.5</c:v>
                </c:pt>
                <c:pt idx="391">
                  <c:v>1.5</c:v>
                </c:pt>
                <c:pt idx="392">
                  <c:v>1.5</c:v>
                </c:pt>
                <c:pt idx="393">
                  <c:v>1.5</c:v>
                </c:pt>
                <c:pt idx="394">
                  <c:v>1.5</c:v>
                </c:pt>
                <c:pt idx="395">
                  <c:v>1.5</c:v>
                </c:pt>
                <c:pt idx="396">
                  <c:v>2.2999999999999998</c:v>
                </c:pt>
                <c:pt idx="397">
                  <c:v>2.2999999999999998</c:v>
                </c:pt>
                <c:pt idx="398">
                  <c:v>2.2999999999999998</c:v>
                </c:pt>
                <c:pt idx="399">
                  <c:v>2.2999999999999998</c:v>
                </c:pt>
                <c:pt idx="400">
                  <c:v>2.2999999999999998</c:v>
                </c:pt>
                <c:pt idx="401">
                  <c:v>2.2999999999999998</c:v>
                </c:pt>
                <c:pt idx="402">
                  <c:v>2.2999999999999998</c:v>
                </c:pt>
                <c:pt idx="403">
                  <c:v>2.2999999999999998</c:v>
                </c:pt>
                <c:pt idx="404">
                  <c:v>2.2999999999999998</c:v>
                </c:pt>
                <c:pt idx="405">
                  <c:v>2.2999999999999998</c:v>
                </c:pt>
                <c:pt idx="406">
                  <c:v>2.2999999999999998</c:v>
                </c:pt>
                <c:pt idx="407">
                  <c:v>2.2999999999999998</c:v>
                </c:pt>
                <c:pt idx="408">
                  <c:v>2.2999999999999998</c:v>
                </c:pt>
                <c:pt idx="409">
                  <c:v>2.2999999999999998</c:v>
                </c:pt>
                <c:pt idx="410">
                  <c:v>2.2999999999999998</c:v>
                </c:pt>
                <c:pt idx="411">
                  <c:v>2.2999999999999998</c:v>
                </c:pt>
                <c:pt idx="412">
                  <c:v>2.2999999999999998</c:v>
                </c:pt>
                <c:pt idx="413">
                  <c:v>2.2999999999999998</c:v>
                </c:pt>
                <c:pt idx="414">
                  <c:v>2.2999999999999998</c:v>
                </c:pt>
                <c:pt idx="415">
                  <c:v>2.2999999999999998</c:v>
                </c:pt>
                <c:pt idx="416">
                  <c:v>2.2999999999999998</c:v>
                </c:pt>
                <c:pt idx="417">
                  <c:v>2.2999999999999998</c:v>
                </c:pt>
                <c:pt idx="418">
                  <c:v>2.2999999999999998</c:v>
                </c:pt>
                <c:pt idx="419">
                  <c:v>2.2999999999999998</c:v>
                </c:pt>
                <c:pt idx="420">
                  <c:v>2.2999999999999998</c:v>
                </c:pt>
                <c:pt idx="421">
                  <c:v>2.2999999999999998</c:v>
                </c:pt>
                <c:pt idx="422">
                  <c:v>2.2999999999999998</c:v>
                </c:pt>
                <c:pt idx="423">
                  <c:v>2.2999999999999998</c:v>
                </c:pt>
                <c:pt idx="424">
                  <c:v>2.2999999999999998</c:v>
                </c:pt>
                <c:pt idx="425">
                  <c:v>2.2999999999999998</c:v>
                </c:pt>
                <c:pt idx="426">
                  <c:v>1.5</c:v>
                </c:pt>
                <c:pt idx="427">
                  <c:v>1.5</c:v>
                </c:pt>
                <c:pt idx="428">
                  <c:v>1.5</c:v>
                </c:pt>
                <c:pt idx="429">
                  <c:v>1.5</c:v>
                </c:pt>
                <c:pt idx="430">
                  <c:v>1.5</c:v>
                </c:pt>
                <c:pt idx="431">
                  <c:v>1.5</c:v>
                </c:pt>
                <c:pt idx="432">
                  <c:v>1.5</c:v>
                </c:pt>
                <c:pt idx="433">
                  <c:v>1.5</c:v>
                </c:pt>
                <c:pt idx="434">
                  <c:v>1.5</c:v>
                </c:pt>
                <c:pt idx="435">
                  <c:v>1.5</c:v>
                </c:pt>
                <c:pt idx="436">
                  <c:v>1.5</c:v>
                </c:pt>
                <c:pt idx="437">
                  <c:v>1.5</c:v>
                </c:pt>
                <c:pt idx="438">
                  <c:v>1.5</c:v>
                </c:pt>
                <c:pt idx="439">
                  <c:v>1.5</c:v>
                </c:pt>
                <c:pt idx="440">
                  <c:v>1.5</c:v>
                </c:pt>
                <c:pt idx="441">
                  <c:v>1.5</c:v>
                </c:pt>
                <c:pt idx="442">
                  <c:v>1.5</c:v>
                </c:pt>
                <c:pt idx="443">
                  <c:v>1.5</c:v>
                </c:pt>
                <c:pt idx="444">
                  <c:v>1.5</c:v>
                </c:pt>
                <c:pt idx="445">
                  <c:v>1.5</c:v>
                </c:pt>
                <c:pt idx="446">
                  <c:v>1.5</c:v>
                </c:pt>
                <c:pt idx="447">
                  <c:v>1.5</c:v>
                </c:pt>
                <c:pt idx="448">
                  <c:v>1.5</c:v>
                </c:pt>
                <c:pt idx="449">
                  <c:v>1.5</c:v>
                </c:pt>
                <c:pt idx="450">
                  <c:v>1.5</c:v>
                </c:pt>
                <c:pt idx="451">
                  <c:v>1.5</c:v>
                </c:pt>
                <c:pt idx="452">
                  <c:v>1.5</c:v>
                </c:pt>
                <c:pt idx="453">
                  <c:v>1.5</c:v>
                </c:pt>
                <c:pt idx="454">
                  <c:v>1.5</c:v>
                </c:pt>
                <c:pt idx="455">
                  <c:v>1.5</c:v>
                </c:pt>
                <c:pt idx="456">
                  <c:v>1.5</c:v>
                </c:pt>
                <c:pt idx="457">
                  <c:v>0.9</c:v>
                </c:pt>
                <c:pt idx="458">
                  <c:v>0.9</c:v>
                </c:pt>
                <c:pt idx="459">
                  <c:v>0.9</c:v>
                </c:pt>
                <c:pt idx="460">
                  <c:v>0.9</c:v>
                </c:pt>
                <c:pt idx="461">
                  <c:v>0.9</c:v>
                </c:pt>
                <c:pt idx="462">
                  <c:v>0.9</c:v>
                </c:pt>
                <c:pt idx="463">
                  <c:v>0.9</c:v>
                </c:pt>
                <c:pt idx="464">
                  <c:v>0.9</c:v>
                </c:pt>
                <c:pt idx="465">
                  <c:v>0.9</c:v>
                </c:pt>
                <c:pt idx="466">
                  <c:v>0.9</c:v>
                </c:pt>
                <c:pt idx="467">
                  <c:v>0.9</c:v>
                </c:pt>
                <c:pt idx="468">
                  <c:v>0.9</c:v>
                </c:pt>
                <c:pt idx="469">
                  <c:v>0.9</c:v>
                </c:pt>
                <c:pt idx="470">
                  <c:v>0.9</c:v>
                </c:pt>
                <c:pt idx="471">
                  <c:v>0.9</c:v>
                </c:pt>
                <c:pt idx="472">
                  <c:v>0.9</c:v>
                </c:pt>
                <c:pt idx="473">
                  <c:v>0.9</c:v>
                </c:pt>
                <c:pt idx="474">
                  <c:v>0.9</c:v>
                </c:pt>
                <c:pt idx="475">
                  <c:v>0.9</c:v>
                </c:pt>
                <c:pt idx="476">
                  <c:v>0.9</c:v>
                </c:pt>
                <c:pt idx="477">
                  <c:v>0.9</c:v>
                </c:pt>
                <c:pt idx="478">
                  <c:v>0.9</c:v>
                </c:pt>
                <c:pt idx="479">
                  <c:v>0.9</c:v>
                </c:pt>
                <c:pt idx="480">
                  <c:v>0.9</c:v>
                </c:pt>
                <c:pt idx="481">
                  <c:v>0.9</c:v>
                </c:pt>
                <c:pt idx="482">
                  <c:v>0.9</c:v>
                </c:pt>
                <c:pt idx="483">
                  <c:v>0.9</c:v>
                </c:pt>
                <c:pt idx="484">
                  <c:v>0.9</c:v>
                </c:pt>
                <c:pt idx="485">
                  <c:v>0.9</c:v>
                </c:pt>
                <c:pt idx="486">
                  <c:v>0.9</c:v>
                </c:pt>
                <c:pt idx="487">
                  <c:v>0.9</c:v>
                </c:pt>
                <c:pt idx="488">
                  <c:v>0.9</c:v>
                </c:pt>
                <c:pt idx="489">
                  <c:v>0.9</c:v>
                </c:pt>
                <c:pt idx="490">
                  <c:v>0.9</c:v>
                </c:pt>
                <c:pt idx="491">
                  <c:v>0.9</c:v>
                </c:pt>
                <c:pt idx="492">
                  <c:v>0.9</c:v>
                </c:pt>
                <c:pt idx="493">
                  <c:v>0.9</c:v>
                </c:pt>
                <c:pt idx="494">
                  <c:v>0.9</c:v>
                </c:pt>
                <c:pt idx="495">
                  <c:v>0.9</c:v>
                </c:pt>
                <c:pt idx="496">
                  <c:v>0.9</c:v>
                </c:pt>
                <c:pt idx="497">
                  <c:v>0.9</c:v>
                </c:pt>
                <c:pt idx="498">
                  <c:v>0.9</c:v>
                </c:pt>
                <c:pt idx="499">
                  <c:v>0.9</c:v>
                </c:pt>
                <c:pt idx="500">
                  <c:v>0.9</c:v>
                </c:pt>
                <c:pt idx="501">
                  <c:v>0.9</c:v>
                </c:pt>
                <c:pt idx="502">
                  <c:v>0.9</c:v>
                </c:pt>
                <c:pt idx="503">
                  <c:v>0.9</c:v>
                </c:pt>
                <c:pt idx="504">
                  <c:v>0.9</c:v>
                </c:pt>
                <c:pt idx="505">
                  <c:v>0.9</c:v>
                </c:pt>
                <c:pt idx="506">
                  <c:v>0.9</c:v>
                </c:pt>
                <c:pt idx="507">
                  <c:v>0.9</c:v>
                </c:pt>
                <c:pt idx="508">
                  <c:v>0.9</c:v>
                </c:pt>
                <c:pt idx="509">
                  <c:v>0.9</c:v>
                </c:pt>
                <c:pt idx="510">
                  <c:v>0.9</c:v>
                </c:pt>
                <c:pt idx="511">
                  <c:v>0.9</c:v>
                </c:pt>
                <c:pt idx="512">
                  <c:v>0.9</c:v>
                </c:pt>
                <c:pt idx="513">
                  <c:v>0.9</c:v>
                </c:pt>
                <c:pt idx="514">
                  <c:v>0.9</c:v>
                </c:pt>
                <c:pt idx="515">
                  <c:v>0.9</c:v>
                </c:pt>
                <c:pt idx="516">
                  <c:v>1.5</c:v>
                </c:pt>
                <c:pt idx="517">
                  <c:v>1.5</c:v>
                </c:pt>
                <c:pt idx="518">
                  <c:v>1.5</c:v>
                </c:pt>
                <c:pt idx="519">
                  <c:v>1.5</c:v>
                </c:pt>
                <c:pt idx="520">
                  <c:v>1.5</c:v>
                </c:pt>
                <c:pt idx="521">
                  <c:v>1.5</c:v>
                </c:pt>
                <c:pt idx="522">
                  <c:v>1.5</c:v>
                </c:pt>
                <c:pt idx="523">
                  <c:v>1.5</c:v>
                </c:pt>
                <c:pt idx="524">
                  <c:v>1.5</c:v>
                </c:pt>
                <c:pt idx="525">
                  <c:v>1.5</c:v>
                </c:pt>
                <c:pt idx="526">
                  <c:v>1.5</c:v>
                </c:pt>
                <c:pt idx="527">
                  <c:v>1.5</c:v>
                </c:pt>
                <c:pt idx="528">
                  <c:v>1.5</c:v>
                </c:pt>
                <c:pt idx="529">
                  <c:v>1.5</c:v>
                </c:pt>
                <c:pt idx="530">
                  <c:v>1.5</c:v>
                </c:pt>
                <c:pt idx="531">
                  <c:v>1.5</c:v>
                </c:pt>
                <c:pt idx="532">
                  <c:v>1.5</c:v>
                </c:pt>
                <c:pt idx="533">
                  <c:v>1.5</c:v>
                </c:pt>
                <c:pt idx="534">
                  <c:v>1.5</c:v>
                </c:pt>
                <c:pt idx="535">
                  <c:v>1.5</c:v>
                </c:pt>
                <c:pt idx="536">
                  <c:v>1.5</c:v>
                </c:pt>
                <c:pt idx="537">
                  <c:v>1.5</c:v>
                </c:pt>
                <c:pt idx="538">
                  <c:v>1.5</c:v>
                </c:pt>
                <c:pt idx="539">
                  <c:v>1.5</c:v>
                </c:pt>
                <c:pt idx="540">
                  <c:v>1.5</c:v>
                </c:pt>
                <c:pt idx="541">
                  <c:v>1.5</c:v>
                </c:pt>
                <c:pt idx="542">
                  <c:v>1.5</c:v>
                </c:pt>
                <c:pt idx="543">
                  <c:v>1.5</c:v>
                </c:pt>
                <c:pt idx="544">
                  <c:v>1.5</c:v>
                </c:pt>
                <c:pt idx="545">
                  <c:v>1.5</c:v>
                </c:pt>
                <c:pt idx="546">
                  <c:v>1.5</c:v>
                </c:pt>
                <c:pt idx="547">
                  <c:v>2.1</c:v>
                </c:pt>
                <c:pt idx="548">
                  <c:v>2.1</c:v>
                </c:pt>
                <c:pt idx="549">
                  <c:v>2.1</c:v>
                </c:pt>
                <c:pt idx="550">
                  <c:v>2.1</c:v>
                </c:pt>
                <c:pt idx="551">
                  <c:v>2.1</c:v>
                </c:pt>
                <c:pt idx="552">
                  <c:v>2.1</c:v>
                </c:pt>
                <c:pt idx="553">
                  <c:v>2.1</c:v>
                </c:pt>
                <c:pt idx="554">
                  <c:v>2.1</c:v>
                </c:pt>
                <c:pt idx="555">
                  <c:v>2.1</c:v>
                </c:pt>
                <c:pt idx="556">
                  <c:v>2.1</c:v>
                </c:pt>
                <c:pt idx="557">
                  <c:v>2.1</c:v>
                </c:pt>
                <c:pt idx="558">
                  <c:v>2.1</c:v>
                </c:pt>
                <c:pt idx="559">
                  <c:v>2.1</c:v>
                </c:pt>
                <c:pt idx="560">
                  <c:v>2.1</c:v>
                </c:pt>
                <c:pt idx="561">
                  <c:v>2.1</c:v>
                </c:pt>
                <c:pt idx="562">
                  <c:v>2.1</c:v>
                </c:pt>
                <c:pt idx="563">
                  <c:v>2.1</c:v>
                </c:pt>
                <c:pt idx="564">
                  <c:v>2.1</c:v>
                </c:pt>
                <c:pt idx="565">
                  <c:v>2.1</c:v>
                </c:pt>
                <c:pt idx="566">
                  <c:v>2.1</c:v>
                </c:pt>
                <c:pt idx="567">
                  <c:v>2.1</c:v>
                </c:pt>
                <c:pt idx="568">
                  <c:v>2.1</c:v>
                </c:pt>
                <c:pt idx="569">
                  <c:v>2.1</c:v>
                </c:pt>
                <c:pt idx="570">
                  <c:v>2.1</c:v>
                </c:pt>
                <c:pt idx="571">
                  <c:v>2.1</c:v>
                </c:pt>
                <c:pt idx="572">
                  <c:v>2.1</c:v>
                </c:pt>
                <c:pt idx="573">
                  <c:v>2.1</c:v>
                </c:pt>
                <c:pt idx="574">
                  <c:v>2.1</c:v>
                </c:pt>
                <c:pt idx="575">
                  <c:v>2.1</c:v>
                </c:pt>
                <c:pt idx="576">
                  <c:v>2.1</c:v>
                </c:pt>
                <c:pt idx="577">
                  <c:v>2.1</c:v>
                </c:pt>
                <c:pt idx="578">
                  <c:v>2.1</c:v>
                </c:pt>
                <c:pt idx="579">
                  <c:v>2.1</c:v>
                </c:pt>
                <c:pt idx="580">
                  <c:v>2.1</c:v>
                </c:pt>
                <c:pt idx="581">
                  <c:v>2.1</c:v>
                </c:pt>
                <c:pt idx="582">
                  <c:v>2.1</c:v>
                </c:pt>
                <c:pt idx="583">
                  <c:v>2.1</c:v>
                </c:pt>
                <c:pt idx="584">
                  <c:v>2.1</c:v>
                </c:pt>
                <c:pt idx="585">
                  <c:v>2.1</c:v>
                </c:pt>
                <c:pt idx="586">
                  <c:v>2.1</c:v>
                </c:pt>
                <c:pt idx="587">
                  <c:v>2.1</c:v>
                </c:pt>
                <c:pt idx="588">
                  <c:v>2.1</c:v>
                </c:pt>
                <c:pt idx="589">
                  <c:v>2.1</c:v>
                </c:pt>
                <c:pt idx="590">
                  <c:v>2.1</c:v>
                </c:pt>
                <c:pt idx="591">
                  <c:v>2.1</c:v>
                </c:pt>
                <c:pt idx="592">
                  <c:v>2.1</c:v>
                </c:pt>
                <c:pt idx="593">
                  <c:v>2.1</c:v>
                </c:pt>
                <c:pt idx="594">
                  <c:v>2.1</c:v>
                </c:pt>
                <c:pt idx="595">
                  <c:v>2.1</c:v>
                </c:pt>
                <c:pt idx="596">
                  <c:v>2.1</c:v>
                </c:pt>
                <c:pt idx="597">
                  <c:v>2.1</c:v>
                </c:pt>
                <c:pt idx="598">
                  <c:v>2.1</c:v>
                </c:pt>
                <c:pt idx="599">
                  <c:v>2.1</c:v>
                </c:pt>
                <c:pt idx="600">
                  <c:v>2.1</c:v>
                </c:pt>
                <c:pt idx="601">
                  <c:v>2.1</c:v>
                </c:pt>
                <c:pt idx="602">
                  <c:v>2.1</c:v>
                </c:pt>
                <c:pt idx="603">
                  <c:v>2.1</c:v>
                </c:pt>
                <c:pt idx="604">
                  <c:v>2.1</c:v>
                </c:pt>
                <c:pt idx="605">
                  <c:v>2.1</c:v>
                </c:pt>
                <c:pt idx="606">
                  <c:v>2.1</c:v>
                </c:pt>
                <c:pt idx="607">
                  <c:v>2.1</c:v>
                </c:pt>
                <c:pt idx="608">
                  <c:v>2.5</c:v>
                </c:pt>
                <c:pt idx="609">
                  <c:v>2.5</c:v>
                </c:pt>
                <c:pt idx="610">
                  <c:v>2.5</c:v>
                </c:pt>
                <c:pt idx="611">
                  <c:v>2.5</c:v>
                </c:pt>
                <c:pt idx="612">
                  <c:v>2.5</c:v>
                </c:pt>
                <c:pt idx="613">
                  <c:v>2.5</c:v>
                </c:pt>
                <c:pt idx="614">
                  <c:v>2.5</c:v>
                </c:pt>
                <c:pt idx="615">
                  <c:v>2.5</c:v>
                </c:pt>
                <c:pt idx="616">
                  <c:v>2.5</c:v>
                </c:pt>
                <c:pt idx="617">
                  <c:v>2.5</c:v>
                </c:pt>
                <c:pt idx="618">
                  <c:v>2.5</c:v>
                </c:pt>
                <c:pt idx="619">
                  <c:v>2.5</c:v>
                </c:pt>
                <c:pt idx="620">
                  <c:v>2.5</c:v>
                </c:pt>
                <c:pt idx="621">
                  <c:v>2.5</c:v>
                </c:pt>
                <c:pt idx="622">
                  <c:v>2.5</c:v>
                </c:pt>
                <c:pt idx="623">
                  <c:v>2.5</c:v>
                </c:pt>
                <c:pt idx="624">
                  <c:v>2.5</c:v>
                </c:pt>
                <c:pt idx="625">
                  <c:v>2.5</c:v>
                </c:pt>
                <c:pt idx="626">
                  <c:v>2.5</c:v>
                </c:pt>
                <c:pt idx="627">
                  <c:v>2.5</c:v>
                </c:pt>
                <c:pt idx="628">
                  <c:v>2.5</c:v>
                </c:pt>
                <c:pt idx="629">
                  <c:v>2.5</c:v>
                </c:pt>
                <c:pt idx="630">
                  <c:v>2.5</c:v>
                </c:pt>
                <c:pt idx="631">
                  <c:v>2.5</c:v>
                </c:pt>
                <c:pt idx="632">
                  <c:v>2.5</c:v>
                </c:pt>
                <c:pt idx="633">
                  <c:v>2.5</c:v>
                </c:pt>
                <c:pt idx="634">
                  <c:v>2.5</c:v>
                </c:pt>
                <c:pt idx="635">
                  <c:v>2.5</c:v>
                </c:pt>
                <c:pt idx="636">
                  <c:v>2.5</c:v>
                </c:pt>
                <c:pt idx="637">
                  <c:v>2.5</c:v>
                </c:pt>
                <c:pt idx="638">
                  <c:v>2.7</c:v>
                </c:pt>
                <c:pt idx="639">
                  <c:v>2.7</c:v>
                </c:pt>
                <c:pt idx="640">
                  <c:v>2.7</c:v>
                </c:pt>
                <c:pt idx="641">
                  <c:v>2.7</c:v>
                </c:pt>
                <c:pt idx="642">
                  <c:v>2.7</c:v>
                </c:pt>
                <c:pt idx="643">
                  <c:v>2.7</c:v>
                </c:pt>
                <c:pt idx="644">
                  <c:v>2.7</c:v>
                </c:pt>
                <c:pt idx="645">
                  <c:v>2.7</c:v>
                </c:pt>
                <c:pt idx="646">
                  <c:v>2.7</c:v>
                </c:pt>
                <c:pt idx="647">
                  <c:v>2.7</c:v>
                </c:pt>
                <c:pt idx="648">
                  <c:v>2.7</c:v>
                </c:pt>
                <c:pt idx="649">
                  <c:v>2.7</c:v>
                </c:pt>
                <c:pt idx="650">
                  <c:v>2.7</c:v>
                </c:pt>
                <c:pt idx="651">
                  <c:v>2.7</c:v>
                </c:pt>
                <c:pt idx="652">
                  <c:v>2.7</c:v>
                </c:pt>
                <c:pt idx="653">
                  <c:v>2.7</c:v>
                </c:pt>
                <c:pt idx="654">
                  <c:v>2.7</c:v>
                </c:pt>
                <c:pt idx="655">
                  <c:v>2.7</c:v>
                </c:pt>
                <c:pt idx="656">
                  <c:v>2.7</c:v>
                </c:pt>
                <c:pt idx="657">
                  <c:v>2.7</c:v>
                </c:pt>
                <c:pt idx="658">
                  <c:v>2.7</c:v>
                </c:pt>
                <c:pt idx="659">
                  <c:v>2.7</c:v>
                </c:pt>
                <c:pt idx="660">
                  <c:v>2.7</c:v>
                </c:pt>
                <c:pt idx="661">
                  <c:v>2.7</c:v>
                </c:pt>
                <c:pt idx="662">
                  <c:v>2.7</c:v>
                </c:pt>
                <c:pt idx="663">
                  <c:v>2.7</c:v>
                </c:pt>
                <c:pt idx="664">
                  <c:v>2.7</c:v>
                </c:pt>
                <c:pt idx="665">
                  <c:v>2.7</c:v>
                </c:pt>
                <c:pt idx="666">
                  <c:v>2.7</c:v>
                </c:pt>
                <c:pt idx="667">
                  <c:v>2.7</c:v>
                </c:pt>
                <c:pt idx="668">
                  <c:v>2.7</c:v>
                </c:pt>
                <c:pt idx="669">
                  <c:v>2.5</c:v>
                </c:pt>
                <c:pt idx="670">
                  <c:v>2.5</c:v>
                </c:pt>
                <c:pt idx="671">
                  <c:v>2.5</c:v>
                </c:pt>
                <c:pt idx="672">
                  <c:v>2.5</c:v>
                </c:pt>
                <c:pt idx="673">
                  <c:v>2.5</c:v>
                </c:pt>
                <c:pt idx="674">
                  <c:v>2.5</c:v>
                </c:pt>
                <c:pt idx="675">
                  <c:v>2.5</c:v>
                </c:pt>
                <c:pt idx="676">
                  <c:v>2.5</c:v>
                </c:pt>
                <c:pt idx="677">
                  <c:v>2.5</c:v>
                </c:pt>
                <c:pt idx="678">
                  <c:v>2.5</c:v>
                </c:pt>
                <c:pt idx="679">
                  <c:v>2.5</c:v>
                </c:pt>
                <c:pt idx="680">
                  <c:v>2.5</c:v>
                </c:pt>
                <c:pt idx="681">
                  <c:v>2.5</c:v>
                </c:pt>
                <c:pt idx="682">
                  <c:v>2.5</c:v>
                </c:pt>
                <c:pt idx="683">
                  <c:v>2.5</c:v>
                </c:pt>
                <c:pt idx="684">
                  <c:v>2.5</c:v>
                </c:pt>
                <c:pt idx="685">
                  <c:v>2.5</c:v>
                </c:pt>
                <c:pt idx="686">
                  <c:v>2.5</c:v>
                </c:pt>
                <c:pt idx="687">
                  <c:v>2.5</c:v>
                </c:pt>
                <c:pt idx="688">
                  <c:v>2.5</c:v>
                </c:pt>
                <c:pt idx="689">
                  <c:v>2.5</c:v>
                </c:pt>
                <c:pt idx="690">
                  <c:v>2.5</c:v>
                </c:pt>
                <c:pt idx="691">
                  <c:v>2.5</c:v>
                </c:pt>
                <c:pt idx="692">
                  <c:v>2.5</c:v>
                </c:pt>
                <c:pt idx="693">
                  <c:v>2.5</c:v>
                </c:pt>
                <c:pt idx="694">
                  <c:v>2.5</c:v>
                </c:pt>
                <c:pt idx="695">
                  <c:v>2.5</c:v>
                </c:pt>
                <c:pt idx="696">
                  <c:v>2.5</c:v>
                </c:pt>
                <c:pt idx="697">
                  <c:v>2.5</c:v>
                </c:pt>
                <c:pt idx="698">
                  <c:v>2.5</c:v>
                </c:pt>
                <c:pt idx="699">
                  <c:v>2.5</c:v>
                </c:pt>
                <c:pt idx="700">
                  <c:v>2.8</c:v>
                </c:pt>
                <c:pt idx="701">
                  <c:v>2.8</c:v>
                </c:pt>
                <c:pt idx="702">
                  <c:v>2.8</c:v>
                </c:pt>
                <c:pt idx="703">
                  <c:v>2.8</c:v>
                </c:pt>
                <c:pt idx="704">
                  <c:v>2.8</c:v>
                </c:pt>
                <c:pt idx="705">
                  <c:v>2.8</c:v>
                </c:pt>
                <c:pt idx="706">
                  <c:v>2.8</c:v>
                </c:pt>
                <c:pt idx="707">
                  <c:v>2.8</c:v>
                </c:pt>
                <c:pt idx="708">
                  <c:v>2.8</c:v>
                </c:pt>
                <c:pt idx="709">
                  <c:v>2.8</c:v>
                </c:pt>
                <c:pt idx="710">
                  <c:v>2.8</c:v>
                </c:pt>
                <c:pt idx="711">
                  <c:v>2.8</c:v>
                </c:pt>
                <c:pt idx="712">
                  <c:v>2.8</c:v>
                </c:pt>
                <c:pt idx="713">
                  <c:v>2.8</c:v>
                </c:pt>
                <c:pt idx="714">
                  <c:v>2.8</c:v>
                </c:pt>
                <c:pt idx="715">
                  <c:v>2.8</c:v>
                </c:pt>
                <c:pt idx="716">
                  <c:v>2.8</c:v>
                </c:pt>
                <c:pt idx="717">
                  <c:v>2.8</c:v>
                </c:pt>
                <c:pt idx="718">
                  <c:v>2.8</c:v>
                </c:pt>
                <c:pt idx="719">
                  <c:v>2.8</c:v>
                </c:pt>
                <c:pt idx="720">
                  <c:v>2.8</c:v>
                </c:pt>
                <c:pt idx="721">
                  <c:v>2.8</c:v>
                </c:pt>
                <c:pt idx="722">
                  <c:v>2.8</c:v>
                </c:pt>
                <c:pt idx="723">
                  <c:v>2.8</c:v>
                </c:pt>
                <c:pt idx="724">
                  <c:v>2.8</c:v>
                </c:pt>
                <c:pt idx="725">
                  <c:v>2.8</c:v>
                </c:pt>
                <c:pt idx="726">
                  <c:v>2.8</c:v>
                </c:pt>
                <c:pt idx="727">
                  <c:v>2.8</c:v>
                </c:pt>
                <c:pt idx="728">
                  <c:v>2.8</c:v>
                </c:pt>
                <c:pt idx="729">
                  <c:v>2.8</c:v>
                </c:pt>
                <c:pt idx="730">
                  <c:v>2.1</c:v>
                </c:pt>
                <c:pt idx="731">
                  <c:v>2.1</c:v>
                </c:pt>
                <c:pt idx="732">
                  <c:v>2.1</c:v>
                </c:pt>
                <c:pt idx="733">
                  <c:v>2.1</c:v>
                </c:pt>
                <c:pt idx="734">
                  <c:v>2.1</c:v>
                </c:pt>
                <c:pt idx="735">
                  <c:v>2.1</c:v>
                </c:pt>
                <c:pt idx="736">
                  <c:v>2.1</c:v>
                </c:pt>
                <c:pt idx="737">
                  <c:v>2.1</c:v>
                </c:pt>
                <c:pt idx="738">
                  <c:v>2.1</c:v>
                </c:pt>
                <c:pt idx="739">
                  <c:v>2.1</c:v>
                </c:pt>
                <c:pt idx="740">
                  <c:v>2.1</c:v>
                </c:pt>
                <c:pt idx="741">
                  <c:v>2.1</c:v>
                </c:pt>
                <c:pt idx="742">
                  <c:v>2.1</c:v>
                </c:pt>
                <c:pt idx="743">
                  <c:v>2.1</c:v>
                </c:pt>
                <c:pt idx="744">
                  <c:v>2.1</c:v>
                </c:pt>
                <c:pt idx="745">
                  <c:v>2.1</c:v>
                </c:pt>
                <c:pt idx="746">
                  <c:v>2.1</c:v>
                </c:pt>
                <c:pt idx="747">
                  <c:v>2.1</c:v>
                </c:pt>
                <c:pt idx="748">
                  <c:v>2.1</c:v>
                </c:pt>
                <c:pt idx="749">
                  <c:v>2.1</c:v>
                </c:pt>
                <c:pt idx="750">
                  <c:v>2.1</c:v>
                </c:pt>
                <c:pt idx="751">
                  <c:v>2.1</c:v>
                </c:pt>
                <c:pt idx="752">
                  <c:v>2.1</c:v>
                </c:pt>
                <c:pt idx="753">
                  <c:v>2.1</c:v>
                </c:pt>
                <c:pt idx="754">
                  <c:v>2.1</c:v>
                </c:pt>
                <c:pt idx="755">
                  <c:v>2.1</c:v>
                </c:pt>
                <c:pt idx="756">
                  <c:v>2.1</c:v>
                </c:pt>
                <c:pt idx="757">
                  <c:v>2.1</c:v>
                </c:pt>
                <c:pt idx="758">
                  <c:v>2.1</c:v>
                </c:pt>
                <c:pt idx="759">
                  <c:v>2.1</c:v>
                </c:pt>
                <c:pt idx="760">
                  <c:v>2.1</c:v>
                </c:pt>
                <c:pt idx="761">
                  <c:v>1.6</c:v>
                </c:pt>
                <c:pt idx="762">
                  <c:v>1.6</c:v>
                </c:pt>
                <c:pt idx="763">
                  <c:v>1.6</c:v>
                </c:pt>
                <c:pt idx="764">
                  <c:v>1.6</c:v>
                </c:pt>
                <c:pt idx="765">
                  <c:v>1.6</c:v>
                </c:pt>
                <c:pt idx="766">
                  <c:v>1.6</c:v>
                </c:pt>
                <c:pt idx="767">
                  <c:v>1.6</c:v>
                </c:pt>
                <c:pt idx="768">
                  <c:v>1.6</c:v>
                </c:pt>
                <c:pt idx="769">
                  <c:v>1.6</c:v>
                </c:pt>
                <c:pt idx="770">
                  <c:v>1.6</c:v>
                </c:pt>
                <c:pt idx="771">
                  <c:v>1.6</c:v>
                </c:pt>
                <c:pt idx="772">
                  <c:v>1.6</c:v>
                </c:pt>
                <c:pt idx="773">
                  <c:v>1.6</c:v>
                </c:pt>
                <c:pt idx="774">
                  <c:v>1.6</c:v>
                </c:pt>
                <c:pt idx="775">
                  <c:v>1.6</c:v>
                </c:pt>
                <c:pt idx="776">
                  <c:v>1.6</c:v>
                </c:pt>
                <c:pt idx="777">
                  <c:v>1.6</c:v>
                </c:pt>
                <c:pt idx="778">
                  <c:v>1.6</c:v>
                </c:pt>
                <c:pt idx="779">
                  <c:v>1.6</c:v>
                </c:pt>
                <c:pt idx="780">
                  <c:v>1.6</c:v>
                </c:pt>
                <c:pt idx="781">
                  <c:v>1.6</c:v>
                </c:pt>
                <c:pt idx="782">
                  <c:v>1.6</c:v>
                </c:pt>
                <c:pt idx="783">
                  <c:v>1.6</c:v>
                </c:pt>
                <c:pt idx="784">
                  <c:v>1.6</c:v>
                </c:pt>
                <c:pt idx="785">
                  <c:v>1.6</c:v>
                </c:pt>
                <c:pt idx="786">
                  <c:v>1.6</c:v>
                </c:pt>
                <c:pt idx="787">
                  <c:v>1.6</c:v>
                </c:pt>
                <c:pt idx="788">
                  <c:v>1.6</c:v>
                </c:pt>
                <c:pt idx="789">
                  <c:v>1.6</c:v>
                </c:pt>
                <c:pt idx="790">
                  <c:v>1.6</c:v>
                </c:pt>
                <c:pt idx="791">
                  <c:v>1.8</c:v>
                </c:pt>
                <c:pt idx="792">
                  <c:v>1.8</c:v>
                </c:pt>
                <c:pt idx="793">
                  <c:v>1.8</c:v>
                </c:pt>
                <c:pt idx="794">
                  <c:v>1.8</c:v>
                </c:pt>
                <c:pt idx="795">
                  <c:v>1.8</c:v>
                </c:pt>
                <c:pt idx="796">
                  <c:v>1.8</c:v>
                </c:pt>
                <c:pt idx="797">
                  <c:v>1.8</c:v>
                </c:pt>
                <c:pt idx="798">
                  <c:v>1.8</c:v>
                </c:pt>
                <c:pt idx="799">
                  <c:v>1.8</c:v>
                </c:pt>
                <c:pt idx="800">
                  <c:v>1.8</c:v>
                </c:pt>
                <c:pt idx="801">
                  <c:v>1.8</c:v>
                </c:pt>
                <c:pt idx="802">
                  <c:v>1.8</c:v>
                </c:pt>
                <c:pt idx="803">
                  <c:v>1.8</c:v>
                </c:pt>
                <c:pt idx="804">
                  <c:v>1.8</c:v>
                </c:pt>
                <c:pt idx="805">
                  <c:v>1.8</c:v>
                </c:pt>
                <c:pt idx="806">
                  <c:v>1.8</c:v>
                </c:pt>
                <c:pt idx="807">
                  <c:v>1.8</c:v>
                </c:pt>
                <c:pt idx="808">
                  <c:v>1.8</c:v>
                </c:pt>
                <c:pt idx="809">
                  <c:v>1.8</c:v>
                </c:pt>
                <c:pt idx="810">
                  <c:v>1.8</c:v>
                </c:pt>
                <c:pt idx="811">
                  <c:v>1.8</c:v>
                </c:pt>
                <c:pt idx="812">
                  <c:v>1.8</c:v>
                </c:pt>
                <c:pt idx="813">
                  <c:v>1.8</c:v>
                </c:pt>
                <c:pt idx="814">
                  <c:v>1.8</c:v>
                </c:pt>
                <c:pt idx="815">
                  <c:v>1.8</c:v>
                </c:pt>
                <c:pt idx="816">
                  <c:v>1.8</c:v>
                </c:pt>
                <c:pt idx="817">
                  <c:v>1.8</c:v>
                </c:pt>
                <c:pt idx="818">
                  <c:v>1.8</c:v>
                </c:pt>
                <c:pt idx="819">
                  <c:v>1.8</c:v>
                </c:pt>
                <c:pt idx="820">
                  <c:v>1.8</c:v>
                </c:pt>
                <c:pt idx="821">
                  <c:v>1.8</c:v>
                </c:pt>
                <c:pt idx="822">
                  <c:v>2.1</c:v>
                </c:pt>
                <c:pt idx="823">
                  <c:v>2.1</c:v>
                </c:pt>
                <c:pt idx="824">
                  <c:v>2.1</c:v>
                </c:pt>
                <c:pt idx="825">
                  <c:v>2.1</c:v>
                </c:pt>
                <c:pt idx="826">
                  <c:v>2.1</c:v>
                </c:pt>
                <c:pt idx="827">
                  <c:v>2.1</c:v>
                </c:pt>
                <c:pt idx="828">
                  <c:v>2.1</c:v>
                </c:pt>
                <c:pt idx="829">
                  <c:v>2.1</c:v>
                </c:pt>
                <c:pt idx="830">
                  <c:v>2.1</c:v>
                </c:pt>
                <c:pt idx="831">
                  <c:v>2.1</c:v>
                </c:pt>
                <c:pt idx="832">
                  <c:v>2.1</c:v>
                </c:pt>
                <c:pt idx="833">
                  <c:v>2.1</c:v>
                </c:pt>
                <c:pt idx="834">
                  <c:v>2.1</c:v>
                </c:pt>
                <c:pt idx="835">
                  <c:v>2.1</c:v>
                </c:pt>
                <c:pt idx="836">
                  <c:v>2.1</c:v>
                </c:pt>
                <c:pt idx="837">
                  <c:v>2.1</c:v>
                </c:pt>
                <c:pt idx="838">
                  <c:v>2.1</c:v>
                </c:pt>
                <c:pt idx="839">
                  <c:v>2.1</c:v>
                </c:pt>
                <c:pt idx="840">
                  <c:v>2.1</c:v>
                </c:pt>
                <c:pt idx="841">
                  <c:v>2.1</c:v>
                </c:pt>
                <c:pt idx="842">
                  <c:v>2.1</c:v>
                </c:pt>
                <c:pt idx="843">
                  <c:v>2.1</c:v>
                </c:pt>
                <c:pt idx="844">
                  <c:v>2.1</c:v>
                </c:pt>
                <c:pt idx="845">
                  <c:v>2.1</c:v>
                </c:pt>
                <c:pt idx="846">
                  <c:v>2.1</c:v>
                </c:pt>
                <c:pt idx="847">
                  <c:v>2.1</c:v>
                </c:pt>
                <c:pt idx="848">
                  <c:v>2.1</c:v>
                </c:pt>
                <c:pt idx="849">
                  <c:v>2.1</c:v>
                </c:pt>
                <c:pt idx="850">
                  <c:v>2.1</c:v>
                </c:pt>
                <c:pt idx="851">
                  <c:v>2.1</c:v>
                </c:pt>
                <c:pt idx="852">
                  <c:v>2.1</c:v>
                </c:pt>
                <c:pt idx="853">
                  <c:v>1</c:v>
                </c:pt>
                <c:pt idx="854">
                  <c:v>1</c:v>
                </c:pt>
                <c:pt idx="855">
                  <c:v>1</c:v>
                </c:pt>
                <c:pt idx="856">
                  <c:v>1</c:v>
                </c:pt>
                <c:pt idx="857">
                  <c:v>1</c:v>
                </c:pt>
                <c:pt idx="858">
                  <c:v>1</c:v>
                </c:pt>
                <c:pt idx="859">
                  <c:v>1</c:v>
                </c:pt>
                <c:pt idx="860">
                  <c:v>1</c:v>
                </c:pt>
                <c:pt idx="861">
                  <c:v>1</c:v>
                </c:pt>
                <c:pt idx="862">
                  <c:v>1</c:v>
                </c:pt>
                <c:pt idx="863">
                  <c:v>1</c:v>
                </c:pt>
                <c:pt idx="864">
                  <c:v>1</c:v>
                </c:pt>
                <c:pt idx="865">
                  <c:v>1</c:v>
                </c:pt>
                <c:pt idx="866">
                  <c:v>1</c:v>
                </c:pt>
                <c:pt idx="867">
                  <c:v>1</c:v>
                </c:pt>
                <c:pt idx="868">
                  <c:v>1</c:v>
                </c:pt>
                <c:pt idx="869">
                  <c:v>1</c:v>
                </c:pt>
                <c:pt idx="870">
                  <c:v>1</c:v>
                </c:pt>
                <c:pt idx="871">
                  <c:v>1</c:v>
                </c:pt>
                <c:pt idx="872">
                  <c:v>1</c:v>
                </c:pt>
                <c:pt idx="873">
                  <c:v>1</c:v>
                </c:pt>
                <c:pt idx="874">
                  <c:v>1</c:v>
                </c:pt>
                <c:pt idx="875">
                  <c:v>1</c:v>
                </c:pt>
                <c:pt idx="876">
                  <c:v>1</c:v>
                </c:pt>
                <c:pt idx="877">
                  <c:v>1</c:v>
                </c:pt>
                <c:pt idx="878">
                  <c:v>1</c:v>
                </c:pt>
                <c:pt idx="879">
                  <c:v>1</c:v>
                </c:pt>
                <c:pt idx="880">
                  <c:v>1</c:v>
                </c:pt>
                <c:pt idx="881">
                  <c:v>0.7</c:v>
                </c:pt>
                <c:pt idx="882">
                  <c:v>0.7</c:v>
                </c:pt>
                <c:pt idx="883">
                  <c:v>0.7</c:v>
                </c:pt>
                <c:pt idx="884">
                  <c:v>0.7</c:v>
                </c:pt>
                <c:pt idx="885">
                  <c:v>0.7</c:v>
                </c:pt>
                <c:pt idx="886">
                  <c:v>0.7</c:v>
                </c:pt>
                <c:pt idx="887">
                  <c:v>0.7</c:v>
                </c:pt>
                <c:pt idx="888">
                  <c:v>0.7</c:v>
                </c:pt>
                <c:pt idx="889">
                  <c:v>0.7</c:v>
                </c:pt>
                <c:pt idx="890">
                  <c:v>0.7</c:v>
                </c:pt>
                <c:pt idx="891">
                  <c:v>0.7</c:v>
                </c:pt>
                <c:pt idx="892">
                  <c:v>0.7</c:v>
                </c:pt>
                <c:pt idx="893">
                  <c:v>0.7</c:v>
                </c:pt>
                <c:pt idx="894">
                  <c:v>0.7</c:v>
                </c:pt>
                <c:pt idx="895">
                  <c:v>0.7</c:v>
                </c:pt>
                <c:pt idx="896">
                  <c:v>0.7</c:v>
                </c:pt>
                <c:pt idx="897">
                  <c:v>0.7</c:v>
                </c:pt>
                <c:pt idx="898">
                  <c:v>0.7</c:v>
                </c:pt>
                <c:pt idx="899">
                  <c:v>0.7</c:v>
                </c:pt>
                <c:pt idx="900">
                  <c:v>0.7</c:v>
                </c:pt>
                <c:pt idx="901">
                  <c:v>0.7</c:v>
                </c:pt>
                <c:pt idx="902">
                  <c:v>0.7</c:v>
                </c:pt>
                <c:pt idx="903">
                  <c:v>0.7</c:v>
                </c:pt>
                <c:pt idx="904">
                  <c:v>0.7</c:v>
                </c:pt>
                <c:pt idx="905">
                  <c:v>0.7</c:v>
                </c:pt>
                <c:pt idx="906">
                  <c:v>0.7</c:v>
                </c:pt>
                <c:pt idx="907">
                  <c:v>0.7</c:v>
                </c:pt>
                <c:pt idx="908">
                  <c:v>0.7</c:v>
                </c:pt>
                <c:pt idx="909">
                  <c:v>0.7</c:v>
                </c:pt>
                <c:pt idx="910">
                  <c:v>0.7</c:v>
                </c:pt>
                <c:pt idx="911">
                  <c:v>0.7</c:v>
                </c:pt>
                <c:pt idx="912">
                  <c:v>0.1</c:v>
                </c:pt>
                <c:pt idx="913">
                  <c:v>0.1</c:v>
                </c:pt>
                <c:pt idx="914">
                  <c:v>0.1</c:v>
                </c:pt>
                <c:pt idx="915">
                  <c:v>0.1</c:v>
                </c:pt>
                <c:pt idx="916">
                  <c:v>0.1</c:v>
                </c:pt>
                <c:pt idx="917">
                  <c:v>0.1</c:v>
                </c:pt>
                <c:pt idx="918">
                  <c:v>0.1</c:v>
                </c:pt>
                <c:pt idx="919">
                  <c:v>0.1</c:v>
                </c:pt>
                <c:pt idx="920">
                  <c:v>0.1</c:v>
                </c:pt>
                <c:pt idx="921">
                  <c:v>0.1</c:v>
                </c:pt>
                <c:pt idx="922">
                  <c:v>0.1</c:v>
                </c:pt>
                <c:pt idx="923">
                  <c:v>0.1</c:v>
                </c:pt>
                <c:pt idx="924">
                  <c:v>0.1</c:v>
                </c:pt>
                <c:pt idx="925">
                  <c:v>0.1</c:v>
                </c:pt>
                <c:pt idx="926">
                  <c:v>0.1</c:v>
                </c:pt>
                <c:pt idx="927">
                  <c:v>0.1</c:v>
                </c:pt>
                <c:pt idx="928">
                  <c:v>0.1</c:v>
                </c:pt>
                <c:pt idx="929">
                  <c:v>0.1</c:v>
                </c:pt>
                <c:pt idx="930">
                  <c:v>0.1</c:v>
                </c:pt>
                <c:pt idx="931">
                  <c:v>0.1</c:v>
                </c:pt>
                <c:pt idx="932">
                  <c:v>0.1</c:v>
                </c:pt>
                <c:pt idx="933">
                  <c:v>0.1</c:v>
                </c:pt>
                <c:pt idx="934">
                  <c:v>0.1</c:v>
                </c:pt>
                <c:pt idx="935">
                  <c:v>0.1</c:v>
                </c:pt>
                <c:pt idx="936">
                  <c:v>0.1</c:v>
                </c:pt>
                <c:pt idx="937">
                  <c:v>0.1</c:v>
                </c:pt>
                <c:pt idx="938">
                  <c:v>0.1</c:v>
                </c:pt>
                <c:pt idx="939">
                  <c:v>0.1</c:v>
                </c:pt>
                <c:pt idx="940">
                  <c:v>0.1</c:v>
                </c:pt>
                <c:pt idx="941">
                  <c:v>0.1</c:v>
                </c:pt>
                <c:pt idx="942">
                  <c:v>0.2</c:v>
                </c:pt>
                <c:pt idx="943">
                  <c:v>0.2</c:v>
                </c:pt>
                <c:pt idx="944">
                  <c:v>0.2</c:v>
                </c:pt>
                <c:pt idx="945">
                  <c:v>0.2</c:v>
                </c:pt>
                <c:pt idx="946">
                  <c:v>0.2</c:v>
                </c:pt>
                <c:pt idx="947">
                  <c:v>0.2</c:v>
                </c:pt>
                <c:pt idx="948">
                  <c:v>0.2</c:v>
                </c:pt>
                <c:pt idx="949">
                  <c:v>0.2</c:v>
                </c:pt>
                <c:pt idx="950">
                  <c:v>0.2</c:v>
                </c:pt>
                <c:pt idx="951">
                  <c:v>0.2</c:v>
                </c:pt>
                <c:pt idx="952">
                  <c:v>0.2</c:v>
                </c:pt>
                <c:pt idx="953">
                  <c:v>0.2</c:v>
                </c:pt>
                <c:pt idx="954">
                  <c:v>0.2</c:v>
                </c:pt>
                <c:pt idx="955">
                  <c:v>0.2</c:v>
                </c:pt>
                <c:pt idx="956">
                  <c:v>0.2</c:v>
                </c:pt>
                <c:pt idx="957">
                  <c:v>0.2</c:v>
                </c:pt>
                <c:pt idx="958">
                  <c:v>0.2</c:v>
                </c:pt>
                <c:pt idx="959">
                  <c:v>0.2</c:v>
                </c:pt>
                <c:pt idx="960">
                  <c:v>0.2</c:v>
                </c:pt>
                <c:pt idx="961">
                  <c:v>0.2</c:v>
                </c:pt>
                <c:pt idx="962">
                  <c:v>0.2</c:v>
                </c:pt>
                <c:pt idx="963">
                  <c:v>0.2</c:v>
                </c:pt>
                <c:pt idx="964">
                  <c:v>0.2</c:v>
                </c:pt>
                <c:pt idx="965">
                  <c:v>0.2</c:v>
                </c:pt>
                <c:pt idx="966">
                  <c:v>0.2</c:v>
                </c:pt>
                <c:pt idx="967">
                  <c:v>0.2</c:v>
                </c:pt>
                <c:pt idx="968">
                  <c:v>0.2</c:v>
                </c:pt>
                <c:pt idx="969">
                  <c:v>0.2</c:v>
                </c:pt>
                <c:pt idx="970">
                  <c:v>0.2</c:v>
                </c:pt>
                <c:pt idx="971">
                  <c:v>0.2</c:v>
                </c:pt>
                <c:pt idx="972">
                  <c:v>0.2</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-0.3</c:v>
                </c:pt>
                <c:pt idx="1004">
                  <c:v>-0.3</c:v>
                </c:pt>
                <c:pt idx="1005">
                  <c:v>-0.3</c:v>
                </c:pt>
                <c:pt idx="1006">
                  <c:v>-0.3</c:v>
                </c:pt>
                <c:pt idx="1007">
                  <c:v>-0.3</c:v>
                </c:pt>
                <c:pt idx="1008">
                  <c:v>-0.3</c:v>
                </c:pt>
                <c:pt idx="1009">
                  <c:v>-0.3</c:v>
                </c:pt>
                <c:pt idx="1010">
                  <c:v>-0.3</c:v>
                </c:pt>
                <c:pt idx="1011">
                  <c:v>-0.3</c:v>
                </c:pt>
                <c:pt idx="1012">
                  <c:v>-0.3</c:v>
                </c:pt>
                <c:pt idx="1013">
                  <c:v>-0.3</c:v>
                </c:pt>
                <c:pt idx="1014">
                  <c:v>-0.3</c:v>
                </c:pt>
                <c:pt idx="1015">
                  <c:v>-0.3</c:v>
                </c:pt>
                <c:pt idx="1016">
                  <c:v>-0.3</c:v>
                </c:pt>
                <c:pt idx="1017">
                  <c:v>-0.3</c:v>
                </c:pt>
                <c:pt idx="1018">
                  <c:v>-0.3</c:v>
                </c:pt>
                <c:pt idx="1019">
                  <c:v>-0.3</c:v>
                </c:pt>
                <c:pt idx="1020">
                  <c:v>-0.3</c:v>
                </c:pt>
                <c:pt idx="1021">
                  <c:v>-0.3</c:v>
                </c:pt>
                <c:pt idx="1022">
                  <c:v>-0.3</c:v>
                </c:pt>
                <c:pt idx="1023">
                  <c:v>-0.3</c:v>
                </c:pt>
                <c:pt idx="1024">
                  <c:v>-0.3</c:v>
                </c:pt>
                <c:pt idx="1025">
                  <c:v>-0.3</c:v>
                </c:pt>
                <c:pt idx="1026">
                  <c:v>-0.3</c:v>
                </c:pt>
                <c:pt idx="1027">
                  <c:v>-0.3</c:v>
                </c:pt>
                <c:pt idx="1028">
                  <c:v>-0.3</c:v>
                </c:pt>
                <c:pt idx="1029">
                  <c:v>-0.3</c:v>
                </c:pt>
                <c:pt idx="1030">
                  <c:v>-0.3</c:v>
                </c:pt>
                <c:pt idx="1031">
                  <c:v>-0.3</c:v>
                </c:pt>
                <c:pt idx="1032">
                  <c:v>-0.3</c:v>
                </c:pt>
                <c:pt idx="1033">
                  <c:v>-0.3</c:v>
                </c:pt>
                <c:pt idx="1034">
                  <c:v>0.1</c:v>
                </c:pt>
                <c:pt idx="1035">
                  <c:v>0.1</c:v>
                </c:pt>
                <c:pt idx="1036">
                  <c:v>0.1</c:v>
                </c:pt>
                <c:pt idx="1037">
                  <c:v>0.1</c:v>
                </c:pt>
                <c:pt idx="1038">
                  <c:v>0.1</c:v>
                </c:pt>
                <c:pt idx="1039">
                  <c:v>0.1</c:v>
                </c:pt>
                <c:pt idx="1040">
                  <c:v>0.1</c:v>
                </c:pt>
                <c:pt idx="1041">
                  <c:v>0.1</c:v>
                </c:pt>
                <c:pt idx="1042">
                  <c:v>0.1</c:v>
                </c:pt>
                <c:pt idx="1043">
                  <c:v>0.1</c:v>
                </c:pt>
                <c:pt idx="1044">
                  <c:v>0.1</c:v>
                </c:pt>
                <c:pt idx="1045">
                  <c:v>0.1</c:v>
                </c:pt>
                <c:pt idx="1046">
                  <c:v>0.1</c:v>
                </c:pt>
                <c:pt idx="1047">
                  <c:v>0.1</c:v>
                </c:pt>
                <c:pt idx="1048">
                  <c:v>0.1</c:v>
                </c:pt>
                <c:pt idx="1049">
                  <c:v>0.1</c:v>
                </c:pt>
                <c:pt idx="1050">
                  <c:v>0.1</c:v>
                </c:pt>
                <c:pt idx="1051">
                  <c:v>0.1</c:v>
                </c:pt>
                <c:pt idx="1052">
                  <c:v>0.1</c:v>
                </c:pt>
                <c:pt idx="1053">
                  <c:v>0.1</c:v>
                </c:pt>
                <c:pt idx="1054">
                  <c:v>0.1</c:v>
                </c:pt>
                <c:pt idx="1055">
                  <c:v>0.1</c:v>
                </c:pt>
                <c:pt idx="1056">
                  <c:v>0.1</c:v>
                </c:pt>
                <c:pt idx="1057">
                  <c:v>0.1</c:v>
                </c:pt>
                <c:pt idx="1058">
                  <c:v>0.1</c:v>
                </c:pt>
                <c:pt idx="1059">
                  <c:v>0.1</c:v>
                </c:pt>
                <c:pt idx="1060">
                  <c:v>0.1</c:v>
                </c:pt>
                <c:pt idx="1061">
                  <c:v>0.1</c:v>
                </c:pt>
                <c:pt idx="1062">
                  <c:v>0.1</c:v>
                </c:pt>
                <c:pt idx="1063">
                  <c:v>0.1</c:v>
                </c:pt>
                <c:pt idx="1064">
                  <c:v>0.1</c:v>
                </c:pt>
                <c:pt idx="1065">
                  <c:v>0</c:v>
                </c:pt>
                <c:pt idx="1066">
                  <c:v>0</c:v>
                </c:pt>
                <c:pt idx="1067">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-0.2</c:v>
                </c:pt>
                <c:pt idx="1096">
                  <c:v>-0.2</c:v>
                </c:pt>
                <c:pt idx="1097">
                  <c:v>-0.2</c:v>
                </c:pt>
                <c:pt idx="1098">
                  <c:v>-0.2</c:v>
                </c:pt>
                <c:pt idx="1099">
                  <c:v>-0.2</c:v>
                </c:pt>
                <c:pt idx="1100">
                  <c:v>-0.2</c:v>
                </c:pt>
                <c:pt idx="1101">
                  <c:v>-0.2</c:v>
                </c:pt>
                <c:pt idx="1102">
                  <c:v>-0.2</c:v>
                </c:pt>
                <c:pt idx="1103">
                  <c:v>-0.2</c:v>
                </c:pt>
                <c:pt idx="1104">
                  <c:v>-0.2</c:v>
                </c:pt>
                <c:pt idx="1105">
                  <c:v>-0.2</c:v>
                </c:pt>
                <c:pt idx="1106">
                  <c:v>-0.2</c:v>
                </c:pt>
                <c:pt idx="1107">
                  <c:v>-0.2</c:v>
                </c:pt>
                <c:pt idx="1108">
                  <c:v>-0.2</c:v>
                </c:pt>
                <c:pt idx="1109">
                  <c:v>-0.2</c:v>
                </c:pt>
                <c:pt idx="1110">
                  <c:v>-0.2</c:v>
                </c:pt>
                <c:pt idx="1111">
                  <c:v>-0.2</c:v>
                </c:pt>
                <c:pt idx="1112">
                  <c:v>-0.2</c:v>
                </c:pt>
                <c:pt idx="1113">
                  <c:v>-0.2</c:v>
                </c:pt>
                <c:pt idx="1114">
                  <c:v>-0.2</c:v>
                </c:pt>
                <c:pt idx="1115">
                  <c:v>-0.2</c:v>
                </c:pt>
                <c:pt idx="1116">
                  <c:v>-0.2</c:v>
                </c:pt>
                <c:pt idx="1117">
                  <c:v>-0.2</c:v>
                </c:pt>
                <c:pt idx="1118">
                  <c:v>-0.2</c:v>
                </c:pt>
                <c:pt idx="1119">
                  <c:v>-0.2</c:v>
                </c:pt>
                <c:pt idx="1120">
                  <c:v>-0.2</c:v>
                </c:pt>
                <c:pt idx="1121">
                  <c:v>-0.2</c:v>
                </c:pt>
                <c:pt idx="1122">
                  <c:v>-0.2</c:v>
                </c:pt>
                <c:pt idx="1123">
                  <c:v>-0.2</c:v>
                </c:pt>
                <c:pt idx="1124">
                  <c:v>-0.2</c:v>
                </c:pt>
                <c:pt idx="1125">
                  <c:v>-0.2</c:v>
                </c:pt>
                <c:pt idx="1126">
                  <c:v>-0.5</c:v>
                </c:pt>
                <c:pt idx="1127">
                  <c:v>-0.5</c:v>
                </c:pt>
                <c:pt idx="1128">
                  <c:v>-0.5</c:v>
                </c:pt>
                <c:pt idx="1129">
                  <c:v>-0.5</c:v>
                </c:pt>
                <c:pt idx="1130">
                  <c:v>-0.5</c:v>
                </c:pt>
                <c:pt idx="1131">
                  <c:v>-0.5</c:v>
                </c:pt>
                <c:pt idx="1132">
                  <c:v>-0.5</c:v>
                </c:pt>
                <c:pt idx="1133">
                  <c:v>-0.5</c:v>
                </c:pt>
                <c:pt idx="1134">
                  <c:v>-0.5</c:v>
                </c:pt>
                <c:pt idx="1135">
                  <c:v>-0.5</c:v>
                </c:pt>
                <c:pt idx="1136">
                  <c:v>-0.5</c:v>
                </c:pt>
                <c:pt idx="1137">
                  <c:v>-0.5</c:v>
                </c:pt>
                <c:pt idx="1138">
                  <c:v>-0.5</c:v>
                </c:pt>
                <c:pt idx="1139">
                  <c:v>-0.5</c:v>
                </c:pt>
                <c:pt idx="1140">
                  <c:v>-0.5</c:v>
                </c:pt>
                <c:pt idx="1141">
                  <c:v>-0.5</c:v>
                </c:pt>
                <c:pt idx="1142">
                  <c:v>-0.5</c:v>
                </c:pt>
                <c:pt idx="1143">
                  <c:v>-0.5</c:v>
                </c:pt>
                <c:pt idx="1144">
                  <c:v>-0.5</c:v>
                </c:pt>
                <c:pt idx="1145">
                  <c:v>-0.5</c:v>
                </c:pt>
                <c:pt idx="1146">
                  <c:v>-0.5</c:v>
                </c:pt>
                <c:pt idx="1147">
                  <c:v>-0.5</c:v>
                </c:pt>
                <c:pt idx="1148">
                  <c:v>-0.5</c:v>
                </c:pt>
                <c:pt idx="1149">
                  <c:v>-0.5</c:v>
                </c:pt>
                <c:pt idx="1150">
                  <c:v>-0.5</c:v>
                </c:pt>
                <c:pt idx="1151">
                  <c:v>-0.5</c:v>
                </c:pt>
                <c:pt idx="1152">
                  <c:v>-0.5</c:v>
                </c:pt>
                <c:pt idx="1153">
                  <c:v>-0.5</c:v>
                </c:pt>
                <c:pt idx="1154">
                  <c:v>-0.5</c:v>
                </c:pt>
                <c:pt idx="1155">
                  <c:v>-0.5</c:v>
                </c:pt>
                <c:pt idx="1156">
                  <c:v>-0.3</c:v>
                </c:pt>
                <c:pt idx="1157">
                  <c:v>-0.3</c:v>
                </c:pt>
                <c:pt idx="1158">
                  <c:v>-0.3</c:v>
                </c:pt>
                <c:pt idx="1159">
                  <c:v>-0.3</c:v>
                </c:pt>
                <c:pt idx="1160">
                  <c:v>-0.3</c:v>
                </c:pt>
                <c:pt idx="1161">
                  <c:v>-0.3</c:v>
                </c:pt>
                <c:pt idx="1162">
                  <c:v>-0.3</c:v>
                </c:pt>
                <c:pt idx="1163">
                  <c:v>-0.3</c:v>
                </c:pt>
                <c:pt idx="1164">
                  <c:v>-0.3</c:v>
                </c:pt>
                <c:pt idx="1165">
                  <c:v>-0.3</c:v>
                </c:pt>
                <c:pt idx="1166">
                  <c:v>-0.3</c:v>
                </c:pt>
                <c:pt idx="1167">
                  <c:v>-0.3</c:v>
                </c:pt>
                <c:pt idx="1168">
                  <c:v>-0.3</c:v>
                </c:pt>
                <c:pt idx="1169">
                  <c:v>-0.3</c:v>
                </c:pt>
                <c:pt idx="1170">
                  <c:v>-0.3</c:v>
                </c:pt>
                <c:pt idx="1171">
                  <c:v>-0.3</c:v>
                </c:pt>
                <c:pt idx="1172">
                  <c:v>-0.3</c:v>
                </c:pt>
                <c:pt idx="1173">
                  <c:v>-0.3</c:v>
                </c:pt>
                <c:pt idx="1174">
                  <c:v>-0.3</c:v>
                </c:pt>
                <c:pt idx="1175">
                  <c:v>-0.3</c:v>
                </c:pt>
                <c:pt idx="1176">
                  <c:v>-0.3</c:v>
                </c:pt>
                <c:pt idx="1177">
                  <c:v>-0.3</c:v>
                </c:pt>
                <c:pt idx="1178">
                  <c:v>-0.3</c:v>
                </c:pt>
                <c:pt idx="1179">
                  <c:v>-0.3</c:v>
                </c:pt>
                <c:pt idx="1180">
                  <c:v>-0.3</c:v>
                </c:pt>
                <c:pt idx="1181">
                  <c:v>-0.3</c:v>
                </c:pt>
                <c:pt idx="1182">
                  <c:v>-0.3</c:v>
                </c:pt>
                <c:pt idx="1183">
                  <c:v>-0.3</c:v>
                </c:pt>
                <c:pt idx="1184">
                  <c:v>-0.3</c:v>
                </c:pt>
                <c:pt idx="1185">
                  <c:v>-0.3</c:v>
                </c:pt>
                <c:pt idx="1186">
                  <c:v>-0.3</c:v>
                </c:pt>
                <c:pt idx="1187">
                  <c:v>-0.8</c:v>
                </c:pt>
                <c:pt idx="1188">
                  <c:v>-0.8</c:v>
                </c:pt>
                <c:pt idx="1189">
                  <c:v>-0.8</c:v>
                </c:pt>
                <c:pt idx="1190">
                  <c:v>-0.8</c:v>
                </c:pt>
                <c:pt idx="1191">
                  <c:v>-0.8</c:v>
                </c:pt>
                <c:pt idx="1192">
                  <c:v>-0.8</c:v>
                </c:pt>
                <c:pt idx="1193">
                  <c:v>-0.8</c:v>
                </c:pt>
                <c:pt idx="1194">
                  <c:v>-0.8</c:v>
                </c:pt>
                <c:pt idx="1195">
                  <c:v>-0.8</c:v>
                </c:pt>
                <c:pt idx="1196">
                  <c:v>-0.8</c:v>
                </c:pt>
                <c:pt idx="1197">
                  <c:v>-0.8</c:v>
                </c:pt>
                <c:pt idx="1198">
                  <c:v>-0.8</c:v>
                </c:pt>
                <c:pt idx="1199">
                  <c:v>-0.8</c:v>
                </c:pt>
                <c:pt idx="1200">
                  <c:v>-0.8</c:v>
                </c:pt>
                <c:pt idx="1201">
                  <c:v>-0.8</c:v>
                </c:pt>
                <c:pt idx="1202">
                  <c:v>-0.8</c:v>
                </c:pt>
                <c:pt idx="1203">
                  <c:v>-0.8</c:v>
                </c:pt>
                <c:pt idx="1204">
                  <c:v>-0.8</c:v>
                </c:pt>
                <c:pt idx="1205">
                  <c:v>-0.8</c:v>
                </c:pt>
                <c:pt idx="1206">
                  <c:v>-0.8</c:v>
                </c:pt>
                <c:pt idx="1207">
                  <c:v>-0.8</c:v>
                </c:pt>
                <c:pt idx="1208">
                  <c:v>-0.8</c:v>
                </c:pt>
                <c:pt idx="1209">
                  <c:v>-0.8</c:v>
                </c:pt>
                <c:pt idx="1210">
                  <c:v>-0.8</c:v>
                </c:pt>
                <c:pt idx="1211">
                  <c:v>-0.8</c:v>
                </c:pt>
                <c:pt idx="1212">
                  <c:v>-0.8</c:v>
                </c:pt>
                <c:pt idx="1213">
                  <c:v>-0.8</c:v>
                </c:pt>
                <c:pt idx="1214">
                  <c:v>-0.8</c:v>
                </c:pt>
                <c:pt idx="1215">
                  <c:v>-0.8</c:v>
                </c:pt>
                <c:pt idx="1216">
                  <c:v>-0.8</c:v>
                </c:pt>
                <c:pt idx="1217">
                  <c:v>-0.8</c:v>
                </c:pt>
                <c:pt idx="1218">
                  <c:v>0.7</c:v>
                </c:pt>
                <c:pt idx="1219">
                  <c:v>0.7</c:v>
                </c:pt>
                <c:pt idx="1220">
                  <c:v>0.7</c:v>
                </c:pt>
                <c:pt idx="1221">
                  <c:v>0.7</c:v>
                </c:pt>
                <c:pt idx="1222">
                  <c:v>0.7</c:v>
                </c:pt>
                <c:pt idx="1223">
                  <c:v>0.7</c:v>
                </c:pt>
                <c:pt idx="1224">
                  <c:v>0.7</c:v>
                </c:pt>
                <c:pt idx="1225">
                  <c:v>0.7</c:v>
                </c:pt>
                <c:pt idx="1226">
                  <c:v>0.7</c:v>
                </c:pt>
                <c:pt idx="1227">
                  <c:v>0.7</c:v>
                </c:pt>
                <c:pt idx="1228">
                  <c:v>0.7</c:v>
                </c:pt>
                <c:pt idx="1229">
                  <c:v>0.7</c:v>
                </c:pt>
                <c:pt idx="1230">
                  <c:v>0.7</c:v>
                </c:pt>
                <c:pt idx="1231">
                  <c:v>0.7</c:v>
                </c:pt>
                <c:pt idx="1232">
                  <c:v>0.7</c:v>
                </c:pt>
                <c:pt idx="1233">
                  <c:v>0.7</c:v>
                </c:pt>
                <c:pt idx="1234">
                  <c:v>0.7</c:v>
                </c:pt>
                <c:pt idx="1235">
                  <c:v>0.7</c:v>
                </c:pt>
                <c:pt idx="1236">
                  <c:v>0.7</c:v>
                </c:pt>
                <c:pt idx="1237">
                  <c:v>0.7</c:v>
                </c:pt>
                <c:pt idx="1238">
                  <c:v>0.7</c:v>
                </c:pt>
                <c:pt idx="1239">
                  <c:v>0.7</c:v>
                </c:pt>
                <c:pt idx="1240">
                  <c:v>0.7</c:v>
                </c:pt>
                <c:pt idx="1241">
                  <c:v>0.7</c:v>
                </c:pt>
                <c:pt idx="1242">
                  <c:v>0.7</c:v>
                </c:pt>
                <c:pt idx="1243">
                  <c:v>0.7</c:v>
                </c:pt>
                <c:pt idx="1244">
                  <c:v>0.7</c:v>
                </c:pt>
                <c:pt idx="1245">
                  <c:v>0.7</c:v>
                </c:pt>
                <c:pt idx="1246">
                  <c:v>0.7</c:v>
                </c:pt>
                <c:pt idx="1247">
                  <c:v>0.1</c:v>
                </c:pt>
                <c:pt idx="1248">
                  <c:v>0.1</c:v>
                </c:pt>
                <c:pt idx="1249">
                  <c:v>0.1</c:v>
                </c:pt>
                <c:pt idx="1250">
                  <c:v>0.1</c:v>
                </c:pt>
                <c:pt idx="1251">
                  <c:v>0.1</c:v>
                </c:pt>
                <c:pt idx="1252">
                  <c:v>0.1</c:v>
                </c:pt>
                <c:pt idx="1253">
                  <c:v>0.1</c:v>
                </c:pt>
                <c:pt idx="1254">
                  <c:v>0.1</c:v>
                </c:pt>
                <c:pt idx="1255">
                  <c:v>0.1</c:v>
                </c:pt>
                <c:pt idx="1256">
                  <c:v>0.1</c:v>
                </c:pt>
                <c:pt idx="1257">
                  <c:v>0.1</c:v>
                </c:pt>
                <c:pt idx="1258">
                  <c:v>0.1</c:v>
                </c:pt>
                <c:pt idx="1259">
                  <c:v>0.1</c:v>
                </c:pt>
                <c:pt idx="1260">
                  <c:v>0.1</c:v>
                </c:pt>
                <c:pt idx="1261">
                  <c:v>0.1</c:v>
                </c:pt>
                <c:pt idx="1262">
                  <c:v>0.1</c:v>
                </c:pt>
                <c:pt idx="1263">
                  <c:v>0.1</c:v>
                </c:pt>
                <c:pt idx="1264">
                  <c:v>0.1</c:v>
                </c:pt>
                <c:pt idx="1265">
                  <c:v>0.1</c:v>
                </c:pt>
                <c:pt idx="1266">
                  <c:v>0.1</c:v>
                </c:pt>
                <c:pt idx="1267">
                  <c:v>0.1</c:v>
                </c:pt>
                <c:pt idx="1268">
                  <c:v>0.1</c:v>
                </c:pt>
                <c:pt idx="1269">
                  <c:v>0.1</c:v>
                </c:pt>
                <c:pt idx="1270">
                  <c:v>0.1</c:v>
                </c:pt>
                <c:pt idx="1271">
                  <c:v>0.1</c:v>
                </c:pt>
                <c:pt idx="1272">
                  <c:v>0.1</c:v>
                </c:pt>
                <c:pt idx="1273">
                  <c:v>0.1</c:v>
                </c:pt>
                <c:pt idx="1274">
                  <c:v>0.1</c:v>
                </c:pt>
                <c:pt idx="1275">
                  <c:v>0.1</c:v>
                </c:pt>
                <c:pt idx="1276">
                  <c:v>0.1</c:v>
                </c:pt>
                <c:pt idx="1277">
                  <c:v>0.1</c:v>
                </c:pt>
                <c:pt idx="1278">
                  <c:v>0.3</c:v>
                </c:pt>
                <c:pt idx="1279">
                  <c:v>0.3</c:v>
                </c:pt>
                <c:pt idx="1280">
                  <c:v>0.3</c:v>
                </c:pt>
                <c:pt idx="1281">
                  <c:v>0.3</c:v>
                </c:pt>
                <c:pt idx="1282">
                  <c:v>0.3</c:v>
                </c:pt>
                <c:pt idx="1283">
                  <c:v>0.3</c:v>
                </c:pt>
                <c:pt idx="1284">
                  <c:v>0.3</c:v>
                </c:pt>
                <c:pt idx="1285">
                  <c:v>0.3</c:v>
                </c:pt>
                <c:pt idx="1286">
                  <c:v>0.3</c:v>
                </c:pt>
                <c:pt idx="1287">
                  <c:v>0.3</c:v>
                </c:pt>
                <c:pt idx="1288">
                  <c:v>0.3</c:v>
                </c:pt>
                <c:pt idx="1289">
                  <c:v>0.3</c:v>
                </c:pt>
                <c:pt idx="1290">
                  <c:v>0.3</c:v>
                </c:pt>
                <c:pt idx="1291">
                  <c:v>0.3</c:v>
                </c:pt>
                <c:pt idx="1292">
                  <c:v>0.3</c:v>
                </c:pt>
                <c:pt idx="1293">
                  <c:v>0.3</c:v>
                </c:pt>
                <c:pt idx="1294">
                  <c:v>0.3</c:v>
                </c:pt>
                <c:pt idx="1295">
                  <c:v>0.3</c:v>
                </c:pt>
                <c:pt idx="1296">
                  <c:v>0.3</c:v>
                </c:pt>
                <c:pt idx="1297">
                  <c:v>0.3</c:v>
                </c:pt>
                <c:pt idx="1298">
                  <c:v>0.3</c:v>
                </c:pt>
                <c:pt idx="1299">
                  <c:v>0.3</c:v>
                </c:pt>
                <c:pt idx="1300">
                  <c:v>0.3</c:v>
                </c:pt>
                <c:pt idx="1301">
                  <c:v>0.3</c:v>
                </c:pt>
                <c:pt idx="1302">
                  <c:v>0.3</c:v>
                </c:pt>
                <c:pt idx="1303">
                  <c:v>0.3</c:v>
                </c:pt>
                <c:pt idx="1304">
                  <c:v>0.3</c:v>
                </c:pt>
                <c:pt idx="1305">
                  <c:v>0.3</c:v>
                </c:pt>
                <c:pt idx="1306">
                  <c:v>0.3</c:v>
                </c:pt>
                <c:pt idx="1307">
                  <c:v>0.3</c:v>
                </c:pt>
                <c:pt idx="1308">
                  <c:v>0.3</c:v>
                </c:pt>
                <c:pt idx="1309">
                  <c:v>0.3</c:v>
                </c:pt>
                <c:pt idx="1310">
                  <c:v>0.3</c:v>
                </c:pt>
                <c:pt idx="1311">
                  <c:v>0.3</c:v>
                </c:pt>
                <c:pt idx="1312">
                  <c:v>0.3</c:v>
                </c:pt>
                <c:pt idx="1313">
                  <c:v>0.3</c:v>
                </c:pt>
                <c:pt idx="1314">
                  <c:v>0.3</c:v>
                </c:pt>
                <c:pt idx="1315">
                  <c:v>0.3</c:v>
                </c:pt>
                <c:pt idx="1316">
                  <c:v>0.3</c:v>
                </c:pt>
                <c:pt idx="1317">
                  <c:v>0.3</c:v>
                </c:pt>
                <c:pt idx="1318">
                  <c:v>0.3</c:v>
                </c:pt>
                <c:pt idx="1319">
                  <c:v>0.3</c:v>
                </c:pt>
                <c:pt idx="1320">
                  <c:v>0.3</c:v>
                </c:pt>
                <c:pt idx="1321">
                  <c:v>0.3</c:v>
                </c:pt>
                <c:pt idx="1322">
                  <c:v>0.3</c:v>
                </c:pt>
                <c:pt idx="1323">
                  <c:v>0.3</c:v>
                </c:pt>
                <c:pt idx="1324">
                  <c:v>0.3</c:v>
                </c:pt>
                <c:pt idx="1325">
                  <c:v>0.3</c:v>
                </c:pt>
                <c:pt idx="1326">
                  <c:v>0.3</c:v>
                </c:pt>
                <c:pt idx="1327">
                  <c:v>0.3</c:v>
                </c:pt>
                <c:pt idx="1328">
                  <c:v>0.3</c:v>
                </c:pt>
                <c:pt idx="1329">
                  <c:v>0.3</c:v>
                </c:pt>
                <c:pt idx="1330">
                  <c:v>0.3</c:v>
                </c:pt>
                <c:pt idx="1331">
                  <c:v>0.3</c:v>
                </c:pt>
                <c:pt idx="1332">
                  <c:v>0.3</c:v>
                </c:pt>
                <c:pt idx="1333">
                  <c:v>0.3</c:v>
                </c:pt>
                <c:pt idx="1334">
                  <c:v>0.3</c:v>
                </c:pt>
                <c:pt idx="1335">
                  <c:v>0.3</c:v>
                </c:pt>
                <c:pt idx="1336">
                  <c:v>0.3</c:v>
                </c:pt>
                <c:pt idx="1337">
                  <c:v>0.3</c:v>
                </c:pt>
                <c:pt idx="1338">
                  <c:v>0.3</c:v>
                </c:pt>
                <c:pt idx="1339">
                  <c:v>0.2</c:v>
                </c:pt>
                <c:pt idx="1340">
                  <c:v>0.2</c:v>
                </c:pt>
                <c:pt idx="1341">
                  <c:v>0.2</c:v>
                </c:pt>
                <c:pt idx="1342">
                  <c:v>0.2</c:v>
                </c:pt>
                <c:pt idx="1343">
                  <c:v>0.2</c:v>
                </c:pt>
                <c:pt idx="1344">
                  <c:v>0.2</c:v>
                </c:pt>
                <c:pt idx="1345">
                  <c:v>0.2</c:v>
                </c:pt>
                <c:pt idx="1346">
                  <c:v>0.2</c:v>
                </c:pt>
                <c:pt idx="1347">
                  <c:v>0.2</c:v>
                </c:pt>
                <c:pt idx="1348">
                  <c:v>0.2</c:v>
                </c:pt>
                <c:pt idx="1349">
                  <c:v>0.2</c:v>
                </c:pt>
                <c:pt idx="1350">
                  <c:v>0.2</c:v>
                </c:pt>
                <c:pt idx="1351">
                  <c:v>0.2</c:v>
                </c:pt>
                <c:pt idx="1352">
                  <c:v>0.2</c:v>
                </c:pt>
                <c:pt idx="1353">
                  <c:v>0.2</c:v>
                </c:pt>
                <c:pt idx="1354">
                  <c:v>0.2</c:v>
                </c:pt>
                <c:pt idx="1355">
                  <c:v>0.2</c:v>
                </c:pt>
                <c:pt idx="1356">
                  <c:v>0.2</c:v>
                </c:pt>
                <c:pt idx="1357">
                  <c:v>0.2</c:v>
                </c:pt>
                <c:pt idx="1358">
                  <c:v>0.2</c:v>
                </c:pt>
                <c:pt idx="1359">
                  <c:v>0.2</c:v>
                </c:pt>
                <c:pt idx="1360">
                  <c:v>0.2</c:v>
                </c:pt>
                <c:pt idx="1361">
                  <c:v>0.2</c:v>
                </c:pt>
                <c:pt idx="1362">
                  <c:v>0.2</c:v>
                </c:pt>
                <c:pt idx="1363">
                  <c:v>0.2</c:v>
                </c:pt>
                <c:pt idx="1364">
                  <c:v>0.2</c:v>
                </c:pt>
                <c:pt idx="1365">
                  <c:v>0.2</c:v>
                </c:pt>
                <c:pt idx="1366">
                  <c:v>0.2</c:v>
                </c:pt>
                <c:pt idx="1367">
                  <c:v>0.2</c:v>
                </c:pt>
                <c:pt idx="1368">
                  <c:v>0.2</c:v>
                </c:pt>
                <c:pt idx="1369">
                  <c:v>0.5</c:v>
                </c:pt>
                <c:pt idx="1370">
                  <c:v>0.5</c:v>
                </c:pt>
                <c:pt idx="1371">
                  <c:v>0.5</c:v>
                </c:pt>
                <c:pt idx="1372">
                  <c:v>0.5</c:v>
                </c:pt>
                <c:pt idx="1373">
                  <c:v>0.5</c:v>
                </c:pt>
                <c:pt idx="1374">
                  <c:v>0.5</c:v>
                </c:pt>
                <c:pt idx="1375">
                  <c:v>0.5</c:v>
                </c:pt>
                <c:pt idx="1376">
                  <c:v>0.5</c:v>
                </c:pt>
                <c:pt idx="1377">
                  <c:v>0.5</c:v>
                </c:pt>
                <c:pt idx="1378">
                  <c:v>0.5</c:v>
                </c:pt>
                <c:pt idx="1379">
                  <c:v>0.5</c:v>
                </c:pt>
                <c:pt idx="1380">
                  <c:v>0.5</c:v>
                </c:pt>
                <c:pt idx="1381">
                  <c:v>0.5</c:v>
                </c:pt>
                <c:pt idx="1382">
                  <c:v>0.5</c:v>
                </c:pt>
                <c:pt idx="1383">
                  <c:v>0.5</c:v>
                </c:pt>
                <c:pt idx="1384">
                  <c:v>0.5</c:v>
                </c:pt>
                <c:pt idx="1385">
                  <c:v>0.5</c:v>
                </c:pt>
                <c:pt idx="1386">
                  <c:v>0.5</c:v>
                </c:pt>
                <c:pt idx="1387">
                  <c:v>0.5</c:v>
                </c:pt>
                <c:pt idx="1388">
                  <c:v>0.5</c:v>
                </c:pt>
                <c:pt idx="1389">
                  <c:v>0.5</c:v>
                </c:pt>
                <c:pt idx="1390">
                  <c:v>0.5</c:v>
                </c:pt>
                <c:pt idx="1391">
                  <c:v>0.5</c:v>
                </c:pt>
                <c:pt idx="1392">
                  <c:v>0.5</c:v>
                </c:pt>
                <c:pt idx="1393">
                  <c:v>0.5</c:v>
                </c:pt>
                <c:pt idx="1394">
                  <c:v>0.5</c:v>
                </c:pt>
                <c:pt idx="1395">
                  <c:v>0.5</c:v>
                </c:pt>
                <c:pt idx="1396">
                  <c:v>0.5</c:v>
                </c:pt>
                <c:pt idx="1397">
                  <c:v>0.5</c:v>
                </c:pt>
                <c:pt idx="1398">
                  <c:v>0.5</c:v>
                </c:pt>
                <c:pt idx="1399">
                  <c:v>0.5</c:v>
                </c:pt>
                <c:pt idx="1400">
                  <c:v>0.6</c:v>
                </c:pt>
                <c:pt idx="1401">
                  <c:v>0.6</c:v>
                </c:pt>
                <c:pt idx="1402">
                  <c:v>0.6</c:v>
                </c:pt>
                <c:pt idx="1403">
                  <c:v>0.6</c:v>
                </c:pt>
                <c:pt idx="1404">
                  <c:v>0.6</c:v>
                </c:pt>
                <c:pt idx="1405">
                  <c:v>0.6</c:v>
                </c:pt>
                <c:pt idx="1406">
                  <c:v>0.6</c:v>
                </c:pt>
                <c:pt idx="1407">
                  <c:v>0.6</c:v>
                </c:pt>
                <c:pt idx="1408">
                  <c:v>0.6</c:v>
                </c:pt>
                <c:pt idx="1409">
                  <c:v>0.6</c:v>
                </c:pt>
                <c:pt idx="1410">
                  <c:v>0.6</c:v>
                </c:pt>
                <c:pt idx="1411">
                  <c:v>0.6</c:v>
                </c:pt>
                <c:pt idx="1412">
                  <c:v>0.6</c:v>
                </c:pt>
                <c:pt idx="1413">
                  <c:v>0.6</c:v>
                </c:pt>
                <c:pt idx="1414">
                  <c:v>0.6</c:v>
                </c:pt>
                <c:pt idx="1415">
                  <c:v>0.6</c:v>
                </c:pt>
                <c:pt idx="1416">
                  <c:v>0.6</c:v>
                </c:pt>
                <c:pt idx="1417">
                  <c:v>0.6</c:v>
                </c:pt>
                <c:pt idx="1418">
                  <c:v>0.6</c:v>
                </c:pt>
                <c:pt idx="1419">
                  <c:v>0.6</c:v>
                </c:pt>
                <c:pt idx="1420">
                  <c:v>0.6</c:v>
                </c:pt>
                <c:pt idx="1421">
                  <c:v>0.6</c:v>
                </c:pt>
                <c:pt idx="1422">
                  <c:v>0.6</c:v>
                </c:pt>
                <c:pt idx="1423">
                  <c:v>0.6</c:v>
                </c:pt>
                <c:pt idx="1424">
                  <c:v>0.6</c:v>
                </c:pt>
                <c:pt idx="1425">
                  <c:v>0.6</c:v>
                </c:pt>
                <c:pt idx="1426">
                  <c:v>0.6</c:v>
                </c:pt>
                <c:pt idx="1427">
                  <c:v>0.6</c:v>
                </c:pt>
                <c:pt idx="1428">
                  <c:v>0.6</c:v>
                </c:pt>
                <c:pt idx="1429">
                  <c:v>0.6</c:v>
                </c:pt>
                <c:pt idx="1430">
                  <c:v>0.6</c:v>
                </c:pt>
                <c:pt idx="1431">
                  <c:v>0.4</c:v>
                </c:pt>
                <c:pt idx="1432">
                  <c:v>0.4</c:v>
                </c:pt>
                <c:pt idx="1433">
                  <c:v>0.4</c:v>
                </c:pt>
                <c:pt idx="1434">
                  <c:v>0.4</c:v>
                </c:pt>
                <c:pt idx="1435">
                  <c:v>0.4</c:v>
                </c:pt>
                <c:pt idx="1436">
                  <c:v>0.4</c:v>
                </c:pt>
                <c:pt idx="1437">
                  <c:v>0.4</c:v>
                </c:pt>
                <c:pt idx="1438">
                  <c:v>0.4</c:v>
                </c:pt>
                <c:pt idx="1439">
                  <c:v>0.4</c:v>
                </c:pt>
                <c:pt idx="1440">
                  <c:v>0.4</c:v>
                </c:pt>
                <c:pt idx="1441">
                  <c:v>0.4</c:v>
                </c:pt>
                <c:pt idx="1442">
                  <c:v>0.4</c:v>
                </c:pt>
                <c:pt idx="1443">
                  <c:v>0.4</c:v>
                </c:pt>
                <c:pt idx="1444">
                  <c:v>0.4</c:v>
                </c:pt>
                <c:pt idx="1445">
                  <c:v>0.4</c:v>
                </c:pt>
                <c:pt idx="1446">
                  <c:v>0.4</c:v>
                </c:pt>
                <c:pt idx="1447">
                  <c:v>0.4</c:v>
                </c:pt>
                <c:pt idx="1448">
                  <c:v>0.4</c:v>
                </c:pt>
                <c:pt idx="1449">
                  <c:v>0.4</c:v>
                </c:pt>
                <c:pt idx="1450">
                  <c:v>0.4</c:v>
                </c:pt>
                <c:pt idx="1451">
                  <c:v>0.4</c:v>
                </c:pt>
                <c:pt idx="1452">
                  <c:v>0.4</c:v>
                </c:pt>
                <c:pt idx="1453">
                  <c:v>0.4</c:v>
                </c:pt>
                <c:pt idx="1454">
                  <c:v>0.4</c:v>
                </c:pt>
                <c:pt idx="1455">
                  <c:v>0.4</c:v>
                </c:pt>
                <c:pt idx="1456">
                  <c:v>0.4</c:v>
                </c:pt>
                <c:pt idx="1457">
                  <c:v>0.4</c:v>
                </c:pt>
                <c:pt idx="1458">
                  <c:v>0.4</c:v>
                </c:pt>
                <c:pt idx="1459">
                  <c:v>0.4</c:v>
                </c:pt>
                <c:pt idx="1460">
                  <c:v>0.4</c:v>
                </c:pt>
                <c:pt idx="1461">
                  <c:v>0.3</c:v>
                </c:pt>
                <c:pt idx="1462">
                  <c:v>0.3</c:v>
                </c:pt>
                <c:pt idx="1463">
                  <c:v>0.3</c:v>
                </c:pt>
                <c:pt idx="1464">
                  <c:v>0.3</c:v>
                </c:pt>
                <c:pt idx="1465">
                  <c:v>0.3</c:v>
                </c:pt>
                <c:pt idx="1466">
                  <c:v>0.3</c:v>
                </c:pt>
                <c:pt idx="1467">
                  <c:v>0.3</c:v>
                </c:pt>
                <c:pt idx="1468">
                  <c:v>0.3</c:v>
                </c:pt>
                <c:pt idx="1469">
                  <c:v>0.3</c:v>
                </c:pt>
                <c:pt idx="1470">
                  <c:v>0.3</c:v>
                </c:pt>
                <c:pt idx="1471">
                  <c:v>0.3</c:v>
                </c:pt>
                <c:pt idx="1472">
                  <c:v>0.3</c:v>
                </c:pt>
                <c:pt idx="1473">
                  <c:v>0.3</c:v>
                </c:pt>
                <c:pt idx="1474">
                  <c:v>0.3</c:v>
                </c:pt>
                <c:pt idx="1475">
                  <c:v>0.3</c:v>
                </c:pt>
                <c:pt idx="1476">
                  <c:v>0.3</c:v>
                </c:pt>
                <c:pt idx="1477">
                  <c:v>0.3</c:v>
                </c:pt>
                <c:pt idx="1478">
                  <c:v>0.3</c:v>
                </c:pt>
                <c:pt idx="1479">
                  <c:v>0.3</c:v>
                </c:pt>
                <c:pt idx="1480">
                  <c:v>0.3</c:v>
                </c:pt>
                <c:pt idx="1481">
                  <c:v>0.3</c:v>
                </c:pt>
                <c:pt idx="1482">
                  <c:v>0.3</c:v>
                </c:pt>
                <c:pt idx="1483">
                  <c:v>0.3</c:v>
                </c:pt>
                <c:pt idx="1484">
                  <c:v>0.3</c:v>
                </c:pt>
                <c:pt idx="1485">
                  <c:v>0.3</c:v>
                </c:pt>
                <c:pt idx="1486">
                  <c:v>0.3</c:v>
                </c:pt>
                <c:pt idx="1487">
                  <c:v>0.3</c:v>
                </c:pt>
                <c:pt idx="1488">
                  <c:v>0.3</c:v>
                </c:pt>
                <c:pt idx="1489">
                  <c:v>0.3</c:v>
                </c:pt>
                <c:pt idx="1490">
                  <c:v>0.3</c:v>
                </c:pt>
                <c:pt idx="1491">
                  <c:v>0.3</c:v>
                </c:pt>
                <c:pt idx="1492">
                  <c:v>0.2</c:v>
                </c:pt>
                <c:pt idx="1493">
                  <c:v>0.2</c:v>
                </c:pt>
                <c:pt idx="1494">
                  <c:v>0.2</c:v>
                </c:pt>
                <c:pt idx="1495">
                  <c:v>0.2</c:v>
                </c:pt>
                <c:pt idx="1496">
                  <c:v>0.2</c:v>
                </c:pt>
                <c:pt idx="1497">
                  <c:v>0.2</c:v>
                </c:pt>
                <c:pt idx="1498">
                  <c:v>0.2</c:v>
                </c:pt>
                <c:pt idx="1499">
                  <c:v>0.2</c:v>
                </c:pt>
                <c:pt idx="1500">
                  <c:v>0.2</c:v>
                </c:pt>
                <c:pt idx="1501">
                  <c:v>0.2</c:v>
                </c:pt>
                <c:pt idx="1502">
                  <c:v>0.2</c:v>
                </c:pt>
                <c:pt idx="1503">
                  <c:v>0.2</c:v>
                </c:pt>
                <c:pt idx="1504">
                  <c:v>0.2</c:v>
                </c:pt>
                <c:pt idx="1505">
                  <c:v>0.2</c:v>
                </c:pt>
                <c:pt idx="1506">
                  <c:v>0.2</c:v>
                </c:pt>
                <c:pt idx="1507">
                  <c:v>0.2</c:v>
                </c:pt>
                <c:pt idx="1508">
                  <c:v>0.2</c:v>
                </c:pt>
                <c:pt idx="1509">
                  <c:v>0.2</c:v>
                </c:pt>
                <c:pt idx="1510">
                  <c:v>0.2</c:v>
                </c:pt>
                <c:pt idx="1511">
                  <c:v>0.2</c:v>
                </c:pt>
                <c:pt idx="1512">
                  <c:v>0.2</c:v>
                </c:pt>
                <c:pt idx="1513">
                  <c:v>0.2</c:v>
                </c:pt>
                <c:pt idx="1514">
                  <c:v>0.2</c:v>
                </c:pt>
                <c:pt idx="1515">
                  <c:v>0.2</c:v>
                </c:pt>
                <c:pt idx="1516">
                  <c:v>0.2</c:v>
                </c:pt>
                <c:pt idx="1517">
                  <c:v>0.2</c:v>
                </c:pt>
                <c:pt idx="1518">
                  <c:v>0.2</c:v>
                </c:pt>
                <c:pt idx="1519">
                  <c:v>0.2</c:v>
                </c:pt>
                <c:pt idx="1520">
                  <c:v>0.2</c:v>
                </c:pt>
                <c:pt idx="1521">
                  <c:v>0.2</c:v>
                </c:pt>
                <c:pt idx="1522">
                  <c:v>0.1</c:v>
                </c:pt>
                <c:pt idx="1523">
                  <c:v>0.1</c:v>
                </c:pt>
                <c:pt idx="1524">
                  <c:v>0.1</c:v>
                </c:pt>
                <c:pt idx="1525">
                  <c:v>0.1</c:v>
                </c:pt>
                <c:pt idx="1526">
                  <c:v>0.1</c:v>
                </c:pt>
                <c:pt idx="1527">
                  <c:v>0.1</c:v>
                </c:pt>
                <c:pt idx="1528">
                  <c:v>0.1</c:v>
                </c:pt>
                <c:pt idx="1529">
                  <c:v>0.1</c:v>
                </c:pt>
                <c:pt idx="1530">
                  <c:v>0.1</c:v>
                </c:pt>
                <c:pt idx="1531">
                  <c:v>0.1</c:v>
                </c:pt>
                <c:pt idx="1532">
                  <c:v>0.1</c:v>
                </c:pt>
                <c:pt idx="1533">
                  <c:v>0.1</c:v>
                </c:pt>
                <c:pt idx="1534">
                  <c:v>0.1</c:v>
                </c:pt>
                <c:pt idx="1535">
                  <c:v>0.1</c:v>
                </c:pt>
                <c:pt idx="1536">
                  <c:v>0.1</c:v>
                </c:pt>
                <c:pt idx="1537">
                  <c:v>0.1</c:v>
                </c:pt>
                <c:pt idx="1538">
                  <c:v>0.1</c:v>
                </c:pt>
                <c:pt idx="1539">
                  <c:v>0.1</c:v>
                </c:pt>
                <c:pt idx="1540">
                  <c:v>0.1</c:v>
                </c:pt>
                <c:pt idx="1541">
                  <c:v>0.1</c:v>
                </c:pt>
                <c:pt idx="1542">
                  <c:v>0.1</c:v>
                </c:pt>
                <c:pt idx="1543">
                  <c:v>0.1</c:v>
                </c:pt>
                <c:pt idx="1544">
                  <c:v>0.1</c:v>
                </c:pt>
                <c:pt idx="1545">
                  <c:v>0.1</c:v>
                </c:pt>
                <c:pt idx="1546">
                  <c:v>0.1</c:v>
                </c:pt>
                <c:pt idx="1547">
                  <c:v>0.1</c:v>
                </c:pt>
                <c:pt idx="1548">
                  <c:v>0.1</c:v>
                </c:pt>
                <c:pt idx="1549">
                  <c:v>0.1</c:v>
                </c:pt>
                <c:pt idx="1550">
                  <c:v>0.1</c:v>
                </c:pt>
                <c:pt idx="1551">
                  <c:v>0.1</c:v>
                </c:pt>
                <c:pt idx="1552">
                  <c:v>0.1</c:v>
                </c:pt>
                <c:pt idx="1553">
                  <c:v>0.5</c:v>
                </c:pt>
                <c:pt idx="1554">
                  <c:v>0.5</c:v>
                </c:pt>
                <c:pt idx="1555">
                  <c:v>0.5</c:v>
                </c:pt>
                <c:pt idx="1556">
                  <c:v>0.5</c:v>
                </c:pt>
                <c:pt idx="1557">
                  <c:v>0.5</c:v>
                </c:pt>
                <c:pt idx="1558">
                  <c:v>0.5</c:v>
                </c:pt>
                <c:pt idx="1559">
                  <c:v>0.5</c:v>
                </c:pt>
                <c:pt idx="1560">
                  <c:v>0.5</c:v>
                </c:pt>
                <c:pt idx="1561">
                  <c:v>0.5</c:v>
                </c:pt>
                <c:pt idx="1562">
                  <c:v>0.5</c:v>
                </c:pt>
                <c:pt idx="1563">
                  <c:v>0.5</c:v>
                </c:pt>
                <c:pt idx="1564">
                  <c:v>0.5</c:v>
                </c:pt>
                <c:pt idx="1565">
                  <c:v>0.5</c:v>
                </c:pt>
                <c:pt idx="1566">
                  <c:v>0.5</c:v>
                </c:pt>
                <c:pt idx="1567">
                  <c:v>0.5</c:v>
                </c:pt>
                <c:pt idx="1568">
                  <c:v>0.5</c:v>
                </c:pt>
                <c:pt idx="1569">
                  <c:v>0.5</c:v>
                </c:pt>
                <c:pt idx="1570">
                  <c:v>0.5</c:v>
                </c:pt>
                <c:pt idx="1571">
                  <c:v>0.5</c:v>
                </c:pt>
                <c:pt idx="1572">
                  <c:v>0.5</c:v>
                </c:pt>
                <c:pt idx="1573">
                  <c:v>0.5</c:v>
                </c:pt>
                <c:pt idx="1574">
                  <c:v>0.5</c:v>
                </c:pt>
                <c:pt idx="1575">
                  <c:v>0.5</c:v>
                </c:pt>
                <c:pt idx="1576">
                  <c:v>0.5</c:v>
                </c:pt>
                <c:pt idx="1577">
                  <c:v>0.5</c:v>
                </c:pt>
                <c:pt idx="1578">
                  <c:v>0.5</c:v>
                </c:pt>
                <c:pt idx="1579">
                  <c:v>0.5</c:v>
                </c:pt>
                <c:pt idx="1580">
                  <c:v>0.5</c:v>
                </c:pt>
                <c:pt idx="1581">
                  <c:v>0.5</c:v>
                </c:pt>
                <c:pt idx="1582">
                  <c:v>0.5</c:v>
                </c:pt>
                <c:pt idx="1583">
                  <c:v>0.5</c:v>
                </c:pt>
                <c:pt idx="1584">
                  <c:v>-0.7</c:v>
                </c:pt>
                <c:pt idx="1585">
                  <c:v>-0.7</c:v>
                </c:pt>
                <c:pt idx="1586">
                  <c:v>-0.7</c:v>
                </c:pt>
                <c:pt idx="1587">
                  <c:v>-0.7</c:v>
                </c:pt>
                <c:pt idx="1588">
                  <c:v>-0.7</c:v>
                </c:pt>
                <c:pt idx="1589">
                  <c:v>-0.7</c:v>
                </c:pt>
                <c:pt idx="1590">
                  <c:v>-0.7</c:v>
                </c:pt>
                <c:pt idx="1591">
                  <c:v>-0.7</c:v>
                </c:pt>
                <c:pt idx="1592">
                  <c:v>-0.7</c:v>
                </c:pt>
                <c:pt idx="1593">
                  <c:v>-0.7</c:v>
                </c:pt>
                <c:pt idx="1594">
                  <c:v>-0.7</c:v>
                </c:pt>
                <c:pt idx="1595">
                  <c:v>-0.7</c:v>
                </c:pt>
                <c:pt idx="1596">
                  <c:v>-0.7</c:v>
                </c:pt>
                <c:pt idx="1597">
                  <c:v>-0.7</c:v>
                </c:pt>
                <c:pt idx="1598">
                  <c:v>-0.7</c:v>
                </c:pt>
                <c:pt idx="1599">
                  <c:v>-0.7</c:v>
                </c:pt>
                <c:pt idx="1600">
                  <c:v>-0.7</c:v>
                </c:pt>
                <c:pt idx="1601">
                  <c:v>-0.7</c:v>
                </c:pt>
                <c:pt idx="1602">
                  <c:v>-0.7</c:v>
                </c:pt>
                <c:pt idx="1603">
                  <c:v>-0.7</c:v>
                </c:pt>
                <c:pt idx="1604">
                  <c:v>-0.7</c:v>
                </c:pt>
                <c:pt idx="1605">
                  <c:v>-0.7</c:v>
                </c:pt>
                <c:pt idx="1606">
                  <c:v>-0.7</c:v>
                </c:pt>
                <c:pt idx="1607">
                  <c:v>-0.7</c:v>
                </c:pt>
                <c:pt idx="1608">
                  <c:v>-0.7</c:v>
                </c:pt>
                <c:pt idx="1609">
                  <c:v>-0.7</c:v>
                </c:pt>
                <c:pt idx="1610">
                  <c:v>-0.7</c:v>
                </c:pt>
                <c:pt idx="1611">
                  <c:v>-0.7</c:v>
                </c:pt>
                <c:pt idx="1612">
                  <c:v>-0.1</c:v>
                </c:pt>
                <c:pt idx="1613">
                  <c:v>-0.1</c:v>
                </c:pt>
                <c:pt idx="1614">
                  <c:v>-0.1</c:v>
                </c:pt>
                <c:pt idx="1615">
                  <c:v>-0.1</c:v>
                </c:pt>
                <c:pt idx="1616">
                  <c:v>-0.1</c:v>
                </c:pt>
                <c:pt idx="1617">
                  <c:v>-0.1</c:v>
                </c:pt>
                <c:pt idx="1618">
                  <c:v>-0.1</c:v>
                </c:pt>
                <c:pt idx="1619">
                  <c:v>-0.1</c:v>
                </c:pt>
                <c:pt idx="1620">
                  <c:v>-0.1</c:v>
                </c:pt>
                <c:pt idx="1621">
                  <c:v>-0.1</c:v>
                </c:pt>
                <c:pt idx="1622">
                  <c:v>-0.1</c:v>
                </c:pt>
                <c:pt idx="1623">
                  <c:v>-0.1</c:v>
                </c:pt>
                <c:pt idx="1624">
                  <c:v>-0.1</c:v>
                </c:pt>
                <c:pt idx="1625">
                  <c:v>-0.1</c:v>
                </c:pt>
                <c:pt idx="1626">
                  <c:v>-0.1</c:v>
                </c:pt>
                <c:pt idx="1627">
                  <c:v>-0.1</c:v>
                </c:pt>
                <c:pt idx="1628">
                  <c:v>-0.1</c:v>
                </c:pt>
                <c:pt idx="1629">
                  <c:v>-0.1</c:v>
                </c:pt>
                <c:pt idx="1630">
                  <c:v>-0.1</c:v>
                </c:pt>
                <c:pt idx="1631">
                  <c:v>-0.1</c:v>
                </c:pt>
                <c:pt idx="1632">
                  <c:v>-0.1</c:v>
                </c:pt>
                <c:pt idx="1633">
                  <c:v>-0.1</c:v>
                </c:pt>
                <c:pt idx="1634">
                  <c:v>-0.1</c:v>
                </c:pt>
                <c:pt idx="1635">
                  <c:v>-0.1</c:v>
                </c:pt>
                <c:pt idx="1636">
                  <c:v>-0.1</c:v>
                </c:pt>
                <c:pt idx="1637">
                  <c:v>-0.1</c:v>
                </c:pt>
                <c:pt idx="1638">
                  <c:v>-0.1</c:v>
                </c:pt>
                <c:pt idx="1639">
                  <c:v>-0.1</c:v>
                </c:pt>
                <c:pt idx="1640">
                  <c:v>-0.1</c:v>
                </c:pt>
                <c:pt idx="1641">
                  <c:v>-0.1</c:v>
                </c:pt>
                <c:pt idx="1642">
                  <c:v>-0.1</c:v>
                </c:pt>
                <c:pt idx="1643">
                  <c:v>-0.1</c:v>
                </c:pt>
                <c:pt idx="1644">
                  <c:v>-0.1</c:v>
                </c:pt>
                <c:pt idx="1645">
                  <c:v>-0.1</c:v>
                </c:pt>
                <c:pt idx="1646">
                  <c:v>-0.1</c:v>
                </c:pt>
                <c:pt idx="1647">
                  <c:v>-0.1</c:v>
                </c:pt>
                <c:pt idx="1648">
                  <c:v>-0.1</c:v>
                </c:pt>
                <c:pt idx="1649">
                  <c:v>-0.1</c:v>
                </c:pt>
                <c:pt idx="1650">
                  <c:v>-0.1</c:v>
                </c:pt>
                <c:pt idx="1651">
                  <c:v>-0.1</c:v>
                </c:pt>
                <c:pt idx="1652">
                  <c:v>-0.1</c:v>
                </c:pt>
                <c:pt idx="1653">
                  <c:v>-0.1</c:v>
                </c:pt>
                <c:pt idx="1654">
                  <c:v>-0.1</c:v>
                </c:pt>
                <c:pt idx="1655">
                  <c:v>-0.1</c:v>
                </c:pt>
                <c:pt idx="1656">
                  <c:v>-0.1</c:v>
                </c:pt>
                <c:pt idx="1657">
                  <c:v>-0.1</c:v>
                </c:pt>
                <c:pt idx="1658">
                  <c:v>-0.1</c:v>
                </c:pt>
                <c:pt idx="1659">
                  <c:v>-0.1</c:v>
                </c:pt>
                <c:pt idx="1660">
                  <c:v>-0.1</c:v>
                </c:pt>
                <c:pt idx="1661">
                  <c:v>-0.1</c:v>
                </c:pt>
                <c:pt idx="1662">
                  <c:v>-0.1</c:v>
                </c:pt>
                <c:pt idx="1663">
                  <c:v>-0.1</c:v>
                </c:pt>
                <c:pt idx="1664">
                  <c:v>-0.1</c:v>
                </c:pt>
                <c:pt idx="1665">
                  <c:v>-0.1</c:v>
                </c:pt>
                <c:pt idx="1666">
                  <c:v>-0.1</c:v>
                </c:pt>
                <c:pt idx="1667">
                  <c:v>-0.1</c:v>
                </c:pt>
                <c:pt idx="1668">
                  <c:v>-0.1</c:v>
                </c:pt>
                <c:pt idx="1669">
                  <c:v>-0.1</c:v>
                </c:pt>
                <c:pt idx="1670">
                  <c:v>-0.1</c:v>
                </c:pt>
                <c:pt idx="1671">
                  <c:v>-0.1</c:v>
                </c:pt>
                <c:pt idx="1672">
                  <c:v>-0.1</c:v>
                </c:pt>
                <c:pt idx="1673">
                  <c:v>-0.1</c:v>
                </c:pt>
                <c:pt idx="1674">
                  <c:v>-0.1</c:v>
                </c:pt>
                <c:pt idx="1675">
                  <c:v>-0.1</c:v>
                </c:pt>
                <c:pt idx="1676">
                  <c:v>-0.1</c:v>
                </c:pt>
                <c:pt idx="1677">
                  <c:v>-0.1</c:v>
                </c:pt>
                <c:pt idx="1678">
                  <c:v>-0.1</c:v>
                </c:pt>
                <c:pt idx="1679">
                  <c:v>-0.1</c:v>
                </c:pt>
                <c:pt idx="1680">
                  <c:v>-0.1</c:v>
                </c:pt>
                <c:pt idx="1681">
                  <c:v>-0.1</c:v>
                </c:pt>
                <c:pt idx="1682">
                  <c:v>-0.1</c:v>
                </c:pt>
                <c:pt idx="1683">
                  <c:v>-0.1</c:v>
                </c:pt>
                <c:pt idx="1684">
                  <c:v>-0.1</c:v>
                </c:pt>
                <c:pt idx="1685">
                  <c:v>-0.1</c:v>
                </c:pt>
                <c:pt idx="1686">
                  <c:v>-0.1</c:v>
                </c:pt>
                <c:pt idx="1687">
                  <c:v>-0.1</c:v>
                </c:pt>
                <c:pt idx="1688">
                  <c:v>-0.1</c:v>
                </c:pt>
                <c:pt idx="1689">
                  <c:v>-0.1</c:v>
                </c:pt>
                <c:pt idx="1690">
                  <c:v>-0.1</c:v>
                </c:pt>
                <c:pt idx="1691">
                  <c:v>-0.1</c:v>
                </c:pt>
                <c:pt idx="1692">
                  <c:v>-0.1</c:v>
                </c:pt>
                <c:pt idx="1693">
                  <c:v>-0.1</c:v>
                </c:pt>
                <c:pt idx="1694">
                  <c:v>-0.1</c:v>
                </c:pt>
                <c:pt idx="1695">
                  <c:v>-0.1</c:v>
                </c:pt>
                <c:pt idx="1696">
                  <c:v>-0.1</c:v>
                </c:pt>
                <c:pt idx="1697">
                  <c:v>-0.1</c:v>
                </c:pt>
                <c:pt idx="1698">
                  <c:v>-0.1</c:v>
                </c:pt>
                <c:pt idx="1699">
                  <c:v>-0.1</c:v>
                </c:pt>
                <c:pt idx="1700">
                  <c:v>-0.1</c:v>
                </c:pt>
                <c:pt idx="1701">
                  <c:v>-0.1</c:v>
                </c:pt>
                <c:pt idx="1702">
                  <c:v>-0.1</c:v>
                </c:pt>
                <c:pt idx="1703">
                  <c:v>-0.1</c:v>
                </c:pt>
                <c:pt idx="1704">
                  <c:v>0.1</c:v>
                </c:pt>
                <c:pt idx="1705">
                  <c:v>0.1</c:v>
                </c:pt>
                <c:pt idx="1706">
                  <c:v>0.1</c:v>
                </c:pt>
                <c:pt idx="1707">
                  <c:v>0.1</c:v>
                </c:pt>
                <c:pt idx="1708">
                  <c:v>0.1</c:v>
                </c:pt>
                <c:pt idx="1709">
                  <c:v>0.1</c:v>
                </c:pt>
                <c:pt idx="1710">
                  <c:v>0.1</c:v>
                </c:pt>
                <c:pt idx="1711">
                  <c:v>0.1</c:v>
                </c:pt>
                <c:pt idx="1712">
                  <c:v>0.1</c:v>
                </c:pt>
                <c:pt idx="1713">
                  <c:v>0.1</c:v>
                </c:pt>
                <c:pt idx="1714">
                  <c:v>0.1</c:v>
                </c:pt>
                <c:pt idx="1715">
                  <c:v>0.1</c:v>
                </c:pt>
                <c:pt idx="1716">
                  <c:v>0.1</c:v>
                </c:pt>
                <c:pt idx="1717">
                  <c:v>0.1</c:v>
                </c:pt>
                <c:pt idx="1718">
                  <c:v>0.1</c:v>
                </c:pt>
                <c:pt idx="1719">
                  <c:v>0.1</c:v>
                </c:pt>
                <c:pt idx="1720">
                  <c:v>0.1</c:v>
                </c:pt>
                <c:pt idx="1721">
                  <c:v>0.1</c:v>
                </c:pt>
                <c:pt idx="1722">
                  <c:v>0.1</c:v>
                </c:pt>
                <c:pt idx="1723">
                  <c:v>0.1</c:v>
                </c:pt>
                <c:pt idx="1724">
                  <c:v>0.1</c:v>
                </c:pt>
                <c:pt idx="1725">
                  <c:v>0.1</c:v>
                </c:pt>
                <c:pt idx="1726">
                  <c:v>0.1</c:v>
                </c:pt>
                <c:pt idx="1727">
                  <c:v>0.1</c:v>
                </c:pt>
                <c:pt idx="1728">
                  <c:v>0.1</c:v>
                </c:pt>
                <c:pt idx="1729">
                  <c:v>0.1</c:v>
                </c:pt>
                <c:pt idx="1730">
                  <c:v>0.1</c:v>
                </c:pt>
                <c:pt idx="1731">
                  <c:v>0.1</c:v>
                </c:pt>
                <c:pt idx="1732">
                  <c:v>0.1</c:v>
                </c:pt>
                <c:pt idx="1733">
                  <c:v>0.1</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c:v>
                </c:pt>
                <c:pt idx="1754">
                  <c:v>0</c:v>
                </c:pt>
                <c:pt idx="1755">
                  <c:v>0</c:v>
                </c:pt>
                <c:pt idx="1756">
                  <c:v>0</c:v>
                </c:pt>
                <c:pt idx="1757">
                  <c:v>0</c:v>
                </c:pt>
                <c:pt idx="1758">
                  <c:v>0</c:v>
                </c:pt>
                <c:pt idx="1759">
                  <c:v>0</c:v>
                </c:pt>
                <c:pt idx="1760">
                  <c:v>0</c:v>
                </c:pt>
                <c:pt idx="1761">
                  <c:v>0</c:v>
                </c:pt>
                <c:pt idx="1762">
                  <c:v>0</c:v>
                </c:pt>
                <c:pt idx="1763">
                  <c:v>0</c:v>
                </c:pt>
                <c:pt idx="1764">
                  <c:v>0</c:v>
                </c:pt>
                <c:pt idx="1765">
                  <c:v>-0.4</c:v>
                </c:pt>
                <c:pt idx="1766">
                  <c:v>-0.4</c:v>
                </c:pt>
                <c:pt idx="1767">
                  <c:v>-0.4</c:v>
                </c:pt>
                <c:pt idx="1768">
                  <c:v>-0.4</c:v>
                </c:pt>
                <c:pt idx="1769">
                  <c:v>-0.4</c:v>
                </c:pt>
                <c:pt idx="1770">
                  <c:v>-0.4</c:v>
                </c:pt>
                <c:pt idx="1771">
                  <c:v>-0.4</c:v>
                </c:pt>
                <c:pt idx="1772">
                  <c:v>-0.4</c:v>
                </c:pt>
                <c:pt idx="1773">
                  <c:v>-0.4</c:v>
                </c:pt>
                <c:pt idx="1774">
                  <c:v>-0.4</c:v>
                </c:pt>
                <c:pt idx="1775">
                  <c:v>-0.4</c:v>
                </c:pt>
                <c:pt idx="1776">
                  <c:v>-0.4</c:v>
                </c:pt>
                <c:pt idx="1777">
                  <c:v>-0.4</c:v>
                </c:pt>
                <c:pt idx="1778">
                  <c:v>-0.4</c:v>
                </c:pt>
                <c:pt idx="1779">
                  <c:v>-0.4</c:v>
                </c:pt>
                <c:pt idx="1780">
                  <c:v>-0.4</c:v>
                </c:pt>
                <c:pt idx="1781">
                  <c:v>-0.4</c:v>
                </c:pt>
                <c:pt idx="1782">
                  <c:v>-0.4</c:v>
                </c:pt>
                <c:pt idx="1783">
                  <c:v>-0.4</c:v>
                </c:pt>
                <c:pt idx="1784">
                  <c:v>-0.4</c:v>
                </c:pt>
                <c:pt idx="1785">
                  <c:v>-0.4</c:v>
                </c:pt>
                <c:pt idx="1786">
                  <c:v>-0.4</c:v>
                </c:pt>
                <c:pt idx="1787">
                  <c:v>-0.4</c:v>
                </c:pt>
                <c:pt idx="1788">
                  <c:v>-0.4</c:v>
                </c:pt>
                <c:pt idx="1789">
                  <c:v>-0.4</c:v>
                </c:pt>
                <c:pt idx="1790">
                  <c:v>-0.4</c:v>
                </c:pt>
                <c:pt idx="1791">
                  <c:v>-0.4</c:v>
                </c:pt>
                <c:pt idx="1792">
                  <c:v>-0.4</c:v>
                </c:pt>
                <c:pt idx="1793">
                  <c:v>-0.4</c:v>
                </c:pt>
                <c:pt idx="1794">
                  <c:v>-0.4</c:v>
                </c:pt>
                <c:pt idx="1795">
                  <c:v>-0.4</c:v>
                </c:pt>
                <c:pt idx="1796">
                  <c:v>-0.3</c:v>
                </c:pt>
                <c:pt idx="1797">
                  <c:v>-0.3</c:v>
                </c:pt>
                <c:pt idx="1798">
                  <c:v>-0.3</c:v>
                </c:pt>
                <c:pt idx="1799">
                  <c:v>-0.3</c:v>
                </c:pt>
                <c:pt idx="1800">
                  <c:v>-0.3</c:v>
                </c:pt>
                <c:pt idx="1801">
                  <c:v>-0.3</c:v>
                </c:pt>
                <c:pt idx="1802">
                  <c:v>-0.3</c:v>
                </c:pt>
                <c:pt idx="1803">
                  <c:v>-0.3</c:v>
                </c:pt>
                <c:pt idx="1804">
                  <c:v>-0.3</c:v>
                </c:pt>
                <c:pt idx="1805">
                  <c:v>-0.3</c:v>
                </c:pt>
                <c:pt idx="1806">
                  <c:v>-0.3</c:v>
                </c:pt>
                <c:pt idx="1807">
                  <c:v>-0.3</c:v>
                </c:pt>
                <c:pt idx="1808">
                  <c:v>-0.3</c:v>
                </c:pt>
                <c:pt idx="1809">
                  <c:v>-0.3</c:v>
                </c:pt>
                <c:pt idx="1810">
                  <c:v>-0.3</c:v>
                </c:pt>
                <c:pt idx="1811">
                  <c:v>-0.3</c:v>
                </c:pt>
                <c:pt idx="1812">
                  <c:v>-0.3</c:v>
                </c:pt>
                <c:pt idx="1813">
                  <c:v>-0.3</c:v>
                </c:pt>
                <c:pt idx="1814">
                  <c:v>-0.3</c:v>
                </c:pt>
                <c:pt idx="1815">
                  <c:v>-0.3</c:v>
                </c:pt>
                <c:pt idx="1816">
                  <c:v>-0.3</c:v>
                </c:pt>
                <c:pt idx="1817">
                  <c:v>-0.3</c:v>
                </c:pt>
                <c:pt idx="1818">
                  <c:v>-0.3</c:v>
                </c:pt>
                <c:pt idx="1819">
                  <c:v>-0.3</c:v>
                </c:pt>
                <c:pt idx="1820">
                  <c:v>-0.3</c:v>
                </c:pt>
                <c:pt idx="1821">
                  <c:v>-0.3</c:v>
                </c:pt>
                <c:pt idx="1822">
                  <c:v>-0.3</c:v>
                </c:pt>
                <c:pt idx="1823">
                  <c:v>-0.3</c:v>
                </c:pt>
                <c:pt idx="1824">
                  <c:v>-0.3</c:v>
                </c:pt>
                <c:pt idx="1825">
                  <c:v>-0.3</c:v>
                </c:pt>
                <c:pt idx="1826">
                  <c:v>0.2</c:v>
                </c:pt>
                <c:pt idx="1827">
                  <c:v>0.2</c:v>
                </c:pt>
                <c:pt idx="1828">
                  <c:v>0.2</c:v>
                </c:pt>
                <c:pt idx="1829">
                  <c:v>0.2</c:v>
                </c:pt>
                <c:pt idx="1830">
                  <c:v>0.2</c:v>
                </c:pt>
                <c:pt idx="1831">
                  <c:v>0.2</c:v>
                </c:pt>
                <c:pt idx="1832">
                  <c:v>0.2</c:v>
                </c:pt>
                <c:pt idx="1833">
                  <c:v>0.2</c:v>
                </c:pt>
                <c:pt idx="1834">
                  <c:v>0.2</c:v>
                </c:pt>
                <c:pt idx="1835">
                  <c:v>0.2</c:v>
                </c:pt>
                <c:pt idx="1836">
                  <c:v>0.2</c:v>
                </c:pt>
                <c:pt idx="1837">
                  <c:v>0.2</c:v>
                </c:pt>
                <c:pt idx="1838">
                  <c:v>0.2</c:v>
                </c:pt>
                <c:pt idx="1839">
                  <c:v>0.2</c:v>
                </c:pt>
                <c:pt idx="1840">
                  <c:v>0.2</c:v>
                </c:pt>
                <c:pt idx="1841">
                  <c:v>0.2</c:v>
                </c:pt>
                <c:pt idx="1842">
                  <c:v>0.2</c:v>
                </c:pt>
                <c:pt idx="1843">
                  <c:v>0.2</c:v>
                </c:pt>
                <c:pt idx="1844">
                  <c:v>0.2</c:v>
                </c:pt>
                <c:pt idx="1845">
                  <c:v>0.2</c:v>
                </c:pt>
                <c:pt idx="1846">
                  <c:v>0.2</c:v>
                </c:pt>
                <c:pt idx="1847">
                  <c:v>0.2</c:v>
                </c:pt>
                <c:pt idx="1848">
                  <c:v>0.2</c:v>
                </c:pt>
                <c:pt idx="1849">
                  <c:v>0.2</c:v>
                </c:pt>
                <c:pt idx="1850">
                  <c:v>0.2</c:v>
                </c:pt>
                <c:pt idx="1851">
                  <c:v>0.2</c:v>
                </c:pt>
                <c:pt idx="1852">
                  <c:v>0.2</c:v>
                </c:pt>
                <c:pt idx="1853">
                  <c:v>0.2</c:v>
                </c:pt>
                <c:pt idx="1854">
                  <c:v>0.2</c:v>
                </c:pt>
                <c:pt idx="1855">
                  <c:v>0.2</c:v>
                </c:pt>
                <c:pt idx="1856">
                  <c:v>0.2</c:v>
                </c:pt>
                <c:pt idx="1857">
                  <c:v>0.7</c:v>
                </c:pt>
                <c:pt idx="1858">
                  <c:v>0.7</c:v>
                </c:pt>
                <c:pt idx="1859">
                  <c:v>0.7</c:v>
                </c:pt>
                <c:pt idx="1860">
                  <c:v>0.7</c:v>
                </c:pt>
                <c:pt idx="1861">
                  <c:v>0.7</c:v>
                </c:pt>
                <c:pt idx="1862">
                  <c:v>0.7</c:v>
                </c:pt>
                <c:pt idx="1863">
                  <c:v>0.7</c:v>
                </c:pt>
                <c:pt idx="1864">
                  <c:v>0.7</c:v>
                </c:pt>
                <c:pt idx="1865">
                  <c:v>0.7</c:v>
                </c:pt>
                <c:pt idx="1866">
                  <c:v>0.7</c:v>
                </c:pt>
                <c:pt idx="1867">
                  <c:v>0.7</c:v>
                </c:pt>
                <c:pt idx="1868">
                  <c:v>0.7</c:v>
                </c:pt>
                <c:pt idx="1869">
                  <c:v>0.7</c:v>
                </c:pt>
                <c:pt idx="1870">
                  <c:v>0.7</c:v>
                </c:pt>
                <c:pt idx="1871">
                  <c:v>0.7</c:v>
                </c:pt>
                <c:pt idx="1872">
                  <c:v>0.7</c:v>
                </c:pt>
                <c:pt idx="1873">
                  <c:v>0.7</c:v>
                </c:pt>
                <c:pt idx="1874">
                  <c:v>0.7</c:v>
                </c:pt>
                <c:pt idx="1875">
                  <c:v>0.7</c:v>
                </c:pt>
                <c:pt idx="1876">
                  <c:v>0.7</c:v>
                </c:pt>
                <c:pt idx="1877">
                  <c:v>0.7</c:v>
                </c:pt>
                <c:pt idx="1878">
                  <c:v>0.7</c:v>
                </c:pt>
                <c:pt idx="1879">
                  <c:v>0.7</c:v>
                </c:pt>
                <c:pt idx="1880">
                  <c:v>0.7</c:v>
                </c:pt>
                <c:pt idx="1881">
                  <c:v>0.7</c:v>
                </c:pt>
                <c:pt idx="1882">
                  <c:v>0.7</c:v>
                </c:pt>
                <c:pt idx="1883">
                  <c:v>0.7</c:v>
                </c:pt>
                <c:pt idx="1884">
                  <c:v>0.7</c:v>
                </c:pt>
                <c:pt idx="1885">
                  <c:v>0.7</c:v>
                </c:pt>
                <c:pt idx="1886">
                  <c:v>0.7</c:v>
                </c:pt>
                <c:pt idx="1887">
                  <c:v>0.8</c:v>
                </c:pt>
                <c:pt idx="1888">
                  <c:v>0.8</c:v>
                </c:pt>
                <c:pt idx="1889">
                  <c:v>0.8</c:v>
                </c:pt>
                <c:pt idx="1890">
                  <c:v>0.8</c:v>
                </c:pt>
                <c:pt idx="1891">
                  <c:v>0.8</c:v>
                </c:pt>
                <c:pt idx="1892">
                  <c:v>0.8</c:v>
                </c:pt>
                <c:pt idx="1893">
                  <c:v>0.8</c:v>
                </c:pt>
                <c:pt idx="1894">
                  <c:v>0.8</c:v>
                </c:pt>
                <c:pt idx="1895">
                  <c:v>0.8</c:v>
                </c:pt>
                <c:pt idx="1896">
                  <c:v>0.8</c:v>
                </c:pt>
                <c:pt idx="1897">
                  <c:v>0.8</c:v>
                </c:pt>
                <c:pt idx="1898">
                  <c:v>0.8</c:v>
                </c:pt>
                <c:pt idx="1899">
                  <c:v>0.8</c:v>
                </c:pt>
                <c:pt idx="1900">
                  <c:v>0.8</c:v>
                </c:pt>
                <c:pt idx="1901">
                  <c:v>0.8</c:v>
                </c:pt>
                <c:pt idx="1902">
                  <c:v>0.8</c:v>
                </c:pt>
                <c:pt idx="1903">
                  <c:v>0.8</c:v>
                </c:pt>
                <c:pt idx="1904">
                  <c:v>0.8</c:v>
                </c:pt>
                <c:pt idx="1905">
                  <c:v>0.8</c:v>
                </c:pt>
                <c:pt idx="1906">
                  <c:v>0.8</c:v>
                </c:pt>
                <c:pt idx="1907">
                  <c:v>0.8</c:v>
                </c:pt>
                <c:pt idx="1908">
                  <c:v>0.8</c:v>
                </c:pt>
                <c:pt idx="1909">
                  <c:v>0.8</c:v>
                </c:pt>
                <c:pt idx="1910">
                  <c:v>0.8</c:v>
                </c:pt>
                <c:pt idx="1911">
                  <c:v>0.8</c:v>
                </c:pt>
                <c:pt idx="1912">
                  <c:v>0.8</c:v>
                </c:pt>
                <c:pt idx="1913">
                  <c:v>0.8</c:v>
                </c:pt>
                <c:pt idx="1914">
                  <c:v>0.8</c:v>
                </c:pt>
                <c:pt idx="1915">
                  <c:v>0.8</c:v>
                </c:pt>
                <c:pt idx="1916">
                  <c:v>0.8</c:v>
                </c:pt>
                <c:pt idx="1917">
                  <c:v>0.8</c:v>
                </c:pt>
                <c:pt idx="1918">
                  <c:v>0.2</c:v>
                </c:pt>
                <c:pt idx="1919">
                  <c:v>0.2</c:v>
                </c:pt>
                <c:pt idx="1920">
                  <c:v>0.2</c:v>
                </c:pt>
                <c:pt idx="1921">
                  <c:v>0.2</c:v>
                </c:pt>
                <c:pt idx="1922">
                  <c:v>0.2</c:v>
                </c:pt>
                <c:pt idx="1923">
                  <c:v>0.2</c:v>
                </c:pt>
                <c:pt idx="1924">
                  <c:v>0.2</c:v>
                </c:pt>
                <c:pt idx="1925">
                  <c:v>0.2</c:v>
                </c:pt>
                <c:pt idx="1926">
                  <c:v>0.2</c:v>
                </c:pt>
                <c:pt idx="1927">
                  <c:v>0.2</c:v>
                </c:pt>
                <c:pt idx="1928">
                  <c:v>0.2</c:v>
                </c:pt>
                <c:pt idx="1929">
                  <c:v>0.2</c:v>
                </c:pt>
                <c:pt idx="1930">
                  <c:v>0.2</c:v>
                </c:pt>
                <c:pt idx="1931">
                  <c:v>0.2</c:v>
                </c:pt>
                <c:pt idx="1932">
                  <c:v>0.2</c:v>
                </c:pt>
                <c:pt idx="1933">
                  <c:v>0.2</c:v>
                </c:pt>
                <c:pt idx="1934">
                  <c:v>0.2</c:v>
                </c:pt>
                <c:pt idx="1935">
                  <c:v>0.2</c:v>
                </c:pt>
                <c:pt idx="1936">
                  <c:v>0.2</c:v>
                </c:pt>
                <c:pt idx="1937">
                  <c:v>0.2</c:v>
                </c:pt>
                <c:pt idx="1938">
                  <c:v>0.2</c:v>
                </c:pt>
                <c:pt idx="1939">
                  <c:v>0.2</c:v>
                </c:pt>
                <c:pt idx="1940">
                  <c:v>0.2</c:v>
                </c:pt>
                <c:pt idx="1941">
                  <c:v>0.2</c:v>
                </c:pt>
                <c:pt idx="1942">
                  <c:v>0.2</c:v>
                </c:pt>
                <c:pt idx="1943">
                  <c:v>0.2</c:v>
                </c:pt>
                <c:pt idx="1944">
                  <c:v>0.2</c:v>
                </c:pt>
                <c:pt idx="1945">
                  <c:v>0.2</c:v>
                </c:pt>
                <c:pt idx="1946">
                  <c:v>0.2</c:v>
                </c:pt>
                <c:pt idx="1947">
                  <c:v>0.2</c:v>
                </c:pt>
                <c:pt idx="1948">
                  <c:v>0.2</c:v>
                </c:pt>
                <c:pt idx="1949">
                  <c:v>1.3</c:v>
                </c:pt>
                <c:pt idx="1950">
                  <c:v>1.3</c:v>
                </c:pt>
                <c:pt idx="1951">
                  <c:v>1.3</c:v>
                </c:pt>
                <c:pt idx="1952">
                  <c:v>1.3</c:v>
                </c:pt>
                <c:pt idx="1953">
                  <c:v>1.3</c:v>
                </c:pt>
                <c:pt idx="1954">
                  <c:v>1.3</c:v>
                </c:pt>
                <c:pt idx="1955">
                  <c:v>1.3</c:v>
                </c:pt>
                <c:pt idx="1956">
                  <c:v>1.3</c:v>
                </c:pt>
                <c:pt idx="1957">
                  <c:v>1.3</c:v>
                </c:pt>
                <c:pt idx="1958">
                  <c:v>1.3</c:v>
                </c:pt>
                <c:pt idx="1959">
                  <c:v>1.3</c:v>
                </c:pt>
                <c:pt idx="1960">
                  <c:v>1.3</c:v>
                </c:pt>
                <c:pt idx="1961">
                  <c:v>1.3</c:v>
                </c:pt>
                <c:pt idx="1962">
                  <c:v>1.3</c:v>
                </c:pt>
                <c:pt idx="1963">
                  <c:v>1.3</c:v>
                </c:pt>
                <c:pt idx="1964">
                  <c:v>1.3</c:v>
                </c:pt>
                <c:pt idx="1965">
                  <c:v>1.3</c:v>
                </c:pt>
                <c:pt idx="1966">
                  <c:v>1.3</c:v>
                </c:pt>
                <c:pt idx="1967">
                  <c:v>1.3</c:v>
                </c:pt>
                <c:pt idx="1968">
                  <c:v>1.3</c:v>
                </c:pt>
                <c:pt idx="1969">
                  <c:v>1.3</c:v>
                </c:pt>
                <c:pt idx="1970">
                  <c:v>1.3</c:v>
                </c:pt>
                <c:pt idx="1971">
                  <c:v>1.3</c:v>
                </c:pt>
                <c:pt idx="1972">
                  <c:v>1.3</c:v>
                </c:pt>
                <c:pt idx="1973">
                  <c:v>1.3</c:v>
                </c:pt>
                <c:pt idx="1974">
                  <c:v>1.3</c:v>
                </c:pt>
                <c:pt idx="1975">
                  <c:v>1.3</c:v>
                </c:pt>
                <c:pt idx="1976">
                  <c:v>1.3</c:v>
                </c:pt>
                <c:pt idx="1977">
                  <c:v>1</c:v>
                </c:pt>
                <c:pt idx="1978">
                  <c:v>1</c:v>
                </c:pt>
                <c:pt idx="1979">
                  <c:v>1</c:v>
                </c:pt>
                <c:pt idx="1980">
                  <c:v>1</c:v>
                </c:pt>
                <c:pt idx="1981">
                  <c:v>1</c:v>
                </c:pt>
                <c:pt idx="1982">
                  <c:v>1</c:v>
                </c:pt>
                <c:pt idx="1983">
                  <c:v>1</c:v>
                </c:pt>
                <c:pt idx="1984">
                  <c:v>1</c:v>
                </c:pt>
                <c:pt idx="1985">
                  <c:v>1</c:v>
                </c:pt>
                <c:pt idx="1986">
                  <c:v>1</c:v>
                </c:pt>
                <c:pt idx="1987">
                  <c:v>1</c:v>
                </c:pt>
                <c:pt idx="1988">
                  <c:v>1</c:v>
                </c:pt>
                <c:pt idx="1989">
                  <c:v>1</c:v>
                </c:pt>
                <c:pt idx="1990">
                  <c:v>1</c:v>
                </c:pt>
                <c:pt idx="1991">
                  <c:v>1</c:v>
                </c:pt>
                <c:pt idx="1992">
                  <c:v>1</c:v>
                </c:pt>
                <c:pt idx="1993">
                  <c:v>1</c:v>
                </c:pt>
                <c:pt idx="1994">
                  <c:v>1</c:v>
                </c:pt>
                <c:pt idx="1995">
                  <c:v>1</c:v>
                </c:pt>
                <c:pt idx="1996">
                  <c:v>1</c:v>
                </c:pt>
                <c:pt idx="1997">
                  <c:v>1</c:v>
                </c:pt>
                <c:pt idx="1998">
                  <c:v>1</c:v>
                </c:pt>
                <c:pt idx="1999">
                  <c:v>1</c:v>
                </c:pt>
                <c:pt idx="2000">
                  <c:v>1</c:v>
                </c:pt>
                <c:pt idx="2001">
                  <c:v>1</c:v>
                </c:pt>
                <c:pt idx="2002">
                  <c:v>1</c:v>
                </c:pt>
                <c:pt idx="2003">
                  <c:v>1</c:v>
                </c:pt>
                <c:pt idx="2004">
                  <c:v>1</c:v>
                </c:pt>
                <c:pt idx="2005">
                  <c:v>1</c:v>
                </c:pt>
                <c:pt idx="2006">
                  <c:v>1</c:v>
                </c:pt>
                <c:pt idx="2007">
                  <c:v>1</c:v>
                </c:pt>
                <c:pt idx="2008">
                  <c:v>1.2</c:v>
                </c:pt>
                <c:pt idx="2009">
                  <c:v>1.2</c:v>
                </c:pt>
                <c:pt idx="2010">
                  <c:v>1.2</c:v>
                </c:pt>
                <c:pt idx="2011">
                  <c:v>1.2</c:v>
                </c:pt>
                <c:pt idx="2012">
                  <c:v>1.2</c:v>
                </c:pt>
                <c:pt idx="2013">
                  <c:v>1.2</c:v>
                </c:pt>
                <c:pt idx="2014">
                  <c:v>1.2</c:v>
                </c:pt>
                <c:pt idx="2015">
                  <c:v>1.2</c:v>
                </c:pt>
                <c:pt idx="2016">
                  <c:v>1.2</c:v>
                </c:pt>
                <c:pt idx="2017">
                  <c:v>1.2</c:v>
                </c:pt>
                <c:pt idx="2018">
                  <c:v>1.2</c:v>
                </c:pt>
                <c:pt idx="2019">
                  <c:v>1.2</c:v>
                </c:pt>
                <c:pt idx="2020">
                  <c:v>1.2</c:v>
                </c:pt>
                <c:pt idx="2021">
                  <c:v>1.2</c:v>
                </c:pt>
                <c:pt idx="2022">
                  <c:v>1.2</c:v>
                </c:pt>
                <c:pt idx="2023">
                  <c:v>1.2</c:v>
                </c:pt>
                <c:pt idx="2024">
                  <c:v>1.2</c:v>
                </c:pt>
                <c:pt idx="2025">
                  <c:v>1.2</c:v>
                </c:pt>
                <c:pt idx="2026">
                  <c:v>1.2</c:v>
                </c:pt>
                <c:pt idx="2027">
                  <c:v>1.2</c:v>
                </c:pt>
                <c:pt idx="2028">
                  <c:v>1.2</c:v>
                </c:pt>
                <c:pt idx="2029">
                  <c:v>1.2</c:v>
                </c:pt>
                <c:pt idx="2030">
                  <c:v>1.2</c:v>
                </c:pt>
                <c:pt idx="2031">
                  <c:v>1.2</c:v>
                </c:pt>
                <c:pt idx="2032">
                  <c:v>1.2</c:v>
                </c:pt>
                <c:pt idx="2033">
                  <c:v>1.2</c:v>
                </c:pt>
                <c:pt idx="2034">
                  <c:v>1.2</c:v>
                </c:pt>
                <c:pt idx="2035">
                  <c:v>1.2</c:v>
                </c:pt>
                <c:pt idx="2036">
                  <c:v>1.2</c:v>
                </c:pt>
                <c:pt idx="2037">
                  <c:v>1.2</c:v>
                </c:pt>
                <c:pt idx="2038">
                  <c:v>1.2</c:v>
                </c:pt>
                <c:pt idx="2039">
                  <c:v>1.2</c:v>
                </c:pt>
                <c:pt idx="2040">
                  <c:v>1.2</c:v>
                </c:pt>
                <c:pt idx="2041">
                  <c:v>1.2</c:v>
                </c:pt>
                <c:pt idx="2042">
                  <c:v>1.2</c:v>
                </c:pt>
                <c:pt idx="2043">
                  <c:v>1.2</c:v>
                </c:pt>
                <c:pt idx="2044">
                  <c:v>1.2</c:v>
                </c:pt>
                <c:pt idx="2045">
                  <c:v>1.2</c:v>
                </c:pt>
                <c:pt idx="2046">
                  <c:v>1.2</c:v>
                </c:pt>
                <c:pt idx="2047">
                  <c:v>1.2</c:v>
                </c:pt>
                <c:pt idx="2048">
                  <c:v>1.2</c:v>
                </c:pt>
                <c:pt idx="2049">
                  <c:v>1.2</c:v>
                </c:pt>
                <c:pt idx="2050">
                  <c:v>1.2</c:v>
                </c:pt>
                <c:pt idx="2051">
                  <c:v>1.2</c:v>
                </c:pt>
                <c:pt idx="2052">
                  <c:v>1.2</c:v>
                </c:pt>
                <c:pt idx="2053">
                  <c:v>1.2</c:v>
                </c:pt>
                <c:pt idx="2054">
                  <c:v>1.2</c:v>
                </c:pt>
                <c:pt idx="2055">
                  <c:v>1.2</c:v>
                </c:pt>
                <c:pt idx="2056">
                  <c:v>1.2</c:v>
                </c:pt>
                <c:pt idx="2057">
                  <c:v>1.2</c:v>
                </c:pt>
                <c:pt idx="2058">
                  <c:v>1.2</c:v>
                </c:pt>
                <c:pt idx="2059">
                  <c:v>1.2</c:v>
                </c:pt>
                <c:pt idx="2060">
                  <c:v>1.2</c:v>
                </c:pt>
                <c:pt idx="2061">
                  <c:v>1.2</c:v>
                </c:pt>
                <c:pt idx="2062">
                  <c:v>1.2</c:v>
                </c:pt>
                <c:pt idx="2063">
                  <c:v>1.2</c:v>
                </c:pt>
                <c:pt idx="2064">
                  <c:v>1.2</c:v>
                </c:pt>
                <c:pt idx="2065">
                  <c:v>1.2</c:v>
                </c:pt>
                <c:pt idx="2066">
                  <c:v>1.2</c:v>
                </c:pt>
                <c:pt idx="2067">
                  <c:v>1.2</c:v>
                </c:pt>
                <c:pt idx="2068">
                  <c:v>1.2</c:v>
                </c:pt>
              </c:numCache>
            </c:numRef>
          </c:val>
          <c:smooth val="0"/>
          <c:extLst>
            <c:ext xmlns:c16="http://schemas.microsoft.com/office/drawing/2014/chart" uri="{C3380CC4-5D6E-409C-BE32-E72D297353CC}">
              <c16:uniqueId val="{00000001-7B89-4B18-9E82-7E07B22D3D14}"/>
            </c:ext>
          </c:extLst>
        </c:ser>
        <c:dLbls>
          <c:showLegendKey val="0"/>
          <c:showVal val="0"/>
          <c:showCatName val="0"/>
          <c:showSerName val="0"/>
          <c:showPercent val="0"/>
          <c:showBubbleSize val="0"/>
        </c:dLbls>
        <c:marker val="1"/>
        <c:smooth val="0"/>
        <c:axId val="2000002562"/>
        <c:axId val="2000002563"/>
      </c:lineChart>
      <c:dateAx>
        <c:axId val="2000002560"/>
        <c:scaling>
          <c:orientation val="minMax"/>
        </c:scaling>
        <c:delete val="0"/>
        <c:axPos val="b"/>
        <c:numFmt formatCode="m/d/yyyy" sourceLinked="0"/>
        <c:majorTickMark val="none"/>
        <c:minorTickMark val="none"/>
        <c:tickLblPos val="nextTo"/>
        <c:spPr>
          <a:noFill/>
          <a:ln w="6350" cap="flat" cmpd="sng" algn="ctr">
            <a:solidFill>
              <a:sysClr val="windowText" lastClr="000000"/>
            </a:solidFill>
            <a:round/>
          </a:ln>
          <a:effectLst/>
        </c:spPr>
        <c:txPr>
          <a:bodyPr rot="-6000000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2561"/>
        <c:crosses val="autoZero"/>
        <c:auto val="1"/>
        <c:lblOffset val="100"/>
        <c:baseTimeUnit val="days"/>
      </c:dateAx>
      <c:valAx>
        <c:axId val="2000002561"/>
        <c:scaling>
          <c:orientation val="minMax"/>
          <c:min val="1"/>
        </c:scaling>
        <c:delete val="0"/>
        <c:axPos val="l"/>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2560"/>
        <c:crosses val="autoZero"/>
        <c:crossBetween val="between"/>
      </c:valAx>
      <c:valAx>
        <c:axId val="2000002563"/>
        <c:scaling>
          <c:orientation val="minMax"/>
        </c:scaling>
        <c:delete val="0"/>
        <c:axPos val="r"/>
        <c:numFmt formatCode="#,##0.00_ " sourceLinked="1"/>
        <c:majorTickMark val="out"/>
        <c:minorTickMark val="none"/>
        <c:tickLblPos val="nextTo"/>
        <c:spPr>
          <a:noFill/>
          <a:ln>
            <a:noFill/>
          </a:ln>
          <a:effectLst/>
        </c:spPr>
        <c:txPr>
          <a:bodyPr rot="-6000000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2562"/>
        <c:crosses val="max"/>
        <c:crossBetween val="between"/>
      </c:valAx>
      <c:dateAx>
        <c:axId val="2000002562"/>
        <c:scaling>
          <c:orientation val="minMax"/>
        </c:scaling>
        <c:delete val="1"/>
        <c:axPos val="b"/>
        <c:numFmt formatCode="yyyy\-mm\-dd" sourceLinked="1"/>
        <c:majorTickMark val="out"/>
        <c:minorTickMark val="none"/>
        <c:tickLblPos val="nextTo"/>
        <c:crossAx val="2000002563"/>
        <c:crosses val="autoZero"/>
        <c:auto val="1"/>
        <c:lblOffset val="100"/>
        <c:baseTimeUnit val="days"/>
      </c:dateAx>
      <c:spPr>
        <a:noFill/>
        <a:ln>
          <a:noFill/>
        </a:ln>
        <a:effectLst/>
      </c:spPr>
    </c:plotArea>
    <c:legend>
      <c:legendPos val="t"/>
      <c:legendEntry>
        <c:idx val="0"/>
        <c:txPr>
          <a:bodyPr rot="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egendEntry>
        <c:idx val="1"/>
        <c:txPr>
          <a:bodyPr rot="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overlay val="0"/>
      <c:spPr>
        <a:noFill/>
        <a:ln>
          <a:noFill/>
        </a:ln>
        <a:effectLst/>
      </c:spPr>
      <c:txPr>
        <a:bodyPr rot="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
    <c:plotVisOnly val="1"/>
    <c:dispBlanksAs val="span"/>
    <c:showDLblsOverMax val="0"/>
  </c:chart>
  <c:spPr>
    <a:noFill/>
    <a:ln w="9525" cap="flat" cmpd="sng" algn="ctr">
      <a:noFill/>
      <a:round/>
    </a:ln>
    <a:effectLst/>
  </c:spPr>
  <c:txPr>
    <a:bodyPr/>
    <a:lstStyle/>
    <a:p>
      <a:pPr>
        <a:defRPr lang="zh-CN" sz="80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defRPr>
      </a:pPr>
      <a:endParaRPr lang="zh-CN"/>
    </a:p>
  </c:txPr>
  <c:externalData r:id="rId1">
    <c:autoUpdate val="0"/>
  </c:externalData>
</c:chartSpace>
</file>

<file path=ppt/charts/chart8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0268824056956137"/>
          <c:y val="0.17918780985710123"/>
          <c:w val="0.84340643929044301"/>
          <c:h val="0.59439997083697871"/>
        </c:manualLayout>
      </c:layout>
      <c:lineChart>
        <c:grouping val="standard"/>
        <c:varyColors val="0"/>
        <c:ser>
          <c:idx val="0"/>
          <c:order val="0"/>
          <c:tx>
            <c:strRef>
              <c:f>'中国利率 通胀'!$G$6</c:f>
              <c:strCache>
                <c:ptCount val="1"/>
                <c:pt idx="0">
                  <c:v>10年期国债收益率-政策利率(7天逆回购利率)，%</c:v>
                </c:pt>
              </c:strCache>
            </c:strRef>
          </c:tx>
          <c:spPr>
            <a:ln w="25400" cap="rnd" cmpd="sng">
              <a:solidFill>
                <a:srgbClr val="0070C0"/>
              </a:solidFill>
              <a:prstDash val="solid"/>
              <a:round/>
            </a:ln>
            <a:effectLst/>
          </c:spPr>
          <c:marker>
            <c:symbol val="none"/>
          </c:marker>
          <c:cat>
            <c:numRef>
              <c:f>'中国利率 通胀'!$A$13887:$A$14416</c:f>
              <c:numCache>
                <c:formatCode>yyyy\-mm\-dd</c:formatCode>
                <c:ptCount val="530"/>
                <c:pt idx="0">
                  <c:v>45658</c:v>
                </c:pt>
                <c:pt idx="1">
                  <c:v>45659</c:v>
                </c:pt>
                <c:pt idx="2">
                  <c:v>45660</c:v>
                </c:pt>
                <c:pt idx="3">
                  <c:v>45661</c:v>
                </c:pt>
                <c:pt idx="4">
                  <c:v>45662</c:v>
                </c:pt>
                <c:pt idx="5">
                  <c:v>45663</c:v>
                </c:pt>
                <c:pt idx="6">
                  <c:v>45664</c:v>
                </c:pt>
                <c:pt idx="7">
                  <c:v>45665</c:v>
                </c:pt>
                <c:pt idx="8">
                  <c:v>45666</c:v>
                </c:pt>
                <c:pt idx="9">
                  <c:v>45667</c:v>
                </c:pt>
                <c:pt idx="10">
                  <c:v>45668</c:v>
                </c:pt>
                <c:pt idx="11">
                  <c:v>45669</c:v>
                </c:pt>
                <c:pt idx="12">
                  <c:v>45670</c:v>
                </c:pt>
                <c:pt idx="13">
                  <c:v>45671</c:v>
                </c:pt>
                <c:pt idx="14">
                  <c:v>45672</c:v>
                </c:pt>
                <c:pt idx="15">
                  <c:v>45673</c:v>
                </c:pt>
                <c:pt idx="16">
                  <c:v>45674</c:v>
                </c:pt>
                <c:pt idx="17">
                  <c:v>45675</c:v>
                </c:pt>
                <c:pt idx="18">
                  <c:v>45676</c:v>
                </c:pt>
                <c:pt idx="19">
                  <c:v>45677</c:v>
                </c:pt>
                <c:pt idx="20">
                  <c:v>45678</c:v>
                </c:pt>
                <c:pt idx="21">
                  <c:v>45679</c:v>
                </c:pt>
                <c:pt idx="22">
                  <c:v>45680</c:v>
                </c:pt>
                <c:pt idx="23">
                  <c:v>45681</c:v>
                </c:pt>
                <c:pt idx="24">
                  <c:v>45682</c:v>
                </c:pt>
                <c:pt idx="25">
                  <c:v>45683</c:v>
                </c:pt>
                <c:pt idx="26">
                  <c:v>45684</c:v>
                </c:pt>
                <c:pt idx="27">
                  <c:v>45685</c:v>
                </c:pt>
                <c:pt idx="28">
                  <c:v>45686</c:v>
                </c:pt>
                <c:pt idx="29">
                  <c:v>45687</c:v>
                </c:pt>
                <c:pt idx="30">
                  <c:v>45688</c:v>
                </c:pt>
                <c:pt idx="31">
                  <c:v>45689</c:v>
                </c:pt>
                <c:pt idx="32">
                  <c:v>45690</c:v>
                </c:pt>
                <c:pt idx="33">
                  <c:v>45691</c:v>
                </c:pt>
                <c:pt idx="34">
                  <c:v>45692</c:v>
                </c:pt>
                <c:pt idx="35">
                  <c:v>45693</c:v>
                </c:pt>
                <c:pt idx="36">
                  <c:v>45694</c:v>
                </c:pt>
                <c:pt idx="37">
                  <c:v>45695</c:v>
                </c:pt>
                <c:pt idx="38">
                  <c:v>45696</c:v>
                </c:pt>
                <c:pt idx="39">
                  <c:v>45697</c:v>
                </c:pt>
                <c:pt idx="40">
                  <c:v>45698</c:v>
                </c:pt>
                <c:pt idx="41">
                  <c:v>45699</c:v>
                </c:pt>
                <c:pt idx="42">
                  <c:v>45700</c:v>
                </c:pt>
                <c:pt idx="43">
                  <c:v>45701</c:v>
                </c:pt>
                <c:pt idx="44">
                  <c:v>45702</c:v>
                </c:pt>
                <c:pt idx="45">
                  <c:v>45703</c:v>
                </c:pt>
                <c:pt idx="46">
                  <c:v>45704</c:v>
                </c:pt>
                <c:pt idx="47">
                  <c:v>45705</c:v>
                </c:pt>
                <c:pt idx="48">
                  <c:v>45706</c:v>
                </c:pt>
                <c:pt idx="49">
                  <c:v>45707</c:v>
                </c:pt>
                <c:pt idx="50">
                  <c:v>45708</c:v>
                </c:pt>
                <c:pt idx="51">
                  <c:v>45709</c:v>
                </c:pt>
                <c:pt idx="52">
                  <c:v>45710</c:v>
                </c:pt>
                <c:pt idx="53">
                  <c:v>45711</c:v>
                </c:pt>
                <c:pt idx="54">
                  <c:v>45712</c:v>
                </c:pt>
                <c:pt idx="55">
                  <c:v>45713</c:v>
                </c:pt>
                <c:pt idx="56">
                  <c:v>45714</c:v>
                </c:pt>
                <c:pt idx="57">
                  <c:v>45715</c:v>
                </c:pt>
                <c:pt idx="58">
                  <c:v>45716</c:v>
                </c:pt>
                <c:pt idx="59">
                  <c:v>45717</c:v>
                </c:pt>
                <c:pt idx="60">
                  <c:v>45718</c:v>
                </c:pt>
                <c:pt idx="61">
                  <c:v>45719</c:v>
                </c:pt>
                <c:pt idx="62">
                  <c:v>45720</c:v>
                </c:pt>
                <c:pt idx="63">
                  <c:v>45721</c:v>
                </c:pt>
                <c:pt idx="64">
                  <c:v>45722</c:v>
                </c:pt>
                <c:pt idx="65">
                  <c:v>45723</c:v>
                </c:pt>
                <c:pt idx="66">
                  <c:v>45724</c:v>
                </c:pt>
                <c:pt idx="67">
                  <c:v>45725</c:v>
                </c:pt>
                <c:pt idx="68">
                  <c:v>45726</c:v>
                </c:pt>
                <c:pt idx="69">
                  <c:v>45727</c:v>
                </c:pt>
                <c:pt idx="70">
                  <c:v>45728</c:v>
                </c:pt>
                <c:pt idx="71">
                  <c:v>45729</c:v>
                </c:pt>
                <c:pt idx="72">
                  <c:v>45730</c:v>
                </c:pt>
                <c:pt idx="73">
                  <c:v>45731</c:v>
                </c:pt>
                <c:pt idx="74">
                  <c:v>45732</c:v>
                </c:pt>
                <c:pt idx="75">
                  <c:v>45733</c:v>
                </c:pt>
                <c:pt idx="76">
                  <c:v>45734</c:v>
                </c:pt>
                <c:pt idx="77">
                  <c:v>45735</c:v>
                </c:pt>
                <c:pt idx="78">
                  <c:v>45736</c:v>
                </c:pt>
                <c:pt idx="79">
                  <c:v>45737</c:v>
                </c:pt>
                <c:pt idx="80">
                  <c:v>45738</c:v>
                </c:pt>
                <c:pt idx="81">
                  <c:v>45739</c:v>
                </c:pt>
                <c:pt idx="82">
                  <c:v>45740</c:v>
                </c:pt>
                <c:pt idx="83">
                  <c:v>45741</c:v>
                </c:pt>
                <c:pt idx="84">
                  <c:v>45742</c:v>
                </c:pt>
                <c:pt idx="85">
                  <c:v>45743</c:v>
                </c:pt>
                <c:pt idx="86">
                  <c:v>45744</c:v>
                </c:pt>
                <c:pt idx="87">
                  <c:v>45745</c:v>
                </c:pt>
                <c:pt idx="88">
                  <c:v>45746</c:v>
                </c:pt>
                <c:pt idx="89">
                  <c:v>45747</c:v>
                </c:pt>
                <c:pt idx="90">
                  <c:v>45748</c:v>
                </c:pt>
                <c:pt idx="91">
                  <c:v>45749</c:v>
                </c:pt>
                <c:pt idx="92">
                  <c:v>45750</c:v>
                </c:pt>
                <c:pt idx="93">
                  <c:v>45751</c:v>
                </c:pt>
                <c:pt idx="94">
                  <c:v>45752</c:v>
                </c:pt>
                <c:pt idx="95">
                  <c:v>45753</c:v>
                </c:pt>
                <c:pt idx="96">
                  <c:v>45754</c:v>
                </c:pt>
                <c:pt idx="97">
                  <c:v>45755</c:v>
                </c:pt>
                <c:pt idx="98">
                  <c:v>45756</c:v>
                </c:pt>
                <c:pt idx="99">
                  <c:v>45757</c:v>
                </c:pt>
                <c:pt idx="100">
                  <c:v>45758</c:v>
                </c:pt>
                <c:pt idx="101">
                  <c:v>45759</c:v>
                </c:pt>
                <c:pt idx="102">
                  <c:v>45760</c:v>
                </c:pt>
                <c:pt idx="103">
                  <c:v>45761</c:v>
                </c:pt>
                <c:pt idx="104">
                  <c:v>45762</c:v>
                </c:pt>
                <c:pt idx="105">
                  <c:v>45763</c:v>
                </c:pt>
                <c:pt idx="106">
                  <c:v>45764</c:v>
                </c:pt>
                <c:pt idx="107">
                  <c:v>45765</c:v>
                </c:pt>
                <c:pt idx="108">
                  <c:v>45766</c:v>
                </c:pt>
                <c:pt idx="109">
                  <c:v>45767</c:v>
                </c:pt>
                <c:pt idx="110">
                  <c:v>45768</c:v>
                </c:pt>
                <c:pt idx="111">
                  <c:v>45769</c:v>
                </c:pt>
                <c:pt idx="112">
                  <c:v>45770</c:v>
                </c:pt>
                <c:pt idx="113">
                  <c:v>45771</c:v>
                </c:pt>
                <c:pt idx="114">
                  <c:v>45772</c:v>
                </c:pt>
                <c:pt idx="115">
                  <c:v>45773</c:v>
                </c:pt>
                <c:pt idx="116">
                  <c:v>45774</c:v>
                </c:pt>
                <c:pt idx="117">
                  <c:v>45775</c:v>
                </c:pt>
                <c:pt idx="118">
                  <c:v>45776</c:v>
                </c:pt>
                <c:pt idx="119">
                  <c:v>45777</c:v>
                </c:pt>
                <c:pt idx="120">
                  <c:v>45778</c:v>
                </c:pt>
                <c:pt idx="121">
                  <c:v>45779</c:v>
                </c:pt>
                <c:pt idx="122">
                  <c:v>45780</c:v>
                </c:pt>
                <c:pt idx="123">
                  <c:v>45781</c:v>
                </c:pt>
                <c:pt idx="124">
                  <c:v>45782</c:v>
                </c:pt>
                <c:pt idx="125">
                  <c:v>45783</c:v>
                </c:pt>
                <c:pt idx="126">
                  <c:v>45784</c:v>
                </c:pt>
                <c:pt idx="127">
                  <c:v>45785</c:v>
                </c:pt>
                <c:pt idx="128">
                  <c:v>45786</c:v>
                </c:pt>
                <c:pt idx="129">
                  <c:v>45787</c:v>
                </c:pt>
                <c:pt idx="130">
                  <c:v>45788</c:v>
                </c:pt>
                <c:pt idx="131">
                  <c:v>45789</c:v>
                </c:pt>
                <c:pt idx="132">
                  <c:v>45790</c:v>
                </c:pt>
                <c:pt idx="133">
                  <c:v>45791</c:v>
                </c:pt>
                <c:pt idx="134">
                  <c:v>45792</c:v>
                </c:pt>
                <c:pt idx="135">
                  <c:v>45793</c:v>
                </c:pt>
                <c:pt idx="136">
                  <c:v>45794</c:v>
                </c:pt>
                <c:pt idx="137">
                  <c:v>45795</c:v>
                </c:pt>
                <c:pt idx="138">
                  <c:v>45796</c:v>
                </c:pt>
                <c:pt idx="139">
                  <c:v>45797</c:v>
                </c:pt>
                <c:pt idx="140">
                  <c:v>45798</c:v>
                </c:pt>
                <c:pt idx="141">
                  <c:v>45799</c:v>
                </c:pt>
                <c:pt idx="142">
                  <c:v>45800</c:v>
                </c:pt>
                <c:pt idx="143">
                  <c:v>45801</c:v>
                </c:pt>
                <c:pt idx="144">
                  <c:v>45802</c:v>
                </c:pt>
                <c:pt idx="145">
                  <c:v>45803</c:v>
                </c:pt>
                <c:pt idx="146">
                  <c:v>45804</c:v>
                </c:pt>
                <c:pt idx="147">
                  <c:v>45805</c:v>
                </c:pt>
                <c:pt idx="148">
                  <c:v>45806</c:v>
                </c:pt>
                <c:pt idx="149">
                  <c:v>45807</c:v>
                </c:pt>
                <c:pt idx="150">
                  <c:v>45808</c:v>
                </c:pt>
                <c:pt idx="151">
                  <c:v>45809</c:v>
                </c:pt>
                <c:pt idx="152">
                  <c:v>45810</c:v>
                </c:pt>
                <c:pt idx="153">
                  <c:v>45811</c:v>
                </c:pt>
                <c:pt idx="154">
                  <c:v>45812</c:v>
                </c:pt>
                <c:pt idx="155">
                  <c:v>45813</c:v>
                </c:pt>
                <c:pt idx="156">
                  <c:v>45814</c:v>
                </c:pt>
                <c:pt idx="157">
                  <c:v>45815</c:v>
                </c:pt>
                <c:pt idx="158">
                  <c:v>45816</c:v>
                </c:pt>
                <c:pt idx="159">
                  <c:v>45817</c:v>
                </c:pt>
                <c:pt idx="160">
                  <c:v>45818</c:v>
                </c:pt>
                <c:pt idx="161">
                  <c:v>45819</c:v>
                </c:pt>
                <c:pt idx="162">
                  <c:v>45820</c:v>
                </c:pt>
                <c:pt idx="163">
                  <c:v>45821</c:v>
                </c:pt>
                <c:pt idx="164">
                  <c:v>45822</c:v>
                </c:pt>
                <c:pt idx="165">
                  <c:v>45823</c:v>
                </c:pt>
                <c:pt idx="166">
                  <c:v>45824</c:v>
                </c:pt>
                <c:pt idx="167">
                  <c:v>45825</c:v>
                </c:pt>
                <c:pt idx="168">
                  <c:v>45826</c:v>
                </c:pt>
                <c:pt idx="169">
                  <c:v>45827</c:v>
                </c:pt>
                <c:pt idx="170">
                  <c:v>45828</c:v>
                </c:pt>
                <c:pt idx="171">
                  <c:v>45829</c:v>
                </c:pt>
                <c:pt idx="172">
                  <c:v>45830</c:v>
                </c:pt>
                <c:pt idx="173">
                  <c:v>45831</c:v>
                </c:pt>
                <c:pt idx="174">
                  <c:v>45832</c:v>
                </c:pt>
                <c:pt idx="175">
                  <c:v>45833</c:v>
                </c:pt>
                <c:pt idx="176">
                  <c:v>45834</c:v>
                </c:pt>
                <c:pt idx="177">
                  <c:v>45835</c:v>
                </c:pt>
                <c:pt idx="178">
                  <c:v>45836</c:v>
                </c:pt>
                <c:pt idx="179">
                  <c:v>45837</c:v>
                </c:pt>
                <c:pt idx="180">
                  <c:v>45838</c:v>
                </c:pt>
                <c:pt idx="181">
                  <c:v>45839</c:v>
                </c:pt>
                <c:pt idx="182">
                  <c:v>45840</c:v>
                </c:pt>
                <c:pt idx="183">
                  <c:v>45841</c:v>
                </c:pt>
                <c:pt idx="184">
                  <c:v>45842</c:v>
                </c:pt>
                <c:pt idx="185">
                  <c:v>45843</c:v>
                </c:pt>
                <c:pt idx="186">
                  <c:v>45844</c:v>
                </c:pt>
                <c:pt idx="187">
                  <c:v>45845</c:v>
                </c:pt>
                <c:pt idx="188">
                  <c:v>45846</c:v>
                </c:pt>
                <c:pt idx="189">
                  <c:v>45847</c:v>
                </c:pt>
                <c:pt idx="190">
                  <c:v>45848</c:v>
                </c:pt>
                <c:pt idx="191">
                  <c:v>45849</c:v>
                </c:pt>
                <c:pt idx="192">
                  <c:v>45850</c:v>
                </c:pt>
                <c:pt idx="193">
                  <c:v>45851</c:v>
                </c:pt>
                <c:pt idx="194">
                  <c:v>45852</c:v>
                </c:pt>
                <c:pt idx="195">
                  <c:v>45853</c:v>
                </c:pt>
                <c:pt idx="196">
                  <c:v>45854</c:v>
                </c:pt>
                <c:pt idx="197">
                  <c:v>45855</c:v>
                </c:pt>
                <c:pt idx="198">
                  <c:v>45856</c:v>
                </c:pt>
                <c:pt idx="199">
                  <c:v>45857</c:v>
                </c:pt>
                <c:pt idx="200">
                  <c:v>45858</c:v>
                </c:pt>
                <c:pt idx="201">
                  <c:v>45859</c:v>
                </c:pt>
                <c:pt idx="202">
                  <c:v>45860</c:v>
                </c:pt>
                <c:pt idx="203">
                  <c:v>45861</c:v>
                </c:pt>
                <c:pt idx="204">
                  <c:v>45862</c:v>
                </c:pt>
                <c:pt idx="205">
                  <c:v>45863</c:v>
                </c:pt>
                <c:pt idx="206">
                  <c:v>45864</c:v>
                </c:pt>
                <c:pt idx="207">
                  <c:v>45865</c:v>
                </c:pt>
                <c:pt idx="208">
                  <c:v>45866</c:v>
                </c:pt>
                <c:pt idx="209">
                  <c:v>45867</c:v>
                </c:pt>
                <c:pt idx="210">
                  <c:v>45868</c:v>
                </c:pt>
                <c:pt idx="211">
                  <c:v>45869</c:v>
                </c:pt>
                <c:pt idx="212">
                  <c:v>45870</c:v>
                </c:pt>
                <c:pt idx="213">
                  <c:v>45871</c:v>
                </c:pt>
                <c:pt idx="214">
                  <c:v>45872</c:v>
                </c:pt>
                <c:pt idx="215">
                  <c:v>45873</c:v>
                </c:pt>
                <c:pt idx="216">
                  <c:v>45874</c:v>
                </c:pt>
                <c:pt idx="217">
                  <c:v>45875</c:v>
                </c:pt>
                <c:pt idx="218">
                  <c:v>45876</c:v>
                </c:pt>
                <c:pt idx="219">
                  <c:v>45877</c:v>
                </c:pt>
                <c:pt idx="220">
                  <c:v>45878</c:v>
                </c:pt>
                <c:pt idx="221">
                  <c:v>45879</c:v>
                </c:pt>
                <c:pt idx="222">
                  <c:v>45880</c:v>
                </c:pt>
                <c:pt idx="223">
                  <c:v>45881</c:v>
                </c:pt>
                <c:pt idx="224">
                  <c:v>45882</c:v>
                </c:pt>
                <c:pt idx="225">
                  <c:v>45883</c:v>
                </c:pt>
                <c:pt idx="226">
                  <c:v>45884</c:v>
                </c:pt>
                <c:pt idx="227">
                  <c:v>45885</c:v>
                </c:pt>
                <c:pt idx="228">
                  <c:v>45886</c:v>
                </c:pt>
                <c:pt idx="229">
                  <c:v>45887</c:v>
                </c:pt>
                <c:pt idx="230">
                  <c:v>45888</c:v>
                </c:pt>
                <c:pt idx="231">
                  <c:v>45889</c:v>
                </c:pt>
                <c:pt idx="232">
                  <c:v>45890</c:v>
                </c:pt>
                <c:pt idx="233">
                  <c:v>45891</c:v>
                </c:pt>
                <c:pt idx="234">
                  <c:v>45892</c:v>
                </c:pt>
                <c:pt idx="235">
                  <c:v>45893</c:v>
                </c:pt>
                <c:pt idx="236">
                  <c:v>45894</c:v>
                </c:pt>
                <c:pt idx="237">
                  <c:v>45895</c:v>
                </c:pt>
                <c:pt idx="238">
                  <c:v>45896</c:v>
                </c:pt>
                <c:pt idx="239">
                  <c:v>45897</c:v>
                </c:pt>
                <c:pt idx="240">
                  <c:v>45898</c:v>
                </c:pt>
                <c:pt idx="241">
                  <c:v>45899</c:v>
                </c:pt>
                <c:pt idx="242">
                  <c:v>45900</c:v>
                </c:pt>
                <c:pt idx="243">
                  <c:v>45901</c:v>
                </c:pt>
                <c:pt idx="244">
                  <c:v>45902</c:v>
                </c:pt>
                <c:pt idx="245">
                  <c:v>45903</c:v>
                </c:pt>
                <c:pt idx="246">
                  <c:v>45904</c:v>
                </c:pt>
                <c:pt idx="247">
                  <c:v>45905</c:v>
                </c:pt>
                <c:pt idx="248">
                  <c:v>45906</c:v>
                </c:pt>
                <c:pt idx="249">
                  <c:v>45907</c:v>
                </c:pt>
                <c:pt idx="250">
                  <c:v>45908</c:v>
                </c:pt>
                <c:pt idx="251">
                  <c:v>45909</c:v>
                </c:pt>
                <c:pt idx="252">
                  <c:v>45910</c:v>
                </c:pt>
                <c:pt idx="253">
                  <c:v>45911</c:v>
                </c:pt>
                <c:pt idx="254">
                  <c:v>45912</c:v>
                </c:pt>
                <c:pt idx="255">
                  <c:v>45913</c:v>
                </c:pt>
                <c:pt idx="256">
                  <c:v>45914</c:v>
                </c:pt>
                <c:pt idx="257">
                  <c:v>45915</c:v>
                </c:pt>
                <c:pt idx="258">
                  <c:v>45916</c:v>
                </c:pt>
                <c:pt idx="259">
                  <c:v>45917</c:v>
                </c:pt>
                <c:pt idx="260">
                  <c:v>45918</c:v>
                </c:pt>
                <c:pt idx="261">
                  <c:v>45919</c:v>
                </c:pt>
                <c:pt idx="262">
                  <c:v>45920</c:v>
                </c:pt>
                <c:pt idx="263">
                  <c:v>45921</c:v>
                </c:pt>
                <c:pt idx="264">
                  <c:v>45922</c:v>
                </c:pt>
                <c:pt idx="265">
                  <c:v>45923</c:v>
                </c:pt>
                <c:pt idx="266">
                  <c:v>45924</c:v>
                </c:pt>
                <c:pt idx="267">
                  <c:v>45925</c:v>
                </c:pt>
                <c:pt idx="268">
                  <c:v>45926</c:v>
                </c:pt>
                <c:pt idx="269">
                  <c:v>45927</c:v>
                </c:pt>
                <c:pt idx="270">
                  <c:v>45928</c:v>
                </c:pt>
                <c:pt idx="271">
                  <c:v>45929</c:v>
                </c:pt>
                <c:pt idx="272">
                  <c:v>45930</c:v>
                </c:pt>
                <c:pt idx="273">
                  <c:v>45931</c:v>
                </c:pt>
                <c:pt idx="274">
                  <c:v>45932</c:v>
                </c:pt>
                <c:pt idx="275">
                  <c:v>45933</c:v>
                </c:pt>
                <c:pt idx="276">
                  <c:v>45934</c:v>
                </c:pt>
                <c:pt idx="277">
                  <c:v>45935</c:v>
                </c:pt>
                <c:pt idx="278">
                  <c:v>45936</c:v>
                </c:pt>
                <c:pt idx="279">
                  <c:v>45937</c:v>
                </c:pt>
                <c:pt idx="280">
                  <c:v>45938</c:v>
                </c:pt>
                <c:pt idx="281">
                  <c:v>45939</c:v>
                </c:pt>
                <c:pt idx="282">
                  <c:v>45940</c:v>
                </c:pt>
                <c:pt idx="283">
                  <c:v>45941</c:v>
                </c:pt>
                <c:pt idx="284">
                  <c:v>45942</c:v>
                </c:pt>
                <c:pt idx="285">
                  <c:v>45943</c:v>
                </c:pt>
                <c:pt idx="286">
                  <c:v>45944</c:v>
                </c:pt>
                <c:pt idx="287">
                  <c:v>45945</c:v>
                </c:pt>
                <c:pt idx="288">
                  <c:v>45946</c:v>
                </c:pt>
                <c:pt idx="289">
                  <c:v>45947</c:v>
                </c:pt>
                <c:pt idx="290">
                  <c:v>45948</c:v>
                </c:pt>
                <c:pt idx="291">
                  <c:v>45949</c:v>
                </c:pt>
                <c:pt idx="292">
                  <c:v>45950</c:v>
                </c:pt>
                <c:pt idx="293">
                  <c:v>45951</c:v>
                </c:pt>
                <c:pt idx="294">
                  <c:v>45952</c:v>
                </c:pt>
                <c:pt idx="295">
                  <c:v>45953</c:v>
                </c:pt>
                <c:pt idx="296">
                  <c:v>45954</c:v>
                </c:pt>
                <c:pt idx="297">
                  <c:v>45955</c:v>
                </c:pt>
                <c:pt idx="298">
                  <c:v>45956</c:v>
                </c:pt>
                <c:pt idx="299">
                  <c:v>45957</c:v>
                </c:pt>
                <c:pt idx="300">
                  <c:v>45958</c:v>
                </c:pt>
                <c:pt idx="301">
                  <c:v>45959</c:v>
                </c:pt>
                <c:pt idx="302">
                  <c:v>45960</c:v>
                </c:pt>
                <c:pt idx="303">
                  <c:v>45961</c:v>
                </c:pt>
                <c:pt idx="304">
                  <c:v>45962</c:v>
                </c:pt>
                <c:pt idx="305">
                  <c:v>45963</c:v>
                </c:pt>
                <c:pt idx="306">
                  <c:v>45964</c:v>
                </c:pt>
                <c:pt idx="307">
                  <c:v>45965</c:v>
                </c:pt>
                <c:pt idx="308">
                  <c:v>45966</c:v>
                </c:pt>
                <c:pt idx="309">
                  <c:v>45967</c:v>
                </c:pt>
                <c:pt idx="310">
                  <c:v>45968</c:v>
                </c:pt>
                <c:pt idx="311">
                  <c:v>45969</c:v>
                </c:pt>
                <c:pt idx="312">
                  <c:v>45970</c:v>
                </c:pt>
                <c:pt idx="313">
                  <c:v>45971</c:v>
                </c:pt>
                <c:pt idx="314">
                  <c:v>45972</c:v>
                </c:pt>
                <c:pt idx="315">
                  <c:v>45973</c:v>
                </c:pt>
                <c:pt idx="316">
                  <c:v>45974</c:v>
                </c:pt>
                <c:pt idx="317">
                  <c:v>45975</c:v>
                </c:pt>
                <c:pt idx="318">
                  <c:v>45976</c:v>
                </c:pt>
                <c:pt idx="319">
                  <c:v>45977</c:v>
                </c:pt>
                <c:pt idx="320">
                  <c:v>45978</c:v>
                </c:pt>
                <c:pt idx="321">
                  <c:v>45979</c:v>
                </c:pt>
                <c:pt idx="322">
                  <c:v>45980</c:v>
                </c:pt>
                <c:pt idx="323">
                  <c:v>45981</c:v>
                </c:pt>
                <c:pt idx="324">
                  <c:v>45982</c:v>
                </c:pt>
                <c:pt idx="325">
                  <c:v>45983</c:v>
                </c:pt>
                <c:pt idx="326">
                  <c:v>45984</c:v>
                </c:pt>
                <c:pt idx="327">
                  <c:v>45985</c:v>
                </c:pt>
                <c:pt idx="328">
                  <c:v>45986</c:v>
                </c:pt>
                <c:pt idx="329">
                  <c:v>45987</c:v>
                </c:pt>
                <c:pt idx="330">
                  <c:v>45988</c:v>
                </c:pt>
                <c:pt idx="331">
                  <c:v>45989</c:v>
                </c:pt>
                <c:pt idx="332">
                  <c:v>45990</c:v>
                </c:pt>
                <c:pt idx="333">
                  <c:v>45991</c:v>
                </c:pt>
                <c:pt idx="334">
                  <c:v>45992</c:v>
                </c:pt>
                <c:pt idx="335">
                  <c:v>45993</c:v>
                </c:pt>
                <c:pt idx="336">
                  <c:v>45994</c:v>
                </c:pt>
                <c:pt idx="337">
                  <c:v>45995</c:v>
                </c:pt>
                <c:pt idx="338">
                  <c:v>45996</c:v>
                </c:pt>
                <c:pt idx="339">
                  <c:v>45997</c:v>
                </c:pt>
                <c:pt idx="340">
                  <c:v>45998</c:v>
                </c:pt>
                <c:pt idx="341">
                  <c:v>45999</c:v>
                </c:pt>
                <c:pt idx="342">
                  <c:v>46000</c:v>
                </c:pt>
                <c:pt idx="343">
                  <c:v>46001</c:v>
                </c:pt>
                <c:pt idx="344">
                  <c:v>46002</c:v>
                </c:pt>
                <c:pt idx="345">
                  <c:v>46003</c:v>
                </c:pt>
                <c:pt idx="346">
                  <c:v>46004</c:v>
                </c:pt>
                <c:pt idx="347">
                  <c:v>46005</c:v>
                </c:pt>
                <c:pt idx="348">
                  <c:v>46006</c:v>
                </c:pt>
                <c:pt idx="349">
                  <c:v>46007</c:v>
                </c:pt>
                <c:pt idx="350">
                  <c:v>46008</c:v>
                </c:pt>
                <c:pt idx="351">
                  <c:v>46009</c:v>
                </c:pt>
                <c:pt idx="352">
                  <c:v>46010</c:v>
                </c:pt>
                <c:pt idx="353">
                  <c:v>46011</c:v>
                </c:pt>
                <c:pt idx="354">
                  <c:v>46012</c:v>
                </c:pt>
                <c:pt idx="355">
                  <c:v>46013</c:v>
                </c:pt>
                <c:pt idx="356">
                  <c:v>46014</c:v>
                </c:pt>
                <c:pt idx="357">
                  <c:v>46015</c:v>
                </c:pt>
                <c:pt idx="358">
                  <c:v>46016</c:v>
                </c:pt>
                <c:pt idx="359">
                  <c:v>46017</c:v>
                </c:pt>
                <c:pt idx="360">
                  <c:v>46018</c:v>
                </c:pt>
                <c:pt idx="361">
                  <c:v>46019</c:v>
                </c:pt>
                <c:pt idx="362">
                  <c:v>46020</c:v>
                </c:pt>
                <c:pt idx="363">
                  <c:v>46021</c:v>
                </c:pt>
                <c:pt idx="364">
                  <c:v>46022</c:v>
                </c:pt>
                <c:pt idx="365">
                  <c:v>46023</c:v>
                </c:pt>
                <c:pt idx="366">
                  <c:v>46024</c:v>
                </c:pt>
                <c:pt idx="367">
                  <c:v>46025</c:v>
                </c:pt>
                <c:pt idx="368">
                  <c:v>46026</c:v>
                </c:pt>
                <c:pt idx="369">
                  <c:v>46027</c:v>
                </c:pt>
                <c:pt idx="370">
                  <c:v>46028</c:v>
                </c:pt>
                <c:pt idx="371">
                  <c:v>46029</c:v>
                </c:pt>
                <c:pt idx="372">
                  <c:v>46030</c:v>
                </c:pt>
                <c:pt idx="373">
                  <c:v>46031</c:v>
                </c:pt>
                <c:pt idx="374">
                  <c:v>46032</c:v>
                </c:pt>
                <c:pt idx="375">
                  <c:v>46033</c:v>
                </c:pt>
                <c:pt idx="376">
                  <c:v>46034</c:v>
                </c:pt>
                <c:pt idx="377">
                  <c:v>46035</c:v>
                </c:pt>
                <c:pt idx="378">
                  <c:v>46036</c:v>
                </c:pt>
                <c:pt idx="379">
                  <c:v>46037</c:v>
                </c:pt>
                <c:pt idx="380">
                  <c:v>46038</c:v>
                </c:pt>
                <c:pt idx="381">
                  <c:v>46039</c:v>
                </c:pt>
                <c:pt idx="382">
                  <c:v>46040</c:v>
                </c:pt>
                <c:pt idx="383">
                  <c:v>46041</c:v>
                </c:pt>
                <c:pt idx="384">
                  <c:v>46042</c:v>
                </c:pt>
                <c:pt idx="385">
                  <c:v>46043</c:v>
                </c:pt>
                <c:pt idx="386">
                  <c:v>46044</c:v>
                </c:pt>
                <c:pt idx="387">
                  <c:v>46045</c:v>
                </c:pt>
                <c:pt idx="388">
                  <c:v>46046</c:v>
                </c:pt>
                <c:pt idx="389">
                  <c:v>46047</c:v>
                </c:pt>
                <c:pt idx="390">
                  <c:v>46048</c:v>
                </c:pt>
                <c:pt idx="391">
                  <c:v>46049</c:v>
                </c:pt>
                <c:pt idx="392">
                  <c:v>46050</c:v>
                </c:pt>
                <c:pt idx="393">
                  <c:v>46051</c:v>
                </c:pt>
                <c:pt idx="394">
                  <c:v>46052</c:v>
                </c:pt>
                <c:pt idx="395">
                  <c:v>46053</c:v>
                </c:pt>
                <c:pt idx="396">
                  <c:v>46054</c:v>
                </c:pt>
                <c:pt idx="397">
                  <c:v>46055</c:v>
                </c:pt>
                <c:pt idx="398">
                  <c:v>46056</c:v>
                </c:pt>
                <c:pt idx="399">
                  <c:v>46057</c:v>
                </c:pt>
                <c:pt idx="400">
                  <c:v>46058</c:v>
                </c:pt>
                <c:pt idx="401">
                  <c:v>46059</c:v>
                </c:pt>
                <c:pt idx="402">
                  <c:v>46060</c:v>
                </c:pt>
                <c:pt idx="403">
                  <c:v>46061</c:v>
                </c:pt>
                <c:pt idx="404">
                  <c:v>46062</c:v>
                </c:pt>
                <c:pt idx="405">
                  <c:v>46063</c:v>
                </c:pt>
                <c:pt idx="406">
                  <c:v>46064</c:v>
                </c:pt>
                <c:pt idx="407">
                  <c:v>46065</c:v>
                </c:pt>
                <c:pt idx="408">
                  <c:v>46066</c:v>
                </c:pt>
                <c:pt idx="409">
                  <c:v>46067</c:v>
                </c:pt>
                <c:pt idx="410">
                  <c:v>46068</c:v>
                </c:pt>
                <c:pt idx="411">
                  <c:v>46069</c:v>
                </c:pt>
                <c:pt idx="412">
                  <c:v>46070</c:v>
                </c:pt>
                <c:pt idx="413">
                  <c:v>46071</c:v>
                </c:pt>
                <c:pt idx="414">
                  <c:v>46072</c:v>
                </c:pt>
                <c:pt idx="415">
                  <c:v>46073</c:v>
                </c:pt>
                <c:pt idx="416">
                  <c:v>46074</c:v>
                </c:pt>
                <c:pt idx="417">
                  <c:v>46075</c:v>
                </c:pt>
                <c:pt idx="418">
                  <c:v>46076</c:v>
                </c:pt>
                <c:pt idx="419">
                  <c:v>46077</c:v>
                </c:pt>
                <c:pt idx="420">
                  <c:v>46078</c:v>
                </c:pt>
                <c:pt idx="421">
                  <c:v>46079</c:v>
                </c:pt>
                <c:pt idx="422">
                  <c:v>46080</c:v>
                </c:pt>
                <c:pt idx="423">
                  <c:v>46081</c:v>
                </c:pt>
                <c:pt idx="424">
                  <c:v>46082</c:v>
                </c:pt>
                <c:pt idx="425">
                  <c:v>46083</c:v>
                </c:pt>
                <c:pt idx="426">
                  <c:v>46084</c:v>
                </c:pt>
                <c:pt idx="427">
                  <c:v>46085</c:v>
                </c:pt>
                <c:pt idx="428">
                  <c:v>46086</c:v>
                </c:pt>
                <c:pt idx="429">
                  <c:v>46087</c:v>
                </c:pt>
                <c:pt idx="430">
                  <c:v>46088</c:v>
                </c:pt>
                <c:pt idx="431">
                  <c:v>46089</c:v>
                </c:pt>
                <c:pt idx="432">
                  <c:v>46090</c:v>
                </c:pt>
                <c:pt idx="433">
                  <c:v>46091</c:v>
                </c:pt>
                <c:pt idx="434">
                  <c:v>46092</c:v>
                </c:pt>
                <c:pt idx="435">
                  <c:v>46093</c:v>
                </c:pt>
                <c:pt idx="436">
                  <c:v>46094</c:v>
                </c:pt>
                <c:pt idx="437">
                  <c:v>46095</c:v>
                </c:pt>
                <c:pt idx="438">
                  <c:v>46096</c:v>
                </c:pt>
                <c:pt idx="439">
                  <c:v>46097</c:v>
                </c:pt>
                <c:pt idx="440">
                  <c:v>46098</c:v>
                </c:pt>
                <c:pt idx="441">
                  <c:v>46099</c:v>
                </c:pt>
                <c:pt idx="442">
                  <c:v>46100</c:v>
                </c:pt>
                <c:pt idx="443">
                  <c:v>46101</c:v>
                </c:pt>
                <c:pt idx="444">
                  <c:v>46102</c:v>
                </c:pt>
                <c:pt idx="445">
                  <c:v>46103</c:v>
                </c:pt>
                <c:pt idx="446">
                  <c:v>46104</c:v>
                </c:pt>
                <c:pt idx="447">
                  <c:v>46105</c:v>
                </c:pt>
                <c:pt idx="448">
                  <c:v>46106</c:v>
                </c:pt>
                <c:pt idx="449">
                  <c:v>46107</c:v>
                </c:pt>
                <c:pt idx="450">
                  <c:v>46108</c:v>
                </c:pt>
                <c:pt idx="451">
                  <c:v>46109</c:v>
                </c:pt>
                <c:pt idx="452">
                  <c:v>46110</c:v>
                </c:pt>
                <c:pt idx="453">
                  <c:v>46111</c:v>
                </c:pt>
                <c:pt idx="454">
                  <c:v>46112</c:v>
                </c:pt>
                <c:pt idx="455">
                  <c:v>46113</c:v>
                </c:pt>
                <c:pt idx="456">
                  <c:v>46114</c:v>
                </c:pt>
                <c:pt idx="457">
                  <c:v>46115</c:v>
                </c:pt>
                <c:pt idx="458">
                  <c:v>46116</c:v>
                </c:pt>
                <c:pt idx="459">
                  <c:v>46117</c:v>
                </c:pt>
                <c:pt idx="460">
                  <c:v>46118</c:v>
                </c:pt>
                <c:pt idx="461">
                  <c:v>46119</c:v>
                </c:pt>
                <c:pt idx="462">
                  <c:v>46120</c:v>
                </c:pt>
                <c:pt idx="463">
                  <c:v>46121</c:v>
                </c:pt>
                <c:pt idx="464">
                  <c:v>46122</c:v>
                </c:pt>
                <c:pt idx="465">
                  <c:v>46123</c:v>
                </c:pt>
                <c:pt idx="466">
                  <c:v>46124</c:v>
                </c:pt>
                <c:pt idx="467">
                  <c:v>46125</c:v>
                </c:pt>
                <c:pt idx="468">
                  <c:v>46126</c:v>
                </c:pt>
                <c:pt idx="469">
                  <c:v>46127</c:v>
                </c:pt>
                <c:pt idx="470">
                  <c:v>46128</c:v>
                </c:pt>
                <c:pt idx="471">
                  <c:v>46129</c:v>
                </c:pt>
                <c:pt idx="472">
                  <c:v>46130</c:v>
                </c:pt>
                <c:pt idx="473">
                  <c:v>46131</c:v>
                </c:pt>
                <c:pt idx="474">
                  <c:v>46132</c:v>
                </c:pt>
                <c:pt idx="475">
                  <c:v>46133</c:v>
                </c:pt>
                <c:pt idx="476">
                  <c:v>46134</c:v>
                </c:pt>
                <c:pt idx="477">
                  <c:v>46135</c:v>
                </c:pt>
                <c:pt idx="478">
                  <c:v>46136</c:v>
                </c:pt>
                <c:pt idx="479">
                  <c:v>46137</c:v>
                </c:pt>
                <c:pt idx="480">
                  <c:v>46138</c:v>
                </c:pt>
                <c:pt idx="481">
                  <c:v>46139</c:v>
                </c:pt>
                <c:pt idx="482">
                  <c:v>46140</c:v>
                </c:pt>
                <c:pt idx="483">
                  <c:v>46141</c:v>
                </c:pt>
                <c:pt idx="484">
                  <c:v>46142</c:v>
                </c:pt>
                <c:pt idx="485">
                  <c:v>46143</c:v>
                </c:pt>
                <c:pt idx="486">
                  <c:v>46144</c:v>
                </c:pt>
                <c:pt idx="487">
                  <c:v>46145</c:v>
                </c:pt>
                <c:pt idx="488">
                  <c:v>46146</c:v>
                </c:pt>
                <c:pt idx="489">
                  <c:v>46147</c:v>
                </c:pt>
                <c:pt idx="490">
                  <c:v>46148</c:v>
                </c:pt>
                <c:pt idx="491">
                  <c:v>46149</c:v>
                </c:pt>
                <c:pt idx="492">
                  <c:v>46150</c:v>
                </c:pt>
                <c:pt idx="493">
                  <c:v>46151</c:v>
                </c:pt>
                <c:pt idx="494">
                  <c:v>46152</c:v>
                </c:pt>
                <c:pt idx="495">
                  <c:v>46153</c:v>
                </c:pt>
                <c:pt idx="496">
                  <c:v>46154</c:v>
                </c:pt>
                <c:pt idx="497">
                  <c:v>46155</c:v>
                </c:pt>
                <c:pt idx="498">
                  <c:v>46156</c:v>
                </c:pt>
                <c:pt idx="499">
                  <c:v>46157</c:v>
                </c:pt>
                <c:pt idx="500">
                  <c:v>46158</c:v>
                </c:pt>
                <c:pt idx="501">
                  <c:v>46159</c:v>
                </c:pt>
                <c:pt idx="502">
                  <c:v>46160</c:v>
                </c:pt>
                <c:pt idx="503">
                  <c:v>46161</c:v>
                </c:pt>
                <c:pt idx="504">
                  <c:v>46162</c:v>
                </c:pt>
                <c:pt idx="505">
                  <c:v>46163</c:v>
                </c:pt>
                <c:pt idx="506">
                  <c:v>46164</c:v>
                </c:pt>
                <c:pt idx="507">
                  <c:v>46165</c:v>
                </c:pt>
                <c:pt idx="508">
                  <c:v>46166</c:v>
                </c:pt>
                <c:pt idx="509">
                  <c:v>46167</c:v>
                </c:pt>
                <c:pt idx="510">
                  <c:v>46168</c:v>
                </c:pt>
                <c:pt idx="511">
                  <c:v>46169</c:v>
                </c:pt>
                <c:pt idx="512">
                  <c:v>46170</c:v>
                </c:pt>
                <c:pt idx="513">
                  <c:v>46171</c:v>
                </c:pt>
                <c:pt idx="514">
                  <c:v>46172</c:v>
                </c:pt>
                <c:pt idx="515">
                  <c:v>46173</c:v>
                </c:pt>
                <c:pt idx="516">
                  <c:v>46174</c:v>
                </c:pt>
                <c:pt idx="517">
                  <c:v>46175</c:v>
                </c:pt>
                <c:pt idx="518">
                  <c:v>46176</c:v>
                </c:pt>
                <c:pt idx="519">
                  <c:v>46177</c:v>
                </c:pt>
                <c:pt idx="520">
                  <c:v>46178</c:v>
                </c:pt>
                <c:pt idx="521">
                  <c:v>46181</c:v>
                </c:pt>
                <c:pt idx="522">
                  <c:v>46182</c:v>
                </c:pt>
                <c:pt idx="523">
                  <c:v>46183</c:v>
                </c:pt>
                <c:pt idx="524">
                  <c:v>46184</c:v>
                </c:pt>
                <c:pt idx="525">
                  <c:v>46185</c:v>
                </c:pt>
                <c:pt idx="526">
                  <c:v>46188</c:v>
                </c:pt>
                <c:pt idx="527">
                  <c:v>46189</c:v>
                </c:pt>
                <c:pt idx="528">
                  <c:v>46190</c:v>
                </c:pt>
                <c:pt idx="529">
                  <c:v>46191</c:v>
                </c:pt>
              </c:numCache>
            </c:numRef>
          </c:cat>
          <c:val>
            <c:numRef>
              <c:f>'中国利率 通胀'!$G$13887:$G$14416</c:f>
              <c:numCache>
                <c:formatCode>#,##0.0000_ </c:formatCode>
                <c:ptCount val="530"/>
                <c:pt idx="0">
                  <c:v>#N/A</c:v>
                </c:pt>
                <c:pt idx="1">
                  <c:v>0.13690000000000002</c:v>
                </c:pt>
                <c:pt idx="2">
                  <c:v>8.9499999999999913E-2</c:v>
                </c:pt>
                <c:pt idx="3">
                  <c:v>#N/A</c:v>
                </c:pt>
                <c:pt idx="4">
                  <c:v>#N/A</c:v>
                </c:pt>
                <c:pt idx="5">
                  <c:v>0.10410000000000008</c:v>
                </c:pt>
                <c:pt idx="6">
                  <c:v>9.7299999999999942E-2</c:v>
                </c:pt>
                <c:pt idx="7">
                  <c:v>0.10179999999999989</c:v>
                </c:pt>
                <c:pt idx="8">
                  <c:v>0.11270000000000002</c:v>
                </c:pt>
                <c:pt idx="9">
                  <c:v>0.17120000000000002</c:v>
                </c:pt>
                <c:pt idx="10">
                  <c:v>#N/A</c:v>
                </c:pt>
                <c:pt idx="11">
                  <c:v>#N/A</c:v>
                </c:pt>
                <c:pt idx="12">
                  <c:v>0.14420000000000011</c:v>
                </c:pt>
                <c:pt idx="13">
                  <c:v>0.15019999999999989</c:v>
                </c:pt>
                <c:pt idx="14">
                  <c:v>0.12680000000000002</c:v>
                </c:pt>
                <c:pt idx="15">
                  <c:v>0.1419999999999999</c:v>
                </c:pt>
                <c:pt idx="16">
                  <c:v>0.14250000000000007</c:v>
                </c:pt>
                <c:pt idx="17">
                  <c:v>#N/A</c:v>
                </c:pt>
                <c:pt idx="18">
                  <c:v>#N/A</c:v>
                </c:pt>
                <c:pt idx="19">
                  <c:v>0.16500000000000004</c:v>
                </c:pt>
                <c:pt idx="20">
                  <c:v>#N/A</c:v>
                </c:pt>
                <c:pt idx="21">
                  <c:v>#N/A</c:v>
                </c:pt>
                <c:pt idx="22">
                  <c:v>#N/A</c:v>
                </c:pt>
                <c:pt idx="23">
                  <c:v>#N/A</c:v>
                </c:pt>
                <c:pt idx="24">
                  <c:v>#N/A</c:v>
                </c:pt>
                <c:pt idx="25">
                  <c:v>#N/A</c:v>
                </c:pt>
                <c:pt idx="26">
                  <c:v>#N/A</c:v>
                </c:pt>
                <c:pt idx="27">
                  <c:v>#N/A</c:v>
                </c:pt>
                <c:pt idx="28">
                  <c:v>#N/A</c:v>
                </c:pt>
                <c:pt idx="29">
                  <c:v>#N/A</c:v>
                </c:pt>
                <c:pt idx="30">
                  <c:v>#N/A</c:v>
                </c:pt>
                <c:pt idx="31">
                  <c:v>#N/A</c:v>
                </c:pt>
                <c:pt idx="32">
                  <c:v>#N/A</c:v>
                </c:pt>
                <c:pt idx="33">
                  <c:v>#N/A</c:v>
                </c:pt>
                <c:pt idx="34">
                  <c:v>#N/A</c:v>
                </c:pt>
                <c:pt idx="35">
                  <c:v>0.14599999999999991</c:v>
                </c:pt>
                <c:pt idx="36">
                  <c:v>0.13349999999999995</c:v>
                </c:pt>
                <c:pt idx="37">
                  <c:v>0.12870000000000004</c:v>
                </c:pt>
                <c:pt idx="38">
                  <c:v>0.13660000000000005</c:v>
                </c:pt>
                <c:pt idx="39">
                  <c:v>#N/A</c:v>
                </c:pt>
                <c:pt idx="40">
                  <c:v>0.12640000000000007</c:v>
                </c:pt>
                <c:pt idx="41">
                  <c:v>0.13519999999999999</c:v>
                </c:pt>
                <c:pt idx="42">
                  <c:v>0.13109999999999999</c:v>
                </c:pt>
                <c:pt idx="43">
                  <c:v>0.1382000000000001</c:v>
                </c:pt>
                <c:pt idx="44">
                  <c:v>0.14860000000000007</c:v>
                </c:pt>
                <c:pt idx="45">
                  <c:v>#N/A</c:v>
                </c:pt>
                <c:pt idx="46">
                  <c:v>#N/A</c:v>
                </c:pt>
                <c:pt idx="47">
                  <c:v>0.17870000000000008</c:v>
                </c:pt>
                <c:pt idx="48">
                  <c:v>0.22160000000000002</c:v>
                </c:pt>
                <c:pt idx="49">
                  <c:v>0.19920000000000004</c:v>
                </c:pt>
                <c:pt idx="50">
                  <c:v>0.20209999999999995</c:v>
                </c:pt>
                <c:pt idx="51">
                  <c:v>0.23170000000000002</c:v>
                </c:pt>
                <c:pt idx="52">
                  <c:v>#N/A</c:v>
                </c:pt>
                <c:pt idx="53">
                  <c:v>#N/A</c:v>
                </c:pt>
                <c:pt idx="54">
                  <c:v>0.27</c:v>
                </c:pt>
                <c:pt idx="55">
                  <c:v>0.28420000000000001</c:v>
                </c:pt>
                <c:pt idx="56">
                  <c:v>0.26590000000000003</c:v>
                </c:pt>
                <c:pt idx="57">
                  <c:v>0.27410000000000001</c:v>
                </c:pt>
                <c:pt idx="58">
                  <c:v>0.30000000000000004</c:v>
                </c:pt>
                <c:pt idx="59">
                  <c:v>#N/A</c:v>
                </c:pt>
                <c:pt idx="60">
                  <c:v>#N/A</c:v>
                </c:pt>
                <c:pt idx="61">
                  <c:v>0.22199999999999998</c:v>
                </c:pt>
                <c:pt idx="62">
                  <c:v>0.20490000000000008</c:v>
                </c:pt>
                <c:pt idx="63">
                  <c:v>0.20379999999999998</c:v>
                </c:pt>
                <c:pt idx="64">
                  <c:v>0.23009999999999997</c:v>
                </c:pt>
                <c:pt idx="65">
                  <c:v>0.26879999999999993</c:v>
                </c:pt>
                <c:pt idx="66">
                  <c:v>#N/A</c:v>
                </c:pt>
                <c:pt idx="67">
                  <c:v>#N/A</c:v>
                </c:pt>
                <c:pt idx="68">
                  <c:v>0.2955000000000001</c:v>
                </c:pt>
                <c:pt idx="69">
                  <c:v>0.34559999999999991</c:v>
                </c:pt>
                <c:pt idx="70">
                  <c:v>0.37599999999999989</c:v>
                </c:pt>
                <c:pt idx="71">
                  <c:v>0.32519999999999993</c:v>
                </c:pt>
                <c:pt idx="72">
                  <c:v>0.35880000000000001</c:v>
                </c:pt>
                <c:pt idx="73">
                  <c:v>#N/A</c:v>
                </c:pt>
                <c:pt idx="74">
                  <c:v>#N/A</c:v>
                </c:pt>
                <c:pt idx="75">
                  <c:v>0.37799999999999989</c:v>
                </c:pt>
                <c:pt idx="76">
                  <c:v>0.38189999999999991</c:v>
                </c:pt>
                <c:pt idx="77">
                  <c:v>0.38359999999999994</c:v>
                </c:pt>
                <c:pt idx="78">
                  <c:v>0.3479000000000001</c:v>
                </c:pt>
                <c:pt idx="79">
                  <c:v>0.3387</c:v>
                </c:pt>
                <c:pt idx="80">
                  <c:v>#N/A</c:v>
                </c:pt>
                <c:pt idx="81">
                  <c:v>#N/A</c:v>
                </c:pt>
                <c:pt idx="82">
                  <c:v>0.35000000000000009</c:v>
                </c:pt>
                <c:pt idx="83">
                  <c:v>0.31479999999999997</c:v>
                </c:pt>
                <c:pt idx="84">
                  <c:v>0.33089999999999997</c:v>
                </c:pt>
                <c:pt idx="85">
                  <c:v>0.30790000000000006</c:v>
                </c:pt>
                <c:pt idx="86">
                  <c:v>0.31259999999999999</c:v>
                </c:pt>
                <c:pt idx="87">
                  <c:v>#N/A</c:v>
                </c:pt>
                <c:pt idx="88">
                  <c:v>#N/A</c:v>
                </c:pt>
                <c:pt idx="89">
                  <c:v>0.32089999999999996</c:v>
                </c:pt>
                <c:pt idx="90">
                  <c:v>0.30630000000000002</c:v>
                </c:pt>
                <c:pt idx="91">
                  <c:v>0.30899999999999994</c:v>
                </c:pt>
                <c:pt idx="92">
                  <c:v>0.24760000000000004</c:v>
                </c:pt>
                <c:pt idx="93">
                  <c:v>#N/A</c:v>
                </c:pt>
                <c:pt idx="94">
                  <c:v>#N/A</c:v>
                </c:pt>
                <c:pt idx="95">
                  <c:v>#N/A</c:v>
                </c:pt>
                <c:pt idx="96">
                  <c:v>0.14749999999999996</c:v>
                </c:pt>
                <c:pt idx="97">
                  <c:v>0.15490000000000004</c:v>
                </c:pt>
                <c:pt idx="98">
                  <c:v>0.14999999999999991</c:v>
                </c:pt>
                <c:pt idx="99">
                  <c:v>0.16399999999999992</c:v>
                </c:pt>
                <c:pt idx="100">
                  <c:v>0.14209999999999989</c:v>
                </c:pt>
                <c:pt idx="101">
                  <c:v>#N/A</c:v>
                </c:pt>
                <c:pt idx="102">
                  <c:v>#N/A</c:v>
                </c:pt>
                <c:pt idx="103">
                  <c:v>0.17399999999999993</c:v>
                </c:pt>
                <c:pt idx="104">
                  <c:v>0.16159999999999997</c:v>
                </c:pt>
                <c:pt idx="105">
                  <c:v>0.1503000000000001</c:v>
                </c:pt>
                <c:pt idx="106">
                  <c:v>0.15199999999999991</c:v>
                </c:pt>
                <c:pt idx="107">
                  <c:v>0.15769999999999995</c:v>
                </c:pt>
                <c:pt idx="108">
                  <c:v>#N/A</c:v>
                </c:pt>
                <c:pt idx="109">
                  <c:v>#N/A</c:v>
                </c:pt>
                <c:pt idx="110">
                  <c:v>0.16310000000000002</c:v>
                </c:pt>
                <c:pt idx="111">
                  <c:v>0.16070000000000007</c:v>
                </c:pt>
                <c:pt idx="112">
                  <c:v>0.17149999999999999</c:v>
                </c:pt>
                <c:pt idx="113">
                  <c:v>0.16510000000000002</c:v>
                </c:pt>
                <c:pt idx="114">
                  <c:v>0.17130000000000001</c:v>
                </c:pt>
                <c:pt idx="115">
                  <c:v>#N/A</c:v>
                </c:pt>
                <c:pt idx="116">
                  <c:v>0.16850000000000009</c:v>
                </c:pt>
                <c:pt idx="117">
                  <c:v>0.16090000000000004</c:v>
                </c:pt>
                <c:pt idx="118">
                  <c:v>0.14929999999999999</c:v>
                </c:pt>
                <c:pt idx="119">
                  <c:v>0.14050000000000007</c:v>
                </c:pt>
                <c:pt idx="120">
                  <c:v>#N/A</c:v>
                </c:pt>
                <c:pt idx="121">
                  <c:v>#N/A</c:v>
                </c:pt>
                <c:pt idx="122">
                  <c:v>#N/A</c:v>
                </c:pt>
                <c:pt idx="123">
                  <c:v>#N/A</c:v>
                </c:pt>
                <c:pt idx="124">
                  <c:v>#N/A</c:v>
                </c:pt>
                <c:pt idx="125">
                  <c:v>0.1371</c:v>
                </c:pt>
                <c:pt idx="126">
                  <c:v>0.14660000000000006</c:v>
                </c:pt>
                <c:pt idx="127">
                  <c:v>0.24460000000000015</c:v>
                </c:pt>
                <c:pt idx="128">
                  <c:v>0.24140000000000006</c:v>
                </c:pt>
                <c:pt idx="129">
                  <c:v>#N/A</c:v>
                </c:pt>
                <c:pt idx="130">
                  <c:v>#N/A</c:v>
                </c:pt>
                <c:pt idx="131">
                  <c:v>0.25950000000000006</c:v>
                </c:pt>
                <c:pt idx="132">
                  <c:v>0.28660000000000019</c:v>
                </c:pt>
                <c:pt idx="133">
                  <c:v>0.28310000000000013</c:v>
                </c:pt>
                <c:pt idx="134">
                  <c:v>0.28600000000000003</c:v>
                </c:pt>
                <c:pt idx="135">
                  <c:v>0.29720000000000013</c:v>
                </c:pt>
                <c:pt idx="136">
                  <c:v>#N/A</c:v>
                </c:pt>
                <c:pt idx="137">
                  <c:v>#N/A</c:v>
                </c:pt>
                <c:pt idx="138">
                  <c:v>0.2883</c:v>
                </c:pt>
                <c:pt idx="139">
                  <c:v>0.27970000000000006</c:v>
                </c:pt>
                <c:pt idx="140">
                  <c:v>0.28530000000000011</c:v>
                </c:pt>
                <c:pt idx="141">
                  <c:v>0.29430000000000001</c:v>
                </c:pt>
                <c:pt idx="142">
                  <c:v>0.31269999999999998</c:v>
                </c:pt>
                <c:pt idx="143">
                  <c:v>#N/A</c:v>
                </c:pt>
                <c:pt idx="144">
                  <c:v>#N/A</c:v>
                </c:pt>
                <c:pt idx="145">
                  <c:v>0.30020000000000002</c:v>
                </c:pt>
                <c:pt idx="146">
                  <c:v>0.30640000000000001</c:v>
                </c:pt>
                <c:pt idx="147">
                  <c:v>0.31800000000000006</c:v>
                </c:pt>
                <c:pt idx="148">
                  <c:v>0.34040000000000004</c:v>
                </c:pt>
                <c:pt idx="149">
                  <c:v>0.31950000000000012</c:v>
                </c:pt>
                <c:pt idx="150">
                  <c:v>#N/A</c:v>
                </c:pt>
                <c:pt idx="151">
                  <c:v>#N/A</c:v>
                </c:pt>
                <c:pt idx="152">
                  <c:v>#N/A</c:v>
                </c:pt>
                <c:pt idx="153">
                  <c:v>0.32410000000000005</c:v>
                </c:pt>
                <c:pt idx="154">
                  <c:v>0.2782</c:v>
                </c:pt>
                <c:pt idx="155">
                  <c:v>0.26950000000000007</c:v>
                </c:pt>
                <c:pt idx="156">
                  <c:v>0.26970000000000005</c:v>
                </c:pt>
                <c:pt idx="157">
                  <c:v>#N/A</c:v>
                </c:pt>
                <c:pt idx="158">
                  <c:v>#N/A</c:v>
                </c:pt>
                <c:pt idx="159">
                  <c:v>0.25409999999999999</c:v>
                </c:pt>
                <c:pt idx="160">
                  <c:v>0.26019999999999999</c:v>
                </c:pt>
                <c:pt idx="161">
                  <c:v>0.25240000000000018</c:v>
                </c:pt>
                <c:pt idx="162">
                  <c:v>0.24450000000000016</c:v>
                </c:pt>
                <c:pt idx="163">
                  <c:v>0.24780000000000002</c:v>
                </c:pt>
                <c:pt idx="164">
                  <c:v>#N/A</c:v>
                </c:pt>
                <c:pt idx="165">
                  <c:v>#N/A</c:v>
                </c:pt>
                <c:pt idx="166">
                  <c:v>0.24440000000000017</c:v>
                </c:pt>
                <c:pt idx="167">
                  <c:v>0.25070000000000014</c:v>
                </c:pt>
                <c:pt idx="168">
                  <c:v>0.24270000000000014</c:v>
                </c:pt>
                <c:pt idx="169">
                  <c:v>0.24220000000000019</c:v>
                </c:pt>
                <c:pt idx="170">
                  <c:v>0.2430000000000001</c:v>
                </c:pt>
                <c:pt idx="171">
                  <c:v>#N/A</c:v>
                </c:pt>
                <c:pt idx="172">
                  <c:v>#N/A</c:v>
                </c:pt>
                <c:pt idx="173">
                  <c:v>0.24170000000000003</c:v>
                </c:pt>
                <c:pt idx="174">
                  <c:v>0.24690000000000012</c:v>
                </c:pt>
                <c:pt idx="175">
                  <c:v>0.2482000000000002</c:v>
                </c:pt>
                <c:pt idx="176">
                  <c:v>0.25609999999999999</c:v>
                </c:pt>
                <c:pt idx="177">
                  <c:v>0.25290000000000012</c:v>
                </c:pt>
                <c:pt idx="178">
                  <c:v>#N/A</c:v>
                </c:pt>
                <c:pt idx="179">
                  <c:v>#N/A</c:v>
                </c:pt>
                <c:pt idx="180">
                  <c:v>0.25530000000000008</c:v>
                </c:pt>
                <c:pt idx="181">
                  <c:v>0.25230000000000019</c:v>
                </c:pt>
                <c:pt idx="182">
                  <c:v>0.24640000000000017</c:v>
                </c:pt>
                <c:pt idx="183">
                  <c:v>0.2451000000000001</c:v>
                </c:pt>
                <c:pt idx="184">
                  <c:v>0.24390000000000001</c:v>
                </c:pt>
                <c:pt idx="185">
                  <c:v>#N/A</c:v>
                </c:pt>
                <c:pt idx="186">
                  <c:v>#N/A</c:v>
                </c:pt>
                <c:pt idx="187">
                  <c:v>0.2482000000000002</c:v>
                </c:pt>
                <c:pt idx="188">
                  <c:v>0.24960000000000004</c:v>
                </c:pt>
                <c:pt idx="189">
                  <c:v>0.25080000000000013</c:v>
                </c:pt>
                <c:pt idx="190">
                  <c:v>0.25619999999999998</c:v>
                </c:pt>
                <c:pt idx="191">
                  <c:v>0.27490000000000014</c:v>
                </c:pt>
                <c:pt idx="192">
                  <c:v>#N/A</c:v>
                </c:pt>
                <c:pt idx="193">
                  <c:v>#N/A</c:v>
                </c:pt>
                <c:pt idx="194">
                  <c:v>0.27750000000000008</c:v>
                </c:pt>
                <c:pt idx="195">
                  <c:v>0.26530000000000009</c:v>
                </c:pt>
                <c:pt idx="196">
                  <c:v>0.26429999999999998</c:v>
                </c:pt>
                <c:pt idx="197">
                  <c:v>0.26330000000000009</c:v>
                </c:pt>
                <c:pt idx="198">
                  <c:v>0.27210000000000001</c:v>
                </c:pt>
                <c:pt idx="199">
                  <c:v>#N/A</c:v>
                </c:pt>
                <c:pt idx="200">
                  <c:v>#N/A</c:v>
                </c:pt>
                <c:pt idx="201">
                  <c:v>0.28190000000000004</c:v>
                </c:pt>
                <c:pt idx="202">
                  <c:v>0.28360000000000007</c:v>
                </c:pt>
                <c:pt idx="203">
                  <c:v>0.31850000000000001</c:v>
                </c:pt>
                <c:pt idx="204">
                  <c:v>0.3248000000000002</c:v>
                </c:pt>
                <c:pt idx="205">
                  <c:v>0.33930000000000016</c:v>
                </c:pt>
                <c:pt idx="206">
                  <c:v>#N/A</c:v>
                </c:pt>
                <c:pt idx="207">
                  <c:v>#N/A</c:v>
                </c:pt>
                <c:pt idx="208">
                  <c:v>0.32900000000000018</c:v>
                </c:pt>
                <c:pt idx="209">
                  <c:v>0.33540000000000014</c:v>
                </c:pt>
                <c:pt idx="210">
                  <c:v>0.35780000000000012</c:v>
                </c:pt>
                <c:pt idx="211">
                  <c:v>0.31440000000000001</c:v>
                </c:pt>
                <c:pt idx="212">
                  <c:v>0.35230000000000006</c:v>
                </c:pt>
                <c:pt idx="213">
                  <c:v>#N/A</c:v>
                </c:pt>
                <c:pt idx="214">
                  <c:v>#N/A</c:v>
                </c:pt>
                <c:pt idx="215">
                  <c:v>0.30280000000000018</c:v>
                </c:pt>
                <c:pt idx="216">
                  <c:v>0.31820000000000004</c:v>
                </c:pt>
                <c:pt idx="217">
                  <c:v>0.30930000000000013</c:v>
                </c:pt>
                <c:pt idx="218">
                  <c:v>0.2975000000000001</c:v>
                </c:pt>
                <c:pt idx="219">
                  <c:v>0.3015000000000001</c:v>
                </c:pt>
                <c:pt idx="220">
                  <c:v>#N/A</c:v>
                </c:pt>
                <c:pt idx="221">
                  <c:v>#N/A</c:v>
                </c:pt>
                <c:pt idx="222">
                  <c:v>0.31810000000000005</c:v>
                </c:pt>
                <c:pt idx="223">
                  <c:v>0.34020000000000006</c:v>
                </c:pt>
                <c:pt idx="224">
                  <c:v>0.34450000000000003</c:v>
                </c:pt>
                <c:pt idx="225">
                  <c:v>0.3448</c:v>
                </c:pt>
                <c:pt idx="226">
                  <c:v>0.33970000000000011</c:v>
                </c:pt>
                <c:pt idx="227">
                  <c:v>#N/A</c:v>
                </c:pt>
                <c:pt idx="228">
                  <c:v>#N/A</c:v>
                </c:pt>
                <c:pt idx="229">
                  <c:v>0.38260000000000005</c:v>
                </c:pt>
                <c:pt idx="230">
                  <c:v>0.38550000000000018</c:v>
                </c:pt>
                <c:pt idx="231">
                  <c:v>0.37200000000000011</c:v>
                </c:pt>
                <c:pt idx="232">
                  <c:v>0.39250000000000007</c:v>
                </c:pt>
                <c:pt idx="233">
                  <c:v>0.38680000000000003</c:v>
                </c:pt>
                <c:pt idx="234">
                  <c:v>#N/A</c:v>
                </c:pt>
                <c:pt idx="235">
                  <c:v>#N/A</c:v>
                </c:pt>
                <c:pt idx="236">
                  <c:v>0.38929999999999998</c:v>
                </c:pt>
                <c:pt idx="237">
                  <c:v>0.38840000000000008</c:v>
                </c:pt>
                <c:pt idx="238">
                  <c:v>0.38130000000000019</c:v>
                </c:pt>
                <c:pt idx="239">
                  <c:v>0.38350000000000017</c:v>
                </c:pt>
                <c:pt idx="240">
                  <c:v>0.3922000000000001</c:v>
                </c:pt>
                <c:pt idx="241">
                  <c:v>#N/A</c:v>
                </c:pt>
                <c:pt idx="242">
                  <c:v>#N/A</c:v>
                </c:pt>
                <c:pt idx="243">
                  <c:v>0.39420000000000011</c:v>
                </c:pt>
                <c:pt idx="244">
                  <c:v>0.4234</c:v>
                </c:pt>
                <c:pt idx="245">
                  <c:v>0.41480000000000006</c:v>
                </c:pt>
                <c:pt idx="246">
                  <c:v>0.39500000000000002</c:v>
                </c:pt>
                <c:pt idx="247">
                  <c:v>0.42280000000000006</c:v>
                </c:pt>
                <c:pt idx="248">
                  <c:v>#N/A</c:v>
                </c:pt>
                <c:pt idx="249">
                  <c:v>#N/A</c:v>
                </c:pt>
                <c:pt idx="250">
                  <c:v>0.44660000000000011</c:v>
                </c:pt>
                <c:pt idx="251">
                  <c:v>0.45450000000000013</c:v>
                </c:pt>
                <c:pt idx="252">
                  <c:v>0.46690000000000009</c:v>
                </c:pt>
                <c:pt idx="253">
                  <c:v>0.49090000000000011</c:v>
                </c:pt>
                <c:pt idx="254">
                  <c:v>0.46500000000000008</c:v>
                </c:pt>
                <c:pt idx="255">
                  <c:v>#N/A</c:v>
                </c:pt>
                <c:pt idx="256">
                  <c:v>#N/A</c:v>
                </c:pt>
                <c:pt idx="257">
                  <c:v>0.46150000000000002</c:v>
                </c:pt>
                <c:pt idx="258">
                  <c:v>0.47530000000000006</c:v>
                </c:pt>
                <c:pt idx="259">
                  <c:v>0.46050000000000013</c:v>
                </c:pt>
                <c:pt idx="260">
                  <c:v>0.45460000000000012</c:v>
                </c:pt>
                <c:pt idx="261">
                  <c:v>0.4547000000000001</c:v>
                </c:pt>
                <c:pt idx="262">
                  <c:v>#N/A</c:v>
                </c:pt>
                <c:pt idx="263">
                  <c:v>#N/A</c:v>
                </c:pt>
                <c:pt idx="264">
                  <c:v>0.46310000000000007</c:v>
                </c:pt>
                <c:pt idx="265">
                  <c:v>0.48330000000000006</c:v>
                </c:pt>
                <c:pt idx="266">
                  <c:v>0.48020000000000018</c:v>
                </c:pt>
                <c:pt idx="267">
                  <c:v>0.52100000000000013</c:v>
                </c:pt>
                <c:pt idx="268">
                  <c:v>0.48850000000000016</c:v>
                </c:pt>
                <c:pt idx="269">
                  <c:v>#N/A</c:v>
                </c:pt>
                <c:pt idx="270">
                  <c:v>0.4841000000000002</c:v>
                </c:pt>
                <c:pt idx="271">
                  <c:v>0.48540000000000005</c:v>
                </c:pt>
                <c:pt idx="272">
                  <c:v>0.48199999999999998</c:v>
                </c:pt>
                <c:pt idx="273">
                  <c:v>#N/A</c:v>
                </c:pt>
                <c:pt idx="274">
                  <c:v>#N/A</c:v>
                </c:pt>
                <c:pt idx="275">
                  <c:v>#N/A</c:v>
                </c:pt>
                <c:pt idx="276">
                  <c:v>#N/A</c:v>
                </c:pt>
                <c:pt idx="277">
                  <c:v>#N/A</c:v>
                </c:pt>
                <c:pt idx="278">
                  <c:v>#N/A</c:v>
                </c:pt>
                <c:pt idx="279">
                  <c:v>#N/A</c:v>
                </c:pt>
                <c:pt idx="280">
                  <c:v>#N/A</c:v>
                </c:pt>
                <c:pt idx="281">
                  <c:v>0.45760000000000001</c:v>
                </c:pt>
                <c:pt idx="282">
                  <c:v>0.4467000000000001</c:v>
                </c:pt>
                <c:pt idx="283">
                  <c:v>0.43300000000000005</c:v>
                </c:pt>
                <c:pt idx="284">
                  <c:v>#N/A</c:v>
                </c:pt>
                <c:pt idx="285">
                  <c:v>0.43700000000000006</c:v>
                </c:pt>
                <c:pt idx="286">
                  <c:v>0.45920000000000005</c:v>
                </c:pt>
                <c:pt idx="287">
                  <c:v>0.4426000000000001</c:v>
                </c:pt>
                <c:pt idx="288">
                  <c:v>0.44620000000000015</c:v>
                </c:pt>
                <c:pt idx="289">
                  <c:v>0.43140000000000001</c:v>
                </c:pt>
                <c:pt idx="290">
                  <c:v>#N/A</c:v>
                </c:pt>
                <c:pt idx="291">
                  <c:v>#N/A</c:v>
                </c:pt>
                <c:pt idx="292">
                  <c:v>0.44990000000000019</c:v>
                </c:pt>
                <c:pt idx="293">
                  <c:v>0.45520000000000005</c:v>
                </c:pt>
                <c:pt idx="294">
                  <c:v>0.43580000000000019</c:v>
                </c:pt>
                <c:pt idx="295">
                  <c:v>0.43580000000000019</c:v>
                </c:pt>
                <c:pt idx="296">
                  <c:v>0.44910000000000005</c:v>
                </c:pt>
                <c:pt idx="297">
                  <c:v>#N/A</c:v>
                </c:pt>
                <c:pt idx="298">
                  <c:v>#N/A</c:v>
                </c:pt>
                <c:pt idx="299">
                  <c:v>0.44880000000000009</c:v>
                </c:pt>
                <c:pt idx="300">
                  <c:v>0.41580000000000017</c:v>
                </c:pt>
                <c:pt idx="301">
                  <c:v>0.41370000000000018</c:v>
                </c:pt>
                <c:pt idx="302">
                  <c:v>0.42300000000000004</c:v>
                </c:pt>
                <c:pt idx="303">
                  <c:v>0.40329999999999999</c:v>
                </c:pt>
                <c:pt idx="304">
                  <c:v>#N/A</c:v>
                </c:pt>
                <c:pt idx="305">
                  <c:v>#N/A</c:v>
                </c:pt>
                <c:pt idx="306">
                  <c:v>0.4124000000000001</c:v>
                </c:pt>
                <c:pt idx="307">
                  <c:v>0.41120000000000001</c:v>
                </c:pt>
                <c:pt idx="308">
                  <c:v>0.41120000000000001</c:v>
                </c:pt>
                <c:pt idx="309">
                  <c:v>0.41600000000000015</c:v>
                </c:pt>
                <c:pt idx="310">
                  <c:v>0.42390000000000017</c:v>
                </c:pt>
                <c:pt idx="311">
                  <c:v>#N/A</c:v>
                </c:pt>
                <c:pt idx="312">
                  <c:v>#N/A</c:v>
                </c:pt>
                <c:pt idx="313">
                  <c:v>0.42110000000000003</c:v>
                </c:pt>
                <c:pt idx="314">
                  <c:v>0.41610000000000014</c:v>
                </c:pt>
                <c:pt idx="315">
                  <c:v>0.42210000000000014</c:v>
                </c:pt>
                <c:pt idx="316">
                  <c:v>0.4216000000000002</c:v>
                </c:pt>
                <c:pt idx="317">
                  <c:v>0.41800000000000015</c:v>
                </c:pt>
                <c:pt idx="318">
                  <c:v>#N/A</c:v>
                </c:pt>
                <c:pt idx="319">
                  <c:v>#N/A</c:v>
                </c:pt>
                <c:pt idx="320">
                  <c:v>0.41949999999999998</c:v>
                </c:pt>
                <c:pt idx="321">
                  <c:v>0.41400000000000015</c:v>
                </c:pt>
                <c:pt idx="322">
                  <c:v>0.42020000000000013</c:v>
                </c:pt>
                <c:pt idx="323">
                  <c:v>0.4216000000000002</c:v>
                </c:pt>
                <c:pt idx="324">
                  <c:v>0.41880000000000006</c:v>
                </c:pt>
                <c:pt idx="325">
                  <c:v>#N/A</c:v>
                </c:pt>
                <c:pt idx="326">
                  <c:v>#N/A</c:v>
                </c:pt>
                <c:pt idx="327">
                  <c:v>0.42030000000000012</c:v>
                </c:pt>
                <c:pt idx="328">
                  <c:v>0.42730000000000001</c:v>
                </c:pt>
                <c:pt idx="329">
                  <c:v>0.43430000000000013</c:v>
                </c:pt>
                <c:pt idx="330">
                  <c:v>0.45030000000000014</c:v>
                </c:pt>
                <c:pt idx="331">
                  <c:v>0.45080000000000009</c:v>
                </c:pt>
                <c:pt idx="332">
                  <c:v>#N/A</c:v>
                </c:pt>
                <c:pt idx="333">
                  <c:v>#N/A</c:v>
                </c:pt>
                <c:pt idx="334">
                  <c:v>0.44620000000000015</c:v>
                </c:pt>
                <c:pt idx="335">
                  <c:v>0.45010000000000017</c:v>
                </c:pt>
                <c:pt idx="336">
                  <c:v>0.4507000000000001</c:v>
                </c:pt>
                <c:pt idx="337">
                  <c:v>0.47830000000000017</c:v>
                </c:pt>
                <c:pt idx="338">
                  <c:v>0.47770000000000001</c:v>
                </c:pt>
                <c:pt idx="339">
                  <c:v>#N/A</c:v>
                </c:pt>
                <c:pt idx="340">
                  <c:v>#N/A</c:v>
                </c:pt>
                <c:pt idx="341">
                  <c:v>0.47850000000000015</c:v>
                </c:pt>
                <c:pt idx="342">
                  <c:v>0.47210000000000019</c:v>
                </c:pt>
                <c:pt idx="343">
                  <c:v>0.47230000000000016</c:v>
                </c:pt>
                <c:pt idx="344">
                  <c:v>0.46450000000000014</c:v>
                </c:pt>
                <c:pt idx="345">
                  <c:v>0.44550000000000001</c:v>
                </c:pt>
                <c:pt idx="346">
                  <c:v>#N/A</c:v>
                </c:pt>
                <c:pt idx="347">
                  <c:v>#N/A</c:v>
                </c:pt>
                <c:pt idx="348">
                  <c:v>0.44140000000000001</c:v>
                </c:pt>
                <c:pt idx="349">
                  <c:v>0.44640000000000013</c:v>
                </c:pt>
                <c:pt idx="350">
                  <c:v>0.44200000000000017</c:v>
                </c:pt>
                <c:pt idx="351">
                  <c:v>0.43380000000000019</c:v>
                </c:pt>
                <c:pt idx="352">
                  <c:v>0.43720000000000003</c:v>
                </c:pt>
                <c:pt idx="353">
                  <c:v>#N/A</c:v>
                </c:pt>
                <c:pt idx="354">
                  <c:v>#N/A</c:v>
                </c:pt>
                <c:pt idx="355">
                  <c:v>0.44240000000000013</c:v>
                </c:pt>
                <c:pt idx="356">
                  <c:v>0.44140000000000001</c:v>
                </c:pt>
                <c:pt idx="357">
                  <c:v>0.43650000000000011</c:v>
                </c:pt>
                <c:pt idx="358">
                  <c:v>0.43850000000000011</c:v>
                </c:pt>
                <c:pt idx="359">
                  <c:v>0.43769999999999998</c:v>
                </c:pt>
                <c:pt idx="360">
                  <c:v>#N/A</c:v>
                </c:pt>
                <c:pt idx="361">
                  <c:v>#N/A</c:v>
                </c:pt>
                <c:pt idx="362">
                  <c:v>0.45940000000000003</c:v>
                </c:pt>
                <c:pt idx="363">
                  <c:v>0.4516</c:v>
                </c:pt>
                <c:pt idx="364">
                  <c:v>0.46660000000000013</c:v>
                </c:pt>
                <c:pt idx="365">
                  <c:v>#N/A</c:v>
                </c:pt>
                <c:pt idx="366">
                  <c:v>#N/A</c:v>
                </c:pt>
                <c:pt idx="367">
                  <c:v>#N/A</c:v>
                </c:pt>
                <c:pt idx="368">
                  <c:v>0.44990000000000019</c:v>
                </c:pt>
                <c:pt idx="369">
                  <c:v>0.4588000000000001</c:v>
                </c:pt>
                <c:pt idx="370">
                  <c:v>0.48090000000000011</c:v>
                </c:pt>
                <c:pt idx="371">
                  <c:v>0.48290000000000011</c:v>
                </c:pt>
                <c:pt idx="372">
                  <c:v>0.49430000000000018</c:v>
                </c:pt>
                <c:pt idx="373">
                  <c:v>0.49160000000000004</c:v>
                </c:pt>
                <c:pt idx="374">
                  <c:v>#N/A</c:v>
                </c:pt>
                <c:pt idx="375">
                  <c:v>#N/A</c:v>
                </c:pt>
                <c:pt idx="376">
                  <c:v>0.46940000000000004</c:v>
                </c:pt>
                <c:pt idx="377">
                  <c:v>0.46500000000000008</c:v>
                </c:pt>
                <c:pt idx="378">
                  <c:v>0.46560000000000001</c:v>
                </c:pt>
                <c:pt idx="379">
                  <c:v>0.44440000000000013</c:v>
                </c:pt>
                <c:pt idx="380">
                  <c:v>0.45260000000000011</c:v>
                </c:pt>
                <c:pt idx="381">
                  <c:v>#N/A</c:v>
                </c:pt>
                <c:pt idx="382">
                  <c:v>#N/A</c:v>
                </c:pt>
                <c:pt idx="383">
                  <c:v>0.44330000000000003</c:v>
                </c:pt>
                <c:pt idx="384">
                  <c:v>0.4375</c:v>
                </c:pt>
                <c:pt idx="385">
                  <c:v>0.43670000000000009</c:v>
                </c:pt>
                <c:pt idx="386">
                  <c:v>0.43390000000000017</c:v>
                </c:pt>
                <c:pt idx="387">
                  <c:v>0.43340000000000001</c:v>
                </c:pt>
                <c:pt idx="388">
                  <c:v>#N/A</c:v>
                </c:pt>
                <c:pt idx="389">
                  <c:v>#N/A</c:v>
                </c:pt>
                <c:pt idx="390">
                  <c:v>0.43100000000000005</c:v>
                </c:pt>
                <c:pt idx="391">
                  <c:v>0.43060000000000009</c:v>
                </c:pt>
                <c:pt idx="392">
                  <c:v>0.43500000000000005</c:v>
                </c:pt>
                <c:pt idx="393">
                  <c:v>0.41790000000000016</c:v>
                </c:pt>
                <c:pt idx="394">
                  <c:v>0.41660000000000008</c:v>
                </c:pt>
                <c:pt idx="395">
                  <c:v>#N/A</c:v>
                </c:pt>
                <c:pt idx="396">
                  <c:v>#N/A</c:v>
                </c:pt>
                <c:pt idx="397">
                  <c:v>0.4216000000000002</c:v>
                </c:pt>
                <c:pt idx="398">
                  <c:v>0.42820000000000014</c:v>
                </c:pt>
                <c:pt idx="399">
                  <c:v>0.42100000000000004</c:v>
                </c:pt>
                <c:pt idx="400">
                  <c:v>0.42549999999999999</c:v>
                </c:pt>
                <c:pt idx="401">
                  <c:v>0.41480000000000006</c:v>
                </c:pt>
                <c:pt idx="402">
                  <c:v>#N/A</c:v>
                </c:pt>
                <c:pt idx="403">
                  <c:v>#N/A</c:v>
                </c:pt>
                <c:pt idx="404">
                  <c:v>0.4144000000000001</c:v>
                </c:pt>
                <c:pt idx="405">
                  <c:v>0.41000000000000014</c:v>
                </c:pt>
                <c:pt idx="406">
                  <c:v>0.40310000000000001</c:v>
                </c:pt>
                <c:pt idx="407">
                  <c:v>0.39040000000000008</c:v>
                </c:pt>
                <c:pt idx="408">
                  <c:v>0.40770000000000017</c:v>
                </c:pt>
                <c:pt idx="409">
                  <c:v>0.39970000000000017</c:v>
                </c:pt>
                <c:pt idx="410">
                  <c:v>#N/A</c:v>
                </c:pt>
                <c:pt idx="411">
                  <c:v>#N/A</c:v>
                </c:pt>
                <c:pt idx="412">
                  <c:v>#N/A</c:v>
                </c:pt>
                <c:pt idx="413">
                  <c:v>#N/A</c:v>
                </c:pt>
                <c:pt idx="414">
                  <c:v>#N/A</c:v>
                </c:pt>
                <c:pt idx="415">
                  <c:v>#N/A</c:v>
                </c:pt>
                <c:pt idx="416">
                  <c:v>#N/A</c:v>
                </c:pt>
                <c:pt idx="417">
                  <c:v>#N/A</c:v>
                </c:pt>
                <c:pt idx="418">
                  <c:v>#N/A</c:v>
                </c:pt>
                <c:pt idx="419">
                  <c:v>0.40060000000000007</c:v>
                </c:pt>
                <c:pt idx="420">
                  <c:v>0.41700000000000004</c:v>
                </c:pt>
                <c:pt idx="421">
                  <c:v>0.43420000000000014</c:v>
                </c:pt>
                <c:pt idx="422">
                  <c:v>0.42700000000000005</c:v>
                </c:pt>
                <c:pt idx="423">
                  <c:v>0.42000000000000015</c:v>
                </c:pt>
                <c:pt idx="424">
                  <c:v>#N/A</c:v>
                </c:pt>
                <c:pt idx="425">
                  <c:v>0.41280000000000006</c:v>
                </c:pt>
                <c:pt idx="426">
                  <c:v>0.37890000000000001</c:v>
                </c:pt>
                <c:pt idx="427">
                  <c:v>0.37730000000000019</c:v>
                </c:pt>
                <c:pt idx="428">
                  <c:v>0.38030000000000008</c:v>
                </c:pt>
                <c:pt idx="429">
                  <c:v>0.38090000000000002</c:v>
                </c:pt>
                <c:pt idx="430">
                  <c:v>#N/A</c:v>
                </c:pt>
                <c:pt idx="431">
                  <c:v>#N/A</c:v>
                </c:pt>
                <c:pt idx="432">
                  <c:v>0.40850000000000009</c:v>
                </c:pt>
                <c:pt idx="433">
                  <c:v>0.40990000000000015</c:v>
                </c:pt>
                <c:pt idx="434">
                  <c:v>0.40860000000000007</c:v>
                </c:pt>
                <c:pt idx="435">
                  <c:v>0.41290000000000004</c:v>
                </c:pt>
                <c:pt idx="436">
                  <c:v>0.40900000000000003</c:v>
                </c:pt>
                <c:pt idx="437">
                  <c:v>#N/A</c:v>
                </c:pt>
                <c:pt idx="438">
                  <c:v>#N/A</c:v>
                </c:pt>
                <c:pt idx="439">
                  <c:v>0.42759999999999998</c:v>
                </c:pt>
                <c:pt idx="440">
                  <c:v>0.43520000000000003</c:v>
                </c:pt>
                <c:pt idx="441">
                  <c:v>0.42660000000000009</c:v>
                </c:pt>
                <c:pt idx="442">
                  <c:v>0.41190000000000015</c:v>
                </c:pt>
                <c:pt idx="443">
                  <c:v>0.42949999999999999</c:v>
                </c:pt>
                <c:pt idx="444">
                  <c:v>#N/A</c:v>
                </c:pt>
                <c:pt idx="445">
                  <c:v>#N/A</c:v>
                </c:pt>
                <c:pt idx="446">
                  <c:v>0.43870000000000009</c:v>
                </c:pt>
                <c:pt idx="447">
                  <c:v>0.43130000000000002</c:v>
                </c:pt>
                <c:pt idx="448">
                  <c:v>0.42880000000000007</c:v>
                </c:pt>
                <c:pt idx="449">
                  <c:v>0.41570000000000018</c:v>
                </c:pt>
                <c:pt idx="450">
                  <c:v>0.41739999999999999</c:v>
                </c:pt>
                <c:pt idx="451">
                  <c:v>#N/A</c:v>
                </c:pt>
                <c:pt idx="452">
                  <c:v>#N/A</c:v>
                </c:pt>
                <c:pt idx="453">
                  <c:v>0.41739999999999999</c:v>
                </c:pt>
                <c:pt idx="454">
                  <c:v>0.4095000000000002</c:v>
                </c:pt>
                <c:pt idx="455">
                  <c:v>0.42149999999999999</c:v>
                </c:pt>
                <c:pt idx="456">
                  <c:v>0.42510000000000003</c:v>
                </c:pt>
                <c:pt idx="457">
                  <c:v>0.41760000000000019</c:v>
                </c:pt>
                <c:pt idx="458">
                  <c:v>#N/A</c:v>
                </c:pt>
                <c:pt idx="459">
                  <c:v>#N/A</c:v>
                </c:pt>
                <c:pt idx="460">
                  <c:v>#N/A</c:v>
                </c:pt>
                <c:pt idx="461">
                  <c:v>0.41980000000000017</c:v>
                </c:pt>
                <c:pt idx="462">
                  <c:v>0.41680000000000006</c:v>
                </c:pt>
                <c:pt idx="463">
                  <c:v>0.41810000000000014</c:v>
                </c:pt>
                <c:pt idx="464">
                  <c:v>0.41739999999999999</c:v>
                </c:pt>
                <c:pt idx="465">
                  <c:v>#N/A</c:v>
                </c:pt>
                <c:pt idx="466">
                  <c:v>#N/A</c:v>
                </c:pt>
                <c:pt idx="467">
                  <c:v>0.40810000000000013</c:v>
                </c:pt>
                <c:pt idx="468">
                  <c:v>0.39000000000000012</c:v>
                </c:pt>
                <c:pt idx="469">
                  <c:v>0.38540000000000019</c:v>
                </c:pt>
                <c:pt idx="470">
                  <c:v>0.38100000000000001</c:v>
                </c:pt>
                <c:pt idx="471">
                  <c:v>0.3781000000000001</c:v>
                </c:pt>
                <c:pt idx="472">
                  <c:v>#N/A</c:v>
                </c:pt>
                <c:pt idx="473">
                  <c:v>#N/A</c:v>
                </c:pt>
                <c:pt idx="474">
                  <c:v>0.36820000000000008</c:v>
                </c:pt>
                <c:pt idx="475">
                  <c:v>0.35730000000000017</c:v>
                </c:pt>
                <c:pt idx="476">
                  <c:v>0.33910000000000018</c:v>
                </c:pt>
                <c:pt idx="477">
                  <c:v>0.34510000000000018</c:v>
                </c:pt>
                <c:pt idx="478">
                  <c:v>0.34200000000000008</c:v>
                </c:pt>
                <c:pt idx="479">
                  <c:v>#N/A</c:v>
                </c:pt>
                <c:pt idx="480">
                  <c:v>#N/A</c:v>
                </c:pt>
                <c:pt idx="481">
                  <c:v>0.3660000000000001</c:v>
                </c:pt>
                <c:pt idx="482">
                  <c:v>0.3640000000000001</c:v>
                </c:pt>
                <c:pt idx="483">
                  <c:v>0.36180000000000012</c:v>
                </c:pt>
                <c:pt idx="484">
                  <c:v>0.3569</c:v>
                </c:pt>
                <c:pt idx="485">
                  <c:v>#N/A</c:v>
                </c:pt>
                <c:pt idx="486">
                  <c:v>#N/A</c:v>
                </c:pt>
                <c:pt idx="487">
                  <c:v>#N/A</c:v>
                </c:pt>
                <c:pt idx="488">
                  <c:v>#N/A</c:v>
                </c:pt>
                <c:pt idx="489">
                  <c:v>#N/A</c:v>
                </c:pt>
                <c:pt idx="490">
                  <c:v>0.37309999999999999</c:v>
                </c:pt>
                <c:pt idx="491">
                  <c:v>0.36850000000000005</c:v>
                </c:pt>
                <c:pt idx="492">
                  <c:v>0.36550000000000016</c:v>
                </c:pt>
                <c:pt idx="493">
                  <c:v>0.36960000000000015</c:v>
                </c:pt>
                <c:pt idx="494">
                  <c:v>#N/A</c:v>
                </c:pt>
                <c:pt idx="495">
                  <c:v>0.37020000000000008</c:v>
                </c:pt>
                <c:pt idx="496">
                  <c:v>0.3611000000000002</c:v>
                </c:pt>
                <c:pt idx="497">
                  <c:v>0.35640000000000005</c:v>
                </c:pt>
                <c:pt idx="498">
                  <c:v>0.35920000000000019</c:v>
                </c:pt>
                <c:pt idx="499">
                  <c:v>0.35980000000000012</c:v>
                </c:pt>
                <c:pt idx="500">
                  <c:v>#N/A</c:v>
                </c:pt>
                <c:pt idx="501">
                  <c:v>#N/A</c:v>
                </c:pt>
                <c:pt idx="502">
                  <c:v>0.36560000000000015</c:v>
                </c:pt>
                <c:pt idx="503">
                  <c:v>0.35430000000000006</c:v>
                </c:pt>
                <c:pt idx="504">
                  <c:v>0.35070000000000001</c:v>
                </c:pt>
                <c:pt idx="505">
                  <c:v>0.35640000000000005</c:v>
                </c:pt>
                <c:pt idx="506">
                  <c:v>0.36160000000000014</c:v>
                </c:pt>
                <c:pt idx="507">
                  <c:v>#N/A</c:v>
                </c:pt>
                <c:pt idx="508">
                  <c:v>#N/A</c:v>
                </c:pt>
                <c:pt idx="509">
                  <c:v>0.35990000000000011</c:v>
                </c:pt>
                <c:pt idx="510">
                  <c:v>0.35930000000000017</c:v>
                </c:pt>
                <c:pt idx="511">
                  <c:v>0.35270000000000001</c:v>
                </c:pt>
                <c:pt idx="512">
                  <c:v>0.33279999999999998</c:v>
                </c:pt>
                <c:pt idx="513">
                  <c:v>0.32850000000000001</c:v>
                </c:pt>
                <c:pt idx="514">
                  <c:v>#N/A</c:v>
                </c:pt>
                <c:pt idx="515">
                  <c:v>#N/A</c:v>
                </c:pt>
                <c:pt idx="516">
                  <c:v>0.33889999999999998</c:v>
                </c:pt>
                <c:pt idx="517">
                  <c:v>0.34160000000000013</c:v>
                </c:pt>
                <c:pt idx="518">
                  <c:v>#N/A</c:v>
                </c:pt>
                <c:pt idx="519">
                  <c:v>#N/A</c:v>
                </c:pt>
                <c:pt idx="520">
                  <c:v>0.33860000000000001</c:v>
                </c:pt>
                <c:pt idx="521">
                  <c:v>0.35060000000000002</c:v>
                </c:pt>
                <c:pt idx="522">
                  <c:v>0.35630000000000006</c:v>
                </c:pt>
                <c:pt idx="523">
                  <c:v>0.36140000000000017</c:v>
                </c:pt>
                <c:pt idx="524">
                  <c:v>0.37430000000000008</c:v>
                </c:pt>
                <c:pt idx="525">
                  <c:v>0.37309999999999999</c:v>
                </c:pt>
                <c:pt idx="526">
                  <c:v>0.37309999999999999</c:v>
                </c:pt>
                <c:pt idx="527">
                  <c:v>0.37140000000000017</c:v>
                </c:pt>
                <c:pt idx="528">
                  <c:v>0.36260000000000003</c:v>
                </c:pt>
                <c:pt idx="529">
                  <c:v>0.35540000000000016</c:v>
                </c:pt>
              </c:numCache>
            </c:numRef>
          </c:val>
          <c:smooth val="0"/>
          <c:extLst>
            <c:ext xmlns:c16="http://schemas.microsoft.com/office/drawing/2014/chart" uri="{C3380CC4-5D6E-409C-BE32-E72D297353CC}">
              <c16:uniqueId val="{00000000-46B5-4310-96E3-3A3929887288}"/>
            </c:ext>
          </c:extLst>
        </c:ser>
        <c:dLbls>
          <c:showLegendKey val="0"/>
          <c:showVal val="0"/>
          <c:showCatName val="0"/>
          <c:showSerName val="0"/>
          <c:showPercent val="0"/>
          <c:showBubbleSize val="0"/>
        </c:dLbls>
        <c:smooth val="0"/>
        <c:axId val="2000002592"/>
        <c:axId val="2000002593"/>
      </c:lineChart>
      <c:dateAx>
        <c:axId val="2000002592"/>
        <c:scaling>
          <c:orientation val="minMax"/>
        </c:scaling>
        <c:delete val="0"/>
        <c:axPos val="b"/>
        <c:numFmt formatCode="m/d/yyyy" sourceLinked="0"/>
        <c:majorTickMark val="none"/>
        <c:minorTickMark val="none"/>
        <c:tickLblPos val="nextTo"/>
        <c:spPr>
          <a:noFill/>
          <a:ln w="6350" cap="flat" cmpd="sng" algn="ctr">
            <a:solidFill>
              <a:sysClr val="windowText" lastClr="000000"/>
            </a:solidFill>
            <a:round/>
          </a:ln>
          <a:effectLst/>
        </c:spPr>
        <c:txPr>
          <a:bodyPr rot="-6000000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2593"/>
        <c:crosses val="autoZero"/>
        <c:auto val="1"/>
        <c:lblOffset val="100"/>
        <c:baseTimeUnit val="days"/>
      </c:dateAx>
      <c:valAx>
        <c:axId val="2000002593"/>
        <c:scaling>
          <c:orientation val="minMax"/>
          <c:max val="0.55000000000000004"/>
          <c:min val="5.000000000000001E-2"/>
        </c:scaling>
        <c:delete val="0"/>
        <c:axPos val="l"/>
        <c:numFmt formatCode="#,##0.0000_ " sourceLinked="1"/>
        <c:majorTickMark val="out"/>
        <c:minorTickMark val="none"/>
        <c:tickLblPos val="nextTo"/>
        <c:spPr>
          <a:noFill/>
          <a:ln>
            <a:noFill/>
          </a:ln>
          <a:effectLst/>
        </c:spPr>
        <c:txPr>
          <a:bodyPr rot="-6000000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2592"/>
        <c:crosses val="autoZero"/>
        <c:crossBetween val="between"/>
      </c:valAx>
      <c:spPr>
        <a:noFill/>
        <a:ln>
          <a:noFill/>
        </a:ln>
        <a:effectLst/>
      </c:spPr>
    </c:plotArea>
    <c:legend>
      <c:legendPos val="t"/>
      <c:legendEntry>
        <c:idx val="0"/>
        <c:txPr>
          <a:bodyPr rot="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ayout>
        <c:manualLayout>
          <c:xMode val="edge"/>
          <c:yMode val="edge"/>
          <c:x val="0.12656889604127949"/>
          <c:y val="3.2407656360028167E-2"/>
          <c:w val="0.80363430848516193"/>
          <c:h val="0.17279457141028104"/>
        </c:manualLayout>
      </c:layout>
      <c:overlay val="0"/>
      <c:spPr>
        <a:noFill/>
        <a:ln>
          <a:noFill/>
        </a:ln>
        <a:effectLst/>
      </c:spPr>
      <c:txPr>
        <a:bodyPr rot="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
    <c:plotVisOnly val="1"/>
    <c:dispBlanksAs val="span"/>
    <c:showDLblsOverMax val="0"/>
  </c:chart>
  <c:spPr>
    <a:noFill/>
    <a:ln w="9525" cap="flat" cmpd="sng" algn="ctr">
      <a:noFill/>
      <a:round/>
    </a:ln>
    <a:effectLst/>
  </c:spPr>
  <c:txPr>
    <a:bodyPr/>
    <a:lstStyle/>
    <a:p>
      <a:pPr>
        <a:defRPr lang="zh-CN" sz="80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defRPr>
      </a:pPr>
      <a:endParaRPr lang="zh-CN"/>
    </a:p>
  </c:txPr>
  <c:externalData r:id="rId1">
    <c:autoUpdate val="0"/>
  </c:externalData>
</c:chartSpace>
</file>

<file path=ppt/charts/chart8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美国GDP!$G$1</c:f>
              <c:strCache>
                <c:ptCount val="1"/>
                <c:pt idx="0">
                  <c:v>美国CPI非季调同比（%），左轴</c:v>
                </c:pt>
              </c:strCache>
            </c:strRef>
          </c:tx>
          <c:spPr>
            <a:solidFill>
              <a:sysClr val="window" lastClr="FFFFFF">
                <a:lumMod val="75000"/>
              </a:sysClr>
            </a:solidFill>
            <a:ln>
              <a:noFill/>
            </a:ln>
            <a:effectLst/>
          </c:spPr>
          <c:invertIfNegative val="0"/>
          <c:dLbls>
            <c:dLbl>
              <c:idx val="28"/>
              <c:spPr>
                <a:noFill/>
                <a:ln>
                  <a:noFill/>
                </a:ln>
                <a:effectLst/>
              </c:spPr>
              <c:txPr>
                <a:bodyPr rot="0" spcFirstLastPara="1" vertOverflow="ellipsis" vert="horz" wrap="square" lIns="38100" tIns="19050" rIns="38100" bIns="19050" anchor="ctr" anchorCtr="1">
                  <a:spAutoFit/>
                </a:bodyPr>
                <a:lstStyle/>
                <a:p>
                  <a:pPr>
                    <a:defRPr lang="zh-CN" sz="700" b="0" i="0" u="none" strike="noStrike" kern="1200" baseline="0">
                      <a:solidFill>
                        <a:schemeClr val="tx1"/>
                      </a:solidFill>
                      <a:latin typeface="Arial" panose="020B0704020202090204" pitchFamily="7" charset="0"/>
                      <a:ea typeface="思源黑体 CN Light" panose="020B0800000000000000" pitchFamily="34" charset="-128"/>
                      <a:cs typeface="+mn-cs"/>
                    </a:defRPr>
                  </a:pPr>
                  <a:endParaRPr lang="zh-CN"/>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03BC-4BAE-9E51-49FD43DB74BC}"/>
                </c:ext>
              </c:extLst>
            </c:dLbl>
            <c:spPr>
              <a:noFill/>
              <a:ln>
                <a:noFill/>
              </a:ln>
              <a:effectLst/>
            </c:spPr>
            <c:txPr>
              <a:bodyPr rot="0" spcFirstLastPara="1" vertOverflow="ellipsis" vert="horz" wrap="square" lIns="38100" tIns="19050" rIns="38100" bIns="19050" anchor="ctr" anchorCtr="1">
                <a:spAutoFit/>
              </a:bodyPr>
              <a:lstStyle/>
              <a:p>
                <a:pPr>
                  <a:defRPr lang="zh-CN" sz="800" b="0" i="0" u="none" strike="noStrike" kern="1200" baseline="0">
                    <a:solidFill>
                      <a:schemeClr val="tx1"/>
                    </a:solidFill>
                    <a:latin typeface="Arial" panose="020B0704020202090204" pitchFamily="7" charset="0"/>
                    <a:ea typeface="思源黑体 CN Light" panose="020B0800000000000000" pitchFamily="34" charset="-128"/>
                    <a:cs typeface="+mn-cs"/>
                  </a:defRPr>
                </a:pPr>
                <a:endParaRPr lang="zh-CN"/>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美国GDP!$F$2:$F$30</c:f>
              <c:numCache>
                <c:formatCode>yyyy\-mm</c:formatCode>
                <c:ptCount val="29"/>
                <c:pt idx="0">
                  <c:v>45322</c:v>
                </c:pt>
                <c:pt idx="1">
                  <c:v>45351</c:v>
                </c:pt>
                <c:pt idx="2">
                  <c:v>45382</c:v>
                </c:pt>
                <c:pt idx="3">
                  <c:v>45412</c:v>
                </c:pt>
                <c:pt idx="4">
                  <c:v>45443</c:v>
                </c:pt>
                <c:pt idx="5">
                  <c:v>45473</c:v>
                </c:pt>
                <c:pt idx="6">
                  <c:v>45504</c:v>
                </c:pt>
                <c:pt idx="7">
                  <c:v>45535</c:v>
                </c:pt>
                <c:pt idx="8">
                  <c:v>45565</c:v>
                </c:pt>
                <c:pt idx="9">
                  <c:v>45596</c:v>
                </c:pt>
                <c:pt idx="10">
                  <c:v>45626</c:v>
                </c:pt>
                <c:pt idx="11">
                  <c:v>45657</c:v>
                </c:pt>
                <c:pt idx="12">
                  <c:v>45688</c:v>
                </c:pt>
                <c:pt idx="13">
                  <c:v>45716</c:v>
                </c:pt>
                <c:pt idx="14">
                  <c:v>45747</c:v>
                </c:pt>
                <c:pt idx="15">
                  <c:v>45777</c:v>
                </c:pt>
                <c:pt idx="16">
                  <c:v>45808</c:v>
                </c:pt>
                <c:pt idx="17">
                  <c:v>45838</c:v>
                </c:pt>
                <c:pt idx="18">
                  <c:v>45869</c:v>
                </c:pt>
                <c:pt idx="19">
                  <c:v>45900</c:v>
                </c:pt>
                <c:pt idx="20">
                  <c:v>45930</c:v>
                </c:pt>
                <c:pt idx="21">
                  <c:v>45961</c:v>
                </c:pt>
                <c:pt idx="22">
                  <c:v>45991</c:v>
                </c:pt>
                <c:pt idx="23">
                  <c:v>46022</c:v>
                </c:pt>
                <c:pt idx="24">
                  <c:v>46053</c:v>
                </c:pt>
                <c:pt idx="25">
                  <c:v>46081</c:v>
                </c:pt>
                <c:pt idx="26">
                  <c:v>46112</c:v>
                </c:pt>
                <c:pt idx="27">
                  <c:v>46142</c:v>
                </c:pt>
                <c:pt idx="28">
                  <c:v>46173</c:v>
                </c:pt>
              </c:numCache>
            </c:numRef>
          </c:cat>
          <c:val>
            <c:numRef>
              <c:f>美国GDP!$G$2:$G$30</c:f>
              <c:numCache>
                <c:formatCode>#,##0.00_ </c:formatCode>
                <c:ptCount val="29"/>
                <c:pt idx="0">
                  <c:v>3.1</c:v>
                </c:pt>
                <c:pt idx="1">
                  <c:v>3.2</c:v>
                </c:pt>
                <c:pt idx="2">
                  <c:v>3.5</c:v>
                </c:pt>
                <c:pt idx="3">
                  <c:v>3.4</c:v>
                </c:pt>
                <c:pt idx="4">
                  <c:v>3.3</c:v>
                </c:pt>
                <c:pt idx="5">
                  <c:v>3</c:v>
                </c:pt>
                <c:pt idx="6">
                  <c:v>2.9</c:v>
                </c:pt>
                <c:pt idx="7">
                  <c:v>2.5</c:v>
                </c:pt>
                <c:pt idx="8">
                  <c:v>2.4</c:v>
                </c:pt>
                <c:pt idx="9">
                  <c:v>2.6</c:v>
                </c:pt>
                <c:pt idx="10">
                  <c:v>2.7</c:v>
                </c:pt>
                <c:pt idx="11">
                  <c:v>2.9</c:v>
                </c:pt>
                <c:pt idx="12">
                  <c:v>3</c:v>
                </c:pt>
                <c:pt idx="13">
                  <c:v>2.8</c:v>
                </c:pt>
                <c:pt idx="14">
                  <c:v>2.4</c:v>
                </c:pt>
                <c:pt idx="15">
                  <c:v>2.2999999999999998</c:v>
                </c:pt>
                <c:pt idx="16">
                  <c:v>2.4</c:v>
                </c:pt>
                <c:pt idx="17">
                  <c:v>2.7</c:v>
                </c:pt>
                <c:pt idx="18">
                  <c:v>2.7</c:v>
                </c:pt>
                <c:pt idx="19">
                  <c:v>2.9</c:v>
                </c:pt>
                <c:pt idx="20">
                  <c:v>3</c:v>
                </c:pt>
                <c:pt idx="22">
                  <c:v>2.7</c:v>
                </c:pt>
                <c:pt idx="23">
                  <c:v>2.7</c:v>
                </c:pt>
                <c:pt idx="24">
                  <c:v>2.4</c:v>
                </c:pt>
                <c:pt idx="25">
                  <c:v>2.4</c:v>
                </c:pt>
                <c:pt idx="26">
                  <c:v>3.3</c:v>
                </c:pt>
                <c:pt idx="27">
                  <c:v>3.8</c:v>
                </c:pt>
                <c:pt idx="28">
                  <c:v>4.2</c:v>
                </c:pt>
              </c:numCache>
            </c:numRef>
          </c:val>
          <c:extLst>
            <c:ext xmlns:c16="http://schemas.microsoft.com/office/drawing/2014/chart" uri="{C3380CC4-5D6E-409C-BE32-E72D297353CC}">
              <c16:uniqueId val="{00000001-03BC-4BAE-9E51-49FD43DB74BC}"/>
            </c:ext>
          </c:extLst>
        </c:ser>
        <c:dLbls>
          <c:showLegendKey val="0"/>
          <c:showVal val="0"/>
          <c:showCatName val="0"/>
          <c:showSerName val="0"/>
          <c:showPercent val="0"/>
          <c:showBubbleSize val="0"/>
        </c:dLbls>
        <c:gapWidth val="150"/>
        <c:overlap val="-25"/>
        <c:axId val="2000002624"/>
        <c:axId val="2000002625"/>
      </c:barChart>
      <c:lineChart>
        <c:grouping val="standard"/>
        <c:varyColors val="0"/>
        <c:ser>
          <c:idx val="1"/>
          <c:order val="1"/>
          <c:tx>
            <c:strRef>
              <c:f>美国GDP!$H$1</c:f>
              <c:strCache>
                <c:ptCount val="1"/>
                <c:pt idx="0">
                  <c:v>美国GDP同比增速（%），右轴</c:v>
                </c:pt>
              </c:strCache>
            </c:strRef>
          </c:tx>
          <c:spPr>
            <a:ln w="28575" cap="rnd">
              <a:solidFill>
                <a:srgbClr val="8064A2"/>
              </a:solidFill>
              <a:round/>
            </a:ln>
            <a:effectLst/>
          </c:spPr>
          <c:marker>
            <c:symbol val="diamond"/>
            <c:size val="7"/>
            <c:spPr>
              <a:solidFill>
                <a:srgbClr val="7030A0"/>
              </a:solidFill>
              <a:ln w="9525">
                <a:noFill/>
              </a:ln>
              <a:effectLst/>
            </c:spPr>
          </c:marker>
          <c:dLbls>
            <c:dLbl>
              <c:idx val="0"/>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03BC-4BAE-9E51-49FD43DB74BC}"/>
                </c:ext>
              </c:extLst>
            </c:dLbl>
            <c:dLbl>
              <c:idx val="26"/>
              <c:layout>
                <c:manualLayout>
                  <c:x val="-4.7222222222222325E-2"/>
                  <c:y val="-3.2407407407407406E-2"/>
                </c:manualLayout>
              </c:layout>
              <c:spPr>
                <a:noFill/>
                <a:ln>
                  <a:noFill/>
                </a:ln>
                <a:effectLst/>
              </c:spPr>
              <c:txPr>
                <a:bodyPr rot="0" spcFirstLastPara="1" vertOverflow="ellipsis" vert="horz" wrap="square" lIns="38100" tIns="19050" rIns="38100" bIns="19050" anchor="ctr" anchorCtr="1">
                  <a:spAutoFit/>
                </a:bodyPr>
                <a:lstStyle/>
                <a:p>
                  <a:pPr>
                    <a:defRPr lang="zh-CN" sz="700" b="0" i="0" u="none" strike="noStrike" kern="1200" baseline="0">
                      <a:solidFill>
                        <a:schemeClr val="tx1"/>
                      </a:solidFill>
                      <a:latin typeface="Arial" panose="020B0704020202090204" pitchFamily="7" charset="0"/>
                      <a:ea typeface="思源黑体 CN Light" panose="020B0800000000000000" pitchFamily="34" charset="-128"/>
                      <a:cs typeface="+mn-cs"/>
                    </a:defRPr>
                  </a:pPr>
                  <a:endParaRPr lang="zh-CN"/>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3BC-4BAE-9E51-49FD43DB74BC}"/>
                </c:ext>
              </c:extLst>
            </c:dLbl>
            <c:spPr>
              <a:noFill/>
              <a:ln>
                <a:noFill/>
              </a:ln>
              <a:effectLst/>
            </c:spPr>
            <c:txPr>
              <a:bodyPr rot="0" spcFirstLastPara="1" vertOverflow="ellipsis" vert="horz" wrap="square" lIns="38100" tIns="19050" rIns="38100" bIns="19050" anchor="ctr" anchorCtr="1">
                <a:spAutoFit/>
              </a:bodyPr>
              <a:lstStyle/>
              <a:p>
                <a:pPr>
                  <a:defRPr lang="zh-CN" sz="800" b="0" i="0" u="none" strike="noStrike" kern="1200" baseline="0">
                    <a:solidFill>
                      <a:schemeClr val="tx1"/>
                    </a:solidFill>
                    <a:latin typeface="Arial" panose="020B0704020202090204" pitchFamily="7" charset="0"/>
                    <a:ea typeface="思源黑体 CN Light" panose="020B0800000000000000" pitchFamily="34" charset="-128"/>
                    <a:cs typeface="+mn-cs"/>
                  </a:defRPr>
                </a:pPr>
                <a:endParaRPr lang="zh-CN"/>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美国GDP!$F$2:$F$30</c:f>
              <c:numCache>
                <c:formatCode>yyyy\-mm</c:formatCode>
                <c:ptCount val="29"/>
                <c:pt idx="0">
                  <c:v>45322</c:v>
                </c:pt>
                <c:pt idx="1">
                  <c:v>45351</c:v>
                </c:pt>
                <c:pt idx="2">
                  <c:v>45382</c:v>
                </c:pt>
                <c:pt idx="3">
                  <c:v>45412</c:v>
                </c:pt>
                <c:pt idx="4">
                  <c:v>45443</c:v>
                </c:pt>
                <c:pt idx="5">
                  <c:v>45473</c:v>
                </c:pt>
                <c:pt idx="6">
                  <c:v>45504</c:v>
                </c:pt>
                <c:pt idx="7">
                  <c:v>45535</c:v>
                </c:pt>
                <c:pt idx="8">
                  <c:v>45565</c:v>
                </c:pt>
                <c:pt idx="9">
                  <c:v>45596</c:v>
                </c:pt>
                <c:pt idx="10">
                  <c:v>45626</c:v>
                </c:pt>
                <c:pt idx="11">
                  <c:v>45657</c:v>
                </c:pt>
                <c:pt idx="12">
                  <c:v>45688</c:v>
                </c:pt>
                <c:pt idx="13">
                  <c:v>45716</c:v>
                </c:pt>
                <c:pt idx="14">
                  <c:v>45747</c:v>
                </c:pt>
                <c:pt idx="15">
                  <c:v>45777</c:v>
                </c:pt>
                <c:pt idx="16">
                  <c:v>45808</c:v>
                </c:pt>
                <c:pt idx="17">
                  <c:v>45838</c:v>
                </c:pt>
                <c:pt idx="18">
                  <c:v>45869</c:v>
                </c:pt>
                <c:pt idx="19">
                  <c:v>45900</c:v>
                </c:pt>
                <c:pt idx="20">
                  <c:v>45930</c:v>
                </c:pt>
                <c:pt idx="21">
                  <c:v>45961</c:v>
                </c:pt>
                <c:pt idx="22">
                  <c:v>45991</c:v>
                </c:pt>
                <c:pt idx="23">
                  <c:v>46022</c:v>
                </c:pt>
                <c:pt idx="24">
                  <c:v>46053</c:v>
                </c:pt>
                <c:pt idx="25">
                  <c:v>46081</c:v>
                </c:pt>
                <c:pt idx="26">
                  <c:v>46112</c:v>
                </c:pt>
                <c:pt idx="27">
                  <c:v>46142</c:v>
                </c:pt>
                <c:pt idx="28">
                  <c:v>46173</c:v>
                </c:pt>
              </c:numCache>
            </c:numRef>
          </c:cat>
          <c:val>
            <c:numRef>
              <c:f>美国GDP!$H$2:$H$30</c:f>
              <c:numCache>
                <c:formatCode>General</c:formatCode>
                <c:ptCount val="29"/>
                <c:pt idx="2">
                  <c:v>5.48</c:v>
                </c:pt>
                <c:pt idx="5">
                  <c:v>5.87</c:v>
                </c:pt>
                <c:pt idx="8">
                  <c:v>5.12</c:v>
                </c:pt>
                <c:pt idx="11">
                  <c:v>4.93</c:v>
                </c:pt>
                <c:pt idx="14">
                  <c:v>4.6500000000000004</c:v>
                </c:pt>
                <c:pt idx="17">
                  <c:v>4.59</c:v>
                </c:pt>
                <c:pt idx="20">
                  <c:v>5.38</c:v>
                </c:pt>
                <c:pt idx="23">
                  <c:v>5.36</c:v>
                </c:pt>
                <c:pt idx="26">
                  <c:v>5.92</c:v>
                </c:pt>
              </c:numCache>
            </c:numRef>
          </c:val>
          <c:smooth val="0"/>
          <c:extLst>
            <c:ext xmlns:c16="http://schemas.microsoft.com/office/drawing/2014/chart" uri="{C3380CC4-5D6E-409C-BE32-E72D297353CC}">
              <c16:uniqueId val="{00000004-03BC-4BAE-9E51-49FD43DB74BC}"/>
            </c:ext>
          </c:extLst>
        </c:ser>
        <c:dLbls>
          <c:showLegendKey val="0"/>
          <c:showVal val="0"/>
          <c:showCatName val="0"/>
          <c:showSerName val="0"/>
          <c:showPercent val="0"/>
          <c:showBubbleSize val="0"/>
        </c:dLbls>
        <c:marker val="1"/>
        <c:smooth val="0"/>
        <c:axId val="2000002626"/>
        <c:axId val="2000002627"/>
      </c:lineChart>
      <c:dateAx>
        <c:axId val="2000002624"/>
        <c:scaling>
          <c:orientation val="minMax"/>
        </c:scaling>
        <c:delete val="0"/>
        <c:axPos val="b"/>
        <c:numFmt formatCode="m/d/yyyy" sourceLinked="0"/>
        <c:majorTickMark val="none"/>
        <c:minorTickMark val="none"/>
        <c:tickLblPos val="nextTo"/>
        <c:spPr>
          <a:noFill/>
          <a:ln w="6350" cap="flat" cmpd="sng" algn="ctr">
            <a:solidFill>
              <a:sysClr val="windowText" lastClr="000000"/>
            </a:solidFill>
            <a:round/>
          </a:ln>
          <a:effectLst/>
        </c:spPr>
        <c:txPr>
          <a:bodyPr rot="-60000000" spcFirstLastPara="1" vertOverflow="ellipsis" vert="horz" wrap="square" anchor="ctr" anchorCtr="1"/>
          <a:lstStyle/>
          <a:p>
            <a:pPr>
              <a:defRPr lang="zh-CN" sz="700" b="0" i="0" u="none" strike="noStrike" kern="1200" baseline="0">
                <a:solidFill>
                  <a:schemeClr val="tx1"/>
                </a:solidFill>
                <a:latin typeface="Arial" panose="020B0704020202090204" pitchFamily="7" charset="0"/>
                <a:ea typeface="思源黑体 CN Light" panose="020B0800000000000000" pitchFamily="34" charset="-128"/>
                <a:cs typeface="+mn-cs"/>
              </a:defRPr>
            </a:pPr>
            <a:endParaRPr lang="zh-CN"/>
          </a:p>
        </c:txPr>
        <c:crossAx val="2000002625"/>
        <c:crosses val="autoZero"/>
        <c:auto val="1"/>
        <c:lblOffset val="100"/>
        <c:baseTimeUnit val="months"/>
      </c:dateAx>
      <c:valAx>
        <c:axId val="2000002625"/>
        <c:scaling>
          <c:orientation val="minMax"/>
        </c:scaling>
        <c:delete val="0"/>
        <c:axPos val="l"/>
        <c:numFmt formatCode="#,##0.00_ " sourceLinked="1"/>
        <c:majorTickMark val="out"/>
        <c:minorTickMark val="none"/>
        <c:tickLblPos val="nextTo"/>
        <c:spPr>
          <a:noFill/>
          <a:ln>
            <a:noFill/>
          </a:ln>
          <a:effectLst/>
        </c:spPr>
        <c:txPr>
          <a:bodyPr rot="-60000000" spcFirstLastPara="1" vertOverflow="ellipsis" vert="horz" wrap="square" anchor="ctr" anchorCtr="1"/>
          <a:lstStyle/>
          <a:p>
            <a:pPr>
              <a:defRPr lang="zh-CN" sz="700" b="0" i="0" u="none" strike="noStrike" kern="1200" baseline="0">
                <a:solidFill>
                  <a:schemeClr val="tx1"/>
                </a:solidFill>
                <a:latin typeface="Arial" panose="020B0704020202090204" pitchFamily="7" charset="0"/>
                <a:ea typeface="思源黑体 CN Light" panose="020B0800000000000000" pitchFamily="34" charset="-128"/>
                <a:cs typeface="+mn-cs"/>
              </a:defRPr>
            </a:pPr>
            <a:endParaRPr lang="zh-CN"/>
          </a:p>
        </c:txPr>
        <c:crossAx val="2000002624"/>
        <c:crosses val="autoZero"/>
        <c:crossBetween val="between"/>
      </c:valAx>
      <c:valAx>
        <c:axId val="2000002627"/>
        <c:scaling>
          <c:orientation val="minMax"/>
          <c:min val="4"/>
        </c:scaling>
        <c:delete val="0"/>
        <c:axPos val="r"/>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lang="zh-CN" sz="700" b="0" i="0" u="none" strike="noStrike" kern="1200" baseline="0">
                <a:solidFill>
                  <a:schemeClr val="tx1"/>
                </a:solidFill>
                <a:latin typeface="Arial" panose="020B0704020202090204" pitchFamily="7" charset="0"/>
                <a:ea typeface="思源黑体 CN Light" panose="020B0800000000000000" pitchFamily="34" charset="-128"/>
                <a:cs typeface="+mn-cs"/>
              </a:defRPr>
            </a:pPr>
            <a:endParaRPr lang="zh-CN"/>
          </a:p>
        </c:txPr>
        <c:crossAx val="2000002626"/>
        <c:crosses val="max"/>
        <c:crossBetween val="between"/>
      </c:valAx>
      <c:dateAx>
        <c:axId val="2000002626"/>
        <c:scaling>
          <c:orientation val="minMax"/>
        </c:scaling>
        <c:delete val="1"/>
        <c:axPos val="b"/>
        <c:numFmt formatCode="yyyy\-mm" sourceLinked="1"/>
        <c:majorTickMark val="out"/>
        <c:minorTickMark val="none"/>
        <c:tickLblPos val="nextTo"/>
        <c:crossAx val="2000002627"/>
        <c:crosses val="autoZero"/>
        <c:auto val="1"/>
        <c:lblOffset val="100"/>
        <c:baseTimeUnit val="months"/>
      </c:dateAx>
      <c:spPr>
        <a:noFill/>
        <a:ln>
          <a:noFill/>
        </a:ln>
        <a:effectLst/>
      </c:spPr>
    </c:plotArea>
    <c:legend>
      <c:legendPos val="t"/>
      <c:overlay val="0"/>
      <c:spPr>
        <a:noFill/>
        <a:ln>
          <a:noFill/>
        </a:ln>
        <a:effectLst/>
      </c:spPr>
      <c:txPr>
        <a:bodyPr rot="0" spcFirstLastPara="1" vertOverflow="ellipsis" vert="horz" wrap="square" anchor="ctr" anchorCtr="1"/>
        <a:lstStyle/>
        <a:p>
          <a:pPr>
            <a:defRPr lang="zh-CN" sz="600" b="0" i="0" u="none" strike="noStrike" kern="1200" baseline="0">
              <a:solidFill>
                <a:schemeClr val="tx1"/>
              </a:solidFill>
              <a:latin typeface="Arial" panose="020B0704020202090204" pitchFamily="7" charset="0"/>
              <a:ea typeface="思源黑体 CN Light" panose="020B0800000000000000" pitchFamily="34" charset="-128"/>
              <a:cs typeface="+mn-cs"/>
            </a:defRPr>
          </a:pPr>
          <a:endParaRPr lang="zh-CN"/>
        </a:p>
      </c:txPr>
    </c:legend>
    <c:plotVisOnly val="1"/>
    <c:dispBlanksAs val="span"/>
    <c:showDLblsOverMax val="0"/>
  </c:chart>
  <c:spPr>
    <a:noFill/>
    <a:ln w="9525" cap="flat" cmpd="sng" algn="ctr">
      <a:noFill/>
      <a:round/>
    </a:ln>
    <a:effectLst/>
  </c:spPr>
  <c:txPr>
    <a:bodyPr/>
    <a:lstStyle/>
    <a:p>
      <a:pPr>
        <a:defRPr lang="zh-CN" sz="800" baseline="0">
          <a:solidFill>
            <a:schemeClr val="tx1"/>
          </a:solidFill>
          <a:latin typeface="Arial" panose="020B0704020202090204" pitchFamily="7" charset="0"/>
          <a:ea typeface="思源黑体 CN Light" panose="020B0800000000000000" pitchFamily="34" charset="-128"/>
        </a:defRPr>
      </a:pPr>
      <a:endParaRPr lang="zh-CN"/>
    </a:p>
  </c:txPr>
  <c:externalData r:id="rId1">
    <c:autoUpdate val="0"/>
  </c:externalData>
</c:chartSpace>
</file>

<file path=ppt/charts/chart8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6.1568241469816272E-2"/>
          <c:y val="0.17455818022747158"/>
          <c:w val="0.84340643929044301"/>
          <c:h val="0.74717790047048405"/>
        </c:manualLayout>
      </c:layout>
      <c:lineChart>
        <c:grouping val="standard"/>
        <c:varyColors val="0"/>
        <c:ser>
          <c:idx val="0"/>
          <c:order val="0"/>
          <c:tx>
            <c:v>10年期美债利率，%</c:v>
          </c:tx>
          <c:spPr>
            <a:ln w="22225" cap="rnd" cmpd="sng">
              <a:solidFill>
                <a:srgbClr val="4874CB">
                  <a:lumMod val="75000"/>
                  <a:alpha val="92000"/>
                </a:srgbClr>
              </a:solidFill>
              <a:prstDash val="solid"/>
              <a:round/>
            </a:ln>
            <a:effectLst/>
          </c:spPr>
          <c:marker>
            <c:symbol val="none"/>
          </c:marker>
          <c:dLbls>
            <c:dLbl>
              <c:idx val="98"/>
              <c:layout>
                <c:manualLayout>
                  <c:x val="-3.3333333333333333E-2"/>
                  <c:y val="-3.2407407407407406E-2"/>
                </c:manualLayout>
              </c:layout>
              <c:tx>
                <c:rich>
                  <a:bodyPr/>
                  <a:lstStyle/>
                  <a:p>
                    <a:r>
                      <a:rPr lang="en-US" altLang="zh-CN"/>
                      <a:t>4.67</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7489-4479-97C1-F7A38CE4F41C}"/>
                </c:ext>
              </c:extLst>
            </c:dLbl>
            <c:dLbl>
              <c:idx val="120"/>
              <c:tx>
                <c:rich>
                  <a:bodyPr/>
                  <a:lstStyle/>
                  <a:p>
                    <a:r>
                      <a:rPr lang="en-US" altLang="zh-CN"/>
                      <a:t>4.45</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7489-4479-97C1-F7A38CE4F41C}"/>
                </c:ext>
              </c:extLst>
            </c:dLbl>
            <c:spPr>
              <a:noFill/>
              <a:ln>
                <a:noFill/>
              </a:ln>
              <a:effectLst/>
            </c:spPr>
            <c:txPr>
              <a:bodyPr rot="0" spcFirstLastPara="1" vertOverflow="ellipsis" vert="horz" wrap="square" lIns="38100" tIns="19050" rIns="38100" bIns="19050" anchor="ctr" anchorCtr="1">
                <a:spAutoFit/>
              </a:bodyPr>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美元日元汇率!$A$12005:$A$12125</c:f>
              <c:numCache>
                <c:formatCode>m/d/yyyy</c:formatCode>
                <c:ptCount val="121"/>
                <c:pt idx="0">
                  <c:v>46023</c:v>
                </c:pt>
                <c:pt idx="1">
                  <c:v>46024</c:v>
                </c:pt>
                <c:pt idx="2">
                  <c:v>46027</c:v>
                </c:pt>
                <c:pt idx="3">
                  <c:v>46028</c:v>
                </c:pt>
                <c:pt idx="4">
                  <c:v>46029</c:v>
                </c:pt>
                <c:pt idx="5">
                  <c:v>46030</c:v>
                </c:pt>
                <c:pt idx="6">
                  <c:v>46031</c:v>
                </c:pt>
                <c:pt idx="7">
                  <c:v>46034</c:v>
                </c:pt>
                <c:pt idx="8">
                  <c:v>46035</c:v>
                </c:pt>
                <c:pt idx="9">
                  <c:v>46036</c:v>
                </c:pt>
                <c:pt idx="10">
                  <c:v>46037</c:v>
                </c:pt>
                <c:pt idx="11">
                  <c:v>46038</c:v>
                </c:pt>
                <c:pt idx="12">
                  <c:v>46041</c:v>
                </c:pt>
                <c:pt idx="13">
                  <c:v>46042</c:v>
                </c:pt>
                <c:pt idx="14">
                  <c:v>46043</c:v>
                </c:pt>
                <c:pt idx="15">
                  <c:v>46044</c:v>
                </c:pt>
                <c:pt idx="16">
                  <c:v>46045</c:v>
                </c:pt>
                <c:pt idx="17">
                  <c:v>46048</c:v>
                </c:pt>
                <c:pt idx="18">
                  <c:v>46049</c:v>
                </c:pt>
                <c:pt idx="19">
                  <c:v>46050</c:v>
                </c:pt>
                <c:pt idx="20">
                  <c:v>46051</c:v>
                </c:pt>
                <c:pt idx="21">
                  <c:v>46052</c:v>
                </c:pt>
                <c:pt idx="22">
                  <c:v>46055</c:v>
                </c:pt>
                <c:pt idx="23">
                  <c:v>46056</c:v>
                </c:pt>
                <c:pt idx="24">
                  <c:v>46057</c:v>
                </c:pt>
                <c:pt idx="25">
                  <c:v>46058</c:v>
                </c:pt>
                <c:pt idx="26">
                  <c:v>46059</c:v>
                </c:pt>
                <c:pt idx="27">
                  <c:v>46062</c:v>
                </c:pt>
                <c:pt idx="28">
                  <c:v>46063</c:v>
                </c:pt>
                <c:pt idx="29">
                  <c:v>46064</c:v>
                </c:pt>
                <c:pt idx="30">
                  <c:v>46065</c:v>
                </c:pt>
                <c:pt idx="31">
                  <c:v>46066</c:v>
                </c:pt>
                <c:pt idx="32">
                  <c:v>46069</c:v>
                </c:pt>
                <c:pt idx="33">
                  <c:v>46070</c:v>
                </c:pt>
                <c:pt idx="34">
                  <c:v>46071</c:v>
                </c:pt>
                <c:pt idx="35">
                  <c:v>46072</c:v>
                </c:pt>
                <c:pt idx="36">
                  <c:v>46073</c:v>
                </c:pt>
                <c:pt idx="37">
                  <c:v>46076</c:v>
                </c:pt>
                <c:pt idx="38">
                  <c:v>46077</c:v>
                </c:pt>
                <c:pt idx="39">
                  <c:v>46078</c:v>
                </c:pt>
                <c:pt idx="40">
                  <c:v>46079</c:v>
                </c:pt>
                <c:pt idx="41">
                  <c:v>46080</c:v>
                </c:pt>
                <c:pt idx="42">
                  <c:v>46083</c:v>
                </c:pt>
                <c:pt idx="43">
                  <c:v>46084</c:v>
                </c:pt>
                <c:pt idx="44">
                  <c:v>46085</c:v>
                </c:pt>
                <c:pt idx="45">
                  <c:v>46086</c:v>
                </c:pt>
                <c:pt idx="46">
                  <c:v>46087</c:v>
                </c:pt>
                <c:pt idx="47">
                  <c:v>46090</c:v>
                </c:pt>
                <c:pt idx="48">
                  <c:v>46091</c:v>
                </c:pt>
                <c:pt idx="49">
                  <c:v>46092</c:v>
                </c:pt>
                <c:pt idx="50">
                  <c:v>46093</c:v>
                </c:pt>
                <c:pt idx="51">
                  <c:v>46094</c:v>
                </c:pt>
                <c:pt idx="52">
                  <c:v>46097</c:v>
                </c:pt>
                <c:pt idx="53">
                  <c:v>46098</c:v>
                </c:pt>
                <c:pt idx="54">
                  <c:v>46099</c:v>
                </c:pt>
                <c:pt idx="55">
                  <c:v>46100</c:v>
                </c:pt>
                <c:pt idx="56">
                  <c:v>46101</c:v>
                </c:pt>
                <c:pt idx="57">
                  <c:v>46104</c:v>
                </c:pt>
                <c:pt idx="58">
                  <c:v>46105</c:v>
                </c:pt>
                <c:pt idx="59">
                  <c:v>46106</c:v>
                </c:pt>
                <c:pt idx="60">
                  <c:v>46107</c:v>
                </c:pt>
                <c:pt idx="61">
                  <c:v>46108</c:v>
                </c:pt>
                <c:pt idx="62">
                  <c:v>46111</c:v>
                </c:pt>
                <c:pt idx="63">
                  <c:v>46112</c:v>
                </c:pt>
                <c:pt idx="64">
                  <c:v>46113</c:v>
                </c:pt>
                <c:pt idx="65">
                  <c:v>46114</c:v>
                </c:pt>
                <c:pt idx="66">
                  <c:v>46115</c:v>
                </c:pt>
                <c:pt idx="67">
                  <c:v>46118</c:v>
                </c:pt>
                <c:pt idx="68">
                  <c:v>46119</c:v>
                </c:pt>
                <c:pt idx="69">
                  <c:v>46120</c:v>
                </c:pt>
                <c:pt idx="70">
                  <c:v>46121</c:v>
                </c:pt>
                <c:pt idx="71">
                  <c:v>46122</c:v>
                </c:pt>
                <c:pt idx="72">
                  <c:v>46125</c:v>
                </c:pt>
                <c:pt idx="73">
                  <c:v>46126</c:v>
                </c:pt>
                <c:pt idx="74">
                  <c:v>46127</c:v>
                </c:pt>
                <c:pt idx="75">
                  <c:v>46128</c:v>
                </c:pt>
                <c:pt idx="76">
                  <c:v>46129</c:v>
                </c:pt>
                <c:pt idx="77">
                  <c:v>46132</c:v>
                </c:pt>
                <c:pt idx="78">
                  <c:v>46133</c:v>
                </c:pt>
                <c:pt idx="79">
                  <c:v>46134</c:v>
                </c:pt>
                <c:pt idx="80">
                  <c:v>46135</c:v>
                </c:pt>
                <c:pt idx="81">
                  <c:v>46136</c:v>
                </c:pt>
                <c:pt idx="82">
                  <c:v>46139</c:v>
                </c:pt>
                <c:pt idx="83">
                  <c:v>46140</c:v>
                </c:pt>
                <c:pt idx="84">
                  <c:v>46141</c:v>
                </c:pt>
                <c:pt idx="85">
                  <c:v>46142</c:v>
                </c:pt>
                <c:pt idx="86">
                  <c:v>46143</c:v>
                </c:pt>
                <c:pt idx="87">
                  <c:v>46146</c:v>
                </c:pt>
                <c:pt idx="88">
                  <c:v>46147</c:v>
                </c:pt>
                <c:pt idx="89">
                  <c:v>46148</c:v>
                </c:pt>
                <c:pt idx="90">
                  <c:v>46149</c:v>
                </c:pt>
                <c:pt idx="91">
                  <c:v>46150</c:v>
                </c:pt>
                <c:pt idx="92">
                  <c:v>46153</c:v>
                </c:pt>
                <c:pt idx="93">
                  <c:v>46154</c:v>
                </c:pt>
                <c:pt idx="94">
                  <c:v>46155</c:v>
                </c:pt>
                <c:pt idx="95">
                  <c:v>46156</c:v>
                </c:pt>
                <c:pt idx="96">
                  <c:v>46157</c:v>
                </c:pt>
                <c:pt idx="97">
                  <c:v>46160</c:v>
                </c:pt>
                <c:pt idx="98">
                  <c:v>46161</c:v>
                </c:pt>
                <c:pt idx="99">
                  <c:v>46162</c:v>
                </c:pt>
                <c:pt idx="100">
                  <c:v>46163</c:v>
                </c:pt>
                <c:pt idx="101">
                  <c:v>46164</c:v>
                </c:pt>
                <c:pt idx="102">
                  <c:v>46167</c:v>
                </c:pt>
                <c:pt idx="103">
                  <c:v>46168</c:v>
                </c:pt>
                <c:pt idx="104">
                  <c:v>46169</c:v>
                </c:pt>
                <c:pt idx="105">
                  <c:v>46170</c:v>
                </c:pt>
                <c:pt idx="106">
                  <c:v>46171</c:v>
                </c:pt>
                <c:pt idx="107">
                  <c:v>46174</c:v>
                </c:pt>
                <c:pt idx="108">
                  <c:v>46175</c:v>
                </c:pt>
                <c:pt idx="109">
                  <c:v>46176</c:v>
                </c:pt>
                <c:pt idx="110">
                  <c:v>46177</c:v>
                </c:pt>
                <c:pt idx="111">
                  <c:v>46178</c:v>
                </c:pt>
                <c:pt idx="112">
                  <c:v>46181</c:v>
                </c:pt>
                <c:pt idx="113">
                  <c:v>46182</c:v>
                </c:pt>
                <c:pt idx="114">
                  <c:v>46183</c:v>
                </c:pt>
                <c:pt idx="115">
                  <c:v>46184</c:v>
                </c:pt>
                <c:pt idx="116">
                  <c:v>46185</c:v>
                </c:pt>
                <c:pt idx="117">
                  <c:v>46188</c:v>
                </c:pt>
                <c:pt idx="118">
                  <c:v>46189</c:v>
                </c:pt>
                <c:pt idx="119">
                  <c:v>46190</c:v>
                </c:pt>
                <c:pt idx="120">
                  <c:v>46191</c:v>
                </c:pt>
              </c:numCache>
            </c:numRef>
          </c:cat>
          <c:val>
            <c:numRef>
              <c:f>美元日元汇率!$D$12005:$D$12125</c:f>
              <c:numCache>
                <c:formatCode>General</c:formatCode>
                <c:ptCount val="121"/>
                <c:pt idx="0">
                  <c:v>4.1669999999999998</c:v>
                </c:pt>
                <c:pt idx="1">
                  <c:v>4.1906999999999996</c:v>
                </c:pt>
                <c:pt idx="2">
                  <c:v>4.1612</c:v>
                </c:pt>
                <c:pt idx="3">
                  <c:v>4.173</c:v>
                </c:pt>
                <c:pt idx="4">
                  <c:v>4.1475</c:v>
                </c:pt>
                <c:pt idx="5">
                  <c:v>4.1672000000000002</c:v>
                </c:pt>
                <c:pt idx="6">
                  <c:v>4.1653000000000002</c:v>
                </c:pt>
                <c:pt idx="7">
                  <c:v>4.1752000000000002</c:v>
                </c:pt>
                <c:pt idx="8">
                  <c:v>4.1791999999999998</c:v>
                </c:pt>
                <c:pt idx="9">
                  <c:v>4.1319999999999997</c:v>
                </c:pt>
                <c:pt idx="10">
                  <c:v>4.1694000000000004</c:v>
                </c:pt>
                <c:pt idx="11">
                  <c:v>4.2229000000000001</c:v>
                </c:pt>
                <c:pt idx="12">
                  <c:v>4.2229000000000001</c:v>
                </c:pt>
                <c:pt idx="13">
                  <c:v>4.2925000000000004</c:v>
                </c:pt>
                <c:pt idx="14">
                  <c:v>4.2427999999999999</c:v>
                </c:pt>
                <c:pt idx="15">
                  <c:v>4.2449000000000003</c:v>
                </c:pt>
                <c:pt idx="16">
                  <c:v>4.2252000000000001</c:v>
                </c:pt>
                <c:pt idx="17">
                  <c:v>4.2112999999999996</c:v>
                </c:pt>
                <c:pt idx="18">
                  <c:v>4.2431999999999999</c:v>
                </c:pt>
                <c:pt idx="19">
                  <c:v>4.2431999999999999</c:v>
                </c:pt>
                <c:pt idx="20">
                  <c:v>4.2313000000000001</c:v>
                </c:pt>
                <c:pt idx="21">
                  <c:v>4.2355</c:v>
                </c:pt>
                <c:pt idx="22">
                  <c:v>4.2774000000000001</c:v>
                </c:pt>
                <c:pt idx="23">
                  <c:v>4.2655000000000003</c:v>
                </c:pt>
                <c:pt idx="24">
                  <c:v>4.2735000000000003</c:v>
                </c:pt>
                <c:pt idx="25">
                  <c:v>4.1801000000000004</c:v>
                </c:pt>
                <c:pt idx="26">
                  <c:v>4.2060000000000004</c:v>
                </c:pt>
                <c:pt idx="27">
                  <c:v>4.2020999999999997</c:v>
                </c:pt>
                <c:pt idx="28">
                  <c:v>4.1426999999999996</c:v>
                </c:pt>
                <c:pt idx="29">
                  <c:v>4.1723999999999997</c:v>
                </c:pt>
                <c:pt idx="30">
                  <c:v>4.0980999999999996</c:v>
                </c:pt>
                <c:pt idx="31">
                  <c:v>4.0483000000000002</c:v>
                </c:pt>
                <c:pt idx="32">
                  <c:v>4.0483000000000002</c:v>
                </c:pt>
                <c:pt idx="33">
                  <c:v>4.0578000000000003</c:v>
                </c:pt>
                <c:pt idx="34">
                  <c:v>4.0827</c:v>
                </c:pt>
                <c:pt idx="35">
                  <c:v>4.0673000000000004</c:v>
                </c:pt>
                <c:pt idx="36">
                  <c:v>4.0826000000000002</c:v>
                </c:pt>
                <c:pt idx="37">
                  <c:v>4.0308999999999999</c:v>
                </c:pt>
                <c:pt idx="38">
                  <c:v>4.0289999999999999</c:v>
                </c:pt>
                <c:pt idx="39">
                  <c:v>4.0518999999999998</c:v>
                </c:pt>
                <c:pt idx="40">
                  <c:v>4.0041000000000002</c:v>
                </c:pt>
                <c:pt idx="41">
                  <c:v>3.9375</c:v>
                </c:pt>
                <c:pt idx="42">
                  <c:v>4.0345000000000004</c:v>
                </c:pt>
                <c:pt idx="43">
                  <c:v>4.0594000000000001</c:v>
                </c:pt>
                <c:pt idx="44">
                  <c:v>4.0959000000000003</c:v>
                </c:pt>
                <c:pt idx="45">
                  <c:v>4.1363000000000003</c:v>
                </c:pt>
                <c:pt idx="46">
                  <c:v>4.1383000000000001</c:v>
                </c:pt>
                <c:pt idx="47">
                  <c:v>4.0957999999999997</c:v>
                </c:pt>
                <c:pt idx="48">
                  <c:v>4.1557000000000004</c:v>
                </c:pt>
                <c:pt idx="49">
                  <c:v>4.2295999999999996</c:v>
                </c:pt>
                <c:pt idx="50">
                  <c:v>4.2609000000000004</c:v>
                </c:pt>
                <c:pt idx="51">
                  <c:v>4.2766999999999999</c:v>
                </c:pt>
                <c:pt idx="52">
                  <c:v>4.2160000000000002</c:v>
                </c:pt>
                <c:pt idx="53">
                  <c:v>4.1985000000000001</c:v>
                </c:pt>
                <c:pt idx="54">
                  <c:v>4.2649999999999997</c:v>
                </c:pt>
                <c:pt idx="55">
                  <c:v>4.2492999999999999</c:v>
                </c:pt>
                <c:pt idx="56">
                  <c:v>4.3795999999999999</c:v>
                </c:pt>
                <c:pt idx="57">
                  <c:v>4.3419999999999996</c:v>
                </c:pt>
                <c:pt idx="58">
                  <c:v>4.3598999999999997</c:v>
                </c:pt>
                <c:pt idx="59">
                  <c:v>4.3322000000000003</c:v>
                </c:pt>
                <c:pt idx="60">
                  <c:v>4.4116999999999997</c:v>
                </c:pt>
                <c:pt idx="61">
                  <c:v>4.4278000000000004</c:v>
                </c:pt>
                <c:pt idx="62">
                  <c:v>4.3482000000000003</c:v>
                </c:pt>
                <c:pt idx="63">
                  <c:v>4.3166000000000002</c:v>
                </c:pt>
                <c:pt idx="64">
                  <c:v>4.3186</c:v>
                </c:pt>
                <c:pt idx="65">
                  <c:v>4.3048999999999999</c:v>
                </c:pt>
                <c:pt idx="66">
                  <c:v>4.3406000000000002</c:v>
                </c:pt>
                <c:pt idx="67">
                  <c:v>4.3307000000000002</c:v>
                </c:pt>
                <c:pt idx="68">
                  <c:v>4.2930999999999999</c:v>
                </c:pt>
                <c:pt idx="69">
                  <c:v>4.2911000000000001</c:v>
                </c:pt>
                <c:pt idx="70">
                  <c:v>4.2754000000000003</c:v>
                </c:pt>
                <c:pt idx="71">
                  <c:v>4.3170000000000002</c:v>
                </c:pt>
                <c:pt idx="72">
                  <c:v>4.2933000000000003</c:v>
                </c:pt>
                <c:pt idx="73">
                  <c:v>4.2478999999999996</c:v>
                </c:pt>
                <c:pt idx="74">
                  <c:v>4.2834000000000003</c:v>
                </c:pt>
                <c:pt idx="75">
                  <c:v>4.3112000000000004</c:v>
                </c:pt>
                <c:pt idx="76">
                  <c:v>4.2480000000000002</c:v>
                </c:pt>
                <c:pt idx="77">
                  <c:v>4.2510000000000003</c:v>
                </c:pt>
                <c:pt idx="78">
                  <c:v>4.2915999999999999</c:v>
                </c:pt>
                <c:pt idx="79">
                  <c:v>4.3025000000000002</c:v>
                </c:pt>
                <c:pt idx="80">
                  <c:v>4.3243999999999998</c:v>
                </c:pt>
                <c:pt idx="81">
                  <c:v>4.3007</c:v>
                </c:pt>
                <c:pt idx="82">
                  <c:v>4.3395000000000001</c:v>
                </c:pt>
                <c:pt idx="83">
                  <c:v>4.3455000000000004</c:v>
                </c:pt>
                <c:pt idx="84">
                  <c:v>4.4298000000000002</c:v>
                </c:pt>
                <c:pt idx="85">
                  <c:v>4.3705999999999996</c:v>
                </c:pt>
                <c:pt idx="86">
                  <c:v>4.3697999999999997</c:v>
                </c:pt>
                <c:pt idx="87">
                  <c:v>4.4382000000000001</c:v>
                </c:pt>
                <c:pt idx="88">
                  <c:v>4.4241000000000001</c:v>
                </c:pt>
                <c:pt idx="89">
                  <c:v>4.3489000000000004</c:v>
                </c:pt>
                <c:pt idx="90">
                  <c:v>4.3860999999999999</c:v>
                </c:pt>
                <c:pt idx="91">
                  <c:v>4.3540999999999999</c:v>
                </c:pt>
                <c:pt idx="92">
                  <c:v>4.4134000000000002</c:v>
                </c:pt>
                <c:pt idx="93">
                  <c:v>4.4630000000000001</c:v>
                </c:pt>
                <c:pt idx="94">
                  <c:v>4.4687999999999999</c:v>
                </c:pt>
                <c:pt idx="95">
                  <c:v>4.4816000000000003</c:v>
                </c:pt>
                <c:pt idx="96">
                  <c:v>4.5933999999999999</c:v>
                </c:pt>
                <c:pt idx="97">
                  <c:v>4.5873999999999997</c:v>
                </c:pt>
                <c:pt idx="98">
                  <c:v>4.6662999999999997</c:v>
                </c:pt>
                <c:pt idx="99">
                  <c:v>4.5854999999999997</c:v>
                </c:pt>
                <c:pt idx="100">
                  <c:v>4.5696000000000003</c:v>
                </c:pt>
                <c:pt idx="101">
                  <c:v>4.5578000000000003</c:v>
                </c:pt>
                <c:pt idx="102">
                  <c:v>4.5578000000000003</c:v>
                </c:pt>
                <c:pt idx="103">
                  <c:v>4.4846000000000004</c:v>
                </c:pt>
                <c:pt idx="104">
                  <c:v>4.4827000000000004</c:v>
                </c:pt>
                <c:pt idx="105">
                  <c:v>4.4473000000000003</c:v>
                </c:pt>
                <c:pt idx="106">
                  <c:v>4.4355000000000002</c:v>
                </c:pt>
                <c:pt idx="107">
                  <c:v>4.4531999999999998</c:v>
                </c:pt>
                <c:pt idx="108">
                  <c:v>4.4432999999999998</c:v>
                </c:pt>
                <c:pt idx="109">
                  <c:v>4.4946000000000002</c:v>
                </c:pt>
                <c:pt idx="110">
                  <c:v>4.4729000000000001</c:v>
                </c:pt>
                <c:pt idx="111">
                  <c:v>4.5303000000000004</c:v>
                </c:pt>
                <c:pt idx="112">
                  <c:v>4.5621999999999998</c:v>
                </c:pt>
                <c:pt idx="113">
                  <c:v>4.5164999999999997</c:v>
                </c:pt>
                <c:pt idx="114">
                  <c:v>4.5522999999999998</c:v>
                </c:pt>
                <c:pt idx="115">
                  <c:v>4.4611000000000001</c:v>
                </c:pt>
                <c:pt idx="116">
                  <c:v>4.4789000000000003</c:v>
                </c:pt>
                <c:pt idx="117">
                  <c:v>4.4729999999999999</c:v>
                </c:pt>
                <c:pt idx="118">
                  <c:v>4.4394</c:v>
                </c:pt>
                <c:pt idx="119">
                  <c:v>4.4869000000000003</c:v>
                </c:pt>
                <c:pt idx="120">
                  <c:v>4.4454000000000002</c:v>
                </c:pt>
              </c:numCache>
            </c:numRef>
          </c:val>
          <c:smooth val="0"/>
          <c:extLst>
            <c:ext xmlns:c16="http://schemas.microsoft.com/office/drawing/2014/chart" uri="{C3380CC4-5D6E-409C-BE32-E72D297353CC}">
              <c16:uniqueId val="{00000002-7489-4479-97C1-F7A38CE4F41C}"/>
            </c:ext>
          </c:extLst>
        </c:ser>
        <c:dLbls>
          <c:showLegendKey val="0"/>
          <c:showVal val="0"/>
          <c:showCatName val="0"/>
          <c:showSerName val="0"/>
          <c:showPercent val="0"/>
          <c:showBubbleSize val="0"/>
        </c:dLbls>
        <c:smooth val="0"/>
        <c:axId val="2000002656"/>
        <c:axId val="2000002657"/>
      </c:lineChart>
      <c:dateAx>
        <c:axId val="2000002656"/>
        <c:scaling>
          <c:orientation val="minMax"/>
        </c:scaling>
        <c:delete val="0"/>
        <c:axPos val="b"/>
        <c:numFmt formatCode="m/d/yyyy" sourceLinked="0"/>
        <c:majorTickMark val="none"/>
        <c:minorTickMark val="none"/>
        <c:tickLblPos val="nextTo"/>
        <c:spPr>
          <a:noFill/>
          <a:ln w="6350" cap="flat" cmpd="sng" algn="ctr">
            <a:solidFill>
              <a:sysClr val="windowText" lastClr="000000"/>
            </a:solidFill>
            <a:round/>
          </a:ln>
          <a:effectLst/>
        </c:spPr>
        <c:txPr>
          <a:bodyPr rot="-6000000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2657"/>
        <c:crosses val="autoZero"/>
        <c:auto val="1"/>
        <c:lblOffset val="100"/>
        <c:baseTimeUnit val="days"/>
      </c:dateAx>
      <c:valAx>
        <c:axId val="2000002657"/>
        <c:scaling>
          <c:orientation val="minMax"/>
          <c:max val="4.7"/>
          <c:min val="3.8"/>
        </c:scaling>
        <c:delete val="0"/>
        <c:axPos val="l"/>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2656"/>
        <c:crosses val="autoZero"/>
        <c:crossBetween val="between"/>
      </c:valAx>
      <c:spPr>
        <a:noFill/>
        <a:ln>
          <a:noFill/>
        </a:ln>
        <a:effectLst/>
      </c:spPr>
    </c:plotArea>
    <c:legend>
      <c:legendPos val="t"/>
      <c:legendEntry>
        <c:idx val="0"/>
        <c:txPr>
          <a:bodyPr rot="0" spcFirstLastPara="1" vertOverflow="ellipsis" vert="horz" wrap="square" anchor="ctr" anchorCtr="1"/>
          <a:lstStyle/>
          <a:p>
            <a:pPr>
              <a:defRPr lang="zh-CN" sz="6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overlay val="0"/>
      <c:spPr>
        <a:noFill/>
        <a:ln>
          <a:noFill/>
        </a:ln>
        <a:effectLst/>
      </c:spPr>
      <c:txPr>
        <a:bodyPr rot="0" spcFirstLastPara="1" vertOverflow="ellipsis" vert="horz" wrap="square" anchor="ctr" anchorCtr="1"/>
        <a:lstStyle/>
        <a:p>
          <a:pPr>
            <a:defRPr lang="zh-CN" sz="6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
    <c:plotVisOnly val="1"/>
    <c:dispBlanksAs val="gap"/>
    <c:showDLblsOverMax val="0"/>
  </c:chart>
  <c:spPr>
    <a:noFill/>
    <a:ln w="9525" cap="flat" cmpd="sng" algn="ctr">
      <a:noFill/>
      <a:round/>
    </a:ln>
    <a:effectLst/>
  </c:spPr>
  <c:txPr>
    <a:bodyPr/>
    <a:lstStyle/>
    <a:p>
      <a:pPr>
        <a:defRPr lang="zh-CN" sz="80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defRPr>
      </a:pPr>
      <a:endParaRPr lang="zh-CN"/>
    </a:p>
  </c:txPr>
  <c:externalData r:id="rId1">
    <c:autoUpdate val="0"/>
  </c:externalData>
</c:chartSpace>
</file>

<file path=ppt/charts/chart8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6012646532004398E-2"/>
          <c:y val="0.174558204367605"/>
          <c:w val="0.84340643929044301"/>
          <c:h val="0.74717790047048405"/>
        </c:manualLayout>
      </c:layout>
      <c:lineChart>
        <c:grouping val="standard"/>
        <c:varyColors val="0"/>
        <c:ser>
          <c:idx val="1"/>
          <c:order val="1"/>
          <c:tx>
            <c:v>10年期美债利率，左轴</c:v>
          </c:tx>
          <c:spPr>
            <a:ln w="19050" cap="rnd">
              <a:solidFill>
                <a:srgbClr val="30C0B4">
                  <a:lumMod val="75000"/>
                </a:srgbClr>
              </a:solidFill>
              <a:round/>
            </a:ln>
            <a:effectLst/>
          </c:spPr>
          <c:marker>
            <c:symbol val="none"/>
          </c:marker>
          <c:cat>
            <c:numRef>
              <c:f>美元日元汇率!$A$12005:$A$12125</c:f>
              <c:numCache>
                <c:formatCode>m/d/yyyy</c:formatCode>
                <c:ptCount val="121"/>
                <c:pt idx="0">
                  <c:v>46023</c:v>
                </c:pt>
                <c:pt idx="1">
                  <c:v>46024</c:v>
                </c:pt>
                <c:pt idx="2">
                  <c:v>46027</c:v>
                </c:pt>
                <c:pt idx="3">
                  <c:v>46028</c:v>
                </c:pt>
                <c:pt idx="4">
                  <c:v>46029</c:v>
                </c:pt>
                <c:pt idx="5">
                  <c:v>46030</c:v>
                </c:pt>
                <c:pt idx="6">
                  <c:v>46031</c:v>
                </c:pt>
                <c:pt idx="7">
                  <c:v>46034</c:v>
                </c:pt>
                <c:pt idx="8">
                  <c:v>46035</c:v>
                </c:pt>
                <c:pt idx="9">
                  <c:v>46036</c:v>
                </c:pt>
                <c:pt idx="10">
                  <c:v>46037</c:v>
                </c:pt>
                <c:pt idx="11">
                  <c:v>46038</c:v>
                </c:pt>
                <c:pt idx="12">
                  <c:v>46041</c:v>
                </c:pt>
                <c:pt idx="13">
                  <c:v>46042</c:v>
                </c:pt>
                <c:pt idx="14">
                  <c:v>46043</c:v>
                </c:pt>
                <c:pt idx="15">
                  <c:v>46044</c:v>
                </c:pt>
                <c:pt idx="16">
                  <c:v>46045</c:v>
                </c:pt>
                <c:pt idx="17">
                  <c:v>46048</c:v>
                </c:pt>
                <c:pt idx="18">
                  <c:v>46049</c:v>
                </c:pt>
                <c:pt idx="19">
                  <c:v>46050</c:v>
                </c:pt>
                <c:pt idx="20">
                  <c:v>46051</c:v>
                </c:pt>
                <c:pt idx="21">
                  <c:v>46052</c:v>
                </c:pt>
                <c:pt idx="22">
                  <c:v>46055</c:v>
                </c:pt>
                <c:pt idx="23">
                  <c:v>46056</c:v>
                </c:pt>
                <c:pt idx="24">
                  <c:v>46057</c:v>
                </c:pt>
                <c:pt idx="25">
                  <c:v>46058</c:v>
                </c:pt>
                <c:pt idx="26">
                  <c:v>46059</c:v>
                </c:pt>
                <c:pt idx="27">
                  <c:v>46062</c:v>
                </c:pt>
                <c:pt idx="28">
                  <c:v>46063</c:v>
                </c:pt>
                <c:pt idx="29">
                  <c:v>46064</c:v>
                </c:pt>
                <c:pt idx="30">
                  <c:v>46065</c:v>
                </c:pt>
                <c:pt idx="31">
                  <c:v>46066</c:v>
                </c:pt>
                <c:pt idx="32">
                  <c:v>46069</c:v>
                </c:pt>
                <c:pt idx="33">
                  <c:v>46070</c:v>
                </c:pt>
                <c:pt idx="34">
                  <c:v>46071</c:v>
                </c:pt>
                <c:pt idx="35">
                  <c:v>46072</c:v>
                </c:pt>
                <c:pt idx="36">
                  <c:v>46073</c:v>
                </c:pt>
                <c:pt idx="37">
                  <c:v>46076</c:v>
                </c:pt>
                <c:pt idx="38">
                  <c:v>46077</c:v>
                </c:pt>
                <c:pt idx="39">
                  <c:v>46078</c:v>
                </c:pt>
                <c:pt idx="40">
                  <c:v>46079</c:v>
                </c:pt>
                <c:pt idx="41">
                  <c:v>46080</c:v>
                </c:pt>
                <c:pt idx="42">
                  <c:v>46083</c:v>
                </c:pt>
                <c:pt idx="43">
                  <c:v>46084</c:v>
                </c:pt>
                <c:pt idx="44">
                  <c:v>46085</c:v>
                </c:pt>
                <c:pt idx="45">
                  <c:v>46086</c:v>
                </c:pt>
                <c:pt idx="46">
                  <c:v>46087</c:v>
                </c:pt>
                <c:pt idx="47">
                  <c:v>46090</c:v>
                </c:pt>
                <c:pt idx="48">
                  <c:v>46091</c:v>
                </c:pt>
                <c:pt idx="49">
                  <c:v>46092</c:v>
                </c:pt>
                <c:pt idx="50">
                  <c:v>46093</c:v>
                </c:pt>
                <c:pt idx="51">
                  <c:v>46094</c:v>
                </c:pt>
                <c:pt idx="52">
                  <c:v>46097</c:v>
                </c:pt>
                <c:pt idx="53">
                  <c:v>46098</c:v>
                </c:pt>
                <c:pt idx="54">
                  <c:v>46099</c:v>
                </c:pt>
                <c:pt idx="55">
                  <c:v>46100</c:v>
                </c:pt>
                <c:pt idx="56">
                  <c:v>46101</c:v>
                </c:pt>
                <c:pt idx="57">
                  <c:v>46104</c:v>
                </c:pt>
                <c:pt idx="58">
                  <c:v>46105</c:v>
                </c:pt>
                <c:pt idx="59">
                  <c:v>46106</c:v>
                </c:pt>
                <c:pt idx="60">
                  <c:v>46107</c:v>
                </c:pt>
                <c:pt idx="61">
                  <c:v>46108</c:v>
                </c:pt>
                <c:pt idx="62">
                  <c:v>46111</c:v>
                </c:pt>
                <c:pt idx="63">
                  <c:v>46112</c:v>
                </c:pt>
                <c:pt idx="64">
                  <c:v>46113</c:v>
                </c:pt>
                <c:pt idx="65">
                  <c:v>46114</c:v>
                </c:pt>
                <c:pt idx="66">
                  <c:v>46115</c:v>
                </c:pt>
                <c:pt idx="67">
                  <c:v>46118</c:v>
                </c:pt>
                <c:pt idx="68">
                  <c:v>46119</c:v>
                </c:pt>
                <c:pt idx="69">
                  <c:v>46120</c:v>
                </c:pt>
                <c:pt idx="70">
                  <c:v>46121</c:v>
                </c:pt>
                <c:pt idx="71">
                  <c:v>46122</c:v>
                </c:pt>
                <c:pt idx="72">
                  <c:v>46125</c:v>
                </c:pt>
                <c:pt idx="73">
                  <c:v>46126</c:v>
                </c:pt>
                <c:pt idx="74">
                  <c:v>46127</c:v>
                </c:pt>
                <c:pt idx="75">
                  <c:v>46128</c:v>
                </c:pt>
                <c:pt idx="76">
                  <c:v>46129</c:v>
                </c:pt>
                <c:pt idx="77">
                  <c:v>46132</c:v>
                </c:pt>
                <c:pt idx="78">
                  <c:v>46133</c:v>
                </c:pt>
                <c:pt idx="79">
                  <c:v>46134</c:v>
                </c:pt>
                <c:pt idx="80">
                  <c:v>46135</c:v>
                </c:pt>
                <c:pt idx="81">
                  <c:v>46136</c:v>
                </c:pt>
                <c:pt idx="82">
                  <c:v>46139</c:v>
                </c:pt>
                <c:pt idx="83">
                  <c:v>46140</c:v>
                </c:pt>
                <c:pt idx="84">
                  <c:v>46141</c:v>
                </c:pt>
                <c:pt idx="85">
                  <c:v>46142</c:v>
                </c:pt>
                <c:pt idx="86">
                  <c:v>46143</c:v>
                </c:pt>
                <c:pt idx="87">
                  <c:v>46146</c:v>
                </c:pt>
                <c:pt idx="88">
                  <c:v>46147</c:v>
                </c:pt>
                <c:pt idx="89">
                  <c:v>46148</c:v>
                </c:pt>
                <c:pt idx="90">
                  <c:v>46149</c:v>
                </c:pt>
                <c:pt idx="91">
                  <c:v>46150</c:v>
                </c:pt>
                <c:pt idx="92">
                  <c:v>46153</c:v>
                </c:pt>
                <c:pt idx="93">
                  <c:v>46154</c:v>
                </c:pt>
                <c:pt idx="94">
                  <c:v>46155</c:v>
                </c:pt>
                <c:pt idx="95">
                  <c:v>46156</c:v>
                </c:pt>
                <c:pt idx="96">
                  <c:v>46157</c:v>
                </c:pt>
                <c:pt idx="97">
                  <c:v>46160</c:v>
                </c:pt>
                <c:pt idx="98">
                  <c:v>46161</c:v>
                </c:pt>
                <c:pt idx="99">
                  <c:v>46162</c:v>
                </c:pt>
                <c:pt idx="100">
                  <c:v>46163</c:v>
                </c:pt>
                <c:pt idx="101">
                  <c:v>46164</c:v>
                </c:pt>
                <c:pt idx="102">
                  <c:v>46167</c:v>
                </c:pt>
                <c:pt idx="103">
                  <c:v>46168</c:v>
                </c:pt>
                <c:pt idx="104">
                  <c:v>46169</c:v>
                </c:pt>
                <c:pt idx="105">
                  <c:v>46170</c:v>
                </c:pt>
                <c:pt idx="106">
                  <c:v>46171</c:v>
                </c:pt>
                <c:pt idx="107">
                  <c:v>46174</c:v>
                </c:pt>
                <c:pt idx="108">
                  <c:v>46175</c:v>
                </c:pt>
                <c:pt idx="109">
                  <c:v>46176</c:v>
                </c:pt>
                <c:pt idx="110">
                  <c:v>46177</c:v>
                </c:pt>
                <c:pt idx="111">
                  <c:v>46178</c:v>
                </c:pt>
                <c:pt idx="112">
                  <c:v>46181</c:v>
                </c:pt>
                <c:pt idx="113">
                  <c:v>46182</c:v>
                </c:pt>
                <c:pt idx="114">
                  <c:v>46183</c:v>
                </c:pt>
                <c:pt idx="115">
                  <c:v>46184</c:v>
                </c:pt>
                <c:pt idx="116">
                  <c:v>46185</c:v>
                </c:pt>
                <c:pt idx="117">
                  <c:v>46188</c:v>
                </c:pt>
                <c:pt idx="118">
                  <c:v>46189</c:v>
                </c:pt>
                <c:pt idx="119">
                  <c:v>46190</c:v>
                </c:pt>
                <c:pt idx="120">
                  <c:v>46191</c:v>
                </c:pt>
              </c:numCache>
            </c:numRef>
          </c:cat>
          <c:val>
            <c:numRef>
              <c:f>美元日元汇率!$D$12005:$D$12125</c:f>
              <c:numCache>
                <c:formatCode>General</c:formatCode>
                <c:ptCount val="121"/>
                <c:pt idx="0">
                  <c:v>4.1669999999999998</c:v>
                </c:pt>
                <c:pt idx="1">
                  <c:v>4.1906999999999996</c:v>
                </c:pt>
                <c:pt idx="2">
                  <c:v>4.1612</c:v>
                </c:pt>
                <c:pt idx="3">
                  <c:v>4.173</c:v>
                </c:pt>
                <c:pt idx="4">
                  <c:v>4.1475</c:v>
                </c:pt>
                <c:pt idx="5">
                  <c:v>4.1672000000000002</c:v>
                </c:pt>
                <c:pt idx="6">
                  <c:v>4.1653000000000002</c:v>
                </c:pt>
                <c:pt idx="7">
                  <c:v>4.1752000000000002</c:v>
                </c:pt>
                <c:pt idx="8">
                  <c:v>4.1791999999999998</c:v>
                </c:pt>
                <c:pt idx="9">
                  <c:v>4.1319999999999997</c:v>
                </c:pt>
                <c:pt idx="10">
                  <c:v>4.1694000000000004</c:v>
                </c:pt>
                <c:pt idx="11">
                  <c:v>4.2229000000000001</c:v>
                </c:pt>
                <c:pt idx="12">
                  <c:v>4.2229000000000001</c:v>
                </c:pt>
                <c:pt idx="13">
                  <c:v>4.2925000000000004</c:v>
                </c:pt>
                <c:pt idx="14">
                  <c:v>4.2427999999999999</c:v>
                </c:pt>
                <c:pt idx="15">
                  <c:v>4.2449000000000003</c:v>
                </c:pt>
                <c:pt idx="16">
                  <c:v>4.2252000000000001</c:v>
                </c:pt>
                <c:pt idx="17">
                  <c:v>4.2112999999999996</c:v>
                </c:pt>
                <c:pt idx="18">
                  <c:v>4.2431999999999999</c:v>
                </c:pt>
                <c:pt idx="19">
                  <c:v>4.2431999999999999</c:v>
                </c:pt>
                <c:pt idx="20">
                  <c:v>4.2313000000000001</c:v>
                </c:pt>
                <c:pt idx="21">
                  <c:v>4.2355</c:v>
                </c:pt>
                <c:pt idx="22">
                  <c:v>4.2774000000000001</c:v>
                </c:pt>
                <c:pt idx="23">
                  <c:v>4.2655000000000003</c:v>
                </c:pt>
                <c:pt idx="24">
                  <c:v>4.2735000000000003</c:v>
                </c:pt>
                <c:pt idx="25">
                  <c:v>4.1801000000000004</c:v>
                </c:pt>
                <c:pt idx="26">
                  <c:v>4.2060000000000004</c:v>
                </c:pt>
                <c:pt idx="27">
                  <c:v>4.2020999999999997</c:v>
                </c:pt>
                <c:pt idx="28">
                  <c:v>4.1426999999999996</c:v>
                </c:pt>
                <c:pt idx="29">
                  <c:v>4.1723999999999997</c:v>
                </c:pt>
                <c:pt idx="30">
                  <c:v>4.0980999999999996</c:v>
                </c:pt>
                <c:pt idx="31">
                  <c:v>4.0483000000000002</c:v>
                </c:pt>
                <c:pt idx="32">
                  <c:v>4.0483000000000002</c:v>
                </c:pt>
                <c:pt idx="33">
                  <c:v>4.0578000000000003</c:v>
                </c:pt>
                <c:pt idx="34">
                  <c:v>4.0827</c:v>
                </c:pt>
                <c:pt idx="35">
                  <c:v>4.0673000000000004</c:v>
                </c:pt>
                <c:pt idx="36">
                  <c:v>4.0826000000000002</c:v>
                </c:pt>
                <c:pt idx="37">
                  <c:v>4.0308999999999999</c:v>
                </c:pt>
                <c:pt idx="38">
                  <c:v>4.0289999999999999</c:v>
                </c:pt>
                <c:pt idx="39">
                  <c:v>4.0518999999999998</c:v>
                </c:pt>
                <c:pt idx="40">
                  <c:v>4.0041000000000002</c:v>
                </c:pt>
                <c:pt idx="41">
                  <c:v>3.9375</c:v>
                </c:pt>
                <c:pt idx="42">
                  <c:v>4.0345000000000004</c:v>
                </c:pt>
                <c:pt idx="43">
                  <c:v>4.0594000000000001</c:v>
                </c:pt>
                <c:pt idx="44">
                  <c:v>4.0959000000000003</c:v>
                </c:pt>
                <c:pt idx="45">
                  <c:v>4.1363000000000003</c:v>
                </c:pt>
                <c:pt idx="46">
                  <c:v>4.1383000000000001</c:v>
                </c:pt>
                <c:pt idx="47">
                  <c:v>4.0957999999999997</c:v>
                </c:pt>
                <c:pt idx="48">
                  <c:v>4.1557000000000004</c:v>
                </c:pt>
                <c:pt idx="49">
                  <c:v>4.2295999999999996</c:v>
                </c:pt>
                <c:pt idx="50">
                  <c:v>4.2609000000000004</c:v>
                </c:pt>
                <c:pt idx="51">
                  <c:v>4.2766999999999999</c:v>
                </c:pt>
                <c:pt idx="52">
                  <c:v>4.2160000000000002</c:v>
                </c:pt>
                <c:pt idx="53">
                  <c:v>4.1985000000000001</c:v>
                </c:pt>
                <c:pt idx="54">
                  <c:v>4.2649999999999997</c:v>
                </c:pt>
                <c:pt idx="55">
                  <c:v>4.2492999999999999</c:v>
                </c:pt>
                <c:pt idx="56">
                  <c:v>4.3795999999999999</c:v>
                </c:pt>
                <c:pt idx="57">
                  <c:v>4.3419999999999996</c:v>
                </c:pt>
                <c:pt idx="58">
                  <c:v>4.3598999999999997</c:v>
                </c:pt>
                <c:pt idx="59">
                  <c:v>4.3322000000000003</c:v>
                </c:pt>
                <c:pt idx="60">
                  <c:v>4.4116999999999997</c:v>
                </c:pt>
                <c:pt idx="61">
                  <c:v>4.4278000000000004</c:v>
                </c:pt>
                <c:pt idx="62">
                  <c:v>4.3482000000000003</c:v>
                </c:pt>
                <c:pt idx="63">
                  <c:v>4.3166000000000002</c:v>
                </c:pt>
                <c:pt idx="64">
                  <c:v>4.3186</c:v>
                </c:pt>
                <c:pt idx="65">
                  <c:v>4.3048999999999999</c:v>
                </c:pt>
                <c:pt idx="66">
                  <c:v>4.3406000000000002</c:v>
                </c:pt>
                <c:pt idx="67">
                  <c:v>4.3307000000000002</c:v>
                </c:pt>
                <c:pt idx="68">
                  <c:v>4.2930999999999999</c:v>
                </c:pt>
                <c:pt idx="69">
                  <c:v>4.2911000000000001</c:v>
                </c:pt>
                <c:pt idx="70">
                  <c:v>4.2754000000000003</c:v>
                </c:pt>
                <c:pt idx="71">
                  <c:v>4.3170000000000002</c:v>
                </c:pt>
                <c:pt idx="72">
                  <c:v>4.2933000000000003</c:v>
                </c:pt>
                <c:pt idx="73">
                  <c:v>4.2478999999999996</c:v>
                </c:pt>
                <c:pt idx="74">
                  <c:v>4.2834000000000003</c:v>
                </c:pt>
                <c:pt idx="75">
                  <c:v>4.3112000000000004</c:v>
                </c:pt>
                <c:pt idx="76">
                  <c:v>4.2480000000000002</c:v>
                </c:pt>
                <c:pt idx="77">
                  <c:v>4.2510000000000003</c:v>
                </c:pt>
                <c:pt idx="78">
                  <c:v>4.2915999999999999</c:v>
                </c:pt>
                <c:pt idx="79">
                  <c:v>4.3025000000000002</c:v>
                </c:pt>
                <c:pt idx="80">
                  <c:v>4.3243999999999998</c:v>
                </c:pt>
                <c:pt idx="81">
                  <c:v>4.3007</c:v>
                </c:pt>
                <c:pt idx="82">
                  <c:v>4.3395000000000001</c:v>
                </c:pt>
                <c:pt idx="83">
                  <c:v>4.3455000000000004</c:v>
                </c:pt>
                <c:pt idx="84">
                  <c:v>4.4298000000000002</c:v>
                </c:pt>
                <c:pt idx="85">
                  <c:v>4.3705999999999996</c:v>
                </c:pt>
                <c:pt idx="86">
                  <c:v>4.3697999999999997</c:v>
                </c:pt>
                <c:pt idx="87">
                  <c:v>4.4382000000000001</c:v>
                </c:pt>
                <c:pt idx="88">
                  <c:v>4.4241000000000001</c:v>
                </c:pt>
                <c:pt idx="89">
                  <c:v>4.3489000000000004</c:v>
                </c:pt>
                <c:pt idx="90">
                  <c:v>4.3860999999999999</c:v>
                </c:pt>
                <c:pt idx="91">
                  <c:v>4.3540999999999999</c:v>
                </c:pt>
                <c:pt idx="92">
                  <c:v>4.4134000000000002</c:v>
                </c:pt>
                <c:pt idx="93">
                  <c:v>4.4630000000000001</c:v>
                </c:pt>
                <c:pt idx="94">
                  <c:v>4.4687999999999999</c:v>
                </c:pt>
                <c:pt idx="95">
                  <c:v>4.4816000000000003</c:v>
                </c:pt>
                <c:pt idx="96">
                  <c:v>4.5933999999999999</c:v>
                </c:pt>
                <c:pt idx="97">
                  <c:v>4.5873999999999997</c:v>
                </c:pt>
                <c:pt idx="98">
                  <c:v>4.6662999999999997</c:v>
                </c:pt>
                <c:pt idx="99">
                  <c:v>4.5854999999999997</c:v>
                </c:pt>
                <c:pt idx="100">
                  <c:v>4.5696000000000003</c:v>
                </c:pt>
                <c:pt idx="101">
                  <c:v>4.5578000000000003</c:v>
                </c:pt>
                <c:pt idx="102">
                  <c:v>4.5578000000000003</c:v>
                </c:pt>
                <c:pt idx="103">
                  <c:v>4.4846000000000004</c:v>
                </c:pt>
                <c:pt idx="104">
                  <c:v>4.4827000000000004</c:v>
                </c:pt>
                <c:pt idx="105">
                  <c:v>4.4473000000000003</c:v>
                </c:pt>
                <c:pt idx="106">
                  <c:v>4.4355000000000002</c:v>
                </c:pt>
                <c:pt idx="107">
                  <c:v>4.4531999999999998</c:v>
                </c:pt>
                <c:pt idx="108">
                  <c:v>4.4432999999999998</c:v>
                </c:pt>
                <c:pt idx="109">
                  <c:v>4.4946000000000002</c:v>
                </c:pt>
                <c:pt idx="110">
                  <c:v>4.4729000000000001</c:v>
                </c:pt>
                <c:pt idx="111">
                  <c:v>4.5303000000000004</c:v>
                </c:pt>
                <c:pt idx="112">
                  <c:v>4.5621999999999998</c:v>
                </c:pt>
                <c:pt idx="113">
                  <c:v>4.5164999999999997</c:v>
                </c:pt>
                <c:pt idx="114">
                  <c:v>4.5522999999999998</c:v>
                </c:pt>
                <c:pt idx="115">
                  <c:v>4.4611000000000001</c:v>
                </c:pt>
                <c:pt idx="116">
                  <c:v>4.4789000000000003</c:v>
                </c:pt>
                <c:pt idx="117">
                  <c:v>4.4729999999999999</c:v>
                </c:pt>
                <c:pt idx="118">
                  <c:v>4.4394</c:v>
                </c:pt>
                <c:pt idx="119">
                  <c:v>4.4869000000000003</c:v>
                </c:pt>
                <c:pt idx="120">
                  <c:v>4.4454000000000002</c:v>
                </c:pt>
              </c:numCache>
            </c:numRef>
          </c:val>
          <c:smooth val="0"/>
          <c:extLst>
            <c:ext xmlns:c16="http://schemas.microsoft.com/office/drawing/2014/chart" uri="{C3380CC4-5D6E-409C-BE32-E72D297353CC}">
              <c16:uniqueId val="{00000000-53A2-4EDF-8916-E3A680A5A0F3}"/>
            </c:ext>
          </c:extLst>
        </c:ser>
        <c:dLbls>
          <c:showLegendKey val="0"/>
          <c:showVal val="0"/>
          <c:showCatName val="0"/>
          <c:showSerName val="0"/>
          <c:showPercent val="0"/>
          <c:showBubbleSize val="0"/>
        </c:dLbls>
        <c:marker val="1"/>
        <c:smooth val="0"/>
        <c:axId val="2000002688"/>
        <c:axId val="2000002689"/>
      </c:lineChart>
      <c:lineChart>
        <c:grouping val="standard"/>
        <c:varyColors val="0"/>
        <c:ser>
          <c:idx val="0"/>
          <c:order val="0"/>
          <c:tx>
            <c:v>美元指数，右轴</c:v>
          </c:tx>
          <c:spPr>
            <a:ln w="19050" cap="rnd" cmpd="sng">
              <a:solidFill>
                <a:srgbClr val="4874CB">
                  <a:lumMod val="60000"/>
                  <a:lumOff val="40000"/>
                </a:srgbClr>
              </a:solidFill>
              <a:prstDash val="solid"/>
              <a:round/>
            </a:ln>
            <a:effectLst/>
          </c:spPr>
          <c:marker>
            <c:symbol val="none"/>
          </c:marker>
          <c:cat>
            <c:numRef>
              <c:f>美元日元汇率!$A$12005:$A$12125</c:f>
              <c:numCache>
                <c:formatCode>m/d/yyyy</c:formatCode>
                <c:ptCount val="121"/>
                <c:pt idx="0">
                  <c:v>46023</c:v>
                </c:pt>
                <c:pt idx="1">
                  <c:v>46024</c:v>
                </c:pt>
                <c:pt idx="2">
                  <c:v>46027</c:v>
                </c:pt>
                <c:pt idx="3">
                  <c:v>46028</c:v>
                </c:pt>
                <c:pt idx="4">
                  <c:v>46029</c:v>
                </c:pt>
                <c:pt idx="5">
                  <c:v>46030</c:v>
                </c:pt>
                <c:pt idx="6">
                  <c:v>46031</c:v>
                </c:pt>
                <c:pt idx="7">
                  <c:v>46034</c:v>
                </c:pt>
                <c:pt idx="8">
                  <c:v>46035</c:v>
                </c:pt>
                <c:pt idx="9">
                  <c:v>46036</c:v>
                </c:pt>
                <c:pt idx="10">
                  <c:v>46037</c:v>
                </c:pt>
                <c:pt idx="11">
                  <c:v>46038</c:v>
                </c:pt>
                <c:pt idx="12">
                  <c:v>46041</c:v>
                </c:pt>
                <c:pt idx="13">
                  <c:v>46042</c:v>
                </c:pt>
                <c:pt idx="14">
                  <c:v>46043</c:v>
                </c:pt>
                <c:pt idx="15">
                  <c:v>46044</c:v>
                </c:pt>
                <c:pt idx="16">
                  <c:v>46045</c:v>
                </c:pt>
                <c:pt idx="17">
                  <c:v>46048</c:v>
                </c:pt>
                <c:pt idx="18">
                  <c:v>46049</c:v>
                </c:pt>
                <c:pt idx="19">
                  <c:v>46050</c:v>
                </c:pt>
                <c:pt idx="20">
                  <c:v>46051</c:v>
                </c:pt>
                <c:pt idx="21">
                  <c:v>46052</c:v>
                </c:pt>
                <c:pt idx="22">
                  <c:v>46055</c:v>
                </c:pt>
                <c:pt idx="23">
                  <c:v>46056</c:v>
                </c:pt>
                <c:pt idx="24">
                  <c:v>46057</c:v>
                </c:pt>
                <c:pt idx="25">
                  <c:v>46058</c:v>
                </c:pt>
                <c:pt idx="26">
                  <c:v>46059</c:v>
                </c:pt>
                <c:pt idx="27">
                  <c:v>46062</c:v>
                </c:pt>
                <c:pt idx="28">
                  <c:v>46063</c:v>
                </c:pt>
                <c:pt idx="29">
                  <c:v>46064</c:v>
                </c:pt>
                <c:pt idx="30">
                  <c:v>46065</c:v>
                </c:pt>
                <c:pt idx="31">
                  <c:v>46066</c:v>
                </c:pt>
                <c:pt idx="32">
                  <c:v>46069</c:v>
                </c:pt>
                <c:pt idx="33">
                  <c:v>46070</c:v>
                </c:pt>
                <c:pt idx="34">
                  <c:v>46071</c:v>
                </c:pt>
                <c:pt idx="35">
                  <c:v>46072</c:v>
                </c:pt>
                <c:pt idx="36">
                  <c:v>46073</c:v>
                </c:pt>
                <c:pt idx="37">
                  <c:v>46076</c:v>
                </c:pt>
                <c:pt idx="38">
                  <c:v>46077</c:v>
                </c:pt>
                <c:pt idx="39">
                  <c:v>46078</c:v>
                </c:pt>
                <c:pt idx="40">
                  <c:v>46079</c:v>
                </c:pt>
                <c:pt idx="41">
                  <c:v>46080</c:v>
                </c:pt>
                <c:pt idx="42">
                  <c:v>46083</c:v>
                </c:pt>
                <c:pt idx="43">
                  <c:v>46084</c:v>
                </c:pt>
                <c:pt idx="44">
                  <c:v>46085</c:v>
                </c:pt>
                <c:pt idx="45">
                  <c:v>46086</c:v>
                </c:pt>
                <c:pt idx="46">
                  <c:v>46087</c:v>
                </c:pt>
                <c:pt idx="47">
                  <c:v>46090</c:v>
                </c:pt>
                <c:pt idx="48">
                  <c:v>46091</c:v>
                </c:pt>
                <c:pt idx="49">
                  <c:v>46092</c:v>
                </c:pt>
                <c:pt idx="50">
                  <c:v>46093</c:v>
                </c:pt>
                <c:pt idx="51">
                  <c:v>46094</c:v>
                </c:pt>
                <c:pt idx="52">
                  <c:v>46097</c:v>
                </c:pt>
                <c:pt idx="53">
                  <c:v>46098</c:v>
                </c:pt>
                <c:pt idx="54">
                  <c:v>46099</c:v>
                </c:pt>
                <c:pt idx="55">
                  <c:v>46100</c:v>
                </c:pt>
                <c:pt idx="56">
                  <c:v>46101</c:v>
                </c:pt>
                <c:pt idx="57">
                  <c:v>46104</c:v>
                </c:pt>
                <c:pt idx="58">
                  <c:v>46105</c:v>
                </c:pt>
                <c:pt idx="59">
                  <c:v>46106</c:v>
                </c:pt>
                <c:pt idx="60">
                  <c:v>46107</c:v>
                </c:pt>
                <c:pt idx="61">
                  <c:v>46108</c:v>
                </c:pt>
                <c:pt idx="62">
                  <c:v>46111</c:v>
                </c:pt>
                <c:pt idx="63">
                  <c:v>46112</c:v>
                </c:pt>
                <c:pt idx="64">
                  <c:v>46113</c:v>
                </c:pt>
                <c:pt idx="65">
                  <c:v>46114</c:v>
                </c:pt>
                <c:pt idx="66">
                  <c:v>46115</c:v>
                </c:pt>
                <c:pt idx="67">
                  <c:v>46118</c:v>
                </c:pt>
                <c:pt idx="68">
                  <c:v>46119</c:v>
                </c:pt>
                <c:pt idx="69">
                  <c:v>46120</c:v>
                </c:pt>
                <c:pt idx="70">
                  <c:v>46121</c:v>
                </c:pt>
                <c:pt idx="71">
                  <c:v>46122</c:v>
                </c:pt>
                <c:pt idx="72">
                  <c:v>46125</c:v>
                </c:pt>
                <c:pt idx="73">
                  <c:v>46126</c:v>
                </c:pt>
                <c:pt idx="74">
                  <c:v>46127</c:v>
                </c:pt>
                <c:pt idx="75">
                  <c:v>46128</c:v>
                </c:pt>
                <c:pt idx="76">
                  <c:v>46129</c:v>
                </c:pt>
                <c:pt idx="77">
                  <c:v>46132</c:v>
                </c:pt>
                <c:pt idx="78">
                  <c:v>46133</c:v>
                </c:pt>
                <c:pt idx="79">
                  <c:v>46134</c:v>
                </c:pt>
                <c:pt idx="80">
                  <c:v>46135</c:v>
                </c:pt>
                <c:pt idx="81">
                  <c:v>46136</c:v>
                </c:pt>
                <c:pt idx="82">
                  <c:v>46139</c:v>
                </c:pt>
                <c:pt idx="83">
                  <c:v>46140</c:v>
                </c:pt>
                <c:pt idx="84">
                  <c:v>46141</c:v>
                </c:pt>
                <c:pt idx="85">
                  <c:v>46142</c:v>
                </c:pt>
                <c:pt idx="86">
                  <c:v>46143</c:v>
                </c:pt>
                <c:pt idx="87">
                  <c:v>46146</c:v>
                </c:pt>
                <c:pt idx="88">
                  <c:v>46147</c:v>
                </c:pt>
                <c:pt idx="89">
                  <c:v>46148</c:v>
                </c:pt>
                <c:pt idx="90">
                  <c:v>46149</c:v>
                </c:pt>
                <c:pt idx="91">
                  <c:v>46150</c:v>
                </c:pt>
                <c:pt idx="92">
                  <c:v>46153</c:v>
                </c:pt>
                <c:pt idx="93">
                  <c:v>46154</c:v>
                </c:pt>
                <c:pt idx="94">
                  <c:v>46155</c:v>
                </c:pt>
                <c:pt idx="95">
                  <c:v>46156</c:v>
                </c:pt>
                <c:pt idx="96">
                  <c:v>46157</c:v>
                </c:pt>
                <c:pt idx="97">
                  <c:v>46160</c:v>
                </c:pt>
                <c:pt idx="98">
                  <c:v>46161</c:v>
                </c:pt>
                <c:pt idx="99">
                  <c:v>46162</c:v>
                </c:pt>
                <c:pt idx="100">
                  <c:v>46163</c:v>
                </c:pt>
                <c:pt idx="101">
                  <c:v>46164</c:v>
                </c:pt>
                <c:pt idx="102">
                  <c:v>46167</c:v>
                </c:pt>
                <c:pt idx="103">
                  <c:v>46168</c:v>
                </c:pt>
                <c:pt idx="104">
                  <c:v>46169</c:v>
                </c:pt>
                <c:pt idx="105">
                  <c:v>46170</c:v>
                </c:pt>
                <c:pt idx="106">
                  <c:v>46171</c:v>
                </c:pt>
                <c:pt idx="107">
                  <c:v>46174</c:v>
                </c:pt>
                <c:pt idx="108">
                  <c:v>46175</c:v>
                </c:pt>
                <c:pt idx="109">
                  <c:v>46176</c:v>
                </c:pt>
                <c:pt idx="110">
                  <c:v>46177</c:v>
                </c:pt>
                <c:pt idx="111">
                  <c:v>46178</c:v>
                </c:pt>
                <c:pt idx="112">
                  <c:v>46181</c:v>
                </c:pt>
                <c:pt idx="113">
                  <c:v>46182</c:v>
                </c:pt>
                <c:pt idx="114">
                  <c:v>46183</c:v>
                </c:pt>
                <c:pt idx="115">
                  <c:v>46184</c:v>
                </c:pt>
                <c:pt idx="116">
                  <c:v>46185</c:v>
                </c:pt>
                <c:pt idx="117">
                  <c:v>46188</c:v>
                </c:pt>
                <c:pt idx="118">
                  <c:v>46189</c:v>
                </c:pt>
                <c:pt idx="119">
                  <c:v>46190</c:v>
                </c:pt>
                <c:pt idx="120">
                  <c:v>46191</c:v>
                </c:pt>
              </c:numCache>
            </c:numRef>
          </c:cat>
          <c:val>
            <c:numRef>
              <c:f>美元日元汇率!$B$12005:$B$12125</c:f>
              <c:numCache>
                <c:formatCode>General</c:formatCode>
                <c:ptCount val="121"/>
                <c:pt idx="0">
                  <c:v>98.322000000000003</c:v>
                </c:pt>
                <c:pt idx="1">
                  <c:v>98.424000000000007</c:v>
                </c:pt>
                <c:pt idx="2">
                  <c:v>98.27</c:v>
                </c:pt>
                <c:pt idx="3">
                  <c:v>98.58</c:v>
                </c:pt>
                <c:pt idx="4">
                  <c:v>98.683999999999997</c:v>
                </c:pt>
                <c:pt idx="5">
                  <c:v>98.933999999999997</c:v>
                </c:pt>
                <c:pt idx="6">
                  <c:v>99.132999999999996</c:v>
                </c:pt>
                <c:pt idx="7">
                  <c:v>98.861999999999995</c:v>
                </c:pt>
                <c:pt idx="8">
                  <c:v>99.134</c:v>
                </c:pt>
                <c:pt idx="9">
                  <c:v>99.055000000000007</c:v>
                </c:pt>
                <c:pt idx="10">
                  <c:v>99.320999999999998</c:v>
                </c:pt>
                <c:pt idx="11">
                  <c:v>99.393000000000001</c:v>
                </c:pt>
                <c:pt idx="12">
                  <c:v>99.393000000000001</c:v>
                </c:pt>
                <c:pt idx="13">
                  <c:v>98.641000000000005</c:v>
                </c:pt>
                <c:pt idx="14">
                  <c:v>98.760999999999996</c:v>
                </c:pt>
                <c:pt idx="15">
                  <c:v>98.358999999999995</c:v>
                </c:pt>
                <c:pt idx="16">
                  <c:v>97.599000000000004</c:v>
                </c:pt>
                <c:pt idx="17">
                  <c:v>97.04</c:v>
                </c:pt>
                <c:pt idx="18">
                  <c:v>96.216999999999999</c:v>
                </c:pt>
                <c:pt idx="19">
                  <c:v>96.445999999999998</c:v>
                </c:pt>
                <c:pt idx="20">
                  <c:v>96.283000000000001</c:v>
                </c:pt>
                <c:pt idx="21">
                  <c:v>96.991</c:v>
                </c:pt>
                <c:pt idx="22">
                  <c:v>97.632000000000005</c:v>
                </c:pt>
                <c:pt idx="23">
                  <c:v>97.436999999999998</c:v>
                </c:pt>
                <c:pt idx="24">
                  <c:v>97.616</c:v>
                </c:pt>
                <c:pt idx="25">
                  <c:v>97.823999999999998</c:v>
                </c:pt>
                <c:pt idx="26">
                  <c:v>97.632999999999996</c:v>
                </c:pt>
                <c:pt idx="27">
                  <c:v>96.816000000000003</c:v>
                </c:pt>
                <c:pt idx="28">
                  <c:v>96.799000000000007</c:v>
                </c:pt>
                <c:pt idx="29">
                  <c:v>96.834000000000003</c:v>
                </c:pt>
                <c:pt idx="30">
                  <c:v>96.924999999999997</c:v>
                </c:pt>
                <c:pt idx="31">
                  <c:v>96.915000000000006</c:v>
                </c:pt>
                <c:pt idx="32">
                  <c:v>96.915000000000006</c:v>
                </c:pt>
                <c:pt idx="33">
                  <c:v>97.155000000000001</c:v>
                </c:pt>
                <c:pt idx="34">
                  <c:v>97.703000000000003</c:v>
                </c:pt>
                <c:pt idx="35">
                  <c:v>97.924999999999997</c:v>
                </c:pt>
                <c:pt idx="36">
                  <c:v>97.796000000000006</c:v>
                </c:pt>
                <c:pt idx="37">
                  <c:v>97.706000000000003</c:v>
                </c:pt>
                <c:pt idx="38">
                  <c:v>97.843000000000004</c:v>
                </c:pt>
                <c:pt idx="39">
                  <c:v>97.7</c:v>
                </c:pt>
                <c:pt idx="40">
                  <c:v>97.790999999999997</c:v>
                </c:pt>
                <c:pt idx="41">
                  <c:v>97.608000000000004</c:v>
                </c:pt>
                <c:pt idx="42">
                  <c:v>98.381</c:v>
                </c:pt>
                <c:pt idx="43">
                  <c:v>99.052000000000007</c:v>
                </c:pt>
                <c:pt idx="44">
                  <c:v>98.769000000000005</c:v>
                </c:pt>
                <c:pt idx="45">
                  <c:v>99.316999999999993</c:v>
                </c:pt>
                <c:pt idx="46">
                  <c:v>98.986000000000004</c:v>
                </c:pt>
                <c:pt idx="47">
                  <c:v>99.174999999999997</c:v>
                </c:pt>
                <c:pt idx="48">
                  <c:v>98.825999999999993</c:v>
                </c:pt>
                <c:pt idx="49">
                  <c:v>99.230999999999995</c:v>
                </c:pt>
                <c:pt idx="50">
                  <c:v>99.739000000000004</c:v>
                </c:pt>
                <c:pt idx="51">
                  <c:v>100.36199999999999</c:v>
                </c:pt>
                <c:pt idx="52">
                  <c:v>99.712000000000003</c:v>
                </c:pt>
                <c:pt idx="53">
                  <c:v>99.575000000000003</c:v>
                </c:pt>
                <c:pt idx="54">
                  <c:v>100.086</c:v>
                </c:pt>
                <c:pt idx="55">
                  <c:v>99.231999999999999</c:v>
                </c:pt>
                <c:pt idx="56">
                  <c:v>99.647000000000006</c:v>
                </c:pt>
                <c:pt idx="57">
                  <c:v>98.95</c:v>
                </c:pt>
                <c:pt idx="58">
                  <c:v>99.433999999999997</c:v>
                </c:pt>
                <c:pt idx="59">
                  <c:v>99.599000000000004</c:v>
                </c:pt>
                <c:pt idx="60">
                  <c:v>99.9</c:v>
                </c:pt>
                <c:pt idx="61">
                  <c:v>100.151</c:v>
                </c:pt>
                <c:pt idx="62">
                  <c:v>100.509</c:v>
                </c:pt>
                <c:pt idx="63">
                  <c:v>99.960999999999999</c:v>
                </c:pt>
                <c:pt idx="64">
                  <c:v>99.650999999999996</c:v>
                </c:pt>
                <c:pt idx="65">
                  <c:v>100.02800000000001</c:v>
                </c:pt>
                <c:pt idx="66">
                  <c:v>100.02800000000001</c:v>
                </c:pt>
                <c:pt idx="67">
                  <c:v>99.980999999999995</c:v>
                </c:pt>
                <c:pt idx="68">
                  <c:v>99.858000000000004</c:v>
                </c:pt>
                <c:pt idx="69">
                  <c:v>99.132999999999996</c:v>
                </c:pt>
                <c:pt idx="70">
                  <c:v>98.819000000000003</c:v>
                </c:pt>
                <c:pt idx="71">
                  <c:v>98.65</c:v>
                </c:pt>
                <c:pt idx="72">
                  <c:v>98.366</c:v>
                </c:pt>
                <c:pt idx="73">
                  <c:v>98.123999999999995</c:v>
                </c:pt>
                <c:pt idx="74">
                  <c:v>98.055000000000007</c:v>
                </c:pt>
                <c:pt idx="75">
                  <c:v>98.215000000000003</c:v>
                </c:pt>
                <c:pt idx="76">
                  <c:v>98.097999999999999</c:v>
                </c:pt>
                <c:pt idx="77">
                  <c:v>98.096999999999994</c:v>
                </c:pt>
                <c:pt idx="78">
                  <c:v>98.394000000000005</c:v>
                </c:pt>
                <c:pt idx="79">
                  <c:v>98.59</c:v>
                </c:pt>
                <c:pt idx="80">
                  <c:v>98.77</c:v>
                </c:pt>
                <c:pt idx="81">
                  <c:v>98.533000000000001</c:v>
                </c:pt>
                <c:pt idx="82">
                  <c:v>98.495999999999995</c:v>
                </c:pt>
                <c:pt idx="83">
                  <c:v>98.64</c:v>
                </c:pt>
                <c:pt idx="84">
                  <c:v>98.960999999999999</c:v>
                </c:pt>
                <c:pt idx="85">
                  <c:v>98.055999999999997</c:v>
                </c:pt>
                <c:pt idx="86">
                  <c:v>98.156000000000006</c:v>
                </c:pt>
                <c:pt idx="87">
                  <c:v>98.373999999999995</c:v>
                </c:pt>
                <c:pt idx="88">
                  <c:v>98.444000000000003</c:v>
                </c:pt>
                <c:pt idx="89">
                  <c:v>98.022999999999996</c:v>
                </c:pt>
                <c:pt idx="90">
                  <c:v>98.066999999999993</c:v>
                </c:pt>
                <c:pt idx="91">
                  <c:v>97.9</c:v>
                </c:pt>
                <c:pt idx="92">
                  <c:v>97.954999999999998</c:v>
                </c:pt>
                <c:pt idx="93">
                  <c:v>98.298000000000002</c:v>
                </c:pt>
                <c:pt idx="94">
                  <c:v>98.524000000000001</c:v>
                </c:pt>
                <c:pt idx="95">
                  <c:v>98.819000000000003</c:v>
                </c:pt>
                <c:pt idx="96">
                  <c:v>99.284000000000006</c:v>
                </c:pt>
                <c:pt idx="97">
                  <c:v>99.192999999999998</c:v>
                </c:pt>
                <c:pt idx="98">
                  <c:v>99.326999999999998</c:v>
                </c:pt>
                <c:pt idx="99">
                  <c:v>99.091999999999999</c:v>
                </c:pt>
                <c:pt idx="100">
                  <c:v>99.257000000000005</c:v>
                </c:pt>
                <c:pt idx="101">
                  <c:v>99.239000000000004</c:v>
                </c:pt>
                <c:pt idx="102">
                  <c:v>99.239000000000004</c:v>
                </c:pt>
                <c:pt idx="103">
                  <c:v>99.168999999999997</c:v>
                </c:pt>
                <c:pt idx="104">
                  <c:v>99.206000000000003</c:v>
                </c:pt>
                <c:pt idx="105">
                  <c:v>99.02</c:v>
                </c:pt>
                <c:pt idx="106">
                  <c:v>98.941999999999993</c:v>
                </c:pt>
                <c:pt idx="107">
                  <c:v>99.200999999999993</c:v>
                </c:pt>
                <c:pt idx="108">
                  <c:v>99.218999999999994</c:v>
                </c:pt>
                <c:pt idx="109">
                  <c:v>99.528999999999996</c:v>
                </c:pt>
                <c:pt idx="110">
                  <c:v>99.412999999999997</c:v>
                </c:pt>
                <c:pt idx="111">
                  <c:v>100.069</c:v>
                </c:pt>
                <c:pt idx="112">
                  <c:v>100.045</c:v>
                </c:pt>
                <c:pt idx="113">
                  <c:v>99.909000000000006</c:v>
                </c:pt>
                <c:pt idx="114">
                  <c:v>99.947000000000003</c:v>
                </c:pt>
                <c:pt idx="115">
                  <c:v>99.858000000000004</c:v>
                </c:pt>
                <c:pt idx="116">
                  <c:v>99.747</c:v>
                </c:pt>
                <c:pt idx="117">
                  <c:v>99.631</c:v>
                </c:pt>
                <c:pt idx="118">
                  <c:v>99.54</c:v>
                </c:pt>
                <c:pt idx="119">
                  <c:v>100.089</c:v>
                </c:pt>
                <c:pt idx="120">
                  <c:v>100.22799999999999</c:v>
                </c:pt>
              </c:numCache>
            </c:numRef>
          </c:val>
          <c:smooth val="0"/>
          <c:extLst>
            <c:ext xmlns:c16="http://schemas.microsoft.com/office/drawing/2014/chart" uri="{C3380CC4-5D6E-409C-BE32-E72D297353CC}">
              <c16:uniqueId val="{00000001-53A2-4EDF-8916-E3A680A5A0F3}"/>
            </c:ext>
          </c:extLst>
        </c:ser>
        <c:dLbls>
          <c:showLegendKey val="0"/>
          <c:showVal val="0"/>
          <c:showCatName val="0"/>
          <c:showSerName val="0"/>
          <c:showPercent val="0"/>
          <c:showBubbleSize val="0"/>
        </c:dLbls>
        <c:marker val="1"/>
        <c:smooth val="0"/>
        <c:axId val="2000002690"/>
        <c:axId val="2000002691"/>
      </c:lineChart>
      <c:dateAx>
        <c:axId val="2000002688"/>
        <c:scaling>
          <c:orientation val="minMax"/>
        </c:scaling>
        <c:delete val="0"/>
        <c:axPos val="b"/>
        <c:numFmt formatCode="m/d/yyyy" sourceLinked="0"/>
        <c:majorTickMark val="none"/>
        <c:minorTickMark val="none"/>
        <c:tickLblPos val="nextTo"/>
        <c:spPr>
          <a:noFill/>
          <a:ln w="6350" cap="flat" cmpd="sng" algn="ctr">
            <a:solidFill>
              <a:sysClr val="windowText" lastClr="000000"/>
            </a:solidFill>
            <a:round/>
          </a:ln>
          <a:effectLst/>
        </c:spPr>
        <c:txPr>
          <a:bodyPr rot="-6000000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2689"/>
        <c:crosses val="autoZero"/>
        <c:auto val="1"/>
        <c:lblOffset val="100"/>
        <c:baseTimeUnit val="days"/>
      </c:dateAx>
      <c:valAx>
        <c:axId val="2000002689"/>
        <c:scaling>
          <c:orientation val="minMax"/>
          <c:min val="3.8"/>
        </c:scaling>
        <c:delete val="0"/>
        <c:axPos val="l"/>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2688"/>
        <c:crosses val="autoZero"/>
        <c:crossBetween val="between"/>
      </c:valAx>
      <c:valAx>
        <c:axId val="2000002691"/>
        <c:scaling>
          <c:orientation val="minMax"/>
          <c:min val="96"/>
        </c:scaling>
        <c:delete val="0"/>
        <c:axPos val="r"/>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2690"/>
        <c:crosses val="max"/>
        <c:crossBetween val="between"/>
      </c:valAx>
      <c:dateAx>
        <c:axId val="2000002690"/>
        <c:scaling>
          <c:orientation val="minMax"/>
        </c:scaling>
        <c:delete val="1"/>
        <c:axPos val="b"/>
        <c:numFmt formatCode="m/d/yyyy" sourceLinked="1"/>
        <c:majorTickMark val="out"/>
        <c:minorTickMark val="none"/>
        <c:tickLblPos val="nextTo"/>
        <c:crossAx val="2000002691"/>
        <c:crosses val="autoZero"/>
        <c:auto val="1"/>
        <c:lblOffset val="100"/>
        <c:baseTimeUnit val="days"/>
      </c:dateAx>
      <c:spPr>
        <a:noFill/>
        <a:ln>
          <a:noFill/>
        </a:ln>
        <a:effectLst/>
      </c:spPr>
    </c:plotArea>
    <c:legend>
      <c:legendPos val="t"/>
      <c:legendEntry>
        <c:idx val="0"/>
        <c:txPr>
          <a:bodyPr rot="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egendEntry>
        <c:idx val="1"/>
        <c:txPr>
          <a:bodyPr rot="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overlay val="0"/>
      <c:spPr>
        <a:noFill/>
        <a:ln>
          <a:noFill/>
        </a:ln>
        <a:effectLst/>
      </c:spPr>
      <c:txPr>
        <a:bodyPr rot="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
    <c:plotVisOnly val="1"/>
    <c:dispBlanksAs val="gap"/>
    <c:showDLblsOverMax val="0"/>
  </c:chart>
  <c:spPr>
    <a:noFill/>
    <a:ln w="9525" cap="flat" cmpd="sng" algn="ctr">
      <a:noFill/>
      <a:round/>
    </a:ln>
    <a:effectLst/>
  </c:spPr>
  <c:txPr>
    <a:bodyPr/>
    <a:lstStyle/>
    <a:p>
      <a:pPr>
        <a:defRPr lang="zh-CN" sz="80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defRPr>
      </a:pPr>
      <a:endParaRPr lang="zh-CN"/>
    </a:p>
  </c:txPr>
  <c:externalData r:id="rId1">
    <c:autoUpdate val="0"/>
  </c:externalData>
</c:chartSpace>
</file>

<file path=ppt/charts/chart8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7816054243219593E-2"/>
          <c:y val="7.270632837561973E-2"/>
          <c:w val="0.87317935258092727"/>
          <c:h val="0.76162328667249923"/>
        </c:manualLayout>
      </c:layout>
      <c:lineChart>
        <c:grouping val="standard"/>
        <c:varyColors val="0"/>
        <c:ser>
          <c:idx val="0"/>
          <c:order val="0"/>
          <c:tx>
            <c:strRef>
              <c:f>'DXY, bond yield, USDJPY spot'!$B$2</c:f>
              <c:strCache>
                <c:ptCount val="1"/>
                <c:pt idx="0">
                  <c:v>美元指数</c:v>
                </c:pt>
              </c:strCache>
            </c:strRef>
          </c:tx>
          <c:spPr>
            <a:ln w="15875" cap="rnd" cmpd="sng">
              <a:solidFill>
                <a:srgbClr val="7C80C8"/>
              </a:solidFill>
              <a:prstDash val="solid"/>
              <a:round/>
            </a:ln>
            <a:effectLst/>
          </c:spPr>
          <c:marker>
            <c:symbol val="none"/>
          </c:marker>
          <c:cat>
            <c:numRef>
              <c:f>'DXY, bond yield, USDJPY spot'!$A$2612:$A$12125</c:f>
              <c:numCache>
                <c:formatCode>m/d/yyyy</c:formatCode>
                <c:ptCount val="9514"/>
                <c:pt idx="0">
                  <c:v>32874</c:v>
                </c:pt>
                <c:pt idx="1">
                  <c:v>32875</c:v>
                </c:pt>
                <c:pt idx="2">
                  <c:v>32876</c:v>
                </c:pt>
                <c:pt idx="3">
                  <c:v>32877</c:v>
                </c:pt>
                <c:pt idx="4">
                  <c:v>32878</c:v>
                </c:pt>
                <c:pt idx="5">
                  <c:v>32881</c:v>
                </c:pt>
                <c:pt idx="6">
                  <c:v>32882</c:v>
                </c:pt>
                <c:pt idx="7">
                  <c:v>32883</c:v>
                </c:pt>
                <c:pt idx="8">
                  <c:v>32884</c:v>
                </c:pt>
                <c:pt idx="9">
                  <c:v>32885</c:v>
                </c:pt>
                <c:pt idx="10">
                  <c:v>32888</c:v>
                </c:pt>
                <c:pt idx="11">
                  <c:v>32889</c:v>
                </c:pt>
                <c:pt idx="12">
                  <c:v>32890</c:v>
                </c:pt>
                <c:pt idx="13">
                  <c:v>32891</c:v>
                </c:pt>
                <c:pt idx="14">
                  <c:v>32892</c:v>
                </c:pt>
                <c:pt idx="15">
                  <c:v>32895</c:v>
                </c:pt>
                <c:pt idx="16">
                  <c:v>32896</c:v>
                </c:pt>
                <c:pt idx="17">
                  <c:v>32897</c:v>
                </c:pt>
                <c:pt idx="18">
                  <c:v>32898</c:v>
                </c:pt>
                <c:pt idx="19">
                  <c:v>32899</c:v>
                </c:pt>
                <c:pt idx="20">
                  <c:v>32902</c:v>
                </c:pt>
                <c:pt idx="21">
                  <c:v>32903</c:v>
                </c:pt>
                <c:pt idx="22">
                  <c:v>32904</c:v>
                </c:pt>
                <c:pt idx="23">
                  <c:v>32905</c:v>
                </c:pt>
                <c:pt idx="24">
                  <c:v>32906</c:v>
                </c:pt>
                <c:pt idx="25">
                  <c:v>32909</c:v>
                </c:pt>
                <c:pt idx="26">
                  <c:v>32910</c:v>
                </c:pt>
                <c:pt idx="27">
                  <c:v>32911</c:v>
                </c:pt>
                <c:pt idx="28">
                  <c:v>32912</c:v>
                </c:pt>
                <c:pt idx="29">
                  <c:v>32913</c:v>
                </c:pt>
                <c:pt idx="30">
                  <c:v>32916</c:v>
                </c:pt>
                <c:pt idx="31">
                  <c:v>32917</c:v>
                </c:pt>
                <c:pt idx="32">
                  <c:v>32918</c:v>
                </c:pt>
                <c:pt idx="33">
                  <c:v>32919</c:v>
                </c:pt>
                <c:pt idx="34">
                  <c:v>32920</c:v>
                </c:pt>
                <c:pt idx="35">
                  <c:v>32923</c:v>
                </c:pt>
                <c:pt idx="36">
                  <c:v>32924</c:v>
                </c:pt>
                <c:pt idx="37">
                  <c:v>32925</c:v>
                </c:pt>
                <c:pt idx="38">
                  <c:v>32926</c:v>
                </c:pt>
                <c:pt idx="39">
                  <c:v>32927</c:v>
                </c:pt>
                <c:pt idx="40">
                  <c:v>32930</c:v>
                </c:pt>
                <c:pt idx="41">
                  <c:v>32931</c:v>
                </c:pt>
                <c:pt idx="42">
                  <c:v>32932</c:v>
                </c:pt>
                <c:pt idx="43">
                  <c:v>32933</c:v>
                </c:pt>
                <c:pt idx="44">
                  <c:v>32934</c:v>
                </c:pt>
                <c:pt idx="45">
                  <c:v>32937</c:v>
                </c:pt>
                <c:pt idx="46">
                  <c:v>32938</c:v>
                </c:pt>
                <c:pt idx="47">
                  <c:v>32939</c:v>
                </c:pt>
                <c:pt idx="48">
                  <c:v>32940</c:v>
                </c:pt>
                <c:pt idx="49">
                  <c:v>32941</c:v>
                </c:pt>
                <c:pt idx="50">
                  <c:v>32944</c:v>
                </c:pt>
                <c:pt idx="51">
                  <c:v>32945</c:v>
                </c:pt>
                <c:pt idx="52">
                  <c:v>32946</c:v>
                </c:pt>
                <c:pt idx="53">
                  <c:v>32947</c:v>
                </c:pt>
                <c:pt idx="54">
                  <c:v>32948</c:v>
                </c:pt>
                <c:pt idx="55">
                  <c:v>32951</c:v>
                </c:pt>
                <c:pt idx="56">
                  <c:v>32952</c:v>
                </c:pt>
                <c:pt idx="57">
                  <c:v>32953</c:v>
                </c:pt>
                <c:pt idx="58">
                  <c:v>32954</c:v>
                </c:pt>
                <c:pt idx="59">
                  <c:v>32955</c:v>
                </c:pt>
                <c:pt idx="60">
                  <c:v>32958</c:v>
                </c:pt>
                <c:pt idx="61">
                  <c:v>32959</c:v>
                </c:pt>
                <c:pt idx="62">
                  <c:v>32960</c:v>
                </c:pt>
                <c:pt idx="63">
                  <c:v>32961</c:v>
                </c:pt>
                <c:pt idx="64">
                  <c:v>32962</c:v>
                </c:pt>
                <c:pt idx="65">
                  <c:v>32965</c:v>
                </c:pt>
                <c:pt idx="66">
                  <c:v>32966</c:v>
                </c:pt>
                <c:pt idx="67">
                  <c:v>32967</c:v>
                </c:pt>
                <c:pt idx="68">
                  <c:v>32968</c:v>
                </c:pt>
                <c:pt idx="69">
                  <c:v>32969</c:v>
                </c:pt>
                <c:pt idx="70">
                  <c:v>32972</c:v>
                </c:pt>
                <c:pt idx="71">
                  <c:v>32973</c:v>
                </c:pt>
                <c:pt idx="72">
                  <c:v>32974</c:v>
                </c:pt>
                <c:pt idx="73">
                  <c:v>32975</c:v>
                </c:pt>
                <c:pt idx="74">
                  <c:v>32976</c:v>
                </c:pt>
                <c:pt idx="75">
                  <c:v>32979</c:v>
                </c:pt>
                <c:pt idx="76">
                  <c:v>32980</c:v>
                </c:pt>
                <c:pt idx="77">
                  <c:v>32981</c:v>
                </c:pt>
                <c:pt idx="78">
                  <c:v>32982</c:v>
                </c:pt>
                <c:pt idx="79">
                  <c:v>32983</c:v>
                </c:pt>
                <c:pt idx="80">
                  <c:v>32986</c:v>
                </c:pt>
                <c:pt idx="81">
                  <c:v>32987</c:v>
                </c:pt>
                <c:pt idx="82">
                  <c:v>32988</c:v>
                </c:pt>
                <c:pt idx="83">
                  <c:v>32989</c:v>
                </c:pt>
                <c:pt idx="84">
                  <c:v>32990</c:v>
                </c:pt>
                <c:pt idx="85">
                  <c:v>32993</c:v>
                </c:pt>
                <c:pt idx="86">
                  <c:v>32994</c:v>
                </c:pt>
                <c:pt idx="87">
                  <c:v>32995</c:v>
                </c:pt>
                <c:pt idx="88">
                  <c:v>32996</c:v>
                </c:pt>
                <c:pt idx="89">
                  <c:v>32997</c:v>
                </c:pt>
                <c:pt idx="90">
                  <c:v>33000</c:v>
                </c:pt>
                <c:pt idx="91">
                  <c:v>33001</c:v>
                </c:pt>
                <c:pt idx="92">
                  <c:v>33002</c:v>
                </c:pt>
                <c:pt idx="93">
                  <c:v>33003</c:v>
                </c:pt>
                <c:pt idx="94">
                  <c:v>33004</c:v>
                </c:pt>
                <c:pt idx="95">
                  <c:v>33007</c:v>
                </c:pt>
                <c:pt idx="96">
                  <c:v>33008</c:v>
                </c:pt>
                <c:pt idx="97">
                  <c:v>33009</c:v>
                </c:pt>
                <c:pt idx="98">
                  <c:v>33010</c:v>
                </c:pt>
                <c:pt idx="99">
                  <c:v>33011</c:v>
                </c:pt>
                <c:pt idx="100">
                  <c:v>33014</c:v>
                </c:pt>
                <c:pt idx="101">
                  <c:v>33015</c:v>
                </c:pt>
                <c:pt idx="102">
                  <c:v>33016</c:v>
                </c:pt>
                <c:pt idx="103">
                  <c:v>33017</c:v>
                </c:pt>
                <c:pt idx="104">
                  <c:v>33018</c:v>
                </c:pt>
                <c:pt idx="105">
                  <c:v>33021</c:v>
                </c:pt>
                <c:pt idx="106">
                  <c:v>33022</c:v>
                </c:pt>
                <c:pt idx="107">
                  <c:v>33023</c:v>
                </c:pt>
                <c:pt idx="108">
                  <c:v>33024</c:v>
                </c:pt>
                <c:pt idx="109">
                  <c:v>33025</c:v>
                </c:pt>
                <c:pt idx="110">
                  <c:v>33028</c:v>
                </c:pt>
                <c:pt idx="111">
                  <c:v>33029</c:v>
                </c:pt>
                <c:pt idx="112">
                  <c:v>33030</c:v>
                </c:pt>
                <c:pt idx="113">
                  <c:v>33031</c:v>
                </c:pt>
                <c:pt idx="114">
                  <c:v>33032</c:v>
                </c:pt>
                <c:pt idx="115">
                  <c:v>33035</c:v>
                </c:pt>
                <c:pt idx="116">
                  <c:v>33036</c:v>
                </c:pt>
                <c:pt idx="117">
                  <c:v>33037</c:v>
                </c:pt>
                <c:pt idx="118">
                  <c:v>33038</c:v>
                </c:pt>
                <c:pt idx="119">
                  <c:v>33039</c:v>
                </c:pt>
                <c:pt idx="120">
                  <c:v>33042</c:v>
                </c:pt>
                <c:pt idx="121">
                  <c:v>33043</c:v>
                </c:pt>
                <c:pt idx="122">
                  <c:v>33044</c:v>
                </c:pt>
                <c:pt idx="123">
                  <c:v>33045</c:v>
                </c:pt>
                <c:pt idx="124">
                  <c:v>33046</c:v>
                </c:pt>
                <c:pt idx="125">
                  <c:v>33049</c:v>
                </c:pt>
                <c:pt idx="126">
                  <c:v>33050</c:v>
                </c:pt>
                <c:pt idx="127">
                  <c:v>33051</c:v>
                </c:pt>
                <c:pt idx="128">
                  <c:v>33052</c:v>
                </c:pt>
                <c:pt idx="129">
                  <c:v>33053</c:v>
                </c:pt>
                <c:pt idx="130">
                  <c:v>33056</c:v>
                </c:pt>
                <c:pt idx="131">
                  <c:v>33057</c:v>
                </c:pt>
                <c:pt idx="132">
                  <c:v>33058</c:v>
                </c:pt>
                <c:pt idx="133">
                  <c:v>33059</c:v>
                </c:pt>
                <c:pt idx="134">
                  <c:v>33060</c:v>
                </c:pt>
                <c:pt idx="135">
                  <c:v>33063</c:v>
                </c:pt>
                <c:pt idx="136">
                  <c:v>33064</c:v>
                </c:pt>
                <c:pt idx="137">
                  <c:v>33065</c:v>
                </c:pt>
                <c:pt idx="138">
                  <c:v>33066</c:v>
                </c:pt>
                <c:pt idx="139">
                  <c:v>33067</c:v>
                </c:pt>
                <c:pt idx="140">
                  <c:v>33070</c:v>
                </c:pt>
                <c:pt idx="141">
                  <c:v>33071</c:v>
                </c:pt>
                <c:pt idx="142">
                  <c:v>33072</c:v>
                </c:pt>
                <c:pt idx="143">
                  <c:v>33073</c:v>
                </c:pt>
                <c:pt idx="144">
                  <c:v>33074</c:v>
                </c:pt>
                <c:pt idx="145">
                  <c:v>33077</c:v>
                </c:pt>
                <c:pt idx="146">
                  <c:v>33078</c:v>
                </c:pt>
                <c:pt idx="147">
                  <c:v>33079</c:v>
                </c:pt>
                <c:pt idx="148">
                  <c:v>33080</c:v>
                </c:pt>
                <c:pt idx="149">
                  <c:v>33081</c:v>
                </c:pt>
                <c:pt idx="150">
                  <c:v>33084</c:v>
                </c:pt>
                <c:pt idx="151">
                  <c:v>33085</c:v>
                </c:pt>
                <c:pt idx="152">
                  <c:v>33086</c:v>
                </c:pt>
                <c:pt idx="153">
                  <c:v>33087</c:v>
                </c:pt>
                <c:pt idx="154">
                  <c:v>33088</c:v>
                </c:pt>
                <c:pt idx="155">
                  <c:v>33091</c:v>
                </c:pt>
                <c:pt idx="156">
                  <c:v>33092</c:v>
                </c:pt>
                <c:pt idx="157">
                  <c:v>33093</c:v>
                </c:pt>
                <c:pt idx="158">
                  <c:v>33094</c:v>
                </c:pt>
                <c:pt idx="159">
                  <c:v>33095</c:v>
                </c:pt>
                <c:pt idx="160">
                  <c:v>33098</c:v>
                </c:pt>
                <c:pt idx="161">
                  <c:v>33099</c:v>
                </c:pt>
                <c:pt idx="162">
                  <c:v>33100</c:v>
                </c:pt>
                <c:pt idx="163">
                  <c:v>33101</c:v>
                </c:pt>
                <c:pt idx="164">
                  <c:v>33102</c:v>
                </c:pt>
                <c:pt idx="165">
                  <c:v>33105</c:v>
                </c:pt>
                <c:pt idx="166">
                  <c:v>33106</c:v>
                </c:pt>
                <c:pt idx="167">
                  <c:v>33107</c:v>
                </c:pt>
                <c:pt idx="168">
                  <c:v>33108</c:v>
                </c:pt>
                <c:pt idx="169">
                  <c:v>33109</c:v>
                </c:pt>
                <c:pt idx="170">
                  <c:v>33112</c:v>
                </c:pt>
                <c:pt idx="171">
                  <c:v>33113</c:v>
                </c:pt>
                <c:pt idx="172">
                  <c:v>33114</c:v>
                </c:pt>
                <c:pt idx="173">
                  <c:v>33115</c:v>
                </c:pt>
                <c:pt idx="174">
                  <c:v>33116</c:v>
                </c:pt>
                <c:pt idx="175">
                  <c:v>33119</c:v>
                </c:pt>
                <c:pt idx="176">
                  <c:v>33120</c:v>
                </c:pt>
                <c:pt idx="177">
                  <c:v>33121</c:v>
                </c:pt>
                <c:pt idx="178">
                  <c:v>33122</c:v>
                </c:pt>
                <c:pt idx="179">
                  <c:v>33123</c:v>
                </c:pt>
                <c:pt idx="180">
                  <c:v>33126</c:v>
                </c:pt>
                <c:pt idx="181">
                  <c:v>33127</c:v>
                </c:pt>
                <c:pt idx="182">
                  <c:v>33128</c:v>
                </c:pt>
                <c:pt idx="183">
                  <c:v>33129</c:v>
                </c:pt>
                <c:pt idx="184">
                  <c:v>33130</c:v>
                </c:pt>
                <c:pt idx="185">
                  <c:v>33133</c:v>
                </c:pt>
                <c:pt idx="186">
                  <c:v>33134</c:v>
                </c:pt>
                <c:pt idx="187">
                  <c:v>33135</c:v>
                </c:pt>
                <c:pt idx="188">
                  <c:v>33136</c:v>
                </c:pt>
                <c:pt idx="189">
                  <c:v>33137</c:v>
                </c:pt>
                <c:pt idx="190">
                  <c:v>33140</c:v>
                </c:pt>
                <c:pt idx="191">
                  <c:v>33141</c:v>
                </c:pt>
                <c:pt idx="192">
                  <c:v>33142</c:v>
                </c:pt>
                <c:pt idx="193">
                  <c:v>33143</c:v>
                </c:pt>
                <c:pt idx="194">
                  <c:v>33144</c:v>
                </c:pt>
                <c:pt idx="195">
                  <c:v>33147</c:v>
                </c:pt>
                <c:pt idx="196">
                  <c:v>33148</c:v>
                </c:pt>
                <c:pt idx="197">
                  <c:v>33149</c:v>
                </c:pt>
                <c:pt idx="198">
                  <c:v>33150</c:v>
                </c:pt>
                <c:pt idx="199">
                  <c:v>33151</c:v>
                </c:pt>
                <c:pt idx="200">
                  <c:v>33154</c:v>
                </c:pt>
                <c:pt idx="201">
                  <c:v>33155</c:v>
                </c:pt>
                <c:pt idx="202">
                  <c:v>33156</c:v>
                </c:pt>
                <c:pt idx="203">
                  <c:v>33157</c:v>
                </c:pt>
                <c:pt idx="204">
                  <c:v>33158</c:v>
                </c:pt>
                <c:pt idx="205">
                  <c:v>33161</c:v>
                </c:pt>
                <c:pt idx="206">
                  <c:v>33162</c:v>
                </c:pt>
                <c:pt idx="207">
                  <c:v>33163</c:v>
                </c:pt>
                <c:pt idx="208">
                  <c:v>33164</c:v>
                </c:pt>
                <c:pt idx="209">
                  <c:v>33165</c:v>
                </c:pt>
                <c:pt idx="210">
                  <c:v>33168</c:v>
                </c:pt>
                <c:pt idx="211">
                  <c:v>33169</c:v>
                </c:pt>
                <c:pt idx="212">
                  <c:v>33170</c:v>
                </c:pt>
                <c:pt idx="213">
                  <c:v>33171</c:v>
                </c:pt>
                <c:pt idx="214">
                  <c:v>33172</c:v>
                </c:pt>
                <c:pt idx="215">
                  <c:v>33175</c:v>
                </c:pt>
                <c:pt idx="216">
                  <c:v>33176</c:v>
                </c:pt>
                <c:pt idx="217">
                  <c:v>33177</c:v>
                </c:pt>
                <c:pt idx="218">
                  <c:v>33178</c:v>
                </c:pt>
                <c:pt idx="219">
                  <c:v>33179</c:v>
                </c:pt>
                <c:pt idx="220">
                  <c:v>33182</c:v>
                </c:pt>
                <c:pt idx="221">
                  <c:v>33183</c:v>
                </c:pt>
                <c:pt idx="222">
                  <c:v>33184</c:v>
                </c:pt>
                <c:pt idx="223">
                  <c:v>33185</c:v>
                </c:pt>
                <c:pt idx="224">
                  <c:v>33186</c:v>
                </c:pt>
                <c:pt idx="225">
                  <c:v>33189</c:v>
                </c:pt>
                <c:pt idx="226">
                  <c:v>33190</c:v>
                </c:pt>
                <c:pt idx="227">
                  <c:v>33191</c:v>
                </c:pt>
                <c:pt idx="228">
                  <c:v>33192</c:v>
                </c:pt>
                <c:pt idx="229">
                  <c:v>33193</c:v>
                </c:pt>
                <c:pt idx="230">
                  <c:v>33196</c:v>
                </c:pt>
                <c:pt idx="231">
                  <c:v>33197</c:v>
                </c:pt>
                <c:pt idx="232">
                  <c:v>33198</c:v>
                </c:pt>
                <c:pt idx="233">
                  <c:v>33199</c:v>
                </c:pt>
                <c:pt idx="234">
                  <c:v>33200</c:v>
                </c:pt>
                <c:pt idx="235">
                  <c:v>33203</c:v>
                </c:pt>
                <c:pt idx="236">
                  <c:v>33204</c:v>
                </c:pt>
                <c:pt idx="237">
                  <c:v>33205</c:v>
                </c:pt>
                <c:pt idx="238">
                  <c:v>33206</c:v>
                </c:pt>
                <c:pt idx="239">
                  <c:v>33207</c:v>
                </c:pt>
                <c:pt idx="240">
                  <c:v>33210</c:v>
                </c:pt>
                <c:pt idx="241">
                  <c:v>33211</c:v>
                </c:pt>
                <c:pt idx="242">
                  <c:v>33212</c:v>
                </c:pt>
                <c:pt idx="243">
                  <c:v>33213</c:v>
                </c:pt>
                <c:pt idx="244">
                  <c:v>33214</c:v>
                </c:pt>
                <c:pt idx="245">
                  <c:v>33217</c:v>
                </c:pt>
                <c:pt idx="246">
                  <c:v>33218</c:v>
                </c:pt>
                <c:pt idx="247">
                  <c:v>33219</c:v>
                </c:pt>
                <c:pt idx="248">
                  <c:v>33220</c:v>
                </c:pt>
                <c:pt idx="249">
                  <c:v>33221</c:v>
                </c:pt>
                <c:pt idx="250">
                  <c:v>33224</c:v>
                </c:pt>
                <c:pt idx="251">
                  <c:v>33225</c:v>
                </c:pt>
                <c:pt idx="252">
                  <c:v>33226</c:v>
                </c:pt>
                <c:pt idx="253">
                  <c:v>33227</c:v>
                </c:pt>
                <c:pt idx="254">
                  <c:v>33228</c:v>
                </c:pt>
                <c:pt idx="255">
                  <c:v>33231</c:v>
                </c:pt>
                <c:pt idx="256">
                  <c:v>33232</c:v>
                </c:pt>
                <c:pt idx="257">
                  <c:v>33233</c:v>
                </c:pt>
                <c:pt idx="258">
                  <c:v>33234</c:v>
                </c:pt>
                <c:pt idx="259">
                  <c:v>33235</c:v>
                </c:pt>
                <c:pt idx="260">
                  <c:v>33238</c:v>
                </c:pt>
                <c:pt idx="261">
                  <c:v>33239</c:v>
                </c:pt>
                <c:pt idx="262">
                  <c:v>33240</c:v>
                </c:pt>
                <c:pt idx="263">
                  <c:v>33241</c:v>
                </c:pt>
                <c:pt idx="264">
                  <c:v>33242</c:v>
                </c:pt>
                <c:pt idx="265">
                  <c:v>33245</c:v>
                </c:pt>
                <c:pt idx="266">
                  <c:v>33246</c:v>
                </c:pt>
                <c:pt idx="267">
                  <c:v>33247</c:v>
                </c:pt>
                <c:pt idx="268">
                  <c:v>33248</c:v>
                </c:pt>
                <c:pt idx="269">
                  <c:v>33249</c:v>
                </c:pt>
                <c:pt idx="270">
                  <c:v>33252</c:v>
                </c:pt>
                <c:pt idx="271">
                  <c:v>33253</c:v>
                </c:pt>
                <c:pt idx="272">
                  <c:v>33254</c:v>
                </c:pt>
                <c:pt idx="273">
                  <c:v>33255</c:v>
                </c:pt>
                <c:pt idx="274">
                  <c:v>33256</c:v>
                </c:pt>
                <c:pt idx="275">
                  <c:v>33259</c:v>
                </c:pt>
                <c:pt idx="276">
                  <c:v>33260</c:v>
                </c:pt>
                <c:pt idx="277">
                  <c:v>33261</c:v>
                </c:pt>
                <c:pt idx="278">
                  <c:v>33262</c:v>
                </c:pt>
                <c:pt idx="279">
                  <c:v>33263</c:v>
                </c:pt>
                <c:pt idx="280">
                  <c:v>33266</c:v>
                </c:pt>
                <c:pt idx="281">
                  <c:v>33267</c:v>
                </c:pt>
                <c:pt idx="282">
                  <c:v>33268</c:v>
                </c:pt>
                <c:pt idx="283">
                  <c:v>33269</c:v>
                </c:pt>
                <c:pt idx="284">
                  <c:v>33270</c:v>
                </c:pt>
                <c:pt idx="285">
                  <c:v>33273</c:v>
                </c:pt>
                <c:pt idx="286">
                  <c:v>33274</c:v>
                </c:pt>
                <c:pt idx="287">
                  <c:v>33275</c:v>
                </c:pt>
                <c:pt idx="288">
                  <c:v>33276</c:v>
                </c:pt>
                <c:pt idx="289">
                  <c:v>33277</c:v>
                </c:pt>
                <c:pt idx="290">
                  <c:v>33280</c:v>
                </c:pt>
                <c:pt idx="291">
                  <c:v>33281</c:v>
                </c:pt>
                <c:pt idx="292">
                  <c:v>33282</c:v>
                </c:pt>
                <c:pt idx="293">
                  <c:v>33283</c:v>
                </c:pt>
                <c:pt idx="294">
                  <c:v>33284</c:v>
                </c:pt>
                <c:pt idx="295">
                  <c:v>33287</c:v>
                </c:pt>
                <c:pt idx="296">
                  <c:v>33288</c:v>
                </c:pt>
                <c:pt idx="297">
                  <c:v>33289</c:v>
                </c:pt>
                <c:pt idx="298">
                  <c:v>33290</c:v>
                </c:pt>
                <c:pt idx="299">
                  <c:v>33291</c:v>
                </c:pt>
                <c:pt idx="300">
                  <c:v>33294</c:v>
                </c:pt>
                <c:pt idx="301">
                  <c:v>33295</c:v>
                </c:pt>
                <c:pt idx="302">
                  <c:v>33296</c:v>
                </c:pt>
                <c:pt idx="303">
                  <c:v>33297</c:v>
                </c:pt>
                <c:pt idx="304">
                  <c:v>33298</c:v>
                </c:pt>
                <c:pt idx="305">
                  <c:v>33301</c:v>
                </c:pt>
                <c:pt idx="306">
                  <c:v>33302</c:v>
                </c:pt>
                <c:pt idx="307">
                  <c:v>33303</c:v>
                </c:pt>
                <c:pt idx="308">
                  <c:v>33304</c:v>
                </c:pt>
                <c:pt idx="309">
                  <c:v>33305</c:v>
                </c:pt>
                <c:pt idx="310">
                  <c:v>33308</c:v>
                </c:pt>
                <c:pt idx="311">
                  <c:v>33309</c:v>
                </c:pt>
                <c:pt idx="312">
                  <c:v>33310</c:v>
                </c:pt>
                <c:pt idx="313">
                  <c:v>33311</c:v>
                </c:pt>
                <c:pt idx="314">
                  <c:v>33312</c:v>
                </c:pt>
                <c:pt idx="315">
                  <c:v>33315</c:v>
                </c:pt>
                <c:pt idx="316">
                  <c:v>33316</c:v>
                </c:pt>
                <c:pt idx="317">
                  <c:v>33317</c:v>
                </c:pt>
                <c:pt idx="318">
                  <c:v>33318</c:v>
                </c:pt>
                <c:pt idx="319">
                  <c:v>33319</c:v>
                </c:pt>
                <c:pt idx="320">
                  <c:v>33322</c:v>
                </c:pt>
                <c:pt idx="321">
                  <c:v>33323</c:v>
                </c:pt>
                <c:pt idx="322">
                  <c:v>33324</c:v>
                </c:pt>
                <c:pt idx="323">
                  <c:v>33325</c:v>
                </c:pt>
                <c:pt idx="324">
                  <c:v>33326</c:v>
                </c:pt>
                <c:pt idx="325">
                  <c:v>33329</c:v>
                </c:pt>
                <c:pt idx="326">
                  <c:v>33330</c:v>
                </c:pt>
                <c:pt idx="327">
                  <c:v>33331</c:v>
                </c:pt>
                <c:pt idx="328">
                  <c:v>33332</c:v>
                </c:pt>
                <c:pt idx="329">
                  <c:v>33333</c:v>
                </c:pt>
                <c:pt idx="330">
                  <c:v>33336</c:v>
                </c:pt>
                <c:pt idx="331">
                  <c:v>33337</c:v>
                </c:pt>
                <c:pt idx="332">
                  <c:v>33338</c:v>
                </c:pt>
                <c:pt idx="333">
                  <c:v>33339</c:v>
                </c:pt>
                <c:pt idx="334">
                  <c:v>33340</c:v>
                </c:pt>
                <c:pt idx="335">
                  <c:v>33343</c:v>
                </c:pt>
                <c:pt idx="336">
                  <c:v>33344</c:v>
                </c:pt>
                <c:pt idx="337">
                  <c:v>33345</c:v>
                </c:pt>
                <c:pt idx="338">
                  <c:v>33346</c:v>
                </c:pt>
                <c:pt idx="339">
                  <c:v>33347</c:v>
                </c:pt>
                <c:pt idx="340">
                  <c:v>33350</c:v>
                </c:pt>
                <c:pt idx="341">
                  <c:v>33351</c:v>
                </c:pt>
                <c:pt idx="342">
                  <c:v>33352</c:v>
                </c:pt>
                <c:pt idx="343">
                  <c:v>33353</c:v>
                </c:pt>
                <c:pt idx="344">
                  <c:v>33354</c:v>
                </c:pt>
                <c:pt idx="345">
                  <c:v>33357</c:v>
                </c:pt>
                <c:pt idx="346">
                  <c:v>33358</c:v>
                </c:pt>
                <c:pt idx="347">
                  <c:v>33359</c:v>
                </c:pt>
                <c:pt idx="348">
                  <c:v>33360</c:v>
                </c:pt>
                <c:pt idx="349">
                  <c:v>33361</c:v>
                </c:pt>
                <c:pt idx="350">
                  <c:v>33364</c:v>
                </c:pt>
                <c:pt idx="351">
                  <c:v>33365</c:v>
                </c:pt>
                <c:pt idx="352">
                  <c:v>33366</c:v>
                </c:pt>
                <c:pt idx="353">
                  <c:v>33367</c:v>
                </c:pt>
                <c:pt idx="354">
                  <c:v>33368</c:v>
                </c:pt>
                <c:pt idx="355">
                  <c:v>33371</c:v>
                </c:pt>
                <c:pt idx="356">
                  <c:v>33372</c:v>
                </c:pt>
                <c:pt idx="357">
                  <c:v>33373</c:v>
                </c:pt>
                <c:pt idx="358">
                  <c:v>33374</c:v>
                </c:pt>
                <c:pt idx="359">
                  <c:v>33375</c:v>
                </c:pt>
                <c:pt idx="360">
                  <c:v>33378</c:v>
                </c:pt>
                <c:pt idx="361">
                  <c:v>33379</c:v>
                </c:pt>
                <c:pt idx="362">
                  <c:v>33380</c:v>
                </c:pt>
                <c:pt idx="363">
                  <c:v>33381</c:v>
                </c:pt>
                <c:pt idx="364">
                  <c:v>33382</c:v>
                </c:pt>
                <c:pt idx="365">
                  <c:v>33385</c:v>
                </c:pt>
                <c:pt idx="366">
                  <c:v>33386</c:v>
                </c:pt>
                <c:pt idx="367">
                  <c:v>33387</c:v>
                </c:pt>
                <c:pt idx="368">
                  <c:v>33388</c:v>
                </c:pt>
                <c:pt idx="369">
                  <c:v>33389</c:v>
                </c:pt>
                <c:pt idx="370">
                  <c:v>33392</c:v>
                </c:pt>
                <c:pt idx="371">
                  <c:v>33393</c:v>
                </c:pt>
                <c:pt idx="372">
                  <c:v>33394</c:v>
                </c:pt>
                <c:pt idx="373">
                  <c:v>33395</c:v>
                </c:pt>
                <c:pt idx="374">
                  <c:v>33396</c:v>
                </c:pt>
                <c:pt idx="375">
                  <c:v>33399</c:v>
                </c:pt>
                <c:pt idx="376">
                  <c:v>33400</c:v>
                </c:pt>
                <c:pt idx="377">
                  <c:v>33401</c:v>
                </c:pt>
                <c:pt idx="378">
                  <c:v>33402</c:v>
                </c:pt>
                <c:pt idx="379">
                  <c:v>33403</c:v>
                </c:pt>
                <c:pt idx="380">
                  <c:v>33406</c:v>
                </c:pt>
                <c:pt idx="381">
                  <c:v>33407</c:v>
                </c:pt>
                <c:pt idx="382">
                  <c:v>33408</c:v>
                </c:pt>
                <c:pt idx="383">
                  <c:v>33409</c:v>
                </c:pt>
                <c:pt idx="384">
                  <c:v>33410</c:v>
                </c:pt>
                <c:pt idx="385">
                  <c:v>33413</c:v>
                </c:pt>
                <c:pt idx="386">
                  <c:v>33414</c:v>
                </c:pt>
                <c:pt idx="387">
                  <c:v>33415</c:v>
                </c:pt>
                <c:pt idx="388">
                  <c:v>33416</c:v>
                </c:pt>
                <c:pt idx="389">
                  <c:v>33417</c:v>
                </c:pt>
                <c:pt idx="390">
                  <c:v>33420</c:v>
                </c:pt>
                <c:pt idx="391">
                  <c:v>33421</c:v>
                </c:pt>
                <c:pt idx="392">
                  <c:v>33422</c:v>
                </c:pt>
                <c:pt idx="393">
                  <c:v>33423</c:v>
                </c:pt>
                <c:pt idx="394">
                  <c:v>33424</c:v>
                </c:pt>
                <c:pt idx="395">
                  <c:v>33427</c:v>
                </c:pt>
                <c:pt idx="396">
                  <c:v>33428</c:v>
                </c:pt>
                <c:pt idx="397">
                  <c:v>33429</c:v>
                </c:pt>
                <c:pt idx="398">
                  <c:v>33430</c:v>
                </c:pt>
                <c:pt idx="399">
                  <c:v>33431</c:v>
                </c:pt>
                <c:pt idx="400">
                  <c:v>33434</c:v>
                </c:pt>
                <c:pt idx="401">
                  <c:v>33435</c:v>
                </c:pt>
                <c:pt idx="402">
                  <c:v>33436</c:v>
                </c:pt>
                <c:pt idx="403">
                  <c:v>33437</c:v>
                </c:pt>
                <c:pt idx="404">
                  <c:v>33438</c:v>
                </c:pt>
                <c:pt idx="405">
                  <c:v>33441</c:v>
                </c:pt>
                <c:pt idx="406">
                  <c:v>33442</c:v>
                </c:pt>
                <c:pt idx="407">
                  <c:v>33443</c:v>
                </c:pt>
                <c:pt idx="408">
                  <c:v>33444</c:v>
                </c:pt>
                <c:pt idx="409">
                  <c:v>33445</c:v>
                </c:pt>
                <c:pt idx="410">
                  <c:v>33448</c:v>
                </c:pt>
                <c:pt idx="411">
                  <c:v>33449</c:v>
                </c:pt>
                <c:pt idx="412">
                  <c:v>33450</c:v>
                </c:pt>
                <c:pt idx="413">
                  <c:v>33451</c:v>
                </c:pt>
                <c:pt idx="414">
                  <c:v>33452</c:v>
                </c:pt>
                <c:pt idx="415">
                  <c:v>33455</c:v>
                </c:pt>
                <c:pt idx="416">
                  <c:v>33456</c:v>
                </c:pt>
                <c:pt idx="417">
                  <c:v>33457</c:v>
                </c:pt>
                <c:pt idx="418">
                  <c:v>33458</c:v>
                </c:pt>
                <c:pt idx="419">
                  <c:v>33459</c:v>
                </c:pt>
                <c:pt idx="420">
                  <c:v>33462</c:v>
                </c:pt>
                <c:pt idx="421">
                  <c:v>33463</c:v>
                </c:pt>
                <c:pt idx="422">
                  <c:v>33464</c:v>
                </c:pt>
                <c:pt idx="423">
                  <c:v>33465</c:v>
                </c:pt>
                <c:pt idx="424">
                  <c:v>33466</c:v>
                </c:pt>
                <c:pt idx="425">
                  <c:v>33469</c:v>
                </c:pt>
                <c:pt idx="426">
                  <c:v>33470</c:v>
                </c:pt>
                <c:pt idx="427">
                  <c:v>33471</c:v>
                </c:pt>
                <c:pt idx="428">
                  <c:v>33472</c:v>
                </c:pt>
                <c:pt idx="429">
                  <c:v>33473</c:v>
                </c:pt>
                <c:pt idx="430">
                  <c:v>33476</c:v>
                </c:pt>
                <c:pt idx="431">
                  <c:v>33477</c:v>
                </c:pt>
                <c:pt idx="432">
                  <c:v>33478</c:v>
                </c:pt>
                <c:pt idx="433">
                  <c:v>33479</c:v>
                </c:pt>
                <c:pt idx="434">
                  <c:v>33480</c:v>
                </c:pt>
                <c:pt idx="435">
                  <c:v>33483</c:v>
                </c:pt>
                <c:pt idx="436">
                  <c:v>33484</c:v>
                </c:pt>
                <c:pt idx="437">
                  <c:v>33485</c:v>
                </c:pt>
                <c:pt idx="438">
                  <c:v>33486</c:v>
                </c:pt>
                <c:pt idx="439">
                  <c:v>33487</c:v>
                </c:pt>
                <c:pt idx="440">
                  <c:v>33490</c:v>
                </c:pt>
                <c:pt idx="441">
                  <c:v>33491</c:v>
                </c:pt>
                <c:pt idx="442">
                  <c:v>33492</c:v>
                </c:pt>
                <c:pt idx="443">
                  <c:v>33493</c:v>
                </c:pt>
                <c:pt idx="444">
                  <c:v>33494</c:v>
                </c:pt>
                <c:pt idx="445">
                  <c:v>33497</c:v>
                </c:pt>
                <c:pt idx="446">
                  <c:v>33498</c:v>
                </c:pt>
                <c:pt idx="447">
                  <c:v>33499</c:v>
                </c:pt>
                <c:pt idx="448">
                  <c:v>33500</c:v>
                </c:pt>
                <c:pt idx="449">
                  <c:v>33501</c:v>
                </c:pt>
                <c:pt idx="450">
                  <c:v>33504</c:v>
                </c:pt>
                <c:pt idx="451">
                  <c:v>33505</c:v>
                </c:pt>
                <c:pt idx="452">
                  <c:v>33506</c:v>
                </c:pt>
                <c:pt idx="453">
                  <c:v>33507</c:v>
                </c:pt>
                <c:pt idx="454">
                  <c:v>33508</c:v>
                </c:pt>
                <c:pt idx="455">
                  <c:v>33511</c:v>
                </c:pt>
                <c:pt idx="456">
                  <c:v>33512</c:v>
                </c:pt>
                <c:pt idx="457">
                  <c:v>33513</c:v>
                </c:pt>
                <c:pt idx="458">
                  <c:v>33514</c:v>
                </c:pt>
                <c:pt idx="459">
                  <c:v>33515</c:v>
                </c:pt>
                <c:pt idx="460">
                  <c:v>33518</c:v>
                </c:pt>
                <c:pt idx="461">
                  <c:v>33519</c:v>
                </c:pt>
                <c:pt idx="462">
                  <c:v>33520</c:v>
                </c:pt>
                <c:pt idx="463">
                  <c:v>33521</c:v>
                </c:pt>
                <c:pt idx="464">
                  <c:v>33522</c:v>
                </c:pt>
                <c:pt idx="465">
                  <c:v>33525</c:v>
                </c:pt>
                <c:pt idx="466">
                  <c:v>33526</c:v>
                </c:pt>
                <c:pt idx="467">
                  <c:v>33527</c:v>
                </c:pt>
                <c:pt idx="468">
                  <c:v>33528</c:v>
                </c:pt>
                <c:pt idx="469">
                  <c:v>33529</c:v>
                </c:pt>
                <c:pt idx="470">
                  <c:v>33532</c:v>
                </c:pt>
                <c:pt idx="471">
                  <c:v>33533</c:v>
                </c:pt>
                <c:pt idx="472">
                  <c:v>33534</c:v>
                </c:pt>
                <c:pt idx="473">
                  <c:v>33535</c:v>
                </c:pt>
                <c:pt idx="474">
                  <c:v>33536</c:v>
                </c:pt>
                <c:pt idx="475">
                  <c:v>33539</c:v>
                </c:pt>
                <c:pt idx="476">
                  <c:v>33540</c:v>
                </c:pt>
                <c:pt idx="477">
                  <c:v>33541</c:v>
                </c:pt>
                <c:pt idx="478">
                  <c:v>33542</c:v>
                </c:pt>
                <c:pt idx="479">
                  <c:v>33543</c:v>
                </c:pt>
                <c:pt idx="480">
                  <c:v>33546</c:v>
                </c:pt>
                <c:pt idx="481">
                  <c:v>33547</c:v>
                </c:pt>
                <c:pt idx="482">
                  <c:v>33548</c:v>
                </c:pt>
                <c:pt idx="483">
                  <c:v>33549</c:v>
                </c:pt>
                <c:pt idx="484">
                  <c:v>33550</c:v>
                </c:pt>
                <c:pt idx="485">
                  <c:v>33553</c:v>
                </c:pt>
                <c:pt idx="486">
                  <c:v>33554</c:v>
                </c:pt>
                <c:pt idx="487">
                  <c:v>33555</c:v>
                </c:pt>
                <c:pt idx="488">
                  <c:v>33556</c:v>
                </c:pt>
                <c:pt idx="489">
                  <c:v>33557</c:v>
                </c:pt>
                <c:pt idx="490">
                  <c:v>33560</c:v>
                </c:pt>
                <c:pt idx="491">
                  <c:v>33561</c:v>
                </c:pt>
                <c:pt idx="492">
                  <c:v>33562</c:v>
                </c:pt>
                <c:pt idx="493">
                  <c:v>33563</c:v>
                </c:pt>
                <c:pt idx="494">
                  <c:v>33564</c:v>
                </c:pt>
                <c:pt idx="495">
                  <c:v>33567</c:v>
                </c:pt>
                <c:pt idx="496">
                  <c:v>33568</c:v>
                </c:pt>
                <c:pt idx="497">
                  <c:v>33569</c:v>
                </c:pt>
                <c:pt idx="498">
                  <c:v>33570</c:v>
                </c:pt>
                <c:pt idx="499">
                  <c:v>33571</c:v>
                </c:pt>
                <c:pt idx="500">
                  <c:v>33574</c:v>
                </c:pt>
                <c:pt idx="501">
                  <c:v>33575</c:v>
                </c:pt>
                <c:pt idx="502">
                  <c:v>33576</c:v>
                </c:pt>
                <c:pt idx="503">
                  <c:v>33577</c:v>
                </c:pt>
                <c:pt idx="504">
                  <c:v>33578</c:v>
                </c:pt>
                <c:pt idx="505">
                  <c:v>33581</c:v>
                </c:pt>
                <c:pt idx="506">
                  <c:v>33582</c:v>
                </c:pt>
                <c:pt idx="507">
                  <c:v>33583</c:v>
                </c:pt>
                <c:pt idx="508">
                  <c:v>33584</c:v>
                </c:pt>
                <c:pt idx="509">
                  <c:v>33585</c:v>
                </c:pt>
                <c:pt idx="510">
                  <c:v>33588</c:v>
                </c:pt>
                <c:pt idx="511">
                  <c:v>33589</c:v>
                </c:pt>
                <c:pt idx="512">
                  <c:v>33590</c:v>
                </c:pt>
                <c:pt idx="513">
                  <c:v>33591</c:v>
                </c:pt>
                <c:pt idx="514">
                  <c:v>33592</c:v>
                </c:pt>
                <c:pt idx="515">
                  <c:v>33595</c:v>
                </c:pt>
                <c:pt idx="516">
                  <c:v>33596</c:v>
                </c:pt>
                <c:pt idx="517">
                  <c:v>33597</c:v>
                </c:pt>
                <c:pt idx="518">
                  <c:v>33598</c:v>
                </c:pt>
                <c:pt idx="519">
                  <c:v>33599</c:v>
                </c:pt>
                <c:pt idx="520">
                  <c:v>33602</c:v>
                </c:pt>
                <c:pt idx="521">
                  <c:v>33603</c:v>
                </c:pt>
                <c:pt idx="522">
                  <c:v>33604</c:v>
                </c:pt>
                <c:pt idx="523">
                  <c:v>33605</c:v>
                </c:pt>
                <c:pt idx="524">
                  <c:v>33606</c:v>
                </c:pt>
                <c:pt idx="525">
                  <c:v>33609</c:v>
                </c:pt>
                <c:pt idx="526">
                  <c:v>33610</c:v>
                </c:pt>
                <c:pt idx="527">
                  <c:v>33611</c:v>
                </c:pt>
                <c:pt idx="528">
                  <c:v>33612</c:v>
                </c:pt>
                <c:pt idx="529">
                  <c:v>33613</c:v>
                </c:pt>
                <c:pt idx="530">
                  <c:v>33616</c:v>
                </c:pt>
                <c:pt idx="531">
                  <c:v>33617</c:v>
                </c:pt>
                <c:pt idx="532">
                  <c:v>33618</c:v>
                </c:pt>
                <c:pt idx="533">
                  <c:v>33619</c:v>
                </c:pt>
                <c:pt idx="534">
                  <c:v>33620</c:v>
                </c:pt>
                <c:pt idx="535">
                  <c:v>33623</c:v>
                </c:pt>
                <c:pt idx="536">
                  <c:v>33624</c:v>
                </c:pt>
                <c:pt idx="537">
                  <c:v>33625</c:v>
                </c:pt>
                <c:pt idx="538">
                  <c:v>33626</c:v>
                </c:pt>
                <c:pt idx="539">
                  <c:v>33627</c:v>
                </c:pt>
                <c:pt idx="540">
                  <c:v>33630</c:v>
                </c:pt>
                <c:pt idx="541">
                  <c:v>33631</c:v>
                </c:pt>
                <c:pt idx="542">
                  <c:v>33632</c:v>
                </c:pt>
                <c:pt idx="543">
                  <c:v>33633</c:v>
                </c:pt>
                <c:pt idx="544">
                  <c:v>33634</c:v>
                </c:pt>
                <c:pt idx="545">
                  <c:v>33637</c:v>
                </c:pt>
                <c:pt idx="546">
                  <c:v>33638</c:v>
                </c:pt>
                <c:pt idx="547">
                  <c:v>33639</c:v>
                </c:pt>
                <c:pt idx="548">
                  <c:v>33640</c:v>
                </c:pt>
                <c:pt idx="549">
                  <c:v>33641</c:v>
                </c:pt>
                <c:pt idx="550">
                  <c:v>33644</c:v>
                </c:pt>
                <c:pt idx="551">
                  <c:v>33645</c:v>
                </c:pt>
                <c:pt idx="552">
                  <c:v>33646</c:v>
                </c:pt>
                <c:pt idx="553">
                  <c:v>33647</c:v>
                </c:pt>
                <c:pt idx="554">
                  <c:v>33648</c:v>
                </c:pt>
                <c:pt idx="555">
                  <c:v>33651</c:v>
                </c:pt>
                <c:pt idx="556">
                  <c:v>33652</c:v>
                </c:pt>
                <c:pt idx="557">
                  <c:v>33653</c:v>
                </c:pt>
                <c:pt idx="558">
                  <c:v>33654</c:v>
                </c:pt>
                <c:pt idx="559">
                  <c:v>33655</c:v>
                </c:pt>
                <c:pt idx="560">
                  <c:v>33658</c:v>
                </c:pt>
                <c:pt idx="561">
                  <c:v>33659</c:v>
                </c:pt>
                <c:pt idx="562">
                  <c:v>33660</c:v>
                </c:pt>
                <c:pt idx="563">
                  <c:v>33661</c:v>
                </c:pt>
                <c:pt idx="564">
                  <c:v>33662</c:v>
                </c:pt>
                <c:pt idx="565">
                  <c:v>33665</c:v>
                </c:pt>
                <c:pt idx="566">
                  <c:v>33666</c:v>
                </c:pt>
                <c:pt idx="567">
                  <c:v>33667</c:v>
                </c:pt>
                <c:pt idx="568">
                  <c:v>33668</c:v>
                </c:pt>
                <c:pt idx="569">
                  <c:v>33669</c:v>
                </c:pt>
                <c:pt idx="570">
                  <c:v>33672</c:v>
                </c:pt>
                <c:pt idx="571">
                  <c:v>33673</c:v>
                </c:pt>
                <c:pt idx="572">
                  <c:v>33674</c:v>
                </c:pt>
                <c:pt idx="573">
                  <c:v>33675</c:v>
                </c:pt>
                <c:pt idx="574">
                  <c:v>33676</c:v>
                </c:pt>
                <c:pt idx="575">
                  <c:v>33679</c:v>
                </c:pt>
                <c:pt idx="576">
                  <c:v>33680</c:v>
                </c:pt>
                <c:pt idx="577">
                  <c:v>33681</c:v>
                </c:pt>
                <c:pt idx="578">
                  <c:v>33682</c:v>
                </c:pt>
                <c:pt idx="579">
                  <c:v>33683</c:v>
                </c:pt>
                <c:pt idx="580">
                  <c:v>33686</c:v>
                </c:pt>
                <c:pt idx="581">
                  <c:v>33687</c:v>
                </c:pt>
                <c:pt idx="582">
                  <c:v>33688</c:v>
                </c:pt>
                <c:pt idx="583">
                  <c:v>33689</c:v>
                </c:pt>
                <c:pt idx="584">
                  <c:v>33690</c:v>
                </c:pt>
                <c:pt idx="585">
                  <c:v>33693</c:v>
                </c:pt>
                <c:pt idx="586">
                  <c:v>33694</c:v>
                </c:pt>
                <c:pt idx="587">
                  <c:v>33695</c:v>
                </c:pt>
                <c:pt idx="588">
                  <c:v>33696</c:v>
                </c:pt>
                <c:pt idx="589">
                  <c:v>33697</c:v>
                </c:pt>
                <c:pt idx="590">
                  <c:v>33700</c:v>
                </c:pt>
                <c:pt idx="591">
                  <c:v>33701</c:v>
                </c:pt>
                <c:pt idx="592">
                  <c:v>33702</c:v>
                </c:pt>
                <c:pt idx="593">
                  <c:v>33703</c:v>
                </c:pt>
                <c:pt idx="594">
                  <c:v>33704</c:v>
                </c:pt>
                <c:pt idx="595">
                  <c:v>33707</c:v>
                </c:pt>
                <c:pt idx="596">
                  <c:v>33708</c:v>
                </c:pt>
                <c:pt idx="597">
                  <c:v>33709</c:v>
                </c:pt>
                <c:pt idx="598">
                  <c:v>33710</c:v>
                </c:pt>
                <c:pt idx="599">
                  <c:v>33711</c:v>
                </c:pt>
                <c:pt idx="600">
                  <c:v>33714</c:v>
                </c:pt>
                <c:pt idx="601">
                  <c:v>33715</c:v>
                </c:pt>
                <c:pt idx="602">
                  <c:v>33716</c:v>
                </c:pt>
                <c:pt idx="603">
                  <c:v>33717</c:v>
                </c:pt>
                <c:pt idx="604">
                  <c:v>33718</c:v>
                </c:pt>
                <c:pt idx="605">
                  <c:v>33721</c:v>
                </c:pt>
                <c:pt idx="606">
                  <c:v>33722</c:v>
                </c:pt>
                <c:pt idx="607">
                  <c:v>33723</c:v>
                </c:pt>
                <c:pt idx="608">
                  <c:v>33724</c:v>
                </c:pt>
                <c:pt idx="609">
                  <c:v>33725</c:v>
                </c:pt>
                <c:pt idx="610">
                  <c:v>33728</c:v>
                </c:pt>
                <c:pt idx="611">
                  <c:v>33729</c:v>
                </c:pt>
                <c:pt idx="612">
                  <c:v>33730</c:v>
                </c:pt>
                <c:pt idx="613">
                  <c:v>33731</c:v>
                </c:pt>
                <c:pt idx="614">
                  <c:v>33732</c:v>
                </c:pt>
                <c:pt idx="615">
                  <c:v>33735</c:v>
                </c:pt>
                <c:pt idx="616">
                  <c:v>33736</c:v>
                </c:pt>
                <c:pt idx="617">
                  <c:v>33737</c:v>
                </c:pt>
                <c:pt idx="618">
                  <c:v>33738</c:v>
                </c:pt>
                <c:pt idx="619">
                  <c:v>33739</c:v>
                </c:pt>
                <c:pt idx="620">
                  <c:v>33742</c:v>
                </c:pt>
                <c:pt idx="621">
                  <c:v>33743</c:v>
                </c:pt>
                <c:pt idx="622">
                  <c:v>33744</c:v>
                </c:pt>
                <c:pt idx="623">
                  <c:v>33745</c:v>
                </c:pt>
                <c:pt idx="624">
                  <c:v>33746</c:v>
                </c:pt>
                <c:pt idx="625">
                  <c:v>33749</c:v>
                </c:pt>
                <c:pt idx="626">
                  <c:v>33750</c:v>
                </c:pt>
                <c:pt idx="627">
                  <c:v>33751</c:v>
                </c:pt>
                <c:pt idx="628">
                  <c:v>33752</c:v>
                </c:pt>
                <c:pt idx="629">
                  <c:v>33753</c:v>
                </c:pt>
                <c:pt idx="630">
                  <c:v>33756</c:v>
                </c:pt>
                <c:pt idx="631">
                  <c:v>33757</c:v>
                </c:pt>
                <c:pt idx="632">
                  <c:v>33758</c:v>
                </c:pt>
                <c:pt idx="633">
                  <c:v>33759</c:v>
                </c:pt>
                <c:pt idx="634">
                  <c:v>33760</c:v>
                </c:pt>
                <c:pt idx="635">
                  <c:v>33763</c:v>
                </c:pt>
                <c:pt idx="636">
                  <c:v>33764</c:v>
                </c:pt>
                <c:pt idx="637">
                  <c:v>33765</c:v>
                </c:pt>
                <c:pt idx="638">
                  <c:v>33766</c:v>
                </c:pt>
                <c:pt idx="639">
                  <c:v>33767</c:v>
                </c:pt>
                <c:pt idx="640">
                  <c:v>33770</c:v>
                </c:pt>
                <c:pt idx="641">
                  <c:v>33771</c:v>
                </c:pt>
                <c:pt idx="642">
                  <c:v>33772</c:v>
                </c:pt>
                <c:pt idx="643">
                  <c:v>33773</c:v>
                </c:pt>
                <c:pt idx="644">
                  <c:v>33774</c:v>
                </c:pt>
                <c:pt idx="645">
                  <c:v>33777</c:v>
                </c:pt>
                <c:pt idx="646">
                  <c:v>33778</c:v>
                </c:pt>
                <c:pt idx="647">
                  <c:v>33779</c:v>
                </c:pt>
                <c:pt idx="648">
                  <c:v>33780</c:v>
                </c:pt>
                <c:pt idx="649">
                  <c:v>33781</c:v>
                </c:pt>
                <c:pt idx="650">
                  <c:v>33784</c:v>
                </c:pt>
                <c:pt idx="651">
                  <c:v>33785</c:v>
                </c:pt>
                <c:pt idx="652">
                  <c:v>33786</c:v>
                </c:pt>
                <c:pt idx="653">
                  <c:v>33787</c:v>
                </c:pt>
                <c:pt idx="654">
                  <c:v>33788</c:v>
                </c:pt>
                <c:pt idx="655">
                  <c:v>33791</c:v>
                </c:pt>
                <c:pt idx="656">
                  <c:v>33792</c:v>
                </c:pt>
                <c:pt idx="657">
                  <c:v>33793</c:v>
                </c:pt>
                <c:pt idx="658">
                  <c:v>33794</c:v>
                </c:pt>
                <c:pt idx="659">
                  <c:v>33795</c:v>
                </c:pt>
                <c:pt idx="660">
                  <c:v>33798</c:v>
                </c:pt>
                <c:pt idx="661">
                  <c:v>33799</c:v>
                </c:pt>
                <c:pt idx="662">
                  <c:v>33800</c:v>
                </c:pt>
                <c:pt idx="663">
                  <c:v>33801</c:v>
                </c:pt>
                <c:pt idx="664">
                  <c:v>33802</c:v>
                </c:pt>
                <c:pt idx="665">
                  <c:v>33805</c:v>
                </c:pt>
                <c:pt idx="666">
                  <c:v>33806</c:v>
                </c:pt>
                <c:pt idx="667">
                  <c:v>33807</c:v>
                </c:pt>
                <c:pt idx="668">
                  <c:v>33808</c:v>
                </c:pt>
                <c:pt idx="669">
                  <c:v>33809</c:v>
                </c:pt>
                <c:pt idx="670">
                  <c:v>33812</c:v>
                </c:pt>
                <c:pt idx="671">
                  <c:v>33813</c:v>
                </c:pt>
                <c:pt idx="672">
                  <c:v>33814</c:v>
                </c:pt>
                <c:pt idx="673">
                  <c:v>33815</c:v>
                </c:pt>
                <c:pt idx="674">
                  <c:v>33816</c:v>
                </c:pt>
                <c:pt idx="675">
                  <c:v>33819</c:v>
                </c:pt>
                <c:pt idx="676">
                  <c:v>33820</c:v>
                </c:pt>
                <c:pt idx="677">
                  <c:v>33821</c:v>
                </c:pt>
                <c:pt idx="678">
                  <c:v>33822</c:v>
                </c:pt>
                <c:pt idx="679">
                  <c:v>33823</c:v>
                </c:pt>
                <c:pt idx="680">
                  <c:v>33826</c:v>
                </c:pt>
                <c:pt idx="681">
                  <c:v>33827</c:v>
                </c:pt>
                <c:pt idx="682">
                  <c:v>33828</c:v>
                </c:pt>
                <c:pt idx="683">
                  <c:v>33829</c:v>
                </c:pt>
                <c:pt idx="684">
                  <c:v>33830</c:v>
                </c:pt>
                <c:pt idx="685">
                  <c:v>33833</c:v>
                </c:pt>
                <c:pt idx="686">
                  <c:v>33834</c:v>
                </c:pt>
                <c:pt idx="687">
                  <c:v>33835</c:v>
                </c:pt>
                <c:pt idx="688">
                  <c:v>33836</c:v>
                </c:pt>
                <c:pt idx="689">
                  <c:v>33837</c:v>
                </c:pt>
                <c:pt idx="690">
                  <c:v>33840</c:v>
                </c:pt>
                <c:pt idx="691">
                  <c:v>33841</c:v>
                </c:pt>
                <c:pt idx="692">
                  <c:v>33842</c:v>
                </c:pt>
                <c:pt idx="693">
                  <c:v>33843</c:v>
                </c:pt>
                <c:pt idx="694">
                  <c:v>33844</c:v>
                </c:pt>
                <c:pt idx="695">
                  <c:v>33847</c:v>
                </c:pt>
                <c:pt idx="696">
                  <c:v>33848</c:v>
                </c:pt>
                <c:pt idx="697">
                  <c:v>33849</c:v>
                </c:pt>
                <c:pt idx="698">
                  <c:v>33850</c:v>
                </c:pt>
                <c:pt idx="699">
                  <c:v>33851</c:v>
                </c:pt>
                <c:pt idx="700">
                  <c:v>33854</c:v>
                </c:pt>
                <c:pt idx="701">
                  <c:v>33855</c:v>
                </c:pt>
                <c:pt idx="702">
                  <c:v>33856</c:v>
                </c:pt>
                <c:pt idx="703">
                  <c:v>33857</c:v>
                </c:pt>
                <c:pt idx="704">
                  <c:v>33858</c:v>
                </c:pt>
                <c:pt idx="705">
                  <c:v>33861</c:v>
                </c:pt>
                <c:pt idx="706">
                  <c:v>33862</c:v>
                </c:pt>
                <c:pt idx="707">
                  <c:v>33863</c:v>
                </c:pt>
                <c:pt idx="708">
                  <c:v>33864</c:v>
                </c:pt>
                <c:pt idx="709">
                  <c:v>33865</c:v>
                </c:pt>
                <c:pt idx="710">
                  <c:v>33868</c:v>
                </c:pt>
                <c:pt idx="711">
                  <c:v>33869</c:v>
                </c:pt>
                <c:pt idx="712">
                  <c:v>33870</c:v>
                </c:pt>
                <c:pt idx="713">
                  <c:v>33871</c:v>
                </c:pt>
                <c:pt idx="714">
                  <c:v>33872</c:v>
                </c:pt>
                <c:pt idx="715">
                  <c:v>33875</c:v>
                </c:pt>
                <c:pt idx="716">
                  <c:v>33876</c:v>
                </c:pt>
                <c:pt idx="717">
                  <c:v>33877</c:v>
                </c:pt>
                <c:pt idx="718">
                  <c:v>33878</c:v>
                </c:pt>
                <c:pt idx="719">
                  <c:v>33879</c:v>
                </c:pt>
                <c:pt idx="720">
                  <c:v>33882</c:v>
                </c:pt>
                <c:pt idx="721">
                  <c:v>33883</c:v>
                </c:pt>
                <c:pt idx="722">
                  <c:v>33884</c:v>
                </c:pt>
                <c:pt idx="723">
                  <c:v>33885</c:v>
                </c:pt>
                <c:pt idx="724">
                  <c:v>33886</c:v>
                </c:pt>
                <c:pt idx="725">
                  <c:v>33889</c:v>
                </c:pt>
                <c:pt idx="726">
                  <c:v>33890</c:v>
                </c:pt>
                <c:pt idx="727">
                  <c:v>33891</c:v>
                </c:pt>
                <c:pt idx="728">
                  <c:v>33892</c:v>
                </c:pt>
                <c:pt idx="729">
                  <c:v>33893</c:v>
                </c:pt>
                <c:pt idx="730">
                  <c:v>33896</c:v>
                </c:pt>
                <c:pt idx="731">
                  <c:v>33897</c:v>
                </c:pt>
                <c:pt idx="732">
                  <c:v>33898</c:v>
                </c:pt>
                <c:pt idx="733">
                  <c:v>33899</c:v>
                </c:pt>
                <c:pt idx="734">
                  <c:v>33900</c:v>
                </c:pt>
                <c:pt idx="735">
                  <c:v>33903</c:v>
                </c:pt>
                <c:pt idx="736">
                  <c:v>33904</c:v>
                </c:pt>
                <c:pt idx="737">
                  <c:v>33905</c:v>
                </c:pt>
                <c:pt idx="738">
                  <c:v>33906</c:v>
                </c:pt>
                <c:pt idx="739">
                  <c:v>33907</c:v>
                </c:pt>
                <c:pt idx="740">
                  <c:v>33910</c:v>
                </c:pt>
                <c:pt idx="741">
                  <c:v>33911</c:v>
                </c:pt>
                <c:pt idx="742">
                  <c:v>33912</c:v>
                </c:pt>
                <c:pt idx="743">
                  <c:v>33913</c:v>
                </c:pt>
                <c:pt idx="744">
                  <c:v>33914</c:v>
                </c:pt>
                <c:pt idx="745">
                  <c:v>33917</c:v>
                </c:pt>
                <c:pt idx="746">
                  <c:v>33918</c:v>
                </c:pt>
                <c:pt idx="747">
                  <c:v>33919</c:v>
                </c:pt>
                <c:pt idx="748">
                  <c:v>33920</c:v>
                </c:pt>
                <c:pt idx="749">
                  <c:v>33921</c:v>
                </c:pt>
                <c:pt idx="750">
                  <c:v>33924</c:v>
                </c:pt>
                <c:pt idx="751">
                  <c:v>33925</c:v>
                </c:pt>
                <c:pt idx="752">
                  <c:v>33926</c:v>
                </c:pt>
                <c:pt idx="753">
                  <c:v>33927</c:v>
                </c:pt>
                <c:pt idx="754">
                  <c:v>33928</c:v>
                </c:pt>
                <c:pt idx="755">
                  <c:v>33931</c:v>
                </c:pt>
                <c:pt idx="756">
                  <c:v>33932</c:v>
                </c:pt>
                <c:pt idx="757">
                  <c:v>33933</c:v>
                </c:pt>
                <c:pt idx="758">
                  <c:v>33934</c:v>
                </c:pt>
                <c:pt idx="759">
                  <c:v>33935</c:v>
                </c:pt>
                <c:pt idx="760">
                  <c:v>33938</c:v>
                </c:pt>
                <c:pt idx="761">
                  <c:v>33939</c:v>
                </c:pt>
                <c:pt idx="762">
                  <c:v>33940</c:v>
                </c:pt>
                <c:pt idx="763">
                  <c:v>33941</c:v>
                </c:pt>
                <c:pt idx="764">
                  <c:v>33942</c:v>
                </c:pt>
                <c:pt idx="765">
                  <c:v>33945</c:v>
                </c:pt>
                <c:pt idx="766">
                  <c:v>33946</c:v>
                </c:pt>
                <c:pt idx="767">
                  <c:v>33947</c:v>
                </c:pt>
                <c:pt idx="768">
                  <c:v>33948</c:v>
                </c:pt>
                <c:pt idx="769">
                  <c:v>33949</c:v>
                </c:pt>
                <c:pt idx="770">
                  <c:v>33952</c:v>
                </c:pt>
                <c:pt idx="771">
                  <c:v>33953</c:v>
                </c:pt>
                <c:pt idx="772">
                  <c:v>33954</c:v>
                </c:pt>
                <c:pt idx="773">
                  <c:v>33955</c:v>
                </c:pt>
                <c:pt idx="774">
                  <c:v>33956</c:v>
                </c:pt>
                <c:pt idx="775">
                  <c:v>33959</c:v>
                </c:pt>
                <c:pt idx="776">
                  <c:v>33960</c:v>
                </c:pt>
                <c:pt idx="777">
                  <c:v>33961</c:v>
                </c:pt>
                <c:pt idx="778">
                  <c:v>33962</c:v>
                </c:pt>
                <c:pt idx="779">
                  <c:v>33963</c:v>
                </c:pt>
                <c:pt idx="780">
                  <c:v>33966</c:v>
                </c:pt>
                <c:pt idx="781">
                  <c:v>33967</c:v>
                </c:pt>
                <c:pt idx="782">
                  <c:v>33968</c:v>
                </c:pt>
                <c:pt idx="783">
                  <c:v>33969</c:v>
                </c:pt>
                <c:pt idx="784">
                  <c:v>33970</c:v>
                </c:pt>
                <c:pt idx="785">
                  <c:v>33973</c:v>
                </c:pt>
                <c:pt idx="786">
                  <c:v>33974</c:v>
                </c:pt>
                <c:pt idx="787">
                  <c:v>33975</c:v>
                </c:pt>
                <c:pt idx="788">
                  <c:v>33976</c:v>
                </c:pt>
                <c:pt idx="789">
                  <c:v>33977</c:v>
                </c:pt>
                <c:pt idx="790">
                  <c:v>33980</c:v>
                </c:pt>
                <c:pt idx="791">
                  <c:v>33981</c:v>
                </c:pt>
                <c:pt idx="792">
                  <c:v>33982</c:v>
                </c:pt>
                <c:pt idx="793">
                  <c:v>33983</c:v>
                </c:pt>
                <c:pt idx="794">
                  <c:v>33984</c:v>
                </c:pt>
                <c:pt idx="795">
                  <c:v>33987</c:v>
                </c:pt>
                <c:pt idx="796">
                  <c:v>33988</c:v>
                </c:pt>
                <c:pt idx="797">
                  <c:v>33989</c:v>
                </c:pt>
                <c:pt idx="798">
                  <c:v>33990</c:v>
                </c:pt>
                <c:pt idx="799">
                  <c:v>33991</c:v>
                </c:pt>
                <c:pt idx="800">
                  <c:v>33994</c:v>
                </c:pt>
                <c:pt idx="801">
                  <c:v>33995</c:v>
                </c:pt>
                <c:pt idx="802">
                  <c:v>33996</c:v>
                </c:pt>
                <c:pt idx="803">
                  <c:v>33997</c:v>
                </c:pt>
                <c:pt idx="804">
                  <c:v>33998</c:v>
                </c:pt>
                <c:pt idx="805">
                  <c:v>34001</c:v>
                </c:pt>
                <c:pt idx="806">
                  <c:v>34002</c:v>
                </c:pt>
                <c:pt idx="807">
                  <c:v>34003</c:v>
                </c:pt>
                <c:pt idx="808">
                  <c:v>34004</c:v>
                </c:pt>
                <c:pt idx="809">
                  <c:v>34005</c:v>
                </c:pt>
                <c:pt idx="810">
                  <c:v>34008</c:v>
                </c:pt>
                <c:pt idx="811">
                  <c:v>34009</c:v>
                </c:pt>
                <c:pt idx="812">
                  <c:v>34010</c:v>
                </c:pt>
                <c:pt idx="813">
                  <c:v>34011</c:v>
                </c:pt>
                <c:pt idx="814">
                  <c:v>34012</c:v>
                </c:pt>
                <c:pt idx="815">
                  <c:v>34015</c:v>
                </c:pt>
                <c:pt idx="816">
                  <c:v>34016</c:v>
                </c:pt>
                <c:pt idx="817">
                  <c:v>34017</c:v>
                </c:pt>
                <c:pt idx="818">
                  <c:v>34018</c:v>
                </c:pt>
                <c:pt idx="819">
                  <c:v>34019</c:v>
                </c:pt>
                <c:pt idx="820">
                  <c:v>34022</c:v>
                </c:pt>
                <c:pt idx="821">
                  <c:v>34023</c:v>
                </c:pt>
                <c:pt idx="822">
                  <c:v>34024</c:v>
                </c:pt>
                <c:pt idx="823">
                  <c:v>34025</c:v>
                </c:pt>
                <c:pt idx="824">
                  <c:v>34026</c:v>
                </c:pt>
                <c:pt idx="825">
                  <c:v>34029</c:v>
                </c:pt>
                <c:pt idx="826">
                  <c:v>34030</c:v>
                </c:pt>
                <c:pt idx="827">
                  <c:v>34031</c:v>
                </c:pt>
                <c:pt idx="828">
                  <c:v>34032</c:v>
                </c:pt>
                <c:pt idx="829">
                  <c:v>34033</c:v>
                </c:pt>
                <c:pt idx="830">
                  <c:v>34036</c:v>
                </c:pt>
                <c:pt idx="831">
                  <c:v>34037</c:v>
                </c:pt>
                <c:pt idx="832">
                  <c:v>34038</c:v>
                </c:pt>
                <c:pt idx="833">
                  <c:v>34039</c:v>
                </c:pt>
                <c:pt idx="834">
                  <c:v>34040</c:v>
                </c:pt>
                <c:pt idx="835">
                  <c:v>34043</c:v>
                </c:pt>
                <c:pt idx="836">
                  <c:v>34044</c:v>
                </c:pt>
                <c:pt idx="837">
                  <c:v>34045</c:v>
                </c:pt>
                <c:pt idx="838">
                  <c:v>34046</c:v>
                </c:pt>
                <c:pt idx="839">
                  <c:v>34047</c:v>
                </c:pt>
                <c:pt idx="840">
                  <c:v>34050</c:v>
                </c:pt>
                <c:pt idx="841">
                  <c:v>34051</c:v>
                </c:pt>
                <c:pt idx="842">
                  <c:v>34052</c:v>
                </c:pt>
                <c:pt idx="843">
                  <c:v>34053</c:v>
                </c:pt>
                <c:pt idx="844">
                  <c:v>34054</c:v>
                </c:pt>
                <c:pt idx="845">
                  <c:v>34057</c:v>
                </c:pt>
                <c:pt idx="846">
                  <c:v>34058</c:v>
                </c:pt>
                <c:pt idx="847">
                  <c:v>34059</c:v>
                </c:pt>
                <c:pt idx="848">
                  <c:v>34060</c:v>
                </c:pt>
                <c:pt idx="849">
                  <c:v>34061</c:v>
                </c:pt>
                <c:pt idx="850">
                  <c:v>34064</c:v>
                </c:pt>
                <c:pt idx="851">
                  <c:v>34065</c:v>
                </c:pt>
                <c:pt idx="852">
                  <c:v>34066</c:v>
                </c:pt>
                <c:pt idx="853">
                  <c:v>34067</c:v>
                </c:pt>
                <c:pt idx="854">
                  <c:v>34068</c:v>
                </c:pt>
                <c:pt idx="855">
                  <c:v>34071</c:v>
                </c:pt>
                <c:pt idx="856">
                  <c:v>34072</c:v>
                </c:pt>
                <c:pt idx="857">
                  <c:v>34073</c:v>
                </c:pt>
                <c:pt idx="858">
                  <c:v>34074</c:v>
                </c:pt>
                <c:pt idx="859">
                  <c:v>34075</c:v>
                </c:pt>
                <c:pt idx="860">
                  <c:v>34078</c:v>
                </c:pt>
                <c:pt idx="861">
                  <c:v>34079</c:v>
                </c:pt>
                <c:pt idx="862">
                  <c:v>34080</c:v>
                </c:pt>
                <c:pt idx="863">
                  <c:v>34081</c:v>
                </c:pt>
                <c:pt idx="864">
                  <c:v>34082</c:v>
                </c:pt>
                <c:pt idx="865">
                  <c:v>34085</c:v>
                </c:pt>
                <c:pt idx="866">
                  <c:v>34086</c:v>
                </c:pt>
                <c:pt idx="867">
                  <c:v>34087</c:v>
                </c:pt>
                <c:pt idx="868">
                  <c:v>34088</c:v>
                </c:pt>
                <c:pt idx="869">
                  <c:v>34089</c:v>
                </c:pt>
                <c:pt idx="870">
                  <c:v>34092</c:v>
                </c:pt>
                <c:pt idx="871">
                  <c:v>34093</c:v>
                </c:pt>
                <c:pt idx="872">
                  <c:v>34094</c:v>
                </c:pt>
                <c:pt idx="873">
                  <c:v>34095</c:v>
                </c:pt>
                <c:pt idx="874">
                  <c:v>34096</c:v>
                </c:pt>
                <c:pt idx="875">
                  <c:v>34099</c:v>
                </c:pt>
                <c:pt idx="876">
                  <c:v>34100</c:v>
                </c:pt>
                <c:pt idx="877">
                  <c:v>34101</c:v>
                </c:pt>
                <c:pt idx="878">
                  <c:v>34102</c:v>
                </c:pt>
                <c:pt idx="879">
                  <c:v>34103</c:v>
                </c:pt>
                <c:pt idx="880">
                  <c:v>34106</c:v>
                </c:pt>
                <c:pt idx="881">
                  <c:v>34107</c:v>
                </c:pt>
                <c:pt idx="882">
                  <c:v>34108</c:v>
                </c:pt>
                <c:pt idx="883">
                  <c:v>34109</c:v>
                </c:pt>
                <c:pt idx="884">
                  <c:v>34110</c:v>
                </c:pt>
                <c:pt idx="885">
                  <c:v>34113</c:v>
                </c:pt>
                <c:pt idx="886">
                  <c:v>34114</c:v>
                </c:pt>
                <c:pt idx="887">
                  <c:v>34115</c:v>
                </c:pt>
                <c:pt idx="888">
                  <c:v>34116</c:v>
                </c:pt>
                <c:pt idx="889">
                  <c:v>34117</c:v>
                </c:pt>
                <c:pt idx="890">
                  <c:v>34120</c:v>
                </c:pt>
                <c:pt idx="891">
                  <c:v>34121</c:v>
                </c:pt>
                <c:pt idx="892">
                  <c:v>34122</c:v>
                </c:pt>
                <c:pt idx="893">
                  <c:v>34123</c:v>
                </c:pt>
                <c:pt idx="894">
                  <c:v>34124</c:v>
                </c:pt>
                <c:pt idx="895">
                  <c:v>34127</c:v>
                </c:pt>
                <c:pt idx="896">
                  <c:v>34128</c:v>
                </c:pt>
                <c:pt idx="897">
                  <c:v>34129</c:v>
                </c:pt>
                <c:pt idx="898">
                  <c:v>34130</c:v>
                </c:pt>
                <c:pt idx="899">
                  <c:v>34131</c:v>
                </c:pt>
                <c:pt idx="900">
                  <c:v>34134</c:v>
                </c:pt>
                <c:pt idx="901">
                  <c:v>34135</c:v>
                </c:pt>
                <c:pt idx="902">
                  <c:v>34136</c:v>
                </c:pt>
                <c:pt idx="903">
                  <c:v>34137</c:v>
                </c:pt>
                <c:pt idx="904">
                  <c:v>34138</c:v>
                </c:pt>
                <c:pt idx="905">
                  <c:v>34141</c:v>
                </c:pt>
                <c:pt idx="906">
                  <c:v>34142</c:v>
                </c:pt>
                <c:pt idx="907">
                  <c:v>34143</c:v>
                </c:pt>
                <c:pt idx="908">
                  <c:v>34144</c:v>
                </c:pt>
                <c:pt idx="909">
                  <c:v>34145</c:v>
                </c:pt>
                <c:pt idx="910">
                  <c:v>34148</c:v>
                </c:pt>
                <c:pt idx="911">
                  <c:v>34149</c:v>
                </c:pt>
                <c:pt idx="912">
                  <c:v>34150</c:v>
                </c:pt>
                <c:pt idx="913">
                  <c:v>34151</c:v>
                </c:pt>
                <c:pt idx="914">
                  <c:v>34152</c:v>
                </c:pt>
                <c:pt idx="915">
                  <c:v>34155</c:v>
                </c:pt>
                <c:pt idx="916">
                  <c:v>34156</c:v>
                </c:pt>
                <c:pt idx="917">
                  <c:v>34157</c:v>
                </c:pt>
                <c:pt idx="918">
                  <c:v>34158</c:v>
                </c:pt>
                <c:pt idx="919">
                  <c:v>34159</c:v>
                </c:pt>
                <c:pt idx="920">
                  <c:v>34162</c:v>
                </c:pt>
                <c:pt idx="921">
                  <c:v>34163</c:v>
                </c:pt>
                <c:pt idx="922">
                  <c:v>34164</c:v>
                </c:pt>
                <c:pt idx="923">
                  <c:v>34165</c:v>
                </c:pt>
                <c:pt idx="924">
                  <c:v>34166</c:v>
                </c:pt>
                <c:pt idx="925">
                  <c:v>34169</c:v>
                </c:pt>
                <c:pt idx="926">
                  <c:v>34170</c:v>
                </c:pt>
                <c:pt idx="927">
                  <c:v>34171</c:v>
                </c:pt>
                <c:pt idx="928">
                  <c:v>34172</c:v>
                </c:pt>
                <c:pt idx="929">
                  <c:v>34173</c:v>
                </c:pt>
                <c:pt idx="930">
                  <c:v>34176</c:v>
                </c:pt>
                <c:pt idx="931">
                  <c:v>34177</c:v>
                </c:pt>
                <c:pt idx="932">
                  <c:v>34178</c:v>
                </c:pt>
                <c:pt idx="933">
                  <c:v>34179</c:v>
                </c:pt>
                <c:pt idx="934">
                  <c:v>34180</c:v>
                </c:pt>
                <c:pt idx="935">
                  <c:v>34183</c:v>
                </c:pt>
                <c:pt idx="936">
                  <c:v>34184</c:v>
                </c:pt>
                <c:pt idx="937">
                  <c:v>34185</c:v>
                </c:pt>
                <c:pt idx="938">
                  <c:v>34186</c:v>
                </c:pt>
                <c:pt idx="939">
                  <c:v>34187</c:v>
                </c:pt>
                <c:pt idx="940">
                  <c:v>34190</c:v>
                </c:pt>
                <c:pt idx="941">
                  <c:v>34191</c:v>
                </c:pt>
                <c:pt idx="942">
                  <c:v>34192</c:v>
                </c:pt>
                <c:pt idx="943">
                  <c:v>34193</c:v>
                </c:pt>
                <c:pt idx="944">
                  <c:v>34194</c:v>
                </c:pt>
                <c:pt idx="945">
                  <c:v>34197</c:v>
                </c:pt>
                <c:pt idx="946">
                  <c:v>34198</c:v>
                </c:pt>
                <c:pt idx="947">
                  <c:v>34199</c:v>
                </c:pt>
                <c:pt idx="948">
                  <c:v>34200</c:v>
                </c:pt>
                <c:pt idx="949">
                  <c:v>34201</c:v>
                </c:pt>
                <c:pt idx="950">
                  <c:v>34204</c:v>
                </c:pt>
                <c:pt idx="951">
                  <c:v>34205</c:v>
                </c:pt>
                <c:pt idx="952">
                  <c:v>34206</c:v>
                </c:pt>
                <c:pt idx="953">
                  <c:v>34207</c:v>
                </c:pt>
                <c:pt idx="954">
                  <c:v>34208</c:v>
                </c:pt>
                <c:pt idx="955">
                  <c:v>34211</c:v>
                </c:pt>
                <c:pt idx="956">
                  <c:v>34212</c:v>
                </c:pt>
                <c:pt idx="957">
                  <c:v>34213</c:v>
                </c:pt>
                <c:pt idx="958">
                  <c:v>34214</c:v>
                </c:pt>
                <c:pt idx="959">
                  <c:v>34215</c:v>
                </c:pt>
                <c:pt idx="960">
                  <c:v>34218</c:v>
                </c:pt>
                <c:pt idx="961">
                  <c:v>34219</c:v>
                </c:pt>
                <c:pt idx="962">
                  <c:v>34220</c:v>
                </c:pt>
                <c:pt idx="963">
                  <c:v>34221</c:v>
                </c:pt>
                <c:pt idx="964">
                  <c:v>34222</c:v>
                </c:pt>
                <c:pt idx="965">
                  <c:v>34225</c:v>
                </c:pt>
                <c:pt idx="966">
                  <c:v>34226</c:v>
                </c:pt>
                <c:pt idx="967">
                  <c:v>34227</c:v>
                </c:pt>
                <c:pt idx="968">
                  <c:v>34228</c:v>
                </c:pt>
                <c:pt idx="969">
                  <c:v>34229</c:v>
                </c:pt>
                <c:pt idx="970">
                  <c:v>34232</c:v>
                </c:pt>
                <c:pt idx="971">
                  <c:v>34233</c:v>
                </c:pt>
                <c:pt idx="972">
                  <c:v>34234</c:v>
                </c:pt>
                <c:pt idx="973">
                  <c:v>34235</c:v>
                </c:pt>
                <c:pt idx="974">
                  <c:v>34236</c:v>
                </c:pt>
                <c:pt idx="975">
                  <c:v>34239</c:v>
                </c:pt>
                <c:pt idx="976">
                  <c:v>34240</c:v>
                </c:pt>
                <c:pt idx="977">
                  <c:v>34241</c:v>
                </c:pt>
                <c:pt idx="978">
                  <c:v>34242</c:v>
                </c:pt>
                <c:pt idx="979">
                  <c:v>34243</c:v>
                </c:pt>
                <c:pt idx="980">
                  <c:v>34246</c:v>
                </c:pt>
                <c:pt idx="981">
                  <c:v>34247</c:v>
                </c:pt>
                <c:pt idx="982">
                  <c:v>34248</c:v>
                </c:pt>
                <c:pt idx="983">
                  <c:v>34249</c:v>
                </c:pt>
                <c:pt idx="984">
                  <c:v>34250</c:v>
                </c:pt>
                <c:pt idx="985">
                  <c:v>34253</c:v>
                </c:pt>
                <c:pt idx="986">
                  <c:v>34254</c:v>
                </c:pt>
                <c:pt idx="987">
                  <c:v>34255</c:v>
                </c:pt>
                <c:pt idx="988">
                  <c:v>34256</c:v>
                </c:pt>
                <c:pt idx="989">
                  <c:v>34257</c:v>
                </c:pt>
                <c:pt idx="990">
                  <c:v>34260</c:v>
                </c:pt>
                <c:pt idx="991">
                  <c:v>34261</c:v>
                </c:pt>
                <c:pt idx="992">
                  <c:v>34262</c:v>
                </c:pt>
                <c:pt idx="993">
                  <c:v>34263</c:v>
                </c:pt>
                <c:pt idx="994">
                  <c:v>34264</c:v>
                </c:pt>
                <c:pt idx="995">
                  <c:v>34267</c:v>
                </c:pt>
                <c:pt idx="996">
                  <c:v>34268</c:v>
                </c:pt>
                <c:pt idx="997">
                  <c:v>34269</c:v>
                </c:pt>
                <c:pt idx="998">
                  <c:v>34270</c:v>
                </c:pt>
                <c:pt idx="999">
                  <c:v>34271</c:v>
                </c:pt>
                <c:pt idx="1000">
                  <c:v>34274</c:v>
                </c:pt>
                <c:pt idx="1001">
                  <c:v>34275</c:v>
                </c:pt>
                <c:pt idx="1002">
                  <c:v>34276</c:v>
                </c:pt>
                <c:pt idx="1003">
                  <c:v>34277</c:v>
                </c:pt>
                <c:pt idx="1004">
                  <c:v>34278</c:v>
                </c:pt>
                <c:pt idx="1005">
                  <c:v>34281</c:v>
                </c:pt>
                <c:pt idx="1006">
                  <c:v>34282</c:v>
                </c:pt>
                <c:pt idx="1007">
                  <c:v>34283</c:v>
                </c:pt>
                <c:pt idx="1008">
                  <c:v>34284</c:v>
                </c:pt>
                <c:pt idx="1009">
                  <c:v>34285</c:v>
                </c:pt>
                <c:pt idx="1010">
                  <c:v>34288</c:v>
                </c:pt>
                <c:pt idx="1011">
                  <c:v>34289</c:v>
                </c:pt>
                <c:pt idx="1012">
                  <c:v>34290</c:v>
                </c:pt>
                <c:pt idx="1013">
                  <c:v>34291</c:v>
                </c:pt>
                <c:pt idx="1014">
                  <c:v>34292</c:v>
                </c:pt>
                <c:pt idx="1015">
                  <c:v>34295</c:v>
                </c:pt>
                <c:pt idx="1016">
                  <c:v>34296</c:v>
                </c:pt>
                <c:pt idx="1017">
                  <c:v>34297</c:v>
                </c:pt>
                <c:pt idx="1018">
                  <c:v>34298</c:v>
                </c:pt>
                <c:pt idx="1019">
                  <c:v>34299</c:v>
                </c:pt>
                <c:pt idx="1020">
                  <c:v>34302</c:v>
                </c:pt>
                <c:pt idx="1021">
                  <c:v>34303</c:v>
                </c:pt>
                <c:pt idx="1022">
                  <c:v>34304</c:v>
                </c:pt>
                <c:pt idx="1023">
                  <c:v>34305</c:v>
                </c:pt>
                <c:pt idx="1024">
                  <c:v>34306</c:v>
                </c:pt>
                <c:pt idx="1025">
                  <c:v>34309</c:v>
                </c:pt>
                <c:pt idx="1026">
                  <c:v>34310</c:v>
                </c:pt>
                <c:pt idx="1027">
                  <c:v>34311</c:v>
                </c:pt>
                <c:pt idx="1028">
                  <c:v>34312</c:v>
                </c:pt>
                <c:pt idx="1029">
                  <c:v>34313</c:v>
                </c:pt>
                <c:pt idx="1030">
                  <c:v>34316</c:v>
                </c:pt>
                <c:pt idx="1031">
                  <c:v>34317</c:v>
                </c:pt>
                <c:pt idx="1032">
                  <c:v>34318</c:v>
                </c:pt>
                <c:pt idx="1033">
                  <c:v>34319</c:v>
                </c:pt>
                <c:pt idx="1034">
                  <c:v>34320</c:v>
                </c:pt>
                <c:pt idx="1035">
                  <c:v>34323</c:v>
                </c:pt>
                <c:pt idx="1036">
                  <c:v>34324</c:v>
                </c:pt>
                <c:pt idx="1037">
                  <c:v>34325</c:v>
                </c:pt>
                <c:pt idx="1038">
                  <c:v>34326</c:v>
                </c:pt>
                <c:pt idx="1039">
                  <c:v>34327</c:v>
                </c:pt>
                <c:pt idx="1040">
                  <c:v>34330</c:v>
                </c:pt>
                <c:pt idx="1041">
                  <c:v>34331</c:v>
                </c:pt>
                <c:pt idx="1042">
                  <c:v>34332</c:v>
                </c:pt>
                <c:pt idx="1043">
                  <c:v>34333</c:v>
                </c:pt>
                <c:pt idx="1044">
                  <c:v>34334</c:v>
                </c:pt>
                <c:pt idx="1045">
                  <c:v>34337</c:v>
                </c:pt>
                <c:pt idx="1046">
                  <c:v>34338</c:v>
                </c:pt>
                <c:pt idx="1047">
                  <c:v>34339</c:v>
                </c:pt>
                <c:pt idx="1048">
                  <c:v>34340</c:v>
                </c:pt>
                <c:pt idx="1049">
                  <c:v>34341</c:v>
                </c:pt>
                <c:pt idx="1050">
                  <c:v>34344</c:v>
                </c:pt>
                <c:pt idx="1051">
                  <c:v>34345</c:v>
                </c:pt>
                <c:pt idx="1052">
                  <c:v>34346</c:v>
                </c:pt>
                <c:pt idx="1053">
                  <c:v>34347</c:v>
                </c:pt>
                <c:pt idx="1054">
                  <c:v>34348</c:v>
                </c:pt>
                <c:pt idx="1055">
                  <c:v>34351</c:v>
                </c:pt>
                <c:pt idx="1056">
                  <c:v>34352</c:v>
                </c:pt>
                <c:pt idx="1057">
                  <c:v>34353</c:v>
                </c:pt>
                <c:pt idx="1058">
                  <c:v>34354</c:v>
                </c:pt>
                <c:pt idx="1059">
                  <c:v>34355</c:v>
                </c:pt>
                <c:pt idx="1060">
                  <c:v>34358</c:v>
                </c:pt>
                <c:pt idx="1061">
                  <c:v>34359</c:v>
                </c:pt>
                <c:pt idx="1062">
                  <c:v>34360</c:v>
                </c:pt>
                <c:pt idx="1063">
                  <c:v>34361</c:v>
                </c:pt>
                <c:pt idx="1064">
                  <c:v>34362</c:v>
                </c:pt>
                <c:pt idx="1065">
                  <c:v>34365</c:v>
                </c:pt>
                <c:pt idx="1066">
                  <c:v>34366</c:v>
                </c:pt>
                <c:pt idx="1067">
                  <c:v>34367</c:v>
                </c:pt>
                <c:pt idx="1068">
                  <c:v>34368</c:v>
                </c:pt>
                <c:pt idx="1069">
                  <c:v>34369</c:v>
                </c:pt>
                <c:pt idx="1070">
                  <c:v>34372</c:v>
                </c:pt>
                <c:pt idx="1071">
                  <c:v>34373</c:v>
                </c:pt>
                <c:pt idx="1072">
                  <c:v>34374</c:v>
                </c:pt>
                <c:pt idx="1073">
                  <c:v>34375</c:v>
                </c:pt>
                <c:pt idx="1074">
                  <c:v>34376</c:v>
                </c:pt>
                <c:pt idx="1075">
                  <c:v>34379</c:v>
                </c:pt>
                <c:pt idx="1076">
                  <c:v>34380</c:v>
                </c:pt>
                <c:pt idx="1077">
                  <c:v>34381</c:v>
                </c:pt>
                <c:pt idx="1078">
                  <c:v>34382</c:v>
                </c:pt>
                <c:pt idx="1079">
                  <c:v>34383</c:v>
                </c:pt>
                <c:pt idx="1080">
                  <c:v>34386</c:v>
                </c:pt>
                <c:pt idx="1081">
                  <c:v>34387</c:v>
                </c:pt>
                <c:pt idx="1082">
                  <c:v>34388</c:v>
                </c:pt>
                <c:pt idx="1083">
                  <c:v>34389</c:v>
                </c:pt>
                <c:pt idx="1084">
                  <c:v>34390</c:v>
                </c:pt>
                <c:pt idx="1085">
                  <c:v>34393</c:v>
                </c:pt>
                <c:pt idx="1086">
                  <c:v>34394</c:v>
                </c:pt>
                <c:pt idx="1087">
                  <c:v>34395</c:v>
                </c:pt>
                <c:pt idx="1088">
                  <c:v>34396</c:v>
                </c:pt>
                <c:pt idx="1089">
                  <c:v>34397</c:v>
                </c:pt>
                <c:pt idx="1090">
                  <c:v>34400</c:v>
                </c:pt>
                <c:pt idx="1091">
                  <c:v>34401</c:v>
                </c:pt>
                <c:pt idx="1092">
                  <c:v>34402</c:v>
                </c:pt>
                <c:pt idx="1093">
                  <c:v>34403</c:v>
                </c:pt>
                <c:pt idx="1094">
                  <c:v>34404</c:v>
                </c:pt>
                <c:pt idx="1095">
                  <c:v>34407</c:v>
                </c:pt>
                <c:pt idx="1096">
                  <c:v>34408</c:v>
                </c:pt>
                <c:pt idx="1097">
                  <c:v>34409</c:v>
                </c:pt>
                <c:pt idx="1098">
                  <c:v>34410</c:v>
                </c:pt>
                <c:pt idx="1099">
                  <c:v>34411</c:v>
                </c:pt>
                <c:pt idx="1100">
                  <c:v>34414</c:v>
                </c:pt>
                <c:pt idx="1101">
                  <c:v>34415</c:v>
                </c:pt>
                <c:pt idx="1102">
                  <c:v>34416</c:v>
                </c:pt>
                <c:pt idx="1103">
                  <c:v>34417</c:v>
                </c:pt>
                <c:pt idx="1104">
                  <c:v>34418</c:v>
                </c:pt>
                <c:pt idx="1105">
                  <c:v>34421</c:v>
                </c:pt>
                <c:pt idx="1106">
                  <c:v>34422</c:v>
                </c:pt>
                <c:pt idx="1107">
                  <c:v>34423</c:v>
                </c:pt>
                <c:pt idx="1108">
                  <c:v>34424</c:v>
                </c:pt>
                <c:pt idx="1109">
                  <c:v>34425</c:v>
                </c:pt>
                <c:pt idx="1110">
                  <c:v>34428</c:v>
                </c:pt>
                <c:pt idx="1111">
                  <c:v>34429</c:v>
                </c:pt>
                <c:pt idx="1112">
                  <c:v>34430</c:v>
                </c:pt>
                <c:pt idx="1113">
                  <c:v>34431</c:v>
                </c:pt>
                <c:pt idx="1114">
                  <c:v>34432</c:v>
                </c:pt>
                <c:pt idx="1115">
                  <c:v>34435</c:v>
                </c:pt>
                <c:pt idx="1116">
                  <c:v>34436</c:v>
                </c:pt>
                <c:pt idx="1117">
                  <c:v>34437</c:v>
                </c:pt>
                <c:pt idx="1118">
                  <c:v>34438</c:v>
                </c:pt>
                <c:pt idx="1119">
                  <c:v>34439</c:v>
                </c:pt>
                <c:pt idx="1120">
                  <c:v>34442</c:v>
                </c:pt>
                <c:pt idx="1121">
                  <c:v>34443</c:v>
                </c:pt>
                <c:pt idx="1122">
                  <c:v>34444</c:v>
                </c:pt>
                <c:pt idx="1123">
                  <c:v>34445</c:v>
                </c:pt>
                <c:pt idx="1124">
                  <c:v>34446</c:v>
                </c:pt>
                <c:pt idx="1125">
                  <c:v>34449</c:v>
                </c:pt>
                <c:pt idx="1126">
                  <c:v>34450</c:v>
                </c:pt>
                <c:pt idx="1127">
                  <c:v>34451</c:v>
                </c:pt>
                <c:pt idx="1128">
                  <c:v>34452</c:v>
                </c:pt>
                <c:pt idx="1129">
                  <c:v>34453</c:v>
                </c:pt>
                <c:pt idx="1130">
                  <c:v>34456</c:v>
                </c:pt>
                <c:pt idx="1131">
                  <c:v>34457</c:v>
                </c:pt>
                <c:pt idx="1132">
                  <c:v>34458</c:v>
                </c:pt>
                <c:pt idx="1133">
                  <c:v>34459</c:v>
                </c:pt>
                <c:pt idx="1134">
                  <c:v>34460</c:v>
                </c:pt>
                <c:pt idx="1135">
                  <c:v>34463</c:v>
                </c:pt>
                <c:pt idx="1136">
                  <c:v>34464</c:v>
                </c:pt>
                <c:pt idx="1137">
                  <c:v>34465</c:v>
                </c:pt>
                <c:pt idx="1138">
                  <c:v>34466</c:v>
                </c:pt>
                <c:pt idx="1139">
                  <c:v>34467</c:v>
                </c:pt>
                <c:pt idx="1140">
                  <c:v>34470</c:v>
                </c:pt>
                <c:pt idx="1141">
                  <c:v>34471</c:v>
                </c:pt>
                <c:pt idx="1142">
                  <c:v>34472</c:v>
                </c:pt>
                <c:pt idx="1143">
                  <c:v>34473</c:v>
                </c:pt>
                <c:pt idx="1144">
                  <c:v>34474</c:v>
                </c:pt>
                <c:pt idx="1145">
                  <c:v>34477</c:v>
                </c:pt>
                <c:pt idx="1146">
                  <c:v>34478</c:v>
                </c:pt>
                <c:pt idx="1147">
                  <c:v>34479</c:v>
                </c:pt>
                <c:pt idx="1148">
                  <c:v>34480</c:v>
                </c:pt>
                <c:pt idx="1149">
                  <c:v>34481</c:v>
                </c:pt>
                <c:pt idx="1150">
                  <c:v>34484</c:v>
                </c:pt>
                <c:pt idx="1151">
                  <c:v>34485</c:v>
                </c:pt>
                <c:pt idx="1152">
                  <c:v>34486</c:v>
                </c:pt>
                <c:pt idx="1153">
                  <c:v>34487</c:v>
                </c:pt>
                <c:pt idx="1154">
                  <c:v>34488</c:v>
                </c:pt>
                <c:pt idx="1155">
                  <c:v>34491</c:v>
                </c:pt>
                <c:pt idx="1156">
                  <c:v>34492</c:v>
                </c:pt>
                <c:pt idx="1157">
                  <c:v>34493</c:v>
                </c:pt>
                <c:pt idx="1158">
                  <c:v>34494</c:v>
                </c:pt>
                <c:pt idx="1159">
                  <c:v>34495</c:v>
                </c:pt>
                <c:pt idx="1160">
                  <c:v>34498</c:v>
                </c:pt>
                <c:pt idx="1161">
                  <c:v>34499</c:v>
                </c:pt>
                <c:pt idx="1162">
                  <c:v>34500</c:v>
                </c:pt>
                <c:pt idx="1163">
                  <c:v>34501</c:v>
                </c:pt>
                <c:pt idx="1164">
                  <c:v>34502</c:v>
                </c:pt>
                <c:pt idx="1165">
                  <c:v>34505</c:v>
                </c:pt>
                <c:pt idx="1166">
                  <c:v>34506</c:v>
                </c:pt>
                <c:pt idx="1167">
                  <c:v>34507</c:v>
                </c:pt>
                <c:pt idx="1168">
                  <c:v>34508</c:v>
                </c:pt>
                <c:pt idx="1169">
                  <c:v>34509</c:v>
                </c:pt>
                <c:pt idx="1170">
                  <c:v>34512</c:v>
                </c:pt>
                <c:pt idx="1171">
                  <c:v>34513</c:v>
                </c:pt>
                <c:pt idx="1172">
                  <c:v>34514</c:v>
                </c:pt>
                <c:pt idx="1173">
                  <c:v>34515</c:v>
                </c:pt>
                <c:pt idx="1174">
                  <c:v>34516</c:v>
                </c:pt>
                <c:pt idx="1175">
                  <c:v>34519</c:v>
                </c:pt>
                <c:pt idx="1176">
                  <c:v>34520</c:v>
                </c:pt>
                <c:pt idx="1177">
                  <c:v>34521</c:v>
                </c:pt>
                <c:pt idx="1178">
                  <c:v>34522</c:v>
                </c:pt>
                <c:pt idx="1179">
                  <c:v>34523</c:v>
                </c:pt>
                <c:pt idx="1180">
                  <c:v>34526</c:v>
                </c:pt>
                <c:pt idx="1181">
                  <c:v>34527</c:v>
                </c:pt>
                <c:pt idx="1182">
                  <c:v>34528</c:v>
                </c:pt>
                <c:pt idx="1183">
                  <c:v>34529</c:v>
                </c:pt>
                <c:pt idx="1184">
                  <c:v>34530</c:v>
                </c:pt>
                <c:pt idx="1185">
                  <c:v>34533</c:v>
                </c:pt>
                <c:pt idx="1186">
                  <c:v>34534</c:v>
                </c:pt>
                <c:pt idx="1187">
                  <c:v>34535</c:v>
                </c:pt>
                <c:pt idx="1188">
                  <c:v>34536</c:v>
                </c:pt>
                <c:pt idx="1189">
                  <c:v>34537</c:v>
                </c:pt>
                <c:pt idx="1190">
                  <c:v>34540</c:v>
                </c:pt>
                <c:pt idx="1191">
                  <c:v>34541</c:v>
                </c:pt>
                <c:pt idx="1192">
                  <c:v>34542</c:v>
                </c:pt>
                <c:pt idx="1193">
                  <c:v>34543</c:v>
                </c:pt>
                <c:pt idx="1194">
                  <c:v>34544</c:v>
                </c:pt>
                <c:pt idx="1195">
                  <c:v>34547</c:v>
                </c:pt>
                <c:pt idx="1196">
                  <c:v>34548</c:v>
                </c:pt>
                <c:pt idx="1197">
                  <c:v>34549</c:v>
                </c:pt>
                <c:pt idx="1198">
                  <c:v>34550</c:v>
                </c:pt>
                <c:pt idx="1199">
                  <c:v>34551</c:v>
                </c:pt>
                <c:pt idx="1200">
                  <c:v>34554</c:v>
                </c:pt>
                <c:pt idx="1201">
                  <c:v>34555</c:v>
                </c:pt>
                <c:pt idx="1202">
                  <c:v>34556</c:v>
                </c:pt>
                <c:pt idx="1203">
                  <c:v>34557</c:v>
                </c:pt>
                <c:pt idx="1204">
                  <c:v>34558</c:v>
                </c:pt>
                <c:pt idx="1205">
                  <c:v>34561</c:v>
                </c:pt>
                <c:pt idx="1206">
                  <c:v>34562</c:v>
                </c:pt>
                <c:pt idx="1207">
                  <c:v>34563</c:v>
                </c:pt>
                <c:pt idx="1208">
                  <c:v>34564</c:v>
                </c:pt>
                <c:pt idx="1209">
                  <c:v>34565</c:v>
                </c:pt>
                <c:pt idx="1210">
                  <c:v>34568</c:v>
                </c:pt>
                <c:pt idx="1211">
                  <c:v>34569</c:v>
                </c:pt>
                <c:pt idx="1212">
                  <c:v>34570</c:v>
                </c:pt>
                <c:pt idx="1213">
                  <c:v>34571</c:v>
                </c:pt>
                <c:pt idx="1214">
                  <c:v>34572</c:v>
                </c:pt>
                <c:pt idx="1215">
                  <c:v>34575</c:v>
                </c:pt>
                <c:pt idx="1216">
                  <c:v>34576</c:v>
                </c:pt>
                <c:pt idx="1217">
                  <c:v>34577</c:v>
                </c:pt>
                <c:pt idx="1218">
                  <c:v>34578</c:v>
                </c:pt>
                <c:pt idx="1219">
                  <c:v>34579</c:v>
                </c:pt>
                <c:pt idx="1220">
                  <c:v>34582</c:v>
                </c:pt>
                <c:pt idx="1221">
                  <c:v>34583</c:v>
                </c:pt>
                <c:pt idx="1222">
                  <c:v>34584</c:v>
                </c:pt>
                <c:pt idx="1223">
                  <c:v>34585</c:v>
                </c:pt>
                <c:pt idx="1224">
                  <c:v>34586</c:v>
                </c:pt>
                <c:pt idx="1225">
                  <c:v>34589</c:v>
                </c:pt>
                <c:pt idx="1226">
                  <c:v>34590</c:v>
                </c:pt>
                <c:pt idx="1227">
                  <c:v>34591</c:v>
                </c:pt>
                <c:pt idx="1228">
                  <c:v>34592</c:v>
                </c:pt>
                <c:pt idx="1229">
                  <c:v>34593</c:v>
                </c:pt>
                <c:pt idx="1230">
                  <c:v>34596</c:v>
                </c:pt>
                <c:pt idx="1231">
                  <c:v>34597</c:v>
                </c:pt>
                <c:pt idx="1232">
                  <c:v>34598</c:v>
                </c:pt>
                <c:pt idx="1233">
                  <c:v>34599</c:v>
                </c:pt>
                <c:pt idx="1234">
                  <c:v>34600</c:v>
                </c:pt>
                <c:pt idx="1235">
                  <c:v>34603</c:v>
                </c:pt>
                <c:pt idx="1236">
                  <c:v>34604</c:v>
                </c:pt>
                <c:pt idx="1237">
                  <c:v>34605</c:v>
                </c:pt>
                <c:pt idx="1238">
                  <c:v>34606</c:v>
                </c:pt>
                <c:pt idx="1239">
                  <c:v>34607</c:v>
                </c:pt>
                <c:pt idx="1240">
                  <c:v>34610</c:v>
                </c:pt>
                <c:pt idx="1241">
                  <c:v>34611</c:v>
                </c:pt>
                <c:pt idx="1242">
                  <c:v>34612</c:v>
                </c:pt>
                <c:pt idx="1243">
                  <c:v>34613</c:v>
                </c:pt>
                <c:pt idx="1244">
                  <c:v>34614</c:v>
                </c:pt>
                <c:pt idx="1245">
                  <c:v>34617</c:v>
                </c:pt>
                <c:pt idx="1246">
                  <c:v>34618</c:v>
                </c:pt>
                <c:pt idx="1247">
                  <c:v>34619</c:v>
                </c:pt>
                <c:pt idx="1248">
                  <c:v>34620</c:v>
                </c:pt>
                <c:pt idx="1249">
                  <c:v>34621</c:v>
                </c:pt>
                <c:pt idx="1250">
                  <c:v>34624</c:v>
                </c:pt>
                <c:pt idx="1251">
                  <c:v>34625</c:v>
                </c:pt>
                <c:pt idx="1252">
                  <c:v>34626</c:v>
                </c:pt>
                <c:pt idx="1253">
                  <c:v>34627</c:v>
                </c:pt>
                <c:pt idx="1254">
                  <c:v>34628</c:v>
                </c:pt>
                <c:pt idx="1255">
                  <c:v>34631</c:v>
                </c:pt>
                <c:pt idx="1256">
                  <c:v>34632</c:v>
                </c:pt>
                <c:pt idx="1257">
                  <c:v>34633</c:v>
                </c:pt>
                <c:pt idx="1258">
                  <c:v>34634</c:v>
                </c:pt>
                <c:pt idx="1259">
                  <c:v>34635</c:v>
                </c:pt>
                <c:pt idx="1260">
                  <c:v>34638</c:v>
                </c:pt>
                <c:pt idx="1261">
                  <c:v>34639</c:v>
                </c:pt>
                <c:pt idx="1262">
                  <c:v>34640</c:v>
                </c:pt>
                <c:pt idx="1263">
                  <c:v>34641</c:v>
                </c:pt>
                <c:pt idx="1264">
                  <c:v>34642</c:v>
                </c:pt>
                <c:pt idx="1265">
                  <c:v>34645</c:v>
                </c:pt>
                <c:pt idx="1266">
                  <c:v>34646</c:v>
                </c:pt>
                <c:pt idx="1267">
                  <c:v>34647</c:v>
                </c:pt>
                <c:pt idx="1268">
                  <c:v>34648</c:v>
                </c:pt>
                <c:pt idx="1269">
                  <c:v>34649</c:v>
                </c:pt>
                <c:pt idx="1270">
                  <c:v>34652</c:v>
                </c:pt>
                <c:pt idx="1271">
                  <c:v>34653</c:v>
                </c:pt>
                <c:pt idx="1272">
                  <c:v>34654</c:v>
                </c:pt>
                <c:pt idx="1273">
                  <c:v>34655</c:v>
                </c:pt>
                <c:pt idx="1274">
                  <c:v>34656</c:v>
                </c:pt>
                <c:pt idx="1275">
                  <c:v>34659</c:v>
                </c:pt>
                <c:pt idx="1276">
                  <c:v>34660</c:v>
                </c:pt>
                <c:pt idx="1277">
                  <c:v>34661</c:v>
                </c:pt>
                <c:pt idx="1278">
                  <c:v>34662</c:v>
                </c:pt>
                <c:pt idx="1279">
                  <c:v>34663</c:v>
                </c:pt>
                <c:pt idx="1280">
                  <c:v>34666</c:v>
                </c:pt>
                <c:pt idx="1281">
                  <c:v>34667</c:v>
                </c:pt>
                <c:pt idx="1282">
                  <c:v>34668</c:v>
                </c:pt>
                <c:pt idx="1283">
                  <c:v>34669</c:v>
                </c:pt>
                <c:pt idx="1284">
                  <c:v>34670</c:v>
                </c:pt>
                <c:pt idx="1285">
                  <c:v>34673</c:v>
                </c:pt>
                <c:pt idx="1286">
                  <c:v>34674</c:v>
                </c:pt>
                <c:pt idx="1287">
                  <c:v>34675</c:v>
                </c:pt>
                <c:pt idx="1288">
                  <c:v>34676</c:v>
                </c:pt>
                <c:pt idx="1289">
                  <c:v>34677</c:v>
                </c:pt>
                <c:pt idx="1290">
                  <c:v>34680</c:v>
                </c:pt>
                <c:pt idx="1291">
                  <c:v>34681</c:v>
                </c:pt>
                <c:pt idx="1292">
                  <c:v>34682</c:v>
                </c:pt>
                <c:pt idx="1293">
                  <c:v>34683</c:v>
                </c:pt>
                <c:pt idx="1294">
                  <c:v>34684</c:v>
                </c:pt>
                <c:pt idx="1295">
                  <c:v>34687</c:v>
                </c:pt>
                <c:pt idx="1296">
                  <c:v>34688</c:v>
                </c:pt>
                <c:pt idx="1297">
                  <c:v>34689</c:v>
                </c:pt>
                <c:pt idx="1298">
                  <c:v>34690</c:v>
                </c:pt>
                <c:pt idx="1299">
                  <c:v>34691</c:v>
                </c:pt>
                <c:pt idx="1300">
                  <c:v>34694</c:v>
                </c:pt>
                <c:pt idx="1301">
                  <c:v>34695</c:v>
                </c:pt>
                <c:pt idx="1302">
                  <c:v>34696</c:v>
                </c:pt>
                <c:pt idx="1303">
                  <c:v>34697</c:v>
                </c:pt>
                <c:pt idx="1304">
                  <c:v>34698</c:v>
                </c:pt>
                <c:pt idx="1305">
                  <c:v>34701</c:v>
                </c:pt>
                <c:pt idx="1306">
                  <c:v>34702</c:v>
                </c:pt>
                <c:pt idx="1307">
                  <c:v>34703</c:v>
                </c:pt>
                <c:pt idx="1308">
                  <c:v>34704</c:v>
                </c:pt>
                <c:pt idx="1309">
                  <c:v>34705</c:v>
                </c:pt>
                <c:pt idx="1310">
                  <c:v>34708</c:v>
                </c:pt>
                <c:pt idx="1311">
                  <c:v>34709</c:v>
                </c:pt>
                <c:pt idx="1312">
                  <c:v>34710</c:v>
                </c:pt>
                <c:pt idx="1313">
                  <c:v>34711</c:v>
                </c:pt>
                <c:pt idx="1314">
                  <c:v>34712</c:v>
                </c:pt>
                <c:pt idx="1315">
                  <c:v>34715</c:v>
                </c:pt>
                <c:pt idx="1316">
                  <c:v>34716</c:v>
                </c:pt>
                <c:pt idx="1317">
                  <c:v>34717</c:v>
                </c:pt>
                <c:pt idx="1318">
                  <c:v>34718</c:v>
                </c:pt>
                <c:pt idx="1319">
                  <c:v>34719</c:v>
                </c:pt>
                <c:pt idx="1320">
                  <c:v>34722</c:v>
                </c:pt>
                <c:pt idx="1321">
                  <c:v>34723</c:v>
                </c:pt>
                <c:pt idx="1322">
                  <c:v>34724</c:v>
                </c:pt>
                <c:pt idx="1323">
                  <c:v>34725</c:v>
                </c:pt>
                <c:pt idx="1324">
                  <c:v>34726</c:v>
                </c:pt>
                <c:pt idx="1325">
                  <c:v>34729</c:v>
                </c:pt>
                <c:pt idx="1326">
                  <c:v>34730</c:v>
                </c:pt>
                <c:pt idx="1327">
                  <c:v>34731</c:v>
                </c:pt>
                <c:pt idx="1328">
                  <c:v>34732</c:v>
                </c:pt>
                <c:pt idx="1329">
                  <c:v>34733</c:v>
                </c:pt>
                <c:pt idx="1330">
                  <c:v>34736</c:v>
                </c:pt>
                <c:pt idx="1331">
                  <c:v>34737</c:v>
                </c:pt>
                <c:pt idx="1332">
                  <c:v>34738</c:v>
                </c:pt>
                <c:pt idx="1333">
                  <c:v>34739</c:v>
                </c:pt>
                <c:pt idx="1334">
                  <c:v>34740</c:v>
                </c:pt>
                <c:pt idx="1335">
                  <c:v>34743</c:v>
                </c:pt>
                <c:pt idx="1336">
                  <c:v>34744</c:v>
                </c:pt>
                <c:pt idx="1337">
                  <c:v>34745</c:v>
                </c:pt>
                <c:pt idx="1338">
                  <c:v>34746</c:v>
                </c:pt>
                <c:pt idx="1339">
                  <c:v>34747</c:v>
                </c:pt>
                <c:pt idx="1340">
                  <c:v>34750</c:v>
                </c:pt>
                <c:pt idx="1341">
                  <c:v>34751</c:v>
                </c:pt>
                <c:pt idx="1342">
                  <c:v>34752</c:v>
                </c:pt>
                <c:pt idx="1343">
                  <c:v>34753</c:v>
                </c:pt>
                <c:pt idx="1344">
                  <c:v>34754</c:v>
                </c:pt>
                <c:pt idx="1345">
                  <c:v>34757</c:v>
                </c:pt>
                <c:pt idx="1346">
                  <c:v>34758</c:v>
                </c:pt>
                <c:pt idx="1347">
                  <c:v>34759</c:v>
                </c:pt>
                <c:pt idx="1348">
                  <c:v>34760</c:v>
                </c:pt>
                <c:pt idx="1349">
                  <c:v>34761</c:v>
                </c:pt>
                <c:pt idx="1350">
                  <c:v>34764</c:v>
                </c:pt>
                <c:pt idx="1351">
                  <c:v>34765</c:v>
                </c:pt>
                <c:pt idx="1352">
                  <c:v>34766</c:v>
                </c:pt>
                <c:pt idx="1353">
                  <c:v>34767</c:v>
                </c:pt>
                <c:pt idx="1354">
                  <c:v>34768</c:v>
                </c:pt>
                <c:pt idx="1355">
                  <c:v>34771</c:v>
                </c:pt>
                <c:pt idx="1356">
                  <c:v>34772</c:v>
                </c:pt>
                <c:pt idx="1357">
                  <c:v>34773</c:v>
                </c:pt>
                <c:pt idx="1358">
                  <c:v>34774</c:v>
                </c:pt>
                <c:pt idx="1359">
                  <c:v>34775</c:v>
                </c:pt>
                <c:pt idx="1360">
                  <c:v>34778</c:v>
                </c:pt>
                <c:pt idx="1361">
                  <c:v>34779</c:v>
                </c:pt>
                <c:pt idx="1362">
                  <c:v>34780</c:v>
                </c:pt>
                <c:pt idx="1363">
                  <c:v>34781</c:v>
                </c:pt>
                <c:pt idx="1364">
                  <c:v>34782</c:v>
                </c:pt>
                <c:pt idx="1365">
                  <c:v>34785</c:v>
                </c:pt>
                <c:pt idx="1366">
                  <c:v>34786</c:v>
                </c:pt>
                <c:pt idx="1367">
                  <c:v>34787</c:v>
                </c:pt>
                <c:pt idx="1368">
                  <c:v>34788</c:v>
                </c:pt>
                <c:pt idx="1369">
                  <c:v>34789</c:v>
                </c:pt>
                <c:pt idx="1370">
                  <c:v>34792</c:v>
                </c:pt>
                <c:pt idx="1371">
                  <c:v>34793</c:v>
                </c:pt>
                <c:pt idx="1372">
                  <c:v>34794</c:v>
                </c:pt>
                <c:pt idx="1373">
                  <c:v>34795</c:v>
                </c:pt>
                <c:pt idx="1374">
                  <c:v>34796</c:v>
                </c:pt>
                <c:pt idx="1375">
                  <c:v>34799</c:v>
                </c:pt>
                <c:pt idx="1376">
                  <c:v>34800</c:v>
                </c:pt>
                <c:pt idx="1377">
                  <c:v>34801</c:v>
                </c:pt>
                <c:pt idx="1378">
                  <c:v>34802</c:v>
                </c:pt>
                <c:pt idx="1379">
                  <c:v>34803</c:v>
                </c:pt>
                <c:pt idx="1380">
                  <c:v>34806</c:v>
                </c:pt>
                <c:pt idx="1381">
                  <c:v>34807</c:v>
                </c:pt>
                <c:pt idx="1382">
                  <c:v>34808</c:v>
                </c:pt>
                <c:pt idx="1383">
                  <c:v>34809</c:v>
                </c:pt>
                <c:pt idx="1384">
                  <c:v>34810</c:v>
                </c:pt>
                <c:pt idx="1385">
                  <c:v>34813</c:v>
                </c:pt>
                <c:pt idx="1386">
                  <c:v>34814</c:v>
                </c:pt>
                <c:pt idx="1387">
                  <c:v>34815</c:v>
                </c:pt>
                <c:pt idx="1388">
                  <c:v>34816</c:v>
                </c:pt>
                <c:pt idx="1389">
                  <c:v>34817</c:v>
                </c:pt>
                <c:pt idx="1390">
                  <c:v>34820</c:v>
                </c:pt>
                <c:pt idx="1391">
                  <c:v>34821</c:v>
                </c:pt>
                <c:pt idx="1392">
                  <c:v>34822</c:v>
                </c:pt>
                <c:pt idx="1393">
                  <c:v>34823</c:v>
                </c:pt>
                <c:pt idx="1394">
                  <c:v>34824</c:v>
                </c:pt>
                <c:pt idx="1395">
                  <c:v>34827</c:v>
                </c:pt>
                <c:pt idx="1396">
                  <c:v>34828</c:v>
                </c:pt>
                <c:pt idx="1397">
                  <c:v>34829</c:v>
                </c:pt>
                <c:pt idx="1398">
                  <c:v>34830</c:v>
                </c:pt>
                <c:pt idx="1399">
                  <c:v>34831</c:v>
                </c:pt>
                <c:pt idx="1400">
                  <c:v>34834</c:v>
                </c:pt>
                <c:pt idx="1401">
                  <c:v>34835</c:v>
                </c:pt>
                <c:pt idx="1402">
                  <c:v>34836</c:v>
                </c:pt>
                <c:pt idx="1403">
                  <c:v>34837</c:v>
                </c:pt>
                <c:pt idx="1404">
                  <c:v>34838</c:v>
                </c:pt>
                <c:pt idx="1405">
                  <c:v>34841</c:v>
                </c:pt>
                <c:pt idx="1406">
                  <c:v>34842</c:v>
                </c:pt>
                <c:pt idx="1407">
                  <c:v>34843</c:v>
                </c:pt>
                <c:pt idx="1408">
                  <c:v>34844</c:v>
                </c:pt>
                <c:pt idx="1409">
                  <c:v>34845</c:v>
                </c:pt>
                <c:pt idx="1410">
                  <c:v>34848</c:v>
                </c:pt>
                <c:pt idx="1411">
                  <c:v>34849</c:v>
                </c:pt>
                <c:pt idx="1412">
                  <c:v>34850</c:v>
                </c:pt>
                <c:pt idx="1413">
                  <c:v>34851</c:v>
                </c:pt>
                <c:pt idx="1414">
                  <c:v>34852</c:v>
                </c:pt>
                <c:pt idx="1415">
                  <c:v>34855</c:v>
                </c:pt>
                <c:pt idx="1416">
                  <c:v>34856</c:v>
                </c:pt>
                <c:pt idx="1417">
                  <c:v>34857</c:v>
                </c:pt>
                <c:pt idx="1418">
                  <c:v>34858</c:v>
                </c:pt>
                <c:pt idx="1419">
                  <c:v>34859</c:v>
                </c:pt>
                <c:pt idx="1420">
                  <c:v>34862</c:v>
                </c:pt>
                <c:pt idx="1421">
                  <c:v>34863</c:v>
                </c:pt>
                <c:pt idx="1422">
                  <c:v>34864</c:v>
                </c:pt>
                <c:pt idx="1423">
                  <c:v>34865</c:v>
                </c:pt>
                <c:pt idx="1424">
                  <c:v>34866</c:v>
                </c:pt>
                <c:pt idx="1425">
                  <c:v>34869</c:v>
                </c:pt>
                <c:pt idx="1426">
                  <c:v>34870</c:v>
                </c:pt>
                <c:pt idx="1427">
                  <c:v>34871</c:v>
                </c:pt>
                <c:pt idx="1428">
                  <c:v>34872</c:v>
                </c:pt>
                <c:pt idx="1429">
                  <c:v>34873</c:v>
                </c:pt>
                <c:pt idx="1430">
                  <c:v>34876</c:v>
                </c:pt>
                <c:pt idx="1431">
                  <c:v>34877</c:v>
                </c:pt>
                <c:pt idx="1432">
                  <c:v>34878</c:v>
                </c:pt>
                <c:pt idx="1433">
                  <c:v>34879</c:v>
                </c:pt>
                <c:pt idx="1434">
                  <c:v>34880</c:v>
                </c:pt>
                <c:pt idx="1435">
                  <c:v>34883</c:v>
                </c:pt>
                <c:pt idx="1436">
                  <c:v>34884</c:v>
                </c:pt>
                <c:pt idx="1437">
                  <c:v>34885</c:v>
                </c:pt>
                <c:pt idx="1438">
                  <c:v>34886</c:v>
                </c:pt>
                <c:pt idx="1439">
                  <c:v>34887</c:v>
                </c:pt>
                <c:pt idx="1440">
                  <c:v>34890</c:v>
                </c:pt>
                <c:pt idx="1441">
                  <c:v>34891</c:v>
                </c:pt>
                <c:pt idx="1442">
                  <c:v>34892</c:v>
                </c:pt>
                <c:pt idx="1443">
                  <c:v>34893</c:v>
                </c:pt>
                <c:pt idx="1444">
                  <c:v>34894</c:v>
                </c:pt>
                <c:pt idx="1445">
                  <c:v>34897</c:v>
                </c:pt>
                <c:pt idx="1446">
                  <c:v>34898</c:v>
                </c:pt>
                <c:pt idx="1447">
                  <c:v>34899</c:v>
                </c:pt>
                <c:pt idx="1448">
                  <c:v>34900</c:v>
                </c:pt>
                <c:pt idx="1449">
                  <c:v>34901</c:v>
                </c:pt>
                <c:pt idx="1450">
                  <c:v>34904</c:v>
                </c:pt>
                <c:pt idx="1451">
                  <c:v>34905</c:v>
                </c:pt>
                <c:pt idx="1452">
                  <c:v>34906</c:v>
                </c:pt>
                <c:pt idx="1453">
                  <c:v>34907</c:v>
                </c:pt>
                <c:pt idx="1454">
                  <c:v>34908</c:v>
                </c:pt>
                <c:pt idx="1455">
                  <c:v>34911</c:v>
                </c:pt>
                <c:pt idx="1456">
                  <c:v>34912</c:v>
                </c:pt>
                <c:pt idx="1457">
                  <c:v>34913</c:v>
                </c:pt>
                <c:pt idx="1458">
                  <c:v>34914</c:v>
                </c:pt>
                <c:pt idx="1459">
                  <c:v>34915</c:v>
                </c:pt>
                <c:pt idx="1460">
                  <c:v>34918</c:v>
                </c:pt>
                <c:pt idx="1461">
                  <c:v>34919</c:v>
                </c:pt>
                <c:pt idx="1462">
                  <c:v>34920</c:v>
                </c:pt>
                <c:pt idx="1463">
                  <c:v>34921</c:v>
                </c:pt>
                <c:pt idx="1464">
                  <c:v>34922</c:v>
                </c:pt>
                <c:pt idx="1465">
                  <c:v>34925</c:v>
                </c:pt>
                <c:pt idx="1466">
                  <c:v>34926</c:v>
                </c:pt>
                <c:pt idx="1467">
                  <c:v>34927</c:v>
                </c:pt>
                <c:pt idx="1468">
                  <c:v>34928</c:v>
                </c:pt>
                <c:pt idx="1469">
                  <c:v>34929</c:v>
                </c:pt>
                <c:pt idx="1470">
                  <c:v>34932</c:v>
                </c:pt>
                <c:pt idx="1471">
                  <c:v>34933</c:v>
                </c:pt>
                <c:pt idx="1472">
                  <c:v>34934</c:v>
                </c:pt>
                <c:pt idx="1473">
                  <c:v>34935</c:v>
                </c:pt>
                <c:pt idx="1474">
                  <c:v>34936</c:v>
                </c:pt>
                <c:pt idx="1475">
                  <c:v>34939</c:v>
                </c:pt>
                <c:pt idx="1476">
                  <c:v>34940</c:v>
                </c:pt>
                <c:pt idx="1477">
                  <c:v>34941</c:v>
                </c:pt>
                <c:pt idx="1478">
                  <c:v>34942</c:v>
                </c:pt>
                <c:pt idx="1479">
                  <c:v>34943</c:v>
                </c:pt>
                <c:pt idx="1480">
                  <c:v>34946</c:v>
                </c:pt>
                <c:pt idx="1481">
                  <c:v>34947</c:v>
                </c:pt>
                <c:pt idx="1482">
                  <c:v>34948</c:v>
                </c:pt>
                <c:pt idx="1483">
                  <c:v>34949</c:v>
                </c:pt>
                <c:pt idx="1484">
                  <c:v>34950</c:v>
                </c:pt>
                <c:pt idx="1485">
                  <c:v>34953</c:v>
                </c:pt>
                <c:pt idx="1486">
                  <c:v>34954</c:v>
                </c:pt>
                <c:pt idx="1487">
                  <c:v>34955</c:v>
                </c:pt>
                <c:pt idx="1488">
                  <c:v>34956</c:v>
                </c:pt>
                <c:pt idx="1489">
                  <c:v>34957</c:v>
                </c:pt>
                <c:pt idx="1490">
                  <c:v>34960</c:v>
                </c:pt>
                <c:pt idx="1491">
                  <c:v>34961</c:v>
                </c:pt>
                <c:pt idx="1492">
                  <c:v>34962</c:v>
                </c:pt>
                <c:pt idx="1493">
                  <c:v>34963</c:v>
                </c:pt>
                <c:pt idx="1494">
                  <c:v>34964</c:v>
                </c:pt>
                <c:pt idx="1495">
                  <c:v>34967</c:v>
                </c:pt>
                <c:pt idx="1496">
                  <c:v>34968</c:v>
                </c:pt>
                <c:pt idx="1497">
                  <c:v>34969</c:v>
                </c:pt>
                <c:pt idx="1498">
                  <c:v>34970</c:v>
                </c:pt>
                <c:pt idx="1499">
                  <c:v>34971</c:v>
                </c:pt>
                <c:pt idx="1500">
                  <c:v>34974</c:v>
                </c:pt>
                <c:pt idx="1501">
                  <c:v>34975</c:v>
                </c:pt>
                <c:pt idx="1502">
                  <c:v>34976</c:v>
                </c:pt>
                <c:pt idx="1503">
                  <c:v>34977</c:v>
                </c:pt>
                <c:pt idx="1504">
                  <c:v>34978</c:v>
                </c:pt>
                <c:pt idx="1505">
                  <c:v>34981</c:v>
                </c:pt>
                <c:pt idx="1506">
                  <c:v>34982</c:v>
                </c:pt>
                <c:pt idx="1507">
                  <c:v>34983</c:v>
                </c:pt>
                <c:pt idx="1508">
                  <c:v>34984</c:v>
                </c:pt>
                <c:pt idx="1509">
                  <c:v>34985</c:v>
                </c:pt>
                <c:pt idx="1510">
                  <c:v>34988</c:v>
                </c:pt>
                <c:pt idx="1511">
                  <c:v>34989</c:v>
                </c:pt>
                <c:pt idx="1512">
                  <c:v>34990</c:v>
                </c:pt>
                <c:pt idx="1513">
                  <c:v>34991</c:v>
                </c:pt>
                <c:pt idx="1514">
                  <c:v>34992</c:v>
                </c:pt>
                <c:pt idx="1515">
                  <c:v>34995</c:v>
                </c:pt>
                <c:pt idx="1516">
                  <c:v>34996</c:v>
                </c:pt>
                <c:pt idx="1517">
                  <c:v>34997</c:v>
                </c:pt>
                <c:pt idx="1518">
                  <c:v>34998</c:v>
                </c:pt>
                <c:pt idx="1519">
                  <c:v>34999</c:v>
                </c:pt>
                <c:pt idx="1520">
                  <c:v>35002</c:v>
                </c:pt>
                <c:pt idx="1521">
                  <c:v>35003</c:v>
                </c:pt>
                <c:pt idx="1522">
                  <c:v>35004</c:v>
                </c:pt>
                <c:pt idx="1523">
                  <c:v>35005</c:v>
                </c:pt>
                <c:pt idx="1524">
                  <c:v>35006</c:v>
                </c:pt>
                <c:pt idx="1525">
                  <c:v>35009</c:v>
                </c:pt>
                <c:pt idx="1526">
                  <c:v>35010</c:v>
                </c:pt>
                <c:pt idx="1527">
                  <c:v>35011</c:v>
                </c:pt>
                <c:pt idx="1528">
                  <c:v>35012</c:v>
                </c:pt>
                <c:pt idx="1529">
                  <c:v>35013</c:v>
                </c:pt>
                <c:pt idx="1530">
                  <c:v>35016</c:v>
                </c:pt>
                <c:pt idx="1531">
                  <c:v>35017</c:v>
                </c:pt>
                <c:pt idx="1532">
                  <c:v>35018</c:v>
                </c:pt>
                <c:pt idx="1533">
                  <c:v>35019</c:v>
                </c:pt>
                <c:pt idx="1534">
                  <c:v>35020</c:v>
                </c:pt>
                <c:pt idx="1535">
                  <c:v>35023</c:v>
                </c:pt>
                <c:pt idx="1536">
                  <c:v>35024</c:v>
                </c:pt>
                <c:pt idx="1537">
                  <c:v>35025</c:v>
                </c:pt>
                <c:pt idx="1538">
                  <c:v>35026</c:v>
                </c:pt>
                <c:pt idx="1539">
                  <c:v>35027</c:v>
                </c:pt>
                <c:pt idx="1540">
                  <c:v>35030</c:v>
                </c:pt>
                <c:pt idx="1541">
                  <c:v>35031</c:v>
                </c:pt>
                <c:pt idx="1542">
                  <c:v>35032</c:v>
                </c:pt>
                <c:pt idx="1543">
                  <c:v>35033</c:v>
                </c:pt>
                <c:pt idx="1544">
                  <c:v>35034</c:v>
                </c:pt>
                <c:pt idx="1545">
                  <c:v>35037</c:v>
                </c:pt>
                <c:pt idx="1546">
                  <c:v>35038</c:v>
                </c:pt>
                <c:pt idx="1547">
                  <c:v>35039</c:v>
                </c:pt>
                <c:pt idx="1548">
                  <c:v>35040</c:v>
                </c:pt>
                <c:pt idx="1549">
                  <c:v>35041</c:v>
                </c:pt>
                <c:pt idx="1550">
                  <c:v>35044</c:v>
                </c:pt>
                <c:pt idx="1551">
                  <c:v>35045</c:v>
                </c:pt>
                <c:pt idx="1552">
                  <c:v>35046</c:v>
                </c:pt>
                <c:pt idx="1553">
                  <c:v>35047</c:v>
                </c:pt>
                <c:pt idx="1554">
                  <c:v>35048</c:v>
                </c:pt>
                <c:pt idx="1555">
                  <c:v>35051</c:v>
                </c:pt>
                <c:pt idx="1556">
                  <c:v>35052</c:v>
                </c:pt>
                <c:pt idx="1557">
                  <c:v>35053</c:v>
                </c:pt>
                <c:pt idx="1558">
                  <c:v>35054</c:v>
                </c:pt>
                <c:pt idx="1559">
                  <c:v>35055</c:v>
                </c:pt>
                <c:pt idx="1560">
                  <c:v>35058</c:v>
                </c:pt>
                <c:pt idx="1561">
                  <c:v>35059</c:v>
                </c:pt>
                <c:pt idx="1562">
                  <c:v>35060</c:v>
                </c:pt>
                <c:pt idx="1563">
                  <c:v>35061</c:v>
                </c:pt>
                <c:pt idx="1564">
                  <c:v>35062</c:v>
                </c:pt>
                <c:pt idx="1565">
                  <c:v>35065</c:v>
                </c:pt>
                <c:pt idx="1566">
                  <c:v>35066</c:v>
                </c:pt>
                <c:pt idx="1567">
                  <c:v>35067</c:v>
                </c:pt>
                <c:pt idx="1568">
                  <c:v>35068</c:v>
                </c:pt>
                <c:pt idx="1569">
                  <c:v>35069</c:v>
                </c:pt>
                <c:pt idx="1570">
                  <c:v>35072</c:v>
                </c:pt>
                <c:pt idx="1571">
                  <c:v>35073</c:v>
                </c:pt>
                <c:pt idx="1572">
                  <c:v>35074</c:v>
                </c:pt>
                <c:pt idx="1573">
                  <c:v>35075</c:v>
                </c:pt>
                <c:pt idx="1574">
                  <c:v>35076</c:v>
                </c:pt>
                <c:pt idx="1575">
                  <c:v>35079</c:v>
                </c:pt>
                <c:pt idx="1576">
                  <c:v>35080</c:v>
                </c:pt>
                <c:pt idx="1577">
                  <c:v>35081</c:v>
                </c:pt>
                <c:pt idx="1578">
                  <c:v>35082</c:v>
                </c:pt>
                <c:pt idx="1579">
                  <c:v>35083</c:v>
                </c:pt>
                <c:pt idx="1580">
                  <c:v>35086</c:v>
                </c:pt>
                <c:pt idx="1581">
                  <c:v>35087</c:v>
                </c:pt>
                <c:pt idx="1582">
                  <c:v>35088</c:v>
                </c:pt>
                <c:pt idx="1583">
                  <c:v>35089</c:v>
                </c:pt>
                <c:pt idx="1584">
                  <c:v>35090</c:v>
                </c:pt>
                <c:pt idx="1585">
                  <c:v>35093</c:v>
                </c:pt>
                <c:pt idx="1586">
                  <c:v>35094</c:v>
                </c:pt>
                <c:pt idx="1587">
                  <c:v>35095</c:v>
                </c:pt>
                <c:pt idx="1588">
                  <c:v>35096</c:v>
                </c:pt>
                <c:pt idx="1589">
                  <c:v>35097</c:v>
                </c:pt>
                <c:pt idx="1590">
                  <c:v>35100</c:v>
                </c:pt>
                <c:pt idx="1591">
                  <c:v>35101</c:v>
                </c:pt>
                <c:pt idx="1592">
                  <c:v>35102</c:v>
                </c:pt>
                <c:pt idx="1593">
                  <c:v>35103</c:v>
                </c:pt>
                <c:pt idx="1594">
                  <c:v>35104</c:v>
                </c:pt>
                <c:pt idx="1595">
                  <c:v>35107</c:v>
                </c:pt>
                <c:pt idx="1596">
                  <c:v>35108</c:v>
                </c:pt>
                <c:pt idx="1597">
                  <c:v>35109</c:v>
                </c:pt>
                <c:pt idx="1598">
                  <c:v>35110</c:v>
                </c:pt>
                <c:pt idx="1599">
                  <c:v>35111</c:v>
                </c:pt>
                <c:pt idx="1600">
                  <c:v>35114</c:v>
                </c:pt>
                <c:pt idx="1601">
                  <c:v>35115</c:v>
                </c:pt>
                <c:pt idx="1602">
                  <c:v>35116</c:v>
                </c:pt>
                <c:pt idx="1603">
                  <c:v>35117</c:v>
                </c:pt>
                <c:pt idx="1604">
                  <c:v>35118</c:v>
                </c:pt>
                <c:pt idx="1605">
                  <c:v>35121</c:v>
                </c:pt>
                <c:pt idx="1606">
                  <c:v>35122</c:v>
                </c:pt>
                <c:pt idx="1607">
                  <c:v>35123</c:v>
                </c:pt>
                <c:pt idx="1608">
                  <c:v>35124</c:v>
                </c:pt>
                <c:pt idx="1609">
                  <c:v>35125</c:v>
                </c:pt>
                <c:pt idx="1610">
                  <c:v>35128</c:v>
                </c:pt>
                <c:pt idx="1611">
                  <c:v>35129</c:v>
                </c:pt>
                <c:pt idx="1612">
                  <c:v>35130</c:v>
                </c:pt>
                <c:pt idx="1613">
                  <c:v>35131</c:v>
                </c:pt>
                <c:pt idx="1614">
                  <c:v>35132</c:v>
                </c:pt>
                <c:pt idx="1615">
                  <c:v>35135</c:v>
                </c:pt>
                <c:pt idx="1616">
                  <c:v>35136</c:v>
                </c:pt>
                <c:pt idx="1617">
                  <c:v>35137</c:v>
                </c:pt>
                <c:pt idx="1618">
                  <c:v>35138</c:v>
                </c:pt>
                <c:pt idx="1619">
                  <c:v>35139</c:v>
                </c:pt>
                <c:pt idx="1620">
                  <c:v>35142</c:v>
                </c:pt>
                <c:pt idx="1621">
                  <c:v>35143</c:v>
                </c:pt>
                <c:pt idx="1622">
                  <c:v>35144</c:v>
                </c:pt>
                <c:pt idx="1623">
                  <c:v>35145</c:v>
                </c:pt>
                <c:pt idx="1624">
                  <c:v>35146</c:v>
                </c:pt>
                <c:pt idx="1625">
                  <c:v>35149</c:v>
                </c:pt>
                <c:pt idx="1626">
                  <c:v>35150</c:v>
                </c:pt>
                <c:pt idx="1627">
                  <c:v>35151</c:v>
                </c:pt>
                <c:pt idx="1628">
                  <c:v>35152</c:v>
                </c:pt>
                <c:pt idx="1629">
                  <c:v>35153</c:v>
                </c:pt>
                <c:pt idx="1630">
                  <c:v>35156</c:v>
                </c:pt>
                <c:pt idx="1631">
                  <c:v>35157</c:v>
                </c:pt>
                <c:pt idx="1632">
                  <c:v>35158</c:v>
                </c:pt>
                <c:pt idx="1633">
                  <c:v>35159</c:v>
                </c:pt>
                <c:pt idx="1634">
                  <c:v>35160</c:v>
                </c:pt>
                <c:pt idx="1635">
                  <c:v>35163</c:v>
                </c:pt>
                <c:pt idx="1636">
                  <c:v>35164</c:v>
                </c:pt>
                <c:pt idx="1637">
                  <c:v>35165</c:v>
                </c:pt>
                <c:pt idx="1638">
                  <c:v>35166</c:v>
                </c:pt>
                <c:pt idx="1639">
                  <c:v>35167</c:v>
                </c:pt>
                <c:pt idx="1640">
                  <c:v>35170</c:v>
                </c:pt>
                <c:pt idx="1641">
                  <c:v>35171</c:v>
                </c:pt>
                <c:pt idx="1642">
                  <c:v>35172</c:v>
                </c:pt>
                <c:pt idx="1643">
                  <c:v>35173</c:v>
                </c:pt>
                <c:pt idx="1644">
                  <c:v>35174</c:v>
                </c:pt>
                <c:pt idx="1645">
                  <c:v>35177</c:v>
                </c:pt>
                <c:pt idx="1646">
                  <c:v>35178</c:v>
                </c:pt>
                <c:pt idx="1647">
                  <c:v>35179</c:v>
                </c:pt>
                <c:pt idx="1648">
                  <c:v>35180</c:v>
                </c:pt>
                <c:pt idx="1649">
                  <c:v>35181</c:v>
                </c:pt>
                <c:pt idx="1650">
                  <c:v>35184</c:v>
                </c:pt>
                <c:pt idx="1651">
                  <c:v>35185</c:v>
                </c:pt>
                <c:pt idx="1652">
                  <c:v>35186</c:v>
                </c:pt>
                <c:pt idx="1653">
                  <c:v>35187</c:v>
                </c:pt>
                <c:pt idx="1654">
                  <c:v>35188</c:v>
                </c:pt>
                <c:pt idx="1655">
                  <c:v>35191</c:v>
                </c:pt>
                <c:pt idx="1656">
                  <c:v>35192</c:v>
                </c:pt>
                <c:pt idx="1657">
                  <c:v>35193</c:v>
                </c:pt>
                <c:pt idx="1658">
                  <c:v>35194</c:v>
                </c:pt>
                <c:pt idx="1659">
                  <c:v>35195</c:v>
                </c:pt>
                <c:pt idx="1660">
                  <c:v>35198</c:v>
                </c:pt>
                <c:pt idx="1661">
                  <c:v>35199</c:v>
                </c:pt>
                <c:pt idx="1662">
                  <c:v>35200</c:v>
                </c:pt>
                <c:pt idx="1663">
                  <c:v>35201</c:v>
                </c:pt>
                <c:pt idx="1664">
                  <c:v>35202</c:v>
                </c:pt>
                <c:pt idx="1665">
                  <c:v>35205</c:v>
                </c:pt>
                <c:pt idx="1666">
                  <c:v>35206</c:v>
                </c:pt>
                <c:pt idx="1667">
                  <c:v>35207</c:v>
                </c:pt>
                <c:pt idx="1668">
                  <c:v>35208</c:v>
                </c:pt>
                <c:pt idx="1669">
                  <c:v>35209</c:v>
                </c:pt>
                <c:pt idx="1670">
                  <c:v>35212</c:v>
                </c:pt>
                <c:pt idx="1671">
                  <c:v>35213</c:v>
                </c:pt>
                <c:pt idx="1672">
                  <c:v>35214</c:v>
                </c:pt>
                <c:pt idx="1673">
                  <c:v>35215</c:v>
                </c:pt>
                <c:pt idx="1674">
                  <c:v>35216</c:v>
                </c:pt>
                <c:pt idx="1675">
                  <c:v>35219</c:v>
                </c:pt>
                <c:pt idx="1676">
                  <c:v>35220</c:v>
                </c:pt>
                <c:pt idx="1677">
                  <c:v>35221</c:v>
                </c:pt>
                <c:pt idx="1678">
                  <c:v>35222</c:v>
                </c:pt>
                <c:pt idx="1679">
                  <c:v>35223</c:v>
                </c:pt>
                <c:pt idx="1680">
                  <c:v>35226</c:v>
                </c:pt>
                <c:pt idx="1681">
                  <c:v>35227</c:v>
                </c:pt>
                <c:pt idx="1682">
                  <c:v>35228</c:v>
                </c:pt>
                <c:pt idx="1683">
                  <c:v>35229</c:v>
                </c:pt>
                <c:pt idx="1684">
                  <c:v>35230</c:v>
                </c:pt>
                <c:pt idx="1685">
                  <c:v>35233</c:v>
                </c:pt>
                <c:pt idx="1686">
                  <c:v>35234</c:v>
                </c:pt>
                <c:pt idx="1687">
                  <c:v>35235</c:v>
                </c:pt>
                <c:pt idx="1688">
                  <c:v>35236</c:v>
                </c:pt>
                <c:pt idx="1689">
                  <c:v>35237</c:v>
                </c:pt>
                <c:pt idx="1690">
                  <c:v>35240</c:v>
                </c:pt>
                <c:pt idx="1691">
                  <c:v>35241</c:v>
                </c:pt>
                <c:pt idx="1692">
                  <c:v>35242</c:v>
                </c:pt>
                <c:pt idx="1693">
                  <c:v>35243</c:v>
                </c:pt>
                <c:pt idx="1694">
                  <c:v>35244</c:v>
                </c:pt>
                <c:pt idx="1695">
                  <c:v>35247</c:v>
                </c:pt>
                <c:pt idx="1696">
                  <c:v>35248</c:v>
                </c:pt>
                <c:pt idx="1697">
                  <c:v>35249</c:v>
                </c:pt>
                <c:pt idx="1698">
                  <c:v>35250</c:v>
                </c:pt>
                <c:pt idx="1699">
                  <c:v>35251</c:v>
                </c:pt>
                <c:pt idx="1700">
                  <c:v>35254</c:v>
                </c:pt>
                <c:pt idx="1701">
                  <c:v>35255</c:v>
                </c:pt>
                <c:pt idx="1702">
                  <c:v>35256</c:v>
                </c:pt>
                <c:pt idx="1703">
                  <c:v>35257</c:v>
                </c:pt>
                <c:pt idx="1704">
                  <c:v>35258</c:v>
                </c:pt>
                <c:pt idx="1705">
                  <c:v>35261</c:v>
                </c:pt>
                <c:pt idx="1706">
                  <c:v>35262</c:v>
                </c:pt>
                <c:pt idx="1707">
                  <c:v>35263</c:v>
                </c:pt>
                <c:pt idx="1708">
                  <c:v>35264</c:v>
                </c:pt>
                <c:pt idx="1709">
                  <c:v>35265</c:v>
                </c:pt>
                <c:pt idx="1710">
                  <c:v>35268</c:v>
                </c:pt>
                <c:pt idx="1711">
                  <c:v>35269</c:v>
                </c:pt>
                <c:pt idx="1712">
                  <c:v>35270</c:v>
                </c:pt>
                <c:pt idx="1713">
                  <c:v>35271</c:v>
                </c:pt>
                <c:pt idx="1714">
                  <c:v>35272</c:v>
                </c:pt>
                <c:pt idx="1715">
                  <c:v>35275</c:v>
                </c:pt>
                <c:pt idx="1716">
                  <c:v>35276</c:v>
                </c:pt>
                <c:pt idx="1717">
                  <c:v>35277</c:v>
                </c:pt>
                <c:pt idx="1718">
                  <c:v>35278</c:v>
                </c:pt>
                <c:pt idx="1719">
                  <c:v>35279</c:v>
                </c:pt>
                <c:pt idx="1720">
                  <c:v>35282</c:v>
                </c:pt>
                <c:pt idx="1721">
                  <c:v>35283</c:v>
                </c:pt>
                <c:pt idx="1722">
                  <c:v>35284</c:v>
                </c:pt>
                <c:pt idx="1723">
                  <c:v>35285</c:v>
                </c:pt>
                <c:pt idx="1724">
                  <c:v>35286</c:v>
                </c:pt>
                <c:pt idx="1725">
                  <c:v>35289</c:v>
                </c:pt>
                <c:pt idx="1726">
                  <c:v>35290</c:v>
                </c:pt>
                <c:pt idx="1727">
                  <c:v>35291</c:v>
                </c:pt>
                <c:pt idx="1728">
                  <c:v>35292</c:v>
                </c:pt>
                <c:pt idx="1729">
                  <c:v>35293</c:v>
                </c:pt>
                <c:pt idx="1730">
                  <c:v>35296</c:v>
                </c:pt>
                <c:pt idx="1731">
                  <c:v>35297</c:v>
                </c:pt>
                <c:pt idx="1732">
                  <c:v>35298</c:v>
                </c:pt>
                <c:pt idx="1733">
                  <c:v>35299</c:v>
                </c:pt>
                <c:pt idx="1734">
                  <c:v>35300</c:v>
                </c:pt>
                <c:pt idx="1735">
                  <c:v>35303</c:v>
                </c:pt>
                <c:pt idx="1736">
                  <c:v>35304</c:v>
                </c:pt>
                <c:pt idx="1737">
                  <c:v>35305</c:v>
                </c:pt>
                <c:pt idx="1738">
                  <c:v>35306</c:v>
                </c:pt>
                <c:pt idx="1739">
                  <c:v>35307</c:v>
                </c:pt>
                <c:pt idx="1740">
                  <c:v>35310</c:v>
                </c:pt>
                <c:pt idx="1741">
                  <c:v>35311</c:v>
                </c:pt>
                <c:pt idx="1742">
                  <c:v>35312</c:v>
                </c:pt>
                <c:pt idx="1743">
                  <c:v>35313</c:v>
                </c:pt>
                <c:pt idx="1744">
                  <c:v>35314</c:v>
                </c:pt>
                <c:pt idx="1745">
                  <c:v>35317</c:v>
                </c:pt>
                <c:pt idx="1746">
                  <c:v>35318</c:v>
                </c:pt>
                <c:pt idx="1747">
                  <c:v>35319</c:v>
                </c:pt>
                <c:pt idx="1748">
                  <c:v>35320</c:v>
                </c:pt>
                <c:pt idx="1749">
                  <c:v>35321</c:v>
                </c:pt>
                <c:pt idx="1750">
                  <c:v>35324</c:v>
                </c:pt>
                <c:pt idx="1751">
                  <c:v>35325</c:v>
                </c:pt>
                <c:pt idx="1752">
                  <c:v>35326</c:v>
                </c:pt>
                <c:pt idx="1753">
                  <c:v>35327</c:v>
                </c:pt>
                <c:pt idx="1754">
                  <c:v>35328</c:v>
                </c:pt>
                <c:pt idx="1755">
                  <c:v>35331</c:v>
                </c:pt>
                <c:pt idx="1756">
                  <c:v>35332</c:v>
                </c:pt>
                <c:pt idx="1757">
                  <c:v>35333</c:v>
                </c:pt>
                <c:pt idx="1758">
                  <c:v>35334</c:v>
                </c:pt>
                <c:pt idx="1759">
                  <c:v>35335</c:v>
                </c:pt>
                <c:pt idx="1760">
                  <c:v>35338</c:v>
                </c:pt>
                <c:pt idx="1761">
                  <c:v>35339</c:v>
                </c:pt>
                <c:pt idx="1762">
                  <c:v>35340</c:v>
                </c:pt>
                <c:pt idx="1763">
                  <c:v>35341</c:v>
                </c:pt>
                <c:pt idx="1764">
                  <c:v>35342</c:v>
                </c:pt>
                <c:pt idx="1765">
                  <c:v>35345</c:v>
                </c:pt>
                <c:pt idx="1766">
                  <c:v>35346</c:v>
                </c:pt>
                <c:pt idx="1767">
                  <c:v>35347</c:v>
                </c:pt>
                <c:pt idx="1768">
                  <c:v>35348</c:v>
                </c:pt>
                <c:pt idx="1769">
                  <c:v>35349</c:v>
                </c:pt>
                <c:pt idx="1770">
                  <c:v>35352</c:v>
                </c:pt>
                <c:pt idx="1771">
                  <c:v>35353</c:v>
                </c:pt>
                <c:pt idx="1772">
                  <c:v>35354</c:v>
                </c:pt>
                <c:pt idx="1773">
                  <c:v>35355</c:v>
                </c:pt>
                <c:pt idx="1774">
                  <c:v>35356</c:v>
                </c:pt>
                <c:pt idx="1775">
                  <c:v>35359</c:v>
                </c:pt>
                <c:pt idx="1776">
                  <c:v>35360</c:v>
                </c:pt>
                <c:pt idx="1777">
                  <c:v>35361</c:v>
                </c:pt>
                <c:pt idx="1778">
                  <c:v>35362</c:v>
                </c:pt>
                <c:pt idx="1779">
                  <c:v>35363</c:v>
                </c:pt>
                <c:pt idx="1780">
                  <c:v>35366</c:v>
                </c:pt>
                <c:pt idx="1781">
                  <c:v>35367</c:v>
                </c:pt>
                <c:pt idx="1782">
                  <c:v>35368</c:v>
                </c:pt>
                <c:pt idx="1783">
                  <c:v>35369</c:v>
                </c:pt>
                <c:pt idx="1784">
                  <c:v>35370</c:v>
                </c:pt>
                <c:pt idx="1785">
                  <c:v>35373</c:v>
                </c:pt>
                <c:pt idx="1786">
                  <c:v>35374</c:v>
                </c:pt>
                <c:pt idx="1787">
                  <c:v>35375</c:v>
                </c:pt>
                <c:pt idx="1788">
                  <c:v>35376</c:v>
                </c:pt>
                <c:pt idx="1789">
                  <c:v>35377</c:v>
                </c:pt>
                <c:pt idx="1790">
                  <c:v>35380</c:v>
                </c:pt>
                <c:pt idx="1791">
                  <c:v>35381</c:v>
                </c:pt>
                <c:pt idx="1792">
                  <c:v>35382</c:v>
                </c:pt>
                <c:pt idx="1793">
                  <c:v>35383</c:v>
                </c:pt>
                <c:pt idx="1794">
                  <c:v>35384</c:v>
                </c:pt>
                <c:pt idx="1795">
                  <c:v>35387</c:v>
                </c:pt>
                <c:pt idx="1796">
                  <c:v>35388</c:v>
                </c:pt>
                <c:pt idx="1797">
                  <c:v>35389</c:v>
                </c:pt>
                <c:pt idx="1798">
                  <c:v>35390</c:v>
                </c:pt>
                <c:pt idx="1799">
                  <c:v>35391</c:v>
                </c:pt>
                <c:pt idx="1800">
                  <c:v>35394</c:v>
                </c:pt>
                <c:pt idx="1801">
                  <c:v>35395</c:v>
                </c:pt>
                <c:pt idx="1802">
                  <c:v>35396</c:v>
                </c:pt>
                <c:pt idx="1803">
                  <c:v>35397</c:v>
                </c:pt>
                <c:pt idx="1804">
                  <c:v>35398</c:v>
                </c:pt>
                <c:pt idx="1805">
                  <c:v>35401</c:v>
                </c:pt>
                <c:pt idx="1806">
                  <c:v>35402</c:v>
                </c:pt>
                <c:pt idx="1807">
                  <c:v>35403</c:v>
                </c:pt>
                <c:pt idx="1808">
                  <c:v>35404</c:v>
                </c:pt>
                <c:pt idx="1809">
                  <c:v>35405</c:v>
                </c:pt>
                <c:pt idx="1810">
                  <c:v>35408</c:v>
                </c:pt>
                <c:pt idx="1811">
                  <c:v>35409</c:v>
                </c:pt>
                <c:pt idx="1812">
                  <c:v>35410</c:v>
                </c:pt>
                <c:pt idx="1813">
                  <c:v>35411</c:v>
                </c:pt>
                <c:pt idx="1814">
                  <c:v>35412</c:v>
                </c:pt>
                <c:pt idx="1815">
                  <c:v>35415</c:v>
                </c:pt>
                <c:pt idx="1816">
                  <c:v>35416</c:v>
                </c:pt>
                <c:pt idx="1817">
                  <c:v>35417</c:v>
                </c:pt>
                <c:pt idx="1818">
                  <c:v>35418</c:v>
                </c:pt>
                <c:pt idx="1819">
                  <c:v>35419</c:v>
                </c:pt>
                <c:pt idx="1820">
                  <c:v>35422</c:v>
                </c:pt>
                <c:pt idx="1821">
                  <c:v>35423</c:v>
                </c:pt>
                <c:pt idx="1822">
                  <c:v>35424</c:v>
                </c:pt>
                <c:pt idx="1823">
                  <c:v>35425</c:v>
                </c:pt>
                <c:pt idx="1824">
                  <c:v>35426</c:v>
                </c:pt>
                <c:pt idx="1825">
                  <c:v>35429</c:v>
                </c:pt>
                <c:pt idx="1826">
                  <c:v>35430</c:v>
                </c:pt>
                <c:pt idx="1827">
                  <c:v>35431</c:v>
                </c:pt>
                <c:pt idx="1828">
                  <c:v>35432</c:v>
                </c:pt>
                <c:pt idx="1829">
                  <c:v>35433</c:v>
                </c:pt>
                <c:pt idx="1830">
                  <c:v>35436</c:v>
                </c:pt>
                <c:pt idx="1831">
                  <c:v>35437</c:v>
                </c:pt>
                <c:pt idx="1832">
                  <c:v>35438</c:v>
                </c:pt>
                <c:pt idx="1833">
                  <c:v>35439</c:v>
                </c:pt>
                <c:pt idx="1834">
                  <c:v>35440</c:v>
                </c:pt>
                <c:pt idx="1835">
                  <c:v>35443</c:v>
                </c:pt>
                <c:pt idx="1836">
                  <c:v>35444</c:v>
                </c:pt>
                <c:pt idx="1837">
                  <c:v>35445</c:v>
                </c:pt>
                <c:pt idx="1838">
                  <c:v>35446</c:v>
                </c:pt>
                <c:pt idx="1839">
                  <c:v>35447</c:v>
                </c:pt>
                <c:pt idx="1840">
                  <c:v>35450</c:v>
                </c:pt>
                <c:pt idx="1841">
                  <c:v>35451</c:v>
                </c:pt>
                <c:pt idx="1842">
                  <c:v>35452</c:v>
                </c:pt>
                <c:pt idx="1843">
                  <c:v>35453</c:v>
                </c:pt>
                <c:pt idx="1844">
                  <c:v>35454</c:v>
                </c:pt>
                <c:pt idx="1845">
                  <c:v>35457</c:v>
                </c:pt>
                <c:pt idx="1846">
                  <c:v>35458</c:v>
                </c:pt>
                <c:pt idx="1847">
                  <c:v>35459</c:v>
                </c:pt>
                <c:pt idx="1848">
                  <c:v>35460</c:v>
                </c:pt>
                <c:pt idx="1849">
                  <c:v>35461</c:v>
                </c:pt>
                <c:pt idx="1850">
                  <c:v>35464</c:v>
                </c:pt>
                <c:pt idx="1851">
                  <c:v>35465</c:v>
                </c:pt>
                <c:pt idx="1852">
                  <c:v>35466</c:v>
                </c:pt>
                <c:pt idx="1853">
                  <c:v>35467</c:v>
                </c:pt>
                <c:pt idx="1854">
                  <c:v>35468</c:v>
                </c:pt>
                <c:pt idx="1855">
                  <c:v>35471</c:v>
                </c:pt>
                <c:pt idx="1856">
                  <c:v>35472</c:v>
                </c:pt>
                <c:pt idx="1857">
                  <c:v>35473</c:v>
                </c:pt>
                <c:pt idx="1858">
                  <c:v>35474</c:v>
                </c:pt>
                <c:pt idx="1859">
                  <c:v>35475</c:v>
                </c:pt>
                <c:pt idx="1860">
                  <c:v>35478</c:v>
                </c:pt>
                <c:pt idx="1861">
                  <c:v>35479</c:v>
                </c:pt>
                <c:pt idx="1862">
                  <c:v>35480</c:v>
                </c:pt>
                <c:pt idx="1863">
                  <c:v>35481</c:v>
                </c:pt>
                <c:pt idx="1864">
                  <c:v>35482</c:v>
                </c:pt>
                <c:pt idx="1865">
                  <c:v>35485</c:v>
                </c:pt>
                <c:pt idx="1866">
                  <c:v>35486</c:v>
                </c:pt>
                <c:pt idx="1867">
                  <c:v>35487</c:v>
                </c:pt>
                <c:pt idx="1868">
                  <c:v>35488</c:v>
                </c:pt>
                <c:pt idx="1869">
                  <c:v>35489</c:v>
                </c:pt>
                <c:pt idx="1870">
                  <c:v>35492</c:v>
                </c:pt>
                <c:pt idx="1871">
                  <c:v>35493</c:v>
                </c:pt>
                <c:pt idx="1872">
                  <c:v>35494</c:v>
                </c:pt>
                <c:pt idx="1873">
                  <c:v>35495</c:v>
                </c:pt>
                <c:pt idx="1874">
                  <c:v>35496</c:v>
                </c:pt>
                <c:pt idx="1875">
                  <c:v>35499</c:v>
                </c:pt>
                <c:pt idx="1876">
                  <c:v>35500</c:v>
                </c:pt>
                <c:pt idx="1877">
                  <c:v>35501</c:v>
                </c:pt>
                <c:pt idx="1878">
                  <c:v>35502</c:v>
                </c:pt>
                <c:pt idx="1879">
                  <c:v>35503</c:v>
                </c:pt>
                <c:pt idx="1880">
                  <c:v>35506</c:v>
                </c:pt>
                <c:pt idx="1881">
                  <c:v>35507</c:v>
                </c:pt>
                <c:pt idx="1882">
                  <c:v>35508</c:v>
                </c:pt>
                <c:pt idx="1883">
                  <c:v>35509</c:v>
                </c:pt>
                <c:pt idx="1884">
                  <c:v>35510</c:v>
                </c:pt>
                <c:pt idx="1885">
                  <c:v>35513</c:v>
                </c:pt>
                <c:pt idx="1886">
                  <c:v>35514</c:v>
                </c:pt>
                <c:pt idx="1887">
                  <c:v>35515</c:v>
                </c:pt>
                <c:pt idx="1888">
                  <c:v>35516</c:v>
                </c:pt>
                <c:pt idx="1889">
                  <c:v>35517</c:v>
                </c:pt>
                <c:pt idx="1890">
                  <c:v>35520</c:v>
                </c:pt>
                <c:pt idx="1891">
                  <c:v>35521</c:v>
                </c:pt>
                <c:pt idx="1892">
                  <c:v>35522</c:v>
                </c:pt>
                <c:pt idx="1893">
                  <c:v>35523</c:v>
                </c:pt>
                <c:pt idx="1894">
                  <c:v>35524</c:v>
                </c:pt>
                <c:pt idx="1895">
                  <c:v>35527</c:v>
                </c:pt>
                <c:pt idx="1896">
                  <c:v>35528</c:v>
                </c:pt>
                <c:pt idx="1897">
                  <c:v>35529</c:v>
                </c:pt>
                <c:pt idx="1898">
                  <c:v>35530</c:v>
                </c:pt>
                <c:pt idx="1899">
                  <c:v>35531</c:v>
                </c:pt>
                <c:pt idx="1900">
                  <c:v>35534</c:v>
                </c:pt>
                <c:pt idx="1901">
                  <c:v>35535</c:v>
                </c:pt>
                <c:pt idx="1902">
                  <c:v>35536</c:v>
                </c:pt>
                <c:pt idx="1903">
                  <c:v>35537</c:v>
                </c:pt>
                <c:pt idx="1904">
                  <c:v>35538</c:v>
                </c:pt>
                <c:pt idx="1905">
                  <c:v>35541</c:v>
                </c:pt>
                <c:pt idx="1906">
                  <c:v>35542</c:v>
                </c:pt>
                <c:pt idx="1907">
                  <c:v>35543</c:v>
                </c:pt>
                <c:pt idx="1908">
                  <c:v>35544</c:v>
                </c:pt>
                <c:pt idx="1909">
                  <c:v>35545</c:v>
                </c:pt>
                <c:pt idx="1910">
                  <c:v>35548</c:v>
                </c:pt>
                <c:pt idx="1911">
                  <c:v>35549</c:v>
                </c:pt>
                <c:pt idx="1912">
                  <c:v>35550</c:v>
                </c:pt>
                <c:pt idx="1913">
                  <c:v>35551</c:v>
                </c:pt>
                <c:pt idx="1914">
                  <c:v>35552</c:v>
                </c:pt>
                <c:pt idx="1915">
                  <c:v>35555</c:v>
                </c:pt>
                <c:pt idx="1916">
                  <c:v>35556</c:v>
                </c:pt>
                <c:pt idx="1917">
                  <c:v>35557</c:v>
                </c:pt>
                <c:pt idx="1918">
                  <c:v>35558</c:v>
                </c:pt>
                <c:pt idx="1919">
                  <c:v>35559</c:v>
                </c:pt>
                <c:pt idx="1920">
                  <c:v>35562</c:v>
                </c:pt>
                <c:pt idx="1921">
                  <c:v>35563</c:v>
                </c:pt>
                <c:pt idx="1922">
                  <c:v>35564</c:v>
                </c:pt>
                <c:pt idx="1923">
                  <c:v>35565</c:v>
                </c:pt>
                <c:pt idx="1924">
                  <c:v>35566</c:v>
                </c:pt>
                <c:pt idx="1925">
                  <c:v>35569</c:v>
                </c:pt>
                <c:pt idx="1926">
                  <c:v>35570</c:v>
                </c:pt>
                <c:pt idx="1927">
                  <c:v>35571</c:v>
                </c:pt>
                <c:pt idx="1928">
                  <c:v>35572</c:v>
                </c:pt>
                <c:pt idx="1929">
                  <c:v>35573</c:v>
                </c:pt>
                <c:pt idx="1930">
                  <c:v>35576</c:v>
                </c:pt>
                <c:pt idx="1931">
                  <c:v>35577</c:v>
                </c:pt>
                <c:pt idx="1932">
                  <c:v>35578</c:v>
                </c:pt>
                <c:pt idx="1933">
                  <c:v>35579</c:v>
                </c:pt>
                <c:pt idx="1934">
                  <c:v>35580</c:v>
                </c:pt>
                <c:pt idx="1935">
                  <c:v>35583</c:v>
                </c:pt>
                <c:pt idx="1936">
                  <c:v>35584</c:v>
                </c:pt>
                <c:pt idx="1937">
                  <c:v>35585</c:v>
                </c:pt>
                <c:pt idx="1938">
                  <c:v>35586</c:v>
                </c:pt>
                <c:pt idx="1939">
                  <c:v>35587</c:v>
                </c:pt>
                <c:pt idx="1940">
                  <c:v>35590</c:v>
                </c:pt>
                <c:pt idx="1941">
                  <c:v>35591</c:v>
                </c:pt>
                <c:pt idx="1942">
                  <c:v>35592</c:v>
                </c:pt>
                <c:pt idx="1943">
                  <c:v>35593</c:v>
                </c:pt>
                <c:pt idx="1944">
                  <c:v>35594</c:v>
                </c:pt>
                <c:pt idx="1945">
                  <c:v>35597</c:v>
                </c:pt>
                <c:pt idx="1946">
                  <c:v>35598</c:v>
                </c:pt>
                <c:pt idx="1947">
                  <c:v>35599</c:v>
                </c:pt>
                <c:pt idx="1948">
                  <c:v>35600</c:v>
                </c:pt>
                <c:pt idx="1949">
                  <c:v>35601</c:v>
                </c:pt>
                <c:pt idx="1950">
                  <c:v>35604</c:v>
                </c:pt>
                <c:pt idx="1951">
                  <c:v>35605</c:v>
                </c:pt>
                <c:pt idx="1952">
                  <c:v>35606</c:v>
                </c:pt>
                <c:pt idx="1953">
                  <c:v>35607</c:v>
                </c:pt>
                <c:pt idx="1954">
                  <c:v>35608</c:v>
                </c:pt>
                <c:pt idx="1955">
                  <c:v>35611</c:v>
                </c:pt>
                <c:pt idx="1956">
                  <c:v>35612</c:v>
                </c:pt>
                <c:pt idx="1957">
                  <c:v>35613</c:v>
                </c:pt>
                <c:pt idx="1958">
                  <c:v>35614</c:v>
                </c:pt>
                <c:pt idx="1959">
                  <c:v>35615</c:v>
                </c:pt>
                <c:pt idx="1960">
                  <c:v>35618</c:v>
                </c:pt>
                <c:pt idx="1961">
                  <c:v>35619</c:v>
                </c:pt>
                <c:pt idx="1962">
                  <c:v>35620</c:v>
                </c:pt>
                <c:pt idx="1963">
                  <c:v>35621</c:v>
                </c:pt>
                <c:pt idx="1964">
                  <c:v>35622</c:v>
                </c:pt>
                <c:pt idx="1965">
                  <c:v>35625</c:v>
                </c:pt>
                <c:pt idx="1966">
                  <c:v>35626</c:v>
                </c:pt>
                <c:pt idx="1967">
                  <c:v>35627</c:v>
                </c:pt>
                <c:pt idx="1968">
                  <c:v>35628</c:v>
                </c:pt>
                <c:pt idx="1969">
                  <c:v>35629</c:v>
                </c:pt>
                <c:pt idx="1970">
                  <c:v>35632</c:v>
                </c:pt>
                <c:pt idx="1971">
                  <c:v>35633</c:v>
                </c:pt>
                <c:pt idx="1972">
                  <c:v>35634</c:v>
                </c:pt>
                <c:pt idx="1973">
                  <c:v>35635</c:v>
                </c:pt>
                <c:pt idx="1974">
                  <c:v>35636</c:v>
                </c:pt>
                <c:pt idx="1975">
                  <c:v>35639</c:v>
                </c:pt>
                <c:pt idx="1976">
                  <c:v>35640</c:v>
                </c:pt>
                <c:pt idx="1977">
                  <c:v>35641</c:v>
                </c:pt>
                <c:pt idx="1978">
                  <c:v>35642</c:v>
                </c:pt>
                <c:pt idx="1979">
                  <c:v>35643</c:v>
                </c:pt>
                <c:pt idx="1980">
                  <c:v>35646</c:v>
                </c:pt>
                <c:pt idx="1981">
                  <c:v>35647</c:v>
                </c:pt>
                <c:pt idx="1982">
                  <c:v>35648</c:v>
                </c:pt>
                <c:pt idx="1983">
                  <c:v>35649</c:v>
                </c:pt>
                <c:pt idx="1984">
                  <c:v>35650</c:v>
                </c:pt>
                <c:pt idx="1985">
                  <c:v>35653</c:v>
                </c:pt>
                <c:pt idx="1986">
                  <c:v>35654</c:v>
                </c:pt>
                <c:pt idx="1987">
                  <c:v>35655</c:v>
                </c:pt>
                <c:pt idx="1988">
                  <c:v>35656</c:v>
                </c:pt>
                <c:pt idx="1989">
                  <c:v>35657</c:v>
                </c:pt>
                <c:pt idx="1990">
                  <c:v>35660</c:v>
                </c:pt>
                <c:pt idx="1991">
                  <c:v>35661</c:v>
                </c:pt>
                <c:pt idx="1992">
                  <c:v>35662</c:v>
                </c:pt>
                <c:pt idx="1993">
                  <c:v>35663</c:v>
                </c:pt>
                <c:pt idx="1994">
                  <c:v>35664</c:v>
                </c:pt>
                <c:pt idx="1995">
                  <c:v>35667</c:v>
                </c:pt>
                <c:pt idx="1996">
                  <c:v>35668</c:v>
                </c:pt>
                <c:pt idx="1997">
                  <c:v>35669</c:v>
                </c:pt>
                <c:pt idx="1998">
                  <c:v>35670</c:v>
                </c:pt>
                <c:pt idx="1999">
                  <c:v>35671</c:v>
                </c:pt>
                <c:pt idx="2000">
                  <c:v>35674</c:v>
                </c:pt>
                <c:pt idx="2001">
                  <c:v>35675</c:v>
                </c:pt>
                <c:pt idx="2002">
                  <c:v>35676</c:v>
                </c:pt>
                <c:pt idx="2003">
                  <c:v>35677</c:v>
                </c:pt>
                <c:pt idx="2004">
                  <c:v>35678</c:v>
                </c:pt>
                <c:pt idx="2005">
                  <c:v>35681</c:v>
                </c:pt>
                <c:pt idx="2006">
                  <c:v>35682</c:v>
                </c:pt>
                <c:pt idx="2007">
                  <c:v>35683</c:v>
                </c:pt>
                <c:pt idx="2008">
                  <c:v>35684</c:v>
                </c:pt>
                <c:pt idx="2009">
                  <c:v>35685</c:v>
                </c:pt>
                <c:pt idx="2010">
                  <c:v>35688</c:v>
                </c:pt>
                <c:pt idx="2011">
                  <c:v>35689</c:v>
                </c:pt>
                <c:pt idx="2012">
                  <c:v>35690</c:v>
                </c:pt>
                <c:pt idx="2013">
                  <c:v>35691</c:v>
                </c:pt>
                <c:pt idx="2014">
                  <c:v>35692</c:v>
                </c:pt>
                <c:pt idx="2015">
                  <c:v>35695</c:v>
                </c:pt>
                <c:pt idx="2016">
                  <c:v>35696</c:v>
                </c:pt>
                <c:pt idx="2017">
                  <c:v>35697</c:v>
                </c:pt>
                <c:pt idx="2018">
                  <c:v>35698</c:v>
                </c:pt>
                <c:pt idx="2019">
                  <c:v>35699</c:v>
                </c:pt>
                <c:pt idx="2020">
                  <c:v>35702</c:v>
                </c:pt>
                <c:pt idx="2021">
                  <c:v>35703</c:v>
                </c:pt>
                <c:pt idx="2022">
                  <c:v>35704</c:v>
                </c:pt>
                <c:pt idx="2023">
                  <c:v>35705</c:v>
                </c:pt>
                <c:pt idx="2024">
                  <c:v>35706</c:v>
                </c:pt>
                <c:pt idx="2025">
                  <c:v>35709</c:v>
                </c:pt>
                <c:pt idx="2026">
                  <c:v>35710</c:v>
                </c:pt>
                <c:pt idx="2027">
                  <c:v>35711</c:v>
                </c:pt>
                <c:pt idx="2028">
                  <c:v>35712</c:v>
                </c:pt>
                <c:pt idx="2029">
                  <c:v>35713</c:v>
                </c:pt>
                <c:pt idx="2030">
                  <c:v>35716</c:v>
                </c:pt>
                <c:pt idx="2031">
                  <c:v>35717</c:v>
                </c:pt>
                <c:pt idx="2032">
                  <c:v>35718</c:v>
                </c:pt>
                <c:pt idx="2033">
                  <c:v>35719</c:v>
                </c:pt>
                <c:pt idx="2034">
                  <c:v>35720</c:v>
                </c:pt>
                <c:pt idx="2035">
                  <c:v>35723</c:v>
                </c:pt>
                <c:pt idx="2036">
                  <c:v>35724</c:v>
                </c:pt>
                <c:pt idx="2037">
                  <c:v>35725</c:v>
                </c:pt>
                <c:pt idx="2038">
                  <c:v>35726</c:v>
                </c:pt>
                <c:pt idx="2039">
                  <c:v>35727</c:v>
                </c:pt>
                <c:pt idx="2040">
                  <c:v>35730</c:v>
                </c:pt>
                <c:pt idx="2041">
                  <c:v>35731</c:v>
                </c:pt>
                <c:pt idx="2042">
                  <c:v>35732</c:v>
                </c:pt>
                <c:pt idx="2043">
                  <c:v>35733</c:v>
                </c:pt>
                <c:pt idx="2044">
                  <c:v>35734</c:v>
                </c:pt>
                <c:pt idx="2045">
                  <c:v>35737</c:v>
                </c:pt>
                <c:pt idx="2046">
                  <c:v>35738</c:v>
                </c:pt>
                <c:pt idx="2047">
                  <c:v>35739</c:v>
                </c:pt>
                <c:pt idx="2048">
                  <c:v>35740</c:v>
                </c:pt>
                <c:pt idx="2049">
                  <c:v>35741</c:v>
                </c:pt>
                <c:pt idx="2050">
                  <c:v>35744</c:v>
                </c:pt>
                <c:pt idx="2051">
                  <c:v>35745</c:v>
                </c:pt>
                <c:pt idx="2052">
                  <c:v>35746</c:v>
                </c:pt>
                <c:pt idx="2053">
                  <c:v>35747</c:v>
                </c:pt>
                <c:pt idx="2054">
                  <c:v>35748</c:v>
                </c:pt>
                <c:pt idx="2055">
                  <c:v>35751</c:v>
                </c:pt>
                <c:pt idx="2056">
                  <c:v>35752</c:v>
                </c:pt>
                <c:pt idx="2057">
                  <c:v>35753</c:v>
                </c:pt>
                <c:pt idx="2058">
                  <c:v>35754</c:v>
                </c:pt>
                <c:pt idx="2059">
                  <c:v>35755</c:v>
                </c:pt>
                <c:pt idx="2060">
                  <c:v>35758</c:v>
                </c:pt>
                <c:pt idx="2061">
                  <c:v>35759</c:v>
                </c:pt>
                <c:pt idx="2062">
                  <c:v>35760</c:v>
                </c:pt>
                <c:pt idx="2063">
                  <c:v>35761</c:v>
                </c:pt>
                <c:pt idx="2064">
                  <c:v>35762</c:v>
                </c:pt>
                <c:pt idx="2065">
                  <c:v>35765</c:v>
                </c:pt>
                <c:pt idx="2066">
                  <c:v>35766</c:v>
                </c:pt>
                <c:pt idx="2067">
                  <c:v>35767</c:v>
                </c:pt>
                <c:pt idx="2068">
                  <c:v>35768</c:v>
                </c:pt>
                <c:pt idx="2069">
                  <c:v>35769</c:v>
                </c:pt>
                <c:pt idx="2070">
                  <c:v>35772</c:v>
                </c:pt>
                <c:pt idx="2071">
                  <c:v>35773</c:v>
                </c:pt>
                <c:pt idx="2072">
                  <c:v>35774</c:v>
                </c:pt>
                <c:pt idx="2073">
                  <c:v>35775</c:v>
                </c:pt>
                <c:pt idx="2074">
                  <c:v>35776</c:v>
                </c:pt>
                <c:pt idx="2075">
                  <c:v>35779</c:v>
                </c:pt>
                <c:pt idx="2076">
                  <c:v>35780</c:v>
                </c:pt>
                <c:pt idx="2077">
                  <c:v>35781</c:v>
                </c:pt>
                <c:pt idx="2078">
                  <c:v>35782</c:v>
                </c:pt>
                <c:pt idx="2079">
                  <c:v>35783</c:v>
                </c:pt>
                <c:pt idx="2080">
                  <c:v>35786</c:v>
                </c:pt>
                <c:pt idx="2081">
                  <c:v>35787</c:v>
                </c:pt>
                <c:pt idx="2082">
                  <c:v>35788</c:v>
                </c:pt>
                <c:pt idx="2083">
                  <c:v>35789</c:v>
                </c:pt>
                <c:pt idx="2084">
                  <c:v>35790</c:v>
                </c:pt>
                <c:pt idx="2085">
                  <c:v>35793</c:v>
                </c:pt>
                <c:pt idx="2086">
                  <c:v>35794</c:v>
                </c:pt>
                <c:pt idx="2087">
                  <c:v>35795</c:v>
                </c:pt>
                <c:pt idx="2088">
                  <c:v>35796</c:v>
                </c:pt>
                <c:pt idx="2089">
                  <c:v>35797</c:v>
                </c:pt>
                <c:pt idx="2090">
                  <c:v>35800</c:v>
                </c:pt>
                <c:pt idx="2091">
                  <c:v>35801</c:v>
                </c:pt>
                <c:pt idx="2092">
                  <c:v>35802</c:v>
                </c:pt>
                <c:pt idx="2093">
                  <c:v>35803</c:v>
                </c:pt>
                <c:pt idx="2094">
                  <c:v>35804</c:v>
                </c:pt>
                <c:pt idx="2095">
                  <c:v>35807</c:v>
                </c:pt>
                <c:pt idx="2096">
                  <c:v>35808</c:v>
                </c:pt>
                <c:pt idx="2097">
                  <c:v>35809</c:v>
                </c:pt>
                <c:pt idx="2098">
                  <c:v>35810</c:v>
                </c:pt>
                <c:pt idx="2099">
                  <c:v>35811</c:v>
                </c:pt>
                <c:pt idx="2100">
                  <c:v>35814</c:v>
                </c:pt>
                <c:pt idx="2101">
                  <c:v>35815</c:v>
                </c:pt>
                <c:pt idx="2102">
                  <c:v>35816</c:v>
                </c:pt>
                <c:pt idx="2103">
                  <c:v>35817</c:v>
                </c:pt>
                <c:pt idx="2104">
                  <c:v>35818</c:v>
                </c:pt>
                <c:pt idx="2105">
                  <c:v>35821</c:v>
                </c:pt>
                <c:pt idx="2106">
                  <c:v>35822</c:v>
                </c:pt>
                <c:pt idx="2107">
                  <c:v>35823</c:v>
                </c:pt>
                <c:pt idx="2108">
                  <c:v>35824</c:v>
                </c:pt>
                <c:pt idx="2109">
                  <c:v>35825</c:v>
                </c:pt>
                <c:pt idx="2110">
                  <c:v>35828</c:v>
                </c:pt>
                <c:pt idx="2111">
                  <c:v>35829</c:v>
                </c:pt>
                <c:pt idx="2112">
                  <c:v>35830</c:v>
                </c:pt>
                <c:pt idx="2113">
                  <c:v>35831</c:v>
                </c:pt>
                <c:pt idx="2114">
                  <c:v>35832</c:v>
                </c:pt>
                <c:pt idx="2115">
                  <c:v>35835</c:v>
                </c:pt>
                <c:pt idx="2116">
                  <c:v>35836</c:v>
                </c:pt>
                <c:pt idx="2117">
                  <c:v>35837</c:v>
                </c:pt>
                <c:pt idx="2118">
                  <c:v>35838</c:v>
                </c:pt>
                <c:pt idx="2119">
                  <c:v>35839</c:v>
                </c:pt>
                <c:pt idx="2120">
                  <c:v>35842</c:v>
                </c:pt>
                <c:pt idx="2121">
                  <c:v>35843</c:v>
                </c:pt>
                <c:pt idx="2122">
                  <c:v>35844</c:v>
                </c:pt>
                <c:pt idx="2123">
                  <c:v>35845</c:v>
                </c:pt>
                <c:pt idx="2124">
                  <c:v>35846</c:v>
                </c:pt>
                <c:pt idx="2125">
                  <c:v>35849</c:v>
                </c:pt>
                <c:pt idx="2126">
                  <c:v>35850</c:v>
                </c:pt>
                <c:pt idx="2127">
                  <c:v>35851</c:v>
                </c:pt>
                <c:pt idx="2128">
                  <c:v>35852</c:v>
                </c:pt>
                <c:pt idx="2129">
                  <c:v>35853</c:v>
                </c:pt>
                <c:pt idx="2130">
                  <c:v>35856</c:v>
                </c:pt>
                <c:pt idx="2131">
                  <c:v>35857</c:v>
                </c:pt>
                <c:pt idx="2132">
                  <c:v>35858</c:v>
                </c:pt>
                <c:pt idx="2133">
                  <c:v>35859</c:v>
                </c:pt>
                <c:pt idx="2134">
                  <c:v>35860</c:v>
                </c:pt>
                <c:pt idx="2135">
                  <c:v>35863</c:v>
                </c:pt>
                <c:pt idx="2136">
                  <c:v>35864</c:v>
                </c:pt>
                <c:pt idx="2137">
                  <c:v>35865</c:v>
                </c:pt>
                <c:pt idx="2138">
                  <c:v>35866</c:v>
                </c:pt>
                <c:pt idx="2139">
                  <c:v>35867</c:v>
                </c:pt>
                <c:pt idx="2140">
                  <c:v>35870</c:v>
                </c:pt>
                <c:pt idx="2141">
                  <c:v>35871</c:v>
                </c:pt>
                <c:pt idx="2142">
                  <c:v>35872</c:v>
                </c:pt>
                <c:pt idx="2143">
                  <c:v>35873</c:v>
                </c:pt>
                <c:pt idx="2144">
                  <c:v>35874</c:v>
                </c:pt>
                <c:pt idx="2145">
                  <c:v>35877</c:v>
                </c:pt>
                <c:pt idx="2146">
                  <c:v>35878</c:v>
                </c:pt>
                <c:pt idx="2147">
                  <c:v>35879</c:v>
                </c:pt>
                <c:pt idx="2148">
                  <c:v>35880</c:v>
                </c:pt>
                <c:pt idx="2149">
                  <c:v>35881</c:v>
                </c:pt>
                <c:pt idx="2150">
                  <c:v>35884</c:v>
                </c:pt>
                <c:pt idx="2151">
                  <c:v>35885</c:v>
                </c:pt>
                <c:pt idx="2152">
                  <c:v>35886</c:v>
                </c:pt>
                <c:pt idx="2153">
                  <c:v>35887</c:v>
                </c:pt>
                <c:pt idx="2154">
                  <c:v>35888</c:v>
                </c:pt>
                <c:pt idx="2155">
                  <c:v>35891</c:v>
                </c:pt>
                <c:pt idx="2156">
                  <c:v>35892</c:v>
                </c:pt>
                <c:pt idx="2157">
                  <c:v>35893</c:v>
                </c:pt>
                <c:pt idx="2158">
                  <c:v>35894</c:v>
                </c:pt>
                <c:pt idx="2159">
                  <c:v>35895</c:v>
                </c:pt>
                <c:pt idx="2160">
                  <c:v>35898</c:v>
                </c:pt>
                <c:pt idx="2161">
                  <c:v>35899</c:v>
                </c:pt>
                <c:pt idx="2162">
                  <c:v>35900</c:v>
                </c:pt>
                <c:pt idx="2163">
                  <c:v>35901</c:v>
                </c:pt>
                <c:pt idx="2164">
                  <c:v>35902</c:v>
                </c:pt>
                <c:pt idx="2165">
                  <c:v>35905</c:v>
                </c:pt>
                <c:pt idx="2166">
                  <c:v>35906</c:v>
                </c:pt>
                <c:pt idx="2167">
                  <c:v>35907</c:v>
                </c:pt>
                <c:pt idx="2168">
                  <c:v>35908</c:v>
                </c:pt>
                <c:pt idx="2169">
                  <c:v>35909</c:v>
                </c:pt>
                <c:pt idx="2170">
                  <c:v>35912</c:v>
                </c:pt>
                <c:pt idx="2171">
                  <c:v>35913</c:v>
                </c:pt>
                <c:pt idx="2172">
                  <c:v>35914</c:v>
                </c:pt>
                <c:pt idx="2173">
                  <c:v>35915</c:v>
                </c:pt>
                <c:pt idx="2174">
                  <c:v>35916</c:v>
                </c:pt>
                <c:pt idx="2175">
                  <c:v>35919</c:v>
                </c:pt>
                <c:pt idx="2176">
                  <c:v>35920</c:v>
                </c:pt>
                <c:pt idx="2177">
                  <c:v>35921</c:v>
                </c:pt>
                <c:pt idx="2178">
                  <c:v>35922</c:v>
                </c:pt>
                <c:pt idx="2179">
                  <c:v>35923</c:v>
                </c:pt>
                <c:pt idx="2180">
                  <c:v>35926</c:v>
                </c:pt>
                <c:pt idx="2181">
                  <c:v>35927</c:v>
                </c:pt>
                <c:pt idx="2182">
                  <c:v>35928</c:v>
                </c:pt>
                <c:pt idx="2183">
                  <c:v>35929</c:v>
                </c:pt>
                <c:pt idx="2184">
                  <c:v>35930</c:v>
                </c:pt>
                <c:pt idx="2185">
                  <c:v>35933</c:v>
                </c:pt>
                <c:pt idx="2186">
                  <c:v>35934</c:v>
                </c:pt>
                <c:pt idx="2187">
                  <c:v>35935</c:v>
                </c:pt>
                <c:pt idx="2188">
                  <c:v>35936</c:v>
                </c:pt>
                <c:pt idx="2189">
                  <c:v>35937</c:v>
                </c:pt>
                <c:pt idx="2190">
                  <c:v>35940</c:v>
                </c:pt>
                <c:pt idx="2191">
                  <c:v>35941</c:v>
                </c:pt>
                <c:pt idx="2192">
                  <c:v>35942</c:v>
                </c:pt>
                <c:pt idx="2193">
                  <c:v>35943</c:v>
                </c:pt>
                <c:pt idx="2194">
                  <c:v>35944</c:v>
                </c:pt>
                <c:pt idx="2195">
                  <c:v>35947</c:v>
                </c:pt>
                <c:pt idx="2196">
                  <c:v>35948</c:v>
                </c:pt>
                <c:pt idx="2197">
                  <c:v>35949</c:v>
                </c:pt>
                <c:pt idx="2198">
                  <c:v>35950</c:v>
                </c:pt>
                <c:pt idx="2199">
                  <c:v>35951</c:v>
                </c:pt>
                <c:pt idx="2200">
                  <c:v>35954</c:v>
                </c:pt>
                <c:pt idx="2201">
                  <c:v>35955</c:v>
                </c:pt>
                <c:pt idx="2202">
                  <c:v>35956</c:v>
                </c:pt>
                <c:pt idx="2203">
                  <c:v>35957</c:v>
                </c:pt>
                <c:pt idx="2204">
                  <c:v>35958</c:v>
                </c:pt>
                <c:pt idx="2205">
                  <c:v>35961</c:v>
                </c:pt>
                <c:pt idx="2206">
                  <c:v>35962</c:v>
                </c:pt>
                <c:pt idx="2207">
                  <c:v>35963</c:v>
                </c:pt>
                <c:pt idx="2208">
                  <c:v>35964</c:v>
                </c:pt>
                <c:pt idx="2209">
                  <c:v>35965</c:v>
                </c:pt>
                <c:pt idx="2210">
                  <c:v>35968</c:v>
                </c:pt>
                <c:pt idx="2211">
                  <c:v>35969</c:v>
                </c:pt>
                <c:pt idx="2212">
                  <c:v>35970</c:v>
                </c:pt>
                <c:pt idx="2213">
                  <c:v>35971</c:v>
                </c:pt>
                <c:pt idx="2214">
                  <c:v>35972</c:v>
                </c:pt>
                <c:pt idx="2215">
                  <c:v>35975</c:v>
                </c:pt>
                <c:pt idx="2216">
                  <c:v>35976</c:v>
                </c:pt>
                <c:pt idx="2217">
                  <c:v>35977</c:v>
                </c:pt>
                <c:pt idx="2218">
                  <c:v>35978</c:v>
                </c:pt>
                <c:pt idx="2219">
                  <c:v>35979</c:v>
                </c:pt>
                <c:pt idx="2220">
                  <c:v>35982</c:v>
                </c:pt>
                <c:pt idx="2221">
                  <c:v>35983</c:v>
                </c:pt>
                <c:pt idx="2222">
                  <c:v>35984</c:v>
                </c:pt>
                <c:pt idx="2223">
                  <c:v>35985</c:v>
                </c:pt>
                <c:pt idx="2224">
                  <c:v>35986</c:v>
                </c:pt>
                <c:pt idx="2225">
                  <c:v>35989</c:v>
                </c:pt>
                <c:pt idx="2226">
                  <c:v>35990</c:v>
                </c:pt>
                <c:pt idx="2227">
                  <c:v>35991</c:v>
                </c:pt>
                <c:pt idx="2228">
                  <c:v>35992</c:v>
                </c:pt>
                <c:pt idx="2229">
                  <c:v>35993</c:v>
                </c:pt>
                <c:pt idx="2230">
                  <c:v>35996</c:v>
                </c:pt>
                <c:pt idx="2231">
                  <c:v>35997</c:v>
                </c:pt>
                <c:pt idx="2232">
                  <c:v>35998</c:v>
                </c:pt>
                <c:pt idx="2233">
                  <c:v>35999</c:v>
                </c:pt>
                <c:pt idx="2234">
                  <c:v>36000</c:v>
                </c:pt>
                <c:pt idx="2235">
                  <c:v>36003</c:v>
                </c:pt>
                <c:pt idx="2236">
                  <c:v>36004</c:v>
                </c:pt>
                <c:pt idx="2237">
                  <c:v>36005</c:v>
                </c:pt>
                <c:pt idx="2238">
                  <c:v>36006</c:v>
                </c:pt>
                <c:pt idx="2239">
                  <c:v>36007</c:v>
                </c:pt>
                <c:pt idx="2240">
                  <c:v>36010</c:v>
                </c:pt>
                <c:pt idx="2241">
                  <c:v>36011</c:v>
                </c:pt>
                <c:pt idx="2242">
                  <c:v>36012</c:v>
                </c:pt>
                <c:pt idx="2243">
                  <c:v>36013</c:v>
                </c:pt>
                <c:pt idx="2244">
                  <c:v>36014</c:v>
                </c:pt>
                <c:pt idx="2245">
                  <c:v>36017</c:v>
                </c:pt>
                <c:pt idx="2246">
                  <c:v>36018</c:v>
                </c:pt>
                <c:pt idx="2247">
                  <c:v>36019</c:v>
                </c:pt>
                <c:pt idx="2248">
                  <c:v>36020</c:v>
                </c:pt>
                <c:pt idx="2249">
                  <c:v>36021</c:v>
                </c:pt>
                <c:pt idx="2250">
                  <c:v>36024</c:v>
                </c:pt>
                <c:pt idx="2251">
                  <c:v>36025</c:v>
                </c:pt>
                <c:pt idx="2252">
                  <c:v>36026</c:v>
                </c:pt>
                <c:pt idx="2253">
                  <c:v>36027</c:v>
                </c:pt>
                <c:pt idx="2254">
                  <c:v>36028</c:v>
                </c:pt>
                <c:pt idx="2255">
                  <c:v>36031</c:v>
                </c:pt>
                <c:pt idx="2256">
                  <c:v>36032</c:v>
                </c:pt>
                <c:pt idx="2257">
                  <c:v>36033</c:v>
                </c:pt>
                <c:pt idx="2258">
                  <c:v>36034</c:v>
                </c:pt>
                <c:pt idx="2259">
                  <c:v>36035</c:v>
                </c:pt>
                <c:pt idx="2260">
                  <c:v>36038</c:v>
                </c:pt>
                <c:pt idx="2261">
                  <c:v>36039</c:v>
                </c:pt>
                <c:pt idx="2262">
                  <c:v>36040</c:v>
                </c:pt>
                <c:pt idx="2263">
                  <c:v>36041</c:v>
                </c:pt>
                <c:pt idx="2264">
                  <c:v>36042</c:v>
                </c:pt>
                <c:pt idx="2265">
                  <c:v>36045</c:v>
                </c:pt>
                <c:pt idx="2266">
                  <c:v>36046</c:v>
                </c:pt>
                <c:pt idx="2267">
                  <c:v>36047</c:v>
                </c:pt>
                <c:pt idx="2268">
                  <c:v>36048</c:v>
                </c:pt>
                <c:pt idx="2269">
                  <c:v>36049</c:v>
                </c:pt>
                <c:pt idx="2270">
                  <c:v>36052</c:v>
                </c:pt>
                <c:pt idx="2271">
                  <c:v>36053</c:v>
                </c:pt>
                <c:pt idx="2272">
                  <c:v>36054</c:v>
                </c:pt>
                <c:pt idx="2273">
                  <c:v>36055</c:v>
                </c:pt>
                <c:pt idx="2274">
                  <c:v>36056</c:v>
                </c:pt>
                <c:pt idx="2275">
                  <c:v>36059</c:v>
                </c:pt>
                <c:pt idx="2276">
                  <c:v>36060</c:v>
                </c:pt>
                <c:pt idx="2277">
                  <c:v>36061</c:v>
                </c:pt>
                <c:pt idx="2278">
                  <c:v>36062</c:v>
                </c:pt>
                <c:pt idx="2279">
                  <c:v>36063</c:v>
                </c:pt>
                <c:pt idx="2280">
                  <c:v>36066</c:v>
                </c:pt>
                <c:pt idx="2281">
                  <c:v>36067</c:v>
                </c:pt>
                <c:pt idx="2282">
                  <c:v>36068</c:v>
                </c:pt>
                <c:pt idx="2283">
                  <c:v>36069</c:v>
                </c:pt>
                <c:pt idx="2284">
                  <c:v>36070</c:v>
                </c:pt>
                <c:pt idx="2285">
                  <c:v>36073</c:v>
                </c:pt>
                <c:pt idx="2286">
                  <c:v>36074</c:v>
                </c:pt>
                <c:pt idx="2287">
                  <c:v>36075</c:v>
                </c:pt>
                <c:pt idx="2288">
                  <c:v>36076</c:v>
                </c:pt>
                <c:pt idx="2289">
                  <c:v>36077</c:v>
                </c:pt>
                <c:pt idx="2290">
                  <c:v>36080</c:v>
                </c:pt>
                <c:pt idx="2291">
                  <c:v>36081</c:v>
                </c:pt>
                <c:pt idx="2292">
                  <c:v>36082</c:v>
                </c:pt>
                <c:pt idx="2293">
                  <c:v>36083</c:v>
                </c:pt>
                <c:pt idx="2294">
                  <c:v>36084</c:v>
                </c:pt>
                <c:pt idx="2295">
                  <c:v>36087</c:v>
                </c:pt>
                <c:pt idx="2296">
                  <c:v>36088</c:v>
                </c:pt>
                <c:pt idx="2297">
                  <c:v>36089</c:v>
                </c:pt>
                <c:pt idx="2298">
                  <c:v>36090</c:v>
                </c:pt>
                <c:pt idx="2299">
                  <c:v>36091</c:v>
                </c:pt>
                <c:pt idx="2300">
                  <c:v>36094</c:v>
                </c:pt>
                <c:pt idx="2301">
                  <c:v>36095</c:v>
                </c:pt>
                <c:pt idx="2302">
                  <c:v>36096</c:v>
                </c:pt>
                <c:pt idx="2303">
                  <c:v>36097</c:v>
                </c:pt>
                <c:pt idx="2304">
                  <c:v>36098</c:v>
                </c:pt>
                <c:pt idx="2305">
                  <c:v>36101</c:v>
                </c:pt>
                <c:pt idx="2306">
                  <c:v>36102</c:v>
                </c:pt>
                <c:pt idx="2307">
                  <c:v>36103</c:v>
                </c:pt>
                <c:pt idx="2308">
                  <c:v>36104</c:v>
                </c:pt>
                <c:pt idx="2309">
                  <c:v>36105</c:v>
                </c:pt>
                <c:pt idx="2310">
                  <c:v>36108</c:v>
                </c:pt>
                <c:pt idx="2311">
                  <c:v>36109</c:v>
                </c:pt>
                <c:pt idx="2312">
                  <c:v>36110</c:v>
                </c:pt>
                <c:pt idx="2313">
                  <c:v>36111</c:v>
                </c:pt>
                <c:pt idx="2314">
                  <c:v>36112</c:v>
                </c:pt>
                <c:pt idx="2315">
                  <c:v>36115</c:v>
                </c:pt>
                <c:pt idx="2316">
                  <c:v>36116</c:v>
                </c:pt>
                <c:pt idx="2317">
                  <c:v>36117</c:v>
                </c:pt>
                <c:pt idx="2318">
                  <c:v>36118</c:v>
                </c:pt>
                <c:pt idx="2319">
                  <c:v>36119</c:v>
                </c:pt>
                <c:pt idx="2320">
                  <c:v>36122</c:v>
                </c:pt>
                <c:pt idx="2321">
                  <c:v>36123</c:v>
                </c:pt>
                <c:pt idx="2322">
                  <c:v>36124</c:v>
                </c:pt>
                <c:pt idx="2323">
                  <c:v>36125</c:v>
                </c:pt>
                <c:pt idx="2324">
                  <c:v>36126</c:v>
                </c:pt>
                <c:pt idx="2325">
                  <c:v>36129</c:v>
                </c:pt>
                <c:pt idx="2326">
                  <c:v>36130</c:v>
                </c:pt>
                <c:pt idx="2327">
                  <c:v>36131</c:v>
                </c:pt>
                <c:pt idx="2328">
                  <c:v>36132</c:v>
                </c:pt>
                <c:pt idx="2329">
                  <c:v>36133</c:v>
                </c:pt>
                <c:pt idx="2330">
                  <c:v>36136</c:v>
                </c:pt>
                <c:pt idx="2331">
                  <c:v>36137</c:v>
                </c:pt>
                <c:pt idx="2332">
                  <c:v>36138</c:v>
                </c:pt>
                <c:pt idx="2333">
                  <c:v>36139</c:v>
                </c:pt>
                <c:pt idx="2334">
                  <c:v>36140</c:v>
                </c:pt>
                <c:pt idx="2335">
                  <c:v>36143</c:v>
                </c:pt>
                <c:pt idx="2336">
                  <c:v>36144</c:v>
                </c:pt>
                <c:pt idx="2337">
                  <c:v>36145</c:v>
                </c:pt>
                <c:pt idx="2338">
                  <c:v>36146</c:v>
                </c:pt>
                <c:pt idx="2339">
                  <c:v>36147</c:v>
                </c:pt>
                <c:pt idx="2340">
                  <c:v>36150</c:v>
                </c:pt>
                <c:pt idx="2341">
                  <c:v>36151</c:v>
                </c:pt>
                <c:pt idx="2342">
                  <c:v>36152</c:v>
                </c:pt>
                <c:pt idx="2343">
                  <c:v>36153</c:v>
                </c:pt>
                <c:pt idx="2344">
                  <c:v>36154</c:v>
                </c:pt>
                <c:pt idx="2345">
                  <c:v>36157</c:v>
                </c:pt>
                <c:pt idx="2346">
                  <c:v>36158</c:v>
                </c:pt>
                <c:pt idx="2347">
                  <c:v>36159</c:v>
                </c:pt>
                <c:pt idx="2348">
                  <c:v>36160</c:v>
                </c:pt>
                <c:pt idx="2349">
                  <c:v>36161</c:v>
                </c:pt>
                <c:pt idx="2350">
                  <c:v>36164</c:v>
                </c:pt>
                <c:pt idx="2351">
                  <c:v>36165</c:v>
                </c:pt>
                <c:pt idx="2352">
                  <c:v>36166</c:v>
                </c:pt>
                <c:pt idx="2353">
                  <c:v>36167</c:v>
                </c:pt>
                <c:pt idx="2354">
                  <c:v>36168</c:v>
                </c:pt>
                <c:pt idx="2355">
                  <c:v>36171</c:v>
                </c:pt>
                <c:pt idx="2356">
                  <c:v>36172</c:v>
                </c:pt>
                <c:pt idx="2357">
                  <c:v>36173</c:v>
                </c:pt>
                <c:pt idx="2358">
                  <c:v>36174</c:v>
                </c:pt>
                <c:pt idx="2359">
                  <c:v>36175</c:v>
                </c:pt>
                <c:pt idx="2360">
                  <c:v>36178</c:v>
                </c:pt>
                <c:pt idx="2361">
                  <c:v>36179</c:v>
                </c:pt>
                <c:pt idx="2362">
                  <c:v>36180</c:v>
                </c:pt>
                <c:pt idx="2363">
                  <c:v>36181</c:v>
                </c:pt>
                <c:pt idx="2364">
                  <c:v>36182</c:v>
                </c:pt>
                <c:pt idx="2365">
                  <c:v>36185</c:v>
                </c:pt>
                <c:pt idx="2366">
                  <c:v>36186</c:v>
                </c:pt>
                <c:pt idx="2367">
                  <c:v>36187</c:v>
                </c:pt>
                <c:pt idx="2368">
                  <c:v>36188</c:v>
                </c:pt>
                <c:pt idx="2369">
                  <c:v>36189</c:v>
                </c:pt>
                <c:pt idx="2370">
                  <c:v>36192</c:v>
                </c:pt>
                <c:pt idx="2371">
                  <c:v>36193</c:v>
                </c:pt>
                <c:pt idx="2372">
                  <c:v>36194</c:v>
                </c:pt>
                <c:pt idx="2373">
                  <c:v>36195</c:v>
                </c:pt>
                <c:pt idx="2374">
                  <c:v>36196</c:v>
                </c:pt>
                <c:pt idx="2375">
                  <c:v>36199</c:v>
                </c:pt>
                <c:pt idx="2376">
                  <c:v>36200</c:v>
                </c:pt>
                <c:pt idx="2377">
                  <c:v>36201</c:v>
                </c:pt>
                <c:pt idx="2378">
                  <c:v>36202</c:v>
                </c:pt>
                <c:pt idx="2379">
                  <c:v>36203</c:v>
                </c:pt>
                <c:pt idx="2380">
                  <c:v>36206</c:v>
                </c:pt>
                <c:pt idx="2381">
                  <c:v>36207</c:v>
                </c:pt>
                <c:pt idx="2382">
                  <c:v>36208</c:v>
                </c:pt>
                <c:pt idx="2383">
                  <c:v>36209</c:v>
                </c:pt>
                <c:pt idx="2384">
                  <c:v>36210</c:v>
                </c:pt>
                <c:pt idx="2385">
                  <c:v>36213</c:v>
                </c:pt>
                <c:pt idx="2386">
                  <c:v>36214</c:v>
                </c:pt>
                <c:pt idx="2387">
                  <c:v>36215</c:v>
                </c:pt>
                <c:pt idx="2388">
                  <c:v>36216</c:v>
                </c:pt>
                <c:pt idx="2389">
                  <c:v>36217</c:v>
                </c:pt>
                <c:pt idx="2390">
                  <c:v>36220</c:v>
                </c:pt>
                <c:pt idx="2391">
                  <c:v>36221</c:v>
                </c:pt>
                <c:pt idx="2392">
                  <c:v>36222</c:v>
                </c:pt>
                <c:pt idx="2393">
                  <c:v>36223</c:v>
                </c:pt>
                <c:pt idx="2394">
                  <c:v>36224</c:v>
                </c:pt>
                <c:pt idx="2395">
                  <c:v>36227</c:v>
                </c:pt>
                <c:pt idx="2396">
                  <c:v>36228</c:v>
                </c:pt>
                <c:pt idx="2397">
                  <c:v>36229</c:v>
                </c:pt>
                <c:pt idx="2398">
                  <c:v>36230</c:v>
                </c:pt>
                <c:pt idx="2399">
                  <c:v>36231</c:v>
                </c:pt>
                <c:pt idx="2400">
                  <c:v>36234</c:v>
                </c:pt>
                <c:pt idx="2401">
                  <c:v>36235</c:v>
                </c:pt>
                <c:pt idx="2402">
                  <c:v>36236</c:v>
                </c:pt>
                <c:pt idx="2403">
                  <c:v>36237</c:v>
                </c:pt>
                <c:pt idx="2404">
                  <c:v>36238</c:v>
                </c:pt>
                <c:pt idx="2405">
                  <c:v>36241</c:v>
                </c:pt>
                <c:pt idx="2406">
                  <c:v>36242</c:v>
                </c:pt>
                <c:pt idx="2407">
                  <c:v>36243</c:v>
                </c:pt>
                <c:pt idx="2408">
                  <c:v>36244</c:v>
                </c:pt>
                <c:pt idx="2409">
                  <c:v>36245</c:v>
                </c:pt>
                <c:pt idx="2410">
                  <c:v>36248</c:v>
                </c:pt>
                <c:pt idx="2411">
                  <c:v>36249</c:v>
                </c:pt>
                <c:pt idx="2412">
                  <c:v>36250</c:v>
                </c:pt>
                <c:pt idx="2413">
                  <c:v>36251</c:v>
                </c:pt>
                <c:pt idx="2414">
                  <c:v>36252</c:v>
                </c:pt>
                <c:pt idx="2415">
                  <c:v>36255</c:v>
                </c:pt>
                <c:pt idx="2416">
                  <c:v>36256</c:v>
                </c:pt>
                <c:pt idx="2417">
                  <c:v>36257</c:v>
                </c:pt>
                <c:pt idx="2418">
                  <c:v>36258</c:v>
                </c:pt>
                <c:pt idx="2419">
                  <c:v>36259</c:v>
                </c:pt>
                <c:pt idx="2420">
                  <c:v>36262</c:v>
                </c:pt>
                <c:pt idx="2421">
                  <c:v>36263</c:v>
                </c:pt>
                <c:pt idx="2422">
                  <c:v>36264</c:v>
                </c:pt>
                <c:pt idx="2423">
                  <c:v>36265</c:v>
                </c:pt>
                <c:pt idx="2424">
                  <c:v>36266</c:v>
                </c:pt>
                <c:pt idx="2425">
                  <c:v>36269</c:v>
                </c:pt>
                <c:pt idx="2426">
                  <c:v>36270</c:v>
                </c:pt>
                <c:pt idx="2427">
                  <c:v>36271</c:v>
                </c:pt>
                <c:pt idx="2428">
                  <c:v>36272</c:v>
                </c:pt>
                <c:pt idx="2429">
                  <c:v>36273</c:v>
                </c:pt>
                <c:pt idx="2430">
                  <c:v>36276</c:v>
                </c:pt>
                <c:pt idx="2431">
                  <c:v>36277</c:v>
                </c:pt>
                <c:pt idx="2432">
                  <c:v>36278</c:v>
                </c:pt>
                <c:pt idx="2433">
                  <c:v>36279</c:v>
                </c:pt>
                <c:pt idx="2434">
                  <c:v>36280</c:v>
                </c:pt>
                <c:pt idx="2435">
                  <c:v>36283</c:v>
                </c:pt>
                <c:pt idx="2436">
                  <c:v>36284</c:v>
                </c:pt>
                <c:pt idx="2437">
                  <c:v>36285</c:v>
                </c:pt>
                <c:pt idx="2438">
                  <c:v>36286</c:v>
                </c:pt>
                <c:pt idx="2439">
                  <c:v>36287</c:v>
                </c:pt>
                <c:pt idx="2440">
                  <c:v>36290</c:v>
                </c:pt>
                <c:pt idx="2441">
                  <c:v>36291</c:v>
                </c:pt>
                <c:pt idx="2442">
                  <c:v>36292</c:v>
                </c:pt>
                <c:pt idx="2443">
                  <c:v>36293</c:v>
                </c:pt>
                <c:pt idx="2444">
                  <c:v>36294</c:v>
                </c:pt>
                <c:pt idx="2445">
                  <c:v>36297</c:v>
                </c:pt>
                <c:pt idx="2446">
                  <c:v>36298</c:v>
                </c:pt>
                <c:pt idx="2447">
                  <c:v>36299</c:v>
                </c:pt>
                <c:pt idx="2448">
                  <c:v>36300</c:v>
                </c:pt>
                <c:pt idx="2449">
                  <c:v>36301</c:v>
                </c:pt>
                <c:pt idx="2450">
                  <c:v>36304</c:v>
                </c:pt>
                <c:pt idx="2451">
                  <c:v>36305</c:v>
                </c:pt>
                <c:pt idx="2452">
                  <c:v>36306</c:v>
                </c:pt>
                <c:pt idx="2453">
                  <c:v>36307</c:v>
                </c:pt>
                <c:pt idx="2454">
                  <c:v>36308</c:v>
                </c:pt>
                <c:pt idx="2455">
                  <c:v>36311</c:v>
                </c:pt>
                <c:pt idx="2456">
                  <c:v>36312</c:v>
                </c:pt>
                <c:pt idx="2457">
                  <c:v>36313</c:v>
                </c:pt>
                <c:pt idx="2458">
                  <c:v>36314</c:v>
                </c:pt>
                <c:pt idx="2459">
                  <c:v>36315</c:v>
                </c:pt>
                <c:pt idx="2460">
                  <c:v>36318</c:v>
                </c:pt>
                <c:pt idx="2461">
                  <c:v>36319</c:v>
                </c:pt>
                <c:pt idx="2462">
                  <c:v>36320</c:v>
                </c:pt>
                <c:pt idx="2463">
                  <c:v>36321</c:v>
                </c:pt>
                <c:pt idx="2464">
                  <c:v>36322</c:v>
                </c:pt>
                <c:pt idx="2465">
                  <c:v>36325</c:v>
                </c:pt>
                <c:pt idx="2466">
                  <c:v>36326</c:v>
                </c:pt>
                <c:pt idx="2467">
                  <c:v>36327</c:v>
                </c:pt>
                <c:pt idx="2468">
                  <c:v>36328</c:v>
                </c:pt>
                <c:pt idx="2469">
                  <c:v>36329</c:v>
                </c:pt>
                <c:pt idx="2470">
                  <c:v>36332</c:v>
                </c:pt>
                <c:pt idx="2471">
                  <c:v>36333</c:v>
                </c:pt>
                <c:pt idx="2472">
                  <c:v>36334</c:v>
                </c:pt>
                <c:pt idx="2473">
                  <c:v>36335</c:v>
                </c:pt>
                <c:pt idx="2474">
                  <c:v>36336</c:v>
                </c:pt>
                <c:pt idx="2475">
                  <c:v>36339</c:v>
                </c:pt>
                <c:pt idx="2476">
                  <c:v>36340</c:v>
                </c:pt>
                <c:pt idx="2477">
                  <c:v>36341</c:v>
                </c:pt>
                <c:pt idx="2478">
                  <c:v>36342</c:v>
                </c:pt>
                <c:pt idx="2479">
                  <c:v>36343</c:v>
                </c:pt>
                <c:pt idx="2480">
                  <c:v>36346</c:v>
                </c:pt>
                <c:pt idx="2481">
                  <c:v>36347</c:v>
                </c:pt>
                <c:pt idx="2482">
                  <c:v>36348</c:v>
                </c:pt>
                <c:pt idx="2483">
                  <c:v>36349</c:v>
                </c:pt>
                <c:pt idx="2484">
                  <c:v>36350</c:v>
                </c:pt>
                <c:pt idx="2485">
                  <c:v>36353</c:v>
                </c:pt>
                <c:pt idx="2486">
                  <c:v>36354</c:v>
                </c:pt>
                <c:pt idx="2487">
                  <c:v>36355</c:v>
                </c:pt>
                <c:pt idx="2488">
                  <c:v>36356</c:v>
                </c:pt>
                <c:pt idx="2489">
                  <c:v>36357</c:v>
                </c:pt>
                <c:pt idx="2490">
                  <c:v>36360</c:v>
                </c:pt>
                <c:pt idx="2491">
                  <c:v>36361</c:v>
                </c:pt>
                <c:pt idx="2492">
                  <c:v>36362</c:v>
                </c:pt>
                <c:pt idx="2493">
                  <c:v>36363</c:v>
                </c:pt>
                <c:pt idx="2494">
                  <c:v>36364</c:v>
                </c:pt>
                <c:pt idx="2495">
                  <c:v>36367</c:v>
                </c:pt>
                <c:pt idx="2496">
                  <c:v>36368</c:v>
                </c:pt>
                <c:pt idx="2497">
                  <c:v>36369</c:v>
                </c:pt>
                <c:pt idx="2498">
                  <c:v>36370</c:v>
                </c:pt>
                <c:pt idx="2499">
                  <c:v>36371</c:v>
                </c:pt>
                <c:pt idx="2500">
                  <c:v>36374</c:v>
                </c:pt>
                <c:pt idx="2501">
                  <c:v>36375</c:v>
                </c:pt>
                <c:pt idx="2502">
                  <c:v>36376</c:v>
                </c:pt>
                <c:pt idx="2503">
                  <c:v>36377</c:v>
                </c:pt>
                <c:pt idx="2504">
                  <c:v>36378</c:v>
                </c:pt>
                <c:pt idx="2505">
                  <c:v>36381</c:v>
                </c:pt>
                <c:pt idx="2506">
                  <c:v>36382</c:v>
                </c:pt>
                <c:pt idx="2507">
                  <c:v>36383</c:v>
                </c:pt>
                <c:pt idx="2508">
                  <c:v>36384</c:v>
                </c:pt>
                <c:pt idx="2509">
                  <c:v>36385</c:v>
                </c:pt>
                <c:pt idx="2510">
                  <c:v>36388</c:v>
                </c:pt>
                <c:pt idx="2511">
                  <c:v>36389</c:v>
                </c:pt>
                <c:pt idx="2512">
                  <c:v>36390</c:v>
                </c:pt>
                <c:pt idx="2513">
                  <c:v>36391</c:v>
                </c:pt>
                <c:pt idx="2514">
                  <c:v>36392</c:v>
                </c:pt>
                <c:pt idx="2515">
                  <c:v>36395</c:v>
                </c:pt>
                <c:pt idx="2516">
                  <c:v>36396</c:v>
                </c:pt>
                <c:pt idx="2517">
                  <c:v>36397</c:v>
                </c:pt>
                <c:pt idx="2518">
                  <c:v>36398</c:v>
                </c:pt>
                <c:pt idx="2519">
                  <c:v>36399</c:v>
                </c:pt>
                <c:pt idx="2520">
                  <c:v>36402</c:v>
                </c:pt>
                <c:pt idx="2521">
                  <c:v>36403</c:v>
                </c:pt>
                <c:pt idx="2522">
                  <c:v>36404</c:v>
                </c:pt>
                <c:pt idx="2523">
                  <c:v>36405</c:v>
                </c:pt>
                <c:pt idx="2524">
                  <c:v>36406</c:v>
                </c:pt>
                <c:pt idx="2525">
                  <c:v>36409</c:v>
                </c:pt>
                <c:pt idx="2526">
                  <c:v>36410</c:v>
                </c:pt>
                <c:pt idx="2527">
                  <c:v>36411</c:v>
                </c:pt>
                <c:pt idx="2528">
                  <c:v>36412</c:v>
                </c:pt>
                <c:pt idx="2529">
                  <c:v>36413</c:v>
                </c:pt>
                <c:pt idx="2530">
                  <c:v>36416</c:v>
                </c:pt>
                <c:pt idx="2531">
                  <c:v>36417</c:v>
                </c:pt>
                <c:pt idx="2532">
                  <c:v>36418</c:v>
                </c:pt>
                <c:pt idx="2533">
                  <c:v>36419</c:v>
                </c:pt>
                <c:pt idx="2534">
                  <c:v>36420</c:v>
                </c:pt>
                <c:pt idx="2535">
                  <c:v>36423</c:v>
                </c:pt>
                <c:pt idx="2536">
                  <c:v>36424</c:v>
                </c:pt>
                <c:pt idx="2537">
                  <c:v>36425</c:v>
                </c:pt>
                <c:pt idx="2538">
                  <c:v>36426</c:v>
                </c:pt>
                <c:pt idx="2539">
                  <c:v>36427</c:v>
                </c:pt>
                <c:pt idx="2540">
                  <c:v>36430</c:v>
                </c:pt>
                <c:pt idx="2541">
                  <c:v>36431</c:v>
                </c:pt>
                <c:pt idx="2542">
                  <c:v>36432</c:v>
                </c:pt>
                <c:pt idx="2543">
                  <c:v>36433</c:v>
                </c:pt>
                <c:pt idx="2544">
                  <c:v>36434</c:v>
                </c:pt>
                <c:pt idx="2545">
                  <c:v>36437</c:v>
                </c:pt>
                <c:pt idx="2546">
                  <c:v>36438</c:v>
                </c:pt>
                <c:pt idx="2547">
                  <c:v>36439</c:v>
                </c:pt>
                <c:pt idx="2548">
                  <c:v>36440</c:v>
                </c:pt>
                <c:pt idx="2549">
                  <c:v>36441</c:v>
                </c:pt>
                <c:pt idx="2550">
                  <c:v>36444</c:v>
                </c:pt>
                <c:pt idx="2551">
                  <c:v>36445</c:v>
                </c:pt>
                <c:pt idx="2552">
                  <c:v>36446</c:v>
                </c:pt>
                <c:pt idx="2553">
                  <c:v>36447</c:v>
                </c:pt>
                <c:pt idx="2554">
                  <c:v>36448</c:v>
                </c:pt>
                <c:pt idx="2555">
                  <c:v>36451</c:v>
                </c:pt>
                <c:pt idx="2556">
                  <c:v>36452</c:v>
                </c:pt>
                <c:pt idx="2557">
                  <c:v>36453</c:v>
                </c:pt>
                <c:pt idx="2558">
                  <c:v>36454</c:v>
                </c:pt>
                <c:pt idx="2559">
                  <c:v>36455</c:v>
                </c:pt>
                <c:pt idx="2560">
                  <c:v>36458</c:v>
                </c:pt>
                <c:pt idx="2561">
                  <c:v>36459</c:v>
                </c:pt>
                <c:pt idx="2562">
                  <c:v>36460</c:v>
                </c:pt>
                <c:pt idx="2563">
                  <c:v>36461</c:v>
                </c:pt>
                <c:pt idx="2564">
                  <c:v>36462</c:v>
                </c:pt>
                <c:pt idx="2565">
                  <c:v>36465</c:v>
                </c:pt>
                <c:pt idx="2566">
                  <c:v>36466</c:v>
                </c:pt>
                <c:pt idx="2567">
                  <c:v>36467</c:v>
                </c:pt>
                <c:pt idx="2568">
                  <c:v>36468</c:v>
                </c:pt>
                <c:pt idx="2569">
                  <c:v>36469</c:v>
                </c:pt>
                <c:pt idx="2570">
                  <c:v>36472</c:v>
                </c:pt>
                <c:pt idx="2571">
                  <c:v>36473</c:v>
                </c:pt>
                <c:pt idx="2572">
                  <c:v>36474</c:v>
                </c:pt>
                <c:pt idx="2573">
                  <c:v>36475</c:v>
                </c:pt>
                <c:pt idx="2574">
                  <c:v>36476</c:v>
                </c:pt>
                <c:pt idx="2575">
                  <c:v>36479</c:v>
                </c:pt>
                <c:pt idx="2576">
                  <c:v>36480</c:v>
                </c:pt>
                <c:pt idx="2577">
                  <c:v>36481</c:v>
                </c:pt>
                <c:pt idx="2578">
                  <c:v>36482</c:v>
                </c:pt>
                <c:pt idx="2579">
                  <c:v>36483</c:v>
                </c:pt>
                <c:pt idx="2580">
                  <c:v>36486</c:v>
                </c:pt>
                <c:pt idx="2581">
                  <c:v>36487</c:v>
                </c:pt>
                <c:pt idx="2582">
                  <c:v>36488</c:v>
                </c:pt>
                <c:pt idx="2583">
                  <c:v>36489</c:v>
                </c:pt>
                <c:pt idx="2584">
                  <c:v>36490</c:v>
                </c:pt>
                <c:pt idx="2585">
                  <c:v>36493</c:v>
                </c:pt>
                <c:pt idx="2586">
                  <c:v>36494</c:v>
                </c:pt>
                <c:pt idx="2587">
                  <c:v>36495</c:v>
                </c:pt>
                <c:pt idx="2588">
                  <c:v>36496</c:v>
                </c:pt>
                <c:pt idx="2589">
                  <c:v>36497</c:v>
                </c:pt>
                <c:pt idx="2590">
                  <c:v>36500</c:v>
                </c:pt>
                <c:pt idx="2591">
                  <c:v>36501</c:v>
                </c:pt>
                <c:pt idx="2592">
                  <c:v>36502</c:v>
                </c:pt>
                <c:pt idx="2593">
                  <c:v>36503</c:v>
                </c:pt>
                <c:pt idx="2594">
                  <c:v>36504</c:v>
                </c:pt>
                <c:pt idx="2595">
                  <c:v>36507</c:v>
                </c:pt>
                <c:pt idx="2596">
                  <c:v>36508</c:v>
                </c:pt>
                <c:pt idx="2597">
                  <c:v>36509</c:v>
                </c:pt>
                <c:pt idx="2598">
                  <c:v>36510</c:v>
                </c:pt>
                <c:pt idx="2599">
                  <c:v>36511</c:v>
                </c:pt>
                <c:pt idx="2600">
                  <c:v>36514</c:v>
                </c:pt>
                <c:pt idx="2601">
                  <c:v>36515</c:v>
                </c:pt>
                <c:pt idx="2602">
                  <c:v>36516</c:v>
                </c:pt>
                <c:pt idx="2603">
                  <c:v>36517</c:v>
                </c:pt>
                <c:pt idx="2604">
                  <c:v>36518</c:v>
                </c:pt>
                <c:pt idx="2605">
                  <c:v>36521</c:v>
                </c:pt>
                <c:pt idx="2606">
                  <c:v>36522</c:v>
                </c:pt>
                <c:pt idx="2607">
                  <c:v>36523</c:v>
                </c:pt>
                <c:pt idx="2608">
                  <c:v>36524</c:v>
                </c:pt>
                <c:pt idx="2609">
                  <c:v>36525</c:v>
                </c:pt>
                <c:pt idx="2610">
                  <c:v>36528</c:v>
                </c:pt>
                <c:pt idx="2611">
                  <c:v>36529</c:v>
                </c:pt>
                <c:pt idx="2612">
                  <c:v>36530</c:v>
                </c:pt>
                <c:pt idx="2613">
                  <c:v>36531</c:v>
                </c:pt>
                <c:pt idx="2614">
                  <c:v>36532</c:v>
                </c:pt>
                <c:pt idx="2615">
                  <c:v>36535</c:v>
                </c:pt>
                <c:pt idx="2616">
                  <c:v>36536</c:v>
                </c:pt>
                <c:pt idx="2617">
                  <c:v>36537</c:v>
                </c:pt>
                <c:pt idx="2618">
                  <c:v>36538</c:v>
                </c:pt>
                <c:pt idx="2619">
                  <c:v>36539</c:v>
                </c:pt>
                <c:pt idx="2620">
                  <c:v>36542</c:v>
                </c:pt>
                <c:pt idx="2621">
                  <c:v>36543</c:v>
                </c:pt>
                <c:pt idx="2622">
                  <c:v>36544</c:v>
                </c:pt>
                <c:pt idx="2623">
                  <c:v>36545</c:v>
                </c:pt>
                <c:pt idx="2624">
                  <c:v>36546</c:v>
                </c:pt>
                <c:pt idx="2625">
                  <c:v>36549</c:v>
                </c:pt>
                <c:pt idx="2626">
                  <c:v>36550</c:v>
                </c:pt>
                <c:pt idx="2627">
                  <c:v>36551</c:v>
                </c:pt>
                <c:pt idx="2628">
                  <c:v>36552</c:v>
                </c:pt>
                <c:pt idx="2629">
                  <c:v>36553</c:v>
                </c:pt>
                <c:pt idx="2630">
                  <c:v>36556</c:v>
                </c:pt>
                <c:pt idx="2631">
                  <c:v>36557</c:v>
                </c:pt>
                <c:pt idx="2632">
                  <c:v>36558</c:v>
                </c:pt>
                <c:pt idx="2633">
                  <c:v>36559</c:v>
                </c:pt>
                <c:pt idx="2634">
                  <c:v>36560</c:v>
                </c:pt>
                <c:pt idx="2635">
                  <c:v>36563</c:v>
                </c:pt>
                <c:pt idx="2636">
                  <c:v>36564</c:v>
                </c:pt>
                <c:pt idx="2637">
                  <c:v>36565</c:v>
                </c:pt>
                <c:pt idx="2638">
                  <c:v>36566</c:v>
                </c:pt>
                <c:pt idx="2639">
                  <c:v>36567</c:v>
                </c:pt>
                <c:pt idx="2640">
                  <c:v>36570</c:v>
                </c:pt>
                <c:pt idx="2641">
                  <c:v>36571</c:v>
                </c:pt>
                <c:pt idx="2642">
                  <c:v>36572</c:v>
                </c:pt>
                <c:pt idx="2643">
                  <c:v>36573</c:v>
                </c:pt>
                <c:pt idx="2644">
                  <c:v>36574</c:v>
                </c:pt>
                <c:pt idx="2645">
                  <c:v>36577</c:v>
                </c:pt>
                <c:pt idx="2646">
                  <c:v>36578</c:v>
                </c:pt>
                <c:pt idx="2647">
                  <c:v>36579</c:v>
                </c:pt>
                <c:pt idx="2648">
                  <c:v>36580</c:v>
                </c:pt>
                <c:pt idx="2649">
                  <c:v>36581</c:v>
                </c:pt>
                <c:pt idx="2650">
                  <c:v>36584</c:v>
                </c:pt>
                <c:pt idx="2651">
                  <c:v>36585</c:v>
                </c:pt>
                <c:pt idx="2652">
                  <c:v>36586</c:v>
                </c:pt>
                <c:pt idx="2653">
                  <c:v>36587</c:v>
                </c:pt>
                <c:pt idx="2654">
                  <c:v>36588</c:v>
                </c:pt>
                <c:pt idx="2655">
                  <c:v>36591</c:v>
                </c:pt>
                <c:pt idx="2656">
                  <c:v>36592</c:v>
                </c:pt>
                <c:pt idx="2657">
                  <c:v>36593</c:v>
                </c:pt>
                <c:pt idx="2658">
                  <c:v>36594</c:v>
                </c:pt>
                <c:pt idx="2659">
                  <c:v>36595</c:v>
                </c:pt>
                <c:pt idx="2660">
                  <c:v>36598</c:v>
                </c:pt>
                <c:pt idx="2661">
                  <c:v>36599</c:v>
                </c:pt>
                <c:pt idx="2662">
                  <c:v>36600</c:v>
                </c:pt>
                <c:pt idx="2663">
                  <c:v>36601</c:v>
                </c:pt>
                <c:pt idx="2664">
                  <c:v>36602</c:v>
                </c:pt>
                <c:pt idx="2665">
                  <c:v>36605</c:v>
                </c:pt>
                <c:pt idx="2666">
                  <c:v>36606</c:v>
                </c:pt>
                <c:pt idx="2667">
                  <c:v>36607</c:v>
                </c:pt>
                <c:pt idx="2668">
                  <c:v>36608</c:v>
                </c:pt>
                <c:pt idx="2669">
                  <c:v>36609</c:v>
                </c:pt>
                <c:pt idx="2670">
                  <c:v>36612</c:v>
                </c:pt>
                <c:pt idx="2671">
                  <c:v>36613</c:v>
                </c:pt>
                <c:pt idx="2672">
                  <c:v>36614</c:v>
                </c:pt>
                <c:pt idx="2673">
                  <c:v>36615</c:v>
                </c:pt>
                <c:pt idx="2674">
                  <c:v>36616</c:v>
                </c:pt>
                <c:pt idx="2675">
                  <c:v>36619</c:v>
                </c:pt>
                <c:pt idx="2676">
                  <c:v>36620</c:v>
                </c:pt>
                <c:pt idx="2677">
                  <c:v>36621</c:v>
                </c:pt>
                <c:pt idx="2678">
                  <c:v>36622</c:v>
                </c:pt>
                <c:pt idx="2679">
                  <c:v>36623</c:v>
                </c:pt>
                <c:pt idx="2680">
                  <c:v>36626</c:v>
                </c:pt>
                <c:pt idx="2681">
                  <c:v>36627</c:v>
                </c:pt>
                <c:pt idx="2682">
                  <c:v>36628</c:v>
                </c:pt>
                <c:pt idx="2683">
                  <c:v>36629</c:v>
                </c:pt>
                <c:pt idx="2684">
                  <c:v>36630</c:v>
                </c:pt>
                <c:pt idx="2685">
                  <c:v>36633</c:v>
                </c:pt>
                <c:pt idx="2686">
                  <c:v>36634</c:v>
                </c:pt>
                <c:pt idx="2687">
                  <c:v>36635</c:v>
                </c:pt>
                <c:pt idx="2688">
                  <c:v>36636</c:v>
                </c:pt>
                <c:pt idx="2689">
                  <c:v>36637</c:v>
                </c:pt>
                <c:pt idx="2690">
                  <c:v>36640</c:v>
                </c:pt>
                <c:pt idx="2691">
                  <c:v>36641</c:v>
                </c:pt>
                <c:pt idx="2692">
                  <c:v>36642</c:v>
                </c:pt>
                <c:pt idx="2693">
                  <c:v>36643</c:v>
                </c:pt>
                <c:pt idx="2694">
                  <c:v>36644</c:v>
                </c:pt>
                <c:pt idx="2695">
                  <c:v>36647</c:v>
                </c:pt>
                <c:pt idx="2696">
                  <c:v>36648</c:v>
                </c:pt>
                <c:pt idx="2697">
                  <c:v>36649</c:v>
                </c:pt>
                <c:pt idx="2698">
                  <c:v>36650</c:v>
                </c:pt>
                <c:pt idx="2699">
                  <c:v>36651</c:v>
                </c:pt>
                <c:pt idx="2700">
                  <c:v>36654</c:v>
                </c:pt>
                <c:pt idx="2701">
                  <c:v>36655</c:v>
                </c:pt>
                <c:pt idx="2702">
                  <c:v>36656</c:v>
                </c:pt>
                <c:pt idx="2703">
                  <c:v>36657</c:v>
                </c:pt>
                <c:pt idx="2704">
                  <c:v>36658</c:v>
                </c:pt>
                <c:pt idx="2705">
                  <c:v>36661</c:v>
                </c:pt>
                <c:pt idx="2706">
                  <c:v>36662</c:v>
                </c:pt>
                <c:pt idx="2707">
                  <c:v>36663</c:v>
                </c:pt>
                <c:pt idx="2708">
                  <c:v>36664</c:v>
                </c:pt>
                <c:pt idx="2709">
                  <c:v>36665</c:v>
                </c:pt>
                <c:pt idx="2710">
                  <c:v>36668</c:v>
                </c:pt>
                <c:pt idx="2711">
                  <c:v>36669</c:v>
                </c:pt>
                <c:pt idx="2712">
                  <c:v>36670</c:v>
                </c:pt>
                <c:pt idx="2713">
                  <c:v>36671</c:v>
                </c:pt>
                <c:pt idx="2714">
                  <c:v>36672</c:v>
                </c:pt>
                <c:pt idx="2715">
                  <c:v>36675</c:v>
                </c:pt>
                <c:pt idx="2716">
                  <c:v>36676</c:v>
                </c:pt>
                <c:pt idx="2717">
                  <c:v>36677</c:v>
                </c:pt>
                <c:pt idx="2718">
                  <c:v>36678</c:v>
                </c:pt>
                <c:pt idx="2719">
                  <c:v>36679</c:v>
                </c:pt>
                <c:pt idx="2720">
                  <c:v>36682</c:v>
                </c:pt>
                <c:pt idx="2721">
                  <c:v>36683</c:v>
                </c:pt>
                <c:pt idx="2722">
                  <c:v>36684</c:v>
                </c:pt>
                <c:pt idx="2723">
                  <c:v>36685</c:v>
                </c:pt>
                <c:pt idx="2724">
                  <c:v>36686</c:v>
                </c:pt>
                <c:pt idx="2725">
                  <c:v>36689</c:v>
                </c:pt>
                <c:pt idx="2726">
                  <c:v>36690</c:v>
                </c:pt>
                <c:pt idx="2727">
                  <c:v>36691</c:v>
                </c:pt>
                <c:pt idx="2728">
                  <c:v>36692</c:v>
                </c:pt>
                <c:pt idx="2729">
                  <c:v>36693</c:v>
                </c:pt>
                <c:pt idx="2730">
                  <c:v>36696</c:v>
                </c:pt>
                <c:pt idx="2731">
                  <c:v>36697</c:v>
                </c:pt>
                <c:pt idx="2732">
                  <c:v>36698</c:v>
                </c:pt>
                <c:pt idx="2733">
                  <c:v>36699</c:v>
                </c:pt>
                <c:pt idx="2734">
                  <c:v>36700</c:v>
                </c:pt>
                <c:pt idx="2735">
                  <c:v>36703</c:v>
                </c:pt>
                <c:pt idx="2736">
                  <c:v>36704</c:v>
                </c:pt>
                <c:pt idx="2737">
                  <c:v>36705</c:v>
                </c:pt>
                <c:pt idx="2738">
                  <c:v>36706</c:v>
                </c:pt>
                <c:pt idx="2739">
                  <c:v>36707</c:v>
                </c:pt>
                <c:pt idx="2740">
                  <c:v>36710</c:v>
                </c:pt>
                <c:pt idx="2741">
                  <c:v>36711</c:v>
                </c:pt>
                <c:pt idx="2742">
                  <c:v>36712</c:v>
                </c:pt>
                <c:pt idx="2743">
                  <c:v>36713</c:v>
                </c:pt>
                <c:pt idx="2744">
                  <c:v>36714</c:v>
                </c:pt>
                <c:pt idx="2745">
                  <c:v>36717</c:v>
                </c:pt>
                <c:pt idx="2746">
                  <c:v>36718</c:v>
                </c:pt>
                <c:pt idx="2747">
                  <c:v>36719</c:v>
                </c:pt>
                <c:pt idx="2748">
                  <c:v>36720</c:v>
                </c:pt>
                <c:pt idx="2749">
                  <c:v>36721</c:v>
                </c:pt>
                <c:pt idx="2750">
                  <c:v>36724</c:v>
                </c:pt>
                <c:pt idx="2751">
                  <c:v>36725</c:v>
                </c:pt>
                <c:pt idx="2752">
                  <c:v>36726</c:v>
                </c:pt>
                <c:pt idx="2753">
                  <c:v>36727</c:v>
                </c:pt>
                <c:pt idx="2754">
                  <c:v>36728</c:v>
                </c:pt>
                <c:pt idx="2755">
                  <c:v>36731</c:v>
                </c:pt>
                <c:pt idx="2756">
                  <c:v>36732</c:v>
                </c:pt>
                <c:pt idx="2757">
                  <c:v>36733</c:v>
                </c:pt>
                <c:pt idx="2758">
                  <c:v>36734</c:v>
                </c:pt>
                <c:pt idx="2759">
                  <c:v>36735</c:v>
                </c:pt>
                <c:pt idx="2760">
                  <c:v>36738</c:v>
                </c:pt>
                <c:pt idx="2761">
                  <c:v>36739</c:v>
                </c:pt>
                <c:pt idx="2762">
                  <c:v>36740</c:v>
                </c:pt>
                <c:pt idx="2763">
                  <c:v>36741</c:v>
                </c:pt>
                <c:pt idx="2764">
                  <c:v>36742</c:v>
                </c:pt>
                <c:pt idx="2765">
                  <c:v>36745</c:v>
                </c:pt>
                <c:pt idx="2766">
                  <c:v>36746</c:v>
                </c:pt>
                <c:pt idx="2767">
                  <c:v>36747</c:v>
                </c:pt>
                <c:pt idx="2768">
                  <c:v>36748</c:v>
                </c:pt>
                <c:pt idx="2769">
                  <c:v>36749</c:v>
                </c:pt>
                <c:pt idx="2770">
                  <c:v>36752</c:v>
                </c:pt>
                <c:pt idx="2771">
                  <c:v>36753</c:v>
                </c:pt>
                <c:pt idx="2772">
                  <c:v>36754</c:v>
                </c:pt>
                <c:pt idx="2773">
                  <c:v>36755</c:v>
                </c:pt>
                <c:pt idx="2774">
                  <c:v>36756</c:v>
                </c:pt>
                <c:pt idx="2775">
                  <c:v>36759</c:v>
                </c:pt>
                <c:pt idx="2776">
                  <c:v>36760</c:v>
                </c:pt>
                <c:pt idx="2777">
                  <c:v>36761</c:v>
                </c:pt>
                <c:pt idx="2778">
                  <c:v>36762</c:v>
                </c:pt>
                <c:pt idx="2779">
                  <c:v>36763</c:v>
                </c:pt>
                <c:pt idx="2780">
                  <c:v>36766</c:v>
                </c:pt>
                <c:pt idx="2781">
                  <c:v>36767</c:v>
                </c:pt>
                <c:pt idx="2782">
                  <c:v>36768</c:v>
                </c:pt>
                <c:pt idx="2783">
                  <c:v>36769</c:v>
                </c:pt>
                <c:pt idx="2784">
                  <c:v>36770</c:v>
                </c:pt>
                <c:pt idx="2785">
                  <c:v>36773</c:v>
                </c:pt>
                <c:pt idx="2786">
                  <c:v>36774</c:v>
                </c:pt>
                <c:pt idx="2787">
                  <c:v>36775</c:v>
                </c:pt>
                <c:pt idx="2788">
                  <c:v>36776</c:v>
                </c:pt>
                <c:pt idx="2789">
                  <c:v>36777</c:v>
                </c:pt>
                <c:pt idx="2790">
                  <c:v>36780</c:v>
                </c:pt>
                <c:pt idx="2791">
                  <c:v>36781</c:v>
                </c:pt>
                <c:pt idx="2792">
                  <c:v>36782</c:v>
                </c:pt>
                <c:pt idx="2793">
                  <c:v>36783</c:v>
                </c:pt>
                <c:pt idx="2794">
                  <c:v>36784</c:v>
                </c:pt>
                <c:pt idx="2795">
                  <c:v>36787</c:v>
                </c:pt>
                <c:pt idx="2796">
                  <c:v>36788</c:v>
                </c:pt>
                <c:pt idx="2797">
                  <c:v>36789</c:v>
                </c:pt>
                <c:pt idx="2798">
                  <c:v>36790</c:v>
                </c:pt>
                <c:pt idx="2799">
                  <c:v>36791</c:v>
                </c:pt>
                <c:pt idx="2800">
                  <c:v>36794</c:v>
                </c:pt>
                <c:pt idx="2801">
                  <c:v>36795</c:v>
                </c:pt>
                <c:pt idx="2802">
                  <c:v>36796</c:v>
                </c:pt>
                <c:pt idx="2803">
                  <c:v>36797</c:v>
                </c:pt>
                <c:pt idx="2804">
                  <c:v>36798</c:v>
                </c:pt>
                <c:pt idx="2805">
                  <c:v>36801</c:v>
                </c:pt>
                <c:pt idx="2806">
                  <c:v>36802</c:v>
                </c:pt>
                <c:pt idx="2807">
                  <c:v>36803</c:v>
                </c:pt>
                <c:pt idx="2808">
                  <c:v>36804</c:v>
                </c:pt>
                <c:pt idx="2809">
                  <c:v>36805</c:v>
                </c:pt>
                <c:pt idx="2810">
                  <c:v>36808</c:v>
                </c:pt>
                <c:pt idx="2811">
                  <c:v>36809</c:v>
                </c:pt>
                <c:pt idx="2812">
                  <c:v>36810</c:v>
                </c:pt>
                <c:pt idx="2813">
                  <c:v>36811</c:v>
                </c:pt>
                <c:pt idx="2814">
                  <c:v>36812</c:v>
                </c:pt>
                <c:pt idx="2815">
                  <c:v>36815</c:v>
                </c:pt>
                <c:pt idx="2816">
                  <c:v>36816</c:v>
                </c:pt>
                <c:pt idx="2817">
                  <c:v>36817</c:v>
                </c:pt>
                <c:pt idx="2818">
                  <c:v>36818</c:v>
                </c:pt>
                <c:pt idx="2819">
                  <c:v>36819</c:v>
                </c:pt>
                <c:pt idx="2820">
                  <c:v>36822</c:v>
                </c:pt>
                <c:pt idx="2821">
                  <c:v>36823</c:v>
                </c:pt>
                <c:pt idx="2822">
                  <c:v>36824</c:v>
                </c:pt>
                <c:pt idx="2823">
                  <c:v>36825</c:v>
                </c:pt>
                <c:pt idx="2824">
                  <c:v>36826</c:v>
                </c:pt>
                <c:pt idx="2825">
                  <c:v>36829</c:v>
                </c:pt>
                <c:pt idx="2826">
                  <c:v>36830</c:v>
                </c:pt>
                <c:pt idx="2827">
                  <c:v>36831</c:v>
                </c:pt>
                <c:pt idx="2828">
                  <c:v>36832</c:v>
                </c:pt>
                <c:pt idx="2829">
                  <c:v>36833</c:v>
                </c:pt>
                <c:pt idx="2830">
                  <c:v>36836</c:v>
                </c:pt>
                <c:pt idx="2831">
                  <c:v>36837</c:v>
                </c:pt>
                <c:pt idx="2832">
                  <c:v>36838</c:v>
                </c:pt>
                <c:pt idx="2833">
                  <c:v>36839</c:v>
                </c:pt>
                <c:pt idx="2834">
                  <c:v>36840</c:v>
                </c:pt>
                <c:pt idx="2835">
                  <c:v>36843</c:v>
                </c:pt>
                <c:pt idx="2836">
                  <c:v>36844</c:v>
                </c:pt>
                <c:pt idx="2837">
                  <c:v>36845</c:v>
                </c:pt>
                <c:pt idx="2838">
                  <c:v>36846</c:v>
                </c:pt>
                <c:pt idx="2839">
                  <c:v>36847</c:v>
                </c:pt>
                <c:pt idx="2840">
                  <c:v>36850</c:v>
                </c:pt>
                <c:pt idx="2841">
                  <c:v>36851</c:v>
                </c:pt>
                <c:pt idx="2842">
                  <c:v>36852</c:v>
                </c:pt>
                <c:pt idx="2843">
                  <c:v>36853</c:v>
                </c:pt>
                <c:pt idx="2844">
                  <c:v>36854</c:v>
                </c:pt>
                <c:pt idx="2845">
                  <c:v>36857</c:v>
                </c:pt>
                <c:pt idx="2846">
                  <c:v>36858</c:v>
                </c:pt>
                <c:pt idx="2847">
                  <c:v>36859</c:v>
                </c:pt>
                <c:pt idx="2848">
                  <c:v>36860</c:v>
                </c:pt>
                <c:pt idx="2849">
                  <c:v>36861</c:v>
                </c:pt>
                <c:pt idx="2850">
                  <c:v>36864</c:v>
                </c:pt>
                <c:pt idx="2851">
                  <c:v>36865</c:v>
                </c:pt>
                <c:pt idx="2852">
                  <c:v>36866</c:v>
                </c:pt>
                <c:pt idx="2853">
                  <c:v>36867</c:v>
                </c:pt>
                <c:pt idx="2854">
                  <c:v>36868</c:v>
                </c:pt>
                <c:pt idx="2855">
                  <c:v>36871</c:v>
                </c:pt>
                <c:pt idx="2856">
                  <c:v>36872</c:v>
                </c:pt>
                <c:pt idx="2857">
                  <c:v>36873</c:v>
                </c:pt>
                <c:pt idx="2858">
                  <c:v>36874</c:v>
                </c:pt>
                <c:pt idx="2859">
                  <c:v>36875</c:v>
                </c:pt>
                <c:pt idx="2860">
                  <c:v>36878</c:v>
                </c:pt>
                <c:pt idx="2861">
                  <c:v>36879</c:v>
                </c:pt>
                <c:pt idx="2862">
                  <c:v>36880</c:v>
                </c:pt>
                <c:pt idx="2863">
                  <c:v>36881</c:v>
                </c:pt>
                <c:pt idx="2864">
                  <c:v>36882</c:v>
                </c:pt>
                <c:pt idx="2865">
                  <c:v>36885</c:v>
                </c:pt>
                <c:pt idx="2866">
                  <c:v>36886</c:v>
                </c:pt>
                <c:pt idx="2867">
                  <c:v>36887</c:v>
                </c:pt>
                <c:pt idx="2868">
                  <c:v>36888</c:v>
                </c:pt>
                <c:pt idx="2869">
                  <c:v>36889</c:v>
                </c:pt>
                <c:pt idx="2870">
                  <c:v>36892</c:v>
                </c:pt>
                <c:pt idx="2871">
                  <c:v>36893</c:v>
                </c:pt>
                <c:pt idx="2872">
                  <c:v>36894</c:v>
                </c:pt>
                <c:pt idx="2873">
                  <c:v>36895</c:v>
                </c:pt>
                <c:pt idx="2874">
                  <c:v>36896</c:v>
                </c:pt>
                <c:pt idx="2875">
                  <c:v>36899</c:v>
                </c:pt>
                <c:pt idx="2876">
                  <c:v>36900</c:v>
                </c:pt>
                <c:pt idx="2877">
                  <c:v>36901</c:v>
                </c:pt>
                <c:pt idx="2878">
                  <c:v>36902</c:v>
                </c:pt>
                <c:pt idx="2879">
                  <c:v>36903</c:v>
                </c:pt>
                <c:pt idx="2880">
                  <c:v>36906</c:v>
                </c:pt>
                <c:pt idx="2881">
                  <c:v>36907</c:v>
                </c:pt>
                <c:pt idx="2882">
                  <c:v>36908</c:v>
                </c:pt>
                <c:pt idx="2883">
                  <c:v>36909</c:v>
                </c:pt>
                <c:pt idx="2884">
                  <c:v>36910</c:v>
                </c:pt>
                <c:pt idx="2885">
                  <c:v>36913</c:v>
                </c:pt>
                <c:pt idx="2886">
                  <c:v>36914</c:v>
                </c:pt>
                <c:pt idx="2887">
                  <c:v>36915</c:v>
                </c:pt>
                <c:pt idx="2888">
                  <c:v>36916</c:v>
                </c:pt>
                <c:pt idx="2889">
                  <c:v>36917</c:v>
                </c:pt>
                <c:pt idx="2890">
                  <c:v>36920</c:v>
                </c:pt>
                <c:pt idx="2891">
                  <c:v>36921</c:v>
                </c:pt>
                <c:pt idx="2892">
                  <c:v>36922</c:v>
                </c:pt>
                <c:pt idx="2893">
                  <c:v>36923</c:v>
                </c:pt>
                <c:pt idx="2894">
                  <c:v>36924</c:v>
                </c:pt>
                <c:pt idx="2895">
                  <c:v>36927</c:v>
                </c:pt>
                <c:pt idx="2896">
                  <c:v>36928</c:v>
                </c:pt>
                <c:pt idx="2897">
                  <c:v>36929</c:v>
                </c:pt>
                <c:pt idx="2898">
                  <c:v>36930</c:v>
                </c:pt>
                <c:pt idx="2899">
                  <c:v>36931</c:v>
                </c:pt>
                <c:pt idx="2900">
                  <c:v>36934</c:v>
                </c:pt>
                <c:pt idx="2901">
                  <c:v>36935</c:v>
                </c:pt>
                <c:pt idx="2902">
                  <c:v>36936</c:v>
                </c:pt>
                <c:pt idx="2903">
                  <c:v>36937</c:v>
                </c:pt>
                <c:pt idx="2904">
                  <c:v>36938</c:v>
                </c:pt>
                <c:pt idx="2905">
                  <c:v>36941</c:v>
                </c:pt>
                <c:pt idx="2906">
                  <c:v>36942</c:v>
                </c:pt>
                <c:pt idx="2907">
                  <c:v>36943</c:v>
                </c:pt>
                <c:pt idx="2908">
                  <c:v>36944</c:v>
                </c:pt>
                <c:pt idx="2909">
                  <c:v>36945</c:v>
                </c:pt>
                <c:pt idx="2910">
                  <c:v>36948</c:v>
                </c:pt>
                <c:pt idx="2911">
                  <c:v>36949</c:v>
                </c:pt>
                <c:pt idx="2912">
                  <c:v>36950</c:v>
                </c:pt>
                <c:pt idx="2913">
                  <c:v>36951</c:v>
                </c:pt>
                <c:pt idx="2914">
                  <c:v>36952</c:v>
                </c:pt>
                <c:pt idx="2915">
                  <c:v>36955</c:v>
                </c:pt>
                <c:pt idx="2916">
                  <c:v>36956</c:v>
                </c:pt>
                <c:pt idx="2917">
                  <c:v>36957</c:v>
                </c:pt>
                <c:pt idx="2918">
                  <c:v>36958</c:v>
                </c:pt>
                <c:pt idx="2919">
                  <c:v>36959</c:v>
                </c:pt>
                <c:pt idx="2920">
                  <c:v>36962</c:v>
                </c:pt>
                <c:pt idx="2921">
                  <c:v>36963</c:v>
                </c:pt>
                <c:pt idx="2922">
                  <c:v>36964</c:v>
                </c:pt>
                <c:pt idx="2923">
                  <c:v>36965</c:v>
                </c:pt>
                <c:pt idx="2924">
                  <c:v>36966</c:v>
                </c:pt>
                <c:pt idx="2925">
                  <c:v>36969</c:v>
                </c:pt>
                <c:pt idx="2926">
                  <c:v>36970</c:v>
                </c:pt>
                <c:pt idx="2927">
                  <c:v>36971</c:v>
                </c:pt>
                <c:pt idx="2928">
                  <c:v>36972</c:v>
                </c:pt>
                <c:pt idx="2929">
                  <c:v>36973</c:v>
                </c:pt>
                <c:pt idx="2930">
                  <c:v>36976</c:v>
                </c:pt>
                <c:pt idx="2931">
                  <c:v>36977</c:v>
                </c:pt>
                <c:pt idx="2932">
                  <c:v>36978</c:v>
                </c:pt>
                <c:pt idx="2933">
                  <c:v>36979</c:v>
                </c:pt>
                <c:pt idx="2934">
                  <c:v>36980</c:v>
                </c:pt>
                <c:pt idx="2935">
                  <c:v>36983</c:v>
                </c:pt>
                <c:pt idx="2936">
                  <c:v>36984</c:v>
                </c:pt>
                <c:pt idx="2937">
                  <c:v>36985</c:v>
                </c:pt>
                <c:pt idx="2938">
                  <c:v>36986</c:v>
                </c:pt>
                <c:pt idx="2939">
                  <c:v>36987</c:v>
                </c:pt>
                <c:pt idx="2940">
                  <c:v>36990</c:v>
                </c:pt>
                <c:pt idx="2941">
                  <c:v>36991</c:v>
                </c:pt>
                <c:pt idx="2942">
                  <c:v>36992</c:v>
                </c:pt>
                <c:pt idx="2943">
                  <c:v>36993</c:v>
                </c:pt>
                <c:pt idx="2944">
                  <c:v>36994</c:v>
                </c:pt>
                <c:pt idx="2945">
                  <c:v>36997</c:v>
                </c:pt>
                <c:pt idx="2946">
                  <c:v>36998</c:v>
                </c:pt>
                <c:pt idx="2947">
                  <c:v>36999</c:v>
                </c:pt>
                <c:pt idx="2948">
                  <c:v>37000</c:v>
                </c:pt>
                <c:pt idx="2949">
                  <c:v>37001</c:v>
                </c:pt>
                <c:pt idx="2950">
                  <c:v>37004</c:v>
                </c:pt>
                <c:pt idx="2951">
                  <c:v>37005</c:v>
                </c:pt>
                <c:pt idx="2952">
                  <c:v>37006</c:v>
                </c:pt>
                <c:pt idx="2953">
                  <c:v>37007</c:v>
                </c:pt>
                <c:pt idx="2954">
                  <c:v>37008</c:v>
                </c:pt>
                <c:pt idx="2955">
                  <c:v>37011</c:v>
                </c:pt>
                <c:pt idx="2956">
                  <c:v>37012</c:v>
                </c:pt>
                <c:pt idx="2957">
                  <c:v>37013</c:v>
                </c:pt>
                <c:pt idx="2958">
                  <c:v>37014</c:v>
                </c:pt>
                <c:pt idx="2959">
                  <c:v>37015</c:v>
                </c:pt>
                <c:pt idx="2960">
                  <c:v>37018</c:v>
                </c:pt>
                <c:pt idx="2961">
                  <c:v>37019</c:v>
                </c:pt>
                <c:pt idx="2962">
                  <c:v>37020</c:v>
                </c:pt>
                <c:pt idx="2963">
                  <c:v>37021</c:v>
                </c:pt>
                <c:pt idx="2964">
                  <c:v>37022</c:v>
                </c:pt>
                <c:pt idx="2965">
                  <c:v>37025</c:v>
                </c:pt>
                <c:pt idx="2966">
                  <c:v>37026</c:v>
                </c:pt>
                <c:pt idx="2967">
                  <c:v>37027</c:v>
                </c:pt>
                <c:pt idx="2968">
                  <c:v>37028</c:v>
                </c:pt>
                <c:pt idx="2969">
                  <c:v>37029</c:v>
                </c:pt>
                <c:pt idx="2970">
                  <c:v>37032</c:v>
                </c:pt>
                <c:pt idx="2971">
                  <c:v>37033</c:v>
                </c:pt>
                <c:pt idx="2972">
                  <c:v>37034</c:v>
                </c:pt>
                <c:pt idx="2973">
                  <c:v>37035</c:v>
                </c:pt>
                <c:pt idx="2974">
                  <c:v>37036</c:v>
                </c:pt>
                <c:pt idx="2975">
                  <c:v>37039</c:v>
                </c:pt>
                <c:pt idx="2976">
                  <c:v>37040</c:v>
                </c:pt>
                <c:pt idx="2977">
                  <c:v>37041</c:v>
                </c:pt>
                <c:pt idx="2978">
                  <c:v>37042</c:v>
                </c:pt>
                <c:pt idx="2979">
                  <c:v>37043</c:v>
                </c:pt>
                <c:pt idx="2980">
                  <c:v>37046</c:v>
                </c:pt>
                <c:pt idx="2981">
                  <c:v>37047</c:v>
                </c:pt>
                <c:pt idx="2982">
                  <c:v>37048</c:v>
                </c:pt>
                <c:pt idx="2983">
                  <c:v>37049</c:v>
                </c:pt>
                <c:pt idx="2984">
                  <c:v>37050</c:v>
                </c:pt>
                <c:pt idx="2985">
                  <c:v>37053</c:v>
                </c:pt>
                <c:pt idx="2986">
                  <c:v>37054</c:v>
                </c:pt>
                <c:pt idx="2987">
                  <c:v>37055</c:v>
                </c:pt>
                <c:pt idx="2988">
                  <c:v>37056</c:v>
                </c:pt>
                <c:pt idx="2989">
                  <c:v>37057</c:v>
                </c:pt>
                <c:pt idx="2990">
                  <c:v>37060</c:v>
                </c:pt>
                <c:pt idx="2991">
                  <c:v>37061</c:v>
                </c:pt>
                <c:pt idx="2992">
                  <c:v>37062</c:v>
                </c:pt>
                <c:pt idx="2993">
                  <c:v>37063</c:v>
                </c:pt>
                <c:pt idx="2994">
                  <c:v>37064</c:v>
                </c:pt>
                <c:pt idx="2995">
                  <c:v>37067</c:v>
                </c:pt>
                <c:pt idx="2996">
                  <c:v>37068</c:v>
                </c:pt>
                <c:pt idx="2997">
                  <c:v>37069</c:v>
                </c:pt>
                <c:pt idx="2998">
                  <c:v>37070</c:v>
                </c:pt>
                <c:pt idx="2999">
                  <c:v>37071</c:v>
                </c:pt>
                <c:pt idx="3000">
                  <c:v>37074</c:v>
                </c:pt>
                <c:pt idx="3001">
                  <c:v>37075</c:v>
                </c:pt>
                <c:pt idx="3002">
                  <c:v>37076</c:v>
                </c:pt>
                <c:pt idx="3003">
                  <c:v>37077</c:v>
                </c:pt>
                <c:pt idx="3004">
                  <c:v>37078</c:v>
                </c:pt>
                <c:pt idx="3005">
                  <c:v>37081</c:v>
                </c:pt>
                <c:pt idx="3006">
                  <c:v>37082</c:v>
                </c:pt>
                <c:pt idx="3007">
                  <c:v>37083</c:v>
                </c:pt>
                <c:pt idx="3008">
                  <c:v>37084</c:v>
                </c:pt>
                <c:pt idx="3009">
                  <c:v>37085</c:v>
                </c:pt>
                <c:pt idx="3010">
                  <c:v>37088</c:v>
                </c:pt>
                <c:pt idx="3011">
                  <c:v>37089</c:v>
                </c:pt>
                <c:pt idx="3012">
                  <c:v>37090</c:v>
                </c:pt>
                <c:pt idx="3013">
                  <c:v>37091</c:v>
                </c:pt>
                <c:pt idx="3014">
                  <c:v>37092</c:v>
                </c:pt>
                <c:pt idx="3015">
                  <c:v>37095</c:v>
                </c:pt>
                <c:pt idx="3016">
                  <c:v>37096</c:v>
                </c:pt>
                <c:pt idx="3017">
                  <c:v>37097</c:v>
                </c:pt>
                <c:pt idx="3018">
                  <c:v>37098</c:v>
                </c:pt>
                <c:pt idx="3019">
                  <c:v>37099</c:v>
                </c:pt>
                <c:pt idx="3020">
                  <c:v>37102</c:v>
                </c:pt>
                <c:pt idx="3021">
                  <c:v>37103</c:v>
                </c:pt>
                <c:pt idx="3022">
                  <c:v>37104</c:v>
                </c:pt>
                <c:pt idx="3023">
                  <c:v>37105</c:v>
                </c:pt>
                <c:pt idx="3024">
                  <c:v>37106</c:v>
                </c:pt>
                <c:pt idx="3025">
                  <c:v>37109</c:v>
                </c:pt>
                <c:pt idx="3026">
                  <c:v>37110</c:v>
                </c:pt>
                <c:pt idx="3027">
                  <c:v>37111</c:v>
                </c:pt>
                <c:pt idx="3028">
                  <c:v>37112</c:v>
                </c:pt>
                <c:pt idx="3029">
                  <c:v>37113</c:v>
                </c:pt>
                <c:pt idx="3030">
                  <c:v>37116</c:v>
                </c:pt>
                <c:pt idx="3031">
                  <c:v>37117</c:v>
                </c:pt>
                <c:pt idx="3032">
                  <c:v>37118</c:v>
                </c:pt>
                <c:pt idx="3033">
                  <c:v>37119</c:v>
                </c:pt>
                <c:pt idx="3034">
                  <c:v>37120</c:v>
                </c:pt>
                <c:pt idx="3035">
                  <c:v>37123</c:v>
                </c:pt>
                <c:pt idx="3036">
                  <c:v>37124</c:v>
                </c:pt>
                <c:pt idx="3037">
                  <c:v>37125</c:v>
                </c:pt>
                <c:pt idx="3038">
                  <c:v>37126</c:v>
                </c:pt>
                <c:pt idx="3039">
                  <c:v>37127</c:v>
                </c:pt>
                <c:pt idx="3040">
                  <c:v>37130</c:v>
                </c:pt>
                <c:pt idx="3041">
                  <c:v>37131</c:v>
                </c:pt>
                <c:pt idx="3042">
                  <c:v>37132</c:v>
                </c:pt>
                <c:pt idx="3043">
                  <c:v>37133</c:v>
                </c:pt>
                <c:pt idx="3044">
                  <c:v>37134</c:v>
                </c:pt>
                <c:pt idx="3045">
                  <c:v>37137</c:v>
                </c:pt>
                <c:pt idx="3046">
                  <c:v>37138</c:v>
                </c:pt>
                <c:pt idx="3047">
                  <c:v>37139</c:v>
                </c:pt>
                <c:pt idx="3048">
                  <c:v>37140</c:v>
                </c:pt>
                <c:pt idx="3049">
                  <c:v>37141</c:v>
                </c:pt>
                <c:pt idx="3050">
                  <c:v>37144</c:v>
                </c:pt>
                <c:pt idx="3051">
                  <c:v>37145</c:v>
                </c:pt>
                <c:pt idx="3052">
                  <c:v>37146</c:v>
                </c:pt>
                <c:pt idx="3053">
                  <c:v>37147</c:v>
                </c:pt>
                <c:pt idx="3054">
                  <c:v>37148</c:v>
                </c:pt>
                <c:pt idx="3055">
                  <c:v>37151</c:v>
                </c:pt>
                <c:pt idx="3056">
                  <c:v>37152</c:v>
                </c:pt>
                <c:pt idx="3057">
                  <c:v>37153</c:v>
                </c:pt>
                <c:pt idx="3058">
                  <c:v>37154</c:v>
                </c:pt>
                <c:pt idx="3059">
                  <c:v>37155</c:v>
                </c:pt>
                <c:pt idx="3060">
                  <c:v>37158</c:v>
                </c:pt>
                <c:pt idx="3061">
                  <c:v>37159</c:v>
                </c:pt>
                <c:pt idx="3062">
                  <c:v>37160</c:v>
                </c:pt>
                <c:pt idx="3063">
                  <c:v>37161</c:v>
                </c:pt>
                <c:pt idx="3064">
                  <c:v>37162</c:v>
                </c:pt>
                <c:pt idx="3065">
                  <c:v>37165</c:v>
                </c:pt>
                <c:pt idx="3066">
                  <c:v>37166</c:v>
                </c:pt>
                <c:pt idx="3067">
                  <c:v>37167</c:v>
                </c:pt>
                <c:pt idx="3068">
                  <c:v>37168</c:v>
                </c:pt>
                <c:pt idx="3069">
                  <c:v>37169</c:v>
                </c:pt>
                <c:pt idx="3070">
                  <c:v>37172</c:v>
                </c:pt>
                <c:pt idx="3071">
                  <c:v>37173</c:v>
                </c:pt>
                <c:pt idx="3072">
                  <c:v>37174</c:v>
                </c:pt>
                <c:pt idx="3073">
                  <c:v>37175</c:v>
                </c:pt>
                <c:pt idx="3074">
                  <c:v>37176</c:v>
                </c:pt>
                <c:pt idx="3075">
                  <c:v>37179</c:v>
                </c:pt>
                <c:pt idx="3076">
                  <c:v>37180</c:v>
                </c:pt>
                <c:pt idx="3077">
                  <c:v>37181</c:v>
                </c:pt>
                <c:pt idx="3078">
                  <c:v>37182</c:v>
                </c:pt>
                <c:pt idx="3079">
                  <c:v>37183</c:v>
                </c:pt>
                <c:pt idx="3080">
                  <c:v>37186</c:v>
                </c:pt>
                <c:pt idx="3081">
                  <c:v>37187</c:v>
                </c:pt>
                <c:pt idx="3082">
                  <c:v>37188</c:v>
                </c:pt>
                <c:pt idx="3083">
                  <c:v>37189</c:v>
                </c:pt>
                <c:pt idx="3084">
                  <c:v>37190</c:v>
                </c:pt>
                <c:pt idx="3085">
                  <c:v>37193</c:v>
                </c:pt>
                <c:pt idx="3086">
                  <c:v>37194</c:v>
                </c:pt>
                <c:pt idx="3087">
                  <c:v>37195</c:v>
                </c:pt>
                <c:pt idx="3088">
                  <c:v>37196</c:v>
                </c:pt>
                <c:pt idx="3089">
                  <c:v>37197</c:v>
                </c:pt>
                <c:pt idx="3090">
                  <c:v>37200</c:v>
                </c:pt>
                <c:pt idx="3091">
                  <c:v>37201</c:v>
                </c:pt>
                <c:pt idx="3092">
                  <c:v>37202</c:v>
                </c:pt>
                <c:pt idx="3093">
                  <c:v>37203</c:v>
                </c:pt>
                <c:pt idx="3094">
                  <c:v>37204</c:v>
                </c:pt>
                <c:pt idx="3095">
                  <c:v>37207</c:v>
                </c:pt>
                <c:pt idx="3096">
                  <c:v>37208</c:v>
                </c:pt>
                <c:pt idx="3097">
                  <c:v>37209</c:v>
                </c:pt>
                <c:pt idx="3098">
                  <c:v>37210</c:v>
                </c:pt>
                <c:pt idx="3099">
                  <c:v>37211</c:v>
                </c:pt>
                <c:pt idx="3100">
                  <c:v>37214</c:v>
                </c:pt>
                <c:pt idx="3101">
                  <c:v>37215</c:v>
                </c:pt>
                <c:pt idx="3102">
                  <c:v>37216</c:v>
                </c:pt>
                <c:pt idx="3103">
                  <c:v>37217</c:v>
                </c:pt>
                <c:pt idx="3104">
                  <c:v>37218</c:v>
                </c:pt>
                <c:pt idx="3105">
                  <c:v>37221</c:v>
                </c:pt>
                <c:pt idx="3106">
                  <c:v>37222</c:v>
                </c:pt>
                <c:pt idx="3107">
                  <c:v>37223</c:v>
                </c:pt>
                <c:pt idx="3108">
                  <c:v>37224</c:v>
                </c:pt>
                <c:pt idx="3109">
                  <c:v>37225</c:v>
                </c:pt>
                <c:pt idx="3110">
                  <c:v>37228</c:v>
                </c:pt>
                <c:pt idx="3111">
                  <c:v>37229</c:v>
                </c:pt>
                <c:pt idx="3112">
                  <c:v>37230</c:v>
                </c:pt>
                <c:pt idx="3113">
                  <c:v>37231</c:v>
                </c:pt>
                <c:pt idx="3114">
                  <c:v>37232</c:v>
                </c:pt>
                <c:pt idx="3115">
                  <c:v>37235</c:v>
                </c:pt>
                <c:pt idx="3116">
                  <c:v>37236</c:v>
                </c:pt>
                <c:pt idx="3117">
                  <c:v>37237</c:v>
                </c:pt>
                <c:pt idx="3118">
                  <c:v>37238</c:v>
                </c:pt>
                <c:pt idx="3119">
                  <c:v>37239</c:v>
                </c:pt>
                <c:pt idx="3120">
                  <c:v>37242</c:v>
                </c:pt>
                <c:pt idx="3121">
                  <c:v>37243</c:v>
                </c:pt>
                <c:pt idx="3122">
                  <c:v>37244</c:v>
                </c:pt>
                <c:pt idx="3123">
                  <c:v>37245</c:v>
                </c:pt>
                <c:pt idx="3124">
                  <c:v>37246</c:v>
                </c:pt>
                <c:pt idx="3125">
                  <c:v>37249</c:v>
                </c:pt>
                <c:pt idx="3126">
                  <c:v>37250</c:v>
                </c:pt>
                <c:pt idx="3127">
                  <c:v>37251</c:v>
                </c:pt>
                <c:pt idx="3128">
                  <c:v>37252</c:v>
                </c:pt>
                <c:pt idx="3129">
                  <c:v>37253</c:v>
                </c:pt>
                <c:pt idx="3130">
                  <c:v>37256</c:v>
                </c:pt>
                <c:pt idx="3131">
                  <c:v>37257</c:v>
                </c:pt>
                <c:pt idx="3132">
                  <c:v>37258</c:v>
                </c:pt>
                <c:pt idx="3133">
                  <c:v>37259</c:v>
                </c:pt>
                <c:pt idx="3134">
                  <c:v>37260</c:v>
                </c:pt>
                <c:pt idx="3135">
                  <c:v>37263</c:v>
                </c:pt>
                <c:pt idx="3136">
                  <c:v>37264</c:v>
                </c:pt>
                <c:pt idx="3137">
                  <c:v>37265</c:v>
                </c:pt>
                <c:pt idx="3138">
                  <c:v>37266</c:v>
                </c:pt>
                <c:pt idx="3139">
                  <c:v>37267</c:v>
                </c:pt>
                <c:pt idx="3140">
                  <c:v>37270</c:v>
                </c:pt>
                <c:pt idx="3141">
                  <c:v>37271</c:v>
                </c:pt>
                <c:pt idx="3142">
                  <c:v>37272</c:v>
                </c:pt>
                <c:pt idx="3143">
                  <c:v>37273</c:v>
                </c:pt>
                <c:pt idx="3144">
                  <c:v>37274</c:v>
                </c:pt>
                <c:pt idx="3145">
                  <c:v>37277</c:v>
                </c:pt>
                <c:pt idx="3146">
                  <c:v>37278</c:v>
                </c:pt>
                <c:pt idx="3147">
                  <c:v>37279</c:v>
                </c:pt>
                <c:pt idx="3148">
                  <c:v>37280</c:v>
                </c:pt>
                <c:pt idx="3149">
                  <c:v>37281</c:v>
                </c:pt>
                <c:pt idx="3150">
                  <c:v>37284</c:v>
                </c:pt>
                <c:pt idx="3151">
                  <c:v>37285</c:v>
                </c:pt>
                <c:pt idx="3152">
                  <c:v>37286</c:v>
                </c:pt>
                <c:pt idx="3153">
                  <c:v>37287</c:v>
                </c:pt>
                <c:pt idx="3154">
                  <c:v>37288</c:v>
                </c:pt>
                <c:pt idx="3155">
                  <c:v>37291</c:v>
                </c:pt>
                <c:pt idx="3156">
                  <c:v>37292</c:v>
                </c:pt>
                <c:pt idx="3157">
                  <c:v>37293</c:v>
                </c:pt>
                <c:pt idx="3158">
                  <c:v>37294</c:v>
                </c:pt>
                <c:pt idx="3159">
                  <c:v>37295</c:v>
                </c:pt>
                <c:pt idx="3160">
                  <c:v>37298</c:v>
                </c:pt>
                <c:pt idx="3161">
                  <c:v>37299</c:v>
                </c:pt>
                <c:pt idx="3162">
                  <c:v>37300</c:v>
                </c:pt>
                <c:pt idx="3163">
                  <c:v>37301</c:v>
                </c:pt>
                <c:pt idx="3164">
                  <c:v>37302</c:v>
                </c:pt>
                <c:pt idx="3165">
                  <c:v>37305</c:v>
                </c:pt>
                <c:pt idx="3166">
                  <c:v>37306</c:v>
                </c:pt>
                <c:pt idx="3167">
                  <c:v>37307</c:v>
                </c:pt>
                <c:pt idx="3168">
                  <c:v>37308</c:v>
                </c:pt>
                <c:pt idx="3169">
                  <c:v>37309</c:v>
                </c:pt>
                <c:pt idx="3170">
                  <c:v>37312</c:v>
                </c:pt>
                <c:pt idx="3171">
                  <c:v>37313</c:v>
                </c:pt>
                <c:pt idx="3172">
                  <c:v>37314</c:v>
                </c:pt>
                <c:pt idx="3173">
                  <c:v>37315</c:v>
                </c:pt>
                <c:pt idx="3174">
                  <c:v>37316</c:v>
                </c:pt>
                <c:pt idx="3175">
                  <c:v>37319</c:v>
                </c:pt>
                <c:pt idx="3176">
                  <c:v>37320</c:v>
                </c:pt>
                <c:pt idx="3177">
                  <c:v>37321</c:v>
                </c:pt>
                <c:pt idx="3178">
                  <c:v>37322</c:v>
                </c:pt>
                <c:pt idx="3179">
                  <c:v>37323</c:v>
                </c:pt>
                <c:pt idx="3180">
                  <c:v>37326</c:v>
                </c:pt>
                <c:pt idx="3181">
                  <c:v>37327</c:v>
                </c:pt>
                <c:pt idx="3182">
                  <c:v>37328</c:v>
                </c:pt>
                <c:pt idx="3183">
                  <c:v>37329</c:v>
                </c:pt>
                <c:pt idx="3184">
                  <c:v>37330</c:v>
                </c:pt>
                <c:pt idx="3185">
                  <c:v>37333</c:v>
                </c:pt>
                <c:pt idx="3186">
                  <c:v>37334</c:v>
                </c:pt>
                <c:pt idx="3187">
                  <c:v>37335</c:v>
                </c:pt>
                <c:pt idx="3188">
                  <c:v>37336</c:v>
                </c:pt>
                <c:pt idx="3189">
                  <c:v>37337</c:v>
                </c:pt>
                <c:pt idx="3190">
                  <c:v>37340</c:v>
                </c:pt>
                <c:pt idx="3191">
                  <c:v>37341</c:v>
                </c:pt>
                <c:pt idx="3192">
                  <c:v>37342</c:v>
                </c:pt>
                <c:pt idx="3193">
                  <c:v>37343</c:v>
                </c:pt>
                <c:pt idx="3194">
                  <c:v>37344</c:v>
                </c:pt>
                <c:pt idx="3195">
                  <c:v>37347</c:v>
                </c:pt>
                <c:pt idx="3196">
                  <c:v>37348</c:v>
                </c:pt>
                <c:pt idx="3197">
                  <c:v>37349</c:v>
                </c:pt>
                <c:pt idx="3198">
                  <c:v>37350</c:v>
                </c:pt>
                <c:pt idx="3199">
                  <c:v>37351</c:v>
                </c:pt>
                <c:pt idx="3200">
                  <c:v>37354</c:v>
                </c:pt>
                <c:pt idx="3201">
                  <c:v>37355</c:v>
                </c:pt>
                <c:pt idx="3202">
                  <c:v>37356</c:v>
                </c:pt>
                <c:pt idx="3203">
                  <c:v>37357</c:v>
                </c:pt>
                <c:pt idx="3204">
                  <c:v>37358</c:v>
                </c:pt>
                <c:pt idx="3205">
                  <c:v>37361</c:v>
                </c:pt>
                <c:pt idx="3206">
                  <c:v>37362</c:v>
                </c:pt>
                <c:pt idx="3207">
                  <c:v>37363</c:v>
                </c:pt>
                <c:pt idx="3208">
                  <c:v>37364</c:v>
                </c:pt>
                <c:pt idx="3209">
                  <c:v>37365</c:v>
                </c:pt>
                <c:pt idx="3210">
                  <c:v>37368</c:v>
                </c:pt>
                <c:pt idx="3211">
                  <c:v>37369</c:v>
                </c:pt>
                <c:pt idx="3212">
                  <c:v>37370</c:v>
                </c:pt>
                <c:pt idx="3213">
                  <c:v>37371</c:v>
                </c:pt>
                <c:pt idx="3214">
                  <c:v>37372</c:v>
                </c:pt>
                <c:pt idx="3215">
                  <c:v>37375</c:v>
                </c:pt>
                <c:pt idx="3216">
                  <c:v>37376</c:v>
                </c:pt>
                <c:pt idx="3217">
                  <c:v>37377</c:v>
                </c:pt>
                <c:pt idx="3218">
                  <c:v>37378</c:v>
                </c:pt>
                <c:pt idx="3219">
                  <c:v>37379</c:v>
                </c:pt>
                <c:pt idx="3220">
                  <c:v>37382</c:v>
                </c:pt>
                <c:pt idx="3221">
                  <c:v>37383</c:v>
                </c:pt>
                <c:pt idx="3222">
                  <c:v>37384</c:v>
                </c:pt>
                <c:pt idx="3223">
                  <c:v>37385</c:v>
                </c:pt>
                <c:pt idx="3224">
                  <c:v>37386</c:v>
                </c:pt>
                <c:pt idx="3225">
                  <c:v>37389</c:v>
                </c:pt>
                <c:pt idx="3226">
                  <c:v>37390</c:v>
                </c:pt>
                <c:pt idx="3227">
                  <c:v>37391</c:v>
                </c:pt>
                <c:pt idx="3228">
                  <c:v>37392</c:v>
                </c:pt>
                <c:pt idx="3229">
                  <c:v>37393</c:v>
                </c:pt>
                <c:pt idx="3230">
                  <c:v>37396</c:v>
                </c:pt>
                <c:pt idx="3231">
                  <c:v>37397</c:v>
                </c:pt>
                <c:pt idx="3232">
                  <c:v>37398</c:v>
                </c:pt>
                <c:pt idx="3233">
                  <c:v>37399</c:v>
                </c:pt>
                <c:pt idx="3234">
                  <c:v>37400</c:v>
                </c:pt>
                <c:pt idx="3235">
                  <c:v>37403</c:v>
                </c:pt>
                <c:pt idx="3236">
                  <c:v>37404</c:v>
                </c:pt>
                <c:pt idx="3237">
                  <c:v>37405</c:v>
                </c:pt>
                <c:pt idx="3238">
                  <c:v>37406</c:v>
                </c:pt>
                <c:pt idx="3239">
                  <c:v>37407</c:v>
                </c:pt>
                <c:pt idx="3240">
                  <c:v>37410</c:v>
                </c:pt>
                <c:pt idx="3241">
                  <c:v>37411</c:v>
                </c:pt>
                <c:pt idx="3242">
                  <c:v>37412</c:v>
                </c:pt>
                <c:pt idx="3243">
                  <c:v>37413</c:v>
                </c:pt>
                <c:pt idx="3244">
                  <c:v>37414</c:v>
                </c:pt>
                <c:pt idx="3245">
                  <c:v>37417</c:v>
                </c:pt>
                <c:pt idx="3246">
                  <c:v>37418</c:v>
                </c:pt>
                <c:pt idx="3247">
                  <c:v>37419</c:v>
                </c:pt>
                <c:pt idx="3248">
                  <c:v>37420</c:v>
                </c:pt>
                <c:pt idx="3249">
                  <c:v>37421</c:v>
                </c:pt>
                <c:pt idx="3250">
                  <c:v>37424</c:v>
                </c:pt>
                <c:pt idx="3251">
                  <c:v>37425</c:v>
                </c:pt>
                <c:pt idx="3252">
                  <c:v>37426</c:v>
                </c:pt>
                <c:pt idx="3253">
                  <c:v>37427</c:v>
                </c:pt>
                <c:pt idx="3254">
                  <c:v>37428</c:v>
                </c:pt>
                <c:pt idx="3255">
                  <c:v>37431</c:v>
                </c:pt>
                <c:pt idx="3256">
                  <c:v>37432</c:v>
                </c:pt>
                <c:pt idx="3257">
                  <c:v>37433</c:v>
                </c:pt>
                <c:pt idx="3258">
                  <c:v>37434</c:v>
                </c:pt>
                <c:pt idx="3259">
                  <c:v>37435</c:v>
                </c:pt>
                <c:pt idx="3260">
                  <c:v>37438</c:v>
                </c:pt>
                <c:pt idx="3261">
                  <c:v>37439</c:v>
                </c:pt>
                <c:pt idx="3262">
                  <c:v>37440</c:v>
                </c:pt>
                <c:pt idx="3263">
                  <c:v>37441</c:v>
                </c:pt>
                <c:pt idx="3264">
                  <c:v>37442</c:v>
                </c:pt>
                <c:pt idx="3265">
                  <c:v>37445</c:v>
                </c:pt>
                <c:pt idx="3266">
                  <c:v>37446</c:v>
                </c:pt>
                <c:pt idx="3267">
                  <c:v>37447</c:v>
                </c:pt>
                <c:pt idx="3268">
                  <c:v>37448</c:v>
                </c:pt>
                <c:pt idx="3269">
                  <c:v>37449</c:v>
                </c:pt>
                <c:pt idx="3270">
                  <c:v>37452</c:v>
                </c:pt>
                <c:pt idx="3271">
                  <c:v>37453</c:v>
                </c:pt>
                <c:pt idx="3272">
                  <c:v>37454</c:v>
                </c:pt>
                <c:pt idx="3273">
                  <c:v>37455</c:v>
                </c:pt>
                <c:pt idx="3274">
                  <c:v>37456</c:v>
                </c:pt>
                <c:pt idx="3275">
                  <c:v>37459</c:v>
                </c:pt>
                <c:pt idx="3276">
                  <c:v>37460</c:v>
                </c:pt>
                <c:pt idx="3277">
                  <c:v>37461</c:v>
                </c:pt>
                <c:pt idx="3278">
                  <c:v>37462</c:v>
                </c:pt>
                <c:pt idx="3279">
                  <c:v>37463</c:v>
                </c:pt>
                <c:pt idx="3280">
                  <c:v>37466</c:v>
                </c:pt>
                <c:pt idx="3281">
                  <c:v>37467</c:v>
                </c:pt>
                <c:pt idx="3282">
                  <c:v>37468</c:v>
                </c:pt>
                <c:pt idx="3283">
                  <c:v>37469</c:v>
                </c:pt>
                <c:pt idx="3284">
                  <c:v>37470</c:v>
                </c:pt>
                <c:pt idx="3285">
                  <c:v>37473</c:v>
                </c:pt>
                <c:pt idx="3286">
                  <c:v>37474</c:v>
                </c:pt>
                <c:pt idx="3287">
                  <c:v>37475</c:v>
                </c:pt>
                <c:pt idx="3288">
                  <c:v>37476</c:v>
                </c:pt>
                <c:pt idx="3289">
                  <c:v>37477</c:v>
                </c:pt>
                <c:pt idx="3290">
                  <c:v>37480</c:v>
                </c:pt>
                <c:pt idx="3291">
                  <c:v>37481</c:v>
                </c:pt>
                <c:pt idx="3292">
                  <c:v>37482</c:v>
                </c:pt>
                <c:pt idx="3293">
                  <c:v>37483</c:v>
                </c:pt>
                <c:pt idx="3294">
                  <c:v>37484</c:v>
                </c:pt>
                <c:pt idx="3295">
                  <c:v>37487</c:v>
                </c:pt>
                <c:pt idx="3296">
                  <c:v>37488</c:v>
                </c:pt>
                <c:pt idx="3297">
                  <c:v>37489</c:v>
                </c:pt>
                <c:pt idx="3298">
                  <c:v>37490</c:v>
                </c:pt>
                <c:pt idx="3299">
                  <c:v>37491</c:v>
                </c:pt>
                <c:pt idx="3300">
                  <c:v>37494</c:v>
                </c:pt>
                <c:pt idx="3301">
                  <c:v>37495</c:v>
                </c:pt>
                <c:pt idx="3302">
                  <c:v>37496</c:v>
                </c:pt>
                <c:pt idx="3303">
                  <c:v>37497</c:v>
                </c:pt>
                <c:pt idx="3304">
                  <c:v>37498</c:v>
                </c:pt>
                <c:pt idx="3305">
                  <c:v>37501</c:v>
                </c:pt>
                <c:pt idx="3306">
                  <c:v>37502</c:v>
                </c:pt>
                <c:pt idx="3307">
                  <c:v>37503</c:v>
                </c:pt>
                <c:pt idx="3308">
                  <c:v>37504</c:v>
                </c:pt>
                <c:pt idx="3309">
                  <c:v>37505</c:v>
                </c:pt>
                <c:pt idx="3310">
                  <c:v>37508</c:v>
                </c:pt>
                <c:pt idx="3311">
                  <c:v>37509</c:v>
                </c:pt>
                <c:pt idx="3312">
                  <c:v>37510</c:v>
                </c:pt>
                <c:pt idx="3313">
                  <c:v>37511</c:v>
                </c:pt>
                <c:pt idx="3314">
                  <c:v>37512</c:v>
                </c:pt>
                <c:pt idx="3315">
                  <c:v>37515</c:v>
                </c:pt>
                <c:pt idx="3316">
                  <c:v>37516</c:v>
                </c:pt>
                <c:pt idx="3317">
                  <c:v>37517</c:v>
                </c:pt>
                <c:pt idx="3318">
                  <c:v>37518</c:v>
                </c:pt>
                <c:pt idx="3319">
                  <c:v>37519</c:v>
                </c:pt>
                <c:pt idx="3320">
                  <c:v>37522</c:v>
                </c:pt>
                <c:pt idx="3321">
                  <c:v>37523</c:v>
                </c:pt>
                <c:pt idx="3322">
                  <c:v>37524</c:v>
                </c:pt>
                <c:pt idx="3323">
                  <c:v>37525</c:v>
                </c:pt>
                <c:pt idx="3324">
                  <c:v>37526</c:v>
                </c:pt>
                <c:pt idx="3325">
                  <c:v>37529</c:v>
                </c:pt>
                <c:pt idx="3326">
                  <c:v>37530</c:v>
                </c:pt>
                <c:pt idx="3327">
                  <c:v>37531</c:v>
                </c:pt>
                <c:pt idx="3328">
                  <c:v>37532</c:v>
                </c:pt>
                <c:pt idx="3329">
                  <c:v>37533</c:v>
                </c:pt>
                <c:pt idx="3330">
                  <c:v>37536</c:v>
                </c:pt>
                <c:pt idx="3331">
                  <c:v>37537</c:v>
                </c:pt>
                <c:pt idx="3332">
                  <c:v>37538</c:v>
                </c:pt>
                <c:pt idx="3333">
                  <c:v>37539</c:v>
                </c:pt>
                <c:pt idx="3334">
                  <c:v>37540</c:v>
                </c:pt>
                <c:pt idx="3335">
                  <c:v>37543</c:v>
                </c:pt>
                <c:pt idx="3336">
                  <c:v>37544</c:v>
                </c:pt>
                <c:pt idx="3337">
                  <c:v>37545</c:v>
                </c:pt>
                <c:pt idx="3338">
                  <c:v>37546</c:v>
                </c:pt>
                <c:pt idx="3339">
                  <c:v>37547</c:v>
                </c:pt>
                <c:pt idx="3340">
                  <c:v>37550</c:v>
                </c:pt>
                <c:pt idx="3341">
                  <c:v>37551</c:v>
                </c:pt>
                <c:pt idx="3342">
                  <c:v>37552</c:v>
                </c:pt>
                <c:pt idx="3343">
                  <c:v>37553</c:v>
                </c:pt>
                <c:pt idx="3344">
                  <c:v>37554</c:v>
                </c:pt>
                <c:pt idx="3345">
                  <c:v>37557</c:v>
                </c:pt>
                <c:pt idx="3346">
                  <c:v>37558</c:v>
                </c:pt>
                <c:pt idx="3347">
                  <c:v>37559</c:v>
                </c:pt>
                <c:pt idx="3348">
                  <c:v>37560</c:v>
                </c:pt>
                <c:pt idx="3349">
                  <c:v>37561</c:v>
                </c:pt>
                <c:pt idx="3350">
                  <c:v>37564</c:v>
                </c:pt>
                <c:pt idx="3351">
                  <c:v>37565</c:v>
                </c:pt>
                <c:pt idx="3352">
                  <c:v>37566</c:v>
                </c:pt>
                <c:pt idx="3353">
                  <c:v>37567</c:v>
                </c:pt>
                <c:pt idx="3354">
                  <c:v>37568</c:v>
                </c:pt>
                <c:pt idx="3355">
                  <c:v>37571</c:v>
                </c:pt>
                <c:pt idx="3356">
                  <c:v>37572</c:v>
                </c:pt>
                <c:pt idx="3357">
                  <c:v>37573</c:v>
                </c:pt>
                <c:pt idx="3358">
                  <c:v>37574</c:v>
                </c:pt>
                <c:pt idx="3359">
                  <c:v>37575</c:v>
                </c:pt>
                <c:pt idx="3360">
                  <c:v>37578</c:v>
                </c:pt>
                <c:pt idx="3361">
                  <c:v>37579</c:v>
                </c:pt>
                <c:pt idx="3362">
                  <c:v>37580</c:v>
                </c:pt>
                <c:pt idx="3363">
                  <c:v>37581</c:v>
                </c:pt>
                <c:pt idx="3364">
                  <c:v>37582</c:v>
                </c:pt>
                <c:pt idx="3365">
                  <c:v>37585</c:v>
                </c:pt>
                <c:pt idx="3366">
                  <c:v>37586</c:v>
                </c:pt>
                <c:pt idx="3367">
                  <c:v>37587</c:v>
                </c:pt>
                <c:pt idx="3368">
                  <c:v>37588</c:v>
                </c:pt>
                <c:pt idx="3369">
                  <c:v>37589</c:v>
                </c:pt>
                <c:pt idx="3370">
                  <c:v>37592</c:v>
                </c:pt>
                <c:pt idx="3371">
                  <c:v>37593</c:v>
                </c:pt>
                <c:pt idx="3372">
                  <c:v>37594</c:v>
                </c:pt>
                <c:pt idx="3373">
                  <c:v>37595</c:v>
                </c:pt>
                <c:pt idx="3374">
                  <c:v>37596</c:v>
                </c:pt>
                <c:pt idx="3375">
                  <c:v>37599</c:v>
                </c:pt>
                <c:pt idx="3376">
                  <c:v>37600</c:v>
                </c:pt>
                <c:pt idx="3377">
                  <c:v>37601</c:v>
                </c:pt>
                <c:pt idx="3378">
                  <c:v>37602</c:v>
                </c:pt>
                <c:pt idx="3379">
                  <c:v>37603</c:v>
                </c:pt>
                <c:pt idx="3380">
                  <c:v>37606</c:v>
                </c:pt>
                <c:pt idx="3381">
                  <c:v>37607</c:v>
                </c:pt>
                <c:pt idx="3382">
                  <c:v>37608</c:v>
                </c:pt>
                <c:pt idx="3383">
                  <c:v>37609</c:v>
                </c:pt>
                <c:pt idx="3384">
                  <c:v>37610</c:v>
                </c:pt>
                <c:pt idx="3385">
                  <c:v>37613</c:v>
                </c:pt>
                <c:pt idx="3386">
                  <c:v>37614</c:v>
                </c:pt>
                <c:pt idx="3387">
                  <c:v>37615</c:v>
                </c:pt>
                <c:pt idx="3388">
                  <c:v>37616</c:v>
                </c:pt>
                <c:pt idx="3389">
                  <c:v>37617</c:v>
                </c:pt>
                <c:pt idx="3390">
                  <c:v>37620</c:v>
                </c:pt>
                <c:pt idx="3391">
                  <c:v>37621</c:v>
                </c:pt>
                <c:pt idx="3392">
                  <c:v>37622</c:v>
                </c:pt>
                <c:pt idx="3393">
                  <c:v>37623</c:v>
                </c:pt>
                <c:pt idx="3394">
                  <c:v>37624</c:v>
                </c:pt>
                <c:pt idx="3395">
                  <c:v>37627</c:v>
                </c:pt>
                <c:pt idx="3396">
                  <c:v>37628</c:v>
                </c:pt>
                <c:pt idx="3397">
                  <c:v>37629</c:v>
                </c:pt>
                <c:pt idx="3398">
                  <c:v>37630</c:v>
                </c:pt>
                <c:pt idx="3399">
                  <c:v>37631</c:v>
                </c:pt>
                <c:pt idx="3400">
                  <c:v>37634</c:v>
                </c:pt>
                <c:pt idx="3401">
                  <c:v>37635</c:v>
                </c:pt>
                <c:pt idx="3402">
                  <c:v>37636</c:v>
                </c:pt>
                <c:pt idx="3403">
                  <c:v>37637</c:v>
                </c:pt>
                <c:pt idx="3404">
                  <c:v>37638</c:v>
                </c:pt>
                <c:pt idx="3405">
                  <c:v>37641</c:v>
                </c:pt>
                <c:pt idx="3406">
                  <c:v>37642</c:v>
                </c:pt>
                <c:pt idx="3407">
                  <c:v>37643</c:v>
                </c:pt>
                <c:pt idx="3408">
                  <c:v>37644</c:v>
                </c:pt>
                <c:pt idx="3409">
                  <c:v>37645</c:v>
                </c:pt>
                <c:pt idx="3410">
                  <c:v>37648</c:v>
                </c:pt>
                <c:pt idx="3411">
                  <c:v>37649</c:v>
                </c:pt>
                <c:pt idx="3412">
                  <c:v>37650</c:v>
                </c:pt>
                <c:pt idx="3413">
                  <c:v>37651</c:v>
                </c:pt>
                <c:pt idx="3414">
                  <c:v>37652</c:v>
                </c:pt>
                <c:pt idx="3415">
                  <c:v>37655</c:v>
                </c:pt>
                <c:pt idx="3416">
                  <c:v>37656</c:v>
                </c:pt>
                <c:pt idx="3417">
                  <c:v>37657</c:v>
                </c:pt>
                <c:pt idx="3418">
                  <c:v>37658</c:v>
                </c:pt>
                <c:pt idx="3419">
                  <c:v>37659</c:v>
                </c:pt>
                <c:pt idx="3420">
                  <c:v>37662</c:v>
                </c:pt>
                <c:pt idx="3421">
                  <c:v>37663</c:v>
                </c:pt>
                <c:pt idx="3422">
                  <c:v>37664</c:v>
                </c:pt>
                <c:pt idx="3423">
                  <c:v>37665</c:v>
                </c:pt>
                <c:pt idx="3424">
                  <c:v>37666</c:v>
                </c:pt>
                <c:pt idx="3425">
                  <c:v>37669</c:v>
                </c:pt>
                <c:pt idx="3426">
                  <c:v>37670</c:v>
                </c:pt>
                <c:pt idx="3427">
                  <c:v>37671</c:v>
                </c:pt>
                <c:pt idx="3428">
                  <c:v>37672</c:v>
                </c:pt>
                <c:pt idx="3429">
                  <c:v>37673</c:v>
                </c:pt>
                <c:pt idx="3430">
                  <c:v>37676</c:v>
                </c:pt>
                <c:pt idx="3431">
                  <c:v>37677</c:v>
                </c:pt>
                <c:pt idx="3432">
                  <c:v>37678</c:v>
                </c:pt>
                <c:pt idx="3433">
                  <c:v>37679</c:v>
                </c:pt>
                <c:pt idx="3434">
                  <c:v>37680</c:v>
                </c:pt>
                <c:pt idx="3435">
                  <c:v>37683</c:v>
                </c:pt>
                <c:pt idx="3436">
                  <c:v>37684</c:v>
                </c:pt>
                <c:pt idx="3437">
                  <c:v>37685</c:v>
                </c:pt>
                <c:pt idx="3438">
                  <c:v>37686</c:v>
                </c:pt>
                <c:pt idx="3439">
                  <c:v>37687</c:v>
                </c:pt>
                <c:pt idx="3440">
                  <c:v>37690</c:v>
                </c:pt>
                <c:pt idx="3441">
                  <c:v>37691</c:v>
                </c:pt>
                <c:pt idx="3442">
                  <c:v>37692</c:v>
                </c:pt>
                <c:pt idx="3443">
                  <c:v>37693</c:v>
                </c:pt>
                <c:pt idx="3444">
                  <c:v>37694</c:v>
                </c:pt>
                <c:pt idx="3445">
                  <c:v>37697</c:v>
                </c:pt>
                <c:pt idx="3446">
                  <c:v>37698</c:v>
                </c:pt>
                <c:pt idx="3447">
                  <c:v>37699</c:v>
                </c:pt>
                <c:pt idx="3448">
                  <c:v>37700</c:v>
                </c:pt>
                <c:pt idx="3449">
                  <c:v>37701</c:v>
                </c:pt>
                <c:pt idx="3450">
                  <c:v>37704</c:v>
                </c:pt>
                <c:pt idx="3451">
                  <c:v>37705</c:v>
                </c:pt>
                <c:pt idx="3452">
                  <c:v>37706</c:v>
                </c:pt>
                <c:pt idx="3453">
                  <c:v>37707</c:v>
                </c:pt>
                <c:pt idx="3454">
                  <c:v>37708</c:v>
                </c:pt>
                <c:pt idx="3455">
                  <c:v>37711</c:v>
                </c:pt>
                <c:pt idx="3456">
                  <c:v>37712</c:v>
                </c:pt>
                <c:pt idx="3457">
                  <c:v>37713</c:v>
                </c:pt>
                <c:pt idx="3458">
                  <c:v>37714</c:v>
                </c:pt>
                <c:pt idx="3459">
                  <c:v>37715</c:v>
                </c:pt>
                <c:pt idx="3460">
                  <c:v>37718</c:v>
                </c:pt>
                <c:pt idx="3461">
                  <c:v>37719</c:v>
                </c:pt>
                <c:pt idx="3462">
                  <c:v>37720</c:v>
                </c:pt>
                <c:pt idx="3463">
                  <c:v>37721</c:v>
                </c:pt>
                <c:pt idx="3464">
                  <c:v>37722</c:v>
                </c:pt>
                <c:pt idx="3465">
                  <c:v>37725</c:v>
                </c:pt>
                <c:pt idx="3466">
                  <c:v>37726</c:v>
                </c:pt>
                <c:pt idx="3467">
                  <c:v>37727</c:v>
                </c:pt>
                <c:pt idx="3468">
                  <c:v>37728</c:v>
                </c:pt>
                <c:pt idx="3469">
                  <c:v>37729</c:v>
                </c:pt>
                <c:pt idx="3470">
                  <c:v>37732</c:v>
                </c:pt>
                <c:pt idx="3471">
                  <c:v>37733</c:v>
                </c:pt>
                <c:pt idx="3472">
                  <c:v>37734</c:v>
                </c:pt>
                <c:pt idx="3473">
                  <c:v>37735</c:v>
                </c:pt>
                <c:pt idx="3474">
                  <c:v>37736</c:v>
                </c:pt>
                <c:pt idx="3475">
                  <c:v>37739</c:v>
                </c:pt>
                <c:pt idx="3476">
                  <c:v>37740</c:v>
                </c:pt>
                <c:pt idx="3477">
                  <c:v>37741</c:v>
                </c:pt>
                <c:pt idx="3478">
                  <c:v>37742</c:v>
                </c:pt>
                <c:pt idx="3479">
                  <c:v>37743</c:v>
                </c:pt>
                <c:pt idx="3480">
                  <c:v>37746</c:v>
                </c:pt>
                <c:pt idx="3481">
                  <c:v>37747</c:v>
                </c:pt>
                <c:pt idx="3482">
                  <c:v>37748</c:v>
                </c:pt>
                <c:pt idx="3483">
                  <c:v>37749</c:v>
                </c:pt>
                <c:pt idx="3484">
                  <c:v>37750</c:v>
                </c:pt>
                <c:pt idx="3485">
                  <c:v>37753</c:v>
                </c:pt>
                <c:pt idx="3486">
                  <c:v>37754</c:v>
                </c:pt>
                <c:pt idx="3487">
                  <c:v>37755</c:v>
                </c:pt>
                <c:pt idx="3488">
                  <c:v>37756</c:v>
                </c:pt>
                <c:pt idx="3489">
                  <c:v>37757</c:v>
                </c:pt>
                <c:pt idx="3490">
                  <c:v>37760</c:v>
                </c:pt>
                <c:pt idx="3491">
                  <c:v>37761</c:v>
                </c:pt>
                <c:pt idx="3492">
                  <c:v>37762</c:v>
                </c:pt>
                <c:pt idx="3493">
                  <c:v>37763</c:v>
                </c:pt>
                <c:pt idx="3494">
                  <c:v>37764</c:v>
                </c:pt>
                <c:pt idx="3495">
                  <c:v>37767</c:v>
                </c:pt>
                <c:pt idx="3496">
                  <c:v>37768</c:v>
                </c:pt>
                <c:pt idx="3497">
                  <c:v>37769</c:v>
                </c:pt>
                <c:pt idx="3498">
                  <c:v>37770</c:v>
                </c:pt>
                <c:pt idx="3499">
                  <c:v>37771</c:v>
                </c:pt>
                <c:pt idx="3500">
                  <c:v>37774</c:v>
                </c:pt>
                <c:pt idx="3501">
                  <c:v>37775</c:v>
                </c:pt>
                <c:pt idx="3502">
                  <c:v>37776</c:v>
                </c:pt>
                <c:pt idx="3503">
                  <c:v>37777</c:v>
                </c:pt>
                <c:pt idx="3504">
                  <c:v>37778</c:v>
                </c:pt>
                <c:pt idx="3505">
                  <c:v>37781</c:v>
                </c:pt>
                <c:pt idx="3506">
                  <c:v>37782</c:v>
                </c:pt>
                <c:pt idx="3507">
                  <c:v>37783</c:v>
                </c:pt>
                <c:pt idx="3508">
                  <c:v>37784</c:v>
                </c:pt>
                <c:pt idx="3509">
                  <c:v>37785</c:v>
                </c:pt>
                <c:pt idx="3510">
                  <c:v>37788</c:v>
                </c:pt>
                <c:pt idx="3511">
                  <c:v>37789</c:v>
                </c:pt>
                <c:pt idx="3512">
                  <c:v>37790</c:v>
                </c:pt>
                <c:pt idx="3513">
                  <c:v>37791</c:v>
                </c:pt>
                <c:pt idx="3514">
                  <c:v>37792</c:v>
                </c:pt>
                <c:pt idx="3515">
                  <c:v>37795</c:v>
                </c:pt>
                <c:pt idx="3516">
                  <c:v>37796</c:v>
                </c:pt>
                <c:pt idx="3517">
                  <c:v>37797</c:v>
                </c:pt>
                <c:pt idx="3518">
                  <c:v>37798</c:v>
                </c:pt>
                <c:pt idx="3519">
                  <c:v>37799</c:v>
                </c:pt>
                <c:pt idx="3520">
                  <c:v>37802</c:v>
                </c:pt>
                <c:pt idx="3521">
                  <c:v>37803</c:v>
                </c:pt>
                <c:pt idx="3522">
                  <c:v>37804</c:v>
                </c:pt>
                <c:pt idx="3523">
                  <c:v>37805</c:v>
                </c:pt>
                <c:pt idx="3524">
                  <c:v>37806</c:v>
                </c:pt>
                <c:pt idx="3525">
                  <c:v>37809</c:v>
                </c:pt>
                <c:pt idx="3526">
                  <c:v>37810</c:v>
                </c:pt>
                <c:pt idx="3527">
                  <c:v>37811</c:v>
                </c:pt>
                <c:pt idx="3528">
                  <c:v>37812</c:v>
                </c:pt>
                <c:pt idx="3529">
                  <c:v>37813</c:v>
                </c:pt>
                <c:pt idx="3530">
                  <c:v>37816</c:v>
                </c:pt>
                <c:pt idx="3531">
                  <c:v>37817</c:v>
                </c:pt>
                <c:pt idx="3532">
                  <c:v>37818</c:v>
                </c:pt>
                <c:pt idx="3533">
                  <c:v>37819</c:v>
                </c:pt>
                <c:pt idx="3534">
                  <c:v>37820</c:v>
                </c:pt>
                <c:pt idx="3535">
                  <c:v>37823</c:v>
                </c:pt>
                <c:pt idx="3536">
                  <c:v>37824</c:v>
                </c:pt>
                <c:pt idx="3537">
                  <c:v>37825</c:v>
                </c:pt>
                <c:pt idx="3538">
                  <c:v>37826</c:v>
                </c:pt>
                <c:pt idx="3539">
                  <c:v>37827</c:v>
                </c:pt>
                <c:pt idx="3540">
                  <c:v>37830</c:v>
                </c:pt>
                <c:pt idx="3541">
                  <c:v>37831</c:v>
                </c:pt>
                <c:pt idx="3542">
                  <c:v>37832</c:v>
                </c:pt>
                <c:pt idx="3543">
                  <c:v>37833</c:v>
                </c:pt>
                <c:pt idx="3544">
                  <c:v>37834</c:v>
                </c:pt>
                <c:pt idx="3545">
                  <c:v>37837</c:v>
                </c:pt>
                <c:pt idx="3546">
                  <c:v>37838</c:v>
                </c:pt>
                <c:pt idx="3547">
                  <c:v>37839</c:v>
                </c:pt>
                <c:pt idx="3548">
                  <c:v>37840</c:v>
                </c:pt>
                <c:pt idx="3549">
                  <c:v>37841</c:v>
                </c:pt>
                <c:pt idx="3550">
                  <c:v>37844</c:v>
                </c:pt>
                <c:pt idx="3551">
                  <c:v>37845</c:v>
                </c:pt>
                <c:pt idx="3552">
                  <c:v>37846</c:v>
                </c:pt>
                <c:pt idx="3553">
                  <c:v>37847</c:v>
                </c:pt>
                <c:pt idx="3554">
                  <c:v>37848</c:v>
                </c:pt>
                <c:pt idx="3555">
                  <c:v>37851</c:v>
                </c:pt>
                <c:pt idx="3556">
                  <c:v>37852</c:v>
                </c:pt>
                <c:pt idx="3557">
                  <c:v>37853</c:v>
                </c:pt>
                <c:pt idx="3558">
                  <c:v>37854</c:v>
                </c:pt>
                <c:pt idx="3559">
                  <c:v>37855</c:v>
                </c:pt>
                <c:pt idx="3560">
                  <c:v>37858</c:v>
                </c:pt>
                <c:pt idx="3561">
                  <c:v>37859</c:v>
                </c:pt>
                <c:pt idx="3562">
                  <c:v>37860</c:v>
                </c:pt>
                <c:pt idx="3563">
                  <c:v>37861</c:v>
                </c:pt>
                <c:pt idx="3564">
                  <c:v>37862</c:v>
                </c:pt>
                <c:pt idx="3565">
                  <c:v>37865</c:v>
                </c:pt>
                <c:pt idx="3566">
                  <c:v>37866</c:v>
                </c:pt>
                <c:pt idx="3567">
                  <c:v>37867</c:v>
                </c:pt>
                <c:pt idx="3568">
                  <c:v>37868</c:v>
                </c:pt>
                <c:pt idx="3569">
                  <c:v>37869</c:v>
                </c:pt>
                <c:pt idx="3570">
                  <c:v>37872</c:v>
                </c:pt>
                <c:pt idx="3571">
                  <c:v>37873</c:v>
                </c:pt>
                <c:pt idx="3572">
                  <c:v>37874</c:v>
                </c:pt>
                <c:pt idx="3573">
                  <c:v>37875</c:v>
                </c:pt>
                <c:pt idx="3574">
                  <c:v>37876</c:v>
                </c:pt>
                <c:pt idx="3575">
                  <c:v>37879</c:v>
                </c:pt>
                <c:pt idx="3576">
                  <c:v>37880</c:v>
                </c:pt>
                <c:pt idx="3577">
                  <c:v>37881</c:v>
                </c:pt>
                <c:pt idx="3578">
                  <c:v>37882</c:v>
                </c:pt>
                <c:pt idx="3579">
                  <c:v>37883</c:v>
                </c:pt>
                <c:pt idx="3580">
                  <c:v>37886</c:v>
                </c:pt>
                <c:pt idx="3581">
                  <c:v>37887</c:v>
                </c:pt>
                <c:pt idx="3582">
                  <c:v>37888</c:v>
                </c:pt>
                <c:pt idx="3583">
                  <c:v>37889</c:v>
                </c:pt>
                <c:pt idx="3584">
                  <c:v>37890</c:v>
                </c:pt>
                <c:pt idx="3585">
                  <c:v>37893</c:v>
                </c:pt>
                <c:pt idx="3586">
                  <c:v>37894</c:v>
                </c:pt>
                <c:pt idx="3587">
                  <c:v>37895</c:v>
                </c:pt>
                <c:pt idx="3588">
                  <c:v>37896</c:v>
                </c:pt>
                <c:pt idx="3589">
                  <c:v>37897</c:v>
                </c:pt>
                <c:pt idx="3590">
                  <c:v>37900</c:v>
                </c:pt>
                <c:pt idx="3591">
                  <c:v>37901</c:v>
                </c:pt>
                <c:pt idx="3592">
                  <c:v>37902</c:v>
                </c:pt>
                <c:pt idx="3593">
                  <c:v>37903</c:v>
                </c:pt>
                <c:pt idx="3594">
                  <c:v>37904</c:v>
                </c:pt>
                <c:pt idx="3595">
                  <c:v>37907</c:v>
                </c:pt>
                <c:pt idx="3596">
                  <c:v>37908</c:v>
                </c:pt>
                <c:pt idx="3597">
                  <c:v>37909</c:v>
                </c:pt>
                <c:pt idx="3598">
                  <c:v>37910</c:v>
                </c:pt>
                <c:pt idx="3599">
                  <c:v>37911</c:v>
                </c:pt>
                <c:pt idx="3600">
                  <c:v>37914</c:v>
                </c:pt>
                <c:pt idx="3601">
                  <c:v>37915</c:v>
                </c:pt>
                <c:pt idx="3602">
                  <c:v>37916</c:v>
                </c:pt>
                <c:pt idx="3603">
                  <c:v>37917</c:v>
                </c:pt>
                <c:pt idx="3604">
                  <c:v>37918</c:v>
                </c:pt>
                <c:pt idx="3605">
                  <c:v>37921</c:v>
                </c:pt>
                <c:pt idx="3606">
                  <c:v>37922</c:v>
                </c:pt>
                <c:pt idx="3607">
                  <c:v>37923</c:v>
                </c:pt>
                <c:pt idx="3608">
                  <c:v>37924</c:v>
                </c:pt>
                <c:pt idx="3609">
                  <c:v>37925</c:v>
                </c:pt>
                <c:pt idx="3610">
                  <c:v>37928</c:v>
                </c:pt>
                <c:pt idx="3611">
                  <c:v>37929</c:v>
                </c:pt>
                <c:pt idx="3612">
                  <c:v>37930</c:v>
                </c:pt>
                <c:pt idx="3613">
                  <c:v>37931</c:v>
                </c:pt>
                <c:pt idx="3614">
                  <c:v>37932</c:v>
                </c:pt>
                <c:pt idx="3615">
                  <c:v>37935</c:v>
                </c:pt>
                <c:pt idx="3616">
                  <c:v>37936</c:v>
                </c:pt>
                <c:pt idx="3617">
                  <c:v>37937</c:v>
                </c:pt>
                <c:pt idx="3618">
                  <c:v>37938</c:v>
                </c:pt>
                <c:pt idx="3619">
                  <c:v>37939</c:v>
                </c:pt>
                <c:pt idx="3620">
                  <c:v>37942</c:v>
                </c:pt>
                <c:pt idx="3621">
                  <c:v>37943</c:v>
                </c:pt>
                <c:pt idx="3622">
                  <c:v>37944</c:v>
                </c:pt>
                <c:pt idx="3623">
                  <c:v>37945</c:v>
                </c:pt>
                <c:pt idx="3624">
                  <c:v>37946</c:v>
                </c:pt>
                <c:pt idx="3625">
                  <c:v>37949</c:v>
                </c:pt>
                <c:pt idx="3626">
                  <c:v>37950</c:v>
                </c:pt>
                <c:pt idx="3627">
                  <c:v>37951</c:v>
                </c:pt>
                <c:pt idx="3628">
                  <c:v>37952</c:v>
                </c:pt>
                <c:pt idx="3629">
                  <c:v>37953</c:v>
                </c:pt>
                <c:pt idx="3630">
                  <c:v>37956</c:v>
                </c:pt>
                <c:pt idx="3631">
                  <c:v>37957</c:v>
                </c:pt>
                <c:pt idx="3632">
                  <c:v>37958</c:v>
                </c:pt>
                <c:pt idx="3633">
                  <c:v>37959</c:v>
                </c:pt>
                <c:pt idx="3634">
                  <c:v>37960</c:v>
                </c:pt>
                <c:pt idx="3635">
                  <c:v>37963</c:v>
                </c:pt>
                <c:pt idx="3636">
                  <c:v>37964</c:v>
                </c:pt>
                <c:pt idx="3637">
                  <c:v>37965</c:v>
                </c:pt>
                <c:pt idx="3638">
                  <c:v>37966</c:v>
                </c:pt>
                <c:pt idx="3639">
                  <c:v>37967</c:v>
                </c:pt>
                <c:pt idx="3640">
                  <c:v>37970</c:v>
                </c:pt>
                <c:pt idx="3641">
                  <c:v>37971</c:v>
                </c:pt>
                <c:pt idx="3642">
                  <c:v>37972</c:v>
                </c:pt>
                <c:pt idx="3643">
                  <c:v>37973</c:v>
                </c:pt>
                <c:pt idx="3644">
                  <c:v>37974</c:v>
                </c:pt>
                <c:pt idx="3645">
                  <c:v>37977</c:v>
                </c:pt>
                <c:pt idx="3646">
                  <c:v>37978</c:v>
                </c:pt>
                <c:pt idx="3647">
                  <c:v>37979</c:v>
                </c:pt>
                <c:pt idx="3648">
                  <c:v>37980</c:v>
                </c:pt>
                <c:pt idx="3649">
                  <c:v>37981</c:v>
                </c:pt>
                <c:pt idx="3650">
                  <c:v>37984</c:v>
                </c:pt>
                <c:pt idx="3651">
                  <c:v>37985</c:v>
                </c:pt>
                <c:pt idx="3652">
                  <c:v>37986</c:v>
                </c:pt>
                <c:pt idx="3653">
                  <c:v>37987</c:v>
                </c:pt>
                <c:pt idx="3654">
                  <c:v>37988</c:v>
                </c:pt>
                <c:pt idx="3655">
                  <c:v>37991</c:v>
                </c:pt>
                <c:pt idx="3656">
                  <c:v>37992</c:v>
                </c:pt>
                <c:pt idx="3657">
                  <c:v>37993</c:v>
                </c:pt>
                <c:pt idx="3658">
                  <c:v>37994</c:v>
                </c:pt>
                <c:pt idx="3659">
                  <c:v>37995</c:v>
                </c:pt>
                <c:pt idx="3660">
                  <c:v>37998</c:v>
                </c:pt>
                <c:pt idx="3661">
                  <c:v>37999</c:v>
                </c:pt>
                <c:pt idx="3662">
                  <c:v>38000</c:v>
                </c:pt>
                <c:pt idx="3663">
                  <c:v>38001</c:v>
                </c:pt>
                <c:pt idx="3664">
                  <c:v>38002</c:v>
                </c:pt>
                <c:pt idx="3665">
                  <c:v>38005</c:v>
                </c:pt>
                <c:pt idx="3666">
                  <c:v>38006</c:v>
                </c:pt>
                <c:pt idx="3667">
                  <c:v>38007</c:v>
                </c:pt>
                <c:pt idx="3668">
                  <c:v>38008</c:v>
                </c:pt>
                <c:pt idx="3669">
                  <c:v>38009</c:v>
                </c:pt>
                <c:pt idx="3670">
                  <c:v>38012</c:v>
                </c:pt>
                <c:pt idx="3671">
                  <c:v>38013</c:v>
                </c:pt>
                <c:pt idx="3672">
                  <c:v>38014</c:v>
                </c:pt>
                <c:pt idx="3673">
                  <c:v>38015</c:v>
                </c:pt>
                <c:pt idx="3674">
                  <c:v>38016</c:v>
                </c:pt>
                <c:pt idx="3675">
                  <c:v>38019</c:v>
                </c:pt>
                <c:pt idx="3676">
                  <c:v>38020</c:v>
                </c:pt>
                <c:pt idx="3677">
                  <c:v>38021</c:v>
                </c:pt>
                <c:pt idx="3678">
                  <c:v>38022</c:v>
                </c:pt>
                <c:pt idx="3679">
                  <c:v>38023</c:v>
                </c:pt>
                <c:pt idx="3680">
                  <c:v>38026</c:v>
                </c:pt>
                <c:pt idx="3681">
                  <c:v>38027</c:v>
                </c:pt>
                <c:pt idx="3682">
                  <c:v>38028</c:v>
                </c:pt>
                <c:pt idx="3683">
                  <c:v>38029</c:v>
                </c:pt>
                <c:pt idx="3684">
                  <c:v>38030</c:v>
                </c:pt>
                <c:pt idx="3685">
                  <c:v>38033</c:v>
                </c:pt>
                <c:pt idx="3686">
                  <c:v>38034</c:v>
                </c:pt>
                <c:pt idx="3687">
                  <c:v>38035</c:v>
                </c:pt>
                <c:pt idx="3688">
                  <c:v>38036</c:v>
                </c:pt>
                <c:pt idx="3689">
                  <c:v>38037</c:v>
                </c:pt>
                <c:pt idx="3690">
                  <c:v>38040</c:v>
                </c:pt>
                <c:pt idx="3691">
                  <c:v>38041</c:v>
                </c:pt>
                <c:pt idx="3692">
                  <c:v>38042</c:v>
                </c:pt>
                <c:pt idx="3693">
                  <c:v>38043</c:v>
                </c:pt>
                <c:pt idx="3694">
                  <c:v>38044</c:v>
                </c:pt>
                <c:pt idx="3695">
                  <c:v>38047</c:v>
                </c:pt>
                <c:pt idx="3696">
                  <c:v>38048</c:v>
                </c:pt>
                <c:pt idx="3697">
                  <c:v>38049</c:v>
                </c:pt>
                <c:pt idx="3698">
                  <c:v>38050</c:v>
                </c:pt>
                <c:pt idx="3699">
                  <c:v>38051</c:v>
                </c:pt>
                <c:pt idx="3700">
                  <c:v>38054</c:v>
                </c:pt>
                <c:pt idx="3701">
                  <c:v>38055</c:v>
                </c:pt>
                <c:pt idx="3702">
                  <c:v>38056</c:v>
                </c:pt>
                <c:pt idx="3703">
                  <c:v>38057</c:v>
                </c:pt>
                <c:pt idx="3704">
                  <c:v>38058</c:v>
                </c:pt>
                <c:pt idx="3705">
                  <c:v>38061</c:v>
                </c:pt>
                <c:pt idx="3706">
                  <c:v>38062</c:v>
                </c:pt>
                <c:pt idx="3707">
                  <c:v>38063</c:v>
                </c:pt>
                <c:pt idx="3708">
                  <c:v>38064</c:v>
                </c:pt>
                <c:pt idx="3709">
                  <c:v>38065</c:v>
                </c:pt>
                <c:pt idx="3710">
                  <c:v>38068</c:v>
                </c:pt>
                <c:pt idx="3711">
                  <c:v>38069</c:v>
                </c:pt>
                <c:pt idx="3712">
                  <c:v>38070</c:v>
                </c:pt>
                <c:pt idx="3713">
                  <c:v>38071</c:v>
                </c:pt>
                <c:pt idx="3714">
                  <c:v>38072</c:v>
                </c:pt>
                <c:pt idx="3715">
                  <c:v>38075</c:v>
                </c:pt>
                <c:pt idx="3716">
                  <c:v>38076</c:v>
                </c:pt>
                <c:pt idx="3717">
                  <c:v>38077</c:v>
                </c:pt>
                <c:pt idx="3718">
                  <c:v>38078</c:v>
                </c:pt>
                <c:pt idx="3719">
                  <c:v>38079</c:v>
                </c:pt>
                <c:pt idx="3720">
                  <c:v>38082</c:v>
                </c:pt>
                <c:pt idx="3721">
                  <c:v>38083</c:v>
                </c:pt>
                <c:pt idx="3722">
                  <c:v>38084</c:v>
                </c:pt>
                <c:pt idx="3723">
                  <c:v>38085</c:v>
                </c:pt>
                <c:pt idx="3724">
                  <c:v>38086</c:v>
                </c:pt>
                <c:pt idx="3725">
                  <c:v>38089</c:v>
                </c:pt>
                <c:pt idx="3726">
                  <c:v>38090</c:v>
                </c:pt>
                <c:pt idx="3727">
                  <c:v>38091</c:v>
                </c:pt>
                <c:pt idx="3728">
                  <c:v>38092</c:v>
                </c:pt>
                <c:pt idx="3729">
                  <c:v>38093</c:v>
                </c:pt>
                <c:pt idx="3730">
                  <c:v>38096</c:v>
                </c:pt>
                <c:pt idx="3731">
                  <c:v>38097</c:v>
                </c:pt>
                <c:pt idx="3732">
                  <c:v>38098</c:v>
                </c:pt>
                <c:pt idx="3733">
                  <c:v>38099</c:v>
                </c:pt>
                <c:pt idx="3734">
                  <c:v>38100</c:v>
                </c:pt>
                <c:pt idx="3735">
                  <c:v>38103</c:v>
                </c:pt>
                <c:pt idx="3736">
                  <c:v>38104</c:v>
                </c:pt>
                <c:pt idx="3737">
                  <c:v>38105</c:v>
                </c:pt>
                <c:pt idx="3738">
                  <c:v>38106</c:v>
                </c:pt>
                <c:pt idx="3739">
                  <c:v>38107</c:v>
                </c:pt>
                <c:pt idx="3740">
                  <c:v>38110</c:v>
                </c:pt>
                <c:pt idx="3741">
                  <c:v>38111</c:v>
                </c:pt>
                <c:pt idx="3742">
                  <c:v>38112</c:v>
                </c:pt>
                <c:pt idx="3743">
                  <c:v>38113</c:v>
                </c:pt>
                <c:pt idx="3744">
                  <c:v>38114</c:v>
                </c:pt>
                <c:pt idx="3745">
                  <c:v>38117</c:v>
                </c:pt>
                <c:pt idx="3746">
                  <c:v>38118</c:v>
                </c:pt>
                <c:pt idx="3747">
                  <c:v>38119</c:v>
                </c:pt>
                <c:pt idx="3748">
                  <c:v>38120</c:v>
                </c:pt>
                <c:pt idx="3749">
                  <c:v>38121</c:v>
                </c:pt>
                <c:pt idx="3750">
                  <c:v>38124</c:v>
                </c:pt>
                <c:pt idx="3751">
                  <c:v>38125</c:v>
                </c:pt>
                <c:pt idx="3752">
                  <c:v>38126</c:v>
                </c:pt>
                <c:pt idx="3753">
                  <c:v>38127</c:v>
                </c:pt>
                <c:pt idx="3754">
                  <c:v>38128</c:v>
                </c:pt>
                <c:pt idx="3755">
                  <c:v>38131</c:v>
                </c:pt>
                <c:pt idx="3756">
                  <c:v>38132</c:v>
                </c:pt>
                <c:pt idx="3757">
                  <c:v>38133</c:v>
                </c:pt>
                <c:pt idx="3758">
                  <c:v>38134</c:v>
                </c:pt>
                <c:pt idx="3759">
                  <c:v>38135</c:v>
                </c:pt>
                <c:pt idx="3760">
                  <c:v>38138</c:v>
                </c:pt>
                <c:pt idx="3761">
                  <c:v>38139</c:v>
                </c:pt>
                <c:pt idx="3762">
                  <c:v>38140</c:v>
                </c:pt>
                <c:pt idx="3763">
                  <c:v>38141</c:v>
                </c:pt>
                <c:pt idx="3764">
                  <c:v>38142</c:v>
                </c:pt>
                <c:pt idx="3765">
                  <c:v>38145</c:v>
                </c:pt>
                <c:pt idx="3766">
                  <c:v>38146</c:v>
                </c:pt>
                <c:pt idx="3767">
                  <c:v>38147</c:v>
                </c:pt>
                <c:pt idx="3768">
                  <c:v>38148</c:v>
                </c:pt>
                <c:pt idx="3769">
                  <c:v>38149</c:v>
                </c:pt>
                <c:pt idx="3770">
                  <c:v>38152</c:v>
                </c:pt>
                <c:pt idx="3771">
                  <c:v>38153</c:v>
                </c:pt>
                <c:pt idx="3772">
                  <c:v>38154</c:v>
                </c:pt>
                <c:pt idx="3773">
                  <c:v>38155</c:v>
                </c:pt>
                <c:pt idx="3774">
                  <c:v>38156</c:v>
                </c:pt>
                <c:pt idx="3775">
                  <c:v>38159</c:v>
                </c:pt>
                <c:pt idx="3776">
                  <c:v>38160</c:v>
                </c:pt>
                <c:pt idx="3777">
                  <c:v>38161</c:v>
                </c:pt>
                <c:pt idx="3778">
                  <c:v>38162</c:v>
                </c:pt>
                <c:pt idx="3779">
                  <c:v>38163</c:v>
                </c:pt>
                <c:pt idx="3780">
                  <c:v>38166</c:v>
                </c:pt>
                <c:pt idx="3781">
                  <c:v>38167</c:v>
                </c:pt>
                <c:pt idx="3782">
                  <c:v>38168</c:v>
                </c:pt>
                <c:pt idx="3783">
                  <c:v>38169</c:v>
                </c:pt>
                <c:pt idx="3784">
                  <c:v>38170</c:v>
                </c:pt>
                <c:pt idx="3785">
                  <c:v>38173</c:v>
                </c:pt>
                <c:pt idx="3786">
                  <c:v>38174</c:v>
                </c:pt>
                <c:pt idx="3787">
                  <c:v>38175</c:v>
                </c:pt>
                <c:pt idx="3788">
                  <c:v>38176</c:v>
                </c:pt>
                <c:pt idx="3789">
                  <c:v>38177</c:v>
                </c:pt>
                <c:pt idx="3790">
                  <c:v>38180</c:v>
                </c:pt>
                <c:pt idx="3791">
                  <c:v>38181</c:v>
                </c:pt>
                <c:pt idx="3792">
                  <c:v>38182</c:v>
                </c:pt>
                <c:pt idx="3793">
                  <c:v>38183</c:v>
                </c:pt>
                <c:pt idx="3794">
                  <c:v>38184</c:v>
                </c:pt>
                <c:pt idx="3795">
                  <c:v>38187</c:v>
                </c:pt>
                <c:pt idx="3796">
                  <c:v>38188</c:v>
                </c:pt>
                <c:pt idx="3797">
                  <c:v>38189</c:v>
                </c:pt>
                <c:pt idx="3798">
                  <c:v>38190</c:v>
                </c:pt>
                <c:pt idx="3799">
                  <c:v>38191</c:v>
                </c:pt>
                <c:pt idx="3800">
                  <c:v>38194</c:v>
                </c:pt>
                <c:pt idx="3801">
                  <c:v>38195</c:v>
                </c:pt>
                <c:pt idx="3802">
                  <c:v>38196</c:v>
                </c:pt>
                <c:pt idx="3803">
                  <c:v>38197</c:v>
                </c:pt>
                <c:pt idx="3804">
                  <c:v>38198</c:v>
                </c:pt>
                <c:pt idx="3805">
                  <c:v>38201</c:v>
                </c:pt>
                <c:pt idx="3806">
                  <c:v>38202</c:v>
                </c:pt>
                <c:pt idx="3807">
                  <c:v>38203</c:v>
                </c:pt>
                <c:pt idx="3808">
                  <c:v>38204</c:v>
                </c:pt>
                <c:pt idx="3809">
                  <c:v>38205</c:v>
                </c:pt>
                <c:pt idx="3810">
                  <c:v>38208</c:v>
                </c:pt>
                <c:pt idx="3811">
                  <c:v>38209</c:v>
                </c:pt>
                <c:pt idx="3812">
                  <c:v>38210</c:v>
                </c:pt>
                <c:pt idx="3813">
                  <c:v>38211</c:v>
                </c:pt>
                <c:pt idx="3814">
                  <c:v>38212</c:v>
                </c:pt>
                <c:pt idx="3815">
                  <c:v>38215</c:v>
                </c:pt>
                <c:pt idx="3816">
                  <c:v>38216</c:v>
                </c:pt>
                <c:pt idx="3817">
                  <c:v>38217</c:v>
                </c:pt>
                <c:pt idx="3818">
                  <c:v>38218</c:v>
                </c:pt>
                <c:pt idx="3819">
                  <c:v>38219</c:v>
                </c:pt>
                <c:pt idx="3820">
                  <c:v>38222</c:v>
                </c:pt>
                <c:pt idx="3821">
                  <c:v>38223</c:v>
                </c:pt>
                <c:pt idx="3822">
                  <c:v>38224</c:v>
                </c:pt>
                <c:pt idx="3823">
                  <c:v>38225</c:v>
                </c:pt>
                <c:pt idx="3824">
                  <c:v>38226</c:v>
                </c:pt>
                <c:pt idx="3825">
                  <c:v>38229</c:v>
                </c:pt>
                <c:pt idx="3826">
                  <c:v>38230</c:v>
                </c:pt>
                <c:pt idx="3827">
                  <c:v>38231</c:v>
                </c:pt>
                <c:pt idx="3828">
                  <c:v>38232</c:v>
                </c:pt>
                <c:pt idx="3829">
                  <c:v>38233</c:v>
                </c:pt>
                <c:pt idx="3830">
                  <c:v>38236</c:v>
                </c:pt>
                <c:pt idx="3831">
                  <c:v>38237</c:v>
                </c:pt>
                <c:pt idx="3832">
                  <c:v>38238</c:v>
                </c:pt>
                <c:pt idx="3833">
                  <c:v>38239</c:v>
                </c:pt>
                <c:pt idx="3834">
                  <c:v>38240</c:v>
                </c:pt>
                <c:pt idx="3835">
                  <c:v>38243</c:v>
                </c:pt>
                <c:pt idx="3836">
                  <c:v>38244</c:v>
                </c:pt>
                <c:pt idx="3837">
                  <c:v>38245</c:v>
                </c:pt>
                <c:pt idx="3838">
                  <c:v>38246</c:v>
                </c:pt>
                <c:pt idx="3839">
                  <c:v>38247</c:v>
                </c:pt>
                <c:pt idx="3840">
                  <c:v>38250</c:v>
                </c:pt>
                <c:pt idx="3841">
                  <c:v>38251</c:v>
                </c:pt>
                <c:pt idx="3842">
                  <c:v>38252</c:v>
                </c:pt>
                <c:pt idx="3843">
                  <c:v>38253</c:v>
                </c:pt>
                <c:pt idx="3844">
                  <c:v>38254</c:v>
                </c:pt>
                <c:pt idx="3845">
                  <c:v>38257</c:v>
                </c:pt>
                <c:pt idx="3846">
                  <c:v>38258</c:v>
                </c:pt>
                <c:pt idx="3847">
                  <c:v>38259</c:v>
                </c:pt>
                <c:pt idx="3848">
                  <c:v>38260</c:v>
                </c:pt>
                <c:pt idx="3849">
                  <c:v>38261</c:v>
                </c:pt>
                <c:pt idx="3850">
                  <c:v>38264</c:v>
                </c:pt>
                <c:pt idx="3851">
                  <c:v>38265</c:v>
                </c:pt>
                <c:pt idx="3852">
                  <c:v>38266</c:v>
                </c:pt>
                <c:pt idx="3853">
                  <c:v>38267</c:v>
                </c:pt>
                <c:pt idx="3854">
                  <c:v>38268</c:v>
                </c:pt>
                <c:pt idx="3855">
                  <c:v>38271</c:v>
                </c:pt>
                <c:pt idx="3856">
                  <c:v>38272</c:v>
                </c:pt>
                <c:pt idx="3857">
                  <c:v>38273</c:v>
                </c:pt>
                <c:pt idx="3858">
                  <c:v>38274</c:v>
                </c:pt>
                <c:pt idx="3859">
                  <c:v>38275</c:v>
                </c:pt>
                <c:pt idx="3860">
                  <c:v>38278</c:v>
                </c:pt>
                <c:pt idx="3861">
                  <c:v>38279</c:v>
                </c:pt>
                <c:pt idx="3862">
                  <c:v>38280</c:v>
                </c:pt>
                <c:pt idx="3863">
                  <c:v>38281</c:v>
                </c:pt>
                <c:pt idx="3864">
                  <c:v>38282</c:v>
                </c:pt>
                <c:pt idx="3865">
                  <c:v>38285</c:v>
                </c:pt>
                <c:pt idx="3866">
                  <c:v>38286</c:v>
                </c:pt>
                <c:pt idx="3867">
                  <c:v>38287</c:v>
                </c:pt>
                <c:pt idx="3868">
                  <c:v>38288</c:v>
                </c:pt>
                <c:pt idx="3869">
                  <c:v>38289</c:v>
                </c:pt>
                <c:pt idx="3870">
                  <c:v>38292</c:v>
                </c:pt>
                <c:pt idx="3871">
                  <c:v>38293</c:v>
                </c:pt>
                <c:pt idx="3872">
                  <c:v>38294</c:v>
                </c:pt>
                <c:pt idx="3873">
                  <c:v>38295</c:v>
                </c:pt>
                <c:pt idx="3874">
                  <c:v>38296</c:v>
                </c:pt>
                <c:pt idx="3875">
                  <c:v>38299</c:v>
                </c:pt>
                <c:pt idx="3876">
                  <c:v>38300</c:v>
                </c:pt>
                <c:pt idx="3877">
                  <c:v>38301</c:v>
                </c:pt>
                <c:pt idx="3878">
                  <c:v>38302</c:v>
                </c:pt>
                <c:pt idx="3879">
                  <c:v>38303</c:v>
                </c:pt>
                <c:pt idx="3880">
                  <c:v>38306</c:v>
                </c:pt>
                <c:pt idx="3881">
                  <c:v>38307</c:v>
                </c:pt>
                <c:pt idx="3882">
                  <c:v>38308</c:v>
                </c:pt>
                <c:pt idx="3883">
                  <c:v>38309</c:v>
                </c:pt>
                <c:pt idx="3884">
                  <c:v>38310</c:v>
                </c:pt>
                <c:pt idx="3885">
                  <c:v>38313</c:v>
                </c:pt>
                <c:pt idx="3886">
                  <c:v>38314</c:v>
                </c:pt>
                <c:pt idx="3887">
                  <c:v>38315</c:v>
                </c:pt>
                <c:pt idx="3888">
                  <c:v>38316</c:v>
                </c:pt>
                <c:pt idx="3889">
                  <c:v>38317</c:v>
                </c:pt>
                <c:pt idx="3890">
                  <c:v>38320</c:v>
                </c:pt>
                <c:pt idx="3891">
                  <c:v>38321</c:v>
                </c:pt>
                <c:pt idx="3892">
                  <c:v>38322</c:v>
                </c:pt>
                <c:pt idx="3893">
                  <c:v>38323</c:v>
                </c:pt>
                <c:pt idx="3894">
                  <c:v>38324</c:v>
                </c:pt>
                <c:pt idx="3895">
                  <c:v>38327</c:v>
                </c:pt>
                <c:pt idx="3896">
                  <c:v>38328</c:v>
                </c:pt>
                <c:pt idx="3897">
                  <c:v>38329</c:v>
                </c:pt>
                <c:pt idx="3898">
                  <c:v>38330</c:v>
                </c:pt>
                <c:pt idx="3899">
                  <c:v>38331</c:v>
                </c:pt>
                <c:pt idx="3900">
                  <c:v>38334</c:v>
                </c:pt>
                <c:pt idx="3901">
                  <c:v>38335</c:v>
                </c:pt>
                <c:pt idx="3902">
                  <c:v>38336</c:v>
                </c:pt>
                <c:pt idx="3903">
                  <c:v>38337</c:v>
                </c:pt>
                <c:pt idx="3904">
                  <c:v>38338</c:v>
                </c:pt>
                <c:pt idx="3905">
                  <c:v>38341</c:v>
                </c:pt>
                <c:pt idx="3906">
                  <c:v>38342</c:v>
                </c:pt>
                <c:pt idx="3907">
                  <c:v>38343</c:v>
                </c:pt>
                <c:pt idx="3908">
                  <c:v>38344</c:v>
                </c:pt>
                <c:pt idx="3909">
                  <c:v>38345</c:v>
                </c:pt>
                <c:pt idx="3910">
                  <c:v>38348</c:v>
                </c:pt>
                <c:pt idx="3911">
                  <c:v>38349</c:v>
                </c:pt>
                <c:pt idx="3912">
                  <c:v>38350</c:v>
                </c:pt>
                <c:pt idx="3913">
                  <c:v>38351</c:v>
                </c:pt>
                <c:pt idx="3914">
                  <c:v>38352</c:v>
                </c:pt>
                <c:pt idx="3915">
                  <c:v>38355</c:v>
                </c:pt>
                <c:pt idx="3916">
                  <c:v>38356</c:v>
                </c:pt>
                <c:pt idx="3917">
                  <c:v>38357</c:v>
                </c:pt>
                <c:pt idx="3918">
                  <c:v>38358</c:v>
                </c:pt>
                <c:pt idx="3919">
                  <c:v>38359</c:v>
                </c:pt>
                <c:pt idx="3920">
                  <c:v>38362</c:v>
                </c:pt>
                <c:pt idx="3921">
                  <c:v>38363</c:v>
                </c:pt>
                <c:pt idx="3922">
                  <c:v>38364</c:v>
                </c:pt>
                <c:pt idx="3923">
                  <c:v>38365</c:v>
                </c:pt>
                <c:pt idx="3924">
                  <c:v>38366</c:v>
                </c:pt>
                <c:pt idx="3925">
                  <c:v>38369</c:v>
                </c:pt>
                <c:pt idx="3926">
                  <c:v>38370</c:v>
                </c:pt>
                <c:pt idx="3927">
                  <c:v>38371</c:v>
                </c:pt>
                <c:pt idx="3928">
                  <c:v>38372</c:v>
                </c:pt>
                <c:pt idx="3929">
                  <c:v>38373</c:v>
                </c:pt>
                <c:pt idx="3930">
                  <c:v>38376</c:v>
                </c:pt>
                <c:pt idx="3931">
                  <c:v>38377</c:v>
                </c:pt>
                <c:pt idx="3932">
                  <c:v>38378</c:v>
                </c:pt>
                <c:pt idx="3933">
                  <c:v>38379</c:v>
                </c:pt>
                <c:pt idx="3934">
                  <c:v>38380</c:v>
                </c:pt>
                <c:pt idx="3935">
                  <c:v>38383</c:v>
                </c:pt>
                <c:pt idx="3936">
                  <c:v>38384</c:v>
                </c:pt>
                <c:pt idx="3937">
                  <c:v>38385</c:v>
                </c:pt>
                <c:pt idx="3938">
                  <c:v>38386</c:v>
                </c:pt>
                <c:pt idx="3939">
                  <c:v>38387</c:v>
                </c:pt>
                <c:pt idx="3940">
                  <c:v>38390</c:v>
                </c:pt>
                <c:pt idx="3941">
                  <c:v>38391</c:v>
                </c:pt>
                <c:pt idx="3942">
                  <c:v>38392</c:v>
                </c:pt>
                <c:pt idx="3943">
                  <c:v>38393</c:v>
                </c:pt>
                <c:pt idx="3944">
                  <c:v>38394</c:v>
                </c:pt>
                <c:pt idx="3945">
                  <c:v>38397</c:v>
                </c:pt>
                <c:pt idx="3946">
                  <c:v>38398</c:v>
                </c:pt>
                <c:pt idx="3947">
                  <c:v>38399</c:v>
                </c:pt>
                <c:pt idx="3948">
                  <c:v>38400</c:v>
                </c:pt>
                <c:pt idx="3949">
                  <c:v>38401</c:v>
                </c:pt>
                <c:pt idx="3950">
                  <c:v>38404</c:v>
                </c:pt>
                <c:pt idx="3951">
                  <c:v>38405</c:v>
                </c:pt>
                <c:pt idx="3952">
                  <c:v>38406</c:v>
                </c:pt>
                <c:pt idx="3953">
                  <c:v>38407</c:v>
                </c:pt>
                <c:pt idx="3954">
                  <c:v>38408</c:v>
                </c:pt>
                <c:pt idx="3955">
                  <c:v>38411</c:v>
                </c:pt>
                <c:pt idx="3956">
                  <c:v>38412</c:v>
                </c:pt>
                <c:pt idx="3957">
                  <c:v>38413</c:v>
                </c:pt>
                <c:pt idx="3958">
                  <c:v>38414</c:v>
                </c:pt>
                <c:pt idx="3959">
                  <c:v>38415</c:v>
                </c:pt>
                <c:pt idx="3960">
                  <c:v>38418</c:v>
                </c:pt>
                <c:pt idx="3961">
                  <c:v>38419</c:v>
                </c:pt>
                <c:pt idx="3962">
                  <c:v>38420</c:v>
                </c:pt>
                <c:pt idx="3963">
                  <c:v>38421</c:v>
                </c:pt>
                <c:pt idx="3964">
                  <c:v>38422</c:v>
                </c:pt>
                <c:pt idx="3965">
                  <c:v>38425</c:v>
                </c:pt>
                <c:pt idx="3966">
                  <c:v>38426</c:v>
                </c:pt>
                <c:pt idx="3967">
                  <c:v>38427</c:v>
                </c:pt>
                <c:pt idx="3968">
                  <c:v>38428</c:v>
                </c:pt>
                <c:pt idx="3969">
                  <c:v>38429</c:v>
                </c:pt>
                <c:pt idx="3970">
                  <c:v>38432</c:v>
                </c:pt>
                <c:pt idx="3971">
                  <c:v>38433</c:v>
                </c:pt>
                <c:pt idx="3972">
                  <c:v>38434</c:v>
                </c:pt>
                <c:pt idx="3973">
                  <c:v>38435</c:v>
                </c:pt>
                <c:pt idx="3974">
                  <c:v>38436</c:v>
                </c:pt>
                <c:pt idx="3975">
                  <c:v>38439</c:v>
                </c:pt>
                <c:pt idx="3976">
                  <c:v>38440</c:v>
                </c:pt>
                <c:pt idx="3977">
                  <c:v>38441</c:v>
                </c:pt>
                <c:pt idx="3978">
                  <c:v>38442</c:v>
                </c:pt>
                <c:pt idx="3979">
                  <c:v>38443</c:v>
                </c:pt>
                <c:pt idx="3980">
                  <c:v>38446</c:v>
                </c:pt>
                <c:pt idx="3981">
                  <c:v>38447</c:v>
                </c:pt>
                <c:pt idx="3982">
                  <c:v>38448</c:v>
                </c:pt>
                <c:pt idx="3983">
                  <c:v>38449</c:v>
                </c:pt>
                <c:pt idx="3984">
                  <c:v>38450</c:v>
                </c:pt>
                <c:pt idx="3985">
                  <c:v>38453</c:v>
                </c:pt>
                <c:pt idx="3986">
                  <c:v>38454</c:v>
                </c:pt>
                <c:pt idx="3987">
                  <c:v>38455</c:v>
                </c:pt>
                <c:pt idx="3988">
                  <c:v>38456</c:v>
                </c:pt>
                <c:pt idx="3989">
                  <c:v>38457</c:v>
                </c:pt>
                <c:pt idx="3990">
                  <c:v>38460</c:v>
                </c:pt>
                <c:pt idx="3991">
                  <c:v>38461</c:v>
                </c:pt>
                <c:pt idx="3992">
                  <c:v>38462</c:v>
                </c:pt>
                <c:pt idx="3993">
                  <c:v>38463</c:v>
                </c:pt>
                <c:pt idx="3994">
                  <c:v>38464</c:v>
                </c:pt>
                <c:pt idx="3995">
                  <c:v>38467</c:v>
                </c:pt>
                <c:pt idx="3996">
                  <c:v>38468</c:v>
                </c:pt>
                <c:pt idx="3997">
                  <c:v>38469</c:v>
                </c:pt>
                <c:pt idx="3998">
                  <c:v>38470</c:v>
                </c:pt>
                <c:pt idx="3999">
                  <c:v>38471</c:v>
                </c:pt>
                <c:pt idx="4000">
                  <c:v>38474</c:v>
                </c:pt>
                <c:pt idx="4001">
                  <c:v>38475</c:v>
                </c:pt>
                <c:pt idx="4002">
                  <c:v>38476</c:v>
                </c:pt>
                <c:pt idx="4003">
                  <c:v>38477</c:v>
                </c:pt>
                <c:pt idx="4004">
                  <c:v>38478</c:v>
                </c:pt>
                <c:pt idx="4005">
                  <c:v>38481</c:v>
                </c:pt>
                <c:pt idx="4006">
                  <c:v>38482</c:v>
                </c:pt>
                <c:pt idx="4007">
                  <c:v>38483</c:v>
                </c:pt>
                <c:pt idx="4008">
                  <c:v>38484</c:v>
                </c:pt>
                <c:pt idx="4009">
                  <c:v>38485</c:v>
                </c:pt>
                <c:pt idx="4010">
                  <c:v>38488</c:v>
                </c:pt>
                <c:pt idx="4011">
                  <c:v>38489</c:v>
                </c:pt>
                <c:pt idx="4012">
                  <c:v>38490</c:v>
                </c:pt>
                <c:pt idx="4013">
                  <c:v>38491</c:v>
                </c:pt>
                <c:pt idx="4014">
                  <c:v>38492</c:v>
                </c:pt>
                <c:pt idx="4015">
                  <c:v>38495</c:v>
                </c:pt>
                <c:pt idx="4016">
                  <c:v>38496</c:v>
                </c:pt>
                <c:pt idx="4017">
                  <c:v>38497</c:v>
                </c:pt>
                <c:pt idx="4018">
                  <c:v>38498</c:v>
                </c:pt>
                <c:pt idx="4019">
                  <c:v>38499</c:v>
                </c:pt>
                <c:pt idx="4020">
                  <c:v>38502</c:v>
                </c:pt>
                <c:pt idx="4021">
                  <c:v>38503</c:v>
                </c:pt>
                <c:pt idx="4022">
                  <c:v>38504</c:v>
                </c:pt>
                <c:pt idx="4023">
                  <c:v>38505</c:v>
                </c:pt>
                <c:pt idx="4024">
                  <c:v>38506</c:v>
                </c:pt>
                <c:pt idx="4025">
                  <c:v>38509</c:v>
                </c:pt>
                <c:pt idx="4026">
                  <c:v>38510</c:v>
                </c:pt>
                <c:pt idx="4027">
                  <c:v>38511</c:v>
                </c:pt>
                <c:pt idx="4028">
                  <c:v>38512</c:v>
                </c:pt>
                <c:pt idx="4029">
                  <c:v>38513</c:v>
                </c:pt>
                <c:pt idx="4030">
                  <c:v>38516</c:v>
                </c:pt>
                <c:pt idx="4031">
                  <c:v>38517</c:v>
                </c:pt>
                <c:pt idx="4032">
                  <c:v>38518</c:v>
                </c:pt>
                <c:pt idx="4033">
                  <c:v>38519</c:v>
                </c:pt>
                <c:pt idx="4034">
                  <c:v>38520</c:v>
                </c:pt>
                <c:pt idx="4035">
                  <c:v>38523</c:v>
                </c:pt>
                <c:pt idx="4036">
                  <c:v>38524</c:v>
                </c:pt>
                <c:pt idx="4037">
                  <c:v>38525</c:v>
                </c:pt>
                <c:pt idx="4038">
                  <c:v>38526</c:v>
                </c:pt>
                <c:pt idx="4039">
                  <c:v>38527</c:v>
                </c:pt>
                <c:pt idx="4040">
                  <c:v>38530</c:v>
                </c:pt>
                <c:pt idx="4041">
                  <c:v>38531</c:v>
                </c:pt>
                <c:pt idx="4042">
                  <c:v>38532</c:v>
                </c:pt>
                <c:pt idx="4043">
                  <c:v>38533</c:v>
                </c:pt>
                <c:pt idx="4044">
                  <c:v>38534</c:v>
                </c:pt>
                <c:pt idx="4045">
                  <c:v>38537</c:v>
                </c:pt>
                <c:pt idx="4046">
                  <c:v>38538</c:v>
                </c:pt>
                <c:pt idx="4047">
                  <c:v>38539</c:v>
                </c:pt>
                <c:pt idx="4048">
                  <c:v>38540</c:v>
                </c:pt>
                <c:pt idx="4049">
                  <c:v>38541</c:v>
                </c:pt>
                <c:pt idx="4050">
                  <c:v>38544</c:v>
                </c:pt>
                <c:pt idx="4051">
                  <c:v>38545</c:v>
                </c:pt>
                <c:pt idx="4052">
                  <c:v>38546</c:v>
                </c:pt>
                <c:pt idx="4053">
                  <c:v>38547</c:v>
                </c:pt>
                <c:pt idx="4054">
                  <c:v>38548</c:v>
                </c:pt>
                <c:pt idx="4055">
                  <c:v>38551</c:v>
                </c:pt>
                <c:pt idx="4056">
                  <c:v>38552</c:v>
                </c:pt>
                <c:pt idx="4057">
                  <c:v>38553</c:v>
                </c:pt>
                <c:pt idx="4058">
                  <c:v>38554</c:v>
                </c:pt>
                <c:pt idx="4059">
                  <c:v>38555</c:v>
                </c:pt>
                <c:pt idx="4060">
                  <c:v>38558</c:v>
                </c:pt>
                <c:pt idx="4061">
                  <c:v>38559</c:v>
                </c:pt>
                <c:pt idx="4062">
                  <c:v>38560</c:v>
                </c:pt>
                <c:pt idx="4063">
                  <c:v>38561</c:v>
                </c:pt>
                <c:pt idx="4064">
                  <c:v>38562</c:v>
                </c:pt>
                <c:pt idx="4065">
                  <c:v>38565</c:v>
                </c:pt>
                <c:pt idx="4066">
                  <c:v>38566</c:v>
                </c:pt>
                <c:pt idx="4067">
                  <c:v>38567</c:v>
                </c:pt>
                <c:pt idx="4068">
                  <c:v>38568</c:v>
                </c:pt>
                <c:pt idx="4069">
                  <c:v>38569</c:v>
                </c:pt>
                <c:pt idx="4070">
                  <c:v>38572</c:v>
                </c:pt>
                <c:pt idx="4071">
                  <c:v>38573</c:v>
                </c:pt>
                <c:pt idx="4072">
                  <c:v>38574</c:v>
                </c:pt>
                <c:pt idx="4073">
                  <c:v>38575</c:v>
                </c:pt>
                <c:pt idx="4074">
                  <c:v>38576</c:v>
                </c:pt>
                <c:pt idx="4075">
                  <c:v>38579</c:v>
                </c:pt>
                <c:pt idx="4076">
                  <c:v>38580</c:v>
                </c:pt>
                <c:pt idx="4077">
                  <c:v>38581</c:v>
                </c:pt>
                <c:pt idx="4078">
                  <c:v>38582</c:v>
                </c:pt>
                <c:pt idx="4079">
                  <c:v>38583</c:v>
                </c:pt>
                <c:pt idx="4080">
                  <c:v>38586</c:v>
                </c:pt>
                <c:pt idx="4081">
                  <c:v>38587</c:v>
                </c:pt>
                <c:pt idx="4082">
                  <c:v>38588</c:v>
                </c:pt>
                <c:pt idx="4083">
                  <c:v>38589</c:v>
                </c:pt>
                <c:pt idx="4084">
                  <c:v>38590</c:v>
                </c:pt>
                <c:pt idx="4085">
                  <c:v>38593</c:v>
                </c:pt>
                <c:pt idx="4086">
                  <c:v>38594</c:v>
                </c:pt>
                <c:pt idx="4087">
                  <c:v>38595</c:v>
                </c:pt>
                <c:pt idx="4088">
                  <c:v>38596</c:v>
                </c:pt>
                <c:pt idx="4089">
                  <c:v>38597</c:v>
                </c:pt>
                <c:pt idx="4090">
                  <c:v>38600</c:v>
                </c:pt>
                <c:pt idx="4091">
                  <c:v>38601</c:v>
                </c:pt>
                <c:pt idx="4092">
                  <c:v>38602</c:v>
                </c:pt>
                <c:pt idx="4093">
                  <c:v>38603</c:v>
                </c:pt>
                <c:pt idx="4094">
                  <c:v>38604</c:v>
                </c:pt>
                <c:pt idx="4095">
                  <c:v>38607</c:v>
                </c:pt>
                <c:pt idx="4096">
                  <c:v>38608</c:v>
                </c:pt>
                <c:pt idx="4097">
                  <c:v>38609</c:v>
                </c:pt>
                <c:pt idx="4098">
                  <c:v>38610</c:v>
                </c:pt>
                <c:pt idx="4099">
                  <c:v>38611</c:v>
                </c:pt>
                <c:pt idx="4100">
                  <c:v>38614</c:v>
                </c:pt>
                <c:pt idx="4101">
                  <c:v>38615</c:v>
                </c:pt>
                <c:pt idx="4102">
                  <c:v>38616</c:v>
                </c:pt>
                <c:pt idx="4103">
                  <c:v>38617</c:v>
                </c:pt>
                <c:pt idx="4104">
                  <c:v>38618</c:v>
                </c:pt>
                <c:pt idx="4105">
                  <c:v>38621</c:v>
                </c:pt>
                <c:pt idx="4106">
                  <c:v>38622</c:v>
                </c:pt>
                <c:pt idx="4107">
                  <c:v>38623</c:v>
                </c:pt>
                <c:pt idx="4108">
                  <c:v>38624</c:v>
                </c:pt>
                <c:pt idx="4109">
                  <c:v>38625</c:v>
                </c:pt>
                <c:pt idx="4110">
                  <c:v>38628</c:v>
                </c:pt>
                <c:pt idx="4111">
                  <c:v>38629</c:v>
                </c:pt>
                <c:pt idx="4112">
                  <c:v>38630</c:v>
                </c:pt>
                <c:pt idx="4113">
                  <c:v>38631</c:v>
                </c:pt>
                <c:pt idx="4114">
                  <c:v>38632</c:v>
                </c:pt>
                <c:pt idx="4115">
                  <c:v>38635</c:v>
                </c:pt>
                <c:pt idx="4116">
                  <c:v>38636</c:v>
                </c:pt>
                <c:pt idx="4117">
                  <c:v>38637</c:v>
                </c:pt>
                <c:pt idx="4118">
                  <c:v>38638</c:v>
                </c:pt>
                <c:pt idx="4119">
                  <c:v>38639</c:v>
                </c:pt>
                <c:pt idx="4120">
                  <c:v>38642</c:v>
                </c:pt>
                <c:pt idx="4121">
                  <c:v>38643</c:v>
                </c:pt>
                <c:pt idx="4122">
                  <c:v>38644</c:v>
                </c:pt>
                <c:pt idx="4123">
                  <c:v>38645</c:v>
                </c:pt>
                <c:pt idx="4124">
                  <c:v>38646</c:v>
                </c:pt>
                <c:pt idx="4125">
                  <c:v>38649</c:v>
                </c:pt>
                <c:pt idx="4126">
                  <c:v>38650</c:v>
                </c:pt>
                <c:pt idx="4127">
                  <c:v>38651</c:v>
                </c:pt>
                <c:pt idx="4128">
                  <c:v>38652</c:v>
                </c:pt>
                <c:pt idx="4129">
                  <c:v>38653</c:v>
                </c:pt>
                <c:pt idx="4130">
                  <c:v>38656</c:v>
                </c:pt>
                <c:pt idx="4131">
                  <c:v>38657</c:v>
                </c:pt>
                <c:pt idx="4132">
                  <c:v>38658</c:v>
                </c:pt>
                <c:pt idx="4133">
                  <c:v>38659</c:v>
                </c:pt>
                <c:pt idx="4134">
                  <c:v>38660</c:v>
                </c:pt>
                <c:pt idx="4135">
                  <c:v>38663</c:v>
                </c:pt>
                <c:pt idx="4136">
                  <c:v>38664</c:v>
                </c:pt>
                <c:pt idx="4137">
                  <c:v>38665</c:v>
                </c:pt>
                <c:pt idx="4138">
                  <c:v>38666</c:v>
                </c:pt>
                <c:pt idx="4139">
                  <c:v>38667</c:v>
                </c:pt>
                <c:pt idx="4140">
                  <c:v>38670</c:v>
                </c:pt>
                <c:pt idx="4141">
                  <c:v>38671</c:v>
                </c:pt>
                <c:pt idx="4142">
                  <c:v>38672</c:v>
                </c:pt>
                <c:pt idx="4143">
                  <c:v>38673</c:v>
                </c:pt>
                <c:pt idx="4144">
                  <c:v>38674</c:v>
                </c:pt>
                <c:pt idx="4145">
                  <c:v>38677</c:v>
                </c:pt>
                <c:pt idx="4146">
                  <c:v>38678</c:v>
                </c:pt>
                <c:pt idx="4147">
                  <c:v>38679</c:v>
                </c:pt>
                <c:pt idx="4148">
                  <c:v>38680</c:v>
                </c:pt>
                <c:pt idx="4149">
                  <c:v>38681</c:v>
                </c:pt>
                <c:pt idx="4150">
                  <c:v>38684</c:v>
                </c:pt>
                <c:pt idx="4151">
                  <c:v>38685</c:v>
                </c:pt>
                <c:pt idx="4152">
                  <c:v>38686</c:v>
                </c:pt>
                <c:pt idx="4153">
                  <c:v>38687</c:v>
                </c:pt>
                <c:pt idx="4154">
                  <c:v>38688</c:v>
                </c:pt>
                <c:pt idx="4155">
                  <c:v>38691</c:v>
                </c:pt>
                <c:pt idx="4156">
                  <c:v>38692</c:v>
                </c:pt>
                <c:pt idx="4157">
                  <c:v>38693</c:v>
                </c:pt>
                <c:pt idx="4158">
                  <c:v>38694</c:v>
                </c:pt>
                <c:pt idx="4159">
                  <c:v>38695</c:v>
                </c:pt>
                <c:pt idx="4160">
                  <c:v>38698</c:v>
                </c:pt>
                <c:pt idx="4161">
                  <c:v>38699</c:v>
                </c:pt>
                <c:pt idx="4162">
                  <c:v>38700</c:v>
                </c:pt>
                <c:pt idx="4163">
                  <c:v>38701</c:v>
                </c:pt>
                <c:pt idx="4164">
                  <c:v>38702</c:v>
                </c:pt>
                <c:pt idx="4165">
                  <c:v>38705</c:v>
                </c:pt>
                <c:pt idx="4166">
                  <c:v>38706</c:v>
                </c:pt>
                <c:pt idx="4167">
                  <c:v>38707</c:v>
                </c:pt>
                <c:pt idx="4168">
                  <c:v>38708</c:v>
                </c:pt>
                <c:pt idx="4169">
                  <c:v>38709</c:v>
                </c:pt>
                <c:pt idx="4170">
                  <c:v>38712</c:v>
                </c:pt>
                <c:pt idx="4171">
                  <c:v>38713</c:v>
                </c:pt>
                <c:pt idx="4172">
                  <c:v>38714</c:v>
                </c:pt>
                <c:pt idx="4173">
                  <c:v>38715</c:v>
                </c:pt>
                <c:pt idx="4174">
                  <c:v>38716</c:v>
                </c:pt>
                <c:pt idx="4175">
                  <c:v>38719</c:v>
                </c:pt>
                <c:pt idx="4176">
                  <c:v>38720</c:v>
                </c:pt>
                <c:pt idx="4177">
                  <c:v>38721</c:v>
                </c:pt>
                <c:pt idx="4178">
                  <c:v>38722</c:v>
                </c:pt>
                <c:pt idx="4179">
                  <c:v>38723</c:v>
                </c:pt>
                <c:pt idx="4180">
                  <c:v>38726</c:v>
                </c:pt>
                <c:pt idx="4181">
                  <c:v>38727</c:v>
                </c:pt>
                <c:pt idx="4182">
                  <c:v>38728</c:v>
                </c:pt>
                <c:pt idx="4183">
                  <c:v>38729</c:v>
                </c:pt>
                <c:pt idx="4184">
                  <c:v>38730</c:v>
                </c:pt>
                <c:pt idx="4185">
                  <c:v>38733</c:v>
                </c:pt>
                <c:pt idx="4186">
                  <c:v>38734</c:v>
                </c:pt>
                <c:pt idx="4187">
                  <c:v>38735</c:v>
                </c:pt>
                <c:pt idx="4188">
                  <c:v>38736</c:v>
                </c:pt>
                <c:pt idx="4189">
                  <c:v>38737</c:v>
                </c:pt>
                <c:pt idx="4190">
                  <c:v>38740</c:v>
                </c:pt>
                <c:pt idx="4191">
                  <c:v>38741</c:v>
                </c:pt>
                <c:pt idx="4192">
                  <c:v>38742</c:v>
                </c:pt>
                <c:pt idx="4193">
                  <c:v>38743</c:v>
                </c:pt>
                <c:pt idx="4194">
                  <c:v>38744</c:v>
                </c:pt>
                <c:pt idx="4195">
                  <c:v>38747</c:v>
                </c:pt>
                <c:pt idx="4196">
                  <c:v>38748</c:v>
                </c:pt>
                <c:pt idx="4197">
                  <c:v>38749</c:v>
                </c:pt>
                <c:pt idx="4198">
                  <c:v>38750</c:v>
                </c:pt>
                <c:pt idx="4199">
                  <c:v>38751</c:v>
                </c:pt>
                <c:pt idx="4200">
                  <c:v>38754</c:v>
                </c:pt>
                <c:pt idx="4201">
                  <c:v>38755</c:v>
                </c:pt>
                <c:pt idx="4202">
                  <c:v>38756</c:v>
                </c:pt>
                <c:pt idx="4203">
                  <c:v>38757</c:v>
                </c:pt>
                <c:pt idx="4204">
                  <c:v>38758</c:v>
                </c:pt>
                <c:pt idx="4205">
                  <c:v>38761</c:v>
                </c:pt>
                <c:pt idx="4206">
                  <c:v>38762</c:v>
                </c:pt>
                <c:pt idx="4207">
                  <c:v>38763</c:v>
                </c:pt>
                <c:pt idx="4208">
                  <c:v>38764</c:v>
                </c:pt>
                <c:pt idx="4209">
                  <c:v>38765</c:v>
                </c:pt>
                <c:pt idx="4210">
                  <c:v>38768</c:v>
                </c:pt>
                <c:pt idx="4211">
                  <c:v>38769</c:v>
                </c:pt>
                <c:pt idx="4212">
                  <c:v>38770</c:v>
                </c:pt>
                <c:pt idx="4213">
                  <c:v>38771</c:v>
                </c:pt>
                <c:pt idx="4214">
                  <c:v>38772</c:v>
                </c:pt>
                <c:pt idx="4215">
                  <c:v>38775</c:v>
                </c:pt>
                <c:pt idx="4216">
                  <c:v>38776</c:v>
                </c:pt>
                <c:pt idx="4217">
                  <c:v>38777</c:v>
                </c:pt>
                <c:pt idx="4218">
                  <c:v>38778</c:v>
                </c:pt>
                <c:pt idx="4219">
                  <c:v>38779</c:v>
                </c:pt>
                <c:pt idx="4220">
                  <c:v>38782</c:v>
                </c:pt>
                <c:pt idx="4221">
                  <c:v>38783</c:v>
                </c:pt>
                <c:pt idx="4222">
                  <c:v>38784</c:v>
                </c:pt>
                <c:pt idx="4223">
                  <c:v>38785</c:v>
                </c:pt>
                <c:pt idx="4224">
                  <c:v>38786</c:v>
                </c:pt>
                <c:pt idx="4225">
                  <c:v>38789</c:v>
                </c:pt>
                <c:pt idx="4226">
                  <c:v>38790</c:v>
                </c:pt>
                <c:pt idx="4227">
                  <c:v>38791</c:v>
                </c:pt>
                <c:pt idx="4228">
                  <c:v>38792</c:v>
                </c:pt>
                <c:pt idx="4229">
                  <c:v>38793</c:v>
                </c:pt>
                <c:pt idx="4230">
                  <c:v>38796</c:v>
                </c:pt>
                <c:pt idx="4231">
                  <c:v>38797</c:v>
                </c:pt>
                <c:pt idx="4232">
                  <c:v>38798</c:v>
                </c:pt>
                <c:pt idx="4233">
                  <c:v>38799</c:v>
                </c:pt>
                <c:pt idx="4234">
                  <c:v>38800</c:v>
                </c:pt>
                <c:pt idx="4235">
                  <c:v>38803</c:v>
                </c:pt>
                <c:pt idx="4236">
                  <c:v>38804</c:v>
                </c:pt>
                <c:pt idx="4237">
                  <c:v>38805</c:v>
                </c:pt>
                <c:pt idx="4238">
                  <c:v>38806</c:v>
                </c:pt>
                <c:pt idx="4239">
                  <c:v>38807</c:v>
                </c:pt>
                <c:pt idx="4240">
                  <c:v>38810</c:v>
                </c:pt>
                <c:pt idx="4241">
                  <c:v>38811</c:v>
                </c:pt>
                <c:pt idx="4242">
                  <c:v>38812</c:v>
                </c:pt>
                <c:pt idx="4243">
                  <c:v>38813</c:v>
                </c:pt>
                <c:pt idx="4244">
                  <c:v>38814</c:v>
                </c:pt>
                <c:pt idx="4245">
                  <c:v>38817</c:v>
                </c:pt>
                <c:pt idx="4246">
                  <c:v>38818</c:v>
                </c:pt>
                <c:pt idx="4247">
                  <c:v>38819</c:v>
                </c:pt>
                <c:pt idx="4248">
                  <c:v>38820</c:v>
                </c:pt>
                <c:pt idx="4249">
                  <c:v>38821</c:v>
                </c:pt>
                <c:pt idx="4250">
                  <c:v>38824</c:v>
                </c:pt>
                <c:pt idx="4251">
                  <c:v>38825</c:v>
                </c:pt>
                <c:pt idx="4252">
                  <c:v>38826</c:v>
                </c:pt>
                <c:pt idx="4253">
                  <c:v>38827</c:v>
                </c:pt>
                <c:pt idx="4254">
                  <c:v>38828</c:v>
                </c:pt>
                <c:pt idx="4255">
                  <c:v>38831</c:v>
                </c:pt>
                <c:pt idx="4256">
                  <c:v>38832</c:v>
                </c:pt>
                <c:pt idx="4257">
                  <c:v>38833</c:v>
                </c:pt>
                <c:pt idx="4258">
                  <c:v>38834</c:v>
                </c:pt>
                <c:pt idx="4259">
                  <c:v>38835</c:v>
                </c:pt>
                <c:pt idx="4260">
                  <c:v>38838</c:v>
                </c:pt>
                <c:pt idx="4261">
                  <c:v>38839</c:v>
                </c:pt>
                <c:pt idx="4262">
                  <c:v>38840</c:v>
                </c:pt>
                <c:pt idx="4263">
                  <c:v>38841</c:v>
                </c:pt>
                <c:pt idx="4264">
                  <c:v>38842</c:v>
                </c:pt>
                <c:pt idx="4265">
                  <c:v>38845</c:v>
                </c:pt>
                <c:pt idx="4266">
                  <c:v>38846</c:v>
                </c:pt>
                <c:pt idx="4267">
                  <c:v>38847</c:v>
                </c:pt>
                <c:pt idx="4268">
                  <c:v>38848</c:v>
                </c:pt>
                <c:pt idx="4269">
                  <c:v>38849</c:v>
                </c:pt>
                <c:pt idx="4270">
                  <c:v>38852</c:v>
                </c:pt>
                <c:pt idx="4271">
                  <c:v>38853</c:v>
                </c:pt>
                <c:pt idx="4272">
                  <c:v>38854</c:v>
                </c:pt>
                <c:pt idx="4273">
                  <c:v>38855</c:v>
                </c:pt>
                <c:pt idx="4274">
                  <c:v>38856</c:v>
                </c:pt>
                <c:pt idx="4275">
                  <c:v>38859</c:v>
                </c:pt>
                <c:pt idx="4276">
                  <c:v>38860</c:v>
                </c:pt>
                <c:pt idx="4277">
                  <c:v>38861</c:v>
                </c:pt>
                <c:pt idx="4278">
                  <c:v>38862</c:v>
                </c:pt>
                <c:pt idx="4279">
                  <c:v>38863</c:v>
                </c:pt>
                <c:pt idx="4280">
                  <c:v>38866</c:v>
                </c:pt>
                <c:pt idx="4281">
                  <c:v>38867</c:v>
                </c:pt>
                <c:pt idx="4282">
                  <c:v>38868</c:v>
                </c:pt>
                <c:pt idx="4283">
                  <c:v>38869</c:v>
                </c:pt>
                <c:pt idx="4284">
                  <c:v>38870</c:v>
                </c:pt>
                <c:pt idx="4285">
                  <c:v>38873</c:v>
                </c:pt>
                <c:pt idx="4286">
                  <c:v>38874</c:v>
                </c:pt>
                <c:pt idx="4287">
                  <c:v>38875</c:v>
                </c:pt>
                <c:pt idx="4288">
                  <c:v>38876</c:v>
                </c:pt>
                <c:pt idx="4289">
                  <c:v>38877</c:v>
                </c:pt>
                <c:pt idx="4290">
                  <c:v>38880</c:v>
                </c:pt>
                <c:pt idx="4291">
                  <c:v>38881</c:v>
                </c:pt>
                <c:pt idx="4292">
                  <c:v>38882</c:v>
                </c:pt>
                <c:pt idx="4293">
                  <c:v>38883</c:v>
                </c:pt>
                <c:pt idx="4294">
                  <c:v>38884</c:v>
                </c:pt>
                <c:pt idx="4295">
                  <c:v>38887</c:v>
                </c:pt>
                <c:pt idx="4296">
                  <c:v>38888</c:v>
                </c:pt>
                <c:pt idx="4297">
                  <c:v>38889</c:v>
                </c:pt>
                <c:pt idx="4298">
                  <c:v>38890</c:v>
                </c:pt>
                <c:pt idx="4299">
                  <c:v>38891</c:v>
                </c:pt>
                <c:pt idx="4300">
                  <c:v>38894</c:v>
                </c:pt>
                <c:pt idx="4301">
                  <c:v>38895</c:v>
                </c:pt>
                <c:pt idx="4302">
                  <c:v>38896</c:v>
                </c:pt>
                <c:pt idx="4303">
                  <c:v>38897</c:v>
                </c:pt>
                <c:pt idx="4304">
                  <c:v>38898</c:v>
                </c:pt>
                <c:pt idx="4305">
                  <c:v>38901</c:v>
                </c:pt>
                <c:pt idx="4306">
                  <c:v>38902</c:v>
                </c:pt>
                <c:pt idx="4307">
                  <c:v>38903</c:v>
                </c:pt>
                <c:pt idx="4308">
                  <c:v>38904</c:v>
                </c:pt>
                <c:pt idx="4309">
                  <c:v>38905</c:v>
                </c:pt>
                <c:pt idx="4310">
                  <c:v>38908</c:v>
                </c:pt>
                <c:pt idx="4311">
                  <c:v>38909</c:v>
                </c:pt>
                <c:pt idx="4312">
                  <c:v>38910</c:v>
                </c:pt>
                <c:pt idx="4313">
                  <c:v>38911</c:v>
                </c:pt>
                <c:pt idx="4314">
                  <c:v>38912</c:v>
                </c:pt>
                <c:pt idx="4315">
                  <c:v>38915</c:v>
                </c:pt>
                <c:pt idx="4316">
                  <c:v>38916</c:v>
                </c:pt>
                <c:pt idx="4317">
                  <c:v>38917</c:v>
                </c:pt>
                <c:pt idx="4318">
                  <c:v>38918</c:v>
                </c:pt>
                <c:pt idx="4319">
                  <c:v>38919</c:v>
                </c:pt>
                <c:pt idx="4320">
                  <c:v>38922</c:v>
                </c:pt>
                <c:pt idx="4321">
                  <c:v>38923</c:v>
                </c:pt>
                <c:pt idx="4322">
                  <c:v>38924</c:v>
                </c:pt>
                <c:pt idx="4323">
                  <c:v>38925</c:v>
                </c:pt>
                <c:pt idx="4324">
                  <c:v>38926</c:v>
                </c:pt>
                <c:pt idx="4325">
                  <c:v>38929</c:v>
                </c:pt>
                <c:pt idx="4326">
                  <c:v>38930</c:v>
                </c:pt>
                <c:pt idx="4327">
                  <c:v>38931</c:v>
                </c:pt>
                <c:pt idx="4328">
                  <c:v>38932</c:v>
                </c:pt>
                <c:pt idx="4329">
                  <c:v>38933</c:v>
                </c:pt>
                <c:pt idx="4330">
                  <c:v>38936</c:v>
                </c:pt>
                <c:pt idx="4331">
                  <c:v>38937</c:v>
                </c:pt>
                <c:pt idx="4332">
                  <c:v>38938</c:v>
                </c:pt>
                <c:pt idx="4333">
                  <c:v>38939</c:v>
                </c:pt>
                <c:pt idx="4334">
                  <c:v>38940</c:v>
                </c:pt>
                <c:pt idx="4335">
                  <c:v>38943</c:v>
                </c:pt>
                <c:pt idx="4336">
                  <c:v>38944</c:v>
                </c:pt>
                <c:pt idx="4337">
                  <c:v>38945</c:v>
                </c:pt>
                <c:pt idx="4338">
                  <c:v>38946</c:v>
                </c:pt>
                <c:pt idx="4339">
                  <c:v>38947</c:v>
                </c:pt>
                <c:pt idx="4340">
                  <c:v>38950</c:v>
                </c:pt>
                <c:pt idx="4341">
                  <c:v>38951</c:v>
                </c:pt>
                <c:pt idx="4342">
                  <c:v>38952</c:v>
                </c:pt>
                <c:pt idx="4343">
                  <c:v>38953</c:v>
                </c:pt>
                <c:pt idx="4344">
                  <c:v>38954</c:v>
                </c:pt>
                <c:pt idx="4345">
                  <c:v>38957</c:v>
                </c:pt>
                <c:pt idx="4346">
                  <c:v>38958</c:v>
                </c:pt>
                <c:pt idx="4347">
                  <c:v>38959</c:v>
                </c:pt>
                <c:pt idx="4348">
                  <c:v>38960</c:v>
                </c:pt>
                <c:pt idx="4349">
                  <c:v>38961</c:v>
                </c:pt>
                <c:pt idx="4350">
                  <c:v>38964</c:v>
                </c:pt>
                <c:pt idx="4351">
                  <c:v>38965</c:v>
                </c:pt>
                <c:pt idx="4352">
                  <c:v>38966</c:v>
                </c:pt>
                <c:pt idx="4353">
                  <c:v>38967</c:v>
                </c:pt>
                <c:pt idx="4354">
                  <c:v>38968</c:v>
                </c:pt>
                <c:pt idx="4355">
                  <c:v>38971</c:v>
                </c:pt>
                <c:pt idx="4356">
                  <c:v>38972</c:v>
                </c:pt>
                <c:pt idx="4357">
                  <c:v>38973</c:v>
                </c:pt>
                <c:pt idx="4358">
                  <c:v>38974</c:v>
                </c:pt>
                <c:pt idx="4359">
                  <c:v>38975</c:v>
                </c:pt>
                <c:pt idx="4360">
                  <c:v>38978</c:v>
                </c:pt>
                <c:pt idx="4361">
                  <c:v>38979</c:v>
                </c:pt>
                <c:pt idx="4362">
                  <c:v>38980</c:v>
                </c:pt>
                <c:pt idx="4363">
                  <c:v>38981</c:v>
                </c:pt>
                <c:pt idx="4364">
                  <c:v>38982</c:v>
                </c:pt>
                <c:pt idx="4365">
                  <c:v>38985</c:v>
                </c:pt>
                <c:pt idx="4366">
                  <c:v>38986</c:v>
                </c:pt>
                <c:pt idx="4367">
                  <c:v>38987</c:v>
                </c:pt>
                <c:pt idx="4368">
                  <c:v>38988</c:v>
                </c:pt>
                <c:pt idx="4369">
                  <c:v>38989</c:v>
                </c:pt>
                <c:pt idx="4370">
                  <c:v>38992</c:v>
                </c:pt>
                <c:pt idx="4371">
                  <c:v>38993</c:v>
                </c:pt>
                <c:pt idx="4372">
                  <c:v>38994</c:v>
                </c:pt>
                <c:pt idx="4373">
                  <c:v>38995</c:v>
                </c:pt>
                <c:pt idx="4374">
                  <c:v>38996</c:v>
                </c:pt>
                <c:pt idx="4375">
                  <c:v>38999</c:v>
                </c:pt>
                <c:pt idx="4376">
                  <c:v>39000</c:v>
                </c:pt>
                <c:pt idx="4377">
                  <c:v>39001</c:v>
                </c:pt>
                <c:pt idx="4378">
                  <c:v>39002</c:v>
                </c:pt>
                <c:pt idx="4379">
                  <c:v>39003</c:v>
                </c:pt>
                <c:pt idx="4380">
                  <c:v>39006</c:v>
                </c:pt>
                <c:pt idx="4381">
                  <c:v>39007</c:v>
                </c:pt>
                <c:pt idx="4382">
                  <c:v>39008</c:v>
                </c:pt>
                <c:pt idx="4383">
                  <c:v>39009</c:v>
                </c:pt>
                <c:pt idx="4384">
                  <c:v>39010</c:v>
                </c:pt>
                <c:pt idx="4385">
                  <c:v>39013</c:v>
                </c:pt>
                <c:pt idx="4386">
                  <c:v>39014</c:v>
                </c:pt>
                <c:pt idx="4387">
                  <c:v>39015</c:v>
                </c:pt>
                <c:pt idx="4388">
                  <c:v>39016</c:v>
                </c:pt>
                <c:pt idx="4389">
                  <c:v>39017</c:v>
                </c:pt>
                <c:pt idx="4390">
                  <c:v>39020</c:v>
                </c:pt>
                <c:pt idx="4391">
                  <c:v>39021</c:v>
                </c:pt>
                <c:pt idx="4392">
                  <c:v>39022</c:v>
                </c:pt>
                <c:pt idx="4393">
                  <c:v>39023</c:v>
                </c:pt>
                <c:pt idx="4394">
                  <c:v>39024</c:v>
                </c:pt>
                <c:pt idx="4395">
                  <c:v>39027</c:v>
                </c:pt>
                <c:pt idx="4396">
                  <c:v>39028</c:v>
                </c:pt>
                <c:pt idx="4397">
                  <c:v>39029</c:v>
                </c:pt>
                <c:pt idx="4398">
                  <c:v>39030</c:v>
                </c:pt>
                <c:pt idx="4399">
                  <c:v>39031</c:v>
                </c:pt>
                <c:pt idx="4400">
                  <c:v>39034</c:v>
                </c:pt>
                <c:pt idx="4401">
                  <c:v>39035</c:v>
                </c:pt>
                <c:pt idx="4402">
                  <c:v>39036</c:v>
                </c:pt>
                <c:pt idx="4403">
                  <c:v>39037</c:v>
                </c:pt>
                <c:pt idx="4404">
                  <c:v>39038</c:v>
                </c:pt>
                <c:pt idx="4405">
                  <c:v>39041</c:v>
                </c:pt>
                <c:pt idx="4406">
                  <c:v>39042</c:v>
                </c:pt>
                <c:pt idx="4407">
                  <c:v>39043</c:v>
                </c:pt>
                <c:pt idx="4408">
                  <c:v>39044</c:v>
                </c:pt>
                <c:pt idx="4409">
                  <c:v>39045</c:v>
                </c:pt>
                <c:pt idx="4410">
                  <c:v>39048</c:v>
                </c:pt>
                <c:pt idx="4411">
                  <c:v>39049</c:v>
                </c:pt>
                <c:pt idx="4412">
                  <c:v>39050</c:v>
                </c:pt>
                <c:pt idx="4413">
                  <c:v>39051</c:v>
                </c:pt>
                <c:pt idx="4414">
                  <c:v>39052</c:v>
                </c:pt>
                <c:pt idx="4415">
                  <c:v>39055</c:v>
                </c:pt>
                <c:pt idx="4416">
                  <c:v>39056</c:v>
                </c:pt>
                <c:pt idx="4417">
                  <c:v>39057</c:v>
                </c:pt>
                <c:pt idx="4418">
                  <c:v>39058</c:v>
                </c:pt>
                <c:pt idx="4419">
                  <c:v>39059</c:v>
                </c:pt>
                <c:pt idx="4420">
                  <c:v>39062</c:v>
                </c:pt>
                <c:pt idx="4421">
                  <c:v>39063</c:v>
                </c:pt>
                <c:pt idx="4422">
                  <c:v>39064</c:v>
                </c:pt>
                <c:pt idx="4423">
                  <c:v>39065</c:v>
                </c:pt>
                <c:pt idx="4424">
                  <c:v>39066</c:v>
                </c:pt>
                <c:pt idx="4425">
                  <c:v>39069</c:v>
                </c:pt>
                <c:pt idx="4426">
                  <c:v>39070</c:v>
                </c:pt>
                <c:pt idx="4427">
                  <c:v>39071</c:v>
                </c:pt>
                <c:pt idx="4428">
                  <c:v>39072</c:v>
                </c:pt>
                <c:pt idx="4429">
                  <c:v>39073</c:v>
                </c:pt>
                <c:pt idx="4430">
                  <c:v>39076</c:v>
                </c:pt>
                <c:pt idx="4431">
                  <c:v>39077</c:v>
                </c:pt>
                <c:pt idx="4432">
                  <c:v>39078</c:v>
                </c:pt>
                <c:pt idx="4433">
                  <c:v>39079</c:v>
                </c:pt>
                <c:pt idx="4434">
                  <c:v>39080</c:v>
                </c:pt>
                <c:pt idx="4435">
                  <c:v>39083</c:v>
                </c:pt>
                <c:pt idx="4436">
                  <c:v>39084</c:v>
                </c:pt>
                <c:pt idx="4437">
                  <c:v>39085</c:v>
                </c:pt>
                <c:pt idx="4438">
                  <c:v>39086</c:v>
                </c:pt>
                <c:pt idx="4439">
                  <c:v>39087</c:v>
                </c:pt>
                <c:pt idx="4440">
                  <c:v>39090</c:v>
                </c:pt>
                <c:pt idx="4441">
                  <c:v>39091</c:v>
                </c:pt>
                <c:pt idx="4442">
                  <c:v>39092</c:v>
                </c:pt>
                <c:pt idx="4443">
                  <c:v>39093</c:v>
                </c:pt>
                <c:pt idx="4444">
                  <c:v>39094</c:v>
                </c:pt>
                <c:pt idx="4445">
                  <c:v>39097</c:v>
                </c:pt>
                <c:pt idx="4446">
                  <c:v>39098</c:v>
                </c:pt>
                <c:pt idx="4447">
                  <c:v>39099</c:v>
                </c:pt>
                <c:pt idx="4448">
                  <c:v>39100</c:v>
                </c:pt>
                <c:pt idx="4449">
                  <c:v>39101</c:v>
                </c:pt>
                <c:pt idx="4450">
                  <c:v>39104</c:v>
                </c:pt>
                <c:pt idx="4451">
                  <c:v>39105</c:v>
                </c:pt>
                <c:pt idx="4452">
                  <c:v>39106</c:v>
                </c:pt>
                <c:pt idx="4453">
                  <c:v>39107</c:v>
                </c:pt>
                <c:pt idx="4454">
                  <c:v>39108</c:v>
                </c:pt>
                <c:pt idx="4455">
                  <c:v>39111</c:v>
                </c:pt>
                <c:pt idx="4456">
                  <c:v>39112</c:v>
                </c:pt>
                <c:pt idx="4457">
                  <c:v>39113</c:v>
                </c:pt>
                <c:pt idx="4458">
                  <c:v>39114</c:v>
                </c:pt>
                <c:pt idx="4459">
                  <c:v>39115</c:v>
                </c:pt>
                <c:pt idx="4460">
                  <c:v>39118</c:v>
                </c:pt>
                <c:pt idx="4461">
                  <c:v>39119</c:v>
                </c:pt>
                <c:pt idx="4462">
                  <c:v>39120</c:v>
                </c:pt>
                <c:pt idx="4463">
                  <c:v>39121</c:v>
                </c:pt>
                <c:pt idx="4464">
                  <c:v>39122</c:v>
                </c:pt>
                <c:pt idx="4465">
                  <c:v>39125</c:v>
                </c:pt>
                <c:pt idx="4466">
                  <c:v>39126</c:v>
                </c:pt>
                <c:pt idx="4467">
                  <c:v>39127</c:v>
                </c:pt>
                <c:pt idx="4468">
                  <c:v>39128</c:v>
                </c:pt>
                <c:pt idx="4469">
                  <c:v>39129</c:v>
                </c:pt>
                <c:pt idx="4470">
                  <c:v>39132</c:v>
                </c:pt>
                <c:pt idx="4471">
                  <c:v>39133</c:v>
                </c:pt>
                <c:pt idx="4472">
                  <c:v>39134</c:v>
                </c:pt>
                <c:pt idx="4473">
                  <c:v>39135</c:v>
                </c:pt>
                <c:pt idx="4474">
                  <c:v>39136</c:v>
                </c:pt>
                <c:pt idx="4475">
                  <c:v>39139</c:v>
                </c:pt>
                <c:pt idx="4476">
                  <c:v>39140</c:v>
                </c:pt>
                <c:pt idx="4477">
                  <c:v>39141</c:v>
                </c:pt>
                <c:pt idx="4478">
                  <c:v>39142</c:v>
                </c:pt>
                <c:pt idx="4479">
                  <c:v>39143</c:v>
                </c:pt>
                <c:pt idx="4480">
                  <c:v>39146</c:v>
                </c:pt>
                <c:pt idx="4481">
                  <c:v>39147</c:v>
                </c:pt>
                <c:pt idx="4482">
                  <c:v>39148</c:v>
                </c:pt>
                <c:pt idx="4483">
                  <c:v>39149</c:v>
                </c:pt>
                <c:pt idx="4484">
                  <c:v>39150</c:v>
                </c:pt>
                <c:pt idx="4485">
                  <c:v>39153</c:v>
                </c:pt>
                <c:pt idx="4486">
                  <c:v>39154</c:v>
                </c:pt>
                <c:pt idx="4487">
                  <c:v>39155</c:v>
                </c:pt>
                <c:pt idx="4488">
                  <c:v>39156</c:v>
                </c:pt>
                <c:pt idx="4489">
                  <c:v>39157</c:v>
                </c:pt>
                <c:pt idx="4490">
                  <c:v>39160</c:v>
                </c:pt>
                <c:pt idx="4491">
                  <c:v>39161</c:v>
                </c:pt>
                <c:pt idx="4492">
                  <c:v>39162</c:v>
                </c:pt>
                <c:pt idx="4493">
                  <c:v>39163</c:v>
                </c:pt>
                <c:pt idx="4494">
                  <c:v>39164</c:v>
                </c:pt>
                <c:pt idx="4495">
                  <c:v>39167</c:v>
                </c:pt>
                <c:pt idx="4496">
                  <c:v>39168</c:v>
                </c:pt>
                <c:pt idx="4497">
                  <c:v>39169</c:v>
                </c:pt>
                <c:pt idx="4498">
                  <c:v>39170</c:v>
                </c:pt>
                <c:pt idx="4499">
                  <c:v>39171</c:v>
                </c:pt>
                <c:pt idx="4500">
                  <c:v>39174</c:v>
                </c:pt>
                <c:pt idx="4501">
                  <c:v>39175</c:v>
                </c:pt>
                <c:pt idx="4502">
                  <c:v>39176</c:v>
                </c:pt>
                <c:pt idx="4503">
                  <c:v>39177</c:v>
                </c:pt>
                <c:pt idx="4504">
                  <c:v>39178</c:v>
                </c:pt>
                <c:pt idx="4505">
                  <c:v>39181</c:v>
                </c:pt>
                <c:pt idx="4506">
                  <c:v>39182</c:v>
                </c:pt>
                <c:pt idx="4507">
                  <c:v>39183</c:v>
                </c:pt>
                <c:pt idx="4508">
                  <c:v>39184</c:v>
                </c:pt>
                <c:pt idx="4509">
                  <c:v>39185</c:v>
                </c:pt>
                <c:pt idx="4510">
                  <c:v>39188</c:v>
                </c:pt>
                <c:pt idx="4511">
                  <c:v>39189</c:v>
                </c:pt>
                <c:pt idx="4512">
                  <c:v>39190</c:v>
                </c:pt>
                <c:pt idx="4513">
                  <c:v>39191</c:v>
                </c:pt>
                <c:pt idx="4514">
                  <c:v>39192</c:v>
                </c:pt>
                <c:pt idx="4515">
                  <c:v>39195</c:v>
                </c:pt>
                <c:pt idx="4516">
                  <c:v>39196</c:v>
                </c:pt>
                <c:pt idx="4517">
                  <c:v>39197</c:v>
                </c:pt>
                <c:pt idx="4518">
                  <c:v>39198</c:v>
                </c:pt>
                <c:pt idx="4519">
                  <c:v>39199</c:v>
                </c:pt>
                <c:pt idx="4520">
                  <c:v>39202</c:v>
                </c:pt>
                <c:pt idx="4521">
                  <c:v>39203</c:v>
                </c:pt>
                <c:pt idx="4522">
                  <c:v>39204</c:v>
                </c:pt>
                <c:pt idx="4523">
                  <c:v>39205</c:v>
                </c:pt>
                <c:pt idx="4524">
                  <c:v>39206</c:v>
                </c:pt>
                <c:pt idx="4525">
                  <c:v>39209</c:v>
                </c:pt>
                <c:pt idx="4526">
                  <c:v>39210</c:v>
                </c:pt>
                <c:pt idx="4527">
                  <c:v>39211</c:v>
                </c:pt>
                <c:pt idx="4528">
                  <c:v>39212</c:v>
                </c:pt>
                <c:pt idx="4529">
                  <c:v>39213</c:v>
                </c:pt>
                <c:pt idx="4530">
                  <c:v>39216</c:v>
                </c:pt>
                <c:pt idx="4531">
                  <c:v>39217</c:v>
                </c:pt>
                <c:pt idx="4532">
                  <c:v>39218</c:v>
                </c:pt>
                <c:pt idx="4533">
                  <c:v>39219</c:v>
                </c:pt>
                <c:pt idx="4534">
                  <c:v>39220</c:v>
                </c:pt>
                <c:pt idx="4535">
                  <c:v>39223</c:v>
                </c:pt>
                <c:pt idx="4536">
                  <c:v>39224</c:v>
                </c:pt>
                <c:pt idx="4537">
                  <c:v>39225</c:v>
                </c:pt>
                <c:pt idx="4538">
                  <c:v>39226</c:v>
                </c:pt>
                <c:pt idx="4539">
                  <c:v>39227</c:v>
                </c:pt>
                <c:pt idx="4540">
                  <c:v>39230</c:v>
                </c:pt>
                <c:pt idx="4541">
                  <c:v>39231</c:v>
                </c:pt>
                <c:pt idx="4542">
                  <c:v>39232</c:v>
                </c:pt>
                <c:pt idx="4543">
                  <c:v>39233</c:v>
                </c:pt>
                <c:pt idx="4544">
                  <c:v>39234</c:v>
                </c:pt>
                <c:pt idx="4545">
                  <c:v>39237</c:v>
                </c:pt>
                <c:pt idx="4546">
                  <c:v>39238</c:v>
                </c:pt>
                <c:pt idx="4547">
                  <c:v>39239</c:v>
                </c:pt>
                <c:pt idx="4548">
                  <c:v>39240</c:v>
                </c:pt>
                <c:pt idx="4549">
                  <c:v>39241</c:v>
                </c:pt>
                <c:pt idx="4550">
                  <c:v>39244</c:v>
                </c:pt>
                <c:pt idx="4551">
                  <c:v>39245</c:v>
                </c:pt>
                <c:pt idx="4552">
                  <c:v>39246</c:v>
                </c:pt>
                <c:pt idx="4553">
                  <c:v>39247</c:v>
                </c:pt>
                <c:pt idx="4554">
                  <c:v>39248</c:v>
                </c:pt>
                <c:pt idx="4555">
                  <c:v>39251</c:v>
                </c:pt>
                <c:pt idx="4556">
                  <c:v>39252</c:v>
                </c:pt>
                <c:pt idx="4557">
                  <c:v>39253</c:v>
                </c:pt>
                <c:pt idx="4558">
                  <c:v>39254</c:v>
                </c:pt>
                <c:pt idx="4559">
                  <c:v>39255</c:v>
                </c:pt>
                <c:pt idx="4560">
                  <c:v>39258</c:v>
                </c:pt>
                <c:pt idx="4561">
                  <c:v>39259</c:v>
                </c:pt>
                <c:pt idx="4562">
                  <c:v>39260</c:v>
                </c:pt>
                <c:pt idx="4563">
                  <c:v>39261</c:v>
                </c:pt>
                <c:pt idx="4564">
                  <c:v>39262</c:v>
                </c:pt>
                <c:pt idx="4565">
                  <c:v>39265</c:v>
                </c:pt>
                <c:pt idx="4566">
                  <c:v>39266</c:v>
                </c:pt>
                <c:pt idx="4567">
                  <c:v>39267</c:v>
                </c:pt>
                <c:pt idx="4568">
                  <c:v>39268</c:v>
                </c:pt>
                <c:pt idx="4569">
                  <c:v>39269</c:v>
                </c:pt>
                <c:pt idx="4570">
                  <c:v>39272</c:v>
                </c:pt>
                <c:pt idx="4571">
                  <c:v>39273</c:v>
                </c:pt>
                <c:pt idx="4572">
                  <c:v>39274</c:v>
                </c:pt>
                <c:pt idx="4573">
                  <c:v>39275</c:v>
                </c:pt>
                <c:pt idx="4574">
                  <c:v>39276</c:v>
                </c:pt>
                <c:pt idx="4575">
                  <c:v>39279</c:v>
                </c:pt>
                <c:pt idx="4576">
                  <c:v>39280</c:v>
                </c:pt>
                <c:pt idx="4577">
                  <c:v>39281</c:v>
                </c:pt>
                <c:pt idx="4578">
                  <c:v>39282</c:v>
                </c:pt>
                <c:pt idx="4579">
                  <c:v>39283</c:v>
                </c:pt>
                <c:pt idx="4580">
                  <c:v>39286</c:v>
                </c:pt>
                <c:pt idx="4581">
                  <c:v>39287</c:v>
                </c:pt>
                <c:pt idx="4582">
                  <c:v>39288</c:v>
                </c:pt>
                <c:pt idx="4583">
                  <c:v>39289</c:v>
                </c:pt>
                <c:pt idx="4584">
                  <c:v>39290</c:v>
                </c:pt>
                <c:pt idx="4585">
                  <c:v>39293</c:v>
                </c:pt>
                <c:pt idx="4586">
                  <c:v>39294</c:v>
                </c:pt>
                <c:pt idx="4587">
                  <c:v>39295</c:v>
                </c:pt>
                <c:pt idx="4588">
                  <c:v>39296</c:v>
                </c:pt>
                <c:pt idx="4589">
                  <c:v>39297</c:v>
                </c:pt>
                <c:pt idx="4590">
                  <c:v>39300</c:v>
                </c:pt>
                <c:pt idx="4591">
                  <c:v>39301</c:v>
                </c:pt>
                <c:pt idx="4592">
                  <c:v>39302</c:v>
                </c:pt>
                <c:pt idx="4593">
                  <c:v>39303</c:v>
                </c:pt>
                <c:pt idx="4594">
                  <c:v>39304</c:v>
                </c:pt>
                <c:pt idx="4595">
                  <c:v>39307</c:v>
                </c:pt>
                <c:pt idx="4596">
                  <c:v>39308</c:v>
                </c:pt>
                <c:pt idx="4597">
                  <c:v>39309</c:v>
                </c:pt>
                <c:pt idx="4598">
                  <c:v>39310</c:v>
                </c:pt>
                <c:pt idx="4599">
                  <c:v>39311</c:v>
                </c:pt>
                <c:pt idx="4600">
                  <c:v>39314</c:v>
                </c:pt>
                <c:pt idx="4601">
                  <c:v>39315</c:v>
                </c:pt>
                <c:pt idx="4602">
                  <c:v>39316</c:v>
                </c:pt>
                <c:pt idx="4603">
                  <c:v>39317</c:v>
                </c:pt>
                <c:pt idx="4604">
                  <c:v>39318</c:v>
                </c:pt>
                <c:pt idx="4605">
                  <c:v>39321</c:v>
                </c:pt>
                <c:pt idx="4606">
                  <c:v>39322</c:v>
                </c:pt>
                <c:pt idx="4607">
                  <c:v>39323</c:v>
                </c:pt>
                <c:pt idx="4608">
                  <c:v>39324</c:v>
                </c:pt>
                <c:pt idx="4609">
                  <c:v>39325</c:v>
                </c:pt>
                <c:pt idx="4610">
                  <c:v>39328</c:v>
                </c:pt>
                <c:pt idx="4611">
                  <c:v>39329</c:v>
                </c:pt>
                <c:pt idx="4612">
                  <c:v>39330</c:v>
                </c:pt>
                <c:pt idx="4613">
                  <c:v>39331</c:v>
                </c:pt>
                <c:pt idx="4614">
                  <c:v>39332</c:v>
                </c:pt>
                <c:pt idx="4615">
                  <c:v>39335</c:v>
                </c:pt>
                <c:pt idx="4616">
                  <c:v>39336</c:v>
                </c:pt>
                <c:pt idx="4617">
                  <c:v>39337</c:v>
                </c:pt>
                <c:pt idx="4618">
                  <c:v>39338</c:v>
                </c:pt>
                <c:pt idx="4619">
                  <c:v>39339</c:v>
                </c:pt>
                <c:pt idx="4620">
                  <c:v>39342</c:v>
                </c:pt>
                <c:pt idx="4621">
                  <c:v>39343</c:v>
                </c:pt>
                <c:pt idx="4622">
                  <c:v>39344</c:v>
                </c:pt>
                <c:pt idx="4623">
                  <c:v>39345</c:v>
                </c:pt>
                <c:pt idx="4624">
                  <c:v>39346</c:v>
                </c:pt>
                <c:pt idx="4625">
                  <c:v>39349</c:v>
                </c:pt>
                <c:pt idx="4626">
                  <c:v>39350</c:v>
                </c:pt>
                <c:pt idx="4627">
                  <c:v>39351</c:v>
                </c:pt>
                <c:pt idx="4628">
                  <c:v>39352</c:v>
                </c:pt>
                <c:pt idx="4629">
                  <c:v>39353</c:v>
                </c:pt>
                <c:pt idx="4630">
                  <c:v>39356</c:v>
                </c:pt>
                <c:pt idx="4631">
                  <c:v>39357</c:v>
                </c:pt>
                <c:pt idx="4632">
                  <c:v>39358</c:v>
                </c:pt>
                <c:pt idx="4633">
                  <c:v>39359</c:v>
                </c:pt>
                <c:pt idx="4634">
                  <c:v>39360</c:v>
                </c:pt>
                <c:pt idx="4635">
                  <c:v>39363</c:v>
                </c:pt>
                <c:pt idx="4636">
                  <c:v>39364</c:v>
                </c:pt>
                <c:pt idx="4637">
                  <c:v>39365</c:v>
                </c:pt>
                <c:pt idx="4638">
                  <c:v>39366</c:v>
                </c:pt>
                <c:pt idx="4639">
                  <c:v>39367</c:v>
                </c:pt>
                <c:pt idx="4640">
                  <c:v>39370</c:v>
                </c:pt>
                <c:pt idx="4641">
                  <c:v>39371</c:v>
                </c:pt>
                <c:pt idx="4642">
                  <c:v>39372</c:v>
                </c:pt>
                <c:pt idx="4643">
                  <c:v>39373</c:v>
                </c:pt>
                <c:pt idx="4644">
                  <c:v>39374</c:v>
                </c:pt>
                <c:pt idx="4645">
                  <c:v>39377</c:v>
                </c:pt>
                <c:pt idx="4646">
                  <c:v>39378</c:v>
                </c:pt>
                <c:pt idx="4647">
                  <c:v>39379</c:v>
                </c:pt>
                <c:pt idx="4648">
                  <c:v>39380</c:v>
                </c:pt>
                <c:pt idx="4649">
                  <c:v>39381</c:v>
                </c:pt>
                <c:pt idx="4650">
                  <c:v>39384</c:v>
                </c:pt>
                <c:pt idx="4651">
                  <c:v>39385</c:v>
                </c:pt>
                <c:pt idx="4652">
                  <c:v>39386</c:v>
                </c:pt>
                <c:pt idx="4653">
                  <c:v>39387</c:v>
                </c:pt>
                <c:pt idx="4654">
                  <c:v>39388</c:v>
                </c:pt>
                <c:pt idx="4655">
                  <c:v>39391</c:v>
                </c:pt>
                <c:pt idx="4656">
                  <c:v>39392</c:v>
                </c:pt>
                <c:pt idx="4657">
                  <c:v>39393</c:v>
                </c:pt>
                <c:pt idx="4658">
                  <c:v>39394</c:v>
                </c:pt>
                <c:pt idx="4659">
                  <c:v>39395</c:v>
                </c:pt>
                <c:pt idx="4660">
                  <c:v>39398</c:v>
                </c:pt>
                <c:pt idx="4661">
                  <c:v>39399</c:v>
                </c:pt>
                <c:pt idx="4662">
                  <c:v>39400</c:v>
                </c:pt>
                <c:pt idx="4663">
                  <c:v>39401</c:v>
                </c:pt>
                <c:pt idx="4664">
                  <c:v>39402</c:v>
                </c:pt>
                <c:pt idx="4665">
                  <c:v>39405</c:v>
                </c:pt>
                <c:pt idx="4666">
                  <c:v>39406</c:v>
                </c:pt>
                <c:pt idx="4667">
                  <c:v>39407</c:v>
                </c:pt>
                <c:pt idx="4668">
                  <c:v>39408</c:v>
                </c:pt>
                <c:pt idx="4669">
                  <c:v>39409</c:v>
                </c:pt>
                <c:pt idx="4670">
                  <c:v>39412</c:v>
                </c:pt>
                <c:pt idx="4671">
                  <c:v>39413</c:v>
                </c:pt>
                <c:pt idx="4672">
                  <c:v>39414</c:v>
                </c:pt>
                <c:pt idx="4673">
                  <c:v>39415</c:v>
                </c:pt>
                <c:pt idx="4674">
                  <c:v>39416</c:v>
                </c:pt>
                <c:pt idx="4675">
                  <c:v>39419</c:v>
                </c:pt>
                <c:pt idx="4676">
                  <c:v>39420</c:v>
                </c:pt>
                <c:pt idx="4677">
                  <c:v>39421</c:v>
                </c:pt>
                <c:pt idx="4678">
                  <c:v>39422</c:v>
                </c:pt>
                <c:pt idx="4679">
                  <c:v>39423</c:v>
                </c:pt>
                <c:pt idx="4680">
                  <c:v>39426</c:v>
                </c:pt>
                <c:pt idx="4681">
                  <c:v>39427</c:v>
                </c:pt>
                <c:pt idx="4682">
                  <c:v>39428</c:v>
                </c:pt>
                <c:pt idx="4683">
                  <c:v>39429</c:v>
                </c:pt>
                <c:pt idx="4684">
                  <c:v>39430</c:v>
                </c:pt>
                <c:pt idx="4685">
                  <c:v>39433</c:v>
                </c:pt>
                <c:pt idx="4686">
                  <c:v>39434</c:v>
                </c:pt>
                <c:pt idx="4687">
                  <c:v>39435</c:v>
                </c:pt>
                <c:pt idx="4688">
                  <c:v>39436</c:v>
                </c:pt>
                <c:pt idx="4689">
                  <c:v>39437</c:v>
                </c:pt>
                <c:pt idx="4690">
                  <c:v>39440</c:v>
                </c:pt>
                <c:pt idx="4691">
                  <c:v>39441</c:v>
                </c:pt>
                <c:pt idx="4692">
                  <c:v>39442</c:v>
                </c:pt>
                <c:pt idx="4693">
                  <c:v>39443</c:v>
                </c:pt>
                <c:pt idx="4694">
                  <c:v>39444</c:v>
                </c:pt>
                <c:pt idx="4695">
                  <c:v>39447</c:v>
                </c:pt>
                <c:pt idx="4696">
                  <c:v>39448</c:v>
                </c:pt>
                <c:pt idx="4697">
                  <c:v>39449</c:v>
                </c:pt>
                <c:pt idx="4698">
                  <c:v>39450</c:v>
                </c:pt>
                <c:pt idx="4699">
                  <c:v>39451</c:v>
                </c:pt>
                <c:pt idx="4700">
                  <c:v>39454</c:v>
                </c:pt>
                <c:pt idx="4701">
                  <c:v>39455</c:v>
                </c:pt>
                <c:pt idx="4702">
                  <c:v>39456</c:v>
                </c:pt>
                <c:pt idx="4703">
                  <c:v>39457</c:v>
                </c:pt>
                <c:pt idx="4704">
                  <c:v>39458</c:v>
                </c:pt>
                <c:pt idx="4705">
                  <c:v>39461</c:v>
                </c:pt>
                <c:pt idx="4706">
                  <c:v>39462</c:v>
                </c:pt>
                <c:pt idx="4707">
                  <c:v>39463</c:v>
                </c:pt>
                <c:pt idx="4708">
                  <c:v>39464</c:v>
                </c:pt>
                <c:pt idx="4709">
                  <c:v>39465</c:v>
                </c:pt>
                <c:pt idx="4710">
                  <c:v>39468</c:v>
                </c:pt>
                <c:pt idx="4711">
                  <c:v>39469</c:v>
                </c:pt>
                <c:pt idx="4712">
                  <c:v>39470</c:v>
                </c:pt>
                <c:pt idx="4713">
                  <c:v>39471</c:v>
                </c:pt>
                <c:pt idx="4714">
                  <c:v>39472</c:v>
                </c:pt>
                <c:pt idx="4715">
                  <c:v>39475</c:v>
                </c:pt>
                <c:pt idx="4716">
                  <c:v>39476</c:v>
                </c:pt>
                <c:pt idx="4717">
                  <c:v>39477</c:v>
                </c:pt>
                <c:pt idx="4718">
                  <c:v>39478</c:v>
                </c:pt>
                <c:pt idx="4719">
                  <c:v>39479</c:v>
                </c:pt>
                <c:pt idx="4720">
                  <c:v>39482</c:v>
                </c:pt>
                <c:pt idx="4721">
                  <c:v>39483</c:v>
                </c:pt>
                <c:pt idx="4722">
                  <c:v>39484</c:v>
                </c:pt>
                <c:pt idx="4723">
                  <c:v>39485</c:v>
                </c:pt>
                <c:pt idx="4724">
                  <c:v>39486</c:v>
                </c:pt>
                <c:pt idx="4725">
                  <c:v>39489</c:v>
                </c:pt>
                <c:pt idx="4726">
                  <c:v>39490</c:v>
                </c:pt>
                <c:pt idx="4727">
                  <c:v>39491</c:v>
                </c:pt>
                <c:pt idx="4728">
                  <c:v>39492</c:v>
                </c:pt>
                <c:pt idx="4729">
                  <c:v>39493</c:v>
                </c:pt>
                <c:pt idx="4730">
                  <c:v>39496</c:v>
                </c:pt>
                <c:pt idx="4731">
                  <c:v>39497</c:v>
                </c:pt>
                <c:pt idx="4732">
                  <c:v>39498</c:v>
                </c:pt>
                <c:pt idx="4733">
                  <c:v>39499</c:v>
                </c:pt>
                <c:pt idx="4734">
                  <c:v>39500</c:v>
                </c:pt>
                <c:pt idx="4735">
                  <c:v>39503</c:v>
                </c:pt>
                <c:pt idx="4736">
                  <c:v>39504</c:v>
                </c:pt>
                <c:pt idx="4737">
                  <c:v>39505</c:v>
                </c:pt>
                <c:pt idx="4738">
                  <c:v>39506</c:v>
                </c:pt>
                <c:pt idx="4739">
                  <c:v>39507</c:v>
                </c:pt>
                <c:pt idx="4740">
                  <c:v>39510</c:v>
                </c:pt>
                <c:pt idx="4741">
                  <c:v>39511</c:v>
                </c:pt>
                <c:pt idx="4742">
                  <c:v>39512</c:v>
                </c:pt>
                <c:pt idx="4743">
                  <c:v>39513</c:v>
                </c:pt>
                <c:pt idx="4744">
                  <c:v>39514</c:v>
                </c:pt>
                <c:pt idx="4745">
                  <c:v>39517</c:v>
                </c:pt>
                <c:pt idx="4746">
                  <c:v>39518</c:v>
                </c:pt>
                <c:pt idx="4747">
                  <c:v>39519</c:v>
                </c:pt>
                <c:pt idx="4748">
                  <c:v>39520</c:v>
                </c:pt>
                <c:pt idx="4749">
                  <c:v>39521</c:v>
                </c:pt>
                <c:pt idx="4750">
                  <c:v>39524</c:v>
                </c:pt>
                <c:pt idx="4751">
                  <c:v>39525</c:v>
                </c:pt>
                <c:pt idx="4752">
                  <c:v>39526</c:v>
                </c:pt>
                <c:pt idx="4753">
                  <c:v>39527</c:v>
                </c:pt>
                <c:pt idx="4754">
                  <c:v>39528</c:v>
                </c:pt>
                <c:pt idx="4755">
                  <c:v>39531</c:v>
                </c:pt>
                <c:pt idx="4756">
                  <c:v>39532</c:v>
                </c:pt>
                <c:pt idx="4757">
                  <c:v>39533</c:v>
                </c:pt>
                <c:pt idx="4758">
                  <c:v>39534</c:v>
                </c:pt>
                <c:pt idx="4759">
                  <c:v>39535</c:v>
                </c:pt>
                <c:pt idx="4760">
                  <c:v>39538</c:v>
                </c:pt>
                <c:pt idx="4761">
                  <c:v>39539</c:v>
                </c:pt>
                <c:pt idx="4762">
                  <c:v>39540</c:v>
                </c:pt>
                <c:pt idx="4763">
                  <c:v>39541</c:v>
                </c:pt>
                <c:pt idx="4764">
                  <c:v>39542</c:v>
                </c:pt>
                <c:pt idx="4765">
                  <c:v>39545</c:v>
                </c:pt>
                <c:pt idx="4766">
                  <c:v>39546</c:v>
                </c:pt>
                <c:pt idx="4767">
                  <c:v>39547</c:v>
                </c:pt>
                <c:pt idx="4768">
                  <c:v>39548</c:v>
                </c:pt>
                <c:pt idx="4769">
                  <c:v>39549</c:v>
                </c:pt>
                <c:pt idx="4770">
                  <c:v>39552</c:v>
                </c:pt>
                <c:pt idx="4771">
                  <c:v>39553</c:v>
                </c:pt>
                <c:pt idx="4772">
                  <c:v>39554</c:v>
                </c:pt>
                <c:pt idx="4773">
                  <c:v>39555</c:v>
                </c:pt>
                <c:pt idx="4774">
                  <c:v>39556</c:v>
                </c:pt>
                <c:pt idx="4775">
                  <c:v>39559</c:v>
                </c:pt>
                <c:pt idx="4776">
                  <c:v>39560</c:v>
                </c:pt>
                <c:pt idx="4777">
                  <c:v>39561</c:v>
                </c:pt>
                <c:pt idx="4778">
                  <c:v>39562</c:v>
                </c:pt>
                <c:pt idx="4779">
                  <c:v>39563</c:v>
                </c:pt>
                <c:pt idx="4780">
                  <c:v>39566</c:v>
                </c:pt>
                <c:pt idx="4781">
                  <c:v>39567</c:v>
                </c:pt>
                <c:pt idx="4782">
                  <c:v>39568</c:v>
                </c:pt>
                <c:pt idx="4783">
                  <c:v>39569</c:v>
                </c:pt>
                <c:pt idx="4784">
                  <c:v>39570</c:v>
                </c:pt>
                <c:pt idx="4785">
                  <c:v>39573</c:v>
                </c:pt>
                <c:pt idx="4786">
                  <c:v>39574</c:v>
                </c:pt>
                <c:pt idx="4787">
                  <c:v>39575</c:v>
                </c:pt>
                <c:pt idx="4788">
                  <c:v>39576</c:v>
                </c:pt>
                <c:pt idx="4789">
                  <c:v>39577</c:v>
                </c:pt>
                <c:pt idx="4790">
                  <c:v>39580</c:v>
                </c:pt>
                <c:pt idx="4791">
                  <c:v>39581</c:v>
                </c:pt>
                <c:pt idx="4792">
                  <c:v>39582</c:v>
                </c:pt>
                <c:pt idx="4793">
                  <c:v>39583</c:v>
                </c:pt>
                <c:pt idx="4794">
                  <c:v>39584</c:v>
                </c:pt>
                <c:pt idx="4795">
                  <c:v>39587</c:v>
                </c:pt>
                <c:pt idx="4796">
                  <c:v>39588</c:v>
                </c:pt>
                <c:pt idx="4797">
                  <c:v>39589</c:v>
                </c:pt>
                <c:pt idx="4798">
                  <c:v>39590</c:v>
                </c:pt>
                <c:pt idx="4799">
                  <c:v>39591</c:v>
                </c:pt>
                <c:pt idx="4800">
                  <c:v>39594</c:v>
                </c:pt>
                <c:pt idx="4801">
                  <c:v>39595</c:v>
                </c:pt>
                <c:pt idx="4802">
                  <c:v>39596</c:v>
                </c:pt>
                <c:pt idx="4803">
                  <c:v>39597</c:v>
                </c:pt>
                <c:pt idx="4804">
                  <c:v>39598</c:v>
                </c:pt>
                <c:pt idx="4805">
                  <c:v>39601</c:v>
                </c:pt>
                <c:pt idx="4806">
                  <c:v>39602</c:v>
                </c:pt>
                <c:pt idx="4807">
                  <c:v>39603</c:v>
                </c:pt>
                <c:pt idx="4808">
                  <c:v>39604</c:v>
                </c:pt>
                <c:pt idx="4809">
                  <c:v>39605</c:v>
                </c:pt>
                <c:pt idx="4810">
                  <c:v>39608</c:v>
                </c:pt>
                <c:pt idx="4811">
                  <c:v>39609</c:v>
                </c:pt>
                <c:pt idx="4812">
                  <c:v>39610</c:v>
                </c:pt>
                <c:pt idx="4813">
                  <c:v>39611</c:v>
                </c:pt>
                <c:pt idx="4814">
                  <c:v>39612</c:v>
                </c:pt>
                <c:pt idx="4815">
                  <c:v>39615</c:v>
                </c:pt>
                <c:pt idx="4816">
                  <c:v>39616</c:v>
                </c:pt>
                <c:pt idx="4817">
                  <c:v>39617</c:v>
                </c:pt>
                <c:pt idx="4818">
                  <c:v>39618</c:v>
                </c:pt>
                <c:pt idx="4819">
                  <c:v>39619</c:v>
                </c:pt>
                <c:pt idx="4820">
                  <c:v>39622</c:v>
                </c:pt>
                <c:pt idx="4821">
                  <c:v>39623</c:v>
                </c:pt>
                <c:pt idx="4822">
                  <c:v>39624</c:v>
                </c:pt>
                <c:pt idx="4823">
                  <c:v>39625</c:v>
                </c:pt>
                <c:pt idx="4824">
                  <c:v>39626</c:v>
                </c:pt>
                <c:pt idx="4825">
                  <c:v>39629</c:v>
                </c:pt>
                <c:pt idx="4826">
                  <c:v>39630</c:v>
                </c:pt>
                <c:pt idx="4827">
                  <c:v>39631</c:v>
                </c:pt>
                <c:pt idx="4828">
                  <c:v>39632</c:v>
                </c:pt>
                <c:pt idx="4829">
                  <c:v>39633</c:v>
                </c:pt>
                <c:pt idx="4830">
                  <c:v>39636</c:v>
                </c:pt>
                <c:pt idx="4831">
                  <c:v>39637</c:v>
                </c:pt>
                <c:pt idx="4832">
                  <c:v>39638</c:v>
                </c:pt>
                <c:pt idx="4833">
                  <c:v>39639</c:v>
                </c:pt>
                <c:pt idx="4834">
                  <c:v>39640</c:v>
                </c:pt>
                <c:pt idx="4835">
                  <c:v>39643</c:v>
                </c:pt>
                <c:pt idx="4836">
                  <c:v>39644</c:v>
                </c:pt>
                <c:pt idx="4837">
                  <c:v>39645</c:v>
                </c:pt>
                <c:pt idx="4838">
                  <c:v>39646</c:v>
                </c:pt>
                <c:pt idx="4839">
                  <c:v>39647</c:v>
                </c:pt>
                <c:pt idx="4840">
                  <c:v>39650</c:v>
                </c:pt>
                <c:pt idx="4841">
                  <c:v>39651</c:v>
                </c:pt>
                <c:pt idx="4842">
                  <c:v>39652</c:v>
                </c:pt>
                <c:pt idx="4843">
                  <c:v>39653</c:v>
                </c:pt>
                <c:pt idx="4844">
                  <c:v>39654</c:v>
                </c:pt>
                <c:pt idx="4845">
                  <c:v>39657</c:v>
                </c:pt>
                <c:pt idx="4846">
                  <c:v>39658</c:v>
                </c:pt>
                <c:pt idx="4847">
                  <c:v>39659</c:v>
                </c:pt>
                <c:pt idx="4848">
                  <c:v>39660</c:v>
                </c:pt>
                <c:pt idx="4849">
                  <c:v>39661</c:v>
                </c:pt>
                <c:pt idx="4850">
                  <c:v>39664</c:v>
                </c:pt>
                <c:pt idx="4851">
                  <c:v>39665</c:v>
                </c:pt>
                <c:pt idx="4852">
                  <c:v>39666</c:v>
                </c:pt>
                <c:pt idx="4853">
                  <c:v>39667</c:v>
                </c:pt>
                <c:pt idx="4854">
                  <c:v>39668</c:v>
                </c:pt>
                <c:pt idx="4855">
                  <c:v>39671</c:v>
                </c:pt>
                <c:pt idx="4856">
                  <c:v>39672</c:v>
                </c:pt>
                <c:pt idx="4857">
                  <c:v>39673</c:v>
                </c:pt>
                <c:pt idx="4858">
                  <c:v>39674</c:v>
                </c:pt>
                <c:pt idx="4859">
                  <c:v>39675</c:v>
                </c:pt>
                <c:pt idx="4860">
                  <c:v>39678</c:v>
                </c:pt>
                <c:pt idx="4861">
                  <c:v>39679</c:v>
                </c:pt>
                <c:pt idx="4862">
                  <c:v>39680</c:v>
                </c:pt>
                <c:pt idx="4863">
                  <c:v>39681</c:v>
                </c:pt>
                <c:pt idx="4864">
                  <c:v>39682</c:v>
                </c:pt>
                <c:pt idx="4865">
                  <c:v>39685</c:v>
                </c:pt>
                <c:pt idx="4866">
                  <c:v>39686</c:v>
                </c:pt>
                <c:pt idx="4867">
                  <c:v>39687</c:v>
                </c:pt>
                <c:pt idx="4868">
                  <c:v>39688</c:v>
                </c:pt>
                <c:pt idx="4869">
                  <c:v>39689</c:v>
                </c:pt>
                <c:pt idx="4870">
                  <c:v>39692</c:v>
                </c:pt>
                <c:pt idx="4871">
                  <c:v>39693</c:v>
                </c:pt>
                <c:pt idx="4872">
                  <c:v>39694</c:v>
                </c:pt>
                <c:pt idx="4873">
                  <c:v>39695</c:v>
                </c:pt>
                <c:pt idx="4874">
                  <c:v>39696</c:v>
                </c:pt>
                <c:pt idx="4875">
                  <c:v>39699</c:v>
                </c:pt>
                <c:pt idx="4876">
                  <c:v>39700</c:v>
                </c:pt>
                <c:pt idx="4877">
                  <c:v>39701</c:v>
                </c:pt>
                <c:pt idx="4878">
                  <c:v>39702</c:v>
                </c:pt>
                <c:pt idx="4879">
                  <c:v>39703</c:v>
                </c:pt>
                <c:pt idx="4880">
                  <c:v>39706</c:v>
                </c:pt>
                <c:pt idx="4881">
                  <c:v>39707</c:v>
                </c:pt>
                <c:pt idx="4882">
                  <c:v>39708</c:v>
                </c:pt>
                <c:pt idx="4883">
                  <c:v>39709</c:v>
                </c:pt>
                <c:pt idx="4884">
                  <c:v>39710</c:v>
                </c:pt>
                <c:pt idx="4885">
                  <c:v>39713</c:v>
                </c:pt>
                <c:pt idx="4886">
                  <c:v>39714</c:v>
                </c:pt>
                <c:pt idx="4887">
                  <c:v>39715</c:v>
                </c:pt>
                <c:pt idx="4888">
                  <c:v>39716</c:v>
                </c:pt>
                <c:pt idx="4889">
                  <c:v>39717</c:v>
                </c:pt>
                <c:pt idx="4890">
                  <c:v>39720</c:v>
                </c:pt>
                <c:pt idx="4891">
                  <c:v>39721</c:v>
                </c:pt>
                <c:pt idx="4892">
                  <c:v>39722</c:v>
                </c:pt>
                <c:pt idx="4893">
                  <c:v>39723</c:v>
                </c:pt>
                <c:pt idx="4894">
                  <c:v>39724</c:v>
                </c:pt>
                <c:pt idx="4895">
                  <c:v>39727</c:v>
                </c:pt>
                <c:pt idx="4896">
                  <c:v>39728</c:v>
                </c:pt>
                <c:pt idx="4897">
                  <c:v>39729</c:v>
                </c:pt>
                <c:pt idx="4898">
                  <c:v>39730</c:v>
                </c:pt>
                <c:pt idx="4899">
                  <c:v>39731</c:v>
                </c:pt>
                <c:pt idx="4900">
                  <c:v>39734</c:v>
                </c:pt>
                <c:pt idx="4901">
                  <c:v>39735</c:v>
                </c:pt>
                <c:pt idx="4902">
                  <c:v>39736</c:v>
                </c:pt>
                <c:pt idx="4903">
                  <c:v>39737</c:v>
                </c:pt>
                <c:pt idx="4904">
                  <c:v>39738</c:v>
                </c:pt>
                <c:pt idx="4905">
                  <c:v>39741</c:v>
                </c:pt>
                <c:pt idx="4906">
                  <c:v>39742</c:v>
                </c:pt>
                <c:pt idx="4907">
                  <c:v>39743</c:v>
                </c:pt>
                <c:pt idx="4908">
                  <c:v>39744</c:v>
                </c:pt>
                <c:pt idx="4909">
                  <c:v>39745</c:v>
                </c:pt>
                <c:pt idx="4910">
                  <c:v>39748</c:v>
                </c:pt>
                <c:pt idx="4911">
                  <c:v>39749</c:v>
                </c:pt>
                <c:pt idx="4912">
                  <c:v>39750</c:v>
                </c:pt>
                <c:pt idx="4913">
                  <c:v>39751</c:v>
                </c:pt>
                <c:pt idx="4914">
                  <c:v>39752</c:v>
                </c:pt>
                <c:pt idx="4915">
                  <c:v>39755</c:v>
                </c:pt>
                <c:pt idx="4916">
                  <c:v>39756</c:v>
                </c:pt>
                <c:pt idx="4917">
                  <c:v>39757</c:v>
                </c:pt>
                <c:pt idx="4918">
                  <c:v>39758</c:v>
                </c:pt>
                <c:pt idx="4919">
                  <c:v>39759</c:v>
                </c:pt>
                <c:pt idx="4920">
                  <c:v>39762</c:v>
                </c:pt>
                <c:pt idx="4921">
                  <c:v>39763</c:v>
                </c:pt>
                <c:pt idx="4922">
                  <c:v>39764</c:v>
                </c:pt>
                <c:pt idx="4923">
                  <c:v>39765</c:v>
                </c:pt>
                <c:pt idx="4924">
                  <c:v>39766</c:v>
                </c:pt>
                <c:pt idx="4925">
                  <c:v>39769</c:v>
                </c:pt>
                <c:pt idx="4926">
                  <c:v>39770</c:v>
                </c:pt>
                <c:pt idx="4927">
                  <c:v>39771</c:v>
                </c:pt>
                <c:pt idx="4928">
                  <c:v>39772</c:v>
                </c:pt>
                <c:pt idx="4929">
                  <c:v>39773</c:v>
                </c:pt>
                <c:pt idx="4930">
                  <c:v>39776</c:v>
                </c:pt>
                <c:pt idx="4931">
                  <c:v>39777</c:v>
                </c:pt>
                <c:pt idx="4932">
                  <c:v>39778</c:v>
                </c:pt>
                <c:pt idx="4933">
                  <c:v>39779</c:v>
                </c:pt>
                <c:pt idx="4934">
                  <c:v>39780</c:v>
                </c:pt>
                <c:pt idx="4935">
                  <c:v>39783</c:v>
                </c:pt>
                <c:pt idx="4936">
                  <c:v>39784</c:v>
                </c:pt>
                <c:pt idx="4937">
                  <c:v>39785</c:v>
                </c:pt>
                <c:pt idx="4938">
                  <c:v>39786</c:v>
                </c:pt>
                <c:pt idx="4939">
                  <c:v>39787</c:v>
                </c:pt>
                <c:pt idx="4940">
                  <c:v>39790</c:v>
                </c:pt>
                <c:pt idx="4941">
                  <c:v>39791</c:v>
                </c:pt>
                <c:pt idx="4942">
                  <c:v>39792</c:v>
                </c:pt>
                <c:pt idx="4943">
                  <c:v>39793</c:v>
                </c:pt>
                <c:pt idx="4944">
                  <c:v>39794</c:v>
                </c:pt>
                <c:pt idx="4945">
                  <c:v>39797</c:v>
                </c:pt>
                <c:pt idx="4946">
                  <c:v>39798</c:v>
                </c:pt>
                <c:pt idx="4947">
                  <c:v>39799</c:v>
                </c:pt>
                <c:pt idx="4948">
                  <c:v>39800</c:v>
                </c:pt>
                <c:pt idx="4949">
                  <c:v>39801</c:v>
                </c:pt>
                <c:pt idx="4950">
                  <c:v>39804</c:v>
                </c:pt>
                <c:pt idx="4951">
                  <c:v>39805</c:v>
                </c:pt>
                <c:pt idx="4952">
                  <c:v>39806</c:v>
                </c:pt>
                <c:pt idx="4953">
                  <c:v>39807</c:v>
                </c:pt>
                <c:pt idx="4954">
                  <c:v>39808</c:v>
                </c:pt>
                <c:pt idx="4955">
                  <c:v>39811</c:v>
                </c:pt>
                <c:pt idx="4956">
                  <c:v>39812</c:v>
                </c:pt>
                <c:pt idx="4957">
                  <c:v>39813</c:v>
                </c:pt>
                <c:pt idx="4958">
                  <c:v>39814</c:v>
                </c:pt>
                <c:pt idx="4959">
                  <c:v>39815</c:v>
                </c:pt>
                <c:pt idx="4960">
                  <c:v>39818</c:v>
                </c:pt>
                <c:pt idx="4961">
                  <c:v>39819</c:v>
                </c:pt>
                <c:pt idx="4962">
                  <c:v>39820</c:v>
                </c:pt>
                <c:pt idx="4963">
                  <c:v>39821</c:v>
                </c:pt>
                <c:pt idx="4964">
                  <c:v>39822</c:v>
                </c:pt>
                <c:pt idx="4965">
                  <c:v>39825</c:v>
                </c:pt>
                <c:pt idx="4966">
                  <c:v>39826</c:v>
                </c:pt>
                <c:pt idx="4967">
                  <c:v>39827</c:v>
                </c:pt>
                <c:pt idx="4968">
                  <c:v>39828</c:v>
                </c:pt>
                <c:pt idx="4969">
                  <c:v>39829</c:v>
                </c:pt>
                <c:pt idx="4970">
                  <c:v>39832</c:v>
                </c:pt>
                <c:pt idx="4971">
                  <c:v>39833</c:v>
                </c:pt>
                <c:pt idx="4972">
                  <c:v>39834</c:v>
                </c:pt>
                <c:pt idx="4973">
                  <c:v>39835</c:v>
                </c:pt>
                <c:pt idx="4974">
                  <c:v>39836</c:v>
                </c:pt>
                <c:pt idx="4975">
                  <c:v>39839</c:v>
                </c:pt>
                <c:pt idx="4976">
                  <c:v>39840</c:v>
                </c:pt>
                <c:pt idx="4977">
                  <c:v>39841</c:v>
                </c:pt>
                <c:pt idx="4978">
                  <c:v>39842</c:v>
                </c:pt>
                <c:pt idx="4979">
                  <c:v>39843</c:v>
                </c:pt>
                <c:pt idx="4980">
                  <c:v>39846</c:v>
                </c:pt>
                <c:pt idx="4981">
                  <c:v>39847</c:v>
                </c:pt>
                <c:pt idx="4982">
                  <c:v>39848</c:v>
                </c:pt>
                <c:pt idx="4983">
                  <c:v>39849</c:v>
                </c:pt>
                <c:pt idx="4984">
                  <c:v>39850</c:v>
                </c:pt>
                <c:pt idx="4985">
                  <c:v>39853</c:v>
                </c:pt>
                <c:pt idx="4986">
                  <c:v>39854</c:v>
                </c:pt>
                <c:pt idx="4987">
                  <c:v>39855</c:v>
                </c:pt>
                <c:pt idx="4988">
                  <c:v>39856</c:v>
                </c:pt>
                <c:pt idx="4989">
                  <c:v>39857</c:v>
                </c:pt>
                <c:pt idx="4990">
                  <c:v>39860</c:v>
                </c:pt>
                <c:pt idx="4991">
                  <c:v>39861</c:v>
                </c:pt>
                <c:pt idx="4992">
                  <c:v>39862</c:v>
                </c:pt>
                <c:pt idx="4993">
                  <c:v>39863</c:v>
                </c:pt>
                <c:pt idx="4994">
                  <c:v>39864</c:v>
                </c:pt>
                <c:pt idx="4995">
                  <c:v>39867</c:v>
                </c:pt>
                <c:pt idx="4996">
                  <c:v>39868</c:v>
                </c:pt>
                <c:pt idx="4997">
                  <c:v>39869</c:v>
                </c:pt>
                <c:pt idx="4998">
                  <c:v>39870</c:v>
                </c:pt>
                <c:pt idx="4999">
                  <c:v>39871</c:v>
                </c:pt>
                <c:pt idx="5000">
                  <c:v>39874</c:v>
                </c:pt>
                <c:pt idx="5001">
                  <c:v>39875</c:v>
                </c:pt>
                <c:pt idx="5002">
                  <c:v>39876</c:v>
                </c:pt>
                <c:pt idx="5003">
                  <c:v>39877</c:v>
                </c:pt>
                <c:pt idx="5004">
                  <c:v>39878</c:v>
                </c:pt>
                <c:pt idx="5005">
                  <c:v>39881</c:v>
                </c:pt>
                <c:pt idx="5006">
                  <c:v>39882</c:v>
                </c:pt>
                <c:pt idx="5007">
                  <c:v>39883</c:v>
                </c:pt>
                <c:pt idx="5008">
                  <c:v>39884</c:v>
                </c:pt>
                <c:pt idx="5009">
                  <c:v>39885</c:v>
                </c:pt>
                <c:pt idx="5010">
                  <c:v>39888</c:v>
                </c:pt>
                <c:pt idx="5011">
                  <c:v>39889</c:v>
                </c:pt>
                <c:pt idx="5012">
                  <c:v>39890</c:v>
                </c:pt>
                <c:pt idx="5013">
                  <c:v>39891</c:v>
                </c:pt>
                <c:pt idx="5014">
                  <c:v>39892</c:v>
                </c:pt>
                <c:pt idx="5015">
                  <c:v>39895</c:v>
                </c:pt>
                <c:pt idx="5016">
                  <c:v>39896</c:v>
                </c:pt>
                <c:pt idx="5017">
                  <c:v>39897</c:v>
                </c:pt>
                <c:pt idx="5018">
                  <c:v>39898</c:v>
                </c:pt>
                <c:pt idx="5019">
                  <c:v>39899</c:v>
                </c:pt>
                <c:pt idx="5020">
                  <c:v>39902</c:v>
                </c:pt>
                <c:pt idx="5021">
                  <c:v>39903</c:v>
                </c:pt>
                <c:pt idx="5022">
                  <c:v>39904</c:v>
                </c:pt>
                <c:pt idx="5023">
                  <c:v>39905</c:v>
                </c:pt>
                <c:pt idx="5024">
                  <c:v>39906</c:v>
                </c:pt>
                <c:pt idx="5025">
                  <c:v>39909</c:v>
                </c:pt>
                <c:pt idx="5026">
                  <c:v>39910</c:v>
                </c:pt>
                <c:pt idx="5027">
                  <c:v>39911</c:v>
                </c:pt>
                <c:pt idx="5028">
                  <c:v>39912</c:v>
                </c:pt>
                <c:pt idx="5029">
                  <c:v>39913</c:v>
                </c:pt>
                <c:pt idx="5030">
                  <c:v>39916</c:v>
                </c:pt>
                <c:pt idx="5031">
                  <c:v>39917</c:v>
                </c:pt>
                <c:pt idx="5032">
                  <c:v>39918</c:v>
                </c:pt>
                <c:pt idx="5033">
                  <c:v>39919</c:v>
                </c:pt>
                <c:pt idx="5034">
                  <c:v>39920</c:v>
                </c:pt>
                <c:pt idx="5035">
                  <c:v>39923</c:v>
                </c:pt>
                <c:pt idx="5036">
                  <c:v>39924</c:v>
                </c:pt>
                <c:pt idx="5037">
                  <c:v>39925</c:v>
                </c:pt>
                <c:pt idx="5038">
                  <c:v>39926</c:v>
                </c:pt>
                <c:pt idx="5039">
                  <c:v>39927</c:v>
                </c:pt>
                <c:pt idx="5040">
                  <c:v>39930</c:v>
                </c:pt>
                <c:pt idx="5041">
                  <c:v>39931</c:v>
                </c:pt>
                <c:pt idx="5042">
                  <c:v>39932</c:v>
                </c:pt>
                <c:pt idx="5043">
                  <c:v>39933</c:v>
                </c:pt>
                <c:pt idx="5044">
                  <c:v>39934</c:v>
                </c:pt>
                <c:pt idx="5045">
                  <c:v>39937</c:v>
                </c:pt>
                <c:pt idx="5046">
                  <c:v>39938</c:v>
                </c:pt>
                <c:pt idx="5047">
                  <c:v>39939</c:v>
                </c:pt>
                <c:pt idx="5048">
                  <c:v>39940</c:v>
                </c:pt>
                <c:pt idx="5049">
                  <c:v>39941</c:v>
                </c:pt>
                <c:pt idx="5050">
                  <c:v>39944</c:v>
                </c:pt>
                <c:pt idx="5051">
                  <c:v>39945</c:v>
                </c:pt>
                <c:pt idx="5052">
                  <c:v>39946</c:v>
                </c:pt>
                <c:pt idx="5053">
                  <c:v>39947</c:v>
                </c:pt>
                <c:pt idx="5054">
                  <c:v>39948</c:v>
                </c:pt>
                <c:pt idx="5055">
                  <c:v>39951</c:v>
                </c:pt>
                <c:pt idx="5056">
                  <c:v>39952</c:v>
                </c:pt>
                <c:pt idx="5057">
                  <c:v>39953</c:v>
                </c:pt>
                <c:pt idx="5058">
                  <c:v>39954</c:v>
                </c:pt>
                <c:pt idx="5059">
                  <c:v>39955</c:v>
                </c:pt>
                <c:pt idx="5060">
                  <c:v>39958</c:v>
                </c:pt>
                <c:pt idx="5061">
                  <c:v>39959</c:v>
                </c:pt>
                <c:pt idx="5062">
                  <c:v>39960</c:v>
                </c:pt>
                <c:pt idx="5063">
                  <c:v>39961</c:v>
                </c:pt>
                <c:pt idx="5064">
                  <c:v>39962</c:v>
                </c:pt>
                <c:pt idx="5065">
                  <c:v>39965</c:v>
                </c:pt>
                <c:pt idx="5066">
                  <c:v>39966</c:v>
                </c:pt>
                <c:pt idx="5067">
                  <c:v>39967</c:v>
                </c:pt>
                <c:pt idx="5068">
                  <c:v>39968</c:v>
                </c:pt>
                <c:pt idx="5069">
                  <c:v>39969</c:v>
                </c:pt>
                <c:pt idx="5070">
                  <c:v>39972</c:v>
                </c:pt>
                <c:pt idx="5071">
                  <c:v>39973</c:v>
                </c:pt>
                <c:pt idx="5072">
                  <c:v>39974</c:v>
                </c:pt>
                <c:pt idx="5073">
                  <c:v>39975</c:v>
                </c:pt>
                <c:pt idx="5074">
                  <c:v>39976</c:v>
                </c:pt>
                <c:pt idx="5075">
                  <c:v>39979</c:v>
                </c:pt>
                <c:pt idx="5076">
                  <c:v>39980</c:v>
                </c:pt>
                <c:pt idx="5077">
                  <c:v>39981</c:v>
                </c:pt>
                <c:pt idx="5078">
                  <c:v>39982</c:v>
                </c:pt>
                <c:pt idx="5079">
                  <c:v>39983</c:v>
                </c:pt>
                <c:pt idx="5080">
                  <c:v>39986</c:v>
                </c:pt>
                <c:pt idx="5081">
                  <c:v>39987</c:v>
                </c:pt>
                <c:pt idx="5082">
                  <c:v>39988</c:v>
                </c:pt>
                <c:pt idx="5083">
                  <c:v>39989</c:v>
                </c:pt>
                <c:pt idx="5084">
                  <c:v>39990</c:v>
                </c:pt>
                <c:pt idx="5085">
                  <c:v>39993</c:v>
                </c:pt>
                <c:pt idx="5086">
                  <c:v>39994</c:v>
                </c:pt>
                <c:pt idx="5087">
                  <c:v>39995</c:v>
                </c:pt>
                <c:pt idx="5088">
                  <c:v>39996</c:v>
                </c:pt>
                <c:pt idx="5089">
                  <c:v>39997</c:v>
                </c:pt>
                <c:pt idx="5090">
                  <c:v>40000</c:v>
                </c:pt>
                <c:pt idx="5091">
                  <c:v>40001</c:v>
                </c:pt>
                <c:pt idx="5092">
                  <c:v>40002</c:v>
                </c:pt>
                <c:pt idx="5093">
                  <c:v>40003</c:v>
                </c:pt>
                <c:pt idx="5094">
                  <c:v>40004</c:v>
                </c:pt>
                <c:pt idx="5095">
                  <c:v>40007</c:v>
                </c:pt>
                <c:pt idx="5096">
                  <c:v>40008</c:v>
                </c:pt>
                <c:pt idx="5097">
                  <c:v>40009</c:v>
                </c:pt>
                <c:pt idx="5098">
                  <c:v>40010</c:v>
                </c:pt>
                <c:pt idx="5099">
                  <c:v>40011</c:v>
                </c:pt>
                <c:pt idx="5100">
                  <c:v>40014</c:v>
                </c:pt>
                <c:pt idx="5101">
                  <c:v>40015</c:v>
                </c:pt>
                <c:pt idx="5102">
                  <c:v>40016</c:v>
                </c:pt>
                <c:pt idx="5103">
                  <c:v>40017</c:v>
                </c:pt>
                <c:pt idx="5104">
                  <c:v>40018</c:v>
                </c:pt>
                <c:pt idx="5105">
                  <c:v>40021</c:v>
                </c:pt>
                <c:pt idx="5106">
                  <c:v>40022</c:v>
                </c:pt>
                <c:pt idx="5107">
                  <c:v>40023</c:v>
                </c:pt>
                <c:pt idx="5108">
                  <c:v>40024</c:v>
                </c:pt>
                <c:pt idx="5109">
                  <c:v>40025</c:v>
                </c:pt>
                <c:pt idx="5110">
                  <c:v>40028</c:v>
                </c:pt>
                <c:pt idx="5111">
                  <c:v>40029</c:v>
                </c:pt>
                <c:pt idx="5112">
                  <c:v>40030</c:v>
                </c:pt>
                <c:pt idx="5113">
                  <c:v>40031</c:v>
                </c:pt>
                <c:pt idx="5114">
                  <c:v>40032</c:v>
                </c:pt>
                <c:pt idx="5115">
                  <c:v>40035</c:v>
                </c:pt>
                <c:pt idx="5116">
                  <c:v>40036</c:v>
                </c:pt>
                <c:pt idx="5117">
                  <c:v>40037</c:v>
                </c:pt>
                <c:pt idx="5118">
                  <c:v>40038</c:v>
                </c:pt>
                <c:pt idx="5119">
                  <c:v>40039</c:v>
                </c:pt>
                <c:pt idx="5120">
                  <c:v>40042</c:v>
                </c:pt>
                <c:pt idx="5121">
                  <c:v>40043</c:v>
                </c:pt>
                <c:pt idx="5122">
                  <c:v>40044</c:v>
                </c:pt>
                <c:pt idx="5123">
                  <c:v>40045</c:v>
                </c:pt>
                <c:pt idx="5124">
                  <c:v>40046</c:v>
                </c:pt>
                <c:pt idx="5125">
                  <c:v>40049</c:v>
                </c:pt>
                <c:pt idx="5126">
                  <c:v>40050</c:v>
                </c:pt>
                <c:pt idx="5127">
                  <c:v>40051</c:v>
                </c:pt>
                <c:pt idx="5128">
                  <c:v>40052</c:v>
                </c:pt>
                <c:pt idx="5129">
                  <c:v>40053</c:v>
                </c:pt>
                <c:pt idx="5130">
                  <c:v>40056</c:v>
                </c:pt>
                <c:pt idx="5131">
                  <c:v>40057</c:v>
                </c:pt>
                <c:pt idx="5132">
                  <c:v>40058</c:v>
                </c:pt>
                <c:pt idx="5133">
                  <c:v>40059</c:v>
                </c:pt>
                <c:pt idx="5134">
                  <c:v>40060</c:v>
                </c:pt>
                <c:pt idx="5135">
                  <c:v>40063</c:v>
                </c:pt>
                <c:pt idx="5136">
                  <c:v>40064</c:v>
                </c:pt>
                <c:pt idx="5137">
                  <c:v>40065</c:v>
                </c:pt>
                <c:pt idx="5138">
                  <c:v>40066</c:v>
                </c:pt>
                <c:pt idx="5139">
                  <c:v>40067</c:v>
                </c:pt>
                <c:pt idx="5140">
                  <c:v>40070</c:v>
                </c:pt>
                <c:pt idx="5141">
                  <c:v>40071</c:v>
                </c:pt>
                <c:pt idx="5142">
                  <c:v>40072</c:v>
                </c:pt>
                <c:pt idx="5143">
                  <c:v>40073</c:v>
                </c:pt>
                <c:pt idx="5144">
                  <c:v>40074</c:v>
                </c:pt>
                <c:pt idx="5145">
                  <c:v>40077</c:v>
                </c:pt>
                <c:pt idx="5146">
                  <c:v>40078</c:v>
                </c:pt>
                <c:pt idx="5147">
                  <c:v>40079</c:v>
                </c:pt>
                <c:pt idx="5148">
                  <c:v>40080</c:v>
                </c:pt>
                <c:pt idx="5149">
                  <c:v>40081</c:v>
                </c:pt>
                <c:pt idx="5150">
                  <c:v>40084</c:v>
                </c:pt>
                <c:pt idx="5151">
                  <c:v>40085</c:v>
                </c:pt>
                <c:pt idx="5152">
                  <c:v>40086</c:v>
                </c:pt>
                <c:pt idx="5153">
                  <c:v>40087</c:v>
                </c:pt>
                <c:pt idx="5154">
                  <c:v>40088</c:v>
                </c:pt>
                <c:pt idx="5155">
                  <c:v>40091</c:v>
                </c:pt>
                <c:pt idx="5156">
                  <c:v>40092</c:v>
                </c:pt>
                <c:pt idx="5157">
                  <c:v>40093</c:v>
                </c:pt>
                <c:pt idx="5158">
                  <c:v>40094</c:v>
                </c:pt>
                <c:pt idx="5159">
                  <c:v>40095</c:v>
                </c:pt>
                <c:pt idx="5160">
                  <c:v>40098</c:v>
                </c:pt>
                <c:pt idx="5161">
                  <c:v>40099</c:v>
                </c:pt>
                <c:pt idx="5162">
                  <c:v>40100</c:v>
                </c:pt>
                <c:pt idx="5163">
                  <c:v>40101</c:v>
                </c:pt>
                <c:pt idx="5164">
                  <c:v>40102</c:v>
                </c:pt>
                <c:pt idx="5165">
                  <c:v>40105</c:v>
                </c:pt>
                <c:pt idx="5166">
                  <c:v>40106</c:v>
                </c:pt>
                <c:pt idx="5167">
                  <c:v>40107</c:v>
                </c:pt>
                <c:pt idx="5168">
                  <c:v>40108</c:v>
                </c:pt>
                <c:pt idx="5169">
                  <c:v>40109</c:v>
                </c:pt>
                <c:pt idx="5170">
                  <c:v>40112</c:v>
                </c:pt>
                <c:pt idx="5171">
                  <c:v>40113</c:v>
                </c:pt>
                <c:pt idx="5172">
                  <c:v>40114</c:v>
                </c:pt>
                <c:pt idx="5173">
                  <c:v>40115</c:v>
                </c:pt>
                <c:pt idx="5174">
                  <c:v>40116</c:v>
                </c:pt>
                <c:pt idx="5175">
                  <c:v>40119</c:v>
                </c:pt>
                <c:pt idx="5176">
                  <c:v>40120</c:v>
                </c:pt>
                <c:pt idx="5177">
                  <c:v>40121</c:v>
                </c:pt>
                <c:pt idx="5178">
                  <c:v>40122</c:v>
                </c:pt>
                <c:pt idx="5179">
                  <c:v>40123</c:v>
                </c:pt>
                <c:pt idx="5180">
                  <c:v>40126</c:v>
                </c:pt>
                <c:pt idx="5181">
                  <c:v>40127</c:v>
                </c:pt>
                <c:pt idx="5182">
                  <c:v>40128</c:v>
                </c:pt>
                <c:pt idx="5183">
                  <c:v>40129</c:v>
                </c:pt>
                <c:pt idx="5184">
                  <c:v>40130</c:v>
                </c:pt>
                <c:pt idx="5185">
                  <c:v>40133</c:v>
                </c:pt>
                <c:pt idx="5186">
                  <c:v>40134</c:v>
                </c:pt>
                <c:pt idx="5187">
                  <c:v>40135</c:v>
                </c:pt>
                <c:pt idx="5188">
                  <c:v>40136</c:v>
                </c:pt>
                <c:pt idx="5189">
                  <c:v>40137</c:v>
                </c:pt>
                <c:pt idx="5190">
                  <c:v>40140</c:v>
                </c:pt>
                <c:pt idx="5191">
                  <c:v>40141</c:v>
                </c:pt>
                <c:pt idx="5192">
                  <c:v>40142</c:v>
                </c:pt>
                <c:pt idx="5193">
                  <c:v>40143</c:v>
                </c:pt>
                <c:pt idx="5194">
                  <c:v>40144</c:v>
                </c:pt>
                <c:pt idx="5195">
                  <c:v>40147</c:v>
                </c:pt>
                <c:pt idx="5196">
                  <c:v>40148</c:v>
                </c:pt>
                <c:pt idx="5197">
                  <c:v>40149</c:v>
                </c:pt>
                <c:pt idx="5198">
                  <c:v>40150</c:v>
                </c:pt>
                <c:pt idx="5199">
                  <c:v>40151</c:v>
                </c:pt>
                <c:pt idx="5200">
                  <c:v>40154</c:v>
                </c:pt>
                <c:pt idx="5201">
                  <c:v>40155</c:v>
                </c:pt>
                <c:pt idx="5202">
                  <c:v>40156</c:v>
                </c:pt>
                <c:pt idx="5203">
                  <c:v>40157</c:v>
                </c:pt>
                <c:pt idx="5204">
                  <c:v>40158</c:v>
                </c:pt>
                <c:pt idx="5205">
                  <c:v>40161</c:v>
                </c:pt>
                <c:pt idx="5206">
                  <c:v>40162</c:v>
                </c:pt>
                <c:pt idx="5207">
                  <c:v>40163</c:v>
                </c:pt>
                <c:pt idx="5208">
                  <c:v>40164</c:v>
                </c:pt>
                <c:pt idx="5209">
                  <c:v>40165</c:v>
                </c:pt>
                <c:pt idx="5210">
                  <c:v>40168</c:v>
                </c:pt>
                <c:pt idx="5211">
                  <c:v>40169</c:v>
                </c:pt>
                <c:pt idx="5212">
                  <c:v>40170</c:v>
                </c:pt>
                <c:pt idx="5213">
                  <c:v>40171</c:v>
                </c:pt>
                <c:pt idx="5214">
                  <c:v>40172</c:v>
                </c:pt>
                <c:pt idx="5215">
                  <c:v>40175</c:v>
                </c:pt>
                <c:pt idx="5216">
                  <c:v>40176</c:v>
                </c:pt>
                <c:pt idx="5217">
                  <c:v>40177</c:v>
                </c:pt>
                <c:pt idx="5218">
                  <c:v>40178</c:v>
                </c:pt>
                <c:pt idx="5219">
                  <c:v>40179</c:v>
                </c:pt>
                <c:pt idx="5220">
                  <c:v>40182</c:v>
                </c:pt>
                <c:pt idx="5221">
                  <c:v>40183</c:v>
                </c:pt>
                <c:pt idx="5222">
                  <c:v>40184</c:v>
                </c:pt>
                <c:pt idx="5223">
                  <c:v>40185</c:v>
                </c:pt>
                <c:pt idx="5224">
                  <c:v>40186</c:v>
                </c:pt>
                <c:pt idx="5225">
                  <c:v>40189</c:v>
                </c:pt>
                <c:pt idx="5226">
                  <c:v>40190</c:v>
                </c:pt>
                <c:pt idx="5227">
                  <c:v>40191</c:v>
                </c:pt>
                <c:pt idx="5228">
                  <c:v>40192</c:v>
                </c:pt>
                <c:pt idx="5229">
                  <c:v>40193</c:v>
                </c:pt>
                <c:pt idx="5230">
                  <c:v>40196</c:v>
                </c:pt>
                <c:pt idx="5231">
                  <c:v>40197</c:v>
                </c:pt>
                <c:pt idx="5232">
                  <c:v>40198</c:v>
                </c:pt>
                <c:pt idx="5233">
                  <c:v>40199</c:v>
                </c:pt>
                <c:pt idx="5234">
                  <c:v>40200</c:v>
                </c:pt>
                <c:pt idx="5235">
                  <c:v>40203</c:v>
                </c:pt>
                <c:pt idx="5236">
                  <c:v>40204</c:v>
                </c:pt>
                <c:pt idx="5237">
                  <c:v>40205</c:v>
                </c:pt>
                <c:pt idx="5238">
                  <c:v>40206</c:v>
                </c:pt>
                <c:pt idx="5239">
                  <c:v>40207</c:v>
                </c:pt>
                <c:pt idx="5240">
                  <c:v>40210</c:v>
                </c:pt>
                <c:pt idx="5241">
                  <c:v>40211</c:v>
                </c:pt>
                <c:pt idx="5242">
                  <c:v>40212</c:v>
                </c:pt>
                <c:pt idx="5243">
                  <c:v>40213</c:v>
                </c:pt>
                <c:pt idx="5244">
                  <c:v>40214</c:v>
                </c:pt>
                <c:pt idx="5245">
                  <c:v>40217</c:v>
                </c:pt>
                <c:pt idx="5246">
                  <c:v>40218</c:v>
                </c:pt>
                <c:pt idx="5247">
                  <c:v>40219</c:v>
                </c:pt>
                <c:pt idx="5248">
                  <c:v>40220</c:v>
                </c:pt>
                <c:pt idx="5249">
                  <c:v>40221</c:v>
                </c:pt>
                <c:pt idx="5250">
                  <c:v>40224</c:v>
                </c:pt>
                <c:pt idx="5251">
                  <c:v>40225</c:v>
                </c:pt>
                <c:pt idx="5252">
                  <c:v>40226</c:v>
                </c:pt>
                <c:pt idx="5253">
                  <c:v>40227</c:v>
                </c:pt>
                <c:pt idx="5254">
                  <c:v>40228</c:v>
                </c:pt>
                <c:pt idx="5255">
                  <c:v>40231</c:v>
                </c:pt>
                <c:pt idx="5256">
                  <c:v>40232</c:v>
                </c:pt>
                <c:pt idx="5257">
                  <c:v>40233</c:v>
                </c:pt>
                <c:pt idx="5258">
                  <c:v>40234</c:v>
                </c:pt>
                <c:pt idx="5259">
                  <c:v>40235</c:v>
                </c:pt>
                <c:pt idx="5260">
                  <c:v>40238</c:v>
                </c:pt>
                <c:pt idx="5261">
                  <c:v>40239</c:v>
                </c:pt>
                <c:pt idx="5262">
                  <c:v>40240</c:v>
                </c:pt>
                <c:pt idx="5263">
                  <c:v>40241</c:v>
                </c:pt>
                <c:pt idx="5264">
                  <c:v>40242</c:v>
                </c:pt>
                <c:pt idx="5265">
                  <c:v>40245</c:v>
                </c:pt>
                <c:pt idx="5266">
                  <c:v>40246</c:v>
                </c:pt>
                <c:pt idx="5267">
                  <c:v>40247</c:v>
                </c:pt>
                <c:pt idx="5268">
                  <c:v>40248</c:v>
                </c:pt>
                <c:pt idx="5269">
                  <c:v>40249</c:v>
                </c:pt>
                <c:pt idx="5270">
                  <c:v>40252</c:v>
                </c:pt>
                <c:pt idx="5271">
                  <c:v>40253</c:v>
                </c:pt>
                <c:pt idx="5272">
                  <c:v>40254</c:v>
                </c:pt>
                <c:pt idx="5273">
                  <c:v>40255</c:v>
                </c:pt>
                <c:pt idx="5274">
                  <c:v>40256</c:v>
                </c:pt>
                <c:pt idx="5275">
                  <c:v>40259</c:v>
                </c:pt>
                <c:pt idx="5276">
                  <c:v>40260</c:v>
                </c:pt>
                <c:pt idx="5277">
                  <c:v>40261</c:v>
                </c:pt>
                <c:pt idx="5278">
                  <c:v>40262</c:v>
                </c:pt>
                <c:pt idx="5279">
                  <c:v>40263</c:v>
                </c:pt>
                <c:pt idx="5280">
                  <c:v>40266</c:v>
                </c:pt>
                <c:pt idx="5281">
                  <c:v>40267</c:v>
                </c:pt>
                <c:pt idx="5282">
                  <c:v>40268</c:v>
                </c:pt>
                <c:pt idx="5283">
                  <c:v>40269</c:v>
                </c:pt>
                <c:pt idx="5284">
                  <c:v>40270</c:v>
                </c:pt>
                <c:pt idx="5285">
                  <c:v>40273</c:v>
                </c:pt>
                <c:pt idx="5286">
                  <c:v>40274</c:v>
                </c:pt>
                <c:pt idx="5287">
                  <c:v>40275</c:v>
                </c:pt>
                <c:pt idx="5288">
                  <c:v>40276</c:v>
                </c:pt>
                <c:pt idx="5289">
                  <c:v>40277</c:v>
                </c:pt>
                <c:pt idx="5290">
                  <c:v>40280</c:v>
                </c:pt>
                <c:pt idx="5291">
                  <c:v>40281</c:v>
                </c:pt>
                <c:pt idx="5292">
                  <c:v>40282</c:v>
                </c:pt>
                <c:pt idx="5293">
                  <c:v>40283</c:v>
                </c:pt>
                <c:pt idx="5294">
                  <c:v>40284</c:v>
                </c:pt>
                <c:pt idx="5295">
                  <c:v>40287</c:v>
                </c:pt>
                <c:pt idx="5296">
                  <c:v>40288</c:v>
                </c:pt>
                <c:pt idx="5297">
                  <c:v>40289</c:v>
                </c:pt>
                <c:pt idx="5298">
                  <c:v>40290</c:v>
                </c:pt>
                <c:pt idx="5299">
                  <c:v>40291</c:v>
                </c:pt>
                <c:pt idx="5300">
                  <c:v>40294</c:v>
                </c:pt>
                <c:pt idx="5301">
                  <c:v>40295</c:v>
                </c:pt>
                <c:pt idx="5302">
                  <c:v>40296</c:v>
                </c:pt>
                <c:pt idx="5303">
                  <c:v>40297</c:v>
                </c:pt>
                <c:pt idx="5304">
                  <c:v>40298</c:v>
                </c:pt>
                <c:pt idx="5305">
                  <c:v>40301</c:v>
                </c:pt>
                <c:pt idx="5306">
                  <c:v>40302</c:v>
                </c:pt>
                <c:pt idx="5307">
                  <c:v>40303</c:v>
                </c:pt>
                <c:pt idx="5308">
                  <c:v>40304</c:v>
                </c:pt>
                <c:pt idx="5309">
                  <c:v>40305</c:v>
                </c:pt>
                <c:pt idx="5310">
                  <c:v>40308</c:v>
                </c:pt>
                <c:pt idx="5311">
                  <c:v>40309</c:v>
                </c:pt>
                <c:pt idx="5312">
                  <c:v>40310</c:v>
                </c:pt>
                <c:pt idx="5313">
                  <c:v>40311</c:v>
                </c:pt>
                <c:pt idx="5314">
                  <c:v>40312</c:v>
                </c:pt>
                <c:pt idx="5315">
                  <c:v>40315</c:v>
                </c:pt>
                <c:pt idx="5316">
                  <c:v>40316</c:v>
                </c:pt>
                <c:pt idx="5317">
                  <c:v>40317</c:v>
                </c:pt>
                <c:pt idx="5318">
                  <c:v>40318</c:v>
                </c:pt>
                <c:pt idx="5319">
                  <c:v>40319</c:v>
                </c:pt>
                <c:pt idx="5320">
                  <c:v>40322</c:v>
                </c:pt>
                <c:pt idx="5321">
                  <c:v>40323</c:v>
                </c:pt>
                <c:pt idx="5322">
                  <c:v>40324</c:v>
                </c:pt>
                <c:pt idx="5323">
                  <c:v>40325</c:v>
                </c:pt>
                <c:pt idx="5324">
                  <c:v>40326</c:v>
                </c:pt>
                <c:pt idx="5325">
                  <c:v>40329</c:v>
                </c:pt>
                <c:pt idx="5326">
                  <c:v>40330</c:v>
                </c:pt>
                <c:pt idx="5327">
                  <c:v>40331</c:v>
                </c:pt>
                <c:pt idx="5328">
                  <c:v>40332</c:v>
                </c:pt>
                <c:pt idx="5329">
                  <c:v>40333</c:v>
                </c:pt>
                <c:pt idx="5330">
                  <c:v>40336</c:v>
                </c:pt>
                <c:pt idx="5331">
                  <c:v>40337</c:v>
                </c:pt>
                <c:pt idx="5332">
                  <c:v>40338</c:v>
                </c:pt>
                <c:pt idx="5333">
                  <c:v>40339</c:v>
                </c:pt>
                <c:pt idx="5334">
                  <c:v>40340</c:v>
                </c:pt>
                <c:pt idx="5335">
                  <c:v>40343</c:v>
                </c:pt>
                <c:pt idx="5336">
                  <c:v>40344</c:v>
                </c:pt>
                <c:pt idx="5337">
                  <c:v>40345</c:v>
                </c:pt>
                <c:pt idx="5338">
                  <c:v>40346</c:v>
                </c:pt>
                <c:pt idx="5339">
                  <c:v>40347</c:v>
                </c:pt>
                <c:pt idx="5340">
                  <c:v>40350</c:v>
                </c:pt>
                <c:pt idx="5341">
                  <c:v>40351</c:v>
                </c:pt>
                <c:pt idx="5342">
                  <c:v>40352</c:v>
                </c:pt>
                <c:pt idx="5343">
                  <c:v>40353</c:v>
                </c:pt>
                <c:pt idx="5344">
                  <c:v>40354</c:v>
                </c:pt>
                <c:pt idx="5345">
                  <c:v>40357</c:v>
                </c:pt>
                <c:pt idx="5346">
                  <c:v>40358</c:v>
                </c:pt>
                <c:pt idx="5347">
                  <c:v>40359</c:v>
                </c:pt>
                <c:pt idx="5348">
                  <c:v>40360</c:v>
                </c:pt>
                <c:pt idx="5349">
                  <c:v>40361</c:v>
                </c:pt>
                <c:pt idx="5350">
                  <c:v>40364</c:v>
                </c:pt>
                <c:pt idx="5351">
                  <c:v>40365</c:v>
                </c:pt>
                <c:pt idx="5352">
                  <c:v>40366</c:v>
                </c:pt>
                <c:pt idx="5353">
                  <c:v>40367</c:v>
                </c:pt>
                <c:pt idx="5354">
                  <c:v>40368</c:v>
                </c:pt>
                <c:pt idx="5355">
                  <c:v>40371</c:v>
                </c:pt>
                <c:pt idx="5356">
                  <c:v>40372</c:v>
                </c:pt>
                <c:pt idx="5357">
                  <c:v>40373</c:v>
                </c:pt>
                <c:pt idx="5358">
                  <c:v>40374</c:v>
                </c:pt>
                <c:pt idx="5359">
                  <c:v>40375</c:v>
                </c:pt>
                <c:pt idx="5360">
                  <c:v>40378</c:v>
                </c:pt>
                <c:pt idx="5361">
                  <c:v>40379</c:v>
                </c:pt>
                <c:pt idx="5362">
                  <c:v>40380</c:v>
                </c:pt>
                <c:pt idx="5363">
                  <c:v>40381</c:v>
                </c:pt>
                <c:pt idx="5364">
                  <c:v>40382</c:v>
                </c:pt>
                <c:pt idx="5365">
                  <c:v>40385</c:v>
                </c:pt>
                <c:pt idx="5366">
                  <c:v>40386</c:v>
                </c:pt>
                <c:pt idx="5367">
                  <c:v>40387</c:v>
                </c:pt>
                <c:pt idx="5368">
                  <c:v>40388</c:v>
                </c:pt>
                <c:pt idx="5369">
                  <c:v>40389</c:v>
                </c:pt>
                <c:pt idx="5370">
                  <c:v>40392</c:v>
                </c:pt>
                <c:pt idx="5371">
                  <c:v>40393</c:v>
                </c:pt>
                <c:pt idx="5372">
                  <c:v>40394</c:v>
                </c:pt>
                <c:pt idx="5373">
                  <c:v>40395</c:v>
                </c:pt>
                <c:pt idx="5374">
                  <c:v>40396</c:v>
                </c:pt>
                <c:pt idx="5375">
                  <c:v>40399</c:v>
                </c:pt>
                <c:pt idx="5376">
                  <c:v>40400</c:v>
                </c:pt>
                <c:pt idx="5377">
                  <c:v>40401</c:v>
                </c:pt>
                <c:pt idx="5378">
                  <c:v>40402</c:v>
                </c:pt>
                <c:pt idx="5379">
                  <c:v>40403</c:v>
                </c:pt>
                <c:pt idx="5380">
                  <c:v>40406</c:v>
                </c:pt>
                <c:pt idx="5381">
                  <c:v>40407</c:v>
                </c:pt>
                <c:pt idx="5382">
                  <c:v>40408</c:v>
                </c:pt>
                <c:pt idx="5383">
                  <c:v>40409</c:v>
                </c:pt>
                <c:pt idx="5384">
                  <c:v>40410</c:v>
                </c:pt>
                <c:pt idx="5385">
                  <c:v>40413</c:v>
                </c:pt>
                <c:pt idx="5386">
                  <c:v>40414</c:v>
                </c:pt>
                <c:pt idx="5387">
                  <c:v>40415</c:v>
                </c:pt>
                <c:pt idx="5388">
                  <c:v>40416</c:v>
                </c:pt>
                <c:pt idx="5389">
                  <c:v>40417</c:v>
                </c:pt>
                <c:pt idx="5390">
                  <c:v>40420</c:v>
                </c:pt>
                <c:pt idx="5391">
                  <c:v>40421</c:v>
                </c:pt>
                <c:pt idx="5392">
                  <c:v>40422</c:v>
                </c:pt>
                <c:pt idx="5393">
                  <c:v>40423</c:v>
                </c:pt>
                <c:pt idx="5394">
                  <c:v>40424</c:v>
                </c:pt>
                <c:pt idx="5395">
                  <c:v>40427</c:v>
                </c:pt>
                <c:pt idx="5396">
                  <c:v>40428</c:v>
                </c:pt>
                <c:pt idx="5397">
                  <c:v>40429</c:v>
                </c:pt>
                <c:pt idx="5398">
                  <c:v>40430</c:v>
                </c:pt>
                <c:pt idx="5399">
                  <c:v>40431</c:v>
                </c:pt>
                <c:pt idx="5400">
                  <c:v>40434</c:v>
                </c:pt>
                <c:pt idx="5401">
                  <c:v>40435</c:v>
                </c:pt>
                <c:pt idx="5402">
                  <c:v>40436</c:v>
                </c:pt>
                <c:pt idx="5403">
                  <c:v>40437</c:v>
                </c:pt>
                <c:pt idx="5404">
                  <c:v>40438</c:v>
                </c:pt>
                <c:pt idx="5405">
                  <c:v>40441</c:v>
                </c:pt>
                <c:pt idx="5406">
                  <c:v>40442</c:v>
                </c:pt>
                <c:pt idx="5407">
                  <c:v>40443</c:v>
                </c:pt>
                <c:pt idx="5408">
                  <c:v>40444</c:v>
                </c:pt>
                <c:pt idx="5409">
                  <c:v>40445</c:v>
                </c:pt>
                <c:pt idx="5410">
                  <c:v>40448</c:v>
                </c:pt>
                <c:pt idx="5411">
                  <c:v>40449</c:v>
                </c:pt>
                <c:pt idx="5412">
                  <c:v>40450</c:v>
                </c:pt>
                <c:pt idx="5413">
                  <c:v>40451</c:v>
                </c:pt>
                <c:pt idx="5414">
                  <c:v>40452</c:v>
                </c:pt>
                <c:pt idx="5415">
                  <c:v>40455</c:v>
                </c:pt>
                <c:pt idx="5416">
                  <c:v>40456</c:v>
                </c:pt>
                <c:pt idx="5417">
                  <c:v>40457</c:v>
                </c:pt>
                <c:pt idx="5418">
                  <c:v>40458</c:v>
                </c:pt>
                <c:pt idx="5419">
                  <c:v>40459</c:v>
                </c:pt>
                <c:pt idx="5420">
                  <c:v>40462</c:v>
                </c:pt>
                <c:pt idx="5421">
                  <c:v>40463</c:v>
                </c:pt>
                <c:pt idx="5422">
                  <c:v>40464</c:v>
                </c:pt>
                <c:pt idx="5423">
                  <c:v>40465</c:v>
                </c:pt>
                <c:pt idx="5424">
                  <c:v>40466</c:v>
                </c:pt>
                <c:pt idx="5425">
                  <c:v>40469</c:v>
                </c:pt>
                <c:pt idx="5426">
                  <c:v>40470</c:v>
                </c:pt>
                <c:pt idx="5427">
                  <c:v>40471</c:v>
                </c:pt>
                <c:pt idx="5428">
                  <c:v>40472</c:v>
                </c:pt>
                <c:pt idx="5429">
                  <c:v>40473</c:v>
                </c:pt>
                <c:pt idx="5430">
                  <c:v>40476</c:v>
                </c:pt>
                <c:pt idx="5431">
                  <c:v>40477</c:v>
                </c:pt>
                <c:pt idx="5432">
                  <c:v>40478</c:v>
                </c:pt>
                <c:pt idx="5433">
                  <c:v>40479</c:v>
                </c:pt>
                <c:pt idx="5434">
                  <c:v>40480</c:v>
                </c:pt>
                <c:pt idx="5435">
                  <c:v>40483</c:v>
                </c:pt>
                <c:pt idx="5436">
                  <c:v>40484</c:v>
                </c:pt>
                <c:pt idx="5437">
                  <c:v>40485</c:v>
                </c:pt>
                <c:pt idx="5438">
                  <c:v>40486</c:v>
                </c:pt>
                <c:pt idx="5439">
                  <c:v>40487</c:v>
                </c:pt>
                <c:pt idx="5440">
                  <c:v>40490</c:v>
                </c:pt>
                <c:pt idx="5441">
                  <c:v>40491</c:v>
                </c:pt>
                <c:pt idx="5442">
                  <c:v>40492</c:v>
                </c:pt>
                <c:pt idx="5443">
                  <c:v>40493</c:v>
                </c:pt>
                <c:pt idx="5444">
                  <c:v>40494</c:v>
                </c:pt>
                <c:pt idx="5445">
                  <c:v>40497</c:v>
                </c:pt>
                <c:pt idx="5446">
                  <c:v>40498</c:v>
                </c:pt>
                <c:pt idx="5447">
                  <c:v>40499</c:v>
                </c:pt>
                <c:pt idx="5448">
                  <c:v>40500</c:v>
                </c:pt>
                <c:pt idx="5449">
                  <c:v>40501</c:v>
                </c:pt>
                <c:pt idx="5450">
                  <c:v>40504</c:v>
                </c:pt>
                <c:pt idx="5451">
                  <c:v>40505</c:v>
                </c:pt>
                <c:pt idx="5452">
                  <c:v>40506</c:v>
                </c:pt>
                <c:pt idx="5453">
                  <c:v>40507</c:v>
                </c:pt>
                <c:pt idx="5454">
                  <c:v>40508</c:v>
                </c:pt>
                <c:pt idx="5455">
                  <c:v>40511</c:v>
                </c:pt>
                <c:pt idx="5456">
                  <c:v>40512</c:v>
                </c:pt>
                <c:pt idx="5457">
                  <c:v>40513</c:v>
                </c:pt>
                <c:pt idx="5458">
                  <c:v>40514</c:v>
                </c:pt>
                <c:pt idx="5459">
                  <c:v>40515</c:v>
                </c:pt>
                <c:pt idx="5460">
                  <c:v>40518</c:v>
                </c:pt>
                <c:pt idx="5461">
                  <c:v>40519</c:v>
                </c:pt>
                <c:pt idx="5462">
                  <c:v>40520</c:v>
                </c:pt>
                <c:pt idx="5463">
                  <c:v>40521</c:v>
                </c:pt>
                <c:pt idx="5464">
                  <c:v>40522</c:v>
                </c:pt>
                <c:pt idx="5465">
                  <c:v>40525</c:v>
                </c:pt>
                <c:pt idx="5466">
                  <c:v>40526</c:v>
                </c:pt>
                <c:pt idx="5467">
                  <c:v>40527</c:v>
                </c:pt>
                <c:pt idx="5468">
                  <c:v>40528</c:v>
                </c:pt>
                <c:pt idx="5469">
                  <c:v>40529</c:v>
                </c:pt>
                <c:pt idx="5470">
                  <c:v>40532</c:v>
                </c:pt>
                <c:pt idx="5471">
                  <c:v>40533</c:v>
                </c:pt>
                <c:pt idx="5472">
                  <c:v>40534</c:v>
                </c:pt>
                <c:pt idx="5473">
                  <c:v>40535</c:v>
                </c:pt>
                <c:pt idx="5474">
                  <c:v>40536</c:v>
                </c:pt>
                <c:pt idx="5475">
                  <c:v>40539</c:v>
                </c:pt>
                <c:pt idx="5476">
                  <c:v>40540</c:v>
                </c:pt>
                <c:pt idx="5477">
                  <c:v>40541</c:v>
                </c:pt>
                <c:pt idx="5478">
                  <c:v>40542</c:v>
                </c:pt>
                <c:pt idx="5479">
                  <c:v>40543</c:v>
                </c:pt>
                <c:pt idx="5480">
                  <c:v>40546</c:v>
                </c:pt>
                <c:pt idx="5481">
                  <c:v>40547</c:v>
                </c:pt>
                <c:pt idx="5482">
                  <c:v>40548</c:v>
                </c:pt>
                <c:pt idx="5483">
                  <c:v>40549</c:v>
                </c:pt>
                <c:pt idx="5484">
                  <c:v>40550</c:v>
                </c:pt>
                <c:pt idx="5485">
                  <c:v>40553</c:v>
                </c:pt>
                <c:pt idx="5486">
                  <c:v>40554</c:v>
                </c:pt>
                <c:pt idx="5487">
                  <c:v>40555</c:v>
                </c:pt>
                <c:pt idx="5488">
                  <c:v>40556</c:v>
                </c:pt>
                <c:pt idx="5489">
                  <c:v>40557</c:v>
                </c:pt>
                <c:pt idx="5490">
                  <c:v>40560</c:v>
                </c:pt>
                <c:pt idx="5491">
                  <c:v>40561</c:v>
                </c:pt>
                <c:pt idx="5492">
                  <c:v>40562</c:v>
                </c:pt>
                <c:pt idx="5493">
                  <c:v>40563</c:v>
                </c:pt>
                <c:pt idx="5494">
                  <c:v>40564</c:v>
                </c:pt>
                <c:pt idx="5495">
                  <c:v>40567</c:v>
                </c:pt>
                <c:pt idx="5496">
                  <c:v>40568</c:v>
                </c:pt>
                <c:pt idx="5497">
                  <c:v>40569</c:v>
                </c:pt>
                <c:pt idx="5498">
                  <c:v>40570</c:v>
                </c:pt>
                <c:pt idx="5499">
                  <c:v>40571</c:v>
                </c:pt>
                <c:pt idx="5500">
                  <c:v>40574</c:v>
                </c:pt>
                <c:pt idx="5501">
                  <c:v>40575</c:v>
                </c:pt>
                <c:pt idx="5502">
                  <c:v>40576</c:v>
                </c:pt>
                <c:pt idx="5503">
                  <c:v>40577</c:v>
                </c:pt>
                <c:pt idx="5504">
                  <c:v>40578</c:v>
                </c:pt>
                <c:pt idx="5505">
                  <c:v>40581</c:v>
                </c:pt>
                <c:pt idx="5506">
                  <c:v>40582</c:v>
                </c:pt>
                <c:pt idx="5507">
                  <c:v>40583</c:v>
                </c:pt>
                <c:pt idx="5508">
                  <c:v>40584</c:v>
                </c:pt>
                <c:pt idx="5509">
                  <c:v>40585</c:v>
                </c:pt>
                <c:pt idx="5510">
                  <c:v>40588</c:v>
                </c:pt>
                <c:pt idx="5511">
                  <c:v>40589</c:v>
                </c:pt>
                <c:pt idx="5512">
                  <c:v>40590</c:v>
                </c:pt>
                <c:pt idx="5513">
                  <c:v>40591</c:v>
                </c:pt>
                <c:pt idx="5514">
                  <c:v>40592</c:v>
                </c:pt>
                <c:pt idx="5515">
                  <c:v>40595</c:v>
                </c:pt>
                <c:pt idx="5516">
                  <c:v>40596</c:v>
                </c:pt>
                <c:pt idx="5517">
                  <c:v>40597</c:v>
                </c:pt>
                <c:pt idx="5518">
                  <c:v>40598</c:v>
                </c:pt>
                <c:pt idx="5519">
                  <c:v>40599</c:v>
                </c:pt>
                <c:pt idx="5520">
                  <c:v>40602</c:v>
                </c:pt>
                <c:pt idx="5521">
                  <c:v>40603</c:v>
                </c:pt>
                <c:pt idx="5522">
                  <c:v>40604</c:v>
                </c:pt>
                <c:pt idx="5523">
                  <c:v>40605</c:v>
                </c:pt>
                <c:pt idx="5524">
                  <c:v>40606</c:v>
                </c:pt>
                <c:pt idx="5525">
                  <c:v>40609</c:v>
                </c:pt>
                <c:pt idx="5526">
                  <c:v>40610</c:v>
                </c:pt>
                <c:pt idx="5527">
                  <c:v>40611</c:v>
                </c:pt>
                <c:pt idx="5528">
                  <c:v>40612</c:v>
                </c:pt>
                <c:pt idx="5529">
                  <c:v>40613</c:v>
                </c:pt>
                <c:pt idx="5530">
                  <c:v>40616</c:v>
                </c:pt>
                <c:pt idx="5531">
                  <c:v>40617</c:v>
                </c:pt>
                <c:pt idx="5532">
                  <c:v>40618</c:v>
                </c:pt>
                <c:pt idx="5533">
                  <c:v>40619</c:v>
                </c:pt>
                <c:pt idx="5534">
                  <c:v>40620</c:v>
                </c:pt>
                <c:pt idx="5535">
                  <c:v>40623</c:v>
                </c:pt>
                <c:pt idx="5536">
                  <c:v>40624</c:v>
                </c:pt>
                <c:pt idx="5537">
                  <c:v>40625</c:v>
                </c:pt>
                <c:pt idx="5538">
                  <c:v>40626</c:v>
                </c:pt>
                <c:pt idx="5539">
                  <c:v>40627</c:v>
                </c:pt>
                <c:pt idx="5540">
                  <c:v>40630</c:v>
                </c:pt>
                <c:pt idx="5541">
                  <c:v>40631</c:v>
                </c:pt>
                <c:pt idx="5542">
                  <c:v>40632</c:v>
                </c:pt>
                <c:pt idx="5543">
                  <c:v>40633</c:v>
                </c:pt>
                <c:pt idx="5544">
                  <c:v>40634</c:v>
                </c:pt>
                <c:pt idx="5545">
                  <c:v>40637</c:v>
                </c:pt>
                <c:pt idx="5546">
                  <c:v>40638</c:v>
                </c:pt>
                <c:pt idx="5547">
                  <c:v>40639</c:v>
                </c:pt>
                <c:pt idx="5548">
                  <c:v>40640</c:v>
                </c:pt>
                <c:pt idx="5549">
                  <c:v>40641</c:v>
                </c:pt>
                <c:pt idx="5550">
                  <c:v>40644</c:v>
                </c:pt>
                <c:pt idx="5551">
                  <c:v>40645</c:v>
                </c:pt>
                <c:pt idx="5552">
                  <c:v>40646</c:v>
                </c:pt>
                <c:pt idx="5553">
                  <c:v>40647</c:v>
                </c:pt>
                <c:pt idx="5554">
                  <c:v>40648</c:v>
                </c:pt>
                <c:pt idx="5555">
                  <c:v>40651</c:v>
                </c:pt>
                <c:pt idx="5556">
                  <c:v>40652</c:v>
                </c:pt>
                <c:pt idx="5557">
                  <c:v>40653</c:v>
                </c:pt>
                <c:pt idx="5558">
                  <c:v>40654</c:v>
                </c:pt>
                <c:pt idx="5559">
                  <c:v>40655</c:v>
                </c:pt>
                <c:pt idx="5560">
                  <c:v>40658</c:v>
                </c:pt>
                <c:pt idx="5561">
                  <c:v>40659</c:v>
                </c:pt>
                <c:pt idx="5562">
                  <c:v>40660</c:v>
                </c:pt>
                <c:pt idx="5563">
                  <c:v>40661</c:v>
                </c:pt>
                <c:pt idx="5564">
                  <c:v>40662</c:v>
                </c:pt>
                <c:pt idx="5565">
                  <c:v>40665</c:v>
                </c:pt>
                <c:pt idx="5566">
                  <c:v>40666</c:v>
                </c:pt>
                <c:pt idx="5567">
                  <c:v>40667</c:v>
                </c:pt>
                <c:pt idx="5568">
                  <c:v>40668</c:v>
                </c:pt>
                <c:pt idx="5569">
                  <c:v>40669</c:v>
                </c:pt>
                <c:pt idx="5570">
                  <c:v>40672</c:v>
                </c:pt>
                <c:pt idx="5571">
                  <c:v>40673</c:v>
                </c:pt>
                <c:pt idx="5572">
                  <c:v>40674</c:v>
                </c:pt>
                <c:pt idx="5573">
                  <c:v>40675</c:v>
                </c:pt>
                <c:pt idx="5574">
                  <c:v>40676</c:v>
                </c:pt>
                <c:pt idx="5575">
                  <c:v>40679</c:v>
                </c:pt>
                <c:pt idx="5576">
                  <c:v>40680</c:v>
                </c:pt>
                <c:pt idx="5577">
                  <c:v>40681</c:v>
                </c:pt>
                <c:pt idx="5578">
                  <c:v>40682</c:v>
                </c:pt>
                <c:pt idx="5579">
                  <c:v>40683</c:v>
                </c:pt>
                <c:pt idx="5580">
                  <c:v>40686</c:v>
                </c:pt>
                <c:pt idx="5581">
                  <c:v>40687</c:v>
                </c:pt>
                <c:pt idx="5582">
                  <c:v>40688</c:v>
                </c:pt>
                <c:pt idx="5583">
                  <c:v>40689</c:v>
                </c:pt>
                <c:pt idx="5584">
                  <c:v>40690</c:v>
                </c:pt>
                <c:pt idx="5585">
                  <c:v>40693</c:v>
                </c:pt>
                <c:pt idx="5586">
                  <c:v>40694</c:v>
                </c:pt>
                <c:pt idx="5587">
                  <c:v>40695</c:v>
                </c:pt>
                <c:pt idx="5588">
                  <c:v>40696</c:v>
                </c:pt>
                <c:pt idx="5589">
                  <c:v>40697</c:v>
                </c:pt>
                <c:pt idx="5590">
                  <c:v>40700</c:v>
                </c:pt>
                <c:pt idx="5591">
                  <c:v>40701</c:v>
                </c:pt>
                <c:pt idx="5592">
                  <c:v>40702</c:v>
                </c:pt>
                <c:pt idx="5593">
                  <c:v>40703</c:v>
                </c:pt>
                <c:pt idx="5594">
                  <c:v>40704</c:v>
                </c:pt>
                <c:pt idx="5595">
                  <c:v>40707</c:v>
                </c:pt>
                <c:pt idx="5596">
                  <c:v>40708</c:v>
                </c:pt>
                <c:pt idx="5597">
                  <c:v>40709</c:v>
                </c:pt>
                <c:pt idx="5598">
                  <c:v>40710</c:v>
                </c:pt>
                <c:pt idx="5599">
                  <c:v>40711</c:v>
                </c:pt>
                <c:pt idx="5600">
                  <c:v>40714</c:v>
                </c:pt>
                <c:pt idx="5601">
                  <c:v>40715</c:v>
                </c:pt>
                <c:pt idx="5602">
                  <c:v>40716</c:v>
                </c:pt>
                <c:pt idx="5603">
                  <c:v>40717</c:v>
                </c:pt>
                <c:pt idx="5604">
                  <c:v>40718</c:v>
                </c:pt>
                <c:pt idx="5605">
                  <c:v>40721</c:v>
                </c:pt>
                <c:pt idx="5606">
                  <c:v>40722</c:v>
                </c:pt>
                <c:pt idx="5607">
                  <c:v>40723</c:v>
                </c:pt>
                <c:pt idx="5608">
                  <c:v>40724</c:v>
                </c:pt>
                <c:pt idx="5609">
                  <c:v>40725</c:v>
                </c:pt>
                <c:pt idx="5610">
                  <c:v>40728</c:v>
                </c:pt>
                <c:pt idx="5611">
                  <c:v>40729</c:v>
                </c:pt>
                <c:pt idx="5612">
                  <c:v>40730</c:v>
                </c:pt>
                <c:pt idx="5613">
                  <c:v>40731</c:v>
                </c:pt>
                <c:pt idx="5614">
                  <c:v>40732</c:v>
                </c:pt>
                <c:pt idx="5615">
                  <c:v>40735</c:v>
                </c:pt>
                <c:pt idx="5616">
                  <c:v>40736</c:v>
                </c:pt>
                <c:pt idx="5617">
                  <c:v>40737</c:v>
                </c:pt>
                <c:pt idx="5618">
                  <c:v>40738</c:v>
                </c:pt>
                <c:pt idx="5619">
                  <c:v>40739</c:v>
                </c:pt>
                <c:pt idx="5620">
                  <c:v>40742</c:v>
                </c:pt>
                <c:pt idx="5621">
                  <c:v>40743</c:v>
                </c:pt>
                <c:pt idx="5622">
                  <c:v>40744</c:v>
                </c:pt>
                <c:pt idx="5623">
                  <c:v>40745</c:v>
                </c:pt>
                <c:pt idx="5624">
                  <c:v>40746</c:v>
                </c:pt>
                <c:pt idx="5625">
                  <c:v>40749</c:v>
                </c:pt>
                <c:pt idx="5626">
                  <c:v>40750</c:v>
                </c:pt>
                <c:pt idx="5627">
                  <c:v>40751</c:v>
                </c:pt>
                <c:pt idx="5628">
                  <c:v>40752</c:v>
                </c:pt>
                <c:pt idx="5629">
                  <c:v>40753</c:v>
                </c:pt>
                <c:pt idx="5630">
                  <c:v>40756</c:v>
                </c:pt>
                <c:pt idx="5631">
                  <c:v>40757</c:v>
                </c:pt>
                <c:pt idx="5632">
                  <c:v>40758</c:v>
                </c:pt>
                <c:pt idx="5633">
                  <c:v>40759</c:v>
                </c:pt>
                <c:pt idx="5634">
                  <c:v>40760</c:v>
                </c:pt>
                <c:pt idx="5635">
                  <c:v>40763</c:v>
                </c:pt>
                <c:pt idx="5636">
                  <c:v>40764</c:v>
                </c:pt>
                <c:pt idx="5637">
                  <c:v>40765</c:v>
                </c:pt>
                <c:pt idx="5638">
                  <c:v>40766</c:v>
                </c:pt>
                <c:pt idx="5639">
                  <c:v>40767</c:v>
                </c:pt>
                <c:pt idx="5640">
                  <c:v>40770</c:v>
                </c:pt>
                <c:pt idx="5641">
                  <c:v>40771</c:v>
                </c:pt>
                <c:pt idx="5642">
                  <c:v>40772</c:v>
                </c:pt>
                <c:pt idx="5643">
                  <c:v>40773</c:v>
                </c:pt>
                <c:pt idx="5644">
                  <c:v>40774</c:v>
                </c:pt>
                <c:pt idx="5645">
                  <c:v>40777</c:v>
                </c:pt>
                <c:pt idx="5646">
                  <c:v>40778</c:v>
                </c:pt>
                <c:pt idx="5647">
                  <c:v>40779</c:v>
                </c:pt>
                <c:pt idx="5648">
                  <c:v>40780</c:v>
                </c:pt>
                <c:pt idx="5649">
                  <c:v>40781</c:v>
                </c:pt>
                <c:pt idx="5650">
                  <c:v>40784</c:v>
                </c:pt>
                <c:pt idx="5651">
                  <c:v>40785</c:v>
                </c:pt>
                <c:pt idx="5652">
                  <c:v>40786</c:v>
                </c:pt>
                <c:pt idx="5653">
                  <c:v>40787</c:v>
                </c:pt>
                <c:pt idx="5654">
                  <c:v>40788</c:v>
                </c:pt>
                <c:pt idx="5655">
                  <c:v>40791</c:v>
                </c:pt>
                <c:pt idx="5656">
                  <c:v>40792</c:v>
                </c:pt>
                <c:pt idx="5657">
                  <c:v>40793</c:v>
                </c:pt>
                <c:pt idx="5658">
                  <c:v>40794</c:v>
                </c:pt>
                <c:pt idx="5659">
                  <c:v>40795</c:v>
                </c:pt>
                <c:pt idx="5660">
                  <c:v>40798</c:v>
                </c:pt>
                <c:pt idx="5661">
                  <c:v>40799</c:v>
                </c:pt>
                <c:pt idx="5662">
                  <c:v>40800</c:v>
                </c:pt>
                <c:pt idx="5663">
                  <c:v>40801</c:v>
                </c:pt>
                <c:pt idx="5664">
                  <c:v>40802</c:v>
                </c:pt>
                <c:pt idx="5665">
                  <c:v>40805</c:v>
                </c:pt>
                <c:pt idx="5666">
                  <c:v>40806</c:v>
                </c:pt>
                <c:pt idx="5667">
                  <c:v>40807</c:v>
                </c:pt>
                <c:pt idx="5668">
                  <c:v>40808</c:v>
                </c:pt>
                <c:pt idx="5669">
                  <c:v>40809</c:v>
                </c:pt>
                <c:pt idx="5670">
                  <c:v>40812</c:v>
                </c:pt>
                <c:pt idx="5671">
                  <c:v>40813</c:v>
                </c:pt>
                <c:pt idx="5672">
                  <c:v>40814</c:v>
                </c:pt>
                <c:pt idx="5673">
                  <c:v>40815</c:v>
                </c:pt>
                <c:pt idx="5674">
                  <c:v>40816</c:v>
                </c:pt>
                <c:pt idx="5675">
                  <c:v>40819</c:v>
                </c:pt>
                <c:pt idx="5676">
                  <c:v>40820</c:v>
                </c:pt>
                <c:pt idx="5677">
                  <c:v>40821</c:v>
                </c:pt>
                <c:pt idx="5678">
                  <c:v>40822</c:v>
                </c:pt>
                <c:pt idx="5679">
                  <c:v>40823</c:v>
                </c:pt>
                <c:pt idx="5680">
                  <c:v>40826</c:v>
                </c:pt>
                <c:pt idx="5681">
                  <c:v>40827</c:v>
                </c:pt>
                <c:pt idx="5682">
                  <c:v>40828</c:v>
                </c:pt>
                <c:pt idx="5683">
                  <c:v>40829</c:v>
                </c:pt>
                <c:pt idx="5684">
                  <c:v>40830</c:v>
                </c:pt>
                <c:pt idx="5685">
                  <c:v>40833</c:v>
                </c:pt>
                <c:pt idx="5686">
                  <c:v>40834</c:v>
                </c:pt>
                <c:pt idx="5687">
                  <c:v>40835</c:v>
                </c:pt>
                <c:pt idx="5688">
                  <c:v>40836</c:v>
                </c:pt>
                <c:pt idx="5689">
                  <c:v>40837</c:v>
                </c:pt>
                <c:pt idx="5690">
                  <c:v>40840</c:v>
                </c:pt>
                <c:pt idx="5691">
                  <c:v>40841</c:v>
                </c:pt>
                <c:pt idx="5692">
                  <c:v>40842</c:v>
                </c:pt>
                <c:pt idx="5693">
                  <c:v>40843</c:v>
                </c:pt>
                <c:pt idx="5694">
                  <c:v>40844</c:v>
                </c:pt>
                <c:pt idx="5695">
                  <c:v>40847</c:v>
                </c:pt>
                <c:pt idx="5696">
                  <c:v>40848</c:v>
                </c:pt>
                <c:pt idx="5697">
                  <c:v>40849</c:v>
                </c:pt>
                <c:pt idx="5698">
                  <c:v>40850</c:v>
                </c:pt>
                <c:pt idx="5699">
                  <c:v>40851</c:v>
                </c:pt>
                <c:pt idx="5700">
                  <c:v>40854</c:v>
                </c:pt>
                <c:pt idx="5701">
                  <c:v>40855</c:v>
                </c:pt>
                <c:pt idx="5702">
                  <c:v>40856</c:v>
                </c:pt>
                <c:pt idx="5703">
                  <c:v>40857</c:v>
                </c:pt>
                <c:pt idx="5704">
                  <c:v>40858</c:v>
                </c:pt>
                <c:pt idx="5705">
                  <c:v>40861</c:v>
                </c:pt>
                <c:pt idx="5706">
                  <c:v>40862</c:v>
                </c:pt>
                <c:pt idx="5707">
                  <c:v>40863</c:v>
                </c:pt>
                <c:pt idx="5708">
                  <c:v>40864</c:v>
                </c:pt>
                <c:pt idx="5709">
                  <c:v>40865</c:v>
                </c:pt>
                <c:pt idx="5710">
                  <c:v>40868</c:v>
                </c:pt>
                <c:pt idx="5711">
                  <c:v>40869</c:v>
                </c:pt>
                <c:pt idx="5712">
                  <c:v>40870</c:v>
                </c:pt>
                <c:pt idx="5713">
                  <c:v>40871</c:v>
                </c:pt>
                <c:pt idx="5714">
                  <c:v>40872</c:v>
                </c:pt>
                <c:pt idx="5715">
                  <c:v>40875</c:v>
                </c:pt>
                <c:pt idx="5716">
                  <c:v>40876</c:v>
                </c:pt>
                <c:pt idx="5717">
                  <c:v>40877</c:v>
                </c:pt>
                <c:pt idx="5718">
                  <c:v>40878</c:v>
                </c:pt>
                <c:pt idx="5719">
                  <c:v>40879</c:v>
                </c:pt>
                <c:pt idx="5720">
                  <c:v>40882</c:v>
                </c:pt>
                <c:pt idx="5721">
                  <c:v>40883</c:v>
                </c:pt>
                <c:pt idx="5722">
                  <c:v>40884</c:v>
                </c:pt>
                <c:pt idx="5723">
                  <c:v>40885</c:v>
                </c:pt>
                <c:pt idx="5724">
                  <c:v>40886</c:v>
                </c:pt>
                <c:pt idx="5725">
                  <c:v>40889</c:v>
                </c:pt>
                <c:pt idx="5726">
                  <c:v>40890</c:v>
                </c:pt>
                <c:pt idx="5727">
                  <c:v>40891</c:v>
                </c:pt>
                <c:pt idx="5728">
                  <c:v>40892</c:v>
                </c:pt>
                <c:pt idx="5729">
                  <c:v>40893</c:v>
                </c:pt>
                <c:pt idx="5730">
                  <c:v>40896</c:v>
                </c:pt>
                <c:pt idx="5731">
                  <c:v>40897</c:v>
                </c:pt>
                <c:pt idx="5732">
                  <c:v>40898</c:v>
                </c:pt>
                <c:pt idx="5733">
                  <c:v>40899</c:v>
                </c:pt>
                <c:pt idx="5734">
                  <c:v>40900</c:v>
                </c:pt>
                <c:pt idx="5735">
                  <c:v>40903</c:v>
                </c:pt>
                <c:pt idx="5736">
                  <c:v>40904</c:v>
                </c:pt>
                <c:pt idx="5737">
                  <c:v>40905</c:v>
                </c:pt>
                <c:pt idx="5738">
                  <c:v>40906</c:v>
                </c:pt>
                <c:pt idx="5739">
                  <c:v>40907</c:v>
                </c:pt>
                <c:pt idx="5740">
                  <c:v>40910</c:v>
                </c:pt>
                <c:pt idx="5741">
                  <c:v>40911</c:v>
                </c:pt>
                <c:pt idx="5742">
                  <c:v>40912</c:v>
                </c:pt>
                <c:pt idx="5743">
                  <c:v>40913</c:v>
                </c:pt>
                <c:pt idx="5744">
                  <c:v>40914</c:v>
                </c:pt>
                <c:pt idx="5745">
                  <c:v>40917</c:v>
                </c:pt>
                <c:pt idx="5746">
                  <c:v>40918</c:v>
                </c:pt>
                <c:pt idx="5747">
                  <c:v>40919</c:v>
                </c:pt>
                <c:pt idx="5748">
                  <c:v>40920</c:v>
                </c:pt>
                <c:pt idx="5749">
                  <c:v>40921</c:v>
                </c:pt>
                <c:pt idx="5750">
                  <c:v>40924</c:v>
                </c:pt>
                <c:pt idx="5751">
                  <c:v>40925</c:v>
                </c:pt>
                <c:pt idx="5752">
                  <c:v>40926</c:v>
                </c:pt>
                <c:pt idx="5753">
                  <c:v>40927</c:v>
                </c:pt>
                <c:pt idx="5754">
                  <c:v>40928</c:v>
                </c:pt>
                <c:pt idx="5755">
                  <c:v>40931</c:v>
                </c:pt>
                <c:pt idx="5756">
                  <c:v>40932</c:v>
                </c:pt>
                <c:pt idx="5757">
                  <c:v>40933</c:v>
                </c:pt>
                <c:pt idx="5758">
                  <c:v>40934</c:v>
                </c:pt>
                <c:pt idx="5759">
                  <c:v>40935</c:v>
                </c:pt>
                <c:pt idx="5760">
                  <c:v>40938</c:v>
                </c:pt>
                <c:pt idx="5761">
                  <c:v>40939</c:v>
                </c:pt>
                <c:pt idx="5762">
                  <c:v>40940</c:v>
                </c:pt>
                <c:pt idx="5763">
                  <c:v>40941</c:v>
                </c:pt>
                <c:pt idx="5764">
                  <c:v>40942</c:v>
                </c:pt>
                <c:pt idx="5765">
                  <c:v>40945</c:v>
                </c:pt>
                <c:pt idx="5766">
                  <c:v>40946</c:v>
                </c:pt>
                <c:pt idx="5767">
                  <c:v>40947</c:v>
                </c:pt>
                <c:pt idx="5768">
                  <c:v>40948</c:v>
                </c:pt>
                <c:pt idx="5769">
                  <c:v>40949</c:v>
                </c:pt>
                <c:pt idx="5770">
                  <c:v>40952</c:v>
                </c:pt>
                <c:pt idx="5771">
                  <c:v>40953</c:v>
                </c:pt>
                <c:pt idx="5772">
                  <c:v>40954</c:v>
                </c:pt>
                <c:pt idx="5773">
                  <c:v>40955</c:v>
                </c:pt>
                <c:pt idx="5774">
                  <c:v>40956</c:v>
                </c:pt>
                <c:pt idx="5775">
                  <c:v>40959</c:v>
                </c:pt>
                <c:pt idx="5776">
                  <c:v>40960</c:v>
                </c:pt>
                <c:pt idx="5777">
                  <c:v>40961</c:v>
                </c:pt>
                <c:pt idx="5778">
                  <c:v>40962</c:v>
                </c:pt>
                <c:pt idx="5779">
                  <c:v>40963</c:v>
                </c:pt>
                <c:pt idx="5780">
                  <c:v>40966</c:v>
                </c:pt>
                <c:pt idx="5781">
                  <c:v>40967</c:v>
                </c:pt>
                <c:pt idx="5782">
                  <c:v>40968</c:v>
                </c:pt>
                <c:pt idx="5783">
                  <c:v>40969</c:v>
                </c:pt>
                <c:pt idx="5784">
                  <c:v>40970</c:v>
                </c:pt>
                <c:pt idx="5785">
                  <c:v>40973</c:v>
                </c:pt>
                <c:pt idx="5786">
                  <c:v>40974</c:v>
                </c:pt>
                <c:pt idx="5787">
                  <c:v>40975</c:v>
                </c:pt>
                <c:pt idx="5788">
                  <c:v>40976</c:v>
                </c:pt>
                <c:pt idx="5789">
                  <c:v>40977</c:v>
                </c:pt>
                <c:pt idx="5790">
                  <c:v>40980</c:v>
                </c:pt>
                <c:pt idx="5791">
                  <c:v>40981</c:v>
                </c:pt>
                <c:pt idx="5792">
                  <c:v>40982</c:v>
                </c:pt>
                <c:pt idx="5793">
                  <c:v>40983</c:v>
                </c:pt>
                <c:pt idx="5794">
                  <c:v>40984</c:v>
                </c:pt>
                <c:pt idx="5795">
                  <c:v>40987</c:v>
                </c:pt>
                <c:pt idx="5796">
                  <c:v>40988</c:v>
                </c:pt>
                <c:pt idx="5797">
                  <c:v>40989</c:v>
                </c:pt>
                <c:pt idx="5798">
                  <c:v>40990</c:v>
                </c:pt>
                <c:pt idx="5799">
                  <c:v>40991</c:v>
                </c:pt>
                <c:pt idx="5800">
                  <c:v>40994</c:v>
                </c:pt>
                <c:pt idx="5801">
                  <c:v>40995</c:v>
                </c:pt>
                <c:pt idx="5802">
                  <c:v>40996</c:v>
                </c:pt>
                <c:pt idx="5803">
                  <c:v>40997</c:v>
                </c:pt>
                <c:pt idx="5804">
                  <c:v>40998</c:v>
                </c:pt>
                <c:pt idx="5805">
                  <c:v>41001</c:v>
                </c:pt>
                <c:pt idx="5806">
                  <c:v>41002</c:v>
                </c:pt>
                <c:pt idx="5807">
                  <c:v>41003</c:v>
                </c:pt>
                <c:pt idx="5808">
                  <c:v>41004</c:v>
                </c:pt>
                <c:pt idx="5809">
                  <c:v>41005</c:v>
                </c:pt>
                <c:pt idx="5810">
                  <c:v>41008</c:v>
                </c:pt>
                <c:pt idx="5811">
                  <c:v>41009</c:v>
                </c:pt>
                <c:pt idx="5812">
                  <c:v>41010</c:v>
                </c:pt>
                <c:pt idx="5813">
                  <c:v>41011</c:v>
                </c:pt>
                <c:pt idx="5814">
                  <c:v>41012</c:v>
                </c:pt>
                <c:pt idx="5815">
                  <c:v>41015</c:v>
                </c:pt>
                <c:pt idx="5816">
                  <c:v>41016</c:v>
                </c:pt>
                <c:pt idx="5817">
                  <c:v>41017</c:v>
                </c:pt>
                <c:pt idx="5818">
                  <c:v>41018</c:v>
                </c:pt>
                <c:pt idx="5819">
                  <c:v>41019</c:v>
                </c:pt>
                <c:pt idx="5820">
                  <c:v>41022</c:v>
                </c:pt>
                <c:pt idx="5821">
                  <c:v>41023</c:v>
                </c:pt>
                <c:pt idx="5822">
                  <c:v>41024</c:v>
                </c:pt>
                <c:pt idx="5823">
                  <c:v>41025</c:v>
                </c:pt>
                <c:pt idx="5824">
                  <c:v>41026</c:v>
                </c:pt>
                <c:pt idx="5825">
                  <c:v>41029</c:v>
                </c:pt>
                <c:pt idx="5826">
                  <c:v>41030</c:v>
                </c:pt>
                <c:pt idx="5827">
                  <c:v>41031</c:v>
                </c:pt>
                <c:pt idx="5828">
                  <c:v>41032</c:v>
                </c:pt>
                <c:pt idx="5829">
                  <c:v>41033</c:v>
                </c:pt>
                <c:pt idx="5830">
                  <c:v>41036</c:v>
                </c:pt>
                <c:pt idx="5831">
                  <c:v>41037</c:v>
                </c:pt>
                <c:pt idx="5832">
                  <c:v>41038</c:v>
                </c:pt>
                <c:pt idx="5833">
                  <c:v>41039</c:v>
                </c:pt>
                <c:pt idx="5834">
                  <c:v>41040</c:v>
                </c:pt>
                <c:pt idx="5835">
                  <c:v>41043</c:v>
                </c:pt>
                <c:pt idx="5836">
                  <c:v>41044</c:v>
                </c:pt>
                <c:pt idx="5837">
                  <c:v>41045</c:v>
                </c:pt>
                <c:pt idx="5838">
                  <c:v>41046</c:v>
                </c:pt>
                <c:pt idx="5839">
                  <c:v>41047</c:v>
                </c:pt>
                <c:pt idx="5840">
                  <c:v>41050</c:v>
                </c:pt>
                <c:pt idx="5841">
                  <c:v>41051</c:v>
                </c:pt>
                <c:pt idx="5842">
                  <c:v>41052</c:v>
                </c:pt>
                <c:pt idx="5843">
                  <c:v>41053</c:v>
                </c:pt>
                <c:pt idx="5844">
                  <c:v>41054</c:v>
                </c:pt>
                <c:pt idx="5845">
                  <c:v>41057</c:v>
                </c:pt>
                <c:pt idx="5846">
                  <c:v>41058</c:v>
                </c:pt>
                <c:pt idx="5847">
                  <c:v>41059</c:v>
                </c:pt>
                <c:pt idx="5848">
                  <c:v>41060</c:v>
                </c:pt>
                <c:pt idx="5849">
                  <c:v>41061</c:v>
                </c:pt>
                <c:pt idx="5850">
                  <c:v>41064</c:v>
                </c:pt>
                <c:pt idx="5851">
                  <c:v>41065</c:v>
                </c:pt>
                <c:pt idx="5852">
                  <c:v>41066</c:v>
                </c:pt>
                <c:pt idx="5853">
                  <c:v>41067</c:v>
                </c:pt>
                <c:pt idx="5854">
                  <c:v>41068</c:v>
                </c:pt>
                <c:pt idx="5855">
                  <c:v>41071</c:v>
                </c:pt>
                <c:pt idx="5856">
                  <c:v>41072</c:v>
                </c:pt>
                <c:pt idx="5857">
                  <c:v>41073</c:v>
                </c:pt>
                <c:pt idx="5858">
                  <c:v>41074</c:v>
                </c:pt>
                <c:pt idx="5859">
                  <c:v>41075</c:v>
                </c:pt>
                <c:pt idx="5860">
                  <c:v>41078</c:v>
                </c:pt>
                <c:pt idx="5861">
                  <c:v>41079</c:v>
                </c:pt>
                <c:pt idx="5862">
                  <c:v>41080</c:v>
                </c:pt>
                <c:pt idx="5863">
                  <c:v>41081</c:v>
                </c:pt>
                <c:pt idx="5864">
                  <c:v>41082</c:v>
                </c:pt>
                <c:pt idx="5865">
                  <c:v>41085</c:v>
                </c:pt>
                <c:pt idx="5866">
                  <c:v>41086</c:v>
                </c:pt>
                <c:pt idx="5867">
                  <c:v>41087</c:v>
                </c:pt>
                <c:pt idx="5868">
                  <c:v>41088</c:v>
                </c:pt>
                <c:pt idx="5869">
                  <c:v>41089</c:v>
                </c:pt>
                <c:pt idx="5870">
                  <c:v>41092</c:v>
                </c:pt>
                <c:pt idx="5871">
                  <c:v>41093</c:v>
                </c:pt>
                <c:pt idx="5872">
                  <c:v>41094</c:v>
                </c:pt>
                <c:pt idx="5873">
                  <c:v>41095</c:v>
                </c:pt>
                <c:pt idx="5874">
                  <c:v>41096</c:v>
                </c:pt>
                <c:pt idx="5875">
                  <c:v>41099</c:v>
                </c:pt>
                <c:pt idx="5876">
                  <c:v>41100</c:v>
                </c:pt>
                <c:pt idx="5877">
                  <c:v>41101</c:v>
                </c:pt>
                <c:pt idx="5878">
                  <c:v>41102</c:v>
                </c:pt>
                <c:pt idx="5879">
                  <c:v>41103</c:v>
                </c:pt>
                <c:pt idx="5880">
                  <c:v>41106</c:v>
                </c:pt>
                <c:pt idx="5881">
                  <c:v>41107</c:v>
                </c:pt>
                <c:pt idx="5882">
                  <c:v>41108</c:v>
                </c:pt>
                <c:pt idx="5883">
                  <c:v>41109</c:v>
                </c:pt>
                <c:pt idx="5884">
                  <c:v>41110</c:v>
                </c:pt>
                <c:pt idx="5885">
                  <c:v>41113</c:v>
                </c:pt>
                <c:pt idx="5886">
                  <c:v>41114</c:v>
                </c:pt>
                <c:pt idx="5887">
                  <c:v>41115</c:v>
                </c:pt>
                <c:pt idx="5888">
                  <c:v>41116</c:v>
                </c:pt>
                <c:pt idx="5889">
                  <c:v>41117</c:v>
                </c:pt>
                <c:pt idx="5890">
                  <c:v>41120</c:v>
                </c:pt>
                <c:pt idx="5891">
                  <c:v>41121</c:v>
                </c:pt>
                <c:pt idx="5892">
                  <c:v>41122</c:v>
                </c:pt>
                <c:pt idx="5893">
                  <c:v>41123</c:v>
                </c:pt>
                <c:pt idx="5894">
                  <c:v>41124</c:v>
                </c:pt>
                <c:pt idx="5895">
                  <c:v>41127</c:v>
                </c:pt>
                <c:pt idx="5896">
                  <c:v>41128</c:v>
                </c:pt>
                <c:pt idx="5897">
                  <c:v>41129</c:v>
                </c:pt>
                <c:pt idx="5898">
                  <c:v>41130</c:v>
                </c:pt>
                <c:pt idx="5899">
                  <c:v>41131</c:v>
                </c:pt>
                <c:pt idx="5900">
                  <c:v>41134</c:v>
                </c:pt>
                <c:pt idx="5901">
                  <c:v>41135</c:v>
                </c:pt>
                <c:pt idx="5902">
                  <c:v>41136</c:v>
                </c:pt>
                <c:pt idx="5903">
                  <c:v>41137</c:v>
                </c:pt>
                <c:pt idx="5904">
                  <c:v>41138</c:v>
                </c:pt>
                <c:pt idx="5905">
                  <c:v>41141</c:v>
                </c:pt>
                <c:pt idx="5906">
                  <c:v>41142</c:v>
                </c:pt>
                <c:pt idx="5907">
                  <c:v>41143</c:v>
                </c:pt>
                <c:pt idx="5908">
                  <c:v>41144</c:v>
                </c:pt>
                <c:pt idx="5909">
                  <c:v>41145</c:v>
                </c:pt>
                <c:pt idx="5910">
                  <c:v>41148</c:v>
                </c:pt>
                <c:pt idx="5911">
                  <c:v>41149</c:v>
                </c:pt>
                <c:pt idx="5912">
                  <c:v>41150</c:v>
                </c:pt>
                <c:pt idx="5913">
                  <c:v>41151</c:v>
                </c:pt>
                <c:pt idx="5914">
                  <c:v>41152</c:v>
                </c:pt>
                <c:pt idx="5915">
                  <c:v>41155</c:v>
                </c:pt>
                <c:pt idx="5916">
                  <c:v>41156</c:v>
                </c:pt>
                <c:pt idx="5917">
                  <c:v>41157</c:v>
                </c:pt>
                <c:pt idx="5918">
                  <c:v>41158</c:v>
                </c:pt>
                <c:pt idx="5919">
                  <c:v>41159</c:v>
                </c:pt>
                <c:pt idx="5920">
                  <c:v>41162</c:v>
                </c:pt>
                <c:pt idx="5921">
                  <c:v>41163</c:v>
                </c:pt>
                <c:pt idx="5922">
                  <c:v>41164</c:v>
                </c:pt>
                <c:pt idx="5923">
                  <c:v>41165</c:v>
                </c:pt>
                <c:pt idx="5924">
                  <c:v>41166</c:v>
                </c:pt>
                <c:pt idx="5925">
                  <c:v>41169</c:v>
                </c:pt>
                <c:pt idx="5926">
                  <c:v>41170</c:v>
                </c:pt>
                <c:pt idx="5927">
                  <c:v>41171</c:v>
                </c:pt>
                <c:pt idx="5928">
                  <c:v>41172</c:v>
                </c:pt>
                <c:pt idx="5929">
                  <c:v>41173</c:v>
                </c:pt>
                <c:pt idx="5930">
                  <c:v>41176</c:v>
                </c:pt>
                <c:pt idx="5931">
                  <c:v>41177</c:v>
                </c:pt>
                <c:pt idx="5932">
                  <c:v>41178</c:v>
                </c:pt>
                <c:pt idx="5933">
                  <c:v>41179</c:v>
                </c:pt>
                <c:pt idx="5934">
                  <c:v>41180</c:v>
                </c:pt>
                <c:pt idx="5935">
                  <c:v>41183</c:v>
                </c:pt>
                <c:pt idx="5936">
                  <c:v>41184</c:v>
                </c:pt>
                <c:pt idx="5937">
                  <c:v>41185</c:v>
                </c:pt>
                <c:pt idx="5938">
                  <c:v>41186</c:v>
                </c:pt>
                <c:pt idx="5939">
                  <c:v>41187</c:v>
                </c:pt>
                <c:pt idx="5940">
                  <c:v>41190</c:v>
                </c:pt>
                <c:pt idx="5941">
                  <c:v>41191</c:v>
                </c:pt>
                <c:pt idx="5942">
                  <c:v>41192</c:v>
                </c:pt>
                <c:pt idx="5943">
                  <c:v>41193</c:v>
                </c:pt>
                <c:pt idx="5944">
                  <c:v>41194</c:v>
                </c:pt>
                <c:pt idx="5945">
                  <c:v>41197</c:v>
                </c:pt>
                <c:pt idx="5946">
                  <c:v>41198</c:v>
                </c:pt>
                <c:pt idx="5947">
                  <c:v>41199</c:v>
                </c:pt>
                <c:pt idx="5948">
                  <c:v>41200</c:v>
                </c:pt>
                <c:pt idx="5949">
                  <c:v>41201</c:v>
                </c:pt>
                <c:pt idx="5950">
                  <c:v>41204</c:v>
                </c:pt>
                <c:pt idx="5951">
                  <c:v>41205</c:v>
                </c:pt>
                <c:pt idx="5952">
                  <c:v>41206</c:v>
                </c:pt>
                <c:pt idx="5953">
                  <c:v>41207</c:v>
                </c:pt>
                <c:pt idx="5954">
                  <c:v>41208</c:v>
                </c:pt>
                <c:pt idx="5955">
                  <c:v>41211</c:v>
                </c:pt>
                <c:pt idx="5956">
                  <c:v>41212</c:v>
                </c:pt>
                <c:pt idx="5957">
                  <c:v>41213</c:v>
                </c:pt>
                <c:pt idx="5958">
                  <c:v>41214</c:v>
                </c:pt>
                <c:pt idx="5959">
                  <c:v>41215</c:v>
                </c:pt>
                <c:pt idx="5960">
                  <c:v>41218</c:v>
                </c:pt>
                <c:pt idx="5961">
                  <c:v>41219</c:v>
                </c:pt>
                <c:pt idx="5962">
                  <c:v>41220</c:v>
                </c:pt>
                <c:pt idx="5963">
                  <c:v>41221</c:v>
                </c:pt>
                <c:pt idx="5964">
                  <c:v>41222</c:v>
                </c:pt>
                <c:pt idx="5965">
                  <c:v>41225</c:v>
                </c:pt>
                <c:pt idx="5966">
                  <c:v>41226</c:v>
                </c:pt>
                <c:pt idx="5967">
                  <c:v>41227</c:v>
                </c:pt>
                <c:pt idx="5968">
                  <c:v>41228</c:v>
                </c:pt>
                <c:pt idx="5969">
                  <c:v>41229</c:v>
                </c:pt>
                <c:pt idx="5970">
                  <c:v>41232</c:v>
                </c:pt>
                <c:pt idx="5971">
                  <c:v>41233</c:v>
                </c:pt>
                <c:pt idx="5972">
                  <c:v>41234</c:v>
                </c:pt>
                <c:pt idx="5973">
                  <c:v>41235</c:v>
                </c:pt>
                <c:pt idx="5974">
                  <c:v>41236</c:v>
                </c:pt>
                <c:pt idx="5975">
                  <c:v>41239</c:v>
                </c:pt>
                <c:pt idx="5976">
                  <c:v>41240</c:v>
                </c:pt>
                <c:pt idx="5977">
                  <c:v>41241</c:v>
                </c:pt>
                <c:pt idx="5978">
                  <c:v>41242</c:v>
                </c:pt>
                <c:pt idx="5979">
                  <c:v>41243</c:v>
                </c:pt>
                <c:pt idx="5980">
                  <c:v>41246</c:v>
                </c:pt>
                <c:pt idx="5981">
                  <c:v>41247</c:v>
                </c:pt>
                <c:pt idx="5982">
                  <c:v>41248</c:v>
                </c:pt>
                <c:pt idx="5983">
                  <c:v>41249</c:v>
                </c:pt>
                <c:pt idx="5984">
                  <c:v>41250</c:v>
                </c:pt>
                <c:pt idx="5985">
                  <c:v>41253</c:v>
                </c:pt>
                <c:pt idx="5986">
                  <c:v>41254</c:v>
                </c:pt>
                <c:pt idx="5987">
                  <c:v>41255</c:v>
                </c:pt>
                <c:pt idx="5988">
                  <c:v>41256</c:v>
                </c:pt>
                <c:pt idx="5989">
                  <c:v>41257</c:v>
                </c:pt>
                <c:pt idx="5990">
                  <c:v>41260</c:v>
                </c:pt>
                <c:pt idx="5991">
                  <c:v>41261</c:v>
                </c:pt>
                <c:pt idx="5992">
                  <c:v>41262</c:v>
                </c:pt>
                <c:pt idx="5993">
                  <c:v>41263</c:v>
                </c:pt>
                <c:pt idx="5994">
                  <c:v>41264</c:v>
                </c:pt>
                <c:pt idx="5995">
                  <c:v>41267</c:v>
                </c:pt>
                <c:pt idx="5996">
                  <c:v>41268</c:v>
                </c:pt>
                <c:pt idx="5997">
                  <c:v>41269</c:v>
                </c:pt>
                <c:pt idx="5998">
                  <c:v>41270</c:v>
                </c:pt>
                <c:pt idx="5999">
                  <c:v>41271</c:v>
                </c:pt>
                <c:pt idx="6000">
                  <c:v>41274</c:v>
                </c:pt>
                <c:pt idx="6001">
                  <c:v>41275</c:v>
                </c:pt>
                <c:pt idx="6002">
                  <c:v>41276</c:v>
                </c:pt>
                <c:pt idx="6003">
                  <c:v>41277</c:v>
                </c:pt>
                <c:pt idx="6004">
                  <c:v>41278</c:v>
                </c:pt>
                <c:pt idx="6005">
                  <c:v>41281</c:v>
                </c:pt>
                <c:pt idx="6006">
                  <c:v>41282</c:v>
                </c:pt>
                <c:pt idx="6007">
                  <c:v>41283</c:v>
                </c:pt>
                <c:pt idx="6008">
                  <c:v>41284</c:v>
                </c:pt>
                <c:pt idx="6009">
                  <c:v>41285</c:v>
                </c:pt>
                <c:pt idx="6010">
                  <c:v>41288</c:v>
                </c:pt>
                <c:pt idx="6011">
                  <c:v>41289</c:v>
                </c:pt>
                <c:pt idx="6012">
                  <c:v>41290</c:v>
                </c:pt>
                <c:pt idx="6013">
                  <c:v>41291</c:v>
                </c:pt>
                <c:pt idx="6014">
                  <c:v>41292</c:v>
                </c:pt>
                <c:pt idx="6015">
                  <c:v>41295</c:v>
                </c:pt>
                <c:pt idx="6016">
                  <c:v>41296</c:v>
                </c:pt>
                <c:pt idx="6017">
                  <c:v>41297</c:v>
                </c:pt>
                <c:pt idx="6018">
                  <c:v>41298</c:v>
                </c:pt>
                <c:pt idx="6019">
                  <c:v>41299</c:v>
                </c:pt>
                <c:pt idx="6020">
                  <c:v>41302</c:v>
                </c:pt>
                <c:pt idx="6021">
                  <c:v>41303</c:v>
                </c:pt>
                <c:pt idx="6022">
                  <c:v>41304</c:v>
                </c:pt>
                <c:pt idx="6023">
                  <c:v>41305</c:v>
                </c:pt>
                <c:pt idx="6024">
                  <c:v>41306</c:v>
                </c:pt>
                <c:pt idx="6025">
                  <c:v>41309</c:v>
                </c:pt>
                <c:pt idx="6026">
                  <c:v>41310</c:v>
                </c:pt>
                <c:pt idx="6027">
                  <c:v>41311</c:v>
                </c:pt>
                <c:pt idx="6028">
                  <c:v>41312</c:v>
                </c:pt>
                <c:pt idx="6029">
                  <c:v>41313</c:v>
                </c:pt>
                <c:pt idx="6030">
                  <c:v>41316</c:v>
                </c:pt>
                <c:pt idx="6031">
                  <c:v>41317</c:v>
                </c:pt>
                <c:pt idx="6032">
                  <c:v>41318</c:v>
                </c:pt>
                <c:pt idx="6033">
                  <c:v>41319</c:v>
                </c:pt>
                <c:pt idx="6034">
                  <c:v>41320</c:v>
                </c:pt>
                <c:pt idx="6035">
                  <c:v>41323</c:v>
                </c:pt>
                <c:pt idx="6036">
                  <c:v>41324</c:v>
                </c:pt>
                <c:pt idx="6037">
                  <c:v>41325</c:v>
                </c:pt>
                <c:pt idx="6038">
                  <c:v>41326</c:v>
                </c:pt>
                <c:pt idx="6039">
                  <c:v>41327</c:v>
                </c:pt>
                <c:pt idx="6040">
                  <c:v>41330</c:v>
                </c:pt>
                <c:pt idx="6041">
                  <c:v>41331</c:v>
                </c:pt>
                <c:pt idx="6042">
                  <c:v>41332</c:v>
                </c:pt>
                <c:pt idx="6043">
                  <c:v>41333</c:v>
                </c:pt>
                <c:pt idx="6044">
                  <c:v>41334</c:v>
                </c:pt>
                <c:pt idx="6045">
                  <c:v>41337</c:v>
                </c:pt>
                <c:pt idx="6046">
                  <c:v>41338</c:v>
                </c:pt>
                <c:pt idx="6047">
                  <c:v>41339</c:v>
                </c:pt>
                <c:pt idx="6048">
                  <c:v>41340</c:v>
                </c:pt>
                <c:pt idx="6049">
                  <c:v>41341</c:v>
                </c:pt>
                <c:pt idx="6050">
                  <c:v>41344</c:v>
                </c:pt>
                <c:pt idx="6051">
                  <c:v>41345</c:v>
                </c:pt>
                <c:pt idx="6052">
                  <c:v>41346</c:v>
                </c:pt>
                <c:pt idx="6053">
                  <c:v>41347</c:v>
                </c:pt>
                <c:pt idx="6054">
                  <c:v>41348</c:v>
                </c:pt>
                <c:pt idx="6055">
                  <c:v>41351</c:v>
                </c:pt>
                <c:pt idx="6056">
                  <c:v>41352</c:v>
                </c:pt>
                <c:pt idx="6057">
                  <c:v>41353</c:v>
                </c:pt>
                <c:pt idx="6058">
                  <c:v>41354</c:v>
                </c:pt>
                <c:pt idx="6059">
                  <c:v>41355</c:v>
                </c:pt>
                <c:pt idx="6060">
                  <c:v>41358</c:v>
                </c:pt>
                <c:pt idx="6061">
                  <c:v>41359</c:v>
                </c:pt>
                <c:pt idx="6062">
                  <c:v>41360</c:v>
                </c:pt>
                <c:pt idx="6063">
                  <c:v>41361</c:v>
                </c:pt>
                <c:pt idx="6064">
                  <c:v>41362</c:v>
                </c:pt>
                <c:pt idx="6065">
                  <c:v>41365</c:v>
                </c:pt>
                <c:pt idx="6066">
                  <c:v>41366</c:v>
                </c:pt>
                <c:pt idx="6067">
                  <c:v>41367</c:v>
                </c:pt>
                <c:pt idx="6068">
                  <c:v>41368</c:v>
                </c:pt>
                <c:pt idx="6069">
                  <c:v>41369</c:v>
                </c:pt>
                <c:pt idx="6070">
                  <c:v>41372</c:v>
                </c:pt>
                <c:pt idx="6071">
                  <c:v>41373</c:v>
                </c:pt>
                <c:pt idx="6072">
                  <c:v>41374</c:v>
                </c:pt>
                <c:pt idx="6073">
                  <c:v>41375</c:v>
                </c:pt>
                <c:pt idx="6074">
                  <c:v>41376</c:v>
                </c:pt>
                <c:pt idx="6075">
                  <c:v>41379</c:v>
                </c:pt>
                <c:pt idx="6076">
                  <c:v>41380</c:v>
                </c:pt>
                <c:pt idx="6077">
                  <c:v>41381</c:v>
                </c:pt>
                <c:pt idx="6078">
                  <c:v>41382</c:v>
                </c:pt>
                <c:pt idx="6079">
                  <c:v>41383</c:v>
                </c:pt>
                <c:pt idx="6080">
                  <c:v>41386</c:v>
                </c:pt>
                <c:pt idx="6081">
                  <c:v>41387</c:v>
                </c:pt>
                <c:pt idx="6082">
                  <c:v>41388</c:v>
                </c:pt>
                <c:pt idx="6083">
                  <c:v>41389</c:v>
                </c:pt>
                <c:pt idx="6084">
                  <c:v>41390</c:v>
                </c:pt>
                <c:pt idx="6085">
                  <c:v>41393</c:v>
                </c:pt>
                <c:pt idx="6086">
                  <c:v>41394</c:v>
                </c:pt>
                <c:pt idx="6087">
                  <c:v>41395</c:v>
                </c:pt>
                <c:pt idx="6088">
                  <c:v>41396</c:v>
                </c:pt>
                <c:pt idx="6089">
                  <c:v>41397</c:v>
                </c:pt>
                <c:pt idx="6090">
                  <c:v>41400</c:v>
                </c:pt>
                <c:pt idx="6091">
                  <c:v>41401</c:v>
                </c:pt>
                <c:pt idx="6092">
                  <c:v>41402</c:v>
                </c:pt>
                <c:pt idx="6093">
                  <c:v>41403</c:v>
                </c:pt>
                <c:pt idx="6094">
                  <c:v>41404</c:v>
                </c:pt>
                <c:pt idx="6095">
                  <c:v>41407</c:v>
                </c:pt>
                <c:pt idx="6096">
                  <c:v>41408</c:v>
                </c:pt>
                <c:pt idx="6097">
                  <c:v>41409</c:v>
                </c:pt>
                <c:pt idx="6098">
                  <c:v>41410</c:v>
                </c:pt>
                <c:pt idx="6099">
                  <c:v>41411</c:v>
                </c:pt>
                <c:pt idx="6100">
                  <c:v>41414</c:v>
                </c:pt>
                <c:pt idx="6101">
                  <c:v>41415</c:v>
                </c:pt>
                <c:pt idx="6102">
                  <c:v>41416</c:v>
                </c:pt>
                <c:pt idx="6103">
                  <c:v>41417</c:v>
                </c:pt>
                <c:pt idx="6104">
                  <c:v>41418</c:v>
                </c:pt>
                <c:pt idx="6105">
                  <c:v>41421</c:v>
                </c:pt>
                <c:pt idx="6106">
                  <c:v>41422</c:v>
                </c:pt>
                <c:pt idx="6107">
                  <c:v>41423</c:v>
                </c:pt>
                <c:pt idx="6108">
                  <c:v>41424</c:v>
                </c:pt>
                <c:pt idx="6109">
                  <c:v>41425</c:v>
                </c:pt>
                <c:pt idx="6110">
                  <c:v>41428</c:v>
                </c:pt>
                <c:pt idx="6111">
                  <c:v>41429</c:v>
                </c:pt>
                <c:pt idx="6112">
                  <c:v>41430</c:v>
                </c:pt>
                <c:pt idx="6113">
                  <c:v>41431</c:v>
                </c:pt>
                <c:pt idx="6114">
                  <c:v>41432</c:v>
                </c:pt>
                <c:pt idx="6115">
                  <c:v>41435</c:v>
                </c:pt>
                <c:pt idx="6116">
                  <c:v>41436</c:v>
                </c:pt>
                <c:pt idx="6117">
                  <c:v>41437</c:v>
                </c:pt>
                <c:pt idx="6118">
                  <c:v>41438</c:v>
                </c:pt>
                <c:pt idx="6119">
                  <c:v>41439</c:v>
                </c:pt>
                <c:pt idx="6120">
                  <c:v>41442</c:v>
                </c:pt>
                <c:pt idx="6121">
                  <c:v>41443</c:v>
                </c:pt>
                <c:pt idx="6122">
                  <c:v>41444</c:v>
                </c:pt>
                <c:pt idx="6123">
                  <c:v>41445</c:v>
                </c:pt>
                <c:pt idx="6124">
                  <c:v>41446</c:v>
                </c:pt>
                <c:pt idx="6125">
                  <c:v>41449</c:v>
                </c:pt>
                <c:pt idx="6126">
                  <c:v>41450</c:v>
                </c:pt>
                <c:pt idx="6127">
                  <c:v>41451</c:v>
                </c:pt>
                <c:pt idx="6128">
                  <c:v>41452</c:v>
                </c:pt>
                <c:pt idx="6129">
                  <c:v>41453</c:v>
                </c:pt>
                <c:pt idx="6130">
                  <c:v>41456</c:v>
                </c:pt>
                <c:pt idx="6131">
                  <c:v>41457</c:v>
                </c:pt>
                <c:pt idx="6132">
                  <c:v>41458</c:v>
                </c:pt>
                <c:pt idx="6133">
                  <c:v>41459</c:v>
                </c:pt>
                <c:pt idx="6134">
                  <c:v>41460</c:v>
                </c:pt>
                <c:pt idx="6135">
                  <c:v>41463</c:v>
                </c:pt>
                <c:pt idx="6136">
                  <c:v>41464</c:v>
                </c:pt>
                <c:pt idx="6137">
                  <c:v>41465</c:v>
                </c:pt>
                <c:pt idx="6138">
                  <c:v>41466</c:v>
                </c:pt>
                <c:pt idx="6139">
                  <c:v>41467</c:v>
                </c:pt>
                <c:pt idx="6140">
                  <c:v>41470</c:v>
                </c:pt>
                <c:pt idx="6141">
                  <c:v>41471</c:v>
                </c:pt>
                <c:pt idx="6142">
                  <c:v>41472</c:v>
                </c:pt>
                <c:pt idx="6143">
                  <c:v>41473</c:v>
                </c:pt>
                <c:pt idx="6144">
                  <c:v>41474</c:v>
                </c:pt>
                <c:pt idx="6145">
                  <c:v>41477</c:v>
                </c:pt>
                <c:pt idx="6146">
                  <c:v>41478</c:v>
                </c:pt>
                <c:pt idx="6147">
                  <c:v>41479</c:v>
                </c:pt>
                <c:pt idx="6148">
                  <c:v>41480</c:v>
                </c:pt>
                <c:pt idx="6149">
                  <c:v>41481</c:v>
                </c:pt>
                <c:pt idx="6150">
                  <c:v>41484</c:v>
                </c:pt>
                <c:pt idx="6151">
                  <c:v>41485</c:v>
                </c:pt>
                <c:pt idx="6152">
                  <c:v>41486</c:v>
                </c:pt>
                <c:pt idx="6153">
                  <c:v>41487</c:v>
                </c:pt>
                <c:pt idx="6154">
                  <c:v>41488</c:v>
                </c:pt>
                <c:pt idx="6155">
                  <c:v>41491</c:v>
                </c:pt>
                <c:pt idx="6156">
                  <c:v>41492</c:v>
                </c:pt>
                <c:pt idx="6157">
                  <c:v>41493</c:v>
                </c:pt>
                <c:pt idx="6158">
                  <c:v>41494</c:v>
                </c:pt>
                <c:pt idx="6159">
                  <c:v>41495</c:v>
                </c:pt>
                <c:pt idx="6160">
                  <c:v>41498</c:v>
                </c:pt>
                <c:pt idx="6161">
                  <c:v>41499</c:v>
                </c:pt>
                <c:pt idx="6162">
                  <c:v>41500</c:v>
                </c:pt>
                <c:pt idx="6163">
                  <c:v>41501</c:v>
                </c:pt>
                <c:pt idx="6164">
                  <c:v>41502</c:v>
                </c:pt>
                <c:pt idx="6165">
                  <c:v>41505</c:v>
                </c:pt>
                <c:pt idx="6166">
                  <c:v>41506</c:v>
                </c:pt>
                <c:pt idx="6167">
                  <c:v>41507</c:v>
                </c:pt>
                <c:pt idx="6168">
                  <c:v>41508</c:v>
                </c:pt>
                <c:pt idx="6169">
                  <c:v>41509</c:v>
                </c:pt>
                <c:pt idx="6170">
                  <c:v>41512</c:v>
                </c:pt>
                <c:pt idx="6171">
                  <c:v>41513</c:v>
                </c:pt>
                <c:pt idx="6172">
                  <c:v>41514</c:v>
                </c:pt>
                <c:pt idx="6173">
                  <c:v>41515</c:v>
                </c:pt>
                <c:pt idx="6174">
                  <c:v>41516</c:v>
                </c:pt>
                <c:pt idx="6175">
                  <c:v>41519</c:v>
                </c:pt>
                <c:pt idx="6176">
                  <c:v>41520</c:v>
                </c:pt>
                <c:pt idx="6177">
                  <c:v>41521</c:v>
                </c:pt>
                <c:pt idx="6178">
                  <c:v>41522</c:v>
                </c:pt>
                <c:pt idx="6179">
                  <c:v>41523</c:v>
                </c:pt>
                <c:pt idx="6180">
                  <c:v>41526</c:v>
                </c:pt>
                <c:pt idx="6181">
                  <c:v>41527</c:v>
                </c:pt>
                <c:pt idx="6182">
                  <c:v>41528</c:v>
                </c:pt>
                <c:pt idx="6183">
                  <c:v>41529</c:v>
                </c:pt>
                <c:pt idx="6184">
                  <c:v>41530</c:v>
                </c:pt>
                <c:pt idx="6185">
                  <c:v>41533</c:v>
                </c:pt>
                <c:pt idx="6186">
                  <c:v>41534</c:v>
                </c:pt>
                <c:pt idx="6187">
                  <c:v>41535</c:v>
                </c:pt>
                <c:pt idx="6188">
                  <c:v>41536</c:v>
                </c:pt>
                <c:pt idx="6189">
                  <c:v>41537</c:v>
                </c:pt>
                <c:pt idx="6190">
                  <c:v>41540</c:v>
                </c:pt>
                <c:pt idx="6191">
                  <c:v>41541</c:v>
                </c:pt>
                <c:pt idx="6192">
                  <c:v>41542</c:v>
                </c:pt>
                <c:pt idx="6193">
                  <c:v>41543</c:v>
                </c:pt>
                <c:pt idx="6194">
                  <c:v>41544</c:v>
                </c:pt>
                <c:pt idx="6195">
                  <c:v>41547</c:v>
                </c:pt>
                <c:pt idx="6196">
                  <c:v>41548</c:v>
                </c:pt>
                <c:pt idx="6197">
                  <c:v>41549</c:v>
                </c:pt>
                <c:pt idx="6198">
                  <c:v>41550</c:v>
                </c:pt>
                <c:pt idx="6199">
                  <c:v>41551</c:v>
                </c:pt>
                <c:pt idx="6200">
                  <c:v>41554</c:v>
                </c:pt>
                <c:pt idx="6201">
                  <c:v>41555</c:v>
                </c:pt>
                <c:pt idx="6202">
                  <c:v>41556</c:v>
                </c:pt>
                <c:pt idx="6203">
                  <c:v>41557</c:v>
                </c:pt>
                <c:pt idx="6204">
                  <c:v>41558</c:v>
                </c:pt>
                <c:pt idx="6205">
                  <c:v>41561</c:v>
                </c:pt>
                <c:pt idx="6206">
                  <c:v>41562</c:v>
                </c:pt>
                <c:pt idx="6207">
                  <c:v>41563</c:v>
                </c:pt>
                <c:pt idx="6208">
                  <c:v>41564</c:v>
                </c:pt>
                <c:pt idx="6209">
                  <c:v>41565</c:v>
                </c:pt>
                <c:pt idx="6210">
                  <c:v>41568</c:v>
                </c:pt>
                <c:pt idx="6211">
                  <c:v>41569</c:v>
                </c:pt>
                <c:pt idx="6212">
                  <c:v>41570</c:v>
                </c:pt>
                <c:pt idx="6213">
                  <c:v>41571</c:v>
                </c:pt>
                <c:pt idx="6214">
                  <c:v>41572</c:v>
                </c:pt>
                <c:pt idx="6215">
                  <c:v>41575</c:v>
                </c:pt>
                <c:pt idx="6216">
                  <c:v>41576</c:v>
                </c:pt>
                <c:pt idx="6217">
                  <c:v>41577</c:v>
                </c:pt>
                <c:pt idx="6218">
                  <c:v>41578</c:v>
                </c:pt>
                <c:pt idx="6219">
                  <c:v>41579</c:v>
                </c:pt>
                <c:pt idx="6220">
                  <c:v>41582</c:v>
                </c:pt>
                <c:pt idx="6221">
                  <c:v>41583</c:v>
                </c:pt>
                <c:pt idx="6222">
                  <c:v>41584</c:v>
                </c:pt>
                <c:pt idx="6223">
                  <c:v>41585</c:v>
                </c:pt>
                <c:pt idx="6224">
                  <c:v>41586</c:v>
                </c:pt>
                <c:pt idx="6225">
                  <c:v>41589</c:v>
                </c:pt>
                <c:pt idx="6226">
                  <c:v>41590</c:v>
                </c:pt>
                <c:pt idx="6227">
                  <c:v>41591</c:v>
                </c:pt>
                <c:pt idx="6228">
                  <c:v>41592</c:v>
                </c:pt>
                <c:pt idx="6229">
                  <c:v>41593</c:v>
                </c:pt>
                <c:pt idx="6230">
                  <c:v>41596</c:v>
                </c:pt>
                <c:pt idx="6231">
                  <c:v>41597</c:v>
                </c:pt>
                <c:pt idx="6232">
                  <c:v>41598</c:v>
                </c:pt>
                <c:pt idx="6233">
                  <c:v>41599</c:v>
                </c:pt>
                <c:pt idx="6234">
                  <c:v>41600</c:v>
                </c:pt>
                <c:pt idx="6235">
                  <c:v>41603</c:v>
                </c:pt>
                <c:pt idx="6236">
                  <c:v>41604</c:v>
                </c:pt>
                <c:pt idx="6237">
                  <c:v>41605</c:v>
                </c:pt>
                <c:pt idx="6238">
                  <c:v>41606</c:v>
                </c:pt>
                <c:pt idx="6239">
                  <c:v>41607</c:v>
                </c:pt>
                <c:pt idx="6240">
                  <c:v>41610</c:v>
                </c:pt>
                <c:pt idx="6241">
                  <c:v>41611</c:v>
                </c:pt>
                <c:pt idx="6242">
                  <c:v>41612</c:v>
                </c:pt>
                <c:pt idx="6243">
                  <c:v>41613</c:v>
                </c:pt>
                <c:pt idx="6244">
                  <c:v>41614</c:v>
                </c:pt>
                <c:pt idx="6245">
                  <c:v>41617</c:v>
                </c:pt>
                <c:pt idx="6246">
                  <c:v>41618</c:v>
                </c:pt>
                <c:pt idx="6247">
                  <c:v>41619</c:v>
                </c:pt>
                <c:pt idx="6248">
                  <c:v>41620</c:v>
                </c:pt>
                <c:pt idx="6249">
                  <c:v>41621</c:v>
                </c:pt>
                <c:pt idx="6250">
                  <c:v>41624</c:v>
                </c:pt>
                <c:pt idx="6251">
                  <c:v>41625</c:v>
                </c:pt>
                <c:pt idx="6252">
                  <c:v>41626</c:v>
                </c:pt>
                <c:pt idx="6253">
                  <c:v>41627</c:v>
                </c:pt>
                <c:pt idx="6254">
                  <c:v>41628</c:v>
                </c:pt>
                <c:pt idx="6255">
                  <c:v>41631</c:v>
                </c:pt>
                <c:pt idx="6256">
                  <c:v>41632</c:v>
                </c:pt>
                <c:pt idx="6257">
                  <c:v>41633</c:v>
                </c:pt>
                <c:pt idx="6258">
                  <c:v>41634</c:v>
                </c:pt>
                <c:pt idx="6259">
                  <c:v>41635</c:v>
                </c:pt>
                <c:pt idx="6260">
                  <c:v>41638</c:v>
                </c:pt>
                <c:pt idx="6261">
                  <c:v>41639</c:v>
                </c:pt>
                <c:pt idx="6262">
                  <c:v>41640</c:v>
                </c:pt>
                <c:pt idx="6263">
                  <c:v>41641</c:v>
                </c:pt>
                <c:pt idx="6264">
                  <c:v>41642</c:v>
                </c:pt>
                <c:pt idx="6265">
                  <c:v>41645</c:v>
                </c:pt>
                <c:pt idx="6266">
                  <c:v>41646</c:v>
                </c:pt>
                <c:pt idx="6267">
                  <c:v>41647</c:v>
                </c:pt>
                <c:pt idx="6268">
                  <c:v>41648</c:v>
                </c:pt>
                <c:pt idx="6269">
                  <c:v>41649</c:v>
                </c:pt>
                <c:pt idx="6270">
                  <c:v>41652</c:v>
                </c:pt>
                <c:pt idx="6271">
                  <c:v>41653</c:v>
                </c:pt>
                <c:pt idx="6272">
                  <c:v>41654</c:v>
                </c:pt>
                <c:pt idx="6273">
                  <c:v>41655</c:v>
                </c:pt>
                <c:pt idx="6274">
                  <c:v>41656</c:v>
                </c:pt>
                <c:pt idx="6275">
                  <c:v>41659</c:v>
                </c:pt>
                <c:pt idx="6276">
                  <c:v>41660</c:v>
                </c:pt>
                <c:pt idx="6277">
                  <c:v>41661</c:v>
                </c:pt>
                <c:pt idx="6278">
                  <c:v>41662</c:v>
                </c:pt>
                <c:pt idx="6279">
                  <c:v>41663</c:v>
                </c:pt>
                <c:pt idx="6280">
                  <c:v>41666</c:v>
                </c:pt>
                <c:pt idx="6281">
                  <c:v>41667</c:v>
                </c:pt>
                <c:pt idx="6282">
                  <c:v>41668</c:v>
                </c:pt>
                <c:pt idx="6283">
                  <c:v>41669</c:v>
                </c:pt>
                <c:pt idx="6284">
                  <c:v>41670</c:v>
                </c:pt>
                <c:pt idx="6285">
                  <c:v>41673</c:v>
                </c:pt>
                <c:pt idx="6286">
                  <c:v>41674</c:v>
                </c:pt>
                <c:pt idx="6287">
                  <c:v>41675</c:v>
                </c:pt>
                <c:pt idx="6288">
                  <c:v>41676</c:v>
                </c:pt>
                <c:pt idx="6289">
                  <c:v>41677</c:v>
                </c:pt>
                <c:pt idx="6290">
                  <c:v>41680</c:v>
                </c:pt>
                <c:pt idx="6291">
                  <c:v>41681</c:v>
                </c:pt>
                <c:pt idx="6292">
                  <c:v>41682</c:v>
                </c:pt>
                <c:pt idx="6293">
                  <c:v>41683</c:v>
                </c:pt>
                <c:pt idx="6294">
                  <c:v>41684</c:v>
                </c:pt>
                <c:pt idx="6295">
                  <c:v>41687</c:v>
                </c:pt>
                <c:pt idx="6296">
                  <c:v>41688</c:v>
                </c:pt>
                <c:pt idx="6297">
                  <c:v>41689</c:v>
                </c:pt>
                <c:pt idx="6298">
                  <c:v>41690</c:v>
                </c:pt>
                <c:pt idx="6299">
                  <c:v>41691</c:v>
                </c:pt>
                <c:pt idx="6300">
                  <c:v>41694</c:v>
                </c:pt>
                <c:pt idx="6301">
                  <c:v>41695</c:v>
                </c:pt>
                <c:pt idx="6302">
                  <c:v>41696</c:v>
                </c:pt>
                <c:pt idx="6303">
                  <c:v>41697</c:v>
                </c:pt>
                <c:pt idx="6304">
                  <c:v>41698</c:v>
                </c:pt>
                <c:pt idx="6305">
                  <c:v>41701</c:v>
                </c:pt>
                <c:pt idx="6306">
                  <c:v>41702</c:v>
                </c:pt>
                <c:pt idx="6307">
                  <c:v>41703</c:v>
                </c:pt>
                <c:pt idx="6308">
                  <c:v>41704</c:v>
                </c:pt>
                <c:pt idx="6309">
                  <c:v>41705</c:v>
                </c:pt>
                <c:pt idx="6310">
                  <c:v>41708</c:v>
                </c:pt>
                <c:pt idx="6311">
                  <c:v>41709</c:v>
                </c:pt>
                <c:pt idx="6312">
                  <c:v>41710</c:v>
                </c:pt>
                <c:pt idx="6313">
                  <c:v>41711</c:v>
                </c:pt>
                <c:pt idx="6314">
                  <c:v>41712</c:v>
                </c:pt>
                <c:pt idx="6315">
                  <c:v>41715</c:v>
                </c:pt>
                <c:pt idx="6316">
                  <c:v>41716</c:v>
                </c:pt>
                <c:pt idx="6317">
                  <c:v>41717</c:v>
                </c:pt>
                <c:pt idx="6318">
                  <c:v>41718</c:v>
                </c:pt>
                <c:pt idx="6319">
                  <c:v>41719</c:v>
                </c:pt>
                <c:pt idx="6320">
                  <c:v>41722</c:v>
                </c:pt>
                <c:pt idx="6321">
                  <c:v>41723</c:v>
                </c:pt>
                <c:pt idx="6322">
                  <c:v>41724</c:v>
                </c:pt>
                <c:pt idx="6323">
                  <c:v>41725</c:v>
                </c:pt>
                <c:pt idx="6324">
                  <c:v>41726</c:v>
                </c:pt>
                <c:pt idx="6325">
                  <c:v>41729</c:v>
                </c:pt>
                <c:pt idx="6326">
                  <c:v>41730</c:v>
                </c:pt>
                <c:pt idx="6327">
                  <c:v>41731</c:v>
                </c:pt>
                <c:pt idx="6328">
                  <c:v>41732</c:v>
                </c:pt>
                <c:pt idx="6329">
                  <c:v>41733</c:v>
                </c:pt>
                <c:pt idx="6330">
                  <c:v>41736</c:v>
                </c:pt>
                <c:pt idx="6331">
                  <c:v>41737</c:v>
                </c:pt>
                <c:pt idx="6332">
                  <c:v>41738</c:v>
                </c:pt>
                <c:pt idx="6333">
                  <c:v>41739</c:v>
                </c:pt>
                <c:pt idx="6334">
                  <c:v>41740</c:v>
                </c:pt>
                <c:pt idx="6335">
                  <c:v>41743</c:v>
                </c:pt>
                <c:pt idx="6336">
                  <c:v>41744</c:v>
                </c:pt>
                <c:pt idx="6337">
                  <c:v>41745</c:v>
                </c:pt>
                <c:pt idx="6338">
                  <c:v>41746</c:v>
                </c:pt>
                <c:pt idx="6339">
                  <c:v>41747</c:v>
                </c:pt>
                <c:pt idx="6340">
                  <c:v>41750</c:v>
                </c:pt>
                <c:pt idx="6341">
                  <c:v>41751</c:v>
                </c:pt>
                <c:pt idx="6342">
                  <c:v>41752</c:v>
                </c:pt>
                <c:pt idx="6343">
                  <c:v>41753</c:v>
                </c:pt>
                <c:pt idx="6344">
                  <c:v>41754</c:v>
                </c:pt>
                <c:pt idx="6345">
                  <c:v>41757</c:v>
                </c:pt>
                <c:pt idx="6346">
                  <c:v>41758</c:v>
                </c:pt>
                <c:pt idx="6347">
                  <c:v>41759</c:v>
                </c:pt>
                <c:pt idx="6348">
                  <c:v>41760</c:v>
                </c:pt>
                <c:pt idx="6349">
                  <c:v>41761</c:v>
                </c:pt>
                <c:pt idx="6350">
                  <c:v>41764</c:v>
                </c:pt>
                <c:pt idx="6351">
                  <c:v>41765</c:v>
                </c:pt>
                <c:pt idx="6352">
                  <c:v>41766</c:v>
                </c:pt>
                <c:pt idx="6353">
                  <c:v>41767</c:v>
                </c:pt>
                <c:pt idx="6354">
                  <c:v>41768</c:v>
                </c:pt>
                <c:pt idx="6355">
                  <c:v>41771</c:v>
                </c:pt>
                <c:pt idx="6356">
                  <c:v>41772</c:v>
                </c:pt>
                <c:pt idx="6357">
                  <c:v>41773</c:v>
                </c:pt>
                <c:pt idx="6358">
                  <c:v>41774</c:v>
                </c:pt>
                <c:pt idx="6359">
                  <c:v>41775</c:v>
                </c:pt>
                <c:pt idx="6360">
                  <c:v>41778</c:v>
                </c:pt>
                <c:pt idx="6361">
                  <c:v>41779</c:v>
                </c:pt>
                <c:pt idx="6362">
                  <c:v>41780</c:v>
                </c:pt>
                <c:pt idx="6363">
                  <c:v>41781</c:v>
                </c:pt>
                <c:pt idx="6364">
                  <c:v>41782</c:v>
                </c:pt>
                <c:pt idx="6365">
                  <c:v>41785</c:v>
                </c:pt>
                <c:pt idx="6366">
                  <c:v>41786</c:v>
                </c:pt>
                <c:pt idx="6367">
                  <c:v>41787</c:v>
                </c:pt>
                <c:pt idx="6368">
                  <c:v>41788</c:v>
                </c:pt>
                <c:pt idx="6369">
                  <c:v>41789</c:v>
                </c:pt>
                <c:pt idx="6370">
                  <c:v>41792</c:v>
                </c:pt>
                <c:pt idx="6371">
                  <c:v>41793</c:v>
                </c:pt>
                <c:pt idx="6372">
                  <c:v>41794</c:v>
                </c:pt>
                <c:pt idx="6373">
                  <c:v>41795</c:v>
                </c:pt>
                <c:pt idx="6374">
                  <c:v>41796</c:v>
                </c:pt>
                <c:pt idx="6375">
                  <c:v>41799</c:v>
                </c:pt>
                <c:pt idx="6376">
                  <c:v>41800</c:v>
                </c:pt>
                <c:pt idx="6377">
                  <c:v>41801</c:v>
                </c:pt>
                <c:pt idx="6378">
                  <c:v>41802</c:v>
                </c:pt>
                <c:pt idx="6379">
                  <c:v>41803</c:v>
                </c:pt>
                <c:pt idx="6380">
                  <c:v>41806</c:v>
                </c:pt>
                <c:pt idx="6381">
                  <c:v>41807</c:v>
                </c:pt>
                <c:pt idx="6382">
                  <c:v>41808</c:v>
                </c:pt>
                <c:pt idx="6383">
                  <c:v>41809</c:v>
                </c:pt>
                <c:pt idx="6384">
                  <c:v>41810</c:v>
                </c:pt>
                <c:pt idx="6385">
                  <c:v>41813</c:v>
                </c:pt>
                <c:pt idx="6386">
                  <c:v>41814</c:v>
                </c:pt>
                <c:pt idx="6387">
                  <c:v>41815</c:v>
                </c:pt>
                <c:pt idx="6388">
                  <c:v>41816</c:v>
                </c:pt>
                <c:pt idx="6389">
                  <c:v>41817</c:v>
                </c:pt>
                <c:pt idx="6390">
                  <c:v>41820</c:v>
                </c:pt>
                <c:pt idx="6391">
                  <c:v>41821</c:v>
                </c:pt>
                <c:pt idx="6392">
                  <c:v>41822</c:v>
                </c:pt>
                <c:pt idx="6393">
                  <c:v>41823</c:v>
                </c:pt>
                <c:pt idx="6394">
                  <c:v>41824</c:v>
                </c:pt>
                <c:pt idx="6395">
                  <c:v>41827</c:v>
                </c:pt>
                <c:pt idx="6396">
                  <c:v>41828</c:v>
                </c:pt>
                <c:pt idx="6397">
                  <c:v>41829</c:v>
                </c:pt>
                <c:pt idx="6398">
                  <c:v>41830</c:v>
                </c:pt>
                <c:pt idx="6399">
                  <c:v>41831</c:v>
                </c:pt>
                <c:pt idx="6400">
                  <c:v>41834</c:v>
                </c:pt>
                <c:pt idx="6401">
                  <c:v>41835</c:v>
                </c:pt>
                <c:pt idx="6402">
                  <c:v>41836</c:v>
                </c:pt>
                <c:pt idx="6403">
                  <c:v>41837</c:v>
                </c:pt>
                <c:pt idx="6404">
                  <c:v>41838</c:v>
                </c:pt>
                <c:pt idx="6405">
                  <c:v>41841</c:v>
                </c:pt>
                <c:pt idx="6406">
                  <c:v>41842</c:v>
                </c:pt>
                <c:pt idx="6407">
                  <c:v>41843</c:v>
                </c:pt>
                <c:pt idx="6408">
                  <c:v>41844</c:v>
                </c:pt>
                <c:pt idx="6409">
                  <c:v>41845</c:v>
                </c:pt>
                <c:pt idx="6410">
                  <c:v>41848</c:v>
                </c:pt>
                <c:pt idx="6411">
                  <c:v>41849</c:v>
                </c:pt>
                <c:pt idx="6412">
                  <c:v>41850</c:v>
                </c:pt>
                <c:pt idx="6413">
                  <c:v>41851</c:v>
                </c:pt>
                <c:pt idx="6414">
                  <c:v>41852</c:v>
                </c:pt>
                <c:pt idx="6415">
                  <c:v>41855</c:v>
                </c:pt>
                <c:pt idx="6416">
                  <c:v>41856</c:v>
                </c:pt>
                <c:pt idx="6417">
                  <c:v>41857</c:v>
                </c:pt>
                <c:pt idx="6418">
                  <c:v>41858</c:v>
                </c:pt>
                <c:pt idx="6419">
                  <c:v>41859</c:v>
                </c:pt>
                <c:pt idx="6420">
                  <c:v>41862</c:v>
                </c:pt>
                <c:pt idx="6421">
                  <c:v>41863</c:v>
                </c:pt>
                <c:pt idx="6422">
                  <c:v>41864</c:v>
                </c:pt>
                <c:pt idx="6423">
                  <c:v>41865</c:v>
                </c:pt>
                <c:pt idx="6424">
                  <c:v>41866</c:v>
                </c:pt>
                <c:pt idx="6425">
                  <c:v>41869</c:v>
                </c:pt>
                <c:pt idx="6426">
                  <c:v>41870</c:v>
                </c:pt>
                <c:pt idx="6427">
                  <c:v>41871</c:v>
                </c:pt>
                <c:pt idx="6428">
                  <c:v>41872</c:v>
                </c:pt>
                <c:pt idx="6429">
                  <c:v>41873</c:v>
                </c:pt>
                <c:pt idx="6430">
                  <c:v>41876</c:v>
                </c:pt>
                <c:pt idx="6431">
                  <c:v>41877</c:v>
                </c:pt>
                <c:pt idx="6432">
                  <c:v>41878</c:v>
                </c:pt>
                <c:pt idx="6433">
                  <c:v>41879</c:v>
                </c:pt>
                <c:pt idx="6434">
                  <c:v>41880</c:v>
                </c:pt>
                <c:pt idx="6435">
                  <c:v>41883</c:v>
                </c:pt>
                <c:pt idx="6436">
                  <c:v>41884</c:v>
                </c:pt>
                <c:pt idx="6437">
                  <c:v>41885</c:v>
                </c:pt>
                <c:pt idx="6438">
                  <c:v>41886</c:v>
                </c:pt>
                <c:pt idx="6439">
                  <c:v>41887</c:v>
                </c:pt>
                <c:pt idx="6440">
                  <c:v>41890</c:v>
                </c:pt>
                <c:pt idx="6441">
                  <c:v>41891</c:v>
                </c:pt>
                <c:pt idx="6442">
                  <c:v>41892</c:v>
                </c:pt>
                <c:pt idx="6443">
                  <c:v>41893</c:v>
                </c:pt>
                <c:pt idx="6444">
                  <c:v>41894</c:v>
                </c:pt>
                <c:pt idx="6445">
                  <c:v>41897</c:v>
                </c:pt>
                <c:pt idx="6446">
                  <c:v>41898</c:v>
                </c:pt>
                <c:pt idx="6447">
                  <c:v>41899</c:v>
                </c:pt>
                <c:pt idx="6448">
                  <c:v>41900</c:v>
                </c:pt>
                <c:pt idx="6449">
                  <c:v>41901</c:v>
                </c:pt>
                <c:pt idx="6450">
                  <c:v>41904</c:v>
                </c:pt>
                <c:pt idx="6451">
                  <c:v>41905</c:v>
                </c:pt>
                <c:pt idx="6452">
                  <c:v>41906</c:v>
                </c:pt>
                <c:pt idx="6453">
                  <c:v>41907</c:v>
                </c:pt>
                <c:pt idx="6454">
                  <c:v>41908</c:v>
                </c:pt>
                <c:pt idx="6455">
                  <c:v>41911</c:v>
                </c:pt>
                <c:pt idx="6456">
                  <c:v>41912</c:v>
                </c:pt>
                <c:pt idx="6457">
                  <c:v>41913</c:v>
                </c:pt>
                <c:pt idx="6458">
                  <c:v>41914</c:v>
                </c:pt>
                <c:pt idx="6459">
                  <c:v>41915</c:v>
                </c:pt>
                <c:pt idx="6460">
                  <c:v>41918</c:v>
                </c:pt>
                <c:pt idx="6461">
                  <c:v>41919</c:v>
                </c:pt>
                <c:pt idx="6462">
                  <c:v>41920</c:v>
                </c:pt>
                <c:pt idx="6463">
                  <c:v>41921</c:v>
                </c:pt>
                <c:pt idx="6464">
                  <c:v>41922</c:v>
                </c:pt>
                <c:pt idx="6465">
                  <c:v>41925</c:v>
                </c:pt>
                <c:pt idx="6466">
                  <c:v>41926</c:v>
                </c:pt>
                <c:pt idx="6467">
                  <c:v>41927</c:v>
                </c:pt>
                <c:pt idx="6468">
                  <c:v>41928</c:v>
                </c:pt>
                <c:pt idx="6469">
                  <c:v>41929</c:v>
                </c:pt>
                <c:pt idx="6470">
                  <c:v>41932</c:v>
                </c:pt>
                <c:pt idx="6471">
                  <c:v>41933</c:v>
                </c:pt>
                <c:pt idx="6472">
                  <c:v>41934</c:v>
                </c:pt>
                <c:pt idx="6473">
                  <c:v>41935</c:v>
                </c:pt>
                <c:pt idx="6474">
                  <c:v>41936</c:v>
                </c:pt>
                <c:pt idx="6475">
                  <c:v>41939</c:v>
                </c:pt>
                <c:pt idx="6476">
                  <c:v>41940</c:v>
                </c:pt>
                <c:pt idx="6477">
                  <c:v>41941</c:v>
                </c:pt>
                <c:pt idx="6478">
                  <c:v>41942</c:v>
                </c:pt>
                <c:pt idx="6479">
                  <c:v>41943</c:v>
                </c:pt>
                <c:pt idx="6480">
                  <c:v>41946</c:v>
                </c:pt>
                <c:pt idx="6481">
                  <c:v>41947</c:v>
                </c:pt>
                <c:pt idx="6482">
                  <c:v>41948</c:v>
                </c:pt>
                <c:pt idx="6483">
                  <c:v>41949</c:v>
                </c:pt>
                <c:pt idx="6484">
                  <c:v>41950</c:v>
                </c:pt>
                <c:pt idx="6485">
                  <c:v>41953</c:v>
                </c:pt>
                <c:pt idx="6486">
                  <c:v>41954</c:v>
                </c:pt>
                <c:pt idx="6487">
                  <c:v>41955</c:v>
                </c:pt>
                <c:pt idx="6488">
                  <c:v>41956</c:v>
                </c:pt>
                <c:pt idx="6489">
                  <c:v>41957</c:v>
                </c:pt>
                <c:pt idx="6490">
                  <c:v>41960</c:v>
                </c:pt>
                <c:pt idx="6491">
                  <c:v>41961</c:v>
                </c:pt>
                <c:pt idx="6492">
                  <c:v>41962</c:v>
                </c:pt>
                <c:pt idx="6493">
                  <c:v>41963</c:v>
                </c:pt>
                <c:pt idx="6494">
                  <c:v>41964</c:v>
                </c:pt>
                <c:pt idx="6495">
                  <c:v>41967</c:v>
                </c:pt>
                <c:pt idx="6496">
                  <c:v>41968</c:v>
                </c:pt>
                <c:pt idx="6497">
                  <c:v>41969</c:v>
                </c:pt>
                <c:pt idx="6498">
                  <c:v>41970</c:v>
                </c:pt>
                <c:pt idx="6499">
                  <c:v>41971</c:v>
                </c:pt>
                <c:pt idx="6500">
                  <c:v>41974</c:v>
                </c:pt>
                <c:pt idx="6501">
                  <c:v>41975</c:v>
                </c:pt>
                <c:pt idx="6502">
                  <c:v>41976</c:v>
                </c:pt>
                <c:pt idx="6503">
                  <c:v>41977</c:v>
                </c:pt>
                <c:pt idx="6504">
                  <c:v>41978</c:v>
                </c:pt>
                <c:pt idx="6505">
                  <c:v>41981</c:v>
                </c:pt>
                <c:pt idx="6506">
                  <c:v>41982</c:v>
                </c:pt>
                <c:pt idx="6507">
                  <c:v>41983</c:v>
                </c:pt>
                <c:pt idx="6508">
                  <c:v>41984</c:v>
                </c:pt>
                <c:pt idx="6509">
                  <c:v>41985</c:v>
                </c:pt>
                <c:pt idx="6510">
                  <c:v>41988</c:v>
                </c:pt>
                <c:pt idx="6511">
                  <c:v>41989</c:v>
                </c:pt>
                <c:pt idx="6512">
                  <c:v>41990</c:v>
                </c:pt>
                <c:pt idx="6513">
                  <c:v>41991</c:v>
                </c:pt>
                <c:pt idx="6514">
                  <c:v>41992</c:v>
                </c:pt>
                <c:pt idx="6515">
                  <c:v>41995</c:v>
                </c:pt>
                <c:pt idx="6516">
                  <c:v>41996</c:v>
                </c:pt>
                <c:pt idx="6517">
                  <c:v>41997</c:v>
                </c:pt>
                <c:pt idx="6518">
                  <c:v>41998</c:v>
                </c:pt>
                <c:pt idx="6519">
                  <c:v>41999</c:v>
                </c:pt>
                <c:pt idx="6520">
                  <c:v>42002</c:v>
                </c:pt>
                <c:pt idx="6521">
                  <c:v>42003</c:v>
                </c:pt>
                <c:pt idx="6522">
                  <c:v>42004</c:v>
                </c:pt>
                <c:pt idx="6523">
                  <c:v>42005</c:v>
                </c:pt>
                <c:pt idx="6524">
                  <c:v>42006</c:v>
                </c:pt>
                <c:pt idx="6525">
                  <c:v>42009</c:v>
                </c:pt>
                <c:pt idx="6526">
                  <c:v>42010</c:v>
                </c:pt>
                <c:pt idx="6527">
                  <c:v>42011</c:v>
                </c:pt>
                <c:pt idx="6528">
                  <c:v>42012</c:v>
                </c:pt>
                <c:pt idx="6529">
                  <c:v>42013</c:v>
                </c:pt>
                <c:pt idx="6530">
                  <c:v>42016</c:v>
                </c:pt>
                <c:pt idx="6531">
                  <c:v>42017</c:v>
                </c:pt>
                <c:pt idx="6532">
                  <c:v>42018</c:v>
                </c:pt>
                <c:pt idx="6533">
                  <c:v>42019</c:v>
                </c:pt>
                <c:pt idx="6534">
                  <c:v>42020</c:v>
                </c:pt>
                <c:pt idx="6535">
                  <c:v>42023</c:v>
                </c:pt>
                <c:pt idx="6536">
                  <c:v>42024</c:v>
                </c:pt>
                <c:pt idx="6537">
                  <c:v>42025</c:v>
                </c:pt>
                <c:pt idx="6538">
                  <c:v>42026</c:v>
                </c:pt>
                <c:pt idx="6539">
                  <c:v>42027</c:v>
                </c:pt>
                <c:pt idx="6540">
                  <c:v>42030</c:v>
                </c:pt>
                <c:pt idx="6541">
                  <c:v>42031</c:v>
                </c:pt>
                <c:pt idx="6542">
                  <c:v>42032</c:v>
                </c:pt>
                <c:pt idx="6543">
                  <c:v>42033</c:v>
                </c:pt>
                <c:pt idx="6544">
                  <c:v>42034</c:v>
                </c:pt>
                <c:pt idx="6545">
                  <c:v>42037</c:v>
                </c:pt>
                <c:pt idx="6546">
                  <c:v>42038</c:v>
                </c:pt>
                <c:pt idx="6547">
                  <c:v>42039</c:v>
                </c:pt>
                <c:pt idx="6548">
                  <c:v>42040</c:v>
                </c:pt>
                <c:pt idx="6549">
                  <c:v>42041</c:v>
                </c:pt>
                <c:pt idx="6550">
                  <c:v>42044</c:v>
                </c:pt>
                <c:pt idx="6551">
                  <c:v>42045</c:v>
                </c:pt>
                <c:pt idx="6552">
                  <c:v>42046</c:v>
                </c:pt>
                <c:pt idx="6553">
                  <c:v>42047</c:v>
                </c:pt>
                <c:pt idx="6554">
                  <c:v>42048</c:v>
                </c:pt>
                <c:pt idx="6555">
                  <c:v>42051</c:v>
                </c:pt>
                <c:pt idx="6556">
                  <c:v>42052</c:v>
                </c:pt>
                <c:pt idx="6557">
                  <c:v>42053</c:v>
                </c:pt>
                <c:pt idx="6558">
                  <c:v>42054</c:v>
                </c:pt>
                <c:pt idx="6559">
                  <c:v>42055</c:v>
                </c:pt>
                <c:pt idx="6560">
                  <c:v>42058</c:v>
                </c:pt>
                <c:pt idx="6561">
                  <c:v>42059</c:v>
                </c:pt>
                <c:pt idx="6562">
                  <c:v>42060</c:v>
                </c:pt>
                <c:pt idx="6563">
                  <c:v>42061</c:v>
                </c:pt>
                <c:pt idx="6564">
                  <c:v>42062</c:v>
                </c:pt>
                <c:pt idx="6565">
                  <c:v>42065</c:v>
                </c:pt>
                <c:pt idx="6566">
                  <c:v>42066</c:v>
                </c:pt>
                <c:pt idx="6567">
                  <c:v>42067</c:v>
                </c:pt>
                <c:pt idx="6568">
                  <c:v>42068</c:v>
                </c:pt>
                <c:pt idx="6569">
                  <c:v>42069</c:v>
                </c:pt>
                <c:pt idx="6570">
                  <c:v>42072</c:v>
                </c:pt>
                <c:pt idx="6571">
                  <c:v>42073</c:v>
                </c:pt>
                <c:pt idx="6572">
                  <c:v>42074</c:v>
                </c:pt>
                <c:pt idx="6573">
                  <c:v>42075</c:v>
                </c:pt>
                <c:pt idx="6574">
                  <c:v>42076</c:v>
                </c:pt>
                <c:pt idx="6575">
                  <c:v>42079</c:v>
                </c:pt>
                <c:pt idx="6576">
                  <c:v>42080</c:v>
                </c:pt>
                <c:pt idx="6577">
                  <c:v>42081</c:v>
                </c:pt>
                <c:pt idx="6578">
                  <c:v>42082</c:v>
                </c:pt>
                <c:pt idx="6579">
                  <c:v>42083</c:v>
                </c:pt>
                <c:pt idx="6580">
                  <c:v>42086</c:v>
                </c:pt>
                <c:pt idx="6581">
                  <c:v>42087</c:v>
                </c:pt>
                <c:pt idx="6582">
                  <c:v>42088</c:v>
                </c:pt>
                <c:pt idx="6583">
                  <c:v>42089</c:v>
                </c:pt>
                <c:pt idx="6584">
                  <c:v>42090</c:v>
                </c:pt>
                <c:pt idx="6585">
                  <c:v>42093</c:v>
                </c:pt>
                <c:pt idx="6586">
                  <c:v>42094</c:v>
                </c:pt>
                <c:pt idx="6587">
                  <c:v>42095</c:v>
                </c:pt>
                <c:pt idx="6588">
                  <c:v>42096</c:v>
                </c:pt>
                <c:pt idx="6589">
                  <c:v>42097</c:v>
                </c:pt>
                <c:pt idx="6590">
                  <c:v>42100</c:v>
                </c:pt>
                <c:pt idx="6591">
                  <c:v>42101</c:v>
                </c:pt>
                <c:pt idx="6592">
                  <c:v>42102</c:v>
                </c:pt>
                <c:pt idx="6593">
                  <c:v>42103</c:v>
                </c:pt>
                <c:pt idx="6594">
                  <c:v>42104</c:v>
                </c:pt>
                <c:pt idx="6595">
                  <c:v>42107</c:v>
                </c:pt>
                <c:pt idx="6596">
                  <c:v>42108</c:v>
                </c:pt>
                <c:pt idx="6597">
                  <c:v>42109</c:v>
                </c:pt>
                <c:pt idx="6598">
                  <c:v>42110</c:v>
                </c:pt>
                <c:pt idx="6599">
                  <c:v>42111</c:v>
                </c:pt>
                <c:pt idx="6600">
                  <c:v>42114</c:v>
                </c:pt>
                <c:pt idx="6601">
                  <c:v>42115</c:v>
                </c:pt>
                <c:pt idx="6602">
                  <c:v>42116</c:v>
                </c:pt>
                <c:pt idx="6603">
                  <c:v>42117</c:v>
                </c:pt>
                <c:pt idx="6604">
                  <c:v>42118</c:v>
                </c:pt>
                <c:pt idx="6605">
                  <c:v>42121</c:v>
                </c:pt>
                <c:pt idx="6606">
                  <c:v>42122</c:v>
                </c:pt>
                <c:pt idx="6607">
                  <c:v>42123</c:v>
                </c:pt>
                <c:pt idx="6608">
                  <c:v>42124</c:v>
                </c:pt>
                <c:pt idx="6609">
                  <c:v>42125</c:v>
                </c:pt>
                <c:pt idx="6610">
                  <c:v>42128</c:v>
                </c:pt>
                <c:pt idx="6611">
                  <c:v>42129</c:v>
                </c:pt>
                <c:pt idx="6612">
                  <c:v>42130</c:v>
                </c:pt>
                <c:pt idx="6613">
                  <c:v>42131</c:v>
                </c:pt>
                <c:pt idx="6614">
                  <c:v>42132</c:v>
                </c:pt>
                <c:pt idx="6615">
                  <c:v>42135</c:v>
                </c:pt>
                <c:pt idx="6616">
                  <c:v>42136</c:v>
                </c:pt>
                <c:pt idx="6617">
                  <c:v>42137</c:v>
                </c:pt>
                <c:pt idx="6618">
                  <c:v>42138</c:v>
                </c:pt>
                <c:pt idx="6619">
                  <c:v>42139</c:v>
                </c:pt>
                <c:pt idx="6620">
                  <c:v>42142</c:v>
                </c:pt>
                <c:pt idx="6621">
                  <c:v>42143</c:v>
                </c:pt>
                <c:pt idx="6622">
                  <c:v>42144</c:v>
                </c:pt>
                <c:pt idx="6623">
                  <c:v>42145</c:v>
                </c:pt>
                <c:pt idx="6624">
                  <c:v>42146</c:v>
                </c:pt>
                <c:pt idx="6625">
                  <c:v>42149</c:v>
                </c:pt>
                <c:pt idx="6626">
                  <c:v>42150</c:v>
                </c:pt>
                <c:pt idx="6627">
                  <c:v>42151</c:v>
                </c:pt>
                <c:pt idx="6628">
                  <c:v>42152</c:v>
                </c:pt>
                <c:pt idx="6629">
                  <c:v>42153</c:v>
                </c:pt>
                <c:pt idx="6630">
                  <c:v>42156</c:v>
                </c:pt>
                <c:pt idx="6631">
                  <c:v>42157</c:v>
                </c:pt>
                <c:pt idx="6632">
                  <c:v>42158</c:v>
                </c:pt>
                <c:pt idx="6633">
                  <c:v>42159</c:v>
                </c:pt>
                <c:pt idx="6634">
                  <c:v>42160</c:v>
                </c:pt>
                <c:pt idx="6635">
                  <c:v>42163</c:v>
                </c:pt>
                <c:pt idx="6636">
                  <c:v>42164</c:v>
                </c:pt>
                <c:pt idx="6637">
                  <c:v>42165</c:v>
                </c:pt>
                <c:pt idx="6638">
                  <c:v>42166</c:v>
                </c:pt>
                <c:pt idx="6639">
                  <c:v>42167</c:v>
                </c:pt>
                <c:pt idx="6640">
                  <c:v>42170</c:v>
                </c:pt>
                <c:pt idx="6641">
                  <c:v>42171</c:v>
                </c:pt>
                <c:pt idx="6642">
                  <c:v>42172</c:v>
                </c:pt>
                <c:pt idx="6643">
                  <c:v>42173</c:v>
                </c:pt>
                <c:pt idx="6644">
                  <c:v>42174</c:v>
                </c:pt>
                <c:pt idx="6645">
                  <c:v>42177</c:v>
                </c:pt>
                <c:pt idx="6646">
                  <c:v>42178</c:v>
                </c:pt>
                <c:pt idx="6647">
                  <c:v>42179</c:v>
                </c:pt>
                <c:pt idx="6648">
                  <c:v>42180</c:v>
                </c:pt>
                <c:pt idx="6649">
                  <c:v>42181</c:v>
                </c:pt>
                <c:pt idx="6650">
                  <c:v>42184</c:v>
                </c:pt>
                <c:pt idx="6651">
                  <c:v>42185</c:v>
                </c:pt>
                <c:pt idx="6652">
                  <c:v>42186</c:v>
                </c:pt>
                <c:pt idx="6653">
                  <c:v>42187</c:v>
                </c:pt>
                <c:pt idx="6654">
                  <c:v>42188</c:v>
                </c:pt>
                <c:pt idx="6655">
                  <c:v>42191</c:v>
                </c:pt>
                <c:pt idx="6656">
                  <c:v>42192</c:v>
                </c:pt>
                <c:pt idx="6657">
                  <c:v>42193</c:v>
                </c:pt>
                <c:pt idx="6658">
                  <c:v>42194</c:v>
                </c:pt>
                <c:pt idx="6659">
                  <c:v>42195</c:v>
                </c:pt>
                <c:pt idx="6660">
                  <c:v>42198</c:v>
                </c:pt>
                <c:pt idx="6661">
                  <c:v>42199</c:v>
                </c:pt>
                <c:pt idx="6662">
                  <c:v>42200</c:v>
                </c:pt>
                <c:pt idx="6663">
                  <c:v>42201</c:v>
                </c:pt>
                <c:pt idx="6664">
                  <c:v>42202</c:v>
                </c:pt>
                <c:pt idx="6665">
                  <c:v>42205</c:v>
                </c:pt>
                <c:pt idx="6666">
                  <c:v>42206</c:v>
                </c:pt>
                <c:pt idx="6667">
                  <c:v>42207</c:v>
                </c:pt>
                <c:pt idx="6668">
                  <c:v>42208</c:v>
                </c:pt>
                <c:pt idx="6669">
                  <c:v>42209</c:v>
                </c:pt>
                <c:pt idx="6670">
                  <c:v>42212</c:v>
                </c:pt>
                <c:pt idx="6671">
                  <c:v>42213</c:v>
                </c:pt>
                <c:pt idx="6672">
                  <c:v>42214</c:v>
                </c:pt>
                <c:pt idx="6673">
                  <c:v>42215</c:v>
                </c:pt>
                <c:pt idx="6674">
                  <c:v>42216</c:v>
                </c:pt>
                <c:pt idx="6675">
                  <c:v>42219</c:v>
                </c:pt>
                <c:pt idx="6676">
                  <c:v>42220</c:v>
                </c:pt>
                <c:pt idx="6677">
                  <c:v>42221</c:v>
                </c:pt>
                <c:pt idx="6678">
                  <c:v>42222</c:v>
                </c:pt>
                <c:pt idx="6679">
                  <c:v>42223</c:v>
                </c:pt>
                <c:pt idx="6680">
                  <c:v>42226</c:v>
                </c:pt>
                <c:pt idx="6681">
                  <c:v>42227</c:v>
                </c:pt>
                <c:pt idx="6682">
                  <c:v>42228</c:v>
                </c:pt>
                <c:pt idx="6683">
                  <c:v>42229</c:v>
                </c:pt>
                <c:pt idx="6684">
                  <c:v>42230</c:v>
                </c:pt>
                <c:pt idx="6685">
                  <c:v>42233</c:v>
                </c:pt>
                <c:pt idx="6686">
                  <c:v>42234</c:v>
                </c:pt>
                <c:pt idx="6687">
                  <c:v>42235</c:v>
                </c:pt>
                <c:pt idx="6688">
                  <c:v>42236</c:v>
                </c:pt>
                <c:pt idx="6689">
                  <c:v>42237</c:v>
                </c:pt>
                <c:pt idx="6690">
                  <c:v>42240</c:v>
                </c:pt>
                <c:pt idx="6691">
                  <c:v>42241</c:v>
                </c:pt>
                <c:pt idx="6692">
                  <c:v>42242</c:v>
                </c:pt>
                <c:pt idx="6693">
                  <c:v>42243</c:v>
                </c:pt>
                <c:pt idx="6694">
                  <c:v>42244</c:v>
                </c:pt>
                <c:pt idx="6695">
                  <c:v>42247</c:v>
                </c:pt>
                <c:pt idx="6696">
                  <c:v>42248</c:v>
                </c:pt>
                <c:pt idx="6697">
                  <c:v>42249</c:v>
                </c:pt>
                <c:pt idx="6698">
                  <c:v>42250</c:v>
                </c:pt>
                <c:pt idx="6699">
                  <c:v>42251</c:v>
                </c:pt>
                <c:pt idx="6700">
                  <c:v>42254</c:v>
                </c:pt>
                <c:pt idx="6701">
                  <c:v>42255</c:v>
                </c:pt>
                <c:pt idx="6702">
                  <c:v>42256</c:v>
                </c:pt>
                <c:pt idx="6703">
                  <c:v>42257</c:v>
                </c:pt>
                <c:pt idx="6704">
                  <c:v>42258</c:v>
                </c:pt>
                <c:pt idx="6705">
                  <c:v>42261</c:v>
                </c:pt>
                <c:pt idx="6706">
                  <c:v>42262</c:v>
                </c:pt>
                <c:pt idx="6707">
                  <c:v>42263</c:v>
                </c:pt>
                <c:pt idx="6708">
                  <c:v>42264</c:v>
                </c:pt>
                <c:pt idx="6709">
                  <c:v>42265</c:v>
                </c:pt>
                <c:pt idx="6710">
                  <c:v>42268</c:v>
                </c:pt>
                <c:pt idx="6711">
                  <c:v>42269</c:v>
                </c:pt>
                <c:pt idx="6712">
                  <c:v>42270</c:v>
                </c:pt>
                <c:pt idx="6713">
                  <c:v>42271</c:v>
                </c:pt>
                <c:pt idx="6714">
                  <c:v>42272</c:v>
                </c:pt>
                <c:pt idx="6715">
                  <c:v>42275</c:v>
                </c:pt>
                <c:pt idx="6716">
                  <c:v>42276</c:v>
                </c:pt>
                <c:pt idx="6717">
                  <c:v>42277</c:v>
                </c:pt>
                <c:pt idx="6718">
                  <c:v>42278</c:v>
                </c:pt>
                <c:pt idx="6719">
                  <c:v>42279</c:v>
                </c:pt>
                <c:pt idx="6720">
                  <c:v>42282</c:v>
                </c:pt>
                <c:pt idx="6721">
                  <c:v>42283</c:v>
                </c:pt>
                <c:pt idx="6722">
                  <c:v>42284</c:v>
                </c:pt>
                <c:pt idx="6723">
                  <c:v>42285</c:v>
                </c:pt>
                <c:pt idx="6724">
                  <c:v>42286</c:v>
                </c:pt>
                <c:pt idx="6725">
                  <c:v>42289</c:v>
                </c:pt>
                <c:pt idx="6726">
                  <c:v>42290</c:v>
                </c:pt>
                <c:pt idx="6727">
                  <c:v>42291</c:v>
                </c:pt>
                <c:pt idx="6728">
                  <c:v>42292</c:v>
                </c:pt>
                <c:pt idx="6729">
                  <c:v>42293</c:v>
                </c:pt>
                <c:pt idx="6730">
                  <c:v>42296</c:v>
                </c:pt>
                <c:pt idx="6731">
                  <c:v>42297</c:v>
                </c:pt>
                <c:pt idx="6732">
                  <c:v>42298</c:v>
                </c:pt>
                <c:pt idx="6733">
                  <c:v>42299</c:v>
                </c:pt>
                <c:pt idx="6734">
                  <c:v>42300</c:v>
                </c:pt>
                <c:pt idx="6735">
                  <c:v>42303</c:v>
                </c:pt>
                <c:pt idx="6736">
                  <c:v>42304</c:v>
                </c:pt>
                <c:pt idx="6737">
                  <c:v>42305</c:v>
                </c:pt>
                <c:pt idx="6738">
                  <c:v>42306</c:v>
                </c:pt>
                <c:pt idx="6739">
                  <c:v>42307</c:v>
                </c:pt>
                <c:pt idx="6740">
                  <c:v>42310</c:v>
                </c:pt>
                <c:pt idx="6741">
                  <c:v>42311</c:v>
                </c:pt>
                <c:pt idx="6742">
                  <c:v>42312</c:v>
                </c:pt>
                <c:pt idx="6743">
                  <c:v>42313</c:v>
                </c:pt>
                <c:pt idx="6744">
                  <c:v>42314</c:v>
                </c:pt>
                <c:pt idx="6745">
                  <c:v>42317</c:v>
                </c:pt>
                <c:pt idx="6746">
                  <c:v>42318</c:v>
                </c:pt>
                <c:pt idx="6747">
                  <c:v>42319</c:v>
                </c:pt>
                <c:pt idx="6748">
                  <c:v>42320</c:v>
                </c:pt>
                <c:pt idx="6749">
                  <c:v>42321</c:v>
                </c:pt>
                <c:pt idx="6750">
                  <c:v>42324</c:v>
                </c:pt>
                <c:pt idx="6751">
                  <c:v>42325</c:v>
                </c:pt>
                <c:pt idx="6752">
                  <c:v>42326</c:v>
                </c:pt>
                <c:pt idx="6753">
                  <c:v>42327</c:v>
                </c:pt>
                <c:pt idx="6754">
                  <c:v>42328</c:v>
                </c:pt>
                <c:pt idx="6755">
                  <c:v>42331</c:v>
                </c:pt>
                <c:pt idx="6756">
                  <c:v>42332</c:v>
                </c:pt>
                <c:pt idx="6757">
                  <c:v>42333</c:v>
                </c:pt>
                <c:pt idx="6758">
                  <c:v>42334</c:v>
                </c:pt>
                <c:pt idx="6759">
                  <c:v>42335</c:v>
                </c:pt>
                <c:pt idx="6760">
                  <c:v>42338</c:v>
                </c:pt>
                <c:pt idx="6761">
                  <c:v>42339</c:v>
                </c:pt>
                <c:pt idx="6762">
                  <c:v>42340</c:v>
                </c:pt>
                <c:pt idx="6763">
                  <c:v>42341</c:v>
                </c:pt>
                <c:pt idx="6764">
                  <c:v>42342</c:v>
                </c:pt>
                <c:pt idx="6765">
                  <c:v>42345</c:v>
                </c:pt>
                <c:pt idx="6766">
                  <c:v>42346</c:v>
                </c:pt>
                <c:pt idx="6767">
                  <c:v>42347</c:v>
                </c:pt>
                <c:pt idx="6768">
                  <c:v>42348</c:v>
                </c:pt>
                <c:pt idx="6769">
                  <c:v>42349</c:v>
                </c:pt>
                <c:pt idx="6770">
                  <c:v>42352</c:v>
                </c:pt>
                <c:pt idx="6771">
                  <c:v>42353</c:v>
                </c:pt>
                <c:pt idx="6772">
                  <c:v>42354</c:v>
                </c:pt>
                <c:pt idx="6773">
                  <c:v>42355</c:v>
                </c:pt>
                <c:pt idx="6774">
                  <c:v>42356</c:v>
                </c:pt>
                <c:pt idx="6775">
                  <c:v>42359</c:v>
                </c:pt>
                <c:pt idx="6776">
                  <c:v>42360</c:v>
                </c:pt>
                <c:pt idx="6777">
                  <c:v>42361</c:v>
                </c:pt>
                <c:pt idx="6778">
                  <c:v>42362</c:v>
                </c:pt>
                <c:pt idx="6779">
                  <c:v>42363</c:v>
                </c:pt>
                <c:pt idx="6780">
                  <c:v>42366</c:v>
                </c:pt>
                <c:pt idx="6781">
                  <c:v>42367</c:v>
                </c:pt>
                <c:pt idx="6782">
                  <c:v>42368</c:v>
                </c:pt>
                <c:pt idx="6783">
                  <c:v>42369</c:v>
                </c:pt>
                <c:pt idx="6784">
                  <c:v>42370</c:v>
                </c:pt>
                <c:pt idx="6785">
                  <c:v>42373</c:v>
                </c:pt>
                <c:pt idx="6786">
                  <c:v>42374</c:v>
                </c:pt>
                <c:pt idx="6787">
                  <c:v>42375</c:v>
                </c:pt>
                <c:pt idx="6788">
                  <c:v>42376</c:v>
                </c:pt>
                <c:pt idx="6789">
                  <c:v>42377</c:v>
                </c:pt>
                <c:pt idx="6790">
                  <c:v>42380</c:v>
                </c:pt>
                <c:pt idx="6791">
                  <c:v>42381</c:v>
                </c:pt>
                <c:pt idx="6792">
                  <c:v>42382</c:v>
                </c:pt>
                <c:pt idx="6793">
                  <c:v>42383</c:v>
                </c:pt>
                <c:pt idx="6794">
                  <c:v>42384</c:v>
                </c:pt>
                <c:pt idx="6795">
                  <c:v>42387</c:v>
                </c:pt>
                <c:pt idx="6796">
                  <c:v>42388</c:v>
                </c:pt>
                <c:pt idx="6797">
                  <c:v>42389</c:v>
                </c:pt>
                <c:pt idx="6798">
                  <c:v>42390</c:v>
                </c:pt>
                <c:pt idx="6799">
                  <c:v>42391</c:v>
                </c:pt>
                <c:pt idx="6800">
                  <c:v>42394</c:v>
                </c:pt>
                <c:pt idx="6801">
                  <c:v>42395</c:v>
                </c:pt>
                <c:pt idx="6802">
                  <c:v>42396</c:v>
                </c:pt>
                <c:pt idx="6803">
                  <c:v>42397</c:v>
                </c:pt>
                <c:pt idx="6804">
                  <c:v>42398</c:v>
                </c:pt>
                <c:pt idx="6805">
                  <c:v>42401</c:v>
                </c:pt>
                <c:pt idx="6806">
                  <c:v>42402</c:v>
                </c:pt>
                <c:pt idx="6807">
                  <c:v>42403</c:v>
                </c:pt>
                <c:pt idx="6808">
                  <c:v>42404</c:v>
                </c:pt>
                <c:pt idx="6809">
                  <c:v>42405</c:v>
                </c:pt>
                <c:pt idx="6810">
                  <c:v>42408</c:v>
                </c:pt>
                <c:pt idx="6811">
                  <c:v>42409</c:v>
                </c:pt>
                <c:pt idx="6812">
                  <c:v>42410</c:v>
                </c:pt>
                <c:pt idx="6813">
                  <c:v>42411</c:v>
                </c:pt>
                <c:pt idx="6814">
                  <c:v>42412</c:v>
                </c:pt>
                <c:pt idx="6815">
                  <c:v>42415</c:v>
                </c:pt>
                <c:pt idx="6816">
                  <c:v>42416</c:v>
                </c:pt>
                <c:pt idx="6817">
                  <c:v>42417</c:v>
                </c:pt>
                <c:pt idx="6818">
                  <c:v>42418</c:v>
                </c:pt>
                <c:pt idx="6819">
                  <c:v>42419</c:v>
                </c:pt>
                <c:pt idx="6820">
                  <c:v>42422</c:v>
                </c:pt>
                <c:pt idx="6821">
                  <c:v>42423</c:v>
                </c:pt>
                <c:pt idx="6822">
                  <c:v>42424</c:v>
                </c:pt>
                <c:pt idx="6823">
                  <c:v>42425</c:v>
                </c:pt>
                <c:pt idx="6824">
                  <c:v>42426</c:v>
                </c:pt>
                <c:pt idx="6825">
                  <c:v>42429</c:v>
                </c:pt>
                <c:pt idx="6826">
                  <c:v>42430</c:v>
                </c:pt>
                <c:pt idx="6827">
                  <c:v>42431</c:v>
                </c:pt>
                <c:pt idx="6828">
                  <c:v>42432</c:v>
                </c:pt>
                <c:pt idx="6829">
                  <c:v>42433</c:v>
                </c:pt>
                <c:pt idx="6830">
                  <c:v>42436</c:v>
                </c:pt>
                <c:pt idx="6831">
                  <c:v>42437</c:v>
                </c:pt>
                <c:pt idx="6832">
                  <c:v>42438</c:v>
                </c:pt>
                <c:pt idx="6833">
                  <c:v>42439</c:v>
                </c:pt>
                <c:pt idx="6834">
                  <c:v>42440</c:v>
                </c:pt>
                <c:pt idx="6835">
                  <c:v>42443</c:v>
                </c:pt>
                <c:pt idx="6836">
                  <c:v>42444</c:v>
                </c:pt>
                <c:pt idx="6837">
                  <c:v>42445</c:v>
                </c:pt>
                <c:pt idx="6838">
                  <c:v>42446</c:v>
                </c:pt>
                <c:pt idx="6839">
                  <c:v>42447</c:v>
                </c:pt>
                <c:pt idx="6840">
                  <c:v>42450</c:v>
                </c:pt>
                <c:pt idx="6841">
                  <c:v>42451</c:v>
                </c:pt>
                <c:pt idx="6842">
                  <c:v>42452</c:v>
                </c:pt>
                <c:pt idx="6843">
                  <c:v>42453</c:v>
                </c:pt>
                <c:pt idx="6844">
                  <c:v>42454</c:v>
                </c:pt>
                <c:pt idx="6845">
                  <c:v>42457</c:v>
                </c:pt>
                <c:pt idx="6846">
                  <c:v>42458</c:v>
                </c:pt>
                <c:pt idx="6847">
                  <c:v>42459</c:v>
                </c:pt>
                <c:pt idx="6848">
                  <c:v>42460</c:v>
                </c:pt>
                <c:pt idx="6849">
                  <c:v>42461</c:v>
                </c:pt>
                <c:pt idx="6850">
                  <c:v>42464</c:v>
                </c:pt>
                <c:pt idx="6851">
                  <c:v>42465</c:v>
                </c:pt>
                <c:pt idx="6852">
                  <c:v>42466</c:v>
                </c:pt>
                <c:pt idx="6853">
                  <c:v>42467</c:v>
                </c:pt>
                <c:pt idx="6854">
                  <c:v>42468</c:v>
                </c:pt>
                <c:pt idx="6855">
                  <c:v>42471</c:v>
                </c:pt>
                <c:pt idx="6856">
                  <c:v>42472</c:v>
                </c:pt>
                <c:pt idx="6857">
                  <c:v>42473</c:v>
                </c:pt>
                <c:pt idx="6858">
                  <c:v>42474</c:v>
                </c:pt>
                <c:pt idx="6859">
                  <c:v>42475</c:v>
                </c:pt>
                <c:pt idx="6860">
                  <c:v>42478</c:v>
                </c:pt>
                <c:pt idx="6861">
                  <c:v>42479</c:v>
                </c:pt>
                <c:pt idx="6862">
                  <c:v>42480</c:v>
                </c:pt>
                <c:pt idx="6863">
                  <c:v>42481</c:v>
                </c:pt>
                <c:pt idx="6864">
                  <c:v>42482</c:v>
                </c:pt>
                <c:pt idx="6865">
                  <c:v>42485</c:v>
                </c:pt>
                <c:pt idx="6866">
                  <c:v>42486</c:v>
                </c:pt>
                <c:pt idx="6867">
                  <c:v>42487</c:v>
                </c:pt>
                <c:pt idx="6868">
                  <c:v>42488</c:v>
                </c:pt>
                <c:pt idx="6869">
                  <c:v>42489</c:v>
                </c:pt>
                <c:pt idx="6870">
                  <c:v>42492</c:v>
                </c:pt>
                <c:pt idx="6871">
                  <c:v>42493</c:v>
                </c:pt>
                <c:pt idx="6872">
                  <c:v>42494</c:v>
                </c:pt>
                <c:pt idx="6873">
                  <c:v>42495</c:v>
                </c:pt>
                <c:pt idx="6874">
                  <c:v>42496</c:v>
                </c:pt>
                <c:pt idx="6875">
                  <c:v>42499</c:v>
                </c:pt>
                <c:pt idx="6876">
                  <c:v>42500</c:v>
                </c:pt>
                <c:pt idx="6877">
                  <c:v>42501</c:v>
                </c:pt>
                <c:pt idx="6878">
                  <c:v>42502</c:v>
                </c:pt>
                <c:pt idx="6879">
                  <c:v>42503</c:v>
                </c:pt>
                <c:pt idx="6880">
                  <c:v>42506</c:v>
                </c:pt>
                <c:pt idx="6881">
                  <c:v>42507</c:v>
                </c:pt>
                <c:pt idx="6882">
                  <c:v>42508</c:v>
                </c:pt>
                <c:pt idx="6883">
                  <c:v>42509</c:v>
                </c:pt>
                <c:pt idx="6884">
                  <c:v>42510</c:v>
                </c:pt>
                <c:pt idx="6885">
                  <c:v>42513</c:v>
                </c:pt>
                <c:pt idx="6886">
                  <c:v>42514</c:v>
                </c:pt>
                <c:pt idx="6887">
                  <c:v>42515</c:v>
                </c:pt>
                <c:pt idx="6888">
                  <c:v>42516</c:v>
                </c:pt>
                <c:pt idx="6889">
                  <c:v>42517</c:v>
                </c:pt>
                <c:pt idx="6890">
                  <c:v>42520</c:v>
                </c:pt>
                <c:pt idx="6891">
                  <c:v>42521</c:v>
                </c:pt>
                <c:pt idx="6892">
                  <c:v>42522</c:v>
                </c:pt>
                <c:pt idx="6893">
                  <c:v>42523</c:v>
                </c:pt>
                <c:pt idx="6894">
                  <c:v>42524</c:v>
                </c:pt>
                <c:pt idx="6895">
                  <c:v>42527</c:v>
                </c:pt>
                <c:pt idx="6896">
                  <c:v>42528</c:v>
                </c:pt>
                <c:pt idx="6897">
                  <c:v>42529</c:v>
                </c:pt>
                <c:pt idx="6898">
                  <c:v>42530</c:v>
                </c:pt>
                <c:pt idx="6899">
                  <c:v>42531</c:v>
                </c:pt>
                <c:pt idx="6900">
                  <c:v>42534</c:v>
                </c:pt>
                <c:pt idx="6901">
                  <c:v>42535</c:v>
                </c:pt>
                <c:pt idx="6902">
                  <c:v>42536</c:v>
                </c:pt>
                <c:pt idx="6903">
                  <c:v>42537</c:v>
                </c:pt>
                <c:pt idx="6904">
                  <c:v>42538</c:v>
                </c:pt>
                <c:pt idx="6905">
                  <c:v>42541</c:v>
                </c:pt>
                <c:pt idx="6906">
                  <c:v>42542</c:v>
                </c:pt>
                <c:pt idx="6907">
                  <c:v>42543</c:v>
                </c:pt>
                <c:pt idx="6908">
                  <c:v>42544</c:v>
                </c:pt>
                <c:pt idx="6909">
                  <c:v>42545</c:v>
                </c:pt>
                <c:pt idx="6910">
                  <c:v>42548</c:v>
                </c:pt>
                <c:pt idx="6911">
                  <c:v>42549</c:v>
                </c:pt>
                <c:pt idx="6912">
                  <c:v>42550</c:v>
                </c:pt>
                <c:pt idx="6913">
                  <c:v>42551</c:v>
                </c:pt>
                <c:pt idx="6914">
                  <c:v>42552</c:v>
                </c:pt>
                <c:pt idx="6915">
                  <c:v>42555</c:v>
                </c:pt>
                <c:pt idx="6916">
                  <c:v>42556</c:v>
                </c:pt>
                <c:pt idx="6917">
                  <c:v>42557</c:v>
                </c:pt>
                <c:pt idx="6918">
                  <c:v>42558</c:v>
                </c:pt>
                <c:pt idx="6919">
                  <c:v>42559</c:v>
                </c:pt>
                <c:pt idx="6920">
                  <c:v>42562</c:v>
                </c:pt>
                <c:pt idx="6921">
                  <c:v>42563</c:v>
                </c:pt>
                <c:pt idx="6922">
                  <c:v>42564</c:v>
                </c:pt>
                <c:pt idx="6923">
                  <c:v>42565</c:v>
                </c:pt>
                <c:pt idx="6924">
                  <c:v>42566</c:v>
                </c:pt>
                <c:pt idx="6925">
                  <c:v>42569</c:v>
                </c:pt>
                <c:pt idx="6926">
                  <c:v>42570</c:v>
                </c:pt>
                <c:pt idx="6927">
                  <c:v>42571</c:v>
                </c:pt>
                <c:pt idx="6928">
                  <c:v>42572</c:v>
                </c:pt>
                <c:pt idx="6929">
                  <c:v>42573</c:v>
                </c:pt>
                <c:pt idx="6930">
                  <c:v>42576</c:v>
                </c:pt>
                <c:pt idx="6931">
                  <c:v>42577</c:v>
                </c:pt>
                <c:pt idx="6932">
                  <c:v>42578</c:v>
                </c:pt>
                <c:pt idx="6933">
                  <c:v>42579</c:v>
                </c:pt>
                <c:pt idx="6934">
                  <c:v>42580</c:v>
                </c:pt>
                <c:pt idx="6935">
                  <c:v>42583</c:v>
                </c:pt>
                <c:pt idx="6936">
                  <c:v>42584</c:v>
                </c:pt>
                <c:pt idx="6937">
                  <c:v>42585</c:v>
                </c:pt>
                <c:pt idx="6938">
                  <c:v>42586</c:v>
                </c:pt>
                <c:pt idx="6939">
                  <c:v>42587</c:v>
                </c:pt>
                <c:pt idx="6940">
                  <c:v>42590</c:v>
                </c:pt>
                <c:pt idx="6941">
                  <c:v>42591</c:v>
                </c:pt>
                <c:pt idx="6942">
                  <c:v>42592</c:v>
                </c:pt>
                <c:pt idx="6943">
                  <c:v>42593</c:v>
                </c:pt>
                <c:pt idx="6944">
                  <c:v>42594</c:v>
                </c:pt>
                <c:pt idx="6945">
                  <c:v>42597</c:v>
                </c:pt>
                <c:pt idx="6946">
                  <c:v>42598</c:v>
                </c:pt>
                <c:pt idx="6947">
                  <c:v>42599</c:v>
                </c:pt>
                <c:pt idx="6948">
                  <c:v>42600</c:v>
                </c:pt>
                <c:pt idx="6949">
                  <c:v>42601</c:v>
                </c:pt>
                <c:pt idx="6950">
                  <c:v>42604</c:v>
                </c:pt>
                <c:pt idx="6951">
                  <c:v>42605</c:v>
                </c:pt>
                <c:pt idx="6952">
                  <c:v>42606</c:v>
                </c:pt>
                <c:pt idx="6953">
                  <c:v>42607</c:v>
                </c:pt>
                <c:pt idx="6954">
                  <c:v>42608</c:v>
                </c:pt>
                <c:pt idx="6955">
                  <c:v>42611</c:v>
                </c:pt>
                <c:pt idx="6956">
                  <c:v>42612</c:v>
                </c:pt>
                <c:pt idx="6957">
                  <c:v>42613</c:v>
                </c:pt>
                <c:pt idx="6958">
                  <c:v>42614</c:v>
                </c:pt>
                <c:pt idx="6959">
                  <c:v>42615</c:v>
                </c:pt>
                <c:pt idx="6960">
                  <c:v>42618</c:v>
                </c:pt>
                <c:pt idx="6961">
                  <c:v>42619</c:v>
                </c:pt>
                <c:pt idx="6962">
                  <c:v>42620</c:v>
                </c:pt>
                <c:pt idx="6963">
                  <c:v>42621</c:v>
                </c:pt>
                <c:pt idx="6964">
                  <c:v>42622</c:v>
                </c:pt>
                <c:pt idx="6965">
                  <c:v>42625</c:v>
                </c:pt>
                <c:pt idx="6966">
                  <c:v>42626</c:v>
                </c:pt>
                <c:pt idx="6967">
                  <c:v>42627</c:v>
                </c:pt>
                <c:pt idx="6968">
                  <c:v>42628</c:v>
                </c:pt>
                <c:pt idx="6969">
                  <c:v>42629</c:v>
                </c:pt>
                <c:pt idx="6970">
                  <c:v>42632</c:v>
                </c:pt>
                <c:pt idx="6971">
                  <c:v>42633</c:v>
                </c:pt>
                <c:pt idx="6972">
                  <c:v>42634</c:v>
                </c:pt>
                <c:pt idx="6973">
                  <c:v>42635</c:v>
                </c:pt>
                <c:pt idx="6974">
                  <c:v>42636</c:v>
                </c:pt>
                <c:pt idx="6975">
                  <c:v>42639</c:v>
                </c:pt>
                <c:pt idx="6976">
                  <c:v>42640</c:v>
                </c:pt>
                <c:pt idx="6977">
                  <c:v>42641</c:v>
                </c:pt>
                <c:pt idx="6978">
                  <c:v>42642</c:v>
                </c:pt>
                <c:pt idx="6979">
                  <c:v>42643</c:v>
                </c:pt>
                <c:pt idx="6980">
                  <c:v>42646</c:v>
                </c:pt>
                <c:pt idx="6981">
                  <c:v>42647</c:v>
                </c:pt>
                <c:pt idx="6982">
                  <c:v>42648</c:v>
                </c:pt>
                <c:pt idx="6983">
                  <c:v>42649</c:v>
                </c:pt>
                <c:pt idx="6984">
                  <c:v>42650</c:v>
                </c:pt>
                <c:pt idx="6985">
                  <c:v>42653</c:v>
                </c:pt>
                <c:pt idx="6986">
                  <c:v>42654</c:v>
                </c:pt>
                <c:pt idx="6987">
                  <c:v>42655</c:v>
                </c:pt>
                <c:pt idx="6988">
                  <c:v>42656</c:v>
                </c:pt>
                <c:pt idx="6989">
                  <c:v>42657</c:v>
                </c:pt>
                <c:pt idx="6990">
                  <c:v>42660</c:v>
                </c:pt>
                <c:pt idx="6991">
                  <c:v>42661</c:v>
                </c:pt>
                <c:pt idx="6992">
                  <c:v>42662</c:v>
                </c:pt>
                <c:pt idx="6993">
                  <c:v>42663</c:v>
                </c:pt>
                <c:pt idx="6994">
                  <c:v>42664</c:v>
                </c:pt>
                <c:pt idx="6995">
                  <c:v>42667</c:v>
                </c:pt>
                <c:pt idx="6996">
                  <c:v>42668</c:v>
                </c:pt>
                <c:pt idx="6997">
                  <c:v>42669</c:v>
                </c:pt>
                <c:pt idx="6998">
                  <c:v>42670</c:v>
                </c:pt>
                <c:pt idx="6999">
                  <c:v>42671</c:v>
                </c:pt>
                <c:pt idx="7000">
                  <c:v>42674</c:v>
                </c:pt>
                <c:pt idx="7001">
                  <c:v>42675</c:v>
                </c:pt>
                <c:pt idx="7002">
                  <c:v>42676</c:v>
                </c:pt>
                <c:pt idx="7003">
                  <c:v>42677</c:v>
                </c:pt>
                <c:pt idx="7004">
                  <c:v>42678</c:v>
                </c:pt>
                <c:pt idx="7005">
                  <c:v>42681</c:v>
                </c:pt>
                <c:pt idx="7006">
                  <c:v>42682</c:v>
                </c:pt>
                <c:pt idx="7007">
                  <c:v>42683</c:v>
                </c:pt>
                <c:pt idx="7008">
                  <c:v>42684</c:v>
                </c:pt>
                <c:pt idx="7009">
                  <c:v>42685</c:v>
                </c:pt>
                <c:pt idx="7010">
                  <c:v>42688</c:v>
                </c:pt>
                <c:pt idx="7011">
                  <c:v>42689</c:v>
                </c:pt>
                <c:pt idx="7012">
                  <c:v>42690</c:v>
                </c:pt>
                <c:pt idx="7013">
                  <c:v>42691</c:v>
                </c:pt>
                <c:pt idx="7014">
                  <c:v>42692</c:v>
                </c:pt>
                <c:pt idx="7015">
                  <c:v>42695</c:v>
                </c:pt>
                <c:pt idx="7016">
                  <c:v>42696</c:v>
                </c:pt>
                <c:pt idx="7017">
                  <c:v>42697</c:v>
                </c:pt>
                <c:pt idx="7018">
                  <c:v>42698</c:v>
                </c:pt>
                <c:pt idx="7019">
                  <c:v>42699</c:v>
                </c:pt>
                <c:pt idx="7020">
                  <c:v>42702</c:v>
                </c:pt>
                <c:pt idx="7021">
                  <c:v>42703</c:v>
                </c:pt>
                <c:pt idx="7022">
                  <c:v>42704</c:v>
                </c:pt>
                <c:pt idx="7023">
                  <c:v>42705</c:v>
                </c:pt>
                <c:pt idx="7024">
                  <c:v>42706</c:v>
                </c:pt>
                <c:pt idx="7025">
                  <c:v>42709</c:v>
                </c:pt>
                <c:pt idx="7026">
                  <c:v>42710</c:v>
                </c:pt>
                <c:pt idx="7027">
                  <c:v>42711</c:v>
                </c:pt>
                <c:pt idx="7028">
                  <c:v>42712</c:v>
                </c:pt>
                <c:pt idx="7029">
                  <c:v>42713</c:v>
                </c:pt>
                <c:pt idx="7030">
                  <c:v>42716</c:v>
                </c:pt>
                <c:pt idx="7031">
                  <c:v>42717</c:v>
                </c:pt>
                <c:pt idx="7032">
                  <c:v>42718</c:v>
                </c:pt>
                <c:pt idx="7033">
                  <c:v>42719</c:v>
                </c:pt>
                <c:pt idx="7034">
                  <c:v>42720</c:v>
                </c:pt>
                <c:pt idx="7035">
                  <c:v>42723</c:v>
                </c:pt>
                <c:pt idx="7036">
                  <c:v>42724</c:v>
                </c:pt>
                <c:pt idx="7037">
                  <c:v>42725</c:v>
                </c:pt>
                <c:pt idx="7038">
                  <c:v>42726</c:v>
                </c:pt>
                <c:pt idx="7039">
                  <c:v>42727</c:v>
                </c:pt>
                <c:pt idx="7040">
                  <c:v>42730</c:v>
                </c:pt>
                <c:pt idx="7041">
                  <c:v>42731</c:v>
                </c:pt>
                <c:pt idx="7042">
                  <c:v>42732</c:v>
                </c:pt>
                <c:pt idx="7043">
                  <c:v>42733</c:v>
                </c:pt>
                <c:pt idx="7044">
                  <c:v>42734</c:v>
                </c:pt>
                <c:pt idx="7045">
                  <c:v>42737</c:v>
                </c:pt>
                <c:pt idx="7046">
                  <c:v>42738</c:v>
                </c:pt>
                <c:pt idx="7047">
                  <c:v>42739</c:v>
                </c:pt>
                <c:pt idx="7048">
                  <c:v>42740</c:v>
                </c:pt>
                <c:pt idx="7049">
                  <c:v>42741</c:v>
                </c:pt>
                <c:pt idx="7050">
                  <c:v>42744</c:v>
                </c:pt>
                <c:pt idx="7051">
                  <c:v>42745</c:v>
                </c:pt>
                <c:pt idx="7052">
                  <c:v>42746</c:v>
                </c:pt>
                <c:pt idx="7053">
                  <c:v>42747</c:v>
                </c:pt>
                <c:pt idx="7054">
                  <c:v>42748</c:v>
                </c:pt>
                <c:pt idx="7055">
                  <c:v>42751</c:v>
                </c:pt>
                <c:pt idx="7056">
                  <c:v>42752</c:v>
                </c:pt>
                <c:pt idx="7057">
                  <c:v>42753</c:v>
                </c:pt>
                <c:pt idx="7058">
                  <c:v>42754</c:v>
                </c:pt>
                <c:pt idx="7059">
                  <c:v>42755</c:v>
                </c:pt>
                <c:pt idx="7060">
                  <c:v>42758</c:v>
                </c:pt>
                <c:pt idx="7061">
                  <c:v>42759</c:v>
                </c:pt>
                <c:pt idx="7062">
                  <c:v>42760</c:v>
                </c:pt>
                <c:pt idx="7063">
                  <c:v>42761</c:v>
                </c:pt>
                <c:pt idx="7064">
                  <c:v>42762</c:v>
                </c:pt>
                <c:pt idx="7065">
                  <c:v>42765</c:v>
                </c:pt>
                <c:pt idx="7066">
                  <c:v>42766</c:v>
                </c:pt>
                <c:pt idx="7067">
                  <c:v>42767</c:v>
                </c:pt>
                <c:pt idx="7068">
                  <c:v>42768</c:v>
                </c:pt>
                <c:pt idx="7069">
                  <c:v>42769</c:v>
                </c:pt>
                <c:pt idx="7070">
                  <c:v>42772</c:v>
                </c:pt>
                <c:pt idx="7071">
                  <c:v>42773</c:v>
                </c:pt>
                <c:pt idx="7072">
                  <c:v>42774</c:v>
                </c:pt>
                <c:pt idx="7073">
                  <c:v>42775</c:v>
                </c:pt>
                <c:pt idx="7074">
                  <c:v>42776</c:v>
                </c:pt>
                <c:pt idx="7075">
                  <c:v>42779</c:v>
                </c:pt>
                <c:pt idx="7076">
                  <c:v>42780</c:v>
                </c:pt>
                <c:pt idx="7077">
                  <c:v>42781</c:v>
                </c:pt>
                <c:pt idx="7078">
                  <c:v>42782</c:v>
                </c:pt>
                <c:pt idx="7079">
                  <c:v>42783</c:v>
                </c:pt>
                <c:pt idx="7080">
                  <c:v>42786</c:v>
                </c:pt>
                <c:pt idx="7081">
                  <c:v>42787</c:v>
                </c:pt>
                <c:pt idx="7082">
                  <c:v>42788</c:v>
                </c:pt>
                <c:pt idx="7083">
                  <c:v>42789</c:v>
                </c:pt>
                <c:pt idx="7084">
                  <c:v>42790</c:v>
                </c:pt>
                <c:pt idx="7085">
                  <c:v>42793</c:v>
                </c:pt>
                <c:pt idx="7086">
                  <c:v>42794</c:v>
                </c:pt>
                <c:pt idx="7087">
                  <c:v>42795</c:v>
                </c:pt>
                <c:pt idx="7088">
                  <c:v>42796</c:v>
                </c:pt>
                <c:pt idx="7089">
                  <c:v>42797</c:v>
                </c:pt>
                <c:pt idx="7090">
                  <c:v>42800</c:v>
                </c:pt>
                <c:pt idx="7091">
                  <c:v>42801</c:v>
                </c:pt>
                <c:pt idx="7092">
                  <c:v>42802</c:v>
                </c:pt>
                <c:pt idx="7093">
                  <c:v>42803</c:v>
                </c:pt>
                <c:pt idx="7094">
                  <c:v>42804</c:v>
                </c:pt>
                <c:pt idx="7095">
                  <c:v>42807</c:v>
                </c:pt>
                <c:pt idx="7096">
                  <c:v>42808</c:v>
                </c:pt>
                <c:pt idx="7097">
                  <c:v>42809</c:v>
                </c:pt>
                <c:pt idx="7098">
                  <c:v>42810</c:v>
                </c:pt>
                <c:pt idx="7099">
                  <c:v>42811</c:v>
                </c:pt>
                <c:pt idx="7100">
                  <c:v>42814</c:v>
                </c:pt>
                <c:pt idx="7101">
                  <c:v>42815</c:v>
                </c:pt>
                <c:pt idx="7102">
                  <c:v>42816</c:v>
                </c:pt>
                <c:pt idx="7103">
                  <c:v>42817</c:v>
                </c:pt>
                <c:pt idx="7104">
                  <c:v>42818</c:v>
                </c:pt>
                <c:pt idx="7105">
                  <c:v>42821</c:v>
                </c:pt>
                <c:pt idx="7106">
                  <c:v>42822</c:v>
                </c:pt>
                <c:pt idx="7107">
                  <c:v>42823</c:v>
                </c:pt>
                <c:pt idx="7108">
                  <c:v>42824</c:v>
                </c:pt>
                <c:pt idx="7109">
                  <c:v>42825</c:v>
                </c:pt>
                <c:pt idx="7110">
                  <c:v>42828</c:v>
                </c:pt>
                <c:pt idx="7111">
                  <c:v>42829</c:v>
                </c:pt>
                <c:pt idx="7112">
                  <c:v>42830</c:v>
                </c:pt>
                <c:pt idx="7113">
                  <c:v>42831</c:v>
                </c:pt>
                <c:pt idx="7114">
                  <c:v>42832</c:v>
                </c:pt>
                <c:pt idx="7115">
                  <c:v>42835</c:v>
                </c:pt>
                <c:pt idx="7116">
                  <c:v>42836</c:v>
                </c:pt>
                <c:pt idx="7117">
                  <c:v>42837</c:v>
                </c:pt>
                <c:pt idx="7118">
                  <c:v>42838</c:v>
                </c:pt>
                <c:pt idx="7119">
                  <c:v>42839</c:v>
                </c:pt>
                <c:pt idx="7120">
                  <c:v>42842</c:v>
                </c:pt>
                <c:pt idx="7121">
                  <c:v>42843</c:v>
                </c:pt>
                <c:pt idx="7122">
                  <c:v>42844</c:v>
                </c:pt>
                <c:pt idx="7123">
                  <c:v>42845</c:v>
                </c:pt>
                <c:pt idx="7124">
                  <c:v>42846</c:v>
                </c:pt>
                <c:pt idx="7125">
                  <c:v>42849</c:v>
                </c:pt>
                <c:pt idx="7126">
                  <c:v>42850</c:v>
                </c:pt>
                <c:pt idx="7127">
                  <c:v>42851</c:v>
                </c:pt>
                <c:pt idx="7128">
                  <c:v>42852</c:v>
                </c:pt>
                <c:pt idx="7129">
                  <c:v>42853</c:v>
                </c:pt>
                <c:pt idx="7130">
                  <c:v>42856</c:v>
                </c:pt>
                <c:pt idx="7131">
                  <c:v>42857</c:v>
                </c:pt>
                <c:pt idx="7132">
                  <c:v>42858</c:v>
                </c:pt>
                <c:pt idx="7133">
                  <c:v>42859</c:v>
                </c:pt>
                <c:pt idx="7134">
                  <c:v>42860</c:v>
                </c:pt>
                <c:pt idx="7135">
                  <c:v>42863</c:v>
                </c:pt>
                <c:pt idx="7136">
                  <c:v>42864</c:v>
                </c:pt>
                <c:pt idx="7137">
                  <c:v>42865</c:v>
                </c:pt>
                <c:pt idx="7138">
                  <c:v>42866</c:v>
                </c:pt>
                <c:pt idx="7139">
                  <c:v>42867</c:v>
                </c:pt>
                <c:pt idx="7140">
                  <c:v>42870</c:v>
                </c:pt>
                <c:pt idx="7141">
                  <c:v>42871</c:v>
                </c:pt>
                <c:pt idx="7142">
                  <c:v>42872</c:v>
                </c:pt>
                <c:pt idx="7143">
                  <c:v>42873</c:v>
                </c:pt>
                <c:pt idx="7144">
                  <c:v>42874</c:v>
                </c:pt>
                <c:pt idx="7145">
                  <c:v>42877</c:v>
                </c:pt>
                <c:pt idx="7146">
                  <c:v>42878</c:v>
                </c:pt>
                <c:pt idx="7147">
                  <c:v>42879</c:v>
                </c:pt>
                <c:pt idx="7148">
                  <c:v>42880</c:v>
                </c:pt>
                <c:pt idx="7149">
                  <c:v>42881</c:v>
                </c:pt>
                <c:pt idx="7150">
                  <c:v>42884</c:v>
                </c:pt>
                <c:pt idx="7151">
                  <c:v>42885</c:v>
                </c:pt>
                <c:pt idx="7152">
                  <c:v>42886</c:v>
                </c:pt>
                <c:pt idx="7153">
                  <c:v>42887</c:v>
                </c:pt>
                <c:pt idx="7154">
                  <c:v>42888</c:v>
                </c:pt>
                <c:pt idx="7155">
                  <c:v>42891</c:v>
                </c:pt>
                <c:pt idx="7156">
                  <c:v>42892</c:v>
                </c:pt>
                <c:pt idx="7157">
                  <c:v>42893</c:v>
                </c:pt>
                <c:pt idx="7158">
                  <c:v>42894</c:v>
                </c:pt>
                <c:pt idx="7159">
                  <c:v>42895</c:v>
                </c:pt>
                <c:pt idx="7160">
                  <c:v>42898</c:v>
                </c:pt>
                <c:pt idx="7161">
                  <c:v>42899</c:v>
                </c:pt>
                <c:pt idx="7162">
                  <c:v>42900</c:v>
                </c:pt>
                <c:pt idx="7163">
                  <c:v>42901</c:v>
                </c:pt>
                <c:pt idx="7164">
                  <c:v>42902</c:v>
                </c:pt>
                <c:pt idx="7165">
                  <c:v>42905</c:v>
                </c:pt>
                <c:pt idx="7166">
                  <c:v>42906</c:v>
                </c:pt>
                <c:pt idx="7167">
                  <c:v>42907</c:v>
                </c:pt>
                <c:pt idx="7168">
                  <c:v>42908</c:v>
                </c:pt>
                <c:pt idx="7169">
                  <c:v>42909</c:v>
                </c:pt>
                <c:pt idx="7170">
                  <c:v>42912</c:v>
                </c:pt>
                <c:pt idx="7171">
                  <c:v>42913</c:v>
                </c:pt>
                <c:pt idx="7172">
                  <c:v>42914</c:v>
                </c:pt>
                <c:pt idx="7173">
                  <c:v>42915</c:v>
                </c:pt>
                <c:pt idx="7174">
                  <c:v>42916</c:v>
                </c:pt>
                <c:pt idx="7175">
                  <c:v>42919</c:v>
                </c:pt>
                <c:pt idx="7176">
                  <c:v>42920</c:v>
                </c:pt>
                <c:pt idx="7177">
                  <c:v>42921</c:v>
                </c:pt>
                <c:pt idx="7178">
                  <c:v>42922</c:v>
                </c:pt>
                <c:pt idx="7179">
                  <c:v>42923</c:v>
                </c:pt>
                <c:pt idx="7180">
                  <c:v>42926</c:v>
                </c:pt>
                <c:pt idx="7181">
                  <c:v>42927</c:v>
                </c:pt>
                <c:pt idx="7182">
                  <c:v>42928</c:v>
                </c:pt>
                <c:pt idx="7183">
                  <c:v>42929</c:v>
                </c:pt>
                <c:pt idx="7184">
                  <c:v>42930</c:v>
                </c:pt>
                <c:pt idx="7185">
                  <c:v>42933</c:v>
                </c:pt>
                <c:pt idx="7186">
                  <c:v>42934</c:v>
                </c:pt>
                <c:pt idx="7187">
                  <c:v>42935</c:v>
                </c:pt>
                <c:pt idx="7188">
                  <c:v>42936</c:v>
                </c:pt>
                <c:pt idx="7189">
                  <c:v>42937</c:v>
                </c:pt>
                <c:pt idx="7190">
                  <c:v>42940</c:v>
                </c:pt>
                <c:pt idx="7191">
                  <c:v>42941</c:v>
                </c:pt>
                <c:pt idx="7192">
                  <c:v>42942</c:v>
                </c:pt>
                <c:pt idx="7193">
                  <c:v>42943</c:v>
                </c:pt>
                <c:pt idx="7194">
                  <c:v>42944</c:v>
                </c:pt>
                <c:pt idx="7195">
                  <c:v>42947</c:v>
                </c:pt>
                <c:pt idx="7196">
                  <c:v>42948</c:v>
                </c:pt>
                <c:pt idx="7197">
                  <c:v>42949</c:v>
                </c:pt>
                <c:pt idx="7198">
                  <c:v>42950</c:v>
                </c:pt>
                <c:pt idx="7199">
                  <c:v>42951</c:v>
                </c:pt>
                <c:pt idx="7200">
                  <c:v>42954</c:v>
                </c:pt>
                <c:pt idx="7201">
                  <c:v>42955</c:v>
                </c:pt>
                <c:pt idx="7202">
                  <c:v>42956</c:v>
                </c:pt>
                <c:pt idx="7203">
                  <c:v>42957</c:v>
                </c:pt>
                <c:pt idx="7204">
                  <c:v>42958</c:v>
                </c:pt>
                <c:pt idx="7205">
                  <c:v>42961</c:v>
                </c:pt>
                <c:pt idx="7206">
                  <c:v>42962</c:v>
                </c:pt>
                <c:pt idx="7207">
                  <c:v>42963</c:v>
                </c:pt>
                <c:pt idx="7208">
                  <c:v>42964</c:v>
                </c:pt>
                <c:pt idx="7209">
                  <c:v>42965</c:v>
                </c:pt>
                <c:pt idx="7210">
                  <c:v>42968</c:v>
                </c:pt>
                <c:pt idx="7211">
                  <c:v>42969</c:v>
                </c:pt>
                <c:pt idx="7212">
                  <c:v>42970</c:v>
                </c:pt>
                <c:pt idx="7213">
                  <c:v>42971</c:v>
                </c:pt>
                <c:pt idx="7214">
                  <c:v>42972</c:v>
                </c:pt>
                <c:pt idx="7215">
                  <c:v>42975</c:v>
                </c:pt>
                <c:pt idx="7216">
                  <c:v>42976</c:v>
                </c:pt>
                <c:pt idx="7217">
                  <c:v>42977</c:v>
                </c:pt>
                <c:pt idx="7218">
                  <c:v>42978</c:v>
                </c:pt>
                <c:pt idx="7219">
                  <c:v>42979</c:v>
                </c:pt>
                <c:pt idx="7220">
                  <c:v>42982</c:v>
                </c:pt>
                <c:pt idx="7221">
                  <c:v>42983</c:v>
                </c:pt>
                <c:pt idx="7222">
                  <c:v>42984</c:v>
                </c:pt>
                <c:pt idx="7223">
                  <c:v>42985</c:v>
                </c:pt>
                <c:pt idx="7224">
                  <c:v>42986</c:v>
                </c:pt>
                <c:pt idx="7225">
                  <c:v>42989</c:v>
                </c:pt>
                <c:pt idx="7226">
                  <c:v>42990</c:v>
                </c:pt>
                <c:pt idx="7227">
                  <c:v>42991</c:v>
                </c:pt>
                <c:pt idx="7228">
                  <c:v>42992</c:v>
                </c:pt>
                <c:pt idx="7229">
                  <c:v>42993</c:v>
                </c:pt>
                <c:pt idx="7230">
                  <c:v>42996</c:v>
                </c:pt>
                <c:pt idx="7231">
                  <c:v>42997</c:v>
                </c:pt>
                <c:pt idx="7232">
                  <c:v>42998</c:v>
                </c:pt>
                <c:pt idx="7233">
                  <c:v>42999</c:v>
                </c:pt>
                <c:pt idx="7234">
                  <c:v>43000</c:v>
                </c:pt>
                <c:pt idx="7235">
                  <c:v>43003</c:v>
                </c:pt>
                <c:pt idx="7236">
                  <c:v>43004</c:v>
                </c:pt>
                <c:pt idx="7237">
                  <c:v>43005</c:v>
                </c:pt>
                <c:pt idx="7238">
                  <c:v>43006</c:v>
                </c:pt>
                <c:pt idx="7239">
                  <c:v>43007</c:v>
                </c:pt>
                <c:pt idx="7240">
                  <c:v>43010</c:v>
                </c:pt>
                <c:pt idx="7241">
                  <c:v>43011</c:v>
                </c:pt>
                <c:pt idx="7242">
                  <c:v>43012</c:v>
                </c:pt>
                <c:pt idx="7243">
                  <c:v>43013</c:v>
                </c:pt>
                <c:pt idx="7244">
                  <c:v>43014</c:v>
                </c:pt>
                <c:pt idx="7245">
                  <c:v>43017</c:v>
                </c:pt>
                <c:pt idx="7246">
                  <c:v>43018</c:v>
                </c:pt>
                <c:pt idx="7247">
                  <c:v>43019</c:v>
                </c:pt>
                <c:pt idx="7248">
                  <c:v>43020</c:v>
                </c:pt>
                <c:pt idx="7249">
                  <c:v>43021</c:v>
                </c:pt>
                <c:pt idx="7250">
                  <c:v>43024</c:v>
                </c:pt>
                <c:pt idx="7251">
                  <c:v>43025</c:v>
                </c:pt>
                <c:pt idx="7252">
                  <c:v>43026</c:v>
                </c:pt>
                <c:pt idx="7253">
                  <c:v>43027</c:v>
                </c:pt>
                <c:pt idx="7254">
                  <c:v>43028</c:v>
                </c:pt>
                <c:pt idx="7255">
                  <c:v>43031</c:v>
                </c:pt>
                <c:pt idx="7256">
                  <c:v>43032</c:v>
                </c:pt>
                <c:pt idx="7257">
                  <c:v>43033</c:v>
                </c:pt>
                <c:pt idx="7258">
                  <c:v>43034</c:v>
                </c:pt>
                <c:pt idx="7259">
                  <c:v>43035</c:v>
                </c:pt>
                <c:pt idx="7260">
                  <c:v>43038</c:v>
                </c:pt>
                <c:pt idx="7261">
                  <c:v>43039</c:v>
                </c:pt>
                <c:pt idx="7262">
                  <c:v>43040</c:v>
                </c:pt>
                <c:pt idx="7263">
                  <c:v>43041</c:v>
                </c:pt>
                <c:pt idx="7264">
                  <c:v>43042</c:v>
                </c:pt>
                <c:pt idx="7265">
                  <c:v>43045</c:v>
                </c:pt>
                <c:pt idx="7266">
                  <c:v>43046</c:v>
                </c:pt>
                <c:pt idx="7267">
                  <c:v>43047</c:v>
                </c:pt>
                <c:pt idx="7268">
                  <c:v>43048</c:v>
                </c:pt>
                <c:pt idx="7269">
                  <c:v>43049</c:v>
                </c:pt>
                <c:pt idx="7270">
                  <c:v>43052</c:v>
                </c:pt>
                <c:pt idx="7271">
                  <c:v>43053</c:v>
                </c:pt>
                <c:pt idx="7272">
                  <c:v>43054</c:v>
                </c:pt>
                <c:pt idx="7273">
                  <c:v>43055</c:v>
                </c:pt>
                <c:pt idx="7274">
                  <c:v>43056</c:v>
                </c:pt>
                <c:pt idx="7275">
                  <c:v>43059</c:v>
                </c:pt>
                <c:pt idx="7276">
                  <c:v>43060</c:v>
                </c:pt>
                <c:pt idx="7277">
                  <c:v>43061</c:v>
                </c:pt>
                <c:pt idx="7278">
                  <c:v>43062</c:v>
                </c:pt>
                <c:pt idx="7279">
                  <c:v>43063</c:v>
                </c:pt>
                <c:pt idx="7280">
                  <c:v>43066</c:v>
                </c:pt>
                <c:pt idx="7281">
                  <c:v>43067</c:v>
                </c:pt>
                <c:pt idx="7282">
                  <c:v>43068</c:v>
                </c:pt>
                <c:pt idx="7283">
                  <c:v>43069</c:v>
                </c:pt>
                <c:pt idx="7284">
                  <c:v>43070</c:v>
                </c:pt>
                <c:pt idx="7285">
                  <c:v>43073</c:v>
                </c:pt>
                <c:pt idx="7286">
                  <c:v>43074</c:v>
                </c:pt>
                <c:pt idx="7287">
                  <c:v>43075</c:v>
                </c:pt>
                <c:pt idx="7288">
                  <c:v>43076</c:v>
                </c:pt>
                <c:pt idx="7289">
                  <c:v>43077</c:v>
                </c:pt>
                <c:pt idx="7290">
                  <c:v>43080</c:v>
                </c:pt>
                <c:pt idx="7291">
                  <c:v>43081</c:v>
                </c:pt>
                <c:pt idx="7292">
                  <c:v>43082</c:v>
                </c:pt>
                <c:pt idx="7293">
                  <c:v>43083</c:v>
                </c:pt>
                <c:pt idx="7294">
                  <c:v>43084</c:v>
                </c:pt>
                <c:pt idx="7295">
                  <c:v>43087</c:v>
                </c:pt>
                <c:pt idx="7296">
                  <c:v>43088</c:v>
                </c:pt>
                <c:pt idx="7297">
                  <c:v>43089</c:v>
                </c:pt>
                <c:pt idx="7298">
                  <c:v>43090</c:v>
                </c:pt>
                <c:pt idx="7299">
                  <c:v>43091</c:v>
                </c:pt>
                <c:pt idx="7300">
                  <c:v>43094</c:v>
                </c:pt>
                <c:pt idx="7301">
                  <c:v>43095</c:v>
                </c:pt>
                <c:pt idx="7302">
                  <c:v>43096</c:v>
                </c:pt>
                <c:pt idx="7303">
                  <c:v>43097</c:v>
                </c:pt>
                <c:pt idx="7304">
                  <c:v>43098</c:v>
                </c:pt>
                <c:pt idx="7305">
                  <c:v>43101</c:v>
                </c:pt>
                <c:pt idx="7306">
                  <c:v>43102</c:v>
                </c:pt>
                <c:pt idx="7307">
                  <c:v>43103</c:v>
                </c:pt>
                <c:pt idx="7308">
                  <c:v>43104</c:v>
                </c:pt>
                <c:pt idx="7309">
                  <c:v>43105</c:v>
                </c:pt>
                <c:pt idx="7310">
                  <c:v>43108</c:v>
                </c:pt>
                <c:pt idx="7311">
                  <c:v>43109</c:v>
                </c:pt>
                <c:pt idx="7312">
                  <c:v>43110</c:v>
                </c:pt>
                <c:pt idx="7313">
                  <c:v>43111</c:v>
                </c:pt>
                <c:pt idx="7314">
                  <c:v>43112</c:v>
                </c:pt>
                <c:pt idx="7315">
                  <c:v>43115</c:v>
                </c:pt>
                <c:pt idx="7316">
                  <c:v>43116</c:v>
                </c:pt>
                <c:pt idx="7317">
                  <c:v>43117</c:v>
                </c:pt>
                <c:pt idx="7318">
                  <c:v>43118</c:v>
                </c:pt>
                <c:pt idx="7319">
                  <c:v>43119</c:v>
                </c:pt>
                <c:pt idx="7320">
                  <c:v>43122</c:v>
                </c:pt>
                <c:pt idx="7321">
                  <c:v>43123</c:v>
                </c:pt>
                <c:pt idx="7322">
                  <c:v>43124</c:v>
                </c:pt>
                <c:pt idx="7323">
                  <c:v>43125</c:v>
                </c:pt>
                <c:pt idx="7324">
                  <c:v>43126</c:v>
                </c:pt>
                <c:pt idx="7325">
                  <c:v>43129</c:v>
                </c:pt>
                <c:pt idx="7326">
                  <c:v>43130</c:v>
                </c:pt>
                <c:pt idx="7327">
                  <c:v>43131</c:v>
                </c:pt>
                <c:pt idx="7328">
                  <c:v>43132</c:v>
                </c:pt>
                <c:pt idx="7329">
                  <c:v>43133</c:v>
                </c:pt>
                <c:pt idx="7330">
                  <c:v>43136</c:v>
                </c:pt>
                <c:pt idx="7331">
                  <c:v>43137</c:v>
                </c:pt>
                <c:pt idx="7332">
                  <c:v>43138</c:v>
                </c:pt>
                <c:pt idx="7333">
                  <c:v>43139</c:v>
                </c:pt>
                <c:pt idx="7334">
                  <c:v>43140</c:v>
                </c:pt>
                <c:pt idx="7335">
                  <c:v>43143</c:v>
                </c:pt>
                <c:pt idx="7336">
                  <c:v>43144</c:v>
                </c:pt>
                <c:pt idx="7337">
                  <c:v>43145</c:v>
                </c:pt>
                <c:pt idx="7338">
                  <c:v>43146</c:v>
                </c:pt>
                <c:pt idx="7339">
                  <c:v>43147</c:v>
                </c:pt>
                <c:pt idx="7340">
                  <c:v>43150</c:v>
                </c:pt>
                <c:pt idx="7341">
                  <c:v>43151</c:v>
                </c:pt>
                <c:pt idx="7342">
                  <c:v>43152</c:v>
                </c:pt>
                <c:pt idx="7343">
                  <c:v>43153</c:v>
                </c:pt>
                <c:pt idx="7344">
                  <c:v>43154</c:v>
                </c:pt>
                <c:pt idx="7345">
                  <c:v>43157</c:v>
                </c:pt>
                <c:pt idx="7346">
                  <c:v>43158</c:v>
                </c:pt>
                <c:pt idx="7347">
                  <c:v>43159</c:v>
                </c:pt>
                <c:pt idx="7348">
                  <c:v>43160</c:v>
                </c:pt>
                <c:pt idx="7349">
                  <c:v>43161</c:v>
                </c:pt>
                <c:pt idx="7350">
                  <c:v>43164</c:v>
                </c:pt>
                <c:pt idx="7351">
                  <c:v>43165</c:v>
                </c:pt>
                <c:pt idx="7352">
                  <c:v>43166</c:v>
                </c:pt>
                <c:pt idx="7353">
                  <c:v>43167</c:v>
                </c:pt>
                <c:pt idx="7354">
                  <c:v>43168</c:v>
                </c:pt>
                <c:pt idx="7355">
                  <c:v>43171</c:v>
                </c:pt>
                <c:pt idx="7356">
                  <c:v>43172</c:v>
                </c:pt>
                <c:pt idx="7357">
                  <c:v>43173</c:v>
                </c:pt>
                <c:pt idx="7358">
                  <c:v>43174</c:v>
                </c:pt>
                <c:pt idx="7359">
                  <c:v>43175</c:v>
                </c:pt>
                <c:pt idx="7360">
                  <c:v>43178</c:v>
                </c:pt>
                <c:pt idx="7361">
                  <c:v>43179</c:v>
                </c:pt>
                <c:pt idx="7362">
                  <c:v>43180</c:v>
                </c:pt>
                <c:pt idx="7363">
                  <c:v>43181</c:v>
                </c:pt>
                <c:pt idx="7364">
                  <c:v>43182</c:v>
                </c:pt>
                <c:pt idx="7365">
                  <c:v>43185</c:v>
                </c:pt>
                <c:pt idx="7366">
                  <c:v>43186</c:v>
                </c:pt>
                <c:pt idx="7367">
                  <c:v>43187</c:v>
                </c:pt>
                <c:pt idx="7368">
                  <c:v>43188</c:v>
                </c:pt>
                <c:pt idx="7369">
                  <c:v>43189</c:v>
                </c:pt>
                <c:pt idx="7370">
                  <c:v>43192</c:v>
                </c:pt>
                <c:pt idx="7371">
                  <c:v>43193</c:v>
                </c:pt>
                <c:pt idx="7372">
                  <c:v>43194</c:v>
                </c:pt>
                <c:pt idx="7373">
                  <c:v>43195</c:v>
                </c:pt>
                <c:pt idx="7374">
                  <c:v>43196</c:v>
                </c:pt>
                <c:pt idx="7375">
                  <c:v>43199</c:v>
                </c:pt>
                <c:pt idx="7376">
                  <c:v>43200</c:v>
                </c:pt>
                <c:pt idx="7377">
                  <c:v>43201</c:v>
                </c:pt>
                <c:pt idx="7378">
                  <c:v>43202</c:v>
                </c:pt>
                <c:pt idx="7379">
                  <c:v>43203</c:v>
                </c:pt>
                <c:pt idx="7380">
                  <c:v>43206</c:v>
                </c:pt>
                <c:pt idx="7381">
                  <c:v>43207</c:v>
                </c:pt>
                <c:pt idx="7382">
                  <c:v>43208</c:v>
                </c:pt>
                <c:pt idx="7383">
                  <c:v>43209</c:v>
                </c:pt>
                <c:pt idx="7384">
                  <c:v>43210</c:v>
                </c:pt>
                <c:pt idx="7385">
                  <c:v>43213</c:v>
                </c:pt>
                <c:pt idx="7386">
                  <c:v>43214</c:v>
                </c:pt>
                <c:pt idx="7387">
                  <c:v>43215</c:v>
                </c:pt>
                <c:pt idx="7388">
                  <c:v>43216</c:v>
                </c:pt>
                <c:pt idx="7389">
                  <c:v>43217</c:v>
                </c:pt>
                <c:pt idx="7390">
                  <c:v>43220</c:v>
                </c:pt>
                <c:pt idx="7391">
                  <c:v>43221</c:v>
                </c:pt>
                <c:pt idx="7392">
                  <c:v>43222</c:v>
                </c:pt>
                <c:pt idx="7393">
                  <c:v>43223</c:v>
                </c:pt>
                <c:pt idx="7394">
                  <c:v>43224</c:v>
                </c:pt>
                <c:pt idx="7395">
                  <c:v>43227</c:v>
                </c:pt>
                <c:pt idx="7396">
                  <c:v>43228</c:v>
                </c:pt>
                <c:pt idx="7397">
                  <c:v>43229</c:v>
                </c:pt>
                <c:pt idx="7398">
                  <c:v>43230</c:v>
                </c:pt>
                <c:pt idx="7399">
                  <c:v>43231</c:v>
                </c:pt>
                <c:pt idx="7400">
                  <c:v>43234</c:v>
                </c:pt>
                <c:pt idx="7401">
                  <c:v>43235</c:v>
                </c:pt>
                <c:pt idx="7402">
                  <c:v>43236</c:v>
                </c:pt>
                <c:pt idx="7403">
                  <c:v>43237</c:v>
                </c:pt>
                <c:pt idx="7404">
                  <c:v>43238</c:v>
                </c:pt>
                <c:pt idx="7405">
                  <c:v>43241</c:v>
                </c:pt>
                <c:pt idx="7406">
                  <c:v>43242</c:v>
                </c:pt>
                <c:pt idx="7407">
                  <c:v>43243</c:v>
                </c:pt>
                <c:pt idx="7408">
                  <c:v>43244</c:v>
                </c:pt>
                <c:pt idx="7409">
                  <c:v>43245</c:v>
                </c:pt>
                <c:pt idx="7410">
                  <c:v>43248</c:v>
                </c:pt>
                <c:pt idx="7411">
                  <c:v>43249</c:v>
                </c:pt>
                <c:pt idx="7412">
                  <c:v>43250</c:v>
                </c:pt>
                <c:pt idx="7413">
                  <c:v>43251</c:v>
                </c:pt>
                <c:pt idx="7414">
                  <c:v>43252</c:v>
                </c:pt>
                <c:pt idx="7415">
                  <c:v>43255</c:v>
                </c:pt>
                <c:pt idx="7416">
                  <c:v>43256</c:v>
                </c:pt>
                <c:pt idx="7417">
                  <c:v>43257</c:v>
                </c:pt>
                <c:pt idx="7418">
                  <c:v>43258</c:v>
                </c:pt>
                <c:pt idx="7419">
                  <c:v>43259</c:v>
                </c:pt>
                <c:pt idx="7420">
                  <c:v>43262</c:v>
                </c:pt>
                <c:pt idx="7421">
                  <c:v>43263</c:v>
                </c:pt>
                <c:pt idx="7422">
                  <c:v>43264</c:v>
                </c:pt>
                <c:pt idx="7423">
                  <c:v>43265</c:v>
                </c:pt>
                <c:pt idx="7424">
                  <c:v>43266</c:v>
                </c:pt>
                <c:pt idx="7425">
                  <c:v>43269</c:v>
                </c:pt>
                <c:pt idx="7426">
                  <c:v>43270</c:v>
                </c:pt>
                <c:pt idx="7427">
                  <c:v>43271</c:v>
                </c:pt>
                <c:pt idx="7428">
                  <c:v>43272</c:v>
                </c:pt>
                <c:pt idx="7429">
                  <c:v>43273</c:v>
                </c:pt>
                <c:pt idx="7430">
                  <c:v>43276</c:v>
                </c:pt>
                <c:pt idx="7431">
                  <c:v>43277</c:v>
                </c:pt>
                <c:pt idx="7432">
                  <c:v>43278</c:v>
                </c:pt>
                <c:pt idx="7433">
                  <c:v>43279</c:v>
                </c:pt>
                <c:pt idx="7434">
                  <c:v>43280</c:v>
                </c:pt>
                <c:pt idx="7435">
                  <c:v>43283</c:v>
                </c:pt>
                <c:pt idx="7436">
                  <c:v>43284</c:v>
                </c:pt>
                <c:pt idx="7437">
                  <c:v>43285</c:v>
                </c:pt>
                <c:pt idx="7438">
                  <c:v>43286</c:v>
                </c:pt>
                <c:pt idx="7439">
                  <c:v>43287</c:v>
                </c:pt>
                <c:pt idx="7440">
                  <c:v>43290</c:v>
                </c:pt>
                <c:pt idx="7441">
                  <c:v>43291</c:v>
                </c:pt>
                <c:pt idx="7442">
                  <c:v>43292</c:v>
                </c:pt>
                <c:pt idx="7443">
                  <c:v>43293</c:v>
                </c:pt>
                <c:pt idx="7444">
                  <c:v>43294</c:v>
                </c:pt>
                <c:pt idx="7445">
                  <c:v>43297</c:v>
                </c:pt>
                <c:pt idx="7446">
                  <c:v>43298</c:v>
                </c:pt>
                <c:pt idx="7447">
                  <c:v>43299</c:v>
                </c:pt>
                <c:pt idx="7448">
                  <c:v>43300</c:v>
                </c:pt>
                <c:pt idx="7449">
                  <c:v>43301</c:v>
                </c:pt>
                <c:pt idx="7450">
                  <c:v>43304</c:v>
                </c:pt>
                <c:pt idx="7451">
                  <c:v>43305</c:v>
                </c:pt>
                <c:pt idx="7452">
                  <c:v>43306</c:v>
                </c:pt>
                <c:pt idx="7453">
                  <c:v>43307</c:v>
                </c:pt>
                <c:pt idx="7454">
                  <c:v>43308</c:v>
                </c:pt>
                <c:pt idx="7455">
                  <c:v>43311</c:v>
                </c:pt>
                <c:pt idx="7456">
                  <c:v>43312</c:v>
                </c:pt>
                <c:pt idx="7457">
                  <c:v>43313</c:v>
                </c:pt>
                <c:pt idx="7458">
                  <c:v>43314</c:v>
                </c:pt>
                <c:pt idx="7459">
                  <c:v>43315</c:v>
                </c:pt>
                <c:pt idx="7460">
                  <c:v>43318</c:v>
                </c:pt>
                <c:pt idx="7461">
                  <c:v>43319</c:v>
                </c:pt>
                <c:pt idx="7462">
                  <c:v>43320</c:v>
                </c:pt>
                <c:pt idx="7463">
                  <c:v>43321</c:v>
                </c:pt>
                <c:pt idx="7464">
                  <c:v>43322</c:v>
                </c:pt>
                <c:pt idx="7465">
                  <c:v>43325</c:v>
                </c:pt>
                <c:pt idx="7466">
                  <c:v>43326</c:v>
                </c:pt>
                <c:pt idx="7467">
                  <c:v>43327</c:v>
                </c:pt>
                <c:pt idx="7468">
                  <c:v>43328</c:v>
                </c:pt>
                <c:pt idx="7469">
                  <c:v>43329</c:v>
                </c:pt>
                <c:pt idx="7470">
                  <c:v>43332</c:v>
                </c:pt>
                <c:pt idx="7471">
                  <c:v>43333</c:v>
                </c:pt>
                <c:pt idx="7472">
                  <c:v>43334</c:v>
                </c:pt>
                <c:pt idx="7473">
                  <c:v>43335</c:v>
                </c:pt>
                <c:pt idx="7474">
                  <c:v>43336</c:v>
                </c:pt>
                <c:pt idx="7475">
                  <c:v>43339</c:v>
                </c:pt>
                <c:pt idx="7476">
                  <c:v>43340</c:v>
                </c:pt>
                <c:pt idx="7477">
                  <c:v>43341</c:v>
                </c:pt>
                <c:pt idx="7478">
                  <c:v>43342</c:v>
                </c:pt>
                <c:pt idx="7479">
                  <c:v>43343</c:v>
                </c:pt>
                <c:pt idx="7480">
                  <c:v>43346</c:v>
                </c:pt>
                <c:pt idx="7481">
                  <c:v>43347</c:v>
                </c:pt>
                <c:pt idx="7482">
                  <c:v>43348</c:v>
                </c:pt>
                <c:pt idx="7483">
                  <c:v>43349</c:v>
                </c:pt>
                <c:pt idx="7484">
                  <c:v>43350</c:v>
                </c:pt>
                <c:pt idx="7485">
                  <c:v>43353</c:v>
                </c:pt>
                <c:pt idx="7486">
                  <c:v>43354</c:v>
                </c:pt>
                <c:pt idx="7487">
                  <c:v>43355</c:v>
                </c:pt>
                <c:pt idx="7488">
                  <c:v>43356</c:v>
                </c:pt>
                <c:pt idx="7489">
                  <c:v>43357</c:v>
                </c:pt>
                <c:pt idx="7490">
                  <c:v>43360</c:v>
                </c:pt>
                <c:pt idx="7491">
                  <c:v>43361</c:v>
                </c:pt>
                <c:pt idx="7492">
                  <c:v>43362</c:v>
                </c:pt>
                <c:pt idx="7493">
                  <c:v>43363</c:v>
                </c:pt>
                <c:pt idx="7494">
                  <c:v>43364</c:v>
                </c:pt>
                <c:pt idx="7495">
                  <c:v>43367</c:v>
                </c:pt>
                <c:pt idx="7496">
                  <c:v>43368</c:v>
                </c:pt>
                <c:pt idx="7497">
                  <c:v>43369</c:v>
                </c:pt>
                <c:pt idx="7498">
                  <c:v>43370</c:v>
                </c:pt>
                <c:pt idx="7499">
                  <c:v>43371</c:v>
                </c:pt>
                <c:pt idx="7500">
                  <c:v>43374</c:v>
                </c:pt>
                <c:pt idx="7501">
                  <c:v>43375</c:v>
                </c:pt>
                <c:pt idx="7502">
                  <c:v>43376</c:v>
                </c:pt>
                <c:pt idx="7503">
                  <c:v>43377</c:v>
                </c:pt>
                <c:pt idx="7504">
                  <c:v>43378</c:v>
                </c:pt>
                <c:pt idx="7505">
                  <c:v>43381</c:v>
                </c:pt>
                <c:pt idx="7506">
                  <c:v>43382</c:v>
                </c:pt>
                <c:pt idx="7507">
                  <c:v>43383</c:v>
                </c:pt>
                <c:pt idx="7508">
                  <c:v>43384</c:v>
                </c:pt>
                <c:pt idx="7509">
                  <c:v>43385</c:v>
                </c:pt>
                <c:pt idx="7510">
                  <c:v>43388</c:v>
                </c:pt>
                <c:pt idx="7511">
                  <c:v>43389</c:v>
                </c:pt>
                <c:pt idx="7512">
                  <c:v>43390</c:v>
                </c:pt>
                <c:pt idx="7513">
                  <c:v>43391</c:v>
                </c:pt>
                <c:pt idx="7514">
                  <c:v>43392</c:v>
                </c:pt>
                <c:pt idx="7515">
                  <c:v>43395</c:v>
                </c:pt>
                <c:pt idx="7516">
                  <c:v>43396</c:v>
                </c:pt>
                <c:pt idx="7517">
                  <c:v>43397</c:v>
                </c:pt>
                <c:pt idx="7518">
                  <c:v>43398</c:v>
                </c:pt>
                <c:pt idx="7519">
                  <c:v>43399</c:v>
                </c:pt>
                <c:pt idx="7520">
                  <c:v>43402</c:v>
                </c:pt>
                <c:pt idx="7521">
                  <c:v>43403</c:v>
                </c:pt>
                <c:pt idx="7522">
                  <c:v>43404</c:v>
                </c:pt>
                <c:pt idx="7523">
                  <c:v>43405</c:v>
                </c:pt>
                <c:pt idx="7524">
                  <c:v>43406</c:v>
                </c:pt>
                <c:pt idx="7525">
                  <c:v>43409</c:v>
                </c:pt>
                <c:pt idx="7526">
                  <c:v>43410</c:v>
                </c:pt>
                <c:pt idx="7527">
                  <c:v>43411</c:v>
                </c:pt>
                <c:pt idx="7528">
                  <c:v>43412</c:v>
                </c:pt>
                <c:pt idx="7529">
                  <c:v>43413</c:v>
                </c:pt>
                <c:pt idx="7530">
                  <c:v>43416</c:v>
                </c:pt>
                <c:pt idx="7531">
                  <c:v>43417</c:v>
                </c:pt>
                <c:pt idx="7532">
                  <c:v>43418</c:v>
                </c:pt>
                <c:pt idx="7533">
                  <c:v>43419</c:v>
                </c:pt>
                <c:pt idx="7534">
                  <c:v>43420</c:v>
                </c:pt>
                <c:pt idx="7535">
                  <c:v>43423</c:v>
                </c:pt>
                <c:pt idx="7536">
                  <c:v>43424</c:v>
                </c:pt>
                <c:pt idx="7537">
                  <c:v>43425</c:v>
                </c:pt>
                <c:pt idx="7538">
                  <c:v>43426</c:v>
                </c:pt>
                <c:pt idx="7539">
                  <c:v>43427</c:v>
                </c:pt>
                <c:pt idx="7540">
                  <c:v>43430</c:v>
                </c:pt>
                <c:pt idx="7541">
                  <c:v>43431</c:v>
                </c:pt>
                <c:pt idx="7542">
                  <c:v>43432</c:v>
                </c:pt>
                <c:pt idx="7543">
                  <c:v>43433</c:v>
                </c:pt>
                <c:pt idx="7544">
                  <c:v>43434</c:v>
                </c:pt>
                <c:pt idx="7545">
                  <c:v>43437</c:v>
                </c:pt>
                <c:pt idx="7546">
                  <c:v>43438</c:v>
                </c:pt>
                <c:pt idx="7547">
                  <c:v>43439</c:v>
                </c:pt>
                <c:pt idx="7548">
                  <c:v>43440</c:v>
                </c:pt>
                <c:pt idx="7549">
                  <c:v>43441</c:v>
                </c:pt>
                <c:pt idx="7550">
                  <c:v>43444</c:v>
                </c:pt>
                <c:pt idx="7551">
                  <c:v>43445</c:v>
                </c:pt>
                <c:pt idx="7552">
                  <c:v>43446</c:v>
                </c:pt>
                <c:pt idx="7553">
                  <c:v>43447</c:v>
                </c:pt>
                <c:pt idx="7554">
                  <c:v>43448</c:v>
                </c:pt>
                <c:pt idx="7555">
                  <c:v>43451</c:v>
                </c:pt>
                <c:pt idx="7556">
                  <c:v>43452</c:v>
                </c:pt>
                <c:pt idx="7557">
                  <c:v>43453</c:v>
                </c:pt>
                <c:pt idx="7558">
                  <c:v>43454</c:v>
                </c:pt>
                <c:pt idx="7559">
                  <c:v>43455</c:v>
                </c:pt>
                <c:pt idx="7560">
                  <c:v>43458</c:v>
                </c:pt>
                <c:pt idx="7561">
                  <c:v>43459</c:v>
                </c:pt>
                <c:pt idx="7562">
                  <c:v>43460</c:v>
                </c:pt>
                <c:pt idx="7563">
                  <c:v>43461</c:v>
                </c:pt>
                <c:pt idx="7564">
                  <c:v>43462</c:v>
                </c:pt>
                <c:pt idx="7565">
                  <c:v>43465</c:v>
                </c:pt>
                <c:pt idx="7566">
                  <c:v>43466</c:v>
                </c:pt>
                <c:pt idx="7567">
                  <c:v>43467</c:v>
                </c:pt>
                <c:pt idx="7568">
                  <c:v>43468</c:v>
                </c:pt>
                <c:pt idx="7569">
                  <c:v>43469</c:v>
                </c:pt>
                <c:pt idx="7570">
                  <c:v>43472</c:v>
                </c:pt>
                <c:pt idx="7571">
                  <c:v>43473</c:v>
                </c:pt>
                <c:pt idx="7572">
                  <c:v>43474</c:v>
                </c:pt>
                <c:pt idx="7573">
                  <c:v>43475</c:v>
                </c:pt>
                <c:pt idx="7574">
                  <c:v>43476</c:v>
                </c:pt>
                <c:pt idx="7575">
                  <c:v>43479</c:v>
                </c:pt>
                <c:pt idx="7576">
                  <c:v>43480</c:v>
                </c:pt>
                <c:pt idx="7577">
                  <c:v>43481</c:v>
                </c:pt>
                <c:pt idx="7578">
                  <c:v>43482</c:v>
                </c:pt>
                <c:pt idx="7579">
                  <c:v>43483</c:v>
                </c:pt>
                <c:pt idx="7580">
                  <c:v>43486</c:v>
                </c:pt>
                <c:pt idx="7581">
                  <c:v>43487</c:v>
                </c:pt>
                <c:pt idx="7582">
                  <c:v>43488</c:v>
                </c:pt>
                <c:pt idx="7583">
                  <c:v>43489</c:v>
                </c:pt>
                <c:pt idx="7584">
                  <c:v>43490</c:v>
                </c:pt>
                <c:pt idx="7585">
                  <c:v>43493</c:v>
                </c:pt>
                <c:pt idx="7586">
                  <c:v>43494</c:v>
                </c:pt>
                <c:pt idx="7587">
                  <c:v>43495</c:v>
                </c:pt>
                <c:pt idx="7588">
                  <c:v>43496</c:v>
                </c:pt>
                <c:pt idx="7589">
                  <c:v>43497</c:v>
                </c:pt>
                <c:pt idx="7590">
                  <c:v>43500</c:v>
                </c:pt>
                <c:pt idx="7591">
                  <c:v>43501</c:v>
                </c:pt>
                <c:pt idx="7592">
                  <c:v>43502</c:v>
                </c:pt>
                <c:pt idx="7593">
                  <c:v>43503</c:v>
                </c:pt>
                <c:pt idx="7594">
                  <c:v>43504</c:v>
                </c:pt>
                <c:pt idx="7595">
                  <c:v>43507</c:v>
                </c:pt>
                <c:pt idx="7596">
                  <c:v>43508</c:v>
                </c:pt>
                <c:pt idx="7597">
                  <c:v>43509</c:v>
                </c:pt>
                <c:pt idx="7598">
                  <c:v>43510</c:v>
                </c:pt>
                <c:pt idx="7599">
                  <c:v>43511</c:v>
                </c:pt>
                <c:pt idx="7600">
                  <c:v>43514</c:v>
                </c:pt>
                <c:pt idx="7601">
                  <c:v>43515</c:v>
                </c:pt>
                <c:pt idx="7602">
                  <c:v>43516</c:v>
                </c:pt>
                <c:pt idx="7603">
                  <c:v>43517</c:v>
                </c:pt>
                <c:pt idx="7604">
                  <c:v>43518</c:v>
                </c:pt>
                <c:pt idx="7605">
                  <c:v>43521</c:v>
                </c:pt>
                <c:pt idx="7606">
                  <c:v>43522</c:v>
                </c:pt>
                <c:pt idx="7607">
                  <c:v>43523</c:v>
                </c:pt>
                <c:pt idx="7608">
                  <c:v>43524</c:v>
                </c:pt>
                <c:pt idx="7609">
                  <c:v>43525</c:v>
                </c:pt>
                <c:pt idx="7610">
                  <c:v>43528</c:v>
                </c:pt>
                <c:pt idx="7611">
                  <c:v>43529</c:v>
                </c:pt>
                <c:pt idx="7612">
                  <c:v>43530</c:v>
                </c:pt>
                <c:pt idx="7613">
                  <c:v>43531</c:v>
                </c:pt>
                <c:pt idx="7614">
                  <c:v>43532</c:v>
                </c:pt>
                <c:pt idx="7615">
                  <c:v>43535</c:v>
                </c:pt>
                <c:pt idx="7616">
                  <c:v>43536</c:v>
                </c:pt>
                <c:pt idx="7617">
                  <c:v>43537</c:v>
                </c:pt>
                <c:pt idx="7618">
                  <c:v>43538</c:v>
                </c:pt>
                <c:pt idx="7619">
                  <c:v>43539</c:v>
                </c:pt>
                <c:pt idx="7620">
                  <c:v>43542</c:v>
                </c:pt>
                <c:pt idx="7621">
                  <c:v>43543</c:v>
                </c:pt>
                <c:pt idx="7622">
                  <c:v>43544</c:v>
                </c:pt>
                <c:pt idx="7623">
                  <c:v>43545</c:v>
                </c:pt>
                <c:pt idx="7624">
                  <c:v>43546</c:v>
                </c:pt>
                <c:pt idx="7625">
                  <c:v>43549</c:v>
                </c:pt>
                <c:pt idx="7626">
                  <c:v>43550</c:v>
                </c:pt>
                <c:pt idx="7627">
                  <c:v>43551</c:v>
                </c:pt>
                <c:pt idx="7628">
                  <c:v>43552</c:v>
                </c:pt>
                <c:pt idx="7629">
                  <c:v>43553</c:v>
                </c:pt>
                <c:pt idx="7630">
                  <c:v>43556</c:v>
                </c:pt>
                <c:pt idx="7631">
                  <c:v>43557</c:v>
                </c:pt>
                <c:pt idx="7632">
                  <c:v>43558</c:v>
                </c:pt>
                <c:pt idx="7633">
                  <c:v>43559</c:v>
                </c:pt>
                <c:pt idx="7634">
                  <c:v>43560</c:v>
                </c:pt>
                <c:pt idx="7635">
                  <c:v>43563</c:v>
                </c:pt>
                <c:pt idx="7636">
                  <c:v>43564</c:v>
                </c:pt>
                <c:pt idx="7637">
                  <c:v>43565</c:v>
                </c:pt>
                <c:pt idx="7638">
                  <c:v>43566</c:v>
                </c:pt>
                <c:pt idx="7639">
                  <c:v>43567</c:v>
                </c:pt>
                <c:pt idx="7640">
                  <c:v>43570</c:v>
                </c:pt>
                <c:pt idx="7641">
                  <c:v>43571</c:v>
                </c:pt>
                <c:pt idx="7642">
                  <c:v>43572</c:v>
                </c:pt>
                <c:pt idx="7643">
                  <c:v>43573</c:v>
                </c:pt>
                <c:pt idx="7644">
                  <c:v>43574</c:v>
                </c:pt>
                <c:pt idx="7645">
                  <c:v>43577</c:v>
                </c:pt>
                <c:pt idx="7646">
                  <c:v>43578</c:v>
                </c:pt>
                <c:pt idx="7647">
                  <c:v>43579</c:v>
                </c:pt>
                <c:pt idx="7648">
                  <c:v>43580</c:v>
                </c:pt>
                <c:pt idx="7649">
                  <c:v>43581</c:v>
                </c:pt>
                <c:pt idx="7650">
                  <c:v>43584</c:v>
                </c:pt>
                <c:pt idx="7651">
                  <c:v>43585</c:v>
                </c:pt>
                <c:pt idx="7652">
                  <c:v>43586</c:v>
                </c:pt>
                <c:pt idx="7653">
                  <c:v>43587</c:v>
                </c:pt>
                <c:pt idx="7654">
                  <c:v>43588</c:v>
                </c:pt>
                <c:pt idx="7655">
                  <c:v>43591</c:v>
                </c:pt>
                <c:pt idx="7656">
                  <c:v>43592</c:v>
                </c:pt>
                <c:pt idx="7657">
                  <c:v>43593</c:v>
                </c:pt>
                <c:pt idx="7658">
                  <c:v>43594</c:v>
                </c:pt>
                <c:pt idx="7659">
                  <c:v>43595</c:v>
                </c:pt>
                <c:pt idx="7660">
                  <c:v>43598</c:v>
                </c:pt>
                <c:pt idx="7661">
                  <c:v>43599</c:v>
                </c:pt>
                <c:pt idx="7662">
                  <c:v>43600</c:v>
                </c:pt>
                <c:pt idx="7663">
                  <c:v>43601</c:v>
                </c:pt>
                <c:pt idx="7664">
                  <c:v>43602</c:v>
                </c:pt>
                <c:pt idx="7665">
                  <c:v>43605</c:v>
                </c:pt>
                <c:pt idx="7666">
                  <c:v>43606</c:v>
                </c:pt>
                <c:pt idx="7667">
                  <c:v>43607</c:v>
                </c:pt>
                <c:pt idx="7668">
                  <c:v>43608</c:v>
                </c:pt>
                <c:pt idx="7669">
                  <c:v>43609</c:v>
                </c:pt>
                <c:pt idx="7670">
                  <c:v>43612</c:v>
                </c:pt>
                <c:pt idx="7671">
                  <c:v>43613</c:v>
                </c:pt>
                <c:pt idx="7672">
                  <c:v>43614</c:v>
                </c:pt>
                <c:pt idx="7673">
                  <c:v>43615</c:v>
                </c:pt>
                <c:pt idx="7674">
                  <c:v>43616</c:v>
                </c:pt>
                <c:pt idx="7675">
                  <c:v>43619</c:v>
                </c:pt>
                <c:pt idx="7676">
                  <c:v>43620</c:v>
                </c:pt>
                <c:pt idx="7677">
                  <c:v>43621</c:v>
                </c:pt>
                <c:pt idx="7678">
                  <c:v>43622</c:v>
                </c:pt>
                <c:pt idx="7679">
                  <c:v>43623</c:v>
                </c:pt>
                <c:pt idx="7680">
                  <c:v>43626</c:v>
                </c:pt>
                <c:pt idx="7681">
                  <c:v>43627</c:v>
                </c:pt>
                <c:pt idx="7682">
                  <c:v>43628</c:v>
                </c:pt>
                <c:pt idx="7683">
                  <c:v>43629</c:v>
                </c:pt>
                <c:pt idx="7684">
                  <c:v>43630</c:v>
                </c:pt>
                <c:pt idx="7685">
                  <c:v>43633</c:v>
                </c:pt>
                <c:pt idx="7686">
                  <c:v>43634</c:v>
                </c:pt>
                <c:pt idx="7687">
                  <c:v>43635</c:v>
                </c:pt>
                <c:pt idx="7688">
                  <c:v>43636</c:v>
                </c:pt>
                <c:pt idx="7689">
                  <c:v>43637</c:v>
                </c:pt>
                <c:pt idx="7690">
                  <c:v>43640</c:v>
                </c:pt>
                <c:pt idx="7691">
                  <c:v>43641</c:v>
                </c:pt>
                <c:pt idx="7692">
                  <c:v>43642</c:v>
                </c:pt>
                <c:pt idx="7693">
                  <c:v>43643</c:v>
                </c:pt>
                <c:pt idx="7694">
                  <c:v>43644</c:v>
                </c:pt>
                <c:pt idx="7695">
                  <c:v>43647</c:v>
                </c:pt>
                <c:pt idx="7696">
                  <c:v>43648</c:v>
                </c:pt>
                <c:pt idx="7697">
                  <c:v>43649</c:v>
                </c:pt>
                <c:pt idx="7698">
                  <c:v>43650</c:v>
                </c:pt>
                <c:pt idx="7699">
                  <c:v>43651</c:v>
                </c:pt>
                <c:pt idx="7700">
                  <c:v>43654</c:v>
                </c:pt>
                <c:pt idx="7701">
                  <c:v>43655</c:v>
                </c:pt>
                <c:pt idx="7702">
                  <c:v>43656</c:v>
                </c:pt>
                <c:pt idx="7703">
                  <c:v>43657</c:v>
                </c:pt>
                <c:pt idx="7704">
                  <c:v>43658</c:v>
                </c:pt>
                <c:pt idx="7705">
                  <c:v>43661</c:v>
                </c:pt>
                <c:pt idx="7706">
                  <c:v>43662</c:v>
                </c:pt>
                <c:pt idx="7707">
                  <c:v>43663</c:v>
                </c:pt>
                <c:pt idx="7708">
                  <c:v>43664</c:v>
                </c:pt>
                <c:pt idx="7709">
                  <c:v>43665</c:v>
                </c:pt>
                <c:pt idx="7710">
                  <c:v>43668</c:v>
                </c:pt>
                <c:pt idx="7711">
                  <c:v>43669</c:v>
                </c:pt>
                <c:pt idx="7712">
                  <c:v>43670</c:v>
                </c:pt>
                <c:pt idx="7713">
                  <c:v>43671</c:v>
                </c:pt>
                <c:pt idx="7714">
                  <c:v>43672</c:v>
                </c:pt>
                <c:pt idx="7715">
                  <c:v>43675</c:v>
                </c:pt>
                <c:pt idx="7716">
                  <c:v>43676</c:v>
                </c:pt>
                <c:pt idx="7717">
                  <c:v>43677</c:v>
                </c:pt>
                <c:pt idx="7718">
                  <c:v>43678</c:v>
                </c:pt>
                <c:pt idx="7719">
                  <c:v>43679</c:v>
                </c:pt>
                <c:pt idx="7720">
                  <c:v>43682</c:v>
                </c:pt>
                <c:pt idx="7721">
                  <c:v>43683</c:v>
                </c:pt>
                <c:pt idx="7722">
                  <c:v>43684</c:v>
                </c:pt>
                <c:pt idx="7723">
                  <c:v>43685</c:v>
                </c:pt>
                <c:pt idx="7724">
                  <c:v>43686</c:v>
                </c:pt>
                <c:pt idx="7725">
                  <c:v>43689</c:v>
                </c:pt>
                <c:pt idx="7726">
                  <c:v>43690</c:v>
                </c:pt>
                <c:pt idx="7727">
                  <c:v>43691</c:v>
                </c:pt>
                <c:pt idx="7728">
                  <c:v>43692</c:v>
                </c:pt>
                <c:pt idx="7729">
                  <c:v>43693</c:v>
                </c:pt>
                <c:pt idx="7730">
                  <c:v>43696</c:v>
                </c:pt>
                <c:pt idx="7731">
                  <c:v>43697</c:v>
                </c:pt>
                <c:pt idx="7732">
                  <c:v>43698</c:v>
                </c:pt>
                <c:pt idx="7733">
                  <c:v>43699</c:v>
                </c:pt>
                <c:pt idx="7734">
                  <c:v>43700</c:v>
                </c:pt>
                <c:pt idx="7735">
                  <c:v>43703</c:v>
                </c:pt>
                <c:pt idx="7736">
                  <c:v>43704</c:v>
                </c:pt>
                <c:pt idx="7737">
                  <c:v>43705</c:v>
                </c:pt>
                <c:pt idx="7738">
                  <c:v>43706</c:v>
                </c:pt>
                <c:pt idx="7739">
                  <c:v>43707</c:v>
                </c:pt>
                <c:pt idx="7740">
                  <c:v>43710</c:v>
                </c:pt>
                <c:pt idx="7741">
                  <c:v>43711</c:v>
                </c:pt>
                <c:pt idx="7742">
                  <c:v>43712</c:v>
                </c:pt>
                <c:pt idx="7743">
                  <c:v>43713</c:v>
                </c:pt>
                <c:pt idx="7744">
                  <c:v>43714</c:v>
                </c:pt>
                <c:pt idx="7745">
                  <c:v>43717</c:v>
                </c:pt>
                <c:pt idx="7746">
                  <c:v>43718</c:v>
                </c:pt>
                <c:pt idx="7747">
                  <c:v>43719</c:v>
                </c:pt>
                <c:pt idx="7748">
                  <c:v>43720</c:v>
                </c:pt>
                <c:pt idx="7749">
                  <c:v>43721</c:v>
                </c:pt>
                <c:pt idx="7750">
                  <c:v>43724</c:v>
                </c:pt>
                <c:pt idx="7751">
                  <c:v>43725</c:v>
                </c:pt>
                <c:pt idx="7752">
                  <c:v>43726</c:v>
                </c:pt>
                <c:pt idx="7753">
                  <c:v>43727</c:v>
                </c:pt>
                <c:pt idx="7754">
                  <c:v>43728</c:v>
                </c:pt>
                <c:pt idx="7755">
                  <c:v>43731</c:v>
                </c:pt>
                <c:pt idx="7756">
                  <c:v>43732</c:v>
                </c:pt>
                <c:pt idx="7757">
                  <c:v>43733</c:v>
                </c:pt>
                <c:pt idx="7758">
                  <c:v>43734</c:v>
                </c:pt>
                <c:pt idx="7759">
                  <c:v>43735</c:v>
                </c:pt>
                <c:pt idx="7760">
                  <c:v>43738</c:v>
                </c:pt>
                <c:pt idx="7761">
                  <c:v>43739</c:v>
                </c:pt>
                <c:pt idx="7762">
                  <c:v>43740</c:v>
                </c:pt>
                <c:pt idx="7763">
                  <c:v>43741</c:v>
                </c:pt>
                <c:pt idx="7764">
                  <c:v>43742</c:v>
                </c:pt>
                <c:pt idx="7765">
                  <c:v>43745</c:v>
                </c:pt>
                <c:pt idx="7766">
                  <c:v>43746</c:v>
                </c:pt>
                <c:pt idx="7767">
                  <c:v>43747</c:v>
                </c:pt>
                <c:pt idx="7768">
                  <c:v>43748</c:v>
                </c:pt>
                <c:pt idx="7769">
                  <c:v>43749</c:v>
                </c:pt>
                <c:pt idx="7770">
                  <c:v>43752</c:v>
                </c:pt>
                <c:pt idx="7771">
                  <c:v>43753</c:v>
                </c:pt>
                <c:pt idx="7772">
                  <c:v>43754</c:v>
                </c:pt>
                <c:pt idx="7773">
                  <c:v>43755</c:v>
                </c:pt>
                <c:pt idx="7774">
                  <c:v>43756</c:v>
                </c:pt>
                <c:pt idx="7775">
                  <c:v>43759</c:v>
                </c:pt>
                <c:pt idx="7776">
                  <c:v>43760</c:v>
                </c:pt>
                <c:pt idx="7777">
                  <c:v>43761</c:v>
                </c:pt>
                <c:pt idx="7778">
                  <c:v>43762</c:v>
                </c:pt>
                <c:pt idx="7779">
                  <c:v>43763</c:v>
                </c:pt>
                <c:pt idx="7780">
                  <c:v>43766</c:v>
                </c:pt>
                <c:pt idx="7781">
                  <c:v>43767</c:v>
                </c:pt>
                <c:pt idx="7782">
                  <c:v>43768</c:v>
                </c:pt>
                <c:pt idx="7783">
                  <c:v>43769</c:v>
                </c:pt>
                <c:pt idx="7784">
                  <c:v>43770</c:v>
                </c:pt>
                <c:pt idx="7785">
                  <c:v>43773</c:v>
                </c:pt>
                <c:pt idx="7786">
                  <c:v>43774</c:v>
                </c:pt>
                <c:pt idx="7787">
                  <c:v>43775</c:v>
                </c:pt>
                <c:pt idx="7788">
                  <c:v>43776</c:v>
                </c:pt>
                <c:pt idx="7789">
                  <c:v>43777</c:v>
                </c:pt>
                <c:pt idx="7790">
                  <c:v>43780</c:v>
                </c:pt>
                <c:pt idx="7791">
                  <c:v>43781</c:v>
                </c:pt>
                <c:pt idx="7792">
                  <c:v>43782</c:v>
                </c:pt>
                <c:pt idx="7793">
                  <c:v>43783</c:v>
                </c:pt>
                <c:pt idx="7794">
                  <c:v>43784</c:v>
                </c:pt>
                <c:pt idx="7795">
                  <c:v>43787</c:v>
                </c:pt>
                <c:pt idx="7796">
                  <c:v>43788</c:v>
                </c:pt>
                <c:pt idx="7797">
                  <c:v>43789</c:v>
                </c:pt>
                <c:pt idx="7798">
                  <c:v>43790</c:v>
                </c:pt>
                <c:pt idx="7799">
                  <c:v>43791</c:v>
                </c:pt>
                <c:pt idx="7800">
                  <c:v>43794</c:v>
                </c:pt>
                <c:pt idx="7801">
                  <c:v>43795</c:v>
                </c:pt>
                <c:pt idx="7802">
                  <c:v>43796</c:v>
                </c:pt>
                <c:pt idx="7803">
                  <c:v>43797</c:v>
                </c:pt>
                <c:pt idx="7804">
                  <c:v>43798</c:v>
                </c:pt>
                <c:pt idx="7805">
                  <c:v>43801</c:v>
                </c:pt>
                <c:pt idx="7806">
                  <c:v>43802</c:v>
                </c:pt>
                <c:pt idx="7807">
                  <c:v>43803</c:v>
                </c:pt>
                <c:pt idx="7808">
                  <c:v>43804</c:v>
                </c:pt>
                <c:pt idx="7809">
                  <c:v>43805</c:v>
                </c:pt>
                <c:pt idx="7810">
                  <c:v>43808</c:v>
                </c:pt>
                <c:pt idx="7811">
                  <c:v>43809</c:v>
                </c:pt>
                <c:pt idx="7812">
                  <c:v>43810</c:v>
                </c:pt>
                <c:pt idx="7813">
                  <c:v>43811</c:v>
                </c:pt>
                <c:pt idx="7814">
                  <c:v>43812</c:v>
                </c:pt>
                <c:pt idx="7815">
                  <c:v>43815</c:v>
                </c:pt>
                <c:pt idx="7816">
                  <c:v>43816</c:v>
                </c:pt>
                <c:pt idx="7817">
                  <c:v>43817</c:v>
                </c:pt>
                <c:pt idx="7818">
                  <c:v>43818</c:v>
                </c:pt>
                <c:pt idx="7819">
                  <c:v>43819</c:v>
                </c:pt>
                <c:pt idx="7820">
                  <c:v>43822</c:v>
                </c:pt>
                <c:pt idx="7821">
                  <c:v>43823</c:v>
                </c:pt>
                <c:pt idx="7822">
                  <c:v>43824</c:v>
                </c:pt>
                <c:pt idx="7823">
                  <c:v>43825</c:v>
                </c:pt>
                <c:pt idx="7824">
                  <c:v>43826</c:v>
                </c:pt>
                <c:pt idx="7825">
                  <c:v>43829</c:v>
                </c:pt>
                <c:pt idx="7826">
                  <c:v>43830</c:v>
                </c:pt>
                <c:pt idx="7827">
                  <c:v>43831</c:v>
                </c:pt>
                <c:pt idx="7828">
                  <c:v>43832</c:v>
                </c:pt>
                <c:pt idx="7829">
                  <c:v>43833</c:v>
                </c:pt>
                <c:pt idx="7830">
                  <c:v>43836</c:v>
                </c:pt>
                <c:pt idx="7831">
                  <c:v>43837</c:v>
                </c:pt>
                <c:pt idx="7832">
                  <c:v>43838</c:v>
                </c:pt>
                <c:pt idx="7833">
                  <c:v>43839</c:v>
                </c:pt>
                <c:pt idx="7834">
                  <c:v>43840</c:v>
                </c:pt>
                <c:pt idx="7835">
                  <c:v>43843</c:v>
                </c:pt>
                <c:pt idx="7836">
                  <c:v>43844</c:v>
                </c:pt>
                <c:pt idx="7837">
                  <c:v>43845</c:v>
                </c:pt>
                <c:pt idx="7838">
                  <c:v>43846</c:v>
                </c:pt>
                <c:pt idx="7839">
                  <c:v>43847</c:v>
                </c:pt>
                <c:pt idx="7840">
                  <c:v>43850</c:v>
                </c:pt>
                <c:pt idx="7841">
                  <c:v>43851</c:v>
                </c:pt>
                <c:pt idx="7842">
                  <c:v>43852</c:v>
                </c:pt>
                <c:pt idx="7843">
                  <c:v>43853</c:v>
                </c:pt>
                <c:pt idx="7844">
                  <c:v>43854</c:v>
                </c:pt>
                <c:pt idx="7845">
                  <c:v>43857</c:v>
                </c:pt>
                <c:pt idx="7846">
                  <c:v>43858</c:v>
                </c:pt>
                <c:pt idx="7847">
                  <c:v>43859</c:v>
                </c:pt>
                <c:pt idx="7848">
                  <c:v>43860</c:v>
                </c:pt>
                <c:pt idx="7849">
                  <c:v>43861</c:v>
                </c:pt>
                <c:pt idx="7850">
                  <c:v>43864</c:v>
                </c:pt>
                <c:pt idx="7851">
                  <c:v>43865</c:v>
                </c:pt>
                <c:pt idx="7852">
                  <c:v>43866</c:v>
                </c:pt>
                <c:pt idx="7853">
                  <c:v>43867</c:v>
                </c:pt>
                <c:pt idx="7854">
                  <c:v>43868</c:v>
                </c:pt>
                <c:pt idx="7855">
                  <c:v>43871</c:v>
                </c:pt>
                <c:pt idx="7856">
                  <c:v>43872</c:v>
                </c:pt>
                <c:pt idx="7857">
                  <c:v>43873</c:v>
                </c:pt>
                <c:pt idx="7858">
                  <c:v>43874</c:v>
                </c:pt>
                <c:pt idx="7859">
                  <c:v>43875</c:v>
                </c:pt>
                <c:pt idx="7860">
                  <c:v>43878</c:v>
                </c:pt>
                <c:pt idx="7861">
                  <c:v>43879</c:v>
                </c:pt>
                <c:pt idx="7862">
                  <c:v>43880</c:v>
                </c:pt>
                <c:pt idx="7863">
                  <c:v>43881</c:v>
                </c:pt>
                <c:pt idx="7864">
                  <c:v>43882</c:v>
                </c:pt>
                <c:pt idx="7865">
                  <c:v>43885</c:v>
                </c:pt>
                <c:pt idx="7866">
                  <c:v>43886</c:v>
                </c:pt>
                <c:pt idx="7867">
                  <c:v>43887</c:v>
                </c:pt>
                <c:pt idx="7868">
                  <c:v>43888</c:v>
                </c:pt>
                <c:pt idx="7869">
                  <c:v>43889</c:v>
                </c:pt>
                <c:pt idx="7870">
                  <c:v>43892</c:v>
                </c:pt>
                <c:pt idx="7871">
                  <c:v>43893</c:v>
                </c:pt>
                <c:pt idx="7872">
                  <c:v>43894</c:v>
                </c:pt>
                <c:pt idx="7873">
                  <c:v>43895</c:v>
                </c:pt>
                <c:pt idx="7874">
                  <c:v>43896</c:v>
                </c:pt>
                <c:pt idx="7875">
                  <c:v>43899</c:v>
                </c:pt>
                <c:pt idx="7876">
                  <c:v>43900</c:v>
                </c:pt>
                <c:pt idx="7877">
                  <c:v>43901</c:v>
                </c:pt>
                <c:pt idx="7878">
                  <c:v>43902</c:v>
                </c:pt>
                <c:pt idx="7879">
                  <c:v>43903</c:v>
                </c:pt>
                <c:pt idx="7880">
                  <c:v>43906</c:v>
                </c:pt>
                <c:pt idx="7881">
                  <c:v>43907</c:v>
                </c:pt>
                <c:pt idx="7882">
                  <c:v>43908</c:v>
                </c:pt>
                <c:pt idx="7883">
                  <c:v>43909</c:v>
                </c:pt>
                <c:pt idx="7884">
                  <c:v>43910</c:v>
                </c:pt>
                <c:pt idx="7885">
                  <c:v>43913</c:v>
                </c:pt>
                <c:pt idx="7886">
                  <c:v>43914</c:v>
                </c:pt>
                <c:pt idx="7887">
                  <c:v>43915</c:v>
                </c:pt>
                <c:pt idx="7888">
                  <c:v>43916</c:v>
                </c:pt>
                <c:pt idx="7889">
                  <c:v>43917</c:v>
                </c:pt>
                <c:pt idx="7890">
                  <c:v>43920</c:v>
                </c:pt>
                <c:pt idx="7891">
                  <c:v>43921</c:v>
                </c:pt>
                <c:pt idx="7892">
                  <c:v>43922</c:v>
                </c:pt>
                <c:pt idx="7893">
                  <c:v>43923</c:v>
                </c:pt>
                <c:pt idx="7894">
                  <c:v>43924</c:v>
                </c:pt>
                <c:pt idx="7895">
                  <c:v>43927</c:v>
                </c:pt>
                <c:pt idx="7896">
                  <c:v>43928</c:v>
                </c:pt>
                <c:pt idx="7897">
                  <c:v>43929</c:v>
                </c:pt>
                <c:pt idx="7898">
                  <c:v>43930</c:v>
                </c:pt>
                <c:pt idx="7899">
                  <c:v>43931</c:v>
                </c:pt>
                <c:pt idx="7900">
                  <c:v>43934</c:v>
                </c:pt>
                <c:pt idx="7901">
                  <c:v>43935</c:v>
                </c:pt>
                <c:pt idx="7902">
                  <c:v>43936</c:v>
                </c:pt>
                <c:pt idx="7903">
                  <c:v>43937</c:v>
                </c:pt>
                <c:pt idx="7904">
                  <c:v>43938</c:v>
                </c:pt>
                <c:pt idx="7905">
                  <c:v>43941</c:v>
                </c:pt>
                <c:pt idx="7906">
                  <c:v>43942</c:v>
                </c:pt>
                <c:pt idx="7907">
                  <c:v>43943</c:v>
                </c:pt>
                <c:pt idx="7908">
                  <c:v>43944</c:v>
                </c:pt>
                <c:pt idx="7909">
                  <c:v>43945</c:v>
                </c:pt>
                <c:pt idx="7910">
                  <c:v>43948</c:v>
                </c:pt>
                <c:pt idx="7911">
                  <c:v>43949</c:v>
                </c:pt>
                <c:pt idx="7912">
                  <c:v>43950</c:v>
                </c:pt>
                <c:pt idx="7913">
                  <c:v>43951</c:v>
                </c:pt>
                <c:pt idx="7914">
                  <c:v>43952</c:v>
                </c:pt>
                <c:pt idx="7915">
                  <c:v>43955</c:v>
                </c:pt>
                <c:pt idx="7916">
                  <c:v>43956</c:v>
                </c:pt>
                <c:pt idx="7917">
                  <c:v>43957</c:v>
                </c:pt>
                <c:pt idx="7918">
                  <c:v>43958</c:v>
                </c:pt>
                <c:pt idx="7919">
                  <c:v>43959</c:v>
                </c:pt>
                <c:pt idx="7920">
                  <c:v>43962</c:v>
                </c:pt>
                <c:pt idx="7921">
                  <c:v>43963</c:v>
                </c:pt>
                <c:pt idx="7922">
                  <c:v>43964</c:v>
                </c:pt>
                <c:pt idx="7923">
                  <c:v>43965</c:v>
                </c:pt>
                <c:pt idx="7924">
                  <c:v>43966</c:v>
                </c:pt>
                <c:pt idx="7925">
                  <c:v>43969</c:v>
                </c:pt>
                <c:pt idx="7926">
                  <c:v>43970</c:v>
                </c:pt>
                <c:pt idx="7927">
                  <c:v>43971</c:v>
                </c:pt>
                <c:pt idx="7928">
                  <c:v>43972</c:v>
                </c:pt>
                <c:pt idx="7929">
                  <c:v>43973</c:v>
                </c:pt>
                <c:pt idx="7930">
                  <c:v>43976</c:v>
                </c:pt>
                <c:pt idx="7931">
                  <c:v>43977</c:v>
                </c:pt>
                <c:pt idx="7932">
                  <c:v>43978</c:v>
                </c:pt>
                <c:pt idx="7933">
                  <c:v>43979</c:v>
                </c:pt>
                <c:pt idx="7934">
                  <c:v>43980</c:v>
                </c:pt>
                <c:pt idx="7935">
                  <c:v>43983</c:v>
                </c:pt>
                <c:pt idx="7936">
                  <c:v>43984</c:v>
                </c:pt>
                <c:pt idx="7937">
                  <c:v>43985</c:v>
                </c:pt>
                <c:pt idx="7938">
                  <c:v>43986</c:v>
                </c:pt>
                <c:pt idx="7939">
                  <c:v>43987</c:v>
                </c:pt>
                <c:pt idx="7940">
                  <c:v>43990</c:v>
                </c:pt>
                <c:pt idx="7941">
                  <c:v>43991</c:v>
                </c:pt>
                <c:pt idx="7942">
                  <c:v>43992</c:v>
                </c:pt>
                <c:pt idx="7943">
                  <c:v>43993</c:v>
                </c:pt>
                <c:pt idx="7944">
                  <c:v>43994</c:v>
                </c:pt>
                <c:pt idx="7945">
                  <c:v>43997</c:v>
                </c:pt>
                <c:pt idx="7946">
                  <c:v>43998</c:v>
                </c:pt>
                <c:pt idx="7947">
                  <c:v>43999</c:v>
                </c:pt>
                <c:pt idx="7948">
                  <c:v>44000</c:v>
                </c:pt>
                <c:pt idx="7949">
                  <c:v>44001</c:v>
                </c:pt>
                <c:pt idx="7950">
                  <c:v>44004</c:v>
                </c:pt>
                <c:pt idx="7951">
                  <c:v>44005</c:v>
                </c:pt>
                <c:pt idx="7952">
                  <c:v>44006</c:v>
                </c:pt>
                <c:pt idx="7953">
                  <c:v>44007</c:v>
                </c:pt>
                <c:pt idx="7954">
                  <c:v>44008</c:v>
                </c:pt>
                <c:pt idx="7955">
                  <c:v>44011</c:v>
                </c:pt>
                <c:pt idx="7956">
                  <c:v>44012</c:v>
                </c:pt>
                <c:pt idx="7957">
                  <c:v>44013</c:v>
                </c:pt>
                <c:pt idx="7958">
                  <c:v>44014</c:v>
                </c:pt>
                <c:pt idx="7959">
                  <c:v>44015</c:v>
                </c:pt>
                <c:pt idx="7960">
                  <c:v>44018</c:v>
                </c:pt>
                <c:pt idx="7961">
                  <c:v>44019</c:v>
                </c:pt>
                <c:pt idx="7962">
                  <c:v>44020</c:v>
                </c:pt>
                <c:pt idx="7963">
                  <c:v>44021</c:v>
                </c:pt>
                <c:pt idx="7964">
                  <c:v>44022</c:v>
                </c:pt>
                <c:pt idx="7965">
                  <c:v>44025</c:v>
                </c:pt>
                <c:pt idx="7966">
                  <c:v>44026</c:v>
                </c:pt>
                <c:pt idx="7967">
                  <c:v>44027</c:v>
                </c:pt>
                <c:pt idx="7968">
                  <c:v>44028</c:v>
                </c:pt>
                <c:pt idx="7969">
                  <c:v>44029</c:v>
                </c:pt>
                <c:pt idx="7970">
                  <c:v>44032</c:v>
                </c:pt>
                <c:pt idx="7971">
                  <c:v>44033</c:v>
                </c:pt>
                <c:pt idx="7972">
                  <c:v>44034</c:v>
                </c:pt>
                <c:pt idx="7973">
                  <c:v>44035</c:v>
                </c:pt>
                <c:pt idx="7974">
                  <c:v>44036</c:v>
                </c:pt>
                <c:pt idx="7975">
                  <c:v>44039</c:v>
                </c:pt>
                <c:pt idx="7976">
                  <c:v>44040</c:v>
                </c:pt>
                <c:pt idx="7977">
                  <c:v>44041</c:v>
                </c:pt>
                <c:pt idx="7978">
                  <c:v>44042</c:v>
                </c:pt>
                <c:pt idx="7979">
                  <c:v>44043</c:v>
                </c:pt>
                <c:pt idx="7980">
                  <c:v>44046</c:v>
                </c:pt>
                <c:pt idx="7981">
                  <c:v>44047</c:v>
                </c:pt>
                <c:pt idx="7982">
                  <c:v>44048</c:v>
                </c:pt>
                <c:pt idx="7983">
                  <c:v>44049</c:v>
                </c:pt>
                <c:pt idx="7984">
                  <c:v>44050</c:v>
                </c:pt>
                <c:pt idx="7985">
                  <c:v>44053</c:v>
                </c:pt>
                <c:pt idx="7986">
                  <c:v>44054</c:v>
                </c:pt>
                <c:pt idx="7987">
                  <c:v>44055</c:v>
                </c:pt>
                <c:pt idx="7988">
                  <c:v>44056</c:v>
                </c:pt>
                <c:pt idx="7989">
                  <c:v>44057</c:v>
                </c:pt>
                <c:pt idx="7990">
                  <c:v>44060</c:v>
                </c:pt>
                <c:pt idx="7991">
                  <c:v>44061</c:v>
                </c:pt>
                <c:pt idx="7992">
                  <c:v>44062</c:v>
                </c:pt>
                <c:pt idx="7993">
                  <c:v>44063</c:v>
                </c:pt>
                <c:pt idx="7994">
                  <c:v>44064</c:v>
                </c:pt>
                <c:pt idx="7995">
                  <c:v>44067</c:v>
                </c:pt>
                <c:pt idx="7996">
                  <c:v>44068</c:v>
                </c:pt>
                <c:pt idx="7997">
                  <c:v>44069</c:v>
                </c:pt>
                <c:pt idx="7998">
                  <c:v>44070</c:v>
                </c:pt>
                <c:pt idx="7999">
                  <c:v>44071</c:v>
                </c:pt>
                <c:pt idx="8000">
                  <c:v>44074</c:v>
                </c:pt>
                <c:pt idx="8001">
                  <c:v>44075</c:v>
                </c:pt>
                <c:pt idx="8002">
                  <c:v>44076</c:v>
                </c:pt>
                <c:pt idx="8003">
                  <c:v>44077</c:v>
                </c:pt>
                <c:pt idx="8004">
                  <c:v>44078</c:v>
                </c:pt>
                <c:pt idx="8005">
                  <c:v>44081</c:v>
                </c:pt>
                <c:pt idx="8006">
                  <c:v>44082</c:v>
                </c:pt>
                <c:pt idx="8007">
                  <c:v>44083</c:v>
                </c:pt>
                <c:pt idx="8008">
                  <c:v>44084</c:v>
                </c:pt>
                <c:pt idx="8009">
                  <c:v>44085</c:v>
                </c:pt>
                <c:pt idx="8010">
                  <c:v>44088</c:v>
                </c:pt>
                <c:pt idx="8011">
                  <c:v>44089</c:v>
                </c:pt>
                <c:pt idx="8012">
                  <c:v>44090</c:v>
                </c:pt>
                <c:pt idx="8013">
                  <c:v>44091</c:v>
                </c:pt>
                <c:pt idx="8014">
                  <c:v>44092</c:v>
                </c:pt>
                <c:pt idx="8015">
                  <c:v>44095</c:v>
                </c:pt>
                <c:pt idx="8016">
                  <c:v>44096</c:v>
                </c:pt>
                <c:pt idx="8017">
                  <c:v>44097</c:v>
                </c:pt>
                <c:pt idx="8018">
                  <c:v>44098</c:v>
                </c:pt>
                <c:pt idx="8019">
                  <c:v>44099</c:v>
                </c:pt>
                <c:pt idx="8020">
                  <c:v>44102</c:v>
                </c:pt>
                <c:pt idx="8021">
                  <c:v>44103</c:v>
                </c:pt>
                <c:pt idx="8022">
                  <c:v>44104</c:v>
                </c:pt>
                <c:pt idx="8023">
                  <c:v>44105</c:v>
                </c:pt>
                <c:pt idx="8024">
                  <c:v>44106</c:v>
                </c:pt>
                <c:pt idx="8025">
                  <c:v>44109</c:v>
                </c:pt>
                <c:pt idx="8026">
                  <c:v>44110</c:v>
                </c:pt>
                <c:pt idx="8027">
                  <c:v>44111</c:v>
                </c:pt>
                <c:pt idx="8028">
                  <c:v>44112</c:v>
                </c:pt>
                <c:pt idx="8029">
                  <c:v>44113</c:v>
                </c:pt>
                <c:pt idx="8030">
                  <c:v>44116</c:v>
                </c:pt>
                <c:pt idx="8031">
                  <c:v>44117</c:v>
                </c:pt>
                <c:pt idx="8032">
                  <c:v>44118</c:v>
                </c:pt>
                <c:pt idx="8033">
                  <c:v>44119</c:v>
                </c:pt>
                <c:pt idx="8034">
                  <c:v>44120</c:v>
                </c:pt>
                <c:pt idx="8035">
                  <c:v>44123</c:v>
                </c:pt>
                <c:pt idx="8036">
                  <c:v>44124</c:v>
                </c:pt>
                <c:pt idx="8037">
                  <c:v>44125</c:v>
                </c:pt>
                <c:pt idx="8038">
                  <c:v>44126</c:v>
                </c:pt>
                <c:pt idx="8039">
                  <c:v>44127</c:v>
                </c:pt>
                <c:pt idx="8040">
                  <c:v>44130</c:v>
                </c:pt>
                <c:pt idx="8041">
                  <c:v>44131</c:v>
                </c:pt>
                <c:pt idx="8042">
                  <c:v>44132</c:v>
                </c:pt>
                <c:pt idx="8043">
                  <c:v>44133</c:v>
                </c:pt>
                <c:pt idx="8044">
                  <c:v>44134</c:v>
                </c:pt>
                <c:pt idx="8045">
                  <c:v>44137</c:v>
                </c:pt>
                <c:pt idx="8046">
                  <c:v>44138</c:v>
                </c:pt>
                <c:pt idx="8047">
                  <c:v>44139</c:v>
                </c:pt>
                <c:pt idx="8048">
                  <c:v>44140</c:v>
                </c:pt>
                <c:pt idx="8049">
                  <c:v>44141</c:v>
                </c:pt>
                <c:pt idx="8050">
                  <c:v>44144</c:v>
                </c:pt>
                <c:pt idx="8051">
                  <c:v>44145</c:v>
                </c:pt>
                <c:pt idx="8052">
                  <c:v>44146</c:v>
                </c:pt>
                <c:pt idx="8053">
                  <c:v>44147</c:v>
                </c:pt>
                <c:pt idx="8054">
                  <c:v>44148</c:v>
                </c:pt>
                <c:pt idx="8055">
                  <c:v>44151</c:v>
                </c:pt>
                <c:pt idx="8056">
                  <c:v>44152</c:v>
                </c:pt>
                <c:pt idx="8057">
                  <c:v>44153</c:v>
                </c:pt>
                <c:pt idx="8058">
                  <c:v>44154</c:v>
                </c:pt>
                <c:pt idx="8059">
                  <c:v>44155</c:v>
                </c:pt>
                <c:pt idx="8060">
                  <c:v>44158</c:v>
                </c:pt>
                <c:pt idx="8061">
                  <c:v>44159</c:v>
                </c:pt>
                <c:pt idx="8062">
                  <c:v>44160</c:v>
                </c:pt>
                <c:pt idx="8063">
                  <c:v>44161</c:v>
                </c:pt>
                <c:pt idx="8064">
                  <c:v>44162</c:v>
                </c:pt>
                <c:pt idx="8065">
                  <c:v>44165</c:v>
                </c:pt>
                <c:pt idx="8066">
                  <c:v>44166</c:v>
                </c:pt>
                <c:pt idx="8067">
                  <c:v>44167</c:v>
                </c:pt>
                <c:pt idx="8068">
                  <c:v>44168</c:v>
                </c:pt>
                <c:pt idx="8069">
                  <c:v>44169</c:v>
                </c:pt>
                <c:pt idx="8070">
                  <c:v>44172</c:v>
                </c:pt>
                <c:pt idx="8071">
                  <c:v>44173</c:v>
                </c:pt>
                <c:pt idx="8072">
                  <c:v>44174</c:v>
                </c:pt>
                <c:pt idx="8073">
                  <c:v>44175</c:v>
                </c:pt>
                <c:pt idx="8074">
                  <c:v>44176</c:v>
                </c:pt>
                <c:pt idx="8075">
                  <c:v>44179</c:v>
                </c:pt>
                <c:pt idx="8076">
                  <c:v>44180</c:v>
                </c:pt>
                <c:pt idx="8077">
                  <c:v>44181</c:v>
                </c:pt>
                <c:pt idx="8078">
                  <c:v>44182</c:v>
                </c:pt>
                <c:pt idx="8079">
                  <c:v>44183</c:v>
                </c:pt>
                <c:pt idx="8080">
                  <c:v>44186</c:v>
                </c:pt>
                <c:pt idx="8081">
                  <c:v>44187</c:v>
                </c:pt>
                <c:pt idx="8082">
                  <c:v>44188</c:v>
                </c:pt>
                <c:pt idx="8083">
                  <c:v>44189</c:v>
                </c:pt>
                <c:pt idx="8084">
                  <c:v>44190</c:v>
                </c:pt>
                <c:pt idx="8085">
                  <c:v>44193</c:v>
                </c:pt>
                <c:pt idx="8086">
                  <c:v>44194</c:v>
                </c:pt>
                <c:pt idx="8087">
                  <c:v>44195</c:v>
                </c:pt>
                <c:pt idx="8088">
                  <c:v>44196</c:v>
                </c:pt>
                <c:pt idx="8089">
                  <c:v>44197</c:v>
                </c:pt>
                <c:pt idx="8090">
                  <c:v>44200</c:v>
                </c:pt>
                <c:pt idx="8091">
                  <c:v>44201</c:v>
                </c:pt>
                <c:pt idx="8092">
                  <c:v>44202</c:v>
                </c:pt>
                <c:pt idx="8093">
                  <c:v>44203</c:v>
                </c:pt>
                <c:pt idx="8094">
                  <c:v>44204</c:v>
                </c:pt>
                <c:pt idx="8095">
                  <c:v>44207</c:v>
                </c:pt>
                <c:pt idx="8096">
                  <c:v>44208</c:v>
                </c:pt>
                <c:pt idx="8097">
                  <c:v>44209</c:v>
                </c:pt>
                <c:pt idx="8098">
                  <c:v>44210</c:v>
                </c:pt>
                <c:pt idx="8099">
                  <c:v>44211</c:v>
                </c:pt>
                <c:pt idx="8100">
                  <c:v>44214</c:v>
                </c:pt>
                <c:pt idx="8101">
                  <c:v>44215</c:v>
                </c:pt>
                <c:pt idx="8102">
                  <c:v>44216</c:v>
                </c:pt>
                <c:pt idx="8103">
                  <c:v>44217</c:v>
                </c:pt>
                <c:pt idx="8104">
                  <c:v>44218</c:v>
                </c:pt>
                <c:pt idx="8105">
                  <c:v>44221</c:v>
                </c:pt>
                <c:pt idx="8106">
                  <c:v>44222</c:v>
                </c:pt>
                <c:pt idx="8107">
                  <c:v>44223</c:v>
                </c:pt>
                <c:pt idx="8108">
                  <c:v>44224</c:v>
                </c:pt>
                <c:pt idx="8109">
                  <c:v>44225</c:v>
                </c:pt>
                <c:pt idx="8110">
                  <c:v>44228</c:v>
                </c:pt>
                <c:pt idx="8111">
                  <c:v>44229</c:v>
                </c:pt>
                <c:pt idx="8112">
                  <c:v>44230</c:v>
                </c:pt>
                <c:pt idx="8113">
                  <c:v>44231</c:v>
                </c:pt>
                <c:pt idx="8114">
                  <c:v>44232</c:v>
                </c:pt>
                <c:pt idx="8115">
                  <c:v>44235</c:v>
                </c:pt>
                <c:pt idx="8116">
                  <c:v>44236</c:v>
                </c:pt>
                <c:pt idx="8117">
                  <c:v>44237</c:v>
                </c:pt>
                <c:pt idx="8118">
                  <c:v>44238</c:v>
                </c:pt>
                <c:pt idx="8119">
                  <c:v>44239</c:v>
                </c:pt>
                <c:pt idx="8120">
                  <c:v>44242</c:v>
                </c:pt>
                <c:pt idx="8121">
                  <c:v>44243</c:v>
                </c:pt>
                <c:pt idx="8122">
                  <c:v>44244</c:v>
                </c:pt>
                <c:pt idx="8123">
                  <c:v>44245</c:v>
                </c:pt>
                <c:pt idx="8124">
                  <c:v>44246</c:v>
                </c:pt>
                <c:pt idx="8125">
                  <c:v>44249</c:v>
                </c:pt>
                <c:pt idx="8126">
                  <c:v>44250</c:v>
                </c:pt>
                <c:pt idx="8127">
                  <c:v>44251</c:v>
                </c:pt>
                <c:pt idx="8128">
                  <c:v>44252</c:v>
                </c:pt>
                <c:pt idx="8129">
                  <c:v>44253</c:v>
                </c:pt>
                <c:pt idx="8130">
                  <c:v>44256</c:v>
                </c:pt>
                <c:pt idx="8131">
                  <c:v>44257</c:v>
                </c:pt>
                <c:pt idx="8132">
                  <c:v>44258</c:v>
                </c:pt>
                <c:pt idx="8133">
                  <c:v>44259</c:v>
                </c:pt>
                <c:pt idx="8134">
                  <c:v>44260</c:v>
                </c:pt>
                <c:pt idx="8135">
                  <c:v>44263</c:v>
                </c:pt>
                <c:pt idx="8136">
                  <c:v>44264</c:v>
                </c:pt>
                <c:pt idx="8137">
                  <c:v>44265</c:v>
                </c:pt>
                <c:pt idx="8138">
                  <c:v>44266</c:v>
                </c:pt>
                <c:pt idx="8139">
                  <c:v>44267</c:v>
                </c:pt>
                <c:pt idx="8140">
                  <c:v>44270</c:v>
                </c:pt>
                <c:pt idx="8141">
                  <c:v>44271</c:v>
                </c:pt>
                <c:pt idx="8142">
                  <c:v>44272</c:v>
                </c:pt>
                <c:pt idx="8143">
                  <c:v>44273</c:v>
                </c:pt>
                <c:pt idx="8144">
                  <c:v>44274</c:v>
                </c:pt>
                <c:pt idx="8145">
                  <c:v>44277</c:v>
                </c:pt>
                <c:pt idx="8146">
                  <c:v>44278</c:v>
                </c:pt>
                <c:pt idx="8147">
                  <c:v>44279</c:v>
                </c:pt>
                <c:pt idx="8148">
                  <c:v>44280</c:v>
                </c:pt>
                <c:pt idx="8149">
                  <c:v>44281</c:v>
                </c:pt>
                <c:pt idx="8150">
                  <c:v>44284</c:v>
                </c:pt>
                <c:pt idx="8151">
                  <c:v>44285</c:v>
                </c:pt>
                <c:pt idx="8152">
                  <c:v>44286</c:v>
                </c:pt>
                <c:pt idx="8153">
                  <c:v>44287</c:v>
                </c:pt>
                <c:pt idx="8154">
                  <c:v>44288</c:v>
                </c:pt>
                <c:pt idx="8155">
                  <c:v>44291</c:v>
                </c:pt>
                <c:pt idx="8156">
                  <c:v>44292</c:v>
                </c:pt>
                <c:pt idx="8157">
                  <c:v>44293</c:v>
                </c:pt>
                <c:pt idx="8158">
                  <c:v>44294</c:v>
                </c:pt>
                <c:pt idx="8159">
                  <c:v>44295</c:v>
                </c:pt>
                <c:pt idx="8160">
                  <c:v>44298</c:v>
                </c:pt>
                <c:pt idx="8161">
                  <c:v>44299</c:v>
                </c:pt>
                <c:pt idx="8162">
                  <c:v>44300</c:v>
                </c:pt>
                <c:pt idx="8163">
                  <c:v>44301</c:v>
                </c:pt>
                <c:pt idx="8164">
                  <c:v>44302</c:v>
                </c:pt>
                <c:pt idx="8165">
                  <c:v>44305</c:v>
                </c:pt>
                <c:pt idx="8166">
                  <c:v>44306</c:v>
                </c:pt>
                <c:pt idx="8167">
                  <c:v>44307</c:v>
                </c:pt>
                <c:pt idx="8168">
                  <c:v>44308</c:v>
                </c:pt>
                <c:pt idx="8169">
                  <c:v>44309</c:v>
                </c:pt>
                <c:pt idx="8170">
                  <c:v>44312</c:v>
                </c:pt>
                <c:pt idx="8171">
                  <c:v>44313</c:v>
                </c:pt>
                <c:pt idx="8172">
                  <c:v>44314</c:v>
                </c:pt>
                <c:pt idx="8173">
                  <c:v>44315</c:v>
                </c:pt>
                <c:pt idx="8174">
                  <c:v>44316</c:v>
                </c:pt>
                <c:pt idx="8175">
                  <c:v>44319</c:v>
                </c:pt>
                <c:pt idx="8176">
                  <c:v>44320</c:v>
                </c:pt>
                <c:pt idx="8177">
                  <c:v>44321</c:v>
                </c:pt>
                <c:pt idx="8178">
                  <c:v>44322</c:v>
                </c:pt>
                <c:pt idx="8179">
                  <c:v>44323</c:v>
                </c:pt>
                <c:pt idx="8180">
                  <c:v>44326</c:v>
                </c:pt>
                <c:pt idx="8181">
                  <c:v>44327</c:v>
                </c:pt>
                <c:pt idx="8182">
                  <c:v>44328</c:v>
                </c:pt>
                <c:pt idx="8183">
                  <c:v>44329</c:v>
                </c:pt>
                <c:pt idx="8184">
                  <c:v>44330</c:v>
                </c:pt>
                <c:pt idx="8185">
                  <c:v>44333</c:v>
                </c:pt>
                <c:pt idx="8186">
                  <c:v>44334</c:v>
                </c:pt>
                <c:pt idx="8187">
                  <c:v>44335</c:v>
                </c:pt>
                <c:pt idx="8188">
                  <c:v>44336</c:v>
                </c:pt>
                <c:pt idx="8189">
                  <c:v>44337</c:v>
                </c:pt>
                <c:pt idx="8190">
                  <c:v>44340</c:v>
                </c:pt>
                <c:pt idx="8191">
                  <c:v>44341</c:v>
                </c:pt>
                <c:pt idx="8192">
                  <c:v>44342</c:v>
                </c:pt>
                <c:pt idx="8193">
                  <c:v>44343</c:v>
                </c:pt>
                <c:pt idx="8194">
                  <c:v>44344</c:v>
                </c:pt>
                <c:pt idx="8195">
                  <c:v>44347</c:v>
                </c:pt>
                <c:pt idx="8196">
                  <c:v>44348</c:v>
                </c:pt>
                <c:pt idx="8197">
                  <c:v>44349</c:v>
                </c:pt>
                <c:pt idx="8198">
                  <c:v>44350</c:v>
                </c:pt>
                <c:pt idx="8199">
                  <c:v>44351</c:v>
                </c:pt>
                <c:pt idx="8200">
                  <c:v>44354</c:v>
                </c:pt>
                <c:pt idx="8201">
                  <c:v>44355</c:v>
                </c:pt>
                <c:pt idx="8202">
                  <c:v>44356</c:v>
                </c:pt>
                <c:pt idx="8203">
                  <c:v>44357</c:v>
                </c:pt>
                <c:pt idx="8204">
                  <c:v>44358</c:v>
                </c:pt>
                <c:pt idx="8205">
                  <c:v>44361</c:v>
                </c:pt>
                <c:pt idx="8206">
                  <c:v>44362</c:v>
                </c:pt>
                <c:pt idx="8207">
                  <c:v>44363</c:v>
                </c:pt>
                <c:pt idx="8208">
                  <c:v>44364</c:v>
                </c:pt>
                <c:pt idx="8209">
                  <c:v>44365</c:v>
                </c:pt>
                <c:pt idx="8210">
                  <c:v>44368</c:v>
                </c:pt>
                <c:pt idx="8211">
                  <c:v>44369</c:v>
                </c:pt>
                <c:pt idx="8212">
                  <c:v>44370</c:v>
                </c:pt>
                <c:pt idx="8213">
                  <c:v>44371</c:v>
                </c:pt>
                <c:pt idx="8214">
                  <c:v>44372</c:v>
                </c:pt>
                <c:pt idx="8215">
                  <c:v>44375</c:v>
                </c:pt>
                <c:pt idx="8216">
                  <c:v>44376</c:v>
                </c:pt>
                <c:pt idx="8217">
                  <c:v>44377</c:v>
                </c:pt>
                <c:pt idx="8218">
                  <c:v>44378</c:v>
                </c:pt>
                <c:pt idx="8219">
                  <c:v>44379</c:v>
                </c:pt>
                <c:pt idx="8220">
                  <c:v>44382</c:v>
                </c:pt>
                <c:pt idx="8221">
                  <c:v>44383</c:v>
                </c:pt>
                <c:pt idx="8222">
                  <c:v>44384</c:v>
                </c:pt>
                <c:pt idx="8223">
                  <c:v>44385</c:v>
                </c:pt>
                <c:pt idx="8224">
                  <c:v>44386</c:v>
                </c:pt>
                <c:pt idx="8225">
                  <c:v>44389</c:v>
                </c:pt>
                <c:pt idx="8226">
                  <c:v>44390</c:v>
                </c:pt>
                <c:pt idx="8227">
                  <c:v>44391</c:v>
                </c:pt>
                <c:pt idx="8228">
                  <c:v>44392</c:v>
                </c:pt>
                <c:pt idx="8229">
                  <c:v>44393</c:v>
                </c:pt>
                <c:pt idx="8230">
                  <c:v>44396</c:v>
                </c:pt>
                <c:pt idx="8231">
                  <c:v>44397</c:v>
                </c:pt>
                <c:pt idx="8232">
                  <c:v>44398</c:v>
                </c:pt>
                <c:pt idx="8233">
                  <c:v>44399</c:v>
                </c:pt>
                <c:pt idx="8234">
                  <c:v>44400</c:v>
                </c:pt>
                <c:pt idx="8235">
                  <c:v>44403</c:v>
                </c:pt>
                <c:pt idx="8236">
                  <c:v>44404</c:v>
                </c:pt>
                <c:pt idx="8237">
                  <c:v>44405</c:v>
                </c:pt>
                <c:pt idx="8238">
                  <c:v>44406</c:v>
                </c:pt>
                <c:pt idx="8239">
                  <c:v>44407</c:v>
                </c:pt>
                <c:pt idx="8240">
                  <c:v>44410</c:v>
                </c:pt>
                <c:pt idx="8241">
                  <c:v>44411</c:v>
                </c:pt>
                <c:pt idx="8242">
                  <c:v>44412</c:v>
                </c:pt>
                <c:pt idx="8243">
                  <c:v>44413</c:v>
                </c:pt>
                <c:pt idx="8244">
                  <c:v>44414</c:v>
                </c:pt>
                <c:pt idx="8245">
                  <c:v>44417</c:v>
                </c:pt>
                <c:pt idx="8246">
                  <c:v>44418</c:v>
                </c:pt>
                <c:pt idx="8247">
                  <c:v>44419</c:v>
                </c:pt>
                <c:pt idx="8248">
                  <c:v>44420</c:v>
                </c:pt>
                <c:pt idx="8249">
                  <c:v>44421</c:v>
                </c:pt>
                <c:pt idx="8250">
                  <c:v>44424</c:v>
                </c:pt>
                <c:pt idx="8251">
                  <c:v>44425</c:v>
                </c:pt>
                <c:pt idx="8252">
                  <c:v>44426</c:v>
                </c:pt>
                <c:pt idx="8253">
                  <c:v>44427</c:v>
                </c:pt>
                <c:pt idx="8254">
                  <c:v>44428</c:v>
                </c:pt>
                <c:pt idx="8255">
                  <c:v>44431</c:v>
                </c:pt>
                <c:pt idx="8256">
                  <c:v>44432</c:v>
                </c:pt>
                <c:pt idx="8257">
                  <c:v>44433</c:v>
                </c:pt>
                <c:pt idx="8258">
                  <c:v>44434</c:v>
                </c:pt>
                <c:pt idx="8259">
                  <c:v>44435</c:v>
                </c:pt>
                <c:pt idx="8260">
                  <c:v>44438</c:v>
                </c:pt>
                <c:pt idx="8261">
                  <c:v>44439</c:v>
                </c:pt>
                <c:pt idx="8262">
                  <c:v>44440</c:v>
                </c:pt>
                <c:pt idx="8263">
                  <c:v>44441</c:v>
                </c:pt>
                <c:pt idx="8264">
                  <c:v>44442</c:v>
                </c:pt>
                <c:pt idx="8265">
                  <c:v>44445</c:v>
                </c:pt>
                <c:pt idx="8266">
                  <c:v>44446</c:v>
                </c:pt>
                <c:pt idx="8267">
                  <c:v>44447</c:v>
                </c:pt>
                <c:pt idx="8268">
                  <c:v>44448</c:v>
                </c:pt>
                <c:pt idx="8269">
                  <c:v>44449</c:v>
                </c:pt>
                <c:pt idx="8270">
                  <c:v>44452</c:v>
                </c:pt>
                <c:pt idx="8271">
                  <c:v>44453</c:v>
                </c:pt>
                <c:pt idx="8272">
                  <c:v>44454</c:v>
                </c:pt>
                <c:pt idx="8273">
                  <c:v>44455</c:v>
                </c:pt>
                <c:pt idx="8274">
                  <c:v>44456</c:v>
                </c:pt>
                <c:pt idx="8275">
                  <c:v>44459</c:v>
                </c:pt>
                <c:pt idx="8276">
                  <c:v>44460</c:v>
                </c:pt>
                <c:pt idx="8277">
                  <c:v>44461</c:v>
                </c:pt>
                <c:pt idx="8278">
                  <c:v>44462</c:v>
                </c:pt>
                <c:pt idx="8279">
                  <c:v>44463</c:v>
                </c:pt>
                <c:pt idx="8280">
                  <c:v>44466</c:v>
                </c:pt>
                <c:pt idx="8281">
                  <c:v>44467</c:v>
                </c:pt>
                <c:pt idx="8282">
                  <c:v>44468</c:v>
                </c:pt>
                <c:pt idx="8283">
                  <c:v>44469</c:v>
                </c:pt>
                <c:pt idx="8284">
                  <c:v>44470</c:v>
                </c:pt>
                <c:pt idx="8285">
                  <c:v>44473</c:v>
                </c:pt>
                <c:pt idx="8286">
                  <c:v>44474</c:v>
                </c:pt>
                <c:pt idx="8287">
                  <c:v>44475</c:v>
                </c:pt>
                <c:pt idx="8288">
                  <c:v>44476</c:v>
                </c:pt>
                <c:pt idx="8289">
                  <c:v>44477</c:v>
                </c:pt>
                <c:pt idx="8290">
                  <c:v>44480</c:v>
                </c:pt>
                <c:pt idx="8291">
                  <c:v>44481</c:v>
                </c:pt>
                <c:pt idx="8292">
                  <c:v>44482</c:v>
                </c:pt>
                <c:pt idx="8293">
                  <c:v>44483</c:v>
                </c:pt>
                <c:pt idx="8294">
                  <c:v>44484</c:v>
                </c:pt>
                <c:pt idx="8295">
                  <c:v>44487</c:v>
                </c:pt>
                <c:pt idx="8296">
                  <c:v>44488</c:v>
                </c:pt>
                <c:pt idx="8297">
                  <c:v>44489</c:v>
                </c:pt>
                <c:pt idx="8298">
                  <c:v>44490</c:v>
                </c:pt>
                <c:pt idx="8299">
                  <c:v>44491</c:v>
                </c:pt>
                <c:pt idx="8300">
                  <c:v>44494</c:v>
                </c:pt>
                <c:pt idx="8301">
                  <c:v>44495</c:v>
                </c:pt>
                <c:pt idx="8302">
                  <c:v>44496</c:v>
                </c:pt>
                <c:pt idx="8303">
                  <c:v>44497</c:v>
                </c:pt>
                <c:pt idx="8304">
                  <c:v>44498</c:v>
                </c:pt>
                <c:pt idx="8305">
                  <c:v>44501</c:v>
                </c:pt>
                <c:pt idx="8306">
                  <c:v>44502</c:v>
                </c:pt>
                <c:pt idx="8307">
                  <c:v>44503</c:v>
                </c:pt>
                <c:pt idx="8308">
                  <c:v>44504</c:v>
                </c:pt>
                <c:pt idx="8309">
                  <c:v>44505</c:v>
                </c:pt>
                <c:pt idx="8310">
                  <c:v>44508</c:v>
                </c:pt>
                <c:pt idx="8311">
                  <c:v>44509</c:v>
                </c:pt>
                <c:pt idx="8312">
                  <c:v>44510</c:v>
                </c:pt>
                <c:pt idx="8313">
                  <c:v>44511</c:v>
                </c:pt>
                <c:pt idx="8314">
                  <c:v>44512</c:v>
                </c:pt>
                <c:pt idx="8315">
                  <c:v>44515</c:v>
                </c:pt>
                <c:pt idx="8316">
                  <c:v>44516</c:v>
                </c:pt>
                <c:pt idx="8317">
                  <c:v>44517</c:v>
                </c:pt>
                <c:pt idx="8318">
                  <c:v>44518</c:v>
                </c:pt>
                <c:pt idx="8319">
                  <c:v>44519</c:v>
                </c:pt>
                <c:pt idx="8320">
                  <c:v>44522</c:v>
                </c:pt>
                <c:pt idx="8321">
                  <c:v>44523</c:v>
                </c:pt>
                <c:pt idx="8322">
                  <c:v>44524</c:v>
                </c:pt>
                <c:pt idx="8323">
                  <c:v>44525</c:v>
                </c:pt>
                <c:pt idx="8324">
                  <c:v>44526</c:v>
                </c:pt>
                <c:pt idx="8325">
                  <c:v>44529</c:v>
                </c:pt>
                <c:pt idx="8326">
                  <c:v>44530</c:v>
                </c:pt>
                <c:pt idx="8327">
                  <c:v>44531</c:v>
                </c:pt>
                <c:pt idx="8328">
                  <c:v>44532</c:v>
                </c:pt>
                <c:pt idx="8329">
                  <c:v>44533</c:v>
                </c:pt>
                <c:pt idx="8330">
                  <c:v>44536</c:v>
                </c:pt>
                <c:pt idx="8331">
                  <c:v>44537</c:v>
                </c:pt>
                <c:pt idx="8332">
                  <c:v>44538</c:v>
                </c:pt>
                <c:pt idx="8333">
                  <c:v>44539</c:v>
                </c:pt>
                <c:pt idx="8334">
                  <c:v>44540</c:v>
                </c:pt>
                <c:pt idx="8335">
                  <c:v>44543</c:v>
                </c:pt>
                <c:pt idx="8336">
                  <c:v>44544</c:v>
                </c:pt>
                <c:pt idx="8337">
                  <c:v>44545</c:v>
                </c:pt>
                <c:pt idx="8338">
                  <c:v>44546</c:v>
                </c:pt>
                <c:pt idx="8339">
                  <c:v>44547</c:v>
                </c:pt>
                <c:pt idx="8340">
                  <c:v>44550</c:v>
                </c:pt>
                <c:pt idx="8341">
                  <c:v>44551</c:v>
                </c:pt>
                <c:pt idx="8342">
                  <c:v>44552</c:v>
                </c:pt>
                <c:pt idx="8343">
                  <c:v>44553</c:v>
                </c:pt>
                <c:pt idx="8344">
                  <c:v>44554</c:v>
                </c:pt>
                <c:pt idx="8345">
                  <c:v>44557</c:v>
                </c:pt>
                <c:pt idx="8346">
                  <c:v>44558</c:v>
                </c:pt>
                <c:pt idx="8347">
                  <c:v>44559</c:v>
                </c:pt>
                <c:pt idx="8348">
                  <c:v>44560</c:v>
                </c:pt>
                <c:pt idx="8349">
                  <c:v>44561</c:v>
                </c:pt>
                <c:pt idx="8350">
                  <c:v>44564</c:v>
                </c:pt>
                <c:pt idx="8351">
                  <c:v>44565</c:v>
                </c:pt>
                <c:pt idx="8352">
                  <c:v>44566</c:v>
                </c:pt>
                <c:pt idx="8353">
                  <c:v>44567</c:v>
                </c:pt>
                <c:pt idx="8354">
                  <c:v>44568</c:v>
                </c:pt>
                <c:pt idx="8355">
                  <c:v>44571</c:v>
                </c:pt>
                <c:pt idx="8356">
                  <c:v>44572</c:v>
                </c:pt>
                <c:pt idx="8357">
                  <c:v>44573</c:v>
                </c:pt>
                <c:pt idx="8358">
                  <c:v>44574</c:v>
                </c:pt>
                <c:pt idx="8359">
                  <c:v>44575</c:v>
                </c:pt>
                <c:pt idx="8360">
                  <c:v>44578</c:v>
                </c:pt>
                <c:pt idx="8361">
                  <c:v>44579</c:v>
                </c:pt>
                <c:pt idx="8362">
                  <c:v>44580</c:v>
                </c:pt>
                <c:pt idx="8363">
                  <c:v>44581</c:v>
                </c:pt>
                <c:pt idx="8364">
                  <c:v>44582</c:v>
                </c:pt>
                <c:pt idx="8365">
                  <c:v>44585</c:v>
                </c:pt>
                <c:pt idx="8366">
                  <c:v>44586</c:v>
                </c:pt>
                <c:pt idx="8367">
                  <c:v>44587</c:v>
                </c:pt>
                <c:pt idx="8368">
                  <c:v>44588</c:v>
                </c:pt>
                <c:pt idx="8369">
                  <c:v>44589</c:v>
                </c:pt>
                <c:pt idx="8370">
                  <c:v>44592</c:v>
                </c:pt>
                <c:pt idx="8371">
                  <c:v>44593</c:v>
                </c:pt>
                <c:pt idx="8372">
                  <c:v>44594</c:v>
                </c:pt>
                <c:pt idx="8373">
                  <c:v>44595</c:v>
                </c:pt>
                <c:pt idx="8374">
                  <c:v>44596</c:v>
                </c:pt>
                <c:pt idx="8375">
                  <c:v>44599</c:v>
                </c:pt>
                <c:pt idx="8376">
                  <c:v>44600</c:v>
                </c:pt>
                <c:pt idx="8377">
                  <c:v>44601</c:v>
                </c:pt>
                <c:pt idx="8378">
                  <c:v>44602</c:v>
                </c:pt>
                <c:pt idx="8379">
                  <c:v>44603</c:v>
                </c:pt>
                <c:pt idx="8380">
                  <c:v>44606</c:v>
                </c:pt>
                <c:pt idx="8381">
                  <c:v>44607</c:v>
                </c:pt>
                <c:pt idx="8382">
                  <c:v>44608</c:v>
                </c:pt>
                <c:pt idx="8383">
                  <c:v>44609</c:v>
                </c:pt>
                <c:pt idx="8384">
                  <c:v>44610</c:v>
                </c:pt>
                <c:pt idx="8385">
                  <c:v>44613</c:v>
                </c:pt>
                <c:pt idx="8386">
                  <c:v>44614</c:v>
                </c:pt>
                <c:pt idx="8387">
                  <c:v>44615</c:v>
                </c:pt>
                <c:pt idx="8388">
                  <c:v>44616</c:v>
                </c:pt>
                <c:pt idx="8389">
                  <c:v>44617</c:v>
                </c:pt>
                <c:pt idx="8390">
                  <c:v>44620</c:v>
                </c:pt>
                <c:pt idx="8391">
                  <c:v>44621</c:v>
                </c:pt>
                <c:pt idx="8392">
                  <c:v>44622</c:v>
                </c:pt>
                <c:pt idx="8393">
                  <c:v>44623</c:v>
                </c:pt>
                <c:pt idx="8394">
                  <c:v>44624</c:v>
                </c:pt>
                <c:pt idx="8395">
                  <c:v>44627</c:v>
                </c:pt>
                <c:pt idx="8396">
                  <c:v>44628</c:v>
                </c:pt>
                <c:pt idx="8397">
                  <c:v>44629</c:v>
                </c:pt>
                <c:pt idx="8398">
                  <c:v>44630</c:v>
                </c:pt>
                <c:pt idx="8399">
                  <c:v>44631</c:v>
                </c:pt>
                <c:pt idx="8400">
                  <c:v>44634</c:v>
                </c:pt>
                <c:pt idx="8401">
                  <c:v>44635</c:v>
                </c:pt>
                <c:pt idx="8402">
                  <c:v>44636</c:v>
                </c:pt>
                <c:pt idx="8403">
                  <c:v>44637</c:v>
                </c:pt>
                <c:pt idx="8404">
                  <c:v>44638</c:v>
                </c:pt>
                <c:pt idx="8405">
                  <c:v>44641</c:v>
                </c:pt>
                <c:pt idx="8406">
                  <c:v>44642</c:v>
                </c:pt>
                <c:pt idx="8407">
                  <c:v>44643</c:v>
                </c:pt>
                <c:pt idx="8408">
                  <c:v>44644</c:v>
                </c:pt>
                <c:pt idx="8409">
                  <c:v>44645</c:v>
                </c:pt>
                <c:pt idx="8410">
                  <c:v>44648</c:v>
                </c:pt>
                <c:pt idx="8411">
                  <c:v>44649</c:v>
                </c:pt>
                <c:pt idx="8412">
                  <c:v>44650</c:v>
                </c:pt>
                <c:pt idx="8413">
                  <c:v>44651</c:v>
                </c:pt>
                <c:pt idx="8414">
                  <c:v>44652</c:v>
                </c:pt>
                <c:pt idx="8415">
                  <c:v>44655</c:v>
                </c:pt>
                <c:pt idx="8416">
                  <c:v>44656</c:v>
                </c:pt>
                <c:pt idx="8417">
                  <c:v>44657</c:v>
                </c:pt>
                <c:pt idx="8418">
                  <c:v>44658</c:v>
                </c:pt>
                <c:pt idx="8419">
                  <c:v>44659</c:v>
                </c:pt>
                <c:pt idx="8420">
                  <c:v>44662</c:v>
                </c:pt>
                <c:pt idx="8421">
                  <c:v>44663</c:v>
                </c:pt>
                <c:pt idx="8422">
                  <c:v>44664</c:v>
                </c:pt>
                <c:pt idx="8423">
                  <c:v>44665</c:v>
                </c:pt>
                <c:pt idx="8424">
                  <c:v>44666</c:v>
                </c:pt>
                <c:pt idx="8425">
                  <c:v>44669</c:v>
                </c:pt>
                <c:pt idx="8426">
                  <c:v>44670</c:v>
                </c:pt>
                <c:pt idx="8427">
                  <c:v>44671</c:v>
                </c:pt>
                <c:pt idx="8428">
                  <c:v>44672</c:v>
                </c:pt>
                <c:pt idx="8429">
                  <c:v>44673</c:v>
                </c:pt>
                <c:pt idx="8430">
                  <c:v>44676</c:v>
                </c:pt>
                <c:pt idx="8431">
                  <c:v>44677</c:v>
                </c:pt>
                <c:pt idx="8432">
                  <c:v>44678</c:v>
                </c:pt>
                <c:pt idx="8433">
                  <c:v>44679</c:v>
                </c:pt>
                <c:pt idx="8434">
                  <c:v>44680</c:v>
                </c:pt>
                <c:pt idx="8435">
                  <c:v>44683</c:v>
                </c:pt>
                <c:pt idx="8436">
                  <c:v>44684</c:v>
                </c:pt>
                <c:pt idx="8437">
                  <c:v>44685</c:v>
                </c:pt>
                <c:pt idx="8438">
                  <c:v>44686</c:v>
                </c:pt>
                <c:pt idx="8439">
                  <c:v>44687</c:v>
                </c:pt>
                <c:pt idx="8440">
                  <c:v>44690</c:v>
                </c:pt>
                <c:pt idx="8441">
                  <c:v>44691</c:v>
                </c:pt>
                <c:pt idx="8442">
                  <c:v>44692</c:v>
                </c:pt>
                <c:pt idx="8443">
                  <c:v>44693</c:v>
                </c:pt>
                <c:pt idx="8444">
                  <c:v>44694</c:v>
                </c:pt>
                <c:pt idx="8445">
                  <c:v>44697</c:v>
                </c:pt>
                <c:pt idx="8446">
                  <c:v>44698</c:v>
                </c:pt>
                <c:pt idx="8447">
                  <c:v>44699</c:v>
                </c:pt>
                <c:pt idx="8448">
                  <c:v>44700</c:v>
                </c:pt>
                <c:pt idx="8449">
                  <c:v>44701</c:v>
                </c:pt>
                <c:pt idx="8450">
                  <c:v>44704</c:v>
                </c:pt>
                <c:pt idx="8451">
                  <c:v>44705</c:v>
                </c:pt>
                <c:pt idx="8452">
                  <c:v>44706</c:v>
                </c:pt>
                <c:pt idx="8453">
                  <c:v>44707</c:v>
                </c:pt>
                <c:pt idx="8454">
                  <c:v>44708</c:v>
                </c:pt>
                <c:pt idx="8455">
                  <c:v>44711</c:v>
                </c:pt>
                <c:pt idx="8456">
                  <c:v>44712</c:v>
                </c:pt>
                <c:pt idx="8457">
                  <c:v>44713</c:v>
                </c:pt>
                <c:pt idx="8458">
                  <c:v>44714</c:v>
                </c:pt>
                <c:pt idx="8459">
                  <c:v>44715</c:v>
                </c:pt>
                <c:pt idx="8460">
                  <c:v>44718</c:v>
                </c:pt>
                <c:pt idx="8461">
                  <c:v>44719</c:v>
                </c:pt>
                <c:pt idx="8462">
                  <c:v>44720</c:v>
                </c:pt>
                <c:pt idx="8463">
                  <c:v>44721</c:v>
                </c:pt>
                <c:pt idx="8464">
                  <c:v>44722</c:v>
                </c:pt>
                <c:pt idx="8465">
                  <c:v>44725</c:v>
                </c:pt>
                <c:pt idx="8466">
                  <c:v>44726</c:v>
                </c:pt>
                <c:pt idx="8467">
                  <c:v>44727</c:v>
                </c:pt>
                <c:pt idx="8468">
                  <c:v>44728</c:v>
                </c:pt>
                <c:pt idx="8469">
                  <c:v>44729</c:v>
                </c:pt>
                <c:pt idx="8470">
                  <c:v>44732</c:v>
                </c:pt>
                <c:pt idx="8471">
                  <c:v>44733</c:v>
                </c:pt>
                <c:pt idx="8472">
                  <c:v>44734</c:v>
                </c:pt>
                <c:pt idx="8473">
                  <c:v>44735</c:v>
                </c:pt>
                <c:pt idx="8474">
                  <c:v>44736</c:v>
                </c:pt>
                <c:pt idx="8475">
                  <c:v>44739</c:v>
                </c:pt>
                <c:pt idx="8476">
                  <c:v>44740</c:v>
                </c:pt>
                <c:pt idx="8477">
                  <c:v>44741</c:v>
                </c:pt>
                <c:pt idx="8478">
                  <c:v>44742</c:v>
                </c:pt>
                <c:pt idx="8479">
                  <c:v>44743</c:v>
                </c:pt>
                <c:pt idx="8480">
                  <c:v>44746</c:v>
                </c:pt>
                <c:pt idx="8481">
                  <c:v>44747</c:v>
                </c:pt>
                <c:pt idx="8482">
                  <c:v>44748</c:v>
                </c:pt>
                <c:pt idx="8483">
                  <c:v>44749</c:v>
                </c:pt>
                <c:pt idx="8484">
                  <c:v>44750</c:v>
                </c:pt>
                <c:pt idx="8485">
                  <c:v>44753</c:v>
                </c:pt>
                <c:pt idx="8486">
                  <c:v>44754</c:v>
                </c:pt>
                <c:pt idx="8487">
                  <c:v>44755</c:v>
                </c:pt>
                <c:pt idx="8488">
                  <c:v>44756</c:v>
                </c:pt>
                <c:pt idx="8489">
                  <c:v>44757</c:v>
                </c:pt>
                <c:pt idx="8490">
                  <c:v>44760</c:v>
                </c:pt>
                <c:pt idx="8491">
                  <c:v>44761</c:v>
                </c:pt>
                <c:pt idx="8492">
                  <c:v>44762</c:v>
                </c:pt>
                <c:pt idx="8493">
                  <c:v>44763</c:v>
                </c:pt>
                <c:pt idx="8494">
                  <c:v>44764</c:v>
                </c:pt>
                <c:pt idx="8495">
                  <c:v>44767</c:v>
                </c:pt>
                <c:pt idx="8496">
                  <c:v>44768</c:v>
                </c:pt>
                <c:pt idx="8497">
                  <c:v>44769</c:v>
                </c:pt>
                <c:pt idx="8498">
                  <c:v>44770</c:v>
                </c:pt>
                <c:pt idx="8499">
                  <c:v>44771</c:v>
                </c:pt>
                <c:pt idx="8500">
                  <c:v>44774</c:v>
                </c:pt>
                <c:pt idx="8501">
                  <c:v>44775</c:v>
                </c:pt>
                <c:pt idx="8502">
                  <c:v>44776</c:v>
                </c:pt>
                <c:pt idx="8503">
                  <c:v>44777</c:v>
                </c:pt>
                <c:pt idx="8504">
                  <c:v>44778</c:v>
                </c:pt>
                <c:pt idx="8505">
                  <c:v>44781</c:v>
                </c:pt>
                <c:pt idx="8506">
                  <c:v>44782</c:v>
                </c:pt>
                <c:pt idx="8507">
                  <c:v>44783</c:v>
                </c:pt>
                <c:pt idx="8508">
                  <c:v>44784</c:v>
                </c:pt>
                <c:pt idx="8509">
                  <c:v>44785</c:v>
                </c:pt>
                <c:pt idx="8510">
                  <c:v>44788</c:v>
                </c:pt>
                <c:pt idx="8511">
                  <c:v>44789</c:v>
                </c:pt>
                <c:pt idx="8512">
                  <c:v>44790</c:v>
                </c:pt>
                <c:pt idx="8513">
                  <c:v>44791</c:v>
                </c:pt>
                <c:pt idx="8514">
                  <c:v>44792</c:v>
                </c:pt>
                <c:pt idx="8515">
                  <c:v>44795</c:v>
                </c:pt>
                <c:pt idx="8516">
                  <c:v>44796</c:v>
                </c:pt>
                <c:pt idx="8517">
                  <c:v>44797</c:v>
                </c:pt>
                <c:pt idx="8518">
                  <c:v>44798</c:v>
                </c:pt>
                <c:pt idx="8519">
                  <c:v>44799</c:v>
                </c:pt>
                <c:pt idx="8520">
                  <c:v>44802</c:v>
                </c:pt>
                <c:pt idx="8521">
                  <c:v>44803</c:v>
                </c:pt>
                <c:pt idx="8522">
                  <c:v>44804</c:v>
                </c:pt>
                <c:pt idx="8523">
                  <c:v>44805</c:v>
                </c:pt>
                <c:pt idx="8524">
                  <c:v>44806</c:v>
                </c:pt>
                <c:pt idx="8525">
                  <c:v>44809</c:v>
                </c:pt>
                <c:pt idx="8526">
                  <c:v>44810</c:v>
                </c:pt>
                <c:pt idx="8527">
                  <c:v>44811</c:v>
                </c:pt>
                <c:pt idx="8528">
                  <c:v>44812</c:v>
                </c:pt>
                <c:pt idx="8529">
                  <c:v>44813</c:v>
                </c:pt>
                <c:pt idx="8530">
                  <c:v>44816</c:v>
                </c:pt>
                <c:pt idx="8531">
                  <c:v>44817</c:v>
                </c:pt>
                <c:pt idx="8532">
                  <c:v>44818</c:v>
                </c:pt>
                <c:pt idx="8533">
                  <c:v>44819</c:v>
                </c:pt>
                <c:pt idx="8534">
                  <c:v>44820</c:v>
                </c:pt>
                <c:pt idx="8535">
                  <c:v>44823</c:v>
                </c:pt>
                <c:pt idx="8536">
                  <c:v>44824</c:v>
                </c:pt>
                <c:pt idx="8537">
                  <c:v>44825</c:v>
                </c:pt>
                <c:pt idx="8538">
                  <c:v>44826</c:v>
                </c:pt>
                <c:pt idx="8539">
                  <c:v>44827</c:v>
                </c:pt>
                <c:pt idx="8540">
                  <c:v>44830</c:v>
                </c:pt>
                <c:pt idx="8541">
                  <c:v>44831</c:v>
                </c:pt>
                <c:pt idx="8542">
                  <c:v>44832</c:v>
                </c:pt>
                <c:pt idx="8543">
                  <c:v>44833</c:v>
                </c:pt>
                <c:pt idx="8544">
                  <c:v>44834</c:v>
                </c:pt>
                <c:pt idx="8545">
                  <c:v>44837</c:v>
                </c:pt>
                <c:pt idx="8546">
                  <c:v>44838</c:v>
                </c:pt>
                <c:pt idx="8547">
                  <c:v>44839</c:v>
                </c:pt>
                <c:pt idx="8548">
                  <c:v>44840</c:v>
                </c:pt>
                <c:pt idx="8549">
                  <c:v>44841</c:v>
                </c:pt>
                <c:pt idx="8550">
                  <c:v>44844</c:v>
                </c:pt>
                <c:pt idx="8551">
                  <c:v>44845</c:v>
                </c:pt>
                <c:pt idx="8552">
                  <c:v>44846</c:v>
                </c:pt>
                <c:pt idx="8553">
                  <c:v>44847</c:v>
                </c:pt>
                <c:pt idx="8554">
                  <c:v>44848</c:v>
                </c:pt>
                <c:pt idx="8555">
                  <c:v>44851</c:v>
                </c:pt>
                <c:pt idx="8556">
                  <c:v>44852</c:v>
                </c:pt>
                <c:pt idx="8557">
                  <c:v>44853</c:v>
                </c:pt>
                <c:pt idx="8558">
                  <c:v>44854</c:v>
                </c:pt>
                <c:pt idx="8559">
                  <c:v>44855</c:v>
                </c:pt>
                <c:pt idx="8560">
                  <c:v>44858</c:v>
                </c:pt>
                <c:pt idx="8561">
                  <c:v>44859</c:v>
                </c:pt>
                <c:pt idx="8562">
                  <c:v>44860</c:v>
                </c:pt>
                <c:pt idx="8563">
                  <c:v>44861</c:v>
                </c:pt>
                <c:pt idx="8564">
                  <c:v>44862</c:v>
                </c:pt>
                <c:pt idx="8565">
                  <c:v>44865</c:v>
                </c:pt>
                <c:pt idx="8566">
                  <c:v>44866</c:v>
                </c:pt>
                <c:pt idx="8567">
                  <c:v>44867</c:v>
                </c:pt>
                <c:pt idx="8568">
                  <c:v>44868</c:v>
                </c:pt>
                <c:pt idx="8569">
                  <c:v>44869</c:v>
                </c:pt>
                <c:pt idx="8570">
                  <c:v>44872</c:v>
                </c:pt>
                <c:pt idx="8571">
                  <c:v>44873</c:v>
                </c:pt>
                <c:pt idx="8572">
                  <c:v>44874</c:v>
                </c:pt>
                <c:pt idx="8573">
                  <c:v>44875</c:v>
                </c:pt>
                <c:pt idx="8574">
                  <c:v>44876</c:v>
                </c:pt>
                <c:pt idx="8575">
                  <c:v>44879</c:v>
                </c:pt>
                <c:pt idx="8576">
                  <c:v>44880</c:v>
                </c:pt>
                <c:pt idx="8577">
                  <c:v>44881</c:v>
                </c:pt>
                <c:pt idx="8578">
                  <c:v>44882</c:v>
                </c:pt>
                <c:pt idx="8579">
                  <c:v>44883</c:v>
                </c:pt>
                <c:pt idx="8580">
                  <c:v>44886</c:v>
                </c:pt>
                <c:pt idx="8581">
                  <c:v>44887</c:v>
                </c:pt>
                <c:pt idx="8582">
                  <c:v>44888</c:v>
                </c:pt>
                <c:pt idx="8583">
                  <c:v>44889</c:v>
                </c:pt>
                <c:pt idx="8584">
                  <c:v>44890</c:v>
                </c:pt>
                <c:pt idx="8585">
                  <c:v>44893</c:v>
                </c:pt>
                <c:pt idx="8586">
                  <c:v>44894</c:v>
                </c:pt>
                <c:pt idx="8587">
                  <c:v>44895</c:v>
                </c:pt>
                <c:pt idx="8588">
                  <c:v>44896</c:v>
                </c:pt>
                <c:pt idx="8589">
                  <c:v>44897</c:v>
                </c:pt>
                <c:pt idx="8590">
                  <c:v>44900</c:v>
                </c:pt>
                <c:pt idx="8591">
                  <c:v>44901</c:v>
                </c:pt>
                <c:pt idx="8592">
                  <c:v>44902</c:v>
                </c:pt>
                <c:pt idx="8593">
                  <c:v>44903</c:v>
                </c:pt>
                <c:pt idx="8594">
                  <c:v>44904</c:v>
                </c:pt>
                <c:pt idx="8595">
                  <c:v>44907</c:v>
                </c:pt>
                <c:pt idx="8596">
                  <c:v>44908</c:v>
                </c:pt>
                <c:pt idx="8597">
                  <c:v>44909</c:v>
                </c:pt>
                <c:pt idx="8598">
                  <c:v>44910</c:v>
                </c:pt>
                <c:pt idx="8599">
                  <c:v>44911</c:v>
                </c:pt>
                <c:pt idx="8600">
                  <c:v>44914</c:v>
                </c:pt>
                <c:pt idx="8601">
                  <c:v>44915</c:v>
                </c:pt>
                <c:pt idx="8602">
                  <c:v>44916</c:v>
                </c:pt>
                <c:pt idx="8603">
                  <c:v>44917</c:v>
                </c:pt>
                <c:pt idx="8604">
                  <c:v>44918</c:v>
                </c:pt>
                <c:pt idx="8605">
                  <c:v>44921</c:v>
                </c:pt>
                <c:pt idx="8606">
                  <c:v>44922</c:v>
                </c:pt>
                <c:pt idx="8607">
                  <c:v>44923</c:v>
                </c:pt>
                <c:pt idx="8608">
                  <c:v>44924</c:v>
                </c:pt>
                <c:pt idx="8609">
                  <c:v>44925</c:v>
                </c:pt>
                <c:pt idx="8610">
                  <c:v>44928</c:v>
                </c:pt>
                <c:pt idx="8611">
                  <c:v>44929</c:v>
                </c:pt>
                <c:pt idx="8612">
                  <c:v>44930</c:v>
                </c:pt>
                <c:pt idx="8613">
                  <c:v>44931</c:v>
                </c:pt>
                <c:pt idx="8614">
                  <c:v>44932</c:v>
                </c:pt>
                <c:pt idx="8615">
                  <c:v>44935</c:v>
                </c:pt>
                <c:pt idx="8616">
                  <c:v>44936</c:v>
                </c:pt>
                <c:pt idx="8617">
                  <c:v>44937</c:v>
                </c:pt>
                <c:pt idx="8618">
                  <c:v>44938</c:v>
                </c:pt>
                <c:pt idx="8619">
                  <c:v>44939</c:v>
                </c:pt>
                <c:pt idx="8620">
                  <c:v>44942</c:v>
                </c:pt>
                <c:pt idx="8621">
                  <c:v>44943</c:v>
                </c:pt>
                <c:pt idx="8622">
                  <c:v>44944</c:v>
                </c:pt>
                <c:pt idx="8623">
                  <c:v>44945</c:v>
                </c:pt>
                <c:pt idx="8624">
                  <c:v>44946</c:v>
                </c:pt>
                <c:pt idx="8625">
                  <c:v>44949</c:v>
                </c:pt>
                <c:pt idx="8626">
                  <c:v>44950</c:v>
                </c:pt>
                <c:pt idx="8627">
                  <c:v>44951</c:v>
                </c:pt>
                <c:pt idx="8628">
                  <c:v>44952</c:v>
                </c:pt>
                <c:pt idx="8629">
                  <c:v>44953</c:v>
                </c:pt>
                <c:pt idx="8630">
                  <c:v>44956</c:v>
                </c:pt>
                <c:pt idx="8631">
                  <c:v>44957</c:v>
                </c:pt>
                <c:pt idx="8632">
                  <c:v>44958</c:v>
                </c:pt>
                <c:pt idx="8633">
                  <c:v>44959</c:v>
                </c:pt>
                <c:pt idx="8634">
                  <c:v>44960</c:v>
                </c:pt>
                <c:pt idx="8635">
                  <c:v>44963</c:v>
                </c:pt>
                <c:pt idx="8636">
                  <c:v>44964</c:v>
                </c:pt>
                <c:pt idx="8637">
                  <c:v>44965</c:v>
                </c:pt>
                <c:pt idx="8638">
                  <c:v>44966</c:v>
                </c:pt>
                <c:pt idx="8639">
                  <c:v>44967</c:v>
                </c:pt>
                <c:pt idx="8640">
                  <c:v>44970</c:v>
                </c:pt>
                <c:pt idx="8641">
                  <c:v>44971</c:v>
                </c:pt>
                <c:pt idx="8642">
                  <c:v>44972</c:v>
                </c:pt>
                <c:pt idx="8643">
                  <c:v>44973</c:v>
                </c:pt>
                <c:pt idx="8644">
                  <c:v>44974</c:v>
                </c:pt>
                <c:pt idx="8645">
                  <c:v>44977</c:v>
                </c:pt>
                <c:pt idx="8646">
                  <c:v>44978</c:v>
                </c:pt>
                <c:pt idx="8647">
                  <c:v>44979</c:v>
                </c:pt>
                <c:pt idx="8648">
                  <c:v>44980</c:v>
                </c:pt>
                <c:pt idx="8649">
                  <c:v>44981</c:v>
                </c:pt>
                <c:pt idx="8650">
                  <c:v>44984</c:v>
                </c:pt>
                <c:pt idx="8651">
                  <c:v>44985</c:v>
                </c:pt>
                <c:pt idx="8652">
                  <c:v>44986</c:v>
                </c:pt>
                <c:pt idx="8653">
                  <c:v>44987</c:v>
                </c:pt>
                <c:pt idx="8654">
                  <c:v>44988</c:v>
                </c:pt>
                <c:pt idx="8655">
                  <c:v>44991</c:v>
                </c:pt>
                <c:pt idx="8656">
                  <c:v>44992</c:v>
                </c:pt>
                <c:pt idx="8657">
                  <c:v>44993</c:v>
                </c:pt>
                <c:pt idx="8658">
                  <c:v>44994</c:v>
                </c:pt>
                <c:pt idx="8659">
                  <c:v>44995</c:v>
                </c:pt>
                <c:pt idx="8660">
                  <c:v>44998</c:v>
                </c:pt>
                <c:pt idx="8661">
                  <c:v>44999</c:v>
                </c:pt>
                <c:pt idx="8662">
                  <c:v>45000</c:v>
                </c:pt>
                <c:pt idx="8663">
                  <c:v>45001</c:v>
                </c:pt>
                <c:pt idx="8664">
                  <c:v>45002</c:v>
                </c:pt>
                <c:pt idx="8665">
                  <c:v>45005</c:v>
                </c:pt>
                <c:pt idx="8666">
                  <c:v>45006</c:v>
                </c:pt>
                <c:pt idx="8667">
                  <c:v>45007</c:v>
                </c:pt>
                <c:pt idx="8668">
                  <c:v>45008</c:v>
                </c:pt>
                <c:pt idx="8669">
                  <c:v>45009</c:v>
                </c:pt>
                <c:pt idx="8670">
                  <c:v>45012</c:v>
                </c:pt>
                <c:pt idx="8671">
                  <c:v>45013</c:v>
                </c:pt>
                <c:pt idx="8672">
                  <c:v>45014</c:v>
                </c:pt>
                <c:pt idx="8673">
                  <c:v>45015</c:v>
                </c:pt>
                <c:pt idx="8674">
                  <c:v>45016</c:v>
                </c:pt>
                <c:pt idx="8675">
                  <c:v>45019</c:v>
                </c:pt>
                <c:pt idx="8676">
                  <c:v>45020</c:v>
                </c:pt>
                <c:pt idx="8677">
                  <c:v>45021</c:v>
                </c:pt>
                <c:pt idx="8678">
                  <c:v>45022</c:v>
                </c:pt>
                <c:pt idx="8679">
                  <c:v>45023</c:v>
                </c:pt>
                <c:pt idx="8680">
                  <c:v>45026</c:v>
                </c:pt>
                <c:pt idx="8681">
                  <c:v>45027</c:v>
                </c:pt>
                <c:pt idx="8682">
                  <c:v>45028</c:v>
                </c:pt>
                <c:pt idx="8683">
                  <c:v>45029</c:v>
                </c:pt>
                <c:pt idx="8684">
                  <c:v>45030</c:v>
                </c:pt>
                <c:pt idx="8685">
                  <c:v>45033</c:v>
                </c:pt>
                <c:pt idx="8686">
                  <c:v>45034</c:v>
                </c:pt>
                <c:pt idx="8687">
                  <c:v>45035</c:v>
                </c:pt>
                <c:pt idx="8688">
                  <c:v>45036</c:v>
                </c:pt>
                <c:pt idx="8689">
                  <c:v>45037</c:v>
                </c:pt>
                <c:pt idx="8690">
                  <c:v>45040</c:v>
                </c:pt>
                <c:pt idx="8691">
                  <c:v>45041</c:v>
                </c:pt>
                <c:pt idx="8692">
                  <c:v>45042</c:v>
                </c:pt>
                <c:pt idx="8693">
                  <c:v>45043</c:v>
                </c:pt>
                <c:pt idx="8694">
                  <c:v>45044</c:v>
                </c:pt>
                <c:pt idx="8695">
                  <c:v>45047</c:v>
                </c:pt>
                <c:pt idx="8696">
                  <c:v>45048</c:v>
                </c:pt>
                <c:pt idx="8697">
                  <c:v>45049</c:v>
                </c:pt>
                <c:pt idx="8698">
                  <c:v>45050</c:v>
                </c:pt>
                <c:pt idx="8699">
                  <c:v>45051</c:v>
                </c:pt>
                <c:pt idx="8700">
                  <c:v>45054</c:v>
                </c:pt>
                <c:pt idx="8701">
                  <c:v>45055</c:v>
                </c:pt>
                <c:pt idx="8702">
                  <c:v>45056</c:v>
                </c:pt>
                <c:pt idx="8703">
                  <c:v>45057</c:v>
                </c:pt>
                <c:pt idx="8704">
                  <c:v>45058</c:v>
                </c:pt>
                <c:pt idx="8705">
                  <c:v>45061</c:v>
                </c:pt>
                <c:pt idx="8706">
                  <c:v>45062</c:v>
                </c:pt>
                <c:pt idx="8707">
                  <c:v>45063</c:v>
                </c:pt>
                <c:pt idx="8708">
                  <c:v>45064</c:v>
                </c:pt>
                <c:pt idx="8709">
                  <c:v>45065</c:v>
                </c:pt>
                <c:pt idx="8710">
                  <c:v>45068</c:v>
                </c:pt>
                <c:pt idx="8711">
                  <c:v>45069</c:v>
                </c:pt>
                <c:pt idx="8712">
                  <c:v>45070</c:v>
                </c:pt>
                <c:pt idx="8713">
                  <c:v>45071</c:v>
                </c:pt>
                <c:pt idx="8714">
                  <c:v>45072</c:v>
                </c:pt>
                <c:pt idx="8715">
                  <c:v>45075</c:v>
                </c:pt>
                <c:pt idx="8716">
                  <c:v>45076</c:v>
                </c:pt>
                <c:pt idx="8717">
                  <c:v>45077</c:v>
                </c:pt>
                <c:pt idx="8718">
                  <c:v>45078</c:v>
                </c:pt>
                <c:pt idx="8719">
                  <c:v>45079</c:v>
                </c:pt>
                <c:pt idx="8720">
                  <c:v>45082</c:v>
                </c:pt>
                <c:pt idx="8721">
                  <c:v>45083</c:v>
                </c:pt>
                <c:pt idx="8722">
                  <c:v>45084</c:v>
                </c:pt>
                <c:pt idx="8723">
                  <c:v>45085</c:v>
                </c:pt>
                <c:pt idx="8724">
                  <c:v>45086</c:v>
                </c:pt>
                <c:pt idx="8725">
                  <c:v>45089</c:v>
                </c:pt>
                <c:pt idx="8726">
                  <c:v>45090</c:v>
                </c:pt>
                <c:pt idx="8727">
                  <c:v>45091</c:v>
                </c:pt>
                <c:pt idx="8728">
                  <c:v>45092</c:v>
                </c:pt>
                <c:pt idx="8729">
                  <c:v>45093</c:v>
                </c:pt>
                <c:pt idx="8730">
                  <c:v>45096</c:v>
                </c:pt>
                <c:pt idx="8731">
                  <c:v>45097</c:v>
                </c:pt>
                <c:pt idx="8732">
                  <c:v>45098</c:v>
                </c:pt>
                <c:pt idx="8733">
                  <c:v>45099</c:v>
                </c:pt>
                <c:pt idx="8734">
                  <c:v>45100</c:v>
                </c:pt>
                <c:pt idx="8735">
                  <c:v>45103</c:v>
                </c:pt>
                <c:pt idx="8736">
                  <c:v>45104</c:v>
                </c:pt>
                <c:pt idx="8737">
                  <c:v>45105</c:v>
                </c:pt>
                <c:pt idx="8738">
                  <c:v>45106</c:v>
                </c:pt>
                <c:pt idx="8739">
                  <c:v>45107</c:v>
                </c:pt>
                <c:pt idx="8740">
                  <c:v>45110</c:v>
                </c:pt>
                <c:pt idx="8741">
                  <c:v>45111</c:v>
                </c:pt>
                <c:pt idx="8742">
                  <c:v>45112</c:v>
                </c:pt>
                <c:pt idx="8743">
                  <c:v>45113</c:v>
                </c:pt>
                <c:pt idx="8744">
                  <c:v>45114</c:v>
                </c:pt>
                <c:pt idx="8745">
                  <c:v>45117</c:v>
                </c:pt>
                <c:pt idx="8746">
                  <c:v>45118</c:v>
                </c:pt>
                <c:pt idx="8747">
                  <c:v>45119</c:v>
                </c:pt>
                <c:pt idx="8748">
                  <c:v>45120</c:v>
                </c:pt>
                <c:pt idx="8749">
                  <c:v>45121</c:v>
                </c:pt>
                <c:pt idx="8750">
                  <c:v>45124</c:v>
                </c:pt>
                <c:pt idx="8751">
                  <c:v>45125</c:v>
                </c:pt>
                <c:pt idx="8752">
                  <c:v>45126</c:v>
                </c:pt>
                <c:pt idx="8753">
                  <c:v>45127</c:v>
                </c:pt>
                <c:pt idx="8754">
                  <c:v>45128</c:v>
                </c:pt>
                <c:pt idx="8755">
                  <c:v>45131</c:v>
                </c:pt>
                <c:pt idx="8756">
                  <c:v>45132</c:v>
                </c:pt>
                <c:pt idx="8757">
                  <c:v>45133</c:v>
                </c:pt>
                <c:pt idx="8758">
                  <c:v>45134</c:v>
                </c:pt>
                <c:pt idx="8759">
                  <c:v>45135</c:v>
                </c:pt>
                <c:pt idx="8760">
                  <c:v>45138</c:v>
                </c:pt>
                <c:pt idx="8761">
                  <c:v>45139</c:v>
                </c:pt>
                <c:pt idx="8762">
                  <c:v>45140</c:v>
                </c:pt>
                <c:pt idx="8763">
                  <c:v>45141</c:v>
                </c:pt>
                <c:pt idx="8764">
                  <c:v>45142</c:v>
                </c:pt>
                <c:pt idx="8765">
                  <c:v>45145</c:v>
                </c:pt>
                <c:pt idx="8766">
                  <c:v>45146</c:v>
                </c:pt>
                <c:pt idx="8767">
                  <c:v>45147</c:v>
                </c:pt>
                <c:pt idx="8768">
                  <c:v>45148</c:v>
                </c:pt>
                <c:pt idx="8769">
                  <c:v>45149</c:v>
                </c:pt>
                <c:pt idx="8770">
                  <c:v>45152</c:v>
                </c:pt>
                <c:pt idx="8771">
                  <c:v>45153</c:v>
                </c:pt>
                <c:pt idx="8772">
                  <c:v>45154</c:v>
                </c:pt>
                <c:pt idx="8773">
                  <c:v>45155</c:v>
                </c:pt>
                <c:pt idx="8774">
                  <c:v>45156</c:v>
                </c:pt>
                <c:pt idx="8775">
                  <c:v>45159</c:v>
                </c:pt>
                <c:pt idx="8776">
                  <c:v>45160</c:v>
                </c:pt>
                <c:pt idx="8777">
                  <c:v>45161</c:v>
                </c:pt>
                <c:pt idx="8778">
                  <c:v>45162</c:v>
                </c:pt>
                <c:pt idx="8779">
                  <c:v>45163</c:v>
                </c:pt>
                <c:pt idx="8780">
                  <c:v>45166</c:v>
                </c:pt>
                <c:pt idx="8781">
                  <c:v>45167</c:v>
                </c:pt>
                <c:pt idx="8782">
                  <c:v>45168</c:v>
                </c:pt>
                <c:pt idx="8783">
                  <c:v>45169</c:v>
                </c:pt>
                <c:pt idx="8784">
                  <c:v>45170</c:v>
                </c:pt>
                <c:pt idx="8785">
                  <c:v>45173</c:v>
                </c:pt>
                <c:pt idx="8786">
                  <c:v>45174</c:v>
                </c:pt>
                <c:pt idx="8787">
                  <c:v>45175</c:v>
                </c:pt>
                <c:pt idx="8788">
                  <c:v>45176</c:v>
                </c:pt>
                <c:pt idx="8789">
                  <c:v>45177</c:v>
                </c:pt>
                <c:pt idx="8790">
                  <c:v>45180</c:v>
                </c:pt>
                <c:pt idx="8791">
                  <c:v>45181</c:v>
                </c:pt>
                <c:pt idx="8792">
                  <c:v>45182</c:v>
                </c:pt>
                <c:pt idx="8793">
                  <c:v>45183</c:v>
                </c:pt>
                <c:pt idx="8794">
                  <c:v>45184</c:v>
                </c:pt>
                <c:pt idx="8795">
                  <c:v>45187</c:v>
                </c:pt>
                <c:pt idx="8796">
                  <c:v>45188</c:v>
                </c:pt>
                <c:pt idx="8797">
                  <c:v>45189</c:v>
                </c:pt>
                <c:pt idx="8798">
                  <c:v>45190</c:v>
                </c:pt>
                <c:pt idx="8799">
                  <c:v>45191</c:v>
                </c:pt>
                <c:pt idx="8800">
                  <c:v>45194</c:v>
                </c:pt>
                <c:pt idx="8801">
                  <c:v>45195</c:v>
                </c:pt>
                <c:pt idx="8802">
                  <c:v>45196</c:v>
                </c:pt>
                <c:pt idx="8803">
                  <c:v>45197</c:v>
                </c:pt>
                <c:pt idx="8804">
                  <c:v>45198</c:v>
                </c:pt>
                <c:pt idx="8805">
                  <c:v>45201</c:v>
                </c:pt>
                <c:pt idx="8806">
                  <c:v>45202</c:v>
                </c:pt>
                <c:pt idx="8807">
                  <c:v>45203</c:v>
                </c:pt>
                <c:pt idx="8808">
                  <c:v>45204</c:v>
                </c:pt>
                <c:pt idx="8809">
                  <c:v>45205</c:v>
                </c:pt>
                <c:pt idx="8810">
                  <c:v>45208</c:v>
                </c:pt>
                <c:pt idx="8811">
                  <c:v>45209</c:v>
                </c:pt>
                <c:pt idx="8812">
                  <c:v>45210</c:v>
                </c:pt>
                <c:pt idx="8813">
                  <c:v>45211</c:v>
                </c:pt>
                <c:pt idx="8814">
                  <c:v>45212</c:v>
                </c:pt>
                <c:pt idx="8815">
                  <c:v>45215</c:v>
                </c:pt>
                <c:pt idx="8816">
                  <c:v>45216</c:v>
                </c:pt>
                <c:pt idx="8817">
                  <c:v>45217</c:v>
                </c:pt>
                <c:pt idx="8818">
                  <c:v>45218</c:v>
                </c:pt>
                <c:pt idx="8819">
                  <c:v>45219</c:v>
                </c:pt>
                <c:pt idx="8820">
                  <c:v>45222</c:v>
                </c:pt>
                <c:pt idx="8821">
                  <c:v>45223</c:v>
                </c:pt>
                <c:pt idx="8822">
                  <c:v>45224</c:v>
                </c:pt>
                <c:pt idx="8823">
                  <c:v>45225</c:v>
                </c:pt>
                <c:pt idx="8824">
                  <c:v>45226</c:v>
                </c:pt>
                <c:pt idx="8825">
                  <c:v>45229</c:v>
                </c:pt>
                <c:pt idx="8826">
                  <c:v>45230</c:v>
                </c:pt>
                <c:pt idx="8827">
                  <c:v>45231</c:v>
                </c:pt>
                <c:pt idx="8828">
                  <c:v>45232</c:v>
                </c:pt>
                <c:pt idx="8829">
                  <c:v>45233</c:v>
                </c:pt>
                <c:pt idx="8830">
                  <c:v>45236</c:v>
                </c:pt>
                <c:pt idx="8831">
                  <c:v>45237</c:v>
                </c:pt>
                <c:pt idx="8832">
                  <c:v>45238</c:v>
                </c:pt>
                <c:pt idx="8833">
                  <c:v>45239</c:v>
                </c:pt>
                <c:pt idx="8834">
                  <c:v>45240</c:v>
                </c:pt>
                <c:pt idx="8835">
                  <c:v>45243</c:v>
                </c:pt>
                <c:pt idx="8836">
                  <c:v>45244</c:v>
                </c:pt>
                <c:pt idx="8837">
                  <c:v>45245</c:v>
                </c:pt>
                <c:pt idx="8838">
                  <c:v>45246</c:v>
                </c:pt>
                <c:pt idx="8839">
                  <c:v>45247</c:v>
                </c:pt>
                <c:pt idx="8840">
                  <c:v>45250</c:v>
                </c:pt>
                <c:pt idx="8841">
                  <c:v>45251</c:v>
                </c:pt>
                <c:pt idx="8842">
                  <c:v>45252</c:v>
                </c:pt>
                <c:pt idx="8843">
                  <c:v>45253</c:v>
                </c:pt>
                <c:pt idx="8844">
                  <c:v>45254</c:v>
                </c:pt>
                <c:pt idx="8845">
                  <c:v>45257</c:v>
                </c:pt>
                <c:pt idx="8846">
                  <c:v>45258</c:v>
                </c:pt>
                <c:pt idx="8847">
                  <c:v>45259</c:v>
                </c:pt>
                <c:pt idx="8848">
                  <c:v>45260</c:v>
                </c:pt>
                <c:pt idx="8849">
                  <c:v>45261</c:v>
                </c:pt>
                <c:pt idx="8850">
                  <c:v>45264</c:v>
                </c:pt>
                <c:pt idx="8851">
                  <c:v>45265</c:v>
                </c:pt>
                <c:pt idx="8852">
                  <c:v>45266</c:v>
                </c:pt>
                <c:pt idx="8853">
                  <c:v>45267</c:v>
                </c:pt>
                <c:pt idx="8854">
                  <c:v>45268</c:v>
                </c:pt>
                <c:pt idx="8855">
                  <c:v>45271</c:v>
                </c:pt>
                <c:pt idx="8856">
                  <c:v>45272</c:v>
                </c:pt>
                <c:pt idx="8857">
                  <c:v>45273</c:v>
                </c:pt>
                <c:pt idx="8858">
                  <c:v>45274</c:v>
                </c:pt>
                <c:pt idx="8859">
                  <c:v>45275</c:v>
                </c:pt>
                <c:pt idx="8860">
                  <c:v>45278</c:v>
                </c:pt>
                <c:pt idx="8861">
                  <c:v>45279</c:v>
                </c:pt>
                <c:pt idx="8862">
                  <c:v>45280</c:v>
                </c:pt>
                <c:pt idx="8863">
                  <c:v>45281</c:v>
                </c:pt>
                <c:pt idx="8864">
                  <c:v>45282</c:v>
                </c:pt>
                <c:pt idx="8865">
                  <c:v>45285</c:v>
                </c:pt>
                <c:pt idx="8866">
                  <c:v>45286</c:v>
                </c:pt>
                <c:pt idx="8867">
                  <c:v>45287</c:v>
                </c:pt>
                <c:pt idx="8868">
                  <c:v>45288</c:v>
                </c:pt>
                <c:pt idx="8869">
                  <c:v>45289</c:v>
                </c:pt>
                <c:pt idx="8870">
                  <c:v>45292</c:v>
                </c:pt>
                <c:pt idx="8871">
                  <c:v>45293</c:v>
                </c:pt>
                <c:pt idx="8872">
                  <c:v>45294</c:v>
                </c:pt>
                <c:pt idx="8873">
                  <c:v>45295</c:v>
                </c:pt>
                <c:pt idx="8874">
                  <c:v>45296</c:v>
                </c:pt>
                <c:pt idx="8875">
                  <c:v>45299</c:v>
                </c:pt>
                <c:pt idx="8876">
                  <c:v>45300</c:v>
                </c:pt>
                <c:pt idx="8877">
                  <c:v>45301</c:v>
                </c:pt>
                <c:pt idx="8878">
                  <c:v>45302</c:v>
                </c:pt>
                <c:pt idx="8879">
                  <c:v>45303</c:v>
                </c:pt>
                <c:pt idx="8880">
                  <c:v>45306</c:v>
                </c:pt>
                <c:pt idx="8881">
                  <c:v>45307</c:v>
                </c:pt>
                <c:pt idx="8882">
                  <c:v>45308</c:v>
                </c:pt>
                <c:pt idx="8883">
                  <c:v>45309</c:v>
                </c:pt>
                <c:pt idx="8884">
                  <c:v>45310</c:v>
                </c:pt>
                <c:pt idx="8885">
                  <c:v>45313</c:v>
                </c:pt>
                <c:pt idx="8886">
                  <c:v>45314</c:v>
                </c:pt>
                <c:pt idx="8887">
                  <c:v>45315</c:v>
                </c:pt>
                <c:pt idx="8888">
                  <c:v>45316</c:v>
                </c:pt>
                <c:pt idx="8889">
                  <c:v>45317</c:v>
                </c:pt>
                <c:pt idx="8890">
                  <c:v>45320</c:v>
                </c:pt>
                <c:pt idx="8891">
                  <c:v>45321</c:v>
                </c:pt>
                <c:pt idx="8892">
                  <c:v>45322</c:v>
                </c:pt>
                <c:pt idx="8893">
                  <c:v>45323</c:v>
                </c:pt>
                <c:pt idx="8894">
                  <c:v>45324</c:v>
                </c:pt>
                <c:pt idx="8895">
                  <c:v>45327</c:v>
                </c:pt>
                <c:pt idx="8896">
                  <c:v>45328</c:v>
                </c:pt>
                <c:pt idx="8897">
                  <c:v>45329</c:v>
                </c:pt>
                <c:pt idx="8898">
                  <c:v>45330</c:v>
                </c:pt>
                <c:pt idx="8899">
                  <c:v>45331</c:v>
                </c:pt>
                <c:pt idx="8900">
                  <c:v>45334</c:v>
                </c:pt>
                <c:pt idx="8901">
                  <c:v>45335</c:v>
                </c:pt>
                <c:pt idx="8902">
                  <c:v>45336</c:v>
                </c:pt>
                <c:pt idx="8903">
                  <c:v>45337</c:v>
                </c:pt>
                <c:pt idx="8904">
                  <c:v>45338</c:v>
                </c:pt>
                <c:pt idx="8905">
                  <c:v>45341</c:v>
                </c:pt>
                <c:pt idx="8906">
                  <c:v>45342</c:v>
                </c:pt>
                <c:pt idx="8907">
                  <c:v>45343</c:v>
                </c:pt>
                <c:pt idx="8908">
                  <c:v>45344</c:v>
                </c:pt>
                <c:pt idx="8909">
                  <c:v>45345</c:v>
                </c:pt>
                <c:pt idx="8910">
                  <c:v>45348</c:v>
                </c:pt>
                <c:pt idx="8911">
                  <c:v>45349</c:v>
                </c:pt>
                <c:pt idx="8912">
                  <c:v>45350</c:v>
                </c:pt>
                <c:pt idx="8913">
                  <c:v>45351</c:v>
                </c:pt>
                <c:pt idx="8914">
                  <c:v>45352</c:v>
                </c:pt>
                <c:pt idx="8915">
                  <c:v>45355</c:v>
                </c:pt>
                <c:pt idx="8916">
                  <c:v>45356</c:v>
                </c:pt>
                <c:pt idx="8917">
                  <c:v>45357</c:v>
                </c:pt>
                <c:pt idx="8918">
                  <c:v>45358</c:v>
                </c:pt>
                <c:pt idx="8919">
                  <c:v>45359</c:v>
                </c:pt>
                <c:pt idx="8920">
                  <c:v>45362</c:v>
                </c:pt>
                <c:pt idx="8921">
                  <c:v>45363</c:v>
                </c:pt>
                <c:pt idx="8922">
                  <c:v>45364</c:v>
                </c:pt>
                <c:pt idx="8923">
                  <c:v>45365</c:v>
                </c:pt>
                <c:pt idx="8924">
                  <c:v>45366</c:v>
                </c:pt>
                <c:pt idx="8925">
                  <c:v>45369</c:v>
                </c:pt>
                <c:pt idx="8926">
                  <c:v>45370</c:v>
                </c:pt>
                <c:pt idx="8927">
                  <c:v>45371</c:v>
                </c:pt>
                <c:pt idx="8928">
                  <c:v>45372</c:v>
                </c:pt>
                <c:pt idx="8929">
                  <c:v>45373</c:v>
                </c:pt>
                <c:pt idx="8930">
                  <c:v>45376</c:v>
                </c:pt>
                <c:pt idx="8931">
                  <c:v>45377</c:v>
                </c:pt>
                <c:pt idx="8932">
                  <c:v>45378</c:v>
                </c:pt>
                <c:pt idx="8933">
                  <c:v>45379</c:v>
                </c:pt>
                <c:pt idx="8934">
                  <c:v>45380</c:v>
                </c:pt>
                <c:pt idx="8935">
                  <c:v>45383</c:v>
                </c:pt>
                <c:pt idx="8936">
                  <c:v>45384</c:v>
                </c:pt>
                <c:pt idx="8937">
                  <c:v>45385</c:v>
                </c:pt>
                <c:pt idx="8938">
                  <c:v>45386</c:v>
                </c:pt>
                <c:pt idx="8939">
                  <c:v>45387</c:v>
                </c:pt>
                <c:pt idx="8940">
                  <c:v>45390</c:v>
                </c:pt>
                <c:pt idx="8941">
                  <c:v>45391</c:v>
                </c:pt>
                <c:pt idx="8942">
                  <c:v>45392</c:v>
                </c:pt>
                <c:pt idx="8943">
                  <c:v>45393</c:v>
                </c:pt>
                <c:pt idx="8944">
                  <c:v>45394</c:v>
                </c:pt>
                <c:pt idx="8945">
                  <c:v>45397</c:v>
                </c:pt>
                <c:pt idx="8946">
                  <c:v>45398</c:v>
                </c:pt>
                <c:pt idx="8947">
                  <c:v>45399</c:v>
                </c:pt>
                <c:pt idx="8948">
                  <c:v>45400</c:v>
                </c:pt>
                <c:pt idx="8949">
                  <c:v>45401</c:v>
                </c:pt>
                <c:pt idx="8950">
                  <c:v>45404</c:v>
                </c:pt>
                <c:pt idx="8951">
                  <c:v>45405</c:v>
                </c:pt>
                <c:pt idx="8952">
                  <c:v>45406</c:v>
                </c:pt>
                <c:pt idx="8953">
                  <c:v>45407</c:v>
                </c:pt>
                <c:pt idx="8954">
                  <c:v>45408</c:v>
                </c:pt>
                <c:pt idx="8955">
                  <c:v>45411</c:v>
                </c:pt>
                <c:pt idx="8956">
                  <c:v>45412</c:v>
                </c:pt>
                <c:pt idx="8957">
                  <c:v>45413</c:v>
                </c:pt>
                <c:pt idx="8958">
                  <c:v>45414</c:v>
                </c:pt>
                <c:pt idx="8959">
                  <c:v>45415</c:v>
                </c:pt>
                <c:pt idx="8960">
                  <c:v>45418</c:v>
                </c:pt>
                <c:pt idx="8961">
                  <c:v>45419</c:v>
                </c:pt>
                <c:pt idx="8962">
                  <c:v>45420</c:v>
                </c:pt>
                <c:pt idx="8963">
                  <c:v>45421</c:v>
                </c:pt>
                <c:pt idx="8964">
                  <c:v>45422</c:v>
                </c:pt>
                <c:pt idx="8965">
                  <c:v>45425</c:v>
                </c:pt>
                <c:pt idx="8966">
                  <c:v>45426</c:v>
                </c:pt>
                <c:pt idx="8967">
                  <c:v>45427</c:v>
                </c:pt>
                <c:pt idx="8968">
                  <c:v>45428</c:v>
                </c:pt>
                <c:pt idx="8969">
                  <c:v>45429</c:v>
                </c:pt>
                <c:pt idx="8970">
                  <c:v>45432</c:v>
                </c:pt>
                <c:pt idx="8971">
                  <c:v>45433</c:v>
                </c:pt>
                <c:pt idx="8972">
                  <c:v>45434</c:v>
                </c:pt>
                <c:pt idx="8973">
                  <c:v>45435</c:v>
                </c:pt>
                <c:pt idx="8974">
                  <c:v>45436</c:v>
                </c:pt>
                <c:pt idx="8975">
                  <c:v>45439</c:v>
                </c:pt>
                <c:pt idx="8976">
                  <c:v>45440</c:v>
                </c:pt>
                <c:pt idx="8977">
                  <c:v>45441</c:v>
                </c:pt>
                <c:pt idx="8978">
                  <c:v>45442</c:v>
                </c:pt>
                <c:pt idx="8979">
                  <c:v>45443</c:v>
                </c:pt>
                <c:pt idx="8980">
                  <c:v>45446</c:v>
                </c:pt>
                <c:pt idx="8981">
                  <c:v>45447</c:v>
                </c:pt>
                <c:pt idx="8982">
                  <c:v>45448</c:v>
                </c:pt>
                <c:pt idx="8983">
                  <c:v>45449</c:v>
                </c:pt>
                <c:pt idx="8984">
                  <c:v>45450</c:v>
                </c:pt>
                <c:pt idx="8985">
                  <c:v>45453</c:v>
                </c:pt>
                <c:pt idx="8986">
                  <c:v>45454</c:v>
                </c:pt>
                <c:pt idx="8987">
                  <c:v>45455</c:v>
                </c:pt>
                <c:pt idx="8988">
                  <c:v>45456</c:v>
                </c:pt>
                <c:pt idx="8989">
                  <c:v>45457</c:v>
                </c:pt>
                <c:pt idx="8990">
                  <c:v>45460</c:v>
                </c:pt>
                <c:pt idx="8991">
                  <c:v>45461</c:v>
                </c:pt>
                <c:pt idx="8992">
                  <c:v>45462</c:v>
                </c:pt>
                <c:pt idx="8993">
                  <c:v>45463</c:v>
                </c:pt>
                <c:pt idx="8994">
                  <c:v>45464</c:v>
                </c:pt>
                <c:pt idx="8995">
                  <c:v>45467</c:v>
                </c:pt>
                <c:pt idx="8996">
                  <c:v>45468</c:v>
                </c:pt>
                <c:pt idx="8997">
                  <c:v>45469</c:v>
                </c:pt>
                <c:pt idx="8998">
                  <c:v>45470</c:v>
                </c:pt>
                <c:pt idx="8999">
                  <c:v>45471</c:v>
                </c:pt>
                <c:pt idx="9000">
                  <c:v>45474</c:v>
                </c:pt>
                <c:pt idx="9001">
                  <c:v>45475</c:v>
                </c:pt>
                <c:pt idx="9002">
                  <c:v>45476</c:v>
                </c:pt>
                <c:pt idx="9003">
                  <c:v>45477</c:v>
                </c:pt>
                <c:pt idx="9004">
                  <c:v>45478</c:v>
                </c:pt>
                <c:pt idx="9005">
                  <c:v>45481</c:v>
                </c:pt>
                <c:pt idx="9006">
                  <c:v>45482</c:v>
                </c:pt>
                <c:pt idx="9007">
                  <c:v>45483</c:v>
                </c:pt>
                <c:pt idx="9008">
                  <c:v>45484</c:v>
                </c:pt>
                <c:pt idx="9009">
                  <c:v>45485</c:v>
                </c:pt>
                <c:pt idx="9010">
                  <c:v>45488</c:v>
                </c:pt>
                <c:pt idx="9011">
                  <c:v>45489</c:v>
                </c:pt>
                <c:pt idx="9012">
                  <c:v>45490</c:v>
                </c:pt>
                <c:pt idx="9013">
                  <c:v>45491</c:v>
                </c:pt>
                <c:pt idx="9014">
                  <c:v>45492</c:v>
                </c:pt>
                <c:pt idx="9015">
                  <c:v>45495</c:v>
                </c:pt>
                <c:pt idx="9016">
                  <c:v>45496</c:v>
                </c:pt>
                <c:pt idx="9017">
                  <c:v>45497</c:v>
                </c:pt>
                <c:pt idx="9018">
                  <c:v>45498</c:v>
                </c:pt>
                <c:pt idx="9019">
                  <c:v>45499</c:v>
                </c:pt>
                <c:pt idx="9020">
                  <c:v>45502</c:v>
                </c:pt>
                <c:pt idx="9021">
                  <c:v>45503</c:v>
                </c:pt>
                <c:pt idx="9022">
                  <c:v>45504</c:v>
                </c:pt>
                <c:pt idx="9023">
                  <c:v>45505</c:v>
                </c:pt>
                <c:pt idx="9024">
                  <c:v>45506</c:v>
                </c:pt>
                <c:pt idx="9025">
                  <c:v>45509</c:v>
                </c:pt>
                <c:pt idx="9026">
                  <c:v>45510</c:v>
                </c:pt>
                <c:pt idx="9027">
                  <c:v>45511</c:v>
                </c:pt>
                <c:pt idx="9028">
                  <c:v>45512</c:v>
                </c:pt>
                <c:pt idx="9029">
                  <c:v>45513</c:v>
                </c:pt>
                <c:pt idx="9030">
                  <c:v>45516</c:v>
                </c:pt>
                <c:pt idx="9031">
                  <c:v>45517</c:v>
                </c:pt>
                <c:pt idx="9032">
                  <c:v>45518</c:v>
                </c:pt>
                <c:pt idx="9033">
                  <c:v>45519</c:v>
                </c:pt>
                <c:pt idx="9034">
                  <c:v>45520</c:v>
                </c:pt>
                <c:pt idx="9035">
                  <c:v>45523</c:v>
                </c:pt>
                <c:pt idx="9036">
                  <c:v>45524</c:v>
                </c:pt>
                <c:pt idx="9037">
                  <c:v>45525</c:v>
                </c:pt>
                <c:pt idx="9038">
                  <c:v>45526</c:v>
                </c:pt>
                <c:pt idx="9039">
                  <c:v>45527</c:v>
                </c:pt>
                <c:pt idx="9040">
                  <c:v>45530</c:v>
                </c:pt>
                <c:pt idx="9041">
                  <c:v>45531</c:v>
                </c:pt>
                <c:pt idx="9042">
                  <c:v>45532</c:v>
                </c:pt>
                <c:pt idx="9043">
                  <c:v>45533</c:v>
                </c:pt>
                <c:pt idx="9044">
                  <c:v>45534</c:v>
                </c:pt>
                <c:pt idx="9045">
                  <c:v>45537</c:v>
                </c:pt>
                <c:pt idx="9046">
                  <c:v>45538</c:v>
                </c:pt>
                <c:pt idx="9047">
                  <c:v>45539</c:v>
                </c:pt>
                <c:pt idx="9048">
                  <c:v>45540</c:v>
                </c:pt>
                <c:pt idx="9049">
                  <c:v>45541</c:v>
                </c:pt>
                <c:pt idx="9050">
                  <c:v>45544</c:v>
                </c:pt>
                <c:pt idx="9051">
                  <c:v>45545</c:v>
                </c:pt>
                <c:pt idx="9052">
                  <c:v>45546</c:v>
                </c:pt>
                <c:pt idx="9053">
                  <c:v>45547</c:v>
                </c:pt>
                <c:pt idx="9054">
                  <c:v>45548</c:v>
                </c:pt>
                <c:pt idx="9055">
                  <c:v>45551</c:v>
                </c:pt>
                <c:pt idx="9056">
                  <c:v>45552</c:v>
                </c:pt>
                <c:pt idx="9057">
                  <c:v>45553</c:v>
                </c:pt>
                <c:pt idx="9058">
                  <c:v>45554</c:v>
                </c:pt>
                <c:pt idx="9059">
                  <c:v>45555</c:v>
                </c:pt>
                <c:pt idx="9060">
                  <c:v>45558</c:v>
                </c:pt>
                <c:pt idx="9061">
                  <c:v>45559</c:v>
                </c:pt>
                <c:pt idx="9062">
                  <c:v>45560</c:v>
                </c:pt>
                <c:pt idx="9063">
                  <c:v>45561</c:v>
                </c:pt>
                <c:pt idx="9064">
                  <c:v>45562</c:v>
                </c:pt>
                <c:pt idx="9065">
                  <c:v>45565</c:v>
                </c:pt>
                <c:pt idx="9066">
                  <c:v>45566</c:v>
                </c:pt>
                <c:pt idx="9067">
                  <c:v>45567</c:v>
                </c:pt>
                <c:pt idx="9068">
                  <c:v>45568</c:v>
                </c:pt>
                <c:pt idx="9069">
                  <c:v>45569</c:v>
                </c:pt>
                <c:pt idx="9070">
                  <c:v>45572</c:v>
                </c:pt>
                <c:pt idx="9071">
                  <c:v>45573</c:v>
                </c:pt>
                <c:pt idx="9072">
                  <c:v>45574</c:v>
                </c:pt>
                <c:pt idx="9073">
                  <c:v>45575</c:v>
                </c:pt>
                <c:pt idx="9074">
                  <c:v>45576</c:v>
                </c:pt>
                <c:pt idx="9075">
                  <c:v>45579</c:v>
                </c:pt>
                <c:pt idx="9076">
                  <c:v>45580</c:v>
                </c:pt>
                <c:pt idx="9077">
                  <c:v>45581</c:v>
                </c:pt>
                <c:pt idx="9078">
                  <c:v>45582</c:v>
                </c:pt>
                <c:pt idx="9079">
                  <c:v>45583</c:v>
                </c:pt>
                <c:pt idx="9080">
                  <c:v>45586</c:v>
                </c:pt>
                <c:pt idx="9081">
                  <c:v>45587</c:v>
                </c:pt>
                <c:pt idx="9082">
                  <c:v>45588</c:v>
                </c:pt>
                <c:pt idx="9083">
                  <c:v>45589</c:v>
                </c:pt>
                <c:pt idx="9084">
                  <c:v>45590</c:v>
                </c:pt>
                <c:pt idx="9085">
                  <c:v>45593</c:v>
                </c:pt>
                <c:pt idx="9086">
                  <c:v>45594</c:v>
                </c:pt>
                <c:pt idx="9087">
                  <c:v>45595</c:v>
                </c:pt>
                <c:pt idx="9088">
                  <c:v>45596</c:v>
                </c:pt>
                <c:pt idx="9089">
                  <c:v>45597</c:v>
                </c:pt>
                <c:pt idx="9090">
                  <c:v>45600</c:v>
                </c:pt>
                <c:pt idx="9091">
                  <c:v>45601</c:v>
                </c:pt>
                <c:pt idx="9092">
                  <c:v>45602</c:v>
                </c:pt>
                <c:pt idx="9093">
                  <c:v>45603</c:v>
                </c:pt>
                <c:pt idx="9094">
                  <c:v>45604</c:v>
                </c:pt>
                <c:pt idx="9095">
                  <c:v>45607</c:v>
                </c:pt>
                <c:pt idx="9096">
                  <c:v>45608</c:v>
                </c:pt>
                <c:pt idx="9097">
                  <c:v>45609</c:v>
                </c:pt>
                <c:pt idx="9098">
                  <c:v>45610</c:v>
                </c:pt>
                <c:pt idx="9099">
                  <c:v>45611</c:v>
                </c:pt>
                <c:pt idx="9100">
                  <c:v>45614</c:v>
                </c:pt>
                <c:pt idx="9101">
                  <c:v>45615</c:v>
                </c:pt>
                <c:pt idx="9102">
                  <c:v>45616</c:v>
                </c:pt>
                <c:pt idx="9103">
                  <c:v>45617</c:v>
                </c:pt>
                <c:pt idx="9104">
                  <c:v>45618</c:v>
                </c:pt>
                <c:pt idx="9105">
                  <c:v>45621</c:v>
                </c:pt>
                <c:pt idx="9106">
                  <c:v>45622</c:v>
                </c:pt>
                <c:pt idx="9107">
                  <c:v>45623</c:v>
                </c:pt>
                <c:pt idx="9108">
                  <c:v>45624</c:v>
                </c:pt>
                <c:pt idx="9109">
                  <c:v>45625</c:v>
                </c:pt>
                <c:pt idx="9110">
                  <c:v>45628</c:v>
                </c:pt>
                <c:pt idx="9111">
                  <c:v>45629</c:v>
                </c:pt>
                <c:pt idx="9112">
                  <c:v>45630</c:v>
                </c:pt>
                <c:pt idx="9113">
                  <c:v>45631</c:v>
                </c:pt>
                <c:pt idx="9114">
                  <c:v>45632</c:v>
                </c:pt>
                <c:pt idx="9115">
                  <c:v>45635</c:v>
                </c:pt>
                <c:pt idx="9116">
                  <c:v>45636</c:v>
                </c:pt>
                <c:pt idx="9117">
                  <c:v>45637</c:v>
                </c:pt>
                <c:pt idx="9118">
                  <c:v>45638</c:v>
                </c:pt>
                <c:pt idx="9119">
                  <c:v>45639</c:v>
                </c:pt>
                <c:pt idx="9120">
                  <c:v>45642</c:v>
                </c:pt>
                <c:pt idx="9121">
                  <c:v>45643</c:v>
                </c:pt>
                <c:pt idx="9122">
                  <c:v>45644</c:v>
                </c:pt>
                <c:pt idx="9123">
                  <c:v>45645</c:v>
                </c:pt>
                <c:pt idx="9124">
                  <c:v>45646</c:v>
                </c:pt>
                <c:pt idx="9125">
                  <c:v>45649</c:v>
                </c:pt>
                <c:pt idx="9126">
                  <c:v>45650</c:v>
                </c:pt>
                <c:pt idx="9127">
                  <c:v>45651</c:v>
                </c:pt>
                <c:pt idx="9128">
                  <c:v>45652</c:v>
                </c:pt>
                <c:pt idx="9129">
                  <c:v>45653</c:v>
                </c:pt>
                <c:pt idx="9130">
                  <c:v>45656</c:v>
                </c:pt>
                <c:pt idx="9131">
                  <c:v>45657</c:v>
                </c:pt>
                <c:pt idx="9132">
                  <c:v>45658</c:v>
                </c:pt>
                <c:pt idx="9133">
                  <c:v>45659</c:v>
                </c:pt>
                <c:pt idx="9134">
                  <c:v>45660</c:v>
                </c:pt>
                <c:pt idx="9135">
                  <c:v>45663</c:v>
                </c:pt>
                <c:pt idx="9136">
                  <c:v>45664</c:v>
                </c:pt>
                <c:pt idx="9137">
                  <c:v>45665</c:v>
                </c:pt>
                <c:pt idx="9138">
                  <c:v>45666</c:v>
                </c:pt>
                <c:pt idx="9139">
                  <c:v>45667</c:v>
                </c:pt>
                <c:pt idx="9140">
                  <c:v>45670</c:v>
                </c:pt>
                <c:pt idx="9141">
                  <c:v>45671</c:v>
                </c:pt>
                <c:pt idx="9142">
                  <c:v>45672</c:v>
                </c:pt>
                <c:pt idx="9143">
                  <c:v>45673</c:v>
                </c:pt>
                <c:pt idx="9144">
                  <c:v>45674</c:v>
                </c:pt>
                <c:pt idx="9145">
                  <c:v>45677</c:v>
                </c:pt>
                <c:pt idx="9146">
                  <c:v>45678</c:v>
                </c:pt>
                <c:pt idx="9147">
                  <c:v>45679</c:v>
                </c:pt>
                <c:pt idx="9148">
                  <c:v>45680</c:v>
                </c:pt>
                <c:pt idx="9149">
                  <c:v>45681</c:v>
                </c:pt>
                <c:pt idx="9150">
                  <c:v>45684</c:v>
                </c:pt>
                <c:pt idx="9151">
                  <c:v>45685</c:v>
                </c:pt>
                <c:pt idx="9152">
                  <c:v>45686</c:v>
                </c:pt>
                <c:pt idx="9153">
                  <c:v>45687</c:v>
                </c:pt>
                <c:pt idx="9154">
                  <c:v>45688</c:v>
                </c:pt>
                <c:pt idx="9155">
                  <c:v>45691</c:v>
                </c:pt>
                <c:pt idx="9156">
                  <c:v>45692</c:v>
                </c:pt>
                <c:pt idx="9157">
                  <c:v>45693</c:v>
                </c:pt>
                <c:pt idx="9158">
                  <c:v>45694</c:v>
                </c:pt>
                <c:pt idx="9159">
                  <c:v>45695</c:v>
                </c:pt>
                <c:pt idx="9160">
                  <c:v>45698</c:v>
                </c:pt>
                <c:pt idx="9161">
                  <c:v>45699</c:v>
                </c:pt>
                <c:pt idx="9162">
                  <c:v>45700</c:v>
                </c:pt>
                <c:pt idx="9163">
                  <c:v>45701</c:v>
                </c:pt>
                <c:pt idx="9164">
                  <c:v>45702</c:v>
                </c:pt>
                <c:pt idx="9165">
                  <c:v>45705</c:v>
                </c:pt>
                <c:pt idx="9166">
                  <c:v>45706</c:v>
                </c:pt>
                <c:pt idx="9167">
                  <c:v>45707</c:v>
                </c:pt>
                <c:pt idx="9168">
                  <c:v>45708</c:v>
                </c:pt>
                <c:pt idx="9169">
                  <c:v>45709</c:v>
                </c:pt>
                <c:pt idx="9170">
                  <c:v>45712</c:v>
                </c:pt>
                <c:pt idx="9171">
                  <c:v>45713</c:v>
                </c:pt>
                <c:pt idx="9172">
                  <c:v>45714</c:v>
                </c:pt>
                <c:pt idx="9173">
                  <c:v>45715</c:v>
                </c:pt>
                <c:pt idx="9174">
                  <c:v>45716</c:v>
                </c:pt>
                <c:pt idx="9175">
                  <c:v>45719</c:v>
                </c:pt>
                <c:pt idx="9176">
                  <c:v>45720</c:v>
                </c:pt>
                <c:pt idx="9177">
                  <c:v>45721</c:v>
                </c:pt>
                <c:pt idx="9178">
                  <c:v>45722</c:v>
                </c:pt>
                <c:pt idx="9179">
                  <c:v>45723</c:v>
                </c:pt>
                <c:pt idx="9180">
                  <c:v>45726</c:v>
                </c:pt>
                <c:pt idx="9181">
                  <c:v>45727</c:v>
                </c:pt>
                <c:pt idx="9182">
                  <c:v>45728</c:v>
                </c:pt>
                <c:pt idx="9183">
                  <c:v>45729</c:v>
                </c:pt>
                <c:pt idx="9184">
                  <c:v>45730</c:v>
                </c:pt>
                <c:pt idx="9185">
                  <c:v>45733</c:v>
                </c:pt>
                <c:pt idx="9186">
                  <c:v>45734</c:v>
                </c:pt>
                <c:pt idx="9187">
                  <c:v>45735</c:v>
                </c:pt>
                <c:pt idx="9188">
                  <c:v>45736</c:v>
                </c:pt>
                <c:pt idx="9189">
                  <c:v>45737</c:v>
                </c:pt>
                <c:pt idx="9190">
                  <c:v>45740</c:v>
                </c:pt>
                <c:pt idx="9191">
                  <c:v>45741</c:v>
                </c:pt>
                <c:pt idx="9192">
                  <c:v>45742</c:v>
                </c:pt>
                <c:pt idx="9193">
                  <c:v>45743</c:v>
                </c:pt>
                <c:pt idx="9194">
                  <c:v>45744</c:v>
                </c:pt>
                <c:pt idx="9195">
                  <c:v>45747</c:v>
                </c:pt>
                <c:pt idx="9196">
                  <c:v>45748</c:v>
                </c:pt>
                <c:pt idx="9197">
                  <c:v>45749</c:v>
                </c:pt>
                <c:pt idx="9198">
                  <c:v>45750</c:v>
                </c:pt>
                <c:pt idx="9199">
                  <c:v>45751</c:v>
                </c:pt>
                <c:pt idx="9200">
                  <c:v>45754</c:v>
                </c:pt>
                <c:pt idx="9201">
                  <c:v>45755</c:v>
                </c:pt>
                <c:pt idx="9202">
                  <c:v>45756</c:v>
                </c:pt>
                <c:pt idx="9203">
                  <c:v>45757</c:v>
                </c:pt>
                <c:pt idx="9204">
                  <c:v>45758</c:v>
                </c:pt>
                <c:pt idx="9205">
                  <c:v>45761</c:v>
                </c:pt>
                <c:pt idx="9206">
                  <c:v>45762</c:v>
                </c:pt>
                <c:pt idx="9207">
                  <c:v>45763</c:v>
                </c:pt>
                <c:pt idx="9208">
                  <c:v>45764</c:v>
                </c:pt>
                <c:pt idx="9209">
                  <c:v>45765</c:v>
                </c:pt>
                <c:pt idx="9210">
                  <c:v>45768</c:v>
                </c:pt>
                <c:pt idx="9211">
                  <c:v>45769</c:v>
                </c:pt>
                <c:pt idx="9212">
                  <c:v>45770</c:v>
                </c:pt>
                <c:pt idx="9213">
                  <c:v>45771</c:v>
                </c:pt>
                <c:pt idx="9214">
                  <c:v>45772</c:v>
                </c:pt>
                <c:pt idx="9215">
                  <c:v>45775</c:v>
                </c:pt>
                <c:pt idx="9216">
                  <c:v>45776</c:v>
                </c:pt>
                <c:pt idx="9217">
                  <c:v>45777</c:v>
                </c:pt>
                <c:pt idx="9218">
                  <c:v>45778</c:v>
                </c:pt>
                <c:pt idx="9219">
                  <c:v>45779</c:v>
                </c:pt>
                <c:pt idx="9220">
                  <c:v>45782</c:v>
                </c:pt>
                <c:pt idx="9221">
                  <c:v>45783</c:v>
                </c:pt>
                <c:pt idx="9222">
                  <c:v>45784</c:v>
                </c:pt>
                <c:pt idx="9223">
                  <c:v>45785</c:v>
                </c:pt>
                <c:pt idx="9224">
                  <c:v>45786</c:v>
                </c:pt>
                <c:pt idx="9225">
                  <c:v>45789</c:v>
                </c:pt>
                <c:pt idx="9226">
                  <c:v>45790</c:v>
                </c:pt>
                <c:pt idx="9227">
                  <c:v>45791</c:v>
                </c:pt>
                <c:pt idx="9228">
                  <c:v>45792</c:v>
                </c:pt>
                <c:pt idx="9229">
                  <c:v>45793</c:v>
                </c:pt>
                <c:pt idx="9230">
                  <c:v>45796</c:v>
                </c:pt>
                <c:pt idx="9231">
                  <c:v>45797</c:v>
                </c:pt>
                <c:pt idx="9232">
                  <c:v>45798</c:v>
                </c:pt>
                <c:pt idx="9233">
                  <c:v>45799</c:v>
                </c:pt>
                <c:pt idx="9234">
                  <c:v>45800</c:v>
                </c:pt>
                <c:pt idx="9235">
                  <c:v>45803</c:v>
                </c:pt>
                <c:pt idx="9236">
                  <c:v>45804</c:v>
                </c:pt>
                <c:pt idx="9237">
                  <c:v>45805</c:v>
                </c:pt>
                <c:pt idx="9238">
                  <c:v>45806</c:v>
                </c:pt>
                <c:pt idx="9239">
                  <c:v>45807</c:v>
                </c:pt>
                <c:pt idx="9240">
                  <c:v>45810</c:v>
                </c:pt>
                <c:pt idx="9241">
                  <c:v>45811</c:v>
                </c:pt>
                <c:pt idx="9242">
                  <c:v>45812</c:v>
                </c:pt>
                <c:pt idx="9243">
                  <c:v>45813</c:v>
                </c:pt>
                <c:pt idx="9244">
                  <c:v>45814</c:v>
                </c:pt>
                <c:pt idx="9245">
                  <c:v>45817</c:v>
                </c:pt>
                <c:pt idx="9246">
                  <c:v>45818</c:v>
                </c:pt>
                <c:pt idx="9247">
                  <c:v>45819</c:v>
                </c:pt>
                <c:pt idx="9248">
                  <c:v>45820</c:v>
                </c:pt>
                <c:pt idx="9249">
                  <c:v>45821</c:v>
                </c:pt>
                <c:pt idx="9250">
                  <c:v>45824</c:v>
                </c:pt>
                <c:pt idx="9251">
                  <c:v>45825</c:v>
                </c:pt>
                <c:pt idx="9252">
                  <c:v>45826</c:v>
                </c:pt>
                <c:pt idx="9253">
                  <c:v>45827</c:v>
                </c:pt>
                <c:pt idx="9254">
                  <c:v>45828</c:v>
                </c:pt>
                <c:pt idx="9255">
                  <c:v>45831</c:v>
                </c:pt>
                <c:pt idx="9256">
                  <c:v>45832</c:v>
                </c:pt>
                <c:pt idx="9257">
                  <c:v>45833</c:v>
                </c:pt>
                <c:pt idx="9258">
                  <c:v>45834</c:v>
                </c:pt>
                <c:pt idx="9259">
                  <c:v>45835</c:v>
                </c:pt>
                <c:pt idx="9260">
                  <c:v>45838</c:v>
                </c:pt>
                <c:pt idx="9261">
                  <c:v>45839</c:v>
                </c:pt>
                <c:pt idx="9262">
                  <c:v>45840</c:v>
                </c:pt>
                <c:pt idx="9263">
                  <c:v>45841</c:v>
                </c:pt>
                <c:pt idx="9264">
                  <c:v>45842</c:v>
                </c:pt>
                <c:pt idx="9265">
                  <c:v>45845</c:v>
                </c:pt>
                <c:pt idx="9266">
                  <c:v>45846</c:v>
                </c:pt>
                <c:pt idx="9267">
                  <c:v>45847</c:v>
                </c:pt>
                <c:pt idx="9268">
                  <c:v>45848</c:v>
                </c:pt>
                <c:pt idx="9269">
                  <c:v>45849</c:v>
                </c:pt>
                <c:pt idx="9270">
                  <c:v>45852</c:v>
                </c:pt>
                <c:pt idx="9271">
                  <c:v>45853</c:v>
                </c:pt>
                <c:pt idx="9272">
                  <c:v>45854</c:v>
                </c:pt>
                <c:pt idx="9273">
                  <c:v>45855</c:v>
                </c:pt>
                <c:pt idx="9274">
                  <c:v>45856</c:v>
                </c:pt>
                <c:pt idx="9275">
                  <c:v>45859</c:v>
                </c:pt>
                <c:pt idx="9276">
                  <c:v>45860</c:v>
                </c:pt>
                <c:pt idx="9277">
                  <c:v>45861</c:v>
                </c:pt>
                <c:pt idx="9278">
                  <c:v>45862</c:v>
                </c:pt>
                <c:pt idx="9279">
                  <c:v>45863</c:v>
                </c:pt>
                <c:pt idx="9280">
                  <c:v>45866</c:v>
                </c:pt>
                <c:pt idx="9281">
                  <c:v>45867</c:v>
                </c:pt>
                <c:pt idx="9282">
                  <c:v>45868</c:v>
                </c:pt>
                <c:pt idx="9283">
                  <c:v>45869</c:v>
                </c:pt>
                <c:pt idx="9284">
                  <c:v>45870</c:v>
                </c:pt>
                <c:pt idx="9285">
                  <c:v>45873</c:v>
                </c:pt>
                <c:pt idx="9286">
                  <c:v>45874</c:v>
                </c:pt>
                <c:pt idx="9287">
                  <c:v>45875</c:v>
                </c:pt>
                <c:pt idx="9288">
                  <c:v>45876</c:v>
                </c:pt>
                <c:pt idx="9289">
                  <c:v>45877</c:v>
                </c:pt>
                <c:pt idx="9290">
                  <c:v>45880</c:v>
                </c:pt>
                <c:pt idx="9291">
                  <c:v>45881</c:v>
                </c:pt>
                <c:pt idx="9292">
                  <c:v>45882</c:v>
                </c:pt>
                <c:pt idx="9293">
                  <c:v>45883</c:v>
                </c:pt>
                <c:pt idx="9294">
                  <c:v>45884</c:v>
                </c:pt>
                <c:pt idx="9295">
                  <c:v>45887</c:v>
                </c:pt>
                <c:pt idx="9296">
                  <c:v>45888</c:v>
                </c:pt>
                <c:pt idx="9297">
                  <c:v>45889</c:v>
                </c:pt>
                <c:pt idx="9298">
                  <c:v>45890</c:v>
                </c:pt>
                <c:pt idx="9299">
                  <c:v>45891</c:v>
                </c:pt>
                <c:pt idx="9300">
                  <c:v>45894</c:v>
                </c:pt>
                <c:pt idx="9301">
                  <c:v>45895</c:v>
                </c:pt>
                <c:pt idx="9302">
                  <c:v>45896</c:v>
                </c:pt>
                <c:pt idx="9303">
                  <c:v>45897</c:v>
                </c:pt>
                <c:pt idx="9304">
                  <c:v>45898</c:v>
                </c:pt>
                <c:pt idx="9305">
                  <c:v>45901</c:v>
                </c:pt>
                <c:pt idx="9306">
                  <c:v>45902</c:v>
                </c:pt>
                <c:pt idx="9307">
                  <c:v>45903</c:v>
                </c:pt>
                <c:pt idx="9308">
                  <c:v>45904</c:v>
                </c:pt>
                <c:pt idx="9309">
                  <c:v>45905</c:v>
                </c:pt>
                <c:pt idx="9310">
                  <c:v>45908</c:v>
                </c:pt>
                <c:pt idx="9311">
                  <c:v>45909</c:v>
                </c:pt>
                <c:pt idx="9312">
                  <c:v>45910</c:v>
                </c:pt>
                <c:pt idx="9313">
                  <c:v>45911</c:v>
                </c:pt>
                <c:pt idx="9314">
                  <c:v>45912</c:v>
                </c:pt>
                <c:pt idx="9315">
                  <c:v>45915</c:v>
                </c:pt>
                <c:pt idx="9316">
                  <c:v>45916</c:v>
                </c:pt>
                <c:pt idx="9317">
                  <c:v>45917</c:v>
                </c:pt>
                <c:pt idx="9318">
                  <c:v>45918</c:v>
                </c:pt>
                <c:pt idx="9319">
                  <c:v>45919</c:v>
                </c:pt>
                <c:pt idx="9320">
                  <c:v>45922</c:v>
                </c:pt>
                <c:pt idx="9321">
                  <c:v>45923</c:v>
                </c:pt>
                <c:pt idx="9322">
                  <c:v>45924</c:v>
                </c:pt>
                <c:pt idx="9323">
                  <c:v>45925</c:v>
                </c:pt>
                <c:pt idx="9324">
                  <c:v>45926</c:v>
                </c:pt>
                <c:pt idx="9325">
                  <c:v>45929</c:v>
                </c:pt>
                <c:pt idx="9326">
                  <c:v>45930</c:v>
                </c:pt>
                <c:pt idx="9327">
                  <c:v>45931</c:v>
                </c:pt>
                <c:pt idx="9328">
                  <c:v>45932</c:v>
                </c:pt>
                <c:pt idx="9329">
                  <c:v>45933</c:v>
                </c:pt>
                <c:pt idx="9330">
                  <c:v>45936</c:v>
                </c:pt>
                <c:pt idx="9331">
                  <c:v>45937</c:v>
                </c:pt>
                <c:pt idx="9332">
                  <c:v>45938</c:v>
                </c:pt>
                <c:pt idx="9333">
                  <c:v>45939</c:v>
                </c:pt>
                <c:pt idx="9334">
                  <c:v>45940</c:v>
                </c:pt>
                <c:pt idx="9335">
                  <c:v>45943</c:v>
                </c:pt>
                <c:pt idx="9336">
                  <c:v>45944</c:v>
                </c:pt>
                <c:pt idx="9337">
                  <c:v>45945</c:v>
                </c:pt>
                <c:pt idx="9338">
                  <c:v>45946</c:v>
                </c:pt>
                <c:pt idx="9339">
                  <c:v>45947</c:v>
                </c:pt>
                <c:pt idx="9340">
                  <c:v>45950</c:v>
                </c:pt>
                <c:pt idx="9341">
                  <c:v>45951</c:v>
                </c:pt>
                <c:pt idx="9342">
                  <c:v>45952</c:v>
                </c:pt>
                <c:pt idx="9343">
                  <c:v>45953</c:v>
                </c:pt>
                <c:pt idx="9344">
                  <c:v>45954</c:v>
                </c:pt>
                <c:pt idx="9345">
                  <c:v>45957</c:v>
                </c:pt>
                <c:pt idx="9346">
                  <c:v>45958</c:v>
                </c:pt>
                <c:pt idx="9347">
                  <c:v>45959</c:v>
                </c:pt>
                <c:pt idx="9348">
                  <c:v>45960</c:v>
                </c:pt>
                <c:pt idx="9349">
                  <c:v>45961</c:v>
                </c:pt>
                <c:pt idx="9350">
                  <c:v>45964</c:v>
                </c:pt>
                <c:pt idx="9351">
                  <c:v>45965</c:v>
                </c:pt>
                <c:pt idx="9352">
                  <c:v>45966</c:v>
                </c:pt>
                <c:pt idx="9353">
                  <c:v>45967</c:v>
                </c:pt>
                <c:pt idx="9354">
                  <c:v>45968</c:v>
                </c:pt>
                <c:pt idx="9355">
                  <c:v>45971</c:v>
                </c:pt>
                <c:pt idx="9356">
                  <c:v>45972</c:v>
                </c:pt>
                <c:pt idx="9357">
                  <c:v>45973</c:v>
                </c:pt>
                <c:pt idx="9358">
                  <c:v>45974</c:v>
                </c:pt>
                <c:pt idx="9359">
                  <c:v>45975</c:v>
                </c:pt>
                <c:pt idx="9360">
                  <c:v>45978</c:v>
                </c:pt>
                <c:pt idx="9361">
                  <c:v>45979</c:v>
                </c:pt>
                <c:pt idx="9362">
                  <c:v>45980</c:v>
                </c:pt>
                <c:pt idx="9363">
                  <c:v>45981</c:v>
                </c:pt>
                <c:pt idx="9364">
                  <c:v>45982</c:v>
                </c:pt>
                <c:pt idx="9365">
                  <c:v>45985</c:v>
                </c:pt>
                <c:pt idx="9366">
                  <c:v>45986</c:v>
                </c:pt>
                <c:pt idx="9367">
                  <c:v>45987</c:v>
                </c:pt>
                <c:pt idx="9368">
                  <c:v>45988</c:v>
                </c:pt>
                <c:pt idx="9369">
                  <c:v>45989</c:v>
                </c:pt>
                <c:pt idx="9370">
                  <c:v>45992</c:v>
                </c:pt>
                <c:pt idx="9371">
                  <c:v>45993</c:v>
                </c:pt>
                <c:pt idx="9372">
                  <c:v>45994</c:v>
                </c:pt>
                <c:pt idx="9373">
                  <c:v>45995</c:v>
                </c:pt>
                <c:pt idx="9374">
                  <c:v>45996</c:v>
                </c:pt>
                <c:pt idx="9375">
                  <c:v>45999</c:v>
                </c:pt>
                <c:pt idx="9376">
                  <c:v>46000</c:v>
                </c:pt>
                <c:pt idx="9377">
                  <c:v>46001</c:v>
                </c:pt>
                <c:pt idx="9378">
                  <c:v>46002</c:v>
                </c:pt>
                <c:pt idx="9379">
                  <c:v>46003</c:v>
                </c:pt>
                <c:pt idx="9380">
                  <c:v>46006</c:v>
                </c:pt>
                <c:pt idx="9381">
                  <c:v>46007</c:v>
                </c:pt>
                <c:pt idx="9382">
                  <c:v>46008</c:v>
                </c:pt>
                <c:pt idx="9383">
                  <c:v>46009</c:v>
                </c:pt>
                <c:pt idx="9384">
                  <c:v>46010</c:v>
                </c:pt>
                <c:pt idx="9385">
                  <c:v>46013</c:v>
                </c:pt>
                <c:pt idx="9386">
                  <c:v>46014</c:v>
                </c:pt>
                <c:pt idx="9387">
                  <c:v>46015</c:v>
                </c:pt>
                <c:pt idx="9388">
                  <c:v>46016</c:v>
                </c:pt>
                <c:pt idx="9389">
                  <c:v>46017</c:v>
                </c:pt>
                <c:pt idx="9390">
                  <c:v>46020</c:v>
                </c:pt>
                <c:pt idx="9391">
                  <c:v>46021</c:v>
                </c:pt>
                <c:pt idx="9392">
                  <c:v>46022</c:v>
                </c:pt>
                <c:pt idx="9393">
                  <c:v>46023</c:v>
                </c:pt>
                <c:pt idx="9394">
                  <c:v>46024</c:v>
                </c:pt>
                <c:pt idx="9395">
                  <c:v>46027</c:v>
                </c:pt>
                <c:pt idx="9396">
                  <c:v>46028</c:v>
                </c:pt>
                <c:pt idx="9397">
                  <c:v>46029</c:v>
                </c:pt>
                <c:pt idx="9398">
                  <c:v>46030</c:v>
                </c:pt>
                <c:pt idx="9399">
                  <c:v>46031</c:v>
                </c:pt>
                <c:pt idx="9400">
                  <c:v>46034</c:v>
                </c:pt>
                <c:pt idx="9401">
                  <c:v>46035</c:v>
                </c:pt>
                <c:pt idx="9402">
                  <c:v>46036</c:v>
                </c:pt>
                <c:pt idx="9403">
                  <c:v>46037</c:v>
                </c:pt>
                <c:pt idx="9404">
                  <c:v>46038</c:v>
                </c:pt>
                <c:pt idx="9405">
                  <c:v>46041</c:v>
                </c:pt>
                <c:pt idx="9406">
                  <c:v>46042</c:v>
                </c:pt>
                <c:pt idx="9407">
                  <c:v>46043</c:v>
                </c:pt>
                <c:pt idx="9408">
                  <c:v>46044</c:v>
                </c:pt>
                <c:pt idx="9409">
                  <c:v>46045</c:v>
                </c:pt>
                <c:pt idx="9410">
                  <c:v>46048</c:v>
                </c:pt>
                <c:pt idx="9411">
                  <c:v>46049</c:v>
                </c:pt>
                <c:pt idx="9412">
                  <c:v>46050</c:v>
                </c:pt>
                <c:pt idx="9413">
                  <c:v>46051</c:v>
                </c:pt>
                <c:pt idx="9414">
                  <c:v>46052</c:v>
                </c:pt>
                <c:pt idx="9415">
                  <c:v>46055</c:v>
                </c:pt>
                <c:pt idx="9416">
                  <c:v>46056</c:v>
                </c:pt>
                <c:pt idx="9417">
                  <c:v>46057</c:v>
                </c:pt>
                <c:pt idx="9418">
                  <c:v>46058</c:v>
                </c:pt>
                <c:pt idx="9419">
                  <c:v>46059</c:v>
                </c:pt>
                <c:pt idx="9420">
                  <c:v>46062</c:v>
                </c:pt>
                <c:pt idx="9421">
                  <c:v>46063</c:v>
                </c:pt>
                <c:pt idx="9422">
                  <c:v>46064</c:v>
                </c:pt>
                <c:pt idx="9423">
                  <c:v>46065</c:v>
                </c:pt>
                <c:pt idx="9424">
                  <c:v>46066</c:v>
                </c:pt>
                <c:pt idx="9425">
                  <c:v>46069</c:v>
                </c:pt>
                <c:pt idx="9426">
                  <c:v>46070</c:v>
                </c:pt>
                <c:pt idx="9427">
                  <c:v>46071</c:v>
                </c:pt>
                <c:pt idx="9428">
                  <c:v>46072</c:v>
                </c:pt>
                <c:pt idx="9429">
                  <c:v>46073</c:v>
                </c:pt>
                <c:pt idx="9430">
                  <c:v>46076</c:v>
                </c:pt>
                <c:pt idx="9431">
                  <c:v>46077</c:v>
                </c:pt>
                <c:pt idx="9432">
                  <c:v>46078</c:v>
                </c:pt>
                <c:pt idx="9433">
                  <c:v>46079</c:v>
                </c:pt>
                <c:pt idx="9434">
                  <c:v>46080</c:v>
                </c:pt>
                <c:pt idx="9435">
                  <c:v>46083</c:v>
                </c:pt>
                <c:pt idx="9436">
                  <c:v>46084</c:v>
                </c:pt>
                <c:pt idx="9437">
                  <c:v>46085</c:v>
                </c:pt>
                <c:pt idx="9438">
                  <c:v>46086</c:v>
                </c:pt>
                <c:pt idx="9439">
                  <c:v>46087</c:v>
                </c:pt>
                <c:pt idx="9440">
                  <c:v>46090</c:v>
                </c:pt>
                <c:pt idx="9441">
                  <c:v>46091</c:v>
                </c:pt>
                <c:pt idx="9442">
                  <c:v>46092</c:v>
                </c:pt>
                <c:pt idx="9443">
                  <c:v>46093</c:v>
                </c:pt>
                <c:pt idx="9444">
                  <c:v>46094</c:v>
                </c:pt>
                <c:pt idx="9445">
                  <c:v>46097</c:v>
                </c:pt>
                <c:pt idx="9446">
                  <c:v>46098</c:v>
                </c:pt>
                <c:pt idx="9447">
                  <c:v>46099</c:v>
                </c:pt>
                <c:pt idx="9448">
                  <c:v>46100</c:v>
                </c:pt>
                <c:pt idx="9449">
                  <c:v>46101</c:v>
                </c:pt>
                <c:pt idx="9450">
                  <c:v>46104</c:v>
                </c:pt>
                <c:pt idx="9451">
                  <c:v>46105</c:v>
                </c:pt>
                <c:pt idx="9452">
                  <c:v>46106</c:v>
                </c:pt>
                <c:pt idx="9453">
                  <c:v>46107</c:v>
                </c:pt>
                <c:pt idx="9454">
                  <c:v>46108</c:v>
                </c:pt>
                <c:pt idx="9455">
                  <c:v>46111</c:v>
                </c:pt>
                <c:pt idx="9456">
                  <c:v>46112</c:v>
                </c:pt>
                <c:pt idx="9457">
                  <c:v>46113</c:v>
                </c:pt>
                <c:pt idx="9458">
                  <c:v>46114</c:v>
                </c:pt>
                <c:pt idx="9459">
                  <c:v>46115</c:v>
                </c:pt>
                <c:pt idx="9460">
                  <c:v>46118</c:v>
                </c:pt>
                <c:pt idx="9461">
                  <c:v>46119</c:v>
                </c:pt>
                <c:pt idx="9462">
                  <c:v>46120</c:v>
                </c:pt>
                <c:pt idx="9463">
                  <c:v>46121</c:v>
                </c:pt>
                <c:pt idx="9464">
                  <c:v>46122</c:v>
                </c:pt>
                <c:pt idx="9465">
                  <c:v>46125</c:v>
                </c:pt>
                <c:pt idx="9466">
                  <c:v>46126</c:v>
                </c:pt>
                <c:pt idx="9467">
                  <c:v>46127</c:v>
                </c:pt>
                <c:pt idx="9468">
                  <c:v>46128</c:v>
                </c:pt>
                <c:pt idx="9469">
                  <c:v>46129</c:v>
                </c:pt>
                <c:pt idx="9470">
                  <c:v>46132</c:v>
                </c:pt>
                <c:pt idx="9471">
                  <c:v>46133</c:v>
                </c:pt>
                <c:pt idx="9472">
                  <c:v>46134</c:v>
                </c:pt>
                <c:pt idx="9473">
                  <c:v>46135</c:v>
                </c:pt>
                <c:pt idx="9474">
                  <c:v>46136</c:v>
                </c:pt>
                <c:pt idx="9475">
                  <c:v>46139</c:v>
                </c:pt>
                <c:pt idx="9476">
                  <c:v>46140</c:v>
                </c:pt>
                <c:pt idx="9477">
                  <c:v>46141</c:v>
                </c:pt>
                <c:pt idx="9478">
                  <c:v>46142</c:v>
                </c:pt>
                <c:pt idx="9479">
                  <c:v>46143</c:v>
                </c:pt>
                <c:pt idx="9480">
                  <c:v>46146</c:v>
                </c:pt>
                <c:pt idx="9481">
                  <c:v>46147</c:v>
                </c:pt>
                <c:pt idx="9482">
                  <c:v>46148</c:v>
                </c:pt>
                <c:pt idx="9483">
                  <c:v>46149</c:v>
                </c:pt>
                <c:pt idx="9484">
                  <c:v>46150</c:v>
                </c:pt>
                <c:pt idx="9485">
                  <c:v>46153</c:v>
                </c:pt>
                <c:pt idx="9486">
                  <c:v>46154</c:v>
                </c:pt>
                <c:pt idx="9487">
                  <c:v>46155</c:v>
                </c:pt>
                <c:pt idx="9488">
                  <c:v>46156</c:v>
                </c:pt>
                <c:pt idx="9489">
                  <c:v>46157</c:v>
                </c:pt>
                <c:pt idx="9490">
                  <c:v>46160</c:v>
                </c:pt>
                <c:pt idx="9491">
                  <c:v>46161</c:v>
                </c:pt>
                <c:pt idx="9492">
                  <c:v>46162</c:v>
                </c:pt>
                <c:pt idx="9493">
                  <c:v>46163</c:v>
                </c:pt>
                <c:pt idx="9494">
                  <c:v>46164</c:v>
                </c:pt>
                <c:pt idx="9495">
                  <c:v>46167</c:v>
                </c:pt>
                <c:pt idx="9496">
                  <c:v>46168</c:v>
                </c:pt>
                <c:pt idx="9497">
                  <c:v>46169</c:v>
                </c:pt>
                <c:pt idx="9498">
                  <c:v>46170</c:v>
                </c:pt>
                <c:pt idx="9499">
                  <c:v>46171</c:v>
                </c:pt>
                <c:pt idx="9500">
                  <c:v>46174</c:v>
                </c:pt>
                <c:pt idx="9501">
                  <c:v>46175</c:v>
                </c:pt>
                <c:pt idx="9502">
                  <c:v>46176</c:v>
                </c:pt>
                <c:pt idx="9503">
                  <c:v>46177</c:v>
                </c:pt>
                <c:pt idx="9504">
                  <c:v>46178</c:v>
                </c:pt>
                <c:pt idx="9505">
                  <c:v>46181</c:v>
                </c:pt>
                <c:pt idx="9506">
                  <c:v>46182</c:v>
                </c:pt>
                <c:pt idx="9507">
                  <c:v>46183</c:v>
                </c:pt>
                <c:pt idx="9508">
                  <c:v>46184</c:v>
                </c:pt>
                <c:pt idx="9509">
                  <c:v>46185</c:v>
                </c:pt>
                <c:pt idx="9510">
                  <c:v>46188</c:v>
                </c:pt>
                <c:pt idx="9511">
                  <c:v>46189</c:v>
                </c:pt>
                <c:pt idx="9512">
                  <c:v>46190</c:v>
                </c:pt>
                <c:pt idx="9513">
                  <c:v>46191</c:v>
                </c:pt>
              </c:numCache>
            </c:numRef>
          </c:cat>
          <c:val>
            <c:numRef>
              <c:f>'DXY, bond yield, USDJPY spot'!$B$2612:$B$12125</c:f>
              <c:numCache>
                <c:formatCode>General</c:formatCode>
                <c:ptCount val="9514"/>
                <c:pt idx="0">
                  <c:v>93.16</c:v>
                </c:pt>
                <c:pt idx="1">
                  <c:v>94.25</c:v>
                </c:pt>
                <c:pt idx="2">
                  <c:v>94.45</c:v>
                </c:pt>
                <c:pt idx="3">
                  <c:v>92.54</c:v>
                </c:pt>
                <c:pt idx="4">
                  <c:v>93.06</c:v>
                </c:pt>
                <c:pt idx="5">
                  <c:v>92.05</c:v>
                </c:pt>
                <c:pt idx="6">
                  <c:v>92.36</c:v>
                </c:pt>
                <c:pt idx="7">
                  <c:v>92.5</c:v>
                </c:pt>
                <c:pt idx="8">
                  <c:v>92.44</c:v>
                </c:pt>
                <c:pt idx="9">
                  <c:v>92.56</c:v>
                </c:pt>
                <c:pt idx="10">
                  <c:v>92.95</c:v>
                </c:pt>
                <c:pt idx="11">
                  <c:v>92.87</c:v>
                </c:pt>
                <c:pt idx="12">
                  <c:v>92.77</c:v>
                </c:pt>
                <c:pt idx="13">
                  <c:v>93.78</c:v>
                </c:pt>
                <c:pt idx="14">
                  <c:v>93.76</c:v>
                </c:pt>
                <c:pt idx="15">
                  <c:v>94.36</c:v>
                </c:pt>
                <c:pt idx="16">
                  <c:v>93.05</c:v>
                </c:pt>
                <c:pt idx="17">
                  <c:v>92.87</c:v>
                </c:pt>
                <c:pt idx="18">
                  <c:v>92.57</c:v>
                </c:pt>
                <c:pt idx="19">
                  <c:v>92.53</c:v>
                </c:pt>
                <c:pt idx="20">
                  <c:v>91.99</c:v>
                </c:pt>
                <c:pt idx="21">
                  <c:v>92.91</c:v>
                </c:pt>
                <c:pt idx="22">
                  <c:v>92.55</c:v>
                </c:pt>
                <c:pt idx="23">
                  <c:v>92.18</c:v>
                </c:pt>
                <c:pt idx="24">
                  <c:v>92.44</c:v>
                </c:pt>
                <c:pt idx="25">
                  <c:v>91.49</c:v>
                </c:pt>
                <c:pt idx="26">
                  <c:v>91.45</c:v>
                </c:pt>
                <c:pt idx="27">
                  <c:v>91.68</c:v>
                </c:pt>
                <c:pt idx="28">
                  <c:v>91.92</c:v>
                </c:pt>
                <c:pt idx="29">
                  <c:v>91.94</c:v>
                </c:pt>
                <c:pt idx="30">
                  <c:v>92.11</c:v>
                </c:pt>
                <c:pt idx="31">
                  <c:v>92.21</c:v>
                </c:pt>
                <c:pt idx="32">
                  <c:v>92.25</c:v>
                </c:pt>
                <c:pt idx="33">
                  <c:v>92.89</c:v>
                </c:pt>
                <c:pt idx="34">
                  <c:v>92.07</c:v>
                </c:pt>
                <c:pt idx="35">
                  <c:v>92.07</c:v>
                </c:pt>
                <c:pt idx="36">
                  <c:v>91.78</c:v>
                </c:pt>
                <c:pt idx="37">
                  <c:v>91.88</c:v>
                </c:pt>
                <c:pt idx="38">
                  <c:v>91.84</c:v>
                </c:pt>
                <c:pt idx="39">
                  <c:v>92.2</c:v>
                </c:pt>
                <c:pt idx="40">
                  <c:v>92.71</c:v>
                </c:pt>
                <c:pt idx="41">
                  <c:v>92.83</c:v>
                </c:pt>
                <c:pt idx="42">
                  <c:v>93.39</c:v>
                </c:pt>
                <c:pt idx="43">
                  <c:v>93.96</c:v>
                </c:pt>
                <c:pt idx="44">
                  <c:v>94.15</c:v>
                </c:pt>
                <c:pt idx="45">
                  <c:v>93.36</c:v>
                </c:pt>
                <c:pt idx="46">
                  <c:v>93.59</c:v>
                </c:pt>
                <c:pt idx="47">
                  <c:v>93.37</c:v>
                </c:pt>
                <c:pt idx="48">
                  <c:v>93.62</c:v>
                </c:pt>
                <c:pt idx="49">
                  <c:v>93.89</c:v>
                </c:pt>
                <c:pt idx="50">
                  <c:v>94.43</c:v>
                </c:pt>
                <c:pt idx="51">
                  <c:v>94.28</c:v>
                </c:pt>
                <c:pt idx="52">
                  <c:v>94.2</c:v>
                </c:pt>
                <c:pt idx="53">
                  <c:v>93.74</c:v>
                </c:pt>
                <c:pt idx="54">
                  <c:v>93.82</c:v>
                </c:pt>
                <c:pt idx="55">
                  <c:v>93.49</c:v>
                </c:pt>
                <c:pt idx="56">
                  <c:v>94.3</c:v>
                </c:pt>
                <c:pt idx="57">
                  <c:v>94.57</c:v>
                </c:pt>
                <c:pt idx="58">
                  <c:v>94.19</c:v>
                </c:pt>
                <c:pt idx="59">
                  <c:v>94.39</c:v>
                </c:pt>
                <c:pt idx="60">
                  <c:v>94.36</c:v>
                </c:pt>
                <c:pt idx="61">
                  <c:v>94.55</c:v>
                </c:pt>
                <c:pt idx="62">
                  <c:v>94.47</c:v>
                </c:pt>
                <c:pt idx="63">
                  <c:v>93.58</c:v>
                </c:pt>
                <c:pt idx="64">
                  <c:v>93.77</c:v>
                </c:pt>
                <c:pt idx="65">
                  <c:v>94.1</c:v>
                </c:pt>
                <c:pt idx="66">
                  <c:v>93.99</c:v>
                </c:pt>
                <c:pt idx="67">
                  <c:v>94.01</c:v>
                </c:pt>
                <c:pt idx="68">
                  <c:v>93.85</c:v>
                </c:pt>
                <c:pt idx="69">
                  <c:v>93.7</c:v>
                </c:pt>
                <c:pt idx="70">
                  <c:v>93.64</c:v>
                </c:pt>
                <c:pt idx="71">
                  <c:v>92.97</c:v>
                </c:pt>
                <c:pt idx="72">
                  <c:v>92.87</c:v>
                </c:pt>
                <c:pt idx="73">
                  <c:v>92.91</c:v>
                </c:pt>
                <c:pt idx="74">
                  <c:v>92.91</c:v>
                </c:pt>
                <c:pt idx="75">
                  <c:v>93.35</c:v>
                </c:pt>
                <c:pt idx="76">
                  <c:v>93.31</c:v>
                </c:pt>
                <c:pt idx="77">
                  <c:v>92.94</c:v>
                </c:pt>
                <c:pt idx="78">
                  <c:v>93.08</c:v>
                </c:pt>
                <c:pt idx="79">
                  <c:v>93.39</c:v>
                </c:pt>
                <c:pt idx="80">
                  <c:v>93.8</c:v>
                </c:pt>
                <c:pt idx="81">
                  <c:v>93.83</c:v>
                </c:pt>
                <c:pt idx="82">
                  <c:v>93.08</c:v>
                </c:pt>
                <c:pt idx="83">
                  <c:v>93.17</c:v>
                </c:pt>
                <c:pt idx="84">
                  <c:v>93.08</c:v>
                </c:pt>
                <c:pt idx="85">
                  <c:v>93.08</c:v>
                </c:pt>
                <c:pt idx="86">
                  <c:v>93.14</c:v>
                </c:pt>
                <c:pt idx="87">
                  <c:v>93.21</c:v>
                </c:pt>
                <c:pt idx="88">
                  <c:v>93.16</c:v>
                </c:pt>
                <c:pt idx="89">
                  <c:v>92.43</c:v>
                </c:pt>
                <c:pt idx="90">
                  <c:v>92.04</c:v>
                </c:pt>
                <c:pt idx="91">
                  <c:v>92.01</c:v>
                </c:pt>
                <c:pt idx="92">
                  <c:v>91.16</c:v>
                </c:pt>
                <c:pt idx="93">
                  <c:v>91.03</c:v>
                </c:pt>
                <c:pt idx="94">
                  <c:v>91.06</c:v>
                </c:pt>
                <c:pt idx="95">
                  <c:v>91.11</c:v>
                </c:pt>
                <c:pt idx="96">
                  <c:v>91.15</c:v>
                </c:pt>
                <c:pt idx="97">
                  <c:v>91.24</c:v>
                </c:pt>
                <c:pt idx="98">
                  <c:v>91.25</c:v>
                </c:pt>
                <c:pt idx="99">
                  <c:v>91.38</c:v>
                </c:pt>
                <c:pt idx="100">
                  <c:v>91.94</c:v>
                </c:pt>
                <c:pt idx="101">
                  <c:v>91.97</c:v>
                </c:pt>
                <c:pt idx="102">
                  <c:v>92.07</c:v>
                </c:pt>
                <c:pt idx="103">
                  <c:v>92.41</c:v>
                </c:pt>
                <c:pt idx="104">
                  <c:v>92.17</c:v>
                </c:pt>
                <c:pt idx="105">
                  <c:v>92.17</c:v>
                </c:pt>
                <c:pt idx="106">
                  <c:v>91.98</c:v>
                </c:pt>
                <c:pt idx="107">
                  <c:v>92.33</c:v>
                </c:pt>
                <c:pt idx="108">
                  <c:v>92.93</c:v>
                </c:pt>
                <c:pt idx="109">
                  <c:v>92.99</c:v>
                </c:pt>
                <c:pt idx="110">
                  <c:v>92.68</c:v>
                </c:pt>
                <c:pt idx="111">
                  <c:v>92.59</c:v>
                </c:pt>
                <c:pt idx="112">
                  <c:v>92.61</c:v>
                </c:pt>
                <c:pt idx="113">
                  <c:v>92.8</c:v>
                </c:pt>
                <c:pt idx="114">
                  <c:v>93.08</c:v>
                </c:pt>
                <c:pt idx="115">
                  <c:v>92.93</c:v>
                </c:pt>
                <c:pt idx="116">
                  <c:v>92.94</c:v>
                </c:pt>
                <c:pt idx="117">
                  <c:v>92.54</c:v>
                </c:pt>
                <c:pt idx="118">
                  <c:v>92.73</c:v>
                </c:pt>
                <c:pt idx="119">
                  <c:v>92.59</c:v>
                </c:pt>
                <c:pt idx="120">
                  <c:v>92.02</c:v>
                </c:pt>
                <c:pt idx="121">
                  <c:v>91.91</c:v>
                </c:pt>
                <c:pt idx="122">
                  <c:v>92.06</c:v>
                </c:pt>
                <c:pt idx="123">
                  <c:v>92.11</c:v>
                </c:pt>
                <c:pt idx="124">
                  <c:v>91.97</c:v>
                </c:pt>
                <c:pt idx="125">
                  <c:v>92.1</c:v>
                </c:pt>
                <c:pt idx="126">
                  <c:v>91.46</c:v>
                </c:pt>
                <c:pt idx="127">
                  <c:v>91.53</c:v>
                </c:pt>
                <c:pt idx="128">
                  <c:v>91.68</c:v>
                </c:pt>
                <c:pt idx="129">
                  <c:v>91.15</c:v>
                </c:pt>
                <c:pt idx="130">
                  <c:v>90.51</c:v>
                </c:pt>
                <c:pt idx="131">
                  <c:v>90.43</c:v>
                </c:pt>
                <c:pt idx="132">
                  <c:v>90.43</c:v>
                </c:pt>
                <c:pt idx="133">
                  <c:v>90.41</c:v>
                </c:pt>
                <c:pt idx="134">
                  <c:v>90.5</c:v>
                </c:pt>
                <c:pt idx="135">
                  <c:v>90.27</c:v>
                </c:pt>
                <c:pt idx="136">
                  <c:v>89.58</c:v>
                </c:pt>
                <c:pt idx="137">
                  <c:v>90.18</c:v>
                </c:pt>
                <c:pt idx="138">
                  <c:v>89.38</c:v>
                </c:pt>
                <c:pt idx="139">
                  <c:v>90.06</c:v>
                </c:pt>
                <c:pt idx="140">
                  <c:v>90.19</c:v>
                </c:pt>
                <c:pt idx="141">
                  <c:v>89.69</c:v>
                </c:pt>
                <c:pt idx="142">
                  <c:v>89.84</c:v>
                </c:pt>
                <c:pt idx="143">
                  <c:v>89.66</c:v>
                </c:pt>
                <c:pt idx="144">
                  <c:v>89.54</c:v>
                </c:pt>
                <c:pt idx="145">
                  <c:v>88.93</c:v>
                </c:pt>
                <c:pt idx="146">
                  <c:v>88.99</c:v>
                </c:pt>
                <c:pt idx="147">
                  <c:v>89.15</c:v>
                </c:pt>
                <c:pt idx="148">
                  <c:v>89.14</c:v>
                </c:pt>
                <c:pt idx="149">
                  <c:v>88.44</c:v>
                </c:pt>
                <c:pt idx="150">
                  <c:v>88.13</c:v>
                </c:pt>
                <c:pt idx="151">
                  <c:v>87.2</c:v>
                </c:pt>
                <c:pt idx="152">
                  <c:v>87.42</c:v>
                </c:pt>
                <c:pt idx="153">
                  <c:v>87.73</c:v>
                </c:pt>
                <c:pt idx="154">
                  <c:v>87.54</c:v>
                </c:pt>
                <c:pt idx="155">
                  <c:v>87.12</c:v>
                </c:pt>
                <c:pt idx="156">
                  <c:v>87.52</c:v>
                </c:pt>
                <c:pt idx="157">
                  <c:v>87.59</c:v>
                </c:pt>
                <c:pt idx="158">
                  <c:v>87.69</c:v>
                </c:pt>
                <c:pt idx="159">
                  <c:v>87.59</c:v>
                </c:pt>
                <c:pt idx="160">
                  <c:v>87.01</c:v>
                </c:pt>
                <c:pt idx="161">
                  <c:v>86.37</c:v>
                </c:pt>
                <c:pt idx="162">
                  <c:v>86.3</c:v>
                </c:pt>
                <c:pt idx="163">
                  <c:v>85.87</c:v>
                </c:pt>
                <c:pt idx="164">
                  <c:v>85.62</c:v>
                </c:pt>
                <c:pt idx="165">
                  <c:v>86.18</c:v>
                </c:pt>
                <c:pt idx="166">
                  <c:v>86.17</c:v>
                </c:pt>
                <c:pt idx="167">
                  <c:v>85.97</c:v>
                </c:pt>
                <c:pt idx="168">
                  <c:v>85.12</c:v>
                </c:pt>
                <c:pt idx="169">
                  <c:v>85.66</c:v>
                </c:pt>
                <c:pt idx="170">
                  <c:v>85.3</c:v>
                </c:pt>
                <c:pt idx="171">
                  <c:v>85.4</c:v>
                </c:pt>
                <c:pt idx="172">
                  <c:v>85.57</c:v>
                </c:pt>
                <c:pt idx="173">
                  <c:v>85.92</c:v>
                </c:pt>
                <c:pt idx="174">
                  <c:v>86.58</c:v>
                </c:pt>
                <c:pt idx="175">
                  <c:v>86.58</c:v>
                </c:pt>
                <c:pt idx="176">
                  <c:v>86.85</c:v>
                </c:pt>
                <c:pt idx="177">
                  <c:v>85.72</c:v>
                </c:pt>
                <c:pt idx="178">
                  <c:v>85.47</c:v>
                </c:pt>
                <c:pt idx="179">
                  <c:v>86.05</c:v>
                </c:pt>
                <c:pt idx="180">
                  <c:v>86.68</c:v>
                </c:pt>
                <c:pt idx="181">
                  <c:v>86.9</c:v>
                </c:pt>
                <c:pt idx="182">
                  <c:v>86.94</c:v>
                </c:pt>
                <c:pt idx="183">
                  <c:v>85.79</c:v>
                </c:pt>
                <c:pt idx="184">
                  <c:v>85.72</c:v>
                </c:pt>
                <c:pt idx="185">
                  <c:v>84.92</c:v>
                </c:pt>
                <c:pt idx="186">
                  <c:v>85.24</c:v>
                </c:pt>
                <c:pt idx="187">
                  <c:v>85.98</c:v>
                </c:pt>
                <c:pt idx="188">
                  <c:v>86.22</c:v>
                </c:pt>
                <c:pt idx="189">
                  <c:v>86.31</c:v>
                </c:pt>
                <c:pt idx="190">
                  <c:v>85.48</c:v>
                </c:pt>
                <c:pt idx="191">
                  <c:v>85.96</c:v>
                </c:pt>
                <c:pt idx="192">
                  <c:v>85.75</c:v>
                </c:pt>
                <c:pt idx="193">
                  <c:v>85.72</c:v>
                </c:pt>
                <c:pt idx="194">
                  <c:v>85.91</c:v>
                </c:pt>
                <c:pt idx="195">
                  <c:v>85.43</c:v>
                </c:pt>
                <c:pt idx="196">
                  <c:v>85.1</c:v>
                </c:pt>
                <c:pt idx="197">
                  <c:v>84.71</c:v>
                </c:pt>
                <c:pt idx="198">
                  <c:v>84.13</c:v>
                </c:pt>
                <c:pt idx="199">
                  <c:v>84.24</c:v>
                </c:pt>
                <c:pt idx="200">
                  <c:v>83.57</c:v>
                </c:pt>
                <c:pt idx="201">
                  <c:v>83.21</c:v>
                </c:pt>
                <c:pt idx="202">
                  <c:v>83.29</c:v>
                </c:pt>
                <c:pt idx="203">
                  <c:v>82.79</c:v>
                </c:pt>
                <c:pt idx="204">
                  <c:v>83.16</c:v>
                </c:pt>
                <c:pt idx="205">
                  <c:v>83.25</c:v>
                </c:pt>
                <c:pt idx="206">
                  <c:v>82.59</c:v>
                </c:pt>
                <c:pt idx="207">
                  <c:v>82.56</c:v>
                </c:pt>
                <c:pt idx="208">
                  <c:v>81.96</c:v>
                </c:pt>
                <c:pt idx="209">
                  <c:v>82.3</c:v>
                </c:pt>
                <c:pt idx="210">
                  <c:v>82.96</c:v>
                </c:pt>
                <c:pt idx="211">
                  <c:v>83.16</c:v>
                </c:pt>
                <c:pt idx="212">
                  <c:v>82.48</c:v>
                </c:pt>
                <c:pt idx="213">
                  <c:v>83.04</c:v>
                </c:pt>
                <c:pt idx="214">
                  <c:v>82.88</c:v>
                </c:pt>
                <c:pt idx="215">
                  <c:v>83.24</c:v>
                </c:pt>
                <c:pt idx="216">
                  <c:v>82.99</c:v>
                </c:pt>
                <c:pt idx="217">
                  <c:v>83.27</c:v>
                </c:pt>
                <c:pt idx="218">
                  <c:v>82.82</c:v>
                </c:pt>
                <c:pt idx="219">
                  <c:v>82.22</c:v>
                </c:pt>
                <c:pt idx="220">
                  <c:v>81.709999999999994</c:v>
                </c:pt>
                <c:pt idx="221">
                  <c:v>82.11</c:v>
                </c:pt>
                <c:pt idx="222">
                  <c:v>82.04</c:v>
                </c:pt>
                <c:pt idx="223">
                  <c:v>82.32</c:v>
                </c:pt>
                <c:pt idx="224">
                  <c:v>82.12</c:v>
                </c:pt>
                <c:pt idx="225">
                  <c:v>81.709999999999994</c:v>
                </c:pt>
                <c:pt idx="226">
                  <c:v>81.849999999999994</c:v>
                </c:pt>
                <c:pt idx="227">
                  <c:v>81.63</c:v>
                </c:pt>
                <c:pt idx="228">
                  <c:v>81.84</c:v>
                </c:pt>
                <c:pt idx="229">
                  <c:v>81.59</c:v>
                </c:pt>
                <c:pt idx="230">
                  <c:v>81.540000000000006</c:v>
                </c:pt>
                <c:pt idx="231">
                  <c:v>81.63</c:v>
                </c:pt>
                <c:pt idx="232">
                  <c:v>81.510000000000005</c:v>
                </c:pt>
                <c:pt idx="233">
                  <c:v>81.510000000000005</c:v>
                </c:pt>
                <c:pt idx="234">
                  <c:v>81.86</c:v>
                </c:pt>
                <c:pt idx="235">
                  <c:v>82.1</c:v>
                </c:pt>
                <c:pt idx="236">
                  <c:v>81.709999999999994</c:v>
                </c:pt>
                <c:pt idx="237">
                  <c:v>82.23</c:v>
                </c:pt>
                <c:pt idx="238">
                  <c:v>83.21</c:v>
                </c:pt>
                <c:pt idx="239">
                  <c:v>82.94</c:v>
                </c:pt>
                <c:pt idx="240">
                  <c:v>83.82</c:v>
                </c:pt>
                <c:pt idx="241">
                  <c:v>83.23</c:v>
                </c:pt>
                <c:pt idx="242">
                  <c:v>83.21</c:v>
                </c:pt>
                <c:pt idx="243">
                  <c:v>82.71</c:v>
                </c:pt>
                <c:pt idx="244">
                  <c:v>81.93</c:v>
                </c:pt>
                <c:pt idx="245">
                  <c:v>82.1</c:v>
                </c:pt>
                <c:pt idx="246">
                  <c:v>82.33</c:v>
                </c:pt>
                <c:pt idx="247">
                  <c:v>82.13</c:v>
                </c:pt>
                <c:pt idx="248">
                  <c:v>82.31</c:v>
                </c:pt>
                <c:pt idx="249">
                  <c:v>82.58</c:v>
                </c:pt>
                <c:pt idx="250">
                  <c:v>82.78</c:v>
                </c:pt>
                <c:pt idx="251">
                  <c:v>82.34</c:v>
                </c:pt>
                <c:pt idx="252">
                  <c:v>82.61</c:v>
                </c:pt>
                <c:pt idx="253">
                  <c:v>83.89</c:v>
                </c:pt>
                <c:pt idx="254">
                  <c:v>84.7</c:v>
                </c:pt>
                <c:pt idx="255">
                  <c:v>85.29</c:v>
                </c:pt>
                <c:pt idx="256">
                  <c:v>85.29</c:v>
                </c:pt>
                <c:pt idx="257">
                  <c:v>85.03</c:v>
                </c:pt>
                <c:pt idx="258">
                  <c:v>84.73</c:v>
                </c:pt>
                <c:pt idx="259">
                  <c:v>83.26</c:v>
                </c:pt>
                <c:pt idx="260">
                  <c:v>83.12</c:v>
                </c:pt>
                <c:pt idx="261">
                  <c:v>83.12</c:v>
                </c:pt>
                <c:pt idx="262">
                  <c:v>82.81</c:v>
                </c:pt>
                <c:pt idx="263">
                  <c:v>82.81</c:v>
                </c:pt>
                <c:pt idx="264">
                  <c:v>83.36</c:v>
                </c:pt>
                <c:pt idx="265">
                  <c:v>84.67</c:v>
                </c:pt>
                <c:pt idx="266">
                  <c:v>84.95</c:v>
                </c:pt>
                <c:pt idx="267">
                  <c:v>84.53</c:v>
                </c:pt>
                <c:pt idx="268">
                  <c:v>84.19</c:v>
                </c:pt>
                <c:pt idx="269">
                  <c:v>84.29</c:v>
                </c:pt>
                <c:pt idx="270">
                  <c:v>84.83</c:v>
                </c:pt>
                <c:pt idx="271">
                  <c:v>84.85</c:v>
                </c:pt>
                <c:pt idx="272">
                  <c:v>85.11</c:v>
                </c:pt>
                <c:pt idx="273">
                  <c:v>83.37</c:v>
                </c:pt>
                <c:pt idx="274">
                  <c:v>82.94</c:v>
                </c:pt>
                <c:pt idx="275">
                  <c:v>82.59</c:v>
                </c:pt>
                <c:pt idx="276">
                  <c:v>82.79</c:v>
                </c:pt>
                <c:pt idx="277">
                  <c:v>82.21</c:v>
                </c:pt>
                <c:pt idx="278">
                  <c:v>82.46</c:v>
                </c:pt>
                <c:pt idx="279">
                  <c:v>82.63</c:v>
                </c:pt>
                <c:pt idx="280">
                  <c:v>82.41</c:v>
                </c:pt>
                <c:pt idx="281">
                  <c:v>82.7</c:v>
                </c:pt>
                <c:pt idx="282">
                  <c:v>82.34</c:v>
                </c:pt>
                <c:pt idx="283">
                  <c:v>82</c:v>
                </c:pt>
                <c:pt idx="284">
                  <c:v>81.64</c:v>
                </c:pt>
                <c:pt idx="285">
                  <c:v>81.38</c:v>
                </c:pt>
                <c:pt idx="286">
                  <c:v>81.06</c:v>
                </c:pt>
                <c:pt idx="287">
                  <c:v>80.52</c:v>
                </c:pt>
                <c:pt idx="288">
                  <c:v>80.87</c:v>
                </c:pt>
                <c:pt idx="289">
                  <c:v>80.84</c:v>
                </c:pt>
                <c:pt idx="290">
                  <c:v>80.489999999999995</c:v>
                </c:pt>
                <c:pt idx="291">
                  <c:v>80.89</c:v>
                </c:pt>
                <c:pt idx="292">
                  <c:v>81.23</c:v>
                </c:pt>
                <c:pt idx="293">
                  <c:v>81.36</c:v>
                </c:pt>
                <c:pt idx="294">
                  <c:v>81.92</c:v>
                </c:pt>
                <c:pt idx="295">
                  <c:v>81.92</c:v>
                </c:pt>
                <c:pt idx="296">
                  <c:v>82.61</c:v>
                </c:pt>
                <c:pt idx="297">
                  <c:v>82.67</c:v>
                </c:pt>
                <c:pt idx="298">
                  <c:v>82.47</c:v>
                </c:pt>
                <c:pt idx="299">
                  <c:v>83.12</c:v>
                </c:pt>
                <c:pt idx="300">
                  <c:v>83.85</c:v>
                </c:pt>
                <c:pt idx="301">
                  <c:v>83.93</c:v>
                </c:pt>
                <c:pt idx="302">
                  <c:v>83.84</c:v>
                </c:pt>
                <c:pt idx="303">
                  <c:v>84.07</c:v>
                </c:pt>
                <c:pt idx="304">
                  <c:v>84.84</c:v>
                </c:pt>
                <c:pt idx="305">
                  <c:v>84.73</c:v>
                </c:pt>
                <c:pt idx="306">
                  <c:v>85.05</c:v>
                </c:pt>
                <c:pt idx="307">
                  <c:v>84.94</c:v>
                </c:pt>
                <c:pt idx="308">
                  <c:v>85.24</c:v>
                </c:pt>
                <c:pt idx="309">
                  <c:v>86.31</c:v>
                </c:pt>
                <c:pt idx="310">
                  <c:v>86.9</c:v>
                </c:pt>
                <c:pt idx="311">
                  <c:v>86.21</c:v>
                </c:pt>
                <c:pt idx="312">
                  <c:v>86.35</c:v>
                </c:pt>
                <c:pt idx="313">
                  <c:v>86.72</c:v>
                </c:pt>
                <c:pt idx="314">
                  <c:v>87.9</c:v>
                </c:pt>
                <c:pt idx="315">
                  <c:v>88.87</c:v>
                </c:pt>
                <c:pt idx="316">
                  <c:v>89.64</c:v>
                </c:pt>
                <c:pt idx="317">
                  <c:v>89.41</c:v>
                </c:pt>
                <c:pt idx="318">
                  <c:v>88.87</c:v>
                </c:pt>
                <c:pt idx="319">
                  <c:v>89.47</c:v>
                </c:pt>
                <c:pt idx="320">
                  <c:v>91.08</c:v>
                </c:pt>
                <c:pt idx="321">
                  <c:v>91.04</c:v>
                </c:pt>
                <c:pt idx="322">
                  <c:v>91.87</c:v>
                </c:pt>
                <c:pt idx="323">
                  <c:v>92.01</c:v>
                </c:pt>
                <c:pt idx="324">
                  <c:v>92.01</c:v>
                </c:pt>
                <c:pt idx="325">
                  <c:v>90.55</c:v>
                </c:pt>
                <c:pt idx="326">
                  <c:v>90.35</c:v>
                </c:pt>
                <c:pt idx="327">
                  <c:v>90.46</c:v>
                </c:pt>
                <c:pt idx="328">
                  <c:v>89.93</c:v>
                </c:pt>
                <c:pt idx="329">
                  <c:v>90.64</c:v>
                </c:pt>
                <c:pt idx="330">
                  <c:v>90.96</c:v>
                </c:pt>
                <c:pt idx="331">
                  <c:v>89.62</c:v>
                </c:pt>
                <c:pt idx="332">
                  <c:v>90.52</c:v>
                </c:pt>
                <c:pt idx="333">
                  <c:v>89.94</c:v>
                </c:pt>
                <c:pt idx="334">
                  <c:v>90.36</c:v>
                </c:pt>
                <c:pt idx="335">
                  <c:v>89.64</c:v>
                </c:pt>
                <c:pt idx="336">
                  <c:v>89.57</c:v>
                </c:pt>
                <c:pt idx="337">
                  <c:v>89.84</c:v>
                </c:pt>
                <c:pt idx="338">
                  <c:v>91.35</c:v>
                </c:pt>
                <c:pt idx="339">
                  <c:v>92.71</c:v>
                </c:pt>
                <c:pt idx="340">
                  <c:v>93.81</c:v>
                </c:pt>
                <c:pt idx="341">
                  <c:v>92.93</c:v>
                </c:pt>
                <c:pt idx="342">
                  <c:v>93.15</c:v>
                </c:pt>
                <c:pt idx="343">
                  <c:v>93.26</c:v>
                </c:pt>
                <c:pt idx="344">
                  <c:v>93.46</c:v>
                </c:pt>
                <c:pt idx="345">
                  <c:v>93.31</c:v>
                </c:pt>
                <c:pt idx="346">
                  <c:v>91.54</c:v>
                </c:pt>
                <c:pt idx="347">
                  <c:v>91.86</c:v>
                </c:pt>
                <c:pt idx="348">
                  <c:v>92.26</c:v>
                </c:pt>
                <c:pt idx="349">
                  <c:v>93.41</c:v>
                </c:pt>
                <c:pt idx="350">
                  <c:v>92.69</c:v>
                </c:pt>
                <c:pt idx="351">
                  <c:v>92.07</c:v>
                </c:pt>
                <c:pt idx="352">
                  <c:v>92.6</c:v>
                </c:pt>
                <c:pt idx="353">
                  <c:v>92.51</c:v>
                </c:pt>
                <c:pt idx="354">
                  <c:v>92.38</c:v>
                </c:pt>
                <c:pt idx="355">
                  <c:v>92.01</c:v>
                </c:pt>
                <c:pt idx="356">
                  <c:v>91.29</c:v>
                </c:pt>
                <c:pt idx="357">
                  <c:v>90.79</c:v>
                </c:pt>
                <c:pt idx="358">
                  <c:v>91.15</c:v>
                </c:pt>
                <c:pt idx="359">
                  <c:v>92.95</c:v>
                </c:pt>
                <c:pt idx="360">
                  <c:v>92.72</c:v>
                </c:pt>
                <c:pt idx="361">
                  <c:v>91.82</c:v>
                </c:pt>
                <c:pt idx="362">
                  <c:v>92.27</c:v>
                </c:pt>
                <c:pt idx="363">
                  <c:v>91.9</c:v>
                </c:pt>
                <c:pt idx="364">
                  <c:v>91.68</c:v>
                </c:pt>
                <c:pt idx="365">
                  <c:v>91.68</c:v>
                </c:pt>
                <c:pt idx="366">
                  <c:v>91.17</c:v>
                </c:pt>
                <c:pt idx="367">
                  <c:v>92.02</c:v>
                </c:pt>
                <c:pt idx="368">
                  <c:v>92.18</c:v>
                </c:pt>
                <c:pt idx="369">
                  <c:v>93.15</c:v>
                </c:pt>
                <c:pt idx="370">
                  <c:v>93.44</c:v>
                </c:pt>
                <c:pt idx="371">
                  <c:v>93.27</c:v>
                </c:pt>
                <c:pt idx="372">
                  <c:v>93.49</c:v>
                </c:pt>
                <c:pt idx="373">
                  <c:v>93.7</c:v>
                </c:pt>
                <c:pt idx="374">
                  <c:v>94.56</c:v>
                </c:pt>
                <c:pt idx="375">
                  <c:v>94.56</c:v>
                </c:pt>
                <c:pt idx="376">
                  <c:v>94.85</c:v>
                </c:pt>
                <c:pt idx="377">
                  <c:v>95.56</c:v>
                </c:pt>
                <c:pt idx="378">
                  <c:v>95.91</c:v>
                </c:pt>
                <c:pt idx="379">
                  <c:v>95.79</c:v>
                </c:pt>
                <c:pt idx="380">
                  <c:v>95.78</c:v>
                </c:pt>
                <c:pt idx="381">
                  <c:v>96.73</c:v>
                </c:pt>
                <c:pt idx="382">
                  <c:v>95.6</c:v>
                </c:pt>
                <c:pt idx="383">
                  <c:v>95.45</c:v>
                </c:pt>
                <c:pt idx="384">
                  <c:v>95.91</c:v>
                </c:pt>
                <c:pt idx="385">
                  <c:v>95.05</c:v>
                </c:pt>
                <c:pt idx="386">
                  <c:v>95.55</c:v>
                </c:pt>
                <c:pt idx="387">
                  <c:v>95.3</c:v>
                </c:pt>
                <c:pt idx="388">
                  <c:v>95.5</c:v>
                </c:pt>
                <c:pt idx="389">
                  <c:v>96.03</c:v>
                </c:pt>
                <c:pt idx="390">
                  <c:v>96.81</c:v>
                </c:pt>
                <c:pt idx="391">
                  <c:v>97.15</c:v>
                </c:pt>
                <c:pt idx="392">
                  <c:v>97.07</c:v>
                </c:pt>
                <c:pt idx="393">
                  <c:v>97.07</c:v>
                </c:pt>
                <c:pt idx="394">
                  <c:v>96.72</c:v>
                </c:pt>
                <c:pt idx="395">
                  <c:v>96.03</c:v>
                </c:pt>
                <c:pt idx="396">
                  <c:v>96.48</c:v>
                </c:pt>
                <c:pt idx="397">
                  <c:v>96.35</c:v>
                </c:pt>
                <c:pt idx="398">
                  <c:v>97.18</c:v>
                </c:pt>
                <c:pt idx="399">
                  <c:v>95.15</c:v>
                </c:pt>
                <c:pt idx="400">
                  <c:v>95.21</c:v>
                </c:pt>
                <c:pt idx="401">
                  <c:v>95.64</c:v>
                </c:pt>
                <c:pt idx="402">
                  <c:v>95.24</c:v>
                </c:pt>
                <c:pt idx="403">
                  <c:v>94.66</c:v>
                </c:pt>
                <c:pt idx="404">
                  <c:v>93.48</c:v>
                </c:pt>
                <c:pt idx="405">
                  <c:v>94.17</c:v>
                </c:pt>
                <c:pt idx="406">
                  <c:v>94</c:v>
                </c:pt>
                <c:pt idx="407">
                  <c:v>93.23</c:v>
                </c:pt>
                <c:pt idx="408">
                  <c:v>94.19</c:v>
                </c:pt>
                <c:pt idx="409">
                  <c:v>93.52</c:v>
                </c:pt>
                <c:pt idx="410">
                  <c:v>93.68</c:v>
                </c:pt>
                <c:pt idx="411">
                  <c:v>94</c:v>
                </c:pt>
                <c:pt idx="412">
                  <c:v>93.49</c:v>
                </c:pt>
                <c:pt idx="413">
                  <c:v>93.97</c:v>
                </c:pt>
                <c:pt idx="414">
                  <c:v>93.33</c:v>
                </c:pt>
                <c:pt idx="415">
                  <c:v>92.39</c:v>
                </c:pt>
                <c:pt idx="416">
                  <c:v>91.97</c:v>
                </c:pt>
                <c:pt idx="417">
                  <c:v>92.02</c:v>
                </c:pt>
                <c:pt idx="418">
                  <c:v>92.3</c:v>
                </c:pt>
                <c:pt idx="419">
                  <c:v>92.87</c:v>
                </c:pt>
                <c:pt idx="420">
                  <c:v>92.7</c:v>
                </c:pt>
                <c:pt idx="421">
                  <c:v>93</c:v>
                </c:pt>
                <c:pt idx="422">
                  <c:v>93.21</c:v>
                </c:pt>
                <c:pt idx="423">
                  <c:v>93.68</c:v>
                </c:pt>
                <c:pt idx="424">
                  <c:v>94.38</c:v>
                </c:pt>
                <c:pt idx="425">
                  <c:v>96.46</c:v>
                </c:pt>
                <c:pt idx="426">
                  <c:v>95.46</c:v>
                </c:pt>
                <c:pt idx="427">
                  <c:v>93.23</c:v>
                </c:pt>
                <c:pt idx="428">
                  <c:v>92.9</c:v>
                </c:pt>
                <c:pt idx="429">
                  <c:v>93.58</c:v>
                </c:pt>
                <c:pt idx="430">
                  <c:v>93.56</c:v>
                </c:pt>
                <c:pt idx="431">
                  <c:v>93.6</c:v>
                </c:pt>
                <c:pt idx="432">
                  <c:v>93.1</c:v>
                </c:pt>
                <c:pt idx="433">
                  <c:v>93.37</c:v>
                </c:pt>
                <c:pt idx="434">
                  <c:v>93.49</c:v>
                </c:pt>
                <c:pt idx="435">
                  <c:v>93.49</c:v>
                </c:pt>
                <c:pt idx="436">
                  <c:v>92.95</c:v>
                </c:pt>
                <c:pt idx="437">
                  <c:v>92.92</c:v>
                </c:pt>
                <c:pt idx="438">
                  <c:v>93</c:v>
                </c:pt>
                <c:pt idx="439">
                  <c:v>92.12</c:v>
                </c:pt>
                <c:pt idx="440">
                  <c:v>91.16</c:v>
                </c:pt>
                <c:pt idx="441">
                  <c:v>91.16</c:v>
                </c:pt>
                <c:pt idx="442">
                  <c:v>90.95</c:v>
                </c:pt>
                <c:pt idx="443">
                  <c:v>90.77</c:v>
                </c:pt>
                <c:pt idx="444">
                  <c:v>90.95</c:v>
                </c:pt>
                <c:pt idx="445">
                  <c:v>90.34</c:v>
                </c:pt>
                <c:pt idx="446">
                  <c:v>90.24</c:v>
                </c:pt>
                <c:pt idx="447">
                  <c:v>90.83</c:v>
                </c:pt>
                <c:pt idx="448">
                  <c:v>90.93</c:v>
                </c:pt>
                <c:pt idx="449">
                  <c:v>90.77</c:v>
                </c:pt>
                <c:pt idx="450">
                  <c:v>90.15</c:v>
                </c:pt>
                <c:pt idx="451">
                  <c:v>90.85</c:v>
                </c:pt>
                <c:pt idx="452">
                  <c:v>90.51</c:v>
                </c:pt>
                <c:pt idx="453">
                  <c:v>90.83</c:v>
                </c:pt>
                <c:pt idx="454">
                  <c:v>90.07</c:v>
                </c:pt>
                <c:pt idx="455">
                  <c:v>89.9</c:v>
                </c:pt>
                <c:pt idx="456">
                  <c:v>90.02</c:v>
                </c:pt>
                <c:pt idx="457">
                  <c:v>89.82</c:v>
                </c:pt>
                <c:pt idx="458">
                  <c:v>89.52</c:v>
                </c:pt>
                <c:pt idx="459">
                  <c:v>90.06</c:v>
                </c:pt>
                <c:pt idx="460">
                  <c:v>90.13</c:v>
                </c:pt>
                <c:pt idx="461">
                  <c:v>91.19</c:v>
                </c:pt>
                <c:pt idx="462">
                  <c:v>90.6</c:v>
                </c:pt>
                <c:pt idx="463">
                  <c:v>90.81</c:v>
                </c:pt>
                <c:pt idx="464">
                  <c:v>90.5</c:v>
                </c:pt>
                <c:pt idx="465">
                  <c:v>90.92</c:v>
                </c:pt>
                <c:pt idx="466">
                  <c:v>91.52</c:v>
                </c:pt>
                <c:pt idx="467">
                  <c:v>91.25</c:v>
                </c:pt>
                <c:pt idx="468">
                  <c:v>90.75</c:v>
                </c:pt>
                <c:pt idx="469">
                  <c:v>90.43</c:v>
                </c:pt>
                <c:pt idx="470">
                  <c:v>90.74</c:v>
                </c:pt>
                <c:pt idx="471">
                  <c:v>91.03</c:v>
                </c:pt>
                <c:pt idx="472">
                  <c:v>91.62</c:v>
                </c:pt>
                <c:pt idx="473">
                  <c:v>91.08</c:v>
                </c:pt>
                <c:pt idx="474">
                  <c:v>91.11</c:v>
                </c:pt>
                <c:pt idx="475">
                  <c:v>91.89</c:v>
                </c:pt>
                <c:pt idx="476">
                  <c:v>90.48</c:v>
                </c:pt>
                <c:pt idx="477">
                  <c:v>89.91</c:v>
                </c:pt>
                <c:pt idx="478">
                  <c:v>89.94</c:v>
                </c:pt>
                <c:pt idx="479">
                  <c:v>88.73</c:v>
                </c:pt>
                <c:pt idx="480">
                  <c:v>88.44</c:v>
                </c:pt>
                <c:pt idx="481">
                  <c:v>88.5</c:v>
                </c:pt>
                <c:pt idx="482">
                  <c:v>88.44</c:v>
                </c:pt>
                <c:pt idx="483">
                  <c:v>88.71</c:v>
                </c:pt>
                <c:pt idx="484">
                  <c:v>88.91</c:v>
                </c:pt>
                <c:pt idx="485">
                  <c:v>88.65</c:v>
                </c:pt>
                <c:pt idx="486">
                  <c:v>88.7</c:v>
                </c:pt>
                <c:pt idx="487">
                  <c:v>88.42</c:v>
                </c:pt>
                <c:pt idx="488">
                  <c:v>88.27</c:v>
                </c:pt>
                <c:pt idx="489">
                  <c:v>87.86</c:v>
                </c:pt>
                <c:pt idx="490">
                  <c:v>87.5</c:v>
                </c:pt>
                <c:pt idx="491">
                  <c:v>87.06</c:v>
                </c:pt>
                <c:pt idx="492">
                  <c:v>87.12</c:v>
                </c:pt>
                <c:pt idx="493">
                  <c:v>87.14</c:v>
                </c:pt>
                <c:pt idx="494">
                  <c:v>86.63</c:v>
                </c:pt>
                <c:pt idx="495">
                  <c:v>86.65</c:v>
                </c:pt>
                <c:pt idx="496">
                  <c:v>87.6</c:v>
                </c:pt>
                <c:pt idx="497">
                  <c:v>87.84</c:v>
                </c:pt>
                <c:pt idx="498">
                  <c:v>87.84</c:v>
                </c:pt>
                <c:pt idx="499">
                  <c:v>88.19</c:v>
                </c:pt>
                <c:pt idx="500">
                  <c:v>87.74</c:v>
                </c:pt>
                <c:pt idx="501">
                  <c:v>87.51</c:v>
                </c:pt>
                <c:pt idx="502">
                  <c:v>87.1</c:v>
                </c:pt>
                <c:pt idx="503">
                  <c:v>86.68</c:v>
                </c:pt>
                <c:pt idx="504">
                  <c:v>85.75</c:v>
                </c:pt>
                <c:pt idx="505">
                  <c:v>86.01</c:v>
                </c:pt>
                <c:pt idx="506">
                  <c:v>86.25</c:v>
                </c:pt>
                <c:pt idx="507">
                  <c:v>86.26</c:v>
                </c:pt>
                <c:pt idx="508">
                  <c:v>86.48</c:v>
                </c:pt>
                <c:pt idx="509">
                  <c:v>86.62</c:v>
                </c:pt>
                <c:pt idx="510">
                  <c:v>86.02</c:v>
                </c:pt>
                <c:pt idx="511">
                  <c:v>85.89</c:v>
                </c:pt>
                <c:pt idx="512">
                  <c:v>85.88</c:v>
                </c:pt>
                <c:pt idx="513">
                  <c:v>85.48</c:v>
                </c:pt>
                <c:pt idx="514">
                  <c:v>84.46</c:v>
                </c:pt>
                <c:pt idx="515">
                  <c:v>83.72</c:v>
                </c:pt>
                <c:pt idx="516">
                  <c:v>83.85</c:v>
                </c:pt>
                <c:pt idx="517">
                  <c:v>83.85</c:v>
                </c:pt>
                <c:pt idx="518">
                  <c:v>83.31</c:v>
                </c:pt>
                <c:pt idx="519">
                  <c:v>83.67</c:v>
                </c:pt>
                <c:pt idx="520">
                  <c:v>83.74</c:v>
                </c:pt>
                <c:pt idx="521">
                  <c:v>83.53</c:v>
                </c:pt>
                <c:pt idx="522">
                  <c:v>83.53</c:v>
                </c:pt>
                <c:pt idx="523">
                  <c:v>83.88</c:v>
                </c:pt>
                <c:pt idx="524">
                  <c:v>84.42</c:v>
                </c:pt>
                <c:pt idx="525">
                  <c:v>83.11</c:v>
                </c:pt>
                <c:pt idx="526">
                  <c:v>82.84</c:v>
                </c:pt>
                <c:pt idx="527">
                  <c:v>82.96</c:v>
                </c:pt>
                <c:pt idx="528">
                  <c:v>85.32</c:v>
                </c:pt>
                <c:pt idx="529">
                  <c:v>86.51</c:v>
                </c:pt>
                <c:pt idx="530">
                  <c:v>86.16</c:v>
                </c:pt>
                <c:pt idx="531">
                  <c:v>86.67</c:v>
                </c:pt>
                <c:pt idx="532">
                  <c:v>88.18</c:v>
                </c:pt>
                <c:pt idx="533">
                  <c:v>87.83</c:v>
                </c:pt>
                <c:pt idx="534">
                  <c:v>86.39</c:v>
                </c:pt>
                <c:pt idx="535">
                  <c:v>86.27</c:v>
                </c:pt>
                <c:pt idx="536">
                  <c:v>86.15</c:v>
                </c:pt>
                <c:pt idx="537">
                  <c:v>86.26</c:v>
                </c:pt>
                <c:pt idx="538">
                  <c:v>86.94</c:v>
                </c:pt>
                <c:pt idx="539">
                  <c:v>86.37</c:v>
                </c:pt>
                <c:pt idx="540">
                  <c:v>87.41</c:v>
                </c:pt>
                <c:pt idx="541">
                  <c:v>87.05</c:v>
                </c:pt>
                <c:pt idx="542">
                  <c:v>86.98</c:v>
                </c:pt>
                <c:pt idx="543">
                  <c:v>87.58</c:v>
                </c:pt>
                <c:pt idx="544">
                  <c:v>87.49</c:v>
                </c:pt>
                <c:pt idx="545">
                  <c:v>87.08</c:v>
                </c:pt>
                <c:pt idx="546">
                  <c:v>86.7</c:v>
                </c:pt>
                <c:pt idx="547">
                  <c:v>86.25</c:v>
                </c:pt>
                <c:pt idx="548">
                  <c:v>86.1</c:v>
                </c:pt>
                <c:pt idx="549">
                  <c:v>85.29</c:v>
                </c:pt>
                <c:pt idx="550">
                  <c:v>86.1</c:v>
                </c:pt>
                <c:pt idx="551">
                  <c:v>86.93</c:v>
                </c:pt>
                <c:pt idx="552">
                  <c:v>87.5</c:v>
                </c:pt>
                <c:pt idx="553">
                  <c:v>88.28</c:v>
                </c:pt>
                <c:pt idx="554">
                  <c:v>88.32</c:v>
                </c:pt>
                <c:pt idx="555">
                  <c:v>88.23</c:v>
                </c:pt>
                <c:pt idx="556">
                  <c:v>89.06</c:v>
                </c:pt>
                <c:pt idx="557">
                  <c:v>89.05</c:v>
                </c:pt>
                <c:pt idx="558">
                  <c:v>89.09</c:v>
                </c:pt>
                <c:pt idx="559">
                  <c:v>89.65</c:v>
                </c:pt>
                <c:pt idx="560">
                  <c:v>89.44</c:v>
                </c:pt>
                <c:pt idx="561">
                  <c:v>89.75</c:v>
                </c:pt>
                <c:pt idx="562">
                  <c:v>89.2</c:v>
                </c:pt>
                <c:pt idx="563">
                  <c:v>88.72</c:v>
                </c:pt>
                <c:pt idx="564">
                  <c:v>88.99</c:v>
                </c:pt>
                <c:pt idx="565">
                  <c:v>89.19</c:v>
                </c:pt>
                <c:pt idx="566">
                  <c:v>89.96</c:v>
                </c:pt>
                <c:pt idx="567">
                  <c:v>90.53</c:v>
                </c:pt>
                <c:pt idx="568">
                  <c:v>90.69</c:v>
                </c:pt>
                <c:pt idx="569">
                  <c:v>90.48</c:v>
                </c:pt>
                <c:pt idx="570">
                  <c:v>90.26</c:v>
                </c:pt>
                <c:pt idx="571">
                  <c:v>90.72</c:v>
                </c:pt>
                <c:pt idx="572">
                  <c:v>90.35</c:v>
                </c:pt>
                <c:pt idx="573">
                  <c:v>90.83</c:v>
                </c:pt>
                <c:pt idx="574">
                  <c:v>90.84</c:v>
                </c:pt>
                <c:pt idx="575">
                  <c:v>90.51</c:v>
                </c:pt>
                <c:pt idx="576">
                  <c:v>89.76</c:v>
                </c:pt>
                <c:pt idx="577">
                  <c:v>89.99</c:v>
                </c:pt>
                <c:pt idx="578">
                  <c:v>90.91</c:v>
                </c:pt>
                <c:pt idx="579">
                  <c:v>90.94</c:v>
                </c:pt>
                <c:pt idx="580">
                  <c:v>90.68</c:v>
                </c:pt>
                <c:pt idx="581">
                  <c:v>90.54</c:v>
                </c:pt>
                <c:pt idx="582">
                  <c:v>90</c:v>
                </c:pt>
                <c:pt idx="583">
                  <c:v>90.52</c:v>
                </c:pt>
                <c:pt idx="584">
                  <c:v>89.56</c:v>
                </c:pt>
                <c:pt idx="585">
                  <c:v>89.81</c:v>
                </c:pt>
                <c:pt idx="586">
                  <c:v>89.65</c:v>
                </c:pt>
                <c:pt idx="587">
                  <c:v>90.22</c:v>
                </c:pt>
                <c:pt idx="588">
                  <c:v>89.85</c:v>
                </c:pt>
                <c:pt idx="589">
                  <c:v>89.09</c:v>
                </c:pt>
                <c:pt idx="590">
                  <c:v>89.02</c:v>
                </c:pt>
                <c:pt idx="591">
                  <c:v>88.84</c:v>
                </c:pt>
                <c:pt idx="592">
                  <c:v>88.99</c:v>
                </c:pt>
                <c:pt idx="593">
                  <c:v>88.48</c:v>
                </c:pt>
                <c:pt idx="594">
                  <c:v>89.25</c:v>
                </c:pt>
                <c:pt idx="595">
                  <c:v>89.78</c:v>
                </c:pt>
                <c:pt idx="596">
                  <c:v>89.78</c:v>
                </c:pt>
                <c:pt idx="597">
                  <c:v>90.12</c:v>
                </c:pt>
                <c:pt idx="598">
                  <c:v>90.51</c:v>
                </c:pt>
                <c:pt idx="599">
                  <c:v>90.51</c:v>
                </c:pt>
                <c:pt idx="600">
                  <c:v>90.51</c:v>
                </c:pt>
                <c:pt idx="601">
                  <c:v>90.5</c:v>
                </c:pt>
                <c:pt idx="602">
                  <c:v>90.21</c:v>
                </c:pt>
                <c:pt idx="603">
                  <c:v>90.28</c:v>
                </c:pt>
                <c:pt idx="604">
                  <c:v>89.79</c:v>
                </c:pt>
                <c:pt idx="605">
                  <c:v>89.78</c:v>
                </c:pt>
                <c:pt idx="606">
                  <c:v>89.75</c:v>
                </c:pt>
                <c:pt idx="607">
                  <c:v>89.93</c:v>
                </c:pt>
                <c:pt idx="608">
                  <c:v>89.62</c:v>
                </c:pt>
                <c:pt idx="609">
                  <c:v>89.12</c:v>
                </c:pt>
                <c:pt idx="610">
                  <c:v>89.45</c:v>
                </c:pt>
                <c:pt idx="611">
                  <c:v>89.04</c:v>
                </c:pt>
                <c:pt idx="612">
                  <c:v>88.67</c:v>
                </c:pt>
                <c:pt idx="613">
                  <c:v>88.92</c:v>
                </c:pt>
                <c:pt idx="614">
                  <c:v>89.39</c:v>
                </c:pt>
                <c:pt idx="615">
                  <c:v>89.15</c:v>
                </c:pt>
                <c:pt idx="616">
                  <c:v>88.29</c:v>
                </c:pt>
                <c:pt idx="617">
                  <c:v>87.59</c:v>
                </c:pt>
                <c:pt idx="618">
                  <c:v>87.94</c:v>
                </c:pt>
                <c:pt idx="619">
                  <c:v>87.63</c:v>
                </c:pt>
                <c:pt idx="620">
                  <c:v>86.91</c:v>
                </c:pt>
                <c:pt idx="621">
                  <c:v>86.75</c:v>
                </c:pt>
                <c:pt idx="622">
                  <c:v>87.27</c:v>
                </c:pt>
                <c:pt idx="623">
                  <c:v>87.96</c:v>
                </c:pt>
                <c:pt idx="624">
                  <c:v>87.9</c:v>
                </c:pt>
                <c:pt idx="625">
                  <c:v>87.9</c:v>
                </c:pt>
                <c:pt idx="626">
                  <c:v>87.65</c:v>
                </c:pt>
                <c:pt idx="627">
                  <c:v>88.83</c:v>
                </c:pt>
                <c:pt idx="628">
                  <c:v>88.27</c:v>
                </c:pt>
                <c:pt idx="629">
                  <c:v>87.22</c:v>
                </c:pt>
                <c:pt idx="630">
                  <c:v>87.1</c:v>
                </c:pt>
                <c:pt idx="631">
                  <c:v>87.34</c:v>
                </c:pt>
                <c:pt idx="632">
                  <c:v>87.26</c:v>
                </c:pt>
                <c:pt idx="633">
                  <c:v>87.08</c:v>
                </c:pt>
                <c:pt idx="634">
                  <c:v>86.58</c:v>
                </c:pt>
                <c:pt idx="635">
                  <c:v>86.57</c:v>
                </c:pt>
                <c:pt idx="636">
                  <c:v>86.72</c:v>
                </c:pt>
                <c:pt idx="637">
                  <c:v>86.78</c:v>
                </c:pt>
                <c:pt idx="638">
                  <c:v>86.01</c:v>
                </c:pt>
                <c:pt idx="639">
                  <c:v>85.97</c:v>
                </c:pt>
                <c:pt idx="640">
                  <c:v>85.72</c:v>
                </c:pt>
                <c:pt idx="641">
                  <c:v>85.44</c:v>
                </c:pt>
                <c:pt idx="642">
                  <c:v>85.95</c:v>
                </c:pt>
                <c:pt idx="643">
                  <c:v>85.61</c:v>
                </c:pt>
                <c:pt idx="644">
                  <c:v>85.91</c:v>
                </c:pt>
                <c:pt idx="645">
                  <c:v>85.58</c:v>
                </c:pt>
                <c:pt idx="646">
                  <c:v>85.57</c:v>
                </c:pt>
                <c:pt idx="647">
                  <c:v>84.9</c:v>
                </c:pt>
                <c:pt idx="648">
                  <c:v>84.28</c:v>
                </c:pt>
                <c:pt idx="649">
                  <c:v>84.13</c:v>
                </c:pt>
                <c:pt idx="650">
                  <c:v>83.62</c:v>
                </c:pt>
                <c:pt idx="651">
                  <c:v>83.72</c:v>
                </c:pt>
                <c:pt idx="652">
                  <c:v>83.64</c:v>
                </c:pt>
                <c:pt idx="653">
                  <c:v>83.1</c:v>
                </c:pt>
                <c:pt idx="654">
                  <c:v>83.1</c:v>
                </c:pt>
                <c:pt idx="655">
                  <c:v>83.13</c:v>
                </c:pt>
                <c:pt idx="656">
                  <c:v>82.15</c:v>
                </c:pt>
                <c:pt idx="657">
                  <c:v>82.32</c:v>
                </c:pt>
                <c:pt idx="658">
                  <c:v>83.32</c:v>
                </c:pt>
                <c:pt idx="659">
                  <c:v>82.62</c:v>
                </c:pt>
                <c:pt idx="660">
                  <c:v>81.84</c:v>
                </c:pt>
                <c:pt idx="661">
                  <c:v>82.18</c:v>
                </c:pt>
                <c:pt idx="662">
                  <c:v>82.07</c:v>
                </c:pt>
                <c:pt idx="663">
                  <c:v>81.75</c:v>
                </c:pt>
                <c:pt idx="664">
                  <c:v>81.040000000000006</c:v>
                </c:pt>
                <c:pt idx="665">
                  <c:v>82.54</c:v>
                </c:pt>
                <c:pt idx="666">
                  <c:v>82.41</c:v>
                </c:pt>
                <c:pt idx="667">
                  <c:v>82.44</c:v>
                </c:pt>
                <c:pt idx="668">
                  <c:v>82.34</c:v>
                </c:pt>
                <c:pt idx="669">
                  <c:v>83.18</c:v>
                </c:pt>
                <c:pt idx="670">
                  <c:v>82.23</c:v>
                </c:pt>
                <c:pt idx="671">
                  <c:v>81.83</c:v>
                </c:pt>
                <c:pt idx="672">
                  <c:v>82.22</c:v>
                </c:pt>
                <c:pt idx="673">
                  <c:v>81.98</c:v>
                </c:pt>
                <c:pt idx="674">
                  <c:v>81.91</c:v>
                </c:pt>
                <c:pt idx="675">
                  <c:v>81.900000000000006</c:v>
                </c:pt>
                <c:pt idx="676">
                  <c:v>82.03</c:v>
                </c:pt>
                <c:pt idx="677">
                  <c:v>82.3</c:v>
                </c:pt>
                <c:pt idx="678">
                  <c:v>82.15</c:v>
                </c:pt>
                <c:pt idx="679">
                  <c:v>81.650000000000006</c:v>
                </c:pt>
                <c:pt idx="680">
                  <c:v>81.61</c:v>
                </c:pt>
                <c:pt idx="681">
                  <c:v>81.75</c:v>
                </c:pt>
                <c:pt idx="682">
                  <c:v>81.61</c:v>
                </c:pt>
                <c:pt idx="683">
                  <c:v>81.3</c:v>
                </c:pt>
                <c:pt idx="684">
                  <c:v>81.66</c:v>
                </c:pt>
                <c:pt idx="685">
                  <c:v>81.58</c:v>
                </c:pt>
                <c:pt idx="686">
                  <c:v>81.33</c:v>
                </c:pt>
                <c:pt idx="687">
                  <c:v>81.19</c:v>
                </c:pt>
                <c:pt idx="688">
                  <c:v>80.92</c:v>
                </c:pt>
                <c:pt idx="689">
                  <c:v>80.16</c:v>
                </c:pt>
                <c:pt idx="690">
                  <c:v>78.94</c:v>
                </c:pt>
                <c:pt idx="691">
                  <c:v>78.87</c:v>
                </c:pt>
                <c:pt idx="692">
                  <c:v>79.209999999999994</c:v>
                </c:pt>
                <c:pt idx="693">
                  <c:v>79.31</c:v>
                </c:pt>
                <c:pt idx="694">
                  <c:v>79.17</c:v>
                </c:pt>
                <c:pt idx="695">
                  <c:v>78.88</c:v>
                </c:pt>
                <c:pt idx="696">
                  <c:v>78.33</c:v>
                </c:pt>
                <c:pt idx="697">
                  <c:v>78.41</c:v>
                </c:pt>
                <c:pt idx="698">
                  <c:v>79.400000000000006</c:v>
                </c:pt>
                <c:pt idx="699">
                  <c:v>78.819999999999993</c:v>
                </c:pt>
                <c:pt idx="700">
                  <c:v>78.819999999999993</c:v>
                </c:pt>
                <c:pt idx="701">
                  <c:v>78.489999999999995</c:v>
                </c:pt>
                <c:pt idx="702">
                  <c:v>79.459999999999994</c:v>
                </c:pt>
                <c:pt idx="703">
                  <c:v>79.739999999999995</c:v>
                </c:pt>
                <c:pt idx="704">
                  <c:v>80.650000000000006</c:v>
                </c:pt>
                <c:pt idx="705">
                  <c:v>82.9</c:v>
                </c:pt>
                <c:pt idx="706">
                  <c:v>83.39</c:v>
                </c:pt>
                <c:pt idx="707">
                  <c:v>84.33</c:v>
                </c:pt>
                <c:pt idx="708">
                  <c:v>83.64</c:v>
                </c:pt>
                <c:pt idx="709">
                  <c:v>84.73</c:v>
                </c:pt>
                <c:pt idx="710">
                  <c:v>84.42</c:v>
                </c:pt>
                <c:pt idx="711">
                  <c:v>84.69</c:v>
                </c:pt>
                <c:pt idx="712">
                  <c:v>84.45</c:v>
                </c:pt>
                <c:pt idx="713">
                  <c:v>84.07</c:v>
                </c:pt>
                <c:pt idx="714">
                  <c:v>83.85</c:v>
                </c:pt>
                <c:pt idx="715">
                  <c:v>82.69</c:v>
                </c:pt>
                <c:pt idx="716">
                  <c:v>81</c:v>
                </c:pt>
                <c:pt idx="717">
                  <c:v>81.099999999999994</c:v>
                </c:pt>
                <c:pt idx="718">
                  <c:v>81.790000000000006</c:v>
                </c:pt>
                <c:pt idx="719">
                  <c:v>81.36</c:v>
                </c:pt>
                <c:pt idx="720">
                  <c:v>82.4</c:v>
                </c:pt>
                <c:pt idx="721">
                  <c:v>82.62</c:v>
                </c:pt>
                <c:pt idx="722">
                  <c:v>83.28</c:v>
                </c:pt>
                <c:pt idx="723">
                  <c:v>84.87</c:v>
                </c:pt>
                <c:pt idx="724">
                  <c:v>84.81</c:v>
                </c:pt>
                <c:pt idx="725">
                  <c:v>83.98</c:v>
                </c:pt>
                <c:pt idx="726">
                  <c:v>83.81</c:v>
                </c:pt>
                <c:pt idx="727">
                  <c:v>83.75</c:v>
                </c:pt>
                <c:pt idx="728">
                  <c:v>83.53</c:v>
                </c:pt>
                <c:pt idx="729">
                  <c:v>84.56</c:v>
                </c:pt>
                <c:pt idx="730">
                  <c:v>85.5</c:v>
                </c:pt>
                <c:pt idx="731">
                  <c:v>86.46</c:v>
                </c:pt>
                <c:pt idx="732">
                  <c:v>86.63</c:v>
                </c:pt>
                <c:pt idx="733">
                  <c:v>85.93</c:v>
                </c:pt>
                <c:pt idx="734">
                  <c:v>86.8</c:v>
                </c:pt>
                <c:pt idx="735">
                  <c:v>87.25</c:v>
                </c:pt>
                <c:pt idx="736">
                  <c:v>87.01</c:v>
                </c:pt>
                <c:pt idx="737">
                  <c:v>87.66</c:v>
                </c:pt>
                <c:pt idx="738">
                  <c:v>87.33</c:v>
                </c:pt>
                <c:pt idx="739">
                  <c:v>87.63</c:v>
                </c:pt>
                <c:pt idx="740">
                  <c:v>88.84</c:v>
                </c:pt>
                <c:pt idx="741">
                  <c:v>88.55</c:v>
                </c:pt>
                <c:pt idx="742">
                  <c:v>88.64</c:v>
                </c:pt>
                <c:pt idx="743">
                  <c:v>89.21</c:v>
                </c:pt>
                <c:pt idx="744">
                  <c:v>89.92</c:v>
                </c:pt>
                <c:pt idx="745">
                  <c:v>90.19</c:v>
                </c:pt>
                <c:pt idx="746">
                  <c:v>89.8</c:v>
                </c:pt>
                <c:pt idx="747">
                  <c:v>89.62</c:v>
                </c:pt>
                <c:pt idx="748">
                  <c:v>89.44</c:v>
                </c:pt>
                <c:pt idx="749">
                  <c:v>88.97</c:v>
                </c:pt>
                <c:pt idx="750">
                  <c:v>90.04</c:v>
                </c:pt>
                <c:pt idx="751">
                  <c:v>90</c:v>
                </c:pt>
                <c:pt idx="752">
                  <c:v>89.86</c:v>
                </c:pt>
                <c:pt idx="753">
                  <c:v>89.56</c:v>
                </c:pt>
                <c:pt idx="754">
                  <c:v>91.12</c:v>
                </c:pt>
                <c:pt idx="755">
                  <c:v>90.87</c:v>
                </c:pt>
                <c:pt idx="756">
                  <c:v>90.68</c:v>
                </c:pt>
                <c:pt idx="757">
                  <c:v>90.41</c:v>
                </c:pt>
                <c:pt idx="758">
                  <c:v>90.75</c:v>
                </c:pt>
                <c:pt idx="759">
                  <c:v>91.11</c:v>
                </c:pt>
                <c:pt idx="760">
                  <c:v>90.83</c:v>
                </c:pt>
                <c:pt idx="761">
                  <c:v>90.11</c:v>
                </c:pt>
                <c:pt idx="762">
                  <c:v>90.03</c:v>
                </c:pt>
                <c:pt idx="763">
                  <c:v>90.15</c:v>
                </c:pt>
                <c:pt idx="764">
                  <c:v>90.56</c:v>
                </c:pt>
                <c:pt idx="765">
                  <c:v>88.97</c:v>
                </c:pt>
                <c:pt idx="766">
                  <c:v>89.13</c:v>
                </c:pt>
                <c:pt idx="767">
                  <c:v>89.89</c:v>
                </c:pt>
                <c:pt idx="768">
                  <c:v>90.15</c:v>
                </c:pt>
                <c:pt idx="769">
                  <c:v>90.13</c:v>
                </c:pt>
                <c:pt idx="770">
                  <c:v>89.71</c:v>
                </c:pt>
                <c:pt idx="771">
                  <c:v>89.78</c:v>
                </c:pt>
                <c:pt idx="772">
                  <c:v>89.33</c:v>
                </c:pt>
                <c:pt idx="773">
                  <c:v>89.37</c:v>
                </c:pt>
                <c:pt idx="774">
                  <c:v>89.68</c:v>
                </c:pt>
                <c:pt idx="775">
                  <c:v>89.83</c:v>
                </c:pt>
                <c:pt idx="776">
                  <c:v>90.75</c:v>
                </c:pt>
                <c:pt idx="777">
                  <c:v>91.05</c:v>
                </c:pt>
                <c:pt idx="778">
                  <c:v>91.18</c:v>
                </c:pt>
                <c:pt idx="779">
                  <c:v>91.14</c:v>
                </c:pt>
                <c:pt idx="780">
                  <c:v>92.16</c:v>
                </c:pt>
                <c:pt idx="781">
                  <c:v>92.15</c:v>
                </c:pt>
                <c:pt idx="782">
                  <c:v>92.17</c:v>
                </c:pt>
                <c:pt idx="783">
                  <c:v>92.36</c:v>
                </c:pt>
                <c:pt idx="784">
                  <c:v>92.36</c:v>
                </c:pt>
                <c:pt idx="785">
                  <c:v>93.46</c:v>
                </c:pt>
                <c:pt idx="786">
                  <c:v>92.64</c:v>
                </c:pt>
                <c:pt idx="787">
                  <c:v>93.07</c:v>
                </c:pt>
                <c:pt idx="788">
                  <c:v>93.17</c:v>
                </c:pt>
                <c:pt idx="789">
                  <c:v>93.45</c:v>
                </c:pt>
                <c:pt idx="790">
                  <c:v>92.69</c:v>
                </c:pt>
                <c:pt idx="791">
                  <c:v>92.89</c:v>
                </c:pt>
                <c:pt idx="792">
                  <c:v>92.62</c:v>
                </c:pt>
                <c:pt idx="793">
                  <c:v>92.61</c:v>
                </c:pt>
                <c:pt idx="794">
                  <c:v>93.04</c:v>
                </c:pt>
                <c:pt idx="795">
                  <c:v>92.06</c:v>
                </c:pt>
                <c:pt idx="796">
                  <c:v>92</c:v>
                </c:pt>
                <c:pt idx="797">
                  <c:v>91.55</c:v>
                </c:pt>
                <c:pt idx="798">
                  <c:v>92.25</c:v>
                </c:pt>
                <c:pt idx="799">
                  <c:v>91.41</c:v>
                </c:pt>
                <c:pt idx="800">
                  <c:v>90.47</c:v>
                </c:pt>
                <c:pt idx="801">
                  <c:v>90.55</c:v>
                </c:pt>
                <c:pt idx="802">
                  <c:v>91.36</c:v>
                </c:pt>
                <c:pt idx="803">
                  <c:v>91.28</c:v>
                </c:pt>
                <c:pt idx="804">
                  <c:v>92.46</c:v>
                </c:pt>
                <c:pt idx="805">
                  <c:v>93.56</c:v>
                </c:pt>
                <c:pt idx="806">
                  <c:v>93.92</c:v>
                </c:pt>
                <c:pt idx="807">
                  <c:v>94.24</c:v>
                </c:pt>
                <c:pt idx="808">
                  <c:v>94.53</c:v>
                </c:pt>
                <c:pt idx="809">
                  <c:v>94.4</c:v>
                </c:pt>
                <c:pt idx="810">
                  <c:v>94.35</c:v>
                </c:pt>
                <c:pt idx="811">
                  <c:v>94.03</c:v>
                </c:pt>
                <c:pt idx="812">
                  <c:v>94.47</c:v>
                </c:pt>
                <c:pt idx="813">
                  <c:v>94.32</c:v>
                </c:pt>
                <c:pt idx="814">
                  <c:v>94.25</c:v>
                </c:pt>
                <c:pt idx="815">
                  <c:v>94.38</c:v>
                </c:pt>
                <c:pt idx="816">
                  <c:v>93.09</c:v>
                </c:pt>
                <c:pt idx="817">
                  <c:v>92.93</c:v>
                </c:pt>
                <c:pt idx="818">
                  <c:v>93.2</c:v>
                </c:pt>
                <c:pt idx="819">
                  <c:v>93.38</c:v>
                </c:pt>
                <c:pt idx="820">
                  <c:v>92.65</c:v>
                </c:pt>
                <c:pt idx="821">
                  <c:v>92.91</c:v>
                </c:pt>
                <c:pt idx="822">
                  <c:v>93.41</c:v>
                </c:pt>
                <c:pt idx="823">
                  <c:v>93.51</c:v>
                </c:pt>
                <c:pt idx="824">
                  <c:v>94.01</c:v>
                </c:pt>
                <c:pt idx="825">
                  <c:v>94.18</c:v>
                </c:pt>
                <c:pt idx="826">
                  <c:v>93.25</c:v>
                </c:pt>
                <c:pt idx="827">
                  <c:v>93.4</c:v>
                </c:pt>
                <c:pt idx="828">
                  <c:v>93.22</c:v>
                </c:pt>
                <c:pt idx="829">
                  <c:v>94.3</c:v>
                </c:pt>
                <c:pt idx="830">
                  <c:v>94.02</c:v>
                </c:pt>
                <c:pt idx="831">
                  <c:v>94.37</c:v>
                </c:pt>
                <c:pt idx="832">
                  <c:v>94.29</c:v>
                </c:pt>
                <c:pt idx="833">
                  <c:v>94.36</c:v>
                </c:pt>
                <c:pt idx="834">
                  <c:v>94.5</c:v>
                </c:pt>
                <c:pt idx="835">
                  <c:v>94.55</c:v>
                </c:pt>
                <c:pt idx="836">
                  <c:v>94.3</c:v>
                </c:pt>
                <c:pt idx="837">
                  <c:v>94.22</c:v>
                </c:pt>
                <c:pt idx="838">
                  <c:v>93.18</c:v>
                </c:pt>
                <c:pt idx="839">
                  <c:v>92.88</c:v>
                </c:pt>
                <c:pt idx="840">
                  <c:v>92.94</c:v>
                </c:pt>
                <c:pt idx="841">
                  <c:v>92.73</c:v>
                </c:pt>
                <c:pt idx="842">
                  <c:v>93.29</c:v>
                </c:pt>
                <c:pt idx="843">
                  <c:v>93.52</c:v>
                </c:pt>
                <c:pt idx="844">
                  <c:v>92.93</c:v>
                </c:pt>
                <c:pt idx="845">
                  <c:v>92.78</c:v>
                </c:pt>
                <c:pt idx="846">
                  <c:v>92.47</c:v>
                </c:pt>
                <c:pt idx="847">
                  <c:v>91.87</c:v>
                </c:pt>
                <c:pt idx="848">
                  <c:v>91.15</c:v>
                </c:pt>
                <c:pt idx="849">
                  <c:v>91.37</c:v>
                </c:pt>
                <c:pt idx="850">
                  <c:v>91.2</c:v>
                </c:pt>
                <c:pt idx="851">
                  <c:v>91.72</c:v>
                </c:pt>
                <c:pt idx="852">
                  <c:v>91.97</c:v>
                </c:pt>
                <c:pt idx="853">
                  <c:v>91.25</c:v>
                </c:pt>
                <c:pt idx="854">
                  <c:v>91.22</c:v>
                </c:pt>
                <c:pt idx="855">
                  <c:v>90.67</c:v>
                </c:pt>
                <c:pt idx="856">
                  <c:v>89.97</c:v>
                </c:pt>
                <c:pt idx="857">
                  <c:v>90.51</c:v>
                </c:pt>
                <c:pt idx="858">
                  <c:v>90.95</c:v>
                </c:pt>
                <c:pt idx="859">
                  <c:v>91.31</c:v>
                </c:pt>
                <c:pt idx="860">
                  <c:v>90.37</c:v>
                </c:pt>
                <c:pt idx="861">
                  <c:v>90.18</c:v>
                </c:pt>
                <c:pt idx="862">
                  <c:v>90.33</c:v>
                </c:pt>
                <c:pt idx="863">
                  <c:v>89.84</c:v>
                </c:pt>
                <c:pt idx="864">
                  <c:v>89.38</c:v>
                </c:pt>
                <c:pt idx="865">
                  <c:v>88.6</c:v>
                </c:pt>
                <c:pt idx="866">
                  <c:v>89.59</c:v>
                </c:pt>
                <c:pt idx="867">
                  <c:v>89.27</c:v>
                </c:pt>
                <c:pt idx="868">
                  <c:v>89.25</c:v>
                </c:pt>
                <c:pt idx="869">
                  <c:v>89.5</c:v>
                </c:pt>
                <c:pt idx="870">
                  <c:v>89.32</c:v>
                </c:pt>
                <c:pt idx="871">
                  <c:v>89</c:v>
                </c:pt>
                <c:pt idx="872">
                  <c:v>89.11</c:v>
                </c:pt>
                <c:pt idx="873">
                  <c:v>88.77</c:v>
                </c:pt>
                <c:pt idx="874">
                  <c:v>89.23</c:v>
                </c:pt>
                <c:pt idx="875">
                  <c:v>90.52</c:v>
                </c:pt>
                <c:pt idx="876">
                  <c:v>90.51</c:v>
                </c:pt>
                <c:pt idx="877">
                  <c:v>90.58</c:v>
                </c:pt>
                <c:pt idx="878">
                  <c:v>90.93</c:v>
                </c:pt>
                <c:pt idx="879">
                  <c:v>90.15</c:v>
                </c:pt>
                <c:pt idx="880">
                  <c:v>90.64</c:v>
                </c:pt>
                <c:pt idx="881">
                  <c:v>90.91</c:v>
                </c:pt>
                <c:pt idx="882">
                  <c:v>90.67</c:v>
                </c:pt>
                <c:pt idx="883">
                  <c:v>90.38</c:v>
                </c:pt>
                <c:pt idx="884">
                  <c:v>90.7</c:v>
                </c:pt>
                <c:pt idx="885">
                  <c:v>91.04</c:v>
                </c:pt>
                <c:pt idx="886">
                  <c:v>90.63</c:v>
                </c:pt>
                <c:pt idx="887">
                  <c:v>90.49</c:v>
                </c:pt>
                <c:pt idx="888">
                  <c:v>89.51</c:v>
                </c:pt>
                <c:pt idx="889">
                  <c:v>88.96</c:v>
                </c:pt>
                <c:pt idx="890">
                  <c:v>89.08</c:v>
                </c:pt>
                <c:pt idx="891">
                  <c:v>89.02</c:v>
                </c:pt>
                <c:pt idx="892">
                  <c:v>89.4</c:v>
                </c:pt>
                <c:pt idx="893">
                  <c:v>89.33</c:v>
                </c:pt>
                <c:pt idx="894">
                  <c:v>90.75</c:v>
                </c:pt>
                <c:pt idx="895">
                  <c:v>90.42</c:v>
                </c:pt>
                <c:pt idx="896">
                  <c:v>90.44</c:v>
                </c:pt>
                <c:pt idx="897">
                  <c:v>90.83</c:v>
                </c:pt>
                <c:pt idx="898">
                  <c:v>90.43</c:v>
                </c:pt>
                <c:pt idx="899">
                  <c:v>90.44</c:v>
                </c:pt>
                <c:pt idx="900">
                  <c:v>90.35</c:v>
                </c:pt>
                <c:pt idx="901">
                  <c:v>91.07</c:v>
                </c:pt>
                <c:pt idx="902">
                  <c:v>91.73</c:v>
                </c:pt>
                <c:pt idx="903">
                  <c:v>91.78</c:v>
                </c:pt>
                <c:pt idx="904">
                  <c:v>92.93</c:v>
                </c:pt>
                <c:pt idx="905">
                  <c:v>93.36</c:v>
                </c:pt>
                <c:pt idx="906">
                  <c:v>93.75</c:v>
                </c:pt>
                <c:pt idx="907">
                  <c:v>93.48</c:v>
                </c:pt>
                <c:pt idx="908">
                  <c:v>94.05</c:v>
                </c:pt>
                <c:pt idx="909">
                  <c:v>93.71</c:v>
                </c:pt>
                <c:pt idx="910">
                  <c:v>93.31</c:v>
                </c:pt>
                <c:pt idx="911">
                  <c:v>92.87</c:v>
                </c:pt>
                <c:pt idx="912">
                  <c:v>93.61</c:v>
                </c:pt>
                <c:pt idx="913">
                  <c:v>93.17</c:v>
                </c:pt>
                <c:pt idx="914">
                  <c:v>93.49</c:v>
                </c:pt>
                <c:pt idx="915">
                  <c:v>93.49</c:v>
                </c:pt>
                <c:pt idx="916">
                  <c:v>93.85</c:v>
                </c:pt>
                <c:pt idx="917">
                  <c:v>93.85</c:v>
                </c:pt>
                <c:pt idx="918">
                  <c:v>94.02</c:v>
                </c:pt>
                <c:pt idx="919">
                  <c:v>95.01</c:v>
                </c:pt>
                <c:pt idx="920">
                  <c:v>95.26</c:v>
                </c:pt>
                <c:pt idx="921">
                  <c:v>94.6</c:v>
                </c:pt>
                <c:pt idx="922">
                  <c:v>94.48</c:v>
                </c:pt>
                <c:pt idx="923">
                  <c:v>94.86</c:v>
                </c:pt>
                <c:pt idx="924">
                  <c:v>94.6</c:v>
                </c:pt>
                <c:pt idx="925">
                  <c:v>94.22</c:v>
                </c:pt>
                <c:pt idx="926">
                  <c:v>94.02</c:v>
                </c:pt>
                <c:pt idx="927">
                  <c:v>93.97</c:v>
                </c:pt>
                <c:pt idx="928">
                  <c:v>94.03</c:v>
                </c:pt>
                <c:pt idx="929">
                  <c:v>94.57</c:v>
                </c:pt>
                <c:pt idx="930">
                  <c:v>94.76</c:v>
                </c:pt>
                <c:pt idx="931">
                  <c:v>94.88</c:v>
                </c:pt>
                <c:pt idx="932">
                  <c:v>94.44</c:v>
                </c:pt>
                <c:pt idx="933">
                  <c:v>95.53</c:v>
                </c:pt>
                <c:pt idx="934">
                  <c:v>95.37</c:v>
                </c:pt>
                <c:pt idx="935">
                  <c:v>94.63</c:v>
                </c:pt>
                <c:pt idx="936">
                  <c:v>94.4</c:v>
                </c:pt>
                <c:pt idx="937">
                  <c:v>94.38</c:v>
                </c:pt>
                <c:pt idx="938">
                  <c:v>94.52</c:v>
                </c:pt>
                <c:pt idx="939">
                  <c:v>94.14</c:v>
                </c:pt>
                <c:pt idx="940">
                  <c:v>94.38</c:v>
                </c:pt>
                <c:pt idx="941">
                  <c:v>95.21</c:v>
                </c:pt>
                <c:pt idx="942">
                  <c:v>95.23</c:v>
                </c:pt>
                <c:pt idx="943">
                  <c:v>95.27</c:v>
                </c:pt>
                <c:pt idx="944">
                  <c:v>95.13</c:v>
                </c:pt>
                <c:pt idx="945">
                  <c:v>93.94</c:v>
                </c:pt>
                <c:pt idx="946">
                  <c:v>93.98</c:v>
                </c:pt>
                <c:pt idx="947">
                  <c:v>93.38</c:v>
                </c:pt>
                <c:pt idx="948">
                  <c:v>94.12</c:v>
                </c:pt>
                <c:pt idx="949">
                  <c:v>93.38</c:v>
                </c:pt>
                <c:pt idx="950">
                  <c:v>93.77</c:v>
                </c:pt>
                <c:pt idx="951">
                  <c:v>93.56</c:v>
                </c:pt>
                <c:pt idx="952">
                  <c:v>94.01</c:v>
                </c:pt>
                <c:pt idx="953">
                  <c:v>93.3</c:v>
                </c:pt>
                <c:pt idx="954">
                  <c:v>93.3</c:v>
                </c:pt>
                <c:pt idx="955">
                  <c:v>93.62</c:v>
                </c:pt>
                <c:pt idx="956">
                  <c:v>93.95</c:v>
                </c:pt>
                <c:pt idx="957">
                  <c:v>93.51</c:v>
                </c:pt>
                <c:pt idx="958">
                  <c:v>93.19</c:v>
                </c:pt>
                <c:pt idx="959">
                  <c:v>92.08</c:v>
                </c:pt>
                <c:pt idx="960">
                  <c:v>92.08</c:v>
                </c:pt>
                <c:pt idx="961">
                  <c:v>91.36</c:v>
                </c:pt>
                <c:pt idx="962">
                  <c:v>91.72</c:v>
                </c:pt>
                <c:pt idx="963">
                  <c:v>91.05</c:v>
                </c:pt>
                <c:pt idx="964">
                  <c:v>90.8</c:v>
                </c:pt>
                <c:pt idx="965">
                  <c:v>91.18</c:v>
                </c:pt>
                <c:pt idx="966">
                  <c:v>91.21</c:v>
                </c:pt>
                <c:pt idx="967">
                  <c:v>90.75</c:v>
                </c:pt>
                <c:pt idx="968">
                  <c:v>90.94</c:v>
                </c:pt>
                <c:pt idx="969">
                  <c:v>91.4</c:v>
                </c:pt>
                <c:pt idx="970">
                  <c:v>91.4</c:v>
                </c:pt>
                <c:pt idx="971">
                  <c:v>92.72</c:v>
                </c:pt>
                <c:pt idx="972">
                  <c:v>92.32</c:v>
                </c:pt>
                <c:pt idx="973">
                  <c:v>92.81</c:v>
                </c:pt>
                <c:pt idx="974">
                  <c:v>92.65</c:v>
                </c:pt>
                <c:pt idx="975">
                  <c:v>92.25</c:v>
                </c:pt>
                <c:pt idx="976">
                  <c:v>91.82</c:v>
                </c:pt>
                <c:pt idx="977">
                  <c:v>91.89</c:v>
                </c:pt>
                <c:pt idx="978">
                  <c:v>92.82</c:v>
                </c:pt>
                <c:pt idx="979">
                  <c:v>92.69</c:v>
                </c:pt>
                <c:pt idx="980">
                  <c:v>92.35</c:v>
                </c:pt>
                <c:pt idx="981">
                  <c:v>92.43</c:v>
                </c:pt>
                <c:pt idx="982">
                  <c:v>92.28</c:v>
                </c:pt>
                <c:pt idx="983">
                  <c:v>92.31</c:v>
                </c:pt>
                <c:pt idx="984">
                  <c:v>91.65</c:v>
                </c:pt>
                <c:pt idx="985">
                  <c:v>91.71</c:v>
                </c:pt>
                <c:pt idx="986">
                  <c:v>91.32</c:v>
                </c:pt>
                <c:pt idx="987">
                  <c:v>91.78</c:v>
                </c:pt>
                <c:pt idx="988">
                  <c:v>92.39</c:v>
                </c:pt>
                <c:pt idx="989">
                  <c:v>92.52</c:v>
                </c:pt>
                <c:pt idx="990">
                  <c:v>93.36</c:v>
                </c:pt>
                <c:pt idx="991">
                  <c:v>93.43</c:v>
                </c:pt>
                <c:pt idx="992">
                  <c:v>93.34</c:v>
                </c:pt>
                <c:pt idx="993">
                  <c:v>94.14</c:v>
                </c:pt>
                <c:pt idx="994">
                  <c:v>94.44</c:v>
                </c:pt>
                <c:pt idx="995">
                  <c:v>94.81</c:v>
                </c:pt>
                <c:pt idx="996">
                  <c:v>94.71</c:v>
                </c:pt>
                <c:pt idx="997">
                  <c:v>94.85</c:v>
                </c:pt>
                <c:pt idx="998">
                  <c:v>94.48</c:v>
                </c:pt>
                <c:pt idx="999">
                  <c:v>95.08</c:v>
                </c:pt>
                <c:pt idx="1000">
                  <c:v>95.27</c:v>
                </c:pt>
                <c:pt idx="1001">
                  <c:v>95.44</c:v>
                </c:pt>
                <c:pt idx="1002">
                  <c:v>95.01</c:v>
                </c:pt>
                <c:pt idx="1003">
                  <c:v>95.13</c:v>
                </c:pt>
                <c:pt idx="1004">
                  <c:v>94.88</c:v>
                </c:pt>
                <c:pt idx="1005">
                  <c:v>94.6</c:v>
                </c:pt>
                <c:pt idx="1006">
                  <c:v>95.14</c:v>
                </c:pt>
                <c:pt idx="1007">
                  <c:v>94.89</c:v>
                </c:pt>
                <c:pt idx="1008">
                  <c:v>94.98</c:v>
                </c:pt>
                <c:pt idx="1009">
                  <c:v>94.5</c:v>
                </c:pt>
                <c:pt idx="1010">
                  <c:v>94.95</c:v>
                </c:pt>
                <c:pt idx="1011">
                  <c:v>95.26</c:v>
                </c:pt>
                <c:pt idx="1012">
                  <c:v>95.19</c:v>
                </c:pt>
                <c:pt idx="1013">
                  <c:v>95.69</c:v>
                </c:pt>
                <c:pt idx="1014">
                  <c:v>96.16</c:v>
                </c:pt>
                <c:pt idx="1015">
                  <c:v>95.78</c:v>
                </c:pt>
                <c:pt idx="1016">
                  <c:v>95.68</c:v>
                </c:pt>
                <c:pt idx="1017">
                  <c:v>95.6</c:v>
                </c:pt>
                <c:pt idx="1018">
                  <c:v>95.6</c:v>
                </c:pt>
                <c:pt idx="1019">
                  <c:v>96.02</c:v>
                </c:pt>
                <c:pt idx="1020">
                  <c:v>95.95</c:v>
                </c:pt>
                <c:pt idx="1021">
                  <c:v>96.21</c:v>
                </c:pt>
                <c:pt idx="1022">
                  <c:v>96.47</c:v>
                </c:pt>
                <c:pt idx="1023">
                  <c:v>96.44</c:v>
                </c:pt>
                <c:pt idx="1024">
                  <c:v>96.09</c:v>
                </c:pt>
                <c:pt idx="1025">
                  <c:v>94.98</c:v>
                </c:pt>
                <c:pt idx="1026">
                  <c:v>95.11</c:v>
                </c:pt>
                <c:pt idx="1027">
                  <c:v>95.16</c:v>
                </c:pt>
                <c:pt idx="1028">
                  <c:v>95.3</c:v>
                </c:pt>
                <c:pt idx="1029">
                  <c:v>95.05</c:v>
                </c:pt>
                <c:pt idx="1030">
                  <c:v>95.51</c:v>
                </c:pt>
                <c:pt idx="1031">
                  <c:v>95.81</c:v>
                </c:pt>
                <c:pt idx="1032">
                  <c:v>95.98</c:v>
                </c:pt>
                <c:pt idx="1033">
                  <c:v>95.67</c:v>
                </c:pt>
                <c:pt idx="1034">
                  <c:v>95.74</c:v>
                </c:pt>
                <c:pt idx="1035">
                  <c:v>95.73</c:v>
                </c:pt>
                <c:pt idx="1036">
                  <c:v>95.66</c:v>
                </c:pt>
                <c:pt idx="1037">
                  <c:v>95.14</c:v>
                </c:pt>
                <c:pt idx="1038">
                  <c:v>94.68</c:v>
                </c:pt>
                <c:pt idx="1039">
                  <c:v>94.68</c:v>
                </c:pt>
                <c:pt idx="1040">
                  <c:v>95.24</c:v>
                </c:pt>
                <c:pt idx="1041">
                  <c:v>95.14</c:v>
                </c:pt>
                <c:pt idx="1042">
                  <c:v>96.45</c:v>
                </c:pt>
                <c:pt idx="1043">
                  <c:v>96.7</c:v>
                </c:pt>
                <c:pt idx="1044">
                  <c:v>96.84</c:v>
                </c:pt>
                <c:pt idx="1045">
                  <c:v>96.97</c:v>
                </c:pt>
                <c:pt idx="1046">
                  <c:v>96.55</c:v>
                </c:pt>
                <c:pt idx="1047">
                  <c:v>96.58</c:v>
                </c:pt>
                <c:pt idx="1048">
                  <c:v>96.82</c:v>
                </c:pt>
                <c:pt idx="1049">
                  <c:v>96.08</c:v>
                </c:pt>
                <c:pt idx="1050">
                  <c:v>96.43</c:v>
                </c:pt>
                <c:pt idx="1051">
                  <c:v>96.69</c:v>
                </c:pt>
                <c:pt idx="1052">
                  <c:v>96.23</c:v>
                </c:pt>
                <c:pt idx="1053">
                  <c:v>96.77</c:v>
                </c:pt>
                <c:pt idx="1054">
                  <c:v>96.68</c:v>
                </c:pt>
                <c:pt idx="1055">
                  <c:v>96.83</c:v>
                </c:pt>
                <c:pt idx="1056">
                  <c:v>96.38</c:v>
                </c:pt>
                <c:pt idx="1057">
                  <c:v>96.47</c:v>
                </c:pt>
                <c:pt idx="1058">
                  <c:v>96.18</c:v>
                </c:pt>
                <c:pt idx="1059">
                  <c:v>96.71</c:v>
                </c:pt>
                <c:pt idx="1060">
                  <c:v>96.54</c:v>
                </c:pt>
                <c:pt idx="1061">
                  <c:v>96.5</c:v>
                </c:pt>
                <c:pt idx="1062">
                  <c:v>96.15</c:v>
                </c:pt>
                <c:pt idx="1063">
                  <c:v>95.4</c:v>
                </c:pt>
                <c:pt idx="1064">
                  <c:v>96.18</c:v>
                </c:pt>
                <c:pt idx="1065">
                  <c:v>95.59</c:v>
                </c:pt>
                <c:pt idx="1066">
                  <c:v>95.52</c:v>
                </c:pt>
                <c:pt idx="1067">
                  <c:v>95.53</c:v>
                </c:pt>
                <c:pt idx="1068">
                  <c:v>95.87</c:v>
                </c:pt>
                <c:pt idx="1069">
                  <c:v>96.75</c:v>
                </c:pt>
                <c:pt idx="1070">
                  <c:v>96.64</c:v>
                </c:pt>
                <c:pt idx="1071">
                  <c:v>96.95</c:v>
                </c:pt>
                <c:pt idx="1072">
                  <c:v>96.83</c:v>
                </c:pt>
                <c:pt idx="1073">
                  <c:v>96.6</c:v>
                </c:pt>
                <c:pt idx="1074">
                  <c:v>96.65</c:v>
                </c:pt>
                <c:pt idx="1075">
                  <c:v>94.91</c:v>
                </c:pt>
                <c:pt idx="1076">
                  <c:v>95.23</c:v>
                </c:pt>
                <c:pt idx="1077">
                  <c:v>95.16</c:v>
                </c:pt>
                <c:pt idx="1078">
                  <c:v>95.15</c:v>
                </c:pt>
                <c:pt idx="1079">
                  <c:v>94.6</c:v>
                </c:pt>
                <c:pt idx="1080">
                  <c:v>94.6</c:v>
                </c:pt>
                <c:pt idx="1081">
                  <c:v>95.23</c:v>
                </c:pt>
                <c:pt idx="1082">
                  <c:v>95.38</c:v>
                </c:pt>
                <c:pt idx="1083">
                  <c:v>95.01</c:v>
                </c:pt>
                <c:pt idx="1084">
                  <c:v>94.77</c:v>
                </c:pt>
                <c:pt idx="1085">
                  <c:v>94.55</c:v>
                </c:pt>
                <c:pt idx="1086">
                  <c:v>94.77</c:v>
                </c:pt>
                <c:pt idx="1087">
                  <c:v>94.51</c:v>
                </c:pt>
                <c:pt idx="1088">
                  <c:v>94.52</c:v>
                </c:pt>
                <c:pt idx="1089">
                  <c:v>95.16</c:v>
                </c:pt>
                <c:pt idx="1090">
                  <c:v>95.23</c:v>
                </c:pt>
                <c:pt idx="1091">
                  <c:v>95.02</c:v>
                </c:pt>
                <c:pt idx="1092">
                  <c:v>94.8</c:v>
                </c:pt>
                <c:pt idx="1093">
                  <c:v>93.71</c:v>
                </c:pt>
                <c:pt idx="1094">
                  <c:v>93.91</c:v>
                </c:pt>
                <c:pt idx="1095">
                  <c:v>94.23</c:v>
                </c:pt>
                <c:pt idx="1096">
                  <c:v>94.58</c:v>
                </c:pt>
                <c:pt idx="1097">
                  <c:v>94.2</c:v>
                </c:pt>
                <c:pt idx="1098">
                  <c:v>94.27</c:v>
                </c:pt>
                <c:pt idx="1099">
                  <c:v>94.57</c:v>
                </c:pt>
                <c:pt idx="1100">
                  <c:v>94.42</c:v>
                </c:pt>
                <c:pt idx="1101">
                  <c:v>94.32</c:v>
                </c:pt>
                <c:pt idx="1102">
                  <c:v>94.04</c:v>
                </c:pt>
                <c:pt idx="1103">
                  <c:v>93.57</c:v>
                </c:pt>
                <c:pt idx="1104">
                  <c:v>93.5</c:v>
                </c:pt>
                <c:pt idx="1105">
                  <c:v>93.49</c:v>
                </c:pt>
                <c:pt idx="1106">
                  <c:v>93.73</c:v>
                </c:pt>
                <c:pt idx="1107">
                  <c:v>93.54</c:v>
                </c:pt>
                <c:pt idx="1108">
                  <c:v>93.06</c:v>
                </c:pt>
                <c:pt idx="1109">
                  <c:v>94.31</c:v>
                </c:pt>
                <c:pt idx="1110">
                  <c:v>94.32</c:v>
                </c:pt>
                <c:pt idx="1111">
                  <c:v>95.28</c:v>
                </c:pt>
                <c:pt idx="1112">
                  <c:v>95.14</c:v>
                </c:pt>
                <c:pt idx="1113">
                  <c:v>95.08</c:v>
                </c:pt>
                <c:pt idx="1114">
                  <c:v>94.93</c:v>
                </c:pt>
                <c:pt idx="1115">
                  <c:v>94.71</c:v>
                </c:pt>
                <c:pt idx="1116">
                  <c:v>94.9</c:v>
                </c:pt>
                <c:pt idx="1117">
                  <c:v>94.55</c:v>
                </c:pt>
                <c:pt idx="1118">
                  <c:v>94.75</c:v>
                </c:pt>
                <c:pt idx="1119">
                  <c:v>94.9</c:v>
                </c:pt>
                <c:pt idx="1120">
                  <c:v>94.64</c:v>
                </c:pt>
                <c:pt idx="1121">
                  <c:v>94.45</c:v>
                </c:pt>
                <c:pt idx="1122">
                  <c:v>94</c:v>
                </c:pt>
                <c:pt idx="1123">
                  <c:v>93.96</c:v>
                </c:pt>
                <c:pt idx="1124">
                  <c:v>93.91</c:v>
                </c:pt>
                <c:pt idx="1125">
                  <c:v>93.6</c:v>
                </c:pt>
                <c:pt idx="1126">
                  <c:v>93.33</c:v>
                </c:pt>
                <c:pt idx="1127">
                  <c:v>93.33</c:v>
                </c:pt>
                <c:pt idx="1128">
                  <c:v>92.44</c:v>
                </c:pt>
                <c:pt idx="1129">
                  <c:v>92.12</c:v>
                </c:pt>
                <c:pt idx="1130">
                  <c:v>92.06</c:v>
                </c:pt>
                <c:pt idx="1131">
                  <c:v>91.65</c:v>
                </c:pt>
                <c:pt idx="1132">
                  <c:v>92.43</c:v>
                </c:pt>
                <c:pt idx="1133">
                  <c:v>92.99</c:v>
                </c:pt>
                <c:pt idx="1134">
                  <c:v>92.71</c:v>
                </c:pt>
                <c:pt idx="1135">
                  <c:v>92.47</c:v>
                </c:pt>
                <c:pt idx="1136">
                  <c:v>93.5</c:v>
                </c:pt>
                <c:pt idx="1137">
                  <c:v>93.33</c:v>
                </c:pt>
                <c:pt idx="1138">
                  <c:v>93.11</c:v>
                </c:pt>
                <c:pt idx="1139">
                  <c:v>93.3</c:v>
                </c:pt>
                <c:pt idx="1140">
                  <c:v>93.42</c:v>
                </c:pt>
                <c:pt idx="1141">
                  <c:v>93.31</c:v>
                </c:pt>
                <c:pt idx="1142">
                  <c:v>92.51</c:v>
                </c:pt>
                <c:pt idx="1143">
                  <c:v>92.61</c:v>
                </c:pt>
                <c:pt idx="1144">
                  <c:v>92.24</c:v>
                </c:pt>
                <c:pt idx="1145">
                  <c:v>92.24</c:v>
                </c:pt>
                <c:pt idx="1146">
                  <c:v>92.75</c:v>
                </c:pt>
                <c:pt idx="1147">
                  <c:v>92.44</c:v>
                </c:pt>
                <c:pt idx="1148">
                  <c:v>92.55</c:v>
                </c:pt>
                <c:pt idx="1149">
                  <c:v>92.32</c:v>
                </c:pt>
                <c:pt idx="1150">
                  <c:v>92.32</c:v>
                </c:pt>
                <c:pt idx="1151">
                  <c:v>92.52</c:v>
                </c:pt>
                <c:pt idx="1152">
                  <c:v>92.44</c:v>
                </c:pt>
                <c:pt idx="1153">
                  <c:v>92.82</c:v>
                </c:pt>
                <c:pt idx="1154">
                  <c:v>93.42</c:v>
                </c:pt>
                <c:pt idx="1155">
                  <c:v>93.39</c:v>
                </c:pt>
                <c:pt idx="1156">
                  <c:v>93.08</c:v>
                </c:pt>
                <c:pt idx="1157">
                  <c:v>93.2</c:v>
                </c:pt>
                <c:pt idx="1158">
                  <c:v>93.09</c:v>
                </c:pt>
                <c:pt idx="1159">
                  <c:v>92.97</c:v>
                </c:pt>
                <c:pt idx="1160">
                  <c:v>92.17</c:v>
                </c:pt>
                <c:pt idx="1161">
                  <c:v>92.17</c:v>
                </c:pt>
                <c:pt idx="1162">
                  <c:v>91.82</c:v>
                </c:pt>
                <c:pt idx="1163">
                  <c:v>91.83</c:v>
                </c:pt>
                <c:pt idx="1164">
                  <c:v>90.97</c:v>
                </c:pt>
                <c:pt idx="1165">
                  <c:v>90.45</c:v>
                </c:pt>
                <c:pt idx="1166">
                  <c:v>89.85</c:v>
                </c:pt>
                <c:pt idx="1167">
                  <c:v>90.49</c:v>
                </c:pt>
                <c:pt idx="1168">
                  <c:v>90.36</c:v>
                </c:pt>
                <c:pt idx="1169">
                  <c:v>89.6</c:v>
                </c:pt>
                <c:pt idx="1170">
                  <c:v>89.6</c:v>
                </c:pt>
                <c:pt idx="1171">
                  <c:v>89.38</c:v>
                </c:pt>
                <c:pt idx="1172">
                  <c:v>89.47</c:v>
                </c:pt>
                <c:pt idx="1173">
                  <c:v>89.62</c:v>
                </c:pt>
                <c:pt idx="1174">
                  <c:v>89.92</c:v>
                </c:pt>
                <c:pt idx="1175">
                  <c:v>90.01</c:v>
                </c:pt>
                <c:pt idx="1176">
                  <c:v>89.57</c:v>
                </c:pt>
                <c:pt idx="1177">
                  <c:v>89.34</c:v>
                </c:pt>
                <c:pt idx="1178">
                  <c:v>89.33</c:v>
                </c:pt>
                <c:pt idx="1179">
                  <c:v>88.87</c:v>
                </c:pt>
                <c:pt idx="1180">
                  <c:v>87.31</c:v>
                </c:pt>
                <c:pt idx="1181">
                  <c:v>87.21</c:v>
                </c:pt>
                <c:pt idx="1182">
                  <c:v>87.64</c:v>
                </c:pt>
                <c:pt idx="1183">
                  <c:v>88.45</c:v>
                </c:pt>
                <c:pt idx="1184">
                  <c:v>88.33</c:v>
                </c:pt>
                <c:pt idx="1185">
                  <c:v>88.13</c:v>
                </c:pt>
                <c:pt idx="1186">
                  <c:v>89.02</c:v>
                </c:pt>
                <c:pt idx="1187">
                  <c:v>88.97</c:v>
                </c:pt>
                <c:pt idx="1188">
                  <c:v>89.91</c:v>
                </c:pt>
                <c:pt idx="1189">
                  <c:v>90.18</c:v>
                </c:pt>
                <c:pt idx="1190">
                  <c:v>89.84</c:v>
                </c:pt>
                <c:pt idx="1191">
                  <c:v>89.69</c:v>
                </c:pt>
                <c:pt idx="1192">
                  <c:v>89.33</c:v>
                </c:pt>
                <c:pt idx="1193">
                  <c:v>90.2</c:v>
                </c:pt>
                <c:pt idx="1194">
                  <c:v>89.87</c:v>
                </c:pt>
                <c:pt idx="1195">
                  <c:v>89.56</c:v>
                </c:pt>
                <c:pt idx="1196">
                  <c:v>89.87</c:v>
                </c:pt>
                <c:pt idx="1197">
                  <c:v>89.49</c:v>
                </c:pt>
                <c:pt idx="1198">
                  <c:v>90.06</c:v>
                </c:pt>
                <c:pt idx="1199">
                  <c:v>89.63</c:v>
                </c:pt>
                <c:pt idx="1200">
                  <c:v>89.91</c:v>
                </c:pt>
                <c:pt idx="1201">
                  <c:v>89.87</c:v>
                </c:pt>
                <c:pt idx="1202">
                  <c:v>89.95</c:v>
                </c:pt>
                <c:pt idx="1203">
                  <c:v>89.12</c:v>
                </c:pt>
                <c:pt idx="1204">
                  <c:v>88.94</c:v>
                </c:pt>
                <c:pt idx="1205">
                  <c:v>88.91</c:v>
                </c:pt>
                <c:pt idx="1206">
                  <c:v>89.11</c:v>
                </c:pt>
                <c:pt idx="1207">
                  <c:v>88.93</c:v>
                </c:pt>
                <c:pt idx="1208">
                  <c:v>88.27</c:v>
                </c:pt>
                <c:pt idx="1209">
                  <c:v>88.03</c:v>
                </c:pt>
                <c:pt idx="1210">
                  <c:v>87.44</c:v>
                </c:pt>
                <c:pt idx="1211">
                  <c:v>87.75</c:v>
                </c:pt>
                <c:pt idx="1212">
                  <c:v>88.22</c:v>
                </c:pt>
                <c:pt idx="1213">
                  <c:v>88.15</c:v>
                </c:pt>
                <c:pt idx="1214">
                  <c:v>89.59</c:v>
                </c:pt>
                <c:pt idx="1215">
                  <c:v>89.57</c:v>
                </c:pt>
                <c:pt idx="1216">
                  <c:v>89.48</c:v>
                </c:pt>
                <c:pt idx="1217">
                  <c:v>89.67</c:v>
                </c:pt>
                <c:pt idx="1218">
                  <c:v>89.35</c:v>
                </c:pt>
                <c:pt idx="1219">
                  <c:v>88.56</c:v>
                </c:pt>
                <c:pt idx="1220">
                  <c:v>88.43</c:v>
                </c:pt>
                <c:pt idx="1221">
                  <c:v>88.01</c:v>
                </c:pt>
                <c:pt idx="1222">
                  <c:v>88.39</c:v>
                </c:pt>
                <c:pt idx="1223">
                  <c:v>88.68</c:v>
                </c:pt>
                <c:pt idx="1224">
                  <c:v>87.92</c:v>
                </c:pt>
                <c:pt idx="1225">
                  <c:v>87.85</c:v>
                </c:pt>
                <c:pt idx="1226">
                  <c:v>87.75</c:v>
                </c:pt>
                <c:pt idx="1227">
                  <c:v>87.83</c:v>
                </c:pt>
                <c:pt idx="1228">
                  <c:v>87.93</c:v>
                </c:pt>
                <c:pt idx="1229">
                  <c:v>87.57</c:v>
                </c:pt>
                <c:pt idx="1230">
                  <c:v>87.84</c:v>
                </c:pt>
                <c:pt idx="1231">
                  <c:v>87.76</c:v>
                </c:pt>
                <c:pt idx="1232">
                  <c:v>87.53</c:v>
                </c:pt>
                <c:pt idx="1233">
                  <c:v>87.67</c:v>
                </c:pt>
                <c:pt idx="1234">
                  <c:v>87.58</c:v>
                </c:pt>
                <c:pt idx="1235">
                  <c:v>87.99</c:v>
                </c:pt>
                <c:pt idx="1236">
                  <c:v>87.45</c:v>
                </c:pt>
                <c:pt idx="1237">
                  <c:v>87.85</c:v>
                </c:pt>
                <c:pt idx="1238">
                  <c:v>87.63</c:v>
                </c:pt>
                <c:pt idx="1239">
                  <c:v>87.88</c:v>
                </c:pt>
                <c:pt idx="1240">
                  <c:v>88.02</c:v>
                </c:pt>
                <c:pt idx="1241">
                  <c:v>87.72</c:v>
                </c:pt>
                <c:pt idx="1242">
                  <c:v>87.63</c:v>
                </c:pt>
                <c:pt idx="1243">
                  <c:v>87.65</c:v>
                </c:pt>
                <c:pt idx="1244">
                  <c:v>87.9</c:v>
                </c:pt>
                <c:pt idx="1245">
                  <c:v>87.82</c:v>
                </c:pt>
                <c:pt idx="1246">
                  <c:v>87.9</c:v>
                </c:pt>
                <c:pt idx="1247">
                  <c:v>87.66</c:v>
                </c:pt>
                <c:pt idx="1248">
                  <c:v>87.4</c:v>
                </c:pt>
                <c:pt idx="1249">
                  <c:v>86.74</c:v>
                </c:pt>
                <c:pt idx="1250">
                  <c:v>85.78</c:v>
                </c:pt>
                <c:pt idx="1251">
                  <c:v>85.91</c:v>
                </c:pt>
                <c:pt idx="1252">
                  <c:v>85.71</c:v>
                </c:pt>
                <c:pt idx="1253">
                  <c:v>85.35</c:v>
                </c:pt>
                <c:pt idx="1254">
                  <c:v>85.63</c:v>
                </c:pt>
                <c:pt idx="1255">
                  <c:v>85.32</c:v>
                </c:pt>
                <c:pt idx="1256">
                  <c:v>85.22</c:v>
                </c:pt>
                <c:pt idx="1257">
                  <c:v>85.17</c:v>
                </c:pt>
                <c:pt idx="1258">
                  <c:v>85.4</c:v>
                </c:pt>
                <c:pt idx="1259">
                  <c:v>85.99</c:v>
                </c:pt>
                <c:pt idx="1260">
                  <c:v>85.69</c:v>
                </c:pt>
                <c:pt idx="1261">
                  <c:v>85.5</c:v>
                </c:pt>
                <c:pt idx="1262">
                  <c:v>86.38</c:v>
                </c:pt>
                <c:pt idx="1263">
                  <c:v>86.58</c:v>
                </c:pt>
                <c:pt idx="1264">
                  <c:v>86.5</c:v>
                </c:pt>
                <c:pt idx="1265">
                  <c:v>86.48</c:v>
                </c:pt>
                <c:pt idx="1266">
                  <c:v>86.17</c:v>
                </c:pt>
                <c:pt idx="1267">
                  <c:v>87.06</c:v>
                </c:pt>
                <c:pt idx="1268">
                  <c:v>87.14</c:v>
                </c:pt>
                <c:pt idx="1269">
                  <c:v>87.09</c:v>
                </c:pt>
                <c:pt idx="1270">
                  <c:v>87.75</c:v>
                </c:pt>
                <c:pt idx="1271">
                  <c:v>88.27</c:v>
                </c:pt>
                <c:pt idx="1272">
                  <c:v>88.13</c:v>
                </c:pt>
                <c:pt idx="1273">
                  <c:v>88.02</c:v>
                </c:pt>
                <c:pt idx="1274">
                  <c:v>88.36</c:v>
                </c:pt>
                <c:pt idx="1275">
                  <c:v>88.43</c:v>
                </c:pt>
                <c:pt idx="1276">
                  <c:v>88.57</c:v>
                </c:pt>
                <c:pt idx="1277">
                  <c:v>88.42</c:v>
                </c:pt>
                <c:pt idx="1278">
                  <c:v>88.66</c:v>
                </c:pt>
                <c:pt idx="1279">
                  <c:v>88.75</c:v>
                </c:pt>
                <c:pt idx="1280">
                  <c:v>88.97</c:v>
                </c:pt>
                <c:pt idx="1281">
                  <c:v>89.19</c:v>
                </c:pt>
                <c:pt idx="1282">
                  <c:v>89.13</c:v>
                </c:pt>
                <c:pt idx="1283">
                  <c:v>89.21</c:v>
                </c:pt>
                <c:pt idx="1284">
                  <c:v>89.56</c:v>
                </c:pt>
                <c:pt idx="1285">
                  <c:v>89.39</c:v>
                </c:pt>
                <c:pt idx="1286">
                  <c:v>89.34</c:v>
                </c:pt>
                <c:pt idx="1287">
                  <c:v>89.21</c:v>
                </c:pt>
                <c:pt idx="1288">
                  <c:v>89.65</c:v>
                </c:pt>
                <c:pt idx="1289">
                  <c:v>89.6</c:v>
                </c:pt>
                <c:pt idx="1290">
                  <c:v>89.54</c:v>
                </c:pt>
                <c:pt idx="1291">
                  <c:v>89.53</c:v>
                </c:pt>
                <c:pt idx="1292">
                  <c:v>89.49</c:v>
                </c:pt>
                <c:pt idx="1293">
                  <c:v>89.52</c:v>
                </c:pt>
                <c:pt idx="1294">
                  <c:v>89.59</c:v>
                </c:pt>
                <c:pt idx="1295">
                  <c:v>89.7</c:v>
                </c:pt>
                <c:pt idx="1296">
                  <c:v>89.62</c:v>
                </c:pt>
                <c:pt idx="1297">
                  <c:v>90.02</c:v>
                </c:pt>
                <c:pt idx="1298">
                  <c:v>89.91</c:v>
                </c:pt>
                <c:pt idx="1299">
                  <c:v>89.96</c:v>
                </c:pt>
                <c:pt idx="1300">
                  <c:v>89.96</c:v>
                </c:pt>
                <c:pt idx="1301">
                  <c:v>89.87</c:v>
                </c:pt>
                <c:pt idx="1302">
                  <c:v>88.5</c:v>
                </c:pt>
                <c:pt idx="1303">
                  <c:v>89.02</c:v>
                </c:pt>
                <c:pt idx="1304">
                  <c:v>88.72</c:v>
                </c:pt>
                <c:pt idx="1305">
                  <c:v>88.72</c:v>
                </c:pt>
                <c:pt idx="1306">
                  <c:v>89.11</c:v>
                </c:pt>
                <c:pt idx="1307">
                  <c:v>89.31</c:v>
                </c:pt>
                <c:pt idx="1308">
                  <c:v>88.98</c:v>
                </c:pt>
                <c:pt idx="1309">
                  <c:v>89.61</c:v>
                </c:pt>
                <c:pt idx="1310">
                  <c:v>88.41</c:v>
                </c:pt>
                <c:pt idx="1311">
                  <c:v>88.43</c:v>
                </c:pt>
                <c:pt idx="1312">
                  <c:v>88.42</c:v>
                </c:pt>
                <c:pt idx="1313">
                  <c:v>88.1</c:v>
                </c:pt>
                <c:pt idx="1314">
                  <c:v>88.14</c:v>
                </c:pt>
                <c:pt idx="1315">
                  <c:v>88.02</c:v>
                </c:pt>
                <c:pt idx="1316">
                  <c:v>88.3</c:v>
                </c:pt>
                <c:pt idx="1317">
                  <c:v>88.45</c:v>
                </c:pt>
                <c:pt idx="1318">
                  <c:v>87.54</c:v>
                </c:pt>
                <c:pt idx="1319">
                  <c:v>87.45</c:v>
                </c:pt>
                <c:pt idx="1320">
                  <c:v>87.38</c:v>
                </c:pt>
                <c:pt idx="1321">
                  <c:v>87.41</c:v>
                </c:pt>
                <c:pt idx="1322">
                  <c:v>87.63</c:v>
                </c:pt>
                <c:pt idx="1323">
                  <c:v>87.62</c:v>
                </c:pt>
                <c:pt idx="1324">
                  <c:v>87.62</c:v>
                </c:pt>
                <c:pt idx="1325">
                  <c:v>87.1</c:v>
                </c:pt>
                <c:pt idx="1326">
                  <c:v>87.99</c:v>
                </c:pt>
                <c:pt idx="1327">
                  <c:v>87.78</c:v>
                </c:pt>
                <c:pt idx="1328">
                  <c:v>87.69</c:v>
                </c:pt>
                <c:pt idx="1329">
                  <c:v>88.19</c:v>
                </c:pt>
                <c:pt idx="1330">
                  <c:v>88.19</c:v>
                </c:pt>
                <c:pt idx="1331">
                  <c:v>88.43</c:v>
                </c:pt>
                <c:pt idx="1332">
                  <c:v>88.21</c:v>
                </c:pt>
                <c:pt idx="1333">
                  <c:v>88.12</c:v>
                </c:pt>
                <c:pt idx="1334">
                  <c:v>87.79</c:v>
                </c:pt>
                <c:pt idx="1335">
                  <c:v>87.78</c:v>
                </c:pt>
                <c:pt idx="1336">
                  <c:v>87.34</c:v>
                </c:pt>
                <c:pt idx="1337">
                  <c:v>87.4</c:v>
                </c:pt>
                <c:pt idx="1338">
                  <c:v>86.61</c:v>
                </c:pt>
                <c:pt idx="1339">
                  <c:v>86.43</c:v>
                </c:pt>
                <c:pt idx="1340">
                  <c:v>85.96</c:v>
                </c:pt>
                <c:pt idx="1341">
                  <c:v>86.11</c:v>
                </c:pt>
                <c:pt idx="1342">
                  <c:v>85.94</c:v>
                </c:pt>
                <c:pt idx="1343">
                  <c:v>85.79</c:v>
                </c:pt>
                <c:pt idx="1344">
                  <c:v>85.83</c:v>
                </c:pt>
                <c:pt idx="1345">
                  <c:v>86.2</c:v>
                </c:pt>
                <c:pt idx="1346">
                  <c:v>85.93</c:v>
                </c:pt>
                <c:pt idx="1347">
                  <c:v>85.97</c:v>
                </c:pt>
                <c:pt idx="1348">
                  <c:v>85.05</c:v>
                </c:pt>
                <c:pt idx="1349">
                  <c:v>84.37</c:v>
                </c:pt>
                <c:pt idx="1350">
                  <c:v>83.49</c:v>
                </c:pt>
                <c:pt idx="1351">
                  <c:v>81.91</c:v>
                </c:pt>
                <c:pt idx="1352">
                  <c:v>83.25</c:v>
                </c:pt>
                <c:pt idx="1353">
                  <c:v>83.02</c:v>
                </c:pt>
                <c:pt idx="1354">
                  <c:v>84.23</c:v>
                </c:pt>
                <c:pt idx="1355">
                  <c:v>83.79</c:v>
                </c:pt>
                <c:pt idx="1356">
                  <c:v>84.06</c:v>
                </c:pt>
                <c:pt idx="1357">
                  <c:v>83.11</c:v>
                </c:pt>
                <c:pt idx="1358">
                  <c:v>83.48</c:v>
                </c:pt>
                <c:pt idx="1359">
                  <c:v>83.33</c:v>
                </c:pt>
                <c:pt idx="1360">
                  <c:v>83.75</c:v>
                </c:pt>
                <c:pt idx="1361">
                  <c:v>83.61</c:v>
                </c:pt>
                <c:pt idx="1362">
                  <c:v>83.37</c:v>
                </c:pt>
                <c:pt idx="1363">
                  <c:v>83.39</c:v>
                </c:pt>
                <c:pt idx="1364">
                  <c:v>83.87</c:v>
                </c:pt>
                <c:pt idx="1365">
                  <c:v>83.45</c:v>
                </c:pt>
                <c:pt idx="1366">
                  <c:v>82.73</c:v>
                </c:pt>
                <c:pt idx="1367">
                  <c:v>82.47</c:v>
                </c:pt>
                <c:pt idx="1368">
                  <c:v>83.61</c:v>
                </c:pt>
                <c:pt idx="1369">
                  <c:v>81.900000000000006</c:v>
                </c:pt>
                <c:pt idx="1370">
                  <c:v>81.849999999999994</c:v>
                </c:pt>
                <c:pt idx="1371">
                  <c:v>82.04</c:v>
                </c:pt>
                <c:pt idx="1372">
                  <c:v>81.64</c:v>
                </c:pt>
                <c:pt idx="1373">
                  <c:v>81.72</c:v>
                </c:pt>
                <c:pt idx="1374">
                  <c:v>81.44</c:v>
                </c:pt>
                <c:pt idx="1375">
                  <c:v>82.65</c:v>
                </c:pt>
                <c:pt idx="1376">
                  <c:v>82.4</c:v>
                </c:pt>
                <c:pt idx="1377">
                  <c:v>82.37</c:v>
                </c:pt>
                <c:pt idx="1378">
                  <c:v>81.739999999999995</c:v>
                </c:pt>
                <c:pt idx="1379">
                  <c:v>81.739999999999995</c:v>
                </c:pt>
                <c:pt idx="1380">
                  <c:v>80.84</c:v>
                </c:pt>
                <c:pt idx="1381">
                  <c:v>80.27</c:v>
                </c:pt>
                <c:pt idx="1382">
                  <c:v>81.22</c:v>
                </c:pt>
                <c:pt idx="1383">
                  <c:v>81.97</c:v>
                </c:pt>
                <c:pt idx="1384">
                  <c:v>81.38</c:v>
                </c:pt>
                <c:pt idx="1385">
                  <c:v>81.61</c:v>
                </c:pt>
                <c:pt idx="1386">
                  <c:v>80.959999999999994</c:v>
                </c:pt>
                <c:pt idx="1387">
                  <c:v>81.209999999999994</c:v>
                </c:pt>
                <c:pt idx="1388">
                  <c:v>81.400000000000006</c:v>
                </c:pt>
                <c:pt idx="1389">
                  <c:v>81.8</c:v>
                </c:pt>
                <c:pt idx="1390">
                  <c:v>81.75</c:v>
                </c:pt>
                <c:pt idx="1391">
                  <c:v>81.41</c:v>
                </c:pt>
                <c:pt idx="1392">
                  <c:v>81.28</c:v>
                </c:pt>
                <c:pt idx="1393">
                  <c:v>81.27</c:v>
                </c:pt>
                <c:pt idx="1394">
                  <c:v>81.3</c:v>
                </c:pt>
                <c:pt idx="1395">
                  <c:v>80.8</c:v>
                </c:pt>
                <c:pt idx="1396">
                  <c:v>81.319999999999993</c:v>
                </c:pt>
                <c:pt idx="1397">
                  <c:v>81.55</c:v>
                </c:pt>
                <c:pt idx="1398">
                  <c:v>83.49</c:v>
                </c:pt>
                <c:pt idx="1399">
                  <c:v>84.04</c:v>
                </c:pt>
                <c:pt idx="1400">
                  <c:v>83.71</c:v>
                </c:pt>
                <c:pt idx="1401">
                  <c:v>83.86</c:v>
                </c:pt>
                <c:pt idx="1402">
                  <c:v>84.17</c:v>
                </c:pt>
                <c:pt idx="1403">
                  <c:v>84.01</c:v>
                </c:pt>
                <c:pt idx="1404">
                  <c:v>84.24</c:v>
                </c:pt>
                <c:pt idx="1405">
                  <c:v>84.15</c:v>
                </c:pt>
                <c:pt idx="1406">
                  <c:v>84.43</c:v>
                </c:pt>
                <c:pt idx="1407">
                  <c:v>84.11</c:v>
                </c:pt>
                <c:pt idx="1408">
                  <c:v>82.21</c:v>
                </c:pt>
                <c:pt idx="1409">
                  <c:v>81.099999999999994</c:v>
                </c:pt>
                <c:pt idx="1410">
                  <c:v>81.099999999999994</c:v>
                </c:pt>
                <c:pt idx="1411">
                  <c:v>81.48</c:v>
                </c:pt>
                <c:pt idx="1412">
                  <c:v>82.57</c:v>
                </c:pt>
                <c:pt idx="1413">
                  <c:v>82.54</c:v>
                </c:pt>
                <c:pt idx="1414">
                  <c:v>82.53</c:v>
                </c:pt>
                <c:pt idx="1415">
                  <c:v>82.38</c:v>
                </c:pt>
                <c:pt idx="1416">
                  <c:v>82.55</c:v>
                </c:pt>
                <c:pt idx="1417">
                  <c:v>82.4</c:v>
                </c:pt>
                <c:pt idx="1418">
                  <c:v>82.31</c:v>
                </c:pt>
                <c:pt idx="1419">
                  <c:v>82.18</c:v>
                </c:pt>
                <c:pt idx="1420">
                  <c:v>82.29</c:v>
                </c:pt>
                <c:pt idx="1421">
                  <c:v>82.48</c:v>
                </c:pt>
                <c:pt idx="1422">
                  <c:v>82.01</c:v>
                </c:pt>
                <c:pt idx="1423">
                  <c:v>82.41</c:v>
                </c:pt>
                <c:pt idx="1424">
                  <c:v>82.12</c:v>
                </c:pt>
                <c:pt idx="1425">
                  <c:v>82.17</c:v>
                </c:pt>
                <c:pt idx="1426">
                  <c:v>81.8</c:v>
                </c:pt>
                <c:pt idx="1427">
                  <c:v>81.5</c:v>
                </c:pt>
                <c:pt idx="1428">
                  <c:v>82.04</c:v>
                </c:pt>
                <c:pt idx="1429">
                  <c:v>81.430000000000007</c:v>
                </c:pt>
                <c:pt idx="1430">
                  <c:v>81.709999999999994</c:v>
                </c:pt>
                <c:pt idx="1431">
                  <c:v>81.56</c:v>
                </c:pt>
                <c:pt idx="1432">
                  <c:v>82.3</c:v>
                </c:pt>
                <c:pt idx="1433">
                  <c:v>81.459999999999994</c:v>
                </c:pt>
                <c:pt idx="1434">
                  <c:v>81.58</c:v>
                </c:pt>
                <c:pt idx="1435">
                  <c:v>81.569999999999993</c:v>
                </c:pt>
                <c:pt idx="1436">
                  <c:v>81.459999999999994</c:v>
                </c:pt>
                <c:pt idx="1437">
                  <c:v>81.38</c:v>
                </c:pt>
                <c:pt idx="1438">
                  <c:v>81.33</c:v>
                </c:pt>
                <c:pt idx="1439">
                  <c:v>81.86</c:v>
                </c:pt>
                <c:pt idx="1440">
                  <c:v>81.89</c:v>
                </c:pt>
                <c:pt idx="1441">
                  <c:v>82.32</c:v>
                </c:pt>
                <c:pt idx="1442">
                  <c:v>82.29</c:v>
                </c:pt>
                <c:pt idx="1443">
                  <c:v>81.87</c:v>
                </c:pt>
                <c:pt idx="1444">
                  <c:v>81.91</c:v>
                </c:pt>
                <c:pt idx="1445">
                  <c:v>82.16</c:v>
                </c:pt>
                <c:pt idx="1446">
                  <c:v>81.87</c:v>
                </c:pt>
                <c:pt idx="1447">
                  <c:v>81.39</c:v>
                </c:pt>
                <c:pt idx="1448">
                  <c:v>81.67</c:v>
                </c:pt>
                <c:pt idx="1449">
                  <c:v>81.8</c:v>
                </c:pt>
                <c:pt idx="1450">
                  <c:v>81.64</c:v>
                </c:pt>
                <c:pt idx="1451">
                  <c:v>81.900000000000006</c:v>
                </c:pt>
                <c:pt idx="1452">
                  <c:v>81.58</c:v>
                </c:pt>
                <c:pt idx="1453">
                  <c:v>81.489999999999995</c:v>
                </c:pt>
                <c:pt idx="1454">
                  <c:v>81.41</c:v>
                </c:pt>
                <c:pt idx="1455">
                  <c:v>81.569999999999993</c:v>
                </c:pt>
                <c:pt idx="1456">
                  <c:v>81.16</c:v>
                </c:pt>
                <c:pt idx="1457">
                  <c:v>82.22</c:v>
                </c:pt>
                <c:pt idx="1458">
                  <c:v>81.89</c:v>
                </c:pt>
                <c:pt idx="1459">
                  <c:v>82.08</c:v>
                </c:pt>
                <c:pt idx="1460">
                  <c:v>82.56</c:v>
                </c:pt>
                <c:pt idx="1461">
                  <c:v>82.64</c:v>
                </c:pt>
                <c:pt idx="1462">
                  <c:v>82.64</c:v>
                </c:pt>
                <c:pt idx="1463">
                  <c:v>83.16</c:v>
                </c:pt>
                <c:pt idx="1464">
                  <c:v>84.09</c:v>
                </c:pt>
                <c:pt idx="1465">
                  <c:v>84.02</c:v>
                </c:pt>
                <c:pt idx="1466">
                  <c:v>85.91</c:v>
                </c:pt>
                <c:pt idx="1467">
                  <c:v>86.12</c:v>
                </c:pt>
                <c:pt idx="1468">
                  <c:v>85.82</c:v>
                </c:pt>
                <c:pt idx="1469">
                  <c:v>85.96</c:v>
                </c:pt>
                <c:pt idx="1470">
                  <c:v>85.98</c:v>
                </c:pt>
                <c:pt idx="1471">
                  <c:v>86.24</c:v>
                </c:pt>
                <c:pt idx="1472">
                  <c:v>86.07</c:v>
                </c:pt>
                <c:pt idx="1473">
                  <c:v>85.8</c:v>
                </c:pt>
                <c:pt idx="1474">
                  <c:v>85.71</c:v>
                </c:pt>
                <c:pt idx="1475">
                  <c:v>85.51</c:v>
                </c:pt>
                <c:pt idx="1476">
                  <c:v>86.05</c:v>
                </c:pt>
                <c:pt idx="1477">
                  <c:v>86.05</c:v>
                </c:pt>
                <c:pt idx="1478">
                  <c:v>85.57</c:v>
                </c:pt>
                <c:pt idx="1479">
                  <c:v>85.47</c:v>
                </c:pt>
                <c:pt idx="1480">
                  <c:v>85.57</c:v>
                </c:pt>
                <c:pt idx="1481">
                  <c:v>85.49</c:v>
                </c:pt>
                <c:pt idx="1482">
                  <c:v>86.09</c:v>
                </c:pt>
                <c:pt idx="1483">
                  <c:v>86.12</c:v>
                </c:pt>
                <c:pt idx="1484">
                  <c:v>86.01</c:v>
                </c:pt>
                <c:pt idx="1485">
                  <c:v>85.99</c:v>
                </c:pt>
                <c:pt idx="1486">
                  <c:v>86</c:v>
                </c:pt>
                <c:pt idx="1487">
                  <c:v>87.05</c:v>
                </c:pt>
                <c:pt idx="1488">
                  <c:v>86.79</c:v>
                </c:pt>
                <c:pt idx="1489">
                  <c:v>86.97</c:v>
                </c:pt>
                <c:pt idx="1490">
                  <c:v>86.61</c:v>
                </c:pt>
                <c:pt idx="1491">
                  <c:v>86.99</c:v>
                </c:pt>
                <c:pt idx="1492">
                  <c:v>85.96</c:v>
                </c:pt>
                <c:pt idx="1493">
                  <c:v>83.91</c:v>
                </c:pt>
                <c:pt idx="1494">
                  <c:v>84.27</c:v>
                </c:pt>
                <c:pt idx="1495">
                  <c:v>84.55</c:v>
                </c:pt>
                <c:pt idx="1496">
                  <c:v>84.7</c:v>
                </c:pt>
                <c:pt idx="1497">
                  <c:v>84.23</c:v>
                </c:pt>
                <c:pt idx="1498">
                  <c:v>84.05</c:v>
                </c:pt>
                <c:pt idx="1499">
                  <c:v>84.29</c:v>
                </c:pt>
                <c:pt idx="1500">
                  <c:v>84.29</c:v>
                </c:pt>
                <c:pt idx="1501">
                  <c:v>84.57</c:v>
                </c:pt>
                <c:pt idx="1502">
                  <c:v>84.51</c:v>
                </c:pt>
                <c:pt idx="1503">
                  <c:v>83.91</c:v>
                </c:pt>
                <c:pt idx="1504">
                  <c:v>84.28</c:v>
                </c:pt>
                <c:pt idx="1505">
                  <c:v>83.98</c:v>
                </c:pt>
                <c:pt idx="1506">
                  <c:v>84.17</c:v>
                </c:pt>
                <c:pt idx="1507">
                  <c:v>84.44</c:v>
                </c:pt>
                <c:pt idx="1508">
                  <c:v>84.05</c:v>
                </c:pt>
                <c:pt idx="1509">
                  <c:v>84.42</c:v>
                </c:pt>
                <c:pt idx="1510">
                  <c:v>84.17</c:v>
                </c:pt>
                <c:pt idx="1511">
                  <c:v>83.92</c:v>
                </c:pt>
                <c:pt idx="1512">
                  <c:v>84.33</c:v>
                </c:pt>
                <c:pt idx="1513">
                  <c:v>83.76</c:v>
                </c:pt>
                <c:pt idx="1514">
                  <c:v>83.55</c:v>
                </c:pt>
                <c:pt idx="1515">
                  <c:v>83.2</c:v>
                </c:pt>
                <c:pt idx="1516">
                  <c:v>83.38</c:v>
                </c:pt>
                <c:pt idx="1517">
                  <c:v>83.44</c:v>
                </c:pt>
                <c:pt idx="1518">
                  <c:v>83.28</c:v>
                </c:pt>
                <c:pt idx="1519">
                  <c:v>83.78</c:v>
                </c:pt>
                <c:pt idx="1520">
                  <c:v>83.83</c:v>
                </c:pt>
                <c:pt idx="1521">
                  <c:v>83.66</c:v>
                </c:pt>
                <c:pt idx="1522">
                  <c:v>84.03</c:v>
                </c:pt>
                <c:pt idx="1523">
                  <c:v>84.3</c:v>
                </c:pt>
                <c:pt idx="1524">
                  <c:v>84.12</c:v>
                </c:pt>
                <c:pt idx="1525">
                  <c:v>84.05</c:v>
                </c:pt>
                <c:pt idx="1526">
                  <c:v>84.11</c:v>
                </c:pt>
                <c:pt idx="1527">
                  <c:v>84.11</c:v>
                </c:pt>
                <c:pt idx="1528">
                  <c:v>83.48</c:v>
                </c:pt>
                <c:pt idx="1529">
                  <c:v>83.84</c:v>
                </c:pt>
                <c:pt idx="1530">
                  <c:v>84.16</c:v>
                </c:pt>
                <c:pt idx="1531">
                  <c:v>83.99</c:v>
                </c:pt>
                <c:pt idx="1532">
                  <c:v>83.63</c:v>
                </c:pt>
                <c:pt idx="1533">
                  <c:v>83.83</c:v>
                </c:pt>
                <c:pt idx="1534">
                  <c:v>83.77</c:v>
                </c:pt>
                <c:pt idx="1535">
                  <c:v>83.61</c:v>
                </c:pt>
                <c:pt idx="1536">
                  <c:v>83.68</c:v>
                </c:pt>
                <c:pt idx="1537">
                  <c:v>83.54</c:v>
                </c:pt>
                <c:pt idx="1538">
                  <c:v>83.65</c:v>
                </c:pt>
                <c:pt idx="1539">
                  <c:v>83.98</c:v>
                </c:pt>
                <c:pt idx="1540">
                  <c:v>84.54</c:v>
                </c:pt>
                <c:pt idx="1541">
                  <c:v>84.5</c:v>
                </c:pt>
                <c:pt idx="1542">
                  <c:v>84.79</c:v>
                </c:pt>
                <c:pt idx="1543">
                  <c:v>85.26</c:v>
                </c:pt>
                <c:pt idx="1544">
                  <c:v>85.16</c:v>
                </c:pt>
                <c:pt idx="1545">
                  <c:v>84.97</c:v>
                </c:pt>
                <c:pt idx="1546">
                  <c:v>84.62</c:v>
                </c:pt>
                <c:pt idx="1547">
                  <c:v>84.93</c:v>
                </c:pt>
                <c:pt idx="1548">
                  <c:v>85.25</c:v>
                </c:pt>
                <c:pt idx="1549">
                  <c:v>85.24</c:v>
                </c:pt>
                <c:pt idx="1550">
                  <c:v>85.21</c:v>
                </c:pt>
                <c:pt idx="1551">
                  <c:v>85.43</c:v>
                </c:pt>
                <c:pt idx="1552">
                  <c:v>85.47</c:v>
                </c:pt>
                <c:pt idx="1553">
                  <c:v>84.89</c:v>
                </c:pt>
                <c:pt idx="1554">
                  <c:v>85.13</c:v>
                </c:pt>
                <c:pt idx="1555">
                  <c:v>84.63</c:v>
                </c:pt>
                <c:pt idx="1556">
                  <c:v>85.05</c:v>
                </c:pt>
                <c:pt idx="1557">
                  <c:v>84.95</c:v>
                </c:pt>
                <c:pt idx="1558">
                  <c:v>84.78</c:v>
                </c:pt>
                <c:pt idx="1559">
                  <c:v>84.7</c:v>
                </c:pt>
                <c:pt idx="1560">
                  <c:v>84.7</c:v>
                </c:pt>
                <c:pt idx="1561">
                  <c:v>84.44</c:v>
                </c:pt>
                <c:pt idx="1562">
                  <c:v>84.59</c:v>
                </c:pt>
                <c:pt idx="1563">
                  <c:v>84.8</c:v>
                </c:pt>
                <c:pt idx="1564">
                  <c:v>84.76</c:v>
                </c:pt>
                <c:pt idx="1565">
                  <c:v>84.76</c:v>
                </c:pt>
                <c:pt idx="1566">
                  <c:v>84.69</c:v>
                </c:pt>
                <c:pt idx="1567">
                  <c:v>85.11</c:v>
                </c:pt>
                <c:pt idx="1568">
                  <c:v>85.22</c:v>
                </c:pt>
                <c:pt idx="1569">
                  <c:v>85.06</c:v>
                </c:pt>
                <c:pt idx="1570">
                  <c:v>85.03</c:v>
                </c:pt>
                <c:pt idx="1571">
                  <c:v>85.07</c:v>
                </c:pt>
                <c:pt idx="1572">
                  <c:v>84.91</c:v>
                </c:pt>
                <c:pt idx="1573">
                  <c:v>85.13</c:v>
                </c:pt>
                <c:pt idx="1574">
                  <c:v>85.06</c:v>
                </c:pt>
                <c:pt idx="1575">
                  <c:v>85.31</c:v>
                </c:pt>
                <c:pt idx="1576">
                  <c:v>85.99</c:v>
                </c:pt>
                <c:pt idx="1577">
                  <c:v>86.26</c:v>
                </c:pt>
                <c:pt idx="1578">
                  <c:v>86.44</c:v>
                </c:pt>
                <c:pt idx="1579">
                  <c:v>86.75</c:v>
                </c:pt>
                <c:pt idx="1580">
                  <c:v>86.73</c:v>
                </c:pt>
                <c:pt idx="1581">
                  <c:v>86.83</c:v>
                </c:pt>
                <c:pt idx="1582">
                  <c:v>87.19</c:v>
                </c:pt>
                <c:pt idx="1583">
                  <c:v>87.42</c:v>
                </c:pt>
                <c:pt idx="1584">
                  <c:v>87.64</c:v>
                </c:pt>
                <c:pt idx="1585">
                  <c:v>87.41</c:v>
                </c:pt>
                <c:pt idx="1586">
                  <c:v>87.59</c:v>
                </c:pt>
                <c:pt idx="1587">
                  <c:v>87.38</c:v>
                </c:pt>
                <c:pt idx="1588">
                  <c:v>87.18</c:v>
                </c:pt>
                <c:pt idx="1589">
                  <c:v>87.01</c:v>
                </c:pt>
                <c:pt idx="1590">
                  <c:v>86.23</c:v>
                </c:pt>
                <c:pt idx="1591">
                  <c:v>86.41</c:v>
                </c:pt>
                <c:pt idx="1592">
                  <c:v>86.65</c:v>
                </c:pt>
                <c:pt idx="1593">
                  <c:v>86.8</c:v>
                </c:pt>
                <c:pt idx="1594">
                  <c:v>86.87</c:v>
                </c:pt>
                <c:pt idx="1595">
                  <c:v>86.78</c:v>
                </c:pt>
                <c:pt idx="1596">
                  <c:v>86.73</c:v>
                </c:pt>
                <c:pt idx="1597">
                  <c:v>86.43</c:v>
                </c:pt>
                <c:pt idx="1598">
                  <c:v>86.45</c:v>
                </c:pt>
                <c:pt idx="1599">
                  <c:v>85.91</c:v>
                </c:pt>
                <c:pt idx="1600">
                  <c:v>85.51</c:v>
                </c:pt>
                <c:pt idx="1601">
                  <c:v>85.71</c:v>
                </c:pt>
                <c:pt idx="1602">
                  <c:v>85.66</c:v>
                </c:pt>
                <c:pt idx="1603">
                  <c:v>85.53</c:v>
                </c:pt>
                <c:pt idx="1604">
                  <c:v>85.43</c:v>
                </c:pt>
                <c:pt idx="1605">
                  <c:v>85.41</c:v>
                </c:pt>
                <c:pt idx="1606">
                  <c:v>85.38</c:v>
                </c:pt>
                <c:pt idx="1607">
                  <c:v>85.98</c:v>
                </c:pt>
                <c:pt idx="1608">
                  <c:v>86.31</c:v>
                </c:pt>
                <c:pt idx="1609">
                  <c:v>86.49</c:v>
                </c:pt>
                <c:pt idx="1610">
                  <c:v>86.45</c:v>
                </c:pt>
                <c:pt idx="1611">
                  <c:v>86.34</c:v>
                </c:pt>
                <c:pt idx="1612">
                  <c:v>86.46</c:v>
                </c:pt>
                <c:pt idx="1613">
                  <c:v>86.37</c:v>
                </c:pt>
                <c:pt idx="1614">
                  <c:v>86.81</c:v>
                </c:pt>
                <c:pt idx="1615">
                  <c:v>86.59</c:v>
                </c:pt>
                <c:pt idx="1616">
                  <c:v>86.36</c:v>
                </c:pt>
                <c:pt idx="1617">
                  <c:v>86.24</c:v>
                </c:pt>
                <c:pt idx="1618">
                  <c:v>86.28</c:v>
                </c:pt>
                <c:pt idx="1619">
                  <c:v>86.28</c:v>
                </c:pt>
                <c:pt idx="1620">
                  <c:v>86.34</c:v>
                </c:pt>
                <c:pt idx="1621">
                  <c:v>86.18</c:v>
                </c:pt>
                <c:pt idx="1622">
                  <c:v>86.19</c:v>
                </c:pt>
                <c:pt idx="1623">
                  <c:v>86.51</c:v>
                </c:pt>
                <c:pt idx="1624">
                  <c:v>86.47</c:v>
                </c:pt>
                <c:pt idx="1625">
                  <c:v>86.45</c:v>
                </c:pt>
                <c:pt idx="1626">
                  <c:v>86.55</c:v>
                </c:pt>
                <c:pt idx="1627">
                  <c:v>86.79</c:v>
                </c:pt>
                <c:pt idx="1628">
                  <c:v>86.32</c:v>
                </c:pt>
                <c:pt idx="1629">
                  <c:v>86.52</c:v>
                </c:pt>
                <c:pt idx="1630">
                  <c:v>86.71</c:v>
                </c:pt>
                <c:pt idx="1631">
                  <c:v>86.68</c:v>
                </c:pt>
                <c:pt idx="1632">
                  <c:v>86.52</c:v>
                </c:pt>
                <c:pt idx="1633">
                  <c:v>86.46</c:v>
                </c:pt>
                <c:pt idx="1634">
                  <c:v>86.61</c:v>
                </c:pt>
                <c:pt idx="1635">
                  <c:v>86.55</c:v>
                </c:pt>
                <c:pt idx="1636">
                  <c:v>87.29</c:v>
                </c:pt>
                <c:pt idx="1637">
                  <c:v>87.33</c:v>
                </c:pt>
                <c:pt idx="1638">
                  <c:v>87.45</c:v>
                </c:pt>
                <c:pt idx="1639">
                  <c:v>87.53</c:v>
                </c:pt>
                <c:pt idx="1640">
                  <c:v>87.9</c:v>
                </c:pt>
                <c:pt idx="1641">
                  <c:v>87.77</c:v>
                </c:pt>
                <c:pt idx="1642">
                  <c:v>87.67</c:v>
                </c:pt>
                <c:pt idx="1643">
                  <c:v>87.24</c:v>
                </c:pt>
                <c:pt idx="1644">
                  <c:v>87.48</c:v>
                </c:pt>
                <c:pt idx="1645">
                  <c:v>87.64</c:v>
                </c:pt>
                <c:pt idx="1646">
                  <c:v>87.7</c:v>
                </c:pt>
                <c:pt idx="1647">
                  <c:v>87.72</c:v>
                </c:pt>
                <c:pt idx="1648">
                  <c:v>88.23</c:v>
                </c:pt>
                <c:pt idx="1649">
                  <c:v>87.9</c:v>
                </c:pt>
                <c:pt idx="1650">
                  <c:v>87.82</c:v>
                </c:pt>
                <c:pt idx="1651">
                  <c:v>88.02</c:v>
                </c:pt>
                <c:pt idx="1652">
                  <c:v>88.33</c:v>
                </c:pt>
                <c:pt idx="1653">
                  <c:v>87.95</c:v>
                </c:pt>
                <c:pt idx="1654">
                  <c:v>87.85</c:v>
                </c:pt>
                <c:pt idx="1655">
                  <c:v>87.81</c:v>
                </c:pt>
                <c:pt idx="1656">
                  <c:v>87.81</c:v>
                </c:pt>
                <c:pt idx="1657">
                  <c:v>87.54</c:v>
                </c:pt>
                <c:pt idx="1658">
                  <c:v>87.56</c:v>
                </c:pt>
                <c:pt idx="1659">
                  <c:v>87.92</c:v>
                </c:pt>
                <c:pt idx="1660">
                  <c:v>88.03</c:v>
                </c:pt>
                <c:pt idx="1661">
                  <c:v>88.17</c:v>
                </c:pt>
                <c:pt idx="1662">
                  <c:v>88.25</c:v>
                </c:pt>
                <c:pt idx="1663">
                  <c:v>88.24</c:v>
                </c:pt>
                <c:pt idx="1664">
                  <c:v>88.24</c:v>
                </c:pt>
                <c:pt idx="1665">
                  <c:v>88.34</c:v>
                </c:pt>
                <c:pt idx="1666">
                  <c:v>88.7</c:v>
                </c:pt>
                <c:pt idx="1667">
                  <c:v>88.7</c:v>
                </c:pt>
                <c:pt idx="1668">
                  <c:v>88.63</c:v>
                </c:pt>
                <c:pt idx="1669">
                  <c:v>88.83</c:v>
                </c:pt>
                <c:pt idx="1670">
                  <c:v>88.83</c:v>
                </c:pt>
                <c:pt idx="1671">
                  <c:v>89</c:v>
                </c:pt>
                <c:pt idx="1672">
                  <c:v>88.34</c:v>
                </c:pt>
                <c:pt idx="1673">
                  <c:v>88.25</c:v>
                </c:pt>
                <c:pt idx="1674">
                  <c:v>87.78</c:v>
                </c:pt>
                <c:pt idx="1675">
                  <c:v>87.96</c:v>
                </c:pt>
                <c:pt idx="1676">
                  <c:v>88.05</c:v>
                </c:pt>
                <c:pt idx="1677">
                  <c:v>88.1</c:v>
                </c:pt>
                <c:pt idx="1678">
                  <c:v>88.17</c:v>
                </c:pt>
                <c:pt idx="1679">
                  <c:v>88.42</c:v>
                </c:pt>
                <c:pt idx="1680">
                  <c:v>88.4</c:v>
                </c:pt>
                <c:pt idx="1681">
                  <c:v>88.45</c:v>
                </c:pt>
                <c:pt idx="1682">
                  <c:v>88.37</c:v>
                </c:pt>
                <c:pt idx="1683">
                  <c:v>88.11</c:v>
                </c:pt>
                <c:pt idx="1684">
                  <c:v>88.14</c:v>
                </c:pt>
                <c:pt idx="1685">
                  <c:v>87.84</c:v>
                </c:pt>
                <c:pt idx="1686">
                  <c:v>87.36</c:v>
                </c:pt>
                <c:pt idx="1687">
                  <c:v>87.66</c:v>
                </c:pt>
                <c:pt idx="1688">
                  <c:v>87.82</c:v>
                </c:pt>
                <c:pt idx="1689">
                  <c:v>88.3</c:v>
                </c:pt>
                <c:pt idx="1690">
                  <c:v>88.09</c:v>
                </c:pt>
                <c:pt idx="1691">
                  <c:v>88.05</c:v>
                </c:pt>
                <c:pt idx="1692">
                  <c:v>87.92</c:v>
                </c:pt>
                <c:pt idx="1693">
                  <c:v>87.61</c:v>
                </c:pt>
                <c:pt idx="1694">
                  <c:v>87.82</c:v>
                </c:pt>
                <c:pt idx="1695">
                  <c:v>87.78</c:v>
                </c:pt>
                <c:pt idx="1696">
                  <c:v>87.93</c:v>
                </c:pt>
                <c:pt idx="1697">
                  <c:v>87.72</c:v>
                </c:pt>
                <c:pt idx="1698">
                  <c:v>87.75</c:v>
                </c:pt>
                <c:pt idx="1699">
                  <c:v>88.12</c:v>
                </c:pt>
                <c:pt idx="1700">
                  <c:v>88.14</c:v>
                </c:pt>
                <c:pt idx="1701">
                  <c:v>88.06</c:v>
                </c:pt>
                <c:pt idx="1702">
                  <c:v>88.05</c:v>
                </c:pt>
                <c:pt idx="1703">
                  <c:v>87.9</c:v>
                </c:pt>
                <c:pt idx="1704">
                  <c:v>88.07</c:v>
                </c:pt>
                <c:pt idx="1705">
                  <c:v>87.82</c:v>
                </c:pt>
                <c:pt idx="1706">
                  <c:v>86.59</c:v>
                </c:pt>
                <c:pt idx="1707">
                  <c:v>86.56</c:v>
                </c:pt>
                <c:pt idx="1708">
                  <c:v>86.73</c:v>
                </c:pt>
                <c:pt idx="1709">
                  <c:v>86.48</c:v>
                </c:pt>
                <c:pt idx="1710">
                  <c:v>86.31</c:v>
                </c:pt>
                <c:pt idx="1711">
                  <c:v>86.5</c:v>
                </c:pt>
                <c:pt idx="1712">
                  <c:v>86.61</c:v>
                </c:pt>
                <c:pt idx="1713">
                  <c:v>86.21</c:v>
                </c:pt>
                <c:pt idx="1714">
                  <c:v>86.46</c:v>
                </c:pt>
                <c:pt idx="1715">
                  <c:v>86.33</c:v>
                </c:pt>
                <c:pt idx="1716">
                  <c:v>86.22</c:v>
                </c:pt>
                <c:pt idx="1717">
                  <c:v>85.9</c:v>
                </c:pt>
                <c:pt idx="1718">
                  <c:v>86.1</c:v>
                </c:pt>
                <c:pt idx="1719">
                  <c:v>86.1</c:v>
                </c:pt>
                <c:pt idx="1720">
                  <c:v>86.26</c:v>
                </c:pt>
                <c:pt idx="1721">
                  <c:v>86.46</c:v>
                </c:pt>
                <c:pt idx="1722">
                  <c:v>86.59</c:v>
                </c:pt>
                <c:pt idx="1723">
                  <c:v>86.54</c:v>
                </c:pt>
                <c:pt idx="1724">
                  <c:v>86.4</c:v>
                </c:pt>
                <c:pt idx="1725">
                  <c:v>86.36</c:v>
                </c:pt>
                <c:pt idx="1726">
                  <c:v>86.25</c:v>
                </c:pt>
                <c:pt idx="1727">
                  <c:v>86.66</c:v>
                </c:pt>
                <c:pt idx="1728">
                  <c:v>86.6</c:v>
                </c:pt>
                <c:pt idx="1729">
                  <c:v>86.75</c:v>
                </c:pt>
                <c:pt idx="1730">
                  <c:v>86.66</c:v>
                </c:pt>
                <c:pt idx="1731">
                  <c:v>86.7</c:v>
                </c:pt>
                <c:pt idx="1732">
                  <c:v>86.51</c:v>
                </c:pt>
                <c:pt idx="1733">
                  <c:v>86.72</c:v>
                </c:pt>
                <c:pt idx="1734">
                  <c:v>86.21</c:v>
                </c:pt>
                <c:pt idx="1735">
                  <c:v>86.2</c:v>
                </c:pt>
                <c:pt idx="1736">
                  <c:v>86.21</c:v>
                </c:pt>
                <c:pt idx="1737">
                  <c:v>86.21</c:v>
                </c:pt>
                <c:pt idx="1738">
                  <c:v>86.22</c:v>
                </c:pt>
                <c:pt idx="1739">
                  <c:v>86.36</c:v>
                </c:pt>
                <c:pt idx="1740">
                  <c:v>86.48</c:v>
                </c:pt>
                <c:pt idx="1741">
                  <c:v>86.54</c:v>
                </c:pt>
                <c:pt idx="1742">
                  <c:v>86.42</c:v>
                </c:pt>
                <c:pt idx="1743">
                  <c:v>86.58</c:v>
                </c:pt>
                <c:pt idx="1744">
                  <c:v>86.85</c:v>
                </c:pt>
                <c:pt idx="1745">
                  <c:v>87</c:v>
                </c:pt>
                <c:pt idx="1746">
                  <c:v>87.57</c:v>
                </c:pt>
                <c:pt idx="1747">
                  <c:v>87.6</c:v>
                </c:pt>
                <c:pt idx="1748">
                  <c:v>87.72</c:v>
                </c:pt>
                <c:pt idx="1749">
                  <c:v>87.71</c:v>
                </c:pt>
                <c:pt idx="1750">
                  <c:v>87.51</c:v>
                </c:pt>
                <c:pt idx="1751">
                  <c:v>87.6</c:v>
                </c:pt>
                <c:pt idx="1752">
                  <c:v>87.36</c:v>
                </c:pt>
                <c:pt idx="1753">
                  <c:v>87.55</c:v>
                </c:pt>
                <c:pt idx="1754">
                  <c:v>87.57</c:v>
                </c:pt>
                <c:pt idx="1755">
                  <c:v>87.43</c:v>
                </c:pt>
                <c:pt idx="1756">
                  <c:v>87.3</c:v>
                </c:pt>
                <c:pt idx="1757">
                  <c:v>87.56</c:v>
                </c:pt>
                <c:pt idx="1758">
                  <c:v>87.82</c:v>
                </c:pt>
                <c:pt idx="1759">
                  <c:v>87.82</c:v>
                </c:pt>
                <c:pt idx="1760">
                  <c:v>87.94</c:v>
                </c:pt>
                <c:pt idx="1761">
                  <c:v>87.94</c:v>
                </c:pt>
                <c:pt idx="1762">
                  <c:v>88.17</c:v>
                </c:pt>
                <c:pt idx="1763">
                  <c:v>88.06</c:v>
                </c:pt>
                <c:pt idx="1764">
                  <c:v>88.12</c:v>
                </c:pt>
                <c:pt idx="1765">
                  <c:v>87.97</c:v>
                </c:pt>
                <c:pt idx="1766">
                  <c:v>87.89</c:v>
                </c:pt>
                <c:pt idx="1767">
                  <c:v>87.97</c:v>
                </c:pt>
                <c:pt idx="1768">
                  <c:v>87.87</c:v>
                </c:pt>
                <c:pt idx="1769">
                  <c:v>87.95</c:v>
                </c:pt>
                <c:pt idx="1770">
                  <c:v>87.87</c:v>
                </c:pt>
                <c:pt idx="1771">
                  <c:v>88.32</c:v>
                </c:pt>
                <c:pt idx="1772">
                  <c:v>88.35</c:v>
                </c:pt>
                <c:pt idx="1773">
                  <c:v>88.47</c:v>
                </c:pt>
                <c:pt idx="1774">
                  <c:v>88.38</c:v>
                </c:pt>
                <c:pt idx="1775">
                  <c:v>88.13</c:v>
                </c:pt>
                <c:pt idx="1776">
                  <c:v>87.65</c:v>
                </c:pt>
                <c:pt idx="1777">
                  <c:v>87.67</c:v>
                </c:pt>
                <c:pt idx="1778">
                  <c:v>87.67</c:v>
                </c:pt>
                <c:pt idx="1779">
                  <c:v>87.63</c:v>
                </c:pt>
                <c:pt idx="1780">
                  <c:v>87.62</c:v>
                </c:pt>
                <c:pt idx="1781">
                  <c:v>87.34</c:v>
                </c:pt>
                <c:pt idx="1782">
                  <c:v>87.11</c:v>
                </c:pt>
                <c:pt idx="1783">
                  <c:v>87.43</c:v>
                </c:pt>
                <c:pt idx="1784">
                  <c:v>87.18</c:v>
                </c:pt>
                <c:pt idx="1785">
                  <c:v>87.07</c:v>
                </c:pt>
                <c:pt idx="1786">
                  <c:v>87.34</c:v>
                </c:pt>
                <c:pt idx="1787">
                  <c:v>87.31</c:v>
                </c:pt>
                <c:pt idx="1788">
                  <c:v>86.95</c:v>
                </c:pt>
                <c:pt idx="1789">
                  <c:v>86.63</c:v>
                </c:pt>
                <c:pt idx="1790">
                  <c:v>86.29</c:v>
                </c:pt>
                <c:pt idx="1791">
                  <c:v>86.81</c:v>
                </c:pt>
                <c:pt idx="1792">
                  <c:v>86.63</c:v>
                </c:pt>
                <c:pt idx="1793">
                  <c:v>86.68</c:v>
                </c:pt>
                <c:pt idx="1794">
                  <c:v>86.7</c:v>
                </c:pt>
                <c:pt idx="1795">
                  <c:v>86.46</c:v>
                </c:pt>
                <c:pt idx="1796">
                  <c:v>86.54</c:v>
                </c:pt>
                <c:pt idx="1797">
                  <c:v>86.18</c:v>
                </c:pt>
                <c:pt idx="1798">
                  <c:v>86.14</c:v>
                </c:pt>
                <c:pt idx="1799">
                  <c:v>86.56</c:v>
                </c:pt>
                <c:pt idx="1800">
                  <c:v>87.26</c:v>
                </c:pt>
                <c:pt idx="1801">
                  <c:v>87.35</c:v>
                </c:pt>
                <c:pt idx="1802">
                  <c:v>87.51</c:v>
                </c:pt>
                <c:pt idx="1803">
                  <c:v>87.61</c:v>
                </c:pt>
                <c:pt idx="1804">
                  <c:v>87.92</c:v>
                </c:pt>
                <c:pt idx="1805">
                  <c:v>88.6</c:v>
                </c:pt>
                <c:pt idx="1806">
                  <c:v>88.69</c:v>
                </c:pt>
                <c:pt idx="1807">
                  <c:v>88.81</c:v>
                </c:pt>
                <c:pt idx="1808">
                  <c:v>88.53</c:v>
                </c:pt>
                <c:pt idx="1809">
                  <c:v>88.42</c:v>
                </c:pt>
                <c:pt idx="1810">
                  <c:v>88.78</c:v>
                </c:pt>
                <c:pt idx="1811">
                  <c:v>88.67</c:v>
                </c:pt>
                <c:pt idx="1812">
                  <c:v>88.11</c:v>
                </c:pt>
                <c:pt idx="1813">
                  <c:v>88.25</c:v>
                </c:pt>
                <c:pt idx="1814">
                  <c:v>88.72</c:v>
                </c:pt>
                <c:pt idx="1815">
                  <c:v>88.47</c:v>
                </c:pt>
                <c:pt idx="1816">
                  <c:v>88.46</c:v>
                </c:pt>
                <c:pt idx="1817">
                  <c:v>88.6</c:v>
                </c:pt>
                <c:pt idx="1818">
                  <c:v>88.83</c:v>
                </c:pt>
                <c:pt idx="1819">
                  <c:v>88.67</c:v>
                </c:pt>
                <c:pt idx="1820">
                  <c:v>88.7</c:v>
                </c:pt>
                <c:pt idx="1821">
                  <c:v>88.81</c:v>
                </c:pt>
                <c:pt idx="1822">
                  <c:v>88.81</c:v>
                </c:pt>
                <c:pt idx="1823">
                  <c:v>88.78</c:v>
                </c:pt>
                <c:pt idx="1824">
                  <c:v>88.76</c:v>
                </c:pt>
                <c:pt idx="1825">
                  <c:v>88.86</c:v>
                </c:pt>
                <c:pt idx="1826">
                  <c:v>88.12</c:v>
                </c:pt>
                <c:pt idx="1827">
                  <c:v>88.12</c:v>
                </c:pt>
                <c:pt idx="1828">
                  <c:v>88.34</c:v>
                </c:pt>
                <c:pt idx="1829">
                  <c:v>89.3</c:v>
                </c:pt>
                <c:pt idx="1830">
                  <c:v>89.14</c:v>
                </c:pt>
                <c:pt idx="1831">
                  <c:v>89.01</c:v>
                </c:pt>
                <c:pt idx="1832">
                  <c:v>89.45</c:v>
                </c:pt>
                <c:pt idx="1833">
                  <c:v>89.45</c:v>
                </c:pt>
                <c:pt idx="1834">
                  <c:v>89.77</c:v>
                </c:pt>
                <c:pt idx="1835">
                  <c:v>89.98</c:v>
                </c:pt>
                <c:pt idx="1836">
                  <c:v>90.31</c:v>
                </c:pt>
                <c:pt idx="1837">
                  <c:v>89.91</c:v>
                </c:pt>
                <c:pt idx="1838">
                  <c:v>90.08</c:v>
                </c:pt>
                <c:pt idx="1839">
                  <c:v>90.86</c:v>
                </c:pt>
                <c:pt idx="1840">
                  <c:v>91.53</c:v>
                </c:pt>
                <c:pt idx="1841">
                  <c:v>91.62</c:v>
                </c:pt>
                <c:pt idx="1842">
                  <c:v>92.47</c:v>
                </c:pt>
                <c:pt idx="1843">
                  <c:v>92.56</c:v>
                </c:pt>
                <c:pt idx="1844">
                  <c:v>92.12</c:v>
                </c:pt>
                <c:pt idx="1845">
                  <c:v>92.77</c:v>
                </c:pt>
                <c:pt idx="1846">
                  <c:v>93.16</c:v>
                </c:pt>
                <c:pt idx="1847">
                  <c:v>93.02</c:v>
                </c:pt>
                <c:pt idx="1848">
                  <c:v>92.83</c:v>
                </c:pt>
                <c:pt idx="1849">
                  <c:v>93.04</c:v>
                </c:pt>
                <c:pt idx="1850">
                  <c:v>93.09</c:v>
                </c:pt>
                <c:pt idx="1851">
                  <c:v>93.24</c:v>
                </c:pt>
                <c:pt idx="1852">
                  <c:v>93.32</c:v>
                </c:pt>
                <c:pt idx="1853">
                  <c:v>93.47</c:v>
                </c:pt>
                <c:pt idx="1854">
                  <c:v>93.68</c:v>
                </c:pt>
                <c:pt idx="1855">
                  <c:v>93.52</c:v>
                </c:pt>
                <c:pt idx="1856">
                  <c:v>94.25</c:v>
                </c:pt>
                <c:pt idx="1857">
                  <c:v>94.71</c:v>
                </c:pt>
                <c:pt idx="1858">
                  <c:v>94.8</c:v>
                </c:pt>
                <c:pt idx="1859">
                  <c:v>94.91</c:v>
                </c:pt>
                <c:pt idx="1860">
                  <c:v>95.24</c:v>
                </c:pt>
                <c:pt idx="1861">
                  <c:v>95.15</c:v>
                </c:pt>
                <c:pt idx="1862">
                  <c:v>95.53</c:v>
                </c:pt>
                <c:pt idx="1863">
                  <c:v>94.91</c:v>
                </c:pt>
                <c:pt idx="1864">
                  <c:v>95.04</c:v>
                </c:pt>
                <c:pt idx="1865">
                  <c:v>94.29</c:v>
                </c:pt>
                <c:pt idx="1866">
                  <c:v>94.26</c:v>
                </c:pt>
                <c:pt idx="1867">
                  <c:v>94.94</c:v>
                </c:pt>
                <c:pt idx="1868">
                  <c:v>94.87</c:v>
                </c:pt>
                <c:pt idx="1869">
                  <c:v>94.89</c:v>
                </c:pt>
                <c:pt idx="1870">
                  <c:v>95.39</c:v>
                </c:pt>
                <c:pt idx="1871">
                  <c:v>96.08</c:v>
                </c:pt>
                <c:pt idx="1872">
                  <c:v>95.92</c:v>
                </c:pt>
                <c:pt idx="1873">
                  <c:v>95.9</c:v>
                </c:pt>
                <c:pt idx="1874">
                  <c:v>96.12</c:v>
                </c:pt>
                <c:pt idx="1875">
                  <c:v>95.58</c:v>
                </c:pt>
                <c:pt idx="1876">
                  <c:v>95.73</c:v>
                </c:pt>
                <c:pt idx="1877">
                  <c:v>95.42</c:v>
                </c:pt>
                <c:pt idx="1878">
                  <c:v>96.02</c:v>
                </c:pt>
                <c:pt idx="1879">
                  <c:v>95.58</c:v>
                </c:pt>
                <c:pt idx="1880">
                  <c:v>95.68</c:v>
                </c:pt>
                <c:pt idx="1881">
                  <c:v>94.98</c:v>
                </c:pt>
                <c:pt idx="1882">
                  <c:v>95.2</c:v>
                </c:pt>
                <c:pt idx="1883">
                  <c:v>95.7</c:v>
                </c:pt>
                <c:pt idx="1884">
                  <c:v>95.28</c:v>
                </c:pt>
                <c:pt idx="1885">
                  <c:v>95.25</c:v>
                </c:pt>
                <c:pt idx="1886">
                  <c:v>95.48</c:v>
                </c:pt>
                <c:pt idx="1887">
                  <c:v>95.33</c:v>
                </c:pt>
                <c:pt idx="1888">
                  <c:v>94.69</c:v>
                </c:pt>
                <c:pt idx="1889">
                  <c:v>94.69</c:v>
                </c:pt>
                <c:pt idx="1890">
                  <c:v>94.72</c:v>
                </c:pt>
                <c:pt idx="1891">
                  <c:v>94.09</c:v>
                </c:pt>
                <c:pt idx="1892">
                  <c:v>94.75</c:v>
                </c:pt>
                <c:pt idx="1893">
                  <c:v>94.3</c:v>
                </c:pt>
                <c:pt idx="1894">
                  <c:v>95.12</c:v>
                </c:pt>
                <c:pt idx="1895">
                  <c:v>96.15</c:v>
                </c:pt>
                <c:pt idx="1896">
                  <c:v>96.35</c:v>
                </c:pt>
                <c:pt idx="1897">
                  <c:v>96.92</c:v>
                </c:pt>
                <c:pt idx="1898">
                  <c:v>96.54</c:v>
                </c:pt>
                <c:pt idx="1899">
                  <c:v>96.57</c:v>
                </c:pt>
                <c:pt idx="1900">
                  <c:v>96.94</c:v>
                </c:pt>
                <c:pt idx="1901">
                  <c:v>96.72</c:v>
                </c:pt>
                <c:pt idx="1902">
                  <c:v>96.85</c:v>
                </c:pt>
                <c:pt idx="1903">
                  <c:v>96.7</c:v>
                </c:pt>
                <c:pt idx="1904">
                  <c:v>96.29</c:v>
                </c:pt>
                <c:pt idx="1905">
                  <c:v>95.8</c:v>
                </c:pt>
                <c:pt idx="1906">
                  <c:v>96.52</c:v>
                </c:pt>
                <c:pt idx="1907">
                  <c:v>96.44</c:v>
                </c:pt>
                <c:pt idx="1908">
                  <c:v>96.5</c:v>
                </c:pt>
                <c:pt idx="1909">
                  <c:v>97.1</c:v>
                </c:pt>
                <c:pt idx="1910">
                  <c:v>97.31</c:v>
                </c:pt>
                <c:pt idx="1911">
                  <c:v>96.91</c:v>
                </c:pt>
                <c:pt idx="1912">
                  <c:v>97.18</c:v>
                </c:pt>
                <c:pt idx="1913">
                  <c:v>96.81</c:v>
                </c:pt>
                <c:pt idx="1914">
                  <c:v>97.04</c:v>
                </c:pt>
                <c:pt idx="1915">
                  <c:v>97.16</c:v>
                </c:pt>
                <c:pt idx="1916">
                  <c:v>96.51</c:v>
                </c:pt>
                <c:pt idx="1917">
                  <c:v>96.51</c:v>
                </c:pt>
                <c:pt idx="1918">
                  <c:v>95.97</c:v>
                </c:pt>
                <c:pt idx="1919">
                  <c:v>94.9</c:v>
                </c:pt>
                <c:pt idx="1920">
                  <c:v>95.46</c:v>
                </c:pt>
                <c:pt idx="1921">
                  <c:v>94.88</c:v>
                </c:pt>
                <c:pt idx="1922">
                  <c:v>94.5</c:v>
                </c:pt>
                <c:pt idx="1923">
                  <c:v>94.38</c:v>
                </c:pt>
                <c:pt idx="1924">
                  <c:v>94.26</c:v>
                </c:pt>
                <c:pt idx="1925">
                  <c:v>94.68</c:v>
                </c:pt>
                <c:pt idx="1926">
                  <c:v>93.26</c:v>
                </c:pt>
                <c:pt idx="1927">
                  <c:v>94.01</c:v>
                </c:pt>
                <c:pt idx="1928">
                  <c:v>94.36</c:v>
                </c:pt>
                <c:pt idx="1929">
                  <c:v>94.24</c:v>
                </c:pt>
                <c:pt idx="1930">
                  <c:v>94.24</c:v>
                </c:pt>
                <c:pt idx="1931">
                  <c:v>94.95</c:v>
                </c:pt>
                <c:pt idx="1932">
                  <c:v>94.56</c:v>
                </c:pt>
                <c:pt idx="1933">
                  <c:v>94.65</c:v>
                </c:pt>
                <c:pt idx="1934">
                  <c:v>94.85</c:v>
                </c:pt>
                <c:pt idx="1935">
                  <c:v>95.73</c:v>
                </c:pt>
                <c:pt idx="1936">
                  <c:v>95.52</c:v>
                </c:pt>
                <c:pt idx="1937">
                  <c:v>95.73</c:v>
                </c:pt>
                <c:pt idx="1938">
                  <c:v>95.58</c:v>
                </c:pt>
                <c:pt idx="1939">
                  <c:v>95.52</c:v>
                </c:pt>
                <c:pt idx="1940">
                  <c:v>94.7</c:v>
                </c:pt>
                <c:pt idx="1941">
                  <c:v>94.98</c:v>
                </c:pt>
                <c:pt idx="1942">
                  <c:v>94.78</c:v>
                </c:pt>
                <c:pt idx="1943">
                  <c:v>95.48</c:v>
                </c:pt>
                <c:pt idx="1944">
                  <c:v>95.79</c:v>
                </c:pt>
                <c:pt idx="1945">
                  <c:v>95.43</c:v>
                </c:pt>
                <c:pt idx="1946">
                  <c:v>95.41</c:v>
                </c:pt>
                <c:pt idx="1947">
                  <c:v>95.51</c:v>
                </c:pt>
                <c:pt idx="1948">
                  <c:v>95.07</c:v>
                </c:pt>
                <c:pt idx="1949">
                  <c:v>95.3</c:v>
                </c:pt>
                <c:pt idx="1950">
                  <c:v>94.89</c:v>
                </c:pt>
                <c:pt idx="1951">
                  <c:v>95.18</c:v>
                </c:pt>
                <c:pt idx="1952">
                  <c:v>95.02</c:v>
                </c:pt>
                <c:pt idx="1953">
                  <c:v>94.94</c:v>
                </c:pt>
                <c:pt idx="1954">
                  <c:v>95.55</c:v>
                </c:pt>
                <c:pt idx="1955">
                  <c:v>95.67</c:v>
                </c:pt>
                <c:pt idx="1956">
                  <c:v>95.85</c:v>
                </c:pt>
                <c:pt idx="1957">
                  <c:v>95.86</c:v>
                </c:pt>
                <c:pt idx="1958">
                  <c:v>95.57</c:v>
                </c:pt>
                <c:pt idx="1959">
                  <c:v>95.65</c:v>
                </c:pt>
                <c:pt idx="1960">
                  <c:v>95.49</c:v>
                </c:pt>
                <c:pt idx="1961">
                  <c:v>95.84</c:v>
                </c:pt>
                <c:pt idx="1962">
                  <c:v>95.85</c:v>
                </c:pt>
                <c:pt idx="1963">
                  <c:v>95.58</c:v>
                </c:pt>
                <c:pt idx="1964">
                  <c:v>96.32</c:v>
                </c:pt>
                <c:pt idx="1965">
                  <c:v>97.15</c:v>
                </c:pt>
                <c:pt idx="1966">
                  <c:v>97.28</c:v>
                </c:pt>
                <c:pt idx="1967">
                  <c:v>97.23</c:v>
                </c:pt>
                <c:pt idx="1968">
                  <c:v>97.47</c:v>
                </c:pt>
                <c:pt idx="1969">
                  <c:v>97.35</c:v>
                </c:pt>
                <c:pt idx="1970">
                  <c:v>97.45</c:v>
                </c:pt>
                <c:pt idx="1971">
                  <c:v>98.19</c:v>
                </c:pt>
                <c:pt idx="1972">
                  <c:v>98.4</c:v>
                </c:pt>
                <c:pt idx="1973">
                  <c:v>98.87</c:v>
                </c:pt>
                <c:pt idx="1974">
                  <c:v>99.13</c:v>
                </c:pt>
                <c:pt idx="1975">
                  <c:v>99.65</c:v>
                </c:pt>
                <c:pt idx="1976">
                  <c:v>99.62</c:v>
                </c:pt>
                <c:pt idx="1977">
                  <c:v>99.56</c:v>
                </c:pt>
                <c:pt idx="1978">
                  <c:v>99.55</c:v>
                </c:pt>
                <c:pt idx="1979">
                  <c:v>100.43</c:v>
                </c:pt>
                <c:pt idx="1980">
                  <c:v>100.61</c:v>
                </c:pt>
                <c:pt idx="1981">
                  <c:v>101.17</c:v>
                </c:pt>
                <c:pt idx="1982">
                  <c:v>101.39</c:v>
                </c:pt>
                <c:pt idx="1983">
                  <c:v>101.03</c:v>
                </c:pt>
                <c:pt idx="1984">
                  <c:v>99.75</c:v>
                </c:pt>
                <c:pt idx="1985">
                  <c:v>100.41</c:v>
                </c:pt>
                <c:pt idx="1986">
                  <c:v>100.76</c:v>
                </c:pt>
                <c:pt idx="1987">
                  <c:v>99.67</c:v>
                </c:pt>
                <c:pt idx="1988">
                  <c:v>100.05</c:v>
                </c:pt>
                <c:pt idx="1989">
                  <c:v>99.05</c:v>
                </c:pt>
                <c:pt idx="1990">
                  <c:v>99.39</c:v>
                </c:pt>
                <c:pt idx="1991">
                  <c:v>99.89</c:v>
                </c:pt>
                <c:pt idx="1992">
                  <c:v>100.47</c:v>
                </c:pt>
                <c:pt idx="1993">
                  <c:v>99.82</c:v>
                </c:pt>
                <c:pt idx="1994">
                  <c:v>99.06</c:v>
                </c:pt>
                <c:pt idx="1995">
                  <c:v>99.26</c:v>
                </c:pt>
                <c:pt idx="1996">
                  <c:v>98.36</c:v>
                </c:pt>
                <c:pt idx="1997">
                  <c:v>98.6</c:v>
                </c:pt>
                <c:pt idx="1998">
                  <c:v>98.2</c:v>
                </c:pt>
                <c:pt idx="1999">
                  <c:v>99</c:v>
                </c:pt>
                <c:pt idx="2000">
                  <c:v>99.05</c:v>
                </c:pt>
                <c:pt idx="2001">
                  <c:v>100.07</c:v>
                </c:pt>
                <c:pt idx="2002">
                  <c:v>99.6</c:v>
                </c:pt>
                <c:pt idx="2003">
                  <c:v>99.47</c:v>
                </c:pt>
                <c:pt idx="2004">
                  <c:v>98.86</c:v>
                </c:pt>
                <c:pt idx="2005">
                  <c:v>99.07</c:v>
                </c:pt>
                <c:pt idx="2006">
                  <c:v>99.05</c:v>
                </c:pt>
                <c:pt idx="2007">
                  <c:v>98.71</c:v>
                </c:pt>
                <c:pt idx="2008">
                  <c:v>97.96</c:v>
                </c:pt>
                <c:pt idx="2009">
                  <c:v>97.73</c:v>
                </c:pt>
                <c:pt idx="2010">
                  <c:v>97.28</c:v>
                </c:pt>
                <c:pt idx="2011">
                  <c:v>97.68</c:v>
                </c:pt>
                <c:pt idx="2012">
                  <c:v>97.7</c:v>
                </c:pt>
                <c:pt idx="2013">
                  <c:v>97.99</c:v>
                </c:pt>
                <c:pt idx="2014">
                  <c:v>97.83</c:v>
                </c:pt>
                <c:pt idx="2015">
                  <c:v>98.43</c:v>
                </c:pt>
                <c:pt idx="2016">
                  <c:v>98.39</c:v>
                </c:pt>
                <c:pt idx="2017">
                  <c:v>97.49</c:v>
                </c:pt>
                <c:pt idx="2018">
                  <c:v>97.05</c:v>
                </c:pt>
                <c:pt idx="2019">
                  <c:v>97.25</c:v>
                </c:pt>
                <c:pt idx="2020">
                  <c:v>97.26</c:v>
                </c:pt>
                <c:pt idx="2021">
                  <c:v>97.11</c:v>
                </c:pt>
                <c:pt idx="2022">
                  <c:v>97.6</c:v>
                </c:pt>
                <c:pt idx="2023">
                  <c:v>97.64</c:v>
                </c:pt>
                <c:pt idx="2024">
                  <c:v>97.08</c:v>
                </c:pt>
                <c:pt idx="2025">
                  <c:v>97.13</c:v>
                </c:pt>
                <c:pt idx="2026">
                  <c:v>97.13</c:v>
                </c:pt>
                <c:pt idx="2027">
                  <c:v>96.69</c:v>
                </c:pt>
                <c:pt idx="2028">
                  <c:v>96.61</c:v>
                </c:pt>
                <c:pt idx="2029">
                  <c:v>96.66</c:v>
                </c:pt>
                <c:pt idx="2030">
                  <c:v>96.87</c:v>
                </c:pt>
                <c:pt idx="2031">
                  <c:v>96.95</c:v>
                </c:pt>
                <c:pt idx="2032">
                  <c:v>96.72</c:v>
                </c:pt>
                <c:pt idx="2033">
                  <c:v>96.49</c:v>
                </c:pt>
                <c:pt idx="2034">
                  <c:v>97.54</c:v>
                </c:pt>
                <c:pt idx="2035">
                  <c:v>97.49</c:v>
                </c:pt>
                <c:pt idx="2036">
                  <c:v>98.1</c:v>
                </c:pt>
                <c:pt idx="2037">
                  <c:v>97.98</c:v>
                </c:pt>
                <c:pt idx="2038">
                  <c:v>97.44</c:v>
                </c:pt>
                <c:pt idx="2039">
                  <c:v>97.73</c:v>
                </c:pt>
                <c:pt idx="2040">
                  <c:v>97.01</c:v>
                </c:pt>
                <c:pt idx="2041">
                  <c:v>96.06</c:v>
                </c:pt>
                <c:pt idx="2042">
                  <c:v>95.77</c:v>
                </c:pt>
                <c:pt idx="2043">
                  <c:v>95.46</c:v>
                </c:pt>
                <c:pt idx="2044">
                  <c:v>95.64</c:v>
                </c:pt>
                <c:pt idx="2045">
                  <c:v>96.07</c:v>
                </c:pt>
                <c:pt idx="2046">
                  <c:v>95.54</c:v>
                </c:pt>
                <c:pt idx="2047">
                  <c:v>95.52</c:v>
                </c:pt>
                <c:pt idx="2048">
                  <c:v>95.65</c:v>
                </c:pt>
                <c:pt idx="2049">
                  <c:v>95.25</c:v>
                </c:pt>
                <c:pt idx="2050">
                  <c:v>95.2</c:v>
                </c:pt>
                <c:pt idx="2051">
                  <c:v>95.21</c:v>
                </c:pt>
                <c:pt idx="2052">
                  <c:v>95.76</c:v>
                </c:pt>
                <c:pt idx="2053">
                  <c:v>95.95</c:v>
                </c:pt>
                <c:pt idx="2054">
                  <c:v>96.15</c:v>
                </c:pt>
                <c:pt idx="2055">
                  <c:v>96.19</c:v>
                </c:pt>
                <c:pt idx="2056">
                  <c:v>96.19</c:v>
                </c:pt>
                <c:pt idx="2057">
                  <c:v>96.39</c:v>
                </c:pt>
                <c:pt idx="2058">
                  <c:v>96.72</c:v>
                </c:pt>
                <c:pt idx="2059">
                  <c:v>96.6</c:v>
                </c:pt>
                <c:pt idx="2060">
                  <c:v>96.68</c:v>
                </c:pt>
                <c:pt idx="2061">
                  <c:v>97.23</c:v>
                </c:pt>
                <c:pt idx="2062">
                  <c:v>97.66</c:v>
                </c:pt>
                <c:pt idx="2063">
                  <c:v>97.88</c:v>
                </c:pt>
                <c:pt idx="2064">
                  <c:v>97.77</c:v>
                </c:pt>
                <c:pt idx="2065">
                  <c:v>98.4</c:v>
                </c:pt>
                <c:pt idx="2066">
                  <c:v>98.32</c:v>
                </c:pt>
                <c:pt idx="2067">
                  <c:v>98.1</c:v>
                </c:pt>
                <c:pt idx="2068">
                  <c:v>98.35</c:v>
                </c:pt>
                <c:pt idx="2069">
                  <c:v>98.86</c:v>
                </c:pt>
                <c:pt idx="2070">
                  <c:v>99.24</c:v>
                </c:pt>
                <c:pt idx="2071">
                  <c:v>99.16</c:v>
                </c:pt>
                <c:pt idx="2072">
                  <c:v>98.98</c:v>
                </c:pt>
                <c:pt idx="2073">
                  <c:v>98.18</c:v>
                </c:pt>
                <c:pt idx="2074">
                  <c:v>98.72</c:v>
                </c:pt>
                <c:pt idx="2075">
                  <c:v>98.76</c:v>
                </c:pt>
                <c:pt idx="2076">
                  <c:v>99.06</c:v>
                </c:pt>
                <c:pt idx="2077">
                  <c:v>98.28</c:v>
                </c:pt>
                <c:pt idx="2078">
                  <c:v>98.47</c:v>
                </c:pt>
                <c:pt idx="2079">
                  <c:v>98.54</c:v>
                </c:pt>
                <c:pt idx="2080">
                  <c:v>98.83</c:v>
                </c:pt>
                <c:pt idx="2081">
                  <c:v>98.57</c:v>
                </c:pt>
                <c:pt idx="2082">
                  <c:v>98.51</c:v>
                </c:pt>
                <c:pt idx="2083">
                  <c:v>98.51</c:v>
                </c:pt>
                <c:pt idx="2084">
                  <c:v>98.51</c:v>
                </c:pt>
                <c:pt idx="2085">
                  <c:v>99.1</c:v>
                </c:pt>
                <c:pt idx="2086">
                  <c:v>99.28</c:v>
                </c:pt>
                <c:pt idx="2087">
                  <c:v>99.65</c:v>
                </c:pt>
                <c:pt idx="2088">
                  <c:v>99.65</c:v>
                </c:pt>
                <c:pt idx="2089">
                  <c:v>100.1</c:v>
                </c:pt>
                <c:pt idx="2090">
                  <c:v>101.06</c:v>
                </c:pt>
                <c:pt idx="2091">
                  <c:v>101.4</c:v>
                </c:pt>
                <c:pt idx="2092">
                  <c:v>100.64</c:v>
                </c:pt>
                <c:pt idx="2093">
                  <c:v>101.02</c:v>
                </c:pt>
                <c:pt idx="2094">
                  <c:v>100.93</c:v>
                </c:pt>
                <c:pt idx="2095">
                  <c:v>100.93</c:v>
                </c:pt>
                <c:pt idx="2096">
                  <c:v>100.71</c:v>
                </c:pt>
                <c:pt idx="2097">
                  <c:v>100.74</c:v>
                </c:pt>
                <c:pt idx="2098">
                  <c:v>100.98</c:v>
                </c:pt>
                <c:pt idx="2099">
                  <c:v>100.99</c:v>
                </c:pt>
                <c:pt idx="2100">
                  <c:v>101.04</c:v>
                </c:pt>
                <c:pt idx="2101">
                  <c:v>101.2</c:v>
                </c:pt>
                <c:pt idx="2102">
                  <c:v>100.24</c:v>
                </c:pt>
                <c:pt idx="2103">
                  <c:v>99.76</c:v>
                </c:pt>
                <c:pt idx="2104">
                  <c:v>98.44</c:v>
                </c:pt>
                <c:pt idx="2105">
                  <c:v>99.16</c:v>
                </c:pt>
                <c:pt idx="2106">
                  <c:v>98.98</c:v>
                </c:pt>
                <c:pt idx="2107">
                  <c:v>99.82</c:v>
                </c:pt>
                <c:pt idx="2108">
                  <c:v>100.58</c:v>
                </c:pt>
                <c:pt idx="2109">
                  <c:v>100.72</c:v>
                </c:pt>
                <c:pt idx="2110">
                  <c:v>100.27</c:v>
                </c:pt>
                <c:pt idx="2111">
                  <c:v>99.86</c:v>
                </c:pt>
                <c:pt idx="2112">
                  <c:v>99.14</c:v>
                </c:pt>
                <c:pt idx="2113">
                  <c:v>98.55</c:v>
                </c:pt>
                <c:pt idx="2114">
                  <c:v>99.52</c:v>
                </c:pt>
                <c:pt idx="2115">
                  <c:v>99.93</c:v>
                </c:pt>
                <c:pt idx="2116">
                  <c:v>99.57</c:v>
                </c:pt>
                <c:pt idx="2117">
                  <c:v>99.94</c:v>
                </c:pt>
                <c:pt idx="2118">
                  <c:v>99.59</c:v>
                </c:pt>
                <c:pt idx="2119">
                  <c:v>100.01</c:v>
                </c:pt>
                <c:pt idx="2120">
                  <c:v>100.12</c:v>
                </c:pt>
                <c:pt idx="2121">
                  <c:v>100.51</c:v>
                </c:pt>
                <c:pt idx="2122">
                  <c:v>100.17</c:v>
                </c:pt>
                <c:pt idx="2123">
                  <c:v>100</c:v>
                </c:pt>
                <c:pt idx="2124">
                  <c:v>100.32</c:v>
                </c:pt>
                <c:pt idx="2125">
                  <c:v>99.32</c:v>
                </c:pt>
                <c:pt idx="2126">
                  <c:v>99.35</c:v>
                </c:pt>
                <c:pt idx="2127">
                  <c:v>100.19</c:v>
                </c:pt>
                <c:pt idx="2128">
                  <c:v>99.94</c:v>
                </c:pt>
                <c:pt idx="2129">
                  <c:v>99.83</c:v>
                </c:pt>
                <c:pt idx="2130">
                  <c:v>99.58</c:v>
                </c:pt>
                <c:pt idx="2131">
                  <c:v>99.55</c:v>
                </c:pt>
                <c:pt idx="2132">
                  <c:v>99.9</c:v>
                </c:pt>
                <c:pt idx="2133">
                  <c:v>100.83</c:v>
                </c:pt>
                <c:pt idx="2134">
                  <c:v>100.63</c:v>
                </c:pt>
                <c:pt idx="2135">
                  <c:v>100.31</c:v>
                </c:pt>
                <c:pt idx="2136">
                  <c:v>100.4</c:v>
                </c:pt>
                <c:pt idx="2137">
                  <c:v>100.58</c:v>
                </c:pt>
                <c:pt idx="2138">
                  <c:v>100.39</c:v>
                </c:pt>
                <c:pt idx="2139">
                  <c:v>99.8</c:v>
                </c:pt>
                <c:pt idx="2140">
                  <c:v>100.06</c:v>
                </c:pt>
                <c:pt idx="2141">
                  <c:v>99.99</c:v>
                </c:pt>
                <c:pt idx="2142">
                  <c:v>100.42</c:v>
                </c:pt>
                <c:pt idx="2143">
                  <c:v>100.77</c:v>
                </c:pt>
                <c:pt idx="2144">
                  <c:v>100.64</c:v>
                </c:pt>
                <c:pt idx="2145">
                  <c:v>100.35</c:v>
                </c:pt>
                <c:pt idx="2146">
                  <c:v>100.4</c:v>
                </c:pt>
                <c:pt idx="2147">
                  <c:v>100.2</c:v>
                </c:pt>
                <c:pt idx="2148">
                  <c:v>99.77</c:v>
                </c:pt>
                <c:pt idx="2149">
                  <c:v>100.33</c:v>
                </c:pt>
                <c:pt idx="2150">
                  <c:v>101.34</c:v>
                </c:pt>
                <c:pt idx="2151">
                  <c:v>101.5</c:v>
                </c:pt>
                <c:pt idx="2152">
                  <c:v>101.71</c:v>
                </c:pt>
                <c:pt idx="2153">
                  <c:v>101.84</c:v>
                </c:pt>
                <c:pt idx="2154">
                  <c:v>101.85</c:v>
                </c:pt>
                <c:pt idx="2155">
                  <c:v>101.5</c:v>
                </c:pt>
                <c:pt idx="2156">
                  <c:v>101.22</c:v>
                </c:pt>
                <c:pt idx="2157">
                  <c:v>100.21</c:v>
                </c:pt>
                <c:pt idx="2158">
                  <c:v>100.54</c:v>
                </c:pt>
                <c:pt idx="2159">
                  <c:v>100.54</c:v>
                </c:pt>
                <c:pt idx="2160">
                  <c:v>100.44</c:v>
                </c:pt>
                <c:pt idx="2161">
                  <c:v>99.51</c:v>
                </c:pt>
                <c:pt idx="2162">
                  <c:v>99.59</c:v>
                </c:pt>
                <c:pt idx="2163">
                  <c:v>99.81</c:v>
                </c:pt>
                <c:pt idx="2164">
                  <c:v>99.92</c:v>
                </c:pt>
                <c:pt idx="2165">
                  <c:v>99.74</c:v>
                </c:pt>
                <c:pt idx="2166">
                  <c:v>99.22</c:v>
                </c:pt>
                <c:pt idx="2167">
                  <c:v>99.28</c:v>
                </c:pt>
                <c:pt idx="2168">
                  <c:v>99.56</c:v>
                </c:pt>
                <c:pt idx="2169">
                  <c:v>99.38</c:v>
                </c:pt>
                <c:pt idx="2170">
                  <c:v>99.34</c:v>
                </c:pt>
                <c:pt idx="2171">
                  <c:v>99.62</c:v>
                </c:pt>
                <c:pt idx="2172">
                  <c:v>99.73</c:v>
                </c:pt>
                <c:pt idx="2173">
                  <c:v>99.71</c:v>
                </c:pt>
                <c:pt idx="2174">
                  <c:v>99.32</c:v>
                </c:pt>
                <c:pt idx="2175">
                  <c:v>99.24</c:v>
                </c:pt>
                <c:pt idx="2176">
                  <c:v>98.71</c:v>
                </c:pt>
                <c:pt idx="2177">
                  <c:v>98.8</c:v>
                </c:pt>
                <c:pt idx="2178">
                  <c:v>98.89</c:v>
                </c:pt>
                <c:pt idx="2179">
                  <c:v>99.05</c:v>
                </c:pt>
                <c:pt idx="2180">
                  <c:v>99.31</c:v>
                </c:pt>
                <c:pt idx="2181">
                  <c:v>99.39</c:v>
                </c:pt>
                <c:pt idx="2182">
                  <c:v>99.59</c:v>
                </c:pt>
                <c:pt idx="2183">
                  <c:v>99.6</c:v>
                </c:pt>
                <c:pt idx="2184">
                  <c:v>99.92</c:v>
                </c:pt>
                <c:pt idx="2185">
                  <c:v>100.17</c:v>
                </c:pt>
                <c:pt idx="2186">
                  <c:v>100.17</c:v>
                </c:pt>
                <c:pt idx="2187">
                  <c:v>99.5</c:v>
                </c:pt>
                <c:pt idx="2188">
                  <c:v>98.89</c:v>
                </c:pt>
                <c:pt idx="2189">
                  <c:v>99.08</c:v>
                </c:pt>
                <c:pt idx="2190">
                  <c:v>99.08</c:v>
                </c:pt>
                <c:pt idx="2191">
                  <c:v>99.75</c:v>
                </c:pt>
                <c:pt idx="2192">
                  <c:v>100.15</c:v>
                </c:pt>
                <c:pt idx="2193">
                  <c:v>100.25</c:v>
                </c:pt>
                <c:pt idx="2194">
                  <c:v>100.48</c:v>
                </c:pt>
                <c:pt idx="2195">
                  <c:v>100.23</c:v>
                </c:pt>
                <c:pt idx="2196">
                  <c:v>100.14</c:v>
                </c:pt>
                <c:pt idx="2197">
                  <c:v>99.8</c:v>
                </c:pt>
                <c:pt idx="2198">
                  <c:v>99.55</c:v>
                </c:pt>
                <c:pt idx="2199">
                  <c:v>100.15</c:v>
                </c:pt>
                <c:pt idx="2200">
                  <c:v>100.4</c:v>
                </c:pt>
                <c:pt idx="2201">
                  <c:v>100.39</c:v>
                </c:pt>
                <c:pt idx="2202">
                  <c:v>101.2</c:v>
                </c:pt>
                <c:pt idx="2203">
                  <c:v>101.94</c:v>
                </c:pt>
                <c:pt idx="2204">
                  <c:v>101.76</c:v>
                </c:pt>
                <c:pt idx="2205">
                  <c:v>102.25</c:v>
                </c:pt>
                <c:pt idx="2206">
                  <c:v>101.41</c:v>
                </c:pt>
                <c:pt idx="2207">
                  <c:v>100.07</c:v>
                </c:pt>
                <c:pt idx="2208">
                  <c:v>100.53</c:v>
                </c:pt>
                <c:pt idx="2209">
                  <c:v>100.12</c:v>
                </c:pt>
                <c:pt idx="2210">
                  <c:v>100.51</c:v>
                </c:pt>
                <c:pt idx="2211">
                  <c:v>100.87</c:v>
                </c:pt>
                <c:pt idx="2212">
                  <c:v>101.12</c:v>
                </c:pt>
                <c:pt idx="2213">
                  <c:v>101.12</c:v>
                </c:pt>
                <c:pt idx="2214">
                  <c:v>101.55</c:v>
                </c:pt>
                <c:pt idx="2215">
                  <c:v>101.64</c:v>
                </c:pt>
                <c:pt idx="2216">
                  <c:v>101.17</c:v>
                </c:pt>
                <c:pt idx="2217">
                  <c:v>101.46</c:v>
                </c:pt>
                <c:pt idx="2218">
                  <c:v>101.98</c:v>
                </c:pt>
                <c:pt idx="2219">
                  <c:v>101.57</c:v>
                </c:pt>
                <c:pt idx="2220">
                  <c:v>101.75</c:v>
                </c:pt>
                <c:pt idx="2221">
                  <c:v>101.67</c:v>
                </c:pt>
                <c:pt idx="2222">
                  <c:v>101.82</c:v>
                </c:pt>
                <c:pt idx="2223">
                  <c:v>102.46</c:v>
                </c:pt>
                <c:pt idx="2224">
                  <c:v>102.09</c:v>
                </c:pt>
                <c:pt idx="2225">
                  <c:v>101.51</c:v>
                </c:pt>
                <c:pt idx="2226">
                  <c:v>101.48</c:v>
                </c:pt>
                <c:pt idx="2227">
                  <c:v>101.37</c:v>
                </c:pt>
                <c:pt idx="2228">
                  <c:v>100.82</c:v>
                </c:pt>
                <c:pt idx="2229">
                  <c:v>100.58</c:v>
                </c:pt>
                <c:pt idx="2230">
                  <c:v>100.47</c:v>
                </c:pt>
                <c:pt idx="2231">
                  <c:v>100.94</c:v>
                </c:pt>
                <c:pt idx="2232">
                  <c:v>101.1</c:v>
                </c:pt>
                <c:pt idx="2233">
                  <c:v>100.97</c:v>
                </c:pt>
                <c:pt idx="2234">
                  <c:v>100.7</c:v>
                </c:pt>
                <c:pt idx="2235">
                  <c:v>101.02</c:v>
                </c:pt>
                <c:pt idx="2236">
                  <c:v>100.36</c:v>
                </c:pt>
                <c:pt idx="2237">
                  <c:v>100.56</c:v>
                </c:pt>
                <c:pt idx="2238">
                  <c:v>101.11</c:v>
                </c:pt>
                <c:pt idx="2239">
                  <c:v>101.14</c:v>
                </c:pt>
                <c:pt idx="2240">
                  <c:v>101.65</c:v>
                </c:pt>
                <c:pt idx="2241">
                  <c:v>101.13</c:v>
                </c:pt>
                <c:pt idx="2242">
                  <c:v>100.84</c:v>
                </c:pt>
                <c:pt idx="2243">
                  <c:v>101.1</c:v>
                </c:pt>
                <c:pt idx="2244">
                  <c:v>101.49</c:v>
                </c:pt>
                <c:pt idx="2245">
                  <c:v>101.48</c:v>
                </c:pt>
                <c:pt idx="2246">
                  <c:v>101.76</c:v>
                </c:pt>
                <c:pt idx="2247">
                  <c:v>101.79</c:v>
                </c:pt>
                <c:pt idx="2248">
                  <c:v>101.65</c:v>
                </c:pt>
                <c:pt idx="2249">
                  <c:v>102.42</c:v>
                </c:pt>
                <c:pt idx="2250">
                  <c:v>102.17</c:v>
                </c:pt>
                <c:pt idx="2251">
                  <c:v>102.4</c:v>
                </c:pt>
                <c:pt idx="2252">
                  <c:v>102.12</c:v>
                </c:pt>
                <c:pt idx="2253">
                  <c:v>101.99</c:v>
                </c:pt>
                <c:pt idx="2254">
                  <c:v>102.18</c:v>
                </c:pt>
                <c:pt idx="2255">
                  <c:v>102.03</c:v>
                </c:pt>
                <c:pt idx="2256">
                  <c:v>102.23</c:v>
                </c:pt>
                <c:pt idx="2257">
                  <c:v>102.57</c:v>
                </c:pt>
                <c:pt idx="2258">
                  <c:v>101.93</c:v>
                </c:pt>
                <c:pt idx="2259">
                  <c:v>100.22</c:v>
                </c:pt>
                <c:pt idx="2260">
                  <c:v>100.2</c:v>
                </c:pt>
                <c:pt idx="2261">
                  <c:v>99.19</c:v>
                </c:pt>
                <c:pt idx="2262">
                  <c:v>99.4</c:v>
                </c:pt>
                <c:pt idx="2263">
                  <c:v>98.38</c:v>
                </c:pt>
                <c:pt idx="2264">
                  <c:v>98.2</c:v>
                </c:pt>
                <c:pt idx="2265">
                  <c:v>97.87</c:v>
                </c:pt>
                <c:pt idx="2266">
                  <c:v>98.18</c:v>
                </c:pt>
                <c:pt idx="2267">
                  <c:v>98.24</c:v>
                </c:pt>
                <c:pt idx="2268">
                  <c:v>96.64</c:v>
                </c:pt>
                <c:pt idx="2269">
                  <c:v>96.5</c:v>
                </c:pt>
                <c:pt idx="2270">
                  <c:v>96.8</c:v>
                </c:pt>
                <c:pt idx="2271">
                  <c:v>96.51</c:v>
                </c:pt>
                <c:pt idx="2272">
                  <c:v>96.76</c:v>
                </c:pt>
                <c:pt idx="2273">
                  <c:v>96.47</c:v>
                </c:pt>
                <c:pt idx="2274">
                  <c:v>96.71</c:v>
                </c:pt>
                <c:pt idx="2275">
                  <c:v>96.77</c:v>
                </c:pt>
                <c:pt idx="2276">
                  <c:v>96.63</c:v>
                </c:pt>
                <c:pt idx="2277">
                  <c:v>96.45</c:v>
                </c:pt>
                <c:pt idx="2278">
                  <c:v>96.22</c:v>
                </c:pt>
                <c:pt idx="2279">
                  <c:v>96.38</c:v>
                </c:pt>
                <c:pt idx="2280">
                  <c:v>96.12</c:v>
                </c:pt>
                <c:pt idx="2281">
                  <c:v>95.82</c:v>
                </c:pt>
                <c:pt idx="2282">
                  <c:v>96.17</c:v>
                </c:pt>
                <c:pt idx="2283">
                  <c:v>95.36</c:v>
                </c:pt>
                <c:pt idx="2284">
                  <c:v>95.37</c:v>
                </c:pt>
                <c:pt idx="2285">
                  <c:v>94.98</c:v>
                </c:pt>
                <c:pt idx="2286">
                  <c:v>94.53</c:v>
                </c:pt>
                <c:pt idx="2287">
                  <c:v>92.37</c:v>
                </c:pt>
                <c:pt idx="2288">
                  <c:v>93.11</c:v>
                </c:pt>
                <c:pt idx="2289">
                  <c:v>93.1</c:v>
                </c:pt>
                <c:pt idx="2290">
                  <c:v>93.8</c:v>
                </c:pt>
                <c:pt idx="2291">
                  <c:v>93.14</c:v>
                </c:pt>
                <c:pt idx="2292">
                  <c:v>93.4</c:v>
                </c:pt>
                <c:pt idx="2293">
                  <c:v>92.2</c:v>
                </c:pt>
                <c:pt idx="2294">
                  <c:v>92.22</c:v>
                </c:pt>
                <c:pt idx="2295">
                  <c:v>92.57</c:v>
                </c:pt>
                <c:pt idx="2296">
                  <c:v>93.02</c:v>
                </c:pt>
                <c:pt idx="2297">
                  <c:v>93.49</c:v>
                </c:pt>
                <c:pt idx="2298">
                  <c:v>93.21</c:v>
                </c:pt>
                <c:pt idx="2299">
                  <c:v>93.17</c:v>
                </c:pt>
                <c:pt idx="2300">
                  <c:v>94.39</c:v>
                </c:pt>
                <c:pt idx="2301">
                  <c:v>93.88</c:v>
                </c:pt>
                <c:pt idx="2302">
                  <c:v>93.92</c:v>
                </c:pt>
                <c:pt idx="2303">
                  <c:v>93.79</c:v>
                </c:pt>
                <c:pt idx="2304">
                  <c:v>93.68</c:v>
                </c:pt>
                <c:pt idx="2305">
                  <c:v>93.56</c:v>
                </c:pt>
                <c:pt idx="2306">
                  <c:v>93.91</c:v>
                </c:pt>
                <c:pt idx="2307">
                  <c:v>94.13</c:v>
                </c:pt>
                <c:pt idx="2308">
                  <c:v>94.02</c:v>
                </c:pt>
                <c:pt idx="2309">
                  <c:v>94.75</c:v>
                </c:pt>
                <c:pt idx="2310">
                  <c:v>95.61</c:v>
                </c:pt>
                <c:pt idx="2311">
                  <c:v>95.7</c:v>
                </c:pt>
                <c:pt idx="2312">
                  <c:v>95.35</c:v>
                </c:pt>
                <c:pt idx="2313">
                  <c:v>95.68</c:v>
                </c:pt>
                <c:pt idx="2314">
                  <c:v>95.74</c:v>
                </c:pt>
                <c:pt idx="2315">
                  <c:v>94.81</c:v>
                </c:pt>
                <c:pt idx="2316">
                  <c:v>94.97</c:v>
                </c:pt>
                <c:pt idx="2317">
                  <c:v>95.28</c:v>
                </c:pt>
                <c:pt idx="2318">
                  <c:v>95.54</c:v>
                </c:pt>
                <c:pt idx="2319">
                  <c:v>95.81</c:v>
                </c:pt>
                <c:pt idx="2320">
                  <c:v>96.32</c:v>
                </c:pt>
                <c:pt idx="2321">
                  <c:v>96.4</c:v>
                </c:pt>
                <c:pt idx="2322">
                  <c:v>96.36</c:v>
                </c:pt>
                <c:pt idx="2323">
                  <c:v>96.35</c:v>
                </c:pt>
                <c:pt idx="2324">
                  <c:v>96.83</c:v>
                </c:pt>
                <c:pt idx="2325">
                  <c:v>96.2</c:v>
                </c:pt>
                <c:pt idx="2326">
                  <c:v>95.59</c:v>
                </c:pt>
                <c:pt idx="2327">
                  <c:v>94.82</c:v>
                </c:pt>
                <c:pt idx="2328">
                  <c:v>94.71</c:v>
                </c:pt>
                <c:pt idx="2329">
                  <c:v>94.91</c:v>
                </c:pt>
                <c:pt idx="2330">
                  <c:v>95.31</c:v>
                </c:pt>
                <c:pt idx="2331">
                  <c:v>94.8</c:v>
                </c:pt>
                <c:pt idx="2332">
                  <c:v>94.65</c:v>
                </c:pt>
                <c:pt idx="2333">
                  <c:v>93.86</c:v>
                </c:pt>
                <c:pt idx="2334">
                  <c:v>93.48</c:v>
                </c:pt>
                <c:pt idx="2335">
                  <c:v>93.39</c:v>
                </c:pt>
                <c:pt idx="2336">
                  <c:v>93.81</c:v>
                </c:pt>
                <c:pt idx="2337">
                  <c:v>94.46</c:v>
                </c:pt>
                <c:pt idx="2338">
                  <c:v>94.31</c:v>
                </c:pt>
                <c:pt idx="2339">
                  <c:v>94.04</c:v>
                </c:pt>
                <c:pt idx="2340">
                  <c:v>94.37</c:v>
                </c:pt>
                <c:pt idx="2341">
                  <c:v>94.5</c:v>
                </c:pt>
                <c:pt idx="2342">
                  <c:v>94.52</c:v>
                </c:pt>
                <c:pt idx="2343">
                  <c:v>94.89</c:v>
                </c:pt>
                <c:pt idx="2344">
                  <c:v>94.89</c:v>
                </c:pt>
                <c:pt idx="2345">
                  <c:v>94.66</c:v>
                </c:pt>
                <c:pt idx="2346">
                  <c:v>94.46</c:v>
                </c:pt>
                <c:pt idx="2347">
                  <c:v>94.69</c:v>
                </c:pt>
                <c:pt idx="2348">
                  <c:v>94.17</c:v>
                </c:pt>
                <c:pt idx="2349">
                  <c:v>94.17</c:v>
                </c:pt>
                <c:pt idx="2350">
                  <c:v>93.44</c:v>
                </c:pt>
                <c:pt idx="2351">
                  <c:v>93.47</c:v>
                </c:pt>
                <c:pt idx="2352">
                  <c:v>94.53</c:v>
                </c:pt>
                <c:pt idx="2353">
                  <c:v>93.72</c:v>
                </c:pt>
                <c:pt idx="2354">
                  <c:v>94.35</c:v>
                </c:pt>
                <c:pt idx="2355">
                  <c:v>94.66</c:v>
                </c:pt>
                <c:pt idx="2356">
                  <c:v>94.79</c:v>
                </c:pt>
                <c:pt idx="2357">
                  <c:v>94.25</c:v>
                </c:pt>
                <c:pt idx="2358">
                  <c:v>94.03</c:v>
                </c:pt>
                <c:pt idx="2359">
                  <c:v>94.72</c:v>
                </c:pt>
                <c:pt idx="2360">
                  <c:v>94.67</c:v>
                </c:pt>
                <c:pt idx="2361">
                  <c:v>94.52</c:v>
                </c:pt>
                <c:pt idx="2362">
                  <c:v>94.72</c:v>
                </c:pt>
                <c:pt idx="2363">
                  <c:v>94.5</c:v>
                </c:pt>
                <c:pt idx="2364">
                  <c:v>94.66</c:v>
                </c:pt>
                <c:pt idx="2365">
                  <c:v>94.73</c:v>
                </c:pt>
                <c:pt idx="2366">
                  <c:v>94.72</c:v>
                </c:pt>
                <c:pt idx="2367">
                  <c:v>95.68</c:v>
                </c:pt>
                <c:pt idx="2368">
                  <c:v>95.79</c:v>
                </c:pt>
                <c:pt idx="2369">
                  <c:v>96.08</c:v>
                </c:pt>
                <c:pt idx="2370">
                  <c:v>96.23</c:v>
                </c:pt>
                <c:pt idx="2371">
                  <c:v>95.71</c:v>
                </c:pt>
                <c:pt idx="2372">
                  <c:v>96.03</c:v>
                </c:pt>
                <c:pt idx="2373">
                  <c:v>95.68</c:v>
                </c:pt>
                <c:pt idx="2374">
                  <c:v>96.22</c:v>
                </c:pt>
                <c:pt idx="2375">
                  <c:v>96.01</c:v>
                </c:pt>
                <c:pt idx="2376">
                  <c:v>96.28</c:v>
                </c:pt>
                <c:pt idx="2377">
                  <c:v>95.96</c:v>
                </c:pt>
                <c:pt idx="2378">
                  <c:v>96.68</c:v>
                </c:pt>
                <c:pt idx="2379">
                  <c:v>96.31</c:v>
                </c:pt>
                <c:pt idx="2380">
                  <c:v>96.79</c:v>
                </c:pt>
                <c:pt idx="2381">
                  <c:v>97.21</c:v>
                </c:pt>
                <c:pt idx="2382">
                  <c:v>97.06</c:v>
                </c:pt>
                <c:pt idx="2383">
                  <c:v>97.32</c:v>
                </c:pt>
                <c:pt idx="2384">
                  <c:v>98.27</c:v>
                </c:pt>
                <c:pt idx="2385">
                  <c:v>98.52</c:v>
                </c:pt>
                <c:pt idx="2386">
                  <c:v>98.85</c:v>
                </c:pt>
                <c:pt idx="2387">
                  <c:v>99.11</c:v>
                </c:pt>
                <c:pt idx="2388">
                  <c:v>98.57</c:v>
                </c:pt>
                <c:pt idx="2389">
                  <c:v>98.71</c:v>
                </c:pt>
                <c:pt idx="2390">
                  <c:v>99.56</c:v>
                </c:pt>
                <c:pt idx="2391">
                  <c:v>99.37</c:v>
                </c:pt>
                <c:pt idx="2392">
                  <c:v>99.76</c:v>
                </c:pt>
                <c:pt idx="2393">
                  <c:v>100.48</c:v>
                </c:pt>
                <c:pt idx="2394">
                  <c:v>100.24</c:v>
                </c:pt>
                <c:pt idx="2395">
                  <c:v>99.75</c:v>
                </c:pt>
                <c:pt idx="2396">
                  <c:v>99.64</c:v>
                </c:pt>
                <c:pt idx="2397">
                  <c:v>99.01</c:v>
                </c:pt>
                <c:pt idx="2398">
                  <c:v>98.46</c:v>
                </c:pt>
                <c:pt idx="2399">
                  <c:v>99.13</c:v>
                </c:pt>
                <c:pt idx="2400">
                  <c:v>98.89</c:v>
                </c:pt>
                <c:pt idx="2401">
                  <c:v>98.56</c:v>
                </c:pt>
                <c:pt idx="2402">
                  <c:v>98.62</c:v>
                </c:pt>
                <c:pt idx="2403">
                  <c:v>98.57</c:v>
                </c:pt>
                <c:pt idx="2404">
                  <c:v>99.05</c:v>
                </c:pt>
                <c:pt idx="2405">
                  <c:v>98.92</c:v>
                </c:pt>
                <c:pt idx="2406">
                  <c:v>98.92</c:v>
                </c:pt>
                <c:pt idx="2407">
                  <c:v>99.06</c:v>
                </c:pt>
                <c:pt idx="2408">
                  <c:v>99.48</c:v>
                </c:pt>
                <c:pt idx="2409">
                  <c:v>100.19</c:v>
                </c:pt>
                <c:pt idx="2410">
                  <c:v>100.36</c:v>
                </c:pt>
                <c:pt idx="2411">
                  <c:v>100.54</c:v>
                </c:pt>
                <c:pt idx="2412">
                  <c:v>100.1</c:v>
                </c:pt>
                <c:pt idx="2413">
                  <c:v>100.09</c:v>
                </c:pt>
                <c:pt idx="2414">
                  <c:v>100.2</c:v>
                </c:pt>
                <c:pt idx="2415">
                  <c:v>100.74</c:v>
                </c:pt>
                <c:pt idx="2416">
                  <c:v>99.91</c:v>
                </c:pt>
                <c:pt idx="2417">
                  <c:v>100.35</c:v>
                </c:pt>
                <c:pt idx="2418">
                  <c:v>100.44</c:v>
                </c:pt>
                <c:pt idx="2419">
                  <c:v>100.06</c:v>
                </c:pt>
                <c:pt idx="2420">
                  <c:v>99.8</c:v>
                </c:pt>
                <c:pt idx="2421">
                  <c:v>100.06</c:v>
                </c:pt>
                <c:pt idx="2422">
                  <c:v>99.82</c:v>
                </c:pt>
                <c:pt idx="2423">
                  <c:v>100.34</c:v>
                </c:pt>
                <c:pt idx="2424">
                  <c:v>100.08</c:v>
                </c:pt>
                <c:pt idx="2425">
                  <c:v>100.43</c:v>
                </c:pt>
                <c:pt idx="2426">
                  <c:v>100.81</c:v>
                </c:pt>
                <c:pt idx="2427">
                  <c:v>101.17</c:v>
                </c:pt>
                <c:pt idx="2428">
                  <c:v>100.91</c:v>
                </c:pt>
                <c:pt idx="2429">
                  <c:v>100.87</c:v>
                </c:pt>
                <c:pt idx="2430">
                  <c:v>101.02</c:v>
                </c:pt>
                <c:pt idx="2431">
                  <c:v>100.63</c:v>
                </c:pt>
                <c:pt idx="2432">
                  <c:v>100.79</c:v>
                </c:pt>
                <c:pt idx="2433">
                  <c:v>100.94</c:v>
                </c:pt>
                <c:pt idx="2434">
                  <c:v>101</c:v>
                </c:pt>
                <c:pt idx="2435">
                  <c:v>101.11</c:v>
                </c:pt>
                <c:pt idx="2436">
                  <c:v>100.68</c:v>
                </c:pt>
                <c:pt idx="2437">
                  <c:v>99.91</c:v>
                </c:pt>
                <c:pt idx="2438">
                  <c:v>99.45</c:v>
                </c:pt>
                <c:pt idx="2439">
                  <c:v>99.99</c:v>
                </c:pt>
                <c:pt idx="2440">
                  <c:v>99.73</c:v>
                </c:pt>
                <c:pt idx="2441">
                  <c:v>100.24</c:v>
                </c:pt>
                <c:pt idx="2442">
                  <c:v>100.7</c:v>
                </c:pt>
                <c:pt idx="2443">
                  <c:v>100.7</c:v>
                </c:pt>
                <c:pt idx="2444">
                  <c:v>100.93</c:v>
                </c:pt>
                <c:pt idx="2445">
                  <c:v>100.86</c:v>
                </c:pt>
                <c:pt idx="2446">
                  <c:v>100.72</c:v>
                </c:pt>
                <c:pt idx="2447">
                  <c:v>101.09</c:v>
                </c:pt>
                <c:pt idx="2448">
                  <c:v>101.34</c:v>
                </c:pt>
                <c:pt idx="2449">
                  <c:v>101.64</c:v>
                </c:pt>
                <c:pt idx="2450">
                  <c:v>101.4</c:v>
                </c:pt>
                <c:pt idx="2451">
                  <c:v>101.38</c:v>
                </c:pt>
                <c:pt idx="2452">
                  <c:v>102.24</c:v>
                </c:pt>
                <c:pt idx="2453">
                  <c:v>102.08</c:v>
                </c:pt>
                <c:pt idx="2454">
                  <c:v>102.51</c:v>
                </c:pt>
                <c:pt idx="2455">
                  <c:v>102.28</c:v>
                </c:pt>
                <c:pt idx="2456">
                  <c:v>102.07</c:v>
                </c:pt>
                <c:pt idx="2457">
                  <c:v>102.79</c:v>
                </c:pt>
                <c:pt idx="2458">
                  <c:v>102.98</c:v>
                </c:pt>
                <c:pt idx="2459">
                  <c:v>102.65</c:v>
                </c:pt>
                <c:pt idx="2460">
                  <c:v>103.11</c:v>
                </c:pt>
                <c:pt idx="2461">
                  <c:v>101.76</c:v>
                </c:pt>
                <c:pt idx="2462">
                  <c:v>101.76</c:v>
                </c:pt>
                <c:pt idx="2463">
                  <c:v>101.58</c:v>
                </c:pt>
                <c:pt idx="2464">
                  <c:v>101</c:v>
                </c:pt>
                <c:pt idx="2465">
                  <c:v>102.11</c:v>
                </c:pt>
                <c:pt idx="2466">
                  <c:v>102.21</c:v>
                </c:pt>
                <c:pt idx="2467">
                  <c:v>102.85</c:v>
                </c:pt>
                <c:pt idx="2468">
                  <c:v>102.52</c:v>
                </c:pt>
                <c:pt idx="2469">
                  <c:v>102.31</c:v>
                </c:pt>
                <c:pt idx="2470">
                  <c:v>102.88</c:v>
                </c:pt>
                <c:pt idx="2471">
                  <c:v>103</c:v>
                </c:pt>
                <c:pt idx="2472">
                  <c:v>103.04</c:v>
                </c:pt>
                <c:pt idx="2473">
                  <c:v>102.51</c:v>
                </c:pt>
                <c:pt idx="2474">
                  <c:v>102.28</c:v>
                </c:pt>
                <c:pt idx="2475">
                  <c:v>102.85</c:v>
                </c:pt>
                <c:pt idx="2476">
                  <c:v>103.05</c:v>
                </c:pt>
                <c:pt idx="2477">
                  <c:v>102.85</c:v>
                </c:pt>
                <c:pt idx="2478">
                  <c:v>103.66</c:v>
                </c:pt>
                <c:pt idx="2479">
                  <c:v>103.49</c:v>
                </c:pt>
                <c:pt idx="2480">
                  <c:v>103.77</c:v>
                </c:pt>
                <c:pt idx="2481">
                  <c:v>103.78</c:v>
                </c:pt>
                <c:pt idx="2482">
                  <c:v>103.93</c:v>
                </c:pt>
                <c:pt idx="2483">
                  <c:v>104.12</c:v>
                </c:pt>
                <c:pt idx="2484">
                  <c:v>104.44</c:v>
                </c:pt>
                <c:pt idx="2485">
                  <c:v>104.5</c:v>
                </c:pt>
                <c:pt idx="2486">
                  <c:v>104.32</c:v>
                </c:pt>
                <c:pt idx="2487">
                  <c:v>103.93</c:v>
                </c:pt>
                <c:pt idx="2488">
                  <c:v>104</c:v>
                </c:pt>
                <c:pt idx="2489">
                  <c:v>104.08</c:v>
                </c:pt>
                <c:pt idx="2490">
                  <c:v>102.92</c:v>
                </c:pt>
                <c:pt idx="2491">
                  <c:v>102.41</c:v>
                </c:pt>
                <c:pt idx="2492">
                  <c:v>101.63</c:v>
                </c:pt>
                <c:pt idx="2493">
                  <c:v>101.49</c:v>
                </c:pt>
                <c:pt idx="2494">
                  <c:v>101.55</c:v>
                </c:pt>
                <c:pt idx="2495">
                  <c:v>100.57</c:v>
                </c:pt>
                <c:pt idx="2496">
                  <c:v>100.79</c:v>
                </c:pt>
                <c:pt idx="2497">
                  <c:v>100.41</c:v>
                </c:pt>
                <c:pt idx="2498">
                  <c:v>99.78</c:v>
                </c:pt>
                <c:pt idx="2499">
                  <c:v>99.75</c:v>
                </c:pt>
                <c:pt idx="2500">
                  <c:v>99.84</c:v>
                </c:pt>
                <c:pt idx="2501">
                  <c:v>99.91</c:v>
                </c:pt>
                <c:pt idx="2502">
                  <c:v>99.27</c:v>
                </c:pt>
                <c:pt idx="2503">
                  <c:v>99.42</c:v>
                </c:pt>
                <c:pt idx="2504">
                  <c:v>99.59</c:v>
                </c:pt>
                <c:pt idx="2505">
                  <c:v>99.98</c:v>
                </c:pt>
                <c:pt idx="2506">
                  <c:v>99.81</c:v>
                </c:pt>
                <c:pt idx="2507">
                  <c:v>100.18</c:v>
                </c:pt>
                <c:pt idx="2508">
                  <c:v>100.09</c:v>
                </c:pt>
                <c:pt idx="2509">
                  <c:v>100.77</c:v>
                </c:pt>
                <c:pt idx="2510">
                  <c:v>100.63</c:v>
                </c:pt>
                <c:pt idx="2511">
                  <c:v>100.84</c:v>
                </c:pt>
                <c:pt idx="2512">
                  <c:v>100.57</c:v>
                </c:pt>
                <c:pt idx="2513">
                  <c:v>99.8</c:v>
                </c:pt>
                <c:pt idx="2514">
                  <c:v>99.55</c:v>
                </c:pt>
                <c:pt idx="2515">
                  <c:v>100.74</c:v>
                </c:pt>
                <c:pt idx="2516">
                  <c:v>100.49</c:v>
                </c:pt>
                <c:pt idx="2517">
                  <c:v>101.3</c:v>
                </c:pt>
                <c:pt idx="2518">
                  <c:v>101.21</c:v>
                </c:pt>
                <c:pt idx="2519">
                  <c:v>101.02</c:v>
                </c:pt>
                <c:pt idx="2520">
                  <c:v>100.94</c:v>
                </c:pt>
                <c:pt idx="2521">
                  <c:v>99.95</c:v>
                </c:pt>
                <c:pt idx="2522">
                  <c:v>99.79</c:v>
                </c:pt>
                <c:pt idx="2523">
                  <c:v>99.25</c:v>
                </c:pt>
                <c:pt idx="2524">
                  <c:v>99.78</c:v>
                </c:pt>
                <c:pt idx="2525">
                  <c:v>99.89</c:v>
                </c:pt>
                <c:pt idx="2526">
                  <c:v>100</c:v>
                </c:pt>
                <c:pt idx="2527">
                  <c:v>99.88</c:v>
                </c:pt>
                <c:pt idx="2528">
                  <c:v>99.63</c:v>
                </c:pt>
                <c:pt idx="2529">
                  <c:v>101.02</c:v>
                </c:pt>
                <c:pt idx="2530">
                  <c:v>100.38</c:v>
                </c:pt>
                <c:pt idx="2531">
                  <c:v>100.73</c:v>
                </c:pt>
                <c:pt idx="2532">
                  <c:v>100.2</c:v>
                </c:pt>
                <c:pt idx="2533">
                  <c:v>100.2</c:v>
                </c:pt>
                <c:pt idx="2534">
                  <c:v>100.34</c:v>
                </c:pt>
                <c:pt idx="2535">
                  <c:v>100.51</c:v>
                </c:pt>
                <c:pt idx="2536">
                  <c:v>99.6</c:v>
                </c:pt>
                <c:pt idx="2537">
                  <c:v>99.75</c:v>
                </c:pt>
                <c:pt idx="2538">
                  <c:v>99.72</c:v>
                </c:pt>
                <c:pt idx="2539">
                  <c:v>99.64</c:v>
                </c:pt>
                <c:pt idx="2540">
                  <c:v>99.69</c:v>
                </c:pt>
                <c:pt idx="2541">
                  <c:v>99.18</c:v>
                </c:pt>
                <c:pt idx="2542">
                  <c:v>98.8</c:v>
                </c:pt>
                <c:pt idx="2543">
                  <c:v>98.54</c:v>
                </c:pt>
                <c:pt idx="2544">
                  <c:v>98.06</c:v>
                </c:pt>
                <c:pt idx="2545">
                  <c:v>98.04</c:v>
                </c:pt>
                <c:pt idx="2546">
                  <c:v>97.98</c:v>
                </c:pt>
                <c:pt idx="2547">
                  <c:v>98.48</c:v>
                </c:pt>
                <c:pt idx="2548">
                  <c:v>98.38</c:v>
                </c:pt>
                <c:pt idx="2549">
                  <c:v>99.02</c:v>
                </c:pt>
                <c:pt idx="2550">
                  <c:v>98.71</c:v>
                </c:pt>
                <c:pt idx="2551">
                  <c:v>97.95</c:v>
                </c:pt>
                <c:pt idx="2552">
                  <c:v>97.89</c:v>
                </c:pt>
                <c:pt idx="2553">
                  <c:v>97.92</c:v>
                </c:pt>
                <c:pt idx="2554">
                  <c:v>97.04</c:v>
                </c:pt>
                <c:pt idx="2555">
                  <c:v>97.42</c:v>
                </c:pt>
                <c:pt idx="2556">
                  <c:v>97.38</c:v>
                </c:pt>
                <c:pt idx="2557">
                  <c:v>98.13</c:v>
                </c:pt>
                <c:pt idx="2558">
                  <c:v>97.48</c:v>
                </c:pt>
                <c:pt idx="2559">
                  <c:v>98.48</c:v>
                </c:pt>
                <c:pt idx="2560">
                  <c:v>98.34</c:v>
                </c:pt>
                <c:pt idx="2561">
                  <c:v>98.82</c:v>
                </c:pt>
                <c:pt idx="2562">
                  <c:v>99.3</c:v>
                </c:pt>
                <c:pt idx="2563">
                  <c:v>99.37</c:v>
                </c:pt>
                <c:pt idx="2564">
                  <c:v>99.06</c:v>
                </c:pt>
                <c:pt idx="2565">
                  <c:v>99.31</c:v>
                </c:pt>
                <c:pt idx="2566">
                  <c:v>99.18</c:v>
                </c:pt>
                <c:pt idx="2567">
                  <c:v>99.5</c:v>
                </c:pt>
                <c:pt idx="2568">
                  <c:v>100.43</c:v>
                </c:pt>
                <c:pt idx="2569">
                  <c:v>100.28</c:v>
                </c:pt>
                <c:pt idx="2570">
                  <c:v>100.35</c:v>
                </c:pt>
                <c:pt idx="2571">
                  <c:v>100.23</c:v>
                </c:pt>
                <c:pt idx="2572">
                  <c:v>99.79</c:v>
                </c:pt>
                <c:pt idx="2573">
                  <c:v>100.08</c:v>
                </c:pt>
                <c:pt idx="2574">
                  <c:v>100.75</c:v>
                </c:pt>
                <c:pt idx="2575">
                  <c:v>100.69</c:v>
                </c:pt>
                <c:pt idx="2576">
                  <c:v>100.79</c:v>
                </c:pt>
                <c:pt idx="2577">
                  <c:v>100.2</c:v>
                </c:pt>
                <c:pt idx="2578">
                  <c:v>101</c:v>
                </c:pt>
                <c:pt idx="2579">
                  <c:v>100.89</c:v>
                </c:pt>
                <c:pt idx="2580">
                  <c:v>100.6</c:v>
                </c:pt>
                <c:pt idx="2581">
                  <c:v>100.83</c:v>
                </c:pt>
                <c:pt idx="2582">
                  <c:v>101.72</c:v>
                </c:pt>
                <c:pt idx="2583">
                  <c:v>101.54</c:v>
                </c:pt>
                <c:pt idx="2584">
                  <c:v>101.35</c:v>
                </c:pt>
                <c:pt idx="2585">
                  <c:v>101.86</c:v>
                </c:pt>
                <c:pt idx="2586">
                  <c:v>101.99</c:v>
                </c:pt>
                <c:pt idx="2587">
                  <c:v>102.09</c:v>
                </c:pt>
                <c:pt idx="2588">
                  <c:v>102.52</c:v>
                </c:pt>
                <c:pt idx="2589">
                  <c:v>102.51</c:v>
                </c:pt>
                <c:pt idx="2590">
                  <c:v>101.13</c:v>
                </c:pt>
                <c:pt idx="2591">
                  <c:v>100.82</c:v>
                </c:pt>
                <c:pt idx="2592">
                  <c:v>100.71</c:v>
                </c:pt>
                <c:pt idx="2593">
                  <c:v>101.02</c:v>
                </c:pt>
                <c:pt idx="2594">
                  <c:v>101.66</c:v>
                </c:pt>
                <c:pt idx="2595">
                  <c:v>101.67</c:v>
                </c:pt>
                <c:pt idx="2596">
                  <c:v>102.35</c:v>
                </c:pt>
                <c:pt idx="2597">
                  <c:v>102.4</c:v>
                </c:pt>
                <c:pt idx="2598">
                  <c:v>101.6</c:v>
                </c:pt>
                <c:pt idx="2599">
                  <c:v>102.18</c:v>
                </c:pt>
                <c:pt idx="2600">
                  <c:v>101.85</c:v>
                </c:pt>
                <c:pt idx="2601">
                  <c:v>101.93</c:v>
                </c:pt>
                <c:pt idx="2602">
                  <c:v>101.87</c:v>
                </c:pt>
                <c:pt idx="2603">
                  <c:v>101.44</c:v>
                </c:pt>
                <c:pt idx="2604">
                  <c:v>101.58</c:v>
                </c:pt>
                <c:pt idx="2605">
                  <c:v>101.58</c:v>
                </c:pt>
                <c:pt idx="2606">
                  <c:v>101.94</c:v>
                </c:pt>
                <c:pt idx="2607">
                  <c:v>101.98</c:v>
                </c:pt>
                <c:pt idx="2608">
                  <c:v>101.82</c:v>
                </c:pt>
                <c:pt idx="2609">
                  <c:v>101.87</c:v>
                </c:pt>
                <c:pt idx="2610">
                  <c:v>100.22</c:v>
                </c:pt>
                <c:pt idx="2611">
                  <c:v>100.41</c:v>
                </c:pt>
                <c:pt idx="2612">
                  <c:v>100.38</c:v>
                </c:pt>
                <c:pt idx="2613">
                  <c:v>100.48</c:v>
                </c:pt>
                <c:pt idx="2614">
                  <c:v>100.72</c:v>
                </c:pt>
                <c:pt idx="2615">
                  <c:v>100.99</c:v>
                </c:pt>
                <c:pt idx="2616">
                  <c:v>100.56</c:v>
                </c:pt>
                <c:pt idx="2617">
                  <c:v>100.62</c:v>
                </c:pt>
                <c:pt idx="2618">
                  <c:v>101</c:v>
                </c:pt>
                <c:pt idx="2619">
                  <c:v>101.72</c:v>
                </c:pt>
                <c:pt idx="2620">
                  <c:v>101.77</c:v>
                </c:pt>
                <c:pt idx="2621">
                  <c:v>101.86</c:v>
                </c:pt>
                <c:pt idx="2622">
                  <c:v>101.76</c:v>
                </c:pt>
                <c:pt idx="2623">
                  <c:v>101.36</c:v>
                </c:pt>
                <c:pt idx="2624">
                  <c:v>101.81</c:v>
                </c:pt>
                <c:pt idx="2625">
                  <c:v>102.2</c:v>
                </c:pt>
                <c:pt idx="2626">
                  <c:v>102.41</c:v>
                </c:pt>
                <c:pt idx="2627">
                  <c:v>102.44</c:v>
                </c:pt>
                <c:pt idx="2628">
                  <c:v>103.17</c:v>
                </c:pt>
                <c:pt idx="2629">
                  <c:v>104.48</c:v>
                </c:pt>
                <c:pt idx="2630">
                  <c:v>105.13</c:v>
                </c:pt>
                <c:pt idx="2631">
                  <c:v>104.92</c:v>
                </c:pt>
                <c:pt idx="2632">
                  <c:v>104.79</c:v>
                </c:pt>
                <c:pt idx="2633">
                  <c:v>103.8</c:v>
                </c:pt>
                <c:pt idx="2634">
                  <c:v>104.29</c:v>
                </c:pt>
                <c:pt idx="2635">
                  <c:v>104.64</c:v>
                </c:pt>
                <c:pt idx="2636">
                  <c:v>104.22</c:v>
                </c:pt>
                <c:pt idx="2637">
                  <c:v>103.5</c:v>
                </c:pt>
                <c:pt idx="2638">
                  <c:v>104.13</c:v>
                </c:pt>
                <c:pt idx="2639">
                  <c:v>104.1</c:v>
                </c:pt>
                <c:pt idx="2640">
                  <c:v>104.72</c:v>
                </c:pt>
                <c:pt idx="2641">
                  <c:v>104.69</c:v>
                </c:pt>
                <c:pt idx="2642">
                  <c:v>104.28</c:v>
                </c:pt>
                <c:pt idx="2643">
                  <c:v>104.27</c:v>
                </c:pt>
                <c:pt idx="2644">
                  <c:v>104.63</c:v>
                </c:pt>
                <c:pt idx="2645">
                  <c:v>104.51</c:v>
                </c:pt>
                <c:pt idx="2646">
                  <c:v>103.28</c:v>
                </c:pt>
                <c:pt idx="2647">
                  <c:v>103.53</c:v>
                </c:pt>
                <c:pt idx="2648">
                  <c:v>104.01</c:v>
                </c:pt>
                <c:pt idx="2649">
                  <c:v>105.26</c:v>
                </c:pt>
                <c:pt idx="2650">
                  <c:v>105.27</c:v>
                </c:pt>
                <c:pt idx="2651">
                  <c:v>105.92</c:v>
                </c:pt>
                <c:pt idx="2652">
                  <c:v>104.89</c:v>
                </c:pt>
                <c:pt idx="2653">
                  <c:v>105.78</c:v>
                </c:pt>
                <c:pt idx="2654">
                  <c:v>106</c:v>
                </c:pt>
                <c:pt idx="2655">
                  <c:v>106.16</c:v>
                </c:pt>
                <c:pt idx="2656">
                  <c:v>106.01</c:v>
                </c:pt>
                <c:pt idx="2657">
                  <c:v>105.96</c:v>
                </c:pt>
                <c:pt idx="2658">
                  <c:v>105.37</c:v>
                </c:pt>
                <c:pt idx="2659">
                  <c:v>105.71</c:v>
                </c:pt>
                <c:pt idx="2660">
                  <c:v>105.5</c:v>
                </c:pt>
                <c:pt idx="2661">
                  <c:v>105.2</c:v>
                </c:pt>
                <c:pt idx="2662">
                  <c:v>105.38</c:v>
                </c:pt>
                <c:pt idx="2663">
                  <c:v>105.18</c:v>
                </c:pt>
                <c:pt idx="2664">
                  <c:v>105.2</c:v>
                </c:pt>
                <c:pt idx="2665">
                  <c:v>105.15</c:v>
                </c:pt>
                <c:pt idx="2666">
                  <c:v>105.81</c:v>
                </c:pt>
                <c:pt idx="2667">
                  <c:v>106.04</c:v>
                </c:pt>
                <c:pt idx="2668">
                  <c:v>105.23</c:v>
                </c:pt>
                <c:pt idx="2669">
                  <c:v>104.77</c:v>
                </c:pt>
                <c:pt idx="2670">
                  <c:v>105.3</c:v>
                </c:pt>
                <c:pt idx="2671">
                  <c:v>105.53</c:v>
                </c:pt>
                <c:pt idx="2672">
                  <c:v>106.22</c:v>
                </c:pt>
                <c:pt idx="2673">
                  <c:v>105.47</c:v>
                </c:pt>
                <c:pt idx="2674">
                  <c:v>105.44</c:v>
                </c:pt>
                <c:pt idx="2675">
                  <c:v>105.54</c:v>
                </c:pt>
                <c:pt idx="2676">
                  <c:v>105.17</c:v>
                </c:pt>
                <c:pt idx="2677">
                  <c:v>105.29</c:v>
                </c:pt>
                <c:pt idx="2678">
                  <c:v>105.52</c:v>
                </c:pt>
                <c:pt idx="2679">
                  <c:v>105.97</c:v>
                </c:pt>
                <c:pt idx="2680">
                  <c:v>105.68</c:v>
                </c:pt>
                <c:pt idx="2681">
                  <c:v>105.94</c:v>
                </c:pt>
                <c:pt idx="2682">
                  <c:v>105.96</c:v>
                </c:pt>
                <c:pt idx="2683">
                  <c:v>106.14</c:v>
                </c:pt>
                <c:pt idx="2684">
                  <c:v>105.47</c:v>
                </c:pt>
                <c:pt idx="2685">
                  <c:v>106.13</c:v>
                </c:pt>
                <c:pt idx="2686">
                  <c:v>106.63</c:v>
                </c:pt>
                <c:pt idx="2687">
                  <c:v>107.13</c:v>
                </c:pt>
                <c:pt idx="2688">
                  <c:v>107.45</c:v>
                </c:pt>
                <c:pt idx="2689">
                  <c:v>107.45</c:v>
                </c:pt>
                <c:pt idx="2690">
                  <c:v>107.28</c:v>
                </c:pt>
                <c:pt idx="2691">
                  <c:v>108.67</c:v>
                </c:pt>
                <c:pt idx="2692">
                  <c:v>108.55</c:v>
                </c:pt>
                <c:pt idx="2693">
                  <c:v>109.57</c:v>
                </c:pt>
                <c:pt idx="2694">
                  <c:v>110.14</c:v>
                </c:pt>
                <c:pt idx="2695">
                  <c:v>109.63</c:v>
                </c:pt>
                <c:pt idx="2696">
                  <c:v>110.26</c:v>
                </c:pt>
                <c:pt idx="2697">
                  <c:v>111.26</c:v>
                </c:pt>
                <c:pt idx="2698">
                  <c:v>111.8</c:v>
                </c:pt>
                <c:pt idx="2699">
                  <c:v>111.31</c:v>
                </c:pt>
                <c:pt idx="2700">
                  <c:v>111.45</c:v>
                </c:pt>
                <c:pt idx="2701">
                  <c:v>110.75</c:v>
                </c:pt>
                <c:pt idx="2702">
                  <c:v>110.8</c:v>
                </c:pt>
                <c:pt idx="2703">
                  <c:v>111.52</c:v>
                </c:pt>
                <c:pt idx="2704">
                  <c:v>109.9</c:v>
                </c:pt>
                <c:pt idx="2705">
                  <c:v>110.56</c:v>
                </c:pt>
                <c:pt idx="2706">
                  <c:v>111.31</c:v>
                </c:pt>
                <c:pt idx="2707">
                  <c:v>112.1</c:v>
                </c:pt>
                <c:pt idx="2708">
                  <c:v>112.09</c:v>
                </c:pt>
                <c:pt idx="2709">
                  <c:v>111.47</c:v>
                </c:pt>
                <c:pt idx="2710">
                  <c:v>111.18</c:v>
                </c:pt>
                <c:pt idx="2711">
                  <c:v>111.44</c:v>
                </c:pt>
                <c:pt idx="2712">
                  <c:v>111.22</c:v>
                </c:pt>
                <c:pt idx="2713">
                  <c:v>110.74</c:v>
                </c:pt>
                <c:pt idx="2714">
                  <c:v>109.12</c:v>
                </c:pt>
                <c:pt idx="2715">
                  <c:v>109.12</c:v>
                </c:pt>
                <c:pt idx="2716">
                  <c:v>108.93</c:v>
                </c:pt>
                <c:pt idx="2717">
                  <c:v>108.74</c:v>
                </c:pt>
                <c:pt idx="2718">
                  <c:v>109.05</c:v>
                </c:pt>
                <c:pt idx="2719">
                  <c:v>108.12</c:v>
                </c:pt>
                <c:pt idx="2720">
                  <c:v>107.46</c:v>
                </c:pt>
                <c:pt idx="2721">
                  <c:v>106.59</c:v>
                </c:pt>
                <c:pt idx="2722">
                  <c:v>106.18</c:v>
                </c:pt>
                <c:pt idx="2723">
                  <c:v>106.73</c:v>
                </c:pt>
                <c:pt idx="2724">
                  <c:v>106.99</c:v>
                </c:pt>
                <c:pt idx="2725">
                  <c:v>106.97</c:v>
                </c:pt>
                <c:pt idx="2726">
                  <c:v>106.4</c:v>
                </c:pt>
                <c:pt idx="2727">
                  <c:v>106.46</c:v>
                </c:pt>
                <c:pt idx="2728">
                  <c:v>106.88</c:v>
                </c:pt>
                <c:pt idx="2729">
                  <c:v>105.96</c:v>
                </c:pt>
                <c:pt idx="2730">
                  <c:v>106.33</c:v>
                </c:pt>
                <c:pt idx="2731">
                  <c:v>106.64</c:v>
                </c:pt>
                <c:pt idx="2732">
                  <c:v>107.43</c:v>
                </c:pt>
                <c:pt idx="2733">
                  <c:v>107.94</c:v>
                </c:pt>
                <c:pt idx="2734">
                  <c:v>108.1</c:v>
                </c:pt>
                <c:pt idx="2735">
                  <c:v>108.2</c:v>
                </c:pt>
                <c:pt idx="2736">
                  <c:v>107.36</c:v>
                </c:pt>
                <c:pt idx="2737">
                  <c:v>107.67</c:v>
                </c:pt>
                <c:pt idx="2738">
                  <c:v>106.91</c:v>
                </c:pt>
                <c:pt idx="2739">
                  <c:v>106.84</c:v>
                </c:pt>
                <c:pt idx="2740">
                  <c:v>107.09</c:v>
                </c:pt>
                <c:pt idx="2741">
                  <c:v>107.29</c:v>
                </c:pt>
                <c:pt idx="2742">
                  <c:v>107.12</c:v>
                </c:pt>
                <c:pt idx="2743">
                  <c:v>107.4</c:v>
                </c:pt>
                <c:pt idx="2744">
                  <c:v>107.65</c:v>
                </c:pt>
                <c:pt idx="2745">
                  <c:v>106.91</c:v>
                </c:pt>
                <c:pt idx="2746">
                  <c:v>107.09</c:v>
                </c:pt>
                <c:pt idx="2747">
                  <c:v>108.04</c:v>
                </c:pt>
                <c:pt idx="2748">
                  <c:v>108.54</c:v>
                </c:pt>
                <c:pt idx="2749">
                  <c:v>108.45</c:v>
                </c:pt>
                <c:pt idx="2750">
                  <c:v>108.62</c:v>
                </c:pt>
                <c:pt idx="2751">
                  <c:v>109.38</c:v>
                </c:pt>
                <c:pt idx="2752">
                  <c:v>109.54</c:v>
                </c:pt>
                <c:pt idx="2753">
                  <c:v>108.62</c:v>
                </c:pt>
                <c:pt idx="2754">
                  <c:v>108.44</c:v>
                </c:pt>
                <c:pt idx="2755">
                  <c:v>108.63</c:v>
                </c:pt>
                <c:pt idx="2756">
                  <c:v>108.31</c:v>
                </c:pt>
                <c:pt idx="2757">
                  <c:v>107.97</c:v>
                </c:pt>
                <c:pt idx="2758">
                  <c:v>108.92</c:v>
                </c:pt>
                <c:pt idx="2759">
                  <c:v>109.74</c:v>
                </c:pt>
                <c:pt idx="2760">
                  <c:v>109.61</c:v>
                </c:pt>
                <c:pt idx="2761">
                  <c:v>110.6</c:v>
                </c:pt>
                <c:pt idx="2762">
                  <c:v>110.48</c:v>
                </c:pt>
                <c:pt idx="2763">
                  <c:v>110.98</c:v>
                </c:pt>
                <c:pt idx="2764">
                  <c:v>110.85</c:v>
                </c:pt>
                <c:pt idx="2765">
                  <c:v>110.85</c:v>
                </c:pt>
                <c:pt idx="2766">
                  <c:v>111.32</c:v>
                </c:pt>
                <c:pt idx="2767">
                  <c:v>111.44</c:v>
                </c:pt>
                <c:pt idx="2768">
                  <c:v>110.9</c:v>
                </c:pt>
                <c:pt idx="2769">
                  <c:v>111.21</c:v>
                </c:pt>
                <c:pt idx="2770">
                  <c:v>111.08</c:v>
                </c:pt>
                <c:pt idx="2771">
                  <c:v>110.51</c:v>
                </c:pt>
                <c:pt idx="2772">
                  <c:v>110.27</c:v>
                </c:pt>
                <c:pt idx="2773">
                  <c:v>110.23</c:v>
                </c:pt>
                <c:pt idx="2774">
                  <c:v>111.01</c:v>
                </c:pt>
                <c:pt idx="2775">
                  <c:v>111.46</c:v>
                </c:pt>
                <c:pt idx="2776">
                  <c:v>111.79</c:v>
                </c:pt>
                <c:pt idx="2777">
                  <c:v>111.42</c:v>
                </c:pt>
                <c:pt idx="2778">
                  <c:v>111.23</c:v>
                </c:pt>
                <c:pt idx="2779">
                  <c:v>111.35</c:v>
                </c:pt>
                <c:pt idx="2780">
                  <c:v>111.5</c:v>
                </c:pt>
                <c:pt idx="2781">
                  <c:v>112.2</c:v>
                </c:pt>
                <c:pt idx="2782">
                  <c:v>112.14</c:v>
                </c:pt>
                <c:pt idx="2783">
                  <c:v>112.6</c:v>
                </c:pt>
                <c:pt idx="2784">
                  <c:v>111.42</c:v>
                </c:pt>
                <c:pt idx="2785">
                  <c:v>111.59</c:v>
                </c:pt>
                <c:pt idx="2786">
                  <c:v>112.32</c:v>
                </c:pt>
                <c:pt idx="2787">
                  <c:v>114.17</c:v>
                </c:pt>
                <c:pt idx="2788">
                  <c:v>113.65</c:v>
                </c:pt>
                <c:pt idx="2789">
                  <c:v>114.34</c:v>
                </c:pt>
                <c:pt idx="2790">
                  <c:v>115.53</c:v>
                </c:pt>
                <c:pt idx="2791">
                  <c:v>115.17</c:v>
                </c:pt>
                <c:pt idx="2792">
                  <c:v>115.34</c:v>
                </c:pt>
                <c:pt idx="2793">
                  <c:v>115.21</c:v>
                </c:pt>
                <c:pt idx="2794">
                  <c:v>116.1</c:v>
                </c:pt>
                <c:pt idx="2795">
                  <c:v>116.03</c:v>
                </c:pt>
                <c:pt idx="2796">
                  <c:v>116.11</c:v>
                </c:pt>
                <c:pt idx="2797">
                  <c:v>116.28</c:v>
                </c:pt>
                <c:pt idx="2798">
                  <c:v>115.27</c:v>
                </c:pt>
                <c:pt idx="2799">
                  <c:v>113.82</c:v>
                </c:pt>
                <c:pt idx="2800">
                  <c:v>113.89</c:v>
                </c:pt>
                <c:pt idx="2801">
                  <c:v>113.13</c:v>
                </c:pt>
                <c:pt idx="2802">
                  <c:v>113.11</c:v>
                </c:pt>
                <c:pt idx="2803">
                  <c:v>113.31</c:v>
                </c:pt>
                <c:pt idx="2804">
                  <c:v>113.25</c:v>
                </c:pt>
                <c:pt idx="2805">
                  <c:v>113.79</c:v>
                </c:pt>
                <c:pt idx="2806">
                  <c:v>114.22</c:v>
                </c:pt>
                <c:pt idx="2807">
                  <c:v>114.17</c:v>
                </c:pt>
                <c:pt idx="2808">
                  <c:v>114.74</c:v>
                </c:pt>
                <c:pt idx="2809">
                  <c:v>114.85</c:v>
                </c:pt>
                <c:pt idx="2810">
                  <c:v>114.81</c:v>
                </c:pt>
                <c:pt idx="2811">
                  <c:v>114.36</c:v>
                </c:pt>
                <c:pt idx="2812">
                  <c:v>114.49</c:v>
                </c:pt>
                <c:pt idx="2813">
                  <c:v>114.97</c:v>
                </c:pt>
                <c:pt idx="2814">
                  <c:v>115.86</c:v>
                </c:pt>
                <c:pt idx="2815">
                  <c:v>116.34</c:v>
                </c:pt>
                <c:pt idx="2816">
                  <c:v>115.89</c:v>
                </c:pt>
                <c:pt idx="2817">
                  <c:v>117.33</c:v>
                </c:pt>
                <c:pt idx="2818">
                  <c:v>116.94</c:v>
                </c:pt>
                <c:pt idx="2819">
                  <c:v>117.16</c:v>
                </c:pt>
                <c:pt idx="2820">
                  <c:v>117.54</c:v>
                </c:pt>
                <c:pt idx="2821">
                  <c:v>117.42</c:v>
                </c:pt>
                <c:pt idx="2822">
                  <c:v>118.58</c:v>
                </c:pt>
                <c:pt idx="2823">
                  <c:v>118.4</c:v>
                </c:pt>
                <c:pt idx="2824">
                  <c:v>117.39</c:v>
                </c:pt>
                <c:pt idx="2825">
                  <c:v>117.25</c:v>
                </c:pt>
                <c:pt idx="2826">
                  <c:v>116.65</c:v>
                </c:pt>
                <c:pt idx="2827">
                  <c:v>115.56</c:v>
                </c:pt>
                <c:pt idx="2828">
                  <c:v>115.61</c:v>
                </c:pt>
                <c:pt idx="2829">
                  <c:v>114.97</c:v>
                </c:pt>
                <c:pt idx="2830">
                  <c:v>115.59</c:v>
                </c:pt>
                <c:pt idx="2831">
                  <c:v>115.61</c:v>
                </c:pt>
                <c:pt idx="2832">
                  <c:v>116.17</c:v>
                </c:pt>
                <c:pt idx="2833">
                  <c:v>115.34</c:v>
                </c:pt>
                <c:pt idx="2834">
                  <c:v>115.79</c:v>
                </c:pt>
                <c:pt idx="2835">
                  <c:v>115.7</c:v>
                </c:pt>
                <c:pt idx="2836">
                  <c:v>116.22</c:v>
                </c:pt>
                <c:pt idx="2837">
                  <c:v>116.39</c:v>
                </c:pt>
                <c:pt idx="2838">
                  <c:v>116.93</c:v>
                </c:pt>
                <c:pt idx="2839">
                  <c:v>117.31</c:v>
                </c:pt>
                <c:pt idx="2840">
                  <c:v>117.35</c:v>
                </c:pt>
                <c:pt idx="2841">
                  <c:v>117.95</c:v>
                </c:pt>
                <c:pt idx="2842">
                  <c:v>117.85</c:v>
                </c:pt>
                <c:pt idx="2843">
                  <c:v>118.09</c:v>
                </c:pt>
                <c:pt idx="2844">
                  <c:v>118.48</c:v>
                </c:pt>
                <c:pt idx="2845">
                  <c:v>117.1</c:v>
                </c:pt>
                <c:pt idx="2846">
                  <c:v>116.63</c:v>
                </c:pt>
                <c:pt idx="2847">
                  <c:v>116.61</c:v>
                </c:pt>
                <c:pt idx="2848">
                  <c:v>115.24</c:v>
                </c:pt>
                <c:pt idx="2849">
                  <c:v>114.73</c:v>
                </c:pt>
                <c:pt idx="2850">
                  <c:v>113.71</c:v>
                </c:pt>
                <c:pt idx="2851">
                  <c:v>114.47</c:v>
                </c:pt>
                <c:pt idx="2852">
                  <c:v>113.31</c:v>
                </c:pt>
                <c:pt idx="2853">
                  <c:v>113.44</c:v>
                </c:pt>
                <c:pt idx="2854">
                  <c:v>114.05</c:v>
                </c:pt>
                <c:pt idx="2855">
                  <c:v>114.29</c:v>
                </c:pt>
                <c:pt idx="2856">
                  <c:v>114.26</c:v>
                </c:pt>
                <c:pt idx="2857">
                  <c:v>114.71</c:v>
                </c:pt>
                <c:pt idx="2858">
                  <c:v>113.38</c:v>
                </c:pt>
                <c:pt idx="2859">
                  <c:v>112.9</c:v>
                </c:pt>
                <c:pt idx="2860">
                  <c:v>112.86</c:v>
                </c:pt>
                <c:pt idx="2861">
                  <c:v>113.21</c:v>
                </c:pt>
                <c:pt idx="2862">
                  <c:v>111.89</c:v>
                </c:pt>
                <c:pt idx="2863">
                  <c:v>111.51</c:v>
                </c:pt>
                <c:pt idx="2864">
                  <c:v>110.82</c:v>
                </c:pt>
                <c:pt idx="2865">
                  <c:v>110.82</c:v>
                </c:pt>
                <c:pt idx="2866">
                  <c:v>110.31</c:v>
                </c:pt>
                <c:pt idx="2867">
                  <c:v>110.21</c:v>
                </c:pt>
                <c:pt idx="2868">
                  <c:v>110.38</c:v>
                </c:pt>
                <c:pt idx="2869">
                  <c:v>109.56</c:v>
                </c:pt>
                <c:pt idx="2870">
                  <c:v>109.56</c:v>
                </c:pt>
                <c:pt idx="2871">
                  <c:v>108.61</c:v>
                </c:pt>
                <c:pt idx="2872">
                  <c:v>110.17</c:v>
                </c:pt>
                <c:pt idx="2873">
                  <c:v>108.81</c:v>
                </c:pt>
                <c:pt idx="2874">
                  <c:v>108.42</c:v>
                </c:pt>
                <c:pt idx="2875">
                  <c:v>108.86</c:v>
                </c:pt>
                <c:pt idx="2876">
                  <c:v>109.52</c:v>
                </c:pt>
                <c:pt idx="2877">
                  <c:v>109.86</c:v>
                </c:pt>
                <c:pt idx="2878">
                  <c:v>109.01</c:v>
                </c:pt>
                <c:pt idx="2879">
                  <c:v>109.27</c:v>
                </c:pt>
                <c:pt idx="2880">
                  <c:v>110.09</c:v>
                </c:pt>
                <c:pt idx="2881">
                  <c:v>110.11</c:v>
                </c:pt>
                <c:pt idx="2882">
                  <c:v>110.67</c:v>
                </c:pt>
                <c:pt idx="2883">
                  <c:v>109.94</c:v>
                </c:pt>
                <c:pt idx="2884">
                  <c:v>110.67</c:v>
                </c:pt>
                <c:pt idx="2885">
                  <c:v>110.14</c:v>
                </c:pt>
                <c:pt idx="2886">
                  <c:v>110.34</c:v>
                </c:pt>
                <c:pt idx="2887">
                  <c:v>111.81</c:v>
                </c:pt>
                <c:pt idx="2888">
                  <c:v>111.41</c:v>
                </c:pt>
                <c:pt idx="2889">
                  <c:v>111.46</c:v>
                </c:pt>
                <c:pt idx="2890">
                  <c:v>111.92</c:v>
                </c:pt>
                <c:pt idx="2891">
                  <c:v>111</c:v>
                </c:pt>
                <c:pt idx="2892">
                  <c:v>110.52</c:v>
                </c:pt>
                <c:pt idx="2893">
                  <c:v>109.93</c:v>
                </c:pt>
                <c:pt idx="2894">
                  <c:v>110.32</c:v>
                </c:pt>
                <c:pt idx="2895">
                  <c:v>109.95</c:v>
                </c:pt>
                <c:pt idx="2896">
                  <c:v>110.7</c:v>
                </c:pt>
                <c:pt idx="2897">
                  <c:v>111.13</c:v>
                </c:pt>
                <c:pt idx="2898">
                  <c:v>112.08</c:v>
                </c:pt>
                <c:pt idx="2899">
                  <c:v>111.52</c:v>
                </c:pt>
                <c:pt idx="2900">
                  <c:v>111.19</c:v>
                </c:pt>
                <c:pt idx="2901">
                  <c:v>112.01</c:v>
                </c:pt>
                <c:pt idx="2902">
                  <c:v>112.04</c:v>
                </c:pt>
                <c:pt idx="2903">
                  <c:v>113.2</c:v>
                </c:pt>
                <c:pt idx="2904">
                  <c:v>112.26</c:v>
                </c:pt>
                <c:pt idx="2905">
                  <c:v>111.9</c:v>
                </c:pt>
                <c:pt idx="2906">
                  <c:v>112.82</c:v>
                </c:pt>
                <c:pt idx="2907">
                  <c:v>113.02</c:v>
                </c:pt>
                <c:pt idx="2908">
                  <c:v>113.34</c:v>
                </c:pt>
                <c:pt idx="2909">
                  <c:v>112.03</c:v>
                </c:pt>
                <c:pt idx="2910">
                  <c:v>112.77</c:v>
                </c:pt>
                <c:pt idx="2911">
                  <c:v>112.34</c:v>
                </c:pt>
                <c:pt idx="2912">
                  <c:v>112.01</c:v>
                </c:pt>
                <c:pt idx="2913">
                  <c:v>111.28</c:v>
                </c:pt>
                <c:pt idx="2914">
                  <c:v>111.17</c:v>
                </c:pt>
                <c:pt idx="2915">
                  <c:v>111.54</c:v>
                </c:pt>
                <c:pt idx="2916">
                  <c:v>111.12</c:v>
                </c:pt>
                <c:pt idx="2917">
                  <c:v>111.83</c:v>
                </c:pt>
                <c:pt idx="2918">
                  <c:v>111.49</c:v>
                </c:pt>
                <c:pt idx="2919">
                  <c:v>111.44</c:v>
                </c:pt>
                <c:pt idx="2920">
                  <c:v>111.97</c:v>
                </c:pt>
                <c:pt idx="2921">
                  <c:v>113.11</c:v>
                </c:pt>
                <c:pt idx="2922">
                  <c:v>113.7</c:v>
                </c:pt>
                <c:pt idx="2923">
                  <c:v>114.71</c:v>
                </c:pt>
                <c:pt idx="2924">
                  <c:v>115.32</c:v>
                </c:pt>
                <c:pt idx="2925">
                  <c:v>115.2</c:v>
                </c:pt>
                <c:pt idx="2926">
                  <c:v>114.11</c:v>
                </c:pt>
                <c:pt idx="2927">
                  <c:v>115.53</c:v>
                </c:pt>
                <c:pt idx="2928">
                  <c:v>116.3</c:v>
                </c:pt>
                <c:pt idx="2929">
                  <c:v>115.94</c:v>
                </c:pt>
                <c:pt idx="2930">
                  <c:v>115.21</c:v>
                </c:pt>
                <c:pt idx="2931">
                  <c:v>115.4</c:v>
                </c:pt>
                <c:pt idx="2932">
                  <c:v>116.01</c:v>
                </c:pt>
                <c:pt idx="2933">
                  <c:v>116.61</c:v>
                </c:pt>
                <c:pt idx="2934">
                  <c:v>117.37</c:v>
                </c:pt>
                <c:pt idx="2935">
                  <c:v>117.34</c:v>
                </c:pt>
                <c:pt idx="2936">
                  <c:v>115.63</c:v>
                </c:pt>
                <c:pt idx="2937">
                  <c:v>115.08</c:v>
                </c:pt>
                <c:pt idx="2938">
                  <c:v>115.47</c:v>
                </c:pt>
                <c:pt idx="2939">
                  <c:v>114.75</c:v>
                </c:pt>
                <c:pt idx="2940">
                  <c:v>115.21</c:v>
                </c:pt>
                <c:pt idx="2941">
                  <c:v>116.02</c:v>
                </c:pt>
                <c:pt idx="2942">
                  <c:v>116.13</c:v>
                </c:pt>
                <c:pt idx="2943">
                  <c:v>115.54</c:v>
                </c:pt>
                <c:pt idx="2944">
                  <c:v>115.54</c:v>
                </c:pt>
                <c:pt idx="2945">
                  <c:v>116.18</c:v>
                </c:pt>
                <c:pt idx="2946">
                  <c:v>116.36</c:v>
                </c:pt>
                <c:pt idx="2947">
                  <c:v>116.19</c:v>
                </c:pt>
                <c:pt idx="2948">
                  <c:v>114.61</c:v>
                </c:pt>
                <c:pt idx="2949">
                  <c:v>114.32</c:v>
                </c:pt>
                <c:pt idx="2950">
                  <c:v>114.77</c:v>
                </c:pt>
                <c:pt idx="2951">
                  <c:v>115.23</c:v>
                </c:pt>
                <c:pt idx="2952">
                  <c:v>115</c:v>
                </c:pt>
                <c:pt idx="2953">
                  <c:v>114.46</c:v>
                </c:pt>
                <c:pt idx="2954">
                  <c:v>115.62</c:v>
                </c:pt>
                <c:pt idx="2955">
                  <c:v>115.76</c:v>
                </c:pt>
                <c:pt idx="2956">
                  <c:v>115.3</c:v>
                </c:pt>
                <c:pt idx="2957">
                  <c:v>115.16</c:v>
                </c:pt>
                <c:pt idx="2958">
                  <c:v>115.38</c:v>
                </c:pt>
                <c:pt idx="2959">
                  <c:v>114.93</c:v>
                </c:pt>
                <c:pt idx="2960">
                  <c:v>115.32</c:v>
                </c:pt>
                <c:pt idx="2961">
                  <c:v>116.08</c:v>
                </c:pt>
                <c:pt idx="2962">
                  <c:v>116.05</c:v>
                </c:pt>
                <c:pt idx="2963">
                  <c:v>116.37</c:v>
                </c:pt>
                <c:pt idx="2964">
                  <c:v>116.84</c:v>
                </c:pt>
                <c:pt idx="2965">
                  <c:v>117.14</c:v>
                </c:pt>
                <c:pt idx="2966">
                  <c:v>116.77</c:v>
                </c:pt>
                <c:pt idx="2967">
                  <c:v>116.2</c:v>
                </c:pt>
                <c:pt idx="2968">
                  <c:v>116.12</c:v>
                </c:pt>
                <c:pt idx="2969">
                  <c:v>116.41</c:v>
                </c:pt>
                <c:pt idx="2970">
                  <c:v>116.52</c:v>
                </c:pt>
                <c:pt idx="2971">
                  <c:v>117.69</c:v>
                </c:pt>
                <c:pt idx="2972">
                  <c:v>118.29</c:v>
                </c:pt>
                <c:pt idx="2973">
                  <c:v>118.36</c:v>
                </c:pt>
                <c:pt idx="2974">
                  <c:v>118.18</c:v>
                </c:pt>
                <c:pt idx="2975">
                  <c:v>118.06</c:v>
                </c:pt>
                <c:pt idx="2976">
                  <c:v>118.22</c:v>
                </c:pt>
                <c:pt idx="2977">
                  <c:v>118.2</c:v>
                </c:pt>
                <c:pt idx="2978">
                  <c:v>119.07</c:v>
                </c:pt>
                <c:pt idx="2979">
                  <c:v>118.89</c:v>
                </c:pt>
                <c:pt idx="2980">
                  <c:v>119.16</c:v>
                </c:pt>
                <c:pt idx="2981">
                  <c:v>118.53</c:v>
                </c:pt>
                <c:pt idx="2982">
                  <c:v>119.23</c:v>
                </c:pt>
                <c:pt idx="2983">
                  <c:v>119.11</c:v>
                </c:pt>
                <c:pt idx="2984">
                  <c:v>119.21</c:v>
                </c:pt>
                <c:pt idx="2985">
                  <c:v>120.12</c:v>
                </c:pt>
                <c:pt idx="2986">
                  <c:v>119.61</c:v>
                </c:pt>
                <c:pt idx="2987">
                  <c:v>118.94</c:v>
                </c:pt>
                <c:pt idx="2988">
                  <c:v>117.99</c:v>
                </c:pt>
                <c:pt idx="2989">
                  <c:v>118.29</c:v>
                </c:pt>
                <c:pt idx="2990">
                  <c:v>118.39</c:v>
                </c:pt>
                <c:pt idx="2991">
                  <c:v>119.04</c:v>
                </c:pt>
                <c:pt idx="2992">
                  <c:v>119.13</c:v>
                </c:pt>
                <c:pt idx="2993">
                  <c:v>119.01</c:v>
                </c:pt>
                <c:pt idx="2994">
                  <c:v>118.91</c:v>
                </c:pt>
                <c:pt idx="2995">
                  <c:v>118.32</c:v>
                </c:pt>
                <c:pt idx="2996">
                  <c:v>118.1</c:v>
                </c:pt>
                <c:pt idx="2997">
                  <c:v>118.38</c:v>
                </c:pt>
                <c:pt idx="2998">
                  <c:v>120.01</c:v>
                </c:pt>
                <c:pt idx="2999">
                  <c:v>119.47</c:v>
                </c:pt>
                <c:pt idx="3000">
                  <c:v>119.67</c:v>
                </c:pt>
                <c:pt idx="3001">
                  <c:v>119.35</c:v>
                </c:pt>
                <c:pt idx="3002">
                  <c:v>119.91</c:v>
                </c:pt>
                <c:pt idx="3003">
                  <c:v>120.9</c:v>
                </c:pt>
                <c:pt idx="3004">
                  <c:v>119.9</c:v>
                </c:pt>
                <c:pt idx="3005">
                  <c:v>119.89</c:v>
                </c:pt>
                <c:pt idx="3006">
                  <c:v>119.13</c:v>
                </c:pt>
                <c:pt idx="3007">
                  <c:v>118.64</c:v>
                </c:pt>
                <c:pt idx="3008">
                  <c:v>119.09</c:v>
                </c:pt>
                <c:pt idx="3009">
                  <c:v>119.33</c:v>
                </c:pt>
                <c:pt idx="3010">
                  <c:v>119.3</c:v>
                </c:pt>
                <c:pt idx="3011">
                  <c:v>118.9</c:v>
                </c:pt>
                <c:pt idx="3012">
                  <c:v>117.38</c:v>
                </c:pt>
                <c:pt idx="3013">
                  <c:v>117.36</c:v>
                </c:pt>
                <c:pt idx="3014">
                  <c:v>117.21</c:v>
                </c:pt>
                <c:pt idx="3015">
                  <c:v>117.85</c:v>
                </c:pt>
                <c:pt idx="3016">
                  <c:v>117.2</c:v>
                </c:pt>
                <c:pt idx="3017">
                  <c:v>116.64</c:v>
                </c:pt>
                <c:pt idx="3018">
                  <c:v>116.79</c:v>
                </c:pt>
                <c:pt idx="3019">
                  <c:v>116.94</c:v>
                </c:pt>
                <c:pt idx="3020">
                  <c:v>117.2</c:v>
                </c:pt>
                <c:pt idx="3021">
                  <c:v>117.18</c:v>
                </c:pt>
                <c:pt idx="3022">
                  <c:v>116.59</c:v>
                </c:pt>
                <c:pt idx="3023">
                  <c:v>116.16</c:v>
                </c:pt>
                <c:pt idx="3024">
                  <c:v>116.14</c:v>
                </c:pt>
                <c:pt idx="3025">
                  <c:v>116.46</c:v>
                </c:pt>
                <c:pt idx="3026">
                  <c:v>116.83</c:v>
                </c:pt>
                <c:pt idx="3027">
                  <c:v>116.54</c:v>
                </c:pt>
                <c:pt idx="3028">
                  <c:v>115.25</c:v>
                </c:pt>
                <c:pt idx="3029">
                  <c:v>115.29</c:v>
                </c:pt>
                <c:pt idx="3030">
                  <c:v>115.01</c:v>
                </c:pt>
                <c:pt idx="3031">
                  <c:v>114.38</c:v>
                </c:pt>
                <c:pt idx="3032">
                  <c:v>113.19</c:v>
                </c:pt>
                <c:pt idx="3033">
                  <c:v>113.08</c:v>
                </c:pt>
                <c:pt idx="3034">
                  <c:v>112.99</c:v>
                </c:pt>
                <c:pt idx="3035">
                  <c:v>113.4</c:v>
                </c:pt>
                <c:pt idx="3036">
                  <c:v>113.29</c:v>
                </c:pt>
                <c:pt idx="3037">
                  <c:v>113.27</c:v>
                </c:pt>
                <c:pt idx="3038">
                  <c:v>113.09</c:v>
                </c:pt>
                <c:pt idx="3039">
                  <c:v>113.33</c:v>
                </c:pt>
                <c:pt idx="3040">
                  <c:v>113.42</c:v>
                </c:pt>
                <c:pt idx="3041">
                  <c:v>113.43</c:v>
                </c:pt>
                <c:pt idx="3042">
                  <c:v>113.54</c:v>
                </c:pt>
                <c:pt idx="3043">
                  <c:v>112.84</c:v>
                </c:pt>
                <c:pt idx="3044">
                  <c:v>113.42</c:v>
                </c:pt>
                <c:pt idx="3045">
                  <c:v>113.69</c:v>
                </c:pt>
                <c:pt idx="3046">
                  <c:v>115.43</c:v>
                </c:pt>
                <c:pt idx="3047">
                  <c:v>115.63</c:v>
                </c:pt>
                <c:pt idx="3048">
                  <c:v>114.83</c:v>
                </c:pt>
                <c:pt idx="3049">
                  <c:v>114.05</c:v>
                </c:pt>
                <c:pt idx="3050">
                  <c:v>114.66</c:v>
                </c:pt>
                <c:pt idx="3051">
                  <c:v>114.15</c:v>
                </c:pt>
                <c:pt idx="3052">
                  <c:v>114.15</c:v>
                </c:pt>
                <c:pt idx="3053">
                  <c:v>114.15</c:v>
                </c:pt>
                <c:pt idx="3054">
                  <c:v>114.15</c:v>
                </c:pt>
                <c:pt idx="3055">
                  <c:v>112.17</c:v>
                </c:pt>
                <c:pt idx="3056">
                  <c:v>111.88</c:v>
                </c:pt>
                <c:pt idx="3057">
                  <c:v>111.94</c:v>
                </c:pt>
                <c:pt idx="3058">
                  <c:v>111.76</c:v>
                </c:pt>
                <c:pt idx="3059">
                  <c:v>112.92</c:v>
                </c:pt>
                <c:pt idx="3060">
                  <c:v>112.78</c:v>
                </c:pt>
                <c:pt idx="3061">
                  <c:v>112.21</c:v>
                </c:pt>
                <c:pt idx="3062">
                  <c:v>112.27</c:v>
                </c:pt>
                <c:pt idx="3063">
                  <c:v>112.93</c:v>
                </c:pt>
                <c:pt idx="3064">
                  <c:v>113.41</c:v>
                </c:pt>
                <c:pt idx="3065">
                  <c:v>112.95</c:v>
                </c:pt>
                <c:pt idx="3066">
                  <c:v>113</c:v>
                </c:pt>
                <c:pt idx="3067">
                  <c:v>113.22</c:v>
                </c:pt>
                <c:pt idx="3068">
                  <c:v>112.96</c:v>
                </c:pt>
                <c:pt idx="3069">
                  <c:v>112.79</c:v>
                </c:pt>
                <c:pt idx="3070">
                  <c:v>112.57</c:v>
                </c:pt>
                <c:pt idx="3071">
                  <c:v>113.35</c:v>
                </c:pt>
                <c:pt idx="3072">
                  <c:v>113.65</c:v>
                </c:pt>
                <c:pt idx="3073">
                  <c:v>114.48</c:v>
                </c:pt>
                <c:pt idx="3074">
                  <c:v>113.61</c:v>
                </c:pt>
                <c:pt idx="3075">
                  <c:v>113.82</c:v>
                </c:pt>
                <c:pt idx="3076">
                  <c:v>113.95</c:v>
                </c:pt>
                <c:pt idx="3077">
                  <c:v>114.34</c:v>
                </c:pt>
                <c:pt idx="3078">
                  <c:v>114.46</c:v>
                </c:pt>
                <c:pt idx="3079">
                  <c:v>114.88</c:v>
                </c:pt>
                <c:pt idx="3080">
                  <c:v>115.74</c:v>
                </c:pt>
                <c:pt idx="3081">
                  <c:v>115.88</c:v>
                </c:pt>
                <c:pt idx="3082">
                  <c:v>115.57</c:v>
                </c:pt>
                <c:pt idx="3083">
                  <c:v>115.68</c:v>
                </c:pt>
                <c:pt idx="3084">
                  <c:v>115.54</c:v>
                </c:pt>
                <c:pt idx="3085">
                  <c:v>114.27</c:v>
                </c:pt>
                <c:pt idx="3086">
                  <c:v>114.41</c:v>
                </c:pt>
                <c:pt idx="3087">
                  <c:v>114.86</c:v>
                </c:pt>
                <c:pt idx="3088">
                  <c:v>114.55</c:v>
                </c:pt>
                <c:pt idx="3089">
                  <c:v>114.46</c:v>
                </c:pt>
                <c:pt idx="3090">
                  <c:v>114.91</c:v>
                </c:pt>
                <c:pt idx="3091">
                  <c:v>115.12</c:v>
                </c:pt>
                <c:pt idx="3092">
                  <c:v>114.98</c:v>
                </c:pt>
                <c:pt idx="3093">
                  <c:v>115.16</c:v>
                </c:pt>
                <c:pt idx="3094">
                  <c:v>115.1</c:v>
                </c:pt>
                <c:pt idx="3095">
                  <c:v>115.18</c:v>
                </c:pt>
                <c:pt idx="3096">
                  <c:v>116.53</c:v>
                </c:pt>
                <c:pt idx="3097">
                  <c:v>116.25</c:v>
                </c:pt>
                <c:pt idx="3098">
                  <c:v>116.51</c:v>
                </c:pt>
                <c:pt idx="3099">
                  <c:v>116.41</c:v>
                </c:pt>
                <c:pt idx="3100">
                  <c:v>117.04</c:v>
                </c:pt>
                <c:pt idx="3101">
                  <c:v>116.62</c:v>
                </c:pt>
                <c:pt idx="3102">
                  <c:v>117.15</c:v>
                </c:pt>
                <c:pt idx="3103">
                  <c:v>117.29</c:v>
                </c:pt>
                <c:pt idx="3104">
                  <c:v>117.34</c:v>
                </c:pt>
                <c:pt idx="3105">
                  <c:v>117.11</c:v>
                </c:pt>
                <c:pt idx="3106">
                  <c:v>116.89</c:v>
                </c:pt>
                <c:pt idx="3107">
                  <c:v>116.17</c:v>
                </c:pt>
                <c:pt idx="3108">
                  <c:v>116.13</c:v>
                </c:pt>
                <c:pt idx="3109">
                  <c:v>116.13</c:v>
                </c:pt>
                <c:pt idx="3110">
                  <c:v>115.96</c:v>
                </c:pt>
                <c:pt idx="3111">
                  <c:v>116.08</c:v>
                </c:pt>
                <c:pt idx="3112">
                  <c:v>116.41</c:v>
                </c:pt>
                <c:pt idx="3113">
                  <c:v>115.64</c:v>
                </c:pt>
                <c:pt idx="3114">
                  <c:v>116.07</c:v>
                </c:pt>
                <c:pt idx="3115">
                  <c:v>116.26</c:v>
                </c:pt>
                <c:pt idx="3116">
                  <c:v>116.05</c:v>
                </c:pt>
                <c:pt idx="3117">
                  <c:v>115.33</c:v>
                </c:pt>
                <c:pt idx="3118">
                  <c:v>115.8</c:v>
                </c:pt>
                <c:pt idx="3119">
                  <c:v>114.93</c:v>
                </c:pt>
                <c:pt idx="3120">
                  <c:v>114.93</c:v>
                </c:pt>
                <c:pt idx="3121">
                  <c:v>115.15</c:v>
                </c:pt>
                <c:pt idx="3122">
                  <c:v>115.48</c:v>
                </c:pt>
                <c:pt idx="3123">
                  <c:v>115.59</c:v>
                </c:pt>
                <c:pt idx="3124">
                  <c:v>116.98</c:v>
                </c:pt>
                <c:pt idx="3125">
                  <c:v>117.91</c:v>
                </c:pt>
                <c:pt idx="3126">
                  <c:v>118.05</c:v>
                </c:pt>
                <c:pt idx="3127">
                  <c:v>117.85</c:v>
                </c:pt>
                <c:pt idx="3128">
                  <c:v>117.57</c:v>
                </c:pt>
                <c:pt idx="3129">
                  <c:v>117.25</c:v>
                </c:pt>
                <c:pt idx="3130">
                  <c:v>116.75</c:v>
                </c:pt>
                <c:pt idx="3131">
                  <c:v>116.84</c:v>
                </c:pt>
                <c:pt idx="3132">
                  <c:v>115.79</c:v>
                </c:pt>
                <c:pt idx="3133">
                  <c:v>116.11</c:v>
                </c:pt>
                <c:pt idx="3134">
                  <c:v>116.33</c:v>
                </c:pt>
                <c:pt idx="3135">
                  <c:v>116.33</c:v>
                </c:pt>
                <c:pt idx="3136">
                  <c:v>116.83</c:v>
                </c:pt>
                <c:pt idx="3137">
                  <c:v>117.01</c:v>
                </c:pt>
                <c:pt idx="3138">
                  <c:v>116.88</c:v>
                </c:pt>
                <c:pt idx="3139">
                  <c:v>116.64</c:v>
                </c:pt>
                <c:pt idx="3140">
                  <c:v>116.64</c:v>
                </c:pt>
                <c:pt idx="3141">
                  <c:v>117.29</c:v>
                </c:pt>
                <c:pt idx="3142">
                  <c:v>117.59</c:v>
                </c:pt>
                <c:pt idx="3143">
                  <c:v>117.85</c:v>
                </c:pt>
                <c:pt idx="3144">
                  <c:v>117.64</c:v>
                </c:pt>
                <c:pt idx="3145">
                  <c:v>117.67</c:v>
                </c:pt>
                <c:pt idx="3146">
                  <c:v>117.7</c:v>
                </c:pt>
                <c:pt idx="3147">
                  <c:v>118.43</c:v>
                </c:pt>
                <c:pt idx="3148">
                  <c:v>118.64</c:v>
                </c:pt>
                <c:pt idx="3149">
                  <c:v>119.85</c:v>
                </c:pt>
                <c:pt idx="3150">
                  <c:v>120.04</c:v>
                </c:pt>
                <c:pt idx="3151">
                  <c:v>119.62</c:v>
                </c:pt>
                <c:pt idx="3152">
                  <c:v>119.76</c:v>
                </c:pt>
                <c:pt idx="3153">
                  <c:v>120.21</c:v>
                </c:pt>
                <c:pt idx="3154">
                  <c:v>119.69</c:v>
                </c:pt>
                <c:pt idx="3155">
                  <c:v>118.95</c:v>
                </c:pt>
                <c:pt idx="3156">
                  <c:v>119.41</c:v>
                </c:pt>
                <c:pt idx="3157">
                  <c:v>119.52</c:v>
                </c:pt>
                <c:pt idx="3158">
                  <c:v>119.16</c:v>
                </c:pt>
                <c:pt idx="3159">
                  <c:v>118.98</c:v>
                </c:pt>
                <c:pt idx="3160">
                  <c:v>118.44</c:v>
                </c:pt>
                <c:pt idx="3161">
                  <c:v>118.25</c:v>
                </c:pt>
                <c:pt idx="3162">
                  <c:v>118.83</c:v>
                </c:pt>
                <c:pt idx="3163">
                  <c:v>118.4</c:v>
                </c:pt>
                <c:pt idx="3164">
                  <c:v>118.55</c:v>
                </c:pt>
                <c:pt idx="3165">
                  <c:v>118.81</c:v>
                </c:pt>
                <c:pt idx="3166">
                  <c:v>118.33</c:v>
                </c:pt>
                <c:pt idx="3167">
                  <c:v>118.93</c:v>
                </c:pt>
                <c:pt idx="3168">
                  <c:v>119.16</c:v>
                </c:pt>
                <c:pt idx="3169">
                  <c:v>118.48</c:v>
                </c:pt>
                <c:pt idx="3170">
                  <c:v>119.13</c:v>
                </c:pt>
                <c:pt idx="3171">
                  <c:v>119.82</c:v>
                </c:pt>
                <c:pt idx="3172">
                  <c:v>119.53</c:v>
                </c:pt>
                <c:pt idx="3173">
                  <c:v>119.16</c:v>
                </c:pt>
                <c:pt idx="3174">
                  <c:v>119.4</c:v>
                </c:pt>
                <c:pt idx="3175">
                  <c:v>118.81</c:v>
                </c:pt>
                <c:pt idx="3176">
                  <c:v>118.57</c:v>
                </c:pt>
                <c:pt idx="3177">
                  <c:v>117.96</c:v>
                </c:pt>
                <c:pt idx="3178">
                  <c:v>116.8</c:v>
                </c:pt>
                <c:pt idx="3179">
                  <c:v>117.99</c:v>
                </c:pt>
                <c:pt idx="3180">
                  <c:v>117.78</c:v>
                </c:pt>
                <c:pt idx="3181">
                  <c:v>117.8</c:v>
                </c:pt>
                <c:pt idx="3182">
                  <c:v>117.96</c:v>
                </c:pt>
                <c:pt idx="3183">
                  <c:v>117.29</c:v>
                </c:pt>
                <c:pt idx="3184">
                  <c:v>117.18</c:v>
                </c:pt>
                <c:pt idx="3185">
                  <c:v>117.46</c:v>
                </c:pt>
                <c:pt idx="3186">
                  <c:v>117.6</c:v>
                </c:pt>
                <c:pt idx="3187">
                  <c:v>117.22</c:v>
                </c:pt>
                <c:pt idx="3188">
                  <c:v>117.52</c:v>
                </c:pt>
                <c:pt idx="3189">
                  <c:v>118.05</c:v>
                </c:pt>
                <c:pt idx="3190">
                  <c:v>118.1</c:v>
                </c:pt>
                <c:pt idx="3191">
                  <c:v>118.14</c:v>
                </c:pt>
                <c:pt idx="3192">
                  <c:v>118.54</c:v>
                </c:pt>
                <c:pt idx="3193">
                  <c:v>118.62</c:v>
                </c:pt>
                <c:pt idx="3194">
                  <c:v>118.62</c:v>
                </c:pt>
                <c:pt idx="3195">
                  <c:v>117.77</c:v>
                </c:pt>
                <c:pt idx="3196">
                  <c:v>117.92</c:v>
                </c:pt>
                <c:pt idx="3197">
                  <c:v>117.68</c:v>
                </c:pt>
                <c:pt idx="3198">
                  <c:v>117.94</c:v>
                </c:pt>
                <c:pt idx="3199">
                  <c:v>117.69</c:v>
                </c:pt>
                <c:pt idx="3200">
                  <c:v>118.2</c:v>
                </c:pt>
                <c:pt idx="3201">
                  <c:v>117.56</c:v>
                </c:pt>
                <c:pt idx="3202">
                  <c:v>117.56</c:v>
                </c:pt>
                <c:pt idx="3203">
                  <c:v>117.37</c:v>
                </c:pt>
                <c:pt idx="3204">
                  <c:v>117.74</c:v>
                </c:pt>
                <c:pt idx="3205">
                  <c:v>117.73</c:v>
                </c:pt>
                <c:pt idx="3206">
                  <c:v>117.37</c:v>
                </c:pt>
                <c:pt idx="3207">
                  <c:v>116.6</c:v>
                </c:pt>
                <c:pt idx="3208">
                  <c:v>116.39</c:v>
                </c:pt>
                <c:pt idx="3209">
                  <c:v>116.29</c:v>
                </c:pt>
                <c:pt idx="3210">
                  <c:v>116.44</c:v>
                </c:pt>
                <c:pt idx="3211">
                  <c:v>116.57</c:v>
                </c:pt>
                <c:pt idx="3212">
                  <c:v>116.15</c:v>
                </c:pt>
                <c:pt idx="3213">
                  <c:v>115.45</c:v>
                </c:pt>
                <c:pt idx="3214">
                  <c:v>115.04</c:v>
                </c:pt>
                <c:pt idx="3215">
                  <c:v>114.89</c:v>
                </c:pt>
                <c:pt idx="3216">
                  <c:v>115.19</c:v>
                </c:pt>
                <c:pt idx="3217">
                  <c:v>114.54</c:v>
                </c:pt>
                <c:pt idx="3218">
                  <c:v>114.87</c:v>
                </c:pt>
                <c:pt idx="3219">
                  <c:v>113.59</c:v>
                </c:pt>
                <c:pt idx="3220">
                  <c:v>113.66</c:v>
                </c:pt>
                <c:pt idx="3221">
                  <c:v>113.92</c:v>
                </c:pt>
                <c:pt idx="3222">
                  <c:v>114.91</c:v>
                </c:pt>
                <c:pt idx="3223">
                  <c:v>114.52</c:v>
                </c:pt>
                <c:pt idx="3224">
                  <c:v>113.92</c:v>
                </c:pt>
                <c:pt idx="3225">
                  <c:v>114.15</c:v>
                </c:pt>
                <c:pt idx="3226">
                  <c:v>115.09</c:v>
                </c:pt>
                <c:pt idx="3227">
                  <c:v>114.12</c:v>
                </c:pt>
                <c:pt idx="3228">
                  <c:v>114.13</c:v>
                </c:pt>
                <c:pt idx="3229">
                  <c:v>113</c:v>
                </c:pt>
                <c:pt idx="3230">
                  <c:v>112.82</c:v>
                </c:pt>
                <c:pt idx="3231">
                  <c:v>112.8</c:v>
                </c:pt>
                <c:pt idx="3232">
                  <c:v>112.33</c:v>
                </c:pt>
                <c:pt idx="3233">
                  <c:v>112.79</c:v>
                </c:pt>
                <c:pt idx="3234">
                  <c:v>112.8</c:v>
                </c:pt>
                <c:pt idx="3235">
                  <c:v>112.82</c:v>
                </c:pt>
                <c:pt idx="3236">
                  <c:v>112.1</c:v>
                </c:pt>
                <c:pt idx="3237">
                  <c:v>111.62</c:v>
                </c:pt>
                <c:pt idx="3238">
                  <c:v>111.17</c:v>
                </c:pt>
                <c:pt idx="3239">
                  <c:v>111.81</c:v>
                </c:pt>
                <c:pt idx="3240">
                  <c:v>111.3</c:v>
                </c:pt>
                <c:pt idx="3241">
                  <c:v>111.09</c:v>
                </c:pt>
                <c:pt idx="3242">
                  <c:v>111.35</c:v>
                </c:pt>
                <c:pt idx="3243">
                  <c:v>110.83</c:v>
                </c:pt>
                <c:pt idx="3244">
                  <c:v>110.99</c:v>
                </c:pt>
                <c:pt idx="3245">
                  <c:v>111.1</c:v>
                </c:pt>
                <c:pt idx="3246">
                  <c:v>110.68</c:v>
                </c:pt>
                <c:pt idx="3247">
                  <c:v>111</c:v>
                </c:pt>
                <c:pt idx="3248">
                  <c:v>111.15</c:v>
                </c:pt>
                <c:pt idx="3249">
                  <c:v>110.76</c:v>
                </c:pt>
                <c:pt idx="3250">
                  <c:v>110.8</c:v>
                </c:pt>
                <c:pt idx="3251">
                  <c:v>110.2</c:v>
                </c:pt>
                <c:pt idx="3252">
                  <c:v>109.67</c:v>
                </c:pt>
                <c:pt idx="3253">
                  <c:v>108.94</c:v>
                </c:pt>
                <c:pt idx="3254">
                  <c:v>108.19</c:v>
                </c:pt>
                <c:pt idx="3255">
                  <c:v>108.2</c:v>
                </c:pt>
                <c:pt idx="3256">
                  <c:v>107.57</c:v>
                </c:pt>
                <c:pt idx="3257">
                  <c:v>106.56</c:v>
                </c:pt>
                <c:pt idx="3258">
                  <c:v>106.37</c:v>
                </c:pt>
                <c:pt idx="3259">
                  <c:v>106.11</c:v>
                </c:pt>
                <c:pt idx="3260">
                  <c:v>106.51</c:v>
                </c:pt>
                <c:pt idx="3261">
                  <c:v>106.8</c:v>
                </c:pt>
                <c:pt idx="3262">
                  <c:v>107.05</c:v>
                </c:pt>
                <c:pt idx="3263">
                  <c:v>107.19</c:v>
                </c:pt>
                <c:pt idx="3264">
                  <c:v>107.74</c:v>
                </c:pt>
                <c:pt idx="3265">
                  <c:v>106.21</c:v>
                </c:pt>
                <c:pt idx="3266">
                  <c:v>105.65</c:v>
                </c:pt>
                <c:pt idx="3267">
                  <c:v>106.08</c:v>
                </c:pt>
                <c:pt idx="3268">
                  <c:v>105.91</c:v>
                </c:pt>
                <c:pt idx="3269">
                  <c:v>105.89</c:v>
                </c:pt>
                <c:pt idx="3270">
                  <c:v>104.67</c:v>
                </c:pt>
                <c:pt idx="3271">
                  <c:v>104.49</c:v>
                </c:pt>
                <c:pt idx="3272">
                  <c:v>104.42</c:v>
                </c:pt>
                <c:pt idx="3273">
                  <c:v>104.47</c:v>
                </c:pt>
                <c:pt idx="3274">
                  <c:v>104.06</c:v>
                </c:pt>
                <c:pt idx="3275">
                  <c:v>104.75</c:v>
                </c:pt>
                <c:pt idx="3276">
                  <c:v>106.66</c:v>
                </c:pt>
                <c:pt idx="3277">
                  <c:v>105.52</c:v>
                </c:pt>
                <c:pt idx="3278">
                  <c:v>105.12</c:v>
                </c:pt>
                <c:pt idx="3279">
                  <c:v>106.61</c:v>
                </c:pt>
                <c:pt idx="3280">
                  <c:v>107.1</c:v>
                </c:pt>
                <c:pt idx="3281">
                  <c:v>106.8</c:v>
                </c:pt>
                <c:pt idx="3282">
                  <c:v>107.41</c:v>
                </c:pt>
                <c:pt idx="3283">
                  <c:v>107.02</c:v>
                </c:pt>
                <c:pt idx="3284">
                  <c:v>106.67</c:v>
                </c:pt>
                <c:pt idx="3285">
                  <c:v>107.27</c:v>
                </c:pt>
                <c:pt idx="3286">
                  <c:v>108.69</c:v>
                </c:pt>
                <c:pt idx="3287">
                  <c:v>107.85</c:v>
                </c:pt>
                <c:pt idx="3288">
                  <c:v>108.66</c:v>
                </c:pt>
                <c:pt idx="3289">
                  <c:v>108.18</c:v>
                </c:pt>
                <c:pt idx="3290">
                  <c:v>107.41</c:v>
                </c:pt>
                <c:pt idx="3291">
                  <c:v>107.11</c:v>
                </c:pt>
                <c:pt idx="3292">
                  <c:v>106.79</c:v>
                </c:pt>
                <c:pt idx="3293">
                  <c:v>106.72</c:v>
                </c:pt>
                <c:pt idx="3294">
                  <c:v>106.65</c:v>
                </c:pt>
                <c:pt idx="3295">
                  <c:v>107.52</c:v>
                </c:pt>
                <c:pt idx="3296">
                  <c:v>107.31</c:v>
                </c:pt>
                <c:pt idx="3297">
                  <c:v>107.14</c:v>
                </c:pt>
                <c:pt idx="3298">
                  <c:v>108.13</c:v>
                </c:pt>
                <c:pt idx="3299">
                  <c:v>107.97</c:v>
                </c:pt>
                <c:pt idx="3300">
                  <c:v>107.86</c:v>
                </c:pt>
                <c:pt idx="3301">
                  <c:v>106.77</c:v>
                </c:pt>
                <c:pt idx="3302">
                  <c:v>107.08</c:v>
                </c:pt>
                <c:pt idx="3303">
                  <c:v>106.7</c:v>
                </c:pt>
                <c:pt idx="3304">
                  <c:v>106.98</c:v>
                </c:pt>
                <c:pt idx="3305">
                  <c:v>106.67</c:v>
                </c:pt>
                <c:pt idx="3306">
                  <c:v>105.57</c:v>
                </c:pt>
                <c:pt idx="3307">
                  <c:v>106.1</c:v>
                </c:pt>
                <c:pt idx="3308">
                  <c:v>105.98</c:v>
                </c:pt>
                <c:pt idx="3309">
                  <c:v>106.84</c:v>
                </c:pt>
                <c:pt idx="3310">
                  <c:v>107.1</c:v>
                </c:pt>
                <c:pt idx="3311">
                  <c:v>107.52</c:v>
                </c:pt>
                <c:pt idx="3312">
                  <c:v>107.62</c:v>
                </c:pt>
                <c:pt idx="3313">
                  <c:v>107.13</c:v>
                </c:pt>
                <c:pt idx="3314">
                  <c:v>108.06</c:v>
                </c:pt>
                <c:pt idx="3315">
                  <c:v>108.24</c:v>
                </c:pt>
                <c:pt idx="3316">
                  <c:v>108.33</c:v>
                </c:pt>
                <c:pt idx="3317">
                  <c:v>107.76</c:v>
                </c:pt>
                <c:pt idx="3318">
                  <c:v>107</c:v>
                </c:pt>
                <c:pt idx="3319">
                  <c:v>107.53</c:v>
                </c:pt>
                <c:pt idx="3320">
                  <c:v>107.86</c:v>
                </c:pt>
                <c:pt idx="3321">
                  <c:v>107.52</c:v>
                </c:pt>
                <c:pt idx="3322">
                  <c:v>107.79</c:v>
                </c:pt>
                <c:pt idx="3323">
                  <c:v>107.68</c:v>
                </c:pt>
                <c:pt idx="3324">
                  <c:v>107.53</c:v>
                </c:pt>
                <c:pt idx="3325">
                  <c:v>106.87</c:v>
                </c:pt>
                <c:pt idx="3326">
                  <c:v>107.07</c:v>
                </c:pt>
                <c:pt idx="3327">
                  <c:v>107.16</c:v>
                </c:pt>
                <c:pt idx="3328">
                  <c:v>106.97</c:v>
                </c:pt>
                <c:pt idx="3329">
                  <c:v>107.6</c:v>
                </c:pt>
                <c:pt idx="3330">
                  <c:v>107.55</c:v>
                </c:pt>
                <c:pt idx="3331">
                  <c:v>108.07</c:v>
                </c:pt>
                <c:pt idx="3332">
                  <c:v>106.94</c:v>
                </c:pt>
                <c:pt idx="3333">
                  <c:v>107.2</c:v>
                </c:pt>
                <c:pt idx="3334">
                  <c:v>107.25</c:v>
                </c:pt>
                <c:pt idx="3335">
                  <c:v>107.15</c:v>
                </c:pt>
                <c:pt idx="3336">
                  <c:v>107.78</c:v>
                </c:pt>
                <c:pt idx="3337">
                  <c:v>107.63</c:v>
                </c:pt>
                <c:pt idx="3338">
                  <c:v>108.37</c:v>
                </c:pt>
                <c:pt idx="3339">
                  <c:v>108.52</c:v>
                </c:pt>
                <c:pt idx="3340">
                  <c:v>108.23</c:v>
                </c:pt>
                <c:pt idx="3341">
                  <c:v>107.94</c:v>
                </c:pt>
                <c:pt idx="3342">
                  <c:v>108</c:v>
                </c:pt>
                <c:pt idx="3343">
                  <c:v>107.91</c:v>
                </c:pt>
                <c:pt idx="3344">
                  <c:v>107.92</c:v>
                </c:pt>
                <c:pt idx="3345">
                  <c:v>107.16</c:v>
                </c:pt>
                <c:pt idx="3346">
                  <c:v>107.07</c:v>
                </c:pt>
                <c:pt idx="3347">
                  <c:v>107.07</c:v>
                </c:pt>
                <c:pt idx="3348">
                  <c:v>106.64</c:v>
                </c:pt>
                <c:pt idx="3349">
                  <c:v>106.08</c:v>
                </c:pt>
                <c:pt idx="3350">
                  <c:v>106.12</c:v>
                </c:pt>
                <c:pt idx="3351">
                  <c:v>105.87</c:v>
                </c:pt>
                <c:pt idx="3352">
                  <c:v>105.6</c:v>
                </c:pt>
                <c:pt idx="3353">
                  <c:v>104.97</c:v>
                </c:pt>
                <c:pt idx="3354">
                  <c:v>104.5</c:v>
                </c:pt>
                <c:pt idx="3355">
                  <c:v>104.57</c:v>
                </c:pt>
                <c:pt idx="3356">
                  <c:v>104.58</c:v>
                </c:pt>
                <c:pt idx="3357">
                  <c:v>105.1</c:v>
                </c:pt>
                <c:pt idx="3358">
                  <c:v>105.32</c:v>
                </c:pt>
                <c:pt idx="3359">
                  <c:v>105.04</c:v>
                </c:pt>
                <c:pt idx="3360">
                  <c:v>105.2</c:v>
                </c:pt>
                <c:pt idx="3361">
                  <c:v>105.67</c:v>
                </c:pt>
                <c:pt idx="3362">
                  <c:v>105.87</c:v>
                </c:pt>
                <c:pt idx="3363">
                  <c:v>105.81</c:v>
                </c:pt>
                <c:pt idx="3364">
                  <c:v>106.12</c:v>
                </c:pt>
                <c:pt idx="3365">
                  <c:v>106.54</c:v>
                </c:pt>
                <c:pt idx="3366">
                  <c:v>106.53</c:v>
                </c:pt>
                <c:pt idx="3367">
                  <c:v>106.77</c:v>
                </c:pt>
                <c:pt idx="3368">
                  <c:v>106.53</c:v>
                </c:pt>
                <c:pt idx="3369">
                  <c:v>106.38</c:v>
                </c:pt>
                <c:pt idx="3370">
                  <c:v>106.35</c:v>
                </c:pt>
                <c:pt idx="3371">
                  <c:v>106.37</c:v>
                </c:pt>
                <c:pt idx="3372">
                  <c:v>106.14</c:v>
                </c:pt>
                <c:pt idx="3373">
                  <c:v>106.1</c:v>
                </c:pt>
                <c:pt idx="3374">
                  <c:v>105.36</c:v>
                </c:pt>
                <c:pt idx="3375">
                  <c:v>105.24</c:v>
                </c:pt>
                <c:pt idx="3376">
                  <c:v>105.37</c:v>
                </c:pt>
                <c:pt idx="3377">
                  <c:v>105.35</c:v>
                </c:pt>
                <c:pt idx="3378">
                  <c:v>104.51</c:v>
                </c:pt>
                <c:pt idx="3379">
                  <c:v>103.98</c:v>
                </c:pt>
                <c:pt idx="3380">
                  <c:v>104.06</c:v>
                </c:pt>
                <c:pt idx="3381">
                  <c:v>103.51</c:v>
                </c:pt>
                <c:pt idx="3382">
                  <c:v>103.54</c:v>
                </c:pt>
                <c:pt idx="3383">
                  <c:v>103.48</c:v>
                </c:pt>
                <c:pt idx="3384">
                  <c:v>103.47</c:v>
                </c:pt>
                <c:pt idx="3385">
                  <c:v>103.64</c:v>
                </c:pt>
                <c:pt idx="3386">
                  <c:v>103.29</c:v>
                </c:pt>
                <c:pt idx="3387">
                  <c:v>103.16</c:v>
                </c:pt>
                <c:pt idx="3388">
                  <c:v>102.82</c:v>
                </c:pt>
                <c:pt idx="3389">
                  <c:v>102.41</c:v>
                </c:pt>
                <c:pt idx="3390">
                  <c:v>102.01</c:v>
                </c:pt>
                <c:pt idx="3391">
                  <c:v>101.85</c:v>
                </c:pt>
                <c:pt idx="3392">
                  <c:v>101.88</c:v>
                </c:pt>
                <c:pt idx="3393">
                  <c:v>102.98</c:v>
                </c:pt>
                <c:pt idx="3394">
                  <c:v>102.47</c:v>
                </c:pt>
                <c:pt idx="3395">
                  <c:v>101.97</c:v>
                </c:pt>
                <c:pt idx="3396">
                  <c:v>102.57</c:v>
                </c:pt>
                <c:pt idx="3397">
                  <c:v>101.87</c:v>
                </c:pt>
                <c:pt idx="3398">
                  <c:v>101.94</c:v>
                </c:pt>
                <c:pt idx="3399">
                  <c:v>101.23</c:v>
                </c:pt>
                <c:pt idx="3400">
                  <c:v>101.47</c:v>
                </c:pt>
                <c:pt idx="3401">
                  <c:v>101.21</c:v>
                </c:pt>
                <c:pt idx="3402">
                  <c:v>101.34</c:v>
                </c:pt>
                <c:pt idx="3403">
                  <c:v>100.79</c:v>
                </c:pt>
                <c:pt idx="3404">
                  <c:v>100.55</c:v>
                </c:pt>
                <c:pt idx="3405">
                  <c:v>100.47</c:v>
                </c:pt>
                <c:pt idx="3406">
                  <c:v>100.23</c:v>
                </c:pt>
                <c:pt idx="3407">
                  <c:v>100.23</c:v>
                </c:pt>
                <c:pt idx="3408">
                  <c:v>99.86</c:v>
                </c:pt>
                <c:pt idx="3409">
                  <c:v>99.22</c:v>
                </c:pt>
                <c:pt idx="3410">
                  <c:v>99.26</c:v>
                </c:pt>
                <c:pt idx="3411">
                  <c:v>99.48</c:v>
                </c:pt>
                <c:pt idx="3412">
                  <c:v>99.28</c:v>
                </c:pt>
                <c:pt idx="3413">
                  <c:v>99.52</c:v>
                </c:pt>
                <c:pt idx="3414">
                  <c:v>99.91</c:v>
                </c:pt>
                <c:pt idx="3415">
                  <c:v>99.9</c:v>
                </c:pt>
                <c:pt idx="3416">
                  <c:v>99.14</c:v>
                </c:pt>
                <c:pt idx="3417">
                  <c:v>99.65</c:v>
                </c:pt>
                <c:pt idx="3418">
                  <c:v>99.46</c:v>
                </c:pt>
                <c:pt idx="3419">
                  <c:v>99.57</c:v>
                </c:pt>
                <c:pt idx="3420">
                  <c:v>100.27</c:v>
                </c:pt>
                <c:pt idx="3421">
                  <c:v>100.39</c:v>
                </c:pt>
                <c:pt idx="3422">
                  <c:v>100.51</c:v>
                </c:pt>
                <c:pt idx="3423">
                  <c:v>99.59</c:v>
                </c:pt>
                <c:pt idx="3424">
                  <c:v>100.04</c:v>
                </c:pt>
                <c:pt idx="3425">
                  <c:v>100.46</c:v>
                </c:pt>
                <c:pt idx="3426">
                  <c:v>100.53</c:v>
                </c:pt>
                <c:pt idx="3427">
                  <c:v>100</c:v>
                </c:pt>
                <c:pt idx="3428">
                  <c:v>99.55</c:v>
                </c:pt>
                <c:pt idx="3429">
                  <c:v>100.09</c:v>
                </c:pt>
                <c:pt idx="3430">
                  <c:v>99.66</c:v>
                </c:pt>
                <c:pt idx="3431">
                  <c:v>99.86</c:v>
                </c:pt>
                <c:pt idx="3432">
                  <c:v>99.62</c:v>
                </c:pt>
                <c:pt idx="3433">
                  <c:v>99.81</c:v>
                </c:pt>
                <c:pt idx="3434">
                  <c:v>99.71</c:v>
                </c:pt>
                <c:pt idx="3435">
                  <c:v>99.1</c:v>
                </c:pt>
                <c:pt idx="3436">
                  <c:v>99.13</c:v>
                </c:pt>
                <c:pt idx="3437">
                  <c:v>98.28</c:v>
                </c:pt>
                <c:pt idx="3438">
                  <c:v>98.31</c:v>
                </c:pt>
                <c:pt idx="3439">
                  <c:v>98.04</c:v>
                </c:pt>
                <c:pt idx="3440">
                  <c:v>97.85</c:v>
                </c:pt>
                <c:pt idx="3441">
                  <c:v>97.91</c:v>
                </c:pt>
                <c:pt idx="3442">
                  <c:v>98.16</c:v>
                </c:pt>
                <c:pt idx="3443">
                  <c:v>99.78</c:v>
                </c:pt>
                <c:pt idx="3444">
                  <c:v>99.99</c:v>
                </c:pt>
                <c:pt idx="3445">
                  <c:v>100.74</c:v>
                </c:pt>
                <c:pt idx="3446">
                  <c:v>100.86</c:v>
                </c:pt>
                <c:pt idx="3447">
                  <c:v>101.58</c:v>
                </c:pt>
                <c:pt idx="3448">
                  <c:v>101.15</c:v>
                </c:pt>
                <c:pt idx="3449">
                  <c:v>102</c:v>
                </c:pt>
                <c:pt idx="3450">
                  <c:v>100.99</c:v>
                </c:pt>
                <c:pt idx="3451">
                  <c:v>100.87</c:v>
                </c:pt>
                <c:pt idx="3452">
                  <c:v>100.53</c:v>
                </c:pt>
                <c:pt idx="3453">
                  <c:v>100.64</c:v>
                </c:pt>
                <c:pt idx="3454">
                  <c:v>99.96</c:v>
                </c:pt>
                <c:pt idx="3455">
                  <c:v>98.88</c:v>
                </c:pt>
                <c:pt idx="3456">
                  <c:v>99.15</c:v>
                </c:pt>
                <c:pt idx="3457">
                  <c:v>100.08</c:v>
                </c:pt>
                <c:pt idx="3458">
                  <c:v>100.34</c:v>
                </c:pt>
                <c:pt idx="3459">
                  <c:v>100.4</c:v>
                </c:pt>
                <c:pt idx="3460">
                  <c:v>100.7</c:v>
                </c:pt>
                <c:pt idx="3461">
                  <c:v>100.53</c:v>
                </c:pt>
                <c:pt idx="3462">
                  <c:v>100.16</c:v>
                </c:pt>
                <c:pt idx="3463">
                  <c:v>99.82</c:v>
                </c:pt>
                <c:pt idx="3464">
                  <c:v>100.18</c:v>
                </c:pt>
                <c:pt idx="3465">
                  <c:v>99.96</c:v>
                </c:pt>
                <c:pt idx="3466">
                  <c:v>99.76</c:v>
                </c:pt>
                <c:pt idx="3467">
                  <c:v>99.06</c:v>
                </c:pt>
                <c:pt idx="3468">
                  <c:v>99.3</c:v>
                </c:pt>
                <c:pt idx="3469">
                  <c:v>99.28</c:v>
                </c:pt>
                <c:pt idx="3470">
                  <c:v>99.59</c:v>
                </c:pt>
                <c:pt idx="3471">
                  <c:v>98.73</c:v>
                </c:pt>
                <c:pt idx="3472">
                  <c:v>98.78</c:v>
                </c:pt>
                <c:pt idx="3473">
                  <c:v>98.33</c:v>
                </c:pt>
                <c:pt idx="3474">
                  <c:v>98.36</c:v>
                </c:pt>
                <c:pt idx="3475">
                  <c:v>98.67</c:v>
                </c:pt>
                <c:pt idx="3476">
                  <c:v>98.02</c:v>
                </c:pt>
                <c:pt idx="3477">
                  <c:v>97.19</c:v>
                </c:pt>
                <c:pt idx="3478">
                  <c:v>96.7</c:v>
                </c:pt>
                <c:pt idx="3479">
                  <c:v>96.75</c:v>
                </c:pt>
                <c:pt idx="3480">
                  <c:v>96.37</c:v>
                </c:pt>
                <c:pt idx="3481">
                  <c:v>95.34</c:v>
                </c:pt>
                <c:pt idx="3482">
                  <c:v>95.58</c:v>
                </c:pt>
                <c:pt idx="3483">
                  <c:v>94.93</c:v>
                </c:pt>
                <c:pt idx="3484">
                  <c:v>94.98</c:v>
                </c:pt>
                <c:pt idx="3485">
                  <c:v>94.55</c:v>
                </c:pt>
                <c:pt idx="3486">
                  <c:v>94.7</c:v>
                </c:pt>
                <c:pt idx="3487">
                  <c:v>94.58</c:v>
                </c:pt>
                <c:pt idx="3488">
                  <c:v>95.22</c:v>
                </c:pt>
                <c:pt idx="3489">
                  <c:v>94.08</c:v>
                </c:pt>
                <c:pt idx="3490">
                  <c:v>93.74</c:v>
                </c:pt>
                <c:pt idx="3491">
                  <c:v>93.26</c:v>
                </c:pt>
                <c:pt idx="3492">
                  <c:v>93.54</c:v>
                </c:pt>
                <c:pt idx="3493">
                  <c:v>93.56</c:v>
                </c:pt>
                <c:pt idx="3494">
                  <c:v>93.05</c:v>
                </c:pt>
                <c:pt idx="3495">
                  <c:v>93.05</c:v>
                </c:pt>
                <c:pt idx="3496">
                  <c:v>92.72</c:v>
                </c:pt>
                <c:pt idx="3497">
                  <c:v>93.45</c:v>
                </c:pt>
                <c:pt idx="3498">
                  <c:v>92.71</c:v>
                </c:pt>
                <c:pt idx="3499">
                  <c:v>93.29</c:v>
                </c:pt>
                <c:pt idx="3500">
                  <c:v>93.34</c:v>
                </c:pt>
                <c:pt idx="3501">
                  <c:v>93.53</c:v>
                </c:pt>
                <c:pt idx="3502">
                  <c:v>93.73</c:v>
                </c:pt>
                <c:pt idx="3503">
                  <c:v>92.52</c:v>
                </c:pt>
                <c:pt idx="3504">
                  <c:v>93.48</c:v>
                </c:pt>
                <c:pt idx="3505">
                  <c:v>93.3</c:v>
                </c:pt>
                <c:pt idx="3506">
                  <c:v>93.56</c:v>
                </c:pt>
                <c:pt idx="3507">
                  <c:v>92.97</c:v>
                </c:pt>
                <c:pt idx="3508">
                  <c:v>92.87</c:v>
                </c:pt>
                <c:pt idx="3509">
                  <c:v>92.22</c:v>
                </c:pt>
                <c:pt idx="3510">
                  <c:v>92.4</c:v>
                </c:pt>
                <c:pt idx="3511">
                  <c:v>92.61</c:v>
                </c:pt>
                <c:pt idx="3512">
                  <c:v>93.17</c:v>
                </c:pt>
                <c:pt idx="3513">
                  <c:v>93.16</c:v>
                </c:pt>
                <c:pt idx="3514">
                  <c:v>93.91</c:v>
                </c:pt>
                <c:pt idx="3515">
                  <c:v>94.08</c:v>
                </c:pt>
                <c:pt idx="3516">
                  <c:v>94.39</c:v>
                </c:pt>
                <c:pt idx="3517">
                  <c:v>94.12</c:v>
                </c:pt>
                <c:pt idx="3518">
                  <c:v>94.97</c:v>
                </c:pt>
                <c:pt idx="3519">
                  <c:v>95.04</c:v>
                </c:pt>
                <c:pt idx="3520">
                  <c:v>94.73</c:v>
                </c:pt>
                <c:pt idx="3521">
                  <c:v>94.3</c:v>
                </c:pt>
                <c:pt idx="3522">
                  <c:v>94.13</c:v>
                </c:pt>
                <c:pt idx="3523">
                  <c:v>94.35</c:v>
                </c:pt>
                <c:pt idx="3524">
                  <c:v>94.55</c:v>
                </c:pt>
                <c:pt idx="3525">
                  <c:v>95.51</c:v>
                </c:pt>
                <c:pt idx="3526">
                  <c:v>95.82</c:v>
                </c:pt>
                <c:pt idx="3527">
                  <c:v>95.55</c:v>
                </c:pt>
                <c:pt idx="3528">
                  <c:v>95.39</c:v>
                </c:pt>
                <c:pt idx="3529">
                  <c:v>95.8</c:v>
                </c:pt>
                <c:pt idx="3530">
                  <c:v>96.07</c:v>
                </c:pt>
                <c:pt idx="3531">
                  <c:v>97</c:v>
                </c:pt>
                <c:pt idx="3532">
                  <c:v>96.72</c:v>
                </c:pt>
                <c:pt idx="3533">
                  <c:v>96.86</c:v>
                </c:pt>
                <c:pt idx="3534">
                  <c:v>96.63</c:v>
                </c:pt>
                <c:pt idx="3535">
                  <c:v>96.11</c:v>
                </c:pt>
                <c:pt idx="3536">
                  <c:v>96.38</c:v>
                </c:pt>
                <c:pt idx="3537">
                  <c:v>95.44</c:v>
                </c:pt>
                <c:pt idx="3538">
                  <c:v>95.34</c:v>
                </c:pt>
                <c:pt idx="3539">
                  <c:v>94.96</c:v>
                </c:pt>
                <c:pt idx="3540">
                  <c:v>95.08</c:v>
                </c:pt>
                <c:pt idx="3541">
                  <c:v>95.33</c:v>
                </c:pt>
                <c:pt idx="3542">
                  <c:v>96.07</c:v>
                </c:pt>
                <c:pt idx="3543">
                  <c:v>96.89</c:v>
                </c:pt>
                <c:pt idx="3544">
                  <c:v>96.66</c:v>
                </c:pt>
                <c:pt idx="3545">
                  <c:v>96.16</c:v>
                </c:pt>
                <c:pt idx="3546">
                  <c:v>96.16</c:v>
                </c:pt>
                <c:pt idx="3547">
                  <c:v>96.29</c:v>
                </c:pt>
                <c:pt idx="3548">
                  <c:v>95.83</c:v>
                </c:pt>
                <c:pt idx="3549">
                  <c:v>96.36</c:v>
                </c:pt>
                <c:pt idx="3550">
                  <c:v>95.87</c:v>
                </c:pt>
                <c:pt idx="3551">
                  <c:v>96.15</c:v>
                </c:pt>
                <c:pt idx="3552">
                  <c:v>96.18</c:v>
                </c:pt>
                <c:pt idx="3553">
                  <c:v>96.68</c:v>
                </c:pt>
                <c:pt idx="3554">
                  <c:v>96.65</c:v>
                </c:pt>
                <c:pt idx="3555">
                  <c:v>97.35</c:v>
                </c:pt>
                <c:pt idx="3556">
                  <c:v>97.31</c:v>
                </c:pt>
                <c:pt idx="3557">
                  <c:v>97.37</c:v>
                </c:pt>
                <c:pt idx="3558">
                  <c:v>98.61</c:v>
                </c:pt>
                <c:pt idx="3559">
                  <c:v>98.83</c:v>
                </c:pt>
                <c:pt idx="3560">
                  <c:v>98.92</c:v>
                </c:pt>
                <c:pt idx="3561">
                  <c:v>98.76</c:v>
                </c:pt>
                <c:pt idx="3562">
                  <c:v>98.86</c:v>
                </c:pt>
                <c:pt idx="3563">
                  <c:v>98.83</c:v>
                </c:pt>
                <c:pt idx="3564">
                  <c:v>98.1</c:v>
                </c:pt>
                <c:pt idx="3565">
                  <c:v>98.07</c:v>
                </c:pt>
                <c:pt idx="3566">
                  <c:v>98.95</c:v>
                </c:pt>
                <c:pt idx="3567">
                  <c:v>98.71</c:v>
                </c:pt>
                <c:pt idx="3568">
                  <c:v>98.2</c:v>
                </c:pt>
                <c:pt idx="3569">
                  <c:v>97.09</c:v>
                </c:pt>
                <c:pt idx="3570">
                  <c:v>97.16</c:v>
                </c:pt>
                <c:pt idx="3571">
                  <c:v>96.44</c:v>
                </c:pt>
                <c:pt idx="3572">
                  <c:v>96.5</c:v>
                </c:pt>
                <c:pt idx="3573">
                  <c:v>96.56</c:v>
                </c:pt>
                <c:pt idx="3574">
                  <c:v>96</c:v>
                </c:pt>
                <c:pt idx="3575">
                  <c:v>95.98</c:v>
                </c:pt>
                <c:pt idx="3576">
                  <c:v>96.67</c:v>
                </c:pt>
                <c:pt idx="3577">
                  <c:v>95.8</c:v>
                </c:pt>
                <c:pt idx="3578">
                  <c:v>95.95</c:v>
                </c:pt>
                <c:pt idx="3579">
                  <c:v>94.78</c:v>
                </c:pt>
                <c:pt idx="3580">
                  <c:v>93.85</c:v>
                </c:pt>
                <c:pt idx="3581">
                  <c:v>93.99</c:v>
                </c:pt>
                <c:pt idx="3582">
                  <c:v>93.7</c:v>
                </c:pt>
                <c:pt idx="3583">
                  <c:v>93.76</c:v>
                </c:pt>
                <c:pt idx="3584">
                  <c:v>93.85</c:v>
                </c:pt>
                <c:pt idx="3585">
                  <c:v>93.08</c:v>
                </c:pt>
                <c:pt idx="3586">
                  <c:v>92.85</c:v>
                </c:pt>
                <c:pt idx="3587">
                  <c:v>92.39</c:v>
                </c:pt>
                <c:pt idx="3588">
                  <c:v>92.42</c:v>
                </c:pt>
                <c:pt idx="3589">
                  <c:v>93.1</c:v>
                </c:pt>
                <c:pt idx="3590">
                  <c:v>92.41</c:v>
                </c:pt>
                <c:pt idx="3591">
                  <c:v>91.89</c:v>
                </c:pt>
                <c:pt idx="3592">
                  <c:v>91.73</c:v>
                </c:pt>
                <c:pt idx="3593">
                  <c:v>91.94</c:v>
                </c:pt>
                <c:pt idx="3594">
                  <c:v>91.52</c:v>
                </c:pt>
                <c:pt idx="3595">
                  <c:v>91.89</c:v>
                </c:pt>
                <c:pt idx="3596">
                  <c:v>91.83</c:v>
                </c:pt>
                <c:pt idx="3597">
                  <c:v>92.5</c:v>
                </c:pt>
                <c:pt idx="3598">
                  <c:v>92.61</c:v>
                </c:pt>
                <c:pt idx="3599">
                  <c:v>92.29</c:v>
                </c:pt>
                <c:pt idx="3600">
                  <c:v>92.43</c:v>
                </c:pt>
                <c:pt idx="3601">
                  <c:v>92.37</c:v>
                </c:pt>
                <c:pt idx="3602">
                  <c:v>91.27</c:v>
                </c:pt>
                <c:pt idx="3603">
                  <c:v>91.51</c:v>
                </c:pt>
                <c:pt idx="3604">
                  <c:v>91.43</c:v>
                </c:pt>
                <c:pt idx="3605">
                  <c:v>91.61</c:v>
                </c:pt>
                <c:pt idx="3606">
                  <c:v>91.86</c:v>
                </c:pt>
                <c:pt idx="3607">
                  <c:v>91.86</c:v>
                </c:pt>
                <c:pt idx="3608">
                  <c:v>92.21</c:v>
                </c:pt>
                <c:pt idx="3609">
                  <c:v>92.73</c:v>
                </c:pt>
                <c:pt idx="3610">
                  <c:v>93.66</c:v>
                </c:pt>
                <c:pt idx="3611">
                  <c:v>93.23</c:v>
                </c:pt>
                <c:pt idx="3612">
                  <c:v>93.63</c:v>
                </c:pt>
                <c:pt idx="3613">
                  <c:v>93.89</c:v>
                </c:pt>
                <c:pt idx="3614">
                  <c:v>93.02</c:v>
                </c:pt>
                <c:pt idx="3615">
                  <c:v>93.05</c:v>
                </c:pt>
                <c:pt idx="3616">
                  <c:v>93.1</c:v>
                </c:pt>
                <c:pt idx="3617">
                  <c:v>92.31</c:v>
                </c:pt>
                <c:pt idx="3618">
                  <c:v>91.61</c:v>
                </c:pt>
                <c:pt idx="3619">
                  <c:v>91.37</c:v>
                </c:pt>
                <c:pt idx="3620">
                  <c:v>91.61</c:v>
                </c:pt>
                <c:pt idx="3621">
                  <c:v>90.23</c:v>
                </c:pt>
                <c:pt idx="3622">
                  <c:v>90.91</c:v>
                </c:pt>
                <c:pt idx="3623">
                  <c:v>90.66</c:v>
                </c:pt>
                <c:pt idx="3624">
                  <c:v>90.6</c:v>
                </c:pt>
                <c:pt idx="3625">
                  <c:v>91.56</c:v>
                </c:pt>
                <c:pt idx="3626">
                  <c:v>91.46</c:v>
                </c:pt>
                <c:pt idx="3627">
                  <c:v>90.6</c:v>
                </c:pt>
                <c:pt idx="3628">
                  <c:v>90.65</c:v>
                </c:pt>
                <c:pt idx="3629">
                  <c:v>90.23</c:v>
                </c:pt>
                <c:pt idx="3630">
                  <c:v>90.35</c:v>
                </c:pt>
                <c:pt idx="3631">
                  <c:v>89.64</c:v>
                </c:pt>
                <c:pt idx="3632">
                  <c:v>89.5</c:v>
                </c:pt>
                <c:pt idx="3633">
                  <c:v>89.6</c:v>
                </c:pt>
                <c:pt idx="3634">
                  <c:v>89.14</c:v>
                </c:pt>
                <c:pt idx="3635">
                  <c:v>88.75</c:v>
                </c:pt>
                <c:pt idx="3636">
                  <c:v>88.49</c:v>
                </c:pt>
                <c:pt idx="3637">
                  <c:v>88.88</c:v>
                </c:pt>
                <c:pt idx="3638">
                  <c:v>88.88</c:v>
                </c:pt>
                <c:pt idx="3639">
                  <c:v>88.6</c:v>
                </c:pt>
                <c:pt idx="3640">
                  <c:v>88.4</c:v>
                </c:pt>
                <c:pt idx="3641">
                  <c:v>88.36</c:v>
                </c:pt>
                <c:pt idx="3642">
                  <c:v>87.94</c:v>
                </c:pt>
                <c:pt idx="3643">
                  <c:v>87.85</c:v>
                </c:pt>
                <c:pt idx="3644">
                  <c:v>88.15</c:v>
                </c:pt>
                <c:pt idx="3645">
                  <c:v>87.99</c:v>
                </c:pt>
                <c:pt idx="3646">
                  <c:v>87.99</c:v>
                </c:pt>
                <c:pt idx="3647">
                  <c:v>87.55</c:v>
                </c:pt>
                <c:pt idx="3648">
                  <c:v>87.57</c:v>
                </c:pt>
                <c:pt idx="3649">
                  <c:v>87.63</c:v>
                </c:pt>
                <c:pt idx="3650">
                  <c:v>87.35</c:v>
                </c:pt>
                <c:pt idx="3651">
                  <c:v>87</c:v>
                </c:pt>
                <c:pt idx="3652">
                  <c:v>86.92</c:v>
                </c:pt>
                <c:pt idx="3653">
                  <c:v>86.95</c:v>
                </c:pt>
                <c:pt idx="3654">
                  <c:v>86.92</c:v>
                </c:pt>
                <c:pt idx="3655">
                  <c:v>86.07</c:v>
                </c:pt>
                <c:pt idx="3656">
                  <c:v>85.63</c:v>
                </c:pt>
                <c:pt idx="3657">
                  <c:v>86.2</c:v>
                </c:pt>
                <c:pt idx="3658">
                  <c:v>85.54</c:v>
                </c:pt>
                <c:pt idx="3659">
                  <c:v>85.11</c:v>
                </c:pt>
                <c:pt idx="3660">
                  <c:v>85.56</c:v>
                </c:pt>
                <c:pt idx="3661">
                  <c:v>85.51</c:v>
                </c:pt>
                <c:pt idx="3662">
                  <c:v>86.12</c:v>
                </c:pt>
                <c:pt idx="3663">
                  <c:v>86.57</c:v>
                </c:pt>
                <c:pt idx="3664">
                  <c:v>87.73</c:v>
                </c:pt>
                <c:pt idx="3665">
                  <c:v>87.96</c:v>
                </c:pt>
                <c:pt idx="3666">
                  <c:v>86.62</c:v>
                </c:pt>
                <c:pt idx="3667">
                  <c:v>86.34</c:v>
                </c:pt>
                <c:pt idx="3668">
                  <c:v>85.82</c:v>
                </c:pt>
                <c:pt idx="3669">
                  <c:v>86.56</c:v>
                </c:pt>
                <c:pt idx="3670">
                  <c:v>87.25</c:v>
                </c:pt>
                <c:pt idx="3671">
                  <c:v>86.25</c:v>
                </c:pt>
                <c:pt idx="3672">
                  <c:v>86.97</c:v>
                </c:pt>
                <c:pt idx="3673">
                  <c:v>87.58</c:v>
                </c:pt>
                <c:pt idx="3674">
                  <c:v>87.2</c:v>
                </c:pt>
                <c:pt idx="3675">
                  <c:v>87.44</c:v>
                </c:pt>
                <c:pt idx="3676">
                  <c:v>86.81</c:v>
                </c:pt>
                <c:pt idx="3677">
                  <c:v>86.83</c:v>
                </c:pt>
                <c:pt idx="3678">
                  <c:v>86.87</c:v>
                </c:pt>
                <c:pt idx="3679">
                  <c:v>86.02</c:v>
                </c:pt>
                <c:pt idx="3680">
                  <c:v>86</c:v>
                </c:pt>
                <c:pt idx="3681">
                  <c:v>85.84</c:v>
                </c:pt>
                <c:pt idx="3682">
                  <c:v>85.09</c:v>
                </c:pt>
                <c:pt idx="3683">
                  <c:v>85.29</c:v>
                </c:pt>
                <c:pt idx="3684">
                  <c:v>85.55</c:v>
                </c:pt>
                <c:pt idx="3685">
                  <c:v>85.38</c:v>
                </c:pt>
                <c:pt idx="3686">
                  <c:v>84.97</c:v>
                </c:pt>
                <c:pt idx="3687">
                  <c:v>85.94</c:v>
                </c:pt>
                <c:pt idx="3688">
                  <c:v>85.86</c:v>
                </c:pt>
                <c:pt idx="3689">
                  <c:v>87.24</c:v>
                </c:pt>
                <c:pt idx="3690">
                  <c:v>86.91</c:v>
                </c:pt>
                <c:pt idx="3691">
                  <c:v>86.15</c:v>
                </c:pt>
                <c:pt idx="3692">
                  <c:v>87.25</c:v>
                </c:pt>
                <c:pt idx="3693">
                  <c:v>87.67</c:v>
                </c:pt>
                <c:pt idx="3694">
                  <c:v>87.31</c:v>
                </c:pt>
                <c:pt idx="3695">
                  <c:v>87.52</c:v>
                </c:pt>
                <c:pt idx="3696">
                  <c:v>88.9</c:v>
                </c:pt>
                <c:pt idx="3697">
                  <c:v>88.94</c:v>
                </c:pt>
                <c:pt idx="3698">
                  <c:v>89.14</c:v>
                </c:pt>
                <c:pt idx="3699">
                  <c:v>88.17</c:v>
                </c:pt>
                <c:pt idx="3700">
                  <c:v>87.9</c:v>
                </c:pt>
                <c:pt idx="3701">
                  <c:v>88.43</c:v>
                </c:pt>
                <c:pt idx="3702">
                  <c:v>88.95</c:v>
                </c:pt>
                <c:pt idx="3703">
                  <c:v>88.51</c:v>
                </c:pt>
                <c:pt idx="3704">
                  <c:v>89.12</c:v>
                </c:pt>
                <c:pt idx="3705">
                  <c:v>88.81</c:v>
                </c:pt>
                <c:pt idx="3706">
                  <c:v>88.59</c:v>
                </c:pt>
                <c:pt idx="3707">
                  <c:v>88.66</c:v>
                </c:pt>
                <c:pt idx="3708">
                  <c:v>87.64</c:v>
                </c:pt>
                <c:pt idx="3709">
                  <c:v>88.13</c:v>
                </c:pt>
                <c:pt idx="3710">
                  <c:v>87.81</c:v>
                </c:pt>
                <c:pt idx="3711">
                  <c:v>87.85</c:v>
                </c:pt>
                <c:pt idx="3712">
                  <c:v>88.89</c:v>
                </c:pt>
                <c:pt idx="3713">
                  <c:v>88.9</c:v>
                </c:pt>
                <c:pt idx="3714">
                  <c:v>88.89</c:v>
                </c:pt>
                <c:pt idx="3715">
                  <c:v>88.63</c:v>
                </c:pt>
                <c:pt idx="3716">
                  <c:v>88.43</c:v>
                </c:pt>
                <c:pt idx="3717">
                  <c:v>87.61</c:v>
                </c:pt>
                <c:pt idx="3718">
                  <c:v>87.21</c:v>
                </c:pt>
                <c:pt idx="3719">
                  <c:v>88.51</c:v>
                </c:pt>
                <c:pt idx="3720">
                  <c:v>89.22</c:v>
                </c:pt>
                <c:pt idx="3721">
                  <c:v>88.62</c:v>
                </c:pt>
                <c:pt idx="3722">
                  <c:v>88.27</c:v>
                </c:pt>
                <c:pt idx="3723">
                  <c:v>89.02</c:v>
                </c:pt>
                <c:pt idx="3724">
                  <c:v>88.97</c:v>
                </c:pt>
                <c:pt idx="3725">
                  <c:v>88.95</c:v>
                </c:pt>
                <c:pt idx="3726">
                  <c:v>89.8</c:v>
                </c:pt>
                <c:pt idx="3727">
                  <c:v>90.24</c:v>
                </c:pt>
                <c:pt idx="3728">
                  <c:v>90.06</c:v>
                </c:pt>
                <c:pt idx="3729">
                  <c:v>89.94</c:v>
                </c:pt>
                <c:pt idx="3730">
                  <c:v>89.8</c:v>
                </c:pt>
                <c:pt idx="3731">
                  <c:v>90.49</c:v>
                </c:pt>
                <c:pt idx="3732">
                  <c:v>91.12</c:v>
                </c:pt>
                <c:pt idx="3733">
                  <c:v>90.82</c:v>
                </c:pt>
                <c:pt idx="3734">
                  <c:v>91.08</c:v>
                </c:pt>
                <c:pt idx="3735">
                  <c:v>90.62</c:v>
                </c:pt>
                <c:pt idx="3736">
                  <c:v>90.41</c:v>
                </c:pt>
                <c:pt idx="3737">
                  <c:v>91.17</c:v>
                </c:pt>
                <c:pt idx="3738">
                  <c:v>90.57</c:v>
                </c:pt>
                <c:pt idx="3739">
                  <c:v>90.48</c:v>
                </c:pt>
                <c:pt idx="3740">
                  <c:v>90.76</c:v>
                </c:pt>
                <c:pt idx="3741">
                  <c:v>89.81</c:v>
                </c:pt>
                <c:pt idx="3742">
                  <c:v>89.32</c:v>
                </c:pt>
                <c:pt idx="3743">
                  <c:v>89.89</c:v>
                </c:pt>
                <c:pt idx="3744">
                  <c:v>91.13</c:v>
                </c:pt>
                <c:pt idx="3745">
                  <c:v>91.56</c:v>
                </c:pt>
                <c:pt idx="3746">
                  <c:v>91.66</c:v>
                </c:pt>
                <c:pt idx="3747">
                  <c:v>91.29</c:v>
                </c:pt>
                <c:pt idx="3748">
                  <c:v>91.96</c:v>
                </c:pt>
                <c:pt idx="3749">
                  <c:v>91.66</c:v>
                </c:pt>
                <c:pt idx="3750">
                  <c:v>91</c:v>
                </c:pt>
                <c:pt idx="3751">
                  <c:v>91.25</c:v>
                </c:pt>
                <c:pt idx="3752">
                  <c:v>90.53</c:v>
                </c:pt>
                <c:pt idx="3753">
                  <c:v>91.03</c:v>
                </c:pt>
                <c:pt idx="3754">
                  <c:v>90.49</c:v>
                </c:pt>
                <c:pt idx="3755">
                  <c:v>90.55</c:v>
                </c:pt>
                <c:pt idx="3756">
                  <c:v>89.84</c:v>
                </c:pt>
                <c:pt idx="3757">
                  <c:v>89.79</c:v>
                </c:pt>
                <c:pt idx="3758">
                  <c:v>88.67</c:v>
                </c:pt>
                <c:pt idx="3759">
                  <c:v>88.9</c:v>
                </c:pt>
                <c:pt idx="3760">
                  <c:v>88.9</c:v>
                </c:pt>
                <c:pt idx="3761">
                  <c:v>88.88</c:v>
                </c:pt>
                <c:pt idx="3762">
                  <c:v>88.84</c:v>
                </c:pt>
                <c:pt idx="3763">
                  <c:v>88.95</c:v>
                </c:pt>
                <c:pt idx="3764">
                  <c:v>88.54</c:v>
                </c:pt>
                <c:pt idx="3765">
                  <c:v>88.25</c:v>
                </c:pt>
                <c:pt idx="3766">
                  <c:v>88.51</c:v>
                </c:pt>
                <c:pt idx="3767">
                  <c:v>89.73</c:v>
                </c:pt>
                <c:pt idx="3768">
                  <c:v>89.25</c:v>
                </c:pt>
                <c:pt idx="3769">
                  <c:v>90.01</c:v>
                </c:pt>
                <c:pt idx="3770">
                  <c:v>89.94</c:v>
                </c:pt>
                <c:pt idx="3771">
                  <c:v>89.09</c:v>
                </c:pt>
                <c:pt idx="3772">
                  <c:v>90.04</c:v>
                </c:pt>
                <c:pt idx="3773">
                  <c:v>89.6</c:v>
                </c:pt>
                <c:pt idx="3774">
                  <c:v>89.08</c:v>
                </c:pt>
                <c:pt idx="3775">
                  <c:v>89.25</c:v>
                </c:pt>
                <c:pt idx="3776">
                  <c:v>89.43</c:v>
                </c:pt>
                <c:pt idx="3777">
                  <c:v>89.42</c:v>
                </c:pt>
                <c:pt idx="3778">
                  <c:v>88.7</c:v>
                </c:pt>
                <c:pt idx="3779">
                  <c:v>88.88</c:v>
                </c:pt>
                <c:pt idx="3780">
                  <c:v>88.72</c:v>
                </c:pt>
                <c:pt idx="3781">
                  <c:v>89.41</c:v>
                </c:pt>
                <c:pt idx="3782">
                  <c:v>88.8</c:v>
                </c:pt>
                <c:pt idx="3783">
                  <c:v>88.79</c:v>
                </c:pt>
                <c:pt idx="3784">
                  <c:v>87.99</c:v>
                </c:pt>
                <c:pt idx="3785">
                  <c:v>88.23</c:v>
                </c:pt>
                <c:pt idx="3786">
                  <c:v>88.12</c:v>
                </c:pt>
                <c:pt idx="3787">
                  <c:v>87.65</c:v>
                </c:pt>
                <c:pt idx="3788">
                  <c:v>87.54</c:v>
                </c:pt>
                <c:pt idx="3789">
                  <c:v>87.42</c:v>
                </c:pt>
                <c:pt idx="3790">
                  <c:v>87.39</c:v>
                </c:pt>
                <c:pt idx="3791">
                  <c:v>87.83</c:v>
                </c:pt>
                <c:pt idx="3792">
                  <c:v>87.58</c:v>
                </c:pt>
                <c:pt idx="3793">
                  <c:v>87.99</c:v>
                </c:pt>
                <c:pt idx="3794">
                  <c:v>87.14</c:v>
                </c:pt>
                <c:pt idx="3795">
                  <c:v>87.18</c:v>
                </c:pt>
                <c:pt idx="3796">
                  <c:v>87.83</c:v>
                </c:pt>
                <c:pt idx="3797">
                  <c:v>88.56</c:v>
                </c:pt>
                <c:pt idx="3798">
                  <c:v>88.45</c:v>
                </c:pt>
                <c:pt idx="3799">
                  <c:v>89.26</c:v>
                </c:pt>
                <c:pt idx="3800">
                  <c:v>89.03</c:v>
                </c:pt>
                <c:pt idx="3801">
                  <c:v>89.79</c:v>
                </c:pt>
                <c:pt idx="3802">
                  <c:v>89.75</c:v>
                </c:pt>
                <c:pt idx="3803">
                  <c:v>89.95</c:v>
                </c:pt>
                <c:pt idx="3804">
                  <c:v>89.96</c:v>
                </c:pt>
                <c:pt idx="3805">
                  <c:v>89.75</c:v>
                </c:pt>
                <c:pt idx="3806">
                  <c:v>89.57</c:v>
                </c:pt>
                <c:pt idx="3807">
                  <c:v>89.68</c:v>
                </c:pt>
                <c:pt idx="3808">
                  <c:v>89.64</c:v>
                </c:pt>
                <c:pt idx="3809">
                  <c:v>88.36</c:v>
                </c:pt>
                <c:pt idx="3810">
                  <c:v>88.39</c:v>
                </c:pt>
                <c:pt idx="3811">
                  <c:v>88.79</c:v>
                </c:pt>
                <c:pt idx="3812">
                  <c:v>88.83</c:v>
                </c:pt>
                <c:pt idx="3813">
                  <c:v>88.69</c:v>
                </c:pt>
                <c:pt idx="3814">
                  <c:v>87.9</c:v>
                </c:pt>
                <c:pt idx="3815">
                  <c:v>87.96</c:v>
                </c:pt>
                <c:pt idx="3816">
                  <c:v>88.06</c:v>
                </c:pt>
                <c:pt idx="3817">
                  <c:v>88.08</c:v>
                </c:pt>
                <c:pt idx="3818">
                  <c:v>87.79</c:v>
                </c:pt>
                <c:pt idx="3819">
                  <c:v>88.12</c:v>
                </c:pt>
                <c:pt idx="3820">
                  <c:v>89.06</c:v>
                </c:pt>
                <c:pt idx="3821">
                  <c:v>89.45</c:v>
                </c:pt>
                <c:pt idx="3822">
                  <c:v>89.42</c:v>
                </c:pt>
                <c:pt idx="3823">
                  <c:v>89.3</c:v>
                </c:pt>
                <c:pt idx="3824">
                  <c:v>89.77</c:v>
                </c:pt>
                <c:pt idx="3825">
                  <c:v>89.69</c:v>
                </c:pt>
                <c:pt idx="3826">
                  <c:v>88.94</c:v>
                </c:pt>
                <c:pt idx="3827">
                  <c:v>88.87</c:v>
                </c:pt>
                <c:pt idx="3828">
                  <c:v>88.98</c:v>
                </c:pt>
                <c:pt idx="3829">
                  <c:v>89.63</c:v>
                </c:pt>
                <c:pt idx="3830">
                  <c:v>89.56</c:v>
                </c:pt>
                <c:pt idx="3831">
                  <c:v>89.23</c:v>
                </c:pt>
                <c:pt idx="3832">
                  <c:v>88.77</c:v>
                </c:pt>
                <c:pt idx="3833">
                  <c:v>88.83</c:v>
                </c:pt>
                <c:pt idx="3834">
                  <c:v>88.39</c:v>
                </c:pt>
                <c:pt idx="3835">
                  <c:v>88.54</c:v>
                </c:pt>
                <c:pt idx="3836">
                  <c:v>88.46</c:v>
                </c:pt>
                <c:pt idx="3837">
                  <c:v>89.15</c:v>
                </c:pt>
                <c:pt idx="3838">
                  <c:v>88.8</c:v>
                </c:pt>
                <c:pt idx="3839">
                  <c:v>88.84</c:v>
                </c:pt>
                <c:pt idx="3840">
                  <c:v>88.99</c:v>
                </c:pt>
                <c:pt idx="3841">
                  <c:v>88.13</c:v>
                </c:pt>
                <c:pt idx="3842">
                  <c:v>88.51</c:v>
                </c:pt>
                <c:pt idx="3843">
                  <c:v>88.44</c:v>
                </c:pt>
                <c:pt idx="3844">
                  <c:v>88.4</c:v>
                </c:pt>
                <c:pt idx="3845">
                  <c:v>88.29</c:v>
                </c:pt>
                <c:pt idx="3846">
                  <c:v>88.11</c:v>
                </c:pt>
                <c:pt idx="3847">
                  <c:v>88.1</c:v>
                </c:pt>
                <c:pt idx="3848">
                  <c:v>87.37</c:v>
                </c:pt>
                <c:pt idx="3849">
                  <c:v>87.63</c:v>
                </c:pt>
                <c:pt idx="3850">
                  <c:v>88.38</c:v>
                </c:pt>
                <c:pt idx="3851">
                  <c:v>88.17</c:v>
                </c:pt>
                <c:pt idx="3852">
                  <c:v>88.48</c:v>
                </c:pt>
                <c:pt idx="3853">
                  <c:v>88.34</c:v>
                </c:pt>
                <c:pt idx="3854">
                  <c:v>87.51</c:v>
                </c:pt>
                <c:pt idx="3855">
                  <c:v>87.54</c:v>
                </c:pt>
                <c:pt idx="3856">
                  <c:v>88.02</c:v>
                </c:pt>
                <c:pt idx="3857">
                  <c:v>87.88</c:v>
                </c:pt>
                <c:pt idx="3858">
                  <c:v>87.55</c:v>
                </c:pt>
                <c:pt idx="3859">
                  <c:v>87.09</c:v>
                </c:pt>
                <c:pt idx="3860">
                  <c:v>87.02</c:v>
                </c:pt>
                <c:pt idx="3861">
                  <c:v>86.84</c:v>
                </c:pt>
                <c:pt idx="3862">
                  <c:v>86.35</c:v>
                </c:pt>
                <c:pt idx="3863">
                  <c:v>86.02</c:v>
                </c:pt>
                <c:pt idx="3864">
                  <c:v>85.87</c:v>
                </c:pt>
                <c:pt idx="3865">
                  <c:v>84.97</c:v>
                </c:pt>
                <c:pt idx="3866">
                  <c:v>85.21</c:v>
                </c:pt>
                <c:pt idx="3867">
                  <c:v>85.44</c:v>
                </c:pt>
                <c:pt idx="3868">
                  <c:v>85.28</c:v>
                </c:pt>
                <c:pt idx="3869">
                  <c:v>84.91</c:v>
                </c:pt>
                <c:pt idx="3870">
                  <c:v>85.2</c:v>
                </c:pt>
                <c:pt idx="3871">
                  <c:v>85.47</c:v>
                </c:pt>
                <c:pt idx="3872">
                  <c:v>84.7</c:v>
                </c:pt>
                <c:pt idx="3873">
                  <c:v>84.54</c:v>
                </c:pt>
                <c:pt idx="3874">
                  <c:v>84.01</c:v>
                </c:pt>
                <c:pt idx="3875">
                  <c:v>84.09</c:v>
                </c:pt>
                <c:pt idx="3876">
                  <c:v>84.21</c:v>
                </c:pt>
                <c:pt idx="3877">
                  <c:v>84.43</c:v>
                </c:pt>
                <c:pt idx="3878">
                  <c:v>84.29</c:v>
                </c:pt>
                <c:pt idx="3879">
                  <c:v>83.69</c:v>
                </c:pt>
                <c:pt idx="3880">
                  <c:v>84</c:v>
                </c:pt>
                <c:pt idx="3881">
                  <c:v>83.8</c:v>
                </c:pt>
                <c:pt idx="3882">
                  <c:v>83.29</c:v>
                </c:pt>
                <c:pt idx="3883">
                  <c:v>83.69</c:v>
                </c:pt>
                <c:pt idx="3884">
                  <c:v>83.31</c:v>
                </c:pt>
                <c:pt idx="3885">
                  <c:v>83.19</c:v>
                </c:pt>
                <c:pt idx="3886">
                  <c:v>82.94</c:v>
                </c:pt>
                <c:pt idx="3887">
                  <c:v>82.41</c:v>
                </c:pt>
                <c:pt idx="3888">
                  <c:v>81.87</c:v>
                </c:pt>
                <c:pt idx="3889">
                  <c:v>81.78</c:v>
                </c:pt>
                <c:pt idx="3890">
                  <c:v>81.93</c:v>
                </c:pt>
                <c:pt idx="3891">
                  <c:v>81.819999999999993</c:v>
                </c:pt>
                <c:pt idx="3892">
                  <c:v>81.56</c:v>
                </c:pt>
                <c:pt idx="3893">
                  <c:v>81.95</c:v>
                </c:pt>
                <c:pt idx="3894">
                  <c:v>80.98</c:v>
                </c:pt>
                <c:pt idx="3895">
                  <c:v>81.28</c:v>
                </c:pt>
                <c:pt idx="3896">
                  <c:v>81.239999999999995</c:v>
                </c:pt>
                <c:pt idx="3897">
                  <c:v>81.900000000000006</c:v>
                </c:pt>
                <c:pt idx="3898">
                  <c:v>82.11</c:v>
                </c:pt>
                <c:pt idx="3899">
                  <c:v>82.67</c:v>
                </c:pt>
                <c:pt idx="3900">
                  <c:v>82.1</c:v>
                </c:pt>
                <c:pt idx="3901">
                  <c:v>82.32</c:v>
                </c:pt>
                <c:pt idx="3902">
                  <c:v>81.63</c:v>
                </c:pt>
                <c:pt idx="3903">
                  <c:v>82.45</c:v>
                </c:pt>
                <c:pt idx="3904">
                  <c:v>82.16</c:v>
                </c:pt>
                <c:pt idx="3905">
                  <c:v>81.67</c:v>
                </c:pt>
                <c:pt idx="3906">
                  <c:v>81.94</c:v>
                </c:pt>
                <c:pt idx="3907">
                  <c:v>81.93</c:v>
                </c:pt>
                <c:pt idx="3908">
                  <c:v>81.93</c:v>
                </c:pt>
                <c:pt idx="3909">
                  <c:v>81.28</c:v>
                </c:pt>
                <c:pt idx="3910">
                  <c:v>80.72</c:v>
                </c:pt>
                <c:pt idx="3911">
                  <c:v>80.72</c:v>
                </c:pt>
                <c:pt idx="3912">
                  <c:v>80.849999999999994</c:v>
                </c:pt>
                <c:pt idx="3913">
                  <c:v>80.53</c:v>
                </c:pt>
                <c:pt idx="3914">
                  <c:v>80.849999999999994</c:v>
                </c:pt>
                <c:pt idx="3915">
                  <c:v>81.3</c:v>
                </c:pt>
                <c:pt idx="3916">
                  <c:v>82.52</c:v>
                </c:pt>
                <c:pt idx="3917">
                  <c:v>82.54</c:v>
                </c:pt>
                <c:pt idx="3918">
                  <c:v>83.15</c:v>
                </c:pt>
                <c:pt idx="3919">
                  <c:v>83.6</c:v>
                </c:pt>
                <c:pt idx="3920">
                  <c:v>83.35</c:v>
                </c:pt>
                <c:pt idx="3921">
                  <c:v>83.07</c:v>
                </c:pt>
                <c:pt idx="3922">
                  <c:v>82.17</c:v>
                </c:pt>
                <c:pt idx="3923">
                  <c:v>82.51</c:v>
                </c:pt>
                <c:pt idx="3924">
                  <c:v>82.97</c:v>
                </c:pt>
                <c:pt idx="3925">
                  <c:v>83.24</c:v>
                </c:pt>
                <c:pt idx="3926">
                  <c:v>83.36</c:v>
                </c:pt>
                <c:pt idx="3927">
                  <c:v>83.6</c:v>
                </c:pt>
                <c:pt idx="3928">
                  <c:v>83.84</c:v>
                </c:pt>
                <c:pt idx="3929">
                  <c:v>83.26</c:v>
                </c:pt>
                <c:pt idx="3930">
                  <c:v>83.24</c:v>
                </c:pt>
                <c:pt idx="3931">
                  <c:v>83.99</c:v>
                </c:pt>
                <c:pt idx="3932">
                  <c:v>83.3</c:v>
                </c:pt>
                <c:pt idx="3933">
                  <c:v>83.43</c:v>
                </c:pt>
                <c:pt idx="3934">
                  <c:v>83.48</c:v>
                </c:pt>
                <c:pt idx="3935">
                  <c:v>83.57</c:v>
                </c:pt>
                <c:pt idx="3936">
                  <c:v>83.45</c:v>
                </c:pt>
                <c:pt idx="3937">
                  <c:v>83.54</c:v>
                </c:pt>
                <c:pt idx="3938">
                  <c:v>83.93</c:v>
                </c:pt>
                <c:pt idx="3939">
                  <c:v>84.39</c:v>
                </c:pt>
                <c:pt idx="3940">
                  <c:v>85.12</c:v>
                </c:pt>
                <c:pt idx="3941">
                  <c:v>85.1</c:v>
                </c:pt>
                <c:pt idx="3942">
                  <c:v>84.91</c:v>
                </c:pt>
                <c:pt idx="3943">
                  <c:v>84.54</c:v>
                </c:pt>
                <c:pt idx="3944">
                  <c:v>84.57</c:v>
                </c:pt>
                <c:pt idx="3945">
                  <c:v>83.96</c:v>
                </c:pt>
                <c:pt idx="3946">
                  <c:v>83.59</c:v>
                </c:pt>
                <c:pt idx="3947">
                  <c:v>83.67</c:v>
                </c:pt>
                <c:pt idx="3948">
                  <c:v>83.48</c:v>
                </c:pt>
                <c:pt idx="3949">
                  <c:v>83.49</c:v>
                </c:pt>
                <c:pt idx="3950">
                  <c:v>83.52</c:v>
                </c:pt>
                <c:pt idx="3951">
                  <c:v>82.41</c:v>
                </c:pt>
                <c:pt idx="3952">
                  <c:v>82.68</c:v>
                </c:pt>
                <c:pt idx="3953">
                  <c:v>82.9</c:v>
                </c:pt>
                <c:pt idx="3954">
                  <c:v>82.66</c:v>
                </c:pt>
                <c:pt idx="3955">
                  <c:v>82.51</c:v>
                </c:pt>
                <c:pt idx="3956">
                  <c:v>82.78</c:v>
                </c:pt>
                <c:pt idx="3957">
                  <c:v>83.08</c:v>
                </c:pt>
                <c:pt idx="3958">
                  <c:v>83.31</c:v>
                </c:pt>
                <c:pt idx="3959">
                  <c:v>82.52</c:v>
                </c:pt>
                <c:pt idx="3960">
                  <c:v>82.79</c:v>
                </c:pt>
                <c:pt idx="3961">
                  <c:v>81.98</c:v>
                </c:pt>
                <c:pt idx="3962">
                  <c:v>81.63</c:v>
                </c:pt>
                <c:pt idx="3963">
                  <c:v>81.59</c:v>
                </c:pt>
                <c:pt idx="3964">
                  <c:v>81.42</c:v>
                </c:pt>
                <c:pt idx="3965">
                  <c:v>81.97</c:v>
                </c:pt>
                <c:pt idx="3966">
                  <c:v>82.12</c:v>
                </c:pt>
                <c:pt idx="3967">
                  <c:v>81.59</c:v>
                </c:pt>
                <c:pt idx="3968">
                  <c:v>81.84</c:v>
                </c:pt>
                <c:pt idx="3969">
                  <c:v>82.05</c:v>
                </c:pt>
                <c:pt idx="3970">
                  <c:v>82.97</c:v>
                </c:pt>
                <c:pt idx="3971">
                  <c:v>83.36</c:v>
                </c:pt>
                <c:pt idx="3972">
                  <c:v>83.94</c:v>
                </c:pt>
                <c:pt idx="3973">
                  <c:v>84.13</c:v>
                </c:pt>
                <c:pt idx="3974">
                  <c:v>84.15</c:v>
                </c:pt>
                <c:pt idx="3975">
                  <c:v>84.51</c:v>
                </c:pt>
                <c:pt idx="3976">
                  <c:v>84.32</c:v>
                </c:pt>
                <c:pt idx="3977">
                  <c:v>84.29</c:v>
                </c:pt>
                <c:pt idx="3978">
                  <c:v>84.06</c:v>
                </c:pt>
                <c:pt idx="3979">
                  <c:v>84.43</c:v>
                </c:pt>
                <c:pt idx="3980">
                  <c:v>84.78</c:v>
                </c:pt>
                <c:pt idx="3981">
                  <c:v>84.66</c:v>
                </c:pt>
                <c:pt idx="3982">
                  <c:v>84.68</c:v>
                </c:pt>
                <c:pt idx="3983">
                  <c:v>84.87</c:v>
                </c:pt>
                <c:pt idx="3984">
                  <c:v>84.4</c:v>
                </c:pt>
                <c:pt idx="3985">
                  <c:v>84.22</c:v>
                </c:pt>
                <c:pt idx="3986">
                  <c:v>84.44</c:v>
                </c:pt>
                <c:pt idx="3987">
                  <c:v>84.4</c:v>
                </c:pt>
                <c:pt idx="3988">
                  <c:v>85</c:v>
                </c:pt>
                <c:pt idx="3989">
                  <c:v>84.56</c:v>
                </c:pt>
                <c:pt idx="3990">
                  <c:v>84</c:v>
                </c:pt>
                <c:pt idx="3991">
                  <c:v>83.76</c:v>
                </c:pt>
                <c:pt idx="3992">
                  <c:v>83.52</c:v>
                </c:pt>
                <c:pt idx="3993">
                  <c:v>83.7</c:v>
                </c:pt>
                <c:pt idx="3994">
                  <c:v>83.5</c:v>
                </c:pt>
                <c:pt idx="3995">
                  <c:v>83.82</c:v>
                </c:pt>
                <c:pt idx="3996">
                  <c:v>83.96</c:v>
                </c:pt>
                <c:pt idx="3997">
                  <c:v>84.12</c:v>
                </c:pt>
                <c:pt idx="3998">
                  <c:v>84.35</c:v>
                </c:pt>
                <c:pt idx="3999">
                  <c:v>84.43</c:v>
                </c:pt>
                <c:pt idx="4000">
                  <c:v>84.49</c:v>
                </c:pt>
                <c:pt idx="4001">
                  <c:v>84.51</c:v>
                </c:pt>
                <c:pt idx="4002">
                  <c:v>84</c:v>
                </c:pt>
                <c:pt idx="4003">
                  <c:v>83.94</c:v>
                </c:pt>
                <c:pt idx="4004">
                  <c:v>84.62</c:v>
                </c:pt>
                <c:pt idx="4005">
                  <c:v>84.64</c:v>
                </c:pt>
                <c:pt idx="4006">
                  <c:v>84.45</c:v>
                </c:pt>
                <c:pt idx="4007">
                  <c:v>84.89</c:v>
                </c:pt>
                <c:pt idx="4008">
                  <c:v>85.49</c:v>
                </c:pt>
                <c:pt idx="4009">
                  <c:v>86.1</c:v>
                </c:pt>
                <c:pt idx="4010">
                  <c:v>86.12</c:v>
                </c:pt>
                <c:pt idx="4011">
                  <c:v>86.21</c:v>
                </c:pt>
                <c:pt idx="4012">
                  <c:v>85.77</c:v>
                </c:pt>
                <c:pt idx="4013">
                  <c:v>86.09</c:v>
                </c:pt>
                <c:pt idx="4014">
                  <c:v>86.63</c:v>
                </c:pt>
                <c:pt idx="4015">
                  <c:v>86.4</c:v>
                </c:pt>
                <c:pt idx="4016">
                  <c:v>86.37</c:v>
                </c:pt>
                <c:pt idx="4017">
                  <c:v>86.35</c:v>
                </c:pt>
                <c:pt idx="4018">
                  <c:v>86.85</c:v>
                </c:pt>
                <c:pt idx="4019">
                  <c:v>86.42</c:v>
                </c:pt>
                <c:pt idx="4020">
                  <c:v>86.94</c:v>
                </c:pt>
                <c:pt idx="4021">
                  <c:v>87.76</c:v>
                </c:pt>
                <c:pt idx="4022">
                  <c:v>88.11</c:v>
                </c:pt>
                <c:pt idx="4023">
                  <c:v>87.75</c:v>
                </c:pt>
                <c:pt idx="4024">
                  <c:v>88.04</c:v>
                </c:pt>
                <c:pt idx="4025">
                  <c:v>87.6</c:v>
                </c:pt>
                <c:pt idx="4026">
                  <c:v>87.49</c:v>
                </c:pt>
                <c:pt idx="4027">
                  <c:v>87.88</c:v>
                </c:pt>
                <c:pt idx="4028">
                  <c:v>88.07</c:v>
                </c:pt>
                <c:pt idx="4029">
                  <c:v>88.69</c:v>
                </c:pt>
                <c:pt idx="4030">
                  <c:v>88.95</c:v>
                </c:pt>
                <c:pt idx="4031">
                  <c:v>89.3</c:v>
                </c:pt>
                <c:pt idx="4032">
                  <c:v>88.62</c:v>
                </c:pt>
                <c:pt idx="4033">
                  <c:v>88.64</c:v>
                </c:pt>
                <c:pt idx="4034">
                  <c:v>87.65</c:v>
                </c:pt>
                <c:pt idx="4035">
                  <c:v>88.49</c:v>
                </c:pt>
                <c:pt idx="4036">
                  <c:v>88.12</c:v>
                </c:pt>
                <c:pt idx="4037">
                  <c:v>88.56</c:v>
                </c:pt>
                <c:pt idx="4038">
                  <c:v>89.12</c:v>
                </c:pt>
                <c:pt idx="4039">
                  <c:v>88.78</c:v>
                </c:pt>
                <c:pt idx="4040">
                  <c:v>88.45</c:v>
                </c:pt>
                <c:pt idx="4041">
                  <c:v>88.99</c:v>
                </c:pt>
                <c:pt idx="4042">
                  <c:v>89.11</c:v>
                </c:pt>
                <c:pt idx="4043">
                  <c:v>89.09</c:v>
                </c:pt>
                <c:pt idx="4044">
                  <c:v>90.13</c:v>
                </c:pt>
                <c:pt idx="4045">
                  <c:v>90.46</c:v>
                </c:pt>
                <c:pt idx="4046">
                  <c:v>90.44</c:v>
                </c:pt>
                <c:pt idx="4047">
                  <c:v>90.38</c:v>
                </c:pt>
                <c:pt idx="4048">
                  <c:v>90.28</c:v>
                </c:pt>
                <c:pt idx="4049">
                  <c:v>90.25</c:v>
                </c:pt>
                <c:pt idx="4050">
                  <c:v>89.46</c:v>
                </c:pt>
                <c:pt idx="4051">
                  <c:v>88.35</c:v>
                </c:pt>
                <c:pt idx="4052">
                  <c:v>89.25</c:v>
                </c:pt>
                <c:pt idx="4053">
                  <c:v>89.48</c:v>
                </c:pt>
                <c:pt idx="4054">
                  <c:v>89.72</c:v>
                </c:pt>
                <c:pt idx="4055">
                  <c:v>89.64</c:v>
                </c:pt>
                <c:pt idx="4056">
                  <c:v>89.85</c:v>
                </c:pt>
                <c:pt idx="4057">
                  <c:v>89.34</c:v>
                </c:pt>
                <c:pt idx="4058">
                  <c:v>88.93</c:v>
                </c:pt>
                <c:pt idx="4059">
                  <c:v>89.64</c:v>
                </c:pt>
                <c:pt idx="4060">
                  <c:v>89.57</c:v>
                </c:pt>
                <c:pt idx="4061">
                  <c:v>90</c:v>
                </c:pt>
                <c:pt idx="4062">
                  <c:v>89.73</c:v>
                </c:pt>
                <c:pt idx="4063">
                  <c:v>89.34</c:v>
                </c:pt>
                <c:pt idx="4064">
                  <c:v>89.35</c:v>
                </c:pt>
                <c:pt idx="4065">
                  <c:v>88.89</c:v>
                </c:pt>
                <c:pt idx="4066">
                  <c:v>88.76</c:v>
                </c:pt>
                <c:pt idx="4067">
                  <c:v>87.99</c:v>
                </c:pt>
                <c:pt idx="4068">
                  <c:v>87.8</c:v>
                </c:pt>
                <c:pt idx="4069">
                  <c:v>88.06</c:v>
                </c:pt>
                <c:pt idx="4070">
                  <c:v>87.92</c:v>
                </c:pt>
                <c:pt idx="4071">
                  <c:v>87.89</c:v>
                </c:pt>
                <c:pt idx="4072">
                  <c:v>87.61</c:v>
                </c:pt>
                <c:pt idx="4073">
                  <c:v>87.1</c:v>
                </c:pt>
                <c:pt idx="4074">
                  <c:v>86.98</c:v>
                </c:pt>
                <c:pt idx="4075">
                  <c:v>87.32</c:v>
                </c:pt>
                <c:pt idx="4076">
                  <c:v>87.39</c:v>
                </c:pt>
                <c:pt idx="4077">
                  <c:v>88</c:v>
                </c:pt>
                <c:pt idx="4078">
                  <c:v>88.55</c:v>
                </c:pt>
                <c:pt idx="4079">
                  <c:v>88.6</c:v>
                </c:pt>
                <c:pt idx="4080">
                  <c:v>88.14</c:v>
                </c:pt>
                <c:pt idx="4081">
                  <c:v>88.08</c:v>
                </c:pt>
                <c:pt idx="4082">
                  <c:v>87.91</c:v>
                </c:pt>
                <c:pt idx="4083">
                  <c:v>87.64</c:v>
                </c:pt>
                <c:pt idx="4084">
                  <c:v>87.86</c:v>
                </c:pt>
                <c:pt idx="4085">
                  <c:v>88.25</c:v>
                </c:pt>
                <c:pt idx="4086">
                  <c:v>88.35</c:v>
                </c:pt>
                <c:pt idx="4087">
                  <c:v>87.58</c:v>
                </c:pt>
                <c:pt idx="4088">
                  <c:v>86.55</c:v>
                </c:pt>
                <c:pt idx="4089">
                  <c:v>86.3</c:v>
                </c:pt>
                <c:pt idx="4090">
                  <c:v>86.26</c:v>
                </c:pt>
                <c:pt idx="4091">
                  <c:v>86.57</c:v>
                </c:pt>
                <c:pt idx="4092">
                  <c:v>86.97</c:v>
                </c:pt>
                <c:pt idx="4093">
                  <c:v>87.04</c:v>
                </c:pt>
                <c:pt idx="4094">
                  <c:v>86.89</c:v>
                </c:pt>
                <c:pt idx="4095">
                  <c:v>87.68</c:v>
                </c:pt>
                <c:pt idx="4096">
                  <c:v>87.75</c:v>
                </c:pt>
                <c:pt idx="4097">
                  <c:v>87.67</c:v>
                </c:pt>
                <c:pt idx="4098">
                  <c:v>88.13</c:v>
                </c:pt>
                <c:pt idx="4099">
                  <c:v>88.06</c:v>
                </c:pt>
                <c:pt idx="4100">
                  <c:v>88.44</c:v>
                </c:pt>
                <c:pt idx="4101">
                  <c:v>88.6</c:v>
                </c:pt>
                <c:pt idx="4102">
                  <c:v>88.14</c:v>
                </c:pt>
                <c:pt idx="4103">
                  <c:v>88.56</c:v>
                </c:pt>
                <c:pt idx="4104">
                  <c:v>89.29</c:v>
                </c:pt>
                <c:pt idx="4105">
                  <c:v>89.11</c:v>
                </c:pt>
                <c:pt idx="4106">
                  <c:v>89.6</c:v>
                </c:pt>
                <c:pt idx="4107">
                  <c:v>89.47</c:v>
                </c:pt>
                <c:pt idx="4108">
                  <c:v>89.4</c:v>
                </c:pt>
                <c:pt idx="4109">
                  <c:v>89.52</c:v>
                </c:pt>
                <c:pt idx="4110">
                  <c:v>90.13</c:v>
                </c:pt>
                <c:pt idx="4111">
                  <c:v>90.1</c:v>
                </c:pt>
                <c:pt idx="4112">
                  <c:v>89.98</c:v>
                </c:pt>
                <c:pt idx="4113">
                  <c:v>88.66</c:v>
                </c:pt>
                <c:pt idx="4114">
                  <c:v>89.17</c:v>
                </c:pt>
                <c:pt idx="4115">
                  <c:v>89.46</c:v>
                </c:pt>
                <c:pt idx="4116">
                  <c:v>89.97</c:v>
                </c:pt>
                <c:pt idx="4117">
                  <c:v>89.63</c:v>
                </c:pt>
                <c:pt idx="4118">
                  <c:v>89.81</c:v>
                </c:pt>
                <c:pt idx="4119">
                  <c:v>89.46</c:v>
                </c:pt>
                <c:pt idx="4120">
                  <c:v>89.8</c:v>
                </c:pt>
                <c:pt idx="4121">
                  <c:v>90.29</c:v>
                </c:pt>
                <c:pt idx="4122">
                  <c:v>89.99</c:v>
                </c:pt>
                <c:pt idx="4123">
                  <c:v>89.78</c:v>
                </c:pt>
                <c:pt idx="4124">
                  <c:v>90.31</c:v>
                </c:pt>
                <c:pt idx="4125">
                  <c:v>90.11</c:v>
                </c:pt>
                <c:pt idx="4126">
                  <c:v>89.24</c:v>
                </c:pt>
                <c:pt idx="4127">
                  <c:v>89.49</c:v>
                </c:pt>
                <c:pt idx="4128">
                  <c:v>89.1</c:v>
                </c:pt>
                <c:pt idx="4129">
                  <c:v>89.59</c:v>
                </c:pt>
                <c:pt idx="4130">
                  <c:v>90.07</c:v>
                </c:pt>
                <c:pt idx="4131">
                  <c:v>90.08</c:v>
                </c:pt>
                <c:pt idx="4132">
                  <c:v>89.72</c:v>
                </c:pt>
                <c:pt idx="4133">
                  <c:v>90.44</c:v>
                </c:pt>
                <c:pt idx="4134">
                  <c:v>91.26</c:v>
                </c:pt>
                <c:pt idx="4135">
                  <c:v>91.29</c:v>
                </c:pt>
                <c:pt idx="4136">
                  <c:v>91.37</c:v>
                </c:pt>
                <c:pt idx="4137">
                  <c:v>91.5</c:v>
                </c:pt>
                <c:pt idx="4138">
                  <c:v>92.08</c:v>
                </c:pt>
                <c:pt idx="4139">
                  <c:v>91.98</c:v>
                </c:pt>
                <c:pt idx="4140">
                  <c:v>92.13</c:v>
                </c:pt>
                <c:pt idx="4141">
                  <c:v>92.09</c:v>
                </c:pt>
                <c:pt idx="4142">
                  <c:v>92.33</c:v>
                </c:pt>
                <c:pt idx="4143">
                  <c:v>91.88</c:v>
                </c:pt>
                <c:pt idx="4144">
                  <c:v>91.93</c:v>
                </c:pt>
                <c:pt idx="4145">
                  <c:v>92.03</c:v>
                </c:pt>
                <c:pt idx="4146">
                  <c:v>91.5</c:v>
                </c:pt>
                <c:pt idx="4147">
                  <c:v>91.37</c:v>
                </c:pt>
                <c:pt idx="4148">
                  <c:v>91.6</c:v>
                </c:pt>
                <c:pt idx="4149">
                  <c:v>92.04</c:v>
                </c:pt>
                <c:pt idx="4150">
                  <c:v>90.98</c:v>
                </c:pt>
                <c:pt idx="4151">
                  <c:v>91.62</c:v>
                </c:pt>
                <c:pt idx="4152">
                  <c:v>91.57</c:v>
                </c:pt>
                <c:pt idx="4153">
                  <c:v>91.82</c:v>
                </c:pt>
                <c:pt idx="4154">
                  <c:v>91.93</c:v>
                </c:pt>
                <c:pt idx="4155">
                  <c:v>91.48</c:v>
                </c:pt>
                <c:pt idx="4156">
                  <c:v>91.44</c:v>
                </c:pt>
                <c:pt idx="4157">
                  <c:v>91.89</c:v>
                </c:pt>
                <c:pt idx="4158">
                  <c:v>91.26</c:v>
                </c:pt>
                <c:pt idx="4159">
                  <c:v>91.25</c:v>
                </c:pt>
                <c:pt idx="4160">
                  <c:v>90.32</c:v>
                </c:pt>
                <c:pt idx="4161">
                  <c:v>90.38</c:v>
                </c:pt>
                <c:pt idx="4162">
                  <c:v>89.83</c:v>
                </c:pt>
                <c:pt idx="4163">
                  <c:v>90.02</c:v>
                </c:pt>
                <c:pt idx="4164">
                  <c:v>89.71</c:v>
                </c:pt>
                <c:pt idx="4165">
                  <c:v>89.87</c:v>
                </c:pt>
                <c:pt idx="4166">
                  <c:v>90.78</c:v>
                </c:pt>
                <c:pt idx="4167">
                  <c:v>90.94</c:v>
                </c:pt>
                <c:pt idx="4168">
                  <c:v>90.72</c:v>
                </c:pt>
                <c:pt idx="4169">
                  <c:v>90.78</c:v>
                </c:pt>
                <c:pt idx="4170">
                  <c:v>90.78</c:v>
                </c:pt>
                <c:pt idx="4171">
                  <c:v>91.19</c:v>
                </c:pt>
                <c:pt idx="4172">
                  <c:v>91.21</c:v>
                </c:pt>
                <c:pt idx="4173">
                  <c:v>91.1</c:v>
                </c:pt>
                <c:pt idx="4174">
                  <c:v>91.17</c:v>
                </c:pt>
                <c:pt idx="4175">
                  <c:v>91.17</c:v>
                </c:pt>
                <c:pt idx="4176">
                  <c:v>89.84</c:v>
                </c:pt>
                <c:pt idx="4177">
                  <c:v>89.14</c:v>
                </c:pt>
                <c:pt idx="4178">
                  <c:v>89.33</c:v>
                </c:pt>
                <c:pt idx="4179">
                  <c:v>88.91</c:v>
                </c:pt>
                <c:pt idx="4180">
                  <c:v>89.25</c:v>
                </c:pt>
                <c:pt idx="4181">
                  <c:v>89.33</c:v>
                </c:pt>
                <c:pt idx="4182">
                  <c:v>88.99</c:v>
                </c:pt>
                <c:pt idx="4183">
                  <c:v>89.44</c:v>
                </c:pt>
                <c:pt idx="4184">
                  <c:v>88.89</c:v>
                </c:pt>
                <c:pt idx="4185">
                  <c:v>89.12</c:v>
                </c:pt>
                <c:pt idx="4186">
                  <c:v>89.3</c:v>
                </c:pt>
                <c:pt idx="4187">
                  <c:v>89.25</c:v>
                </c:pt>
                <c:pt idx="4188">
                  <c:v>89.39</c:v>
                </c:pt>
                <c:pt idx="4189">
                  <c:v>88.97</c:v>
                </c:pt>
                <c:pt idx="4190">
                  <c:v>87.95</c:v>
                </c:pt>
                <c:pt idx="4191">
                  <c:v>88.06</c:v>
                </c:pt>
                <c:pt idx="4192">
                  <c:v>88.33</c:v>
                </c:pt>
                <c:pt idx="4193">
                  <c:v>88.62</c:v>
                </c:pt>
                <c:pt idx="4194">
                  <c:v>89.32</c:v>
                </c:pt>
                <c:pt idx="4195">
                  <c:v>89.42</c:v>
                </c:pt>
                <c:pt idx="4196">
                  <c:v>88.96</c:v>
                </c:pt>
                <c:pt idx="4197">
                  <c:v>89.51</c:v>
                </c:pt>
                <c:pt idx="4198">
                  <c:v>89.41</c:v>
                </c:pt>
                <c:pt idx="4199">
                  <c:v>89.89</c:v>
                </c:pt>
                <c:pt idx="4200">
                  <c:v>90.29</c:v>
                </c:pt>
                <c:pt idx="4201">
                  <c:v>90.24</c:v>
                </c:pt>
                <c:pt idx="4202">
                  <c:v>90.43</c:v>
                </c:pt>
                <c:pt idx="4203">
                  <c:v>90.29</c:v>
                </c:pt>
                <c:pt idx="4204">
                  <c:v>90.55</c:v>
                </c:pt>
                <c:pt idx="4205">
                  <c:v>90.54</c:v>
                </c:pt>
                <c:pt idx="4206">
                  <c:v>90.54</c:v>
                </c:pt>
                <c:pt idx="4207">
                  <c:v>90.72</c:v>
                </c:pt>
                <c:pt idx="4208">
                  <c:v>90.73</c:v>
                </c:pt>
                <c:pt idx="4209">
                  <c:v>90.64</c:v>
                </c:pt>
                <c:pt idx="4210">
                  <c:v>90.42</c:v>
                </c:pt>
                <c:pt idx="4211">
                  <c:v>90.55</c:v>
                </c:pt>
                <c:pt idx="4212">
                  <c:v>90.67</c:v>
                </c:pt>
                <c:pt idx="4213">
                  <c:v>90.39</c:v>
                </c:pt>
                <c:pt idx="4214">
                  <c:v>90.61</c:v>
                </c:pt>
                <c:pt idx="4215">
                  <c:v>90.63</c:v>
                </c:pt>
                <c:pt idx="4216">
                  <c:v>90.11</c:v>
                </c:pt>
                <c:pt idx="4217">
                  <c:v>90.22</c:v>
                </c:pt>
                <c:pt idx="4218">
                  <c:v>89.56</c:v>
                </c:pt>
                <c:pt idx="4219">
                  <c:v>89.66</c:v>
                </c:pt>
                <c:pt idx="4220">
                  <c:v>89.89</c:v>
                </c:pt>
                <c:pt idx="4221">
                  <c:v>90.77</c:v>
                </c:pt>
                <c:pt idx="4222">
                  <c:v>90.62</c:v>
                </c:pt>
                <c:pt idx="4223">
                  <c:v>90.75</c:v>
                </c:pt>
                <c:pt idx="4224">
                  <c:v>90.85</c:v>
                </c:pt>
                <c:pt idx="4225">
                  <c:v>90.54</c:v>
                </c:pt>
                <c:pt idx="4226">
                  <c:v>90</c:v>
                </c:pt>
                <c:pt idx="4227">
                  <c:v>89.7</c:v>
                </c:pt>
                <c:pt idx="4228">
                  <c:v>89.07</c:v>
                </c:pt>
                <c:pt idx="4229">
                  <c:v>88.92</c:v>
                </c:pt>
                <c:pt idx="4230">
                  <c:v>89.13</c:v>
                </c:pt>
                <c:pt idx="4231">
                  <c:v>89.62</c:v>
                </c:pt>
                <c:pt idx="4232">
                  <c:v>89.72</c:v>
                </c:pt>
                <c:pt idx="4233">
                  <c:v>90.46</c:v>
                </c:pt>
                <c:pt idx="4234">
                  <c:v>90.07</c:v>
                </c:pt>
                <c:pt idx="4235">
                  <c:v>90.07</c:v>
                </c:pt>
                <c:pt idx="4236">
                  <c:v>90.25</c:v>
                </c:pt>
                <c:pt idx="4237">
                  <c:v>90.21</c:v>
                </c:pt>
                <c:pt idx="4238">
                  <c:v>89.39</c:v>
                </c:pt>
                <c:pt idx="4239">
                  <c:v>89.73</c:v>
                </c:pt>
                <c:pt idx="4240">
                  <c:v>89.63</c:v>
                </c:pt>
                <c:pt idx="4241">
                  <c:v>88.83</c:v>
                </c:pt>
                <c:pt idx="4242">
                  <c:v>88.63</c:v>
                </c:pt>
                <c:pt idx="4243">
                  <c:v>88.96</c:v>
                </c:pt>
                <c:pt idx="4244">
                  <c:v>89.69</c:v>
                </c:pt>
                <c:pt idx="4245">
                  <c:v>89.65</c:v>
                </c:pt>
                <c:pt idx="4246">
                  <c:v>89.44</c:v>
                </c:pt>
                <c:pt idx="4247">
                  <c:v>89.62</c:v>
                </c:pt>
                <c:pt idx="4248">
                  <c:v>89.59</c:v>
                </c:pt>
                <c:pt idx="4249">
                  <c:v>89.59</c:v>
                </c:pt>
                <c:pt idx="4250">
                  <c:v>88.64</c:v>
                </c:pt>
                <c:pt idx="4251">
                  <c:v>88.24</c:v>
                </c:pt>
                <c:pt idx="4252">
                  <c:v>87.79</c:v>
                </c:pt>
                <c:pt idx="4253">
                  <c:v>88.25</c:v>
                </c:pt>
                <c:pt idx="4254">
                  <c:v>88.05</c:v>
                </c:pt>
                <c:pt idx="4255">
                  <c:v>87.45</c:v>
                </c:pt>
                <c:pt idx="4256">
                  <c:v>87.32</c:v>
                </c:pt>
                <c:pt idx="4257">
                  <c:v>87.22</c:v>
                </c:pt>
                <c:pt idx="4258">
                  <c:v>86.63</c:v>
                </c:pt>
                <c:pt idx="4259">
                  <c:v>86.11</c:v>
                </c:pt>
                <c:pt idx="4260">
                  <c:v>85.97</c:v>
                </c:pt>
                <c:pt idx="4261">
                  <c:v>85.79</c:v>
                </c:pt>
                <c:pt idx="4262">
                  <c:v>85.84</c:v>
                </c:pt>
                <c:pt idx="4263">
                  <c:v>85.36</c:v>
                </c:pt>
                <c:pt idx="4264">
                  <c:v>85.14</c:v>
                </c:pt>
                <c:pt idx="4265">
                  <c:v>85.23</c:v>
                </c:pt>
                <c:pt idx="4266">
                  <c:v>84.83</c:v>
                </c:pt>
                <c:pt idx="4267">
                  <c:v>84.5</c:v>
                </c:pt>
                <c:pt idx="4268">
                  <c:v>84.27</c:v>
                </c:pt>
                <c:pt idx="4269">
                  <c:v>83.91</c:v>
                </c:pt>
                <c:pt idx="4270">
                  <c:v>84.54</c:v>
                </c:pt>
                <c:pt idx="4271">
                  <c:v>84.17</c:v>
                </c:pt>
                <c:pt idx="4272">
                  <c:v>84.85</c:v>
                </c:pt>
                <c:pt idx="4273">
                  <c:v>84.51</c:v>
                </c:pt>
                <c:pt idx="4274">
                  <c:v>84.88</c:v>
                </c:pt>
                <c:pt idx="4275">
                  <c:v>84.35</c:v>
                </c:pt>
                <c:pt idx="4276">
                  <c:v>84.35</c:v>
                </c:pt>
                <c:pt idx="4277">
                  <c:v>84.95</c:v>
                </c:pt>
                <c:pt idx="4278">
                  <c:v>84.71</c:v>
                </c:pt>
                <c:pt idx="4279">
                  <c:v>85.16</c:v>
                </c:pt>
                <c:pt idx="4280">
                  <c:v>85.05</c:v>
                </c:pt>
                <c:pt idx="4281">
                  <c:v>84.28</c:v>
                </c:pt>
                <c:pt idx="4282">
                  <c:v>84.72</c:v>
                </c:pt>
                <c:pt idx="4283">
                  <c:v>84.79</c:v>
                </c:pt>
                <c:pt idx="4284">
                  <c:v>84.04</c:v>
                </c:pt>
                <c:pt idx="4285">
                  <c:v>84.14</c:v>
                </c:pt>
                <c:pt idx="4286">
                  <c:v>84.73</c:v>
                </c:pt>
                <c:pt idx="4287">
                  <c:v>84.99</c:v>
                </c:pt>
                <c:pt idx="4288">
                  <c:v>85.84</c:v>
                </c:pt>
                <c:pt idx="4289">
                  <c:v>85.72</c:v>
                </c:pt>
                <c:pt idx="4290">
                  <c:v>85.85</c:v>
                </c:pt>
                <c:pt idx="4291">
                  <c:v>86.48</c:v>
                </c:pt>
                <c:pt idx="4292">
                  <c:v>86.14</c:v>
                </c:pt>
                <c:pt idx="4293">
                  <c:v>86.02</c:v>
                </c:pt>
                <c:pt idx="4294">
                  <c:v>85.94</c:v>
                </c:pt>
                <c:pt idx="4295">
                  <c:v>86.32</c:v>
                </c:pt>
                <c:pt idx="4296">
                  <c:v>86.18</c:v>
                </c:pt>
                <c:pt idx="4297">
                  <c:v>85.78</c:v>
                </c:pt>
                <c:pt idx="4298">
                  <c:v>86.39</c:v>
                </c:pt>
                <c:pt idx="4299">
                  <c:v>86.88</c:v>
                </c:pt>
                <c:pt idx="4300">
                  <c:v>86.49</c:v>
                </c:pt>
                <c:pt idx="4301">
                  <c:v>86.47</c:v>
                </c:pt>
                <c:pt idx="4302">
                  <c:v>86.63</c:v>
                </c:pt>
                <c:pt idx="4303">
                  <c:v>85.92</c:v>
                </c:pt>
                <c:pt idx="4304">
                  <c:v>85.16</c:v>
                </c:pt>
                <c:pt idx="4305">
                  <c:v>85.19</c:v>
                </c:pt>
                <c:pt idx="4306">
                  <c:v>85.15</c:v>
                </c:pt>
                <c:pt idx="4307">
                  <c:v>85.6</c:v>
                </c:pt>
                <c:pt idx="4308">
                  <c:v>85.35</c:v>
                </c:pt>
                <c:pt idx="4309">
                  <c:v>85.01</c:v>
                </c:pt>
                <c:pt idx="4310">
                  <c:v>85.5</c:v>
                </c:pt>
                <c:pt idx="4311">
                  <c:v>85.36</c:v>
                </c:pt>
                <c:pt idx="4312">
                  <c:v>85.91</c:v>
                </c:pt>
                <c:pt idx="4313">
                  <c:v>85.84</c:v>
                </c:pt>
                <c:pt idx="4314">
                  <c:v>86.1</c:v>
                </c:pt>
                <c:pt idx="4315">
                  <c:v>87.02</c:v>
                </c:pt>
                <c:pt idx="4316">
                  <c:v>87.01</c:v>
                </c:pt>
                <c:pt idx="4317">
                  <c:v>86.52</c:v>
                </c:pt>
                <c:pt idx="4318">
                  <c:v>86.22</c:v>
                </c:pt>
                <c:pt idx="4319">
                  <c:v>85.93</c:v>
                </c:pt>
                <c:pt idx="4320">
                  <c:v>86.34</c:v>
                </c:pt>
                <c:pt idx="4321">
                  <c:v>86.64</c:v>
                </c:pt>
                <c:pt idx="4322">
                  <c:v>85.86</c:v>
                </c:pt>
                <c:pt idx="4323">
                  <c:v>85.84</c:v>
                </c:pt>
                <c:pt idx="4324">
                  <c:v>85.38</c:v>
                </c:pt>
                <c:pt idx="4325">
                  <c:v>85.3</c:v>
                </c:pt>
                <c:pt idx="4326">
                  <c:v>85.01</c:v>
                </c:pt>
                <c:pt idx="4327">
                  <c:v>85.18</c:v>
                </c:pt>
                <c:pt idx="4328">
                  <c:v>85.04</c:v>
                </c:pt>
                <c:pt idx="4329">
                  <c:v>84.58</c:v>
                </c:pt>
                <c:pt idx="4330">
                  <c:v>84.74</c:v>
                </c:pt>
                <c:pt idx="4331">
                  <c:v>84.83</c:v>
                </c:pt>
                <c:pt idx="4332">
                  <c:v>84.71</c:v>
                </c:pt>
                <c:pt idx="4333">
                  <c:v>85.12</c:v>
                </c:pt>
                <c:pt idx="4334">
                  <c:v>85.49</c:v>
                </c:pt>
                <c:pt idx="4335">
                  <c:v>85.67</c:v>
                </c:pt>
                <c:pt idx="4336">
                  <c:v>85.22</c:v>
                </c:pt>
                <c:pt idx="4337">
                  <c:v>84.88</c:v>
                </c:pt>
                <c:pt idx="4338">
                  <c:v>85.04</c:v>
                </c:pt>
                <c:pt idx="4339">
                  <c:v>85.09</c:v>
                </c:pt>
                <c:pt idx="4340">
                  <c:v>84.63</c:v>
                </c:pt>
                <c:pt idx="4341">
                  <c:v>85.17</c:v>
                </c:pt>
                <c:pt idx="4342">
                  <c:v>85.13</c:v>
                </c:pt>
                <c:pt idx="4343">
                  <c:v>85.28</c:v>
                </c:pt>
                <c:pt idx="4344">
                  <c:v>85.38</c:v>
                </c:pt>
                <c:pt idx="4345">
                  <c:v>85.26</c:v>
                </c:pt>
                <c:pt idx="4346">
                  <c:v>84.96</c:v>
                </c:pt>
                <c:pt idx="4347">
                  <c:v>84.97</c:v>
                </c:pt>
                <c:pt idx="4348">
                  <c:v>85.05</c:v>
                </c:pt>
                <c:pt idx="4349">
                  <c:v>84.92</c:v>
                </c:pt>
                <c:pt idx="4350">
                  <c:v>84.68</c:v>
                </c:pt>
                <c:pt idx="4351">
                  <c:v>85</c:v>
                </c:pt>
                <c:pt idx="4352">
                  <c:v>85.1</c:v>
                </c:pt>
                <c:pt idx="4353">
                  <c:v>85.53</c:v>
                </c:pt>
                <c:pt idx="4354">
                  <c:v>85.95</c:v>
                </c:pt>
                <c:pt idx="4355">
                  <c:v>85.92</c:v>
                </c:pt>
                <c:pt idx="4356">
                  <c:v>85.92</c:v>
                </c:pt>
                <c:pt idx="4357">
                  <c:v>85.86</c:v>
                </c:pt>
                <c:pt idx="4358">
                  <c:v>85.66</c:v>
                </c:pt>
                <c:pt idx="4359">
                  <c:v>85.98</c:v>
                </c:pt>
                <c:pt idx="4360">
                  <c:v>85.81</c:v>
                </c:pt>
                <c:pt idx="4361">
                  <c:v>85.94</c:v>
                </c:pt>
                <c:pt idx="4362">
                  <c:v>85.81</c:v>
                </c:pt>
                <c:pt idx="4363">
                  <c:v>85.2</c:v>
                </c:pt>
                <c:pt idx="4364">
                  <c:v>85.16</c:v>
                </c:pt>
                <c:pt idx="4365">
                  <c:v>85.38</c:v>
                </c:pt>
                <c:pt idx="4366">
                  <c:v>85.63</c:v>
                </c:pt>
                <c:pt idx="4367">
                  <c:v>85.69</c:v>
                </c:pt>
                <c:pt idx="4368">
                  <c:v>85.77</c:v>
                </c:pt>
                <c:pt idx="4369">
                  <c:v>86.03</c:v>
                </c:pt>
                <c:pt idx="4370">
                  <c:v>85.6</c:v>
                </c:pt>
                <c:pt idx="4371">
                  <c:v>85.71</c:v>
                </c:pt>
                <c:pt idx="4372">
                  <c:v>85.84</c:v>
                </c:pt>
                <c:pt idx="4373">
                  <c:v>85.92</c:v>
                </c:pt>
                <c:pt idx="4374">
                  <c:v>86.5</c:v>
                </c:pt>
                <c:pt idx="4375">
                  <c:v>86.55</c:v>
                </c:pt>
                <c:pt idx="4376">
                  <c:v>87.02</c:v>
                </c:pt>
                <c:pt idx="4377">
                  <c:v>87.12</c:v>
                </c:pt>
                <c:pt idx="4378">
                  <c:v>86.92</c:v>
                </c:pt>
                <c:pt idx="4379">
                  <c:v>87.12</c:v>
                </c:pt>
                <c:pt idx="4380">
                  <c:v>87</c:v>
                </c:pt>
                <c:pt idx="4381">
                  <c:v>86.87</c:v>
                </c:pt>
                <c:pt idx="4382">
                  <c:v>86.88</c:v>
                </c:pt>
                <c:pt idx="4383">
                  <c:v>86.24</c:v>
                </c:pt>
                <c:pt idx="4384">
                  <c:v>86.27</c:v>
                </c:pt>
                <c:pt idx="4385">
                  <c:v>86.71</c:v>
                </c:pt>
                <c:pt idx="4386">
                  <c:v>86.7</c:v>
                </c:pt>
                <c:pt idx="4387">
                  <c:v>86.38</c:v>
                </c:pt>
                <c:pt idx="4388">
                  <c:v>85.89</c:v>
                </c:pt>
                <c:pt idx="4389">
                  <c:v>85.56</c:v>
                </c:pt>
                <c:pt idx="4390">
                  <c:v>85.59</c:v>
                </c:pt>
                <c:pt idx="4391">
                  <c:v>85.32</c:v>
                </c:pt>
                <c:pt idx="4392">
                  <c:v>85.42</c:v>
                </c:pt>
                <c:pt idx="4393">
                  <c:v>85.34</c:v>
                </c:pt>
                <c:pt idx="4394">
                  <c:v>85.71</c:v>
                </c:pt>
                <c:pt idx="4395">
                  <c:v>85.75</c:v>
                </c:pt>
                <c:pt idx="4396">
                  <c:v>85.43</c:v>
                </c:pt>
                <c:pt idx="4397">
                  <c:v>85.41</c:v>
                </c:pt>
                <c:pt idx="4398">
                  <c:v>85.18</c:v>
                </c:pt>
                <c:pt idx="4399">
                  <c:v>85.07</c:v>
                </c:pt>
                <c:pt idx="4400">
                  <c:v>85.37</c:v>
                </c:pt>
                <c:pt idx="4401">
                  <c:v>85.3</c:v>
                </c:pt>
                <c:pt idx="4402">
                  <c:v>85.33</c:v>
                </c:pt>
                <c:pt idx="4403">
                  <c:v>85.49</c:v>
                </c:pt>
                <c:pt idx="4404">
                  <c:v>85.31</c:v>
                </c:pt>
                <c:pt idx="4405">
                  <c:v>85.42</c:v>
                </c:pt>
                <c:pt idx="4406">
                  <c:v>85.24</c:v>
                </c:pt>
                <c:pt idx="4407">
                  <c:v>84.53</c:v>
                </c:pt>
                <c:pt idx="4408">
                  <c:v>84.46</c:v>
                </c:pt>
                <c:pt idx="4409">
                  <c:v>83.66</c:v>
                </c:pt>
                <c:pt idx="4410">
                  <c:v>83.5</c:v>
                </c:pt>
                <c:pt idx="4411">
                  <c:v>83.13</c:v>
                </c:pt>
                <c:pt idx="4412">
                  <c:v>83.49</c:v>
                </c:pt>
                <c:pt idx="4413">
                  <c:v>82.95</c:v>
                </c:pt>
                <c:pt idx="4414">
                  <c:v>82.48</c:v>
                </c:pt>
                <c:pt idx="4415">
                  <c:v>82.43</c:v>
                </c:pt>
                <c:pt idx="4416">
                  <c:v>82.51</c:v>
                </c:pt>
                <c:pt idx="4417">
                  <c:v>82.74</c:v>
                </c:pt>
                <c:pt idx="4418">
                  <c:v>82.76</c:v>
                </c:pt>
                <c:pt idx="4419">
                  <c:v>83.29</c:v>
                </c:pt>
                <c:pt idx="4420">
                  <c:v>83.18</c:v>
                </c:pt>
                <c:pt idx="4421">
                  <c:v>82.94</c:v>
                </c:pt>
                <c:pt idx="4422">
                  <c:v>83.32</c:v>
                </c:pt>
                <c:pt idx="4423">
                  <c:v>83.7</c:v>
                </c:pt>
                <c:pt idx="4424">
                  <c:v>84.04</c:v>
                </c:pt>
                <c:pt idx="4425">
                  <c:v>84</c:v>
                </c:pt>
                <c:pt idx="4426">
                  <c:v>83.45</c:v>
                </c:pt>
                <c:pt idx="4427">
                  <c:v>83.55</c:v>
                </c:pt>
                <c:pt idx="4428">
                  <c:v>83.59</c:v>
                </c:pt>
                <c:pt idx="4429">
                  <c:v>83.81</c:v>
                </c:pt>
                <c:pt idx="4430">
                  <c:v>83.81</c:v>
                </c:pt>
                <c:pt idx="4431">
                  <c:v>84.06</c:v>
                </c:pt>
                <c:pt idx="4432">
                  <c:v>83.97</c:v>
                </c:pt>
                <c:pt idx="4433">
                  <c:v>83.82</c:v>
                </c:pt>
                <c:pt idx="4434">
                  <c:v>83.65</c:v>
                </c:pt>
                <c:pt idx="4435">
                  <c:v>83.65</c:v>
                </c:pt>
                <c:pt idx="4436">
                  <c:v>83.27</c:v>
                </c:pt>
                <c:pt idx="4437">
                  <c:v>83.92</c:v>
                </c:pt>
                <c:pt idx="4438">
                  <c:v>84.34</c:v>
                </c:pt>
                <c:pt idx="4439">
                  <c:v>84.64</c:v>
                </c:pt>
                <c:pt idx="4440">
                  <c:v>84.57</c:v>
                </c:pt>
                <c:pt idx="4441">
                  <c:v>84.75</c:v>
                </c:pt>
                <c:pt idx="4442">
                  <c:v>85.07</c:v>
                </c:pt>
                <c:pt idx="4443">
                  <c:v>85.28</c:v>
                </c:pt>
                <c:pt idx="4444">
                  <c:v>85.02</c:v>
                </c:pt>
                <c:pt idx="4445">
                  <c:v>84.94</c:v>
                </c:pt>
                <c:pt idx="4446">
                  <c:v>85.06</c:v>
                </c:pt>
                <c:pt idx="4447">
                  <c:v>84.94</c:v>
                </c:pt>
                <c:pt idx="4448">
                  <c:v>84.91</c:v>
                </c:pt>
                <c:pt idx="4449">
                  <c:v>84.86</c:v>
                </c:pt>
                <c:pt idx="4450">
                  <c:v>85.04</c:v>
                </c:pt>
                <c:pt idx="4451">
                  <c:v>84.67</c:v>
                </c:pt>
                <c:pt idx="4452">
                  <c:v>84.93</c:v>
                </c:pt>
                <c:pt idx="4453">
                  <c:v>85.11</c:v>
                </c:pt>
                <c:pt idx="4454">
                  <c:v>85.23</c:v>
                </c:pt>
                <c:pt idx="4455">
                  <c:v>85.09</c:v>
                </c:pt>
                <c:pt idx="4456">
                  <c:v>84.99</c:v>
                </c:pt>
                <c:pt idx="4457">
                  <c:v>84.6</c:v>
                </c:pt>
                <c:pt idx="4458">
                  <c:v>84.64</c:v>
                </c:pt>
                <c:pt idx="4459">
                  <c:v>84.96</c:v>
                </c:pt>
                <c:pt idx="4460">
                  <c:v>85.08</c:v>
                </c:pt>
                <c:pt idx="4461">
                  <c:v>84.77</c:v>
                </c:pt>
                <c:pt idx="4462">
                  <c:v>84.71</c:v>
                </c:pt>
                <c:pt idx="4463">
                  <c:v>84.69</c:v>
                </c:pt>
                <c:pt idx="4464">
                  <c:v>84.88</c:v>
                </c:pt>
                <c:pt idx="4465">
                  <c:v>85.12</c:v>
                </c:pt>
                <c:pt idx="4466">
                  <c:v>84.69</c:v>
                </c:pt>
                <c:pt idx="4467">
                  <c:v>84.18</c:v>
                </c:pt>
                <c:pt idx="4468">
                  <c:v>84.05</c:v>
                </c:pt>
                <c:pt idx="4469">
                  <c:v>84.06</c:v>
                </c:pt>
                <c:pt idx="4470">
                  <c:v>84.02</c:v>
                </c:pt>
                <c:pt idx="4471">
                  <c:v>84.18</c:v>
                </c:pt>
                <c:pt idx="4472">
                  <c:v>84.22</c:v>
                </c:pt>
                <c:pt idx="4473">
                  <c:v>84.34</c:v>
                </c:pt>
                <c:pt idx="4474">
                  <c:v>84.05</c:v>
                </c:pt>
                <c:pt idx="4475">
                  <c:v>83.93</c:v>
                </c:pt>
                <c:pt idx="4476">
                  <c:v>83.46</c:v>
                </c:pt>
                <c:pt idx="4477">
                  <c:v>83.57</c:v>
                </c:pt>
                <c:pt idx="4478">
                  <c:v>83.77</c:v>
                </c:pt>
                <c:pt idx="4479">
                  <c:v>83.74</c:v>
                </c:pt>
                <c:pt idx="4480">
                  <c:v>84.17</c:v>
                </c:pt>
                <c:pt idx="4481">
                  <c:v>84.04</c:v>
                </c:pt>
                <c:pt idx="4482">
                  <c:v>83.78</c:v>
                </c:pt>
                <c:pt idx="4483">
                  <c:v>84.13</c:v>
                </c:pt>
                <c:pt idx="4484">
                  <c:v>84.25</c:v>
                </c:pt>
                <c:pt idx="4485">
                  <c:v>83.88</c:v>
                </c:pt>
                <c:pt idx="4486">
                  <c:v>83.71</c:v>
                </c:pt>
                <c:pt idx="4487">
                  <c:v>83.64</c:v>
                </c:pt>
                <c:pt idx="4488">
                  <c:v>83.65</c:v>
                </c:pt>
                <c:pt idx="4489">
                  <c:v>83.19</c:v>
                </c:pt>
                <c:pt idx="4490">
                  <c:v>83.35</c:v>
                </c:pt>
                <c:pt idx="4491">
                  <c:v>83.07</c:v>
                </c:pt>
                <c:pt idx="4492">
                  <c:v>82.77</c:v>
                </c:pt>
                <c:pt idx="4493">
                  <c:v>83.09</c:v>
                </c:pt>
                <c:pt idx="4494">
                  <c:v>83.28</c:v>
                </c:pt>
                <c:pt idx="4495">
                  <c:v>83.08</c:v>
                </c:pt>
                <c:pt idx="4496">
                  <c:v>83.01</c:v>
                </c:pt>
                <c:pt idx="4497">
                  <c:v>83.03</c:v>
                </c:pt>
                <c:pt idx="4498">
                  <c:v>83.09</c:v>
                </c:pt>
                <c:pt idx="4499">
                  <c:v>82.93</c:v>
                </c:pt>
                <c:pt idx="4500">
                  <c:v>82.87</c:v>
                </c:pt>
                <c:pt idx="4501">
                  <c:v>83.15</c:v>
                </c:pt>
                <c:pt idx="4502">
                  <c:v>82.96</c:v>
                </c:pt>
                <c:pt idx="4503">
                  <c:v>82.677000000000007</c:v>
                </c:pt>
                <c:pt idx="4504">
                  <c:v>82.992000000000004</c:v>
                </c:pt>
                <c:pt idx="4505">
                  <c:v>83.097999999999999</c:v>
                </c:pt>
                <c:pt idx="4506">
                  <c:v>82.703999999999994</c:v>
                </c:pt>
                <c:pt idx="4507">
                  <c:v>82.671000000000006</c:v>
                </c:pt>
                <c:pt idx="4508">
                  <c:v>82.369</c:v>
                </c:pt>
                <c:pt idx="4509">
                  <c:v>82.129000000000005</c:v>
                </c:pt>
                <c:pt idx="4510">
                  <c:v>82.072999999999993</c:v>
                </c:pt>
                <c:pt idx="4511">
                  <c:v>81.831000000000003</c:v>
                </c:pt>
                <c:pt idx="4512">
                  <c:v>81.742999999999995</c:v>
                </c:pt>
                <c:pt idx="4513">
                  <c:v>81.644000000000005</c:v>
                </c:pt>
                <c:pt idx="4514">
                  <c:v>81.643000000000001</c:v>
                </c:pt>
                <c:pt idx="4515">
                  <c:v>81.738</c:v>
                </c:pt>
                <c:pt idx="4516">
                  <c:v>81.546000000000006</c:v>
                </c:pt>
                <c:pt idx="4517">
                  <c:v>81.427999999999997</c:v>
                </c:pt>
                <c:pt idx="4518">
                  <c:v>81.75</c:v>
                </c:pt>
                <c:pt idx="4519">
                  <c:v>81.528999999999996</c:v>
                </c:pt>
                <c:pt idx="4520">
                  <c:v>81.447000000000003</c:v>
                </c:pt>
                <c:pt idx="4521">
                  <c:v>81.594999999999999</c:v>
                </c:pt>
                <c:pt idx="4522">
                  <c:v>81.766999999999996</c:v>
                </c:pt>
                <c:pt idx="4523">
                  <c:v>81.948999999999998</c:v>
                </c:pt>
                <c:pt idx="4524">
                  <c:v>81.741</c:v>
                </c:pt>
                <c:pt idx="4525">
                  <c:v>81.676000000000002</c:v>
                </c:pt>
                <c:pt idx="4526">
                  <c:v>81.938999999999993</c:v>
                </c:pt>
                <c:pt idx="4527">
                  <c:v>82.016000000000005</c:v>
                </c:pt>
                <c:pt idx="4528">
                  <c:v>82.292000000000002</c:v>
                </c:pt>
                <c:pt idx="4529">
                  <c:v>82.116</c:v>
                </c:pt>
                <c:pt idx="4530">
                  <c:v>82.066000000000003</c:v>
                </c:pt>
                <c:pt idx="4531">
                  <c:v>81.754999999999995</c:v>
                </c:pt>
                <c:pt idx="4532">
                  <c:v>82.162999999999997</c:v>
                </c:pt>
                <c:pt idx="4533">
                  <c:v>82.317999999999998</c:v>
                </c:pt>
                <c:pt idx="4534">
                  <c:v>82.197000000000003</c:v>
                </c:pt>
                <c:pt idx="4535">
                  <c:v>82.364000000000004</c:v>
                </c:pt>
                <c:pt idx="4536">
                  <c:v>82.385999999999996</c:v>
                </c:pt>
                <c:pt idx="4537">
                  <c:v>82.31</c:v>
                </c:pt>
                <c:pt idx="4538">
                  <c:v>82.406000000000006</c:v>
                </c:pt>
                <c:pt idx="4539">
                  <c:v>82.331000000000003</c:v>
                </c:pt>
                <c:pt idx="4540">
                  <c:v>82.331999999999994</c:v>
                </c:pt>
                <c:pt idx="4541">
                  <c:v>82.31</c:v>
                </c:pt>
                <c:pt idx="4542">
                  <c:v>82.433000000000007</c:v>
                </c:pt>
                <c:pt idx="4543">
                  <c:v>82.301000000000002</c:v>
                </c:pt>
                <c:pt idx="4544">
                  <c:v>82.322000000000003</c:v>
                </c:pt>
                <c:pt idx="4545">
                  <c:v>82.058000000000007</c:v>
                </c:pt>
                <c:pt idx="4546">
                  <c:v>81.89</c:v>
                </c:pt>
                <c:pt idx="4547">
                  <c:v>81.897000000000006</c:v>
                </c:pt>
                <c:pt idx="4548">
                  <c:v>82.293999999999997</c:v>
                </c:pt>
                <c:pt idx="4549">
                  <c:v>82.691000000000003</c:v>
                </c:pt>
                <c:pt idx="4550">
                  <c:v>82.712000000000003</c:v>
                </c:pt>
                <c:pt idx="4551">
                  <c:v>82.891000000000005</c:v>
                </c:pt>
                <c:pt idx="4552">
                  <c:v>83.034999999999997</c:v>
                </c:pt>
                <c:pt idx="4553">
                  <c:v>83.128</c:v>
                </c:pt>
                <c:pt idx="4554">
                  <c:v>82.850999999999999</c:v>
                </c:pt>
                <c:pt idx="4555">
                  <c:v>82.715000000000003</c:v>
                </c:pt>
                <c:pt idx="4556">
                  <c:v>82.543999999999997</c:v>
                </c:pt>
                <c:pt idx="4557">
                  <c:v>82.518000000000001</c:v>
                </c:pt>
                <c:pt idx="4558">
                  <c:v>82.730999999999995</c:v>
                </c:pt>
                <c:pt idx="4559">
                  <c:v>82.335999999999999</c:v>
                </c:pt>
                <c:pt idx="4560">
                  <c:v>82.325000000000003</c:v>
                </c:pt>
                <c:pt idx="4561">
                  <c:v>82.295000000000002</c:v>
                </c:pt>
                <c:pt idx="4562">
                  <c:v>82.316000000000003</c:v>
                </c:pt>
                <c:pt idx="4563">
                  <c:v>82.332999999999998</c:v>
                </c:pt>
                <c:pt idx="4564">
                  <c:v>81.92</c:v>
                </c:pt>
                <c:pt idx="4565">
                  <c:v>81.394999999999996</c:v>
                </c:pt>
                <c:pt idx="4566">
                  <c:v>81.486000000000004</c:v>
                </c:pt>
                <c:pt idx="4567">
                  <c:v>81.433000000000007</c:v>
                </c:pt>
                <c:pt idx="4568">
                  <c:v>81.537999999999997</c:v>
                </c:pt>
                <c:pt idx="4569">
                  <c:v>81.465000000000003</c:v>
                </c:pt>
                <c:pt idx="4570">
                  <c:v>81.433000000000007</c:v>
                </c:pt>
                <c:pt idx="4571">
                  <c:v>80.86</c:v>
                </c:pt>
                <c:pt idx="4572">
                  <c:v>80.73</c:v>
                </c:pt>
                <c:pt idx="4573">
                  <c:v>80.635000000000005</c:v>
                </c:pt>
                <c:pt idx="4574">
                  <c:v>80.575999999999993</c:v>
                </c:pt>
                <c:pt idx="4575">
                  <c:v>80.522000000000006</c:v>
                </c:pt>
                <c:pt idx="4576">
                  <c:v>80.540000000000006</c:v>
                </c:pt>
                <c:pt idx="4577">
                  <c:v>80.424000000000007</c:v>
                </c:pt>
                <c:pt idx="4578">
                  <c:v>80.418999999999997</c:v>
                </c:pt>
                <c:pt idx="4579">
                  <c:v>80.287999999999997</c:v>
                </c:pt>
                <c:pt idx="4580">
                  <c:v>80.353999999999999</c:v>
                </c:pt>
                <c:pt idx="4581">
                  <c:v>80.076999999999998</c:v>
                </c:pt>
                <c:pt idx="4582">
                  <c:v>80.652000000000001</c:v>
                </c:pt>
                <c:pt idx="4583">
                  <c:v>80.453000000000003</c:v>
                </c:pt>
                <c:pt idx="4584">
                  <c:v>80.945999999999998</c:v>
                </c:pt>
                <c:pt idx="4585">
                  <c:v>80.849000000000004</c:v>
                </c:pt>
                <c:pt idx="4586">
                  <c:v>80.77</c:v>
                </c:pt>
                <c:pt idx="4587">
                  <c:v>80.872</c:v>
                </c:pt>
                <c:pt idx="4588">
                  <c:v>80.712999999999994</c:v>
                </c:pt>
                <c:pt idx="4589">
                  <c:v>80.177000000000007</c:v>
                </c:pt>
                <c:pt idx="4590">
                  <c:v>80.254999999999995</c:v>
                </c:pt>
                <c:pt idx="4591">
                  <c:v>80.478999999999999</c:v>
                </c:pt>
                <c:pt idx="4592">
                  <c:v>80.343000000000004</c:v>
                </c:pt>
                <c:pt idx="4593">
                  <c:v>80.744</c:v>
                </c:pt>
                <c:pt idx="4594">
                  <c:v>80.679000000000002</c:v>
                </c:pt>
                <c:pt idx="4595">
                  <c:v>81.048000000000002</c:v>
                </c:pt>
                <c:pt idx="4596">
                  <c:v>81.489000000000004</c:v>
                </c:pt>
                <c:pt idx="4597">
                  <c:v>81.822000000000003</c:v>
                </c:pt>
                <c:pt idx="4598">
                  <c:v>81.728999999999999</c:v>
                </c:pt>
                <c:pt idx="4599">
                  <c:v>81.426000000000002</c:v>
                </c:pt>
                <c:pt idx="4600">
                  <c:v>81.400000000000006</c:v>
                </c:pt>
                <c:pt idx="4601">
                  <c:v>81.492000000000004</c:v>
                </c:pt>
                <c:pt idx="4602">
                  <c:v>81.248999999999995</c:v>
                </c:pt>
                <c:pt idx="4603">
                  <c:v>81.144999999999996</c:v>
                </c:pt>
                <c:pt idx="4604">
                  <c:v>80.667000000000002</c:v>
                </c:pt>
                <c:pt idx="4605">
                  <c:v>80.739000000000004</c:v>
                </c:pt>
                <c:pt idx="4606">
                  <c:v>80.756</c:v>
                </c:pt>
                <c:pt idx="4607">
                  <c:v>80.7</c:v>
                </c:pt>
                <c:pt idx="4608">
                  <c:v>80.793999999999997</c:v>
                </c:pt>
                <c:pt idx="4609">
                  <c:v>80.790999999999997</c:v>
                </c:pt>
                <c:pt idx="4610">
                  <c:v>80.813999999999993</c:v>
                </c:pt>
                <c:pt idx="4611">
                  <c:v>80.88</c:v>
                </c:pt>
                <c:pt idx="4612">
                  <c:v>80.622</c:v>
                </c:pt>
                <c:pt idx="4613">
                  <c:v>80.471999999999994</c:v>
                </c:pt>
                <c:pt idx="4614">
                  <c:v>79.959000000000003</c:v>
                </c:pt>
                <c:pt idx="4615">
                  <c:v>79.816000000000003</c:v>
                </c:pt>
                <c:pt idx="4616">
                  <c:v>79.703999999999994</c:v>
                </c:pt>
                <c:pt idx="4617">
                  <c:v>79.364999999999995</c:v>
                </c:pt>
                <c:pt idx="4618">
                  <c:v>79.513000000000005</c:v>
                </c:pt>
                <c:pt idx="4619">
                  <c:v>79.617000000000004</c:v>
                </c:pt>
                <c:pt idx="4620">
                  <c:v>79.72</c:v>
                </c:pt>
                <c:pt idx="4621">
                  <c:v>79.209000000000003</c:v>
                </c:pt>
                <c:pt idx="4622">
                  <c:v>79.3</c:v>
                </c:pt>
                <c:pt idx="4623">
                  <c:v>78.581999999999994</c:v>
                </c:pt>
                <c:pt idx="4624">
                  <c:v>78.596999999999994</c:v>
                </c:pt>
                <c:pt idx="4625">
                  <c:v>78.527000000000001</c:v>
                </c:pt>
                <c:pt idx="4626">
                  <c:v>78.313000000000002</c:v>
                </c:pt>
                <c:pt idx="4627">
                  <c:v>78.492999999999995</c:v>
                </c:pt>
                <c:pt idx="4628">
                  <c:v>78.337999999999994</c:v>
                </c:pt>
                <c:pt idx="4629">
                  <c:v>77.718999999999994</c:v>
                </c:pt>
                <c:pt idx="4630">
                  <c:v>77.903999999999996</c:v>
                </c:pt>
                <c:pt idx="4631">
                  <c:v>78.302999999999997</c:v>
                </c:pt>
                <c:pt idx="4632">
                  <c:v>78.572999999999993</c:v>
                </c:pt>
                <c:pt idx="4633">
                  <c:v>78.480999999999995</c:v>
                </c:pt>
                <c:pt idx="4634">
                  <c:v>78.308000000000007</c:v>
                </c:pt>
                <c:pt idx="4635">
                  <c:v>78.671999999999997</c:v>
                </c:pt>
                <c:pt idx="4636">
                  <c:v>78.525999999999996</c:v>
                </c:pt>
                <c:pt idx="4637">
                  <c:v>78.375</c:v>
                </c:pt>
                <c:pt idx="4638">
                  <c:v>78.078000000000003</c:v>
                </c:pt>
                <c:pt idx="4639">
                  <c:v>78.224000000000004</c:v>
                </c:pt>
                <c:pt idx="4640">
                  <c:v>78.087999999999994</c:v>
                </c:pt>
                <c:pt idx="4641">
                  <c:v>78.251000000000005</c:v>
                </c:pt>
                <c:pt idx="4642">
                  <c:v>78.12</c:v>
                </c:pt>
                <c:pt idx="4643">
                  <c:v>77.59</c:v>
                </c:pt>
                <c:pt idx="4644">
                  <c:v>77.406999999999996</c:v>
                </c:pt>
                <c:pt idx="4645">
                  <c:v>78.06</c:v>
                </c:pt>
                <c:pt idx="4646">
                  <c:v>77.588999999999999</c:v>
                </c:pt>
                <c:pt idx="4647">
                  <c:v>77.546000000000006</c:v>
                </c:pt>
                <c:pt idx="4648">
                  <c:v>77.278000000000006</c:v>
                </c:pt>
                <c:pt idx="4649">
                  <c:v>77.027000000000001</c:v>
                </c:pt>
                <c:pt idx="4650">
                  <c:v>76.837000000000003</c:v>
                </c:pt>
                <c:pt idx="4651">
                  <c:v>76.772999999999996</c:v>
                </c:pt>
                <c:pt idx="4652">
                  <c:v>76.478999999999999</c:v>
                </c:pt>
                <c:pt idx="4653">
                  <c:v>76.593999999999994</c:v>
                </c:pt>
                <c:pt idx="4654">
                  <c:v>76.337000000000003</c:v>
                </c:pt>
                <c:pt idx="4655">
                  <c:v>76.424999999999997</c:v>
                </c:pt>
                <c:pt idx="4656">
                  <c:v>76.040000000000006</c:v>
                </c:pt>
                <c:pt idx="4657">
                  <c:v>75.412000000000006</c:v>
                </c:pt>
                <c:pt idx="4658">
                  <c:v>75.456000000000003</c:v>
                </c:pt>
                <c:pt idx="4659">
                  <c:v>75.400000000000006</c:v>
                </c:pt>
                <c:pt idx="4660">
                  <c:v>75.902000000000001</c:v>
                </c:pt>
                <c:pt idx="4661">
                  <c:v>75.881</c:v>
                </c:pt>
                <c:pt idx="4662">
                  <c:v>75.813999999999993</c:v>
                </c:pt>
                <c:pt idx="4663">
                  <c:v>76.069000000000003</c:v>
                </c:pt>
                <c:pt idx="4664">
                  <c:v>75.826999999999998</c:v>
                </c:pt>
                <c:pt idx="4665">
                  <c:v>75.78</c:v>
                </c:pt>
                <c:pt idx="4666">
                  <c:v>75.204999999999998</c:v>
                </c:pt>
                <c:pt idx="4667">
                  <c:v>75.072999999999993</c:v>
                </c:pt>
                <c:pt idx="4668">
                  <c:v>75.051000000000002</c:v>
                </c:pt>
                <c:pt idx="4669">
                  <c:v>75.052999999999997</c:v>
                </c:pt>
                <c:pt idx="4670">
                  <c:v>74.858999999999995</c:v>
                </c:pt>
                <c:pt idx="4671">
                  <c:v>75.096000000000004</c:v>
                </c:pt>
                <c:pt idx="4672">
                  <c:v>75.075999999999993</c:v>
                </c:pt>
                <c:pt idx="4673">
                  <c:v>75.587999999999994</c:v>
                </c:pt>
                <c:pt idx="4674">
                  <c:v>76.147000000000006</c:v>
                </c:pt>
                <c:pt idx="4675">
                  <c:v>75.935000000000002</c:v>
                </c:pt>
                <c:pt idx="4676">
                  <c:v>75.694000000000003</c:v>
                </c:pt>
                <c:pt idx="4677">
                  <c:v>76.412999999999997</c:v>
                </c:pt>
                <c:pt idx="4678">
                  <c:v>76.382999999999996</c:v>
                </c:pt>
                <c:pt idx="4679">
                  <c:v>76.287999999999997</c:v>
                </c:pt>
                <c:pt idx="4680">
                  <c:v>76.061999999999998</c:v>
                </c:pt>
                <c:pt idx="4681">
                  <c:v>76.221999999999994</c:v>
                </c:pt>
                <c:pt idx="4682">
                  <c:v>76.144000000000005</c:v>
                </c:pt>
                <c:pt idx="4683">
                  <c:v>76.561999999999998</c:v>
                </c:pt>
                <c:pt idx="4684">
                  <c:v>77.436000000000007</c:v>
                </c:pt>
                <c:pt idx="4685">
                  <c:v>77.400999999999996</c:v>
                </c:pt>
                <c:pt idx="4686">
                  <c:v>77.412000000000006</c:v>
                </c:pt>
                <c:pt idx="4687">
                  <c:v>77.587000000000003</c:v>
                </c:pt>
                <c:pt idx="4688">
                  <c:v>77.793999999999997</c:v>
                </c:pt>
                <c:pt idx="4689">
                  <c:v>77.721000000000004</c:v>
                </c:pt>
                <c:pt idx="4690">
                  <c:v>77.572000000000003</c:v>
                </c:pt>
                <c:pt idx="4691">
                  <c:v>77.596999999999994</c:v>
                </c:pt>
                <c:pt idx="4692">
                  <c:v>77.150000000000006</c:v>
                </c:pt>
                <c:pt idx="4693">
                  <c:v>76.606999999999999</c:v>
                </c:pt>
                <c:pt idx="4694">
                  <c:v>76.218000000000004</c:v>
                </c:pt>
                <c:pt idx="4695">
                  <c:v>76.694999999999993</c:v>
                </c:pt>
                <c:pt idx="4696">
                  <c:v>76.647999999999996</c:v>
                </c:pt>
                <c:pt idx="4697">
                  <c:v>75.971999999999994</c:v>
                </c:pt>
                <c:pt idx="4698">
                  <c:v>75.888999999999996</c:v>
                </c:pt>
                <c:pt idx="4699">
                  <c:v>75.793000000000006</c:v>
                </c:pt>
                <c:pt idx="4700">
                  <c:v>76.174000000000007</c:v>
                </c:pt>
                <c:pt idx="4701">
                  <c:v>76.111000000000004</c:v>
                </c:pt>
                <c:pt idx="4702">
                  <c:v>76.418999999999997</c:v>
                </c:pt>
                <c:pt idx="4703">
                  <c:v>75.933999999999997</c:v>
                </c:pt>
                <c:pt idx="4704">
                  <c:v>75.977999999999994</c:v>
                </c:pt>
                <c:pt idx="4705">
                  <c:v>75.613</c:v>
                </c:pt>
                <c:pt idx="4706">
                  <c:v>75.573999999999998</c:v>
                </c:pt>
                <c:pt idx="4707">
                  <c:v>76.257999999999996</c:v>
                </c:pt>
                <c:pt idx="4708">
                  <c:v>76.174000000000007</c:v>
                </c:pt>
                <c:pt idx="4709">
                  <c:v>76.382999999999996</c:v>
                </c:pt>
                <c:pt idx="4710">
                  <c:v>76.866</c:v>
                </c:pt>
                <c:pt idx="4711">
                  <c:v>76.346000000000004</c:v>
                </c:pt>
                <c:pt idx="4712">
                  <c:v>76.400999999999996</c:v>
                </c:pt>
                <c:pt idx="4713">
                  <c:v>75.691999999999993</c:v>
                </c:pt>
                <c:pt idx="4714">
                  <c:v>75.972999999999999</c:v>
                </c:pt>
                <c:pt idx="4715">
                  <c:v>75.578999999999994</c:v>
                </c:pt>
                <c:pt idx="4716">
                  <c:v>75.545000000000002</c:v>
                </c:pt>
                <c:pt idx="4717">
                  <c:v>75.031999999999996</c:v>
                </c:pt>
                <c:pt idx="4718">
                  <c:v>75.177999999999997</c:v>
                </c:pt>
                <c:pt idx="4719">
                  <c:v>75.444999999999993</c:v>
                </c:pt>
                <c:pt idx="4720">
                  <c:v>75.37</c:v>
                </c:pt>
                <c:pt idx="4721">
                  <c:v>76.116</c:v>
                </c:pt>
                <c:pt idx="4722">
                  <c:v>76.141000000000005</c:v>
                </c:pt>
                <c:pt idx="4723">
                  <c:v>76.938000000000002</c:v>
                </c:pt>
                <c:pt idx="4724">
                  <c:v>76.67</c:v>
                </c:pt>
                <c:pt idx="4725">
                  <c:v>76.584000000000003</c:v>
                </c:pt>
                <c:pt idx="4726">
                  <c:v>76.314999999999998</c:v>
                </c:pt>
                <c:pt idx="4727">
                  <c:v>76.399000000000001</c:v>
                </c:pt>
                <c:pt idx="4728">
                  <c:v>76.155000000000001</c:v>
                </c:pt>
                <c:pt idx="4729">
                  <c:v>76.100999999999999</c:v>
                </c:pt>
                <c:pt idx="4730">
                  <c:v>76.257000000000005</c:v>
                </c:pt>
                <c:pt idx="4731">
                  <c:v>75.998000000000005</c:v>
                </c:pt>
                <c:pt idx="4732">
                  <c:v>76.116</c:v>
                </c:pt>
                <c:pt idx="4733">
                  <c:v>75.600999999999999</c:v>
                </c:pt>
                <c:pt idx="4734">
                  <c:v>75.52</c:v>
                </c:pt>
                <c:pt idx="4735">
                  <c:v>75.528999999999996</c:v>
                </c:pt>
                <c:pt idx="4736">
                  <c:v>74.763000000000005</c:v>
                </c:pt>
                <c:pt idx="4737">
                  <c:v>74.212999999999994</c:v>
                </c:pt>
                <c:pt idx="4738">
                  <c:v>73.721000000000004</c:v>
                </c:pt>
                <c:pt idx="4739">
                  <c:v>73.713999999999999</c:v>
                </c:pt>
                <c:pt idx="4740">
                  <c:v>73.703999999999994</c:v>
                </c:pt>
                <c:pt idx="4741">
                  <c:v>73.664000000000001</c:v>
                </c:pt>
                <c:pt idx="4742">
                  <c:v>73.478999999999999</c:v>
                </c:pt>
                <c:pt idx="4743">
                  <c:v>73.001000000000005</c:v>
                </c:pt>
                <c:pt idx="4744">
                  <c:v>73.027000000000001</c:v>
                </c:pt>
                <c:pt idx="4745">
                  <c:v>72.992999999999995</c:v>
                </c:pt>
                <c:pt idx="4746">
                  <c:v>73.277000000000001</c:v>
                </c:pt>
                <c:pt idx="4747">
                  <c:v>72.403999999999996</c:v>
                </c:pt>
                <c:pt idx="4748">
                  <c:v>72.072000000000003</c:v>
                </c:pt>
                <c:pt idx="4749">
                  <c:v>71.656999999999996</c:v>
                </c:pt>
                <c:pt idx="4750">
                  <c:v>71.459000000000003</c:v>
                </c:pt>
                <c:pt idx="4751">
                  <c:v>71.570999999999998</c:v>
                </c:pt>
                <c:pt idx="4752">
                  <c:v>72.144000000000005</c:v>
                </c:pt>
                <c:pt idx="4753">
                  <c:v>72.747</c:v>
                </c:pt>
                <c:pt idx="4754">
                  <c:v>72.709000000000003</c:v>
                </c:pt>
                <c:pt idx="4755">
                  <c:v>72.948999999999998</c:v>
                </c:pt>
                <c:pt idx="4756">
                  <c:v>72.275999999999996</c:v>
                </c:pt>
                <c:pt idx="4757">
                  <c:v>71.506</c:v>
                </c:pt>
                <c:pt idx="4758">
                  <c:v>71.66</c:v>
                </c:pt>
                <c:pt idx="4759">
                  <c:v>71.677999999999997</c:v>
                </c:pt>
                <c:pt idx="4760">
                  <c:v>71.802000000000007</c:v>
                </c:pt>
                <c:pt idx="4761">
                  <c:v>72.563000000000002</c:v>
                </c:pt>
                <c:pt idx="4762">
                  <c:v>72.259</c:v>
                </c:pt>
                <c:pt idx="4763">
                  <c:v>72.216999999999999</c:v>
                </c:pt>
                <c:pt idx="4764">
                  <c:v>72.021000000000001</c:v>
                </c:pt>
                <c:pt idx="4765">
                  <c:v>72.201999999999998</c:v>
                </c:pt>
                <c:pt idx="4766">
                  <c:v>72.231999999999999</c:v>
                </c:pt>
                <c:pt idx="4767">
                  <c:v>71.832999999999998</c:v>
                </c:pt>
                <c:pt idx="4768">
                  <c:v>72.117000000000004</c:v>
                </c:pt>
                <c:pt idx="4769">
                  <c:v>71.808000000000007</c:v>
                </c:pt>
                <c:pt idx="4770">
                  <c:v>71.875</c:v>
                </c:pt>
                <c:pt idx="4771">
                  <c:v>72.022999999999996</c:v>
                </c:pt>
                <c:pt idx="4772">
                  <c:v>71.408000000000001</c:v>
                </c:pt>
                <c:pt idx="4773">
                  <c:v>71.680000000000007</c:v>
                </c:pt>
                <c:pt idx="4774">
                  <c:v>72.012</c:v>
                </c:pt>
                <c:pt idx="4775">
                  <c:v>71.647000000000006</c:v>
                </c:pt>
                <c:pt idx="4776">
                  <c:v>71.328999999999994</c:v>
                </c:pt>
                <c:pt idx="4777">
                  <c:v>71.819000000000003</c:v>
                </c:pt>
                <c:pt idx="4778">
                  <c:v>72.534999999999997</c:v>
                </c:pt>
                <c:pt idx="4779">
                  <c:v>72.790000000000006</c:v>
                </c:pt>
                <c:pt idx="4780">
                  <c:v>72.504000000000005</c:v>
                </c:pt>
                <c:pt idx="4781">
                  <c:v>72.894999999999996</c:v>
                </c:pt>
                <c:pt idx="4782">
                  <c:v>72.509</c:v>
                </c:pt>
                <c:pt idx="4783">
                  <c:v>73.275000000000006</c:v>
                </c:pt>
                <c:pt idx="4784">
                  <c:v>73.5</c:v>
                </c:pt>
                <c:pt idx="4785">
                  <c:v>73.19</c:v>
                </c:pt>
                <c:pt idx="4786">
                  <c:v>72.998999999999995</c:v>
                </c:pt>
                <c:pt idx="4787">
                  <c:v>73.513999999999996</c:v>
                </c:pt>
                <c:pt idx="4788">
                  <c:v>73.477000000000004</c:v>
                </c:pt>
                <c:pt idx="4789">
                  <c:v>73.05</c:v>
                </c:pt>
                <c:pt idx="4790">
                  <c:v>72.947000000000003</c:v>
                </c:pt>
                <c:pt idx="4791">
                  <c:v>73.272999999999996</c:v>
                </c:pt>
                <c:pt idx="4792">
                  <c:v>73.399000000000001</c:v>
                </c:pt>
                <c:pt idx="4793">
                  <c:v>73.349999999999994</c:v>
                </c:pt>
                <c:pt idx="4794">
                  <c:v>72.843999999999994</c:v>
                </c:pt>
                <c:pt idx="4795">
                  <c:v>73.045000000000002</c:v>
                </c:pt>
                <c:pt idx="4796">
                  <c:v>72.405000000000001</c:v>
                </c:pt>
                <c:pt idx="4797">
                  <c:v>71.938000000000002</c:v>
                </c:pt>
                <c:pt idx="4798">
                  <c:v>71.899000000000001</c:v>
                </c:pt>
                <c:pt idx="4799">
                  <c:v>71.888000000000005</c:v>
                </c:pt>
                <c:pt idx="4800">
                  <c:v>71.989999999999995</c:v>
                </c:pt>
                <c:pt idx="4801">
                  <c:v>72.337999999999994</c:v>
                </c:pt>
                <c:pt idx="4802">
                  <c:v>72.546999999999997</c:v>
                </c:pt>
                <c:pt idx="4803">
                  <c:v>73.022999999999996</c:v>
                </c:pt>
                <c:pt idx="4804">
                  <c:v>72.879000000000005</c:v>
                </c:pt>
                <c:pt idx="4805">
                  <c:v>72.929000000000002</c:v>
                </c:pt>
                <c:pt idx="4806">
                  <c:v>73.239999999999995</c:v>
                </c:pt>
                <c:pt idx="4807">
                  <c:v>73.424000000000007</c:v>
                </c:pt>
                <c:pt idx="4808">
                  <c:v>73.037999999999997</c:v>
                </c:pt>
                <c:pt idx="4809">
                  <c:v>72.39</c:v>
                </c:pt>
                <c:pt idx="4810">
                  <c:v>72.853999999999999</c:v>
                </c:pt>
                <c:pt idx="4811">
                  <c:v>73.695999999999998</c:v>
                </c:pt>
                <c:pt idx="4812">
                  <c:v>73.209000000000003</c:v>
                </c:pt>
                <c:pt idx="4813">
                  <c:v>73.858999999999995</c:v>
                </c:pt>
                <c:pt idx="4814">
                  <c:v>74.146000000000001</c:v>
                </c:pt>
                <c:pt idx="4815">
                  <c:v>73.61</c:v>
                </c:pt>
                <c:pt idx="4816">
                  <c:v>73.513999999999996</c:v>
                </c:pt>
                <c:pt idx="4817">
                  <c:v>73.44</c:v>
                </c:pt>
                <c:pt idx="4818">
                  <c:v>73.483000000000004</c:v>
                </c:pt>
                <c:pt idx="4819">
                  <c:v>73.03</c:v>
                </c:pt>
                <c:pt idx="4820">
                  <c:v>73.433999999999997</c:v>
                </c:pt>
                <c:pt idx="4821">
                  <c:v>73.241</c:v>
                </c:pt>
                <c:pt idx="4822">
                  <c:v>72.933000000000007</c:v>
                </c:pt>
                <c:pt idx="4823">
                  <c:v>72.486999999999995</c:v>
                </c:pt>
                <c:pt idx="4824">
                  <c:v>72.36</c:v>
                </c:pt>
                <c:pt idx="4825">
                  <c:v>72.462999999999994</c:v>
                </c:pt>
                <c:pt idx="4826">
                  <c:v>72.369</c:v>
                </c:pt>
                <c:pt idx="4827">
                  <c:v>72.028999999999996</c:v>
                </c:pt>
                <c:pt idx="4828">
                  <c:v>72.742000000000004</c:v>
                </c:pt>
                <c:pt idx="4829">
                  <c:v>72.730999999999995</c:v>
                </c:pt>
                <c:pt idx="4830">
                  <c:v>72.67</c:v>
                </c:pt>
                <c:pt idx="4831">
                  <c:v>73.012</c:v>
                </c:pt>
                <c:pt idx="4832">
                  <c:v>72.58</c:v>
                </c:pt>
                <c:pt idx="4833">
                  <c:v>72.492999999999995</c:v>
                </c:pt>
                <c:pt idx="4834">
                  <c:v>72.096000000000004</c:v>
                </c:pt>
                <c:pt idx="4835">
                  <c:v>71.915000000000006</c:v>
                </c:pt>
                <c:pt idx="4836">
                  <c:v>71.872</c:v>
                </c:pt>
                <c:pt idx="4837">
                  <c:v>72.063999999999993</c:v>
                </c:pt>
                <c:pt idx="4838">
                  <c:v>72.242000000000004</c:v>
                </c:pt>
                <c:pt idx="4839">
                  <c:v>72.188999999999993</c:v>
                </c:pt>
                <c:pt idx="4840">
                  <c:v>71.989999999999995</c:v>
                </c:pt>
                <c:pt idx="4841">
                  <c:v>72.445999999999998</c:v>
                </c:pt>
                <c:pt idx="4842">
                  <c:v>72.811000000000007</c:v>
                </c:pt>
                <c:pt idx="4843">
                  <c:v>72.933000000000007</c:v>
                </c:pt>
                <c:pt idx="4844">
                  <c:v>72.86</c:v>
                </c:pt>
                <c:pt idx="4845">
                  <c:v>72.649000000000001</c:v>
                </c:pt>
                <c:pt idx="4846">
                  <c:v>73.308999999999997</c:v>
                </c:pt>
                <c:pt idx="4847">
                  <c:v>73.322000000000003</c:v>
                </c:pt>
                <c:pt idx="4848">
                  <c:v>73.227000000000004</c:v>
                </c:pt>
                <c:pt idx="4849">
                  <c:v>73.424000000000007</c:v>
                </c:pt>
                <c:pt idx="4850">
                  <c:v>73.462000000000003</c:v>
                </c:pt>
                <c:pt idx="4851">
                  <c:v>73.881</c:v>
                </c:pt>
                <c:pt idx="4852">
                  <c:v>74.244</c:v>
                </c:pt>
                <c:pt idx="4853">
                  <c:v>74.546999999999997</c:v>
                </c:pt>
                <c:pt idx="4854">
                  <c:v>75.844999999999999</c:v>
                </c:pt>
                <c:pt idx="4855">
                  <c:v>76.125</c:v>
                </c:pt>
                <c:pt idx="4856">
                  <c:v>76.152000000000001</c:v>
                </c:pt>
                <c:pt idx="4857">
                  <c:v>76.207999999999998</c:v>
                </c:pt>
                <c:pt idx="4858">
                  <c:v>76.668999999999997</c:v>
                </c:pt>
                <c:pt idx="4859">
                  <c:v>77.180000000000007</c:v>
                </c:pt>
                <c:pt idx="4860">
                  <c:v>77.117000000000004</c:v>
                </c:pt>
                <c:pt idx="4861">
                  <c:v>76.838999999999999</c:v>
                </c:pt>
                <c:pt idx="4862">
                  <c:v>76.957999999999998</c:v>
                </c:pt>
                <c:pt idx="4863">
                  <c:v>76.195999999999998</c:v>
                </c:pt>
                <c:pt idx="4864">
                  <c:v>76.805000000000007</c:v>
                </c:pt>
                <c:pt idx="4865">
                  <c:v>76.793000000000006</c:v>
                </c:pt>
                <c:pt idx="4866">
                  <c:v>77.251000000000005</c:v>
                </c:pt>
                <c:pt idx="4867">
                  <c:v>77.051000000000002</c:v>
                </c:pt>
                <c:pt idx="4868">
                  <c:v>77.150999999999996</c:v>
                </c:pt>
                <c:pt idx="4869">
                  <c:v>77.381</c:v>
                </c:pt>
                <c:pt idx="4870">
                  <c:v>77.644000000000005</c:v>
                </c:pt>
                <c:pt idx="4871">
                  <c:v>78.061000000000007</c:v>
                </c:pt>
                <c:pt idx="4872">
                  <c:v>78.087000000000003</c:v>
                </c:pt>
                <c:pt idx="4873">
                  <c:v>78.61</c:v>
                </c:pt>
                <c:pt idx="4874">
                  <c:v>78.932000000000002</c:v>
                </c:pt>
                <c:pt idx="4875">
                  <c:v>79.588999999999999</c:v>
                </c:pt>
                <c:pt idx="4876">
                  <c:v>79.247</c:v>
                </c:pt>
                <c:pt idx="4877">
                  <c:v>79.844999999999999</c:v>
                </c:pt>
                <c:pt idx="4878">
                  <c:v>80.146000000000001</c:v>
                </c:pt>
                <c:pt idx="4879">
                  <c:v>78.965999999999994</c:v>
                </c:pt>
                <c:pt idx="4880">
                  <c:v>78.909000000000006</c:v>
                </c:pt>
                <c:pt idx="4881">
                  <c:v>79.067999999999998</c:v>
                </c:pt>
                <c:pt idx="4882">
                  <c:v>78.094999999999999</c:v>
                </c:pt>
                <c:pt idx="4883">
                  <c:v>78.019000000000005</c:v>
                </c:pt>
                <c:pt idx="4884">
                  <c:v>77.680000000000007</c:v>
                </c:pt>
                <c:pt idx="4885">
                  <c:v>76.150999999999996</c:v>
                </c:pt>
                <c:pt idx="4886">
                  <c:v>76.468000000000004</c:v>
                </c:pt>
                <c:pt idx="4887">
                  <c:v>76.787999999999997</c:v>
                </c:pt>
                <c:pt idx="4888">
                  <c:v>76.994</c:v>
                </c:pt>
                <c:pt idx="4889">
                  <c:v>76.953000000000003</c:v>
                </c:pt>
                <c:pt idx="4890">
                  <c:v>77.471000000000004</c:v>
                </c:pt>
                <c:pt idx="4891">
                  <c:v>79.447999999999993</c:v>
                </c:pt>
                <c:pt idx="4892">
                  <c:v>79.462999999999994</c:v>
                </c:pt>
                <c:pt idx="4893">
                  <c:v>80.438999999999993</c:v>
                </c:pt>
                <c:pt idx="4894">
                  <c:v>80.313000000000002</c:v>
                </c:pt>
                <c:pt idx="4895">
                  <c:v>81.674999999999997</c:v>
                </c:pt>
                <c:pt idx="4896">
                  <c:v>80.972999999999999</c:v>
                </c:pt>
                <c:pt idx="4897">
                  <c:v>80.912999999999997</c:v>
                </c:pt>
                <c:pt idx="4898">
                  <c:v>81.162999999999997</c:v>
                </c:pt>
                <c:pt idx="4899">
                  <c:v>82.997</c:v>
                </c:pt>
                <c:pt idx="4900">
                  <c:v>81.876000000000005</c:v>
                </c:pt>
                <c:pt idx="4901">
                  <c:v>81.363</c:v>
                </c:pt>
                <c:pt idx="4902">
                  <c:v>82.05</c:v>
                </c:pt>
                <c:pt idx="4903">
                  <c:v>82.454999999999998</c:v>
                </c:pt>
                <c:pt idx="4904">
                  <c:v>82.412999999999997</c:v>
                </c:pt>
                <c:pt idx="4905">
                  <c:v>83.1</c:v>
                </c:pt>
                <c:pt idx="4906">
                  <c:v>83.99</c:v>
                </c:pt>
                <c:pt idx="4907">
                  <c:v>85.37</c:v>
                </c:pt>
                <c:pt idx="4908">
                  <c:v>85.36</c:v>
                </c:pt>
                <c:pt idx="4909">
                  <c:v>86.44</c:v>
                </c:pt>
                <c:pt idx="4910">
                  <c:v>86.933999999999997</c:v>
                </c:pt>
                <c:pt idx="4911">
                  <c:v>87.028000000000006</c:v>
                </c:pt>
                <c:pt idx="4912">
                  <c:v>85.070999999999998</c:v>
                </c:pt>
                <c:pt idx="4913">
                  <c:v>84.555999999999997</c:v>
                </c:pt>
                <c:pt idx="4914">
                  <c:v>85.632999999999996</c:v>
                </c:pt>
                <c:pt idx="4915">
                  <c:v>86.353999999999999</c:v>
                </c:pt>
                <c:pt idx="4916">
                  <c:v>84.784000000000006</c:v>
                </c:pt>
                <c:pt idx="4917">
                  <c:v>84.605999999999995</c:v>
                </c:pt>
                <c:pt idx="4918">
                  <c:v>85.893000000000001</c:v>
                </c:pt>
                <c:pt idx="4919">
                  <c:v>85.906999999999996</c:v>
                </c:pt>
                <c:pt idx="4920">
                  <c:v>85.912000000000006</c:v>
                </c:pt>
                <c:pt idx="4921">
                  <c:v>87.075000000000003</c:v>
                </c:pt>
                <c:pt idx="4922">
                  <c:v>87.47</c:v>
                </c:pt>
                <c:pt idx="4923">
                  <c:v>86.938000000000002</c:v>
                </c:pt>
                <c:pt idx="4924">
                  <c:v>86.364999999999995</c:v>
                </c:pt>
                <c:pt idx="4925">
                  <c:v>86.807000000000002</c:v>
                </c:pt>
                <c:pt idx="4926">
                  <c:v>87.372</c:v>
                </c:pt>
                <c:pt idx="4927">
                  <c:v>87.311999999999998</c:v>
                </c:pt>
                <c:pt idx="4928">
                  <c:v>87.968999999999994</c:v>
                </c:pt>
                <c:pt idx="4929">
                  <c:v>88.191000000000003</c:v>
                </c:pt>
                <c:pt idx="4930">
                  <c:v>86.081000000000003</c:v>
                </c:pt>
                <c:pt idx="4931">
                  <c:v>85</c:v>
                </c:pt>
                <c:pt idx="4932">
                  <c:v>85.667000000000002</c:v>
                </c:pt>
                <c:pt idx="4933">
                  <c:v>85.566999999999993</c:v>
                </c:pt>
                <c:pt idx="4934">
                  <c:v>86.516999999999996</c:v>
                </c:pt>
                <c:pt idx="4935">
                  <c:v>86.724000000000004</c:v>
                </c:pt>
                <c:pt idx="4936">
                  <c:v>86.701999999999998</c:v>
                </c:pt>
                <c:pt idx="4937">
                  <c:v>87.03</c:v>
                </c:pt>
                <c:pt idx="4938">
                  <c:v>86.444000000000003</c:v>
                </c:pt>
                <c:pt idx="4939">
                  <c:v>87.120999999999995</c:v>
                </c:pt>
                <c:pt idx="4940">
                  <c:v>85.56</c:v>
                </c:pt>
                <c:pt idx="4941">
                  <c:v>85.837000000000003</c:v>
                </c:pt>
                <c:pt idx="4942">
                  <c:v>85.483999999999995</c:v>
                </c:pt>
                <c:pt idx="4943">
                  <c:v>83.834000000000003</c:v>
                </c:pt>
                <c:pt idx="4944">
                  <c:v>83.644000000000005</c:v>
                </c:pt>
                <c:pt idx="4945">
                  <c:v>82.27</c:v>
                </c:pt>
                <c:pt idx="4946">
                  <c:v>80.683000000000007</c:v>
                </c:pt>
                <c:pt idx="4947">
                  <c:v>78.908000000000001</c:v>
                </c:pt>
                <c:pt idx="4948">
                  <c:v>79.466999999999999</c:v>
                </c:pt>
                <c:pt idx="4949">
                  <c:v>81.298000000000002</c:v>
                </c:pt>
                <c:pt idx="4950">
                  <c:v>81.093000000000004</c:v>
                </c:pt>
                <c:pt idx="4951">
                  <c:v>81.241</c:v>
                </c:pt>
                <c:pt idx="4952">
                  <c:v>81.213999999999999</c:v>
                </c:pt>
                <c:pt idx="4953">
                  <c:v>81.213999999999999</c:v>
                </c:pt>
                <c:pt idx="4954">
                  <c:v>80.891999999999996</c:v>
                </c:pt>
                <c:pt idx="4955">
                  <c:v>80.685000000000002</c:v>
                </c:pt>
                <c:pt idx="4956">
                  <c:v>80.899000000000001</c:v>
                </c:pt>
                <c:pt idx="4957">
                  <c:v>81.308000000000007</c:v>
                </c:pt>
                <c:pt idx="4958">
                  <c:v>81.308000000000007</c:v>
                </c:pt>
                <c:pt idx="4959">
                  <c:v>81.838999999999999</c:v>
                </c:pt>
                <c:pt idx="4960">
                  <c:v>82.637</c:v>
                </c:pt>
                <c:pt idx="4961">
                  <c:v>82.85</c:v>
                </c:pt>
                <c:pt idx="4962">
                  <c:v>82.275000000000006</c:v>
                </c:pt>
                <c:pt idx="4963">
                  <c:v>81.536000000000001</c:v>
                </c:pt>
                <c:pt idx="4964">
                  <c:v>82.662999999999997</c:v>
                </c:pt>
                <c:pt idx="4965">
                  <c:v>83.019000000000005</c:v>
                </c:pt>
                <c:pt idx="4966">
                  <c:v>84.265000000000001</c:v>
                </c:pt>
                <c:pt idx="4967">
                  <c:v>84.418999999999997</c:v>
                </c:pt>
                <c:pt idx="4968">
                  <c:v>84.44</c:v>
                </c:pt>
                <c:pt idx="4969">
                  <c:v>84.212000000000003</c:v>
                </c:pt>
                <c:pt idx="4970">
                  <c:v>84.721999999999994</c:v>
                </c:pt>
                <c:pt idx="4971">
                  <c:v>86.215999999999994</c:v>
                </c:pt>
                <c:pt idx="4972">
                  <c:v>85.816999999999993</c:v>
                </c:pt>
                <c:pt idx="4973">
                  <c:v>85.52</c:v>
                </c:pt>
                <c:pt idx="4974">
                  <c:v>85.608000000000004</c:v>
                </c:pt>
                <c:pt idx="4975">
                  <c:v>84.727000000000004</c:v>
                </c:pt>
                <c:pt idx="4976">
                  <c:v>84.426000000000002</c:v>
                </c:pt>
                <c:pt idx="4977">
                  <c:v>84.671999999999997</c:v>
                </c:pt>
                <c:pt idx="4978">
                  <c:v>85.277000000000001</c:v>
                </c:pt>
                <c:pt idx="4979">
                  <c:v>85.998999999999995</c:v>
                </c:pt>
                <c:pt idx="4980">
                  <c:v>86.072999999999993</c:v>
                </c:pt>
                <c:pt idx="4981">
                  <c:v>85.05</c:v>
                </c:pt>
                <c:pt idx="4982">
                  <c:v>85.701999999999998</c:v>
                </c:pt>
                <c:pt idx="4983">
                  <c:v>86.057000000000002</c:v>
                </c:pt>
                <c:pt idx="4984">
                  <c:v>85.346000000000004</c:v>
                </c:pt>
                <c:pt idx="4985">
                  <c:v>84.792000000000002</c:v>
                </c:pt>
                <c:pt idx="4986">
                  <c:v>85.807000000000002</c:v>
                </c:pt>
                <c:pt idx="4987">
                  <c:v>85.775999999999996</c:v>
                </c:pt>
                <c:pt idx="4988">
                  <c:v>86.546999999999997</c:v>
                </c:pt>
                <c:pt idx="4989">
                  <c:v>86.040999999999997</c:v>
                </c:pt>
                <c:pt idx="4990">
                  <c:v>86.66</c:v>
                </c:pt>
                <c:pt idx="4991">
                  <c:v>87.581000000000003</c:v>
                </c:pt>
                <c:pt idx="4992">
                  <c:v>88.007000000000005</c:v>
                </c:pt>
                <c:pt idx="4993">
                  <c:v>87.438999999999993</c:v>
                </c:pt>
                <c:pt idx="4994">
                  <c:v>86.488</c:v>
                </c:pt>
                <c:pt idx="4995">
                  <c:v>87.24</c:v>
                </c:pt>
                <c:pt idx="4996">
                  <c:v>86.894999999999996</c:v>
                </c:pt>
                <c:pt idx="4997">
                  <c:v>87.906000000000006</c:v>
                </c:pt>
                <c:pt idx="4998">
                  <c:v>87.727000000000004</c:v>
                </c:pt>
                <c:pt idx="4999">
                  <c:v>88.007999999999996</c:v>
                </c:pt>
                <c:pt idx="5000">
                  <c:v>88.94</c:v>
                </c:pt>
                <c:pt idx="5001">
                  <c:v>88.91</c:v>
                </c:pt>
                <c:pt idx="5002">
                  <c:v>88.576999999999998</c:v>
                </c:pt>
                <c:pt idx="5003">
                  <c:v>89.105000000000004</c:v>
                </c:pt>
                <c:pt idx="5004">
                  <c:v>88.512</c:v>
                </c:pt>
                <c:pt idx="5005">
                  <c:v>89.009</c:v>
                </c:pt>
                <c:pt idx="5006">
                  <c:v>88.927000000000007</c:v>
                </c:pt>
                <c:pt idx="5007">
                  <c:v>87.867999999999995</c:v>
                </c:pt>
                <c:pt idx="5008">
                  <c:v>87.66</c:v>
                </c:pt>
                <c:pt idx="5009">
                  <c:v>87.427999999999997</c:v>
                </c:pt>
                <c:pt idx="5010">
                  <c:v>86.945999999999998</c:v>
                </c:pt>
                <c:pt idx="5011">
                  <c:v>86.933000000000007</c:v>
                </c:pt>
                <c:pt idx="5012">
                  <c:v>84.594999999999999</c:v>
                </c:pt>
                <c:pt idx="5013">
                  <c:v>83.129000000000005</c:v>
                </c:pt>
                <c:pt idx="5014">
                  <c:v>83.840999999999994</c:v>
                </c:pt>
                <c:pt idx="5015">
                  <c:v>83.426000000000002</c:v>
                </c:pt>
                <c:pt idx="5016">
                  <c:v>83.858000000000004</c:v>
                </c:pt>
                <c:pt idx="5017">
                  <c:v>83.808000000000007</c:v>
                </c:pt>
                <c:pt idx="5018">
                  <c:v>84.165000000000006</c:v>
                </c:pt>
                <c:pt idx="5019">
                  <c:v>85.111000000000004</c:v>
                </c:pt>
                <c:pt idx="5020">
                  <c:v>85.869</c:v>
                </c:pt>
                <c:pt idx="5021">
                  <c:v>85.43</c:v>
                </c:pt>
                <c:pt idx="5022">
                  <c:v>85.503</c:v>
                </c:pt>
                <c:pt idx="5023">
                  <c:v>84.445999999999998</c:v>
                </c:pt>
                <c:pt idx="5024">
                  <c:v>84.165000000000006</c:v>
                </c:pt>
                <c:pt idx="5025">
                  <c:v>84.570999999999998</c:v>
                </c:pt>
                <c:pt idx="5026">
                  <c:v>85.287999999999997</c:v>
                </c:pt>
                <c:pt idx="5027">
                  <c:v>85.361000000000004</c:v>
                </c:pt>
                <c:pt idx="5028">
                  <c:v>85.786000000000001</c:v>
                </c:pt>
                <c:pt idx="5029">
                  <c:v>85.786000000000001</c:v>
                </c:pt>
                <c:pt idx="5030">
                  <c:v>84.635000000000005</c:v>
                </c:pt>
                <c:pt idx="5031">
                  <c:v>84.641999999999996</c:v>
                </c:pt>
                <c:pt idx="5032">
                  <c:v>85.081000000000003</c:v>
                </c:pt>
                <c:pt idx="5033">
                  <c:v>85.227000000000004</c:v>
                </c:pt>
                <c:pt idx="5034">
                  <c:v>85.980999999999995</c:v>
                </c:pt>
                <c:pt idx="5035">
                  <c:v>86.637</c:v>
                </c:pt>
                <c:pt idx="5036">
                  <c:v>86.578999999999994</c:v>
                </c:pt>
                <c:pt idx="5037">
                  <c:v>86.191000000000003</c:v>
                </c:pt>
                <c:pt idx="5038">
                  <c:v>85.516999999999996</c:v>
                </c:pt>
                <c:pt idx="5039">
                  <c:v>84.713999999999999</c:v>
                </c:pt>
                <c:pt idx="5040">
                  <c:v>85.695999999999998</c:v>
                </c:pt>
                <c:pt idx="5041">
                  <c:v>85.158000000000001</c:v>
                </c:pt>
                <c:pt idx="5042">
                  <c:v>84.474000000000004</c:v>
                </c:pt>
                <c:pt idx="5043">
                  <c:v>84.614000000000004</c:v>
                </c:pt>
                <c:pt idx="5044">
                  <c:v>84.546000000000006</c:v>
                </c:pt>
                <c:pt idx="5045">
                  <c:v>83.97</c:v>
                </c:pt>
                <c:pt idx="5046">
                  <c:v>84.156999999999996</c:v>
                </c:pt>
                <c:pt idx="5047">
                  <c:v>83.802999999999997</c:v>
                </c:pt>
                <c:pt idx="5048">
                  <c:v>83.941000000000003</c:v>
                </c:pt>
                <c:pt idx="5049">
                  <c:v>82.528999999999996</c:v>
                </c:pt>
                <c:pt idx="5050">
                  <c:v>82.677999999999997</c:v>
                </c:pt>
                <c:pt idx="5051">
                  <c:v>82.305999999999997</c:v>
                </c:pt>
                <c:pt idx="5052">
                  <c:v>82.498999999999995</c:v>
                </c:pt>
                <c:pt idx="5053">
                  <c:v>82.278999999999996</c:v>
                </c:pt>
                <c:pt idx="5054">
                  <c:v>83.024000000000001</c:v>
                </c:pt>
                <c:pt idx="5055">
                  <c:v>82.667000000000002</c:v>
                </c:pt>
                <c:pt idx="5056">
                  <c:v>81.977999999999994</c:v>
                </c:pt>
                <c:pt idx="5057">
                  <c:v>80.984999999999999</c:v>
                </c:pt>
                <c:pt idx="5058">
                  <c:v>80.558000000000007</c:v>
                </c:pt>
                <c:pt idx="5059">
                  <c:v>79.957999999999998</c:v>
                </c:pt>
                <c:pt idx="5060">
                  <c:v>80.024000000000001</c:v>
                </c:pt>
                <c:pt idx="5061">
                  <c:v>80.131</c:v>
                </c:pt>
                <c:pt idx="5062">
                  <c:v>80.331999999999994</c:v>
                </c:pt>
                <c:pt idx="5063">
                  <c:v>80.433000000000007</c:v>
                </c:pt>
                <c:pt idx="5064">
                  <c:v>79.347999999999999</c:v>
                </c:pt>
                <c:pt idx="5065">
                  <c:v>79.171000000000006</c:v>
                </c:pt>
                <c:pt idx="5066">
                  <c:v>78.403999999999996</c:v>
                </c:pt>
                <c:pt idx="5067">
                  <c:v>79.5</c:v>
                </c:pt>
                <c:pt idx="5068">
                  <c:v>79.414000000000001</c:v>
                </c:pt>
                <c:pt idx="5069">
                  <c:v>80.67</c:v>
                </c:pt>
                <c:pt idx="5070">
                  <c:v>80.909000000000006</c:v>
                </c:pt>
                <c:pt idx="5071">
                  <c:v>79.787000000000006</c:v>
                </c:pt>
                <c:pt idx="5072">
                  <c:v>80.328999999999994</c:v>
                </c:pt>
                <c:pt idx="5073">
                  <c:v>79.41</c:v>
                </c:pt>
                <c:pt idx="5074">
                  <c:v>80.141999999999996</c:v>
                </c:pt>
                <c:pt idx="5075">
                  <c:v>81.14</c:v>
                </c:pt>
                <c:pt idx="5076">
                  <c:v>80.709000000000003</c:v>
                </c:pt>
                <c:pt idx="5077">
                  <c:v>80.168999999999997</c:v>
                </c:pt>
                <c:pt idx="5078">
                  <c:v>80.608999999999995</c:v>
                </c:pt>
                <c:pt idx="5079">
                  <c:v>80.263999999999996</c:v>
                </c:pt>
                <c:pt idx="5080">
                  <c:v>80.783000000000001</c:v>
                </c:pt>
                <c:pt idx="5081">
                  <c:v>79.840999999999994</c:v>
                </c:pt>
                <c:pt idx="5082">
                  <c:v>80.555999999999997</c:v>
                </c:pt>
                <c:pt idx="5083">
                  <c:v>80.403000000000006</c:v>
                </c:pt>
                <c:pt idx="5084">
                  <c:v>79.878</c:v>
                </c:pt>
                <c:pt idx="5085">
                  <c:v>79.834999999999994</c:v>
                </c:pt>
                <c:pt idx="5086">
                  <c:v>80.132999999999996</c:v>
                </c:pt>
                <c:pt idx="5087">
                  <c:v>79.634</c:v>
                </c:pt>
                <c:pt idx="5088">
                  <c:v>80.150999999999996</c:v>
                </c:pt>
                <c:pt idx="5089">
                  <c:v>80.382000000000005</c:v>
                </c:pt>
                <c:pt idx="5090">
                  <c:v>80.453999999999994</c:v>
                </c:pt>
                <c:pt idx="5091">
                  <c:v>80.620999999999995</c:v>
                </c:pt>
                <c:pt idx="5092">
                  <c:v>80.766000000000005</c:v>
                </c:pt>
                <c:pt idx="5093">
                  <c:v>79.864000000000004</c:v>
                </c:pt>
                <c:pt idx="5094">
                  <c:v>80.233000000000004</c:v>
                </c:pt>
                <c:pt idx="5095">
                  <c:v>80.126000000000005</c:v>
                </c:pt>
                <c:pt idx="5096">
                  <c:v>80.183999999999997</c:v>
                </c:pt>
                <c:pt idx="5097">
                  <c:v>79.316000000000003</c:v>
                </c:pt>
                <c:pt idx="5098">
                  <c:v>79.215999999999994</c:v>
                </c:pt>
                <c:pt idx="5099">
                  <c:v>79.346999999999994</c:v>
                </c:pt>
                <c:pt idx="5100">
                  <c:v>78.906999999999996</c:v>
                </c:pt>
                <c:pt idx="5101">
                  <c:v>78.927000000000007</c:v>
                </c:pt>
                <c:pt idx="5102">
                  <c:v>78.706000000000003</c:v>
                </c:pt>
                <c:pt idx="5103">
                  <c:v>78.802999999999997</c:v>
                </c:pt>
                <c:pt idx="5104">
                  <c:v>78.748999999999995</c:v>
                </c:pt>
                <c:pt idx="5105">
                  <c:v>78.626000000000005</c:v>
                </c:pt>
                <c:pt idx="5106">
                  <c:v>78.849999999999994</c:v>
                </c:pt>
                <c:pt idx="5107">
                  <c:v>79.63</c:v>
                </c:pt>
                <c:pt idx="5108">
                  <c:v>79.284999999999997</c:v>
                </c:pt>
                <c:pt idx="5109">
                  <c:v>78.346999999999994</c:v>
                </c:pt>
                <c:pt idx="5110">
                  <c:v>77.638999999999996</c:v>
                </c:pt>
                <c:pt idx="5111">
                  <c:v>77.765000000000001</c:v>
                </c:pt>
                <c:pt idx="5112">
                  <c:v>77.516999999999996</c:v>
                </c:pt>
                <c:pt idx="5113">
                  <c:v>78.064999999999998</c:v>
                </c:pt>
                <c:pt idx="5114">
                  <c:v>78.974999999999994</c:v>
                </c:pt>
                <c:pt idx="5115">
                  <c:v>79.256</c:v>
                </c:pt>
                <c:pt idx="5116">
                  <c:v>79.176000000000002</c:v>
                </c:pt>
                <c:pt idx="5117">
                  <c:v>78.790000000000006</c:v>
                </c:pt>
                <c:pt idx="5118">
                  <c:v>78.489000000000004</c:v>
                </c:pt>
                <c:pt idx="5119">
                  <c:v>78.885000000000005</c:v>
                </c:pt>
                <c:pt idx="5120">
                  <c:v>79.292000000000002</c:v>
                </c:pt>
                <c:pt idx="5121">
                  <c:v>78.936999999999998</c:v>
                </c:pt>
                <c:pt idx="5122">
                  <c:v>78.468999999999994</c:v>
                </c:pt>
                <c:pt idx="5123">
                  <c:v>78.384</c:v>
                </c:pt>
                <c:pt idx="5124">
                  <c:v>78.043999999999997</c:v>
                </c:pt>
                <c:pt idx="5125">
                  <c:v>78.271000000000001</c:v>
                </c:pt>
                <c:pt idx="5126">
                  <c:v>78.242999999999995</c:v>
                </c:pt>
                <c:pt idx="5127">
                  <c:v>78.661000000000001</c:v>
                </c:pt>
                <c:pt idx="5128">
                  <c:v>78.009</c:v>
                </c:pt>
                <c:pt idx="5129">
                  <c:v>78.366</c:v>
                </c:pt>
                <c:pt idx="5130">
                  <c:v>78.171999999999997</c:v>
                </c:pt>
                <c:pt idx="5131">
                  <c:v>78.760000000000005</c:v>
                </c:pt>
                <c:pt idx="5132">
                  <c:v>78.376000000000005</c:v>
                </c:pt>
                <c:pt idx="5133">
                  <c:v>78.465000000000003</c:v>
                </c:pt>
                <c:pt idx="5134">
                  <c:v>78.135999999999996</c:v>
                </c:pt>
                <c:pt idx="5135">
                  <c:v>78.012</c:v>
                </c:pt>
                <c:pt idx="5136">
                  <c:v>77.322999999999993</c:v>
                </c:pt>
                <c:pt idx="5137">
                  <c:v>77.09</c:v>
                </c:pt>
                <c:pt idx="5138">
                  <c:v>76.816999999999993</c:v>
                </c:pt>
                <c:pt idx="5139">
                  <c:v>76.608000000000004</c:v>
                </c:pt>
                <c:pt idx="5140">
                  <c:v>76.694999999999993</c:v>
                </c:pt>
                <c:pt idx="5141">
                  <c:v>76.543999999999997</c:v>
                </c:pt>
                <c:pt idx="5142">
                  <c:v>76.236000000000004</c:v>
                </c:pt>
                <c:pt idx="5143">
                  <c:v>76.188000000000002</c:v>
                </c:pt>
                <c:pt idx="5144">
                  <c:v>76.424999999999997</c:v>
                </c:pt>
                <c:pt idx="5145">
                  <c:v>76.775999999999996</c:v>
                </c:pt>
                <c:pt idx="5146">
                  <c:v>76.117999999999995</c:v>
                </c:pt>
                <c:pt idx="5147">
                  <c:v>76.046999999999997</c:v>
                </c:pt>
                <c:pt idx="5148">
                  <c:v>76.900000000000006</c:v>
                </c:pt>
                <c:pt idx="5149">
                  <c:v>76.811999999999998</c:v>
                </c:pt>
                <c:pt idx="5150">
                  <c:v>77.051000000000002</c:v>
                </c:pt>
                <c:pt idx="5151">
                  <c:v>77.123999999999995</c:v>
                </c:pt>
                <c:pt idx="5152">
                  <c:v>76.653000000000006</c:v>
                </c:pt>
                <c:pt idx="5153">
                  <c:v>77.188000000000002</c:v>
                </c:pt>
                <c:pt idx="5154">
                  <c:v>77.003</c:v>
                </c:pt>
                <c:pt idx="5155">
                  <c:v>76.641999999999996</c:v>
                </c:pt>
                <c:pt idx="5156">
                  <c:v>76.334999999999994</c:v>
                </c:pt>
                <c:pt idx="5157">
                  <c:v>76.494</c:v>
                </c:pt>
                <c:pt idx="5158">
                  <c:v>75.965999999999994</c:v>
                </c:pt>
                <c:pt idx="5159">
                  <c:v>76.430999999999997</c:v>
                </c:pt>
                <c:pt idx="5160">
                  <c:v>76.126000000000005</c:v>
                </c:pt>
                <c:pt idx="5161">
                  <c:v>75.975999999999999</c:v>
                </c:pt>
                <c:pt idx="5162">
                  <c:v>75.551000000000002</c:v>
                </c:pt>
                <c:pt idx="5163">
                  <c:v>75.480999999999995</c:v>
                </c:pt>
                <c:pt idx="5164">
                  <c:v>75.596999999999994</c:v>
                </c:pt>
                <c:pt idx="5165">
                  <c:v>75.510000000000005</c:v>
                </c:pt>
                <c:pt idx="5166">
                  <c:v>75.564999999999998</c:v>
                </c:pt>
                <c:pt idx="5167">
                  <c:v>74.971999999999994</c:v>
                </c:pt>
                <c:pt idx="5168">
                  <c:v>75.093999999999994</c:v>
                </c:pt>
                <c:pt idx="5169">
                  <c:v>75.468000000000004</c:v>
                </c:pt>
                <c:pt idx="5170">
                  <c:v>76.061000000000007</c:v>
                </c:pt>
                <c:pt idx="5171">
                  <c:v>76.135000000000005</c:v>
                </c:pt>
                <c:pt idx="5172">
                  <c:v>76.424999999999997</c:v>
                </c:pt>
                <c:pt idx="5173">
                  <c:v>75.917000000000002</c:v>
                </c:pt>
                <c:pt idx="5174">
                  <c:v>76.3</c:v>
                </c:pt>
                <c:pt idx="5175">
                  <c:v>76.290000000000006</c:v>
                </c:pt>
                <c:pt idx="5176">
                  <c:v>76.385999999999996</c:v>
                </c:pt>
                <c:pt idx="5177">
                  <c:v>75.643000000000001</c:v>
                </c:pt>
                <c:pt idx="5178">
                  <c:v>75.741</c:v>
                </c:pt>
                <c:pt idx="5179">
                  <c:v>75.819000000000003</c:v>
                </c:pt>
                <c:pt idx="5180">
                  <c:v>75.025999999999996</c:v>
                </c:pt>
                <c:pt idx="5181">
                  <c:v>75.021000000000001</c:v>
                </c:pt>
                <c:pt idx="5182">
                  <c:v>75.162000000000006</c:v>
                </c:pt>
                <c:pt idx="5183">
                  <c:v>75.596000000000004</c:v>
                </c:pt>
                <c:pt idx="5184">
                  <c:v>75.334000000000003</c:v>
                </c:pt>
                <c:pt idx="5185">
                  <c:v>74.894000000000005</c:v>
                </c:pt>
                <c:pt idx="5186">
                  <c:v>75.369</c:v>
                </c:pt>
                <c:pt idx="5187">
                  <c:v>75.185000000000002</c:v>
                </c:pt>
                <c:pt idx="5188">
                  <c:v>75.293000000000006</c:v>
                </c:pt>
                <c:pt idx="5189">
                  <c:v>75.656000000000006</c:v>
                </c:pt>
                <c:pt idx="5190">
                  <c:v>75.084999999999994</c:v>
                </c:pt>
                <c:pt idx="5191">
                  <c:v>75.067999999999998</c:v>
                </c:pt>
                <c:pt idx="5192">
                  <c:v>74.269000000000005</c:v>
                </c:pt>
                <c:pt idx="5193">
                  <c:v>74.825999999999993</c:v>
                </c:pt>
                <c:pt idx="5194">
                  <c:v>74.995999999999995</c:v>
                </c:pt>
                <c:pt idx="5195">
                  <c:v>74.879000000000005</c:v>
                </c:pt>
                <c:pt idx="5196">
                  <c:v>74.364999999999995</c:v>
                </c:pt>
                <c:pt idx="5197">
                  <c:v>74.668999999999997</c:v>
                </c:pt>
                <c:pt idx="5198">
                  <c:v>74.631</c:v>
                </c:pt>
                <c:pt idx="5199">
                  <c:v>75.911000000000001</c:v>
                </c:pt>
                <c:pt idx="5200">
                  <c:v>75.766999999999996</c:v>
                </c:pt>
                <c:pt idx="5201">
                  <c:v>76.31</c:v>
                </c:pt>
                <c:pt idx="5202">
                  <c:v>76.037999999999997</c:v>
                </c:pt>
                <c:pt idx="5203">
                  <c:v>76.045000000000002</c:v>
                </c:pt>
                <c:pt idx="5204">
                  <c:v>76.572999999999993</c:v>
                </c:pt>
                <c:pt idx="5205">
                  <c:v>76.352000000000004</c:v>
                </c:pt>
                <c:pt idx="5206">
                  <c:v>76.960999999999999</c:v>
                </c:pt>
                <c:pt idx="5207">
                  <c:v>76.995000000000005</c:v>
                </c:pt>
                <c:pt idx="5208">
                  <c:v>77.694000000000003</c:v>
                </c:pt>
                <c:pt idx="5209">
                  <c:v>77.820999999999998</c:v>
                </c:pt>
                <c:pt idx="5210">
                  <c:v>78.037000000000006</c:v>
                </c:pt>
                <c:pt idx="5211">
                  <c:v>78.25</c:v>
                </c:pt>
                <c:pt idx="5212">
                  <c:v>77.897000000000006</c:v>
                </c:pt>
                <c:pt idx="5213">
                  <c:v>77.733999999999995</c:v>
                </c:pt>
                <c:pt idx="5214">
                  <c:v>77.733999999999995</c:v>
                </c:pt>
                <c:pt idx="5215">
                  <c:v>77.632999999999996</c:v>
                </c:pt>
                <c:pt idx="5216">
                  <c:v>77.831000000000003</c:v>
                </c:pt>
                <c:pt idx="5217">
                  <c:v>77.914000000000001</c:v>
                </c:pt>
                <c:pt idx="5218">
                  <c:v>77.86</c:v>
                </c:pt>
                <c:pt idx="5219">
                  <c:v>77.86</c:v>
                </c:pt>
                <c:pt idx="5220">
                  <c:v>77.525000000000006</c:v>
                </c:pt>
                <c:pt idx="5221">
                  <c:v>77.619</c:v>
                </c:pt>
                <c:pt idx="5222">
                  <c:v>77.492999999999995</c:v>
                </c:pt>
                <c:pt idx="5223">
                  <c:v>77.912999999999997</c:v>
                </c:pt>
                <c:pt idx="5224">
                  <c:v>77.471000000000004</c:v>
                </c:pt>
                <c:pt idx="5225">
                  <c:v>77.004999999999995</c:v>
                </c:pt>
                <c:pt idx="5226">
                  <c:v>76.953999999999994</c:v>
                </c:pt>
                <c:pt idx="5227">
                  <c:v>76.846000000000004</c:v>
                </c:pt>
                <c:pt idx="5228">
                  <c:v>76.731999999999999</c:v>
                </c:pt>
                <c:pt idx="5229">
                  <c:v>77.322999999999993</c:v>
                </c:pt>
                <c:pt idx="5230">
                  <c:v>77.063999999999993</c:v>
                </c:pt>
                <c:pt idx="5231">
                  <c:v>77.5</c:v>
                </c:pt>
                <c:pt idx="5232">
                  <c:v>78.337999999999994</c:v>
                </c:pt>
                <c:pt idx="5233">
                  <c:v>78.319999999999993</c:v>
                </c:pt>
                <c:pt idx="5234">
                  <c:v>78.277000000000001</c:v>
                </c:pt>
                <c:pt idx="5235">
                  <c:v>78.19</c:v>
                </c:pt>
                <c:pt idx="5236">
                  <c:v>78.432000000000002</c:v>
                </c:pt>
                <c:pt idx="5237">
                  <c:v>78.674999999999997</c:v>
                </c:pt>
                <c:pt idx="5238">
                  <c:v>78.903999999999996</c:v>
                </c:pt>
                <c:pt idx="5239">
                  <c:v>79.462000000000003</c:v>
                </c:pt>
                <c:pt idx="5240">
                  <c:v>79.242000000000004</c:v>
                </c:pt>
                <c:pt idx="5241">
                  <c:v>79.013999999999996</c:v>
                </c:pt>
                <c:pt idx="5242">
                  <c:v>79.372</c:v>
                </c:pt>
                <c:pt idx="5243">
                  <c:v>79.915999999999997</c:v>
                </c:pt>
                <c:pt idx="5244">
                  <c:v>80.441000000000003</c:v>
                </c:pt>
                <c:pt idx="5245">
                  <c:v>80.302000000000007</c:v>
                </c:pt>
                <c:pt idx="5246">
                  <c:v>79.863</c:v>
                </c:pt>
                <c:pt idx="5247">
                  <c:v>80.028000000000006</c:v>
                </c:pt>
                <c:pt idx="5248">
                  <c:v>79.994</c:v>
                </c:pt>
                <c:pt idx="5249">
                  <c:v>80.218000000000004</c:v>
                </c:pt>
                <c:pt idx="5250">
                  <c:v>80.331999999999994</c:v>
                </c:pt>
                <c:pt idx="5251">
                  <c:v>79.7</c:v>
                </c:pt>
                <c:pt idx="5252">
                  <c:v>80.376000000000005</c:v>
                </c:pt>
                <c:pt idx="5253">
                  <c:v>80.397999999999996</c:v>
                </c:pt>
                <c:pt idx="5254">
                  <c:v>80.643000000000001</c:v>
                </c:pt>
                <c:pt idx="5255">
                  <c:v>80.507000000000005</c:v>
                </c:pt>
                <c:pt idx="5256">
                  <c:v>80.849999999999994</c:v>
                </c:pt>
                <c:pt idx="5257">
                  <c:v>80.849000000000004</c:v>
                </c:pt>
                <c:pt idx="5258">
                  <c:v>80.787000000000006</c:v>
                </c:pt>
                <c:pt idx="5259">
                  <c:v>80.361999999999995</c:v>
                </c:pt>
                <c:pt idx="5260">
                  <c:v>80.658000000000001</c:v>
                </c:pt>
                <c:pt idx="5261">
                  <c:v>80.521000000000001</c:v>
                </c:pt>
                <c:pt idx="5262">
                  <c:v>79.977000000000004</c:v>
                </c:pt>
                <c:pt idx="5263">
                  <c:v>80.561000000000007</c:v>
                </c:pt>
                <c:pt idx="5264">
                  <c:v>80.432000000000002</c:v>
                </c:pt>
                <c:pt idx="5265">
                  <c:v>80.432000000000002</c:v>
                </c:pt>
                <c:pt idx="5266">
                  <c:v>80.591999999999999</c:v>
                </c:pt>
                <c:pt idx="5267">
                  <c:v>80.444999999999993</c:v>
                </c:pt>
                <c:pt idx="5268">
                  <c:v>80.322999999999993</c:v>
                </c:pt>
                <c:pt idx="5269">
                  <c:v>79.832999999999998</c:v>
                </c:pt>
                <c:pt idx="5270">
                  <c:v>80.251000000000005</c:v>
                </c:pt>
                <c:pt idx="5271">
                  <c:v>79.753</c:v>
                </c:pt>
                <c:pt idx="5272">
                  <c:v>79.638000000000005</c:v>
                </c:pt>
                <c:pt idx="5273">
                  <c:v>80.224999999999994</c:v>
                </c:pt>
                <c:pt idx="5274">
                  <c:v>80.724000000000004</c:v>
                </c:pt>
                <c:pt idx="5275">
                  <c:v>80.650999999999996</c:v>
                </c:pt>
                <c:pt idx="5276">
                  <c:v>80.896000000000001</c:v>
                </c:pt>
                <c:pt idx="5277">
                  <c:v>81.837999999999994</c:v>
                </c:pt>
                <c:pt idx="5278">
                  <c:v>82.12</c:v>
                </c:pt>
                <c:pt idx="5279">
                  <c:v>81.676000000000002</c:v>
                </c:pt>
                <c:pt idx="5280">
                  <c:v>81.358000000000004</c:v>
                </c:pt>
                <c:pt idx="5281">
                  <c:v>81.47</c:v>
                </c:pt>
                <c:pt idx="5282">
                  <c:v>81.072999999999993</c:v>
                </c:pt>
                <c:pt idx="5283">
                  <c:v>80.775999999999996</c:v>
                </c:pt>
                <c:pt idx="5284">
                  <c:v>81.173000000000002</c:v>
                </c:pt>
                <c:pt idx="5285">
                  <c:v>81.093999999999994</c:v>
                </c:pt>
                <c:pt idx="5286">
                  <c:v>81.387</c:v>
                </c:pt>
                <c:pt idx="5287">
                  <c:v>81.442999999999998</c:v>
                </c:pt>
                <c:pt idx="5288">
                  <c:v>81.534000000000006</c:v>
                </c:pt>
                <c:pt idx="5289">
                  <c:v>81.093000000000004</c:v>
                </c:pt>
                <c:pt idx="5290">
                  <c:v>80.561999999999998</c:v>
                </c:pt>
                <c:pt idx="5291">
                  <c:v>80.507000000000005</c:v>
                </c:pt>
                <c:pt idx="5292">
                  <c:v>80.19</c:v>
                </c:pt>
                <c:pt idx="5293">
                  <c:v>80.481999999999999</c:v>
                </c:pt>
                <c:pt idx="5294">
                  <c:v>80.823999999999998</c:v>
                </c:pt>
                <c:pt idx="5295">
                  <c:v>81</c:v>
                </c:pt>
                <c:pt idx="5296">
                  <c:v>81.049000000000007</c:v>
                </c:pt>
                <c:pt idx="5297">
                  <c:v>81.161000000000001</c:v>
                </c:pt>
                <c:pt idx="5298">
                  <c:v>81.566999999999993</c:v>
                </c:pt>
                <c:pt idx="5299">
                  <c:v>81.352000000000004</c:v>
                </c:pt>
                <c:pt idx="5300">
                  <c:v>81.480999999999995</c:v>
                </c:pt>
                <c:pt idx="5301">
                  <c:v>82.146000000000001</c:v>
                </c:pt>
                <c:pt idx="5302">
                  <c:v>82.381</c:v>
                </c:pt>
                <c:pt idx="5303">
                  <c:v>82.003</c:v>
                </c:pt>
                <c:pt idx="5304">
                  <c:v>81.866</c:v>
                </c:pt>
                <c:pt idx="5305">
                  <c:v>82.272000000000006</c:v>
                </c:pt>
                <c:pt idx="5306">
                  <c:v>83.299000000000007</c:v>
                </c:pt>
                <c:pt idx="5307">
                  <c:v>84.078999999999994</c:v>
                </c:pt>
                <c:pt idx="5308">
                  <c:v>84.894000000000005</c:v>
                </c:pt>
                <c:pt idx="5309">
                  <c:v>84.45</c:v>
                </c:pt>
                <c:pt idx="5310">
                  <c:v>84.156000000000006</c:v>
                </c:pt>
                <c:pt idx="5311">
                  <c:v>84.466999999999999</c:v>
                </c:pt>
                <c:pt idx="5312">
                  <c:v>84.828000000000003</c:v>
                </c:pt>
                <c:pt idx="5313">
                  <c:v>85.206999999999994</c:v>
                </c:pt>
                <c:pt idx="5314">
                  <c:v>86.094999999999999</c:v>
                </c:pt>
                <c:pt idx="5315">
                  <c:v>86.204999999999998</c:v>
                </c:pt>
                <c:pt idx="5316">
                  <c:v>87.162000000000006</c:v>
                </c:pt>
                <c:pt idx="5317">
                  <c:v>86.391999999999996</c:v>
                </c:pt>
                <c:pt idx="5318">
                  <c:v>85.564999999999998</c:v>
                </c:pt>
                <c:pt idx="5319">
                  <c:v>85.370999999999995</c:v>
                </c:pt>
                <c:pt idx="5320">
                  <c:v>86.206000000000003</c:v>
                </c:pt>
                <c:pt idx="5321">
                  <c:v>86.778999999999996</c:v>
                </c:pt>
                <c:pt idx="5322">
                  <c:v>87.120999999999995</c:v>
                </c:pt>
                <c:pt idx="5323">
                  <c:v>86.185000000000002</c:v>
                </c:pt>
                <c:pt idx="5324">
                  <c:v>86.48</c:v>
                </c:pt>
                <c:pt idx="5325">
                  <c:v>86.587999999999994</c:v>
                </c:pt>
                <c:pt idx="5326">
                  <c:v>86.643000000000001</c:v>
                </c:pt>
                <c:pt idx="5327">
                  <c:v>86.793000000000006</c:v>
                </c:pt>
                <c:pt idx="5328">
                  <c:v>87.135999999999996</c:v>
                </c:pt>
                <c:pt idx="5329">
                  <c:v>88.233000000000004</c:v>
                </c:pt>
                <c:pt idx="5330">
                  <c:v>88.405000000000001</c:v>
                </c:pt>
                <c:pt idx="5331">
                  <c:v>88.394000000000005</c:v>
                </c:pt>
                <c:pt idx="5332">
                  <c:v>87.897000000000006</c:v>
                </c:pt>
                <c:pt idx="5333">
                  <c:v>87.168999999999997</c:v>
                </c:pt>
                <c:pt idx="5334">
                  <c:v>87.507000000000005</c:v>
                </c:pt>
                <c:pt idx="5335">
                  <c:v>86.510999999999996</c:v>
                </c:pt>
                <c:pt idx="5336">
                  <c:v>85.980999999999995</c:v>
                </c:pt>
                <c:pt idx="5337">
                  <c:v>86.082999999999998</c:v>
                </c:pt>
                <c:pt idx="5338">
                  <c:v>85.688000000000002</c:v>
                </c:pt>
                <c:pt idx="5339">
                  <c:v>85.698999999999998</c:v>
                </c:pt>
                <c:pt idx="5340">
                  <c:v>85.932000000000002</c:v>
                </c:pt>
                <c:pt idx="5341">
                  <c:v>86.105999999999995</c:v>
                </c:pt>
                <c:pt idx="5342">
                  <c:v>85.741</c:v>
                </c:pt>
                <c:pt idx="5343">
                  <c:v>85.733000000000004</c:v>
                </c:pt>
                <c:pt idx="5344">
                  <c:v>85.313000000000002</c:v>
                </c:pt>
                <c:pt idx="5345">
                  <c:v>85.652000000000001</c:v>
                </c:pt>
                <c:pt idx="5346">
                  <c:v>86.025000000000006</c:v>
                </c:pt>
                <c:pt idx="5347">
                  <c:v>86.019000000000005</c:v>
                </c:pt>
                <c:pt idx="5348">
                  <c:v>84.715999999999994</c:v>
                </c:pt>
                <c:pt idx="5349">
                  <c:v>84.427000000000007</c:v>
                </c:pt>
                <c:pt idx="5350">
                  <c:v>84.608000000000004</c:v>
                </c:pt>
                <c:pt idx="5351">
                  <c:v>84.082999999999998</c:v>
                </c:pt>
                <c:pt idx="5352">
                  <c:v>83.822000000000003</c:v>
                </c:pt>
                <c:pt idx="5353">
                  <c:v>83.823999999999998</c:v>
                </c:pt>
                <c:pt idx="5354">
                  <c:v>83.947000000000003</c:v>
                </c:pt>
                <c:pt idx="5355">
                  <c:v>84.203000000000003</c:v>
                </c:pt>
                <c:pt idx="5356">
                  <c:v>83.643000000000001</c:v>
                </c:pt>
                <c:pt idx="5357">
                  <c:v>83.426000000000002</c:v>
                </c:pt>
                <c:pt idx="5358">
                  <c:v>82.558000000000007</c:v>
                </c:pt>
                <c:pt idx="5359">
                  <c:v>82.486000000000004</c:v>
                </c:pt>
                <c:pt idx="5360">
                  <c:v>82.513000000000005</c:v>
                </c:pt>
                <c:pt idx="5361">
                  <c:v>82.747</c:v>
                </c:pt>
                <c:pt idx="5362">
                  <c:v>83.393000000000001</c:v>
                </c:pt>
                <c:pt idx="5363">
                  <c:v>82.594999999999999</c:v>
                </c:pt>
                <c:pt idx="5364">
                  <c:v>82.463999999999999</c:v>
                </c:pt>
                <c:pt idx="5365">
                  <c:v>82.087000000000003</c:v>
                </c:pt>
                <c:pt idx="5366">
                  <c:v>82.185000000000002</c:v>
                </c:pt>
                <c:pt idx="5367">
                  <c:v>82.179000000000002</c:v>
                </c:pt>
                <c:pt idx="5368">
                  <c:v>81.635999999999996</c:v>
                </c:pt>
                <c:pt idx="5369">
                  <c:v>81.539000000000001</c:v>
                </c:pt>
                <c:pt idx="5370">
                  <c:v>80.938000000000002</c:v>
                </c:pt>
                <c:pt idx="5371">
                  <c:v>80.596000000000004</c:v>
                </c:pt>
                <c:pt idx="5372">
                  <c:v>80.891999999999996</c:v>
                </c:pt>
                <c:pt idx="5373">
                  <c:v>80.825000000000003</c:v>
                </c:pt>
                <c:pt idx="5374">
                  <c:v>80.406999999999996</c:v>
                </c:pt>
                <c:pt idx="5375">
                  <c:v>80.710999999999999</c:v>
                </c:pt>
                <c:pt idx="5376">
                  <c:v>80.799000000000007</c:v>
                </c:pt>
                <c:pt idx="5377">
                  <c:v>82.29</c:v>
                </c:pt>
                <c:pt idx="5378">
                  <c:v>82.635000000000005</c:v>
                </c:pt>
                <c:pt idx="5379">
                  <c:v>82.947999999999993</c:v>
                </c:pt>
                <c:pt idx="5380">
                  <c:v>82.533000000000001</c:v>
                </c:pt>
                <c:pt idx="5381">
                  <c:v>82.225999999999999</c:v>
                </c:pt>
                <c:pt idx="5382">
                  <c:v>82.222999999999999</c:v>
                </c:pt>
                <c:pt idx="5383">
                  <c:v>82.447000000000003</c:v>
                </c:pt>
                <c:pt idx="5384">
                  <c:v>83.057000000000002</c:v>
                </c:pt>
                <c:pt idx="5385">
                  <c:v>83.123000000000005</c:v>
                </c:pt>
                <c:pt idx="5386">
                  <c:v>83.146000000000001</c:v>
                </c:pt>
                <c:pt idx="5387">
                  <c:v>83.260999999999996</c:v>
                </c:pt>
                <c:pt idx="5388">
                  <c:v>82.933999999999997</c:v>
                </c:pt>
                <c:pt idx="5389">
                  <c:v>82.918000000000006</c:v>
                </c:pt>
                <c:pt idx="5390">
                  <c:v>83.164000000000001</c:v>
                </c:pt>
                <c:pt idx="5391">
                  <c:v>83.201999999999998</c:v>
                </c:pt>
                <c:pt idx="5392">
                  <c:v>82.522000000000006</c:v>
                </c:pt>
                <c:pt idx="5393">
                  <c:v>82.462999999999994</c:v>
                </c:pt>
                <c:pt idx="5394">
                  <c:v>82.102000000000004</c:v>
                </c:pt>
                <c:pt idx="5395">
                  <c:v>82.042000000000002</c:v>
                </c:pt>
                <c:pt idx="5396">
                  <c:v>82.82</c:v>
                </c:pt>
                <c:pt idx="5397">
                  <c:v>82.584999999999994</c:v>
                </c:pt>
                <c:pt idx="5398">
                  <c:v>82.674000000000007</c:v>
                </c:pt>
                <c:pt idx="5399">
                  <c:v>82.697999999999993</c:v>
                </c:pt>
                <c:pt idx="5400">
                  <c:v>81.912000000000006</c:v>
                </c:pt>
                <c:pt idx="5401">
                  <c:v>81.08</c:v>
                </c:pt>
                <c:pt idx="5402">
                  <c:v>81.491</c:v>
                </c:pt>
                <c:pt idx="5403">
                  <c:v>81.241</c:v>
                </c:pt>
                <c:pt idx="5404">
                  <c:v>81.397999999999996</c:v>
                </c:pt>
                <c:pt idx="5405">
                  <c:v>81.334999999999994</c:v>
                </c:pt>
                <c:pt idx="5406">
                  <c:v>80.438999999999993</c:v>
                </c:pt>
                <c:pt idx="5407">
                  <c:v>79.83</c:v>
                </c:pt>
                <c:pt idx="5408">
                  <c:v>80.010000000000005</c:v>
                </c:pt>
                <c:pt idx="5409">
                  <c:v>79.394999999999996</c:v>
                </c:pt>
                <c:pt idx="5410">
                  <c:v>79.337999999999994</c:v>
                </c:pt>
                <c:pt idx="5411">
                  <c:v>79.013999999999996</c:v>
                </c:pt>
                <c:pt idx="5412">
                  <c:v>78.691000000000003</c:v>
                </c:pt>
                <c:pt idx="5413">
                  <c:v>78.72</c:v>
                </c:pt>
                <c:pt idx="5414">
                  <c:v>78.087999999999994</c:v>
                </c:pt>
                <c:pt idx="5415">
                  <c:v>78.447000000000003</c:v>
                </c:pt>
                <c:pt idx="5416">
                  <c:v>77.748999999999995</c:v>
                </c:pt>
                <c:pt idx="5417">
                  <c:v>77.385999999999996</c:v>
                </c:pt>
                <c:pt idx="5418">
                  <c:v>77.387</c:v>
                </c:pt>
                <c:pt idx="5419">
                  <c:v>77.325000000000003</c:v>
                </c:pt>
                <c:pt idx="5420">
                  <c:v>77.441999999999993</c:v>
                </c:pt>
                <c:pt idx="5421">
                  <c:v>77.363</c:v>
                </c:pt>
                <c:pt idx="5422">
                  <c:v>77.070999999999998</c:v>
                </c:pt>
                <c:pt idx="5423">
                  <c:v>76.647000000000006</c:v>
                </c:pt>
                <c:pt idx="5424">
                  <c:v>77.040999999999997</c:v>
                </c:pt>
                <c:pt idx="5425">
                  <c:v>76.933999999999997</c:v>
                </c:pt>
                <c:pt idx="5426">
                  <c:v>78.183999999999997</c:v>
                </c:pt>
                <c:pt idx="5427">
                  <c:v>77.171000000000006</c:v>
                </c:pt>
                <c:pt idx="5428">
                  <c:v>77.418000000000006</c:v>
                </c:pt>
                <c:pt idx="5429">
                  <c:v>77.471999999999994</c:v>
                </c:pt>
                <c:pt idx="5430">
                  <c:v>77.102999999999994</c:v>
                </c:pt>
                <c:pt idx="5431">
                  <c:v>77.707999999999998</c:v>
                </c:pt>
                <c:pt idx="5432">
                  <c:v>78.149000000000001</c:v>
                </c:pt>
                <c:pt idx="5433">
                  <c:v>77.308000000000007</c:v>
                </c:pt>
                <c:pt idx="5434">
                  <c:v>77.266000000000005</c:v>
                </c:pt>
                <c:pt idx="5435">
                  <c:v>77.296000000000006</c:v>
                </c:pt>
                <c:pt idx="5436">
                  <c:v>76.721999999999994</c:v>
                </c:pt>
                <c:pt idx="5437">
                  <c:v>76.480999999999995</c:v>
                </c:pt>
                <c:pt idx="5438">
                  <c:v>75.882000000000005</c:v>
                </c:pt>
                <c:pt idx="5439">
                  <c:v>76.548000000000002</c:v>
                </c:pt>
                <c:pt idx="5440">
                  <c:v>77.027000000000001</c:v>
                </c:pt>
                <c:pt idx="5441">
                  <c:v>77.442999999999998</c:v>
                </c:pt>
                <c:pt idx="5442">
                  <c:v>77.634</c:v>
                </c:pt>
                <c:pt idx="5443">
                  <c:v>78.216999999999999</c:v>
                </c:pt>
                <c:pt idx="5444">
                  <c:v>78.081999999999994</c:v>
                </c:pt>
                <c:pt idx="5445">
                  <c:v>78.518000000000001</c:v>
                </c:pt>
                <c:pt idx="5446">
                  <c:v>79.209999999999994</c:v>
                </c:pt>
                <c:pt idx="5447">
                  <c:v>79.084000000000003</c:v>
                </c:pt>
                <c:pt idx="5448">
                  <c:v>78.617000000000004</c:v>
                </c:pt>
                <c:pt idx="5449">
                  <c:v>78.504000000000005</c:v>
                </c:pt>
                <c:pt idx="5450">
                  <c:v>78.682000000000002</c:v>
                </c:pt>
                <c:pt idx="5451">
                  <c:v>79.680999999999997</c:v>
                </c:pt>
                <c:pt idx="5452">
                  <c:v>79.867000000000004</c:v>
                </c:pt>
                <c:pt idx="5453">
                  <c:v>79.73</c:v>
                </c:pt>
                <c:pt idx="5454">
                  <c:v>80.356999999999999</c:v>
                </c:pt>
                <c:pt idx="5455">
                  <c:v>80.834999999999994</c:v>
                </c:pt>
                <c:pt idx="5456">
                  <c:v>81.194999999999993</c:v>
                </c:pt>
                <c:pt idx="5457">
                  <c:v>80.712999999999994</c:v>
                </c:pt>
                <c:pt idx="5458">
                  <c:v>80.302999999999997</c:v>
                </c:pt>
                <c:pt idx="5459">
                  <c:v>79.376999999999995</c:v>
                </c:pt>
                <c:pt idx="5460">
                  <c:v>79.570999999999998</c:v>
                </c:pt>
                <c:pt idx="5461">
                  <c:v>79.856999999999999</c:v>
                </c:pt>
                <c:pt idx="5462">
                  <c:v>79.997</c:v>
                </c:pt>
                <c:pt idx="5463">
                  <c:v>80.069000000000003</c:v>
                </c:pt>
                <c:pt idx="5464">
                  <c:v>80.069999999999993</c:v>
                </c:pt>
                <c:pt idx="5465">
                  <c:v>79.284000000000006</c:v>
                </c:pt>
                <c:pt idx="5466">
                  <c:v>79.367000000000004</c:v>
                </c:pt>
                <c:pt idx="5467">
                  <c:v>80.260999999999996</c:v>
                </c:pt>
                <c:pt idx="5468">
                  <c:v>80.180999999999997</c:v>
                </c:pt>
                <c:pt idx="5469">
                  <c:v>80.373000000000005</c:v>
                </c:pt>
                <c:pt idx="5470">
                  <c:v>80.628</c:v>
                </c:pt>
                <c:pt idx="5471">
                  <c:v>80.718000000000004</c:v>
                </c:pt>
                <c:pt idx="5472">
                  <c:v>80.727000000000004</c:v>
                </c:pt>
                <c:pt idx="5473">
                  <c:v>80.522000000000006</c:v>
                </c:pt>
                <c:pt idx="5474">
                  <c:v>80.474000000000004</c:v>
                </c:pt>
                <c:pt idx="5475">
                  <c:v>80.366</c:v>
                </c:pt>
                <c:pt idx="5476">
                  <c:v>80.364999999999995</c:v>
                </c:pt>
                <c:pt idx="5477">
                  <c:v>79.796000000000006</c:v>
                </c:pt>
                <c:pt idx="5478">
                  <c:v>79.521000000000001</c:v>
                </c:pt>
                <c:pt idx="5479">
                  <c:v>79.028000000000006</c:v>
                </c:pt>
                <c:pt idx="5480">
                  <c:v>79.126999999999995</c:v>
                </c:pt>
                <c:pt idx="5481">
                  <c:v>79.444000000000003</c:v>
                </c:pt>
                <c:pt idx="5482">
                  <c:v>80.257999999999996</c:v>
                </c:pt>
                <c:pt idx="5483">
                  <c:v>80.790999999999997</c:v>
                </c:pt>
                <c:pt idx="5484">
                  <c:v>81.012</c:v>
                </c:pt>
                <c:pt idx="5485">
                  <c:v>80.881</c:v>
                </c:pt>
                <c:pt idx="5486">
                  <c:v>80.846000000000004</c:v>
                </c:pt>
                <c:pt idx="5487">
                  <c:v>80.031000000000006</c:v>
                </c:pt>
                <c:pt idx="5488">
                  <c:v>79.191000000000003</c:v>
                </c:pt>
                <c:pt idx="5489">
                  <c:v>79.162000000000006</c:v>
                </c:pt>
                <c:pt idx="5490">
                  <c:v>79.337000000000003</c:v>
                </c:pt>
                <c:pt idx="5491">
                  <c:v>78.962000000000003</c:v>
                </c:pt>
                <c:pt idx="5492">
                  <c:v>78.64</c:v>
                </c:pt>
                <c:pt idx="5493">
                  <c:v>78.822999999999993</c:v>
                </c:pt>
                <c:pt idx="5494">
                  <c:v>78.212999999999994</c:v>
                </c:pt>
                <c:pt idx="5495">
                  <c:v>78.05</c:v>
                </c:pt>
                <c:pt idx="5496">
                  <c:v>78.001999999999995</c:v>
                </c:pt>
                <c:pt idx="5497">
                  <c:v>77.897999999999996</c:v>
                </c:pt>
                <c:pt idx="5498">
                  <c:v>77.727000000000004</c:v>
                </c:pt>
                <c:pt idx="5499">
                  <c:v>78.132999999999996</c:v>
                </c:pt>
                <c:pt idx="5500">
                  <c:v>77.734999999999999</c:v>
                </c:pt>
                <c:pt idx="5501">
                  <c:v>77.066999999999993</c:v>
                </c:pt>
                <c:pt idx="5502">
                  <c:v>77.158000000000001</c:v>
                </c:pt>
                <c:pt idx="5503">
                  <c:v>77.748000000000005</c:v>
                </c:pt>
                <c:pt idx="5504">
                  <c:v>78.043999999999997</c:v>
                </c:pt>
                <c:pt idx="5505">
                  <c:v>78.028999999999996</c:v>
                </c:pt>
                <c:pt idx="5506">
                  <c:v>77.998999999999995</c:v>
                </c:pt>
                <c:pt idx="5507">
                  <c:v>77.641000000000005</c:v>
                </c:pt>
                <c:pt idx="5508">
                  <c:v>78.25</c:v>
                </c:pt>
                <c:pt idx="5509">
                  <c:v>78.459999999999994</c:v>
                </c:pt>
                <c:pt idx="5510">
                  <c:v>78.614000000000004</c:v>
                </c:pt>
                <c:pt idx="5511">
                  <c:v>78.572999999999993</c:v>
                </c:pt>
                <c:pt idx="5512">
                  <c:v>78.222999999999999</c:v>
                </c:pt>
                <c:pt idx="5513">
                  <c:v>77.995000000000005</c:v>
                </c:pt>
                <c:pt idx="5514">
                  <c:v>77.664000000000001</c:v>
                </c:pt>
                <c:pt idx="5515">
                  <c:v>77.688999999999993</c:v>
                </c:pt>
                <c:pt idx="5516">
                  <c:v>77.768000000000001</c:v>
                </c:pt>
                <c:pt idx="5517">
                  <c:v>77.409000000000006</c:v>
                </c:pt>
                <c:pt idx="5518">
                  <c:v>77.057000000000002</c:v>
                </c:pt>
                <c:pt idx="5519">
                  <c:v>77.275000000000006</c:v>
                </c:pt>
                <c:pt idx="5520">
                  <c:v>76.888999999999996</c:v>
                </c:pt>
                <c:pt idx="5521">
                  <c:v>77.049000000000007</c:v>
                </c:pt>
                <c:pt idx="5522">
                  <c:v>76.671000000000006</c:v>
                </c:pt>
                <c:pt idx="5523">
                  <c:v>76.483000000000004</c:v>
                </c:pt>
                <c:pt idx="5524">
                  <c:v>76.400000000000006</c:v>
                </c:pt>
                <c:pt idx="5525">
                  <c:v>76.495999999999995</c:v>
                </c:pt>
                <c:pt idx="5526">
                  <c:v>76.798000000000002</c:v>
                </c:pt>
                <c:pt idx="5527">
                  <c:v>76.721000000000004</c:v>
                </c:pt>
                <c:pt idx="5528">
                  <c:v>77.275999999999996</c:v>
                </c:pt>
                <c:pt idx="5529">
                  <c:v>76.775999999999996</c:v>
                </c:pt>
                <c:pt idx="5530">
                  <c:v>76.349000000000004</c:v>
                </c:pt>
                <c:pt idx="5531">
                  <c:v>76.328000000000003</c:v>
                </c:pt>
                <c:pt idx="5532">
                  <c:v>76.680999999999997</c:v>
                </c:pt>
                <c:pt idx="5533">
                  <c:v>76.040999999999997</c:v>
                </c:pt>
                <c:pt idx="5534">
                  <c:v>75.718000000000004</c:v>
                </c:pt>
                <c:pt idx="5535">
                  <c:v>75.400999999999996</c:v>
                </c:pt>
                <c:pt idx="5536">
                  <c:v>75.433999999999997</c:v>
                </c:pt>
                <c:pt idx="5537">
                  <c:v>75.793999999999997</c:v>
                </c:pt>
                <c:pt idx="5538">
                  <c:v>75.656000000000006</c:v>
                </c:pt>
                <c:pt idx="5539">
                  <c:v>76.216999999999999</c:v>
                </c:pt>
                <c:pt idx="5540">
                  <c:v>76.128</c:v>
                </c:pt>
                <c:pt idx="5541">
                  <c:v>76.248999999999995</c:v>
                </c:pt>
                <c:pt idx="5542">
                  <c:v>76.117999999999995</c:v>
                </c:pt>
                <c:pt idx="5543">
                  <c:v>75.856999999999999</c:v>
                </c:pt>
                <c:pt idx="5544">
                  <c:v>75.832999999999998</c:v>
                </c:pt>
                <c:pt idx="5545">
                  <c:v>75.912000000000006</c:v>
                </c:pt>
                <c:pt idx="5546">
                  <c:v>75.882000000000005</c:v>
                </c:pt>
                <c:pt idx="5547">
                  <c:v>75.513999999999996</c:v>
                </c:pt>
                <c:pt idx="5548">
                  <c:v>75.584999999999994</c:v>
                </c:pt>
                <c:pt idx="5549">
                  <c:v>75.066000000000003</c:v>
                </c:pt>
                <c:pt idx="5550">
                  <c:v>75.055999999999997</c:v>
                </c:pt>
                <c:pt idx="5551">
                  <c:v>74.852999999999994</c:v>
                </c:pt>
                <c:pt idx="5552">
                  <c:v>74.98</c:v>
                </c:pt>
                <c:pt idx="5553">
                  <c:v>74.685000000000002</c:v>
                </c:pt>
                <c:pt idx="5554">
                  <c:v>74.831999999999994</c:v>
                </c:pt>
                <c:pt idx="5555">
                  <c:v>75.504000000000005</c:v>
                </c:pt>
                <c:pt idx="5556">
                  <c:v>75.028999999999996</c:v>
                </c:pt>
                <c:pt idx="5557">
                  <c:v>74.367999999999995</c:v>
                </c:pt>
                <c:pt idx="5558">
                  <c:v>74.108999999999995</c:v>
                </c:pt>
                <c:pt idx="5559">
                  <c:v>74.108000000000004</c:v>
                </c:pt>
                <c:pt idx="5560">
                  <c:v>73.986000000000004</c:v>
                </c:pt>
                <c:pt idx="5561">
                  <c:v>73.837000000000003</c:v>
                </c:pt>
                <c:pt idx="5562">
                  <c:v>73.519000000000005</c:v>
                </c:pt>
                <c:pt idx="5563">
                  <c:v>73.120999999999995</c:v>
                </c:pt>
                <c:pt idx="5564">
                  <c:v>72.933000000000007</c:v>
                </c:pt>
                <c:pt idx="5565">
                  <c:v>72.950999999999993</c:v>
                </c:pt>
                <c:pt idx="5566">
                  <c:v>73.14</c:v>
                </c:pt>
                <c:pt idx="5567">
                  <c:v>73.031000000000006</c:v>
                </c:pt>
                <c:pt idx="5568">
                  <c:v>74.194000000000003</c:v>
                </c:pt>
                <c:pt idx="5569">
                  <c:v>74.840999999999994</c:v>
                </c:pt>
                <c:pt idx="5570">
                  <c:v>74.736999999999995</c:v>
                </c:pt>
                <c:pt idx="5571">
                  <c:v>74.611000000000004</c:v>
                </c:pt>
                <c:pt idx="5572">
                  <c:v>75.326999999999998</c:v>
                </c:pt>
                <c:pt idx="5573">
                  <c:v>75.239999999999995</c:v>
                </c:pt>
                <c:pt idx="5574">
                  <c:v>75.757000000000005</c:v>
                </c:pt>
                <c:pt idx="5575">
                  <c:v>75.47</c:v>
                </c:pt>
                <c:pt idx="5576">
                  <c:v>75.399000000000001</c:v>
                </c:pt>
                <c:pt idx="5577">
                  <c:v>75.474999999999994</c:v>
                </c:pt>
                <c:pt idx="5578">
                  <c:v>75.123000000000005</c:v>
                </c:pt>
                <c:pt idx="5579">
                  <c:v>75.435000000000002</c:v>
                </c:pt>
                <c:pt idx="5580">
                  <c:v>76.103999999999999</c:v>
                </c:pt>
                <c:pt idx="5581">
                  <c:v>75.882000000000005</c:v>
                </c:pt>
                <c:pt idx="5582">
                  <c:v>75.932000000000002</c:v>
                </c:pt>
                <c:pt idx="5583">
                  <c:v>75.549000000000007</c:v>
                </c:pt>
                <c:pt idx="5584">
                  <c:v>74.953999999999994</c:v>
                </c:pt>
                <c:pt idx="5585">
                  <c:v>74.957999999999998</c:v>
                </c:pt>
                <c:pt idx="5586">
                  <c:v>74.638000000000005</c:v>
                </c:pt>
                <c:pt idx="5587">
                  <c:v>74.677000000000007</c:v>
                </c:pt>
                <c:pt idx="5588">
                  <c:v>74.332999999999998</c:v>
                </c:pt>
                <c:pt idx="5589">
                  <c:v>73.783000000000001</c:v>
                </c:pt>
                <c:pt idx="5590">
                  <c:v>73.951999999999998</c:v>
                </c:pt>
                <c:pt idx="5591">
                  <c:v>73.521000000000001</c:v>
                </c:pt>
                <c:pt idx="5592">
                  <c:v>73.930000000000007</c:v>
                </c:pt>
                <c:pt idx="5593">
                  <c:v>74.191999999999993</c:v>
                </c:pt>
                <c:pt idx="5594">
                  <c:v>74.795000000000002</c:v>
                </c:pt>
                <c:pt idx="5595">
                  <c:v>74.512</c:v>
                </c:pt>
                <c:pt idx="5596">
                  <c:v>74.331999999999994</c:v>
                </c:pt>
                <c:pt idx="5597">
                  <c:v>75.600999999999999</c:v>
                </c:pt>
                <c:pt idx="5598">
                  <c:v>75.751999999999995</c:v>
                </c:pt>
                <c:pt idx="5599">
                  <c:v>74.988</c:v>
                </c:pt>
                <c:pt idx="5600">
                  <c:v>75.028999999999996</c:v>
                </c:pt>
                <c:pt idx="5601">
                  <c:v>74.540999999999997</c:v>
                </c:pt>
                <c:pt idx="5602">
                  <c:v>74.783000000000001</c:v>
                </c:pt>
                <c:pt idx="5603">
                  <c:v>75.447000000000003</c:v>
                </c:pt>
                <c:pt idx="5604">
                  <c:v>75.665000000000006</c:v>
                </c:pt>
                <c:pt idx="5605">
                  <c:v>75.391999999999996</c:v>
                </c:pt>
                <c:pt idx="5606">
                  <c:v>75.063000000000002</c:v>
                </c:pt>
                <c:pt idx="5607">
                  <c:v>74.691000000000003</c:v>
                </c:pt>
                <c:pt idx="5608">
                  <c:v>74.302999999999997</c:v>
                </c:pt>
                <c:pt idx="5609">
                  <c:v>74.349000000000004</c:v>
                </c:pt>
                <c:pt idx="5610">
                  <c:v>74.275000000000006</c:v>
                </c:pt>
                <c:pt idx="5611">
                  <c:v>74.691000000000003</c:v>
                </c:pt>
                <c:pt idx="5612">
                  <c:v>75.122</c:v>
                </c:pt>
                <c:pt idx="5613">
                  <c:v>74.956999999999994</c:v>
                </c:pt>
                <c:pt idx="5614">
                  <c:v>75.179000000000002</c:v>
                </c:pt>
                <c:pt idx="5615">
                  <c:v>75.989000000000004</c:v>
                </c:pt>
                <c:pt idx="5616">
                  <c:v>75.808999999999997</c:v>
                </c:pt>
                <c:pt idx="5617">
                  <c:v>75.207999999999998</c:v>
                </c:pt>
                <c:pt idx="5618">
                  <c:v>75.253</c:v>
                </c:pt>
                <c:pt idx="5619">
                  <c:v>75.126000000000005</c:v>
                </c:pt>
                <c:pt idx="5620">
                  <c:v>75.483000000000004</c:v>
                </c:pt>
                <c:pt idx="5621">
                  <c:v>75.221000000000004</c:v>
                </c:pt>
                <c:pt idx="5622">
                  <c:v>74.792000000000002</c:v>
                </c:pt>
                <c:pt idx="5623">
                  <c:v>74.015000000000001</c:v>
                </c:pt>
                <c:pt idx="5624">
                  <c:v>74.200999999999993</c:v>
                </c:pt>
                <c:pt idx="5625">
                  <c:v>74.063999999999993</c:v>
                </c:pt>
                <c:pt idx="5626">
                  <c:v>73.474000000000004</c:v>
                </c:pt>
                <c:pt idx="5627">
                  <c:v>74.087000000000003</c:v>
                </c:pt>
                <c:pt idx="5628">
                  <c:v>74.221999999999994</c:v>
                </c:pt>
                <c:pt idx="5629">
                  <c:v>73.897000000000006</c:v>
                </c:pt>
                <c:pt idx="5630">
                  <c:v>74.262</c:v>
                </c:pt>
                <c:pt idx="5631">
                  <c:v>74.513000000000005</c:v>
                </c:pt>
                <c:pt idx="5632">
                  <c:v>74.043999999999997</c:v>
                </c:pt>
                <c:pt idx="5633">
                  <c:v>75.123999999999995</c:v>
                </c:pt>
                <c:pt idx="5634">
                  <c:v>74.597999999999999</c:v>
                </c:pt>
                <c:pt idx="5635">
                  <c:v>74.790999999999997</c:v>
                </c:pt>
                <c:pt idx="5636">
                  <c:v>74.605000000000004</c:v>
                </c:pt>
                <c:pt idx="5637">
                  <c:v>74.635999999999996</c:v>
                </c:pt>
                <c:pt idx="5638">
                  <c:v>74.677000000000007</c:v>
                </c:pt>
                <c:pt idx="5639">
                  <c:v>74.606999999999999</c:v>
                </c:pt>
                <c:pt idx="5640">
                  <c:v>73.835999999999999</c:v>
                </c:pt>
                <c:pt idx="5641">
                  <c:v>74.010000000000005</c:v>
                </c:pt>
                <c:pt idx="5642">
                  <c:v>73.674000000000007</c:v>
                </c:pt>
                <c:pt idx="5643">
                  <c:v>74.244</c:v>
                </c:pt>
                <c:pt idx="5644">
                  <c:v>74.009</c:v>
                </c:pt>
                <c:pt idx="5645">
                  <c:v>74.073999999999998</c:v>
                </c:pt>
                <c:pt idx="5646">
                  <c:v>73.894000000000005</c:v>
                </c:pt>
                <c:pt idx="5647">
                  <c:v>74.012</c:v>
                </c:pt>
                <c:pt idx="5648">
                  <c:v>74.278999999999996</c:v>
                </c:pt>
                <c:pt idx="5649">
                  <c:v>73.813999999999993</c:v>
                </c:pt>
                <c:pt idx="5650">
                  <c:v>73.721000000000004</c:v>
                </c:pt>
                <c:pt idx="5651">
                  <c:v>73.945999999999998</c:v>
                </c:pt>
                <c:pt idx="5652">
                  <c:v>74.117000000000004</c:v>
                </c:pt>
                <c:pt idx="5653">
                  <c:v>74.478999999999999</c:v>
                </c:pt>
                <c:pt idx="5654">
                  <c:v>74.756</c:v>
                </c:pt>
                <c:pt idx="5655">
                  <c:v>75.111999999999995</c:v>
                </c:pt>
                <c:pt idx="5656">
                  <c:v>75.951999999999998</c:v>
                </c:pt>
                <c:pt idx="5657">
                  <c:v>75.466999999999999</c:v>
                </c:pt>
                <c:pt idx="5658">
                  <c:v>76.245999999999995</c:v>
                </c:pt>
                <c:pt idx="5659">
                  <c:v>77.191999999999993</c:v>
                </c:pt>
                <c:pt idx="5660">
                  <c:v>77.578000000000003</c:v>
                </c:pt>
                <c:pt idx="5661">
                  <c:v>76.918999999999997</c:v>
                </c:pt>
                <c:pt idx="5662">
                  <c:v>76.832999999999998</c:v>
                </c:pt>
                <c:pt idx="5663">
                  <c:v>76.241</c:v>
                </c:pt>
                <c:pt idx="5664">
                  <c:v>76.599000000000004</c:v>
                </c:pt>
                <c:pt idx="5665">
                  <c:v>77.146000000000001</c:v>
                </c:pt>
                <c:pt idx="5666">
                  <c:v>77.03</c:v>
                </c:pt>
                <c:pt idx="5667">
                  <c:v>77.341999999999999</c:v>
                </c:pt>
                <c:pt idx="5668">
                  <c:v>78.454999999999998</c:v>
                </c:pt>
                <c:pt idx="5669">
                  <c:v>78.501000000000005</c:v>
                </c:pt>
                <c:pt idx="5670">
                  <c:v>78.363</c:v>
                </c:pt>
                <c:pt idx="5671">
                  <c:v>77.506</c:v>
                </c:pt>
                <c:pt idx="5672">
                  <c:v>77.852000000000004</c:v>
                </c:pt>
                <c:pt idx="5673">
                  <c:v>78.028000000000006</c:v>
                </c:pt>
                <c:pt idx="5674">
                  <c:v>78.552999999999997</c:v>
                </c:pt>
                <c:pt idx="5675">
                  <c:v>79.430999999999997</c:v>
                </c:pt>
                <c:pt idx="5676">
                  <c:v>79.596999999999994</c:v>
                </c:pt>
                <c:pt idx="5677">
                  <c:v>78.918999999999997</c:v>
                </c:pt>
                <c:pt idx="5678">
                  <c:v>78.634</c:v>
                </c:pt>
                <c:pt idx="5679">
                  <c:v>78.725999999999999</c:v>
                </c:pt>
                <c:pt idx="5680">
                  <c:v>77.494</c:v>
                </c:pt>
                <c:pt idx="5681">
                  <c:v>77.584999999999994</c:v>
                </c:pt>
                <c:pt idx="5682">
                  <c:v>76.994</c:v>
                </c:pt>
                <c:pt idx="5683">
                  <c:v>76.995999999999995</c:v>
                </c:pt>
                <c:pt idx="5684">
                  <c:v>76.623000000000005</c:v>
                </c:pt>
                <c:pt idx="5685">
                  <c:v>77.146000000000001</c:v>
                </c:pt>
                <c:pt idx="5686">
                  <c:v>77.138000000000005</c:v>
                </c:pt>
                <c:pt idx="5687">
                  <c:v>77.114000000000004</c:v>
                </c:pt>
                <c:pt idx="5688">
                  <c:v>76.974000000000004</c:v>
                </c:pt>
                <c:pt idx="5689">
                  <c:v>76.394999999999996</c:v>
                </c:pt>
                <c:pt idx="5690">
                  <c:v>76.028000000000006</c:v>
                </c:pt>
                <c:pt idx="5691">
                  <c:v>76.122</c:v>
                </c:pt>
                <c:pt idx="5692">
                  <c:v>76.245999999999995</c:v>
                </c:pt>
                <c:pt idx="5693">
                  <c:v>74.879000000000005</c:v>
                </c:pt>
                <c:pt idx="5694">
                  <c:v>75.066999999999993</c:v>
                </c:pt>
                <c:pt idx="5695">
                  <c:v>76.165999999999997</c:v>
                </c:pt>
                <c:pt idx="5696">
                  <c:v>77.260999999999996</c:v>
                </c:pt>
                <c:pt idx="5697">
                  <c:v>77.016999999999996</c:v>
                </c:pt>
                <c:pt idx="5698">
                  <c:v>76.671999999999997</c:v>
                </c:pt>
                <c:pt idx="5699">
                  <c:v>76.962000000000003</c:v>
                </c:pt>
                <c:pt idx="5700">
                  <c:v>76.962000000000003</c:v>
                </c:pt>
                <c:pt idx="5701">
                  <c:v>76.585999999999999</c:v>
                </c:pt>
                <c:pt idx="5702">
                  <c:v>77.926000000000002</c:v>
                </c:pt>
                <c:pt idx="5703">
                  <c:v>77.742999999999995</c:v>
                </c:pt>
                <c:pt idx="5704">
                  <c:v>76.944999999999993</c:v>
                </c:pt>
                <c:pt idx="5705">
                  <c:v>77.569000000000003</c:v>
                </c:pt>
                <c:pt idx="5706">
                  <c:v>77.872</c:v>
                </c:pt>
                <c:pt idx="5707">
                  <c:v>78.016000000000005</c:v>
                </c:pt>
                <c:pt idx="5708">
                  <c:v>78.281999999999996</c:v>
                </c:pt>
                <c:pt idx="5709">
                  <c:v>78.063999999999993</c:v>
                </c:pt>
                <c:pt idx="5710">
                  <c:v>78.3</c:v>
                </c:pt>
                <c:pt idx="5711">
                  <c:v>78.266000000000005</c:v>
                </c:pt>
                <c:pt idx="5712">
                  <c:v>79.141000000000005</c:v>
                </c:pt>
                <c:pt idx="5713">
                  <c:v>79.141000000000005</c:v>
                </c:pt>
                <c:pt idx="5714">
                  <c:v>79.686000000000007</c:v>
                </c:pt>
                <c:pt idx="5715">
                  <c:v>79.263000000000005</c:v>
                </c:pt>
                <c:pt idx="5716">
                  <c:v>79.007000000000005</c:v>
                </c:pt>
                <c:pt idx="5717">
                  <c:v>78.384</c:v>
                </c:pt>
                <c:pt idx="5718">
                  <c:v>78.328000000000003</c:v>
                </c:pt>
                <c:pt idx="5719">
                  <c:v>78.625</c:v>
                </c:pt>
                <c:pt idx="5720">
                  <c:v>78.569999999999993</c:v>
                </c:pt>
                <c:pt idx="5721">
                  <c:v>78.498999999999995</c:v>
                </c:pt>
                <c:pt idx="5722">
                  <c:v>78.484999999999999</c:v>
                </c:pt>
                <c:pt idx="5723">
                  <c:v>78.831999999999994</c:v>
                </c:pt>
                <c:pt idx="5724">
                  <c:v>78.632000000000005</c:v>
                </c:pt>
                <c:pt idx="5725">
                  <c:v>79.534000000000006</c:v>
                </c:pt>
                <c:pt idx="5726">
                  <c:v>80.242000000000004</c:v>
                </c:pt>
                <c:pt idx="5727">
                  <c:v>80.588999999999999</c:v>
                </c:pt>
                <c:pt idx="5728">
                  <c:v>80.320999999999998</c:v>
                </c:pt>
                <c:pt idx="5729">
                  <c:v>80.256</c:v>
                </c:pt>
                <c:pt idx="5730">
                  <c:v>80.25</c:v>
                </c:pt>
                <c:pt idx="5731">
                  <c:v>79.882000000000005</c:v>
                </c:pt>
                <c:pt idx="5732">
                  <c:v>80.022000000000006</c:v>
                </c:pt>
                <c:pt idx="5733">
                  <c:v>79.963999999999999</c:v>
                </c:pt>
                <c:pt idx="5734">
                  <c:v>79.930000000000007</c:v>
                </c:pt>
                <c:pt idx="5735">
                  <c:v>79.921000000000006</c:v>
                </c:pt>
                <c:pt idx="5736">
                  <c:v>79.796999999999997</c:v>
                </c:pt>
                <c:pt idx="5737">
                  <c:v>80.497</c:v>
                </c:pt>
                <c:pt idx="5738">
                  <c:v>80.486000000000004</c:v>
                </c:pt>
                <c:pt idx="5739">
                  <c:v>80.177999999999997</c:v>
                </c:pt>
                <c:pt idx="5740">
                  <c:v>80.28</c:v>
                </c:pt>
                <c:pt idx="5741">
                  <c:v>79.611000000000004</c:v>
                </c:pt>
                <c:pt idx="5742">
                  <c:v>80.129000000000005</c:v>
                </c:pt>
                <c:pt idx="5743">
                  <c:v>80.936000000000007</c:v>
                </c:pt>
                <c:pt idx="5744">
                  <c:v>81.254000000000005</c:v>
                </c:pt>
                <c:pt idx="5745">
                  <c:v>81.051000000000002</c:v>
                </c:pt>
                <c:pt idx="5746">
                  <c:v>80.805000000000007</c:v>
                </c:pt>
                <c:pt idx="5747">
                  <c:v>81.350999999999999</c:v>
                </c:pt>
                <c:pt idx="5748">
                  <c:v>80.77</c:v>
                </c:pt>
                <c:pt idx="5749">
                  <c:v>81.515000000000001</c:v>
                </c:pt>
                <c:pt idx="5750">
                  <c:v>81.515000000000001</c:v>
                </c:pt>
                <c:pt idx="5751">
                  <c:v>81.182000000000002</c:v>
                </c:pt>
                <c:pt idx="5752">
                  <c:v>80.608999999999995</c:v>
                </c:pt>
                <c:pt idx="5753">
                  <c:v>80.215999999999994</c:v>
                </c:pt>
                <c:pt idx="5754">
                  <c:v>80.222999999999999</c:v>
                </c:pt>
                <c:pt idx="5755">
                  <c:v>79.783000000000001</c:v>
                </c:pt>
                <c:pt idx="5756">
                  <c:v>79.867999999999995</c:v>
                </c:pt>
                <c:pt idx="5757">
                  <c:v>79.578999999999994</c:v>
                </c:pt>
                <c:pt idx="5758">
                  <c:v>79.394999999999996</c:v>
                </c:pt>
                <c:pt idx="5759">
                  <c:v>78.902000000000001</c:v>
                </c:pt>
                <c:pt idx="5760">
                  <c:v>79.167000000000002</c:v>
                </c:pt>
                <c:pt idx="5761">
                  <c:v>79.287999999999997</c:v>
                </c:pt>
                <c:pt idx="5762">
                  <c:v>78.921999999999997</c:v>
                </c:pt>
                <c:pt idx="5763">
                  <c:v>78.991</c:v>
                </c:pt>
                <c:pt idx="5764">
                  <c:v>78.924000000000007</c:v>
                </c:pt>
                <c:pt idx="5765">
                  <c:v>79.069000000000003</c:v>
                </c:pt>
                <c:pt idx="5766">
                  <c:v>78.575999999999993</c:v>
                </c:pt>
                <c:pt idx="5767">
                  <c:v>78.641000000000005</c:v>
                </c:pt>
                <c:pt idx="5768">
                  <c:v>78.566000000000003</c:v>
                </c:pt>
                <c:pt idx="5769">
                  <c:v>79.114000000000004</c:v>
                </c:pt>
                <c:pt idx="5770">
                  <c:v>78.945999999999998</c:v>
                </c:pt>
                <c:pt idx="5771">
                  <c:v>79.58</c:v>
                </c:pt>
                <c:pt idx="5772">
                  <c:v>79.67</c:v>
                </c:pt>
                <c:pt idx="5773">
                  <c:v>79.347999999999999</c:v>
                </c:pt>
                <c:pt idx="5774">
                  <c:v>79.331000000000003</c:v>
                </c:pt>
                <c:pt idx="5775">
                  <c:v>79.331000000000003</c:v>
                </c:pt>
                <c:pt idx="5776">
                  <c:v>79.043999999999997</c:v>
                </c:pt>
                <c:pt idx="5777">
                  <c:v>79.210999999999999</c:v>
                </c:pt>
                <c:pt idx="5778">
                  <c:v>78.819000000000003</c:v>
                </c:pt>
                <c:pt idx="5779">
                  <c:v>78.352000000000004</c:v>
                </c:pt>
                <c:pt idx="5780">
                  <c:v>78.567999999999998</c:v>
                </c:pt>
                <c:pt idx="5781">
                  <c:v>78.272999999999996</c:v>
                </c:pt>
                <c:pt idx="5782">
                  <c:v>78.736999999999995</c:v>
                </c:pt>
                <c:pt idx="5783">
                  <c:v>78.789000000000001</c:v>
                </c:pt>
                <c:pt idx="5784">
                  <c:v>79.403000000000006</c:v>
                </c:pt>
                <c:pt idx="5785">
                  <c:v>79.3</c:v>
                </c:pt>
                <c:pt idx="5786">
                  <c:v>79.866</c:v>
                </c:pt>
                <c:pt idx="5787">
                  <c:v>79.712000000000003</c:v>
                </c:pt>
                <c:pt idx="5788">
                  <c:v>79.138999999999996</c:v>
                </c:pt>
                <c:pt idx="5789">
                  <c:v>80.040999999999997</c:v>
                </c:pt>
                <c:pt idx="5790">
                  <c:v>79.89</c:v>
                </c:pt>
                <c:pt idx="5791">
                  <c:v>80.192999999999998</c:v>
                </c:pt>
                <c:pt idx="5792">
                  <c:v>80.564999999999998</c:v>
                </c:pt>
                <c:pt idx="5793">
                  <c:v>80.150000000000006</c:v>
                </c:pt>
                <c:pt idx="5794">
                  <c:v>79.786000000000001</c:v>
                </c:pt>
                <c:pt idx="5795">
                  <c:v>79.451999999999998</c:v>
                </c:pt>
                <c:pt idx="5796">
                  <c:v>79.593000000000004</c:v>
                </c:pt>
                <c:pt idx="5797">
                  <c:v>79.656999999999996</c:v>
                </c:pt>
                <c:pt idx="5798">
                  <c:v>79.736000000000004</c:v>
                </c:pt>
                <c:pt idx="5799">
                  <c:v>79.344999999999999</c:v>
                </c:pt>
                <c:pt idx="5800">
                  <c:v>78.981999999999999</c:v>
                </c:pt>
                <c:pt idx="5801">
                  <c:v>79.046999999999997</c:v>
                </c:pt>
                <c:pt idx="5802">
                  <c:v>79.126000000000005</c:v>
                </c:pt>
                <c:pt idx="5803">
                  <c:v>79.186000000000007</c:v>
                </c:pt>
                <c:pt idx="5804">
                  <c:v>79.004000000000005</c:v>
                </c:pt>
                <c:pt idx="5805">
                  <c:v>78.819999999999993</c:v>
                </c:pt>
                <c:pt idx="5806">
                  <c:v>79.483000000000004</c:v>
                </c:pt>
                <c:pt idx="5807">
                  <c:v>79.778000000000006</c:v>
                </c:pt>
                <c:pt idx="5808">
                  <c:v>80.075999999999993</c:v>
                </c:pt>
                <c:pt idx="5809">
                  <c:v>79.885999999999996</c:v>
                </c:pt>
                <c:pt idx="5810">
                  <c:v>79.733000000000004</c:v>
                </c:pt>
                <c:pt idx="5811">
                  <c:v>79.891000000000005</c:v>
                </c:pt>
                <c:pt idx="5812">
                  <c:v>79.795000000000002</c:v>
                </c:pt>
                <c:pt idx="5813">
                  <c:v>79.284999999999997</c:v>
                </c:pt>
                <c:pt idx="5814">
                  <c:v>79.888000000000005</c:v>
                </c:pt>
                <c:pt idx="5815">
                  <c:v>79.555000000000007</c:v>
                </c:pt>
                <c:pt idx="5816">
                  <c:v>79.475999999999999</c:v>
                </c:pt>
                <c:pt idx="5817">
                  <c:v>79.537999999999997</c:v>
                </c:pt>
                <c:pt idx="5818">
                  <c:v>79.561000000000007</c:v>
                </c:pt>
                <c:pt idx="5819">
                  <c:v>79.194000000000003</c:v>
                </c:pt>
                <c:pt idx="5820">
                  <c:v>79.42</c:v>
                </c:pt>
                <c:pt idx="5821">
                  <c:v>79.224999999999994</c:v>
                </c:pt>
                <c:pt idx="5822">
                  <c:v>79.012</c:v>
                </c:pt>
                <c:pt idx="5823">
                  <c:v>78.918999999999997</c:v>
                </c:pt>
                <c:pt idx="5824">
                  <c:v>78.709000000000003</c:v>
                </c:pt>
                <c:pt idx="5825">
                  <c:v>78.775999999999996</c:v>
                </c:pt>
                <c:pt idx="5826">
                  <c:v>78.864000000000004</c:v>
                </c:pt>
                <c:pt idx="5827">
                  <c:v>79.132000000000005</c:v>
                </c:pt>
                <c:pt idx="5828">
                  <c:v>79.221000000000004</c:v>
                </c:pt>
                <c:pt idx="5829">
                  <c:v>79.498000000000005</c:v>
                </c:pt>
                <c:pt idx="5830">
                  <c:v>79.602999999999994</c:v>
                </c:pt>
                <c:pt idx="5831">
                  <c:v>79.738</c:v>
                </c:pt>
                <c:pt idx="5832">
                  <c:v>80.08</c:v>
                </c:pt>
                <c:pt idx="5833">
                  <c:v>80.111999999999995</c:v>
                </c:pt>
                <c:pt idx="5834">
                  <c:v>80.263999999999996</c:v>
                </c:pt>
                <c:pt idx="5835">
                  <c:v>80.605999999999995</c:v>
                </c:pt>
                <c:pt idx="5836">
                  <c:v>81.221000000000004</c:v>
                </c:pt>
                <c:pt idx="5837">
                  <c:v>81.372</c:v>
                </c:pt>
                <c:pt idx="5838">
                  <c:v>81.382999999999996</c:v>
                </c:pt>
                <c:pt idx="5839">
                  <c:v>81.292000000000002</c:v>
                </c:pt>
                <c:pt idx="5840">
                  <c:v>81.084000000000003</c:v>
                </c:pt>
                <c:pt idx="5841">
                  <c:v>81.492999999999995</c:v>
                </c:pt>
                <c:pt idx="5842">
                  <c:v>82.093999999999994</c:v>
                </c:pt>
                <c:pt idx="5843">
                  <c:v>82.346999999999994</c:v>
                </c:pt>
                <c:pt idx="5844">
                  <c:v>82.402000000000001</c:v>
                </c:pt>
                <c:pt idx="5845">
                  <c:v>82.402000000000001</c:v>
                </c:pt>
                <c:pt idx="5846">
                  <c:v>82.48</c:v>
                </c:pt>
                <c:pt idx="5847">
                  <c:v>83.018000000000001</c:v>
                </c:pt>
                <c:pt idx="5848">
                  <c:v>83.043000000000006</c:v>
                </c:pt>
                <c:pt idx="5849">
                  <c:v>82.89</c:v>
                </c:pt>
                <c:pt idx="5850">
                  <c:v>82.557000000000002</c:v>
                </c:pt>
                <c:pt idx="5851">
                  <c:v>82.825000000000003</c:v>
                </c:pt>
                <c:pt idx="5852">
                  <c:v>82.320999999999998</c:v>
                </c:pt>
                <c:pt idx="5853">
                  <c:v>82.051000000000002</c:v>
                </c:pt>
                <c:pt idx="5854">
                  <c:v>82.510999999999996</c:v>
                </c:pt>
                <c:pt idx="5855">
                  <c:v>82.515000000000001</c:v>
                </c:pt>
                <c:pt idx="5856">
                  <c:v>82.423000000000002</c:v>
                </c:pt>
                <c:pt idx="5857">
                  <c:v>82.058000000000007</c:v>
                </c:pt>
                <c:pt idx="5858">
                  <c:v>81.99</c:v>
                </c:pt>
                <c:pt idx="5859">
                  <c:v>81.628</c:v>
                </c:pt>
                <c:pt idx="5860">
                  <c:v>81.945999999999998</c:v>
                </c:pt>
                <c:pt idx="5861">
                  <c:v>81.378</c:v>
                </c:pt>
                <c:pt idx="5862">
                  <c:v>81.582999999999998</c:v>
                </c:pt>
                <c:pt idx="5863">
                  <c:v>82.29</c:v>
                </c:pt>
                <c:pt idx="5864">
                  <c:v>82.256</c:v>
                </c:pt>
                <c:pt idx="5865">
                  <c:v>82.497</c:v>
                </c:pt>
                <c:pt idx="5866">
                  <c:v>82.372</c:v>
                </c:pt>
                <c:pt idx="5867">
                  <c:v>82.617999999999995</c:v>
                </c:pt>
                <c:pt idx="5868">
                  <c:v>82.807000000000002</c:v>
                </c:pt>
                <c:pt idx="5869">
                  <c:v>81.626999999999995</c:v>
                </c:pt>
                <c:pt idx="5870">
                  <c:v>81.87</c:v>
                </c:pt>
                <c:pt idx="5871">
                  <c:v>81.781999999999996</c:v>
                </c:pt>
                <c:pt idx="5872">
                  <c:v>81.781999999999996</c:v>
                </c:pt>
                <c:pt idx="5873">
                  <c:v>82.813000000000002</c:v>
                </c:pt>
                <c:pt idx="5874">
                  <c:v>83.376999999999995</c:v>
                </c:pt>
                <c:pt idx="5875">
                  <c:v>83.161000000000001</c:v>
                </c:pt>
                <c:pt idx="5876">
                  <c:v>83.4</c:v>
                </c:pt>
                <c:pt idx="5877">
                  <c:v>83.567999999999998</c:v>
                </c:pt>
                <c:pt idx="5878">
                  <c:v>83.659000000000006</c:v>
                </c:pt>
                <c:pt idx="5879">
                  <c:v>83.349000000000004</c:v>
                </c:pt>
                <c:pt idx="5880">
                  <c:v>83.097999999999999</c:v>
                </c:pt>
                <c:pt idx="5881">
                  <c:v>83.031999999999996</c:v>
                </c:pt>
                <c:pt idx="5882">
                  <c:v>83.067999999999998</c:v>
                </c:pt>
                <c:pt idx="5883">
                  <c:v>82.882999999999996</c:v>
                </c:pt>
                <c:pt idx="5884">
                  <c:v>83.477999999999994</c:v>
                </c:pt>
                <c:pt idx="5885">
                  <c:v>83.706000000000003</c:v>
                </c:pt>
                <c:pt idx="5886">
                  <c:v>84.004999999999995</c:v>
                </c:pt>
                <c:pt idx="5887">
                  <c:v>83.524000000000001</c:v>
                </c:pt>
                <c:pt idx="5888">
                  <c:v>82.808000000000007</c:v>
                </c:pt>
                <c:pt idx="5889">
                  <c:v>82.709000000000003</c:v>
                </c:pt>
                <c:pt idx="5890">
                  <c:v>82.793999999999997</c:v>
                </c:pt>
                <c:pt idx="5891">
                  <c:v>82.635000000000005</c:v>
                </c:pt>
                <c:pt idx="5892">
                  <c:v>83.058000000000007</c:v>
                </c:pt>
                <c:pt idx="5893">
                  <c:v>83.361000000000004</c:v>
                </c:pt>
                <c:pt idx="5894">
                  <c:v>82.375</c:v>
                </c:pt>
                <c:pt idx="5895">
                  <c:v>82.266000000000005</c:v>
                </c:pt>
                <c:pt idx="5896">
                  <c:v>82.21</c:v>
                </c:pt>
                <c:pt idx="5897">
                  <c:v>82.394000000000005</c:v>
                </c:pt>
                <c:pt idx="5898">
                  <c:v>82.638000000000005</c:v>
                </c:pt>
                <c:pt idx="5899">
                  <c:v>82.552999999999997</c:v>
                </c:pt>
                <c:pt idx="5900">
                  <c:v>82.435000000000002</c:v>
                </c:pt>
                <c:pt idx="5901">
                  <c:v>82.483000000000004</c:v>
                </c:pt>
                <c:pt idx="5902">
                  <c:v>82.644999999999996</c:v>
                </c:pt>
                <c:pt idx="5903">
                  <c:v>82.356999999999999</c:v>
                </c:pt>
                <c:pt idx="5904">
                  <c:v>82.596000000000004</c:v>
                </c:pt>
                <c:pt idx="5905">
                  <c:v>82.456000000000003</c:v>
                </c:pt>
                <c:pt idx="5906">
                  <c:v>81.906999999999996</c:v>
                </c:pt>
                <c:pt idx="5907">
                  <c:v>81.486000000000004</c:v>
                </c:pt>
                <c:pt idx="5908">
                  <c:v>81.358999999999995</c:v>
                </c:pt>
                <c:pt idx="5909">
                  <c:v>81.593000000000004</c:v>
                </c:pt>
                <c:pt idx="5910">
                  <c:v>81.658000000000001</c:v>
                </c:pt>
                <c:pt idx="5911">
                  <c:v>81.37</c:v>
                </c:pt>
                <c:pt idx="5912">
                  <c:v>81.549000000000007</c:v>
                </c:pt>
                <c:pt idx="5913">
                  <c:v>81.691000000000003</c:v>
                </c:pt>
                <c:pt idx="5914">
                  <c:v>81.207999999999998</c:v>
                </c:pt>
                <c:pt idx="5915">
                  <c:v>81.207999999999998</c:v>
                </c:pt>
                <c:pt idx="5916">
                  <c:v>81.311999999999998</c:v>
                </c:pt>
                <c:pt idx="5917">
                  <c:v>81.234999999999999</c:v>
                </c:pt>
                <c:pt idx="5918">
                  <c:v>81.040000000000006</c:v>
                </c:pt>
                <c:pt idx="5919">
                  <c:v>80.251999999999995</c:v>
                </c:pt>
                <c:pt idx="5920">
                  <c:v>80.356999999999999</c:v>
                </c:pt>
                <c:pt idx="5921">
                  <c:v>79.856999999999999</c:v>
                </c:pt>
                <c:pt idx="5922">
                  <c:v>79.736999999999995</c:v>
                </c:pt>
                <c:pt idx="5923">
                  <c:v>79.262</c:v>
                </c:pt>
                <c:pt idx="5924">
                  <c:v>78.846999999999994</c:v>
                </c:pt>
                <c:pt idx="5925">
                  <c:v>79.010000000000005</c:v>
                </c:pt>
                <c:pt idx="5926">
                  <c:v>79.248999999999995</c:v>
                </c:pt>
                <c:pt idx="5927">
                  <c:v>79.055000000000007</c:v>
                </c:pt>
                <c:pt idx="5928">
                  <c:v>79.411000000000001</c:v>
                </c:pt>
                <c:pt idx="5929">
                  <c:v>79.328000000000003</c:v>
                </c:pt>
                <c:pt idx="5930">
                  <c:v>79.518000000000001</c:v>
                </c:pt>
                <c:pt idx="5931">
                  <c:v>79.552000000000007</c:v>
                </c:pt>
                <c:pt idx="5932">
                  <c:v>79.885000000000005</c:v>
                </c:pt>
                <c:pt idx="5933">
                  <c:v>79.548000000000002</c:v>
                </c:pt>
                <c:pt idx="5934">
                  <c:v>79.935000000000002</c:v>
                </c:pt>
                <c:pt idx="5935">
                  <c:v>79.823999999999998</c:v>
                </c:pt>
                <c:pt idx="5936">
                  <c:v>79.744</c:v>
                </c:pt>
                <c:pt idx="5937">
                  <c:v>79.965000000000003</c:v>
                </c:pt>
                <c:pt idx="5938">
                  <c:v>79.352999999999994</c:v>
                </c:pt>
                <c:pt idx="5939">
                  <c:v>79.337000000000003</c:v>
                </c:pt>
                <c:pt idx="5940">
                  <c:v>79.540000000000006</c:v>
                </c:pt>
                <c:pt idx="5941">
                  <c:v>79.950999999999993</c:v>
                </c:pt>
                <c:pt idx="5942">
                  <c:v>79.917000000000002</c:v>
                </c:pt>
                <c:pt idx="5943">
                  <c:v>79.775000000000006</c:v>
                </c:pt>
                <c:pt idx="5944">
                  <c:v>79.667000000000002</c:v>
                </c:pt>
                <c:pt idx="5945">
                  <c:v>79.742000000000004</c:v>
                </c:pt>
                <c:pt idx="5946">
                  <c:v>79.405000000000001</c:v>
                </c:pt>
                <c:pt idx="5947">
                  <c:v>79.016000000000005</c:v>
                </c:pt>
                <c:pt idx="5948">
                  <c:v>79.367000000000004</c:v>
                </c:pt>
                <c:pt idx="5949">
                  <c:v>79.620999999999995</c:v>
                </c:pt>
                <c:pt idx="5950">
                  <c:v>79.652000000000001</c:v>
                </c:pt>
                <c:pt idx="5951">
                  <c:v>79.975999999999999</c:v>
                </c:pt>
                <c:pt idx="5952">
                  <c:v>79.914000000000001</c:v>
                </c:pt>
                <c:pt idx="5953">
                  <c:v>80.043999999999997</c:v>
                </c:pt>
                <c:pt idx="5954">
                  <c:v>80.067999999999998</c:v>
                </c:pt>
                <c:pt idx="5955">
                  <c:v>80.231999999999999</c:v>
                </c:pt>
                <c:pt idx="5956">
                  <c:v>79.930999999999997</c:v>
                </c:pt>
                <c:pt idx="5957">
                  <c:v>79.918999999999997</c:v>
                </c:pt>
                <c:pt idx="5958">
                  <c:v>80.046999999999997</c:v>
                </c:pt>
                <c:pt idx="5959">
                  <c:v>80.593000000000004</c:v>
                </c:pt>
                <c:pt idx="5960">
                  <c:v>80.748999999999995</c:v>
                </c:pt>
                <c:pt idx="5961">
                  <c:v>80.613</c:v>
                </c:pt>
                <c:pt idx="5962">
                  <c:v>80.759</c:v>
                </c:pt>
                <c:pt idx="5963">
                  <c:v>80.793000000000006</c:v>
                </c:pt>
                <c:pt idx="5964">
                  <c:v>81.025999999999996</c:v>
                </c:pt>
                <c:pt idx="5965">
                  <c:v>81.034999999999997</c:v>
                </c:pt>
                <c:pt idx="5966">
                  <c:v>81.084000000000003</c:v>
                </c:pt>
                <c:pt idx="5967">
                  <c:v>81.055999999999997</c:v>
                </c:pt>
                <c:pt idx="5968">
                  <c:v>81.078000000000003</c:v>
                </c:pt>
                <c:pt idx="5969">
                  <c:v>81.257000000000005</c:v>
                </c:pt>
                <c:pt idx="5970">
                  <c:v>80.873999999999995</c:v>
                </c:pt>
                <c:pt idx="5971">
                  <c:v>80.956999999999994</c:v>
                </c:pt>
                <c:pt idx="5972">
                  <c:v>80.932000000000002</c:v>
                </c:pt>
                <c:pt idx="5973">
                  <c:v>80.698999999999998</c:v>
                </c:pt>
                <c:pt idx="5974">
                  <c:v>80.191999999999993</c:v>
                </c:pt>
                <c:pt idx="5975">
                  <c:v>80.251000000000005</c:v>
                </c:pt>
                <c:pt idx="5976">
                  <c:v>80.402000000000001</c:v>
                </c:pt>
                <c:pt idx="5977">
                  <c:v>80.335999999999999</c:v>
                </c:pt>
                <c:pt idx="5978">
                  <c:v>80.203999999999994</c:v>
                </c:pt>
                <c:pt idx="5979">
                  <c:v>80.153000000000006</c:v>
                </c:pt>
                <c:pt idx="5980">
                  <c:v>79.882000000000005</c:v>
                </c:pt>
                <c:pt idx="5981">
                  <c:v>79.644000000000005</c:v>
                </c:pt>
                <c:pt idx="5982">
                  <c:v>79.774000000000001</c:v>
                </c:pt>
                <c:pt idx="5983">
                  <c:v>80.257999999999996</c:v>
                </c:pt>
                <c:pt idx="5984">
                  <c:v>80.408000000000001</c:v>
                </c:pt>
                <c:pt idx="5985">
                  <c:v>80.328000000000003</c:v>
                </c:pt>
                <c:pt idx="5986">
                  <c:v>80.061000000000007</c:v>
                </c:pt>
                <c:pt idx="5987">
                  <c:v>79.814999999999998</c:v>
                </c:pt>
                <c:pt idx="5988">
                  <c:v>79.927999999999997</c:v>
                </c:pt>
                <c:pt idx="5989">
                  <c:v>79.58</c:v>
                </c:pt>
                <c:pt idx="5990">
                  <c:v>79.567999999999998</c:v>
                </c:pt>
                <c:pt idx="5991">
                  <c:v>79.358999999999995</c:v>
                </c:pt>
                <c:pt idx="5992">
                  <c:v>79.269000000000005</c:v>
                </c:pt>
                <c:pt idx="5993">
                  <c:v>79.260999999999996</c:v>
                </c:pt>
                <c:pt idx="5994">
                  <c:v>79.617000000000004</c:v>
                </c:pt>
                <c:pt idx="5995">
                  <c:v>79.641999999999996</c:v>
                </c:pt>
                <c:pt idx="5996">
                  <c:v>79.67</c:v>
                </c:pt>
                <c:pt idx="5997">
                  <c:v>79.620999999999995</c:v>
                </c:pt>
                <c:pt idx="5998">
                  <c:v>79.62</c:v>
                </c:pt>
                <c:pt idx="5999">
                  <c:v>79.677999999999997</c:v>
                </c:pt>
                <c:pt idx="6000">
                  <c:v>79.769000000000005</c:v>
                </c:pt>
                <c:pt idx="6001">
                  <c:v>79.736000000000004</c:v>
                </c:pt>
                <c:pt idx="6002">
                  <c:v>79.844999999999999</c:v>
                </c:pt>
                <c:pt idx="6003">
                  <c:v>80.382000000000005</c:v>
                </c:pt>
                <c:pt idx="6004">
                  <c:v>80.498999999999995</c:v>
                </c:pt>
                <c:pt idx="6005">
                  <c:v>80.256</c:v>
                </c:pt>
                <c:pt idx="6006">
                  <c:v>80.344999999999999</c:v>
                </c:pt>
                <c:pt idx="6007">
                  <c:v>80.557000000000002</c:v>
                </c:pt>
                <c:pt idx="6008">
                  <c:v>79.738</c:v>
                </c:pt>
                <c:pt idx="6009">
                  <c:v>79.563000000000002</c:v>
                </c:pt>
                <c:pt idx="6010">
                  <c:v>79.488</c:v>
                </c:pt>
                <c:pt idx="6011">
                  <c:v>79.778999999999996</c:v>
                </c:pt>
                <c:pt idx="6012">
                  <c:v>79.804000000000002</c:v>
                </c:pt>
                <c:pt idx="6013">
                  <c:v>79.649000000000001</c:v>
                </c:pt>
                <c:pt idx="6014">
                  <c:v>80.036000000000001</c:v>
                </c:pt>
                <c:pt idx="6015">
                  <c:v>80.036000000000001</c:v>
                </c:pt>
                <c:pt idx="6016">
                  <c:v>79.873999999999995</c:v>
                </c:pt>
                <c:pt idx="6017">
                  <c:v>79.92</c:v>
                </c:pt>
                <c:pt idx="6018">
                  <c:v>79.948999999999998</c:v>
                </c:pt>
                <c:pt idx="6019">
                  <c:v>79.748000000000005</c:v>
                </c:pt>
                <c:pt idx="6020">
                  <c:v>79.78</c:v>
                </c:pt>
                <c:pt idx="6021">
                  <c:v>79.563999999999993</c:v>
                </c:pt>
                <c:pt idx="6022">
                  <c:v>79.281000000000006</c:v>
                </c:pt>
                <c:pt idx="6023">
                  <c:v>79.206999999999994</c:v>
                </c:pt>
                <c:pt idx="6024">
                  <c:v>79.125</c:v>
                </c:pt>
                <c:pt idx="6025">
                  <c:v>79.554000000000002</c:v>
                </c:pt>
                <c:pt idx="6026">
                  <c:v>79.488</c:v>
                </c:pt>
                <c:pt idx="6027">
                  <c:v>79.721000000000004</c:v>
                </c:pt>
                <c:pt idx="6028">
                  <c:v>80.191999999999993</c:v>
                </c:pt>
                <c:pt idx="6029">
                  <c:v>80.245999999999995</c:v>
                </c:pt>
                <c:pt idx="6030">
                  <c:v>80.31</c:v>
                </c:pt>
                <c:pt idx="6031">
                  <c:v>80.105999999999995</c:v>
                </c:pt>
                <c:pt idx="6032">
                  <c:v>80.090999999999994</c:v>
                </c:pt>
                <c:pt idx="6033">
                  <c:v>80.457999999999998</c:v>
                </c:pt>
                <c:pt idx="6034">
                  <c:v>80.58</c:v>
                </c:pt>
                <c:pt idx="6035">
                  <c:v>80.626999999999995</c:v>
                </c:pt>
                <c:pt idx="6036">
                  <c:v>80.468000000000004</c:v>
                </c:pt>
                <c:pt idx="6037">
                  <c:v>81.069000000000003</c:v>
                </c:pt>
                <c:pt idx="6038">
                  <c:v>81.460999999999999</c:v>
                </c:pt>
                <c:pt idx="6039">
                  <c:v>81.481999999999999</c:v>
                </c:pt>
                <c:pt idx="6040">
                  <c:v>81.67</c:v>
                </c:pt>
                <c:pt idx="6041">
                  <c:v>81.87</c:v>
                </c:pt>
                <c:pt idx="6042">
                  <c:v>81.602000000000004</c:v>
                </c:pt>
                <c:pt idx="6043">
                  <c:v>81.948999999999998</c:v>
                </c:pt>
                <c:pt idx="6044">
                  <c:v>82.313000000000002</c:v>
                </c:pt>
                <c:pt idx="6045">
                  <c:v>82.194999999999993</c:v>
                </c:pt>
                <c:pt idx="6046">
                  <c:v>82.087000000000003</c:v>
                </c:pt>
                <c:pt idx="6047">
                  <c:v>82.459000000000003</c:v>
                </c:pt>
                <c:pt idx="6048">
                  <c:v>82.081000000000003</c:v>
                </c:pt>
                <c:pt idx="6049">
                  <c:v>82.695999999999998</c:v>
                </c:pt>
                <c:pt idx="6050">
                  <c:v>82.572999999999993</c:v>
                </c:pt>
                <c:pt idx="6051">
                  <c:v>82.584000000000003</c:v>
                </c:pt>
                <c:pt idx="6052">
                  <c:v>82.888999999999996</c:v>
                </c:pt>
                <c:pt idx="6053">
                  <c:v>82.605999999999995</c:v>
                </c:pt>
                <c:pt idx="6054">
                  <c:v>82.260999999999996</c:v>
                </c:pt>
                <c:pt idx="6055">
                  <c:v>82.694000000000003</c:v>
                </c:pt>
                <c:pt idx="6056">
                  <c:v>82.989000000000004</c:v>
                </c:pt>
                <c:pt idx="6057">
                  <c:v>82.778999999999996</c:v>
                </c:pt>
                <c:pt idx="6058">
                  <c:v>82.74</c:v>
                </c:pt>
                <c:pt idx="6059">
                  <c:v>82.376000000000005</c:v>
                </c:pt>
                <c:pt idx="6060">
                  <c:v>82.828000000000003</c:v>
                </c:pt>
                <c:pt idx="6061">
                  <c:v>82.881</c:v>
                </c:pt>
                <c:pt idx="6062">
                  <c:v>83.221000000000004</c:v>
                </c:pt>
                <c:pt idx="6063">
                  <c:v>82.995999999999995</c:v>
                </c:pt>
                <c:pt idx="6064">
                  <c:v>82.975999999999999</c:v>
                </c:pt>
                <c:pt idx="6065">
                  <c:v>82.733000000000004</c:v>
                </c:pt>
                <c:pt idx="6066">
                  <c:v>82.924000000000007</c:v>
                </c:pt>
                <c:pt idx="6067">
                  <c:v>82.718000000000004</c:v>
                </c:pt>
                <c:pt idx="6068">
                  <c:v>82.677000000000007</c:v>
                </c:pt>
                <c:pt idx="6069">
                  <c:v>82.495999999999995</c:v>
                </c:pt>
                <c:pt idx="6070">
                  <c:v>82.751999999999995</c:v>
                </c:pt>
                <c:pt idx="6071">
                  <c:v>82.308999999999997</c:v>
                </c:pt>
                <c:pt idx="6072">
                  <c:v>82.531999999999996</c:v>
                </c:pt>
                <c:pt idx="6073">
                  <c:v>82.247</c:v>
                </c:pt>
                <c:pt idx="6074">
                  <c:v>82.311000000000007</c:v>
                </c:pt>
                <c:pt idx="6075">
                  <c:v>82.417000000000002</c:v>
                </c:pt>
                <c:pt idx="6076">
                  <c:v>81.748999999999995</c:v>
                </c:pt>
                <c:pt idx="6077">
                  <c:v>82.683999999999997</c:v>
                </c:pt>
                <c:pt idx="6078">
                  <c:v>82.558999999999997</c:v>
                </c:pt>
                <c:pt idx="6079">
                  <c:v>82.713999999999999</c:v>
                </c:pt>
                <c:pt idx="6080">
                  <c:v>82.676000000000002</c:v>
                </c:pt>
                <c:pt idx="6081">
                  <c:v>83.048000000000002</c:v>
                </c:pt>
                <c:pt idx="6082">
                  <c:v>83.048000000000002</c:v>
                </c:pt>
                <c:pt idx="6083">
                  <c:v>82.744</c:v>
                </c:pt>
                <c:pt idx="6084">
                  <c:v>82.501999999999995</c:v>
                </c:pt>
                <c:pt idx="6085">
                  <c:v>82.147000000000006</c:v>
                </c:pt>
                <c:pt idx="6086">
                  <c:v>81.745999999999995</c:v>
                </c:pt>
                <c:pt idx="6087">
                  <c:v>81.483999999999995</c:v>
                </c:pt>
                <c:pt idx="6088">
                  <c:v>82.224000000000004</c:v>
                </c:pt>
                <c:pt idx="6089">
                  <c:v>82.125</c:v>
                </c:pt>
                <c:pt idx="6090">
                  <c:v>82.314999999999998</c:v>
                </c:pt>
                <c:pt idx="6091">
                  <c:v>82.253</c:v>
                </c:pt>
                <c:pt idx="6092">
                  <c:v>81.896000000000001</c:v>
                </c:pt>
                <c:pt idx="6093">
                  <c:v>82.793000000000006</c:v>
                </c:pt>
                <c:pt idx="6094">
                  <c:v>83.143000000000001</c:v>
                </c:pt>
                <c:pt idx="6095">
                  <c:v>83.277000000000001</c:v>
                </c:pt>
                <c:pt idx="6096">
                  <c:v>83.594999999999999</c:v>
                </c:pt>
                <c:pt idx="6097">
                  <c:v>83.83</c:v>
                </c:pt>
                <c:pt idx="6098">
                  <c:v>83.587999999999994</c:v>
                </c:pt>
                <c:pt idx="6099">
                  <c:v>84.251999999999995</c:v>
                </c:pt>
                <c:pt idx="6100">
                  <c:v>83.736000000000004</c:v>
                </c:pt>
                <c:pt idx="6101">
                  <c:v>83.864000000000004</c:v>
                </c:pt>
                <c:pt idx="6102">
                  <c:v>84.352000000000004</c:v>
                </c:pt>
                <c:pt idx="6103">
                  <c:v>83.8</c:v>
                </c:pt>
                <c:pt idx="6104">
                  <c:v>83.7</c:v>
                </c:pt>
                <c:pt idx="6105">
                  <c:v>83.7</c:v>
                </c:pt>
                <c:pt idx="6106">
                  <c:v>84.1</c:v>
                </c:pt>
                <c:pt idx="6107">
                  <c:v>83.66</c:v>
                </c:pt>
                <c:pt idx="6108">
                  <c:v>83.042000000000002</c:v>
                </c:pt>
                <c:pt idx="6109">
                  <c:v>83.375</c:v>
                </c:pt>
                <c:pt idx="6110">
                  <c:v>82.656000000000006</c:v>
                </c:pt>
                <c:pt idx="6111">
                  <c:v>82.769000000000005</c:v>
                </c:pt>
                <c:pt idx="6112">
                  <c:v>82.593999999999994</c:v>
                </c:pt>
                <c:pt idx="6113">
                  <c:v>81.537000000000006</c:v>
                </c:pt>
                <c:pt idx="6114">
                  <c:v>81.668999999999997</c:v>
                </c:pt>
                <c:pt idx="6115">
                  <c:v>81.646000000000001</c:v>
                </c:pt>
                <c:pt idx="6116">
                  <c:v>81.113</c:v>
                </c:pt>
                <c:pt idx="6117">
                  <c:v>80.947000000000003</c:v>
                </c:pt>
                <c:pt idx="6118">
                  <c:v>80.751999999999995</c:v>
                </c:pt>
                <c:pt idx="6119">
                  <c:v>80.67</c:v>
                </c:pt>
                <c:pt idx="6120">
                  <c:v>80.787000000000006</c:v>
                </c:pt>
                <c:pt idx="6121">
                  <c:v>80.611999999999995</c:v>
                </c:pt>
                <c:pt idx="6122">
                  <c:v>81.427999999999997</c:v>
                </c:pt>
                <c:pt idx="6123">
                  <c:v>81.915000000000006</c:v>
                </c:pt>
                <c:pt idx="6124">
                  <c:v>82.317999999999998</c:v>
                </c:pt>
                <c:pt idx="6125">
                  <c:v>82.424999999999997</c:v>
                </c:pt>
                <c:pt idx="6126">
                  <c:v>82.581000000000003</c:v>
                </c:pt>
                <c:pt idx="6127">
                  <c:v>82.977000000000004</c:v>
                </c:pt>
                <c:pt idx="6128">
                  <c:v>82.902000000000001</c:v>
                </c:pt>
                <c:pt idx="6129">
                  <c:v>83.135999999999996</c:v>
                </c:pt>
                <c:pt idx="6130">
                  <c:v>83.054000000000002</c:v>
                </c:pt>
                <c:pt idx="6131">
                  <c:v>83.543999999999997</c:v>
                </c:pt>
                <c:pt idx="6132">
                  <c:v>83.230999999999995</c:v>
                </c:pt>
                <c:pt idx="6133">
                  <c:v>83.230999999999995</c:v>
                </c:pt>
                <c:pt idx="6134">
                  <c:v>84.448999999999998</c:v>
                </c:pt>
                <c:pt idx="6135">
                  <c:v>84.192999999999998</c:v>
                </c:pt>
                <c:pt idx="6136">
                  <c:v>84.58</c:v>
                </c:pt>
                <c:pt idx="6137">
                  <c:v>84.040999999999997</c:v>
                </c:pt>
                <c:pt idx="6138">
                  <c:v>82.745999999999995</c:v>
                </c:pt>
                <c:pt idx="6139">
                  <c:v>82.988</c:v>
                </c:pt>
                <c:pt idx="6140">
                  <c:v>83.043000000000006</c:v>
                </c:pt>
                <c:pt idx="6141">
                  <c:v>82.498000000000005</c:v>
                </c:pt>
                <c:pt idx="6142">
                  <c:v>82.707999999999998</c:v>
                </c:pt>
                <c:pt idx="6143">
                  <c:v>82.822999999999993</c:v>
                </c:pt>
                <c:pt idx="6144">
                  <c:v>82.606999999999999</c:v>
                </c:pt>
                <c:pt idx="6145">
                  <c:v>82.218999999999994</c:v>
                </c:pt>
                <c:pt idx="6146">
                  <c:v>81.944999999999993</c:v>
                </c:pt>
                <c:pt idx="6147">
                  <c:v>82.290999999999997</c:v>
                </c:pt>
                <c:pt idx="6148">
                  <c:v>81.97</c:v>
                </c:pt>
                <c:pt idx="6149">
                  <c:v>81.656999999999996</c:v>
                </c:pt>
                <c:pt idx="6150">
                  <c:v>81.662999999999997</c:v>
                </c:pt>
                <c:pt idx="6151">
                  <c:v>81.828999999999994</c:v>
                </c:pt>
                <c:pt idx="6152">
                  <c:v>81.451999999999998</c:v>
                </c:pt>
                <c:pt idx="6153">
                  <c:v>82.335999999999999</c:v>
                </c:pt>
                <c:pt idx="6154">
                  <c:v>81.908000000000001</c:v>
                </c:pt>
                <c:pt idx="6155">
                  <c:v>81.875</c:v>
                </c:pt>
                <c:pt idx="6156">
                  <c:v>81.602999999999994</c:v>
                </c:pt>
                <c:pt idx="6157">
                  <c:v>81.287000000000006</c:v>
                </c:pt>
                <c:pt idx="6158">
                  <c:v>80.977000000000004</c:v>
                </c:pt>
                <c:pt idx="6159">
                  <c:v>81.126000000000005</c:v>
                </c:pt>
                <c:pt idx="6160">
                  <c:v>81.332999999999998</c:v>
                </c:pt>
                <c:pt idx="6161">
                  <c:v>81.768000000000001</c:v>
                </c:pt>
                <c:pt idx="6162">
                  <c:v>81.710999999999999</c:v>
                </c:pt>
                <c:pt idx="6163">
                  <c:v>81.180999999999997</c:v>
                </c:pt>
                <c:pt idx="6164">
                  <c:v>81.257000000000005</c:v>
                </c:pt>
                <c:pt idx="6165">
                  <c:v>81.225999999999999</c:v>
                </c:pt>
                <c:pt idx="6166">
                  <c:v>80.906000000000006</c:v>
                </c:pt>
                <c:pt idx="6167">
                  <c:v>81.212999999999994</c:v>
                </c:pt>
                <c:pt idx="6168">
                  <c:v>81.488</c:v>
                </c:pt>
                <c:pt idx="6169">
                  <c:v>81.361000000000004</c:v>
                </c:pt>
                <c:pt idx="6170">
                  <c:v>81.406999999999996</c:v>
                </c:pt>
                <c:pt idx="6171">
                  <c:v>81.165999999999997</c:v>
                </c:pt>
                <c:pt idx="6172">
                  <c:v>81.430999999999997</c:v>
                </c:pt>
                <c:pt idx="6173">
                  <c:v>81.947999999999993</c:v>
                </c:pt>
                <c:pt idx="6174">
                  <c:v>82.087000000000003</c:v>
                </c:pt>
                <c:pt idx="6175">
                  <c:v>82.087000000000003</c:v>
                </c:pt>
                <c:pt idx="6176">
                  <c:v>82.361000000000004</c:v>
                </c:pt>
                <c:pt idx="6177">
                  <c:v>82.168999999999997</c:v>
                </c:pt>
                <c:pt idx="6178">
                  <c:v>82.632999999999996</c:v>
                </c:pt>
                <c:pt idx="6179">
                  <c:v>82.146000000000001</c:v>
                </c:pt>
                <c:pt idx="6180">
                  <c:v>81.793000000000006</c:v>
                </c:pt>
                <c:pt idx="6181">
                  <c:v>81.820999999999998</c:v>
                </c:pt>
                <c:pt idx="6182">
                  <c:v>81.518000000000001</c:v>
                </c:pt>
                <c:pt idx="6183">
                  <c:v>81.489000000000004</c:v>
                </c:pt>
                <c:pt idx="6184">
                  <c:v>81.451999999999998</c:v>
                </c:pt>
                <c:pt idx="6185">
                  <c:v>81.295000000000002</c:v>
                </c:pt>
                <c:pt idx="6186">
                  <c:v>81.143000000000001</c:v>
                </c:pt>
                <c:pt idx="6187">
                  <c:v>80.236999999999995</c:v>
                </c:pt>
                <c:pt idx="6188">
                  <c:v>80.372</c:v>
                </c:pt>
                <c:pt idx="6189">
                  <c:v>80.430999999999997</c:v>
                </c:pt>
                <c:pt idx="6190">
                  <c:v>80.448999999999998</c:v>
                </c:pt>
                <c:pt idx="6191">
                  <c:v>80.563000000000002</c:v>
                </c:pt>
                <c:pt idx="6192">
                  <c:v>80.334000000000003</c:v>
                </c:pt>
                <c:pt idx="6193">
                  <c:v>80.522999999999996</c:v>
                </c:pt>
                <c:pt idx="6194">
                  <c:v>80.287000000000006</c:v>
                </c:pt>
                <c:pt idx="6195">
                  <c:v>80.221000000000004</c:v>
                </c:pt>
                <c:pt idx="6196">
                  <c:v>80.141000000000005</c:v>
                </c:pt>
                <c:pt idx="6197">
                  <c:v>79.900000000000006</c:v>
                </c:pt>
                <c:pt idx="6198">
                  <c:v>79.748999999999995</c:v>
                </c:pt>
                <c:pt idx="6199">
                  <c:v>80.122</c:v>
                </c:pt>
                <c:pt idx="6200">
                  <c:v>79.941000000000003</c:v>
                </c:pt>
                <c:pt idx="6201">
                  <c:v>80.06</c:v>
                </c:pt>
                <c:pt idx="6202">
                  <c:v>80.376000000000005</c:v>
                </c:pt>
                <c:pt idx="6203">
                  <c:v>80.417000000000002</c:v>
                </c:pt>
                <c:pt idx="6204">
                  <c:v>80.361999999999995</c:v>
                </c:pt>
                <c:pt idx="6205">
                  <c:v>80.263000000000005</c:v>
                </c:pt>
                <c:pt idx="6206">
                  <c:v>80.481999999999999</c:v>
                </c:pt>
                <c:pt idx="6207">
                  <c:v>80.47</c:v>
                </c:pt>
                <c:pt idx="6208">
                  <c:v>79.649000000000001</c:v>
                </c:pt>
                <c:pt idx="6209">
                  <c:v>79.653999999999996</c:v>
                </c:pt>
                <c:pt idx="6210">
                  <c:v>79.694999999999993</c:v>
                </c:pt>
                <c:pt idx="6211">
                  <c:v>79.23</c:v>
                </c:pt>
                <c:pt idx="6212">
                  <c:v>79.263999999999996</c:v>
                </c:pt>
                <c:pt idx="6213">
                  <c:v>79.185000000000002</c:v>
                </c:pt>
                <c:pt idx="6214">
                  <c:v>79.194000000000003</c:v>
                </c:pt>
                <c:pt idx="6215">
                  <c:v>79.245999999999995</c:v>
                </c:pt>
                <c:pt idx="6216">
                  <c:v>79.606999999999999</c:v>
                </c:pt>
                <c:pt idx="6217">
                  <c:v>79.777000000000001</c:v>
                </c:pt>
                <c:pt idx="6218">
                  <c:v>80.194999999999993</c:v>
                </c:pt>
                <c:pt idx="6219">
                  <c:v>80.715999999999994</c:v>
                </c:pt>
                <c:pt idx="6220">
                  <c:v>80.552999999999997</c:v>
                </c:pt>
                <c:pt idx="6221">
                  <c:v>80.706000000000003</c:v>
                </c:pt>
                <c:pt idx="6222">
                  <c:v>80.483000000000004</c:v>
                </c:pt>
                <c:pt idx="6223">
                  <c:v>80.844999999999999</c:v>
                </c:pt>
                <c:pt idx="6224">
                  <c:v>81.302999999999997</c:v>
                </c:pt>
                <c:pt idx="6225">
                  <c:v>81.090999999999994</c:v>
                </c:pt>
                <c:pt idx="6226">
                  <c:v>81.191999999999993</c:v>
                </c:pt>
                <c:pt idx="6227">
                  <c:v>80.926000000000002</c:v>
                </c:pt>
                <c:pt idx="6228">
                  <c:v>81.022999999999996</c:v>
                </c:pt>
                <c:pt idx="6229">
                  <c:v>80.849000000000004</c:v>
                </c:pt>
                <c:pt idx="6230">
                  <c:v>80.825000000000003</c:v>
                </c:pt>
                <c:pt idx="6231">
                  <c:v>80.703999999999994</c:v>
                </c:pt>
                <c:pt idx="6232">
                  <c:v>81.111999999999995</c:v>
                </c:pt>
                <c:pt idx="6233">
                  <c:v>81.072999999999993</c:v>
                </c:pt>
                <c:pt idx="6234">
                  <c:v>80.707999999999998</c:v>
                </c:pt>
                <c:pt idx="6235">
                  <c:v>80.92</c:v>
                </c:pt>
                <c:pt idx="6236">
                  <c:v>80.611000000000004</c:v>
                </c:pt>
                <c:pt idx="6237">
                  <c:v>80.721999999999994</c:v>
                </c:pt>
                <c:pt idx="6238">
                  <c:v>80.581999999999994</c:v>
                </c:pt>
                <c:pt idx="6239">
                  <c:v>80.680000000000007</c:v>
                </c:pt>
                <c:pt idx="6240">
                  <c:v>80.924999999999997</c:v>
                </c:pt>
                <c:pt idx="6241">
                  <c:v>80.590999999999994</c:v>
                </c:pt>
                <c:pt idx="6242">
                  <c:v>80.619</c:v>
                </c:pt>
                <c:pt idx="6243">
                  <c:v>80.234999999999999</c:v>
                </c:pt>
                <c:pt idx="6244">
                  <c:v>80.314999999999998</c:v>
                </c:pt>
                <c:pt idx="6245">
                  <c:v>80.134</c:v>
                </c:pt>
                <c:pt idx="6246">
                  <c:v>79.965999999999994</c:v>
                </c:pt>
                <c:pt idx="6247">
                  <c:v>79.894000000000005</c:v>
                </c:pt>
                <c:pt idx="6248">
                  <c:v>80.206000000000003</c:v>
                </c:pt>
                <c:pt idx="6249">
                  <c:v>80.213999999999999</c:v>
                </c:pt>
                <c:pt idx="6250">
                  <c:v>80.073999999999998</c:v>
                </c:pt>
                <c:pt idx="6251">
                  <c:v>80.061000000000007</c:v>
                </c:pt>
                <c:pt idx="6252">
                  <c:v>80.105000000000004</c:v>
                </c:pt>
                <c:pt idx="6253">
                  <c:v>80.63</c:v>
                </c:pt>
                <c:pt idx="6254">
                  <c:v>80.575000000000003</c:v>
                </c:pt>
                <c:pt idx="6255">
                  <c:v>80.447000000000003</c:v>
                </c:pt>
                <c:pt idx="6256">
                  <c:v>80.536000000000001</c:v>
                </c:pt>
                <c:pt idx="6257">
                  <c:v>80.558000000000007</c:v>
                </c:pt>
                <c:pt idx="6258">
                  <c:v>80.483999999999995</c:v>
                </c:pt>
                <c:pt idx="6259">
                  <c:v>80.391999999999996</c:v>
                </c:pt>
                <c:pt idx="6260">
                  <c:v>80</c:v>
                </c:pt>
                <c:pt idx="6261">
                  <c:v>80.034999999999997</c:v>
                </c:pt>
                <c:pt idx="6262">
                  <c:v>80.108000000000004</c:v>
                </c:pt>
                <c:pt idx="6263">
                  <c:v>80.63</c:v>
                </c:pt>
                <c:pt idx="6264">
                  <c:v>80.790999999999997</c:v>
                </c:pt>
                <c:pt idx="6265">
                  <c:v>80.652000000000001</c:v>
                </c:pt>
                <c:pt idx="6266">
                  <c:v>80.832999999999998</c:v>
                </c:pt>
                <c:pt idx="6267">
                  <c:v>81.022000000000006</c:v>
                </c:pt>
                <c:pt idx="6268">
                  <c:v>81.004999999999995</c:v>
                </c:pt>
                <c:pt idx="6269">
                  <c:v>80.658000000000001</c:v>
                </c:pt>
                <c:pt idx="6270">
                  <c:v>80.513000000000005</c:v>
                </c:pt>
                <c:pt idx="6271">
                  <c:v>80.662000000000006</c:v>
                </c:pt>
                <c:pt idx="6272">
                  <c:v>81.027000000000001</c:v>
                </c:pt>
                <c:pt idx="6273">
                  <c:v>80.91</c:v>
                </c:pt>
                <c:pt idx="6274">
                  <c:v>81.224999999999994</c:v>
                </c:pt>
                <c:pt idx="6275">
                  <c:v>81.224999999999994</c:v>
                </c:pt>
                <c:pt idx="6276">
                  <c:v>81.097999999999999</c:v>
                </c:pt>
                <c:pt idx="6277">
                  <c:v>81.167000000000002</c:v>
                </c:pt>
                <c:pt idx="6278">
                  <c:v>80.438000000000002</c:v>
                </c:pt>
                <c:pt idx="6279">
                  <c:v>80.457999999999998</c:v>
                </c:pt>
                <c:pt idx="6280">
                  <c:v>80.524000000000001</c:v>
                </c:pt>
                <c:pt idx="6281">
                  <c:v>80.567999999999998</c:v>
                </c:pt>
                <c:pt idx="6282">
                  <c:v>80.504999999999995</c:v>
                </c:pt>
                <c:pt idx="6283">
                  <c:v>81.084999999999994</c:v>
                </c:pt>
                <c:pt idx="6284">
                  <c:v>81.311000000000007</c:v>
                </c:pt>
                <c:pt idx="6285">
                  <c:v>81.009</c:v>
                </c:pt>
                <c:pt idx="6286">
                  <c:v>81.120999999999995</c:v>
                </c:pt>
                <c:pt idx="6287">
                  <c:v>81.036000000000001</c:v>
                </c:pt>
                <c:pt idx="6288">
                  <c:v>80.906000000000006</c:v>
                </c:pt>
                <c:pt idx="6289">
                  <c:v>80.691000000000003</c:v>
                </c:pt>
                <c:pt idx="6290">
                  <c:v>80.641999999999996</c:v>
                </c:pt>
                <c:pt idx="6291">
                  <c:v>80.638000000000005</c:v>
                </c:pt>
                <c:pt idx="6292">
                  <c:v>80.679000000000002</c:v>
                </c:pt>
                <c:pt idx="6293">
                  <c:v>80.322999999999993</c:v>
                </c:pt>
                <c:pt idx="6294">
                  <c:v>80.135999999999996</c:v>
                </c:pt>
                <c:pt idx="6295">
                  <c:v>80.135999999999996</c:v>
                </c:pt>
                <c:pt idx="6296">
                  <c:v>80.007999999999996</c:v>
                </c:pt>
                <c:pt idx="6297">
                  <c:v>80.144000000000005</c:v>
                </c:pt>
                <c:pt idx="6298">
                  <c:v>80.286000000000001</c:v>
                </c:pt>
                <c:pt idx="6299">
                  <c:v>80.236999999999995</c:v>
                </c:pt>
                <c:pt idx="6300">
                  <c:v>80.198999999999998</c:v>
                </c:pt>
                <c:pt idx="6301">
                  <c:v>80.137</c:v>
                </c:pt>
                <c:pt idx="6302">
                  <c:v>80.429000000000002</c:v>
                </c:pt>
                <c:pt idx="6303">
                  <c:v>80.284999999999997</c:v>
                </c:pt>
                <c:pt idx="6304">
                  <c:v>79.691000000000003</c:v>
                </c:pt>
                <c:pt idx="6305">
                  <c:v>80.076999999999998</c:v>
                </c:pt>
                <c:pt idx="6306">
                  <c:v>80.168000000000006</c:v>
                </c:pt>
                <c:pt idx="6307">
                  <c:v>80.108999999999995</c:v>
                </c:pt>
                <c:pt idx="6308">
                  <c:v>79.662999999999997</c:v>
                </c:pt>
                <c:pt idx="6309">
                  <c:v>79.718999999999994</c:v>
                </c:pt>
                <c:pt idx="6310">
                  <c:v>79.768000000000001</c:v>
                </c:pt>
                <c:pt idx="6311">
                  <c:v>79.736000000000004</c:v>
                </c:pt>
                <c:pt idx="6312">
                  <c:v>79.608000000000004</c:v>
                </c:pt>
                <c:pt idx="6313">
                  <c:v>79.62</c:v>
                </c:pt>
                <c:pt idx="6314">
                  <c:v>79.445999999999998</c:v>
                </c:pt>
                <c:pt idx="6315">
                  <c:v>79.385000000000005</c:v>
                </c:pt>
                <c:pt idx="6316">
                  <c:v>79.414000000000001</c:v>
                </c:pt>
                <c:pt idx="6317">
                  <c:v>79.995000000000005</c:v>
                </c:pt>
                <c:pt idx="6318">
                  <c:v>80.191999999999993</c:v>
                </c:pt>
                <c:pt idx="6319">
                  <c:v>80.105000000000004</c:v>
                </c:pt>
                <c:pt idx="6320">
                  <c:v>79.933999999999997</c:v>
                </c:pt>
                <c:pt idx="6321">
                  <c:v>79.944000000000003</c:v>
                </c:pt>
                <c:pt idx="6322">
                  <c:v>80.031999999999996</c:v>
                </c:pt>
                <c:pt idx="6323">
                  <c:v>80.111000000000004</c:v>
                </c:pt>
                <c:pt idx="6324">
                  <c:v>80.176000000000002</c:v>
                </c:pt>
                <c:pt idx="6325">
                  <c:v>80.099999999999994</c:v>
                </c:pt>
                <c:pt idx="6326">
                  <c:v>80.093999999999994</c:v>
                </c:pt>
                <c:pt idx="6327">
                  <c:v>80.215000000000003</c:v>
                </c:pt>
                <c:pt idx="6328">
                  <c:v>80.474999999999994</c:v>
                </c:pt>
                <c:pt idx="6329">
                  <c:v>80.423000000000002</c:v>
                </c:pt>
                <c:pt idx="6330">
                  <c:v>80.231999999999999</c:v>
                </c:pt>
                <c:pt idx="6331">
                  <c:v>79.751999999999995</c:v>
                </c:pt>
                <c:pt idx="6332">
                  <c:v>79.483999999999995</c:v>
                </c:pt>
                <c:pt idx="6333">
                  <c:v>79.382999999999996</c:v>
                </c:pt>
                <c:pt idx="6334">
                  <c:v>79.451999999999998</c:v>
                </c:pt>
                <c:pt idx="6335">
                  <c:v>79.728999999999999</c:v>
                </c:pt>
                <c:pt idx="6336">
                  <c:v>79.802999999999997</c:v>
                </c:pt>
                <c:pt idx="6337">
                  <c:v>79.802999999999997</c:v>
                </c:pt>
                <c:pt idx="6338">
                  <c:v>79.828000000000003</c:v>
                </c:pt>
                <c:pt idx="6339">
                  <c:v>79.846999999999994</c:v>
                </c:pt>
                <c:pt idx="6340">
                  <c:v>79.944999999999993</c:v>
                </c:pt>
                <c:pt idx="6341">
                  <c:v>79.905000000000001</c:v>
                </c:pt>
                <c:pt idx="6342">
                  <c:v>79.855000000000004</c:v>
                </c:pt>
                <c:pt idx="6343">
                  <c:v>79.799000000000007</c:v>
                </c:pt>
                <c:pt idx="6344">
                  <c:v>79.748999999999995</c:v>
                </c:pt>
                <c:pt idx="6345">
                  <c:v>79.683000000000007</c:v>
                </c:pt>
                <c:pt idx="6346">
                  <c:v>79.808000000000007</c:v>
                </c:pt>
                <c:pt idx="6347">
                  <c:v>79.474000000000004</c:v>
                </c:pt>
                <c:pt idx="6348">
                  <c:v>79.527000000000001</c:v>
                </c:pt>
                <c:pt idx="6349">
                  <c:v>79.516000000000005</c:v>
                </c:pt>
                <c:pt idx="6350">
                  <c:v>79.486000000000004</c:v>
                </c:pt>
                <c:pt idx="6351">
                  <c:v>79.093000000000004</c:v>
                </c:pt>
                <c:pt idx="6352">
                  <c:v>79.201999999999998</c:v>
                </c:pt>
                <c:pt idx="6353">
                  <c:v>79.361000000000004</c:v>
                </c:pt>
                <c:pt idx="6354">
                  <c:v>79.903000000000006</c:v>
                </c:pt>
                <c:pt idx="6355">
                  <c:v>79.900999999999996</c:v>
                </c:pt>
                <c:pt idx="6356">
                  <c:v>80.143000000000001</c:v>
                </c:pt>
                <c:pt idx="6357">
                  <c:v>80.072999999999993</c:v>
                </c:pt>
                <c:pt idx="6358">
                  <c:v>80.003</c:v>
                </c:pt>
                <c:pt idx="6359">
                  <c:v>80.043000000000006</c:v>
                </c:pt>
                <c:pt idx="6360">
                  <c:v>79.992999999999995</c:v>
                </c:pt>
                <c:pt idx="6361">
                  <c:v>80.040999999999997</c:v>
                </c:pt>
                <c:pt idx="6362">
                  <c:v>80.094999999999999</c:v>
                </c:pt>
                <c:pt idx="6363">
                  <c:v>80.254000000000005</c:v>
                </c:pt>
                <c:pt idx="6364">
                  <c:v>80.393000000000001</c:v>
                </c:pt>
                <c:pt idx="6365">
                  <c:v>80.393000000000001</c:v>
                </c:pt>
                <c:pt idx="6366">
                  <c:v>80.352000000000004</c:v>
                </c:pt>
                <c:pt idx="6367">
                  <c:v>80.570999999999998</c:v>
                </c:pt>
                <c:pt idx="6368">
                  <c:v>80.494</c:v>
                </c:pt>
                <c:pt idx="6369">
                  <c:v>80.369</c:v>
                </c:pt>
                <c:pt idx="6370">
                  <c:v>80.644000000000005</c:v>
                </c:pt>
                <c:pt idx="6371">
                  <c:v>80.554000000000002</c:v>
                </c:pt>
                <c:pt idx="6372">
                  <c:v>80.662999999999997</c:v>
                </c:pt>
                <c:pt idx="6373">
                  <c:v>80.370999999999995</c:v>
                </c:pt>
                <c:pt idx="6374">
                  <c:v>80.409000000000006</c:v>
                </c:pt>
                <c:pt idx="6375">
                  <c:v>80.653000000000006</c:v>
                </c:pt>
                <c:pt idx="6376">
                  <c:v>80.819999999999993</c:v>
                </c:pt>
                <c:pt idx="6377">
                  <c:v>80.787999999999997</c:v>
                </c:pt>
                <c:pt idx="6378">
                  <c:v>80.575999999999993</c:v>
                </c:pt>
                <c:pt idx="6379">
                  <c:v>80.575999999999993</c:v>
                </c:pt>
                <c:pt idx="6380">
                  <c:v>80.471000000000004</c:v>
                </c:pt>
                <c:pt idx="6381">
                  <c:v>80.629000000000005</c:v>
                </c:pt>
                <c:pt idx="6382">
                  <c:v>80.584000000000003</c:v>
                </c:pt>
                <c:pt idx="6383">
                  <c:v>80.316999999999993</c:v>
                </c:pt>
                <c:pt idx="6384">
                  <c:v>80.372</c:v>
                </c:pt>
                <c:pt idx="6385">
                  <c:v>80.272000000000006</c:v>
                </c:pt>
                <c:pt idx="6386">
                  <c:v>80.326999999999998</c:v>
                </c:pt>
                <c:pt idx="6387">
                  <c:v>80.224999999999994</c:v>
                </c:pt>
                <c:pt idx="6388">
                  <c:v>80.22</c:v>
                </c:pt>
                <c:pt idx="6389">
                  <c:v>80.039000000000001</c:v>
                </c:pt>
                <c:pt idx="6390">
                  <c:v>79.775000000000006</c:v>
                </c:pt>
                <c:pt idx="6391">
                  <c:v>79.814999999999998</c:v>
                </c:pt>
                <c:pt idx="6392">
                  <c:v>79.956000000000003</c:v>
                </c:pt>
                <c:pt idx="6393">
                  <c:v>80.212000000000003</c:v>
                </c:pt>
                <c:pt idx="6394">
                  <c:v>80.269000000000005</c:v>
                </c:pt>
                <c:pt idx="6395">
                  <c:v>80.218000000000004</c:v>
                </c:pt>
                <c:pt idx="6396">
                  <c:v>80.179000000000002</c:v>
                </c:pt>
                <c:pt idx="6397">
                  <c:v>79.992999999999995</c:v>
                </c:pt>
                <c:pt idx="6398">
                  <c:v>80.126999999999995</c:v>
                </c:pt>
                <c:pt idx="6399">
                  <c:v>80.186999999999998</c:v>
                </c:pt>
                <c:pt idx="6400">
                  <c:v>80.188000000000002</c:v>
                </c:pt>
                <c:pt idx="6401">
                  <c:v>80.39</c:v>
                </c:pt>
                <c:pt idx="6402">
                  <c:v>80.558999999999997</c:v>
                </c:pt>
                <c:pt idx="6403">
                  <c:v>80.504999999999995</c:v>
                </c:pt>
                <c:pt idx="6404">
                  <c:v>80.524000000000001</c:v>
                </c:pt>
                <c:pt idx="6405">
                  <c:v>80.56</c:v>
                </c:pt>
                <c:pt idx="6406">
                  <c:v>80.781000000000006</c:v>
                </c:pt>
                <c:pt idx="6407">
                  <c:v>80.822999999999993</c:v>
                </c:pt>
                <c:pt idx="6408">
                  <c:v>80.872</c:v>
                </c:pt>
                <c:pt idx="6409">
                  <c:v>81.028999999999996</c:v>
                </c:pt>
                <c:pt idx="6410">
                  <c:v>81.025000000000006</c:v>
                </c:pt>
                <c:pt idx="6411">
                  <c:v>81.213999999999999</c:v>
                </c:pt>
                <c:pt idx="6412">
                  <c:v>81.432000000000002</c:v>
                </c:pt>
                <c:pt idx="6413">
                  <c:v>81.456000000000003</c:v>
                </c:pt>
                <c:pt idx="6414">
                  <c:v>81.302000000000007</c:v>
                </c:pt>
                <c:pt idx="6415">
                  <c:v>81.328000000000003</c:v>
                </c:pt>
                <c:pt idx="6416">
                  <c:v>81.328000000000003</c:v>
                </c:pt>
                <c:pt idx="6417">
                  <c:v>81.444000000000003</c:v>
                </c:pt>
                <c:pt idx="6418">
                  <c:v>81.524000000000001</c:v>
                </c:pt>
                <c:pt idx="6419">
                  <c:v>81.388999999999996</c:v>
                </c:pt>
                <c:pt idx="6420">
                  <c:v>81.465999999999994</c:v>
                </c:pt>
                <c:pt idx="6421">
                  <c:v>81.5</c:v>
                </c:pt>
                <c:pt idx="6422">
                  <c:v>81.596000000000004</c:v>
                </c:pt>
                <c:pt idx="6423">
                  <c:v>81.587999999999994</c:v>
                </c:pt>
                <c:pt idx="6424">
                  <c:v>81.424000000000007</c:v>
                </c:pt>
                <c:pt idx="6425">
                  <c:v>81.575999999999993</c:v>
                </c:pt>
                <c:pt idx="6426">
                  <c:v>81.882999999999996</c:v>
                </c:pt>
                <c:pt idx="6427">
                  <c:v>82.225999999999999</c:v>
                </c:pt>
                <c:pt idx="6428">
                  <c:v>82.153999999999996</c:v>
                </c:pt>
                <c:pt idx="6429">
                  <c:v>82.335999999999999</c:v>
                </c:pt>
                <c:pt idx="6430">
                  <c:v>82.549000000000007</c:v>
                </c:pt>
                <c:pt idx="6431">
                  <c:v>82.65</c:v>
                </c:pt>
                <c:pt idx="6432">
                  <c:v>82.427999999999997</c:v>
                </c:pt>
                <c:pt idx="6433">
                  <c:v>82.477000000000004</c:v>
                </c:pt>
                <c:pt idx="6434">
                  <c:v>82.748000000000005</c:v>
                </c:pt>
                <c:pt idx="6435">
                  <c:v>82.748000000000005</c:v>
                </c:pt>
                <c:pt idx="6436">
                  <c:v>82.992000000000004</c:v>
                </c:pt>
                <c:pt idx="6437">
                  <c:v>82.864999999999995</c:v>
                </c:pt>
                <c:pt idx="6438">
                  <c:v>83.82</c:v>
                </c:pt>
                <c:pt idx="6439">
                  <c:v>83.739000000000004</c:v>
                </c:pt>
                <c:pt idx="6440">
                  <c:v>84.231999999999999</c:v>
                </c:pt>
                <c:pt idx="6441">
                  <c:v>84.278000000000006</c:v>
                </c:pt>
                <c:pt idx="6442">
                  <c:v>84.283000000000001</c:v>
                </c:pt>
                <c:pt idx="6443">
                  <c:v>84.298000000000002</c:v>
                </c:pt>
                <c:pt idx="6444">
                  <c:v>84.24</c:v>
                </c:pt>
                <c:pt idx="6445">
                  <c:v>84.263999999999996</c:v>
                </c:pt>
                <c:pt idx="6446">
                  <c:v>84.073999999999998</c:v>
                </c:pt>
                <c:pt idx="6447">
                  <c:v>84.344999999999999</c:v>
                </c:pt>
                <c:pt idx="6448">
                  <c:v>84.322999999999993</c:v>
                </c:pt>
                <c:pt idx="6449">
                  <c:v>84.734999999999999</c:v>
                </c:pt>
                <c:pt idx="6450">
                  <c:v>84.751999999999995</c:v>
                </c:pt>
                <c:pt idx="6451">
                  <c:v>84.658000000000001</c:v>
                </c:pt>
                <c:pt idx="6452">
                  <c:v>85.037000000000006</c:v>
                </c:pt>
                <c:pt idx="6453">
                  <c:v>85.194999999999993</c:v>
                </c:pt>
                <c:pt idx="6454">
                  <c:v>85.64</c:v>
                </c:pt>
                <c:pt idx="6455">
                  <c:v>85.590999999999994</c:v>
                </c:pt>
                <c:pt idx="6456">
                  <c:v>85.936000000000007</c:v>
                </c:pt>
                <c:pt idx="6457">
                  <c:v>85.971999999999994</c:v>
                </c:pt>
                <c:pt idx="6458">
                  <c:v>85.600999999999999</c:v>
                </c:pt>
                <c:pt idx="6459">
                  <c:v>86.694000000000003</c:v>
                </c:pt>
                <c:pt idx="6460">
                  <c:v>85.927999999999997</c:v>
                </c:pt>
                <c:pt idx="6461">
                  <c:v>85.671999999999997</c:v>
                </c:pt>
                <c:pt idx="6462">
                  <c:v>85.296999999999997</c:v>
                </c:pt>
                <c:pt idx="6463">
                  <c:v>85.522000000000006</c:v>
                </c:pt>
                <c:pt idx="6464">
                  <c:v>85.912000000000006</c:v>
                </c:pt>
                <c:pt idx="6465">
                  <c:v>85.531999999999996</c:v>
                </c:pt>
                <c:pt idx="6466">
                  <c:v>85.822000000000003</c:v>
                </c:pt>
                <c:pt idx="6467">
                  <c:v>85.147000000000006</c:v>
                </c:pt>
                <c:pt idx="6468">
                  <c:v>84.954999999999998</c:v>
                </c:pt>
                <c:pt idx="6469">
                  <c:v>85.11</c:v>
                </c:pt>
                <c:pt idx="6470">
                  <c:v>84.953000000000003</c:v>
                </c:pt>
                <c:pt idx="6471">
                  <c:v>85.302999999999997</c:v>
                </c:pt>
                <c:pt idx="6472">
                  <c:v>85.741</c:v>
                </c:pt>
                <c:pt idx="6473">
                  <c:v>85.843000000000004</c:v>
                </c:pt>
                <c:pt idx="6474">
                  <c:v>85.731999999999999</c:v>
                </c:pt>
                <c:pt idx="6475">
                  <c:v>85.495000000000005</c:v>
                </c:pt>
                <c:pt idx="6476">
                  <c:v>85.408000000000001</c:v>
                </c:pt>
                <c:pt idx="6477">
                  <c:v>85.951999999999998</c:v>
                </c:pt>
                <c:pt idx="6478">
                  <c:v>86.147000000000006</c:v>
                </c:pt>
                <c:pt idx="6479">
                  <c:v>86.917000000000002</c:v>
                </c:pt>
                <c:pt idx="6480">
                  <c:v>87.308999999999997</c:v>
                </c:pt>
                <c:pt idx="6481">
                  <c:v>86.983999999999995</c:v>
                </c:pt>
                <c:pt idx="6482">
                  <c:v>87.444000000000003</c:v>
                </c:pt>
                <c:pt idx="6483">
                  <c:v>88.012</c:v>
                </c:pt>
                <c:pt idx="6484">
                  <c:v>87.641999999999996</c:v>
                </c:pt>
                <c:pt idx="6485">
                  <c:v>87.81</c:v>
                </c:pt>
                <c:pt idx="6486">
                  <c:v>87.531000000000006</c:v>
                </c:pt>
                <c:pt idx="6487">
                  <c:v>87.822000000000003</c:v>
                </c:pt>
                <c:pt idx="6488">
                  <c:v>87.674000000000007</c:v>
                </c:pt>
                <c:pt idx="6489">
                  <c:v>87.525000000000006</c:v>
                </c:pt>
                <c:pt idx="6490">
                  <c:v>87.926000000000002</c:v>
                </c:pt>
                <c:pt idx="6491">
                  <c:v>87.575000000000003</c:v>
                </c:pt>
                <c:pt idx="6492">
                  <c:v>87.647000000000006</c:v>
                </c:pt>
                <c:pt idx="6493">
                  <c:v>87.590999999999994</c:v>
                </c:pt>
                <c:pt idx="6494">
                  <c:v>88.31</c:v>
                </c:pt>
                <c:pt idx="6495">
                  <c:v>88.150999999999996</c:v>
                </c:pt>
                <c:pt idx="6496">
                  <c:v>87.92</c:v>
                </c:pt>
                <c:pt idx="6497">
                  <c:v>87.606999999999999</c:v>
                </c:pt>
                <c:pt idx="6498">
                  <c:v>87.606999999999999</c:v>
                </c:pt>
                <c:pt idx="6499">
                  <c:v>88.355999999999995</c:v>
                </c:pt>
                <c:pt idx="6500">
                  <c:v>87.945999999999998</c:v>
                </c:pt>
                <c:pt idx="6501">
                  <c:v>88.647000000000006</c:v>
                </c:pt>
                <c:pt idx="6502">
                  <c:v>88.956000000000003</c:v>
                </c:pt>
                <c:pt idx="6503">
                  <c:v>88.703999999999994</c:v>
                </c:pt>
                <c:pt idx="6504">
                  <c:v>89.334000000000003</c:v>
                </c:pt>
                <c:pt idx="6505">
                  <c:v>89.040999999999997</c:v>
                </c:pt>
                <c:pt idx="6506">
                  <c:v>88.69</c:v>
                </c:pt>
                <c:pt idx="6507">
                  <c:v>88.271000000000001</c:v>
                </c:pt>
                <c:pt idx="6508">
                  <c:v>88.662999999999997</c:v>
                </c:pt>
                <c:pt idx="6509">
                  <c:v>88.363</c:v>
                </c:pt>
                <c:pt idx="6510">
                  <c:v>88.46</c:v>
                </c:pt>
                <c:pt idx="6511">
                  <c:v>88.125</c:v>
                </c:pt>
                <c:pt idx="6512">
                  <c:v>89.132999999999996</c:v>
                </c:pt>
                <c:pt idx="6513">
                  <c:v>89.234999999999999</c:v>
                </c:pt>
                <c:pt idx="6514">
                  <c:v>89.597999999999999</c:v>
                </c:pt>
                <c:pt idx="6515">
                  <c:v>89.77</c:v>
                </c:pt>
                <c:pt idx="6516">
                  <c:v>90.063999999999993</c:v>
                </c:pt>
                <c:pt idx="6517">
                  <c:v>89.966999999999999</c:v>
                </c:pt>
                <c:pt idx="6518">
                  <c:v>89.834999999999994</c:v>
                </c:pt>
                <c:pt idx="6519">
                  <c:v>90.03</c:v>
                </c:pt>
                <c:pt idx="6520">
                  <c:v>90.19</c:v>
                </c:pt>
                <c:pt idx="6521">
                  <c:v>89.991</c:v>
                </c:pt>
                <c:pt idx="6522">
                  <c:v>90.269000000000005</c:v>
                </c:pt>
                <c:pt idx="6523">
                  <c:v>90.275999999999996</c:v>
                </c:pt>
                <c:pt idx="6524">
                  <c:v>91.08</c:v>
                </c:pt>
                <c:pt idx="6525">
                  <c:v>91.378</c:v>
                </c:pt>
                <c:pt idx="6526">
                  <c:v>91.498999999999995</c:v>
                </c:pt>
                <c:pt idx="6527">
                  <c:v>91.89</c:v>
                </c:pt>
                <c:pt idx="6528">
                  <c:v>92.367999999999995</c:v>
                </c:pt>
                <c:pt idx="6529">
                  <c:v>91.935000000000002</c:v>
                </c:pt>
                <c:pt idx="6530">
                  <c:v>91.983000000000004</c:v>
                </c:pt>
                <c:pt idx="6531">
                  <c:v>92.31</c:v>
                </c:pt>
                <c:pt idx="6532">
                  <c:v>92.161000000000001</c:v>
                </c:pt>
                <c:pt idx="6533">
                  <c:v>92.352000000000004</c:v>
                </c:pt>
                <c:pt idx="6534">
                  <c:v>92.52</c:v>
                </c:pt>
                <c:pt idx="6535">
                  <c:v>92.52</c:v>
                </c:pt>
                <c:pt idx="6536">
                  <c:v>93.046000000000006</c:v>
                </c:pt>
                <c:pt idx="6537">
                  <c:v>92.903999999999996</c:v>
                </c:pt>
                <c:pt idx="6538">
                  <c:v>94.076999999999998</c:v>
                </c:pt>
                <c:pt idx="6539">
                  <c:v>94.762</c:v>
                </c:pt>
                <c:pt idx="6540">
                  <c:v>94.802000000000007</c:v>
                </c:pt>
                <c:pt idx="6541">
                  <c:v>94.022000000000006</c:v>
                </c:pt>
                <c:pt idx="6542">
                  <c:v>94.466999999999999</c:v>
                </c:pt>
                <c:pt idx="6543">
                  <c:v>94.781999999999996</c:v>
                </c:pt>
                <c:pt idx="6544">
                  <c:v>94.804000000000002</c:v>
                </c:pt>
                <c:pt idx="6545">
                  <c:v>94.504000000000005</c:v>
                </c:pt>
                <c:pt idx="6546">
                  <c:v>93.6</c:v>
                </c:pt>
                <c:pt idx="6547">
                  <c:v>93.986000000000004</c:v>
                </c:pt>
                <c:pt idx="6548">
                  <c:v>93.569000000000003</c:v>
                </c:pt>
                <c:pt idx="6549">
                  <c:v>94.697999999999993</c:v>
                </c:pt>
                <c:pt idx="6550">
                  <c:v>94.448999999999998</c:v>
                </c:pt>
                <c:pt idx="6551">
                  <c:v>94.757999999999996</c:v>
                </c:pt>
                <c:pt idx="6552">
                  <c:v>94.984999999999999</c:v>
                </c:pt>
                <c:pt idx="6553">
                  <c:v>94.093999999999994</c:v>
                </c:pt>
                <c:pt idx="6554">
                  <c:v>94.200999999999993</c:v>
                </c:pt>
                <c:pt idx="6555">
                  <c:v>94.200999999999993</c:v>
                </c:pt>
                <c:pt idx="6556">
                  <c:v>94.061000000000007</c:v>
                </c:pt>
                <c:pt idx="6557">
                  <c:v>94.197999999999993</c:v>
                </c:pt>
                <c:pt idx="6558">
                  <c:v>94.403999999999996</c:v>
                </c:pt>
                <c:pt idx="6559">
                  <c:v>94.253</c:v>
                </c:pt>
                <c:pt idx="6560">
                  <c:v>94.569000000000003</c:v>
                </c:pt>
                <c:pt idx="6561">
                  <c:v>94.492999999999995</c:v>
                </c:pt>
                <c:pt idx="6562">
                  <c:v>94.212999999999994</c:v>
                </c:pt>
                <c:pt idx="6563">
                  <c:v>95.292000000000002</c:v>
                </c:pt>
                <c:pt idx="6564">
                  <c:v>95.293000000000006</c:v>
                </c:pt>
                <c:pt idx="6565">
                  <c:v>95.462000000000003</c:v>
                </c:pt>
                <c:pt idx="6566">
                  <c:v>95.382999999999996</c:v>
                </c:pt>
                <c:pt idx="6567">
                  <c:v>95.965000000000003</c:v>
                </c:pt>
                <c:pt idx="6568">
                  <c:v>96.378</c:v>
                </c:pt>
                <c:pt idx="6569">
                  <c:v>97.614999999999995</c:v>
                </c:pt>
                <c:pt idx="6570">
                  <c:v>97.587999999999994</c:v>
                </c:pt>
                <c:pt idx="6571">
                  <c:v>98.617999999999995</c:v>
                </c:pt>
                <c:pt idx="6572">
                  <c:v>99.795000000000002</c:v>
                </c:pt>
                <c:pt idx="6573">
                  <c:v>99.435000000000002</c:v>
                </c:pt>
                <c:pt idx="6574">
                  <c:v>100.33</c:v>
                </c:pt>
                <c:pt idx="6575">
                  <c:v>99.603999999999999</c:v>
                </c:pt>
                <c:pt idx="6576">
                  <c:v>99.584999999999994</c:v>
                </c:pt>
                <c:pt idx="6577">
                  <c:v>98.55</c:v>
                </c:pt>
                <c:pt idx="6578">
                  <c:v>99.26</c:v>
                </c:pt>
                <c:pt idx="6579">
                  <c:v>97.909000000000006</c:v>
                </c:pt>
                <c:pt idx="6580">
                  <c:v>97.033000000000001</c:v>
                </c:pt>
                <c:pt idx="6581">
                  <c:v>97.192999999999998</c:v>
                </c:pt>
                <c:pt idx="6582">
                  <c:v>96.978999999999999</c:v>
                </c:pt>
                <c:pt idx="6583">
                  <c:v>97.436000000000007</c:v>
                </c:pt>
                <c:pt idx="6584">
                  <c:v>97.290999999999997</c:v>
                </c:pt>
                <c:pt idx="6585">
                  <c:v>97.974999999999994</c:v>
                </c:pt>
                <c:pt idx="6586">
                  <c:v>98.356999999999999</c:v>
                </c:pt>
                <c:pt idx="6587">
                  <c:v>98.185000000000002</c:v>
                </c:pt>
                <c:pt idx="6588">
                  <c:v>97.436000000000007</c:v>
                </c:pt>
                <c:pt idx="6589">
                  <c:v>96.545000000000002</c:v>
                </c:pt>
                <c:pt idx="6590">
                  <c:v>96.777000000000001</c:v>
                </c:pt>
                <c:pt idx="6591">
                  <c:v>97.83</c:v>
                </c:pt>
                <c:pt idx="6592">
                  <c:v>97.94</c:v>
                </c:pt>
                <c:pt idx="6593">
                  <c:v>99.155000000000001</c:v>
                </c:pt>
                <c:pt idx="6594">
                  <c:v>99.337999999999994</c:v>
                </c:pt>
                <c:pt idx="6595">
                  <c:v>99.49</c:v>
                </c:pt>
                <c:pt idx="6596">
                  <c:v>98.733000000000004</c:v>
                </c:pt>
                <c:pt idx="6597">
                  <c:v>98.319000000000003</c:v>
                </c:pt>
                <c:pt idx="6598">
                  <c:v>97.415000000000006</c:v>
                </c:pt>
                <c:pt idx="6599">
                  <c:v>97.52</c:v>
                </c:pt>
                <c:pt idx="6600">
                  <c:v>97.941000000000003</c:v>
                </c:pt>
                <c:pt idx="6601">
                  <c:v>98.004000000000005</c:v>
                </c:pt>
                <c:pt idx="6602">
                  <c:v>97.932000000000002</c:v>
                </c:pt>
                <c:pt idx="6603">
                  <c:v>97.278000000000006</c:v>
                </c:pt>
                <c:pt idx="6604">
                  <c:v>96.921999999999997</c:v>
                </c:pt>
                <c:pt idx="6605">
                  <c:v>96.765000000000001</c:v>
                </c:pt>
                <c:pt idx="6606">
                  <c:v>96.091999999999999</c:v>
                </c:pt>
                <c:pt idx="6607">
                  <c:v>95.209000000000003</c:v>
                </c:pt>
                <c:pt idx="6608">
                  <c:v>94.6</c:v>
                </c:pt>
                <c:pt idx="6609">
                  <c:v>95.296999999999997</c:v>
                </c:pt>
                <c:pt idx="6610">
                  <c:v>95.48</c:v>
                </c:pt>
                <c:pt idx="6611">
                  <c:v>95.075999999999993</c:v>
                </c:pt>
                <c:pt idx="6612">
                  <c:v>94.087000000000003</c:v>
                </c:pt>
                <c:pt idx="6613">
                  <c:v>94.635000000000005</c:v>
                </c:pt>
                <c:pt idx="6614">
                  <c:v>94.793999999999997</c:v>
                </c:pt>
                <c:pt idx="6615">
                  <c:v>95.010999999999996</c:v>
                </c:pt>
                <c:pt idx="6616">
                  <c:v>94.534000000000006</c:v>
                </c:pt>
                <c:pt idx="6617">
                  <c:v>93.617000000000004</c:v>
                </c:pt>
                <c:pt idx="6618">
                  <c:v>93.456999999999994</c:v>
                </c:pt>
                <c:pt idx="6619">
                  <c:v>93.135000000000005</c:v>
                </c:pt>
                <c:pt idx="6620">
                  <c:v>94.221000000000004</c:v>
                </c:pt>
                <c:pt idx="6621">
                  <c:v>95.266999999999996</c:v>
                </c:pt>
                <c:pt idx="6622">
                  <c:v>95.447999999999993</c:v>
                </c:pt>
                <c:pt idx="6623">
                  <c:v>95.254999999999995</c:v>
                </c:pt>
                <c:pt idx="6624">
                  <c:v>96.013999999999996</c:v>
                </c:pt>
                <c:pt idx="6625">
                  <c:v>96.013999999999996</c:v>
                </c:pt>
                <c:pt idx="6626">
                  <c:v>97.299000000000007</c:v>
                </c:pt>
                <c:pt idx="6627">
                  <c:v>97.370999999999995</c:v>
                </c:pt>
                <c:pt idx="6628">
                  <c:v>96.965000000000003</c:v>
                </c:pt>
                <c:pt idx="6629">
                  <c:v>96.906999999999996</c:v>
                </c:pt>
                <c:pt idx="6630">
                  <c:v>97.391999999999996</c:v>
                </c:pt>
                <c:pt idx="6631">
                  <c:v>95.834999999999994</c:v>
                </c:pt>
                <c:pt idx="6632">
                  <c:v>95.465000000000003</c:v>
                </c:pt>
                <c:pt idx="6633">
                  <c:v>95.460999999999999</c:v>
                </c:pt>
                <c:pt idx="6634">
                  <c:v>96.305999999999997</c:v>
                </c:pt>
                <c:pt idx="6635">
                  <c:v>95.299000000000007</c:v>
                </c:pt>
                <c:pt idx="6636">
                  <c:v>95.165999999999997</c:v>
                </c:pt>
                <c:pt idx="6637">
                  <c:v>94.646000000000001</c:v>
                </c:pt>
                <c:pt idx="6638">
                  <c:v>94.975999999999999</c:v>
                </c:pt>
                <c:pt idx="6639">
                  <c:v>94.971999999999994</c:v>
                </c:pt>
                <c:pt idx="6640">
                  <c:v>94.81</c:v>
                </c:pt>
                <c:pt idx="6641">
                  <c:v>94.998999999999995</c:v>
                </c:pt>
                <c:pt idx="6642">
                  <c:v>94.296000000000006</c:v>
                </c:pt>
                <c:pt idx="6643">
                  <c:v>94.042000000000002</c:v>
                </c:pt>
                <c:pt idx="6644">
                  <c:v>94.084999999999994</c:v>
                </c:pt>
                <c:pt idx="6645">
                  <c:v>94.328999999999994</c:v>
                </c:pt>
                <c:pt idx="6646">
                  <c:v>95.432000000000002</c:v>
                </c:pt>
                <c:pt idx="6647">
                  <c:v>95.263999999999996</c:v>
                </c:pt>
                <c:pt idx="6648">
                  <c:v>95.186999999999998</c:v>
                </c:pt>
                <c:pt idx="6649">
                  <c:v>95.471999999999994</c:v>
                </c:pt>
                <c:pt idx="6650">
                  <c:v>94.79</c:v>
                </c:pt>
                <c:pt idx="6651">
                  <c:v>95.484999999999999</c:v>
                </c:pt>
                <c:pt idx="6652">
                  <c:v>96.31</c:v>
                </c:pt>
                <c:pt idx="6653">
                  <c:v>96.113</c:v>
                </c:pt>
                <c:pt idx="6654">
                  <c:v>96.113</c:v>
                </c:pt>
                <c:pt idx="6655">
                  <c:v>96.298000000000002</c:v>
                </c:pt>
                <c:pt idx="6656">
                  <c:v>96.864999999999995</c:v>
                </c:pt>
                <c:pt idx="6657">
                  <c:v>96.293999999999997</c:v>
                </c:pt>
                <c:pt idx="6658">
                  <c:v>96.605999999999995</c:v>
                </c:pt>
                <c:pt idx="6659">
                  <c:v>96.025000000000006</c:v>
                </c:pt>
                <c:pt idx="6660">
                  <c:v>96.858000000000004</c:v>
                </c:pt>
                <c:pt idx="6661">
                  <c:v>96.643000000000001</c:v>
                </c:pt>
                <c:pt idx="6662">
                  <c:v>97.165999999999997</c:v>
                </c:pt>
                <c:pt idx="6663">
                  <c:v>97.668000000000006</c:v>
                </c:pt>
                <c:pt idx="6664">
                  <c:v>97.861999999999995</c:v>
                </c:pt>
                <c:pt idx="6665">
                  <c:v>98.028999999999996</c:v>
                </c:pt>
                <c:pt idx="6666">
                  <c:v>97.328000000000003</c:v>
                </c:pt>
                <c:pt idx="6667">
                  <c:v>97.597999999999999</c:v>
                </c:pt>
                <c:pt idx="6668">
                  <c:v>97.114999999999995</c:v>
                </c:pt>
                <c:pt idx="6669">
                  <c:v>97.244</c:v>
                </c:pt>
                <c:pt idx="6670">
                  <c:v>96.501999999999995</c:v>
                </c:pt>
                <c:pt idx="6671">
                  <c:v>96.772000000000006</c:v>
                </c:pt>
                <c:pt idx="6672">
                  <c:v>96.975999999999999</c:v>
                </c:pt>
                <c:pt idx="6673">
                  <c:v>97.56</c:v>
                </c:pt>
                <c:pt idx="6674">
                  <c:v>97.335999999999999</c:v>
                </c:pt>
                <c:pt idx="6675">
                  <c:v>97.494</c:v>
                </c:pt>
                <c:pt idx="6676">
                  <c:v>97.930999999999997</c:v>
                </c:pt>
                <c:pt idx="6677">
                  <c:v>97.957999999999998</c:v>
                </c:pt>
                <c:pt idx="6678">
                  <c:v>97.832999999999998</c:v>
                </c:pt>
                <c:pt idx="6679">
                  <c:v>97.563000000000002</c:v>
                </c:pt>
                <c:pt idx="6680">
                  <c:v>97.159000000000006</c:v>
                </c:pt>
                <c:pt idx="6681">
                  <c:v>97.29</c:v>
                </c:pt>
                <c:pt idx="6682">
                  <c:v>96.262</c:v>
                </c:pt>
                <c:pt idx="6683">
                  <c:v>96.444999999999993</c:v>
                </c:pt>
                <c:pt idx="6684">
                  <c:v>96.52</c:v>
                </c:pt>
                <c:pt idx="6685">
                  <c:v>96.805999999999997</c:v>
                </c:pt>
                <c:pt idx="6686">
                  <c:v>97.04</c:v>
                </c:pt>
                <c:pt idx="6687">
                  <c:v>96.358999999999995</c:v>
                </c:pt>
                <c:pt idx="6688">
                  <c:v>95.98</c:v>
                </c:pt>
                <c:pt idx="6689">
                  <c:v>95.007999999999996</c:v>
                </c:pt>
                <c:pt idx="6690">
                  <c:v>93.331999999999994</c:v>
                </c:pt>
                <c:pt idx="6691">
                  <c:v>94.53</c:v>
                </c:pt>
                <c:pt idx="6692">
                  <c:v>95.1</c:v>
                </c:pt>
                <c:pt idx="6693">
                  <c:v>95.61</c:v>
                </c:pt>
                <c:pt idx="6694">
                  <c:v>96.105999999999995</c:v>
                </c:pt>
                <c:pt idx="6695">
                  <c:v>95.823999999999998</c:v>
                </c:pt>
                <c:pt idx="6696">
                  <c:v>95.45</c:v>
                </c:pt>
                <c:pt idx="6697">
                  <c:v>95.828000000000003</c:v>
                </c:pt>
                <c:pt idx="6698">
                  <c:v>96.405000000000001</c:v>
                </c:pt>
                <c:pt idx="6699">
                  <c:v>96.228999999999999</c:v>
                </c:pt>
                <c:pt idx="6700">
                  <c:v>96.228999999999999</c:v>
                </c:pt>
                <c:pt idx="6701">
                  <c:v>95.984999999999999</c:v>
                </c:pt>
                <c:pt idx="6702">
                  <c:v>96.012</c:v>
                </c:pt>
                <c:pt idx="6703">
                  <c:v>95.456000000000003</c:v>
                </c:pt>
                <c:pt idx="6704">
                  <c:v>95.194000000000003</c:v>
                </c:pt>
                <c:pt idx="6705">
                  <c:v>95.245999999999995</c:v>
                </c:pt>
                <c:pt idx="6706">
                  <c:v>95.611000000000004</c:v>
                </c:pt>
                <c:pt idx="6707">
                  <c:v>95.42</c:v>
                </c:pt>
                <c:pt idx="6708">
                  <c:v>94.55</c:v>
                </c:pt>
                <c:pt idx="6709">
                  <c:v>94.863</c:v>
                </c:pt>
                <c:pt idx="6710">
                  <c:v>95.894000000000005</c:v>
                </c:pt>
                <c:pt idx="6711">
                  <c:v>96.283000000000001</c:v>
                </c:pt>
                <c:pt idx="6712">
                  <c:v>96.067999999999998</c:v>
                </c:pt>
                <c:pt idx="6713">
                  <c:v>95.994</c:v>
                </c:pt>
                <c:pt idx="6714">
                  <c:v>96.269000000000005</c:v>
                </c:pt>
                <c:pt idx="6715">
                  <c:v>96.034000000000006</c:v>
                </c:pt>
                <c:pt idx="6716">
                  <c:v>95.855000000000004</c:v>
                </c:pt>
                <c:pt idx="6717">
                  <c:v>96.35</c:v>
                </c:pt>
                <c:pt idx="6718">
                  <c:v>96.185000000000002</c:v>
                </c:pt>
                <c:pt idx="6719">
                  <c:v>95.83</c:v>
                </c:pt>
                <c:pt idx="6720">
                  <c:v>96.105999999999995</c:v>
                </c:pt>
                <c:pt idx="6721">
                  <c:v>95.454999999999998</c:v>
                </c:pt>
                <c:pt idx="6722">
                  <c:v>95.497</c:v>
                </c:pt>
                <c:pt idx="6723">
                  <c:v>95.317999999999998</c:v>
                </c:pt>
                <c:pt idx="6724">
                  <c:v>94.813000000000002</c:v>
                </c:pt>
                <c:pt idx="6725">
                  <c:v>94.840999999999994</c:v>
                </c:pt>
                <c:pt idx="6726">
                  <c:v>94.759</c:v>
                </c:pt>
                <c:pt idx="6727">
                  <c:v>93.930999999999997</c:v>
                </c:pt>
                <c:pt idx="6728">
                  <c:v>94.370999999999995</c:v>
                </c:pt>
                <c:pt idx="6729">
                  <c:v>94.54</c:v>
                </c:pt>
                <c:pt idx="6730">
                  <c:v>94.927999999999997</c:v>
                </c:pt>
                <c:pt idx="6731">
                  <c:v>94.912999999999997</c:v>
                </c:pt>
                <c:pt idx="6732">
                  <c:v>95.034999999999997</c:v>
                </c:pt>
                <c:pt idx="6733">
                  <c:v>96.378</c:v>
                </c:pt>
                <c:pt idx="6734">
                  <c:v>97.126999999999995</c:v>
                </c:pt>
                <c:pt idx="6735">
                  <c:v>96.861000000000004</c:v>
                </c:pt>
                <c:pt idx="6736">
                  <c:v>96.906000000000006</c:v>
                </c:pt>
                <c:pt idx="6737">
                  <c:v>97.781999999999996</c:v>
                </c:pt>
                <c:pt idx="6738">
                  <c:v>97.281999999999996</c:v>
                </c:pt>
                <c:pt idx="6739">
                  <c:v>96.945999999999998</c:v>
                </c:pt>
                <c:pt idx="6740">
                  <c:v>96.927999999999997</c:v>
                </c:pt>
                <c:pt idx="6741">
                  <c:v>97.158000000000001</c:v>
                </c:pt>
                <c:pt idx="6742">
                  <c:v>97.95</c:v>
                </c:pt>
                <c:pt idx="6743">
                  <c:v>97.936000000000007</c:v>
                </c:pt>
                <c:pt idx="6744">
                  <c:v>99.168000000000006</c:v>
                </c:pt>
                <c:pt idx="6745">
                  <c:v>98.978999999999999</c:v>
                </c:pt>
                <c:pt idx="6746">
                  <c:v>99.293000000000006</c:v>
                </c:pt>
                <c:pt idx="6747">
                  <c:v>99.013000000000005</c:v>
                </c:pt>
                <c:pt idx="6748">
                  <c:v>98.649000000000001</c:v>
                </c:pt>
                <c:pt idx="6749">
                  <c:v>98.998000000000005</c:v>
                </c:pt>
                <c:pt idx="6750">
                  <c:v>99.441999999999993</c:v>
                </c:pt>
                <c:pt idx="6751">
                  <c:v>99.631</c:v>
                </c:pt>
                <c:pt idx="6752">
                  <c:v>99.652000000000001</c:v>
                </c:pt>
                <c:pt idx="6753">
                  <c:v>98.989000000000004</c:v>
                </c:pt>
                <c:pt idx="6754">
                  <c:v>99.564999999999998</c:v>
                </c:pt>
                <c:pt idx="6755">
                  <c:v>99.802999999999997</c:v>
                </c:pt>
                <c:pt idx="6756">
                  <c:v>99.527000000000001</c:v>
                </c:pt>
                <c:pt idx="6757">
                  <c:v>99.795000000000002</c:v>
                </c:pt>
                <c:pt idx="6758">
                  <c:v>99.795000000000002</c:v>
                </c:pt>
                <c:pt idx="6759">
                  <c:v>100.02</c:v>
                </c:pt>
                <c:pt idx="6760">
                  <c:v>100.17</c:v>
                </c:pt>
                <c:pt idx="6761">
                  <c:v>99.795000000000002</c:v>
                </c:pt>
                <c:pt idx="6762">
                  <c:v>99.992999999999995</c:v>
                </c:pt>
                <c:pt idx="6763">
                  <c:v>97.620999999999995</c:v>
                </c:pt>
                <c:pt idx="6764">
                  <c:v>98.353999999999999</c:v>
                </c:pt>
                <c:pt idx="6765">
                  <c:v>98.655000000000001</c:v>
                </c:pt>
                <c:pt idx="6766">
                  <c:v>98.474000000000004</c:v>
                </c:pt>
                <c:pt idx="6767">
                  <c:v>97.344999999999999</c:v>
                </c:pt>
                <c:pt idx="6768">
                  <c:v>97.938999999999993</c:v>
                </c:pt>
                <c:pt idx="6769">
                  <c:v>97.564999999999998</c:v>
                </c:pt>
                <c:pt idx="6770">
                  <c:v>97.603999999999999</c:v>
                </c:pt>
                <c:pt idx="6771">
                  <c:v>98.216999999999999</c:v>
                </c:pt>
                <c:pt idx="6772">
                  <c:v>97.870999999999995</c:v>
                </c:pt>
                <c:pt idx="6773">
                  <c:v>99.27</c:v>
                </c:pt>
                <c:pt idx="6774">
                  <c:v>98.703000000000003</c:v>
                </c:pt>
                <c:pt idx="6775">
                  <c:v>98.363</c:v>
                </c:pt>
                <c:pt idx="6776">
                  <c:v>98.234999999999999</c:v>
                </c:pt>
                <c:pt idx="6777">
                  <c:v>98.340999999999994</c:v>
                </c:pt>
                <c:pt idx="6778">
                  <c:v>97.983999999999995</c:v>
                </c:pt>
                <c:pt idx="6779">
                  <c:v>97.846999999999994</c:v>
                </c:pt>
                <c:pt idx="6780">
                  <c:v>97.918999999999997</c:v>
                </c:pt>
                <c:pt idx="6781">
                  <c:v>98.100999999999999</c:v>
                </c:pt>
                <c:pt idx="6782">
                  <c:v>98.266000000000005</c:v>
                </c:pt>
                <c:pt idx="6783">
                  <c:v>98.631</c:v>
                </c:pt>
                <c:pt idx="6784">
                  <c:v>98.683000000000007</c:v>
                </c:pt>
                <c:pt idx="6785">
                  <c:v>98.869</c:v>
                </c:pt>
                <c:pt idx="6786">
                  <c:v>99.403999999999996</c:v>
                </c:pt>
                <c:pt idx="6787">
                  <c:v>99.180999999999997</c:v>
                </c:pt>
                <c:pt idx="6788">
                  <c:v>98.218999999999994</c:v>
                </c:pt>
                <c:pt idx="6789">
                  <c:v>98.54</c:v>
                </c:pt>
                <c:pt idx="6790">
                  <c:v>98.724999999999994</c:v>
                </c:pt>
                <c:pt idx="6791">
                  <c:v>98.974000000000004</c:v>
                </c:pt>
                <c:pt idx="6792">
                  <c:v>98.933000000000007</c:v>
                </c:pt>
                <c:pt idx="6793">
                  <c:v>99.088999999999999</c:v>
                </c:pt>
                <c:pt idx="6794">
                  <c:v>98.956000000000003</c:v>
                </c:pt>
                <c:pt idx="6795">
                  <c:v>98.956000000000003</c:v>
                </c:pt>
                <c:pt idx="6796">
                  <c:v>98.991</c:v>
                </c:pt>
                <c:pt idx="6797">
                  <c:v>99.090999999999994</c:v>
                </c:pt>
                <c:pt idx="6798">
                  <c:v>99.055999999999997</c:v>
                </c:pt>
                <c:pt idx="6799">
                  <c:v>99.573999999999998</c:v>
                </c:pt>
                <c:pt idx="6800">
                  <c:v>99.36</c:v>
                </c:pt>
                <c:pt idx="6801">
                  <c:v>99.087000000000003</c:v>
                </c:pt>
                <c:pt idx="6802">
                  <c:v>98.902000000000001</c:v>
                </c:pt>
                <c:pt idx="6803">
                  <c:v>98.51</c:v>
                </c:pt>
                <c:pt idx="6804">
                  <c:v>99.605999999999995</c:v>
                </c:pt>
                <c:pt idx="6805">
                  <c:v>99.009</c:v>
                </c:pt>
                <c:pt idx="6806">
                  <c:v>98.872</c:v>
                </c:pt>
                <c:pt idx="6807">
                  <c:v>97.287999999999997</c:v>
                </c:pt>
                <c:pt idx="6808">
                  <c:v>96.474000000000004</c:v>
                </c:pt>
                <c:pt idx="6809">
                  <c:v>97.031000000000006</c:v>
                </c:pt>
                <c:pt idx="6810">
                  <c:v>96.57</c:v>
                </c:pt>
                <c:pt idx="6811">
                  <c:v>96.070999999999998</c:v>
                </c:pt>
                <c:pt idx="6812">
                  <c:v>95.888000000000005</c:v>
                </c:pt>
                <c:pt idx="6813">
                  <c:v>95.561999999999998</c:v>
                </c:pt>
                <c:pt idx="6814">
                  <c:v>95.94</c:v>
                </c:pt>
                <c:pt idx="6815">
                  <c:v>95.94</c:v>
                </c:pt>
                <c:pt idx="6816">
                  <c:v>96.867999999999995</c:v>
                </c:pt>
                <c:pt idx="6817">
                  <c:v>96.786000000000001</c:v>
                </c:pt>
                <c:pt idx="6818">
                  <c:v>96.950999999999993</c:v>
                </c:pt>
                <c:pt idx="6819">
                  <c:v>96.6</c:v>
                </c:pt>
                <c:pt idx="6820">
                  <c:v>97.379000000000005</c:v>
                </c:pt>
                <c:pt idx="6821">
                  <c:v>97.480999999999995</c:v>
                </c:pt>
                <c:pt idx="6822">
                  <c:v>97.457999999999998</c:v>
                </c:pt>
                <c:pt idx="6823">
                  <c:v>97.287000000000006</c:v>
                </c:pt>
                <c:pt idx="6824">
                  <c:v>98.147999999999996</c:v>
                </c:pt>
                <c:pt idx="6825">
                  <c:v>98.210999999999999</c:v>
                </c:pt>
                <c:pt idx="6826">
                  <c:v>98.352000000000004</c:v>
                </c:pt>
                <c:pt idx="6827">
                  <c:v>98.213999999999999</c:v>
                </c:pt>
                <c:pt idx="6828">
                  <c:v>97.591999999999999</c:v>
                </c:pt>
                <c:pt idx="6829">
                  <c:v>97.34</c:v>
                </c:pt>
                <c:pt idx="6830">
                  <c:v>97.070999999999998</c:v>
                </c:pt>
                <c:pt idx="6831">
                  <c:v>97.209000000000003</c:v>
                </c:pt>
                <c:pt idx="6832">
                  <c:v>97.173000000000002</c:v>
                </c:pt>
                <c:pt idx="6833">
                  <c:v>96.066000000000003</c:v>
                </c:pt>
                <c:pt idx="6834">
                  <c:v>96.171999999999997</c:v>
                </c:pt>
                <c:pt idx="6835">
                  <c:v>96.623999999999995</c:v>
                </c:pt>
                <c:pt idx="6836">
                  <c:v>96.632999999999996</c:v>
                </c:pt>
                <c:pt idx="6837">
                  <c:v>95.89</c:v>
                </c:pt>
                <c:pt idx="6838">
                  <c:v>94.76</c:v>
                </c:pt>
                <c:pt idx="6839">
                  <c:v>95.085999999999999</c:v>
                </c:pt>
                <c:pt idx="6840">
                  <c:v>95.287999999999997</c:v>
                </c:pt>
                <c:pt idx="6841">
                  <c:v>95.647999999999996</c:v>
                </c:pt>
                <c:pt idx="6842">
                  <c:v>96.046000000000006</c:v>
                </c:pt>
                <c:pt idx="6843">
                  <c:v>96.141999999999996</c:v>
                </c:pt>
                <c:pt idx="6844">
                  <c:v>96.272999999999996</c:v>
                </c:pt>
                <c:pt idx="6845">
                  <c:v>95.942999999999998</c:v>
                </c:pt>
                <c:pt idx="6846">
                  <c:v>95.16</c:v>
                </c:pt>
                <c:pt idx="6847">
                  <c:v>94.840999999999994</c:v>
                </c:pt>
                <c:pt idx="6848">
                  <c:v>94.585999999999999</c:v>
                </c:pt>
                <c:pt idx="6849">
                  <c:v>94.619</c:v>
                </c:pt>
                <c:pt idx="6850">
                  <c:v>94.51</c:v>
                </c:pt>
                <c:pt idx="6851">
                  <c:v>94.631</c:v>
                </c:pt>
                <c:pt idx="6852">
                  <c:v>94.43</c:v>
                </c:pt>
                <c:pt idx="6853">
                  <c:v>94.481999999999999</c:v>
                </c:pt>
                <c:pt idx="6854">
                  <c:v>94.234999999999999</c:v>
                </c:pt>
                <c:pt idx="6855">
                  <c:v>93.95</c:v>
                </c:pt>
                <c:pt idx="6856">
                  <c:v>93.959000000000003</c:v>
                </c:pt>
                <c:pt idx="6857">
                  <c:v>94.744</c:v>
                </c:pt>
                <c:pt idx="6858">
                  <c:v>94.902000000000001</c:v>
                </c:pt>
                <c:pt idx="6859">
                  <c:v>94.695999999999998</c:v>
                </c:pt>
                <c:pt idx="6860">
                  <c:v>94.49</c:v>
                </c:pt>
                <c:pt idx="6861">
                  <c:v>93.975999999999999</c:v>
                </c:pt>
                <c:pt idx="6862">
                  <c:v>94.492000000000004</c:v>
                </c:pt>
                <c:pt idx="6863">
                  <c:v>94.599000000000004</c:v>
                </c:pt>
                <c:pt idx="6864">
                  <c:v>95.116</c:v>
                </c:pt>
                <c:pt idx="6865">
                  <c:v>94.841999999999999</c:v>
                </c:pt>
                <c:pt idx="6866">
                  <c:v>94.572999999999993</c:v>
                </c:pt>
                <c:pt idx="6867">
                  <c:v>94.387</c:v>
                </c:pt>
                <c:pt idx="6868">
                  <c:v>93.760999999999996</c:v>
                </c:pt>
                <c:pt idx="6869">
                  <c:v>93.081999999999994</c:v>
                </c:pt>
                <c:pt idx="6870">
                  <c:v>92.626000000000005</c:v>
                </c:pt>
                <c:pt idx="6871">
                  <c:v>92.944000000000003</c:v>
                </c:pt>
                <c:pt idx="6872">
                  <c:v>93.179000000000002</c:v>
                </c:pt>
                <c:pt idx="6873">
                  <c:v>93.78</c:v>
                </c:pt>
                <c:pt idx="6874">
                  <c:v>93.888000000000005</c:v>
                </c:pt>
                <c:pt idx="6875">
                  <c:v>94.128</c:v>
                </c:pt>
                <c:pt idx="6876">
                  <c:v>94.29</c:v>
                </c:pt>
                <c:pt idx="6877">
                  <c:v>93.822999999999993</c:v>
                </c:pt>
                <c:pt idx="6878">
                  <c:v>94.15</c:v>
                </c:pt>
                <c:pt idx="6879">
                  <c:v>94.608000000000004</c:v>
                </c:pt>
                <c:pt idx="6880">
                  <c:v>94.572000000000003</c:v>
                </c:pt>
                <c:pt idx="6881">
                  <c:v>94.548000000000002</c:v>
                </c:pt>
                <c:pt idx="6882">
                  <c:v>95.08</c:v>
                </c:pt>
                <c:pt idx="6883">
                  <c:v>95.287000000000006</c:v>
                </c:pt>
                <c:pt idx="6884">
                  <c:v>95.334000000000003</c:v>
                </c:pt>
                <c:pt idx="6885">
                  <c:v>95.230999999999995</c:v>
                </c:pt>
                <c:pt idx="6886">
                  <c:v>95.570999999999998</c:v>
                </c:pt>
                <c:pt idx="6887">
                  <c:v>95.353999999999999</c:v>
                </c:pt>
                <c:pt idx="6888">
                  <c:v>95.168000000000006</c:v>
                </c:pt>
                <c:pt idx="6889">
                  <c:v>95.521000000000001</c:v>
                </c:pt>
                <c:pt idx="6890">
                  <c:v>95.521000000000001</c:v>
                </c:pt>
                <c:pt idx="6891">
                  <c:v>95.891000000000005</c:v>
                </c:pt>
                <c:pt idx="6892">
                  <c:v>95.454999999999998</c:v>
                </c:pt>
                <c:pt idx="6893">
                  <c:v>95.563999999999993</c:v>
                </c:pt>
                <c:pt idx="6894">
                  <c:v>94.028999999999996</c:v>
                </c:pt>
                <c:pt idx="6895">
                  <c:v>93.902000000000001</c:v>
                </c:pt>
                <c:pt idx="6896">
                  <c:v>93.828000000000003</c:v>
                </c:pt>
                <c:pt idx="6897">
                  <c:v>93.59</c:v>
                </c:pt>
                <c:pt idx="6898">
                  <c:v>93.953000000000003</c:v>
                </c:pt>
                <c:pt idx="6899">
                  <c:v>94.570999999999998</c:v>
                </c:pt>
                <c:pt idx="6900">
                  <c:v>94.361999999999995</c:v>
                </c:pt>
                <c:pt idx="6901">
                  <c:v>94.927999999999997</c:v>
                </c:pt>
                <c:pt idx="6902">
                  <c:v>94.61</c:v>
                </c:pt>
                <c:pt idx="6903">
                  <c:v>94.569000000000003</c:v>
                </c:pt>
                <c:pt idx="6904">
                  <c:v>94.206000000000003</c:v>
                </c:pt>
                <c:pt idx="6905">
                  <c:v>93.611000000000004</c:v>
                </c:pt>
                <c:pt idx="6906">
                  <c:v>94.016999999999996</c:v>
                </c:pt>
                <c:pt idx="6907">
                  <c:v>93.715999999999994</c:v>
                </c:pt>
                <c:pt idx="6908">
                  <c:v>93.528999999999996</c:v>
                </c:pt>
                <c:pt idx="6909">
                  <c:v>95.447999999999993</c:v>
                </c:pt>
                <c:pt idx="6910">
                  <c:v>96.543999999999997</c:v>
                </c:pt>
                <c:pt idx="6911">
                  <c:v>96.245000000000005</c:v>
                </c:pt>
                <c:pt idx="6912">
                  <c:v>95.769000000000005</c:v>
                </c:pt>
                <c:pt idx="6913">
                  <c:v>96.143000000000001</c:v>
                </c:pt>
                <c:pt idx="6914">
                  <c:v>95.649000000000001</c:v>
                </c:pt>
                <c:pt idx="6915">
                  <c:v>95.649000000000001</c:v>
                </c:pt>
                <c:pt idx="6916">
                  <c:v>96.165999999999997</c:v>
                </c:pt>
                <c:pt idx="6917">
                  <c:v>96.052999999999997</c:v>
                </c:pt>
                <c:pt idx="6918">
                  <c:v>96.328000000000003</c:v>
                </c:pt>
                <c:pt idx="6919">
                  <c:v>96.302000000000007</c:v>
                </c:pt>
                <c:pt idx="6920">
                  <c:v>96.570999999999998</c:v>
                </c:pt>
                <c:pt idx="6921">
                  <c:v>96.441000000000003</c:v>
                </c:pt>
                <c:pt idx="6922">
                  <c:v>96.215999999999994</c:v>
                </c:pt>
                <c:pt idx="6923">
                  <c:v>96.076999999999998</c:v>
                </c:pt>
                <c:pt idx="6924">
                  <c:v>96.58</c:v>
                </c:pt>
                <c:pt idx="6925">
                  <c:v>96.561999999999998</c:v>
                </c:pt>
                <c:pt idx="6926">
                  <c:v>97.063000000000002</c:v>
                </c:pt>
                <c:pt idx="6927">
                  <c:v>97.200999999999993</c:v>
                </c:pt>
                <c:pt idx="6928">
                  <c:v>97</c:v>
                </c:pt>
                <c:pt idx="6929">
                  <c:v>97.466999999999999</c:v>
                </c:pt>
                <c:pt idx="6930">
                  <c:v>97.286000000000001</c:v>
                </c:pt>
                <c:pt idx="6931">
                  <c:v>97.156000000000006</c:v>
                </c:pt>
                <c:pt idx="6932">
                  <c:v>97.052999999999997</c:v>
                </c:pt>
                <c:pt idx="6933">
                  <c:v>96.739000000000004</c:v>
                </c:pt>
                <c:pt idx="6934">
                  <c:v>95.53</c:v>
                </c:pt>
                <c:pt idx="6935">
                  <c:v>95.712999999999994</c:v>
                </c:pt>
                <c:pt idx="6936">
                  <c:v>95.063999999999993</c:v>
                </c:pt>
                <c:pt idx="6937">
                  <c:v>95.563000000000002</c:v>
                </c:pt>
                <c:pt idx="6938">
                  <c:v>95.757999999999996</c:v>
                </c:pt>
                <c:pt idx="6939">
                  <c:v>96.194000000000003</c:v>
                </c:pt>
                <c:pt idx="6940">
                  <c:v>96.400999999999996</c:v>
                </c:pt>
                <c:pt idx="6941">
                  <c:v>96.183000000000007</c:v>
                </c:pt>
                <c:pt idx="6942">
                  <c:v>95.65</c:v>
                </c:pt>
                <c:pt idx="6943">
                  <c:v>95.856999999999999</c:v>
                </c:pt>
                <c:pt idx="6944">
                  <c:v>95.721999999999994</c:v>
                </c:pt>
                <c:pt idx="6945">
                  <c:v>95.629000000000005</c:v>
                </c:pt>
                <c:pt idx="6946">
                  <c:v>94.790999999999997</c:v>
                </c:pt>
                <c:pt idx="6947">
                  <c:v>94.718000000000004</c:v>
                </c:pt>
                <c:pt idx="6948">
                  <c:v>94.156999999999996</c:v>
                </c:pt>
                <c:pt idx="6949">
                  <c:v>94.510999999999996</c:v>
                </c:pt>
                <c:pt idx="6950">
                  <c:v>94.519000000000005</c:v>
                </c:pt>
                <c:pt idx="6951">
                  <c:v>94.539000000000001</c:v>
                </c:pt>
                <c:pt idx="6952">
                  <c:v>94.786000000000001</c:v>
                </c:pt>
                <c:pt idx="6953">
                  <c:v>94.772000000000006</c:v>
                </c:pt>
                <c:pt idx="6954">
                  <c:v>95.566000000000003</c:v>
                </c:pt>
                <c:pt idx="6955">
                  <c:v>95.58</c:v>
                </c:pt>
                <c:pt idx="6956">
                  <c:v>96.054000000000002</c:v>
                </c:pt>
                <c:pt idx="6957">
                  <c:v>96.022000000000006</c:v>
                </c:pt>
                <c:pt idx="6958">
                  <c:v>95.653000000000006</c:v>
                </c:pt>
                <c:pt idx="6959">
                  <c:v>95.843999999999994</c:v>
                </c:pt>
                <c:pt idx="6960">
                  <c:v>95.843999999999994</c:v>
                </c:pt>
                <c:pt idx="6961">
                  <c:v>94.822999999999993</c:v>
                </c:pt>
                <c:pt idx="6962">
                  <c:v>94.956000000000003</c:v>
                </c:pt>
                <c:pt idx="6963">
                  <c:v>95.027000000000001</c:v>
                </c:pt>
                <c:pt idx="6964">
                  <c:v>95.335999999999999</c:v>
                </c:pt>
                <c:pt idx="6965">
                  <c:v>95.094999999999999</c:v>
                </c:pt>
                <c:pt idx="6966">
                  <c:v>95.632999999999996</c:v>
                </c:pt>
                <c:pt idx="6967">
                  <c:v>95.326999999999998</c:v>
                </c:pt>
                <c:pt idx="6968">
                  <c:v>95.287999999999997</c:v>
                </c:pt>
                <c:pt idx="6969">
                  <c:v>96.108000000000004</c:v>
                </c:pt>
                <c:pt idx="6970">
                  <c:v>95.840999999999994</c:v>
                </c:pt>
                <c:pt idx="6971">
                  <c:v>96.019000000000005</c:v>
                </c:pt>
                <c:pt idx="6972">
                  <c:v>95.66</c:v>
                </c:pt>
                <c:pt idx="6973">
                  <c:v>95.447999999999993</c:v>
                </c:pt>
                <c:pt idx="6974">
                  <c:v>95.477000000000004</c:v>
                </c:pt>
                <c:pt idx="6975">
                  <c:v>95.296999999999997</c:v>
                </c:pt>
                <c:pt idx="6976">
                  <c:v>95.435000000000002</c:v>
                </c:pt>
                <c:pt idx="6977">
                  <c:v>95.430999999999997</c:v>
                </c:pt>
                <c:pt idx="6978">
                  <c:v>95.534999999999997</c:v>
                </c:pt>
                <c:pt idx="6979">
                  <c:v>95.462999999999994</c:v>
                </c:pt>
                <c:pt idx="6980">
                  <c:v>95.694999999999993</c:v>
                </c:pt>
                <c:pt idx="6981">
                  <c:v>96.168999999999997</c:v>
                </c:pt>
                <c:pt idx="6982">
                  <c:v>96.125</c:v>
                </c:pt>
                <c:pt idx="6983">
                  <c:v>96.765000000000001</c:v>
                </c:pt>
                <c:pt idx="6984">
                  <c:v>96.632000000000005</c:v>
                </c:pt>
                <c:pt idx="6985">
                  <c:v>96.929000000000002</c:v>
                </c:pt>
                <c:pt idx="6986">
                  <c:v>97.69</c:v>
                </c:pt>
                <c:pt idx="6987">
                  <c:v>97.965999999999994</c:v>
                </c:pt>
                <c:pt idx="6988">
                  <c:v>97.516000000000005</c:v>
                </c:pt>
                <c:pt idx="6989">
                  <c:v>98.019000000000005</c:v>
                </c:pt>
                <c:pt idx="6990">
                  <c:v>97.888000000000005</c:v>
                </c:pt>
                <c:pt idx="6991">
                  <c:v>97.894999999999996</c:v>
                </c:pt>
                <c:pt idx="6992">
                  <c:v>97.92</c:v>
                </c:pt>
                <c:pt idx="6993">
                  <c:v>98.314999999999998</c:v>
                </c:pt>
                <c:pt idx="6994">
                  <c:v>98.694999999999993</c:v>
                </c:pt>
                <c:pt idx="6995">
                  <c:v>98.756</c:v>
                </c:pt>
                <c:pt idx="6996">
                  <c:v>98.718999999999994</c:v>
                </c:pt>
                <c:pt idx="6997">
                  <c:v>98.629000000000005</c:v>
                </c:pt>
                <c:pt idx="6998">
                  <c:v>98.888000000000005</c:v>
                </c:pt>
                <c:pt idx="6999">
                  <c:v>98.347999999999999</c:v>
                </c:pt>
                <c:pt idx="7000">
                  <c:v>98.444999999999993</c:v>
                </c:pt>
                <c:pt idx="7001">
                  <c:v>97.698999999999998</c:v>
                </c:pt>
                <c:pt idx="7002">
                  <c:v>97.397999999999996</c:v>
                </c:pt>
                <c:pt idx="7003">
                  <c:v>97.156999999999996</c:v>
                </c:pt>
                <c:pt idx="7004">
                  <c:v>97.064999999999998</c:v>
                </c:pt>
                <c:pt idx="7005">
                  <c:v>97.781000000000006</c:v>
                </c:pt>
                <c:pt idx="7006">
                  <c:v>97.861000000000004</c:v>
                </c:pt>
                <c:pt idx="7007">
                  <c:v>98.504000000000005</c:v>
                </c:pt>
                <c:pt idx="7008">
                  <c:v>98.784999999999997</c:v>
                </c:pt>
                <c:pt idx="7009">
                  <c:v>99.06</c:v>
                </c:pt>
                <c:pt idx="7010">
                  <c:v>100.11</c:v>
                </c:pt>
                <c:pt idx="7011">
                  <c:v>100.23</c:v>
                </c:pt>
                <c:pt idx="7012">
                  <c:v>100.41</c:v>
                </c:pt>
                <c:pt idx="7013">
                  <c:v>100.89</c:v>
                </c:pt>
                <c:pt idx="7014">
                  <c:v>101.21</c:v>
                </c:pt>
                <c:pt idx="7015">
                  <c:v>101.05</c:v>
                </c:pt>
                <c:pt idx="7016">
                  <c:v>101.04</c:v>
                </c:pt>
                <c:pt idx="7017">
                  <c:v>101.7</c:v>
                </c:pt>
                <c:pt idx="7018">
                  <c:v>101.7</c:v>
                </c:pt>
                <c:pt idx="7019">
                  <c:v>101.49</c:v>
                </c:pt>
                <c:pt idx="7020">
                  <c:v>101.33</c:v>
                </c:pt>
                <c:pt idx="7021">
                  <c:v>100.93</c:v>
                </c:pt>
                <c:pt idx="7022">
                  <c:v>101.5</c:v>
                </c:pt>
                <c:pt idx="7023">
                  <c:v>101.04</c:v>
                </c:pt>
                <c:pt idx="7024">
                  <c:v>100.77</c:v>
                </c:pt>
                <c:pt idx="7025">
                  <c:v>100.09</c:v>
                </c:pt>
                <c:pt idx="7026">
                  <c:v>100.49</c:v>
                </c:pt>
                <c:pt idx="7027">
                  <c:v>100.23</c:v>
                </c:pt>
                <c:pt idx="7028">
                  <c:v>101.1</c:v>
                </c:pt>
                <c:pt idx="7029">
                  <c:v>101.59</c:v>
                </c:pt>
                <c:pt idx="7030">
                  <c:v>101.03</c:v>
                </c:pt>
                <c:pt idx="7031">
                  <c:v>101.07</c:v>
                </c:pt>
                <c:pt idx="7032">
                  <c:v>101.76</c:v>
                </c:pt>
                <c:pt idx="7033">
                  <c:v>103.02</c:v>
                </c:pt>
                <c:pt idx="7034">
                  <c:v>102.95</c:v>
                </c:pt>
                <c:pt idx="7035">
                  <c:v>103.14</c:v>
                </c:pt>
                <c:pt idx="7036">
                  <c:v>103.29</c:v>
                </c:pt>
                <c:pt idx="7037">
                  <c:v>103.02</c:v>
                </c:pt>
                <c:pt idx="7038">
                  <c:v>103.09</c:v>
                </c:pt>
                <c:pt idx="7039">
                  <c:v>103.01</c:v>
                </c:pt>
                <c:pt idx="7040">
                  <c:v>102.97</c:v>
                </c:pt>
                <c:pt idx="7041">
                  <c:v>103.02</c:v>
                </c:pt>
                <c:pt idx="7042">
                  <c:v>103.3</c:v>
                </c:pt>
                <c:pt idx="7043">
                  <c:v>102.68</c:v>
                </c:pt>
                <c:pt idx="7044">
                  <c:v>102.21</c:v>
                </c:pt>
                <c:pt idx="7045">
                  <c:v>102.78</c:v>
                </c:pt>
                <c:pt idx="7046">
                  <c:v>103.21</c:v>
                </c:pt>
                <c:pt idx="7047">
                  <c:v>102.7</c:v>
                </c:pt>
                <c:pt idx="7048">
                  <c:v>101.52</c:v>
                </c:pt>
                <c:pt idx="7049">
                  <c:v>102.22</c:v>
                </c:pt>
                <c:pt idx="7050">
                  <c:v>101.93</c:v>
                </c:pt>
                <c:pt idx="7051">
                  <c:v>102.01</c:v>
                </c:pt>
                <c:pt idx="7052">
                  <c:v>101.78</c:v>
                </c:pt>
                <c:pt idx="7053">
                  <c:v>101.35</c:v>
                </c:pt>
                <c:pt idx="7054">
                  <c:v>101.18</c:v>
                </c:pt>
                <c:pt idx="7055">
                  <c:v>101.18</c:v>
                </c:pt>
                <c:pt idx="7056">
                  <c:v>100.33</c:v>
                </c:pt>
                <c:pt idx="7057">
                  <c:v>100.93</c:v>
                </c:pt>
                <c:pt idx="7058">
                  <c:v>101.15</c:v>
                </c:pt>
                <c:pt idx="7059">
                  <c:v>100.74</c:v>
                </c:pt>
                <c:pt idx="7060">
                  <c:v>100.16</c:v>
                </c:pt>
                <c:pt idx="7061">
                  <c:v>100.35</c:v>
                </c:pt>
                <c:pt idx="7062">
                  <c:v>100.03</c:v>
                </c:pt>
                <c:pt idx="7063">
                  <c:v>100.38</c:v>
                </c:pt>
                <c:pt idx="7064">
                  <c:v>100.53</c:v>
                </c:pt>
                <c:pt idx="7065">
                  <c:v>100.43</c:v>
                </c:pt>
                <c:pt idx="7066">
                  <c:v>99.512</c:v>
                </c:pt>
                <c:pt idx="7067">
                  <c:v>99.641000000000005</c:v>
                </c:pt>
                <c:pt idx="7068">
                  <c:v>99.79</c:v>
                </c:pt>
                <c:pt idx="7069">
                  <c:v>99.867999999999995</c:v>
                </c:pt>
                <c:pt idx="7070">
                  <c:v>99.906999999999996</c:v>
                </c:pt>
                <c:pt idx="7071">
                  <c:v>100.26</c:v>
                </c:pt>
                <c:pt idx="7072">
                  <c:v>100.28</c:v>
                </c:pt>
                <c:pt idx="7073">
                  <c:v>100.65</c:v>
                </c:pt>
                <c:pt idx="7074">
                  <c:v>100.8</c:v>
                </c:pt>
                <c:pt idx="7075">
                  <c:v>100.96</c:v>
                </c:pt>
                <c:pt idx="7076">
                  <c:v>101.25</c:v>
                </c:pt>
                <c:pt idx="7077">
                  <c:v>101.18</c:v>
                </c:pt>
                <c:pt idx="7078">
                  <c:v>100.44</c:v>
                </c:pt>
                <c:pt idx="7079">
                  <c:v>100.95</c:v>
                </c:pt>
                <c:pt idx="7080">
                  <c:v>100.95</c:v>
                </c:pt>
                <c:pt idx="7081">
                  <c:v>101.37</c:v>
                </c:pt>
                <c:pt idx="7082">
                  <c:v>101.22</c:v>
                </c:pt>
                <c:pt idx="7083">
                  <c:v>101.05</c:v>
                </c:pt>
                <c:pt idx="7084">
                  <c:v>101.09</c:v>
                </c:pt>
                <c:pt idx="7085">
                  <c:v>101.13</c:v>
                </c:pt>
                <c:pt idx="7086">
                  <c:v>101.12</c:v>
                </c:pt>
                <c:pt idx="7087">
                  <c:v>101.78</c:v>
                </c:pt>
                <c:pt idx="7088">
                  <c:v>102.2</c:v>
                </c:pt>
                <c:pt idx="7089">
                  <c:v>101.54</c:v>
                </c:pt>
                <c:pt idx="7090">
                  <c:v>101.64</c:v>
                </c:pt>
                <c:pt idx="7091">
                  <c:v>101.81</c:v>
                </c:pt>
                <c:pt idx="7092">
                  <c:v>102.07</c:v>
                </c:pt>
                <c:pt idx="7093">
                  <c:v>101.85</c:v>
                </c:pt>
                <c:pt idx="7094">
                  <c:v>101.25</c:v>
                </c:pt>
                <c:pt idx="7095">
                  <c:v>101.31</c:v>
                </c:pt>
                <c:pt idx="7096">
                  <c:v>101.7</c:v>
                </c:pt>
                <c:pt idx="7097">
                  <c:v>100.74</c:v>
                </c:pt>
                <c:pt idx="7098">
                  <c:v>100.36</c:v>
                </c:pt>
                <c:pt idx="7099">
                  <c:v>100.3</c:v>
                </c:pt>
                <c:pt idx="7100">
                  <c:v>100.41</c:v>
                </c:pt>
                <c:pt idx="7101">
                  <c:v>99.813000000000002</c:v>
                </c:pt>
                <c:pt idx="7102">
                  <c:v>99.677000000000007</c:v>
                </c:pt>
                <c:pt idx="7103">
                  <c:v>99.76</c:v>
                </c:pt>
                <c:pt idx="7104">
                  <c:v>99.626999999999995</c:v>
                </c:pt>
                <c:pt idx="7105">
                  <c:v>99.165999999999997</c:v>
                </c:pt>
                <c:pt idx="7106">
                  <c:v>99.712000000000003</c:v>
                </c:pt>
                <c:pt idx="7107">
                  <c:v>99.998000000000005</c:v>
                </c:pt>
                <c:pt idx="7108">
                  <c:v>100.41</c:v>
                </c:pt>
                <c:pt idx="7109">
                  <c:v>100.35</c:v>
                </c:pt>
                <c:pt idx="7110">
                  <c:v>100.54</c:v>
                </c:pt>
                <c:pt idx="7111">
                  <c:v>100.54</c:v>
                </c:pt>
                <c:pt idx="7112">
                  <c:v>100.56</c:v>
                </c:pt>
                <c:pt idx="7113">
                  <c:v>100.67</c:v>
                </c:pt>
                <c:pt idx="7114">
                  <c:v>101.18</c:v>
                </c:pt>
                <c:pt idx="7115">
                  <c:v>101.02</c:v>
                </c:pt>
                <c:pt idx="7116">
                  <c:v>100.71</c:v>
                </c:pt>
                <c:pt idx="7117">
                  <c:v>100.78</c:v>
                </c:pt>
                <c:pt idx="7118">
                  <c:v>100.49</c:v>
                </c:pt>
                <c:pt idx="7119">
                  <c:v>100.51</c:v>
                </c:pt>
                <c:pt idx="7120">
                  <c:v>100.29</c:v>
                </c:pt>
                <c:pt idx="7121">
                  <c:v>99.498999999999995</c:v>
                </c:pt>
                <c:pt idx="7122">
                  <c:v>99.738</c:v>
                </c:pt>
                <c:pt idx="7123">
                  <c:v>99.778000000000006</c:v>
                </c:pt>
                <c:pt idx="7124">
                  <c:v>99.977000000000004</c:v>
                </c:pt>
                <c:pt idx="7125">
                  <c:v>99.091999999999999</c:v>
                </c:pt>
                <c:pt idx="7126">
                  <c:v>98.784999999999997</c:v>
                </c:pt>
                <c:pt idx="7127">
                  <c:v>99.045000000000002</c:v>
                </c:pt>
                <c:pt idx="7128">
                  <c:v>99.075999999999993</c:v>
                </c:pt>
                <c:pt idx="7129">
                  <c:v>99.05</c:v>
                </c:pt>
                <c:pt idx="7130">
                  <c:v>99.076999999999998</c:v>
                </c:pt>
                <c:pt idx="7131">
                  <c:v>98.975999999999999</c:v>
                </c:pt>
                <c:pt idx="7132">
                  <c:v>99.209000000000003</c:v>
                </c:pt>
                <c:pt idx="7133">
                  <c:v>98.796999999999997</c:v>
                </c:pt>
                <c:pt idx="7134">
                  <c:v>98.647999999999996</c:v>
                </c:pt>
                <c:pt idx="7135">
                  <c:v>99.06</c:v>
                </c:pt>
                <c:pt idx="7136">
                  <c:v>99.658000000000001</c:v>
                </c:pt>
                <c:pt idx="7137">
                  <c:v>99.668999999999997</c:v>
                </c:pt>
                <c:pt idx="7138">
                  <c:v>99.623000000000005</c:v>
                </c:pt>
                <c:pt idx="7139">
                  <c:v>99.251999999999995</c:v>
                </c:pt>
                <c:pt idx="7140">
                  <c:v>98.911000000000001</c:v>
                </c:pt>
                <c:pt idx="7141">
                  <c:v>98.105000000000004</c:v>
                </c:pt>
                <c:pt idx="7142">
                  <c:v>97.575000000000003</c:v>
                </c:pt>
                <c:pt idx="7143">
                  <c:v>97.879000000000005</c:v>
                </c:pt>
                <c:pt idx="7144">
                  <c:v>97.141999999999996</c:v>
                </c:pt>
                <c:pt idx="7145">
                  <c:v>96.983999999999995</c:v>
                </c:pt>
                <c:pt idx="7146">
                  <c:v>97.350999999999999</c:v>
                </c:pt>
                <c:pt idx="7147">
                  <c:v>97.238</c:v>
                </c:pt>
                <c:pt idx="7148">
                  <c:v>97.248000000000005</c:v>
                </c:pt>
                <c:pt idx="7149">
                  <c:v>97.441999999999993</c:v>
                </c:pt>
                <c:pt idx="7150">
                  <c:v>97.441999999999993</c:v>
                </c:pt>
                <c:pt idx="7151">
                  <c:v>97.28</c:v>
                </c:pt>
                <c:pt idx="7152">
                  <c:v>96.921999999999997</c:v>
                </c:pt>
                <c:pt idx="7153">
                  <c:v>97.197999999999993</c:v>
                </c:pt>
                <c:pt idx="7154">
                  <c:v>96.715000000000003</c:v>
                </c:pt>
                <c:pt idx="7155">
                  <c:v>96.799000000000007</c:v>
                </c:pt>
                <c:pt idx="7156">
                  <c:v>96.635999999999996</c:v>
                </c:pt>
                <c:pt idx="7157">
                  <c:v>96.748000000000005</c:v>
                </c:pt>
                <c:pt idx="7158">
                  <c:v>96.918000000000006</c:v>
                </c:pt>
                <c:pt idx="7159">
                  <c:v>97.274000000000001</c:v>
                </c:pt>
                <c:pt idx="7160">
                  <c:v>97.138000000000005</c:v>
                </c:pt>
                <c:pt idx="7161">
                  <c:v>96.974999999999994</c:v>
                </c:pt>
                <c:pt idx="7162">
                  <c:v>96.938999999999993</c:v>
                </c:pt>
                <c:pt idx="7163">
                  <c:v>97.433000000000007</c:v>
                </c:pt>
                <c:pt idx="7164">
                  <c:v>97.164000000000001</c:v>
                </c:pt>
                <c:pt idx="7165">
                  <c:v>97.548000000000002</c:v>
                </c:pt>
                <c:pt idx="7166">
                  <c:v>97.76</c:v>
                </c:pt>
                <c:pt idx="7167">
                  <c:v>97.558999999999997</c:v>
                </c:pt>
                <c:pt idx="7168">
                  <c:v>97.593000000000004</c:v>
                </c:pt>
                <c:pt idx="7169">
                  <c:v>97.263999999999996</c:v>
                </c:pt>
                <c:pt idx="7170">
                  <c:v>97.426000000000002</c:v>
                </c:pt>
                <c:pt idx="7171">
                  <c:v>96.394000000000005</c:v>
                </c:pt>
                <c:pt idx="7172">
                  <c:v>96.01</c:v>
                </c:pt>
                <c:pt idx="7173">
                  <c:v>95.628</c:v>
                </c:pt>
                <c:pt idx="7174">
                  <c:v>95.628</c:v>
                </c:pt>
                <c:pt idx="7175">
                  <c:v>96.218000000000004</c:v>
                </c:pt>
                <c:pt idx="7176">
                  <c:v>96.218000000000004</c:v>
                </c:pt>
                <c:pt idx="7177">
                  <c:v>96.29</c:v>
                </c:pt>
                <c:pt idx="7178">
                  <c:v>95.802000000000007</c:v>
                </c:pt>
                <c:pt idx="7179">
                  <c:v>96.007999999999996</c:v>
                </c:pt>
                <c:pt idx="7180">
                  <c:v>96.022000000000006</c:v>
                </c:pt>
                <c:pt idx="7181">
                  <c:v>95.668999999999997</c:v>
                </c:pt>
                <c:pt idx="7182">
                  <c:v>95.760999999999996</c:v>
                </c:pt>
                <c:pt idx="7183">
                  <c:v>95.727999999999994</c:v>
                </c:pt>
                <c:pt idx="7184">
                  <c:v>95.153000000000006</c:v>
                </c:pt>
                <c:pt idx="7185">
                  <c:v>95.128</c:v>
                </c:pt>
                <c:pt idx="7186">
                  <c:v>94.603999999999999</c:v>
                </c:pt>
                <c:pt idx="7187">
                  <c:v>94.778999999999996</c:v>
                </c:pt>
                <c:pt idx="7188">
                  <c:v>94.305999999999997</c:v>
                </c:pt>
                <c:pt idx="7189">
                  <c:v>93.858000000000004</c:v>
                </c:pt>
                <c:pt idx="7190">
                  <c:v>93.977000000000004</c:v>
                </c:pt>
                <c:pt idx="7191">
                  <c:v>94.054000000000002</c:v>
                </c:pt>
                <c:pt idx="7192">
                  <c:v>93.671999999999997</c:v>
                </c:pt>
                <c:pt idx="7193">
                  <c:v>93.864000000000004</c:v>
                </c:pt>
                <c:pt idx="7194">
                  <c:v>93.259</c:v>
                </c:pt>
                <c:pt idx="7195">
                  <c:v>92.863</c:v>
                </c:pt>
                <c:pt idx="7196">
                  <c:v>93.043000000000006</c:v>
                </c:pt>
                <c:pt idx="7197">
                  <c:v>92.835999999999999</c:v>
                </c:pt>
                <c:pt idx="7198">
                  <c:v>92.838999999999999</c:v>
                </c:pt>
                <c:pt idx="7199">
                  <c:v>93.542000000000002</c:v>
                </c:pt>
                <c:pt idx="7200">
                  <c:v>93.432000000000002</c:v>
                </c:pt>
                <c:pt idx="7201">
                  <c:v>93.647000000000006</c:v>
                </c:pt>
                <c:pt idx="7202">
                  <c:v>93.548000000000002</c:v>
                </c:pt>
                <c:pt idx="7203">
                  <c:v>93.400999999999996</c:v>
                </c:pt>
                <c:pt idx="7204">
                  <c:v>93.069000000000003</c:v>
                </c:pt>
                <c:pt idx="7205">
                  <c:v>93.411000000000001</c:v>
                </c:pt>
                <c:pt idx="7206">
                  <c:v>93.852999999999994</c:v>
                </c:pt>
                <c:pt idx="7207">
                  <c:v>93.540999999999997</c:v>
                </c:pt>
                <c:pt idx="7208">
                  <c:v>93.622</c:v>
                </c:pt>
                <c:pt idx="7209">
                  <c:v>93.433999999999997</c:v>
                </c:pt>
                <c:pt idx="7210">
                  <c:v>93.094999999999999</c:v>
                </c:pt>
                <c:pt idx="7211">
                  <c:v>93.545000000000002</c:v>
                </c:pt>
                <c:pt idx="7212">
                  <c:v>93.147000000000006</c:v>
                </c:pt>
                <c:pt idx="7213">
                  <c:v>93.277000000000001</c:v>
                </c:pt>
                <c:pt idx="7214">
                  <c:v>92.74</c:v>
                </c:pt>
                <c:pt idx="7215">
                  <c:v>92.206999999999994</c:v>
                </c:pt>
                <c:pt idx="7216">
                  <c:v>92.248999999999995</c:v>
                </c:pt>
                <c:pt idx="7217">
                  <c:v>92.884</c:v>
                </c:pt>
                <c:pt idx="7218">
                  <c:v>92.668000000000006</c:v>
                </c:pt>
                <c:pt idx="7219">
                  <c:v>92.813999999999993</c:v>
                </c:pt>
                <c:pt idx="7220">
                  <c:v>92.635000000000005</c:v>
                </c:pt>
                <c:pt idx="7221">
                  <c:v>92.251999999999995</c:v>
                </c:pt>
                <c:pt idx="7222">
                  <c:v>92.29</c:v>
                </c:pt>
                <c:pt idx="7223">
                  <c:v>91.662999999999997</c:v>
                </c:pt>
                <c:pt idx="7224">
                  <c:v>91.352000000000004</c:v>
                </c:pt>
                <c:pt idx="7225">
                  <c:v>91.875</c:v>
                </c:pt>
                <c:pt idx="7226">
                  <c:v>91.882000000000005</c:v>
                </c:pt>
                <c:pt idx="7227">
                  <c:v>92.52</c:v>
                </c:pt>
                <c:pt idx="7228">
                  <c:v>92.123999999999995</c:v>
                </c:pt>
                <c:pt idx="7229">
                  <c:v>91.872</c:v>
                </c:pt>
                <c:pt idx="7230">
                  <c:v>92.046999999999997</c:v>
                </c:pt>
                <c:pt idx="7231">
                  <c:v>91.793000000000006</c:v>
                </c:pt>
                <c:pt idx="7232">
                  <c:v>92.507999999999996</c:v>
                </c:pt>
                <c:pt idx="7233">
                  <c:v>92.259</c:v>
                </c:pt>
                <c:pt idx="7234">
                  <c:v>92.171000000000006</c:v>
                </c:pt>
                <c:pt idx="7235">
                  <c:v>92.647999999999996</c:v>
                </c:pt>
                <c:pt idx="7236">
                  <c:v>92.965999999999994</c:v>
                </c:pt>
                <c:pt idx="7237">
                  <c:v>93.361000000000004</c:v>
                </c:pt>
                <c:pt idx="7238">
                  <c:v>93.084999999999994</c:v>
                </c:pt>
                <c:pt idx="7239">
                  <c:v>93.075999999999993</c:v>
                </c:pt>
                <c:pt idx="7240">
                  <c:v>93.558999999999997</c:v>
                </c:pt>
                <c:pt idx="7241">
                  <c:v>93.569000000000003</c:v>
                </c:pt>
                <c:pt idx="7242">
                  <c:v>93.457999999999998</c:v>
                </c:pt>
                <c:pt idx="7243">
                  <c:v>93.960999999999999</c:v>
                </c:pt>
                <c:pt idx="7244">
                  <c:v>93.8</c:v>
                </c:pt>
                <c:pt idx="7245">
                  <c:v>93.674999999999997</c:v>
                </c:pt>
                <c:pt idx="7246">
                  <c:v>93.29</c:v>
                </c:pt>
                <c:pt idx="7247">
                  <c:v>93.015000000000001</c:v>
                </c:pt>
                <c:pt idx="7248">
                  <c:v>93.057000000000002</c:v>
                </c:pt>
                <c:pt idx="7249">
                  <c:v>93.090999999999994</c:v>
                </c:pt>
                <c:pt idx="7250">
                  <c:v>93.311999999999998</c:v>
                </c:pt>
                <c:pt idx="7251">
                  <c:v>93.486000000000004</c:v>
                </c:pt>
                <c:pt idx="7252">
                  <c:v>93.363</c:v>
                </c:pt>
                <c:pt idx="7253">
                  <c:v>93.266000000000005</c:v>
                </c:pt>
                <c:pt idx="7254">
                  <c:v>93.700999999999993</c:v>
                </c:pt>
                <c:pt idx="7255">
                  <c:v>93.936000000000007</c:v>
                </c:pt>
                <c:pt idx="7256">
                  <c:v>93.772000000000006</c:v>
                </c:pt>
                <c:pt idx="7257">
                  <c:v>93.710999999999999</c:v>
                </c:pt>
                <c:pt idx="7258">
                  <c:v>94.611999999999995</c:v>
                </c:pt>
                <c:pt idx="7259">
                  <c:v>94.915999999999997</c:v>
                </c:pt>
                <c:pt idx="7260">
                  <c:v>94.56</c:v>
                </c:pt>
                <c:pt idx="7261">
                  <c:v>94.552000000000007</c:v>
                </c:pt>
                <c:pt idx="7262">
                  <c:v>94.814999999999998</c:v>
                </c:pt>
                <c:pt idx="7263">
                  <c:v>94.685000000000002</c:v>
                </c:pt>
                <c:pt idx="7264">
                  <c:v>94.941000000000003</c:v>
                </c:pt>
                <c:pt idx="7265">
                  <c:v>94.757000000000005</c:v>
                </c:pt>
                <c:pt idx="7266">
                  <c:v>94.912999999999997</c:v>
                </c:pt>
                <c:pt idx="7267">
                  <c:v>94.866</c:v>
                </c:pt>
                <c:pt idx="7268">
                  <c:v>94.444000000000003</c:v>
                </c:pt>
                <c:pt idx="7269">
                  <c:v>94.391000000000005</c:v>
                </c:pt>
                <c:pt idx="7270">
                  <c:v>94.49</c:v>
                </c:pt>
                <c:pt idx="7271">
                  <c:v>93.826999999999998</c:v>
                </c:pt>
                <c:pt idx="7272">
                  <c:v>93.813000000000002</c:v>
                </c:pt>
                <c:pt idx="7273">
                  <c:v>93.932000000000002</c:v>
                </c:pt>
                <c:pt idx="7274">
                  <c:v>93.662000000000006</c:v>
                </c:pt>
                <c:pt idx="7275">
                  <c:v>94.08</c:v>
                </c:pt>
                <c:pt idx="7276">
                  <c:v>93.951999999999998</c:v>
                </c:pt>
                <c:pt idx="7277">
                  <c:v>93.22</c:v>
                </c:pt>
                <c:pt idx="7278">
                  <c:v>93.22</c:v>
                </c:pt>
                <c:pt idx="7279">
                  <c:v>92.781999999999996</c:v>
                </c:pt>
                <c:pt idx="7280">
                  <c:v>92.903999999999996</c:v>
                </c:pt>
                <c:pt idx="7281">
                  <c:v>93.27</c:v>
                </c:pt>
                <c:pt idx="7282">
                  <c:v>93.164000000000001</c:v>
                </c:pt>
                <c:pt idx="7283">
                  <c:v>93.046999999999997</c:v>
                </c:pt>
                <c:pt idx="7284">
                  <c:v>92.885000000000005</c:v>
                </c:pt>
                <c:pt idx="7285">
                  <c:v>93.188000000000002</c:v>
                </c:pt>
                <c:pt idx="7286">
                  <c:v>93.379000000000005</c:v>
                </c:pt>
                <c:pt idx="7287">
                  <c:v>93.61</c:v>
                </c:pt>
                <c:pt idx="7288">
                  <c:v>93.795000000000002</c:v>
                </c:pt>
                <c:pt idx="7289">
                  <c:v>93.900999999999996</c:v>
                </c:pt>
                <c:pt idx="7290">
                  <c:v>93.866</c:v>
                </c:pt>
                <c:pt idx="7291">
                  <c:v>94.100999999999999</c:v>
                </c:pt>
                <c:pt idx="7292">
                  <c:v>93.429000000000002</c:v>
                </c:pt>
                <c:pt idx="7293">
                  <c:v>93.489000000000004</c:v>
                </c:pt>
                <c:pt idx="7294">
                  <c:v>93.932000000000002</c:v>
                </c:pt>
                <c:pt idx="7295">
                  <c:v>93.694999999999993</c:v>
                </c:pt>
                <c:pt idx="7296">
                  <c:v>93.441000000000003</c:v>
                </c:pt>
                <c:pt idx="7297">
                  <c:v>93.313000000000002</c:v>
                </c:pt>
                <c:pt idx="7298">
                  <c:v>93.278000000000006</c:v>
                </c:pt>
                <c:pt idx="7299">
                  <c:v>93.346999999999994</c:v>
                </c:pt>
                <c:pt idx="7300">
                  <c:v>93.266999999999996</c:v>
                </c:pt>
                <c:pt idx="7301">
                  <c:v>93.257000000000005</c:v>
                </c:pt>
                <c:pt idx="7302">
                  <c:v>93.025000000000006</c:v>
                </c:pt>
                <c:pt idx="7303">
                  <c:v>92.602000000000004</c:v>
                </c:pt>
                <c:pt idx="7304">
                  <c:v>92.123999999999995</c:v>
                </c:pt>
                <c:pt idx="7305">
                  <c:v>92.24</c:v>
                </c:pt>
                <c:pt idx="7306">
                  <c:v>91.872</c:v>
                </c:pt>
                <c:pt idx="7307">
                  <c:v>92.162000000000006</c:v>
                </c:pt>
                <c:pt idx="7308">
                  <c:v>91.852999999999994</c:v>
                </c:pt>
                <c:pt idx="7309">
                  <c:v>91.948999999999998</c:v>
                </c:pt>
                <c:pt idx="7310">
                  <c:v>92.358000000000004</c:v>
                </c:pt>
                <c:pt idx="7311">
                  <c:v>92.528000000000006</c:v>
                </c:pt>
                <c:pt idx="7312">
                  <c:v>92.331999999999994</c:v>
                </c:pt>
                <c:pt idx="7313">
                  <c:v>91.852000000000004</c:v>
                </c:pt>
                <c:pt idx="7314">
                  <c:v>90.974000000000004</c:v>
                </c:pt>
                <c:pt idx="7315">
                  <c:v>90.974000000000004</c:v>
                </c:pt>
                <c:pt idx="7316">
                  <c:v>90.393000000000001</c:v>
                </c:pt>
                <c:pt idx="7317">
                  <c:v>90.540999999999997</c:v>
                </c:pt>
                <c:pt idx="7318">
                  <c:v>90.498000000000005</c:v>
                </c:pt>
                <c:pt idx="7319">
                  <c:v>90.572000000000003</c:v>
                </c:pt>
                <c:pt idx="7320">
                  <c:v>90.400999999999996</c:v>
                </c:pt>
                <c:pt idx="7321">
                  <c:v>90.123999999999995</c:v>
                </c:pt>
                <c:pt idx="7322">
                  <c:v>89.206000000000003</c:v>
                </c:pt>
                <c:pt idx="7323">
                  <c:v>89.391000000000005</c:v>
                </c:pt>
                <c:pt idx="7324">
                  <c:v>89.066999999999993</c:v>
                </c:pt>
                <c:pt idx="7325">
                  <c:v>89.308000000000007</c:v>
                </c:pt>
                <c:pt idx="7326">
                  <c:v>89.16</c:v>
                </c:pt>
                <c:pt idx="7327">
                  <c:v>89.132999999999996</c:v>
                </c:pt>
                <c:pt idx="7328">
                  <c:v>88.671000000000006</c:v>
                </c:pt>
                <c:pt idx="7329">
                  <c:v>89.194999999999993</c:v>
                </c:pt>
                <c:pt idx="7330">
                  <c:v>89.554000000000002</c:v>
                </c:pt>
                <c:pt idx="7331">
                  <c:v>89.584999999999994</c:v>
                </c:pt>
                <c:pt idx="7332">
                  <c:v>90.254999999999995</c:v>
                </c:pt>
                <c:pt idx="7333">
                  <c:v>90.228999999999999</c:v>
                </c:pt>
                <c:pt idx="7334">
                  <c:v>90.441999999999993</c:v>
                </c:pt>
                <c:pt idx="7335">
                  <c:v>90.207999999999998</c:v>
                </c:pt>
                <c:pt idx="7336">
                  <c:v>89.703000000000003</c:v>
                </c:pt>
                <c:pt idx="7337">
                  <c:v>89.120999999999995</c:v>
                </c:pt>
                <c:pt idx="7338">
                  <c:v>88.593000000000004</c:v>
                </c:pt>
                <c:pt idx="7339">
                  <c:v>89.1</c:v>
                </c:pt>
                <c:pt idx="7340">
                  <c:v>89.1</c:v>
                </c:pt>
                <c:pt idx="7341">
                  <c:v>89.715999999999994</c:v>
                </c:pt>
                <c:pt idx="7342">
                  <c:v>90</c:v>
                </c:pt>
                <c:pt idx="7343">
                  <c:v>89.736000000000004</c:v>
                </c:pt>
                <c:pt idx="7344">
                  <c:v>89.882999999999996</c:v>
                </c:pt>
                <c:pt idx="7345">
                  <c:v>89.852999999999994</c:v>
                </c:pt>
                <c:pt idx="7346">
                  <c:v>90.355000000000004</c:v>
                </c:pt>
                <c:pt idx="7347">
                  <c:v>90.613</c:v>
                </c:pt>
                <c:pt idx="7348">
                  <c:v>90.323999999999998</c:v>
                </c:pt>
                <c:pt idx="7349">
                  <c:v>89.935000000000002</c:v>
                </c:pt>
                <c:pt idx="7350">
                  <c:v>90.08</c:v>
                </c:pt>
                <c:pt idx="7351">
                  <c:v>89.617999999999995</c:v>
                </c:pt>
                <c:pt idx="7352">
                  <c:v>89.637</c:v>
                </c:pt>
                <c:pt idx="7353">
                  <c:v>90.179000000000002</c:v>
                </c:pt>
                <c:pt idx="7354">
                  <c:v>90.093000000000004</c:v>
                </c:pt>
                <c:pt idx="7355">
                  <c:v>89.894999999999996</c:v>
                </c:pt>
                <c:pt idx="7356">
                  <c:v>89.664000000000001</c:v>
                </c:pt>
                <c:pt idx="7357">
                  <c:v>89.703999999999994</c:v>
                </c:pt>
                <c:pt idx="7358">
                  <c:v>90.138999999999996</c:v>
                </c:pt>
                <c:pt idx="7359">
                  <c:v>90.233000000000004</c:v>
                </c:pt>
                <c:pt idx="7360">
                  <c:v>89.765000000000001</c:v>
                </c:pt>
                <c:pt idx="7361">
                  <c:v>90.370999999999995</c:v>
                </c:pt>
                <c:pt idx="7362">
                  <c:v>89.783000000000001</c:v>
                </c:pt>
                <c:pt idx="7363">
                  <c:v>89.856999999999999</c:v>
                </c:pt>
                <c:pt idx="7364">
                  <c:v>89.436000000000007</c:v>
                </c:pt>
                <c:pt idx="7365">
                  <c:v>89.027000000000001</c:v>
                </c:pt>
                <c:pt idx="7366">
                  <c:v>89.372</c:v>
                </c:pt>
                <c:pt idx="7367">
                  <c:v>90.058000000000007</c:v>
                </c:pt>
                <c:pt idx="7368">
                  <c:v>90.150999999999996</c:v>
                </c:pt>
                <c:pt idx="7369">
                  <c:v>89.974000000000004</c:v>
                </c:pt>
                <c:pt idx="7370">
                  <c:v>90.052000000000007</c:v>
                </c:pt>
                <c:pt idx="7371">
                  <c:v>90.2</c:v>
                </c:pt>
                <c:pt idx="7372">
                  <c:v>90.141999999999996</c:v>
                </c:pt>
                <c:pt idx="7373">
                  <c:v>90.46</c:v>
                </c:pt>
                <c:pt idx="7374">
                  <c:v>90.108000000000004</c:v>
                </c:pt>
                <c:pt idx="7375">
                  <c:v>89.837999999999994</c:v>
                </c:pt>
                <c:pt idx="7376">
                  <c:v>89.587000000000003</c:v>
                </c:pt>
                <c:pt idx="7377">
                  <c:v>89.567999999999998</c:v>
                </c:pt>
                <c:pt idx="7378">
                  <c:v>89.751000000000005</c:v>
                </c:pt>
                <c:pt idx="7379">
                  <c:v>89.8</c:v>
                </c:pt>
                <c:pt idx="7380">
                  <c:v>89.424999999999997</c:v>
                </c:pt>
                <c:pt idx="7381">
                  <c:v>89.516000000000005</c:v>
                </c:pt>
                <c:pt idx="7382">
                  <c:v>89.623000000000005</c:v>
                </c:pt>
                <c:pt idx="7383">
                  <c:v>89.94</c:v>
                </c:pt>
                <c:pt idx="7384">
                  <c:v>90.316000000000003</c:v>
                </c:pt>
                <c:pt idx="7385">
                  <c:v>90.945999999999998</c:v>
                </c:pt>
                <c:pt idx="7386">
                  <c:v>90.766000000000005</c:v>
                </c:pt>
                <c:pt idx="7387">
                  <c:v>91.171999999999997</c:v>
                </c:pt>
                <c:pt idx="7388">
                  <c:v>91.561000000000007</c:v>
                </c:pt>
                <c:pt idx="7389">
                  <c:v>91.542000000000002</c:v>
                </c:pt>
                <c:pt idx="7390">
                  <c:v>91.840999999999994</c:v>
                </c:pt>
                <c:pt idx="7391">
                  <c:v>92.448999999999998</c:v>
                </c:pt>
                <c:pt idx="7392">
                  <c:v>92.512</c:v>
                </c:pt>
                <c:pt idx="7393">
                  <c:v>92.414000000000001</c:v>
                </c:pt>
                <c:pt idx="7394">
                  <c:v>92.566000000000003</c:v>
                </c:pt>
                <c:pt idx="7395">
                  <c:v>92.748999999999995</c:v>
                </c:pt>
                <c:pt idx="7396">
                  <c:v>93.12</c:v>
                </c:pt>
                <c:pt idx="7397">
                  <c:v>93.04</c:v>
                </c:pt>
                <c:pt idx="7398">
                  <c:v>92.65</c:v>
                </c:pt>
                <c:pt idx="7399">
                  <c:v>92.537000000000006</c:v>
                </c:pt>
                <c:pt idx="7400">
                  <c:v>92.587000000000003</c:v>
                </c:pt>
                <c:pt idx="7401">
                  <c:v>93.218999999999994</c:v>
                </c:pt>
                <c:pt idx="7402">
                  <c:v>93.391999999999996</c:v>
                </c:pt>
                <c:pt idx="7403">
                  <c:v>93.468999999999994</c:v>
                </c:pt>
                <c:pt idx="7404">
                  <c:v>93.637</c:v>
                </c:pt>
                <c:pt idx="7405">
                  <c:v>93.677000000000007</c:v>
                </c:pt>
                <c:pt idx="7406">
                  <c:v>93.608999999999995</c:v>
                </c:pt>
                <c:pt idx="7407">
                  <c:v>94.003</c:v>
                </c:pt>
                <c:pt idx="7408">
                  <c:v>93.775000000000006</c:v>
                </c:pt>
                <c:pt idx="7409">
                  <c:v>94.253</c:v>
                </c:pt>
                <c:pt idx="7410">
                  <c:v>94.418000000000006</c:v>
                </c:pt>
                <c:pt idx="7411">
                  <c:v>94.82</c:v>
                </c:pt>
                <c:pt idx="7412">
                  <c:v>94.069000000000003</c:v>
                </c:pt>
                <c:pt idx="7413">
                  <c:v>93.978999999999999</c:v>
                </c:pt>
                <c:pt idx="7414">
                  <c:v>94.156000000000006</c:v>
                </c:pt>
                <c:pt idx="7415">
                  <c:v>94.037999999999997</c:v>
                </c:pt>
                <c:pt idx="7416">
                  <c:v>93.876000000000005</c:v>
                </c:pt>
                <c:pt idx="7417">
                  <c:v>93.614000000000004</c:v>
                </c:pt>
                <c:pt idx="7418">
                  <c:v>93.435000000000002</c:v>
                </c:pt>
                <c:pt idx="7419">
                  <c:v>93.534999999999997</c:v>
                </c:pt>
                <c:pt idx="7420">
                  <c:v>93.608000000000004</c:v>
                </c:pt>
                <c:pt idx="7421">
                  <c:v>93.817999999999998</c:v>
                </c:pt>
                <c:pt idx="7422">
                  <c:v>93.543999999999997</c:v>
                </c:pt>
                <c:pt idx="7423">
                  <c:v>94.879000000000005</c:v>
                </c:pt>
                <c:pt idx="7424">
                  <c:v>94.787999999999997</c:v>
                </c:pt>
                <c:pt idx="7425">
                  <c:v>94.756</c:v>
                </c:pt>
                <c:pt idx="7426">
                  <c:v>95.013000000000005</c:v>
                </c:pt>
                <c:pt idx="7427">
                  <c:v>95.123999999999995</c:v>
                </c:pt>
                <c:pt idx="7428">
                  <c:v>94.861999999999995</c:v>
                </c:pt>
                <c:pt idx="7429">
                  <c:v>94.52</c:v>
                </c:pt>
                <c:pt idx="7430">
                  <c:v>94.289000000000001</c:v>
                </c:pt>
                <c:pt idx="7431">
                  <c:v>94.676000000000002</c:v>
                </c:pt>
                <c:pt idx="7432">
                  <c:v>95.29</c:v>
                </c:pt>
                <c:pt idx="7433">
                  <c:v>95.311999999999998</c:v>
                </c:pt>
                <c:pt idx="7434">
                  <c:v>94.47</c:v>
                </c:pt>
                <c:pt idx="7435">
                  <c:v>94.870999999999995</c:v>
                </c:pt>
                <c:pt idx="7436">
                  <c:v>94.590999999999994</c:v>
                </c:pt>
                <c:pt idx="7437">
                  <c:v>94.531000000000006</c:v>
                </c:pt>
                <c:pt idx="7438">
                  <c:v>94.394999999999996</c:v>
                </c:pt>
                <c:pt idx="7439">
                  <c:v>93.962999999999994</c:v>
                </c:pt>
                <c:pt idx="7440">
                  <c:v>94.076999999999998</c:v>
                </c:pt>
                <c:pt idx="7441">
                  <c:v>94.158000000000001</c:v>
                </c:pt>
                <c:pt idx="7442">
                  <c:v>94.718999999999994</c:v>
                </c:pt>
                <c:pt idx="7443">
                  <c:v>94.826999999999998</c:v>
                </c:pt>
                <c:pt idx="7444">
                  <c:v>94.677000000000007</c:v>
                </c:pt>
                <c:pt idx="7445">
                  <c:v>94.510999999999996</c:v>
                </c:pt>
                <c:pt idx="7446">
                  <c:v>94.984999999999999</c:v>
                </c:pt>
                <c:pt idx="7447">
                  <c:v>95.084999999999994</c:v>
                </c:pt>
                <c:pt idx="7448">
                  <c:v>95.164000000000001</c:v>
                </c:pt>
                <c:pt idx="7449">
                  <c:v>94.475999999999999</c:v>
                </c:pt>
                <c:pt idx="7450">
                  <c:v>94.632000000000005</c:v>
                </c:pt>
                <c:pt idx="7451">
                  <c:v>94.613</c:v>
                </c:pt>
                <c:pt idx="7452">
                  <c:v>94.233000000000004</c:v>
                </c:pt>
                <c:pt idx="7453">
                  <c:v>94.784999999999997</c:v>
                </c:pt>
                <c:pt idx="7454">
                  <c:v>94.668999999999997</c:v>
                </c:pt>
                <c:pt idx="7455">
                  <c:v>94.347999999999999</c:v>
                </c:pt>
                <c:pt idx="7456">
                  <c:v>94.554000000000002</c:v>
                </c:pt>
                <c:pt idx="7457">
                  <c:v>94.661000000000001</c:v>
                </c:pt>
                <c:pt idx="7458">
                  <c:v>95.17</c:v>
                </c:pt>
                <c:pt idx="7459">
                  <c:v>95.161000000000001</c:v>
                </c:pt>
                <c:pt idx="7460">
                  <c:v>95.358000000000004</c:v>
                </c:pt>
                <c:pt idx="7461">
                  <c:v>95.186000000000007</c:v>
                </c:pt>
                <c:pt idx="7462">
                  <c:v>95.091999999999999</c:v>
                </c:pt>
                <c:pt idx="7463">
                  <c:v>95.504000000000005</c:v>
                </c:pt>
                <c:pt idx="7464">
                  <c:v>96.356999999999999</c:v>
                </c:pt>
                <c:pt idx="7465">
                  <c:v>96.391000000000005</c:v>
                </c:pt>
                <c:pt idx="7466">
                  <c:v>96.730999999999995</c:v>
                </c:pt>
                <c:pt idx="7467">
                  <c:v>96.695999999999998</c:v>
                </c:pt>
                <c:pt idx="7468">
                  <c:v>96.644999999999996</c:v>
                </c:pt>
                <c:pt idx="7469">
                  <c:v>96.100999999999999</c:v>
                </c:pt>
                <c:pt idx="7470">
                  <c:v>95.9</c:v>
                </c:pt>
                <c:pt idx="7471">
                  <c:v>95.256</c:v>
                </c:pt>
                <c:pt idx="7472">
                  <c:v>95.146000000000001</c:v>
                </c:pt>
                <c:pt idx="7473">
                  <c:v>95.665999999999997</c:v>
                </c:pt>
                <c:pt idx="7474">
                  <c:v>95.146000000000001</c:v>
                </c:pt>
                <c:pt idx="7475">
                  <c:v>94.778999999999996</c:v>
                </c:pt>
                <c:pt idx="7476">
                  <c:v>94.72</c:v>
                </c:pt>
                <c:pt idx="7477">
                  <c:v>94.6</c:v>
                </c:pt>
                <c:pt idx="7478">
                  <c:v>94.722999999999999</c:v>
                </c:pt>
                <c:pt idx="7479">
                  <c:v>95.14</c:v>
                </c:pt>
                <c:pt idx="7480">
                  <c:v>95.14</c:v>
                </c:pt>
                <c:pt idx="7481">
                  <c:v>95.438999999999993</c:v>
                </c:pt>
                <c:pt idx="7482">
                  <c:v>95.183999999999997</c:v>
                </c:pt>
                <c:pt idx="7483">
                  <c:v>95.021000000000001</c:v>
                </c:pt>
                <c:pt idx="7484">
                  <c:v>95.364999999999995</c:v>
                </c:pt>
                <c:pt idx="7485">
                  <c:v>95.15</c:v>
                </c:pt>
                <c:pt idx="7486">
                  <c:v>95.248999999999995</c:v>
                </c:pt>
                <c:pt idx="7487">
                  <c:v>94.799000000000007</c:v>
                </c:pt>
                <c:pt idx="7488">
                  <c:v>94.518000000000001</c:v>
                </c:pt>
                <c:pt idx="7489">
                  <c:v>94.927000000000007</c:v>
                </c:pt>
                <c:pt idx="7490">
                  <c:v>94.495999999999995</c:v>
                </c:pt>
                <c:pt idx="7491">
                  <c:v>94.64</c:v>
                </c:pt>
                <c:pt idx="7492">
                  <c:v>94.537000000000006</c:v>
                </c:pt>
                <c:pt idx="7493">
                  <c:v>93.912000000000006</c:v>
                </c:pt>
                <c:pt idx="7494">
                  <c:v>94.22</c:v>
                </c:pt>
                <c:pt idx="7495">
                  <c:v>94.185000000000002</c:v>
                </c:pt>
                <c:pt idx="7496">
                  <c:v>94.132999999999996</c:v>
                </c:pt>
                <c:pt idx="7497">
                  <c:v>94.192999999999998</c:v>
                </c:pt>
                <c:pt idx="7498">
                  <c:v>94.894000000000005</c:v>
                </c:pt>
                <c:pt idx="7499">
                  <c:v>95.132000000000005</c:v>
                </c:pt>
                <c:pt idx="7500">
                  <c:v>95.298000000000002</c:v>
                </c:pt>
                <c:pt idx="7501">
                  <c:v>95.507000000000005</c:v>
                </c:pt>
                <c:pt idx="7502">
                  <c:v>95.762</c:v>
                </c:pt>
                <c:pt idx="7503">
                  <c:v>95.751000000000005</c:v>
                </c:pt>
                <c:pt idx="7504">
                  <c:v>95.623999999999995</c:v>
                </c:pt>
                <c:pt idx="7505">
                  <c:v>95.760999999999996</c:v>
                </c:pt>
                <c:pt idx="7506">
                  <c:v>95.668000000000006</c:v>
                </c:pt>
                <c:pt idx="7507">
                  <c:v>95.507999999999996</c:v>
                </c:pt>
                <c:pt idx="7508">
                  <c:v>95.016999999999996</c:v>
                </c:pt>
                <c:pt idx="7509">
                  <c:v>95.221000000000004</c:v>
                </c:pt>
                <c:pt idx="7510">
                  <c:v>95.058999999999997</c:v>
                </c:pt>
                <c:pt idx="7511">
                  <c:v>95.048000000000002</c:v>
                </c:pt>
                <c:pt idx="7512">
                  <c:v>95.575000000000003</c:v>
                </c:pt>
                <c:pt idx="7513">
                  <c:v>95.9</c:v>
                </c:pt>
                <c:pt idx="7514">
                  <c:v>95.712999999999994</c:v>
                </c:pt>
                <c:pt idx="7515">
                  <c:v>96.013000000000005</c:v>
                </c:pt>
                <c:pt idx="7516">
                  <c:v>95.960999999999999</c:v>
                </c:pt>
                <c:pt idx="7517">
                  <c:v>96.433999999999997</c:v>
                </c:pt>
                <c:pt idx="7518">
                  <c:v>96.679000000000002</c:v>
                </c:pt>
                <c:pt idx="7519">
                  <c:v>96.358999999999995</c:v>
                </c:pt>
                <c:pt idx="7520">
                  <c:v>96.578999999999994</c:v>
                </c:pt>
                <c:pt idx="7521">
                  <c:v>97.010999999999996</c:v>
                </c:pt>
                <c:pt idx="7522">
                  <c:v>97.126999999999995</c:v>
                </c:pt>
                <c:pt idx="7523">
                  <c:v>96.277000000000001</c:v>
                </c:pt>
                <c:pt idx="7524">
                  <c:v>96.542000000000002</c:v>
                </c:pt>
                <c:pt idx="7525">
                  <c:v>96.278999999999996</c:v>
                </c:pt>
                <c:pt idx="7526">
                  <c:v>96.316999999999993</c:v>
                </c:pt>
                <c:pt idx="7527">
                  <c:v>95.997</c:v>
                </c:pt>
                <c:pt idx="7528">
                  <c:v>96.724000000000004</c:v>
                </c:pt>
                <c:pt idx="7529">
                  <c:v>96.905000000000001</c:v>
                </c:pt>
                <c:pt idx="7530">
                  <c:v>97.542000000000002</c:v>
                </c:pt>
                <c:pt idx="7531">
                  <c:v>97.302999999999997</c:v>
                </c:pt>
                <c:pt idx="7532">
                  <c:v>96.802999999999997</c:v>
                </c:pt>
                <c:pt idx="7533">
                  <c:v>96.927000000000007</c:v>
                </c:pt>
                <c:pt idx="7534">
                  <c:v>96.465000000000003</c:v>
                </c:pt>
                <c:pt idx="7535">
                  <c:v>96.192999999999998</c:v>
                </c:pt>
                <c:pt idx="7536">
                  <c:v>96.835999999999999</c:v>
                </c:pt>
                <c:pt idx="7537">
                  <c:v>96.712000000000003</c:v>
                </c:pt>
                <c:pt idx="7538">
                  <c:v>96.712000000000003</c:v>
                </c:pt>
                <c:pt idx="7539">
                  <c:v>96.915999999999997</c:v>
                </c:pt>
                <c:pt idx="7540">
                  <c:v>97.073999999999998</c:v>
                </c:pt>
                <c:pt idx="7541">
                  <c:v>97.369</c:v>
                </c:pt>
                <c:pt idx="7542">
                  <c:v>96.786000000000001</c:v>
                </c:pt>
                <c:pt idx="7543">
                  <c:v>96.778000000000006</c:v>
                </c:pt>
                <c:pt idx="7544">
                  <c:v>97.272000000000006</c:v>
                </c:pt>
                <c:pt idx="7545">
                  <c:v>97.04</c:v>
                </c:pt>
                <c:pt idx="7546">
                  <c:v>96.965000000000003</c:v>
                </c:pt>
                <c:pt idx="7547">
                  <c:v>97.07</c:v>
                </c:pt>
                <c:pt idx="7548">
                  <c:v>96.81</c:v>
                </c:pt>
                <c:pt idx="7549">
                  <c:v>96.513999999999996</c:v>
                </c:pt>
                <c:pt idx="7550">
                  <c:v>97.218999999999994</c:v>
                </c:pt>
                <c:pt idx="7551">
                  <c:v>97.388000000000005</c:v>
                </c:pt>
                <c:pt idx="7552">
                  <c:v>97.043999999999997</c:v>
                </c:pt>
                <c:pt idx="7553">
                  <c:v>97.063999999999993</c:v>
                </c:pt>
                <c:pt idx="7554">
                  <c:v>97.442999999999998</c:v>
                </c:pt>
                <c:pt idx="7555">
                  <c:v>97.1</c:v>
                </c:pt>
                <c:pt idx="7556">
                  <c:v>97.103999999999999</c:v>
                </c:pt>
                <c:pt idx="7557">
                  <c:v>97.034999999999997</c:v>
                </c:pt>
                <c:pt idx="7558">
                  <c:v>96.275999999999996</c:v>
                </c:pt>
                <c:pt idx="7559">
                  <c:v>96.956000000000003</c:v>
                </c:pt>
                <c:pt idx="7560">
                  <c:v>96.552999999999997</c:v>
                </c:pt>
                <c:pt idx="7561">
                  <c:v>96.581000000000003</c:v>
                </c:pt>
                <c:pt idx="7562">
                  <c:v>97.05</c:v>
                </c:pt>
                <c:pt idx="7563">
                  <c:v>96.480999999999995</c:v>
                </c:pt>
                <c:pt idx="7564">
                  <c:v>96.402000000000001</c:v>
                </c:pt>
                <c:pt idx="7565">
                  <c:v>96.173000000000002</c:v>
                </c:pt>
                <c:pt idx="7566">
                  <c:v>96.084999999999994</c:v>
                </c:pt>
                <c:pt idx="7567">
                  <c:v>96.819000000000003</c:v>
                </c:pt>
                <c:pt idx="7568">
                  <c:v>96.305000000000007</c:v>
                </c:pt>
                <c:pt idx="7569">
                  <c:v>96.179000000000002</c:v>
                </c:pt>
                <c:pt idx="7570">
                  <c:v>95.665999999999997</c:v>
                </c:pt>
                <c:pt idx="7571">
                  <c:v>95.903000000000006</c:v>
                </c:pt>
                <c:pt idx="7572">
                  <c:v>95.218999999999994</c:v>
                </c:pt>
                <c:pt idx="7573">
                  <c:v>95.539000000000001</c:v>
                </c:pt>
                <c:pt idx="7574">
                  <c:v>95.67</c:v>
                </c:pt>
                <c:pt idx="7575">
                  <c:v>95.61</c:v>
                </c:pt>
                <c:pt idx="7576">
                  <c:v>96.039000000000001</c:v>
                </c:pt>
                <c:pt idx="7577">
                  <c:v>96.058999999999997</c:v>
                </c:pt>
                <c:pt idx="7578">
                  <c:v>96.064999999999998</c:v>
                </c:pt>
                <c:pt idx="7579">
                  <c:v>96.335999999999999</c:v>
                </c:pt>
                <c:pt idx="7580">
                  <c:v>96.335999999999999</c:v>
                </c:pt>
                <c:pt idx="7581">
                  <c:v>96.302999999999997</c:v>
                </c:pt>
                <c:pt idx="7582">
                  <c:v>96.123000000000005</c:v>
                </c:pt>
                <c:pt idx="7583">
                  <c:v>96.600999999999999</c:v>
                </c:pt>
                <c:pt idx="7584">
                  <c:v>95.793999999999997</c:v>
                </c:pt>
                <c:pt idx="7585">
                  <c:v>95.745999999999995</c:v>
                </c:pt>
                <c:pt idx="7586">
                  <c:v>95.820999999999998</c:v>
                </c:pt>
                <c:pt idx="7587">
                  <c:v>95.34</c:v>
                </c:pt>
                <c:pt idx="7588">
                  <c:v>95.578000000000003</c:v>
                </c:pt>
                <c:pt idx="7589">
                  <c:v>95.578999999999994</c:v>
                </c:pt>
                <c:pt idx="7590">
                  <c:v>95.852000000000004</c:v>
                </c:pt>
                <c:pt idx="7591">
                  <c:v>96.066999999999993</c:v>
                </c:pt>
                <c:pt idx="7592">
                  <c:v>96.39</c:v>
                </c:pt>
                <c:pt idx="7593">
                  <c:v>96.507000000000005</c:v>
                </c:pt>
                <c:pt idx="7594">
                  <c:v>96.637</c:v>
                </c:pt>
                <c:pt idx="7595">
                  <c:v>97.057000000000002</c:v>
                </c:pt>
                <c:pt idx="7596">
                  <c:v>96.709000000000003</c:v>
                </c:pt>
                <c:pt idx="7597">
                  <c:v>97.129000000000005</c:v>
                </c:pt>
                <c:pt idx="7598">
                  <c:v>96.977999999999994</c:v>
                </c:pt>
                <c:pt idx="7599">
                  <c:v>96.903999999999996</c:v>
                </c:pt>
                <c:pt idx="7600">
                  <c:v>96.903999999999996</c:v>
                </c:pt>
                <c:pt idx="7601">
                  <c:v>96.52</c:v>
                </c:pt>
                <c:pt idx="7602">
                  <c:v>96.453999999999994</c:v>
                </c:pt>
                <c:pt idx="7603">
                  <c:v>96.605000000000004</c:v>
                </c:pt>
                <c:pt idx="7604">
                  <c:v>96.507000000000005</c:v>
                </c:pt>
                <c:pt idx="7605">
                  <c:v>96.412999999999997</c:v>
                </c:pt>
                <c:pt idx="7606">
                  <c:v>96.003</c:v>
                </c:pt>
                <c:pt idx="7607">
                  <c:v>96.153999999999996</c:v>
                </c:pt>
                <c:pt idx="7608">
                  <c:v>96.156999999999996</c:v>
                </c:pt>
                <c:pt idx="7609">
                  <c:v>96.527000000000001</c:v>
                </c:pt>
                <c:pt idx="7610">
                  <c:v>96.682000000000002</c:v>
                </c:pt>
                <c:pt idx="7611">
                  <c:v>96.866</c:v>
                </c:pt>
                <c:pt idx="7612">
                  <c:v>96.873000000000005</c:v>
                </c:pt>
                <c:pt idx="7613">
                  <c:v>97.667000000000002</c:v>
                </c:pt>
                <c:pt idx="7614">
                  <c:v>97.305999999999997</c:v>
                </c:pt>
                <c:pt idx="7615">
                  <c:v>97.215000000000003</c:v>
                </c:pt>
                <c:pt idx="7616">
                  <c:v>96.935000000000002</c:v>
                </c:pt>
                <c:pt idx="7617">
                  <c:v>96.55</c:v>
                </c:pt>
                <c:pt idx="7618">
                  <c:v>96.784999999999997</c:v>
                </c:pt>
                <c:pt idx="7619">
                  <c:v>96.594999999999999</c:v>
                </c:pt>
                <c:pt idx="7620">
                  <c:v>96.524000000000001</c:v>
                </c:pt>
                <c:pt idx="7621">
                  <c:v>96.382999999999996</c:v>
                </c:pt>
                <c:pt idx="7622">
                  <c:v>95.760999999999996</c:v>
                </c:pt>
                <c:pt idx="7623">
                  <c:v>96.495000000000005</c:v>
                </c:pt>
                <c:pt idx="7624">
                  <c:v>96.650999999999996</c:v>
                </c:pt>
                <c:pt idx="7625">
                  <c:v>96.566000000000003</c:v>
                </c:pt>
                <c:pt idx="7626">
                  <c:v>96.736000000000004</c:v>
                </c:pt>
                <c:pt idx="7627">
                  <c:v>96.774000000000001</c:v>
                </c:pt>
                <c:pt idx="7628">
                  <c:v>97.201999999999998</c:v>
                </c:pt>
                <c:pt idx="7629">
                  <c:v>97.284000000000006</c:v>
                </c:pt>
                <c:pt idx="7630">
                  <c:v>97.231999999999999</c:v>
                </c:pt>
                <c:pt idx="7631">
                  <c:v>97.361000000000004</c:v>
                </c:pt>
                <c:pt idx="7632">
                  <c:v>97.090999999999994</c:v>
                </c:pt>
                <c:pt idx="7633">
                  <c:v>97.308000000000007</c:v>
                </c:pt>
                <c:pt idx="7634">
                  <c:v>97.394999999999996</c:v>
                </c:pt>
                <c:pt idx="7635">
                  <c:v>97.05</c:v>
                </c:pt>
                <c:pt idx="7636">
                  <c:v>97.006</c:v>
                </c:pt>
                <c:pt idx="7637">
                  <c:v>96.945999999999998</c:v>
                </c:pt>
                <c:pt idx="7638">
                  <c:v>97.177000000000007</c:v>
                </c:pt>
                <c:pt idx="7639">
                  <c:v>96.971999999999994</c:v>
                </c:pt>
                <c:pt idx="7640">
                  <c:v>96.941999999999993</c:v>
                </c:pt>
                <c:pt idx="7641">
                  <c:v>97.043000000000006</c:v>
                </c:pt>
                <c:pt idx="7642">
                  <c:v>97.009</c:v>
                </c:pt>
                <c:pt idx="7643">
                  <c:v>97.474000000000004</c:v>
                </c:pt>
                <c:pt idx="7644">
                  <c:v>97.378</c:v>
                </c:pt>
                <c:pt idx="7645">
                  <c:v>97.287000000000006</c:v>
                </c:pt>
                <c:pt idx="7646">
                  <c:v>97.635999999999996</c:v>
                </c:pt>
                <c:pt idx="7647">
                  <c:v>98.173000000000002</c:v>
                </c:pt>
                <c:pt idx="7648">
                  <c:v>98.203000000000003</c:v>
                </c:pt>
                <c:pt idx="7649">
                  <c:v>98.006</c:v>
                </c:pt>
                <c:pt idx="7650">
                  <c:v>97.856999999999999</c:v>
                </c:pt>
                <c:pt idx="7651">
                  <c:v>97.478999999999999</c:v>
                </c:pt>
                <c:pt idx="7652">
                  <c:v>97.686000000000007</c:v>
                </c:pt>
                <c:pt idx="7653">
                  <c:v>97.831999999999994</c:v>
                </c:pt>
                <c:pt idx="7654">
                  <c:v>97.52</c:v>
                </c:pt>
                <c:pt idx="7655">
                  <c:v>97.515000000000001</c:v>
                </c:pt>
                <c:pt idx="7656">
                  <c:v>97.628</c:v>
                </c:pt>
                <c:pt idx="7657">
                  <c:v>97.623000000000005</c:v>
                </c:pt>
                <c:pt idx="7658">
                  <c:v>97.373000000000005</c:v>
                </c:pt>
                <c:pt idx="7659">
                  <c:v>97.33</c:v>
                </c:pt>
                <c:pt idx="7660">
                  <c:v>97.319000000000003</c:v>
                </c:pt>
                <c:pt idx="7661">
                  <c:v>97.525999999999996</c:v>
                </c:pt>
                <c:pt idx="7662">
                  <c:v>97.569000000000003</c:v>
                </c:pt>
                <c:pt idx="7663">
                  <c:v>97.855000000000004</c:v>
                </c:pt>
                <c:pt idx="7664">
                  <c:v>97.995000000000005</c:v>
                </c:pt>
                <c:pt idx="7665">
                  <c:v>97.933000000000007</c:v>
                </c:pt>
                <c:pt idx="7666">
                  <c:v>98.061999999999998</c:v>
                </c:pt>
                <c:pt idx="7667">
                  <c:v>98.040999999999997</c:v>
                </c:pt>
                <c:pt idx="7668">
                  <c:v>97.855999999999995</c:v>
                </c:pt>
                <c:pt idx="7669">
                  <c:v>97.613</c:v>
                </c:pt>
                <c:pt idx="7670">
                  <c:v>97.613</c:v>
                </c:pt>
                <c:pt idx="7671">
                  <c:v>97.951999999999998</c:v>
                </c:pt>
                <c:pt idx="7672">
                  <c:v>98.144000000000005</c:v>
                </c:pt>
                <c:pt idx="7673">
                  <c:v>98.141999999999996</c:v>
                </c:pt>
                <c:pt idx="7674">
                  <c:v>97.75</c:v>
                </c:pt>
                <c:pt idx="7675">
                  <c:v>97.141999999999996</c:v>
                </c:pt>
                <c:pt idx="7676">
                  <c:v>97.072000000000003</c:v>
                </c:pt>
                <c:pt idx="7677">
                  <c:v>97.32</c:v>
                </c:pt>
                <c:pt idx="7678">
                  <c:v>97.043999999999997</c:v>
                </c:pt>
                <c:pt idx="7679">
                  <c:v>96.543999999999997</c:v>
                </c:pt>
                <c:pt idx="7680">
                  <c:v>96.760999999999996</c:v>
                </c:pt>
                <c:pt idx="7681">
                  <c:v>96.686000000000007</c:v>
                </c:pt>
                <c:pt idx="7682">
                  <c:v>97</c:v>
                </c:pt>
                <c:pt idx="7683">
                  <c:v>97.013000000000005</c:v>
                </c:pt>
                <c:pt idx="7684">
                  <c:v>97.572000000000003</c:v>
                </c:pt>
                <c:pt idx="7685">
                  <c:v>97.558000000000007</c:v>
                </c:pt>
                <c:pt idx="7686">
                  <c:v>97.644000000000005</c:v>
                </c:pt>
                <c:pt idx="7687">
                  <c:v>97.117000000000004</c:v>
                </c:pt>
                <c:pt idx="7688">
                  <c:v>96.629000000000005</c:v>
                </c:pt>
                <c:pt idx="7689">
                  <c:v>96.22</c:v>
                </c:pt>
                <c:pt idx="7690">
                  <c:v>95.98</c:v>
                </c:pt>
                <c:pt idx="7691">
                  <c:v>96.14</c:v>
                </c:pt>
                <c:pt idx="7692">
                  <c:v>96.213999999999999</c:v>
                </c:pt>
                <c:pt idx="7693">
                  <c:v>96.194000000000003</c:v>
                </c:pt>
                <c:pt idx="7694">
                  <c:v>96.13</c:v>
                </c:pt>
                <c:pt idx="7695">
                  <c:v>96.843999999999994</c:v>
                </c:pt>
                <c:pt idx="7696">
                  <c:v>96.725999999999999</c:v>
                </c:pt>
                <c:pt idx="7697">
                  <c:v>96.768000000000001</c:v>
                </c:pt>
                <c:pt idx="7698">
                  <c:v>96.768000000000001</c:v>
                </c:pt>
                <c:pt idx="7699">
                  <c:v>97.286000000000001</c:v>
                </c:pt>
                <c:pt idx="7700">
                  <c:v>97.384</c:v>
                </c:pt>
                <c:pt idx="7701">
                  <c:v>97.489000000000004</c:v>
                </c:pt>
                <c:pt idx="7702">
                  <c:v>97.103999999999999</c:v>
                </c:pt>
                <c:pt idx="7703">
                  <c:v>97.05</c:v>
                </c:pt>
                <c:pt idx="7704">
                  <c:v>96.81</c:v>
                </c:pt>
                <c:pt idx="7705">
                  <c:v>96.933000000000007</c:v>
                </c:pt>
                <c:pt idx="7706">
                  <c:v>97.394999999999996</c:v>
                </c:pt>
                <c:pt idx="7707">
                  <c:v>97.222999999999999</c:v>
                </c:pt>
                <c:pt idx="7708">
                  <c:v>96.793999999999997</c:v>
                </c:pt>
                <c:pt idx="7709">
                  <c:v>97.150999999999996</c:v>
                </c:pt>
                <c:pt idx="7710">
                  <c:v>97.257000000000005</c:v>
                </c:pt>
                <c:pt idx="7711">
                  <c:v>97.704999999999998</c:v>
                </c:pt>
                <c:pt idx="7712">
                  <c:v>97.728999999999999</c:v>
                </c:pt>
                <c:pt idx="7713">
                  <c:v>97.817999999999998</c:v>
                </c:pt>
                <c:pt idx="7714">
                  <c:v>98.01</c:v>
                </c:pt>
                <c:pt idx="7715">
                  <c:v>98.043999999999997</c:v>
                </c:pt>
                <c:pt idx="7716">
                  <c:v>98.05</c:v>
                </c:pt>
                <c:pt idx="7717">
                  <c:v>98.516000000000005</c:v>
                </c:pt>
                <c:pt idx="7718">
                  <c:v>98.369</c:v>
                </c:pt>
                <c:pt idx="7719">
                  <c:v>98.073999999999998</c:v>
                </c:pt>
                <c:pt idx="7720">
                  <c:v>97.522000000000006</c:v>
                </c:pt>
                <c:pt idx="7721">
                  <c:v>97.63</c:v>
                </c:pt>
                <c:pt idx="7722">
                  <c:v>97.543999999999997</c:v>
                </c:pt>
                <c:pt idx="7723">
                  <c:v>97.617999999999995</c:v>
                </c:pt>
                <c:pt idx="7724">
                  <c:v>97.491</c:v>
                </c:pt>
                <c:pt idx="7725">
                  <c:v>97.38</c:v>
                </c:pt>
                <c:pt idx="7726">
                  <c:v>97.811999999999998</c:v>
                </c:pt>
                <c:pt idx="7727">
                  <c:v>97.986999999999995</c:v>
                </c:pt>
                <c:pt idx="7728">
                  <c:v>98.144000000000005</c:v>
                </c:pt>
                <c:pt idx="7729">
                  <c:v>98.141999999999996</c:v>
                </c:pt>
                <c:pt idx="7730">
                  <c:v>98.346999999999994</c:v>
                </c:pt>
                <c:pt idx="7731">
                  <c:v>98.19</c:v>
                </c:pt>
                <c:pt idx="7732">
                  <c:v>98.295000000000002</c:v>
                </c:pt>
                <c:pt idx="7733">
                  <c:v>98.17</c:v>
                </c:pt>
                <c:pt idx="7734">
                  <c:v>97.64</c:v>
                </c:pt>
                <c:pt idx="7735">
                  <c:v>98.081000000000003</c:v>
                </c:pt>
                <c:pt idx="7736">
                  <c:v>97.998999999999995</c:v>
                </c:pt>
                <c:pt idx="7737">
                  <c:v>98.21</c:v>
                </c:pt>
                <c:pt idx="7738">
                  <c:v>98.507000000000005</c:v>
                </c:pt>
                <c:pt idx="7739">
                  <c:v>98.915999999999997</c:v>
                </c:pt>
                <c:pt idx="7740">
                  <c:v>98.915999999999997</c:v>
                </c:pt>
                <c:pt idx="7741">
                  <c:v>99</c:v>
                </c:pt>
                <c:pt idx="7742">
                  <c:v>98.450999999999993</c:v>
                </c:pt>
                <c:pt idx="7743">
                  <c:v>98.414000000000001</c:v>
                </c:pt>
                <c:pt idx="7744">
                  <c:v>98.394000000000005</c:v>
                </c:pt>
                <c:pt idx="7745">
                  <c:v>98.281000000000006</c:v>
                </c:pt>
                <c:pt idx="7746">
                  <c:v>98.325999999999993</c:v>
                </c:pt>
                <c:pt idx="7747">
                  <c:v>98.644999999999996</c:v>
                </c:pt>
                <c:pt idx="7748">
                  <c:v>98.308999999999997</c:v>
                </c:pt>
                <c:pt idx="7749">
                  <c:v>98.257000000000005</c:v>
                </c:pt>
                <c:pt idx="7750">
                  <c:v>98.61</c:v>
                </c:pt>
                <c:pt idx="7751">
                  <c:v>98.260999999999996</c:v>
                </c:pt>
                <c:pt idx="7752">
                  <c:v>98.561000000000007</c:v>
                </c:pt>
                <c:pt idx="7753">
                  <c:v>98.272000000000006</c:v>
                </c:pt>
                <c:pt idx="7754">
                  <c:v>98.513000000000005</c:v>
                </c:pt>
                <c:pt idx="7755">
                  <c:v>98.599000000000004</c:v>
                </c:pt>
                <c:pt idx="7756">
                  <c:v>98.337000000000003</c:v>
                </c:pt>
                <c:pt idx="7757">
                  <c:v>99.037000000000006</c:v>
                </c:pt>
                <c:pt idx="7758">
                  <c:v>99.132000000000005</c:v>
                </c:pt>
                <c:pt idx="7759">
                  <c:v>99.108999999999995</c:v>
                </c:pt>
                <c:pt idx="7760">
                  <c:v>99.376999999999995</c:v>
                </c:pt>
                <c:pt idx="7761">
                  <c:v>99.128</c:v>
                </c:pt>
                <c:pt idx="7762">
                  <c:v>99.019000000000005</c:v>
                </c:pt>
                <c:pt idx="7763">
                  <c:v>98.864000000000004</c:v>
                </c:pt>
                <c:pt idx="7764">
                  <c:v>98.808000000000007</c:v>
                </c:pt>
                <c:pt idx="7765">
                  <c:v>98.966999999999999</c:v>
                </c:pt>
                <c:pt idx="7766">
                  <c:v>99.132999999999996</c:v>
                </c:pt>
                <c:pt idx="7767">
                  <c:v>99.117999999999995</c:v>
                </c:pt>
                <c:pt idx="7768">
                  <c:v>98.700999999999993</c:v>
                </c:pt>
                <c:pt idx="7769">
                  <c:v>98.301000000000002</c:v>
                </c:pt>
                <c:pt idx="7770">
                  <c:v>98.453999999999994</c:v>
                </c:pt>
                <c:pt idx="7771">
                  <c:v>98.287999999999997</c:v>
                </c:pt>
                <c:pt idx="7772">
                  <c:v>98.001999999999995</c:v>
                </c:pt>
                <c:pt idx="7773">
                  <c:v>97.606999999999999</c:v>
                </c:pt>
                <c:pt idx="7774">
                  <c:v>97.281999999999996</c:v>
                </c:pt>
                <c:pt idx="7775">
                  <c:v>97.328000000000003</c:v>
                </c:pt>
                <c:pt idx="7776">
                  <c:v>97.525999999999996</c:v>
                </c:pt>
                <c:pt idx="7777">
                  <c:v>97.491</c:v>
                </c:pt>
                <c:pt idx="7778">
                  <c:v>97.631</c:v>
                </c:pt>
                <c:pt idx="7779">
                  <c:v>97.831000000000003</c:v>
                </c:pt>
                <c:pt idx="7780">
                  <c:v>97.763999999999996</c:v>
                </c:pt>
                <c:pt idx="7781">
                  <c:v>97.69</c:v>
                </c:pt>
                <c:pt idx="7782">
                  <c:v>97.646000000000001</c:v>
                </c:pt>
                <c:pt idx="7783">
                  <c:v>97.352000000000004</c:v>
                </c:pt>
                <c:pt idx="7784">
                  <c:v>97.239000000000004</c:v>
                </c:pt>
                <c:pt idx="7785">
                  <c:v>97.504999999999995</c:v>
                </c:pt>
                <c:pt idx="7786">
                  <c:v>97.983000000000004</c:v>
                </c:pt>
                <c:pt idx="7787">
                  <c:v>97.951999999999998</c:v>
                </c:pt>
                <c:pt idx="7788">
                  <c:v>98.143000000000001</c:v>
                </c:pt>
                <c:pt idx="7789">
                  <c:v>98.352999999999994</c:v>
                </c:pt>
                <c:pt idx="7790">
                  <c:v>98.2</c:v>
                </c:pt>
                <c:pt idx="7791">
                  <c:v>98.308999999999997</c:v>
                </c:pt>
                <c:pt idx="7792">
                  <c:v>98.373000000000005</c:v>
                </c:pt>
                <c:pt idx="7793">
                  <c:v>98.162999999999997</c:v>
                </c:pt>
                <c:pt idx="7794">
                  <c:v>97.998999999999995</c:v>
                </c:pt>
                <c:pt idx="7795">
                  <c:v>97.793999999999997</c:v>
                </c:pt>
                <c:pt idx="7796">
                  <c:v>97.855999999999995</c:v>
                </c:pt>
                <c:pt idx="7797">
                  <c:v>97.933999999999997</c:v>
                </c:pt>
                <c:pt idx="7798">
                  <c:v>97.992999999999995</c:v>
                </c:pt>
                <c:pt idx="7799">
                  <c:v>98.27</c:v>
                </c:pt>
                <c:pt idx="7800">
                  <c:v>98.322999999999993</c:v>
                </c:pt>
                <c:pt idx="7801">
                  <c:v>98.251999999999995</c:v>
                </c:pt>
                <c:pt idx="7802">
                  <c:v>98.37</c:v>
                </c:pt>
                <c:pt idx="7803">
                  <c:v>98.37</c:v>
                </c:pt>
                <c:pt idx="7804">
                  <c:v>98.272999999999996</c:v>
                </c:pt>
                <c:pt idx="7805">
                  <c:v>97.855999999999995</c:v>
                </c:pt>
                <c:pt idx="7806">
                  <c:v>97.736999999999995</c:v>
                </c:pt>
                <c:pt idx="7807">
                  <c:v>97.647999999999996</c:v>
                </c:pt>
                <c:pt idx="7808">
                  <c:v>97.41</c:v>
                </c:pt>
                <c:pt idx="7809">
                  <c:v>97.7</c:v>
                </c:pt>
                <c:pt idx="7810">
                  <c:v>97.644000000000005</c:v>
                </c:pt>
                <c:pt idx="7811">
                  <c:v>97.412999999999997</c:v>
                </c:pt>
                <c:pt idx="7812">
                  <c:v>97.078000000000003</c:v>
                </c:pt>
                <c:pt idx="7813">
                  <c:v>97.397000000000006</c:v>
                </c:pt>
                <c:pt idx="7814">
                  <c:v>97.171999999999997</c:v>
                </c:pt>
                <c:pt idx="7815">
                  <c:v>97.019000000000005</c:v>
                </c:pt>
                <c:pt idx="7816">
                  <c:v>97.221999999999994</c:v>
                </c:pt>
                <c:pt idx="7817">
                  <c:v>97.4</c:v>
                </c:pt>
                <c:pt idx="7818">
                  <c:v>97.379000000000005</c:v>
                </c:pt>
                <c:pt idx="7819">
                  <c:v>97.69</c:v>
                </c:pt>
                <c:pt idx="7820">
                  <c:v>97.658000000000001</c:v>
                </c:pt>
                <c:pt idx="7821">
                  <c:v>97.653999999999996</c:v>
                </c:pt>
                <c:pt idx="7822">
                  <c:v>97.632000000000005</c:v>
                </c:pt>
                <c:pt idx="7823">
                  <c:v>97.534000000000006</c:v>
                </c:pt>
                <c:pt idx="7824">
                  <c:v>96.918999999999997</c:v>
                </c:pt>
                <c:pt idx="7825">
                  <c:v>96.74</c:v>
                </c:pt>
                <c:pt idx="7826">
                  <c:v>96.388999999999996</c:v>
                </c:pt>
                <c:pt idx="7827">
                  <c:v>96.444999999999993</c:v>
                </c:pt>
                <c:pt idx="7828">
                  <c:v>96.846000000000004</c:v>
                </c:pt>
                <c:pt idx="7829">
                  <c:v>96.837999999999994</c:v>
                </c:pt>
                <c:pt idx="7830">
                  <c:v>96.671000000000006</c:v>
                </c:pt>
                <c:pt idx="7831">
                  <c:v>97.004999999999995</c:v>
                </c:pt>
                <c:pt idx="7832">
                  <c:v>97.299000000000007</c:v>
                </c:pt>
                <c:pt idx="7833">
                  <c:v>97.45</c:v>
                </c:pt>
                <c:pt idx="7834">
                  <c:v>97.355999999999995</c:v>
                </c:pt>
                <c:pt idx="7835">
                  <c:v>97.344999999999999</c:v>
                </c:pt>
                <c:pt idx="7836">
                  <c:v>97.372</c:v>
                </c:pt>
                <c:pt idx="7837">
                  <c:v>97.228999999999999</c:v>
                </c:pt>
                <c:pt idx="7838">
                  <c:v>97.32</c:v>
                </c:pt>
                <c:pt idx="7839">
                  <c:v>97.605999999999995</c:v>
                </c:pt>
                <c:pt idx="7840">
                  <c:v>97.605999999999995</c:v>
                </c:pt>
                <c:pt idx="7841">
                  <c:v>97.531000000000006</c:v>
                </c:pt>
                <c:pt idx="7842">
                  <c:v>97.527000000000001</c:v>
                </c:pt>
                <c:pt idx="7843">
                  <c:v>97.692999999999998</c:v>
                </c:pt>
                <c:pt idx="7844">
                  <c:v>97.852999999999994</c:v>
                </c:pt>
                <c:pt idx="7845">
                  <c:v>97.956000000000003</c:v>
                </c:pt>
                <c:pt idx="7846">
                  <c:v>98.018000000000001</c:v>
                </c:pt>
                <c:pt idx="7847">
                  <c:v>97.991</c:v>
                </c:pt>
                <c:pt idx="7848">
                  <c:v>97.867000000000004</c:v>
                </c:pt>
                <c:pt idx="7849">
                  <c:v>97.39</c:v>
                </c:pt>
                <c:pt idx="7850">
                  <c:v>97.8</c:v>
                </c:pt>
                <c:pt idx="7851">
                  <c:v>97.960999999999999</c:v>
                </c:pt>
                <c:pt idx="7852">
                  <c:v>98.301000000000002</c:v>
                </c:pt>
                <c:pt idx="7853">
                  <c:v>98.495999999999995</c:v>
                </c:pt>
                <c:pt idx="7854">
                  <c:v>98.683999999999997</c:v>
                </c:pt>
                <c:pt idx="7855">
                  <c:v>98.831999999999994</c:v>
                </c:pt>
                <c:pt idx="7856">
                  <c:v>98.721000000000004</c:v>
                </c:pt>
                <c:pt idx="7857">
                  <c:v>99.049000000000007</c:v>
                </c:pt>
                <c:pt idx="7858">
                  <c:v>99.066999999999993</c:v>
                </c:pt>
                <c:pt idx="7859">
                  <c:v>99.123999999999995</c:v>
                </c:pt>
                <c:pt idx="7860">
                  <c:v>99.003</c:v>
                </c:pt>
                <c:pt idx="7861">
                  <c:v>99.44</c:v>
                </c:pt>
                <c:pt idx="7862">
                  <c:v>99.704999999999998</c:v>
                </c:pt>
                <c:pt idx="7863">
                  <c:v>99.864999999999995</c:v>
                </c:pt>
                <c:pt idx="7864">
                  <c:v>99.262</c:v>
                </c:pt>
                <c:pt idx="7865">
                  <c:v>99.358999999999995</c:v>
                </c:pt>
                <c:pt idx="7866">
                  <c:v>98.968000000000004</c:v>
                </c:pt>
                <c:pt idx="7867">
                  <c:v>98.995999999999995</c:v>
                </c:pt>
                <c:pt idx="7868">
                  <c:v>98.507999999999996</c:v>
                </c:pt>
                <c:pt idx="7869">
                  <c:v>98.132000000000005</c:v>
                </c:pt>
                <c:pt idx="7870">
                  <c:v>97.36</c:v>
                </c:pt>
                <c:pt idx="7871">
                  <c:v>97.153000000000006</c:v>
                </c:pt>
                <c:pt idx="7872">
                  <c:v>97.335999999999999</c:v>
                </c:pt>
                <c:pt idx="7873">
                  <c:v>96.82</c:v>
                </c:pt>
                <c:pt idx="7874">
                  <c:v>95.950999999999993</c:v>
                </c:pt>
                <c:pt idx="7875">
                  <c:v>94.894999999999996</c:v>
                </c:pt>
                <c:pt idx="7876">
                  <c:v>96.414000000000001</c:v>
                </c:pt>
                <c:pt idx="7877">
                  <c:v>96.507000000000005</c:v>
                </c:pt>
                <c:pt idx="7878">
                  <c:v>97.468000000000004</c:v>
                </c:pt>
                <c:pt idx="7879">
                  <c:v>98.748999999999995</c:v>
                </c:pt>
                <c:pt idx="7880">
                  <c:v>98.069000000000003</c:v>
                </c:pt>
                <c:pt idx="7881">
                  <c:v>99.575000000000003</c:v>
                </c:pt>
                <c:pt idx="7882">
                  <c:v>101.16</c:v>
                </c:pt>
                <c:pt idx="7883">
                  <c:v>102.755</c:v>
                </c:pt>
                <c:pt idx="7884">
                  <c:v>102.81699999999999</c:v>
                </c:pt>
                <c:pt idx="7885">
                  <c:v>102.48699999999999</c:v>
                </c:pt>
                <c:pt idx="7886">
                  <c:v>102.039</c:v>
                </c:pt>
                <c:pt idx="7887">
                  <c:v>101.05</c:v>
                </c:pt>
                <c:pt idx="7888">
                  <c:v>99.352000000000004</c:v>
                </c:pt>
                <c:pt idx="7889">
                  <c:v>98.364999999999995</c:v>
                </c:pt>
                <c:pt idx="7890">
                  <c:v>99.180999999999997</c:v>
                </c:pt>
                <c:pt idx="7891">
                  <c:v>99.048000000000002</c:v>
                </c:pt>
                <c:pt idx="7892">
                  <c:v>99.673000000000002</c:v>
                </c:pt>
                <c:pt idx="7893">
                  <c:v>100.18</c:v>
                </c:pt>
                <c:pt idx="7894">
                  <c:v>100.57599999999999</c:v>
                </c:pt>
                <c:pt idx="7895">
                  <c:v>100.685</c:v>
                </c:pt>
                <c:pt idx="7896">
                  <c:v>99.9</c:v>
                </c:pt>
                <c:pt idx="7897">
                  <c:v>100.119</c:v>
                </c:pt>
                <c:pt idx="7898">
                  <c:v>99.516999999999996</c:v>
                </c:pt>
                <c:pt idx="7899">
                  <c:v>99.481999999999999</c:v>
                </c:pt>
                <c:pt idx="7900">
                  <c:v>99.347999999999999</c:v>
                </c:pt>
                <c:pt idx="7901">
                  <c:v>98.887</c:v>
                </c:pt>
                <c:pt idx="7902">
                  <c:v>99.460999999999999</c:v>
                </c:pt>
                <c:pt idx="7903">
                  <c:v>100.02500000000001</c:v>
                </c:pt>
                <c:pt idx="7904">
                  <c:v>99.781999999999996</c:v>
                </c:pt>
                <c:pt idx="7905">
                  <c:v>99.954999999999998</c:v>
                </c:pt>
                <c:pt idx="7906">
                  <c:v>100.258</c:v>
                </c:pt>
                <c:pt idx="7907">
                  <c:v>100.38800000000001</c:v>
                </c:pt>
                <c:pt idx="7908">
                  <c:v>100.43300000000001</c:v>
                </c:pt>
                <c:pt idx="7909">
                  <c:v>100.38</c:v>
                </c:pt>
                <c:pt idx="7910">
                  <c:v>100.041</c:v>
                </c:pt>
                <c:pt idx="7911">
                  <c:v>99.864999999999995</c:v>
                </c:pt>
                <c:pt idx="7912">
                  <c:v>99.564999999999998</c:v>
                </c:pt>
                <c:pt idx="7913">
                  <c:v>99.016000000000005</c:v>
                </c:pt>
                <c:pt idx="7914">
                  <c:v>99.078999999999994</c:v>
                </c:pt>
                <c:pt idx="7915">
                  <c:v>99.483999999999995</c:v>
                </c:pt>
                <c:pt idx="7916">
                  <c:v>99.709000000000003</c:v>
                </c:pt>
                <c:pt idx="7917">
                  <c:v>100.09099999999999</c:v>
                </c:pt>
                <c:pt idx="7918">
                  <c:v>99.888999999999996</c:v>
                </c:pt>
                <c:pt idx="7919">
                  <c:v>99.733999999999995</c:v>
                </c:pt>
                <c:pt idx="7920">
                  <c:v>100.236</c:v>
                </c:pt>
                <c:pt idx="7921">
                  <c:v>99.933000000000007</c:v>
                </c:pt>
                <c:pt idx="7922">
                  <c:v>100.242</c:v>
                </c:pt>
                <c:pt idx="7923">
                  <c:v>100.46599999999999</c:v>
                </c:pt>
                <c:pt idx="7924">
                  <c:v>100.402</c:v>
                </c:pt>
                <c:pt idx="7925">
                  <c:v>99.665000000000006</c:v>
                </c:pt>
                <c:pt idx="7926">
                  <c:v>99.370999999999995</c:v>
                </c:pt>
                <c:pt idx="7927">
                  <c:v>99.123999999999995</c:v>
                </c:pt>
                <c:pt idx="7928">
                  <c:v>99.37</c:v>
                </c:pt>
                <c:pt idx="7929">
                  <c:v>99.863</c:v>
                </c:pt>
                <c:pt idx="7930">
                  <c:v>99.863</c:v>
                </c:pt>
                <c:pt idx="7931">
                  <c:v>98.908000000000001</c:v>
                </c:pt>
                <c:pt idx="7932">
                  <c:v>99.061999999999998</c:v>
                </c:pt>
                <c:pt idx="7933">
                  <c:v>98.382999999999996</c:v>
                </c:pt>
                <c:pt idx="7934">
                  <c:v>98.343999999999994</c:v>
                </c:pt>
                <c:pt idx="7935">
                  <c:v>97.83</c:v>
                </c:pt>
                <c:pt idx="7936">
                  <c:v>97.673000000000002</c:v>
                </c:pt>
                <c:pt idx="7937">
                  <c:v>97.275999999999996</c:v>
                </c:pt>
                <c:pt idx="7938">
                  <c:v>96.677000000000007</c:v>
                </c:pt>
                <c:pt idx="7939">
                  <c:v>96.936999999999998</c:v>
                </c:pt>
                <c:pt idx="7940">
                  <c:v>96.617999999999995</c:v>
                </c:pt>
                <c:pt idx="7941">
                  <c:v>96.323999999999998</c:v>
                </c:pt>
                <c:pt idx="7942">
                  <c:v>95.959000000000003</c:v>
                </c:pt>
                <c:pt idx="7943">
                  <c:v>96.733000000000004</c:v>
                </c:pt>
                <c:pt idx="7944">
                  <c:v>97.319000000000003</c:v>
                </c:pt>
                <c:pt idx="7945">
                  <c:v>96.706000000000003</c:v>
                </c:pt>
                <c:pt idx="7946">
                  <c:v>96.957999999999998</c:v>
                </c:pt>
                <c:pt idx="7947">
                  <c:v>97.158000000000001</c:v>
                </c:pt>
                <c:pt idx="7948">
                  <c:v>97.421000000000006</c:v>
                </c:pt>
                <c:pt idx="7949">
                  <c:v>97.623000000000005</c:v>
                </c:pt>
                <c:pt idx="7950">
                  <c:v>97.039000000000001</c:v>
                </c:pt>
                <c:pt idx="7951">
                  <c:v>96.646000000000001</c:v>
                </c:pt>
                <c:pt idx="7952">
                  <c:v>97.147999999999996</c:v>
                </c:pt>
                <c:pt idx="7953">
                  <c:v>97.429000000000002</c:v>
                </c:pt>
                <c:pt idx="7954">
                  <c:v>97.433000000000007</c:v>
                </c:pt>
                <c:pt idx="7955">
                  <c:v>97.536000000000001</c:v>
                </c:pt>
                <c:pt idx="7956">
                  <c:v>97.391000000000005</c:v>
                </c:pt>
                <c:pt idx="7957">
                  <c:v>97.195999999999998</c:v>
                </c:pt>
                <c:pt idx="7958">
                  <c:v>97.316999999999993</c:v>
                </c:pt>
                <c:pt idx="7959">
                  <c:v>97.171999999999997</c:v>
                </c:pt>
                <c:pt idx="7960">
                  <c:v>96.724999999999994</c:v>
                </c:pt>
                <c:pt idx="7961">
                  <c:v>96.881</c:v>
                </c:pt>
                <c:pt idx="7962">
                  <c:v>96.427999999999997</c:v>
                </c:pt>
                <c:pt idx="7963">
                  <c:v>96.7</c:v>
                </c:pt>
                <c:pt idx="7964">
                  <c:v>96.652000000000001</c:v>
                </c:pt>
                <c:pt idx="7965">
                  <c:v>96.463999999999999</c:v>
                </c:pt>
                <c:pt idx="7966">
                  <c:v>96.259</c:v>
                </c:pt>
                <c:pt idx="7967">
                  <c:v>96.081000000000003</c:v>
                </c:pt>
                <c:pt idx="7968">
                  <c:v>96.346000000000004</c:v>
                </c:pt>
                <c:pt idx="7969">
                  <c:v>95.941999999999993</c:v>
                </c:pt>
                <c:pt idx="7970">
                  <c:v>95.831999999999994</c:v>
                </c:pt>
                <c:pt idx="7971">
                  <c:v>95.117000000000004</c:v>
                </c:pt>
                <c:pt idx="7972">
                  <c:v>94.988</c:v>
                </c:pt>
                <c:pt idx="7973">
                  <c:v>94.691999999999993</c:v>
                </c:pt>
                <c:pt idx="7974">
                  <c:v>94.435000000000002</c:v>
                </c:pt>
                <c:pt idx="7975">
                  <c:v>93.668000000000006</c:v>
                </c:pt>
                <c:pt idx="7976">
                  <c:v>93.695999999999998</c:v>
                </c:pt>
                <c:pt idx="7977">
                  <c:v>93.453000000000003</c:v>
                </c:pt>
                <c:pt idx="7978">
                  <c:v>93.021000000000001</c:v>
                </c:pt>
                <c:pt idx="7979">
                  <c:v>93.349000000000004</c:v>
                </c:pt>
                <c:pt idx="7980">
                  <c:v>93.542000000000002</c:v>
                </c:pt>
                <c:pt idx="7981">
                  <c:v>93.382000000000005</c:v>
                </c:pt>
                <c:pt idx="7982">
                  <c:v>92.867999999999995</c:v>
                </c:pt>
                <c:pt idx="7983">
                  <c:v>92.787999999999997</c:v>
                </c:pt>
                <c:pt idx="7984">
                  <c:v>93.435000000000002</c:v>
                </c:pt>
                <c:pt idx="7985">
                  <c:v>93.581999999999994</c:v>
                </c:pt>
                <c:pt idx="7986">
                  <c:v>93.628</c:v>
                </c:pt>
                <c:pt idx="7987">
                  <c:v>93.442999999999998</c:v>
                </c:pt>
                <c:pt idx="7988">
                  <c:v>93.334999999999994</c:v>
                </c:pt>
                <c:pt idx="7989">
                  <c:v>93.096000000000004</c:v>
                </c:pt>
                <c:pt idx="7990">
                  <c:v>92.850999999999999</c:v>
                </c:pt>
                <c:pt idx="7991">
                  <c:v>92.271000000000001</c:v>
                </c:pt>
                <c:pt idx="7992">
                  <c:v>92.887</c:v>
                </c:pt>
                <c:pt idx="7993">
                  <c:v>92.793000000000006</c:v>
                </c:pt>
                <c:pt idx="7994">
                  <c:v>93.247</c:v>
                </c:pt>
                <c:pt idx="7995">
                  <c:v>93.298000000000002</c:v>
                </c:pt>
                <c:pt idx="7996">
                  <c:v>93.019000000000005</c:v>
                </c:pt>
                <c:pt idx="7997">
                  <c:v>93.006</c:v>
                </c:pt>
                <c:pt idx="7998">
                  <c:v>93.001000000000005</c:v>
                </c:pt>
                <c:pt idx="7999">
                  <c:v>92.370999999999995</c:v>
                </c:pt>
                <c:pt idx="8000">
                  <c:v>92.144000000000005</c:v>
                </c:pt>
                <c:pt idx="8001">
                  <c:v>92.337999999999994</c:v>
                </c:pt>
                <c:pt idx="8002">
                  <c:v>92.846999999999994</c:v>
                </c:pt>
                <c:pt idx="8003">
                  <c:v>92.739000000000004</c:v>
                </c:pt>
                <c:pt idx="8004">
                  <c:v>92.718999999999994</c:v>
                </c:pt>
                <c:pt idx="8005">
                  <c:v>92.718999999999994</c:v>
                </c:pt>
                <c:pt idx="8006">
                  <c:v>93.444999999999993</c:v>
                </c:pt>
                <c:pt idx="8007">
                  <c:v>93.254999999999995</c:v>
                </c:pt>
                <c:pt idx="8008">
                  <c:v>93.335999999999999</c:v>
                </c:pt>
                <c:pt idx="8009">
                  <c:v>93.332999999999998</c:v>
                </c:pt>
                <c:pt idx="8010">
                  <c:v>93.052000000000007</c:v>
                </c:pt>
                <c:pt idx="8011">
                  <c:v>93.05</c:v>
                </c:pt>
                <c:pt idx="8012">
                  <c:v>93.213999999999999</c:v>
                </c:pt>
                <c:pt idx="8013">
                  <c:v>92.97</c:v>
                </c:pt>
                <c:pt idx="8014">
                  <c:v>92.926000000000002</c:v>
                </c:pt>
                <c:pt idx="8015">
                  <c:v>93.656000000000006</c:v>
                </c:pt>
                <c:pt idx="8016">
                  <c:v>93.988</c:v>
                </c:pt>
                <c:pt idx="8017">
                  <c:v>94.388999999999996</c:v>
                </c:pt>
                <c:pt idx="8018">
                  <c:v>94.353999999999999</c:v>
                </c:pt>
                <c:pt idx="8019">
                  <c:v>94.641999999999996</c:v>
                </c:pt>
                <c:pt idx="8020">
                  <c:v>94.278000000000006</c:v>
                </c:pt>
                <c:pt idx="8021">
                  <c:v>93.891000000000005</c:v>
                </c:pt>
                <c:pt idx="8022">
                  <c:v>93.885999999999996</c:v>
                </c:pt>
                <c:pt idx="8023">
                  <c:v>93.710999999999999</c:v>
                </c:pt>
                <c:pt idx="8024">
                  <c:v>93.843999999999994</c:v>
                </c:pt>
                <c:pt idx="8025">
                  <c:v>93.513000000000005</c:v>
                </c:pt>
                <c:pt idx="8026">
                  <c:v>93.686000000000007</c:v>
                </c:pt>
                <c:pt idx="8027">
                  <c:v>93.63</c:v>
                </c:pt>
                <c:pt idx="8028">
                  <c:v>93.605000000000004</c:v>
                </c:pt>
                <c:pt idx="8029">
                  <c:v>93.057000000000002</c:v>
                </c:pt>
                <c:pt idx="8030">
                  <c:v>93.064999999999998</c:v>
                </c:pt>
                <c:pt idx="8031">
                  <c:v>93.531000000000006</c:v>
                </c:pt>
                <c:pt idx="8032">
                  <c:v>93.382000000000005</c:v>
                </c:pt>
                <c:pt idx="8033">
                  <c:v>93.855999999999995</c:v>
                </c:pt>
                <c:pt idx="8034">
                  <c:v>93.682000000000002</c:v>
                </c:pt>
                <c:pt idx="8035">
                  <c:v>93.427000000000007</c:v>
                </c:pt>
                <c:pt idx="8036">
                  <c:v>93.066999999999993</c:v>
                </c:pt>
                <c:pt idx="8037">
                  <c:v>92.611000000000004</c:v>
                </c:pt>
                <c:pt idx="8038">
                  <c:v>92.950999999999993</c:v>
                </c:pt>
                <c:pt idx="8039">
                  <c:v>92.768000000000001</c:v>
                </c:pt>
                <c:pt idx="8040">
                  <c:v>93.045000000000002</c:v>
                </c:pt>
                <c:pt idx="8041">
                  <c:v>92.94</c:v>
                </c:pt>
                <c:pt idx="8042">
                  <c:v>93.405000000000001</c:v>
                </c:pt>
                <c:pt idx="8043">
                  <c:v>93.954999999999998</c:v>
                </c:pt>
                <c:pt idx="8044">
                  <c:v>94.037999999999997</c:v>
                </c:pt>
                <c:pt idx="8045">
                  <c:v>94.129000000000005</c:v>
                </c:pt>
                <c:pt idx="8046">
                  <c:v>93.552999999999997</c:v>
                </c:pt>
                <c:pt idx="8047">
                  <c:v>93.406999999999996</c:v>
                </c:pt>
                <c:pt idx="8048">
                  <c:v>92.525000000000006</c:v>
                </c:pt>
                <c:pt idx="8049">
                  <c:v>92.228999999999999</c:v>
                </c:pt>
                <c:pt idx="8050">
                  <c:v>92.724999999999994</c:v>
                </c:pt>
                <c:pt idx="8051">
                  <c:v>92.748999999999995</c:v>
                </c:pt>
                <c:pt idx="8052">
                  <c:v>93.043000000000006</c:v>
                </c:pt>
                <c:pt idx="8053">
                  <c:v>92.962999999999994</c:v>
                </c:pt>
                <c:pt idx="8054">
                  <c:v>92.754999999999995</c:v>
                </c:pt>
                <c:pt idx="8055">
                  <c:v>92.641999999999996</c:v>
                </c:pt>
                <c:pt idx="8056">
                  <c:v>92.415999999999997</c:v>
                </c:pt>
                <c:pt idx="8057">
                  <c:v>92.316000000000003</c:v>
                </c:pt>
                <c:pt idx="8058">
                  <c:v>92.293999999999997</c:v>
                </c:pt>
                <c:pt idx="8059">
                  <c:v>92.391999999999996</c:v>
                </c:pt>
                <c:pt idx="8060">
                  <c:v>92.504999999999995</c:v>
                </c:pt>
                <c:pt idx="8061">
                  <c:v>92.225999999999999</c:v>
                </c:pt>
                <c:pt idx="8062">
                  <c:v>91.994</c:v>
                </c:pt>
                <c:pt idx="8063">
                  <c:v>91.994</c:v>
                </c:pt>
                <c:pt idx="8064">
                  <c:v>91.79</c:v>
                </c:pt>
                <c:pt idx="8065">
                  <c:v>91.869</c:v>
                </c:pt>
                <c:pt idx="8066">
                  <c:v>91.313000000000002</c:v>
                </c:pt>
                <c:pt idx="8067">
                  <c:v>91.117999999999995</c:v>
                </c:pt>
                <c:pt idx="8068">
                  <c:v>90.713999999999999</c:v>
                </c:pt>
                <c:pt idx="8069">
                  <c:v>90.700999999999993</c:v>
                </c:pt>
                <c:pt idx="8070">
                  <c:v>90.792000000000002</c:v>
                </c:pt>
                <c:pt idx="8071">
                  <c:v>90.965000000000003</c:v>
                </c:pt>
                <c:pt idx="8072">
                  <c:v>91.087000000000003</c:v>
                </c:pt>
                <c:pt idx="8073">
                  <c:v>90.823999999999998</c:v>
                </c:pt>
                <c:pt idx="8074">
                  <c:v>90.975999999999999</c:v>
                </c:pt>
                <c:pt idx="8075">
                  <c:v>90.710999999999999</c:v>
                </c:pt>
                <c:pt idx="8076">
                  <c:v>90.472999999999999</c:v>
                </c:pt>
                <c:pt idx="8077">
                  <c:v>90.45</c:v>
                </c:pt>
                <c:pt idx="8078">
                  <c:v>89.822000000000003</c:v>
                </c:pt>
                <c:pt idx="8079">
                  <c:v>90.016000000000005</c:v>
                </c:pt>
                <c:pt idx="8080">
                  <c:v>90.043000000000006</c:v>
                </c:pt>
                <c:pt idx="8081">
                  <c:v>90.653999999999996</c:v>
                </c:pt>
                <c:pt idx="8082">
                  <c:v>90.412999999999997</c:v>
                </c:pt>
                <c:pt idx="8083">
                  <c:v>90.322999999999993</c:v>
                </c:pt>
                <c:pt idx="8084">
                  <c:v>90.222999999999999</c:v>
                </c:pt>
                <c:pt idx="8085">
                  <c:v>90.337000000000003</c:v>
                </c:pt>
                <c:pt idx="8086">
                  <c:v>89.994</c:v>
                </c:pt>
                <c:pt idx="8087">
                  <c:v>89.68</c:v>
                </c:pt>
                <c:pt idx="8088">
                  <c:v>89.936999999999998</c:v>
                </c:pt>
                <c:pt idx="8089">
                  <c:v>89.936999999999998</c:v>
                </c:pt>
                <c:pt idx="8090">
                  <c:v>89.869</c:v>
                </c:pt>
                <c:pt idx="8091">
                  <c:v>89.436000000000007</c:v>
                </c:pt>
                <c:pt idx="8092">
                  <c:v>89.53</c:v>
                </c:pt>
                <c:pt idx="8093">
                  <c:v>89.825999999999993</c:v>
                </c:pt>
                <c:pt idx="8094">
                  <c:v>90.097999999999999</c:v>
                </c:pt>
                <c:pt idx="8095">
                  <c:v>90.465000000000003</c:v>
                </c:pt>
                <c:pt idx="8096">
                  <c:v>90.093000000000004</c:v>
                </c:pt>
                <c:pt idx="8097">
                  <c:v>90.355000000000004</c:v>
                </c:pt>
                <c:pt idx="8098">
                  <c:v>90.239000000000004</c:v>
                </c:pt>
                <c:pt idx="8099">
                  <c:v>90.772000000000006</c:v>
                </c:pt>
                <c:pt idx="8100">
                  <c:v>90.765000000000001</c:v>
                </c:pt>
                <c:pt idx="8101">
                  <c:v>90.498000000000005</c:v>
                </c:pt>
                <c:pt idx="8102">
                  <c:v>90.474999999999994</c:v>
                </c:pt>
                <c:pt idx="8103">
                  <c:v>90.131</c:v>
                </c:pt>
                <c:pt idx="8104">
                  <c:v>90.238</c:v>
                </c:pt>
                <c:pt idx="8105">
                  <c:v>90.391000000000005</c:v>
                </c:pt>
                <c:pt idx="8106">
                  <c:v>90.17</c:v>
                </c:pt>
                <c:pt idx="8107">
                  <c:v>90.647000000000006</c:v>
                </c:pt>
                <c:pt idx="8108">
                  <c:v>90.454999999999998</c:v>
                </c:pt>
                <c:pt idx="8109">
                  <c:v>90.584000000000003</c:v>
                </c:pt>
                <c:pt idx="8110">
                  <c:v>90.98</c:v>
                </c:pt>
                <c:pt idx="8111">
                  <c:v>91.197000000000003</c:v>
                </c:pt>
                <c:pt idx="8112">
                  <c:v>91.171000000000006</c:v>
                </c:pt>
                <c:pt idx="8113">
                  <c:v>91.528999999999996</c:v>
                </c:pt>
                <c:pt idx="8114">
                  <c:v>91.042000000000002</c:v>
                </c:pt>
                <c:pt idx="8115">
                  <c:v>90.933999999999997</c:v>
                </c:pt>
                <c:pt idx="8116">
                  <c:v>90.438999999999993</c:v>
                </c:pt>
                <c:pt idx="8117">
                  <c:v>90.370999999999995</c:v>
                </c:pt>
                <c:pt idx="8118">
                  <c:v>90.417000000000002</c:v>
                </c:pt>
                <c:pt idx="8119">
                  <c:v>90.48</c:v>
                </c:pt>
                <c:pt idx="8120">
                  <c:v>90.48</c:v>
                </c:pt>
                <c:pt idx="8121">
                  <c:v>90.509</c:v>
                </c:pt>
                <c:pt idx="8122">
                  <c:v>90.950999999999993</c:v>
                </c:pt>
                <c:pt idx="8123">
                  <c:v>90.591999999999999</c:v>
                </c:pt>
                <c:pt idx="8124">
                  <c:v>90.364000000000004</c:v>
                </c:pt>
                <c:pt idx="8125">
                  <c:v>90.01</c:v>
                </c:pt>
                <c:pt idx="8126">
                  <c:v>90.168999999999997</c:v>
                </c:pt>
                <c:pt idx="8127">
                  <c:v>90.176000000000002</c:v>
                </c:pt>
                <c:pt idx="8128">
                  <c:v>90.134</c:v>
                </c:pt>
                <c:pt idx="8129">
                  <c:v>90.879000000000005</c:v>
                </c:pt>
                <c:pt idx="8130">
                  <c:v>91.039000000000001</c:v>
                </c:pt>
                <c:pt idx="8131">
                  <c:v>90.784999999999997</c:v>
                </c:pt>
                <c:pt idx="8132">
                  <c:v>90.947000000000003</c:v>
                </c:pt>
                <c:pt idx="8133">
                  <c:v>91.631</c:v>
                </c:pt>
                <c:pt idx="8134">
                  <c:v>91.977000000000004</c:v>
                </c:pt>
                <c:pt idx="8135">
                  <c:v>92.313000000000002</c:v>
                </c:pt>
                <c:pt idx="8136">
                  <c:v>91.957999999999998</c:v>
                </c:pt>
                <c:pt idx="8137">
                  <c:v>91.822999999999993</c:v>
                </c:pt>
                <c:pt idx="8138">
                  <c:v>91.42</c:v>
                </c:pt>
                <c:pt idx="8139">
                  <c:v>91.679000000000002</c:v>
                </c:pt>
                <c:pt idx="8140">
                  <c:v>91.832999999999998</c:v>
                </c:pt>
                <c:pt idx="8141">
                  <c:v>91.864999999999995</c:v>
                </c:pt>
                <c:pt idx="8142">
                  <c:v>91.441999999999993</c:v>
                </c:pt>
                <c:pt idx="8143">
                  <c:v>91.861999999999995</c:v>
                </c:pt>
                <c:pt idx="8144">
                  <c:v>91.918999999999997</c:v>
                </c:pt>
                <c:pt idx="8145">
                  <c:v>91.742000000000004</c:v>
                </c:pt>
                <c:pt idx="8146">
                  <c:v>92.335999999999999</c:v>
                </c:pt>
                <c:pt idx="8147">
                  <c:v>92.528000000000006</c:v>
                </c:pt>
                <c:pt idx="8148">
                  <c:v>92.847999999999999</c:v>
                </c:pt>
                <c:pt idx="8149">
                  <c:v>92.766000000000005</c:v>
                </c:pt>
                <c:pt idx="8150">
                  <c:v>92.944000000000003</c:v>
                </c:pt>
                <c:pt idx="8151">
                  <c:v>93.296999999999997</c:v>
                </c:pt>
                <c:pt idx="8152">
                  <c:v>93.231999999999999</c:v>
                </c:pt>
                <c:pt idx="8153">
                  <c:v>92.929000000000002</c:v>
                </c:pt>
                <c:pt idx="8154">
                  <c:v>93.022000000000006</c:v>
                </c:pt>
                <c:pt idx="8155">
                  <c:v>92.594999999999999</c:v>
                </c:pt>
                <c:pt idx="8156">
                  <c:v>92.334999999999994</c:v>
                </c:pt>
                <c:pt idx="8157">
                  <c:v>92.454999999999998</c:v>
                </c:pt>
                <c:pt idx="8158">
                  <c:v>92.058999999999997</c:v>
                </c:pt>
                <c:pt idx="8159">
                  <c:v>92.162999999999997</c:v>
                </c:pt>
                <c:pt idx="8160">
                  <c:v>92.138000000000005</c:v>
                </c:pt>
                <c:pt idx="8161">
                  <c:v>91.852000000000004</c:v>
                </c:pt>
                <c:pt idx="8162">
                  <c:v>91.69</c:v>
                </c:pt>
                <c:pt idx="8163">
                  <c:v>91.671000000000006</c:v>
                </c:pt>
                <c:pt idx="8164">
                  <c:v>91.555999999999997</c:v>
                </c:pt>
                <c:pt idx="8165">
                  <c:v>91.069000000000003</c:v>
                </c:pt>
                <c:pt idx="8166">
                  <c:v>91.241</c:v>
                </c:pt>
                <c:pt idx="8167">
                  <c:v>91.155000000000001</c:v>
                </c:pt>
                <c:pt idx="8168">
                  <c:v>91.332999999999998</c:v>
                </c:pt>
                <c:pt idx="8169">
                  <c:v>90.858999999999995</c:v>
                </c:pt>
                <c:pt idx="8170">
                  <c:v>90.807000000000002</c:v>
                </c:pt>
                <c:pt idx="8171">
                  <c:v>90.909000000000006</c:v>
                </c:pt>
                <c:pt idx="8172">
                  <c:v>90.608999999999995</c:v>
                </c:pt>
                <c:pt idx="8173">
                  <c:v>90.614000000000004</c:v>
                </c:pt>
                <c:pt idx="8174">
                  <c:v>91.28</c:v>
                </c:pt>
                <c:pt idx="8175">
                  <c:v>90.944999999999993</c:v>
                </c:pt>
                <c:pt idx="8176">
                  <c:v>91.287999999999997</c:v>
                </c:pt>
                <c:pt idx="8177">
                  <c:v>91.308000000000007</c:v>
                </c:pt>
                <c:pt idx="8178">
                  <c:v>90.950999999999993</c:v>
                </c:pt>
                <c:pt idx="8179">
                  <c:v>90.233000000000004</c:v>
                </c:pt>
                <c:pt idx="8180">
                  <c:v>90.212000000000003</c:v>
                </c:pt>
                <c:pt idx="8181">
                  <c:v>90.141000000000005</c:v>
                </c:pt>
                <c:pt idx="8182">
                  <c:v>90.712999999999994</c:v>
                </c:pt>
                <c:pt idx="8183">
                  <c:v>90.751999999999995</c:v>
                </c:pt>
                <c:pt idx="8184">
                  <c:v>90.320999999999998</c:v>
                </c:pt>
                <c:pt idx="8185">
                  <c:v>90.164000000000001</c:v>
                </c:pt>
                <c:pt idx="8186">
                  <c:v>89.75</c:v>
                </c:pt>
                <c:pt idx="8187">
                  <c:v>90.191000000000003</c:v>
                </c:pt>
                <c:pt idx="8188">
                  <c:v>89.808000000000007</c:v>
                </c:pt>
                <c:pt idx="8189">
                  <c:v>90.016999999999996</c:v>
                </c:pt>
                <c:pt idx="8190">
                  <c:v>89.843999999999994</c:v>
                </c:pt>
                <c:pt idx="8191">
                  <c:v>89.638999999999996</c:v>
                </c:pt>
                <c:pt idx="8192">
                  <c:v>90.042000000000002</c:v>
                </c:pt>
                <c:pt idx="8193">
                  <c:v>89.971000000000004</c:v>
                </c:pt>
                <c:pt idx="8194">
                  <c:v>90.031000000000006</c:v>
                </c:pt>
                <c:pt idx="8195">
                  <c:v>89.828999999999994</c:v>
                </c:pt>
                <c:pt idx="8196">
                  <c:v>89.831000000000003</c:v>
                </c:pt>
                <c:pt idx="8197">
                  <c:v>89.909000000000006</c:v>
                </c:pt>
                <c:pt idx="8198">
                  <c:v>90.512</c:v>
                </c:pt>
                <c:pt idx="8199">
                  <c:v>90.135999999999996</c:v>
                </c:pt>
                <c:pt idx="8200">
                  <c:v>89.95</c:v>
                </c:pt>
                <c:pt idx="8201">
                  <c:v>90.075999999999993</c:v>
                </c:pt>
                <c:pt idx="8202">
                  <c:v>90.12</c:v>
                </c:pt>
                <c:pt idx="8203">
                  <c:v>90.075000000000003</c:v>
                </c:pt>
                <c:pt idx="8204">
                  <c:v>90.555000000000007</c:v>
                </c:pt>
                <c:pt idx="8205">
                  <c:v>90.522000000000006</c:v>
                </c:pt>
                <c:pt idx="8206">
                  <c:v>90.536000000000001</c:v>
                </c:pt>
                <c:pt idx="8207">
                  <c:v>91.129000000000005</c:v>
                </c:pt>
                <c:pt idx="8208">
                  <c:v>91.888999999999996</c:v>
                </c:pt>
                <c:pt idx="8209">
                  <c:v>92.224999999999994</c:v>
                </c:pt>
                <c:pt idx="8210">
                  <c:v>91.899000000000001</c:v>
                </c:pt>
                <c:pt idx="8211">
                  <c:v>91.756</c:v>
                </c:pt>
                <c:pt idx="8212">
                  <c:v>91.802000000000007</c:v>
                </c:pt>
                <c:pt idx="8213">
                  <c:v>91.813999999999993</c:v>
                </c:pt>
                <c:pt idx="8214">
                  <c:v>91.850999999999999</c:v>
                </c:pt>
                <c:pt idx="8215">
                  <c:v>91.887</c:v>
                </c:pt>
                <c:pt idx="8216">
                  <c:v>92.049000000000007</c:v>
                </c:pt>
                <c:pt idx="8217">
                  <c:v>92.436000000000007</c:v>
                </c:pt>
                <c:pt idx="8218">
                  <c:v>92.596999999999994</c:v>
                </c:pt>
                <c:pt idx="8219">
                  <c:v>92.225999999999999</c:v>
                </c:pt>
                <c:pt idx="8220">
                  <c:v>92.212000000000003</c:v>
                </c:pt>
                <c:pt idx="8221">
                  <c:v>92.546000000000006</c:v>
                </c:pt>
                <c:pt idx="8222">
                  <c:v>92.644000000000005</c:v>
                </c:pt>
                <c:pt idx="8223">
                  <c:v>92.417000000000002</c:v>
                </c:pt>
                <c:pt idx="8224">
                  <c:v>92.13</c:v>
                </c:pt>
                <c:pt idx="8225">
                  <c:v>92.260999999999996</c:v>
                </c:pt>
                <c:pt idx="8226">
                  <c:v>92.751999999999995</c:v>
                </c:pt>
                <c:pt idx="8227">
                  <c:v>92.41</c:v>
                </c:pt>
                <c:pt idx="8228">
                  <c:v>92.623999999999995</c:v>
                </c:pt>
                <c:pt idx="8229">
                  <c:v>92.686999999999998</c:v>
                </c:pt>
                <c:pt idx="8230">
                  <c:v>92.891000000000005</c:v>
                </c:pt>
                <c:pt idx="8231">
                  <c:v>92.972999999999999</c:v>
                </c:pt>
                <c:pt idx="8232">
                  <c:v>92.754000000000005</c:v>
                </c:pt>
                <c:pt idx="8233">
                  <c:v>92.822000000000003</c:v>
                </c:pt>
                <c:pt idx="8234">
                  <c:v>92.912000000000006</c:v>
                </c:pt>
                <c:pt idx="8235">
                  <c:v>92.649000000000001</c:v>
                </c:pt>
                <c:pt idx="8236">
                  <c:v>92.432000000000002</c:v>
                </c:pt>
                <c:pt idx="8237">
                  <c:v>92.322000000000003</c:v>
                </c:pt>
                <c:pt idx="8238">
                  <c:v>91.864000000000004</c:v>
                </c:pt>
                <c:pt idx="8239">
                  <c:v>92.174000000000007</c:v>
                </c:pt>
                <c:pt idx="8240">
                  <c:v>92.048000000000002</c:v>
                </c:pt>
                <c:pt idx="8241">
                  <c:v>92.081000000000003</c:v>
                </c:pt>
                <c:pt idx="8242">
                  <c:v>92.27</c:v>
                </c:pt>
                <c:pt idx="8243">
                  <c:v>92.244</c:v>
                </c:pt>
                <c:pt idx="8244">
                  <c:v>92.8</c:v>
                </c:pt>
                <c:pt idx="8245">
                  <c:v>92.944999999999993</c:v>
                </c:pt>
                <c:pt idx="8246">
                  <c:v>93.055000000000007</c:v>
                </c:pt>
                <c:pt idx="8247">
                  <c:v>92.921999999999997</c:v>
                </c:pt>
                <c:pt idx="8248">
                  <c:v>93.034999999999997</c:v>
                </c:pt>
                <c:pt idx="8249">
                  <c:v>92.518000000000001</c:v>
                </c:pt>
                <c:pt idx="8250">
                  <c:v>92.628</c:v>
                </c:pt>
                <c:pt idx="8251">
                  <c:v>93.13</c:v>
                </c:pt>
                <c:pt idx="8252">
                  <c:v>93.135999999999996</c:v>
                </c:pt>
                <c:pt idx="8253">
                  <c:v>93.567999999999998</c:v>
                </c:pt>
                <c:pt idx="8254">
                  <c:v>93.495999999999995</c:v>
                </c:pt>
                <c:pt idx="8255">
                  <c:v>92.957999999999998</c:v>
                </c:pt>
                <c:pt idx="8256">
                  <c:v>92.893000000000001</c:v>
                </c:pt>
                <c:pt idx="8257">
                  <c:v>92.825000000000003</c:v>
                </c:pt>
                <c:pt idx="8258">
                  <c:v>93.061999999999998</c:v>
                </c:pt>
                <c:pt idx="8259">
                  <c:v>92.686000000000007</c:v>
                </c:pt>
                <c:pt idx="8260">
                  <c:v>92.653000000000006</c:v>
                </c:pt>
                <c:pt idx="8261">
                  <c:v>92.626000000000005</c:v>
                </c:pt>
                <c:pt idx="8262">
                  <c:v>92.448999999999998</c:v>
                </c:pt>
                <c:pt idx="8263">
                  <c:v>92.224999999999994</c:v>
                </c:pt>
                <c:pt idx="8264">
                  <c:v>92.034999999999997</c:v>
                </c:pt>
                <c:pt idx="8265">
                  <c:v>92.034999999999997</c:v>
                </c:pt>
                <c:pt idx="8266">
                  <c:v>92.512</c:v>
                </c:pt>
                <c:pt idx="8267">
                  <c:v>92.653000000000006</c:v>
                </c:pt>
                <c:pt idx="8268">
                  <c:v>92.478999999999999</c:v>
                </c:pt>
                <c:pt idx="8269">
                  <c:v>92.581999999999994</c:v>
                </c:pt>
                <c:pt idx="8270">
                  <c:v>92.674999999999997</c:v>
                </c:pt>
                <c:pt idx="8271">
                  <c:v>92.623000000000005</c:v>
                </c:pt>
                <c:pt idx="8272">
                  <c:v>92.548000000000002</c:v>
                </c:pt>
                <c:pt idx="8273">
                  <c:v>92.932000000000002</c:v>
                </c:pt>
                <c:pt idx="8274">
                  <c:v>93.194999999999993</c:v>
                </c:pt>
                <c:pt idx="8275">
                  <c:v>93.275999999999996</c:v>
                </c:pt>
                <c:pt idx="8276">
                  <c:v>93.203999999999994</c:v>
                </c:pt>
                <c:pt idx="8277">
                  <c:v>93.462000000000003</c:v>
                </c:pt>
                <c:pt idx="8278">
                  <c:v>93.084999999999994</c:v>
                </c:pt>
                <c:pt idx="8279">
                  <c:v>93.326999999999998</c:v>
                </c:pt>
                <c:pt idx="8280">
                  <c:v>93.382999999999996</c:v>
                </c:pt>
                <c:pt idx="8281">
                  <c:v>93.766000000000005</c:v>
                </c:pt>
                <c:pt idx="8282">
                  <c:v>94.337999999999994</c:v>
                </c:pt>
                <c:pt idx="8283">
                  <c:v>94.23</c:v>
                </c:pt>
                <c:pt idx="8284">
                  <c:v>94.034999999999997</c:v>
                </c:pt>
                <c:pt idx="8285">
                  <c:v>93.775999999999996</c:v>
                </c:pt>
                <c:pt idx="8286">
                  <c:v>93.974999999999994</c:v>
                </c:pt>
                <c:pt idx="8287">
                  <c:v>94.266000000000005</c:v>
                </c:pt>
                <c:pt idx="8288">
                  <c:v>94.216999999999999</c:v>
                </c:pt>
                <c:pt idx="8289">
                  <c:v>94.066999999999993</c:v>
                </c:pt>
                <c:pt idx="8290">
                  <c:v>94.316000000000003</c:v>
                </c:pt>
                <c:pt idx="8291">
                  <c:v>94.516000000000005</c:v>
                </c:pt>
                <c:pt idx="8292">
                  <c:v>94.08</c:v>
                </c:pt>
                <c:pt idx="8293">
                  <c:v>93.956000000000003</c:v>
                </c:pt>
                <c:pt idx="8294">
                  <c:v>93.936999999999998</c:v>
                </c:pt>
                <c:pt idx="8295">
                  <c:v>93.953000000000003</c:v>
                </c:pt>
                <c:pt idx="8296">
                  <c:v>93.733999999999995</c:v>
                </c:pt>
                <c:pt idx="8297">
                  <c:v>93.558000000000007</c:v>
                </c:pt>
                <c:pt idx="8298">
                  <c:v>93.77</c:v>
                </c:pt>
                <c:pt idx="8299">
                  <c:v>93.641999999999996</c:v>
                </c:pt>
                <c:pt idx="8300">
                  <c:v>93.813000000000002</c:v>
                </c:pt>
                <c:pt idx="8301">
                  <c:v>93.948999999999998</c:v>
                </c:pt>
                <c:pt idx="8302">
                  <c:v>93.802000000000007</c:v>
                </c:pt>
                <c:pt idx="8303">
                  <c:v>93.344999999999999</c:v>
                </c:pt>
                <c:pt idx="8304">
                  <c:v>94.123000000000005</c:v>
                </c:pt>
                <c:pt idx="8305">
                  <c:v>93.879000000000005</c:v>
                </c:pt>
                <c:pt idx="8306">
                  <c:v>94.09</c:v>
                </c:pt>
                <c:pt idx="8307">
                  <c:v>93.864000000000004</c:v>
                </c:pt>
                <c:pt idx="8308">
                  <c:v>94.346999999999994</c:v>
                </c:pt>
                <c:pt idx="8309">
                  <c:v>94.32</c:v>
                </c:pt>
                <c:pt idx="8310">
                  <c:v>94.049000000000007</c:v>
                </c:pt>
                <c:pt idx="8311">
                  <c:v>93.954999999999998</c:v>
                </c:pt>
                <c:pt idx="8312">
                  <c:v>94.85</c:v>
                </c:pt>
                <c:pt idx="8313">
                  <c:v>95.177999999999997</c:v>
                </c:pt>
                <c:pt idx="8314">
                  <c:v>95.128</c:v>
                </c:pt>
                <c:pt idx="8315">
                  <c:v>95.406999999999996</c:v>
                </c:pt>
                <c:pt idx="8316">
                  <c:v>95.915000000000006</c:v>
                </c:pt>
                <c:pt idx="8317">
                  <c:v>95.828000000000003</c:v>
                </c:pt>
                <c:pt idx="8318">
                  <c:v>95.543999999999997</c:v>
                </c:pt>
                <c:pt idx="8319">
                  <c:v>96.031000000000006</c:v>
                </c:pt>
                <c:pt idx="8320">
                  <c:v>96.548000000000002</c:v>
                </c:pt>
                <c:pt idx="8321">
                  <c:v>96.491</c:v>
                </c:pt>
                <c:pt idx="8322">
                  <c:v>96.875</c:v>
                </c:pt>
                <c:pt idx="8323">
                  <c:v>96.774000000000001</c:v>
                </c:pt>
                <c:pt idx="8324">
                  <c:v>96.088999999999999</c:v>
                </c:pt>
                <c:pt idx="8325">
                  <c:v>96.340999999999994</c:v>
                </c:pt>
                <c:pt idx="8326">
                  <c:v>95.994</c:v>
                </c:pt>
                <c:pt idx="8327">
                  <c:v>96.028000000000006</c:v>
                </c:pt>
                <c:pt idx="8328">
                  <c:v>96.156000000000006</c:v>
                </c:pt>
                <c:pt idx="8329">
                  <c:v>96.117000000000004</c:v>
                </c:pt>
                <c:pt idx="8330">
                  <c:v>96.328000000000003</c:v>
                </c:pt>
                <c:pt idx="8331">
                  <c:v>96.369</c:v>
                </c:pt>
                <c:pt idx="8332">
                  <c:v>95.894000000000005</c:v>
                </c:pt>
                <c:pt idx="8333">
                  <c:v>96.271000000000001</c:v>
                </c:pt>
                <c:pt idx="8334">
                  <c:v>96.096999999999994</c:v>
                </c:pt>
                <c:pt idx="8335">
                  <c:v>96.316999999999993</c:v>
                </c:pt>
                <c:pt idx="8336">
                  <c:v>96.570999999999998</c:v>
                </c:pt>
                <c:pt idx="8337">
                  <c:v>96.510999999999996</c:v>
                </c:pt>
                <c:pt idx="8338">
                  <c:v>96.042000000000002</c:v>
                </c:pt>
                <c:pt idx="8339">
                  <c:v>96.564999999999998</c:v>
                </c:pt>
                <c:pt idx="8340">
                  <c:v>96.551000000000002</c:v>
                </c:pt>
                <c:pt idx="8341">
                  <c:v>96.491</c:v>
                </c:pt>
                <c:pt idx="8342">
                  <c:v>96.075999999999993</c:v>
                </c:pt>
                <c:pt idx="8343">
                  <c:v>96.019000000000005</c:v>
                </c:pt>
                <c:pt idx="8344">
                  <c:v>96.019000000000005</c:v>
                </c:pt>
                <c:pt idx="8345">
                  <c:v>96.093000000000004</c:v>
                </c:pt>
                <c:pt idx="8346">
                  <c:v>96.201999999999998</c:v>
                </c:pt>
                <c:pt idx="8347">
                  <c:v>95.929000000000002</c:v>
                </c:pt>
                <c:pt idx="8348">
                  <c:v>95.968000000000004</c:v>
                </c:pt>
                <c:pt idx="8349">
                  <c:v>95.67</c:v>
                </c:pt>
                <c:pt idx="8350">
                  <c:v>96.212999999999994</c:v>
                </c:pt>
                <c:pt idx="8351">
                  <c:v>96.262</c:v>
                </c:pt>
                <c:pt idx="8352">
                  <c:v>96.171000000000006</c:v>
                </c:pt>
                <c:pt idx="8353">
                  <c:v>96.32</c:v>
                </c:pt>
                <c:pt idx="8354">
                  <c:v>95.718999999999994</c:v>
                </c:pt>
                <c:pt idx="8355">
                  <c:v>95.991</c:v>
                </c:pt>
                <c:pt idx="8356">
                  <c:v>95.623999999999995</c:v>
                </c:pt>
                <c:pt idx="8357">
                  <c:v>94.915000000000006</c:v>
                </c:pt>
                <c:pt idx="8358">
                  <c:v>94.79</c:v>
                </c:pt>
                <c:pt idx="8359">
                  <c:v>95.165000000000006</c:v>
                </c:pt>
                <c:pt idx="8360">
                  <c:v>95.257999999999996</c:v>
                </c:pt>
                <c:pt idx="8361">
                  <c:v>95.731999999999999</c:v>
                </c:pt>
                <c:pt idx="8362">
                  <c:v>95.51</c:v>
                </c:pt>
                <c:pt idx="8363">
                  <c:v>95.734999999999999</c:v>
                </c:pt>
                <c:pt idx="8364">
                  <c:v>95.641999999999996</c:v>
                </c:pt>
                <c:pt idx="8365">
                  <c:v>95.918000000000006</c:v>
                </c:pt>
                <c:pt idx="8366">
                  <c:v>95.947999999999993</c:v>
                </c:pt>
                <c:pt idx="8367">
                  <c:v>96.477999999999994</c:v>
                </c:pt>
                <c:pt idx="8368">
                  <c:v>97.254999999999995</c:v>
                </c:pt>
                <c:pt idx="8369">
                  <c:v>97.27</c:v>
                </c:pt>
                <c:pt idx="8370">
                  <c:v>96.54</c:v>
                </c:pt>
                <c:pt idx="8371">
                  <c:v>96.385000000000005</c:v>
                </c:pt>
                <c:pt idx="8372">
                  <c:v>95.936000000000007</c:v>
                </c:pt>
                <c:pt idx="8373">
                  <c:v>95.379000000000005</c:v>
                </c:pt>
                <c:pt idx="8374">
                  <c:v>95.484999999999999</c:v>
                </c:pt>
                <c:pt idx="8375">
                  <c:v>95.399000000000001</c:v>
                </c:pt>
                <c:pt idx="8376">
                  <c:v>95.643000000000001</c:v>
                </c:pt>
                <c:pt idx="8377">
                  <c:v>95.494</c:v>
                </c:pt>
                <c:pt idx="8378">
                  <c:v>95.552999999999997</c:v>
                </c:pt>
                <c:pt idx="8379">
                  <c:v>96.081999999999994</c:v>
                </c:pt>
                <c:pt idx="8380">
                  <c:v>96.373999999999995</c:v>
                </c:pt>
                <c:pt idx="8381">
                  <c:v>95.989000000000004</c:v>
                </c:pt>
                <c:pt idx="8382">
                  <c:v>95.700999999999993</c:v>
                </c:pt>
                <c:pt idx="8383">
                  <c:v>95.8</c:v>
                </c:pt>
                <c:pt idx="8384">
                  <c:v>96.043000000000006</c:v>
                </c:pt>
                <c:pt idx="8385">
                  <c:v>96.078000000000003</c:v>
                </c:pt>
                <c:pt idx="8386">
                  <c:v>96.025000000000006</c:v>
                </c:pt>
                <c:pt idx="8387">
                  <c:v>96.19</c:v>
                </c:pt>
                <c:pt idx="8388">
                  <c:v>97.137</c:v>
                </c:pt>
                <c:pt idx="8389">
                  <c:v>96.614999999999995</c:v>
                </c:pt>
                <c:pt idx="8390">
                  <c:v>96.706999999999994</c:v>
                </c:pt>
                <c:pt idx="8391">
                  <c:v>97.409000000000006</c:v>
                </c:pt>
                <c:pt idx="8392">
                  <c:v>97.385000000000005</c:v>
                </c:pt>
                <c:pt idx="8393">
                  <c:v>97.784999999999997</c:v>
                </c:pt>
                <c:pt idx="8394">
                  <c:v>98.647999999999996</c:v>
                </c:pt>
                <c:pt idx="8395">
                  <c:v>99.293000000000006</c:v>
                </c:pt>
                <c:pt idx="8396">
                  <c:v>99.061999999999998</c:v>
                </c:pt>
                <c:pt idx="8397">
                  <c:v>97.968000000000004</c:v>
                </c:pt>
                <c:pt idx="8398">
                  <c:v>98.507000000000005</c:v>
                </c:pt>
                <c:pt idx="8399">
                  <c:v>99.123999999999995</c:v>
                </c:pt>
                <c:pt idx="8400">
                  <c:v>98.998999999999995</c:v>
                </c:pt>
                <c:pt idx="8401">
                  <c:v>99.096999999999994</c:v>
                </c:pt>
                <c:pt idx="8402">
                  <c:v>98.617999999999995</c:v>
                </c:pt>
                <c:pt idx="8403">
                  <c:v>97.974000000000004</c:v>
                </c:pt>
                <c:pt idx="8404">
                  <c:v>98.233000000000004</c:v>
                </c:pt>
                <c:pt idx="8405">
                  <c:v>98.498000000000005</c:v>
                </c:pt>
                <c:pt idx="8406">
                  <c:v>98.492999999999995</c:v>
                </c:pt>
                <c:pt idx="8407">
                  <c:v>98.622</c:v>
                </c:pt>
                <c:pt idx="8408">
                  <c:v>98.789000000000001</c:v>
                </c:pt>
                <c:pt idx="8409">
                  <c:v>98.789000000000001</c:v>
                </c:pt>
                <c:pt idx="8410">
                  <c:v>99.090999999999994</c:v>
                </c:pt>
                <c:pt idx="8411">
                  <c:v>98.403999999999996</c:v>
                </c:pt>
                <c:pt idx="8412">
                  <c:v>97.792000000000002</c:v>
                </c:pt>
                <c:pt idx="8413">
                  <c:v>98.311999999999998</c:v>
                </c:pt>
                <c:pt idx="8414">
                  <c:v>98.632000000000005</c:v>
                </c:pt>
                <c:pt idx="8415">
                  <c:v>99</c:v>
                </c:pt>
                <c:pt idx="8416">
                  <c:v>99.471999999999994</c:v>
                </c:pt>
                <c:pt idx="8417">
                  <c:v>99.599000000000004</c:v>
                </c:pt>
                <c:pt idx="8418">
                  <c:v>99.751000000000005</c:v>
                </c:pt>
                <c:pt idx="8419">
                  <c:v>99.796000000000006</c:v>
                </c:pt>
                <c:pt idx="8420">
                  <c:v>99.932000000000002</c:v>
                </c:pt>
                <c:pt idx="8421">
                  <c:v>100.292</c:v>
                </c:pt>
                <c:pt idx="8422">
                  <c:v>99.875</c:v>
                </c:pt>
                <c:pt idx="8423">
                  <c:v>100.321</c:v>
                </c:pt>
                <c:pt idx="8424">
                  <c:v>100.5</c:v>
                </c:pt>
                <c:pt idx="8425">
                  <c:v>100.78100000000001</c:v>
                </c:pt>
                <c:pt idx="8426">
                  <c:v>100.961</c:v>
                </c:pt>
                <c:pt idx="8427">
                  <c:v>100.39</c:v>
                </c:pt>
                <c:pt idx="8428">
                  <c:v>100.578</c:v>
                </c:pt>
                <c:pt idx="8429">
                  <c:v>101.22</c:v>
                </c:pt>
                <c:pt idx="8430">
                  <c:v>101.752</c:v>
                </c:pt>
                <c:pt idx="8431">
                  <c:v>102.303</c:v>
                </c:pt>
                <c:pt idx="8432">
                  <c:v>102.95399999999999</c:v>
                </c:pt>
                <c:pt idx="8433">
                  <c:v>103.623</c:v>
                </c:pt>
                <c:pt idx="8434">
                  <c:v>102.959</c:v>
                </c:pt>
                <c:pt idx="8435">
                  <c:v>103.744</c:v>
                </c:pt>
                <c:pt idx="8436">
                  <c:v>103.465</c:v>
                </c:pt>
                <c:pt idx="8437">
                  <c:v>102.587</c:v>
                </c:pt>
                <c:pt idx="8438">
                  <c:v>103.752</c:v>
                </c:pt>
                <c:pt idx="8439">
                  <c:v>103.66</c:v>
                </c:pt>
                <c:pt idx="8440">
                  <c:v>103.651</c:v>
                </c:pt>
                <c:pt idx="8441">
                  <c:v>103.92</c:v>
                </c:pt>
                <c:pt idx="8442">
                  <c:v>103.846</c:v>
                </c:pt>
                <c:pt idx="8443">
                  <c:v>104.851</c:v>
                </c:pt>
                <c:pt idx="8444">
                  <c:v>104.563</c:v>
                </c:pt>
                <c:pt idx="8445">
                  <c:v>104.187</c:v>
                </c:pt>
                <c:pt idx="8446">
                  <c:v>103.36</c:v>
                </c:pt>
                <c:pt idx="8447">
                  <c:v>103.81</c:v>
                </c:pt>
                <c:pt idx="8448">
                  <c:v>102.724</c:v>
                </c:pt>
                <c:pt idx="8449">
                  <c:v>103.15</c:v>
                </c:pt>
                <c:pt idx="8450">
                  <c:v>102.07599999999999</c:v>
                </c:pt>
                <c:pt idx="8451">
                  <c:v>101.857</c:v>
                </c:pt>
                <c:pt idx="8452">
                  <c:v>102.056</c:v>
                </c:pt>
                <c:pt idx="8453">
                  <c:v>101.82899999999999</c:v>
                </c:pt>
                <c:pt idx="8454">
                  <c:v>101.66800000000001</c:v>
                </c:pt>
                <c:pt idx="8455">
                  <c:v>101.66800000000001</c:v>
                </c:pt>
                <c:pt idx="8456">
                  <c:v>101.752</c:v>
                </c:pt>
                <c:pt idx="8457">
                  <c:v>102.498</c:v>
                </c:pt>
                <c:pt idx="8458">
                  <c:v>101.824</c:v>
                </c:pt>
                <c:pt idx="8459">
                  <c:v>102.14</c:v>
                </c:pt>
                <c:pt idx="8460">
                  <c:v>102.437</c:v>
                </c:pt>
                <c:pt idx="8461">
                  <c:v>102.318</c:v>
                </c:pt>
                <c:pt idx="8462">
                  <c:v>102.542</c:v>
                </c:pt>
                <c:pt idx="8463">
                  <c:v>103.223</c:v>
                </c:pt>
                <c:pt idx="8464">
                  <c:v>104.148</c:v>
                </c:pt>
                <c:pt idx="8465">
                  <c:v>105.078</c:v>
                </c:pt>
                <c:pt idx="8466">
                  <c:v>105.518</c:v>
                </c:pt>
                <c:pt idx="8467">
                  <c:v>105.158</c:v>
                </c:pt>
                <c:pt idx="8468">
                  <c:v>103.631</c:v>
                </c:pt>
                <c:pt idx="8469">
                  <c:v>104.7</c:v>
                </c:pt>
                <c:pt idx="8470">
                  <c:v>104.7</c:v>
                </c:pt>
                <c:pt idx="8471">
                  <c:v>104.435</c:v>
                </c:pt>
                <c:pt idx="8472">
                  <c:v>104.197</c:v>
                </c:pt>
                <c:pt idx="8473">
                  <c:v>104.431</c:v>
                </c:pt>
                <c:pt idx="8474">
                  <c:v>104.185</c:v>
                </c:pt>
                <c:pt idx="8475">
                  <c:v>103.93899999999999</c:v>
                </c:pt>
                <c:pt idx="8476">
                  <c:v>104.506</c:v>
                </c:pt>
                <c:pt idx="8477">
                  <c:v>105.10599999999999</c:v>
                </c:pt>
                <c:pt idx="8478">
                  <c:v>104.685</c:v>
                </c:pt>
                <c:pt idx="8479">
                  <c:v>105.13800000000001</c:v>
                </c:pt>
                <c:pt idx="8480">
                  <c:v>105.13800000000001</c:v>
                </c:pt>
                <c:pt idx="8481">
                  <c:v>106.535</c:v>
                </c:pt>
                <c:pt idx="8482">
                  <c:v>107.096</c:v>
                </c:pt>
                <c:pt idx="8483">
                  <c:v>107.13</c:v>
                </c:pt>
                <c:pt idx="8484">
                  <c:v>107.00700000000001</c:v>
                </c:pt>
                <c:pt idx="8485">
                  <c:v>108.021</c:v>
                </c:pt>
                <c:pt idx="8486">
                  <c:v>108.072</c:v>
                </c:pt>
                <c:pt idx="8487">
                  <c:v>107.95699999999999</c:v>
                </c:pt>
                <c:pt idx="8488">
                  <c:v>108.544</c:v>
                </c:pt>
                <c:pt idx="8489">
                  <c:v>108.063</c:v>
                </c:pt>
                <c:pt idx="8490">
                  <c:v>107.366</c:v>
                </c:pt>
                <c:pt idx="8491">
                  <c:v>106.682</c:v>
                </c:pt>
                <c:pt idx="8492">
                  <c:v>107.07599999999999</c:v>
                </c:pt>
                <c:pt idx="8493">
                  <c:v>106.91</c:v>
                </c:pt>
                <c:pt idx="8494">
                  <c:v>106.73</c:v>
                </c:pt>
                <c:pt idx="8495">
                  <c:v>106.483</c:v>
                </c:pt>
                <c:pt idx="8496">
                  <c:v>107.18899999999999</c:v>
                </c:pt>
                <c:pt idx="8497">
                  <c:v>106.452</c:v>
                </c:pt>
                <c:pt idx="8498">
                  <c:v>106.351</c:v>
                </c:pt>
                <c:pt idx="8499">
                  <c:v>105.90300000000001</c:v>
                </c:pt>
                <c:pt idx="8500">
                  <c:v>105.45</c:v>
                </c:pt>
                <c:pt idx="8501">
                  <c:v>106.241</c:v>
                </c:pt>
                <c:pt idx="8502">
                  <c:v>106.506</c:v>
                </c:pt>
                <c:pt idx="8503">
                  <c:v>105.693</c:v>
                </c:pt>
                <c:pt idx="8504">
                  <c:v>106.621</c:v>
                </c:pt>
                <c:pt idx="8505">
                  <c:v>106.435</c:v>
                </c:pt>
                <c:pt idx="8506">
                  <c:v>106.374</c:v>
                </c:pt>
                <c:pt idx="8507">
                  <c:v>105.196</c:v>
                </c:pt>
                <c:pt idx="8508">
                  <c:v>105.09</c:v>
                </c:pt>
                <c:pt idx="8509">
                  <c:v>105.631</c:v>
                </c:pt>
                <c:pt idx="8510">
                  <c:v>106.54600000000001</c:v>
                </c:pt>
                <c:pt idx="8511">
                  <c:v>106.5</c:v>
                </c:pt>
                <c:pt idx="8512">
                  <c:v>106.574</c:v>
                </c:pt>
                <c:pt idx="8513">
                  <c:v>107.48399999999999</c:v>
                </c:pt>
                <c:pt idx="8514">
                  <c:v>108.169</c:v>
                </c:pt>
                <c:pt idx="8515">
                  <c:v>109.04600000000001</c:v>
                </c:pt>
                <c:pt idx="8516">
                  <c:v>108.624</c:v>
                </c:pt>
                <c:pt idx="8517">
                  <c:v>108.67700000000001</c:v>
                </c:pt>
                <c:pt idx="8518">
                  <c:v>108.47</c:v>
                </c:pt>
                <c:pt idx="8519">
                  <c:v>108.803</c:v>
                </c:pt>
                <c:pt idx="8520">
                  <c:v>108.83499999999999</c:v>
                </c:pt>
                <c:pt idx="8521">
                  <c:v>108.773</c:v>
                </c:pt>
                <c:pt idx="8522">
                  <c:v>108.7</c:v>
                </c:pt>
                <c:pt idx="8523">
                  <c:v>109.691</c:v>
                </c:pt>
                <c:pt idx="8524">
                  <c:v>109.53400000000001</c:v>
                </c:pt>
                <c:pt idx="8525">
                  <c:v>109.53400000000001</c:v>
                </c:pt>
                <c:pt idx="8526">
                  <c:v>110.214</c:v>
                </c:pt>
                <c:pt idx="8527">
                  <c:v>109.84</c:v>
                </c:pt>
                <c:pt idx="8528">
                  <c:v>109.70699999999999</c:v>
                </c:pt>
                <c:pt idx="8529">
                  <c:v>109.003</c:v>
                </c:pt>
                <c:pt idx="8530">
                  <c:v>108.33</c:v>
                </c:pt>
                <c:pt idx="8531">
                  <c:v>109.815</c:v>
                </c:pt>
                <c:pt idx="8532">
                  <c:v>109.658</c:v>
                </c:pt>
                <c:pt idx="8533">
                  <c:v>109.739</c:v>
                </c:pt>
                <c:pt idx="8534">
                  <c:v>109.764</c:v>
                </c:pt>
                <c:pt idx="8535">
                  <c:v>109.73699999999999</c:v>
                </c:pt>
                <c:pt idx="8536">
                  <c:v>110.215</c:v>
                </c:pt>
                <c:pt idx="8537">
                  <c:v>110.642</c:v>
                </c:pt>
                <c:pt idx="8538">
                  <c:v>111.35299999999999</c:v>
                </c:pt>
                <c:pt idx="8539">
                  <c:v>113.19199999999999</c:v>
                </c:pt>
                <c:pt idx="8540">
                  <c:v>114.10299999999999</c:v>
                </c:pt>
                <c:pt idx="8541">
                  <c:v>114.10599999999999</c:v>
                </c:pt>
                <c:pt idx="8542">
                  <c:v>112.604</c:v>
                </c:pt>
                <c:pt idx="8543">
                  <c:v>112.254</c:v>
                </c:pt>
                <c:pt idx="8544">
                  <c:v>112.117</c:v>
                </c:pt>
                <c:pt idx="8545">
                  <c:v>111.745</c:v>
                </c:pt>
                <c:pt idx="8546">
                  <c:v>110.065</c:v>
                </c:pt>
                <c:pt idx="8547">
                  <c:v>111.208</c:v>
                </c:pt>
                <c:pt idx="8548">
                  <c:v>112.258</c:v>
                </c:pt>
                <c:pt idx="8549">
                  <c:v>112.795</c:v>
                </c:pt>
                <c:pt idx="8550">
                  <c:v>113.14400000000001</c:v>
                </c:pt>
                <c:pt idx="8551">
                  <c:v>113.221</c:v>
                </c:pt>
                <c:pt idx="8552">
                  <c:v>113.32</c:v>
                </c:pt>
                <c:pt idx="8553">
                  <c:v>112.363</c:v>
                </c:pt>
                <c:pt idx="8554">
                  <c:v>113.31100000000001</c:v>
                </c:pt>
                <c:pt idx="8555">
                  <c:v>112.039</c:v>
                </c:pt>
                <c:pt idx="8556">
                  <c:v>112.13</c:v>
                </c:pt>
                <c:pt idx="8557">
                  <c:v>112.98399999999999</c:v>
                </c:pt>
                <c:pt idx="8558">
                  <c:v>112.881</c:v>
                </c:pt>
                <c:pt idx="8559">
                  <c:v>112.012</c:v>
                </c:pt>
                <c:pt idx="8560">
                  <c:v>111.989</c:v>
                </c:pt>
                <c:pt idx="8561">
                  <c:v>110.95</c:v>
                </c:pt>
                <c:pt idx="8562">
                  <c:v>109.7</c:v>
                </c:pt>
                <c:pt idx="8563">
                  <c:v>110.587</c:v>
                </c:pt>
                <c:pt idx="8564">
                  <c:v>110.752</c:v>
                </c:pt>
                <c:pt idx="8565">
                  <c:v>111.527</c:v>
                </c:pt>
                <c:pt idx="8566">
                  <c:v>111.48099999999999</c:v>
                </c:pt>
                <c:pt idx="8567">
                  <c:v>111.345</c:v>
                </c:pt>
                <c:pt idx="8568">
                  <c:v>112.93</c:v>
                </c:pt>
                <c:pt idx="8569">
                  <c:v>110.877</c:v>
                </c:pt>
                <c:pt idx="8570">
                  <c:v>110.12</c:v>
                </c:pt>
                <c:pt idx="8571">
                  <c:v>109.636</c:v>
                </c:pt>
                <c:pt idx="8572">
                  <c:v>110.54900000000001</c:v>
                </c:pt>
                <c:pt idx="8573">
                  <c:v>108.206</c:v>
                </c:pt>
                <c:pt idx="8574">
                  <c:v>106.292</c:v>
                </c:pt>
                <c:pt idx="8575">
                  <c:v>106.66</c:v>
                </c:pt>
                <c:pt idx="8576">
                  <c:v>106.404</c:v>
                </c:pt>
                <c:pt idx="8577">
                  <c:v>106.28100000000001</c:v>
                </c:pt>
                <c:pt idx="8578">
                  <c:v>106.694</c:v>
                </c:pt>
                <c:pt idx="8579">
                  <c:v>106.93</c:v>
                </c:pt>
                <c:pt idx="8580">
                  <c:v>107.83499999999999</c:v>
                </c:pt>
                <c:pt idx="8581">
                  <c:v>107.22199999999999</c:v>
                </c:pt>
                <c:pt idx="8582">
                  <c:v>106.07599999999999</c:v>
                </c:pt>
                <c:pt idx="8583">
                  <c:v>106.07599999999999</c:v>
                </c:pt>
                <c:pt idx="8584">
                  <c:v>105.959</c:v>
                </c:pt>
                <c:pt idx="8585">
                  <c:v>106.681</c:v>
                </c:pt>
                <c:pt idx="8586">
                  <c:v>106.822</c:v>
                </c:pt>
                <c:pt idx="8587">
                  <c:v>105.95</c:v>
                </c:pt>
                <c:pt idx="8588">
                  <c:v>104.72799999999999</c:v>
                </c:pt>
                <c:pt idx="8589">
                  <c:v>104.545</c:v>
                </c:pt>
                <c:pt idx="8590">
                  <c:v>105.289</c:v>
                </c:pt>
                <c:pt idx="8591">
                  <c:v>105.578</c:v>
                </c:pt>
                <c:pt idx="8592">
                  <c:v>105.1</c:v>
                </c:pt>
                <c:pt idx="8593">
                  <c:v>104.774</c:v>
                </c:pt>
                <c:pt idx="8594">
                  <c:v>104.81</c:v>
                </c:pt>
                <c:pt idx="8595">
                  <c:v>105.131</c:v>
                </c:pt>
                <c:pt idx="8596">
                  <c:v>103.98</c:v>
                </c:pt>
                <c:pt idx="8597">
                  <c:v>103.77</c:v>
                </c:pt>
                <c:pt idx="8598">
                  <c:v>104.55800000000001</c:v>
                </c:pt>
                <c:pt idx="8599">
                  <c:v>104.70099999999999</c:v>
                </c:pt>
                <c:pt idx="8600">
                  <c:v>104.721</c:v>
                </c:pt>
                <c:pt idx="8601">
                  <c:v>103.965</c:v>
                </c:pt>
                <c:pt idx="8602">
                  <c:v>104.16200000000001</c:v>
                </c:pt>
                <c:pt idx="8603">
                  <c:v>104.43300000000001</c:v>
                </c:pt>
                <c:pt idx="8604">
                  <c:v>104.31399999999999</c:v>
                </c:pt>
                <c:pt idx="8605">
                  <c:v>104.31399999999999</c:v>
                </c:pt>
                <c:pt idx="8606">
                  <c:v>104.179</c:v>
                </c:pt>
                <c:pt idx="8607">
                  <c:v>104.46299999999999</c:v>
                </c:pt>
                <c:pt idx="8608">
                  <c:v>103.836</c:v>
                </c:pt>
                <c:pt idx="8609">
                  <c:v>103.52200000000001</c:v>
                </c:pt>
                <c:pt idx="8610">
                  <c:v>103.52200000000001</c:v>
                </c:pt>
                <c:pt idx="8611">
                  <c:v>104.518</c:v>
                </c:pt>
                <c:pt idx="8612">
                  <c:v>104.248</c:v>
                </c:pt>
                <c:pt idx="8613">
                  <c:v>105.042</c:v>
                </c:pt>
                <c:pt idx="8614">
                  <c:v>103.879</c:v>
                </c:pt>
                <c:pt idx="8615">
                  <c:v>103.001</c:v>
                </c:pt>
                <c:pt idx="8616">
                  <c:v>103.236</c:v>
                </c:pt>
                <c:pt idx="8617">
                  <c:v>103.188</c:v>
                </c:pt>
                <c:pt idx="8618">
                  <c:v>102.246</c:v>
                </c:pt>
                <c:pt idx="8619">
                  <c:v>102.20399999999999</c:v>
                </c:pt>
                <c:pt idx="8620">
                  <c:v>102.20399999999999</c:v>
                </c:pt>
                <c:pt idx="8621">
                  <c:v>102.39</c:v>
                </c:pt>
                <c:pt idx="8622">
                  <c:v>102.363</c:v>
                </c:pt>
                <c:pt idx="8623">
                  <c:v>102.05800000000001</c:v>
                </c:pt>
                <c:pt idx="8624">
                  <c:v>102.012</c:v>
                </c:pt>
                <c:pt idx="8625">
                  <c:v>102.13800000000001</c:v>
                </c:pt>
                <c:pt idx="8626">
                  <c:v>101.91800000000001</c:v>
                </c:pt>
                <c:pt idx="8627">
                  <c:v>101.64100000000001</c:v>
                </c:pt>
                <c:pt idx="8628">
                  <c:v>101.839</c:v>
                </c:pt>
                <c:pt idx="8629">
                  <c:v>101.92700000000001</c:v>
                </c:pt>
                <c:pt idx="8630">
                  <c:v>102.276</c:v>
                </c:pt>
                <c:pt idx="8631">
                  <c:v>102.09699999999999</c:v>
                </c:pt>
                <c:pt idx="8632">
                  <c:v>101.217</c:v>
                </c:pt>
                <c:pt idx="8633">
                  <c:v>101.75</c:v>
                </c:pt>
                <c:pt idx="8634">
                  <c:v>102.91500000000001</c:v>
                </c:pt>
                <c:pt idx="8635">
                  <c:v>103.621</c:v>
                </c:pt>
                <c:pt idx="8636">
                  <c:v>103.42700000000001</c:v>
                </c:pt>
                <c:pt idx="8637">
                  <c:v>103.40900000000001</c:v>
                </c:pt>
                <c:pt idx="8638">
                  <c:v>103.221</c:v>
                </c:pt>
                <c:pt idx="8639">
                  <c:v>103.63</c:v>
                </c:pt>
                <c:pt idx="8640">
                  <c:v>103.345</c:v>
                </c:pt>
                <c:pt idx="8641">
                  <c:v>103.233</c:v>
                </c:pt>
                <c:pt idx="8642">
                  <c:v>103.923</c:v>
                </c:pt>
                <c:pt idx="8643">
                  <c:v>103.85599999999999</c:v>
                </c:pt>
                <c:pt idx="8644">
                  <c:v>103.86199999999999</c:v>
                </c:pt>
                <c:pt idx="8645">
                  <c:v>103.86199999999999</c:v>
                </c:pt>
                <c:pt idx="8646">
                  <c:v>104.176</c:v>
                </c:pt>
                <c:pt idx="8647">
                  <c:v>104.58499999999999</c:v>
                </c:pt>
                <c:pt idx="8648">
                  <c:v>104.598</c:v>
                </c:pt>
                <c:pt idx="8649">
                  <c:v>105.214</c:v>
                </c:pt>
                <c:pt idx="8650">
                  <c:v>104.673</c:v>
                </c:pt>
                <c:pt idx="8651">
                  <c:v>104.869</c:v>
                </c:pt>
                <c:pt idx="8652">
                  <c:v>104.483</c:v>
                </c:pt>
                <c:pt idx="8653">
                  <c:v>105.027</c:v>
                </c:pt>
                <c:pt idx="8654">
                  <c:v>104.521</c:v>
                </c:pt>
                <c:pt idx="8655">
                  <c:v>104.35</c:v>
                </c:pt>
                <c:pt idx="8656">
                  <c:v>105.61499999999999</c:v>
                </c:pt>
                <c:pt idx="8657">
                  <c:v>105.658</c:v>
                </c:pt>
                <c:pt idx="8658">
                  <c:v>105.309</c:v>
                </c:pt>
                <c:pt idx="8659">
                  <c:v>104.57599999999999</c:v>
                </c:pt>
                <c:pt idx="8660">
                  <c:v>103.595</c:v>
                </c:pt>
                <c:pt idx="8661">
                  <c:v>103.59699999999999</c:v>
                </c:pt>
                <c:pt idx="8662">
                  <c:v>104.646</c:v>
                </c:pt>
                <c:pt idx="8663">
                  <c:v>104.41800000000001</c:v>
                </c:pt>
                <c:pt idx="8664">
                  <c:v>103.708</c:v>
                </c:pt>
                <c:pt idx="8665">
                  <c:v>103.28100000000001</c:v>
                </c:pt>
                <c:pt idx="8666">
                  <c:v>103.256</c:v>
                </c:pt>
                <c:pt idx="8667">
                  <c:v>102.346</c:v>
                </c:pt>
                <c:pt idx="8668">
                  <c:v>102.532</c:v>
                </c:pt>
                <c:pt idx="8669">
                  <c:v>103.116</c:v>
                </c:pt>
                <c:pt idx="8670">
                  <c:v>102.857</c:v>
                </c:pt>
                <c:pt idx="8671">
                  <c:v>102.43</c:v>
                </c:pt>
                <c:pt idx="8672">
                  <c:v>102.64</c:v>
                </c:pt>
                <c:pt idx="8673">
                  <c:v>102.14400000000001</c:v>
                </c:pt>
                <c:pt idx="8674">
                  <c:v>102.506</c:v>
                </c:pt>
                <c:pt idx="8675">
                  <c:v>102.093</c:v>
                </c:pt>
                <c:pt idx="8676">
                  <c:v>101.586</c:v>
                </c:pt>
                <c:pt idx="8677">
                  <c:v>101.852</c:v>
                </c:pt>
                <c:pt idx="8678">
                  <c:v>101.822</c:v>
                </c:pt>
                <c:pt idx="8679">
                  <c:v>102.092</c:v>
                </c:pt>
                <c:pt idx="8680">
                  <c:v>102.578</c:v>
                </c:pt>
                <c:pt idx="8681">
                  <c:v>102.20399999999999</c:v>
                </c:pt>
                <c:pt idx="8682">
                  <c:v>101.5</c:v>
                </c:pt>
                <c:pt idx="8683">
                  <c:v>101.011</c:v>
                </c:pt>
                <c:pt idx="8684">
                  <c:v>101.55200000000001</c:v>
                </c:pt>
                <c:pt idx="8685">
                  <c:v>102.10299999999999</c:v>
                </c:pt>
                <c:pt idx="8686">
                  <c:v>101.745</c:v>
                </c:pt>
                <c:pt idx="8687">
                  <c:v>101.968</c:v>
                </c:pt>
                <c:pt idx="8688">
                  <c:v>101.84</c:v>
                </c:pt>
                <c:pt idx="8689">
                  <c:v>101.822</c:v>
                </c:pt>
                <c:pt idx="8690">
                  <c:v>101.348</c:v>
                </c:pt>
                <c:pt idx="8691">
                  <c:v>101.863</c:v>
                </c:pt>
                <c:pt idx="8692">
                  <c:v>101.467</c:v>
                </c:pt>
                <c:pt idx="8693">
                  <c:v>101.503</c:v>
                </c:pt>
                <c:pt idx="8694">
                  <c:v>101.65900000000001</c:v>
                </c:pt>
                <c:pt idx="8695">
                  <c:v>102.151</c:v>
                </c:pt>
                <c:pt idx="8696">
                  <c:v>101.958</c:v>
                </c:pt>
                <c:pt idx="8697">
                  <c:v>101.343</c:v>
                </c:pt>
                <c:pt idx="8698">
                  <c:v>101.399</c:v>
                </c:pt>
                <c:pt idx="8699">
                  <c:v>101.214</c:v>
                </c:pt>
                <c:pt idx="8700">
                  <c:v>101.377</c:v>
                </c:pt>
                <c:pt idx="8701">
                  <c:v>101.605</c:v>
                </c:pt>
                <c:pt idx="8702">
                  <c:v>101.477</c:v>
                </c:pt>
                <c:pt idx="8703">
                  <c:v>102.05800000000001</c:v>
                </c:pt>
                <c:pt idx="8704">
                  <c:v>102.681</c:v>
                </c:pt>
                <c:pt idx="8705">
                  <c:v>102.434</c:v>
                </c:pt>
                <c:pt idx="8706">
                  <c:v>102.56399999999999</c:v>
                </c:pt>
                <c:pt idx="8707">
                  <c:v>102.88200000000001</c:v>
                </c:pt>
                <c:pt idx="8708">
                  <c:v>103.584</c:v>
                </c:pt>
                <c:pt idx="8709">
                  <c:v>103.19799999999999</c:v>
                </c:pt>
                <c:pt idx="8710">
                  <c:v>103.19799999999999</c:v>
                </c:pt>
                <c:pt idx="8711">
                  <c:v>103.488</c:v>
                </c:pt>
                <c:pt idx="8712">
                  <c:v>103.887</c:v>
                </c:pt>
                <c:pt idx="8713">
                  <c:v>104.251</c:v>
                </c:pt>
                <c:pt idx="8714">
                  <c:v>104.206</c:v>
                </c:pt>
                <c:pt idx="8715">
                  <c:v>104.206</c:v>
                </c:pt>
                <c:pt idx="8716">
                  <c:v>104.16500000000001</c:v>
                </c:pt>
                <c:pt idx="8717">
                  <c:v>104.32599999999999</c:v>
                </c:pt>
                <c:pt idx="8718">
                  <c:v>103.56</c:v>
                </c:pt>
                <c:pt idx="8719">
                  <c:v>104.015</c:v>
                </c:pt>
                <c:pt idx="8720">
                  <c:v>104.002</c:v>
                </c:pt>
                <c:pt idx="8721">
                  <c:v>104.125</c:v>
                </c:pt>
                <c:pt idx="8722">
                  <c:v>104.099</c:v>
                </c:pt>
                <c:pt idx="8723">
                  <c:v>103.343</c:v>
                </c:pt>
                <c:pt idx="8724">
                  <c:v>103.557</c:v>
                </c:pt>
                <c:pt idx="8725">
                  <c:v>103.654</c:v>
                </c:pt>
                <c:pt idx="8726">
                  <c:v>103.33799999999999</c:v>
                </c:pt>
                <c:pt idx="8727">
                  <c:v>102.94799999999999</c:v>
                </c:pt>
                <c:pt idx="8728">
                  <c:v>102.11499999999999</c:v>
                </c:pt>
                <c:pt idx="8729">
                  <c:v>102.24299999999999</c:v>
                </c:pt>
                <c:pt idx="8730">
                  <c:v>102.52200000000001</c:v>
                </c:pt>
                <c:pt idx="8731">
                  <c:v>102.54</c:v>
                </c:pt>
                <c:pt idx="8732">
                  <c:v>102.071</c:v>
                </c:pt>
                <c:pt idx="8733">
                  <c:v>102.386</c:v>
                </c:pt>
                <c:pt idx="8734">
                  <c:v>102.90300000000001</c:v>
                </c:pt>
                <c:pt idx="8735">
                  <c:v>102.69199999999999</c:v>
                </c:pt>
                <c:pt idx="8736">
                  <c:v>102.492</c:v>
                </c:pt>
                <c:pt idx="8737">
                  <c:v>102.905</c:v>
                </c:pt>
                <c:pt idx="8738">
                  <c:v>103.342</c:v>
                </c:pt>
                <c:pt idx="8739">
                  <c:v>102.91200000000001</c:v>
                </c:pt>
                <c:pt idx="8740">
                  <c:v>102.988</c:v>
                </c:pt>
                <c:pt idx="8741">
                  <c:v>103.039</c:v>
                </c:pt>
                <c:pt idx="8742">
                  <c:v>103.373</c:v>
                </c:pt>
                <c:pt idx="8743">
                  <c:v>103.166</c:v>
                </c:pt>
                <c:pt idx="8744">
                  <c:v>102.27200000000001</c:v>
                </c:pt>
                <c:pt idx="8745">
                  <c:v>101.97199999999999</c:v>
                </c:pt>
                <c:pt idx="8746">
                  <c:v>101.732</c:v>
                </c:pt>
                <c:pt idx="8747">
                  <c:v>100.521</c:v>
                </c:pt>
                <c:pt idx="8748">
                  <c:v>99.77</c:v>
                </c:pt>
                <c:pt idx="8749">
                  <c:v>99.914000000000001</c:v>
                </c:pt>
                <c:pt idx="8750">
                  <c:v>99.841999999999999</c:v>
                </c:pt>
                <c:pt idx="8751">
                  <c:v>99.941000000000003</c:v>
                </c:pt>
                <c:pt idx="8752">
                  <c:v>100.28100000000001</c:v>
                </c:pt>
                <c:pt idx="8753">
                  <c:v>100.88</c:v>
                </c:pt>
                <c:pt idx="8754">
                  <c:v>101.071</c:v>
                </c:pt>
                <c:pt idx="8755">
                  <c:v>101.346</c:v>
                </c:pt>
                <c:pt idx="8756">
                  <c:v>101.349</c:v>
                </c:pt>
                <c:pt idx="8757">
                  <c:v>100.887</c:v>
                </c:pt>
                <c:pt idx="8758">
                  <c:v>101.773</c:v>
                </c:pt>
                <c:pt idx="8759">
                  <c:v>101.622</c:v>
                </c:pt>
                <c:pt idx="8760">
                  <c:v>101.855</c:v>
                </c:pt>
                <c:pt idx="8761">
                  <c:v>102.303</c:v>
                </c:pt>
                <c:pt idx="8762">
                  <c:v>102.59</c:v>
                </c:pt>
                <c:pt idx="8763">
                  <c:v>102.542</c:v>
                </c:pt>
                <c:pt idx="8764">
                  <c:v>102.017</c:v>
                </c:pt>
                <c:pt idx="8765">
                  <c:v>102.047</c:v>
                </c:pt>
                <c:pt idx="8766">
                  <c:v>102.52800000000001</c:v>
                </c:pt>
                <c:pt idx="8767">
                  <c:v>102.49</c:v>
                </c:pt>
                <c:pt idx="8768">
                  <c:v>102.524</c:v>
                </c:pt>
                <c:pt idx="8769">
                  <c:v>102.842</c:v>
                </c:pt>
                <c:pt idx="8770">
                  <c:v>103.19</c:v>
                </c:pt>
                <c:pt idx="8771">
                  <c:v>103.209</c:v>
                </c:pt>
                <c:pt idx="8772">
                  <c:v>103.431</c:v>
                </c:pt>
                <c:pt idx="8773">
                  <c:v>103.572</c:v>
                </c:pt>
                <c:pt idx="8774">
                  <c:v>103.375</c:v>
                </c:pt>
                <c:pt idx="8775">
                  <c:v>103.3</c:v>
                </c:pt>
                <c:pt idx="8776">
                  <c:v>103.563</c:v>
                </c:pt>
                <c:pt idx="8777">
                  <c:v>103.419</c:v>
                </c:pt>
                <c:pt idx="8778">
                  <c:v>103.982</c:v>
                </c:pt>
                <c:pt idx="8779">
                  <c:v>104.077</c:v>
                </c:pt>
                <c:pt idx="8780">
                  <c:v>104.05800000000001</c:v>
                </c:pt>
                <c:pt idx="8781">
                  <c:v>103.53100000000001</c:v>
                </c:pt>
                <c:pt idx="8782">
                  <c:v>103.157</c:v>
                </c:pt>
                <c:pt idx="8783">
                  <c:v>103.619</c:v>
                </c:pt>
                <c:pt idx="8784">
                  <c:v>104.236</c:v>
                </c:pt>
                <c:pt idx="8785">
                  <c:v>104.236</c:v>
                </c:pt>
                <c:pt idx="8786">
                  <c:v>104.807</c:v>
                </c:pt>
                <c:pt idx="8787">
                  <c:v>104.861</c:v>
                </c:pt>
                <c:pt idx="8788">
                  <c:v>105.059</c:v>
                </c:pt>
                <c:pt idx="8789">
                  <c:v>105.09</c:v>
                </c:pt>
                <c:pt idx="8790">
                  <c:v>104.569</c:v>
                </c:pt>
                <c:pt idx="8791">
                  <c:v>104.711</c:v>
                </c:pt>
                <c:pt idx="8792">
                  <c:v>104.76600000000001</c:v>
                </c:pt>
                <c:pt idx="8793">
                  <c:v>105.405</c:v>
                </c:pt>
                <c:pt idx="8794">
                  <c:v>105.322</c:v>
                </c:pt>
                <c:pt idx="8795">
                  <c:v>105.202</c:v>
                </c:pt>
                <c:pt idx="8796">
                  <c:v>105.133</c:v>
                </c:pt>
                <c:pt idx="8797">
                  <c:v>105.328</c:v>
                </c:pt>
                <c:pt idx="8798">
                  <c:v>105.363</c:v>
                </c:pt>
                <c:pt idx="8799">
                  <c:v>105.583</c:v>
                </c:pt>
                <c:pt idx="8800">
                  <c:v>105.998</c:v>
                </c:pt>
                <c:pt idx="8801">
                  <c:v>106.23099999999999</c:v>
                </c:pt>
                <c:pt idx="8802">
                  <c:v>106.666</c:v>
                </c:pt>
                <c:pt idx="8803">
                  <c:v>106.224</c:v>
                </c:pt>
                <c:pt idx="8804">
                  <c:v>106.17400000000001</c:v>
                </c:pt>
                <c:pt idx="8805">
                  <c:v>106.904</c:v>
                </c:pt>
                <c:pt idx="8806">
                  <c:v>107</c:v>
                </c:pt>
                <c:pt idx="8807">
                  <c:v>106.79900000000001</c:v>
                </c:pt>
                <c:pt idx="8808">
                  <c:v>106.33199999999999</c:v>
                </c:pt>
                <c:pt idx="8809">
                  <c:v>106.044</c:v>
                </c:pt>
                <c:pt idx="8810">
                  <c:v>106.083</c:v>
                </c:pt>
                <c:pt idx="8811">
                  <c:v>105.825</c:v>
                </c:pt>
                <c:pt idx="8812">
                  <c:v>105.82</c:v>
                </c:pt>
                <c:pt idx="8813">
                  <c:v>106.599</c:v>
                </c:pt>
                <c:pt idx="8814">
                  <c:v>106.648</c:v>
                </c:pt>
                <c:pt idx="8815">
                  <c:v>106.24299999999999</c:v>
                </c:pt>
                <c:pt idx="8816">
                  <c:v>106.25</c:v>
                </c:pt>
                <c:pt idx="8817">
                  <c:v>106.565</c:v>
                </c:pt>
                <c:pt idx="8818">
                  <c:v>106.253</c:v>
                </c:pt>
                <c:pt idx="8819">
                  <c:v>106.163</c:v>
                </c:pt>
                <c:pt idx="8820">
                  <c:v>105.536</c:v>
                </c:pt>
                <c:pt idx="8821">
                  <c:v>106.27</c:v>
                </c:pt>
                <c:pt idx="8822">
                  <c:v>106.52800000000001</c:v>
                </c:pt>
                <c:pt idx="8823">
                  <c:v>106.602</c:v>
                </c:pt>
                <c:pt idx="8824">
                  <c:v>106.559</c:v>
                </c:pt>
                <c:pt idx="8825">
                  <c:v>106.12</c:v>
                </c:pt>
                <c:pt idx="8826">
                  <c:v>106.663</c:v>
                </c:pt>
                <c:pt idx="8827">
                  <c:v>106.884</c:v>
                </c:pt>
                <c:pt idx="8828">
                  <c:v>106.124</c:v>
                </c:pt>
                <c:pt idx="8829">
                  <c:v>105.021</c:v>
                </c:pt>
                <c:pt idx="8830">
                  <c:v>105.215</c:v>
                </c:pt>
                <c:pt idx="8831">
                  <c:v>105.542</c:v>
                </c:pt>
                <c:pt idx="8832">
                  <c:v>105.593</c:v>
                </c:pt>
                <c:pt idx="8833">
                  <c:v>105.91</c:v>
                </c:pt>
                <c:pt idx="8834">
                  <c:v>105.861</c:v>
                </c:pt>
                <c:pt idx="8835">
                  <c:v>105.631</c:v>
                </c:pt>
                <c:pt idx="8836">
                  <c:v>104.053</c:v>
                </c:pt>
                <c:pt idx="8837">
                  <c:v>104.39400000000001</c:v>
                </c:pt>
                <c:pt idx="8838">
                  <c:v>104.349</c:v>
                </c:pt>
                <c:pt idx="8839">
                  <c:v>103.917</c:v>
                </c:pt>
                <c:pt idx="8840">
                  <c:v>103.438</c:v>
                </c:pt>
                <c:pt idx="8841">
                  <c:v>103.565</c:v>
                </c:pt>
                <c:pt idx="8842">
                  <c:v>103.92</c:v>
                </c:pt>
                <c:pt idx="8843">
                  <c:v>103.92</c:v>
                </c:pt>
                <c:pt idx="8844">
                  <c:v>103.40300000000001</c:v>
                </c:pt>
                <c:pt idx="8845">
                  <c:v>103.199</c:v>
                </c:pt>
                <c:pt idx="8846">
                  <c:v>102.746</c:v>
                </c:pt>
                <c:pt idx="8847">
                  <c:v>102.765</c:v>
                </c:pt>
                <c:pt idx="8848">
                  <c:v>103.497</c:v>
                </c:pt>
                <c:pt idx="8849">
                  <c:v>103.268</c:v>
                </c:pt>
                <c:pt idx="8850">
                  <c:v>103.712</c:v>
                </c:pt>
                <c:pt idx="8851">
                  <c:v>104.05</c:v>
                </c:pt>
                <c:pt idx="8852">
                  <c:v>104.15300000000001</c:v>
                </c:pt>
                <c:pt idx="8853">
                  <c:v>103.541</c:v>
                </c:pt>
                <c:pt idx="8854">
                  <c:v>104.01</c:v>
                </c:pt>
                <c:pt idx="8855">
                  <c:v>104.095</c:v>
                </c:pt>
                <c:pt idx="8856">
                  <c:v>103.86499999999999</c:v>
                </c:pt>
                <c:pt idx="8857">
                  <c:v>102.869</c:v>
                </c:pt>
                <c:pt idx="8858">
                  <c:v>101.956</c:v>
                </c:pt>
                <c:pt idx="8859">
                  <c:v>102.55</c:v>
                </c:pt>
                <c:pt idx="8860">
                  <c:v>102.56100000000001</c:v>
                </c:pt>
                <c:pt idx="8861">
                  <c:v>102.167</c:v>
                </c:pt>
                <c:pt idx="8862">
                  <c:v>102.408</c:v>
                </c:pt>
                <c:pt idx="8863">
                  <c:v>101.843</c:v>
                </c:pt>
                <c:pt idx="8864">
                  <c:v>101.69799999999999</c:v>
                </c:pt>
                <c:pt idx="8865">
                  <c:v>101.69799999999999</c:v>
                </c:pt>
                <c:pt idx="8866">
                  <c:v>101.46599999999999</c:v>
                </c:pt>
                <c:pt idx="8867">
                  <c:v>100.986</c:v>
                </c:pt>
                <c:pt idx="8868">
                  <c:v>101.229</c:v>
                </c:pt>
                <c:pt idx="8869">
                  <c:v>101.333</c:v>
                </c:pt>
                <c:pt idx="8870">
                  <c:v>101.333</c:v>
                </c:pt>
                <c:pt idx="8871">
                  <c:v>102.2</c:v>
                </c:pt>
                <c:pt idx="8872">
                  <c:v>102.494</c:v>
                </c:pt>
                <c:pt idx="8873">
                  <c:v>102.422</c:v>
                </c:pt>
                <c:pt idx="8874">
                  <c:v>102.41200000000001</c:v>
                </c:pt>
                <c:pt idx="8875">
                  <c:v>102.209</c:v>
                </c:pt>
                <c:pt idx="8876">
                  <c:v>102.57</c:v>
                </c:pt>
                <c:pt idx="8877">
                  <c:v>102.36199999999999</c:v>
                </c:pt>
                <c:pt idx="8878">
                  <c:v>102.291</c:v>
                </c:pt>
                <c:pt idx="8879">
                  <c:v>102.404</c:v>
                </c:pt>
                <c:pt idx="8880">
                  <c:v>102.404</c:v>
                </c:pt>
                <c:pt idx="8881">
                  <c:v>103.357</c:v>
                </c:pt>
                <c:pt idx="8882">
                  <c:v>103.45</c:v>
                </c:pt>
                <c:pt idx="8883">
                  <c:v>103.536</c:v>
                </c:pt>
                <c:pt idx="8884">
                  <c:v>103.288</c:v>
                </c:pt>
                <c:pt idx="8885">
                  <c:v>103.331</c:v>
                </c:pt>
                <c:pt idx="8886">
                  <c:v>103.617</c:v>
                </c:pt>
                <c:pt idx="8887">
                  <c:v>103.236</c:v>
                </c:pt>
                <c:pt idx="8888">
                  <c:v>103.574</c:v>
                </c:pt>
                <c:pt idx="8889">
                  <c:v>103.43300000000001</c:v>
                </c:pt>
                <c:pt idx="8890">
                  <c:v>103.60899999999999</c:v>
                </c:pt>
                <c:pt idx="8891">
                  <c:v>103.39700000000001</c:v>
                </c:pt>
                <c:pt idx="8892">
                  <c:v>103.274</c:v>
                </c:pt>
                <c:pt idx="8893">
                  <c:v>103.048</c:v>
                </c:pt>
                <c:pt idx="8894">
                  <c:v>103.922</c:v>
                </c:pt>
                <c:pt idx="8895">
                  <c:v>104.452</c:v>
                </c:pt>
                <c:pt idx="8896">
                  <c:v>104.21299999999999</c:v>
                </c:pt>
                <c:pt idx="8897">
                  <c:v>104.057</c:v>
                </c:pt>
                <c:pt idx="8898">
                  <c:v>104.16500000000001</c:v>
                </c:pt>
                <c:pt idx="8899">
                  <c:v>104.111</c:v>
                </c:pt>
                <c:pt idx="8900">
                  <c:v>104.17</c:v>
                </c:pt>
                <c:pt idx="8901">
                  <c:v>104.96</c:v>
                </c:pt>
                <c:pt idx="8902">
                  <c:v>104.723</c:v>
                </c:pt>
                <c:pt idx="8903">
                  <c:v>104.29600000000001</c:v>
                </c:pt>
                <c:pt idx="8904">
                  <c:v>104.27500000000001</c:v>
                </c:pt>
                <c:pt idx="8905">
                  <c:v>104.291</c:v>
                </c:pt>
                <c:pt idx="8906">
                  <c:v>104.07899999999999</c:v>
                </c:pt>
                <c:pt idx="8907">
                  <c:v>104.006</c:v>
                </c:pt>
                <c:pt idx="8908">
                  <c:v>103.95699999999999</c:v>
                </c:pt>
                <c:pt idx="8909">
                  <c:v>103.93600000000001</c:v>
                </c:pt>
                <c:pt idx="8910">
                  <c:v>103.827</c:v>
                </c:pt>
                <c:pt idx="8911">
                  <c:v>103.82899999999999</c:v>
                </c:pt>
                <c:pt idx="8912">
                  <c:v>103.97499999999999</c:v>
                </c:pt>
                <c:pt idx="8913">
                  <c:v>104.15600000000001</c:v>
                </c:pt>
                <c:pt idx="8914">
                  <c:v>103.861</c:v>
                </c:pt>
                <c:pt idx="8915">
                  <c:v>103.83199999999999</c:v>
                </c:pt>
                <c:pt idx="8916">
                  <c:v>103.798</c:v>
                </c:pt>
                <c:pt idx="8917">
                  <c:v>103.369</c:v>
                </c:pt>
                <c:pt idx="8918">
                  <c:v>102.82299999999999</c:v>
                </c:pt>
                <c:pt idx="8919">
                  <c:v>102.712</c:v>
                </c:pt>
                <c:pt idx="8920">
                  <c:v>102.869</c:v>
                </c:pt>
                <c:pt idx="8921">
                  <c:v>102.95699999999999</c:v>
                </c:pt>
                <c:pt idx="8922">
                  <c:v>102.789</c:v>
                </c:pt>
                <c:pt idx="8923">
                  <c:v>103.36</c:v>
                </c:pt>
                <c:pt idx="8924">
                  <c:v>103.432</c:v>
                </c:pt>
                <c:pt idx="8925">
                  <c:v>103.57899999999999</c:v>
                </c:pt>
                <c:pt idx="8926">
                  <c:v>103.818</c:v>
                </c:pt>
                <c:pt idx="8927">
                  <c:v>103.389</c:v>
                </c:pt>
                <c:pt idx="8928">
                  <c:v>104.00700000000001</c:v>
                </c:pt>
                <c:pt idx="8929">
                  <c:v>104.43</c:v>
                </c:pt>
                <c:pt idx="8930">
                  <c:v>104.224</c:v>
                </c:pt>
                <c:pt idx="8931">
                  <c:v>104.298</c:v>
                </c:pt>
                <c:pt idx="8932">
                  <c:v>104.348</c:v>
                </c:pt>
                <c:pt idx="8933">
                  <c:v>104.54600000000001</c:v>
                </c:pt>
                <c:pt idx="8934">
                  <c:v>104.48699999999999</c:v>
                </c:pt>
                <c:pt idx="8935">
                  <c:v>105.01900000000001</c:v>
                </c:pt>
                <c:pt idx="8936">
                  <c:v>104.816</c:v>
                </c:pt>
                <c:pt idx="8937">
                  <c:v>104.249</c:v>
                </c:pt>
                <c:pt idx="8938">
                  <c:v>104.121</c:v>
                </c:pt>
                <c:pt idx="8939">
                  <c:v>104.298</c:v>
                </c:pt>
                <c:pt idx="8940">
                  <c:v>104.14</c:v>
                </c:pt>
                <c:pt idx="8941">
                  <c:v>104.148</c:v>
                </c:pt>
                <c:pt idx="8942">
                  <c:v>105.245</c:v>
                </c:pt>
                <c:pt idx="8943">
                  <c:v>105.282</c:v>
                </c:pt>
                <c:pt idx="8944">
                  <c:v>106.038</c:v>
                </c:pt>
                <c:pt idx="8945">
                  <c:v>106.208</c:v>
                </c:pt>
                <c:pt idx="8946">
                  <c:v>106.25700000000001</c:v>
                </c:pt>
                <c:pt idx="8947">
                  <c:v>105.95099999999999</c:v>
                </c:pt>
                <c:pt idx="8948">
                  <c:v>106.151</c:v>
                </c:pt>
                <c:pt idx="8949">
                  <c:v>106.154</c:v>
                </c:pt>
                <c:pt idx="8950">
                  <c:v>106.077</c:v>
                </c:pt>
                <c:pt idx="8951">
                  <c:v>105.675</c:v>
                </c:pt>
                <c:pt idx="8952">
                  <c:v>105.857</c:v>
                </c:pt>
                <c:pt idx="8953">
                  <c:v>105.598</c:v>
                </c:pt>
                <c:pt idx="8954">
                  <c:v>105.938</c:v>
                </c:pt>
                <c:pt idx="8955">
                  <c:v>105.57899999999999</c:v>
                </c:pt>
                <c:pt idx="8956">
                  <c:v>106.221</c:v>
                </c:pt>
                <c:pt idx="8957">
                  <c:v>105.755</c:v>
                </c:pt>
                <c:pt idx="8958">
                  <c:v>105.29900000000001</c:v>
                </c:pt>
                <c:pt idx="8959">
                  <c:v>105.03</c:v>
                </c:pt>
                <c:pt idx="8960">
                  <c:v>105.051</c:v>
                </c:pt>
                <c:pt idx="8961">
                  <c:v>105.41200000000001</c:v>
                </c:pt>
                <c:pt idx="8962">
                  <c:v>105.54600000000001</c:v>
                </c:pt>
                <c:pt idx="8963">
                  <c:v>105.227</c:v>
                </c:pt>
                <c:pt idx="8964">
                  <c:v>105.301</c:v>
                </c:pt>
                <c:pt idx="8965">
                  <c:v>105.218</c:v>
                </c:pt>
                <c:pt idx="8966">
                  <c:v>105.01300000000001</c:v>
                </c:pt>
                <c:pt idx="8967">
                  <c:v>104.345</c:v>
                </c:pt>
                <c:pt idx="8968">
                  <c:v>104.462</c:v>
                </c:pt>
                <c:pt idx="8969">
                  <c:v>104.44499999999999</c:v>
                </c:pt>
                <c:pt idx="8970">
                  <c:v>104.565</c:v>
                </c:pt>
                <c:pt idx="8971">
                  <c:v>104.661</c:v>
                </c:pt>
                <c:pt idx="8972">
                  <c:v>104.93300000000001</c:v>
                </c:pt>
                <c:pt idx="8973">
                  <c:v>105.108</c:v>
                </c:pt>
                <c:pt idx="8974">
                  <c:v>104.724</c:v>
                </c:pt>
                <c:pt idx="8975">
                  <c:v>104.595</c:v>
                </c:pt>
                <c:pt idx="8976">
                  <c:v>104.614</c:v>
                </c:pt>
                <c:pt idx="8977">
                  <c:v>105.122</c:v>
                </c:pt>
                <c:pt idx="8978">
                  <c:v>104.71599999999999</c:v>
                </c:pt>
                <c:pt idx="8979">
                  <c:v>104.67100000000001</c:v>
                </c:pt>
                <c:pt idx="8980">
                  <c:v>104.14</c:v>
                </c:pt>
                <c:pt idx="8981">
                  <c:v>104.11</c:v>
                </c:pt>
                <c:pt idx="8982">
                  <c:v>104.268</c:v>
                </c:pt>
                <c:pt idx="8983">
                  <c:v>104.102</c:v>
                </c:pt>
                <c:pt idx="8984">
                  <c:v>104.88500000000001</c:v>
                </c:pt>
                <c:pt idx="8985">
                  <c:v>105.15</c:v>
                </c:pt>
                <c:pt idx="8986">
                  <c:v>105.23</c:v>
                </c:pt>
                <c:pt idx="8987">
                  <c:v>104.645</c:v>
                </c:pt>
                <c:pt idx="8988">
                  <c:v>105.196</c:v>
                </c:pt>
                <c:pt idx="8989">
                  <c:v>105.55</c:v>
                </c:pt>
                <c:pt idx="8990">
                  <c:v>105.32</c:v>
                </c:pt>
                <c:pt idx="8991">
                  <c:v>105.256</c:v>
                </c:pt>
                <c:pt idx="8992">
                  <c:v>105.254</c:v>
                </c:pt>
                <c:pt idx="8993">
                  <c:v>105.58799999999999</c:v>
                </c:pt>
                <c:pt idx="8994">
                  <c:v>105.79600000000001</c:v>
                </c:pt>
                <c:pt idx="8995">
                  <c:v>105.473</c:v>
                </c:pt>
                <c:pt idx="8996">
                  <c:v>105.607</c:v>
                </c:pt>
                <c:pt idx="8997">
                  <c:v>106.05200000000001</c:v>
                </c:pt>
                <c:pt idx="8998">
                  <c:v>105.90600000000001</c:v>
                </c:pt>
                <c:pt idx="8999">
                  <c:v>105.866</c:v>
                </c:pt>
                <c:pt idx="9000">
                  <c:v>105.901</c:v>
                </c:pt>
                <c:pt idx="9001">
                  <c:v>105.72199999999999</c:v>
                </c:pt>
                <c:pt idx="9002">
                  <c:v>105.40300000000001</c:v>
                </c:pt>
                <c:pt idx="9003">
                  <c:v>105.13</c:v>
                </c:pt>
                <c:pt idx="9004">
                  <c:v>104.875</c:v>
                </c:pt>
                <c:pt idx="9005">
                  <c:v>105</c:v>
                </c:pt>
                <c:pt idx="9006">
                  <c:v>105.129</c:v>
                </c:pt>
                <c:pt idx="9007">
                  <c:v>105.048</c:v>
                </c:pt>
                <c:pt idx="9008">
                  <c:v>104.44</c:v>
                </c:pt>
                <c:pt idx="9009">
                  <c:v>104.093</c:v>
                </c:pt>
                <c:pt idx="9010">
                  <c:v>104.18899999999999</c:v>
                </c:pt>
                <c:pt idx="9011">
                  <c:v>104.27</c:v>
                </c:pt>
                <c:pt idx="9012">
                  <c:v>103.748</c:v>
                </c:pt>
                <c:pt idx="9013">
                  <c:v>104.173</c:v>
                </c:pt>
                <c:pt idx="9014">
                  <c:v>104.396</c:v>
                </c:pt>
                <c:pt idx="9015">
                  <c:v>104.31399999999999</c:v>
                </c:pt>
                <c:pt idx="9016">
                  <c:v>104.45</c:v>
                </c:pt>
                <c:pt idx="9017">
                  <c:v>104.39100000000001</c:v>
                </c:pt>
                <c:pt idx="9018">
                  <c:v>104.355</c:v>
                </c:pt>
                <c:pt idx="9019">
                  <c:v>104.316</c:v>
                </c:pt>
                <c:pt idx="9020">
                  <c:v>104.56399999999999</c:v>
                </c:pt>
                <c:pt idx="9021">
                  <c:v>104.554</c:v>
                </c:pt>
                <c:pt idx="9022">
                  <c:v>104.096</c:v>
                </c:pt>
                <c:pt idx="9023">
                  <c:v>104.42100000000001</c:v>
                </c:pt>
                <c:pt idx="9024">
                  <c:v>103.208</c:v>
                </c:pt>
                <c:pt idx="9025">
                  <c:v>102.68899999999999</c:v>
                </c:pt>
                <c:pt idx="9026">
                  <c:v>102.96899999999999</c:v>
                </c:pt>
                <c:pt idx="9027">
                  <c:v>103.197</c:v>
                </c:pt>
                <c:pt idx="9028">
                  <c:v>103.209</c:v>
                </c:pt>
                <c:pt idx="9029">
                  <c:v>103.13500000000001</c:v>
                </c:pt>
                <c:pt idx="9030">
                  <c:v>103.139</c:v>
                </c:pt>
                <c:pt idx="9031">
                  <c:v>102.559</c:v>
                </c:pt>
                <c:pt idx="9032">
                  <c:v>102.568</c:v>
                </c:pt>
                <c:pt idx="9033">
                  <c:v>102.977</c:v>
                </c:pt>
                <c:pt idx="9034">
                  <c:v>102.46299999999999</c:v>
                </c:pt>
                <c:pt idx="9035">
                  <c:v>101.886</c:v>
                </c:pt>
                <c:pt idx="9036">
                  <c:v>101.441</c:v>
                </c:pt>
                <c:pt idx="9037">
                  <c:v>101.039</c:v>
                </c:pt>
                <c:pt idx="9038">
                  <c:v>101.508</c:v>
                </c:pt>
                <c:pt idx="9039">
                  <c:v>100.718</c:v>
                </c:pt>
                <c:pt idx="9040">
                  <c:v>100.851</c:v>
                </c:pt>
                <c:pt idx="9041">
                  <c:v>100.55200000000001</c:v>
                </c:pt>
                <c:pt idx="9042">
                  <c:v>101.09399999999999</c:v>
                </c:pt>
                <c:pt idx="9043">
                  <c:v>101.343</c:v>
                </c:pt>
                <c:pt idx="9044">
                  <c:v>101.69799999999999</c:v>
                </c:pt>
                <c:pt idx="9045">
                  <c:v>101.65300000000001</c:v>
                </c:pt>
                <c:pt idx="9046">
                  <c:v>101.825</c:v>
                </c:pt>
                <c:pt idx="9047">
                  <c:v>101.358</c:v>
                </c:pt>
                <c:pt idx="9048">
                  <c:v>101.107</c:v>
                </c:pt>
                <c:pt idx="9049">
                  <c:v>101.17700000000001</c:v>
                </c:pt>
                <c:pt idx="9050">
                  <c:v>101.55200000000001</c:v>
                </c:pt>
                <c:pt idx="9051">
                  <c:v>101.63</c:v>
                </c:pt>
                <c:pt idx="9052">
                  <c:v>101.684</c:v>
                </c:pt>
                <c:pt idx="9053">
                  <c:v>101.366</c:v>
                </c:pt>
                <c:pt idx="9054">
                  <c:v>101.114</c:v>
                </c:pt>
                <c:pt idx="9055">
                  <c:v>100.76300000000001</c:v>
                </c:pt>
                <c:pt idx="9056">
                  <c:v>100.89400000000001</c:v>
                </c:pt>
                <c:pt idx="9057">
                  <c:v>100.596</c:v>
                </c:pt>
                <c:pt idx="9058">
                  <c:v>100.614</c:v>
                </c:pt>
                <c:pt idx="9059">
                  <c:v>100.723</c:v>
                </c:pt>
                <c:pt idx="9060">
                  <c:v>100.851</c:v>
                </c:pt>
                <c:pt idx="9061">
                  <c:v>100.46599999999999</c:v>
                </c:pt>
                <c:pt idx="9062">
                  <c:v>100.91200000000001</c:v>
                </c:pt>
                <c:pt idx="9063">
                  <c:v>100.562</c:v>
                </c:pt>
                <c:pt idx="9064">
                  <c:v>100.381</c:v>
                </c:pt>
                <c:pt idx="9065">
                  <c:v>100.779</c:v>
                </c:pt>
                <c:pt idx="9066">
                  <c:v>101.194</c:v>
                </c:pt>
                <c:pt idx="9067">
                  <c:v>101.67700000000001</c:v>
                </c:pt>
                <c:pt idx="9068">
                  <c:v>101.989</c:v>
                </c:pt>
                <c:pt idx="9069">
                  <c:v>102.52</c:v>
                </c:pt>
                <c:pt idx="9070">
                  <c:v>102.53700000000001</c:v>
                </c:pt>
                <c:pt idx="9071">
                  <c:v>102.54900000000001</c:v>
                </c:pt>
                <c:pt idx="9072">
                  <c:v>102.928</c:v>
                </c:pt>
                <c:pt idx="9073">
                  <c:v>102.988</c:v>
                </c:pt>
                <c:pt idx="9074">
                  <c:v>102.89</c:v>
                </c:pt>
                <c:pt idx="9075">
                  <c:v>103.298</c:v>
                </c:pt>
                <c:pt idx="9076">
                  <c:v>103.261</c:v>
                </c:pt>
                <c:pt idx="9077">
                  <c:v>103.59</c:v>
                </c:pt>
                <c:pt idx="9078">
                  <c:v>103.825</c:v>
                </c:pt>
                <c:pt idx="9079">
                  <c:v>103.49299999999999</c:v>
                </c:pt>
                <c:pt idx="9080">
                  <c:v>104.012</c:v>
                </c:pt>
                <c:pt idx="9081">
                  <c:v>104.075</c:v>
                </c:pt>
                <c:pt idx="9082">
                  <c:v>104.431</c:v>
                </c:pt>
                <c:pt idx="9083">
                  <c:v>104.05800000000001</c:v>
                </c:pt>
                <c:pt idx="9084">
                  <c:v>104.25700000000001</c:v>
                </c:pt>
                <c:pt idx="9085">
                  <c:v>104.316</c:v>
                </c:pt>
                <c:pt idx="9086">
                  <c:v>104.316</c:v>
                </c:pt>
                <c:pt idx="9087">
                  <c:v>103.994</c:v>
                </c:pt>
                <c:pt idx="9088">
                  <c:v>103.976</c:v>
                </c:pt>
                <c:pt idx="9089">
                  <c:v>104.282</c:v>
                </c:pt>
                <c:pt idx="9090">
                  <c:v>103.88500000000001</c:v>
                </c:pt>
                <c:pt idx="9091">
                  <c:v>103.423</c:v>
                </c:pt>
                <c:pt idx="9092">
                  <c:v>105.08799999999999</c:v>
                </c:pt>
                <c:pt idx="9093">
                  <c:v>104.508</c:v>
                </c:pt>
                <c:pt idx="9094">
                  <c:v>104.997</c:v>
                </c:pt>
                <c:pt idx="9095">
                  <c:v>105.54300000000001</c:v>
                </c:pt>
                <c:pt idx="9096">
                  <c:v>106.024</c:v>
                </c:pt>
                <c:pt idx="9097">
                  <c:v>106.48099999999999</c:v>
                </c:pt>
                <c:pt idx="9098">
                  <c:v>106.673</c:v>
                </c:pt>
                <c:pt idx="9099">
                  <c:v>106.687</c:v>
                </c:pt>
                <c:pt idx="9100">
                  <c:v>106.27500000000001</c:v>
                </c:pt>
                <c:pt idx="9101">
                  <c:v>106.206</c:v>
                </c:pt>
                <c:pt idx="9102">
                  <c:v>106.68</c:v>
                </c:pt>
                <c:pt idx="9103">
                  <c:v>106.97199999999999</c:v>
                </c:pt>
                <c:pt idx="9104">
                  <c:v>107.554</c:v>
                </c:pt>
                <c:pt idx="9105">
                  <c:v>106.81699999999999</c:v>
                </c:pt>
                <c:pt idx="9106">
                  <c:v>107.01300000000001</c:v>
                </c:pt>
                <c:pt idx="9107">
                  <c:v>106.084</c:v>
                </c:pt>
                <c:pt idx="9108">
                  <c:v>106.048</c:v>
                </c:pt>
                <c:pt idx="9109">
                  <c:v>105.73699999999999</c:v>
                </c:pt>
                <c:pt idx="9110">
                  <c:v>106.446</c:v>
                </c:pt>
                <c:pt idx="9111">
                  <c:v>106.36499999999999</c:v>
                </c:pt>
                <c:pt idx="9112">
                  <c:v>106.321</c:v>
                </c:pt>
                <c:pt idx="9113">
                  <c:v>105.714</c:v>
                </c:pt>
                <c:pt idx="9114">
                  <c:v>106.05500000000001</c:v>
                </c:pt>
                <c:pt idx="9115">
                  <c:v>106.145</c:v>
                </c:pt>
                <c:pt idx="9116">
                  <c:v>106.399</c:v>
                </c:pt>
                <c:pt idx="9117">
                  <c:v>106.71</c:v>
                </c:pt>
                <c:pt idx="9118">
                  <c:v>106.956</c:v>
                </c:pt>
                <c:pt idx="9119">
                  <c:v>107.003</c:v>
                </c:pt>
                <c:pt idx="9120">
                  <c:v>106.858</c:v>
                </c:pt>
                <c:pt idx="9121">
                  <c:v>106.956</c:v>
                </c:pt>
                <c:pt idx="9122">
                  <c:v>108.027</c:v>
                </c:pt>
                <c:pt idx="9123">
                  <c:v>108.408</c:v>
                </c:pt>
                <c:pt idx="9124">
                  <c:v>107.621</c:v>
                </c:pt>
                <c:pt idx="9125">
                  <c:v>108.03700000000001</c:v>
                </c:pt>
                <c:pt idx="9126">
                  <c:v>108.25700000000001</c:v>
                </c:pt>
                <c:pt idx="9127">
                  <c:v>108.25700000000001</c:v>
                </c:pt>
                <c:pt idx="9128">
                  <c:v>108.129</c:v>
                </c:pt>
                <c:pt idx="9129">
                  <c:v>107.998</c:v>
                </c:pt>
                <c:pt idx="9130">
                  <c:v>108.13</c:v>
                </c:pt>
                <c:pt idx="9131">
                  <c:v>108.48699999999999</c:v>
                </c:pt>
                <c:pt idx="9132">
                  <c:v>108.48699999999999</c:v>
                </c:pt>
                <c:pt idx="9133">
                  <c:v>109.39400000000001</c:v>
                </c:pt>
                <c:pt idx="9134">
                  <c:v>108.952</c:v>
                </c:pt>
                <c:pt idx="9135">
                  <c:v>108.25700000000001</c:v>
                </c:pt>
                <c:pt idx="9136">
                  <c:v>108.542</c:v>
                </c:pt>
                <c:pt idx="9137">
                  <c:v>109.09</c:v>
                </c:pt>
                <c:pt idx="9138">
                  <c:v>109.179</c:v>
                </c:pt>
                <c:pt idx="9139">
                  <c:v>109.65</c:v>
                </c:pt>
                <c:pt idx="9140">
                  <c:v>109.956</c:v>
                </c:pt>
                <c:pt idx="9141">
                  <c:v>109.273</c:v>
                </c:pt>
                <c:pt idx="9142">
                  <c:v>109.09</c:v>
                </c:pt>
                <c:pt idx="9143">
                  <c:v>108.95699999999999</c:v>
                </c:pt>
                <c:pt idx="9144">
                  <c:v>109.34699999999999</c:v>
                </c:pt>
                <c:pt idx="9145">
                  <c:v>109.34699999999999</c:v>
                </c:pt>
                <c:pt idx="9146">
                  <c:v>108.062</c:v>
                </c:pt>
                <c:pt idx="9147">
                  <c:v>108.167</c:v>
                </c:pt>
                <c:pt idx="9148">
                  <c:v>108.047</c:v>
                </c:pt>
                <c:pt idx="9149">
                  <c:v>107.443</c:v>
                </c:pt>
                <c:pt idx="9150">
                  <c:v>107.34099999999999</c:v>
                </c:pt>
                <c:pt idx="9151">
                  <c:v>107.866</c:v>
                </c:pt>
                <c:pt idx="9152">
                  <c:v>108</c:v>
                </c:pt>
                <c:pt idx="9153">
                  <c:v>107.797</c:v>
                </c:pt>
                <c:pt idx="9154">
                  <c:v>108.37</c:v>
                </c:pt>
                <c:pt idx="9155">
                  <c:v>108.99</c:v>
                </c:pt>
                <c:pt idx="9156">
                  <c:v>107.96</c:v>
                </c:pt>
                <c:pt idx="9157">
                  <c:v>107.57899999999999</c:v>
                </c:pt>
                <c:pt idx="9158">
                  <c:v>107.68899999999999</c:v>
                </c:pt>
                <c:pt idx="9159">
                  <c:v>108.04</c:v>
                </c:pt>
                <c:pt idx="9160">
                  <c:v>108.319</c:v>
                </c:pt>
                <c:pt idx="9161">
                  <c:v>107.96299999999999</c:v>
                </c:pt>
                <c:pt idx="9162">
                  <c:v>107.938</c:v>
                </c:pt>
                <c:pt idx="9163">
                  <c:v>107.313</c:v>
                </c:pt>
                <c:pt idx="9164">
                  <c:v>106.71</c:v>
                </c:pt>
                <c:pt idx="9165">
                  <c:v>106.575</c:v>
                </c:pt>
                <c:pt idx="9166">
                  <c:v>107.054</c:v>
                </c:pt>
                <c:pt idx="9167">
                  <c:v>107.173</c:v>
                </c:pt>
                <c:pt idx="9168">
                  <c:v>106.372</c:v>
                </c:pt>
                <c:pt idx="9169">
                  <c:v>106.61199999999999</c:v>
                </c:pt>
                <c:pt idx="9170">
                  <c:v>106.596</c:v>
                </c:pt>
                <c:pt idx="9171">
                  <c:v>106.30800000000001</c:v>
                </c:pt>
                <c:pt idx="9172">
                  <c:v>106.416</c:v>
                </c:pt>
                <c:pt idx="9173">
                  <c:v>107.244</c:v>
                </c:pt>
                <c:pt idx="9174">
                  <c:v>107.614</c:v>
                </c:pt>
                <c:pt idx="9175">
                  <c:v>106.747</c:v>
                </c:pt>
                <c:pt idx="9176">
                  <c:v>105.74299999999999</c:v>
                </c:pt>
                <c:pt idx="9177">
                  <c:v>104.276</c:v>
                </c:pt>
                <c:pt idx="9178">
                  <c:v>104.062</c:v>
                </c:pt>
                <c:pt idx="9179">
                  <c:v>103.83799999999999</c:v>
                </c:pt>
                <c:pt idx="9180">
                  <c:v>103.9</c:v>
                </c:pt>
                <c:pt idx="9181">
                  <c:v>103.419</c:v>
                </c:pt>
                <c:pt idx="9182">
                  <c:v>103.61199999999999</c:v>
                </c:pt>
                <c:pt idx="9183">
                  <c:v>103.828</c:v>
                </c:pt>
                <c:pt idx="9184">
                  <c:v>103.718</c:v>
                </c:pt>
                <c:pt idx="9185">
                  <c:v>103.37</c:v>
                </c:pt>
                <c:pt idx="9186">
                  <c:v>103.244</c:v>
                </c:pt>
                <c:pt idx="9187">
                  <c:v>103.428</c:v>
                </c:pt>
                <c:pt idx="9188">
                  <c:v>103.851</c:v>
                </c:pt>
                <c:pt idx="9189">
                  <c:v>104.08799999999999</c:v>
                </c:pt>
                <c:pt idx="9190">
                  <c:v>104.262</c:v>
                </c:pt>
                <c:pt idx="9191">
                  <c:v>104.184</c:v>
                </c:pt>
                <c:pt idx="9192">
                  <c:v>104.547</c:v>
                </c:pt>
                <c:pt idx="9193">
                  <c:v>104.33499999999999</c:v>
                </c:pt>
                <c:pt idx="9194">
                  <c:v>104.044</c:v>
                </c:pt>
                <c:pt idx="9195">
                  <c:v>104.21</c:v>
                </c:pt>
                <c:pt idx="9196">
                  <c:v>104.26</c:v>
                </c:pt>
                <c:pt idx="9197">
                  <c:v>103.807</c:v>
                </c:pt>
                <c:pt idx="9198">
                  <c:v>102.072</c:v>
                </c:pt>
                <c:pt idx="9199">
                  <c:v>103.023</c:v>
                </c:pt>
                <c:pt idx="9200">
                  <c:v>103.256</c:v>
                </c:pt>
                <c:pt idx="9201">
                  <c:v>102.955</c:v>
                </c:pt>
                <c:pt idx="9202">
                  <c:v>102.9</c:v>
                </c:pt>
                <c:pt idx="9203">
                  <c:v>100.867</c:v>
                </c:pt>
                <c:pt idx="9204">
                  <c:v>100.102</c:v>
                </c:pt>
                <c:pt idx="9205">
                  <c:v>99.64</c:v>
                </c:pt>
                <c:pt idx="9206">
                  <c:v>100.215</c:v>
                </c:pt>
                <c:pt idx="9207">
                  <c:v>99.38</c:v>
                </c:pt>
                <c:pt idx="9208">
                  <c:v>99.376000000000005</c:v>
                </c:pt>
                <c:pt idx="9209">
                  <c:v>99.23</c:v>
                </c:pt>
                <c:pt idx="9210">
                  <c:v>98.278000000000006</c:v>
                </c:pt>
                <c:pt idx="9211">
                  <c:v>98.918000000000006</c:v>
                </c:pt>
                <c:pt idx="9212">
                  <c:v>99.843999999999994</c:v>
                </c:pt>
                <c:pt idx="9213">
                  <c:v>99.376999999999995</c:v>
                </c:pt>
                <c:pt idx="9214">
                  <c:v>99.471000000000004</c:v>
                </c:pt>
                <c:pt idx="9215">
                  <c:v>99.01</c:v>
                </c:pt>
                <c:pt idx="9216">
                  <c:v>99.236999999999995</c:v>
                </c:pt>
                <c:pt idx="9217">
                  <c:v>99.468000000000004</c:v>
                </c:pt>
                <c:pt idx="9218">
                  <c:v>100.248</c:v>
                </c:pt>
                <c:pt idx="9219">
                  <c:v>100.03</c:v>
                </c:pt>
                <c:pt idx="9220">
                  <c:v>99.831000000000003</c:v>
                </c:pt>
                <c:pt idx="9221">
                  <c:v>99.238</c:v>
                </c:pt>
                <c:pt idx="9222">
                  <c:v>99.614000000000004</c:v>
                </c:pt>
                <c:pt idx="9223">
                  <c:v>100.64</c:v>
                </c:pt>
                <c:pt idx="9224">
                  <c:v>100.339</c:v>
                </c:pt>
                <c:pt idx="9225">
                  <c:v>101.788</c:v>
                </c:pt>
                <c:pt idx="9226">
                  <c:v>101.003</c:v>
                </c:pt>
                <c:pt idx="9227">
                  <c:v>101.039</c:v>
                </c:pt>
                <c:pt idx="9228">
                  <c:v>100.879</c:v>
                </c:pt>
                <c:pt idx="9229">
                  <c:v>101.092</c:v>
                </c:pt>
                <c:pt idx="9230">
                  <c:v>100.426</c:v>
                </c:pt>
                <c:pt idx="9231">
                  <c:v>100.11799999999999</c:v>
                </c:pt>
                <c:pt idx="9232">
                  <c:v>99.558999999999997</c:v>
                </c:pt>
                <c:pt idx="9233">
                  <c:v>99.96</c:v>
                </c:pt>
                <c:pt idx="9234">
                  <c:v>99.111999999999995</c:v>
                </c:pt>
                <c:pt idx="9235">
                  <c:v>98.933999999999997</c:v>
                </c:pt>
                <c:pt idx="9236">
                  <c:v>99.521000000000001</c:v>
                </c:pt>
                <c:pt idx="9237">
                  <c:v>99.875</c:v>
                </c:pt>
                <c:pt idx="9238">
                  <c:v>99.278000000000006</c:v>
                </c:pt>
                <c:pt idx="9239">
                  <c:v>99.328999999999994</c:v>
                </c:pt>
                <c:pt idx="9240">
                  <c:v>98.706000000000003</c:v>
                </c:pt>
                <c:pt idx="9241">
                  <c:v>99.227000000000004</c:v>
                </c:pt>
                <c:pt idx="9242">
                  <c:v>98.787000000000006</c:v>
                </c:pt>
                <c:pt idx="9243">
                  <c:v>98.741</c:v>
                </c:pt>
                <c:pt idx="9244">
                  <c:v>99.19</c:v>
                </c:pt>
                <c:pt idx="9245">
                  <c:v>98.938999999999993</c:v>
                </c:pt>
                <c:pt idx="9246">
                  <c:v>99.097999999999999</c:v>
                </c:pt>
                <c:pt idx="9247">
                  <c:v>98.631</c:v>
                </c:pt>
                <c:pt idx="9248">
                  <c:v>97.921000000000006</c:v>
                </c:pt>
                <c:pt idx="9249">
                  <c:v>98.183999999999997</c:v>
                </c:pt>
                <c:pt idx="9250">
                  <c:v>97.998000000000005</c:v>
                </c:pt>
                <c:pt idx="9251">
                  <c:v>98.82</c:v>
                </c:pt>
                <c:pt idx="9252">
                  <c:v>98.905000000000001</c:v>
                </c:pt>
                <c:pt idx="9253">
                  <c:v>98.905000000000001</c:v>
                </c:pt>
                <c:pt idx="9254">
                  <c:v>98.706999999999994</c:v>
                </c:pt>
                <c:pt idx="9255">
                  <c:v>98.415999999999997</c:v>
                </c:pt>
                <c:pt idx="9256">
                  <c:v>97.858000000000004</c:v>
                </c:pt>
                <c:pt idx="9257">
                  <c:v>97.679000000000002</c:v>
                </c:pt>
                <c:pt idx="9258">
                  <c:v>97.147000000000006</c:v>
                </c:pt>
                <c:pt idx="9259">
                  <c:v>97.400999999999996</c:v>
                </c:pt>
                <c:pt idx="9260">
                  <c:v>96.875</c:v>
                </c:pt>
                <c:pt idx="9261">
                  <c:v>96.819000000000003</c:v>
                </c:pt>
                <c:pt idx="9262">
                  <c:v>96.775999999999996</c:v>
                </c:pt>
                <c:pt idx="9263">
                  <c:v>97.18</c:v>
                </c:pt>
                <c:pt idx="9264">
                  <c:v>97.18</c:v>
                </c:pt>
                <c:pt idx="9265">
                  <c:v>97.48</c:v>
                </c:pt>
                <c:pt idx="9266">
                  <c:v>97.516000000000005</c:v>
                </c:pt>
                <c:pt idx="9267">
                  <c:v>97.555000000000007</c:v>
                </c:pt>
                <c:pt idx="9268">
                  <c:v>97.652000000000001</c:v>
                </c:pt>
                <c:pt idx="9269">
                  <c:v>97.852999999999994</c:v>
                </c:pt>
                <c:pt idx="9270">
                  <c:v>98.081000000000003</c:v>
                </c:pt>
                <c:pt idx="9271">
                  <c:v>98.616</c:v>
                </c:pt>
                <c:pt idx="9272">
                  <c:v>98.391999999999996</c:v>
                </c:pt>
                <c:pt idx="9273">
                  <c:v>98.733999999999995</c:v>
                </c:pt>
                <c:pt idx="9274">
                  <c:v>98.481999999999999</c:v>
                </c:pt>
                <c:pt idx="9275">
                  <c:v>97.852999999999994</c:v>
                </c:pt>
                <c:pt idx="9276">
                  <c:v>97.391999999999996</c:v>
                </c:pt>
                <c:pt idx="9277">
                  <c:v>97.213999999999999</c:v>
                </c:pt>
                <c:pt idx="9278">
                  <c:v>97.376999999999995</c:v>
                </c:pt>
                <c:pt idx="9279">
                  <c:v>97.644999999999996</c:v>
                </c:pt>
                <c:pt idx="9280">
                  <c:v>98.634</c:v>
                </c:pt>
                <c:pt idx="9281">
                  <c:v>98.885999999999996</c:v>
                </c:pt>
                <c:pt idx="9282">
                  <c:v>99.814999999999998</c:v>
                </c:pt>
                <c:pt idx="9283">
                  <c:v>99.968000000000004</c:v>
                </c:pt>
                <c:pt idx="9284">
                  <c:v>99.141000000000005</c:v>
                </c:pt>
                <c:pt idx="9285">
                  <c:v>98.784000000000006</c:v>
                </c:pt>
                <c:pt idx="9286">
                  <c:v>98.781999999999996</c:v>
                </c:pt>
                <c:pt idx="9287">
                  <c:v>98.177000000000007</c:v>
                </c:pt>
                <c:pt idx="9288">
                  <c:v>98.4</c:v>
                </c:pt>
                <c:pt idx="9289">
                  <c:v>98.18</c:v>
                </c:pt>
                <c:pt idx="9290">
                  <c:v>98.52</c:v>
                </c:pt>
                <c:pt idx="9291">
                  <c:v>98.096999999999994</c:v>
                </c:pt>
                <c:pt idx="9292">
                  <c:v>97.84</c:v>
                </c:pt>
                <c:pt idx="9293">
                  <c:v>98.254000000000005</c:v>
                </c:pt>
                <c:pt idx="9294">
                  <c:v>97.852000000000004</c:v>
                </c:pt>
                <c:pt idx="9295">
                  <c:v>98.167000000000002</c:v>
                </c:pt>
                <c:pt idx="9296">
                  <c:v>98.265000000000001</c:v>
                </c:pt>
                <c:pt idx="9297">
                  <c:v>98.218000000000004</c:v>
                </c:pt>
                <c:pt idx="9298">
                  <c:v>98.619</c:v>
                </c:pt>
                <c:pt idx="9299">
                  <c:v>97.715999999999994</c:v>
                </c:pt>
                <c:pt idx="9300">
                  <c:v>98.43</c:v>
                </c:pt>
                <c:pt idx="9301">
                  <c:v>98.224999999999994</c:v>
                </c:pt>
                <c:pt idx="9302">
                  <c:v>98.231999999999999</c:v>
                </c:pt>
                <c:pt idx="9303">
                  <c:v>97.813000000000002</c:v>
                </c:pt>
                <c:pt idx="9304">
                  <c:v>97.771000000000001</c:v>
                </c:pt>
                <c:pt idx="9305">
                  <c:v>97.771000000000001</c:v>
                </c:pt>
                <c:pt idx="9306">
                  <c:v>98.397000000000006</c:v>
                </c:pt>
                <c:pt idx="9307">
                  <c:v>98.141999999999996</c:v>
                </c:pt>
                <c:pt idx="9308">
                  <c:v>98.346999999999994</c:v>
                </c:pt>
                <c:pt idx="9309">
                  <c:v>97.768000000000001</c:v>
                </c:pt>
                <c:pt idx="9310">
                  <c:v>97.453999999999994</c:v>
                </c:pt>
                <c:pt idx="9311">
                  <c:v>97.787999999999997</c:v>
                </c:pt>
                <c:pt idx="9312">
                  <c:v>97.78</c:v>
                </c:pt>
                <c:pt idx="9313">
                  <c:v>97.531000000000006</c:v>
                </c:pt>
                <c:pt idx="9314">
                  <c:v>97.55</c:v>
                </c:pt>
                <c:pt idx="9315">
                  <c:v>97.302000000000007</c:v>
                </c:pt>
                <c:pt idx="9316">
                  <c:v>96.632999999999996</c:v>
                </c:pt>
                <c:pt idx="9317">
                  <c:v>96.873000000000005</c:v>
                </c:pt>
                <c:pt idx="9318">
                  <c:v>97.347999999999999</c:v>
                </c:pt>
                <c:pt idx="9319">
                  <c:v>97.644000000000005</c:v>
                </c:pt>
                <c:pt idx="9320">
                  <c:v>97.340999999999994</c:v>
                </c:pt>
                <c:pt idx="9321">
                  <c:v>97.263999999999996</c:v>
                </c:pt>
                <c:pt idx="9322">
                  <c:v>97.873000000000005</c:v>
                </c:pt>
                <c:pt idx="9323">
                  <c:v>98.552999999999997</c:v>
                </c:pt>
                <c:pt idx="9324">
                  <c:v>98.152000000000001</c:v>
                </c:pt>
                <c:pt idx="9325">
                  <c:v>97.906000000000006</c:v>
                </c:pt>
                <c:pt idx="9326">
                  <c:v>97.775000000000006</c:v>
                </c:pt>
                <c:pt idx="9327">
                  <c:v>97.706000000000003</c:v>
                </c:pt>
                <c:pt idx="9328">
                  <c:v>97.846000000000004</c:v>
                </c:pt>
                <c:pt idx="9329">
                  <c:v>97.722999999999999</c:v>
                </c:pt>
                <c:pt idx="9330">
                  <c:v>98.108000000000004</c:v>
                </c:pt>
                <c:pt idx="9331">
                  <c:v>98.578000000000003</c:v>
                </c:pt>
                <c:pt idx="9332">
                  <c:v>98.915000000000006</c:v>
                </c:pt>
                <c:pt idx="9333">
                  <c:v>99.537999999999997</c:v>
                </c:pt>
                <c:pt idx="9334">
                  <c:v>98.977999999999994</c:v>
                </c:pt>
                <c:pt idx="9335">
                  <c:v>99.269000000000005</c:v>
                </c:pt>
                <c:pt idx="9336">
                  <c:v>99.046999999999997</c:v>
                </c:pt>
                <c:pt idx="9337">
                  <c:v>98.793000000000006</c:v>
                </c:pt>
                <c:pt idx="9338">
                  <c:v>98.335999999999999</c:v>
                </c:pt>
                <c:pt idx="9339">
                  <c:v>98.433000000000007</c:v>
                </c:pt>
                <c:pt idx="9340">
                  <c:v>98.585999999999999</c:v>
                </c:pt>
                <c:pt idx="9341">
                  <c:v>98.933999999999997</c:v>
                </c:pt>
                <c:pt idx="9342">
                  <c:v>98.897000000000006</c:v>
                </c:pt>
                <c:pt idx="9343">
                  <c:v>98.936000000000007</c:v>
                </c:pt>
                <c:pt idx="9344">
                  <c:v>98.951999999999998</c:v>
                </c:pt>
                <c:pt idx="9345">
                  <c:v>98.783000000000001</c:v>
                </c:pt>
                <c:pt idx="9346">
                  <c:v>98.667000000000002</c:v>
                </c:pt>
                <c:pt idx="9347">
                  <c:v>99.22</c:v>
                </c:pt>
                <c:pt idx="9348">
                  <c:v>99.525999999999996</c:v>
                </c:pt>
                <c:pt idx="9349">
                  <c:v>99.804000000000002</c:v>
                </c:pt>
                <c:pt idx="9350">
                  <c:v>99.873000000000005</c:v>
                </c:pt>
                <c:pt idx="9351">
                  <c:v>100.224</c:v>
                </c:pt>
                <c:pt idx="9352">
                  <c:v>100.20399999999999</c:v>
                </c:pt>
                <c:pt idx="9353">
                  <c:v>99.733000000000004</c:v>
                </c:pt>
                <c:pt idx="9354">
                  <c:v>99.602999999999994</c:v>
                </c:pt>
                <c:pt idx="9355">
                  <c:v>99.588999999999999</c:v>
                </c:pt>
                <c:pt idx="9356">
                  <c:v>99.442999999999998</c:v>
                </c:pt>
                <c:pt idx="9357">
                  <c:v>99.495000000000005</c:v>
                </c:pt>
                <c:pt idx="9358">
                  <c:v>99.156000000000006</c:v>
                </c:pt>
                <c:pt idx="9359">
                  <c:v>99.299000000000007</c:v>
                </c:pt>
                <c:pt idx="9360">
                  <c:v>99.587999999999994</c:v>
                </c:pt>
                <c:pt idx="9361">
                  <c:v>99.55</c:v>
                </c:pt>
                <c:pt idx="9362">
                  <c:v>100.22799999999999</c:v>
                </c:pt>
                <c:pt idx="9363">
                  <c:v>100.158</c:v>
                </c:pt>
                <c:pt idx="9364">
                  <c:v>100.18</c:v>
                </c:pt>
                <c:pt idx="9365">
                  <c:v>100.142</c:v>
                </c:pt>
                <c:pt idx="9366">
                  <c:v>99.664000000000001</c:v>
                </c:pt>
                <c:pt idx="9367">
                  <c:v>99.594999999999999</c:v>
                </c:pt>
                <c:pt idx="9368">
                  <c:v>99.536000000000001</c:v>
                </c:pt>
                <c:pt idx="9369">
                  <c:v>99.459000000000003</c:v>
                </c:pt>
                <c:pt idx="9370">
                  <c:v>99.414000000000001</c:v>
                </c:pt>
                <c:pt idx="9371">
                  <c:v>99.356999999999999</c:v>
                </c:pt>
                <c:pt idx="9372">
                  <c:v>98.853999999999999</c:v>
                </c:pt>
                <c:pt idx="9373">
                  <c:v>98.989000000000004</c:v>
                </c:pt>
                <c:pt idx="9374">
                  <c:v>98.992000000000004</c:v>
                </c:pt>
                <c:pt idx="9375">
                  <c:v>99.087000000000003</c:v>
                </c:pt>
                <c:pt idx="9376">
                  <c:v>99.22</c:v>
                </c:pt>
                <c:pt idx="9377">
                  <c:v>98.786000000000001</c:v>
                </c:pt>
                <c:pt idx="9378">
                  <c:v>98.346000000000004</c:v>
                </c:pt>
                <c:pt idx="9379">
                  <c:v>98.399000000000001</c:v>
                </c:pt>
                <c:pt idx="9380">
                  <c:v>98.308999999999997</c:v>
                </c:pt>
                <c:pt idx="9381">
                  <c:v>98.146000000000001</c:v>
                </c:pt>
                <c:pt idx="9382">
                  <c:v>98.367999999999995</c:v>
                </c:pt>
                <c:pt idx="9383">
                  <c:v>98.427000000000007</c:v>
                </c:pt>
                <c:pt idx="9384">
                  <c:v>98.599000000000004</c:v>
                </c:pt>
                <c:pt idx="9385">
                  <c:v>98.286000000000001</c:v>
                </c:pt>
                <c:pt idx="9386">
                  <c:v>97.941999999999993</c:v>
                </c:pt>
                <c:pt idx="9387">
                  <c:v>97.975999999999999</c:v>
                </c:pt>
                <c:pt idx="9388">
                  <c:v>97.975999999999999</c:v>
                </c:pt>
                <c:pt idx="9389">
                  <c:v>98.022000000000006</c:v>
                </c:pt>
                <c:pt idx="9390">
                  <c:v>98.037000000000006</c:v>
                </c:pt>
                <c:pt idx="9391">
                  <c:v>98.238</c:v>
                </c:pt>
                <c:pt idx="9392">
                  <c:v>98.322000000000003</c:v>
                </c:pt>
                <c:pt idx="9393">
                  <c:v>98.322000000000003</c:v>
                </c:pt>
                <c:pt idx="9394">
                  <c:v>98.424000000000007</c:v>
                </c:pt>
                <c:pt idx="9395">
                  <c:v>98.27</c:v>
                </c:pt>
                <c:pt idx="9396">
                  <c:v>98.58</c:v>
                </c:pt>
                <c:pt idx="9397">
                  <c:v>98.683999999999997</c:v>
                </c:pt>
                <c:pt idx="9398">
                  <c:v>98.933999999999997</c:v>
                </c:pt>
                <c:pt idx="9399">
                  <c:v>99.132999999999996</c:v>
                </c:pt>
                <c:pt idx="9400">
                  <c:v>98.861999999999995</c:v>
                </c:pt>
                <c:pt idx="9401">
                  <c:v>99.134</c:v>
                </c:pt>
                <c:pt idx="9402">
                  <c:v>99.055000000000007</c:v>
                </c:pt>
                <c:pt idx="9403">
                  <c:v>99.320999999999998</c:v>
                </c:pt>
                <c:pt idx="9404">
                  <c:v>99.393000000000001</c:v>
                </c:pt>
                <c:pt idx="9405">
                  <c:v>99.393000000000001</c:v>
                </c:pt>
                <c:pt idx="9406">
                  <c:v>98.641000000000005</c:v>
                </c:pt>
                <c:pt idx="9407">
                  <c:v>98.760999999999996</c:v>
                </c:pt>
                <c:pt idx="9408">
                  <c:v>98.358999999999995</c:v>
                </c:pt>
                <c:pt idx="9409">
                  <c:v>97.599000000000004</c:v>
                </c:pt>
                <c:pt idx="9410">
                  <c:v>97.04</c:v>
                </c:pt>
                <c:pt idx="9411">
                  <c:v>96.216999999999999</c:v>
                </c:pt>
                <c:pt idx="9412">
                  <c:v>96.445999999999998</c:v>
                </c:pt>
                <c:pt idx="9413">
                  <c:v>96.283000000000001</c:v>
                </c:pt>
                <c:pt idx="9414">
                  <c:v>96.991</c:v>
                </c:pt>
                <c:pt idx="9415">
                  <c:v>97.632000000000005</c:v>
                </c:pt>
                <c:pt idx="9416">
                  <c:v>97.436999999999998</c:v>
                </c:pt>
                <c:pt idx="9417">
                  <c:v>97.616</c:v>
                </c:pt>
                <c:pt idx="9418">
                  <c:v>97.823999999999998</c:v>
                </c:pt>
                <c:pt idx="9419">
                  <c:v>97.632999999999996</c:v>
                </c:pt>
                <c:pt idx="9420">
                  <c:v>96.816000000000003</c:v>
                </c:pt>
                <c:pt idx="9421">
                  <c:v>96.799000000000007</c:v>
                </c:pt>
                <c:pt idx="9422">
                  <c:v>96.834000000000003</c:v>
                </c:pt>
                <c:pt idx="9423">
                  <c:v>96.924999999999997</c:v>
                </c:pt>
                <c:pt idx="9424">
                  <c:v>96.915000000000006</c:v>
                </c:pt>
                <c:pt idx="9425">
                  <c:v>96.915000000000006</c:v>
                </c:pt>
                <c:pt idx="9426">
                  <c:v>97.155000000000001</c:v>
                </c:pt>
                <c:pt idx="9427">
                  <c:v>97.703000000000003</c:v>
                </c:pt>
                <c:pt idx="9428">
                  <c:v>97.924999999999997</c:v>
                </c:pt>
                <c:pt idx="9429">
                  <c:v>97.796000000000006</c:v>
                </c:pt>
                <c:pt idx="9430">
                  <c:v>97.706000000000003</c:v>
                </c:pt>
                <c:pt idx="9431">
                  <c:v>97.843000000000004</c:v>
                </c:pt>
                <c:pt idx="9432">
                  <c:v>97.7</c:v>
                </c:pt>
                <c:pt idx="9433">
                  <c:v>97.790999999999997</c:v>
                </c:pt>
                <c:pt idx="9434">
                  <c:v>97.608000000000004</c:v>
                </c:pt>
                <c:pt idx="9435">
                  <c:v>98.381</c:v>
                </c:pt>
                <c:pt idx="9436">
                  <c:v>99.052000000000007</c:v>
                </c:pt>
                <c:pt idx="9437">
                  <c:v>98.769000000000005</c:v>
                </c:pt>
                <c:pt idx="9438">
                  <c:v>99.316999999999993</c:v>
                </c:pt>
                <c:pt idx="9439">
                  <c:v>98.986000000000004</c:v>
                </c:pt>
                <c:pt idx="9440">
                  <c:v>99.174999999999997</c:v>
                </c:pt>
                <c:pt idx="9441">
                  <c:v>98.825999999999993</c:v>
                </c:pt>
                <c:pt idx="9442">
                  <c:v>99.230999999999995</c:v>
                </c:pt>
                <c:pt idx="9443">
                  <c:v>99.739000000000004</c:v>
                </c:pt>
                <c:pt idx="9444">
                  <c:v>100.36199999999999</c:v>
                </c:pt>
                <c:pt idx="9445">
                  <c:v>99.712000000000003</c:v>
                </c:pt>
                <c:pt idx="9446">
                  <c:v>99.575000000000003</c:v>
                </c:pt>
                <c:pt idx="9447">
                  <c:v>100.086</c:v>
                </c:pt>
                <c:pt idx="9448">
                  <c:v>99.231999999999999</c:v>
                </c:pt>
                <c:pt idx="9449">
                  <c:v>99.647000000000006</c:v>
                </c:pt>
                <c:pt idx="9450">
                  <c:v>98.95</c:v>
                </c:pt>
                <c:pt idx="9451">
                  <c:v>99.433999999999997</c:v>
                </c:pt>
                <c:pt idx="9452">
                  <c:v>99.599000000000004</c:v>
                </c:pt>
                <c:pt idx="9453">
                  <c:v>99.9</c:v>
                </c:pt>
                <c:pt idx="9454">
                  <c:v>100.151</c:v>
                </c:pt>
                <c:pt idx="9455">
                  <c:v>100.509</c:v>
                </c:pt>
                <c:pt idx="9456">
                  <c:v>99.960999999999999</c:v>
                </c:pt>
                <c:pt idx="9457">
                  <c:v>99.650999999999996</c:v>
                </c:pt>
                <c:pt idx="9458">
                  <c:v>100.02800000000001</c:v>
                </c:pt>
                <c:pt idx="9459">
                  <c:v>100.02800000000001</c:v>
                </c:pt>
                <c:pt idx="9460">
                  <c:v>99.980999999999995</c:v>
                </c:pt>
                <c:pt idx="9461">
                  <c:v>99.858000000000004</c:v>
                </c:pt>
                <c:pt idx="9462">
                  <c:v>99.132999999999996</c:v>
                </c:pt>
                <c:pt idx="9463">
                  <c:v>98.819000000000003</c:v>
                </c:pt>
                <c:pt idx="9464">
                  <c:v>98.65</c:v>
                </c:pt>
                <c:pt idx="9465">
                  <c:v>98.366</c:v>
                </c:pt>
                <c:pt idx="9466">
                  <c:v>98.123999999999995</c:v>
                </c:pt>
                <c:pt idx="9467">
                  <c:v>98.055000000000007</c:v>
                </c:pt>
                <c:pt idx="9468">
                  <c:v>98.215000000000003</c:v>
                </c:pt>
                <c:pt idx="9469">
                  <c:v>98.097999999999999</c:v>
                </c:pt>
                <c:pt idx="9470">
                  <c:v>98.096999999999994</c:v>
                </c:pt>
                <c:pt idx="9471">
                  <c:v>98.394000000000005</c:v>
                </c:pt>
                <c:pt idx="9472">
                  <c:v>98.59</c:v>
                </c:pt>
                <c:pt idx="9473">
                  <c:v>98.77</c:v>
                </c:pt>
                <c:pt idx="9474">
                  <c:v>98.533000000000001</c:v>
                </c:pt>
                <c:pt idx="9475">
                  <c:v>98.495999999999995</c:v>
                </c:pt>
                <c:pt idx="9476">
                  <c:v>98.64</c:v>
                </c:pt>
                <c:pt idx="9477">
                  <c:v>98.960999999999999</c:v>
                </c:pt>
                <c:pt idx="9478">
                  <c:v>98.055999999999997</c:v>
                </c:pt>
                <c:pt idx="9479">
                  <c:v>98.156000000000006</c:v>
                </c:pt>
                <c:pt idx="9480">
                  <c:v>98.373999999999995</c:v>
                </c:pt>
                <c:pt idx="9481">
                  <c:v>98.444000000000003</c:v>
                </c:pt>
                <c:pt idx="9482">
                  <c:v>98.022999999999996</c:v>
                </c:pt>
                <c:pt idx="9483">
                  <c:v>98.066999999999993</c:v>
                </c:pt>
                <c:pt idx="9484">
                  <c:v>97.9</c:v>
                </c:pt>
                <c:pt idx="9485">
                  <c:v>97.954999999999998</c:v>
                </c:pt>
                <c:pt idx="9486">
                  <c:v>98.298000000000002</c:v>
                </c:pt>
                <c:pt idx="9487">
                  <c:v>98.524000000000001</c:v>
                </c:pt>
                <c:pt idx="9488">
                  <c:v>98.819000000000003</c:v>
                </c:pt>
                <c:pt idx="9489">
                  <c:v>99.284000000000006</c:v>
                </c:pt>
                <c:pt idx="9490">
                  <c:v>99.192999999999998</c:v>
                </c:pt>
                <c:pt idx="9491">
                  <c:v>99.326999999999998</c:v>
                </c:pt>
                <c:pt idx="9492">
                  <c:v>99.091999999999999</c:v>
                </c:pt>
                <c:pt idx="9493">
                  <c:v>99.257000000000005</c:v>
                </c:pt>
                <c:pt idx="9494">
                  <c:v>99.239000000000004</c:v>
                </c:pt>
                <c:pt idx="9495">
                  <c:v>99.239000000000004</c:v>
                </c:pt>
                <c:pt idx="9496">
                  <c:v>99.168999999999997</c:v>
                </c:pt>
                <c:pt idx="9497">
                  <c:v>99.206000000000003</c:v>
                </c:pt>
                <c:pt idx="9498">
                  <c:v>99.02</c:v>
                </c:pt>
                <c:pt idx="9499">
                  <c:v>98.941999999999993</c:v>
                </c:pt>
                <c:pt idx="9500">
                  <c:v>99.200999999999993</c:v>
                </c:pt>
                <c:pt idx="9501">
                  <c:v>99.218999999999994</c:v>
                </c:pt>
                <c:pt idx="9502">
                  <c:v>99.528999999999996</c:v>
                </c:pt>
                <c:pt idx="9503">
                  <c:v>99.412999999999997</c:v>
                </c:pt>
                <c:pt idx="9504">
                  <c:v>100.069</c:v>
                </c:pt>
                <c:pt idx="9505">
                  <c:v>100.045</c:v>
                </c:pt>
                <c:pt idx="9506">
                  <c:v>99.909000000000006</c:v>
                </c:pt>
                <c:pt idx="9507">
                  <c:v>99.947000000000003</c:v>
                </c:pt>
                <c:pt idx="9508">
                  <c:v>99.858000000000004</c:v>
                </c:pt>
                <c:pt idx="9509">
                  <c:v>99.747</c:v>
                </c:pt>
                <c:pt idx="9510">
                  <c:v>99.631</c:v>
                </c:pt>
                <c:pt idx="9511">
                  <c:v>99.54</c:v>
                </c:pt>
                <c:pt idx="9512">
                  <c:v>100.089</c:v>
                </c:pt>
                <c:pt idx="9513">
                  <c:v>100.22799999999999</c:v>
                </c:pt>
              </c:numCache>
            </c:numRef>
          </c:val>
          <c:smooth val="0"/>
          <c:extLst>
            <c:ext xmlns:c16="http://schemas.microsoft.com/office/drawing/2014/chart" uri="{C3380CC4-5D6E-409C-BE32-E72D297353CC}">
              <c16:uniqueId val="{00000000-9940-4698-991B-B8B9CB687E64}"/>
            </c:ext>
          </c:extLst>
        </c:ser>
        <c:ser>
          <c:idx val="1"/>
          <c:order val="1"/>
          <c:tx>
            <c:strRef>
              <c:f>'DXY, bond yield, USDJPY spot'!$C$2</c:f>
              <c:strCache>
                <c:ptCount val="1"/>
                <c:pt idx="0">
                  <c:v>美元兑日元汇率</c:v>
                </c:pt>
              </c:strCache>
            </c:strRef>
          </c:tx>
          <c:spPr>
            <a:ln w="15875" cap="rnd">
              <a:solidFill>
                <a:srgbClr val="000000">
                  <a:lumMod val="65000"/>
                  <a:lumOff val="35000"/>
                </a:srgbClr>
              </a:solidFill>
              <a:round/>
            </a:ln>
            <a:effectLst/>
          </c:spPr>
          <c:marker>
            <c:symbol val="none"/>
          </c:marker>
          <c:cat>
            <c:numRef>
              <c:f>'DXY, bond yield, USDJPY spot'!$A$2612:$A$12125</c:f>
              <c:numCache>
                <c:formatCode>m/d/yyyy</c:formatCode>
                <c:ptCount val="9514"/>
                <c:pt idx="0">
                  <c:v>32874</c:v>
                </c:pt>
                <c:pt idx="1">
                  <c:v>32875</c:v>
                </c:pt>
                <c:pt idx="2">
                  <c:v>32876</c:v>
                </c:pt>
                <c:pt idx="3">
                  <c:v>32877</c:v>
                </c:pt>
                <c:pt idx="4">
                  <c:v>32878</c:v>
                </c:pt>
                <c:pt idx="5">
                  <c:v>32881</c:v>
                </c:pt>
                <c:pt idx="6">
                  <c:v>32882</c:v>
                </c:pt>
                <c:pt idx="7">
                  <c:v>32883</c:v>
                </c:pt>
                <c:pt idx="8">
                  <c:v>32884</c:v>
                </c:pt>
                <c:pt idx="9">
                  <c:v>32885</c:v>
                </c:pt>
                <c:pt idx="10">
                  <c:v>32888</c:v>
                </c:pt>
                <c:pt idx="11">
                  <c:v>32889</c:v>
                </c:pt>
                <c:pt idx="12">
                  <c:v>32890</c:v>
                </c:pt>
                <c:pt idx="13">
                  <c:v>32891</c:v>
                </c:pt>
                <c:pt idx="14">
                  <c:v>32892</c:v>
                </c:pt>
                <c:pt idx="15">
                  <c:v>32895</c:v>
                </c:pt>
                <c:pt idx="16">
                  <c:v>32896</c:v>
                </c:pt>
                <c:pt idx="17">
                  <c:v>32897</c:v>
                </c:pt>
                <c:pt idx="18">
                  <c:v>32898</c:v>
                </c:pt>
                <c:pt idx="19">
                  <c:v>32899</c:v>
                </c:pt>
                <c:pt idx="20">
                  <c:v>32902</c:v>
                </c:pt>
                <c:pt idx="21">
                  <c:v>32903</c:v>
                </c:pt>
                <c:pt idx="22">
                  <c:v>32904</c:v>
                </c:pt>
                <c:pt idx="23">
                  <c:v>32905</c:v>
                </c:pt>
                <c:pt idx="24">
                  <c:v>32906</c:v>
                </c:pt>
                <c:pt idx="25">
                  <c:v>32909</c:v>
                </c:pt>
                <c:pt idx="26">
                  <c:v>32910</c:v>
                </c:pt>
                <c:pt idx="27">
                  <c:v>32911</c:v>
                </c:pt>
                <c:pt idx="28">
                  <c:v>32912</c:v>
                </c:pt>
                <c:pt idx="29">
                  <c:v>32913</c:v>
                </c:pt>
                <c:pt idx="30">
                  <c:v>32916</c:v>
                </c:pt>
                <c:pt idx="31">
                  <c:v>32917</c:v>
                </c:pt>
                <c:pt idx="32">
                  <c:v>32918</c:v>
                </c:pt>
                <c:pt idx="33">
                  <c:v>32919</c:v>
                </c:pt>
                <c:pt idx="34">
                  <c:v>32920</c:v>
                </c:pt>
                <c:pt idx="35">
                  <c:v>32923</c:v>
                </c:pt>
                <c:pt idx="36">
                  <c:v>32924</c:v>
                </c:pt>
                <c:pt idx="37">
                  <c:v>32925</c:v>
                </c:pt>
                <c:pt idx="38">
                  <c:v>32926</c:v>
                </c:pt>
                <c:pt idx="39">
                  <c:v>32927</c:v>
                </c:pt>
                <c:pt idx="40">
                  <c:v>32930</c:v>
                </c:pt>
                <c:pt idx="41">
                  <c:v>32931</c:v>
                </c:pt>
                <c:pt idx="42">
                  <c:v>32932</c:v>
                </c:pt>
                <c:pt idx="43">
                  <c:v>32933</c:v>
                </c:pt>
                <c:pt idx="44">
                  <c:v>32934</c:v>
                </c:pt>
                <c:pt idx="45">
                  <c:v>32937</c:v>
                </c:pt>
                <c:pt idx="46">
                  <c:v>32938</c:v>
                </c:pt>
                <c:pt idx="47">
                  <c:v>32939</c:v>
                </c:pt>
                <c:pt idx="48">
                  <c:v>32940</c:v>
                </c:pt>
                <c:pt idx="49">
                  <c:v>32941</c:v>
                </c:pt>
                <c:pt idx="50">
                  <c:v>32944</c:v>
                </c:pt>
                <c:pt idx="51">
                  <c:v>32945</c:v>
                </c:pt>
                <c:pt idx="52">
                  <c:v>32946</c:v>
                </c:pt>
                <c:pt idx="53">
                  <c:v>32947</c:v>
                </c:pt>
                <c:pt idx="54">
                  <c:v>32948</c:v>
                </c:pt>
                <c:pt idx="55">
                  <c:v>32951</c:v>
                </c:pt>
                <c:pt idx="56">
                  <c:v>32952</c:v>
                </c:pt>
                <c:pt idx="57">
                  <c:v>32953</c:v>
                </c:pt>
                <c:pt idx="58">
                  <c:v>32954</c:v>
                </c:pt>
                <c:pt idx="59">
                  <c:v>32955</c:v>
                </c:pt>
                <c:pt idx="60">
                  <c:v>32958</c:v>
                </c:pt>
                <c:pt idx="61">
                  <c:v>32959</c:v>
                </c:pt>
                <c:pt idx="62">
                  <c:v>32960</c:v>
                </c:pt>
                <c:pt idx="63">
                  <c:v>32961</c:v>
                </c:pt>
                <c:pt idx="64">
                  <c:v>32962</c:v>
                </c:pt>
                <c:pt idx="65">
                  <c:v>32965</c:v>
                </c:pt>
                <c:pt idx="66">
                  <c:v>32966</c:v>
                </c:pt>
                <c:pt idx="67">
                  <c:v>32967</c:v>
                </c:pt>
                <c:pt idx="68">
                  <c:v>32968</c:v>
                </c:pt>
                <c:pt idx="69">
                  <c:v>32969</c:v>
                </c:pt>
                <c:pt idx="70">
                  <c:v>32972</c:v>
                </c:pt>
                <c:pt idx="71">
                  <c:v>32973</c:v>
                </c:pt>
                <c:pt idx="72">
                  <c:v>32974</c:v>
                </c:pt>
                <c:pt idx="73">
                  <c:v>32975</c:v>
                </c:pt>
                <c:pt idx="74">
                  <c:v>32976</c:v>
                </c:pt>
                <c:pt idx="75">
                  <c:v>32979</c:v>
                </c:pt>
                <c:pt idx="76">
                  <c:v>32980</c:v>
                </c:pt>
                <c:pt idx="77">
                  <c:v>32981</c:v>
                </c:pt>
                <c:pt idx="78">
                  <c:v>32982</c:v>
                </c:pt>
                <c:pt idx="79">
                  <c:v>32983</c:v>
                </c:pt>
                <c:pt idx="80">
                  <c:v>32986</c:v>
                </c:pt>
                <c:pt idx="81">
                  <c:v>32987</c:v>
                </c:pt>
                <c:pt idx="82">
                  <c:v>32988</c:v>
                </c:pt>
                <c:pt idx="83">
                  <c:v>32989</c:v>
                </c:pt>
                <c:pt idx="84">
                  <c:v>32990</c:v>
                </c:pt>
                <c:pt idx="85">
                  <c:v>32993</c:v>
                </c:pt>
                <c:pt idx="86">
                  <c:v>32994</c:v>
                </c:pt>
                <c:pt idx="87">
                  <c:v>32995</c:v>
                </c:pt>
                <c:pt idx="88">
                  <c:v>32996</c:v>
                </c:pt>
                <c:pt idx="89">
                  <c:v>32997</c:v>
                </c:pt>
                <c:pt idx="90">
                  <c:v>33000</c:v>
                </c:pt>
                <c:pt idx="91">
                  <c:v>33001</c:v>
                </c:pt>
                <c:pt idx="92">
                  <c:v>33002</c:v>
                </c:pt>
                <c:pt idx="93">
                  <c:v>33003</c:v>
                </c:pt>
                <c:pt idx="94">
                  <c:v>33004</c:v>
                </c:pt>
                <c:pt idx="95">
                  <c:v>33007</c:v>
                </c:pt>
                <c:pt idx="96">
                  <c:v>33008</c:v>
                </c:pt>
                <c:pt idx="97">
                  <c:v>33009</c:v>
                </c:pt>
                <c:pt idx="98">
                  <c:v>33010</c:v>
                </c:pt>
                <c:pt idx="99">
                  <c:v>33011</c:v>
                </c:pt>
                <c:pt idx="100">
                  <c:v>33014</c:v>
                </c:pt>
                <c:pt idx="101">
                  <c:v>33015</c:v>
                </c:pt>
                <c:pt idx="102">
                  <c:v>33016</c:v>
                </c:pt>
                <c:pt idx="103">
                  <c:v>33017</c:v>
                </c:pt>
                <c:pt idx="104">
                  <c:v>33018</c:v>
                </c:pt>
                <c:pt idx="105">
                  <c:v>33021</c:v>
                </c:pt>
                <c:pt idx="106">
                  <c:v>33022</c:v>
                </c:pt>
                <c:pt idx="107">
                  <c:v>33023</c:v>
                </c:pt>
                <c:pt idx="108">
                  <c:v>33024</c:v>
                </c:pt>
                <c:pt idx="109">
                  <c:v>33025</c:v>
                </c:pt>
                <c:pt idx="110">
                  <c:v>33028</c:v>
                </c:pt>
                <c:pt idx="111">
                  <c:v>33029</c:v>
                </c:pt>
                <c:pt idx="112">
                  <c:v>33030</c:v>
                </c:pt>
                <c:pt idx="113">
                  <c:v>33031</c:v>
                </c:pt>
                <c:pt idx="114">
                  <c:v>33032</c:v>
                </c:pt>
                <c:pt idx="115">
                  <c:v>33035</c:v>
                </c:pt>
                <c:pt idx="116">
                  <c:v>33036</c:v>
                </c:pt>
                <c:pt idx="117">
                  <c:v>33037</c:v>
                </c:pt>
                <c:pt idx="118">
                  <c:v>33038</c:v>
                </c:pt>
                <c:pt idx="119">
                  <c:v>33039</c:v>
                </c:pt>
                <c:pt idx="120">
                  <c:v>33042</c:v>
                </c:pt>
                <c:pt idx="121">
                  <c:v>33043</c:v>
                </c:pt>
                <c:pt idx="122">
                  <c:v>33044</c:v>
                </c:pt>
                <c:pt idx="123">
                  <c:v>33045</c:v>
                </c:pt>
                <c:pt idx="124">
                  <c:v>33046</c:v>
                </c:pt>
                <c:pt idx="125">
                  <c:v>33049</c:v>
                </c:pt>
                <c:pt idx="126">
                  <c:v>33050</c:v>
                </c:pt>
                <c:pt idx="127">
                  <c:v>33051</c:v>
                </c:pt>
                <c:pt idx="128">
                  <c:v>33052</c:v>
                </c:pt>
                <c:pt idx="129">
                  <c:v>33053</c:v>
                </c:pt>
                <c:pt idx="130">
                  <c:v>33056</c:v>
                </c:pt>
                <c:pt idx="131">
                  <c:v>33057</c:v>
                </c:pt>
                <c:pt idx="132">
                  <c:v>33058</c:v>
                </c:pt>
                <c:pt idx="133">
                  <c:v>33059</c:v>
                </c:pt>
                <c:pt idx="134">
                  <c:v>33060</c:v>
                </c:pt>
                <c:pt idx="135">
                  <c:v>33063</c:v>
                </c:pt>
                <c:pt idx="136">
                  <c:v>33064</c:v>
                </c:pt>
                <c:pt idx="137">
                  <c:v>33065</c:v>
                </c:pt>
                <c:pt idx="138">
                  <c:v>33066</c:v>
                </c:pt>
                <c:pt idx="139">
                  <c:v>33067</c:v>
                </c:pt>
                <c:pt idx="140">
                  <c:v>33070</c:v>
                </c:pt>
                <c:pt idx="141">
                  <c:v>33071</c:v>
                </c:pt>
                <c:pt idx="142">
                  <c:v>33072</c:v>
                </c:pt>
                <c:pt idx="143">
                  <c:v>33073</c:v>
                </c:pt>
                <c:pt idx="144">
                  <c:v>33074</c:v>
                </c:pt>
                <c:pt idx="145">
                  <c:v>33077</c:v>
                </c:pt>
                <c:pt idx="146">
                  <c:v>33078</c:v>
                </c:pt>
                <c:pt idx="147">
                  <c:v>33079</c:v>
                </c:pt>
                <c:pt idx="148">
                  <c:v>33080</c:v>
                </c:pt>
                <c:pt idx="149">
                  <c:v>33081</c:v>
                </c:pt>
                <c:pt idx="150">
                  <c:v>33084</c:v>
                </c:pt>
                <c:pt idx="151">
                  <c:v>33085</c:v>
                </c:pt>
                <c:pt idx="152">
                  <c:v>33086</c:v>
                </c:pt>
                <c:pt idx="153">
                  <c:v>33087</c:v>
                </c:pt>
                <c:pt idx="154">
                  <c:v>33088</c:v>
                </c:pt>
                <c:pt idx="155">
                  <c:v>33091</c:v>
                </c:pt>
                <c:pt idx="156">
                  <c:v>33092</c:v>
                </c:pt>
                <c:pt idx="157">
                  <c:v>33093</c:v>
                </c:pt>
                <c:pt idx="158">
                  <c:v>33094</c:v>
                </c:pt>
                <c:pt idx="159">
                  <c:v>33095</c:v>
                </c:pt>
                <c:pt idx="160">
                  <c:v>33098</c:v>
                </c:pt>
                <c:pt idx="161">
                  <c:v>33099</c:v>
                </c:pt>
                <c:pt idx="162">
                  <c:v>33100</c:v>
                </c:pt>
                <c:pt idx="163">
                  <c:v>33101</c:v>
                </c:pt>
                <c:pt idx="164">
                  <c:v>33102</c:v>
                </c:pt>
                <c:pt idx="165">
                  <c:v>33105</c:v>
                </c:pt>
                <c:pt idx="166">
                  <c:v>33106</c:v>
                </c:pt>
                <c:pt idx="167">
                  <c:v>33107</c:v>
                </c:pt>
                <c:pt idx="168">
                  <c:v>33108</c:v>
                </c:pt>
                <c:pt idx="169">
                  <c:v>33109</c:v>
                </c:pt>
                <c:pt idx="170">
                  <c:v>33112</c:v>
                </c:pt>
                <c:pt idx="171">
                  <c:v>33113</c:v>
                </c:pt>
                <c:pt idx="172">
                  <c:v>33114</c:v>
                </c:pt>
                <c:pt idx="173">
                  <c:v>33115</c:v>
                </c:pt>
                <c:pt idx="174">
                  <c:v>33116</c:v>
                </c:pt>
                <c:pt idx="175">
                  <c:v>33119</c:v>
                </c:pt>
                <c:pt idx="176">
                  <c:v>33120</c:v>
                </c:pt>
                <c:pt idx="177">
                  <c:v>33121</c:v>
                </c:pt>
                <c:pt idx="178">
                  <c:v>33122</c:v>
                </c:pt>
                <c:pt idx="179">
                  <c:v>33123</c:v>
                </c:pt>
                <c:pt idx="180">
                  <c:v>33126</c:v>
                </c:pt>
                <c:pt idx="181">
                  <c:v>33127</c:v>
                </c:pt>
                <c:pt idx="182">
                  <c:v>33128</c:v>
                </c:pt>
                <c:pt idx="183">
                  <c:v>33129</c:v>
                </c:pt>
                <c:pt idx="184">
                  <c:v>33130</c:v>
                </c:pt>
                <c:pt idx="185">
                  <c:v>33133</c:v>
                </c:pt>
                <c:pt idx="186">
                  <c:v>33134</c:v>
                </c:pt>
                <c:pt idx="187">
                  <c:v>33135</c:v>
                </c:pt>
                <c:pt idx="188">
                  <c:v>33136</c:v>
                </c:pt>
                <c:pt idx="189">
                  <c:v>33137</c:v>
                </c:pt>
                <c:pt idx="190">
                  <c:v>33140</c:v>
                </c:pt>
                <c:pt idx="191">
                  <c:v>33141</c:v>
                </c:pt>
                <c:pt idx="192">
                  <c:v>33142</c:v>
                </c:pt>
                <c:pt idx="193">
                  <c:v>33143</c:v>
                </c:pt>
                <c:pt idx="194">
                  <c:v>33144</c:v>
                </c:pt>
                <c:pt idx="195">
                  <c:v>33147</c:v>
                </c:pt>
                <c:pt idx="196">
                  <c:v>33148</c:v>
                </c:pt>
                <c:pt idx="197">
                  <c:v>33149</c:v>
                </c:pt>
                <c:pt idx="198">
                  <c:v>33150</c:v>
                </c:pt>
                <c:pt idx="199">
                  <c:v>33151</c:v>
                </c:pt>
                <c:pt idx="200">
                  <c:v>33154</c:v>
                </c:pt>
                <c:pt idx="201">
                  <c:v>33155</c:v>
                </c:pt>
                <c:pt idx="202">
                  <c:v>33156</c:v>
                </c:pt>
                <c:pt idx="203">
                  <c:v>33157</c:v>
                </c:pt>
                <c:pt idx="204">
                  <c:v>33158</c:v>
                </c:pt>
                <c:pt idx="205">
                  <c:v>33161</c:v>
                </c:pt>
                <c:pt idx="206">
                  <c:v>33162</c:v>
                </c:pt>
                <c:pt idx="207">
                  <c:v>33163</c:v>
                </c:pt>
                <c:pt idx="208">
                  <c:v>33164</c:v>
                </c:pt>
                <c:pt idx="209">
                  <c:v>33165</c:v>
                </c:pt>
                <c:pt idx="210">
                  <c:v>33168</c:v>
                </c:pt>
                <c:pt idx="211">
                  <c:v>33169</c:v>
                </c:pt>
                <c:pt idx="212">
                  <c:v>33170</c:v>
                </c:pt>
                <c:pt idx="213">
                  <c:v>33171</c:v>
                </c:pt>
                <c:pt idx="214">
                  <c:v>33172</c:v>
                </c:pt>
                <c:pt idx="215">
                  <c:v>33175</c:v>
                </c:pt>
                <c:pt idx="216">
                  <c:v>33176</c:v>
                </c:pt>
                <c:pt idx="217">
                  <c:v>33177</c:v>
                </c:pt>
                <c:pt idx="218">
                  <c:v>33178</c:v>
                </c:pt>
                <c:pt idx="219">
                  <c:v>33179</c:v>
                </c:pt>
                <c:pt idx="220">
                  <c:v>33182</c:v>
                </c:pt>
                <c:pt idx="221">
                  <c:v>33183</c:v>
                </c:pt>
                <c:pt idx="222">
                  <c:v>33184</c:v>
                </c:pt>
                <c:pt idx="223">
                  <c:v>33185</c:v>
                </c:pt>
                <c:pt idx="224">
                  <c:v>33186</c:v>
                </c:pt>
                <c:pt idx="225">
                  <c:v>33189</c:v>
                </c:pt>
                <c:pt idx="226">
                  <c:v>33190</c:v>
                </c:pt>
                <c:pt idx="227">
                  <c:v>33191</c:v>
                </c:pt>
                <c:pt idx="228">
                  <c:v>33192</c:v>
                </c:pt>
                <c:pt idx="229">
                  <c:v>33193</c:v>
                </c:pt>
                <c:pt idx="230">
                  <c:v>33196</c:v>
                </c:pt>
                <c:pt idx="231">
                  <c:v>33197</c:v>
                </c:pt>
                <c:pt idx="232">
                  <c:v>33198</c:v>
                </c:pt>
                <c:pt idx="233">
                  <c:v>33199</c:v>
                </c:pt>
                <c:pt idx="234">
                  <c:v>33200</c:v>
                </c:pt>
                <c:pt idx="235">
                  <c:v>33203</c:v>
                </c:pt>
                <c:pt idx="236">
                  <c:v>33204</c:v>
                </c:pt>
                <c:pt idx="237">
                  <c:v>33205</c:v>
                </c:pt>
                <c:pt idx="238">
                  <c:v>33206</c:v>
                </c:pt>
                <c:pt idx="239">
                  <c:v>33207</c:v>
                </c:pt>
                <c:pt idx="240">
                  <c:v>33210</c:v>
                </c:pt>
                <c:pt idx="241">
                  <c:v>33211</c:v>
                </c:pt>
                <c:pt idx="242">
                  <c:v>33212</c:v>
                </c:pt>
                <c:pt idx="243">
                  <c:v>33213</c:v>
                </c:pt>
                <c:pt idx="244">
                  <c:v>33214</c:v>
                </c:pt>
                <c:pt idx="245">
                  <c:v>33217</c:v>
                </c:pt>
                <c:pt idx="246">
                  <c:v>33218</c:v>
                </c:pt>
                <c:pt idx="247">
                  <c:v>33219</c:v>
                </c:pt>
                <c:pt idx="248">
                  <c:v>33220</c:v>
                </c:pt>
                <c:pt idx="249">
                  <c:v>33221</c:v>
                </c:pt>
                <c:pt idx="250">
                  <c:v>33224</c:v>
                </c:pt>
                <c:pt idx="251">
                  <c:v>33225</c:v>
                </c:pt>
                <c:pt idx="252">
                  <c:v>33226</c:v>
                </c:pt>
                <c:pt idx="253">
                  <c:v>33227</c:v>
                </c:pt>
                <c:pt idx="254">
                  <c:v>33228</c:v>
                </c:pt>
                <c:pt idx="255">
                  <c:v>33231</c:v>
                </c:pt>
                <c:pt idx="256">
                  <c:v>33232</c:v>
                </c:pt>
                <c:pt idx="257">
                  <c:v>33233</c:v>
                </c:pt>
                <c:pt idx="258">
                  <c:v>33234</c:v>
                </c:pt>
                <c:pt idx="259">
                  <c:v>33235</c:v>
                </c:pt>
                <c:pt idx="260">
                  <c:v>33238</c:v>
                </c:pt>
                <c:pt idx="261">
                  <c:v>33239</c:v>
                </c:pt>
                <c:pt idx="262">
                  <c:v>33240</c:v>
                </c:pt>
                <c:pt idx="263">
                  <c:v>33241</c:v>
                </c:pt>
                <c:pt idx="264">
                  <c:v>33242</c:v>
                </c:pt>
                <c:pt idx="265">
                  <c:v>33245</c:v>
                </c:pt>
                <c:pt idx="266">
                  <c:v>33246</c:v>
                </c:pt>
                <c:pt idx="267">
                  <c:v>33247</c:v>
                </c:pt>
                <c:pt idx="268">
                  <c:v>33248</c:v>
                </c:pt>
                <c:pt idx="269">
                  <c:v>33249</c:v>
                </c:pt>
                <c:pt idx="270">
                  <c:v>33252</c:v>
                </c:pt>
                <c:pt idx="271">
                  <c:v>33253</c:v>
                </c:pt>
                <c:pt idx="272">
                  <c:v>33254</c:v>
                </c:pt>
                <c:pt idx="273">
                  <c:v>33255</c:v>
                </c:pt>
                <c:pt idx="274">
                  <c:v>33256</c:v>
                </c:pt>
                <c:pt idx="275">
                  <c:v>33259</c:v>
                </c:pt>
                <c:pt idx="276">
                  <c:v>33260</c:v>
                </c:pt>
                <c:pt idx="277">
                  <c:v>33261</c:v>
                </c:pt>
                <c:pt idx="278">
                  <c:v>33262</c:v>
                </c:pt>
                <c:pt idx="279">
                  <c:v>33263</c:v>
                </c:pt>
                <c:pt idx="280">
                  <c:v>33266</c:v>
                </c:pt>
                <c:pt idx="281">
                  <c:v>33267</c:v>
                </c:pt>
                <c:pt idx="282">
                  <c:v>33268</c:v>
                </c:pt>
                <c:pt idx="283">
                  <c:v>33269</c:v>
                </c:pt>
                <c:pt idx="284">
                  <c:v>33270</c:v>
                </c:pt>
                <c:pt idx="285">
                  <c:v>33273</c:v>
                </c:pt>
                <c:pt idx="286">
                  <c:v>33274</c:v>
                </c:pt>
                <c:pt idx="287">
                  <c:v>33275</c:v>
                </c:pt>
                <c:pt idx="288">
                  <c:v>33276</c:v>
                </c:pt>
                <c:pt idx="289">
                  <c:v>33277</c:v>
                </c:pt>
                <c:pt idx="290">
                  <c:v>33280</c:v>
                </c:pt>
                <c:pt idx="291">
                  <c:v>33281</c:v>
                </c:pt>
                <c:pt idx="292">
                  <c:v>33282</c:v>
                </c:pt>
                <c:pt idx="293">
                  <c:v>33283</c:v>
                </c:pt>
                <c:pt idx="294">
                  <c:v>33284</c:v>
                </c:pt>
                <c:pt idx="295">
                  <c:v>33287</c:v>
                </c:pt>
                <c:pt idx="296">
                  <c:v>33288</c:v>
                </c:pt>
                <c:pt idx="297">
                  <c:v>33289</c:v>
                </c:pt>
                <c:pt idx="298">
                  <c:v>33290</c:v>
                </c:pt>
                <c:pt idx="299">
                  <c:v>33291</c:v>
                </c:pt>
                <c:pt idx="300">
                  <c:v>33294</c:v>
                </c:pt>
                <c:pt idx="301">
                  <c:v>33295</c:v>
                </c:pt>
                <c:pt idx="302">
                  <c:v>33296</c:v>
                </c:pt>
                <c:pt idx="303">
                  <c:v>33297</c:v>
                </c:pt>
                <c:pt idx="304">
                  <c:v>33298</c:v>
                </c:pt>
                <c:pt idx="305">
                  <c:v>33301</c:v>
                </c:pt>
                <c:pt idx="306">
                  <c:v>33302</c:v>
                </c:pt>
                <c:pt idx="307">
                  <c:v>33303</c:v>
                </c:pt>
                <c:pt idx="308">
                  <c:v>33304</c:v>
                </c:pt>
                <c:pt idx="309">
                  <c:v>33305</c:v>
                </c:pt>
                <c:pt idx="310">
                  <c:v>33308</c:v>
                </c:pt>
                <c:pt idx="311">
                  <c:v>33309</c:v>
                </c:pt>
                <c:pt idx="312">
                  <c:v>33310</c:v>
                </c:pt>
                <c:pt idx="313">
                  <c:v>33311</c:v>
                </c:pt>
                <c:pt idx="314">
                  <c:v>33312</c:v>
                </c:pt>
                <c:pt idx="315">
                  <c:v>33315</c:v>
                </c:pt>
                <c:pt idx="316">
                  <c:v>33316</c:v>
                </c:pt>
                <c:pt idx="317">
                  <c:v>33317</c:v>
                </c:pt>
                <c:pt idx="318">
                  <c:v>33318</c:v>
                </c:pt>
                <c:pt idx="319">
                  <c:v>33319</c:v>
                </c:pt>
                <c:pt idx="320">
                  <c:v>33322</c:v>
                </c:pt>
                <c:pt idx="321">
                  <c:v>33323</c:v>
                </c:pt>
                <c:pt idx="322">
                  <c:v>33324</c:v>
                </c:pt>
                <c:pt idx="323">
                  <c:v>33325</c:v>
                </c:pt>
                <c:pt idx="324">
                  <c:v>33326</c:v>
                </c:pt>
                <c:pt idx="325">
                  <c:v>33329</c:v>
                </c:pt>
                <c:pt idx="326">
                  <c:v>33330</c:v>
                </c:pt>
                <c:pt idx="327">
                  <c:v>33331</c:v>
                </c:pt>
                <c:pt idx="328">
                  <c:v>33332</c:v>
                </c:pt>
                <c:pt idx="329">
                  <c:v>33333</c:v>
                </c:pt>
                <c:pt idx="330">
                  <c:v>33336</c:v>
                </c:pt>
                <c:pt idx="331">
                  <c:v>33337</c:v>
                </c:pt>
                <c:pt idx="332">
                  <c:v>33338</c:v>
                </c:pt>
                <c:pt idx="333">
                  <c:v>33339</c:v>
                </c:pt>
                <c:pt idx="334">
                  <c:v>33340</c:v>
                </c:pt>
                <c:pt idx="335">
                  <c:v>33343</c:v>
                </c:pt>
                <c:pt idx="336">
                  <c:v>33344</c:v>
                </c:pt>
                <c:pt idx="337">
                  <c:v>33345</c:v>
                </c:pt>
                <c:pt idx="338">
                  <c:v>33346</c:v>
                </c:pt>
                <c:pt idx="339">
                  <c:v>33347</c:v>
                </c:pt>
                <c:pt idx="340">
                  <c:v>33350</c:v>
                </c:pt>
                <c:pt idx="341">
                  <c:v>33351</c:v>
                </c:pt>
                <c:pt idx="342">
                  <c:v>33352</c:v>
                </c:pt>
                <c:pt idx="343">
                  <c:v>33353</c:v>
                </c:pt>
                <c:pt idx="344">
                  <c:v>33354</c:v>
                </c:pt>
                <c:pt idx="345">
                  <c:v>33357</c:v>
                </c:pt>
                <c:pt idx="346">
                  <c:v>33358</c:v>
                </c:pt>
                <c:pt idx="347">
                  <c:v>33359</c:v>
                </c:pt>
                <c:pt idx="348">
                  <c:v>33360</c:v>
                </c:pt>
                <c:pt idx="349">
                  <c:v>33361</c:v>
                </c:pt>
                <c:pt idx="350">
                  <c:v>33364</c:v>
                </c:pt>
                <c:pt idx="351">
                  <c:v>33365</c:v>
                </c:pt>
                <c:pt idx="352">
                  <c:v>33366</c:v>
                </c:pt>
                <c:pt idx="353">
                  <c:v>33367</c:v>
                </c:pt>
                <c:pt idx="354">
                  <c:v>33368</c:v>
                </c:pt>
                <c:pt idx="355">
                  <c:v>33371</c:v>
                </c:pt>
                <c:pt idx="356">
                  <c:v>33372</c:v>
                </c:pt>
                <c:pt idx="357">
                  <c:v>33373</c:v>
                </c:pt>
                <c:pt idx="358">
                  <c:v>33374</c:v>
                </c:pt>
                <c:pt idx="359">
                  <c:v>33375</c:v>
                </c:pt>
                <c:pt idx="360">
                  <c:v>33378</c:v>
                </c:pt>
                <c:pt idx="361">
                  <c:v>33379</c:v>
                </c:pt>
                <c:pt idx="362">
                  <c:v>33380</c:v>
                </c:pt>
                <c:pt idx="363">
                  <c:v>33381</c:v>
                </c:pt>
                <c:pt idx="364">
                  <c:v>33382</c:v>
                </c:pt>
                <c:pt idx="365">
                  <c:v>33385</c:v>
                </c:pt>
                <c:pt idx="366">
                  <c:v>33386</c:v>
                </c:pt>
                <c:pt idx="367">
                  <c:v>33387</c:v>
                </c:pt>
                <c:pt idx="368">
                  <c:v>33388</c:v>
                </c:pt>
                <c:pt idx="369">
                  <c:v>33389</c:v>
                </c:pt>
                <c:pt idx="370">
                  <c:v>33392</c:v>
                </c:pt>
                <c:pt idx="371">
                  <c:v>33393</c:v>
                </c:pt>
                <c:pt idx="372">
                  <c:v>33394</c:v>
                </c:pt>
                <c:pt idx="373">
                  <c:v>33395</c:v>
                </c:pt>
                <c:pt idx="374">
                  <c:v>33396</c:v>
                </c:pt>
                <c:pt idx="375">
                  <c:v>33399</c:v>
                </c:pt>
                <c:pt idx="376">
                  <c:v>33400</c:v>
                </c:pt>
                <c:pt idx="377">
                  <c:v>33401</c:v>
                </c:pt>
                <c:pt idx="378">
                  <c:v>33402</c:v>
                </c:pt>
                <c:pt idx="379">
                  <c:v>33403</c:v>
                </c:pt>
                <c:pt idx="380">
                  <c:v>33406</c:v>
                </c:pt>
                <c:pt idx="381">
                  <c:v>33407</c:v>
                </c:pt>
                <c:pt idx="382">
                  <c:v>33408</c:v>
                </c:pt>
                <c:pt idx="383">
                  <c:v>33409</c:v>
                </c:pt>
                <c:pt idx="384">
                  <c:v>33410</c:v>
                </c:pt>
                <c:pt idx="385">
                  <c:v>33413</c:v>
                </c:pt>
                <c:pt idx="386">
                  <c:v>33414</c:v>
                </c:pt>
                <c:pt idx="387">
                  <c:v>33415</c:v>
                </c:pt>
                <c:pt idx="388">
                  <c:v>33416</c:v>
                </c:pt>
                <c:pt idx="389">
                  <c:v>33417</c:v>
                </c:pt>
                <c:pt idx="390">
                  <c:v>33420</c:v>
                </c:pt>
                <c:pt idx="391">
                  <c:v>33421</c:v>
                </c:pt>
                <c:pt idx="392">
                  <c:v>33422</c:v>
                </c:pt>
                <c:pt idx="393">
                  <c:v>33423</c:v>
                </c:pt>
                <c:pt idx="394">
                  <c:v>33424</c:v>
                </c:pt>
                <c:pt idx="395">
                  <c:v>33427</c:v>
                </c:pt>
                <c:pt idx="396">
                  <c:v>33428</c:v>
                </c:pt>
                <c:pt idx="397">
                  <c:v>33429</c:v>
                </c:pt>
                <c:pt idx="398">
                  <c:v>33430</c:v>
                </c:pt>
                <c:pt idx="399">
                  <c:v>33431</c:v>
                </c:pt>
                <c:pt idx="400">
                  <c:v>33434</c:v>
                </c:pt>
                <c:pt idx="401">
                  <c:v>33435</c:v>
                </c:pt>
                <c:pt idx="402">
                  <c:v>33436</c:v>
                </c:pt>
                <c:pt idx="403">
                  <c:v>33437</c:v>
                </c:pt>
                <c:pt idx="404">
                  <c:v>33438</c:v>
                </c:pt>
                <c:pt idx="405">
                  <c:v>33441</c:v>
                </c:pt>
                <c:pt idx="406">
                  <c:v>33442</c:v>
                </c:pt>
                <c:pt idx="407">
                  <c:v>33443</c:v>
                </c:pt>
                <c:pt idx="408">
                  <c:v>33444</c:v>
                </c:pt>
                <c:pt idx="409">
                  <c:v>33445</c:v>
                </c:pt>
                <c:pt idx="410">
                  <c:v>33448</c:v>
                </c:pt>
                <c:pt idx="411">
                  <c:v>33449</c:v>
                </c:pt>
                <c:pt idx="412">
                  <c:v>33450</c:v>
                </c:pt>
                <c:pt idx="413">
                  <c:v>33451</c:v>
                </c:pt>
                <c:pt idx="414">
                  <c:v>33452</c:v>
                </c:pt>
                <c:pt idx="415">
                  <c:v>33455</c:v>
                </c:pt>
                <c:pt idx="416">
                  <c:v>33456</c:v>
                </c:pt>
                <c:pt idx="417">
                  <c:v>33457</c:v>
                </c:pt>
                <c:pt idx="418">
                  <c:v>33458</c:v>
                </c:pt>
                <c:pt idx="419">
                  <c:v>33459</c:v>
                </c:pt>
                <c:pt idx="420">
                  <c:v>33462</c:v>
                </c:pt>
                <c:pt idx="421">
                  <c:v>33463</c:v>
                </c:pt>
                <c:pt idx="422">
                  <c:v>33464</c:v>
                </c:pt>
                <c:pt idx="423">
                  <c:v>33465</c:v>
                </c:pt>
                <c:pt idx="424">
                  <c:v>33466</c:v>
                </c:pt>
                <c:pt idx="425">
                  <c:v>33469</c:v>
                </c:pt>
                <c:pt idx="426">
                  <c:v>33470</c:v>
                </c:pt>
                <c:pt idx="427">
                  <c:v>33471</c:v>
                </c:pt>
                <c:pt idx="428">
                  <c:v>33472</c:v>
                </c:pt>
                <c:pt idx="429">
                  <c:v>33473</c:v>
                </c:pt>
                <c:pt idx="430">
                  <c:v>33476</c:v>
                </c:pt>
                <c:pt idx="431">
                  <c:v>33477</c:v>
                </c:pt>
                <c:pt idx="432">
                  <c:v>33478</c:v>
                </c:pt>
                <c:pt idx="433">
                  <c:v>33479</c:v>
                </c:pt>
                <c:pt idx="434">
                  <c:v>33480</c:v>
                </c:pt>
                <c:pt idx="435">
                  <c:v>33483</c:v>
                </c:pt>
                <c:pt idx="436">
                  <c:v>33484</c:v>
                </c:pt>
                <c:pt idx="437">
                  <c:v>33485</c:v>
                </c:pt>
                <c:pt idx="438">
                  <c:v>33486</c:v>
                </c:pt>
                <c:pt idx="439">
                  <c:v>33487</c:v>
                </c:pt>
                <c:pt idx="440">
                  <c:v>33490</c:v>
                </c:pt>
                <c:pt idx="441">
                  <c:v>33491</c:v>
                </c:pt>
                <c:pt idx="442">
                  <c:v>33492</c:v>
                </c:pt>
                <c:pt idx="443">
                  <c:v>33493</c:v>
                </c:pt>
                <c:pt idx="444">
                  <c:v>33494</c:v>
                </c:pt>
                <c:pt idx="445">
                  <c:v>33497</c:v>
                </c:pt>
                <c:pt idx="446">
                  <c:v>33498</c:v>
                </c:pt>
                <c:pt idx="447">
                  <c:v>33499</c:v>
                </c:pt>
                <c:pt idx="448">
                  <c:v>33500</c:v>
                </c:pt>
                <c:pt idx="449">
                  <c:v>33501</c:v>
                </c:pt>
                <c:pt idx="450">
                  <c:v>33504</c:v>
                </c:pt>
                <c:pt idx="451">
                  <c:v>33505</c:v>
                </c:pt>
                <c:pt idx="452">
                  <c:v>33506</c:v>
                </c:pt>
                <c:pt idx="453">
                  <c:v>33507</c:v>
                </c:pt>
                <c:pt idx="454">
                  <c:v>33508</c:v>
                </c:pt>
                <c:pt idx="455">
                  <c:v>33511</c:v>
                </c:pt>
                <c:pt idx="456">
                  <c:v>33512</c:v>
                </c:pt>
                <c:pt idx="457">
                  <c:v>33513</c:v>
                </c:pt>
                <c:pt idx="458">
                  <c:v>33514</c:v>
                </c:pt>
                <c:pt idx="459">
                  <c:v>33515</c:v>
                </c:pt>
                <c:pt idx="460">
                  <c:v>33518</c:v>
                </c:pt>
                <c:pt idx="461">
                  <c:v>33519</c:v>
                </c:pt>
                <c:pt idx="462">
                  <c:v>33520</c:v>
                </c:pt>
                <c:pt idx="463">
                  <c:v>33521</c:v>
                </c:pt>
                <c:pt idx="464">
                  <c:v>33522</c:v>
                </c:pt>
                <c:pt idx="465">
                  <c:v>33525</c:v>
                </c:pt>
                <c:pt idx="466">
                  <c:v>33526</c:v>
                </c:pt>
                <c:pt idx="467">
                  <c:v>33527</c:v>
                </c:pt>
                <c:pt idx="468">
                  <c:v>33528</c:v>
                </c:pt>
                <c:pt idx="469">
                  <c:v>33529</c:v>
                </c:pt>
                <c:pt idx="470">
                  <c:v>33532</c:v>
                </c:pt>
                <c:pt idx="471">
                  <c:v>33533</c:v>
                </c:pt>
                <c:pt idx="472">
                  <c:v>33534</c:v>
                </c:pt>
                <c:pt idx="473">
                  <c:v>33535</c:v>
                </c:pt>
                <c:pt idx="474">
                  <c:v>33536</c:v>
                </c:pt>
                <c:pt idx="475">
                  <c:v>33539</c:v>
                </c:pt>
                <c:pt idx="476">
                  <c:v>33540</c:v>
                </c:pt>
                <c:pt idx="477">
                  <c:v>33541</c:v>
                </c:pt>
                <c:pt idx="478">
                  <c:v>33542</c:v>
                </c:pt>
                <c:pt idx="479">
                  <c:v>33543</c:v>
                </c:pt>
                <c:pt idx="480">
                  <c:v>33546</c:v>
                </c:pt>
                <c:pt idx="481">
                  <c:v>33547</c:v>
                </c:pt>
                <c:pt idx="482">
                  <c:v>33548</c:v>
                </c:pt>
                <c:pt idx="483">
                  <c:v>33549</c:v>
                </c:pt>
                <c:pt idx="484">
                  <c:v>33550</c:v>
                </c:pt>
                <c:pt idx="485">
                  <c:v>33553</c:v>
                </c:pt>
                <c:pt idx="486">
                  <c:v>33554</c:v>
                </c:pt>
                <c:pt idx="487">
                  <c:v>33555</c:v>
                </c:pt>
                <c:pt idx="488">
                  <c:v>33556</c:v>
                </c:pt>
                <c:pt idx="489">
                  <c:v>33557</c:v>
                </c:pt>
                <c:pt idx="490">
                  <c:v>33560</c:v>
                </c:pt>
                <c:pt idx="491">
                  <c:v>33561</c:v>
                </c:pt>
                <c:pt idx="492">
                  <c:v>33562</c:v>
                </c:pt>
                <c:pt idx="493">
                  <c:v>33563</c:v>
                </c:pt>
                <c:pt idx="494">
                  <c:v>33564</c:v>
                </c:pt>
                <c:pt idx="495">
                  <c:v>33567</c:v>
                </c:pt>
                <c:pt idx="496">
                  <c:v>33568</c:v>
                </c:pt>
                <c:pt idx="497">
                  <c:v>33569</c:v>
                </c:pt>
                <c:pt idx="498">
                  <c:v>33570</c:v>
                </c:pt>
                <c:pt idx="499">
                  <c:v>33571</c:v>
                </c:pt>
                <c:pt idx="500">
                  <c:v>33574</c:v>
                </c:pt>
                <c:pt idx="501">
                  <c:v>33575</c:v>
                </c:pt>
                <c:pt idx="502">
                  <c:v>33576</c:v>
                </c:pt>
                <c:pt idx="503">
                  <c:v>33577</c:v>
                </c:pt>
                <c:pt idx="504">
                  <c:v>33578</c:v>
                </c:pt>
                <c:pt idx="505">
                  <c:v>33581</c:v>
                </c:pt>
                <c:pt idx="506">
                  <c:v>33582</c:v>
                </c:pt>
                <c:pt idx="507">
                  <c:v>33583</c:v>
                </c:pt>
                <c:pt idx="508">
                  <c:v>33584</c:v>
                </c:pt>
                <c:pt idx="509">
                  <c:v>33585</c:v>
                </c:pt>
                <c:pt idx="510">
                  <c:v>33588</c:v>
                </c:pt>
                <c:pt idx="511">
                  <c:v>33589</c:v>
                </c:pt>
                <c:pt idx="512">
                  <c:v>33590</c:v>
                </c:pt>
                <c:pt idx="513">
                  <c:v>33591</c:v>
                </c:pt>
                <c:pt idx="514">
                  <c:v>33592</c:v>
                </c:pt>
                <c:pt idx="515">
                  <c:v>33595</c:v>
                </c:pt>
                <c:pt idx="516">
                  <c:v>33596</c:v>
                </c:pt>
                <c:pt idx="517">
                  <c:v>33597</c:v>
                </c:pt>
                <c:pt idx="518">
                  <c:v>33598</c:v>
                </c:pt>
                <c:pt idx="519">
                  <c:v>33599</c:v>
                </c:pt>
                <c:pt idx="520">
                  <c:v>33602</c:v>
                </c:pt>
                <c:pt idx="521">
                  <c:v>33603</c:v>
                </c:pt>
                <c:pt idx="522">
                  <c:v>33604</c:v>
                </c:pt>
                <c:pt idx="523">
                  <c:v>33605</c:v>
                </c:pt>
                <c:pt idx="524">
                  <c:v>33606</c:v>
                </c:pt>
                <c:pt idx="525">
                  <c:v>33609</c:v>
                </c:pt>
                <c:pt idx="526">
                  <c:v>33610</c:v>
                </c:pt>
                <c:pt idx="527">
                  <c:v>33611</c:v>
                </c:pt>
                <c:pt idx="528">
                  <c:v>33612</c:v>
                </c:pt>
                <c:pt idx="529">
                  <c:v>33613</c:v>
                </c:pt>
                <c:pt idx="530">
                  <c:v>33616</c:v>
                </c:pt>
                <c:pt idx="531">
                  <c:v>33617</c:v>
                </c:pt>
                <c:pt idx="532">
                  <c:v>33618</c:v>
                </c:pt>
                <c:pt idx="533">
                  <c:v>33619</c:v>
                </c:pt>
                <c:pt idx="534">
                  <c:v>33620</c:v>
                </c:pt>
                <c:pt idx="535">
                  <c:v>33623</c:v>
                </c:pt>
                <c:pt idx="536">
                  <c:v>33624</c:v>
                </c:pt>
                <c:pt idx="537">
                  <c:v>33625</c:v>
                </c:pt>
                <c:pt idx="538">
                  <c:v>33626</c:v>
                </c:pt>
                <c:pt idx="539">
                  <c:v>33627</c:v>
                </c:pt>
                <c:pt idx="540">
                  <c:v>33630</c:v>
                </c:pt>
                <c:pt idx="541">
                  <c:v>33631</c:v>
                </c:pt>
                <c:pt idx="542">
                  <c:v>33632</c:v>
                </c:pt>
                <c:pt idx="543">
                  <c:v>33633</c:v>
                </c:pt>
                <c:pt idx="544">
                  <c:v>33634</c:v>
                </c:pt>
                <c:pt idx="545">
                  <c:v>33637</c:v>
                </c:pt>
                <c:pt idx="546">
                  <c:v>33638</c:v>
                </c:pt>
                <c:pt idx="547">
                  <c:v>33639</c:v>
                </c:pt>
                <c:pt idx="548">
                  <c:v>33640</c:v>
                </c:pt>
                <c:pt idx="549">
                  <c:v>33641</c:v>
                </c:pt>
                <c:pt idx="550">
                  <c:v>33644</c:v>
                </c:pt>
                <c:pt idx="551">
                  <c:v>33645</c:v>
                </c:pt>
                <c:pt idx="552">
                  <c:v>33646</c:v>
                </c:pt>
                <c:pt idx="553">
                  <c:v>33647</c:v>
                </c:pt>
                <c:pt idx="554">
                  <c:v>33648</c:v>
                </c:pt>
                <c:pt idx="555">
                  <c:v>33651</c:v>
                </c:pt>
                <c:pt idx="556">
                  <c:v>33652</c:v>
                </c:pt>
                <c:pt idx="557">
                  <c:v>33653</c:v>
                </c:pt>
                <c:pt idx="558">
                  <c:v>33654</c:v>
                </c:pt>
                <c:pt idx="559">
                  <c:v>33655</c:v>
                </c:pt>
                <c:pt idx="560">
                  <c:v>33658</c:v>
                </c:pt>
                <c:pt idx="561">
                  <c:v>33659</c:v>
                </c:pt>
                <c:pt idx="562">
                  <c:v>33660</c:v>
                </c:pt>
                <c:pt idx="563">
                  <c:v>33661</c:v>
                </c:pt>
                <c:pt idx="564">
                  <c:v>33662</c:v>
                </c:pt>
                <c:pt idx="565">
                  <c:v>33665</c:v>
                </c:pt>
                <c:pt idx="566">
                  <c:v>33666</c:v>
                </c:pt>
                <c:pt idx="567">
                  <c:v>33667</c:v>
                </c:pt>
                <c:pt idx="568">
                  <c:v>33668</c:v>
                </c:pt>
                <c:pt idx="569">
                  <c:v>33669</c:v>
                </c:pt>
                <c:pt idx="570">
                  <c:v>33672</c:v>
                </c:pt>
                <c:pt idx="571">
                  <c:v>33673</c:v>
                </c:pt>
                <c:pt idx="572">
                  <c:v>33674</c:v>
                </c:pt>
                <c:pt idx="573">
                  <c:v>33675</c:v>
                </c:pt>
                <c:pt idx="574">
                  <c:v>33676</c:v>
                </c:pt>
                <c:pt idx="575">
                  <c:v>33679</c:v>
                </c:pt>
                <c:pt idx="576">
                  <c:v>33680</c:v>
                </c:pt>
                <c:pt idx="577">
                  <c:v>33681</c:v>
                </c:pt>
                <c:pt idx="578">
                  <c:v>33682</c:v>
                </c:pt>
                <c:pt idx="579">
                  <c:v>33683</c:v>
                </c:pt>
                <c:pt idx="580">
                  <c:v>33686</c:v>
                </c:pt>
                <c:pt idx="581">
                  <c:v>33687</c:v>
                </c:pt>
                <c:pt idx="582">
                  <c:v>33688</c:v>
                </c:pt>
                <c:pt idx="583">
                  <c:v>33689</c:v>
                </c:pt>
                <c:pt idx="584">
                  <c:v>33690</c:v>
                </c:pt>
                <c:pt idx="585">
                  <c:v>33693</c:v>
                </c:pt>
                <c:pt idx="586">
                  <c:v>33694</c:v>
                </c:pt>
                <c:pt idx="587">
                  <c:v>33695</c:v>
                </c:pt>
                <c:pt idx="588">
                  <c:v>33696</c:v>
                </c:pt>
                <c:pt idx="589">
                  <c:v>33697</c:v>
                </c:pt>
                <c:pt idx="590">
                  <c:v>33700</c:v>
                </c:pt>
                <c:pt idx="591">
                  <c:v>33701</c:v>
                </c:pt>
                <c:pt idx="592">
                  <c:v>33702</c:v>
                </c:pt>
                <c:pt idx="593">
                  <c:v>33703</c:v>
                </c:pt>
                <c:pt idx="594">
                  <c:v>33704</c:v>
                </c:pt>
                <c:pt idx="595">
                  <c:v>33707</c:v>
                </c:pt>
                <c:pt idx="596">
                  <c:v>33708</c:v>
                </c:pt>
                <c:pt idx="597">
                  <c:v>33709</c:v>
                </c:pt>
                <c:pt idx="598">
                  <c:v>33710</c:v>
                </c:pt>
                <c:pt idx="599">
                  <c:v>33711</c:v>
                </c:pt>
                <c:pt idx="600">
                  <c:v>33714</c:v>
                </c:pt>
                <c:pt idx="601">
                  <c:v>33715</c:v>
                </c:pt>
                <c:pt idx="602">
                  <c:v>33716</c:v>
                </c:pt>
                <c:pt idx="603">
                  <c:v>33717</c:v>
                </c:pt>
                <c:pt idx="604">
                  <c:v>33718</c:v>
                </c:pt>
                <c:pt idx="605">
                  <c:v>33721</c:v>
                </c:pt>
                <c:pt idx="606">
                  <c:v>33722</c:v>
                </c:pt>
                <c:pt idx="607">
                  <c:v>33723</c:v>
                </c:pt>
                <c:pt idx="608">
                  <c:v>33724</c:v>
                </c:pt>
                <c:pt idx="609">
                  <c:v>33725</c:v>
                </c:pt>
                <c:pt idx="610">
                  <c:v>33728</c:v>
                </c:pt>
                <c:pt idx="611">
                  <c:v>33729</c:v>
                </c:pt>
                <c:pt idx="612">
                  <c:v>33730</c:v>
                </c:pt>
                <c:pt idx="613">
                  <c:v>33731</c:v>
                </c:pt>
                <c:pt idx="614">
                  <c:v>33732</c:v>
                </c:pt>
                <c:pt idx="615">
                  <c:v>33735</c:v>
                </c:pt>
                <c:pt idx="616">
                  <c:v>33736</c:v>
                </c:pt>
                <c:pt idx="617">
                  <c:v>33737</c:v>
                </c:pt>
                <c:pt idx="618">
                  <c:v>33738</c:v>
                </c:pt>
                <c:pt idx="619">
                  <c:v>33739</c:v>
                </c:pt>
                <c:pt idx="620">
                  <c:v>33742</c:v>
                </c:pt>
                <c:pt idx="621">
                  <c:v>33743</c:v>
                </c:pt>
                <c:pt idx="622">
                  <c:v>33744</c:v>
                </c:pt>
                <c:pt idx="623">
                  <c:v>33745</c:v>
                </c:pt>
                <c:pt idx="624">
                  <c:v>33746</c:v>
                </c:pt>
                <c:pt idx="625">
                  <c:v>33749</c:v>
                </c:pt>
                <c:pt idx="626">
                  <c:v>33750</c:v>
                </c:pt>
                <c:pt idx="627">
                  <c:v>33751</c:v>
                </c:pt>
                <c:pt idx="628">
                  <c:v>33752</c:v>
                </c:pt>
                <c:pt idx="629">
                  <c:v>33753</c:v>
                </c:pt>
                <c:pt idx="630">
                  <c:v>33756</c:v>
                </c:pt>
                <c:pt idx="631">
                  <c:v>33757</c:v>
                </c:pt>
                <c:pt idx="632">
                  <c:v>33758</c:v>
                </c:pt>
                <c:pt idx="633">
                  <c:v>33759</c:v>
                </c:pt>
                <c:pt idx="634">
                  <c:v>33760</c:v>
                </c:pt>
                <c:pt idx="635">
                  <c:v>33763</c:v>
                </c:pt>
                <c:pt idx="636">
                  <c:v>33764</c:v>
                </c:pt>
                <c:pt idx="637">
                  <c:v>33765</c:v>
                </c:pt>
                <c:pt idx="638">
                  <c:v>33766</c:v>
                </c:pt>
                <c:pt idx="639">
                  <c:v>33767</c:v>
                </c:pt>
                <c:pt idx="640">
                  <c:v>33770</c:v>
                </c:pt>
                <c:pt idx="641">
                  <c:v>33771</c:v>
                </c:pt>
                <c:pt idx="642">
                  <c:v>33772</c:v>
                </c:pt>
                <c:pt idx="643">
                  <c:v>33773</c:v>
                </c:pt>
                <c:pt idx="644">
                  <c:v>33774</c:v>
                </c:pt>
                <c:pt idx="645">
                  <c:v>33777</c:v>
                </c:pt>
                <c:pt idx="646">
                  <c:v>33778</c:v>
                </c:pt>
                <c:pt idx="647">
                  <c:v>33779</c:v>
                </c:pt>
                <c:pt idx="648">
                  <c:v>33780</c:v>
                </c:pt>
                <c:pt idx="649">
                  <c:v>33781</c:v>
                </c:pt>
                <c:pt idx="650">
                  <c:v>33784</c:v>
                </c:pt>
                <c:pt idx="651">
                  <c:v>33785</c:v>
                </c:pt>
                <c:pt idx="652">
                  <c:v>33786</c:v>
                </c:pt>
                <c:pt idx="653">
                  <c:v>33787</c:v>
                </c:pt>
                <c:pt idx="654">
                  <c:v>33788</c:v>
                </c:pt>
                <c:pt idx="655">
                  <c:v>33791</c:v>
                </c:pt>
                <c:pt idx="656">
                  <c:v>33792</c:v>
                </c:pt>
                <c:pt idx="657">
                  <c:v>33793</c:v>
                </c:pt>
                <c:pt idx="658">
                  <c:v>33794</c:v>
                </c:pt>
                <c:pt idx="659">
                  <c:v>33795</c:v>
                </c:pt>
                <c:pt idx="660">
                  <c:v>33798</c:v>
                </c:pt>
                <c:pt idx="661">
                  <c:v>33799</c:v>
                </c:pt>
                <c:pt idx="662">
                  <c:v>33800</c:v>
                </c:pt>
                <c:pt idx="663">
                  <c:v>33801</c:v>
                </c:pt>
                <c:pt idx="664">
                  <c:v>33802</c:v>
                </c:pt>
                <c:pt idx="665">
                  <c:v>33805</c:v>
                </c:pt>
                <c:pt idx="666">
                  <c:v>33806</c:v>
                </c:pt>
                <c:pt idx="667">
                  <c:v>33807</c:v>
                </c:pt>
                <c:pt idx="668">
                  <c:v>33808</c:v>
                </c:pt>
                <c:pt idx="669">
                  <c:v>33809</c:v>
                </c:pt>
                <c:pt idx="670">
                  <c:v>33812</c:v>
                </c:pt>
                <c:pt idx="671">
                  <c:v>33813</c:v>
                </c:pt>
                <c:pt idx="672">
                  <c:v>33814</c:v>
                </c:pt>
                <c:pt idx="673">
                  <c:v>33815</c:v>
                </c:pt>
                <c:pt idx="674">
                  <c:v>33816</c:v>
                </c:pt>
                <c:pt idx="675">
                  <c:v>33819</c:v>
                </c:pt>
                <c:pt idx="676">
                  <c:v>33820</c:v>
                </c:pt>
                <c:pt idx="677">
                  <c:v>33821</c:v>
                </c:pt>
                <c:pt idx="678">
                  <c:v>33822</c:v>
                </c:pt>
                <c:pt idx="679">
                  <c:v>33823</c:v>
                </c:pt>
                <c:pt idx="680">
                  <c:v>33826</c:v>
                </c:pt>
                <c:pt idx="681">
                  <c:v>33827</c:v>
                </c:pt>
                <c:pt idx="682">
                  <c:v>33828</c:v>
                </c:pt>
                <c:pt idx="683">
                  <c:v>33829</c:v>
                </c:pt>
                <c:pt idx="684">
                  <c:v>33830</c:v>
                </c:pt>
                <c:pt idx="685">
                  <c:v>33833</c:v>
                </c:pt>
                <c:pt idx="686">
                  <c:v>33834</c:v>
                </c:pt>
                <c:pt idx="687">
                  <c:v>33835</c:v>
                </c:pt>
                <c:pt idx="688">
                  <c:v>33836</c:v>
                </c:pt>
                <c:pt idx="689">
                  <c:v>33837</c:v>
                </c:pt>
                <c:pt idx="690">
                  <c:v>33840</c:v>
                </c:pt>
                <c:pt idx="691">
                  <c:v>33841</c:v>
                </c:pt>
                <c:pt idx="692">
                  <c:v>33842</c:v>
                </c:pt>
                <c:pt idx="693">
                  <c:v>33843</c:v>
                </c:pt>
                <c:pt idx="694">
                  <c:v>33844</c:v>
                </c:pt>
                <c:pt idx="695">
                  <c:v>33847</c:v>
                </c:pt>
                <c:pt idx="696">
                  <c:v>33848</c:v>
                </c:pt>
                <c:pt idx="697">
                  <c:v>33849</c:v>
                </c:pt>
                <c:pt idx="698">
                  <c:v>33850</c:v>
                </c:pt>
                <c:pt idx="699">
                  <c:v>33851</c:v>
                </c:pt>
                <c:pt idx="700">
                  <c:v>33854</c:v>
                </c:pt>
                <c:pt idx="701">
                  <c:v>33855</c:v>
                </c:pt>
                <c:pt idx="702">
                  <c:v>33856</c:v>
                </c:pt>
                <c:pt idx="703">
                  <c:v>33857</c:v>
                </c:pt>
                <c:pt idx="704">
                  <c:v>33858</c:v>
                </c:pt>
                <c:pt idx="705">
                  <c:v>33861</c:v>
                </c:pt>
                <c:pt idx="706">
                  <c:v>33862</c:v>
                </c:pt>
                <c:pt idx="707">
                  <c:v>33863</c:v>
                </c:pt>
                <c:pt idx="708">
                  <c:v>33864</c:v>
                </c:pt>
                <c:pt idx="709">
                  <c:v>33865</c:v>
                </c:pt>
                <c:pt idx="710">
                  <c:v>33868</c:v>
                </c:pt>
                <c:pt idx="711">
                  <c:v>33869</c:v>
                </c:pt>
                <c:pt idx="712">
                  <c:v>33870</c:v>
                </c:pt>
                <c:pt idx="713">
                  <c:v>33871</c:v>
                </c:pt>
                <c:pt idx="714">
                  <c:v>33872</c:v>
                </c:pt>
                <c:pt idx="715">
                  <c:v>33875</c:v>
                </c:pt>
                <c:pt idx="716">
                  <c:v>33876</c:v>
                </c:pt>
                <c:pt idx="717">
                  <c:v>33877</c:v>
                </c:pt>
                <c:pt idx="718">
                  <c:v>33878</c:v>
                </c:pt>
                <c:pt idx="719">
                  <c:v>33879</c:v>
                </c:pt>
                <c:pt idx="720">
                  <c:v>33882</c:v>
                </c:pt>
                <c:pt idx="721">
                  <c:v>33883</c:v>
                </c:pt>
                <c:pt idx="722">
                  <c:v>33884</c:v>
                </c:pt>
                <c:pt idx="723">
                  <c:v>33885</c:v>
                </c:pt>
                <c:pt idx="724">
                  <c:v>33886</c:v>
                </c:pt>
                <c:pt idx="725">
                  <c:v>33889</c:v>
                </c:pt>
                <c:pt idx="726">
                  <c:v>33890</c:v>
                </c:pt>
                <c:pt idx="727">
                  <c:v>33891</c:v>
                </c:pt>
                <c:pt idx="728">
                  <c:v>33892</c:v>
                </c:pt>
                <c:pt idx="729">
                  <c:v>33893</c:v>
                </c:pt>
                <c:pt idx="730">
                  <c:v>33896</c:v>
                </c:pt>
                <c:pt idx="731">
                  <c:v>33897</c:v>
                </c:pt>
                <c:pt idx="732">
                  <c:v>33898</c:v>
                </c:pt>
                <c:pt idx="733">
                  <c:v>33899</c:v>
                </c:pt>
                <c:pt idx="734">
                  <c:v>33900</c:v>
                </c:pt>
                <c:pt idx="735">
                  <c:v>33903</c:v>
                </c:pt>
                <c:pt idx="736">
                  <c:v>33904</c:v>
                </c:pt>
                <c:pt idx="737">
                  <c:v>33905</c:v>
                </c:pt>
                <c:pt idx="738">
                  <c:v>33906</c:v>
                </c:pt>
                <c:pt idx="739">
                  <c:v>33907</c:v>
                </c:pt>
                <c:pt idx="740">
                  <c:v>33910</c:v>
                </c:pt>
                <c:pt idx="741">
                  <c:v>33911</c:v>
                </c:pt>
                <c:pt idx="742">
                  <c:v>33912</c:v>
                </c:pt>
                <c:pt idx="743">
                  <c:v>33913</c:v>
                </c:pt>
                <c:pt idx="744">
                  <c:v>33914</c:v>
                </c:pt>
                <c:pt idx="745">
                  <c:v>33917</c:v>
                </c:pt>
                <c:pt idx="746">
                  <c:v>33918</c:v>
                </c:pt>
                <c:pt idx="747">
                  <c:v>33919</c:v>
                </c:pt>
                <c:pt idx="748">
                  <c:v>33920</c:v>
                </c:pt>
                <c:pt idx="749">
                  <c:v>33921</c:v>
                </c:pt>
                <c:pt idx="750">
                  <c:v>33924</c:v>
                </c:pt>
                <c:pt idx="751">
                  <c:v>33925</c:v>
                </c:pt>
                <c:pt idx="752">
                  <c:v>33926</c:v>
                </c:pt>
                <c:pt idx="753">
                  <c:v>33927</c:v>
                </c:pt>
                <c:pt idx="754">
                  <c:v>33928</c:v>
                </c:pt>
                <c:pt idx="755">
                  <c:v>33931</c:v>
                </c:pt>
                <c:pt idx="756">
                  <c:v>33932</c:v>
                </c:pt>
                <c:pt idx="757">
                  <c:v>33933</c:v>
                </c:pt>
                <c:pt idx="758">
                  <c:v>33934</c:v>
                </c:pt>
                <c:pt idx="759">
                  <c:v>33935</c:v>
                </c:pt>
                <c:pt idx="760">
                  <c:v>33938</c:v>
                </c:pt>
                <c:pt idx="761">
                  <c:v>33939</c:v>
                </c:pt>
                <c:pt idx="762">
                  <c:v>33940</c:v>
                </c:pt>
                <c:pt idx="763">
                  <c:v>33941</c:v>
                </c:pt>
                <c:pt idx="764">
                  <c:v>33942</c:v>
                </c:pt>
                <c:pt idx="765">
                  <c:v>33945</c:v>
                </c:pt>
                <c:pt idx="766">
                  <c:v>33946</c:v>
                </c:pt>
                <c:pt idx="767">
                  <c:v>33947</c:v>
                </c:pt>
                <c:pt idx="768">
                  <c:v>33948</c:v>
                </c:pt>
                <c:pt idx="769">
                  <c:v>33949</c:v>
                </c:pt>
                <c:pt idx="770">
                  <c:v>33952</c:v>
                </c:pt>
                <c:pt idx="771">
                  <c:v>33953</c:v>
                </c:pt>
                <c:pt idx="772">
                  <c:v>33954</c:v>
                </c:pt>
                <c:pt idx="773">
                  <c:v>33955</c:v>
                </c:pt>
                <c:pt idx="774">
                  <c:v>33956</c:v>
                </c:pt>
                <c:pt idx="775">
                  <c:v>33959</c:v>
                </c:pt>
                <c:pt idx="776">
                  <c:v>33960</c:v>
                </c:pt>
                <c:pt idx="777">
                  <c:v>33961</c:v>
                </c:pt>
                <c:pt idx="778">
                  <c:v>33962</c:v>
                </c:pt>
                <c:pt idx="779">
                  <c:v>33963</c:v>
                </c:pt>
                <c:pt idx="780">
                  <c:v>33966</c:v>
                </c:pt>
                <c:pt idx="781">
                  <c:v>33967</c:v>
                </c:pt>
                <c:pt idx="782">
                  <c:v>33968</c:v>
                </c:pt>
                <c:pt idx="783">
                  <c:v>33969</c:v>
                </c:pt>
                <c:pt idx="784">
                  <c:v>33970</c:v>
                </c:pt>
                <c:pt idx="785">
                  <c:v>33973</c:v>
                </c:pt>
                <c:pt idx="786">
                  <c:v>33974</c:v>
                </c:pt>
                <c:pt idx="787">
                  <c:v>33975</c:v>
                </c:pt>
                <c:pt idx="788">
                  <c:v>33976</c:v>
                </c:pt>
                <c:pt idx="789">
                  <c:v>33977</c:v>
                </c:pt>
                <c:pt idx="790">
                  <c:v>33980</c:v>
                </c:pt>
                <c:pt idx="791">
                  <c:v>33981</c:v>
                </c:pt>
                <c:pt idx="792">
                  <c:v>33982</c:v>
                </c:pt>
                <c:pt idx="793">
                  <c:v>33983</c:v>
                </c:pt>
                <c:pt idx="794">
                  <c:v>33984</c:v>
                </c:pt>
                <c:pt idx="795">
                  <c:v>33987</c:v>
                </c:pt>
                <c:pt idx="796">
                  <c:v>33988</c:v>
                </c:pt>
                <c:pt idx="797">
                  <c:v>33989</c:v>
                </c:pt>
                <c:pt idx="798">
                  <c:v>33990</c:v>
                </c:pt>
                <c:pt idx="799">
                  <c:v>33991</c:v>
                </c:pt>
                <c:pt idx="800">
                  <c:v>33994</c:v>
                </c:pt>
                <c:pt idx="801">
                  <c:v>33995</c:v>
                </c:pt>
                <c:pt idx="802">
                  <c:v>33996</c:v>
                </c:pt>
                <c:pt idx="803">
                  <c:v>33997</c:v>
                </c:pt>
                <c:pt idx="804">
                  <c:v>33998</c:v>
                </c:pt>
                <c:pt idx="805">
                  <c:v>34001</c:v>
                </c:pt>
                <c:pt idx="806">
                  <c:v>34002</c:v>
                </c:pt>
                <c:pt idx="807">
                  <c:v>34003</c:v>
                </c:pt>
                <c:pt idx="808">
                  <c:v>34004</c:v>
                </c:pt>
                <c:pt idx="809">
                  <c:v>34005</c:v>
                </c:pt>
                <c:pt idx="810">
                  <c:v>34008</c:v>
                </c:pt>
                <c:pt idx="811">
                  <c:v>34009</c:v>
                </c:pt>
                <c:pt idx="812">
                  <c:v>34010</c:v>
                </c:pt>
                <c:pt idx="813">
                  <c:v>34011</c:v>
                </c:pt>
                <c:pt idx="814">
                  <c:v>34012</c:v>
                </c:pt>
                <c:pt idx="815">
                  <c:v>34015</c:v>
                </c:pt>
                <c:pt idx="816">
                  <c:v>34016</c:v>
                </c:pt>
                <c:pt idx="817">
                  <c:v>34017</c:v>
                </c:pt>
                <c:pt idx="818">
                  <c:v>34018</c:v>
                </c:pt>
                <c:pt idx="819">
                  <c:v>34019</c:v>
                </c:pt>
                <c:pt idx="820">
                  <c:v>34022</c:v>
                </c:pt>
                <c:pt idx="821">
                  <c:v>34023</c:v>
                </c:pt>
                <c:pt idx="822">
                  <c:v>34024</c:v>
                </c:pt>
                <c:pt idx="823">
                  <c:v>34025</c:v>
                </c:pt>
                <c:pt idx="824">
                  <c:v>34026</c:v>
                </c:pt>
                <c:pt idx="825">
                  <c:v>34029</c:v>
                </c:pt>
                <c:pt idx="826">
                  <c:v>34030</c:v>
                </c:pt>
                <c:pt idx="827">
                  <c:v>34031</c:v>
                </c:pt>
                <c:pt idx="828">
                  <c:v>34032</c:v>
                </c:pt>
                <c:pt idx="829">
                  <c:v>34033</c:v>
                </c:pt>
                <c:pt idx="830">
                  <c:v>34036</c:v>
                </c:pt>
                <c:pt idx="831">
                  <c:v>34037</c:v>
                </c:pt>
                <c:pt idx="832">
                  <c:v>34038</c:v>
                </c:pt>
                <c:pt idx="833">
                  <c:v>34039</c:v>
                </c:pt>
                <c:pt idx="834">
                  <c:v>34040</c:v>
                </c:pt>
                <c:pt idx="835">
                  <c:v>34043</c:v>
                </c:pt>
                <c:pt idx="836">
                  <c:v>34044</c:v>
                </c:pt>
                <c:pt idx="837">
                  <c:v>34045</c:v>
                </c:pt>
                <c:pt idx="838">
                  <c:v>34046</c:v>
                </c:pt>
                <c:pt idx="839">
                  <c:v>34047</c:v>
                </c:pt>
                <c:pt idx="840">
                  <c:v>34050</c:v>
                </c:pt>
                <c:pt idx="841">
                  <c:v>34051</c:v>
                </c:pt>
                <c:pt idx="842">
                  <c:v>34052</c:v>
                </c:pt>
                <c:pt idx="843">
                  <c:v>34053</c:v>
                </c:pt>
                <c:pt idx="844">
                  <c:v>34054</c:v>
                </c:pt>
                <c:pt idx="845">
                  <c:v>34057</c:v>
                </c:pt>
                <c:pt idx="846">
                  <c:v>34058</c:v>
                </c:pt>
                <c:pt idx="847">
                  <c:v>34059</c:v>
                </c:pt>
                <c:pt idx="848">
                  <c:v>34060</c:v>
                </c:pt>
                <c:pt idx="849">
                  <c:v>34061</c:v>
                </c:pt>
                <c:pt idx="850">
                  <c:v>34064</c:v>
                </c:pt>
                <c:pt idx="851">
                  <c:v>34065</c:v>
                </c:pt>
                <c:pt idx="852">
                  <c:v>34066</c:v>
                </c:pt>
                <c:pt idx="853">
                  <c:v>34067</c:v>
                </c:pt>
                <c:pt idx="854">
                  <c:v>34068</c:v>
                </c:pt>
                <c:pt idx="855">
                  <c:v>34071</c:v>
                </c:pt>
                <c:pt idx="856">
                  <c:v>34072</c:v>
                </c:pt>
                <c:pt idx="857">
                  <c:v>34073</c:v>
                </c:pt>
                <c:pt idx="858">
                  <c:v>34074</c:v>
                </c:pt>
                <c:pt idx="859">
                  <c:v>34075</c:v>
                </c:pt>
                <c:pt idx="860">
                  <c:v>34078</c:v>
                </c:pt>
                <c:pt idx="861">
                  <c:v>34079</c:v>
                </c:pt>
                <c:pt idx="862">
                  <c:v>34080</c:v>
                </c:pt>
                <c:pt idx="863">
                  <c:v>34081</c:v>
                </c:pt>
                <c:pt idx="864">
                  <c:v>34082</c:v>
                </c:pt>
                <c:pt idx="865">
                  <c:v>34085</c:v>
                </c:pt>
                <c:pt idx="866">
                  <c:v>34086</c:v>
                </c:pt>
                <c:pt idx="867">
                  <c:v>34087</c:v>
                </c:pt>
                <c:pt idx="868">
                  <c:v>34088</c:v>
                </c:pt>
                <c:pt idx="869">
                  <c:v>34089</c:v>
                </c:pt>
                <c:pt idx="870">
                  <c:v>34092</c:v>
                </c:pt>
                <c:pt idx="871">
                  <c:v>34093</c:v>
                </c:pt>
                <c:pt idx="872">
                  <c:v>34094</c:v>
                </c:pt>
                <c:pt idx="873">
                  <c:v>34095</c:v>
                </c:pt>
                <c:pt idx="874">
                  <c:v>34096</c:v>
                </c:pt>
                <c:pt idx="875">
                  <c:v>34099</c:v>
                </c:pt>
                <c:pt idx="876">
                  <c:v>34100</c:v>
                </c:pt>
                <c:pt idx="877">
                  <c:v>34101</c:v>
                </c:pt>
                <c:pt idx="878">
                  <c:v>34102</c:v>
                </c:pt>
                <c:pt idx="879">
                  <c:v>34103</c:v>
                </c:pt>
                <c:pt idx="880">
                  <c:v>34106</c:v>
                </c:pt>
                <c:pt idx="881">
                  <c:v>34107</c:v>
                </c:pt>
                <c:pt idx="882">
                  <c:v>34108</c:v>
                </c:pt>
                <c:pt idx="883">
                  <c:v>34109</c:v>
                </c:pt>
                <c:pt idx="884">
                  <c:v>34110</c:v>
                </c:pt>
                <c:pt idx="885">
                  <c:v>34113</c:v>
                </c:pt>
                <c:pt idx="886">
                  <c:v>34114</c:v>
                </c:pt>
                <c:pt idx="887">
                  <c:v>34115</c:v>
                </c:pt>
                <c:pt idx="888">
                  <c:v>34116</c:v>
                </c:pt>
                <c:pt idx="889">
                  <c:v>34117</c:v>
                </c:pt>
                <c:pt idx="890">
                  <c:v>34120</c:v>
                </c:pt>
                <c:pt idx="891">
                  <c:v>34121</c:v>
                </c:pt>
                <c:pt idx="892">
                  <c:v>34122</c:v>
                </c:pt>
                <c:pt idx="893">
                  <c:v>34123</c:v>
                </c:pt>
                <c:pt idx="894">
                  <c:v>34124</c:v>
                </c:pt>
                <c:pt idx="895">
                  <c:v>34127</c:v>
                </c:pt>
                <c:pt idx="896">
                  <c:v>34128</c:v>
                </c:pt>
                <c:pt idx="897">
                  <c:v>34129</c:v>
                </c:pt>
                <c:pt idx="898">
                  <c:v>34130</c:v>
                </c:pt>
                <c:pt idx="899">
                  <c:v>34131</c:v>
                </c:pt>
                <c:pt idx="900">
                  <c:v>34134</c:v>
                </c:pt>
                <c:pt idx="901">
                  <c:v>34135</c:v>
                </c:pt>
                <c:pt idx="902">
                  <c:v>34136</c:v>
                </c:pt>
                <c:pt idx="903">
                  <c:v>34137</c:v>
                </c:pt>
                <c:pt idx="904">
                  <c:v>34138</c:v>
                </c:pt>
                <c:pt idx="905">
                  <c:v>34141</c:v>
                </c:pt>
                <c:pt idx="906">
                  <c:v>34142</c:v>
                </c:pt>
                <c:pt idx="907">
                  <c:v>34143</c:v>
                </c:pt>
                <c:pt idx="908">
                  <c:v>34144</c:v>
                </c:pt>
                <c:pt idx="909">
                  <c:v>34145</c:v>
                </c:pt>
                <c:pt idx="910">
                  <c:v>34148</c:v>
                </c:pt>
                <c:pt idx="911">
                  <c:v>34149</c:v>
                </c:pt>
                <c:pt idx="912">
                  <c:v>34150</c:v>
                </c:pt>
                <c:pt idx="913">
                  <c:v>34151</c:v>
                </c:pt>
                <c:pt idx="914">
                  <c:v>34152</c:v>
                </c:pt>
                <c:pt idx="915">
                  <c:v>34155</c:v>
                </c:pt>
                <c:pt idx="916">
                  <c:v>34156</c:v>
                </c:pt>
                <c:pt idx="917">
                  <c:v>34157</c:v>
                </c:pt>
                <c:pt idx="918">
                  <c:v>34158</c:v>
                </c:pt>
                <c:pt idx="919">
                  <c:v>34159</c:v>
                </c:pt>
                <c:pt idx="920">
                  <c:v>34162</c:v>
                </c:pt>
                <c:pt idx="921">
                  <c:v>34163</c:v>
                </c:pt>
                <c:pt idx="922">
                  <c:v>34164</c:v>
                </c:pt>
                <c:pt idx="923">
                  <c:v>34165</c:v>
                </c:pt>
                <c:pt idx="924">
                  <c:v>34166</c:v>
                </c:pt>
                <c:pt idx="925">
                  <c:v>34169</c:v>
                </c:pt>
                <c:pt idx="926">
                  <c:v>34170</c:v>
                </c:pt>
                <c:pt idx="927">
                  <c:v>34171</c:v>
                </c:pt>
                <c:pt idx="928">
                  <c:v>34172</c:v>
                </c:pt>
                <c:pt idx="929">
                  <c:v>34173</c:v>
                </c:pt>
                <c:pt idx="930">
                  <c:v>34176</c:v>
                </c:pt>
                <c:pt idx="931">
                  <c:v>34177</c:v>
                </c:pt>
                <c:pt idx="932">
                  <c:v>34178</c:v>
                </c:pt>
                <c:pt idx="933">
                  <c:v>34179</c:v>
                </c:pt>
                <c:pt idx="934">
                  <c:v>34180</c:v>
                </c:pt>
                <c:pt idx="935">
                  <c:v>34183</c:v>
                </c:pt>
                <c:pt idx="936">
                  <c:v>34184</c:v>
                </c:pt>
                <c:pt idx="937">
                  <c:v>34185</c:v>
                </c:pt>
                <c:pt idx="938">
                  <c:v>34186</c:v>
                </c:pt>
                <c:pt idx="939">
                  <c:v>34187</c:v>
                </c:pt>
                <c:pt idx="940">
                  <c:v>34190</c:v>
                </c:pt>
                <c:pt idx="941">
                  <c:v>34191</c:v>
                </c:pt>
                <c:pt idx="942">
                  <c:v>34192</c:v>
                </c:pt>
                <c:pt idx="943">
                  <c:v>34193</c:v>
                </c:pt>
                <c:pt idx="944">
                  <c:v>34194</c:v>
                </c:pt>
                <c:pt idx="945">
                  <c:v>34197</c:v>
                </c:pt>
                <c:pt idx="946">
                  <c:v>34198</c:v>
                </c:pt>
                <c:pt idx="947">
                  <c:v>34199</c:v>
                </c:pt>
                <c:pt idx="948">
                  <c:v>34200</c:v>
                </c:pt>
                <c:pt idx="949">
                  <c:v>34201</c:v>
                </c:pt>
                <c:pt idx="950">
                  <c:v>34204</c:v>
                </c:pt>
                <c:pt idx="951">
                  <c:v>34205</c:v>
                </c:pt>
                <c:pt idx="952">
                  <c:v>34206</c:v>
                </c:pt>
                <c:pt idx="953">
                  <c:v>34207</c:v>
                </c:pt>
                <c:pt idx="954">
                  <c:v>34208</c:v>
                </c:pt>
                <c:pt idx="955">
                  <c:v>34211</c:v>
                </c:pt>
                <c:pt idx="956">
                  <c:v>34212</c:v>
                </c:pt>
                <c:pt idx="957">
                  <c:v>34213</c:v>
                </c:pt>
                <c:pt idx="958">
                  <c:v>34214</c:v>
                </c:pt>
                <c:pt idx="959">
                  <c:v>34215</c:v>
                </c:pt>
                <c:pt idx="960">
                  <c:v>34218</c:v>
                </c:pt>
                <c:pt idx="961">
                  <c:v>34219</c:v>
                </c:pt>
                <c:pt idx="962">
                  <c:v>34220</c:v>
                </c:pt>
                <c:pt idx="963">
                  <c:v>34221</c:v>
                </c:pt>
                <c:pt idx="964">
                  <c:v>34222</c:v>
                </c:pt>
                <c:pt idx="965">
                  <c:v>34225</c:v>
                </c:pt>
                <c:pt idx="966">
                  <c:v>34226</c:v>
                </c:pt>
                <c:pt idx="967">
                  <c:v>34227</c:v>
                </c:pt>
                <c:pt idx="968">
                  <c:v>34228</c:v>
                </c:pt>
                <c:pt idx="969">
                  <c:v>34229</c:v>
                </c:pt>
                <c:pt idx="970">
                  <c:v>34232</c:v>
                </c:pt>
                <c:pt idx="971">
                  <c:v>34233</c:v>
                </c:pt>
                <c:pt idx="972">
                  <c:v>34234</c:v>
                </c:pt>
                <c:pt idx="973">
                  <c:v>34235</c:v>
                </c:pt>
                <c:pt idx="974">
                  <c:v>34236</c:v>
                </c:pt>
                <c:pt idx="975">
                  <c:v>34239</c:v>
                </c:pt>
                <c:pt idx="976">
                  <c:v>34240</c:v>
                </c:pt>
                <c:pt idx="977">
                  <c:v>34241</c:v>
                </c:pt>
                <c:pt idx="978">
                  <c:v>34242</c:v>
                </c:pt>
                <c:pt idx="979">
                  <c:v>34243</c:v>
                </c:pt>
                <c:pt idx="980">
                  <c:v>34246</c:v>
                </c:pt>
                <c:pt idx="981">
                  <c:v>34247</c:v>
                </c:pt>
                <c:pt idx="982">
                  <c:v>34248</c:v>
                </c:pt>
                <c:pt idx="983">
                  <c:v>34249</c:v>
                </c:pt>
                <c:pt idx="984">
                  <c:v>34250</c:v>
                </c:pt>
                <c:pt idx="985">
                  <c:v>34253</c:v>
                </c:pt>
                <c:pt idx="986">
                  <c:v>34254</c:v>
                </c:pt>
                <c:pt idx="987">
                  <c:v>34255</c:v>
                </c:pt>
                <c:pt idx="988">
                  <c:v>34256</c:v>
                </c:pt>
                <c:pt idx="989">
                  <c:v>34257</c:v>
                </c:pt>
                <c:pt idx="990">
                  <c:v>34260</c:v>
                </c:pt>
                <c:pt idx="991">
                  <c:v>34261</c:v>
                </c:pt>
                <c:pt idx="992">
                  <c:v>34262</c:v>
                </c:pt>
                <c:pt idx="993">
                  <c:v>34263</c:v>
                </c:pt>
                <c:pt idx="994">
                  <c:v>34264</c:v>
                </c:pt>
                <c:pt idx="995">
                  <c:v>34267</c:v>
                </c:pt>
                <c:pt idx="996">
                  <c:v>34268</c:v>
                </c:pt>
                <c:pt idx="997">
                  <c:v>34269</c:v>
                </c:pt>
                <c:pt idx="998">
                  <c:v>34270</c:v>
                </c:pt>
                <c:pt idx="999">
                  <c:v>34271</c:v>
                </c:pt>
                <c:pt idx="1000">
                  <c:v>34274</c:v>
                </c:pt>
                <c:pt idx="1001">
                  <c:v>34275</c:v>
                </c:pt>
                <c:pt idx="1002">
                  <c:v>34276</c:v>
                </c:pt>
                <c:pt idx="1003">
                  <c:v>34277</c:v>
                </c:pt>
                <c:pt idx="1004">
                  <c:v>34278</c:v>
                </c:pt>
                <c:pt idx="1005">
                  <c:v>34281</c:v>
                </c:pt>
                <c:pt idx="1006">
                  <c:v>34282</c:v>
                </c:pt>
                <c:pt idx="1007">
                  <c:v>34283</c:v>
                </c:pt>
                <c:pt idx="1008">
                  <c:v>34284</c:v>
                </c:pt>
                <c:pt idx="1009">
                  <c:v>34285</c:v>
                </c:pt>
                <c:pt idx="1010">
                  <c:v>34288</c:v>
                </c:pt>
                <c:pt idx="1011">
                  <c:v>34289</c:v>
                </c:pt>
                <c:pt idx="1012">
                  <c:v>34290</c:v>
                </c:pt>
                <c:pt idx="1013">
                  <c:v>34291</c:v>
                </c:pt>
                <c:pt idx="1014">
                  <c:v>34292</c:v>
                </c:pt>
                <c:pt idx="1015">
                  <c:v>34295</c:v>
                </c:pt>
                <c:pt idx="1016">
                  <c:v>34296</c:v>
                </c:pt>
                <c:pt idx="1017">
                  <c:v>34297</c:v>
                </c:pt>
                <c:pt idx="1018">
                  <c:v>34298</c:v>
                </c:pt>
                <c:pt idx="1019">
                  <c:v>34299</c:v>
                </c:pt>
                <c:pt idx="1020">
                  <c:v>34302</c:v>
                </c:pt>
                <c:pt idx="1021">
                  <c:v>34303</c:v>
                </c:pt>
                <c:pt idx="1022">
                  <c:v>34304</c:v>
                </c:pt>
                <c:pt idx="1023">
                  <c:v>34305</c:v>
                </c:pt>
                <c:pt idx="1024">
                  <c:v>34306</c:v>
                </c:pt>
                <c:pt idx="1025">
                  <c:v>34309</c:v>
                </c:pt>
                <c:pt idx="1026">
                  <c:v>34310</c:v>
                </c:pt>
                <c:pt idx="1027">
                  <c:v>34311</c:v>
                </c:pt>
                <c:pt idx="1028">
                  <c:v>34312</c:v>
                </c:pt>
                <c:pt idx="1029">
                  <c:v>34313</c:v>
                </c:pt>
                <c:pt idx="1030">
                  <c:v>34316</c:v>
                </c:pt>
                <c:pt idx="1031">
                  <c:v>34317</c:v>
                </c:pt>
                <c:pt idx="1032">
                  <c:v>34318</c:v>
                </c:pt>
                <c:pt idx="1033">
                  <c:v>34319</c:v>
                </c:pt>
                <c:pt idx="1034">
                  <c:v>34320</c:v>
                </c:pt>
                <c:pt idx="1035">
                  <c:v>34323</c:v>
                </c:pt>
                <c:pt idx="1036">
                  <c:v>34324</c:v>
                </c:pt>
                <c:pt idx="1037">
                  <c:v>34325</c:v>
                </c:pt>
                <c:pt idx="1038">
                  <c:v>34326</c:v>
                </c:pt>
                <c:pt idx="1039">
                  <c:v>34327</c:v>
                </c:pt>
                <c:pt idx="1040">
                  <c:v>34330</c:v>
                </c:pt>
                <c:pt idx="1041">
                  <c:v>34331</c:v>
                </c:pt>
                <c:pt idx="1042">
                  <c:v>34332</c:v>
                </c:pt>
                <c:pt idx="1043">
                  <c:v>34333</c:v>
                </c:pt>
                <c:pt idx="1044">
                  <c:v>34334</c:v>
                </c:pt>
                <c:pt idx="1045">
                  <c:v>34337</c:v>
                </c:pt>
                <c:pt idx="1046">
                  <c:v>34338</c:v>
                </c:pt>
                <c:pt idx="1047">
                  <c:v>34339</c:v>
                </c:pt>
                <c:pt idx="1048">
                  <c:v>34340</c:v>
                </c:pt>
                <c:pt idx="1049">
                  <c:v>34341</c:v>
                </c:pt>
                <c:pt idx="1050">
                  <c:v>34344</c:v>
                </c:pt>
                <c:pt idx="1051">
                  <c:v>34345</c:v>
                </c:pt>
                <c:pt idx="1052">
                  <c:v>34346</c:v>
                </c:pt>
                <c:pt idx="1053">
                  <c:v>34347</c:v>
                </c:pt>
                <c:pt idx="1054">
                  <c:v>34348</c:v>
                </c:pt>
                <c:pt idx="1055">
                  <c:v>34351</c:v>
                </c:pt>
                <c:pt idx="1056">
                  <c:v>34352</c:v>
                </c:pt>
                <c:pt idx="1057">
                  <c:v>34353</c:v>
                </c:pt>
                <c:pt idx="1058">
                  <c:v>34354</c:v>
                </c:pt>
                <c:pt idx="1059">
                  <c:v>34355</c:v>
                </c:pt>
                <c:pt idx="1060">
                  <c:v>34358</c:v>
                </c:pt>
                <c:pt idx="1061">
                  <c:v>34359</c:v>
                </c:pt>
                <c:pt idx="1062">
                  <c:v>34360</c:v>
                </c:pt>
                <c:pt idx="1063">
                  <c:v>34361</c:v>
                </c:pt>
                <c:pt idx="1064">
                  <c:v>34362</c:v>
                </c:pt>
                <c:pt idx="1065">
                  <c:v>34365</c:v>
                </c:pt>
                <c:pt idx="1066">
                  <c:v>34366</c:v>
                </c:pt>
                <c:pt idx="1067">
                  <c:v>34367</c:v>
                </c:pt>
                <c:pt idx="1068">
                  <c:v>34368</c:v>
                </c:pt>
                <c:pt idx="1069">
                  <c:v>34369</c:v>
                </c:pt>
                <c:pt idx="1070">
                  <c:v>34372</c:v>
                </c:pt>
                <c:pt idx="1071">
                  <c:v>34373</c:v>
                </c:pt>
                <c:pt idx="1072">
                  <c:v>34374</c:v>
                </c:pt>
                <c:pt idx="1073">
                  <c:v>34375</c:v>
                </c:pt>
                <c:pt idx="1074">
                  <c:v>34376</c:v>
                </c:pt>
                <c:pt idx="1075">
                  <c:v>34379</c:v>
                </c:pt>
                <c:pt idx="1076">
                  <c:v>34380</c:v>
                </c:pt>
                <c:pt idx="1077">
                  <c:v>34381</c:v>
                </c:pt>
                <c:pt idx="1078">
                  <c:v>34382</c:v>
                </c:pt>
                <c:pt idx="1079">
                  <c:v>34383</c:v>
                </c:pt>
                <c:pt idx="1080">
                  <c:v>34386</c:v>
                </c:pt>
                <c:pt idx="1081">
                  <c:v>34387</c:v>
                </c:pt>
                <c:pt idx="1082">
                  <c:v>34388</c:v>
                </c:pt>
                <c:pt idx="1083">
                  <c:v>34389</c:v>
                </c:pt>
                <c:pt idx="1084">
                  <c:v>34390</c:v>
                </c:pt>
                <c:pt idx="1085">
                  <c:v>34393</c:v>
                </c:pt>
                <c:pt idx="1086">
                  <c:v>34394</c:v>
                </c:pt>
                <c:pt idx="1087">
                  <c:v>34395</c:v>
                </c:pt>
                <c:pt idx="1088">
                  <c:v>34396</c:v>
                </c:pt>
                <c:pt idx="1089">
                  <c:v>34397</c:v>
                </c:pt>
                <c:pt idx="1090">
                  <c:v>34400</c:v>
                </c:pt>
                <c:pt idx="1091">
                  <c:v>34401</c:v>
                </c:pt>
                <c:pt idx="1092">
                  <c:v>34402</c:v>
                </c:pt>
                <c:pt idx="1093">
                  <c:v>34403</c:v>
                </c:pt>
                <c:pt idx="1094">
                  <c:v>34404</c:v>
                </c:pt>
                <c:pt idx="1095">
                  <c:v>34407</c:v>
                </c:pt>
                <c:pt idx="1096">
                  <c:v>34408</c:v>
                </c:pt>
                <c:pt idx="1097">
                  <c:v>34409</c:v>
                </c:pt>
                <c:pt idx="1098">
                  <c:v>34410</c:v>
                </c:pt>
                <c:pt idx="1099">
                  <c:v>34411</c:v>
                </c:pt>
                <c:pt idx="1100">
                  <c:v>34414</c:v>
                </c:pt>
                <c:pt idx="1101">
                  <c:v>34415</c:v>
                </c:pt>
                <c:pt idx="1102">
                  <c:v>34416</c:v>
                </c:pt>
                <c:pt idx="1103">
                  <c:v>34417</c:v>
                </c:pt>
                <c:pt idx="1104">
                  <c:v>34418</c:v>
                </c:pt>
                <c:pt idx="1105">
                  <c:v>34421</c:v>
                </c:pt>
                <c:pt idx="1106">
                  <c:v>34422</c:v>
                </c:pt>
                <c:pt idx="1107">
                  <c:v>34423</c:v>
                </c:pt>
                <c:pt idx="1108">
                  <c:v>34424</c:v>
                </c:pt>
                <c:pt idx="1109">
                  <c:v>34425</c:v>
                </c:pt>
                <c:pt idx="1110">
                  <c:v>34428</c:v>
                </c:pt>
                <c:pt idx="1111">
                  <c:v>34429</c:v>
                </c:pt>
                <c:pt idx="1112">
                  <c:v>34430</c:v>
                </c:pt>
                <c:pt idx="1113">
                  <c:v>34431</c:v>
                </c:pt>
                <c:pt idx="1114">
                  <c:v>34432</c:v>
                </c:pt>
                <c:pt idx="1115">
                  <c:v>34435</c:v>
                </c:pt>
                <c:pt idx="1116">
                  <c:v>34436</c:v>
                </c:pt>
                <c:pt idx="1117">
                  <c:v>34437</c:v>
                </c:pt>
                <c:pt idx="1118">
                  <c:v>34438</c:v>
                </c:pt>
                <c:pt idx="1119">
                  <c:v>34439</c:v>
                </c:pt>
                <c:pt idx="1120">
                  <c:v>34442</c:v>
                </c:pt>
                <c:pt idx="1121">
                  <c:v>34443</c:v>
                </c:pt>
                <c:pt idx="1122">
                  <c:v>34444</c:v>
                </c:pt>
                <c:pt idx="1123">
                  <c:v>34445</c:v>
                </c:pt>
                <c:pt idx="1124">
                  <c:v>34446</c:v>
                </c:pt>
                <c:pt idx="1125">
                  <c:v>34449</c:v>
                </c:pt>
                <c:pt idx="1126">
                  <c:v>34450</c:v>
                </c:pt>
                <c:pt idx="1127">
                  <c:v>34451</c:v>
                </c:pt>
                <c:pt idx="1128">
                  <c:v>34452</c:v>
                </c:pt>
                <c:pt idx="1129">
                  <c:v>34453</c:v>
                </c:pt>
                <c:pt idx="1130">
                  <c:v>34456</c:v>
                </c:pt>
                <c:pt idx="1131">
                  <c:v>34457</c:v>
                </c:pt>
                <c:pt idx="1132">
                  <c:v>34458</c:v>
                </c:pt>
                <c:pt idx="1133">
                  <c:v>34459</c:v>
                </c:pt>
                <c:pt idx="1134">
                  <c:v>34460</c:v>
                </c:pt>
                <c:pt idx="1135">
                  <c:v>34463</c:v>
                </c:pt>
                <c:pt idx="1136">
                  <c:v>34464</c:v>
                </c:pt>
                <c:pt idx="1137">
                  <c:v>34465</c:v>
                </c:pt>
                <c:pt idx="1138">
                  <c:v>34466</c:v>
                </c:pt>
                <c:pt idx="1139">
                  <c:v>34467</c:v>
                </c:pt>
                <c:pt idx="1140">
                  <c:v>34470</c:v>
                </c:pt>
                <c:pt idx="1141">
                  <c:v>34471</c:v>
                </c:pt>
                <c:pt idx="1142">
                  <c:v>34472</c:v>
                </c:pt>
                <c:pt idx="1143">
                  <c:v>34473</c:v>
                </c:pt>
                <c:pt idx="1144">
                  <c:v>34474</c:v>
                </c:pt>
                <c:pt idx="1145">
                  <c:v>34477</c:v>
                </c:pt>
                <c:pt idx="1146">
                  <c:v>34478</c:v>
                </c:pt>
                <c:pt idx="1147">
                  <c:v>34479</c:v>
                </c:pt>
                <c:pt idx="1148">
                  <c:v>34480</c:v>
                </c:pt>
                <c:pt idx="1149">
                  <c:v>34481</c:v>
                </c:pt>
                <c:pt idx="1150">
                  <c:v>34484</c:v>
                </c:pt>
                <c:pt idx="1151">
                  <c:v>34485</c:v>
                </c:pt>
                <c:pt idx="1152">
                  <c:v>34486</c:v>
                </c:pt>
                <c:pt idx="1153">
                  <c:v>34487</c:v>
                </c:pt>
                <c:pt idx="1154">
                  <c:v>34488</c:v>
                </c:pt>
                <c:pt idx="1155">
                  <c:v>34491</c:v>
                </c:pt>
                <c:pt idx="1156">
                  <c:v>34492</c:v>
                </c:pt>
                <c:pt idx="1157">
                  <c:v>34493</c:v>
                </c:pt>
                <c:pt idx="1158">
                  <c:v>34494</c:v>
                </c:pt>
                <c:pt idx="1159">
                  <c:v>34495</c:v>
                </c:pt>
                <c:pt idx="1160">
                  <c:v>34498</c:v>
                </c:pt>
                <c:pt idx="1161">
                  <c:v>34499</c:v>
                </c:pt>
                <c:pt idx="1162">
                  <c:v>34500</c:v>
                </c:pt>
                <c:pt idx="1163">
                  <c:v>34501</c:v>
                </c:pt>
                <c:pt idx="1164">
                  <c:v>34502</c:v>
                </c:pt>
                <c:pt idx="1165">
                  <c:v>34505</c:v>
                </c:pt>
                <c:pt idx="1166">
                  <c:v>34506</c:v>
                </c:pt>
                <c:pt idx="1167">
                  <c:v>34507</c:v>
                </c:pt>
                <c:pt idx="1168">
                  <c:v>34508</c:v>
                </c:pt>
                <c:pt idx="1169">
                  <c:v>34509</c:v>
                </c:pt>
                <c:pt idx="1170">
                  <c:v>34512</c:v>
                </c:pt>
                <c:pt idx="1171">
                  <c:v>34513</c:v>
                </c:pt>
                <c:pt idx="1172">
                  <c:v>34514</c:v>
                </c:pt>
                <c:pt idx="1173">
                  <c:v>34515</c:v>
                </c:pt>
                <c:pt idx="1174">
                  <c:v>34516</c:v>
                </c:pt>
                <c:pt idx="1175">
                  <c:v>34519</c:v>
                </c:pt>
                <c:pt idx="1176">
                  <c:v>34520</c:v>
                </c:pt>
                <c:pt idx="1177">
                  <c:v>34521</c:v>
                </c:pt>
                <c:pt idx="1178">
                  <c:v>34522</c:v>
                </c:pt>
                <c:pt idx="1179">
                  <c:v>34523</c:v>
                </c:pt>
                <c:pt idx="1180">
                  <c:v>34526</c:v>
                </c:pt>
                <c:pt idx="1181">
                  <c:v>34527</c:v>
                </c:pt>
                <c:pt idx="1182">
                  <c:v>34528</c:v>
                </c:pt>
                <c:pt idx="1183">
                  <c:v>34529</c:v>
                </c:pt>
                <c:pt idx="1184">
                  <c:v>34530</c:v>
                </c:pt>
                <c:pt idx="1185">
                  <c:v>34533</c:v>
                </c:pt>
                <c:pt idx="1186">
                  <c:v>34534</c:v>
                </c:pt>
                <c:pt idx="1187">
                  <c:v>34535</c:v>
                </c:pt>
                <c:pt idx="1188">
                  <c:v>34536</c:v>
                </c:pt>
                <c:pt idx="1189">
                  <c:v>34537</c:v>
                </c:pt>
                <c:pt idx="1190">
                  <c:v>34540</c:v>
                </c:pt>
                <c:pt idx="1191">
                  <c:v>34541</c:v>
                </c:pt>
                <c:pt idx="1192">
                  <c:v>34542</c:v>
                </c:pt>
                <c:pt idx="1193">
                  <c:v>34543</c:v>
                </c:pt>
                <c:pt idx="1194">
                  <c:v>34544</c:v>
                </c:pt>
                <c:pt idx="1195">
                  <c:v>34547</c:v>
                </c:pt>
                <c:pt idx="1196">
                  <c:v>34548</c:v>
                </c:pt>
                <c:pt idx="1197">
                  <c:v>34549</c:v>
                </c:pt>
                <c:pt idx="1198">
                  <c:v>34550</c:v>
                </c:pt>
                <c:pt idx="1199">
                  <c:v>34551</c:v>
                </c:pt>
                <c:pt idx="1200">
                  <c:v>34554</c:v>
                </c:pt>
                <c:pt idx="1201">
                  <c:v>34555</c:v>
                </c:pt>
                <c:pt idx="1202">
                  <c:v>34556</c:v>
                </c:pt>
                <c:pt idx="1203">
                  <c:v>34557</c:v>
                </c:pt>
                <c:pt idx="1204">
                  <c:v>34558</c:v>
                </c:pt>
                <c:pt idx="1205">
                  <c:v>34561</c:v>
                </c:pt>
                <c:pt idx="1206">
                  <c:v>34562</c:v>
                </c:pt>
                <c:pt idx="1207">
                  <c:v>34563</c:v>
                </c:pt>
                <c:pt idx="1208">
                  <c:v>34564</c:v>
                </c:pt>
                <c:pt idx="1209">
                  <c:v>34565</c:v>
                </c:pt>
                <c:pt idx="1210">
                  <c:v>34568</c:v>
                </c:pt>
                <c:pt idx="1211">
                  <c:v>34569</c:v>
                </c:pt>
                <c:pt idx="1212">
                  <c:v>34570</c:v>
                </c:pt>
                <c:pt idx="1213">
                  <c:v>34571</c:v>
                </c:pt>
                <c:pt idx="1214">
                  <c:v>34572</c:v>
                </c:pt>
                <c:pt idx="1215">
                  <c:v>34575</c:v>
                </c:pt>
                <c:pt idx="1216">
                  <c:v>34576</c:v>
                </c:pt>
                <c:pt idx="1217">
                  <c:v>34577</c:v>
                </c:pt>
                <c:pt idx="1218">
                  <c:v>34578</c:v>
                </c:pt>
                <c:pt idx="1219">
                  <c:v>34579</c:v>
                </c:pt>
                <c:pt idx="1220">
                  <c:v>34582</c:v>
                </c:pt>
                <c:pt idx="1221">
                  <c:v>34583</c:v>
                </c:pt>
                <c:pt idx="1222">
                  <c:v>34584</c:v>
                </c:pt>
                <c:pt idx="1223">
                  <c:v>34585</c:v>
                </c:pt>
                <c:pt idx="1224">
                  <c:v>34586</c:v>
                </c:pt>
                <c:pt idx="1225">
                  <c:v>34589</c:v>
                </c:pt>
                <c:pt idx="1226">
                  <c:v>34590</c:v>
                </c:pt>
                <c:pt idx="1227">
                  <c:v>34591</c:v>
                </c:pt>
                <c:pt idx="1228">
                  <c:v>34592</c:v>
                </c:pt>
                <c:pt idx="1229">
                  <c:v>34593</c:v>
                </c:pt>
                <c:pt idx="1230">
                  <c:v>34596</c:v>
                </c:pt>
                <c:pt idx="1231">
                  <c:v>34597</c:v>
                </c:pt>
                <c:pt idx="1232">
                  <c:v>34598</c:v>
                </c:pt>
                <c:pt idx="1233">
                  <c:v>34599</c:v>
                </c:pt>
                <c:pt idx="1234">
                  <c:v>34600</c:v>
                </c:pt>
                <c:pt idx="1235">
                  <c:v>34603</c:v>
                </c:pt>
                <c:pt idx="1236">
                  <c:v>34604</c:v>
                </c:pt>
                <c:pt idx="1237">
                  <c:v>34605</c:v>
                </c:pt>
                <c:pt idx="1238">
                  <c:v>34606</c:v>
                </c:pt>
                <c:pt idx="1239">
                  <c:v>34607</c:v>
                </c:pt>
                <c:pt idx="1240">
                  <c:v>34610</c:v>
                </c:pt>
                <c:pt idx="1241">
                  <c:v>34611</c:v>
                </c:pt>
                <c:pt idx="1242">
                  <c:v>34612</c:v>
                </c:pt>
                <c:pt idx="1243">
                  <c:v>34613</c:v>
                </c:pt>
                <c:pt idx="1244">
                  <c:v>34614</c:v>
                </c:pt>
                <c:pt idx="1245">
                  <c:v>34617</c:v>
                </c:pt>
                <c:pt idx="1246">
                  <c:v>34618</c:v>
                </c:pt>
                <c:pt idx="1247">
                  <c:v>34619</c:v>
                </c:pt>
                <c:pt idx="1248">
                  <c:v>34620</c:v>
                </c:pt>
                <c:pt idx="1249">
                  <c:v>34621</c:v>
                </c:pt>
                <c:pt idx="1250">
                  <c:v>34624</c:v>
                </c:pt>
                <c:pt idx="1251">
                  <c:v>34625</c:v>
                </c:pt>
                <c:pt idx="1252">
                  <c:v>34626</c:v>
                </c:pt>
                <c:pt idx="1253">
                  <c:v>34627</c:v>
                </c:pt>
                <c:pt idx="1254">
                  <c:v>34628</c:v>
                </c:pt>
                <c:pt idx="1255">
                  <c:v>34631</c:v>
                </c:pt>
                <c:pt idx="1256">
                  <c:v>34632</c:v>
                </c:pt>
                <c:pt idx="1257">
                  <c:v>34633</c:v>
                </c:pt>
                <c:pt idx="1258">
                  <c:v>34634</c:v>
                </c:pt>
                <c:pt idx="1259">
                  <c:v>34635</c:v>
                </c:pt>
                <c:pt idx="1260">
                  <c:v>34638</c:v>
                </c:pt>
                <c:pt idx="1261">
                  <c:v>34639</c:v>
                </c:pt>
                <c:pt idx="1262">
                  <c:v>34640</c:v>
                </c:pt>
                <c:pt idx="1263">
                  <c:v>34641</c:v>
                </c:pt>
                <c:pt idx="1264">
                  <c:v>34642</c:v>
                </c:pt>
                <c:pt idx="1265">
                  <c:v>34645</c:v>
                </c:pt>
                <c:pt idx="1266">
                  <c:v>34646</c:v>
                </c:pt>
                <c:pt idx="1267">
                  <c:v>34647</c:v>
                </c:pt>
                <c:pt idx="1268">
                  <c:v>34648</c:v>
                </c:pt>
                <c:pt idx="1269">
                  <c:v>34649</c:v>
                </c:pt>
                <c:pt idx="1270">
                  <c:v>34652</c:v>
                </c:pt>
                <c:pt idx="1271">
                  <c:v>34653</c:v>
                </c:pt>
                <c:pt idx="1272">
                  <c:v>34654</c:v>
                </c:pt>
                <c:pt idx="1273">
                  <c:v>34655</c:v>
                </c:pt>
                <c:pt idx="1274">
                  <c:v>34656</c:v>
                </c:pt>
                <c:pt idx="1275">
                  <c:v>34659</c:v>
                </c:pt>
                <c:pt idx="1276">
                  <c:v>34660</c:v>
                </c:pt>
                <c:pt idx="1277">
                  <c:v>34661</c:v>
                </c:pt>
                <c:pt idx="1278">
                  <c:v>34662</c:v>
                </c:pt>
                <c:pt idx="1279">
                  <c:v>34663</c:v>
                </c:pt>
                <c:pt idx="1280">
                  <c:v>34666</c:v>
                </c:pt>
                <c:pt idx="1281">
                  <c:v>34667</c:v>
                </c:pt>
                <c:pt idx="1282">
                  <c:v>34668</c:v>
                </c:pt>
                <c:pt idx="1283">
                  <c:v>34669</c:v>
                </c:pt>
                <c:pt idx="1284">
                  <c:v>34670</c:v>
                </c:pt>
                <c:pt idx="1285">
                  <c:v>34673</c:v>
                </c:pt>
                <c:pt idx="1286">
                  <c:v>34674</c:v>
                </c:pt>
                <c:pt idx="1287">
                  <c:v>34675</c:v>
                </c:pt>
                <c:pt idx="1288">
                  <c:v>34676</c:v>
                </c:pt>
                <c:pt idx="1289">
                  <c:v>34677</c:v>
                </c:pt>
                <c:pt idx="1290">
                  <c:v>34680</c:v>
                </c:pt>
                <c:pt idx="1291">
                  <c:v>34681</c:v>
                </c:pt>
                <c:pt idx="1292">
                  <c:v>34682</c:v>
                </c:pt>
                <c:pt idx="1293">
                  <c:v>34683</c:v>
                </c:pt>
                <c:pt idx="1294">
                  <c:v>34684</c:v>
                </c:pt>
                <c:pt idx="1295">
                  <c:v>34687</c:v>
                </c:pt>
                <c:pt idx="1296">
                  <c:v>34688</c:v>
                </c:pt>
                <c:pt idx="1297">
                  <c:v>34689</c:v>
                </c:pt>
                <c:pt idx="1298">
                  <c:v>34690</c:v>
                </c:pt>
                <c:pt idx="1299">
                  <c:v>34691</c:v>
                </c:pt>
                <c:pt idx="1300">
                  <c:v>34694</c:v>
                </c:pt>
                <c:pt idx="1301">
                  <c:v>34695</c:v>
                </c:pt>
                <c:pt idx="1302">
                  <c:v>34696</c:v>
                </c:pt>
                <c:pt idx="1303">
                  <c:v>34697</c:v>
                </c:pt>
                <c:pt idx="1304">
                  <c:v>34698</c:v>
                </c:pt>
                <c:pt idx="1305">
                  <c:v>34701</c:v>
                </c:pt>
                <c:pt idx="1306">
                  <c:v>34702</c:v>
                </c:pt>
                <c:pt idx="1307">
                  <c:v>34703</c:v>
                </c:pt>
                <c:pt idx="1308">
                  <c:v>34704</c:v>
                </c:pt>
                <c:pt idx="1309">
                  <c:v>34705</c:v>
                </c:pt>
                <c:pt idx="1310">
                  <c:v>34708</c:v>
                </c:pt>
                <c:pt idx="1311">
                  <c:v>34709</c:v>
                </c:pt>
                <c:pt idx="1312">
                  <c:v>34710</c:v>
                </c:pt>
                <c:pt idx="1313">
                  <c:v>34711</c:v>
                </c:pt>
                <c:pt idx="1314">
                  <c:v>34712</c:v>
                </c:pt>
                <c:pt idx="1315">
                  <c:v>34715</c:v>
                </c:pt>
                <c:pt idx="1316">
                  <c:v>34716</c:v>
                </c:pt>
                <c:pt idx="1317">
                  <c:v>34717</c:v>
                </c:pt>
                <c:pt idx="1318">
                  <c:v>34718</c:v>
                </c:pt>
                <c:pt idx="1319">
                  <c:v>34719</c:v>
                </c:pt>
                <c:pt idx="1320">
                  <c:v>34722</c:v>
                </c:pt>
                <c:pt idx="1321">
                  <c:v>34723</c:v>
                </c:pt>
                <c:pt idx="1322">
                  <c:v>34724</c:v>
                </c:pt>
                <c:pt idx="1323">
                  <c:v>34725</c:v>
                </c:pt>
                <c:pt idx="1324">
                  <c:v>34726</c:v>
                </c:pt>
                <c:pt idx="1325">
                  <c:v>34729</c:v>
                </c:pt>
                <c:pt idx="1326">
                  <c:v>34730</c:v>
                </c:pt>
                <c:pt idx="1327">
                  <c:v>34731</c:v>
                </c:pt>
                <c:pt idx="1328">
                  <c:v>34732</c:v>
                </c:pt>
                <c:pt idx="1329">
                  <c:v>34733</c:v>
                </c:pt>
                <c:pt idx="1330">
                  <c:v>34736</c:v>
                </c:pt>
                <c:pt idx="1331">
                  <c:v>34737</c:v>
                </c:pt>
                <c:pt idx="1332">
                  <c:v>34738</c:v>
                </c:pt>
                <c:pt idx="1333">
                  <c:v>34739</c:v>
                </c:pt>
                <c:pt idx="1334">
                  <c:v>34740</c:v>
                </c:pt>
                <c:pt idx="1335">
                  <c:v>34743</c:v>
                </c:pt>
                <c:pt idx="1336">
                  <c:v>34744</c:v>
                </c:pt>
                <c:pt idx="1337">
                  <c:v>34745</c:v>
                </c:pt>
                <c:pt idx="1338">
                  <c:v>34746</c:v>
                </c:pt>
                <c:pt idx="1339">
                  <c:v>34747</c:v>
                </c:pt>
                <c:pt idx="1340">
                  <c:v>34750</c:v>
                </c:pt>
                <c:pt idx="1341">
                  <c:v>34751</c:v>
                </c:pt>
                <c:pt idx="1342">
                  <c:v>34752</c:v>
                </c:pt>
                <c:pt idx="1343">
                  <c:v>34753</c:v>
                </c:pt>
                <c:pt idx="1344">
                  <c:v>34754</c:v>
                </c:pt>
                <c:pt idx="1345">
                  <c:v>34757</c:v>
                </c:pt>
                <c:pt idx="1346">
                  <c:v>34758</c:v>
                </c:pt>
                <c:pt idx="1347">
                  <c:v>34759</c:v>
                </c:pt>
                <c:pt idx="1348">
                  <c:v>34760</c:v>
                </c:pt>
                <c:pt idx="1349">
                  <c:v>34761</c:v>
                </c:pt>
                <c:pt idx="1350">
                  <c:v>34764</c:v>
                </c:pt>
                <c:pt idx="1351">
                  <c:v>34765</c:v>
                </c:pt>
                <c:pt idx="1352">
                  <c:v>34766</c:v>
                </c:pt>
                <c:pt idx="1353">
                  <c:v>34767</c:v>
                </c:pt>
                <c:pt idx="1354">
                  <c:v>34768</c:v>
                </c:pt>
                <c:pt idx="1355">
                  <c:v>34771</c:v>
                </c:pt>
                <c:pt idx="1356">
                  <c:v>34772</c:v>
                </c:pt>
                <c:pt idx="1357">
                  <c:v>34773</c:v>
                </c:pt>
                <c:pt idx="1358">
                  <c:v>34774</c:v>
                </c:pt>
                <c:pt idx="1359">
                  <c:v>34775</c:v>
                </c:pt>
                <c:pt idx="1360">
                  <c:v>34778</c:v>
                </c:pt>
                <c:pt idx="1361">
                  <c:v>34779</c:v>
                </c:pt>
                <c:pt idx="1362">
                  <c:v>34780</c:v>
                </c:pt>
                <c:pt idx="1363">
                  <c:v>34781</c:v>
                </c:pt>
                <c:pt idx="1364">
                  <c:v>34782</c:v>
                </c:pt>
                <c:pt idx="1365">
                  <c:v>34785</c:v>
                </c:pt>
                <c:pt idx="1366">
                  <c:v>34786</c:v>
                </c:pt>
                <c:pt idx="1367">
                  <c:v>34787</c:v>
                </c:pt>
                <c:pt idx="1368">
                  <c:v>34788</c:v>
                </c:pt>
                <c:pt idx="1369">
                  <c:v>34789</c:v>
                </c:pt>
                <c:pt idx="1370">
                  <c:v>34792</c:v>
                </c:pt>
                <c:pt idx="1371">
                  <c:v>34793</c:v>
                </c:pt>
                <c:pt idx="1372">
                  <c:v>34794</c:v>
                </c:pt>
                <c:pt idx="1373">
                  <c:v>34795</c:v>
                </c:pt>
                <c:pt idx="1374">
                  <c:v>34796</c:v>
                </c:pt>
                <c:pt idx="1375">
                  <c:v>34799</c:v>
                </c:pt>
                <c:pt idx="1376">
                  <c:v>34800</c:v>
                </c:pt>
                <c:pt idx="1377">
                  <c:v>34801</c:v>
                </c:pt>
                <c:pt idx="1378">
                  <c:v>34802</c:v>
                </c:pt>
                <c:pt idx="1379">
                  <c:v>34803</c:v>
                </c:pt>
                <c:pt idx="1380">
                  <c:v>34806</c:v>
                </c:pt>
                <c:pt idx="1381">
                  <c:v>34807</c:v>
                </c:pt>
                <c:pt idx="1382">
                  <c:v>34808</c:v>
                </c:pt>
                <c:pt idx="1383">
                  <c:v>34809</c:v>
                </c:pt>
                <c:pt idx="1384">
                  <c:v>34810</c:v>
                </c:pt>
                <c:pt idx="1385">
                  <c:v>34813</c:v>
                </c:pt>
                <c:pt idx="1386">
                  <c:v>34814</c:v>
                </c:pt>
                <c:pt idx="1387">
                  <c:v>34815</c:v>
                </c:pt>
                <c:pt idx="1388">
                  <c:v>34816</c:v>
                </c:pt>
                <c:pt idx="1389">
                  <c:v>34817</c:v>
                </c:pt>
                <c:pt idx="1390">
                  <c:v>34820</c:v>
                </c:pt>
                <c:pt idx="1391">
                  <c:v>34821</c:v>
                </c:pt>
                <c:pt idx="1392">
                  <c:v>34822</c:v>
                </c:pt>
                <c:pt idx="1393">
                  <c:v>34823</c:v>
                </c:pt>
                <c:pt idx="1394">
                  <c:v>34824</c:v>
                </c:pt>
                <c:pt idx="1395">
                  <c:v>34827</c:v>
                </c:pt>
                <c:pt idx="1396">
                  <c:v>34828</c:v>
                </c:pt>
                <c:pt idx="1397">
                  <c:v>34829</c:v>
                </c:pt>
                <c:pt idx="1398">
                  <c:v>34830</c:v>
                </c:pt>
                <c:pt idx="1399">
                  <c:v>34831</c:v>
                </c:pt>
                <c:pt idx="1400">
                  <c:v>34834</c:v>
                </c:pt>
                <c:pt idx="1401">
                  <c:v>34835</c:v>
                </c:pt>
                <c:pt idx="1402">
                  <c:v>34836</c:v>
                </c:pt>
                <c:pt idx="1403">
                  <c:v>34837</c:v>
                </c:pt>
                <c:pt idx="1404">
                  <c:v>34838</c:v>
                </c:pt>
                <c:pt idx="1405">
                  <c:v>34841</c:v>
                </c:pt>
                <c:pt idx="1406">
                  <c:v>34842</c:v>
                </c:pt>
                <c:pt idx="1407">
                  <c:v>34843</c:v>
                </c:pt>
                <c:pt idx="1408">
                  <c:v>34844</c:v>
                </c:pt>
                <c:pt idx="1409">
                  <c:v>34845</c:v>
                </c:pt>
                <c:pt idx="1410">
                  <c:v>34848</c:v>
                </c:pt>
                <c:pt idx="1411">
                  <c:v>34849</c:v>
                </c:pt>
                <c:pt idx="1412">
                  <c:v>34850</c:v>
                </c:pt>
                <c:pt idx="1413">
                  <c:v>34851</c:v>
                </c:pt>
                <c:pt idx="1414">
                  <c:v>34852</c:v>
                </c:pt>
                <c:pt idx="1415">
                  <c:v>34855</c:v>
                </c:pt>
                <c:pt idx="1416">
                  <c:v>34856</c:v>
                </c:pt>
                <c:pt idx="1417">
                  <c:v>34857</c:v>
                </c:pt>
                <c:pt idx="1418">
                  <c:v>34858</c:v>
                </c:pt>
                <c:pt idx="1419">
                  <c:v>34859</c:v>
                </c:pt>
                <c:pt idx="1420">
                  <c:v>34862</c:v>
                </c:pt>
                <c:pt idx="1421">
                  <c:v>34863</c:v>
                </c:pt>
                <c:pt idx="1422">
                  <c:v>34864</c:v>
                </c:pt>
                <c:pt idx="1423">
                  <c:v>34865</c:v>
                </c:pt>
                <c:pt idx="1424">
                  <c:v>34866</c:v>
                </c:pt>
                <c:pt idx="1425">
                  <c:v>34869</c:v>
                </c:pt>
                <c:pt idx="1426">
                  <c:v>34870</c:v>
                </c:pt>
                <c:pt idx="1427">
                  <c:v>34871</c:v>
                </c:pt>
                <c:pt idx="1428">
                  <c:v>34872</c:v>
                </c:pt>
                <c:pt idx="1429">
                  <c:v>34873</c:v>
                </c:pt>
                <c:pt idx="1430">
                  <c:v>34876</c:v>
                </c:pt>
                <c:pt idx="1431">
                  <c:v>34877</c:v>
                </c:pt>
                <c:pt idx="1432">
                  <c:v>34878</c:v>
                </c:pt>
                <c:pt idx="1433">
                  <c:v>34879</c:v>
                </c:pt>
                <c:pt idx="1434">
                  <c:v>34880</c:v>
                </c:pt>
                <c:pt idx="1435">
                  <c:v>34883</c:v>
                </c:pt>
                <c:pt idx="1436">
                  <c:v>34884</c:v>
                </c:pt>
                <c:pt idx="1437">
                  <c:v>34885</c:v>
                </c:pt>
                <c:pt idx="1438">
                  <c:v>34886</c:v>
                </c:pt>
                <c:pt idx="1439">
                  <c:v>34887</c:v>
                </c:pt>
                <c:pt idx="1440">
                  <c:v>34890</c:v>
                </c:pt>
                <c:pt idx="1441">
                  <c:v>34891</c:v>
                </c:pt>
                <c:pt idx="1442">
                  <c:v>34892</c:v>
                </c:pt>
                <c:pt idx="1443">
                  <c:v>34893</c:v>
                </c:pt>
                <c:pt idx="1444">
                  <c:v>34894</c:v>
                </c:pt>
                <c:pt idx="1445">
                  <c:v>34897</c:v>
                </c:pt>
                <c:pt idx="1446">
                  <c:v>34898</c:v>
                </c:pt>
                <c:pt idx="1447">
                  <c:v>34899</c:v>
                </c:pt>
                <c:pt idx="1448">
                  <c:v>34900</c:v>
                </c:pt>
                <c:pt idx="1449">
                  <c:v>34901</c:v>
                </c:pt>
                <c:pt idx="1450">
                  <c:v>34904</c:v>
                </c:pt>
                <c:pt idx="1451">
                  <c:v>34905</c:v>
                </c:pt>
                <c:pt idx="1452">
                  <c:v>34906</c:v>
                </c:pt>
                <c:pt idx="1453">
                  <c:v>34907</c:v>
                </c:pt>
                <c:pt idx="1454">
                  <c:v>34908</c:v>
                </c:pt>
                <c:pt idx="1455">
                  <c:v>34911</c:v>
                </c:pt>
                <c:pt idx="1456">
                  <c:v>34912</c:v>
                </c:pt>
                <c:pt idx="1457">
                  <c:v>34913</c:v>
                </c:pt>
                <c:pt idx="1458">
                  <c:v>34914</c:v>
                </c:pt>
                <c:pt idx="1459">
                  <c:v>34915</c:v>
                </c:pt>
                <c:pt idx="1460">
                  <c:v>34918</c:v>
                </c:pt>
                <c:pt idx="1461">
                  <c:v>34919</c:v>
                </c:pt>
                <c:pt idx="1462">
                  <c:v>34920</c:v>
                </c:pt>
                <c:pt idx="1463">
                  <c:v>34921</c:v>
                </c:pt>
                <c:pt idx="1464">
                  <c:v>34922</c:v>
                </c:pt>
                <c:pt idx="1465">
                  <c:v>34925</c:v>
                </c:pt>
                <c:pt idx="1466">
                  <c:v>34926</c:v>
                </c:pt>
                <c:pt idx="1467">
                  <c:v>34927</c:v>
                </c:pt>
                <c:pt idx="1468">
                  <c:v>34928</c:v>
                </c:pt>
                <c:pt idx="1469">
                  <c:v>34929</c:v>
                </c:pt>
                <c:pt idx="1470">
                  <c:v>34932</c:v>
                </c:pt>
                <c:pt idx="1471">
                  <c:v>34933</c:v>
                </c:pt>
                <c:pt idx="1472">
                  <c:v>34934</c:v>
                </c:pt>
                <c:pt idx="1473">
                  <c:v>34935</c:v>
                </c:pt>
                <c:pt idx="1474">
                  <c:v>34936</c:v>
                </c:pt>
                <c:pt idx="1475">
                  <c:v>34939</c:v>
                </c:pt>
                <c:pt idx="1476">
                  <c:v>34940</c:v>
                </c:pt>
                <c:pt idx="1477">
                  <c:v>34941</c:v>
                </c:pt>
                <c:pt idx="1478">
                  <c:v>34942</c:v>
                </c:pt>
                <c:pt idx="1479">
                  <c:v>34943</c:v>
                </c:pt>
                <c:pt idx="1480">
                  <c:v>34946</c:v>
                </c:pt>
                <c:pt idx="1481">
                  <c:v>34947</c:v>
                </c:pt>
                <c:pt idx="1482">
                  <c:v>34948</c:v>
                </c:pt>
                <c:pt idx="1483">
                  <c:v>34949</c:v>
                </c:pt>
                <c:pt idx="1484">
                  <c:v>34950</c:v>
                </c:pt>
                <c:pt idx="1485">
                  <c:v>34953</c:v>
                </c:pt>
                <c:pt idx="1486">
                  <c:v>34954</c:v>
                </c:pt>
                <c:pt idx="1487">
                  <c:v>34955</c:v>
                </c:pt>
                <c:pt idx="1488">
                  <c:v>34956</c:v>
                </c:pt>
                <c:pt idx="1489">
                  <c:v>34957</c:v>
                </c:pt>
                <c:pt idx="1490">
                  <c:v>34960</c:v>
                </c:pt>
                <c:pt idx="1491">
                  <c:v>34961</c:v>
                </c:pt>
                <c:pt idx="1492">
                  <c:v>34962</c:v>
                </c:pt>
                <c:pt idx="1493">
                  <c:v>34963</c:v>
                </c:pt>
                <c:pt idx="1494">
                  <c:v>34964</c:v>
                </c:pt>
                <c:pt idx="1495">
                  <c:v>34967</c:v>
                </c:pt>
                <c:pt idx="1496">
                  <c:v>34968</c:v>
                </c:pt>
                <c:pt idx="1497">
                  <c:v>34969</c:v>
                </c:pt>
                <c:pt idx="1498">
                  <c:v>34970</c:v>
                </c:pt>
                <c:pt idx="1499">
                  <c:v>34971</c:v>
                </c:pt>
                <c:pt idx="1500">
                  <c:v>34974</c:v>
                </c:pt>
                <c:pt idx="1501">
                  <c:v>34975</c:v>
                </c:pt>
                <c:pt idx="1502">
                  <c:v>34976</c:v>
                </c:pt>
                <c:pt idx="1503">
                  <c:v>34977</c:v>
                </c:pt>
                <c:pt idx="1504">
                  <c:v>34978</c:v>
                </c:pt>
                <c:pt idx="1505">
                  <c:v>34981</c:v>
                </c:pt>
                <c:pt idx="1506">
                  <c:v>34982</c:v>
                </c:pt>
                <c:pt idx="1507">
                  <c:v>34983</c:v>
                </c:pt>
                <c:pt idx="1508">
                  <c:v>34984</c:v>
                </c:pt>
                <c:pt idx="1509">
                  <c:v>34985</c:v>
                </c:pt>
                <c:pt idx="1510">
                  <c:v>34988</c:v>
                </c:pt>
                <c:pt idx="1511">
                  <c:v>34989</c:v>
                </c:pt>
                <c:pt idx="1512">
                  <c:v>34990</c:v>
                </c:pt>
                <c:pt idx="1513">
                  <c:v>34991</c:v>
                </c:pt>
                <c:pt idx="1514">
                  <c:v>34992</c:v>
                </c:pt>
                <c:pt idx="1515">
                  <c:v>34995</c:v>
                </c:pt>
                <c:pt idx="1516">
                  <c:v>34996</c:v>
                </c:pt>
                <c:pt idx="1517">
                  <c:v>34997</c:v>
                </c:pt>
                <c:pt idx="1518">
                  <c:v>34998</c:v>
                </c:pt>
                <c:pt idx="1519">
                  <c:v>34999</c:v>
                </c:pt>
                <c:pt idx="1520">
                  <c:v>35002</c:v>
                </c:pt>
                <c:pt idx="1521">
                  <c:v>35003</c:v>
                </c:pt>
                <c:pt idx="1522">
                  <c:v>35004</c:v>
                </c:pt>
                <c:pt idx="1523">
                  <c:v>35005</c:v>
                </c:pt>
                <c:pt idx="1524">
                  <c:v>35006</c:v>
                </c:pt>
                <c:pt idx="1525">
                  <c:v>35009</c:v>
                </c:pt>
                <c:pt idx="1526">
                  <c:v>35010</c:v>
                </c:pt>
                <c:pt idx="1527">
                  <c:v>35011</c:v>
                </c:pt>
                <c:pt idx="1528">
                  <c:v>35012</c:v>
                </c:pt>
                <c:pt idx="1529">
                  <c:v>35013</c:v>
                </c:pt>
                <c:pt idx="1530">
                  <c:v>35016</c:v>
                </c:pt>
                <c:pt idx="1531">
                  <c:v>35017</c:v>
                </c:pt>
                <c:pt idx="1532">
                  <c:v>35018</c:v>
                </c:pt>
                <c:pt idx="1533">
                  <c:v>35019</c:v>
                </c:pt>
                <c:pt idx="1534">
                  <c:v>35020</c:v>
                </c:pt>
                <c:pt idx="1535">
                  <c:v>35023</c:v>
                </c:pt>
                <c:pt idx="1536">
                  <c:v>35024</c:v>
                </c:pt>
                <c:pt idx="1537">
                  <c:v>35025</c:v>
                </c:pt>
                <c:pt idx="1538">
                  <c:v>35026</c:v>
                </c:pt>
                <c:pt idx="1539">
                  <c:v>35027</c:v>
                </c:pt>
                <c:pt idx="1540">
                  <c:v>35030</c:v>
                </c:pt>
                <c:pt idx="1541">
                  <c:v>35031</c:v>
                </c:pt>
                <c:pt idx="1542">
                  <c:v>35032</c:v>
                </c:pt>
                <c:pt idx="1543">
                  <c:v>35033</c:v>
                </c:pt>
                <c:pt idx="1544">
                  <c:v>35034</c:v>
                </c:pt>
                <c:pt idx="1545">
                  <c:v>35037</c:v>
                </c:pt>
                <c:pt idx="1546">
                  <c:v>35038</c:v>
                </c:pt>
                <c:pt idx="1547">
                  <c:v>35039</c:v>
                </c:pt>
                <c:pt idx="1548">
                  <c:v>35040</c:v>
                </c:pt>
                <c:pt idx="1549">
                  <c:v>35041</c:v>
                </c:pt>
                <c:pt idx="1550">
                  <c:v>35044</c:v>
                </c:pt>
                <c:pt idx="1551">
                  <c:v>35045</c:v>
                </c:pt>
                <c:pt idx="1552">
                  <c:v>35046</c:v>
                </c:pt>
                <c:pt idx="1553">
                  <c:v>35047</c:v>
                </c:pt>
                <c:pt idx="1554">
                  <c:v>35048</c:v>
                </c:pt>
                <c:pt idx="1555">
                  <c:v>35051</c:v>
                </c:pt>
                <c:pt idx="1556">
                  <c:v>35052</c:v>
                </c:pt>
                <c:pt idx="1557">
                  <c:v>35053</c:v>
                </c:pt>
                <c:pt idx="1558">
                  <c:v>35054</c:v>
                </c:pt>
                <c:pt idx="1559">
                  <c:v>35055</c:v>
                </c:pt>
                <c:pt idx="1560">
                  <c:v>35058</c:v>
                </c:pt>
                <c:pt idx="1561">
                  <c:v>35059</c:v>
                </c:pt>
                <c:pt idx="1562">
                  <c:v>35060</c:v>
                </c:pt>
                <c:pt idx="1563">
                  <c:v>35061</c:v>
                </c:pt>
                <c:pt idx="1564">
                  <c:v>35062</c:v>
                </c:pt>
                <c:pt idx="1565">
                  <c:v>35065</c:v>
                </c:pt>
                <c:pt idx="1566">
                  <c:v>35066</c:v>
                </c:pt>
                <c:pt idx="1567">
                  <c:v>35067</c:v>
                </c:pt>
                <c:pt idx="1568">
                  <c:v>35068</c:v>
                </c:pt>
                <c:pt idx="1569">
                  <c:v>35069</c:v>
                </c:pt>
                <c:pt idx="1570">
                  <c:v>35072</c:v>
                </c:pt>
                <c:pt idx="1571">
                  <c:v>35073</c:v>
                </c:pt>
                <c:pt idx="1572">
                  <c:v>35074</c:v>
                </c:pt>
                <c:pt idx="1573">
                  <c:v>35075</c:v>
                </c:pt>
                <c:pt idx="1574">
                  <c:v>35076</c:v>
                </c:pt>
                <c:pt idx="1575">
                  <c:v>35079</c:v>
                </c:pt>
                <c:pt idx="1576">
                  <c:v>35080</c:v>
                </c:pt>
                <c:pt idx="1577">
                  <c:v>35081</c:v>
                </c:pt>
                <c:pt idx="1578">
                  <c:v>35082</c:v>
                </c:pt>
                <c:pt idx="1579">
                  <c:v>35083</c:v>
                </c:pt>
                <c:pt idx="1580">
                  <c:v>35086</c:v>
                </c:pt>
                <c:pt idx="1581">
                  <c:v>35087</c:v>
                </c:pt>
                <c:pt idx="1582">
                  <c:v>35088</c:v>
                </c:pt>
                <c:pt idx="1583">
                  <c:v>35089</c:v>
                </c:pt>
                <c:pt idx="1584">
                  <c:v>35090</c:v>
                </c:pt>
                <c:pt idx="1585">
                  <c:v>35093</c:v>
                </c:pt>
                <c:pt idx="1586">
                  <c:v>35094</c:v>
                </c:pt>
                <c:pt idx="1587">
                  <c:v>35095</c:v>
                </c:pt>
                <c:pt idx="1588">
                  <c:v>35096</c:v>
                </c:pt>
                <c:pt idx="1589">
                  <c:v>35097</c:v>
                </c:pt>
                <c:pt idx="1590">
                  <c:v>35100</c:v>
                </c:pt>
                <c:pt idx="1591">
                  <c:v>35101</c:v>
                </c:pt>
                <c:pt idx="1592">
                  <c:v>35102</c:v>
                </c:pt>
                <c:pt idx="1593">
                  <c:v>35103</c:v>
                </c:pt>
                <c:pt idx="1594">
                  <c:v>35104</c:v>
                </c:pt>
                <c:pt idx="1595">
                  <c:v>35107</c:v>
                </c:pt>
                <c:pt idx="1596">
                  <c:v>35108</c:v>
                </c:pt>
                <c:pt idx="1597">
                  <c:v>35109</c:v>
                </c:pt>
                <c:pt idx="1598">
                  <c:v>35110</c:v>
                </c:pt>
                <c:pt idx="1599">
                  <c:v>35111</c:v>
                </c:pt>
                <c:pt idx="1600">
                  <c:v>35114</c:v>
                </c:pt>
                <c:pt idx="1601">
                  <c:v>35115</c:v>
                </c:pt>
                <c:pt idx="1602">
                  <c:v>35116</c:v>
                </c:pt>
                <c:pt idx="1603">
                  <c:v>35117</c:v>
                </c:pt>
                <c:pt idx="1604">
                  <c:v>35118</c:v>
                </c:pt>
                <c:pt idx="1605">
                  <c:v>35121</c:v>
                </c:pt>
                <c:pt idx="1606">
                  <c:v>35122</c:v>
                </c:pt>
                <c:pt idx="1607">
                  <c:v>35123</c:v>
                </c:pt>
                <c:pt idx="1608">
                  <c:v>35124</c:v>
                </c:pt>
                <c:pt idx="1609">
                  <c:v>35125</c:v>
                </c:pt>
                <c:pt idx="1610">
                  <c:v>35128</c:v>
                </c:pt>
                <c:pt idx="1611">
                  <c:v>35129</c:v>
                </c:pt>
                <c:pt idx="1612">
                  <c:v>35130</c:v>
                </c:pt>
                <c:pt idx="1613">
                  <c:v>35131</c:v>
                </c:pt>
                <c:pt idx="1614">
                  <c:v>35132</c:v>
                </c:pt>
                <c:pt idx="1615">
                  <c:v>35135</c:v>
                </c:pt>
                <c:pt idx="1616">
                  <c:v>35136</c:v>
                </c:pt>
                <c:pt idx="1617">
                  <c:v>35137</c:v>
                </c:pt>
                <c:pt idx="1618">
                  <c:v>35138</c:v>
                </c:pt>
                <c:pt idx="1619">
                  <c:v>35139</c:v>
                </c:pt>
                <c:pt idx="1620">
                  <c:v>35142</c:v>
                </c:pt>
                <c:pt idx="1621">
                  <c:v>35143</c:v>
                </c:pt>
                <c:pt idx="1622">
                  <c:v>35144</c:v>
                </c:pt>
                <c:pt idx="1623">
                  <c:v>35145</c:v>
                </c:pt>
                <c:pt idx="1624">
                  <c:v>35146</c:v>
                </c:pt>
                <c:pt idx="1625">
                  <c:v>35149</c:v>
                </c:pt>
                <c:pt idx="1626">
                  <c:v>35150</c:v>
                </c:pt>
                <c:pt idx="1627">
                  <c:v>35151</c:v>
                </c:pt>
                <c:pt idx="1628">
                  <c:v>35152</c:v>
                </c:pt>
                <c:pt idx="1629">
                  <c:v>35153</c:v>
                </c:pt>
                <c:pt idx="1630">
                  <c:v>35156</c:v>
                </c:pt>
                <c:pt idx="1631">
                  <c:v>35157</c:v>
                </c:pt>
                <c:pt idx="1632">
                  <c:v>35158</c:v>
                </c:pt>
                <c:pt idx="1633">
                  <c:v>35159</c:v>
                </c:pt>
                <c:pt idx="1634">
                  <c:v>35160</c:v>
                </c:pt>
                <c:pt idx="1635">
                  <c:v>35163</c:v>
                </c:pt>
                <c:pt idx="1636">
                  <c:v>35164</c:v>
                </c:pt>
                <c:pt idx="1637">
                  <c:v>35165</c:v>
                </c:pt>
                <c:pt idx="1638">
                  <c:v>35166</c:v>
                </c:pt>
                <c:pt idx="1639">
                  <c:v>35167</c:v>
                </c:pt>
                <c:pt idx="1640">
                  <c:v>35170</c:v>
                </c:pt>
                <c:pt idx="1641">
                  <c:v>35171</c:v>
                </c:pt>
                <c:pt idx="1642">
                  <c:v>35172</c:v>
                </c:pt>
                <c:pt idx="1643">
                  <c:v>35173</c:v>
                </c:pt>
                <c:pt idx="1644">
                  <c:v>35174</c:v>
                </c:pt>
                <c:pt idx="1645">
                  <c:v>35177</c:v>
                </c:pt>
                <c:pt idx="1646">
                  <c:v>35178</c:v>
                </c:pt>
                <c:pt idx="1647">
                  <c:v>35179</c:v>
                </c:pt>
                <c:pt idx="1648">
                  <c:v>35180</c:v>
                </c:pt>
                <c:pt idx="1649">
                  <c:v>35181</c:v>
                </c:pt>
                <c:pt idx="1650">
                  <c:v>35184</c:v>
                </c:pt>
                <c:pt idx="1651">
                  <c:v>35185</c:v>
                </c:pt>
                <c:pt idx="1652">
                  <c:v>35186</c:v>
                </c:pt>
                <c:pt idx="1653">
                  <c:v>35187</c:v>
                </c:pt>
                <c:pt idx="1654">
                  <c:v>35188</c:v>
                </c:pt>
                <c:pt idx="1655">
                  <c:v>35191</c:v>
                </c:pt>
                <c:pt idx="1656">
                  <c:v>35192</c:v>
                </c:pt>
                <c:pt idx="1657">
                  <c:v>35193</c:v>
                </c:pt>
                <c:pt idx="1658">
                  <c:v>35194</c:v>
                </c:pt>
                <c:pt idx="1659">
                  <c:v>35195</c:v>
                </c:pt>
                <c:pt idx="1660">
                  <c:v>35198</c:v>
                </c:pt>
                <c:pt idx="1661">
                  <c:v>35199</c:v>
                </c:pt>
                <c:pt idx="1662">
                  <c:v>35200</c:v>
                </c:pt>
                <c:pt idx="1663">
                  <c:v>35201</c:v>
                </c:pt>
                <c:pt idx="1664">
                  <c:v>35202</c:v>
                </c:pt>
                <c:pt idx="1665">
                  <c:v>35205</c:v>
                </c:pt>
                <c:pt idx="1666">
                  <c:v>35206</c:v>
                </c:pt>
                <c:pt idx="1667">
                  <c:v>35207</c:v>
                </c:pt>
                <c:pt idx="1668">
                  <c:v>35208</c:v>
                </c:pt>
                <c:pt idx="1669">
                  <c:v>35209</c:v>
                </c:pt>
                <c:pt idx="1670">
                  <c:v>35212</c:v>
                </c:pt>
                <c:pt idx="1671">
                  <c:v>35213</c:v>
                </c:pt>
                <c:pt idx="1672">
                  <c:v>35214</c:v>
                </c:pt>
                <c:pt idx="1673">
                  <c:v>35215</c:v>
                </c:pt>
                <c:pt idx="1674">
                  <c:v>35216</c:v>
                </c:pt>
                <c:pt idx="1675">
                  <c:v>35219</c:v>
                </c:pt>
                <c:pt idx="1676">
                  <c:v>35220</c:v>
                </c:pt>
                <c:pt idx="1677">
                  <c:v>35221</c:v>
                </c:pt>
                <c:pt idx="1678">
                  <c:v>35222</c:v>
                </c:pt>
                <c:pt idx="1679">
                  <c:v>35223</c:v>
                </c:pt>
                <c:pt idx="1680">
                  <c:v>35226</c:v>
                </c:pt>
                <c:pt idx="1681">
                  <c:v>35227</c:v>
                </c:pt>
                <c:pt idx="1682">
                  <c:v>35228</c:v>
                </c:pt>
                <c:pt idx="1683">
                  <c:v>35229</c:v>
                </c:pt>
                <c:pt idx="1684">
                  <c:v>35230</c:v>
                </c:pt>
                <c:pt idx="1685">
                  <c:v>35233</c:v>
                </c:pt>
                <c:pt idx="1686">
                  <c:v>35234</c:v>
                </c:pt>
                <c:pt idx="1687">
                  <c:v>35235</c:v>
                </c:pt>
                <c:pt idx="1688">
                  <c:v>35236</c:v>
                </c:pt>
                <c:pt idx="1689">
                  <c:v>35237</c:v>
                </c:pt>
                <c:pt idx="1690">
                  <c:v>35240</c:v>
                </c:pt>
                <c:pt idx="1691">
                  <c:v>35241</c:v>
                </c:pt>
                <c:pt idx="1692">
                  <c:v>35242</c:v>
                </c:pt>
                <c:pt idx="1693">
                  <c:v>35243</c:v>
                </c:pt>
                <c:pt idx="1694">
                  <c:v>35244</c:v>
                </c:pt>
                <c:pt idx="1695">
                  <c:v>35247</c:v>
                </c:pt>
                <c:pt idx="1696">
                  <c:v>35248</c:v>
                </c:pt>
                <c:pt idx="1697">
                  <c:v>35249</c:v>
                </c:pt>
                <c:pt idx="1698">
                  <c:v>35250</c:v>
                </c:pt>
                <c:pt idx="1699">
                  <c:v>35251</c:v>
                </c:pt>
                <c:pt idx="1700">
                  <c:v>35254</c:v>
                </c:pt>
                <c:pt idx="1701">
                  <c:v>35255</c:v>
                </c:pt>
                <c:pt idx="1702">
                  <c:v>35256</c:v>
                </c:pt>
                <c:pt idx="1703">
                  <c:v>35257</c:v>
                </c:pt>
                <c:pt idx="1704">
                  <c:v>35258</c:v>
                </c:pt>
                <c:pt idx="1705">
                  <c:v>35261</c:v>
                </c:pt>
                <c:pt idx="1706">
                  <c:v>35262</c:v>
                </c:pt>
                <c:pt idx="1707">
                  <c:v>35263</c:v>
                </c:pt>
                <c:pt idx="1708">
                  <c:v>35264</c:v>
                </c:pt>
                <c:pt idx="1709">
                  <c:v>35265</c:v>
                </c:pt>
                <c:pt idx="1710">
                  <c:v>35268</c:v>
                </c:pt>
                <c:pt idx="1711">
                  <c:v>35269</c:v>
                </c:pt>
                <c:pt idx="1712">
                  <c:v>35270</c:v>
                </c:pt>
                <c:pt idx="1713">
                  <c:v>35271</c:v>
                </c:pt>
                <c:pt idx="1714">
                  <c:v>35272</c:v>
                </c:pt>
                <c:pt idx="1715">
                  <c:v>35275</c:v>
                </c:pt>
                <c:pt idx="1716">
                  <c:v>35276</c:v>
                </c:pt>
                <c:pt idx="1717">
                  <c:v>35277</c:v>
                </c:pt>
                <c:pt idx="1718">
                  <c:v>35278</c:v>
                </c:pt>
                <c:pt idx="1719">
                  <c:v>35279</c:v>
                </c:pt>
                <c:pt idx="1720">
                  <c:v>35282</c:v>
                </c:pt>
                <c:pt idx="1721">
                  <c:v>35283</c:v>
                </c:pt>
                <c:pt idx="1722">
                  <c:v>35284</c:v>
                </c:pt>
                <c:pt idx="1723">
                  <c:v>35285</c:v>
                </c:pt>
                <c:pt idx="1724">
                  <c:v>35286</c:v>
                </c:pt>
                <c:pt idx="1725">
                  <c:v>35289</c:v>
                </c:pt>
                <c:pt idx="1726">
                  <c:v>35290</c:v>
                </c:pt>
                <c:pt idx="1727">
                  <c:v>35291</c:v>
                </c:pt>
                <c:pt idx="1728">
                  <c:v>35292</c:v>
                </c:pt>
                <c:pt idx="1729">
                  <c:v>35293</c:v>
                </c:pt>
                <c:pt idx="1730">
                  <c:v>35296</c:v>
                </c:pt>
                <c:pt idx="1731">
                  <c:v>35297</c:v>
                </c:pt>
                <c:pt idx="1732">
                  <c:v>35298</c:v>
                </c:pt>
                <c:pt idx="1733">
                  <c:v>35299</c:v>
                </c:pt>
                <c:pt idx="1734">
                  <c:v>35300</c:v>
                </c:pt>
                <c:pt idx="1735">
                  <c:v>35303</c:v>
                </c:pt>
                <c:pt idx="1736">
                  <c:v>35304</c:v>
                </c:pt>
                <c:pt idx="1737">
                  <c:v>35305</c:v>
                </c:pt>
                <c:pt idx="1738">
                  <c:v>35306</c:v>
                </c:pt>
                <c:pt idx="1739">
                  <c:v>35307</c:v>
                </c:pt>
                <c:pt idx="1740">
                  <c:v>35310</c:v>
                </c:pt>
                <c:pt idx="1741">
                  <c:v>35311</c:v>
                </c:pt>
                <c:pt idx="1742">
                  <c:v>35312</c:v>
                </c:pt>
                <c:pt idx="1743">
                  <c:v>35313</c:v>
                </c:pt>
                <c:pt idx="1744">
                  <c:v>35314</c:v>
                </c:pt>
                <c:pt idx="1745">
                  <c:v>35317</c:v>
                </c:pt>
                <c:pt idx="1746">
                  <c:v>35318</c:v>
                </c:pt>
                <c:pt idx="1747">
                  <c:v>35319</c:v>
                </c:pt>
                <c:pt idx="1748">
                  <c:v>35320</c:v>
                </c:pt>
                <c:pt idx="1749">
                  <c:v>35321</c:v>
                </c:pt>
                <c:pt idx="1750">
                  <c:v>35324</c:v>
                </c:pt>
                <c:pt idx="1751">
                  <c:v>35325</c:v>
                </c:pt>
                <c:pt idx="1752">
                  <c:v>35326</c:v>
                </c:pt>
                <c:pt idx="1753">
                  <c:v>35327</c:v>
                </c:pt>
                <c:pt idx="1754">
                  <c:v>35328</c:v>
                </c:pt>
                <c:pt idx="1755">
                  <c:v>35331</c:v>
                </c:pt>
                <c:pt idx="1756">
                  <c:v>35332</c:v>
                </c:pt>
                <c:pt idx="1757">
                  <c:v>35333</c:v>
                </c:pt>
                <c:pt idx="1758">
                  <c:v>35334</c:v>
                </c:pt>
                <c:pt idx="1759">
                  <c:v>35335</c:v>
                </c:pt>
                <c:pt idx="1760">
                  <c:v>35338</c:v>
                </c:pt>
                <c:pt idx="1761">
                  <c:v>35339</c:v>
                </c:pt>
                <c:pt idx="1762">
                  <c:v>35340</c:v>
                </c:pt>
                <c:pt idx="1763">
                  <c:v>35341</c:v>
                </c:pt>
                <c:pt idx="1764">
                  <c:v>35342</c:v>
                </c:pt>
                <c:pt idx="1765">
                  <c:v>35345</c:v>
                </c:pt>
                <c:pt idx="1766">
                  <c:v>35346</c:v>
                </c:pt>
                <c:pt idx="1767">
                  <c:v>35347</c:v>
                </c:pt>
                <c:pt idx="1768">
                  <c:v>35348</c:v>
                </c:pt>
                <c:pt idx="1769">
                  <c:v>35349</c:v>
                </c:pt>
                <c:pt idx="1770">
                  <c:v>35352</c:v>
                </c:pt>
                <c:pt idx="1771">
                  <c:v>35353</c:v>
                </c:pt>
                <c:pt idx="1772">
                  <c:v>35354</c:v>
                </c:pt>
                <c:pt idx="1773">
                  <c:v>35355</c:v>
                </c:pt>
                <c:pt idx="1774">
                  <c:v>35356</c:v>
                </c:pt>
                <c:pt idx="1775">
                  <c:v>35359</c:v>
                </c:pt>
                <c:pt idx="1776">
                  <c:v>35360</c:v>
                </c:pt>
                <c:pt idx="1777">
                  <c:v>35361</c:v>
                </c:pt>
                <c:pt idx="1778">
                  <c:v>35362</c:v>
                </c:pt>
                <c:pt idx="1779">
                  <c:v>35363</c:v>
                </c:pt>
                <c:pt idx="1780">
                  <c:v>35366</c:v>
                </c:pt>
                <c:pt idx="1781">
                  <c:v>35367</c:v>
                </c:pt>
                <c:pt idx="1782">
                  <c:v>35368</c:v>
                </c:pt>
                <c:pt idx="1783">
                  <c:v>35369</c:v>
                </c:pt>
                <c:pt idx="1784">
                  <c:v>35370</c:v>
                </c:pt>
                <c:pt idx="1785">
                  <c:v>35373</c:v>
                </c:pt>
                <c:pt idx="1786">
                  <c:v>35374</c:v>
                </c:pt>
                <c:pt idx="1787">
                  <c:v>35375</c:v>
                </c:pt>
                <c:pt idx="1788">
                  <c:v>35376</c:v>
                </c:pt>
                <c:pt idx="1789">
                  <c:v>35377</c:v>
                </c:pt>
                <c:pt idx="1790">
                  <c:v>35380</c:v>
                </c:pt>
                <c:pt idx="1791">
                  <c:v>35381</c:v>
                </c:pt>
                <c:pt idx="1792">
                  <c:v>35382</c:v>
                </c:pt>
                <c:pt idx="1793">
                  <c:v>35383</c:v>
                </c:pt>
                <c:pt idx="1794">
                  <c:v>35384</c:v>
                </c:pt>
                <c:pt idx="1795">
                  <c:v>35387</c:v>
                </c:pt>
                <c:pt idx="1796">
                  <c:v>35388</c:v>
                </c:pt>
                <c:pt idx="1797">
                  <c:v>35389</c:v>
                </c:pt>
                <c:pt idx="1798">
                  <c:v>35390</c:v>
                </c:pt>
                <c:pt idx="1799">
                  <c:v>35391</c:v>
                </c:pt>
                <c:pt idx="1800">
                  <c:v>35394</c:v>
                </c:pt>
                <c:pt idx="1801">
                  <c:v>35395</c:v>
                </c:pt>
                <c:pt idx="1802">
                  <c:v>35396</c:v>
                </c:pt>
                <c:pt idx="1803">
                  <c:v>35397</c:v>
                </c:pt>
                <c:pt idx="1804">
                  <c:v>35398</c:v>
                </c:pt>
                <c:pt idx="1805">
                  <c:v>35401</c:v>
                </c:pt>
                <c:pt idx="1806">
                  <c:v>35402</c:v>
                </c:pt>
                <c:pt idx="1807">
                  <c:v>35403</c:v>
                </c:pt>
                <c:pt idx="1808">
                  <c:v>35404</c:v>
                </c:pt>
                <c:pt idx="1809">
                  <c:v>35405</c:v>
                </c:pt>
                <c:pt idx="1810">
                  <c:v>35408</c:v>
                </c:pt>
                <c:pt idx="1811">
                  <c:v>35409</c:v>
                </c:pt>
                <c:pt idx="1812">
                  <c:v>35410</c:v>
                </c:pt>
                <c:pt idx="1813">
                  <c:v>35411</c:v>
                </c:pt>
                <c:pt idx="1814">
                  <c:v>35412</c:v>
                </c:pt>
                <c:pt idx="1815">
                  <c:v>35415</c:v>
                </c:pt>
                <c:pt idx="1816">
                  <c:v>35416</c:v>
                </c:pt>
                <c:pt idx="1817">
                  <c:v>35417</c:v>
                </c:pt>
                <c:pt idx="1818">
                  <c:v>35418</c:v>
                </c:pt>
                <c:pt idx="1819">
                  <c:v>35419</c:v>
                </c:pt>
                <c:pt idx="1820">
                  <c:v>35422</c:v>
                </c:pt>
                <c:pt idx="1821">
                  <c:v>35423</c:v>
                </c:pt>
                <c:pt idx="1822">
                  <c:v>35424</c:v>
                </c:pt>
                <c:pt idx="1823">
                  <c:v>35425</c:v>
                </c:pt>
                <c:pt idx="1824">
                  <c:v>35426</c:v>
                </c:pt>
                <c:pt idx="1825">
                  <c:v>35429</c:v>
                </c:pt>
                <c:pt idx="1826">
                  <c:v>35430</c:v>
                </c:pt>
                <c:pt idx="1827">
                  <c:v>35431</c:v>
                </c:pt>
                <c:pt idx="1828">
                  <c:v>35432</c:v>
                </c:pt>
                <c:pt idx="1829">
                  <c:v>35433</c:v>
                </c:pt>
                <c:pt idx="1830">
                  <c:v>35436</c:v>
                </c:pt>
                <c:pt idx="1831">
                  <c:v>35437</c:v>
                </c:pt>
                <c:pt idx="1832">
                  <c:v>35438</c:v>
                </c:pt>
                <c:pt idx="1833">
                  <c:v>35439</c:v>
                </c:pt>
                <c:pt idx="1834">
                  <c:v>35440</c:v>
                </c:pt>
                <c:pt idx="1835">
                  <c:v>35443</c:v>
                </c:pt>
                <c:pt idx="1836">
                  <c:v>35444</c:v>
                </c:pt>
                <c:pt idx="1837">
                  <c:v>35445</c:v>
                </c:pt>
                <c:pt idx="1838">
                  <c:v>35446</c:v>
                </c:pt>
                <c:pt idx="1839">
                  <c:v>35447</c:v>
                </c:pt>
                <c:pt idx="1840">
                  <c:v>35450</c:v>
                </c:pt>
                <c:pt idx="1841">
                  <c:v>35451</c:v>
                </c:pt>
                <c:pt idx="1842">
                  <c:v>35452</c:v>
                </c:pt>
                <c:pt idx="1843">
                  <c:v>35453</c:v>
                </c:pt>
                <c:pt idx="1844">
                  <c:v>35454</c:v>
                </c:pt>
                <c:pt idx="1845">
                  <c:v>35457</c:v>
                </c:pt>
                <c:pt idx="1846">
                  <c:v>35458</c:v>
                </c:pt>
                <c:pt idx="1847">
                  <c:v>35459</c:v>
                </c:pt>
                <c:pt idx="1848">
                  <c:v>35460</c:v>
                </c:pt>
                <c:pt idx="1849">
                  <c:v>35461</c:v>
                </c:pt>
                <c:pt idx="1850">
                  <c:v>35464</c:v>
                </c:pt>
                <c:pt idx="1851">
                  <c:v>35465</c:v>
                </c:pt>
                <c:pt idx="1852">
                  <c:v>35466</c:v>
                </c:pt>
                <c:pt idx="1853">
                  <c:v>35467</c:v>
                </c:pt>
                <c:pt idx="1854">
                  <c:v>35468</c:v>
                </c:pt>
                <c:pt idx="1855">
                  <c:v>35471</c:v>
                </c:pt>
                <c:pt idx="1856">
                  <c:v>35472</c:v>
                </c:pt>
                <c:pt idx="1857">
                  <c:v>35473</c:v>
                </c:pt>
                <c:pt idx="1858">
                  <c:v>35474</c:v>
                </c:pt>
                <c:pt idx="1859">
                  <c:v>35475</c:v>
                </c:pt>
                <c:pt idx="1860">
                  <c:v>35478</c:v>
                </c:pt>
                <c:pt idx="1861">
                  <c:v>35479</c:v>
                </c:pt>
                <c:pt idx="1862">
                  <c:v>35480</c:v>
                </c:pt>
                <c:pt idx="1863">
                  <c:v>35481</c:v>
                </c:pt>
                <c:pt idx="1864">
                  <c:v>35482</c:v>
                </c:pt>
                <c:pt idx="1865">
                  <c:v>35485</c:v>
                </c:pt>
                <c:pt idx="1866">
                  <c:v>35486</c:v>
                </c:pt>
                <c:pt idx="1867">
                  <c:v>35487</c:v>
                </c:pt>
                <c:pt idx="1868">
                  <c:v>35488</c:v>
                </c:pt>
                <c:pt idx="1869">
                  <c:v>35489</c:v>
                </c:pt>
                <c:pt idx="1870">
                  <c:v>35492</c:v>
                </c:pt>
                <c:pt idx="1871">
                  <c:v>35493</c:v>
                </c:pt>
                <c:pt idx="1872">
                  <c:v>35494</c:v>
                </c:pt>
                <c:pt idx="1873">
                  <c:v>35495</c:v>
                </c:pt>
                <c:pt idx="1874">
                  <c:v>35496</c:v>
                </c:pt>
                <c:pt idx="1875">
                  <c:v>35499</c:v>
                </c:pt>
                <c:pt idx="1876">
                  <c:v>35500</c:v>
                </c:pt>
                <c:pt idx="1877">
                  <c:v>35501</c:v>
                </c:pt>
                <c:pt idx="1878">
                  <c:v>35502</c:v>
                </c:pt>
                <c:pt idx="1879">
                  <c:v>35503</c:v>
                </c:pt>
                <c:pt idx="1880">
                  <c:v>35506</c:v>
                </c:pt>
                <c:pt idx="1881">
                  <c:v>35507</c:v>
                </c:pt>
                <c:pt idx="1882">
                  <c:v>35508</c:v>
                </c:pt>
                <c:pt idx="1883">
                  <c:v>35509</c:v>
                </c:pt>
                <c:pt idx="1884">
                  <c:v>35510</c:v>
                </c:pt>
                <c:pt idx="1885">
                  <c:v>35513</c:v>
                </c:pt>
                <c:pt idx="1886">
                  <c:v>35514</c:v>
                </c:pt>
                <c:pt idx="1887">
                  <c:v>35515</c:v>
                </c:pt>
                <c:pt idx="1888">
                  <c:v>35516</c:v>
                </c:pt>
                <c:pt idx="1889">
                  <c:v>35517</c:v>
                </c:pt>
                <c:pt idx="1890">
                  <c:v>35520</c:v>
                </c:pt>
                <c:pt idx="1891">
                  <c:v>35521</c:v>
                </c:pt>
                <c:pt idx="1892">
                  <c:v>35522</c:v>
                </c:pt>
                <c:pt idx="1893">
                  <c:v>35523</c:v>
                </c:pt>
                <c:pt idx="1894">
                  <c:v>35524</c:v>
                </c:pt>
                <c:pt idx="1895">
                  <c:v>35527</c:v>
                </c:pt>
                <c:pt idx="1896">
                  <c:v>35528</c:v>
                </c:pt>
                <c:pt idx="1897">
                  <c:v>35529</c:v>
                </c:pt>
                <c:pt idx="1898">
                  <c:v>35530</c:v>
                </c:pt>
                <c:pt idx="1899">
                  <c:v>35531</c:v>
                </c:pt>
                <c:pt idx="1900">
                  <c:v>35534</c:v>
                </c:pt>
                <c:pt idx="1901">
                  <c:v>35535</c:v>
                </c:pt>
                <c:pt idx="1902">
                  <c:v>35536</c:v>
                </c:pt>
                <c:pt idx="1903">
                  <c:v>35537</c:v>
                </c:pt>
                <c:pt idx="1904">
                  <c:v>35538</c:v>
                </c:pt>
                <c:pt idx="1905">
                  <c:v>35541</c:v>
                </c:pt>
                <c:pt idx="1906">
                  <c:v>35542</c:v>
                </c:pt>
                <c:pt idx="1907">
                  <c:v>35543</c:v>
                </c:pt>
                <c:pt idx="1908">
                  <c:v>35544</c:v>
                </c:pt>
                <c:pt idx="1909">
                  <c:v>35545</c:v>
                </c:pt>
                <c:pt idx="1910">
                  <c:v>35548</c:v>
                </c:pt>
                <c:pt idx="1911">
                  <c:v>35549</c:v>
                </c:pt>
                <c:pt idx="1912">
                  <c:v>35550</c:v>
                </c:pt>
                <c:pt idx="1913">
                  <c:v>35551</c:v>
                </c:pt>
                <c:pt idx="1914">
                  <c:v>35552</c:v>
                </c:pt>
                <c:pt idx="1915">
                  <c:v>35555</c:v>
                </c:pt>
                <c:pt idx="1916">
                  <c:v>35556</c:v>
                </c:pt>
                <c:pt idx="1917">
                  <c:v>35557</c:v>
                </c:pt>
                <c:pt idx="1918">
                  <c:v>35558</c:v>
                </c:pt>
                <c:pt idx="1919">
                  <c:v>35559</c:v>
                </c:pt>
                <c:pt idx="1920">
                  <c:v>35562</c:v>
                </c:pt>
                <c:pt idx="1921">
                  <c:v>35563</c:v>
                </c:pt>
                <c:pt idx="1922">
                  <c:v>35564</c:v>
                </c:pt>
                <c:pt idx="1923">
                  <c:v>35565</c:v>
                </c:pt>
                <c:pt idx="1924">
                  <c:v>35566</c:v>
                </c:pt>
                <c:pt idx="1925">
                  <c:v>35569</c:v>
                </c:pt>
                <c:pt idx="1926">
                  <c:v>35570</c:v>
                </c:pt>
                <c:pt idx="1927">
                  <c:v>35571</c:v>
                </c:pt>
                <c:pt idx="1928">
                  <c:v>35572</c:v>
                </c:pt>
                <c:pt idx="1929">
                  <c:v>35573</c:v>
                </c:pt>
                <c:pt idx="1930">
                  <c:v>35576</c:v>
                </c:pt>
                <c:pt idx="1931">
                  <c:v>35577</c:v>
                </c:pt>
                <c:pt idx="1932">
                  <c:v>35578</c:v>
                </c:pt>
                <c:pt idx="1933">
                  <c:v>35579</c:v>
                </c:pt>
                <c:pt idx="1934">
                  <c:v>35580</c:v>
                </c:pt>
                <c:pt idx="1935">
                  <c:v>35583</c:v>
                </c:pt>
                <c:pt idx="1936">
                  <c:v>35584</c:v>
                </c:pt>
                <c:pt idx="1937">
                  <c:v>35585</c:v>
                </c:pt>
                <c:pt idx="1938">
                  <c:v>35586</c:v>
                </c:pt>
                <c:pt idx="1939">
                  <c:v>35587</c:v>
                </c:pt>
                <c:pt idx="1940">
                  <c:v>35590</c:v>
                </c:pt>
                <c:pt idx="1941">
                  <c:v>35591</c:v>
                </c:pt>
                <c:pt idx="1942">
                  <c:v>35592</c:v>
                </c:pt>
                <c:pt idx="1943">
                  <c:v>35593</c:v>
                </c:pt>
                <c:pt idx="1944">
                  <c:v>35594</c:v>
                </c:pt>
                <c:pt idx="1945">
                  <c:v>35597</c:v>
                </c:pt>
                <c:pt idx="1946">
                  <c:v>35598</c:v>
                </c:pt>
                <c:pt idx="1947">
                  <c:v>35599</c:v>
                </c:pt>
                <c:pt idx="1948">
                  <c:v>35600</c:v>
                </c:pt>
                <c:pt idx="1949">
                  <c:v>35601</c:v>
                </c:pt>
                <c:pt idx="1950">
                  <c:v>35604</c:v>
                </c:pt>
                <c:pt idx="1951">
                  <c:v>35605</c:v>
                </c:pt>
                <c:pt idx="1952">
                  <c:v>35606</c:v>
                </c:pt>
                <c:pt idx="1953">
                  <c:v>35607</c:v>
                </c:pt>
                <c:pt idx="1954">
                  <c:v>35608</c:v>
                </c:pt>
                <c:pt idx="1955">
                  <c:v>35611</c:v>
                </c:pt>
                <c:pt idx="1956">
                  <c:v>35612</c:v>
                </c:pt>
                <c:pt idx="1957">
                  <c:v>35613</c:v>
                </c:pt>
                <c:pt idx="1958">
                  <c:v>35614</c:v>
                </c:pt>
                <c:pt idx="1959">
                  <c:v>35615</c:v>
                </c:pt>
                <c:pt idx="1960">
                  <c:v>35618</c:v>
                </c:pt>
                <c:pt idx="1961">
                  <c:v>35619</c:v>
                </c:pt>
                <c:pt idx="1962">
                  <c:v>35620</c:v>
                </c:pt>
                <c:pt idx="1963">
                  <c:v>35621</c:v>
                </c:pt>
                <c:pt idx="1964">
                  <c:v>35622</c:v>
                </c:pt>
                <c:pt idx="1965">
                  <c:v>35625</c:v>
                </c:pt>
                <c:pt idx="1966">
                  <c:v>35626</c:v>
                </c:pt>
                <c:pt idx="1967">
                  <c:v>35627</c:v>
                </c:pt>
                <c:pt idx="1968">
                  <c:v>35628</c:v>
                </c:pt>
                <c:pt idx="1969">
                  <c:v>35629</c:v>
                </c:pt>
                <c:pt idx="1970">
                  <c:v>35632</c:v>
                </c:pt>
                <c:pt idx="1971">
                  <c:v>35633</c:v>
                </c:pt>
                <c:pt idx="1972">
                  <c:v>35634</c:v>
                </c:pt>
                <c:pt idx="1973">
                  <c:v>35635</c:v>
                </c:pt>
                <c:pt idx="1974">
                  <c:v>35636</c:v>
                </c:pt>
                <c:pt idx="1975">
                  <c:v>35639</c:v>
                </c:pt>
                <c:pt idx="1976">
                  <c:v>35640</c:v>
                </c:pt>
                <c:pt idx="1977">
                  <c:v>35641</c:v>
                </c:pt>
                <c:pt idx="1978">
                  <c:v>35642</c:v>
                </c:pt>
                <c:pt idx="1979">
                  <c:v>35643</c:v>
                </c:pt>
                <c:pt idx="1980">
                  <c:v>35646</c:v>
                </c:pt>
                <c:pt idx="1981">
                  <c:v>35647</c:v>
                </c:pt>
                <c:pt idx="1982">
                  <c:v>35648</c:v>
                </c:pt>
                <c:pt idx="1983">
                  <c:v>35649</c:v>
                </c:pt>
                <c:pt idx="1984">
                  <c:v>35650</c:v>
                </c:pt>
                <c:pt idx="1985">
                  <c:v>35653</c:v>
                </c:pt>
                <c:pt idx="1986">
                  <c:v>35654</c:v>
                </c:pt>
                <c:pt idx="1987">
                  <c:v>35655</c:v>
                </c:pt>
                <c:pt idx="1988">
                  <c:v>35656</c:v>
                </c:pt>
                <c:pt idx="1989">
                  <c:v>35657</c:v>
                </c:pt>
                <c:pt idx="1990">
                  <c:v>35660</c:v>
                </c:pt>
                <c:pt idx="1991">
                  <c:v>35661</c:v>
                </c:pt>
                <c:pt idx="1992">
                  <c:v>35662</c:v>
                </c:pt>
                <c:pt idx="1993">
                  <c:v>35663</c:v>
                </c:pt>
                <c:pt idx="1994">
                  <c:v>35664</c:v>
                </c:pt>
                <c:pt idx="1995">
                  <c:v>35667</c:v>
                </c:pt>
                <c:pt idx="1996">
                  <c:v>35668</c:v>
                </c:pt>
                <c:pt idx="1997">
                  <c:v>35669</c:v>
                </c:pt>
                <c:pt idx="1998">
                  <c:v>35670</c:v>
                </c:pt>
                <c:pt idx="1999">
                  <c:v>35671</c:v>
                </c:pt>
                <c:pt idx="2000">
                  <c:v>35674</c:v>
                </c:pt>
                <c:pt idx="2001">
                  <c:v>35675</c:v>
                </c:pt>
                <c:pt idx="2002">
                  <c:v>35676</c:v>
                </c:pt>
                <c:pt idx="2003">
                  <c:v>35677</c:v>
                </c:pt>
                <c:pt idx="2004">
                  <c:v>35678</c:v>
                </c:pt>
                <c:pt idx="2005">
                  <c:v>35681</c:v>
                </c:pt>
                <c:pt idx="2006">
                  <c:v>35682</c:v>
                </c:pt>
                <c:pt idx="2007">
                  <c:v>35683</c:v>
                </c:pt>
                <c:pt idx="2008">
                  <c:v>35684</c:v>
                </c:pt>
                <c:pt idx="2009">
                  <c:v>35685</c:v>
                </c:pt>
                <c:pt idx="2010">
                  <c:v>35688</c:v>
                </c:pt>
                <c:pt idx="2011">
                  <c:v>35689</c:v>
                </c:pt>
                <c:pt idx="2012">
                  <c:v>35690</c:v>
                </c:pt>
                <c:pt idx="2013">
                  <c:v>35691</c:v>
                </c:pt>
                <c:pt idx="2014">
                  <c:v>35692</c:v>
                </c:pt>
                <c:pt idx="2015">
                  <c:v>35695</c:v>
                </c:pt>
                <c:pt idx="2016">
                  <c:v>35696</c:v>
                </c:pt>
                <c:pt idx="2017">
                  <c:v>35697</c:v>
                </c:pt>
                <c:pt idx="2018">
                  <c:v>35698</c:v>
                </c:pt>
                <c:pt idx="2019">
                  <c:v>35699</c:v>
                </c:pt>
                <c:pt idx="2020">
                  <c:v>35702</c:v>
                </c:pt>
                <c:pt idx="2021">
                  <c:v>35703</c:v>
                </c:pt>
                <c:pt idx="2022">
                  <c:v>35704</c:v>
                </c:pt>
                <c:pt idx="2023">
                  <c:v>35705</c:v>
                </c:pt>
                <c:pt idx="2024">
                  <c:v>35706</c:v>
                </c:pt>
                <c:pt idx="2025">
                  <c:v>35709</c:v>
                </c:pt>
                <c:pt idx="2026">
                  <c:v>35710</c:v>
                </c:pt>
                <c:pt idx="2027">
                  <c:v>35711</c:v>
                </c:pt>
                <c:pt idx="2028">
                  <c:v>35712</c:v>
                </c:pt>
                <c:pt idx="2029">
                  <c:v>35713</c:v>
                </c:pt>
                <c:pt idx="2030">
                  <c:v>35716</c:v>
                </c:pt>
                <c:pt idx="2031">
                  <c:v>35717</c:v>
                </c:pt>
                <c:pt idx="2032">
                  <c:v>35718</c:v>
                </c:pt>
                <c:pt idx="2033">
                  <c:v>35719</c:v>
                </c:pt>
                <c:pt idx="2034">
                  <c:v>35720</c:v>
                </c:pt>
                <c:pt idx="2035">
                  <c:v>35723</c:v>
                </c:pt>
                <c:pt idx="2036">
                  <c:v>35724</c:v>
                </c:pt>
                <c:pt idx="2037">
                  <c:v>35725</c:v>
                </c:pt>
                <c:pt idx="2038">
                  <c:v>35726</c:v>
                </c:pt>
                <c:pt idx="2039">
                  <c:v>35727</c:v>
                </c:pt>
                <c:pt idx="2040">
                  <c:v>35730</c:v>
                </c:pt>
                <c:pt idx="2041">
                  <c:v>35731</c:v>
                </c:pt>
                <c:pt idx="2042">
                  <c:v>35732</c:v>
                </c:pt>
                <c:pt idx="2043">
                  <c:v>35733</c:v>
                </c:pt>
                <c:pt idx="2044">
                  <c:v>35734</c:v>
                </c:pt>
                <c:pt idx="2045">
                  <c:v>35737</c:v>
                </c:pt>
                <c:pt idx="2046">
                  <c:v>35738</c:v>
                </c:pt>
                <c:pt idx="2047">
                  <c:v>35739</c:v>
                </c:pt>
                <c:pt idx="2048">
                  <c:v>35740</c:v>
                </c:pt>
                <c:pt idx="2049">
                  <c:v>35741</c:v>
                </c:pt>
                <c:pt idx="2050">
                  <c:v>35744</c:v>
                </c:pt>
                <c:pt idx="2051">
                  <c:v>35745</c:v>
                </c:pt>
                <c:pt idx="2052">
                  <c:v>35746</c:v>
                </c:pt>
                <c:pt idx="2053">
                  <c:v>35747</c:v>
                </c:pt>
                <c:pt idx="2054">
                  <c:v>35748</c:v>
                </c:pt>
                <c:pt idx="2055">
                  <c:v>35751</c:v>
                </c:pt>
                <c:pt idx="2056">
                  <c:v>35752</c:v>
                </c:pt>
                <c:pt idx="2057">
                  <c:v>35753</c:v>
                </c:pt>
                <c:pt idx="2058">
                  <c:v>35754</c:v>
                </c:pt>
                <c:pt idx="2059">
                  <c:v>35755</c:v>
                </c:pt>
                <c:pt idx="2060">
                  <c:v>35758</c:v>
                </c:pt>
                <c:pt idx="2061">
                  <c:v>35759</c:v>
                </c:pt>
                <c:pt idx="2062">
                  <c:v>35760</c:v>
                </c:pt>
                <c:pt idx="2063">
                  <c:v>35761</c:v>
                </c:pt>
                <c:pt idx="2064">
                  <c:v>35762</c:v>
                </c:pt>
                <c:pt idx="2065">
                  <c:v>35765</c:v>
                </c:pt>
                <c:pt idx="2066">
                  <c:v>35766</c:v>
                </c:pt>
                <c:pt idx="2067">
                  <c:v>35767</c:v>
                </c:pt>
                <c:pt idx="2068">
                  <c:v>35768</c:v>
                </c:pt>
                <c:pt idx="2069">
                  <c:v>35769</c:v>
                </c:pt>
                <c:pt idx="2070">
                  <c:v>35772</c:v>
                </c:pt>
                <c:pt idx="2071">
                  <c:v>35773</c:v>
                </c:pt>
                <c:pt idx="2072">
                  <c:v>35774</c:v>
                </c:pt>
                <c:pt idx="2073">
                  <c:v>35775</c:v>
                </c:pt>
                <c:pt idx="2074">
                  <c:v>35776</c:v>
                </c:pt>
                <c:pt idx="2075">
                  <c:v>35779</c:v>
                </c:pt>
                <c:pt idx="2076">
                  <c:v>35780</c:v>
                </c:pt>
                <c:pt idx="2077">
                  <c:v>35781</c:v>
                </c:pt>
                <c:pt idx="2078">
                  <c:v>35782</c:v>
                </c:pt>
                <c:pt idx="2079">
                  <c:v>35783</c:v>
                </c:pt>
                <c:pt idx="2080">
                  <c:v>35786</c:v>
                </c:pt>
                <c:pt idx="2081">
                  <c:v>35787</c:v>
                </c:pt>
                <c:pt idx="2082">
                  <c:v>35788</c:v>
                </c:pt>
                <c:pt idx="2083">
                  <c:v>35789</c:v>
                </c:pt>
                <c:pt idx="2084">
                  <c:v>35790</c:v>
                </c:pt>
                <c:pt idx="2085">
                  <c:v>35793</c:v>
                </c:pt>
                <c:pt idx="2086">
                  <c:v>35794</c:v>
                </c:pt>
                <c:pt idx="2087">
                  <c:v>35795</c:v>
                </c:pt>
                <c:pt idx="2088">
                  <c:v>35796</c:v>
                </c:pt>
                <c:pt idx="2089">
                  <c:v>35797</c:v>
                </c:pt>
                <c:pt idx="2090">
                  <c:v>35800</c:v>
                </c:pt>
                <c:pt idx="2091">
                  <c:v>35801</c:v>
                </c:pt>
                <c:pt idx="2092">
                  <c:v>35802</c:v>
                </c:pt>
                <c:pt idx="2093">
                  <c:v>35803</c:v>
                </c:pt>
                <c:pt idx="2094">
                  <c:v>35804</c:v>
                </c:pt>
                <c:pt idx="2095">
                  <c:v>35807</c:v>
                </c:pt>
                <c:pt idx="2096">
                  <c:v>35808</c:v>
                </c:pt>
                <c:pt idx="2097">
                  <c:v>35809</c:v>
                </c:pt>
                <c:pt idx="2098">
                  <c:v>35810</c:v>
                </c:pt>
                <c:pt idx="2099">
                  <c:v>35811</c:v>
                </c:pt>
                <c:pt idx="2100">
                  <c:v>35814</c:v>
                </c:pt>
                <c:pt idx="2101">
                  <c:v>35815</c:v>
                </c:pt>
                <c:pt idx="2102">
                  <c:v>35816</c:v>
                </c:pt>
                <c:pt idx="2103">
                  <c:v>35817</c:v>
                </c:pt>
                <c:pt idx="2104">
                  <c:v>35818</c:v>
                </c:pt>
                <c:pt idx="2105">
                  <c:v>35821</c:v>
                </c:pt>
                <c:pt idx="2106">
                  <c:v>35822</c:v>
                </c:pt>
                <c:pt idx="2107">
                  <c:v>35823</c:v>
                </c:pt>
                <c:pt idx="2108">
                  <c:v>35824</c:v>
                </c:pt>
                <c:pt idx="2109">
                  <c:v>35825</c:v>
                </c:pt>
                <c:pt idx="2110">
                  <c:v>35828</c:v>
                </c:pt>
                <c:pt idx="2111">
                  <c:v>35829</c:v>
                </c:pt>
                <c:pt idx="2112">
                  <c:v>35830</c:v>
                </c:pt>
                <c:pt idx="2113">
                  <c:v>35831</c:v>
                </c:pt>
                <c:pt idx="2114">
                  <c:v>35832</c:v>
                </c:pt>
                <c:pt idx="2115">
                  <c:v>35835</c:v>
                </c:pt>
                <c:pt idx="2116">
                  <c:v>35836</c:v>
                </c:pt>
                <c:pt idx="2117">
                  <c:v>35837</c:v>
                </c:pt>
                <c:pt idx="2118">
                  <c:v>35838</c:v>
                </c:pt>
                <c:pt idx="2119">
                  <c:v>35839</c:v>
                </c:pt>
                <c:pt idx="2120">
                  <c:v>35842</c:v>
                </c:pt>
                <c:pt idx="2121">
                  <c:v>35843</c:v>
                </c:pt>
                <c:pt idx="2122">
                  <c:v>35844</c:v>
                </c:pt>
                <c:pt idx="2123">
                  <c:v>35845</c:v>
                </c:pt>
                <c:pt idx="2124">
                  <c:v>35846</c:v>
                </c:pt>
                <c:pt idx="2125">
                  <c:v>35849</c:v>
                </c:pt>
                <c:pt idx="2126">
                  <c:v>35850</c:v>
                </c:pt>
                <c:pt idx="2127">
                  <c:v>35851</c:v>
                </c:pt>
                <c:pt idx="2128">
                  <c:v>35852</c:v>
                </c:pt>
                <c:pt idx="2129">
                  <c:v>35853</c:v>
                </c:pt>
                <c:pt idx="2130">
                  <c:v>35856</c:v>
                </c:pt>
                <c:pt idx="2131">
                  <c:v>35857</c:v>
                </c:pt>
                <c:pt idx="2132">
                  <c:v>35858</c:v>
                </c:pt>
                <c:pt idx="2133">
                  <c:v>35859</c:v>
                </c:pt>
                <c:pt idx="2134">
                  <c:v>35860</c:v>
                </c:pt>
                <c:pt idx="2135">
                  <c:v>35863</c:v>
                </c:pt>
                <c:pt idx="2136">
                  <c:v>35864</c:v>
                </c:pt>
                <c:pt idx="2137">
                  <c:v>35865</c:v>
                </c:pt>
                <c:pt idx="2138">
                  <c:v>35866</c:v>
                </c:pt>
                <c:pt idx="2139">
                  <c:v>35867</c:v>
                </c:pt>
                <c:pt idx="2140">
                  <c:v>35870</c:v>
                </c:pt>
                <c:pt idx="2141">
                  <c:v>35871</c:v>
                </c:pt>
                <c:pt idx="2142">
                  <c:v>35872</c:v>
                </c:pt>
                <c:pt idx="2143">
                  <c:v>35873</c:v>
                </c:pt>
                <c:pt idx="2144">
                  <c:v>35874</c:v>
                </c:pt>
                <c:pt idx="2145">
                  <c:v>35877</c:v>
                </c:pt>
                <c:pt idx="2146">
                  <c:v>35878</c:v>
                </c:pt>
                <c:pt idx="2147">
                  <c:v>35879</c:v>
                </c:pt>
                <c:pt idx="2148">
                  <c:v>35880</c:v>
                </c:pt>
                <c:pt idx="2149">
                  <c:v>35881</c:v>
                </c:pt>
                <c:pt idx="2150">
                  <c:v>35884</c:v>
                </c:pt>
                <c:pt idx="2151">
                  <c:v>35885</c:v>
                </c:pt>
                <c:pt idx="2152">
                  <c:v>35886</c:v>
                </c:pt>
                <c:pt idx="2153">
                  <c:v>35887</c:v>
                </c:pt>
                <c:pt idx="2154">
                  <c:v>35888</c:v>
                </c:pt>
                <c:pt idx="2155">
                  <c:v>35891</c:v>
                </c:pt>
                <c:pt idx="2156">
                  <c:v>35892</c:v>
                </c:pt>
                <c:pt idx="2157">
                  <c:v>35893</c:v>
                </c:pt>
                <c:pt idx="2158">
                  <c:v>35894</c:v>
                </c:pt>
                <c:pt idx="2159">
                  <c:v>35895</c:v>
                </c:pt>
                <c:pt idx="2160">
                  <c:v>35898</c:v>
                </c:pt>
                <c:pt idx="2161">
                  <c:v>35899</c:v>
                </c:pt>
                <c:pt idx="2162">
                  <c:v>35900</c:v>
                </c:pt>
                <c:pt idx="2163">
                  <c:v>35901</c:v>
                </c:pt>
                <c:pt idx="2164">
                  <c:v>35902</c:v>
                </c:pt>
                <c:pt idx="2165">
                  <c:v>35905</c:v>
                </c:pt>
                <c:pt idx="2166">
                  <c:v>35906</c:v>
                </c:pt>
                <c:pt idx="2167">
                  <c:v>35907</c:v>
                </c:pt>
                <c:pt idx="2168">
                  <c:v>35908</c:v>
                </c:pt>
                <c:pt idx="2169">
                  <c:v>35909</c:v>
                </c:pt>
                <c:pt idx="2170">
                  <c:v>35912</c:v>
                </c:pt>
                <c:pt idx="2171">
                  <c:v>35913</c:v>
                </c:pt>
                <c:pt idx="2172">
                  <c:v>35914</c:v>
                </c:pt>
                <c:pt idx="2173">
                  <c:v>35915</c:v>
                </c:pt>
                <c:pt idx="2174">
                  <c:v>35916</c:v>
                </c:pt>
                <c:pt idx="2175">
                  <c:v>35919</c:v>
                </c:pt>
                <c:pt idx="2176">
                  <c:v>35920</c:v>
                </c:pt>
                <c:pt idx="2177">
                  <c:v>35921</c:v>
                </c:pt>
                <c:pt idx="2178">
                  <c:v>35922</c:v>
                </c:pt>
                <c:pt idx="2179">
                  <c:v>35923</c:v>
                </c:pt>
                <c:pt idx="2180">
                  <c:v>35926</c:v>
                </c:pt>
                <c:pt idx="2181">
                  <c:v>35927</c:v>
                </c:pt>
                <c:pt idx="2182">
                  <c:v>35928</c:v>
                </c:pt>
                <c:pt idx="2183">
                  <c:v>35929</c:v>
                </c:pt>
                <c:pt idx="2184">
                  <c:v>35930</c:v>
                </c:pt>
                <c:pt idx="2185">
                  <c:v>35933</c:v>
                </c:pt>
                <c:pt idx="2186">
                  <c:v>35934</c:v>
                </c:pt>
                <c:pt idx="2187">
                  <c:v>35935</c:v>
                </c:pt>
                <c:pt idx="2188">
                  <c:v>35936</c:v>
                </c:pt>
                <c:pt idx="2189">
                  <c:v>35937</c:v>
                </c:pt>
                <c:pt idx="2190">
                  <c:v>35940</c:v>
                </c:pt>
                <c:pt idx="2191">
                  <c:v>35941</c:v>
                </c:pt>
                <c:pt idx="2192">
                  <c:v>35942</c:v>
                </c:pt>
                <c:pt idx="2193">
                  <c:v>35943</c:v>
                </c:pt>
                <c:pt idx="2194">
                  <c:v>35944</c:v>
                </c:pt>
                <c:pt idx="2195">
                  <c:v>35947</c:v>
                </c:pt>
                <c:pt idx="2196">
                  <c:v>35948</c:v>
                </c:pt>
                <c:pt idx="2197">
                  <c:v>35949</c:v>
                </c:pt>
                <c:pt idx="2198">
                  <c:v>35950</c:v>
                </c:pt>
                <c:pt idx="2199">
                  <c:v>35951</c:v>
                </c:pt>
                <c:pt idx="2200">
                  <c:v>35954</c:v>
                </c:pt>
                <c:pt idx="2201">
                  <c:v>35955</c:v>
                </c:pt>
                <c:pt idx="2202">
                  <c:v>35956</c:v>
                </c:pt>
                <c:pt idx="2203">
                  <c:v>35957</c:v>
                </c:pt>
                <c:pt idx="2204">
                  <c:v>35958</c:v>
                </c:pt>
                <c:pt idx="2205">
                  <c:v>35961</c:v>
                </c:pt>
                <c:pt idx="2206">
                  <c:v>35962</c:v>
                </c:pt>
                <c:pt idx="2207">
                  <c:v>35963</c:v>
                </c:pt>
                <c:pt idx="2208">
                  <c:v>35964</c:v>
                </c:pt>
                <c:pt idx="2209">
                  <c:v>35965</c:v>
                </c:pt>
                <c:pt idx="2210">
                  <c:v>35968</c:v>
                </c:pt>
                <c:pt idx="2211">
                  <c:v>35969</c:v>
                </c:pt>
                <c:pt idx="2212">
                  <c:v>35970</c:v>
                </c:pt>
                <c:pt idx="2213">
                  <c:v>35971</c:v>
                </c:pt>
                <c:pt idx="2214">
                  <c:v>35972</c:v>
                </c:pt>
                <c:pt idx="2215">
                  <c:v>35975</c:v>
                </c:pt>
                <c:pt idx="2216">
                  <c:v>35976</c:v>
                </c:pt>
                <c:pt idx="2217">
                  <c:v>35977</c:v>
                </c:pt>
                <c:pt idx="2218">
                  <c:v>35978</c:v>
                </c:pt>
                <c:pt idx="2219">
                  <c:v>35979</c:v>
                </c:pt>
                <c:pt idx="2220">
                  <c:v>35982</c:v>
                </c:pt>
                <c:pt idx="2221">
                  <c:v>35983</c:v>
                </c:pt>
                <c:pt idx="2222">
                  <c:v>35984</c:v>
                </c:pt>
                <c:pt idx="2223">
                  <c:v>35985</c:v>
                </c:pt>
                <c:pt idx="2224">
                  <c:v>35986</c:v>
                </c:pt>
                <c:pt idx="2225">
                  <c:v>35989</c:v>
                </c:pt>
                <c:pt idx="2226">
                  <c:v>35990</c:v>
                </c:pt>
                <c:pt idx="2227">
                  <c:v>35991</c:v>
                </c:pt>
                <c:pt idx="2228">
                  <c:v>35992</c:v>
                </c:pt>
                <c:pt idx="2229">
                  <c:v>35993</c:v>
                </c:pt>
                <c:pt idx="2230">
                  <c:v>35996</c:v>
                </c:pt>
                <c:pt idx="2231">
                  <c:v>35997</c:v>
                </c:pt>
                <c:pt idx="2232">
                  <c:v>35998</c:v>
                </c:pt>
                <c:pt idx="2233">
                  <c:v>35999</c:v>
                </c:pt>
                <c:pt idx="2234">
                  <c:v>36000</c:v>
                </c:pt>
                <c:pt idx="2235">
                  <c:v>36003</c:v>
                </c:pt>
                <c:pt idx="2236">
                  <c:v>36004</c:v>
                </c:pt>
                <c:pt idx="2237">
                  <c:v>36005</c:v>
                </c:pt>
                <c:pt idx="2238">
                  <c:v>36006</c:v>
                </c:pt>
                <c:pt idx="2239">
                  <c:v>36007</c:v>
                </c:pt>
                <c:pt idx="2240">
                  <c:v>36010</c:v>
                </c:pt>
                <c:pt idx="2241">
                  <c:v>36011</c:v>
                </c:pt>
                <c:pt idx="2242">
                  <c:v>36012</c:v>
                </c:pt>
                <c:pt idx="2243">
                  <c:v>36013</c:v>
                </c:pt>
                <c:pt idx="2244">
                  <c:v>36014</c:v>
                </c:pt>
                <c:pt idx="2245">
                  <c:v>36017</c:v>
                </c:pt>
                <c:pt idx="2246">
                  <c:v>36018</c:v>
                </c:pt>
                <c:pt idx="2247">
                  <c:v>36019</c:v>
                </c:pt>
                <c:pt idx="2248">
                  <c:v>36020</c:v>
                </c:pt>
                <c:pt idx="2249">
                  <c:v>36021</c:v>
                </c:pt>
                <c:pt idx="2250">
                  <c:v>36024</c:v>
                </c:pt>
                <c:pt idx="2251">
                  <c:v>36025</c:v>
                </c:pt>
                <c:pt idx="2252">
                  <c:v>36026</c:v>
                </c:pt>
                <c:pt idx="2253">
                  <c:v>36027</c:v>
                </c:pt>
                <c:pt idx="2254">
                  <c:v>36028</c:v>
                </c:pt>
                <c:pt idx="2255">
                  <c:v>36031</c:v>
                </c:pt>
                <c:pt idx="2256">
                  <c:v>36032</c:v>
                </c:pt>
                <c:pt idx="2257">
                  <c:v>36033</c:v>
                </c:pt>
                <c:pt idx="2258">
                  <c:v>36034</c:v>
                </c:pt>
                <c:pt idx="2259">
                  <c:v>36035</c:v>
                </c:pt>
                <c:pt idx="2260">
                  <c:v>36038</c:v>
                </c:pt>
                <c:pt idx="2261">
                  <c:v>36039</c:v>
                </c:pt>
                <c:pt idx="2262">
                  <c:v>36040</c:v>
                </c:pt>
                <c:pt idx="2263">
                  <c:v>36041</c:v>
                </c:pt>
                <c:pt idx="2264">
                  <c:v>36042</c:v>
                </c:pt>
                <c:pt idx="2265">
                  <c:v>36045</c:v>
                </c:pt>
                <c:pt idx="2266">
                  <c:v>36046</c:v>
                </c:pt>
                <c:pt idx="2267">
                  <c:v>36047</c:v>
                </c:pt>
                <c:pt idx="2268">
                  <c:v>36048</c:v>
                </c:pt>
                <c:pt idx="2269">
                  <c:v>36049</c:v>
                </c:pt>
                <c:pt idx="2270">
                  <c:v>36052</c:v>
                </c:pt>
                <c:pt idx="2271">
                  <c:v>36053</c:v>
                </c:pt>
                <c:pt idx="2272">
                  <c:v>36054</c:v>
                </c:pt>
                <c:pt idx="2273">
                  <c:v>36055</c:v>
                </c:pt>
                <c:pt idx="2274">
                  <c:v>36056</c:v>
                </c:pt>
                <c:pt idx="2275">
                  <c:v>36059</c:v>
                </c:pt>
                <c:pt idx="2276">
                  <c:v>36060</c:v>
                </c:pt>
                <c:pt idx="2277">
                  <c:v>36061</c:v>
                </c:pt>
                <c:pt idx="2278">
                  <c:v>36062</c:v>
                </c:pt>
                <c:pt idx="2279">
                  <c:v>36063</c:v>
                </c:pt>
                <c:pt idx="2280">
                  <c:v>36066</c:v>
                </c:pt>
                <c:pt idx="2281">
                  <c:v>36067</c:v>
                </c:pt>
                <c:pt idx="2282">
                  <c:v>36068</c:v>
                </c:pt>
                <c:pt idx="2283">
                  <c:v>36069</c:v>
                </c:pt>
                <c:pt idx="2284">
                  <c:v>36070</c:v>
                </c:pt>
                <c:pt idx="2285">
                  <c:v>36073</c:v>
                </c:pt>
                <c:pt idx="2286">
                  <c:v>36074</c:v>
                </c:pt>
                <c:pt idx="2287">
                  <c:v>36075</c:v>
                </c:pt>
                <c:pt idx="2288">
                  <c:v>36076</c:v>
                </c:pt>
                <c:pt idx="2289">
                  <c:v>36077</c:v>
                </c:pt>
                <c:pt idx="2290">
                  <c:v>36080</c:v>
                </c:pt>
                <c:pt idx="2291">
                  <c:v>36081</c:v>
                </c:pt>
                <c:pt idx="2292">
                  <c:v>36082</c:v>
                </c:pt>
                <c:pt idx="2293">
                  <c:v>36083</c:v>
                </c:pt>
                <c:pt idx="2294">
                  <c:v>36084</c:v>
                </c:pt>
                <c:pt idx="2295">
                  <c:v>36087</c:v>
                </c:pt>
                <c:pt idx="2296">
                  <c:v>36088</c:v>
                </c:pt>
                <c:pt idx="2297">
                  <c:v>36089</c:v>
                </c:pt>
                <c:pt idx="2298">
                  <c:v>36090</c:v>
                </c:pt>
                <c:pt idx="2299">
                  <c:v>36091</c:v>
                </c:pt>
                <c:pt idx="2300">
                  <c:v>36094</c:v>
                </c:pt>
                <c:pt idx="2301">
                  <c:v>36095</c:v>
                </c:pt>
                <c:pt idx="2302">
                  <c:v>36096</c:v>
                </c:pt>
                <c:pt idx="2303">
                  <c:v>36097</c:v>
                </c:pt>
                <c:pt idx="2304">
                  <c:v>36098</c:v>
                </c:pt>
                <c:pt idx="2305">
                  <c:v>36101</c:v>
                </c:pt>
                <c:pt idx="2306">
                  <c:v>36102</c:v>
                </c:pt>
                <c:pt idx="2307">
                  <c:v>36103</c:v>
                </c:pt>
                <c:pt idx="2308">
                  <c:v>36104</c:v>
                </c:pt>
                <c:pt idx="2309">
                  <c:v>36105</c:v>
                </c:pt>
                <c:pt idx="2310">
                  <c:v>36108</c:v>
                </c:pt>
                <c:pt idx="2311">
                  <c:v>36109</c:v>
                </c:pt>
                <c:pt idx="2312">
                  <c:v>36110</c:v>
                </c:pt>
                <c:pt idx="2313">
                  <c:v>36111</c:v>
                </c:pt>
                <c:pt idx="2314">
                  <c:v>36112</c:v>
                </c:pt>
                <c:pt idx="2315">
                  <c:v>36115</c:v>
                </c:pt>
                <c:pt idx="2316">
                  <c:v>36116</c:v>
                </c:pt>
                <c:pt idx="2317">
                  <c:v>36117</c:v>
                </c:pt>
                <c:pt idx="2318">
                  <c:v>36118</c:v>
                </c:pt>
                <c:pt idx="2319">
                  <c:v>36119</c:v>
                </c:pt>
                <c:pt idx="2320">
                  <c:v>36122</c:v>
                </c:pt>
                <c:pt idx="2321">
                  <c:v>36123</c:v>
                </c:pt>
                <c:pt idx="2322">
                  <c:v>36124</c:v>
                </c:pt>
                <c:pt idx="2323">
                  <c:v>36125</c:v>
                </c:pt>
                <c:pt idx="2324">
                  <c:v>36126</c:v>
                </c:pt>
                <c:pt idx="2325">
                  <c:v>36129</c:v>
                </c:pt>
                <c:pt idx="2326">
                  <c:v>36130</c:v>
                </c:pt>
                <c:pt idx="2327">
                  <c:v>36131</c:v>
                </c:pt>
                <c:pt idx="2328">
                  <c:v>36132</c:v>
                </c:pt>
                <c:pt idx="2329">
                  <c:v>36133</c:v>
                </c:pt>
                <c:pt idx="2330">
                  <c:v>36136</c:v>
                </c:pt>
                <c:pt idx="2331">
                  <c:v>36137</c:v>
                </c:pt>
                <c:pt idx="2332">
                  <c:v>36138</c:v>
                </c:pt>
                <c:pt idx="2333">
                  <c:v>36139</c:v>
                </c:pt>
                <c:pt idx="2334">
                  <c:v>36140</c:v>
                </c:pt>
                <c:pt idx="2335">
                  <c:v>36143</c:v>
                </c:pt>
                <c:pt idx="2336">
                  <c:v>36144</c:v>
                </c:pt>
                <c:pt idx="2337">
                  <c:v>36145</c:v>
                </c:pt>
                <c:pt idx="2338">
                  <c:v>36146</c:v>
                </c:pt>
                <c:pt idx="2339">
                  <c:v>36147</c:v>
                </c:pt>
                <c:pt idx="2340">
                  <c:v>36150</c:v>
                </c:pt>
                <c:pt idx="2341">
                  <c:v>36151</c:v>
                </c:pt>
                <c:pt idx="2342">
                  <c:v>36152</c:v>
                </c:pt>
                <c:pt idx="2343">
                  <c:v>36153</c:v>
                </c:pt>
                <c:pt idx="2344">
                  <c:v>36154</c:v>
                </c:pt>
                <c:pt idx="2345">
                  <c:v>36157</c:v>
                </c:pt>
                <c:pt idx="2346">
                  <c:v>36158</c:v>
                </c:pt>
                <c:pt idx="2347">
                  <c:v>36159</c:v>
                </c:pt>
                <c:pt idx="2348">
                  <c:v>36160</c:v>
                </c:pt>
                <c:pt idx="2349">
                  <c:v>36161</c:v>
                </c:pt>
                <c:pt idx="2350">
                  <c:v>36164</c:v>
                </c:pt>
                <c:pt idx="2351">
                  <c:v>36165</c:v>
                </c:pt>
                <c:pt idx="2352">
                  <c:v>36166</c:v>
                </c:pt>
                <c:pt idx="2353">
                  <c:v>36167</c:v>
                </c:pt>
                <c:pt idx="2354">
                  <c:v>36168</c:v>
                </c:pt>
                <c:pt idx="2355">
                  <c:v>36171</c:v>
                </c:pt>
                <c:pt idx="2356">
                  <c:v>36172</c:v>
                </c:pt>
                <c:pt idx="2357">
                  <c:v>36173</c:v>
                </c:pt>
                <c:pt idx="2358">
                  <c:v>36174</c:v>
                </c:pt>
                <c:pt idx="2359">
                  <c:v>36175</c:v>
                </c:pt>
                <c:pt idx="2360">
                  <c:v>36178</c:v>
                </c:pt>
                <c:pt idx="2361">
                  <c:v>36179</c:v>
                </c:pt>
                <c:pt idx="2362">
                  <c:v>36180</c:v>
                </c:pt>
                <c:pt idx="2363">
                  <c:v>36181</c:v>
                </c:pt>
                <c:pt idx="2364">
                  <c:v>36182</c:v>
                </c:pt>
                <c:pt idx="2365">
                  <c:v>36185</c:v>
                </c:pt>
                <c:pt idx="2366">
                  <c:v>36186</c:v>
                </c:pt>
                <c:pt idx="2367">
                  <c:v>36187</c:v>
                </c:pt>
                <c:pt idx="2368">
                  <c:v>36188</c:v>
                </c:pt>
                <c:pt idx="2369">
                  <c:v>36189</c:v>
                </c:pt>
                <c:pt idx="2370">
                  <c:v>36192</c:v>
                </c:pt>
                <c:pt idx="2371">
                  <c:v>36193</c:v>
                </c:pt>
                <c:pt idx="2372">
                  <c:v>36194</c:v>
                </c:pt>
                <c:pt idx="2373">
                  <c:v>36195</c:v>
                </c:pt>
                <c:pt idx="2374">
                  <c:v>36196</c:v>
                </c:pt>
                <c:pt idx="2375">
                  <c:v>36199</c:v>
                </c:pt>
                <c:pt idx="2376">
                  <c:v>36200</c:v>
                </c:pt>
                <c:pt idx="2377">
                  <c:v>36201</c:v>
                </c:pt>
                <c:pt idx="2378">
                  <c:v>36202</c:v>
                </c:pt>
                <c:pt idx="2379">
                  <c:v>36203</c:v>
                </c:pt>
                <c:pt idx="2380">
                  <c:v>36206</c:v>
                </c:pt>
                <c:pt idx="2381">
                  <c:v>36207</c:v>
                </c:pt>
                <c:pt idx="2382">
                  <c:v>36208</c:v>
                </c:pt>
                <c:pt idx="2383">
                  <c:v>36209</c:v>
                </c:pt>
                <c:pt idx="2384">
                  <c:v>36210</c:v>
                </c:pt>
                <c:pt idx="2385">
                  <c:v>36213</c:v>
                </c:pt>
                <c:pt idx="2386">
                  <c:v>36214</c:v>
                </c:pt>
                <c:pt idx="2387">
                  <c:v>36215</c:v>
                </c:pt>
                <c:pt idx="2388">
                  <c:v>36216</c:v>
                </c:pt>
                <c:pt idx="2389">
                  <c:v>36217</c:v>
                </c:pt>
                <c:pt idx="2390">
                  <c:v>36220</c:v>
                </c:pt>
                <c:pt idx="2391">
                  <c:v>36221</c:v>
                </c:pt>
                <c:pt idx="2392">
                  <c:v>36222</c:v>
                </c:pt>
                <c:pt idx="2393">
                  <c:v>36223</c:v>
                </c:pt>
                <c:pt idx="2394">
                  <c:v>36224</c:v>
                </c:pt>
                <c:pt idx="2395">
                  <c:v>36227</c:v>
                </c:pt>
                <c:pt idx="2396">
                  <c:v>36228</c:v>
                </c:pt>
                <c:pt idx="2397">
                  <c:v>36229</c:v>
                </c:pt>
                <c:pt idx="2398">
                  <c:v>36230</c:v>
                </c:pt>
                <c:pt idx="2399">
                  <c:v>36231</c:v>
                </c:pt>
                <c:pt idx="2400">
                  <c:v>36234</c:v>
                </c:pt>
                <c:pt idx="2401">
                  <c:v>36235</c:v>
                </c:pt>
                <c:pt idx="2402">
                  <c:v>36236</c:v>
                </c:pt>
                <c:pt idx="2403">
                  <c:v>36237</c:v>
                </c:pt>
                <c:pt idx="2404">
                  <c:v>36238</c:v>
                </c:pt>
                <c:pt idx="2405">
                  <c:v>36241</c:v>
                </c:pt>
                <c:pt idx="2406">
                  <c:v>36242</c:v>
                </c:pt>
                <c:pt idx="2407">
                  <c:v>36243</c:v>
                </c:pt>
                <c:pt idx="2408">
                  <c:v>36244</c:v>
                </c:pt>
                <c:pt idx="2409">
                  <c:v>36245</c:v>
                </c:pt>
                <c:pt idx="2410">
                  <c:v>36248</c:v>
                </c:pt>
                <c:pt idx="2411">
                  <c:v>36249</c:v>
                </c:pt>
                <c:pt idx="2412">
                  <c:v>36250</c:v>
                </c:pt>
                <c:pt idx="2413">
                  <c:v>36251</c:v>
                </c:pt>
                <c:pt idx="2414">
                  <c:v>36252</c:v>
                </c:pt>
                <c:pt idx="2415">
                  <c:v>36255</c:v>
                </c:pt>
                <c:pt idx="2416">
                  <c:v>36256</c:v>
                </c:pt>
                <c:pt idx="2417">
                  <c:v>36257</c:v>
                </c:pt>
                <c:pt idx="2418">
                  <c:v>36258</c:v>
                </c:pt>
                <c:pt idx="2419">
                  <c:v>36259</c:v>
                </c:pt>
                <c:pt idx="2420">
                  <c:v>36262</c:v>
                </c:pt>
                <c:pt idx="2421">
                  <c:v>36263</c:v>
                </c:pt>
                <c:pt idx="2422">
                  <c:v>36264</c:v>
                </c:pt>
                <c:pt idx="2423">
                  <c:v>36265</c:v>
                </c:pt>
                <c:pt idx="2424">
                  <c:v>36266</c:v>
                </c:pt>
                <c:pt idx="2425">
                  <c:v>36269</c:v>
                </c:pt>
                <c:pt idx="2426">
                  <c:v>36270</c:v>
                </c:pt>
                <c:pt idx="2427">
                  <c:v>36271</c:v>
                </c:pt>
                <c:pt idx="2428">
                  <c:v>36272</c:v>
                </c:pt>
                <c:pt idx="2429">
                  <c:v>36273</c:v>
                </c:pt>
                <c:pt idx="2430">
                  <c:v>36276</c:v>
                </c:pt>
                <c:pt idx="2431">
                  <c:v>36277</c:v>
                </c:pt>
                <c:pt idx="2432">
                  <c:v>36278</c:v>
                </c:pt>
                <c:pt idx="2433">
                  <c:v>36279</c:v>
                </c:pt>
                <c:pt idx="2434">
                  <c:v>36280</c:v>
                </c:pt>
                <c:pt idx="2435">
                  <c:v>36283</c:v>
                </c:pt>
                <c:pt idx="2436">
                  <c:v>36284</c:v>
                </c:pt>
                <c:pt idx="2437">
                  <c:v>36285</c:v>
                </c:pt>
                <c:pt idx="2438">
                  <c:v>36286</c:v>
                </c:pt>
                <c:pt idx="2439">
                  <c:v>36287</c:v>
                </c:pt>
                <c:pt idx="2440">
                  <c:v>36290</c:v>
                </c:pt>
                <c:pt idx="2441">
                  <c:v>36291</c:v>
                </c:pt>
                <c:pt idx="2442">
                  <c:v>36292</c:v>
                </c:pt>
                <c:pt idx="2443">
                  <c:v>36293</c:v>
                </c:pt>
                <c:pt idx="2444">
                  <c:v>36294</c:v>
                </c:pt>
                <c:pt idx="2445">
                  <c:v>36297</c:v>
                </c:pt>
                <c:pt idx="2446">
                  <c:v>36298</c:v>
                </c:pt>
                <c:pt idx="2447">
                  <c:v>36299</c:v>
                </c:pt>
                <c:pt idx="2448">
                  <c:v>36300</c:v>
                </c:pt>
                <c:pt idx="2449">
                  <c:v>36301</c:v>
                </c:pt>
                <c:pt idx="2450">
                  <c:v>36304</c:v>
                </c:pt>
                <c:pt idx="2451">
                  <c:v>36305</c:v>
                </c:pt>
                <c:pt idx="2452">
                  <c:v>36306</c:v>
                </c:pt>
                <c:pt idx="2453">
                  <c:v>36307</c:v>
                </c:pt>
                <c:pt idx="2454">
                  <c:v>36308</c:v>
                </c:pt>
                <c:pt idx="2455">
                  <c:v>36311</c:v>
                </c:pt>
                <c:pt idx="2456">
                  <c:v>36312</c:v>
                </c:pt>
                <c:pt idx="2457">
                  <c:v>36313</c:v>
                </c:pt>
                <c:pt idx="2458">
                  <c:v>36314</c:v>
                </c:pt>
                <c:pt idx="2459">
                  <c:v>36315</c:v>
                </c:pt>
                <c:pt idx="2460">
                  <c:v>36318</c:v>
                </c:pt>
                <c:pt idx="2461">
                  <c:v>36319</c:v>
                </c:pt>
                <c:pt idx="2462">
                  <c:v>36320</c:v>
                </c:pt>
                <c:pt idx="2463">
                  <c:v>36321</c:v>
                </c:pt>
                <c:pt idx="2464">
                  <c:v>36322</c:v>
                </c:pt>
                <c:pt idx="2465">
                  <c:v>36325</c:v>
                </c:pt>
                <c:pt idx="2466">
                  <c:v>36326</c:v>
                </c:pt>
                <c:pt idx="2467">
                  <c:v>36327</c:v>
                </c:pt>
                <c:pt idx="2468">
                  <c:v>36328</c:v>
                </c:pt>
                <c:pt idx="2469">
                  <c:v>36329</c:v>
                </c:pt>
                <c:pt idx="2470">
                  <c:v>36332</c:v>
                </c:pt>
                <c:pt idx="2471">
                  <c:v>36333</c:v>
                </c:pt>
                <c:pt idx="2472">
                  <c:v>36334</c:v>
                </c:pt>
                <c:pt idx="2473">
                  <c:v>36335</c:v>
                </c:pt>
                <c:pt idx="2474">
                  <c:v>36336</c:v>
                </c:pt>
                <c:pt idx="2475">
                  <c:v>36339</c:v>
                </c:pt>
                <c:pt idx="2476">
                  <c:v>36340</c:v>
                </c:pt>
                <c:pt idx="2477">
                  <c:v>36341</c:v>
                </c:pt>
                <c:pt idx="2478">
                  <c:v>36342</c:v>
                </c:pt>
                <c:pt idx="2479">
                  <c:v>36343</c:v>
                </c:pt>
                <c:pt idx="2480">
                  <c:v>36346</c:v>
                </c:pt>
                <c:pt idx="2481">
                  <c:v>36347</c:v>
                </c:pt>
                <c:pt idx="2482">
                  <c:v>36348</c:v>
                </c:pt>
                <c:pt idx="2483">
                  <c:v>36349</c:v>
                </c:pt>
                <c:pt idx="2484">
                  <c:v>36350</c:v>
                </c:pt>
                <c:pt idx="2485">
                  <c:v>36353</c:v>
                </c:pt>
                <c:pt idx="2486">
                  <c:v>36354</c:v>
                </c:pt>
                <c:pt idx="2487">
                  <c:v>36355</c:v>
                </c:pt>
                <c:pt idx="2488">
                  <c:v>36356</c:v>
                </c:pt>
                <c:pt idx="2489">
                  <c:v>36357</c:v>
                </c:pt>
                <c:pt idx="2490">
                  <c:v>36360</c:v>
                </c:pt>
                <c:pt idx="2491">
                  <c:v>36361</c:v>
                </c:pt>
                <c:pt idx="2492">
                  <c:v>36362</c:v>
                </c:pt>
                <c:pt idx="2493">
                  <c:v>36363</c:v>
                </c:pt>
                <c:pt idx="2494">
                  <c:v>36364</c:v>
                </c:pt>
                <c:pt idx="2495">
                  <c:v>36367</c:v>
                </c:pt>
                <c:pt idx="2496">
                  <c:v>36368</c:v>
                </c:pt>
                <c:pt idx="2497">
                  <c:v>36369</c:v>
                </c:pt>
                <c:pt idx="2498">
                  <c:v>36370</c:v>
                </c:pt>
                <c:pt idx="2499">
                  <c:v>36371</c:v>
                </c:pt>
                <c:pt idx="2500">
                  <c:v>36374</c:v>
                </c:pt>
                <c:pt idx="2501">
                  <c:v>36375</c:v>
                </c:pt>
                <c:pt idx="2502">
                  <c:v>36376</c:v>
                </c:pt>
                <c:pt idx="2503">
                  <c:v>36377</c:v>
                </c:pt>
                <c:pt idx="2504">
                  <c:v>36378</c:v>
                </c:pt>
                <c:pt idx="2505">
                  <c:v>36381</c:v>
                </c:pt>
                <c:pt idx="2506">
                  <c:v>36382</c:v>
                </c:pt>
                <c:pt idx="2507">
                  <c:v>36383</c:v>
                </c:pt>
                <c:pt idx="2508">
                  <c:v>36384</c:v>
                </c:pt>
                <c:pt idx="2509">
                  <c:v>36385</c:v>
                </c:pt>
                <c:pt idx="2510">
                  <c:v>36388</c:v>
                </c:pt>
                <c:pt idx="2511">
                  <c:v>36389</c:v>
                </c:pt>
                <c:pt idx="2512">
                  <c:v>36390</c:v>
                </c:pt>
                <c:pt idx="2513">
                  <c:v>36391</c:v>
                </c:pt>
                <c:pt idx="2514">
                  <c:v>36392</c:v>
                </c:pt>
                <c:pt idx="2515">
                  <c:v>36395</c:v>
                </c:pt>
                <c:pt idx="2516">
                  <c:v>36396</c:v>
                </c:pt>
                <c:pt idx="2517">
                  <c:v>36397</c:v>
                </c:pt>
                <c:pt idx="2518">
                  <c:v>36398</c:v>
                </c:pt>
                <c:pt idx="2519">
                  <c:v>36399</c:v>
                </c:pt>
                <c:pt idx="2520">
                  <c:v>36402</c:v>
                </c:pt>
                <c:pt idx="2521">
                  <c:v>36403</c:v>
                </c:pt>
                <c:pt idx="2522">
                  <c:v>36404</c:v>
                </c:pt>
                <c:pt idx="2523">
                  <c:v>36405</c:v>
                </c:pt>
                <c:pt idx="2524">
                  <c:v>36406</c:v>
                </c:pt>
                <c:pt idx="2525">
                  <c:v>36409</c:v>
                </c:pt>
                <c:pt idx="2526">
                  <c:v>36410</c:v>
                </c:pt>
                <c:pt idx="2527">
                  <c:v>36411</c:v>
                </c:pt>
                <c:pt idx="2528">
                  <c:v>36412</c:v>
                </c:pt>
                <c:pt idx="2529">
                  <c:v>36413</c:v>
                </c:pt>
                <c:pt idx="2530">
                  <c:v>36416</c:v>
                </c:pt>
                <c:pt idx="2531">
                  <c:v>36417</c:v>
                </c:pt>
                <c:pt idx="2532">
                  <c:v>36418</c:v>
                </c:pt>
                <c:pt idx="2533">
                  <c:v>36419</c:v>
                </c:pt>
                <c:pt idx="2534">
                  <c:v>36420</c:v>
                </c:pt>
                <c:pt idx="2535">
                  <c:v>36423</c:v>
                </c:pt>
                <c:pt idx="2536">
                  <c:v>36424</c:v>
                </c:pt>
                <c:pt idx="2537">
                  <c:v>36425</c:v>
                </c:pt>
                <c:pt idx="2538">
                  <c:v>36426</c:v>
                </c:pt>
                <c:pt idx="2539">
                  <c:v>36427</c:v>
                </c:pt>
                <c:pt idx="2540">
                  <c:v>36430</c:v>
                </c:pt>
                <c:pt idx="2541">
                  <c:v>36431</c:v>
                </c:pt>
                <c:pt idx="2542">
                  <c:v>36432</c:v>
                </c:pt>
                <c:pt idx="2543">
                  <c:v>36433</c:v>
                </c:pt>
                <c:pt idx="2544">
                  <c:v>36434</c:v>
                </c:pt>
                <c:pt idx="2545">
                  <c:v>36437</c:v>
                </c:pt>
                <c:pt idx="2546">
                  <c:v>36438</c:v>
                </c:pt>
                <c:pt idx="2547">
                  <c:v>36439</c:v>
                </c:pt>
                <c:pt idx="2548">
                  <c:v>36440</c:v>
                </c:pt>
                <c:pt idx="2549">
                  <c:v>36441</c:v>
                </c:pt>
                <c:pt idx="2550">
                  <c:v>36444</c:v>
                </c:pt>
                <c:pt idx="2551">
                  <c:v>36445</c:v>
                </c:pt>
                <c:pt idx="2552">
                  <c:v>36446</c:v>
                </c:pt>
                <c:pt idx="2553">
                  <c:v>36447</c:v>
                </c:pt>
                <c:pt idx="2554">
                  <c:v>36448</c:v>
                </c:pt>
                <c:pt idx="2555">
                  <c:v>36451</c:v>
                </c:pt>
                <c:pt idx="2556">
                  <c:v>36452</c:v>
                </c:pt>
                <c:pt idx="2557">
                  <c:v>36453</c:v>
                </c:pt>
                <c:pt idx="2558">
                  <c:v>36454</c:v>
                </c:pt>
                <c:pt idx="2559">
                  <c:v>36455</c:v>
                </c:pt>
                <c:pt idx="2560">
                  <c:v>36458</c:v>
                </c:pt>
                <c:pt idx="2561">
                  <c:v>36459</c:v>
                </c:pt>
                <c:pt idx="2562">
                  <c:v>36460</c:v>
                </c:pt>
                <c:pt idx="2563">
                  <c:v>36461</c:v>
                </c:pt>
                <c:pt idx="2564">
                  <c:v>36462</c:v>
                </c:pt>
                <c:pt idx="2565">
                  <c:v>36465</c:v>
                </c:pt>
                <c:pt idx="2566">
                  <c:v>36466</c:v>
                </c:pt>
                <c:pt idx="2567">
                  <c:v>36467</c:v>
                </c:pt>
                <c:pt idx="2568">
                  <c:v>36468</c:v>
                </c:pt>
                <c:pt idx="2569">
                  <c:v>36469</c:v>
                </c:pt>
                <c:pt idx="2570">
                  <c:v>36472</c:v>
                </c:pt>
                <c:pt idx="2571">
                  <c:v>36473</c:v>
                </c:pt>
                <c:pt idx="2572">
                  <c:v>36474</c:v>
                </c:pt>
                <c:pt idx="2573">
                  <c:v>36475</c:v>
                </c:pt>
                <c:pt idx="2574">
                  <c:v>36476</c:v>
                </c:pt>
                <c:pt idx="2575">
                  <c:v>36479</c:v>
                </c:pt>
                <c:pt idx="2576">
                  <c:v>36480</c:v>
                </c:pt>
                <c:pt idx="2577">
                  <c:v>36481</c:v>
                </c:pt>
                <c:pt idx="2578">
                  <c:v>36482</c:v>
                </c:pt>
                <c:pt idx="2579">
                  <c:v>36483</c:v>
                </c:pt>
                <c:pt idx="2580">
                  <c:v>36486</c:v>
                </c:pt>
                <c:pt idx="2581">
                  <c:v>36487</c:v>
                </c:pt>
                <c:pt idx="2582">
                  <c:v>36488</c:v>
                </c:pt>
                <c:pt idx="2583">
                  <c:v>36489</c:v>
                </c:pt>
                <c:pt idx="2584">
                  <c:v>36490</c:v>
                </c:pt>
                <c:pt idx="2585">
                  <c:v>36493</c:v>
                </c:pt>
                <c:pt idx="2586">
                  <c:v>36494</c:v>
                </c:pt>
                <c:pt idx="2587">
                  <c:v>36495</c:v>
                </c:pt>
                <c:pt idx="2588">
                  <c:v>36496</c:v>
                </c:pt>
                <c:pt idx="2589">
                  <c:v>36497</c:v>
                </c:pt>
                <c:pt idx="2590">
                  <c:v>36500</c:v>
                </c:pt>
                <c:pt idx="2591">
                  <c:v>36501</c:v>
                </c:pt>
                <c:pt idx="2592">
                  <c:v>36502</c:v>
                </c:pt>
                <c:pt idx="2593">
                  <c:v>36503</c:v>
                </c:pt>
                <c:pt idx="2594">
                  <c:v>36504</c:v>
                </c:pt>
                <c:pt idx="2595">
                  <c:v>36507</c:v>
                </c:pt>
                <c:pt idx="2596">
                  <c:v>36508</c:v>
                </c:pt>
                <c:pt idx="2597">
                  <c:v>36509</c:v>
                </c:pt>
                <c:pt idx="2598">
                  <c:v>36510</c:v>
                </c:pt>
                <c:pt idx="2599">
                  <c:v>36511</c:v>
                </c:pt>
                <c:pt idx="2600">
                  <c:v>36514</c:v>
                </c:pt>
                <c:pt idx="2601">
                  <c:v>36515</c:v>
                </c:pt>
                <c:pt idx="2602">
                  <c:v>36516</c:v>
                </c:pt>
                <c:pt idx="2603">
                  <c:v>36517</c:v>
                </c:pt>
                <c:pt idx="2604">
                  <c:v>36518</c:v>
                </c:pt>
                <c:pt idx="2605">
                  <c:v>36521</c:v>
                </c:pt>
                <c:pt idx="2606">
                  <c:v>36522</c:v>
                </c:pt>
                <c:pt idx="2607">
                  <c:v>36523</c:v>
                </c:pt>
                <c:pt idx="2608">
                  <c:v>36524</c:v>
                </c:pt>
                <c:pt idx="2609">
                  <c:v>36525</c:v>
                </c:pt>
                <c:pt idx="2610">
                  <c:v>36528</c:v>
                </c:pt>
                <c:pt idx="2611">
                  <c:v>36529</c:v>
                </c:pt>
                <c:pt idx="2612">
                  <c:v>36530</c:v>
                </c:pt>
                <c:pt idx="2613">
                  <c:v>36531</c:v>
                </c:pt>
                <c:pt idx="2614">
                  <c:v>36532</c:v>
                </c:pt>
                <c:pt idx="2615">
                  <c:v>36535</c:v>
                </c:pt>
                <c:pt idx="2616">
                  <c:v>36536</c:v>
                </c:pt>
                <c:pt idx="2617">
                  <c:v>36537</c:v>
                </c:pt>
                <c:pt idx="2618">
                  <c:v>36538</c:v>
                </c:pt>
                <c:pt idx="2619">
                  <c:v>36539</c:v>
                </c:pt>
                <c:pt idx="2620">
                  <c:v>36542</c:v>
                </c:pt>
                <c:pt idx="2621">
                  <c:v>36543</c:v>
                </c:pt>
                <c:pt idx="2622">
                  <c:v>36544</c:v>
                </c:pt>
                <c:pt idx="2623">
                  <c:v>36545</c:v>
                </c:pt>
                <c:pt idx="2624">
                  <c:v>36546</c:v>
                </c:pt>
                <c:pt idx="2625">
                  <c:v>36549</c:v>
                </c:pt>
                <c:pt idx="2626">
                  <c:v>36550</c:v>
                </c:pt>
                <c:pt idx="2627">
                  <c:v>36551</c:v>
                </c:pt>
                <c:pt idx="2628">
                  <c:v>36552</c:v>
                </c:pt>
                <c:pt idx="2629">
                  <c:v>36553</c:v>
                </c:pt>
                <c:pt idx="2630">
                  <c:v>36556</c:v>
                </c:pt>
                <c:pt idx="2631">
                  <c:v>36557</c:v>
                </c:pt>
                <c:pt idx="2632">
                  <c:v>36558</c:v>
                </c:pt>
                <c:pt idx="2633">
                  <c:v>36559</c:v>
                </c:pt>
                <c:pt idx="2634">
                  <c:v>36560</c:v>
                </c:pt>
                <c:pt idx="2635">
                  <c:v>36563</c:v>
                </c:pt>
                <c:pt idx="2636">
                  <c:v>36564</c:v>
                </c:pt>
                <c:pt idx="2637">
                  <c:v>36565</c:v>
                </c:pt>
                <c:pt idx="2638">
                  <c:v>36566</c:v>
                </c:pt>
                <c:pt idx="2639">
                  <c:v>36567</c:v>
                </c:pt>
                <c:pt idx="2640">
                  <c:v>36570</c:v>
                </c:pt>
                <c:pt idx="2641">
                  <c:v>36571</c:v>
                </c:pt>
                <c:pt idx="2642">
                  <c:v>36572</c:v>
                </c:pt>
                <c:pt idx="2643">
                  <c:v>36573</c:v>
                </c:pt>
                <c:pt idx="2644">
                  <c:v>36574</c:v>
                </c:pt>
                <c:pt idx="2645">
                  <c:v>36577</c:v>
                </c:pt>
                <c:pt idx="2646">
                  <c:v>36578</c:v>
                </c:pt>
                <c:pt idx="2647">
                  <c:v>36579</c:v>
                </c:pt>
                <c:pt idx="2648">
                  <c:v>36580</c:v>
                </c:pt>
                <c:pt idx="2649">
                  <c:v>36581</c:v>
                </c:pt>
                <c:pt idx="2650">
                  <c:v>36584</c:v>
                </c:pt>
                <c:pt idx="2651">
                  <c:v>36585</c:v>
                </c:pt>
                <c:pt idx="2652">
                  <c:v>36586</c:v>
                </c:pt>
                <c:pt idx="2653">
                  <c:v>36587</c:v>
                </c:pt>
                <c:pt idx="2654">
                  <c:v>36588</c:v>
                </c:pt>
                <c:pt idx="2655">
                  <c:v>36591</c:v>
                </c:pt>
                <c:pt idx="2656">
                  <c:v>36592</c:v>
                </c:pt>
                <c:pt idx="2657">
                  <c:v>36593</c:v>
                </c:pt>
                <c:pt idx="2658">
                  <c:v>36594</c:v>
                </c:pt>
                <c:pt idx="2659">
                  <c:v>36595</c:v>
                </c:pt>
                <c:pt idx="2660">
                  <c:v>36598</c:v>
                </c:pt>
                <c:pt idx="2661">
                  <c:v>36599</c:v>
                </c:pt>
                <c:pt idx="2662">
                  <c:v>36600</c:v>
                </c:pt>
                <c:pt idx="2663">
                  <c:v>36601</c:v>
                </c:pt>
                <c:pt idx="2664">
                  <c:v>36602</c:v>
                </c:pt>
                <c:pt idx="2665">
                  <c:v>36605</c:v>
                </c:pt>
                <c:pt idx="2666">
                  <c:v>36606</c:v>
                </c:pt>
                <c:pt idx="2667">
                  <c:v>36607</c:v>
                </c:pt>
                <c:pt idx="2668">
                  <c:v>36608</c:v>
                </c:pt>
                <c:pt idx="2669">
                  <c:v>36609</c:v>
                </c:pt>
                <c:pt idx="2670">
                  <c:v>36612</c:v>
                </c:pt>
                <c:pt idx="2671">
                  <c:v>36613</c:v>
                </c:pt>
                <c:pt idx="2672">
                  <c:v>36614</c:v>
                </c:pt>
                <c:pt idx="2673">
                  <c:v>36615</c:v>
                </c:pt>
                <c:pt idx="2674">
                  <c:v>36616</c:v>
                </c:pt>
                <c:pt idx="2675">
                  <c:v>36619</c:v>
                </c:pt>
                <c:pt idx="2676">
                  <c:v>36620</c:v>
                </c:pt>
                <c:pt idx="2677">
                  <c:v>36621</c:v>
                </c:pt>
                <c:pt idx="2678">
                  <c:v>36622</c:v>
                </c:pt>
                <c:pt idx="2679">
                  <c:v>36623</c:v>
                </c:pt>
                <c:pt idx="2680">
                  <c:v>36626</c:v>
                </c:pt>
                <c:pt idx="2681">
                  <c:v>36627</c:v>
                </c:pt>
                <c:pt idx="2682">
                  <c:v>36628</c:v>
                </c:pt>
                <c:pt idx="2683">
                  <c:v>36629</c:v>
                </c:pt>
                <c:pt idx="2684">
                  <c:v>36630</c:v>
                </c:pt>
                <c:pt idx="2685">
                  <c:v>36633</c:v>
                </c:pt>
                <c:pt idx="2686">
                  <c:v>36634</c:v>
                </c:pt>
                <c:pt idx="2687">
                  <c:v>36635</c:v>
                </c:pt>
                <c:pt idx="2688">
                  <c:v>36636</c:v>
                </c:pt>
                <c:pt idx="2689">
                  <c:v>36637</c:v>
                </c:pt>
                <c:pt idx="2690">
                  <c:v>36640</c:v>
                </c:pt>
                <c:pt idx="2691">
                  <c:v>36641</c:v>
                </c:pt>
                <c:pt idx="2692">
                  <c:v>36642</c:v>
                </c:pt>
                <c:pt idx="2693">
                  <c:v>36643</c:v>
                </c:pt>
                <c:pt idx="2694">
                  <c:v>36644</c:v>
                </c:pt>
                <c:pt idx="2695">
                  <c:v>36647</c:v>
                </c:pt>
                <c:pt idx="2696">
                  <c:v>36648</c:v>
                </c:pt>
                <c:pt idx="2697">
                  <c:v>36649</c:v>
                </c:pt>
                <c:pt idx="2698">
                  <c:v>36650</c:v>
                </c:pt>
                <c:pt idx="2699">
                  <c:v>36651</c:v>
                </c:pt>
                <c:pt idx="2700">
                  <c:v>36654</c:v>
                </c:pt>
                <c:pt idx="2701">
                  <c:v>36655</c:v>
                </c:pt>
                <c:pt idx="2702">
                  <c:v>36656</c:v>
                </c:pt>
                <c:pt idx="2703">
                  <c:v>36657</c:v>
                </c:pt>
                <c:pt idx="2704">
                  <c:v>36658</c:v>
                </c:pt>
                <c:pt idx="2705">
                  <c:v>36661</c:v>
                </c:pt>
                <c:pt idx="2706">
                  <c:v>36662</c:v>
                </c:pt>
                <c:pt idx="2707">
                  <c:v>36663</c:v>
                </c:pt>
                <c:pt idx="2708">
                  <c:v>36664</c:v>
                </c:pt>
                <c:pt idx="2709">
                  <c:v>36665</c:v>
                </c:pt>
                <c:pt idx="2710">
                  <c:v>36668</c:v>
                </c:pt>
                <c:pt idx="2711">
                  <c:v>36669</c:v>
                </c:pt>
                <c:pt idx="2712">
                  <c:v>36670</c:v>
                </c:pt>
                <c:pt idx="2713">
                  <c:v>36671</c:v>
                </c:pt>
                <c:pt idx="2714">
                  <c:v>36672</c:v>
                </c:pt>
                <c:pt idx="2715">
                  <c:v>36675</c:v>
                </c:pt>
                <c:pt idx="2716">
                  <c:v>36676</c:v>
                </c:pt>
                <c:pt idx="2717">
                  <c:v>36677</c:v>
                </c:pt>
                <c:pt idx="2718">
                  <c:v>36678</c:v>
                </c:pt>
                <c:pt idx="2719">
                  <c:v>36679</c:v>
                </c:pt>
                <c:pt idx="2720">
                  <c:v>36682</c:v>
                </c:pt>
                <c:pt idx="2721">
                  <c:v>36683</c:v>
                </c:pt>
                <c:pt idx="2722">
                  <c:v>36684</c:v>
                </c:pt>
                <c:pt idx="2723">
                  <c:v>36685</c:v>
                </c:pt>
                <c:pt idx="2724">
                  <c:v>36686</c:v>
                </c:pt>
                <c:pt idx="2725">
                  <c:v>36689</c:v>
                </c:pt>
                <c:pt idx="2726">
                  <c:v>36690</c:v>
                </c:pt>
                <c:pt idx="2727">
                  <c:v>36691</c:v>
                </c:pt>
                <c:pt idx="2728">
                  <c:v>36692</c:v>
                </c:pt>
                <c:pt idx="2729">
                  <c:v>36693</c:v>
                </c:pt>
                <c:pt idx="2730">
                  <c:v>36696</c:v>
                </c:pt>
                <c:pt idx="2731">
                  <c:v>36697</c:v>
                </c:pt>
                <c:pt idx="2732">
                  <c:v>36698</c:v>
                </c:pt>
                <c:pt idx="2733">
                  <c:v>36699</c:v>
                </c:pt>
                <c:pt idx="2734">
                  <c:v>36700</c:v>
                </c:pt>
                <c:pt idx="2735">
                  <c:v>36703</c:v>
                </c:pt>
                <c:pt idx="2736">
                  <c:v>36704</c:v>
                </c:pt>
                <c:pt idx="2737">
                  <c:v>36705</c:v>
                </c:pt>
                <c:pt idx="2738">
                  <c:v>36706</c:v>
                </c:pt>
                <c:pt idx="2739">
                  <c:v>36707</c:v>
                </c:pt>
                <c:pt idx="2740">
                  <c:v>36710</c:v>
                </c:pt>
                <c:pt idx="2741">
                  <c:v>36711</c:v>
                </c:pt>
                <c:pt idx="2742">
                  <c:v>36712</c:v>
                </c:pt>
                <c:pt idx="2743">
                  <c:v>36713</c:v>
                </c:pt>
                <c:pt idx="2744">
                  <c:v>36714</c:v>
                </c:pt>
                <c:pt idx="2745">
                  <c:v>36717</c:v>
                </c:pt>
                <c:pt idx="2746">
                  <c:v>36718</c:v>
                </c:pt>
                <c:pt idx="2747">
                  <c:v>36719</c:v>
                </c:pt>
                <c:pt idx="2748">
                  <c:v>36720</c:v>
                </c:pt>
                <c:pt idx="2749">
                  <c:v>36721</c:v>
                </c:pt>
                <c:pt idx="2750">
                  <c:v>36724</c:v>
                </c:pt>
                <c:pt idx="2751">
                  <c:v>36725</c:v>
                </c:pt>
                <c:pt idx="2752">
                  <c:v>36726</c:v>
                </c:pt>
                <c:pt idx="2753">
                  <c:v>36727</c:v>
                </c:pt>
                <c:pt idx="2754">
                  <c:v>36728</c:v>
                </c:pt>
                <c:pt idx="2755">
                  <c:v>36731</c:v>
                </c:pt>
                <c:pt idx="2756">
                  <c:v>36732</c:v>
                </c:pt>
                <c:pt idx="2757">
                  <c:v>36733</c:v>
                </c:pt>
                <c:pt idx="2758">
                  <c:v>36734</c:v>
                </c:pt>
                <c:pt idx="2759">
                  <c:v>36735</c:v>
                </c:pt>
                <c:pt idx="2760">
                  <c:v>36738</c:v>
                </c:pt>
                <c:pt idx="2761">
                  <c:v>36739</c:v>
                </c:pt>
                <c:pt idx="2762">
                  <c:v>36740</c:v>
                </c:pt>
                <c:pt idx="2763">
                  <c:v>36741</c:v>
                </c:pt>
                <c:pt idx="2764">
                  <c:v>36742</c:v>
                </c:pt>
                <c:pt idx="2765">
                  <c:v>36745</c:v>
                </c:pt>
                <c:pt idx="2766">
                  <c:v>36746</c:v>
                </c:pt>
                <c:pt idx="2767">
                  <c:v>36747</c:v>
                </c:pt>
                <c:pt idx="2768">
                  <c:v>36748</c:v>
                </c:pt>
                <c:pt idx="2769">
                  <c:v>36749</c:v>
                </c:pt>
                <c:pt idx="2770">
                  <c:v>36752</c:v>
                </c:pt>
                <c:pt idx="2771">
                  <c:v>36753</c:v>
                </c:pt>
                <c:pt idx="2772">
                  <c:v>36754</c:v>
                </c:pt>
                <c:pt idx="2773">
                  <c:v>36755</c:v>
                </c:pt>
                <c:pt idx="2774">
                  <c:v>36756</c:v>
                </c:pt>
                <c:pt idx="2775">
                  <c:v>36759</c:v>
                </c:pt>
                <c:pt idx="2776">
                  <c:v>36760</c:v>
                </c:pt>
                <c:pt idx="2777">
                  <c:v>36761</c:v>
                </c:pt>
                <c:pt idx="2778">
                  <c:v>36762</c:v>
                </c:pt>
                <c:pt idx="2779">
                  <c:v>36763</c:v>
                </c:pt>
                <c:pt idx="2780">
                  <c:v>36766</c:v>
                </c:pt>
                <c:pt idx="2781">
                  <c:v>36767</c:v>
                </c:pt>
                <c:pt idx="2782">
                  <c:v>36768</c:v>
                </c:pt>
                <c:pt idx="2783">
                  <c:v>36769</c:v>
                </c:pt>
                <c:pt idx="2784">
                  <c:v>36770</c:v>
                </c:pt>
                <c:pt idx="2785">
                  <c:v>36773</c:v>
                </c:pt>
                <c:pt idx="2786">
                  <c:v>36774</c:v>
                </c:pt>
                <c:pt idx="2787">
                  <c:v>36775</c:v>
                </c:pt>
                <c:pt idx="2788">
                  <c:v>36776</c:v>
                </c:pt>
                <c:pt idx="2789">
                  <c:v>36777</c:v>
                </c:pt>
                <c:pt idx="2790">
                  <c:v>36780</c:v>
                </c:pt>
                <c:pt idx="2791">
                  <c:v>36781</c:v>
                </c:pt>
                <c:pt idx="2792">
                  <c:v>36782</c:v>
                </c:pt>
                <c:pt idx="2793">
                  <c:v>36783</c:v>
                </c:pt>
                <c:pt idx="2794">
                  <c:v>36784</c:v>
                </c:pt>
                <c:pt idx="2795">
                  <c:v>36787</c:v>
                </c:pt>
                <c:pt idx="2796">
                  <c:v>36788</c:v>
                </c:pt>
                <c:pt idx="2797">
                  <c:v>36789</c:v>
                </c:pt>
                <c:pt idx="2798">
                  <c:v>36790</c:v>
                </c:pt>
                <c:pt idx="2799">
                  <c:v>36791</c:v>
                </c:pt>
                <c:pt idx="2800">
                  <c:v>36794</c:v>
                </c:pt>
                <c:pt idx="2801">
                  <c:v>36795</c:v>
                </c:pt>
                <c:pt idx="2802">
                  <c:v>36796</c:v>
                </c:pt>
                <c:pt idx="2803">
                  <c:v>36797</c:v>
                </c:pt>
                <c:pt idx="2804">
                  <c:v>36798</c:v>
                </c:pt>
                <c:pt idx="2805">
                  <c:v>36801</c:v>
                </c:pt>
                <c:pt idx="2806">
                  <c:v>36802</c:v>
                </c:pt>
                <c:pt idx="2807">
                  <c:v>36803</c:v>
                </c:pt>
                <c:pt idx="2808">
                  <c:v>36804</c:v>
                </c:pt>
                <c:pt idx="2809">
                  <c:v>36805</c:v>
                </c:pt>
                <c:pt idx="2810">
                  <c:v>36808</c:v>
                </c:pt>
                <c:pt idx="2811">
                  <c:v>36809</c:v>
                </c:pt>
                <c:pt idx="2812">
                  <c:v>36810</c:v>
                </c:pt>
                <c:pt idx="2813">
                  <c:v>36811</c:v>
                </c:pt>
                <c:pt idx="2814">
                  <c:v>36812</c:v>
                </c:pt>
                <c:pt idx="2815">
                  <c:v>36815</c:v>
                </c:pt>
                <c:pt idx="2816">
                  <c:v>36816</c:v>
                </c:pt>
                <c:pt idx="2817">
                  <c:v>36817</c:v>
                </c:pt>
                <c:pt idx="2818">
                  <c:v>36818</c:v>
                </c:pt>
                <c:pt idx="2819">
                  <c:v>36819</c:v>
                </c:pt>
                <c:pt idx="2820">
                  <c:v>36822</c:v>
                </c:pt>
                <c:pt idx="2821">
                  <c:v>36823</c:v>
                </c:pt>
                <c:pt idx="2822">
                  <c:v>36824</c:v>
                </c:pt>
                <c:pt idx="2823">
                  <c:v>36825</c:v>
                </c:pt>
                <c:pt idx="2824">
                  <c:v>36826</c:v>
                </c:pt>
                <c:pt idx="2825">
                  <c:v>36829</c:v>
                </c:pt>
                <c:pt idx="2826">
                  <c:v>36830</c:v>
                </c:pt>
                <c:pt idx="2827">
                  <c:v>36831</c:v>
                </c:pt>
                <c:pt idx="2828">
                  <c:v>36832</c:v>
                </c:pt>
                <c:pt idx="2829">
                  <c:v>36833</c:v>
                </c:pt>
                <c:pt idx="2830">
                  <c:v>36836</c:v>
                </c:pt>
                <c:pt idx="2831">
                  <c:v>36837</c:v>
                </c:pt>
                <c:pt idx="2832">
                  <c:v>36838</c:v>
                </c:pt>
                <c:pt idx="2833">
                  <c:v>36839</c:v>
                </c:pt>
                <c:pt idx="2834">
                  <c:v>36840</c:v>
                </c:pt>
                <c:pt idx="2835">
                  <c:v>36843</c:v>
                </c:pt>
                <c:pt idx="2836">
                  <c:v>36844</c:v>
                </c:pt>
                <c:pt idx="2837">
                  <c:v>36845</c:v>
                </c:pt>
                <c:pt idx="2838">
                  <c:v>36846</c:v>
                </c:pt>
                <c:pt idx="2839">
                  <c:v>36847</c:v>
                </c:pt>
                <c:pt idx="2840">
                  <c:v>36850</c:v>
                </c:pt>
                <c:pt idx="2841">
                  <c:v>36851</c:v>
                </c:pt>
                <c:pt idx="2842">
                  <c:v>36852</c:v>
                </c:pt>
                <c:pt idx="2843">
                  <c:v>36853</c:v>
                </c:pt>
                <c:pt idx="2844">
                  <c:v>36854</c:v>
                </c:pt>
                <c:pt idx="2845">
                  <c:v>36857</c:v>
                </c:pt>
                <c:pt idx="2846">
                  <c:v>36858</c:v>
                </c:pt>
                <c:pt idx="2847">
                  <c:v>36859</c:v>
                </c:pt>
                <c:pt idx="2848">
                  <c:v>36860</c:v>
                </c:pt>
                <c:pt idx="2849">
                  <c:v>36861</c:v>
                </c:pt>
                <c:pt idx="2850">
                  <c:v>36864</c:v>
                </c:pt>
                <c:pt idx="2851">
                  <c:v>36865</c:v>
                </c:pt>
                <c:pt idx="2852">
                  <c:v>36866</c:v>
                </c:pt>
                <c:pt idx="2853">
                  <c:v>36867</c:v>
                </c:pt>
                <c:pt idx="2854">
                  <c:v>36868</c:v>
                </c:pt>
                <c:pt idx="2855">
                  <c:v>36871</c:v>
                </c:pt>
                <c:pt idx="2856">
                  <c:v>36872</c:v>
                </c:pt>
                <c:pt idx="2857">
                  <c:v>36873</c:v>
                </c:pt>
                <c:pt idx="2858">
                  <c:v>36874</c:v>
                </c:pt>
                <c:pt idx="2859">
                  <c:v>36875</c:v>
                </c:pt>
                <c:pt idx="2860">
                  <c:v>36878</c:v>
                </c:pt>
                <c:pt idx="2861">
                  <c:v>36879</c:v>
                </c:pt>
                <c:pt idx="2862">
                  <c:v>36880</c:v>
                </c:pt>
                <c:pt idx="2863">
                  <c:v>36881</c:v>
                </c:pt>
                <c:pt idx="2864">
                  <c:v>36882</c:v>
                </c:pt>
                <c:pt idx="2865">
                  <c:v>36885</c:v>
                </c:pt>
                <c:pt idx="2866">
                  <c:v>36886</c:v>
                </c:pt>
                <c:pt idx="2867">
                  <c:v>36887</c:v>
                </c:pt>
                <c:pt idx="2868">
                  <c:v>36888</c:v>
                </c:pt>
                <c:pt idx="2869">
                  <c:v>36889</c:v>
                </c:pt>
                <c:pt idx="2870">
                  <c:v>36892</c:v>
                </c:pt>
                <c:pt idx="2871">
                  <c:v>36893</c:v>
                </c:pt>
                <c:pt idx="2872">
                  <c:v>36894</c:v>
                </c:pt>
                <c:pt idx="2873">
                  <c:v>36895</c:v>
                </c:pt>
                <c:pt idx="2874">
                  <c:v>36896</c:v>
                </c:pt>
                <c:pt idx="2875">
                  <c:v>36899</c:v>
                </c:pt>
                <c:pt idx="2876">
                  <c:v>36900</c:v>
                </c:pt>
                <c:pt idx="2877">
                  <c:v>36901</c:v>
                </c:pt>
                <c:pt idx="2878">
                  <c:v>36902</c:v>
                </c:pt>
                <c:pt idx="2879">
                  <c:v>36903</c:v>
                </c:pt>
                <c:pt idx="2880">
                  <c:v>36906</c:v>
                </c:pt>
                <c:pt idx="2881">
                  <c:v>36907</c:v>
                </c:pt>
                <c:pt idx="2882">
                  <c:v>36908</c:v>
                </c:pt>
                <c:pt idx="2883">
                  <c:v>36909</c:v>
                </c:pt>
                <c:pt idx="2884">
                  <c:v>36910</c:v>
                </c:pt>
                <c:pt idx="2885">
                  <c:v>36913</c:v>
                </c:pt>
                <c:pt idx="2886">
                  <c:v>36914</c:v>
                </c:pt>
                <c:pt idx="2887">
                  <c:v>36915</c:v>
                </c:pt>
                <c:pt idx="2888">
                  <c:v>36916</c:v>
                </c:pt>
                <c:pt idx="2889">
                  <c:v>36917</c:v>
                </c:pt>
                <c:pt idx="2890">
                  <c:v>36920</c:v>
                </c:pt>
                <c:pt idx="2891">
                  <c:v>36921</c:v>
                </c:pt>
                <c:pt idx="2892">
                  <c:v>36922</c:v>
                </c:pt>
                <c:pt idx="2893">
                  <c:v>36923</c:v>
                </c:pt>
                <c:pt idx="2894">
                  <c:v>36924</c:v>
                </c:pt>
                <c:pt idx="2895">
                  <c:v>36927</c:v>
                </c:pt>
                <c:pt idx="2896">
                  <c:v>36928</c:v>
                </c:pt>
                <c:pt idx="2897">
                  <c:v>36929</c:v>
                </c:pt>
                <c:pt idx="2898">
                  <c:v>36930</c:v>
                </c:pt>
                <c:pt idx="2899">
                  <c:v>36931</c:v>
                </c:pt>
                <c:pt idx="2900">
                  <c:v>36934</c:v>
                </c:pt>
                <c:pt idx="2901">
                  <c:v>36935</c:v>
                </c:pt>
                <c:pt idx="2902">
                  <c:v>36936</c:v>
                </c:pt>
                <c:pt idx="2903">
                  <c:v>36937</c:v>
                </c:pt>
                <c:pt idx="2904">
                  <c:v>36938</c:v>
                </c:pt>
                <c:pt idx="2905">
                  <c:v>36941</c:v>
                </c:pt>
                <c:pt idx="2906">
                  <c:v>36942</c:v>
                </c:pt>
                <c:pt idx="2907">
                  <c:v>36943</c:v>
                </c:pt>
                <c:pt idx="2908">
                  <c:v>36944</c:v>
                </c:pt>
                <c:pt idx="2909">
                  <c:v>36945</c:v>
                </c:pt>
                <c:pt idx="2910">
                  <c:v>36948</c:v>
                </c:pt>
                <c:pt idx="2911">
                  <c:v>36949</c:v>
                </c:pt>
                <c:pt idx="2912">
                  <c:v>36950</c:v>
                </c:pt>
                <c:pt idx="2913">
                  <c:v>36951</c:v>
                </c:pt>
                <c:pt idx="2914">
                  <c:v>36952</c:v>
                </c:pt>
                <c:pt idx="2915">
                  <c:v>36955</c:v>
                </c:pt>
                <c:pt idx="2916">
                  <c:v>36956</c:v>
                </c:pt>
                <c:pt idx="2917">
                  <c:v>36957</c:v>
                </c:pt>
                <c:pt idx="2918">
                  <c:v>36958</c:v>
                </c:pt>
                <c:pt idx="2919">
                  <c:v>36959</c:v>
                </c:pt>
                <c:pt idx="2920">
                  <c:v>36962</c:v>
                </c:pt>
                <c:pt idx="2921">
                  <c:v>36963</c:v>
                </c:pt>
                <c:pt idx="2922">
                  <c:v>36964</c:v>
                </c:pt>
                <c:pt idx="2923">
                  <c:v>36965</c:v>
                </c:pt>
                <c:pt idx="2924">
                  <c:v>36966</c:v>
                </c:pt>
                <c:pt idx="2925">
                  <c:v>36969</c:v>
                </c:pt>
                <c:pt idx="2926">
                  <c:v>36970</c:v>
                </c:pt>
                <c:pt idx="2927">
                  <c:v>36971</c:v>
                </c:pt>
                <c:pt idx="2928">
                  <c:v>36972</c:v>
                </c:pt>
                <c:pt idx="2929">
                  <c:v>36973</c:v>
                </c:pt>
                <c:pt idx="2930">
                  <c:v>36976</c:v>
                </c:pt>
                <c:pt idx="2931">
                  <c:v>36977</c:v>
                </c:pt>
                <c:pt idx="2932">
                  <c:v>36978</c:v>
                </c:pt>
                <c:pt idx="2933">
                  <c:v>36979</c:v>
                </c:pt>
                <c:pt idx="2934">
                  <c:v>36980</c:v>
                </c:pt>
                <c:pt idx="2935">
                  <c:v>36983</c:v>
                </c:pt>
                <c:pt idx="2936">
                  <c:v>36984</c:v>
                </c:pt>
                <c:pt idx="2937">
                  <c:v>36985</c:v>
                </c:pt>
                <c:pt idx="2938">
                  <c:v>36986</c:v>
                </c:pt>
                <c:pt idx="2939">
                  <c:v>36987</c:v>
                </c:pt>
                <c:pt idx="2940">
                  <c:v>36990</c:v>
                </c:pt>
                <c:pt idx="2941">
                  <c:v>36991</c:v>
                </c:pt>
                <c:pt idx="2942">
                  <c:v>36992</c:v>
                </c:pt>
                <c:pt idx="2943">
                  <c:v>36993</c:v>
                </c:pt>
                <c:pt idx="2944">
                  <c:v>36994</c:v>
                </c:pt>
                <c:pt idx="2945">
                  <c:v>36997</c:v>
                </c:pt>
                <c:pt idx="2946">
                  <c:v>36998</c:v>
                </c:pt>
                <c:pt idx="2947">
                  <c:v>36999</c:v>
                </c:pt>
                <c:pt idx="2948">
                  <c:v>37000</c:v>
                </c:pt>
                <c:pt idx="2949">
                  <c:v>37001</c:v>
                </c:pt>
                <c:pt idx="2950">
                  <c:v>37004</c:v>
                </c:pt>
                <c:pt idx="2951">
                  <c:v>37005</c:v>
                </c:pt>
                <c:pt idx="2952">
                  <c:v>37006</c:v>
                </c:pt>
                <c:pt idx="2953">
                  <c:v>37007</c:v>
                </c:pt>
                <c:pt idx="2954">
                  <c:v>37008</c:v>
                </c:pt>
                <c:pt idx="2955">
                  <c:v>37011</c:v>
                </c:pt>
                <c:pt idx="2956">
                  <c:v>37012</c:v>
                </c:pt>
                <c:pt idx="2957">
                  <c:v>37013</c:v>
                </c:pt>
                <c:pt idx="2958">
                  <c:v>37014</c:v>
                </c:pt>
                <c:pt idx="2959">
                  <c:v>37015</c:v>
                </c:pt>
                <c:pt idx="2960">
                  <c:v>37018</c:v>
                </c:pt>
                <c:pt idx="2961">
                  <c:v>37019</c:v>
                </c:pt>
                <c:pt idx="2962">
                  <c:v>37020</c:v>
                </c:pt>
                <c:pt idx="2963">
                  <c:v>37021</c:v>
                </c:pt>
                <c:pt idx="2964">
                  <c:v>37022</c:v>
                </c:pt>
                <c:pt idx="2965">
                  <c:v>37025</c:v>
                </c:pt>
                <c:pt idx="2966">
                  <c:v>37026</c:v>
                </c:pt>
                <c:pt idx="2967">
                  <c:v>37027</c:v>
                </c:pt>
                <c:pt idx="2968">
                  <c:v>37028</c:v>
                </c:pt>
                <c:pt idx="2969">
                  <c:v>37029</c:v>
                </c:pt>
                <c:pt idx="2970">
                  <c:v>37032</c:v>
                </c:pt>
                <c:pt idx="2971">
                  <c:v>37033</c:v>
                </c:pt>
                <c:pt idx="2972">
                  <c:v>37034</c:v>
                </c:pt>
                <c:pt idx="2973">
                  <c:v>37035</c:v>
                </c:pt>
                <c:pt idx="2974">
                  <c:v>37036</c:v>
                </c:pt>
                <c:pt idx="2975">
                  <c:v>37039</c:v>
                </c:pt>
                <c:pt idx="2976">
                  <c:v>37040</c:v>
                </c:pt>
                <c:pt idx="2977">
                  <c:v>37041</c:v>
                </c:pt>
                <c:pt idx="2978">
                  <c:v>37042</c:v>
                </c:pt>
                <c:pt idx="2979">
                  <c:v>37043</c:v>
                </c:pt>
                <c:pt idx="2980">
                  <c:v>37046</c:v>
                </c:pt>
                <c:pt idx="2981">
                  <c:v>37047</c:v>
                </c:pt>
                <c:pt idx="2982">
                  <c:v>37048</c:v>
                </c:pt>
                <c:pt idx="2983">
                  <c:v>37049</c:v>
                </c:pt>
                <c:pt idx="2984">
                  <c:v>37050</c:v>
                </c:pt>
                <c:pt idx="2985">
                  <c:v>37053</c:v>
                </c:pt>
                <c:pt idx="2986">
                  <c:v>37054</c:v>
                </c:pt>
                <c:pt idx="2987">
                  <c:v>37055</c:v>
                </c:pt>
                <c:pt idx="2988">
                  <c:v>37056</c:v>
                </c:pt>
                <c:pt idx="2989">
                  <c:v>37057</c:v>
                </c:pt>
                <c:pt idx="2990">
                  <c:v>37060</c:v>
                </c:pt>
                <c:pt idx="2991">
                  <c:v>37061</c:v>
                </c:pt>
                <c:pt idx="2992">
                  <c:v>37062</c:v>
                </c:pt>
                <c:pt idx="2993">
                  <c:v>37063</c:v>
                </c:pt>
                <c:pt idx="2994">
                  <c:v>37064</c:v>
                </c:pt>
                <c:pt idx="2995">
                  <c:v>37067</c:v>
                </c:pt>
                <c:pt idx="2996">
                  <c:v>37068</c:v>
                </c:pt>
                <c:pt idx="2997">
                  <c:v>37069</c:v>
                </c:pt>
                <c:pt idx="2998">
                  <c:v>37070</c:v>
                </c:pt>
                <c:pt idx="2999">
                  <c:v>37071</c:v>
                </c:pt>
                <c:pt idx="3000">
                  <c:v>37074</c:v>
                </c:pt>
                <c:pt idx="3001">
                  <c:v>37075</c:v>
                </c:pt>
                <c:pt idx="3002">
                  <c:v>37076</c:v>
                </c:pt>
                <c:pt idx="3003">
                  <c:v>37077</c:v>
                </c:pt>
                <c:pt idx="3004">
                  <c:v>37078</c:v>
                </c:pt>
                <c:pt idx="3005">
                  <c:v>37081</c:v>
                </c:pt>
                <c:pt idx="3006">
                  <c:v>37082</c:v>
                </c:pt>
                <c:pt idx="3007">
                  <c:v>37083</c:v>
                </c:pt>
                <c:pt idx="3008">
                  <c:v>37084</c:v>
                </c:pt>
                <c:pt idx="3009">
                  <c:v>37085</c:v>
                </c:pt>
                <c:pt idx="3010">
                  <c:v>37088</c:v>
                </c:pt>
                <c:pt idx="3011">
                  <c:v>37089</c:v>
                </c:pt>
                <c:pt idx="3012">
                  <c:v>37090</c:v>
                </c:pt>
                <c:pt idx="3013">
                  <c:v>37091</c:v>
                </c:pt>
                <c:pt idx="3014">
                  <c:v>37092</c:v>
                </c:pt>
                <c:pt idx="3015">
                  <c:v>37095</c:v>
                </c:pt>
                <c:pt idx="3016">
                  <c:v>37096</c:v>
                </c:pt>
                <c:pt idx="3017">
                  <c:v>37097</c:v>
                </c:pt>
                <c:pt idx="3018">
                  <c:v>37098</c:v>
                </c:pt>
                <c:pt idx="3019">
                  <c:v>37099</c:v>
                </c:pt>
                <c:pt idx="3020">
                  <c:v>37102</c:v>
                </c:pt>
                <c:pt idx="3021">
                  <c:v>37103</c:v>
                </c:pt>
                <c:pt idx="3022">
                  <c:v>37104</c:v>
                </c:pt>
                <c:pt idx="3023">
                  <c:v>37105</c:v>
                </c:pt>
                <c:pt idx="3024">
                  <c:v>37106</c:v>
                </c:pt>
                <c:pt idx="3025">
                  <c:v>37109</c:v>
                </c:pt>
                <c:pt idx="3026">
                  <c:v>37110</c:v>
                </c:pt>
                <c:pt idx="3027">
                  <c:v>37111</c:v>
                </c:pt>
                <c:pt idx="3028">
                  <c:v>37112</c:v>
                </c:pt>
                <c:pt idx="3029">
                  <c:v>37113</c:v>
                </c:pt>
                <c:pt idx="3030">
                  <c:v>37116</c:v>
                </c:pt>
                <c:pt idx="3031">
                  <c:v>37117</c:v>
                </c:pt>
                <c:pt idx="3032">
                  <c:v>37118</c:v>
                </c:pt>
                <c:pt idx="3033">
                  <c:v>37119</c:v>
                </c:pt>
                <c:pt idx="3034">
                  <c:v>37120</c:v>
                </c:pt>
                <c:pt idx="3035">
                  <c:v>37123</c:v>
                </c:pt>
                <c:pt idx="3036">
                  <c:v>37124</c:v>
                </c:pt>
                <c:pt idx="3037">
                  <c:v>37125</c:v>
                </c:pt>
                <c:pt idx="3038">
                  <c:v>37126</c:v>
                </c:pt>
                <c:pt idx="3039">
                  <c:v>37127</c:v>
                </c:pt>
                <c:pt idx="3040">
                  <c:v>37130</c:v>
                </c:pt>
                <c:pt idx="3041">
                  <c:v>37131</c:v>
                </c:pt>
                <c:pt idx="3042">
                  <c:v>37132</c:v>
                </c:pt>
                <c:pt idx="3043">
                  <c:v>37133</c:v>
                </c:pt>
                <c:pt idx="3044">
                  <c:v>37134</c:v>
                </c:pt>
                <c:pt idx="3045">
                  <c:v>37137</c:v>
                </c:pt>
                <c:pt idx="3046">
                  <c:v>37138</c:v>
                </c:pt>
                <c:pt idx="3047">
                  <c:v>37139</c:v>
                </c:pt>
                <c:pt idx="3048">
                  <c:v>37140</c:v>
                </c:pt>
                <c:pt idx="3049">
                  <c:v>37141</c:v>
                </c:pt>
                <c:pt idx="3050">
                  <c:v>37144</c:v>
                </c:pt>
                <c:pt idx="3051">
                  <c:v>37145</c:v>
                </c:pt>
                <c:pt idx="3052">
                  <c:v>37146</c:v>
                </c:pt>
                <c:pt idx="3053">
                  <c:v>37147</c:v>
                </c:pt>
                <c:pt idx="3054">
                  <c:v>37148</c:v>
                </c:pt>
                <c:pt idx="3055">
                  <c:v>37151</c:v>
                </c:pt>
                <c:pt idx="3056">
                  <c:v>37152</c:v>
                </c:pt>
                <c:pt idx="3057">
                  <c:v>37153</c:v>
                </c:pt>
                <c:pt idx="3058">
                  <c:v>37154</c:v>
                </c:pt>
                <c:pt idx="3059">
                  <c:v>37155</c:v>
                </c:pt>
                <c:pt idx="3060">
                  <c:v>37158</c:v>
                </c:pt>
                <c:pt idx="3061">
                  <c:v>37159</c:v>
                </c:pt>
                <c:pt idx="3062">
                  <c:v>37160</c:v>
                </c:pt>
                <c:pt idx="3063">
                  <c:v>37161</c:v>
                </c:pt>
                <c:pt idx="3064">
                  <c:v>37162</c:v>
                </c:pt>
                <c:pt idx="3065">
                  <c:v>37165</c:v>
                </c:pt>
                <c:pt idx="3066">
                  <c:v>37166</c:v>
                </c:pt>
                <c:pt idx="3067">
                  <c:v>37167</c:v>
                </c:pt>
                <c:pt idx="3068">
                  <c:v>37168</c:v>
                </c:pt>
                <c:pt idx="3069">
                  <c:v>37169</c:v>
                </c:pt>
                <c:pt idx="3070">
                  <c:v>37172</c:v>
                </c:pt>
                <c:pt idx="3071">
                  <c:v>37173</c:v>
                </c:pt>
                <c:pt idx="3072">
                  <c:v>37174</c:v>
                </c:pt>
                <c:pt idx="3073">
                  <c:v>37175</c:v>
                </c:pt>
                <c:pt idx="3074">
                  <c:v>37176</c:v>
                </c:pt>
                <c:pt idx="3075">
                  <c:v>37179</c:v>
                </c:pt>
                <c:pt idx="3076">
                  <c:v>37180</c:v>
                </c:pt>
                <c:pt idx="3077">
                  <c:v>37181</c:v>
                </c:pt>
                <c:pt idx="3078">
                  <c:v>37182</c:v>
                </c:pt>
                <c:pt idx="3079">
                  <c:v>37183</c:v>
                </c:pt>
                <c:pt idx="3080">
                  <c:v>37186</c:v>
                </c:pt>
                <c:pt idx="3081">
                  <c:v>37187</c:v>
                </c:pt>
                <c:pt idx="3082">
                  <c:v>37188</c:v>
                </c:pt>
                <c:pt idx="3083">
                  <c:v>37189</c:v>
                </c:pt>
                <c:pt idx="3084">
                  <c:v>37190</c:v>
                </c:pt>
                <c:pt idx="3085">
                  <c:v>37193</c:v>
                </c:pt>
                <c:pt idx="3086">
                  <c:v>37194</c:v>
                </c:pt>
                <c:pt idx="3087">
                  <c:v>37195</c:v>
                </c:pt>
                <c:pt idx="3088">
                  <c:v>37196</c:v>
                </c:pt>
                <c:pt idx="3089">
                  <c:v>37197</c:v>
                </c:pt>
                <c:pt idx="3090">
                  <c:v>37200</c:v>
                </c:pt>
                <c:pt idx="3091">
                  <c:v>37201</c:v>
                </c:pt>
                <c:pt idx="3092">
                  <c:v>37202</c:v>
                </c:pt>
                <c:pt idx="3093">
                  <c:v>37203</c:v>
                </c:pt>
                <c:pt idx="3094">
                  <c:v>37204</c:v>
                </c:pt>
                <c:pt idx="3095">
                  <c:v>37207</c:v>
                </c:pt>
                <c:pt idx="3096">
                  <c:v>37208</c:v>
                </c:pt>
                <c:pt idx="3097">
                  <c:v>37209</c:v>
                </c:pt>
                <c:pt idx="3098">
                  <c:v>37210</c:v>
                </c:pt>
                <c:pt idx="3099">
                  <c:v>37211</c:v>
                </c:pt>
                <c:pt idx="3100">
                  <c:v>37214</c:v>
                </c:pt>
                <c:pt idx="3101">
                  <c:v>37215</c:v>
                </c:pt>
                <c:pt idx="3102">
                  <c:v>37216</c:v>
                </c:pt>
                <c:pt idx="3103">
                  <c:v>37217</c:v>
                </c:pt>
                <c:pt idx="3104">
                  <c:v>37218</c:v>
                </c:pt>
                <c:pt idx="3105">
                  <c:v>37221</c:v>
                </c:pt>
                <c:pt idx="3106">
                  <c:v>37222</c:v>
                </c:pt>
                <c:pt idx="3107">
                  <c:v>37223</c:v>
                </c:pt>
                <c:pt idx="3108">
                  <c:v>37224</c:v>
                </c:pt>
                <c:pt idx="3109">
                  <c:v>37225</c:v>
                </c:pt>
                <c:pt idx="3110">
                  <c:v>37228</c:v>
                </c:pt>
                <c:pt idx="3111">
                  <c:v>37229</c:v>
                </c:pt>
                <c:pt idx="3112">
                  <c:v>37230</c:v>
                </c:pt>
                <c:pt idx="3113">
                  <c:v>37231</c:v>
                </c:pt>
                <c:pt idx="3114">
                  <c:v>37232</c:v>
                </c:pt>
                <c:pt idx="3115">
                  <c:v>37235</c:v>
                </c:pt>
                <c:pt idx="3116">
                  <c:v>37236</c:v>
                </c:pt>
                <c:pt idx="3117">
                  <c:v>37237</c:v>
                </c:pt>
                <c:pt idx="3118">
                  <c:v>37238</c:v>
                </c:pt>
                <c:pt idx="3119">
                  <c:v>37239</c:v>
                </c:pt>
                <c:pt idx="3120">
                  <c:v>37242</c:v>
                </c:pt>
                <c:pt idx="3121">
                  <c:v>37243</c:v>
                </c:pt>
                <c:pt idx="3122">
                  <c:v>37244</c:v>
                </c:pt>
                <c:pt idx="3123">
                  <c:v>37245</c:v>
                </c:pt>
                <c:pt idx="3124">
                  <c:v>37246</c:v>
                </c:pt>
                <c:pt idx="3125">
                  <c:v>37249</c:v>
                </c:pt>
                <c:pt idx="3126">
                  <c:v>37250</c:v>
                </c:pt>
                <c:pt idx="3127">
                  <c:v>37251</c:v>
                </c:pt>
                <c:pt idx="3128">
                  <c:v>37252</c:v>
                </c:pt>
                <c:pt idx="3129">
                  <c:v>37253</c:v>
                </c:pt>
                <c:pt idx="3130">
                  <c:v>37256</c:v>
                </c:pt>
                <c:pt idx="3131">
                  <c:v>37257</c:v>
                </c:pt>
                <c:pt idx="3132">
                  <c:v>37258</c:v>
                </c:pt>
                <c:pt idx="3133">
                  <c:v>37259</c:v>
                </c:pt>
                <c:pt idx="3134">
                  <c:v>37260</c:v>
                </c:pt>
                <c:pt idx="3135">
                  <c:v>37263</c:v>
                </c:pt>
                <c:pt idx="3136">
                  <c:v>37264</c:v>
                </c:pt>
                <c:pt idx="3137">
                  <c:v>37265</c:v>
                </c:pt>
                <c:pt idx="3138">
                  <c:v>37266</c:v>
                </c:pt>
                <c:pt idx="3139">
                  <c:v>37267</c:v>
                </c:pt>
                <c:pt idx="3140">
                  <c:v>37270</c:v>
                </c:pt>
                <c:pt idx="3141">
                  <c:v>37271</c:v>
                </c:pt>
                <c:pt idx="3142">
                  <c:v>37272</c:v>
                </c:pt>
                <c:pt idx="3143">
                  <c:v>37273</c:v>
                </c:pt>
                <c:pt idx="3144">
                  <c:v>37274</c:v>
                </c:pt>
                <c:pt idx="3145">
                  <c:v>37277</c:v>
                </c:pt>
                <c:pt idx="3146">
                  <c:v>37278</c:v>
                </c:pt>
                <c:pt idx="3147">
                  <c:v>37279</c:v>
                </c:pt>
                <c:pt idx="3148">
                  <c:v>37280</c:v>
                </c:pt>
                <c:pt idx="3149">
                  <c:v>37281</c:v>
                </c:pt>
                <c:pt idx="3150">
                  <c:v>37284</c:v>
                </c:pt>
                <c:pt idx="3151">
                  <c:v>37285</c:v>
                </c:pt>
                <c:pt idx="3152">
                  <c:v>37286</c:v>
                </c:pt>
                <c:pt idx="3153">
                  <c:v>37287</c:v>
                </c:pt>
                <c:pt idx="3154">
                  <c:v>37288</c:v>
                </c:pt>
                <c:pt idx="3155">
                  <c:v>37291</c:v>
                </c:pt>
                <c:pt idx="3156">
                  <c:v>37292</c:v>
                </c:pt>
                <c:pt idx="3157">
                  <c:v>37293</c:v>
                </c:pt>
                <c:pt idx="3158">
                  <c:v>37294</c:v>
                </c:pt>
                <c:pt idx="3159">
                  <c:v>37295</c:v>
                </c:pt>
                <c:pt idx="3160">
                  <c:v>37298</c:v>
                </c:pt>
                <c:pt idx="3161">
                  <c:v>37299</c:v>
                </c:pt>
                <c:pt idx="3162">
                  <c:v>37300</c:v>
                </c:pt>
                <c:pt idx="3163">
                  <c:v>37301</c:v>
                </c:pt>
                <c:pt idx="3164">
                  <c:v>37302</c:v>
                </c:pt>
                <c:pt idx="3165">
                  <c:v>37305</c:v>
                </c:pt>
                <c:pt idx="3166">
                  <c:v>37306</c:v>
                </c:pt>
                <c:pt idx="3167">
                  <c:v>37307</c:v>
                </c:pt>
                <c:pt idx="3168">
                  <c:v>37308</c:v>
                </c:pt>
                <c:pt idx="3169">
                  <c:v>37309</c:v>
                </c:pt>
                <c:pt idx="3170">
                  <c:v>37312</c:v>
                </c:pt>
                <c:pt idx="3171">
                  <c:v>37313</c:v>
                </c:pt>
                <c:pt idx="3172">
                  <c:v>37314</c:v>
                </c:pt>
                <c:pt idx="3173">
                  <c:v>37315</c:v>
                </c:pt>
                <c:pt idx="3174">
                  <c:v>37316</c:v>
                </c:pt>
                <c:pt idx="3175">
                  <c:v>37319</c:v>
                </c:pt>
                <c:pt idx="3176">
                  <c:v>37320</c:v>
                </c:pt>
                <c:pt idx="3177">
                  <c:v>37321</c:v>
                </c:pt>
                <c:pt idx="3178">
                  <c:v>37322</c:v>
                </c:pt>
                <c:pt idx="3179">
                  <c:v>37323</c:v>
                </c:pt>
                <c:pt idx="3180">
                  <c:v>37326</c:v>
                </c:pt>
                <c:pt idx="3181">
                  <c:v>37327</c:v>
                </c:pt>
                <c:pt idx="3182">
                  <c:v>37328</c:v>
                </c:pt>
                <c:pt idx="3183">
                  <c:v>37329</c:v>
                </c:pt>
                <c:pt idx="3184">
                  <c:v>37330</c:v>
                </c:pt>
                <c:pt idx="3185">
                  <c:v>37333</c:v>
                </c:pt>
                <c:pt idx="3186">
                  <c:v>37334</c:v>
                </c:pt>
                <c:pt idx="3187">
                  <c:v>37335</c:v>
                </c:pt>
                <c:pt idx="3188">
                  <c:v>37336</c:v>
                </c:pt>
                <c:pt idx="3189">
                  <c:v>37337</c:v>
                </c:pt>
                <c:pt idx="3190">
                  <c:v>37340</c:v>
                </c:pt>
                <c:pt idx="3191">
                  <c:v>37341</c:v>
                </c:pt>
                <c:pt idx="3192">
                  <c:v>37342</c:v>
                </c:pt>
                <c:pt idx="3193">
                  <c:v>37343</c:v>
                </c:pt>
                <c:pt idx="3194">
                  <c:v>37344</c:v>
                </c:pt>
                <c:pt idx="3195">
                  <c:v>37347</c:v>
                </c:pt>
                <c:pt idx="3196">
                  <c:v>37348</c:v>
                </c:pt>
                <c:pt idx="3197">
                  <c:v>37349</c:v>
                </c:pt>
                <c:pt idx="3198">
                  <c:v>37350</c:v>
                </c:pt>
                <c:pt idx="3199">
                  <c:v>37351</c:v>
                </c:pt>
                <c:pt idx="3200">
                  <c:v>37354</c:v>
                </c:pt>
                <c:pt idx="3201">
                  <c:v>37355</c:v>
                </c:pt>
                <c:pt idx="3202">
                  <c:v>37356</c:v>
                </c:pt>
                <c:pt idx="3203">
                  <c:v>37357</c:v>
                </c:pt>
                <c:pt idx="3204">
                  <c:v>37358</c:v>
                </c:pt>
                <c:pt idx="3205">
                  <c:v>37361</c:v>
                </c:pt>
                <c:pt idx="3206">
                  <c:v>37362</c:v>
                </c:pt>
                <c:pt idx="3207">
                  <c:v>37363</c:v>
                </c:pt>
                <c:pt idx="3208">
                  <c:v>37364</c:v>
                </c:pt>
                <c:pt idx="3209">
                  <c:v>37365</c:v>
                </c:pt>
                <c:pt idx="3210">
                  <c:v>37368</c:v>
                </c:pt>
                <c:pt idx="3211">
                  <c:v>37369</c:v>
                </c:pt>
                <c:pt idx="3212">
                  <c:v>37370</c:v>
                </c:pt>
                <c:pt idx="3213">
                  <c:v>37371</c:v>
                </c:pt>
                <c:pt idx="3214">
                  <c:v>37372</c:v>
                </c:pt>
                <c:pt idx="3215">
                  <c:v>37375</c:v>
                </c:pt>
                <c:pt idx="3216">
                  <c:v>37376</c:v>
                </c:pt>
                <c:pt idx="3217">
                  <c:v>37377</c:v>
                </c:pt>
                <c:pt idx="3218">
                  <c:v>37378</c:v>
                </c:pt>
                <c:pt idx="3219">
                  <c:v>37379</c:v>
                </c:pt>
                <c:pt idx="3220">
                  <c:v>37382</c:v>
                </c:pt>
                <c:pt idx="3221">
                  <c:v>37383</c:v>
                </c:pt>
                <c:pt idx="3222">
                  <c:v>37384</c:v>
                </c:pt>
                <c:pt idx="3223">
                  <c:v>37385</c:v>
                </c:pt>
                <c:pt idx="3224">
                  <c:v>37386</c:v>
                </c:pt>
                <c:pt idx="3225">
                  <c:v>37389</c:v>
                </c:pt>
                <c:pt idx="3226">
                  <c:v>37390</c:v>
                </c:pt>
                <c:pt idx="3227">
                  <c:v>37391</c:v>
                </c:pt>
                <c:pt idx="3228">
                  <c:v>37392</c:v>
                </c:pt>
                <c:pt idx="3229">
                  <c:v>37393</c:v>
                </c:pt>
                <c:pt idx="3230">
                  <c:v>37396</c:v>
                </c:pt>
                <c:pt idx="3231">
                  <c:v>37397</c:v>
                </c:pt>
                <c:pt idx="3232">
                  <c:v>37398</c:v>
                </c:pt>
                <c:pt idx="3233">
                  <c:v>37399</c:v>
                </c:pt>
                <c:pt idx="3234">
                  <c:v>37400</c:v>
                </c:pt>
                <c:pt idx="3235">
                  <c:v>37403</c:v>
                </c:pt>
                <c:pt idx="3236">
                  <c:v>37404</c:v>
                </c:pt>
                <c:pt idx="3237">
                  <c:v>37405</c:v>
                </c:pt>
                <c:pt idx="3238">
                  <c:v>37406</c:v>
                </c:pt>
                <c:pt idx="3239">
                  <c:v>37407</c:v>
                </c:pt>
                <c:pt idx="3240">
                  <c:v>37410</c:v>
                </c:pt>
                <c:pt idx="3241">
                  <c:v>37411</c:v>
                </c:pt>
                <c:pt idx="3242">
                  <c:v>37412</c:v>
                </c:pt>
                <c:pt idx="3243">
                  <c:v>37413</c:v>
                </c:pt>
                <c:pt idx="3244">
                  <c:v>37414</c:v>
                </c:pt>
                <c:pt idx="3245">
                  <c:v>37417</c:v>
                </c:pt>
                <c:pt idx="3246">
                  <c:v>37418</c:v>
                </c:pt>
                <c:pt idx="3247">
                  <c:v>37419</c:v>
                </c:pt>
                <c:pt idx="3248">
                  <c:v>37420</c:v>
                </c:pt>
                <c:pt idx="3249">
                  <c:v>37421</c:v>
                </c:pt>
                <c:pt idx="3250">
                  <c:v>37424</c:v>
                </c:pt>
                <c:pt idx="3251">
                  <c:v>37425</c:v>
                </c:pt>
                <c:pt idx="3252">
                  <c:v>37426</c:v>
                </c:pt>
                <c:pt idx="3253">
                  <c:v>37427</c:v>
                </c:pt>
                <c:pt idx="3254">
                  <c:v>37428</c:v>
                </c:pt>
                <c:pt idx="3255">
                  <c:v>37431</c:v>
                </c:pt>
                <c:pt idx="3256">
                  <c:v>37432</c:v>
                </c:pt>
                <c:pt idx="3257">
                  <c:v>37433</c:v>
                </c:pt>
                <c:pt idx="3258">
                  <c:v>37434</c:v>
                </c:pt>
                <c:pt idx="3259">
                  <c:v>37435</c:v>
                </c:pt>
                <c:pt idx="3260">
                  <c:v>37438</c:v>
                </c:pt>
                <c:pt idx="3261">
                  <c:v>37439</c:v>
                </c:pt>
                <c:pt idx="3262">
                  <c:v>37440</c:v>
                </c:pt>
                <c:pt idx="3263">
                  <c:v>37441</c:v>
                </c:pt>
                <c:pt idx="3264">
                  <c:v>37442</c:v>
                </c:pt>
                <c:pt idx="3265">
                  <c:v>37445</c:v>
                </c:pt>
                <c:pt idx="3266">
                  <c:v>37446</c:v>
                </c:pt>
                <c:pt idx="3267">
                  <c:v>37447</c:v>
                </c:pt>
                <c:pt idx="3268">
                  <c:v>37448</c:v>
                </c:pt>
                <c:pt idx="3269">
                  <c:v>37449</c:v>
                </c:pt>
                <c:pt idx="3270">
                  <c:v>37452</c:v>
                </c:pt>
                <c:pt idx="3271">
                  <c:v>37453</c:v>
                </c:pt>
                <c:pt idx="3272">
                  <c:v>37454</c:v>
                </c:pt>
                <c:pt idx="3273">
                  <c:v>37455</c:v>
                </c:pt>
                <c:pt idx="3274">
                  <c:v>37456</c:v>
                </c:pt>
                <c:pt idx="3275">
                  <c:v>37459</c:v>
                </c:pt>
                <c:pt idx="3276">
                  <c:v>37460</c:v>
                </c:pt>
                <c:pt idx="3277">
                  <c:v>37461</c:v>
                </c:pt>
                <c:pt idx="3278">
                  <c:v>37462</c:v>
                </c:pt>
                <c:pt idx="3279">
                  <c:v>37463</c:v>
                </c:pt>
                <c:pt idx="3280">
                  <c:v>37466</c:v>
                </c:pt>
                <c:pt idx="3281">
                  <c:v>37467</c:v>
                </c:pt>
                <c:pt idx="3282">
                  <c:v>37468</c:v>
                </c:pt>
                <c:pt idx="3283">
                  <c:v>37469</c:v>
                </c:pt>
                <c:pt idx="3284">
                  <c:v>37470</c:v>
                </c:pt>
                <c:pt idx="3285">
                  <c:v>37473</c:v>
                </c:pt>
                <c:pt idx="3286">
                  <c:v>37474</c:v>
                </c:pt>
                <c:pt idx="3287">
                  <c:v>37475</c:v>
                </c:pt>
                <c:pt idx="3288">
                  <c:v>37476</c:v>
                </c:pt>
                <c:pt idx="3289">
                  <c:v>37477</c:v>
                </c:pt>
                <c:pt idx="3290">
                  <c:v>37480</c:v>
                </c:pt>
                <c:pt idx="3291">
                  <c:v>37481</c:v>
                </c:pt>
                <c:pt idx="3292">
                  <c:v>37482</c:v>
                </c:pt>
                <c:pt idx="3293">
                  <c:v>37483</c:v>
                </c:pt>
                <c:pt idx="3294">
                  <c:v>37484</c:v>
                </c:pt>
                <c:pt idx="3295">
                  <c:v>37487</c:v>
                </c:pt>
                <c:pt idx="3296">
                  <c:v>37488</c:v>
                </c:pt>
                <c:pt idx="3297">
                  <c:v>37489</c:v>
                </c:pt>
                <c:pt idx="3298">
                  <c:v>37490</c:v>
                </c:pt>
                <c:pt idx="3299">
                  <c:v>37491</c:v>
                </c:pt>
                <c:pt idx="3300">
                  <c:v>37494</c:v>
                </c:pt>
                <c:pt idx="3301">
                  <c:v>37495</c:v>
                </c:pt>
                <c:pt idx="3302">
                  <c:v>37496</c:v>
                </c:pt>
                <c:pt idx="3303">
                  <c:v>37497</c:v>
                </c:pt>
                <c:pt idx="3304">
                  <c:v>37498</c:v>
                </c:pt>
                <c:pt idx="3305">
                  <c:v>37501</c:v>
                </c:pt>
                <c:pt idx="3306">
                  <c:v>37502</c:v>
                </c:pt>
                <c:pt idx="3307">
                  <c:v>37503</c:v>
                </c:pt>
                <c:pt idx="3308">
                  <c:v>37504</c:v>
                </c:pt>
                <c:pt idx="3309">
                  <c:v>37505</c:v>
                </c:pt>
                <c:pt idx="3310">
                  <c:v>37508</c:v>
                </c:pt>
                <c:pt idx="3311">
                  <c:v>37509</c:v>
                </c:pt>
                <c:pt idx="3312">
                  <c:v>37510</c:v>
                </c:pt>
                <c:pt idx="3313">
                  <c:v>37511</c:v>
                </c:pt>
                <c:pt idx="3314">
                  <c:v>37512</c:v>
                </c:pt>
                <c:pt idx="3315">
                  <c:v>37515</c:v>
                </c:pt>
                <c:pt idx="3316">
                  <c:v>37516</c:v>
                </c:pt>
                <c:pt idx="3317">
                  <c:v>37517</c:v>
                </c:pt>
                <c:pt idx="3318">
                  <c:v>37518</c:v>
                </c:pt>
                <c:pt idx="3319">
                  <c:v>37519</c:v>
                </c:pt>
                <c:pt idx="3320">
                  <c:v>37522</c:v>
                </c:pt>
                <c:pt idx="3321">
                  <c:v>37523</c:v>
                </c:pt>
                <c:pt idx="3322">
                  <c:v>37524</c:v>
                </c:pt>
                <c:pt idx="3323">
                  <c:v>37525</c:v>
                </c:pt>
                <c:pt idx="3324">
                  <c:v>37526</c:v>
                </c:pt>
                <c:pt idx="3325">
                  <c:v>37529</c:v>
                </c:pt>
                <c:pt idx="3326">
                  <c:v>37530</c:v>
                </c:pt>
                <c:pt idx="3327">
                  <c:v>37531</c:v>
                </c:pt>
                <c:pt idx="3328">
                  <c:v>37532</c:v>
                </c:pt>
                <c:pt idx="3329">
                  <c:v>37533</c:v>
                </c:pt>
                <c:pt idx="3330">
                  <c:v>37536</c:v>
                </c:pt>
                <c:pt idx="3331">
                  <c:v>37537</c:v>
                </c:pt>
                <c:pt idx="3332">
                  <c:v>37538</c:v>
                </c:pt>
                <c:pt idx="3333">
                  <c:v>37539</c:v>
                </c:pt>
                <c:pt idx="3334">
                  <c:v>37540</c:v>
                </c:pt>
                <c:pt idx="3335">
                  <c:v>37543</c:v>
                </c:pt>
                <c:pt idx="3336">
                  <c:v>37544</c:v>
                </c:pt>
                <c:pt idx="3337">
                  <c:v>37545</c:v>
                </c:pt>
                <c:pt idx="3338">
                  <c:v>37546</c:v>
                </c:pt>
                <c:pt idx="3339">
                  <c:v>37547</c:v>
                </c:pt>
                <c:pt idx="3340">
                  <c:v>37550</c:v>
                </c:pt>
                <c:pt idx="3341">
                  <c:v>37551</c:v>
                </c:pt>
                <c:pt idx="3342">
                  <c:v>37552</c:v>
                </c:pt>
                <c:pt idx="3343">
                  <c:v>37553</c:v>
                </c:pt>
                <c:pt idx="3344">
                  <c:v>37554</c:v>
                </c:pt>
                <c:pt idx="3345">
                  <c:v>37557</c:v>
                </c:pt>
                <c:pt idx="3346">
                  <c:v>37558</c:v>
                </c:pt>
                <c:pt idx="3347">
                  <c:v>37559</c:v>
                </c:pt>
                <c:pt idx="3348">
                  <c:v>37560</c:v>
                </c:pt>
                <c:pt idx="3349">
                  <c:v>37561</c:v>
                </c:pt>
                <c:pt idx="3350">
                  <c:v>37564</c:v>
                </c:pt>
                <c:pt idx="3351">
                  <c:v>37565</c:v>
                </c:pt>
                <c:pt idx="3352">
                  <c:v>37566</c:v>
                </c:pt>
                <c:pt idx="3353">
                  <c:v>37567</c:v>
                </c:pt>
                <c:pt idx="3354">
                  <c:v>37568</c:v>
                </c:pt>
                <c:pt idx="3355">
                  <c:v>37571</c:v>
                </c:pt>
                <c:pt idx="3356">
                  <c:v>37572</c:v>
                </c:pt>
                <c:pt idx="3357">
                  <c:v>37573</c:v>
                </c:pt>
                <c:pt idx="3358">
                  <c:v>37574</c:v>
                </c:pt>
                <c:pt idx="3359">
                  <c:v>37575</c:v>
                </c:pt>
                <c:pt idx="3360">
                  <c:v>37578</c:v>
                </c:pt>
                <c:pt idx="3361">
                  <c:v>37579</c:v>
                </c:pt>
                <c:pt idx="3362">
                  <c:v>37580</c:v>
                </c:pt>
                <c:pt idx="3363">
                  <c:v>37581</c:v>
                </c:pt>
                <c:pt idx="3364">
                  <c:v>37582</c:v>
                </c:pt>
                <c:pt idx="3365">
                  <c:v>37585</c:v>
                </c:pt>
                <c:pt idx="3366">
                  <c:v>37586</c:v>
                </c:pt>
                <c:pt idx="3367">
                  <c:v>37587</c:v>
                </c:pt>
                <c:pt idx="3368">
                  <c:v>37588</c:v>
                </c:pt>
                <c:pt idx="3369">
                  <c:v>37589</c:v>
                </c:pt>
                <c:pt idx="3370">
                  <c:v>37592</c:v>
                </c:pt>
                <c:pt idx="3371">
                  <c:v>37593</c:v>
                </c:pt>
                <c:pt idx="3372">
                  <c:v>37594</c:v>
                </c:pt>
                <c:pt idx="3373">
                  <c:v>37595</c:v>
                </c:pt>
                <c:pt idx="3374">
                  <c:v>37596</c:v>
                </c:pt>
                <c:pt idx="3375">
                  <c:v>37599</c:v>
                </c:pt>
                <c:pt idx="3376">
                  <c:v>37600</c:v>
                </c:pt>
                <c:pt idx="3377">
                  <c:v>37601</c:v>
                </c:pt>
                <c:pt idx="3378">
                  <c:v>37602</c:v>
                </c:pt>
                <c:pt idx="3379">
                  <c:v>37603</c:v>
                </c:pt>
                <c:pt idx="3380">
                  <c:v>37606</c:v>
                </c:pt>
                <c:pt idx="3381">
                  <c:v>37607</c:v>
                </c:pt>
                <c:pt idx="3382">
                  <c:v>37608</c:v>
                </c:pt>
                <c:pt idx="3383">
                  <c:v>37609</c:v>
                </c:pt>
                <c:pt idx="3384">
                  <c:v>37610</c:v>
                </c:pt>
                <c:pt idx="3385">
                  <c:v>37613</c:v>
                </c:pt>
                <c:pt idx="3386">
                  <c:v>37614</c:v>
                </c:pt>
                <c:pt idx="3387">
                  <c:v>37615</c:v>
                </c:pt>
                <c:pt idx="3388">
                  <c:v>37616</c:v>
                </c:pt>
                <c:pt idx="3389">
                  <c:v>37617</c:v>
                </c:pt>
                <c:pt idx="3390">
                  <c:v>37620</c:v>
                </c:pt>
                <c:pt idx="3391">
                  <c:v>37621</c:v>
                </c:pt>
                <c:pt idx="3392">
                  <c:v>37622</c:v>
                </c:pt>
                <c:pt idx="3393">
                  <c:v>37623</c:v>
                </c:pt>
                <c:pt idx="3394">
                  <c:v>37624</c:v>
                </c:pt>
                <c:pt idx="3395">
                  <c:v>37627</c:v>
                </c:pt>
                <c:pt idx="3396">
                  <c:v>37628</c:v>
                </c:pt>
                <c:pt idx="3397">
                  <c:v>37629</c:v>
                </c:pt>
                <c:pt idx="3398">
                  <c:v>37630</c:v>
                </c:pt>
                <c:pt idx="3399">
                  <c:v>37631</c:v>
                </c:pt>
                <c:pt idx="3400">
                  <c:v>37634</c:v>
                </c:pt>
                <c:pt idx="3401">
                  <c:v>37635</c:v>
                </c:pt>
                <c:pt idx="3402">
                  <c:v>37636</c:v>
                </c:pt>
                <c:pt idx="3403">
                  <c:v>37637</c:v>
                </c:pt>
                <c:pt idx="3404">
                  <c:v>37638</c:v>
                </c:pt>
                <c:pt idx="3405">
                  <c:v>37641</c:v>
                </c:pt>
                <c:pt idx="3406">
                  <c:v>37642</c:v>
                </c:pt>
                <c:pt idx="3407">
                  <c:v>37643</c:v>
                </c:pt>
                <c:pt idx="3408">
                  <c:v>37644</c:v>
                </c:pt>
                <c:pt idx="3409">
                  <c:v>37645</c:v>
                </c:pt>
                <c:pt idx="3410">
                  <c:v>37648</c:v>
                </c:pt>
                <c:pt idx="3411">
                  <c:v>37649</c:v>
                </c:pt>
                <c:pt idx="3412">
                  <c:v>37650</c:v>
                </c:pt>
                <c:pt idx="3413">
                  <c:v>37651</c:v>
                </c:pt>
                <c:pt idx="3414">
                  <c:v>37652</c:v>
                </c:pt>
                <c:pt idx="3415">
                  <c:v>37655</c:v>
                </c:pt>
                <c:pt idx="3416">
                  <c:v>37656</c:v>
                </c:pt>
                <c:pt idx="3417">
                  <c:v>37657</c:v>
                </c:pt>
                <c:pt idx="3418">
                  <c:v>37658</c:v>
                </c:pt>
                <c:pt idx="3419">
                  <c:v>37659</c:v>
                </c:pt>
                <c:pt idx="3420">
                  <c:v>37662</c:v>
                </c:pt>
                <c:pt idx="3421">
                  <c:v>37663</c:v>
                </c:pt>
                <c:pt idx="3422">
                  <c:v>37664</c:v>
                </c:pt>
                <c:pt idx="3423">
                  <c:v>37665</c:v>
                </c:pt>
                <c:pt idx="3424">
                  <c:v>37666</c:v>
                </c:pt>
                <c:pt idx="3425">
                  <c:v>37669</c:v>
                </c:pt>
                <c:pt idx="3426">
                  <c:v>37670</c:v>
                </c:pt>
                <c:pt idx="3427">
                  <c:v>37671</c:v>
                </c:pt>
                <c:pt idx="3428">
                  <c:v>37672</c:v>
                </c:pt>
                <c:pt idx="3429">
                  <c:v>37673</c:v>
                </c:pt>
                <c:pt idx="3430">
                  <c:v>37676</c:v>
                </c:pt>
                <c:pt idx="3431">
                  <c:v>37677</c:v>
                </c:pt>
                <c:pt idx="3432">
                  <c:v>37678</c:v>
                </c:pt>
                <c:pt idx="3433">
                  <c:v>37679</c:v>
                </c:pt>
                <c:pt idx="3434">
                  <c:v>37680</c:v>
                </c:pt>
                <c:pt idx="3435">
                  <c:v>37683</c:v>
                </c:pt>
                <c:pt idx="3436">
                  <c:v>37684</c:v>
                </c:pt>
                <c:pt idx="3437">
                  <c:v>37685</c:v>
                </c:pt>
                <c:pt idx="3438">
                  <c:v>37686</c:v>
                </c:pt>
                <c:pt idx="3439">
                  <c:v>37687</c:v>
                </c:pt>
                <c:pt idx="3440">
                  <c:v>37690</c:v>
                </c:pt>
                <c:pt idx="3441">
                  <c:v>37691</c:v>
                </c:pt>
                <c:pt idx="3442">
                  <c:v>37692</c:v>
                </c:pt>
                <c:pt idx="3443">
                  <c:v>37693</c:v>
                </c:pt>
                <c:pt idx="3444">
                  <c:v>37694</c:v>
                </c:pt>
                <c:pt idx="3445">
                  <c:v>37697</c:v>
                </c:pt>
                <c:pt idx="3446">
                  <c:v>37698</c:v>
                </c:pt>
                <c:pt idx="3447">
                  <c:v>37699</c:v>
                </c:pt>
                <c:pt idx="3448">
                  <c:v>37700</c:v>
                </c:pt>
                <c:pt idx="3449">
                  <c:v>37701</c:v>
                </c:pt>
                <c:pt idx="3450">
                  <c:v>37704</c:v>
                </c:pt>
                <c:pt idx="3451">
                  <c:v>37705</c:v>
                </c:pt>
                <c:pt idx="3452">
                  <c:v>37706</c:v>
                </c:pt>
                <c:pt idx="3453">
                  <c:v>37707</c:v>
                </c:pt>
                <c:pt idx="3454">
                  <c:v>37708</c:v>
                </c:pt>
                <c:pt idx="3455">
                  <c:v>37711</c:v>
                </c:pt>
                <c:pt idx="3456">
                  <c:v>37712</c:v>
                </c:pt>
                <c:pt idx="3457">
                  <c:v>37713</c:v>
                </c:pt>
                <c:pt idx="3458">
                  <c:v>37714</c:v>
                </c:pt>
                <c:pt idx="3459">
                  <c:v>37715</c:v>
                </c:pt>
                <c:pt idx="3460">
                  <c:v>37718</c:v>
                </c:pt>
                <c:pt idx="3461">
                  <c:v>37719</c:v>
                </c:pt>
                <c:pt idx="3462">
                  <c:v>37720</c:v>
                </c:pt>
                <c:pt idx="3463">
                  <c:v>37721</c:v>
                </c:pt>
                <c:pt idx="3464">
                  <c:v>37722</c:v>
                </c:pt>
                <c:pt idx="3465">
                  <c:v>37725</c:v>
                </c:pt>
                <c:pt idx="3466">
                  <c:v>37726</c:v>
                </c:pt>
                <c:pt idx="3467">
                  <c:v>37727</c:v>
                </c:pt>
                <c:pt idx="3468">
                  <c:v>37728</c:v>
                </c:pt>
                <c:pt idx="3469">
                  <c:v>37729</c:v>
                </c:pt>
                <c:pt idx="3470">
                  <c:v>37732</c:v>
                </c:pt>
                <c:pt idx="3471">
                  <c:v>37733</c:v>
                </c:pt>
                <c:pt idx="3472">
                  <c:v>37734</c:v>
                </c:pt>
                <c:pt idx="3473">
                  <c:v>37735</c:v>
                </c:pt>
                <c:pt idx="3474">
                  <c:v>37736</c:v>
                </c:pt>
                <c:pt idx="3475">
                  <c:v>37739</c:v>
                </c:pt>
                <c:pt idx="3476">
                  <c:v>37740</c:v>
                </c:pt>
                <c:pt idx="3477">
                  <c:v>37741</c:v>
                </c:pt>
                <c:pt idx="3478">
                  <c:v>37742</c:v>
                </c:pt>
                <c:pt idx="3479">
                  <c:v>37743</c:v>
                </c:pt>
                <c:pt idx="3480">
                  <c:v>37746</c:v>
                </c:pt>
                <c:pt idx="3481">
                  <c:v>37747</c:v>
                </c:pt>
                <c:pt idx="3482">
                  <c:v>37748</c:v>
                </c:pt>
                <c:pt idx="3483">
                  <c:v>37749</c:v>
                </c:pt>
                <c:pt idx="3484">
                  <c:v>37750</c:v>
                </c:pt>
                <c:pt idx="3485">
                  <c:v>37753</c:v>
                </c:pt>
                <c:pt idx="3486">
                  <c:v>37754</c:v>
                </c:pt>
                <c:pt idx="3487">
                  <c:v>37755</c:v>
                </c:pt>
                <c:pt idx="3488">
                  <c:v>37756</c:v>
                </c:pt>
                <c:pt idx="3489">
                  <c:v>37757</c:v>
                </c:pt>
                <c:pt idx="3490">
                  <c:v>37760</c:v>
                </c:pt>
                <c:pt idx="3491">
                  <c:v>37761</c:v>
                </c:pt>
                <c:pt idx="3492">
                  <c:v>37762</c:v>
                </c:pt>
                <c:pt idx="3493">
                  <c:v>37763</c:v>
                </c:pt>
                <c:pt idx="3494">
                  <c:v>37764</c:v>
                </c:pt>
                <c:pt idx="3495">
                  <c:v>37767</c:v>
                </c:pt>
                <c:pt idx="3496">
                  <c:v>37768</c:v>
                </c:pt>
                <c:pt idx="3497">
                  <c:v>37769</c:v>
                </c:pt>
                <c:pt idx="3498">
                  <c:v>37770</c:v>
                </c:pt>
                <c:pt idx="3499">
                  <c:v>37771</c:v>
                </c:pt>
                <c:pt idx="3500">
                  <c:v>37774</c:v>
                </c:pt>
                <c:pt idx="3501">
                  <c:v>37775</c:v>
                </c:pt>
                <c:pt idx="3502">
                  <c:v>37776</c:v>
                </c:pt>
                <c:pt idx="3503">
                  <c:v>37777</c:v>
                </c:pt>
                <c:pt idx="3504">
                  <c:v>37778</c:v>
                </c:pt>
                <c:pt idx="3505">
                  <c:v>37781</c:v>
                </c:pt>
                <c:pt idx="3506">
                  <c:v>37782</c:v>
                </c:pt>
                <c:pt idx="3507">
                  <c:v>37783</c:v>
                </c:pt>
                <c:pt idx="3508">
                  <c:v>37784</c:v>
                </c:pt>
                <c:pt idx="3509">
                  <c:v>37785</c:v>
                </c:pt>
                <c:pt idx="3510">
                  <c:v>37788</c:v>
                </c:pt>
                <c:pt idx="3511">
                  <c:v>37789</c:v>
                </c:pt>
                <c:pt idx="3512">
                  <c:v>37790</c:v>
                </c:pt>
                <c:pt idx="3513">
                  <c:v>37791</c:v>
                </c:pt>
                <c:pt idx="3514">
                  <c:v>37792</c:v>
                </c:pt>
                <c:pt idx="3515">
                  <c:v>37795</c:v>
                </c:pt>
                <c:pt idx="3516">
                  <c:v>37796</c:v>
                </c:pt>
                <c:pt idx="3517">
                  <c:v>37797</c:v>
                </c:pt>
                <c:pt idx="3518">
                  <c:v>37798</c:v>
                </c:pt>
                <c:pt idx="3519">
                  <c:v>37799</c:v>
                </c:pt>
                <c:pt idx="3520">
                  <c:v>37802</c:v>
                </c:pt>
                <c:pt idx="3521">
                  <c:v>37803</c:v>
                </c:pt>
                <c:pt idx="3522">
                  <c:v>37804</c:v>
                </c:pt>
                <c:pt idx="3523">
                  <c:v>37805</c:v>
                </c:pt>
                <c:pt idx="3524">
                  <c:v>37806</c:v>
                </c:pt>
                <c:pt idx="3525">
                  <c:v>37809</c:v>
                </c:pt>
                <c:pt idx="3526">
                  <c:v>37810</c:v>
                </c:pt>
                <c:pt idx="3527">
                  <c:v>37811</c:v>
                </c:pt>
                <c:pt idx="3528">
                  <c:v>37812</c:v>
                </c:pt>
                <c:pt idx="3529">
                  <c:v>37813</c:v>
                </c:pt>
                <c:pt idx="3530">
                  <c:v>37816</c:v>
                </c:pt>
                <c:pt idx="3531">
                  <c:v>37817</c:v>
                </c:pt>
                <c:pt idx="3532">
                  <c:v>37818</c:v>
                </c:pt>
                <c:pt idx="3533">
                  <c:v>37819</c:v>
                </c:pt>
                <c:pt idx="3534">
                  <c:v>37820</c:v>
                </c:pt>
                <c:pt idx="3535">
                  <c:v>37823</c:v>
                </c:pt>
                <c:pt idx="3536">
                  <c:v>37824</c:v>
                </c:pt>
                <c:pt idx="3537">
                  <c:v>37825</c:v>
                </c:pt>
                <c:pt idx="3538">
                  <c:v>37826</c:v>
                </c:pt>
                <c:pt idx="3539">
                  <c:v>37827</c:v>
                </c:pt>
                <c:pt idx="3540">
                  <c:v>37830</c:v>
                </c:pt>
                <c:pt idx="3541">
                  <c:v>37831</c:v>
                </c:pt>
                <c:pt idx="3542">
                  <c:v>37832</c:v>
                </c:pt>
                <c:pt idx="3543">
                  <c:v>37833</c:v>
                </c:pt>
                <c:pt idx="3544">
                  <c:v>37834</c:v>
                </c:pt>
                <c:pt idx="3545">
                  <c:v>37837</c:v>
                </c:pt>
                <c:pt idx="3546">
                  <c:v>37838</c:v>
                </c:pt>
                <c:pt idx="3547">
                  <c:v>37839</c:v>
                </c:pt>
                <c:pt idx="3548">
                  <c:v>37840</c:v>
                </c:pt>
                <c:pt idx="3549">
                  <c:v>37841</c:v>
                </c:pt>
                <c:pt idx="3550">
                  <c:v>37844</c:v>
                </c:pt>
                <c:pt idx="3551">
                  <c:v>37845</c:v>
                </c:pt>
                <c:pt idx="3552">
                  <c:v>37846</c:v>
                </c:pt>
                <c:pt idx="3553">
                  <c:v>37847</c:v>
                </c:pt>
                <c:pt idx="3554">
                  <c:v>37848</c:v>
                </c:pt>
                <c:pt idx="3555">
                  <c:v>37851</c:v>
                </c:pt>
                <c:pt idx="3556">
                  <c:v>37852</c:v>
                </c:pt>
                <c:pt idx="3557">
                  <c:v>37853</c:v>
                </c:pt>
                <c:pt idx="3558">
                  <c:v>37854</c:v>
                </c:pt>
                <c:pt idx="3559">
                  <c:v>37855</c:v>
                </c:pt>
                <c:pt idx="3560">
                  <c:v>37858</c:v>
                </c:pt>
                <c:pt idx="3561">
                  <c:v>37859</c:v>
                </c:pt>
                <c:pt idx="3562">
                  <c:v>37860</c:v>
                </c:pt>
                <c:pt idx="3563">
                  <c:v>37861</c:v>
                </c:pt>
                <c:pt idx="3564">
                  <c:v>37862</c:v>
                </c:pt>
                <c:pt idx="3565">
                  <c:v>37865</c:v>
                </c:pt>
                <c:pt idx="3566">
                  <c:v>37866</c:v>
                </c:pt>
                <c:pt idx="3567">
                  <c:v>37867</c:v>
                </c:pt>
                <c:pt idx="3568">
                  <c:v>37868</c:v>
                </c:pt>
                <c:pt idx="3569">
                  <c:v>37869</c:v>
                </c:pt>
                <c:pt idx="3570">
                  <c:v>37872</c:v>
                </c:pt>
                <c:pt idx="3571">
                  <c:v>37873</c:v>
                </c:pt>
                <c:pt idx="3572">
                  <c:v>37874</c:v>
                </c:pt>
                <c:pt idx="3573">
                  <c:v>37875</c:v>
                </c:pt>
                <c:pt idx="3574">
                  <c:v>37876</c:v>
                </c:pt>
                <c:pt idx="3575">
                  <c:v>37879</c:v>
                </c:pt>
                <c:pt idx="3576">
                  <c:v>37880</c:v>
                </c:pt>
                <c:pt idx="3577">
                  <c:v>37881</c:v>
                </c:pt>
                <c:pt idx="3578">
                  <c:v>37882</c:v>
                </c:pt>
                <c:pt idx="3579">
                  <c:v>37883</c:v>
                </c:pt>
                <c:pt idx="3580">
                  <c:v>37886</c:v>
                </c:pt>
                <c:pt idx="3581">
                  <c:v>37887</c:v>
                </c:pt>
                <c:pt idx="3582">
                  <c:v>37888</c:v>
                </c:pt>
                <c:pt idx="3583">
                  <c:v>37889</c:v>
                </c:pt>
                <c:pt idx="3584">
                  <c:v>37890</c:v>
                </c:pt>
                <c:pt idx="3585">
                  <c:v>37893</c:v>
                </c:pt>
                <c:pt idx="3586">
                  <c:v>37894</c:v>
                </c:pt>
                <c:pt idx="3587">
                  <c:v>37895</c:v>
                </c:pt>
                <c:pt idx="3588">
                  <c:v>37896</c:v>
                </c:pt>
                <c:pt idx="3589">
                  <c:v>37897</c:v>
                </c:pt>
                <c:pt idx="3590">
                  <c:v>37900</c:v>
                </c:pt>
                <c:pt idx="3591">
                  <c:v>37901</c:v>
                </c:pt>
                <c:pt idx="3592">
                  <c:v>37902</c:v>
                </c:pt>
                <c:pt idx="3593">
                  <c:v>37903</c:v>
                </c:pt>
                <c:pt idx="3594">
                  <c:v>37904</c:v>
                </c:pt>
                <c:pt idx="3595">
                  <c:v>37907</c:v>
                </c:pt>
                <c:pt idx="3596">
                  <c:v>37908</c:v>
                </c:pt>
                <c:pt idx="3597">
                  <c:v>37909</c:v>
                </c:pt>
                <c:pt idx="3598">
                  <c:v>37910</c:v>
                </c:pt>
                <c:pt idx="3599">
                  <c:v>37911</c:v>
                </c:pt>
                <c:pt idx="3600">
                  <c:v>37914</c:v>
                </c:pt>
                <c:pt idx="3601">
                  <c:v>37915</c:v>
                </c:pt>
                <c:pt idx="3602">
                  <c:v>37916</c:v>
                </c:pt>
                <c:pt idx="3603">
                  <c:v>37917</c:v>
                </c:pt>
                <c:pt idx="3604">
                  <c:v>37918</c:v>
                </c:pt>
                <c:pt idx="3605">
                  <c:v>37921</c:v>
                </c:pt>
                <c:pt idx="3606">
                  <c:v>37922</c:v>
                </c:pt>
                <c:pt idx="3607">
                  <c:v>37923</c:v>
                </c:pt>
                <c:pt idx="3608">
                  <c:v>37924</c:v>
                </c:pt>
                <c:pt idx="3609">
                  <c:v>37925</c:v>
                </c:pt>
                <c:pt idx="3610">
                  <c:v>37928</c:v>
                </c:pt>
                <c:pt idx="3611">
                  <c:v>37929</c:v>
                </c:pt>
                <c:pt idx="3612">
                  <c:v>37930</c:v>
                </c:pt>
                <c:pt idx="3613">
                  <c:v>37931</c:v>
                </c:pt>
                <c:pt idx="3614">
                  <c:v>37932</c:v>
                </c:pt>
                <c:pt idx="3615">
                  <c:v>37935</c:v>
                </c:pt>
                <c:pt idx="3616">
                  <c:v>37936</c:v>
                </c:pt>
                <c:pt idx="3617">
                  <c:v>37937</c:v>
                </c:pt>
                <c:pt idx="3618">
                  <c:v>37938</c:v>
                </c:pt>
                <c:pt idx="3619">
                  <c:v>37939</c:v>
                </c:pt>
                <c:pt idx="3620">
                  <c:v>37942</c:v>
                </c:pt>
                <c:pt idx="3621">
                  <c:v>37943</c:v>
                </c:pt>
                <c:pt idx="3622">
                  <c:v>37944</c:v>
                </c:pt>
                <c:pt idx="3623">
                  <c:v>37945</c:v>
                </c:pt>
                <c:pt idx="3624">
                  <c:v>37946</c:v>
                </c:pt>
                <c:pt idx="3625">
                  <c:v>37949</c:v>
                </c:pt>
                <c:pt idx="3626">
                  <c:v>37950</c:v>
                </c:pt>
                <c:pt idx="3627">
                  <c:v>37951</c:v>
                </c:pt>
                <c:pt idx="3628">
                  <c:v>37952</c:v>
                </c:pt>
                <c:pt idx="3629">
                  <c:v>37953</c:v>
                </c:pt>
                <c:pt idx="3630">
                  <c:v>37956</c:v>
                </c:pt>
                <c:pt idx="3631">
                  <c:v>37957</c:v>
                </c:pt>
                <c:pt idx="3632">
                  <c:v>37958</c:v>
                </c:pt>
                <c:pt idx="3633">
                  <c:v>37959</c:v>
                </c:pt>
                <c:pt idx="3634">
                  <c:v>37960</c:v>
                </c:pt>
                <c:pt idx="3635">
                  <c:v>37963</c:v>
                </c:pt>
                <c:pt idx="3636">
                  <c:v>37964</c:v>
                </c:pt>
                <c:pt idx="3637">
                  <c:v>37965</c:v>
                </c:pt>
                <c:pt idx="3638">
                  <c:v>37966</c:v>
                </c:pt>
                <c:pt idx="3639">
                  <c:v>37967</c:v>
                </c:pt>
                <c:pt idx="3640">
                  <c:v>37970</c:v>
                </c:pt>
                <c:pt idx="3641">
                  <c:v>37971</c:v>
                </c:pt>
                <c:pt idx="3642">
                  <c:v>37972</c:v>
                </c:pt>
                <c:pt idx="3643">
                  <c:v>37973</c:v>
                </c:pt>
                <c:pt idx="3644">
                  <c:v>37974</c:v>
                </c:pt>
                <c:pt idx="3645">
                  <c:v>37977</c:v>
                </c:pt>
                <c:pt idx="3646">
                  <c:v>37978</c:v>
                </c:pt>
                <c:pt idx="3647">
                  <c:v>37979</c:v>
                </c:pt>
                <c:pt idx="3648">
                  <c:v>37980</c:v>
                </c:pt>
                <c:pt idx="3649">
                  <c:v>37981</c:v>
                </c:pt>
                <c:pt idx="3650">
                  <c:v>37984</c:v>
                </c:pt>
                <c:pt idx="3651">
                  <c:v>37985</c:v>
                </c:pt>
                <c:pt idx="3652">
                  <c:v>37986</c:v>
                </c:pt>
                <c:pt idx="3653">
                  <c:v>37987</c:v>
                </c:pt>
                <c:pt idx="3654">
                  <c:v>37988</c:v>
                </c:pt>
                <c:pt idx="3655">
                  <c:v>37991</c:v>
                </c:pt>
                <c:pt idx="3656">
                  <c:v>37992</c:v>
                </c:pt>
                <c:pt idx="3657">
                  <c:v>37993</c:v>
                </c:pt>
                <c:pt idx="3658">
                  <c:v>37994</c:v>
                </c:pt>
                <c:pt idx="3659">
                  <c:v>37995</c:v>
                </c:pt>
                <c:pt idx="3660">
                  <c:v>37998</c:v>
                </c:pt>
                <c:pt idx="3661">
                  <c:v>37999</c:v>
                </c:pt>
                <c:pt idx="3662">
                  <c:v>38000</c:v>
                </c:pt>
                <c:pt idx="3663">
                  <c:v>38001</c:v>
                </c:pt>
                <c:pt idx="3664">
                  <c:v>38002</c:v>
                </c:pt>
                <c:pt idx="3665">
                  <c:v>38005</c:v>
                </c:pt>
                <c:pt idx="3666">
                  <c:v>38006</c:v>
                </c:pt>
                <c:pt idx="3667">
                  <c:v>38007</c:v>
                </c:pt>
                <c:pt idx="3668">
                  <c:v>38008</c:v>
                </c:pt>
                <c:pt idx="3669">
                  <c:v>38009</c:v>
                </c:pt>
                <c:pt idx="3670">
                  <c:v>38012</c:v>
                </c:pt>
                <c:pt idx="3671">
                  <c:v>38013</c:v>
                </c:pt>
                <c:pt idx="3672">
                  <c:v>38014</c:v>
                </c:pt>
                <c:pt idx="3673">
                  <c:v>38015</c:v>
                </c:pt>
                <c:pt idx="3674">
                  <c:v>38016</c:v>
                </c:pt>
                <c:pt idx="3675">
                  <c:v>38019</c:v>
                </c:pt>
                <c:pt idx="3676">
                  <c:v>38020</c:v>
                </c:pt>
                <c:pt idx="3677">
                  <c:v>38021</c:v>
                </c:pt>
                <c:pt idx="3678">
                  <c:v>38022</c:v>
                </c:pt>
                <c:pt idx="3679">
                  <c:v>38023</c:v>
                </c:pt>
                <c:pt idx="3680">
                  <c:v>38026</c:v>
                </c:pt>
                <c:pt idx="3681">
                  <c:v>38027</c:v>
                </c:pt>
                <c:pt idx="3682">
                  <c:v>38028</c:v>
                </c:pt>
                <c:pt idx="3683">
                  <c:v>38029</c:v>
                </c:pt>
                <c:pt idx="3684">
                  <c:v>38030</c:v>
                </c:pt>
                <c:pt idx="3685">
                  <c:v>38033</c:v>
                </c:pt>
                <c:pt idx="3686">
                  <c:v>38034</c:v>
                </c:pt>
                <c:pt idx="3687">
                  <c:v>38035</c:v>
                </c:pt>
                <c:pt idx="3688">
                  <c:v>38036</c:v>
                </c:pt>
                <c:pt idx="3689">
                  <c:v>38037</c:v>
                </c:pt>
                <c:pt idx="3690">
                  <c:v>38040</c:v>
                </c:pt>
                <c:pt idx="3691">
                  <c:v>38041</c:v>
                </c:pt>
                <c:pt idx="3692">
                  <c:v>38042</c:v>
                </c:pt>
                <c:pt idx="3693">
                  <c:v>38043</c:v>
                </c:pt>
                <c:pt idx="3694">
                  <c:v>38044</c:v>
                </c:pt>
                <c:pt idx="3695">
                  <c:v>38047</c:v>
                </c:pt>
                <c:pt idx="3696">
                  <c:v>38048</c:v>
                </c:pt>
                <c:pt idx="3697">
                  <c:v>38049</c:v>
                </c:pt>
                <c:pt idx="3698">
                  <c:v>38050</c:v>
                </c:pt>
                <c:pt idx="3699">
                  <c:v>38051</c:v>
                </c:pt>
                <c:pt idx="3700">
                  <c:v>38054</c:v>
                </c:pt>
                <c:pt idx="3701">
                  <c:v>38055</c:v>
                </c:pt>
                <c:pt idx="3702">
                  <c:v>38056</c:v>
                </c:pt>
                <c:pt idx="3703">
                  <c:v>38057</c:v>
                </c:pt>
                <c:pt idx="3704">
                  <c:v>38058</c:v>
                </c:pt>
                <c:pt idx="3705">
                  <c:v>38061</c:v>
                </c:pt>
                <c:pt idx="3706">
                  <c:v>38062</c:v>
                </c:pt>
                <c:pt idx="3707">
                  <c:v>38063</c:v>
                </c:pt>
                <c:pt idx="3708">
                  <c:v>38064</c:v>
                </c:pt>
                <c:pt idx="3709">
                  <c:v>38065</c:v>
                </c:pt>
                <c:pt idx="3710">
                  <c:v>38068</c:v>
                </c:pt>
                <c:pt idx="3711">
                  <c:v>38069</c:v>
                </c:pt>
                <c:pt idx="3712">
                  <c:v>38070</c:v>
                </c:pt>
                <c:pt idx="3713">
                  <c:v>38071</c:v>
                </c:pt>
                <c:pt idx="3714">
                  <c:v>38072</c:v>
                </c:pt>
                <c:pt idx="3715">
                  <c:v>38075</c:v>
                </c:pt>
                <c:pt idx="3716">
                  <c:v>38076</c:v>
                </c:pt>
                <c:pt idx="3717">
                  <c:v>38077</c:v>
                </c:pt>
                <c:pt idx="3718">
                  <c:v>38078</c:v>
                </c:pt>
                <c:pt idx="3719">
                  <c:v>38079</c:v>
                </c:pt>
                <c:pt idx="3720">
                  <c:v>38082</c:v>
                </c:pt>
                <c:pt idx="3721">
                  <c:v>38083</c:v>
                </c:pt>
                <c:pt idx="3722">
                  <c:v>38084</c:v>
                </c:pt>
                <c:pt idx="3723">
                  <c:v>38085</c:v>
                </c:pt>
                <c:pt idx="3724">
                  <c:v>38086</c:v>
                </c:pt>
                <c:pt idx="3725">
                  <c:v>38089</c:v>
                </c:pt>
                <c:pt idx="3726">
                  <c:v>38090</c:v>
                </c:pt>
                <c:pt idx="3727">
                  <c:v>38091</c:v>
                </c:pt>
                <c:pt idx="3728">
                  <c:v>38092</c:v>
                </c:pt>
                <c:pt idx="3729">
                  <c:v>38093</c:v>
                </c:pt>
                <c:pt idx="3730">
                  <c:v>38096</c:v>
                </c:pt>
                <c:pt idx="3731">
                  <c:v>38097</c:v>
                </c:pt>
                <c:pt idx="3732">
                  <c:v>38098</c:v>
                </c:pt>
                <c:pt idx="3733">
                  <c:v>38099</c:v>
                </c:pt>
                <c:pt idx="3734">
                  <c:v>38100</c:v>
                </c:pt>
                <c:pt idx="3735">
                  <c:v>38103</c:v>
                </c:pt>
                <c:pt idx="3736">
                  <c:v>38104</c:v>
                </c:pt>
                <c:pt idx="3737">
                  <c:v>38105</c:v>
                </c:pt>
                <c:pt idx="3738">
                  <c:v>38106</c:v>
                </c:pt>
                <c:pt idx="3739">
                  <c:v>38107</c:v>
                </c:pt>
                <c:pt idx="3740">
                  <c:v>38110</c:v>
                </c:pt>
                <c:pt idx="3741">
                  <c:v>38111</c:v>
                </c:pt>
                <c:pt idx="3742">
                  <c:v>38112</c:v>
                </c:pt>
                <c:pt idx="3743">
                  <c:v>38113</c:v>
                </c:pt>
                <c:pt idx="3744">
                  <c:v>38114</c:v>
                </c:pt>
                <c:pt idx="3745">
                  <c:v>38117</c:v>
                </c:pt>
                <c:pt idx="3746">
                  <c:v>38118</c:v>
                </c:pt>
                <c:pt idx="3747">
                  <c:v>38119</c:v>
                </c:pt>
                <c:pt idx="3748">
                  <c:v>38120</c:v>
                </c:pt>
                <c:pt idx="3749">
                  <c:v>38121</c:v>
                </c:pt>
                <c:pt idx="3750">
                  <c:v>38124</c:v>
                </c:pt>
                <c:pt idx="3751">
                  <c:v>38125</c:v>
                </c:pt>
                <c:pt idx="3752">
                  <c:v>38126</c:v>
                </c:pt>
                <c:pt idx="3753">
                  <c:v>38127</c:v>
                </c:pt>
                <c:pt idx="3754">
                  <c:v>38128</c:v>
                </c:pt>
                <c:pt idx="3755">
                  <c:v>38131</c:v>
                </c:pt>
                <c:pt idx="3756">
                  <c:v>38132</c:v>
                </c:pt>
                <c:pt idx="3757">
                  <c:v>38133</c:v>
                </c:pt>
                <c:pt idx="3758">
                  <c:v>38134</c:v>
                </c:pt>
                <c:pt idx="3759">
                  <c:v>38135</c:v>
                </c:pt>
                <c:pt idx="3760">
                  <c:v>38138</c:v>
                </c:pt>
                <c:pt idx="3761">
                  <c:v>38139</c:v>
                </c:pt>
                <c:pt idx="3762">
                  <c:v>38140</c:v>
                </c:pt>
                <c:pt idx="3763">
                  <c:v>38141</c:v>
                </c:pt>
                <c:pt idx="3764">
                  <c:v>38142</c:v>
                </c:pt>
                <c:pt idx="3765">
                  <c:v>38145</c:v>
                </c:pt>
                <c:pt idx="3766">
                  <c:v>38146</c:v>
                </c:pt>
                <c:pt idx="3767">
                  <c:v>38147</c:v>
                </c:pt>
                <c:pt idx="3768">
                  <c:v>38148</c:v>
                </c:pt>
                <c:pt idx="3769">
                  <c:v>38149</c:v>
                </c:pt>
                <c:pt idx="3770">
                  <c:v>38152</c:v>
                </c:pt>
                <c:pt idx="3771">
                  <c:v>38153</c:v>
                </c:pt>
                <c:pt idx="3772">
                  <c:v>38154</c:v>
                </c:pt>
                <c:pt idx="3773">
                  <c:v>38155</c:v>
                </c:pt>
                <c:pt idx="3774">
                  <c:v>38156</c:v>
                </c:pt>
                <c:pt idx="3775">
                  <c:v>38159</c:v>
                </c:pt>
                <c:pt idx="3776">
                  <c:v>38160</c:v>
                </c:pt>
                <c:pt idx="3777">
                  <c:v>38161</c:v>
                </c:pt>
                <c:pt idx="3778">
                  <c:v>38162</c:v>
                </c:pt>
                <c:pt idx="3779">
                  <c:v>38163</c:v>
                </c:pt>
                <c:pt idx="3780">
                  <c:v>38166</c:v>
                </c:pt>
                <c:pt idx="3781">
                  <c:v>38167</c:v>
                </c:pt>
                <c:pt idx="3782">
                  <c:v>38168</c:v>
                </c:pt>
                <c:pt idx="3783">
                  <c:v>38169</c:v>
                </c:pt>
                <c:pt idx="3784">
                  <c:v>38170</c:v>
                </c:pt>
                <c:pt idx="3785">
                  <c:v>38173</c:v>
                </c:pt>
                <c:pt idx="3786">
                  <c:v>38174</c:v>
                </c:pt>
                <c:pt idx="3787">
                  <c:v>38175</c:v>
                </c:pt>
                <c:pt idx="3788">
                  <c:v>38176</c:v>
                </c:pt>
                <c:pt idx="3789">
                  <c:v>38177</c:v>
                </c:pt>
                <c:pt idx="3790">
                  <c:v>38180</c:v>
                </c:pt>
                <c:pt idx="3791">
                  <c:v>38181</c:v>
                </c:pt>
                <c:pt idx="3792">
                  <c:v>38182</c:v>
                </c:pt>
                <c:pt idx="3793">
                  <c:v>38183</c:v>
                </c:pt>
                <c:pt idx="3794">
                  <c:v>38184</c:v>
                </c:pt>
                <c:pt idx="3795">
                  <c:v>38187</c:v>
                </c:pt>
                <c:pt idx="3796">
                  <c:v>38188</c:v>
                </c:pt>
                <c:pt idx="3797">
                  <c:v>38189</c:v>
                </c:pt>
                <c:pt idx="3798">
                  <c:v>38190</c:v>
                </c:pt>
                <c:pt idx="3799">
                  <c:v>38191</c:v>
                </c:pt>
                <c:pt idx="3800">
                  <c:v>38194</c:v>
                </c:pt>
                <c:pt idx="3801">
                  <c:v>38195</c:v>
                </c:pt>
                <c:pt idx="3802">
                  <c:v>38196</c:v>
                </c:pt>
                <c:pt idx="3803">
                  <c:v>38197</c:v>
                </c:pt>
                <c:pt idx="3804">
                  <c:v>38198</c:v>
                </c:pt>
                <c:pt idx="3805">
                  <c:v>38201</c:v>
                </c:pt>
                <c:pt idx="3806">
                  <c:v>38202</c:v>
                </c:pt>
                <c:pt idx="3807">
                  <c:v>38203</c:v>
                </c:pt>
                <c:pt idx="3808">
                  <c:v>38204</c:v>
                </c:pt>
                <c:pt idx="3809">
                  <c:v>38205</c:v>
                </c:pt>
                <c:pt idx="3810">
                  <c:v>38208</c:v>
                </c:pt>
                <c:pt idx="3811">
                  <c:v>38209</c:v>
                </c:pt>
                <c:pt idx="3812">
                  <c:v>38210</c:v>
                </c:pt>
                <c:pt idx="3813">
                  <c:v>38211</c:v>
                </c:pt>
                <c:pt idx="3814">
                  <c:v>38212</c:v>
                </c:pt>
                <c:pt idx="3815">
                  <c:v>38215</c:v>
                </c:pt>
                <c:pt idx="3816">
                  <c:v>38216</c:v>
                </c:pt>
                <c:pt idx="3817">
                  <c:v>38217</c:v>
                </c:pt>
                <c:pt idx="3818">
                  <c:v>38218</c:v>
                </c:pt>
                <c:pt idx="3819">
                  <c:v>38219</c:v>
                </c:pt>
                <c:pt idx="3820">
                  <c:v>38222</c:v>
                </c:pt>
                <c:pt idx="3821">
                  <c:v>38223</c:v>
                </c:pt>
                <c:pt idx="3822">
                  <c:v>38224</c:v>
                </c:pt>
                <c:pt idx="3823">
                  <c:v>38225</c:v>
                </c:pt>
                <c:pt idx="3824">
                  <c:v>38226</c:v>
                </c:pt>
                <c:pt idx="3825">
                  <c:v>38229</c:v>
                </c:pt>
                <c:pt idx="3826">
                  <c:v>38230</c:v>
                </c:pt>
                <c:pt idx="3827">
                  <c:v>38231</c:v>
                </c:pt>
                <c:pt idx="3828">
                  <c:v>38232</c:v>
                </c:pt>
                <c:pt idx="3829">
                  <c:v>38233</c:v>
                </c:pt>
                <c:pt idx="3830">
                  <c:v>38236</c:v>
                </c:pt>
                <c:pt idx="3831">
                  <c:v>38237</c:v>
                </c:pt>
                <c:pt idx="3832">
                  <c:v>38238</c:v>
                </c:pt>
                <c:pt idx="3833">
                  <c:v>38239</c:v>
                </c:pt>
                <c:pt idx="3834">
                  <c:v>38240</c:v>
                </c:pt>
                <c:pt idx="3835">
                  <c:v>38243</c:v>
                </c:pt>
                <c:pt idx="3836">
                  <c:v>38244</c:v>
                </c:pt>
                <c:pt idx="3837">
                  <c:v>38245</c:v>
                </c:pt>
                <c:pt idx="3838">
                  <c:v>38246</c:v>
                </c:pt>
                <c:pt idx="3839">
                  <c:v>38247</c:v>
                </c:pt>
                <c:pt idx="3840">
                  <c:v>38250</c:v>
                </c:pt>
                <c:pt idx="3841">
                  <c:v>38251</c:v>
                </c:pt>
                <c:pt idx="3842">
                  <c:v>38252</c:v>
                </c:pt>
                <c:pt idx="3843">
                  <c:v>38253</c:v>
                </c:pt>
                <c:pt idx="3844">
                  <c:v>38254</c:v>
                </c:pt>
                <c:pt idx="3845">
                  <c:v>38257</c:v>
                </c:pt>
                <c:pt idx="3846">
                  <c:v>38258</c:v>
                </c:pt>
                <c:pt idx="3847">
                  <c:v>38259</c:v>
                </c:pt>
                <c:pt idx="3848">
                  <c:v>38260</c:v>
                </c:pt>
                <c:pt idx="3849">
                  <c:v>38261</c:v>
                </c:pt>
                <c:pt idx="3850">
                  <c:v>38264</c:v>
                </c:pt>
                <c:pt idx="3851">
                  <c:v>38265</c:v>
                </c:pt>
                <c:pt idx="3852">
                  <c:v>38266</c:v>
                </c:pt>
                <c:pt idx="3853">
                  <c:v>38267</c:v>
                </c:pt>
                <c:pt idx="3854">
                  <c:v>38268</c:v>
                </c:pt>
                <c:pt idx="3855">
                  <c:v>38271</c:v>
                </c:pt>
                <c:pt idx="3856">
                  <c:v>38272</c:v>
                </c:pt>
                <c:pt idx="3857">
                  <c:v>38273</c:v>
                </c:pt>
                <c:pt idx="3858">
                  <c:v>38274</c:v>
                </c:pt>
                <c:pt idx="3859">
                  <c:v>38275</c:v>
                </c:pt>
                <c:pt idx="3860">
                  <c:v>38278</c:v>
                </c:pt>
                <c:pt idx="3861">
                  <c:v>38279</c:v>
                </c:pt>
                <c:pt idx="3862">
                  <c:v>38280</c:v>
                </c:pt>
                <c:pt idx="3863">
                  <c:v>38281</c:v>
                </c:pt>
                <c:pt idx="3864">
                  <c:v>38282</c:v>
                </c:pt>
                <c:pt idx="3865">
                  <c:v>38285</c:v>
                </c:pt>
                <c:pt idx="3866">
                  <c:v>38286</c:v>
                </c:pt>
                <c:pt idx="3867">
                  <c:v>38287</c:v>
                </c:pt>
                <c:pt idx="3868">
                  <c:v>38288</c:v>
                </c:pt>
                <c:pt idx="3869">
                  <c:v>38289</c:v>
                </c:pt>
                <c:pt idx="3870">
                  <c:v>38292</c:v>
                </c:pt>
                <c:pt idx="3871">
                  <c:v>38293</c:v>
                </c:pt>
                <c:pt idx="3872">
                  <c:v>38294</c:v>
                </c:pt>
                <c:pt idx="3873">
                  <c:v>38295</c:v>
                </c:pt>
                <c:pt idx="3874">
                  <c:v>38296</c:v>
                </c:pt>
                <c:pt idx="3875">
                  <c:v>38299</c:v>
                </c:pt>
                <c:pt idx="3876">
                  <c:v>38300</c:v>
                </c:pt>
                <c:pt idx="3877">
                  <c:v>38301</c:v>
                </c:pt>
                <c:pt idx="3878">
                  <c:v>38302</c:v>
                </c:pt>
                <c:pt idx="3879">
                  <c:v>38303</c:v>
                </c:pt>
                <c:pt idx="3880">
                  <c:v>38306</c:v>
                </c:pt>
                <c:pt idx="3881">
                  <c:v>38307</c:v>
                </c:pt>
                <c:pt idx="3882">
                  <c:v>38308</c:v>
                </c:pt>
                <c:pt idx="3883">
                  <c:v>38309</c:v>
                </c:pt>
                <c:pt idx="3884">
                  <c:v>38310</c:v>
                </c:pt>
                <c:pt idx="3885">
                  <c:v>38313</c:v>
                </c:pt>
                <c:pt idx="3886">
                  <c:v>38314</c:v>
                </c:pt>
                <c:pt idx="3887">
                  <c:v>38315</c:v>
                </c:pt>
                <c:pt idx="3888">
                  <c:v>38316</c:v>
                </c:pt>
                <c:pt idx="3889">
                  <c:v>38317</c:v>
                </c:pt>
                <c:pt idx="3890">
                  <c:v>38320</c:v>
                </c:pt>
                <c:pt idx="3891">
                  <c:v>38321</c:v>
                </c:pt>
                <c:pt idx="3892">
                  <c:v>38322</c:v>
                </c:pt>
                <c:pt idx="3893">
                  <c:v>38323</c:v>
                </c:pt>
                <c:pt idx="3894">
                  <c:v>38324</c:v>
                </c:pt>
                <c:pt idx="3895">
                  <c:v>38327</c:v>
                </c:pt>
                <c:pt idx="3896">
                  <c:v>38328</c:v>
                </c:pt>
                <c:pt idx="3897">
                  <c:v>38329</c:v>
                </c:pt>
                <c:pt idx="3898">
                  <c:v>38330</c:v>
                </c:pt>
                <c:pt idx="3899">
                  <c:v>38331</c:v>
                </c:pt>
                <c:pt idx="3900">
                  <c:v>38334</c:v>
                </c:pt>
                <c:pt idx="3901">
                  <c:v>38335</c:v>
                </c:pt>
                <c:pt idx="3902">
                  <c:v>38336</c:v>
                </c:pt>
                <c:pt idx="3903">
                  <c:v>38337</c:v>
                </c:pt>
                <c:pt idx="3904">
                  <c:v>38338</c:v>
                </c:pt>
                <c:pt idx="3905">
                  <c:v>38341</c:v>
                </c:pt>
                <c:pt idx="3906">
                  <c:v>38342</c:v>
                </c:pt>
                <c:pt idx="3907">
                  <c:v>38343</c:v>
                </c:pt>
                <c:pt idx="3908">
                  <c:v>38344</c:v>
                </c:pt>
                <c:pt idx="3909">
                  <c:v>38345</c:v>
                </c:pt>
                <c:pt idx="3910">
                  <c:v>38348</c:v>
                </c:pt>
                <c:pt idx="3911">
                  <c:v>38349</c:v>
                </c:pt>
                <c:pt idx="3912">
                  <c:v>38350</c:v>
                </c:pt>
                <c:pt idx="3913">
                  <c:v>38351</c:v>
                </c:pt>
                <c:pt idx="3914">
                  <c:v>38352</c:v>
                </c:pt>
                <c:pt idx="3915">
                  <c:v>38355</c:v>
                </c:pt>
                <c:pt idx="3916">
                  <c:v>38356</c:v>
                </c:pt>
                <c:pt idx="3917">
                  <c:v>38357</c:v>
                </c:pt>
                <c:pt idx="3918">
                  <c:v>38358</c:v>
                </c:pt>
                <c:pt idx="3919">
                  <c:v>38359</c:v>
                </c:pt>
                <c:pt idx="3920">
                  <c:v>38362</c:v>
                </c:pt>
                <c:pt idx="3921">
                  <c:v>38363</c:v>
                </c:pt>
                <c:pt idx="3922">
                  <c:v>38364</c:v>
                </c:pt>
                <c:pt idx="3923">
                  <c:v>38365</c:v>
                </c:pt>
                <c:pt idx="3924">
                  <c:v>38366</c:v>
                </c:pt>
                <c:pt idx="3925">
                  <c:v>38369</c:v>
                </c:pt>
                <c:pt idx="3926">
                  <c:v>38370</c:v>
                </c:pt>
                <c:pt idx="3927">
                  <c:v>38371</c:v>
                </c:pt>
                <c:pt idx="3928">
                  <c:v>38372</c:v>
                </c:pt>
                <c:pt idx="3929">
                  <c:v>38373</c:v>
                </c:pt>
                <c:pt idx="3930">
                  <c:v>38376</c:v>
                </c:pt>
                <c:pt idx="3931">
                  <c:v>38377</c:v>
                </c:pt>
                <c:pt idx="3932">
                  <c:v>38378</c:v>
                </c:pt>
                <c:pt idx="3933">
                  <c:v>38379</c:v>
                </c:pt>
                <c:pt idx="3934">
                  <c:v>38380</c:v>
                </c:pt>
                <c:pt idx="3935">
                  <c:v>38383</c:v>
                </c:pt>
                <c:pt idx="3936">
                  <c:v>38384</c:v>
                </c:pt>
                <c:pt idx="3937">
                  <c:v>38385</c:v>
                </c:pt>
                <c:pt idx="3938">
                  <c:v>38386</c:v>
                </c:pt>
                <c:pt idx="3939">
                  <c:v>38387</c:v>
                </c:pt>
                <c:pt idx="3940">
                  <c:v>38390</c:v>
                </c:pt>
                <c:pt idx="3941">
                  <c:v>38391</c:v>
                </c:pt>
                <c:pt idx="3942">
                  <c:v>38392</c:v>
                </c:pt>
                <c:pt idx="3943">
                  <c:v>38393</c:v>
                </c:pt>
                <c:pt idx="3944">
                  <c:v>38394</c:v>
                </c:pt>
                <c:pt idx="3945">
                  <c:v>38397</c:v>
                </c:pt>
                <c:pt idx="3946">
                  <c:v>38398</c:v>
                </c:pt>
                <c:pt idx="3947">
                  <c:v>38399</c:v>
                </c:pt>
                <c:pt idx="3948">
                  <c:v>38400</c:v>
                </c:pt>
                <c:pt idx="3949">
                  <c:v>38401</c:v>
                </c:pt>
                <c:pt idx="3950">
                  <c:v>38404</c:v>
                </c:pt>
                <c:pt idx="3951">
                  <c:v>38405</c:v>
                </c:pt>
                <c:pt idx="3952">
                  <c:v>38406</c:v>
                </c:pt>
                <c:pt idx="3953">
                  <c:v>38407</c:v>
                </c:pt>
                <c:pt idx="3954">
                  <c:v>38408</c:v>
                </c:pt>
                <c:pt idx="3955">
                  <c:v>38411</c:v>
                </c:pt>
                <c:pt idx="3956">
                  <c:v>38412</c:v>
                </c:pt>
                <c:pt idx="3957">
                  <c:v>38413</c:v>
                </c:pt>
                <c:pt idx="3958">
                  <c:v>38414</c:v>
                </c:pt>
                <c:pt idx="3959">
                  <c:v>38415</c:v>
                </c:pt>
                <c:pt idx="3960">
                  <c:v>38418</c:v>
                </c:pt>
                <c:pt idx="3961">
                  <c:v>38419</c:v>
                </c:pt>
                <c:pt idx="3962">
                  <c:v>38420</c:v>
                </c:pt>
                <c:pt idx="3963">
                  <c:v>38421</c:v>
                </c:pt>
                <c:pt idx="3964">
                  <c:v>38422</c:v>
                </c:pt>
                <c:pt idx="3965">
                  <c:v>38425</c:v>
                </c:pt>
                <c:pt idx="3966">
                  <c:v>38426</c:v>
                </c:pt>
                <c:pt idx="3967">
                  <c:v>38427</c:v>
                </c:pt>
                <c:pt idx="3968">
                  <c:v>38428</c:v>
                </c:pt>
                <c:pt idx="3969">
                  <c:v>38429</c:v>
                </c:pt>
                <c:pt idx="3970">
                  <c:v>38432</c:v>
                </c:pt>
                <c:pt idx="3971">
                  <c:v>38433</c:v>
                </c:pt>
                <c:pt idx="3972">
                  <c:v>38434</c:v>
                </c:pt>
                <c:pt idx="3973">
                  <c:v>38435</c:v>
                </c:pt>
                <c:pt idx="3974">
                  <c:v>38436</c:v>
                </c:pt>
                <c:pt idx="3975">
                  <c:v>38439</c:v>
                </c:pt>
                <c:pt idx="3976">
                  <c:v>38440</c:v>
                </c:pt>
                <c:pt idx="3977">
                  <c:v>38441</c:v>
                </c:pt>
                <c:pt idx="3978">
                  <c:v>38442</c:v>
                </c:pt>
                <c:pt idx="3979">
                  <c:v>38443</c:v>
                </c:pt>
                <c:pt idx="3980">
                  <c:v>38446</c:v>
                </c:pt>
                <c:pt idx="3981">
                  <c:v>38447</c:v>
                </c:pt>
                <c:pt idx="3982">
                  <c:v>38448</c:v>
                </c:pt>
                <c:pt idx="3983">
                  <c:v>38449</c:v>
                </c:pt>
                <c:pt idx="3984">
                  <c:v>38450</c:v>
                </c:pt>
                <c:pt idx="3985">
                  <c:v>38453</c:v>
                </c:pt>
                <c:pt idx="3986">
                  <c:v>38454</c:v>
                </c:pt>
                <c:pt idx="3987">
                  <c:v>38455</c:v>
                </c:pt>
                <c:pt idx="3988">
                  <c:v>38456</c:v>
                </c:pt>
                <c:pt idx="3989">
                  <c:v>38457</c:v>
                </c:pt>
                <c:pt idx="3990">
                  <c:v>38460</c:v>
                </c:pt>
                <c:pt idx="3991">
                  <c:v>38461</c:v>
                </c:pt>
                <c:pt idx="3992">
                  <c:v>38462</c:v>
                </c:pt>
                <c:pt idx="3993">
                  <c:v>38463</c:v>
                </c:pt>
                <c:pt idx="3994">
                  <c:v>38464</c:v>
                </c:pt>
                <c:pt idx="3995">
                  <c:v>38467</c:v>
                </c:pt>
                <c:pt idx="3996">
                  <c:v>38468</c:v>
                </c:pt>
                <c:pt idx="3997">
                  <c:v>38469</c:v>
                </c:pt>
                <c:pt idx="3998">
                  <c:v>38470</c:v>
                </c:pt>
                <c:pt idx="3999">
                  <c:v>38471</c:v>
                </c:pt>
                <c:pt idx="4000">
                  <c:v>38474</c:v>
                </c:pt>
                <c:pt idx="4001">
                  <c:v>38475</c:v>
                </c:pt>
                <c:pt idx="4002">
                  <c:v>38476</c:v>
                </c:pt>
                <c:pt idx="4003">
                  <c:v>38477</c:v>
                </c:pt>
                <c:pt idx="4004">
                  <c:v>38478</c:v>
                </c:pt>
                <c:pt idx="4005">
                  <c:v>38481</c:v>
                </c:pt>
                <c:pt idx="4006">
                  <c:v>38482</c:v>
                </c:pt>
                <c:pt idx="4007">
                  <c:v>38483</c:v>
                </c:pt>
                <c:pt idx="4008">
                  <c:v>38484</c:v>
                </c:pt>
                <c:pt idx="4009">
                  <c:v>38485</c:v>
                </c:pt>
                <c:pt idx="4010">
                  <c:v>38488</c:v>
                </c:pt>
                <c:pt idx="4011">
                  <c:v>38489</c:v>
                </c:pt>
                <c:pt idx="4012">
                  <c:v>38490</c:v>
                </c:pt>
                <c:pt idx="4013">
                  <c:v>38491</c:v>
                </c:pt>
                <c:pt idx="4014">
                  <c:v>38492</c:v>
                </c:pt>
                <c:pt idx="4015">
                  <c:v>38495</c:v>
                </c:pt>
                <c:pt idx="4016">
                  <c:v>38496</c:v>
                </c:pt>
                <c:pt idx="4017">
                  <c:v>38497</c:v>
                </c:pt>
                <c:pt idx="4018">
                  <c:v>38498</c:v>
                </c:pt>
                <c:pt idx="4019">
                  <c:v>38499</c:v>
                </c:pt>
                <c:pt idx="4020">
                  <c:v>38502</c:v>
                </c:pt>
                <c:pt idx="4021">
                  <c:v>38503</c:v>
                </c:pt>
                <c:pt idx="4022">
                  <c:v>38504</c:v>
                </c:pt>
                <c:pt idx="4023">
                  <c:v>38505</c:v>
                </c:pt>
                <c:pt idx="4024">
                  <c:v>38506</c:v>
                </c:pt>
                <c:pt idx="4025">
                  <c:v>38509</c:v>
                </c:pt>
                <c:pt idx="4026">
                  <c:v>38510</c:v>
                </c:pt>
                <c:pt idx="4027">
                  <c:v>38511</c:v>
                </c:pt>
                <c:pt idx="4028">
                  <c:v>38512</c:v>
                </c:pt>
                <c:pt idx="4029">
                  <c:v>38513</c:v>
                </c:pt>
                <c:pt idx="4030">
                  <c:v>38516</c:v>
                </c:pt>
                <c:pt idx="4031">
                  <c:v>38517</c:v>
                </c:pt>
                <c:pt idx="4032">
                  <c:v>38518</c:v>
                </c:pt>
                <c:pt idx="4033">
                  <c:v>38519</c:v>
                </c:pt>
                <c:pt idx="4034">
                  <c:v>38520</c:v>
                </c:pt>
                <c:pt idx="4035">
                  <c:v>38523</c:v>
                </c:pt>
                <c:pt idx="4036">
                  <c:v>38524</c:v>
                </c:pt>
                <c:pt idx="4037">
                  <c:v>38525</c:v>
                </c:pt>
                <c:pt idx="4038">
                  <c:v>38526</c:v>
                </c:pt>
                <c:pt idx="4039">
                  <c:v>38527</c:v>
                </c:pt>
                <c:pt idx="4040">
                  <c:v>38530</c:v>
                </c:pt>
                <c:pt idx="4041">
                  <c:v>38531</c:v>
                </c:pt>
                <c:pt idx="4042">
                  <c:v>38532</c:v>
                </c:pt>
                <c:pt idx="4043">
                  <c:v>38533</c:v>
                </c:pt>
                <c:pt idx="4044">
                  <c:v>38534</c:v>
                </c:pt>
                <c:pt idx="4045">
                  <c:v>38537</c:v>
                </c:pt>
                <c:pt idx="4046">
                  <c:v>38538</c:v>
                </c:pt>
                <c:pt idx="4047">
                  <c:v>38539</c:v>
                </c:pt>
                <c:pt idx="4048">
                  <c:v>38540</c:v>
                </c:pt>
                <c:pt idx="4049">
                  <c:v>38541</c:v>
                </c:pt>
                <c:pt idx="4050">
                  <c:v>38544</c:v>
                </c:pt>
                <c:pt idx="4051">
                  <c:v>38545</c:v>
                </c:pt>
                <c:pt idx="4052">
                  <c:v>38546</c:v>
                </c:pt>
                <c:pt idx="4053">
                  <c:v>38547</c:v>
                </c:pt>
                <c:pt idx="4054">
                  <c:v>38548</c:v>
                </c:pt>
                <c:pt idx="4055">
                  <c:v>38551</c:v>
                </c:pt>
                <c:pt idx="4056">
                  <c:v>38552</c:v>
                </c:pt>
                <c:pt idx="4057">
                  <c:v>38553</c:v>
                </c:pt>
                <c:pt idx="4058">
                  <c:v>38554</c:v>
                </c:pt>
                <c:pt idx="4059">
                  <c:v>38555</c:v>
                </c:pt>
                <c:pt idx="4060">
                  <c:v>38558</c:v>
                </c:pt>
                <c:pt idx="4061">
                  <c:v>38559</c:v>
                </c:pt>
                <c:pt idx="4062">
                  <c:v>38560</c:v>
                </c:pt>
                <c:pt idx="4063">
                  <c:v>38561</c:v>
                </c:pt>
                <c:pt idx="4064">
                  <c:v>38562</c:v>
                </c:pt>
                <c:pt idx="4065">
                  <c:v>38565</c:v>
                </c:pt>
                <c:pt idx="4066">
                  <c:v>38566</c:v>
                </c:pt>
                <c:pt idx="4067">
                  <c:v>38567</c:v>
                </c:pt>
                <c:pt idx="4068">
                  <c:v>38568</c:v>
                </c:pt>
                <c:pt idx="4069">
                  <c:v>38569</c:v>
                </c:pt>
                <c:pt idx="4070">
                  <c:v>38572</c:v>
                </c:pt>
                <c:pt idx="4071">
                  <c:v>38573</c:v>
                </c:pt>
                <c:pt idx="4072">
                  <c:v>38574</c:v>
                </c:pt>
                <c:pt idx="4073">
                  <c:v>38575</c:v>
                </c:pt>
                <c:pt idx="4074">
                  <c:v>38576</c:v>
                </c:pt>
                <c:pt idx="4075">
                  <c:v>38579</c:v>
                </c:pt>
                <c:pt idx="4076">
                  <c:v>38580</c:v>
                </c:pt>
                <c:pt idx="4077">
                  <c:v>38581</c:v>
                </c:pt>
                <c:pt idx="4078">
                  <c:v>38582</c:v>
                </c:pt>
                <c:pt idx="4079">
                  <c:v>38583</c:v>
                </c:pt>
                <c:pt idx="4080">
                  <c:v>38586</c:v>
                </c:pt>
                <c:pt idx="4081">
                  <c:v>38587</c:v>
                </c:pt>
                <c:pt idx="4082">
                  <c:v>38588</c:v>
                </c:pt>
                <c:pt idx="4083">
                  <c:v>38589</c:v>
                </c:pt>
                <c:pt idx="4084">
                  <c:v>38590</c:v>
                </c:pt>
                <c:pt idx="4085">
                  <c:v>38593</c:v>
                </c:pt>
                <c:pt idx="4086">
                  <c:v>38594</c:v>
                </c:pt>
                <c:pt idx="4087">
                  <c:v>38595</c:v>
                </c:pt>
                <c:pt idx="4088">
                  <c:v>38596</c:v>
                </c:pt>
                <c:pt idx="4089">
                  <c:v>38597</c:v>
                </c:pt>
                <c:pt idx="4090">
                  <c:v>38600</c:v>
                </c:pt>
                <c:pt idx="4091">
                  <c:v>38601</c:v>
                </c:pt>
                <c:pt idx="4092">
                  <c:v>38602</c:v>
                </c:pt>
                <c:pt idx="4093">
                  <c:v>38603</c:v>
                </c:pt>
                <c:pt idx="4094">
                  <c:v>38604</c:v>
                </c:pt>
                <c:pt idx="4095">
                  <c:v>38607</c:v>
                </c:pt>
                <c:pt idx="4096">
                  <c:v>38608</c:v>
                </c:pt>
                <c:pt idx="4097">
                  <c:v>38609</c:v>
                </c:pt>
                <c:pt idx="4098">
                  <c:v>38610</c:v>
                </c:pt>
                <c:pt idx="4099">
                  <c:v>38611</c:v>
                </c:pt>
                <c:pt idx="4100">
                  <c:v>38614</c:v>
                </c:pt>
                <c:pt idx="4101">
                  <c:v>38615</c:v>
                </c:pt>
                <c:pt idx="4102">
                  <c:v>38616</c:v>
                </c:pt>
                <c:pt idx="4103">
                  <c:v>38617</c:v>
                </c:pt>
                <c:pt idx="4104">
                  <c:v>38618</c:v>
                </c:pt>
                <c:pt idx="4105">
                  <c:v>38621</c:v>
                </c:pt>
                <c:pt idx="4106">
                  <c:v>38622</c:v>
                </c:pt>
                <c:pt idx="4107">
                  <c:v>38623</c:v>
                </c:pt>
                <c:pt idx="4108">
                  <c:v>38624</c:v>
                </c:pt>
                <c:pt idx="4109">
                  <c:v>38625</c:v>
                </c:pt>
                <c:pt idx="4110">
                  <c:v>38628</c:v>
                </c:pt>
                <c:pt idx="4111">
                  <c:v>38629</c:v>
                </c:pt>
                <c:pt idx="4112">
                  <c:v>38630</c:v>
                </c:pt>
                <c:pt idx="4113">
                  <c:v>38631</c:v>
                </c:pt>
                <c:pt idx="4114">
                  <c:v>38632</c:v>
                </c:pt>
                <c:pt idx="4115">
                  <c:v>38635</c:v>
                </c:pt>
                <c:pt idx="4116">
                  <c:v>38636</c:v>
                </c:pt>
                <c:pt idx="4117">
                  <c:v>38637</c:v>
                </c:pt>
                <c:pt idx="4118">
                  <c:v>38638</c:v>
                </c:pt>
                <c:pt idx="4119">
                  <c:v>38639</c:v>
                </c:pt>
                <c:pt idx="4120">
                  <c:v>38642</c:v>
                </c:pt>
                <c:pt idx="4121">
                  <c:v>38643</c:v>
                </c:pt>
                <c:pt idx="4122">
                  <c:v>38644</c:v>
                </c:pt>
                <c:pt idx="4123">
                  <c:v>38645</c:v>
                </c:pt>
                <c:pt idx="4124">
                  <c:v>38646</c:v>
                </c:pt>
                <c:pt idx="4125">
                  <c:v>38649</c:v>
                </c:pt>
                <c:pt idx="4126">
                  <c:v>38650</c:v>
                </c:pt>
                <c:pt idx="4127">
                  <c:v>38651</c:v>
                </c:pt>
                <c:pt idx="4128">
                  <c:v>38652</c:v>
                </c:pt>
                <c:pt idx="4129">
                  <c:v>38653</c:v>
                </c:pt>
                <c:pt idx="4130">
                  <c:v>38656</c:v>
                </c:pt>
                <c:pt idx="4131">
                  <c:v>38657</c:v>
                </c:pt>
                <c:pt idx="4132">
                  <c:v>38658</c:v>
                </c:pt>
                <c:pt idx="4133">
                  <c:v>38659</c:v>
                </c:pt>
                <c:pt idx="4134">
                  <c:v>38660</c:v>
                </c:pt>
                <c:pt idx="4135">
                  <c:v>38663</c:v>
                </c:pt>
                <c:pt idx="4136">
                  <c:v>38664</c:v>
                </c:pt>
                <c:pt idx="4137">
                  <c:v>38665</c:v>
                </c:pt>
                <c:pt idx="4138">
                  <c:v>38666</c:v>
                </c:pt>
                <c:pt idx="4139">
                  <c:v>38667</c:v>
                </c:pt>
                <c:pt idx="4140">
                  <c:v>38670</c:v>
                </c:pt>
                <c:pt idx="4141">
                  <c:v>38671</c:v>
                </c:pt>
                <c:pt idx="4142">
                  <c:v>38672</c:v>
                </c:pt>
                <c:pt idx="4143">
                  <c:v>38673</c:v>
                </c:pt>
                <c:pt idx="4144">
                  <c:v>38674</c:v>
                </c:pt>
                <c:pt idx="4145">
                  <c:v>38677</c:v>
                </c:pt>
                <c:pt idx="4146">
                  <c:v>38678</c:v>
                </c:pt>
                <c:pt idx="4147">
                  <c:v>38679</c:v>
                </c:pt>
                <c:pt idx="4148">
                  <c:v>38680</c:v>
                </c:pt>
                <c:pt idx="4149">
                  <c:v>38681</c:v>
                </c:pt>
                <c:pt idx="4150">
                  <c:v>38684</c:v>
                </c:pt>
                <c:pt idx="4151">
                  <c:v>38685</c:v>
                </c:pt>
                <c:pt idx="4152">
                  <c:v>38686</c:v>
                </c:pt>
                <c:pt idx="4153">
                  <c:v>38687</c:v>
                </c:pt>
                <c:pt idx="4154">
                  <c:v>38688</c:v>
                </c:pt>
                <c:pt idx="4155">
                  <c:v>38691</c:v>
                </c:pt>
                <c:pt idx="4156">
                  <c:v>38692</c:v>
                </c:pt>
                <c:pt idx="4157">
                  <c:v>38693</c:v>
                </c:pt>
                <c:pt idx="4158">
                  <c:v>38694</c:v>
                </c:pt>
                <c:pt idx="4159">
                  <c:v>38695</c:v>
                </c:pt>
                <c:pt idx="4160">
                  <c:v>38698</c:v>
                </c:pt>
                <c:pt idx="4161">
                  <c:v>38699</c:v>
                </c:pt>
                <c:pt idx="4162">
                  <c:v>38700</c:v>
                </c:pt>
                <c:pt idx="4163">
                  <c:v>38701</c:v>
                </c:pt>
                <c:pt idx="4164">
                  <c:v>38702</c:v>
                </c:pt>
                <c:pt idx="4165">
                  <c:v>38705</c:v>
                </c:pt>
                <c:pt idx="4166">
                  <c:v>38706</c:v>
                </c:pt>
                <c:pt idx="4167">
                  <c:v>38707</c:v>
                </c:pt>
                <c:pt idx="4168">
                  <c:v>38708</c:v>
                </c:pt>
                <c:pt idx="4169">
                  <c:v>38709</c:v>
                </c:pt>
                <c:pt idx="4170">
                  <c:v>38712</c:v>
                </c:pt>
                <c:pt idx="4171">
                  <c:v>38713</c:v>
                </c:pt>
                <c:pt idx="4172">
                  <c:v>38714</c:v>
                </c:pt>
                <c:pt idx="4173">
                  <c:v>38715</c:v>
                </c:pt>
                <c:pt idx="4174">
                  <c:v>38716</c:v>
                </c:pt>
                <c:pt idx="4175">
                  <c:v>38719</c:v>
                </c:pt>
                <c:pt idx="4176">
                  <c:v>38720</c:v>
                </c:pt>
                <c:pt idx="4177">
                  <c:v>38721</c:v>
                </c:pt>
                <c:pt idx="4178">
                  <c:v>38722</c:v>
                </c:pt>
                <c:pt idx="4179">
                  <c:v>38723</c:v>
                </c:pt>
                <c:pt idx="4180">
                  <c:v>38726</c:v>
                </c:pt>
                <c:pt idx="4181">
                  <c:v>38727</c:v>
                </c:pt>
                <c:pt idx="4182">
                  <c:v>38728</c:v>
                </c:pt>
                <c:pt idx="4183">
                  <c:v>38729</c:v>
                </c:pt>
                <c:pt idx="4184">
                  <c:v>38730</c:v>
                </c:pt>
                <c:pt idx="4185">
                  <c:v>38733</c:v>
                </c:pt>
                <c:pt idx="4186">
                  <c:v>38734</c:v>
                </c:pt>
                <c:pt idx="4187">
                  <c:v>38735</c:v>
                </c:pt>
                <c:pt idx="4188">
                  <c:v>38736</c:v>
                </c:pt>
                <c:pt idx="4189">
                  <c:v>38737</c:v>
                </c:pt>
                <c:pt idx="4190">
                  <c:v>38740</c:v>
                </c:pt>
                <c:pt idx="4191">
                  <c:v>38741</c:v>
                </c:pt>
                <c:pt idx="4192">
                  <c:v>38742</c:v>
                </c:pt>
                <c:pt idx="4193">
                  <c:v>38743</c:v>
                </c:pt>
                <c:pt idx="4194">
                  <c:v>38744</c:v>
                </c:pt>
                <c:pt idx="4195">
                  <c:v>38747</c:v>
                </c:pt>
                <c:pt idx="4196">
                  <c:v>38748</c:v>
                </c:pt>
                <c:pt idx="4197">
                  <c:v>38749</c:v>
                </c:pt>
                <c:pt idx="4198">
                  <c:v>38750</c:v>
                </c:pt>
                <c:pt idx="4199">
                  <c:v>38751</c:v>
                </c:pt>
                <c:pt idx="4200">
                  <c:v>38754</c:v>
                </c:pt>
                <c:pt idx="4201">
                  <c:v>38755</c:v>
                </c:pt>
                <c:pt idx="4202">
                  <c:v>38756</c:v>
                </c:pt>
                <c:pt idx="4203">
                  <c:v>38757</c:v>
                </c:pt>
                <c:pt idx="4204">
                  <c:v>38758</c:v>
                </c:pt>
                <c:pt idx="4205">
                  <c:v>38761</c:v>
                </c:pt>
                <c:pt idx="4206">
                  <c:v>38762</c:v>
                </c:pt>
                <c:pt idx="4207">
                  <c:v>38763</c:v>
                </c:pt>
                <c:pt idx="4208">
                  <c:v>38764</c:v>
                </c:pt>
                <c:pt idx="4209">
                  <c:v>38765</c:v>
                </c:pt>
                <c:pt idx="4210">
                  <c:v>38768</c:v>
                </c:pt>
                <c:pt idx="4211">
                  <c:v>38769</c:v>
                </c:pt>
                <c:pt idx="4212">
                  <c:v>38770</c:v>
                </c:pt>
                <c:pt idx="4213">
                  <c:v>38771</c:v>
                </c:pt>
                <c:pt idx="4214">
                  <c:v>38772</c:v>
                </c:pt>
                <c:pt idx="4215">
                  <c:v>38775</c:v>
                </c:pt>
                <c:pt idx="4216">
                  <c:v>38776</c:v>
                </c:pt>
                <c:pt idx="4217">
                  <c:v>38777</c:v>
                </c:pt>
                <c:pt idx="4218">
                  <c:v>38778</c:v>
                </c:pt>
                <c:pt idx="4219">
                  <c:v>38779</c:v>
                </c:pt>
                <c:pt idx="4220">
                  <c:v>38782</c:v>
                </c:pt>
                <c:pt idx="4221">
                  <c:v>38783</c:v>
                </c:pt>
                <c:pt idx="4222">
                  <c:v>38784</c:v>
                </c:pt>
                <c:pt idx="4223">
                  <c:v>38785</c:v>
                </c:pt>
                <c:pt idx="4224">
                  <c:v>38786</c:v>
                </c:pt>
                <c:pt idx="4225">
                  <c:v>38789</c:v>
                </c:pt>
                <c:pt idx="4226">
                  <c:v>38790</c:v>
                </c:pt>
                <c:pt idx="4227">
                  <c:v>38791</c:v>
                </c:pt>
                <c:pt idx="4228">
                  <c:v>38792</c:v>
                </c:pt>
                <c:pt idx="4229">
                  <c:v>38793</c:v>
                </c:pt>
                <c:pt idx="4230">
                  <c:v>38796</c:v>
                </c:pt>
                <c:pt idx="4231">
                  <c:v>38797</c:v>
                </c:pt>
                <c:pt idx="4232">
                  <c:v>38798</c:v>
                </c:pt>
                <c:pt idx="4233">
                  <c:v>38799</c:v>
                </c:pt>
                <c:pt idx="4234">
                  <c:v>38800</c:v>
                </c:pt>
                <c:pt idx="4235">
                  <c:v>38803</c:v>
                </c:pt>
                <c:pt idx="4236">
                  <c:v>38804</c:v>
                </c:pt>
                <c:pt idx="4237">
                  <c:v>38805</c:v>
                </c:pt>
                <c:pt idx="4238">
                  <c:v>38806</c:v>
                </c:pt>
                <c:pt idx="4239">
                  <c:v>38807</c:v>
                </c:pt>
                <c:pt idx="4240">
                  <c:v>38810</c:v>
                </c:pt>
                <c:pt idx="4241">
                  <c:v>38811</c:v>
                </c:pt>
                <c:pt idx="4242">
                  <c:v>38812</c:v>
                </c:pt>
                <c:pt idx="4243">
                  <c:v>38813</c:v>
                </c:pt>
                <c:pt idx="4244">
                  <c:v>38814</c:v>
                </c:pt>
                <c:pt idx="4245">
                  <c:v>38817</c:v>
                </c:pt>
                <c:pt idx="4246">
                  <c:v>38818</c:v>
                </c:pt>
                <c:pt idx="4247">
                  <c:v>38819</c:v>
                </c:pt>
                <c:pt idx="4248">
                  <c:v>38820</c:v>
                </c:pt>
                <c:pt idx="4249">
                  <c:v>38821</c:v>
                </c:pt>
                <c:pt idx="4250">
                  <c:v>38824</c:v>
                </c:pt>
                <c:pt idx="4251">
                  <c:v>38825</c:v>
                </c:pt>
                <c:pt idx="4252">
                  <c:v>38826</c:v>
                </c:pt>
                <c:pt idx="4253">
                  <c:v>38827</c:v>
                </c:pt>
                <c:pt idx="4254">
                  <c:v>38828</c:v>
                </c:pt>
                <c:pt idx="4255">
                  <c:v>38831</c:v>
                </c:pt>
                <c:pt idx="4256">
                  <c:v>38832</c:v>
                </c:pt>
                <c:pt idx="4257">
                  <c:v>38833</c:v>
                </c:pt>
                <c:pt idx="4258">
                  <c:v>38834</c:v>
                </c:pt>
                <c:pt idx="4259">
                  <c:v>38835</c:v>
                </c:pt>
                <c:pt idx="4260">
                  <c:v>38838</c:v>
                </c:pt>
                <c:pt idx="4261">
                  <c:v>38839</c:v>
                </c:pt>
                <c:pt idx="4262">
                  <c:v>38840</c:v>
                </c:pt>
                <c:pt idx="4263">
                  <c:v>38841</c:v>
                </c:pt>
                <c:pt idx="4264">
                  <c:v>38842</c:v>
                </c:pt>
                <c:pt idx="4265">
                  <c:v>38845</c:v>
                </c:pt>
                <c:pt idx="4266">
                  <c:v>38846</c:v>
                </c:pt>
                <c:pt idx="4267">
                  <c:v>38847</c:v>
                </c:pt>
                <c:pt idx="4268">
                  <c:v>38848</c:v>
                </c:pt>
                <c:pt idx="4269">
                  <c:v>38849</c:v>
                </c:pt>
                <c:pt idx="4270">
                  <c:v>38852</c:v>
                </c:pt>
                <c:pt idx="4271">
                  <c:v>38853</c:v>
                </c:pt>
                <c:pt idx="4272">
                  <c:v>38854</c:v>
                </c:pt>
                <c:pt idx="4273">
                  <c:v>38855</c:v>
                </c:pt>
                <c:pt idx="4274">
                  <c:v>38856</c:v>
                </c:pt>
                <c:pt idx="4275">
                  <c:v>38859</c:v>
                </c:pt>
                <c:pt idx="4276">
                  <c:v>38860</c:v>
                </c:pt>
                <c:pt idx="4277">
                  <c:v>38861</c:v>
                </c:pt>
                <c:pt idx="4278">
                  <c:v>38862</c:v>
                </c:pt>
                <c:pt idx="4279">
                  <c:v>38863</c:v>
                </c:pt>
                <c:pt idx="4280">
                  <c:v>38866</c:v>
                </c:pt>
                <c:pt idx="4281">
                  <c:v>38867</c:v>
                </c:pt>
                <c:pt idx="4282">
                  <c:v>38868</c:v>
                </c:pt>
                <c:pt idx="4283">
                  <c:v>38869</c:v>
                </c:pt>
                <c:pt idx="4284">
                  <c:v>38870</c:v>
                </c:pt>
                <c:pt idx="4285">
                  <c:v>38873</c:v>
                </c:pt>
                <c:pt idx="4286">
                  <c:v>38874</c:v>
                </c:pt>
                <c:pt idx="4287">
                  <c:v>38875</c:v>
                </c:pt>
                <c:pt idx="4288">
                  <c:v>38876</c:v>
                </c:pt>
                <c:pt idx="4289">
                  <c:v>38877</c:v>
                </c:pt>
                <c:pt idx="4290">
                  <c:v>38880</c:v>
                </c:pt>
                <c:pt idx="4291">
                  <c:v>38881</c:v>
                </c:pt>
                <c:pt idx="4292">
                  <c:v>38882</c:v>
                </c:pt>
                <c:pt idx="4293">
                  <c:v>38883</c:v>
                </c:pt>
                <c:pt idx="4294">
                  <c:v>38884</c:v>
                </c:pt>
                <c:pt idx="4295">
                  <c:v>38887</c:v>
                </c:pt>
                <c:pt idx="4296">
                  <c:v>38888</c:v>
                </c:pt>
                <c:pt idx="4297">
                  <c:v>38889</c:v>
                </c:pt>
                <c:pt idx="4298">
                  <c:v>38890</c:v>
                </c:pt>
                <c:pt idx="4299">
                  <c:v>38891</c:v>
                </c:pt>
                <c:pt idx="4300">
                  <c:v>38894</c:v>
                </c:pt>
                <c:pt idx="4301">
                  <c:v>38895</c:v>
                </c:pt>
                <c:pt idx="4302">
                  <c:v>38896</c:v>
                </c:pt>
                <c:pt idx="4303">
                  <c:v>38897</c:v>
                </c:pt>
                <c:pt idx="4304">
                  <c:v>38898</c:v>
                </c:pt>
                <c:pt idx="4305">
                  <c:v>38901</c:v>
                </c:pt>
                <c:pt idx="4306">
                  <c:v>38902</c:v>
                </c:pt>
                <c:pt idx="4307">
                  <c:v>38903</c:v>
                </c:pt>
                <c:pt idx="4308">
                  <c:v>38904</c:v>
                </c:pt>
                <c:pt idx="4309">
                  <c:v>38905</c:v>
                </c:pt>
                <c:pt idx="4310">
                  <c:v>38908</c:v>
                </c:pt>
                <c:pt idx="4311">
                  <c:v>38909</c:v>
                </c:pt>
                <c:pt idx="4312">
                  <c:v>38910</c:v>
                </c:pt>
                <c:pt idx="4313">
                  <c:v>38911</c:v>
                </c:pt>
                <c:pt idx="4314">
                  <c:v>38912</c:v>
                </c:pt>
                <c:pt idx="4315">
                  <c:v>38915</c:v>
                </c:pt>
                <c:pt idx="4316">
                  <c:v>38916</c:v>
                </c:pt>
                <c:pt idx="4317">
                  <c:v>38917</c:v>
                </c:pt>
                <c:pt idx="4318">
                  <c:v>38918</c:v>
                </c:pt>
                <c:pt idx="4319">
                  <c:v>38919</c:v>
                </c:pt>
                <c:pt idx="4320">
                  <c:v>38922</c:v>
                </c:pt>
                <c:pt idx="4321">
                  <c:v>38923</c:v>
                </c:pt>
                <c:pt idx="4322">
                  <c:v>38924</c:v>
                </c:pt>
                <c:pt idx="4323">
                  <c:v>38925</c:v>
                </c:pt>
                <c:pt idx="4324">
                  <c:v>38926</c:v>
                </c:pt>
                <c:pt idx="4325">
                  <c:v>38929</c:v>
                </c:pt>
                <c:pt idx="4326">
                  <c:v>38930</c:v>
                </c:pt>
                <c:pt idx="4327">
                  <c:v>38931</c:v>
                </c:pt>
                <c:pt idx="4328">
                  <c:v>38932</c:v>
                </c:pt>
                <c:pt idx="4329">
                  <c:v>38933</c:v>
                </c:pt>
                <c:pt idx="4330">
                  <c:v>38936</c:v>
                </c:pt>
                <c:pt idx="4331">
                  <c:v>38937</c:v>
                </c:pt>
                <c:pt idx="4332">
                  <c:v>38938</c:v>
                </c:pt>
                <c:pt idx="4333">
                  <c:v>38939</c:v>
                </c:pt>
                <c:pt idx="4334">
                  <c:v>38940</c:v>
                </c:pt>
                <c:pt idx="4335">
                  <c:v>38943</c:v>
                </c:pt>
                <c:pt idx="4336">
                  <c:v>38944</c:v>
                </c:pt>
                <c:pt idx="4337">
                  <c:v>38945</c:v>
                </c:pt>
                <c:pt idx="4338">
                  <c:v>38946</c:v>
                </c:pt>
                <c:pt idx="4339">
                  <c:v>38947</c:v>
                </c:pt>
                <c:pt idx="4340">
                  <c:v>38950</c:v>
                </c:pt>
                <c:pt idx="4341">
                  <c:v>38951</c:v>
                </c:pt>
                <c:pt idx="4342">
                  <c:v>38952</c:v>
                </c:pt>
                <c:pt idx="4343">
                  <c:v>38953</c:v>
                </c:pt>
                <c:pt idx="4344">
                  <c:v>38954</c:v>
                </c:pt>
                <c:pt idx="4345">
                  <c:v>38957</c:v>
                </c:pt>
                <c:pt idx="4346">
                  <c:v>38958</c:v>
                </c:pt>
                <c:pt idx="4347">
                  <c:v>38959</c:v>
                </c:pt>
                <c:pt idx="4348">
                  <c:v>38960</c:v>
                </c:pt>
                <c:pt idx="4349">
                  <c:v>38961</c:v>
                </c:pt>
                <c:pt idx="4350">
                  <c:v>38964</c:v>
                </c:pt>
                <c:pt idx="4351">
                  <c:v>38965</c:v>
                </c:pt>
                <c:pt idx="4352">
                  <c:v>38966</c:v>
                </c:pt>
                <c:pt idx="4353">
                  <c:v>38967</c:v>
                </c:pt>
                <c:pt idx="4354">
                  <c:v>38968</c:v>
                </c:pt>
                <c:pt idx="4355">
                  <c:v>38971</c:v>
                </c:pt>
                <c:pt idx="4356">
                  <c:v>38972</c:v>
                </c:pt>
                <c:pt idx="4357">
                  <c:v>38973</c:v>
                </c:pt>
                <c:pt idx="4358">
                  <c:v>38974</c:v>
                </c:pt>
                <c:pt idx="4359">
                  <c:v>38975</c:v>
                </c:pt>
                <c:pt idx="4360">
                  <c:v>38978</c:v>
                </c:pt>
                <c:pt idx="4361">
                  <c:v>38979</c:v>
                </c:pt>
                <c:pt idx="4362">
                  <c:v>38980</c:v>
                </c:pt>
                <c:pt idx="4363">
                  <c:v>38981</c:v>
                </c:pt>
                <c:pt idx="4364">
                  <c:v>38982</c:v>
                </c:pt>
                <c:pt idx="4365">
                  <c:v>38985</c:v>
                </c:pt>
                <c:pt idx="4366">
                  <c:v>38986</c:v>
                </c:pt>
                <c:pt idx="4367">
                  <c:v>38987</c:v>
                </c:pt>
                <c:pt idx="4368">
                  <c:v>38988</c:v>
                </c:pt>
                <c:pt idx="4369">
                  <c:v>38989</c:v>
                </c:pt>
                <c:pt idx="4370">
                  <c:v>38992</c:v>
                </c:pt>
                <c:pt idx="4371">
                  <c:v>38993</c:v>
                </c:pt>
                <c:pt idx="4372">
                  <c:v>38994</c:v>
                </c:pt>
                <c:pt idx="4373">
                  <c:v>38995</c:v>
                </c:pt>
                <c:pt idx="4374">
                  <c:v>38996</c:v>
                </c:pt>
                <c:pt idx="4375">
                  <c:v>38999</c:v>
                </c:pt>
                <c:pt idx="4376">
                  <c:v>39000</c:v>
                </c:pt>
                <c:pt idx="4377">
                  <c:v>39001</c:v>
                </c:pt>
                <c:pt idx="4378">
                  <c:v>39002</c:v>
                </c:pt>
                <c:pt idx="4379">
                  <c:v>39003</c:v>
                </c:pt>
                <c:pt idx="4380">
                  <c:v>39006</c:v>
                </c:pt>
                <c:pt idx="4381">
                  <c:v>39007</c:v>
                </c:pt>
                <c:pt idx="4382">
                  <c:v>39008</c:v>
                </c:pt>
                <c:pt idx="4383">
                  <c:v>39009</c:v>
                </c:pt>
                <c:pt idx="4384">
                  <c:v>39010</c:v>
                </c:pt>
                <c:pt idx="4385">
                  <c:v>39013</c:v>
                </c:pt>
                <c:pt idx="4386">
                  <c:v>39014</c:v>
                </c:pt>
                <c:pt idx="4387">
                  <c:v>39015</c:v>
                </c:pt>
                <c:pt idx="4388">
                  <c:v>39016</c:v>
                </c:pt>
                <c:pt idx="4389">
                  <c:v>39017</c:v>
                </c:pt>
                <c:pt idx="4390">
                  <c:v>39020</c:v>
                </c:pt>
                <c:pt idx="4391">
                  <c:v>39021</c:v>
                </c:pt>
                <c:pt idx="4392">
                  <c:v>39022</c:v>
                </c:pt>
                <c:pt idx="4393">
                  <c:v>39023</c:v>
                </c:pt>
                <c:pt idx="4394">
                  <c:v>39024</c:v>
                </c:pt>
                <c:pt idx="4395">
                  <c:v>39027</c:v>
                </c:pt>
                <c:pt idx="4396">
                  <c:v>39028</c:v>
                </c:pt>
                <c:pt idx="4397">
                  <c:v>39029</c:v>
                </c:pt>
                <c:pt idx="4398">
                  <c:v>39030</c:v>
                </c:pt>
                <c:pt idx="4399">
                  <c:v>39031</c:v>
                </c:pt>
                <c:pt idx="4400">
                  <c:v>39034</c:v>
                </c:pt>
                <c:pt idx="4401">
                  <c:v>39035</c:v>
                </c:pt>
                <c:pt idx="4402">
                  <c:v>39036</c:v>
                </c:pt>
                <c:pt idx="4403">
                  <c:v>39037</c:v>
                </c:pt>
                <c:pt idx="4404">
                  <c:v>39038</c:v>
                </c:pt>
                <c:pt idx="4405">
                  <c:v>39041</c:v>
                </c:pt>
                <c:pt idx="4406">
                  <c:v>39042</c:v>
                </c:pt>
                <c:pt idx="4407">
                  <c:v>39043</c:v>
                </c:pt>
                <c:pt idx="4408">
                  <c:v>39044</c:v>
                </c:pt>
                <c:pt idx="4409">
                  <c:v>39045</c:v>
                </c:pt>
                <c:pt idx="4410">
                  <c:v>39048</c:v>
                </c:pt>
                <c:pt idx="4411">
                  <c:v>39049</c:v>
                </c:pt>
                <c:pt idx="4412">
                  <c:v>39050</c:v>
                </c:pt>
                <c:pt idx="4413">
                  <c:v>39051</c:v>
                </c:pt>
                <c:pt idx="4414">
                  <c:v>39052</c:v>
                </c:pt>
                <c:pt idx="4415">
                  <c:v>39055</c:v>
                </c:pt>
                <c:pt idx="4416">
                  <c:v>39056</c:v>
                </c:pt>
                <c:pt idx="4417">
                  <c:v>39057</c:v>
                </c:pt>
                <c:pt idx="4418">
                  <c:v>39058</c:v>
                </c:pt>
                <c:pt idx="4419">
                  <c:v>39059</c:v>
                </c:pt>
                <c:pt idx="4420">
                  <c:v>39062</c:v>
                </c:pt>
                <c:pt idx="4421">
                  <c:v>39063</c:v>
                </c:pt>
                <c:pt idx="4422">
                  <c:v>39064</c:v>
                </c:pt>
                <c:pt idx="4423">
                  <c:v>39065</c:v>
                </c:pt>
                <c:pt idx="4424">
                  <c:v>39066</c:v>
                </c:pt>
                <c:pt idx="4425">
                  <c:v>39069</c:v>
                </c:pt>
                <c:pt idx="4426">
                  <c:v>39070</c:v>
                </c:pt>
                <c:pt idx="4427">
                  <c:v>39071</c:v>
                </c:pt>
                <c:pt idx="4428">
                  <c:v>39072</c:v>
                </c:pt>
                <c:pt idx="4429">
                  <c:v>39073</c:v>
                </c:pt>
                <c:pt idx="4430">
                  <c:v>39076</c:v>
                </c:pt>
                <c:pt idx="4431">
                  <c:v>39077</c:v>
                </c:pt>
                <c:pt idx="4432">
                  <c:v>39078</c:v>
                </c:pt>
                <c:pt idx="4433">
                  <c:v>39079</c:v>
                </c:pt>
                <c:pt idx="4434">
                  <c:v>39080</c:v>
                </c:pt>
                <c:pt idx="4435">
                  <c:v>39083</c:v>
                </c:pt>
                <c:pt idx="4436">
                  <c:v>39084</c:v>
                </c:pt>
                <c:pt idx="4437">
                  <c:v>39085</c:v>
                </c:pt>
                <c:pt idx="4438">
                  <c:v>39086</c:v>
                </c:pt>
                <c:pt idx="4439">
                  <c:v>39087</c:v>
                </c:pt>
                <c:pt idx="4440">
                  <c:v>39090</c:v>
                </c:pt>
                <c:pt idx="4441">
                  <c:v>39091</c:v>
                </c:pt>
                <c:pt idx="4442">
                  <c:v>39092</c:v>
                </c:pt>
                <c:pt idx="4443">
                  <c:v>39093</c:v>
                </c:pt>
                <c:pt idx="4444">
                  <c:v>39094</c:v>
                </c:pt>
                <c:pt idx="4445">
                  <c:v>39097</c:v>
                </c:pt>
                <c:pt idx="4446">
                  <c:v>39098</c:v>
                </c:pt>
                <c:pt idx="4447">
                  <c:v>39099</c:v>
                </c:pt>
                <c:pt idx="4448">
                  <c:v>39100</c:v>
                </c:pt>
                <c:pt idx="4449">
                  <c:v>39101</c:v>
                </c:pt>
                <c:pt idx="4450">
                  <c:v>39104</c:v>
                </c:pt>
                <c:pt idx="4451">
                  <c:v>39105</c:v>
                </c:pt>
                <c:pt idx="4452">
                  <c:v>39106</c:v>
                </c:pt>
                <c:pt idx="4453">
                  <c:v>39107</c:v>
                </c:pt>
                <c:pt idx="4454">
                  <c:v>39108</c:v>
                </c:pt>
                <c:pt idx="4455">
                  <c:v>39111</c:v>
                </c:pt>
                <c:pt idx="4456">
                  <c:v>39112</c:v>
                </c:pt>
                <c:pt idx="4457">
                  <c:v>39113</c:v>
                </c:pt>
                <c:pt idx="4458">
                  <c:v>39114</c:v>
                </c:pt>
                <c:pt idx="4459">
                  <c:v>39115</c:v>
                </c:pt>
                <c:pt idx="4460">
                  <c:v>39118</c:v>
                </c:pt>
                <c:pt idx="4461">
                  <c:v>39119</c:v>
                </c:pt>
                <c:pt idx="4462">
                  <c:v>39120</c:v>
                </c:pt>
                <c:pt idx="4463">
                  <c:v>39121</c:v>
                </c:pt>
                <c:pt idx="4464">
                  <c:v>39122</c:v>
                </c:pt>
                <c:pt idx="4465">
                  <c:v>39125</c:v>
                </c:pt>
                <c:pt idx="4466">
                  <c:v>39126</c:v>
                </c:pt>
                <c:pt idx="4467">
                  <c:v>39127</c:v>
                </c:pt>
                <c:pt idx="4468">
                  <c:v>39128</c:v>
                </c:pt>
                <c:pt idx="4469">
                  <c:v>39129</c:v>
                </c:pt>
                <c:pt idx="4470">
                  <c:v>39132</c:v>
                </c:pt>
                <c:pt idx="4471">
                  <c:v>39133</c:v>
                </c:pt>
                <c:pt idx="4472">
                  <c:v>39134</c:v>
                </c:pt>
                <c:pt idx="4473">
                  <c:v>39135</c:v>
                </c:pt>
                <c:pt idx="4474">
                  <c:v>39136</c:v>
                </c:pt>
                <c:pt idx="4475">
                  <c:v>39139</c:v>
                </c:pt>
                <c:pt idx="4476">
                  <c:v>39140</c:v>
                </c:pt>
                <c:pt idx="4477">
                  <c:v>39141</c:v>
                </c:pt>
                <c:pt idx="4478">
                  <c:v>39142</c:v>
                </c:pt>
                <c:pt idx="4479">
                  <c:v>39143</c:v>
                </c:pt>
                <c:pt idx="4480">
                  <c:v>39146</c:v>
                </c:pt>
                <c:pt idx="4481">
                  <c:v>39147</c:v>
                </c:pt>
                <c:pt idx="4482">
                  <c:v>39148</c:v>
                </c:pt>
                <c:pt idx="4483">
                  <c:v>39149</c:v>
                </c:pt>
                <c:pt idx="4484">
                  <c:v>39150</c:v>
                </c:pt>
                <c:pt idx="4485">
                  <c:v>39153</c:v>
                </c:pt>
                <c:pt idx="4486">
                  <c:v>39154</c:v>
                </c:pt>
                <c:pt idx="4487">
                  <c:v>39155</c:v>
                </c:pt>
                <c:pt idx="4488">
                  <c:v>39156</c:v>
                </c:pt>
                <c:pt idx="4489">
                  <c:v>39157</c:v>
                </c:pt>
                <c:pt idx="4490">
                  <c:v>39160</c:v>
                </c:pt>
                <c:pt idx="4491">
                  <c:v>39161</c:v>
                </c:pt>
                <c:pt idx="4492">
                  <c:v>39162</c:v>
                </c:pt>
                <c:pt idx="4493">
                  <c:v>39163</c:v>
                </c:pt>
                <c:pt idx="4494">
                  <c:v>39164</c:v>
                </c:pt>
                <c:pt idx="4495">
                  <c:v>39167</c:v>
                </c:pt>
                <c:pt idx="4496">
                  <c:v>39168</c:v>
                </c:pt>
                <c:pt idx="4497">
                  <c:v>39169</c:v>
                </c:pt>
                <c:pt idx="4498">
                  <c:v>39170</c:v>
                </c:pt>
                <c:pt idx="4499">
                  <c:v>39171</c:v>
                </c:pt>
                <c:pt idx="4500">
                  <c:v>39174</c:v>
                </c:pt>
                <c:pt idx="4501">
                  <c:v>39175</c:v>
                </c:pt>
                <c:pt idx="4502">
                  <c:v>39176</c:v>
                </c:pt>
                <c:pt idx="4503">
                  <c:v>39177</c:v>
                </c:pt>
                <c:pt idx="4504">
                  <c:v>39178</c:v>
                </c:pt>
                <c:pt idx="4505">
                  <c:v>39181</c:v>
                </c:pt>
                <c:pt idx="4506">
                  <c:v>39182</c:v>
                </c:pt>
                <c:pt idx="4507">
                  <c:v>39183</c:v>
                </c:pt>
                <c:pt idx="4508">
                  <c:v>39184</c:v>
                </c:pt>
                <c:pt idx="4509">
                  <c:v>39185</c:v>
                </c:pt>
                <c:pt idx="4510">
                  <c:v>39188</c:v>
                </c:pt>
                <c:pt idx="4511">
                  <c:v>39189</c:v>
                </c:pt>
                <c:pt idx="4512">
                  <c:v>39190</c:v>
                </c:pt>
                <c:pt idx="4513">
                  <c:v>39191</c:v>
                </c:pt>
                <c:pt idx="4514">
                  <c:v>39192</c:v>
                </c:pt>
                <c:pt idx="4515">
                  <c:v>39195</c:v>
                </c:pt>
                <c:pt idx="4516">
                  <c:v>39196</c:v>
                </c:pt>
                <c:pt idx="4517">
                  <c:v>39197</c:v>
                </c:pt>
                <c:pt idx="4518">
                  <c:v>39198</c:v>
                </c:pt>
                <c:pt idx="4519">
                  <c:v>39199</c:v>
                </c:pt>
                <c:pt idx="4520">
                  <c:v>39202</c:v>
                </c:pt>
                <c:pt idx="4521">
                  <c:v>39203</c:v>
                </c:pt>
                <c:pt idx="4522">
                  <c:v>39204</c:v>
                </c:pt>
                <c:pt idx="4523">
                  <c:v>39205</c:v>
                </c:pt>
                <c:pt idx="4524">
                  <c:v>39206</c:v>
                </c:pt>
                <c:pt idx="4525">
                  <c:v>39209</c:v>
                </c:pt>
                <c:pt idx="4526">
                  <c:v>39210</c:v>
                </c:pt>
                <c:pt idx="4527">
                  <c:v>39211</c:v>
                </c:pt>
                <c:pt idx="4528">
                  <c:v>39212</c:v>
                </c:pt>
                <c:pt idx="4529">
                  <c:v>39213</c:v>
                </c:pt>
                <c:pt idx="4530">
                  <c:v>39216</c:v>
                </c:pt>
                <c:pt idx="4531">
                  <c:v>39217</c:v>
                </c:pt>
                <c:pt idx="4532">
                  <c:v>39218</c:v>
                </c:pt>
                <c:pt idx="4533">
                  <c:v>39219</c:v>
                </c:pt>
                <c:pt idx="4534">
                  <c:v>39220</c:v>
                </c:pt>
                <c:pt idx="4535">
                  <c:v>39223</c:v>
                </c:pt>
                <c:pt idx="4536">
                  <c:v>39224</c:v>
                </c:pt>
                <c:pt idx="4537">
                  <c:v>39225</c:v>
                </c:pt>
                <c:pt idx="4538">
                  <c:v>39226</c:v>
                </c:pt>
                <c:pt idx="4539">
                  <c:v>39227</c:v>
                </c:pt>
                <c:pt idx="4540">
                  <c:v>39230</c:v>
                </c:pt>
                <c:pt idx="4541">
                  <c:v>39231</c:v>
                </c:pt>
                <c:pt idx="4542">
                  <c:v>39232</c:v>
                </c:pt>
                <c:pt idx="4543">
                  <c:v>39233</c:v>
                </c:pt>
                <c:pt idx="4544">
                  <c:v>39234</c:v>
                </c:pt>
                <c:pt idx="4545">
                  <c:v>39237</c:v>
                </c:pt>
                <c:pt idx="4546">
                  <c:v>39238</c:v>
                </c:pt>
                <c:pt idx="4547">
                  <c:v>39239</c:v>
                </c:pt>
                <c:pt idx="4548">
                  <c:v>39240</c:v>
                </c:pt>
                <c:pt idx="4549">
                  <c:v>39241</c:v>
                </c:pt>
                <c:pt idx="4550">
                  <c:v>39244</c:v>
                </c:pt>
                <c:pt idx="4551">
                  <c:v>39245</c:v>
                </c:pt>
                <c:pt idx="4552">
                  <c:v>39246</c:v>
                </c:pt>
                <c:pt idx="4553">
                  <c:v>39247</c:v>
                </c:pt>
                <c:pt idx="4554">
                  <c:v>39248</c:v>
                </c:pt>
                <c:pt idx="4555">
                  <c:v>39251</c:v>
                </c:pt>
                <c:pt idx="4556">
                  <c:v>39252</c:v>
                </c:pt>
                <c:pt idx="4557">
                  <c:v>39253</c:v>
                </c:pt>
                <c:pt idx="4558">
                  <c:v>39254</c:v>
                </c:pt>
                <c:pt idx="4559">
                  <c:v>39255</c:v>
                </c:pt>
                <c:pt idx="4560">
                  <c:v>39258</c:v>
                </c:pt>
                <c:pt idx="4561">
                  <c:v>39259</c:v>
                </c:pt>
                <c:pt idx="4562">
                  <c:v>39260</c:v>
                </c:pt>
                <c:pt idx="4563">
                  <c:v>39261</c:v>
                </c:pt>
                <c:pt idx="4564">
                  <c:v>39262</c:v>
                </c:pt>
                <c:pt idx="4565">
                  <c:v>39265</c:v>
                </c:pt>
                <c:pt idx="4566">
                  <c:v>39266</c:v>
                </c:pt>
                <c:pt idx="4567">
                  <c:v>39267</c:v>
                </c:pt>
                <c:pt idx="4568">
                  <c:v>39268</c:v>
                </c:pt>
                <c:pt idx="4569">
                  <c:v>39269</c:v>
                </c:pt>
                <c:pt idx="4570">
                  <c:v>39272</c:v>
                </c:pt>
                <c:pt idx="4571">
                  <c:v>39273</c:v>
                </c:pt>
                <c:pt idx="4572">
                  <c:v>39274</c:v>
                </c:pt>
                <c:pt idx="4573">
                  <c:v>39275</c:v>
                </c:pt>
                <c:pt idx="4574">
                  <c:v>39276</c:v>
                </c:pt>
                <c:pt idx="4575">
                  <c:v>39279</c:v>
                </c:pt>
                <c:pt idx="4576">
                  <c:v>39280</c:v>
                </c:pt>
                <c:pt idx="4577">
                  <c:v>39281</c:v>
                </c:pt>
                <c:pt idx="4578">
                  <c:v>39282</c:v>
                </c:pt>
                <c:pt idx="4579">
                  <c:v>39283</c:v>
                </c:pt>
                <c:pt idx="4580">
                  <c:v>39286</c:v>
                </c:pt>
                <c:pt idx="4581">
                  <c:v>39287</c:v>
                </c:pt>
                <c:pt idx="4582">
                  <c:v>39288</c:v>
                </c:pt>
                <c:pt idx="4583">
                  <c:v>39289</c:v>
                </c:pt>
                <c:pt idx="4584">
                  <c:v>39290</c:v>
                </c:pt>
                <c:pt idx="4585">
                  <c:v>39293</c:v>
                </c:pt>
                <c:pt idx="4586">
                  <c:v>39294</c:v>
                </c:pt>
                <c:pt idx="4587">
                  <c:v>39295</c:v>
                </c:pt>
                <c:pt idx="4588">
                  <c:v>39296</c:v>
                </c:pt>
                <c:pt idx="4589">
                  <c:v>39297</c:v>
                </c:pt>
                <c:pt idx="4590">
                  <c:v>39300</c:v>
                </c:pt>
                <c:pt idx="4591">
                  <c:v>39301</c:v>
                </c:pt>
                <c:pt idx="4592">
                  <c:v>39302</c:v>
                </c:pt>
                <c:pt idx="4593">
                  <c:v>39303</c:v>
                </c:pt>
                <c:pt idx="4594">
                  <c:v>39304</c:v>
                </c:pt>
                <c:pt idx="4595">
                  <c:v>39307</c:v>
                </c:pt>
                <c:pt idx="4596">
                  <c:v>39308</c:v>
                </c:pt>
                <c:pt idx="4597">
                  <c:v>39309</c:v>
                </c:pt>
                <c:pt idx="4598">
                  <c:v>39310</c:v>
                </c:pt>
                <c:pt idx="4599">
                  <c:v>39311</c:v>
                </c:pt>
                <c:pt idx="4600">
                  <c:v>39314</c:v>
                </c:pt>
                <c:pt idx="4601">
                  <c:v>39315</c:v>
                </c:pt>
                <c:pt idx="4602">
                  <c:v>39316</c:v>
                </c:pt>
                <c:pt idx="4603">
                  <c:v>39317</c:v>
                </c:pt>
                <c:pt idx="4604">
                  <c:v>39318</c:v>
                </c:pt>
                <c:pt idx="4605">
                  <c:v>39321</c:v>
                </c:pt>
                <c:pt idx="4606">
                  <c:v>39322</c:v>
                </c:pt>
                <c:pt idx="4607">
                  <c:v>39323</c:v>
                </c:pt>
                <c:pt idx="4608">
                  <c:v>39324</c:v>
                </c:pt>
                <c:pt idx="4609">
                  <c:v>39325</c:v>
                </c:pt>
                <c:pt idx="4610">
                  <c:v>39328</c:v>
                </c:pt>
                <c:pt idx="4611">
                  <c:v>39329</c:v>
                </c:pt>
                <c:pt idx="4612">
                  <c:v>39330</c:v>
                </c:pt>
                <c:pt idx="4613">
                  <c:v>39331</c:v>
                </c:pt>
                <c:pt idx="4614">
                  <c:v>39332</c:v>
                </c:pt>
                <c:pt idx="4615">
                  <c:v>39335</c:v>
                </c:pt>
                <c:pt idx="4616">
                  <c:v>39336</c:v>
                </c:pt>
                <c:pt idx="4617">
                  <c:v>39337</c:v>
                </c:pt>
                <c:pt idx="4618">
                  <c:v>39338</c:v>
                </c:pt>
                <c:pt idx="4619">
                  <c:v>39339</c:v>
                </c:pt>
                <c:pt idx="4620">
                  <c:v>39342</c:v>
                </c:pt>
                <c:pt idx="4621">
                  <c:v>39343</c:v>
                </c:pt>
                <c:pt idx="4622">
                  <c:v>39344</c:v>
                </c:pt>
                <c:pt idx="4623">
                  <c:v>39345</c:v>
                </c:pt>
                <c:pt idx="4624">
                  <c:v>39346</c:v>
                </c:pt>
                <c:pt idx="4625">
                  <c:v>39349</c:v>
                </c:pt>
                <c:pt idx="4626">
                  <c:v>39350</c:v>
                </c:pt>
                <c:pt idx="4627">
                  <c:v>39351</c:v>
                </c:pt>
                <c:pt idx="4628">
                  <c:v>39352</c:v>
                </c:pt>
                <c:pt idx="4629">
                  <c:v>39353</c:v>
                </c:pt>
                <c:pt idx="4630">
                  <c:v>39356</c:v>
                </c:pt>
                <c:pt idx="4631">
                  <c:v>39357</c:v>
                </c:pt>
                <c:pt idx="4632">
                  <c:v>39358</c:v>
                </c:pt>
                <c:pt idx="4633">
                  <c:v>39359</c:v>
                </c:pt>
                <c:pt idx="4634">
                  <c:v>39360</c:v>
                </c:pt>
                <c:pt idx="4635">
                  <c:v>39363</c:v>
                </c:pt>
                <c:pt idx="4636">
                  <c:v>39364</c:v>
                </c:pt>
                <c:pt idx="4637">
                  <c:v>39365</c:v>
                </c:pt>
                <c:pt idx="4638">
                  <c:v>39366</c:v>
                </c:pt>
                <c:pt idx="4639">
                  <c:v>39367</c:v>
                </c:pt>
                <c:pt idx="4640">
                  <c:v>39370</c:v>
                </c:pt>
                <c:pt idx="4641">
                  <c:v>39371</c:v>
                </c:pt>
                <c:pt idx="4642">
                  <c:v>39372</c:v>
                </c:pt>
                <c:pt idx="4643">
                  <c:v>39373</c:v>
                </c:pt>
                <c:pt idx="4644">
                  <c:v>39374</c:v>
                </c:pt>
                <c:pt idx="4645">
                  <c:v>39377</c:v>
                </c:pt>
                <c:pt idx="4646">
                  <c:v>39378</c:v>
                </c:pt>
                <c:pt idx="4647">
                  <c:v>39379</c:v>
                </c:pt>
                <c:pt idx="4648">
                  <c:v>39380</c:v>
                </c:pt>
                <c:pt idx="4649">
                  <c:v>39381</c:v>
                </c:pt>
                <c:pt idx="4650">
                  <c:v>39384</c:v>
                </c:pt>
                <c:pt idx="4651">
                  <c:v>39385</c:v>
                </c:pt>
                <c:pt idx="4652">
                  <c:v>39386</c:v>
                </c:pt>
                <c:pt idx="4653">
                  <c:v>39387</c:v>
                </c:pt>
                <c:pt idx="4654">
                  <c:v>39388</c:v>
                </c:pt>
                <c:pt idx="4655">
                  <c:v>39391</c:v>
                </c:pt>
                <c:pt idx="4656">
                  <c:v>39392</c:v>
                </c:pt>
                <c:pt idx="4657">
                  <c:v>39393</c:v>
                </c:pt>
                <c:pt idx="4658">
                  <c:v>39394</c:v>
                </c:pt>
                <c:pt idx="4659">
                  <c:v>39395</c:v>
                </c:pt>
                <c:pt idx="4660">
                  <c:v>39398</c:v>
                </c:pt>
                <c:pt idx="4661">
                  <c:v>39399</c:v>
                </c:pt>
                <c:pt idx="4662">
                  <c:v>39400</c:v>
                </c:pt>
                <c:pt idx="4663">
                  <c:v>39401</c:v>
                </c:pt>
                <c:pt idx="4664">
                  <c:v>39402</c:v>
                </c:pt>
                <c:pt idx="4665">
                  <c:v>39405</c:v>
                </c:pt>
                <c:pt idx="4666">
                  <c:v>39406</c:v>
                </c:pt>
                <c:pt idx="4667">
                  <c:v>39407</c:v>
                </c:pt>
                <c:pt idx="4668">
                  <c:v>39408</c:v>
                </c:pt>
                <c:pt idx="4669">
                  <c:v>39409</c:v>
                </c:pt>
                <c:pt idx="4670">
                  <c:v>39412</c:v>
                </c:pt>
                <c:pt idx="4671">
                  <c:v>39413</c:v>
                </c:pt>
                <c:pt idx="4672">
                  <c:v>39414</c:v>
                </c:pt>
                <c:pt idx="4673">
                  <c:v>39415</c:v>
                </c:pt>
                <c:pt idx="4674">
                  <c:v>39416</c:v>
                </c:pt>
                <c:pt idx="4675">
                  <c:v>39419</c:v>
                </c:pt>
                <c:pt idx="4676">
                  <c:v>39420</c:v>
                </c:pt>
                <c:pt idx="4677">
                  <c:v>39421</c:v>
                </c:pt>
                <c:pt idx="4678">
                  <c:v>39422</c:v>
                </c:pt>
                <c:pt idx="4679">
                  <c:v>39423</c:v>
                </c:pt>
                <c:pt idx="4680">
                  <c:v>39426</c:v>
                </c:pt>
                <c:pt idx="4681">
                  <c:v>39427</c:v>
                </c:pt>
                <c:pt idx="4682">
                  <c:v>39428</c:v>
                </c:pt>
                <c:pt idx="4683">
                  <c:v>39429</c:v>
                </c:pt>
                <c:pt idx="4684">
                  <c:v>39430</c:v>
                </c:pt>
                <c:pt idx="4685">
                  <c:v>39433</c:v>
                </c:pt>
                <c:pt idx="4686">
                  <c:v>39434</c:v>
                </c:pt>
                <c:pt idx="4687">
                  <c:v>39435</c:v>
                </c:pt>
                <c:pt idx="4688">
                  <c:v>39436</c:v>
                </c:pt>
                <c:pt idx="4689">
                  <c:v>39437</c:v>
                </c:pt>
                <c:pt idx="4690">
                  <c:v>39440</c:v>
                </c:pt>
                <c:pt idx="4691">
                  <c:v>39441</c:v>
                </c:pt>
                <c:pt idx="4692">
                  <c:v>39442</c:v>
                </c:pt>
                <c:pt idx="4693">
                  <c:v>39443</c:v>
                </c:pt>
                <c:pt idx="4694">
                  <c:v>39444</c:v>
                </c:pt>
                <c:pt idx="4695">
                  <c:v>39447</c:v>
                </c:pt>
                <c:pt idx="4696">
                  <c:v>39448</c:v>
                </c:pt>
                <c:pt idx="4697">
                  <c:v>39449</c:v>
                </c:pt>
                <c:pt idx="4698">
                  <c:v>39450</c:v>
                </c:pt>
                <c:pt idx="4699">
                  <c:v>39451</c:v>
                </c:pt>
                <c:pt idx="4700">
                  <c:v>39454</c:v>
                </c:pt>
                <c:pt idx="4701">
                  <c:v>39455</c:v>
                </c:pt>
                <c:pt idx="4702">
                  <c:v>39456</c:v>
                </c:pt>
                <c:pt idx="4703">
                  <c:v>39457</c:v>
                </c:pt>
                <c:pt idx="4704">
                  <c:v>39458</c:v>
                </c:pt>
                <c:pt idx="4705">
                  <c:v>39461</c:v>
                </c:pt>
                <c:pt idx="4706">
                  <c:v>39462</c:v>
                </c:pt>
                <c:pt idx="4707">
                  <c:v>39463</c:v>
                </c:pt>
                <c:pt idx="4708">
                  <c:v>39464</c:v>
                </c:pt>
                <c:pt idx="4709">
                  <c:v>39465</c:v>
                </c:pt>
                <c:pt idx="4710">
                  <c:v>39468</c:v>
                </c:pt>
                <c:pt idx="4711">
                  <c:v>39469</c:v>
                </c:pt>
                <c:pt idx="4712">
                  <c:v>39470</c:v>
                </c:pt>
                <c:pt idx="4713">
                  <c:v>39471</c:v>
                </c:pt>
                <c:pt idx="4714">
                  <c:v>39472</c:v>
                </c:pt>
                <c:pt idx="4715">
                  <c:v>39475</c:v>
                </c:pt>
                <c:pt idx="4716">
                  <c:v>39476</c:v>
                </c:pt>
                <c:pt idx="4717">
                  <c:v>39477</c:v>
                </c:pt>
                <c:pt idx="4718">
                  <c:v>39478</c:v>
                </c:pt>
                <c:pt idx="4719">
                  <c:v>39479</c:v>
                </c:pt>
                <c:pt idx="4720">
                  <c:v>39482</c:v>
                </c:pt>
                <c:pt idx="4721">
                  <c:v>39483</c:v>
                </c:pt>
                <c:pt idx="4722">
                  <c:v>39484</c:v>
                </c:pt>
                <c:pt idx="4723">
                  <c:v>39485</c:v>
                </c:pt>
                <c:pt idx="4724">
                  <c:v>39486</c:v>
                </c:pt>
                <c:pt idx="4725">
                  <c:v>39489</c:v>
                </c:pt>
                <c:pt idx="4726">
                  <c:v>39490</c:v>
                </c:pt>
                <c:pt idx="4727">
                  <c:v>39491</c:v>
                </c:pt>
                <c:pt idx="4728">
                  <c:v>39492</c:v>
                </c:pt>
                <c:pt idx="4729">
                  <c:v>39493</c:v>
                </c:pt>
                <c:pt idx="4730">
                  <c:v>39496</c:v>
                </c:pt>
                <c:pt idx="4731">
                  <c:v>39497</c:v>
                </c:pt>
                <c:pt idx="4732">
                  <c:v>39498</c:v>
                </c:pt>
                <c:pt idx="4733">
                  <c:v>39499</c:v>
                </c:pt>
                <c:pt idx="4734">
                  <c:v>39500</c:v>
                </c:pt>
                <c:pt idx="4735">
                  <c:v>39503</c:v>
                </c:pt>
                <c:pt idx="4736">
                  <c:v>39504</c:v>
                </c:pt>
                <c:pt idx="4737">
                  <c:v>39505</c:v>
                </c:pt>
                <c:pt idx="4738">
                  <c:v>39506</c:v>
                </c:pt>
                <c:pt idx="4739">
                  <c:v>39507</c:v>
                </c:pt>
                <c:pt idx="4740">
                  <c:v>39510</c:v>
                </c:pt>
                <c:pt idx="4741">
                  <c:v>39511</c:v>
                </c:pt>
                <c:pt idx="4742">
                  <c:v>39512</c:v>
                </c:pt>
                <c:pt idx="4743">
                  <c:v>39513</c:v>
                </c:pt>
                <c:pt idx="4744">
                  <c:v>39514</c:v>
                </c:pt>
                <c:pt idx="4745">
                  <c:v>39517</c:v>
                </c:pt>
                <c:pt idx="4746">
                  <c:v>39518</c:v>
                </c:pt>
                <c:pt idx="4747">
                  <c:v>39519</c:v>
                </c:pt>
                <c:pt idx="4748">
                  <c:v>39520</c:v>
                </c:pt>
                <c:pt idx="4749">
                  <c:v>39521</c:v>
                </c:pt>
                <c:pt idx="4750">
                  <c:v>39524</c:v>
                </c:pt>
                <c:pt idx="4751">
                  <c:v>39525</c:v>
                </c:pt>
                <c:pt idx="4752">
                  <c:v>39526</c:v>
                </c:pt>
                <c:pt idx="4753">
                  <c:v>39527</c:v>
                </c:pt>
                <c:pt idx="4754">
                  <c:v>39528</c:v>
                </c:pt>
                <c:pt idx="4755">
                  <c:v>39531</c:v>
                </c:pt>
                <c:pt idx="4756">
                  <c:v>39532</c:v>
                </c:pt>
                <c:pt idx="4757">
                  <c:v>39533</c:v>
                </c:pt>
                <c:pt idx="4758">
                  <c:v>39534</c:v>
                </c:pt>
                <c:pt idx="4759">
                  <c:v>39535</c:v>
                </c:pt>
                <c:pt idx="4760">
                  <c:v>39538</c:v>
                </c:pt>
                <c:pt idx="4761">
                  <c:v>39539</c:v>
                </c:pt>
                <c:pt idx="4762">
                  <c:v>39540</c:v>
                </c:pt>
                <c:pt idx="4763">
                  <c:v>39541</c:v>
                </c:pt>
                <c:pt idx="4764">
                  <c:v>39542</c:v>
                </c:pt>
                <c:pt idx="4765">
                  <c:v>39545</c:v>
                </c:pt>
                <c:pt idx="4766">
                  <c:v>39546</c:v>
                </c:pt>
                <c:pt idx="4767">
                  <c:v>39547</c:v>
                </c:pt>
                <c:pt idx="4768">
                  <c:v>39548</c:v>
                </c:pt>
                <c:pt idx="4769">
                  <c:v>39549</c:v>
                </c:pt>
                <c:pt idx="4770">
                  <c:v>39552</c:v>
                </c:pt>
                <c:pt idx="4771">
                  <c:v>39553</c:v>
                </c:pt>
                <c:pt idx="4772">
                  <c:v>39554</c:v>
                </c:pt>
                <c:pt idx="4773">
                  <c:v>39555</c:v>
                </c:pt>
                <c:pt idx="4774">
                  <c:v>39556</c:v>
                </c:pt>
                <c:pt idx="4775">
                  <c:v>39559</c:v>
                </c:pt>
                <c:pt idx="4776">
                  <c:v>39560</c:v>
                </c:pt>
                <c:pt idx="4777">
                  <c:v>39561</c:v>
                </c:pt>
                <c:pt idx="4778">
                  <c:v>39562</c:v>
                </c:pt>
                <c:pt idx="4779">
                  <c:v>39563</c:v>
                </c:pt>
                <c:pt idx="4780">
                  <c:v>39566</c:v>
                </c:pt>
                <c:pt idx="4781">
                  <c:v>39567</c:v>
                </c:pt>
                <c:pt idx="4782">
                  <c:v>39568</c:v>
                </c:pt>
                <c:pt idx="4783">
                  <c:v>39569</c:v>
                </c:pt>
                <c:pt idx="4784">
                  <c:v>39570</c:v>
                </c:pt>
                <c:pt idx="4785">
                  <c:v>39573</c:v>
                </c:pt>
                <c:pt idx="4786">
                  <c:v>39574</c:v>
                </c:pt>
                <c:pt idx="4787">
                  <c:v>39575</c:v>
                </c:pt>
                <c:pt idx="4788">
                  <c:v>39576</c:v>
                </c:pt>
                <c:pt idx="4789">
                  <c:v>39577</c:v>
                </c:pt>
                <c:pt idx="4790">
                  <c:v>39580</c:v>
                </c:pt>
                <c:pt idx="4791">
                  <c:v>39581</c:v>
                </c:pt>
                <c:pt idx="4792">
                  <c:v>39582</c:v>
                </c:pt>
                <c:pt idx="4793">
                  <c:v>39583</c:v>
                </c:pt>
                <c:pt idx="4794">
                  <c:v>39584</c:v>
                </c:pt>
                <c:pt idx="4795">
                  <c:v>39587</c:v>
                </c:pt>
                <c:pt idx="4796">
                  <c:v>39588</c:v>
                </c:pt>
                <c:pt idx="4797">
                  <c:v>39589</c:v>
                </c:pt>
                <c:pt idx="4798">
                  <c:v>39590</c:v>
                </c:pt>
                <c:pt idx="4799">
                  <c:v>39591</c:v>
                </c:pt>
                <c:pt idx="4800">
                  <c:v>39594</c:v>
                </c:pt>
                <c:pt idx="4801">
                  <c:v>39595</c:v>
                </c:pt>
                <c:pt idx="4802">
                  <c:v>39596</c:v>
                </c:pt>
                <c:pt idx="4803">
                  <c:v>39597</c:v>
                </c:pt>
                <c:pt idx="4804">
                  <c:v>39598</c:v>
                </c:pt>
                <c:pt idx="4805">
                  <c:v>39601</c:v>
                </c:pt>
                <c:pt idx="4806">
                  <c:v>39602</c:v>
                </c:pt>
                <c:pt idx="4807">
                  <c:v>39603</c:v>
                </c:pt>
                <c:pt idx="4808">
                  <c:v>39604</c:v>
                </c:pt>
                <c:pt idx="4809">
                  <c:v>39605</c:v>
                </c:pt>
                <c:pt idx="4810">
                  <c:v>39608</c:v>
                </c:pt>
                <c:pt idx="4811">
                  <c:v>39609</c:v>
                </c:pt>
                <c:pt idx="4812">
                  <c:v>39610</c:v>
                </c:pt>
                <c:pt idx="4813">
                  <c:v>39611</c:v>
                </c:pt>
                <c:pt idx="4814">
                  <c:v>39612</c:v>
                </c:pt>
                <c:pt idx="4815">
                  <c:v>39615</c:v>
                </c:pt>
                <c:pt idx="4816">
                  <c:v>39616</c:v>
                </c:pt>
                <c:pt idx="4817">
                  <c:v>39617</c:v>
                </c:pt>
                <c:pt idx="4818">
                  <c:v>39618</c:v>
                </c:pt>
                <c:pt idx="4819">
                  <c:v>39619</c:v>
                </c:pt>
                <c:pt idx="4820">
                  <c:v>39622</c:v>
                </c:pt>
                <c:pt idx="4821">
                  <c:v>39623</c:v>
                </c:pt>
                <c:pt idx="4822">
                  <c:v>39624</c:v>
                </c:pt>
                <c:pt idx="4823">
                  <c:v>39625</c:v>
                </c:pt>
                <c:pt idx="4824">
                  <c:v>39626</c:v>
                </c:pt>
                <c:pt idx="4825">
                  <c:v>39629</c:v>
                </c:pt>
                <c:pt idx="4826">
                  <c:v>39630</c:v>
                </c:pt>
                <c:pt idx="4827">
                  <c:v>39631</c:v>
                </c:pt>
                <c:pt idx="4828">
                  <c:v>39632</c:v>
                </c:pt>
                <c:pt idx="4829">
                  <c:v>39633</c:v>
                </c:pt>
                <c:pt idx="4830">
                  <c:v>39636</c:v>
                </c:pt>
                <c:pt idx="4831">
                  <c:v>39637</c:v>
                </c:pt>
                <c:pt idx="4832">
                  <c:v>39638</c:v>
                </c:pt>
                <c:pt idx="4833">
                  <c:v>39639</c:v>
                </c:pt>
                <c:pt idx="4834">
                  <c:v>39640</c:v>
                </c:pt>
                <c:pt idx="4835">
                  <c:v>39643</c:v>
                </c:pt>
                <c:pt idx="4836">
                  <c:v>39644</c:v>
                </c:pt>
                <c:pt idx="4837">
                  <c:v>39645</c:v>
                </c:pt>
                <c:pt idx="4838">
                  <c:v>39646</c:v>
                </c:pt>
                <c:pt idx="4839">
                  <c:v>39647</c:v>
                </c:pt>
                <c:pt idx="4840">
                  <c:v>39650</c:v>
                </c:pt>
                <c:pt idx="4841">
                  <c:v>39651</c:v>
                </c:pt>
                <c:pt idx="4842">
                  <c:v>39652</c:v>
                </c:pt>
                <c:pt idx="4843">
                  <c:v>39653</c:v>
                </c:pt>
                <c:pt idx="4844">
                  <c:v>39654</c:v>
                </c:pt>
                <c:pt idx="4845">
                  <c:v>39657</c:v>
                </c:pt>
                <c:pt idx="4846">
                  <c:v>39658</c:v>
                </c:pt>
                <c:pt idx="4847">
                  <c:v>39659</c:v>
                </c:pt>
                <c:pt idx="4848">
                  <c:v>39660</c:v>
                </c:pt>
                <c:pt idx="4849">
                  <c:v>39661</c:v>
                </c:pt>
                <c:pt idx="4850">
                  <c:v>39664</c:v>
                </c:pt>
                <c:pt idx="4851">
                  <c:v>39665</c:v>
                </c:pt>
                <c:pt idx="4852">
                  <c:v>39666</c:v>
                </c:pt>
                <c:pt idx="4853">
                  <c:v>39667</c:v>
                </c:pt>
                <c:pt idx="4854">
                  <c:v>39668</c:v>
                </c:pt>
                <c:pt idx="4855">
                  <c:v>39671</c:v>
                </c:pt>
                <c:pt idx="4856">
                  <c:v>39672</c:v>
                </c:pt>
                <c:pt idx="4857">
                  <c:v>39673</c:v>
                </c:pt>
                <c:pt idx="4858">
                  <c:v>39674</c:v>
                </c:pt>
                <c:pt idx="4859">
                  <c:v>39675</c:v>
                </c:pt>
                <c:pt idx="4860">
                  <c:v>39678</c:v>
                </c:pt>
                <c:pt idx="4861">
                  <c:v>39679</c:v>
                </c:pt>
                <c:pt idx="4862">
                  <c:v>39680</c:v>
                </c:pt>
                <c:pt idx="4863">
                  <c:v>39681</c:v>
                </c:pt>
                <c:pt idx="4864">
                  <c:v>39682</c:v>
                </c:pt>
                <c:pt idx="4865">
                  <c:v>39685</c:v>
                </c:pt>
                <c:pt idx="4866">
                  <c:v>39686</c:v>
                </c:pt>
                <c:pt idx="4867">
                  <c:v>39687</c:v>
                </c:pt>
                <c:pt idx="4868">
                  <c:v>39688</c:v>
                </c:pt>
                <c:pt idx="4869">
                  <c:v>39689</c:v>
                </c:pt>
                <c:pt idx="4870">
                  <c:v>39692</c:v>
                </c:pt>
                <c:pt idx="4871">
                  <c:v>39693</c:v>
                </c:pt>
                <c:pt idx="4872">
                  <c:v>39694</c:v>
                </c:pt>
                <c:pt idx="4873">
                  <c:v>39695</c:v>
                </c:pt>
                <c:pt idx="4874">
                  <c:v>39696</c:v>
                </c:pt>
                <c:pt idx="4875">
                  <c:v>39699</c:v>
                </c:pt>
                <c:pt idx="4876">
                  <c:v>39700</c:v>
                </c:pt>
                <c:pt idx="4877">
                  <c:v>39701</c:v>
                </c:pt>
                <c:pt idx="4878">
                  <c:v>39702</c:v>
                </c:pt>
                <c:pt idx="4879">
                  <c:v>39703</c:v>
                </c:pt>
                <c:pt idx="4880">
                  <c:v>39706</c:v>
                </c:pt>
                <c:pt idx="4881">
                  <c:v>39707</c:v>
                </c:pt>
                <c:pt idx="4882">
                  <c:v>39708</c:v>
                </c:pt>
                <c:pt idx="4883">
                  <c:v>39709</c:v>
                </c:pt>
                <c:pt idx="4884">
                  <c:v>39710</c:v>
                </c:pt>
                <c:pt idx="4885">
                  <c:v>39713</c:v>
                </c:pt>
                <c:pt idx="4886">
                  <c:v>39714</c:v>
                </c:pt>
                <c:pt idx="4887">
                  <c:v>39715</c:v>
                </c:pt>
                <c:pt idx="4888">
                  <c:v>39716</c:v>
                </c:pt>
                <c:pt idx="4889">
                  <c:v>39717</c:v>
                </c:pt>
                <c:pt idx="4890">
                  <c:v>39720</c:v>
                </c:pt>
                <c:pt idx="4891">
                  <c:v>39721</c:v>
                </c:pt>
                <c:pt idx="4892">
                  <c:v>39722</c:v>
                </c:pt>
                <c:pt idx="4893">
                  <c:v>39723</c:v>
                </c:pt>
                <c:pt idx="4894">
                  <c:v>39724</c:v>
                </c:pt>
                <c:pt idx="4895">
                  <c:v>39727</c:v>
                </c:pt>
                <c:pt idx="4896">
                  <c:v>39728</c:v>
                </c:pt>
                <c:pt idx="4897">
                  <c:v>39729</c:v>
                </c:pt>
                <c:pt idx="4898">
                  <c:v>39730</c:v>
                </c:pt>
                <c:pt idx="4899">
                  <c:v>39731</c:v>
                </c:pt>
                <c:pt idx="4900">
                  <c:v>39734</c:v>
                </c:pt>
                <c:pt idx="4901">
                  <c:v>39735</c:v>
                </c:pt>
                <c:pt idx="4902">
                  <c:v>39736</c:v>
                </c:pt>
                <c:pt idx="4903">
                  <c:v>39737</c:v>
                </c:pt>
                <c:pt idx="4904">
                  <c:v>39738</c:v>
                </c:pt>
                <c:pt idx="4905">
                  <c:v>39741</c:v>
                </c:pt>
                <c:pt idx="4906">
                  <c:v>39742</c:v>
                </c:pt>
                <c:pt idx="4907">
                  <c:v>39743</c:v>
                </c:pt>
                <c:pt idx="4908">
                  <c:v>39744</c:v>
                </c:pt>
                <c:pt idx="4909">
                  <c:v>39745</c:v>
                </c:pt>
                <c:pt idx="4910">
                  <c:v>39748</c:v>
                </c:pt>
                <c:pt idx="4911">
                  <c:v>39749</c:v>
                </c:pt>
                <c:pt idx="4912">
                  <c:v>39750</c:v>
                </c:pt>
                <c:pt idx="4913">
                  <c:v>39751</c:v>
                </c:pt>
                <c:pt idx="4914">
                  <c:v>39752</c:v>
                </c:pt>
                <c:pt idx="4915">
                  <c:v>39755</c:v>
                </c:pt>
                <c:pt idx="4916">
                  <c:v>39756</c:v>
                </c:pt>
                <c:pt idx="4917">
                  <c:v>39757</c:v>
                </c:pt>
                <c:pt idx="4918">
                  <c:v>39758</c:v>
                </c:pt>
                <c:pt idx="4919">
                  <c:v>39759</c:v>
                </c:pt>
                <c:pt idx="4920">
                  <c:v>39762</c:v>
                </c:pt>
                <c:pt idx="4921">
                  <c:v>39763</c:v>
                </c:pt>
                <c:pt idx="4922">
                  <c:v>39764</c:v>
                </c:pt>
                <c:pt idx="4923">
                  <c:v>39765</c:v>
                </c:pt>
                <c:pt idx="4924">
                  <c:v>39766</c:v>
                </c:pt>
                <c:pt idx="4925">
                  <c:v>39769</c:v>
                </c:pt>
                <c:pt idx="4926">
                  <c:v>39770</c:v>
                </c:pt>
                <c:pt idx="4927">
                  <c:v>39771</c:v>
                </c:pt>
                <c:pt idx="4928">
                  <c:v>39772</c:v>
                </c:pt>
                <c:pt idx="4929">
                  <c:v>39773</c:v>
                </c:pt>
                <c:pt idx="4930">
                  <c:v>39776</c:v>
                </c:pt>
                <c:pt idx="4931">
                  <c:v>39777</c:v>
                </c:pt>
                <c:pt idx="4932">
                  <c:v>39778</c:v>
                </c:pt>
                <c:pt idx="4933">
                  <c:v>39779</c:v>
                </c:pt>
                <c:pt idx="4934">
                  <c:v>39780</c:v>
                </c:pt>
                <c:pt idx="4935">
                  <c:v>39783</c:v>
                </c:pt>
                <c:pt idx="4936">
                  <c:v>39784</c:v>
                </c:pt>
                <c:pt idx="4937">
                  <c:v>39785</c:v>
                </c:pt>
                <c:pt idx="4938">
                  <c:v>39786</c:v>
                </c:pt>
                <c:pt idx="4939">
                  <c:v>39787</c:v>
                </c:pt>
                <c:pt idx="4940">
                  <c:v>39790</c:v>
                </c:pt>
                <c:pt idx="4941">
                  <c:v>39791</c:v>
                </c:pt>
                <c:pt idx="4942">
                  <c:v>39792</c:v>
                </c:pt>
                <c:pt idx="4943">
                  <c:v>39793</c:v>
                </c:pt>
                <c:pt idx="4944">
                  <c:v>39794</c:v>
                </c:pt>
                <c:pt idx="4945">
                  <c:v>39797</c:v>
                </c:pt>
                <c:pt idx="4946">
                  <c:v>39798</c:v>
                </c:pt>
                <c:pt idx="4947">
                  <c:v>39799</c:v>
                </c:pt>
                <c:pt idx="4948">
                  <c:v>39800</c:v>
                </c:pt>
                <c:pt idx="4949">
                  <c:v>39801</c:v>
                </c:pt>
                <c:pt idx="4950">
                  <c:v>39804</c:v>
                </c:pt>
                <c:pt idx="4951">
                  <c:v>39805</c:v>
                </c:pt>
                <c:pt idx="4952">
                  <c:v>39806</c:v>
                </c:pt>
                <c:pt idx="4953">
                  <c:v>39807</c:v>
                </c:pt>
                <c:pt idx="4954">
                  <c:v>39808</c:v>
                </c:pt>
                <c:pt idx="4955">
                  <c:v>39811</c:v>
                </c:pt>
                <c:pt idx="4956">
                  <c:v>39812</c:v>
                </c:pt>
                <c:pt idx="4957">
                  <c:v>39813</c:v>
                </c:pt>
                <c:pt idx="4958">
                  <c:v>39814</c:v>
                </c:pt>
                <c:pt idx="4959">
                  <c:v>39815</c:v>
                </c:pt>
                <c:pt idx="4960">
                  <c:v>39818</c:v>
                </c:pt>
                <c:pt idx="4961">
                  <c:v>39819</c:v>
                </c:pt>
                <c:pt idx="4962">
                  <c:v>39820</c:v>
                </c:pt>
                <c:pt idx="4963">
                  <c:v>39821</c:v>
                </c:pt>
                <c:pt idx="4964">
                  <c:v>39822</c:v>
                </c:pt>
                <c:pt idx="4965">
                  <c:v>39825</c:v>
                </c:pt>
                <c:pt idx="4966">
                  <c:v>39826</c:v>
                </c:pt>
                <c:pt idx="4967">
                  <c:v>39827</c:v>
                </c:pt>
                <c:pt idx="4968">
                  <c:v>39828</c:v>
                </c:pt>
                <c:pt idx="4969">
                  <c:v>39829</c:v>
                </c:pt>
                <c:pt idx="4970">
                  <c:v>39832</c:v>
                </c:pt>
                <c:pt idx="4971">
                  <c:v>39833</c:v>
                </c:pt>
                <c:pt idx="4972">
                  <c:v>39834</c:v>
                </c:pt>
                <c:pt idx="4973">
                  <c:v>39835</c:v>
                </c:pt>
                <c:pt idx="4974">
                  <c:v>39836</c:v>
                </c:pt>
                <c:pt idx="4975">
                  <c:v>39839</c:v>
                </c:pt>
                <c:pt idx="4976">
                  <c:v>39840</c:v>
                </c:pt>
                <c:pt idx="4977">
                  <c:v>39841</c:v>
                </c:pt>
                <c:pt idx="4978">
                  <c:v>39842</c:v>
                </c:pt>
                <c:pt idx="4979">
                  <c:v>39843</c:v>
                </c:pt>
                <c:pt idx="4980">
                  <c:v>39846</c:v>
                </c:pt>
                <c:pt idx="4981">
                  <c:v>39847</c:v>
                </c:pt>
                <c:pt idx="4982">
                  <c:v>39848</c:v>
                </c:pt>
                <c:pt idx="4983">
                  <c:v>39849</c:v>
                </c:pt>
                <c:pt idx="4984">
                  <c:v>39850</c:v>
                </c:pt>
                <c:pt idx="4985">
                  <c:v>39853</c:v>
                </c:pt>
                <c:pt idx="4986">
                  <c:v>39854</c:v>
                </c:pt>
                <c:pt idx="4987">
                  <c:v>39855</c:v>
                </c:pt>
                <c:pt idx="4988">
                  <c:v>39856</c:v>
                </c:pt>
                <c:pt idx="4989">
                  <c:v>39857</c:v>
                </c:pt>
                <c:pt idx="4990">
                  <c:v>39860</c:v>
                </c:pt>
                <c:pt idx="4991">
                  <c:v>39861</c:v>
                </c:pt>
                <c:pt idx="4992">
                  <c:v>39862</c:v>
                </c:pt>
                <c:pt idx="4993">
                  <c:v>39863</c:v>
                </c:pt>
                <c:pt idx="4994">
                  <c:v>39864</c:v>
                </c:pt>
                <c:pt idx="4995">
                  <c:v>39867</c:v>
                </c:pt>
                <c:pt idx="4996">
                  <c:v>39868</c:v>
                </c:pt>
                <c:pt idx="4997">
                  <c:v>39869</c:v>
                </c:pt>
                <c:pt idx="4998">
                  <c:v>39870</c:v>
                </c:pt>
                <c:pt idx="4999">
                  <c:v>39871</c:v>
                </c:pt>
                <c:pt idx="5000">
                  <c:v>39874</c:v>
                </c:pt>
                <c:pt idx="5001">
                  <c:v>39875</c:v>
                </c:pt>
                <c:pt idx="5002">
                  <c:v>39876</c:v>
                </c:pt>
                <c:pt idx="5003">
                  <c:v>39877</c:v>
                </c:pt>
                <c:pt idx="5004">
                  <c:v>39878</c:v>
                </c:pt>
                <c:pt idx="5005">
                  <c:v>39881</c:v>
                </c:pt>
                <c:pt idx="5006">
                  <c:v>39882</c:v>
                </c:pt>
                <c:pt idx="5007">
                  <c:v>39883</c:v>
                </c:pt>
                <c:pt idx="5008">
                  <c:v>39884</c:v>
                </c:pt>
                <c:pt idx="5009">
                  <c:v>39885</c:v>
                </c:pt>
                <c:pt idx="5010">
                  <c:v>39888</c:v>
                </c:pt>
                <c:pt idx="5011">
                  <c:v>39889</c:v>
                </c:pt>
                <c:pt idx="5012">
                  <c:v>39890</c:v>
                </c:pt>
                <c:pt idx="5013">
                  <c:v>39891</c:v>
                </c:pt>
                <c:pt idx="5014">
                  <c:v>39892</c:v>
                </c:pt>
                <c:pt idx="5015">
                  <c:v>39895</c:v>
                </c:pt>
                <c:pt idx="5016">
                  <c:v>39896</c:v>
                </c:pt>
                <c:pt idx="5017">
                  <c:v>39897</c:v>
                </c:pt>
                <c:pt idx="5018">
                  <c:v>39898</c:v>
                </c:pt>
                <c:pt idx="5019">
                  <c:v>39899</c:v>
                </c:pt>
                <c:pt idx="5020">
                  <c:v>39902</c:v>
                </c:pt>
                <c:pt idx="5021">
                  <c:v>39903</c:v>
                </c:pt>
                <c:pt idx="5022">
                  <c:v>39904</c:v>
                </c:pt>
                <c:pt idx="5023">
                  <c:v>39905</c:v>
                </c:pt>
                <c:pt idx="5024">
                  <c:v>39906</c:v>
                </c:pt>
                <c:pt idx="5025">
                  <c:v>39909</c:v>
                </c:pt>
                <c:pt idx="5026">
                  <c:v>39910</c:v>
                </c:pt>
                <c:pt idx="5027">
                  <c:v>39911</c:v>
                </c:pt>
                <c:pt idx="5028">
                  <c:v>39912</c:v>
                </c:pt>
                <c:pt idx="5029">
                  <c:v>39913</c:v>
                </c:pt>
                <c:pt idx="5030">
                  <c:v>39916</c:v>
                </c:pt>
                <c:pt idx="5031">
                  <c:v>39917</c:v>
                </c:pt>
                <c:pt idx="5032">
                  <c:v>39918</c:v>
                </c:pt>
                <c:pt idx="5033">
                  <c:v>39919</c:v>
                </c:pt>
                <c:pt idx="5034">
                  <c:v>39920</c:v>
                </c:pt>
                <c:pt idx="5035">
                  <c:v>39923</c:v>
                </c:pt>
                <c:pt idx="5036">
                  <c:v>39924</c:v>
                </c:pt>
                <c:pt idx="5037">
                  <c:v>39925</c:v>
                </c:pt>
                <c:pt idx="5038">
                  <c:v>39926</c:v>
                </c:pt>
                <c:pt idx="5039">
                  <c:v>39927</c:v>
                </c:pt>
                <c:pt idx="5040">
                  <c:v>39930</c:v>
                </c:pt>
                <c:pt idx="5041">
                  <c:v>39931</c:v>
                </c:pt>
                <c:pt idx="5042">
                  <c:v>39932</c:v>
                </c:pt>
                <c:pt idx="5043">
                  <c:v>39933</c:v>
                </c:pt>
                <c:pt idx="5044">
                  <c:v>39934</c:v>
                </c:pt>
                <c:pt idx="5045">
                  <c:v>39937</c:v>
                </c:pt>
                <c:pt idx="5046">
                  <c:v>39938</c:v>
                </c:pt>
                <c:pt idx="5047">
                  <c:v>39939</c:v>
                </c:pt>
                <c:pt idx="5048">
                  <c:v>39940</c:v>
                </c:pt>
                <c:pt idx="5049">
                  <c:v>39941</c:v>
                </c:pt>
                <c:pt idx="5050">
                  <c:v>39944</c:v>
                </c:pt>
                <c:pt idx="5051">
                  <c:v>39945</c:v>
                </c:pt>
                <c:pt idx="5052">
                  <c:v>39946</c:v>
                </c:pt>
                <c:pt idx="5053">
                  <c:v>39947</c:v>
                </c:pt>
                <c:pt idx="5054">
                  <c:v>39948</c:v>
                </c:pt>
                <c:pt idx="5055">
                  <c:v>39951</c:v>
                </c:pt>
                <c:pt idx="5056">
                  <c:v>39952</c:v>
                </c:pt>
                <c:pt idx="5057">
                  <c:v>39953</c:v>
                </c:pt>
                <c:pt idx="5058">
                  <c:v>39954</c:v>
                </c:pt>
                <c:pt idx="5059">
                  <c:v>39955</c:v>
                </c:pt>
                <c:pt idx="5060">
                  <c:v>39958</c:v>
                </c:pt>
                <c:pt idx="5061">
                  <c:v>39959</c:v>
                </c:pt>
                <c:pt idx="5062">
                  <c:v>39960</c:v>
                </c:pt>
                <c:pt idx="5063">
                  <c:v>39961</c:v>
                </c:pt>
                <c:pt idx="5064">
                  <c:v>39962</c:v>
                </c:pt>
                <c:pt idx="5065">
                  <c:v>39965</c:v>
                </c:pt>
                <c:pt idx="5066">
                  <c:v>39966</c:v>
                </c:pt>
                <c:pt idx="5067">
                  <c:v>39967</c:v>
                </c:pt>
                <c:pt idx="5068">
                  <c:v>39968</c:v>
                </c:pt>
                <c:pt idx="5069">
                  <c:v>39969</c:v>
                </c:pt>
                <c:pt idx="5070">
                  <c:v>39972</c:v>
                </c:pt>
                <c:pt idx="5071">
                  <c:v>39973</c:v>
                </c:pt>
                <c:pt idx="5072">
                  <c:v>39974</c:v>
                </c:pt>
                <c:pt idx="5073">
                  <c:v>39975</c:v>
                </c:pt>
                <c:pt idx="5074">
                  <c:v>39976</c:v>
                </c:pt>
                <c:pt idx="5075">
                  <c:v>39979</c:v>
                </c:pt>
                <c:pt idx="5076">
                  <c:v>39980</c:v>
                </c:pt>
                <c:pt idx="5077">
                  <c:v>39981</c:v>
                </c:pt>
                <c:pt idx="5078">
                  <c:v>39982</c:v>
                </c:pt>
                <c:pt idx="5079">
                  <c:v>39983</c:v>
                </c:pt>
                <c:pt idx="5080">
                  <c:v>39986</c:v>
                </c:pt>
                <c:pt idx="5081">
                  <c:v>39987</c:v>
                </c:pt>
                <c:pt idx="5082">
                  <c:v>39988</c:v>
                </c:pt>
                <c:pt idx="5083">
                  <c:v>39989</c:v>
                </c:pt>
                <c:pt idx="5084">
                  <c:v>39990</c:v>
                </c:pt>
                <c:pt idx="5085">
                  <c:v>39993</c:v>
                </c:pt>
                <c:pt idx="5086">
                  <c:v>39994</c:v>
                </c:pt>
                <c:pt idx="5087">
                  <c:v>39995</c:v>
                </c:pt>
                <c:pt idx="5088">
                  <c:v>39996</c:v>
                </c:pt>
                <c:pt idx="5089">
                  <c:v>39997</c:v>
                </c:pt>
                <c:pt idx="5090">
                  <c:v>40000</c:v>
                </c:pt>
                <c:pt idx="5091">
                  <c:v>40001</c:v>
                </c:pt>
                <c:pt idx="5092">
                  <c:v>40002</c:v>
                </c:pt>
                <c:pt idx="5093">
                  <c:v>40003</c:v>
                </c:pt>
                <c:pt idx="5094">
                  <c:v>40004</c:v>
                </c:pt>
                <c:pt idx="5095">
                  <c:v>40007</c:v>
                </c:pt>
                <c:pt idx="5096">
                  <c:v>40008</c:v>
                </c:pt>
                <c:pt idx="5097">
                  <c:v>40009</c:v>
                </c:pt>
                <c:pt idx="5098">
                  <c:v>40010</c:v>
                </c:pt>
                <c:pt idx="5099">
                  <c:v>40011</c:v>
                </c:pt>
                <c:pt idx="5100">
                  <c:v>40014</c:v>
                </c:pt>
                <c:pt idx="5101">
                  <c:v>40015</c:v>
                </c:pt>
                <c:pt idx="5102">
                  <c:v>40016</c:v>
                </c:pt>
                <c:pt idx="5103">
                  <c:v>40017</c:v>
                </c:pt>
                <c:pt idx="5104">
                  <c:v>40018</c:v>
                </c:pt>
                <c:pt idx="5105">
                  <c:v>40021</c:v>
                </c:pt>
                <c:pt idx="5106">
                  <c:v>40022</c:v>
                </c:pt>
                <c:pt idx="5107">
                  <c:v>40023</c:v>
                </c:pt>
                <c:pt idx="5108">
                  <c:v>40024</c:v>
                </c:pt>
                <c:pt idx="5109">
                  <c:v>40025</c:v>
                </c:pt>
                <c:pt idx="5110">
                  <c:v>40028</c:v>
                </c:pt>
                <c:pt idx="5111">
                  <c:v>40029</c:v>
                </c:pt>
                <c:pt idx="5112">
                  <c:v>40030</c:v>
                </c:pt>
                <c:pt idx="5113">
                  <c:v>40031</c:v>
                </c:pt>
                <c:pt idx="5114">
                  <c:v>40032</c:v>
                </c:pt>
                <c:pt idx="5115">
                  <c:v>40035</c:v>
                </c:pt>
                <c:pt idx="5116">
                  <c:v>40036</c:v>
                </c:pt>
                <c:pt idx="5117">
                  <c:v>40037</c:v>
                </c:pt>
                <c:pt idx="5118">
                  <c:v>40038</c:v>
                </c:pt>
                <c:pt idx="5119">
                  <c:v>40039</c:v>
                </c:pt>
                <c:pt idx="5120">
                  <c:v>40042</c:v>
                </c:pt>
                <c:pt idx="5121">
                  <c:v>40043</c:v>
                </c:pt>
                <c:pt idx="5122">
                  <c:v>40044</c:v>
                </c:pt>
                <c:pt idx="5123">
                  <c:v>40045</c:v>
                </c:pt>
                <c:pt idx="5124">
                  <c:v>40046</c:v>
                </c:pt>
                <c:pt idx="5125">
                  <c:v>40049</c:v>
                </c:pt>
                <c:pt idx="5126">
                  <c:v>40050</c:v>
                </c:pt>
                <c:pt idx="5127">
                  <c:v>40051</c:v>
                </c:pt>
                <c:pt idx="5128">
                  <c:v>40052</c:v>
                </c:pt>
                <c:pt idx="5129">
                  <c:v>40053</c:v>
                </c:pt>
                <c:pt idx="5130">
                  <c:v>40056</c:v>
                </c:pt>
                <c:pt idx="5131">
                  <c:v>40057</c:v>
                </c:pt>
                <c:pt idx="5132">
                  <c:v>40058</c:v>
                </c:pt>
                <c:pt idx="5133">
                  <c:v>40059</c:v>
                </c:pt>
                <c:pt idx="5134">
                  <c:v>40060</c:v>
                </c:pt>
                <c:pt idx="5135">
                  <c:v>40063</c:v>
                </c:pt>
                <c:pt idx="5136">
                  <c:v>40064</c:v>
                </c:pt>
                <c:pt idx="5137">
                  <c:v>40065</c:v>
                </c:pt>
                <c:pt idx="5138">
                  <c:v>40066</c:v>
                </c:pt>
                <c:pt idx="5139">
                  <c:v>40067</c:v>
                </c:pt>
                <c:pt idx="5140">
                  <c:v>40070</c:v>
                </c:pt>
                <c:pt idx="5141">
                  <c:v>40071</c:v>
                </c:pt>
                <c:pt idx="5142">
                  <c:v>40072</c:v>
                </c:pt>
                <c:pt idx="5143">
                  <c:v>40073</c:v>
                </c:pt>
                <c:pt idx="5144">
                  <c:v>40074</c:v>
                </c:pt>
                <c:pt idx="5145">
                  <c:v>40077</c:v>
                </c:pt>
                <c:pt idx="5146">
                  <c:v>40078</c:v>
                </c:pt>
                <c:pt idx="5147">
                  <c:v>40079</c:v>
                </c:pt>
                <c:pt idx="5148">
                  <c:v>40080</c:v>
                </c:pt>
                <c:pt idx="5149">
                  <c:v>40081</c:v>
                </c:pt>
                <c:pt idx="5150">
                  <c:v>40084</c:v>
                </c:pt>
                <c:pt idx="5151">
                  <c:v>40085</c:v>
                </c:pt>
                <c:pt idx="5152">
                  <c:v>40086</c:v>
                </c:pt>
                <c:pt idx="5153">
                  <c:v>40087</c:v>
                </c:pt>
                <c:pt idx="5154">
                  <c:v>40088</c:v>
                </c:pt>
                <c:pt idx="5155">
                  <c:v>40091</c:v>
                </c:pt>
                <c:pt idx="5156">
                  <c:v>40092</c:v>
                </c:pt>
                <c:pt idx="5157">
                  <c:v>40093</c:v>
                </c:pt>
                <c:pt idx="5158">
                  <c:v>40094</c:v>
                </c:pt>
                <c:pt idx="5159">
                  <c:v>40095</c:v>
                </c:pt>
                <c:pt idx="5160">
                  <c:v>40098</c:v>
                </c:pt>
                <c:pt idx="5161">
                  <c:v>40099</c:v>
                </c:pt>
                <c:pt idx="5162">
                  <c:v>40100</c:v>
                </c:pt>
                <c:pt idx="5163">
                  <c:v>40101</c:v>
                </c:pt>
                <c:pt idx="5164">
                  <c:v>40102</c:v>
                </c:pt>
                <c:pt idx="5165">
                  <c:v>40105</c:v>
                </c:pt>
                <c:pt idx="5166">
                  <c:v>40106</c:v>
                </c:pt>
                <c:pt idx="5167">
                  <c:v>40107</c:v>
                </c:pt>
                <c:pt idx="5168">
                  <c:v>40108</c:v>
                </c:pt>
                <c:pt idx="5169">
                  <c:v>40109</c:v>
                </c:pt>
                <c:pt idx="5170">
                  <c:v>40112</c:v>
                </c:pt>
                <c:pt idx="5171">
                  <c:v>40113</c:v>
                </c:pt>
                <c:pt idx="5172">
                  <c:v>40114</c:v>
                </c:pt>
                <c:pt idx="5173">
                  <c:v>40115</c:v>
                </c:pt>
                <c:pt idx="5174">
                  <c:v>40116</c:v>
                </c:pt>
                <c:pt idx="5175">
                  <c:v>40119</c:v>
                </c:pt>
                <c:pt idx="5176">
                  <c:v>40120</c:v>
                </c:pt>
                <c:pt idx="5177">
                  <c:v>40121</c:v>
                </c:pt>
                <c:pt idx="5178">
                  <c:v>40122</c:v>
                </c:pt>
                <c:pt idx="5179">
                  <c:v>40123</c:v>
                </c:pt>
                <c:pt idx="5180">
                  <c:v>40126</c:v>
                </c:pt>
                <c:pt idx="5181">
                  <c:v>40127</c:v>
                </c:pt>
                <c:pt idx="5182">
                  <c:v>40128</c:v>
                </c:pt>
                <c:pt idx="5183">
                  <c:v>40129</c:v>
                </c:pt>
                <c:pt idx="5184">
                  <c:v>40130</c:v>
                </c:pt>
                <c:pt idx="5185">
                  <c:v>40133</c:v>
                </c:pt>
                <c:pt idx="5186">
                  <c:v>40134</c:v>
                </c:pt>
                <c:pt idx="5187">
                  <c:v>40135</c:v>
                </c:pt>
                <c:pt idx="5188">
                  <c:v>40136</c:v>
                </c:pt>
                <c:pt idx="5189">
                  <c:v>40137</c:v>
                </c:pt>
                <c:pt idx="5190">
                  <c:v>40140</c:v>
                </c:pt>
                <c:pt idx="5191">
                  <c:v>40141</c:v>
                </c:pt>
                <c:pt idx="5192">
                  <c:v>40142</c:v>
                </c:pt>
                <c:pt idx="5193">
                  <c:v>40143</c:v>
                </c:pt>
                <c:pt idx="5194">
                  <c:v>40144</c:v>
                </c:pt>
                <c:pt idx="5195">
                  <c:v>40147</c:v>
                </c:pt>
                <c:pt idx="5196">
                  <c:v>40148</c:v>
                </c:pt>
                <c:pt idx="5197">
                  <c:v>40149</c:v>
                </c:pt>
                <c:pt idx="5198">
                  <c:v>40150</c:v>
                </c:pt>
                <c:pt idx="5199">
                  <c:v>40151</c:v>
                </c:pt>
                <c:pt idx="5200">
                  <c:v>40154</c:v>
                </c:pt>
                <c:pt idx="5201">
                  <c:v>40155</c:v>
                </c:pt>
                <c:pt idx="5202">
                  <c:v>40156</c:v>
                </c:pt>
                <c:pt idx="5203">
                  <c:v>40157</c:v>
                </c:pt>
                <c:pt idx="5204">
                  <c:v>40158</c:v>
                </c:pt>
                <c:pt idx="5205">
                  <c:v>40161</c:v>
                </c:pt>
                <c:pt idx="5206">
                  <c:v>40162</c:v>
                </c:pt>
                <c:pt idx="5207">
                  <c:v>40163</c:v>
                </c:pt>
                <c:pt idx="5208">
                  <c:v>40164</c:v>
                </c:pt>
                <c:pt idx="5209">
                  <c:v>40165</c:v>
                </c:pt>
                <c:pt idx="5210">
                  <c:v>40168</c:v>
                </c:pt>
                <c:pt idx="5211">
                  <c:v>40169</c:v>
                </c:pt>
                <c:pt idx="5212">
                  <c:v>40170</c:v>
                </c:pt>
                <c:pt idx="5213">
                  <c:v>40171</c:v>
                </c:pt>
                <c:pt idx="5214">
                  <c:v>40172</c:v>
                </c:pt>
                <c:pt idx="5215">
                  <c:v>40175</c:v>
                </c:pt>
                <c:pt idx="5216">
                  <c:v>40176</c:v>
                </c:pt>
                <c:pt idx="5217">
                  <c:v>40177</c:v>
                </c:pt>
                <c:pt idx="5218">
                  <c:v>40178</c:v>
                </c:pt>
                <c:pt idx="5219">
                  <c:v>40179</c:v>
                </c:pt>
                <c:pt idx="5220">
                  <c:v>40182</c:v>
                </c:pt>
                <c:pt idx="5221">
                  <c:v>40183</c:v>
                </c:pt>
                <c:pt idx="5222">
                  <c:v>40184</c:v>
                </c:pt>
                <c:pt idx="5223">
                  <c:v>40185</c:v>
                </c:pt>
                <c:pt idx="5224">
                  <c:v>40186</c:v>
                </c:pt>
                <c:pt idx="5225">
                  <c:v>40189</c:v>
                </c:pt>
                <c:pt idx="5226">
                  <c:v>40190</c:v>
                </c:pt>
                <c:pt idx="5227">
                  <c:v>40191</c:v>
                </c:pt>
                <c:pt idx="5228">
                  <c:v>40192</c:v>
                </c:pt>
                <c:pt idx="5229">
                  <c:v>40193</c:v>
                </c:pt>
                <c:pt idx="5230">
                  <c:v>40196</c:v>
                </c:pt>
                <c:pt idx="5231">
                  <c:v>40197</c:v>
                </c:pt>
                <c:pt idx="5232">
                  <c:v>40198</c:v>
                </c:pt>
                <c:pt idx="5233">
                  <c:v>40199</c:v>
                </c:pt>
                <c:pt idx="5234">
                  <c:v>40200</c:v>
                </c:pt>
                <c:pt idx="5235">
                  <c:v>40203</c:v>
                </c:pt>
                <c:pt idx="5236">
                  <c:v>40204</c:v>
                </c:pt>
                <c:pt idx="5237">
                  <c:v>40205</c:v>
                </c:pt>
                <c:pt idx="5238">
                  <c:v>40206</c:v>
                </c:pt>
                <c:pt idx="5239">
                  <c:v>40207</c:v>
                </c:pt>
                <c:pt idx="5240">
                  <c:v>40210</c:v>
                </c:pt>
                <c:pt idx="5241">
                  <c:v>40211</c:v>
                </c:pt>
                <c:pt idx="5242">
                  <c:v>40212</c:v>
                </c:pt>
                <c:pt idx="5243">
                  <c:v>40213</c:v>
                </c:pt>
                <c:pt idx="5244">
                  <c:v>40214</c:v>
                </c:pt>
                <c:pt idx="5245">
                  <c:v>40217</c:v>
                </c:pt>
                <c:pt idx="5246">
                  <c:v>40218</c:v>
                </c:pt>
                <c:pt idx="5247">
                  <c:v>40219</c:v>
                </c:pt>
                <c:pt idx="5248">
                  <c:v>40220</c:v>
                </c:pt>
                <c:pt idx="5249">
                  <c:v>40221</c:v>
                </c:pt>
                <c:pt idx="5250">
                  <c:v>40224</c:v>
                </c:pt>
                <c:pt idx="5251">
                  <c:v>40225</c:v>
                </c:pt>
                <c:pt idx="5252">
                  <c:v>40226</c:v>
                </c:pt>
                <c:pt idx="5253">
                  <c:v>40227</c:v>
                </c:pt>
                <c:pt idx="5254">
                  <c:v>40228</c:v>
                </c:pt>
                <c:pt idx="5255">
                  <c:v>40231</c:v>
                </c:pt>
                <c:pt idx="5256">
                  <c:v>40232</c:v>
                </c:pt>
                <c:pt idx="5257">
                  <c:v>40233</c:v>
                </c:pt>
                <c:pt idx="5258">
                  <c:v>40234</c:v>
                </c:pt>
                <c:pt idx="5259">
                  <c:v>40235</c:v>
                </c:pt>
                <c:pt idx="5260">
                  <c:v>40238</c:v>
                </c:pt>
                <c:pt idx="5261">
                  <c:v>40239</c:v>
                </c:pt>
                <c:pt idx="5262">
                  <c:v>40240</c:v>
                </c:pt>
                <c:pt idx="5263">
                  <c:v>40241</c:v>
                </c:pt>
                <c:pt idx="5264">
                  <c:v>40242</c:v>
                </c:pt>
                <c:pt idx="5265">
                  <c:v>40245</c:v>
                </c:pt>
                <c:pt idx="5266">
                  <c:v>40246</c:v>
                </c:pt>
                <c:pt idx="5267">
                  <c:v>40247</c:v>
                </c:pt>
                <c:pt idx="5268">
                  <c:v>40248</c:v>
                </c:pt>
                <c:pt idx="5269">
                  <c:v>40249</c:v>
                </c:pt>
                <c:pt idx="5270">
                  <c:v>40252</c:v>
                </c:pt>
                <c:pt idx="5271">
                  <c:v>40253</c:v>
                </c:pt>
                <c:pt idx="5272">
                  <c:v>40254</c:v>
                </c:pt>
                <c:pt idx="5273">
                  <c:v>40255</c:v>
                </c:pt>
                <c:pt idx="5274">
                  <c:v>40256</c:v>
                </c:pt>
                <c:pt idx="5275">
                  <c:v>40259</c:v>
                </c:pt>
                <c:pt idx="5276">
                  <c:v>40260</c:v>
                </c:pt>
                <c:pt idx="5277">
                  <c:v>40261</c:v>
                </c:pt>
                <c:pt idx="5278">
                  <c:v>40262</c:v>
                </c:pt>
                <c:pt idx="5279">
                  <c:v>40263</c:v>
                </c:pt>
                <c:pt idx="5280">
                  <c:v>40266</c:v>
                </c:pt>
                <c:pt idx="5281">
                  <c:v>40267</c:v>
                </c:pt>
                <c:pt idx="5282">
                  <c:v>40268</c:v>
                </c:pt>
                <c:pt idx="5283">
                  <c:v>40269</c:v>
                </c:pt>
                <c:pt idx="5284">
                  <c:v>40270</c:v>
                </c:pt>
                <c:pt idx="5285">
                  <c:v>40273</c:v>
                </c:pt>
                <c:pt idx="5286">
                  <c:v>40274</c:v>
                </c:pt>
                <c:pt idx="5287">
                  <c:v>40275</c:v>
                </c:pt>
                <c:pt idx="5288">
                  <c:v>40276</c:v>
                </c:pt>
                <c:pt idx="5289">
                  <c:v>40277</c:v>
                </c:pt>
                <c:pt idx="5290">
                  <c:v>40280</c:v>
                </c:pt>
                <c:pt idx="5291">
                  <c:v>40281</c:v>
                </c:pt>
                <c:pt idx="5292">
                  <c:v>40282</c:v>
                </c:pt>
                <c:pt idx="5293">
                  <c:v>40283</c:v>
                </c:pt>
                <c:pt idx="5294">
                  <c:v>40284</c:v>
                </c:pt>
                <c:pt idx="5295">
                  <c:v>40287</c:v>
                </c:pt>
                <c:pt idx="5296">
                  <c:v>40288</c:v>
                </c:pt>
                <c:pt idx="5297">
                  <c:v>40289</c:v>
                </c:pt>
                <c:pt idx="5298">
                  <c:v>40290</c:v>
                </c:pt>
                <c:pt idx="5299">
                  <c:v>40291</c:v>
                </c:pt>
                <c:pt idx="5300">
                  <c:v>40294</c:v>
                </c:pt>
                <c:pt idx="5301">
                  <c:v>40295</c:v>
                </c:pt>
                <c:pt idx="5302">
                  <c:v>40296</c:v>
                </c:pt>
                <c:pt idx="5303">
                  <c:v>40297</c:v>
                </c:pt>
                <c:pt idx="5304">
                  <c:v>40298</c:v>
                </c:pt>
                <c:pt idx="5305">
                  <c:v>40301</c:v>
                </c:pt>
                <c:pt idx="5306">
                  <c:v>40302</c:v>
                </c:pt>
                <c:pt idx="5307">
                  <c:v>40303</c:v>
                </c:pt>
                <c:pt idx="5308">
                  <c:v>40304</c:v>
                </c:pt>
                <c:pt idx="5309">
                  <c:v>40305</c:v>
                </c:pt>
                <c:pt idx="5310">
                  <c:v>40308</c:v>
                </c:pt>
                <c:pt idx="5311">
                  <c:v>40309</c:v>
                </c:pt>
                <c:pt idx="5312">
                  <c:v>40310</c:v>
                </c:pt>
                <c:pt idx="5313">
                  <c:v>40311</c:v>
                </c:pt>
                <c:pt idx="5314">
                  <c:v>40312</c:v>
                </c:pt>
                <c:pt idx="5315">
                  <c:v>40315</c:v>
                </c:pt>
                <c:pt idx="5316">
                  <c:v>40316</c:v>
                </c:pt>
                <c:pt idx="5317">
                  <c:v>40317</c:v>
                </c:pt>
                <c:pt idx="5318">
                  <c:v>40318</c:v>
                </c:pt>
                <c:pt idx="5319">
                  <c:v>40319</c:v>
                </c:pt>
                <c:pt idx="5320">
                  <c:v>40322</c:v>
                </c:pt>
                <c:pt idx="5321">
                  <c:v>40323</c:v>
                </c:pt>
                <c:pt idx="5322">
                  <c:v>40324</c:v>
                </c:pt>
                <c:pt idx="5323">
                  <c:v>40325</c:v>
                </c:pt>
                <c:pt idx="5324">
                  <c:v>40326</c:v>
                </c:pt>
                <c:pt idx="5325">
                  <c:v>40329</c:v>
                </c:pt>
                <c:pt idx="5326">
                  <c:v>40330</c:v>
                </c:pt>
                <c:pt idx="5327">
                  <c:v>40331</c:v>
                </c:pt>
                <c:pt idx="5328">
                  <c:v>40332</c:v>
                </c:pt>
                <c:pt idx="5329">
                  <c:v>40333</c:v>
                </c:pt>
                <c:pt idx="5330">
                  <c:v>40336</c:v>
                </c:pt>
                <c:pt idx="5331">
                  <c:v>40337</c:v>
                </c:pt>
                <c:pt idx="5332">
                  <c:v>40338</c:v>
                </c:pt>
                <c:pt idx="5333">
                  <c:v>40339</c:v>
                </c:pt>
                <c:pt idx="5334">
                  <c:v>40340</c:v>
                </c:pt>
                <c:pt idx="5335">
                  <c:v>40343</c:v>
                </c:pt>
                <c:pt idx="5336">
                  <c:v>40344</c:v>
                </c:pt>
                <c:pt idx="5337">
                  <c:v>40345</c:v>
                </c:pt>
                <c:pt idx="5338">
                  <c:v>40346</c:v>
                </c:pt>
                <c:pt idx="5339">
                  <c:v>40347</c:v>
                </c:pt>
                <c:pt idx="5340">
                  <c:v>40350</c:v>
                </c:pt>
                <c:pt idx="5341">
                  <c:v>40351</c:v>
                </c:pt>
                <c:pt idx="5342">
                  <c:v>40352</c:v>
                </c:pt>
                <c:pt idx="5343">
                  <c:v>40353</c:v>
                </c:pt>
                <c:pt idx="5344">
                  <c:v>40354</c:v>
                </c:pt>
                <c:pt idx="5345">
                  <c:v>40357</c:v>
                </c:pt>
                <c:pt idx="5346">
                  <c:v>40358</c:v>
                </c:pt>
                <c:pt idx="5347">
                  <c:v>40359</c:v>
                </c:pt>
                <c:pt idx="5348">
                  <c:v>40360</c:v>
                </c:pt>
                <c:pt idx="5349">
                  <c:v>40361</c:v>
                </c:pt>
                <c:pt idx="5350">
                  <c:v>40364</c:v>
                </c:pt>
                <c:pt idx="5351">
                  <c:v>40365</c:v>
                </c:pt>
                <c:pt idx="5352">
                  <c:v>40366</c:v>
                </c:pt>
                <c:pt idx="5353">
                  <c:v>40367</c:v>
                </c:pt>
                <c:pt idx="5354">
                  <c:v>40368</c:v>
                </c:pt>
                <c:pt idx="5355">
                  <c:v>40371</c:v>
                </c:pt>
                <c:pt idx="5356">
                  <c:v>40372</c:v>
                </c:pt>
                <c:pt idx="5357">
                  <c:v>40373</c:v>
                </c:pt>
                <c:pt idx="5358">
                  <c:v>40374</c:v>
                </c:pt>
                <c:pt idx="5359">
                  <c:v>40375</c:v>
                </c:pt>
                <c:pt idx="5360">
                  <c:v>40378</c:v>
                </c:pt>
                <c:pt idx="5361">
                  <c:v>40379</c:v>
                </c:pt>
                <c:pt idx="5362">
                  <c:v>40380</c:v>
                </c:pt>
                <c:pt idx="5363">
                  <c:v>40381</c:v>
                </c:pt>
                <c:pt idx="5364">
                  <c:v>40382</c:v>
                </c:pt>
                <c:pt idx="5365">
                  <c:v>40385</c:v>
                </c:pt>
                <c:pt idx="5366">
                  <c:v>40386</c:v>
                </c:pt>
                <c:pt idx="5367">
                  <c:v>40387</c:v>
                </c:pt>
                <c:pt idx="5368">
                  <c:v>40388</c:v>
                </c:pt>
                <c:pt idx="5369">
                  <c:v>40389</c:v>
                </c:pt>
                <c:pt idx="5370">
                  <c:v>40392</c:v>
                </c:pt>
                <c:pt idx="5371">
                  <c:v>40393</c:v>
                </c:pt>
                <c:pt idx="5372">
                  <c:v>40394</c:v>
                </c:pt>
                <c:pt idx="5373">
                  <c:v>40395</c:v>
                </c:pt>
                <c:pt idx="5374">
                  <c:v>40396</c:v>
                </c:pt>
                <c:pt idx="5375">
                  <c:v>40399</c:v>
                </c:pt>
                <c:pt idx="5376">
                  <c:v>40400</c:v>
                </c:pt>
                <c:pt idx="5377">
                  <c:v>40401</c:v>
                </c:pt>
                <c:pt idx="5378">
                  <c:v>40402</c:v>
                </c:pt>
                <c:pt idx="5379">
                  <c:v>40403</c:v>
                </c:pt>
                <c:pt idx="5380">
                  <c:v>40406</c:v>
                </c:pt>
                <c:pt idx="5381">
                  <c:v>40407</c:v>
                </c:pt>
                <c:pt idx="5382">
                  <c:v>40408</c:v>
                </c:pt>
                <c:pt idx="5383">
                  <c:v>40409</c:v>
                </c:pt>
                <c:pt idx="5384">
                  <c:v>40410</c:v>
                </c:pt>
                <c:pt idx="5385">
                  <c:v>40413</c:v>
                </c:pt>
                <c:pt idx="5386">
                  <c:v>40414</c:v>
                </c:pt>
                <c:pt idx="5387">
                  <c:v>40415</c:v>
                </c:pt>
                <c:pt idx="5388">
                  <c:v>40416</c:v>
                </c:pt>
                <c:pt idx="5389">
                  <c:v>40417</c:v>
                </c:pt>
                <c:pt idx="5390">
                  <c:v>40420</c:v>
                </c:pt>
                <c:pt idx="5391">
                  <c:v>40421</c:v>
                </c:pt>
                <c:pt idx="5392">
                  <c:v>40422</c:v>
                </c:pt>
                <c:pt idx="5393">
                  <c:v>40423</c:v>
                </c:pt>
                <c:pt idx="5394">
                  <c:v>40424</c:v>
                </c:pt>
                <c:pt idx="5395">
                  <c:v>40427</c:v>
                </c:pt>
                <c:pt idx="5396">
                  <c:v>40428</c:v>
                </c:pt>
                <c:pt idx="5397">
                  <c:v>40429</c:v>
                </c:pt>
                <c:pt idx="5398">
                  <c:v>40430</c:v>
                </c:pt>
                <c:pt idx="5399">
                  <c:v>40431</c:v>
                </c:pt>
                <c:pt idx="5400">
                  <c:v>40434</c:v>
                </c:pt>
                <c:pt idx="5401">
                  <c:v>40435</c:v>
                </c:pt>
                <c:pt idx="5402">
                  <c:v>40436</c:v>
                </c:pt>
                <c:pt idx="5403">
                  <c:v>40437</c:v>
                </c:pt>
                <c:pt idx="5404">
                  <c:v>40438</c:v>
                </c:pt>
                <c:pt idx="5405">
                  <c:v>40441</c:v>
                </c:pt>
                <c:pt idx="5406">
                  <c:v>40442</c:v>
                </c:pt>
                <c:pt idx="5407">
                  <c:v>40443</c:v>
                </c:pt>
                <c:pt idx="5408">
                  <c:v>40444</c:v>
                </c:pt>
                <c:pt idx="5409">
                  <c:v>40445</c:v>
                </c:pt>
                <c:pt idx="5410">
                  <c:v>40448</c:v>
                </c:pt>
                <c:pt idx="5411">
                  <c:v>40449</c:v>
                </c:pt>
                <c:pt idx="5412">
                  <c:v>40450</c:v>
                </c:pt>
                <c:pt idx="5413">
                  <c:v>40451</c:v>
                </c:pt>
                <c:pt idx="5414">
                  <c:v>40452</c:v>
                </c:pt>
                <c:pt idx="5415">
                  <c:v>40455</c:v>
                </c:pt>
                <c:pt idx="5416">
                  <c:v>40456</c:v>
                </c:pt>
                <c:pt idx="5417">
                  <c:v>40457</c:v>
                </c:pt>
                <c:pt idx="5418">
                  <c:v>40458</c:v>
                </c:pt>
                <c:pt idx="5419">
                  <c:v>40459</c:v>
                </c:pt>
                <c:pt idx="5420">
                  <c:v>40462</c:v>
                </c:pt>
                <c:pt idx="5421">
                  <c:v>40463</c:v>
                </c:pt>
                <c:pt idx="5422">
                  <c:v>40464</c:v>
                </c:pt>
                <c:pt idx="5423">
                  <c:v>40465</c:v>
                </c:pt>
                <c:pt idx="5424">
                  <c:v>40466</c:v>
                </c:pt>
                <c:pt idx="5425">
                  <c:v>40469</c:v>
                </c:pt>
                <c:pt idx="5426">
                  <c:v>40470</c:v>
                </c:pt>
                <c:pt idx="5427">
                  <c:v>40471</c:v>
                </c:pt>
                <c:pt idx="5428">
                  <c:v>40472</c:v>
                </c:pt>
                <c:pt idx="5429">
                  <c:v>40473</c:v>
                </c:pt>
                <c:pt idx="5430">
                  <c:v>40476</c:v>
                </c:pt>
                <c:pt idx="5431">
                  <c:v>40477</c:v>
                </c:pt>
                <c:pt idx="5432">
                  <c:v>40478</c:v>
                </c:pt>
                <c:pt idx="5433">
                  <c:v>40479</c:v>
                </c:pt>
                <c:pt idx="5434">
                  <c:v>40480</c:v>
                </c:pt>
                <c:pt idx="5435">
                  <c:v>40483</c:v>
                </c:pt>
                <c:pt idx="5436">
                  <c:v>40484</c:v>
                </c:pt>
                <c:pt idx="5437">
                  <c:v>40485</c:v>
                </c:pt>
                <c:pt idx="5438">
                  <c:v>40486</c:v>
                </c:pt>
                <c:pt idx="5439">
                  <c:v>40487</c:v>
                </c:pt>
                <c:pt idx="5440">
                  <c:v>40490</c:v>
                </c:pt>
                <c:pt idx="5441">
                  <c:v>40491</c:v>
                </c:pt>
                <c:pt idx="5442">
                  <c:v>40492</c:v>
                </c:pt>
                <c:pt idx="5443">
                  <c:v>40493</c:v>
                </c:pt>
                <c:pt idx="5444">
                  <c:v>40494</c:v>
                </c:pt>
                <c:pt idx="5445">
                  <c:v>40497</c:v>
                </c:pt>
                <c:pt idx="5446">
                  <c:v>40498</c:v>
                </c:pt>
                <c:pt idx="5447">
                  <c:v>40499</c:v>
                </c:pt>
                <c:pt idx="5448">
                  <c:v>40500</c:v>
                </c:pt>
                <c:pt idx="5449">
                  <c:v>40501</c:v>
                </c:pt>
                <c:pt idx="5450">
                  <c:v>40504</c:v>
                </c:pt>
                <c:pt idx="5451">
                  <c:v>40505</c:v>
                </c:pt>
                <c:pt idx="5452">
                  <c:v>40506</c:v>
                </c:pt>
                <c:pt idx="5453">
                  <c:v>40507</c:v>
                </c:pt>
                <c:pt idx="5454">
                  <c:v>40508</c:v>
                </c:pt>
                <c:pt idx="5455">
                  <c:v>40511</c:v>
                </c:pt>
                <c:pt idx="5456">
                  <c:v>40512</c:v>
                </c:pt>
                <c:pt idx="5457">
                  <c:v>40513</c:v>
                </c:pt>
                <c:pt idx="5458">
                  <c:v>40514</c:v>
                </c:pt>
                <c:pt idx="5459">
                  <c:v>40515</c:v>
                </c:pt>
                <c:pt idx="5460">
                  <c:v>40518</c:v>
                </c:pt>
                <c:pt idx="5461">
                  <c:v>40519</c:v>
                </c:pt>
                <c:pt idx="5462">
                  <c:v>40520</c:v>
                </c:pt>
                <c:pt idx="5463">
                  <c:v>40521</c:v>
                </c:pt>
                <c:pt idx="5464">
                  <c:v>40522</c:v>
                </c:pt>
                <c:pt idx="5465">
                  <c:v>40525</c:v>
                </c:pt>
                <c:pt idx="5466">
                  <c:v>40526</c:v>
                </c:pt>
                <c:pt idx="5467">
                  <c:v>40527</c:v>
                </c:pt>
                <c:pt idx="5468">
                  <c:v>40528</c:v>
                </c:pt>
                <c:pt idx="5469">
                  <c:v>40529</c:v>
                </c:pt>
                <c:pt idx="5470">
                  <c:v>40532</c:v>
                </c:pt>
                <c:pt idx="5471">
                  <c:v>40533</c:v>
                </c:pt>
                <c:pt idx="5472">
                  <c:v>40534</c:v>
                </c:pt>
                <c:pt idx="5473">
                  <c:v>40535</c:v>
                </c:pt>
                <c:pt idx="5474">
                  <c:v>40536</c:v>
                </c:pt>
                <c:pt idx="5475">
                  <c:v>40539</c:v>
                </c:pt>
                <c:pt idx="5476">
                  <c:v>40540</c:v>
                </c:pt>
                <c:pt idx="5477">
                  <c:v>40541</c:v>
                </c:pt>
                <c:pt idx="5478">
                  <c:v>40542</c:v>
                </c:pt>
                <c:pt idx="5479">
                  <c:v>40543</c:v>
                </c:pt>
                <c:pt idx="5480">
                  <c:v>40546</c:v>
                </c:pt>
                <c:pt idx="5481">
                  <c:v>40547</c:v>
                </c:pt>
                <c:pt idx="5482">
                  <c:v>40548</c:v>
                </c:pt>
                <c:pt idx="5483">
                  <c:v>40549</c:v>
                </c:pt>
                <c:pt idx="5484">
                  <c:v>40550</c:v>
                </c:pt>
                <c:pt idx="5485">
                  <c:v>40553</c:v>
                </c:pt>
                <c:pt idx="5486">
                  <c:v>40554</c:v>
                </c:pt>
                <c:pt idx="5487">
                  <c:v>40555</c:v>
                </c:pt>
                <c:pt idx="5488">
                  <c:v>40556</c:v>
                </c:pt>
                <c:pt idx="5489">
                  <c:v>40557</c:v>
                </c:pt>
                <c:pt idx="5490">
                  <c:v>40560</c:v>
                </c:pt>
                <c:pt idx="5491">
                  <c:v>40561</c:v>
                </c:pt>
                <c:pt idx="5492">
                  <c:v>40562</c:v>
                </c:pt>
                <c:pt idx="5493">
                  <c:v>40563</c:v>
                </c:pt>
                <c:pt idx="5494">
                  <c:v>40564</c:v>
                </c:pt>
                <c:pt idx="5495">
                  <c:v>40567</c:v>
                </c:pt>
                <c:pt idx="5496">
                  <c:v>40568</c:v>
                </c:pt>
                <c:pt idx="5497">
                  <c:v>40569</c:v>
                </c:pt>
                <c:pt idx="5498">
                  <c:v>40570</c:v>
                </c:pt>
                <c:pt idx="5499">
                  <c:v>40571</c:v>
                </c:pt>
                <c:pt idx="5500">
                  <c:v>40574</c:v>
                </c:pt>
                <c:pt idx="5501">
                  <c:v>40575</c:v>
                </c:pt>
                <c:pt idx="5502">
                  <c:v>40576</c:v>
                </c:pt>
                <c:pt idx="5503">
                  <c:v>40577</c:v>
                </c:pt>
                <c:pt idx="5504">
                  <c:v>40578</c:v>
                </c:pt>
                <c:pt idx="5505">
                  <c:v>40581</c:v>
                </c:pt>
                <c:pt idx="5506">
                  <c:v>40582</c:v>
                </c:pt>
                <c:pt idx="5507">
                  <c:v>40583</c:v>
                </c:pt>
                <c:pt idx="5508">
                  <c:v>40584</c:v>
                </c:pt>
                <c:pt idx="5509">
                  <c:v>40585</c:v>
                </c:pt>
                <c:pt idx="5510">
                  <c:v>40588</c:v>
                </c:pt>
                <c:pt idx="5511">
                  <c:v>40589</c:v>
                </c:pt>
                <c:pt idx="5512">
                  <c:v>40590</c:v>
                </c:pt>
                <c:pt idx="5513">
                  <c:v>40591</c:v>
                </c:pt>
                <c:pt idx="5514">
                  <c:v>40592</c:v>
                </c:pt>
                <c:pt idx="5515">
                  <c:v>40595</c:v>
                </c:pt>
                <c:pt idx="5516">
                  <c:v>40596</c:v>
                </c:pt>
                <c:pt idx="5517">
                  <c:v>40597</c:v>
                </c:pt>
                <c:pt idx="5518">
                  <c:v>40598</c:v>
                </c:pt>
                <c:pt idx="5519">
                  <c:v>40599</c:v>
                </c:pt>
                <c:pt idx="5520">
                  <c:v>40602</c:v>
                </c:pt>
                <c:pt idx="5521">
                  <c:v>40603</c:v>
                </c:pt>
                <c:pt idx="5522">
                  <c:v>40604</c:v>
                </c:pt>
                <c:pt idx="5523">
                  <c:v>40605</c:v>
                </c:pt>
                <c:pt idx="5524">
                  <c:v>40606</c:v>
                </c:pt>
                <c:pt idx="5525">
                  <c:v>40609</c:v>
                </c:pt>
                <c:pt idx="5526">
                  <c:v>40610</c:v>
                </c:pt>
                <c:pt idx="5527">
                  <c:v>40611</c:v>
                </c:pt>
                <c:pt idx="5528">
                  <c:v>40612</c:v>
                </c:pt>
                <c:pt idx="5529">
                  <c:v>40613</c:v>
                </c:pt>
                <c:pt idx="5530">
                  <c:v>40616</c:v>
                </c:pt>
                <c:pt idx="5531">
                  <c:v>40617</c:v>
                </c:pt>
                <c:pt idx="5532">
                  <c:v>40618</c:v>
                </c:pt>
                <c:pt idx="5533">
                  <c:v>40619</c:v>
                </c:pt>
                <c:pt idx="5534">
                  <c:v>40620</c:v>
                </c:pt>
                <c:pt idx="5535">
                  <c:v>40623</c:v>
                </c:pt>
                <c:pt idx="5536">
                  <c:v>40624</c:v>
                </c:pt>
                <c:pt idx="5537">
                  <c:v>40625</c:v>
                </c:pt>
                <c:pt idx="5538">
                  <c:v>40626</c:v>
                </c:pt>
                <c:pt idx="5539">
                  <c:v>40627</c:v>
                </c:pt>
                <c:pt idx="5540">
                  <c:v>40630</c:v>
                </c:pt>
                <c:pt idx="5541">
                  <c:v>40631</c:v>
                </c:pt>
                <c:pt idx="5542">
                  <c:v>40632</c:v>
                </c:pt>
                <c:pt idx="5543">
                  <c:v>40633</c:v>
                </c:pt>
                <c:pt idx="5544">
                  <c:v>40634</c:v>
                </c:pt>
                <c:pt idx="5545">
                  <c:v>40637</c:v>
                </c:pt>
                <c:pt idx="5546">
                  <c:v>40638</c:v>
                </c:pt>
                <c:pt idx="5547">
                  <c:v>40639</c:v>
                </c:pt>
                <c:pt idx="5548">
                  <c:v>40640</c:v>
                </c:pt>
                <c:pt idx="5549">
                  <c:v>40641</c:v>
                </c:pt>
                <c:pt idx="5550">
                  <c:v>40644</c:v>
                </c:pt>
                <c:pt idx="5551">
                  <c:v>40645</c:v>
                </c:pt>
                <c:pt idx="5552">
                  <c:v>40646</c:v>
                </c:pt>
                <c:pt idx="5553">
                  <c:v>40647</c:v>
                </c:pt>
                <c:pt idx="5554">
                  <c:v>40648</c:v>
                </c:pt>
                <c:pt idx="5555">
                  <c:v>40651</c:v>
                </c:pt>
                <c:pt idx="5556">
                  <c:v>40652</c:v>
                </c:pt>
                <c:pt idx="5557">
                  <c:v>40653</c:v>
                </c:pt>
                <c:pt idx="5558">
                  <c:v>40654</c:v>
                </c:pt>
                <c:pt idx="5559">
                  <c:v>40655</c:v>
                </c:pt>
                <c:pt idx="5560">
                  <c:v>40658</c:v>
                </c:pt>
                <c:pt idx="5561">
                  <c:v>40659</c:v>
                </c:pt>
                <c:pt idx="5562">
                  <c:v>40660</c:v>
                </c:pt>
                <c:pt idx="5563">
                  <c:v>40661</c:v>
                </c:pt>
                <c:pt idx="5564">
                  <c:v>40662</c:v>
                </c:pt>
                <c:pt idx="5565">
                  <c:v>40665</c:v>
                </c:pt>
                <c:pt idx="5566">
                  <c:v>40666</c:v>
                </c:pt>
                <c:pt idx="5567">
                  <c:v>40667</c:v>
                </c:pt>
                <c:pt idx="5568">
                  <c:v>40668</c:v>
                </c:pt>
                <c:pt idx="5569">
                  <c:v>40669</c:v>
                </c:pt>
                <c:pt idx="5570">
                  <c:v>40672</c:v>
                </c:pt>
                <c:pt idx="5571">
                  <c:v>40673</c:v>
                </c:pt>
                <c:pt idx="5572">
                  <c:v>40674</c:v>
                </c:pt>
                <c:pt idx="5573">
                  <c:v>40675</c:v>
                </c:pt>
                <c:pt idx="5574">
                  <c:v>40676</c:v>
                </c:pt>
                <c:pt idx="5575">
                  <c:v>40679</c:v>
                </c:pt>
                <c:pt idx="5576">
                  <c:v>40680</c:v>
                </c:pt>
                <c:pt idx="5577">
                  <c:v>40681</c:v>
                </c:pt>
                <c:pt idx="5578">
                  <c:v>40682</c:v>
                </c:pt>
                <c:pt idx="5579">
                  <c:v>40683</c:v>
                </c:pt>
                <c:pt idx="5580">
                  <c:v>40686</c:v>
                </c:pt>
                <c:pt idx="5581">
                  <c:v>40687</c:v>
                </c:pt>
                <c:pt idx="5582">
                  <c:v>40688</c:v>
                </c:pt>
                <c:pt idx="5583">
                  <c:v>40689</c:v>
                </c:pt>
                <c:pt idx="5584">
                  <c:v>40690</c:v>
                </c:pt>
                <c:pt idx="5585">
                  <c:v>40693</c:v>
                </c:pt>
                <c:pt idx="5586">
                  <c:v>40694</c:v>
                </c:pt>
                <c:pt idx="5587">
                  <c:v>40695</c:v>
                </c:pt>
                <c:pt idx="5588">
                  <c:v>40696</c:v>
                </c:pt>
                <c:pt idx="5589">
                  <c:v>40697</c:v>
                </c:pt>
                <c:pt idx="5590">
                  <c:v>40700</c:v>
                </c:pt>
                <c:pt idx="5591">
                  <c:v>40701</c:v>
                </c:pt>
                <c:pt idx="5592">
                  <c:v>40702</c:v>
                </c:pt>
                <c:pt idx="5593">
                  <c:v>40703</c:v>
                </c:pt>
                <c:pt idx="5594">
                  <c:v>40704</c:v>
                </c:pt>
                <c:pt idx="5595">
                  <c:v>40707</c:v>
                </c:pt>
                <c:pt idx="5596">
                  <c:v>40708</c:v>
                </c:pt>
                <c:pt idx="5597">
                  <c:v>40709</c:v>
                </c:pt>
                <c:pt idx="5598">
                  <c:v>40710</c:v>
                </c:pt>
                <c:pt idx="5599">
                  <c:v>40711</c:v>
                </c:pt>
                <c:pt idx="5600">
                  <c:v>40714</c:v>
                </c:pt>
                <c:pt idx="5601">
                  <c:v>40715</c:v>
                </c:pt>
                <c:pt idx="5602">
                  <c:v>40716</c:v>
                </c:pt>
                <c:pt idx="5603">
                  <c:v>40717</c:v>
                </c:pt>
                <c:pt idx="5604">
                  <c:v>40718</c:v>
                </c:pt>
                <c:pt idx="5605">
                  <c:v>40721</c:v>
                </c:pt>
                <c:pt idx="5606">
                  <c:v>40722</c:v>
                </c:pt>
                <c:pt idx="5607">
                  <c:v>40723</c:v>
                </c:pt>
                <c:pt idx="5608">
                  <c:v>40724</c:v>
                </c:pt>
                <c:pt idx="5609">
                  <c:v>40725</c:v>
                </c:pt>
                <c:pt idx="5610">
                  <c:v>40728</c:v>
                </c:pt>
                <c:pt idx="5611">
                  <c:v>40729</c:v>
                </c:pt>
                <c:pt idx="5612">
                  <c:v>40730</c:v>
                </c:pt>
                <c:pt idx="5613">
                  <c:v>40731</c:v>
                </c:pt>
                <c:pt idx="5614">
                  <c:v>40732</c:v>
                </c:pt>
                <c:pt idx="5615">
                  <c:v>40735</c:v>
                </c:pt>
                <c:pt idx="5616">
                  <c:v>40736</c:v>
                </c:pt>
                <c:pt idx="5617">
                  <c:v>40737</c:v>
                </c:pt>
                <c:pt idx="5618">
                  <c:v>40738</c:v>
                </c:pt>
                <c:pt idx="5619">
                  <c:v>40739</c:v>
                </c:pt>
                <c:pt idx="5620">
                  <c:v>40742</c:v>
                </c:pt>
                <c:pt idx="5621">
                  <c:v>40743</c:v>
                </c:pt>
                <c:pt idx="5622">
                  <c:v>40744</c:v>
                </c:pt>
                <c:pt idx="5623">
                  <c:v>40745</c:v>
                </c:pt>
                <c:pt idx="5624">
                  <c:v>40746</c:v>
                </c:pt>
                <c:pt idx="5625">
                  <c:v>40749</c:v>
                </c:pt>
                <c:pt idx="5626">
                  <c:v>40750</c:v>
                </c:pt>
                <c:pt idx="5627">
                  <c:v>40751</c:v>
                </c:pt>
                <c:pt idx="5628">
                  <c:v>40752</c:v>
                </c:pt>
                <c:pt idx="5629">
                  <c:v>40753</c:v>
                </c:pt>
                <c:pt idx="5630">
                  <c:v>40756</c:v>
                </c:pt>
                <c:pt idx="5631">
                  <c:v>40757</c:v>
                </c:pt>
                <c:pt idx="5632">
                  <c:v>40758</c:v>
                </c:pt>
                <c:pt idx="5633">
                  <c:v>40759</c:v>
                </c:pt>
                <c:pt idx="5634">
                  <c:v>40760</c:v>
                </c:pt>
                <c:pt idx="5635">
                  <c:v>40763</c:v>
                </c:pt>
                <c:pt idx="5636">
                  <c:v>40764</c:v>
                </c:pt>
                <c:pt idx="5637">
                  <c:v>40765</c:v>
                </c:pt>
                <c:pt idx="5638">
                  <c:v>40766</c:v>
                </c:pt>
                <c:pt idx="5639">
                  <c:v>40767</c:v>
                </c:pt>
                <c:pt idx="5640">
                  <c:v>40770</c:v>
                </c:pt>
                <c:pt idx="5641">
                  <c:v>40771</c:v>
                </c:pt>
                <c:pt idx="5642">
                  <c:v>40772</c:v>
                </c:pt>
                <c:pt idx="5643">
                  <c:v>40773</c:v>
                </c:pt>
                <c:pt idx="5644">
                  <c:v>40774</c:v>
                </c:pt>
                <c:pt idx="5645">
                  <c:v>40777</c:v>
                </c:pt>
                <c:pt idx="5646">
                  <c:v>40778</c:v>
                </c:pt>
                <c:pt idx="5647">
                  <c:v>40779</c:v>
                </c:pt>
                <c:pt idx="5648">
                  <c:v>40780</c:v>
                </c:pt>
                <c:pt idx="5649">
                  <c:v>40781</c:v>
                </c:pt>
                <c:pt idx="5650">
                  <c:v>40784</c:v>
                </c:pt>
                <c:pt idx="5651">
                  <c:v>40785</c:v>
                </c:pt>
                <c:pt idx="5652">
                  <c:v>40786</c:v>
                </c:pt>
                <c:pt idx="5653">
                  <c:v>40787</c:v>
                </c:pt>
                <c:pt idx="5654">
                  <c:v>40788</c:v>
                </c:pt>
                <c:pt idx="5655">
                  <c:v>40791</c:v>
                </c:pt>
                <c:pt idx="5656">
                  <c:v>40792</c:v>
                </c:pt>
                <c:pt idx="5657">
                  <c:v>40793</c:v>
                </c:pt>
                <c:pt idx="5658">
                  <c:v>40794</c:v>
                </c:pt>
                <c:pt idx="5659">
                  <c:v>40795</c:v>
                </c:pt>
                <c:pt idx="5660">
                  <c:v>40798</c:v>
                </c:pt>
                <c:pt idx="5661">
                  <c:v>40799</c:v>
                </c:pt>
                <c:pt idx="5662">
                  <c:v>40800</c:v>
                </c:pt>
                <c:pt idx="5663">
                  <c:v>40801</c:v>
                </c:pt>
                <c:pt idx="5664">
                  <c:v>40802</c:v>
                </c:pt>
                <c:pt idx="5665">
                  <c:v>40805</c:v>
                </c:pt>
                <c:pt idx="5666">
                  <c:v>40806</c:v>
                </c:pt>
                <c:pt idx="5667">
                  <c:v>40807</c:v>
                </c:pt>
                <c:pt idx="5668">
                  <c:v>40808</c:v>
                </c:pt>
                <c:pt idx="5669">
                  <c:v>40809</c:v>
                </c:pt>
                <c:pt idx="5670">
                  <c:v>40812</c:v>
                </c:pt>
                <c:pt idx="5671">
                  <c:v>40813</c:v>
                </c:pt>
                <c:pt idx="5672">
                  <c:v>40814</c:v>
                </c:pt>
                <c:pt idx="5673">
                  <c:v>40815</c:v>
                </c:pt>
                <c:pt idx="5674">
                  <c:v>40816</c:v>
                </c:pt>
                <c:pt idx="5675">
                  <c:v>40819</c:v>
                </c:pt>
                <c:pt idx="5676">
                  <c:v>40820</c:v>
                </c:pt>
                <c:pt idx="5677">
                  <c:v>40821</c:v>
                </c:pt>
                <c:pt idx="5678">
                  <c:v>40822</c:v>
                </c:pt>
                <c:pt idx="5679">
                  <c:v>40823</c:v>
                </c:pt>
                <c:pt idx="5680">
                  <c:v>40826</c:v>
                </c:pt>
                <c:pt idx="5681">
                  <c:v>40827</c:v>
                </c:pt>
                <c:pt idx="5682">
                  <c:v>40828</c:v>
                </c:pt>
                <c:pt idx="5683">
                  <c:v>40829</c:v>
                </c:pt>
                <c:pt idx="5684">
                  <c:v>40830</c:v>
                </c:pt>
                <c:pt idx="5685">
                  <c:v>40833</c:v>
                </c:pt>
                <c:pt idx="5686">
                  <c:v>40834</c:v>
                </c:pt>
                <c:pt idx="5687">
                  <c:v>40835</c:v>
                </c:pt>
                <c:pt idx="5688">
                  <c:v>40836</c:v>
                </c:pt>
                <c:pt idx="5689">
                  <c:v>40837</c:v>
                </c:pt>
                <c:pt idx="5690">
                  <c:v>40840</c:v>
                </c:pt>
                <c:pt idx="5691">
                  <c:v>40841</c:v>
                </c:pt>
                <c:pt idx="5692">
                  <c:v>40842</c:v>
                </c:pt>
                <c:pt idx="5693">
                  <c:v>40843</c:v>
                </c:pt>
                <c:pt idx="5694">
                  <c:v>40844</c:v>
                </c:pt>
                <c:pt idx="5695">
                  <c:v>40847</c:v>
                </c:pt>
                <c:pt idx="5696">
                  <c:v>40848</c:v>
                </c:pt>
                <c:pt idx="5697">
                  <c:v>40849</c:v>
                </c:pt>
                <c:pt idx="5698">
                  <c:v>40850</c:v>
                </c:pt>
                <c:pt idx="5699">
                  <c:v>40851</c:v>
                </c:pt>
                <c:pt idx="5700">
                  <c:v>40854</c:v>
                </c:pt>
                <c:pt idx="5701">
                  <c:v>40855</c:v>
                </c:pt>
                <c:pt idx="5702">
                  <c:v>40856</c:v>
                </c:pt>
                <c:pt idx="5703">
                  <c:v>40857</c:v>
                </c:pt>
                <c:pt idx="5704">
                  <c:v>40858</c:v>
                </c:pt>
                <c:pt idx="5705">
                  <c:v>40861</c:v>
                </c:pt>
                <c:pt idx="5706">
                  <c:v>40862</c:v>
                </c:pt>
                <c:pt idx="5707">
                  <c:v>40863</c:v>
                </c:pt>
                <c:pt idx="5708">
                  <c:v>40864</c:v>
                </c:pt>
                <c:pt idx="5709">
                  <c:v>40865</c:v>
                </c:pt>
                <c:pt idx="5710">
                  <c:v>40868</c:v>
                </c:pt>
                <c:pt idx="5711">
                  <c:v>40869</c:v>
                </c:pt>
                <c:pt idx="5712">
                  <c:v>40870</c:v>
                </c:pt>
                <c:pt idx="5713">
                  <c:v>40871</c:v>
                </c:pt>
                <c:pt idx="5714">
                  <c:v>40872</c:v>
                </c:pt>
                <c:pt idx="5715">
                  <c:v>40875</c:v>
                </c:pt>
                <c:pt idx="5716">
                  <c:v>40876</c:v>
                </c:pt>
                <c:pt idx="5717">
                  <c:v>40877</c:v>
                </c:pt>
                <c:pt idx="5718">
                  <c:v>40878</c:v>
                </c:pt>
                <c:pt idx="5719">
                  <c:v>40879</c:v>
                </c:pt>
                <c:pt idx="5720">
                  <c:v>40882</c:v>
                </c:pt>
                <c:pt idx="5721">
                  <c:v>40883</c:v>
                </c:pt>
                <c:pt idx="5722">
                  <c:v>40884</c:v>
                </c:pt>
                <c:pt idx="5723">
                  <c:v>40885</c:v>
                </c:pt>
                <c:pt idx="5724">
                  <c:v>40886</c:v>
                </c:pt>
                <c:pt idx="5725">
                  <c:v>40889</c:v>
                </c:pt>
                <c:pt idx="5726">
                  <c:v>40890</c:v>
                </c:pt>
                <c:pt idx="5727">
                  <c:v>40891</c:v>
                </c:pt>
                <c:pt idx="5728">
                  <c:v>40892</c:v>
                </c:pt>
                <c:pt idx="5729">
                  <c:v>40893</c:v>
                </c:pt>
                <c:pt idx="5730">
                  <c:v>40896</c:v>
                </c:pt>
                <c:pt idx="5731">
                  <c:v>40897</c:v>
                </c:pt>
                <c:pt idx="5732">
                  <c:v>40898</c:v>
                </c:pt>
                <c:pt idx="5733">
                  <c:v>40899</c:v>
                </c:pt>
                <c:pt idx="5734">
                  <c:v>40900</c:v>
                </c:pt>
                <c:pt idx="5735">
                  <c:v>40903</c:v>
                </c:pt>
                <c:pt idx="5736">
                  <c:v>40904</c:v>
                </c:pt>
                <c:pt idx="5737">
                  <c:v>40905</c:v>
                </c:pt>
                <c:pt idx="5738">
                  <c:v>40906</c:v>
                </c:pt>
                <c:pt idx="5739">
                  <c:v>40907</c:v>
                </c:pt>
                <c:pt idx="5740">
                  <c:v>40910</c:v>
                </c:pt>
                <c:pt idx="5741">
                  <c:v>40911</c:v>
                </c:pt>
                <c:pt idx="5742">
                  <c:v>40912</c:v>
                </c:pt>
                <c:pt idx="5743">
                  <c:v>40913</c:v>
                </c:pt>
                <c:pt idx="5744">
                  <c:v>40914</c:v>
                </c:pt>
                <c:pt idx="5745">
                  <c:v>40917</c:v>
                </c:pt>
                <c:pt idx="5746">
                  <c:v>40918</c:v>
                </c:pt>
                <c:pt idx="5747">
                  <c:v>40919</c:v>
                </c:pt>
                <c:pt idx="5748">
                  <c:v>40920</c:v>
                </c:pt>
                <c:pt idx="5749">
                  <c:v>40921</c:v>
                </c:pt>
                <c:pt idx="5750">
                  <c:v>40924</c:v>
                </c:pt>
                <c:pt idx="5751">
                  <c:v>40925</c:v>
                </c:pt>
                <c:pt idx="5752">
                  <c:v>40926</c:v>
                </c:pt>
                <c:pt idx="5753">
                  <c:v>40927</c:v>
                </c:pt>
                <c:pt idx="5754">
                  <c:v>40928</c:v>
                </c:pt>
                <c:pt idx="5755">
                  <c:v>40931</c:v>
                </c:pt>
                <c:pt idx="5756">
                  <c:v>40932</c:v>
                </c:pt>
                <c:pt idx="5757">
                  <c:v>40933</c:v>
                </c:pt>
                <c:pt idx="5758">
                  <c:v>40934</c:v>
                </c:pt>
                <c:pt idx="5759">
                  <c:v>40935</c:v>
                </c:pt>
                <c:pt idx="5760">
                  <c:v>40938</c:v>
                </c:pt>
                <c:pt idx="5761">
                  <c:v>40939</c:v>
                </c:pt>
                <c:pt idx="5762">
                  <c:v>40940</c:v>
                </c:pt>
                <c:pt idx="5763">
                  <c:v>40941</c:v>
                </c:pt>
                <c:pt idx="5764">
                  <c:v>40942</c:v>
                </c:pt>
                <c:pt idx="5765">
                  <c:v>40945</c:v>
                </c:pt>
                <c:pt idx="5766">
                  <c:v>40946</c:v>
                </c:pt>
                <c:pt idx="5767">
                  <c:v>40947</c:v>
                </c:pt>
                <c:pt idx="5768">
                  <c:v>40948</c:v>
                </c:pt>
                <c:pt idx="5769">
                  <c:v>40949</c:v>
                </c:pt>
                <c:pt idx="5770">
                  <c:v>40952</c:v>
                </c:pt>
                <c:pt idx="5771">
                  <c:v>40953</c:v>
                </c:pt>
                <c:pt idx="5772">
                  <c:v>40954</c:v>
                </c:pt>
                <c:pt idx="5773">
                  <c:v>40955</c:v>
                </c:pt>
                <c:pt idx="5774">
                  <c:v>40956</c:v>
                </c:pt>
                <c:pt idx="5775">
                  <c:v>40959</c:v>
                </c:pt>
                <c:pt idx="5776">
                  <c:v>40960</c:v>
                </c:pt>
                <c:pt idx="5777">
                  <c:v>40961</c:v>
                </c:pt>
                <c:pt idx="5778">
                  <c:v>40962</c:v>
                </c:pt>
                <c:pt idx="5779">
                  <c:v>40963</c:v>
                </c:pt>
                <c:pt idx="5780">
                  <c:v>40966</c:v>
                </c:pt>
                <c:pt idx="5781">
                  <c:v>40967</c:v>
                </c:pt>
                <c:pt idx="5782">
                  <c:v>40968</c:v>
                </c:pt>
                <c:pt idx="5783">
                  <c:v>40969</c:v>
                </c:pt>
                <c:pt idx="5784">
                  <c:v>40970</c:v>
                </c:pt>
                <c:pt idx="5785">
                  <c:v>40973</c:v>
                </c:pt>
                <c:pt idx="5786">
                  <c:v>40974</c:v>
                </c:pt>
                <c:pt idx="5787">
                  <c:v>40975</c:v>
                </c:pt>
                <c:pt idx="5788">
                  <c:v>40976</c:v>
                </c:pt>
                <c:pt idx="5789">
                  <c:v>40977</c:v>
                </c:pt>
                <c:pt idx="5790">
                  <c:v>40980</c:v>
                </c:pt>
                <c:pt idx="5791">
                  <c:v>40981</c:v>
                </c:pt>
                <c:pt idx="5792">
                  <c:v>40982</c:v>
                </c:pt>
                <c:pt idx="5793">
                  <c:v>40983</c:v>
                </c:pt>
                <c:pt idx="5794">
                  <c:v>40984</c:v>
                </c:pt>
                <c:pt idx="5795">
                  <c:v>40987</c:v>
                </c:pt>
                <c:pt idx="5796">
                  <c:v>40988</c:v>
                </c:pt>
                <c:pt idx="5797">
                  <c:v>40989</c:v>
                </c:pt>
                <c:pt idx="5798">
                  <c:v>40990</c:v>
                </c:pt>
                <c:pt idx="5799">
                  <c:v>40991</c:v>
                </c:pt>
                <c:pt idx="5800">
                  <c:v>40994</c:v>
                </c:pt>
                <c:pt idx="5801">
                  <c:v>40995</c:v>
                </c:pt>
                <c:pt idx="5802">
                  <c:v>40996</c:v>
                </c:pt>
                <c:pt idx="5803">
                  <c:v>40997</c:v>
                </c:pt>
                <c:pt idx="5804">
                  <c:v>40998</c:v>
                </c:pt>
                <c:pt idx="5805">
                  <c:v>41001</c:v>
                </c:pt>
                <c:pt idx="5806">
                  <c:v>41002</c:v>
                </c:pt>
                <c:pt idx="5807">
                  <c:v>41003</c:v>
                </c:pt>
                <c:pt idx="5808">
                  <c:v>41004</c:v>
                </c:pt>
                <c:pt idx="5809">
                  <c:v>41005</c:v>
                </c:pt>
                <c:pt idx="5810">
                  <c:v>41008</c:v>
                </c:pt>
                <c:pt idx="5811">
                  <c:v>41009</c:v>
                </c:pt>
                <c:pt idx="5812">
                  <c:v>41010</c:v>
                </c:pt>
                <c:pt idx="5813">
                  <c:v>41011</c:v>
                </c:pt>
                <c:pt idx="5814">
                  <c:v>41012</c:v>
                </c:pt>
                <c:pt idx="5815">
                  <c:v>41015</c:v>
                </c:pt>
                <c:pt idx="5816">
                  <c:v>41016</c:v>
                </c:pt>
                <c:pt idx="5817">
                  <c:v>41017</c:v>
                </c:pt>
                <c:pt idx="5818">
                  <c:v>41018</c:v>
                </c:pt>
                <c:pt idx="5819">
                  <c:v>41019</c:v>
                </c:pt>
                <c:pt idx="5820">
                  <c:v>41022</c:v>
                </c:pt>
                <c:pt idx="5821">
                  <c:v>41023</c:v>
                </c:pt>
                <c:pt idx="5822">
                  <c:v>41024</c:v>
                </c:pt>
                <c:pt idx="5823">
                  <c:v>41025</c:v>
                </c:pt>
                <c:pt idx="5824">
                  <c:v>41026</c:v>
                </c:pt>
                <c:pt idx="5825">
                  <c:v>41029</c:v>
                </c:pt>
                <c:pt idx="5826">
                  <c:v>41030</c:v>
                </c:pt>
                <c:pt idx="5827">
                  <c:v>41031</c:v>
                </c:pt>
                <c:pt idx="5828">
                  <c:v>41032</c:v>
                </c:pt>
                <c:pt idx="5829">
                  <c:v>41033</c:v>
                </c:pt>
                <c:pt idx="5830">
                  <c:v>41036</c:v>
                </c:pt>
                <c:pt idx="5831">
                  <c:v>41037</c:v>
                </c:pt>
                <c:pt idx="5832">
                  <c:v>41038</c:v>
                </c:pt>
                <c:pt idx="5833">
                  <c:v>41039</c:v>
                </c:pt>
                <c:pt idx="5834">
                  <c:v>41040</c:v>
                </c:pt>
                <c:pt idx="5835">
                  <c:v>41043</c:v>
                </c:pt>
                <c:pt idx="5836">
                  <c:v>41044</c:v>
                </c:pt>
                <c:pt idx="5837">
                  <c:v>41045</c:v>
                </c:pt>
                <c:pt idx="5838">
                  <c:v>41046</c:v>
                </c:pt>
                <c:pt idx="5839">
                  <c:v>41047</c:v>
                </c:pt>
                <c:pt idx="5840">
                  <c:v>41050</c:v>
                </c:pt>
                <c:pt idx="5841">
                  <c:v>41051</c:v>
                </c:pt>
                <c:pt idx="5842">
                  <c:v>41052</c:v>
                </c:pt>
                <c:pt idx="5843">
                  <c:v>41053</c:v>
                </c:pt>
                <c:pt idx="5844">
                  <c:v>41054</c:v>
                </c:pt>
                <c:pt idx="5845">
                  <c:v>41057</c:v>
                </c:pt>
                <c:pt idx="5846">
                  <c:v>41058</c:v>
                </c:pt>
                <c:pt idx="5847">
                  <c:v>41059</c:v>
                </c:pt>
                <c:pt idx="5848">
                  <c:v>41060</c:v>
                </c:pt>
                <c:pt idx="5849">
                  <c:v>41061</c:v>
                </c:pt>
                <c:pt idx="5850">
                  <c:v>41064</c:v>
                </c:pt>
                <c:pt idx="5851">
                  <c:v>41065</c:v>
                </c:pt>
                <c:pt idx="5852">
                  <c:v>41066</c:v>
                </c:pt>
                <c:pt idx="5853">
                  <c:v>41067</c:v>
                </c:pt>
                <c:pt idx="5854">
                  <c:v>41068</c:v>
                </c:pt>
                <c:pt idx="5855">
                  <c:v>41071</c:v>
                </c:pt>
                <c:pt idx="5856">
                  <c:v>41072</c:v>
                </c:pt>
                <c:pt idx="5857">
                  <c:v>41073</c:v>
                </c:pt>
                <c:pt idx="5858">
                  <c:v>41074</c:v>
                </c:pt>
                <c:pt idx="5859">
                  <c:v>41075</c:v>
                </c:pt>
                <c:pt idx="5860">
                  <c:v>41078</c:v>
                </c:pt>
                <c:pt idx="5861">
                  <c:v>41079</c:v>
                </c:pt>
                <c:pt idx="5862">
                  <c:v>41080</c:v>
                </c:pt>
                <c:pt idx="5863">
                  <c:v>41081</c:v>
                </c:pt>
                <c:pt idx="5864">
                  <c:v>41082</c:v>
                </c:pt>
                <c:pt idx="5865">
                  <c:v>41085</c:v>
                </c:pt>
                <c:pt idx="5866">
                  <c:v>41086</c:v>
                </c:pt>
                <c:pt idx="5867">
                  <c:v>41087</c:v>
                </c:pt>
                <c:pt idx="5868">
                  <c:v>41088</c:v>
                </c:pt>
                <c:pt idx="5869">
                  <c:v>41089</c:v>
                </c:pt>
                <c:pt idx="5870">
                  <c:v>41092</c:v>
                </c:pt>
                <c:pt idx="5871">
                  <c:v>41093</c:v>
                </c:pt>
                <c:pt idx="5872">
                  <c:v>41094</c:v>
                </c:pt>
                <c:pt idx="5873">
                  <c:v>41095</c:v>
                </c:pt>
                <c:pt idx="5874">
                  <c:v>41096</c:v>
                </c:pt>
                <c:pt idx="5875">
                  <c:v>41099</c:v>
                </c:pt>
                <c:pt idx="5876">
                  <c:v>41100</c:v>
                </c:pt>
                <c:pt idx="5877">
                  <c:v>41101</c:v>
                </c:pt>
                <c:pt idx="5878">
                  <c:v>41102</c:v>
                </c:pt>
                <c:pt idx="5879">
                  <c:v>41103</c:v>
                </c:pt>
                <c:pt idx="5880">
                  <c:v>41106</c:v>
                </c:pt>
                <c:pt idx="5881">
                  <c:v>41107</c:v>
                </c:pt>
                <c:pt idx="5882">
                  <c:v>41108</c:v>
                </c:pt>
                <c:pt idx="5883">
                  <c:v>41109</c:v>
                </c:pt>
                <c:pt idx="5884">
                  <c:v>41110</c:v>
                </c:pt>
                <c:pt idx="5885">
                  <c:v>41113</c:v>
                </c:pt>
                <c:pt idx="5886">
                  <c:v>41114</c:v>
                </c:pt>
                <c:pt idx="5887">
                  <c:v>41115</c:v>
                </c:pt>
                <c:pt idx="5888">
                  <c:v>41116</c:v>
                </c:pt>
                <c:pt idx="5889">
                  <c:v>41117</c:v>
                </c:pt>
                <c:pt idx="5890">
                  <c:v>41120</c:v>
                </c:pt>
                <c:pt idx="5891">
                  <c:v>41121</c:v>
                </c:pt>
                <c:pt idx="5892">
                  <c:v>41122</c:v>
                </c:pt>
                <c:pt idx="5893">
                  <c:v>41123</c:v>
                </c:pt>
                <c:pt idx="5894">
                  <c:v>41124</c:v>
                </c:pt>
                <c:pt idx="5895">
                  <c:v>41127</c:v>
                </c:pt>
                <c:pt idx="5896">
                  <c:v>41128</c:v>
                </c:pt>
                <c:pt idx="5897">
                  <c:v>41129</c:v>
                </c:pt>
                <c:pt idx="5898">
                  <c:v>41130</c:v>
                </c:pt>
                <c:pt idx="5899">
                  <c:v>41131</c:v>
                </c:pt>
                <c:pt idx="5900">
                  <c:v>41134</c:v>
                </c:pt>
                <c:pt idx="5901">
                  <c:v>41135</c:v>
                </c:pt>
                <c:pt idx="5902">
                  <c:v>41136</c:v>
                </c:pt>
                <c:pt idx="5903">
                  <c:v>41137</c:v>
                </c:pt>
                <c:pt idx="5904">
                  <c:v>41138</c:v>
                </c:pt>
                <c:pt idx="5905">
                  <c:v>41141</c:v>
                </c:pt>
                <c:pt idx="5906">
                  <c:v>41142</c:v>
                </c:pt>
                <c:pt idx="5907">
                  <c:v>41143</c:v>
                </c:pt>
                <c:pt idx="5908">
                  <c:v>41144</c:v>
                </c:pt>
                <c:pt idx="5909">
                  <c:v>41145</c:v>
                </c:pt>
                <c:pt idx="5910">
                  <c:v>41148</c:v>
                </c:pt>
                <c:pt idx="5911">
                  <c:v>41149</c:v>
                </c:pt>
                <c:pt idx="5912">
                  <c:v>41150</c:v>
                </c:pt>
                <c:pt idx="5913">
                  <c:v>41151</c:v>
                </c:pt>
                <c:pt idx="5914">
                  <c:v>41152</c:v>
                </c:pt>
                <c:pt idx="5915">
                  <c:v>41155</c:v>
                </c:pt>
                <c:pt idx="5916">
                  <c:v>41156</c:v>
                </c:pt>
                <c:pt idx="5917">
                  <c:v>41157</c:v>
                </c:pt>
                <c:pt idx="5918">
                  <c:v>41158</c:v>
                </c:pt>
                <c:pt idx="5919">
                  <c:v>41159</c:v>
                </c:pt>
                <c:pt idx="5920">
                  <c:v>41162</c:v>
                </c:pt>
                <c:pt idx="5921">
                  <c:v>41163</c:v>
                </c:pt>
                <c:pt idx="5922">
                  <c:v>41164</c:v>
                </c:pt>
                <c:pt idx="5923">
                  <c:v>41165</c:v>
                </c:pt>
                <c:pt idx="5924">
                  <c:v>41166</c:v>
                </c:pt>
                <c:pt idx="5925">
                  <c:v>41169</c:v>
                </c:pt>
                <c:pt idx="5926">
                  <c:v>41170</c:v>
                </c:pt>
                <c:pt idx="5927">
                  <c:v>41171</c:v>
                </c:pt>
                <c:pt idx="5928">
                  <c:v>41172</c:v>
                </c:pt>
                <c:pt idx="5929">
                  <c:v>41173</c:v>
                </c:pt>
                <c:pt idx="5930">
                  <c:v>41176</c:v>
                </c:pt>
                <c:pt idx="5931">
                  <c:v>41177</c:v>
                </c:pt>
                <c:pt idx="5932">
                  <c:v>41178</c:v>
                </c:pt>
                <c:pt idx="5933">
                  <c:v>41179</c:v>
                </c:pt>
                <c:pt idx="5934">
                  <c:v>41180</c:v>
                </c:pt>
                <c:pt idx="5935">
                  <c:v>41183</c:v>
                </c:pt>
                <c:pt idx="5936">
                  <c:v>41184</c:v>
                </c:pt>
                <c:pt idx="5937">
                  <c:v>41185</c:v>
                </c:pt>
                <c:pt idx="5938">
                  <c:v>41186</c:v>
                </c:pt>
                <c:pt idx="5939">
                  <c:v>41187</c:v>
                </c:pt>
                <c:pt idx="5940">
                  <c:v>41190</c:v>
                </c:pt>
                <c:pt idx="5941">
                  <c:v>41191</c:v>
                </c:pt>
                <c:pt idx="5942">
                  <c:v>41192</c:v>
                </c:pt>
                <c:pt idx="5943">
                  <c:v>41193</c:v>
                </c:pt>
                <c:pt idx="5944">
                  <c:v>41194</c:v>
                </c:pt>
                <c:pt idx="5945">
                  <c:v>41197</c:v>
                </c:pt>
                <c:pt idx="5946">
                  <c:v>41198</c:v>
                </c:pt>
                <c:pt idx="5947">
                  <c:v>41199</c:v>
                </c:pt>
                <c:pt idx="5948">
                  <c:v>41200</c:v>
                </c:pt>
                <c:pt idx="5949">
                  <c:v>41201</c:v>
                </c:pt>
                <c:pt idx="5950">
                  <c:v>41204</c:v>
                </c:pt>
                <c:pt idx="5951">
                  <c:v>41205</c:v>
                </c:pt>
                <c:pt idx="5952">
                  <c:v>41206</c:v>
                </c:pt>
                <c:pt idx="5953">
                  <c:v>41207</c:v>
                </c:pt>
                <c:pt idx="5954">
                  <c:v>41208</c:v>
                </c:pt>
                <c:pt idx="5955">
                  <c:v>41211</c:v>
                </c:pt>
                <c:pt idx="5956">
                  <c:v>41212</c:v>
                </c:pt>
                <c:pt idx="5957">
                  <c:v>41213</c:v>
                </c:pt>
                <c:pt idx="5958">
                  <c:v>41214</c:v>
                </c:pt>
                <c:pt idx="5959">
                  <c:v>41215</c:v>
                </c:pt>
                <c:pt idx="5960">
                  <c:v>41218</c:v>
                </c:pt>
                <c:pt idx="5961">
                  <c:v>41219</c:v>
                </c:pt>
                <c:pt idx="5962">
                  <c:v>41220</c:v>
                </c:pt>
                <c:pt idx="5963">
                  <c:v>41221</c:v>
                </c:pt>
                <c:pt idx="5964">
                  <c:v>41222</c:v>
                </c:pt>
                <c:pt idx="5965">
                  <c:v>41225</c:v>
                </c:pt>
                <c:pt idx="5966">
                  <c:v>41226</c:v>
                </c:pt>
                <c:pt idx="5967">
                  <c:v>41227</c:v>
                </c:pt>
                <c:pt idx="5968">
                  <c:v>41228</c:v>
                </c:pt>
                <c:pt idx="5969">
                  <c:v>41229</c:v>
                </c:pt>
                <c:pt idx="5970">
                  <c:v>41232</c:v>
                </c:pt>
                <c:pt idx="5971">
                  <c:v>41233</c:v>
                </c:pt>
                <c:pt idx="5972">
                  <c:v>41234</c:v>
                </c:pt>
                <c:pt idx="5973">
                  <c:v>41235</c:v>
                </c:pt>
                <c:pt idx="5974">
                  <c:v>41236</c:v>
                </c:pt>
                <c:pt idx="5975">
                  <c:v>41239</c:v>
                </c:pt>
                <c:pt idx="5976">
                  <c:v>41240</c:v>
                </c:pt>
                <c:pt idx="5977">
                  <c:v>41241</c:v>
                </c:pt>
                <c:pt idx="5978">
                  <c:v>41242</c:v>
                </c:pt>
                <c:pt idx="5979">
                  <c:v>41243</c:v>
                </c:pt>
                <c:pt idx="5980">
                  <c:v>41246</c:v>
                </c:pt>
                <c:pt idx="5981">
                  <c:v>41247</c:v>
                </c:pt>
                <c:pt idx="5982">
                  <c:v>41248</c:v>
                </c:pt>
                <c:pt idx="5983">
                  <c:v>41249</c:v>
                </c:pt>
                <c:pt idx="5984">
                  <c:v>41250</c:v>
                </c:pt>
                <c:pt idx="5985">
                  <c:v>41253</c:v>
                </c:pt>
                <c:pt idx="5986">
                  <c:v>41254</c:v>
                </c:pt>
                <c:pt idx="5987">
                  <c:v>41255</c:v>
                </c:pt>
                <c:pt idx="5988">
                  <c:v>41256</c:v>
                </c:pt>
                <c:pt idx="5989">
                  <c:v>41257</c:v>
                </c:pt>
                <c:pt idx="5990">
                  <c:v>41260</c:v>
                </c:pt>
                <c:pt idx="5991">
                  <c:v>41261</c:v>
                </c:pt>
                <c:pt idx="5992">
                  <c:v>41262</c:v>
                </c:pt>
                <c:pt idx="5993">
                  <c:v>41263</c:v>
                </c:pt>
                <c:pt idx="5994">
                  <c:v>41264</c:v>
                </c:pt>
                <c:pt idx="5995">
                  <c:v>41267</c:v>
                </c:pt>
                <c:pt idx="5996">
                  <c:v>41268</c:v>
                </c:pt>
                <c:pt idx="5997">
                  <c:v>41269</c:v>
                </c:pt>
                <c:pt idx="5998">
                  <c:v>41270</c:v>
                </c:pt>
                <c:pt idx="5999">
                  <c:v>41271</c:v>
                </c:pt>
                <c:pt idx="6000">
                  <c:v>41274</c:v>
                </c:pt>
                <c:pt idx="6001">
                  <c:v>41275</c:v>
                </c:pt>
                <c:pt idx="6002">
                  <c:v>41276</c:v>
                </c:pt>
                <c:pt idx="6003">
                  <c:v>41277</c:v>
                </c:pt>
                <c:pt idx="6004">
                  <c:v>41278</c:v>
                </c:pt>
                <c:pt idx="6005">
                  <c:v>41281</c:v>
                </c:pt>
                <c:pt idx="6006">
                  <c:v>41282</c:v>
                </c:pt>
                <c:pt idx="6007">
                  <c:v>41283</c:v>
                </c:pt>
                <c:pt idx="6008">
                  <c:v>41284</c:v>
                </c:pt>
                <c:pt idx="6009">
                  <c:v>41285</c:v>
                </c:pt>
                <c:pt idx="6010">
                  <c:v>41288</c:v>
                </c:pt>
                <c:pt idx="6011">
                  <c:v>41289</c:v>
                </c:pt>
                <c:pt idx="6012">
                  <c:v>41290</c:v>
                </c:pt>
                <c:pt idx="6013">
                  <c:v>41291</c:v>
                </c:pt>
                <c:pt idx="6014">
                  <c:v>41292</c:v>
                </c:pt>
                <c:pt idx="6015">
                  <c:v>41295</c:v>
                </c:pt>
                <c:pt idx="6016">
                  <c:v>41296</c:v>
                </c:pt>
                <c:pt idx="6017">
                  <c:v>41297</c:v>
                </c:pt>
                <c:pt idx="6018">
                  <c:v>41298</c:v>
                </c:pt>
                <c:pt idx="6019">
                  <c:v>41299</c:v>
                </c:pt>
                <c:pt idx="6020">
                  <c:v>41302</c:v>
                </c:pt>
                <c:pt idx="6021">
                  <c:v>41303</c:v>
                </c:pt>
                <c:pt idx="6022">
                  <c:v>41304</c:v>
                </c:pt>
                <c:pt idx="6023">
                  <c:v>41305</c:v>
                </c:pt>
                <c:pt idx="6024">
                  <c:v>41306</c:v>
                </c:pt>
                <c:pt idx="6025">
                  <c:v>41309</c:v>
                </c:pt>
                <c:pt idx="6026">
                  <c:v>41310</c:v>
                </c:pt>
                <c:pt idx="6027">
                  <c:v>41311</c:v>
                </c:pt>
                <c:pt idx="6028">
                  <c:v>41312</c:v>
                </c:pt>
                <c:pt idx="6029">
                  <c:v>41313</c:v>
                </c:pt>
                <c:pt idx="6030">
                  <c:v>41316</c:v>
                </c:pt>
                <c:pt idx="6031">
                  <c:v>41317</c:v>
                </c:pt>
                <c:pt idx="6032">
                  <c:v>41318</c:v>
                </c:pt>
                <c:pt idx="6033">
                  <c:v>41319</c:v>
                </c:pt>
                <c:pt idx="6034">
                  <c:v>41320</c:v>
                </c:pt>
                <c:pt idx="6035">
                  <c:v>41323</c:v>
                </c:pt>
                <c:pt idx="6036">
                  <c:v>41324</c:v>
                </c:pt>
                <c:pt idx="6037">
                  <c:v>41325</c:v>
                </c:pt>
                <c:pt idx="6038">
                  <c:v>41326</c:v>
                </c:pt>
                <c:pt idx="6039">
                  <c:v>41327</c:v>
                </c:pt>
                <c:pt idx="6040">
                  <c:v>41330</c:v>
                </c:pt>
                <c:pt idx="6041">
                  <c:v>41331</c:v>
                </c:pt>
                <c:pt idx="6042">
                  <c:v>41332</c:v>
                </c:pt>
                <c:pt idx="6043">
                  <c:v>41333</c:v>
                </c:pt>
                <c:pt idx="6044">
                  <c:v>41334</c:v>
                </c:pt>
                <c:pt idx="6045">
                  <c:v>41337</c:v>
                </c:pt>
                <c:pt idx="6046">
                  <c:v>41338</c:v>
                </c:pt>
                <c:pt idx="6047">
                  <c:v>41339</c:v>
                </c:pt>
                <c:pt idx="6048">
                  <c:v>41340</c:v>
                </c:pt>
                <c:pt idx="6049">
                  <c:v>41341</c:v>
                </c:pt>
                <c:pt idx="6050">
                  <c:v>41344</c:v>
                </c:pt>
                <c:pt idx="6051">
                  <c:v>41345</c:v>
                </c:pt>
                <c:pt idx="6052">
                  <c:v>41346</c:v>
                </c:pt>
                <c:pt idx="6053">
                  <c:v>41347</c:v>
                </c:pt>
                <c:pt idx="6054">
                  <c:v>41348</c:v>
                </c:pt>
                <c:pt idx="6055">
                  <c:v>41351</c:v>
                </c:pt>
                <c:pt idx="6056">
                  <c:v>41352</c:v>
                </c:pt>
                <c:pt idx="6057">
                  <c:v>41353</c:v>
                </c:pt>
                <c:pt idx="6058">
                  <c:v>41354</c:v>
                </c:pt>
                <c:pt idx="6059">
                  <c:v>41355</c:v>
                </c:pt>
                <c:pt idx="6060">
                  <c:v>41358</c:v>
                </c:pt>
                <c:pt idx="6061">
                  <c:v>41359</c:v>
                </c:pt>
                <c:pt idx="6062">
                  <c:v>41360</c:v>
                </c:pt>
                <c:pt idx="6063">
                  <c:v>41361</c:v>
                </c:pt>
                <c:pt idx="6064">
                  <c:v>41362</c:v>
                </c:pt>
                <c:pt idx="6065">
                  <c:v>41365</c:v>
                </c:pt>
                <c:pt idx="6066">
                  <c:v>41366</c:v>
                </c:pt>
                <c:pt idx="6067">
                  <c:v>41367</c:v>
                </c:pt>
                <c:pt idx="6068">
                  <c:v>41368</c:v>
                </c:pt>
                <c:pt idx="6069">
                  <c:v>41369</c:v>
                </c:pt>
                <c:pt idx="6070">
                  <c:v>41372</c:v>
                </c:pt>
                <c:pt idx="6071">
                  <c:v>41373</c:v>
                </c:pt>
                <c:pt idx="6072">
                  <c:v>41374</c:v>
                </c:pt>
                <c:pt idx="6073">
                  <c:v>41375</c:v>
                </c:pt>
                <c:pt idx="6074">
                  <c:v>41376</c:v>
                </c:pt>
                <c:pt idx="6075">
                  <c:v>41379</c:v>
                </c:pt>
                <c:pt idx="6076">
                  <c:v>41380</c:v>
                </c:pt>
                <c:pt idx="6077">
                  <c:v>41381</c:v>
                </c:pt>
                <c:pt idx="6078">
                  <c:v>41382</c:v>
                </c:pt>
                <c:pt idx="6079">
                  <c:v>41383</c:v>
                </c:pt>
                <c:pt idx="6080">
                  <c:v>41386</c:v>
                </c:pt>
                <c:pt idx="6081">
                  <c:v>41387</c:v>
                </c:pt>
                <c:pt idx="6082">
                  <c:v>41388</c:v>
                </c:pt>
                <c:pt idx="6083">
                  <c:v>41389</c:v>
                </c:pt>
                <c:pt idx="6084">
                  <c:v>41390</c:v>
                </c:pt>
                <c:pt idx="6085">
                  <c:v>41393</c:v>
                </c:pt>
                <c:pt idx="6086">
                  <c:v>41394</c:v>
                </c:pt>
                <c:pt idx="6087">
                  <c:v>41395</c:v>
                </c:pt>
                <c:pt idx="6088">
                  <c:v>41396</c:v>
                </c:pt>
                <c:pt idx="6089">
                  <c:v>41397</c:v>
                </c:pt>
                <c:pt idx="6090">
                  <c:v>41400</c:v>
                </c:pt>
                <c:pt idx="6091">
                  <c:v>41401</c:v>
                </c:pt>
                <c:pt idx="6092">
                  <c:v>41402</c:v>
                </c:pt>
                <c:pt idx="6093">
                  <c:v>41403</c:v>
                </c:pt>
                <c:pt idx="6094">
                  <c:v>41404</c:v>
                </c:pt>
                <c:pt idx="6095">
                  <c:v>41407</c:v>
                </c:pt>
                <c:pt idx="6096">
                  <c:v>41408</c:v>
                </c:pt>
                <c:pt idx="6097">
                  <c:v>41409</c:v>
                </c:pt>
                <c:pt idx="6098">
                  <c:v>41410</c:v>
                </c:pt>
                <c:pt idx="6099">
                  <c:v>41411</c:v>
                </c:pt>
                <c:pt idx="6100">
                  <c:v>41414</c:v>
                </c:pt>
                <c:pt idx="6101">
                  <c:v>41415</c:v>
                </c:pt>
                <c:pt idx="6102">
                  <c:v>41416</c:v>
                </c:pt>
                <c:pt idx="6103">
                  <c:v>41417</c:v>
                </c:pt>
                <c:pt idx="6104">
                  <c:v>41418</c:v>
                </c:pt>
                <c:pt idx="6105">
                  <c:v>41421</c:v>
                </c:pt>
                <c:pt idx="6106">
                  <c:v>41422</c:v>
                </c:pt>
                <c:pt idx="6107">
                  <c:v>41423</c:v>
                </c:pt>
                <c:pt idx="6108">
                  <c:v>41424</c:v>
                </c:pt>
                <c:pt idx="6109">
                  <c:v>41425</c:v>
                </c:pt>
                <c:pt idx="6110">
                  <c:v>41428</c:v>
                </c:pt>
                <c:pt idx="6111">
                  <c:v>41429</c:v>
                </c:pt>
                <c:pt idx="6112">
                  <c:v>41430</c:v>
                </c:pt>
                <c:pt idx="6113">
                  <c:v>41431</c:v>
                </c:pt>
                <c:pt idx="6114">
                  <c:v>41432</c:v>
                </c:pt>
                <c:pt idx="6115">
                  <c:v>41435</c:v>
                </c:pt>
                <c:pt idx="6116">
                  <c:v>41436</c:v>
                </c:pt>
                <c:pt idx="6117">
                  <c:v>41437</c:v>
                </c:pt>
                <c:pt idx="6118">
                  <c:v>41438</c:v>
                </c:pt>
                <c:pt idx="6119">
                  <c:v>41439</c:v>
                </c:pt>
                <c:pt idx="6120">
                  <c:v>41442</c:v>
                </c:pt>
                <c:pt idx="6121">
                  <c:v>41443</c:v>
                </c:pt>
                <c:pt idx="6122">
                  <c:v>41444</c:v>
                </c:pt>
                <c:pt idx="6123">
                  <c:v>41445</c:v>
                </c:pt>
                <c:pt idx="6124">
                  <c:v>41446</c:v>
                </c:pt>
                <c:pt idx="6125">
                  <c:v>41449</c:v>
                </c:pt>
                <c:pt idx="6126">
                  <c:v>41450</c:v>
                </c:pt>
                <c:pt idx="6127">
                  <c:v>41451</c:v>
                </c:pt>
                <c:pt idx="6128">
                  <c:v>41452</c:v>
                </c:pt>
                <c:pt idx="6129">
                  <c:v>41453</c:v>
                </c:pt>
                <c:pt idx="6130">
                  <c:v>41456</c:v>
                </c:pt>
                <c:pt idx="6131">
                  <c:v>41457</c:v>
                </c:pt>
                <c:pt idx="6132">
                  <c:v>41458</c:v>
                </c:pt>
                <c:pt idx="6133">
                  <c:v>41459</c:v>
                </c:pt>
                <c:pt idx="6134">
                  <c:v>41460</c:v>
                </c:pt>
                <c:pt idx="6135">
                  <c:v>41463</c:v>
                </c:pt>
                <c:pt idx="6136">
                  <c:v>41464</c:v>
                </c:pt>
                <c:pt idx="6137">
                  <c:v>41465</c:v>
                </c:pt>
                <c:pt idx="6138">
                  <c:v>41466</c:v>
                </c:pt>
                <c:pt idx="6139">
                  <c:v>41467</c:v>
                </c:pt>
                <c:pt idx="6140">
                  <c:v>41470</c:v>
                </c:pt>
                <c:pt idx="6141">
                  <c:v>41471</c:v>
                </c:pt>
                <c:pt idx="6142">
                  <c:v>41472</c:v>
                </c:pt>
                <c:pt idx="6143">
                  <c:v>41473</c:v>
                </c:pt>
                <c:pt idx="6144">
                  <c:v>41474</c:v>
                </c:pt>
                <c:pt idx="6145">
                  <c:v>41477</c:v>
                </c:pt>
                <c:pt idx="6146">
                  <c:v>41478</c:v>
                </c:pt>
                <c:pt idx="6147">
                  <c:v>41479</c:v>
                </c:pt>
                <c:pt idx="6148">
                  <c:v>41480</c:v>
                </c:pt>
                <c:pt idx="6149">
                  <c:v>41481</c:v>
                </c:pt>
                <c:pt idx="6150">
                  <c:v>41484</c:v>
                </c:pt>
                <c:pt idx="6151">
                  <c:v>41485</c:v>
                </c:pt>
                <c:pt idx="6152">
                  <c:v>41486</c:v>
                </c:pt>
                <c:pt idx="6153">
                  <c:v>41487</c:v>
                </c:pt>
                <c:pt idx="6154">
                  <c:v>41488</c:v>
                </c:pt>
                <c:pt idx="6155">
                  <c:v>41491</c:v>
                </c:pt>
                <c:pt idx="6156">
                  <c:v>41492</c:v>
                </c:pt>
                <c:pt idx="6157">
                  <c:v>41493</c:v>
                </c:pt>
                <c:pt idx="6158">
                  <c:v>41494</c:v>
                </c:pt>
                <c:pt idx="6159">
                  <c:v>41495</c:v>
                </c:pt>
                <c:pt idx="6160">
                  <c:v>41498</c:v>
                </c:pt>
                <c:pt idx="6161">
                  <c:v>41499</c:v>
                </c:pt>
                <c:pt idx="6162">
                  <c:v>41500</c:v>
                </c:pt>
                <c:pt idx="6163">
                  <c:v>41501</c:v>
                </c:pt>
                <c:pt idx="6164">
                  <c:v>41502</c:v>
                </c:pt>
                <c:pt idx="6165">
                  <c:v>41505</c:v>
                </c:pt>
                <c:pt idx="6166">
                  <c:v>41506</c:v>
                </c:pt>
                <c:pt idx="6167">
                  <c:v>41507</c:v>
                </c:pt>
                <c:pt idx="6168">
                  <c:v>41508</c:v>
                </c:pt>
                <c:pt idx="6169">
                  <c:v>41509</c:v>
                </c:pt>
                <c:pt idx="6170">
                  <c:v>41512</c:v>
                </c:pt>
                <c:pt idx="6171">
                  <c:v>41513</c:v>
                </c:pt>
                <c:pt idx="6172">
                  <c:v>41514</c:v>
                </c:pt>
                <c:pt idx="6173">
                  <c:v>41515</c:v>
                </c:pt>
                <c:pt idx="6174">
                  <c:v>41516</c:v>
                </c:pt>
                <c:pt idx="6175">
                  <c:v>41519</c:v>
                </c:pt>
                <c:pt idx="6176">
                  <c:v>41520</c:v>
                </c:pt>
                <c:pt idx="6177">
                  <c:v>41521</c:v>
                </c:pt>
                <c:pt idx="6178">
                  <c:v>41522</c:v>
                </c:pt>
                <c:pt idx="6179">
                  <c:v>41523</c:v>
                </c:pt>
                <c:pt idx="6180">
                  <c:v>41526</c:v>
                </c:pt>
                <c:pt idx="6181">
                  <c:v>41527</c:v>
                </c:pt>
                <c:pt idx="6182">
                  <c:v>41528</c:v>
                </c:pt>
                <c:pt idx="6183">
                  <c:v>41529</c:v>
                </c:pt>
                <c:pt idx="6184">
                  <c:v>41530</c:v>
                </c:pt>
                <c:pt idx="6185">
                  <c:v>41533</c:v>
                </c:pt>
                <c:pt idx="6186">
                  <c:v>41534</c:v>
                </c:pt>
                <c:pt idx="6187">
                  <c:v>41535</c:v>
                </c:pt>
                <c:pt idx="6188">
                  <c:v>41536</c:v>
                </c:pt>
                <c:pt idx="6189">
                  <c:v>41537</c:v>
                </c:pt>
                <c:pt idx="6190">
                  <c:v>41540</c:v>
                </c:pt>
                <c:pt idx="6191">
                  <c:v>41541</c:v>
                </c:pt>
                <c:pt idx="6192">
                  <c:v>41542</c:v>
                </c:pt>
                <c:pt idx="6193">
                  <c:v>41543</c:v>
                </c:pt>
                <c:pt idx="6194">
                  <c:v>41544</c:v>
                </c:pt>
                <c:pt idx="6195">
                  <c:v>41547</c:v>
                </c:pt>
                <c:pt idx="6196">
                  <c:v>41548</c:v>
                </c:pt>
                <c:pt idx="6197">
                  <c:v>41549</c:v>
                </c:pt>
                <c:pt idx="6198">
                  <c:v>41550</c:v>
                </c:pt>
                <c:pt idx="6199">
                  <c:v>41551</c:v>
                </c:pt>
                <c:pt idx="6200">
                  <c:v>41554</c:v>
                </c:pt>
                <c:pt idx="6201">
                  <c:v>41555</c:v>
                </c:pt>
                <c:pt idx="6202">
                  <c:v>41556</c:v>
                </c:pt>
                <c:pt idx="6203">
                  <c:v>41557</c:v>
                </c:pt>
                <c:pt idx="6204">
                  <c:v>41558</c:v>
                </c:pt>
                <c:pt idx="6205">
                  <c:v>41561</c:v>
                </c:pt>
                <c:pt idx="6206">
                  <c:v>41562</c:v>
                </c:pt>
                <c:pt idx="6207">
                  <c:v>41563</c:v>
                </c:pt>
                <c:pt idx="6208">
                  <c:v>41564</c:v>
                </c:pt>
                <c:pt idx="6209">
                  <c:v>41565</c:v>
                </c:pt>
                <c:pt idx="6210">
                  <c:v>41568</c:v>
                </c:pt>
                <c:pt idx="6211">
                  <c:v>41569</c:v>
                </c:pt>
                <c:pt idx="6212">
                  <c:v>41570</c:v>
                </c:pt>
                <c:pt idx="6213">
                  <c:v>41571</c:v>
                </c:pt>
                <c:pt idx="6214">
                  <c:v>41572</c:v>
                </c:pt>
                <c:pt idx="6215">
                  <c:v>41575</c:v>
                </c:pt>
                <c:pt idx="6216">
                  <c:v>41576</c:v>
                </c:pt>
                <c:pt idx="6217">
                  <c:v>41577</c:v>
                </c:pt>
                <c:pt idx="6218">
                  <c:v>41578</c:v>
                </c:pt>
                <c:pt idx="6219">
                  <c:v>41579</c:v>
                </c:pt>
                <c:pt idx="6220">
                  <c:v>41582</c:v>
                </c:pt>
                <c:pt idx="6221">
                  <c:v>41583</c:v>
                </c:pt>
                <c:pt idx="6222">
                  <c:v>41584</c:v>
                </c:pt>
                <c:pt idx="6223">
                  <c:v>41585</c:v>
                </c:pt>
                <c:pt idx="6224">
                  <c:v>41586</c:v>
                </c:pt>
                <c:pt idx="6225">
                  <c:v>41589</c:v>
                </c:pt>
                <c:pt idx="6226">
                  <c:v>41590</c:v>
                </c:pt>
                <c:pt idx="6227">
                  <c:v>41591</c:v>
                </c:pt>
                <c:pt idx="6228">
                  <c:v>41592</c:v>
                </c:pt>
                <c:pt idx="6229">
                  <c:v>41593</c:v>
                </c:pt>
                <c:pt idx="6230">
                  <c:v>41596</c:v>
                </c:pt>
                <c:pt idx="6231">
                  <c:v>41597</c:v>
                </c:pt>
                <c:pt idx="6232">
                  <c:v>41598</c:v>
                </c:pt>
                <c:pt idx="6233">
                  <c:v>41599</c:v>
                </c:pt>
                <c:pt idx="6234">
                  <c:v>41600</c:v>
                </c:pt>
                <c:pt idx="6235">
                  <c:v>41603</c:v>
                </c:pt>
                <c:pt idx="6236">
                  <c:v>41604</c:v>
                </c:pt>
                <c:pt idx="6237">
                  <c:v>41605</c:v>
                </c:pt>
                <c:pt idx="6238">
                  <c:v>41606</c:v>
                </c:pt>
                <c:pt idx="6239">
                  <c:v>41607</c:v>
                </c:pt>
                <c:pt idx="6240">
                  <c:v>41610</c:v>
                </c:pt>
                <c:pt idx="6241">
                  <c:v>41611</c:v>
                </c:pt>
                <c:pt idx="6242">
                  <c:v>41612</c:v>
                </c:pt>
                <c:pt idx="6243">
                  <c:v>41613</c:v>
                </c:pt>
                <c:pt idx="6244">
                  <c:v>41614</c:v>
                </c:pt>
                <c:pt idx="6245">
                  <c:v>41617</c:v>
                </c:pt>
                <c:pt idx="6246">
                  <c:v>41618</c:v>
                </c:pt>
                <c:pt idx="6247">
                  <c:v>41619</c:v>
                </c:pt>
                <c:pt idx="6248">
                  <c:v>41620</c:v>
                </c:pt>
                <c:pt idx="6249">
                  <c:v>41621</c:v>
                </c:pt>
                <c:pt idx="6250">
                  <c:v>41624</c:v>
                </c:pt>
                <c:pt idx="6251">
                  <c:v>41625</c:v>
                </c:pt>
                <c:pt idx="6252">
                  <c:v>41626</c:v>
                </c:pt>
                <c:pt idx="6253">
                  <c:v>41627</c:v>
                </c:pt>
                <c:pt idx="6254">
                  <c:v>41628</c:v>
                </c:pt>
                <c:pt idx="6255">
                  <c:v>41631</c:v>
                </c:pt>
                <c:pt idx="6256">
                  <c:v>41632</c:v>
                </c:pt>
                <c:pt idx="6257">
                  <c:v>41633</c:v>
                </c:pt>
                <c:pt idx="6258">
                  <c:v>41634</c:v>
                </c:pt>
                <c:pt idx="6259">
                  <c:v>41635</c:v>
                </c:pt>
                <c:pt idx="6260">
                  <c:v>41638</c:v>
                </c:pt>
                <c:pt idx="6261">
                  <c:v>41639</c:v>
                </c:pt>
                <c:pt idx="6262">
                  <c:v>41640</c:v>
                </c:pt>
                <c:pt idx="6263">
                  <c:v>41641</c:v>
                </c:pt>
                <c:pt idx="6264">
                  <c:v>41642</c:v>
                </c:pt>
                <c:pt idx="6265">
                  <c:v>41645</c:v>
                </c:pt>
                <c:pt idx="6266">
                  <c:v>41646</c:v>
                </c:pt>
                <c:pt idx="6267">
                  <c:v>41647</c:v>
                </c:pt>
                <c:pt idx="6268">
                  <c:v>41648</c:v>
                </c:pt>
                <c:pt idx="6269">
                  <c:v>41649</c:v>
                </c:pt>
                <c:pt idx="6270">
                  <c:v>41652</c:v>
                </c:pt>
                <c:pt idx="6271">
                  <c:v>41653</c:v>
                </c:pt>
                <c:pt idx="6272">
                  <c:v>41654</c:v>
                </c:pt>
                <c:pt idx="6273">
                  <c:v>41655</c:v>
                </c:pt>
                <c:pt idx="6274">
                  <c:v>41656</c:v>
                </c:pt>
                <c:pt idx="6275">
                  <c:v>41659</c:v>
                </c:pt>
                <c:pt idx="6276">
                  <c:v>41660</c:v>
                </c:pt>
                <c:pt idx="6277">
                  <c:v>41661</c:v>
                </c:pt>
                <c:pt idx="6278">
                  <c:v>41662</c:v>
                </c:pt>
                <c:pt idx="6279">
                  <c:v>41663</c:v>
                </c:pt>
                <c:pt idx="6280">
                  <c:v>41666</c:v>
                </c:pt>
                <c:pt idx="6281">
                  <c:v>41667</c:v>
                </c:pt>
                <c:pt idx="6282">
                  <c:v>41668</c:v>
                </c:pt>
                <c:pt idx="6283">
                  <c:v>41669</c:v>
                </c:pt>
                <c:pt idx="6284">
                  <c:v>41670</c:v>
                </c:pt>
                <c:pt idx="6285">
                  <c:v>41673</c:v>
                </c:pt>
                <c:pt idx="6286">
                  <c:v>41674</c:v>
                </c:pt>
                <c:pt idx="6287">
                  <c:v>41675</c:v>
                </c:pt>
                <c:pt idx="6288">
                  <c:v>41676</c:v>
                </c:pt>
                <c:pt idx="6289">
                  <c:v>41677</c:v>
                </c:pt>
                <c:pt idx="6290">
                  <c:v>41680</c:v>
                </c:pt>
                <c:pt idx="6291">
                  <c:v>41681</c:v>
                </c:pt>
                <c:pt idx="6292">
                  <c:v>41682</c:v>
                </c:pt>
                <c:pt idx="6293">
                  <c:v>41683</c:v>
                </c:pt>
                <c:pt idx="6294">
                  <c:v>41684</c:v>
                </c:pt>
                <c:pt idx="6295">
                  <c:v>41687</c:v>
                </c:pt>
                <c:pt idx="6296">
                  <c:v>41688</c:v>
                </c:pt>
                <c:pt idx="6297">
                  <c:v>41689</c:v>
                </c:pt>
                <c:pt idx="6298">
                  <c:v>41690</c:v>
                </c:pt>
                <c:pt idx="6299">
                  <c:v>41691</c:v>
                </c:pt>
                <c:pt idx="6300">
                  <c:v>41694</c:v>
                </c:pt>
                <c:pt idx="6301">
                  <c:v>41695</c:v>
                </c:pt>
                <c:pt idx="6302">
                  <c:v>41696</c:v>
                </c:pt>
                <c:pt idx="6303">
                  <c:v>41697</c:v>
                </c:pt>
                <c:pt idx="6304">
                  <c:v>41698</c:v>
                </c:pt>
                <c:pt idx="6305">
                  <c:v>41701</c:v>
                </c:pt>
                <c:pt idx="6306">
                  <c:v>41702</c:v>
                </c:pt>
                <c:pt idx="6307">
                  <c:v>41703</c:v>
                </c:pt>
                <c:pt idx="6308">
                  <c:v>41704</c:v>
                </c:pt>
                <c:pt idx="6309">
                  <c:v>41705</c:v>
                </c:pt>
                <c:pt idx="6310">
                  <c:v>41708</c:v>
                </c:pt>
                <c:pt idx="6311">
                  <c:v>41709</c:v>
                </c:pt>
                <c:pt idx="6312">
                  <c:v>41710</c:v>
                </c:pt>
                <c:pt idx="6313">
                  <c:v>41711</c:v>
                </c:pt>
                <c:pt idx="6314">
                  <c:v>41712</c:v>
                </c:pt>
                <c:pt idx="6315">
                  <c:v>41715</c:v>
                </c:pt>
                <c:pt idx="6316">
                  <c:v>41716</c:v>
                </c:pt>
                <c:pt idx="6317">
                  <c:v>41717</c:v>
                </c:pt>
                <c:pt idx="6318">
                  <c:v>41718</c:v>
                </c:pt>
                <c:pt idx="6319">
                  <c:v>41719</c:v>
                </c:pt>
                <c:pt idx="6320">
                  <c:v>41722</c:v>
                </c:pt>
                <c:pt idx="6321">
                  <c:v>41723</c:v>
                </c:pt>
                <c:pt idx="6322">
                  <c:v>41724</c:v>
                </c:pt>
                <c:pt idx="6323">
                  <c:v>41725</c:v>
                </c:pt>
                <c:pt idx="6324">
                  <c:v>41726</c:v>
                </c:pt>
                <c:pt idx="6325">
                  <c:v>41729</c:v>
                </c:pt>
                <c:pt idx="6326">
                  <c:v>41730</c:v>
                </c:pt>
                <c:pt idx="6327">
                  <c:v>41731</c:v>
                </c:pt>
                <c:pt idx="6328">
                  <c:v>41732</c:v>
                </c:pt>
                <c:pt idx="6329">
                  <c:v>41733</c:v>
                </c:pt>
                <c:pt idx="6330">
                  <c:v>41736</c:v>
                </c:pt>
                <c:pt idx="6331">
                  <c:v>41737</c:v>
                </c:pt>
                <c:pt idx="6332">
                  <c:v>41738</c:v>
                </c:pt>
                <c:pt idx="6333">
                  <c:v>41739</c:v>
                </c:pt>
                <c:pt idx="6334">
                  <c:v>41740</c:v>
                </c:pt>
                <c:pt idx="6335">
                  <c:v>41743</c:v>
                </c:pt>
                <c:pt idx="6336">
                  <c:v>41744</c:v>
                </c:pt>
                <c:pt idx="6337">
                  <c:v>41745</c:v>
                </c:pt>
                <c:pt idx="6338">
                  <c:v>41746</c:v>
                </c:pt>
                <c:pt idx="6339">
                  <c:v>41747</c:v>
                </c:pt>
                <c:pt idx="6340">
                  <c:v>41750</c:v>
                </c:pt>
                <c:pt idx="6341">
                  <c:v>41751</c:v>
                </c:pt>
                <c:pt idx="6342">
                  <c:v>41752</c:v>
                </c:pt>
                <c:pt idx="6343">
                  <c:v>41753</c:v>
                </c:pt>
                <c:pt idx="6344">
                  <c:v>41754</c:v>
                </c:pt>
                <c:pt idx="6345">
                  <c:v>41757</c:v>
                </c:pt>
                <c:pt idx="6346">
                  <c:v>41758</c:v>
                </c:pt>
                <c:pt idx="6347">
                  <c:v>41759</c:v>
                </c:pt>
                <c:pt idx="6348">
                  <c:v>41760</c:v>
                </c:pt>
                <c:pt idx="6349">
                  <c:v>41761</c:v>
                </c:pt>
                <c:pt idx="6350">
                  <c:v>41764</c:v>
                </c:pt>
                <c:pt idx="6351">
                  <c:v>41765</c:v>
                </c:pt>
                <c:pt idx="6352">
                  <c:v>41766</c:v>
                </c:pt>
                <c:pt idx="6353">
                  <c:v>41767</c:v>
                </c:pt>
                <c:pt idx="6354">
                  <c:v>41768</c:v>
                </c:pt>
                <c:pt idx="6355">
                  <c:v>41771</c:v>
                </c:pt>
                <c:pt idx="6356">
                  <c:v>41772</c:v>
                </c:pt>
                <c:pt idx="6357">
                  <c:v>41773</c:v>
                </c:pt>
                <c:pt idx="6358">
                  <c:v>41774</c:v>
                </c:pt>
                <c:pt idx="6359">
                  <c:v>41775</c:v>
                </c:pt>
                <c:pt idx="6360">
                  <c:v>41778</c:v>
                </c:pt>
                <c:pt idx="6361">
                  <c:v>41779</c:v>
                </c:pt>
                <c:pt idx="6362">
                  <c:v>41780</c:v>
                </c:pt>
                <c:pt idx="6363">
                  <c:v>41781</c:v>
                </c:pt>
                <c:pt idx="6364">
                  <c:v>41782</c:v>
                </c:pt>
                <c:pt idx="6365">
                  <c:v>41785</c:v>
                </c:pt>
                <c:pt idx="6366">
                  <c:v>41786</c:v>
                </c:pt>
                <c:pt idx="6367">
                  <c:v>41787</c:v>
                </c:pt>
                <c:pt idx="6368">
                  <c:v>41788</c:v>
                </c:pt>
                <c:pt idx="6369">
                  <c:v>41789</c:v>
                </c:pt>
                <c:pt idx="6370">
                  <c:v>41792</c:v>
                </c:pt>
                <c:pt idx="6371">
                  <c:v>41793</c:v>
                </c:pt>
                <c:pt idx="6372">
                  <c:v>41794</c:v>
                </c:pt>
                <c:pt idx="6373">
                  <c:v>41795</c:v>
                </c:pt>
                <c:pt idx="6374">
                  <c:v>41796</c:v>
                </c:pt>
                <c:pt idx="6375">
                  <c:v>41799</c:v>
                </c:pt>
                <c:pt idx="6376">
                  <c:v>41800</c:v>
                </c:pt>
                <c:pt idx="6377">
                  <c:v>41801</c:v>
                </c:pt>
                <c:pt idx="6378">
                  <c:v>41802</c:v>
                </c:pt>
                <c:pt idx="6379">
                  <c:v>41803</c:v>
                </c:pt>
                <c:pt idx="6380">
                  <c:v>41806</c:v>
                </c:pt>
                <c:pt idx="6381">
                  <c:v>41807</c:v>
                </c:pt>
                <c:pt idx="6382">
                  <c:v>41808</c:v>
                </c:pt>
                <c:pt idx="6383">
                  <c:v>41809</c:v>
                </c:pt>
                <c:pt idx="6384">
                  <c:v>41810</c:v>
                </c:pt>
                <c:pt idx="6385">
                  <c:v>41813</c:v>
                </c:pt>
                <c:pt idx="6386">
                  <c:v>41814</c:v>
                </c:pt>
                <c:pt idx="6387">
                  <c:v>41815</c:v>
                </c:pt>
                <c:pt idx="6388">
                  <c:v>41816</c:v>
                </c:pt>
                <c:pt idx="6389">
                  <c:v>41817</c:v>
                </c:pt>
                <c:pt idx="6390">
                  <c:v>41820</c:v>
                </c:pt>
                <c:pt idx="6391">
                  <c:v>41821</c:v>
                </c:pt>
                <c:pt idx="6392">
                  <c:v>41822</c:v>
                </c:pt>
                <c:pt idx="6393">
                  <c:v>41823</c:v>
                </c:pt>
                <c:pt idx="6394">
                  <c:v>41824</c:v>
                </c:pt>
                <c:pt idx="6395">
                  <c:v>41827</c:v>
                </c:pt>
                <c:pt idx="6396">
                  <c:v>41828</c:v>
                </c:pt>
                <c:pt idx="6397">
                  <c:v>41829</c:v>
                </c:pt>
                <c:pt idx="6398">
                  <c:v>41830</c:v>
                </c:pt>
                <c:pt idx="6399">
                  <c:v>41831</c:v>
                </c:pt>
                <c:pt idx="6400">
                  <c:v>41834</c:v>
                </c:pt>
                <c:pt idx="6401">
                  <c:v>41835</c:v>
                </c:pt>
                <c:pt idx="6402">
                  <c:v>41836</c:v>
                </c:pt>
                <c:pt idx="6403">
                  <c:v>41837</c:v>
                </c:pt>
                <c:pt idx="6404">
                  <c:v>41838</c:v>
                </c:pt>
                <c:pt idx="6405">
                  <c:v>41841</c:v>
                </c:pt>
                <c:pt idx="6406">
                  <c:v>41842</c:v>
                </c:pt>
                <c:pt idx="6407">
                  <c:v>41843</c:v>
                </c:pt>
                <c:pt idx="6408">
                  <c:v>41844</c:v>
                </c:pt>
                <c:pt idx="6409">
                  <c:v>41845</c:v>
                </c:pt>
                <c:pt idx="6410">
                  <c:v>41848</c:v>
                </c:pt>
                <c:pt idx="6411">
                  <c:v>41849</c:v>
                </c:pt>
                <c:pt idx="6412">
                  <c:v>41850</c:v>
                </c:pt>
                <c:pt idx="6413">
                  <c:v>41851</c:v>
                </c:pt>
                <c:pt idx="6414">
                  <c:v>41852</c:v>
                </c:pt>
                <c:pt idx="6415">
                  <c:v>41855</c:v>
                </c:pt>
                <c:pt idx="6416">
                  <c:v>41856</c:v>
                </c:pt>
                <c:pt idx="6417">
                  <c:v>41857</c:v>
                </c:pt>
                <c:pt idx="6418">
                  <c:v>41858</c:v>
                </c:pt>
                <c:pt idx="6419">
                  <c:v>41859</c:v>
                </c:pt>
                <c:pt idx="6420">
                  <c:v>41862</c:v>
                </c:pt>
                <c:pt idx="6421">
                  <c:v>41863</c:v>
                </c:pt>
                <c:pt idx="6422">
                  <c:v>41864</c:v>
                </c:pt>
                <c:pt idx="6423">
                  <c:v>41865</c:v>
                </c:pt>
                <c:pt idx="6424">
                  <c:v>41866</c:v>
                </c:pt>
                <c:pt idx="6425">
                  <c:v>41869</c:v>
                </c:pt>
                <c:pt idx="6426">
                  <c:v>41870</c:v>
                </c:pt>
                <c:pt idx="6427">
                  <c:v>41871</c:v>
                </c:pt>
                <c:pt idx="6428">
                  <c:v>41872</c:v>
                </c:pt>
                <c:pt idx="6429">
                  <c:v>41873</c:v>
                </c:pt>
                <c:pt idx="6430">
                  <c:v>41876</c:v>
                </c:pt>
                <c:pt idx="6431">
                  <c:v>41877</c:v>
                </c:pt>
                <c:pt idx="6432">
                  <c:v>41878</c:v>
                </c:pt>
                <c:pt idx="6433">
                  <c:v>41879</c:v>
                </c:pt>
                <c:pt idx="6434">
                  <c:v>41880</c:v>
                </c:pt>
                <c:pt idx="6435">
                  <c:v>41883</c:v>
                </c:pt>
                <c:pt idx="6436">
                  <c:v>41884</c:v>
                </c:pt>
                <c:pt idx="6437">
                  <c:v>41885</c:v>
                </c:pt>
                <c:pt idx="6438">
                  <c:v>41886</c:v>
                </c:pt>
                <c:pt idx="6439">
                  <c:v>41887</c:v>
                </c:pt>
                <c:pt idx="6440">
                  <c:v>41890</c:v>
                </c:pt>
                <c:pt idx="6441">
                  <c:v>41891</c:v>
                </c:pt>
                <c:pt idx="6442">
                  <c:v>41892</c:v>
                </c:pt>
                <c:pt idx="6443">
                  <c:v>41893</c:v>
                </c:pt>
                <c:pt idx="6444">
                  <c:v>41894</c:v>
                </c:pt>
                <c:pt idx="6445">
                  <c:v>41897</c:v>
                </c:pt>
                <c:pt idx="6446">
                  <c:v>41898</c:v>
                </c:pt>
                <c:pt idx="6447">
                  <c:v>41899</c:v>
                </c:pt>
                <c:pt idx="6448">
                  <c:v>41900</c:v>
                </c:pt>
                <c:pt idx="6449">
                  <c:v>41901</c:v>
                </c:pt>
                <c:pt idx="6450">
                  <c:v>41904</c:v>
                </c:pt>
                <c:pt idx="6451">
                  <c:v>41905</c:v>
                </c:pt>
                <c:pt idx="6452">
                  <c:v>41906</c:v>
                </c:pt>
                <c:pt idx="6453">
                  <c:v>41907</c:v>
                </c:pt>
                <c:pt idx="6454">
                  <c:v>41908</c:v>
                </c:pt>
                <c:pt idx="6455">
                  <c:v>41911</c:v>
                </c:pt>
                <c:pt idx="6456">
                  <c:v>41912</c:v>
                </c:pt>
                <c:pt idx="6457">
                  <c:v>41913</c:v>
                </c:pt>
                <c:pt idx="6458">
                  <c:v>41914</c:v>
                </c:pt>
                <c:pt idx="6459">
                  <c:v>41915</c:v>
                </c:pt>
                <c:pt idx="6460">
                  <c:v>41918</c:v>
                </c:pt>
                <c:pt idx="6461">
                  <c:v>41919</c:v>
                </c:pt>
                <c:pt idx="6462">
                  <c:v>41920</c:v>
                </c:pt>
                <c:pt idx="6463">
                  <c:v>41921</c:v>
                </c:pt>
                <c:pt idx="6464">
                  <c:v>41922</c:v>
                </c:pt>
                <c:pt idx="6465">
                  <c:v>41925</c:v>
                </c:pt>
                <c:pt idx="6466">
                  <c:v>41926</c:v>
                </c:pt>
                <c:pt idx="6467">
                  <c:v>41927</c:v>
                </c:pt>
                <c:pt idx="6468">
                  <c:v>41928</c:v>
                </c:pt>
                <c:pt idx="6469">
                  <c:v>41929</c:v>
                </c:pt>
                <c:pt idx="6470">
                  <c:v>41932</c:v>
                </c:pt>
                <c:pt idx="6471">
                  <c:v>41933</c:v>
                </c:pt>
                <c:pt idx="6472">
                  <c:v>41934</c:v>
                </c:pt>
                <c:pt idx="6473">
                  <c:v>41935</c:v>
                </c:pt>
                <c:pt idx="6474">
                  <c:v>41936</c:v>
                </c:pt>
                <c:pt idx="6475">
                  <c:v>41939</c:v>
                </c:pt>
                <c:pt idx="6476">
                  <c:v>41940</c:v>
                </c:pt>
                <c:pt idx="6477">
                  <c:v>41941</c:v>
                </c:pt>
                <c:pt idx="6478">
                  <c:v>41942</c:v>
                </c:pt>
                <c:pt idx="6479">
                  <c:v>41943</c:v>
                </c:pt>
                <c:pt idx="6480">
                  <c:v>41946</c:v>
                </c:pt>
                <c:pt idx="6481">
                  <c:v>41947</c:v>
                </c:pt>
                <c:pt idx="6482">
                  <c:v>41948</c:v>
                </c:pt>
                <c:pt idx="6483">
                  <c:v>41949</c:v>
                </c:pt>
                <c:pt idx="6484">
                  <c:v>41950</c:v>
                </c:pt>
                <c:pt idx="6485">
                  <c:v>41953</c:v>
                </c:pt>
                <c:pt idx="6486">
                  <c:v>41954</c:v>
                </c:pt>
                <c:pt idx="6487">
                  <c:v>41955</c:v>
                </c:pt>
                <c:pt idx="6488">
                  <c:v>41956</c:v>
                </c:pt>
                <c:pt idx="6489">
                  <c:v>41957</c:v>
                </c:pt>
                <c:pt idx="6490">
                  <c:v>41960</c:v>
                </c:pt>
                <c:pt idx="6491">
                  <c:v>41961</c:v>
                </c:pt>
                <c:pt idx="6492">
                  <c:v>41962</c:v>
                </c:pt>
                <c:pt idx="6493">
                  <c:v>41963</c:v>
                </c:pt>
                <c:pt idx="6494">
                  <c:v>41964</c:v>
                </c:pt>
                <c:pt idx="6495">
                  <c:v>41967</c:v>
                </c:pt>
                <c:pt idx="6496">
                  <c:v>41968</c:v>
                </c:pt>
                <c:pt idx="6497">
                  <c:v>41969</c:v>
                </c:pt>
                <c:pt idx="6498">
                  <c:v>41970</c:v>
                </c:pt>
                <c:pt idx="6499">
                  <c:v>41971</c:v>
                </c:pt>
                <c:pt idx="6500">
                  <c:v>41974</c:v>
                </c:pt>
                <c:pt idx="6501">
                  <c:v>41975</c:v>
                </c:pt>
                <c:pt idx="6502">
                  <c:v>41976</c:v>
                </c:pt>
                <c:pt idx="6503">
                  <c:v>41977</c:v>
                </c:pt>
                <c:pt idx="6504">
                  <c:v>41978</c:v>
                </c:pt>
                <c:pt idx="6505">
                  <c:v>41981</c:v>
                </c:pt>
                <c:pt idx="6506">
                  <c:v>41982</c:v>
                </c:pt>
                <c:pt idx="6507">
                  <c:v>41983</c:v>
                </c:pt>
                <c:pt idx="6508">
                  <c:v>41984</c:v>
                </c:pt>
                <c:pt idx="6509">
                  <c:v>41985</c:v>
                </c:pt>
                <c:pt idx="6510">
                  <c:v>41988</c:v>
                </c:pt>
                <c:pt idx="6511">
                  <c:v>41989</c:v>
                </c:pt>
                <c:pt idx="6512">
                  <c:v>41990</c:v>
                </c:pt>
                <c:pt idx="6513">
                  <c:v>41991</c:v>
                </c:pt>
                <c:pt idx="6514">
                  <c:v>41992</c:v>
                </c:pt>
                <c:pt idx="6515">
                  <c:v>41995</c:v>
                </c:pt>
                <c:pt idx="6516">
                  <c:v>41996</c:v>
                </c:pt>
                <c:pt idx="6517">
                  <c:v>41997</c:v>
                </c:pt>
                <c:pt idx="6518">
                  <c:v>41998</c:v>
                </c:pt>
                <c:pt idx="6519">
                  <c:v>41999</c:v>
                </c:pt>
                <c:pt idx="6520">
                  <c:v>42002</c:v>
                </c:pt>
                <c:pt idx="6521">
                  <c:v>42003</c:v>
                </c:pt>
                <c:pt idx="6522">
                  <c:v>42004</c:v>
                </c:pt>
                <c:pt idx="6523">
                  <c:v>42005</c:v>
                </c:pt>
                <c:pt idx="6524">
                  <c:v>42006</c:v>
                </c:pt>
                <c:pt idx="6525">
                  <c:v>42009</c:v>
                </c:pt>
                <c:pt idx="6526">
                  <c:v>42010</c:v>
                </c:pt>
                <c:pt idx="6527">
                  <c:v>42011</c:v>
                </c:pt>
                <c:pt idx="6528">
                  <c:v>42012</c:v>
                </c:pt>
                <c:pt idx="6529">
                  <c:v>42013</c:v>
                </c:pt>
                <c:pt idx="6530">
                  <c:v>42016</c:v>
                </c:pt>
                <c:pt idx="6531">
                  <c:v>42017</c:v>
                </c:pt>
                <c:pt idx="6532">
                  <c:v>42018</c:v>
                </c:pt>
                <c:pt idx="6533">
                  <c:v>42019</c:v>
                </c:pt>
                <c:pt idx="6534">
                  <c:v>42020</c:v>
                </c:pt>
                <c:pt idx="6535">
                  <c:v>42023</c:v>
                </c:pt>
                <c:pt idx="6536">
                  <c:v>42024</c:v>
                </c:pt>
                <c:pt idx="6537">
                  <c:v>42025</c:v>
                </c:pt>
                <c:pt idx="6538">
                  <c:v>42026</c:v>
                </c:pt>
                <c:pt idx="6539">
                  <c:v>42027</c:v>
                </c:pt>
                <c:pt idx="6540">
                  <c:v>42030</c:v>
                </c:pt>
                <c:pt idx="6541">
                  <c:v>42031</c:v>
                </c:pt>
                <c:pt idx="6542">
                  <c:v>42032</c:v>
                </c:pt>
                <c:pt idx="6543">
                  <c:v>42033</c:v>
                </c:pt>
                <c:pt idx="6544">
                  <c:v>42034</c:v>
                </c:pt>
                <c:pt idx="6545">
                  <c:v>42037</c:v>
                </c:pt>
                <c:pt idx="6546">
                  <c:v>42038</c:v>
                </c:pt>
                <c:pt idx="6547">
                  <c:v>42039</c:v>
                </c:pt>
                <c:pt idx="6548">
                  <c:v>42040</c:v>
                </c:pt>
                <c:pt idx="6549">
                  <c:v>42041</c:v>
                </c:pt>
                <c:pt idx="6550">
                  <c:v>42044</c:v>
                </c:pt>
                <c:pt idx="6551">
                  <c:v>42045</c:v>
                </c:pt>
                <c:pt idx="6552">
                  <c:v>42046</c:v>
                </c:pt>
                <c:pt idx="6553">
                  <c:v>42047</c:v>
                </c:pt>
                <c:pt idx="6554">
                  <c:v>42048</c:v>
                </c:pt>
                <c:pt idx="6555">
                  <c:v>42051</c:v>
                </c:pt>
                <c:pt idx="6556">
                  <c:v>42052</c:v>
                </c:pt>
                <c:pt idx="6557">
                  <c:v>42053</c:v>
                </c:pt>
                <c:pt idx="6558">
                  <c:v>42054</c:v>
                </c:pt>
                <c:pt idx="6559">
                  <c:v>42055</c:v>
                </c:pt>
                <c:pt idx="6560">
                  <c:v>42058</c:v>
                </c:pt>
                <c:pt idx="6561">
                  <c:v>42059</c:v>
                </c:pt>
                <c:pt idx="6562">
                  <c:v>42060</c:v>
                </c:pt>
                <c:pt idx="6563">
                  <c:v>42061</c:v>
                </c:pt>
                <c:pt idx="6564">
                  <c:v>42062</c:v>
                </c:pt>
                <c:pt idx="6565">
                  <c:v>42065</c:v>
                </c:pt>
                <c:pt idx="6566">
                  <c:v>42066</c:v>
                </c:pt>
                <c:pt idx="6567">
                  <c:v>42067</c:v>
                </c:pt>
                <c:pt idx="6568">
                  <c:v>42068</c:v>
                </c:pt>
                <c:pt idx="6569">
                  <c:v>42069</c:v>
                </c:pt>
                <c:pt idx="6570">
                  <c:v>42072</c:v>
                </c:pt>
                <c:pt idx="6571">
                  <c:v>42073</c:v>
                </c:pt>
                <c:pt idx="6572">
                  <c:v>42074</c:v>
                </c:pt>
                <c:pt idx="6573">
                  <c:v>42075</c:v>
                </c:pt>
                <c:pt idx="6574">
                  <c:v>42076</c:v>
                </c:pt>
                <c:pt idx="6575">
                  <c:v>42079</c:v>
                </c:pt>
                <c:pt idx="6576">
                  <c:v>42080</c:v>
                </c:pt>
                <c:pt idx="6577">
                  <c:v>42081</c:v>
                </c:pt>
                <c:pt idx="6578">
                  <c:v>42082</c:v>
                </c:pt>
                <c:pt idx="6579">
                  <c:v>42083</c:v>
                </c:pt>
                <c:pt idx="6580">
                  <c:v>42086</c:v>
                </c:pt>
                <c:pt idx="6581">
                  <c:v>42087</c:v>
                </c:pt>
                <c:pt idx="6582">
                  <c:v>42088</c:v>
                </c:pt>
                <c:pt idx="6583">
                  <c:v>42089</c:v>
                </c:pt>
                <c:pt idx="6584">
                  <c:v>42090</c:v>
                </c:pt>
                <c:pt idx="6585">
                  <c:v>42093</c:v>
                </c:pt>
                <c:pt idx="6586">
                  <c:v>42094</c:v>
                </c:pt>
                <c:pt idx="6587">
                  <c:v>42095</c:v>
                </c:pt>
                <c:pt idx="6588">
                  <c:v>42096</c:v>
                </c:pt>
                <c:pt idx="6589">
                  <c:v>42097</c:v>
                </c:pt>
                <c:pt idx="6590">
                  <c:v>42100</c:v>
                </c:pt>
                <c:pt idx="6591">
                  <c:v>42101</c:v>
                </c:pt>
                <c:pt idx="6592">
                  <c:v>42102</c:v>
                </c:pt>
                <c:pt idx="6593">
                  <c:v>42103</c:v>
                </c:pt>
                <c:pt idx="6594">
                  <c:v>42104</c:v>
                </c:pt>
                <c:pt idx="6595">
                  <c:v>42107</c:v>
                </c:pt>
                <c:pt idx="6596">
                  <c:v>42108</c:v>
                </c:pt>
                <c:pt idx="6597">
                  <c:v>42109</c:v>
                </c:pt>
                <c:pt idx="6598">
                  <c:v>42110</c:v>
                </c:pt>
                <c:pt idx="6599">
                  <c:v>42111</c:v>
                </c:pt>
                <c:pt idx="6600">
                  <c:v>42114</c:v>
                </c:pt>
                <c:pt idx="6601">
                  <c:v>42115</c:v>
                </c:pt>
                <c:pt idx="6602">
                  <c:v>42116</c:v>
                </c:pt>
                <c:pt idx="6603">
                  <c:v>42117</c:v>
                </c:pt>
                <c:pt idx="6604">
                  <c:v>42118</c:v>
                </c:pt>
                <c:pt idx="6605">
                  <c:v>42121</c:v>
                </c:pt>
                <c:pt idx="6606">
                  <c:v>42122</c:v>
                </c:pt>
                <c:pt idx="6607">
                  <c:v>42123</c:v>
                </c:pt>
                <c:pt idx="6608">
                  <c:v>42124</c:v>
                </c:pt>
                <c:pt idx="6609">
                  <c:v>42125</c:v>
                </c:pt>
                <c:pt idx="6610">
                  <c:v>42128</c:v>
                </c:pt>
                <c:pt idx="6611">
                  <c:v>42129</c:v>
                </c:pt>
                <c:pt idx="6612">
                  <c:v>42130</c:v>
                </c:pt>
                <c:pt idx="6613">
                  <c:v>42131</c:v>
                </c:pt>
                <c:pt idx="6614">
                  <c:v>42132</c:v>
                </c:pt>
                <c:pt idx="6615">
                  <c:v>42135</c:v>
                </c:pt>
                <c:pt idx="6616">
                  <c:v>42136</c:v>
                </c:pt>
                <c:pt idx="6617">
                  <c:v>42137</c:v>
                </c:pt>
                <c:pt idx="6618">
                  <c:v>42138</c:v>
                </c:pt>
                <c:pt idx="6619">
                  <c:v>42139</c:v>
                </c:pt>
                <c:pt idx="6620">
                  <c:v>42142</c:v>
                </c:pt>
                <c:pt idx="6621">
                  <c:v>42143</c:v>
                </c:pt>
                <c:pt idx="6622">
                  <c:v>42144</c:v>
                </c:pt>
                <c:pt idx="6623">
                  <c:v>42145</c:v>
                </c:pt>
                <c:pt idx="6624">
                  <c:v>42146</c:v>
                </c:pt>
                <c:pt idx="6625">
                  <c:v>42149</c:v>
                </c:pt>
                <c:pt idx="6626">
                  <c:v>42150</c:v>
                </c:pt>
                <c:pt idx="6627">
                  <c:v>42151</c:v>
                </c:pt>
                <c:pt idx="6628">
                  <c:v>42152</c:v>
                </c:pt>
                <c:pt idx="6629">
                  <c:v>42153</c:v>
                </c:pt>
                <c:pt idx="6630">
                  <c:v>42156</c:v>
                </c:pt>
                <c:pt idx="6631">
                  <c:v>42157</c:v>
                </c:pt>
                <c:pt idx="6632">
                  <c:v>42158</c:v>
                </c:pt>
                <c:pt idx="6633">
                  <c:v>42159</c:v>
                </c:pt>
                <c:pt idx="6634">
                  <c:v>42160</c:v>
                </c:pt>
                <c:pt idx="6635">
                  <c:v>42163</c:v>
                </c:pt>
                <c:pt idx="6636">
                  <c:v>42164</c:v>
                </c:pt>
                <c:pt idx="6637">
                  <c:v>42165</c:v>
                </c:pt>
                <c:pt idx="6638">
                  <c:v>42166</c:v>
                </c:pt>
                <c:pt idx="6639">
                  <c:v>42167</c:v>
                </c:pt>
                <c:pt idx="6640">
                  <c:v>42170</c:v>
                </c:pt>
                <c:pt idx="6641">
                  <c:v>42171</c:v>
                </c:pt>
                <c:pt idx="6642">
                  <c:v>42172</c:v>
                </c:pt>
                <c:pt idx="6643">
                  <c:v>42173</c:v>
                </c:pt>
                <c:pt idx="6644">
                  <c:v>42174</c:v>
                </c:pt>
                <c:pt idx="6645">
                  <c:v>42177</c:v>
                </c:pt>
                <c:pt idx="6646">
                  <c:v>42178</c:v>
                </c:pt>
                <c:pt idx="6647">
                  <c:v>42179</c:v>
                </c:pt>
                <c:pt idx="6648">
                  <c:v>42180</c:v>
                </c:pt>
                <c:pt idx="6649">
                  <c:v>42181</c:v>
                </c:pt>
                <c:pt idx="6650">
                  <c:v>42184</c:v>
                </c:pt>
                <c:pt idx="6651">
                  <c:v>42185</c:v>
                </c:pt>
                <c:pt idx="6652">
                  <c:v>42186</c:v>
                </c:pt>
                <c:pt idx="6653">
                  <c:v>42187</c:v>
                </c:pt>
                <c:pt idx="6654">
                  <c:v>42188</c:v>
                </c:pt>
                <c:pt idx="6655">
                  <c:v>42191</c:v>
                </c:pt>
                <c:pt idx="6656">
                  <c:v>42192</c:v>
                </c:pt>
                <c:pt idx="6657">
                  <c:v>42193</c:v>
                </c:pt>
                <c:pt idx="6658">
                  <c:v>42194</c:v>
                </c:pt>
                <c:pt idx="6659">
                  <c:v>42195</c:v>
                </c:pt>
                <c:pt idx="6660">
                  <c:v>42198</c:v>
                </c:pt>
                <c:pt idx="6661">
                  <c:v>42199</c:v>
                </c:pt>
                <c:pt idx="6662">
                  <c:v>42200</c:v>
                </c:pt>
                <c:pt idx="6663">
                  <c:v>42201</c:v>
                </c:pt>
                <c:pt idx="6664">
                  <c:v>42202</c:v>
                </c:pt>
                <c:pt idx="6665">
                  <c:v>42205</c:v>
                </c:pt>
                <c:pt idx="6666">
                  <c:v>42206</c:v>
                </c:pt>
                <c:pt idx="6667">
                  <c:v>42207</c:v>
                </c:pt>
                <c:pt idx="6668">
                  <c:v>42208</c:v>
                </c:pt>
                <c:pt idx="6669">
                  <c:v>42209</c:v>
                </c:pt>
                <c:pt idx="6670">
                  <c:v>42212</c:v>
                </c:pt>
                <c:pt idx="6671">
                  <c:v>42213</c:v>
                </c:pt>
                <c:pt idx="6672">
                  <c:v>42214</c:v>
                </c:pt>
                <c:pt idx="6673">
                  <c:v>42215</c:v>
                </c:pt>
                <c:pt idx="6674">
                  <c:v>42216</c:v>
                </c:pt>
                <c:pt idx="6675">
                  <c:v>42219</c:v>
                </c:pt>
                <c:pt idx="6676">
                  <c:v>42220</c:v>
                </c:pt>
                <c:pt idx="6677">
                  <c:v>42221</c:v>
                </c:pt>
                <c:pt idx="6678">
                  <c:v>42222</c:v>
                </c:pt>
                <c:pt idx="6679">
                  <c:v>42223</c:v>
                </c:pt>
                <c:pt idx="6680">
                  <c:v>42226</c:v>
                </c:pt>
                <c:pt idx="6681">
                  <c:v>42227</c:v>
                </c:pt>
                <c:pt idx="6682">
                  <c:v>42228</c:v>
                </c:pt>
                <c:pt idx="6683">
                  <c:v>42229</c:v>
                </c:pt>
                <c:pt idx="6684">
                  <c:v>42230</c:v>
                </c:pt>
                <c:pt idx="6685">
                  <c:v>42233</c:v>
                </c:pt>
                <c:pt idx="6686">
                  <c:v>42234</c:v>
                </c:pt>
                <c:pt idx="6687">
                  <c:v>42235</c:v>
                </c:pt>
                <c:pt idx="6688">
                  <c:v>42236</c:v>
                </c:pt>
                <c:pt idx="6689">
                  <c:v>42237</c:v>
                </c:pt>
                <c:pt idx="6690">
                  <c:v>42240</c:v>
                </c:pt>
                <c:pt idx="6691">
                  <c:v>42241</c:v>
                </c:pt>
                <c:pt idx="6692">
                  <c:v>42242</c:v>
                </c:pt>
                <c:pt idx="6693">
                  <c:v>42243</c:v>
                </c:pt>
                <c:pt idx="6694">
                  <c:v>42244</c:v>
                </c:pt>
                <c:pt idx="6695">
                  <c:v>42247</c:v>
                </c:pt>
                <c:pt idx="6696">
                  <c:v>42248</c:v>
                </c:pt>
                <c:pt idx="6697">
                  <c:v>42249</c:v>
                </c:pt>
                <c:pt idx="6698">
                  <c:v>42250</c:v>
                </c:pt>
                <c:pt idx="6699">
                  <c:v>42251</c:v>
                </c:pt>
                <c:pt idx="6700">
                  <c:v>42254</c:v>
                </c:pt>
                <c:pt idx="6701">
                  <c:v>42255</c:v>
                </c:pt>
                <c:pt idx="6702">
                  <c:v>42256</c:v>
                </c:pt>
                <c:pt idx="6703">
                  <c:v>42257</c:v>
                </c:pt>
                <c:pt idx="6704">
                  <c:v>42258</c:v>
                </c:pt>
                <c:pt idx="6705">
                  <c:v>42261</c:v>
                </c:pt>
                <c:pt idx="6706">
                  <c:v>42262</c:v>
                </c:pt>
                <c:pt idx="6707">
                  <c:v>42263</c:v>
                </c:pt>
                <c:pt idx="6708">
                  <c:v>42264</c:v>
                </c:pt>
                <c:pt idx="6709">
                  <c:v>42265</c:v>
                </c:pt>
                <c:pt idx="6710">
                  <c:v>42268</c:v>
                </c:pt>
                <c:pt idx="6711">
                  <c:v>42269</c:v>
                </c:pt>
                <c:pt idx="6712">
                  <c:v>42270</c:v>
                </c:pt>
                <c:pt idx="6713">
                  <c:v>42271</c:v>
                </c:pt>
                <c:pt idx="6714">
                  <c:v>42272</c:v>
                </c:pt>
                <c:pt idx="6715">
                  <c:v>42275</c:v>
                </c:pt>
                <c:pt idx="6716">
                  <c:v>42276</c:v>
                </c:pt>
                <c:pt idx="6717">
                  <c:v>42277</c:v>
                </c:pt>
                <c:pt idx="6718">
                  <c:v>42278</c:v>
                </c:pt>
                <c:pt idx="6719">
                  <c:v>42279</c:v>
                </c:pt>
                <c:pt idx="6720">
                  <c:v>42282</c:v>
                </c:pt>
                <c:pt idx="6721">
                  <c:v>42283</c:v>
                </c:pt>
                <c:pt idx="6722">
                  <c:v>42284</c:v>
                </c:pt>
                <c:pt idx="6723">
                  <c:v>42285</c:v>
                </c:pt>
                <c:pt idx="6724">
                  <c:v>42286</c:v>
                </c:pt>
                <c:pt idx="6725">
                  <c:v>42289</c:v>
                </c:pt>
                <c:pt idx="6726">
                  <c:v>42290</c:v>
                </c:pt>
                <c:pt idx="6727">
                  <c:v>42291</c:v>
                </c:pt>
                <c:pt idx="6728">
                  <c:v>42292</c:v>
                </c:pt>
                <c:pt idx="6729">
                  <c:v>42293</c:v>
                </c:pt>
                <c:pt idx="6730">
                  <c:v>42296</c:v>
                </c:pt>
                <c:pt idx="6731">
                  <c:v>42297</c:v>
                </c:pt>
                <c:pt idx="6732">
                  <c:v>42298</c:v>
                </c:pt>
                <c:pt idx="6733">
                  <c:v>42299</c:v>
                </c:pt>
                <c:pt idx="6734">
                  <c:v>42300</c:v>
                </c:pt>
                <c:pt idx="6735">
                  <c:v>42303</c:v>
                </c:pt>
                <c:pt idx="6736">
                  <c:v>42304</c:v>
                </c:pt>
                <c:pt idx="6737">
                  <c:v>42305</c:v>
                </c:pt>
                <c:pt idx="6738">
                  <c:v>42306</c:v>
                </c:pt>
                <c:pt idx="6739">
                  <c:v>42307</c:v>
                </c:pt>
                <c:pt idx="6740">
                  <c:v>42310</c:v>
                </c:pt>
                <c:pt idx="6741">
                  <c:v>42311</c:v>
                </c:pt>
                <c:pt idx="6742">
                  <c:v>42312</c:v>
                </c:pt>
                <c:pt idx="6743">
                  <c:v>42313</c:v>
                </c:pt>
                <c:pt idx="6744">
                  <c:v>42314</c:v>
                </c:pt>
                <c:pt idx="6745">
                  <c:v>42317</c:v>
                </c:pt>
                <c:pt idx="6746">
                  <c:v>42318</c:v>
                </c:pt>
                <c:pt idx="6747">
                  <c:v>42319</c:v>
                </c:pt>
                <c:pt idx="6748">
                  <c:v>42320</c:v>
                </c:pt>
                <c:pt idx="6749">
                  <c:v>42321</c:v>
                </c:pt>
                <c:pt idx="6750">
                  <c:v>42324</c:v>
                </c:pt>
                <c:pt idx="6751">
                  <c:v>42325</c:v>
                </c:pt>
                <c:pt idx="6752">
                  <c:v>42326</c:v>
                </c:pt>
                <c:pt idx="6753">
                  <c:v>42327</c:v>
                </c:pt>
                <c:pt idx="6754">
                  <c:v>42328</c:v>
                </c:pt>
                <c:pt idx="6755">
                  <c:v>42331</c:v>
                </c:pt>
                <c:pt idx="6756">
                  <c:v>42332</c:v>
                </c:pt>
                <c:pt idx="6757">
                  <c:v>42333</c:v>
                </c:pt>
                <c:pt idx="6758">
                  <c:v>42334</c:v>
                </c:pt>
                <c:pt idx="6759">
                  <c:v>42335</c:v>
                </c:pt>
                <c:pt idx="6760">
                  <c:v>42338</c:v>
                </c:pt>
                <c:pt idx="6761">
                  <c:v>42339</c:v>
                </c:pt>
                <c:pt idx="6762">
                  <c:v>42340</c:v>
                </c:pt>
                <c:pt idx="6763">
                  <c:v>42341</c:v>
                </c:pt>
                <c:pt idx="6764">
                  <c:v>42342</c:v>
                </c:pt>
                <c:pt idx="6765">
                  <c:v>42345</c:v>
                </c:pt>
                <c:pt idx="6766">
                  <c:v>42346</c:v>
                </c:pt>
                <c:pt idx="6767">
                  <c:v>42347</c:v>
                </c:pt>
                <c:pt idx="6768">
                  <c:v>42348</c:v>
                </c:pt>
                <c:pt idx="6769">
                  <c:v>42349</c:v>
                </c:pt>
                <c:pt idx="6770">
                  <c:v>42352</c:v>
                </c:pt>
                <c:pt idx="6771">
                  <c:v>42353</c:v>
                </c:pt>
                <c:pt idx="6772">
                  <c:v>42354</c:v>
                </c:pt>
                <c:pt idx="6773">
                  <c:v>42355</c:v>
                </c:pt>
                <c:pt idx="6774">
                  <c:v>42356</c:v>
                </c:pt>
                <c:pt idx="6775">
                  <c:v>42359</c:v>
                </c:pt>
                <c:pt idx="6776">
                  <c:v>42360</c:v>
                </c:pt>
                <c:pt idx="6777">
                  <c:v>42361</c:v>
                </c:pt>
                <c:pt idx="6778">
                  <c:v>42362</c:v>
                </c:pt>
                <c:pt idx="6779">
                  <c:v>42363</c:v>
                </c:pt>
                <c:pt idx="6780">
                  <c:v>42366</c:v>
                </c:pt>
                <c:pt idx="6781">
                  <c:v>42367</c:v>
                </c:pt>
                <c:pt idx="6782">
                  <c:v>42368</c:v>
                </c:pt>
                <c:pt idx="6783">
                  <c:v>42369</c:v>
                </c:pt>
                <c:pt idx="6784">
                  <c:v>42370</c:v>
                </c:pt>
                <c:pt idx="6785">
                  <c:v>42373</c:v>
                </c:pt>
                <c:pt idx="6786">
                  <c:v>42374</c:v>
                </c:pt>
                <c:pt idx="6787">
                  <c:v>42375</c:v>
                </c:pt>
                <c:pt idx="6788">
                  <c:v>42376</c:v>
                </c:pt>
                <c:pt idx="6789">
                  <c:v>42377</c:v>
                </c:pt>
                <c:pt idx="6790">
                  <c:v>42380</c:v>
                </c:pt>
                <c:pt idx="6791">
                  <c:v>42381</c:v>
                </c:pt>
                <c:pt idx="6792">
                  <c:v>42382</c:v>
                </c:pt>
                <c:pt idx="6793">
                  <c:v>42383</c:v>
                </c:pt>
                <c:pt idx="6794">
                  <c:v>42384</c:v>
                </c:pt>
                <c:pt idx="6795">
                  <c:v>42387</c:v>
                </c:pt>
                <c:pt idx="6796">
                  <c:v>42388</c:v>
                </c:pt>
                <c:pt idx="6797">
                  <c:v>42389</c:v>
                </c:pt>
                <c:pt idx="6798">
                  <c:v>42390</c:v>
                </c:pt>
                <c:pt idx="6799">
                  <c:v>42391</c:v>
                </c:pt>
                <c:pt idx="6800">
                  <c:v>42394</c:v>
                </c:pt>
                <c:pt idx="6801">
                  <c:v>42395</c:v>
                </c:pt>
                <c:pt idx="6802">
                  <c:v>42396</c:v>
                </c:pt>
                <c:pt idx="6803">
                  <c:v>42397</c:v>
                </c:pt>
                <c:pt idx="6804">
                  <c:v>42398</c:v>
                </c:pt>
                <c:pt idx="6805">
                  <c:v>42401</c:v>
                </c:pt>
                <c:pt idx="6806">
                  <c:v>42402</c:v>
                </c:pt>
                <c:pt idx="6807">
                  <c:v>42403</c:v>
                </c:pt>
                <c:pt idx="6808">
                  <c:v>42404</c:v>
                </c:pt>
                <c:pt idx="6809">
                  <c:v>42405</c:v>
                </c:pt>
                <c:pt idx="6810">
                  <c:v>42408</c:v>
                </c:pt>
                <c:pt idx="6811">
                  <c:v>42409</c:v>
                </c:pt>
                <c:pt idx="6812">
                  <c:v>42410</c:v>
                </c:pt>
                <c:pt idx="6813">
                  <c:v>42411</c:v>
                </c:pt>
                <c:pt idx="6814">
                  <c:v>42412</c:v>
                </c:pt>
                <c:pt idx="6815">
                  <c:v>42415</c:v>
                </c:pt>
                <c:pt idx="6816">
                  <c:v>42416</c:v>
                </c:pt>
                <c:pt idx="6817">
                  <c:v>42417</c:v>
                </c:pt>
                <c:pt idx="6818">
                  <c:v>42418</c:v>
                </c:pt>
                <c:pt idx="6819">
                  <c:v>42419</c:v>
                </c:pt>
                <c:pt idx="6820">
                  <c:v>42422</c:v>
                </c:pt>
                <c:pt idx="6821">
                  <c:v>42423</c:v>
                </c:pt>
                <c:pt idx="6822">
                  <c:v>42424</c:v>
                </c:pt>
                <c:pt idx="6823">
                  <c:v>42425</c:v>
                </c:pt>
                <c:pt idx="6824">
                  <c:v>42426</c:v>
                </c:pt>
                <c:pt idx="6825">
                  <c:v>42429</c:v>
                </c:pt>
                <c:pt idx="6826">
                  <c:v>42430</c:v>
                </c:pt>
                <c:pt idx="6827">
                  <c:v>42431</c:v>
                </c:pt>
                <c:pt idx="6828">
                  <c:v>42432</c:v>
                </c:pt>
                <c:pt idx="6829">
                  <c:v>42433</c:v>
                </c:pt>
                <c:pt idx="6830">
                  <c:v>42436</c:v>
                </c:pt>
                <c:pt idx="6831">
                  <c:v>42437</c:v>
                </c:pt>
                <c:pt idx="6832">
                  <c:v>42438</c:v>
                </c:pt>
                <c:pt idx="6833">
                  <c:v>42439</c:v>
                </c:pt>
                <c:pt idx="6834">
                  <c:v>42440</c:v>
                </c:pt>
                <c:pt idx="6835">
                  <c:v>42443</c:v>
                </c:pt>
                <c:pt idx="6836">
                  <c:v>42444</c:v>
                </c:pt>
                <c:pt idx="6837">
                  <c:v>42445</c:v>
                </c:pt>
                <c:pt idx="6838">
                  <c:v>42446</c:v>
                </c:pt>
                <c:pt idx="6839">
                  <c:v>42447</c:v>
                </c:pt>
                <c:pt idx="6840">
                  <c:v>42450</c:v>
                </c:pt>
                <c:pt idx="6841">
                  <c:v>42451</c:v>
                </c:pt>
                <c:pt idx="6842">
                  <c:v>42452</c:v>
                </c:pt>
                <c:pt idx="6843">
                  <c:v>42453</c:v>
                </c:pt>
                <c:pt idx="6844">
                  <c:v>42454</c:v>
                </c:pt>
                <c:pt idx="6845">
                  <c:v>42457</c:v>
                </c:pt>
                <c:pt idx="6846">
                  <c:v>42458</c:v>
                </c:pt>
                <c:pt idx="6847">
                  <c:v>42459</c:v>
                </c:pt>
                <c:pt idx="6848">
                  <c:v>42460</c:v>
                </c:pt>
                <c:pt idx="6849">
                  <c:v>42461</c:v>
                </c:pt>
                <c:pt idx="6850">
                  <c:v>42464</c:v>
                </c:pt>
                <c:pt idx="6851">
                  <c:v>42465</c:v>
                </c:pt>
                <c:pt idx="6852">
                  <c:v>42466</c:v>
                </c:pt>
                <c:pt idx="6853">
                  <c:v>42467</c:v>
                </c:pt>
                <c:pt idx="6854">
                  <c:v>42468</c:v>
                </c:pt>
                <c:pt idx="6855">
                  <c:v>42471</c:v>
                </c:pt>
                <c:pt idx="6856">
                  <c:v>42472</c:v>
                </c:pt>
                <c:pt idx="6857">
                  <c:v>42473</c:v>
                </c:pt>
                <c:pt idx="6858">
                  <c:v>42474</c:v>
                </c:pt>
                <c:pt idx="6859">
                  <c:v>42475</c:v>
                </c:pt>
                <c:pt idx="6860">
                  <c:v>42478</c:v>
                </c:pt>
                <c:pt idx="6861">
                  <c:v>42479</c:v>
                </c:pt>
                <c:pt idx="6862">
                  <c:v>42480</c:v>
                </c:pt>
                <c:pt idx="6863">
                  <c:v>42481</c:v>
                </c:pt>
                <c:pt idx="6864">
                  <c:v>42482</c:v>
                </c:pt>
                <c:pt idx="6865">
                  <c:v>42485</c:v>
                </c:pt>
                <c:pt idx="6866">
                  <c:v>42486</c:v>
                </c:pt>
                <c:pt idx="6867">
                  <c:v>42487</c:v>
                </c:pt>
                <c:pt idx="6868">
                  <c:v>42488</c:v>
                </c:pt>
                <c:pt idx="6869">
                  <c:v>42489</c:v>
                </c:pt>
                <c:pt idx="6870">
                  <c:v>42492</c:v>
                </c:pt>
                <c:pt idx="6871">
                  <c:v>42493</c:v>
                </c:pt>
                <c:pt idx="6872">
                  <c:v>42494</c:v>
                </c:pt>
                <c:pt idx="6873">
                  <c:v>42495</c:v>
                </c:pt>
                <c:pt idx="6874">
                  <c:v>42496</c:v>
                </c:pt>
                <c:pt idx="6875">
                  <c:v>42499</c:v>
                </c:pt>
                <c:pt idx="6876">
                  <c:v>42500</c:v>
                </c:pt>
                <c:pt idx="6877">
                  <c:v>42501</c:v>
                </c:pt>
                <c:pt idx="6878">
                  <c:v>42502</c:v>
                </c:pt>
                <c:pt idx="6879">
                  <c:v>42503</c:v>
                </c:pt>
                <c:pt idx="6880">
                  <c:v>42506</c:v>
                </c:pt>
                <c:pt idx="6881">
                  <c:v>42507</c:v>
                </c:pt>
                <c:pt idx="6882">
                  <c:v>42508</c:v>
                </c:pt>
                <c:pt idx="6883">
                  <c:v>42509</c:v>
                </c:pt>
                <c:pt idx="6884">
                  <c:v>42510</c:v>
                </c:pt>
                <c:pt idx="6885">
                  <c:v>42513</c:v>
                </c:pt>
                <c:pt idx="6886">
                  <c:v>42514</c:v>
                </c:pt>
                <c:pt idx="6887">
                  <c:v>42515</c:v>
                </c:pt>
                <c:pt idx="6888">
                  <c:v>42516</c:v>
                </c:pt>
                <c:pt idx="6889">
                  <c:v>42517</c:v>
                </c:pt>
                <c:pt idx="6890">
                  <c:v>42520</c:v>
                </c:pt>
                <c:pt idx="6891">
                  <c:v>42521</c:v>
                </c:pt>
                <c:pt idx="6892">
                  <c:v>42522</c:v>
                </c:pt>
                <c:pt idx="6893">
                  <c:v>42523</c:v>
                </c:pt>
                <c:pt idx="6894">
                  <c:v>42524</c:v>
                </c:pt>
                <c:pt idx="6895">
                  <c:v>42527</c:v>
                </c:pt>
                <c:pt idx="6896">
                  <c:v>42528</c:v>
                </c:pt>
                <c:pt idx="6897">
                  <c:v>42529</c:v>
                </c:pt>
                <c:pt idx="6898">
                  <c:v>42530</c:v>
                </c:pt>
                <c:pt idx="6899">
                  <c:v>42531</c:v>
                </c:pt>
                <c:pt idx="6900">
                  <c:v>42534</c:v>
                </c:pt>
                <c:pt idx="6901">
                  <c:v>42535</c:v>
                </c:pt>
                <c:pt idx="6902">
                  <c:v>42536</c:v>
                </c:pt>
                <c:pt idx="6903">
                  <c:v>42537</c:v>
                </c:pt>
                <c:pt idx="6904">
                  <c:v>42538</c:v>
                </c:pt>
                <c:pt idx="6905">
                  <c:v>42541</c:v>
                </c:pt>
                <c:pt idx="6906">
                  <c:v>42542</c:v>
                </c:pt>
                <c:pt idx="6907">
                  <c:v>42543</c:v>
                </c:pt>
                <c:pt idx="6908">
                  <c:v>42544</c:v>
                </c:pt>
                <c:pt idx="6909">
                  <c:v>42545</c:v>
                </c:pt>
                <c:pt idx="6910">
                  <c:v>42548</c:v>
                </c:pt>
                <c:pt idx="6911">
                  <c:v>42549</c:v>
                </c:pt>
                <c:pt idx="6912">
                  <c:v>42550</c:v>
                </c:pt>
                <c:pt idx="6913">
                  <c:v>42551</c:v>
                </c:pt>
                <c:pt idx="6914">
                  <c:v>42552</c:v>
                </c:pt>
                <c:pt idx="6915">
                  <c:v>42555</c:v>
                </c:pt>
                <c:pt idx="6916">
                  <c:v>42556</c:v>
                </c:pt>
                <c:pt idx="6917">
                  <c:v>42557</c:v>
                </c:pt>
                <c:pt idx="6918">
                  <c:v>42558</c:v>
                </c:pt>
                <c:pt idx="6919">
                  <c:v>42559</c:v>
                </c:pt>
                <c:pt idx="6920">
                  <c:v>42562</c:v>
                </c:pt>
                <c:pt idx="6921">
                  <c:v>42563</c:v>
                </c:pt>
                <c:pt idx="6922">
                  <c:v>42564</c:v>
                </c:pt>
                <c:pt idx="6923">
                  <c:v>42565</c:v>
                </c:pt>
                <c:pt idx="6924">
                  <c:v>42566</c:v>
                </c:pt>
                <c:pt idx="6925">
                  <c:v>42569</c:v>
                </c:pt>
                <c:pt idx="6926">
                  <c:v>42570</c:v>
                </c:pt>
                <c:pt idx="6927">
                  <c:v>42571</c:v>
                </c:pt>
                <c:pt idx="6928">
                  <c:v>42572</c:v>
                </c:pt>
                <c:pt idx="6929">
                  <c:v>42573</c:v>
                </c:pt>
                <c:pt idx="6930">
                  <c:v>42576</c:v>
                </c:pt>
                <c:pt idx="6931">
                  <c:v>42577</c:v>
                </c:pt>
                <c:pt idx="6932">
                  <c:v>42578</c:v>
                </c:pt>
                <c:pt idx="6933">
                  <c:v>42579</c:v>
                </c:pt>
                <c:pt idx="6934">
                  <c:v>42580</c:v>
                </c:pt>
                <c:pt idx="6935">
                  <c:v>42583</c:v>
                </c:pt>
                <c:pt idx="6936">
                  <c:v>42584</c:v>
                </c:pt>
                <c:pt idx="6937">
                  <c:v>42585</c:v>
                </c:pt>
                <c:pt idx="6938">
                  <c:v>42586</c:v>
                </c:pt>
                <c:pt idx="6939">
                  <c:v>42587</c:v>
                </c:pt>
                <c:pt idx="6940">
                  <c:v>42590</c:v>
                </c:pt>
                <c:pt idx="6941">
                  <c:v>42591</c:v>
                </c:pt>
                <c:pt idx="6942">
                  <c:v>42592</c:v>
                </c:pt>
                <c:pt idx="6943">
                  <c:v>42593</c:v>
                </c:pt>
                <c:pt idx="6944">
                  <c:v>42594</c:v>
                </c:pt>
                <c:pt idx="6945">
                  <c:v>42597</c:v>
                </c:pt>
                <c:pt idx="6946">
                  <c:v>42598</c:v>
                </c:pt>
                <c:pt idx="6947">
                  <c:v>42599</c:v>
                </c:pt>
                <c:pt idx="6948">
                  <c:v>42600</c:v>
                </c:pt>
                <c:pt idx="6949">
                  <c:v>42601</c:v>
                </c:pt>
                <c:pt idx="6950">
                  <c:v>42604</c:v>
                </c:pt>
                <c:pt idx="6951">
                  <c:v>42605</c:v>
                </c:pt>
                <c:pt idx="6952">
                  <c:v>42606</c:v>
                </c:pt>
                <c:pt idx="6953">
                  <c:v>42607</c:v>
                </c:pt>
                <c:pt idx="6954">
                  <c:v>42608</c:v>
                </c:pt>
                <c:pt idx="6955">
                  <c:v>42611</c:v>
                </c:pt>
                <c:pt idx="6956">
                  <c:v>42612</c:v>
                </c:pt>
                <c:pt idx="6957">
                  <c:v>42613</c:v>
                </c:pt>
                <c:pt idx="6958">
                  <c:v>42614</c:v>
                </c:pt>
                <c:pt idx="6959">
                  <c:v>42615</c:v>
                </c:pt>
                <c:pt idx="6960">
                  <c:v>42618</c:v>
                </c:pt>
                <c:pt idx="6961">
                  <c:v>42619</c:v>
                </c:pt>
                <c:pt idx="6962">
                  <c:v>42620</c:v>
                </c:pt>
                <c:pt idx="6963">
                  <c:v>42621</c:v>
                </c:pt>
                <c:pt idx="6964">
                  <c:v>42622</c:v>
                </c:pt>
                <c:pt idx="6965">
                  <c:v>42625</c:v>
                </c:pt>
                <c:pt idx="6966">
                  <c:v>42626</c:v>
                </c:pt>
                <c:pt idx="6967">
                  <c:v>42627</c:v>
                </c:pt>
                <c:pt idx="6968">
                  <c:v>42628</c:v>
                </c:pt>
                <c:pt idx="6969">
                  <c:v>42629</c:v>
                </c:pt>
                <c:pt idx="6970">
                  <c:v>42632</c:v>
                </c:pt>
                <c:pt idx="6971">
                  <c:v>42633</c:v>
                </c:pt>
                <c:pt idx="6972">
                  <c:v>42634</c:v>
                </c:pt>
                <c:pt idx="6973">
                  <c:v>42635</c:v>
                </c:pt>
                <c:pt idx="6974">
                  <c:v>42636</c:v>
                </c:pt>
                <c:pt idx="6975">
                  <c:v>42639</c:v>
                </c:pt>
                <c:pt idx="6976">
                  <c:v>42640</c:v>
                </c:pt>
                <c:pt idx="6977">
                  <c:v>42641</c:v>
                </c:pt>
                <c:pt idx="6978">
                  <c:v>42642</c:v>
                </c:pt>
                <c:pt idx="6979">
                  <c:v>42643</c:v>
                </c:pt>
                <c:pt idx="6980">
                  <c:v>42646</c:v>
                </c:pt>
                <c:pt idx="6981">
                  <c:v>42647</c:v>
                </c:pt>
                <c:pt idx="6982">
                  <c:v>42648</c:v>
                </c:pt>
                <c:pt idx="6983">
                  <c:v>42649</c:v>
                </c:pt>
                <c:pt idx="6984">
                  <c:v>42650</c:v>
                </c:pt>
                <c:pt idx="6985">
                  <c:v>42653</c:v>
                </c:pt>
                <c:pt idx="6986">
                  <c:v>42654</c:v>
                </c:pt>
                <c:pt idx="6987">
                  <c:v>42655</c:v>
                </c:pt>
                <c:pt idx="6988">
                  <c:v>42656</c:v>
                </c:pt>
                <c:pt idx="6989">
                  <c:v>42657</c:v>
                </c:pt>
                <c:pt idx="6990">
                  <c:v>42660</c:v>
                </c:pt>
                <c:pt idx="6991">
                  <c:v>42661</c:v>
                </c:pt>
                <c:pt idx="6992">
                  <c:v>42662</c:v>
                </c:pt>
                <c:pt idx="6993">
                  <c:v>42663</c:v>
                </c:pt>
                <c:pt idx="6994">
                  <c:v>42664</c:v>
                </c:pt>
                <c:pt idx="6995">
                  <c:v>42667</c:v>
                </c:pt>
                <c:pt idx="6996">
                  <c:v>42668</c:v>
                </c:pt>
                <c:pt idx="6997">
                  <c:v>42669</c:v>
                </c:pt>
                <c:pt idx="6998">
                  <c:v>42670</c:v>
                </c:pt>
                <c:pt idx="6999">
                  <c:v>42671</c:v>
                </c:pt>
                <c:pt idx="7000">
                  <c:v>42674</c:v>
                </c:pt>
                <c:pt idx="7001">
                  <c:v>42675</c:v>
                </c:pt>
                <c:pt idx="7002">
                  <c:v>42676</c:v>
                </c:pt>
                <c:pt idx="7003">
                  <c:v>42677</c:v>
                </c:pt>
                <c:pt idx="7004">
                  <c:v>42678</c:v>
                </c:pt>
                <c:pt idx="7005">
                  <c:v>42681</c:v>
                </c:pt>
                <c:pt idx="7006">
                  <c:v>42682</c:v>
                </c:pt>
                <c:pt idx="7007">
                  <c:v>42683</c:v>
                </c:pt>
                <c:pt idx="7008">
                  <c:v>42684</c:v>
                </c:pt>
                <c:pt idx="7009">
                  <c:v>42685</c:v>
                </c:pt>
                <c:pt idx="7010">
                  <c:v>42688</c:v>
                </c:pt>
                <c:pt idx="7011">
                  <c:v>42689</c:v>
                </c:pt>
                <c:pt idx="7012">
                  <c:v>42690</c:v>
                </c:pt>
                <c:pt idx="7013">
                  <c:v>42691</c:v>
                </c:pt>
                <c:pt idx="7014">
                  <c:v>42692</c:v>
                </c:pt>
                <c:pt idx="7015">
                  <c:v>42695</c:v>
                </c:pt>
                <c:pt idx="7016">
                  <c:v>42696</c:v>
                </c:pt>
                <c:pt idx="7017">
                  <c:v>42697</c:v>
                </c:pt>
                <c:pt idx="7018">
                  <c:v>42698</c:v>
                </c:pt>
                <c:pt idx="7019">
                  <c:v>42699</c:v>
                </c:pt>
                <c:pt idx="7020">
                  <c:v>42702</c:v>
                </c:pt>
                <c:pt idx="7021">
                  <c:v>42703</c:v>
                </c:pt>
                <c:pt idx="7022">
                  <c:v>42704</c:v>
                </c:pt>
                <c:pt idx="7023">
                  <c:v>42705</c:v>
                </c:pt>
                <c:pt idx="7024">
                  <c:v>42706</c:v>
                </c:pt>
                <c:pt idx="7025">
                  <c:v>42709</c:v>
                </c:pt>
                <c:pt idx="7026">
                  <c:v>42710</c:v>
                </c:pt>
                <c:pt idx="7027">
                  <c:v>42711</c:v>
                </c:pt>
                <c:pt idx="7028">
                  <c:v>42712</c:v>
                </c:pt>
                <c:pt idx="7029">
                  <c:v>42713</c:v>
                </c:pt>
                <c:pt idx="7030">
                  <c:v>42716</c:v>
                </c:pt>
                <c:pt idx="7031">
                  <c:v>42717</c:v>
                </c:pt>
                <c:pt idx="7032">
                  <c:v>42718</c:v>
                </c:pt>
                <c:pt idx="7033">
                  <c:v>42719</c:v>
                </c:pt>
                <c:pt idx="7034">
                  <c:v>42720</c:v>
                </c:pt>
                <c:pt idx="7035">
                  <c:v>42723</c:v>
                </c:pt>
                <c:pt idx="7036">
                  <c:v>42724</c:v>
                </c:pt>
                <c:pt idx="7037">
                  <c:v>42725</c:v>
                </c:pt>
                <c:pt idx="7038">
                  <c:v>42726</c:v>
                </c:pt>
                <c:pt idx="7039">
                  <c:v>42727</c:v>
                </c:pt>
                <c:pt idx="7040">
                  <c:v>42730</c:v>
                </c:pt>
                <c:pt idx="7041">
                  <c:v>42731</c:v>
                </c:pt>
                <c:pt idx="7042">
                  <c:v>42732</c:v>
                </c:pt>
                <c:pt idx="7043">
                  <c:v>42733</c:v>
                </c:pt>
                <c:pt idx="7044">
                  <c:v>42734</c:v>
                </c:pt>
                <c:pt idx="7045">
                  <c:v>42737</c:v>
                </c:pt>
                <c:pt idx="7046">
                  <c:v>42738</c:v>
                </c:pt>
                <c:pt idx="7047">
                  <c:v>42739</c:v>
                </c:pt>
                <c:pt idx="7048">
                  <c:v>42740</c:v>
                </c:pt>
                <c:pt idx="7049">
                  <c:v>42741</c:v>
                </c:pt>
                <c:pt idx="7050">
                  <c:v>42744</c:v>
                </c:pt>
                <c:pt idx="7051">
                  <c:v>42745</c:v>
                </c:pt>
                <c:pt idx="7052">
                  <c:v>42746</c:v>
                </c:pt>
                <c:pt idx="7053">
                  <c:v>42747</c:v>
                </c:pt>
                <c:pt idx="7054">
                  <c:v>42748</c:v>
                </c:pt>
                <c:pt idx="7055">
                  <c:v>42751</c:v>
                </c:pt>
                <c:pt idx="7056">
                  <c:v>42752</c:v>
                </c:pt>
                <c:pt idx="7057">
                  <c:v>42753</c:v>
                </c:pt>
                <c:pt idx="7058">
                  <c:v>42754</c:v>
                </c:pt>
                <c:pt idx="7059">
                  <c:v>42755</c:v>
                </c:pt>
                <c:pt idx="7060">
                  <c:v>42758</c:v>
                </c:pt>
                <c:pt idx="7061">
                  <c:v>42759</c:v>
                </c:pt>
                <c:pt idx="7062">
                  <c:v>42760</c:v>
                </c:pt>
                <c:pt idx="7063">
                  <c:v>42761</c:v>
                </c:pt>
                <c:pt idx="7064">
                  <c:v>42762</c:v>
                </c:pt>
                <c:pt idx="7065">
                  <c:v>42765</c:v>
                </c:pt>
                <c:pt idx="7066">
                  <c:v>42766</c:v>
                </c:pt>
                <c:pt idx="7067">
                  <c:v>42767</c:v>
                </c:pt>
                <c:pt idx="7068">
                  <c:v>42768</c:v>
                </c:pt>
                <c:pt idx="7069">
                  <c:v>42769</c:v>
                </c:pt>
                <c:pt idx="7070">
                  <c:v>42772</c:v>
                </c:pt>
                <c:pt idx="7071">
                  <c:v>42773</c:v>
                </c:pt>
                <c:pt idx="7072">
                  <c:v>42774</c:v>
                </c:pt>
                <c:pt idx="7073">
                  <c:v>42775</c:v>
                </c:pt>
                <c:pt idx="7074">
                  <c:v>42776</c:v>
                </c:pt>
                <c:pt idx="7075">
                  <c:v>42779</c:v>
                </c:pt>
                <c:pt idx="7076">
                  <c:v>42780</c:v>
                </c:pt>
                <c:pt idx="7077">
                  <c:v>42781</c:v>
                </c:pt>
                <c:pt idx="7078">
                  <c:v>42782</c:v>
                </c:pt>
                <c:pt idx="7079">
                  <c:v>42783</c:v>
                </c:pt>
                <c:pt idx="7080">
                  <c:v>42786</c:v>
                </c:pt>
                <c:pt idx="7081">
                  <c:v>42787</c:v>
                </c:pt>
                <c:pt idx="7082">
                  <c:v>42788</c:v>
                </c:pt>
                <c:pt idx="7083">
                  <c:v>42789</c:v>
                </c:pt>
                <c:pt idx="7084">
                  <c:v>42790</c:v>
                </c:pt>
                <c:pt idx="7085">
                  <c:v>42793</c:v>
                </c:pt>
                <c:pt idx="7086">
                  <c:v>42794</c:v>
                </c:pt>
                <c:pt idx="7087">
                  <c:v>42795</c:v>
                </c:pt>
                <c:pt idx="7088">
                  <c:v>42796</c:v>
                </c:pt>
                <c:pt idx="7089">
                  <c:v>42797</c:v>
                </c:pt>
                <c:pt idx="7090">
                  <c:v>42800</c:v>
                </c:pt>
                <c:pt idx="7091">
                  <c:v>42801</c:v>
                </c:pt>
                <c:pt idx="7092">
                  <c:v>42802</c:v>
                </c:pt>
                <c:pt idx="7093">
                  <c:v>42803</c:v>
                </c:pt>
                <c:pt idx="7094">
                  <c:v>42804</c:v>
                </c:pt>
                <c:pt idx="7095">
                  <c:v>42807</c:v>
                </c:pt>
                <c:pt idx="7096">
                  <c:v>42808</c:v>
                </c:pt>
                <c:pt idx="7097">
                  <c:v>42809</c:v>
                </c:pt>
                <c:pt idx="7098">
                  <c:v>42810</c:v>
                </c:pt>
                <c:pt idx="7099">
                  <c:v>42811</c:v>
                </c:pt>
                <c:pt idx="7100">
                  <c:v>42814</c:v>
                </c:pt>
                <c:pt idx="7101">
                  <c:v>42815</c:v>
                </c:pt>
                <c:pt idx="7102">
                  <c:v>42816</c:v>
                </c:pt>
                <c:pt idx="7103">
                  <c:v>42817</c:v>
                </c:pt>
                <c:pt idx="7104">
                  <c:v>42818</c:v>
                </c:pt>
                <c:pt idx="7105">
                  <c:v>42821</c:v>
                </c:pt>
                <c:pt idx="7106">
                  <c:v>42822</c:v>
                </c:pt>
                <c:pt idx="7107">
                  <c:v>42823</c:v>
                </c:pt>
                <c:pt idx="7108">
                  <c:v>42824</c:v>
                </c:pt>
                <c:pt idx="7109">
                  <c:v>42825</c:v>
                </c:pt>
                <c:pt idx="7110">
                  <c:v>42828</c:v>
                </c:pt>
                <c:pt idx="7111">
                  <c:v>42829</c:v>
                </c:pt>
                <c:pt idx="7112">
                  <c:v>42830</c:v>
                </c:pt>
                <c:pt idx="7113">
                  <c:v>42831</c:v>
                </c:pt>
                <c:pt idx="7114">
                  <c:v>42832</c:v>
                </c:pt>
                <c:pt idx="7115">
                  <c:v>42835</c:v>
                </c:pt>
                <c:pt idx="7116">
                  <c:v>42836</c:v>
                </c:pt>
                <c:pt idx="7117">
                  <c:v>42837</c:v>
                </c:pt>
                <c:pt idx="7118">
                  <c:v>42838</c:v>
                </c:pt>
                <c:pt idx="7119">
                  <c:v>42839</c:v>
                </c:pt>
                <c:pt idx="7120">
                  <c:v>42842</c:v>
                </c:pt>
                <c:pt idx="7121">
                  <c:v>42843</c:v>
                </c:pt>
                <c:pt idx="7122">
                  <c:v>42844</c:v>
                </c:pt>
                <c:pt idx="7123">
                  <c:v>42845</c:v>
                </c:pt>
                <c:pt idx="7124">
                  <c:v>42846</c:v>
                </c:pt>
                <c:pt idx="7125">
                  <c:v>42849</c:v>
                </c:pt>
                <c:pt idx="7126">
                  <c:v>42850</c:v>
                </c:pt>
                <c:pt idx="7127">
                  <c:v>42851</c:v>
                </c:pt>
                <c:pt idx="7128">
                  <c:v>42852</c:v>
                </c:pt>
                <c:pt idx="7129">
                  <c:v>42853</c:v>
                </c:pt>
                <c:pt idx="7130">
                  <c:v>42856</c:v>
                </c:pt>
                <c:pt idx="7131">
                  <c:v>42857</c:v>
                </c:pt>
                <c:pt idx="7132">
                  <c:v>42858</c:v>
                </c:pt>
                <c:pt idx="7133">
                  <c:v>42859</c:v>
                </c:pt>
                <c:pt idx="7134">
                  <c:v>42860</c:v>
                </c:pt>
                <c:pt idx="7135">
                  <c:v>42863</c:v>
                </c:pt>
                <c:pt idx="7136">
                  <c:v>42864</c:v>
                </c:pt>
                <c:pt idx="7137">
                  <c:v>42865</c:v>
                </c:pt>
                <c:pt idx="7138">
                  <c:v>42866</c:v>
                </c:pt>
                <c:pt idx="7139">
                  <c:v>42867</c:v>
                </c:pt>
                <c:pt idx="7140">
                  <c:v>42870</c:v>
                </c:pt>
                <c:pt idx="7141">
                  <c:v>42871</c:v>
                </c:pt>
                <c:pt idx="7142">
                  <c:v>42872</c:v>
                </c:pt>
                <c:pt idx="7143">
                  <c:v>42873</c:v>
                </c:pt>
                <c:pt idx="7144">
                  <c:v>42874</c:v>
                </c:pt>
                <c:pt idx="7145">
                  <c:v>42877</c:v>
                </c:pt>
                <c:pt idx="7146">
                  <c:v>42878</c:v>
                </c:pt>
                <c:pt idx="7147">
                  <c:v>42879</c:v>
                </c:pt>
                <c:pt idx="7148">
                  <c:v>42880</c:v>
                </c:pt>
                <c:pt idx="7149">
                  <c:v>42881</c:v>
                </c:pt>
                <c:pt idx="7150">
                  <c:v>42884</c:v>
                </c:pt>
                <c:pt idx="7151">
                  <c:v>42885</c:v>
                </c:pt>
                <c:pt idx="7152">
                  <c:v>42886</c:v>
                </c:pt>
                <c:pt idx="7153">
                  <c:v>42887</c:v>
                </c:pt>
                <c:pt idx="7154">
                  <c:v>42888</c:v>
                </c:pt>
                <c:pt idx="7155">
                  <c:v>42891</c:v>
                </c:pt>
                <c:pt idx="7156">
                  <c:v>42892</c:v>
                </c:pt>
                <c:pt idx="7157">
                  <c:v>42893</c:v>
                </c:pt>
                <c:pt idx="7158">
                  <c:v>42894</c:v>
                </c:pt>
                <c:pt idx="7159">
                  <c:v>42895</c:v>
                </c:pt>
                <c:pt idx="7160">
                  <c:v>42898</c:v>
                </c:pt>
                <c:pt idx="7161">
                  <c:v>42899</c:v>
                </c:pt>
                <c:pt idx="7162">
                  <c:v>42900</c:v>
                </c:pt>
                <c:pt idx="7163">
                  <c:v>42901</c:v>
                </c:pt>
                <c:pt idx="7164">
                  <c:v>42902</c:v>
                </c:pt>
                <c:pt idx="7165">
                  <c:v>42905</c:v>
                </c:pt>
                <c:pt idx="7166">
                  <c:v>42906</c:v>
                </c:pt>
                <c:pt idx="7167">
                  <c:v>42907</c:v>
                </c:pt>
                <c:pt idx="7168">
                  <c:v>42908</c:v>
                </c:pt>
                <c:pt idx="7169">
                  <c:v>42909</c:v>
                </c:pt>
                <c:pt idx="7170">
                  <c:v>42912</c:v>
                </c:pt>
                <c:pt idx="7171">
                  <c:v>42913</c:v>
                </c:pt>
                <c:pt idx="7172">
                  <c:v>42914</c:v>
                </c:pt>
                <c:pt idx="7173">
                  <c:v>42915</c:v>
                </c:pt>
                <c:pt idx="7174">
                  <c:v>42916</c:v>
                </c:pt>
                <c:pt idx="7175">
                  <c:v>42919</c:v>
                </c:pt>
                <c:pt idx="7176">
                  <c:v>42920</c:v>
                </c:pt>
                <c:pt idx="7177">
                  <c:v>42921</c:v>
                </c:pt>
                <c:pt idx="7178">
                  <c:v>42922</c:v>
                </c:pt>
                <c:pt idx="7179">
                  <c:v>42923</c:v>
                </c:pt>
                <c:pt idx="7180">
                  <c:v>42926</c:v>
                </c:pt>
                <c:pt idx="7181">
                  <c:v>42927</c:v>
                </c:pt>
                <c:pt idx="7182">
                  <c:v>42928</c:v>
                </c:pt>
                <c:pt idx="7183">
                  <c:v>42929</c:v>
                </c:pt>
                <c:pt idx="7184">
                  <c:v>42930</c:v>
                </c:pt>
                <c:pt idx="7185">
                  <c:v>42933</c:v>
                </c:pt>
                <c:pt idx="7186">
                  <c:v>42934</c:v>
                </c:pt>
                <c:pt idx="7187">
                  <c:v>42935</c:v>
                </c:pt>
                <c:pt idx="7188">
                  <c:v>42936</c:v>
                </c:pt>
                <c:pt idx="7189">
                  <c:v>42937</c:v>
                </c:pt>
                <c:pt idx="7190">
                  <c:v>42940</c:v>
                </c:pt>
                <c:pt idx="7191">
                  <c:v>42941</c:v>
                </c:pt>
                <c:pt idx="7192">
                  <c:v>42942</c:v>
                </c:pt>
                <c:pt idx="7193">
                  <c:v>42943</c:v>
                </c:pt>
                <c:pt idx="7194">
                  <c:v>42944</c:v>
                </c:pt>
                <c:pt idx="7195">
                  <c:v>42947</c:v>
                </c:pt>
                <c:pt idx="7196">
                  <c:v>42948</c:v>
                </c:pt>
                <c:pt idx="7197">
                  <c:v>42949</c:v>
                </c:pt>
                <c:pt idx="7198">
                  <c:v>42950</c:v>
                </c:pt>
                <c:pt idx="7199">
                  <c:v>42951</c:v>
                </c:pt>
                <c:pt idx="7200">
                  <c:v>42954</c:v>
                </c:pt>
                <c:pt idx="7201">
                  <c:v>42955</c:v>
                </c:pt>
                <c:pt idx="7202">
                  <c:v>42956</c:v>
                </c:pt>
                <c:pt idx="7203">
                  <c:v>42957</c:v>
                </c:pt>
                <c:pt idx="7204">
                  <c:v>42958</c:v>
                </c:pt>
                <c:pt idx="7205">
                  <c:v>42961</c:v>
                </c:pt>
                <c:pt idx="7206">
                  <c:v>42962</c:v>
                </c:pt>
                <c:pt idx="7207">
                  <c:v>42963</c:v>
                </c:pt>
                <c:pt idx="7208">
                  <c:v>42964</c:v>
                </c:pt>
                <c:pt idx="7209">
                  <c:v>42965</c:v>
                </c:pt>
                <c:pt idx="7210">
                  <c:v>42968</c:v>
                </c:pt>
                <c:pt idx="7211">
                  <c:v>42969</c:v>
                </c:pt>
                <c:pt idx="7212">
                  <c:v>42970</c:v>
                </c:pt>
                <c:pt idx="7213">
                  <c:v>42971</c:v>
                </c:pt>
                <c:pt idx="7214">
                  <c:v>42972</c:v>
                </c:pt>
                <c:pt idx="7215">
                  <c:v>42975</c:v>
                </c:pt>
                <c:pt idx="7216">
                  <c:v>42976</c:v>
                </c:pt>
                <c:pt idx="7217">
                  <c:v>42977</c:v>
                </c:pt>
                <c:pt idx="7218">
                  <c:v>42978</c:v>
                </c:pt>
                <c:pt idx="7219">
                  <c:v>42979</c:v>
                </c:pt>
                <c:pt idx="7220">
                  <c:v>42982</c:v>
                </c:pt>
                <c:pt idx="7221">
                  <c:v>42983</c:v>
                </c:pt>
                <c:pt idx="7222">
                  <c:v>42984</c:v>
                </c:pt>
                <c:pt idx="7223">
                  <c:v>42985</c:v>
                </c:pt>
                <c:pt idx="7224">
                  <c:v>42986</c:v>
                </c:pt>
                <c:pt idx="7225">
                  <c:v>42989</c:v>
                </c:pt>
                <c:pt idx="7226">
                  <c:v>42990</c:v>
                </c:pt>
                <c:pt idx="7227">
                  <c:v>42991</c:v>
                </c:pt>
                <c:pt idx="7228">
                  <c:v>42992</c:v>
                </c:pt>
                <c:pt idx="7229">
                  <c:v>42993</c:v>
                </c:pt>
                <c:pt idx="7230">
                  <c:v>42996</c:v>
                </c:pt>
                <c:pt idx="7231">
                  <c:v>42997</c:v>
                </c:pt>
                <c:pt idx="7232">
                  <c:v>42998</c:v>
                </c:pt>
                <c:pt idx="7233">
                  <c:v>42999</c:v>
                </c:pt>
                <c:pt idx="7234">
                  <c:v>43000</c:v>
                </c:pt>
                <c:pt idx="7235">
                  <c:v>43003</c:v>
                </c:pt>
                <c:pt idx="7236">
                  <c:v>43004</c:v>
                </c:pt>
                <c:pt idx="7237">
                  <c:v>43005</c:v>
                </c:pt>
                <c:pt idx="7238">
                  <c:v>43006</c:v>
                </c:pt>
                <c:pt idx="7239">
                  <c:v>43007</c:v>
                </c:pt>
                <c:pt idx="7240">
                  <c:v>43010</c:v>
                </c:pt>
                <c:pt idx="7241">
                  <c:v>43011</c:v>
                </c:pt>
                <c:pt idx="7242">
                  <c:v>43012</c:v>
                </c:pt>
                <c:pt idx="7243">
                  <c:v>43013</c:v>
                </c:pt>
                <c:pt idx="7244">
                  <c:v>43014</c:v>
                </c:pt>
                <c:pt idx="7245">
                  <c:v>43017</c:v>
                </c:pt>
                <c:pt idx="7246">
                  <c:v>43018</c:v>
                </c:pt>
                <c:pt idx="7247">
                  <c:v>43019</c:v>
                </c:pt>
                <c:pt idx="7248">
                  <c:v>43020</c:v>
                </c:pt>
                <c:pt idx="7249">
                  <c:v>43021</c:v>
                </c:pt>
                <c:pt idx="7250">
                  <c:v>43024</c:v>
                </c:pt>
                <c:pt idx="7251">
                  <c:v>43025</c:v>
                </c:pt>
                <c:pt idx="7252">
                  <c:v>43026</c:v>
                </c:pt>
                <c:pt idx="7253">
                  <c:v>43027</c:v>
                </c:pt>
                <c:pt idx="7254">
                  <c:v>43028</c:v>
                </c:pt>
                <c:pt idx="7255">
                  <c:v>43031</c:v>
                </c:pt>
                <c:pt idx="7256">
                  <c:v>43032</c:v>
                </c:pt>
                <c:pt idx="7257">
                  <c:v>43033</c:v>
                </c:pt>
                <c:pt idx="7258">
                  <c:v>43034</c:v>
                </c:pt>
                <c:pt idx="7259">
                  <c:v>43035</c:v>
                </c:pt>
                <c:pt idx="7260">
                  <c:v>43038</c:v>
                </c:pt>
                <c:pt idx="7261">
                  <c:v>43039</c:v>
                </c:pt>
                <c:pt idx="7262">
                  <c:v>43040</c:v>
                </c:pt>
                <c:pt idx="7263">
                  <c:v>43041</c:v>
                </c:pt>
                <c:pt idx="7264">
                  <c:v>43042</c:v>
                </c:pt>
                <c:pt idx="7265">
                  <c:v>43045</c:v>
                </c:pt>
                <c:pt idx="7266">
                  <c:v>43046</c:v>
                </c:pt>
                <c:pt idx="7267">
                  <c:v>43047</c:v>
                </c:pt>
                <c:pt idx="7268">
                  <c:v>43048</c:v>
                </c:pt>
                <c:pt idx="7269">
                  <c:v>43049</c:v>
                </c:pt>
                <c:pt idx="7270">
                  <c:v>43052</c:v>
                </c:pt>
                <c:pt idx="7271">
                  <c:v>43053</c:v>
                </c:pt>
                <c:pt idx="7272">
                  <c:v>43054</c:v>
                </c:pt>
                <c:pt idx="7273">
                  <c:v>43055</c:v>
                </c:pt>
                <c:pt idx="7274">
                  <c:v>43056</c:v>
                </c:pt>
                <c:pt idx="7275">
                  <c:v>43059</c:v>
                </c:pt>
                <c:pt idx="7276">
                  <c:v>43060</c:v>
                </c:pt>
                <c:pt idx="7277">
                  <c:v>43061</c:v>
                </c:pt>
                <c:pt idx="7278">
                  <c:v>43062</c:v>
                </c:pt>
                <c:pt idx="7279">
                  <c:v>43063</c:v>
                </c:pt>
                <c:pt idx="7280">
                  <c:v>43066</c:v>
                </c:pt>
                <c:pt idx="7281">
                  <c:v>43067</c:v>
                </c:pt>
                <c:pt idx="7282">
                  <c:v>43068</c:v>
                </c:pt>
                <c:pt idx="7283">
                  <c:v>43069</c:v>
                </c:pt>
                <c:pt idx="7284">
                  <c:v>43070</c:v>
                </c:pt>
                <c:pt idx="7285">
                  <c:v>43073</c:v>
                </c:pt>
                <c:pt idx="7286">
                  <c:v>43074</c:v>
                </c:pt>
                <c:pt idx="7287">
                  <c:v>43075</c:v>
                </c:pt>
                <c:pt idx="7288">
                  <c:v>43076</c:v>
                </c:pt>
                <c:pt idx="7289">
                  <c:v>43077</c:v>
                </c:pt>
                <c:pt idx="7290">
                  <c:v>43080</c:v>
                </c:pt>
                <c:pt idx="7291">
                  <c:v>43081</c:v>
                </c:pt>
                <c:pt idx="7292">
                  <c:v>43082</c:v>
                </c:pt>
                <c:pt idx="7293">
                  <c:v>43083</c:v>
                </c:pt>
                <c:pt idx="7294">
                  <c:v>43084</c:v>
                </c:pt>
                <c:pt idx="7295">
                  <c:v>43087</c:v>
                </c:pt>
                <c:pt idx="7296">
                  <c:v>43088</c:v>
                </c:pt>
                <c:pt idx="7297">
                  <c:v>43089</c:v>
                </c:pt>
                <c:pt idx="7298">
                  <c:v>43090</c:v>
                </c:pt>
                <c:pt idx="7299">
                  <c:v>43091</c:v>
                </c:pt>
                <c:pt idx="7300">
                  <c:v>43094</c:v>
                </c:pt>
                <c:pt idx="7301">
                  <c:v>43095</c:v>
                </c:pt>
                <c:pt idx="7302">
                  <c:v>43096</c:v>
                </c:pt>
                <c:pt idx="7303">
                  <c:v>43097</c:v>
                </c:pt>
                <c:pt idx="7304">
                  <c:v>43098</c:v>
                </c:pt>
                <c:pt idx="7305">
                  <c:v>43101</c:v>
                </c:pt>
                <c:pt idx="7306">
                  <c:v>43102</c:v>
                </c:pt>
                <c:pt idx="7307">
                  <c:v>43103</c:v>
                </c:pt>
                <c:pt idx="7308">
                  <c:v>43104</c:v>
                </c:pt>
                <c:pt idx="7309">
                  <c:v>43105</c:v>
                </c:pt>
                <c:pt idx="7310">
                  <c:v>43108</c:v>
                </c:pt>
                <c:pt idx="7311">
                  <c:v>43109</c:v>
                </c:pt>
                <c:pt idx="7312">
                  <c:v>43110</c:v>
                </c:pt>
                <c:pt idx="7313">
                  <c:v>43111</c:v>
                </c:pt>
                <c:pt idx="7314">
                  <c:v>43112</c:v>
                </c:pt>
                <c:pt idx="7315">
                  <c:v>43115</c:v>
                </c:pt>
                <c:pt idx="7316">
                  <c:v>43116</c:v>
                </c:pt>
                <c:pt idx="7317">
                  <c:v>43117</c:v>
                </c:pt>
                <c:pt idx="7318">
                  <c:v>43118</c:v>
                </c:pt>
                <c:pt idx="7319">
                  <c:v>43119</c:v>
                </c:pt>
                <c:pt idx="7320">
                  <c:v>43122</c:v>
                </c:pt>
                <c:pt idx="7321">
                  <c:v>43123</c:v>
                </c:pt>
                <c:pt idx="7322">
                  <c:v>43124</c:v>
                </c:pt>
                <c:pt idx="7323">
                  <c:v>43125</c:v>
                </c:pt>
                <c:pt idx="7324">
                  <c:v>43126</c:v>
                </c:pt>
                <c:pt idx="7325">
                  <c:v>43129</c:v>
                </c:pt>
                <c:pt idx="7326">
                  <c:v>43130</c:v>
                </c:pt>
                <c:pt idx="7327">
                  <c:v>43131</c:v>
                </c:pt>
                <c:pt idx="7328">
                  <c:v>43132</c:v>
                </c:pt>
                <c:pt idx="7329">
                  <c:v>43133</c:v>
                </c:pt>
                <c:pt idx="7330">
                  <c:v>43136</c:v>
                </c:pt>
                <c:pt idx="7331">
                  <c:v>43137</c:v>
                </c:pt>
                <c:pt idx="7332">
                  <c:v>43138</c:v>
                </c:pt>
                <c:pt idx="7333">
                  <c:v>43139</c:v>
                </c:pt>
                <c:pt idx="7334">
                  <c:v>43140</c:v>
                </c:pt>
                <c:pt idx="7335">
                  <c:v>43143</c:v>
                </c:pt>
                <c:pt idx="7336">
                  <c:v>43144</c:v>
                </c:pt>
                <c:pt idx="7337">
                  <c:v>43145</c:v>
                </c:pt>
                <c:pt idx="7338">
                  <c:v>43146</c:v>
                </c:pt>
                <c:pt idx="7339">
                  <c:v>43147</c:v>
                </c:pt>
                <c:pt idx="7340">
                  <c:v>43150</c:v>
                </c:pt>
                <c:pt idx="7341">
                  <c:v>43151</c:v>
                </c:pt>
                <c:pt idx="7342">
                  <c:v>43152</c:v>
                </c:pt>
                <c:pt idx="7343">
                  <c:v>43153</c:v>
                </c:pt>
                <c:pt idx="7344">
                  <c:v>43154</c:v>
                </c:pt>
                <c:pt idx="7345">
                  <c:v>43157</c:v>
                </c:pt>
                <c:pt idx="7346">
                  <c:v>43158</c:v>
                </c:pt>
                <c:pt idx="7347">
                  <c:v>43159</c:v>
                </c:pt>
                <c:pt idx="7348">
                  <c:v>43160</c:v>
                </c:pt>
                <c:pt idx="7349">
                  <c:v>43161</c:v>
                </c:pt>
                <c:pt idx="7350">
                  <c:v>43164</c:v>
                </c:pt>
                <c:pt idx="7351">
                  <c:v>43165</c:v>
                </c:pt>
                <c:pt idx="7352">
                  <c:v>43166</c:v>
                </c:pt>
                <c:pt idx="7353">
                  <c:v>43167</c:v>
                </c:pt>
                <c:pt idx="7354">
                  <c:v>43168</c:v>
                </c:pt>
                <c:pt idx="7355">
                  <c:v>43171</c:v>
                </c:pt>
                <c:pt idx="7356">
                  <c:v>43172</c:v>
                </c:pt>
                <c:pt idx="7357">
                  <c:v>43173</c:v>
                </c:pt>
                <c:pt idx="7358">
                  <c:v>43174</c:v>
                </c:pt>
                <c:pt idx="7359">
                  <c:v>43175</c:v>
                </c:pt>
                <c:pt idx="7360">
                  <c:v>43178</c:v>
                </c:pt>
                <c:pt idx="7361">
                  <c:v>43179</c:v>
                </c:pt>
                <c:pt idx="7362">
                  <c:v>43180</c:v>
                </c:pt>
                <c:pt idx="7363">
                  <c:v>43181</c:v>
                </c:pt>
                <c:pt idx="7364">
                  <c:v>43182</c:v>
                </c:pt>
                <c:pt idx="7365">
                  <c:v>43185</c:v>
                </c:pt>
                <c:pt idx="7366">
                  <c:v>43186</c:v>
                </c:pt>
                <c:pt idx="7367">
                  <c:v>43187</c:v>
                </c:pt>
                <c:pt idx="7368">
                  <c:v>43188</c:v>
                </c:pt>
                <c:pt idx="7369">
                  <c:v>43189</c:v>
                </c:pt>
                <c:pt idx="7370">
                  <c:v>43192</c:v>
                </c:pt>
                <c:pt idx="7371">
                  <c:v>43193</c:v>
                </c:pt>
                <c:pt idx="7372">
                  <c:v>43194</c:v>
                </c:pt>
                <c:pt idx="7373">
                  <c:v>43195</c:v>
                </c:pt>
                <c:pt idx="7374">
                  <c:v>43196</c:v>
                </c:pt>
                <c:pt idx="7375">
                  <c:v>43199</c:v>
                </c:pt>
                <c:pt idx="7376">
                  <c:v>43200</c:v>
                </c:pt>
                <c:pt idx="7377">
                  <c:v>43201</c:v>
                </c:pt>
                <c:pt idx="7378">
                  <c:v>43202</c:v>
                </c:pt>
                <c:pt idx="7379">
                  <c:v>43203</c:v>
                </c:pt>
                <c:pt idx="7380">
                  <c:v>43206</c:v>
                </c:pt>
                <c:pt idx="7381">
                  <c:v>43207</c:v>
                </c:pt>
                <c:pt idx="7382">
                  <c:v>43208</c:v>
                </c:pt>
                <c:pt idx="7383">
                  <c:v>43209</c:v>
                </c:pt>
                <c:pt idx="7384">
                  <c:v>43210</c:v>
                </c:pt>
                <c:pt idx="7385">
                  <c:v>43213</c:v>
                </c:pt>
                <c:pt idx="7386">
                  <c:v>43214</c:v>
                </c:pt>
                <c:pt idx="7387">
                  <c:v>43215</c:v>
                </c:pt>
                <c:pt idx="7388">
                  <c:v>43216</c:v>
                </c:pt>
                <c:pt idx="7389">
                  <c:v>43217</c:v>
                </c:pt>
                <c:pt idx="7390">
                  <c:v>43220</c:v>
                </c:pt>
                <c:pt idx="7391">
                  <c:v>43221</c:v>
                </c:pt>
                <c:pt idx="7392">
                  <c:v>43222</c:v>
                </c:pt>
                <c:pt idx="7393">
                  <c:v>43223</c:v>
                </c:pt>
                <c:pt idx="7394">
                  <c:v>43224</c:v>
                </c:pt>
                <c:pt idx="7395">
                  <c:v>43227</c:v>
                </c:pt>
                <c:pt idx="7396">
                  <c:v>43228</c:v>
                </c:pt>
                <c:pt idx="7397">
                  <c:v>43229</c:v>
                </c:pt>
                <c:pt idx="7398">
                  <c:v>43230</c:v>
                </c:pt>
                <c:pt idx="7399">
                  <c:v>43231</c:v>
                </c:pt>
                <c:pt idx="7400">
                  <c:v>43234</c:v>
                </c:pt>
                <c:pt idx="7401">
                  <c:v>43235</c:v>
                </c:pt>
                <c:pt idx="7402">
                  <c:v>43236</c:v>
                </c:pt>
                <c:pt idx="7403">
                  <c:v>43237</c:v>
                </c:pt>
                <c:pt idx="7404">
                  <c:v>43238</c:v>
                </c:pt>
                <c:pt idx="7405">
                  <c:v>43241</c:v>
                </c:pt>
                <c:pt idx="7406">
                  <c:v>43242</c:v>
                </c:pt>
                <c:pt idx="7407">
                  <c:v>43243</c:v>
                </c:pt>
                <c:pt idx="7408">
                  <c:v>43244</c:v>
                </c:pt>
                <c:pt idx="7409">
                  <c:v>43245</c:v>
                </c:pt>
                <c:pt idx="7410">
                  <c:v>43248</c:v>
                </c:pt>
                <c:pt idx="7411">
                  <c:v>43249</c:v>
                </c:pt>
                <c:pt idx="7412">
                  <c:v>43250</c:v>
                </c:pt>
                <c:pt idx="7413">
                  <c:v>43251</c:v>
                </c:pt>
                <c:pt idx="7414">
                  <c:v>43252</c:v>
                </c:pt>
                <c:pt idx="7415">
                  <c:v>43255</c:v>
                </c:pt>
                <c:pt idx="7416">
                  <c:v>43256</c:v>
                </c:pt>
                <c:pt idx="7417">
                  <c:v>43257</c:v>
                </c:pt>
                <c:pt idx="7418">
                  <c:v>43258</c:v>
                </c:pt>
                <c:pt idx="7419">
                  <c:v>43259</c:v>
                </c:pt>
                <c:pt idx="7420">
                  <c:v>43262</c:v>
                </c:pt>
                <c:pt idx="7421">
                  <c:v>43263</c:v>
                </c:pt>
                <c:pt idx="7422">
                  <c:v>43264</c:v>
                </c:pt>
                <c:pt idx="7423">
                  <c:v>43265</c:v>
                </c:pt>
                <c:pt idx="7424">
                  <c:v>43266</c:v>
                </c:pt>
                <c:pt idx="7425">
                  <c:v>43269</c:v>
                </c:pt>
                <c:pt idx="7426">
                  <c:v>43270</c:v>
                </c:pt>
                <c:pt idx="7427">
                  <c:v>43271</c:v>
                </c:pt>
                <c:pt idx="7428">
                  <c:v>43272</c:v>
                </c:pt>
                <c:pt idx="7429">
                  <c:v>43273</c:v>
                </c:pt>
                <c:pt idx="7430">
                  <c:v>43276</c:v>
                </c:pt>
                <c:pt idx="7431">
                  <c:v>43277</c:v>
                </c:pt>
                <c:pt idx="7432">
                  <c:v>43278</c:v>
                </c:pt>
                <c:pt idx="7433">
                  <c:v>43279</c:v>
                </c:pt>
                <c:pt idx="7434">
                  <c:v>43280</c:v>
                </c:pt>
                <c:pt idx="7435">
                  <c:v>43283</c:v>
                </c:pt>
                <c:pt idx="7436">
                  <c:v>43284</c:v>
                </c:pt>
                <c:pt idx="7437">
                  <c:v>43285</c:v>
                </c:pt>
                <c:pt idx="7438">
                  <c:v>43286</c:v>
                </c:pt>
                <c:pt idx="7439">
                  <c:v>43287</c:v>
                </c:pt>
                <c:pt idx="7440">
                  <c:v>43290</c:v>
                </c:pt>
                <c:pt idx="7441">
                  <c:v>43291</c:v>
                </c:pt>
                <c:pt idx="7442">
                  <c:v>43292</c:v>
                </c:pt>
                <c:pt idx="7443">
                  <c:v>43293</c:v>
                </c:pt>
                <c:pt idx="7444">
                  <c:v>43294</c:v>
                </c:pt>
                <c:pt idx="7445">
                  <c:v>43297</c:v>
                </c:pt>
                <c:pt idx="7446">
                  <c:v>43298</c:v>
                </c:pt>
                <c:pt idx="7447">
                  <c:v>43299</c:v>
                </c:pt>
                <c:pt idx="7448">
                  <c:v>43300</c:v>
                </c:pt>
                <c:pt idx="7449">
                  <c:v>43301</c:v>
                </c:pt>
                <c:pt idx="7450">
                  <c:v>43304</c:v>
                </c:pt>
                <c:pt idx="7451">
                  <c:v>43305</c:v>
                </c:pt>
                <c:pt idx="7452">
                  <c:v>43306</c:v>
                </c:pt>
                <c:pt idx="7453">
                  <c:v>43307</c:v>
                </c:pt>
                <c:pt idx="7454">
                  <c:v>43308</c:v>
                </c:pt>
                <c:pt idx="7455">
                  <c:v>43311</c:v>
                </c:pt>
                <c:pt idx="7456">
                  <c:v>43312</c:v>
                </c:pt>
                <c:pt idx="7457">
                  <c:v>43313</c:v>
                </c:pt>
                <c:pt idx="7458">
                  <c:v>43314</c:v>
                </c:pt>
                <c:pt idx="7459">
                  <c:v>43315</c:v>
                </c:pt>
                <c:pt idx="7460">
                  <c:v>43318</c:v>
                </c:pt>
                <c:pt idx="7461">
                  <c:v>43319</c:v>
                </c:pt>
                <c:pt idx="7462">
                  <c:v>43320</c:v>
                </c:pt>
                <c:pt idx="7463">
                  <c:v>43321</c:v>
                </c:pt>
                <c:pt idx="7464">
                  <c:v>43322</c:v>
                </c:pt>
                <c:pt idx="7465">
                  <c:v>43325</c:v>
                </c:pt>
                <c:pt idx="7466">
                  <c:v>43326</c:v>
                </c:pt>
                <c:pt idx="7467">
                  <c:v>43327</c:v>
                </c:pt>
                <c:pt idx="7468">
                  <c:v>43328</c:v>
                </c:pt>
                <c:pt idx="7469">
                  <c:v>43329</c:v>
                </c:pt>
                <c:pt idx="7470">
                  <c:v>43332</c:v>
                </c:pt>
                <c:pt idx="7471">
                  <c:v>43333</c:v>
                </c:pt>
                <c:pt idx="7472">
                  <c:v>43334</c:v>
                </c:pt>
                <c:pt idx="7473">
                  <c:v>43335</c:v>
                </c:pt>
                <c:pt idx="7474">
                  <c:v>43336</c:v>
                </c:pt>
                <c:pt idx="7475">
                  <c:v>43339</c:v>
                </c:pt>
                <c:pt idx="7476">
                  <c:v>43340</c:v>
                </c:pt>
                <c:pt idx="7477">
                  <c:v>43341</c:v>
                </c:pt>
                <c:pt idx="7478">
                  <c:v>43342</c:v>
                </c:pt>
                <c:pt idx="7479">
                  <c:v>43343</c:v>
                </c:pt>
                <c:pt idx="7480">
                  <c:v>43346</c:v>
                </c:pt>
                <c:pt idx="7481">
                  <c:v>43347</c:v>
                </c:pt>
                <c:pt idx="7482">
                  <c:v>43348</c:v>
                </c:pt>
                <c:pt idx="7483">
                  <c:v>43349</c:v>
                </c:pt>
                <c:pt idx="7484">
                  <c:v>43350</c:v>
                </c:pt>
                <c:pt idx="7485">
                  <c:v>43353</c:v>
                </c:pt>
                <c:pt idx="7486">
                  <c:v>43354</c:v>
                </c:pt>
                <c:pt idx="7487">
                  <c:v>43355</c:v>
                </c:pt>
                <c:pt idx="7488">
                  <c:v>43356</c:v>
                </c:pt>
                <c:pt idx="7489">
                  <c:v>43357</c:v>
                </c:pt>
                <c:pt idx="7490">
                  <c:v>43360</c:v>
                </c:pt>
                <c:pt idx="7491">
                  <c:v>43361</c:v>
                </c:pt>
                <c:pt idx="7492">
                  <c:v>43362</c:v>
                </c:pt>
                <c:pt idx="7493">
                  <c:v>43363</c:v>
                </c:pt>
                <c:pt idx="7494">
                  <c:v>43364</c:v>
                </c:pt>
                <c:pt idx="7495">
                  <c:v>43367</c:v>
                </c:pt>
                <c:pt idx="7496">
                  <c:v>43368</c:v>
                </c:pt>
                <c:pt idx="7497">
                  <c:v>43369</c:v>
                </c:pt>
                <c:pt idx="7498">
                  <c:v>43370</c:v>
                </c:pt>
                <c:pt idx="7499">
                  <c:v>43371</c:v>
                </c:pt>
                <c:pt idx="7500">
                  <c:v>43374</c:v>
                </c:pt>
                <c:pt idx="7501">
                  <c:v>43375</c:v>
                </c:pt>
                <c:pt idx="7502">
                  <c:v>43376</c:v>
                </c:pt>
                <c:pt idx="7503">
                  <c:v>43377</c:v>
                </c:pt>
                <c:pt idx="7504">
                  <c:v>43378</c:v>
                </c:pt>
                <c:pt idx="7505">
                  <c:v>43381</c:v>
                </c:pt>
                <c:pt idx="7506">
                  <c:v>43382</c:v>
                </c:pt>
                <c:pt idx="7507">
                  <c:v>43383</c:v>
                </c:pt>
                <c:pt idx="7508">
                  <c:v>43384</c:v>
                </c:pt>
                <c:pt idx="7509">
                  <c:v>43385</c:v>
                </c:pt>
                <c:pt idx="7510">
                  <c:v>43388</c:v>
                </c:pt>
                <c:pt idx="7511">
                  <c:v>43389</c:v>
                </c:pt>
                <c:pt idx="7512">
                  <c:v>43390</c:v>
                </c:pt>
                <c:pt idx="7513">
                  <c:v>43391</c:v>
                </c:pt>
                <c:pt idx="7514">
                  <c:v>43392</c:v>
                </c:pt>
                <c:pt idx="7515">
                  <c:v>43395</c:v>
                </c:pt>
                <c:pt idx="7516">
                  <c:v>43396</c:v>
                </c:pt>
                <c:pt idx="7517">
                  <c:v>43397</c:v>
                </c:pt>
                <c:pt idx="7518">
                  <c:v>43398</c:v>
                </c:pt>
                <c:pt idx="7519">
                  <c:v>43399</c:v>
                </c:pt>
                <c:pt idx="7520">
                  <c:v>43402</c:v>
                </c:pt>
                <c:pt idx="7521">
                  <c:v>43403</c:v>
                </c:pt>
                <c:pt idx="7522">
                  <c:v>43404</c:v>
                </c:pt>
                <c:pt idx="7523">
                  <c:v>43405</c:v>
                </c:pt>
                <c:pt idx="7524">
                  <c:v>43406</c:v>
                </c:pt>
                <c:pt idx="7525">
                  <c:v>43409</c:v>
                </c:pt>
                <c:pt idx="7526">
                  <c:v>43410</c:v>
                </c:pt>
                <c:pt idx="7527">
                  <c:v>43411</c:v>
                </c:pt>
                <c:pt idx="7528">
                  <c:v>43412</c:v>
                </c:pt>
                <c:pt idx="7529">
                  <c:v>43413</c:v>
                </c:pt>
                <c:pt idx="7530">
                  <c:v>43416</c:v>
                </c:pt>
                <c:pt idx="7531">
                  <c:v>43417</c:v>
                </c:pt>
                <c:pt idx="7532">
                  <c:v>43418</c:v>
                </c:pt>
                <c:pt idx="7533">
                  <c:v>43419</c:v>
                </c:pt>
                <c:pt idx="7534">
                  <c:v>43420</c:v>
                </c:pt>
                <c:pt idx="7535">
                  <c:v>43423</c:v>
                </c:pt>
                <c:pt idx="7536">
                  <c:v>43424</c:v>
                </c:pt>
                <c:pt idx="7537">
                  <c:v>43425</c:v>
                </c:pt>
                <c:pt idx="7538">
                  <c:v>43426</c:v>
                </c:pt>
                <c:pt idx="7539">
                  <c:v>43427</c:v>
                </c:pt>
                <c:pt idx="7540">
                  <c:v>43430</c:v>
                </c:pt>
                <c:pt idx="7541">
                  <c:v>43431</c:v>
                </c:pt>
                <c:pt idx="7542">
                  <c:v>43432</c:v>
                </c:pt>
                <c:pt idx="7543">
                  <c:v>43433</c:v>
                </c:pt>
                <c:pt idx="7544">
                  <c:v>43434</c:v>
                </c:pt>
                <c:pt idx="7545">
                  <c:v>43437</c:v>
                </c:pt>
                <c:pt idx="7546">
                  <c:v>43438</c:v>
                </c:pt>
                <c:pt idx="7547">
                  <c:v>43439</c:v>
                </c:pt>
                <c:pt idx="7548">
                  <c:v>43440</c:v>
                </c:pt>
                <c:pt idx="7549">
                  <c:v>43441</c:v>
                </c:pt>
                <c:pt idx="7550">
                  <c:v>43444</c:v>
                </c:pt>
                <c:pt idx="7551">
                  <c:v>43445</c:v>
                </c:pt>
                <c:pt idx="7552">
                  <c:v>43446</c:v>
                </c:pt>
                <c:pt idx="7553">
                  <c:v>43447</c:v>
                </c:pt>
                <c:pt idx="7554">
                  <c:v>43448</c:v>
                </c:pt>
                <c:pt idx="7555">
                  <c:v>43451</c:v>
                </c:pt>
                <c:pt idx="7556">
                  <c:v>43452</c:v>
                </c:pt>
                <c:pt idx="7557">
                  <c:v>43453</c:v>
                </c:pt>
                <c:pt idx="7558">
                  <c:v>43454</c:v>
                </c:pt>
                <c:pt idx="7559">
                  <c:v>43455</c:v>
                </c:pt>
                <c:pt idx="7560">
                  <c:v>43458</c:v>
                </c:pt>
                <c:pt idx="7561">
                  <c:v>43459</c:v>
                </c:pt>
                <c:pt idx="7562">
                  <c:v>43460</c:v>
                </c:pt>
                <c:pt idx="7563">
                  <c:v>43461</c:v>
                </c:pt>
                <c:pt idx="7564">
                  <c:v>43462</c:v>
                </c:pt>
                <c:pt idx="7565">
                  <c:v>43465</c:v>
                </c:pt>
                <c:pt idx="7566">
                  <c:v>43466</c:v>
                </c:pt>
                <c:pt idx="7567">
                  <c:v>43467</c:v>
                </c:pt>
                <c:pt idx="7568">
                  <c:v>43468</c:v>
                </c:pt>
                <c:pt idx="7569">
                  <c:v>43469</c:v>
                </c:pt>
                <c:pt idx="7570">
                  <c:v>43472</c:v>
                </c:pt>
                <c:pt idx="7571">
                  <c:v>43473</c:v>
                </c:pt>
                <c:pt idx="7572">
                  <c:v>43474</c:v>
                </c:pt>
                <c:pt idx="7573">
                  <c:v>43475</c:v>
                </c:pt>
                <c:pt idx="7574">
                  <c:v>43476</c:v>
                </c:pt>
                <c:pt idx="7575">
                  <c:v>43479</c:v>
                </c:pt>
                <c:pt idx="7576">
                  <c:v>43480</c:v>
                </c:pt>
                <c:pt idx="7577">
                  <c:v>43481</c:v>
                </c:pt>
                <c:pt idx="7578">
                  <c:v>43482</c:v>
                </c:pt>
                <c:pt idx="7579">
                  <c:v>43483</c:v>
                </c:pt>
                <c:pt idx="7580">
                  <c:v>43486</c:v>
                </c:pt>
                <c:pt idx="7581">
                  <c:v>43487</c:v>
                </c:pt>
                <c:pt idx="7582">
                  <c:v>43488</c:v>
                </c:pt>
                <c:pt idx="7583">
                  <c:v>43489</c:v>
                </c:pt>
                <c:pt idx="7584">
                  <c:v>43490</c:v>
                </c:pt>
                <c:pt idx="7585">
                  <c:v>43493</c:v>
                </c:pt>
                <c:pt idx="7586">
                  <c:v>43494</c:v>
                </c:pt>
                <c:pt idx="7587">
                  <c:v>43495</c:v>
                </c:pt>
                <c:pt idx="7588">
                  <c:v>43496</c:v>
                </c:pt>
                <c:pt idx="7589">
                  <c:v>43497</c:v>
                </c:pt>
                <c:pt idx="7590">
                  <c:v>43500</c:v>
                </c:pt>
                <c:pt idx="7591">
                  <c:v>43501</c:v>
                </c:pt>
                <c:pt idx="7592">
                  <c:v>43502</c:v>
                </c:pt>
                <c:pt idx="7593">
                  <c:v>43503</c:v>
                </c:pt>
                <c:pt idx="7594">
                  <c:v>43504</c:v>
                </c:pt>
                <c:pt idx="7595">
                  <c:v>43507</c:v>
                </c:pt>
                <c:pt idx="7596">
                  <c:v>43508</c:v>
                </c:pt>
                <c:pt idx="7597">
                  <c:v>43509</c:v>
                </c:pt>
                <c:pt idx="7598">
                  <c:v>43510</c:v>
                </c:pt>
                <c:pt idx="7599">
                  <c:v>43511</c:v>
                </c:pt>
                <c:pt idx="7600">
                  <c:v>43514</c:v>
                </c:pt>
                <c:pt idx="7601">
                  <c:v>43515</c:v>
                </c:pt>
                <c:pt idx="7602">
                  <c:v>43516</c:v>
                </c:pt>
                <c:pt idx="7603">
                  <c:v>43517</c:v>
                </c:pt>
                <c:pt idx="7604">
                  <c:v>43518</c:v>
                </c:pt>
                <c:pt idx="7605">
                  <c:v>43521</c:v>
                </c:pt>
                <c:pt idx="7606">
                  <c:v>43522</c:v>
                </c:pt>
                <c:pt idx="7607">
                  <c:v>43523</c:v>
                </c:pt>
                <c:pt idx="7608">
                  <c:v>43524</c:v>
                </c:pt>
                <c:pt idx="7609">
                  <c:v>43525</c:v>
                </c:pt>
                <c:pt idx="7610">
                  <c:v>43528</c:v>
                </c:pt>
                <c:pt idx="7611">
                  <c:v>43529</c:v>
                </c:pt>
                <c:pt idx="7612">
                  <c:v>43530</c:v>
                </c:pt>
                <c:pt idx="7613">
                  <c:v>43531</c:v>
                </c:pt>
                <c:pt idx="7614">
                  <c:v>43532</c:v>
                </c:pt>
                <c:pt idx="7615">
                  <c:v>43535</c:v>
                </c:pt>
                <c:pt idx="7616">
                  <c:v>43536</c:v>
                </c:pt>
                <c:pt idx="7617">
                  <c:v>43537</c:v>
                </c:pt>
                <c:pt idx="7618">
                  <c:v>43538</c:v>
                </c:pt>
                <c:pt idx="7619">
                  <c:v>43539</c:v>
                </c:pt>
                <c:pt idx="7620">
                  <c:v>43542</c:v>
                </c:pt>
                <c:pt idx="7621">
                  <c:v>43543</c:v>
                </c:pt>
                <c:pt idx="7622">
                  <c:v>43544</c:v>
                </c:pt>
                <c:pt idx="7623">
                  <c:v>43545</c:v>
                </c:pt>
                <c:pt idx="7624">
                  <c:v>43546</c:v>
                </c:pt>
                <c:pt idx="7625">
                  <c:v>43549</c:v>
                </c:pt>
                <c:pt idx="7626">
                  <c:v>43550</c:v>
                </c:pt>
                <c:pt idx="7627">
                  <c:v>43551</c:v>
                </c:pt>
                <c:pt idx="7628">
                  <c:v>43552</c:v>
                </c:pt>
                <c:pt idx="7629">
                  <c:v>43553</c:v>
                </c:pt>
                <c:pt idx="7630">
                  <c:v>43556</c:v>
                </c:pt>
                <c:pt idx="7631">
                  <c:v>43557</c:v>
                </c:pt>
                <c:pt idx="7632">
                  <c:v>43558</c:v>
                </c:pt>
                <c:pt idx="7633">
                  <c:v>43559</c:v>
                </c:pt>
                <c:pt idx="7634">
                  <c:v>43560</c:v>
                </c:pt>
                <c:pt idx="7635">
                  <c:v>43563</c:v>
                </c:pt>
                <c:pt idx="7636">
                  <c:v>43564</c:v>
                </c:pt>
                <c:pt idx="7637">
                  <c:v>43565</c:v>
                </c:pt>
                <c:pt idx="7638">
                  <c:v>43566</c:v>
                </c:pt>
                <c:pt idx="7639">
                  <c:v>43567</c:v>
                </c:pt>
                <c:pt idx="7640">
                  <c:v>43570</c:v>
                </c:pt>
                <c:pt idx="7641">
                  <c:v>43571</c:v>
                </c:pt>
                <c:pt idx="7642">
                  <c:v>43572</c:v>
                </c:pt>
                <c:pt idx="7643">
                  <c:v>43573</c:v>
                </c:pt>
                <c:pt idx="7644">
                  <c:v>43574</c:v>
                </c:pt>
                <c:pt idx="7645">
                  <c:v>43577</c:v>
                </c:pt>
                <c:pt idx="7646">
                  <c:v>43578</c:v>
                </c:pt>
                <c:pt idx="7647">
                  <c:v>43579</c:v>
                </c:pt>
                <c:pt idx="7648">
                  <c:v>43580</c:v>
                </c:pt>
                <c:pt idx="7649">
                  <c:v>43581</c:v>
                </c:pt>
                <c:pt idx="7650">
                  <c:v>43584</c:v>
                </c:pt>
                <c:pt idx="7651">
                  <c:v>43585</c:v>
                </c:pt>
                <c:pt idx="7652">
                  <c:v>43586</c:v>
                </c:pt>
                <c:pt idx="7653">
                  <c:v>43587</c:v>
                </c:pt>
                <c:pt idx="7654">
                  <c:v>43588</c:v>
                </c:pt>
                <c:pt idx="7655">
                  <c:v>43591</c:v>
                </c:pt>
                <c:pt idx="7656">
                  <c:v>43592</c:v>
                </c:pt>
                <c:pt idx="7657">
                  <c:v>43593</c:v>
                </c:pt>
                <c:pt idx="7658">
                  <c:v>43594</c:v>
                </c:pt>
                <c:pt idx="7659">
                  <c:v>43595</c:v>
                </c:pt>
                <c:pt idx="7660">
                  <c:v>43598</c:v>
                </c:pt>
                <c:pt idx="7661">
                  <c:v>43599</c:v>
                </c:pt>
                <c:pt idx="7662">
                  <c:v>43600</c:v>
                </c:pt>
                <c:pt idx="7663">
                  <c:v>43601</c:v>
                </c:pt>
                <c:pt idx="7664">
                  <c:v>43602</c:v>
                </c:pt>
                <c:pt idx="7665">
                  <c:v>43605</c:v>
                </c:pt>
                <c:pt idx="7666">
                  <c:v>43606</c:v>
                </c:pt>
                <c:pt idx="7667">
                  <c:v>43607</c:v>
                </c:pt>
                <c:pt idx="7668">
                  <c:v>43608</c:v>
                </c:pt>
                <c:pt idx="7669">
                  <c:v>43609</c:v>
                </c:pt>
                <c:pt idx="7670">
                  <c:v>43612</c:v>
                </c:pt>
                <c:pt idx="7671">
                  <c:v>43613</c:v>
                </c:pt>
                <c:pt idx="7672">
                  <c:v>43614</c:v>
                </c:pt>
                <c:pt idx="7673">
                  <c:v>43615</c:v>
                </c:pt>
                <c:pt idx="7674">
                  <c:v>43616</c:v>
                </c:pt>
                <c:pt idx="7675">
                  <c:v>43619</c:v>
                </c:pt>
                <c:pt idx="7676">
                  <c:v>43620</c:v>
                </c:pt>
                <c:pt idx="7677">
                  <c:v>43621</c:v>
                </c:pt>
                <c:pt idx="7678">
                  <c:v>43622</c:v>
                </c:pt>
                <c:pt idx="7679">
                  <c:v>43623</c:v>
                </c:pt>
                <c:pt idx="7680">
                  <c:v>43626</c:v>
                </c:pt>
                <c:pt idx="7681">
                  <c:v>43627</c:v>
                </c:pt>
                <c:pt idx="7682">
                  <c:v>43628</c:v>
                </c:pt>
                <c:pt idx="7683">
                  <c:v>43629</c:v>
                </c:pt>
                <c:pt idx="7684">
                  <c:v>43630</c:v>
                </c:pt>
                <c:pt idx="7685">
                  <c:v>43633</c:v>
                </c:pt>
                <c:pt idx="7686">
                  <c:v>43634</c:v>
                </c:pt>
                <c:pt idx="7687">
                  <c:v>43635</c:v>
                </c:pt>
                <c:pt idx="7688">
                  <c:v>43636</c:v>
                </c:pt>
                <c:pt idx="7689">
                  <c:v>43637</c:v>
                </c:pt>
                <c:pt idx="7690">
                  <c:v>43640</c:v>
                </c:pt>
                <c:pt idx="7691">
                  <c:v>43641</c:v>
                </c:pt>
                <c:pt idx="7692">
                  <c:v>43642</c:v>
                </c:pt>
                <c:pt idx="7693">
                  <c:v>43643</c:v>
                </c:pt>
                <c:pt idx="7694">
                  <c:v>43644</c:v>
                </c:pt>
                <c:pt idx="7695">
                  <c:v>43647</c:v>
                </c:pt>
                <c:pt idx="7696">
                  <c:v>43648</c:v>
                </c:pt>
                <c:pt idx="7697">
                  <c:v>43649</c:v>
                </c:pt>
                <c:pt idx="7698">
                  <c:v>43650</c:v>
                </c:pt>
                <c:pt idx="7699">
                  <c:v>43651</c:v>
                </c:pt>
                <c:pt idx="7700">
                  <c:v>43654</c:v>
                </c:pt>
                <c:pt idx="7701">
                  <c:v>43655</c:v>
                </c:pt>
                <c:pt idx="7702">
                  <c:v>43656</c:v>
                </c:pt>
                <c:pt idx="7703">
                  <c:v>43657</c:v>
                </c:pt>
                <c:pt idx="7704">
                  <c:v>43658</c:v>
                </c:pt>
                <c:pt idx="7705">
                  <c:v>43661</c:v>
                </c:pt>
                <c:pt idx="7706">
                  <c:v>43662</c:v>
                </c:pt>
                <c:pt idx="7707">
                  <c:v>43663</c:v>
                </c:pt>
                <c:pt idx="7708">
                  <c:v>43664</c:v>
                </c:pt>
                <c:pt idx="7709">
                  <c:v>43665</c:v>
                </c:pt>
                <c:pt idx="7710">
                  <c:v>43668</c:v>
                </c:pt>
                <c:pt idx="7711">
                  <c:v>43669</c:v>
                </c:pt>
                <c:pt idx="7712">
                  <c:v>43670</c:v>
                </c:pt>
                <c:pt idx="7713">
                  <c:v>43671</c:v>
                </c:pt>
                <c:pt idx="7714">
                  <c:v>43672</c:v>
                </c:pt>
                <c:pt idx="7715">
                  <c:v>43675</c:v>
                </c:pt>
                <c:pt idx="7716">
                  <c:v>43676</c:v>
                </c:pt>
                <c:pt idx="7717">
                  <c:v>43677</c:v>
                </c:pt>
                <c:pt idx="7718">
                  <c:v>43678</c:v>
                </c:pt>
                <c:pt idx="7719">
                  <c:v>43679</c:v>
                </c:pt>
                <c:pt idx="7720">
                  <c:v>43682</c:v>
                </c:pt>
                <c:pt idx="7721">
                  <c:v>43683</c:v>
                </c:pt>
                <c:pt idx="7722">
                  <c:v>43684</c:v>
                </c:pt>
                <c:pt idx="7723">
                  <c:v>43685</c:v>
                </c:pt>
                <c:pt idx="7724">
                  <c:v>43686</c:v>
                </c:pt>
                <c:pt idx="7725">
                  <c:v>43689</c:v>
                </c:pt>
                <c:pt idx="7726">
                  <c:v>43690</c:v>
                </c:pt>
                <c:pt idx="7727">
                  <c:v>43691</c:v>
                </c:pt>
                <c:pt idx="7728">
                  <c:v>43692</c:v>
                </c:pt>
                <c:pt idx="7729">
                  <c:v>43693</c:v>
                </c:pt>
                <c:pt idx="7730">
                  <c:v>43696</c:v>
                </c:pt>
                <c:pt idx="7731">
                  <c:v>43697</c:v>
                </c:pt>
                <c:pt idx="7732">
                  <c:v>43698</c:v>
                </c:pt>
                <c:pt idx="7733">
                  <c:v>43699</c:v>
                </c:pt>
                <c:pt idx="7734">
                  <c:v>43700</c:v>
                </c:pt>
                <c:pt idx="7735">
                  <c:v>43703</c:v>
                </c:pt>
                <c:pt idx="7736">
                  <c:v>43704</c:v>
                </c:pt>
                <c:pt idx="7737">
                  <c:v>43705</c:v>
                </c:pt>
                <c:pt idx="7738">
                  <c:v>43706</c:v>
                </c:pt>
                <c:pt idx="7739">
                  <c:v>43707</c:v>
                </c:pt>
                <c:pt idx="7740">
                  <c:v>43710</c:v>
                </c:pt>
                <c:pt idx="7741">
                  <c:v>43711</c:v>
                </c:pt>
                <c:pt idx="7742">
                  <c:v>43712</c:v>
                </c:pt>
                <c:pt idx="7743">
                  <c:v>43713</c:v>
                </c:pt>
                <c:pt idx="7744">
                  <c:v>43714</c:v>
                </c:pt>
                <c:pt idx="7745">
                  <c:v>43717</c:v>
                </c:pt>
                <c:pt idx="7746">
                  <c:v>43718</c:v>
                </c:pt>
                <c:pt idx="7747">
                  <c:v>43719</c:v>
                </c:pt>
                <c:pt idx="7748">
                  <c:v>43720</c:v>
                </c:pt>
                <c:pt idx="7749">
                  <c:v>43721</c:v>
                </c:pt>
                <c:pt idx="7750">
                  <c:v>43724</c:v>
                </c:pt>
                <c:pt idx="7751">
                  <c:v>43725</c:v>
                </c:pt>
                <c:pt idx="7752">
                  <c:v>43726</c:v>
                </c:pt>
                <c:pt idx="7753">
                  <c:v>43727</c:v>
                </c:pt>
                <c:pt idx="7754">
                  <c:v>43728</c:v>
                </c:pt>
                <c:pt idx="7755">
                  <c:v>43731</c:v>
                </c:pt>
                <c:pt idx="7756">
                  <c:v>43732</c:v>
                </c:pt>
                <c:pt idx="7757">
                  <c:v>43733</c:v>
                </c:pt>
                <c:pt idx="7758">
                  <c:v>43734</c:v>
                </c:pt>
                <c:pt idx="7759">
                  <c:v>43735</c:v>
                </c:pt>
                <c:pt idx="7760">
                  <c:v>43738</c:v>
                </c:pt>
                <c:pt idx="7761">
                  <c:v>43739</c:v>
                </c:pt>
                <c:pt idx="7762">
                  <c:v>43740</c:v>
                </c:pt>
                <c:pt idx="7763">
                  <c:v>43741</c:v>
                </c:pt>
                <c:pt idx="7764">
                  <c:v>43742</c:v>
                </c:pt>
                <c:pt idx="7765">
                  <c:v>43745</c:v>
                </c:pt>
                <c:pt idx="7766">
                  <c:v>43746</c:v>
                </c:pt>
                <c:pt idx="7767">
                  <c:v>43747</c:v>
                </c:pt>
                <c:pt idx="7768">
                  <c:v>43748</c:v>
                </c:pt>
                <c:pt idx="7769">
                  <c:v>43749</c:v>
                </c:pt>
                <c:pt idx="7770">
                  <c:v>43752</c:v>
                </c:pt>
                <c:pt idx="7771">
                  <c:v>43753</c:v>
                </c:pt>
                <c:pt idx="7772">
                  <c:v>43754</c:v>
                </c:pt>
                <c:pt idx="7773">
                  <c:v>43755</c:v>
                </c:pt>
                <c:pt idx="7774">
                  <c:v>43756</c:v>
                </c:pt>
                <c:pt idx="7775">
                  <c:v>43759</c:v>
                </c:pt>
                <c:pt idx="7776">
                  <c:v>43760</c:v>
                </c:pt>
                <c:pt idx="7777">
                  <c:v>43761</c:v>
                </c:pt>
                <c:pt idx="7778">
                  <c:v>43762</c:v>
                </c:pt>
                <c:pt idx="7779">
                  <c:v>43763</c:v>
                </c:pt>
                <c:pt idx="7780">
                  <c:v>43766</c:v>
                </c:pt>
                <c:pt idx="7781">
                  <c:v>43767</c:v>
                </c:pt>
                <c:pt idx="7782">
                  <c:v>43768</c:v>
                </c:pt>
                <c:pt idx="7783">
                  <c:v>43769</c:v>
                </c:pt>
                <c:pt idx="7784">
                  <c:v>43770</c:v>
                </c:pt>
                <c:pt idx="7785">
                  <c:v>43773</c:v>
                </c:pt>
                <c:pt idx="7786">
                  <c:v>43774</c:v>
                </c:pt>
                <c:pt idx="7787">
                  <c:v>43775</c:v>
                </c:pt>
                <c:pt idx="7788">
                  <c:v>43776</c:v>
                </c:pt>
                <c:pt idx="7789">
                  <c:v>43777</c:v>
                </c:pt>
                <c:pt idx="7790">
                  <c:v>43780</c:v>
                </c:pt>
                <c:pt idx="7791">
                  <c:v>43781</c:v>
                </c:pt>
                <c:pt idx="7792">
                  <c:v>43782</c:v>
                </c:pt>
                <c:pt idx="7793">
                  <c:v>43783</c:v>
                </c:pt>
                <c:pt idx="7794">
                  <c:v>43784</c:v>
                </c:pt>
                <c:pt idx="7795">
                  <c:v>43787</c:v>
                </c:pt>
                <c:pt idx="7796">
                  <c:v>43788</c:v>
                </c:pt>
                <c:pt idx="7797">
                  <c:v>43789</c:v>
                </c:pt>
                <c:pt idx="7798">
                  <c:v>43790</c:v>
                </c:pt>
                <c:pt idx="7799">
                  <c:v>43791</c:v>
                </c:pt>
                <c:pt idx="7800">
                  <c:v>43794</c:v>
                </c:pt>
                <c:pt idx="7801">
                  <c:v>43795</c:v>
                </c:pt>
                <c:pt idx="7802">
                  <c:v>43796</c:v>
                </c:pt>
                <c:pt idx="7803">
                  <c:v>43797</c:v>
                </c:pt>
                <c:pt idx="7804">
                  <c:v>43798</c:v>
                </c:pt>
                <c:pt idx="7805">
                  <c:v>43801</c:v>
                </c:pt>
                <c:pt idx="7806">
                  <c:v>43802</c:v>
                </c:pt>
                <c:pt idx="7807">
                  <c:v>43803</c:v>
                </c:pt>
                <c:pt idx="7808">
                  <c:v>43804</c:v>
                </c:pt>
                <c:pt idx="7809">
                  <c:v>43805</c:v>
                </c:pt>
                <c:pt idx="7810">
                  <c:v>43808</c:v>
                </c:pt>
                <c:pt idx="7811">
                  <c:v>43809</c:v>
                </c:pt>
                <c:pt idx="7812">
                  <c:v>43810</c:v>
                </c:pt>
                <c:pt idx="7813">
                  <c:v>43811</c:v>
                </c:pt>
                <c:pt idx="7814">
                  <c:v>43812</c:v>
                </c:pt>
                <c:pt idx="7815">
                  <c:v>43815</c:v>
                </c:pt>
                <c:pt idx="7816">
                  <c:v>43816</c:v>
                </c:pt>
                <c:pt idx="7817">
                  <c:v>43817</c:v>
                </c:pt>
                <c:pt idx="7818">
                  <c:v>43818</c:v>
                </c:pt>
                <c:pt idx="7819">
                  <c:v>43819</c:v>
                </c:pt>
                <c:pt idx="7820">
                  <c:v>43822</c:v>
                </c:pt>
                <c:pt idx="7821">
                  <c:v>43823</c:v>
                </c:pt>
                <c:pt idx="7822">
                  <c:v>43824</c:v>
                </c:pt>
                <c:pt idx="7823">
                  <c:v>43825</c:v>
                </c:pt>
                <c:pt idx="7824">
                  <c:v>43826</c:v>
                </c:pt>
                <c:pt idx="7825">
                  <c:v>43829</c:v>
                </c:pt>
                <c:pt idx="7826">
                  <c:v>43830</c:v>
                </c:pt>
                <c:pt idx="7827">
                  <c:v>43831</c:v>
                </c:pt>
                <c:pt idx="7828">
                  <c:v>43832</c:v>
                </c:pt>
                <c:pt idx="7829">
                  <c:v>43833</c:v>
                </c:pt>
                <c:pt idx="7830">
                  <c:v>43836</c:v>
                </c:pt>
                <c:pt idx="7831">
                  <c:v>43837</c:v>
                </c:pt>
                <c:pt idx="7832">
                  <c:v>43838</c:v>
                </c:pt>
                <c:pt idx="7833">
                  <c:v>43839</c:v>
                </c:pt>
                <c:pt idx="7834">
                  <c:v>43840</c:v>
                </c:pt>
                <c:pt idx="7835">
                  <c:v>43843</c:v>
                </c:pt>
                <c:pt idx="7836">
                  <c:v>43844</c:v>
                </c:pt>
                <c:pt idx="7837">
                  <c:v>43845</c:v>
                </c:pt>
                <c:pt idx="7838">
                  <c:v>43846</c:v>
                </c:pt>
                <c:pt idx="7839">
                  <c:v>43847</c:v>
                </c:pt>
                <c:pt idx="7840">
                  <c:v>43850</c:v>
                </c:pt>
                <c:pt idx="7841">
                  <c:v>43851</c:v>
                </c:pt>
                <c:pt idx="7842">
                  <c:v>43852</c:v>
                </c:pt>
                <c:pt idx="7843">
                  <c:v>43853</c:v>
                </c:pt>
                <c:pt idx="7844">
                  <c:v>43854</c:v>
                </c:pt>
                <c:pt idx="7845">
                  <c:v>43857</c:v>
                </c:pt>
                <c:pt idx="7846">
                  <c:v>43858</c:v>
                </c:pt>
                <c:pt idx="7847">
                  <c:v>43859</c:v>
                </c:pt>
                <c:pt idx="7848">
                  <c:v>43860</c:v>
                </c:pt>
                <c:pt idx="7849">
                  <c:v>43861</c:v>
                </c:pt>
                <c:pt idx="7850">
                  <c:v>43864</c:v>
                </c:pt>
                <c:pt idx="7851">
                  <c:v>43865</c:v>
                </c:pt>
                <c:pt idx="7852">
                  <c:v>43866</c:v>
                </c:pt>
                <c:pt idx="7853">
                  <c:v>43867</c:v>
                </c:pt>
                <c:pt idx="7854">
                  <c:v>43868</c:v>
                </c:pt>
                <c:pt idx="7855">
                  <c:v>43871</c:v>
                </c:pt>
                <c:pt idx="7856">
                  <c:v>43872</c:v>
                </c:pt>
                <c:pt idx="7857">
                  <c:v>43873</c:v>
                </c:pt>
                <c:pt idx="7858">
                  <c:v>43874</c:v>
                </c:pt>
                <c:pt idx="7859">
                  <c:v>43875</c:v>
                </c:pt>
                <c:pt idx="7860">
                  <c:v>43878</c:v>
                </c:pt>
                <c:pt idx="7861">
                  <c:v>43879</c:v>
                </c:pt>
                <c:pt idx="7862">
                  <c:v>43880</c:v>
                </c:pt>
                <c:pt idx="7863">
                  <c:v>43881</c:v>
                </c:pt>
                <c:pt idx="7864">
                  <c:v>43882</c:v>
                </c:pt>
                <c:pt idx="7865">
                  <c:v>43885</c:v>
                </c:pt>
                <c:pt idx="7866">
                  <c:v>43886</c:v>
                </c:pt>
                <c:pt idx="7867">
                  <c:v>43887</c:v>
                </c:pt>
                <c:pt idx="7868">
                  <c:v>43888</c:v>
                </c:pt>
                <c:pt idx="7869">
                  <c:v>43889</c:v>
                </c:pt>
                <c:pt idx="7870">
                  <c:v>43892</c:v>
                </c:pt>
                <c:pt idx="7871">
                  <c:v>43893</c:v>
                </c:pt>
                <c:pt idx="7872">
                  <c:v>43894</c:v>
                </c:pt>
                <c:pt idx="7873">
                  <c:v>43895</c:v>
                </c:pt>
                <c:pt idx="7874">
                  <c:v>43896</c:v>
                </c:pt>
                <c:pt idx="7875">
                  <c:v>43899</c:v>
                </c:pt>
                <c:pt idx="7876">
                  <c:v>43900</c:v>
                </c:pt>
                <c:pt idx="7877">
                  <c:v>43901</c:v>
                </c:pt>
                <c:pt idx="7878">
                  <c:v>43902</c:v>
                </c:pt>
                <c:pt idx="7879">
                  <c:v>43903</c:v>
                </c:pt>
                <c:pt idx="7880">
                  <c:v>43906</c:v>
                </c:pt>
                <c:pt idx="7881">
                  <c:v>43907</c:v>
                </c:pt>
                <c:pt idx="7882">
                  <c:v>43908</c:v>
                </c:pt>
                <c:pt idx="7883">
                  <c:v>43909</c:v>
                </c:pt>
                <c:pt idx="7884">
                  <c:v>43910</c:v>
                </c:pt>
                <c:pt idx="7885">
                  <c:v>43913</c:v>
                </c:pt>
                <c:pt idx="7886">
                  <c:v>43914</c:v>
                </c:pt>
                <c:pt idx="7887">
                  <c:v>43915</c:v>
                </c:pt>
                <c:pt idx="7888">
                  <c:v>43916</c:v>
                </c:pt>
                <c:pt idx="7889">
                  <c:v>43917</c:v>
                </c:pt>
                <c:pt idx="7890">
                  <c:v>43920</c:v>
                </c:pt>
                <c:pt idx="7891">
                  <c:v>43921</c:v>
                </c:pt>
                <c:pt idx="7892">
                  <c:v>43922</c:v>
                </c:pt>
                <c:pt idx="7893">
                  <c:v>43923</c:v>
                </c:pt>
                <c:pt idx="7894">
                  <c:v>43924</c:v>
                </c:pt>
                <c:pt idx="7895">
                  <c:v>43927</c:v>
                </c:pt>
                <c:pt idx="7896">
                  <c:v>43928</c:v>
                </c:pt>
                <c:pt idx="7897">
                  <c:v>43929</c:v>
                </c:pt>
                <c:pt idx="7898">
                  <c:v>43930</c:v>
                </c:pt>
                <c:pt idx="7899">
                  <c:v>43931</c:v>
                </c:pt>
                <c:pt idx="7900">
                  <c:v>43934</c:v>
                </c:pt>
                <c:pt idx="7901">
                  <c:v>43935</c:v>
                </c:pt>
                <c:pt idx="7902">
                  <c:v>43936</c:v>
                </c:pt>
                <c:pt idx="7903">
                  <c:v>43937</c:v>
                </c:pt>
                <c:pt idx="7904">
                  <c:v>43938</c:v>
                </c:pt>
                <c:pt idx="7905">
                  <c:v>43941</c:v>
                </c:pt>
                <c:pt idx="7906">
                  <c:v>43942</c:v>
                </c:pt>
                <c:pt idx="7907">
                  <c:v>43943</c:v>
                </c:pt>
                <c:pt idx="7908">
                  <c:v>43944</c:v>
                </c:pt>
                <c:pt idx="7909">
                  <c:v>43945</c:v>
                </c:pt>
                <c:pt idx="7910">
                  <c:v>43948</c:v>
                </c:pt>
                <c:pt idx="7911">
                  <c:v>43949</c:v>
                </c:pt>
                <c:pt idx="7912">
                  <c:v>43950</c:v>
                </c:pt>
                <c:pt idx="7913">
                  <c:v>43951</c:v>
                </c:pt>
                <c:pt idx="7914">
                  <c:v>43952</c:v>
                </c:pt>
                <c:pt idx="7915">
                  <c:v>43955</c:v>
                </c:pt>
                <c:pt idx="7916">
                  <c:v>43956</c:v>
                </c:pt>
                <c:pt idx="7917">
                  <c:v>43957</c:v>
                </c:pt>
                <c:pt idx="7918">
                  <c:v>43958</c:v>
                </c:pt>
                <c:pt idx="7919">
                  <c:v>43959</c:v>
                </c:pt>
                <c:pt idx="7920">
                  <c:v>43962</c:v>
                </c:pt>
                <c:pt idx="7921">
                  <c:v>43963</c:v>
                </c:pt>
                <c:pt idx="7922">
                  <c:v>43964</c:v>
                </c:pt>
                <c:pt idx="7923">
                  <c:v>43965</c:v>
                </c:pt>
                <c:pt idx="7924">
                  <c:v>43966</c:v>
                </c:pt>
                <c:pt idx="7925">
                  <c:v>43969</c:v>
                </c:pt>
                <c:pt idx="7926">
                  <c:v>43970</c:v>
                </c:pt>
                <c:pt idx="7927">
                  <c:v>43971</c:v>
                </c:pt>
                <c:pt idx="7928">
                  <c:v>43972</c:v>
                </c:pt>
                <c:pt idx="7929">
                  <c:v>43973</c:v>
                </c:pt>
                <c:pt idx="7930">
                  <c:v>43976</c:v>
                </c:pt>
                <c:pt idx="7931">
                  <c:v>43977</c:v>
                </c:pt>
                <c:pt idx="7932">
                  <c:v>43978</c:v>
                </c:pt>
                <c:pt idx="7933">
                  <c:v>43979</c:v>
                </c:pt>
                <c:pt idx="7934">
                  <c:v>43980</c:v>
                </c:pt>
                <c:pt idx="7935">
                  <c:v>43983</c:v>
                </c:pt>
                <c:pt idx="7936">
                  <c:v>43984</c:v>
                </c:pt>
                <c:pt idx="7937">
                  <c:v>43985</c:v>
                </c:pt>
                <c:pt idx="7938">
                  <c:v>43986</c:v>
                </c:pt>
                <c:pt idx="7939">
                  <c:v>43987</c:v>
                </c:pt>
                <c:pt idx="7940">
                  <c:v>43990</c:v>
                </c:pt>
                <c:pt idx="7941">
                  <c:v>43991</c:v>
                </c:pt>
                <c:pt idx="7942">
                  <c:v>43992</c:v>
                </c:pt>
                <c:pt idx="7943">
                  <c:v>43993</c:v>
                </c:pt>
                <c:pt idx="7944">
                  <c:v>43994</c:v>
                </c:pt>
                <c:pt idx="7945">
                  <c:v>43997</c:v>
                </c:pt>
                <c:pt idx="7946">
                  <c:v>43998</c:v>
                </c:pt>
                <c:pt idx="7947">
                  <c:v>43999</c:v>
                </c:pt>
                <c:pt idx="7948">
                  <c:v>44000</c:v>
                </c:pt>
                <c:pt idx="7949">
                  <c:v>44001</c:v>
                </c:pt>
                <c:pt idx="7950">
                  <c:v>44004</c:v>
                </c:pt>
                <c:pt idx="7951">
                  <c:v>44005</c:v>
                </c:pt>
                <c:pt idx="7952">
                  <c:v>44006</c:v>
                </c:pt>
                <c:pt idx="7953">
                  <c:v>44007</c:v>
                </c:pt>
                <c:pt idx="7954">
                  <c:v>44008</c:v>
                </c:pt>
                <c:pt idx="7955">
                  <c:v>44011</c:v>
                </c:pt>
                <c:pt idx="7956">
                  <c:v>44012</c:v>
                </c:pt>
                <c:pt idx="7957">
                  <c:v>44013</c:v>
                </c:pt>
                <c:pt idx="7958">
                  <c:v>44014</c:v>
                </c:pt>
                <c:pt idx="7959">
                  <c:v>44015</c:v>
                </c:pt>
                <c:pt idx="7960">
                  <c:v>44018</c:v>
                </c:pt>
                <c:pt idx="7961">
                  <c:v>44019</c:v>
                </c:pt>
                <c:pt idx="7962">
                  <c:v>44020</c:v>
                </c:pt>
                <c:pt idx="7963">
                  <c:v>44021</c:v>
                </c:pt>
                <c:pt idx="7964">
                  <c:v>44022</c:v>
                </c:pt>
                <c:pt idx="7965">
                  <c:v>44025</c:v>
                </c:pt>
                <c:pt idx="7966">
                  <c:v>44026</c:v>
                </c:pt>
                <c:pt idx="7967">
                  <c:v>44027</c:v>
                </c:pt>
                <c:pt idx="7968">
                  <c:v>44028</c:v>
                </c:pt>
                <c:pt idx="7969">
                  <c:v>44029</c:v>
                </c:pt>
                <c:pt idx="7970">
                  <c:v>44032</c:v>
                </c:pt>
                <c:pt idx="7971">
                  <c:v>44033</c:v>
                </c:pt>
                <c:pt idx="7972">
                  <c:v>44034</c:v>
                </c:pt>
                <c:pt idx="7973">
                  <c:v>44035</c:v>
                </c:pt>
                <c:pt idx="7974">
                  <c:v>44036</c:v>
                </c:pt>
                <c:pt idx="7975">
                  <c:v>44039</c:v>
                </c:pt>
                <c:pt idx="7976">
                  <c:v>44040</c:v>
                </c:pt>
                <c:pt idx="7977">
                  <c:v>44041</c:v>
                </c:pt>
                <c:pt idx="7978">
                  <c:v>44042</c:v>
                </c:pt>
                <c:pt idx="7979">
                  <c:v>44043</c:v>
                </c:pt>
                <c:pt idx="7980">
                  <c:v>44046</c:v>
                </c:pt>
                <c:pt idx="7981">
                  <c:v>44047</c:v>
                </c:pt>
                <c:pt idx="7982">
                  <c:v>44048</c:v>
                </c:pt>
                <c:pt idx="7983">
                  <c:v>44049</c:v>
                </c:pt>
                <c:pt idx="7984">
                  <c:v>44050</c:v>
                </c:pt>
                <c:pt idx="7985">
                  <c:v>44053</c:v>
                </c:pt>
                <c:pt idx="7986">
                  <c:v>44054</c:v>
                </c:pt>
                <c:pt idx="7987">
                  <c:v>44055</c:v>
                </c:pt>
                <c:pt idx="7988">
                  <c:v>44056</c:v>
                </c:pt>
                <c:pt idx="7989">
                  <c:v>44057</c:v>
                </c:pt>
                <c:pt idx="7990">
                  <c:v>44060</c:v>
                </c:pt>
                <c:pt idx="7991">
                  <c:v>44061</c:v>
                </c:pt>
                <c:pt idx="7992">
                  <c:v>44062</c:v>
                </c:pt>
                <c:pt idx="7993">
                  <c:v>44063</c:v>
                </c:pt>
                <c:pt idx="7994">
                  <c:v>44064</c:v>
                </c:pt>
                <c:pt idx="7995">
                  <c:v>44067</c:v>
                </c:pt>
                <c:pt idx="7996">
                  <c:v>44068</c:v>
                </c:pt>
                <c:pt idx="7997">
                  <c:v>44069</c:v>
                </c:pt>
                <c:pt idx="7998">
                  <c:v>44070</c:v>
                </c:pt>
                <c:pt idx="7999">
                  <c:v>44071</c:v>
                </c:pt>
                <c:pt idx="8000">
                  <c:v>44074</c:v>
                </c:pt>
                <c:pt idx="8001">
                  <c:v>44075</c:v>
                </c:pt>
                <c:pt idx="8002">
                  <c:v>44076</c:v>
                </c:pt>
                <c:pt idx="8003">
                  <c:v>44077</c:v>
                </c:pt>
                <c:pt idx="8004">
                  <c:v>44078</c:v>
                </c:pt>
                <c:pt idx="8005">
                  <c:v>44081</c:v>
                </c:pt>
                <c:pt idx="8006">
                  <c:v>44082</c:v>
                </c:pt>
                <c:pt idx="8007">
                  <c:v>44083</c:v>
                </c:pt>
                <c:pt idx="8008">
                  <c:v>44084</c:v>
                </c:pt>
                <c:pt idx="8009">
                  <c:v>44085</c:v>
                </c:pt>
                <c:pt idx="8010">
                  <c:v>44088</c:v>
                </c:pt>
                <c:pt idx="8011">
                  <c:v>44089</c:v>
                </c:pt>
                <c:pt idx="8012">
                  <c:v>44090</c:v>
                </c:pt>
                <c:pt idx="8013">
                  <c:v>44091</c:v>
                </c:pt>
                <c:pt idx="8014">
                  <c:v>44092</c:v>
                </c:pt>
                <c:pt idx="8015">
                  <c:v>44095</c:v>
                </c:pt>
                <c:pt idx="8016">
                  <c:v>44096</c:v>
                </c:pt>
                <c:pt idx="8017">
                  <c:v>44097</c:v>
                </c:pt>
                <c:pt idx="8018">
                  <c:v>44098</c:v>
                </c:pt>
                <c:pt idx="8019">
                  <c:v>44099</c:v>
                </c:pt>
                <c:pt idx="8020">
                  <c:v>44102</c:v>
                </c:pt>
                <c:pt idx="8021">
                  <c:v>44103</c:v>
                </c:pt>
                <c:pt idx="8022">
                  <c:v>44104</c:v>
                </c:pt>
                <c:pt idx="8023">
                  <c:v>44105</c:v>
                </c:pt>
                <c:pt idx="8024">
                  <c:v>44106</c:v>
                </c:pt>
                <c:pt idx="8025">
                  <c:v>44109</c:v>
                </c:pt>
                <c:pt idx="8026">
                  <c:v>44110</c:v>
                </c:pt>
                <c:pt idx="8027">
                  <c:v>44111</c:v>
                </c:pt>
                <c:pt idx="8028">
                  <c:v>44112</c:v>
                </c:pt>
                <c:pt idx="8029">
                  <c:v>44113</c:v>
                </c:pt>
                <c:pt idx="8030">
                  <c:v>44116</c:v>
                </c:pt>
                <c:pt idx="8031">
                  <c:v>44117</c:v>
                </c:pt>
                <c:pt idx="8032">
                  <c:v>44118</c:v>
                </c:pt>
                <c:pt idx="8033">
                  <c:v>44119</c:v>
                </c:pt>
                <c:pt idx="8034">
                  <c:v>44120</c:v>
                </c:pt>
                <c:pt idx="8035">
                  <c:v>44123</c:v>
                </c:pt>
                <c:pt idx="8036">
                  <c:v>44124</c:v>
                </c:pt>
                <c:pt idx="8037">
                  <c:v>44125</c:v>
                </c:pt>
                <c:pt idx="8038">
                  <c:v>44126</c:v>
                </c:pt>
                <c:pt idx="8039">
                  <c:v>44127</c:v>
                </c:pt>
                <c:pt idx="8040">
                  <c:v>44130</c:v>
                </c:pt>
                <c:pt idx="8041">
                  <c:v>44131</c:v>
                </c:pt>
                <c:pt idx="8042">
                  <c:v>44132</c:v>
                </c:pt>
                <c:pt idx="8043">
                  <c:v>44133</c:v>
                </c:pt>
                <c:pt idx="8044">
                  <c:v>44134</c:v>
                </c:pt>
                <c:pt idx="8045">
                  <c:v>44137</c:v>
                </c:pt>
                <c:pt idx="8046">
                  <c:v>44138</c:v>
                </c:pt>
                <c:pt idx="8047">
                  <c:v>44139</c:v>
                </c:pt>
                <c:pt idx="8048">
                  <c:v>44140</c:v>
                </c:pt>
                <c:pt idx="8049">
                  <c:v>44141</c:v>
                </c:pt>
                <c:pt idx="8050">
                  <c:v>44144</c:v>
                </c:pt>
                <c:pt idx="8051">
                  <c:v>44145</c:v>
                </c:pt>
                <c:pt idx="8052">
                  <c:v>44146</c:v>
                </c:pt>
                <c:pt idx="8053">
                  <c:v>44147</c:v>
                </c:pt>
                <c:pt idx="8054">
                  <c:v>44148</c:v>
                </c:pt>
                <c:pt idx="8055">
                  <c:v>44151</c:v>
                </c:pt>
                <c:pt idx="8056">
                  <c:v>44152</c:v>
                </c:pt>
                <c:pt idx="8057">
                  <c:v>44153</c:v>
                </c:pt>
                <c:pt idx="8058">
                  <c:v>44154</c:v>
                </c:pt>
                <c:pt idx="8059">
                  <c:v>44155</c:v>
                </c:pt>
                <c:pt idx="8060">
                  <c:v>44158</c:v>
                </c:pt>
                <c:pt idx="8061">
                  <c:v>44159</c:v>
                </c:pt>
                <c:pt idx="8062">
                  <c:v>44160</c:v>
                </c:pt>
                <c:pt idx="8063">
                  <c:v>44161</c:v>
                </c:pt>
                <c:pt idx="8064">
                  <c:v>44162</c:v>
                </c:pt>
                <c:pt idx="8065">
                  <c:v>44165</c:v>
                </c:pt>
                <c:pt idx="8066">
                  <c:v>44166</c:v>
                </c:pt>
                <c:pt idx="8067">
                  <c:v>44167</c:v>
                </c:pt>
                <c:pt idx="8068">
                  <c:v>44168</c:v>
                </c:pt>
                <c:pt idx="8069">
                  <c:v>44169</c:v>
                </c:pt>
                <c:pt idx="8070">
                  <c:v>44172</c:v>
                </c:pt>
                <c:pt idx="8071">
                  <c:v>44173</c:v>
                </c:pt>
                <c:pt idx="8072">
                  <c:v>44174</c:v>
                </c:pt>
                <c:pt idx="8073">
                  <c:v>44175</c:v>
                </c:pt>
                <c:pt idx="8074">
                  <c:v>44176</c:v>
                </c:pt>
                <c:pt idx="8075">
                  <c:v>44179</c:v>
                </c:pt>
                <c:pt idx="8076">
                  <c:v>44180</c:v>
                </c:pt>
                <c:pt idx="8077">
                  <c:v>44181</c:v>
                </c:pt>
                <c:pt idx="8078">
                  <c:v>44182</c:v>
                </c:pt>
                <c:pt idx="8079">
                  <c:v>44183</c:v>
                </c:pt>
                <c:pt idx="8080">
                  <c:v>44186</c:v>
                </c:pt>
                <c:pt idx="8081">
                  <c:v>44187</c:v>
                </c:pt>
                <c:pt idx="8082">
                  <c:v>44188</c:v>
                </c:pt>
                <c:pt idx="8083">
                  <c:v>44189</c:v>
                </c:pt>
                <c:pt idx="8084">
                  <c:v>44190</c:v>
                </c:pt>
                <c:pt idx="8085">
                  <c:v>44193</c:v>
                </c:pt>
                <c:pt idx="8086">
                  <c:v>44194</c:v>
                </c:pt>
                <c:pt idx="8087">
                  <c:v>44195</c:v>
                </c:pt>
                <c:pt idx="8088">
                  <c:v>44196</c:v>
                </c:pt>
                <c:pt idx="8089">
                  <c:v>44197</c:v>
                </c:pt>
                <c:pt idx="8090">
                  <c:v>44200</c:v>
                </c:pt>
                <c:pt idx="8091">
                  <c:v>44201</c:v>
                </c:pt>
                <c:pt idx="8092">
                  <c:v>44202</c:v>
                </c:pt>
                <c:pt idx="8093">
                  <c:v>44203</c:v>
                </c:pt>
                <c:pt idx="8094">
                  <c:v>44204</c:v>
                </c:pt>
                <c:pt idx="8095">
                  <c:v>44207</c:v>
                </c:pt>
                <c:pt idx="8096">
                  <c:v>44208</c:v>
                </c:pt>
                <c:pt idx="8097">
                  <c:v>44209</c:v>
                </c:pt>
                <c:pt idx="8098">
                  <c:v>44210</c:v>
                </c:pt>
                <c:pt idx="8099">
                  <c:v>44211</c:v>
                </c:pt>
                <c:pt idx="8100">
                  <c:v>44214</c:v>
                </c:pt>
                <c:pt idx="8101">
                  <c:v>44215</c:v>
                </c:pt>
                <c:pt idx="8102">
                  <c:v>44216</c:v>
                </c:pt>
                <c:pt idx="8103">
                  <c:v>44217</c:v>
                </c:pt>
                <c:pt idx="8104">
                  <c:v>44218</c:v>
                </c:pt>
                <c:pt idx="8105">
                  <c:v>44221</c:v>
                </c:pt>
                <c:pt idx="8106">
                  <c:v>44222</c:v>
                </c:pt>
                <c:pt idx="8107">
                  <c:v>44223</c:v>
                </c:pt>
                <c:pt idx="8108">
                  <c:v>44224</c:v>
                </c:pt>
                <c:pt idx="8109">
                  <c:v>44225</c:v>
                </c:pt>
                <c:pt idx="8110">
                  <c:v>44228</c:v>
                </c:pt>
                <c:pt idx="8111">
                  <c:v>44229</c:v>
                </c:pt>
                <c:pt idx="8112">
                  <c:v>44230</c:v>
                </c:pt>
                <c:pt idx="8113">
                  <c:v>44231</c:v>
                </c:pt>
                <c:pt idx="8114">
                  <c:v>44232</c:v>
                </c:pt>
                <c:pt idx="8115">
                  <c:v>44235</c:v>
                </c:pt>
                <c:pt idx="8116">
                  <c:v>44236</c:v>
                </c:pt>
                <c:pt idx="8117">
                  <c:v>44237</c:v>
                </c:pt>
                <c:pt idx="8118">
                  <c:v>44238</c:v>
                </c:pt>
                <c:pt idx="8119">
                  <c:v>44239</c:v>
                </c:pt>
                <c:pt idx="8120">
                  <c:v>44242</c:v>
                </c:pt>
                <c:pt idx="8121">
                  <c:v>44243</c:v>
                </c:pt>
                <c:pt idx="8122">
                  <c:v>44244</c:v>
                </c:pt>
                <c:pt idx="8123">
                  <c:v>44245</c:v>
                </c:pt>
                <c:pt idx="8124">
                  <c:v>44246</c:v>
                </c:pt>
                <c:pt idx="8125">
                  <c:v>44249</c:v>
                </c:pt>
                <c:pt idx="8126">
                  <c:v>44250</c:v>
                </c:pt>
                <c:pt idx="8127">
                  <c:v>44251</c:v>
                </c:pt>
                <c:pt idx="8128">
                  <c:v>44252</c:v>
                </c:pt>
                <c:pt idx="8129">
                  <c:v>44253</c:v>
                </c:pt>
                <c:pt idx="8130">
                  <c:v>44256</c:v>
                </c:pt>
                <c:pt idx="8131">
                  <c:v>44257</c:v>
                </c:pt>
                <c:pt idx="8132">
                  <c:v>44258</c:v>
                </c:pt>
                <c:pt idx="8133">
                  <c:v>44259</c:v>
                </c:pt>
                <c:pt idx="8134">
                  <c:v>44260</c:v>
                </c:pt>
                <c:pt idx="8135">
                  <c:v>44263</c:v>
                </c:pt>
                <c:pt idx="8136">
                  <c:v>44264</c:v>
                </c:pt>
                <c:pt idx="8137">
                  <c:v>44265</c:v>
                </c:pt>
                <c:pt idx="8138">
                  <c:v>44266</c:v>
                </c:pt>
                <c:pt idx="8139">
                  <c:v>44267</c:v>
                </c:pt>
                <c:pt idx="8140">
                  <c:v>44270</c:v>
                </c:pt>
                <c:pt idx="8141">
                  <c:v>44271</c:v>
                </c:pt>
                <c:pt idx="8142">
                  <c:v>44272</c:v>
                </c:pt>
                <c:pt idx="8143">
                  <c:v>44273</c:v>
                </c:pt>
                <c:pt idx="8144">
                  <c:v>44274</c:v>
                </c:pt>
                <c:pt idx="8145">
                  <c:v>44277</c:v>
                </c:pt>
                <c:pt idx="8146">
                  <c:v>44278</c:v>
                </c:pt>
                <c:pt idx="8147">
                  <c:v>44279</c:v>
                </c:pt>
                <c:pt idx="8148">
                  <c:v>44280</c:v>
                </c:pt>
                <c:pt idx="8149">
                  <c:v>44281</c:v>
                </c:pt>
                <c:pt idx="8150">
                  <c:v>44284</c:v>
                </c:pt>
                <c:pt idx="8151">
                  <c:v>44285</c:v>
                </c:pt>
                <c:pt idx="8152">
                  <c:v>44286</c:v>
                </c:pt>
                <c:pt idx="8153">
                  <c:v>44287</c:v>
                </c:pt>
                <c:pt idx="8154">
                  <c:v>44288</c:v>
                </c:pt>
                <c:pt idx="8155">
                  <c:v>44291</c:v>
                </c:pt>
                <c:pt idx="8156">
                  <c:v>44292</c:v>
                </c:pt>
                <c:pt idx="8157">
                  <c:v>44293</c:v>
                </c:pt>
                <c:pt idx="8158">
                  <c:v>44294</c:v>
                </c:pt>
                <c:pt idx="8159">
                  <c:v>44295</c:v>
                </c:pt>
                <c:pt idx="8160">
                  <c:v>44298</c:v>
                </c:pt>
                <c:pt idx="8161">
                  <c:v>44299</c:v>
                </c:pt>
                <c:pt idx="8162">
                  <c:v>44300</c:v>
                </c:pt>
                <c:pt idx="8163">
                  <c:v>44301</c:v>
                </c:pt>
                <c:pt idx="8164">
                  <c:v>44302</c:v>
                </c:pt>
                <c:pt idx="8165">
                  <c:v>44305</c:v>
                </c:pt>
                <c:pt idx="8166">
                  <c:v>44306</c:v>
                </c:pt>
                <c:pt idx="8167">
                  <c:v>44307</c:v>
                </c:pt>
                <c:pt idx="8168">
                  <c:v>44308</c:v>
                </c:pt>
                <c:pt idx="8169">
                  <c:v>44309</c:v>
                </c:pt>
                <c:pt idx="8170">
                  <c:v>44312</c:v>
                </c:pt>
                <c:pt idx="8171">
                  <c:v>44313</c:v>
                </c:pt>
                <c:pt idx="8172">
                  <c:v>44314</c:v>
                </c:pt>
                <c:pt idx="8173">
                  <c:v>44315</c:v>
                </c:pt>
                <c:pt idx="8174">
                  <c:v>44316</c:v>
                </c:pt>
                <c:pt idx="8175">
                  <c:v>44319</c:v>
                </c:pt>
                <c:pt idx="8176">
                  <c:v>44320</c:v>
                </c:pt>
                <c:pt idx="8177">
                  <c:v>44321</c:v>
                </c:pt>
                <c:pt idx="8178">
                  <c:v>44322</c:v>
                </c:pt>
                <c:pt idx="8179">
                  <c:v>44323</c:v>
                </c:pt>
                <c:pt idx="8180">
                  <c:v>44326</c:v>
                </c:pt>
                <c:pt idx="8181">
                  <c:v>44327</c:v>
                </c:pt>
                <c:pt idx="8182">
                  <c:v>44328</c:v>
                </c:pt>
                <c:pt idx="8183">
                  <c:v>44329</c:v>
                </c:pt>
                <c:pt idx="8184">
                  <c:v>44330</c:v>
                </c:pt>
                <c:pt idx="8185">
                  <c:v>44333</c:v>
                </c:pt>
                <c:pt idx="8186">
                  <c:v>44334</c:v>
                </c:pt>
                <c:pt idx="8187">
                  <c:v>44335</c:v>
                </c:pt>
                <c:pt idx="8188">
                  <c:v>44336</c:v>
                </c:pt>
                <c:pt idx="8189">
                  <c:v>44337</c:v>
                </c:pt>
                <c:pt idx="8190">
                  <c:v>44340</c:v>
                </c:pt>
                <c:pt idx="8191">
                  <c:v>44341</c:v>
                </c:pt>
                <c:pt idx="8192">
                  <c:v>44342</c:v>
                </c:pt>
                <c:pt idx="8193">
                  <c:v>44343</c:v>
                </c:pt>
                <c:pt idx="8194">
                  <c:v>44344</c:v>
                </c:pt>
                <c:pt idx="8195">
                  <c:v>44347</c:v>
                </c:pt>
                <c:pt idx="8196">
                  <c:v>44348</c:v>
                </c:pt>
                <c:pt idx="8197">
                  <c:v>44349</c:v>
                </c:pt>
                <c:pt idx="8198">
                  <c:v>44350</c:v>
                </c:pt>
                <c:pt idx="8199">
                  <c:v>44351</c:v>
                </c:pt>
                <c:pt idx="8200">
                  <c:v>44354</c:v>
                </c:pt>
                <c:pt idx="8201">
                  <c:v>44355</c:v>
                </c:pt>
                <c:pt idx="8202">
                  <c:v>44356</c:v>
                </c:pt>
                <c:pt idx="8203">
                  <c:v>44357</c:v>
                </c:pt>
                <c:pt idx="8204">
                  <c:v>44358</c:v>
                </c:pt>
                <c:pt idx="8205">
                  <c:v>44361</c:v>
                </c:pt>
                <c:pt idx="8206">
                  <c:v>44362</c:v>
                </c:pt>
                <c:pt idx="8207">
                  <c:v>44363</c:v>
                </c:pt>
                <c:pt idx="8208">
                  <c:v>44364</c:v>
                </c:pt>
                <c:pt idx="8209">
                  <c:v>44365</c:v>
                </c:pt>
                <c:pt idx="8210">
                  <c:v>44368</c:v>
                </c:pt>
                <c:pt idx="8211">
                  <c:v>44369</c:v>
                </c:pt>
                <c:pt idx="8212">
                  <c:v>44370</c:v>
                </c:pt>
                <c:pt idx="8213">
                  <c:v>44371</c:v>
                </c:pt>
                <c:pt idx="8214">
                  <c:v>44372</c:v>
                </c:pt>
                <c:pt idx="8215">
                  <c:v>44375</c:v>
                </c:pt>
                <c:pt idx="8216">
                  <c:v>44376</c:v>
                </c:pt>
                <c:pt idx="8217">
                  <c:v>44377</c:v>
                </c:pt>
                <c:pt idx="8218">
                  <c:v>44378</c:v>
                </c:pt>
                <c:pt idx="8219">
                  <c:v>44379</c:v>
                </c:pt>
                <c:pt idx="8220">
                  <c:v>44382</c:v>
                </c:pt>
                <c:pt idx="8221">
                  <c:v>44383</c:v>
                </c:pt>
                <c:pt idx="8222">
                  <c:v>44384</c:v>
                </c:pt>
                <c:pt idx="8223">
                  <c:v>44385</c:v>
                </c:pt>
                <c:pt idx="8224">
                  <c:v>44386</c:v>
                </c:pt>
                <c:pt idx="8225">
                  <c:v>44389</c:v>
                </c:pt>
                <c:pt idx="8226">
                  <c:v>44390</c:v>
                </c:pt>
                <c:pt idx="8227">
                  <c:v>44391</c:v>
                </c:pt>
                <c:pt idx="8228">
                  <c:v>44392</c:v>
                </c:pt>
                <c:pt idx="8229">
                  <c:v>44393</c:v>
                </c:pt>
                <c:pt idx="8230">
                  <c:v>44396</c:v>
                </c:pt>
                <c:pt idx="8231">
                  <c:v>44397</c:v>
                </c:pt>
                <c:pt idx="8232">
                  <c:v>44398</c:v>
                </c:pt>
                <c:pt idx="8233">
                  <c:v>44399</c:v>
                </c:pt>
                <c:pt idx="8234">
                  <c:v>44400</c:v>
                </c:pt>
                <c:pt idx="8235">
                  <c:v>44403</c:v>
                </c:pt>
                <c:pt idx="8236">
                  <c:v>44404</c:v>
                </c:pt>
                <c:pt idx="8237">
                  <c:v>44405</c:v>
                </c:pt>
                <c:pt idx="8238">
                  <c:v>44406</c:v>
                </c:pt>
                <c:pt idx="8239">
                  <c:v>44407</c:v>
                </c:pt>
                <c:pt idx="8240">
                  <c:v>44410</c:v>
                </c:pt>
                <c:pt idx="8241">
                  <c:v>44411</c:v>
                </c:pt>
                <c:pt idx="8242">
                  <c:v>44412</c:v>
                </c:pt>
                <c:pt idx="8243">
                  <c:v>44413</c:v>
                </c:pt>
                <c:pt idx="8244">
                  <c:v>44414</c:v>
                </c:pt>
                <c:pt idx="8245">
                  <c:v>44417</c:v>
                </c:pt>
                <c:pt idx="8246">
                  <c:v>44418</c:v>
                </c:pt>
                <c:pt idx="8247">
                  <c:v>44419</c:v>
                </c:pt>
                <c:pt idx="8248">
                  <c:v>44420</c:v>
                </c:pt>
                <c:pt idx="8249">
                  <c:v>44421</c:v>
                </c:pt>
                <c:pt idx="8250">
                  <c:v>44424</c:v>
                </c:pt>
                <c:pt idx="8251">
                  <c:v>44425</c:v>
                </c:pt>
                <c:pt idx="8252">
                  <c:v>44426</c:v>
                </c:pt>
                <c:pt idx="8253">
                  <c:v>44427</c:v>
                </c:pt>
                <c:pt idx="8254">
                  <c:v>44428</c:v>
                </c:pt>
                <c:pt idx="8255">
                  <c:v>44431</c:v>
                </c:pt>
                <c:pt idx="8256">
                  <c:v>44432</c:v>
                </c:pt>
                <c:pt idx="8257">
                  <c:v>44433</c:v>
                </c:pt>
                <c:pt idx="8258">
                  <c:v>44434</c:v>
                </c:pt>
                <c:pt idx="8259">
                  <c:v>44435</c:v>
                </c:pt>
                <c:pt idx="8260">
                  <c:v>44438</c:v>
                </c:pt>
                <c:pt idx="8261">
                  <c:v>44439</c:v>
                </c:pt>
                <c:pt idx="8262">
                  <c:v>44440</c:v>
                </c:pt>
                <c:pt idx="8263">
                  <c:v>44441</c:v>
                </c:pt>
                <c:pt idx="8264">
                  <c:v>44442</c:v>
                </c:pt>
                <c:pt idx="8265">
                  <c:v>44445</c:v>
                </c:pt>
                <c:pt idx="8266">
                  <c:v>44446</c:v>
                </c:pt>
                <c:pt idx="8267">
                  <c:v>44447</c:v>
                </c:pt>
                <c:pt idx="8268">
                  <c:v>44448</c:v>
                </c:pt>
                <c:pt idx="8269">
                  <c:v>44449</c:v>
                </c:pt>
                <c:pt idx="8270">
                  <c:v>44452</c:v>
                </c:pt>
                <c:pt idx="8271">
                  <c:v>44453</c:v>
                </c:pt>
                <c:pt idx="8272">
                  <c:v>44454</c:v>
                </c:pt>
                <c:pt idx="8273">
                  <c:v>44455</c:v>
                </c:pt>
                <c:pt idx="8274">
                  <c:v>44456</c:v>
                </c:pt>
                <c:pt idx="8275">
                  <c:v>44459</c:v>
                </c:pt>
                <c:pt idx="8276">
                  <c:v>44460</c:v>
                </c:pt>
                <c:pt idx="8277">
                  <c:v>44461</c:v>
                </c:pt>
                <c:pt idx="8278">
                  <c:v>44462</c:v>
                </c:pt>
                <c:pt idx="8279">
                  <c:v>44463</c:v>
                </c:pt>
                <c:pt idx="8280">
                  <c:v>44466</c:v>
                </c:pt>
                <c:pt idx="8281">
                  <c:v>44467</c:v>
                </c:pt>
                <c:pt idx="8282">
                  <c:v>44468</c:v>
                </c:pt>
                <c:pt idx="8283">
                  <c:v>44469</c:v>
                </c:pt>
                <c:pt idx="8284">
                  <c:v>44470</c:v>
                </c:pt>
                <c:pt idx="8285">
                  <c:v>44473</c:v>
                </c:pt>
                <c:pt idx="8286">
                  <c:v>44474</c:v>
                </c:pt>
                <c:pt idx="8287">
                  <c:v>44475</c:v>
                </c:pt>
                <c:pt idx="8288">
                  <c:v>44476</c:v>
                </c:pt>
                <c:pt idx="8289">
                  <c:v>44477</c:v>
                </c:pt>
                <c:pt idx="8290">
                  <c:v>44480</c:v>
                </c:pt>
                <c:pt idx="8291">
                  <c:v>44481</c:v>
                </c:pt>
                <c:pt idx="8292">
                  <c:v>44482</c:v>
                </c:pt>
                <c:pt idx="8293">
                  <c:v>44483</c:v>
                </c:pt>
                <c:pt idx="8294">
                  <c:v>44484</c:v>
                </c:pt>
                <c:pt idx="8295">
                  <c:v>44487</c:v>
                </c:pt>
                <c:pt idx="8296">
                  <c:v>44488</c:v>
                </c:pt>
                <c:pt idx="8297">
                  <c:v>44489</c:v>
                </c:pt>
                <c:pt idx="8298">
                  <c:v>44490</c:v>
                </c:pt>
                <c:pt idx="8299">
                  <c:v>44491</c:v>
                </c:pt>
                <c:pt idx="8300">
                  <c:v>44494</c:v>
                </c:pt>
                <c:pt idx="8301">
                  <c:v>44495</c:v>
                </c:pt>
                <c:pt idx="8302">
                  <c:v>44496</c:v>
                </c:pt>
                <c:pt idx="8303">
                  <c:v>44497</c:v>
                </c:pt>
                <c:pt idx="8304">
                  <c:v>44498</c:v>
                </c:pt>
                <c:pt idx="8305">
                  <c:v>44501</c:v>
                </c:pt>
                <c:pt idx="8306">
                  <c:v>44502</c:v>
                </c:pt>
                <c:pt idx="8307">
                  <c:v>44503</c:v>
                </c:pt>
                <c:pt idx="8308">
                  <c:v>44504</c:v>
                </c:pt>
                <c:pt idx="8309">
                  <c:v>44505</c:v>
                </c:pt>
                <c:pt idx="8310">
                  <c:v>44508</c:v>
                </c:pt>
                <c:pt idx="8311">
                  <c:v>44509</c:v>
                </c:pt>
                <c:pt idx="8312">
                  <c:v>44510</c:v>
                </c:pt>
                <c:pt idx="8313">
                  <c:v>44511</c:v>
                </c:pt>
                <c:pt idx="8314">
                  <c:v>44512</c:v>
                </c:pt>
                <c:pt idx="8315">
                  <c:v>44515</c:v>
                </c:pt>
                <c:pt idx="8316">
                  <c:v>44516</c:v>
                </c:pt>
                <c:pt idx="8317">
                  <c:v>44517</c:v>
                </c:pt>
                <c:pt idx="8318">
                  <c:v>44518</c:v>
                </c:pt>
                <c:pt idx="8319">
                  <c:v>44519</c:v>
                </c:pt>
                <c:pt idx="8320">
                  <c:v>44522</c:v>
                </c:pt>
                <c:pt idx="8321">
                  <c:v>44523</c:v>
                </c:pt>
                <c:pt idx="8322">
                  <c:v>44524</c:v>
                </c:pt>
                <c:pt idx="8323">
                  <c:v>44525</c:v>
                </c:pt>
                <c:pt idx="8324">
                  <c:v>44526</c:v>
                </c:pt>
                <c:pt idx="8325">
                  <c:v>44529</c:v>
                </c:pt>
                <c:pt idx="8326">
                  <c:v>44530</c:v>
                </c:pt>
                <c:pt idx="8327">
                  <c:v>44531</c:v>
                </c:pt>
                <c:pt idx="8328">
                  <c:v>44532</c:v>
                </c:pt>
                <c:pt idx="8329">
                  <c:v>44533</c:v>
                </c:pt>
                <c:pt idx="8330">
                  <c:v>44536</c:v>
                </c:pt>
                <c:pt idx="8331">
                  <c:v>44537</c:v>
                </c:pt>
                <c:pt idx="8332">
                  <c:v>44538</c:v>
                </c:pt>
                <c:pt idx="8333">
                  <c:v>44539</c:v>
                </c:pt>
                <c:pt idx="8334">
                  <c:v>44540</c:v>
                </c:pt>
                <c:pt idx="8335">
                  <c:v>44543</c:v>
                </c:pt>
                <c:pt idx="8336">
                  <c:v>44544</c:v>
                </c:pt>
                <c:pt idx="8337">
                  <c:v>44545</c:v>
                </c:pt>
                <c:pt idx="8338">
                  <c:v>44546</c:v>
                </c:pt>
                <c:pt idx="8339">
                  <c:v>44547</c:v>
                </c:pt>
                <c:pt idx="8340">
                  <c:v>44550</c:v>
                </c:pt>
                <c:pt idx="8341">
                  <c:v>44551</c:v>
                </c:pt>
                <c:pt idx="8342">
                  <c:v>44552</c:v>
                </c:pt>
                <c:pt idx="8343">
                  <c:v>44553</c:v>
                </c:pt>
                <c:pt idx="8344">
                  <c:v>44554</c:v>
                </c:pt>
                <c:pt idx="8345">
                  <c:v>44557</c:v>
                </c:pt>
                <c:pt idx="8346">
                  <c:v>44558</c:v>
                </c:pt>
                <c:pt idx="8347">
                  <c:v>44559</c:v>
                </c:pt>
                <c:pt idx="8348">
                  <c:v>44560</c:v>
                </c:pt>
                <c:pt idx="8349">
                  <c:v>44561</c:v>
                </c:pt>
                <c:pt idx="8350">
                  <c:v>44564</c:v>
                </c:pt>
                <c:pt idx="8351">
                  <c:v>44565</c:v>
                </c:pt>
                <c:pt idx="8352">
                  <c:v>44566</c:v>
                </c:pt>
                <c:pt idx="8353">
                  <c:v>44567</c:v>
                </c:pt>
                <c:pt idx="8354">
                  <c:v>44568</c:v>
                </c:pt>
                <c:pt idx="8355">
                  <c:v>44571</c:v>
                </c:pt>
                <c:pt idx="8356">
                  <c:v>44572</c:v>
                </c:pt>
                <c:pt idx="8357">
                  <c:v>44573</c:v>
                </c:pt>
                <c:pt idx="8358">
                  <c:v>44574</c:v>
                </c:pt>
                <c:pt idx="8359">
                  <c:v>44575</c:v>
                </c:pt>
                <c:pt idx="8360">
                  <c:v>44578</c:v>
                </c:pt>
                <c:pt idx="8361">
                  <c:v>44579</c:v>
                </c:pt>
                <c:pt idx="8362">
                  <c:v>44580</c:v>
                </c:pt>
                <c:pt idx="8363">
                  <c:v>44581</c:v>
                </c:pt>
                <c:pt idx="8364">
                  <c:v>44582</c:v>
                </c:pt>
                <c:pt idx="8365">
                  <c:v>44585</c:v>
                </c:pt>
                <c:pt idx="8366">
                  <c:v>44586</c:v>
                </c:pt>
                <c:pt idx="8367">
                  <c:v>44587</c:v>
                </c:pt>
                <c:pt idx="8368">
                  <c:v>44588</c:v>
                </c:pt>
                <c:pt idx="8369">
                  <c:v>44589</c:v>
                </c:pt>
                <c:pt idx="8370">
                  <c:v>44592</c:v>
                </c:pt>
                <c:pt idx="8371">
                  <c:v>44593</c:v>
                </c:pt>
                <c:pt idx="8372">
                  <c:v>44594</c:v>
                </c:pt>
                <c:pt idx="8373">
                  <c:v>44595</c:v>
                </c:pt>
                <c:pt idx="8374">
                  <c:v>44596</c:v>
                </c:pt>
                <c:pt idx="8375">
                  <c:v>44599</c:v>
                </c:pt>
                <c:pt idx="8376">
                  <c:v>44600</c:v>
                </c:pt>
                <c:pt idx="8377">
                  <c:v>44601</c:v>
                </c:pt>
                <c:pt idx="8378">
                  <c:v>44602</c:v>
                </c:pt>
                <c:pt idx="8379">
                  <c:v>44603</c:v>
                </c:pt>
                <c:pt idx="8380">
                  <c:v>44606</c:v>
                </c:pt>
                <c:pt idx="8381">
                  <c:v>44607</c:v>
                </c:pt>
                <c:pt idx="8382">
                  <c:v>44608</c:v>
                </c:pt>
                <c:pt idx="8383">
                  <c:v>44609</c:v>
                </c:pt>
                <c:pt idx="8384">
                  <c:v>44610</c:v>
                </c:pt>
                <c:pt idx="8385">
                  <c:v>44613</c:v>
                </c:pt>
                <c:pt idx="8386">
                  <c:v>44614</c:v>
                </c:pt>
                <c:pt idx="8387">
                  <c:v>44615</c:v>
                </c:pt>
                <c:pt idx="8388">
                  <c:v>44616</c:v>
                </c:pt>
                <c:pt idx="8389">
                  <c:v>44617</c:v>
                </c:pt>
                <c:pt idx="8390">
                  <c:v>44620</c:v>
                </c:pt>
                <c:pt idx="8391">
                  <c:v>44621</c:v>
                </c:pt>
                <c:pt idx="8392">
                  <c:v>44622</c:v>
                </c:pt>
                <c:pt idx="8393">
                  <c:v>44623</c:v>
                </c:pt>
                <c:pt idx="8394">
                  <c:v>44624</c:v>
                </c:pt>
                <c:pt idx="8395">
                  <c:v>44627</c:v>
                </c:pt>
                <c:pt idx="8396">
                  <c:v>44628</c:v>
                </c:pt>
                <c:pt idx="8397">
                  <c:v>44629</c:v>
                </c:pt>
                <c:pt idx="8398">
                  <c:v>44630</c:v>
                </c:pt>
                <c:pt idx="8399">
                  <c:v>44631</c:v>
                </c:pt>
                <c:pt idx="8400">
                  <c:v>44634</c:v>
                </c:pt>
                <c:pt idx="8401">
                  <c:v>44635</c:v>
                </c:pt>
                <c:pt idx="8402">
                  <c:v>44636</c:v>
                </c:pt>
                <c:pt idx="8403">
                  <c:v>44637</c:v>
                </c:pt>
                <c:pt idx="8404">
                  <c:v>44638</c:v>
                </c:pt>
                <c:pt idx="8405">
                  <c:v>44641</c:v>
                </c:pt>
                <c:pt idx="8406">
                  <c:v>44642</c:v>
                </c:pt>
                <c:pt idx="8407">
                  <c:v>44643</c:v>
                </c:pt>
                <c:pt idx="8408">
                  <c:v>44644</c:v>
                </c:pt>
                <c:pt idx="8409">
                  <c:v>44645</c:v>
                </c:pt>
                <c:pt idx="8410">
                  <c:v>44648</c:v>
                </c:pt>
                <c:pt idx="8411">
                  <c:v>44649</c:v>
                </c:pt>
                <c:pt idx="8412">
                  <c:v>44650</c:v>
                </c:pt>
                <c:pt idx="8413">
                  <c:v>44651</c:v>
                </c:pt>
                <c:pt idx="8414">
                  <c:v>44652</c:v>
                </c:pt>
                <c:pt idx="8415">
                  <c:v>44655</c:v>
                </c:pt>
                <c:pt idx="8416">
                  <c:v>44656</c:v>
                </c:pt>
                <c:pt idx="8417">
                  <c:v>44657</c:v>
                </c:pt>
                <c:pt idx="8418">
                  <c:v>44658</c:v>
                </c:pt>
                <c:pt idx="8419">
                  <c:v>44659</c:v>
                </c:pt>
                <c:pt idx="8420">
                  <c:v>44662</c:v>
                </c:pt>
                <c:pt idx="8421">
                  <c:v>44663</c:v>
                </c:pt>
                <c:pt idx="8422">
                  <c:v>44664</c:v>
                </c:pt>
                <c:pt idx="8423">
                  <c:v>44665</c:v>
                </c:pt>
                <c:pt idx="8424">
                  <c:v>44666</c:v>
                </c:pt>
                <c:pt idx="8425">
                  <c:v>44669</c:v>
                </c:pt>
                <c:pt idx="8426">
                  <c:v>44670</c:v>
                </c:pt>
                <c:pt idx="8427">
                  <c:v>44671</c:v>
                </c:pt>
                <c:pt idx="8428">
                  <c:v>44672</c:v>
                </c:pt>
                <c:pt idx="8429">
                  <c:v>44673</c:v>
                </c:pt>
                <c:pt idx="8430">
                  <c:v>44676</c:v>
                </c:pt>
                <c:pt idx="8431">
                  <c:v>44677</c:v>
                </c:pt>
                <c:pt idx="8432">
                  <c:v>44678</c:v>
                </c:pt>
                <c:pt idx="8433">
                  <c:v>44679</c:v>
                </c:pt>
                <c:pt idx="8434">
                  <c:v>44680</c:v>
                </c:pt>
                <c:pt idx="8435">
                  <c:v>44683</c:v>
                </c:pt>
                <c:pt idx="8436">
                  <c:v>44684</c:v>
                </c:pt>
                <c:pt idx="8437">
                  <c:v>44685</c:v>
                </c:pt>
                <c:pt idx="8438">
                  <c:v>44686</c:v>
                </c:pt>
                <c:pt idx="8439">
                  <c:v>44687</c:v>
                </c:pt>
                <c:pt idx="8440">
                  <c:v>44690</c:v>
                </c:pt>
                <c:pt idx="8441">
                  <c:v>44691</c:v>
                </c:pt>
                <c:pt idx="8442">
                  <c:v>44692</c:v>
                </c:pt>
                <c:pt idx="8443">
                  <c:v>44693</c:v>
                </c:pt>
                <c:pt idx="8444">
                  <c:v>44694</c:v>
                </c:pt>
                <c:pt idx="8445">
                  <c:v>44697</c:v>
                </c:pt>
                <c:pt idx="8446">
                  <c:v>44698</c:v>
                </c:pt>
                <c:pt idx="8447">
                  <c:v>44699</c:v>
                </c:pt>
                <c:pt idx="8448">
                  <c:v>44700</c:v>
                </c:pt>
                <c:pt idx="8449">
                  <c:v>44701</c:v>
                </c:pt>
                <c:pt idx="8450">
                  <c:v>44704</c:v>
                </c:pt>
                <c:pt idx="8451">
                  <c:v>44705</c:v>
                </c:pt>
                <c:pt idx="8452">
                  <c:v>44706</c:v>
                </c:pt>
                <c:pt idx="8453">
                  <c:v>44707</c:v>
                </c:pt>
                <c:pt idx="8454">
                  <c:v>44708</c:v>
                </c:pt>
                <c:pt idx="8455">
                  <c:v>44711</c:v>
                </c:pt>
                <c:pt idx="8456">
                  <c:v>44712</c:v>
                </c:pt>
                <c:pt idx="8457">
                  <c:v>44713</c:v>
                </c:pt>
                <c:pt idx="8458">
                  <c:v>44714</c:v>
                </c:pt>
                <c:pt idx="8459">
                  <c:v>44715</c:v>
                </c:pt>
                <c:pt idx="8460">
                  <c:v>44718</c:v>
                </c:pt>
                <c:pt idx="8461">
                  <c:v>44719</c:v>
                </c:pt>
                <c:pt idx="8462">
                  <c:v>44720</c:v>
                </c:pt>
                <c:pt idx="8463">
                  <c:v>44721</c:v>
                </c:pt>
                <c:pt idx="8464">
                  <c:v>44722</c:v>
                </c:pt>
                <c:pt idx="8465">
                  <c:v>44725</c:v>
                </c:pt>
                <c:pt idx="8466">
                  <c:v>44726</c:v>
                </c:pt>
                <c:pt idx="8467">
                  <c:v>44727</c:v>
                </c:pt>
                <c:pt idx="8468">
                  <c:v>44728</c:v>
                </c:pt>
                <c:pt idx="8469">
                  <c:v>44729</c:v>
                </c:pt>
                <c:pt idx="8470">
                  <c:v>44732</c:v>
                </c:pt>
                <c:pt idx="8471">
                  <c:v>44733</c:v>
                </c:pt>
                <c:pt idx="8472">
                  <c:v>44734</c:v>
                </c:pt>
                <c:pt idx="8473">
                  <c:v>44735</c:v>
                </c:pt>
                <c:pt idx="8474">
                  <c:v>44736</c:v>
                </c:pt>
                <c:pt idx="8475">
                  <c:v>44739</c:v>
                </c:pt>
                <c:pt idx="8476">
                  <c:v>44740</c:v>
                </c:pt>
                <c:pt idx="8477">
                  <c:v>44741</c:v>
                </c:pt>
                <c:pt idx="8478">
                  <c:v>44742</c:v>
                </c:pt>
                <c:pt idx="8479">
                  <c:v>44743</c:v>
                </c:pt>
                <c:pt idx="8480">
                  <c:v>44746</c:v>
                </c:pt>
                <c:pt idx="8481">
                  <c:v>44747</c:v>
                </c:pt>
                <c:pt idx="8482">
                  <c:v>44748</c:v>
                </c:pt>
                <c:pt idx="8483">
                  <c:v>44749</c:v>
                </c:pt>
                <c:pt idx="8484">
                  <c:v>44750</c:v>
                </c:pt>
                <c:pt idx="8485">
                  <c:v>44753</c:v>
                </c:pt>
                <c:pt idx="8486">
                  <c:v>44754</c:v>
                </c:pt>
                <c:pt idx="8487">
                  <c:v>44755</c:v>
                </c:pt>
                <c:pt idx="8488">
                  <c:v>44756</c:v>
                </c:pt>
                <c:pt idx="8489">
                  <c:v>44757</c:v>
                </c:pt>
                <c:pt idx="8490">
                  <c:v>44760</c:v>
                </c:pt>
                <c:pt idx="8491">
                  <c:v>44761</c:v>
                </c:pt>
                <c:pt idx="8492">
                  <c:v>44762</c:v>
                </c:pt>
                <c:pt idx="8493">
                  <c:v>44763</c:v>
                </c:pt>
                <c:pt idx="8494">
                  <c:v>44764</c:v>
                </c:pt>
                <c:pt idx="8495">
                  <c:v>44767</c:v>
                </c:pt>
                <c:pt idx="8496">
                  <c:v>44768</c:v>
                </c:pt>
                <c:pt idx="8497">
                  <c:v>44769</c:v>
                </c:pt>
                <c:pt idx="8498">
                  <c:v>44770</c:v>
                </c:pt>
                <c:pt idx="8499">
                  <c:v>44771</c:v>
                </c:pt>
                <c:pt idx="8500">
                  <c:v>44774</c:v>
                </c:pt>
                <c:pt idx="8501">
                  <c:v>44775</c:v>
                </c:pt>
                <c:pt idx="8502">
                  <c:v>44776</c:v>
                </c:pt>
                <c:pt idx="8503">
                  <c:v>44777</c:v>
                </c:pt>
                <c:pt idx="8504">
                  <c:v>44778</c:v>
                </c:pt>
                <c:pt idx="8505">
                  <c:v>44781</c:v>
                </c:pt>
                <c:pt idx="8506">
                  <c:v>44782</c:v>
                </c:pt>
                <c:pt idx="8507">
                  <c:v>44783</c:v>
                </c:pt>
                <c:pt idx="8508">
                  <c:v>44784</c:v>
                </c:pt>
                <c:pt idx="8509">
                  <c:v>44785</c:v>
                </c:pt>
                <c:pt idx="8510">
                  <c:v>44788</c:v>
                </c:pt>
                <c:pt idx="8511">
                  <c:v>44789</c:v>
                </c:pt>
                <c:pt idx="8512">
                  <c:v>44790</c:v>
                </c:pt>
                <c:pt idx="8513">
                  <c:v>44791</c:v>
                </c:pt>
                <c:pt idx="8514">
                  <c:v>44792</c:v>
                </c:pt>
                <c:pt idx="8515">
                  <c:v>44795</c:v>
                </c:pt>
                <c:pt idx="8516">
                  <c:v>44796</c:v>
                </c:pt>
                <c:pt idx="8517">
                  <c:v>44797</c:v>
                </c:pt>
                <c:pt idx="8518">
                  <c:v>44798</c:v>
                </c:pt>
                <c:pt idx="8519">
                  <c:v>44799</c:v>
                </c:pt>
                <c:pt idx="8520">
                  <c:v>44802</c:v>
                </c:pt>
                <c:pt idx="8521">
                  <c:v>44803</c:v>
                </c:pt>
                <c:pt idx="8522">
                  <c:v>44804</c:v>
                </c:pt>
                <c:pt idx="8523">
                  <c:v>44805</c:v>
                </c:pt>
                <c:pt idx="8524">
                  <c:v>44806</c:v>
                </c:pt>
                <c:pt idx="8525">
                  <c:v>44809</c:v>
                </c:pt>
                <c:pt idx="8526">
                  <c:v>44810</c:v>
                </c:pt>
                <c:pt idx="8527">
                  <c:v>44811</c:v>
                </c:pt>
                <c:pt idx="8528">
                  <c:v>44812</c:v>
                </c:pt>
                <c:pt idx="8529">
                  <c:v>44813</c:v>
                </c:pt>
                <c:pt idx="8530">
                  <c:v>44816</c:v>
                </c:pt>
                <c:pt idx="8531">
                  <c:v>44817</c:v>
                </c:pt>
                <c:pt idx="8532">
                  <c:v>44818</c:v>
                </c:pt>
                <c:pt idx="8533">
                  <c:v>44819</c:v>
                </c:pt>
                <c:pt idx="8534">
                  <c:v>44820</c:v>
                </c:pt>
                <c:pt idx="8535">
                  <c:v>44823</c:v>
                </c:pt>
                <c:pt idx="8536">
                  <c:v>44824</c:v>
                </c:pt>
                <c:pt idx="8537">
                  <c:v>44825</c:v>
                </c:pt>
                <c:pt idx="8538">
                  <c:v>44826</c:v>
                </c:pt>
                <c:pt idx="8539">
                  <c:v>44827</c:v>
                </c:pt>
                <c:pt idx="8540">
                  <c:v>44830</c:v>
                </c:pt>
                <c:pt idx="8541">
                  <c:v>44831</c:v>
                </c:pt>
                <c:pt idx="8542">
                  <c:v>44832</c:v>
                </c:pt>
                <c:pt idx="8543">
                  <c:v>44833</c:v>
                </c:pt>
                <c:pt idx="8544">
                  <c:v>44834</c:v>
                </c:pt>
                <c:pt idx="8545">
                  <c:v>44837</c:v>
                </c:pt>
                <c:pt idx="8546">
                  <c:v>44838</c:v>
                </c:pt>
                <c:pt idx="8547">
                  <c:v>44839</c:v>
                </c:pt>
                <c:pt idx="8548">
                  <c:v>44840</c:v>
                </c:pt>
                <c:pt idx="8549">
                  <c:v>44841</c:v>
                </c:pt>
                <c:pt idx="8550">
                  <c:v>44844</c:v>
                </c:pt>
                <c:pt idx="8551">
                  <c:v>44845</c:v>
                </c:pt>
                <c:pt idx="8552">
                  <c:v>44846</c:v>
                </c:pt>
                <c:pt idx="8553">
                  <c:v>44847</c:v>
                </c:pt>
                <c:pt idx="8554">
                  <c:v>44848</c:v>
                </c:pt>
                <c:pt idx="8555">
                  <c:v>44851</c:v>
                </c:pt>
                <c:pt idx="8556">
                  <c:v>44852</c:v>
                </c:pt>
                <c:pt idx="8557">
                  <c:v>44853</c:v>
                </c:pt>
                <c:pt idx="8558">
                  <c:v>44854</c:v>
                </c:pt>
                <c:pt idx="8559">
                  <c:v>44855</c:v>
                </c:pt>
                <c:pt idx="8560">
                  <c:v>44858</c:v>
                </c:pt>
                <c:pt idx="8561">
                  <c:v>44859</c:v>
                </c:pt>
                <c:pt idx="8562">
                  <c:v>44860</c:v>
                </c:pt>
                <c:pt idx="8563">
                  <c:v>44861</c:v>
                </c:pt>
                <c:pt idx="8564">
                  <c:v>44862</c:v>
                </c:pt>
                <c:pt idx="8565">
                  <c:v>44865</c:v>
                </c:pt>
                <c:pt idx="8566">
                  <c:v>44866</c:v>
                </c:pt>
                <c:pt idx="8567">
                  <c:v>44867</c:v>
                </c:pt>
                <c:pt idx="8568">
                  <c:v>44868</c:v>
                </c:pt>
                <c:pt idx="8569">
                  <c:v>44869</c:v>
                </c:pt>
                <c:pt idx="8570">
                  <c:v>44872</c:v>
                </c:pt>
                <c:pt idx="8571">
                  <c:v>44873</c:v>
                </c:pt>
                <c:pt idx="8572">
                  <c:v>44874</c:v>
                </c:pt>
                <c:pt idx="8573">
                  <c:v>44875</c:v>
                </c:pt>
                <c:pt idx="8574">
                  <c:v>44876</c:v>
                </c:pt>
                <c:pt idx="8575">
                  <c:v>44879</c:v>
                </c:pt>
                <c:pt idx="8576">
                  <c:v>44880</c:v>
                </c:pt>
                <c:pt idx="8577">
                  <c:v>44881</c:v>
                </c:pt>
                <c:pt idx="8578">
                  <c:v>44882</c:v>
                </c:pt>
                <c:pt idx="8579">
                  <c:v>44883</c:v>
                </c:pt>
                <c:pt idx="8580">
                  <c:v>44886</c:v>
                </c:pt>
                <c:pt idx="8581">
                  <c:v>44887</c:v>
                </c:pt>
                <c:pt idx="8582">
                  <c:v>44888</c:v>
                </c:pt>
                <c:pt idx="8583">
                  <c:v>44889</c:v>
                </c:pt>
                <c:pt idx="8584">
                  <c:v>44890</c:v>
                </c:pt>
                <c:pt idx="8585">
                  <c:v>44893</c:v>
                </c:pt>
                <c:pt idx="8586">
                  <c:v>44894</c:v>
                </c:pt>
                <c:pt idx="8587">
                  <c:v>44895</c:v>
                </c:pt>
                <c:pt idx="8588">
                  <c:v>44896</c:v>
                </c:pt>
                <c:pt idx="8589">
                  <c:v>44897</c:v>
                </c:pt>
                <c:pt idx="8590">
                  <c:v>44900</c:v>
                </c:pt>
                <c:pt idx="8591">
                  <c:v>44901</c:v>
                </c:pt>
                <c:pt idx="8592">
                  <c:v>44902</c:v>
                </c:pt>
                <c:pt idx="8593">
                  <c:v>44903</c:v>
                </c:pt>
                <c:pt idx="8594">
                  <c:v>44904</c:v>
                </c:pt>
                <c:pt idx="8595">
                  <c:v>44907</c:v>
                </c:pt>
                <c:pt idx="8596">
                  <c:v>44908</c:v>
                </c:pt>
                <c:pt idx="8597">
                  <c:v>44909</c:v>
                </c:pt>
                <c:pt idx="8598">
                  <c:v>44910</c:v>
                </c:pt>
                <c:pt idx="8599">
                  <c:v>44911</c:v>
                </c:pt>
                <c:pt idx="8600">
                  <c:v>44914</c:v>
                </c:pt>
                <c:pt idx="8601">
                  <c:v>44915</c:v>
                </c:pt>
                <c:pt idx="8602">
                  <c:v>44916</c:v>
                </c:pt>
                <c:pt idx="8603">
                  <c:v>44917</c:v>
                </c:pt>
                <c:pt idx="8604">
                  <c:v>44918</c:v>
                </c:pt>
                <c:pt idx="8605">
                  <c:v>44921</c:v>
                </c:pt>
                <c:pt idx="8606">
                  <c:v>44922</c:v>
                </c:pt>
                <c:pt idx="8607">
                  <c:v>44923</c:v>
                </c:pt>
                <c:pt idx="8608">
                  <c:v>44924</c:v>
                </c:pt>
                <c:pt idx="8609">
                  <c:v>44925</c:v>
                </c:pt>
                <c:pt idx="8610">
                  <c:v>44928</c:v>
                </c:pt>
                <c:pt idx="8611">
                  <c:v>44929</c:v>
                </c:pt>
                <c:pt idx="8612">
                  <c:v>44930</c:v>
                </c:pt>
                <c:pt idx="8613">
                  <c:v>44931</c:v>
                </c:pt>
                <c:pt idx="8614">
                  <c:v>44932</c:v>
                </c:pt>
                <c:pt idx="8615">
                  <c:v>44935</c:v>
                </c:pt>
                <c:pt idx="8616">
                  <c:v>44936</c:v>
                </c:pt>
                <c:pt idx="8617">
                  <c:v>44937</c:v>
                </c:pt>
                <c:pt idx="8618">
                  <c:v>44938</c:v>
                </c:pt>
                <c:pt idx="8619">
                  <c:v>44939</c:v>
                </c:pt>
                <c:pt idx="8620">
                  <c:v>44942</c:v>
                </c:pt>
                <c:pt idx="8621">
                  <c:v>44943</c:v>
                </c:pt>
                <c:pt idx="8622">
                  <c:v>44944</c:v>
                </c:pt>
                <c:pt idx="8623">
                  <c:v>44945</c:v>
                </c:pt>
                <c:pt idx="8624">
                  <c:v>44946</c:v>
                </c:pt>
                <c:pt idx="8625">
                  <c:v>44949</c:v>
                </c:pt>
                <c:pt idx="8626">
                  <c:v>44950</c:v>
                </c:pt>
                <c:pt idx="8627">
                  <c:v>44951</c:v>
                </c:pt>
                <c:pt idx="8628">
                  <c:v>44952</c:v>
                </c:pt>
                <c:pt idx="8629">
                  <c:v>44953</c:v>
                </c:pt>
                <c:pt idx="8630">
                  <c:v>44956</c:v>
                </c:pt>
                <c:pt idx="8631">
                  <c:v>44957</c:v>
                </c:pt>
                <c:pt idx="8632">
                  <c:v>44958</c:v>
                </c:pt>
                <c:pt idx="8633">
                  <c:v>44959</c:v>
                </c:pt>
                <c:pt idx="8634">
                  <c:v>44960</c:v>
                </c:pt>
                <c:pt idx="8635">
                  <c:v>44963</c:v>
                </c:pt>
                <c:pt idx="8636">
                  <c:v>44964</c:v>
                </c:pt>
                <c:pt idx="8637">
                  <c:v>44965</c:v>
                </c:pt>
                <c:pt idx="8638">
                  <c:v>44966</c:v>
                </c:pt>
                <c:pt idx="8639">
                  <c:v>44967</c:v>
                </c:pt>
                <c:pt idx="8640">
                  <c:v>44970</c:v>
                </c:pt>
                <c:pt idx="8641">
                  <c:v>44971</c:v>
                </c:pt>
                <c:pt idx="8642">
                  <c:v>44972</c:v>
                </c:pt>
                <c:pt idx="8643">
                  <c:v>44973</c:v>
                </c:pt>
                <c:pt idx="8644">
                  <c:v>44974</c:v>
                </c:pt>
                <c:pt idx="8645">
                  <c:v>44977</c:v>
                </c:pt>
                <c:pt idx="8646">
                  <c:v>44978</c:v>
                </c:pt>
                <c:pt idx="8647">
                  <c:v>44979</c:v>
                </c:pt>
                <c:pt idx="8648">
                  <c:v>44980</c:v>
                </c:pt>
                <c:pt idx="8649">
                  <c:v>44981</c:v>
                </c:pt>
                <c:pt idx="8650">
                  <c:v>44984</c:v>
                </c:pt>
                <c:pt idx="8651">
                  <c:v>44985</c:v>
                </c:pt>
                <c:pt idx="8652">
                  <c:v>44986</c:v>
                </c:pt>
                <c:pt idx="8653">
                  <c:v>44987</c:v>
                </c:pt>
                <c:pt idx="8654">
                  <c:v>44988</c:v>
                </c:pt>
                <c:pt idx="8655">
                  <c:v>44991</c:v>
                </c:pt>
                <c:pt idx="8656">
                  <c:v>44992</c:v>
                </c:pt>
                <c:pt idx="8657">
                  <c:v>44993</c:v>
                </c:pt>
                <c:pt idx="8658">
                  <c:v>44994</c:v>
                </c:pt>
                <c:pt idx="8659">
                  <c:v>44995</c:v>
                </c:pt>
                <c:pt idx="8660">
                  <c:v>44998</c:v>
                </c:pt>
                <c:pt idx="8661">
                  <c:v>44999</c:v>
                </c:pt>
                <c:pt idx="8662">
                  <c:v>45000</c:v>
                </c:pt>
                <c:pt idx="8663">
                  <c:v>45001</c:v>
                </c:pt>
                <c:pt idx="8664">
                  <c:v>45002</c:v>
                </c:pt>
                <c:pt idx="8665">
                  <c:v>45005</c:v>
                </c:pt>
                <c:pt idx="8666">
                  <c:v>45006</c:v>
                </c:pt>
                <c:pt idx="8667">
                  <c:v>45007</c:v>
                </c:pt>
                <c:pt idx="8668">
                  <c:v>45008</c:v>
                </c:pt>
                <c:pt idx="8669">
                  <c:v>45009</c:v>
                </c:pt>
                <c:pt idx="8670">
                  <c:v>45012</c:v>
                </c:pt>
                <c:pt idx="8671">
                  <c:v>45013</c:v>
                </c:pt>
                <c:pt idx="8672">
                  <c:v>45014</c:v>
                </c:pt>
                <c:pt idx="8673">
                  <c:v>45015</c:v>
                </c:pt>
                <c:pt idx="8674">
                  <c:v>45016</c:v>
                </c:pt>
                <c:pt idx="8675">
                  <c:v>45019</c:v>
                </c:pt>
                <c:pt idx="8676">
                  <c:v>45020</c:v>
                </c:pt>
                <c:pt idx="8677">
                  <c:v>45021</c:v>
                </c:pt>
                <c:pt idx="8678">
                  <c:v>45022</c:v>
                </c:pt>
                <c:pt idx="8679">
                  <c:v>45023</c:v>
                </c:pt>
                <c:pt idx="8680">
                  <c:v>45026</c:v>
                </c:pt>
                <c:pt idx="8681">
                  <c:v>45027</c:v>
                </c:pt>
                <c:pt idx="8682">
                  <c:v>45028</c:v>
                </c:pt>
                <c:pt idx="8683">
                  <c:v>45029</c:v>
                </c:pt>
                <c:pt idx="8684">
                  <c:v>45030</c:v>
                </c:pt>
                <c:pt idx="8685">
                  <c:v>45033</c:v>
                </c:pt>
                <c:pt idx="8686">
                  <c:v>45034</c:v>
                </c:pt>
                <c:pt idx="8687">
                  <c:v>45035</c:v>
                </c:pt>
                <c:pt idx="8688">
                  <c:v>45036</c:v>
                </c:pt>
                <c:pt idx="8689">
                  <c:v>45037</c:v>
                </c:pt>
                <c:pt idx="8690">
                  <c:v>45040</c:v>
                </c:pt>
                <c:pt idx="8691">
                  <c:v>45041</c:v>
                </c:pt>
                <c:pt idx="8692">
                  <c:v>45042</c:v>
                </c:pt>
                <c:pt idx="8693">
                  <c:v>45043</c:v>
                </c:pt>
                <c:pt idx="8694">
                  <c:v>45044</c:v>
                </c:pt>
                <c:pt idx="8695">
                  <c:v>45047</c:v>
                </c:pt>
                <c:pt idx="8696">
                  <c:v>45048</c:v>
                </c:pt>
                <c:pt idx="8697">
                  <c:v>45049</c:v>
                </c:pt>
                <c:pt idx="8698">
                  <c:v>45050</c:v>
                </c:pt>
                <c:pt idx="8699">
                  <c:v>45051</c:v>
                </c:pt>
                <c:pt idx="8700">
                  <c:v>45054</c:v>
                </c:pt>
                <c:pt idx="8701">
                  <c:v>45055</c:v>
                </c:pt>
                <c:pt idx="8702">
                  <c:v>45056</c:v>
                </c:pt>
                <c:pt idx="8703">
                  <c:v>45057</c:v>
                </c:pt>
                <c:pt idx="8704">
                  <c:v>45058</c:v>
                </c:pt>
                <c:pt idx="8705">
                  <c:v>45061</c:v>
                </c:pt>
                <c:pt idx="8706">
                  <c:v>45062</c:v>
                </c:pt>
                <c:pt idx="8707">
                  <c:v>45063</c:v>
                </c:pt>
                <c:pt idx="8708">
                  <c:v>45064</c:v>
                </c:pt>
                <c:pt idx="8709">
                  <c:v>45065</c:v>
                </c:pt>
                <c:pt idx="8710">
                  <c:v>45068</c:v>
                </c:pt>
                <c:pt idx="8711">
                  <c:v>45069</c:v>
                </c:pt>
                <c:pt idx="8712">
                  <c:v>45070</c:v>
                </c:pt>
                <c:pt idx="8713">
                  <c:v>45071</c:v>
                </c:pt>
                <c:pt idx="8714">
                  <c:v>45072</c:v>
                </c:pt>
                <c:pt idx="8715">
                  <c:v>45075</c:v>
                </c:pt>
                <c:pt idx="8716">
                  <c:v>45076</c:v>
                </c:pt>
                <c:pt idx="8717">
                  <c:v>45077</c:v>
                </c:pt>
                <c:pt idx="8718">
                  <c:v>45078</c:v>
                </c:pt>
                <c:pt idx="8719">
                  <c:v>45079</c:v>
                </c:pt>
                <c:pt idx="8720">
                  <c:v>45082</c:v>
                </c:pt>
                <c:pt idx="8721">
                  <c:v>45083</c:v>
                </c:pt>
                <c:pt idx="8722">
                  <c:v>45084</c:v>
                </c:pt>
                <c:pt idx="8723">
                  <c:v>45085</c:v>
                </c:pt>
                <c:pt idx="8724">
                  <c:v>45086</c:v>
                </c:pt>
                <c:pt idx="8725">
                  <c:v>45089</c:v>
                </c:pt>
                <c:pt idx="8726">
                  <c:v>45090</c:v>
                </c:pt>
                <c:pt idx="8727">
                  <c:v>45091</c:v>
                </c:pt>
                <c:pt idx="8728">
                  <c:v>45092</c:v>
                </c:pt>
                <c:pt idx="8729">
                  <c:v>45093</c:v>
                </c:pt>
                <c:pt idx="8730">
                  <c:v>45096</c:v>
                </c:pt>
                <c:pt idx="8731">
                  <c:v>45097</c:v>
                </c:pt>
                <c:pt idx="8732">
                  <c:v>45098</c:v>
                </c:pt>
                <c:pt idx="8733">
                  <c:v>45099</c:v>
                </c:pt>
                <c:pt idx="8734">
                  <c:v>45100</c:v>
                </c:pt>
                <c:pt idx="8735">
                  <c:v>45103</c:v>
                </c:pt>
                <c:pt idx="8736">
                  <c:v>45104</c:v>
                </c:pt>
                <c:pt idx="8737">
                  <c:v>45105</c:v>
                </c:pt>
                <c:pt idx="8738">
                  <c:v>45106</c:v>
                </c:pt>
                <c:pt idx="8739">
                  <c:v>45107</c:v>
                </c:pt>
                <c:pt idx="8740">
                  <c:v>45110</c:v>
                </c:pt>
                <c:pt idx="8741">
                  <c:v>45111</c:v>
                </c:pt>
                <c:pt idx="8742">
                  <c:v>45112</c:v>
                </c:pt>
                <c:pt idx="8743">
                  <c:v>45113</c:v>
                </c:pt>
                <c:pt idx="8744">
                  <c:v>45114</c:v>
                </c:pt>
                <c:pt idx="8745">
                  <c:v>45117</c:v>
                </c:pt>
                <c:pt idx="8746">
                  <c:v>45118</c:v>
                </c:pt>
                <c:pt idx="8747">
                  <c:v>45119</c:v>
                </c:pt>
                <c:pt idx="8748">
                  <c:v>45120</c:v>
                </c:pt>
                <c:pt idx="8749">
                  <c:v>45121</c:v>
                </c:pt>
                <c:pt idx="8750">
                  <c:v>45124</c:v>
                </c:pt>
                <c:pt idx="8751">
                  <c:v>45125</c:v>
                </c:pt>
                <c:pt idx="8752">
                  <c:v>45126</c:v>
                </c:pt>
                <c:pt idx="8753">
                  <c:v>45127</c:v>
                </c:pt>
                <c:pt idx="8754">
                  <c:v>45128</c:v>
                </c:pt>
                <c:pt idx="8755">
                  <c:v>45131</c:v>
                </c:pt>
                <c:pt idx="8756">
                  <c:v>45132</c:v>
                </c:pt>
                <c:pt idx="8757">
                  <c:v>45133</c:v>
                </c:pt>
                <c:pt idx="8758">
                  <c:v>45134</c:v>
                </c:pt>
                <c:pt idx="8759">
                  <c:v>45135</c:v>
                </c:pt>
                <c:pt idx="8760">
                  <c:v>45138</c:v>
                </c:pt>
                <c:pt idx="8761">
                  <c:v>45139</c:v>
                </c:pt>
                <c:pt idx="8762">
                  <c:v>45140</c:v>
                </c:pt>
                <c:pt idx="8763">
                  <c:v>45141</c:v>
                </c:pt>
                <c:pt idx="8764">
                  <c:v>45142</c:v>
                </c:pt>
                <c:pt idx="8765">
                  <c:v>45145</c:v>
                </c:pt>
                <c:pt idx="8766">
                  <c:v>45146</c:v>
                </c:pt>
                <c:pt idx="8767">
                  <c:v>45147</c:v>
                </c:pt>
                <c:pt idx="8768">
                  <c:v>45148</c:v>
                </c:pt>
                <c:pt idx="8769">
                  <c:v>45149</c:v>
                </c:pt>
                <c:pt idx="8770">
                  <c:v>45152</c:v>
                </c:pt>
                <c:pt idx="8771">
                  <c:v>45153</c:v>
                </c:pt>
                <c:pt idx="8772">
                  <c:v>45154</c:v>
                </c:pt>
                <c:pt idx="8773">
                  <c:v>45155</c:v>
                </c:pt>
                <c:pt idx="8774">
                  <c:v>45156</c:v>
                </c:pt>
                <c:pt idx="8775">
                  <c:v>45159</c:v>
                </c:pt>
                <c:pt idx="8776">
                  <c:v>45160</c:v>
                </c:pt>
                <c:pt idx="8777">
                  <c:v>45161</c:v>
                </c:pt>
                <c:pt idx="8778">
                  <c:v>45162</c:v>
                </c:pt>
                <c:pt idx="8779">
                  <c:v>45163</c:v>
                </c:pt>
                <c:pt idx="8780">
                  <c:v>45166</c:v>
                </c:pt>
                <c:pt idx="8781">
                  <c:v>45167</c:v>
                </c:pt>
                <c:pt idx="8782">
                  <c:v>45168</c:v>
                </c:pt>
                <c:pt idx="8783">
                  <c:v>45169</c:v>
                </c:pt>
                <c:pt idx="8784">
                  <c:v>45170</c:v>
                </c:pt>
                <c:pt idx="8785">
                  <c:v>45173</c:v>
                </c:pt>
                <c:pt idx="8786">
                  <c:v>45174</c:v>
                </c:pt>
                <c:pt idx="8787">
                  <c:v>45175</c:v>
                </c:pt>
                <c:pt idx="8788">
                  <c:v>45176</c:v>
                </c:pt>
                <c:pt idx="8789">
                  <c:v>45177</c:v>
                </c:pt>
                <c:pt idx="8790">
                  <c:v>45180</c:v>
                </c:pt>
                <c:pt idx="8791">
                  <c:v>45181</c:v>
                </c:pt>
                <c:pt idx="8792">
                  <c:v>45182</c:v>
                </c:pt>
                <c:pt idx="8793">
                  <c:v>45183</c:v>
                </c:pt>
                <c:pt idx="8794">
                  <c:v>45184</c:v>
                </c:pt>
                <c:pt idx="8795">
                  <c:v>45187</c:v>
                </c:pt>
                <c:pt idx="8796">
                  <c:v>45188</c:v>
                </c:pt>
                <c:pt idx="8797">
                  <c:v>45189</c:v>
                </c:pt>
                <c:pt idx="8798">
                  <c:v>45190</c:v>
                </c:pt>
                <c:pt idx="8799">
                  <c:v>45191</c:v>
                </c:pt>
                <c:pt idx="8800">
                  <c:v>45194</c:v>
                </c:pt>
                <c:pt idx="8801">
                  <c:v>45195</c:v>
                </c:pt>
                <c:pt idx="8802">
                  <c:v>45196</c:v>
                </c:pt>
                <c:pt idx="8803">
                  <c:v>45197</c:v>
                </c:pt>
                <c:pt idx="8804">
                  <c:v>45198</c:v>
                </c:pt>
                <c:pt idx="8805">
                  <c:v>45201</c:v>
                </c:pt>
                <c:pt idx="8806">
                  <c:v>45202</c:v>
                </c:pt>
                <c:pt idx="8807">
                  <c:v>45203</c:v>
                </c:pt>
                <c:pt idx="8808">
                  <c:v>45204</c:v>
                </c:pt>
                <c:pt idx="8809">
                  <c:v>45205</c:v>
                </c:pt>
                <c:pt idx="8810">
                  <c:v>45208</c:v>
                </c:pt>
                <c:pt idx="8811">
                  <c:v>45209</c:v>
                </c:pt>
                <c:pt idx="8812">
                  <c:v>45210</c:v>
                </c:pt>
                <c:pt idx="8813">
                  <c:v>45211</c:v>
                </c:pt>
                <c:pt idx="8814">
                  <c:v>45212</c:v>
                </c:pt>
                <c:pt idx="8815">
                  <c:v>45215</c:v>
                </c:pt>
                <c:pt idx="8816">
                  <c:v>45216</c:v>
                </c:pt>
                <c:pt idx="8817">
                  <c:v>45217</c:v>
                </c:pt>
                <c:pt idx="8818">
                  <c:v>45218</c:v>
                </c:pt>
                <c:pt idx="8819">
                  <c:v>45219</c:v>
                </c:pt>
                <c:pt idx="8820">
                  <c:v>45222</c:v>
                </c:pt>
                <c:pt idx="8821">
                  <c:v>45223</c:v>
                </c:pt>
                <c:pt idx="8822">
                  <c:v>45224</c:v>
                </c:pt>
                <c:pt idx="8823">
                  <c:v>45225</c:v>
                </c:pt>
                <c:pt idx="8824">
                  <c:v>45226</c:v>
                </c:pt>
                <c:pt idx="8825">
                  <c:v>45229</c:v>
                </c:pt>
                <c:pt idx="8826">
                  <c:v>45230</c:v>
                </c:pt>
                <c:pt idx="8827">
                  <c:v>45231</c:v>
                </c:pt>
                <c:pt idx="8828">
                  <c:v>45232</c:v>
                </c:pt>
                <c:pt idx="8829">
                  <c:v>45233</c:v>
                </c:pt>
                <c:pt idx="8830">
                  <c:v>45236</c:v>
                </c:pt>
                <c:pt idx="8831">
                  <c:v>45237</c:v>
                </c:pt>
                <c:pt idx="8832">
                  <c:v>45238</c:v>
                </c:pt>
                <c:pt idx="8833">
                  <c:v>45239</c:v>
                </c:pt>
                <c:pt idx="8834">
                  <c:v>45240</c:v>
                </c:pt>
                <c:pt idx="8835">
                  <c:v>45243</c:v>
                </c:pt>
                <c:pt idx="8836">
                  <c:v>45244</c:v>
                </c:pt>
                <c:pt idx="8837">
                  <c:v>45245</c:v>
                </c:pt>
                <c:pt idx="8838">
                  <c:v>45246</c:v>
                </c:pt>
                <c:pt idx="8839">
                  <c:v>45247</c:v>
                </c:pt>
                <c:pt idx="8840">
                  <c:v>45250</c:v>
                </c:pt>
                <c:pt idx="8841">
                  <c:v>45251</c:v>
                </c:pt>
                <c:pt idx="8842">
                  <c:v>45252</c:v>
                </c:pt>
                <c:pt idx="8843">
                  <c:v>45253</c:v>
                </c:pt>
                <c:pt idx="8844">
                  <c:v>45254</c:v>
                </c:pt>
                <c:pt idx="8845">
                  <c:v>45257</c:v>
                </c:pt>
                <c:pt idx="8846">
                  <c:v>45258</c:v>
                </c:pt>
                <c:pt idx="8847">
                  <c:v>45259</c:v>
                </c:pt>
                <c:pt idx="8848">
                  <c:v>45260</c:v>
                </c:pt>
                <c:pt idx="8849">
                  <c:v>45261</c:v>
                </c:pt>
                <c:pt idx="8850">
                  <c:v>45264</c:v>
                </c:pt>
                <c:pt idx="8851">
                  <c:v>45265</c:v>
                </c:pt>
                <c:pt idx="8852">
                  <c:v>45266</c:v>
                </c:pt>
                <c:pt idx="8853">
                  <c:v>45267</c:v>
                </c:pt>
                <c:pt idx="8854">
                  <c:v>45268</c:v>
                </c:pt>
                <c:pt idx="8855">
                  <c:v>45271</c:v>
                </c:pt>
                <c:pt idx="8856">
                  <c:v>45272</c:v>
                </c:pt>
                <c:pt idx="8857">
                  <c:v>45273</c:v>
                </c:pt>
                <c:pt idx="8858">
                  <c:v>45274</c:v>
                </c:pt>
                <c:pt idx="8859">
                  <c:v>45275</c:v>
                </c:pt>
                <c:pt idx="8860">
                  <c:v>45278</c:v>
                </c:pt>
                <c:pt idx="8861">
                  <c:v>45279</c:v>
                </c:pt>
                <c:pt idx="8862">
                  <c:v>45280</c:v>
                </c:pt>
                <c:pt idx="8863">
                  <c:v>45281</c:v>
                </c:pt>
                <c:pt idx="8864">
                  <c:v>45282</c:v>
                </c:pt>
                <c:pt idx="8865">
                  <c:v>45285</c:v>
                </c:pt>
                <c:pt idx="8866">
                  <c:v>45286</c:v>
                </c:pt>
                <c:pt idx="8867">
                  <c:v>45287</c:v>
                </c:pt>
                <c:pt idx="8868">
                  <c:v>45288</c:v>
                </c:pt>
                <c:pt idx="8869">
                  <c:v>45289</c:v>
                </c:pt>
                <c:pt idx="8870">
                  <c:v>45292</c:v>
                </c:pt>
                <c:pt idx="8871">
                  <c:v>45293</c:v>
                </c:pt>
                <c:pt idx="8872">
                  <c:v>45294</c:v>
                </c:pt>
                <c:pt idx="8873">
                  <c:v>45295</c:v>
                </c:pt>
                <c:pt idx="8874">
                  <c:v>45296</c:v>
                </c:pt>
                <c:pt idx="8875">
                  <c:v>45299</c:v>
                </c:pt>
                <c:pt idx="8876">
                  <c:v>45300</c:v>
                </c:pt>
                <c:pt idx="8877">
                  <c:v>45301</c:v>
                </c:pt>
                <c:pt idx="8878">
                  <c:v>45302</c:v>
                </c:pt>
                <c:pt idx="8879">
                  <c:v>45303</c:v>
                </c:pt>
                <c:pt idx="8880">
                  <c:v>45306</c:v>
                </c:pt>
                <c:pt idx="8881">
                  <c:v>45307</c:v>
                </c:pt>
                <c:pt idx="8882">
                  <c:v>45308</c:v>
                </c:pt>
                <c:pt idx="8883">
                  <c:v>45309</c:v>
                </c:pt>
                <c:pt idx="8884">
                  <c:v>45310</c:v>
                </c:pt>
                <c:pt idx="8885">
                  <c:v>45313</c:v>
                </c:pt>
                <c:pt idx="8886">
                  <c:v>45314</c:v>
                </c:pt>
                <c:pt idx="8887">
                  <c:v>45315</c:v>
                </c:pt>
                <c:pt idx="8888">
                  <c:v>45316</c:v>
                </c:pt>
                <c:pt idx="8889">
                  <c:v>45317</c:v>
                </c:pt>
                <c:pt idx="8890">
                  <c:v>45320</c:v>
                </c:pt>
                <c:pt idx="8891">
                  <c:v>45321</c:v>
                </c:pt>
                <c:pt idx="8892">
                  <c:v>45322</c:v>
                </c:pt>
                <c:pt idx="8893">
                  <c:v>45323</c:v>
                </c:pt>
                <c:pt idx="8894">
                  <c:v>45324</c:v>
                </c:pt>
                <c:pt idx="8895">
                  <c:v>45327</c:v>
                </c:pt>
                <c:pt idx="8896">
                  <c:v>45328</c:v>
                </c:pt>
                <c:pt idx="8897">
                  <c:v>45329</c:v>
                </c:pt>
                <c:pt idx="8898">
                  <c:v>45330</c:v>
                </c:pt>
                <c:pt idx="8899">
                  <c:v>45331</c:v>
                </c:pt>
                <c:pt idx="8900">
                  <c:v>45334</c:v>
                </c:pt>
                <c:pt idx="8901">
                  <c:v>45335</c:v>
                </c:pt>
                <c:pt idx="8902">
                  <c:v>45336</c:v>
                </c:pt>
                <c:pt idx="8903">
                  <c:v>45337</c:v>
                </c:pt>
                <c:pt idx="8904">
                  <c:v>45338</c:v>
                </c:pt>
                <c:pt idx="8905">
                  <c:v>45341</c:v>
                </c:pt>
                <c:pt idx="8906">
                  <c:v>45342</c:v>
                </c:pt>
                <c:pt idx="8907">
                  <c:v>45343</c:v>
                </c:pt>
                <c:pt idx="8908">
                  <c:v>45344</c:v>
                </c:pt>
                <c:pt idx="8909">
                  <c:v>45345</c:v>
                </c:pt>
                <c:pt idx="8910">
                  <c:v>45348</c:v>
                </c:pt>
                <c:pt idx="8911">
                  <c:v>45349</c:v>
                </c:pt>
                <c:pt idx="8912">
                  <c:v>45350</c:v>
                </c:pt>
                <c:pt idx="8913">
                  <c:v>45351</c:v>
                </c:pt>
                <c:pt idx="8914">
                  <c:v>45352</c:v>
                </c:pt>
                <c:pt idx="8915">
                  <c:v>45355</c:v>
                </c:pt>
                <c:pt idx="8916">
                  <c:v>45356</c:v>
                </c:pt>
                <c:pt idx="8917">
                  <c:v>45357</c:v>
                </c:pt>
                <c:pt idx="8918">
                  <c:v>45358</c:v>
                </c:pt>
                <c:pt idx="8919">
                  <c:v>45359</c:v>
                </c:pt>
                <c:pt idx="8920">
                  <c:v>45362</c:v>
                </c:pt>
                <c:pt idx="8921">
                  <c:v>45363</c:v>
                </c:pt>
                <c:pt idx="8922">
                  <c:v>45364</c:v>
                </c:pt>
                <c:pt idx="8923">
                  <c:v>45365</c:v>
                </c:pt>
                <c:pt idx="8924">
                  <c:v>45366</c:v>
                </c:pt>
                <c:pt idx="8925">
                  <c:v>45369</c:v>
                </c:pt>
                <c:pt idx="8926">
                  <c:v>45370</c:v>
                </c:pt>
                <c:pt idx="8927">
                  <c:v>45371</c:v>
                </c:pt>
                <c:pt idx="8928">
                  <c:v>45372</c:v>
                </c:pt>
                <c:pt idx="8929">
                  <c:v>45373</c:v>
                </c:pt>
                <c:pt idx="8930">
                  <c:v>45376</c:v>
                </c:pt>
                <c:pt idx="8931">
                  <c:v>45377</c:v>
                </c:pt>
                <c:pt idx="8932">
                  <c:v>45378</c:v>
                </c:pt>
                <c:pt idx="8933">
                  <c:v>45379</c:v>
                </c:pt>
                <c:pt idx="8934">
                  <c:v>45380</c:v>
                </c:pt>
                <c:pt idx="8935">
                  <c:v>45383</c:v>
                </c:pt>
                <c:pt idx="8936">
                  <c:v>45384</c:v>
                </c:pt>
                <c:pt idx="8937">
                  <c:v>45385</c:v>
                </c:pt>
                <c:pt idx="8938">
                  <c:v>45386</c:v>
                </c:pt>
                <c:pt idx="8939">
                  <c:v>45387</c:v>
                </c:pt>
                <c:pt idx="8940">
                  <c:v>45390</c:v>
                </c:pt>
                <c:pt idx="8941">
                  <c:v>45391</c:v>
                </c:pt>
                <c:pt idx="8942">
                  <c:v>45392</c:v>
                </c:pt>
                <c:pt idx="8943">
                  <c:v>45393</c:v>
                </c:pt>
                <c:pt idx="8944">
                  <c:v>45394</c:v>
                </c:pt>
                <c:pt idx="8945">
                  <c:v>45397</c:v>
                </c:pt>
                <c:pt idx="8946">
                  <c:v>45398</c:v>
                </c:pt>
                <c:pt idx="8947">
                  <c:v>45399</c:v>
                </c:pt>
                <c:pt idx="8948">
                  <c:v>45400</c:v>
                </c:pt>
                <c:pt idx="8949">
                  <c:v>45401</c:v>
                </c:pt>
                <c:pt idx="8950">
                  <c:v>45404</c:v>
                </c:pt>
                <c:pt idx="8951">
                  <c:v>45405</c:v>
                </c:pt>
                <c:pt idx="8952">
                  <c:v>45406</c:v>
                </c:pt>
                <c:pt idx="8953">
                  <c:v>45407</c:v>
                </c:pt>
                <c:pt idx="8954">
                  <c:v>45408</c:v>
                </c:pt>
                <c:pt idx="8955">
                  <c:v>45411</c:v>
                </c:pt>
                <c:pt idx="8956">
                  <c:v>45412</c:v>
                </c:pt>
                <c:pt idx="8957">
                  <c:v>45413</c:v>
                </c:pt>
                <c:pt idx="8958">
                  <c:v>45414</c:v>
                </c:pt>
                <c:pt idx="8959">
                  <c:v>45415</c:v>
                </c:pt>
                <c:pt idx="8960">
                  <c:v>45418</c:v>
                </c:pt>
                <c:pt idx="8961">
                  <c:v>45419</c:v>
                </c:pt>
                <c:pt idx="8962">
                  <c:v>45420</c:v>
                </c:pt>
                <c:pt idx="8963">
                  <c:v>45421</c:v>
                </c:pt>
                <c:pt idx="8964">
                  <c:v>45422</c:v>
                </c:pt>
                <c:pt idx="8965">
                  <c:v>45425</c:v>
                </c:pt>
                <c:pt idx="8966">
                  <c:v>45426</c:v>
                </c:pt>
                <c:pt idx="8967">
                  <c:v>45427</c:v>
                </c:pt>
                <c:pt idx="8968">
                  <c:v>45428</c:v>
                </c:pt>
                <c:pt idx="8969">
                  <c:v>45429</c:v>
                </c:pt>
                <c:pt idx="8970">
                  <c:v>45432</c:v>
                </c:pt>
                <c:pt idx="8971">
                  <c:v>45433</c:v>
                </c:pt>
                <c:pt idx="8972">
                  <c:v>45434</c:v>
                </c:pt>
                <c:pt idx="8973">
                  <c:v>45435</c:v>
                </c:pt>
                <c:pt idx="8974">
                  <c:v>45436</c:v>
                </c:pt>
                <c:pt idx="8975">
                  <c:v>45439</c:v>
                </c:pt>
                <c:pt idx="8976">
                  <c:v>45440</c:v>
                </c:pt>
                <c:pt idx="8977">
                  <c:v>45441</c:v>
                </c:pt>
                <c:pt idx="8978">
                  <c:v>45442</c:v>
                </c:pt>
                <c:pt idx="8979">
                  <c:v>45443</c:v>
                </c:pt>
                <c:pt idx="8980">
                  <c:v>45446</c:v>
                </c:pt>
                <c:pt idx="8981">
                  <c:v>45447</c:v>
                </c:pt>
                <c:pt idx="8982">
                  <c:v>45448</c:v>
                </c:pt>
                <c:pt idx="8983">
                  <c:v>45449</c:v>
                </c:pt>
                <c:pt idx="8984">
                  <c:v>45450</c:v>
                </c:pt>
                <c:pt idx="8985">
                  <c:v>45453</c:v>
                </c:pt>
                <c:pt idx="8986">
                  <c:v>45454</c:v>
                </c:pt>
                <c:pt idx="8987">
                  <c:v>45455</c:v>
                </c:pt>
                <c:pt idx="8988">
                  <c:v>45456</c:v>
                </c:pt>
                <c:pt idx="8989">
                  <c:v>45457</c:v>
                </c:pt>
                <c:pt idx="8990">
                  <c:v>45460</c:v>
                </c:pt>
                <c:pt idx="8991">
                  <c:v>45461</c:v>
                </c:pt>
                <c:pt idx="8992">
                  <c:v>45462</c:v>
                </c:pt>
                <c:pt idx="8993">
                  <c:v>45463</c:v>
                </c:pt>
                <c:pt idx="8994">
                  <c:v>45464</c:v>
                </c:pt>
                <c:pt idx="8995">
                  <c:v>45467</c:v>
                </c:pt>
                <c:pt idx="8996">
                  <c:v>45468</c:v>
                </c:pt>
                <c:pt idx="8997">
                  <c:v>45469</c:v>
                </c:pt>
                <c:pt idx="8998">
                  <c:v>45470</c:v>
                </c:pt>
                <c:pt idx="8999">
                  <c:v>45471</c:v>
                </c:pt>
                <c:pt idx="9000">
                  <c:v>45474</c:v>
                </c:pt>
                <c:pt idx="9001">
                  <c:v>45475</c:v>
                </c:pt>
                <c:pt idx="9002">
                  <c:v>45476</c:v>
                </c:pt>
                <c:pt idx="9003">
                  <c:v>45477</c:v>
                </c:pt>
                <c:pt idx="9004">
                  <c:v>45478</c:v>
                </c:pt>
                <c:pt idx="9005">
                  <c:v>45481</c:v>
                </c:pt>
                <c:pt idx="9006">
                  <c:v>45482</c:v>
                </c:pt>
                <c:pt idx="9007">
                  <c:v>45483</c:v>
                </c:pt>
                <c:pt idx="9008">
                  <c:v>45484</c:v>
                </c:pt>
                <c:pt idx="9009">
                  <c:v>45485</c:v>
                </c:pt>
                <c:pt idx="9010">
                  <c:v>45488</c:v>
                </c:pt>
                <c:pt idx="9011">
                  <c:v>45489</c:v>
                </c:pt>
                <c:pt idx="9012">
                  <c:v>45490</c:v>
                </c:pt>
                <c:pt idx="9013">
                  <c:v>45491</c:v>
                </c:pt>
                <c:pt idx="9014">
                  <c:v>45492</c:v>
                </c:pt>
                <c:pt idx="9015">
                  <c:v>45495</c:v>
                </c:pt>
                <c:pt idx="9016">
                  <c:v>45496</c:v>
                </c:pt>
                <c:pt idx="9017">
                  <c:v>45497</c:v>
                </c:pt>
                <c:pt idx="9018">
                  <c:v>45498</c:v>
                </c:pt>
                <c:pt idx="9019">
                  <c:v>45499</c:v>
                </c:pt>
                <c:pt idx="9020">
                  <c:v>45502</c:v>
                </c:pt>
                <c:pt idx="9021">
                  <c:v>45503</c:v>
                </c:pt>
                <c:pt idx="9022">
                  <c:v>45504</c:v>
                </c:pt>
                <c:pt idx="9023">
                  <c:v>45505</c:v>
                </c:pt>
                <c:pt idx="9024">
                  <c:v>45506</c:v>
                </c:pt>
                <c:pt idx="9025">
                  <c:v>45509</c:v>
                </c:pt>
                <c:pt idx="9026">
                  <c:v>45510</c:v>
                </c:pt>
                <c:pt idx="9027">
                  <c:v>45511</c:v>
                </c:pt>
                <c:pt idx="9028">
                  <c:v>45512</c:v>
                </c:pt>
                <c:pt idx="9029">
                  <c:v>45513</c:v>
                </c:pt>
                <c:pt idx="9030">
                  <c:v>45516</c:v>
                </c:pt>
                <c:pt idx="9031">
                  <c:v>45517</c:v>
                </c:pt>
                <c:pt idx="9032">
                  <c:v>45518</c:v>
                </c:pt>
                <c:pt idx="9033">
                  <c:v>45519</c:v>
                </c:pt>
                <c:pt idx="9034">
                  <c:v>45520</c:v>
                </c:pt>
                <c:pt idx="9035">
                  <c:v>45523</c:v>
                </c:pt>
                <c:pt idx="9036">
                  <c:v>45524</c:v>
                </c:pt>
                <c:pt idx="9037">
                  <c:v>45525</c:v>
                </c:pt>
                <c:pt idx="9038">
                  <c:v>45526</c:v>
                </c:pt>
                <c:pt idx="9039">
                  <c:v>45527</c:v>
                </c:pt>
                <c:pt idx="9040">
                  <c:v>45530</c:v>
                </c:pt>
                <c:pt idx="9041">
                  <c:v>45531</c:v>
                </c:pt>
                <c:pt idx="9042">
                  <c:v>45532</c:v>
                </c:pt>
                <c:pt idx="9043">
                  <c:v>45533</c:v>
                </c:pt>
                <c:pt idx="9044">
                  <c:v>45534</c:v>
                </c:pt>
                <c:pt idx="9045">
                  <c:v>45537</c:v>
                </c:pt>
                <c:pt idx="9046">
                  <c:v>45538</c:v>
                </c:pt>
                <c:pt idx="9047">
                  <c:v>45539</c:v>
                </c:pt>
                <c:pt idx="9048">
                  <c:v>45540</c:v>
                </c:pt>
                <c:pt idx="9049">
                  <c:v>45541</c:v>
                </c:pt>
                <c:pt idx="9050">
                  <c:v>45544</c:v>
                </c:pt>
                <c:pt idx="9051">
                  <c:v>45545</c:v>
                </c:pt>
                <c:pt idx="9052">
                  <c:v>45546</c:v>
                </c:pt>
                <c:pt idx="9053">
                  <c:v>45547</c:v>
                </c:pt>
                <c:pt idx="9054">
                  <c:v>45548</c:v>
                </c:pt>
                <c:pt idx="9055">
                  <c:v>45551</c:v>
                </c:pt>
                <c:pt idx="9056">
                  <c:v>45552</c:v>
                </c:pt>
                <c:pt idx="9057">
                  <c:v>45553</c:v>
                </c:pt>
                <c:pt idx="9058">
                  <c:v>45554</c:v>
                </c:pt>
                <c:pt idx="9059">
                  <c:v>45555</c:v>
                </c:pt>
                <c:pt idx="9060">
                  <c:v>45558</c:v>
                </c:pt>
                <c:pt idx="9061">
                  <c:v>45559</c:v>
                </c:pt>
                <c:pt idx="9062">
                  <c:v>45560</c:v>
                </c:pt>
                <c:pt idx="9063">
                  <c:v>45561</c:v>
                </c:pt>
                <c:pt idx="9064">
                  <c:v>45562</c:v>
                </c:pt>
                <c:pt idx="9065">
                  <c:v>45565</c:v>
                </c:pt>
                <c:pt idx="9066">
                  <c:v>45566</c:v>
                </c:pt>
                <c:pt idx="9067">
                  <c:v>45567</c:v>
                </c:pt>
                <c:pt idx="9068">
                  <c:v>45568</c:v>
                </c:pt>
                <c:pt idx="9069">
                  <c:v>45569</c:v>
                </c:pt>
                <c:pt idx="9070">
                  <c:v>45572</c:v>
                </c:pt>
                <c:pt idx="9071">
                  <c:v>45573</c:v>
                </c:pt>
                <c:pt idx="9072">
                  <c:v>45574</c:v>
                </c:pt>
                <c:pt idx="9073">
                  <c:v>45575</c:v>
                </c:pt>
                <c:pt idx="9074">
                  <c:v>45576</c:v>
                </c:pt>
                <c:pt idx="9075">
                  <c:v>45579</c:v>
                </c:pt>
                <c:pt idx="9076">
                  <c:v>45580</c:v>
                </c:pt>
                <c:pt idx="9077">
                  <c:v>45581</c:v>
                </c:pt>
                <c:pt idx="9078">
                  <c:v>45582</c:v>
                </c:pt>
                <c:pt idx="9079">
                  <c:v>45583</c:v>
                </c:pt>
                <c:pt idx="9080">
                  <c:v>45586</c:v>
                </c:pt>
                <c:pt idx="9081">
                  <c:v>45587</c:v>
                </c:pt>
                <c:pt idx="9082">
                  <c:v>45588</c:v>
                </c:pt>
                <c:pt idx="9083">
                  <c:v>45589</c:v>
                </c:pt>
                <c:pt idx="9084">
                  <c:v>45590</c:v>
                </c:pt>
                <c:pt idx="9085">
                  <c:v>45593</c:v>
                </c:pt>
                <c:pt idx="9086">
                  <c:v>45594</c:v>
                </c:pt>
                <c:pt idx="9087">
                  <c:v>45595</c:v>
                </c:pt>
                <c:pt idx="9088">
                  <c:v>45596</c:v>
                </c:pt>
                <c:pt idx="9089">
                  <c:v>45597</c:v>
                </c:pt>
                <c:pt idx="9090">
                  <c:v>45600</c:v>
                </c:pt>
                <c:pt idx="9091">
                  <c:v>45601</c:v>
                </c:pt>
                <c:pt idx="9092">
                  <c:v>45602</c:v>
                </c:pt>
                <c:pt idx="9093">
                  <c:v>45603</c:v>
                </c:pt>
                <c:pt idx="9094">
                  <c:v>45604</c:v>
                </c:pt>
                <c:pt idx="9095">
                  <c:v>45607</c:v>
                </c:pt>
                <c:pt idx="9096">
                  <c:v>45608</c:v>
                </c:pt>
                <c:pt idx="9097">
                  <c:v>45609</c:v>
                </c:pt>
                <c:pt idx="9098">
                  <c:v>45610</c:v>
                </c:pt>
                <c:pt idx="9099">
                  <c:v>45611</c:v>
                </c:pt>
                <c:pt idx="9100">
                  <c:v>45614</c:v>
                </c:pt>
                <c:pt idx="9101">
                  <c:v>45615</c:v>
                </c:pt>
                <c:pt idx="9102">
                  <c:v>45616</c:v>
                </c:pt>
                <c:pt idx="9103">
                  <c:v>45617</c:v>
                </c:pt>
                <c:pt idx="9104">
                  <c:v>45618</c:v>
                </c:pt>
                <c:pt idx="9105">
                  <c:v>45621</c:v>
                </c:pt>
                <c:pt idx="9106">
                  <c:v>45622</c:v>
                </c:pt>
                <c:pt idx="9107">
                  <c:v>45623</c:v>
                </c:pt>
                <c:pt idx="9108">
                  <c:v>45624</c:v>
                </c:pt>
                <c:pt idx="9109">
                  <c:v>45625</c:v>
                </c:pt>
                <c:pt idx="9110">
                  <c:v>45628</c:v>
                </c:pt>
                <c:pt idx="9111">
                  <c:v>45629</c:v>
                </c:pt>
                <c:pt idx="9112">
                  <c:v>45630</c:v>
                </c:pt>
                <c:pt idx="9113">
                  <c:v>45631</c:v>
                </c:pt>
                <c:pt idx="9114">
                  <c:v>45632</c:v>
                </c:pt>
                <c:pt idx="9115">
                  <c:v>45635</c:v>
                </c:pt>
                <c:pt idx="9116">
                  <c:v>45636</c:v>
                </c:pt>
                <c:pt idx="9117">
                  <c:v>45637</c:v>
                </c:pt>
                <c:pt idx="9118">
                  <c:v>45638</c:v>
                </c:pt>
                <c:pt idx="9119">
                  <c:v>45639</c:v>
                </c:pt>
                <c:pt idx="9120">
                  <c:v>45642</c:v>
                </c:pt>
                <c:pt idx="9121">
                  <c:v>45643</c:v>
                </c:pt>
                <c:pt idx="9122">
                  <c:v>45644</c:v>
                </c:pt>
                <c:pt idx="9123">
                  <c:v>45645</c:v>
                </c:pt>
                <c:pt idx="9124">
                  <c:v>45646</c:v>
                </c:pt>
                <c:pt idx="9125">
                  <c:v>45649</c:v>
                </c:pt>
                <c:pt idx="9126">
                  <c:v>45650</c:v>
                </c:pt>
                <c:pt idx="9127">
                  <c:v>45651</c:v>
                </c:pt>
                <c:pt idx="9128">
                  <c:v>45652</c:v>
                </c:pt>
                <c:pt idx="9129">
                  <c:v>45653</c:v>
                </c:pt>
                <c:pt idx="9130">
                  <c:v>45656</c:v>
                </c:pt>
                <c:pt idx="9131">
                  <c:v>45657</c:v>
                </c:pt>
                <c:pt idx="9132">
                  <c:v>45658</c:v>
                </c:pt>
                <c:pt idx="9133">
                  <c:v>45659</c:v>
                </c:pt>
                <c:pt idx="9134">
                  <c:v>45660</c:v>
                </c:pt>
                <c:pt idx="9135">
                  <c:v>45663</c:v>
                </c:pt>
                <c:pt idx="9136">
                  <c:v>45664</c:v>
                </c:pt>
                <c:pt idx="9137">
                  <c:v>45665</c:v>
                </c:pt>
                <c:pt idx="9138">
                  <c:v>45666</c:v>
                </c:pt>
                <c:pt idx="9139">
                  <c:v>45667</c:v>
                </c:pt>
                <c:pt idx="9140">
                  <c:v>45670</c:v>
                </c:pt>
                <c:pt idx="9141">
                  <c:v>45671</c:v>
                </c:pt>
                <c:pt idx="9142">
                  <c:v>45672</c:v>
                </c:pt>
                <c:pt idx="9143">
                  <c:v>45673</c:v>
                </c:pt>
                <c:pt idx="9144">
                  <c:v>45674</c:v>
                </c:pt>
                <c:pt idx="9145">
                  <c:v>45677</c:v>
                </c:pt>
                <c:pt idx="9146">
                  <c:v>45678</c:v>
                </c:pt>
                <c:pt idx="9147">
                  <c:v>45679</c:v>
                </c:pt>
                <c:pt idx="9148">
                  <c:v>45680</c:v>
                </c:pt>
                <c:pt idx="9149">
                  <c:v>45681</c:v>
                </c:pt>
                <c:pt idx="9150">
                  <c:v>45684</c:v>
                </c:pt>
                <c:pt idx="9151">
                  <c:v>45685</c:v>
                </c:pt>
                <c:pt idx="9152">
                  <c:v>45686</c:v>
                </c:pt>
                <c:pt idx="9153">
                  <c:v>45687</c:v>
                </c:pt>
                <c:pt idx="9154">
                  <c:v>45688</c:v>
                </c:pt>
                <c:pt idx="9155">
                  <c:v>45691</c:v>
                </c:pt>
                <c:pt idx="9156">
                  <c:v>45692</c:v>
                </c:pt>
                <c:pt idx="9157">
                  <c:v>45693</c:v>
                </c:pt>
                <c:pt idx="9158">
                  <c:v>45694</c:v>
                </c:pt>
                <c:pt idx="9159">
                  <c:v>45695</c:v>
                </c:pt>
                <c:pt idx="9160">
                  <c:v>45698</c:v>
                </c:pt>
                <c:pt idx="9161">
                  <c:v>45699</c:v>
                </c:pt>
                <c:pt idx="9162">
                  <c:v>45700</c:v>
                </c:pt>
                <c:pt idx="9163">
                  <c:v>45701</c:v>
                </c:pt>
                <c:pt idx="9164">
                  <c:v>45702</c:v>
                </c:pt>
                <c:pt idx="9165">
                  <c:v>45705</c:v>
                </c:pt>
                <c:pt idx="9166">
                  <c:v>45706</c:v>
                </c:pt>
                <c:pt idx="9167">
                  <c:v>45707</c:v>
                </c:pt>
                <c:pt idx="9168">
                  <c:v>45708</c:v>
                </c:pt>
                <c:pt idx="9169">
                  <c:v>45709</c:v>
                </c:pt>
                <c:pt idx="9170">
                  <c:v>45712</c:v>
                </c:pt>
                <c:pt idx="9171">
                  <c:v>45713</c:v>
                </c:pt>
                <c:pt idx="9172">
                  <c:v>45714</c:v>
                </c:pt>
                <c:pt idx="9173">
                  <c:v>45715</c:v>
                </c:pt>
                <c:pt idx="9174">
                  <c:v>45716</c:v>
                </c:pt>
                <c:pt idx="9175">
                  <c:v>45719</c:v>
                </c:pt>
                <c:pt idx="9176">
                  <c:v>45720</c:v>
                </c:pt>
                <c:pt idx="9177">
                  <c:v>45721</c:v>
                </c:pt>
                <c:pt idx="9178">
                  <c:v>45722</c:v>
                </c:pt>
                <c:pt idx="9179">
                  <c:v>45723</c:v>
                </c:pt>
                <c:pt idx="9180">
                  <c:v>45726</c:v>
                </c:pt>
                <c:pt idx="9181">
                  <c:v>45727</c:v>
                </c:pt>
                <c:pt idx="9182">
                  <c:v>45728</c:v>
                </c:pt>
                <c:pt idx="9183">
                  <c:v>45729</c:v>
                </c:pt>
                <c:pt idx="9184">
                  <c:v>45730</c:v>
                </c:pt>
                <c:pt idx="9185">
                  <c:v>45733</c:v>
                </c:pt>
                <c:pt idx="9186">
                  <c:v>45734</c:v>
                </c:pt>
                <c:pt idx="9187">
                  <c:v>45735</c:v>
                </c:pt>
                <c:pt idx="9188">
                  <c:v>45736</c:v>
                </c:pt>
                <c:pt idx="9189">
                  <c:v>45737</c:v>
                </c:pt>
                <c:pt idx="9190">
                  <c:v>45740</c:v>
                </c:pt>
                <c:pt idx="9191">
                  <c:v>45741</c:v>
                </c:pt>
                <c:pt idx="9192">
                  <c:v>45742</c:v>
                </c:pt>
                <c:pt idx="9193">
                  <c:v>45743</c:v>
                </c:pt>
                <c:pt idx="9194">
                  <c:v>45744</c:v>
                </c:pt>
                <c:pt idx="9195">
                  <c:v>45747</c:v>
                </c:pt>
                <c:pt idx="9196">
                  <c:v>45748</c:v>
                </c:pt>
                <c:pt idx="9197">
                  <c:v>45749</c:v>
                </c:pt>
                <c:pt idx="9198">
                  <c:v>45750</c:v>
                </c:pt>
                <c:pt idx="9199">
                  <c:v>45751</c:v>
                </c:pt>
                <c:pt idx="9200">
                  <c:v>45754</c:v>
                </c:pt>
                <c:pt idx="9201">
                  <c:v>45755</c:v>
                </c:pt>
                <c:pt idx="9202">
                  <c:v>45756</c:v>
                </c:pt>
                <c:pt idx="9203">
                  <c:v>45757</c:v>
                </c:pt>
                <c:pt idx="9204">
                  <c:v>45758</c:v>
                </c:pt>
                <c:pt idx="9205">
                  <c:v>45761</c:v>
                </c:pt>
                <c:pt idx="9206">
                  <c:v>45762</c:v>
                </c:pt>
                <c:pt idx="9207">
                  <c:v>45763</c:v>
                </c:pt>
                <c:pt idx="9208">
                  <c:v>45764</c:v>
                </c:pt>
                <c:pt idx="9209">
                  <c:v>45765</c:v>
                </c:pt>
                <c:pt idx="9210">
                  <c:v>45768</c:v>
                </c:pt>
                <c:pt idx="9211">
                  <c:v>45769</c:v>
                </c:pt>
                <c:pt idx="9212">
                  <c:v>45770</c:v>
                </c:pt>
                <c:pt idx="9213">
                  <c:v>45771</c:v>
                </c:pt>
                <c:pt idx="9214">
                  <c:v>45772</c:v>
                </c:pt>
                <c:pt idx="9215">
                  <c:v>45775</c:v>
                </c:pt>
                <c:pt idx="9216">
                  <c:v>45776</c:v>
                </c:pt>
                <c:pt idx="9217">
                  <c:v>45777</c:v>
                </c:pt>
                <c:pt idx="9218">
                  <c:v>45778</c:v>
                </c:pt>
                <c:pt idx="9219">
                  <c:v>45779</c:v>
                </c:pt>
                <c:pt idx="9220">
                  <c:v>45782</c:v>
                </c:pt>
                <c:pt idx="9221">
                  <c:v>45783</c:v>
                </c:pt>
                <c:pt idx="9222">
                  <c:v>45784</c:v>
                </c:pt>
                <c:pt idx="9223">
                  <c:v>45785</c:v>
                </c:pt>
                <c:pt idx="9224">
                  <c:v>45786</c:v>
                </c:pt>
                <c:pt idx="9225">
                  <c:v>45789</c:v>
                </c:pt>
                <c:pt idx="9226">
                  <c:v>45790</c:v>
                </c:pt>
                <c:pt idx="9227">
                  <c:v>45791</c:v>
                </c:pt>
                <c:pt idx="9228">
                  <c:v>45792</c:v>
                </c:pt>
                <c:pt idx="9229">
                  <c:v>45793</c:v>
                </c:pt>
                <c:pt idx="9230">
                  <c:v>45796</c:v>
                </c:pt>
                <c:pt idx="9231">
                  <c:v>45797</c:v>
                </c:pt>
                <c:pt idx="9232">
                  <c:v>45798</c:v>
                </c:pt>
                <c:pt idx="9233">
                  <c:v>45799</c:v>
                </c:pt>
                <c:pt idx="9234">
                  <c:v>45800</c:v>
                </c:pt>
                <c:pt idx="9235">
                  <c:v>45803</c:v>
                </c:pt>
                <c:pt idx="9236">
                  <c:v>45804</c:v>
                </c:pt>
                <c:pt idx="9237">
                  <c:v>45805</c:v>
                </c:pt>
                <c:pt idx="9238">
                  <c:v>45806</c:v>
                </c:pt>
                <c:pt idx="9239">
                  <c:v>45807</c:v>
                </c:pt>
                <c:pt idx="9240">
                  <c:v>45810</c:v>
                </c:pt>
                <c:pt idx="9241">
                  <c:v>45811</c:v>
                </c:pt>
                <c:pt idx="9242">
                  <c:v>45812</c:v>
                </c:pt>
                <c:pt idx="9243">
                  <c:v>45813</c:v>
                </c:pt>
                <c:pt idx="9244">
                  <c:v>45814</c:v>
                </c:pt>
                <c:pt idx="9245">
                  <c:v>45817</c:v>
                </c:pt>
                <c:pt idx="9246">
                  <c:v>45818</c:v>
                </c:pt>
                <c:pt idx="9247">
                  <c:v>45819</c:v>
                </c:pt>
                <c:pt idx="9248">
                  <c:v>45820</c:v>
                </c:pt>
                <c:pt idx="9249">
                  <c:v>45821</c:v>
                </c:pt>
                <c:pt idx="9250">
                  <c:v>45824</c:v>
                </c:pt>
                <c:pt idx="9251">
                  <c:v>45825</c:v>
                </c:pt>
                <c:pt idx="9252">
                  <c:v>45826</c:v>
                </c:pt>
                <c:pt idx="9253">
                  <c:v>45827</c:v>
                </c:pt>
                <c:pt idx="9254">
                  <c:v>45828</c:v>
                </c:pt>
                <c:pt idx="9255">
                  <c:v>45831</c:v>
                </c:pt>
                <c:pt idx="9256">
                  <c:v>45832</c:v>
                </c:pt>
                <c:pt idx="9257">
                  <c:v>45833</c:v>
                </c:pt>
                <c:pt idx="9258">
                  <c:v>45834</c:v>
                </c:pt>
                <c:pt idx="9259">
                  <c:v>45835</c:v>
                </c:pt>
                <c:pt idx="9260">
                  <c:v>45838</c:v>
                </c:pt>
                <c:pt idx="9261">
                  <c:v>45839</c:v>
                </c:pt>
                <c:pt idx="9262">
                  <c:v>45840</c:v>
                </c:pt>
                <c:pt idx="9263">
                  <c:v>45841</c:v>
                </c:pt>
                <c:pt idx="9264">
                  <c:v>45842</c:v>
                </c:pt>
                <c:pt idx="9265">
                  <c:v>45845</c:v>
                </c:pt>
                <c:pt idx="9266">
                  <c:v>45846</c:v>
                </c:pt>
                <c:pt idx="9267">
                  <c:v>45847</c:v>
                </c:pt>
                <c:pt idx="9268">
                  <c:v>45848</c:v>
                </c:pt>
                <c:pt idx="9269">
                  <c:v>45849</c:v>
                </c:pt>
                <c:pt idx="9270">
                  <c:v>45852</c:v>
                </c:pt>
                <c:pt idx="9271">
                  <c:v>45853</c:v>
                </c:pt>
                <c:pt idx="9272">
                  <c:v>45854</c:v>
                </c:pt>
                <c:pt idx="9273">
                  <c:v>45855</c:v>
                </c:pt>
                <c:pt idx="9274">
                  <c:v>45856</c:v>
                </c:pt>
                <c:pt idx="9275">
                  <c:v>45859</c:v>
                </c:pt>
                <c:pt idx="9276">
                  <c:v>45860</c:v>
                </c:pt>
                <c:pt idx="9277">
                  <c:v>45861</c:v>
                </c:pt>
                <c:pt idx="9278">
                  <c:v>45862</c:v>
                </c:pt>
                <c:pt idx="9279">
                  <c:v>45863</c:v>
                </c:pt>
                <c:pt idx="9280">
                  <c:v>45866</c:v>
                </c:pt>
                <c:pt idx="9281">
                  <c:v>45867</c:v>
                </c:pt>
                <c:pt idx="9282">
                  <c:v>45868</c:v>
                </c:pt>
                <c:pt idx="9283">
                  <c:v>45869</c:v>
                </c:pt>
                <c:pt idx="9284">
                  <c:v>45870</c:v>
                </c:pt>
                <c:pt idx="9285">
                  <c:v>45873</c:v>
                </c:pt>
                <c:pt idx="9286">
                  <c:v>45874</c:v>
                </c:pt>
                <c:pt idx="9287">
                  <c:v>45875</c:v>
                </c:pt>
                <c:pt idx="9288">
                  <c:v>45876</c:v>
                </c:pt>
                <c:pt idx="9289">
                  <c:v>45877</c:v>
                </c:pt>
                <c:pt idx="9290">
                  <c:v>45880</c:v>
                </c:pt>
                <c:pt idx="9291">
                  <c:v>45881</c:v>
                </c:pt>
                <c:pt idx="9292">
                  <c:v>45882</c:v>
                </c:pt>
                <c:pt idx="9293">
                  <c:v>45883</c:v>
                </c:pt>
                <c:pt idx="9294">
                  <c:v>45884</c:v>
                </c:pt>
                <c:pt idx="9295">
                  <c:v>45887</c:v>
                </c:pt>
                <c:pt idx="9296">
                  <c:v>45888</c:v>
                </c:pt>
                <c:pt idx="9297">
                  <c:v>45889</c:v>
                </c:pt>
                <c:pt idx="9298">
                  <c:v>45890</c:v>
                </c:pt>
                <c:pt idx="9299">
                  <c:v>45891</c:v>
                </c:pt>
                <c:pt idx="9300">
                  <c:v>45894</c:v>
                </c:pt>
                <c:pt idx="9301">
                  <c:v>45895</c:v>
                </c:pt>
                <c:pt idx="9302">
                  <c:v>45896</c:v>
                </c:pt>
                <c:pt idx="9303">
                  <c:v>45897</c:v>
                </c:pt>
                <c:pt idx="9304">
                  <c:v>45898</c:v>
                </c:pt>
                <c:pt idx="9305">
                  <c:v>45901</c:v>
                </c:pt>
                <c:pt idx="9306">
                  <c:v>45902</c:v>
                </c:pt>
                <c:pt idx="9307">
                  <c:v>45903</c:v>
                </c:pt>
                <c:pt idx="9308">
                  <c:v>45904</c:v>
                </c:pt>
                <c:pt idx="9309">
                  <c:v>45905</c:v>
                </c:pt>
                <c:pt idx="9310">
                  <c:v>45908</c:v>
                </c:pt>
                <c:pt idx="9311">
                  <c:v>45909</c:v>
                </c:pt>
                <c:pt idx="9312">
                  <c:v>45910</c:v>
                </c:pt>
                <c:pt idx="9313">
                  <c:v>45911</c:v>
                </c:pt>
                <c:pt idx="9314">
                  <c:v>45912</c:v>
                </c:pt>
                <c:pt idx="9315">
                  <c:v>45915</c:v>
                </c:pt>
                <c:pt idx="9316">
                  <c:v>45916</c:v>
                </c:pt>
                <c:pt idx="9317">
                  <c:v>45917</c:v>
                </c:pt>
                <c:pt idx="9318">
                  <c:v>45918</c:v>
                </c:pt>
                <c:pt idx="9319">
                  <c:v>45919</c:v>
                </c:pt>
                <c:pt idx="9320">
                  <c:v>45922</c:v>
                </c:pt>
                <c:pt idx="9321">
                  <c:v>45923</c:v>
                </c:pt>
                <c:pt idx="9322">
                  <c:v>45924</c:v>
                </c:pt>
                <c:pt idx="9323">
                  <c:v>45925</c:v>
                </c:pt>
                <c:pt idx="9324">
                  <c:v>45926</c:v>
                </c:pt>
                <c:pt idx="9325">
                  <c:v>45929</c:v>
                </c:pt>
                <c:pt idx="9326">
                  <c:v>45930</c:v>
                </c:pt>
                <c:pt idx="9327">
                  <c:v>45931</c:v>
                </c:pt>
                <c:pt idx="9328">
                  <c:v>45932</c:v>
                </c:pt>
                <c:pt idx="9329">
                  <c:v>45933</c:v>
                </c:pt>
                <c:pt idx="9330">
                  <c:v>45936</c:v>
                </c:pt>
                <c:pt idx="9331">
                  <c:v>45937</c:v>
                </c:pt>
                <c:pt idx="9332">
                  <c:v>45938</c:v>
                </c:pt>
                <c:pt idx="9333">
                  <c:v>45939</c:v>
                </c:pt>
                <c:pt idx="9334">
                  <c:v>45940</c:v>
                </c:pt>
                <c:pt idx="9335">
                  <c:v>45943</c:v>
                </c:pt>
                <c:pt idx="9336">
                  <c:v>45944</c:v>
                </c:pt>
                <c:pt idx="9337">
                  <c:v>45945</c:v>
                </c:pt>
                <c:pt idx="9338">
                  <c:v>45946</c:v>
                </c:pt>
                <c:pt idx="9339">
                  <c:v>45947</c:v>
                </c:pt>
                <c:pt idx="9340">
                  <c:v>45950</c:v>
                </c:pt>
                <c:pt idx="9341">
                  <c:v>45951</c:v>
                </c:pt>
                <c:pt idx="9342">
                  <c:v>45952</c:v>
                </c:pt>
                <c:pt idx="9343">
                  <c:v>45953</c:v>
                </c:pt>
                <c:pt idx="9344">
                  <c:v>45954</c:v>
                </c:pt>
                <c:pt idx="9345">
                  <c:v>45957</c:v>
                </c:pt>
                <c:pt idx="9346">
                  <c:v>45958</c:v>
                </c:pt>
                <c:pt idx="9347">
                  <c:v>45959</c:v>
                </c:pt>
                <c:pt idx="9348">
                  <c:v>45960</c:v>
                </c:pt>
                <c:pt idx="9349">
                  <c:v>45961</c:v>
                </c:pt>
                <c:pt idx="9350">
                  <c:v>45964</c:v>
                </c:pt>
                <c:pt idx="9351">
                  <c:v>45965</c:v>
                </c:pt>
                <c:pt idx="9352">
                  <c:v>45966</c:v>
                </c:pt>
                <c:pt idx="9353">
                  <c:v>45967</c:v>
                </c:pt>
                <c:pt idx="9354">
                  <c:v>45968</c:v>
                </c:pt>
                <c:pt idx="9355">
                  <c:v>45971</c:v>
                </c:pt>
                <c:pt idx="9356">
                  <c:v>45972</c:v>
                </c:pt>
                <c:pt idx="9357">
                  <c:v>45973</c:v>
                </c:pt>
                <c:pt idx="9358">
                  <c:v>45974</c:v>
                </c:pt>
                <c:pt idx="9359">
                  <c:v>45975</c:v>
                </c:pt>
                <c:pt idx="9360">
                  <c:v>45978</c:v>
                </c:pt>
                <c:pt idx="9361">
                  <c:v>45979</c:v>
                </c:pt>
                <c:pt idx="9362">
                  <c:v>45980</c:v>
                </c:pt>
                <c:pt idx="9363">
                  <c:v>45981</c:v>
                </c:pt>
                <c:pt idx="9364">
                  <c:v>45982</c:v>
                </c:pt>
                <c:pt idx="9365">
                  <c:v>45985</c:v>
                </c:pt>
                <c:pt idx="9366">
                  <c:v>45986</c:v>
                </c:pt>
                <c:pt idx="9367">
                  <c:v>45987</c:v>
                </c:pt>
                <c:pt idx="9368">
                  <c:v>45988</c:v>
                </c:pt>
                <c:pt idx="9369">
                  <c:v>45989</c:v>
                </c:pt>
                <c:pt idx="9370">
                  <c:v>45992</c:v>
                </c:pt>
                <c:pt idx="9371">
                  <c:v>45993</c:v>
                </c:pt>
                <c:pt idx="9372">
                  <c:v>45994</c:v>
                </c:pt>
                <c:pt idx="9373">
                  <c:v>45995</c:v>
                </c:pt>
                <c:pt idx="9374">
                  <c:v>45996</c:v>
                </c:pt>
                <c:pt idx="9375">
                  <c:v>45999</c:v>
                </c:pt>
                <c:pt idx="9376">
                  <c:v>46000</c:v>
                </c:pt>
                <c:pt idx="9377">
                  <c:v>46001</c:v>
                </c:pt>
                <c:pt idx="9378">
                  <c:v>46002</c:v>
                </c:pt>
                <c:pt idx="9379">
                  <c:v>46003</c:v>
                </c:pt>
                <c:pt idx="9380">
                  <c:v>46006</c:v>
                </c:pt>
                <c:pt idx="9381">
                  <c:v>46007</c:v>
                </c:pt>
                <c:pt idx="9382">
                  <c:v>46008</c:v>
                </c:pt>
                <c:pt idx="9383">
                  <c:v>46009</c:v>
                </c:pt>
                <c:pt idx="9384">
                  <c:v>46010</c:v>
                </c:pt>
                <c:pt idx="9385">
                  <c:v>46013</c:v>
                </c:pt>
                <c:pt idx="9386">
                  <c:v>46014</c:v>
                </c:pt>
                <c:pt idx="9387">
                  <c:v>46015</c:v>
                </c:pt>
                <c:pt idx="9388">
                  <c:v>46016</c:v>
                </c:pt>
                <c:pt idx="9389">
                  <c:v>46017</c:v>
                </c:pt>
                <c:pt idx="9390">
                  <c:v>46020</c:v>
                </c:pt>
                <c:pt idx="9391">
                  <c:v>46021</c:v>
                </c:pt>
                <c:pt idx="9392">
                  <c:v>46022</c:v>
                </c:pt>
                <c:pt idx="9393">
                  <c:v>46023</c:v>
                </c:pt>
                <c:pt idx="9394">
                  <c:v>46024</c:v>
                </c:pt>
                <c:pt idx="9395">
                  <c:v>46027</c:v>
                </c:pt>
                <c:pt idx="9396">
                  <c:v>46028</c:v>
                </c:pt>
                <c:pt idx="9397">
                  <c:v>46029</c:v>
                </c:pt>
                <c:pt idx="9398">
                  <c:v>46030</c:v>
                </c:pt>
                <c:pt idx="9399">
                  <c:v>46031</c:v>
                </c:pt>
                <c:pt idx="9400">
                  <c:v>46034</c:v>
                </c:pt>
                <c:pt idx="9401">
                  <c:v>46035</c:v>
                </c:pt>
                <c:pt idx="9402">
                  <c:v>46036</c:v>
                </c:pt>
                <c:pt idx="9403">
                  <c:v>46037</c:v>
                </c:pt>
                <c:pt idx="9404">
                  <c:v>46038</c:v>
                </c:pt>
                <c:pt idx="9405">
                  <c:v>46041</c:v>
                </c:pt>
                <c:pt idx="9406">
                  <c:v>46042</c:v>
                </c:pt>
                <c:pt idx="9407">
                  <c:v>46043</c:v>
                </c:pt>
                <c:pt idx="9408">
                  <c:v>46044</c:v>
                </c:pt>
                <c:pt idx="9409">
                  <c:v>46045</c:v>
                </c:pt>
                <c:pt idx="9410">
                  <c:v>46048</c:v>
                </c:pt>
                <c:pt idx="9411">
                  <c:v>46049</c:v>
                </c:pt>
                <c:pt idx="9412">
                  <c:v>46050</c:v>
                </c:pt>
                <c:pt idx="9413">
                  <c:v>46051</c:v>
                </c:pt>
                <c:pt idx="9414">
                  <c:v>46052</c:v>
                </c:pt>
                <c:pt idx="9415">
                  <c:v>46055</c:v>
                </c:pt>
                <c:pt idx="9416">
                  <c:v>46056</c:v>
                </c:pt>
                <c:pt idx="9417">
                  <c:v>46057</c:v>
                </c:pt>
                <c:pt idx="9418">
                  <c:v>46058</c:v>
                </c:pt>
                <c:pt idx="9419">
                  <c:v>46059</c:v>
                </c:pt>
                <c:pt idx="9420">
                  <c:v>46062</c:v>
                </c:pt>
                <c:pt idx="9421">
                  <c:v>46063</c:v>
                </c:pt>
                <c:pt idx="9422">
                  <c:v>46064</c:v>
                </c:pt>
                <c:pt idx="9423">
                  <c:v>46065</c:v>
                </c:pt>
                <c:pt idx="9424">
                  <c:v>46066</c:v>
                </c:pt>
                <c:pt idx="9425">
                  <c:v>46069</c:v>
                </c:pt>
                <c:pt idx="9426">
                  <c:v>46070</c:v>
                </c:pt>
                <c:pt idx="9427">
                  <c:v>46071</c:v>
                </c:pt>
                <c:pt idx="9428">
                  <c:v>46072</c:v>
                </c:pt>
                <c:pt idx="9429">
                  <c:v>46073</c:v>
                </c:pt>
                <c:pt idx="9430">
                  <c:v>46076</c:v>
                </c:pt>
                <c:pt idx="9431">
                  <c:v>46077</c:v>
                </c:pt>
                <c:pt idx="9432">
                  <c:v>46078</c:v>
                </c:pt>
                <c:pt idx="9433">
                  <c:v>46079</c:v>
                </c:pt>
                <c:pt idx="9434">
                  <c:v>46080</c:v>
                </c:pt>
                <c:pt idx="9435">
                  <c:v>46083</c:v>
                </c:pt>
                <c:pt idx="9436">
                  <c:v>46084</c:v>
                </c:pt>
                <c:pt idx="9437">
                  <c:v>46085</c:v>
                </c:pt>
                <c:pt idx="9438">
                  <c:v>46086</c:v>
                </c:pt>
                <c:pt idx="9439">
                  <c:v>46087</c:v>
                </c:pt>
                <c:pt idx="9440">
                  <c:v>46090</c:v>
                </c:pt>
                <c:pt idx="9441">
                  <c:v>46091</c:v>
                </c:pt>
                <c:pt idx="9442">
                  <c:v>46092</c:v>
                </c:pt>
                <c:pt idx="9443">
                  <c:v>46093</c:v>
                </c:pt>
                <c:pt idx="9444">
                  <c:v>46094</c:v>
                </c:pt>
                <c:pt idx="9445">
                  <c:v>46097</c:v>
                </c:pt>
                <c:pt idx="9446">
                  <c:v>46098</c:v>
                </c:pt>
                <c:pt idx="9447">
                  <c:v>46099</c:v>
                </c:pt>
                <c:pt idx="9448">
                  <c:v>46100</c:v>
                </c:pt>
                <c:pt idx="9449">
                  <c:v>46101</c:v>
                </c:pt>
                <c:pt idx="9450">
                  <c:v>46104</c:v>
                </c:pt>
                <c:pt idx="9451">
                  <c:v>46105</c:v>
                </c:pt>
                <c:pt idx="9452">
                  <c:v>46106</c:v>
                </c:pt>
                <c:pt idx="9453">
                  <c:v>46107</c:v>
                </c:pt>
                <c:pt idx="9454">
                  <c:v>46108</c:v>
                </c:pt>
                <c:pt idx="9455">
                  <c:v>46111</c:v>
                </c:pt>
                <c:pt idx="9456">
                  <c:v>46112</c:v>
                </c:pt>
                <c:pt idx="9457">
                  <c:v>46113</c:v>
                </c:pt>
                <c:pt idx="9458">
                  <c:v>46114</c:v>
                </c:pt>
                <c:pt idx="9459">
                  <c:v>46115</c:v>
                </c:pt>
                <c:pt idx="9460">
                  <c:v>46118</c:v>
                </c:pt>
                <c:pt idx="9461">
                  <c:v>46119</c:v>
                </c:pt>
                <c:pt idx="9462">
                  <c:v>46120</c:v>
                </c:pt>
                <c:pt idx="9463">
                  <c:v>46121</c:v>
                </c:pt>
                <c:pt idx="9464">
                  <c:v>46122</c:v>
                </c:pt>
                <c:pt idx="9465">
                  <c:v>46125</c:v>
                </c:pt>
                <c:pt idx="9466">
                  <c:v>46126</c:v>
                </c:pt>
                <c:pt idx="9467">
                  <c:v>46127</c:v>
                </c:pt>
                <c:pt idx="9468">
                  <c:v>46128</c:v>
                </c:pt>
                <c:pt idx="9469">
                  <c:v>46129</c:v>
                </c:pt>
                <c:pt idx="9470">
                  <c:v>46132</c:v>
                </c:pt>
                <c:pt idx="9471">
                  <c:v>46133</c:v>
                </c:pt>
                <c:pt idx="9472">
                  <c:v>46134</c:v>
                </c:pt>
                <c:pt idx="9473">
                  <c:v>46135</c:v>
                </c:pt>
                <c:pt idx="9474">
                  <c:v>46136</c:v>
                </c:pt>
                <c:pt idx="9475">
                  <c:v>46139</c:v>
                </c:pt>
                <c:pt idx="9476">
                  <c:v>46140</c:v>
                </c:pt>
                <c:pt idx="9477">
                  <c:v>46141</c:v>
                </c:pt>
                <c:pt idx="9478">
                  <c:v>46142</c:v>
                </c:pt>
                <c:pt idx="9479">
                  <c:v>46143</c:v>
                </c:pt>
                <c:pt idx="9480">
                  <c:v>46146</c:v>
                </c:pt>
                <c:pt idx="9481">
                  <c:v>46147</c:v>
                </c:pt>
                <c:pt idx="9482">
                  <c:v>46148</c:v>
                </c:pt>
                <c:pt idx="9483">
                  <c:v>46149</c:v>
                </c:pt>
                <c:pt idx="9484">
                  <c:v>46150</c:v>
                </c:pt>
                <c:pt idx="9485">
                  <c:v>46153</c:v>
                </c:pt>
                <c:pt idx="9486">
                  <c:v>46154</c:v>
                </c:pt>
                <c:pt idx="9487">
                  <c:v>46155</c:v>
                </c:pt>
                <c:pt idx="9488">
                  <c:v>46156</c:v>
                </c:pt>
                <c:pt idx="9489">
                  <c:v>46157</c:v>
                </c:pt>
                <c:pt idx="9490">
                  <c:v>46160</c:v>
                </c:pt>
                <c:pt idx="9491">
                  <c:v>46161</c:v>
                </c:pt>
                <c:pt idx="9492">
                  <c:v>46162</c:v>
                </c:pt>
                <c:pt idx="9493">
                  <c:v>46163</c:v>
                </c:pt>
                <c:pt idx="9494">
                  <c:v>46164</c:v>
                </c:pt>
                <c:pt idx="9495">
                  <c:v>46167</c:v>
                </c:pt>
                <c:pt idx="9496">
                  <c:v>46168</c:v>
                </c:pt>
                <c:pt idx="9497">
                  <c:v>46169</c:v>
                </c:pt>
                <c:pt idx="9498">
                  <c:v>46170</c:v>
                </c:pt>
                <c:pt idx="9499">
                  <c:v>46171</c:v>
                </c:pt>
                <c:pt idx="9500">
                  <c:v>46174</c:v>
                </c:pt>
                <c:pt idx="9501">
                  <c:v>46175</c:v>
                </c:pt>
                <c:pt idx="9502">
                  <c:v>46176</c:v>
                </c:pt>
                <c:pt idx="9503">
                  <c:v>46177</c:v>
                </c:pt>
                <c:pt idx="9504">
                  <c:v>46178</c:v>
                </c:pt>
                <c:pt idx="9505">
                  <c:v>46181</c:v>
                </c:pt>
                <c:pt idx="9506">
                  <c:v>46182</c:v>
                </c:pt>
                <c:pt idx="9507">
                  <c:v>46183</c:v>
                </c:pt>
                <c:pt idx="9508">
                  <c:v>46184</c:v>
                </c:pt>
                <c:pt idx="9509">
                  <c:v>46185</c:v>
                </c:pt>
                <c:pt idx="9510">
                  <c:v>46188</c:v>
                </c:pt>
                <c:pt idx="9511">
                  <c:v>46189</c:v>
                </c:pt>
                <c:pt idx="9512">
                  <c:v>46190</c:v>
                </c:pt>
                <c:pt idx="9513">
                  <c:v>46191</c:v>
                </c:pt>
              </c:numCache>
            </c:numRef>
          </c:cat>
          <c:val>
            <c:numRef>
              <c:f>'DXY, bond yield, USDJPY spot'!$C$2612:$C$12125</c:f>
              <c:numCache>
                <c:formatCode>General</c:formatCode>
                <c:ptCount val="9514"/>
                <c:pt idx="0">
                  <c:v>143.80000000000001</c:v>
                </c:pt>
                <c:pt idx="1">
                  <c:v>146.25</c:v>
                </c:pt>
                <c:pt idx="2">
                  <c:v>145.69999999999999</c:v>
                </c:pt>
                <c:pt idx="3">
                  <c:v>143.37</c:v>
                </c:pt>
                <c:pt idx="4">
                  <c:v>143.82</c:v>
                </c:pt>
                <c:pt idx="5">
                  <c:v>144.1</c:v>
                </c:pt>
                <c:pt idx="6">
                  <c:v>145.19999999999999</c:v>
                </c:pt>
                <c:pt idx="7">
                  <c:v>145.25</c:v>
                </c:pt>
                <c:pt idx="8">
                  <c:v>145.4</c:v>
                </c:pt>
                <c:pt idx="9">
                  <c:v>145.4</c:v>
                </c:pt>
                <c:pt idx="10">
                  <c:v>145.46</c:v>
                </c:pt>
                <c:pt idx="11">
                  <c:v>145.47999999999999</c:v>
                </c:pt>
                <c:pt idx="12">
                  <c:v>145.49</c:v>
                </c:pt>
                <c:pt idx="13">
                  <c:v>146.12</c:v>
                </c:pt>
                <c:pt idx="14">
                  <c:v>145.65</c:v>
                </c:pt>
                <c:pt idx="15">
                  <c:v>146.43</c:v>
                </c:pt>
                <c:pt idx="16">
                  <c:v>146.09</c:v>
                </c:pt>
                <c:pt idx="17">
                  <c:v>145.32</c:v>
                </c:pt>
                <c:pt idx="18">
                  <c:v>144.41999999999999</c:v>
                </c:pt>
                <c:pt idx="19">
                  <c:v>143.35</c:v>
                </c:pt>
                <c:pt idx="20">
                  <c:v>143.13</c:v>
                </c:pt>
                <c:pt idx="21">
                  <c:v>144.1</c:v>
                </c:pt>
                <c:pt idx="22">
                  <c:v>144.55000000000001</c:v>
                </c:pt>
                <c:pt idx="23">
                  <c:v>144.9</c:v>
                </c:pt>
                <c:pt idx="24">
                  <c:v>145.38</c:v>
                </c:pt>
                <c:pt idx="25">
                  <c:v>145.38999999999999</c:v>
                </c:pt>
                <c:pt idx="26">
                  <c:v>145.13</c:v>
                </c:pt>
                <c:pt idx="27">
                  <c:v>145.47</c:v>
                </c:pt>
                <c:pt idx="28">
                  <c:v>145.4</c:v>
                </c:pt>
                <c:pt idx="29">
                  <c:v>145.19999999999999</c:v>
                </c:pt>
                <c:pt idx="30">
                  <c:v>144.19999999999999</c:v>
                </c:pt>
                <c:pt idx="31">
                  <c:v>144.4</c:v>
                </c:pt>
                <c:pt idx="32">
                  <c:v>144.27000000000001</c:v>
                </c:pt>
                <c:pt idx="33">
                  <c:v>144.4</c:v>
                </c:pt>
                <c:pt idx="34">
                  <c:v>144.15</c:v>
                </c:pt>
                <c:pt idx="35">
                  <c:v>144.65</c:v>
                </c:pt>
                <c:pt idx="36">
                  <c:v>145.44999999999999</c:v>
                </c:pt>
                <c:pt idx="37">
                  <c:v>145.32</c:v>
                </c:pt>
                <c:pt idx="38">
                  <c:v>145.88999999999999</c:v>
                </c:pt>
                <c:pt idx="39">
                  <c:v>146.91999999999999</c:v>
                </c:pt>
                <c:pt idx="40">
                  <c:v>148.85</c:v>
                </c:pt>
                <c:pt idx="41">
                  <c:v>148.63</c:v>
                </c:pt>
                <c:pt idx="42">
                  <c:v>148.82</c:v>
                </c:pt>
                <c:pt idx="43">
                  <c:v>149.66999999999999</c:v>
                </c:pt>
                <c:pt idx="44">
                  <c:v>150.28</c:v>
                </c:pt>
                <c:pt idx="45">
                  <c:v>149.78</c:v>
                </c:pt>
                <c:pt idx="46">
                  <c:v>149.80000000000001</c:v>
                </c:pt>
                <c:pt idx="47">
                  <c:v>151.22</c:v>
                </c:pt>
                <c:pt idx="48">
                  <c:v>150.83000000000001</c:v>
                </c:pt>
                <c:pt idx="49">
                  <c:v>151.34</c:v>
                </c:pt>
                <c:pt idx="50">
                  <c:v>152.38</c:v>
                </c:pt>
                <c:pt idx="51">
                  <c:v>152.55000000000001</c:v>
                </c:pt>
                <c:pt idx="52">
                  <c:v>152.24</c:v>
                </c:pt>
                <c:pt idx="53">
                  <c:v>152.55000000000001</c:v>
                </c:pt>
                <c:pt idx="54">
                  <c:v>152.38</c:v>
                </c:pt>
                <c:pt idx="55">
                  <c:v>153.5</c:v>
                </c:pt>
                <c:pt idx="56">
                  <c:v>153.88</c:v>
                </c:pt>
                <c:pt idx="57">
                  <c:v>154.16</c:v>
                </c:pt>
                <c:pt idx="58">
                  <c:v>155.1</c:v>
                </c:pt>
                <c:pt idx="59">
                  <c:v>153.9</c:v>
                </c:pt>
                <c:pt idx="60">
                  <c:v>156.5</c:v>
                </c:pt>
                <c:pt idx="61">
                  <c:v>157.4</c:v>
                </c:pt>
                <c:pt idx="62">
                  <c:v>158.75</c:v>
                </c:pt>
                <c:pt idx="63">
                  <c:v>156.75</c:v>
                </c:pt>
                <c:pt idx="64">
                  <c:v>157.82</c:v>
                </c:pt>
                <c:pt idx="65">
                  <c:v>158.9</c:v>
                </c:pt>
                <c:pt idx="66">
                  <c:v>159.13</c:v>
                </c:pt>
                <c:pt idx="67">
                  <c:v>158.6</c:v>
                </c:pt>
                <c:pt idx="68">
                  <c:v>157.68</c:v>
                </c:pt>
                <c:pt idx="69">
                  <c:v>157.65</c:v>
                </c:pt>
                <c:pt idx="70">
                  <c:v>157.5</c:v>
                </c:pt>
                <c:pt idx="71">
                  <c:v>158.58000000000001</c:v>
                </c:pt>
                <c:pt idx="72">
                  <c:v>158.28</c:v>
                </c:pt>
                <c:pt idx="73">
                  <c:v>158.19</c:v>
                </c:pt>
                <c:pt idx="74">
                  <c:v>158.75</c:v>
                </c:pt>
                <c:pt idx="75">
                  <c:v>159.37</c:v>
                </c:pt>
                <c:pt idx="76">
                  <c:v>159.9</c:v>
                </c:pt>
                <c:pt idx="77">
                  <c:v>159.1</c:v>
                </c:pt>
                <c:pt idx="78">
                  <c:v>156.5</c:v>
                </c:pt>
                <c:pt idx="79">
                  <c:v>157.85</c:v>
                </c:pt>
                <c:pt idx="80">
                  <c:v>157.69999999999999</c:v>
                </c:pt>
                <c:pt idx="81">
                  <c:v>158.72</c:v>
                </c:pt>
                <c:pt idx="82">
                  <c:v>158.72999999999999</c:v>
                </c:pt>
                <c:pt idx="83">
                  <c:v>158.75</c:v>
                </c:pt>
                <c:pt idx="84">
                  <c:v>158.9</c:v>
                </c:pt>
                <c:pt idx="85">
                  <c:v>158.85</c:v>
                </c:pt>
                <c:pt idx="86">
                  <c:v>158.85</c:v>
                </c:pt>
                <c:pt idx="87">
                  <c:v>158.30000000000001</c:v>
                </c:pt>
                <c:pt idx="88">
                  <c:v>158.15</c:v>
                </c:pt>
                <c:pt idx="89">
                  <c:v>158.35</c:v>
                </c:pt>
                <c:pt idx="90">
                  <c:v>158</c:v>
                </c:pt>
                <c:pt idx="91">
                  <c:v>157.9</c:v>
                </c:pt>
                <c:pt idx="92">
                  <c:v>156.44999999999999</c:v>
                </c:pt>
                <c:pt idx="93">
                  <c:v>157</c:v>
                </c:pt>
                <c:pt idx="94">
                  <c:v>152.72999999999999</c:v>
                </c:pt>
                <c:pt idx="95">
                  <c:v>152.77000000000001</c:v>
                </c:pt>
                <c:pt idx="96">
                  <c:v>151.4</c:v>
                </c:pt>
                <c:pt idx="97">
                  <c:v>151.43</c:v>
                </c:pt>
                <c:pt idx="98">
                  <c:v>152.35</c:v>
                </c:pt>
                <c:pt idx="99">
                  <c:v>152.85</c:v>
                </c:pt>
                <c:pt idx="100">
                  <c:v>153.53</c:v>
                </c:pt>
                <c:pt idx="101">
                  <c:v>151.6</c:v>
                </c:pt>
                <c:pt idx="102">
                  <c:v>151.22999999999999</c:v>
                </c:pt>
                <c:pt idx="103">
                  <c:v>151.55000000000001</c:v>
                </c:pt>
                <c:pt idx="104">
                  <c:v>149.69</c:v>
                </c:pt>
                <c:pt idx="105">
                  <c:v>149.5</c:v>
                </c:pt>
                <c:pt idx="106">
                  <c:v>150.88</c:v>
                </c:pt>
                <c:pt idx="107">
                  <c:v>151.32</c:v>
                </c:pt>
                <c:pt idx="108">
                  <c:v>152.63999999999999</c:v>
                </c:pt>
                <c:pt idx="109">
                  <c:v>151.38999999999999</c:v>
                </c:pt>
                <c:pt idx="110">
                  <c:v>151.6</c:v>
                </c:pt>
                <c:pt idx="111">
                  <c:v>152.65</c:v>
                </c:pt>
                <c:pt idx="112">
                  <c:v>152.55000000000001</c:v>
                </c:pt>
                <c:pt idx="113">
                  <c:v>152.53</c:v>
                </c:pt>
                <c:pt idx="114">
                  <c:v>153.53</c:v>
                </c:pt>
                <c:pt idx="115">
                  <c:v>154.52000000000001</c:v>
                </c:pt>
                <c:pt idx="116">
                  <c:v>154.44</c:v>
                </c:pt>
                <c:pt idx="117">
                  <c:v>154.79</c:v>
                </c:pt>
                <c:pt idx="118">
                  <c:v>154.07</c:v>
                </c:pt>
                <c:pt idx="119">
                  <c:v>154.19999999999999</c:v>
                </c:pt>
                <c:pt idx="120">
                  <c:v>153.69999999999999</c:v>
                </c:pt>
                <c:pt idx="121">
                  <c:v>153.65</c:v>
                </c:pt>
                <c:pt idx="122">
                  <c:v>154</c:v>
                </c:pt>
                <c:pt idx="123">
                  <c:v>154.82</c:v>
                </c:pt>
                <c:pt idx="124">
                  <c:v>154.75</c:v>
                </c:pt>
                <c:pt idx="125">
                  <c:v>155.37</c:v>
                </c:pt>
                <c:pt idx="126">
                  <c:v>155.15</c:v>
                </c:pt>
                <c:pt idx="127">
                  <c:v>154.38</c:v>
                </c:pt>
                <c:pt idx="128">
                  <c:v>153.16999999999999</c:v>
                </c:pt>
                <c:pt idx="129">
                  <c:v>152.35</c:v>
                </c:pt>
                <c:pt idx="130">
                  <c:v>151.27000000000001</c:v>
                </c:pt>
                <c:pt idx="131">
                  <c:v>151.19999999999999</c:v>
                </c:pt>
                <c:pt idx="132">
                  <c:v>149.80000000000001</c:v>
                </c:pt>
                <c:pt idx="133">
                  <c:v>150.77000000000001</c:v>
                </c:pt>
                <c:pt idx="134">
                  <c:v>151.03</c:v>
                </c:pt>
                <c:pt idx="135">
                  <c:v>151.1</c:v>
                </c:pt>
                <c:pt idx="136">
                  <c:v>148.9</c:v>
                </c:pt>
                <c:pt idx="137">
                  <c:v>148.68</c:v>
                </c:pt>
                <c:pt idx="138">
                  <c:v>148.6</c:v>
                </c:pt>
                <c:pt idx="139">
                  <c:v>147.5</c:v>
                </c:pt>
                <c:pt idx="140">
                  <c:v>148.05000000000001</c:v>
                </c:pt>
                <c:pt idx="141">
                  <c:v>148.35</c:v>
                </c:pt>
                <c:pt idx="142">
                  <c:v>147.30000000000001</c:v>
                </c:pt>
                <c:pt idx="143">
                  <c:v>148.05000000000001</c:v>
                </c:pt>
                <c:pt idx="144">
                  <c:v>148.97</c:v>
                </c:pt>
                <c:pt idx="145">
                  <c:v>148.44999999999999</c:v>
                </c:pt>
                <c:pt idx="146">
                  <c:v>148.35</c:v>
                </c:pt>
                <c:pt idx="147">
                  <c:v>148.88</c:v>
                </c:pt>
                <c:pt idx="148">
                  <c:v>150.44999999999999</c:v>
                </c:pt>
                <c:pt idx="149">
                  <c:v>149.6</c:v>
                </c:pt>
                <c:pt idx="150">
                  <c:v>148.19999999999999</c:v>
                </c:pt>
                <c:pt idx="151">
                  <c:v>146.13</c:v>
                </c:pt>
                <c:pt idx="152">
                  <c:v>147.25</c:v>
                </c:pt>
                <c:pt idx="153">
                  <c:v>149.6</c:v>
                </c:pt>
                <c:pt idx="154">
                  <c:v>149.9</c:v>
                </c:pt>
                <c:pt idx="155">
                  <c:v>149.75</c:v>
                </c:pt>
                <c:pt idx="156">
                  <c:v>149.80000000000001</c:v>
                </c:pt>
                <c:pt idx="157">
                  <c:v>150.15</c:v>
                </c:pt>
                <c:pt idx="158">
                  <c:v>149.82</c:v>
                </c:pt>
                <c:pt idx="159">
                  <c:v>150.15</c:v>
                </c:pt>
                <c:pt idx="160">
                  <c:v>150.35</c:v>
                </c:pt>
                <c:pt idx="161">
                  <c:v>149.47999999999999</c:v>
                </c:pt>
                <c:pt idx="162">
                  <c:v>147.44999999999999</c:v>
                </c:pt>
                <c:pt idx="163">
                  <c:v>148.38</c:v>
                </c:pt>
                <c:pt idx="164">
                  <c:v>147.57</c:v>
                </c:pt>
                <c:pt idx="165">
                  <c:v>146.87</c:v>
                </c:pt>
                <c:pt idx="166">
                  <c:v>146.4</c:v>
                </c:pt>
                <c:pt idx="167">
                  <c:v>145.75</c:v>
                </c:pt>
                <c:pt idx="168">
                  <c:v>146.6</c:v>
                </c:pt>
                <c:pt idx="169">
                  <c:v>146.55000000000001</c:v>
                </c:pt>
                <c:pt idx="170">
                  <c:v>144.44999999999999</c:v>
                </c:pt>
                <c:pt idx="171">
                  <c:v>143.47999999999999</c:v>
                </c:pt>
                <c:pt idx="172">
                  <c:v>143.62</c:v>
                </c:pt>
                <c:pt idx="173">
                  <c:v>144.30000000000001</c:v>
                </c:pt>
                <c:pt idx="174">
                  <c:v>143.93</c:v>
                </c:pt>
                <c:pt idx="175">
                  <c:v>143.52000000000001</c:v>
                </c:pt>
                <c:pt idx="176">
                  <c:v>143.55000000000001</c:v>
                </c:pt>
                <c:pt idx="177">
                  <c:v>141.68</c:v>
                </c:pt>
                <c:pt idx="178">
                  <c:v>141.05000000000001</c:v>
                </c:pt>
                <c:pt idx="179">
                  <c:v>140.1</c:v>
                </c:pt>
                <c:pt idx="180">
                  <c:v>139.19999999999999</c:v>
                </c:pt>
                <c:pt idx="181">
                  <c:v>139.85</c:v>
                </c:pt>
                <c:pt idx="182">
                  <c:v>137.69999999999999</c:v>
                </c:pt>
                <c:pt idx="183">
                  <c:v>137.35</c:v>
                </c:pt>
                <c:pt idx="184">
                  <c:v>136.66999999999999</c:v>
                </c:pt>
                <c:pt idx="185">
                  <c:v>137</c:v>
                </c:pt>
                <c:pt idx="186">
                  <c:v>137.5</c:v>
                </c:pt>
                <c:pt idx="187">
                  <c:v>137.5</c:v>
                </c:pt>
                <c:pt idx="188">
                  <c:v>136.93</c:v>
                </c:pt>
                <c:pt idx="189">
                  <c:v>136.9</c:v>
                </c:pt>
                <c:pt idx="190">
                  <c:v>136.1</c:v>
                </c:pt>
                <c:pt idx="191">
                  <c:v>137.38</c:v>
                </c:pt>
                <c:pt idx="192">
                  <c:v>137.27000000000001</c:v>
                </c:pt>
                <c:pt idx="193">
                  <c:v>138.37</c:v>
                </c:pt>
                <c:pt idx="194">
                  <c:v>138.27000000000001</c:v>
                </c:pt>
                <c:pt idx="195">
                  <c:v>136.9</c:v>
                </c:pt>
                <c:pt idx="196">
                  <c:v>136.94999999999999</c:v>
                </c:pt>
                <c:pt idx="197">
                  <c:v>136.13</c:v>
                </c:pt>
                <c:pt idx="198">
                  <c:v>133.9</c:v>
                </c:pt>
                <c:pt idx="199">
                  <c:v>132.4</c:v>
                </c:pt>
                <c:pt idx="200">
                  <c:v>130.5</c:v>
                </c:pt>
                <c:pt idx="201">
                  <c:v>130.33000000000001</c:v>
                </c:pt>
                <c:pt idx="202">
                  <c:v>129.97</c:v>
                </c:pt>
                <c:pt idx="203">
                  <c:v>129.94999999999999</c:v>
                </c:pt>
                <c:pt idx="204">
                  <c:v>128.65</c:v>
                </c:pt>
                <c:pt idx="205">
                  <c:v>128.15</c:v>
                </c:pt>
                <c:pt idx="206">
                  <c:v>127.25</c:v>
                </c:pt>
                <c:pt idx="207">
                  <c:v>125.27</c:v>
                </c:pt>
                <c:pt idx="208">
                  <c:v>125.05</c:v>
                </c:pt>
                <c:pt idx="209">
                  <c:v>125.75</c:v>
                </c:pt>
                <c:pt idx="210">
                  <c:v>126.05</c:v>
                </c:pt>
                <c:pt idx="211">
                  <c:v>127.5</c:v>
                </c:pt>
                <c:pt idx="212">
                  <c:v>128.05000000000001</c:v>
                </c:pt>
                <c:pt idx="213">
                  <c:v>127.3</c:v>
                </c:pt>
                <c:pt idx="214">
                  <c:v>128</c:v>
                </c:pt>
                <c:pt idx="215">
                  <c:v>128.4</c:v>
                </c:pt>
                <c:pt idx="216">
                  <c:v>129.1</c:v>
                </c:pt>
                <c:pt idx="217">
                  <c:v>129.94999999999999</c:v>
                </c:pt>
                <c:pt idx="218">
                  <c:v>130.47999999999999</c:v>
                </c:pt>
                <c:pt idx="219">
                  <c:v>128.6</c:v>
                </c:pt>
                <c:pt idx="220">
                  <c:v>126.8</c:v>
                </c:pt>
                <c:pt idx="221">
                  <c:v>127.3</c:v>
                </c:pt>
                <c:pt idx="222">
                  <c:v>128.15</c:v>
                </c:pt>
                <c:pt idx="223">
                  <c:v>129.9</c:v>
                </c:pt>
                <c:pt idx="224">
                  <c:v>129.72999999999999</c:v>
                </c:pt>
                <c:pt idx="225">
                  <c:v>128.85</c:v>
                </c:pt>
                <c:pt idx="226">
                  <c:v>129.6</c:v>
                </c:pt>
                <c:pt idx="227">
                  <c:v>129.62</c:v>
                </c:pt>
                <c:pt idx="228">
                  <c:v>129.27000000000001</c:v>
                </c:pt>
                <c:pt idx="229">
                  <c:v>129.43</c:v>
                </c:pt>
                <c:pt idx="230">
                  <c:v>129</c:v>
                </c:pt>
                <c:pt idx="231">
                  <c:v>128.94999999999999</c:v>
                </c:pt>
                <c:pt idx="232">
                  <c:v>127.65</c:v>
                </c:pt>
                <c:pt idx="233">
                  <c:v>127.32</c:v>
                </c:pt>
                <c:pt idx="234">
                  <c:v>127.35</c:v>
                </c:pt>
                <c:pt idx="235">
                  <c:v>128.75</c:v>
                </c:pt>
                <c:pt idx="236">
                  <c:v>128.33000000000001</c:v>
                </c:pt>
                <c:pt idx="237">
                  <c:v>129.85</c:v>
                </c:pt>
                <c:pt idx="238">
                  <c:v>132.44999999999999</c:v>
                </c:pt>
                <c:pt idx="239">
                  <c:v>133.1</c:v>
                </c:pt>
                <c:pt idx="240">
                  <c:v>134.4</c:v>
                </c:pt>
                <c:pt idx="241">
                  <c:v>134.05000000000001</c:v>
                </c:pt>
                <c:pt idx="242">
                  <c:v>134.53</c:v>
                </c:pt>
                <c:pt idx="243">
                  <c:v>132.35</c:v>
                </c:pt>
                <c:pt idx="244">
                  <c:v>131.05000000000001</c:v>
                </c:pt>
                <c:pt idx="245">
                  <c:v>131.9</c:v>
                </c:pt>
                <c:pt idx="246">
                  <c:v>132.1</c:v>
                </c:pt>
                <c:pt idx="247">
                  <c:v>131.82</c:v>
                </c:pt>
                <c:pt idx="248">
                  <c:v>132.13</c:v>
                </c:pt>
                <c:pt idx="249">
                  <c:v>132.94999999999999</c:v>
                </c:pt>
                <c:pt idx="250">
                  <c:v>133.25</c:v>
                </c:pt>
                <c:pt idx="251">
                  <c:v>133.22999999999999</c:v>
                </c:pt>
                <c:pt idx="252">
                  <c:v>134.15</c:v>
                </c:pt>
                <c:pt idx="253">
                  <c:v>134.85</c:v>
                </c:pt>
                <c:pt idx="254">
                  <c:v>135.6</c:v>
                </c:pt>
                <c:pt idx="255">
                  <c:v>136.05000000000001</c:v>
                </c:pt>
                <c:pt idx="256">
                  <c:v>135.9</c:v>
                </c:pt>
                <c:pt idx="257">
                  <c:v>136.05000000000001</c:v>
                </c:pt>
                <c:pt idx="258">
                  <c:v>136.44999999999999</c:v>
                </c:pt>
                <c:pt idx="259">
                  <c:v>135.12</c:v>
                </c:pt>
                <c:pt idx="260">
                  <c:v>135.75</c:v>
                </c:pt>
                <c:pt idx="261">
                  <c:v>135.13</c:v>
                </c:pt>
                <c:pt idx="262">
                  <c:v>134.6</c:v>
                </c:pt>
                <c:pt idx="263">
                  <c:v>133.05000000000001</c:v>
                </c:pt>
                <c:pt idx="264">
                  <c:v>135.1</c:v>
                </c:pt>
                <c:pt idx="265">
                  <c:v>136.69999999999999</c:v>
                </c:pt>
                <c:pt idx="266">
                  <c:v>136.44999999999999</c:v>
                </c:pt>
                <c:pt idx="267">
                  <c:v>134.05000000000001</c:v>
                </c:pt>
                <c:pt idx="268">
                  <c:v>134.6</c:v>
                </c:pt>
                <c:pt idx="269">
                  <c:v>134.25</c:v>
                </c:pt>
                <c:pt idx="270">
                  <c:v>135.05000000000001</c:v>
                </c:pt>
                <c:pt idx="271">
                  <c:v>135.9</c:v>
                </c:pt>
                <c:pt idx="272">
                  <c:v>136.85</c:v>
                </c:pt>
                <c:pt idx="273">
                  <c:v>132.88</c:v>
                </c:pt>
                <c:pt idx="274">
                  <c:v>132.80000000000001</c:v>
                </c:pt>
                <c:pt idx="275">
                  <c:v>132.05000000000001</c:v>
                </c:pt>
                <c:pt idx="276">
                  <c:v>131.69999999999999</c:v>
                </c:pt>
                <c:pt idx="277">
                  <c:v>132.41</c:v>
                </c:pt>
                <c:pt idx="278">
                  <c:v>132.22999999999999</c:v>
                </c:pt>
                <c:pt idx="279">
                  <c:v>132.27000000000001</c:v>
                </c:pt>
                <c:pt idx="280">
                  <c:v>132.19999999999999</c:v>
                </c:pt>
                <c:pt idx="281">
                  <c:v>131.53</c:v>
                </c:pt>
                <c:pt idx="282">
                  <c:v>131.6</c:v>
                </c:pt>
                <c:pt idx="283">
                  <c:v>131.44999999999999</c:v>
                </c:pt>
                <c:pt idx="284">
                  <c:v>131.44999999999999</c:v>
                </c:pt>
                <c:pt idx="285">
                  <c:v>131.08000000000001</c:v>
                </c:pt>
                <c:pt idx="286">
                  <c:v>129.72999999999999</c:v>
                </c:pt>
                <c:pt idx="287">
                  <c:v>128.35</c:v>
                </c:pt>
                <c:pt idx="288">
                  <c:v>127.95</c:v>
                </c:pt>
                <c:pt idx="289">
                  <c:v>127.9</c:v>
                </c:pt>
                <c:pt idx="290">
                  <c:v>127.72</c:v>
                </c:pt>
                <c:pt idx="291">
                  <c:v>128.30000000000001</c:v>
                </c:pt>
                <c:pt idx="292">
                  <c:v>129.08000000000001</c:v>
                </c:pt>
                <c:pt idx="293">
                  <c:v>129.80000000000001</c:v>
                </c:pt>
                <c:pt idx="294">
                  <c:v>130.44999999999999</c:v>
                </c:pt>
                <c:pt idx="295">
                  <c:v>130.4</c:v>
                </c:pt>
                <c:pt idx="296">
                  <c:v>131.55000000000001</c:v>
                </c:pt>
                <c:pt idx="297">
                  <c:v>131.80000000000001</c:v>
                </c:pt>
                <c:pt idx="298">
                  <c:v>131.4</c:v>
                </c:pt>
                <c:pt idx="299">
                  <c:v>132.19999999999999</c:v>
                </c:pt>
                <c:pt idx="300">
                  <c:v>133.35</c:v>
                </c:pt>
                <c:pt idx="301">
                  <c:v>132.85</c:v>
                </c:pt>
                <c:pt idx="302">
                  <c:v>132.27000000000001</c:v>
                </c:pt>
                <c:pt idx="303">
                  <c:v>132.94999999999999</c:v>
                </c:pt>
                <c:pt idx="304">
                  <c:v>134.55000000000001</c:v>
                </c:pt>
                <c:pt idx="305">
                  <c:v>135.55000000000001</c:v>
                </c:pt>
                <c:pt idx="306">
                  <c:v>135.38999999999999</c:v>
                </c:pt>
                <c:pt idx="307">
                  <c:v>136.25</c:v>
                </c:pt>
                <c:pt idx="308">
                  <c:v>135.80000000000001</c:v>
                </c:pt>
                <c:pt idx="309">
                  <c:v>136.25</c:v>
                </c:pt>
                <c:pt idx="310">
                  <c:v>138.1</c:v>
                </c:pt>
                <c:pt idx="311">
                  <c:v>136.30000000000001</c:v>
                </c:pt>
                <c:pt idx="312">
                  <c:v>136.4</c:v>
                </c:pt>
                <c:pt idx="313">
                  <c:v>135.94999999999999</c:v>
                </c:pt>
                <c:pt idx="314">
                  <c:v>137.19999999999999</c:v>
                </c:pt>
                <c:pt idx="315">
                  <c:v>138.15</c:v>
                </c:pt>
                <c:pt idx="316">
                  <c:v>138.15</c:v>
                </c:pt>
                <c:pt idx="317">
                  <c:v>138.6</c:v>
                </c:pt>
                <c:pt idx="318">
                  <c:v>137.6</c:v>
                </c:pt>
                <c:pt idx="319">
                  <c:v>137.19999999999999</c:v>
                </c:pt>
                <c:pt idx="320">
                  <c:v>138.43</c:v>
                </c:pt>
                <c:pt idx="321">
                  <c:v>138.35</c:v>
                </c:pt>
                <c:pt idx="322">
                  <c:v>139.1</c:v>
                </c:pt>
                <c:pt idx="323">
                  <c:v>141.19999999999999</c:v>
                </c:pt>
                <c:pt idx="324">
                  <c:v>140.6</c:v>
                </c:pt>
                <c:pt idx="325">
                  <c:v>140.19999999999999</c:v>
                </c:pt>
                <c:pt idx="326">
                  <c:v>138.30000000000001</c:v>
                </c:pt>
                <c:pt idx="327">
                  <c:v>137.4</c:v>
                </c:pt>
                <c:pt idx="328">
                  <c:v>135.97</c:v>
                </c:pt>
                <c:pt idx="329">
                  <c:v>136.9</c:v>
                </c:pt>
                <c:pt idx="330">
                  <c:v>137.25</c:v>
                </c:pt>
                <c:pt idx="331">
                  <c:v>135.1</c:v>
                </c:pt>
                <c:pt idx="332">
                  <c:v>136.35</c:v>
                </c:pt>
                <c:pt idx="333">
                  <c:v>135.94999999999999</c:v>
                </c:pt>
                <c:pt idx="334">
                  <c:v>136.30000000000001</c:v>
                </c:pt>
                <c:pt idx="335">
                  <c:v>134.47999999999999</c:v>
                </c:pt>
                <c:pt idx="336">
                  <c:v>134.85</c:v>
                </c:pt>
                <c:pt idx="337">
                  <c:v>136.35</c:v>
                </c:pt>
                <c:pt idx="338">
                  <c:v>136.80000000000001</c:v>
                </c:pt>
                <c:pt idx="339">
                  <c:v>138.58000000000001</c:v>
                </c:pt>
                <c:pt idx="340">
                  <c:v>139.44999999999999</c:v>
                </c:pt>
                <c:pt idx="341">
                  <c:v>137.94</c:v>
                </c:pt>
                <c:pt idx="342">
                  <c:v>138.05000000000001</c:v>
                </c:pt>
                <c:pt idx="343">
                  <c:v>138.05000000000001</c:v>
                </c:pt>
                <c:pt idx="344">
                  <c:v>138.13</c:v>
                </c:pt>
                <c:pt idx="345">
                  <c:v>137.69999999999999</c:v>
                </c:pt>
                <c:pt idx="346">
                  <c:v>136.38</c:v>
                </c:pt>
                <c:pt idx="347">
                  <c:v>137.6</c:v>
                </c:pt>
                <c:pt idx="348">
                  <c:v>138.1</c:v>
                </c:pt>
                <c:pt idx="349">
                  <c:v>138.55000000000001</c:v>
                </c:pt>
                <c:pt idx="350">
                  <c:v>138.47</c:v>
                </c:pt>
                <c:pt idx="351">
                  <c:v>137.94999999999999</c:v>
                </c:pt>
                <c:pt idx="352">
                  <c:v>138.35</c:v>
                </c:pt>
                <c:pt idx="353">
                  <c:v>139.30000000000001</c:v>
                </c:pt>
                <c:pt idx="354">
                  <c:v>138.75</c:v>
                </c:pt>
                <c:pt idx="355">
                  <c:v>139.41999999999999</c:v>
                </c:pt>
                <c:pt idx="356">
                  <c:v>138.15</c:v>
                </c:pt>
                <c:pt idx="357">
                  <c:v>137.99</c:v>
                </c:pt>
                <c:pt idx="358">
                  <c:v>137.55000000000001</c:v>
                </c:pt>
                <c:pt idx="359">
                  <c:v>138.5</c:v>
                </c:pt>
                <c:pt idx="360">
                  <c:v>138.22</c:v>
                </c:pt>
                <c:pt idx="361">
                  <c:v>137.5</c:v>
                </c:pt>
                <c:pt idx="362">
                  <c:v>138.05000000000001</c:v>
                </c:pt>
                <c:pt idx="363">
                  <c:v>137.72999999999999</c:v>
                </c:pt>
                <c:pt idx="364">
                  <c:v>138.4</c:v>
                </c:pt>
                <c:pt idx="365">
                  <c:v>138.19999999999999</c:v>
                </c:pt>
                <c:pt idx="366">
                  <c:v>137.80000000000001</c:v>
                </c:pt>
                <c:pt idx="367">
                  <c:v>138.19999999999999</c:v>
                </c:pt>
                <c:pt idx="368">
                  <c:v>137.85</c:v>
                </c:pt>
                <c:pt idx="369">
                  <c:v>138.44999999999999</c:v>
                </c:pt>
                <c:pt idx="370">
                  <c:v>139.08000000000001</c:v>
                </c:pt>
                <c:pt idx="371">
                  <c:v>138.66</c:v>
                </c:pt>
                <c:pt idx="372">
                  <c:v>139.13</c:v>
                </c:pt>
                <c:pt idx="373">
                  <c:v>139.18</c:v>
                </c:pt>
                <c:pt idx="374">
                  <c:v>140.31</c:v>
                </c:pt>
                <c:pt idx="375">
                  <c:v>141.9</c:v>
                </c:pt>
                <c:pt idx="376">
                  <c:v>141.19999999999999</c:v>
                </c:pt>
                <c:pt idx="377">
                  <c:v>141.9</c:v>
                </c:pt>
                <c:pt idx="378">
                  <c:v>141.33000000000001</c:v>
                </c:pt>
                <c:pt idx="379">
                  <c:v>140.55000000000001</c:v>
                </c:pt>
                <c:pt idx="380">
                  <c:v>140.97</c:v>
                </c:pt>
                <c:pt idx="381">
                  <c:v>140.9</c:v>
                </c:pt>
                <c:pt idx="382">
                  <c:v>140.08000000000001</c:v>
                </c:pt>
                <c:pt idx="383">
                  <c:v>138.74</c:v>
                </c:pt>
                <c:pt idx="384">
                  <c:v>139</c:v>
                </c:pt>
                <c:pt idx="385">
                  <c:v>138.9</c:v>
                </c:pt>
                <c:pt idx="386">
                  <c:v>138.82</c:v>
                </c:pt>
                <c:pt idx="387">
                  <c:v>138.30000000000001</c:v>
                </c:pt>
                <c:pt idx="388">
                  <c:v>138.1</c:v>
                </c:pt>
                <c:pt idx="389">
                  <c:v>137.9</c:v>
                </c:pt>
                <c:pt idx="390">
                  <c:v>138.4</c:v>
                </c:pt>
                <c:pt idx="391">
                  <c:v>138.78</c:v>
                </c:pt>
                <c:pt idx="392">
                  <c:v>139.5</c:v>
                </c:pt>
                <c:pt idx="393">
                  <c:v>139.1</c:v>
                </c:pt>
                <c:pt idx="394">
                  <c:v>138.35</c:v>
                </c:pt>
                <c:pt idx="395">
                  <c:v>138.72999999999999</c:v>
                </c:pt>
                <c:pt idx="396">
                  <c:v>138.65</c:v>
                </c:pt>
                <c:pt idx="397">
                  <c:v>138.53</c:v>
                </c:pt>
                <c:pt idx="398">
                  <c:v>138.58000000000001</c:v>
                </c:pt>
                <c:pt idx="399">
                  <c:v>136.75</c:v>
                </c:pt>
                <c:pt idx="400">
                  <c:v>136.69999999999999</c:v>
                </c:pt>
                <c:pt idx="401">
                  <c:v>137.15</c:v>
                </c:pt>
                <c:pt idx="402">
                  <c:v>136.80000000000001</c:v>
                </c:pt>
                <c:pt idx="403">
                  <c:v>136.80000000000001</c:v>
                </c:pt>
                <c:pt idx="404">
                  <c:v>136.44999999999999</c:v>
                </c:pt>
                <c:pt idx="405">
                  <c:v>137.44999999999999</c:v>
                </c:pt>
                <c:pt idx="406">
                  <c:v>136.97999999999999</c:v>
                </c:pt>
                <c:pt idx="407">
                  <c:v>137.38</c:v>
                </c:pt>
                <c:pt idx="408">
                  <c:v>138.85</c:v>
                </c:pt>
                <c:pt idx="409">
                  <c:v>137.9</c:v>
                </c:pt>
                <c:pt idx="410">
                  <c:v>138.18</c:v>
                </c:pt>
                <c:pt idx="411">
                  <c:v>137.93</c:v>
                </c:pt>
                <c:pt idx="412">
                  <c:v>137.41999999999999</c:v>
                </c:pt>
                <c:pt idx="413">
                  <c:v>137.66999999999999</c:v>
                </c:pt>
                <c:pt idx="414">
                  <c:v>136.74</c:v>
                </c:pt>
                <c:pt idx="415">
                  <c:v>136.68</c:v>
                </c:pt>
                <c:pt idx="416">
                  <c:v>135.72999999999999</c:v>
                </c:pt>
                <c:pt idx="417">
                  <c:v>135.85</c:v>
                </c:pt>
                <c:pt idx="418">
                  <c:v>136.47</c:v>
                </c:pt>
                <c:pt idx="419">
                  <c:v>136.9</c:v>
                </c:pt>
                <c:pt idx="420">
                  <c:v>136.54</c:v>
                </c:pt>
                <c:pt idx="421">
                  <c:v>136.52000000000001</c:v>
                </c:pt>
                <c:pt idx="422">
                  <c:v>136.61000000000001</c:v>
                </c:pt>
                <c:pt idx="423">
                  <c:v>136.47</c:v>
                </c:pt>
                <c:pt idx="424">
                  <c:v>137.25</c:v>
                </c:pt>
                <c:pt idx="425">
                  <c:v>138.30000000000001</c:v>
                </c:pt>
                <c:pt idx="426">
                  <c:v>137.44999999999999</c:v>
                </c:pt>
                <c:pt idx="427">
                  <c:v>136.80000000000001</c:v>
                </c:pt>
                <c:pt idx="428">
                  <c:v>136.43</c:v>
                </c:pt>
                <c:pt idx="429">
                  <c:v>137.1</c:v>
                </c:pt>
                <c:pt idx="430">
                  <c:v>137</c:v>
                </c:pt>
                <c:pt idx="431">
                  <c:v>137</c:v>
                </c:pt>
                <c:pt idx="432">
                  <c:v>136.6</c:v>
                </c:pt>
                <c:pt idx="433">
                  <c:v>137</c:v>
                </c:pt>
                <c:pt idx="434">
                  <c:v>136.85</c:v>
                </c:pt>
                <c:pt idx="435">
                  <c:v>136.75</c:v>
                </c:pt>
                <c:pt idx="436">
                  <c:v>136.02000000000001</c:v>
                </c:pt>
                <c:pt idx="437">
                  <c:v>135.30000000000001</c:v>
                </c:pt>
                <c:pt idx="438">
                  <c:v>135.87</c:v>
                </c:pt>
                <c:pt idx="439">
                  <c:v>136.15</c:v>
                </c:pt>
                <c:pt idx="440">
                  <c:v>134.94999999999999</c:v>
                </c:pt>
                <c:pt idx="441">
                  <c:v>134.85</c:v>
                </c:pt>
                <c:pt idx="442">
                  <c:v>134.94999999999999</c:v>
                </c:pt>
                <c:pt idx="443">
                  <c:v>134.06</c:v>
                </c:pt>
                <c:pt idx="444">
                  <c:v>133.97999999999999</c:v>
                </c:pt>
                <c:pt idx="445">
                  <c:v>133.65</c:v>
                </c:pt>
                <c:pt idx="446">
                  <c:v>133.82</c:v>
                </c:pt>
                <c:pt idx="447">
                  <c:v>134.16999999999999</c:v>
                </c:pt>
                <c:pt idx="448">
                  <c:v>134.5</c:v>
                </c:pt>
                <c:pt idx="449">
                  <c:v>134.37</c:v>
                </c:pt>
                <c:pt idx="450">
                  <c:v>133.05000000000001</c:v>
                </c:pt>
                <c:pt idx="451">
                  <c:v>133.08000000000001</c:v>
                </c:pt>
                <c:pt idx="452">
                  <c:v>133.30000000000001</c:v>
                </c:pt>
                <c:pt idx="453">
                  <c:v>133.66999999999999</c:v>
                </c:pt>
                <c:pt idx="454">
                  <c:v>133.4</c:v>
                </c:pt>
                <c:pt idx="455">
                  <c:v>132.85</c:v>
                </c:pt>
                <c:pt idx="456">
                  <c:v>133.19999999999999</c:v>
                </c:pt>
                <c:pt idx="457">
                  <c:v>132.68</c:v>
                </c:pt>
                <c:pt idx="458">
                  <c:v>130.77000000000001</c:v>
                </c:pt>
                <c:pt idx="459">
                  <c:v>130.03</c:v>
                </c:pt>
                <c:pt idx="460">
                  <c:v>129.30000000000001</c:v>
                </c:pt>
                <c:pt idx="461">
                  <c:v>130.1</c:v>
                </c:pt>
                <c:pt idx="462">
                  <c:v>130.25</c:v>
                </c:pt>
                <c:pt idx="463">
                  <c:v>130.35</c:v>
                </c:pt>
                <c:pt idx="464">
                  <c:v>129.72999999999999</c:v>
                </c:pt>
                <c:pt idx="465">
                  <c:v>129.4</c:v>
                </c:pt>
                <c:pt idx="466">
                  <c:v>130.22</c:v>
                </c:pt>
                <c:pt idx="467">
                  <c:v>130.02000000000001</c:v>
                </c:pt>
                <c:pt idx="468">
                  <c:v>129.83000000000001</c:v>
                </c:pt>
                <c:pt idx="469">
                  <c:v>129.77000000000001</c:v>
                </c:pt>
                <c:pt idx="470">
                  <c:v>130.72999999999999</c:v>
                </c:pt>
                <c:pt idx="471">
                  <c:v>131.19999999999999</c:v>
                </c:pt>
                <c:pt idx="472">
                  <c:v>131.55000000000001</c:v>
                </c:pt>
                <c:pt idx="473">
                  <c:v>131.18</c:v>
                </c:pt>
                <c:pt idx="474">
                  <c:v>131.4</c:v>
                </c:pt>
                <c:pt idx="475">
                  <c:v>132.25</c:v>
                </c:pt>
                <c:pt idx="476">
                  <c:v>130.75</c:v>
                </c:pt>
                <c:pt idx="477">
                  <c:v>131.08000000000001</c:v>
                </c:pt>
                <c:pt idx="478">
                  <c:v>130.6</c:v>
                </c:pt>
                <c:pt idx="479">
                  <c:v>130.30000000000001</c:v>
                </c:pt>
                <c:pt idx="480">
                  <c:v>128.9</c:v>
                </c:pt>
                <c:pt idx="481">
                  <c:v>129.80000000000001</c:v>
                </c:pt>
                <c:pt idx="482">
                  <c:v>129.9</c:v>
                </c:pt>
                <c:pt idx="483">
                  <c:v>129.69999999999999</c:v>
                </c:pt>
                <c:pt idx="484">
                  <c:v>130.32</c:v>
                </c:pt>
                <c:pt idx="485">
                  <c:v>129.91</c:v>
                </c:pt>
                <c:pt idx="486">
                  <c:v>129.65</c:v>
                </c:pt>
                <c:pt idx="487">
                  <c:v>130.12</c:v>
                </c:pt>
                <c:pt idx="488">
                  <c:v>129.87</c:v>
                </c:pt>
                <c:pt idx="489">
                  <c:v>130.05000000000001</c:v>
                </c:pt>
                <c:pt idx="490">
                  <c:v>129.30000000000001</c:v>
                </c:pt>
                <c:pt idx="491">
                  <c:v>129.94999999999999</c:v>
                </c:pt>
                <c:pt idx="492">
                  <c:v>129.77000000000001</c:v>
                </c:pt>
                <c:pt idx="493">
                  <c:v>129.62</c:v>
                </c:pt>
                <c:pt idx="494">
                  <c:v>129.53</c:v>
                </c:pt>
                <c:pt idx="495">
                  <c:v>127.77</c:v>
                </c:pt>
                <c:pt idx="496">
                  <c:v>128.1</c:v>
                </c:pt>
                <c:pt idx="497">
                  <c:v>130.28</c:v>
                </c:pt>
                <c:pt idx="498">
                  <c:v>129.9</c:v>
                </c:pt>
                <c:pt idx="499">
                  <c:v>130.08000000000001</c:v>
                </c:pt>
                <c:pt idx="500">
                  <c:v>129.94999999999999</c:v>
                </c:pt>
                <c:pt idx="501">
                  <c:v>129.55000000000001</c:v>
                </c:pt>
                <c:pt idx="502">
                  <c:v>129.55000000000001</c:v>
                </c:pt>
                <c:pt idx="503">
                  <c:v>128.77000000000001</c:v>
                </c:pt>
                <c:pt idx="504">
                  <c:v>128.19999999999999</c:v>
                </c:pt>
                <c:pt idx="505">
                  <c:v>128.4</c:v>
                </c:pt>
                <c:pt idx="506">
                  <c:v>128.69999999999999</c:v>
                </c:pt>
                <c:pt idx="507">
                  <c:v>129.15</c:v>
                </c:pt>
                <c:pt idx="508">
                  <c:v>129.24</c:v>
                </c:pt>
                <c:pt idx="509">
                  <c:v>128.80000000000001</c:v>
                </c:pt>
                <c:pt idx="510">
                  <c:v>128.47</c:v>
                </c:pt>
                <c:pt idx="511">
                  <c:v>128.6</c:v>
                </c:pt>
                <c:pt idx="512">
                  <c:v>128.44999999999999</c:v>
                </c:pt>
                <c:pt idx="513">
                  <c:v>128.33000000000001</c:v>
                </c:pt>
                <c:pt idx="514">
                  <c:v>127.57</c:v>
                </c:pt>
                <c:pt idx="515">
                  <c:v>126.55</c:v>
                </c:pt>
                <c:pt idx="516">
                  <c:v>127.55</c:v>
                </c:pt>
                <c:pt idx="517">
                  <c:v>127.02</c:v>
                </c:pt>
                <c:pt idx="518">
                  <c:v>126.78</c:v>
                </c:pt>
                <c:pt idx="519">
                  <c:v>125.57</c:v>
                </c:pt>
                <c:pt idx="520">
                  <c:v>125.75</c:v>
                </c:pt>
                <c:pt idx="521">
                  <c:v>124.9</c:v>
                </c:pt>
                <c:pt idx="522">
                  <c:v>124.9</c:v>
                </c:pt>
                <c:pt idx="523">
                  <c:v>124.5</c:v>
                </c:pt>
                <c:pt idx="524">
                  <c:v>124.8</c:v>
                </c:pt>
                <c:pt idx="525">
                  <c:v>124.1</c:v>
                </c:pt>
                <c:pt idx="526">
                  <c:v>124.4</c:v>
                </c:pt>
                <c:pt idx="527">
                  <c:v>124.9</c:v>
                </c:pt>
                <c:pt idx="528">
                  <c:v>125.4</c:v>
                </c:pt>
                <c:pt idx="529">
                  <c:v>127.05</c:v>
                </c:pt>
                <c:pt idx="530">
                  <c:v>126.85</c:v>
                </c:pt>
                <c:pt idx="531">
                  <c:v>126.8</c:v>
                </c:pt>
                <c:pt idx="532">
                  <c:v>128.4</c:v>
                </c:pt>
                <c:pt idx="533">
                  <c:v>128.28</c:v>
                </c:pt>
                <c:pt idx="534">
                  <c:v>127.45</c:v>
                </c:pt>
                <c:pt idx="535">
                  <c:v>123.97</c:v>
                </c:pt>
                <c:pt idx="536">
                  <c:v>123.2</c:v>
                </c:pt>
                <c:pt idx="537">
                  <c:v>123.22</c:v>
                </c:pt>
                <c:pt idx="538">
                  <c:v>123.9</c:v>
                </c:pt>
                <c:pt idx="539">
                  <c:v>123.42</c:v>
                </c:pt>
                <c:pt idx="540">
                  <c:v>125.4</c:v>
                </c:pt>
                <c:pt idx="541">
                  <c:v>125.62</c:v>
                </c:pt>
                <c:pt idx="542">
                  <c:v>125.45</c:v>
                </c:pt>
                <c:pt idx="543">
                  <c:v>126</c:v>
                </c:pt>
                <c:pt idx="544">
                  <c:v>125.55</c:v>
                </c:pt>
                <c:pt idx="545">
                  <c:v>125.95</c:v>
                </c:pt>
                <c:pt idx="546">
                  <c:v>126.15</c:v>
                </c:pt>
                <c:pt idx="547">
                  <c:v>125.83</c:v>
                </c:pt>
                <c:pt idx="548">
                  <c:v>125.65</c:v>
                </c:pt>
                <c:pt idx="549">
                  <c:v>125.22</c:v>
                </c:pt>
                <c:pt idx="550">
                  <c:v>126.7</c:v>
                </c:pt>
                <c:pt idx="551">
                  <c:v>126.93</c:v>
                </c:pt>
                <c:pt idx="552">
                  <c:v>127.68</c:v>
                </c:pt>
                <c:pt idx="553">
                  <c:v>127.68</c:v>
                </c:pt>
                <c:pt idx="554">
                  <c:v>127.93</c:v>
                </c:pt>
                <c:pt idx="555">
                  <c:v>127</c:v>
                </c:pt>
                <c:pt idx="556">
                  <c:v>128</c:v>
                </c:pt>
                <c:pt idx="557">
                  <c:v>128.4</c:v>
                </c:pt>
                <c:pt idx="558">
                  <c:v>128.65</c:v>
                </c:pt>
                <c:pt idx="559">
                  <c:v>128.72</c:v>
                </c:pt>
                <c:pt idx="560">
                  <c:v>129.1</c:v>
                </c:pt>
                <c:pt idx="561">
                  <c:v>129.44999999999999</c:v>
                </c:pt>
                <c:pt idx="562">
                  <c:v>129.68</c:v>
                </c:pt>
                <c:pt idx="563">
                  <c:v>129.41</c:v>
                </c:pt>
                <c:pt idx="564">
                  <c:v>129.15</c:v>
                </c:pt>
                <c:pt idx="565">
                  <c:v>129.63</c:v>
                </c:pt>
                <c:pt idx="566">
                  <c:v>130.84</c:v>
                </c:pt>
                <c:pt idx="567">
                  <c:v>132.11000000000001</c:v>
                </c:pt>
                <c:pt idx="568">
                  <c:v>131.85</c:v>
                </c:pt>
                <c:pt idx="569">
                  <c:v>131.76</c:v>
                </c:pt>
                <c:pt idx="570">
                  <c:v>131.91999999999999</c:v>
                </c:pt>
                <c:pt idx="571">
                  <c:v>132.88</c:v>
                </c:pt>
                <c:pt idx="572">
                  <c:v>133.44999999999999</c:v>
                </c:pt>
                <c:pt idx="573">
                  <c:v>134.25</c:v>
                </c:pt>
                <c:pt idx="574">
                  <c:v>133.6</c:v>
                </c:pt>
                <c:pt idx="575">
                  <c:v>133.97999999999999</c:v>
                </c:pt>
                <c:pt idx="576">
                  <c:v>133.44999999999999</c:v>
                </c:pt>
                <c:pt idx="577">
                  <c:v>132.05000000000001</c:v>
                </c:pt>
                <c:pt idx="578">
                  <c:v>133.27000000000001</c:v>
                </c:pt>
                <c:pt idx="579">
                  <c:v>134.15</c:v>
                </c:pt>
                <c:pt idx="580">
                  <c:v>133.69999999999999</c:v>
                </c:pt>
                <c:pt idx="581">
                  <c:v>133.69</c:v>
                </c:pt>
                <c:pt idx="582">
                  <c:v>133.35</c:v>
                </c:pt>
                <c:pt idx="583">
                  <c:v>133.94999999999999</c:v>
                </c:pt>
                <c:pt idx="584">
                  <c:v>133.12</c:v>
                </c:pt>
                <c:pt idx="585">
                  <c:v>133.06</c:v>
                </c:pt>
                <c:pt idx="586">
                  <c:v>132.91999999999999</c:v>
                </c:pt>
                <c:pt idx="587">
                  <c:v>134.5</c:v>
                </c:pt>
                <c:pt idx="588">
                  <c:v>133.83000000000001</c:v>
                </c:pt>
                <c:pt idx="589">
                  <c:v>133.25</c:v>
                </c:pt>
                <c:pt idx="590">
                  <c:v>132.72</c:v>
                </c:pt>
                <c:pt idx="591">
                  <c:v>133.28</c:v>
                </c:pt>
                <c:pt idx="592">
                  <c:v>132.6</c:v>
                </c:pt>
                <c:pt idx="593">
                  <c:v>132.22999999999999</c:v>
                </c:pt>
                <c:pt idx="594">
                  <c:v>132.9</c:v>
                </c:pt>
                <c:pt idx="595">
                  <c:v>133.28</c:v>
                </c:pt>
                <c:pt idx="596">
                  <c:v>132.79</c:v>
                </c:pt>
                <c:pt idx="597">
                  <c:v>133.38999999999999</c:v>
                </c:pt>
                <c:pt idx="598">
                  <c:v>133.9</c:v>
                </c:pt>
                <c:pt idx="599">
                  <c:v>134</c:v>
                </c:pt>
                <c:pt idx="600">
                  <c:v>134.5</c:v>
                </c:pt>
                <c:pt idx="601">
                  <c:v>134.22999999999999</c:v>
                </c:pt>
                <c:pt idx="602">
                  <c:v>134.15</c:v>
                </c:pt>
                <c:pt idx="603">
                  <c:v>134.53</c:v>
                </c:pt>
                <c:pt idx="604">
                  <c:v>134.53</c:v>
                </c:pt>
                <c:pt idx="605">
                  <c:v>133.13</c:v>
                </c:pt>
                <c:pt idx="606">
                  <c:v>133.33000000000001</c:v>
                </c:pt>
                <c:pt idx="607">
                  <c:v>133.5</c:v>
                </c:pt>
                <c:pt idx="608">
                  <c:v>133.30000000000001</c:v>
                </c:pt>
                <c:pt idx="609">
                  <c:v>132.75</c:v>
                </c:pt>
                <c:pt idx="610">
                  <c:v>132.69999999999999</c:v>
                </c:pt>
                <c:pt idx="611">
                  <c:v>133.07</c:v>
                </c:pt>
                <c:pt idx="612">
                  <c:v>132.5</c:v>
                </c:pt>
                <c:pt idx="613">
                  <c:v>132.69999999999999</c:v>
                </c:pt>
                <c:pt idx="614">
                  <c:v>133.4</c:v>
                </c:pt>
                <c:pt idx="615">
                  <c:v>133.16999999999999</c:v>
                </c:pt>
                <c:pt idx="616">
                  <c:v>130.5</c:v>
                </c:pt>
                <c:pt idx="617">
                  <c:v>130.4</c:v>
                </c:pt>
                <c:pt idx="618">
                  <c:v>130.19999999999999</c:v>
                </c:pt>
                <c:pt idx="619">
                  <c:v>130.25</c:v>
                </c:pt>
                <c:pt idx="620">
                  <c:v>128.80000000000001</c:v>
                </c:pt>
                <c:pt idx="621">
                  <c:v>129.1</c:v>
                </c:pt>
                <c:pt idx="622">
                  <c:v>129.58000000000001</c:v>
                </c:pt>
                <c:pt idx="623">
                  <c:v>130.25</c:v>
                </c:pt>
                <c:pt idx="624">
                  <c:v>129.4</c:v>
                </c:pt>
                <c:pt idx="625">
                  <c:v>129.15</c:v>
                </c:pt>
                <c:pt idx="626">
                  <c:v>129.33000000000001</c:v>
                </c:pt>
                <c:pt idx="627">
                  <c:v>129.94999999999999</c:v>
                </c:pt>
                <c:pt idx="628">
                  <c:v>129.62</c:v>
                </c:pt>
                <c:pt idx="629">
                  <c:v>127.75</c:v>
                </c:pt>
                <c:pt idx="630">
                  <c:v>127.45</c:v>
                </c:pt>
                <c:pt idx="631">
                  <c:v>127.53</c:v>
                </c:pt>
                <c:pt idx="632">
                  <c:v>127.8</c:v>
                </c:pt>
                <c:pt idx="633">
                  <c:v>127.57</c:v>
                </c:pt>
                <c:pt idx="634">
                  <c:v>126.8</c:v>
                </c:pt>
                <c:pt idx="635">
                  <c:v>127.2</c:v>
                </c:pt>
                <c:pt idx="636">
                  <c:v>127.55</c:v>
                </c:pt>
                <c:pt idx="637">
                  <c:v>127.65</c:v>
                </c:pt>
                <c:pt idx="638">
                  <c:v>126.75</c:v>
                </c:pt>
                <c:pt idx="639">
                  <c:v>126.65</c:v>
                </c:pt>
                <c:pt idx="640">
                  <c:v>126.8</c:v>
                </c:pt>
                <c:pt idx="641">
                  <c:v>126.7</c:v>
                </c:pt>
                <c:pt idx="642">
                  <c:v>127.05</c:v>
                </c:pt>
                <c:pt idx="643">
                  <c:v>126.65</c:v>
                </c:pt>
                <c:pt idx="644">
                  <c:v>126.93</c:v>
                </c:pt>
                <c:pt idx="645">
                  <c:v>127.1</c:v>
                </c:pt>
                <c:pt idx="646">
                  <c:v>127.23</c:v>
                </c:pt>
                <c:pt idx="647">
                  <c:v>126.68</c:v>
                </c:pt>
                <c:pt idx="648">
                  <c:v>125.45</c:v>
                </c:pt>
                <c:pt idx="649">
                  <c:v>125.72</c:v>
                </c:pt>
                <c:pt idx="650">
                  <c:v>125.25</c:v>
                </c:pt>
                <c:pt idx="651">
                  <c:v>125.87</c:v>
                </c:pt>
                <c:pt idx="652">
                  <c:v>124.92</c:v>
                </c:pt>
                <c:pt idx="653">
                  <c:v>124.6</c:v>
                </c:pt>
                <c:pt idx="654">
                  <c:v>124.8</c:v>
                </c:pt>
                <c:pt idx="655">
                  <c:v>124.55</c:v>
                </c:pt>
                <c:pt idx="656">
                  <c:v>124.42</c:v>
                </c:pt>
                <c:pt idx="657">
                  <c:v>124.85</c:v>
                </c:pt>
                <c:pt idx="658">
                  <c:v>125.8</c:v>
                </c:pt>
                <c:pt idx="659">
                  <c:v>125.4</c:v>
                </c:pt>
                <c:pt idx="660">
                  <c:v>124.95</c:v>
                </c:pt>
                <c:pt idx="661">
                  <c:v>125.3</c:v>
                </c:pt>
                <c:pt idx="662">
                  <c:v>125</c:v>
                </c:pt>
                <c:pt idx="663">
                  <c:v>125.45</c:v>
                </c:pt>
                <c:pt idx="664">
                  <c:v>124.55</c:v>
                </c:pt>
                <c:pt idx="665">
                  <c:v>125.25</c:v>
                </c:pt>
                <c:pt idx="666">
                  <c:v>125.3</c:v>
                </c:pt>
                <c:pt idx="667">
                  <c:v>126.9</c:v>
                </c:pt>
                <c:pt idx="668">
                  <c:v>126.63</c:v>
                </c:pt>
                <c:pt idx="669">
                  <c:v>128.1</c:v>
                </c:pt>
                <c:pt idx="670">
                  <c:v>127.55</c:v>
                </c:pt>
                <c:pt idx="671">
                  <c:v>127.39</c:v>
                </c:pt>
                <c:pt idx="672">
                  <c:v>127.83</c:v>
                </c:pt>
                <c:pt idx="673">
                  <c:v>127.55</c:v>
                </c:pt>
                <c:pt idx="674">
                  <c:v>127.2</c:v>
                </c:pt>
                <c:pt idx="675">
                  <c:v>127.18</c:v>
                </c:pt>
                <c:pt idx="676">
                  <c:v>127.25</c:v>
                </c:pt>
                <c:pt idx="677">
                  <c:v>127.6</c:v>
                </c:pt>
                <c:pt idx="678">
                  <c:v>127.7</c:v>
                </c:pt>
                <c:pt idx="679">
                  <c:v>127.48</c:v>
                </c:pt>
                <c:pt idx="680">
                  <c:v>127.92</c:v>
                </c:pt>
                <c:pt idx="681">
                  <c:v>128</c:v>
                </c:pt>
                <c:pt idx="682">
                  <c:v>127.27</c:v>
                </c:pt>
                <c:pt idx="683">
                  <c:v>126.37</c:v>
                </c:pt>
                <c:pt idx="684">
                  <c:v>126.05</c:v>
                </c:pt>
                <c:pt idx="685">
                  <c:v>125.69</c:v>
                </c:pt>
                <c:pt idx="686">
                  <c:v>126.17</c:v>
                </c:pt>
                <c:pt idx="687">
                  <c:v>126.53</c:v>
                </c:pt>
                <c:pt idx="688">
                  <c:v>126.5</c:v>
                </c:pt>
                <c:pt idx="689">
                  <c:v>125.73</c:v>
                </c:pt>
                <c:pt idx="690">
                  <c:v>124.53</c:v>
                </c:pt>
                <c:pt idx="691">
                  <c:v>124.51</c:v>
                </c:pt>
                <c:pt idx="692">
                  <c:v>124.82</c:v>
                </c:pt>
                <c:pt idx="693">
                  <c:v>124.78</c:v>
                </c:pt>
                <c:pt idx="694">
                  <c:v>123.3</c:v>
                </c:pt>
                <c:pt idx="695">
                  <c:v>123.08</c:v>
                </c:pt>
                <c:pt idx="696">
                  <c:v>122.88</c:v>
                </c:pt>
                <c:pt idx="697">
                  <c:v>123.12</c:v>
                </c:pt>
                <c:pt idx="698">
                  <c:v>124.15</c:v>
                </c:pt>
                <c:pt idx="699">
                  <c:v>123.14</c:v>
                </c:pt>
                <c:pt idx="700">
                  <c:v>123.5</c:v>
                </c:pt>
                <c:pt idx="701">
                  <c:v>122.87</c:v>
                </c:pt>
                <c:pt idx="702">
                  <c:v>123.37</c:v>
                </c:pt>
                <c:pt idx="703">
                  <c:v>123</c:v>
                </c:pt>
                <c:pt idx="704">
                  <c:v>124.31</c:v>
                </c:pt>
                <c:pt idx="705">
                  <c:v>124.48</c:v>
                </c:pt>
                <c:pt idx="706">
                  <c:v>124.34</c:v>
                </c:pt>
                <c:pt idx="707">
                  <c:v>125.5</c:v>
                </c:pt>
                <c:pt idx="708">
                  <c:v>124.4</c:v>
                </c:pt>
                <c:pt idx="709">
                  <c:v>124.48</c:v>
                </c:pt>
                <c:pt idx="710">
                  <c:v>123.73</c:v>
                </c:pt>
                <c:pt idx="711">
                  <c:v>121.04</c:v>
                </c:pt>
                <c:pt idx="712">
                  <c:v>120.07</c:v>
                </c:pt>
                <c:pt idx="713">
                  <c:v>120.49</c:v>
                </c:pt>
                <c:pt idx="714">
                  <c:v>120.71</c:v>
                </c:pt>
                <c:pt idx="715">
                  <c:v>119.71</c:v>
                </c:pt>
                <c:pt idx="716">
                  <c:v>119.31</c:v>
                </c:pt>
                <c:pt idx="717">
                  <c:v>120.07</c:v>
                </c:pt>
                <c:pt idx="718">
                  <c:v>119.87</c:v>
                </c:pt>
                <c:pt idx="719">
                  <c:v>119.35</c:v>
                </c:pt>
                <c:pt idx="720">
                  <c:v>119.78</c:v>
                </c:pt>
                <c:pt idx="721">
                  <c:v>119.74</c:v>
                </c:pt>
                <c:pt idx="722">
                  <c:v>120.45</c:v>
                </c:pt>
                <c:pt idx="723">
                  <c:v>122.05</c:v>
                </c:pt>
                <c:pt idx="724">
                  <c:v>121.84</c:v>
                </c:pt>
                <c:pt idx="725">
                  <c:v>120.75</c:v>
                </c:pt>
                <c:pt idx="726">
                  <c:v>121.38</c:v>
                </c:pt>
                <c:pt idx="727">
                  <c:v>121.14</c:v>
                </c:pt>
                <c:pt idx="728">
                  <c:v>120.23</c:v>
                </c:pt>
                <c:pt idx="729">
                  <c:v>119.41</c:v>
                </c:pt>
                <c:pt idx="730">
                  <c:v>120.57</c:v>
                </c:pt>
                <c:pt idx="731">
                  <c:v>122.5</c:v>
                </c:pt>
                <c:pt idx="732">
                  <c:v>122.65</c:v>
                </c:pt>
                <c:pt idx="733">
                  <c:v>120.75</c:v>
                </c:pt>
                <c:pt idx="734">
                  <c:v>121.63</c:v>
                </c:pt>
                <c:pt idx="735">
                  <c:v>122.05</c:v>
                </c:pt>
                <c:pt idx="736">
                  <c:v>122.2</c:v>
                </c:pt>
                <c:pt idx="737">
                  <c:v>123.19</c:v>
                </c:pt>
                <c:pt idx="738">
                  <c:v>123.27</c:v>
                </c:pt>
                <c:pt idx="739">
                  <c:v>123.45</c:v>
                </c:pt>
                <c:pt idx="740">
                  <c:v>123.75</c:v>
                </c:pt>
                <c:pt idx="741">
                  <c:v>122.65</c:v>
                </c:pt>
                <c:pt idx="742">
                  <c:v>123.2</c:v>
                </c:pt>
                <c:pt idx="743">
                  <c:v>122.84</c:v>
                </c:pt>
                <c:pt idx="744">
                  <c:v>123.44</c:v>
                </c:pt>
                <c:pt idx="745">
                  <c:v>124.25</c:v>
                </c:pt>
                <c:pt idx="746">
                  <c:v>124.25</c:v>
                </c:pt>
                <c:pt idx="747">
                  <c:v>124.1</c:v>
                </c:pt>
                <c:pt idx="748">
                  <c:v>123.92</c:v>
                </c:pt>
                <c:pt idx="749">
                  <c:v>124.03</c:v>
                </c:pt>
                <c:pt idx="750">
                  <c:v>124.78</c:v>
                </c:pt>
                <c:pt idx="751">
                  <c:v>124.35</c:v>
                </c:pt>
                <c:pt idx="752">
                  <c:v>123.75</c:v>
                </c:pt>
                <c:pt idx="753">
                  <c:v>123.48</c:v>
                </c:pt>
                <c:pt idx="754">
                  <c:v>124.33</c:v>
                </c:pt>
                <c:pt idx="755">
                  <c:v>124.13</c:v>
                </c:pt>
                <c:pt idx="756">
                  <c:v>123.88</c:v>
                </c:pt>
                <c:pt idx="757">
                  <c:v>123.77</c:v>
                </c:pt>
                <c:pt idx="758">
                  <c:v>124.15</c:v>
                </c:pt>
                <c:pt idx="759">
                  <c:v>124.45</c:v>
                </c:pt>
                <c:pt idx="760">
                  <c:v>124.75</c:v>
                </c:pt>
                <c:pt idx="761">
                  <c:v>124.15</c:v>
                </c:pt>
                <c:pt idx="762">
                  <c:v>124.49</c:v>
                </c:pt>
                <c:pt idx="763">
                  <c:v>124.7</c:v>
                </c:pt>
                <c:pt idx="764">
                  <c:v>124.95</c:v>
                </c:pt>
                <c:pt idx="765">
                  <c:v>123.83</c:v>
                </c:pt>
                <c:pt idx="766">
                  <c:v>123.8</c:v>
                </c:pt>
                <c:pt idx="767">
                  <c:v>124.05</c:v>
                </c:pt>
                <c:pt idx="768">
                  <c:v>123.71</c:v>
                </c:pt>
                <c:pt idx="769">
                  <c:v>123.92</c:v>
                </c:pt>
                <c:pt idx="770">
                  <c:v>123.7</c:v>
                </c:pt>
                <c:pt idx="771">
                  <c:v>124.09</c:v>
                </c:pt>
                <c:pt idx="772">
                  <c:v>123</c:v>
                </c:pt>
                <c:pt idx="773">
                  <c:v>122.72</c:v>
                </c:pt>
                <c:pt idx="774">
                  <c:v>123.2</c:v>
                </c:pt>
                <c:pt idx="775">
                  <c:v>123.1</c:v>
                </c:pt>
                <c:pt idx="776">
                  <c:v>123.85</c:v>
                </c:pt>
                <c:pt idx="777">
                  <c:v>123.86</c:v>
                </c:pt>
                <c:pt idx="778">
                  <c:v>123.95</c:v>
                </c:pt>
                <c:pt idx="779">
                  <c:v>123.7</c:v>
                </c:pt>
                <c:pt idx="780">
                  <c:v>124.95</c:v>
                </c:pt>
                <c:pt idx="781">
                  <c:v>124.73</c:v>
                </c:pt>
                <c:pt idx="782">
                  <c:v>124.65</c:v>
                </c:pt>
                <c:pt idx="783">
                  <c:v>124.86</c:v>
                </c:pt>
                <c:pt idx="784">
                  <c:v>124.86</c:v>
                </c:pt>
                <c:pt idx="785">
                  <c:v>125.35</c:v>
                </c:pt>
                <c:pt idx="786">
                  <c:v>124.85</c:v>
                </c:pt>
                <c:pt idx="787">
                  <c:v>125.17</c:v>
                </c:pt>
                <c:pt idx="788">
                  <c:v>125.29</c:v>
                </c:pt>
                <c:pt idx="789">
                  <c:v>125.45</c:v>
                </c:pt>
                <c:pt idx="790">
                  <c:v>125.15</c:v>
                </c:pt>
                <c:pt idx="791">
                  <c:v>125.35</c:v>
                </c:pt>
                <c:pt idx="792">
                  <c:v>125.67</c:v>
                </c:pt>
                <c:pt idx="793">
                  <c:v>125.88</c:v>
                </c:pt>
                <c:pt idx="794">
                  <c:v>126.1</c:v>
                </c:pt>
                <c:pt idx="795">
                  <c:v>125.65</c:v>
                </c:pt>
                <c:pt idx="796">
                  <c:v>125.47</c:v>
                </c:pt>
                <c:pt idx="797">
                  <c:v>124.7</c:v>
                </c:pt>
                <c:pt idx="798">
                  <c:v>124.95</c:v>
                </c:pt>
                <c:pt idx="799">
                  <c:v>125.19</c:v>
                </c:pt>
                <c:pt idx="800">
                  <c:v>123.35</c:v>
                </c:pt>
                <c:pt idx="801">
                  <c:v>123.58</c:v>
                </c:pt>
                <c:pt idx="802">
                  <c:v>124.16</c:v>
                </c:pt>
                <c:pt idx="803">
                  <c:v>124.17</c:v>
                </c:pt>
                <c:pt idx="804">
                  <c:v>124.73</c:v>
                </c:pt>
                <c:pt idx="805">
                  <c:v>125.1</c:v>
                </c:pt>
                <c:pt idx="806">
                  <c:v>124.65</c:v>
                </c:pt>
                <c:pt idx="807">
                  <c:v>124.45</c:v>
                </c:pt>
                <c:pt idx="808">
                  <c:v>124.75</c:v>
                </c:pt>
                <c:pt idx="809">
                  <c:v>124.45</c:v>
                </c:pt>
                <c:pt idx="810">
                  <c:v>123.81</c:v>
                </c:pt>
                <c:pt idx="811">
                  <c:v>121.25</c:v>
                </c:pt>
                <c:pt idx="812">
                  <c:v>121.45</c:v>
                </c:pt>
                <c:pt idx="813">
                  <c:v>121.3</c:v>
                </c:pt>
                <c:pt idx="814">
                  <c:v>120.7</c:v>
                </c:pt>
                <c:pt idx="815">
                  <c:v>120.94</c:v>
                </c:pt>
                <c:pt idx="816">
                  <c:v>119.99</c:v>
                </c:pt>
                <c:pt idx="817">
                  <c:v>119.7</c:v>
                </c:pt>
                <c:pt idx="818">
                  <c:v>119.2</c:v>
                </c:pt>
                <c:pt idx="819">
                  <c:v>118.35</c:v>
                </c:pt>
                <c:pt idx="820">
                  <c:v>116.35</c:v>
                </c:pt>
                <c:pt idx="821">
                  <c:v>117.1</c:v>
                </c:pt>
                <c:pt idx="822">
                  <c:v>117.7</c:v>
                </c:pt>
                <c:pt idx="823">
                  <c:v>117.5</c:v>
                </c:pt>
                <c:pt idx="824">
                  <c:v>118.25</c:v>
                </c:pt>
                <c:pt idx="825">
                  <c:v>118.76</c:v>
                </c:pt>
                <c:pt idx="826">
                  <c:v>117.75</c:v>
                </c:pt>
                <c:pt idx="827">
                  <c:v>116.65</c:v>
                </c:pt>
                <c:pt idx="828">
                  <c:v>116.8</c:v>
                </c:pt>
                <c:pt idx="829">
                  <c:v>117.65</c:v>
                </c:pt>
                <c:pt idx="830">
                  <c:v>116.87</c:v>
                </c:pt>
                <c:pt idx="831">
                  <c:v>117.7</c:v>
                </c:pt>
                <c:pt idx="832">
                  <c:v>118.05</c:v>
                </c:pt>
                <c:pt idx="833">
                  <c:v>117.63</c:v>
                </c:pt>
                <c:pt idx="834">
                  <c:v>118.08</c:v>
                </c:pt>
                <c:pt idx="835">
                  <c:v>118.58</c:v>
                </c:pt>
                <c:pt idx="836">
                  <c:v>117</c:v>
                </c:pt>
                <c:pt idx="837">
                  <c:v>117.28</c:v>
                </c:pt>
                <c:pt idx="838">
                  <c:v>115.75</c:v>
                </c:pt>
                <c:pt idx="839">
                  <c:v>116.15</c:v>
                </c:pt>
                <c:pt idx="840">
                  <c:v>115.77</c:v>
                </c:pt>
                <c:pt idx="841">
                  <c:v>116.15</c:v>
                </c:pt>
                <c:pt idx="842">
                  <c:v>117.6</c:v>
                </c:pt>
                <c:pt idx="843">
                  <c:v>117.3</c:v>
                </c:pt>
                <c:pt idx="844">
                  <c:v>116.55</c:v>
                </c:pt>
                <c:pt idx="845">
                  <c:v>116.8</c:v>
                </c:pt>
                <c:pt idx="846">
                  <c:v>116.65</c:v>
                </c:pt>
                <c:pt idx="847">
                  <c:v>114.88</c:v>
                </c:pt>
                <c:pt idx="848">
                  <c:v>114.05</c:v>
                </c:pt>
                <c:pt idx="849">
                  <c:v>113.8</c:v>
                </c:pt>
                <c:pt idx="850">
                  <c:v>113.69</c:v>
                </c:pt>
                <c:pt idx="851">
                  <c:v>114</c:v>
                </c:pt>
                <c:pt idx="852">
                  <c:v>113.55</c:v>
                </c:pt>
                <c:pt idx="853">
                  <c:v>113.35</c:v>
                </c:pt>
                <c:pt idx="854">
                  <c:v>113.2</c:v>
                </c:pt>
                <c:pt idx="855">
                  <c:v>112.9</c:v>
                </c:pt>
                <c:pt idx="856">
                  <c:v>113.5</c:v>
                </c:pt>
                <c:pt idx="857">
                  <c:v>113.71</c:v>
                </c:pt>
                <c:pt idx="858">
                  <c:v>113.18</c:v>
                </c:pt>
                <c:pt idx="859">
                  <c:v>112.3</c:v>
                </c:pt>
                <c:pt idx="860">
                  <c:v>111.08</c:v>
                </c:pt>
                <c:pt idx="861">
                  <c:v>110.55</c:v>
                </c:pt>
                <c:pt idx="862">
                  <c:v>110.65</c:v>
                </c:pt>
                <c:pt idx="863">
                  <c:v>109.99</c:v>
                </c:pt>
                <c:pt idx="864">
                  <c:v>110.7</c:v>
                </c:pt>
                <c:pt idx="865">
                  <c:v>110.58</c:v>
                </c:pt>
                <c:pt idx="866">
                  <c:v>111.98</c:v>
                </c:pt>
                <c:pt idx="867">
                  <c:v>112.07</c:v>
                </c:pt>
                <c:pt idx="868">
                  <c:v>111.4</c:v>
                </c:pt>
                <c:pt idx="869">
                  <c:v>111.05</c:v>
                </c:pt>
                <c:pt idx="870">
                  <c:v>110.88</c:v>
                </c:pt>
                <c:pt idx="871">
                  <c:v>110.15</c:v>
                </c:pt>
                <c:pt idx="872">
                  <c:v>110.2</c:v>
                </c:pt>
                <c:pt idx="873">
                  <c:v>110.05</c:v>
                </c:pt>
                <c:pt idx="874">
                  <c:v>110.4</c:v>
                </c:pt>
                <c:pt idx="875">
                  <c:v>111.83</c:v>
                </c:pt>
                <c:pt idx="876">
                  <c:v>111.38</c:v>
                </c:pt>
                <c:pt idx="877">
                  <c:v>111.55</c:v>
                </c:pt>
                <c:pt idx="878">
                  <c:v>111.95</c:v>
                </c:pt>
                <c:pt idx="879">
                  <c:v>110.73</c:v>
                </c:pt>
                <c:pt idx="880">
                  <c:v>111.34</c:v>
                </c:pt>
                <c:pt idx="881">
                  <c:v>111.46</c:v>
                </c:pt>
                <c:pt idx="882">
                  <c:v>110.8</c:v>
                </c:pt>
                <c:pt idx="883">
                  <c:v>110.75</c:v>
                </c:pt>
                <c:pt idx="884">
                  <c:v>110.5</c:v>
                </c:pt>
                <c:pt idx="885">
                  <c:v>110.65</c:v>
                </c:pt>
                <c:pt idx="886">
                  <c:v>109.35</c:v>
                </c:pt>
                <c:pt idx="887">
                  <c:v>108.5</c:v>
                </c:pt>
                <c:pt idx="888">
                  <c:v>107.37</c:v>
                </c:pt>
                <c:pt idx="889">
                  <c:v>106.95</c:v>
                </c:pt>
                <c:pt idx="890">
                  <c:v>107.08</c:v>
                </c:pt>
                <c:pt idx="891">
                  <c:v>107.1</c:v>
                </c:pt>
                <c:pt idx="892">
                  <c:v>107.2</c:v>
                </c:pt>
                <c:pt idx="893">
                  <c:v>107.2</c:v>
                </c:pt>
                <c:pt idx="894">
                  <c:v>107.79</c:v>
                </c:pt>
                <c:pt idx="895">
                  <c:v>107.24</c:v>
                </c:pt>
                <c:pt idx="896">
                  <c:v>106.25</c:v>
                </c:pt>
                <c:pt idx="897">
                  <c:v>106.37</c:v>
                </c:pt>
                <c:pt idx="898">
                  <c:v>106.05</c:v>
                </c:pt>
                <c:pt idx="899">
                  <c:v>106.18</c:v>
                </c:pt>
                <c:pt idx="900">
                  <c:v>105.09</c:v>
                </c:pt>
                <c:pt idx="901">
                  <c:v>106.05</c:v>
                </c:pt>
                <c:pt idx="902">
                  <c:v>106.6</c:v>
                </c:pt>
                <c:pt idx="903">
                  <c:v>107.29</c:v>
                </c:pt>
                <c:pt idx="904">
                  <c:v>109.6</c:v>
                </c:pt>
                <c:pt idx="905">
                  <c:v>110.67</c:v>
                </c:pt>
                <c:pt idx="906">
                  <c:v>110.93</c:v>
                </c:pt>
                <c:pt idx="907">
                  <c:v>108.85</c:v>
                </c:pt>
                <c:pt idx="908">
                  <c:v>108.6</c:v>
                </c:pt>
                <c:pt idx="909">
                  <c:v>106.25</c:v>
                </c:pt>
                <c:pt idx="910">
                  <c:v>106.27</c:v>
                </c:pt>
                <c:pt idx="911">
                  <c:v>106.42</c:v>
                </c:pt>
                <c:pt idx="912">
                  <c:v>107.3</c:v>
                </c:pt>
                <c:pt idx="913">
                  <c:v>107.37</c:v>
                </c:pt>
                <c:pt idx="914">
                  <c:v>108.6</c:v>
                </c:pt>
                <c:pt idx="915">
                  <c:v>109.05</c:v>
                </c:pt>
                <c:pt idx="916">
                  <c:v>108.99</c:v>
                </c:pt>
                <c:pt idx="917">
                  <c:v>107.58</c:v>
                </c:pt>
                <c:pt idx="918">
                  <c:v>108.6</c:v>
                </c:pt>
                <c:pt idx="919">
                  <c:v>110</c:v>
                </c:pt>
                <c:pt idx="920">
                  <c:v>109.35</c:v>
                </c:pt>
                <c:pt idx="921">
                  <c:v>108.13</c:v>
                </c:pt>
                <c:pt idx="922">
                  <c:v>107.05</c:v>
                </c:pt>
                <c:pt idx="923">
                  <c:v>108.25</c:v>
                </c:pt>
                <c:pt idx="924">
                  <c:v>107.55</c:v>
                </c:pt>
                <c:pt idx="925">
                  <c:v>108.55</c:v>
                </c:pt>
                <c:pt idx="926">
                  <c:v>108.17</c:v>
                </c:pt>
                <c:pt idx="927">
                  <c:v>108.15</c:v>
                </c:pt>
                <c:pt idx="928">
                  <c:v>105.7</c:v>
                </c:pt>
                <c:pt idx="929">
                  <c:v>107.07</c:v>
                </c:pt>
                <c:pt idx="930">
                  <c:v>106.75</c:v>
                </c:pt>
                <c:pt idx="931">
                  <c:v>106.21</c:v>
                </c:pt>
                <c:pt idx="932">
                  <c:v>106.02</c:v>
                </c:pt>
                <c:pt idx="933">
                  <c:v>106.55</c:v>
                </c:pt>
                <c:pt idx="934">
                  <c:v>105.1</c:v>
                </c:pt>
                <c:pt idx="935">
                  <c:v>104.34</c:v>
                </c:pt>
                <c:pt idx="936">
                  <c:v>104.45</c:v>
                </c:pt>
                <c:pt idx="937">
                  <c:v>104.9</c:v>
                </c:pt>
                <c:pt idx="938">
                  <c:v>104.38</c:v>
                </c:pt>
                <c:pt idx="939">
                  <c:v>104.4</c:v>
                </c:pt>
                <c:pt idx="940">
                  <c:v>104.95</c:v>
                </c:pt>
                <c:pt idx="941">
                  <c:v>104.64</c:v>
                </c:pt>
                <c:pt idx="942">
                  <c:v>103.69</c:v>
                </c:pt>
                <c:pt idx="943">
                  <c:v>102.99</c:v>
                </c:pt>
                <c:pt idx="944">
                  <c:v>101.85</c:v>
                </c:pt>
                <c:pt idx="945">
                  <c:v>101.62</c:v>
                </c:pt>
                <c:pt idx="946">
                  <c:v>101.02</c:v>
                </c:pt>
                <c:pt idx="947">
                  <c:v>101.63</c:v>
                </c:pt>
                <c:pt idx="948">
                  <c:v>105.84</c:v>
                </c:pt>
                <c:pt idx="949">
                  <c:v>104.43</c:v>
                </c:pt>
                <c:pt idx="950">
                  <c:v>103.05</c:v>
                </c:pt>
                <c:pt idx="951">
                  <c:v>103.73</c:v>
                </c:pt>
                <c:pt idx="952">
                  <c:v>105.05</c:v>
                </c:pt>
                <c:pt idx="953">
                  <c:v>104.41</c:v>
                </c:pt>
                <c:pt idx="954">
                  <c:v>103.8</c:v>
                </c:pt>
                <c:pt idx="955">
                  <c:v>103.8</c:v>
                </c:pt>
                <c:pt idx="956">
                  <c:v>104.75</c:v>
                </c:pt>
                <c:pt idx="957">
                  <c:v>105.35</c:v>
                </c:pt>
                <c:pt idx="958">
                  <c:v>105.95</c:v>
                </c:pt>
                <c:pt idx="959">
                  <c:v>104.69</c:v>
                </c:pt>
                <c:pt idx="960">
                  <c:v>104.41</c:v>
                </c:pt>
                <c:pt idx="961">
                  <c:v>104.28</c:v>
                </c:pt>
                <c:pt idx="962">
                  <c:v>105.49</c:v>
                </c:pt>
                <c:pt idx="963">
                  <c:v>105.35</c:v>
                </c:pt>
                <c:pt idx="964">
                  <c:v>106.15</c:v>
                </c:pt>
                <c:pt idx="965">
                  <c:v>106.3</c:v>
                </c:pt>
                <c:pt idx="966">
                  <c:v>105.95</c:v>
                </c:pt>
                <c:pt idx="967">
                  <c:v>105.93</c:v>
                </c:pt>
                <c:pt idx="968">
                  <c:v>104.25</c:v>
                </c:pt>
                <c:pt idx="969">
                  <c:v>104.5</c:v>
                </c:pt>
                <c:pt idx="970">
                  <c:v>104.61</c:v>
                </c:pt>
                <c:pt idx="971">
                  <c:v>106.5</c:v>
                </c:pt>
                <c:pt idx="972">
                  <c:v>106.32</c:v>
                </c:pt>
                <c:pt idx="973">
                  <c:v>105.87</c:v>
                </c:pt>
                <c:pt idx="974">
                  <c:v>106</c:v>
                </c:pt>
                <c:pt idx="975">
                  <c:v>106.2</c:v>
                </c:pt>
                <c:pt idx="976">
                  <c:v>105.03</c:v>
                </c:pt>
                <c:pt idx="977">
                  <c:v>105.05</c:v>
                </c:pt>
                <c:pt idx="978">
                  <c:v>106.3</c:v>
                </c:pt>
                <c:pt idx="979">
                  <c:v>105.9</c:v>
                </c:pt>
                <c:pt idx="980">
                  <c:v>105.65</c:v>
                </c:pt>
                <c:pt idx="981">
                  <c:v>105.8</c:v>
                </c:pt>
                <c:pt idx="982">
                  <c:v>105.66</c:v>
                </c:pt>
                <c:pt idx="983">
                  <c:v>105</c:v>
                </c:pt>
                <c:pt idx="984">
                  <c:v>106.15</c:v>
                </c:pt>
                <c:pt idx="985">
                  <c:v>106.2</c:v>
                </c:pt>
                <c:pt idx="986">
                  <c:v>106.05</c:v>
                </c:pt>
                <c:pt idx="987">
                  <c:v>105.95</c:v>
                </c:pt>
                <c:pt idx="988">
                  <c:v>107.25</c:v>
                </c:pt>
                <c:pt idx="989">
                  <c:v>107.2</c:v>
                </c:pt>
                <c:pt idx="990">
                  <c:v>107.5</c:v>
                </c:pt>
                <c:pt idx="991">
                  <c:v>107.1</c:v>
                </c:pt>
                <c:pt idx="992">
                  <c:v>107.39</c:v>
                </c:pt>
                <c:pt idx="993">
                  <c:v>108.3</c:v>
                </c:pt>
                <c:pt idx="994">
                  <c:v>108.1</c:v>
                </c:pt>
                <c:pt idx="995">
                  <c:v>108.58</c:v>
                </c:pt>
                <c:pt idx="996">
                  <c:v>108.35</c:v>
                </c:pt>
                <c:pt idx="997">
                  <c:v>108.7</c:v>
                </c:pt>
                <c:pt idx="998">
                  <c:v>108.17</c:v>
                </c:pt>
                <c:pt idx="999">
                  <c:v>108.6</c:v>
                </c:pt>
                <c:pt idx="1000">
                  <c:v>108.25</c:v>
                </c:pt>
                <c:pt idx="1001">
                  <c:v>107.85</c:v>
                </c:pt>
                <c:pt idx="1002">
                  <c:v>107.7</c:v>
                </c:pt>
                <c:pt idx="1003">
                  <c:v>108.23</c:v>
                </c:pt>
                <c:pt idx="1004">
                  <c:v>108.4</c:v>
                </c:pt>
                <c:pt idx="1005">
                  <c:v>107.83</c:v>
                </c:pt>
                <c:pt idx="1006">
                  <c:v>107.95</c:v>
                </c:pt>
                <c:pt idx="1007">
                  <c:v>107.2</c:v>
                </c:pt>
                <c:pt idx="1008">
                  <c:v>106.4</c:v>
                </c:pt>
                <c:pt idx="1009">
                  <c:v>105.75</c:v>
                </c:pt>
                <c:pt idx="1010">
                  <c:v>106.73</c:v>
                </c:pt>
                <c:pt idx="1011">
                  <c:v>106.81</c:v>
                </c:pt>
                <c:pt idx="1012">
                  <c:v>106.9</c:v>
                </c:pt>
                <c:pt idx="1013">
                  <c:v>107.35</c:v>
                </c:pt>
                <c:pt idx="1014">
                  <c:v>108.55</c:v>
                </c:pt>
                <c:pt idx="1015">
                  <c:v>108.5</c:v>
                </c:pt>
                <c:pt idx="1016">
                  <c:v>108.37</c:v>
                </c:pt>
                <c:pt idx="1017">
                  <c:v>108.16</c:v>
                </c:pt>
                <c:pt idx="1018">
                  <c:v>108.38</c:v>
                </c:pt>
                <c:pt idx="1019">
                  <c:v>108.98</c:v>
                </c:pt>
                <c:pt idx="1020">
                  <c:v>109.25</c:v>
                </c:pt>
                <c:pt idx="1021">
                  <c:v>109.08</c:v>
                </c:pt>
                <c:pt idx="1022">
                  <c:v>108.79</c:v>
                </c:pt>
                <c:pt idx="1023">
                  <c:v>108.82</c:v>
                </c:pt>
                <c:pt idx="1024">
                  <c:v>108.6</c:v>
                </c:pt>
                <c:pt idx="1025">
                  <c:v>107.89</c:v>
                </c:pt>
                <c:pt idx="1026">
                  <c:v>107.52</c:v>
                </c:pt>
                <c:pt idx="1027">
                  <c:v>109</c:v>
                </c:pt>
                <c:pt idx="1028">
                  <c:v>108.62</c:v>
                </c:pt>
                <c:pt idx="1029">
                  <c:v>109.2</c:v>
                </c:pt>
                <c:pt idx="1030">
                  <c:v>109</c:v>
                </c:pt>
                <c:pt idx="1031">
                  <c:v>109.4</c:v>
                </c:pt>
                <c:pt idx="1032">
                  <c:v>109.78</c:v>
                </c:pt>
                <c:pt idx="1033">
                  <c:v>109.56</c:v>
                </c:pt>
                <c:pt idx="1034">
                  <c:v>110.19</c:v>
                </c:pt>
                <c:pt idx="1035">
                  <c:v>110.62</c:v>
                </c:pt>
                <c:pt idx="1036">
                  <c:v>111.16</c:v>
                </c:pt>
                <c:pt idx="1037">
                  <c:v>110.39</c:v>
                </c:pt>
                <c:pt idx="1038">
                  <c:v>110.68</c:v>
                </c:pt>
                <c:pt idx="1039">
                  <c:v>110.88</c:v>
                </c:pt>
                <c:pt idx="1040">
                  <c:v>111.46</c:v>
                </c:pt>
                <c:pt idx="1041">
                  <c:v>111.43</c:v>
                </c:pt>
                <c:pt idx="1042">
                  <c:v>111.81</c:v>
                </c:pt>
                <c:pt idx="1043">
                  <c:v>111.81</c:v>
                </c:pt>
                <c:pt idx="1044">
                  <c:v>111.85</c:v>
                </c:pt>
                <c:pt idx="1045">
                  <c:v>112.7</c:v>
                </c:pt>
                <c:pt idx="1046">
                  <c:v>112.64</c:v>
                </c:pt>
                <c:pt idx="1047">
                  <c:v>113.06</c:v>
                </c:pt>
                <c:pt idx="1048">
                  <c:v>112.62</c:v>
                </c:pt>
                <c:pt idx="1049">
                  <c:v>111.91</c:v>
                </c:pt>
                <c:pt idx="1050">
                  <c:v>112.25</c:v>
                </c:pt>
                <c:pt idx="1051">
                  <c:v>112.38</c:v>
                </c:pt>
                <c:pt idx="1052">
                  <c:v>112.2</c:v>
                </c:pt>
                <c:pt idx="1053">
                  <c:v>111.77</c:v>
                </c:pt>
                <c:pt idx="1054">
                  <c:v>111</c:v>
                </c:pt>
                <c:pt idx="1055">
                  <c:v>111.02</c:v>
                </c:pt>
                <c:pt idx="1056">
                  <c:v>110.8</c:v>
                </c:pt>
                <c:pt idx="1057">
                  <c:v>111.4</c:v>
                </c:pt>
                <c:pt idx="1058">
                  <c:v>111.31</c:v>
                </c:pt>
                <c:pt idx="1059">
                  <c:v>111.55</c:v>
                </c:pt>
                <c:pt idx="1060">
                  <c:v>111.77</c:v>
                </c:pt>
                <c:pt idx="1061">
                  <c:v>111.03</c:v>
                </c:pt>
                <c:pt idx="1062">
                  <c:v>109.93</c:v>
                </c:pt>
                <c:pt idx="1063">
                  <c:v>108.63</c:v>
                </c:pt>
                <c:pt idx="1064">
                  <c:v>109.97</c:v>
                </c:pt>
                <c:pt idx="1065">
                  <c:v>108.49</c:v>
                </c:pt>
                <c:pt idx="1066">
                  <c:v>107.66</c:v>
                </c:pt>
                <c:pt idx="1067">
                  <c:v>108.25</c:v>
                </c:pt>
                <c:pt idx="1068">
                  <c:v>108.32</c:v>
                </c:pt>
                <c:pt idx="1069">
                  <c:v>109.43</c:v>
                </c:pt>
                <c:pt idx="1070">
                  <c:v>108.55</c:v>
                </c:pt>
                <c:pt idx="1071">
                  <c:v>108.9</c:v>
                </c:pt>
                <c:pt idx="1072">
                  <c:v>108.31</c:v>
                </c:pt>
                <c:pt idx="1073">
                  <c:v>108.15</c:v>
                </c:pt>
                <c:pt idx="1074">
                  <c:v>107.2</c:v>
                </c:pt>
                <c:pt idx="1075">
                  <c:v>102.1</c:v>
                </c:pt>
                <c:pt idx="1076">
                  <c:v>103.85</c:v>
                </c:pt>
                <c:pt idx="1077">
                  <c:v>103.81</c:v>
                </c:pt>
                <c:pt idx="1078">
                  <c:v>104.25</c:v>
                </c:pt>
                <c:pt idx="1079">
                  <c:v>104.61</c:v>
                </c:pt>
                <c:pt idx="1080">
                  <c:v>106.05</c:v>
                </c:pt>
                <c:pt idx="1081">
                  <c:v>105.7</c:v>
                </c:pt>
                <c:pt idx="1082">
                  <c:v>105.7</c:v>
                </c:pt>
                <c:pt idx="1083">
                  <c:v>105</c:v>
                </c:pt>
                <c:pt idx="1084">
                  <c:v>104.81</c:v>
                </c:pt>
                <c:pt idx="1085">
                  <c:v>104.5</c:v>
                </c:pt>
                <c:pt idx="1086">
                  <c:v>104.6</c:v>
                </c:pt>
                <c:pt idx="1087">
                  <c:v>104.3</c:v>
                </c:pt>
                <c:pt idx="1088">
                  <c:v>103.89</c:v>
                </c:pt>
                <c:pt idx="1089">
                  <c:v>105.51</c:v>
                </c:pt>
                <c:pt idx="1090">
                  <c:v>105.65</c:v>
                </c:pt>
                <c:pt idx="1091">
                  <c:v>105.36</c:v>
                </c:pt>
                <c:pt idx="1092">
                  <c:v>105.8</c:v>
                </c:pt>
                <c:pt idx="1093">
                  <c:v>105.3</c:v>
                </c:pt>
                <c:pt idx="1094">
                  <c:v>105.06</c:v>
                </c:pt>
                <c:pt idx="1095">
                  <c:v>106.2</c:v>
                </c:pt>
                <c:pt idx="1096">
                  <c:v>106.15</c:v>
                </c:pt>
                <c:pt idx="1097">
                  <c:v>106.01</c:v>
                </c:pt>
                <c:pt idx="1098">
                  <c:v>105.81</c:v>
                </c:pt>
                <c:pt idx="1099">
                  <c:v>106.16</c:v>
                </c:pt>
                <c:pt idx="1100">
                  <c:v>106.11</c:v>
                </c:pt>
                <c:pt idx="1101">
                  <c:v>106</c:v>
                </c:pt>
                <c:pt idx="1102">
                  <c:v>106.31</c:v>
                </c:pt>
                <c:pt idx="1103">
                  <c:v>104.51</c:v>
                </c:pt>
                <c:pt idx="1104">
                  <c:v>104.81</c:v>
                </c:pt>
                <c:pt idx="1105">
                  <c:v>104.06</c:v>
                </c:pt>
                <c:pt idx="1106">
                  <c:v>103.09</c:v>
                </c:pt>
                <c:pt idx="1107">
                  <c:v>102.96</c:v>
                </c:pt>
                <c:pt idx="1108">
                  <c:v>102.75</c:v>
                </c:pt>
                <c:pt idx="1109">
                  <c:v>103.6</c:v>
                </c:pt>
                <c:pt idx="1110">
                  <c:v>103.24</c:v>
                </c:pt>
                <c:pt idx="1111">
                  <c:v>104.36</c:v>
                </c:pt>
                <c:pt idx="1112">
                  <c:v>104.51</c:v>
                </c:pt>
                <c:pt idx="1113">
                  <c:v>104.95</c:v>
                </c:pt>
                <c:pt idx="1114">
                  <c:v>105.26</c:v>
                </c:pt>
                <c:pt idx="1115">
                  <c:v>103.41</c:v>
                </c:pt>
                <c:pt idx="1116">
                  <c:v>103.56</c:v>
                </c:pt>
                <c:pt idx="1117">
                  <c:v>103.36</c:v>
                </c:pt>
                <c:pt idx="1118">
                  <c:v>104.28</c:v>
                </c:pt>
                <c:pt idx="1119">
                  <c:v>103.45</c:v>
                </c:pt>
                <c:pt idx="1120">
                  <c:v>103.2</c:v>
                </c:pt>
                <c:pt idx="1121">
                  <c:v>103.06</c:v>
                </c:pt>
                <c:pt idx="1122">
                  <c:v>103.11</c:v>
                </c:pt>
                <c:pt idx="1123">
                  <c:v>103.61</c:v>
                </c:pt>
                <c:pt idx="1124">
                  <c:v>103.26</c:v>
                </c:pt>
                <c:pt idx="1125">
                  <c:v>103.16</c:v>
                </c:pt>
                <c:pt idx="1126">
                  <c:v>102.81</c:v>
                </c:pt>
                <c:pt idx="1127">
                  <c:v>102.35</c:v>
                </c:pt>
                <c:pt idx="1128">
                  <c:v>101.36</c:v>
                </c:pt>
                <c:pt idx="1129">
                  <c:v>101.7</c:v>
                </c:pt>
                <c:pt idx="1130">
                  <c:v>101.67</c:v>
                </c:pt>
                <c:pt idx="1131">
                  <c:v>101</c:v>
                </c:pt>
                <c:pt idx="1132">
                  <c:v>101.86</c:v>
                </c:pt>
                <c:pt idx="1133">
                  <c:v>102.9</c:v>
                </c:pt>
                <c:pt idx="1134">
                  <c:v>102.41</c:v>
                </c:pt>
                <c:pt idx="1135">
                  <c:v>102.71</c:v>
                </c:pt>
                <c:pt idx="1136">
                  <c:v>104.46</c:v>
                </c:pt>
                <c:pt idx="1137">
                  <c:v>104.31</c:v>
                </c:pt>
                <c:pt idx="1138">
                  <c:v>104.31</c:v>
                </c:pt>
                <c:pt idx="1139">
                  <c:v>104.95</c:v>
                </c:pt>
                <c:pt idx="1140">
                  <c:v>104.8</c:v>
                </c:pt>
                <c:pt idx="1141">
                  <c:v>104.6</c:v>
                </c:pt>
                <c:pt idx="1142">
                  <c:v>103.56</c:v>
                </c:pt>
                <c:pt idx="1143">
                  <c:v>104.33</c:v>
                </c:pt>
                <c:pt idx="1144">
                  <c:v>104.3</c:v>
                </c:pt>
                <c:pt idx="1145">
                  <c:v>104.4</c:v>
                </c:pt>
                <c:pt idx="1146">
                  <c:v>104.72</c:v>
                </c:pt>
                <c:pt idx="1147">
                  <c:v>104.4</c:v>
                </c:pt>
                <c:pt idx="1148">
                  <c:v>104.68</c:v>
                </c:pt>
                <c:pt idx="1149">
                  <c:v>104.3</c:v>
                </c:pt>
                <c:pt idx="1150">
                  <c:v>104.57</c:v>
                </c:pt>
                <c:pt idx="1151">
                  <c:v>104.78</c:v>
                </c:pt>
                <c:pt idx="1152">
                  <c:v>104.53</c:v>
                </c:pt>
                <c:pt idx="1153">
                  <c:v>104.85</c:v>
                </c:pt>
                <c:pt idx="1154">
                  <c:v>105.45</c:v>
                </c:pt>
                <c:pt idx="1155">
                  <c:v>105.29</c:v>
                </c:pt>
                <c:pt idx="1156">
                  <c:v>104.17</c:v>
                </c:pt>
                <c:pt idx="1157">
                  <c:v>104</c:v>
                </c:pt>
                <c:pt idx="1158">
                  <c:v>103.95</c:v>
                </c:pt>
                <c:pt idx="1159">
                  <c:v>103.6</c:v>
                </c:pt>
                <c:pt idx="1160">
                  <c:v>102.9</c:v>
                </c:pt>
                <c:pt idx="1161">
                  <c:v>102.78</c:v>
                </c:pt>
                <c:pt idx="1162">
                  <c:v>102.8</c:v>
                </c:pt>
                <c:pt idx="1163">
                  <c:v>103.5</c:v>
                </c:pt>
                <c:pt idx="1164">
                  <c:v>102.75</c:v>
                </c:pt>
                <c:pt idx="1165">
                  <c:v>102.02</c:v>
                </c:pt>
                <c:pt idx="1166">
                  <c:v>100.3</c:v>
                </c:pt>
                <c:pt idx="1167">
                  <c:v>101.2</c:v>
                </c:pt>
                <c:pt idx="1168">
                  <c:v>101.4</c:v>
                </c:pt>
                <c:pt idx="1169">
                  <c:v>100.6</c:v>
                </c:pt>
                <c:pt idx="1170">
                  <c:v>100.45</c:v>
                </c:pt>
                <c:pt idx="1171">
                  <c:v>100.05</c:v>
                </c:pt>
                <c:pt idx="1172">
                  <c:v>98.8</c:v>
                </c:pt>
                <c:pt idx="1173">
                  <c:v>98.44</c:v>
                </c:pt>
                <c:pt idx="1174">
                  <c:v>98.75</c:v>
                </c:pt>
                <c:pt idx="1175">
                  <c:v>99</c:v>
                </c:pt>
                <c:pt idx="1176">
                  <c:v>99</c:v>
                </c:pt>
                <c:pt idx="1177">
                  <c:v>99</c:v>
                </c:pt>
                <c:pt idx="1178">
                  <c:v>98.6</c:v>
                </c:pt>
                <c:pt idx="1179">
                  <c:v>98.1</c:v>
                </c:pt>
                <c:pt idx="1180">
                  <c:v>97.6</c:v>
                </c:pt>
                <c:pt idx="1181">
                  <c:v>97.25</c:v>
                </c:pt>
                <c:pt idx="1182">
                  <c:v>98.3</c:v>
                </c:pt>
                <c:pt idx="1183">
                  <c:v>98.6</c:v>
                </c:pt>
                <c:pt idx="1184">
                  <c:v>97.86</c:v>
                </c:pt>
                <c:pt idx="1185">
                  <c:v>98.45</c:v>
                </c:pt>
                <c:pt idx="1186">
                  <c:v>99.3</c:v>
                </c:pt>
                <c:pt idx="1187">
                  <c:v>98.85</c:v>
                </c:pt>
                <c:pt idx="1188">
                  <c:v>99.1</c:v>
                </c:pt>
                <c:pt idx="1189">
                  <c:v>98.95</c:v>
                </c:pt>
                <c:pt idx="1190">
                  <c:v>98.6</c:v>
                </c:pt>
                <c:pt idx="1191">
                  <c:v>98.3</c:v>
                </c:pt>
                <c:pt idx="1192">
                  <c:v>98.47</c:v>
                </c:pt>
                <c:pt idx="1193">
                  <c:v>100.15</c:v>
                </c:pt>
                <c:pt idx="1194">
                  <c:v>100.15</c:v>
                </c:pt>
                <c:pt idx="1195">
                  <c:v>99.41</c:v>
                </c:pt>
                <c:pt idx="1196">
                  <c:v>100.41</c:v>
                </c:pt>
                <c:pt idx="1197">
                  <c:v>100.3</c:v>
                </c:pt>
                <c:pt idx="1198">
                  <c:v>100.6</c:v>
                </c:pt>
                <c:pt idx="1199">
                  <c:v>100.25</c:v>
                </c:pt>
                <c:pt idx="1200">
                  <c:v>101.51</c:v>
                </c:pt>
                <c:pt idx="1201">
                  <c:v>101.32</c:v>
                </c:pt>
                <c:pt idx="1202">
                  <c:v>101.35</c:v>
                </c:pt>
                <c:pt idx="1203">
                  <c:v>100.25</c:v>
                </c:pt>
                <c:pt idx="1204">
                  <c:v>100.15</c:v>
                </c:pt>
                <c:pt idx="1205">
                  <c:v>100.2</c:v>
                </c:pt>
                <c:pt idx="1206">
                  <c:v>100.58</c:v>
                </c:pt>
                <c:pt idx="1207">
                  <c:v>100.13</c:v>
                </c:pt>
                <c:pt idx="1208">
                  <c:v>98.58</c:v>
                </c:pt>
                <c:pt idx="1209">
                  <c:v>98.65</c:v>
                </c:pt>
                <c:pt idx="1210">
                  <c:v>97.8</c:v>
                </c:pt>
                <c:pt idx="1211">
                  <c:v>97.88</c:v>
                </c:pt>
                <c:pt idx="1212">
                  <c:v>99.02</c:v>
                </c:pt>
                <c:pt idx="1213">
                  <c:v>99.7</c:v>
                </c:pt>
                <c:pt idx="1214">
                  <c:v>100.67</c:v>
                </c:pt>
                <c:pt idx="1215">
                  <c:v>100.03</c:v>
                </c:pt>
                <c:pt idx="1216">
                  <c:v>99.58</c:v>
                </c:pt>
                <c:pt idx="1217">
                  <c:v>100.05</c:v>
                </c:pt>
                <c:pt idx="1218">
                  <c:v>99.81</c:v>
                </c:pt>
                <c:pt idx="1219">
                  <c:v>99.13</c:v>
                </c:pt>
                <c:pt idx="1220">
                  <c:v>99.37</c:v>
                </c:pt>
                <c:pt idx="1221">
                  <c:v>98.68</c:v>
                </c:pt>
                <c:pt idx="1222">
                  <c:v>99.44</c:v>
                </c:pt>
                <c:pt idx="1223">
                  <c:v>99.55</c:v>
                </c:pt>
                <c:pt idx="1224">
                  <c:v>99.18</c:v>
                </c:pt>
                <c:pt idx="1225">
                  <c:v>99.25</c:v>
                </c:pt>
                <c:pt idx="1226">
                  <c:v>98.77</c:v>
                </c:pt>
                <c:pt idx="1227">
                  <c:v>99.2</c:v>
                </c:pt>
                <c:pt idx="1228">
                  <c:v>99.5</c:v>
                </c:pt>
                <c:pt idx="1229">
                  <c:v>98.95</c:v>
                </c:pt>
                <c:pt idx="1230">
                  <c:v>98.5</c:v>
                </c:pt>
                <c:pt idx="1231">
                  <c:v>97.6</c:v>
                </c:pt>
                <c:pt idx="1232">
                  <c:v>97.75</c:v>
                </c:pt>
                <c:pt idx="1233">
                  <c:v>98.03</c:v>
                </c:pt>
                <c:pt idx="1234">
                  <c:v>97.85</c:v>
                </c:pt>
                <c:pt idx="1235">
                  <c:v>98.75</c:v>
                </c:pt>
                <c:pt idx="1236">
                  <c:v>98</c:v>
                </c:pt>
                <c:pt idx="1237">
                  <c:v>98.95</c:v>
                </c:pt>
                <c:pt idx="1238">
                  <c:v>98.55</c:v>
                </c:pt>
                <c:pt idx="1239">
                  <c:v>99.15</c:v>
                </c:pt>
                <c:pt idx="1240">
                  <c:v>99.58</c:v>
                </c:pt>
                <c:pt idx="1241">
                  <c:v>99.66</c:v>
                </c:pt>
                <c:pt idx="1242">
                  <c:v>99.61</c:v>
                </c:pt>
                <c:pt idx="1243">
                  <c:v>99.87</c:v>
                </c:pt>
                <c:pt idx="1244">
                  <c:v>100.65</c:v>
                </c:pt>
                <c:pt idx="1245">
                  <c:v>100.3</c:v>
                </c:pt>
                <c:pt idx="1246">
                  <c:v>100.2</c:v>
                </c:pt>
                <c:pt idx="1247">
                  <c:v>99.7</c:v>
                </c:pt>
                <c:pt idx="1248">
                  <c:v>99.35</c:v>
                </c:pt>
                <c:pt idx="1249">
                  <c:v>98.25</c:v>
                </c:pt>
                <c:pt idx="1250">
                  <c:v>97.72</c:v>
                </c:pt>
                <c:pt idx="1251">
                  <c:v>97.75</c:v>
                </c:pt>
                <c:pt idx="1252">
                  <c:v>97.4</c:v>
                </c:pt>
                <c:pt idx="1253">
                  <c:v>97.03</c:v>
                </c:pt>
                <c:pt idx="1254">
                  <c:v>97.23</c:v>
                </c:pt>
                <c:pt idx="1255">
                  <c:v>97.13</c:v>
                </c:pt>
                <c:pt idx="1256">
                  <c:v>96.82</c:v>
                </c:pt>
                <c:pt idx="1257">
                  <c:v>96.83</c:v>
                </c:pt>
                <c:pt idx="1258">
                  <c:v>97.03</c:v>
                </c:pt>
                <c:pt idx="1259">
                  <c:v>97.28</c:v>
                </c:pt>
                <c:pt idx="1260">
                  <c:v>96.96</c:v>
                </c:pt>
                <c:pt idx="1261">
                  <c:v>96.61</c:v>
                </c:pt>
                <c:pt idx="1262">
                  <c:v>97.53</c:v>
                </c:pt>
                <c:pt idx="1263">
                  <c:v>97.63</c:v>
                </c:pt>
                <c:pt idx="1264">
                  <c:v>97.45</c:v>
                </c:pt>
                <c:pt idx="1265">
                  <c:v>97.38</c:v>
                </c:pt>
                <c:pt idx="1266">
                  <c:v>97.1</c:v>
                </c:pt>
                <c:pt idx="1267">
                  <c:v>97.84</c:v>
                </c:pt>
                <c:pt idx="1268">
                  <c:v>97.71</c:v>
                </c:pt>
                <c:pt idx="1269">
                  <c:v>97.73</c:v>
                </c:pt>
                <c:pt idx="1270">
                  <c:v>98.33</c:v>
                </c:pt>
                <c:pt idx="1271">
                  <c:v>98.75</c:v>
                </c:pt>
                <c:pt idx="1272">
                  <c:v>98.37</c:v>
                </c:pt>
                <c:pt idx="1273">
                  <c:v>98.33</c:v>
                </c:pt>
                <c:pt idx="1274">
                  <c:v>98.59</c:v>
                </c:pt>
                <c:pt idx="1275">
                  <c:v>98.27</c:v>
                </c:pt>
                <c:pt idx="1276">
                  <c:v>98.21</c:v>
                </c:pt>
                <c:pt idx="1277">
                  <c:v>98.44</c:v>
                </c:pt>
                <c:pt idx="1278">
                  <c:v>98.47</c:v>
                </c:pt>
                <c:pt idx="1279">
                  <c:v>98.78</c:v>
                </c:pt>
                <c:pt idx="1280">
                  <c:v>98.74</c:v>
                </c:pt>
                <c:pt idx="1281">
                  <c:v>98.96</c:v>
                </c:pt>
                <c:pt idx="1282">
                  <c:v>98.98</c:v>
                </c:pt>
                <c:pt idx="1283">
                  <c:v>99.38</c:v>
                </c:pt>
                <c:pt idx="1284">
                  <c:v>100.64</c:v>
                </c:pt>
                <c:pt idx="1285">
                  <c:v>100.33</c:v>
                </c:pt>
                <c:pt idx="1286">
                  <c:v>100.12</c:v>
                </c:pt>
                <c:pt idx="1287">
                  <c:v>99.92</c:v>
                </c:pt>
                <c:pt idx="1288">
                  <c:v>100.56</c:v>
                </c:pt>
                <c:pt idx="1289">
                  <c:v>100.11</c:v>
                </c:pt>
                <c:pt idx="1290">
                  <c:v>100</c:v>
                </c:pt>
                <c:pt idx="1291">
                  <c:v>100.28</c:v>
                </c:pt>
                <c:pt idx="1292">
                  <c:v>100.3</c:v>
                </c:pt>
                <c:pt idx="1293">
                  <c:v>100.31</c:v>
                </c:pt>
                <c:pt idx="1294">
                  <c:v>100.25</c:v>
                </c:pt>
                <c:pt idx="1295">
                  <c:v>100.13</c:v>
                </c:pt>
                <c:pt idx="1296">
                  <c:v>100.23</c:v>
                </c:pt>
                <c:pt idx="1297">
                  <c:v>100.61</c:v>
                </c:pt>
                <c:pt idx="1298">
                  <c:v>100.15</c:v>
                </c:pt>
                <c:pt idx="1299">
                  <c:v>100.12</c:v>
                </c:pt>
                <c:pt idx="1300">
                  <c:v>100.31</c:v>
                </c:pt>
                <c:pt idx="1301">
                  <c:v>100.38</c:v>
                </c:pt>
                <c:pt idx="1302">
                  <c:v>99.3</c:v>
                </c:pt>
                <c:pt idx="1303">
                  <c:v>99.63</c:v>
                </c:pt>
                <c:pt idx="1304">
                  <c:v>99.58</c:v>
                </c:pt>
                <c:pt idx="1305">
                  <c:v>100.2</c:v>
                </c:pt>
                <c:pt idx="1306">
                  <c:v>100.67</c:v>
                </c:pt>
                <c:pt idx="1307">
                  <c:v>101.35</c:v>
                </c:pt>
                <c:pt idx="1308">
                  <c:v>100.88</c:v>
                </c:pt>
                <c:pt idx="1309">
                  <c:v>101.37</c:v>
                </c:pt>
                <c:pt idx="1310">
                  <c:v>100.03</c:v>
                </c:pt>
                <c:pt idx="1311">
                  <c:v>100.03</c:v>
                </c:pt>
                <c:pt idx="1312">
                  <c:v>100.09</c:v>
                </c:pt>
                <c:pt idx="1313">
                  <c:v>98.67</c:v>
                </c:pt>
                <c:pt idx="1314">
                  <c:v>98.4</c:v>
                </c:pt>
                <c:pt idx="1315">
                  <c:v>98.42</c:v>
                </c:pt>
                <c:pt idx="1316">
                  <c:v>99.11</c:v>
                </c:pt>
                <c:pt idx="1317">
                  <c:v>99.53</c:v>
                </c:pt>
                <c:pt idx="1318">
                  <c:v>99.13</c:v>
                </c:pt>
                <c:pt idx="1319">
                  <c:v>99.4</c:v>
                </c:pt>
                <c:pt idx="1320">
                  <c:v>99.8</c:v>
                </c:pt>
                <c:pt idx="1321">
                  <c:v>99.69</c:v>
                </c:pt>
                <c:pt idx="1322">
                  <c:v>99.53</c:v>
                </c:pt>
                <c:pt idx="1323">
                  <c:v>99.43</c:v>
                </c:pt>
                <c:pt idx="1324">
                  <c:v>99.4</c:v>
                </c:pt>
                <c:pt idx="1325">
                  <c:v>98.42</c:v>
                </c:pt>
                <c:pt idx="1326">
                  <c:v>99.55</c:v>
                </c:pt>
                <c:pt idx="1327">
                  <c:v>99.19</c:v>
                </c:pt>
                <c:pt idx="1328">
                  <c:v>99.41</c:v>
                </c:pt>
                <c:pt idx="1329">
                  <c:v>99.85</c:v>
                </c:pt>
                <c:pt idx="1330">
                  <c:v>99.36</c:v>
                </c:pt>
                <c:pt idx="1331">
                  <c:v>99.46</c:v>
                </c:pt>
                <c:pt idx="1332">
                  <c:v>98.93</c:v>
                </c:pt>
                <c:pt idx="1333">
                  <c:v>98.91</c:v>
                </c:pt>
                <c:pt idx="1334">
                  <c:v>98.93</c:v>
                </c:pt>
                <c:pt idx="1335">
                  <c:v>98.73</c:v>
                </c:pt>
                <c:pt idx="1336">
                  <c:v>98.48</c:v>
                </c:pt>
                <c:pt idx="1337">
                  <c:v>98.34</c:v>
                </c:pt>
                <c:pt idx="1338">
                  <c:v>97.5</c:v>
                </c:pt>
                <c:pt idx="1339">
                  <c:v>97.4</c:v>
                </c:pt>
                <c:pt idx="1340">
                  <c:v>97.29</c:v>
                </c:pt>
                <c:pt idx="1341">
                  <c:v>97.08</c:v>
                </c:pt>
                <c:pt idx="1342">
                  <c:v>97.05</c:v>
                </c:pt>
                <c:pt idx="1343">
                  <c:v>96.72</c:v>
                </c:pt>
                <c:pt idx="1344">
                  <c:v>96.9</c:v>
                </c:pt>
                <c:pt idx="1345">
                  <c:v>97.08</c:v>
                </c:pt>
                <c:pt idx="1346">
                  <c:v>96.69</c:v>
                </c:pt>
                <c:pt idx="1347">
                  <c:v>96.77</c:v>
                </c:pt>
                <c:pt idx="1348">
                  <c:v>95.28</c:v>
                </c:pt>
                <c:pt idx="1349">
                  <c:v>94.14</c:v>
                </c:pt>
                <c:pt idx="1350">
                  <c:v>92.87</c:v>
                </c:pt>
                <c:pt idx="1351">
                  <c:v>90.45</c:v>
                </c:pt>
                <c:pt idx="1352">
                  <c:v>91.62</c:v>
                </c:pt>
                <c:pt idx="1353">
                  <c:v>91.02</c:v>
                </c:pt>
                <c:pt idx="1354">
                  <c:v>90.9</c:v>
                </c:pt>
                <c:pt idx="1355">
                  <c:v>90.67</c:v>
                </c:pt>
                <c:pt idx="1356">
                  <c:v>90.77</c:v>
                </c:pt>
                <c:pt idx="1357">
                  <c:v>89.49</c:v>
                </c:pt>
                <c:pt idx="1358">
                  <c:v>90.31</c:v>
                </c:pt>
                <c:pt idx="1359">
                  <c:v>89.05</c:v>
                </c:pt>
                <c:pt idx="1360">
                  <c:v>89.35</c:v>
                </c:pt>
                <c:pt idx="1361">
                  <c:v>89.35</c:v>
                </c:pt>
                <c:pt idx="1362">
                  <c:v>89.03</c:v>
                </c:pt>
                <c:pt idx="1363">
                  <c:v>88.15</c:v>
                </c:pt>
                <c:pt idx="1364">
                  <c:v>88.89</c:v>
                </c:pt>
                <c:pt idx="1365">
                  <c:v>89.35</c:v>
                </c:pt>
                <c:pt idx="1366">
                  <c:v>88.91</c:v>
                </c:pt>
                <c:pt idx="1367">
                  <c:v>88.34</c:v>
                </c:pt>
                <c:pt idx="1368">
                  <c:v>89.55</c:v>
                </c:pt>
                <c:pt idx="1369">
                  <c:v>86.55</c:v>
                </c:pt>
                <c:pt idx="1370">
                  <c:v>85.85</c:v>
                </c:pt>
                <c:pt idx="1371">
                  <c:v>86.2</c:v>
                </c:pt>
                <c:pt idx="1372">
                  <c:v>86.15</c:v>
                </c:pt>
                <c:pt idx="1373">
                  <c:v>84.84</c:v>
                </c:pt>
                <c:pt idx="1374">
                  <c:v>83.85</c:v>
                </c:pt>
                <c:pt idx="1375">
                  <c:v>83.9</c:v>
                </c:pt>
                <c:pt idx="1376">
                  <c:v>83.53</c:v>
                </c:pt>
                <c:pt idx="1377">
                  <c:v>83.75</c:v>
                </c:pt>
                <c:pt idx="1378">
                  <c:v>83.5</c:v>
                </c:pt>
                <c:pt idx="1379">
                  <c:v>83.3</c:v>
                </c:pt>
                <c:pt idx="1380">
                  <c:v>81.95</c:v>
                </c:pt>
                <c:pt idx="1381">
                  <c:v>80.63</c:v>
                </c:pt>
                <c:pt idx="1382">
                  <c:v>81.349999999999994</c:v>
                </c:pt>
                <c:pt idx="1383">
                  <c:v>83.17</c:v>
                </c:pt>
                <c:pt idx="1384">
                  <c:v>82.73</c:v>
                </c:pt>
                <c:pt idx="1385">
                  <c:v>83.03</c:v>
                </c:pt>
                <c:pt idx="1386">
                  <c:v>81.83</c:v>
                </c:pt>
                <c:pt idx="1387">
                  <c:v>83.8</c:v>
                </c:pt>
                <c:pt idx="1388">
                  <c:v>83.66</c:v>
                </c:pt>
                <c:pt idx="1389">
                  <c:v>84.34</c:v>
                </c:pt>
                <c:pt idx="1390">
                  <c:v>83.5</c:v>
                </c:pt>
                <c:pt idx="1391">
                  <c:v>83.62</c:v>
                </c:pt>
                <c:pt idx="1392">
                  <c:v>83.7</c:v>
                </c:pt>
                <c:pt idx="1393">
                  <c:v>83.89</c:v>
                </c:pt>
                <c:pt idx="1394">
                  <c:v>83.97</c:v>
                </c:pt>
                <c:pt idx="1395">
                  <c:v>83.26</c:v>
                </c:pt>
                <c:pt idx="1396">
                  <c:v>83.37</c:v>
                </c:pt>
                <c:pt idx="1397">
                  <c:v>83.81</c:v>
                </c:pt>
                <c:pt idx="1398">
                  <c:v>85.72</c:v>
                </c:pt>
                <c:pt idx="1399">
                  <c:v>86.75</c:v>
                </c:pt>
                <c:pt idx="1400">
                  <c:v>86.45</c:v>
                </c:pt>
                <c:pt idx="1401">
                  <c:v>86.65</c:v>
                </c:pt>
                <c:pt idx="1402">
                  <c:v>86.88</c:v>
                </c:pt>
                <c:pt idx="1403">
                  <c:v>86.87</c:v>
                </c:pt>
                <c:pt idx="1404">
                  <c:v>86.86</c:v>
                </c:pt>
                <c:pt idx="1405">
                  <c:v>87.38</c:v>
                </c:pt>
                <c:pt idx="1406">
                  <c:v>87.16</c:v>
                </c:pt>
                <c:pt idx="1407">
                  <c:v>87.16</c:v>
                </c:pt>
                <c:pt idx="1408">
                  <c:v>84.84</c:v>
                </c:pt>
                <c:pt idx="1409">
                  <c:v>82.91</c:v>
                </c:pt>
                <c:pt idx="1410">
                  <c:v>82.8</c:v>
                </c:pt>
                <c:pt idx="1411">
                  <c:v>82.92</c:v>
                </c:pt>
                <c:pt idx="1412">
                  <c:v>84.62</c:v>
                </c:pt>
                <c:pt idx="1413">
                  <c:v>84.81</c:v>
                </c:pt>
                <c:pt idx="1414">
                  <c:v>84.33</c:v>
                </c:pt>
                <c:pt idx="1415">
                  <c:v>84.78</c:v>
                </c:pt>
                <c:pt idx="1416">
                  <c:v>84.77</c:v>
                </c:pt>
                <c:pt idx="1417">
                  <c:v>84.97</c:v>
                </c:pt>
                <c:pt idx="1418">
                  <c:v>84.55</c:v>
                </c:pt>
                <c:pt idx="1419">
                  <c:v>84.34</c:v>
                </c:pt>
                <c:pt idx="1420">
                  <c:v>84.06</c:v>
                </c:pt>
                <c:pt idx="1421">
                  <c:v>84.68</c:v>
                </c:pt>
                <c:pt idx="1422">
                  <c:v>84.34</c:v>
                </c:pt>
                <c:pt idx="1423">
                  <c:v>84.58</c:v>
                </c:pt>
                <c:pt idx="1424">
                  <c:v>84.7</c:v>
                </c:pt>
                <c:pt idx="1425">
                  <c:v>84.62</c:v>
                </c:pt>
                <c:pt idx="1426">
                  <c:v>84.53</c:v>
                </c:pt>
                <c:pt idx="1427">
                  <c:v>84.05</c:v>
                </c:pt>
                <c:pt idx="1428">
                  <c:v>84.49</c:v>
                </c:pt>
                <c:pt idx="1429">
                  <c:v>84.33</c:v>
                </c:pt>
                <c:pt idx="1430">
                  <c:v>84.29</c:v>
                </c:pt>
                <c:pt idx="1431">
                  <c:v>84.22</c:v>
                </c:pt>
                <c:pt idx="1432">
                  <c:v>85.56</c:v>
                </c:pt>
                <c:pt idx="1433">
                  <c:v>84.33</c:v>
                </c:pt>
                <c:pt idx="1434">
                  <c:v>84.63</c:v>
                </c:pt>
                <c:pt idx="1435">
                  <c:v>84.72</c:v>
                </c:pt>
                <c:pt idx="1436">
                  <c:v>84.79</c:v>
                </c:pt>
                <c:pt idx="1437">
                  <c:v>84.88</c:v>
                </c:pt>
                <c:pt idx="1438">
                  <c:v>84.97</c:v>
                </c:pt>
                <c:pt idx="1439">
                  <c:v>86.7</c:v>
                </c:pt>
                <c:pt idx="1440">
                  <c:v>86.91</c:v>
                </c:pt>
                <c:pt idx="1441">
                  <c:v>87.62</c:v>
                </c:pt>
                <c:pt idx="1442">
                  <c:v>87.28</c:v>
                </c:pt>
                <c:pt idx="1443">
                  <c:v>87.3</c:v>
                </c:pt>
                <c:pt idx="1444">
                  <c:v>87.85</c:v>
                </c:pt>
                <c:pt idx="1445">
                  <c:v>89.09</c:v>
                </c:pt>
                <c:pt idx="1446">
                  <c:v>88.35</c:v>
                </c:pt>
                <c:pt idx="1447">
                  <c:v>87.35</c:v>
                </c:pt>
                <c:pt idx="1448">
                  <c:v>88.13</c:v>
                </c:pt>
                <c:pt idx="1449">
                  <c:v>88.45</c:v>
                </c:pt>
                <c:pt idx="1450">
                  <c:v>87.68</c:v>
                </c:pt>
                <c:pt idx="1451">
                  <c:v>87.93</c:v>
                </c:pt>
                <c:pt idx="1452">
                  <c:v>87.93</c:v>
                </c:pt>
                <c:pt idx="1453">
                  <c:v>88.15</c:v>
                </c:pt>
                <c:pt idx="1454">
                  <c:v>88.15</c:v>
                </c:pt>
                <c:pt idx="1455">
                  <c:v>88.45</c:v>
                </c:pt>
                <c:pt idx="1456">
                  <c:v>88.09</c:v>
                </c:pt>
                <c:pt idx="1457">
                  <c:v>91.17</c:v>
                </c:pt>
                <c:pt idx="1458">
                  <c:v>90.34</c:v>
                </c:pt>
                <c:pt idx="1459">
                  <c:v>91.43</c:v>
                </c:pt>
                <c:pt idx="1460">
                  <c:v>91.46</c:v>
                </c:pt>
                <c:pt idx="1461">
                  <c:v>91.5</c:v>
                </c:pt>
                <c:pt idx="1462">
                  <c:v>91.58</c:v>
                </c:pt>
                <c:pt idx="1463">
                  <c:v>92.77</c:v>
                </c:pt>
                <c:pt idx="1464">
                  <c:v>94.04</c:v>
                </c:pt>
                <c:pt idx="1465">
                  <c:v>93.63</c:v>
                </c:pt>
                <c:pt idx="1466">
                  <c:v>97.24</c:v>
                </c:pt>
                <c:pt idx="1467">
                  <c:v>98.05</c:v>
                </c:pt>
                <c:pt idx="1468">
                  <c:v>97.26</c:v>
                </c:pt>
                <c:pt idx="1469">
                  <c:v>97.51</c:v>
                </c:pt>
                <c:pt idx="1470">
                  <c:v>97.17</c:v>
                </c:pt>
                <c:pt idx="1471">
                  <c:v>96.91</c:v>
                </c:pt>
                <c:pt idx="1472">
                  <c:v>96.53</c:v>
                </c:pt>
                <c:pt idx="1473">
                  <c:v>96.71</c:v>
                </c:pt>
                <c:pt idx="1474">
                  <c:v>96.7</c:v>
                </c:pt>
                <c:pt idx="1475">
                  <c:v>96.77</c:v>
                </c:pt>
                <c:pt idx="1476">
                  <c:v>98.21</c:v>
                </c:pt>
                <c:pt idx="1477">
                  <c:v>99.11</c:v>
                </c:pt>
                <c:pt idx="1478">
                  <c:v>97.46</c:v>
                </c:pt>
                <c:pt idx="1479">
                  <c:v>97.44</c:v>
                </c:pt>
                <c:pt idx="1480">
                  <c:v>97.66</c:v>
                </c:pt>
                <c:pt idx="1481">
                  <c:v>97.64</c:v>
                </c:pt>
                <c:pt idx="1482">
                  <c:v>98.96</c:v>
                </c:pt>
                <c:pt idx="1483">
                  <c:v>99.1</c:v>
                </c:pt>
                <c:pt idx="1484">
                  <c:v>99.63</c:v>
                </c:pt>
                <c:pt idx="1485">
                  <c:v>100.03</c:v>
                </c:pt>
                <c:pt idx="1486">
                  <c:v>101.1</c:v>
                </c:pt>
                <c:pt idx="1487">
                  <c:v>102.59</c:v>
                </c:pt>
                <c:pt idx="1488">
                  <c:v>102.39</c:v>
                </c:pt>
                <c:pt idx="1489">
                  <c:v>104.15</c:v>
                </c:pt>
                <c:pt idx="1490">
                  <c:v>103.28</c:v>
                </c:pt>
                <c:pt idx="1491">
                  <c:v>104.55</c:v>
                </c:pt>
                <c:pt idx="1492">
                  <c:v>102.55</c:v>
                </c:pt>
                <c:pt idx="1493">
                  <c:v>99.05</c:v>
                </c:pt>
                <c:pt idx="1494">
                  <c:v>100.1</c:v>
                </c:pt>
                <c:pt idx="1495">
                  <c:v>100.55</c:v>
                </c:pt>
                <c:pt idx="1496">
                  <c:v>100.96</c:v>
                </c:pt>
                <c:pt idx="1497">
                  <c:v>100.42</c:v>
                </c:pt>
                <c:pt idx="1498">
                  <c:v>99.16</c:v>
                </c:pt>
                <c:pt idx="1499">
                  <c:v>99.73</c:v>
                </c:pt>
                <c:pt idx="1500">
                  <c:v>100.35</c:v>
                </c:pt>
                <c:pt idx="1501">
                  <c:v>101.6</c:v>
                </c:pt>
                <c:pt idx="1502">
                  <c:v>100.82</c:v>
                </c:pt>
                <c:pt idx="1503">
                  <c:v>99.67</c:v>
                </c:pt>
                <c:pt idx="1504">
                  <c:v>100.44</c:v>
                </c:pt>
                <c:pt idx="1505">
                  <c:v>100.43</c:v>
                </c:pt>
                <c:pt idx="1506">
                  <c:v>100.85</c:v>
                </c:pt>
                <c:pt idx="1507">
                  <c:v>101.11</c:v>
                </c:pt>
                <c:pt idx="1508">
                  <c:v>100.17</c:v>
                </c:pt>
                <c:pt idx="1509">
                  <c:v>100.98</c:v>
                </c:pt>
                <c:pt idx="1510">
                  <c:v>100.69</c:v>
                </c:pt>
                <c:pt idx="1511">
                  <c:v>100.35</c:v>
                </c:pt>
                <c:pt idx="1512">
                  <c:v>100.75</c:v>
                </c:pt>
                <c:pt idx="1513">
                  <c:v>100.37</c:v>
                </c:pt>
                <c:pt idx="1514">
                  <c:v>100.35</c:v>
                </c:pt>
                <c:pt idx="1515">
                  <c:v>99.97</c:v>
                </c:pt>
                <c:pt idx="1516">
                  <c:v>100.47</c:v>
                </c:pt>
                <c:pt idx="1517">
                  <c:v>101.24</c:v>
                </c:pt>
                <c:pt idx="1518">
                  <c:v>101.44</c:v>
                </c:pt>
                <c:pt idx="1519">
                  <c:v>101.87</c:v>
                </c:pt>
                <c:pt idx="1520">
                  <c:v>101.9</c:v>
                </c:pt>
                <c:pt idx="1521">
                  <c:v>101.96</c:v>
                </c:pt>
                <c:pt idx="1522">
                  <c:v>103.3</c:v>
                </c:pt>
                <c:pt idx="1523">
                  <c:v>104.07</c:v>
                </c:pt>
                <c:pt idx="1524">
                  <c:v>103.9</c:v>
                </c:pt>
                <c:pt idx="1525">
                  <c:v>103.26</c:v>
                </c:pt>
                <c:pt idx="1526">
                  <c:v>103.01</c:v>
                </c:pt>
                <c:pt idx="1527">
                  <c:v>102.59</c:v>
                </c:pt>
                <c:pt idx="1528">
                  <c:v>100.57</c:v>
                </c:pt>
                <c:pt idx="1529">
                  <c:v>100.88</c:v>
                </c:pt>
                <c:pt idx="1530">
                  <c:v>101.93</c:v>
                </c:pt>
                <c:pt idx="1531">
                  <c:v>101.51</c:v>
                </c:pt>
                <c:pt idx="1532">
                  <c:v>101.51</c:v>
                </c:pt>
                <c:pt idx="1533">
                  <c:v>102.05</c:v>
                </c:pt>
                <c:pt idx="1534">
                  <c:v>102.18</c:v>
                </c:pt>
                <c:pt idx="1535">
                  <c:v>101.21</c:v>
                </c:pt>
                <c:pt idx="1536">
                  <c:v>101.45</c:v>
                </c:pt>
                <c:pt idx="1537">
                  <c:v>100.88</c:v>
                </c:pt>
                <c:pt idx="1538">
                  <c:v>100.76</c:v>
                </c:pt>
                <c:pt idx="1539">
                  <c:v>101.53</c:v>
                </c:pt>
                <c:pt idx="1540">
                  <c:v>101.65</c:v>
                </c:pt>
                <c:pt idx="1541">
                  <c:v>101.25</c:v>
                </c:pt>
                <c:pt idx="1542">
                  <c:v>101.65</c:v>
                </c:pt>
                <c:pt idx="1543">
                  <c:v>102.04</c:v>
                </c:pt>
                <c:pt idx="1544">
                  <c:v>101.22</c:v>
                </c:pt>
                <c:pt idx="1545">
                  <c:v>101.31</c:v>
                </c:pt>
                <c:pt idx="1546">
                  <c:v>101.2</c:v>
                </c:pt>
                <c:pt idx="1547">
                  <c:v>101.61</c:v>
                </c:pt>
                <c:pt idx="1548">
                  <c:v>101.33</c:v>
                </c:pt>
                <c:pt idx="1549">
                  <c:v>101.27</c:v>
                </c:pt>
                <c:pt idx="1550">
                  <c:v>101.16</c:v>
                </c:pt>
                <c:pt idx="1551">
                  <c:v>101.77</c:v>
                </c:pt>
                <c:pt idx="1552">
                  <c:v>101.63</c:v>
                </c:pt>
                <c:pt idx="1553">
                  <c:v>101.43</c:v>
                </c:pt>
                <c:pt idx="1554">
                  <c:v>102.04</c:v>
                </c:pt>
                <c:pt idx="1555">
                  <c:v>101.5</c:v>
                </c:pt>
                <c:pt idx="1556">
                  <c:v>102</c:v>
                </c:pt>
                <c:pt idx="1557">
                  <c:v>101.72</c:v>
                </c:pt>
                <c:pt idx="1558">
                  <c:v>101.78</c:v>
                </c:pt>
                <c:pt idx="1559">
                  <c:v>102.3</c:v>
                </c:pt>
                <c:pt idx="1560">
                  <c:v>102.45</c:v>
                </c:pt>
                <c:pt idx="1561">
                  <c:v>102.33</c:v>
                </c:pt>
                <c:pt idx="1562">
                  <c:v>102.82</c:v>
                </c:pt>
                <c:pt idx="1563">
                  <c:v>102.68</c:v>
                </c:pt>
                <c:pt idx="1564">
                  <c:v>103.52</c:v>
                </c:pt>
                <c:pt idx="1565">
                  <c:v>103.45</c:v>
                </c:pt>
                <c:pt idx="1566">
                  <c:v>103.95</c:v>
                </c:pt>
                <c:pt idx="1567">
                  <c:v>104.86</c:v>
                </c:pt>
                <c:pt idx="1568">
                  <c:v>105.17</c:v>
                </c:pt>
                <c:pt idx="1569">
                  <c:v>105.42</c:v>
                </c:pt>
                <c:pt idx="1570">
                  <c:v>105.22</c:v>
                </c:pt>
                <c:pt idx="1571">
                  <c:v>104.39</c:v>
                </c:pt>
                <c:pt idx="1572">
                  <c:v>104.83</c:v>
                </c:pt>
                <c:pt idx="1573">
                  <c:v>104.82</c:v>
                </c:pt>
                <c:pt idx="1574">
                  <c:v>105.25</c:v>
                </c:pt>
                <c:pt idx="1575">
                  <c:v>105.33</c:v>
                </c:pt>
                <c:pt idx="1576">
                  <c:v>106.09</c:v>
                </c:pt>
                <c:pt idx="1577">
                  <c:v>105.59</c:v>
                </c:pt>
                <c:pt idx="1578">
                  <c:v>105.63</c:v>
                </c:pt>
                <c:pt idx="1579">
                  <c:v>105.36</c:v>
                </c:pt>
                <c:pt idx="1580">
                  <c:v>105.78</c:v>
                </c:pt>
                <c:pt idx="1581">
                  <c:v>105.97</c:v>
                </c:pt>
                <c:pt idx="1582">
                  <c:v>107.08</c:v>
                </c:pt>
                <c:pt idx="1583">
                  <c:v>107.1</c:v>
                </c:pt>
                <c:pt idx="1584">
                  <c:v>106.6</c:v>
                </c:pt>
                <c:pt idx="1585">
                  <c:v>106.7</c:v>
                </c:pt>
                <c:pt idx="1586">
                  <c:v>107.36</c:v>
                </c:pt>
                <c:pt idx="1587">
                  <c:v>107.05</c:v>
                </c:pt>
                <c:pt idx="1588">
                  <c:v>106.74</c:v>
                </c:pt>
                <c:pt idx="1589">
                  <c:v>106.38</c:v>
                </c:pt>
                <c:pt idx="1590">
                  <c:v>105.21</c:v>
                </c:pt>
                <c:pt idx="1591">
                  <c:v>105.1</c:v>
                </c:pt>
                <c:pt idx="1592">
                  <c:v>106.13</c:v>
                </c:pt>
                <c:pt idx="1593">
                  <c:v>107.13</c:v>
                </c:pt>
                <c:pt idx="1594">
                  <c:v>107.05</c:v>
                </c:pt>
                <c:pt idx="1595">
                  <c:v>106.86</c:v>
                </c:pt>
                <c:pt idx="1596">
                  <c:v>106.75</c:v>
                </c:pt>
                <c:pt idx="1597">
                  <c:v>106.19</c:v>
                </c:pt>
                <c:pt idx="1598">
                  <c:v>105.63</c:v>
                </c:pt>
                <c:pt idx="1599">
                  <c:v>105.24</c:v>
                </c:pt>
                <c:pt idx="1600">
                  <c:v>104.12</c:v>
                </c:pt>
                <c:pt idx="1601">
                  <c:v>105.86</c:v>
                </c:pt>
                <c:pt idx="1602">
                  <c:v>104.95</c:v>
                </c:pt>
                <c:pt idx="1603">
                  <c:v>104.97</c:v>
                </c:pt>
                <c:pt idx="1604">
                  <c:v>104.91</c:v>
                </c:pt>
                <c:pt idx="1605">
                  <c:v>104.35</c:v>
                </c:pt>
                <c:pt idx="1606">
                  <c:v>104.38</c:v>
                </c:pt>
                <c:pt idx="1607">
                  <c:v>104.82</c:v>
                </c:pt>
                <c:pt idx="1608">
                  <c:v>105.23</c:v>
                </c:pt>
                <c:pt idx="1609">
                  <c:v>105.28</c:v>
                </c:pt>
                <c:pt idx="1610">
                  <c:v>105.25</c:v>
                </c:pt>
                <c:pt idx="1611">
                  <c:v>105.15</c:v>
                </c:pt>
                <c:pt idx="1612">
                  <c:v>105.46</c:v>
                </c:pt>
                <c:pt idx="1613">
                  <c:v>105.29</c:v>
                </c:pt>
                <c:pt idx="1614">
                  <c:v>105.69</c:v>
                </c:pt>
                <c:pt idx="1615">
                  <c:v>105.53</c:v>
                </c:pt>
                <c:pt idx="1616">
                  <c:v>105.19</c:v>
                </c:pt>
                <c:pt idx="1617">
                  <c:v>105.2</c:v>
                </c:pt>
                <c:pt idx="1618">
                  <c:v>105.44</c:v>
                </c:pt>
                <c:pt idx="1619">
                  <c:v>105.88</c:v>
                </c:pt>
                <c:pt idx="1620">
                  <c:v>106.07</c:v>
                </c:pt>
                <c:pt idx="1621">
                  <c:v>106.16</c:v>
                </c:pt>
                <c:pt idx="1622">
                  <c:v>106.45</c:v>
                </c:pt>
                <c:pt idx="1623">
                  <c:v>106.85</c:v>
                </c:pt>
                <c:pt idx="1624">
                  <c:v>106.75</c:v>
                </c:pt>
                <c:pt idx="1625">
                  <c:v>106.15</c:v>
                </c:pt>
                <c:pt idx="1626">
                  <c:v>106.49</c:v>
                </c:pt>
                <c:pt idx="1627">
                  <c:v>106.67</c:v>
                </c:pt>
                <c:pt idx="1628">
                  <c:v>106.28</c:v>
                </c:pt>
                <c:pt idx="1629">
                  <c:v>107.26</c:v>
                </c:pt>
                <c:pt idx="1630">
                  <c:v>107.58</c:v>
                </c:pt>
                <c:pt idx="1631">
                  <c:v>107.63</c:v>
                </c:pt>
                <c:pt idx="1632">
                  <c:v>106.91</c:v>
                </c:pt>
                <c:pt idx="1633">
                  <c:v>107.1</c:v>
                </c:pt>
                <c:pt idx="1634">
                  <c:v>107.65</c:v>
                </c:pt>
                <c:pt idx="1635">
                  <c:v>107.75</c:v>
                </c:pt>
                <c:pt idx="1636">
                  <c:v>108.32</c:v>
                </c:pt>
                <c:pt idx="1637">
                  <c:v>108.33</c:v>
                </c:pt>
                <c:pt idx="1638">
                  <c:v>108.6</c:v>
                </c:pt>
                <c:pt idx="1639">
                  <c:v>108.73</c:v>
                </c:pt>
                <c:pt idx="1640">
                  <c:v>108.53</c:v>
                </c:pt>
                <c:pt idx="1641">
                  <c:v>108.13</c:v>
                </c:pt>
                <c:pt idx="1642">
                  <c:v>108.19</c:v>
                </c:pt>
                <c:pt idx="1643">
                  <c:v>106.74</c:v>
                </c:pt>
                <c:pt idx="1644">
                  <c:v>107.37</c:v>
                </c:pt>
                <c:pt idx="1645">
                  <c:v>106.74</c:v>
                </c:pt>
                <c:pt idx="1646">
                  <c:v>106.76</c:v>
                </c:pt>
                <c:pt idx="1647">
                  <c:v>106.53</c:v>
                </c:pt>
                <c:pt idx="1648">
                  <c:v>106.76</c:v>
                </c:pt>
                <c:pt idx="1649">
                  <c:v>105.45</c:v>
                </c:pt>
                <c:pt idx="1650">
                  <c:v>104.95</c:v>
                </c:pt>
                <c:pt idx="1651">
                  <c:v>105.13</c:v>
                </c:pt>
                <c:pt idx="1652">
                  <c:v>105.35</c:v>
                </c:pt>
                <c:pt idx="1653">
                  <c:v>104.39</c:v>
                </c:pt>
                <c:pt idx="1654">
                  <c:v>105.15</c:v>
                </c:pt>
                <c:pt idx="1655">
                  <c:v>104.85</c:v>
                </c:pt>
                <c:pt idx="1656">
                  <c:v>105.24</c:v>
                </c:pt>
                <c:pt idx="1657">
                  <c:v>105.1</c:v>
                </c:pt>
                <c:pt idx="1658">
                  <c:v>104.6</c:v>
                </c:pt>
                <c:pt idx="1659">
                  <c:v>105.56</c:v>
                </c:pt>
                <c:pt idx="1660">
                  <c:v>105</c:v>
                </c:pt>
                <c:pt idx="1661">
                  <c:v>105.85</c:v>
                </c:pt>
                <c:pt idx="1662">
                  <c:v>106.89</c:v>
                </c:pt>
                <c:pt idx="1663">
                  <c:v>106.56</c:v>
                </c:pt>
                <c:pt idx="1664">
                  <c:v>106.8</c:v>
                </c:pt>
                <c:pt idx="1665">
                  <c:v>107.1</c:v>
                </c:pt>
                <c:pt idx="1666">
                  <c:v>107.18</c:v>
                </c:pt>
                <c:pt idx="1667">
                  <c:v>107.17</c:v>
                </c:pt>
                <c:pt idx="1668">
                  <c:v>106.91</c:v>
                </c:pt>
                <c:pt idx="1669">
                  <c:v>107.9</c:v>
                </c:pt>
                <c:pt idx="1670">
                  <c:v>107.85</c:v>
                </c:pt>
                <c:pt idx="1671">
                  <c:v>108.85</c:v>
                </c:pt>
                <c:pt idx="1672">
                  <c:v>108.13</c:v>
                </c:pt>
                <c:pt idx="1673">
                  <c:v>107.76</c:v>
                </c:pt>
                <c:pt idx="1674">
                  <c:v>108.08</c:v>
                </c:pt>
                <c:pt idx="1675">
                  <c:v>108.45</c:v>
                </c:pt>
                <c:pt idx="1676">
                  <c:v>108.82</c:v>
                </c:pt>
                <c:pt idx="1677">
                  <c:v>109.08</c:v>
                </c:pt>
                <c:pt idx="1678">
                  <c:v>109.15</c:v>
                </c:pt>
                <c:pt idx="1679">
                  <c:v>109.31</c:v>
                </c:pt>
                <c:pt idx="1680">
                  <c:v>109.06</c:v>
                </c:pt>
                <c:pt idx="1681">
                  <c:v>109.53</c:v>
                </c:pt>
                <c:pt idx="1682">
                  <c:v>108.95</c:v>
                </c:pt>
                <c:pt idx="1683">
                  <c:v>108.69</c:v>
                </c:pt>
                <c:pt idx="1684">
                  <c:v>109.23</c:v>
                </c:pt>
                <c:pt idx="1685">
                  <c:v>109.04</c:v>
                </c:pt>
                <c:pt idx="1686">
                  <c:v>107.8</c:v>
                </c:pt>
                <c:pt idx="1687">
                  <c:v>108.01</c:v>
                </c:pt>
                <c:pt idx="1688">
                  <c:v>108.19</c:v>
                </c:pt>
                <c:pt idx="1689">
                  <c:v>109.16</c:v>
                </c:pt>
                <c:pt idx="1690">
                  <c:v>108.92</c:v>
                </c:pt>
                <c:pt idx="1691">
                  <c:v>108.92</c:v>
                </c:pt>
                <c:pt idx="1692">
                  <c:v>109.58</c:v>
                </c:pt>
                <c:pt idx="1693">
                  <c:v>109.1</c:v>
                </c:pt>
                <c:pt idx="1694">
                  <c:v>109.73</c:v>
                </c:pt>
                <c:pt idx="1695">
                  <c:v>109.68</c:v>
                </c:pt>
                <c:pt idx="1696">
                  <c:v>110.34</c:v>
                </c:pt>
                <c:pt idx="1697">
                  <c:v>110.3</c:v>
                </c:pt>
                <c:pt idx="1698">
                  <c:v>110.4</c:v>
                </c:pt>
                <c:pt idx="1699">
                  <c:v>110.81</c:v>
                </c:pt>
                <c:pt idx="1700">
                  <c:v>110.82</c:v>
                </c:pt>
                <c:pt idx="1701">
                  <c:v>110.44</c:v>
                </c:pt>
                <c:pt idx="1702">
                  <c:v>110.4</c:v>
                </c:pt>
                <c:pt idx="1703">
                  <c:v>110.28</c:v>
                </c:pt>
                <c:pt idx="1704">
                  <c:v>110.91</c:v>
                </c:pt>
                <c:pt idx="1705">
                  <c:v>110.26</c:v>
                </c:pt>
                <c:pt idx="1706">
                  <c:v>109.36</c:v>
                </c:pt>
                <c:pt idx="1707">
                  <c:v>108.66</c:v>
                </c:pt>
                <c:pt idx="1708">
                  <c:v>108.39</c:v>
                </c:pt>
                <c:pt idx="1709">
                  <c:v>107.82</c:v>
                </c:pt>
                <c:pt idx="1710">
                  <c:v>107.45</c:v>
                </c:pt>
                <c:pt idx="1711">
                  <c:v>107.83</c:v>
                </c:pt>
                <c:pt idx="1712">
                  <c:v>108.43</c:v>
                </c:pt>
                <c:pt idx="1713">
                  <c:v>108.24</c:v>
                </c:pt>
                <c:pt idx="1714">
                  <c:v>108.34</c:v>
                </c:pt>
                <c:pt idx="1715">
                  <c:v>108.19</c:v>
                </c:pt>
                <c:pt idx="1716">
                  <c:v>107.96</c:v>
                </c:pt>
                <c:pt idx="1717">
                  <c:v>106.82</c:v>
                </c:pt>
                <c:pt idx="1718">
                  <c:v>107.1</c:v>
                </c:pt>
                <c:pt idx="1719">
                  <c:v>106.81</c:v>
                </c:pt>
                <c:pt idx="1720">
                  <c:v>106.56</c:v>
                </c:pt>
                <c:pt idx="1721">
                  <c:v>106.82</c:v>
                </c:pt>
                <c:pt idx="1722">
                  <c:v>108.02</c:v>
                </c:pt>
                <c:pt idx="1723">
                  <c:v>108.27</c:v>
                </c:pt>
                <c:pt idx="1724">
                  <c:v>108.23</c:v>
                </c:pt>
                <c:pt idx="1725">
                  <c:v>107.68</c:v>
                </c:pt>
                <c:pt idx="1726">
                  <c:v>107.67</c:v>
                </c:pt>
                <c:pt idx="1727">
                  <c:v>108.12</c:v>
                </c:pt>
                <c:pt idx="1728">
                  <c:v>107.85</c:v>
                </c:pt>
                <c:pt idx="1729">
                  <c:v>107.73</c:v>
                </c:pt>
                <c:pt idx="1730">
                  <c:v>107.83</c:v>
                </c:pt>
                <c:pt idx="1731">
                  <c:v>108.33</c:v>
                </c:pt>
                <c:pt idx="1732">
                  <c:v>108.48</c:v>
                </c:pt>
                <c:pt idx="1733">
                  <c:v>108.3</c:v>
                </c:pt>
                <c:pt idx="1734">
                  <c:v>108.13</c:v>
                </c:pt>
                <c:pt idx="1735">
                  <c:v>107.71</c:v>
                </c:pt>
                <c:pt idx="1736">
                  <c:v>107.71</c:v>
                </c:pt>
                <c:pt idx="1737">
                  <c:v>108.45</c:v>
                </c:pt>
                <c:pt idx="1738">
                  <c:v>108.38</c:v>
                </c:pt>
                <c:pt idx="1739">
                  <c:v>108.9</c:v>
                </c:pt>
                <c:pt idx="1740">
                  <c:v>109.16</c:v>
                </c:pt>
                <c:pt idx="1741">
                  <c:v>109.26</c:v>
                </c:pt>
                <c:pt idx="1742">
                  <c:v>108.83</c:v>
                </c:pt>
                <c:pt idx="1743">
                  <c:v>109.24</c:v>
                </c:pt>
                <c:pt idx="1744">
                  <c:v>109.23</c:v>
                </c:pt>
                <c:pt idx="1745">
                  <c:v>109.25</c:v>
                </c:pt>
                <c:pt idx="1746">
                  <c:v>109.73</c:v>
                </c:pt>
                <c:pt idx="1747">
                  <c:v>110.26</c:v>
                </c:pt>
                <c:pt idx="1748">
                  <c:v>110.18</c:v>
                </c:pt>
                <c:pt idx="1749">
                  <c:v>110.45</c:v>
                </c:pt>
                <c:pt idx="1750">
                  <c:v>110.19</c:v>
                </c:pt>
                <c:pt idx="1751">
                  <c:v>110.28</c:v>
                </c:pt>
                <c:pt idx="1752">
                  <c:v>109.17</c:v>
                </c:pt>
                <c:pt idx="1753">
                  <c:v>109.44</c:v>
                </c:pt>
                <c:pt idx="1754">
                  <c:v>110.01</c:v>
                </c:pt>
                <c:pt idx="1755">
                  <c:v>109.97</c:v>
                </c:pt>
                <c:pt idx="1756">
                  <c:v>109.22</c:v>
                </c:pt>
                <c:pt idx="1757">
                  <c:v>110.39</c:v>
                </c:pt>
                <c:pt idx="1758">
                  <c:v>110.68</c:v>
                </c:pt>
                <c:pt idx="1759">
                  <c:v>110.86</c:v>
                </c:pt>
                <c:pt idx="1760">
                  <c:v>111.39</c:v>
                </c:pt>
                <c:pt idx="1761">
                  <c:v>111.43</c:v>
                </c:pt>
                <c:pt idx="1762">
                  <c:v>111.88</c:v>
                </c:pt>
                <c:pt idx="1763">
                  <c:v>111.43</c:v>
                </c:pt>
                <c:pt idx="1764">
                  <c:v>111.86</c:v>
                </c:pt>
                <c:pt idx="1765">
                  <c:v>111.13</c:v>
                </c:pt>
                <c:pt idx="1766">
                  <c:v>111.69</c:v>
                </c:pt>
                <c:pt idx="1767">
                  <c:v>111.58</c:v>
                </c:pt>
                <c:pt idx="1768">
                  <c:v>111.18</c:v>
                </c:pt>
                <c:pt idx="1769">
                  <c:v>111.57</c:v>
                </c:pt>
                <c:pt idx="1770">
                  <c:v>111.67</c:v>
                </c:pt>
                <c:pt idx="1771">
                  <c:v>112.27</c:v>
                </c:pt>
                <c:pt idx="1772">
                  <c:v>112.28</c:v>
                </c:pt>
                <c:pt idx="1773">
                  <c:v>112.23</c:v>
                </c:pt>
                <c:pt idx="1774">
                  <c:v>112.48</c:v>
                </c:pt>
                <c:pt idx="1775">
                  <c:v>112.73</c:v>
                </c:pt>
                <c:pt idx="1776">
                  <c:v>112.37</c:v>
                </c:pt>
                <c:pt idx="1777">
                  <c:v>112.93</c:v>
                </c:pt>
                <c:pt idx="1778">
                  <c:v>112.86</c:v>
                </c:pt>
                <c:pt idx="1779">
                  <c:v>113.36</c:v>
                </c:pt>
                <c:pt idx="1780">
                  <c:v>114.28</c:v>
                </c:pt>
                <c:pt idx="1781">
                  <c:v>114.27</c:v>
                </c:pt>
                <c:pt idx="1782">
                  <c:v>114.13</c:v>
                </c:pt>
                <c:pt idx="1783">
                  <c:v>114.07</c:v>
                </c:pt>
                <c:pt idx="1784">
                  <c:v>113.35</c:v>
                </c:pt>
                <c:pt idx="1785">
                  <c:v>113.82</c:v>
                </c:pt>
                <c:pt idx="1786">
                  <c:v>114.26</c:v>
                </c:pt>
                <c:pt idx="1787">
                  <c:v>113.88</c:v>
                </c:pt>
                <c:pt idx="1788">
                  <c:v>112.13</c:v>
                </c:pt>
                <c:pt idx="1789">
                  <c:v>111.77</c:v>
                </c:pt>
                <c:pt idx="1790">
                  <c:v>111.08</c:v>
                </c:pt>
                <c:pt idx="1791">
                  <c:v>111.52</c:v>
                </c:pt>
                <c:pt idx="1792">
                  <c:v>111.84</c:v>
                </c:pt>
                <c:pt idx="1793">
                  <c:v>111.6</c:v>
                </c:pt>
                <c:pt idx="1794">
                  <c:v>111.1</c:v>
                </c:pt>
                <c:pt idx="1795">
                  <c:v>111.45</c:v>
                </c:pt>
                <c:pt idx="1796">
                  <c:v>111.64</c:v>
                </c:pt>
                <c:pt idx="1797">
                  <c:v>111.5</c:v>
                </c:pt>
                <c:pt idx="1798">
                  <c:v>111.24</c:v>
                </c:pt>
                <c:pt idx="1799">
                  <c:v>111.5</c:v>
                </c:pt>
                <c:pt idx="1800">
                  <c:v>112.58</c:v>
                </c:pt>
                <c:pt idx="1801">
                  <c:v>112.45</c:v>
                </c:pt>
                <c:pt idx="1802">
                  <c:v>113.2</c:v>
                </c:pt>
                <c:pt idx="1803">
                  <c:v>113.69</c:v>
                </c:pt>
                <c:pt idx="1804">
                  <c:v>113.85</c:v>
                </c:pt>
                <c:pt idx="1805">
                  <c:v>114.57</c:v>
                </c:pt>
                <c:pt idx="1806">
                  <c:v>113.35</c:v>
                </c:pt>
                <c:pt idx="1807">
                  <c:v>113.02</c:v>
                </c:pt>
                <c:pt idx="1808">
                  <c:v>112.25</c:v>
                </c:pt>
                <c:pt idx="1809">
                  <c:v>112.98</c:v>
                </c:pt>
                <c:pt idx="1810">
                  <c:v>113.48</c:v>
                </c:pt>
                <c:pt idx="1811">
                  <c:v>113.34</c:v>
                </c:pt>
                <c:pt idx="1812">
                  <c:v>112.78</c:v>
                </c:pt>
                <c:pt idx="1813">
                  <c:v>113.15</c:v>
                </c:pt>
                <c:pt idx="1814">
                  <c:v>113.9</c:v>
                </c:pt>
                <c:pt idx="1815">
                  <c:v>113.82</c:v>
                </c:pt>
                <c:pt idx="1816">
                  <c:v>113.85</c:v>
                </c:pt>
                <c:pt idx="1817">
                  <c:v>113.59</c:v>
                </c:pt>
                <c:pt idx="1818">
                  <c:v>114.1</c:v>
                </c:pt>
                <c:pt idx="1819">
                  <c:v>114.3</c:v>
                </c:pt>
                <c:pt idx="1820">
                  <c:v>114.09</c:v>
                </c:pt>
                <c:pt idx="1821">
                  <c:v>114.5</c:v>
                </c:pt>
                <c:pt idx="1822">
                  <c:v>114.69</c:v>
                </c:pt>
                <c:pt idx="1823">
                  <c:v>114.85</c:v>
                </c:pt>
                <c:pt idx="1824">
                  <c:v>115.3</c:v>
                </c:pt>
                <c:pt idx="1825">
                  <c:v>116.21</c:v>
                </c:pt>
                <c:pt idx="1826">
                  <c:v>115.7</c:v>
                </c:pt>
                <c:pt idx="1827">
                  <c:v>115.89</c:v>
                </c:pt>
                <c:pt idx="1828">
                  <c:v>115.68</c:v>
                </c:pt>
                <c:pt idx="1829">
                  <c:v>116.44</c:v>
                </c:pt>
                <c:pt idx="1830">
                  <c:v>115.75</c:v>
                </c:pt>
                <c:pt idx="1831">
                  <c:v>115.25</c:v>
                </c:pt>
                <c:pt idx="1832">
                  <c:v>115.85</c:v>
                </c:pt>
                <c:pt idx="1833">
                  <c:v>116.37</c:v>
                </c:pt>
                <c:pt idx="1834">
                  <c:v>116.16</c:v>
                </c:pt>
                <c:pt idx="1835">
                  <c:v>116.48</c:v>
                </c:pt>
                <c:pt idx="1836">
                  <c:v>117.18</c:v>
                </c:pt>
                <c:pt idx="1837">
                  <c:v>116.73</c:v>
                </c:pt>
                <c:pt idx="1838">
                  <c:v>116.58</c:v>
                </c:pt>
                <c:pt idx="1839">
                  <c:v>117.39</c:v>
                </c:pt>
                <c:pt idx="1840">
                  <c:v>117.97</c:v>
                </c:pt>
                <c:pt idx="1841">
                  <c:v>117.99</c:v>
                </c:pt>
                <c:pt idx="1842">
                  <c:v>118.92</c:v>
                </c:pt>
                <c:pt idx="1843">
                  <c:v>119.13</c:v>
                </c:pt>
                <c:pt idx="1844">
                  <c:v>118.9</c:v>
                </c:pt>
                <c:pt idx="1845">
                  <c:v>119.58</c:v>
                </c:pt>
                <c:pt idx="1846">
                  <c:v>121.03</c:v>
                </c:pt>
                <c:pt idx="1847">
                  <c:v>122.07</c:v>
                </c:pt>
                <c:pt idx="1848">
                  <c:v>121.86</c:v>
                </c:pt>
                <c:pt idx="1849">
                  <c:v>121.3</c:v>
                </c:pt>
                <c:pt idx="1850">
                  <c:v>121.7</c:v>
                </c:pt>
                <c:pt idx="1851">
                  <c:v>122.48</c:v>
                </c:pt>
                <c:pt idx="1852">
                  <c:v>123.54</c:v>
                </c:pt>
                <c:pt idx="1853">
                  <c:v>123.89</c:v>
                </c:pt>
                <c:pt idx="1854">
                  <c:v>123.2</c:v>
                </c:pt>
                <c:pt idx="1855">
                  <c:v>122.85</c:v>
                </c:pt>
                <c:pt idx="1856">
                  <c:v>123.47</c:v>
                </c:pt>
                <c:pt idx="1857">
                  <c:v>124.3</c:v>
                </c:pt>
                <c:pt idx="1858">
                  <c:v>124.25</c:v>
                </c:pt>
                <c:pt idx="1859">
                  <c:v>124.28</c:v>
                </c:pt>
                <c:pt idx="1860">
                  <c:v>124.55</c:v>
                </c:pt>
                <c:pt idx="1861">
                  <c:v>124.04</c:v>
                </c:pt>
                <c:pt idx="1862">
                  <c:v>124.55</c:v>
                </c:pt>
                <c:pt idx="1863">
                  <c:v>122.51</c:v>
                </c:pt>
                <c:pt idx="1864">
                  <c:v>122.96</c:v>
                </c:pt>
                <c:pt idx="1865">
                  <c:v>122.24</c:v>
                </c:pt>
                <c:pt idx="1866">
                  <c:v>121.55</c:v>
                </c:pt>
                <c:pt idx="1867">
                  <c:v>122.18</c:v>
                </c:pt>
                <c:pt idx="1868">
                  <c:v>120.68</c:v>
                </c:pt>
                <c:pt idx="1869">
                  <c:v>120.38</c:v>
                </c:pt>
                <c:pt idx="1870">
                  <c:v>121.27</c:v>
                </c:pt>
                <c:pt idx="1871">
                  <c:v>122.15</c:v>
                </c:pt>
                <c:pt idx="1872">
                  <c:v>121.23</c:v>
                </c:pt>
                <c:pt idx="1873">
                  <c:v>121.05</c:v>
                </c:pt>
                <c:pt idx="1874">
                  <c:v>121.95</c:v>
                </c:pt>
                <c:pt idx="1875">
                  <c:v>121.65</c:v>
                </c:pt>
                <c:pt idx="1876">
                  <c:v>121.86</c:v>
                </c:pt>
                <c:pt idx="1877">
                  <c:v>122.25</c:v>
                </c:pt>
                <c:pt idx="1878">
                  <c:v>123.48</c:v>
                </c:pt>
                <c:pt idx="1879">
                  <c:v>123.53</c:v>
                </c:pt>
                <c:pt idx="1880">
                  <c:v>123.8</c:v>
                </c:pt>
                <c:pt idx="1881">
                  <c:v>122.51</c:v>
                </c:pt>
                <c:pt idx="1882">
                  <c:v>122.73</c:v>
                </c:pt>
                <c:pt idx="1883">
                  <c:v>123.73</c:v>
                </c:pt>
                <c:pt idx="1884">
                  <c:v>122.65</c:v>
                </c:pt>
                <c:pt idx="1885">
                  <c:v>123.01</c:v>
                </c:pt>
                <c:pt idx="1886">
                  <c:v>123.65</c:v>
                </c:pt>
                <c:pt idx="1887">
                  <c:v>124.05</c:v>
                </c:pt>
                <c:pt idx="1888">
                  <c:v>123.68</c:v>
                </c:pt>
                <c:pt idx="1889">
                  <c:v>123.94</c:v>
                </c:pt>
                <c:pt idx="1890">
                  <c:v>123.8</c:v>
                </c:pt>
                <c:pt idx="1891">
                  <c:v>121.93</c:v>
                </c:pt>
                <c:pt idx="1892">
                  <c:v>122.9</c:v>
                </c:pt>
                <c:pt idx="1893">
                  <c:v>122.63</c:v>
                </c:pt>
                <c:pt idx="1894">
                  <c:v>124.29</c:v>
                </c:pt>
                <c:pt idx="1895">
                  <c:v>125.72</c:v>
                </c:pt>
                <c:pt idx="1896">
                  <c:v>126.35</c:v>
                </c:pt>
                <c:pt idx="1897">
                  <c:v>126.86</c:v>
                </c:pt>
                <c:pt idx="1898">
                  <c:v>125.71</c:v>
                </c:pt>
                <c:pt idx="1899">
                  <c:v>125.88</c:v>
                </c:pt>
                <c:pt idx="1900">
                  <c:v>126.57</c:v>
                </c:pt>
                <c:pt idx="1901">
                  <c:v>126.05</c:v>
                </c:pt>
                <c:pt idx="1902">
                  <c:v>125.88</c:v>
                </c:pt>
                <c:pt idx="1903">
                  <c:v>125.95</c:v>
                </c:pt>
                <c:pt idx="1904">
                  <c:v>125.85</c:v>
                </c:pt>
                <c:pt idx="1905">
                  <c:v>125.39</c:v>
                </c:pt>
                <c:pt idx="1906">
                  <c:v>126.33</c:v>
                </c:pt>
                <c:pt idx="1907">
                  <c:v>126.08</c:v>
                </c:pt>
                <c:pt idx="1908">
                  <c:v>126.18</c:v>
                </c:pt>
                <c:pt idx="1909">
                  <c:v>126.46</c:v>
                </c:pt>
                <c:pt idx="1910">
                  <c:v>126.87</c:v>
                </c:pt>
                <c:pt idx="1911">
                  <c:v>126.85</c:v>
                </c:pt>
                <c:pt idx="1912">
                  <c:v>127.1</c:v>
                </c:pt>
                <c:pt idx="1913">
                  <c:v>126.55</c:v>
                </c:pt>
                <c:pt idx="1914">
                  <c:v>126.7</c:v>
                </c:pt>
                <c:pt idx="1915">
                  <c:v>126.68</c:v>
                </c:pt>
                <c:pt idx="1916">
                  <c:v>125.43</c:v>
                </c:pt>
                <c:pt idx="1917">
                  <c:v>125.16</c:v>
                </c:pt>
                <c:pt idx="1918">
                  <c:v>123.66</c:v>
                </c:pt>
                <c:pt idx="1919">
                  <c:v>120.05</c:v>
                </c:pt>
                <c:pt idx="1920">
                  <c:v>119.35</c:v>
                </c:pt>
                <c:pt idx="1921">
                  <c:v>118.46</c:v>
                </c:pt>
                <c:pt idx="1922">
                  <c:v>117.15</c:v>
                </c:pt>
                <c:pt idx="1923">
                  <c:v>115.89</c:v>
                </c:pt>
                <c:pt idx="1924">
                  <c:v>115.6</c:v>
                </c:pt>
                <c:pt idx="1925">
                  <c:v>115.63</c:v>
                </c:pt>
                <c:pt idx="1926">
                  <c:v>112.58</c:v>
                </c:pt>
                <c:pt idx="1927">
                  <c:v>114.28</c:v>
                </c:pt>
                <c:pt idx="1928">
                  <c:v>116.11</c:v>
                </c:pt>
                <c:pt idx="1929">
                  <c:v>115.65</c:v>
                </c:pt>
                <c:pt idx="1930">
                  <c:v>116.26</c:v>
                </c:pt>
                <c:pt idx="1931">
                  <c:v>116.68</c:v>
                </c:pt>
                <c:pt idx="1932">
                  <c:v>115.73</c:v>
                </c:pt>
                <c:pt idx="1933">
                  <c:v>116.28</c:v>
                </c:pt>
                <c:pt idx="1934">
                  <c:v>116.33</c:v>
                </c:pt>
                <c:pt idx="1935">
                  <c:v>116.63</c:v>
                </c:pt>
                <c:pt idx="1936">
                  <c:v>116.03</c:v>
                </c:pt>
                <c:pt idx="1937">
                  <c:v>116.38</c:v>
                </c:pt>
                <c:pt idx="1938">
                  <c:v>115.63</c:v>
                </c:pt>
                <c:pt idx="1939">
                  <c:v>114.3</c:v>
                </c:pt>
                <c:pt idx="1940">
                  <c:v>113</c:v>
                </c:pt>
                <c:pt idx="1941">
                  <c:v>112.28</c:v>
                </c:pt>
                <c:pt idx="1942">
                  <c:v>111.26</c:v>
                </c:pt>
                <c:pt idx="1943">
                  <c:v>114.33</c:v>
                </c:pt>
                <c:pt idx="1944">
                  <c:v>114.87</c:v>
                </c:pt>
                <c:pt idx="1945">
                  <c:v>113.21</c:v>
                </c:pt>
                <c:pt idx="1946">
                  <c:v>113.35</c:v>
                </c:pt>
                <c:pt idx="1947">
                  <c:v>113.53</c:v>
                </c:pt>
                <c:pt idx="1948">
                  <c:v>114.23</c:v>
                </c:pt>
                <c:pt idx="1949">
                  <c:v>114.78</c:v>
                </c:pt>
                <c:pt idx="1950">
                  <c:v>114.78</c:v>
                </c:pt>
                <c:pt idx="1951">
                  <c:v>114.83</c:v>
                </c:pt>
                <c:pt idx="1952">
                  <c:v>113.8</c:v>
                </c:pt>
                <c:pt idx="1953">
                  <c:v>113.18</c:v>
                </c:pt>
                <c:pt idx="1954">
                  <c:v>114.59</c:v>
                </c:pt>
                <c:pt idx="1955">
                  <c:v>114.58</c:v>
                </c:pt>
                <c:pt idx="1956">
                  <c:v>114.92</c:v>
                </c:pt>
                <c:pt idx="1957">
                  <c:v>114.43</c:v>
                </c:pt>
                <c:pt idx="1958">
                  <c:v>113.64</c:v>
                </c:pt>
                <c:pt idx="1959">
                  <c:v>113.53</c:v>
                </c:pt>
                <c:pt idx="1960">
                  <c:v>112.78</c:v>
                </c:pt>
                <c:pt idx="1961">
                  <c:v>113.27</c:v>
                </c:pt>
                <c:pt idx="1962">
                  <c:v>112.76</c:v>
                </c:pt>
                <c:pt idx="1963">
                  <c:v>113.12</c:v>
                </c:pt>
                <c:pt idx="1964">
                  <c:v>114.2</c:v>
                </c:pt>
                <c:pt idx="1965">
                  <c:v>113.7</c:v>
                </c:pt>
                <c:pt idx="1966">
                  <c:v>115.68</c:v>
                </c:pt>
                <c:pt idx="1967">
                  <c:v>115.6</c:v>
                </c:pt>
                <c:pt idx="1968">
                  <c:v>115.88</c:v>
                </c:pt>
                <c:pt idx="1969">
                  <c:v>115.47</c:v>
                </c:pt>
                <c:pt idx="1970">
                  <c:v>116.23</c:v>
                </c:pt>
                <c:pt idx="1971">
                  <c:v>115.18</c:v>
                </c:pt>
                <c:pt idx="1972">
                  <c:v>115.65</c:v>
                </c:pt>
                <c:pt idx="1973">
                  <c:v>116.09</c:v>
                </c:pt>
                <c:pt idx="1974">
                  <c:v>116.88</c:v>
                </c:pt>
                <c:pt idx="1975">
                  <c:v>117.83</c:v>
                </c:pt>
                <c:pt idx="1976">
                  <c:v>118.45</c:v>
                </c:pt>
                <c:pt idx="1977">
                  <c:v>118.23</c:v>
                </c:pt>
                <c:pt idx="1978">
                  <c:v>118.55</c:v>
                </c:pt>
                <c:pt idx="1979">
                  <c:v>118.43</c:v>
                </c:pt>
                <c:pt idx="1980">
                  <c:v>118.13</c:v>
                </c:pt>
                <c:pt idx="1981">
                  <c:v>119.38</c:v>
                </c:pt>
                <c:pt idx="1982">
                  <c:v>118.56</c:v>
                </c:pt>
                <c:pt idx="1983">
                  <c:v>118.5</c:v>
                </c:pt>
                <c:pt idx="1984">
                  <c:v>114.76</c:v>
                </c:pt>
                <c:pt idx="1985">
                  <c:v>116.14</c:v>
                </c:pt>
                <c:pt idx="1986">
                  <c:v>116.35</c:v>
                </c:pt>
                <c:pt idx="1987">
                  <c:v>115.75</c:v>
                </c:pt>
                <c:pt idx="1988">
                  <c:v>117.9</c:v>
                </c:pt>
                <c:pt idx="1989">
                  <c:v>117.4</c:v>
                </c:pt>
                <c:pt idx="1990">
                  <c:v>118.07</c:v>
                </c:pt>
                <c:pt idx="1991">
                  <c:v>118.23</c:v>
                </c:pt>
                <c:pt idx="1992">
                  <c:v>117.69</c:v>
                </c:pt>
                <c:pt idx="1993">
                  <c:v>117.17</c:v>
                </c:pt>
                <c:pt idx="1994">
                  <c:v>118.26</c:v>
                </c:pt>
                <c:pt idx="1995">
                  <c:v>118.77</c:v>
                </c:pt>
                <c:pt idx="1996">
                  <c:v>118.16</c:v>
                </c:pt>
                <c:pt idx="1997">
                  <c:v>118.9</c:v>
                </c:pt>
                <c:pt idx="1998">
                  <c:v>118.95</c:v>
                </c:pt>
                <c:pt idx="1999">
                  <c:v>120.95</c:v>
                </c:pt>
                <c:pt idx="2000">
                  <c:v>121.08</c:v>
                </c:pt>
                <c:pt idx="2001">
                  <c:v>121.52</c:v>
                </c:pt>
                <c:pt idx="2002">
                  <c:v>120.82</c:v>
                </c:pt>
                <c:pt idx="2003">
                  <c:v>121.08</c:v>
                </c:pt>
                <c:pt idx="2004">
                  <c:v>121.26</c:v>
                </c:pt>
                <c:pt idx="2005">
                  <c:v>121.16</c:v>
                </c:pt>
                <c:pt idx="2006">
                  <c:v>118.8</c:v>
                </c:pt>
                <c:pt idx="2007">
                  <c:v>119.22</c:v>
                </c:pt>
                <c:pt idx="2008">
                  <c:v>119.63</c:v>
                </c:pt>
                <c:pt idx="2009">
                  <c:v>121.02</c:v>
                </c:pt>
                <c:pt idx="2010">
                  <c:v>120.07</c:v>
                </c:pt>
                <c:pt idx="2011">
                  <c:v>121.17</c:v>
                </c:pt>
                <c:pt idx="2012">
                  <c:v>120.88</c:v>
                </c:pt>
                <c:pt idx="2013">
                  <c:v>121.85</c:v>
                </c:pt>
                <c:pt idx="2014">
                  <c:v>122.17</c:v>
                </c:pt>
                <c:pt idx="2015">
                  <c:v>121.76</c:v>
                </c:pt>
                <c:pt idx="2016">
                  <c:v>122.03</c:v>
                </c:pt>
                <c:pt idx="2017">
                  <c:v>120.35</c:v>
                </c:pt>
                <c:pt idx="2018">
                  <c:v>121.13</c:v>
                </c:pt>
                <c:pt idx="2019">
                  <c:v>121.26</c:v>
                </c:pt>
                <c:pt idx="2020">
                  <c:v>120.83</c:v>
                </c:pt>
                <c:pt idx="2021">
                  <c:v>120.51</c:v>
                </c:pt>
                <c:pt idx="2022">
                  <c:v>120.95</c:v>
                </c:pt>
                <c:pt idx="2023">
                  <c:v>121.7</c:v>
                </c:pt>
                <c:pt idx="2024">
                  <c:v>122.08</c:v>
                </c:pt>
                <c:pt idx="2025">
                  <c:v>121.98</c:v>
                </c:pt>
                <c:pt idx="2026">
                  <c:v>122.43</c:v>
                </c:pt>
                <c:pt idx="2027">
                  <c:v>121.13</c:v>
                </c:pt>
                <c:pt idx="2028">
                  <c:v>121.21</c:v>
                </c:pt>
                <c:pt idx="2029">
                  <c:v>120.1</c:v>
                </c:pt>
                <c:pt idx="2030">
                  <c:v>121.03</c:v>
                </c:pt>
                <c:pt idx="2031">
                  <c:v>121.46</c:v>
                </c:pt>
                <c:pt idx="2032">
                  <c:v>121.02</c:v>
                </c:pt>
                <c:pt idx="2033">
                  <c:v>119.76</c:v>
                </c:pt>
                <c:pt idx="2034">
                  <c:v>120.97</c:v>
                </c:pt>
                <c:pt idx="2035">
                  <c:v>121.15</c:v>
                </c:pt>
                <c:pt idx="2036">
                  <c:v>120.91</c:v>
                </c:pt>
                <c:pt idx="2037">
                  <c:v>120.65</c:v>
                </c:pt>
                <c:pt idx="2038">
                  <c:v>121.9</c:v>
                </c:pt>
                <c:pt idx="2039">
                  <c:v>121.93</c:v>
                </c:pt>
                <c:pt idx="2040">
                  <c:v>122.03</c:v>
                </c:pt>
                <c:pt idx="2041">
                  <c:v>120.73</c:v>
                </c:pt>
                <c:pt idx="2042">
                  <c:v>120.8</c:v>
                </c:pt>
                <c:pt idx="2043">
                  <c:v>119.99</c:v>
                </c:pt>
                <c:pt idx="2044">
                  <c:v>120.48</c:v>
                </c:pt>
                <c:pt idx="2045">
                  <c:v>121.4</c:v>
                </c:pt>
                <c:pt idx="2046">
                  <c:v>121.89</c:v>
                </c:pt>
                <c:pt idx="2047">
                  <c:v>123.13</c:v>
                </c:pt>
                <c:pt idx="2048">
                  <c:v>123.4</c:v>
                </c:pt>
                <c:pt idx="2049">
                  <c:v>124.26</c:v>
                </c:pt>
                <c:pt idx="2050">
                  <c:v>124.33</c:v>
                </c:pt>
                <c:pt idx="2051">
                  <c:v>124.86</c:v>
                </c:pt>
                <c:pt idx="2052">
                  <c:v>126.45</c:v>
                </c:pt>
                <c:pt idx="2053">
                  <c:v>125.73</c:v>
                </c:pt>
                <c:pt idx="2054">
                  <c:v>125.4</c:v>
                </c:pt>
                <c:pt idx="2055">
                  <c:v>125.78</c:v>
                </c:pt>
                <c:pt idx="2056">
                  <c:v>126.13</c:v>
                </c:pt>
                <c:pt idx="2057">
                  <c:v>126.91</c:v>
                </c:pt>
                <c:pt idx="2058">
                  <c:v>125.98</c:v>
                </c:pt>
                <c:pt idx="2059">
                  <c:v>126.37</c:v>
                </c:pt>
                <c:pt idx="2060">
                  <c:v>126.93</c:v>
                </c:pt>
                <c:pt idx="2061">
                  <c:v>127.36</c:v>
                </c:pt>
                <c:pt idx="2062">
                  <c:v>127.14</c:v>
                </c:pt>
                <c:pt idx="2063">
                  <c:v>126.87</c:v>
                </c:pt>
                <c:pt idx="2064">
                  <c:v>127.85</c:v>
                </c:pt>
                <c:pt idx="2065">
                  <c:v>128.68</c:v>
                </c:pt>
                <c:pt idx="2066">
                  <c:v>128.66</c:v>
                </c:pt>
                <c:pt idx="2067">
                  <c:v>128.65</c:v>
                </c:pt>
                <c:pt idx="2068">
                  <c:v>129.38</c:v>
                </c:pt>
                <c:pt idx="2069">
                  <c:v>130.32</c:v>
                </c:pt>
                <c:pt idx="2070">
                  <c:v>130.58000000000001</c:v>
                </c:pt>
                <c:pt idx="2071">
                  <c:v>129.74</c:v>
                </c:pt>
                <c:pt idx="2072">
                  <c:v>129.43</c:v>
                </c:pt>
                <c:pt idx="2073">
                  <c:v>129.65</c:v>
                </c:pt>
                <c:pt idx="2074">
                  <c:v>130.33000000000001</c:v>
                </c:pt>
                <c:pt idx="2075">
                  <c:v>130.88</c:v>
                </c:pt>
                <c:pt idx="2076">
                  <c:v>130.72999999999999</c:v>
                </c:pt>
                <c:pt idx="2077">
                  <c:v>127.13</c:v>
                </c:pt>
                <c:pt idx="2078">
                  <c:v>128.44999999999999</c:v>
                </c:pt>
                <c:pt idx="2079">
                  <c:v>129.4</c:v>
                </c:pt>
                <c:pt idx="2080">
                  <c:v>130.33000000000001</c:v>
                </c:pt>
                <c:pt idx="2081">
                  <c:v>129.51</c:v>
                </c:pt>
                <c:pt idx="2082">
                  <c:v>129.78</c:v>
                </c:pt>
                <c:pt idx="2083">
                  <c:v>130.03</c:v>
                </c:pt>
                <c:pt idx="2084">
                  <c:v>130.18</c:v>
                </c:pt>
                <c:pt idx="2085">
                  <c:v>129.61000000000001</c:v>
                </c:pt>
                <c:pt idx="2086">
                  <c:v>130.1</c:v>
                </c:pt>
                <c:pt idx="2087">
                  <c:v>130.59</c:v>
                </c:pt>
                <c:pt idx="2088">
                  <c:v>130.55000000000001</c:v>
                </c:pt>
                <c:pt idx="2089">
                  <c:v>132.32</c:v>
                </c:pt>
                <c:pt idx="2090">
                  <c:v>133.41999999999999</c:v>
                </c:pt>
                <c:pt idx="2091">
                  <c:v>134.18</c:v>
                </c:pt>
                <c:pt idx="2092">
                  <c:v>132.05000000000001</c:v>
                </c:pt>
                <c:pt idx="2093">
                  <c:v>132.55000000000001</c:v>
                </c:pt>
                <c:pt idx="2094">
                  <c:v>132.09</c:v>
                </c:pt>
                <c:pt idx="2095">
                  <c:v>132.63</c:v>
                </c:pt>
                <c:pt idx="2096">
                  <c:v>131.51</c:v>
                </c:pt>
                <c:pt idx="2097">
                  <c:v>130.9</c:v>
                </c:pt>
                <c:pt idx="2098">
                  <c:v>129.80000000000001</c:v>
                </c:pt>
                <c:pt idx="2099">
                  <c:v>129.35</c:v>
                </c:pt>
                <c:pt idx="2100">
                  <c:v>129.26</c:v>
                </c:pt>
                <c:pt idx="2101">
                  <c:v>128.38</c:v>
                </c:pt>
                <c:pt idx="2102">
                  <c:v>126.86</c:v>
                </c:pt>
                <c:pt idx="2103">
                  <c:v>127.37</c:v>
                </c:pt>
                <c:pt idx="2104">
                  <c:v>125.7</c:v>
                </c:pt>
                <c:pt idx="2105">
                  <c:v>126.68</c:v>
                </c:pt>
                <c:pt idx="2106">
                  <c:v>125.16</c:v>
                </c:pt>
                <c:pt idx="2107">
                  <c:v>124.98</c:v>
                </c:pt>
                <c:pt idx="2108">
                  <c:v>125.85</c:v>
                </c:pt>
                <c:pt idx="2109">
                  <c:v>127.05</c:v>
                </c:pt>
                <c:pt idx="2110">
                  <c:v>126.28</c:v>
                </c:pt>
                <c:pt idx="2111">
                  <c:v>125.83</c:v>
                </c:pt>
                <c:pt idx="2112">
                  <c:v>123.7</c:v>
                </c:pt>
                <c:pt idx="2113">
                  <c:v>123.58</c:v>
                </c:pt>
                <c:pt idx="2114">
                  <c:v>124.15</c:v>
                </c:pt>
                <c:pt idx="2115">
                  <c:v>124.28</c:v>
                </c:pt>
                <c:pt idx="2116">
                  <c:v>123.27</c:v>
                </c:pt>
                <c:pt idx="2117">
                  <c:v>123.53</c:v>
                </c:pt>
                <c:pt idx="2118">
                  <c:v>124.69</c:v>
                </c:pt>
                <c:pt idx="2119">
                  <c:v>125.17</c:v>
                </c:pt>
                <c:pt idx="2120">
                  <c:v>126.07</c:v>
                </c:pt>
                <c:pt idx="2121">
                  <c:v>126.58</c:v>
                </c:pt>
                <c:pt idx="2122">
                  <c:v>126.5</c:v>
                </c:pt>
                <c:pt idx="2123">
                  <c:v>125.91</c:v>
                </c:pt>
                <c:pt idx="2124">
                  <c:v>127.8</c:v>
                </c:pt>
                <c:pt idx="2125">
                  <c:v>127.95</c:v>
                </c:pt>
                <c:pt idx="2126">
                  <c:v>127.97</c:v>
                </c:pt>
                <c:pt idx="2127">
                  <c:v>128.43</c:v>
                </c:pt>
                <c:pt idx="2128">
                  <c:v>127.25</c:v>
                </c:pt>
                <c:pt idx="2129">
                  <c:v>126.1</c:v>
                </c:pt>
                <c:pt idx="2130">
                  <c:v>125.62</c:v>
                </c:pt>
                <c:pt idx="2131">
                  <c:v>126.21</c:v>
                </c:pt>
                <c:pt idx="2132">
                  <c:v>126.63</c:v>
                </c:pt>
                <c:pt idx="2133">
                  <c:v>127.78</c:v>
                </c:pt>
                <c:pt idx="2134">
                  <c:v>127.77</c:v>
                </c:pt>
                <c:pt idx="2135">
                  <c:v>127.65</c:v>
                </c:pt>
                <c:pt idx="2136">
                  <c:v>127.38</c:v>
                </c:pt>
                <c:pt idx="2137">
                  <c:v>129.19999999999999</c:v>
                </c:pt>
                <c:pt idx="2138">
                  <c:v>128.86000000000001</c:v>
                </c:pt>
                <c:pt idx="2139">
                  <c:v>127.85</c:v>
                </c:pt>
                <c:pt idx="2140">
                  <c:v>129.53</c:v>
                </c:pt>
                <c:pt idx="2141">
                  <c:v>128.88999999999999</c:v>
                </c:pt>
                <c:pt idx="2142">
                  <c:v>130.04</c:v>
                </c:pt>
                <c:pt idx="2143">
                  <c:v>130.66999999999999</c:v>
                </c:pt>
                <c:pt idx="2144">
                  <c:v>130.35</c:v>
                </c:pt>
                <c:pt idx="2145">
                  <c:v>130.46</c:v>
                </c:pt>
                <c:pt idx="2146">
                  <c:v>130.29</c:v>
                </c:pt>
                <c:pt idx="2147">
                  <c:v>128.91999999999999</c:v>
                </c:pt>
                <c:pt idx="2148">
                  <c:v>128.41</c:v>
                </c:pt>
                <c:pt idx="2149">
                  <c:v>130.25</c:v>
                </c:pt>
                <c:pt idx="2150">
                  <c:v>131.97</c:v>
                </c:pt>
                <c:pt idx="2151">
                  <c:v>133.07</c:v>
                </c:pt>
                <c:pt idx="2152">
                  <c:v>133.63</c:v>
                </c:pt>
                <c:pt idx="2153">
                  <c:v>133.75</c:v>
                </c:pt>
                <c:pt idx="2154">
                  <c:v>135.15</c:v>
                </c:pt>
                <c:pt idx="2155">
                  <c:v>134.71</c:v>
                </c:pt>
                <c:pt idx="2156">
                  <c:v>133.44999999999999</c:v>
                </c:pt>
                <c:pt idx="2157">
                  <c:v>131.21</c:v>
                </c:pt>
                <c:pt idx="2158">
                  <c:v>131.47999999999999</c:v>
                </c:pt>
                <c:pt idx="2159">
                  <c:v>128.65</c:v>
                </c:pt>
                <c:pt idx="2160">
                  <c:v>129.63</c:v>
                </c:pt>
                <c:pt idx="2161">
                  <c:v>129.5</c:v>
                </c:pt>
                <c:pt idx="2162">
                  <c:v>130.35</c:v>
                </c:pt>
                <c:pt idx="2163">
                  <c:v>131.77000000000001</c:v>
                </c:pt>
                <c:pt idx="2164">
                  <c:v>131.79</c:v>
                </c:pt>
                <c:pt idx="2165">
                  <c:v>132.12</c:v>
                </c:pt>
                <c:pt idx="2166">
                  <c:v>131.30000000000001</c:v>
                </c:pt>
                <c:pt idx="2167">
                  <c:v>130.51</c:v>
                </c:pt>
                <c:pt idx="2168">
                  <c:v>129.85</c:v>
                </c:pt>
                <c:pt idx="2169">
                  <c:v>131.30000000000001</c:v>
                </c:pt>
                <c:pt idx="2170">
                  <c:v>132.18</c:v>
                </c:pt>
                <c:pt idx="2171">
                  <c:v>132.12</c:v>
                </c:pt>
                <c:pt idx="2172">
                  <c:v>132.32</c:v>
                </c:pt>
                <c:pt idx="2173">
                  <c:v>132.87</c:v>
                </c:pt>
                <c:pt idx="2174">
                  <c:v>133.44</c:v>
                </c:pt>
                <c:pt idx="2175">
                  <c:v>133.03</c:v>
                </c:pt>
                <c:pt idx="2176">
                  <c:v>131.58000000000001</c:v>
                </c:pt>
                <c:pt idx="2177">
                  <c:v>133.16999999999999</c:v>
                </c:pt>
                <c:pt idx="2178">
                  <c:v>133.32</c:v>
                </c:pt>
                <c:pt idx="2179">
                  <c:v>132.94999999999999</c:v>
                </c:pt>
                <c:pt idx="2180">
                  <c:v>132.88</c:v>
                </c:pt>
                <c:pt idx="2181">
                  <c:v>133.97999999999999</c:v>
                </c:pt>
                <c:pt idx="2182">
                  <c:v>134.13</c:v>
                </c:pt>
                <c:pt idx="2183">
                  <c:v>133.63</c:v>
                </c:pt>
                <c:pt idx="2184">
                  <c:v>134.66</c:v>
                </c:pt>
                <c:pt idx="2185">
                  <c:v>135.94999999999999</c:v>
                </c:pt>
                <c:pt idx="2186">
                  <c:v>136.26</c:v>
                </c:pt>
                <c:pt idx="2187">
                  <c:v>136.08000000000001</c:v>
                </c:pt>
                <c:pt idx="2188">
                  <c:v>134.97</c:v>
                </c:pt>
                <c:pt idx="2189">
                  <c:v>135.97</c:v>
                </c:pt>
                <c:pt idx="2190">
                  <c:v>136.99</c:v>
                </c:pt>
                <c:pt idx="2191">
                  <c:v>137.86000000000001</c:v>
                </c:pt>
                <c:pt idx="2192">
                  <c:v>137.44999999999999</c:v>
                </c:pt>
                <c:pt idx="2193">
                  <c:v>138.62</c:v>
                </c:pt>
                <c:pt idx="2194">
                  <c:v>138.80000000000001</c:v>
                </c:pt>
                <c:pt idx="2195">
                  <c:v>139.66999999999999</c:v>
                </c:pt>
                <c:pt idx="2196">
                  <c:v>138.75</c:v>
                </c:pt>
                <c:pt idx="2197">
                  <c:v>138.69999999999999</c:v>
                </c:pt>
                <c:pt idx="2198">
                  <c:v>138.49</c:v>
                </c:pt>
                <c:pt idx="2199">
                  <c:v>139.77000000000001</c:v>
                </c:pt>
                <c:pt idx="2200">
                  <c:v>140.78</c:v>
                </c:pt>
                <c:pt idx="2201">
                  <c:v>140.32</c:v>
                </c:pt>
                <c:pt idx="2202">
                  <c:v>140.57</c:v>
                </c:pt>
                <c:pt idx="2203">
                  <c:v>144.05000000000001</c:v>
                </c:pt>
                <c:pt idx="2204">
                  <c:v>144.19999999999999</c:v>
                </c:pt>
                <c:pt idx="2205">
                  <c:v>146.15</c:v>
                </c:pt>
                <c:pt idx="2206">
                  <c:v>143.18</c:v>
                </c:pt>
                <c:pt idx="2207">
                  <c:v>136.75</c:v>
                </c:pt>
                <c:pt idx="2208">
                  <c:v>137.85</c:v>
                </c:pt>
                <c:pt idx="2209">
                  <c:v>137.02000000000001</c:v>
                </c:pt>
                <c:pt idx="2210">
                  <c:v>137.96</c:v>
                </c:pt>
                <c:pt idx="2211">
                  <c:v>139.26</c:v>
                </c:pt>
                <c:pt idx="2212">
                  <c:v>141.05000000000001</c:v>
                </c:pt>
                <c:pt idx="2213">
                  <c:v>142.25</c:v>
                </c:pt>
                <c:pt idx="2214">
                  <c:v>142.21</c:v>
                </c:pt>
                <c:pt idx="2215">
                  <c:v>142</c:v>
                </c:pt>
                <c:pt idx="2216">
                  <c:v>138.78</c:v>
                </c:pt>
                <c:pt idx="2217">
                  <c:v>137.91</c:v>
                </c:pt>
                <c:pt idx="2218">
                  <c:v>140.71</c:v>
                </c:pt>
                <c:pt idx="2219">
                  <c:v>139.4</c:v>
                </c:pt>
                <c:pt idx="2220">
                  <c:v>140.13999999999999</c:v>
                </c:pt>
                <c:pt idx="2221">
                  <c:v>138.66999999999999</c:v>
                </c:pt>
                <c:pt idx="2222">
                  <c:v>139.4</c:v>
                </c:pt>
                <c:pt idx="2223">
                  <c:v>141.1</c:v>
                </c:pt>
                <c:pt idx="2224">
                  <c:v>141.4</c:v>
                </c:pt>
                <c:pt idx="2225">
                  <c:v>141.13999999999999</c:v>
                </c:pt>
                <c:pt idx="2226">
                  <c:v>140</c:v>
                </c:pt>
                <c:pt idx="2227">
                  <c:v>140.68</c:v>
                </c:pt>
                <c:pt idx="2228">
                  <c:v>140.22</c:v>
                </c:pt>
                <c:pt idx="2229">
                  <c:v>139.63</c:v>
                </c:pt>
                <c:pt idx="2230">
                  <c:v>139.03</c:v>
                </c:pt>
                <c:pt idx="2231">
                  <c:v>140.33000000000001</c:v>
                </c:pt>
                <c:pt idx="2232">
                  <c:v>141.11000000000001</c:v>
                </c:pt>
                <c:pt idx="2233">
                  <c:v>141.31</c:v>
                </c:pt>
                <c:pt idx="2234">
                  <c:v>141.69999999999999</c:v>
                </c:pt>
                <c:pt idx="2235">
                  <c:v>142.47999999999999</c:v>
                </c:pt>
                <c:pt idx="2236">
                  <c:v>141.13999999999999</c:v>
                </c:pt>
                <c:pt idx="2237">
                  <c:v>142.4</c:v>
                </c:pt>
                <c:pt idx="2238">
                  <c:v>143.83000000000001</c:v>
                </c:pt>
                <c:pt idx="2239">
                  <c:v>144.66</c:v>
                </c:pt>
                <c:pt idx="2240">
                  <c:v>145.53</c:v>
                </c:pt>
                <c:pt idx="2241">
                  <c:v>144.87</c:v>
                </c:pt>
                <c:pt idx="2242">
                  <c:v>144.01</c:v>
                </c:pt>
                <c:pt idx="2243">
                  <c:v>144.38</c:v>
                </c:pt>
                <c:pt idx="2244">
                  <c:v>146.22</c:v>
                </c:pt>
                <c:pt idx="2245">
                  <c:v>146.31</c:v>
                </c:pt>
                <c:pt idx="2246">
                  <c:v>147.26</c:v>
                </c:pt>
                <c:pt idx="2247">
                  <c:v>146.18</c:v>
                </c:pt>
                <c:pt idx="2248">
                  <c:v>145.03</c:v>
                </c:pt>
                <c:pt idx="2249">
                  <c:v>146.38</c:v>
                </c:pt>
                <c:pt idx="2250">
                  <c:v>146.07</c:v>
                </c:pt>
                <c:pt idx="2251">
                  <c:v>144.93</c:v>
                </c:pt>
                <c:pt idx="2252">
                  <c:v>143.85</c:v>
                </c:pt>
                <c:pt idx="2253">
                  <c:v>142.91</c:v>
                </c:pt>
                <c:pt idx="2254">
                  <c:v>144.65</c:v>
                </c:pt>
                <c:pt idx="2255">
                  <c:v>143.72999999999999</c:v>
                </c:pt>
                <c:pt idx="2256">
                  <c:v>144.13999999999999</c:v>
                </c:pt>
                <c:pt idx="2257">
                  <c:v>144.13999999999999</c:v>
                </c:pt>
                <c:pt idx="2258">
                  <c:v>141.99</c:v>
                </c:pt>
                <c:pt idx="2259">
                  <c:v>141.80000000000001</c:v>
                </c:pt>
                <c:pt idx="2260">
                  <c:v>139.30000000000001</c:v>
                </c:pt>
                <c:pt idx="2261">
                  <c:v>136.71</c:v>
                </c:pt>
                <c:pt idx="2262">
                  <c:v>138.32</c:v>
                </c:pt>
                <c:pt idx="2263">
                  <c:v>134.35</c:v>
                </c:pt>
                <c:pt idx="2264">
                  <c:v>133.53</c:v>
                </c:pt>
                <c:pt idx="2265">
                  <c:v>131.9</c:v>
                </c:pt>
                <c:pt idx="2266">
                  <c:v>132.11000000000001</c:v>
                </c:pt>
                <c:pt idx="2267">
                  <c:v>136.29</c:v>
                </c:pt>
                <c:pt idx="2268">
                  <c:v>134.58000000000001</c:v>
                </c:pt>
                <c:pt idx="2269">
                  <c:v>130.94999999999999</c:v>
                </c:pt>
                <c:pt idx="2270">
                  <c:v>132.13</c:v>
                </c:pt>
                <c:pt idx="2271">
                  <c:v>134</c:v>
                </c:pt>
                <c:pt idx="2272">
                  <c:v>134.15</c:v>
                </c:pt>
                <c:pt idx="2273">
                  <c:v>131.87</c:v>
                </c:pt>
                <c:pt idx="2274">
                  <c:v>132.75</c:v>
                </c:pt>
                <c:pt idx="2275">
                  <c:v>134.57</c:v>
                </c:pt>
                <c:pt idx="2276">
                  <c:v>135.52000000000001</c:v>
                </c:pt>
                <c:pt idx="2277">
                  <c:v>135.63</c:v>
                </c:pt>
                <c:pt idx="2278">
                  <c:v>134.88999999999999</c:v>
                </c:pt>
                <c:pt idx="2279">
                  <c:v>136.15</c:v>
                </c:pt>
                <c:pt idx="2280">
                  <c:v>135.93</c:v>
                </c:pt>
                <c:pt idx="2281">
                  <c:v>134.4</c:v>
                </c:pt>
                <c:pt idx="2282">
                  <c:v>136.46</c:v>
                </c:pt>
                <c:pt idx="2283">
                  <c:v>135.94999999999999</c:v>
                </c:pt>
                <c:pt idx="2284">
                  <c:v>135.5</c:v>
                </c:pt>
                <c:pt idx="2285">
                  <c:v>134.30000000000001</c:v>
                </c:pt>
                <c:pt idx="2286">
                  <c:v>130.03</c:v>
                </c:pt>
                <c:pt idx="2287">
                  <c:v>121.3</c:v>
                </c:pt>
                <c:pt idx="2288">
                  <c:v>118.85</c:v>
                </c:pt>
                <c:pt idx="2289">
                  <c:v>116.65</c:v>
                </c:pt>
                <c:pt idx="2290">
                  <c:v>117.45</c:v>
                </c:pt>
                <c:pt idx="2291">
                  <c:v>119.28</c:v>
                </c:pt>
                <c:pt idx="2292">
                  <c:v>118.79</c:v>
                </c:pt>
                <c:pt idx="2293">
                  <c:v>115.8</c:v>
                </c:pt>
                <c:pt idx="2294">
                  <c:v>115.27</c:v>
                </c:pt>
                <c:pt idx="2295">
                  <c:v>114.4</c:v>
                </c:pt>
                <c:pt idx="2296">
                  <c:v>116.2</c:v>
                </c:pt>
                <c:pt idx="2297">
                  <c:v>117.13</c:v>
                </c:pt>
                <c:pt idx="2298">
                  <c:v>117.45</c:v>
                </c:pt>
                <c:pt idx="2299">
                  <c:v>118.07</c:v>
                </c:pt>
                <c:pt idx="2300">
                  <c:v>119.45</c:v>
                </c:pt>
                <c:pt idx="2301">
                  <c:v>118.03</c:v>
                </c:pt>
                <c:pt idx="2302">
                  <c:v>117.83</c:v>
                </c:pt>
                <c:pt idx="2303">
                  <c:v>116.92</c:v>
                </c:pt>
                <c:pt idx="2304">
                  <c:v>115.98</c:v>
                </c:pt>
                <c:pt idx="2305">
                  <c:v>114.76</c:v>
                </c:pt>
                <c:pt idx="2306">
                  <c:v>115.16</c:v>
                </c:pt>
                <c:pt idx="2307">
                  <c:v>116.96</c:v>
                </c:pt>
                <c:pt idx="2308">
                  <c:v>118.13</c:v>
                </c:pt>
                <c:pt idx="2309">
                  <c:v>119</c:v>
                </c:pt>
                <c:pt idx="2310">
                  <c:v>121.88</c:v>
                </c:pt>
                <c:pt idx="2311">
                  <c:v>122.07</c:v>
                </c:pt>
                <c:pt idx="2312">
                  <c:v>121.67</c:v>
                </c:pt>
                <c:pt idx="2313">
                  <c:v>121.99</c:v>
                </c:pt>
                <c:pt idx="2314">
                  <c:v>122.77</c:v>
                </c:pt>
                <c:pt idx="2315">
                  <c:v>120.41</c:v>
                </c:pt>
                <c:pt idx="2316">
                  <c:v>120.95</c:v>
                </c:pt>
                <c:pt idx="2317">
                  <c:v>121.98</c:v>
                </c:pt>
                <c:pt idx="2318">
                  <c:v>119.93</c:v>
                </c:pt>
                <c:pt idx="2319">
                  <c:v>120.4</c:v>
                </c:pt>
                <c:pt idx="2320">
                  <c:v>121.14</c:v>
                </c:pt>
                <c:pt idx="2321">
                  <c:v>121.16</c:v>
                </c:pt>
                <c:pt idx="2322">
                  <c:v>121.75</c:v>
                </c:pt>
                <c:pt idx="2323">
                  <c:v>122.23</c:v>
                </c:pt>
                <c:pt idx="2324">
                  <c:v>123.05</c:v>
                </c:pt>
                <c:pt idx="2325">
                  <c:v>122.94</c:v>
                </c:pt>
                <c:pt idx="2326">
                  <c:v>121.88</c:v>
                </c:pt>
                <c:pt idx="2327">
                  <c:v>119.97</c:v>
                </c:pt>
                <c:pt idx="2328">
                  <c:v>117.95</c:v>
                </c:pt>
                <c:pt idx="2329">
                  <c:v>118.72</c:v>
                </c:pt>
                <c:pt idx="2330">
                  <c:v>120.05</c:v>
                </c:pt>
                <c:pt idx="2331">
                  <c:v>119.03</c:v>
                </c:pt>
                <c:pt idx="2332">
                  <c:v>117.93</c:v>
                </c:pt>
                <c:pt idx="2333">
                  <c:v>117.11</c:v>
                </c:pt>
                <c:pt idx="2334">
                  <c:v>116.35</c:v>
                </c:pt>
                <c:pt idx="2335">
                  <c:v>115.66</c:v>
                </c:pt>
                <c:pt idx="2336">
                  <c:v>116.73</c:v>
                </c:pt>
                <c:pt idx="2337">
                  <c:v>116.75</c:v>
                </c:pt>
                <c:pt idx="2338">
                  <c:v>116.36</c:v>
                </c:pt>
                <c:pt idx="2339">
                  <c:v>115.65</c:v>
                </c:pt>
                <c:pt idx="2340">
                  <c:v>115.82</c:v>
                </c:pt>
                <c:pt idx="2341">
                  <c:v>116.6</c:v>
                </c:pt>
                <c:pt idx="2342">
                  <c:v>115.83</c:v>
                </c:pt>
                <c:pt idx="2343">
                  <c:v>116</c:v>
                </c:pt>
                <c:pt idx="2344">
                  <c:v>116.23</c:v>
                </c:pt>
                <c:pt idx="2345">
                  <c:v>116.03</c:v>
                </c:pt>
                <c:pt idx="2346">
                  <c:v>115.58</c:v>
                </c:pt>
                <c:pt idx="2347">
                  <c:v>114.96</c:v>
                </c:pt>
                <c:pt idx="2348">
                  <c:v>113.6</c:v>
                </c:pt>
                <c:pt idx="2349">
                  <c:v>113.6</c:v>
                </c:pt>
                <c:pt idx="2350">
                  <c:v>112.02</c:v>
                </c:pt>
                <c:pt idx="2351">
                  <c:v>111.58</c:v>
                </c:pt>
                <c:pt idx="2352">
                  <c:v>112.88</c:v>
                </c:pt>
                <c:pt idx="2353">
                  <c:v>111.31</c:v>
                </c:pt>
                <c:pt idx="2354">
                  <c:v>110.85</c:v>
                </c:pt>
                <c:pt idx="2355">
                  <c:v>108.89</c:v>
                </c:pt>
                <c:pt idx="2356">
                  <c:v>112.59</c:v>
                </c:pt>
                <c:pt idx="2357">
                  <c:v>113.36</c:v>
                </c:pt>
                <c:pt idx="2358">
                  <c:v>113.58</c:v>
                </c:pt>
                <c:pt idx="2359">
                  <c:v>114.15</c:v>
                </c:pt>
                <c:pt idx="2360">
                  <c:v>114.23</c:v>
                </c:pt>
                <c:pt idx="2361">
                  <c:v>113.47</c:v>
                </c:pt>
                <c:pt idx="2362">
                  <c:v>113.09</c:v>
                </c:pt>
                <c:pt idx="2363">
                  <c:v>113.83</c:v>
                </c:pt>
                <c:pt idx="2364">
                  <c:v>114.57</c:v>
                </c:pt>
                <c:pt idx="2365">
                  <c:v>113.86</c:v>
                </c:pt>
                <c:pt idx="2366">
                  <c:v>113.87</c:v>
                </c:pt>
                <c:pt idx="2367">
                  <c:v>115.64</c:v>
                </c:pt>
                <c:pt idx="2368">
                  <c:v>116.33</c:v>
                </c:pt>
                <c:pt idx="2369">
                  <c:v>116.33</c:v>
                </c:pt>
                <c:pt idx="2370">
                  <c:v>114.95</c:v>
                </c:pt>
                <c:pt idx="2371">
                  <c:v>111.98</c:v>
                </c:pt>
                <c:pt idx="2372">
                  <c:v>112.99</c:v>
                </c:pt>
                <c:pt idx="2373">
                  <c:v>112.07</c:v>
                </c:pt>
                <c:pt idx="2374">
                  <c:v>113.13</c:v>
                </c:pt>
                <c:pt idx="2375">
                  <c:v>114.55</c:v>
                </c:pt>
                <c:pt idx="2376">
                  <c:v>114.08</c:v>
                </c:pt>
                <c:pt idx="2377">
                  <c:v>114.36</c:v>
                </c:pt>
                <c:pt idx="2378">
                  <c:v>114.63</c:v>
                </c:pt>
                <c:pt idx="2379">
                  <c:v>114.25</c:v>
                </c:pt>
                <c:pt idx="2380">
                  <c:v>115.72</c:v>
                </c:pt>
                <c:pt idx="2381">
                  <c:v>118.57</c:v>
                </c:pt>
                <c:pt idx="2382">
                  <c:v>118.83</c:v>
                </c:pt>
                <c:pt idx="2383">
                  <c:v>119.67</c:v>
                </c:pt>
                <c:pt idx="2384">
                  <c:v>121.3</c:v>
                </c:pt>
                <c:pt idx="2385">
                  <c:v>121.28</c:v>
                </c:pt>
                <c:pt idx="2386">
                  <c:v>120.8</c:v>
                </c:pt>
                <c:pt idx="2387">
                  <c:v>121.45</c:v>
                </c:pt>
                <c:pt idx="2388">
                  <c:v>119.84</c:v>
                </c:pt>
                <c:pt idx="2389">
                  <c:v>119.2</c:v>
                </c:pt>
                <c:pt idx="2390">
                  <c:v>119.7</c:v>
                </c:pt>
                <c:pt idx="2391">
                  <c:v>120.11</c:v>
                </c:pt>
                <c:pt idx="2392">
                  <c:v>121.77</c:v>
                </c:pt>
                <c:pt idx="2393">
                  <c:v>123.44</c:v>
                </c:pt>
                <c:pt idx="2394">
                  <c:v>122.73</c:v>
                </c:pt>
                <c:pt idx="2395">
                  <c:v>121.8</c:v>
                </c:pt>
                <c:pt idx="2396">
                  <c:v>121.17</c:v>
                </c:pt>
                <c:pt idx="2397">
                  <c:v>119.79</c:v>
                </c:pt>
                <c:pt idx="2398">
                  <c:v>119.19</c:v>
                </c:pt>
                <c:pt idx="2399">
                  <c:v>118.7</c:v>
                </c:pt>
                <c:pt idx="2400">
                  <c:v>117.95</c:v>
                </c:pt>
                <c:pt idx="2401">
                  <c:v>117.52</c:v>
                </c:pt>
                <c:pt idx="2402">
                  <c:v>118.28</c:v>
                </c:pt>
                <c:pt idx="2403">
                  <c:v>117.47</c:v>
                </c:pt>
                <c:pt idx="2404">
                  <c:v>117.14</c:v>
                </c:pt>
                <c:pt idx="2405">
                  <c:v>118.33</c:v>
                </c:pt>
                <c:pt idx="2406">
                  <c:v>118.16</c:v>
                </c:pt>
                <c:pt idx="2407">
                  <c:v>118.09</c:v>
                </c:pt>
                <c:pt idx="2408">
                  <c:v>118.21</c:v>
                </c:pt>
                <c:pt idx="2409">
                  <c:v>120.3</c:v>
                </c:pt>
                <c:pt idx="2410">
                  <c:v>120.27</c:v>
                </c:pt>
                <c:pt idx="2411">
                  <c:v>120.28</c:v>
                </c:pt>
                <c:pt idx="2412">
                  <c:v>118.9</c:v>
                </c:pt>
                <c:pt idx="2413">
                  <c:v>120.77</c:v>
                </c:pt>
                <c:pt idx="2414">
                  <c:v>120.52</c:v>
                </c:pt>
                <c:pt idx="2415">
                  <c:v>121.78</c:v>
                </c:pt>
                <c:pt idx="2416">
                  <c:v>120.58</c:v>
                </c:pt>
                <c:pt idx="2417">
                  <c:v>121.38</c:v>
                </c:pt>
                <c:pt idx="2418">
                  <c:v>121.17</c:v>
                </c:pt>
                <c:pt idx="2419">
                  <c:v>121</c:v>
                </c:pt>
                <c:pt idx="2420">
                  <c:v>120.37</c:v>
                </c:pt>
                <c:pt idx="2421">
                  <c:v>119.78</c:v>
                </c:pt>
                <c:pt idx="2422">
                  <c:v>118.75</c:v>
                </c:pt>
                <c:pt idx="2423">
                  <c:v>119.15</c:v>
                </c:pt>
                <c:pt idx="2424">
                  <c:v>117.84</c:v>
                </c:pt>
                <c:pt idx="2425">
                  <c:v>117.6</c:v>
                </c:pt>
                <c:pt idx="2426">
                  <c:v>118.95</c:v>
                </c:pt>
                <c:pt idx="2427">
                  <c:v>119.85</c:v>
                </c:pt>
                <c:pt idx="2428">
                  <c:v>119.53</c:v>
                </c:pt>
                <c:pt idx="2429">
                  <c:v>119.13</c:v>
                </c:pt>
                <c:pt idx="2430">
                  <c:v>119.25</c:v>
                </c:pt>
                <c:pt idx="2431">
                  <c:v>120.29</c:v>
                </c:pt>
                <c:pt idx="2432">
                  <c:v>119.1</c:v>
                </c:pt>
                <c:pt idx="2433">
                  <c:v>119.18</c:v>
                </c:pt>
                <c:pt idx="2434">
                  <c:v>119.48</c:v>
                </c:pt>
                <c:pt idx="2435">
                  <c:v>120.31</c:v>
                </c:pt>
                <c:pt idx="2436">
                  <c:v>120.82</c:v>
                </c:pt>
                <c:pt idx="2437">
                  <c:v>120.47</c:v>
                </c:pt>
                <c:pt idx="2438">
                  <c:v>120.58</c:v>
                </c:pt>
                <c:pt idx="2439">
                  <c:v>120.81</c:v>
                </c:pt>
                <c:pt idx="2440">
                  <c:v>120.55</c:v>
                </c:pt>
                <c:pt idx="2441">
                  <c:v>120.95</c:v>
                </c:pt>
                <c:pt idx="2442">
                  <c:v>120.94</c:v>
                </c:pt>
                <c:pt idx="2443">
                  <c:v>121.78</c:v>
                </c:pt>
                <c:pt idx="2444">
                  <c:v>122.84</c:v>
                </c:pt>
                <c:pt idx="2445">
                  <c:v>123.57</c:v>
                </c:pt>
                <c:pt idx="2446">
                  <c:v>123.32</c:v>
                </c:pt>
                <c:pt idx="2447">
                  <c:v>124.3</c:v>
                </c:pt>
                <c:pt idx="2448">
                  <c:v>124.33</c:v>
                </c:pt>
                <c:pt idx="2449">
                  <c:v>124</c:v>
                </c:pt>
                <c:pt idx="2450">
                  <c:v>123.2</c:v>
                </c:pt>
                <c:pt idx="2451">
                  <c:v>122.25</c:v>
                </c:pt>
                <c:pt idx="2452">
                  <c:v>122.38</c:v>
                </c:pt>
                <c:pt idx="2453">
                  <c:v>120.15</c:v>
                </c:pt>
                <c:pt idx="2454">
                  <c:v>121.56</c:v>
                </c:pt>
                <c:pt idx="2455">
                  <c:v>121.8</c:v>
                </c:pt>
                <c:pt idx="2456">
                  <c:v>120.73</c:v>
                </c:pt>
                <c:pt idx="2457">
                  <c:v>121.49</c:v>
                </c:pt>
                <c:pt idx="2458">
                  <c:v>121.5</c:v>
                </c:pt>
                <c:pt idx="2459">
                  <c:v>122.24</c:v>
                </c:pt>
                <c:pt idx="2460">
                  <c:v>120.8</c:v>
                </c:pt>
                <c:pt idx="2461">
                  <c:v>119.23</c:v>
                </c:pt>
                <c:pt idx="2462">
                  <c:v>119.12</c:v>
                </c:pt>
                <c:pt idx="2463">
                  <c:v>118.96</c:v>
                </c:pt>
                <c:pt idx="2464">
                  <c:v>117.9</c:v>
                </c:pt>
                <c:pt idx="2465">
                  <c:v>120.61</c:v>
                </c:pt>
                <c:pt idx="2466">
                  <c:v>120.43</c:v>
                </c:pt>
                <c:pt idx="2467">
                  <c:v>120.42</c:v>
                </c:pt>
                <c:pt idx="2468">
                  <c:v>119.41</c:v>
                </c:pt>
                <c:pt idx="2469">
                  <c:v>120.47</c:v>
                </c:pt>
                <c:pt idx="2470">
                  <c:v>122.38</c:v>
                </c:pt>
                <c:pt idx="2471">
                  <c:v>121.7</c:v>
                </c:pt>
                <c:pt idx="2472">
                  <c:v>121.93</c:v>
                </c:pt>
                <c:pt idx="2473">
                  <c:v>121.91</c:v>
                </c:pt>
                <c:pt idx="2474">
                  <c:v>121.47</c:v>
                </c:pt>
                <c:pt idx="2475">
                  <c:v>121.51</c:v>
                </c:pt>
                <c:pt idx="2476">
                  <c:v>121</c:v>
                </c:pt>
                <c:pt idx="2477">
                  <c:v>121.1</c:v>
                </c:pt>
                <c:pt idx="2478">
                  <c:v>120.78</c:v>
                </c:pt>
                <c:pt idx="2479">
                  <c:v>121</c:v>
                </c:pt>
                <c:pt idx="2480">
                  <c:v>122.37</c:v>
                </c:pt>
                <c:pt idx="2481">
                  <c:v>122.25</c:v>
                </c:pt>
                <c:pt idx="2482">
                  <c:v>122.27</c:v>
                </c:pt>
                <c:pt idx="2483">
                  <c:v>122.53</c:v>
                </c:pt>
                <c:pt idx="2484">
                  <c:v>122.41</c:v>
                </c:pt>
                <c:pt idx="2485">
                  <c:v>122.12</c:v>
                </c:pt>
                <c:pt idx="2486">
                  <c:v>121.24</c:v>
                </c:pt>
                <c:pt idx="2487">
                  <c:v>120.74</c:v>
                </c:pt>
                <c:pt idx="2488">
                  <c:v>120.99</c:v>
                </c:pt>
                <c:pt idx="2489">
                  <c:v>120.97</c:v>
                </c:pt>
                <c:pt idx="2490">
                  <c:v>118.25</c:v>
                </c:pt>
                <c:pt idx="2491">
                  <c:v>118.93</c:v>
                </c:pt>
                <c:pt idx="2492">
                  <c:v>118.18</c:v>
                </c:pt>
                <c:pt idx="2493">
                  <c:v>116.86</c:v>
                </c:pt>
                <c:pt idx="2494">
                  <c:v>116.64</c:v>
                </c:pt>
                <c:pt idx="2495">
                  <c:v>116.85</c:v>
                </c:pt>
                <c:pt idx="2496">
                  <c:v>116.47</c:v>
                </c:pt>
                <c:pt idx="2497">
                  <c:v>115.9</c:v>
                </c:pt>
                <c:pt idx="2498">
                  <c:v>115.43</c:v>
                </c:pt>
                <c:pt idx="2499">
                  <c:v>114.53</c:v>
                </c:pt>
                <c:pt idx="2500">
                  <c:v>114.4</c:v>
                </c:pt>
                <c:pt idx="2501">
                  <c:v>115.29</c:v>
                </c:pt>
                <c:pt idx="2502">
                  <c:v>114.33</c:v>
                </c:pt>
                <c:pt idx="2503">
                  <c:v>114.45</c:v>
                </c:pt>
                <c:pt idx="2504">
                  <c:v>114.87</c:v>
                </c:pt>
                <c:pt idx="2505">
                  <c:v>115.08</c:v>
                </c:pt>
                <c:pt idx="2506">
                  <c:v>114.83</c:v>
                </c:pt>
                <c:pt idx="2507">
                  <c:v>115.39</c:v>
                </c:pt>
                <c:pt idx="2508">
                  <c:v>115.29</c:v>
                </c:pt>
                <c:pt idx="2509">
                  <c:v>115.83</c:v>
                </c:pt>
                <c:pt idx="2510">
                  <c:v>114.59</c:v>
                </c:pt>
                <c:pt idx="2511">
                  <c:v>113.93</c:v>
                </c:pt>
                <c:pt idx="2512">
                  <c:v>111.84</c:v>
                </c:pt>
                <c:pt idx="2513">
                  <c:v>111.6</c:v>
                </c:pt>
                <c:pt idx="2514">
                  <c:v>111.29</c:v>
                </c:pt>
                <c:pt idx="2515">
                  <c:v>111.67</c:v>
                </c:pt>
                <c:pt idx="2516">
                  <c:v>110.82</c:v>
                </c:pt>
                <c:pt idx="2517">
                  <c:v>111.09</c:v>
                </c:pt>
                <c:pt idx="2518">
                  <c:v>111.57</c:v>
                </c:pt>
                <c:pt idx="2519">
                  <c:v>111.43</c:v>
                </c:pt>
                <c:pt idx="2520">
                  <c:v>110.63</c:v>
                </c:pt>
                <c:pt idx="2521">
                  <c:v>109.73</c:v>
                </c:pt>
                <c:pt idx="2522">
                  <c:v>109.14</c:v>
                </c:pt>
                <c:pt idx="2523">
                  <c:v>109.13</c:v>
                </c:pt>
                <c:pt idx="2524">
                  <c:v>110.04</c:v>
                </c:pt>
                <c:pt idx="2525">
                  <c:v>109.69</c:v>
                </c:pt>
                <c:pt idx="2526">
                  <c:v>110.77</c:v>
                </c:pt>
                <c:pt idx="2527">
                  <c:v>111.18</c:v>
                </c:pt>
                <c:pt idx="2528">
                  <c:v>108.06</c:v>
                </c:pt>
                <c:pt idx="2529">
                  <c:v>108.72</c:v>
                </c:pt>
                <c:pt idx="2530">
                  <c:v>106.65</c:v>
                </c:pt>
                <c:pt idx="2531">
                  <c:v>105.88</c:v>
                </c:pt>
                <c:pt idx="2532">
                  <c:v>104.68</c:v>
                </c:pt>
                <c:pt idx="2533">
                  <c:v>105.25</c:v>
                </c:pt>
                <c:pt idx="2534">
                  <c:v>107.16</c:v>
                </c:pt>
                <c:pt idx="2535">
                  <c:v>106.12</c:v>
                </c:pt>
                <c:pt idx="2536">
                  <c:v>104.85</c:v>
                </c:pt>
                <c:pt idx="2537">
                  <c:v>104.33</c:v>
                </c:pt>
                <c:pt idx="2538">
                  <c:v>103.73</c:v>
                </c:pt>
                <c:pt idx="2539">
                  <c:v>104.18</c:v>
                </c:pt>
                <c:pt idx="2540">
                  <c:v>105.93</c:v>
                </c:pt>
                <c:pt idx="2541">
                  <c:v>106.5</c:v>
                </c:pt>
                <c:pt idx="2542">
                  <c:v>107.09</c:v>
                </c:pt>
                <c:pt idx="2543">
                  <c:v>106.46</c:v>
                </c:pt>
                <c:pt idx="2544">
                  <c:v>105.1</c:v>
                </c:pt>
                <c:pt idx="2545">
                  <c:v>106.2</c:v>
                </c:pt>
                <c:pt idx="2546">
                  <c:v>106.41</c:v>
                </c:pt>
                <c:pt idx="2547">
                  <c:v>107.5</c:v>
                </c:pt>
                <c:pt idx="2548">
                  <c:v>107.17</c:v>
                </c:pt>
                <c:pt idx="2549">
                  <c:v>107.6</c:v>
                </c:pt>
                <c:pt idx="2550">
                  <c:v>106.89</c:v>
                </c:pt>
                <c:pt idx="2551">
                  <c:v>106.12</c:v>
                </c:pt>
                <c:pt idx="2552">
                  <c:v>106.59</c:v>
                </c:pt>
                <c:pt idx="2553">
                  <c:v>107.37</c:v>
                </c:pt>
                <c:pt idx="2554">
                  <c:v>105.5</c:v>
                </c:pt>
                <c:pt idx="2555">
                  <c:v>105.37</c:v>
                </c:pt>
                <c:pt idx="2556">
                  <c:v>105.42</c:v>
                </c:pt>
                <c:pt idx="2557">
                  <c:v>106.61</c:v>
                </c:pt>
                <c:pt idx="2558">
                  <c:v>106.05</c:v>
                </c:pt>
                <c:pt idx="2559">
                  <c:v>105.81</c:v>
                </c:pt>
                <c:pt idx="2560">
                  <c:v>105.39</c:v>
                </c:pt>
                <c:pt idx="2561">
                  <c:v>104.85</c:v>
                </c:pt>
                <c:pt idx="2562">
                  <c:v>104.34</c:v>
                </c:pt>
                <c:pt idx="2563">
                  <c:v>105.04</c:v>
                </c:pt>
                <c:pt idx="2564">
                  <c:v>104.1</c:v>
                </c:pt>
                <c:pt idx="2565">
                  <c:v>104.06</c:v>
                </c:pt>
                <c:pt idx="2566">
                  <c:v>104.06</c:v>
                </c:pt>
                <c:pt idx="2567">
                  <c:v>104.89</c:v>
                </c:pt>
                <c:pt idx="2568">
                  <c:v>104.82</c:v>
                </c:pt>
                <c:pt idx="2569">
                  <c:v>106.05</c:v>
                </c:pt>
                <c:pt idx="2570">
                  <c:v>105.17</c:v>
                </c:pt>
                <c:pt idx="2571">
                  <c:v>104.94</c:v>
                </c:pt>
                <c:pt idx="2572">
                  <c:v>104.65</c:v>
                </c:pt>
                <c:pt idx="2573">
                  <c:v>104.87</c:v>
                </c:pt>
                <c:pt idx="2574">
                  <c:v>105.3</c:v>
                </c:pt>
                <c:pt idx="2575">
                  <c:v>104.79</c:v>
                </c:pt>
                <c:pt idx="2576">
                  <c:v>105.89</c:v>
                </c:pt>
                <c:pt idx="2577">
                  <c:v>105.55</c:v>
                </c:pt>
                <c:pt idx="2578">
                  <c:v>105.94</c:v>
                </c:pt>
                <c:pt idx="2579">
                  <c:v>106.39</c:v>
                </c:pt>
                <c:pt idx="2580">
                  <c:v>104.73</c:v>
                </c:pt>
                <c:pt idx="2581">
                  <c:v>104.29</c:v>
                </c:pt>
                <c:pt idx="2582">
                  <c:v>104.73</c:v>
                </c:pt>
                <c:pt idx="2583">
                  <c:v>104.42</c:v>
                </c:pt>
                <c:pt idx="2584">
                  <c:v>101.87</c:v>
                </c:pt>
                <c:pt idx="2585">
                  <c:v>102.72</c:v>
                </c:pt>
                <c:pt idx="2586">
                  <c:v>102.16</c:v>
                </c:pt>
                <c:pt idx="2587">
                  <c:v>102.61</c:v>
                </c:pt>
                <c:pt idx="2588">
                  <c:v>102.77</c:v>
                </c:pt>
                <c:pt idx="2589">
                  <c:v>102.67</c:v>
                </c:pt>
                <c:pt idx="2590">
                  <c:v>102.96</c:v>
                </c:pt>
                <c:pt idx="2591">
                  <c:v>102.4</c:v>
                </c:pt>
                <c:pt idx="2592">
                  <c:v>102.88</c:v>
                </c:pt>
                <c:pt idx="2593">
                  <c:v>102.47</c:v>
                </c:pt>
                <c:pt idx="2594">
                  <c:v>102.25</c:v>
                </c:pt>
                <c:pt idx="2595">
                  <c:v>103.12</c:v>
                </c:pt>
                <c:pt idx="2596">
                  <c:v>103.54</c:v>
                </c:pt>
                <c:pt idx="2597">
                  <c:v>103.72</c:v>
                </c:pt>
                <c:pt idx="2598">
                  <c:v>103.1</c:v>
                </c:pt>
                <c:pt idx="2599">
                  <c:v>103.03</c:v>
                </c:pt>
                <c:pt idx="2600">
                  <c:v>102.44</c:v>
                </c:pt>
                <c:pt idx="2601">
                  <c:v>102.14</c:v>
                </c:pt>
                <c:pt idx="2602">
                  <c:v>101.64</c:v>
                </c:pt>
                <c:pt idx="2603">
                  <c:v>102.14</c:v>
                </c:pt>
                <c:pt idx="2604">
                  <c:v>102.93</c:v>
                </c:pt>
                <c:pt idx="2605">
                  <c:v>102.24</c:v>
                </c:pt>
                <c:pt idx="2606">
                  <c:v>102.51</c:v>
                </c:pt>
                <c:pt idx="2607">
                  <c:v>102.1</c:v>
                </c:pt>
                <c:pt idx="2608">
                  <c:v>102.49</c:v>
                </c:pt>
                <c:pt idx="2609">
                  <c:v>102.51</c:v>
                </c:pt>
                <c:pt idx="2610">
                  <c:v>101.45</c:v>
                </c:pt>
                <c:pt idx="2611">
                  <c:v>103.22</c:v>
                </c:pt>
                <c:pt idx="2612">
                  <c:v>104.14</c:v>
                </c:pt>
                <c:pt idx="2613">
                  <c:v>105.23</c:v>
                </c:pt>
                <c:pt idx="2614">
                  <c:v>105.34</c:v>
                </c:pt>
                <c:pt idx="2615">
                  <c:v>105.16</c:v>
                </c:pt>
                <c:pt idx="2616">
                  <c:v>105.95</c:v>
                </c:pt>
                <c:pt idx="2617">
                  <c:v>105.79</c:v>
                </c:pt>
                <c:pt idx="2618">
                  <c:v>106.17</c:v>
                </c:pt>
                <c:pt idx="2619">
                  <c:v>105.87</c:v>
                </c:pt>
                <c:pt idx="2620">
                  <c:v>104.9</c:v>
                </c:pt>
                <c:pt idx="2621">
                  <c:v>105.67</c:v>
                </c:pt>
                <c:pt idx="2622">
                  <c:v>105.32</c:v>
                </c:pt>
                <c:pt idx="2623">
                  <c:v>105.47</c:v>
                </c:pt>
                <c:pt idx="2624">
                  <c:v>104.78</c:v>
                </c:pt>
                <c:pt idx="2625">
                  <c:v>105.57</c:v>
                </c:pt>
                <c:pt idx="2626">
                  <c:v>106.04</c:v>
                </c:pt>
                <c:pt idx="2627">
                  <c:v>105.66</c:v>
                </c:pt>
                <c:pt idx="2628">
                  <c:v>105.12</c:v>
                </c:pt>
                <c:pt idx="2629">
                  <c:v>107.13</c:v>
                </c:pt>
                <c:pt idx="2630">
                  <c:v>107.32</c:v>
                </c:pt>
                <c:pt idx="2631">
                  <c:v>107.85</c:v>
                </c:pt>
                <c:pt idx="2632">
                  <c:v>108.16</c:v>
                </c:pt>
                <c:pt idx="2633">
                  <c:v>107.56</c:v>
                </c:pt>
                <c:pt idx="2634">
                  <c:v>107.19</c:v>
                </c:pt>
                <c:pt idx="2635">
                  <c:v>108.62</c:v>
                </c:pt>
                <c:pt idx="2636">
                  <c:v>109.47</c:v>
                </c:pt>
                <c:pt idx="2637">
                  <c:v>108.79</c:v>
                </c:pt>
                <c:pt idx="2638">
                  <c:v>109.27</c:v>
                </c:pt>
                <c:pt idx="2639">
                  <c:v>108.82</c:v>
                </c:pt>
                <c:pt idx="2640">
                  <c:v>108.96</c:v>
                </c:pt>
                <c:pt idx="2641">
                  <c:v>109.22</c:v>
                </c:pt>
                <c:pt idx="2642">
                  <c:v>109.44</c:v>
                </c:pt>
                <c:pt idx="2643">
                  <c:v>110.56</c:v>
                </c:pt>
                <c:pt idx="2644">
                  <c:v>111.09</c:v>
                </c:pt>
                <c:pt idx="2645">
                  <c:v>111.26</c:v>
                </c:pt>
                <c:pt idx="2646">
                  <c:v>110.69</c:v>
                </c:pt>
                <c:pt idx="2647">
                  <c:v>111.07</c:v>
                </c:pt>
                <c:pt idx="2648">
                  <c:v>111.37</c:v>
                </c:pt>
                <c:pt idx="2649">
                  <c:v>110.29</c:v>
                </c:pt>
                <c:pt idx="2650">
                  <c:v>109.45</c:v>
                </c:pt>
                <c:pt idx="2651">
                  <c:v>110.33</c:v>
                </c:pt>
                <c:pt idx="2652">
                  <c:v>107.28</c:v>
                </c:pt>
                <c:pt idx="2653">
                  <c:v>107.74</c:v>
                </c:pt>
                <c:pt idx="2654">
                  <c:v>107.9</c:v>
                </c:pt>
                <c:pt idx="2655">
                  <c:v>107.54</c:v>
                </c:pt>
                <c:pt idx="2656">
                  <c:v>106.12</c:v>
                </c:pt>
                <c:pt idx="2657">
                  <c:v>107.17</c:v>
                </c:pt>
                <c:pt idx="2658">
                  <c:v>106.53</c:v>
                </c:pt>
                <c:pt idx="2659">
                  <c:v>106.35</c:v>
                </c:pt>
                <c:pt idx="2660">
                  <c:v>105.52</c:v>
                </c:pt>
                <c:pt idx="2661">
                  <c:v>105.12</c:v>
                </c:pt>
                <c:pt idx="2662">
                  <c:v>105.69</c:v>
                </c:pt>
                <c:pt idx="2663">
                  <c:v>105.37</c:v>
                </c:pt>
                <c:pt idx="2664">
                  <c:v>106.73</c:v>
                </c:pt>
                <c:pt idx="2665">
                  <c:v>106.3</c:v>
                </c:pt>
                <c:pt idx="2666">
                  <c:v>106.78</c:v>
                </c:pt>
                <c:pt idx="2667">
                  <c:v>107.11</c:v>
                </c:pt>
                <c:pt idx="2668">
                  <c:v>107.24</c:v>
                </c:pt>
                <c:pt idx="2669">
                  <c:v>106.87</c:v>
                </c:pt>
                <c:pt idx="2670">
                  <c:v>106.79</c:v>
                </c:pt>
                <c:pt idx="2671">
                  <c:v>105.84</c:v>
                </c:pt>
                <c:pt idx="2672">
                  <c:v>105.69</c:v>
                </c:pt>
                <c:pt idx="2673">
                  <c:v>105.57</c:v>
                </c:pt>
                <c:pt idx="2674">
                  <c:v>102.78</c:v>
                </c:pt>
                <c:pt idx="2675">
                  <c:v>104.9</c:v>
                </c:pt>
                <c:pt idx="2676">
                  <c:v>105.16</c:v>
                </c:pt>
                <c:pt idx="2677">
                  <c:v>104.88</c:v>
                </c:pt>
                <c:pt idx="2678">
                  <c:v>104.77</c:v>
                </c:pt>
                <c:pt idx="2679">
                  <c:v>105.37</c:v>
                </c:pt>
                <c:pt idx="2680">
                  <c:v>106.44</c:v>
                </c:pt>
                <c:pt idx="2681">
                  <c:v>106.92</c:v>
                </c:pt>
                <c:pt idx="2682">
                  <c:v>105.78</c:v>
                </c:pt>
                <c:pt idx="2683">
                  <c:v>105.88</c:v>
                </c:pt>
                <c:pt idx="2684">
                  <c:v>104.74</c:v>
                </c:pt>
                <c:pt idx="2685">
                  <c:v>104.54</c:v>
                </c:pt>
                <c:pt idx="2686">
                  <c:v>104.74</c:v>
                </c:pt>
                <c:pt idx="2687">
                  <c:v>104.82</c:v>
                </c:pt>
                <c:pt idx="2688">
                  <c:v>105.77</c:v>
                </c:pt>
                <c:pt idx="2689">
                  <c:v>105.77</c:v>
                </c:pt>
                <c:pt idx="2690">
                  <c:v>105.78</c:v>
                </c:pt>
                <c:pt idx="2691">
                  <c:v>106.31</c:v>
                </c:pt>
                <c:pt idx="2692">
                  <c:v>106.27</c:v>
                </c:pt>
                <c:pt idx="2693">
                  <c:v>106.43</c:v>
                </c:pt>
                <c:pt idx="2694">
                  <c:v>108.18</c:v>
                </c:pt>
                <c:pt idx="2695">
                  <c:v>108.76</c:v>
                </c:pt>
                <c:pt idx="2696">
                  <c:v>108.41</c:v>
                </c:pt>
                <c:pt idx="2697">
                  <c:v>109.02</c:v>
                </c:pt>
                <c:pt idx="2698">
                  <c:v>108.03</c:v>
                </c:pt>
                <c:pt idx="2699">
                  <c:v>108.56</c:v>
                </c:pt>
                <c:pt idx="2700">
                  <c:v>109</c:v>
                </c:pt>
                <c:pt idx="2701">
                  <c:v>109.19</c:v>
                </c:pt>
                <c:pt idx="2702">
                  <c:v>109.53</c:v>
                </c:pt>
                <c:pt idx="2703">
                  <c:v>108.52</c:v>
                </c:pt>
                <c:pt idx="2704">
                  <c:v>108.47</c:v>
                </c:pt>
                <c:pt idx="2705">
                  <c:v>109.3</c:v>
                </c:pt>
                <c:pt idx="2706">
                  <c:v>109.66</c:v>
                </c:pt>
                <c:pt idx="2707">
                  <c:v>109.32</c:v>
                </c:pt>
                <c:pt idx="2708">
                  <c:v>108.65</c:v>
                </c:pt>
                <c:pt idx="2709">
                  <c:v>106.98</c:v>
                </c:pt>
                <c:pt idx="2710">
                  <c:v>107.14</c:v>
                </c:pt>
                <c:pt idx="2711">
                  <c:v>106.42</c:v>
                </c:pt>
                <c:pt idx="2712">
                  <c:v>107.8</c:v>
                </c:pt>
                <c:pt idx="2713">
                  <c:v>107.35</c:v>
                </c:pt>
                <c:pt idx="2714">
                  <c:v>107.15</c:v>
                </c:pt>
                <c:pt idx="2715">
                  <c:v>107.04</c:v>
                </c:pt>
                <c:pt idx="2716">
                  <c:v>106.55</c:v>
                </c:pt>
                <c:pt idx="2717">
                  <c:v>107.66</c:v>
                </c:pt>
                <c:pt idx="2718">
                  <c:v>108.52</c:v>
                </c:pt>
                <c:pt idx="2719">
                  <c:v>108.03</c:v>
                </c:pt>
                <c:pt idx="2720">
                  <c:v>107.33</c:v>
                </c:pt>
                <c:pt idx="2721">
                  <c:v>105.8</c:v>
                </c:pt>
                <c:pt idx="2722">
                  <c:v>105.32</c:v>
                </c:pt>
                <c:pt idx="2723">
                  <c:v>105.84</c:v>
                </c:pt>
                <c:pt idx="2724">
                  <c:v>106.91</c:v>
                </c:pt>
                <c:pt idx="2725">
                  <c:v>106.85</c:v>
                </c:pt>
                <c:pt idx="2726">
                  <c:v>106.93</c:v>
                </c:pt>
                <c:pt idx="2727">
                  <c:v>106.63</c:v>
                </c:pt>
                <c:pt idx="2728">
                  <c:v>106.46</c:v>
                </c:pt>
                <c:pt idx="2729">
                  <c:v>106.41</c:v>
                </c:pt>
                <c:pt idx="2730">
                  <c:v>105.91</c:v>
                </c:pt>
                <c:pt idx="2731">
                  <c:v>105.53</c:v>
                </c:pt>
                <c:pt idx="2732">
                  <c:v>105.55</c:v>
                </c:pt>
                <c:pt idx="2733">
                  <c:v>104.57</c:v>
                </c:pt>
                <c:pt idx="2734">
                  <c:v>104.75</c:v>
                </c:pt>
                <c:pt idx="2735">
                  <c:v>105.66</c:v>
                </c:pt>
                <c:pt idx="2736">
                  <c:v>105.36</c:v>
                </c:pt>
                <c:pt idx="2737">
                  <c:v>105.57</c:v>
                </c:pt>
                <c:pt idx="2738">
                  <c:v>105.32</c:v>
                </c:pt>
                <c:pt idx="2739">
                  <c:v>106.12</c:v>
                </c:pt>
                <c:pt idx="2740">
                  <c:v>105.69</c:v>
                </c:pt>
                <c:pt idx="2741">
                  <c:v>106.1</c:v>
                </c:pt>
                <c:pt idx="2742">
                  <c:v>106.96</c:v>
                </c:pt>
                <c:pt idx="2743">
                  <c:v>107.44</c:v>
                </c:pt>
                <c:pt idx="2744">
                  <c:v>107.91</c:v>
                </c:pt>
                <c:pt idx="2745">
                  <c:v>107.01</c:v>
                </c:pt>
                <c:pt idx="2746">
                  <c:v>107.12</c:v>
                </c:pt>
                <c:pt idx="2747">
                  <c:v>108.09</c:v>
                </c:pt>
                <c:pt idx="2748">
                  <c:v>108.13</c:v>
                </c:pt>
                <c:pt idx="2749">
                  <c:v>107.72</c:v>
                </c:pt>
                <c:pt idx="2750">
                  <c:v>108</c:v>
                </c:pt>
                <c:pt idx="2751">
                  <c:v>108.14</c:v>
                </c:pt>
                <c:pt idx="2752">
                  <c:v>108.29</c:v>
                </c:pt>
                <c:pt idx="2753">
                  <c:v>107.67</c:v>
                </c:pt>
                <c:pt idx="2754">
                  <c:v>108.92</c:v>
                </c:pt>
                <c:pt idx="2755">
                  <c:v>108.78</c:v>
                </c:pt>
                <c:pt idx="2756">
                  <c:v>109.12</c:v>
                </c:pt>
                <c:pt idx="2757">
                  <c:v>109.19</c:v>
                </c:pt>
                <c:pt idx="2758">
                  <c:v>109.16</c:v>
                </c:pt>
                <c:pt idx="2759">
                  <c:v>109.59</c:v>
                </c:pt>
                <c:pt idx="2760">
                  <c:v>109.43</c:v>
                </c:pt>
                <c:pt idx="2761">
                  <c:v>109.33</c:v>
                </c:pt>
                <c:pt idx="2762">
                  <c:v>108.99</c:v>
                </c:pt>
                <c:pt idx="2763">
                  <c:v>108.33</c:v>
                </c:pt>
                <c:pt idx="2764">
                  <c:v>108.65</c:v>
                </c:pt>
                <c:pt idx="2765">
                  <c:v>109.1</c:v>
                </c:pt>
                <c:pt idx="2766">
                  <c:v>108.62</c:v>
                </c:pt>
                <c:pt idx="2767">
                  <c:v>107.82</c:v>
                </c:pt>
                <c:pt idx="2768">
                  <c:v>108.66</c:v>
                </c:pt>
                <c:pt idx="2769">
                  <c:v>108.53</c:v>
                </c:pt>
                <c:pt idx="2770">
                  <c:v>109.43</c:v>
                </c:pt>
                <c:pt idx="2771">
                  <c:v>109.02</c:v>
                </c:pt>
                <c:pt idx="2772">
                  <c:v>108.54</c:v>
                </c:pt>
                <c:pt idx="2773">
                  <c:v>108.53</c:v>
                </c:pt>
                <c:pt idx="2774">
                  <c:v>108.41</c:v>
                </c:pt>
                <c:pt idx="2775">
                  <c:v>108.7</c:v>
                </c:pt>
                <c:pt idx="2776">
                  <c:v>108.32</c:v>
                </c:pt>
                <c:pt idx="2777">
                  <c:v>106.96</c:v>
                </c:pt>
                <c:pt idx="2778">
                  <c:v>106.85</c:v>
                </c:pt>
                <c:pt idx="2779">
                  <c:v>106.86</c:v>
                </c:pt>
                <c:pt idx="2780">
                  <c:v>106.53</c:v>
                </c:pt>
                <c:pt idx="2781">
                  <c:v>106.05</c:v>
                </c:pt>
                <c:pt idx="2782">
                  <c:v>106.44</c:v>
                </c:pt>
                <c:pt idx="2783">
                  <c:v>106.67</c:v>
                </c:pt>
                <c:pt idx="2784">
                  <c:v>106</c:v>
                </c:pt>
                <c:pt idx="2785">
                  <c:v>105.87</c:v>
                </c:pt>
                <c:pt idx="2786">
                  <c:v>105.84</c:v>
                </c:pt>
                <c:pt idx="2787">
                  <c:v>105.89</c:v>
                </c:pt>
                <c:pt idx="2788">
                  <c:v>105.17</c:v>
                </c:pt>
                <c:pt idx="2789">
                  <c:v>106.12</c:v>
                </c:pt>
                <c:pt idx="2790">
                  <c:v>106.12</c:v>
                </c:pt>
                <c:pt idx="2791">
                  <c:v>106.83</c:v>
                </c:pt>
                <c:pt idx="2792">
                  <c:v>107.09</c:v>
                </c:pt>
                <c:pt idx="2793">
                  <c:v>107.58</c:v>
                </c:pt>
                <c:pt idx="2794">
                  <c:v>107.12</c:v>
                </c:pt>
                <c:pt idx="2795">
                  <c:v>106.9</c:v>
                </c:pt>
                <c:pt idx="2796">
                  <c:v>106.99</c:v>
                </c:pt>
                <c:pt idx="2797">
                  <c:v>106.53</c:v>
                </c:pt>
                <c:pt idx="2798">
                  <c:v>106.63</c:v>
                </c:pt>
                <c:pt idx="2799">
                  <c:v>107.92</c:v>
                </c:pt>
                <c:pt idx="2800">
                  <c:v>107.77</c:v>
                </c:pt>
                <c:pt idx="2801">
                  <c:v>107.59</c:v>
                </c:pt>
                <c:pt idx="2802">
                  <c:v>107.32</c:v>
                </c:pt>
                <c:pt idx="2803">
                  <c:v>107.63</c:v>
                </c:pt>
                <c:pt idx="2804">
                  <c:v>108.14</c:v>
                </c:pt>
                <c:pt idx="2805">
                  <c:v>108.83</c:v>
                </c:pt>
                <c:pt idx="2806">
                  <c:v>108.87</c:v>
                </c:pt>
                <c:pt idx="2807">
                  <c:v>109.28</c:v>
                </c:pt>
                <c:pt idx="2808">
                  <c:v>109.11</c:v>
                </c:pt>
                <c:pt idx="2809">
                  <c:v>108.81</c:v>
                </c:pt>
                <c:pt idx="2810">
                  <c:v>108.85</c:v>
                </c:pt>
                <c:pt idx="2811">
                  <c:v>107.75</c:v>
                </c:pt>
                <c:pt idx="2812">
                  <c:v>107.77</c:v>
                </c:pt>
                <c:pt idx="2813">
                  <c:v>107.7</c:v>
                </c:pt>
                <c:pt idx="2814">
                  <c:v>107.83</c:v>
                </c:pt>
                <c:pt idx="2815">
                  <c:v>108.05</c:v>
                </c:pt>
                <c:pt idx="2816">
                  <c:v>108.02</c:v>
                </c:pt>
                <c:pt idx="2817">
                  <c:v>107.7</c:v>
                </c:pt>
                <c:pt idx="2818">
                  <c:v>108.45</c:v>
                </c:pt>
                <c:pt idx="2819">
                  <c:v>108.85</c:v>
                </c:pt>
                <c:pt idx="2820">
                  <c:v>108.24</c:v>
                </c:pt>
                <c:pt idx="2821">
                  <c:v>107.75</c:v>
                </c:pt>
                <c:pt idx="2822">
                  <c:v>108.22</c:v>
                </c:pt>
                <c:pt idx="2823">
                  <c:v>108.34</c:v>
                </c:pt>
                <c:pt idx="2824">
                  <c:v>108.65</c:v>
                </c:pt>
                <c:pt idx="2825">
                  <c:v>108.98</c:v>
                </c:pt>
                <c:pt idx="2826">
                  <c:v>108.84</c:v>
                </c:pt>
                <c:pt idx="2827">
                  <c:v>108.17</c:v>
                </c:pt>
                <c:pt idx="2828">
                  <c:v>108.22</c:v>
                </c:pt>
                <c:pt idx="2829">
                  <c:v>107.08</c:v>
                </c:pt>
                <c:pt idx="2830">
                  <c:v>107.44</c:v>
                </c:pt>
                <c:pt idx="2831">
                  <c:v>107.07</c:v>
                </c:pt>
                <c:pt idx="2832">
                  <c:v>107.25</c:v>
                </c:pt>
                <c:pt idx="2833">
                  <c:v>107.44</c:v>
                </c:pt>
                <c:pt idx="2834">
                  <c:v>107.87</c:v>
                </c:pt>
                <c:pt idx="2835">
                  <c:v>107.69</c:v>
                </c:pt>
                <c:pt idx="2836">
                  <c:v>108.17</c:v>
                </c:pt>
                <c:pt idx="2837">
                  <c:v>108.78</c:v>
                </c:pt>
                <c:pt idx="2838">
                  <c:v>108.94</c:v>
                </c:pt>
                <c:pt idx="2839">
                  <c:v>108.77</c:v>
                </c:pt>
                <c:pt idx="2840">
                  <c:v>109.88</c:v>
                </c:pt>
                <c:pt idx="2841">
                  <c:v>110.07</c:v>
                </c:pt>
                <c:pt idx="2842">
                  <c:v>110.15</c:v>
                </c:pt>
                <c:pt idx="2843">
                  <c:v>110.22</c:v>
                </c:pt>
                <c:pt idx="2844">
                  <c:v>111.28</c:v>
                </c:pt>
                <c:pt idx="2845">
                  <c:v>110.57</c:v>
                </c:pt>
                <c:pt idx="2846">
                  <c:v>110.17</c:v>
                </c:pt>
                <c:pt idx="2847">
                  <c:v>111.24</c:v>
                </c:pt>
                <c:pt idx="2848">
                  <c:v>110.38</c:v>
                </c:pt>
                <c:pt idx="2849">
                  <c:v>111.29</c:v>
                </c:pt>
                <c:pt idx="2850">
                  <c:v>111.12</c:v>
                </c:pt>
                <c:pt idx="2851">
                  <c:v>111.16</c:v>
                </c:pt>
                <c:pt idx="2852">
                  <c:v>110.19</c:v>
                </c:pt>
                <c:pt idx="2853">
                  <c:v>110.53</c:v>
                </c:pt>
                <c:pt idx="2854">
                  <c:v>111.04</c:v>
                </c:pt>
                <c:pt idx="2855">
                  <c:v>110.79</c:v>
                </c:pt>
                <c:pt idx="2856">
                  <c:v>111.44</c:v>
                </c:pt>
                <c:pt idx="2857">
                  <c:v>112.27</c:v>
                </c:pt>
                <c:pt idx="2858">
                  <c:v>111.91</c:v>
                </c:pt>
                <c:pt idx="2859">
                  <c:v>112.58</c:v>
                </c:pt>
                <c:pt idx="2860">
                  <c:v>112.24</c:v>
                </c:pt>
                <c:pt idx="2861">
                  <c:v>112.41</c:v>
                </c:pt>
                <c:pt idx="2862">
                  <c:v>112.77</c:v>
                </c:pt>
                <c:pt idx="2863">
                  <c:v>112.27</c:v>
                </c:pt>
                <c:pt idx="2864">
                  <c:v>112.88</c:v>
                </c:pt>
                <c:pt idx="2865">
                  <c:v>112.95</c:v>
                </c:pt>
                <c:pt idx="2866">
                  <c:v>113.57</c:v>
                </c:pt>
                <c:pt idx="2867">
                  <c:v>114.14</c:v>
                </c:pt>
                <c:pt idx="2868">
                  <c:v>114.33</c:v>
                </c:pt>
                <c:pt idx="2869">
                  <c:v>114.41</c:v>
                </c:pt>
                <c:pt idx="2870">
                  <c:v>114.36</c:v>
                </c:pt>
                <c:pt idx="2871">
                  <c:v>114.36</c:v>
                </c:pt>
                <c:pt idx="2872">
                  <c:v>113.58</c:v>
                </c:pt>
                <c:pt idx="2873">
                  <c:v>115.55</c:v>
                </c:pt>
                <c:pt idx="2874">
                  <c:v>116.53</c:v>
                </c:pt>
                <c:pt idx="2875">
                  <c:v>116.16</c:v>
                </c:pt>
                <c:pt idx="2876">
                  <c:v>116.88</c:v>
                </c:pt>
                <c:pt idx="2877">
                  <c:v>116.43</c:v>
                </c:pt>
                <c:pt idx="2878">
                  <c:v>117.81</c:v>
                </c:pt>
                <c:pt idx="2879">
                  <c:v>118.55</c:v>
                </c:pt>
                <c:pt idx="2880">
                  <c:v>118.99</c:v>
                </c:pt>
                <c:pt idx="2881">
                  <c:v>117.72</c:v>
                </c:pt>
                <c:pt idx="2882">
                  <c:v>118.88</c:v>
                </c:pt>
                <c:pt idx="2883">
                  <c:v>118.14</c:v>
                </c:pt>
                <c:pt idx="2884">
                  <c:v>117.18</c:v>
                </c:pt>
                <c:pt idx="2885">
                  <c:v>116.41</c:v>
                </c:pt>
                <c:pt idx="2886">
                  <c:v>116.73</c:v>
                </c:pt>
                <c:pt idx="2887">
                  <c:v>117.73</c:v>
                </c:pt>
                <c:pt idx="2888">
                  <c:v>116.79</c:v>
                </c:pt>
                <c:pt idx="2889">
                  <c:v>117.18</c:v>
                </c:pt>
                <c:pt idx="2890">
                  <c:v>116.76</c:v>
                </c:pt>
                <c:pt idx="2891">
                  <c:v>115.86</c:v>
                </c:pt>
                <c:pt idx="2892">
                  <c:v>116.57</c:v>
                </c:pt>
                <c:pt idx="2893">
                  <c:v>115.59</c:v>
                </c:pt>
                <c:pt idx="2894">
                  <c:v>115.75</c:v>
                </c:pt>
                <c:pt idx="2895">
                  <c:v>114.77</c:v>
                </c:pt>
                <c:pt idx="2896">
                  <c:v>114.78</c:v>
                </c:pt>
                <c:pt idx="2897">
                  <c:v>116.23</c:v>
                </c:pt>
                <c:pt idx="2898">
                  <c:v>116.78</c:v>
                </c:pt>
                <c:pt idx="2899">
                  <c:v>117.5</c:v>
                </c:pt>
                <c:pt idx="2900">
                  <c:v>117.41</c:v>
                </c:pt>
                <c:pt idx="2901">
                  <c:v>116.82</c:v>
                </c:pt>
                <c:pt idx="2902">
                  <c:v>116.31</c:v>
                </c:pt>
                <c:pt idx="2903">
                  <c:v>115.5</c:v>
                </c:pt>
                <c:pt idx="2904">
                  <c:v>115.73</c:v>
                </c:pt>
                <c:pt idx="2905">
                  <c:v>116.03</c:v>
                </c:pt>
                <c:pt idx="2906">
                  <c:v>115.67</c:v>
                </c:pt>
                <c:pt idx="2907">
                  <c:v>116.56</c:v>
                </c:pt>
                <c:pt idx="2908">
                  <c:v>117.08</c:v>
                </c:pt>
                <c:pt idx="2909">
                  <c:v>115.8</c:v>
                </c:pt>
                <c:pt idx="2910">
                  <c:v>116.47</c:v>
                </c:pt>
                <c:pt idx="2911">
                  <c:v>116.24</c:v>
                </c:pt>
                <c:pt idx="2912">
                  <c:v>117.37</c:v>
                </c:pt>
                <c:pt idx="2913">
                  <c:v>117.4</c:v>
                </c:pt>
                <c:pt idx="2914">
                  <c:v>119.01</c:v>
                </c:pt>
                <c:pt idx="2915">
                  <c:v>119.18</c:v>
                </c:pt>
                <c:pt idx="2916">
                  <c:v>118.75</c:v>
                </c:pt>
                <c:pt idx="2917">
                  <c:v>119.88</c:v>
                </c:pt>
                <c:pt idx="2918">
                  <c:v>119.74</c:v>
                </c:pt>
                <c:pt idx="2919">
                  <c:v>119.53</c:v>
                </c:pt>
                <c:pt idx="2920">
                  <c:v>120.57</c:v>
                </c:pt>
                <c:pt idx="2921">
                  <c:v>119.69</c:v>
                </c:pt>
                <c:pt idx="2922">
                  <c:v>121.03</c:v>
                </c:pt>
                <c:pt idx="2923">
                  <c:v>122.34</c:v>
                </c:pt>
                <c:pt idx="2924">
                  <c:v>123.03</c:v>
                </c:pt>
                <c:pt idx="2925">
                  <c:v>122.83</c:v>
                </c:pt>
                <c:pt idx="2926">
                  <c:v>122.19</c:v>
                </c:pt>
                <c:pt idx="2927">
                  <c:v>123.49</c:v>
                </c:pt>
                <c:pt idx="2928">
                  <c:v>123.52</c:v>
                </c:pt>
                <c:pt idx="2929">
                  <c:v>122.76</c:v>
                </c:pt>
                <c:pt idx="2930">
                  <c:v>122.57</c:v>
                </c:pt>
                <c:pt idx="2931">
                  <c:v>122.25</c:v>
                </c:pt>
                <c:pt idx="2932">
                  <c:v>122.38</c:v>
                </c:pt>
                <c:pt idx="2933">
                  <c:v>123.67</c:v>
                </c:pt>
                <c:pt idx="2934">
                  <c:v>126.34</c:v>
                </c:pt>
                <c:pt idx="2935">
                  <c:v>126.8</c:v>
                </c:pt>
                <c:pt idx="2936">
                  <c:v>125.52</c:v>
                </c:pt>
                <c:pt idx="2937">
                  <c:v>125.33</c:v>
                </c:pt>
                <c:pt idx="2938">
                  <c:v>124.01</c:v>
                </c:pt>
                <c:pt idx="2939">
                  <c:v>123.77</c:v>
                </c:pt>
                <c:pt idx="2940">
                  <c:v>125.13</c:v>
                </c:pt>
                <c:pt idx="2941">
                  <c:v>124.45</c:v>
                </c:pt>
                <c:pt idx="2942">
                  <c:v>124.79</c:v>
                </c:pt>
                <c:pt idx="2943">
                  <c:v>123.59</c:v>
                </c:pt>
                <c:pt idx="2944">
                  <c:v>124.2</c:v>
                </c:pt>
                <c:pt idx="2945">
                  <c:v>124.34</c:v>
                </c:pt>
                <c:pt idx="2946">
                  <c:v>123.36</c:v>
                </c:pt>
                <c:pt idx="2947">
                  <c:v>122.05</c:v>
                </c:pt>
                <c:pt idx="2948">
                  <c:v>120.94</c:v>
                </c:pt>
                <c:pt idx="2949">
                  <c:v>122.54</c:v>
                </c:pt>
                <c:pt idx="2950">
                  <c:v>121.25</c:v>
                </c:pt>
                <c:pt idx="2951">
                  <c:v>122.25</c:v>
                </c:pt>
                <c:pt idx="2952">
                  <c:v>122.11</c:v>
                </c:pt>
                <c:pt idx="2953">
                  <c:v>123.17</c:v>
                </c:pt>
                <c:pt idx="2954">
                  <c:v>124</c:v>
                </c:pt>
                <c:pt idx="2955">
                  <c:v>123.48</c:v>
                </c:pt>
                <c:pt idx="2956">
                  <c:v>121.98</c:v>
                </c:pt>
                <c:pt idx="2957">
                  <c:v>121.44</c:v>
                </c:pt>
                <c:pt idx="2958">
                  <c:v>121.36</c:v>
                </c:pt>
                <c:pt idx="2959">
                  <c:v>121.35</c:v>
                </c:pt>
                <c:pt idx="2960">
                  <c:v>121.13</c:v>
                </c:pt>
                <c:pt idx="2961">
                  <c:v>121.29</c:v>
                </c:pt>
                <c:pt idx="2962">
                  <c:v>122.27</c:v>
                </c:pt>
                <c:pt idx="2963">
                  <c:v>122.58</c:v>
                </c:pt>
                <c:pt idx="2964">
                  <c:v>122.51</c:v>
                </c:pt>
                <c:pt idx="2965">
                  <c:v>123.35</c:v>
                </c:pt>
                <c:pt idx="2966">
                  <c:v>123.32</c:v>
                </c:pt>
                <c:pt idx="2967">
                  <c:v>123.44</c:v>
                </c:pt>
                <c:pt idx="2968">
                  <c:v>122.58</c:v>
                </c:pt>
                <c:pt idx="2969">
                  <c:v>123.5</c:v>
                </c:pt>
                <c:pt idx="2970">
                  <c:v>122.65</c:v>
                </c:pt>
                <c:pt idx="2971">
                  <c:v>122.89</c:v>
                </c:pt>
                <c:pt idx="2972">
                  <c:v>120.15</c:v>
                </c:pt>
                <c:pt idx="2973">
                  <c:v>119.83</c:v>
                </c:pt>
                <c:pt idx="2974">
                  <c:v>120.65</c:v>
                </c:pt>
                <c:pt idx="2975">
                  <c:v>121.08</c:v>
                </c:pt>
                <c:pt idx="2976">
                  <c:v>120.26</c:v>
                </c:pt>
                <c:pt idx="2977">
                  <c:v>120.35</c:v>
                </c:pt>
                <c:pt idx="2978">
                  <c:v>119.23</c:v>
                </c:pt>
                <c:pt idx="2979">
                  <c:v>119.24</c:v>
                </c:pt>
                <c:pt idx="2980">
                  <c:v>119.28</c:v>
                </c:pt>
                <c:pt idx="2981">
                  <c:v>120.24</c:v>
                </c:pt>
                <c:pt idx="2982">
                  <c:v>120.16</c:v>
                </c:pt>
                <c:pt idx="2983">
                  <c:v>120.15</c:v>
                </c:pt>
                <c:pt idx="2984">
                  <c:v>120.94</c:v>
                </c:pt>
                <c:pt idx="2985">
                  <c:v>121.91</c:v>
                </c:pt>
                <c:pt idx="2986">
                  <c:v>121.7</c:v>
                </c:pt>
                <c:pt idx="2987">
                  <c:v>122.12</c:v>
                </c:pt>
                <c:pt idx="2988">
                  <c:v>121.34</c:v>
                </c:pt>
                <c:pt idx="2989">
                  <c:v>122.93</c:v>
                </c:pt>
                <c:pt idx="2990">
                  <c:v>123.27</c:v>
                </c:pt>
                <c:pt idx="2991">
                  <c:v>122.85</c:v>
                </c:pt>
                <c:pt idx="2992">
                  <c:v>123.83</c:v>
                </c:pt>
                <c:pt idx="2993">
                  <c:v>124.6</c:v>
                </c:pt>
                <c:pt idx="2994">
                  <c:v>124.5</c:v>
                </c:pt>
                <c:pt idx="2995">
                  <c:v>123.81</c:v>
                </c:pt>
                <c:pt idx="2996">
                  <c:v>123.79</c:v>
                </c:pt>
                <c:pt idx="2997">
                  <c:v>124.34</c:v>
                </c:pt>
                <c:pt idx="2998">
                  <c:v>124.78</c:v>
                </c:pt>
                <c:pt idx="2999">
                  <c:v>124.65</c:v>
                </c:pt>
                <c:pt idx="3000">
                  <c:v>124.12</c:v>
                </c:pt>
                <c:pt idx="3001">
                  <c:v>124.4</c:v>
                </c:pt>
                <c:pt idx="3002">
                  <c:v>124.45</c:v>
                </c:pt>
                <c:pt idx="3003">
                  <c:v>125.68</c:v>
                </c:pt>
                <c:pt idx="3004">
                  <c:v>125.87</c:v>
                </c:pt>
                <c:pt idx="3005">
                  <c:v>125.33</c:v>
                </c:pt>
                <c:pt idx="3006">
                  <c:v>125.42</c:v>
                </c:pt>
                <c:pt idx="3007">
                  <c:v>124.31</c:v>
                </c:pt>
                <c:pt idx="3008">
                  <c:v>123.89</c:v>
                </c:pt>
                <c:pt idx="3009">
                  <c:v>124.94</c:v>
                </c:pt>
                <c:pt idx="3010">
                  <c:v>125.46</c:v>
                </c:pt>
                <c:pt idx="3011">
                  <c:v>124.96</c:v>
                </c:pt>
                <c:pt idx="3012">
                  <c:v>123.89</c:v>
                </c:pt>
                <c:pt idx="3013">
                  <c:v>123.33</c:v>
                </c:pt>
                <c:pt idx="3014">
                  <c:v>122.98</c:v>
                </c:pt>
                <c:pt idx="3015">
                  <c:v>124.4</c:v>
                </c:pt>
                <c:pt idx="3016">
                  <c:v>124.09</c:v>
                </c:pt>
                <c:pt idx="3017">
                  <c:v>123.53</c:v>
                </c:pt>
                <c:pt idx="3018">
                  <c:v>123.76</c:v>
                </c:pt>
                <c:pt idx="3019">
                  <c:v>123.53</c:v>
                </c:pt>
                <c:pt idx="3020">
                  <c:v>125.14</c:v>
                </c:pt>
                <c:pt idx="3021">
                  <c:v>125</c:v>
                </c:pt>
                <c:pt idx="3022">
                  <c:v>124.63</c:v>
                </c:pt>
                <c:pt idx="3023">
                  <c:v>123.7</c:v>
                </c:pt>
                <c:pt idx="3024">
                  <c:v>123.66</c:v>
                </c:pt>
                <c:pt idx="3025">
                  <c:v>123.9</c:v>
                </c:pt>
                <c:pt idx="3026">
                  <c:v>123.54</c:v>
                </c:pt>
                <c:pt idx="3027">
                  <c:v>123.61</c:v>
                </c:pt>
                <c:pt idx="3028">
                  <c:v>121.91</c:v>
                </c:pt>
                <c:pt idx="3029">
                  <c:v>122.01</c:v>
                </c:pt>
                <c:pt idx="3030">
                  <c:v>122.49</c:v>
                </c:pt>
                <c:pt idx="3031">
                  <c:v>121.75</c:v>
                </c:pt>
                <c:pt idx="3032">
                  <c:v>119.58</c:v>
                </c:pt>
                <c:pt idx="3033">
                  <c:v>120.38</c:v>
                </c:pt>
                <c:pt idx="3034">
                  <c:v>120.24</c:v>
                </c:pt>
                <c:pt idx="3035">
                  <c:v>120.74</c:v>
                </c:pt>
                <c:pt idx="3036">
                  <c:v>119.65</c:v>
                </c:pt>
                <c:pt idx="3037">
                  <c:v>120.39</c:v>
                </c:pt>
                <c:pt idx="3038">
                  <c:v>119.87</c:v>
                </c:pt>
                <c:pt idx="3039">
                  <c:v>120.03</c:v>
                </c:pt>
                <c:pt idx="3040">
                  <c:v>119.91</c:v>
                </c:pt>
                <c:pt idx="3041">
                  <c:v>120.06</c:v>
                </c:pt>
                <c:pt idx="3042">
                  <c:v>120.13</c:v>
                </c:pt>
                <c:pt idx="3043">
                  <c:v>119.4</c:v>
                </c:pt>
                <c:pt idx="3044">
                  <c:v>118.79</c:v>
                </c:pt>
                <c:pt idx="3045">
                  <c:v>118.74</c:v>
                </c:pt>
                <c:pt idx="3046">
                  <c:v>119.33</c:v>
                </c:pt>
                <c:pt idx="3047">
                  <c:v>120.67</c:v>
                </c:pt>
                <c:pt idx="3048">
                  <c:v>120.8</c:v>
                </c:pt>
                <c:pt idx="3049">
                  <c:v>120</c:v>
                </c:pt>
                <c:pt idx="3050">
                  <c:v>121.04</c:v>
                </c:pt>
                <c:pt idx="3051">
                  <c:v>119.42</c:v>
                </c:pt>
                <c:pt idx="3052">
                  <c:v>119.52</c:v>
                </c:pt>
                <c:pt idx="3053">
                  <c:v>118.91</c:v>
                </c:pt>
                <c:pt idx="3054">
                  <c:v>117.35</c:v>
                </c:pt>
                <c:pt idx="3055">
                  <c:v>117.82</c:v>
                </c:pt>
                <c:pt idx="3056">
                  <c:v>117.26</c:v>
                </c:pt>
                <c:pt idx="3057">
                  <c:v>117.58</c:v>
                </c:pt>
                <c:pt idx="3058">
                  <c:v>116.38</c:v>
                </c:pt>
                <c:pt idx="3059">
                  <c:v>116.58</c:v>
                </c:pt>
                <c:pt idx="3060">
                  <c:v>117.55</c:v>
                </c:pt>
                <c:pt idx="3061">
                  <c:v>117.63</c:v>
                </c:pt>
                <c:pt idx="3062">
                  <c:v>117.72</c:v>
                </c:pt>
                <c:pt idx="3063">
                  <c:v>119.74</c:v>
                </c:pt>
                <c:pt idx="3064">
                  <c:v>119.56</c:v>
                </c:pt>
                <c:pt idx="3065">
                  <c:v>120.23</c:v>
                </c:pt>
                <c:pt idx="3066">
                  <c:v>120.8</c:v>
                </c:pt>
                <c:pt idx="3067">
                  <c:v>120.57</c:v>
                </c:pt>
                <c:pt idx="3068">
                  <c:v>120.45</c:v>
                </c:pt>
                <c:pt idx="3069">
                  <c:v>120.51</c:v>
                </c:pt>
                <c:pt idx="3070">
                  <c:v>119.88</c:v>
                </c:pt>
                <c:pt idx="3071">
                  <c:v>120.11</c:v>
                </c:pt>
                <c:pt idx="3072">
                  <c:v>120.37</c:v>
                </c:pt>
                <c:pt idx="3073">
                  <c:v>121.42</c:v>
                </c:pt>
                <c:pt idx="3074">
                  <c:v>121.12</c:v>
                </c:pt>
                <c:pt idx="3075">
                  <c:v>120.85</c:v>
                </c:pt>
                <c:pt idx="3076">
                  <c:v>121.25</c:v>
                </c:pt>
                <c:pt idx="3077">
                  <c:v>121.31</c:v>
                </c:pt>
                <c:pt idx="3078">
                  <c:v>121.1</c:v>
                </c:pt>
                <c:pt idx="3079">
                  <c:v>121.2</c:v>
                </c:pt>
                <c:pt idx="3080">
                  <c:v>122.44</c:v>
                </c:pt>
                <c:pt idx="3081">
                  <c:v>122.58</c:v>
                </c:pt>
                <c:pt idx="3082">
                  <c:v>122.77</c:v>
                </c:pt>
                <c:pt idx="3083">
                  <c:v>122.87</c:v>
                </c:pt>
                <c:pt idx="3084">
                  <c:v>122.7</c:v>
                </c:pt>
                <c:pt idx="3085">
                  <c:v>121.98</c:v>
                </c:pt>
                <c:pt idx="3086">
                  <c:v>122.08</c:v>
                </c:pt>
                <c:pt idx="3087">
                  <c:v>122.42</c:v>
                </c:pt>
                <c:pt idx="3088">
                  <c:v>121.9</c:v>
                </c:pt>
                <c:pt idx="3089">
                  <c:v>121.73</c:v>
                </c:pt>
                <c:pt idx="3090">
                  <c:v>121.66</c:v>
                </c:pt>
                <c:pt idx="3091">
                  <c:v>121.24</c:v>
                </c:pt>
                <c:pt idx="3092">
                  <c:v>121.03</c:v>
                </c:pt>
                <c:pt idx="3093">
                  <c:v>120.11</c:v>
                </c:pt>
                <c:pt idx="3094">
                  <c:v>120.32</c:v>
                </c:pt>
                <c:pt idx="3095">
                  <c:v>120.53</c:v>
                </c:pt>
                <c:pt idx="3096">
                  <c:v>121.57</c:v>
                </c:pt>
                <c:pt idx="3097">
                  <c:v>121.56</c:v>
                </c:pt>
                <c:pt idx="3098">
                  <c:v>122.4</c:v>
                </c:pt>
                <c:pt idx="3099">
                  <c:v>122.94</c:v>
                </c:pt>
                <c:pt idx="3100">
                  <c:v>123.13</c:v>
                </c:pt>
                <c:pt idx="3101">
                  <c:v>122.58</c:v>
                </c:pt>
                <c:pt idx="3102">
                  <c:v>123.22</c:v>
                </c:pt>
                <c:pt idx="3103">
                  <c:v>123.91</c:v>
                </c:pt>
                <c:pt idx="3104">
                  <c:v>124.22</c:v>
                </c:pt>
                <c:pt idx="3105">
                  <c:v>124.06</c:v>
                </c:pt>
                <c:pt idx="3106">
                  <c:v>123.96</c:v>
                </c:pt>
                <c:pt idx="3107">
                  <c:v>123.06</c:v>
                </c:pt>
                <c:pt idx="3108">
                  <c:v>123.87</c:v>
                </c:pt>
                <c:pt idx="3109">
                  <c:v>123.48</c:v>
                </c:pt>
                <c:pt idx="3110">
                  <c:v>124.16</c:v>
                </c:pt>
                <c:pt idx="3111">
                  <c:v>124.18</c:v>
                </c:pt>
                <c:pt idx="3112">
                  <c:v>124.14</c:v>
                </c:pt>
                <c:pt idx="3113">
                  <c:v>124.6</c:v>
                </c:pt>
                <c:pt idx="3114">
                  <c:v>125.53</c:v>
                </c:pt>
                <c:pt idx="3115">
                  <c:v>126.01</c:v>
                </c:pt>
                <c:pt idx="3116">
                  <c:v>126.02</c:v>
                </c:pt>
                <c:pt idx="3117">
                  <c:v>126.01</c:v>
                </c:pt>
                <c:pt idx="3118">
                  <c:v>126.07</c:v>
                </c:pt>
                <c:pt idx="3119">
                  <c:v>127.3</c:v>
                </c:pt>
                <c:pt idx="3120">
                  <c:v>127.55</c:v>
                </c:pt>
                <c:pt idx="3121">
                  <c:v>127.85</c:v>
                </c:pt>
                <c:pt idx="3122">
                  <c:v>128.19</c:v>
                </c:pt>
                <c:pt idx="3123">
                  <c:v>128.66</c:v>
                </c:pt>
                <c:pt idx="3124">
                  <c:v>129.59</c:v>
                </c:pt>
                <c:pt idx="3125">
                  <c:v>129.94999999999999</c:v>
                </c:pt>
                <c:pt idx="3126">
                  <c:v>130.88</c:v>
                </c:pt>
                <c:pt idx="3127">
                  <c:v>130.88999999999999</c:v>
                </c:pt>
                <c:pt idx="3128">
                  <c:v>131.79</c:v>
                </c:pt>
                <c:pt idx="3129">
                  <c:v>131.12</c:v>
                </c:pt>
                <c:pt idx="3130">
                  <c:v>131.66</c:v>
                </c:pt>
                <c:pt idx="3131">
                  <c:v>131.65</c:v>
                </c:pt>
                <c:pt idx="3132">
                  <c:v>132.13</c:v>
                </c:pt>
                <c:pt idx="3133">
                  <c:v>131.80000000000001</c:v>
                </c:pt>
                <c:pt idx="3134">
                  <c:v>131.04</c:v>
                </c:pt>
                <c:pt idx="3135">
                  <c:v>131.09</c:v>
                </c:pt>
                <c:pt idx="3136">
                  <c:v>132.86000000000001</c:v>
                </c:pt>
                <c:pt idx="3137">
                  <c:v>133.15</c:v>
                </c:pt>
                <c:pt idx="3138">
                  <c:v>132.38999999999999</c:v>
                </c:pt>
                <c:pt idx="3139">
                  <c:v>132.22</c:v>
                </c:pt>
                <c:pt idx="3140">
                  <c:v>132.05000000000001</c:v>
                </c:pt>
                <c:pt idx="3141">
                  <c:v>131.13999999999999</c:v>
                </c:pt>
                <c:pt idx="3142">
                  <c:v>132.07</c:v>
                </c:pt>
                <c:pt idx="3143">
                  <c:v>132.54</c:v>
                </c:pt>
                <c:pt idx="3144">
                  <c:v>132.57</c:v>
                </c:pt>
                <c:pt idx="3145">
                  <c:v>132.72</c:v>
                </c:pt>
                <c:pt idx="3146">
                  <c:v>133.87</c:v>
                </c:pt>
                <c:pt idx="3147">
                  <c:v>134.57</c:v>
                </c:pt>
                <c:pt idx="3148">
                  <c:v>134.69</c:v>
                </c:pt>
                <c:pt idx="3149">
                  <c:v>134.47</c:v>
                </c:pt>
                <c:pt idx="3150">
                  <c:v>133.44</c:v>
                </c:pt>
                <c:pt idx="3151">
                  <c:v>133.46</c:v>
                </c:pt>
                <c:pt idx="3152">
                  <c:v>132.9</c:v>
                </c:pt>
                <c:pt idx="3153">
                  <c:v>134.68</c:v>
                </c:pt>
                <c:pt idx="3154">
                  <c:v>133.07</c:v>
                </c:pt>
                <c:pt idx="3155">
                  <c:v>132.35</c:v>
                </c:pt>
                <c:pt idx="3156">
                  <c:v>133.93</c:v>
                </c:pt>
                <c:pt idx="3157">
                  <c:v>133.69</c:v>
                </c:pt>
                <c:pt idx="3158">
                  <c:v>133.75</c:v>
                </c:pt>
                <c:pt idx="3159">
                  <c:v>134.71</c:v>
                </c:pt>
                <c:pt idx="3160">
                  <c:v>133.38</c:v>
                </c:pt>
                <c:pt idx="3161">
                  <c:v>132.63999999999999</c:v>
                </c:pt>
                <c:pt idx="3162">
                  <c:v>133.27000000000001</c:v>
                </c:pt>
                <c:pt idx="3163">
                  <c:v>132.12</c:v>
                </c:pt>
                <c:pt idx="3164">
                  <c:v>132.61000000000001</c:v>
                </c:pt>
                <c:pt idx="3165">
                  <c:v>132.71</c:v>
                </c:pt>
                <c:pt idx="3166">
                  <c:v>133.57</c:v>
                </c:pt>
                <c:pt idx="3167">
                  <c:v>133.72999999999999</c:v>
                </c:pt>
                <c:pt idx="3168">
                  <c:v>134.21</c:v>
                </c:pt>
                <c:pt idx="3169">
                  <c:v>134.15</c:v>
                </c:pt>
                <c:pt idx="3170">
                  <c:v>133.86000000000001</c:v>
                </c:pt>
                <c:pt idx="3171">
                  <c:v>134.68</c:v>
                </c:pt>
                <c:pt idx="3172">
                  <c:v>134.28</c:v>
                </c:pt>
                <c:pt idx="3173">
                  <c:v>133.36000000000001</c:v>
                </c:pt>
                <c:pt idx="3174">
                  <c:v>133.46</c:v>
                </c:pt>
                <c:pt idx="3175">
                  <c:v>132.22</c:v>
                </c:pt>
                <c:pt idx="3176">
                  <c:v>132.24</c:v>
                </c:pt>
                <c:pt idx="3177">
                  <c:v>130.66999999999999</c:v>
                </c:pt>
                <c:pt idx="3178">
                  <c:v>127.56</c:v>
                </c:pt>
                <c:pt idx="3179">
                  <c:v>128.65</c:v>
                </c:pt>
                <c:pt idx="3180">
                  <c:v>128.37</c:v>
                </c:pt>
                <c:pt idx="3181">
                  <c:v>129.04</c:v>
                </c:pt>
                <c:pt idx="3182">
                  <c:v>129.47</c:v>
                </c:pt>
                <c:pt idx="3183">
                  <c:v>129.16</c:v>
                </c:pt>
                <c:pt idx="3184">
                  <c:v>129</c:v>
                </c:pt>
                <c:pt idx="3185">
                  <c:v>131.33000000000001</c:v>
                </c:pt>
                <c:pt idx="3186">
                  <c:v>132.08000000000001</c:v>
                </c:pt>
                <c:pt idx="3187">
                  <c:v>131.4</c:v>
                </c:pt>
                <c:pt idx="3188">
                  <c:v>132.07</c:v>
                </c:pt>
                <c:pt idx="3189">
                  <c:v>132.88</c:v>
                </c:pt>
                <c:pt idx="3190">
                  <c:v>133.37</c:v>
                </c:pt>
                <c:pt idx="3191">
                  <c:v>133.04</c:v>
                </c:pt>
                <c:pt idx="3192">
                  <c:v>132.63999999999999</c:v>
                </c:pt>
                <c:pt idx="3193">
                  <c:v>132.76</c:v>
                </c:pt>
                <c:pt idx="3194">
                  <c:v>132.72999999999999</c:v>
                </c:pt>
                <c:pt idx="3195">
                  <c:v>133.47999999999999</c:v>
                </c:pt>
                <c:pt idx="3196">
                  <c:v>133.21</c:v>
                </c:pt>
                <c:pt idx="3197">
                  <c:v>132.74</c:v>
                </c:pt>
                <c:pt idx="3198">
                  <c:v>132.33000000000001</c:v>
                </c:pt>
                <c:pt idx="3199">
                  <c:v>131.58000000000001</c:v>
                </c:pt>
                <c:pt idx="3200">
                  <c:v>131.68</c:v>
                </c:pt>
                <c:pt idx="3201">
                  <c:v>130.88</c:v>
                </c:pt>
                <c:pt idx="3202">
                  <c:v>130.72</c:v>
                </c:pt>
                <c:pt idx="3203">
                  <c:v>131.49</c:v>
                </c:pt>
                <c:pt idx="3204">
                  <c:v>131.96</c:v>
                </c:pt>
                <c:pt idx="3205">
                  <c:v>132.16999999999999</c:v>
                </c:pt>
                <c:pt idx="3206">
                  <c:v>131.19999999999999</c:v>
                </c:pt>
                <c:pt idx="3207">
                  <c:v>130.71</c:v>
                </c:pt>
                <c:pt idx="3208">
                  <c:v>130.03</c:v>
                </c:pt>
                <c:pt idx="3209">
                  <c:v>130.36000000000001</c:v>
                </c:pt>
                <c:pt idx="3210">
                  <c:v>130.01</c:v>
                </c:pt>
                <c:pt idx="3211">
                  <c:v>130.22</c:v>
                </c:pt>
                <c:pt idx="3212">
                  <c:v>129.61000000000001</c:v>
                </c:pt>
                <c:pt idx="3213">
                  <c:v>128.66</c:v>
                </c:pt>
                <c:pt idx="3214">
                  <c:v>127.87</c:v>
                </c:pt>
                <c:pt idx="3215">
                  <c:v>127.97</c:v>
                </c:pt>
                <c:pt idx="3216">
                  <c:v>128.54</c:v>
                </c:pt>
                <c:pt idx="3217">
                  <c:v>127.41</c:v>
                </c:pt>
                <c:pt idx="3218">
                  <c:v>127.91</c:v>
                </c:pt>
                <c:pt idx="3219">
                  <c:v>127.01</c:v>
                </c:pt>
                <c:pt idx="3220">
                  <c:v>127.19</c:v>
                </c:pt>
                <c:pt idx="3221">
                  <c:v>128.07</c:v>
                </c:pt>
                <c:pt idx="3222">
                  <c:v>128.87</c:v>
                </c:pt>
                <c:pt idx="3223">
                  <c:v>128.34</c:v>
                </c:pt>
                <c:pt idx="3224">
                  <c:v>127.59</c:v>
                </c:pt>
                <c:pt idx="3225">
                  <c:v>127.79</c:v>
                </c:pt>
                <c:pt idx="3226">
                  <c:v>128.49</c:v>
                </c:pt>
                <c:pt idx="3227">
                  <c:v>127.67</c:v>
                </c:pt>
                <c:pt idx="3228">
                  <c:v>128.13</c:v>
                </c:pt>
                <c:pt idx="3229">
                  <c:v>125.98</c:v>
                </c:pt>
                <c:pt idx="3230">
                  <c:v>125.32</c:v>
                </c:pt>
                <c:pt idx="3231">
                  <c:v>124.2</c:v>
                </c:pt>
                <c:pt idx="3232">
                  <c:v>124.19</c:v>
                </c:pt>
                <c:pt idx="3233">
                  <c:v>125.11</c:v>
                </c:pt>
                <c:pt idx="3234">
                  <c:v>124.73</c:v>
                </c:pt>
                <c:pt idx="3235">
                  <c:v>124.81</c:v>
                </c:pt>
                <c:pt idx="3236">
                  <c:v>124.57</c:v>
                </c:pt>
                <c:pt idx="3237">
                  <c:v>124.36</c:v>
                </c:pt>
                <c:pt idx="3238">
                  <c:v>123.35</c:v>
                </c:pt>
                <c:pt idx="3239">
                  <c:v>124.22</c:v>
                </c:pt>
                <c:pt idx="3240">
                  <c:v>123.58</c:v>
                </c:pt>
                <c:pt idx="3241">
                  <c:v>124.14</c:v>
                </c:pt>
                <c:pt idx="3242">
                  <c:v>124.36</c:v>
                </c:pt>
                <c:pt idx="3243">
                  <c:v>124.13</c:v>
                </c:pt>
                <c:pt idx="3244">
                  <c:v>124.33</c:v>
                </c:pt>
                <c:pt idx="3245">
                  <c:v>124.75</c:v>
                </c:pt>
                <c:pt idx="3246">
                  <c:v>125.32</c:v>
                </c:pt>
                <c:pt idx="3247">
                  <c:v>125.7</c:v>
                </c:pt>
                <c:pt idx="3248">
                  <c:v>124.9</c:v>
                </c:pt>
                <c:pt idx="3249">
                  <c:v>124.13</c:v>
                </c:pt>
                <c:pt idx="3250">
                  <c:v>124.28</c:v>
                </c:pt>
                <c:pt idx="3251">
                  <c:v>124.34</c:v>
                </c:pt>
                <c:pt idx="3252">
                  <c:v>123.84</c:v>
                </c:pt>
                <c:pt idx="3253">
                  <c:v>123.53</c:v>
                </c:pt>
                <c:pt idx="3254">
                  <c:v>121.11</c:v>
                </c:pt>
                <c:pt idx="3255">
                  <c:v>121.71</c:v>
                </c:pt>
                <c:pt idx="3256">
                  <c:v>121.33</c:v>
                </c:pt>
                <c:pt idx="3257">
                  <c:v>120.05</c:v>
                </c:pt>
                <c:pt idx="3258">
                  <c:v>119.64</c:v>
                </c:pt>
                <c:pt idx="3259">
                  <c:v>119.47</c:v>
                </c:pt>
                <c:pt idx="3260">
                  <c:v>119.73</c:v>
                </c:pt>
                <c:pt idx="3261">
                  <c:v>119.85</c:v>
                </c:pt>
                <c:pt idx="3262">
                  <c:v>119.78</c:v>
                </c:pt>
                <c:pt idx="3263">
                  <c:v>120.08</c:v>
                </c:pt>
                <c:pt idx="3264">
                  <c:v>120.43</c:v>
                </c:pt>
                <c:pt idx="3265">
                  <c:v>118.43</c:v>
                </c:pt>
                <c:pt idx="3266">
                  <c:v>118.1</c:v>
                </c:pt>
                <c:pt idx="3267">
                  <c:v>117.66</c:v>
                </c:pt>
                <c:pt idx="3268">
                  <c:v>117.12</c:v>
                </c:pt>
                <c:pt idx="3269">
                  <c:v>116.88</c:v>
                </c:pt>
                <c:pt idx="3270">
                  <c:v>116.35</c:v>
                </c:pt>
                <c:pt idx="3271">
                  <c:v>115.81</c:v>
                </c:pt>
                <c:pt idx="3272">
                  <c:v>116.33</c:v>
                </c:pt>
                <c:pt idx="3273">
                  <c:v>116.5</c:v>
                </c:pt>
                <c:pt idx="3274">
                  <c:v>115.88</c:v>
                </c:pt>
                <c:pt idx="3275">
                  <c:v>116.21</c:v>
                </c:pt>
                <c:pt idx="3276">
                  <c:v>117.54</c:v>
                </c:pt>
                <c:pt idx="3277">
                  <c:v>116.64</c:v>
                </c:pt>
                <c:pt idx="3278">
                  <c:v>116.47</c:v>
                </c:pt>
                <c:pt idx="3279">
                  <c:v>118.8</c:v>
                </c:pt>
                <c:pt idx="3280">
                  <c:v>119.63</c:v>
                </c:pt>
                <c:pt idx="3281">
                  <c:v>120.23</c:v>
                </c:pt>
                <c:pt idx="3282">
                  <c:v>119.85</c:v>
                </c:pt>
                <c:pt idx="3283">
                  <c:v>119.21</c:v>
                </c:pt>
                <c:pt idx="3284">
                  <c:v>118.85</c:v>
                </c:pt>
                <c:pt idx="3285">
                  <c:v>119.69</c:v>
                </c:pt>
                <c:pt idx="3286">
                  <c:v>120.77</c:v>
                </c:pt>
                <c:pt idx="3287">
                  <c:v>120.17</c:v>
                </c:pt>
                <c:pt idx="3288">
                  <c:v>120.99</c:v>
                </c:pt>
                <c:pt idx="3289">
                  <c:v>120.16</c:v>
                </c:pt>
                <c:pt idx="3290">
                  <c:v>118.98</c:v>
                </c:pt>
                <c:pt idx="3291">
                  <c:v>118.37</c:v>
                </c:pt>
                <c:pt idx="3292">
                  <c:v>117.39</c:v>
                </c:pt>
                <c:pt idx="3293">
                  <c:v>117.39</c:v>
                </c:pt>
                <c:pt idx="3294">
                  <c:v>117.65</c:v>
                </c:pt>
                <c:pt idx="3295">
                  <c:v>118.68</c:v>
                </c:pt>
                <c:pt idx="3296">
                  <c:v>118.8</c:v>
                </c:pt>
                <c:pt idx="3297">
                  <c:v>118.51</c:v>
                </c:pt>
                <c:pt idx="3298">
                  <c:v>119.88</c:v>
                </c:pt>
                <c:pt idx="3299">
                  <c:v>119.65</c:v>
                </c:pt>
                <c:pt idx="3300">
                  <c:v>119.74</c:v>
                </c:pt>
                <c:pt idx="3301">
                  <c:v>118.22</c:v>
                </c:pt>
                <c:pt idx="3302">
                  <c:v>118.88</c:v>
                </c:pt>
                <c:pt idx="3303">
                  <c:v>118.28</c:v>
                </c:pt>
                <c:pt idx="3304">
                  <c:v>118.46</c:v>
                </c:pt>
                <c:pt idx="3305">
                  <c:v>118.13</c:v>
                </c:pt>
                <c:pt idx="3306">
                  <c:v>116.95</c:v>
                </c:pt>
                <c:pt idx="3307">
                  <c:v>118.02</c:v>
                </c:pt>
                <c:pt idx="3308">
                  <c:v>118.31</c:v>
                </c:pt>
                <c:pt idx="3309">
                  <c:v>118.54</c:v>
                </c:pt>
                <c:pt idx="3310">
                  <c:v>118.91</c:v>
                </c:pt>
                <c:pt idx="3311">
                  <c:v>119.84</c:v>
                </c:pt>
                <c:pt idx="3312">
                  <c:v>120.31</c:v>
                </c:pt>
                <c:pt idx="3313">
                  <c:v>120.14</c:v>
                </c:pt>
                <c:pt idx="3314">
                  <c:v>121.7</c:v>
                </c:pt>
                <c:pt idx="3315">
                  <c:v>122.25</c:v>
                </c:pt>
                <c:pt idx="3316">
                  <c:v>122.04</c:v>
                </c:pt>
                <c:pt idx="3317">
                  <c:v>121.51</c:v>
                </c:pt>
                <c:pt idx="3318">
                  <c:v>121.32</c:v>
                </c:pt>
                <c:pt idx="3319">
                  <c:v>123.4</c:v>
                </c:pt>
                <c:pt idx="3320">
                  <c:v>123.91</c:v>
                </c:pt>
                <c:pt idx="3321">
                  <c:v>123.31</c:v>
                </c:pt>
                <c:pt idx="3322">
                  <c:v>122.87</c:v>
                </c:pt>
                <c:pt idx="3323">
                  <c:v>122.06</c:v>
                </c:pt>
                <c:pt idx="3324">
                  <c:v>122.52</c:v>
                </c:pt>
                <c:pt idx="3325">
                  <c:v>121.81</c:v>
                </c:pt>
                <c:pt idx="3326">
                  <c:v>122.63</c:v>
                </c:pt>
                <c:pt idx="3327">
                  <c:v>122.88</c:v>
                </c:pt>
                <c:pt idx="3328">
                  <c:v>122.61</c:v>
                </c:pt>
                <c:pt idx="3329">
                  <c:v>123.29</c:v>
                </c:pt>
                <c:pt idx="3330">
                  <c:v>124.35</c:v>
                </c:pt>
                <c:pt idx="3331">
                  <c:v>124.3</c:v>
                </c:pt>
                <c:pt idx="3332">
                  <c:v>123.28</c:v>
                </c:pt>
                <c:pt idx="3333">
                  <c:v>123.64</c:v>
                </c:pt>
                <c:pt idx="3334">
                  <c:v>124.05</c:v>
                </c:pt>
                <c:pt idx="3335">
                  <c:v>124.33</c:v>
                </c:pt>
                <c:pt idx="3336">
                  <c:v>124.68</c:v>
                </c:pt>
                <c:pt idx="3337">
                  <c:v>124.51</c:v>
                </c:pt>
                <c:pt idx="3338">
                  <c:v>125.12</c:v>
                </c:pt>
                <c:pt idx="3339">
                  <c:v>125.51</c:v>
                </c:pt>
                <c:pt idx="3340">
                  <c:v>124.91</c:v>
                </c:pt>
                <c:pt idx="3341">
                  <c:v>125.15</c:v>
                </c:pt>
                <c:pt idx="3342">
                  <c:v>124.6</c:v>
                </c:pt>
                <c:pt idx="3343">
                  <c:v>124.44</c:v>
                </c:pt>
                <c:pt idx="3344">
                  <c:v>124.33</c:v>
                </c:pt>
                <c:pt idx="3345">
                  <c:v>123.53</c:v>
                </c:pt>
                <c:pt idx="3346">
                  <c:v>123.07</c:v>
                </c:pt>
                <c:pt idx="3347">
                  <c:v>122.93</c:v>
                </c:pt>
                <c:pt idx="3348">
                  <c:v>122.48</c:v>
                </c:pt>
                <c:pt idx="3349">
                  <c:v>122.17</c:v>
                </c:pt>
                <c:pt idx="3350">
                  <c:v>122.19</c:v>
                </c:pt>
                <c:pt idx="3351">
                  <c:v>121.87</c:v>
                </c:pt>
                <c:pt idx="3352">
                  <c:v>121.72</c:v>
                </c:pt>
                <c:pt idx="3353">
                  <c:v>121.15</c:v>
                </c:pt>
                <c:pt idx="3354">
                  <c:v>119.84</c:v>
                </c:pt>
                <c:pt idx="3355">
                  <c:v>119.67</c:v>
                </c:pt>
                <c:pt idx="3356">
                  <c:v>119.6</c:v>
                </c:pt>
                <c:pt idx="3357">
                  <c:v>120.08</c:v>
                </c:pt>
                <c:pt idx="3358">
                  <c:v>120.43</c:v>
                </c:pt>
                <c:pt idx="3359">
                  <c:v>120.49</c:v>
                </c:pt>
                <c:pt idx="3360">
                  <c:v>121.07</c:v>
                </c:pt>
                <c:pt idx="3361">
                  <c:v>122.29</c:v>
                </c:pt>
                <c:pt idx="3362">
                  <c:v>122.73</c:v>
                </c:pt>
                <c:pt idx="3363">
                  <c:v>122.62</c:v>
                </c:pt>
                <c:pt idx="3364">
                  <c:v>122.81</c:v>
                </c:pt>
                <c:pt idx="3365">
                  <c:v>122.14</c:v>
                </c:pt>
                <c:pt idx="3366">
                  <c:v>121.6</c:v>
                </c:pt>
                <c:pt idx="3367">
                  <c:v>122.32</c:v>
                </c:pt>
                <c:pt idx="3368">
                  <c:v>122.29</c:v>
                </c:pt>
                <c:pt idx="3369">
                  <c:v>122.55</c:v>
                </c:pt>
                <c:pt idx="3370">
                  <c:v>124.45</c:v>
                </c:pt>
                <c:pt idx="3371">
                  <c:v>124.35</c:v>
                </c:pt>
                <c:pt idx="3372">
                  <c:v>124.56</c:v>
                </c:pt>
                <c:pt idx="3373">
                  <c:v>124.92</c:v>
                </c:pt>
                <c:pt idx="3374">
                  <c:v>123.51</c:v>
                </c:pt>
                <c:pt idx="3375">
                  <c:v>123.36</c:v>
                </c:pt>
                <c:pt idx="3376">
                  <c:v>123.77</c:v>
                </c:pt>
                <c:pt idx="3377">
                  <c:v>123.64</c:v>
                </c:pt>
                <c:pt idx="3378">
                  <c:v>122.7</c:v>
                </c:pt>
                <c:pt idx="3379">
                  <c:v>120.5</c:v>
                </c:pt>
                <c:pt idx="3380">
                  <c:v>121.38</c:v>
                </c:pt>
                <c:pt idx="3381">
                  <c:v>121.29</c:v>
                </c:pt>
                <c:pt idx="3382">
                  <c:v>121.02</c:v>
                </c:pt>
                <c:pt idx="3383">
                  <c:v>120.6</c:v>
                </c:pt>
                <c:pt idx="3384">
                  <c:v>120.39</c:v>
                </c:pt>
                <c:pt idx="3385">
                  <c:v>120.46</c:v>
                </c:pt>
                <c:pt idx="3386">
                  <c:v>120.29</c:v>
                </c:pt>
                <c:pt idx="3387">
                  <c:v>120.29</c:v>
                </c:pt>
                <c:pt idx="3388">
                  <c:v>119.96</c:v>
                </c:pt>
                <c:pt idx="3389">
                  <c:v>119.88</c:v>
                </c:pt>
                <c:pt idx="3390">
                  <c:v>118.52</c:v>
                </c:pt>
                <c:pt idx="3391">
                  <c:v>118.79</c:v>
                </c:pt>
                <c:pt idx="3392">
                  <c:v>118.79</c:v>
                </c:pt>
                <c:pt idx="3393">
                  <c:v>120.08</c:v>
                </c:pt>
                <c:pt idx="3394">
                  <c:v>119.63</c:v>
                </c:pt>
                <c:pt idx="3395">
                  <c:v>119.21</c:v>
                </c:pt>
                <c:pt idx="3396">
                  <c:v>120.48</c:v>
                </c:pt>
                <c:pt idx="3397">
                  <c:v>119.14</c:v>
                </c:pt>
                <c:pt idx="3398">
                  <c:v>119.37</c:v>
                </c:pt>
                <c:pt idx="3399">
                  <c:v>119.32</c:v>
                </c:pt>
                <c:pt idx="3400">
                  <c:v>118.99</c:v>
                </c:pt>
                <c:pt idx="3401">
                  <c:v>118.15</c:v>
                </c:pt>
                <c:pt idx="3402">
                  <c:v>118.1</c:v>
                </c:pt>
                <c:pt idx="3403">
                  <c:v>117.81</c:v>
                </c:pt>
                <c:pt idx="3404">
                  <c:v>117.83</c:v>
                </c:pt>
                <c:pt idx="3405">
                  <c:v>118.03</c:v>
                </c:pt>
                <c:pt idx="3406">
                  <c:v>118.16</c:v>
                </c:pt>
                <c:pt idx="3407">
                  <c:v>118.28</c:v>
                </c:pt>
                <c:pt idx="3408">
                  <c:v>118.12</c:v>
                </c:pt>
                <c:pt idx="3409">
                  <c:v>117.82</c:v>
                </c:pt>
                <c:pt idx="3410">
                  <c:v>118.56</c:v>
                </c:pt>
                <c:pt idx="3411">
                  <c:v>118.77</c:v>
                </c:pt>
                <c:pt idx="3412">
                  <c:v>118.36</c:v>
                </c:pt>
                <c:pt idx="3413">
                  <c:v>118.96</c:v>
                </c:pt>
                <c:pt idx="3414">
                  <c:v>119.87</c:v>
                </c:pt>
                <c:pt idx="3415">
                  <c:v>120.29</c:v>
                </c:pt>
                <c:pt idx="3416">
                  <c:v>119.66</c:v>
                </c:pt>
                <c:pt idx="3417">
                  <c:v>120.06</c:v>
                </c:pt>
                <c:pt idx="3418">
                  <c:v>119.8</c:v>
                </c:pt>
                <c:pt idx="3419">
                  <c:v>120.27</c:v>
                </c:pt>
                <c:pt idx="3420">
                  <c:v>121.31</c:v>
                </c:pt>
                <c:pt idx="3421">
                  <c:v>121.08</c:v>
                </c:pt>
                <c:pt idx="3422">
                  <c:v>121.45</c:v>
                </c:pt>
                <c:pt idx="3423">
                  <c:v>120.56</c:v>
                </c:pt>
                <c:pt idx="3424">
                  <c:v>120.47</c:v>
                </c:pt>
                <c:pt idx="3425">
                  <c:v>120.34</c:v>
                </c:pt>
                <c:pt idx="3426">
                  <c:v>119.1</c:v>
                </c:pt>
                <c:pt idx="3427">
                  <c:v>118.73</c:v>
                </c:pt>
                <c:pt idx="3428">
                  <c:v>118.34</c:v>
                </c:pt>
                <c:pt idx="3429">
                  <c:v>118.7</c:v>
                </c:pt>
                <c:pt idx="3430">
                  <c:v>117.84</c:v>
                </c:pt>
                <c:pt idx="3431">
                  <c:v>117.35</c:v>
                </c:pt>
                <c:pt idx="3432">
                  <c:v>117.17</c:v>
                </c:pt>
                <c:pt idx="3433">
                  <c:v>117.75</c:v>
                </c:pt>
                <c:pt idx="3434">
                  <c:v>118.1</c:v>
                </c:pt>
                <c:pt idx="3435">
                  <c:v>117.63</c:v>
                </c:pt>
                <c:pt idx="3436">
                  <c:v>117.65</c:v>
                </c:pt>
                <c:pt idx="3437">
                  <c:v>117.28</c:v>
                </c:pt>
                <c:pt idx="3438">
                  <c:v>117.4</c:v>
                </c:pt>
                <c:pt idx="3439">
                  <c:v>117.11</c:v>
                </c:pt>
                <c:pt idx="3440">
                  <c:v>116.84</c:v>
                </c:pt>
                <c:pt idx="3441">
                  <c:v>117.14</c:v>
                </c:pt>
                <c:pt idx="3442">
                  <c:v>117.38</c:v>
                </c:pt>
                <c:pt idx="3443">
                  <c:v>118.55</c:v>
                </c:pt>
                <c:pt idx="3444">
                  <c:v>118.32</c:v>
                </c:pt>
                <c:pt idx="3445">
                  <c:v>118.51</c:v>
                </c:pt>
                <c:pt idx="3446">
                  <c:v>118.87</c:v>
                </c:pt>
                <c:pt idx="3447">
                  <c:v>120.44</c:v>
                </c:pt>
                <c:pt idx="3448">
                  <c:v>120.32</c:v>
                </c:pt>
                <c:pt idx="3449">
                  <c:v>121.69</c:v>
                </c:pt>
                <c:pt idx="3450">
                  <c:v>120.74</c:v>
                </c:pt>
                <c:pt idx="3451">
                  <c:v>120.07</c:v>
                </c:pt>
                <c:pt idx="3452">
                  <c:v>119.94</c:v>
                </c:pt>
                <c:pt idx="3453">
                  <c:v>119.97</c:v>
                </c:pt>
                <c:pt idx="3454">
                  <c:v>119.89</c:v>
                </c:pt>
                <c:pt idx="3455">
                  <c:v>118.09</c:v>
                </c:pt>
                <c:pt idx="3456">
                  <c:v>117.92</c:v>
                </c:pt>
                <c:pt idx="3457">
                  <c:v>118.96</c:v>
                </c:pt>
                <c:pt idx="3458">
                  <c:v>119.37</c:v>
                </c:pt>
                <c:pt idx="3459">
                  <c:v>120</c:v>
                </c:pt>
                <c:pt idx="3460">
                  <c:v>119.73</c:v>
                </c:pt>
                <c:pt idx="3461">
                  <c:v>119.88</c:v>
                </c:pt>
                <c:pt idx="3462">
                  <c:v>120.09</c:v>
                </c:pt>
                <c:pt idx="3463">
                  <c:v>119.67</c:v>
                </c:pt>
                <c:pt idx="3464">
                  <c:v>120.55</c:v>
                </c:pt>
                <c:pt idx="3465">
                  <c:v>120.33</c:v>
                </c:pt>
                <c:pt idx="3466">
                  <c:v>120.32</c:v>
                </c:pt>
                <c:pt idx="3467">
                  <c:v>119.6</c:v>
                </c:pt>
                <c:pt idx="3468">
                  <c:v>119.65</c:v>
                </c:pt>
                <c:pt idx="3469">
                  <c:v>119.77</c:v>
                </c:pt>
                <c:pt idx="3470">
                  <c:v>120.51</c:v>
                </c:pt>
                <c:pt idx="3471">
                  <c:v>119.95</c:v>
                </c:pt>
                <c:pt idx="3472">
                  <c:v>120.37</c:v>
                </c:pt>
                <c:pt idx="3473">
                  <c:v>120.01</c:v>
                </c:pt>
                <c:pt idx="3474">
                  <c:v>120.21</c:v>
                </c:pt>
                <c:pt idx="3475">
                  <c:v>120.46</c:v>
                </c:pt>
                <c:pt idx="3476">
                  <c:v>119.77</c:v>
                </c:pt>
                <c:pt idx="3477">
                  <c:v>118.88</c:v>
                </c:pt>
                <c:pt idx="3478">
                  <c:v>118.6</c:v>
                </c:pt>
                <c:pt idx="3479">
                  <c:v>119.07</c:v>
                </c:pt>
                <c:pt idx="3480">
                  <c:v>118.55</c:v>
                </c:pt>
                <c:pt idx="3481">
                  <c:v>117.57</c:v>
                </c:pt>
                <c:pt idx="3482">
                  <c:v>116.44</c:v>
                </c:pt>
                <c:pt idx="3483">
                  <c:v>117.1</c:v>
                </c:pt>
                <c:pt idx="3484">
                  <c:v>117.4</c:v>
                </c:pt>
                <c:pt idx="3485">
                  <c:v>117.02</c:v>
                </c:pt>
                <c:pt idx="3486">
                  <c:v>116.78</c:v>
                </c:pt>
                <c:pt idx="3487">
                  <c:v>116.27</c:v>
                </c:pt>
                <c:pt idx="3488">
                  <c:v>116.54</c:v>
                </c:pt>
                <c:pt idx="3489">
                  <c:v>116.08</c:v>
                </c:pt>
                <c:pt idx="3490">
                  <c:v>117.15</c:v>
                </c:pt>
                <c:pt idx="3491">
                  <c:v>116.65</c:v>
                </c:pt>
                <c:pt idx="3492">
                  <c:v>117.61</c:v>
                </c:pt>
                <c:pt idx="3493">
                  <c:v>117.22</c:v>
                </c:pt>
                <c:pt idx="3494">
                  <c:v>116.91</c:v>
                </c:pt>
                <c:pt idx="3495">
                  <c:v>116.88</c:v>
                </c:pt>
                <c:pt idx="3496">
                  <c:v>117.27</c:v>
                </c:pt>
                <c:pt idx="3497">
                  <c:v>118.58</c:v>
                </c:pt>
                <c:pt idx="3498">
                  <c:v>118.02</c:v>
                </c:pt>
                <c:pt idx="3499">
                  <c:v>119.3</c:v>
                </c:pt>
                <c:pt idx="3500">
                  <c:v>118.59</c:v>
                </c:pt>
                <c:pt idx="3501">
                  <c:v>119.22</c:v>
                </c:pt>
                <c:pt idx="3502">
                  <c:v>118.91</c:v>
                </c:pt>
                <c:pt idx="3503">
                  <c:v>117.65</c:v>
                </c:pt>
                <c:pt idx="3504">
                  <c:v>118.66</c:v>
                </c:pt>
                <c:pt idx="3505">
                  <c:v>118.18</c:v>
                </c:pt>
                <c:pt idx="3506">
                  <c:v>117.79</c:v>
                </c:pt>
                <c:pt idx="3507">
                  <c:v>117.79</c:v>
                </c:pt>
                <c:pt idx="3508">
                  <c:v>117.69</c:v>
                </c:pt>
                <c:pt idx="3509">
                  <c:v>117.42</c:v>
                </c:pt>
                <c:pt idx="3510">
                  <c:v>117.64</c:v>
                </c:pt>
                <c:pt idx="3511">
                  <c:v>118.14</c:v>
                </c:pt>
                <c:pt idx="3512">
                  <c:v>117.84</c:v>
                </c:pt>
                <c:pt idx="3513">
                  <c:v>118.38</c:v>
                </c:pt>
                <c:pt idx="3514">
                  <c:v>118.35</c:v>
                </c:pt>
                <c:pt idx="3515">
                  <c:v>117.77</c:v>
                </c:pt>
                <c:pt idx="3516">
                  <c:v>117.86</c:v>
                </c:pt>
                <c:pt idx="3517">
                  <c:v>118.04</c:v>
                </c:pt>
                <c:pt idx="3518">
                  <c:v>119.37</c:v>
                </c:pt>
                <c:pt idx="3519">
                  <c:v>119.61</c:v>
                </c:pt>
                <c:pt idx="3520">
                  <c:v>119.8</c:v>
                </c:pt>
                <c:pt idx="3521">
                  <c:v>119.43</c:v>
                </c:pt>
                <c:pt idx="3522">
                  <c:v>118.13</c:v>
                </c:pt>
                <c:pt idx="3523">
                  <c:v>118.18</c:v>
                </c:pt>
                <c:pt idx="3524">
                  <c:v>118.14</c:v>
                </c:pt>
                <c:pt idx="3525">
                  <c:v>118.18</c:v>
                </c:pt>
                <c:pt idx="3526">
                  <c:v>118.14</c:v>
                </c:pt>
                <c:pt idx="3527">
                  <c:v>117.8</c:v>
                </c:pt>
                <c:pt idx="3528">
                  <c:v>117.69</c:v>
                </c:pt>
                <c:pt idx="3529">
                  <c:v>117.92</c:v>
                </c:pt>
                <c:pt idx="3530">
                  <c:v>117.74</c:v>
                </c:pt>
                <c:pt idx="3531">
                  <c:v>117.95</c:v>
                </c:pt>
                <c:pt idx="3532">
                  <c:v>118.1</c:v>
                </c:pt>
                <c:pt idx="3533">
                  <c:v>118.81</c:v>
                </c:pt>
                <c:pt idx="3534">
                  <c:v>118.52</c:v>
                </c:pt>
                <c:pt idx="3535">
                  <c:v>118.47</c:v>
                </c:pt>
                <c:pt idx="3536">
                  <c:v>119.16</c:v>
                </c:pt>
                <c:pt idx="3537">
                  <c:v>118.78</c:v>
                </c:pt>
                <c:pt idx="3538">
                  <c:v>118.91</c:v>
                </c:pt>
                <c:pt idx="3539">
                  <c:v>118.77</c:v>
                </c:pt>
                <c:pt idx="3540">
                  <c:v>119.43</c:v>
                </c:pt>
                <c:pt idx="3541">
                  <c:v>119.94</c:v>
                </c:pt>
                <c:pt idx="3542">
                  <c:v>120.27</c:v>
                </c:pt>
                <c:pt idx="3543">
                  <c:v>120.55</c:v>
                </c:pt>
                <c:pt idx="3544">
                  <c:v>120.12</c:v>
                </c:pt>
                <c:pt idx="3545">
                  <c:v>120.33</c:v>
                </c:pt>
                <c:pt idx="3546">
                  <c:v>119.85</c:v>
                </c:pt>
                <c:pt idx="3547">
                  <c:v>120.28</c:v>
                </c:pt>
                <c:pt idx="3548">
                  <c:v>118.96</c:v>
                </c:pt>
                <c:pt idx="3549">
                  <c:v>119.08</c:v>
                </c:pt>
                <c:pt idx="3550">
                  <c:v>118.6</c:v>
                </c:pt>
                <c:pt idx="3551">
                  <c:v>118.74</c:v>
                </c:pt>
                <c:pt idx="3552">
                  <c:v>119.15</c:v>
                </c:pt>
                <c:pt idx="3553">
                  <c:v>119.15</c:v>
                </c:pt>
                <c:pt idx="3554">
                  <c:v>119.2</c:v>
                </c:pt>
                <c:pt idx="3555">
                  <c:v>119.45</c:v>
                </c:pt>
                <c:pt idx="3556">
                  <c:v>118.37</c:v>
                </c:pt>
                <c:pt idx="3557">
                  <c:v>118.1</c:v>
                </c:pt>
                <c:pt idx="3558">
                  <c:v>117.81</c:v>
                </c:pt>
                <c:pt idx="3559">
                  <c:v>117.55</c:v>
                </c:pt>
                <c:pt idx="3560">
                  <c:v>117.32</c:v>
                </c:pt>
                <c:pt idx="3561">
                  <c:v>117.36</c:v>
                </c:pt>
                <c:pt idx="3562">
                  <c:v>117.41</c:v>
                </c:pt>
                <c:pt idx="3563">
                  <c:v>117.32</c:v>
                </c:pt>
                <c:pt idx="3564">
                  <c:v>116.92</c:v>
                </c:pt>
                <c:pt idx="3565">
                  <c:v>116.56</c:v>
                </c:pt>
                <c:pt idx="3566">
                  <c:v>116.58</c:v>
                </c:pt>
                <c:pt idx="3567">
                  <c:v>115.9</c:v>
                </c:pt>
                <c:pt idx="3568">
                  <c:v>116.73</c:v>
                </c:pt>
                <c:pt idx="3569">
                  <c:v>116.83</c:v>
                </c:pt>
                <c:pt idx="3570">
                  <c:v>116.84</c:v>
                </c:pt>
                <c:pt idx="3571">
                  <c:v>116.86</c:v>
                </c:pt>
                <c:pt idx="3572">
                  <c:v>117.09</c:v>
                </c:pt>
                <c:pt idx="3573">
                  <c:v>117.11</c:v>
                </c:pt>
                <c:pt idx="3574">
                  <c:v>117.29</c:v>
                </c:pt>
                <c:pt idx="3575">
                  <c:v>117.48</c:v>
                </c:pt>
                <c:pt idx="3576">
                  <c:v>116.19</c:v>
                </c:pt>
                <c:pt idx="3577">
                  <c:v>116.03</c:v>
                </c:pt>
                <c:pt idx="3578">
                  <c:v>115.25</c:v>
                </c:pt>
                <c:pt idx="3579">
                  <c:v>113.99</c:v>
                </c:pt>
                <c:pt idx="3580">
                  <c:v>112.21</c:v>
                </c:pt>
                <c:pt idx="3581">
                  <c:v>112.29</c:v>
                </c:pt>
                <c:pt idx="3582">
                  <c:v>111.73</c:v>
                </c:pt>
                <c:pt idx="3583">
                  <c:v>112.23</c:v>
                </c:pt>
                <c:pt idx="3584">
                  <c:v>111.73</c:v>
                </c:pt>
                <c:pt idx="3585">
                  <c:v>110.78</c:v>
                </c:pt>
                <c:pt idx="3586">
                  <c:v>111.5</c:v>
                </c:pt>
                <c:pt idx="3587">
                  <c:v>110.67</c:v>
                </c:pt>
                <c:pt idx="3588">
                  <c:v>110.71</c:v>
                </c:pt>
                <c:pt idx="3589">
                  <c:v>110.93</c:v>
                </c:pt>
                <c:pt idx="3590">
                  <c:v>110.99</c:v>
                </c:pt>
                <c:pt idx="3591">
                  <c:v>109.93</c:v>
                </c:pt>
                <c:pt idx="3592">
                  <c:v>109.61</c:v>
                </c:pt>
                <c:pt idx="3593">
                  <c:v>109.08</c:v>
                </c:pt>
                <c:pt idx="3594">
                  <c:v>108.66</c:v>
                </c:pt>
                <c:pt idx="3595">
                  <c:v>108.93</c:v>
                </c:pt>
                <c:pt idx="3596">
                  <c:v>108.87</c:v>
                </c:pt>
                <c:pt idx="3597">
                  <c:v>109.54</c:v>
                </c:pt>
                <c:pt idx="3598">
                  <c:v>109.97</c:v>
                </c:pt>
                <c:pt idx="3599">
                  <c:v>109.38</c:v>
                </c:pt>
                <c:pt idx="3600">
                  <c:v>110.38</c:v>
                </c:pt>
                <c:pt idx="3601">
                  <c:v>109.49</c:v>
                </c:pt>
                <c:pt idx="3602">
                  <c:v>108.99</c:v>
                </c:pt>
                <c:pt idx="3603">
                  <c:v>109.51</c:v>
                </c:pt>
                <c:pt idx="3604">
                  <c:v>109.25</c:v>
                </c:pt>
                <c:pt idx="3605">
                  <c:v>108.53</c:v>
                </c:pt>
                <c:pt idx="3606">
                  <c:v>108.28</c:v>
                </c:pt>
                <c:pt idx="3607">
                  <c:v>108.32</c:v>
                </c:pt>
                <c:pt idx="3608">
                  <c:v>108.74</c:v>
                </c:pt>
                <c:pt idx="3609">
                  <c:v>109.94</c:v>
                </c:pt>
                <c:pt idx="3610">
                  <c:v>110.96</c:v>
                </c:pt>
                <c:pt idx="3611">
                  <c:v>109.56</c:v>
                </c:pt>
                <c:pt idx="3612">
                  <c:v>109.89</c:v>
                </c:pt>
                <c:pt idx="3613">
                  <c:v>110.24</c:v>
                </c:pt>
                <c:pt idx="3614">
                  <c:v>109.39</c:v>
                </c:pt>
                <c:pt idx="3615">
                  <c:v>108.84</c:v>
                </c:pt>
                <c:pt idx="3616">
                  <c:v>108.71</c:v>
                </c:pt>
                <c:pt idx="3617">
                  <c:v>108.87</c:v>
                </c:pt>
                <c:pt idx="3618">
                  <c:v>108.11</c:v>
                </c:pt>
                <c:pt idx="3619">
                  <c:v>108.35</c:v>
                </c:pt>
                <c:pt idx="3620">
                  <c:v>108.92</c:v>
                </c:pt>
                <c:pt idx="3621">
                  <c:v>107.95</c:v>
                </c:pt>
                <c:pt idx="3622">
                  <c:v>109.32</c:v>
                </c:pt>
                <c:pt idx="3623">
                  <c:v>109.03</c:v>
                </c:pt>
                <c:pt idx="3624">
                  <c:v>108.77</c:v>
                </c:pt>
                <c:pt idx="3625">
                  <c:v>109.35</c:v>
                </c:pt>
                <c:pt idx="3626">
                  <c:v>109.4</c:v>
                </c:pt>
                <c:pt idx="3627">
                  <c:v>109.09</c:v>
                </c:pt>
                <c:pt idx="3628">
                  <c:v>109.09</c:v>
                </c:pt>
                <c:pt idx="3629">
                  <c:v>109.63</c:v>
                </c:pt>
                <c:pt idx="3630">
                  <c:v>109.41</c:v>
                </c:pt>
                <c:pt idx="3631">
                  <c:v>108.58</c:v>
                </c:pt>
                <c:pt idx="3632">
                  <c:v>108.29</c:v>
                </c:pt>
                <c:pt idx="3633">
                  <c:v>108.21</c:v>
                </c:pt>
                <c:pt idx="3634">
                  <c:v>107.69</c:v>
                </c:pt>
                <c:pt idx="3635">
                  <c:v>107.41</c:v>
                </c:pt>
                <c:pt idx="3636">
                  <c:v>107.27</c:v>
                </c:pt>
                <c:pt idx="3637">
                  <c:v>108.45</c:v>
                </c:pt>
                <c:pt idx="3638">
                  <c:v>108.03</c:v>
                </c:pt>
                <c:pt idx="3639">
                  <c:v>107.78</c:v>
                </c:pt>
                <c:pt idx="3640">
                  <c:v>107.55</c:v>
                </c:pt>
                <c:pt idx="3641">
                  <c:v>107.51</c:v>
                </c:pt>
                <c:pt idx="3642">
                  <c:v>107.41</c:v>
                </c:pt>
                <c:pt idx="3643">
                  <c:v>107.63</c:v>
                </c:pt>
                <c:pt idx="3644">
                  <c:v>107.82</c:v>
                </c:pt>
                <c:pt idx="3645">
                  <c:v>107.57</c:v>
                </c:pt>
                <c:pt idx="3646">
                  <c:v>107.43</c:v>
                </c:pt>
                <c:pt idx="3647">
                  <c:v>107.36</c:v>
                </c:pt>
                <c:pt idx="3648">
                  <c:v>107.26</c:v>
                </c:pt>
                <c:pt idx="3649">
                  <c:v>107.46</c:v>
                </c:pt>
                <c:pt idx="3650">
                  <c:v>107.03</c:v>
                </c:pt>
                <c:pt idx="3651">
                  <c:v>106.98</c:v>
                </c:pt>
                <c:pt idx="3652">
                  <c:v>107.22</c:v>
                </c:pt>
                <c:pt idx="3653">
                  <c:v>107.45</c:v>
                </c:pt>
                <c:pt idx="3654">
                  <c:v>107.06</c:v>
                </c:pt>
                <c:pt idx="3655">
                  <c:v>106.2</c:v>
                </c:pt>
                <c:pt idx="3656">
                  <c:v>106.18</c:v>
                </c:pt>
                <c:pt idx="3657">
                  <c:v>106.17</c:v>
                </c:pt>
                <c:pt idx="3658">
                  <c:v>106.2</c:v>
                </c:pt>
                <c:pt idx="3659">
                  <c:v>106.8</c:v>
                </c:pt>
                <c:pt idx="3660">
                  <c:v>106.64</c:v>
                </c:pt>
                <c:pt idx="3661">
                  <c:v>106.22</c:v>
                </c:pt>
                <c:pt idx="3662">
                  <c:v>106.17</c:v>
                </c:pt>
                <c:pt idx="3663">
                  <c:v>106.35</c:v>
                </c:pt>
                <c:pt idx="3664">
                  <c:v>106.63</c:v>
                </c:pt>
                <c:pt idx="3665">
                  <c:v>107.25</c:v>
                </c:pt>
                <c:pt idx="3666">
                  <c:v>107.06</c:v>
                </c:pt>
                <c:pt idx="3667">
                  <c:v>106.9</c:v>
                </c:pt>
                <c:pt idx="3668">
                  <c:v>106.04</c:v>
                </c:pt>
                <c:pt idx="3669">
                  <c:v>106.75</c:v>
                </c:pt>
                <c:pt idx="3670">
                  <c:v>106.39</c:v>
                </c:pt>
                <c:pt idx="3671">
                  <c:v>105.55</c:v>
                </c:pt>
                <c:pt idx="3672">
                  <c:v>106.23</c:v>
                </c:pt>
                <c:pt idx="3673">
                  <c:v>105.95</c:v>
                </c:pt>
                <c:pt idx="3674">
                  <c:v>105.71</c:v>
                </c:pt>
                <c:pt idx="3675">
                  <c:v>105.61</c:v>
                </c:pt>
                <c:pt idx="3676">
                  <c:v>105.5</c:v>
                </c:pt>
                <c:pt idx="3677">
                  <c:v>105.43</c:v>
                </c:pt>
                <c:pt idx="3678">
                  <c:v>105.84</c:v>
                </c:pt>
                <c:pt idx="3679">
                  <c:v>105.49</c:v>
                </c:pt>
                <c:pt idx="3680">
                  <c:v>105.59</c:v>
                </c:pt>
                <c:pt idx="3681">
                  <c:v>105.62</c:v>
                </c:pt>
                <c:pt idx="3682">
                  <c:v>105.47</c:v>
                </c:pt>
                <c:pt idx="3683">
                  <c:v>105.37</c:v>
                </c:pt>
                <c:pt idx="3684">
                  <c:v>105.46</c:v>
                </c:pt>
                <c:pt idx="3685">
                  <c:v>105.47</c:v>
                </c:pt>
                <c:pt idx="3686">
                  <c:v>105.67</c:v>
                </c:pt>
                <c:pt idx="3687">
                  <c:v>106.76</c:v>
                </c:pt>
                <c:pt idx="3688">
                  <c:v>107.02</c:v>
                </c:pt>
                <c:pt idx="3689">
                  <c:v>109.04</c:v>
                </c:pt>
                <c:pt idx="3690">
                  <c:v>108.38</c:v>
                </c:pt>
                <c:pt idx="3691">
                  <c:v>108.18</c:v>
                </c:pt>
                <c:pt idx="3692">
                  <c:v>108.99</c:v>
                </c:pt>
                <c:pt idx="3693">
                  <c:v>109.57</c:v>
                </c:pt>
                <c:pt idx="3694">
                  <c:v>109.11</c:v>
                </c:pt>
                <c:pt idx="3695">
                  <c:v>108.99</c:v>
                </c:pt>
                <c:pt idx="3696">
                  <c:v>110.1</c:v>
                </c:pt>
                <c:pt idx="3697">
                  <c:v>110.05</c:v>
                </c:pt>
                <c:pt idx="3698">
                  <c:v>111.12</c:v>
                </c:pt>
                <c:pt idx="3699">
                  <c:v>112.04</c:v>
                </c:pt>
                <c:pt idx="3700">
                  <c:v>111.19</c:v>
                </c:pt>
                <c:pt idx="3701">
                  <c:v>111.32</c:v>
                </c:pt>
                <c:pt idx="3702">
                  <c:v>110.91</c:v>
                </c:pt>
                <c:pt idx="3703">
                  <c:v>110.78</c:v>
                </c:pt>
                <c:pt idx="3704">
                  <c:v>110.79</c:v>
                </c:pt>
                <c:pt idx="3705">
                  <c:v>110.31</c:v>
                </c:pt>
                <c:pt idx="3706">
                  <c:v>108.77</c:v>
                </c:pt>
                <c:pt idx="3707">
                  <c:v>108.28</c:v>
                </c:pt>
                <c:pt idx="3708">
                  <c:v>106.83</c:v>
                </c:pt>
                <c:pt idx="3709">
                  <c:v>106.67</c:v>
                </c:pt>
                <c:pt idx="3710">
                  <c:v>106.88</c:v>
                </c:pt>
                <c:pt idx="3711">
                  <c:v>106.77</c:v>
                </c:pt>
                <c:pt idx="3712">
                  <c:v>106.23</c:v>
                </c:pt>
                <c:pt idx="3713">
                  <c:v>106.18</c:v>
                </c:pt>
                <c:pt idx="3714">
                  <c:v>106.01</c:v>
                </c:pt>
                <c:pt idx="3715">
                  <c:v>105.54</c:v>
                </c:pt>
                <c:pt idx="3716">
                  <c:v>105.77</c:v>
                </c:pt>
                <c:pt idx="3717">
                  <c:v>104.23</c:v>
                </c:pt>
                <c:pt idx="3718">
                  <c:v>103.68</c:v>
                </c:pt>
                <c:pt idx="3719">
                  <c:v>104.51</c:v>
                </c:pt>
                <c:pt idx="3720">
                  <c:v>104.93</c:v>
                </c:pt>
                <c:pt idx="3721">
                  <c:v>105.75</c:v>
                </c:pt>
                <c:pt idx="3722">
                  <c:v>105.23</c:v>
                </c:pt>
                <c:pt idx="3723">
                  <c:v>106.29</c:v>
                </c:pt>
                <c:pt idx="3724">
                  <c:v>106.45</c:v>
                </c:pt>
                <c:pt idx="3725">
                  <c:v>105.39</c:v>
                </c:pt>
                <c:pt idx="3726">
                  <c:v>106.59</c:v>
                </c:pt>
                <c:pt idx="3727">
                  <c:v>108.65</c:v>
                </c:pt>
                <c:pt idx="3728">
                  <c:v>108.27</c:v>
                </c:pt>
                <c:pt idx="3729">
                  <c:v>107.82</c:v>
                </c:pt>
                <c:pt idx="3730">
                  <c:v>108.44</c:v>
                </c:pt>
                <c:pt idx="3731">
                  <c:v>108.78</c:v>
                </c:pt>
                <c:pt idx="3732">
                  <c:v>109.39</c:v>
                </c:pt>
                <c:pt idx="3733">
                  <c:v>109.41</c:v>
                </c:pt>
                <c:pt idx="3734">
                  <c:v>108.97</c:v>
                </c:pt>
                <c:pt idx="3735">
                  <c:v>108.61</c:v>
                </c:pt>
                <c:pt idx="3736">
                  <c:v>109.42</c:v>
                </c:pt>
                <c:pt idx="3737">
                  <c:v>110.1</c:v>
                </c:pt>
                <c:pt idx="3738">
                  <c:v>109.89</c:v>
                </c:pt>
                <c:pt idx="3739">
                  <c:v>110.52</c:v>
                </c:pt>
                <c:pt idx="3740">
                  <c:v>110.34</c:v>
                </c:pt>
                <c:pt idx="3741">
                  <c:v>109.36</c:v>
                </c:pt>
                <c:pt idx="3742">
                  <c:v>108.7</c:v>
                </c:pt>
                <c:pt idx="3743">
                  <c:v>109.76</c:v>
                </c:pt>
                <c:pt idx="3744">
                  <c:v>112.21</c:v>
                </c:pt>
                <c:pt idx="3745">
                  <c:v>113.68</c:v>
                </c:pt>
                <c:pt idx="3746">
                  <c:v>113.16</c:v>
                </c:pt>
                <c:pt idx="3747">
                  <c:v>113</c:v>
                </c:pt>
                <c:pt idx="3748">
                  <c:v>114.52</c:v>
                </c:pt>
                <c:pt idx="3749">
                  <c:v>114.25</c:v>
                </c:pt>
                <c:pt idx="3750">
                  <c:v>114.34</c:v>
                </c:pt>
                <c:pt idx="3751">
                  <c:v>114.29</c:v>
                </c:pt>
                <c:pt idx="3752">
                  <c:v>113.12</c:v>
                </c:pt>
                <c:pt idx="3753">
                  <c:v>112.76</c:v>
                </c:pt>
                <c:pt idx="3754">
                  <c:v>112.36</c:v>
                </c:pt>
                <c:pt idx="3755">
                  <c:v>112.93</c:v>
                </c:pt>
                <c:pt idx="3756">
                  <c:v>111.72</c:v>
                </c:pt>
                <c:pt idx="3757">
                  <c:v>111.93</c:v>
                </c:pt>
                <c:pt idx="3758">
                  <c:v>110.86</c:v>
                </c:pt>
                <c:pt idx="3759">
                  <c:v>110.21</c:v>
                </c:pt>
                <c:pt idx="3760">
                  <c:v>109.52</c:v>
                </c:pt>
                <c:pt idx="3761">
                  <c:v>110.63</c:v>
                </c:pt>
                <c:pt idx="3762">
                  <c:v>109.9</c:v>
                </c:pt>
                <c:pt idx="3763">
                  <c:v>110.82</c:v>
                </c:pt>
                <c:pt idx="3764">
                  <c:v>111.19</c:v>
                </c:pt>
                <c:pt idx="3765">
                  <c:v>109.56</c:v>
                </c:pt>
                <c:pt idx="3766">
                  <c:v>109.65</c:v>
                </c:pt>
                <c:pt idx="3767">
                  <c:v>110.44</c:v>
                </c:pt>
                <c:pt idx="3768">
                  <c:v>109.34</c:v>
                </c:pt>
                <c:pt idx="3769">
                  <c:v>110.06</c:v>
                </c:pt>
                <c:pt idx="3770">
                  <c:v>111.04</c:v>
                </c:pt>
                <c:pt idx="3771">
                  <c:v>109.52</c:v>
                </c:pt>
                <c:pt idx="3772">
                  <c:v>110.08</c:v>
                </c:pt>
                <c:pt idx="3773">
                  <c:v>109.65</c:v>
                </c:pt>
                <c:pt idx="3774">
                  <c:v>108.86</c:v>
                </c:pt>
                <c:pt idx="3775">
                  <c:v>108.93</c:v>
                </c:pt>
                <c:pt idx="3776">
                  <c:v>109.28</c:v>
                </c:pt>
                <c:pt idx="3777">
                  <c:v>108.5</c:v>
                </c:pt>
                <c:pt idx="3778">
                  <c:v>107.14</c:v>
                </c:pt>
                <c:pt idx="3779">
                  <c:v>107.57</c:v>
                </c:pt>
                <c:pt idx="3780">
                  <c:v>107.95</c:v>
                </c:pt>
                <c:pt idx="3781">
                  <c:v>108.23</c:v>
                </c:pt>
                <c:pt idx="3782">
                  <c:v>108.77</c:v>
                </c:pt>
                <c:pt idx="3783">
                  <c:v>108.41</c:v>
                </c:pt>
                <c:pt idx="3784">
                  <c:v>108.32</c:v>
                </c:pt>
                <c:pt idx="3785">
                  <c:v>109.08</c:v>
                </c:pt>
                <c:pt idx="3786">
                  <c:v>109.5</c:v>
                </c:pt>
                <c:pt idx="3787">
                  <c:v>108.63</c:v>
                </c:pt>
                <c:pt idx="3788">
                  <c:v>109.01</c:v>
                </c:pt>
                <c:pt idx="3789">
                  <c:v>108.2</c:v>
                </c:pt>
                <c:pt idx="3790">
                  <c:v>108.27</c:v>
                </c:pt>
                <c:pt idx="3791">
                  <c:v>108.67</c:v>
                </c:pt>
                <c:pt idx="3792">
                  <c:v>109.17</c:v>
                </c:pt>
                <c:pt idx="3793">
                  <c:v>109.8</c:v>
                </c:pt>
                <c:pt idx="3794">
                  <c:v>108.71</c:v>
                </c:pt>
                <c:pt idx="3795">
                  <c:v>108.27</c:v>
                </c:pt>
                <c:pt idx="3796">
                  <c:v>108.68</c:v>
                </c:pt>
                <c:pt idx="3797">
                  <c:v>109.8</c:v>
                </c:pt>
                <c:pt idx="3798">
                  <c:v>109.79</c:v>
                </c:pt>
                <c:pt idx="3799">
                  <c:v>110.19</c:v>
                </c:pt>
                <c:pt idx="3800">
                  <c:v>109.96</c:v>
                </c:pt>
                <c:pt idx="3801">
                  <c:v>110.94</c:v>
                </c:pt>
                <c:pt idx="3802">
                  <c:v>111.65</c:v>
                </c:pt>
                <c:pt idx="3803">
                  <c:v>111.99</c:v>
                </c:pt>
                <c:pt idx="3804">
                  <c:v>111.36</c:v>
                </c:pt>
                <c:pt idx="3805">
                  <c:v>110.72</c:v>
                </c:pt>
                <c:pt idx="3806">
                  <c:v>110.56</c:v>
                </c:pt>
                <c:pt idx="3807">
                  <c:v>111.13</c:v>
                </c:pt>
                <c:pt idx="3808">
                  <c:v>111.82</c:v>
                </c:pt>
                <c:pt idx="3809">
                  <c:v>110.48</c:v>
                </c:pt>
                <c:pt idx="3810">
                  <c:v>110.62</c:v>
                </c:pt>
                <c:pt idx="3811">
                  <c:v>111.32</c:v>
                </c:pt>
                <c:pt idx="3812">
                  <c:v>110.92</c:v>
                </c:pt>
                <c:pt idx="3813">
                  <c:v>110.91</c:v>
                </c:pt>
                <c:pt idx="3814">
                  <c:v>110.7</c:v>
                </c:pt>
                <c:pt idx="3815">
                  <c:v>110.49</c:v>
                </c:pt>
                <c:pt idx="3816">
                  <c:v>110.06</c:v>
                </c:pt>
                <c:pt idx="3817">
                  <c:v>109.33</c:v>
                </c:pt>
                <c:pt idx="3818">
                  <c:v>109.36</c:v>
                </c:pt>
                <c:pt idx="3819">
                  <c:v>109.12</c:v>
                </c:pt>
                <c:pt idx="3820">
                  <c:v>109.83</c:v>
                </c:pt>
                <c:pt idx="3821">
                  <c:v>109.63</c:v>
                </c:pt>
                <c:pt idx="3822">
                  <c:v>110.19</c:v>
                </c:pt>
                <c:pt idx="3823">
                  <c:v>109.69</c:v>
                </c:pt>
                <c:pt idx="3824">
                  <c:v>109.69</c:v>
                </c:pt>
                <c:pt idx="3825">
                  <c:v>109.88</c:v>
                </c:pt>
                <c:pt idx="3826">
                  <c:v>109.17</c:v>
                </c:pt>
                <c:pt idx="3827">
                  <c:v>109.52</c:v>
                </c:pt>
                <c:pt idx="3828">
                  <c:v>109.49</c:v>
                </c:pt>
                <c:pt idx="3829">
                  <c:v>110.48</c:v>
                </c:pt>
                <c:pt idx="3830">
                  <c:v>110.15</c:v>
                </c:pt>
                <c:pt idx="3831">
                  <c:v>109.35</c:v>
                </c:pt>
                <c:pt idx="3832">
                  <c:v>109.35</c:v>
                </c:pt>
                <c:pt idx="3833">
                  <c:v>109.68</c:v>
                </c:pt>
                <c:pt idx="3834">
                  <c:v>109.67</c:v>
                </c:pt>
                <c:pt idx="3835">
                  <c:v>110.03</c:v>
                </c:pt>
                <c:pt idx="3836">
                  <c:v>109.64</c:v>
                </c:pt>
                <c:pt idx="3837">
                  <c:v>110.03</c:v>
                </c:pt>
                <c:pt idx="3838">
                  <c:v>109.59</c:v>
                </c:pt>
                <c:pt idx="3839">
                  <c:v>109.83</c:v>
                </c:pt>
                <c:pt idx="3840">
                  <c:v>109.9</c:v>
                </c:pt>
                <c:pt idx="3841">
                  <c:v>109.66</c:v>
                </c:pt>
                <c:pt idx="3842">
                  <c:v>110.61</c:v>
                </c:pt>
                <c:pt idx="3843">
                  <c:v>110.8</c:v>
                </c:pt>
                <c:pt idx="3844">
                  <c:v>110.63</c:v>
                </c:pt>
                <c:pt idx="3845">
                  <c:v>111.29</c:v>
                </c:pt>
                <c:pt idx="3846">
                  <c:v>111.38</c:v>
                </c:pt>
                <c:pt idx="3847">
                  <c:v>110.89</c:v>
                </c:pt>
                <c:pt idx="3848">
                  <c:v>110.05</c:v>
                </c:pt>
                <c:pt idx="3849">
                  <c:v>110.54</c:v>
                </c:pt>
                <c:pt idx="3850">
                  <c:v>110.98</c:v>
                </c:pt>
                <c:pt idx="3851">
                  <c:v>111.15</c:v>
                </c:pt>
                <c:pt idx="3852">
                  <c:v>111.35</c:v>
                </c:pt>
                <c:pt idx="3853">
                  <c:v>111.24</c:v>
                </c:pt>
                <c:pt idx="3854">
                  <c:v>109.53</c:v>
                </c:pt>
                <c:pt idx="3855">
                  <c:v>109.36</c:v>
                </c:pt>
                <c:pt idx="3856">
                  <c:v>109.69</c:v>
                </c:pt>
                <c:pt idx="3857">
                  <c:v>109.75</c:v>
                </c:pt>
                <c:pt idx="3858">
                  <c:v>109.67</c:v>
                </c:pt>
                <c:pt idx="3859">
                  <c:v>109.33</c:v>
                </c:pt>
                <c:pt idx="3860">
                  <c:v>109.26</c:v>
                </c:pt>
                <c:pt idx="3861">
                  <c:v>108.38</c:v>
                </c:pt>
                <c:pt idx="3862">
                  <c:v>108.24</c:v>
                </c:pt>
                <c:pt idx="3863">
                  <c:v>107.48</c:v>
                </c:pt>
                <c:pt idx="3864">
                  <c:v>107.26</c:v>
                </c:pt>
                <c:pt idx="3865">
                  <c:v>106.75</c:v>
                </c:pt>
                <c:pt idx="3866">
                  <c:v>106.73</c:v>
                </c:pt>
                <c:pt idx="3867">
                  <c:v>106.45</c:v>
                </c:pt>
                <c:pt idx="3868">
                  <c:v>106.3</c:v>
                </c:pt>
                <c:pt idx="3869">
                  <c:v>105.81</c:v>
                </c:pt>
                <c:pt idx="3870">
                  <c:v>106.47</c:v>
                </c:pt>
                <c:pt idx="3871">
                  <c:v>106.05</c:v>
                </c:pt>
                <c:pt idx="3872">
                  <c:v>106.23</c:v>
                </c:pt>
                <c:pt idx="3873">
                  <c:v>106.04</c:v>
                </c:pt>
                <c:pt idx="3874">
                  <c:v>105.58</c:v>
                </c:pt>
                <c:pt idx="3875">
                  <c:v>105.48</c:v>
                </c:pt>
                <c:pt idx="3876">
                  <c:v>105.66</c:v>
                </c:pt>
                <c:pt idx="3877">
                  <c:v>107.13</c:v>
                </c:pt>
                <c:pt idx="3878">
                  <c:v>106.62</c:v>
                </c:pt>
                <c:pt idx="3879">
                  <c:v>105.57</c:v>
                </c:pt>
                <c:pt idx="3880">
                  <c:v>105.28</c:v>
                </c:pt>
                <c:pt idx="3881">
                  <c:v>105.35</c:v>
                </c:pt>
                <c:pt idx="3882">
                  <c:v>104.04</c:v>
                </c:pt>
                <c:pt idx="3883">
                  <c:v>104.18</c:v>
                </c:pt>
                <c:pt idx="3884">
                  <c:v>103.1</c:v>
                </c:pt>
                <c:pt idx="3885">
                  <c:v>103.15</c:v>
                </c:pt>
                <c:pt idx="3886">
                  <c:v>103.32</c:v>
                </c:pt>
                <c:pt idx="3887">
                  <c:v>102.8</c:v>
                </c:pt>
                <c:pt idx="3888">
                  <c:v>102.46</c:v>
                </c:pt>
                <c:pt idx="3889">
                  <c:v>102.59</c:v>
                </c:pt>
                <c:pt idx="3890">
                  <c:v>102.86</c:v>
                </c:pt>
                <c:pt idx="3891">
                  <c:v>103.07</c:v>
                </c:pt>
                <c:pt idx="3892">
                  <c:v>102.58</c:v>
                </c:pt>
                <c:pt idx="3893">
                  <c:v>103.23</c:v>
                </c:pt>
                <c:pt idx="3894">
                  <c:v>102.09</c:v>
                </c:pt>
                <c:pt idx="3895">
                  <c:v>103.18</c:v>
                </c:pt>
                <c:pt idx="3896">
                  <c:v>102.97</c:v>
                </c:pt>
                <c:pt idx="3897">
                  <c:v>103.98</c:v>
                </c:pt>
                <c:pt idx="3898">
                  <c:v>104.67</c:v>
                </c:pt>
                <c:pt idx="3899">
                  <c:v>105.23</c:v>
                </c:pt>
                <c:pt idx="3900">
                  <c:v>104.84</c:v>
                </c:pt>
                <c:pt idx="3901">
                  <c:v>105.53</c:v>
                </c:pt>
                <c:pt idx="3902">
                  <c:v>104.24</c:v>
                </c:pt>
                <c:pt idx="3903">
                  <c:v>104.79</c:v>
                </c:pt>
                <c:pt idx="3904">
                  <c:v>104.19</c:v>
                </c:pt>
                <c:pt idx="3905">
                  <c:v>104.11</c:v>
                </c:pt>
                <c:pt idx="3906">
                  <c:v>104.36</c:v>
                </c:pt>
                <c:pt idx="3907">
                  <c:v>104.24</c:v>
                </c:pt>
                <c:pt idx="3908">
                  <c:v>103.59</c:v>
                </c:pt>
                <c:pt idx="3909">
                  <c:v>103.68</c:v>
                </c:pt>
                <c:pt idx="3910">
                  <c:v>103.07</c:v>
                </c:pt>
                <c:pt idx="3911">
                  <c:v>103.06</c:v>
                </c:pt>
                <c:pt idx="3912">
                  <c:v>103.86</c:v>
                </c:pt>
                <c:pt idx="3913">
                  <c:v>103.08</c:v>
                </c:pt>
                <c:pt idx="3914">
                  <c:v>102.63</c:v>
                </c:pt>
                <c:pt idx="3915">
                  <c:v>102.78</c:v>
                </c:pt>
                <c:pt idx="3916">
                  <c:v>104.57</c:v>
                </c:pt>
                <c:pt idx="3917">
                  <c:v>104.15</c:v>
                </c:pt>
                <c:pt idx="3918">
                  <c:v>105.02</c:v>
                </c:pt>
                <c:pt idx="3919">
                  <c:v>104.76</c:v>
                </c:pt>
                <c:pt idx="3920">
                  <c:v>104.35</c:v>
                </c:pt>
                <c:pt idx="3921">
                  <c:v>103.33</c:v>
                </c:pt>
                <c:pt idx="3922">
                  <c:v>102.45</c:v>
                </c:pt>
                <c:pt idx="3923">
                  <c:v>102.38</c:v>
                </c:pt>
                <c:pt idx="3924">
                  <c:v>102.05</c:v>
                </c:pt>
                <c:pt idx="3925">
                  <c:v>102.13</c:v>
                </c:pt>
                <c:pt idx="3926">
                  <c:v>102.27</c:v>
                </c:pt>
                <c:pt idx="3927">
                  <c:v>102.77</c:v>
                </c:pt>
                <c:pt idx="3928">
                  <c:v>103.43</c:v>
                </c:pt>
                <c:pt idx="3929">
                  <c:v>102.7</c:v>
                </c:pt>
                <c:pt idx="3930">
                  <c:v>102.62</c:v>
                </c:pt>
                <c:pt idx="3931">
                  <c:v>104.07</c:v>
                </c:pt>
                <c:pt idx="3932">
                  <c:v>103.07</c:v>
                </c:pt>
                <c:pt idx="3933">
                  <c:v>102.71</c:v>
                </c:pt>
                <c:pt idx="3934">
                  <c:v>103.28</c:v>
                </c:pt>
                <c:pt idx="3935">
                  <c:v>103.7</c:v>
                </c:pt>
                <c:pt idx="3936">
                  <c:v>103.68</c:v>
                </c:pt>
                <c:pt idx="3937">
                  <c:v>103.59</c:v>
                </c:pt>
                <c:pt idx="3938">
                  <c:v>104.47</c:v>
                </c:pt>
                <c:pt idx="3939">
                  <c:v>104.09</c:v>
                </c:pt>
                <c:pt idx="3940">
                  <c:v>104.84</c:v>
                </c:pt>
                <c:pt idx="3941">
                  <c:v>105.85</c:v>
                </c:pt>
                <c:pt idx="3942">
                  <c:v>105.63</c:v>
                </c:pt>
                <c:pt idx="3943">
                  <c:v>105.85</c:v>
                </c:pt>
                <c:pt idx="3944">
                  <c:v>105.72</c:v>
                </c:pt>
                <c:pt idx="3945">
                  <c:v>105.09</c:v>
                </c:pt>
                <c:pt idx="3946">
                  <c:v>104.42</c:v>
                </c:pt>
                <c:pt idx="3947">
                  <c:v>105.42</c:v>
                </c:pt>
                <c:pt idx="3948">
                  <c:v>105.55</c:v>
                </c:pt>
                <c:pt idx="3949">
                  <c:v>105.65</c:v>
                </c:pt>
                <c:pt idx="3950">
                  <c:v>105.57</c:v>
                </c:pt>
                <c:pt idx="3951">
                  <c:v>104.04</c:v>
                </c:pt>
                <c:pt idx="3952">
                  <c:v>104.84</c:v>
                </c:pt>
                <c:pt idx="3953">
                  <c:v>105.39</c:v>
                </c:pt>
                <c:pt idx="3954">
                  <c:v>105.23</c:v>
                </c:pt>
                <c:pt idx="3955">
                  <c:v>104.63</c:v>
                </c:pt>
                <c:pt idx="3956">
                  <c:v>104.39</c:v>
                </c:pt>
                <c:pt idx="3957">
                  <c:v>104.75</c:v>
                </c:pt>
                <c:pt idx="3958">
                  <c:v>105.29</c:v>
                </c:pt>
                <c:pt idx="3959">
                  <c:v>104.78</c:v>
                </c:pt>
                <c:pt idx="3960">
                  <c:v>105.19</c:v>
                </c:pt>
                <c:pt idx="3961">
                  <c:v>104.68</c:v>
                </c:pt>
                <c:pt idx="3962">
                  <c:v>103.95</c:v>
                </c:pt>
                <c:pt idx="3963">
                  <c:v>104.12</c:v>
                </c:pt>
                <c:pt idx="3964">
                  <c:v>104</c:v>
                </c:pt>
                <c:pt idx="3965">
                  <c:v>104.84</c:v>
                </c:pt>
                <c:pt idx="3966">
                  <c:v>104.56</c:v>
                </c:pt>
                <c:pt idx="3967">
                  <c:v>104.17</c:v>
                </c:pt>
                <c:pt idx="3968">
                  <c:v>104.54</c:v>
                </c:pt>
                <c:pt idx="3969">
                  <c:v>104.75</c:v>
                </c:pt>
                <c:pt idx="3970">
                  <c:v>105.2</c:v>
                </c:pt>
                <c:pt idx="3971">
                  <c:v>105.62</c:v>
                </c:pt>
                <c:pt idx="3972">
                  <c:v>105.96</c:v>
                </c:pt>
                <c:pt idx="3973">
                  <c:v>106.33</c:v>
                </c:pt>
                <c:pt idx="3974">
                  <c:v>106.39</c:v>
                </c:pt>
                <c:pt idx="3975">
                  <c:v>107.18</c:v>
                </c:pt>
                <c:pt idx="3976">
                  <c:v>107.57</c:v>
                </c:pt>
                <c:pt idx="3977">
                  <c:v>107.55</c:v>
                </c:pt>
                <c:pt idx="3978">
                  <c:v>107.15</c:v>
                </c:pt>
                <c:pt idx="3979">
                  <c:v>107.56</c:v>
                </c:pt>
                <c:pt idx="3980">
                  <c:v>108.31</c:v>
                </c:pt>
                <c:pt idx="3981">
                  <c:v>108.17</c:v>
                </c:pt>
                <c:pt idx="3982">
                  <c:v>108.69</c:v>
                </c:pt>
                <c:pt idx="3983">
                  <c:v>108.63</c:v>
                </c:pt>
                <c:pt idx="3984">
                  <c:v>108.24</c:v>
                </c:pt>
                <c:pt idx="3985">
                  <c:v>107.87</c:v>
                </c:pt>
                <c:pt idx="3986">
                  <c:v>107.77</c:v>
                </c:pt>
                <c:pt idx="3987">
                  <c:v>107.35</c:v>
                </c:pt>
                <c:pt idx="3988">
                  <c:v>108.18</c:v>
                </c:pt>
                <c:pt idx="3989">
                  <c:v>107.8</c:v>
                </c:pt>
                <c:pt idx="3990">
                  <c:v>107.5</c:v>
                </c:pt>
                <c:pt idx="3991">
                  <c:v>106.73</c:v>
                </c:pt>
                <c:pt idx="3992">
                  <c:v>106.88</c:v>
                </c:pt>
                <c:pt idx="3993">
                  <c:v>106.96</c:v>
                </c:pt>
                <c:pt idx="3994">
                  <c:v>106.01</c:v>
                </c:pt>
                <c:pt idx="3995">
                  <c:v>105.67</c:v>
                </c:pt>
                <c:pt idx="3996">
                  <c:v>106.02</c:v>
                </c:pt>
                <c:pt idx="3997">
                  <c:v>105.87</c:v>
                </c:pt>
                <c:pt idx="3998">
                  <c:v>106.12</c:v>
                </c:pt>
                <c:pt idx="3999">
                  <c:v>104.75</c:v>
                </c:pt>
                <c:pt idx="4000">
                  <c:v>105.04</c:v>
                </c:pt>
                <c:pt idx="4001">
                  <c:v>105.09</c:v>
                </c:pt>
                <c:pt idx="4002">
                  <c:v>104.56</c:v>
                </c:pt>
                <c:pt idx="4003">
                  <c:v>104.46</c:v>
                </c:pt>
                <c:pt idx="4004">
                  <c:v>105.06</c:v>
                </c:pt>
                <c:pt idx="4005">
                  <c:v>105.63</c:v>
                </c:pt>
                <c:pt idx="4006">
                  <c:v>105.56</c:v>
                </c:pt>
                <c:pt idx="4007">
                  <c:v>105.76</c:v>
                </c:pt>
                <c:pt idx="4008">
                  <c:v>106.78</c:v>
                </c:pt>
                <c:pt idx="4009">
                  <c:v>107.32</c:v>
                </c:pt>
                <c:pt idx="4010">
                  <c:v>106.73</c:v>
                </c:pt>
                <c:pt idx="4011">
                  <c:v>107.53</c:v>
                </c:pt>
                <c:pt idx="4012">
                  <c:v>106.98</c:v>
                </c:pt>
                <c:pt idx="4013">
                  <c:v>107.64</c:v>
                </c:pt>
                <c:pt idx="4014">
                  <c:v>108.16</c:v>
                </c:pt>
                <c:pt idx="4015">
                  <c:v>107.65</c:v>
                </c:pt>
                <c:pt idx="4016">
                  <c:v>107.64</c:v>
                </c:pt>
                <c:pt idx="4017">
                  <c:v>107.72</c:v>
                </c:pt>
                <c:pt idx="4018">
                  <c:v>107.97</c:v>
                </c:pt>
                <c:pt idx="4019">
                  <c:v>107.92</c:v>
                </c:pt>
                <c:pt idx="4020">
                  <c:v>108</c:v>
                </c:pt>
                <c:pt idx="4021">
                  <c:v>108.57</c:v>
                </c:pt>
                <c:pt idx="4022">
                  <c:v>108.76</c:v>
                </c:pt>
                <c:pt idx="4023">
                  <c:v>108.3</c:v>
                </c:pt>
                <c:pt idx="4024">
                  <c:v>107.7</c:v>
                </c:pt>
                <c:pt idx="4025">
                  <c:v>106.94</c:v>
                </c:pt>
                <c:pt idx="4026">
                  <c:v>106.61</c:v>
                </c:pt>
                <c:pt idx="4027">
                  <c:v>107.29</c:v>
                </c:pt>
                <c:pt idx="4028">
                  <c:v>107.44</c:v>
                </c:pt>
                <c:pt idx="4029">
                  <c:v>108.67</c:v>
                </c:pt>
                <c:pt idx="4030">
                  <c:v>109.57</c:v>
                </c:pt>
                <c:pt idx="4031">
                  <c:v>109.48</c:v>
                </c:pt>
                <c:pt idx="4032">
                  <c:v>109.2</c:v>
                </c:pt>
                <c:pt idx="4033">
                  <c:v>108.91</c:v>
                </c:pt>
                <c:pt idx="4034">
                  <c:v>108.58</c:v>
                </c:pt>
                <c:pt idx="4035">
                  <c:v>109.26</c:v>
                </c:pt>
                <c:pt idx="4036">
                  <c:v>108.17</c:v>
                </c:pt>
                <c:pt idx="4037">
                  <c:v>108.87</c:v>
                </c:pt>
                <c:pt idx="4038">
                  <c:v>108.92</c:v>
                </c:pt>
                <c:pt idx="4039">
                  <c:v>109.05</c:v>
                </c:pt>
                <c:pt idx="4040">
                  <c:v>109.26</c:v>
                </c:pt>
                <c:pt idx="4041">
                  <c:v>110.03</c:v>
                </c:pt>
                <c:pt idx="4042">
                  <c:v>110.43</c:v>
                </c:pt>
                <c:pt idx="4043">
                  <c:v>110.92</c:v>
                </c:pt>
                <c:pt idx="4044">
                  <c:v>111.78</c:v>
                </c:pt>
                <c:pt idx="4045">
                  <c:v>111.64</c:v>
                </c:pt>
                <c:pt idx="4046">
                  <c:v>111.73</c:v>
                </c:pt>
                <c:pt idx="4047">
                  <c:v>112.18</c:v>
                </c:pt>
                <c:pt idx="4048">
                  <c:v>112.08</c:v>
                </c:pt>
                <c:pt idx="4049">
                  <c:v>112.23</c:v>
                </c:pt>
                <c:pt idx="4050">
                  <c:v>111.81</c:v>
                </c:pt>
                <c:pt idx="4051">
                  <c:v>110.8</c:v>
                </c:pt>
                <c:pt idx="4052">
                  <c:v>111.87</c:v>
                </c:pt>
                <c:pt idx="4053">
                  <c:v>112.37</c:v>
                </c:pt>
                <c:pt idx="4054">
                  <c:v>112.16</c:v>
                </c:pt>
                <c:pt idx="4055">
                  <c:v>111.98</c:v>
                </c:pt>
                <c:pt idx="4056">
                  <c:v>112.69</c:v>
                </c:pt>
                <c:pt idx="4057">
                  <c:v>112.9</c:v>
                </c:pt>
                <c:pt idx="4058">
                  <c:v>110.26</c:v>
                </c:pt>
                <c:pt idx="4059">
                  <c:v>111.34</c:v>
                </c:pt>
                <c:pt idx="4060">
                  <c:v>111.49</c:v>
                </c:pt>
                <c:pt idx="4061">
                  <c:v>112.53</c:v>
                </c:pt>
                <c:pt idx="4062">
                  <c:v>112.47</c:v>
                </c:pt>
                <c:pt idx="4063">
                  <c:v>112.12</c:v>
                </c:pt>
                <c:pt idx="4064">
                  <c:v>112.5</c:v>
                </c:pt>
                <c:pt idx="4065">
                  <c:v>112.24</c:v>
                </c:pt>
                <c:pt idx="4066">
                  <c:v>111.47</c:v>
                </c:pt>
                <c:pt idx="4067">
                  <c:v>111.08</c:v>
                </c:pt>
                <c:pt idx="4068">
                  <c:v>111.24</c:v>
                </c:pt>
                <c:pt idx="4069">
                  <c:v>111.93</c:v>
                </c:pt>
                <c:pt idx="4070">
                  <c:v>112.19</c:v>
                </c:pt>
                <c:pt idx="4071">
                  <c:v>111.9</c:v>
                </c:pt>
                <c:pt idx="4072">
                  <c:v>110.66</c:v>
                </c:pt>
                <c:pt idx="4073">
                  <c:v>109.7</c:v>
                </c:pt>
                <c:pt idx="4074">
                  <c:v>109.38</c:v>
                </c:pt>
                <c:pt idx="4075">
                  <c:v>109.24</c:v>
                </c:pt>
                <c:pt idx="4076">
                  <c:v>109.53</c:v>
                </c:pt>
                <c:pt idx="4077">
                  <c:v>109.93</c:v>
                </c:pt>
                <c:pt idx="4078">
                  <c:v>110.53</c:v>
                </c:pt>
                <c:pt idx="4079">
                  <c:v>110.46</c:v>
                </c:pt>
                <c:pt idx="4080">
                  <c:v>109.79</c:v>
                </c:pt>
                <c:pt idx="4081">
                  <c:v>109.88</c:v>
                </c:pt>
                <c:pt idx="4082">
                  <c:v>110.22</c:v>
                </c:pt>
                <c:pt idx="4083">
                  <c:v>110.05</c:v>
                </c:pt>
                <c:pt idx="4084">
                  <c:v>110.2</c:v>
                </c:pt>
                <c:pt idx="4085">
                  <c:v>110.63</c:v>
                </c:pt>
                <c:pt idx="4086">
                  <c:v>111.25</c:v>
                </c:pt>
                <c:pt idx="4087">
                  <c:v>110.61</c:v>
                </c:pt>
                <c:pt idx="4088">
                  <c:v>109.82</c:v>
                </c:pt>
                <c:pt idx="4089">
                  <c:v>109.82</c:v>
                </c:pt>
                <c:pt idx="4090">
                  <c:v>109.16</c:v>
                </c:pt>
                <c:pt idx="4091">
                  <c:v>109.68</c:v>
                </c:pt>
                <c:pt idx="4092">
                  <c:v>110.1</c:v>
                </c:pt>
                <c:pt idx="4093">
                  <c:v>110.52</c:v>
                </c:pt>
                <c:pt idx="4094">
                  <c:v>109.68</c:v>
                </c:pt>
                <c:pt idx="4095">
                  <c:v>110.35</c:v>
                </c:pt>
                <c:pt idx="4096">
                  <c:v>110.65</c:v>
                </c:pt>
                <c:pt idx="4097">
                  <c:v>110.38</c:v>
                </c:pt>
                <c:pt idx="4098">
                  <c:v>110.64</c:v>
                </c:pt>
                <c:pt idx="4099">
                  <c:v>111.35</c:v>
                </c:pt>
                <c:pt idx="4100">
                  <c:v>111.54</c:v>
                </c:pt>
                <c:pt idx="4101">
                  <c:v>111.97</c:v>
                </c:pt>
                <c:pt idx="4102">
                  <c:v>111.3</c:v>
                </c:pt>
                <c:pt idx="4103">
                  <c:v>111.72</c:v>
                </c:pt>
                <c:pt idx="4104">
                  <c:v>112.5</c:v>
                </c:pt>
                <c:pt idx="4105">
                  <c:v>112.18</c:v>
                </c:pt>
                <c:pt idx="4106">
                  <c:v>113.29</c:v>
                </c:pt>
                <c:pt idx="4107">
                  <c:v>113.11</c:v>
                </c:pt>
                <c:pt idx="4108">
                  <c:v>113.01</c:v>
                </c:pt>
                <c:pt idx="4109">
                  <c:v>113.51</c:v>
                </c:pt>
                <c:pt idx="4110">
                  <c:v>114.13</c:v>
                </c:pt>
                <c:pt idx="4111">
                  <c:v>114.25</c:v>
                </c:pt>
                <c:pt idx="4112">
                  <c:v>114.01</c:v>
                </c:pt>
                <c:pt idx="4113">
                  <c:v>113.3</c:v>
                </c:pt>
                <c:pt idx="4114">
                  <c:v>113.82</c:v>
                </c:pt>
                <c:pt idx="4115">
                  <c:v>114.11</c:v>
                </c:pt>
                <c:pt idx="4116">
                  <c:v>114.57</c:v>
                </c:pt>
                <c:pt idx="4117">
                  <c:v>114.39</c:v>
                </c:pt>
                <c:pt idx="4118">
                  <c:v>114.51</c:v>
                </c:pt>
                <c:pt idx="4119">
                  <c:v>114.09</c:v>
                </c:pt>
                <c:pt idx="4120">
                  <c:v>114.93</c:v>
                </c:pt>
                <c:pt idx="4121">
                  <c:v>115.71</c:v>
                </c:pt>
                <c:pt idx="4122">
                  <c:v>115.44</c:v>
                </c:pt>
                <c:pt idx="4123">
                  <c:v>115.31</c:v>
                </c:pt>
                <c:pt idx="4124">
                  <c:v>115.91</c:v>
                </c:pt>
                <c:pt idx="4125">
                  <c:v>115.45</c:v>
                </c:pt>
                <c:pt idx="4126">
                  <c:v>115.04</c:v>
                </c:pt>
                <c:pt idx="4127">
                  <c:v>115.86</c:v>
                </c:pt>
                <c:pt idx="4128">
                  <c:v>115.44</c:v>
                </c:pt>
                <c:pt idx="4129">
                  <c:v>115.67</c:v>
                </c:pt>
                <c:pt idx="4130">
                  <c:v>116.4</c:v>
                </c:pt>
                <c:pt idx="4131">
                  <c:v>116.74</c:v>
                </c:pt>
                <c:pt idx="4132">
                  <c:v>116.88</c:v>
                </c:pt>
                <c:pt idx="4133">
                  <c:v>117.23</c:v>
                </c:pt>
                <c:pt idx="4134">
                  <c:v>118.34</c:v>
                </c:pt>
                <c:pt idx="4135">
                  <c:v>117.68</c:v>
                </c:pt>
                <c:pt idx="4136">
                  <c:v>117.3</c:v>
                </c:pt>
                <c:pt idx="4137">
                  <c:v>117.52</c:v>
                </c:pt>
                <c:pt idx="4138">
                  <c:v>118.21</c:v>
                </c:pt>
                <c:pt idx="4139">
                  <c:v>118.02</c:v>
                </c:pt>
                <c:pt idx="4140">
                  <c:v>118.79</c:v>
                </c:pt>
                <c:pt idx="4141">
                  <c:v>118.91</c:v>
                </c:pt>
                <c:pt idx="4142">
                  <c:v>119.19</c:v>
                </c:pt>
                <c:pt idx="4143">
                  <c:v>118.83</c:v>
                </c:pt>
                <c:pt idx="4144">
                  <c:v>119.11</c:v>
                </c:pt>
                <c:pt idx="4145">
                  <c:v>119.04</c:v>
                </c:pt>
                <c:pt idx="4146">
                  <c:v>118.74</c:v>
                </c:pt>
                <c:pt idx="4147">
                  <c:v>118.74</c:v>
                </c:pt>
                <c:pt idx="4148">
                  <c:v>118.93</c:v>
                </c:pt>
                <c:pt idx="4149">
                  <c:v>119.63</c:v>
                </c:pt>
                <c:pt idx="4150">
                  <c:v>118.83</c:v>
                </c:pt>
                <c:pt idx="4151">
                  <c:v>119.67</c:v>
                </c:pt>
                <c:pt idx="4152">
                  <c:v>119.81</c:v>
                </c:pt>
                <c:pt idx="4153">
                  <c:v>120.64</c:v>
                </c:pt>
                <c:pt idx="4154">
                  <c:v>120.59</c:v>
                </c:pt>
                <c:pt idx="4155">
                  <c:v>120.82</c:v>
                </c:pt>
                <c:pt idx="4156">
                  <c:v>120.89</c:v>
                </c:pt>
                <c:pt idx="4157">
                  <c:v>121.04</c:v>
                </c:pt>
                <c:pt idx="4158">
                  <c:v>120.33</c:v>
                </c:pt>
                <c:pt idx="4159">
                  <c:v>120.66</c:v>
                </c:pt>
                <c:pt idx="4160">
                  <c:v>119.78</c:v>
                </c:pt>
                <c:pt idx="4161">
                  <c:v>119.96</c:v>
                </c:pt>
                <c:pt idx="4162">
                  <c:v>117.39</c:v>
                </c:pt>
                <c:pt idx="4163">
                  <c:v>116.22</c:v>
                </c:pt>
                <c:pt idx="4164">
                  <c:v>115.68</c:v>
                </c:pt>
                <c:pt idx="4165">
                  <c:v>116.15</c:v>
                </c:pt>
                <c:pt idx="4166">
                  <c:v>117.25</c:v>
                </c:pt>
                <c:pt idx="4167">
                  <c:v>117.4</c:v>
                </c:pt>
                <c:pt idx="4168">
                  <c:v>116.65</c:v>
                </c:pt>
                <c:pt idx="4169">
                  <c:v>116.26</c:v>
                </c:pt>
                <c:pt idx="4170">
                  <c:v>116.32</c:v>
                </c:pt>
                <c:pt idx="4171">
                  <c:v>117.44</c:v>
                </c:pt>
                <c:pt idx="4172">
                  <c:v>117.92</c:v>
                </c:pt>
                <c:pt idx="4173">
                  <c:v>117.86</c:v>
                </c:pt>
                <c:pt idx="4174">
                  <c:v>117.75</c:v>
                </c:pt>
                <c:pt idx="4175">
                  <c:v>117.88</c:v>
                </c:pt>
                <c:pt idx="4176">
                  <c:v>116.17</c:v>
                </c:pt>
                <c:pt idx="4177">
                  <c:v>116.1</c:v>
                </c:pt>
                <c:pt idx="4178">
                  <c:v>115.93</c:v>
                </c:pt>
                <c:pt idx="4179">
                  <c:v>114.44</c:v>
                </c:pt>
                <c:pt idx="4180">
                  <c:v>114.48</c:v>
                </c:pt>
                <c:pt idx="4181">
                  <c:v>114.34</c:v>
                </c:pt>
                <c:pt idx="4182">
                  <c:v>114.15</c:v>
                </c:pt>
                <c:pt idx="4183">
                  <c:v>114.37</c:v>
                </c:pt>
                <c:pt idx="4184">
                  <c:v>114.18</c:v>
                </c:pt>
                <c:pt idx="4185">
                  <c:v>114.97</c:v>
                </c:pt>
                <c:pt idx="4186">
                  <c:v>115.48</c:v>
                </c:pt>
                <c:pt idx="4187">
                  <c:v>115.24</c:v>
                </c:pt>
                <c:pt idx="4188">
                  <c:v>115.41</c:v>
                </c:pt>
                <c:pt idx="4189">
                  <c:v>115.29</c:v>
                </c:pt>
                <c:pt idx="4190">
                  <c:v>114.42</c:v>
                </c:pt>
                <c:pt idx="4191">
                  <c:v>114.69</c:v>
                </c:pt>
                <c:pt idx="4192">
                  <c:v>115.85</c:v>
                </c:pt>
                <c:pt idx="4193">
                  <c:v>116.44</c:v>
                </c:pt>
                <c:pt idx="4194">
                  <c:v>117.33</c:v>
                </c:pt>
                <c:pt idx="4195">
                  <c:v>117.61</c:v>
                </c:pt>
                <c:pt idx="4196">
                  <c:v>117.2</c:v>
                </c:pt>
                <c:pt idx="4197">
                  <c:v>118.03</c:v>
                </c:pt>
                <c:pt idx="4198">
                  <c:v>118.56</c:v>
                </c:pt>
                <c:pt idx="4199">
                  <c:v>118.95</c:v>
                </c:pt>
                <c:pt idx="4200">
                  <c:v>119.04</c:v>
                </c:pt>
                <c:pt idx="4201">
                  <c:v>117.95</c:v>
                </c:pt>
                <c:pt idx="4202">
                  <c:v>118.53</c:v>
                </c:pt>
                <c:pt idx="4203">
                  <c:v>118.84</c:v>
                </c:pt>
                <c:pt idx="4204">
                  <c:v>117.86</c:v>
                </c:pt>
                <c:pt idx="4205">
                  <c:v>117.78</c:v>
                </c:pt>
                <c:pt idx="4206">
                  <c:v>117.4</c:v>
                </c:pt>
                <c:pt idx="4207">
                  <c:v>117.88</c:v>
                </c:pt>
                <c:pt idx="4208">
                  <c:v>117.59</c:v>
                </c:pt>
                <c:pt idx="4209">
                  <c:v>118.06</c:v>
                </c:pt>
                <c:pt idx="4210">
                  <c:v>118.26</c:v>
                </c:pt>
                <c:pt idx="4211">
                  <c:v>118.71</c:v>
                </c:pt>
                <c:pt idx="4212">
                  <c:v>118.54</c:v>
                </c:pt>
                <c:pt idx="4213">
                  <c:v>117.14</c:v>
                </c:pt>
                <c:pt idx="4214">
                  <c:v>116.9</c:v>
                </c:pt>
                <c:pt idx="4215">
                  <c:v>116.12</c:v>
                </c:pt>
                <c:pt idx="4216">
                  <c:v>115.77</c:v>
                </c:pt>
                <c:pt idx="4217">
                  <c:v>116.1</c:v>
                </c:pt>
                <c:pt idx="4218">
                  <c:v>115.88</c:v>
                </c:pt>
                <c:pt idx="4219">
                  <c:v>116.38</c:v>
                </c:pt>
                <c:pt idx="4220">
                  <c:v>117.58</c:v>
                </c:pt>
                <c:pt idx="4221">
                  <c:v>117.87</c:v>
                </c:pt>
                <c:pt idx="4222">
                  <c:v>117.86</c:v>
                </c:pt>
                <c:pt idx="4223">
                  <c:v>118.21</c:v>
                </c:pt>
                <c:pt idx="4224">
                  <c:v>119.01</c:v>
                </c:pt>
                <c:pt idx="4225">
                  <c:v>118.73</c:v>
                </c:pt>
                <c:pt idx="4226">
                  <c:v>117.61</c:v>
                </c:pt>
                <c:pt idx="4227">
                  <c:v>117.38</c:v>
                </c:pt>
                <c:pt idx="4228">
                  <c:v>116.82</c:v>
                </c:pt>
                <c:pt idx="4229">
                  <c:v>115.92</c:v>
                </c:pt>
                <c:pt idx="4230">
                  <c:v>116.39</c:v>
                </c:pt>
                <c:pt idx="4231">
                  <c:v>117.27</c:v>
                </c:pt>
                <c:pt idx="4232">
                  <c:v>117.02</c:v>
                </c:pt>
                <c:pt idx="4233">
                  <c:v>117.86</c:v>
                </c:pt>
                <c:pt idx="4234">
                  <c:v>117.46</c:v>
                </c:pt>
                <c:pt idx="4235">
                  <c:v>116.74</c:v>
                </c:pt>
                <c:pt idx="4236">
                  <c:v>117.95</c:v>
                </c:pt>
                <c:pt idx="4237">
                  <c:v>117.82</c:v>
                </c:pt>
                <c:pt idx="4238">
                  <c:v>117.33</c:v>
                </c:pt>
                <c:pt idx="4239">
                  <c:v>117.78</c:v>
                </c:pt>
                <c:pt idx="4240">
                  <c:v>117.69</c:v>
                </c:pt>
                <c:pt idx="4241">
                  <c:v>117.54</c:v>
                </c:pt>
                <c:pt idx="4242">
                  <c:v>117.42</c:v>
                </c:pt>
                <c:pt idx="4243">
                  <c:v>117.75</c:v>
                </c:pt>
                <c:pt idx="4244">
                  <c:v>118.3</c:v>
                </c:pt>
                <c:pt idx="4245">
                  <c:v>118.35</c:v>
                </c:pt>
                <c:pt idx="4246">
                  <c:v>118.28</c:v>
                </c:pt>
                <c:pt idx="4247">
                  <c:v>118.57</c:v>
                </c:pt>
                <c:pt idx="4248">
                  <c:v>118.56</c:v>
                </c:pt>
                <c:pt idx="4249">
                  <c:v>118.69</c:v>
                </c:pt>
                <c:pt idx="4250">
                  <c:v>117.81</c:v>
                </c:pt>
                <c:pt idx="4251">
                  <c:v>117.13</c:v>
                </c:pt>
                <c:pt idx="4252">
                  <c:v>117.27</c:v>
                </c:pt>
                <c:pt idx="4253">
                  <c:v>117.55</c:v>
                </c:pt>
                <c:pt idx="4254">
                  <c:v>116.59</c:v>
                </c:pt>
                <c:pt idx="4255">
                  <c:v>114.65</c:v>
                </c:pt>
                <c:pt idx="4256">
                  <c:v>114.82</c:v>
                </c:pt>
                <c:pt idx="4257">
                  <c:v>114.73</c:v>
                </c:pt>
                <c:pt idx="4258">
                  <c:v>114.11</c:v>
                </c:pt>
                <c:pt idx="4259">
                  <c:v>113.83</c:v>
                </c:pt>
                <c:pt idx="4260">
                  <c:v>113.36</c:v>
                </c:pt>
                <c:pt idx="4261">
                  <c:v>113.35</c:v>
                </c:pt>
                <c:pt idx="4262">
                  <c:v>113.59</c:v>
                </c:pt>
                <c:pt idx="4263">
                  <c:v>113.66</c:v>
                </c:pt>
                <c:pt idx="4264">
                  <c:v>112.58</c:v>
                </c:pt>
                <c:pt idx="4265">
                  <c:v>111.64</c:v>
                </c:pt>
                <c:pt idx="4266">
                  <c:v>111.04</c:v>
                </c:pt>
                <c:pt idx="4267">
                  <c:v>110.5</c:v>
                </c:pt>
                <c:pt idx="4268">
                  <c:v>110.72</c:v>
                </c:pt>
                <c:pt idx="4269">
                  <c:v>110.03</c:v>
                </c:pt>
                <c:pt idx="4270">
                  <c:v>110.49</c:v>
                </c:pt>
                <c:pt idx="4271">
                  <c:v>109.75</c:v>
                </c:pt>
                <c:pt idx="4272">
                  <c:v>110.96</c:v>
                </c:pt>
                <c:pt idx="4273">
                  <c:v>110.82</c:v>
                </c:pt>
                <c:pt idx="4274">
                  <c:v>111.69</c:v>
                </c:pt>
                <c:pt idx="4275">
                  <c:v>111.57</c:v>
                </c:pt>
                <c:pt idx="4276">
                  <c:v>111.99</c:v>
                </c:pt>
                <c:pt idx="4277">
                  <c:v>112.95</c:v>
                </c:pt>
                <c:pt idx="4278">
                  <c:v>111.78</c:v>
                </c:pt>
                <c:pt idx="4279">
                  <c:v>112.67</c:v>
                </c:pt>
                <c:pt idx="4280">
                  <c:v>112.47</c:v>
                </c:pt>
                <c:pt idx="4281">
                  <c:v>112.17</c:v>
                </c:pt>
                <c:pt idx="4282">
                  <c:v>112.64</c:v>
                </c:pt>
                <c:pt idx="4283">
                  <c:v>112.71</c:v>
                </c:pt>
                <c:pt idx="4284">
                  <c:v>111.74</c:v>
                </c:pt>
                <c:pt idx="4285">
                  <c:v>112.24</c:v>
                </c:pt>
                <c:pt idx="4286">
                  <c:v>113.33</c:v>
                </c:pt>
                <c:pt idx="4287">
                  <c:v>113.58</c:v>
                </c:pt>
                <c:pt idx="4288">
                  <c:v>114.23</c:v>
                </c:pt>
                <c:pt idx="4289">
                  <c:v>113.98</c:v>
                </c:pt>
                <c:pt idx="4290">
                  <c:v>114.38</c:v>
                </c:pt>
                <c:pt idx="4291">
                  <c:v>115.43</c:v>
                </c:pt>
                <c:pt idx="4292">
                  <c:v>115.05</c:v>
                </c:pt>
                <c:pt idx="4293">
                  <c:v>114.75</c:v>
                </c:pt>
                <c:pt idx="4294">
                  <c:v>115.2</c:v>
                </c:pt>
                <c:pt idx="4295">
                  <c:v>115.54</c:v>
                </c:pt>
                <c:pt idx="4296">
                  <c:v>114.97</c:v>
                </c:pt>
                <c:pt idx="4297">
                  <c:v>114.9</c:v>
                </c:pt>
                <c:pt idx="4298">
                  <c:v>116.12</c:v>
                </c:pt>
                <c:pt idx="4299">
                  <c:v>116.54</c:v>
                </c:pt>
                <c:pt idx="4300">
                  <c:v>116.27</c:v>
                </c:pt>
                <c:pt idx="4301">
                  <c:v>116.3</c:v>
                </c:pt>
                <c:pt idx="4302">
                  <c:v>116.47</c:v>
                </c:pt>
                <c:pt idx="4303">
                  <c:v>115.17</c:v>
                </c:pt>
                <c:pt idx="4304">
                  <c:v>114.44</c:v>
                </c:pt>
                <c:pt idx="4305">
                  <c:v>114.68</c:v>
                </c:pt>
                <c:pt idx="4306">
                  <c:v>114.82</c:v>
                </c:pt>
                <c:pt idx="4307">
                  <c:v>115.74</c:v>
                </c:pt>
                <c:pt idx="4308">
                  <c:v>115.13</c:v>
                </c:pt>
                <c:pt idx="4309">
                  <c:v>114.02</c:v>
                </c:pt>
                <c:pt idx="4310">
                  <c:v>114.34</c:v>
                </c:pt>
                <c:pt idx="4311">
                  <c:v>114.26</c:v>
                </c:pt>
                <c:pt idx="4312">
                  <c:v>115.52</c:v>
                </c:pt>
                <c:pt idx="4313">
                  <c:v>115.4</c:v>
                </c:pt>
                <c:pt idx="4314">
                  <c:v>116.11</c:v>
                </c:pt>
                <c:pt idx="4315">
                  <c:v>117.24</c:v>
                </c:pt>
                <c:pt idx="4316">
                  <c:v>117.32</c:v>
                </c:pt>
                <c:pt idx="4317">
                  <c:v>116.88</c:v>
                </c:pt>
                <c:pt idx="4318">
                  <c:v>117.05</c:v>
                </c:pt>
                <c:pt idx="4319">
                  <c:v>116.17</c:v>
                </c:pt>
                <c:pt idx="4320">
                  <c:v>116.68</c:v>
                </c:pt>
                <c:pt idx="4321">
                  <c:v>117.24</c:v>
                </c:pt>
                <c:pt idx="4322">
                  <c:v>116.27</c:v>
                </c:pt>
                <c:pt idx="4323">
                  <c:v>115.78</c:v>
                </c:pt>
                <c:pt idx="4324">
                  <c:v>114.65</c:v>
                </c:pt>
                <c:pt idx="4325">
                  <c:v>114.68</c:v>
                </c:pt>
                <c:pt idx="4326">
                  <c:v>114.57</c:v>
                </c:pt>
                <c:pt idx="4327">
                  <c:v>114.67</c:v>
                </c:pt>
                <c:pt idx="4328">
                  <c:v>115.01</c:v>
                </c:pt>
                <c:pt idx="4329">
                  <c:v>114.44</c:v>
                </c:pt>
                <c:pt idx="4330">
                  <c:v>115.14</c:v>
                </c:pt>
                <c:pt idx="4331">
                  <c:v>115.31</c:v>
                </c:pt>
                <c:pt idx="4332">
                  <c:v>115.33</c:v>
                </c:pt>
                <c:pt idx="4333">
                  <c:v>115.26</c:v>
                </c:pt>
                <c:pt idx="4334">
                  <c:v>116.31</c:v>
                </c:pt>
                <c:pt idx="4335">
                  <c:v>116.71</c:v>
                </c:pt>
                <c:pt idx="4336">
                  <c:v>116.1</c:v>
                </c:pt>
                <c:pt idx="4337">
                  <c:v>115.87</c:v>
                </c:pt>
                <c:pt idx="4338">
                  <c:v>115.98</c:v>
                </c:pt>
                <c:pt idx="4339">
                  <c:v>115.79</c:v>
                </c:pt>
                <c:pt idx="4340">
                  <c:v>115.86</c:v>
                </c:pt>
                <c:pt idx="4341">
                  <c:v>116.53</c:v>
                </c:pt>
                <c:pt idx="4342">
                  <c:v>116.41</c:v>
                </c:pt>
                <c:pt idx="4343">
                  <c:v>116.54</c:v>
                </c:pt>
                <c:pt idx="4344">
                  <c:v>117.29</c:v>
                </c:pt>
                <c:pt idx="4345">
                  <c:v>117.22</c:v>
                </c:pt>
                <c:pt idx="4346">
                  <c:v>116.68</c:v>
                </c:pt>
                <c:pt idx="4347">
                  <c:v>117.16</c:v>
                </c:pt>
                <c:pt idx="4348">
                  <c:v>117.4</c:v>
                </c:pt>
                <c:pt idx="4349">
                  <c:v>117.09</c:v>
                </c:pt>
                <c:pt idx="4350">
                  <c:v>116.09</c:v>
                </c:pt>
                <c:pt idx="4351">
                  <c:v>116.09</c:v>
                </c:pt>
                <c:pt idx="4352">
                  <c:v>116.65</c:v>
                </c:pt>
                <c:pt idx="4353">
                  <c:v>116.43</c:v>
                </c:pt>
                <c:pt idx="4354">
                  <c:v>116.94</c:v>
                </c:pt>
                <c:pt idx="4355">
                  <c:v>117.69</c:v>
                </c:pt>
                <c:pt idx="4356">
                  <c:v>117.95</c:v>
                </c:pt>
                <c:pt idx="4357">
                  <c:v>117.68</c:v>
                </c:pt>
                <c:pt idx="4358">
                  <c:v>117.59</c:v>
                </c:pt>
                <c:pt idx="4359">
                  <c:v>117.56</c:v>
                </c:pt>
                <c:pt idx="4360">
                  <c:v>117.95</c:v>
                </c:pt>
                <c:pt idx="4361">
                  <c:v>117.76</c:v>
                </c:pt>
                <c:pt idx="4362">
                  <c:v>117.46</c:v>
                </c:pt>
                <c:pt idx="4363">
                  <c:v>116.37</c:v>
                </c:pt>
                <c:pt idx="4364">
                  <c:v>116.56</c:v>
                </c:pt>
                <c:pt idx="4365">
                  <c:v>116.61</c:v>
                </c:pt>
                <c:pt idx="4366">
                  <c:v>117.11</c:v>
                </c:pt>
                <c:pt idx="4367">
                  <c:v>117.5</c:v>
                </c:pt>
                <c:pt idx="4368">
                  <c:v>117.81</c:v>
                </c:pt>
                <c:pt idx="4369">
                  <c:v>118.18</c:v>
                </c:pt>
                <c:pt idx="4370">
                  <c:v>117.65</c:v>
                </c:pt>
                <c:pt idx="4371">
                  <c:v>117.92</c:v>
                </c:pt>
                <c:pt idx="4372">
                  <c:v>117.9</c:v>
                </c:pt>
                <c:pt idx="4373">
                  <c:v>117.7</c:v>
                </c:pt>
                <c:pt idx="4374">
                  <c:v>119.02</c:v>
                </c:pt>
                <c:pt idx="4375">
                  <c:v>119.11</c:v>
                </c:pt>
                <c:pt idx="4376">
                  <c:v>119.72</c:v>
                </c:pt>
                <c:pt idx="4377">
                  <c:v>119.79</c:v>
                </c:pt>
                <c:pt idx="4378">
                  <c:v>119.37</c:v>
                </c:pt>
                <c:pt idx="4379">
                  <c:v>119.63</c:v>
                </c:pt>
                <c:pt idx="4380">
                  <c:v>119.04</c:v>
                </c:pt>
                <c:pt idx="4381">
                  <c:v>118.75</c:v>
                </c:pt>
                <c:pt idx="4382">
                  <c:v>118.91</c:v>
                </c:pt>
                <c:pt idx="4383">
                  <c:v>118.17</c:v>
                </c:pt>
                <c:pt idx="4384">
                  <c:v>118.75</c:v>
                </c:pt>
                <c:pt idx="4385">
                  <c:v>119.35</c:v>
                </c:pt>
                <c:pt idx="4386">
                  <c:v>119.38</c:v>
                </c:pt>
                <c:pt idx="4387">
                  <c:v>119.13</c:v>
                </c:pt>
                <c:pt idx="4388">
                  <c:v>118.4</c:v>
                </c:pt>
                <c:pt idx="4389">
                  <c:v>117.61</c:v>
                </c:pt>
                <c:pt idx="4390">
                  <c:v>117.49</c:v>
                </c:pt>
                <c:pt idx="4391">
                  <c:v>116.98</c:v>
                </c:pt>
                <c:pt idx="4392">
                  <c:v>117.04</c:v>
                </c:pt>
                <c:pt idx="4393">
                  <c:v>117.14</c:v>
                </c:pt>
                <c:pt idx="4394">
                  <c:v>118.01</c:v>
                </c:pt>
                <c:pt idx="4395">
                  <c:v>118.31</c:v>
                </c:pt>
                <c:pt idx="4396">
                  <c:v>117.7</c:v>
                </c:pt>
                <c:pt idx="4397">
                  <c:v>117.84</c:v>
                </c:pt>
                <c:pt idx="4398">
                  <c:v>117.93</c:v>
                </c:pt>
                <c:pt idx="4399">
                  <c:v>117.63</c:v>
                </c:pt>
                <c:pt idx="4400">
                  <c:v>118.17</c:v>
                </c:pt>
                <c:pt idx="4401">
                  <c:v>117.63</c:v>
                </c:pt>
                <c:pt idx="4402">
                  <c:v>118.02</c:v>
                </c:pt>
                <c:pt idx="4403">
                  <c:v>118.22</c:v>
                </c:pt>
                <c:pt idx="4404">
                  <c:v>117.76</c:v>
                </c:pt>
                <c:pt idx="4405">
                  <c:v>118.05</c:v>
                </c:pt>
                <c:pt idx="4406">
                  <c:v>117.92</c:v>
                </c:pt>
                <c:pt idx="4407">
                  <c:v>116.74</c:v>
                </c:pt>
                <c:pt idx="4408">
                  <c:v>116.3</c:v>
                </c:pt>
                <c:pt idx="4409">
                  <c:v>115.9</c:v>
                </c:pt>
                <c:pt idx="4410">
                  <c:v>116.08</c:v>
                </c:pt>
                <c:pt idx="4411">
                  <c:v>116.16</c:v>
                </c:pt>
                <c:pt idx="4412">
                  <c:v>116.41</c:v>
                </c:pt>
                <c:pt idx="4413">
                  <c:v>115.81</c:v>
                </c:pt>
                <c:pt idx="4414">
                  <c:v>115.45</c:v>
                </c:pt>
                <c:pt idx="4415">
                  <c:v>115.28</c:v>
                </c:pt>
                <c:pt idx="4416">
                  <c:v>114.89</c:v>
                </c:pt>
                <c:pt idx="4417">
                  <c:v>115.26</c:v>
                </c:pt>
                <c:pt idx="4418">
                  <c:v>115.27</c:v>
                </c:pt>
                <c:pt idx="4419">
                  <c:v>116.33</c:v>
                </c:pt>
                <c:pt idx="4420">
                  <c:v>117</c:v>
                </c:pt>
                <c:pt idx="4421">
                  <c:v>116.79</c:v>
                </c:pt>
                <c:pt idx="4422">
                  <c:v>117.59</c:v>
                </c:pt>
                <c:pt idx="4423">
                  <c:v>117.84</c:v>
                </c:pt>
                <c:pt idx="4424">
                  <c:v>118.18</c:v>
                </c:pt>
                <c:pt idx="4425">
                  <c:v>118.15</c:v>
                </c:pt>
                <c:pt idx="4426">
                  <c:v>118.12</c:v>
                </c:pt>
                <c:pt idx="4427">
                  <c:v>118.47</c:v>
                </c:pt>
                <c:pt idx="4428">
                  <c:v>118.34</c:v>
                </c:pt>
                <c:pt idx="4429">
                  <c:v>118.87</c:v>
                </c:pt>
                <c:pt idx="4430">
                  <c:v>118.76</c:v>
                </c:pt>
                <c:pt idx="4431">
                  <c:v>119.15</c:v>
                </c:pt>
                <c:pt idx="4432">
                  <c:v>118.87</c:v>
                </c:pt>
                <c:pt idx="4433">
                  <c:v>118.93</c:v>
                </c:pt>
                <c:pt idx="4434">
                  <c:v>119.06</c:v>
                </c:pt>
                <c:pt idx="4435">
                  <c:v>119.04</c:v>
                </c:pt>
                <c:pt idx="4436">
                  <c:v>118.85</c:v>
                </c:pt>
                <c:pt idx="4437">
                  <c:v>119.39</c:v>
                </c:pt>
                <c:pt idx="4438">
                  <c:v>119.05</c:v>
                </c:pt>
                <c:pt idx="4439">
                  <c:v>118.63</c:v>
                </c:pt>
                <c:pt idx="4440">
                  <c:v>118.79</c:v>
                </c:pt>
                <c:pt idx="4441">
                  <c:v>119.38</c:v>
                </c:pt>
                <c:pt idx="4442">
                  <c:v>119.63</c:v>
                </c:pt>
                <c:pt idx="4443">
                  <c:v>120.5</c:v>
                </c:pt>
                <c:pt idx="4444">
                  <c:v>120.33</c:v>
                </c:pt>
                <c:pt idx="4445">
                  <c:v>120.43</c:v>
                </c:pt>
                <c:pt idx="4446">
                  <c:v>120.66</c:v>
                </c:pt>
                <c:pt idx="4447">
                  <c:v>120.67</c:v>
                </c:pt>
                <c:pt idx="4448">
                  <c:v>121.22</c:v>
                </c:pt>
                <c:pt idx="4449">
                  <c:v>121.24</c:v>
                </c:pt>
                <c:pt idx="4450">
                  <c:v>121.66</c:v>
                </c:pt>
                <c:pt idx="4451">
                  <c:v>121.64</c:v>
                </c:pt>
                <c:pt idx="4452">
                  <c:v>121.19</c:v>
                </c:pt>
                <c:pt idx="4453">
                  <c:v>121.26</c:v>
                </c:pt>
                <c:pt idx="4454">
                  <c:v>121.54</c:v>
                </c:pt>
                <c:pt idx="4455">
                  <c:v>121.74</c:v>
                </c:pt>
                <c:pt idx="4456">
                  <c:v>121.63</c:v>
                </c:pt>
                <c:pt idx="4457">
                  <c:v>120.7</c:v>
                </c:pt>
                <c:pt idx="4458">
                  <c:v>120.82</c:v>
                </c:pt>
                <c:pt idx="4459">
                  <c:v>121.14</c:v>
                </c:pt>
                <c:pt idx="4460">
                  <c:v>120.34</c:v>
                </c:pt>
                <c:pt idx="4461">
                  <c:v>120.1</c:v>
                </c:pt>
                <c:pt idx="4462">
                  <c:v>120.68</c:v>
                </c:pt>
                <c:pt idx="4463">
                  <c:v>121.03</c:v>
                </c:pt>
                <c:pt idx="4464">
                  <c:v>121.71</c:v>
                </c:pt>
                <c:pt idx="4465">
                  <c:v>121.94</c:v>
                </c:pt>
                <c:pt idx="4466">
                  <c:v>121.17</c:v>
                </c:pt>
                <c:pt idx="4467">
                  <c:v>120.8</c:v>
                </c:pt>
                <c:pt idx="4468">
                  <c:v>119.27</c:v>
                </c:pt>
                <c:pt idx="4469">
                  <c:v>119.43</c:v>
                </c:pt>
                <c:pt idx="4470">
                  <c:v>119.56</c:v>
                </c:pt>
                <c:pt idx="4471">
                  <c:v>120.03</c:v>
                </c:pt>
                <c:pt idx="4472">
                  <c:v>120.94</c:v>
                </c:pt>
                <c:pt idx="4473">
                  <c:v>121.58</c:v>
                </c:pt>
                <c:pt idx="4474">
                  <c:v>121.08</c:v>
                </c:pt>
                <c:pt idx="4475">
                  <c:v>120.66</c:v>
                </c:pt>
                <c:pt idx="4476">
                  <c:v>117.94</c:v>
                </c:pt>
                <c:pt idx="4477">
                  <c:v>118.56</c:v>
                </c:pt>
                <c:pt idx="4478">
                  <c:v>117.62</c:v>
                </c:pt>
                <c:pt idx="4479">
                  <c:v>116.8</c:v>
                </c:pt>
                <c:pt idx="4480">
                  <c:v>115.53</c:v>
                </c:pt>
                <c:pt idx="4481">
                  <c:v>116.6</c:v>
                </c:pt>
                <c:pt idx="4482">
                  <c:v>116.06</c:v>
                </c:pt>
                <c:pt idx="4483">
                  <c:v>117.18</c:v>
                </c:pt>
                <c:pt idx="4484">
                  <c:v>118.34</c:v>
                </c:pt>
                <c:pt idx="4485">
                  <c:v>117.74</c:v>
                </c:pt>
                <c:pt idx="4486">
                  <c:v>116.28</c:v>
                </c:pt>
                <c:pt idx="4487">
                  <c:v>117.09</c:v>
                </c:pt>
                <c:pt idx="4488">
                  <c:v>117.57</c:v>
                </c:pt>
                <c:pt idx="4489">
                  <c:v>116.75</c:v>
                </c:pt>
                <c:pt idx="4490">
                  <c:v>117.53</c:v>
                </c:pt>
                <c:pt idx="4491">
                  <c:v>117.29</c:v>
                </c:pt>
                <c:pt idx="4492">
                  <c:v>117.55</c:v>
                </c:pt>
                <c:pt idx="4493">
                  <c:v>118.13</c:v>
                </c:pt>
                <c:pt idx="4494">
                  <c:v>118.12</c:v>
                </c:pt>
                <c:pt idx="4495">
                  <c:v>118.14</c:v>
                </c:pt>
                <c:pt idx="4496">
                  <c:v>117.81</c:v>
                </c:pt>
                <c:pt idx="4497">
                  <c:v>116.86</c:v>
                </c:pt>
                <c:pt idx="4498">
                  <c:v>118.07</c:v>
                </c:pt>
                <c:pt idx="4499">
                  <c:v>117.83</c:v>
                </c:pt>
                <c:pt idx="4500">
                  <c:v>117.86</c:v>
                </c:pt>
                <c:pt idx="4501">
                  <c:v>118.96</c:v>
                </c:pt>
                <c:pt idx="4502">
                  <c:v>118.73</c:v>
                </c:pt>
                <c:pt idx="4503">
                  <c:v>118.73</c:v>
                </c:pt>
                <c:pt idx="4504">
                  <c:v>119.26</c:v>
                </c:pt>
                <c:pt idx="4505">
                  <c:v>119.33</c:v>
                </c:pt>
                <c:pt idx="4506">
                  <c:v>119.06</c:v>
                </c:pt>
                <c:pt idx="4507">
                  <c:v>119.39</c:v>
                </c:pt>
                <c:pt idx="4508">
                  <c:v>119.16</c:v>
                </c:pt>
                <c:pt idx="4509">
                  <c:v>119.27</c:v>
                </c:pt>
                <c:pt idx="4510">
                  <c:v>119.74</c:v>
                </c:pt>
                <c:pt idx="4511">
                  <c:v>118.91</c:v>
                </c:pt>
                <c:pt idx="4512">
                  <c:v>118.69</c:v>
                </c:pt>
                <c:pt idx="4513">
                  <c:v>118.48</c:v>
                </c:pt>
                <c:pt idx="4514">
                  <c:v>118.69</c:v>
                </c:pt>
                <c:pt idx="4515">
                  <c:v>118.65</c:v>
                </c:pt>
                <c:pt idx="4516">
                  <c:v>118.59</c:v>
                </c:pt>
                <c:pt idx="4517">
                  <c:v>118.75</c:v>
                </c:pt>
                <c:pt idx="4518">
                  <c:v>119.57</c:v>
                </c:pt>
                <c:pt idx="4519">
                  <c:v>119.63</c:v>
                </c:pt>
                <c:pt idx="4520">
                  <c:v>119.53</c:v>
                </c:pt>
                <c:pt idx="4521">
                  <c:v>119.87</c:v>
                </c:pt>
                <c:pt idx="4522">
                  <c:v>120.16</c:v>
                </c:pt>
                <c:pt idx="4523">
                  <c:v>120.45</c:v>
                </c:pt>
                <c:pt idx="4524">
                  <c:v>120.19</c:v>
                </c:pt>
                <c:pt idx="4525">
                  <c:v>120.1</c:v>
                </c:pt>
                <c:pt idx="4526">
                  <c:v>120.04</c:v>
                </c:pt>
                <c:pt idx="4527">
                  <c:v>120.09</c:v>
                </c:pt>
                <c:pt idx="4528">
                  <c:v>119.9</c:v>
                </c:pt>
                <c:pt idx="4529">
                  <c:v>120.2</c:v>
                </c:pt>
                <c:pt idx="4530">
                  <c:v>120.35</c:v>
                </c:pt>
                <c:pt idx="4531">
                  <c:v>120.28</c:v>
                </c:pt>
                <c:pt idx="4532">
                  <c:v>120.83</c:v>
                </c:pt>
                <c:pt idx="4533">
                  <c:v>121.31</c:v>
                </c:pt>
                <c:pt idx="4534">
                  <c:v>121.12</c:v>
                </c:pt>
                <c:pt idx="4535">
                  <c:v>121.47</c:v>
                </c:pt>
                <c:pt idx="4536">
                  <c:v>121.56</c:v>
                </c:pt>
                <c:pt idx="4537">
                  <c:v>121.66</c:v>
                </c:pt>
                <c:pt idx="4538">
                  <c:v>121.4</c:v>
                </c:pt>
                <c:pt idx="4539">
                  <c:v>121.79</c:v>
                </c:pt>
                <c:pt idx="4540">
                  <c:v>121.72</c:v>
                </c:pt>
                <c:pt idx="4541">
                  <c:v>121.66</c:v>
                </c:pt>
                <c:pt idx="4542">
                  <c:v>121.66</c:v>
                </c:pt>
                <c:pt idx="4543">
                  <c:v>121.73</c:v>
                </c:pt>
                <c:pt idx="4544">
                  <c:v>122.1</c:v>
                </c:pt>
                <c:pt idx="4545">
                  <c:v>121.78</c:v>
                </c:pt>
                <c:pt idx="4546">
                  <c:v>121.39</c:v>
                </c:pt>
                <c:pt idx="4547">
                  <c:v>121.09</c:v>
                </c:pt>
                <c:pt idx="4548">
                  <c:v>120.98</c:v>
                </c:pt>
                <c:pt idx="4549">
                  <c:v>121.73</c:v>
                </c:pt>
                <c:pt idx="4550">
                  <c:v>121.73</c:v>
                </c:pt>
                <c:pt idx="4551">
                  <c:v>121.7</c:v>
                </c:pt>
                <c:pt idx="4552">
                  <c:v>122.72</c:v>
                </c:pt>
                <c:pt idx="4553">
                  <c:v>122.92</c:v>
                </c:pt>
                <c:pt idx="4554">
                  <c:v>123.44</c:v>
                </c:pt>
                <c:pt idx="4555">
                  <c:v>123.68</c:v>
                </c:pt>
                <c:pt idx="4556">
                  <c:v>123.36</c:v>
                </c:pt>
                <c:pt idx="4557">
                  <c:v>123.57</c:v>
                </c:pt>
                <c:pt idx="4558">
                  <c:v>123.72</c:v>
                </c:pt>
                <c:pt idx="4559">
                  <c:v>123.89</c:v>
                </c:pt>
                <c:pt idx="4560">
                  <c:v>123.67</c:v>
                </c:pt>
                <c:pt idx="4561">
                  <c:v>123.26</c:v>
                </c:pt>
                <c:pt idx="4562">
                  <c:v>122.84</c:v>
                </c:pt>
                <c:pt idx="4563">
                  <c:v>123.18</c:v>
                </c:pt>
                <c:pt idx="4564">
                  <c:v>123.17</c:v>
                </c:pt>
                <c:pt idx="4565">
                  <c:v>122.42</c:v>
                </c:pt>
                <c:pt idx="4566">
                  <c:v>122.47</c:v>
                </c:pt>
                <c:pt idx="4567">
                  <c:v>122.7</c:v>
                </c:pt>
                <c:pt idx="4568">
                  <c:v>122.95</c:v>
                </c:pt>
                <c:pt idx="4569">
                  <c:v>123.34</c:v>
                </c:pt>
                <c:pt idx="4570">
                  <c:v>123.41</c:v>
                </c:pt>
                <c:pt idx="4571">
                  <c:v>121.74</c:v>
                </c:pt>
                <c:pt idx="4572">
                  <c:v>122.49</c:v>
                </c:pt>
                <c:pt idx="4573">
                  <c:v>122.42</c:v>
                </c:pt>
                <c:pt idx="4574">
                  <c:v>121.93</c:v>
                </c:pt>
                <c:pt idx="4575">
                  <c:v>121.9</c:v>
                </c:pt>
                <c:pt idx="4576">
                  <c:v>122.34</c:v>
                </c:pt>
                <c:pt idx="4577">
                  <c:v>121.95</c:v>
                </c:pt>
                <c:pt idx="4578">
                  <c:v>122.01</c:v>
                </c:pt>
                <c:pt idx="4579">
                  <c:v>121.28</c:v>
                </c:pt>
                <c:pt idx="4580">
                  <c:v>121.1</c:v>
                </c:pt>
                <c:pt idx="4581">
                  <c:v>120.26</c:v>
                </c:pt>
                <c:pt idx="4582">
                  <c:v>120.5</c:v>
                </c:pt>
                <c:pt idx="4583">
                  <c:v>118.68</c:v>
                </c:pt>
                <c:pt idx="4584">
                  <c:v>118.63</c:v>
                </c:pt>
                <c:pt idx="4585">
                  <c:v>119.06</c:v>
                </c:pt>
                <c:pt idx="4586">
                  <c:v>118.62</c:v>
                </c:pt>
                <c:pt idx="4587">
                  <c:v>118.96</c:v>
                </c:pt>
                <c:pt idx="4588">
                  <c:v>119.21</c:v>
                </c:pt>
                <c:pt idx="4589">
                  <c:v>118.06</c:v>
                </c:pt>
                <c:pt idx="4590">
                  <c:v>118.88</c:v>
                </c:pt>
                <c:pt idx="4591">
                  <c:v>118.84</c:v>
                </c:pt>
                <c:pt idx="4592">
                  <c:v>119.73</c:v>
                </c:pt>
                <c:pt idx="4593">
                  <c:v>118.16</c:v>
                </c:pt>
                <c:pt idx="4594">
                  <c:v>118.4</c:v>
                </c:pt>
                <c:pt idx="4595">
                  <c:v>118.25</c:v>
                </c:pt>
                <c:pt idx="4596">
                  <c:v>117.58</c:v>
                </c:pt>
                <c:pt idx="4597">
                  <c:v>116.61</c:v>
                </c:pt>
                <c:pt idx="4598">
                  <c:v>113.89</c:v>
                </c:pt>
                <c:pt idx="4599">
                  <c:v>114.36</c:v>
                </c:pt>
                <c:pt idx="4600">
                  <c:v>114.88</c:v>
                </c:pt>
                <c:pt idx="4601">
                  <c:v>114.44</c:v>
                </c:pt>
                <c:pt idx="4602">
                  <c:v>115.34</c:v>
                </c:pt>
                <c:pt idx="4603">
                  <c:v>116.2</c:v>
                </c:pt>
                <c:pt idx="4604">
                  <c:v>116.45</c:v>
                </c:pt>
                <c:pt idx="4605">
                  <c:v>115.86</c:v>
                </c:pt>
                <c:pt idx="4606">
                  <c:v>114.27</c:v>
                </c:pt>
                <c:pt idx="4607">
                  <c:v>116.18</c:v>
                </c:pt>
                <c:pt idx="4608">
                  <c:v>115.86</c:v>
                </c:pt>
                <c:pt idx="4609">
                  <c:v>115.77</c:v>
                </c:pt>
                <c:pt idx="4610">
                  <c:v>115.97</c:v>
                </c:pt>
                <c:pt idx="4611">
                  <c:v>116.33</c:v>
                </c:pt>
                <c:pt idx="4612">
                  <c:v>115.28</c:v>
                </c:pt>
                <c:pt idx="4613">
                  <c:v>115.38</c:v>
                </c:pt>
                <c:pt idx="4614">
                  <c:v>113.38</c:v>
                </c:pt>
                <c:pt idx="4615">
                  <c:v>113.72</c:v>
                </c:pt>
                <c:pt idx="4616">
                  <c:v>114.27</c:v>
                </c:pt>
                <c:pt idx="4617">
                  <c:v>114.26</c:v>
                </c:pt>
                <c:pt idx="4618">
                  <c:v>115.09</c:v>
                </c:pt>
                <c:pt idx="4619">
                  <c:v>115.37</c:v>
                </c:pt>
                <c:pt idx="4620">
                  <c:v>115.12</c:v>
                </c:pt>
                <c:pt idx="4621">
                  <c:v>116.08</c:v>
                </c:pt>
                <c:pt idx="4622">
                  <c:v>116.1</c:v>
                </c:pt>
                <c:pt idx="4623">
                  <c:v>114.76</c:v>
                </c:pt>
                <c:pt idx="4624">
                  <c:v>115.5</c:v>
                </c:pt>
                <c:pt idx="4625">
                  <c:v>114.87</c:v>
                </c:pt>
                <c:pt idx="4626">
                  <c:v>114.78</c:v>
                </c:pt>
                <c:pt idx="4627">
                  <c:v>115.56</c:v>
                </c:pt>
                <c:pt idx="4628">
                  <c:v>115.63</c:v>
                </c:pt>
                <c:pt idx="4629">
                  <c:v>114.81</c:v>
                </c:pt>
                <c:pt idx="4630">
                  <c:v>115.74</c:v>
                </c:pt>
                <c:pt idx="4631">
                  <c:v>115.75</c:v>
                </c:pt>
                <c:pt idx="4632">
                  <c:v>116.75</c:v>
                </c:pt>
                <c:pt idx="4633">
                  <c:v>116.46</c:v>
                </c:pt>
                <c:pt idx="4634">
                  <c:v>116.97</c:v>
                </c:pt>
                <c:pt idx="4635">
                  <c:v>117.42</c:v>
                </c:pt>
                <c:pt idx="4636">
                  <c:v>117.14</c:v>
                </c:pt>
                <c:pt idx="4637">
                  <c:v>117.25</c:v>
                </c:pt>
                <c:pt idx="4638">
                  <c:v>117.28</c:v>
                </c:pt>
                <c:pt idx="4639">
                  <c:v>117.61</c:v>
                </c:pt>
                <c:pt idx="4640">
                  <c:v>117.4</c:v>
                </c:pt>
                <c:pt idx="4641">
                  <c:v>116.92</c:v>
                </c:pt>
                <c:pt idx="4642">
                  <c:v>116.68</c:v>
                </c:pt>
                <c:pt idx="4643">
                  <c:v>115.63</c:v>
                </c:pt>
                <c:pt idx="4644">
                  <c:v>114.52</c:v>
                </c:pt>
                <c:pt idx="4645">
                  <c:v>114.55</c:v>
                </c:pt>
                <c:pt idx="4646">
                  <c:v>114.78</c:v>
                </c:pt>
                <c:pt idx="4647">
                  <c:v>114.27</c:v>
                </c:pt>
                <c:pt idx="4648">
                  <c:v>114.18</c:v>
                </c:pt>
                <c:pt idx="4649">
                  <c:v>114.19</c:v>
                </c:pt>
                <c:pt idx="4650">
                  <c:v>114.66</c:v>
                </c:pt>
                <c:pt idx="4651">
                  <c:v>114.64</c:v>
                </c:pt>
                <c:pt idx="4652">
                  <c:v>115.44</c:v>
                </c:pt>
                <c:pt idx="4653">
                  <c:v>114.67</c:v>
                </c:pt>
                <c:pt idx="4654">
                  <c:v>114.86</c:v>
                </c:pt>
                <c:pt idx="4655">
                  <c:v>114.55</c:v>
                </c:pt>
                <c:pt idx="4656">
                  <c:v>114.73</c:v>
                </c:pt>
                <c:pt idx="4657">
                  <c:v>112.63</c:v>
                </c:pt>
                <c:pt idx="4658">
                  <c:v>112.6</c:v>
                </c:pt>
                <c:pt idx="4659">
                  <c:v>110.69</c:v>
                </c:pt>
                <c:pt idx="4660">
                  <c:v>109.41</c:v>
                </c:pt>
                <c:pt idx="4661">
                  <c:v>110.9</c:v>
                </c:pt>
                <c:pt idx="4662">
                  <c:v>111.33</c:v>
                </c:pt>
                <c:pt idx="4663">
                  <c:v>110.31</c:v>
                </c:pt>
                <c:pt idx="4664">
                  <c:v>111.09</c:v>
                </c:pt>
                <c:pt idx="4665">
                  <c:v>109.77</c:v>
                </c:pt>
                <c:pt idx="4666">
                  <c:v>109.98</c:v>
                </c:pt>
                <c:pt idx="4667">
                  <c:v>108.42</c:v>
                </c:pt>
                <c:pt idx="4668">
                  <c:v>108.44</c:v>
                </c:pt>
                <c:pt idx="4669">
                  <c:v>108.29</c:v>
                </c:pt>
                <c:pt idx="4670">
                  <c:v>107.41</c:v>
                </c:pt>
                <c:pt idx="4671">
                  <c:v>108.97</c:v>
                </c:pt>
                <c:pt idx="4672">
                  <c:v>110.03</c:v>
                </c:pt>
                <c:pt idx="4673">
                  <c:v>109.94</c:v>
                </c:pt>
                <c:pt idx="4674">
                  <c:v>111.24</c:v>
                </c:pt>
                <c:pt idx="4675">
                  <c:v>110.47</c:v>
                </c:pt>
                <c:pt idx="4676">
                  <c:v>109.87</c:v>
                </c:pt>
                <c:pt idx="4677">
                  <c:v>110.9</c:v>
                </c:pt>
                <c:pt idx="4678">
                  <c:v>111.32</c:v>
                </c:pt>
                <c:pt idx="4679">
                  <c:v>111.69</c:v>
                </c:pt>
                <c:pt idx="4680">
                  <c:v>111.71</c:v>
                </c:pt>
                <c:pt idx="4681">
                  <c:v>110.66</c:v>
                </c:pt>
                <c:pt idx="4682">
                  <c:v>112.24</c:v>
                </c:pt>
                <c:pt idx="4683">
                  <c:v>112.22</c:v>
                </c:pt>
                <c:pt idx="4684">
                  <c:v>113.28</c:v>
                </c:pt>
                <c:pt idx="4685">
                  <c:v>112.95</c:v>
                </c:pt>
                <c:pt idx="4686">
                  <c:v>113.4</c:v>
                </c:pt>
                <c:pt idx="4687">
                  <c:v>113.43</c:v>
                </c:pt>
                <c:pt idx="4688">
                  <c:v>113.14</c:v>
                </c:pt>
                <c:pt idx="4689">
                  <c:v>114.05</c:v>
                </c:pt>
                <c:pt idx="4690">
                  <c:v>114.3</c:v>
                </c:pt>
                <c:pt idx="4691">
                  <c:v>114.13</c:v>
                </c:pt>
                <c:pt idx="4692">
                  <c:v>114.34</c:v>
                </c:pt>
                <c:pt idx="4693">
                  <c:v>113.73</c:v>
                </c:pt>
                <c:pt idx="4694">
                  <c:v>112.29</c:v>
                </c:pt>
                <c:pt idx="4695">
                  <c:v>111.75</c:v>
                </c:pt>
                <c:pt idx="4696">
                  <c:v>111.65</c:v>
                </c:pt>
                <c:pt idx="4697">
                  <c:v>109.66</c:v>
                </c:pt>
                <c:pt idx="4698">
                  <c:v>109.32</c:v>
                </c:pt>
                <c:pt idx="4699">
                  <c:v>108.6</c:v>
                </c:pt>
                <c:pt idx="4700">
                  <c:v>109.18</c:v>
                </c:pt>
                <c:pt idx="4701">
                  <c:v>108.9</c:v>
                </c:pt>
                <c:pt idx="4702">
                  <c:v>110.05</c:v>
                </c:pt>
                <c:pt idx="4703">
                  <c:v>109.34</c:v>
                </c:pt>
                <c:pt idx="4704">
                  <c:v>108.84</c:v>
                </c:pt>
                <c:pt idx="4705">
                  <c:v>108.17</c:v>
                </c:pt>
                <c:pt idx="4706">
                  <c:v>106.79</c:v>
                </c:pt>
                <c:pt idx="4707">
                  <c:v>107.64</c:v>
                </c:pt>
                <c:pt idx="4708">
                  <c:v>106.54</c:v>
                </c:pt>
                <c:pt idx="4709">
                  <c:v>106.87</c:v>
                </c:pt>
                <c:pt idx="4710">
                  <c:v>105.99</c:v>
                </c:pt>
                <c:pt idx="4711">
                  <c:v>106.44</c:v>
                </c:pt>
                <c:pt idx="4712">
                  <c:v>106.72</c:v>
                </c:pt>
                <c:pt idx="4713">
                  <c:v>107.18</c:v>
                </c:pt>
                <c:pt idx="4714">
                  <c:v>106.73</c:v>
                </c:pt>
                <c:pt idx="4715">
                  <c:v>106.9</c:v>
                </c:pt>
                <c:pt idx="4716">
                  <c:v>107.11</c:v>
                </c:pt>
                <c:pt idx="4717">
                  <c:v>106.23</c:v>
                </c:pt>
                <c:pt idx="4718">
                  <c:v>106.45</c:v>
                </c:pt>
                <c:pt idx="4719">
                  <c:v>106.49</c:v>
                </c:pt>
                <c:pt idx="4720">
                  <c:v>106.71</c:v>
                </c:pt>
                <c:pt idx="4721">
                  <c:v>106.82</c:v>
                </c:pt>
                <c:pt idx="4722">
                  <c:v>106.54</c:v>
                </c:pt>
                <c:pt idx="4723">
                  <c:v>107.49</c:v>
                </c:pt>
                <c:pt idx="4724">
                  <c:v>107.3</c:v>
                </c:pt>
                <c:pt idx="4725">
                  <c:v>106.97</c:v>
                </c:pt>
                <c:pt idx="4726">
                  <c:v>107.31</c:v>
                </c:pt>
                <c:pt idx="4727">
                  <c:v>108.34</c:v>
                </c:pt>
                <c:pt idx="4728">
                  <c:v>107.87</c:v>
                </c:pt>
                <c:pt idx="4729">
                  <c:v>107.82</c:v>
                </c:pt>
                <c:pt idx="4730">
                  <c:v>108.23</c:v>
                </c:pt>
                <c:pt idx="4731">
                  <c:v>107.78</c:v>
                </c:pt>
                <c:pt idx="4732">
                  <c:v>108.12</c:v>
                </c:pt>
                <c:pt idx="4733">
                  <c:v>107.4</c:v>
                </c:pt>
                <c:pt idx="4734">
                  <c:v>107.17</c:v>
                </c:pt>
                <c:pt idx="4735">
                  <c:v>108.07</c:v>
                </c:pt>
                <c:pt idx="4736">
                  <c:v>107.28</c:v>
                </c:pt>
                <c:pt idx="4737">
                  <c:v>106.49</c:v>
                </c:pt>
                <c:pt idx="4738">
                  <c:v>105.37</c:v>
                </c:pt>
                <c:pt idx="4739">
                  <c:v>103.74</c:v>
                </c:pt>
                <c:pt idx="4740">
                  <c:v>103.49</c:v>
                </c:pt>
                <c:pt idx="4741">
                  <c:v>103.37</c:v>
                </c:pt>
                <c:pt idx="4742">
                  <c:v>104.02</c:v>
                </c:pt>
                <c:pt idx="4743">
                  <c:v>102.67</c:v>
                </c:pt>
                <c:pt idx="4744">
                  <c:v>102.67</c:v>
                </c:pt>
                <c:pt idx="4745">
                  <c:v>101.76</c:v>
                </c:pt>
                <c:pt idx="4746">
                  <c:v>103.42</c:v>
                </c:pt>
                <c:pt idx="4747">
                  <c:v>101.8</c:v>
                </c:pt>
                <c:pt idx="4748">
                  <c:v>100.65</c:v>
                </c:pt>
                <c:pt idx="4749">
                  <c:v>99.09</c:v>
                </c:pt>
                <c:pt idx="4750">
                  <c:v>97.33</c:v>
                </c:pt>
                <c:pt idx="4751">
                  <c:v>99.86</c:v>
                </c:pt>
                <c:pt idx="4752">
                  <c:v>99.04</c:v>
                </c:pt>
                <c:pt idx="4753">
                  <c:v>99.51</c:v>
                </c:pt>
                <c:pt idx="4754">
                  <c:v>99.58</c:v>
                </c:pt>
                <c:pt idx="4755">
                  <c:v>100.75</c:v>
                </c:pt>
                <c:pt idx="4756">
                  <c:v>99.98</c:v>
                </c:pt>
                <c:pt idx="4757">
                  <c:v>99.2</c:v>
                </c:pt>
                <c:pt idx="4758">
                  <c:v>99.65</c:v>
                </c:pt>
                <c:pt idx="4759">
                  <c:v>99.23</c:v>
                </c:pt>
                <c:pt idx="4760">
                  <c:v>99.7</c:v>
                </c:pt>
                <c:pt idx="4761">
                  <c:v>101.85</c:v>
                </c:pt>
                <c:pt idx="4762">
                  <c:v>102.36</c:v>
                </c:pt>
                <c:pt idx="4763">
                  <c:v>102.26</c:v>
                </c:pt>
                <c:pt idx="4764">
                  <c:v>101.47</c:v>
                </c:pt>
                <c:pt idx="4765">
                  <c:v>102.4</c:v>
                </c:pt>
                <c:pt idx="4766">
                  <c:v>102.66</c:v>
                </c:pt>
                <c:pt idx="4767">
                  <c:v>101.81</c:v>
                </c:pt>
                <c:pt idx="4768">
                  <c:v>101.95</c:v>
                </c:pt>
                <c:pt idx="4769">
                  <c:v>100.96</c:v>
                </c:pt>
                <c:pt idx="4770">
                  <c:v>101.1</c:v>
                </c:pt>
                <c:pt idx="4771">
                  <c:v>101.83</c:v>
                </c:pt>
                <c:pt idx="4772">
                  <c:v>101.83</c:v>
                </c:pt>
                <c:pt idx="4773">
                  <c:v>102.48</c:v>
                </c:pt>
                <c:pt idx="4774">
                  <c:v>103.67</c:v>
                </c:pt>
                <c:pt idx="4775">
                  <c:v>103.27</c:v>
                </c:pt>
                <c:pt idx="4776">
                  <c:v>103.03</c:v>
                </c:pt>
                <c:pt idx="4777">
                  <c:v>103.38</c:v>
                </c:pt>
                <c:pt idx="4778">
                  <c:v>104.27</c:v>
                </c:pt>
                <c:pt idx="4779">
                  <c:v>104.43</c:v>
                </c:pt>
                <c:pt idx="4780">
                  <c:v>104.19</c:v>
                </c:pt>
                <c:pt idx="4781">
                  <c:v>104.02</c:v>
                </c:pt>
                <c:pt idx="4782">
                  <c:v>103.92</c:v>
                </c:pt>
                <c:pt idx="4783">
                  <c:v>104.43</c:v>
                </c:pt>
                <c:pt idx="4784">
                  <c:v>105.4</c:v>
                </c:pt>
                <c:pt idx="4785">
                  <c:v>104.86</c:v>
                </c:pt>
                <c:pt idx="4786">
                  <c:v>104.78</c:v>
                </c:pt>
                <c:pt idx="4787">
                  <c:v>104.73</c:v>
                </c:pt>
                <c:pt idx="4788">
                  <c:v>103.74</c:v>
                </c:pt>
                <c:pt idx="4789">
                  <c:v>102.87</c:v>
                </c:pt>
                <c:pt idx="4790">
                  <c:v>103.75</c:v>
                </c:pt>
                <c:pt idx="4791">
                  <c:v>104.75</c:v>
                </c:pt>
                <c:pt idx="4792">
                  <c:v>105.04</c:v>
                </c:pt>
                <c:pt idx="4793">
                  <c:v>104.75</c:v>
                </c:pt>
                <c:pt idx="4794">
                  <c:v>104.05</c:v>
                </c:pt>
                <c:pt idx="4795">
                  <c:v>104.33</c:v>
                </c:pt>
                <c:pt idx="4796">
                  <c:v>103.68</c:v>
                </c:pt>
                <c:pt idx="4797">
                  <c:v>103.06</c:v>
                </c:pt>
                <c:pt idx="4798">
                  <c:v>104.08</c:v>
                </c:pt>
                <c:pt idx="4799">
                  <c:v>103.38</c:v>
                </c:pt>
                <c:pt idx="4800">
                  <c:v>103.44</c:v>
                </c:pt>
                <c:pt idx="4801">
                  <c:v>104.24</c:v>
                </c:pt>
                <c:pt idx="4802">
                  <c:v>104.69</c:v>
                </c:pt>
                <c:pt idx="4803">
                  <c:v>105.51</c:v>
                </c:pt>
                <c:pt idx="4804">
                  <c:v>105.52</c:v>
                </c:pt>
                <c:pt idx="4805">
                  <c:v>104.43</c:v>
                </c:pt>
                <c:pt idx="4806">
                  <c:v>105.09</c:v>
                </c:pt>
                <c:pt idx="4807">
                  <c:v>105.23</c:v>
                </c:pt>
                <c:pt idx="4808">
                  <c:v>105.94</c:v>
                </c:pt>
                <c:pt idx="4809">
                  <c:v>104.93</c:v>
                </c:pt>
                <c:pt idx="4810">
                  <c:v>106.31</c:v>
                </c:pt>
                <c:pt idx="4811">
                  <c:v>107.44</c:v>
                </c:pt>
                <c:pt idx="4812">
                  <c:v>106.97</c:v>
                </c:pt>
                <c:pt idx="4813">
                  <c:v>107.96</c:v>
                </c:pt>
                <c:pt idx="4814">
                  <c:v>108.19</c:v>
                </c:pt>
                <c:pt idx="4815">
                  <c:v>108.22</c:v>
                </c:pt>
                <c:pt idx="4816">
                  <c:v>107.93</c:v>
                </c:pt>
                <c:pt idx="4817">
                  <c:v>107.88</c:v>
                </c:pt>
                <c:pt idx="4818">
                  <c:v>108.01</c:v>
                </c:pt>
                <c:pt idx="4819">
                  <c:v>107.34</c:v>
                </c:pt>
                <c:pt idx="4820">
                  <c:v>107.85</c:v>
                </c:pt>
                <c:pt idx="4821">
                  <c:v>107.82</c:v>
                </c:pt>
                <c:pt idx="4822">
                  <c:v>107.81</c:v>
                </c:pt>
                <c:pt idx="4823">
                  <c:v>106.81</c:v>
                </c:pt>
                <c:pt idx="4824">
                  <c:v>106.14</c:v>
                </c:pt>
                <c:pt idx="4825">
                  <c:v>106.21</c:v>
                </c:pt>
                <c:pt idx="4826">
                  <c:v>106.13</c:v>
                </c:pt>
                <c:pt idx="4827">
                  <c:v>105.92</c:v>
                </c:pt>
                <c:pt idx="4828">
                  <c:v>106.73</c:v>
                </c:pt>
                <c:pt idx="4829">
                  <c:v>106.81</c:v>
                </c:pt>
                <c:pt idx="4830">
                  <c:v>107.18</c:v>
                </c:pt>
                <c:pt idx="4831">
                  <c:v>107.51</c:v>
                </c:pt>
                <c:pt idx="4832">
                  <c:v>106.76</c:v>
                </c:pt>
                <c:pt idx="4833">
                  <c:v>107.07</c:v>
                </c:pt>
                <c:pt idx="4834">
                  <c:v>106.28</c:v>
                </c:pt>
                <c:pt idx="4835">
                  <c:v>106.14</c:v>
                </c:pt>
                <c:pt idx="4836">
                  <c:v>104.73</c:v>
                </c:pt>
                <c:pt idx="4837">
                  <c:v>105.13</c:v>
                </c:pt>
                <c:pt idx="4838">
                  <c:v>106.28</c:v>
                </c:pt>
                <c:pt idx="4839">
                  <c:v>106.97</c:v>
                </c:pt>
                <c:pt idx="4840">
                  <c:v>106.45</c:v>
                </c:pt>
                <c:pt idx="4841">
                  <c:v>107.33</c:v>
                </c:pt>
                <c:pt idx="4842">
                  <c:v>107.9</c:v>
                </c:pt>
                <c:pt idx="4843">
                  <c:v>107.33</c:v>
                </c:pt>
                <c:pt idx="4844">
                  <c:v>107.84</c:v>
                </c:pt>
                <c:pt idx="4845">
                  <c:v>107.46</c:v>
                </c:pt>
                <c:pt idx="4846">
                  <c:v>108.11</c:v>
                </c:pt>
                <c:pt idx="4847">
                  <c:v>108.13</c:v>
                </c:pt>
                <c:pt idx="4848">
                  <c:v>107.92</c:v>
                </c:pt>
                <c:pt idx="4849">
                  <c:v>107.71</c:v>
                </c:pt>
                <c:pt idx="4850">
                  <c:v>108.27</c:v>
                </c:pt>
                <c:pt idx="4851">
                  <c:v>108.35</c:v>
                </c:pt>
                <c:pt idx="4852">
                  <c:v>109.8</c:v>
                </c:pt>
                <c:pt idx="4853">
                  <c:v>109.44</c:v>
                </c:pt>
                <c:pt idx="4854">
                  <c:v>110.18</c:v>
                </c:pt>
                <c:pt idx="4855">
                  <c:v>110.06</c:v>
                </c:pt>
                <c:pt idx="4856">
                  <c:v>109.27</c:v>
                </c:pt>
                <c:pt idx="4857">
                  <c:v>109.53</c:v>
                </c:pt>
                <c:pt idx="4858">
                  <c:v>109.74</c:v>
                </c:pt>
                <c:pt idx="4859">
                  <c:v>110.54</c:v>
                </c:pt>
                <c:pt idx="4860">
                  <c:v>110.13</c:v>
                </c:pt>
                <c:pt idx="4861">
                  <c:v>109.72</c:v>
                </c:pt>
                <c:pt idx="4862">
                  <c:v>109.86</c:v>
                </c:pt>
                <c:pt idx="4863">
                  <c:v>108.44</c:v>
                </c:pt>
                <c:pt idx="4864">
                  <c:v>110.08</c:v>
                </c:pt>
                <c:pt idx="4865">
                  <c:v>109.31</c:v>
                </c:pt>
                <c:pt idx="4866">
                  <c:v>109.61</c:v>
                </c:pt>
                <c:pt idx="4867">
                  <c:v>109.49</c:v>
                </c:pt>
                <c:pt idx="4868">
                  <c:v>109.5</c:v>
                </c:pt>
                <c:pt idx="4869">
                  <c:v>108.8</c:v>
                </c:pt>
                <c:pt idx="4870">
                  <c:v>108.14</c:v>
                </c:pt>
                <c:pt idx="4871">
                  <c:v>108.61</c:v>
                </c:pt>
                <c:pt idx="4872">
                  <c:v>108.29</c:v>
                </c:pt>
                <c:pt idx="4873">
                  <c:v>107.08</c:v>
                </c:pt>
                <c:pt idx="4874">
                  <c:v>107.73</c:v>
                </c:pt>
                <c:pt idx="4875">
                  <c:v>108.28</c:v>
                </c:pt>
                <c:pt idx="4876">
                  <c:v>106.81</c:v>
                </c:pt>
                <c:pt idx="4877">
                  <c:v>107.7</c:v>
                </c:pt>
                <c:pt idx="4878">
                  <c:v>107.17</c:v>
                </c:pt>
                <c:pt idx="4879">
                  <c:v>107.95</c:v>
                </c:pt>
                <c:pt idx="4880">
                  <c:v>104.66</c:v>
                </c:pt>
                <c:pt idx="4881">
                  <c:v>105.65</c:v>
                </c:pt>
                <c:pt idx="4882">
                  <c:v>104.66</c:v>
                </c:pt>
                <c:pt idx="4883">
                  <c:v>105.44</c:v>
                </c:pt>
                <c:pt idx="4884">
                  <c:v>107.45</c:v>
                </c:pt>
                <c:pt idx="4885">
                  <c:v>105.52</c:v>
                </c:pt>
                <c:pt idx="4886">
                  <c:v>105.56</c:v>
                </c:pt>
                <c:pt idx="4887">
                  <c:v>106.11</c:v>
                </c:pt>
                <c:pt idx="4888">
                  <c:v>106.56</c:v>
                </c:pt>
                <c:pt idx="4889">
                  <c:v>106.01</c:v>
                </c:pt>
                <c:pt idx="4890">
                  <c:v>104.18</c:v>
                </c:pt>
                <c:pt idx="4891">
                  <c:v>106.11</c:v>
                </c:pt>
                <c:pt idx="4892">
                  <c:v>105.72</c:v>
                </c:pt>
                <c:pt idx="4893">
                  <c:v>105.34</c:v>
                </c:pt>
                <c:pt idx="4894">
                  <c:v>105.32</c:v>
                </c:pt>
                <c:pt idx="4895">
                  <c:v>101.82</c:v>
                </c:pt>
                <c:pt idx="4896">
                  <c:v>101.48</c:v>
                </c:pt>
                <c:pt idx="4897">
                  <c:v>99.14</c:v>
                </c:pt>
                <c:pt idx="4898">
                  <c:v>99.82</c:v>
                </c:pt>
                <c:pt idx="4899">
                  <c:v>100.67</c:v>
                </c:pt>
                <c:pt idx="4900">
                  <c:v>102.02</c:v>
                </c:pt>
                <c:pt idx="4901">
                  <c:v>102.08</c:v>
                </c:pt>
                <c:pt idx="4902">
                  <c:v>99.96</c:v>
                </c:pt>
                <c:pt idx="4903">
                  <c:v>101.58</c:v>
                </c:pt>
                <c:pt idx="4904">
                  <c:v>101.69</c:v>
                </c:pt>
                <c:pt idx="4905">
                  <c:v>101.87</c:v>
                </c:pt>
                <c:pt idx="4906">
                  <c:v>100.14</c:v>
                </c:pt>
                <c:pt idx="4907">
                  <c:v>97.67</c:v>
                </c:pt>
                <c:pt idx="4908">
                  <c:v>97.31</c:v>
                </c:pt>
                <c:pt idx="4909">
                  <c:v>94.32</c:v>
                </c:pt>
                <c:pt idx="4910">
                  <c:v>92.78</c:v>
                </c:pt>
                <c:pt idx="4911">
                  <c:v>98.03</c:v>
                </c:pt>
                <c:pt idx="4912">
                  <c:v>97.39</c:v>
                </c:pt>
                <c:pt idx="4913">
                  <c:v>98.61</c:v>
                </c:pt>
                <c:pt idx="4914">
                  <c:v>98.47</c:v>
                </c:pt>
                <c:pt idx="4915">
                  <c:v>99.12</c:v>
                </c:pt>
                <c:pt idx="4916">
                  <c:v>99.71</c:v>
                </c:pt>
                <c:pt idx="4917">
                  <c:v>97.95</c:v>
                </c:pt>
                <c:pt idx="4918">
                  <c:v>97.75</c:v>
                </c:pt>
                <c:pt idx="4919">
                  <c:v>98.24</c:v>
                </c:pt>
                <c:pt idx="4920">
                  <c:v>98.01</c:v>
                </c:pt>
                <c:pt idx="4921">
                  <c:v>97.66</c:v>
                </c:pt>
                <c:pt idx="4922">
                  <c:v>95.01</c:v>
                </c:pt>
                <c:pt idx="4923">
                  <c:v>97.68</c:v>
                </c:pt>
                <c:pt idx="4924">
                  <c:v>97.14</c:v>
                </c:pt>
                <c:pt idx="4925">
                  <c:v>96.44</c:v>
                </c:pt>
                <c:pt idx="4926">
                  <c:v>97.03</c:v>
                </c:pt>
                <c:pt idx="4927">
                  <c:v>95.74</c:v>
                </c:pt>
                <c:pt idx="4928">
                  <c:v>93.7</c:v>
                </c:pt>
                <c:pt idx="4929">
                  <c:v>95.96</c:v>
                </c:pt>
                <c:pt idx="4930">
                  <c:v>97.35</c:v>
                </c:pt>
                <c:pt idx="4931">
                  <c:v>95.23</c:v>
                </c:pt>
                <c:pt idx="4932">
                  <c:v>95.67</c:v>
                </c:pt>
                <c:pt idx="4933">
                  <c:v>95.19</c:v>
                </c:pt>
                <c:pt idx="4934">
                  <c:v>95.53</c:v>
                </c:pt>
                <c:pt idx="4935">
                  <c:v>93.19</c:v>
                </c:pt>
                <c:pt idx="4936">
                  <c:v>93.18</c:v>
                </c:pt>
                <c:pt idx="4937">
                  <c:v>93.3</c:v>
                </c:pt>
                <c:pt idx="4938">
                  <c:v>92.23</c:v>
                </c:pt>
                <c:pt idx="4939">
                  <c:v>92.84</c:v>
                </c:pt>
                <c:pt idx="4940">
                  <c:v>92.82</c:v>
                </c:pt>
                <c:pt idx="4941">
                  <c:v>92.13</c:v>
                </c:pt>
                <c:pt idx="4942">
                  <c:v>92.77</c:v>
                </c:pt>
                <c:pt idx="4943">
                  <c:v>91.46</c:v>
                </c:pt>
                <c:pt idx="4944">
                  <c:v>91.21</c:v>
                </c:pt>
                <c:pt idx="4945">
                  <c:v>90.65</c:v>
                </c:pt>
                <c:pt idx="4946">
                  <c:v>89.05</c:v>
                </c:pt>
                <c:pt idx="4947">
                  <c:v>87.24</c:v>
                </c:pt>
                <c:pt idx="4948">
                  <c:v>89.44</c:v>
                </c:pt>
                <c:pt idx="4949">
                  <c:v>89.32</c:v>
                </c:pt>
                <c:pt idx="4950">
                  <c:v>90.25</c:v>
                </c:pt>
                <c:pt idx="4951">
                  <c:v>90.98</c:v>
                </c:pt>
                <c:pt idx="4952">
                  <c:v>90.46</c:v>
                </c:pt>
                <c:pt idx="4953">
                  <c:v>90.38</c:v>
                </c:pt>
                <c:pt idx="4954">
                  <c:v>90.82</c:v>
                </c:pt>
                <c:pt idx="4955">
                  <c:v>90.68</c:v>
                </c:pt>
                <c:pt idx="4956">
                  <c:v>90.34</c:v>
                </c:pt>
                <c:pt idx="4957">
                  <c:v>90.64</c:v>
                </c:pt>
                <c:pt idx="4958">
                  <c:v>90.75</c:v>
                </c:pt>
                <c:pt idx="4959">
                  <c:v>91.84</c:v>
                </c:pt>
                <c:pt idx="4960">
                  <c:v>93.44</c:v>
                </c:pt>
                <c:pt idx="4961">
                  <c:v>93.65</c:v>
                </c:pt>
                <c:pt idx="4962">
                  <c:v>92.65</c:v>
                </c:pt>
                <c:pt idx="4963">
                  <c:v>91.21</c:v>
                </c:pt>
                <c:pt idx="4964">
                  <c:v>90.4</c:v>
                </c:pt>
                <c:pt idx="4965">
                  <c:v>89.22</c:v>
                </c:pt>
                <c:pt idx="4966">
                  <c:v>89.38</c:v>
                </c:pt>
                <c:pt idx="4967">
                  <c:v>89.05</c:v>
                </c:pt>
                <c:pt idx="4968">
                  <c:v>89.84</c:v>
                </c:pt>
                <c:pt idx="4969">
                  <c:v>90.72</c:v>
                </c:pt>
                <c:pt idx="4970">
                  <c:v>90.65</c:v>
                </c:pt>
                <c:pt idx="4971">
                  <c:v>89.76</c:v>
                </c:pt>
                <c:pt idx="4972">
                  <c:v>89.49</c:v>
                </c:pt>
                <c:pt idx="4973">
                  <c:v>88.92</c:v>
                </c:pt>
                <c:pt idx="4974">
                  <c:v>88.75</c:v>
                </c:pt>
                <c:pt idx="4975">
                  <c:v>89.1</c:v>
                </c:pt>
                <c:pt idx="4976">
                  <c:v>88.98</c:v>
                </c:pt>
                <c:pt idx="4977">
                  <c:v>90.27</c:v>
                </c:pt>
                <c:pt idx="4978">
                  <c:v>90.03</c:v>
                </c:pt>
                <c:pt idx="4979">
                  <c:v>89.92</c:v>
                </c:pt>
                <c:pt idx="4980">
                  <c:v>89.45</c:v>
                </c:pt>
                <c:pt idx="4981">
                  <c:v>89.44</c:v>
                </c:pt>
                <c:pt idx="4982">
                  <c:v>89.43</c:v>
                </c:pt>
                <c:pt idx="4983">
                  <c:v>91.23</c:v>
                </c:pt>
                <c:pt idx="4984">
                  <c:v>91.9</c:v>
                </c:pt>
                <c:pt idx="4985">
                  <c:v>91.47</c:v>
                </c:pt>
                <c:pt idx="4986">
                  <c:v>90.47</c:v>
                </c:pt>
                <c:pt idx="4987">
                  <c:v>90.4</c:v>
                </c:pt>
                <c:pt idx="4988">
                  <c:v>90.94</c:v>
                </c:pt>
                <c:pt idx="4989">
                  <c:v>91.93</c:v>
                </c:pt>
                <c:pt idx="4990">
                  <c:v>91.73</c:v>
                </c:pt>
                <c:pt idx="4991">
                  <c:v>92.41</c:v>
                </c:pt>
                <c:pt idx="4992">
                  <c:v>93.79</c:v>
                </c:pt>
                <c:pt idx="4993">
                  <c:v>94.2</c:v>
                </c:pt>
                <c:pt idx="4994">
                  <c:v>93.35</c:v>
                </c:pt>
                <c:pt idx="4995">
                  <c:v>94.61</c:v>
                </c:pt>
                <c:pt idx="4996">
                  <c:v>96.65</c:v>
                </c:pt>
                <c:pt idx="4997">
                  <c:v>97.39</c:v>
                </c:pt>
                <c:pt idx="4998">
                  <c:v>98.52</c:v>
                </c:pt>
                <c:pt idx="4999">
                  <c:v>97.58</c:v>
                </c:pt>
                <c:pt idx="5000">
                  <c:v>97.46</c:v>
                </c:pt>
                <c:pt idx="5001">
                  <c:v>98.17</c:v>
                </c:pt>
                <c:pt idx="5002">
                  <c:v>99.16</c:v>
                </c:pt>
                <c:pt idx="5003">
                  <c:v>98.07</c:v>
                </c:pt>
                <c:pt idx="5004">
                  <c:v>98.26</c:v>
                </c:pt>
                <c:pt idx="5005">
                  <c:v>98.85</c:v>
                </c:pt>
                <c:pt idx="5006">
                  <c:v>98.67</c:v>
                </c:pt>
                <c:pt idx="5007">
                  <c:v>97.28</c:v>
                </c:pt>
                <c:pt idx="5008">
                  <c:v>97.72</c:v>
                </c:pt>
                <c:pt idx="5009">
                  <c:v>97.95</c:v>
                </c:pt>
                <c:pt idx="5010">
                  <c:v>98.18</c:v>
                </c:pt>
                <c:pt idx="5011">
                  <c:v>98.6</c:v>
                </c:pt>
                <c:pt idx="5012">
                  <c:v>96.23</c:v>
                </c:pt>
                <c:pt idx="5013">
                  <c:v>94.52</c:v>
                </c:pt>
                <c:pt idx="5014">
                  <c:v>95.94</c:v>
                </c:pt>
                <c:pt idx="5015">
                  <c:v>96.95</c:v>
                </c:pt>
                <c:pt idx="5016">
                  <c:v>97.86</c:v>
                </c:pt>
                <c:pt idx="5017">
                  <c:v>97.54</c:v>
                </c:pt>
                <c:pt idx="5018">
                  <c:v>98.71</c:v>
                </c:pt>
                <c:pt idx="5019">
                  <c:v>97.86</c:v>
                </c:pt>
                <c:pt idx="5020">
                  <c:v>97.26</c:v>
                </c:pt>
                <c:pt idx="5021">
                  <c:v>98.96</c:v>
                </c:pt>
                <c:pt idx="5022">
                  <c:v>98.53</c:v>
                </c:pt>
                <c:pt idx="5023">
                  <c:v>99.52</c:v>
                </c:pt>
                <c:pt idx="5024">
                  <c:v>100.32</c:v>
                </c:pt>
                <c:pt idx="5025">
                  <c:v>100.99</c:v>
                </c:pt>
                <c:pt idx="5026">
                  <c:v>100.42</c:v>
                </c:pt>
                <c:pt idx="5027">
                  <c:v>99.76</c:v>
                </c:pt>
                <c:pt idx="5028">
                  <c:v>100.42</c:v>
                </c:pt>
                <c:pt idx="5029">
                  <c:v>100.25</c:v>
                </c:pt>
                <c:pt idx="5030">
                  <c:v>100.1</c:v>
                </c:pt>
                <c:pt idx="5031">
                  <c:v>98.98</c:v>
                </c:pt>
                <c:pt idx="5032">
                  <c:v>99.37</c:v>
                </c:pt>
                <c:pt idx="5033">
                  <c:v>99.28</c:v>
                </c:pt>
                <c:pt idx="5034">
                  <c:v>99.16</c:v>
                </c:pt>
                <c:pt idx="5035">
                  <c:v>97.89</c:v>
                </c:pt>
                <c:pt idx="5036">
                  <c:v>98.73</c:v>
                </c:pt>
                <c:pt idx="5037">
                  <c:v>98.02</c:v>
                </c:pt>
                <c:pt idx="5038">
                  <c:v>97.96</c:v>
                </c:pt>
                <c:pt idx="5039">
                  <c:v>97.17</c:v>
                </c:pt>
                <c:pt idx="5040">
                  <c:v>96.77</c:v>
                </c:pt>
                <c:pt idx="5041">
                  <c:v>96.45</c:v>
                </c:pt>
                <c:pt idx="5042">
                  <c:v>97.66</c:v>
                </c:pt>
                <c:pt idx="5043">
                  <c:v>98.63</c:v>
                </c:pt>
                <c:pt idx="5044">
                  <c:v>99.12</c:v>
                </c:pt>
                <c:pt idx="5045">
                  <c:v>98.8</c:v>
                </c:pt>
                <c:pt idx="5046">
                  <c:v>98.82</c:v>
                </c:pt>
                <c:pt idx="5047">
                  <c:v>98.31</c:v>
                </c:pt>
                <c:pt idx="5048">
                  <c:v>99.12</c:v>
                </c:pt>
                <c:pt idx="5049">
                  <c:v>98.47</c:v>
                </c:pt>
                <c:pt idx="5050">
                  <c:v>97.49</c:v>
                </c:pt>
                <c:pt idx="5051">
                  <c:v>96.45</c:v>
                </c:pt>
                <c:pt idx="5052">
                  <c:v>95.31</c:v>
                </c:pt>
                <c:pt idx="5053">
                  <c:v>95.8</c:v>
                </c:pt>
                <c:pt idx="5054">
                  <c:v>95.21</c:v>
                </c:pt>
                <c:pt idx="5055">
                  <c:v>96.31</c:v>
                </c:pt>
                <c:pt idx="5056">
                  <c:v>95.98</c:v>
                </c:pt>
                <c:pt idx="5057">
                  <c:v>94.88</c:v>
                </c:pt>
                <c:pt idx="5058">
                  <c:v>94.41</c:v>
                </c:pt>
                <c:pt idx="5059">
                  <c:v>94.78</c:v>
                </c:pt>
                <c:pt idx="5060">
                  <c:v>94.83</c:v>
                </c:pt>
                <c:pt idx="5061">
                  <c:v>95.03</c:v>
                </c:pt>
                <c:pt idx="5062">
                  <c:v>95.34</c:v>
                </c:pt>
                <c:pt idx="5063">
                  <c:v>96.86</c:v>
                </c:pt>
                <c:pt idx="5064">
                  <c:v>95.34</c:v>
                </c:pt>
                <c:pt idx="5065">
                  <c:v>96.59</c:v>
                </c:pt>
                <c:pt idx="5066">
                  <c:v>95.77</c:v>
                </c:pt>
                <c:pt idx="5067">
                  <c:v>95.99</c:v>
                </c:pt>
                <c:pt idx="5068">
                  <c:v>96.58</c:v>
                </c:pt>
                <c:pt idx="5069">
                  <c:v>98.64</c:v>
                </c:pt>
                <c:pt idx="5070">
                  <c:v>98.49</c:v>
                </c:pt>
                <c:pt idx="5071">
                  <c:v>97.38</c:v>
                </c:pt>
                <c:pt idx="5072">
                  <c:v>98.12</c:v>
                </c:pt>
                <c:pt idx="5073">
                  <c:v>97.64</c:v>
                </c:pt>
                <c:pt idx="5074">
                  <c:v>98.44</c:v>
                </c:pt>
                <c:pt idx="5075">
                  <c:v>97.84</c:v>
                </c:pt>
                <c:pt idx="5076">
                  <c:v>96.39</c:v>
                </c:pt>
                <c:pt idx="5077">
                  <c:v>95.75</c:v>
                </c:pt>
                <c:pt idx="5078">
                  <c:v>96.48</c:v>
                </c:pt>
                <c:pt idx="5079">
                  <c:v>96.27</c:v>
                </c:pt>
                <c:pt idx="5080">
                  <c:v>95.87</c:v>
                </c:pt>
                <c:pt idx="5081">
                  <c:v>95.22</c:v>
                </c:pt>
                <c:pt idx="5082">
                  <c:v>95.67</c:v>
                </c:pt>
                <c:pt idx="5083">
                  <c:v>95.95</c:v>
                </c:pt>
                <c:pt idx="5084">
                  <c:v>95.19</c:v>
                </c:pt>
                <c:pt idx="5085">
                  <c:v>96.06</c:v>
                </c:pt>
                <c:pt idx="5086">
                  <c:v>96.36</c:v>
                </c:pt>
                <c:pt idx="5087">
                  <c:v>96.66</c:v>
                </c:pt>
                <c:pt idx="5088">
                  <c:v>95.95</c:v>
                </c:pt>
                <c:pt idx="5089">
                  <c:v>96.04</c:v>
                </c:pt>
                <c:pt idx="5090">
                  <c:v>95.35</c:v>
                </c:pt>
                <c:pt idx="5091">
                  <c:v>94.9</c:v>
                </c:pt>
                <c:pt idx="5092">
                  <c:v>92.88</c:v>
                </c:pt>
                <c:pt idx="5093">
                  <c:v>93</c:v>
                </c:pt>
                <c:pt idx="5094">
                  <c:v>92.55</c:v>
                </c:pt>
                <c:pt idx="5095">
                  <c:v>92.97</c:v>
                </c:pt>
                <c:pt idx="5096">
                  <c:v>93.51</c:v>
                </c:pt>
                <c:pt idx="5097">
                  <c:v>94.23</c:v>
                </c:pt>
                <c:pt idx="5098">
                  <c:v>93.93</c:v>
                </c:pt>
                <c:pt idx="5099">
                  <c:v>94.2</c:v>
                </c:pt>
                <c:pt idx="5100">
                  <c:v>94.19</c:v>
                </c:pt>
                <c:pt idx="5101">
                  <c:v>93.75</c:v>
                </c:pt>
                <c:pt idx="5102">
                  <c:v>93.68</c:v>
                </c:pt>
                <c:pt idx="5103">
                  <c:v>94.93</c:v>
                </c:pt>
                <c:pt idx="5104">
                  <c:v>94.79</c:v>
                </c:pt>
                <c:pt idx="5105">
                  <c:v>95.19</c:v>
                </c:pt>
                <c:pt idx="5106">
                  <c:v>94.55</c:v>
                </c:pt>
                <c:pt idx="5107">
                  <c:v>94.99</c:v>
                </c:pt>
                <c:pt idx="5108">
                  <c:v>95.56</c:v>
                </c:pt>
                <c:pt idx="5109">
                  <c:v>94.68</c:v>
                </c:pt>
                <c:pt idx="5110">
                  <c:v>95.27</c:v>
                </c:pt>
                <c:pt idx="5111">
                  <c:v>95.23</c:v>
                </c:pt>
                <c:pt idx="5112">
                  <c:v>94.97</c:v>
                </c:pt>
                <c:pt idx="5113">
                  <c:v>95.46</c:v>
                </c:pt>
                <c:pt idx="5114">
                  <c:v>97.57</c:v>
                </c:pt>
                <c:pt idx="5115">
                  <c:v>97.15</c:v>
                </c:pt>
                <c:pt idx="5116">
                  <c:v>96</c:v>
                </c:pt>
                <c:pt idx="5117">
                  <c:v>96.06</c:v>
                </c:pt>
                <c:pt idx="5118">
                  <c:v>95.48</c:v>
                </c:pt>
                <c:pt idx="5119">
                  <c:v>94.94</c:v>
                </c:pt>
                <c:pt idx="5120">
                  <c:v>94.51</c:v>
                </c:pt>
                <c:pt idx="5121">
                  <c:v>94.69</c:v>
                </c:pt>
                <c:pt idx="5122">
                  <c:v>94.08</c:v>
                </c:pt>
                <c:pt idx="5123">
                  <c:v>94.2</c:v>
                </c:pt>
                <c:pt idx="5124">
                  <c:v>94.38</c:v>
                </c:pt>
                <c:pt idx="5125">
                  <c:v>94.56</c:v>
                </c:pt>
                <c:pt idx="5126">
                  <c:v>94.19</c:v>
                </c:pt>
                <c:pt idx="5127">
                  <c:v>94.26</c:v>
                </c:pt>
                <c:pt idx="5128">
                  <c:v>93.52</c:v>
                </c:pt>
                <c:pt idx="5129">
                  <c:v>93.6</c:v>
                </c:pt>
                <c:pt idx="5130">
                  <c:v>93.12</c:v>
                </c:pt>
                <c:pt idx="5131">
                  <c:v>92.92</c:v>
                </c:pt>
                <c:pt idx="5132">
                  <c:v>92.22</c:v>
                </c:pt>
                <c:pt idx="5133">
                  <c:v>92.64</c:v>
                </c:pt>
                <c:pt idx="5134">
                  <c:v>93.01</c:v>
                </c:pt>
                <c:pt idx="5135">
                  <c:v>93.08</c:v>
                </c:pt>
                <c:pt idx="5136">
                  <c:v>92.33</c:v>
                </c:pt>
                <c:pt idx="5137">
                  <c:v>92.04</c:v>
                </c:pt>
                <c:pt idx="5138">
                  <c:v>91.73</c:v>
                </c:pt>
                <c:pt idx="5139">
                  <c:v>90.71</c:v>
                </c:pt>
                <c:pt idx="5140">
                  <c:v>90.94</c:v>
                </c:pt>
                <c:pt idx="5141">
                  <c:v>91.05</c:v>
                </c:pt>
                <c:pt idx="5142">
                  <c:v>90.93</c:v>
                </c:pt>
                <c:pt idx="5143">
                  <c:v>91.08</c:v>
                </c:pt>
                <c:pt idx="5144">
                  <c:v>91.29</c:v>
                </c:pt>
                <c:pt idx="5145">
                  <c:v>91.93</c:v>
                </c:pt>
                <c:pt idx="5146">
                  <c:v>91.1</c:v>
                </c:pt>
                <c:pt idx="5147">
                  <c:v>91.29</c:v>
                </c:pt>
                <c:pt idx="5148">
                  <c:v>91.28</c:v>
                </c:pt>
                <c:pt idx="5149">
                  <c:v>89.64</c:v>
                </c:pt>
                <c:pt idx="5150">
                  <c:v>89.63</c:v>
                </c:pt>
                <c:pt idx="5151">
                  <c:v>90.09</c:v>
                </c:pt>
                <c:pt idx="5152">
                  <c:v>89.71</c:v>
                </c:pt>
                <c:pt idx="5153">
                  <c:v>89.61</c:v>
                </c:pt>
                <c:pt idx="5154">
                  <c:v>89.81</c:v>
                </c:pt>
                <c:pt idx="5155">
                  <c:v>89.54</c:v>
                </c:pt>
                <c:pt idx="5156">
                  <c:v>88.83</c:v>
                </c:pt>
                <c:pt idx="5157">
                  <c:v>88.61</c:v>
                </c:pt>
                <c:pt idx="5158">
                  <c:v>88.39</c:v>
                </c:pt>
                <c:pt idx="5159">
                  <c:v>89.79</c:v>
                </c:pt>
                <c:pt idx="5160">
                  <c:v>89.83</c:v>
                </c:pt>
                <c:pt idx="5161">
                  <c:v>89.71</c:v>
                </c:pt>
                <c:pt idx="5162">
                  <c:v>89.45</c:v>
                </c:pt>
                <c:pt idx="5163">
                  <c:v>90.56</c:v>
                </c:pt>
                <c:pt idx="5164">
                  <c:v>90.89</c:v>
                </c:pt>
                <c:pt idx="5165">
                  <c:v>90.55</c:v>
                </c:pt>
                <c:pt idx="5166">
                  <c:v>90.78</c:v>
                </c:pt>
                <c:pt idx="5167">
                  <c:v>90.97</c:v>
                </c:pt>
                <c:pt idx="5168">
                  <c:v>91.3</c:v>
                </c:pt>
                <c:pt idx="5169">
                  <c:v>92.06</c:v>
                </c:pt>
                <c:pt idx="5170">
                  <c:v>92.19</c:v>
                </c:pt>
                <c:pt idx="5171">
                  <c:v>91.8</c:v>
                </c:pt>
                <c:pt idx="5172">
                  <c:v>90.76</c:v>
                </c:pt>
                <c:pt idx="5173">
                  <c:v>91.41</c:v>
                </c:pt>
                <c:pt idx="5174">
                  <c:v>90.09</c:v>
                </c:pt>
                <c:pt idx="5175">
                  <c:v>90.21</c:v>
                </c:pt>
                <c:pt idx="5176">
                  <c:v>90.34</c:v>
                </c:pt>
                <c:pt idx="5177">
                  <c:v>90.73</c:v>
                </c:pt>
                <c:pt idx="5178">
                  <c:v>90.71</c:v>
                </c:pt>
                <c:pt idx="5179">
                  <c:v>89.88</c:v>
                </c:pt>
                <c:pt idx="5180">
                  <c:v>89.93</c:v>
                </c:pt>
                <c:pt idx="5181">
                  <c:v>89.81</c:v>
                </c:pt>
                <c:pt idx="5182">
                  <c:v>89.87</c:v>
                </c:pt>
                <c:pt idx="5183">
                  <c:v>90.37</c:v>
                </c:pt>
                <c:pt idx="5184">
                  <c:v>89.66</c:v>
                </c:pt>
                <c:pt idx="5185">
                  <c:v>89.06</c:v>
                </c:pt>
                <c:pt idx="5186">
                  <c:v>89.25</c:v>
                </c:pt>
                <c:pt idx="5187">
                  <c:v>89.32</c:v>
                </c:pt>
                <c:pt idx="5188">
                  <c:v>88.98</c:v>
                </c:pt>
                <c:pt idx="5189">
                  <c:v>88.89</c:v>
                </c:pt>
                <c:pt idx="5190">
                  <c:v>88.97</c:v>
                </c:pt>
                <c:pt idx="5191">
                  <c:v>88.5</c:v>
                </c:pt>
                <c:pt idx="5192">
                  <c:v>87.35</c:v>
                </c:pt>
                <c:pt idx="5193">
                  <c:v>86.59</c:v>
                </c:pt>
                <c:pt idx="5194">
                  <c:v>86.53</c:v>
                </c:pt>
                <c:pt idx="5195">
                  <c:v>86.41</c:v>
                </c:pt>
                <c:pt idx="5196">
                  <c:v>86.68</c:v>
                </c:pt>
                <c:pt idx="5197">
                  <c:v>87.39</c:v>
                </c:pt>
                <c:pt idx="5198">
                  <c:v>88.26</c:v>
                </c:pt>
                <c:pt idx="5199">
                  <c:v>90.56</c:v>
                </c:pt>
                <c:pt idx="5200">
                  <c:v>89.51</c:v>
                </c:pt>
                <c:pt idx="5201">
                  <c:v>88.43</c:v>
                </c:pt>
                <c:pt idx="5202">
                  <c:v>87.87</c:v>
                </c:pt>
                <c:pt idx="5203">
                  <c:v>88.2</c:v>
                </c:pt>
                <c:pt idx="5204">
                  <c:v>89.1</c:v>
                </c:pt>
                <c:pt idx="5205">
                  <c:v>88.62</c:v>
                </c:pt>
                <c:pt idx="5206">
                  <c:v>89.61</c:v>
                </c:pt>
                <c:pt idx="5207">
                  <c:v>89.78</c:v>
                </c:pt>
                <c:pt idx="5208">
                  <c:v>89.97</c:v>
                </c:pt>
                <c:pt idx="5209">
                  <c:v>90.5</c:v>
                </c:pt>
                <c:pt idx="5210">
                  <c:v>91.17</c:v>
                </c:pt>
                <c:pt idx="5211">
                  <c:v>91.84</c:v>
                </c:pt>
                <c:pt idx="5212">
                  <c:v>91.64</c:v>
                </c:pt>
                <c:pt idx="5213">
                  <c:v>91.54</c:v>
                </c:pt>
                <c:pt idx="5214">
                  <c:v>91.3</c:v>
                </c:pt>
                <c:pt idx="5215">
                  <c:v>91.63</c:v>
                </c:pt>
                <c:pt idx="5216">
                  <c:v>92</c:v>
                </c:pt>
                <c:pt idx="5217">
                  <c:v>92.44</c:v>
                </c:pt>
                <c:pt idx="5218">
                  <c:v>93.03</c:v>
                </c:pt>
                <c:pt idx="5219">
                  <c:v>93.04</c:v>
                </c:pt>
                <c:pt idx="5220">
                  <c:v>92.51</c:v>
                </c:pt>
                <c:pt idx="5221">
                  <c:v>91.72</c:v>
                </c:pt>
                <c:pt idx="5222">
                  <c:v>92.32</c:v>
                </c:pt>
                <c:pt idx="5223">
                  <c:v>93.37</c:v>
                </c:pt>
                <c:pt idx="5224">
                  <c:v>92.66</c:v>
                </c:pt>
                <c:pt idx="5225">
                  <c:v>92.09</c:v>
                </c:pt>
                <c:pt idx="5226">
                  <c:v>90.98</c:v>
                </c:pt>
                <c:pt idx="5227">
                  <c:v>91.37</c:v>
                </c:pt>
                <c:pt idx="5228">
                  <c:v>91.21</c:v>
                </c:pt>
                <c:pt idx="5229">
                  <c:v>90.77</c:v>
                </c:pt>
                <c:pt idx="5230">
                  <c:v>90.79</c:v>
                </c:pt>
                <c:pt idx="5231">
                  <c:v>91.15</c:v>
                </c:pt>
                <c:pt idx="5232">
                  <c:v>91.24</c:v>
                </c:pt>
                <c:pt idx="5233">
                  <c:v>90.43</c:v>
                </c:pt>
                <c:pt idx="5234">
                  <c:v>89.82</c:v>
                </c:pt>
                <c:pt idx="5235">
                  <c:v>90.28</c:v>
                </c:pt>
                <c:pt idx="5236">
                  <c:v>89.65</c:v>
                </c:pt>
                <c:pt idx="5237">
                  <c:v>90.01</c:v>
                </c:pt>
                <c:pt idx="5238">
                  <c:v>89.92</c:v>
                </c:pt>
                <c:pt idx="5239">
                  <c:v>90.27</c:v>
                </c:pt>
                <c:pt idx="5240">
                  <c:v>90.61</c:v>
                </c:pt>
                <c:pt idx="5241">
                  <c:v>90.38</c:v>
                </c:pt>
                <c:pt idx="5242">
                  <c:v>90.98</c:v>
                </c:pt>
                <c:pt idx="5243">
                  <c:v>89.06</c:v>
                </c:pt>
                <c:pt idx="5244">
                  <c:v>89.25</c:v>
                </c:pt>
                <c:pt idx="5245">
                  <c:v>89.26</c:v>
                </c:pt>
                <c:pt idx="5246">
                  <c:v>89.7</c:v>
                </c:pt>
                <c:pt idx="5247">
                  <c:v>89.94</c:v>
                </c:pt>
                <c:pt idx="5248">
                  <c:v>89.77</c:v>
                </c:pt>
                <c:pt idx="5249">
                  <c:v>89.96</c:v>
                </c:pt>
                <c:pt idx="5250">
                  <c:v>90.02</c:v>
                </c:pt>
                <c:pt idx="5251">
                  <c:v>90.14</c:v>
                </c:pt>
                <c:pt idx="5252">
                  <c:v>91.26</c:v>
                </c:pt>
                <c:pt idx="5253">
                  <c:v>91.81</c:v>
                </c:pt>
                <c:pt idx="5254">
                  <c:v>91.52</c:v>
                </c:pt>
                <c:pt idx="5255">
                  <c:v>91.14</c:v>
                </c:pt>
                <c:pt idx="5256">
                  <c:v>90.22</c:v>
                </c:pt>
                <c:pt idx="5257">
                  <c:v>90.15</c:v>
                </c:pt>
                <c:pt idx="5258">
                  <c:v>89.08</c:v>
                </c:pt>
                <c:pt idx="5259">
                  <c:v>88.97</c:v>
                </c:pt>
                <c:pt idx="5260">
                  <c:v>89.13</c:v>
                </c:pt>
                <c:pt idx="5261">
                  <c:v>88.85</c:v>
                </c:pt>
                <c:pt idx="5262">
                  <c:v>88.47</c:v>
                </c:pt>
                <c:pt idx="5263">
                  <c:v>89.02</c:v>
                </c:pt>
                <c:pt idx="5264">
                  <c:v>90.28</c:v>
                </c:pt>
                <c:pt idx="5265">
                  <c:v>90.31</c:v>
                </c:pt>
                <c:pt idx="5266">
                  <c:v>89.97</c:v>
                </c:pt>
                <c:pt idx="5267">
                  <c:v>90.52</c:v>
                </c:pt>
                <c:pt idx="5268">
                  <c:v>90.51</c:v>
                </c:pt>
                <c:pt idx="5269">
                  <c:v>90.56</c:v>
                </c:pt>
                <c:pt idx="5270">
                  <c:v>90.53</c:v>
                </c:pt>
                <c:pt idx="5271">
                  <c:v>90.31</c:v>
                </c:pt>
                <c:pt idx="5272">
                  <c:v>90.31</c:v>
                </c:pt>
                <c:pt idx="5273">
                  <c:v>90.39</c:v>
                </c:pt>
                <c:pt idx="5274">
                  <c:v>90.55</c:v>
                </c:pt>
                <c:pt idx="5275">
                  <c:v>90.14</c:v>
                </c:pt>
                <c:pt idx="5276">
                  <c:v>90.4</c:v>
                </c:pt>
                <c:pt idx="5277">
                  <c:v>92.3</c:v>
                </c:pt>
                <c:pt idx="5278">
                  <c:v>92.73</c:v>
                </c:pt>
                <c:pt idx="5279">
                  <c:v>92.52</c:v>
                </c:pt>
                <c:pt idx="5280">
                  <c:v>92.46</c:v>
                </c:pt>
                <c:pt idx="5281">
                  <c:v>92.77</c:v>
                </c:pt>
                <c:pt idx="5282">
                  <c:v>93.47</c:v>
                </c:pt>
                <c:pt idx="5283">
                  <c:v>93.82</c:v>
                </c:pt>
                <c:pt idx="5284">
                  <c:v>94.61</c:v>
                </c:pt>
                <c:pt idx="5285">
                  <c:v>94.37</c:v>
                </c:pt>
                <c:pt idx="5286">
                  <c:v>93.79</c:v>
                </c:pt>
                <c:pt idx="5287">
                  <c:v>93.36</c:v>
                </c:pt>
                <c:pt idx="5288">
                  <c:v>93.38</c:v>
                </c:pt>
                <c:pt idx="5289">
                  <c:v>93.18</c:v>
                </c:pt>
                <c:pt idx="5290">
                  <c:v>93.24</c:v>
                </c:pt>
                <c:pt idx="5291">
                  <c:v>93.2</c:v>
                </c:pt>
                <c:pt idx="5292">
                  <c:v>93.23</c:v>
                </c:pt>
                <c:pt idx="5293">
                  <c:v>93.03</c:v>
                </c:pt>
                <c:pt idx="5294">
                  <c:v>92.17</c:v>
                </c:pt>
                <c:pt idx="5295">
                  <c:v>92.4</c:v>
                </c:pt>
                <c:pt idx="5296">
                  <c:v>93.22</c:v>
                </c:pt>
                <c:pt idx="5297">
                  <c:v>93.19</c:v>
                </c:pt>
                <c:pt idx="5298">
                  <c:v>93.49</c:v>
                </c:pt>
                <c:pt idx="5299">
                  <c:v>93.97</c:v>
                </c:pt>
                <c:pt idx="5300">
                  <c:v>93.96</c:v>
                </c:pt>
                <c:pt idx="5301">
                  <c:v>93.27</c:v>
                </c:pt>
                <c:pt idx="5302">
                  <c:v>94.03</c:v>
                </c:pt>
                <c:pt idx="5303">
                  <c:v>94.03</c:v>
                </c:pt>
                <c:pt idx="5304">
                  <c:v>93.85</c:v>
                </c:pt>
                <c:pt idx="5305">
                  <c:v>94.54</c:v>
                </c:pt>
                <c:pt idx="5306">
                  <c:v>94.54</c:v>
                </c:pt>
                <c:pt idx="5307">
                  <c:v>93.81</c:v>
                </c:pt>
                <c:pt idx="5308">
                  <c:v>90.58</c:v>
                </c:pt>
                <c:pt idx="5309">
                  <c:v>91.59</c:v>
                </c:pt>
                <c:pt idx="5310">
                  <c:v>93.3</c:v>
                </c:pt>
                <c:pt idx="5311">
                  <c:v>92.65</c:v>
                </c:pt>
                <c:pt idx="5312">
                  <c:v>93.24</c:v>
                </c:pt>
                <c:pt idx="5313">
                  <c:v>92.75</c:v>
                </c:pt>
                <c:pt idx="5314">
                  <c:v>92.47</c:v>
                </c:pt>
                <c:pt idx="5315">
                  <c:v>92.59</c:v>
                </c:pt>
                <c:pt idx="5316">
                  <c:v>92.23</c:v>
                </c:pt>
                <c:pt idx="5317">
                  <c:v>91.71</c:v>
                </c:pt>
                <c:pt idx="5318">
                  <c:v>89.69</c:v>
                </c:pt>
                <c:pt idx="5319">
                  <c:v>90</c:v>
                </c:pt>
                <c:pt idx="5320">
                  <c:v>90.29</c:v>
                </c:pt>
                <c:pt idx="5321">
                  <c:v>90.23</c:v>
                </c:pt>
                <c:pt idx="5322">
                  <c:v>89.92</c:v>
                </c:pt>
                <c:pt idx="5323">
                  <c:v>91.04</c:v>
                </c:pt>
                <c:pt idx="5324">
                  <c:v>91.06</c:v>
                </c:pt>
                <c:pt idx="5325">
                  <c:v>91.27</c:v>
                </c:pt>
                <c:pt idx="5326">
                  <c:v>90.95</c:v>
                </c:pt>
                <c:pt idx="5327">
                  <c:v>92.13</c:v>
                </c:pt>
                <c:pt idx="5328">
                  <c:v>92.71</c:v>
                </c:pt>
                <c:pt idx="5329">
                  <c:v>91.9</c:v>
                </c:pt>
                <c:pt idx="5330">
                  <c:v>91.37</c:v>
                </c:pt>
                <c:pt idx="5331">
                  <c:v>91.46</c:v>
                </c:pt>
                <c:pt idx="5332">
                  <c:v>91.3</c:v>
                </c:pt>
                <c:pt idx="5333">
                  <c:v>91.34</c:v>
                </c:pt>
                <c:pt idx="5334">
                  <c:v>91.65</c:v>
                </c:pt>
                <c:pt idx="5335">
                  <c:v>91.58</c:v>
                </c:pt>
                <c:pt idx="5336">
                  <c:v>91.46</c:v>
                </c:pt>
                <c:pt idx="5337">
                  <c:v>91.44</c:v>
                </c:pt>
                <c:pt idx="5338">
                  <c:v>91.01</c:v>
                </c:pt>
                <c:pt idx="5339">
                  <c:v>90.71</c:v>
                </c:pt>
                <c:pt idx="5340">
                  <c:v>91.11</c:v>
                </c:pt>
                <c:pt idx="5341">
                  <c:v>90.57</c:v>
                </c:pt>
                <c:pt idx="5342">
                  <c:v>89.82</c:v>
                </c:pt>
                <c:pt idx="5343">
                  <c:v>89.61</c:v>
                </c:pt>
                <c:pt idx="5344">
                  <c:v>89.23</c:v>
                </c:pt>
                <c:pt idx="5345">
                  <c:v>89.37</c:v>
                </c:pt>
                <c:pt idx="5346">
                  <c:v>88.6</c:v>
                </c:pt>
                <c:pt idx="5347">
                  <c:v>88.43</c:v>
                </c:pt>
                <c:pt idx="5348">
                  <c:v>87.6</c:v>
                </c:pt>
                <c:pt idx="5349">
                  <c:v>87.75</c:v>
                </c:pt>
                <c:pt idx="5350">
                  <c:v>87.77</c:v>
                </c:pt>
                <c:pt idx="5351">
                  <c:v>87.52</c:v>
                </c:pt>
                <c:pt idx="5352">
                  <c:v>87.7</c:v>
                </c:pt>
                <c:pt idx="5353">
                  <c:v>88.36</c:v>
                </c:pt>
                <c:pt idx="5354">
                  <c:v>88.62</c:v>
                </c:pt>
                <c:pt idx="5355">
                  <c:v>88.62</c:v>
                </c:pt>
                <c:pt idx="5356">
                  <c:v>88.74</c:v>
                </c:pt>
                <c:pt idx="5357">
                  <c:v>88.41</c:v>
                </c:pt>
                <c:pt idx="5358">
                  <c:v>87.4</c:v>
                </c:pt>
                <c:pt idx="5359">
                  <c:v>86.57</c:v>
                </c:pt>
                <c:pt idx="5360">
                  <c:v>86.69</c:v>
                </c:pt>
                <c:pt idx="5361">
                  <c:v>87.51</c:v>
                </c:pt>
                <c:pt idx="5362">
                  <c:v>87.05</c:v>
                </c:pt>
                <c:pt idx="5363">
                  <c:v>86.95</c:v>
                </c:pt>
                <c:pt idx="5364">
                  <c:v>87.46</c:v>
                </c:pt>
                <c:pt idx="5365">
                  <c:v>86.88</c:v>
                </c:pt>
                <c:pt idx="5366">
                  <c:v>87.9</c:v>
                </c:pt>
                <c:pt idx="5367">
                  <c:v>87.47</c:v>
                </c:pt>
                <c:pt idx="5368">
                  <c:v>86.79</c:v>
                </c:pt>
                <c:pt idx="5369">
                  <c:v>86.47</c:v>
                </c:pt>
                <c:pt idx="5370">
                  <c:v>86.5</c:v>
                </c:pt>
                <c:pt idx="5371">
                  <c:v>85.79</c:v>
                </c:pt>
                <c:pt idx="5372">
                  <c:v>86.27</c:v>
                </c:pt>
                <c:pt idx="5373">
                  <c:v>85.82</c:v>
                </c:pt>
                <c:pt idx="5374">
                  <c:v>85.51</c:v>
                </c:pt>
                <c:pt idx="5375">
                  <c:v>85.94</c:v>
                </c:pt>
                <c:pt idx="5376">
                  <c:v>85.44</c:v>
                </c:pt>
                <c:pt idx="5377">
                  <c:v>85.32</c:v>
                </c:pt>
                <c:pt idx="5378">
                  <c:v>85.9</c:v>
                </c:pt>
                <c:pt idx="5379">
                  <c:v>86.2</c:v>
                </c:pt>
                <c:pt idx="5380">
                  <c:v>85.33</c:v>
                </c:pt>
                <c:pt idx="5381">
                  <c:v>85.53</c:v>
                </c:pt>
                <c:pt idx="5382">
                  <c:v>85.46</c:v>
                </c:pt>
                <c:pt idx="5383">
                  <c:v>85.39</c:v>
                </c:pt>
                <c:pt idx="5384">
                  <c:v>85.62</c:v>
                </c:pt>
                <c:pt idx="5385">
                  <c:v>85.16</c:v>
                </c:pt>
                <c:pt idx="5386">
                  <c:v>83.9</c:v>
                </c:pt>
                <c:pt idx="5387">
                  <c:v>84.58</c:v>
                </c:pt>
                <c:pt idx="5388">
                  <c:v>84.45</c:v>
                </c:pt>
                <c:pt idx="5389">
                  <c:v>85.23</c:v>
                </c:pt>
                <c:pt idx="5390">
                  <c:v>84.62</c:v>
                </c:pt>
                <c:pt idx="5391">
                  <c:v>84.2</c:v>
                </c:pt>
                <c:pt idx="5392">
                  <c:v>84.44</c:v>
                </c:pt>
                <c:pt idx="5393">
                  <c:v>84.28</c:v>
                </c:pt>
                <c:pt idx="5394">
                  <c:v>84.31</c:v>
                </c:pt>
                <c:pt idx="5395">
                  <c:v>84.21</c:v>
                </c:pt>
                <c:pt idx="5396">
                  <c:v>83.83</c:v>
                </c:pt>
                <c:pt idx="5397">
                  <c:v>83.88</c:v>
                </c:pt>
                <c:pt idx="5398">
                  <c:v>83.78</c:v>
                </c:pt>
                <c:pt idx="5399">
                  <c:v>84.15</c:v>
                </c:pt>
                <c:pt idx="5400">
                  <c:v>83.71</c:v>
                </c:pt>
                <c:pt idx="5401">
                  <c:v>83.04</c:v>
                </c:pt>
                <c:pt idx="5402">
                  <c:v>85.75</c:v>
                </c:pt>
                <c:pt idx="5403">
                  <c:v>85.78</c:v>
                </c:pt>
                <c:pt idx="5404">
                  <c:v>85.86</c:v>
                </c:pt>
                <c:pt idx="5405">
                  <c:v>85.69</c:v>
                </c:pt>
                <c:pt idx="5406">
                  <c:v>85.09</c:v>
                </c:pt>
                <c:pt idx="5407">
                  <c:v>84.5</c:v>
                </c:pt>
                <c:pt idx="5408">
                  <c:v>84.38</c:v>
                </c:pt>
                <c:pt idx="5409">
                  <c:v>84.21</c:v>
                </c:pt>
                <c:pt idx="5410">
                  <c:v>84.29</c:v>
                </c:pt>
                <c:pt idx="5411">
                  <c:v>83.87</c:v>
                </c:pt>
                <c:pt idx="5412">
                  <c:v>83.7</c:v>
                </c:pt>
                <c:pt idx="5413">
                  <c:v>83.53</c:v>
                </c:pt>
                <c:pt idx="5414">
                  <c:v>83.22</c:v>
                </c:pt>
                <c:pt idx="5415">
                  <c:v>83.36</c:v>
                </c:pt>
                <c:pt idx="5416">
                  <c:v>83.22</c:v>
                </c:pt>
                <c:pt idx="5417">
                  <c:v>82.93</c:v>
                </c:pt>
                <c:pt idx="5418">
                  <c:v>82.41</c:v>
                </c:pt>
                <c:pt idx="5419">
                  <c:v>81.93</c:v>
                </c:pt>
                <c:pt idx="5420">
                  <c:v>82.07</c:v>
                </c:pt>
                <c:pt idx="5421">
                  <c:v>81.72</c:v>
                </c:pt>
                <c:pt idx="5422">
                  <c:v>81.81</c:v>
                </c:pt>
                <c:pt idx="5423">
                  <c:v>81.48</c:v>
                </c:pt>
                <c:pt idx="5424">
                  <c:v>81.45</c:v>
                </c:pt>
                <c:pt idx="5425">
                  <c:v>81.27</c:v>
                </c:pt>
                <c:pt idx="5426">
                  <c:v>81.59</c:v>
                </c:pt>
                <c:pt idx="5427">
                  <c:v>81.09</c:v>
                </c:pt>
                <c:pt idx="5428">
                  <c:v>81.33</c:v>
                </c:pt>
                <c:pt idx="5429">
                  <c:v>81.38</c:v>
                </c:pt>
                <c:pt idx="5430">
                  <c:v>80.81</c:v>
                </c:pt>
                <c:pt idx="5431">
                  <c:v>81.430000000000007</c:v>
                </c:pt>
                <c:pt idx="5432">
                  <c:v>81.75</c:v>
                </c:pt>
                <c:pt idx="5433">
                  <c:v>81.03</c:v>
                </c:pt>
                <c:pt idx="5434">
                  <c:v>80.400000000000006</c:v>
                </c:pt>
                <c:pt idx="5435">
                  <c:v>80.510000000000005</c:v>
                </c:pt>
                <c:pt idx="5436">
                  <c:v>80.63</c:v>
                </c:pt>
                <c:pt idx="5437">
                  <c:v>81.069999999999993</c:v>
                </c:pt>
                <c:pt idx="5438">
                  <c:v>80.75</c:v>
                </c:pt>
                <c:pt idx="5439">
                  <c:v>81.260000000000005</c:v>
                </c:pt>
                <c:pt idx="5440">
                  <c:v>81.180000000000007</c:v>
                </c:pt>
                <c:pt idx="5441">
                  <c:v>81.69</c:v>
                </c:pt>
                <c:pt idx="5442">
                  <c:v>82.28</c:v>
                </c:pt>
                <c:pt idx="5443">
                  <c:v>82.49</c:v>
                </c:pt>
                <c:pt idx="5444">
                  <c:v>82.53</c:v>
                </c:pt>
                <c:pt idx="5445">
                  <c:v>83.07</c:v>
                </c:pt>
                <c:pt idx="5446">
                  <c:v>83.29</c:v>
                </c:pt>
                <c:pt idx="5447">
                  <c:v>83.18</c:v>
                </c:pt>
                <c:pt idx="5448">
                  <c:v>83.52</c:v>
                </c:pt>
                <c:pt idx="5449">
                  <c:v>83.55</c:v>
                </c:pt>
                <c:pt idx="5450">
                  <c:v>83.33</c:v>
                </c:pt>
                <c:pt idx="5451">
                  <c:v>83.16</c:v>
                </c:pt>
                <c:pt idx="5452">
                  <c:v>83.54</c:v>
                </c:pt>
                <c:pt idx="5453">
                  <c:v>83.6</c:v>
                </c:pt>
                <c:pt idx="5454">
                  <c:v>84.1</c:v>
                </c:pt>
                <c:pt idx="5455">
                  <c:v>84.26</c:v>
                </c:pt>
                <c:pt idx="5456">
                  <c:v>83.69</c:v>
                </c:pt>
                <c:pt idx="5457">
                  <c:v>84.19</c:v>
                </c:pt>
                <c:pt idx="5458">
                  <c:v>83.82</c:v>
                </c:pt>
                <c:pt idx="5459">
                  <c:v>82.53</c:v>
                </c:pt>
                <c:pt idx="5460">
                  <c:v>82.66</c:v>
                </c:pt>
                <c:pt idx="5461">
                  <c:v>83.49</c:v>
                </c:pt>
                <c:pt idx="5462">
                  <c:v>84.04</c:v>
                </c:pt>
                <c:pt idx="5463">
                  <c:v>83.76</c:v>
                </c:pt>
                <c:pt idx="5464">
                  <c:v>83.95</c:v>
                </c:pt>
                <c:pt idx="5465">
                  <c:v>83.39</c:v>
                </c:pt>
                <c:pt idx="5466">
                  <c:v>83.66</c:v>
                </c:pt>
                <c:pt idx="5467">
                  <c:v>84.24</c:v>
                </c:pt>
                <c:pt idx="5468">
                  <c:v>83.91</c:v>
                </c:pt>
                <c:pt idx="5469">
                  <c:v>83.98</c:v>
                </c:pt>
                <c:pt idx="5470">
                  <c:v>83.77</c:v>
                </c:pt>
                <c:pt idx="5471">
                  <c:v>83.75</c:v>
                </c:pt>
                <c:pt idx="5472">
                  <c:v>83.57</c:v>
                </c:pt>
                <c:pt idx="5473">
                  <c:v>82.91</c:v>
                </c:pt>
                <c:pt idx="5474">
                  <c:v>82.88</c:v>
                </c:pt>
                <c:pt idx="5475">
                  <c:v>82.81</c:v>
                </c:pt>
                <c:pt idx="5476">
                  <c:v>82.38</c:v>
                </c:pt>
                <c:pt idx="5477">
                  <c:v>81.62</c:v>
                </c:pt>
                <c:pt idx="5478">
                  <c:v>81.53</c:v>
                </c:pt>
                <c:pt idx="5479">
                  <c:v>81.12</c:v>
                </c:pt>
                <c:pt idx="5480">
                  <c:v>81.739999999999995</c:v>
                </c:pt>
                <c:pt idx="5481">
                  <c:v>82.04</c:v>
                </c:pt>
                <c:pt idx="5482">
                  <c:v>83.25</c:v>
                </c:pt>
                <c:pt idx="5483">
                  <c:v>83.33</c:v>
                </c:pt>
                <c:pt idx="5484">
                  <c:v>83.15</c:v>
                </c:pt>
                <c:pt idx="5485">
                  <c:v>82.71</c:v>
                </c:pt>
                <c:pt idx="5486">
                  <c:v>83.24</c:v>
                </c:pt>
                <c:pt idx="5487">
                  <c:v>83</c:v>
                </c:pt>
                <c:pt idx="5488">
                  <c:v>82.81</c:v>
                </c:pt>
                <c:pt idx="5489">
                  <c:v>82.87</c:v>
                </c:pt>
                <c:pt idx="5490">
                  <c:v>82.68</c:v>
                </c:pt>
                <c:pt idx="5491">
                  <c:v>82.56</c:v>
                </c:pt>
                <c:pt idx="5492">
                  <c:v>82.02</c:v>
                </c:pt>
                <c:pt idx="5493">
                  <c:v>83.01</c:v>
                </c:pt>
                <c:pt idx="5494">
                  <c:v>82.57</c:v>
                </c:pt>
                <c:pt idx="5495">
                  <c:v>82.53</c:v>
                </c:pt>
                <c:pt idx="5496">
                  <c:v>82.25</c:v>
                </c:pt>
                <c:pt idx="5497">
                  <c:v>82.17</c:v>
                </c:pt>
                <c:pt idx="5498">
                  <c:v>82.92</c:v>
                </c:pt>
                <c:pt idx="5499">
                  <c:v>82.12</c:v>
                </c:pt>
                <c:pt idx="5500">
                  <c:v>82.04</c:v>
                </c:pt>
                <c:pt idx="5501">
                  <c:v>81.349999999999994</c:v>
                </c:pt>
                <c:pt idx="5502">
                  <c:v>81.55</c:v>
                </c:pt>
                <c:pt idx="5503">
                  <c:v>81.63</c:v>
                </c:pt>
                <c:pt idx="5504">
                  <c:v>82.18</c:v>
                </c:pt>
                <c:pt idx="5505">
                  <c:v>82.33</c:v>
                </c:pt>
                <c:pt idx="5506">
                  <c:v>82.36</c:v>
                </c:pt>
                <c:pt idx="5507">
                  <c:v>82.36</c:v>
                </c:pt>
                <c:pt idx="5508">
                  <c:v>83.23</c:v>
                </c:pt>
                <c:pt idx="5509">
                  <c:v>83.43</c:v>
                </c:pt>
                <c:pt idx="5510">
                  <c:v>83.32</c:v>
                </c:pt>
                <c:pt idx="5511">
                  <c:v>83.77</c:v>
                </c:pt>
                <c:pt idx="5512">
                  <c:v>83.68</c:v>
                </c:pt>
                <c:pt idx="5513">
                  <c:v>83.31</c:v>
                </c:pt>
                <c:pt idx="5514">
                  <c:v>83.18</c:v>
                </c:pt>
                <c:pt idx="5515">
                  <c:v>83.14</c:v>
                </c:pt>
                <c:pt idx="5516">
                  <c:v>82.77</c:v>
                </c:pt>
                <c:pt idx="5517">
                  <c:v>82.51</c:v>
                </c:pt>
                <c:pt idx="5518">
                  <c:v>81.89</c:v>
                </c:pt>
                <c:pt idx="5519">
                  <c:v>81.680000000000007</c:v>
                </c:pt>
                <c:pt idx="5520">
                  <c:v>81.78</c:v>
                </c:pt>
                <c:pt idx="5521">
                  <c:v>81.86</c:v>
                </c:pt>
                <c:pt idx="5522">
                  <c:v>81.87</c:v>
                </c:pt>
                <c:pt idx="5523">
                  <c:v>82.45</c:v>
                </c:pt>
                <c:pt idx="5524">
                  <c:v>82.32</c:v>
                </c:pt>
                <c:pt idx="5525">
                  <c:v>82.24</c:v>
                </c:pt>
                <c:pt idx="5526">
                  <c:v>82.67</c:v>
                </c:pt>
                <c:pt idx="5527">
                  <c:v>82.74</c:v>
                </c:pt>
                <c:pt idx="5528">
                  <c:v>82.98</c:v>
                </c:pt>
                <c:pt idx="5529">
                  <c:v>81.84</c:v>
                </c:pt>
                <c:pt idx="5530">
                  <c:v>81.63</c:v>
                </c:pt>
                <c:pt idx="5531">
                  <c:v>80.72</c:v>
                </c:pt>
                <c:pt idx="5532">
                  <c:v>79.59</c:v>
                </c:pt>
                <c:pt idx="5533">
                  <c:v>78.89</c:v>
                </c:pt>
                <c:pt idx="5534">
                  <c:v>80.58</c:v>
                </c:pt>
                <c:pt idx="5535">
                  <c:v>81.03</c:v>
                </c:pt>
                <c:pt idx="5536">
                  <c:v>80.97</c:v>
                </c:pt>
                <c:pt idx="5537">
                  <c:v>80.92</c:v>
                </c:pt>
                <c:pt idx="5538">
                  <c:v>80.97</c:v>
                </c:pt>
                <c:pt idx="5539">
                  <c:v>81.34</c:v>
                </c:pt>
                <c:pt idx="5540">
                  <c:v>81.69</c:v>
                </c:pt>
                <c:pt idx="5541">
                  <c:v>82.48</c:v>
                </c:pt>
                <c:pt idx="5542">
                  <c:v>82.89</c:v>
                </c:pt>
                <c:pt idx="5543">
                  <c:v>83.13</c:v>
                </c:pt>
                <c:pt idx="5544">
                  <c:v>84.06</c:v>
                </c:pt>
                <c:pt idx="5545">
                  <c:v>84.06</c:v>
                </c:pt>
                <c:pt idx="5546">
                  <c:v>84.87</c:v>
                </c:pt>
                <c:pt idx="5547">
                  <c:v>85.49</c:v>
                </c:pt>
                <c:pt idx="5548">
                  <c:v>84.91</c:v>
                </c:pt>
                <c:pt idx="5549">
                  <c:v>84.76</c:v>
                </c:pt>
                <c:pt idx="5550">
                  <c:v>84.6</c:v>
                </c:pt>
                <c:pt idx="5551">
                  <c:v>83.58</c:v>
                </c:pt>
                <c:pt idx="5552">
                  <c:v>83.84</c:v>
                </c:pt>
                <c:pt idx="5553">
                  <c:v>83.5</c:v>
                </c:pt>
                <c:pt idx="5554">
                  <c:v>83.13</c:v>
                </c:pt>
                <c:pt idx="5555">
                  <c:v>82.66</c:v>
                </c:pt>
                <c:pt idx="5556">
                  <c:v>82.59</c:v>
                </c:pt>
                <c:pt idx="5557">
                  <c:v>82.56</c:v>
                </c:pt>
                <c:pt idx="5558">
                  <c:v>81.849999999999994</c:v>
                </c:pt>
                <c:pt idx="5559">
                  <c:v>81.88</c:v>
                </c:pt>
                <c:pt idx="5560">
                  <c:v>81.83</c:v>
                </c:pt>
                <c:pt idx="5561">
                  <c:v>81.55</c:v>
                </c:pt>
                <c:pt idx="5562">
                  <c:v>82.16</c:v>
                </c:pt>
                <c:pt idx="5563">
                  <c:v>81.540000000000006</c:v>
                </c:pt>
                <c:pt idx="5564">
                  <c:v>81.19</c:v>
                </c:pt>
                <c:pt idx="5565">
                  <c:v>81.23</c:v>
                </c:pt>
                <c:pt idx="5566">
                  <c:v>80.94</c:v>
                </c:pt>
                <c:pt idx="5567">
                  <c:v>80.61</c:v>
                </c:pt>
                <c:pt idx="5568">
                  <c:v>80.069999999999993</c:v>
                </c:pt>
                <c:pt idx="5569">
                  <c:v>80.63</c:v>
                </c:pt>
                <c:pt idx="5570">
                  <c:v>80.36</c:v>
                </c:pt>
                <c:pt idx="5571">
                  <c:v>80.88</c:v>
                </c:pt>
                <c:pt idx="5572">
                  <c:v>81.05</c:v>
                </c:pt>
                <c:pt idx="5573">
                  <c:v>80.94</c:v>
                </c:pt>
                <c:pt idx="5574">
                  <c:v>80.8</c:v>
                </c:pt>
                <c:pt idx="5575">
                  <c:v>80.790000000000006</c:v>
                </c:pt>
                <c:pt idx="5576">
                  <c:v>81.42</c:v>
                </c:pt>
                <c:pt idx="5577">
                  <c:v>81.680000000000007</c:v>
                </c:pt>
                <c:pt idx="5578">
                  <c:v>81.61</c:v>
                </c:pt>
                <c:pt idx="5579">
                  <c:v>81.7</c:v>
                </c:pt>
                <c:pt idx="5580">
                  <c:v>82.01</c:v>
                </c:pt>
                <c:pt idx="5581">
                  <c:v>81.95</c:v>
                </c:pt>
                <c:pt idx="5582">
                  <c:v>81.97</c:v>
                </c:pt>
                <c:pt idx="5583">
                  <c:v>81.290000000000006</c:v>
                </c:pt>
                <c:pt idx="5584">
                  <c:v>80.8</c:v>
                </c:pt>
                <c:pt idx="5585">
                  <c:v>80.94</c:v>
                </c:pt>
                <c:pt idx="5586">
                  <c:v>81.52</c:v>
                </c:pt>
                <c:pt idx="5587">
                  <c:v>80.95</c:v>
                </c:pt>
                <c:pt idx="5588">
                  <c:v>80.900000000000006</c:v>
                </c:pt>
                <c:pt idx="5589">
                  <c:v>80.34</c:v>
                </c:pt>
                <c:pt idx="5590">
                  <c:v>80.099999999999994</c:v>
                </c:pt>
                <c:pt idx="5591">
                  <c:v>80.09</c:v>
                </c:pt>
                <c:pt idx="5592">
                  <c:v>79.89</c:v>
                </c:pt>
                <c:pt idx="5593">
                  <c:v>80.36</c:v>
                </c:pt>
                <c:pt idx="5594">
                  <c:v>80.319999999999993</c:v>
                </c:pt>
                <c:pt idx="5595">
                  <c:v>80.239999999999995</c:v>
                </c:pt>
                <c:pt idx="5596">
                  <c:v>80.489999999999995</c:v>
                </c:pt>
                <c:pt idx="5597">
                  <c:v>80.959999999999994</c:v>
                </c:pt>
                <c:pt idx="5598">
                  <c:v>80.63</c:v>
                </c:pt>
                <c:pt idx="5599">
                  <c:v>80.05</c:v>
                </c:pt>
                <c:pt idx="5600">
                  <c:v>80.25</c:v>
                </c:pt>
                <c:pt idx="5601">
                  <c:v>80.209999999999994</c:v>
                </c:pt>
                <c:pt idx="5602">
                  <c:v>80.290000000000006</c:v>
                </c:pt>
                <c:pt idx="5603">
                  <c:v>80.510000000000005</c:v>
                </c:pt>
                <c:pt idx="5604">
                  <c:v>80.430000000000007</c:v>
                </c:pt>
                <c:pt idx="5605">
                  <c:v>80.89</c:v>
                </c:pt>
                <c:pt idx="5606">
                  <c:v>81.12</c:v>
                </c:pt>
                <c:pt idx="5607">
                  <c:v>80.78</c:v>
                </c:pt>
                <c:pt idx="5608">
                  <c:v>80.56</c:v>
                </c:pt>
                <c:pt idx="5609">
                  <c:v>80.83</c:v>
                </c:pt>
                <c:pt idx="5610">
                  <c:v>80.8</c:v>
                </c:pt>
                <c:pt idx="5611">
                  <c:v>81.069999999999993</c:v>
                </c:pt>
                <c:pt idx="5612">
                  <c:v>80.91</c:v>
                </c:pt>
                <c:pt idx="5613">
                  <c:v>81.25</c:v>
                </c:pt>
                <c:pt idx="5614">
                  <c:v>80.64</c:v>
                </c:pt>
                <c:pt idx="5615">
                  <c:v>80.260000000000005</c:v>
                </c:pt>
                <c:pt idx="5616">
                  <c:v>79.239999999999995</c:v>
                </c:pt>
                <c:pt idx="5617">
                  <c:v>78.98</c:v>
                </c:pt>
                <c:pt idx="5618">
                  <c:v>79.14</c:v>
                </c:pt>
                <c:pt idx="5619">
                  <c:v>79.13</c:v>
                </c:pt>
                <c:pt idx="5620">
                  <c:v>79.040000000000006</c:v>
                </c:pt>
                <c:pt idx="5621">
                  <c:v>79.180000000000007</c:v>
                </c:pt>
                <c:pt idx="5622">
                  <c:v>78.78</c:v>
                </c:pt>
                <c:pt idx="5623">
                  <c:v>78.3</c:v>
                </c:pt>
                <c:pt idx="5624">
                  <c:v>78.540000000000006</c:v>
                </c:pt>
                <c:pt idx="5625">
                  <c:v>78.290000000000006</c:v>
                </c:pt>
                <c:pt idx="5626">
                  <c:v>77.88</c:v>
                </c:pt>
                <c:pt idx="5627">
                  <c:v>77.98</c:v>
                </c:pt>
                <c:pt idx="5628">
                  <c:v>77.67</c:v>
                </c:pt>
                <c:pt idx="5629">
                  <c:v>76.760000000000005</c:v>
                </c:pt>
                <c:pt idx="5630">
                  <c:v>77.209999999999994</c:v>
                </c:pt>
                <c:pt idx="5631">
                  <c:v>77.150000000000006</c:v>
                </c:pt>
                <c:pt idx="5632">
                  <c:v>77.06</c:v>
                </c:pt>
                <c:pt idx="5633">
                  <c:v>78.89</c:v>
                </c:pt>
                <c:pt idx="5634">
                  <c:v>78.400000000000006</c:v>
                </c:pt>
                <c:pt idx="5635">
                  <c:v>77.77</c:v>
                </c:pt>
                <c:pt idx="5636">
                  <c:v>76.959999999999994</c:v>
                </c:pt>
                <c:pt idx="5637">
                  <c:v>76.86</c:v>
                </c:pt>
                <c:pt idx="5638">
                  <c:v>76.84</c:v>
                </c:pt>
                <c:pt idx="5639">
                  <c:v>76.709999999999994</c:v>
                </c:pt>
                <c:pt idx="5640">
                  <c:v>76.83</c:v>
                </c:pt>
                <c:pt idx="5641">
                  <c:v>76.8</c:v>
                </c:pt>
                <c:pt idx="5642">
                  <c:v>76.599999999999994</c:v>
                </c:pt>
                <c:pt idx="5643">
                  <c:v>76.58</c:v>
                </c:pt>
                <c:pt idx="5644">
                  <c:v>76.55</c:v>
                </c:pt>
                <c:pt idx="5645">
                  <c:v>76.790000000000006</c:v>
                </c:pt>
                <c:pt idx="5646">
                  <c:v>76.66</c:v>
                </c:pt>
                <c:pt idx="5647">
                  <c:v>76.98</c:v>
                </c:pt>
                <c:pt idx="5648">
                  <c:v>77.459999999999994</c:v>
                </c:pt>
                <c:pt idx="5649">
                  <c:v>76.64</c:v>
                </c:pt>
                <c:pt idx="5650">
                  <c:v>76.83</c:v>
                </c:pt>
                <c:pt idx="5651">
                  <c:v>76.739999999999995</c:v>
                </c:pt>
                <c:pt idx="5652">
                  <c:v>76.66</c:v>
                </c:pt>
                <c:pt idx="5653">
                  <c:v>76.930000000000007</c:v>
                </c:pt>
                <c:pt idx="5654">
                  <c:v>76.8</c:v>
                </c:pt>
                <c:pt idx="5655">
                  <c:v>76.89</c:v>
                </c:pt>
                <c:pt idx="5656">
                  <c:v>77.66</c:v>
                </c:pt>
                <c:pt idx="5657">
                  <c:v>77.260000000000005</c:v>
                </c:pt>
                <c:pt idx="5658">
                  <c:v>77.510000000000005</c:v>
                </c:pt>
                <c:pt idx="5659">
                  <c:v>77.61</c:v>
                </c:pt>
                <c:pt idx="5660">
                  <c:v>77.209999999999994</c:v>
                </c:pt>
                <c:pt idx="5661">
                  <c:v>76.959999999999994</c:v>
                </c:pt>
                <c:pt idx="5662">
                  <c:v>76.62</c:v>
                </c:pt>
                <c:pt idx="5663">
                  <c:v>76.7</c:v>
                </c:pt>
                <c:pt idx="5664">
                  <c:v>76.790000000000006</c:v>
                </c:pt>
                <c:pt idx="5665">
                  <c:v>76.58</c:v>
                </c:pt>
                <c:pt idx="5666">
                  <c:v>76.45</c:v>
                </c:pt>
                <c:pt idx="5667">
                  <c:v>76.459999999999994</c:v>
                </c:pt>
                <c:pt idx="5668">
                  <c:v>76.239999999999995</c:v>
                </c:pt>
                <c:pt idx="5669">
                  <c:v>76.61</c:v>
                </c:pt>
                <c:pt idx="5670">
                  <c:v>76.36</c:v>
                </c:pt>
                <c:pt idx="5671">
                  <c:v>76.81</c:v>
                </c:pt>
                <c:pt idx="5672">
                  <c:v>76.61</c:v>
                </c:pt>
                <c:pt idx="5673">
                  <c:v>76.83</c:v>
                </c:pt>
                <c:pt idx="5674">
                  <c:v>77.06</c:v>
                </c:pt>
                <c:pt idx="5675">
                  <c:v>76.63</c:v>
                </c:pt>
                <c:pt idx="5676">
                  <c:v>76.81</c:v>
                </c:pt>
                <c:pt idx="5677">
                  <c:v>76.790000000000006</c:v>
                </c:pt>
                <c:pt idx="5678">
                  <c:v>76.72</c:v>
                </c:pt>
                <c:pt idx="5679">
                  <c:v>76.73</c:v>
                </c:pt>
                <c:pt idx="5680">
                  <c:v>76.680000000000007</c:v>
                </c:pt>
                <c:pt idx="5681">
                  <c:v>76.650000000000006</c:v>
                </c:pt>
                <c:pt idx="5682">
                  <c:v>77.260000000000005</c:v>
                </c:pt>
                <c:pt idx="5683">
                  <c:v>76.900000000000006</c:v>
                </c:pt>
                <c:pt idx="5684">
                  <c:v>77.22</c:v>
                </c:pt>
                <c:pt idx="5685">
                  <c:v>76.83</c:v>
                </c:pt>
                <c:pt idx="5686">
                  <c:v>76.819999999999993</c:v>
                </c:pt>
                <c:pt idx="5687">
                  <c:v>76.81</c:v>
                </c:pt>
                <c:pt idx="5688">
                  <c:v>76.8</c:v>
                </c:pt>
                <c:pt idx="5689">
                  <c:v>76.290000000000006</c:v>
                </c:pt>
                <c:pt idx="5690">
                  <c:v>76.099999999999994</c:v>
                </c:pt>
                <c:pt idx="5691">
                  <c:v>76.09</c:v>
                </c:pt>
                <c:pt idx="5692">
                  <c:v>76.180000000000007</c:v>
                </c:pt>
                <c:pt idx="5693">
                  <c:v>75.95</c:v>
                </c:pt>
                <c:pt idx="5694">
                  <c:v>75.819999999999993</c:v>
                </c:pt>
                <c:pt idx="5695">
                  <c:v>78.17</c:v>
                </c:pt>
                <c:pt idx="5696">
                  <c:v>78.37</c:v>
                </c:pt>
                <c:pt idx="5697">
                  <c:v>78.05</c:v>
                </c:pt>
                <c:pt idx="5698">
                  <c:v>78.06</c:v>
                </c:pt>
                <c:pt idx="5699">
                  <c:v>78.239999999999995</c:v>
                </c:pt>
                <c:pt idx="5700">
                  <c:v>78.05</c:v>
                </c:pt>
                <c:pt idx="5701">
                  <c:v>77.73</c:v>
                </c:pt>
                <c:pt idx="5702">
                  <c:v>77.819999999999993</c:v>
                </c:pt>
                <c:pt idx="5703">
                  <c:v>77.650000000000006</c:v>
                </c:pt>
                <c:pt idx="5704">
                  <c:v>77.2</c:v>
                </c:pt>
                <c:pt idx="5705">
                  <c:v>77.069999999999993</c:v>
                </c:pt>
                <c:pt idx="5706">
                  <c:v>77.03</c:v>
                </c:pt>
                <c:pt idx="5707">
                  <c:v>77.06</c:v>
                </c:pt>
                <c:pt idx="5708">
                  <c:v>76.98</c:v>
                </c:pt>
                <c:pt idx="5709">
                  <c:v>76.91</c:v>
                </c:pt>
                <c:pt idx="5710">
                  <c:v>76.89</c:v>
                </c:pt>
                <c:pt idx="5711">
                  <c:v>76.97</c:v>
                </c:pt>
                <c:pt idx="5712">
                  <c:v>77.31</c:v>
                </c:pt>
                <c:pt idx="5713">
                  <c:v>77.12</c:v>
                </c:pt>
                <c:pt idx="5714">
                  <c:v>77.73</c:v>
                </c:pt>
                <c:pt idx="5715">
                  <c:v>77.98</c:v>
                </c:pt>
                <c:pt idx="5716">
                  <c:v>77.930000000000007</c:v>
                </c:pt>
                <c:pt idx="5717">
                  <c:v>77.62</c:v>
                </c:pt>
                <c:pt idx="5718">
                  <c:v>77.7</c:v>
                </c:pt>
                <c:pt idx="5719">
                  <c:v>77.989999999999995</c:v>
                </c:pt>
                <c:pt idx="5720">
                  <c:v>77.819999999999993</c:v>
                </c:pt>
                <c:pt idx="5721">
                  <c:v>77.73</c:v>
                </c:pt>
                <c:pt idx="5722">
                  <c:v>77.680000000000007</c:v>
                </c:pt>
                <c:pt idx="5723">
                  <c:v>77.64</c:v>
                </c:pt>
                <c:pt idx="5724">
                  <c:v>77.650000000000006</c:v>
                </c:pt>
                <c:pt idx="5725">
                  <c:v>77.94</c:v>
                </c:pt>
                <c:pt idx="5726">
                  <c:v>78</c:v>
                </c:pt>
                <c:pt idx="5727">
                  <c:v>78.069999999999993</c:v>
                </c:pt>
                <c:pt idx="5728">
                  <c:v>77.86</c:v>
                </c:pt>
                <c:pt idx="5729">
                  <c:v>77.760000000000005</c:v>
                </c:pt>
                <c:pt idx="5730">
                  <c:v>78.05</c:v>
                </c:pt>
                <c:pt idx="5731">
                  <c:v>77.89</c:v>
                </c:pt>
                <c:pt idx="5732">
                  <c:v>78.06</c:v>
                </c:pt>
                <c:pt idx="5733">
                  <c:v>78.17</c:v>
                </c:pt>
                <c:pt idx="5734">
                  <c:v>78.09</c:v>
                </c:pt>
                <c:pt idx="5735">
                  <c:v>77.98</c:v>
                </c:pt>
                <c:pt idx="5736">
                  <c:v>77.88</c:v>
                </c:pt>
                <c:pt idx="5737">
                  <c:v>77.94</c:v>
                </c:pt>
                <c:pt idx="5738">
                  <c:v>77.64</c:v>
                </c:pt>
                <c:pt idx="5739">
                  <c:v>76.91</c:v>
                </c:pt>
                <c:pt idx="5740">
                  <c:v>76.900000000000006</c:v>
                </c:pt>
                <c:pt idx="5741">
                  <c:v>76.739999999999995</c:v>
                </c:pt>
                <c:pt idx="5742">
                  <c:v>76.72</c:v>
                </c:pt>
                <c:pt idx="5743">
                  <c:v>77.12</c:v>
                </c:pt>
                <c:pt idx="5744">
                  <c:v>76.97</c:v>
                </c:pt>
                <c:pt idx="5745">
                  <c:v>76.86</c:v>
                </c:pt>
                <c:pt idx="5746">
                  <c:v>76.849999999999994</c:v>
                </c:pt>
                <c:pt idx="5747">
                  <c:v>76.849999999999994</c:v>
                </c:pt>
                <c:pt idx="5748">
                  <c:v>76.760000000000005</c:v>
                </c:pt>
                <c:pt idx="5749">
                  <c:v>76.97</c:v>
                </c:pt>
                <c:pt idx="5750">
                  <c:v>76.78</c:v>
                </c:pt>
                <c:pt idx="5751">
                  <c:v>76.83</c:v>
                </c:pt>
                <c:pt idx="5752">
                  <c:v>76.819999999999993</c:v>
                </c:pt>
                <c:pt idx="5753">
                  <c:v>77.11</c:v>
                </c:pt>
                <c:pt idx="5754">
                  <c:v>77.010000000000005</c:v>
                </c:pt>
                <c:pt idx="5755">
                  <c:v>77.02</c:v>
                </c:pt>
                <c:pt idx="5756">
                  <c:v>77.67</c:v>
                </c:pt>
                <c:pt idx="5757">
                  <c:v>77.78</c:v>
                </c:pt>
                <c:pt idx="5758">
                  <c:v>77.45</c:v>
                </c:pt>
                <c:pt idx="5759">
                  <c:v>76.7</c:v>
                </c:pt>
                <c:pt idx="5760">
                  <c:v>76.349999999999994</c:v>
                </c:pt>
                <c:pt idx="5761">
                  <c:v>76.27</c:v>
                </c:pt>
                <c:pt idx="5762">
                  <c:v>76.2</c:v>
                </c:pt>
                <c:pt idx="5763">
                  <c:v>76.22</c:v>
                </c:pt>
                <c:pt idx="5764">
                  <c:v>76.599999999999994</c:v>
                </c:pt>
                <c:pt idx="5765">
                  <c:v>76.55</c:v>
                </c:pt>
                <c:pt idx="5766">
                  <c:v>76.760000000000005</c:v>
                </c:pt>
                <c:pt idx="5767">
                  <c:v>77.040000000000006</c:v>
                </c:pt>
                <c:pt idx="5768">
                  <c:v>77.67</c:v>
                </c:pt>
                <c:pt idx="5769">
                  <c:v>77.61</c:v>
                </c:pt>
                <c:pt idx="5770">
                  <c:v>77.569999999999993</c:v>
                </c:pt>
                <c:pt idx="5771">
                  <c:v>78.44</c:v>
                </c:pt>
                <c:pt idx="5772">
                  <c:v>78.430000000000007</c:v>
                </c:pt>
                <c:pt idx="5773">
                  <c:v>78.94</c:v>
                </c:pt>
                <c:pt idx="5774">
                  <c:v>79.55</c:v>
                </c:pt>
                <c:pt idx="5775">
                  <c:v>79.63</c:v>
                </c:pt>
                <c:pt idx="5776">
                  <c:v>79.739999999999995</c:v>
                </c:pt>
                <c:pt idx="5777">
                  <c:v>80.290000000000006</c:v>
                </c:pt>
                <c:pt idx="5778">
                  <c:v>80</c:v>
                </c:pt>
                <c:pt idx="5779">
                  <c:v>81.2</c:v>
                </c:pt>
                <c:pt idx="5780">
                  <c:v>80.61</c:v>
                </c:pt>
                <c:pt idx="5781">
                  <c:v>80.459999999999994</c:v>
                </c:pt>
                <c:pt idx="5782">
                  <c:v>81.150000000000006</c:v>
                </c:pt>
                <c:pt idx="5783">
                  <c:v>81.12</c:v>
                </c:pt>
                <c:pt idx="5784">
                  <c:v>81.81</c:v>
                </c:pt>
                <c:pt idx="5785">
                  <c:v>81.56</c:v>
                </c:pt>
                <c:pt idx="5786">
                  <c:v>80.89</c:v>
                </c:pt>
                <c:pt idx="5787">
                  <c:v>81.09</c:v>
                </c:pt>
                <c:pt idx="5788">
                  <c:v>81.56</c:v>
                </c:pt>
                <c:pt idx="5789">
                  <c:v>82.46</c:v>
                </c:pt>
                <c:pt idx="5790">
                  <c:v>82.23</c:v>
                </c:pt>
                <c:pt idx="5791">
                  <c:v>82.94</c:v>
                </c:pt>
                <c:pt idx="5792">
                  <c:v>83.73</c:v>
                </c:pt>
                <c:pt idx="5793">
                  <c:v>83.57</c:v>
                </c:pt>
                <c:pt idx="5794">
                  <c:v>83.43</c:v>
                </c:pt>
                <c:pt idx="5795">
                  <c:v>83.35</c:v>
                </c:pt>
                <c:pt idx="5796">
                  <c:v>83.7</c:v>
                </c:pt>
                <c:pt idx="5797">
                  <c:v>83.41</c:v>
                </c:pt>
                <c:pt idx="5798">
                  <c:v>82.54</c:v>
                </c:pt>
                <c:pt idx="5799">
                  <c:v>82.35</c:v>
                </c:pt>
                <c:pt idx="5800">
                  <c:v>82.82</c:v>
                </c:pt>
                <c:pt idx="5801">
                  <c:v>83.17</c:v>
                </c:pt>
                <c:pt idx="5802">
                  <c:v>82.9</c:v>
                </c:pt>
                <c:pt idx="5803">
                  <c:v>82.46</c:v>
                </c:pt>
                <c:pt idx="5804">
                  <c:v>82.87</c:v>
                </c:pt>
                <c:pt idx="5805">
                  <c:v>82.08</c:v>
                </c:pt>
                <c:pt idx="5806">
                  <c:v>82.81</c:v>
                </c:pt>
                <c:pt idx="5807">
                  <c:v>82.46</c:v>
                </c:pt>
                <c:pt idx="5808">
                  <c:v>82.37</c:v>
                </c:pt>
                <c:pt idx="5809">
                  <c:v>81.64</c:v>
                </c:pt>
                <c:pt idx="5810">
                  <c:v>81.489999999999995</c:v>
                </c:pt>
                <c:pt idx="5811">
                  <c:v>80.67</c:v>
                </c:pt>
                <c:pt idx="5812">
                  <c:v>80.86</c:v>
                </c:pt>
                <c:pt idx="5813">
                  <c:v>80.89</c:v>
                </c:pt>
                <c:pt idx="5814">
                  <c:v>80.930000000000007</c:v>
                </c:pt>
                <c:pt idx="5815">
                  <c:v>80.41</c:v>
                </c:pt>
                <c:pt idx="5816">
                  <c:v>80.849999999999994</c:v>
                </c:pt>
                <c:pt idx="5817">
                  <c:v>81.260000000000005</c:v>
                </c:pt>
                <c:pt idx="5818">
                  <c:v>81.61</c:v>
                </c:pt>
                <c:pt idx="5819">
                  <c:v>81.52</c:v>
                </c:pt>
                <c:pt idx="5820">
                  <c:v>81.180000000000007</c:v>
                </c:pt>
                <c:pt idx="5821">
                  <c:v>81.319999999999993</c:v>
                </c:pt>
                <c:pt idx="5822">
                  <c:v>81.34</c:v>
                </c:pt>
                <c:pt idx="5823">
                  <c:v>80.989999999999995</c:v>
                </c:pt>
                <c:pt idx="5824">
                  <c:v>80.27</c:v>
                </c:pt>
                <c:pt idx="5825">
                  <c:v>79.819999999999993</c:v>
                </c:pt>
                <c:pt idx="5826">
                  <c:v>80.09</c:v>
                </c:pt>
                <c:pt idx="5827">
                  <c:v>80.14</c:v>
                </c:pt>
                <c:pt idx="5828">
                  <c:v>80.180000000000007</c:v>
                </c:pt>
                <c:pt idx="5829">
                  <c:v>79.849999999999994</c:v>
                </c:pt>
                <c:pt idx="5830">
                  <c:v>79.92</c:v>
                </c:pt>
                <c:pt idx="5831">
                  <c:v>79.87</c:v>
                </c:pt>
                <c:pt idx="5832">
                  <c:v>79.64</c:v>
                </c:pt>
                <c:pt idx="5833">
                  <c:v>79.930000000000007</c:v>
                </c:pt>
                <c:pt idx="5834">
                  <c:v>79.94</c:v>
                </c:pt>
                <c:pt idx="5835">
                  <c:v>79.849999999999994</c:v>
                </c:pt>
                <c:pt idx="5836">
                  <c:v>80.180000000000007</c:v>
                </c:pt>
                <c:pt idx="5837">
                  <c:v>80.33</c:v>
                </c:pt>
                <c:pt idx="5838">
                  <c:v>79.28</c:v>
                </c:pt>
                <c:pt idx="5839">
                  <c:v>79.02</c:v>
                </c:pt>
                <c:pt idx="5840">
                  <c:v>79.31</c:v>
                </c:pt>
                <c:pt idx="5841">
                  <c:v>79.959999999999994</c:v>
                </c:pt>
                <c:pt idx="5842">
                  <c:v>79.47</c:v>
                </c:pt>
                <c:pt idx="5843">
                  <c:v>79.599999999999994</c:v>
                </c:pt>
                <c:pt idx="5844">
                  <c:v>79.680000000000007</c:v>
                </c:pt>
                <c:pt idx="5845">
                  <c:v>79.47</c:v>
                </c:pt>
                <c:pt idx="5846">
                  <c:v>79.489999999999995</c:v>
                </c:pt>
                <c:pt idx="5847">
                  <c:v>79.069999999999993</c:v>
                </c:pt>
                <c:pt idx="5848">
                  <c:v>78.319999999999993</c:v>
                </c:pt>
                <c:pt idx="5849">
                  <c:v>78.02</c:v>
                </c:pt>
                <c:pt idx="5850">
                  <c:v>78.34</c:v>
                </c:pt>
                <c:pt idx="5851">
                  <c:v>78.75</c:v>
                </c:pt>
                <c:pt idx="5852">
                  <c:v>79.19</c:v>
                </c:pt>
                <c:pt idx="5853">
                  <c:v>79.63</c:v>
                </c:pt>
                <c:pt idx="5854">
                  <c:v>79.489999999999995</c:v>
                </c:pt>
                <c:pt idx="5855">
                  <c:v>79.44</c:v>
                </c:pt>
                <c:pt idx="5856">
                  <c:v>79.53</c:v>
                </c:pt>
                <c:pt idx="5857">
                  <c:v>79.48</c:v>
                </c:pt>
                <c:pt idx="5858">
                  <c:v>79.349999999999994</c:v>
                </c:pt>
                <c:pt idx="5859">
                  <c:v>78.73</c:v>
                </c:pt>
                <c:pt idx="5860">
                  <c:v>79.11</c:v>
                </c:pt>
                <c:pt idx="5861">
                  <c:v>78.95</c:v>
                </c:pt>
                <c:pt idx="5862">
                  <c:v>79.540000000000006</c:v>
                </c:pt>
                <c:pt idx="5863">
                  <c:v>80.28</c:v>
                </c:pt>
                <c:pt idx="5864">
                  <c:v>80.430000000000007</c:v>
                </c:pt>
                <c:pt idx="5865">
                  <c:v>79.66</c:v>
                </c:pt>
                <c:pt idx="5866">
                  <c:v>79.52</c:v>
                </c:pt>
                <c:pt idx="5867">
                  <c:v>79.72</c:v>
                </c:pt>
                <c:pt idx="5868">
                  <c:v>79.459999999999994</c:v>
                </c:pt>
                <c:pt idx="5869">
                  <c:v>79.790000000000006</c:v>
                </c:pt>
                <c:pt idx="5870">
                  <c:v>79.510000000000005</c:v>
                </c:pt>
                <c:pt idx="5871">
                  <c:v>79.790000000000006</c:v>
                </c:pt>
                <c:pt idx="5872">
                  <c:v>79.88</c:v>
                </c:pt>
                <c:pt idx="5873">
                  <c:v>79.92</c:v>
                </c:pt>
                <c:pt idx="5874">
                  <c:v>79.66</c:v>
                </c:pt>
                <c:pt idx="5875">
                  <c:v>79.56</c:v>
                </c:pt>
                <c:pt idx="5876">
                  <c:v>79.430000000000007</c:v>
                </c:pt>
                <c:pt idx="5877">
                  <c:v>79.760000000000005</c:v>
                </c:pt>
                <c:pt idx="5878">
                  <c:v>79.31</c:v>
                </c:pt>
                <c:pt idx="5879">
                  <c:v>79.180000000000007</c:v>
                </c:pt>
                <c:pt idx="5880">
                  <c:v>78.87</c:v>
                </c:pt>
                <c:pt idx="5881">
                  <c:v>79.06</c:v>
                </c:pt>
                <c:pt idx="5882">
                  <c:v>78.8</c:v>
                </c:pt>
                <c:pt idx="5883">
                  <c:v>78.59</c:v>
                </c:pt>
                <c:pt idx="5884">
                  <c:v>78.489999999999995</c:v>
                </c:pt>
                <c:pt idx="5885">
                  <c:v>78.400000000000006</c:v>
                </c:pt>
                <c:pt idx="5886">
                  <c:v>78.180000000000007</c:v>
                </c:pt>
                <c:pt idx="5887">
                  <c:v>78.16</c:v>
                </c:pt>
                <c:pt idx="5888">
                  <c:v>78.209999999999994</c:v>
                </c:pt>
                <c:pt idx="5889">
                  <c:v>78.459999999999994</c:v>
                </c:pt>
                <c:pt idx="5890">
                  <c:v>78.180000000000007</c:v>
                </c:pt>
                <c:pt idx="5891">
                  <c:v>78.12</c:v>
                </c:pt>
                <c:pt idx="5892">
                  <c:v>78.44</c:v>
                </c:pt>
                <c:pt idx="5893">
                  <c:v>78.239999999999995</c:v>
                </c:pt>
                <c:pt idx="5894">
                  <c:v>78.47</c:v>
                </c:pt>
                <c:pt idx="5895">
                  <c:v>78.25</c:v>
                </c:pt>
                <c:pt idx="5896">
                  <c:v>78.61</c:v>
                </c:pt>
                <c:pt idx="5897">
                  <c:v>78.430000000000007</c:v>
                </c:pt>
                <c:pt idx="5898">
                  <c:v>78.569999999999993</c:v>
                </c:pt>
                <c:pt idx="5899">
                  <c:v>78.28</c:v>
                </c:pt>
                <c:pt idx="5900">
                  <c:v>78.319999999999993</c:v>
                </c:pt>
                <c:pt idx="5901">
                  <c:v>78.739999999999995</c:v>
                </c:pt>
                <c:pt idx="5902">
                  <c:v>78.989999999999995</c:v>
                </c:pt>
                <c:pt idx="5903">
                  <c:v>79.349999999999994</c:v>
                </c:pt>
                <c:pt idx="5904">
                  <c:v>79.56</c:v>
                </c:pt>
                <c:pt idx="5905">
                  <c:v>79.430000000000007</c:v>
                </c:pt>
                <c:pt idx="5906">
                  <c:v>79.290000000000006</c:v>
                </c:pt>
                <c:pt idx="5907">
                  <c:v>78.58</c:v>
                </c:pt>
                <c:pt idx="5908">
                  <c:v>78.489999999999995</c:v>
                </c:pt>
                <c:pt idx="5909">
                  <c:v>78.67</c:v>
                </c:pt>
                <c:pt idx="5910">
                  <c:v>78.739999999999995</c:v>
                </c:pt>
                <c:pt idx="5911">
                  <c:v>78.510000000000005</c:v>
                </c:pt>
                <c:pt idx="5912">
                  <c:v>78.709999999999994</c:v>
                </c:pt>
                <c:pt idx="5913">
                  <c:v>78.63</c:v>
                </c:pt>
                <c:pt idx="5914">
                  <c:v>78.39</c:v>
                </c:pt>
                <c:pt idx="5915">
                  <c:v>78.260000000000005</c:v>
                </c:pt>
                <c:pt idx="5916">
                  <c:v>78.430000000000007</c:v>
                </c:pt>
                <c:pt idx="5917">
                  <c:v>78.39</c:v>
                </c:pt>
                <c:pt idx="5918">
                  <c:v>78.86</c:v>
                </c:pt>
                <c:pt idx="5919">
                  <c:v>78.239999999999995</c:v>
                </c:pt>
                <c:pt idx="5920">
                  <c:v>78.290000000000006</c:v>
                </c:pt>
                <c:pt idx="5921">
                  <c:v>77.77</c:v>
                </c:pt>
                <c:pt idx="5922">
                  <c:v>77.86</c:v>
                </c:pt>
                <c:pt idx="5923">
                  <c:v>77.489999999999995</c:v>
                </c:pt>
                <c:pt idx="5924">
                  <c:v>78.39</c:v>
                </c:pt>
                <c:pt idx="5925">
                  <c:v>78.709999999999994</c:v>
                </c:pt>
                <c:pt idx="5926">
                  <c:v>78.819999999999993</c:v>
                </c:pt>
                <c:pt idx="5927">
                  <c:v>78.38</c:v>
                </c:pt>
                <c:pt idx="5928">
                  <c:v>78.239999999999995</c:v>
                </c:pt>
                <c:pt idx="5929">
                  <c:v>78.17</c:v>
                </c:pt>
                <c:pt idx="5930">
                  <c:v>77.849999999999994</c:v>
                </c:pt>
                <c:pt idx="5931">
                  <c:v>77.8</c:v>
                </c:pt>
                <c:pt idx="5932">
                  <c:v>77.75</c:v>
                </c:pt>
                <c:pt idx="5933">
                  <c:v>77.61</c:v>
                </c:pt>
                <c:pt idx="5934">
                  <c:v>77.959999999999994</c:v>
                </c:pt>
                <c:pt idx="5935">
                  <c:v>77.989999999999995</c:v>
                </c:pt>
                <c:pt idx="5936">
                  <c:v>78.16</c:v>
                </c:pt>
                <c:pt idx="5937">
                  <c:v>78.489999999999995</c:v>
                </c:pt>
                <c:pt idx="5938">
                  <c:v>78.48</c:v>
                </c:pt>
                <c:pt idx="5939">
                  <c:v>78.67</c:v>
                </c:pt>
                <c:pt idx="5940">
                  <c:v>78.33</c:v>
                </c:pt>
                <c:pt idx="5941">
                  <c:v>78.260000000000005</c:v>
                </c:pt>
                <c:pt idx="5942">
                  <c:v>78.180000000000007</c:v>
                </c:pt>
                <c:pt idx="5943">
                  <c:v>78.34</c:v>
                </c:pt>
                <c:pt idx="5944">
                  <c:v>78.44</c:v>
                </c:pt>
                <c:pt idx="5945">
                  <c:v>78.650000000000006</c:v>
                </c:pt>
                <c:pt idx="5946">
                  <c:v>78.89</c:v>
                </c:pt>
                <c:pt idx="5947">
                  <c:v>78.930000000000007</c:v>
                </c:pt>
                <c:pt idx="5948">
                  <c:v>79.28</c:v>
                </c:pt>
                <c:pt idx="5949">
                  <c:v>79.319999999999993</c:v>
                </c:pt>
                <c:pt idx="5950">
                  <c:v>79.94</c:v>
                </c:pt>
                <c:pt idx="5951">
                  <c:v>79.849999999999994</c:v>
                </c:pt>
                <c:pt idx="5952">
                  <c:v>79.81</c:v>
                </c:pt>
                <c:pt idx="5953">
                  <c:v>80.3</c:v>
                </c:pt>
                <c:pt idx="5954">
                  <c:v>79.650000000000006</c:v>
                </c:pt>
                <c:pt idx="5955">
                  <c:v>79.8</c:v>
                </c:pt>
                <c:pt idx="5956">
                  <c:v>79.63</c:v>
                </c:pt>
                <c:pt idx="5957">
                  <c:v>79.77</c:v>
                </c:pt>
                <c:pt idx="5958">
                  <c:v>80.12</c:v>
                </c:pt>
                <c:pt idx="5959">
                  <c:v>80.430000000000007</c:v>
                </c:pt>
                <c:pt idx="5960">
                  <c:v>80.290000000000006</c:v>
                </c:pt>
                <c:pt idx="5961">
                  <c:v>80.349999999999994</c:v>
                </c:pt>
                <c:pt idx="5962">
                  <c:v>80</c:v>
                </c:pt>
                <c:pt idx="5963">
                  <c:v>79.47</c:v>
                </c:pt>
                <c:pt idx="5964">
                  <c:v>79.489999999999995</c:v>
                </c:pt>
                <c:pt idx="5965">
                  <c:v>79.5</c:v>
                </c:pt>
                <c:pt idx="5966">
                  <c:v>79.38</c:v>
                </c:pt>
                <c:pt idx="5967">
                  <c:v>80.25</c:v>
                </c:pt>
                <c:pt idx="5968">
                  <c:v>81.17</c:v>
                </c:pt>
                <c:pt idx="5969">
                  <c:v>81.319999999999993</c:v>
                </c:pt>
                <c:pt idx="5970">
                  <c:v>81.41</c:v>
                </c:pt>
                <c:pt idx="5971">
                  <c:v>81.680000000000007</c:v>
                </c:pt>
                <c:pt idx="5972">
                  <c:v>82.52</c:v>
                </c:pt>
                <c:pt idx="5973">
                  <c:v>82.48</c:v>
                </c:pt>
                <c:pt idx="5974">
                  <c:v>82.4</c:v>
                </c:pt>
                <c:pt idx="5975">
                  <c:v>82.08</c:v>
                </c:pt>
                <c:pt idx="5976">
                  <c:v>82.15</c:v>
                </c:pt>
                <c:pt idx="5977">
                  <c:v>82.08</c:v>
                </c:pt>
                <c:pt idx="5978">
                  <c:v>82.12</c:v>
                </c:pt>
                <c:pt idx="5979">
                  <c:v>82.48</c:v>
                </c:pt>
                <c:pt idx="5980">
                  <c:v>82.25</c:v>
                </c:pt>
                <c:pt idx="5981">
                  <c:v>81.900000000000006</c:v>
                </c:pt>
                <c:pt idx="5982">
                  <c:v>82.47</c:v>
                </c:pt>
                <c:pt idx="5983">
                  <c:v>82.4</c:v>
                </c:pt>
                <c:pt idx="5984">
                  <c:v>82.49</c:v>
                </c:pt>
                <c:pt idx="5985">
                  <c:v>82.36</c:v>
                </c:pt>
                <c:pt idx="5986">
                  <c:v>82.52</c:v>
                </c:pt>
                <c:pt idx="5987">
                  <c:v>83.26</c:v>
                </c:pt>
                <c:pt idx="5988">
                  <c:v>83.65</c:v>
                </c:pt>
                <c:pt idx="5989">
                  <c:v>83.52</c:v>
                </c:pt>
                <c:pt idx="5990">
                  <c:v>83.89</c:v>
                </c:pt>
                <c:pt idx="5991">
                  <c:v>84.21</c:v>
                </c:pt>
                <c:pt idx="5992">
                  <c:v>84.41</c:v>
                </c:pt>
                <c:pt idx="5993">
                  <c:v>84.39</c:v>
                </c:pt>
                <c:pt idx="5994">
                  <c:v>84.24</c:v>
                </c:pt>
                <c:pt idx="5995">
                  <c:v>84.94</c:v>
                </c:pt>
                <c:pt idx="5996">
                  <c:v>84.77</c:v>
                </c:pt>
                <c:pt idx="5997">
                  <c:v>85.63</c:v>
                </c:pt>
                <c:pt idx="5998">
                  <c:v>86.1</c:v>
                </c:pt>
                <c:pt idx="5999">
                  <c:v>85.96</c:v>
                </c:pt>
                <c:pt idx="6000">
                  <c:v>86.75</c:v>
                </c:pt>
                <c:pt idx="6001">
                  <c:v>86.7</c:v>
                </c:pt>
                <c:pt idx="6002">
                  <c:v>87.34</c:v>
                </c:pt>
                <c:pt idx="6003">
                  <c:v>87.24</c:v>
                </c:pt>
                <c:pt idx="6004">
                  <c:v>88.15</c:v>
                </c:pt>
                <c:pt idx="6005">
                  <c:v>87.79</c:v>
                </c:pt>
                <c:pt idx="6006">
                  <c:v>87.05</c:v>
                </c:pt>
                <c:pt idx="6007">
                  <c:v>87.88</c:v>
                </c:pt>
                <c:pt idx="6008">
                  <c:v>88.78</c:v>
                </c:pt>
                <c:pt idx="6009">
                  <c:v>89.18</c:v>
                </c:pt>
                <c:pt idx="6010">
                  <c:v>89.48</c:v>
                </c:pt>
                <c:pt idx="6011">
                  <c:v>88.79</c:v>
                </c:pt>
                <c:pt idx="6012">
                  <c:v>88.38</c:v>
                </c:pt>
                <c:pt idx="6013">
                  <c:v>89.88</c:v>
                </c:pt>
                <c:pt idx="6014">
                  <c:v>90.1</c:v>
                </c:pt>
                <c:pt idx="6015">
                  <c:v>89.6</c:v>
                </c:pt>
                <c:pt idx="6016">
                  <c:v>88.71</c:v>
                </c:pt>
                <c:pt idx="6017">
                  <c:v>88.61</c:v>
                </c:pt>
                <c:pt idx="6018">
                  <c:v>90.33</c:v>
                </c:pt>
                <c:pt idx="6019">
                  <c:v>90.91</c:v>
                </c:pt>
                <c:pt idx="6020">
                  <c:v>90.86</c:v>
                </c:pt>
                <c:pt idx="6021">
                  <c:v>90.73</c:v>
                </c:pt>
                <c:pt idx="6022">
                  <c:v>91.08</c:v>
                </c:pt>
                <c:pt idx="6023">
                  <c:v>91.71</c:v>
                </c:pt>
                <c:pt idx="6024">
                  <c:v>92.77</c:v>
                </c:pt>
                <c:pt idx="6025">
                  <c:v>92.38</c:v>
                </c:pt>
                <c:pt idx="6026">
                  <c:v>93.63</c:v>
                </c:pt>
                <c:pt idx="6027">
                  <c:v>93.64</c:v>
                </c:pt>
                <c:pt idx="6028">
                  <c:v>93.63</c:v>
                </c:pt>
                <c:pt idx="6029">
                  <c:v>92.68</c:v>
                </c:pt>
                <c:pt idx="6030">
                  <c:v>94.32</c:v>
                </c:pt>
                <c:pt idx="6031">
                  <c:v>93.48</c:v>
                </c:pt>
                <c:pt idx="6032">
                  <c:v>93.39</c:v>
                </c:pt>
                <c:pt idx="6033">
                  <c:v>92.88</c:v>
                </c:pt>
                <c:pt idx="6034">
                  <c:v>93.5</c:v>
                </c:pt>
                <c:pt idx="6035">
                  <c:v>93.96</c:v>
                </c:pt>
                <c:pt idx="6036">
                  <c:v>93.57</c:v>
                </c:pt>
                <c:pt idx="6037">
                  <c:v>93.57</c:v>
                </c:pt>
                <c:pt idx="6038">
                  <c:v>93.11</c:v>
                </c:pt>
                <c:pt idx="6039">
                  <c:v>93.42</c:v>
                </c:pt>
                <c:pt idx="6040">
                  <c:v>91.82</c:v>
                </c:pt>
                <c:pt idx="6041">
                  <c:v>91.98</c:v>
                </c:pt>
                <c:pt idx="6042">
                  <c:v>92.24</c:v>
                </c:pt>
                <c:pt idx="6043">
                  <c:v>92.56</c:v>
                </c:pt>
                <c:pt idx="6044">
                  <c:v>93.59</c:v>
                </c:pt>
                <c:pt idx="6045">
                  <c:v>93.48</c:v>
                </c:pt>
                <c:pt idx="6046">
                  <c:v>93.29</c:v>
                </c:pt>
                <c:pt idx="6047">
                  <c:v>94.07</c:v>
                </c:pt>
                <c:pt idx="6048">
                  <c:v>94.82</c:v>
                </c:pt>
                <c:pt idx="6049">
                  <c:v>96</c:v>
                </c:pt>
                <c:pt idx="6050">
                  <c:v>96.28</c:v>
                </c:pt>
                <c:pt idx="6051">
                  <c:v>96.08</c:v>
                </c:pt>
                <c:pt idx="6052">
                  <c:v>96.13</c:v>
                </c:pt>
                <c:pt idx="6053">
                  <c:v>96.11</c:v>
                </c:pt>
                <c:pt idx="6054">
                  <c:v>95.28</c:v>
                </c:pt>
                <c:pt idx="6055">
                  <c:v>95.21</c:v>
                </c:pt>
                <c:pt idx="6056">
                  <c:v>95.16</c:v>
                </c:pt>
                <c:pt idx="6057">
                  <c:v>96.01</c:v>
                </c:pt>
                <c:pt idx="6058">
                  <c:v>94.9</c:v>
                </c:pt>
                <c:pt idx="6059">
                  <c:v>94.46</c:v>
                </c:pt>
                <c:pt idx="6060">
                  <c:v>94.17</c:v>
                </c:pt>
                <c:pt idx="6061">
                  <c:v>94.44</c:v>
                </c:pt>
                <c:pt idx="6062">
                  <c:v>94.46</c:v>
                </c:pt>
                <c:pt idx="6063">
                  <c:v>94.15</c:v>
                </c:pt>
                <c:pt idx="6064">
                  <c:v>94.22</c:v>
                </c:pt>
                <c:pt idx="6065">
                  <c:v>93.23</c:v>
                </c:pt>
                <c:pt idx="6066">
                  <c:v>93.44</c:v>
                </c:pt>
                <c:pt idx="6067">
                  <c:v>93.04</c:v>
                </c:pt>
                <c:pt idx="6068">
                  <c:v>96.34</c:v>
                </c:pt>
                <c:pt idx="6069">
                  <c:v>97.57</c:v>
                </c:pt>
                <c:pt idx="6070">
                  <c:v>99.36</c:v>
                </c:pt>
                <c:pt idx="6071">
                  <c:v>99.02</c:v>
                </c:pt>
                <c:pt idx="6072">
                  <c:v>99.78</c:v>
                </c:pt>
                <c:pt idx="6073">
                  <c:v>99.68</c:v>
                </c:pt>
                <c:pt idx="6074">
                  <c:v>98.37</c:v>
                </c:pt>
                <c:pt idx="6075">
                  <c:v>96.77</c:v>
                </c:pt>
                <c:pt idx="6076">
                  <c:v>97.54</c:v>
                </c:pt>
                <c:pt idx="6077">
                  <c:v>98.12</c:v>
                </c:pt>
                <c:pt idx="6078">
                  <c:v>98.17</c:v>
                </c:pt>
                <c:pt idx="6079">
                  <c:v>99.52</c:v>
                </c:pt>
                <c:pt idx="6080">
                  <c:v>99.23</c:v>
                </c:pt>
                <c:pt idx="6081">
                  <c:v>99.48</c:v>
                </c:pt>
                <c:pt idx="6082">
                  <c:v>99.51</c:v>
                </c:pt>
                <c:pt idx="6083">
                  <c:v>99.26</c:v>
                </c:pt>
                <c:pt idx="6084">
                  <c:v>98.05</c:v>
                </c:pt>
                <c:pt idx="6085">
                  <c:v>97.76</c:v>
                </c:pt>
                <c:pt idx="6086">
                  <c:v>97.45</c:v>
                </c:pt>
                <c:pt idx="6087">
                  <c:v>97.39</c:v>
                </c:pt>
                <c:pt idx="6088">
                  <c:v>97.94</c:v>
                </c:pt>
                <c:pt idx="6089">
                  <c:v>98.99</c:v>
                </c:pt>
                <c:pt idx="6090">
                  <c:v>99.33</c:v>
                </c:pt>
                <c:pt idx="6091">
                  <c:v>99</c:v>
                </c:pt>
                <c:pt idx="6092">
                  <c:v>99.01</c:v>
                </c:pt>
                <c:pt idx="6093">
                  <c:v>100.59</c:v>
                </c:pt>
                <c:pt idx="6094">
                  <c:v>101.62</c:v>
                </c:pt>
                <c:pt idx="6095">
                  <c:v>101.82</c:v>
                </c:pt>
                <c:pt idx="6096">
                  <c:v>102.42</c:v>
                </c:pt>
                <c:pt idx="6097">
                  <c:v>102.25</c:v>
                </c:pt>
                <c:pt idx="6098">
                  <c:v>102.26</c:v>
                </c:pt>
                <c:pt idx="6099">
                  <c:v>103.21</c:v>
                </c:pt>
                <c:pt idx="6100">
                  <c:v>102.27</c:v>
                </c:pt>
                <c:pt idx="6101">
                  <c:v>102.5</c:v>
                </c:pt>
                <c:pt idx="6102">
                  <c:v>103.16</c:v>
                </c:pt>
                <c:pt idx="6103">
                  <c:v>102.02</c:v>
                </c:pt>
                <c:pt idx="6104">
                  <c:v>101.31</c:v>
                </c:pt>
                <c:pt idx="6105">
                  <c:v>100.96</c:v>
                </c:pt>
                <c:pt idx="6106">
                  <c:v>102.37</c:v>
                </c:pt>
                <c:pt idx="6107">
                  <c:v>101.16</c:v>
                </c:pt>
                <c:pt idx="6108">
                  <c:v>100.73</c:v>
                </c:pt>
                <c:pt idx="6109">
                  <c:v>100.45</c:v>
                </c:pt>
                <c:pt idx="6110">
                  <c:v>99.53</c:v>
                </c:pt>
                <c:pt idx="6111">
                  <c:v>100.03</c:v>
                </c:pt>
                <c:pt idx="6112">
                  <c:v>99.06</c:v>
                </c:pt>
                <c:pt idx="6113">
                  <c:v>96.97</c:v>
                </c:pt>
                <c:pt idx="6114">
                  <c:v>97.56</c:v>
                </c:pt>
                <c:pt idx="6115">
                  <c:v>98.76</c:v>
                </c:pt>
                <c:pt idx="6116">
                  <c:v>96.03</c:v>
                </c:pt>
                <c:pt idx="6117">
                  <c:v>96.02</c:v>
                </c:pt>
                <c:pt idx="6118">
                  <c:v>95.37</c:v>
                </c:pt>
                <c:pt idx="6119">
                  <c:v>94.31</c:v>
                </c:pt>
                <c:pt idx="6120">
                  <c:v>94.51</c:v>
                </c:pt>
                <c:pt idx="6121">
                  <c:v>95.33</c:v>
                </c:pt>
                <c:pt idx="6122">
                  <c:v>96.45</c:v>
                </c:pt>
                <c:pt idx="6123">
                  <c:v>97.28</c:v>
                </c:pt>
                <c:pt idx="6124">
                  <c:v>97.9</c:v>
                </c:pt>
                <c:pt idx="6125">
                  <c:v>97.73</c:v>
                </c:pt>
                <c:pt idx="6126">
                  <c:v>97.81</c:v>
                </c:pt>
                <c:pt idx="6127">
                  <c:v>97.72</c:v>
                </c:pt>
                <c:pt idx="6128">
                  <c:v>98.35</c:v>
                </c:pt>
                <c:pt idx="6129">
                  <c:v>99.14</c:v>
                </c:pt>
                <c:pt idx="6130">
                  <c:v>99.66</c:v>
                </c:pt>
                <c:pt idx="6131">
                  <c:v>100.63</c:v>
                </c:pt>
                <c:pt idx="6132">
                  <c:v>99.91</c:v>
                </c:pt>
                <c:pt idx="6133">
                  <c:v>100.04</c:v>
                </c:pt>
                <c:pt idx="6134">
                  <c:v>101.2</c:v>
                </c:pt>
                <c:pt idx="6135">
                  <c:v>100.97</c:v>
                </c:pt>
                <c:pt idx="6136">
                  <c:v>101.15</c:v>
                </c:pt>
                <c:pt idx="6137">
                  <c:v>99.68</c:v>
                </c:pt>
                <c:pt idx="6138">
                  <c:v>98.96</c:v>
                </c:pt>
                <c:pt idx="6139">
                  <c:v>99.22</c:v>
                </c:pt>
                <c:pt idx="6140">
                  <c:v>99.86</c:v>
                </c:pt>
                <c:pt idx="6141">
                  <c:v>99.1</c:v>
                </c:pt>
                <c:pt idx="6142">
                  <c:v>99.59</c:v>
                </c:pt>
                <c:pt idx="6143">
                  <c:v>100.43</c:v>
                </c:pt>
                <c:pt idx="6144">
                  <c:v>100.65</c:v>
                </c:pt>
                <c:pt idx="6145">
                  <c:v>99.67</c:v>
                </c:pt>
                <c:pt idx="6146">
                  <c:v>99.43</c:v>
                </c:pt>
                <c:pt idx="6147">
                  <c:v>100.27</c:v>
                </c:pt>
                <c:pt idx="6148">
                  <c:v>99.29</c:v>
                </c:pt>
                <c:pt idx="6149">
                  <c:v>98.21</c:v>
                </c:pt>
                <c:pt idx="6150">
                  <c:v>97.96</c:v>
                </c:pt>
                <c:pt idx="6151">
                  <c:v>98.03</c:v>
                </c:pt>
                <c:pt idx="6152">
                  <c:v>97.88</c:v>
                </c:pt>
                <c:pt idx="6153">
                  <c:v>99.54</c:v>
                </c:pt>
                <c:pt idx="6154">
                  <c:v>98.94</c:v>
                </c:pt>
                <c:pt idx="6155">
                  <c:v>98.3</c:v>
                </c:pt>
                <c:pt idx="6156">
                  <c:v>97.74</c:v>
                </c:pt>
                <c:pt idx="6157">
                  <c:v>96.33</c:v>
                </c:pt>
                <c:pt idx="6158">
                  <c:v>96.67</c:v>
                </c:pt>
                <c:pt idx="6159">
                  <c:v>96.21</c:v>
                </c:pt>
                <c:pt idx="6160">
                  <c:v>96.9</c:v>
                </c:pt>
                <c:pt idx="6161">
                  <c:v>98.2</c:v>
                </c:pt>
                <c:pt idx="6162">
                  <c:v>98.14</c:v>
                </c:pt>
                <c:pt idx="6163">
                  <c:v>97.37</c:v>
                </c:pt>
                <c:pt idx="6164">
                  <c:v>97.53</c:v>
                </c:pt>
                <c:pt idx="6165">
                  <c:v>97.55</c:v>
                </c:pt>
                <c:pt idx="6166">
                  <c:v>97.27</c:v>
                </c:pt>
                <c:pt idx="6167">
                  <c:v>97.68</c:v>
                </c:pt>
                <c:pt idx="6168">
                  <c:v>98.72</c:v>
                </c:pt>
                <c:pt idx="6169">
                  <c:v>98.72</c:v>
                </c:pt>
                <c:pt idx="6170">
                  <c:v>98.51</c:v>
                </c:pt>
                <c:pt idx="6171">
                  <c:v>97.03</c:v>
                </c:pt>
                <c:pt idx="6172">
                  <c:v>97.64</c:v>
                </c:pt>
                <c:pt idx="6173">
                  <c:v>98.35</c:v>
                </c:pt>
                <c:pt idx="6174">
                  <c:v>98.17</c:v>
                </c:pt>
                <c:pt idx="6175">
                  <c:v>99.33</c:v>
                </c:pt>
                <c:pt idx="6176">
                  <c:v>99.57</c:v>
                </c:pt>
                <c:pt idx="6177">
                  <c:v>99.74</c:v>
                </c:pt>
                <c:pt idx="6178">
                  <c:v>100.11</c:v>
                </c:pt>
                <c:pt idx="6179">
                  <c:v>99.11</c:v>
                </c:pt>
                <c:pt idx="6180">
                  <c:v>99.58</c:v>
                </c:pt>
                <c:pt idx="6181">
                  <c:v>100.39</c:v>
                </c:pt>
                <c:pt idx="6182">
                  <c:v>99.89</c:v>
                </c:pt>
                <c:pt idx="6183">
                  <c:v>99.54</c:v>
                </c:pt>
                <c:pt idx="6184">
                  <c:v>99.38</c:v>
                </c:pt>
                <c:pt idx="6185">
                  <c:v>99.08</c:v>
                </c:pt>
                <c:pt idx="6186">
                  <c:v>99.13</c:v>
                </c:pt>
                <c:pt idx="6187">
                  <c:v>97.94</c:v>
                </c:pt>
                <c:pt idx="6188">
                  <c:v>99.45</c:v>
                </c:pt>
                <c:pt idx="6189">
                  <c:v>99.36</c:v>
                </c:pt>
                <c:pt idx="6190">
                  <c:v>98.85</c:v>
                </c:pt>
                <c:pt idx="6191">
                  <c:v>98.75</c:v>
                </c:pt>
                <c:pt idx="6192">
                  <c:v>98.43</c:v>
                </c:pt>
                <c:pt idx="6193">
                  <c:v>98.99</c:v>
                </c:pt>
                <c:pt idx="6194">
                  <c:v>98.24</c:v>
                </c:pt>
                <c:pt idx="6195">
                  <c:v>98.27</c:v>
                </c:pt>
                <c:pt idx="6196">
                  <c:v>98</c:v>
                </c:pt>
                <c:pt idx="6197">
                  <c:v>97.36</c:v>
                </c:pt>
                <c:pt idx="6198">
                  <c:v>97.27</c:v>
                </c:pt>
                <c:pt idx="6199">
                  <c:v>97.48</c:v>
                </c:pt>
                <c:pt idx="6200">
                  <c:v>96.71</c:v>
                </c:pt>
                <c:pt idx="6201">
                  <c:v>96.88</c:v>
                </c:pt>
                <c:pt idx="6202">
                  <c:v>97.34</c:v>
                </c:pt>
                <c:pt idx="6203">
                  <c:v>98.16</c:v>
                </c:pt>
                <c:pt idx="6204">
                  <c:v>98.58</c:v>
                </c:pt>
                <c:pt idx="6205">
                  <c:v>98.57</c:v>
                </c:pt>
                <c:pt idx="6206">
                  <c:v>98.16</c:v>
                </c:pt>
                <c:pt idx="6207">
                  <c:v>98.77</c:v>
                </c:pt>
                <c:pt idx="6208">
                  <c:v>97.91</c:v>
                </c:pt>
                <c:pt idx="6209">
                  <c:v>97.72</c:v>
                </c:pt>
                <c:pt idx="6210">
                  <c:v>98.19</c:v>
                </c:pt>
                <c:pt idx="6211">
                  <c:v>98.14</c:v>
                </c:pt>
                <c:pt idx="6212">
                  <c:v>97.38</c:v>
                </c:pt>
                <c:pt idx="6213">
                  <c:v>97.28</c:v>
                </c:pt>
                <c:pt idx="6214">
                  <c:v>97.42</c:v>
                </c:pt>
                <c:pt idx="6215">
                  <c:v>97.68</c:v>
                </c:pt>
                <c:pt idx="6216">
                  <c:v>98.19</c:v>
                </c:pt>
                <c:pt idx="6217">
                  <c:v>98.51</c:v>
                </c:pt>
                <c:pt idx="6218">
                  <c:v>98.36</c:v>
                </c:pt>
                <c:pt idx="6219">
                  <c:v>98.67</c:v>
                </c:pt>
                <c:pt idx="6220">
                  <c:v>98.6</c:v>
                </c:pt>
                <c:pt idx="6221">
                  <c:v>98.5</c:v>
                </c:pt>
                <c:pt idx="6222">
                  <c:v>98.66</c:v>
                </c:pt>
                <c:pt idx="6223">
                  <c:v>98.09</c:v>
                </c:pt>
                <c:pt idx="6224">
                  <c:v>99.05</c:v>
                </c:pt>
                <c:pt idx="6225">
                  <c:v>99.16</c:v>
                </c:pt>
                <c:pt idx="6226">
                  <c:v>99.64</c:v>
                </c:pt>
                <c:pt idx="6227">
                  <c:v>99.25</c:v>
                </c:pt>
                <c:pt idx="6228">
                  <c:v>100.01</c:v>
                </c:pt>
                <c:pt idx="6229">
                  <c:v>100.19</c:v>
                </c:pt>
                <c:pt idx="6230">
                  <c:v>99.99</c:v>
                </c:pt>
                <c:pt idx="6231">
                  <c:v>100.14</c:v>
                </c:pt>
                <c:pt idx="6232">
                  <c:v>100.03</c:v>
                </c:pt>
                <c:pt idx="6233">
                  <c:v>101.16</c:v>
                </c:pt>
                <c:pt idx="6234">
                  <c:v>101.27</c:v>
                </c:pt>
                <c:pt idx="6235">
                  <c:v>101.67</c:v>
                </c:pt>
                <c:pt idx="6236">
                  <c:v>101.28</c:v>
                </c:pt>
                <c:pt idx="6237">
                  <c:v>102.16</c:v>
                </c:pt>
                <c:pt idx="6238">
                  <c:v>102.33</c:v>
                </c:pt>
                <c:pt idx="6239">
                  <c:v>102.44</c:v>
                </c:pt>
                <c:pt idx="6240">
                  <c:v>102.94</c:v>
                </c:pt>
                <c:pt idx="6241">
                  <c:v>102.51</c:v>
                </c:pt>
                <c:pt idx="6242">
                  <c:v>102.36</c:v>
                </c:pt>
                <c:pt idx="6243">
                  <c:v>101.79</c:v>
                </c:pt>
                <c:pt idx="6244">
                  <c:v>102.91</c:v>
                </c:pt>
                <c:pt idx="6245">
                  <c:v>103.27</c:v>
                </c:pt>
                <c:pt idx="6246">
                  <c:v>102.85</c:v>
                </c:pt>
                <c:pt idx="6247">
                  <c:v>102.42</c:v>
                </c:pt>
                <c:pt idx="6248">
                  <c:v>103.38</c:v>
                </c:pt>
                <c:pt idx="6249">
                  <c:v>103.21</c:v>
                </c:pt>
                <c:pt idx="6250">
                  <c:v>103.02</c:v>
                </c:pt>
                <c:pt idx="6251">
                  <c:v>102.67</c:v>
                </c:pt>
                <c:pt idx="6252">
                  <c:v>104.29</c:v>
                </c:pt>
                <c:pt idx="6253">
                  <c:v>104.25</c:v>
                </c:pt>
                <c:pt idx="6254">
                  <c:v>104.1</c:v>
                </c:pt>
                <c:pt idx="6255">
                  <c:v>104.11</c:v>
                </c:pt>
                <c:pt idx="6256">
                  <c:v>104.25</c:v>
                </c:pt>
                <c:pt idx="6257">
                  <c:v>104.38</c:v>
                </c:pt>
                <c:pt idx="6258">
                  <c:v>104.81</c:v>
                </c:pt>
                <c:pt idx="6259">
                  <c:v>105.17</c:v>
                </c:pt>
                <c:pt idx="6260">
                  <c:v>105.15</c:v>
                </c:pt>
                <c:pt idx="6261">
                  <c:v>105.31</c:v>
                </c:pt>
                <c:pt idx="6262">
                  <c:v>105.25</c:v>
                </c:pt>
                <c:pt idx="6263">
                  <c:v>104.81</c:v>
                </c:pt>
                <c:pt idx="6264">
                  <c:v>104.86</c:v>
                </c:pt>
                <c:pt idx="6265">
                  <c:v>104.22</c:v>
                </c:pt>
                <c:pt idx="6266">
                  <c:v>104.6</c:v>
                </c:pt>
                <c:pt idx="6267">
                  <c:v>104.86</c:v>
                </c:pt>
                <c:pt idx="6268">
                  <c:v>104.82</c:v>
                </c:pt>
                <c:pt idx="6269">
                  <c:v>104.18</c:v>
                </c:pt>
                <c:pt idx="6270">
                  <c:v>103</c:v>
                </c:pt>
                <c:pt idx="6271">
                  <c:v>104.22</c:v>
                </c:pt>
                <c:pt idx="6272">
                  <c:v>104.56</c:v>
                </c:pt>
                <c:pt idx="6273">
                  <c:v>104.35</c:v>
                </c:pt>
                <c:pt idx="6274">
                  <c:v>104.32</c:v>
                </c:pt>
                <c:pt idx="6275">
                  <c:v>104.18</c:v>
                </c:pt>
                <c:pt idx="6276">
                  <c:v>104.3</c:v>
                </c:pt>
                <c:pt idx="6277">
                  <c:v>104.52</c:v>
                </c:pt>
                <c:pt idx="6278">
                  <c:v>103.26</c:v>
                </c:pt>
                <c:pt idx="6279">
                  <c:v>102.31</c:v>
                </c:pt>
                <c:pt idx="6280">
                  <c:v>102.55</c:v>
                </c:pt>
                <c:pt idx="6281">
                  <c:v>102.94</c:v>
                </c:pt>
                <c:pt idx="6282">
                  <c:v>102.29</c:v>
                </c:pt>
                <c:pt idx="6283">
                  <c:v>102.72</c:v>
                </c:pt>
                <c:pt idx="6284">
                  <c:v>102.04</c:v>
                </c:pt>
                <c:pt idx="6285">
                  <c:v>100.98</c:v>
                </c:pt>
                <c:pt idx="6286">
                  <c:v>101.64</c:v>
                </c:pt>
                <c:pt idx="6287">
                  <c:v>101.45</c:v>
                </c:pt>
                <c:pt idx="6288">
                  <c:v>102.11</c:v>
                </c:pt>
                <c:pt idx="6289">
                  <c:v>102.3</c:v>
                </c:pt>
                <c:pt idx="6290">
                  <c:v>102.26</c:v>
                </c:pt>
                <c:pt idx="6291">
                  <c:v>102.63</c:v>
                </c:pt>
                <c:pt idx="6292">
                  <c:v>102.53</c:v>
                </c:pt>
                <c:pt idx="6293">
                  <c:v>102.17</c:v>
                </c:pt>
                <c:pt idx="6294">
                  <c:v>101.8</c:v>
                </c:pt>
                <c:pt idx="6295">
                  <c:v>101.92</c:v>
                </c:pt>
                <c:pt idx="6296">
                  <c:v>102.36</c:v>
                </c:pt>
                <c:pt idx="6297">
                  <c:v>102.31</c:v>
                </c:pt>
                <c:pt idx="6298">
                  <c:v>102.28</c:v>
                </c:pt>
                <c:pt idx="6299">
                  <c:v>102.51</c:v>
                </c:pt>
                <c:pt idx="6300">
                  <c:v>102.51</c:v>
                </c:pt>
                <c:pt idx="6301">
                  <c:v>102.24</c:v>
                </c:pt>
                <c:pt idx="6302">
                  <c:v>102.38</c:v>
                </c:pt>
                <c:pt idx="6303">
                  <c:v>102.13</c:v>
                </c:pt>
                <c:pt idx="6304">
                  <c:v>101.8</c:v>
                </c:pt>
                <c:pt idx="6305">
                  <c:v>101.45</c:v>
                </c:pt>
                <c:pt idx="6306">
                  <c:v>102.21</c:v>
                </c:pt>
                <c:pt idx="6307">
                  <c:v>102.3</c:v>
                </c:pt>
                <c:pt idx="6308">
                  <c:v>103.07</c:v>
                </c:pt>
                <c:pt idx="6309">
                  <c:v>103.28</c:v>
                </c:pt>
                <c:pt idx="6310">
                  <c:v>103.27</c:v>
                </c:pt>
                <c:pt idx="6311">
                  <c:v>103.02</c:v>
                </c:pt>
                <c:pt idx="6312">
                  <c:v>102.76</c:v>
                </c:pt>
                <c:pt idx="6313">
                  <c:v>101.84</c:v>
                </c:pt>
                <c:pt idx="6314">
                  <c:v>101.36</c:v>
                </c:pt>
                <c:pt idx="6315">
                  <c:v>101.77</c:v>
                </c:pt>
                <c:pt idx="6316">
                  <c:v>101.44</c:v>
                </c:pt>
                <c:pt idx="6317">
                  <c:v>102.32</c:v>
                </c:pt>
                <c:pt idx="6318">
                  <c:v>102.39</c:v>
                </c:pt>
                <c:pt idx="6319">
                  <c:v>102.25</c:v>
                </c:pt>
                <c:pt idx="6320">
                  <c:v>102.24</c:v>
                </c:pt>
                <c:pt idx="6321">
                  <c:v>102.26</c:v>
                </c:pt>
                <c:pt idx="6322">
                  <c:v>102.04</c:v>
                </c:pt>
                <c:pt idx="6323">
                  <c:v>102.18</c:v>
                </c:pt>
                <c:pt idx="6324">
                  <c:v>102.83</c:v>
                </c:pt>
                <c:pt idx="6325">
                  <c:v>103.23</c:v>
                </c:pt>
                <c:pt idx="6326">
                  <c:v>103.65</c:v>
                </c:pt>
                <c:pt idx="6327">
                  <c:v>103.88</c:v>
                </c:pt>
                <c:pt idx="6328">
                  <c:v>103.93</c:v>
                </c:pt>
                <c:pt idx="6329">
                  <c:v>103.29</c:v>
                </c:pt>
                <c:pt idx="6330">
                  <c:v>103.1</c:v>
                </c:pt>
                <c:pt idx="6331">
                  <c:v>101.81</c:v>
                </c:pt>
                <c:pt idx="6332">
                  <c:v>102</c:v>
                </c:pt>
                <c:pt idx="6333">
                  <c:v>101.53</c:v>
                </c:pt>
                <c:pt idx="6334">
                  <c:v>101.62</c:v>
                </c:pt>
                <c:pt idx="6335">
                  <c:v>101.85</c:v>
                </c:pt>
                <c:pt idx="6336">
                  <c:v>101.92</c:v>
                </c:pt>
                <c:pt idx="6337">
                  <c:v>102.23</c:v>
                </c:pt>
                <c:pt idx="6338">
                  <c:v>102.39</c:v>
                </c:pt>
                <c:pt idx="6339">
                  <c:v>102.43</c:v>
                </c:pt>
                <c:pt idx="6340">
                  <c:v>102.62</c:v>
                </c:pt>
                <c:pt idx="6341">
                  <c:v>102.62</c:v>
                </c:pt>
                <c:pt idx="6342">
                  <c:v>102.54</c:v>
                </c:pt>
                <c:pt idx="6343">
                  <c:v>102.32</c:v>
                </c:pt>
                <c:pt idx="6344">
                  <c:v>102.16</c:v>
                </c:pt>
                <c:pt idx="6345">
                  <c:v>102.49</c:v>
                </c:pt>
                <c:pt idx="6346">
                  <c:v>102.64</c:v>
                </c:pt>
                <c:pt idx="6347">
                  <c:v>102.24</c:v>
                </c:pt>
                <c:pt idx="6348">
                  <c:v>102.33</c:v>
                </c:pt>
                <c:pt idx="6349">
                  <c:v>102.2</c:v>
                </c:pt>
                <c:pt idx="6350">
                  <c:v>102.14</c:v>
                </c:pt>
                <c:pt idx="6351">
                  <c:v>101.68</c:v>
                </c:pt>
                <c:pt idx="6352">
                  <c:v>101.9</c:v>
                </c:pt>
                <c:pt idx="6353">
                  <c:v>101.66</c:v>
                </c:pt>
                <c:pt idx="6354">
                  <c:v>101.86</c:v>
                </c:pt>
                <c:pt idx="6355">
                  <c:v>102.13</c:v>
                </c:pt>
                <c:pt idx="6356">
                  <c:v>102.26</c:v>
                </c:pt>
                <c:pt idx="6357">
                  <c:v>101.9</c:v>
                </c:pt>
                <c:pt idx="6358">
                  <c:v>101.58</c:v>
                </c:pt>
                <c:pt idx="6359">
                  <c:v>101.5</c:v>
                </c:pt>
                <c:pt idx="6360">
                  <c:v>101.5</c:v>
                </c:pt>
                <c:pt idx="6361">
                  <c:v>101.33</c:v>
                </c:pt>
                <c:pt idx="6362">
                  <c:v>101.37</c:v>
                </c:pt>
                <c:pt idx="6363">
                  <c:v>101.74</c:v>
                </c:pt>
                <c:pt idx="6364">
                  <c:v>101.97</c:v>
                </c:pt>
                <c:pt idx="6365">
                  <c:v>101.94</c:v>
                </c:pt>
                <c:pt idx="6366">
                  <c:v>101.98</c:v>
                </c:pt>
                <c:pt idx="6367">
                  <c:v>101.85</c:v>
                </c:pt>
                <c:pt idx="6368">
                  <c:v>101.79</c:v>
                </c:pt>
                <c:pt idx="6369">
                  <c:v>101.77</c:v>
                </c:pt>
                <c:pt idx="6370">
                  <c:v>102.38</c:v>
                </c:pt>
                <c:pt idx="6371">
                  <c:v>102.51</c:v>
                </c:pt>
                <c:pt idx="6372">
                  <c:v>102.75</c:v>
                </c:pt>
                <c:pt idx="6373">
                  <c:v>102.41</c:v>
                </c:pt>
                <c:pt idx="6374">
                  <c:v>102.48</c:v>
                </c:pt>
                <c:pt idx="6375">
                  <c:v>102.53</c:v>
                </c:pt>
                <c:pt idx="6376">
                  <c:v>102.35</c:v>
                </c:pt>
                <c:pt idx="6377">
                  <c:v>102.07</c:v>
                </c:pt>
                <c:pt idx="6378">
                  <c:v>101.7</c:v>
                </c:pt>
                <c:pt idx="6379">
                  <c:v>102.04</c:v>
                </c:pt>
                <c:pt idx="6380">
                  <c:v>101.83</c:v>
                </c:pt>
                <c:pt idx="6381">
                  <c:v>102.15</c:v>
                </c:pt>
                <c:pt idx="6382">
                  <c:v>101.93</c:v>
                </c:pt>
                <c:pt idx="6383">
                  <c:v>101.94</c:v>
                </c:pt>
                <c:pt idx="6384">
                  <c:v>102.07</c:v>
                </c:pt>
                <c:pt idx="6385">
                  <c:v>101.93</c:v>
                </c:pt>
                <c:pt idx="6386">
                  <c:v>101.97</c:v>
                </c:pt>
                <c:pt idx="6387">
                  <c:v>101.87</c:v>
                </c:pt>
                <c:pt idx="6388">
                  <c:v>101.73</c:v>
                </c:pt>
                <c:pt idx="6389">
                  <c:v>101.42</c:v>
                </c:pt>
                <c:pt idx="6390">
                  <c:v>101.33</c:v>
                </c:pt>
                <c:pt idx="6391">
                  <c:v>101.53</c:v>
                </c:pt>
                <c:pt idx="6392">
                  <c:v>101.77</c:v>
                </c:pt>
                <c:pt idx="6393">
                  <c:v>102.19</c:v>
                </c:pt>
                <c:pt idx="6394">
                  <c:v>102.06</c:v>
                </c:pt>
                <c:pt idx="6395">
                  <c:v>101.86</c:v>
                </c:pt>
                <c:pt idx="6396">
                  <c:v>101.57</c:v>
                </c:pt>
                <c:pt idx="6397">
                  <c:v>101.64</c:v>
                </c:pt>
                <c:pt idx="6398">
                  <c:v>101.34</c:v>
                </c:pt>
                <c:pt idx="6399">
                  <c:v>101.3</c:v>
                </c:pt>
                <c:pt idx="6400">
                  <c:v>101.54</c:v>
                </c:pt>
                <c:pt idx="6401">
                  <c:v>101.68</c:v>
                </c:pt>
                <c:pt idx="6402">
                  <c:v>101.67</c:v>
                </c:pt>
                <c:pt idx="6403">
                  <c:v>101.18</c:v>
                </c:pt>
                <c:pt idx="6404">
                  <c:v>101.34</c:v>
                </c:pt>
                <c:pt idx="6405">
                  <c:v>101.4</c:v>
                </c:pt>
                <c:pt idx="6406">
                  <c:v>101.46</c:v>
                </c:pt>
                <c:pt idx="6407">
                  <c:v>101.48</c:v>
                </c:pt>
                <c:pt idx="6408">
                  <c:v>101.82</c:v>
                </c:pt>
                <c:pt idx="6409">
                  <c:v>101.84</c:v>
                </c:pt>
                <c:pt idx="6410">
                  <c:v>101.86</c:v>
                </c:pt>
                <c:pt idx="6411">
                  <c:v>102.12</c:v>
                </c:pt>
                <c:pt idx="6412">
                  <c:v>102.79</c:v>
                </c:pt>
                <c:pt idx="6413">
                  <c:v>102.8</c:v>
                </c:pt>
                <c:pt idx="6414">
                  <c:v>102.61</c:v>
                </c:pt>
                <c:pt idx="6415">
                  <c:v>102.57</c:v>
                </c:pt>
                <c:pt idx="6416">
                  <c:v>102.6</c:v>
                </c:pt>
                <c:pt idx="6417">
                  <c:v>102.1</c:v>
                </c:pt>
                <c:pt idx="6418">
                  <c:v>102.1</c:v>
                </c:pt>
                <c:pt idx="6419">
                  <c:v>102.04</c:v>
                </c:pt>
                <c:pt idx="6420">
                  <c:v>102.19</c:v>
                </c:pt>
                <c:pt idx="6421">
                  <c:v>102.26</c:v>
                </c:pt>
                <c:pt idx="6422">
                  <c:v>102.42</c:v>
                </c:pt>
                <c:pt idx="6423">
                  <c:v>102.45</c:v>
                </c:pt>
                <c:pt idx="6424">
                  <c:v>102.36</c:v>
                </c:pt>
                <c:pt idx="6425">
                  <c:v>102.57</c:v>
                </c:pt>
                <c:pt idx="6426">
                  <c:v>102.92</c:v>
                </c:pt>
                <c:pt idx="6427">
                  <c:v>103.76</c:v>
                </c:pt>
                <c:pt idx="6428">
                  <c:v>103.85</c:v>
                </c:pt>
                <c:pt idx="6429">
                  <c:v>103.95</c:v>
                </c:pt>
                <c:pt idx="6430">
                  <c:v>104.05</c:v>
                </c:pt>
                <c:pt idx="6431">
                  <c:v>104.06</c:v>
                </c:pt>
                <c:pt idx="6432">
                  <c:v>103.88</c:v>
                </c:pt>
                <c:pt idx="6433">
                  <c:v>103.72</c:v>
                </c:pt>
                <c:pt idx="6434">
                  <c:v>104.09</c:v>
                </c:pt>
                <c:pt idx="6435">
                  <c:v>104.35</c:v>
                </c:pt>
                <c:pt idx="6436">
                  <c:v>105.09</c:v>
                </c:pt>
                <c:pt idx="6437">
                  <c:v>104.79</c:v>
                </c:pt>
                <c:pt idx="6438">
                  <c:v>105.27</c:v>
                </c:pt>
                <c:pt idx="6439">
                  <c:v>105.09</c:v>
                </c:pt>
                <c:pt idx="6440">
                  <c:v>106.03</c:v>
                </c:pt>
                <c:pt idx="6441">
                  <c:v>106.2</c:v>
                </c:pt>
                <c:pt idx="6442">
                  <c:v>106.86</c:v>
                </c:pt>
                <c:pt idx="6443">
                  <c:v>107.11</c:v>
                </c:pt>
                <c:pt idx="6444">
                  <c:v>107.34</c:v>
                </c:pt>
                <c:pt idx="6445">
                  <c:v>107.19</c:v>
                </c:pt>
                <c:pt idx="6446">
                  <c:v>107.13</c:v>
                </c:pt>
                <c:pt idx="6447">
                  <c:v>108.37</c:v>
                </c:pt>
                <c:pt idx="6448">
                  <c:v>108.69</c:v>
                </c:pt>
                <c:pt idx="6449">
                  <c:v>109.04</c:v>
                </c:pt>
                <c:pt idx="6450">
                  <c:v>108.84</c:v>
                </c:pt>
                <c:pt idx="6451">
                  <c:v>108.89</c:v>
                </c:pt>
                <c:pt idx="6452">
                  <c:v>109.04</c:v>
                </c:pt>
                <c:pt idx="6453">
                  <c:v>108.75</c:v>
                </c:pt>
                <c:pt idx="6454">
                  <c:v>109.29</c:v>
                </c:pt>
                <c:pt idx="6455">
                  <c:v>109.5</c:v>
                </c:pt>
                <c:pt idx="6456">
                  <c:v>109.65</c:v>
                </c:pt>
                <c:pt idx="6457">
                  <c:v>108.89</c:v>
                </c:pt>
                <c:pt idx="6458">
                  <c:v>108.42</c:v>
                </c:pt>
                <c:pt idx="6459">
                  <c:v>109.76</c:v>
                </c:pt>
                <c:pt idx="6460">
                  <c:v>108.78</c:v>
                </c:pt>
                <c:pt idx="6461">
                  <c:v>108.03</c:v>
                </c:pt>
                <c:pt idx="6462">
                  <c:v>108.08</c:v>
                </c:pt>
                <c:pt idx="6463">
                  <c:v>107.84</c:v>
                </c:pt>
                <c:pt idx="6464">
                  <c:v>107.66</c:v>
                </c:pt>
                <c:pt idx="6465">
                  <c:v>106.86</c:v>
                </c:pt>
                <c:pt idx="6466">
                  <c:v>107.05</c:v>
                </c:pt>
                <c:pt idx="6467">
                  <c:v>105.92</c:v>
                </c:pt>
                <c:pt idx="6468">
                  <c:v>106.33</c:v>
                </c:pt>
                <c:pt idx="6469">
                  <c:v>106.88</c:v>
                </c:pt>
                <c:pt idx="6470">
                  <c:v>106.95</c:v>
                </c:pt>
                <c:pt idx="6471">
                  <c:v>107</c:v>
                </c:pt>
                <c:pt idx="6472">
                  <c:v>107.14</c:v>
                </c:pt>
                <c:pt idx="6473">
                  <c:v>108.27</c:v>
                </c:pt>
                <c:pt idx="6474">
                  <c:v>108.16</c:v>
                </c:pt>
                <c:pt idx="6475">
                  <c:v>107.82</c:v>
                </c:pt>
                <c:pt idx="6476">
                  <c:v>108.16</c:v>
                </c:pt>
                <c:pt idx="6477">
                  <c:v>108.89</c:v>
                </c:pt>
                <c:pt idx="6478">
                  <c:v>109.21</c:v>
                </c:pt>
                <c:pt idx="6479">
                  <c:v>112.32</c:v>
                </c:pt>
                <c:pt idx="6480">
                  <c:v>114.05</c:v>
                </c:pt>
                <c:pt idx="6481">
                  <c:v>113.6</c:v>
                </c:pt>
                <c:pt idx="6482">
                  <c:v>114.64</c:v>
                </c:pt>
                <c:pt idx="6483">
                  <c:v>115.21</c:v>
                </c:pt>
                <c:pt idx="6484">
                  <c:v>114.6</c:v>
                </c:pt>
                <c:pt idx="6485">
                  <c:v>114.86</c:v>
                </c:pt>
                <c:pt idx="6486">
                  <c:v>115.78</c:v>
                </c:pt>
                <c:pt idx="6487">
                  <c:v>115.49</c:v>
                </c:pt>
                <c:pt idx="6488">
                  <c:v>115.77</c:v>
                </c:pt>
                <c:pt idx="6489">
                  <c:v>116.29</c:v>
                </c:pt>
                <c:pt idx="6490">
                  <c:v>116.65</c:v>
                </c:pt>
                <c:pt idx="6491">
                  <c:v>116.86</c:v>
                </c:pt>
                <c:pt idx="6492">
                  <c:v>117.97</c:v>
                </c:pt>
                <c:pt idx="6493">
                  <c:v>118.21</c:v>
                </c:pt>
                <c:pt idx="6494">
                  <c:v>117.79</c:v>
                </c:pt>
                <c:pt idx="6495">
                  <c:v>118.27</c:v>
                </c:pt>
                <c:pt idx="6496">
                  <c:v>117.97</c:v>
                </c:pt>
                <c:pt idx="6497">
                  <c:v>117.73</c:v>
                </c:pt>
                <c:pt idx="6498">
                  <c:v>117.71</c:v>
                </c:pt>
                <c:pt idx="6499">
                  <c:v>118.63</c:v>
                </c:pt>
                <c:pt idx="6500">
                  <c:v>118.4</c:v>
                </c:pt>
                <c:pt idx="6501">
                  <c:v>119.21</c:v>
                </c:pt>
                <c:pt idx="6502">
                  <c:v>119.79</c:v>
                </c:pt>
                <c:pt idx="6503">
                  <c:v>119.78</c:v>
                </c:pt>
                <c:pt idx="6504">
                  <c:v>121.46</c:v>
                </c:pt>
                <c:pt idx="6505">
                  <c:v>120.69</c:v>
                </c:pt>
                <c:pt idx="6506">
                  <c:v>119.69</c:v>
                </c:pt>
                <c:pt idx="6507">
                  <c:v>117.82</c:v>
                </c:pt>
                <c:pt idx="6508">
                  <c:v>118.65</c:v>
                </c:pt>
                <c:pt idx="6509">
                  <c:v>118.75</c:v>
                </c:pt>
                <c:pt idx="6510">
                  <c:v>117.82</c:v>
                </c:pt>
                <c:pt idx="6511">
                  <c:v>116.41</c:v>
                </c:pt>
                <c:pt idx="6512">
                  <c:v>118.65</c:v>
                </c:pt>
                <c:pt idx="6513">
                  <c:v>118.84</c:v>
                </c:pt>
                <c:pt idx="6514">
                  <c:v>119.5</c:v>
                </c:pt>
                <c:pt idx="6515">
                  <c:v>120.05</c:v>
                </c:pt>
                <c:pt idx="6516">
                  <c:v>120.69</c:v>
                </c:pt>
                <c:pt idx="6517">
                  <c:v>120.51</c:v>
                </c:pt>
                <c:pt idx="6518">
                  <c:v>120.1</c:v>
                </c:pt>
                <c:pt idx="6519">
                  <c:v>120.31</c:v>
                </c:pt>
                <c:pt idx="6520">
                  <c:v>120.67</c:v>
                </c:pt>
                <c:pt idx="6521">
                  <c:v>119.48</c:v>
                </c:pt>
                <c:pt idx="6522">
                  <c:v>119.78</c:v>
                </c:pt>
                <c:pt idx="6523">
                  <c:v>119.74</c:v>
                </c:pt>
                <c:pt idx="6524">
                  <c:v>120.5</c:v>
                </c:pt>
                <c:pt idx="6525">
                  <c:v>119.64</c:v>
                </c:pt>
                <c:pt idx="6526">
                  <c:v>118.39</c:v>
                </c:pt>
                <c:pt idx="6527">
                  <c:v>119.26</c:v>
                </c:pt>
                <c:pt idx="6528">
                  <c:v>119.66</c:v>
                </c:pt>
                <c:pt idx="6529">
                  <c:v>118.5</c:v>
                </c:pt>
                <c:pt idx="6530">
                  <c:v>118.35</c:v>
                </c:pt>
                <c:pt idx="6531">
                  <c:v>117.93</c:v>
                </c:pt>
                <c:pt idx="6532">
                  <c:v>117.33</c:v>
                </c:pt>
                <c:pt idx="6533">
                  <c:v>116.17</c:v>
                </c:pt>
                <c:pt idx="6534">
                  <c:v>117.51</c:v>
                </c:pt>
                <c:pt idx="6535">
                  <c:v>117.56</c:v>
                </c:pt>
                <c:pt idx="6536">
                  <c:v>118.82</c:v>
                </c:pt>
                <c:pt idx="6537">
                  <c:v>117.97</c:v>
                </c:pt>
                <c:pt idx="6538">
                  <c:v>118.49</c:v>
                </c:pt>
                <c:pt idx="6539">
                  <c:v>117.77</c:v>
                </c:pt>
                <c:pt idx="6540">
                  <c:v>118.46</c:v>
                </c:pt>
                <c:pt idx="6541">
                  <c:v>117.87</c:v>
                </c:pt>
                <c:pt idx="6542">
                  <c:v>117.54</c:v>
                </c:pt>
                <c:pt idx="6543">
                  <c:v>118.29</c:v>
                </c:pt>
                <c:pt idx="6544">
                  <c:v>117.49</c:v>
                </c:pt>
                <c:pt idx="6545">
                  <c:v>117.57</c:v>
                </c:pt>
                <c:pt idx="6546">
                  <c:v>117.57</c:v>
                </c:pt>
                <c:pt idx="6547">
                  <c:v>117.28</c:v>
                </c:pt>
                <c:pt idx="6548">
                  <c:v>117.53</c:v>
                </c:pt>
                <c:pt idx="6549">
                  <c:v>119.12</c:v>
                </c:pt>
                <c:pt idx="6550">
                  <c:v>118.64</c:v>
                </c:pt>
                <c:pt idx="6551">
                  <c:v>119.43</c:v>
                </c:pt>
                <c:pt idx="6552">
                  <c:v>120.46</c:v>
                </c:pt>
                <c:pt idx="6553">
                  <c:v>119.11</c:v>
                </c:pt>
                <c:pt idx="6554">
                  <c:v>118.75</c:v>
                </c:pt>
                <c:pt idx="6555">
                  <c:v>118.48</c:v>
                </c:pt>
                <c:pt idx="6556">
                  <c:v>119.25</c:v>
                </c:pt>
                <c:pt idx="6557">
                  <c:v>118.79</c:v>
                </c:pt>
                <c:pt idx="6558">
                  <c:v>118.95</c:v>
                </c:pt>
                <c:pt idx="6559">
                  <c:v>119.03</c:v>
                </c:pt>
                <c:pt idx="6560">
                  <c:v>118.81</c:v>
                </c:pt>
                <c:pt idx="6561">
                  <c:v>118.97</c:v>
                </c:pt>
                <c:pt idx="6562">
                  <c:v>118.86</c:v>
                </c:pt>
                <c:pt idx="6563">
                  <c:v>119.41</c:v>
                </c:pt>
                <c:pt idx="6564">
                  <c:v>119.63</c:v>
                </c:pt>
                <c:pt idx="6565">
                  <c:v>120.13</c:v>
                </c:pt>
                <c:pt idx="6566">
                  <c:v>119.73</c:v>
                </c:pt>
                <c:pt idx="6567">
                  <c:v>119.68</c:v>
                </c:pt>
                <c:pt idx="6568">
                  <c:v>120.13</c:v>
                </c:pt>
                <c:pt idx="6569">
                  <c:v>120.83</c:v>
                </c:pt>
                <c:pt idx="6570">
                  <c:v>121.15</c:v>
                </c:pt>
                <c:pt idx="6571">
                  <c:v>121.13</c:v>
                </c:pt>
                <c:pt idx="6572">
                  <c:v>121.45</c:v>
                </c:pt>
                <c:pt idx="6573">
                  <c:v>121.29</c:v>
                </c:pt>
                <c:pt idx="6574">
                  <c:v>121.4</c:v>
                </c:pt>
                <c:pt idx="6575">
                  <c:v>121.34</c:v>
                </c:pt>
                <c:pt idx="6576">
                  <c:v>121.37</c:v>
                </c:pt>
                <c:pt idx="6577">
                  <c:v>120.11</c:v>
                </c:pt>
                <c:pt idx="6578">
                  <c:v>120.78</c:v>
                </c:pt>
                <c:pt idx="6579">
                  <c:v>120.04</c:v>
                </c:pt>
                <c:pt idx="6580">
                  <c:v>119.73</c:v>
                </c:pt>
                <c:pt idx="6581">
                  <c:v>119.76</c:v>
                </c:pt>
                <c:pt idx="6582">
                  <c:v>119.49</c:v>
                </c:pt>
                <c:pt idx="6583">
                  <c:v>119.19</c:v>
                </c:pt>
                <c:pt idx="6584">
                  <c:v>119.13</c:v>
                </c:pt>
                <c:pt idx="6585">
                  <c:v>120.07</c:v>
                </c:pt>
                <c:pt idx="6586">
                  <c:v>120.13</c:v>
                </c:pt>
                <c:pt idx="6587">
                  <c:v>119.76</c:v>
                </c:pt>
                <c:pt idx="6588">
                  <c:v>119.72</c:v>
                </c:pt>
                <c:pt idx="6589">
                  <c:v>118.97</c:v>
                </c:pt>
                <c:pt idx="6590">
                  <c:v>119.54</c:v>
                </c:pt>
                <c:pt idx="6591">
                  <c:v>120.28</c:v>
                </c:pt>
                <c:pt idx="6592">
                  <c:v>120.13</c:v>
                </c:pt>
                <c:pt idx="6593">
                  <c:v>120.58</c:v>
                </c:pt>
                <c:pt idx="6594">
                  <c:v>120.22</c:v>
                </c:pt>
                <c:pt idx="6595">
                  <c:v>120.13</c:v>
                </c:pt>
                <c:pt idx="6596">
                  <c:v>119.4</c:v>
                </c:pt>
                <c:pt idx="6597">
                  <c:v>119.14</c:v>
                </c:pt>
                <c:pt idx="6598">
                  <c:v>119.02</c:v>
                </c:pt>
                <c:pt idx="6599">
                  <c:v>118.9</c:v>
                </c:pt>
                <c:pt idx="6600">
                  <c:v>119.18</c:v>
                </c:pt>
                <c:pt idx="6601">
                  <c:v>119.67</c:v>
                </c:pt>
                <c:pt idx="6602">
                  <c:v>119.91</c:v>
                </c:pt>
                <c:pt idx="6603">
                  <c:v>119.58</c:v>
                </c:pt>
                <c:pt idx="6604">
                  <c:v>118.99</c:v>
                </c:pt>
                <c:pt idx="6605">
                  <c:v>119.04</c:v>
                </c:pt>
                <c:pt idx="6606">
                  <c:v>118.86</c:v>
                </c:pt>
                <c:pt idx="6607">
                  <c:v>119.02</c:v>
                </c:pt>
                <c:pt idx="6608">
                  <c:v>119.38</c:v>
                </c:pt>
                <c:pt idx="6609">
                  <c:v>120.15</c:v>
                </c:pt>
                <c:pt idx="6610">
                  <c:v>120.13</c:v>
                </c:pt>
                <c:pt idx="6611">
                  <c:v>119.86</c:v>
                </c:pt>
                <c:pt idx="6612">
                  <c:v>119.46</c:v>
                </c:pt>
                <c:pt idx="6613">
                  <c:v>119.74</c:v>
                </c:pt>
                <c:pt idx="6614">
                  <c:v>119.76</c:v>
                </c:pt>
                <c:pt idx="6615">
                  <c:v>120.08</c:v>
                </c:pt>
                <c:pt idx="6616">
                  <c:v>119.87</c:v>
                </c:pt>
                <c:pt idx="6617">
                  <c:v>119.15</c:v>
                </c:pt>
                <c:pt idx="6618">
                  <c:v>119.18</c:v>
                </c:pt>
                <c:pt idx="6619">
                  <c:v>119.25</c:v>
                </c:pt>
                <c:pt idx="6620">
                  <c:v>119.99</c:v>
                </c:pt>
                <c:pt idx="6621">
                  <c:v>120.69</c:v>
                </c:pt>
                <c:pt idx="6622">
                  <c:v>121.35</c:v>
                </c:pt>
                <c:pt idx="6623">
                  <c:v>121.04</c:v>
                </c:pt>
                <c:pt idx="6624">
                  <c:v>121.54</c:v>
                </c:pt>
                <c:pt idx="6625">
                  <c:v>121.56</c:v>
                </c:pt>
                <c:pt idx="6626">
                  <c:v>123.1</c:v>
                </c:pt>
                <c:pt idx="6627">
                  <c:v>123.66</c:v>
                </c:pt>
                <c:pt idx="6628">
                  <c:v>123.95</c:v>
                </c:pt>
                <c:pt idx="6629">
                  <c:v>124.15</c:v>
                </c:pt>
                <c:pt idx="6630">
                  <c:v>124.77</c:v>
                </c:pt>
                <c:pt idx="6631">
                  <c:v>124.11</c:v>
                </c:pt>
                <c:pt idx="6632">
                  <c:v>124.25</c:v>
                </c:pt>
                <c:pt idx="6633">
                  <c:v>124.36</c:v>
                </c:pt>
                <c:pt idx="6634">
                  <c:v>125.63</c:v>
                </c:pt>
                <c:pt idx="6635">
                  <c:v>124.49</c:v>
                </c:pt>
                <c:pt idx="6636">
                  <c:v>124.34</c:v>
                </c:pt>
                <c:pt idx="6637">
                  <c:v>122.68</c:v>
                </c:pt>
                <c:pt idx="6638">
                  <c:v>123.42</c:v>
                </c:pt>
                <c:pt idx="6639">
                  <c:v>123.39</c:v>
                </c:pt>
                <c:pt idx="6640">
                  <c:v>123.42</c:v>
                </c:pt>
                <c:pt idx="6641">
                  <c:v>123.36</c:v>
                </c:pt>
                <c:pt idx="6642">
                  <c:v>123.43</c:v>
                </c:pt>
                <c:pt idx="6643">
                  <c:v>122.96</c:v>
                </c:pt>
                <c:pt idx="6644">
                  <c:v>122.71</c:v>
                </c:pt>
                <c:pt idx="6645">
                  <c:v>123.37</c:v>
                </c:pt>
                <c:pt idx="6646">
                  <c:v>123.94</c:v>
                </c:pt>
                <c:pt idx="6647">
                  <c:v>123.85</c:v>
                </c:pt>
                <c:pt idx="6648">
                  <c:v>123.63</c:v>
                </c:pt>
                <c:pt idx="6649">
                  <c:v>123.85</c:v>
                </c:pt>
                <c:pt idx="6650">
                  <c:v>122.54</c:v>
                </c:pt>
                <c:pt idx="6651">
                  <c:v>122.5</c:v>
                </c:pt>
                <c:pt idx="6652">
                  <c:v>123.17</c:v>
                </c:pt>
                <c:pt idx="6653">
                  <c:v>123.07</c:v>
                </c:pt>
                <c:pt idx="6654">
                  <c:v>122.79</c:v>
                </c:pt>
                <c:pt idx="6655">
                  <c:v>122.57</c:v>
                </c:pt>
                <c:pt idx="6656">
                  <c:v>122.54</c:v>
                </c:pt>
                <c:pt idx="6657">
                  <c:v>120.71</c:v>
                </c:pt>
                <c:pt idx="6658">
                  <c:v>121.34</c:v>
                </c:pt>
                <c:pt idx="6659">
                  <c:v>122.78</c:v>
                </c:pt>
                <c:pt idx="6660">
                  <c:v>123.43</c:v>
                </c:pt>
                <c:pt idx="6661">
                  <c:v>123.4</c:v>
                </c:pt>
                <c:pt idx="6662">
                  <c:v>123.76</c:v>
                </c:pt>
                <c:pt idx="6663">
                  <c:v>124.15</c:v>
                </c:pt>
                <c:pt idx="6664">
                  <c:v>124.09</c:v>
                </c:pt>
                <c:pt idx="6665">
                  <c:v>124.27</c:v>
                </c:pt>
                <c:pt idx="6666">
                  <c:v>123.89</c:v>
                </c:pt>
                <c:pt idx="6667">
                  <c:v>123.97</c:v>
                </c:pt>
                <c:pt idx="6668">
                  <c:v>123.93</c:v>
                </c:pt>
                <c:pt idx="6669">
                  <c:v>123.81</c:v>
                </c:pt>
                <c:pt idx="6670">
                  <c:v>123.25</c:v>
                </c:pt>
                <c:pt idx="6671">
                  <c:v>123.56</c:v>
                </c:pt>
                <c:pt idx="6672">
                  <c:v>123.94</c:v>
                </c:pt>
                <c:pt idx="6673">
                  <c:v>124.14</c:v>
                </c:pt>
                <c:pt idx="6674">
                  <c:v>123.89</c:v>
                </c:pt>
                <c:pt idx="6675">
                  <c:v>124.03</c:v>
                </c:pt>
                <c:pt idx="6676">
                  <c:v>124.38</c:v>
                </c:pt>
                <c:pt idx="6677">
                  <c:v>124.87</c:v>
                </c:pt>
                <c:pt idx="6678">
                  <c:v>124.74</c:v>
                </c:pt>
                <c:pt idx="6679">
                  <c:v>124.24</c:v>
                </c:pt>
                <c:pt idx="6680">
                  <c:v>124.63</c:v>
                </c:pt>
                <c:pt idx="6681">
                  <c:v>125.13</c:v>
                </c:pt>
                <c:pt idx="6682">
                  <c:v>124.21</c:v>
                </c:pt>
                <c:pt idx="6683">
                  <c:v>124.43</c:v>
                </c:pt>
                <c:pt idx="6684">
                  <c:v>124.31</c:v>
                </c:pt>
                <c:pt idx="6685">
                  <c:v>124.39</c:v>
                </c:pt>
                <c:pt idx="6686">
                  <c:v>124.41</c:v>
                </c:pt>
                <c:pt idx="6687">
                  <c:v>123.8</c:v>
                </c:pt>
                <c:pt idx="6688">
                  <c:v>123.4</c:v>
                </c:pt>
                <c:pt idx="6689">
                  <c:v>122.04</c:v>
                </c:pt>
                <c:pt idx="6690">
                  <c:v>118.41</c:v>
                </c:pt>
                <c:pt idx="6691">
                  <c:v>118.83</c:v>
                </c:pt>
                <c:pt idx="6692">
                  <c:v>119.92</c:v>
                </c:pt>
                <c:pt idx="6693">
                  <c:v>121.03</c:v>
                </c:pt>
                <c:pt idx="6694">
                  <c:v>121.71</c:v>
                </c:pt>
                <c:pt idx="6695">
                  <c:v>121.23</c:v>
                </c:pt>
                <c:pt idx="6696">
                  <c:v>119.37</c:v>
                </c:pt>
                <c:pt idx="6697">
                  <c:v>120.33</c:v>
                </c:pt>
                <c:pt idx="6698">
                  <c:v>120.07</c:v>
                </c:pt>
                <c:pt idx="6699">
                  <c:v>118.99</c:v>
                </c:pt>
                <c:pt idx="6700">
                  <c:v>119.28</c:v>
                </c:pt>
                <c:pt idx="6701">
                  <c:v>119.81</c:v>
                </c:pt>
                <c:pt idx="6702">
                  <c:v>120.5</c:v>
                </c:pt>
                <c:pt idx="6703">
                  <c:v>120.62</c:v>
                </c:pt>
                <c:pt idx="6704">
                  <c:v>120.59</c:v>
                </c:pt>
                <c:pt idx="6705">
                  <c:v>120.23</c:v>
                </c:pt>
                <c:pt idx="6706">
                  <c:v>120.42</c:v>
                </c:pt>
                <c:pt idx="6707">
                  <c:v>120.57</c:v>
                </c:pt>
                <c:pt idx="6708">
                  <c:v>120.01</c:v>
                </c:pt>
                <c:pt idx="6709">
                  <c:v>119.98</c:v>
                </c:pt>
                <c:pt idx="6710">
                  <c:v>120.56</c:v>
                </c:pt>
                <c:pt idx="6711">
                  <c:v>120.15</c:v>
                </c:pt>
                <c:pt idx="6712">
                  <c:v>120.28</c:v>
                </c:pt>
                <c:pt idx="6713">
                  <c:v>120.07</c:v>
                </c:pt>
                <c:pt idx="6714">
                  <c:v>120.59</c:v>
                </c:pt>
                <c:pt idx="6715">
                  <c:v>119.92</c:v>
                </c:pt>
                <c:pt idx="6716">
                  <c:v>119.74</c:v>
                </c:pt>
                <c:pt idx="6717">
                  <c:v>119.88</c:v>
                </c:pt>
                <c:pt idx="6718">
                  <c:v>119.93</c:v>
                </c:pt>
                <c:pt idx="6719">
                  <c:v>119.91</c:v>
                </c:pt>
                <c:pt idx="6720">
                  <c:v>120.46</c:v>
                </c:pt>
                <c:pt idx="6721">
                  <c:v>120.23</c:v>
                </c:pt>
                <c:pt idx="6722">
                  <c:v>120.01</c:v>
                </c:pt>
                <c:pt idx="6723">
                  <c:v>119.93</c:v>
                </c:pt>
                <c:pt idx="6724">
                  <c:v>120.27</c:v>
                </c:pt>
                <c:pt idx="6725">
                  <c:v>120.04</c:v>
                </c:pt>
                <c:pt idx="6726">
                  <c:v>119.75</c:v>
                </c:pt>
                <c:pt idx="6727">
                  <c:v>118.83</c:v>
                </c:pt>
                <c:pt idx="6728">
                  <c:v>118.9</c:v>
                </c:pt>
                <c:pt idx="6729">
                  <c:v>119.44</c:v>
                </c:pt>
                <c:pt idx="6730">
                  <c:v>119.5</c:v>
                </c:pt>
                <c:pt idx="6731">
                  <c:v>119.84</c:v>
                </c:pt>
                <c:pt idx="6732">
                  <c:v>119.93</c:v>
                </c:pt>
                <c:pt idx="6733">
                  <c:v>120.69</c:v>
                </c:pt>
                <c:pt idx="6734">
                  <c:v>121.47</c:v>
                </c:pt>
                <c:pt idx="6735">
                  <c:v>121.1</c:v>
                </c:pt>
                <c:pt idx="6736">
                  <c:v>120.46</c:v>
                </c:pt>
                <c:pt idx="6737">
                  <c:v>121.09</c:v>
                </c:pt>
                <c:pt idx="6738">
                  <c:v>121.13</c:v>
                </c:pt>
                <c:pt idx="6739">
                  <c:v>120.62</c:v>
                </c:pt>
                <c:pt idx="6740">
                  <c:v>120.76</c:v>
                </c:pt>
                <c:pt idx="6741">
                  <c:v>121.07</c:v>
                </c:pt>
                <c:pt idx="6742">
                  <c:v>121.57</c:v>
                </c:pt>
                <c:pt idx="6743">
                  <c:v>121.75</c:v>
                </c:pt>
                <c:pt idx="6744">
                  <c:v>123.13</c:v>
                </c:pt>
                <c:pt idx="6745">
                  <c:v>123.18</c:v>
                </c:pt>
                <c:pt idx="6746">
                  <c:v>123.15</c:v>
                </c:pt>
                <c:pt idx="6747">
                  <c:v>122.86</c:v>
                </c:pt>
                <c:pt idx="6748">
                  <c:v>122.61</c:v>
                </c:pt>
                <c:pt idx="6749">
                  <c:v>122.61</c:v>
                </c:pt>
                <c:pt idx="6750">
                  <c:v>123.18</c:v>
                </c:pt>
                <c:pt idx="6751">
                  <c:v>123.45</c:v>
                </c:pt>
                <c:pt idx="6752">
                  <c:v>123.64</c:v>
                </c:pt>
                <c:pt idx="6753">
                  <c:v>122.87</c:v>
                </c:pt>
                <c:pt idx="6754">
                  <c:v>122.81</c:v>
                </c:pt>
                <c:pt idx="6755">
                  <c:v>122.84</c:v>
                </c:pt>
                <c:pt idx="6756">
                  <c:v>122.53</c:v>
                </c:pt>
                <c:pt idx="6757">
                  <c:v>122.74</c:v>
                </c:pt>
                <c:pt idx="6758">
                  <c:v>122.57</c:v>
                </c:pt>
                <c:pt idx="6759">
                  <c:v>122.8</c:v>
                </c:pt>
                <c:pt idx="6760">
                  <c:v>123.11</c:v>
                </c:pt>
                <c:pt idx="6761">
                  <c:v>122.87</c:v>
                </c:pt>
                <c:pt idx="6762">
                  <c:v>123.24</c:v>
                </c:pt>
                <c:pt idx="6763">
                  <c:v>122.61</c:v>
                </c:pt>
                <c:pt idx="6764">
                  <c:v>123.11</c:v>
                </c:pt>
                <c:pt idx="6765">
                  <c:v>123.37</c:v>
                </c:pt>
                <c:pt idx="6766">
                  <c:v>122.93</c:v>
                </c:pt>
                <c:pt idx="6767">
                  <c:v>121.44</c:v>
                </c:pt>
                <c:pt idx="6768">
                  <c:v>121.56</c:v>
                </c:pt>
                <c:pt idx="6769">
                  <c:v>121.01</c:v>
                </c:pt>
                <c:pt idx="6770">
                  <c:v>121.03</c:v>
                </c:pt>
                <c:pt idx="6771">
                  <c:v>121.68</c:v>
                </c:pt>
                <c:pt idx="6772">
                  <c:v>122.21</c:v>
                </c:pt>
                <c:pt idx="6773">
                  <c:v>122.56</c:v>
                </c:pt>
                <c:pt idx="6774">
                  <c:v>121.16</c:v>
                </c:pt>
                <c:pt idx="6775">
                  <c:v>121.19</c:v>
                </c:pt>
                <c:pt idx="6776">
                  <c:v>121.07</c:v>
                </c:pt>
                <c:pt idx="6777">
                  <c:v>120.92</c:v>
                </c:pt>
                <c:pt idx="6778">
                  <c:v>120.43</c:v>
                </c:pt>
                <c:pt idx="6779">
                  <c:v>120.33</c:v>
                </c:pt>
                <c:pt idx="6780">
                  <c:v>120.4</c:v>
                </c:pt>
                <c:pt idx="6781">
                  <c:v>120.46</c:v>
                </c:pt>
                <c:pt idx="6782">
                  <c:v>120.52</c:v>
                </c:pt>
                <c:pt idx="6783">
                  <c:v>120.22</c:v>
                </c:pt>
                <c:pt idx="6784">
                  <c:v>120.55</c:v>
                </c:pt>
                <c:pt idx="6785">
                  <c:v>119.44</c:v>
                </c:pt>
                <c:pt idx="6786">
                  <c:v>119.06</c:v>
                </c:pt>
                <c:pt idx="6787">
                  <c:v>118.47</c:v>
                </c:pt>
                <c:pt idx="6788">
                  <c:v>117.67</c:v>
                </c:pt>
                <c:pt idx="6789">
                  <c:v>117.26</c:v>
                </c:pt>
                <c:pt idx="6790">
                  <c:v>117.76</c:v>
                </c:pt>
                <c:pt idx="6791">
                  <c:v>117.65</c:v>
                </c:pt>
                <c:pt idx="6792">
                  <c:v>117.68</c:v>
                </c:pt>
                <c:pt idx="6793">
                  <c:v>118.06</c:v>
                </c:pt>
                <c:pt idx="6794">
                  <c:v>116.98</c:v>
                </c:pt>
                <c:pt idx="6795">
                  <c:v>117.32</c:v>
                </c:pt>
                <c:pt idx="6796">
                  <c:v>117.64</c:v>
                </c:pt>
                <c:pt idx="6797">
                  <c:v>116.94</c:v>
                </c:pt>
                <c:pt idx="6798">
                  <c:v>117.7</c:v>
                </c:pt>
                <c:pt idx="6799">
                  <c:v>118.78</c:v>
                </c:pt>
                <c:pt idx="6800">
                  <c:v>118.3</c:v>
                </c:pt>
                <c:pt idx="6801">
                  <c:v>118.42</c:v>
                </c:pt>
                <c:pt idx="6802">
                  <c:v>118.68</c:v>
                </c:pt>
                <c:pt idx="6803">
                  <c:v>118.82</c:v>
                </c:pt>
                <c:pt idx="6804">
                  <c:v>121.14</c:v>
                </c:pt>
                <c:pt idx="6805">
                  <c:v>120.99</c:v>
                </c:pt>
                <c:pt idx="6806">
                  <c:v>119.97</c:v>
                </c:pt>
                <c:pt idx="6807">
                  <c:v>117.9</c:v>
                </c:pt>
                <c:pt idx="6808">
                  <c:v>116.78</c:v>
                </c:pt>
                <c:pt idx="6809">
                  <c:v>116.87</c:v>
                </c:pt>
                <c:pt idx="6810">
                  <c:v>115.85</c:v>
                </c:pt>
                <c:pt idx="6811">
                  <c:v>115.11</c:v>
                </c:pt>
                <c:pt idx="6812">
                  <c:v>113.35</c:v>
                </c:pt>
                <c:pt idx="6813">
                  <c:v>112.42</c:v>
                </c:pt>
                <c:pt idx="6814">
                  <c:v>113.25</c:v>
                </c:pt>
                <c:pt idx="6815">
                  <c:v>114.6</c:v>
                </c:pt>
                <c:pt idx="6816">
                  <c:v>114.07</c:v>
                </c:pt>
                <c:pt idx="6817">
                  <c:v>114.1</c:v>
                </c:pt>
                <c:pt idx="6818">
                  <c:v>113.24</c:v>
                </c:pt>
                <c:pt idx="6819">
                  <c:v>112.63</c:v>
                </c:pt>
                <c:pt idx="6820">
                  <c:v>112.92</c:v>
                </c:pt>
                <c:pt idx="6821">
                  <c:v>112.1</c:v>
                </c:pt>
                <c:pt idx="6822">
                  <c:v>112.18</c:v>
                </c:pt>
                <c:pt idx="6823">
                  <c:v>113</c:v>
                </c:pt>
                <c:pt idx="6824">
                  <c:v>114</c:v>
                </c:pt>
                <c:pt idx="6825">
                  <c:v>112.69</c:v>
                </c:pt>
                <c:pt idx="6826">
                  <c:v>114.01</c:v>
                </c:pt>
                <c:pt idx="6827">
                  <c:v>113.48</c:v>
                </c:pt>
                <c:pt idx="6828">
                  <c:v>113.69</c:v>
                </c:pt>
                <c:pt idx="6829">
                  <c:v>113.74</c:v>
                </c:pt>
                <c:pt idx="6830">
                  <c:v>113.46</c:v>
                </c:pt>
                <c:pt idx="6831">
                  <c:v>112.62</c:v>
                </c:pt>
                <c:pt idx="6832">
                  <c:v>113.35</c:v>
                </c:pt>
                <c:pt idx="6833">
                  <c:v>113.19</c:v>
                </c:pt>
                <c:pt idx="6834">
                  <c:v>113.86</c:v>
                </c:pt>
                <c:pt idx="6835">
                  <c:v>113.82</c:v>
                </c:pt>
                <c:pt idx="6836">
                  <c:v>113.18</c:v>
                </c:pt>
                <c:pt idx="6837">
                  <c:v>112.56</c:v>
                </c:pt>
                <c:pt idx="6838">
                  <c:v>111.39</c:v>
                </c:pt>
                <c:pt idx="6839">
                  <c:v>111.55</c:v>
                </c:pt>
                <c:pt idx="6840">
                  <c:v>111.95</c:v>
                </c:pt>
                <c:pt idx="6841">
                  <c:v>112.37</c:v>
                </c:pt>
                <c:pt idx="6842">
                  <c:v>112.38</c:v>
                </c:pt>
                <c:pt idx="6843">
                  <c:v>112.9</c:v>
                </c:pt>
                <c:pt idx="6844">
                  <c:v>113.08</c:v>
                </c:pt>
                <c:pt idx="6845">
                  <c:v>113.45</c:v>
                </c:pt>
                <c:pt idx="6846">
                  <c:v>112.7</c:v>
                </c:pt>
                <c:pt idx="6847">
                  <c:v>112.43</c:v>
                </c:pt>
                <c:pt idx="6848">
                  <c:v>112.57</c:v>
                </c:pt>
                <c:pt idx="6849">
                  <c:v>111.69</c:v>
                </c:pt>
                <c:pt idx="6850">
                  <c:v>111.34</c:v>
                </c:pt>
                <c:pt idx="6851">
                  <c:v>110.34</c:v>
                </c:pt>
                <c:pt idx="6852">
                  <c:v>109.79</c:v>
                </c:pt>
                <c:pt idx="6853">
                  <c:v>108.21</c:v>
                </c:pt>
                <c:pt idx="6854">
                  <c:v>108.07</c:v>
                </c:pt>
                <c:pt idx="6855">
                  <c:v>107.94</c:v>
                </c:pt>
                <c:pt idx="6856">
                  <c:v>108.54</c:v>
                </c:pt>
                <c:pt idx="6857">
                  <c:v>109.34</c:v>
                </c:pt>
                <c:pt idx="6858">
                  <c:v>109.4</c:v>
                </c:pt>
                <c:pt idx="6859">
                  <c:v>108.76</c:v>
                </c:pt>
                <c:pt idx="6860">
                  <c:v>108.82</c:v>
                </c:pt>
                <c:pt idx="6861">
                  <c:v>109.21</c:v>
                </c:pt>
                <c:pt idx="6862">
                  <c:v>109.84</c:v>
                </c:pt>
                <c:pt idx="6863">
                  <c:v>109.46</c:v>
                </c:pt>
                <c:pt idx="6864">
                  <c:v>111.79</c:v>
                </c:pt>
                <c:pt idx="6865">
                  <c:v>111.2</c:v>
                </c:pt>
                <c:pt idx="6866">
                  <c:v>111.31</c:v>
                </c:pt>
                <c:pt idx="6867">
                  <c:v>111.46</c:v>
                </c:pt>
                <c:pt idx="6868">
                  <c:v>108.11</c:v>
                </c:pt>
                <c:pt idx="6869">
                  <c:v>106.5</c:v>
                </c:pt>
                <c:pt idx="6870">
                  <c:v>106.41</c:v>
                </c:pt>
                <c:pt idx="6871">
                  <c:v>106.6</c:v>
                </c:pt>
                <c:pt idx="6872">
                  <c:v>107.01</c:v>
                </c:pt>
                <c:pt idx="6873">
                  <c:v>107.26</c:v>
                </c:pt>
                <c:pt idx="6874">
                  <c:v>107.12</c:v>
                </c:pt>
                <c:pt idx="6875">
                  <c:v>108.32</c:v>
                </c:pt>
                <c:pt idx="6876">
                  <c:v>109.27</c:v>
                </c:pt>
                <c:pt idx="6877">
                  <c:v>108.41</c:v>
                </c:pt>
                <c:pt idx="6878">
                  <c:v>109.02</c:v>
                </c:pt>
                <c:pt idx="6879">
                  <c:v>108.63</c:v>
                </c:pt>
                <c:pt idx="6880">
                  <c:v>109.03</c:v>
                </c:pt>
                <c:pt idx="6881">
                  <c:v>109.14</c:v>
                </c:pt>
                <c:pt idx="6882">
                  <c:v>110.19</c:v>
                </c:pt>
                <c:pt idx="6883">
                  <c:v>109.96</c:v>
                </c:pt>
                <c:pt idx="6884">
                  <c:v>110.15</c:v>
                </c:pt>
                <c:pt idx="6885">
                  <c:v>109.24</c:v>
                </c:pt>
                <c:pt idx="6886">
                  <c:v>109.99</c:v>
                </c:pt>
                <c:pt idx="6887">
                  <c:v>110.19</c:v>
                </c:pt>
                <c:pt idx="6888">
                  <c:v>109.76</c:v>
                </c:pt>
                <c:pt idx="6889">
                  <c:v>110.31</c:v>
                </c:pt>
                <c:pt idx="6890">
                  <c:v>111.12</c:v>
                </c:pt>
                <c:pt idx="6891">
                  <c:v>110.73</c:v>
                </c:pt>
                <c:pt idx="6892">
                  <c:v>109.54</c:v>
                </c:pt>
                <c:pt idx="6893">
                  <c:v>108.87</c:v>
                </c:pt>
                <c:pt idx="6894">
                  <c:v>106.53</c:v>
                </c:pt>
                <c:pt idx="6895">
                  <c:v>107.56</c:v>
                </c:pt>
                <c:pt idx="6896">
                  <c:v>107.37</c:v>
                </c:pt>
                <c:pt idx="6897">
                  <c:v>106.99</c:v>
                </c:pt>
                <c:pt idx="6898">
                  <c:v>107.1</c:v>
                </c:pt>
                <c:pt idx="6899">
                  <c:v>106.97</c:v>
                </c:pt>
                <c:pt idx="6900">
                  <c:v>106.26</c:v>
                </c:pt>
                <c:pt idx="6901">
                  <c:v>106.11</c:v>
                </c:pt>
                <c:pt idx="6902">
                  <c:v>106.01</c:v>
                </c:pt>
                <c:pt idx="6903">
                  <c:v>104.26</c:v>
                </c:pt>
                <c:pt idx="6904">
                  <c:v>104.16</c:v>
                </c:pt>
                <c:pt idx="6905">
                  <c:v>103.94</c:v>
                </c:pt>
                <c:pt idx="6906">
                  <c:v>104.75</c:v>
                </c:pt>
                <c:pt idx="6907">
                  <c:v>104.41</c:v>
                </c:pt>
                <c:pt idx="6908">
                  <c:v>106.16</c:v>
                </c:pt>
                <c:pt idx="6909">
                  <c:v>102.22</c:v>
                </c:pt>
                <c:pt idx="6910">
                  <c:v>102</c:v>
                </c:pt>
                <c:pt idx="6911">
                  <c:v>102.75</c:v>
                </c:pt>
                <c:pt idx="6912">
                  <c:v>102.83</c:v>
                </c:pt>
                <c:pt idx="6913">
                  <c:v>103.2</c:v>
                </c:pt>
                <c:pt idx="6914">
                  <c:v>102.52</c:v>
                </c:pt>
                <c:pt idx="6915">
                  <c:v>102.56</c:v>
                </c:pt>
                <c:pt idx="6916">
                  <c:v>101.74</c:v>
                </c:pt>
                <c:pt idx="6917">
                  <c:v>101.32</c:v>
                </c:pt>
                <c:pt idx="6918">
                  <c:v>100.77</c:v>
                </c:pt>
                <c:pt idx="6919">
                  <c:v>100.54</c:v>
                </c:pt>
                <c:pt idx="6920">
                  <c:v>102.8</c:v>
                </c:pt>
                <c:pt idx="6921">
                  <c:v>104.69</c:v>
                </c:pt>
                <c:pt idx="6922">
                  <c:v>104.49</c:v>
                </c:pt>
                <c:pt idx="6923">
                  <c:v>105.35</c:v>
                </c:pt>
                <c:pt idx="6924">
                  <c:v>104.88</c:v>
                </c:pt>
                <c:pt idx="6925">
                  <c:v>106.16</c:v>
                </c:pt>
                <c:pt idx="6926">
                  <c:v>106.12</c:v>
                </c:pt>
                <c:pt idx="6927">
                  <c:v>106.89</c:v>
                </c:pt>
                <c:pt idx="6928">
                  <c:v>105.82</c:v>
                </c:pt>
                <c:pt idx="6929">
                  <c:v>106.13</c:v>
                </c:pt>
                <c:pt idx="6930">
                  <c:v>105.81</c:v>
                </c:pt>
                <c:pt idx="6931">
                  <c:v>104.66</c:v>
                </c:pt>
                <c:pt idx="6932">
                  <c:v>105.4</c:v>
                </c:pt>
                <c:pt idx="6933">
                  <c:v>105.27</c:v>
                </c:pt>
                <c:pt idx="6934">
                  <c:v>102.06</c:v>
                </c:pt>
                <c:pt idx="6935">
                  <c:v>102.39</c:v>
                </c:pt>
                <c:pt idx="6936">
                  <c:v>100.89</c:v>
                </c:pt>
                <c:pt idx="6937">
                  <c:v>101.24</c:v>
                </c:pt>
                <c:pt idx="6938">
                  <c:v>101.22</c:v>
                </c:pt>
                <c:pt idx="6939">
                  <c:v>101.82</c:v>
                </c:pt>
                <c:pt idx="6940">
                  <c:v>102.45</c:v>
                </c:pt>
                <c:pt idx="6941">
                  <c:v>101.88</c:v>
                </c:pt>
                <c:pt idx="6942">
                  <c:v>101.29</c:v>
                </c:pt>
                <c:pt idx="6943">
                  <c:v>101.96</c:v>
                </c:pt>
                <c:pt idx="6944">
                  <c:v>101.3</c:v>
                </c:pt>
                <c:pt idx="6945">
                  <c:v>101.26</c:v>
                </c:pt>
                <c:pt idx="6946">
                  <c:v>100.31</c:v>
                </c:pt>
                <c:pt idx="6947">
                  <c:v>100.28</c:v>
                </c:pt>
                <c:pt idx="6948">
                  <c:v>99.89</c:v>
                </c:pt>
                <c:pt idx="6949">
                  <c:v>100.22</c:v>
                </c:pt>
                <c:pt idx="6950">
                  <c:v>100.33</c:v>
                </c:pt>
                <c:pt idx="6951">
                  <c:v>100.24</c:v>
                </c:pt>
                <c:pt idx="6952">
                  <c:v>100.45</c:v>
                </c:pt>
                <c:pt idx="6953">
                  <c:v>100.53</c:v>
                </c:pt>
                <c:pt idx="6954">
                  <c:v>101.84</c:v>
                </c:pt>
                <c:pt idx="6955">
                  <c:v>101.92</c:v>
                </c:pt>
                <c:pt idx="6956">
                  <c:v>102.96</c:v>
                </c:pt>
                <c:pt idx="6957">
                  <c:v>103.43</c:v>
                </c:pt>
                <c:pt idx="6958">
                  <c:v>103.23</c:v>
                </c:pt>
                <c:pt idx="6959">
                  <c:v>103.92</c:v>
                </c:pt>
                <c:pt idx="6960">
                  <c:v>103.43</c:v>
                </c:pt>
                <c:pt idx="6961">
                  <c:v>102.02</c:v>
                </c:pt>
                <c:pt idx="6962">
                  <c:v>101.74</c:v>
                </c:pt>
                <c:pt idx="6963">
                  <c:v>102.49</c:v>
                </c:pt>
                <c:pt idx="6964">
                  <c:v>102.69</c:v>
                </c:pt>
                <c:pt idx="6965">
                  <c:v>101.85</c:v>
                </c:pt>
                <c:pt idx="6966">
                  <c:v>102.56</c:v>
                </c:pt>
                <c:pt idx="6967">
                  <c:v>102.43</c:v>
                </c:pt>
                <c:pt idx="6968">
                  <c:v>102.1</c:v>
                </c:pt>
                <c:pt idx="6969">
                  <c:v>102.29</c:v>
                </c:pt>
                <c:pt idx="6970">
                  <c:v>101.93</c:v>
                </c:pt>
                <c:pt idx="6971">
                  <c:v>101.7</c:v>
                </c:pt>
                <c:pt idx="6972">
                  <c:v>100.32</c:v>
                </c:pt>
                <c:pt idx="6973">
                  <c:v>100.76</c:v>
                </c:pt>
                <c:pt idx="6974">
                  <c:v>101.02</c:v>
                </c:pt>
                <c:pt idx="6975">
                  <c:v>100.33</c:v>
                </c:pt>
                <c:pt idx="6976">
                  <c:v>100.43</c:v>
                </c:pt>
                <c:pt idx="6977">
                  <c:v>100.69</c:v>
                </c:pt>
                <c:pt idx="6978">
                  <c:v>101.03</c:v>
                </c:pt>
                <c:pt idx="6979">
                  <c:v>101.35</c:v>
                </c:pt>
                <c:pt idx="6980">
                  <c:v>101.65</c:v>
                </c:pt>
                <c:pt idx="6981">
                  <c:v>102.9</c:v>
                </c:pt>
                <c:pt idx="6982">
                  <c:v>103.5</c:v>
                </c:pt>
                <c:pt idx="6983">
                  <c:v>103.95</c:v>
                </c:pt>
                <c:pt idx="6984">
                  <c:v>102.98</c:v>
                </c:pt>
                <c:pt idx="6985">
                  <c:v>103.61</c:v>
                </c:pt>
                <c:pt idx="6986">
                  <c:v>103.51</c:v>
                </c:pt>
                <c:pt idx="6987">
                  <c:v>104.21</c:v>
                </c:pt>
                <c:pt idx="6988">
                  <c:v>103.71</c:v>
                </c:pt>
                <c:pt idx="6989">
                  <c:v>104.18</c:v>
                </c:pt>
                <c:pt idx="6990">
                  <c:v>103.89</c:v>
                </c:pt>
                <c:pt idx="6991">
                  <c:v>103.87</c:v>
                </c:pt>
                <c:pt idx="6992">
                  <c:v>103.44</c:v>
                </c:pt>
                <c:pt idx="6993">
                  <c:v>103.95</c:v>
                </c:pt>
                <c:pt idx="6994">
                  <c:v>103.8</c:v>
                </c:pt>
                <c:pt idx="6995">
                  <c:v>104.18</c:v>
                </c:pt>
                <c:pt idx="6996">
                  <c:v>104.22</c:v>
                </c:pt>
                <c:pt idx="6997">
                  <c:v>104.47</c:v>
                </c:pt>
                <c:pt idx="6998">
                  <c:v>105.29</c:v>
                </c:pt>
                <c:pt idx="6999">
                  <c:v>104.74</c:v>
                </c:pt>
                <c:pt idx="7000">
                  <c:v>104.82</c:v>
                </c:pt>
                <c:pt idx="7001">
                  <c:v>104.15</c:v>
                </c:pt>
                <c:pt idx="7002">
                  <c:v>103.3</c:v>
                </c:pt>
                <c:pt idx="7003">
                  <c:v>102.98</c:v>
                </c:pt>
                <c:pt idx="7004">
                  <c:v>103.12</c:v>
                </c:pt>
                <c:pt idx="7005">
                  <c:v>104.46</c:v>
                </c:pt>
                <c:pt idx="7006">
                  <c:v>105.16</c:v>
                </c:pt>
                <c:pt idx="7007">
                  <c:v>105.67</c:v>
                </c:pt>
                <c:pt idx="7008">
                  <c:v>106.83</c:v>
                </c:pt>
                <c:pt idx="7009">
                  <c:v>106.65</c:v>
                </c:pt>
                <c:pt idx="7010">
                  <c:v>108.42</c:v>
                </c:pt>
                <c:pt idx="7011">
                  <c:v>109.2</c:v>
                </c:pt>
                <c:pt idx="7012">
                  <c:v>109.08</c:v>
                </c:pt>
                <c:pt idx="7013">
                  <c:v>110.12</c:v>
                </c:pt>
                <c:pt idx="7014">
                  <c:v>110.91</c:v>
                </c:pt>
                <c:pt idx="7015">
                  <c:v>110.82</c:v>
                </c:pt>
                <c:pt idx="7016">
                  <c:v>111.14</c:v>
                </c:pt>
                <c:pt idx="7017">
                  <c:v>112.52</c:v>
                </c:pt>
                <c:pt idx="7018">
                  <c:v>113.33</c:v>
                </c:pt>
                <c:pt idx="7019">
                  <c:v>113.22</c:v>
                </c:pt>
                <c:pt idx="7020">
                  <c:v>111.94</c:v>
                </c:pt>
                <c:pt idx="7021">
                  <c:v>112.38</c:v>
                </c:pt>
                <c:pt idx="7022">
                  <c:v>114.46</c:v>
                </c:pt>
                <c:pt idx="7023">
                  <c:v>114.1</c:v>
                </c:pt>
                <c:pt idx="7024">
                  <c:v>113.51</c:v>
                </c:pt>
                <c:pt idx="7025">
                  <c:v>113.85</c:v>
                </c:pt>
                <c:pt idx="7026">
                  <c:v>114.02</c:v>
                </c:pt>
                <c:pt idx="7027">
                  <c:v>113.77</c:v>
                </c:pt>
                <c:pt idx="7028">
                  <c:v>114.04</c:v>
                </c:pt>
                <c:pt idx="7029">
                  <c:v>115.32</c:v>
                </c:pt>
                <c:pt idx="7030">
                  <c:v>115.02</c:v>
                </c:pt>
                <c:pt idx="7031">
                  <c:v>115.19</c:v>
                </c:pt>
                <c:pt idx="7032">
                  <c:v>117.04</c:v>
                </c:pt>
                <c:pt idx="7033">
                  <c:v>118.18</c:v>
                </c:pt>
                <c:pt idx="7034">
                  <c:v>117.93</c:v>
                </c:pt>
                <c:pt idx="7035">
                  <c:v>117.09</c:v>
                </c:pt>
                <c:pt idx="7036">
                  <c:v>117.86</c:v>
                </c:pt>
                <c:pt idx="7037">
                  <c:v>117.55</c:v>
                </c:pt>
                <c:pt idx="7038">
                  <c:v>117.54</c:v>
                </c:pt>
                <c:pt idx="7039">
                  <c:v>117.33</c:v>
                </c:pt>
                <c:pt idx="7040">
                  <c:v>117.1</c:v>
                </c:pt>
                <c:pt idx="7041">
                  <c:v>117.43</c:v>
                </c:pt>
                <c:pt idx="7042">
                  <c:v>117.26</c:v>
                </c:pt>
                <c:pt idx="7043">
                  <c:v>116.54</c:v>
                </c:pt>
                <c:pt idx="7044">
                  <c:v>116.96</c:v>
                </c:pt>
                <c:pt idx="7045">
                  <c:v>117.55</c:v>
                </c:pt>
                <c:pt idx="7046">
                  <c:v>117.75</c:v>
                </c:pt>
                <c:pt idx="7047">
                  <c:v>117.25</c:v>
                </c:pt>
                <c:pt idx="7048">
                  <c:v>115.35</c:v>
                </c:pt>
                <c:pt idx="7049">
                  <c:v>117.02</c:v>
                </c:pt>
                <c:pt idx="7050">
                  <c:v>116.03</c:v>
                </c:pt>
                <c:pt idx="7051">
                  <c:v>115.77</c:v>
                </c:pt>
                <c:pt idx="7052">
                  <c:v>115.41</c:v>
                </c:pt>
                <c:pt idx="7053">
                  <c:v>114.72</c:v>
                </c:pt>
                <c:pt idx="7054">
                  <c:v>114.49</c:v>
                </c:pt>
                <c:pt idx="7055">
                  <c:v>114.2</c:v>
                </c:pt>
                <c:pt idx="7056">
                  <c:v>112.62</c:v>
                </c:pt>
                <c:pt idx="7057">
                  <c:v>114.65</c:v>
                </c:pt>
                <c:pt idx="7058">
                  <c:v>114.86</c:v>
                </c:pt>
                <c:pt idx="7059">
                  <c:v>114.62</c:v>
                </c:pt>
                <c:pt idx="7060">
                  <c:v>112.71</c:v>
                </c:pt>
                <c:pt idx="7061">
                  <c:v>113.79</c:v>
                </c:pt>
                <c:pt idx="7062">
                  <c:v>113.28</c:v>
                </c:pt>
                <c:pt idx="7063">
                  <c:v>114.53</c:v>
                </c:pt>
                <c:pt idx="7064">
                  <c:v>115.1</c:v>
                </c:pt>
                <c:pt idx="7065">
                  <c:v>113.77</c:v>
                </c:pt>
                <c:pt idx="7066">
                  <c:v>112.8</c:v>
                </c:pt>
                <c:pt idx="7067">
                  <c:v>113.25</c:v>
                </c:pt>
                <c:pt idx="7068">
                  <c:v>112.8</c:v>
                </c:pt>
                <c:pt idx="7069">
                  <c:v>112.61</c:v>
                </c:pt>
                <c:pt idx="7070">
                  <c:v>111.74</c:v>
                </c:pt>
                <c:pt idx="7071">
                  <c:v>112.39</c:v>
                </c:pt>
                <c:pt idx="7072">
                  <c:v>111.93</c:v>
                </c:pt>
                <c:pt idx="7073">
                  <c:v>113.25</c:v>
                </c:pt>
                <c:pt idx="7074">
                  <c:v>113.22</c:v>
                </c:pt>
                <c:pt idx="7075">
                  <c:v>113.74</c:v>
                </c:pt>
                <c:pt idx="7076">
                  <c:v>114.26</c:v>
                </c:pt>
                <c:pt idx="7077">
                  <c:v>114.16</c:v>
                </c:pt>
                <c:pt idx="7078">
                  <c:v>113.24</c:v>
                </c:pt>
                <c:pt idx="7079">
                  <c:v>112.84</c:v>
                </c:pt>
                <c:pt idx="7080">
                  <c:v>113.1</c:v>
                </c:pt>
                <c:pt idx="7081">
                  <c:v>113.68</c:v>
                </c:pt>
                <c:pt idx="7082">
                  <c:v>113.31</c:v>
                </c:pt>
                <c:pt idx="7083">
                  <c:v>112.61</c:v>
                </c:pt>
                <c:pt idx="7084">
                  <c:v>112.12</c:v>
                </c:pt>
                <c:pt idx="7085">
                  <c:v>112.7</c:v>
                </c:pt>
                <c:pt idx="7086">
                  <c:v>112.77</c:v>
                </c:pt>
                <c:pt idx="7087">
                  <c:v>113.73</c:v>
                </c:pt>
                <c:pt idx="7088">
                  <c:v>114.41</c:v>
                </c:pt>
                <c:pt idx="7089">
                  <c:v>114.04</c:v>
                </c:pt>
                <c:pt idx="7090">
                  <c:v>113.89</c:v>
                </c:pt>
                <c:pt idx="7091">
                  <c:v>113.98</c:v>
                </c:pt>
                <c:pt idx="7092">
                  <c:v>114.35</c:v>
                </c:pt>
                <c:pt idx="7093">
                  <c:v>114.95</c:v>
                </c:pt>
                <c:pt idx="7094">
                  <c:v>114.79</c:v>
                </c:pt>
                <c:pt idx="7095">
                  <c:v>114.88</c:v>
                </c:pt>
                <c:pt idx="7096">
                  <c:v>114.75</c:v>
                </c:pt>
                <c:pt idx="7097">
                  <c:v>113.38</c:v>
                </c:pt>
                <c:pt idx="7098">
                  <c:v>113.31</c:v>
                </c:pt>
                <c:pt idx="7099">
                  <c:v>112.7</c:v>
                </c:pt>
                <c:pt idx="7100">
                  <c:v>112.55</c:v>
                </c:pt>
                <c:pt idx="7101">
                  <c:v>111.71</c:v>
                </c:pt>
                <c:pt idx="7102">
                  <c:v>111.16</c:v>
                </c:pt>
                <c:pt idx="7103">
                  <c:v>110.94</c:v>
                </c:pt>
                <c:pt idx="7104">
                  <c:v>111.34</c:v>
                </c:pt>
                <c:pt idx="7105">
                  <c:v>110.66</c:v>
                </c:pt>
                <c:pt idx="7106">
                  <c:v>111.15</c:v>
                </c:pt>
                <c:pt idx="7107">
                  <c:v>111.04</c:v>
                </c:pt>
                <c:pt idx="7108">
                  <c:v>111.92</c:v>
                </c:pt>
                <c:pt idx="7109">
                  <c:v>111.39</c:v>
                </c:pt>
                <c:pt idx="7110">
                  <c:v>110.9</c:v>
                </c:pt>
                <c:pt idx="7111">
                  <c:v>110.74</c:v>
                </c:pt>
                <c:pt idx="7112">
                  <c:v>110.7</c:v>
                </c:pt>
                <c:pt idx="7113">
                  <c:v>110.81</c:v>
                </c:pt>
                <c:pt idx="7114">
                  <c:v>111.09</c:v>
                </c:pt>
                <c:pt idx="7115">
                  <c:v>110.94</c:v>
                </c:pt>
                <c:pt idx="7116">
                  <c:v>109.62</c:v>
                </c:pt>
                <c:pt idx="7117">
                  <c:v>109.03</c:v>
                </c:pt>
                <c:pt idx="7118">
                  <c:v>109.09</c:v>
                </c:pt>
                <c:pt idx="7119">
                  <c:v>108.64</c:v>
                </c:pt>
                <c:pt idx="7120">
                  <c:v>108.91</c:v>
                </c:pt>
                <c:pt idx="7121">
                  <c:v>108.43</c:v>
                </c:pt>
                <c:pt idx="7122">
                  <c:v>108.86</c:v>
                </c:pt>
                <c:pt idx="7123">
                  <c:v>109.32</c:v>
                </c:pt>
                <c:pt idx="7124">
                  <c:v>109.09</c:v>
                </c:pt>
                <c:pt idx="7125">
                  <c:v>109.77</c:v>
                </c:pt>
                <c:pt idx="7126">
                  <c:v>111.09</c:v>
                </c:pt>
                <c:pt idx="7127">
                  <c:v>111.06</c:v>
                </c:pt>
                <c:pt idx="7128">
                  <c:v>111.26</c:v>
                </c:pt>
                <c:pt idx="7129">
                  <c:v>111.49</c:v>
                </c:pt>
                <c:pt idx="7130">
                  <c:v>111.84</c:v>
                </c:pt>
                <c:pt idx="7131">
                  <c:v>111.99</c:v>
                </c:pt>
                <c:pt idx="7132">
                  <c:v>112.75</c:v>
                </c:pt>
                <c:pt idx="7133">
                  <c:v>112.46</c:v>
                </c:pt>
                <c:pt idx="7134">
                  <c:v>112.71</c:v>
                </c:pt>
                <c:pt idx="7135">
                  <c:v>113.26</c:v>
                </c:pt>
                <c:pt idx="7136">
                  <c:v>113.98</c:v>
                </c:pt>
                <c:pt idx="7137">
                  <c:v>114.28</c:v>
                </c:pt>
                <c:pt idx="7138">
                  <c:v>113.86</c:v>
                </c:pt>
                <c:pt idx="7139">
                  <c:v>113.38</c:v>
                </c:pt>
                <c:pt idx="7140">
                  <c:v>113.79</c:v>
                </c:pt>
                <c:pt idx="7141">
                  <c:v>113.12</c:v>
                </c:pt>
                <c:pt idx="7142">
                  <c:v>110.83</c:v>
                </c:pt>
                <c:pt idx="7143">
                  <c:v>111.49</c:v>
                </c:pt>
                <c:pt idx="7144">
                  <c:v>111.26</c:v>
                </c:pt>
                <c:pt idx="7145">
                  <c:v>111.3</c:v>
                </c:pt>
                <c:pt idx="7146">
                  <c:v>111.78</c:v>
                </c:pt>
                <c:pt idx="7147">
                  <c:v>111.49</c:v>
                </c:pt>
                <c:pt idx="7148">
                  <c:v>111.84</c:v>
                </c:pt>
                <c:pt idx="7149">
                  <c:v>111.33</c:v>
                </c:pt>
                <c:pt idx="7150">
                  <c:v>111.27</c:v>
                </c:pt>
                <c:pt idx="7151">
                  <c:v>110.85</c:v>
                </c:pt>
                <c:pt idx="7152">
                  <c:v>110.78</c:v>
                </c:pt>
                <c:pt idx="7153">
                  <c:v>111.37</c:v>
                </c:pt>
                <c:pt idx="7154">
                  <c:v>110.4</c:v>
                </c:pt>
                <c:pt idx="7155">
                  <c:v>110.45</c:v>
                </c:pt>
                <c:pt idx="7156">
                  <c:v>109.41</c:v>
                </c:pt>
                <c:pt idx="7157">
                  <c:v>109.82</c:v>
                </c:pt>
                <c:pt idx="7158">
                  <c:v>110.02</c:v>
                </c:pt>
                <c:pt idx="7159">
                  <c:v>110.32</c:v>
                </c:pt>
                <c:pt idx="7160">
                  <c:v>109.95</c:v>
                </c:pt>
                <c:pt idx="7161">
                  <c:v>110.07</c:v>
                </c:pt>
                <c:pt idx="7162">
                  <c:v>109.58</c:v>
                </c:pt>
                <c:pt idx="7163">
                  <c:v>110.93</c:v>
                </c:pt>
                <c:pt idx="7164">
                  <c:v>110.88</c:v>
                </c:pt>
                <c:pt idx="7165">
                  <c:v>111.53</c:v>
                </c:pt>
                <c:pt idx="7166">
                  <c:v>111.45</c:v>
                </c:pt>
                <c:pt idx="7167">
                  <c:v>111.38</c:v>
                </c:pt>
                <c:pt idx="7168">
                  <c:v>111.33</c:v>
                </c:pt>
                <c:pt idx="7169">
                  <c:v>111.28</c:v>
                </c:pt>
                <c:pt idx="7170">
                  <c:v>111.86</c:v>
                </c:pt>
                <c:pt idx="7171">
                  <c:v>112.35</c:v>
                </c:pt>
                <c:pt idx="7172">
                  <c:v>112.3</c:v>
                </c:pt>
                <c:pt idx="7173">
                  <c:v>112.18</c:v>
                </c:pt>
                <c:pt idx="7174">
                  <c:v>112.39</c:v>
                </c:pt>
                <c:pt idx="7175">
                  <c:v>113.38</c:v>
                </c:pt>
                <c:pt idx="7176">
                  <c:v>113.28</c:v>
                </c:pt>
                <c:pt idx="7177">
                  <c:v>113.26</c:v>
                </c:pt>
                <c:pt idx="7178">
                  <c:v>113.22</c:v>
                </c:pt>
                <c:pt idx="7179">
                  <c:v>113.92</c:v>
                </c:pt>
                <c:pt idx="7180">
                  <c:v>114.04</c:v>
                </c:pt>
                <c:pt idx="7181">
                  <c:v>113.94</c:v>
                </c:pt>
                <c:pt idx="7182">
                  <c:v>113.17</c:v>
                </c:pt>
                <c:pt idx="7183">
                  <c:v>113.28</c:v>
                </c:pt>
                <c:pt idx="7184">
                  <c:v>112.53</c:v>
                </c:pt>
                <c:pt idx="7185">
                  <c:v>112.63</c:v>
                </c:pt>
                <c:pt idx="7186">
                  <c:v>112.07</c:v>
                </c:pt>
                <c:pt idx="7187">
                  <c:v>111.97</c:v>
                </c:pt>
                <c:pt idx="7188">
                  <c:v>111.91</c:v>
                </c:pt>
                <c:pt idx="7189">
                  <c:v>111.13</c:v>
                </c:pt>
                <c:pt idx="7190">
                  <c:v>111.1</c:v>
                </c:pt>
                <c:pt idx="7191">
                  <c:v>111.89</c:v>
                </c:pt>
                <c:pt idx="7192">
                  <c:v>111.18</c:v>
                </c:pt>
                <c:pt idx="7193">
                  <c:v>111.26</c:v>
                </c:pt>
                <c:pt idx="7194">
                  <c:v>110.68</c:v>
                </c:pt>
                <c:pt idx="7195">
                  <c:v>110.26</c:v>
                </c:pt>
                <c:pt idx="7196">
                  <c:v>110.36</c:v>
                </c:pt>
                <c:pt idx="7197">
                  <c:v>110.72</c:v>
                </c:pt>
                <c:pt idx="7198">
                  <c:v>110.05</c:v>
                </c:pt>
                <c:pt idx="7199">
                  <c:v>110.69</c:v>
                </c:pt>
                <c:pt idx="7200">
                  <c:v>110.75</c:v>
                </c:pt>
                <c:pt idx="7201">
                  <c:v>110.32</c:v>
                </c:pt>
                <c:pt idx="7202">
                  <c:v>110.07</c:v>
                </c:pt>
                <c:pt idx="7203">
                  <c:v>109.2</c:v>
                </c:pt>
                <c:pt idx="7204">
                  <c:v>109.19</c:v>
                </c:pt>
                <c:pt idx="7205">
                  <c:v>109.63</c:v>
                </c:pt>
                <c:pt idx="7206">
                  <c:v>110.67</c:v>
                </c:pt>
                <c:pt idx="7207">
                  <c:v>110.19</c:v>
                </c:pt>
                <c:pt idx="7208">
                  <c:v>109.57</c:v>
                </c:pt>
                <c:pt idx="7209">
                  <c:v>109.18</c:v>
                </c:pt>
                <c:pt idx="7210">
                  <c:v>108.98</c:v>
                </c:pt>
                <c:pt idx="7211">
                  <c:v>109.57</c:v>
                </c:pt>
                <c:pt idx="7212">
                  <c:v>109.04</c:v>
                </c:pt>
                <c:pt idx="7213">
                  <c:v>109.56</c:v>
                </c:pt>
                <c:pt idx="7214">
                  <c:v>109.36</c:v>
                </c:pt>
                <c:pt idx="7215">
                  <c:v>109.25</c:v>
                </c:pt>
                <c:pt idx="7216">
                  <c:v>109.71</c:v>
                </c:pt>
                <c:pt idx="7217">
                  <c:v>110.24</c:v>
                </c:pt>
                <c:pt idx="7218">
                  <c:v>109.98</c:v>
                </c:pt>
                <c:pt idx="7219">
                  <c:v>110.25</c:v>
                </c:pt>
                <c:pt idx="7220">
                  <c:v>109.72</c:v>
                </c:pt>
                <c:pt idx="7221">
                  <c:v>108.81</c:v>
                </c:pt>
                <c:pt idx="7222">
                  <c:v>109.22</c:v>
                </c:pt>
                <c:pt idx="7223">
                  <c:v>108.45</c:v>
                </c:pt>
                <c:pt idx="7224">
                  <c:v>107.84</c:v>
                </c:pt>
                <c:pt idx="7225">
                  <c:v>109.39</c:v>
                </c:pt>
                <c:pt idx="7226">
                  <c:v>110.17</c:v>
                </c:pt>
                <c:pt idx="7227">
                  <c:v>110.49</c:v>
                </c:pt>
                <c:pt idx="7228">
                  <c:v>110.24</c:v>
                </c:pt>
                <c:pt idx="7229">
                  <c:v>110.83</c:v>
                </c:pt>
                <c:pt idx="7230">
                  <c:v>111.57</c:v>
                </c:pt>
                <c:pt idx="7231">
                  <c:v>111.59</c:v>
                </c:pt>
                <c:pt idx="7232">
                  <c:v>112.22</c:v>
                </c:pt>
                <c:pt idx="7233">
                  <c:v>112.48</c:v>
                </c:pt>
                <c:pt idx="7234">
                  <c:v>111.99</c:v>
                </c:pt>
                <c:pt idx="7235">
                  <c:v>111.73</c:v>
                </c:pt>
                <c:pt idx="7236">
                  <c:v>112.24</c:v>
                </c:pt>
                <c:pt idx="7237">
                  <c:v>112.84</c:v>
                </c:pt>
                <c:pt idx="7238">
                  <c:v>112.34</c:v>
                </c:pt>
                <c:pt idx="7239">
                  <c:v>112.51</c:v>
                </c:pt>
                <c:pt idx="7240">
                  <c:v>112.77</c:v>
                </c:pt>
                <c:pt idx="7241">
                  <c:v>112.85</c:v>
                </c:pt>
                <c:pt idx="7242">
                  <c:v>112.76</c:v>
                </c:pt>
                <c:pt idx="7243">
                  <c:v>112.82</c:v>
                </c:pt>
                <c:pt idx="7244">
                  <c:v>112.65</c:v>
                </c:pt>
                <c:pt idx="7245">
                  <c:v>112.68</c:v>
                </c:pt>
                <c:pt idx="7246">
                  <c:v>112.45</c:v>
                </c:pt>
                <c:pt idx="7247">
                  <c:v>112.5</c:v>
                </c:pt>
                <c:pt idx="7248">
                  <c:v>112.28</c:v>
                </c:pt>
                <c:pt idx="7249">
                  <c:v>111.82</c:v>
                </c:pt>
                <c:pt idx="7250">
                  <c:v>112.19</c:v>
                </c:pt>
                <c:pt idx="7251">
                  <c:v>112.2</c:v>
                </c:pt>
                <c:pt idx="7252">
                  <c:v>112.94</c:v>
                </c:pt>
                <c:pt idx="7253">
                  <c:v>112.54</c:v>
                </c:pt>
                <c:pt idx="7254">
                  <c:v>113.52</c:v>
                </c:pt>
                <c:pt idx="7255">
                  <c:v>113.43</c:v>
                </c:pt>
                <c:pt idx="7256">
                  <c:v>113.9</c:v>
                </c:pt>
                <c:pt idx="7257">
                  <c:v>113.74</c:v>
                </c:pt>
                <c:pt idx="7258">
                  <c:v>113.98</c:v>
                </c:pt>
                <c:pt idx="7259">
                  <c:v>113.67</c:v>
                </c:pt>
                <c:pt idx="7260">
                  <c:v>113.18</c:v>
                </c:pt>
                <c:pt idx="7261">
                  <c:v>113.64</c:v>
                </c:pt>
                <c:pt idx="7262">
                  <c:v>114.18</c:v>
                </c:pt>
                <c:pt idx="7263">
                  <c:v>114.08</c:v>
                </c:pt>
                <c:pt idx="7264">
                  <c:v>114.07</c:v>
                </c:pt>
                <c:pt idx="7265">
                  <c:v>113.71</c:v>
                </c:pt>
                <c:pt idx="7266">
                  <c:v>114.01</c:v>
                </c:pt>
                <c:pt idx="7267">
                  <c:v>113.87</c:v>
                </c:pt>
                <c:pt idx="7268">
                  <c:v>113.47</c:v>
                </c:pt>
                <c:pt idx="7269">
                  <c:v>113.53</c:v>
                </c:pt>
                <c:pt idx="7270">
                  <c:v>113.62</c:v>
                </c:pt>
                <c:pt idx="7271">
                  <c:v>113.46</c:v>
                </c:pt>
                <c:pt idx="7272">
                  <c:v>112.88</c:v>
                </c:pt>
                <c:pt idx="7273">
                  <c:v>113.06</c:v>
                </c:pt>
                <c:pt idx="7274">
                  <c:v>112.1</c:v>
                </c:pt>
                <c:pt idx="7275">
                  <c:v>112.62</c:v>
                </c:pt>
                <c:pt idx="7276">
                  <c:v>112.45</c:v>
                </c:pt>
                <c:pt idx="7277">
                  <c:v>111.22</c:v>
                </c:pt>
                <c:pt idx="7278">
                  <c:v>111.22</c:v>
                </c:pt>
                <c:pt idx="7279">
                  <c:v>111.53</c:v>
                </c:pt>
                <c:pt idx="7280">
                  <c:v>111.09</c:v>
                </c:pt>
                <c:pt idx="7281">
                  <c:v>111.48</c:v>
                </c:pt>
                <c:pt idx="7282">
                  <c:v>111.93</c:v>
                </c:pt>
                <c:pt idx="7283">
                  <c:v>112.54</c:v>
                </c:pt>
                <c:pt idx="7284">
                  <c:v>112.17</c:v>
                </c:pt>
                <c:pt idx="7285">
                  <c:v>112.41</c:v>
                </c:pt>
                <c:pt idx="7286">
                  <c:v>112.6</c:v>
                </c:pt>
                <c:pt idx="7287">
                  <c:v>112.29</c:v>
                </c:pt>
                <c:pt idx="7288">
                  <c:v>113.09</c:v>
                </c:pt>
                <c:pt idx="7289">
                  <c:v>113.48</c:v>
                </c:pt>
                <c:pt idx="7290">
                  <c:v>113.56</c:v>
                </c:pt>
                <c:pt idx="7291">
                  <c:v>113.55</c:v>
                </c:pt>
                <c:pt idx="7292">
                  <c:v>112.54</c:v>
                </c:pt>
                <c:pt idx="7293">
                  <c:v>112.39</c:v>
                </c:pt>
                <c:pt idx="7294">
                  <c:v>112.6</c:v>
                </c:pt>
                <c:pt idx="7295">
                  <c:v>112.55</c:v>
                </c:pt>
                <c:pt idx="7296">
                  <c:v>112.89</c:v>
                </c:pt>
                <c:pt idx="7297">
                  <c:v>113.4</c:v>
                </c:pt>
                <c:pt idx="7298">
                  <c:v>113.33</c:v>
                </c:pt>
                <c:pt idx="7299">
                  <c:v>113.29</c:v>
                </c:pt>
                <c:pt idx="7300">
                  <c:v>113.26</c:v>
                </c:pt>
                <c:pt idx="7301">
                  <c:v>113.23</c:v>
                </c:pt>
                <c:pt idx="7302">
                  <c:v>113.35</c:v>
                </c:pt>
                <c:pt idx="7303">
                  <c:v>112.87</c:v>
                </c:pt>
                <c:pt idx="7304">
                  <c:v>112.69</c:v>
                </c:pt>
                <c:pt idx="7305">
                  <c:v>112.63</c:v>
                </c:pt>
                <c:pt idx="7306">
                  <c:v>112.29</c:v>
                </c:pt>
                <c:pt idx="7307">
                  <c:v>112.51</c:v>
                </c:pt>
                <c:pt idx="7308">
                  <c:v>112.75</c:v>
                </c:pt>
                <c:pt idx="7309">
                  <c:v>113.05</c:v>
                </c:pt>
                <c:pt idx="7310">
                  <c:v>113.09</c:v>
                </c:pt>
                <c:pt idx="7311">
                  <c:v>112.65</c:v>
                </c:pt>
                <c:pt idx="7312">
                  <c:v>111.44</c:v>
                </c:pt>
                <c:pt idx="7313">
                  <c:v>111.26</c:v>
                </c:pt>
                <c:pt idx="7314">
                  <c:v>111.06</c:v>
                </c:pt>
                <c:pt idx="7315">
                  <c:v>110.54</c:v>
                </c:pt>
                <c:pt idx="7316">
                  <c:v>110.45</c:v>
                </c:pt>
                <c:pt idx="7317">
                  <c:v>111.29</c:v>
                </c:pt>
                <c:pt idx="7318">
                  <c:v>111.11</c:v>
                </c:pt>
                <c:pt idx="7319">
                  <c:v>110.77</c:v>
                </c:pt>
                <c:pt idx="7320">
                  <c:v>110.92</c:v>
                </c:pt>
                <c:pt idx="7321">
                  <c:v>110.31</c:v>
                </c:pt>
                <c:pt idx="7322">
                  <c:v>109.22</c:v>
                </c:pt>
                <c:pt idx="7323">
                  <c:v>109.41</c:v>
                </c:pt>
                <c:pt idx="7324">
                  <c:v>108.58</c:v>
                </c:pt>
                <c:pt idx="7325">
                  <c:v>108.96</c:v>
                </c:pt>
                <c:pt idx="7326">
                  <c:v>108.78</c:v>
                </c:pt>
                <c:pt idx="7327">
                  <c:v>109.19</c:v>
                </c:pt>
                <c:pt idx="7328">
                  <c:v>109.4</c:v>
                </c:pt>
                <c:pt idx="7329">
                  <c:v>110.17</c:v>
                </c:pt>
                <c:pt idx="7330">
                  <c:v>109.09</c:v>
                </c:pt>
                <c:pt idx="7331">
                  <c:v>109.56</c:v>
                </c:pt>
                <c:pt idx="7332">
                  <c:v>109.33</c:v>
                </c:pt>
                <c:pt idx="7333">
                  <c:v>108.74</c:v>
                </c:pt>
                <c:pt idx="7334">
                  <c:v>108.8</c:v>
                </c:pt>
                <c:pt idx="7335">
                  <c:v>108.66</c:v>
                </c:pt>
                <c:pt idx="7336">
                  <c:v>107.82</c:v>
                </c:pt>
                <c:pt idx="7337">
                  <c:v>107.01</c:v>
                </c:pt>
                <c:pt idx="7338">
                  <c:v>106.13</c:v>
                </c:pt>
                <c:pt idx="7339">
                  <c:v>106.21</c:v>
                </c:pt>
                <c:pt idx="7340">
                  <c:v>106.59</c:v>
                </c:pt>
                <c:pt idx="7341">
                  <c:v>107.33</c:v>
                </c:pt>
                <c:pt idx="7342">
                  <c:v>107.78</c:v>
                </c:pt>
                <c:pt idx="7343">
                  <c:v>106.75</c:v>
                </c:pt>
                <c:pt idx="7344">
                  <c:v>106.89</c:v>
                </c:pt>
                <c:pt idx="7345">
                  <c:v>106.93</c:v>
                </c:pt>
                <c:pt idx="7346">
                  <c:v>107.33</c:v>
                </c:pt>
                <c:pt idx="7347">
                  <c:v>106.68</c:v>
                </c:pt>
                <c:pt idx="7348">
                  <c:v>106.24</c:v>
                </c:pt>
                <c:pt idx="7349">
                  <c:v>105.75</c:v>
                </c:pt>
                <c:pt idx="7350">
                  <c:v>106.2</c:v>
                </c:pt>
                <c:pt idx="7351">
                  <c:v>106.13</c:v>
                </c:pt>
                <c:pt idx="7352">
                  <c:v>106.07</c:v>
                </c:pt>
                <c:pt idx="7353">
                  <c:v>106.23</c:v>
                </c:pt>
                <c:pt idx="7354">
                  <c:v>106.82</c:v>
                </c:pt>
                <c:pt idx="7355">
                  <c:v>106.42</c:v>
                </c:pt>
                <c:pt idx="7356">
                  <c:v>106.58</c:v>
                </c:pt>
                <c:pt idx="7357">
                  <c:v>106.32</c:v>
                </c:pt>
                <c:pt idx="7358">
                  <c:v>106.34</c:v>
                </c:pt>
                <c:pt idx="7359">
                  <c:v>106.01</c:v>
                </c:pt>
                <c:pt idx="7360">
                  <c:v>106.1</c:v>
                </c:pt>
                <c:pt idx="7361">
                  <c:v>106.53</c:v>
                </c:pt>
                <c:pt idx="7362">
                  <c:v>106.05</c:v>
                </c:pt>
                <c:pt idx="7363">
                  <c:v>105.28</c:v>
                </c:pt>
                <c:pt idx="7364">
                  <c:v>104.74</c:v>
                </c:pt>
                <c:pt idx="7365">
                  <c:v>105.41</c:v>
                </c:pt>
                <c:pt idx="7366">
                  <c:v>105.34</c:v>
                </c:pt>
                <c:pt idx="7367">
                  <c:v>106.85</c:v>
                </c:pt>
                <c:pt idx="7368">
                  <c:v>106.43</c:v>
                </c:pt>
                <c:pt idx="7369">
                  <c:v>106.28</c:v>
                </c:pt>
                <c:pt idx="7370">
                  <c:v>105.89</c:v>
                </c:pt>
                <c:pt idx="7371">
                  <c:v>106.61</c:v>
                </c:pt>
                <c:pt idx="7372">
                  <c:v>106.78</c:v>
                </c:pt>
                <c:pt idx="7373">
                  <c:v>107.39</c:v>
                </c:pt>
                <c:pt idx="7374">
                  <c:v>106.93</c:v>
                </c:pt>
                <c:pt idx="7375">
                  <c:v>106.77</c:v>
                </c:pt>
                <c:pt idx="7376">
                  <c:v>107.2</c:v>
                </c:pt>
                <c:pt idx="7377">
                  <c:v>106.79</c:v>
                </c:pt>
                <c:pt idx="7378">
                  <c:v>107.33</c:v>
                </c:pt>
                <c:pt idx="7379">
                  <c:v>107.35</c:v>
                </c:pt>
                <c:pt idx="7380">
                  <c:v>107.12</c:v>
                </c:pt>
                <c:pt idx="7381">
                  <c:v>107</c:v>
                </c:pt>
                <c:pt idx="7382">
                  <c:v>107.23</c:v>
                </c:pt>
                <c:pt idx="7383">
                  <c:v>107.37</c:v>
                </c:pt>
                <c:pt idx="7384">
                  <c:v>107.66</c:v>
                </c:pt>
                <c:pt idx="7385">
                  <c:v>108.71</c:v>
                </c:pt>
                <c:pt idx="7386">
                  <c:v>108.82</c:v>
                </c:pt>
                <c:pt idx="7387">
                  <c:v>109.43</c:v>
                </c:pt>
                <c:pt idx="7388">
                  <c:v>109.3</c:v>
                </c:pt>
                <c:pt idx="7389">
                  <c:v>109.05</c:v>
                </c:pt>
                <c:pt idx="7390">
                  <c:v>109.34</c:v>
                </c:pt>
                <c:pt idx="7391">
                  <c:v>109.86</c:v>
                </c:pt>
                <c:pt idx="7392">
                  <c:v>109.84</c:v>
                </c:pt>
                <c:pt idx="7393">
                  <c:v>109.19</c:v>
                </c:pt>
                <c:pt idx="7394">
                  <c:v>109.12</c:v>
                </c:pt>
                <c:pt idx="7395">
                  <c:v>109.09</c:v>
                </c:pt>
                <c:pt idx="7396">
                  <c:v>109.13</c:v>
                </c:pt>
                <c:pt idx="7397">
                  <c:v>109.74</c:v>
                </c:pt>
                <c:pt idx="7398">
                  <c:v>109.4</c:v>
                </c:pt>
                <c:pt idx="7399">
                  <c:v>109.39</c:v>
                </c:pt>
                <c:pt idx="7400">
                  <c:v>109.66</c:v>
                </c:pt>
                <c:pt idx="7401">
                  <c:v>110.35</c:v>
                </c:pt>
                <c:pt idx="7402">
                  <c:v>110.4</c:v>
                </c:pt>
                <c:pt idx="7403">
                  <c:v>110.77</c:v>
                </c:pt>
                <c:pt idx="7404">
                  <c:v>110.78</c:v>
                </c:pt>
                <c:pt idx="7405">
                  <c:v>111.05</c:v>
                </c:pt>
                <c:pt idx="7406">
                  <c:v>110.9</c:v>
                </c:pt>
                <c:pt idx="7407">
                  <c:v>110.08</c:v>
                </c:pt>
                <c:pt idx="7408">
                  <c:v>109.26</c:v>
                </c:pt>
                <c:pt idx="7409">
                  <c:v>109.41</c:v>
                </c:pt>
                <c:pt idx="7410">
                  <c:v>109.42</c:v>
                </c:pt>
                <c:pt idx="7411">
                  <c:v>108.77</c:v>
                </c:pt>
                <c:pt idx="7412">
                  <c:v>108.91</c:v>
                </c:pt>
                <c:pt idx="7413">
                  <c:v>108.82</c:v>
                </c:pt>
                <c:pt idx="7414">
                  <c:v>109.54</c:v>
                </c:pt>
                <c:pt idx="7415">
                  <c:v>109.82</c:v>
                </c:pt>
                <c:pt idx="7416">
                  <c:v>109.79</c:v>
                </c:pt>
                <c:pt idx="7417">
                  <c:v>110.18</c:v>
                </c:pt>
                <c:pt idx="7418">
                  <c:v>109.7</c:v>
                </c:pt>
                <c:pt idx="7419">
                  <c:v>109.55</c:v>
                </c:pt>
                <c:pt idx="7420">
                  <c:v>110.03</c:v>
                </c:pt>
                <c:pt idx="7421">
                  <c:v>110.37</c:v>
                </c:pt>
                <c:pt idx="7422">
                  <c:v>110.34</c:v>
                </c:pt>
                <c:pt idx="7423">
                  <c:v>110.63</c:v>
                </c:pt>
                <c:pt idx="7424">
                  <c:v>110.66</c:v>
                </c:pt>
                <c:pt idx="7425">
                  <c:v>110.55</c:v>
                </c:pt>
                <c:pt idx="7426">
                  <c:v>110.06</c:v>
                </c:pt>
                <c:pt idx="7427">
                  <c:v>110.36</c:v>
                </c:pt>
                <c:pt idx="7428">
                  <c:v>109.99</c:v>
                </c:pt>
                <c:pt idx="7429">
                  <c:v>109.97</c:v>
                </c:pt>
                <c:pt idx="7430">
                  <c:v>109.77</c:v>
                </c:pt>
                <c:pt idx="7431">
                  <c:v>110.06</c:v>
                </c:pt>
                <c:pt idx="7432">
                  <c:v>110.26</c:v>
                </c:pt>
                <c:pt idx="7433">
                  <c:v>110.49</c:v>
                </c:pt>
                <c:pt idx="7434">
                  <c:v>110.76</c:v>
                </c:pt>
                <c:pt idx="7435">
                  <c:v>110.9</c:v>
                </c:pt>
                <c:pt idx="7436">
                  <c:v>110.59</c:v>
                </c:pt>
                <c:pt idx="7437">
                  <c:v>110.49</c:v>
                </c:pt>
                <c:pt idx="7438">
                  <c:v>110.64</c:v>
                </c:pt>
                <c:pt idx="7439">
                  <c:v>110.47</c:v>
                </c:pt>
                <c:pt idx="7440">
                  <c:v>110.85</c:v>
                </c:pt>
                <c:pt idx="7441">
                  <c:v>111</c:v>
                </c:pt>
                <c:pt idx="7442">
                  <c:v>112.01</c:v>
                </c:pt>
                <c:pt idx="7443">
                  <c:v>112.55</c:v>
                </c:pt>
                <c:pt idx="7444">
                  <c:v>112.38</c:v>
                </c:pt>
                <c:pt idx="7445">
                  <c:v>112.29</c:v>
                </c:pt>
                <c:pt idx="7446">
                  <c:v>112.88</c:v>
                </c:pt>
                <c:pt idx="7447">
                  <c:v>112.86</c:v>
                </c:pt>
                <c:pt idx="7448">
                  <c:v>112.47</c:v>
                </c:pt>
                <c:pt idx="7449">
                  <c:v>111.41</c:v>
                </c:pt>
                <c:pt idx="7450">
                  <c:v>111.35</c:v>
                </c:pt>
                <c:pt idx="7451">
                  <c:v>111.2</c:v>
                </c:pt>
                <c:pt idx="7452">
                  <c:v>110.98</c:v>
                </c:pt>
                <c:pt idx="7453">
                  <c:v>111.23</c:v>
                </c:pt>
                <c:pt idx="7454">
                  <c:v>111.05</c:v>
                </c:pt>
                <c:pt idx="7455">
                  <c:v>111.04</c:v>
                </c:pt>
                <c:pt idx="7456">
                  <c:v>111.86</c:v>
                </c:pt>
                <c:pt idx="7457">
                  <c:v>111.73</c:v>
                </c:pt>
                <c:pt idx="7458">
                  <c:v>111.66</c:v>
                </c:pt>
                <c:pt idx="7459">
                  <c:v>111.25</c:v>
                </c:pt>
                <c:pt idx="7460">
                  <c:v>111.4</c:v>
                </c:pt>
                <c:pt idx="7461">
                  <c:v>111.38</c:v>
                </c:pt>
                <c:pt idx="7462">
                  <c:v>110.98</c:v>
                </c:pt>
                <c:pt idx="7463">
                  <c:v>111.08</c:v>
                </c:pt>
                <c:pt idx="7464">
                  <c:v>110.83</c:v>
                </c:pt>
                <c:pt idx="7465">
                  <c:v>110.7</c:v>
                </c:pt>
                <c:pt idx="7466">
                  <c:v>111.15</c:v>
                </c:pt>
                <c:pt idx="7467">
                  <c:v>110.74</c:v>
                </c:pt>
                <c:pt idx="7468">
                  <c:v>110.9</c:v>
                </c:pt>
                <c:pt idx="7469">
                  <c:v>110.5</c:v>
                </c:pt>
                <c:pt idx="7470">
                  <c:v>110.07</c:v>
                </c:pt>
                <c:pt idx="7471">
                  <c:v>110.31</c:v>
                </c:pt>
                <c:pt idx="7472">
                  <c:v>110.56</c:v>
                </c:pt>
                <c:pt idx="7473">
                  <c:v>111.29</c:v>
                </c:pt>
                <c:pt idx="7474">
                  <c:v>111.24</c:v>
                </c:pt>
                <c:pt idx="7475">
                  <c:v>111.08</c:v>
                </c:pt>
                <c:pt idx="7476">
                  <c:v>111.19</c:v>
                </c:pt>
                <c:pt idx="7477">
                  <c:v>111.68</c:v>
                </c:pt>
                <c:pt idx="7478">
                  <c:v>110.98</c:v>
                </c:pt>
                <c:pt idx="7479">
                  <c:v>111.03</c:v>
                </c:pt>
                <c:pt idx="7480">
                  <c:v>111.07</c:v>
                </c:pt>
                <c:pt idx="7481">
                  <c:v>111.41</c:v>
                </c:pt>
                <c:pt idx="7482">
                  <c:v>111.53</c:v>
                </c:pt>
                <c:pt idx="7483">
                  <c:v>110.75</c:v>
                </c:pt>
                <c:pt idx="7484">
                  <c:v>110.99</c:v>
                </c:pt>
                <c:pt idx="7485">
                  <c:v>111.13</c:v>
                </c:pt>
                <c:pt idx="7486">
                  <c:v>111.63</c:v>
                </c:pt>
                <c:pt idx="7487">
                  <c:v>111.26</c:v>
                </c:pt>
                <c:pt idx="7488">
                  <c:v>111.92</c:v>
                </c:pt>
                <c:pt idx="7489">
                  <c:v>112.06</c:v>
                </c:pt>
                <c:pt idx="7490">
                  <c:v>111.85</c:v>
                </c:pt>
                <c:pt idx="7491">
                  <c:v>112.36</c:v>
                </c:pt>
                <c:pt idx="7492">
                  <c:v>112.28</c:v>
                </c:pt>
                <c:pt idx="7493">
                  <c:v>112.49</c:v>
                </c:pt>
                <c:pt idx="7494">
                  <c:v>112.59</c:v>
                </c:pt>
                <c:pt idx="7495">
                  <c:v>112.8</c:v>
                </c:pt>
                <c:pt idx="7496">
                  <c:v>112.97</c:v>
                </c:pt>
                <c:pt idx="7497">
                  <c:v>112.73</c:v>
                </c:pt>
                <c:pt idx="7498">
                  <c:v>113.38</c:v>
                </c:pt>
                <c:pt idx="7499">
                  <c:v>113.7</c:v>
                </c:pt>
                <c:pt idx="7500">
                  <c:v>113.93</c:v>
                </c:pt>
                <c:pt idx="7501">
                  <c:v>113.65</c:v>
                </c:pt>
                <c:pt idx="7502">
                  <c:v>114.53</c:v>
                </c:pt>
                <c:pt idx="7503">
                  <c:v>113.91</c:v>
                </c:pt>
                <c:pt idx="7504">
                  <c:v>113.72</c:v>
                </c:pt>
                <c:pt idx="7505">
                  <c:v>113.23</c:v>
                </c:pt>
                <c:pt idx="7506">
                  <c:v>112.96</c:v>
                </c:pt>
                <c:pt idx="7507">
                  <c:v>112.27</c:v>
                </c:pt>
                <c:pt idx="7508">
                  <c:v>112.16</c:v>
                </c:pt>
                <c:pt idx="7509">
                  <c:v>112.21</c:v>
                </c:pt>
                <c:pt idx="7510">
                  <c:v>111.77</c:v>
                </c:pt>
                <c:pt idx="7511">
                  <c:v>112.25</c:v>
                </c:pt>
                <c:pt idx="7512">
                  <c:v>112.65</c:v>
                </c:pt>
                <c:pt idx="7513">
                  <c:v>112.21</c:v>
                </c:pt>
                <c:pt idx="7514">
                  <c:v>112.55</c:v>
                </c:pt>
                <c:pt idx="7515">
                  <c:v>112.82</c:v>
                </c:pt>
                <c:pt idx="7516">
                  <c:v>112.44</c:v>
                </c:pt>
                <c:pt idx="7517">
                  <c:v>112.26</c:v>
                </c:pt>
                <c:pt idx="7518">
                  <c:v>112.42</c:v>
                </c:pt>
                <c:pt idx="7519">
                  <c:v>111.91</c:v>
                </c:pt>
                <c:pt idx="7520">
                  <c:v>112.37</c:v>
                </c:pt>
                <c:pt idx="7521">
                  <c:v>113.13</c:v>
                </c:pt>
                <c:pt idx="7522">
                  <c:v>112.94</c:v>
                </c:pt>
                <c:pt idx="7523">
                  <c:v>112.72</c:v>
                </c:pt>
                <c:pt idx="7524">
                  <c:v>113.2</c:v>
                </c:pt>
                <c:pt idx="7525">
                  <c:v>113.19</c:v>
                </c:pt>
                <c:pt idx="7526">
                  <c:v>113.43</c:v>
                </c:pt>
                <c:pt idx="7527">
                  <c:v>113.52</c:v>
                </c:pt>
                <c:pt idx="7528">
                  <c:v>114.07</c:v>
                </c:pt>
                <c:pt idx="7529">
                  <c:v>113.83</c:v>
                </c:pt>
                <c:pt idx="7530">
                  <c:v>113.84</c:v>
                </c:pt>
                <c:pt idx="7531">
                  <c:v>113.81</c:v>
                </c:pt>
                <c:pt idx="7532">
                  <c:v>113.63</c:v>
                </c:pt>
                <c:pt idx="7533">
                  <c:v>113.64</c:v>
                </c:pt>
                <c:pt idx="7534">
                  <c:v>112.83</c:v>
                </c:pt>
                <c:pt idx="7535">
                  <c:v>112.55</c:v>
                </c:pt>
                <c:pt idx="7536">
                  <c:v>112.77</c:v>
                </c:pt>
                <c:pt idx="7537">
                  <c:v>113.06</c:v>
                </c:pt>
                <c:pt idx="7538">
                  <c:v>112.95</c:v>
                </c:pt>
                <c:pt idx="7539">
                  <c:v>112.96</c:v>
                </c:pt>
                <c:pt idx="7540">
                  <c:v>113.58</c:v>
                </c:pt>
                <c:pt idx="7541">
                  <c:v>113.79</c:v>
                </c:pt>
                <c:pt idx="7542">
                  <c:v>113.68</c:v>
                </c:pt>
                <c:pt idx="7543">
                  <c:v>113.48</c:v>
                </c:pt>
                <c:pt idx="7544">
                  <c:v>113.57</c:v>
                </c:pt>
                <c:pt idx="7545">
                  <c:v>113.66</c:v>
                </c:pt>
                <c:pt idx="7546">
                  <c:v>112.77</c:v>
                </c:pt>
                <c:pt idx="7547">
                  <c:v>113.19</c:v>
                </c:pt>
                <c:pt idx="7548">
                  <c:v>112.68</c:v>
                </c:pt>
                <c:pt idx="7549">
                  <c:v>112.69</c:v>
                </c:pt>
                <c:pt idx="7550">
                  <c:v>113.33</c:v>
                </c:pt>
                <c:pt idx="7551">
                  <c:v>113.38</c:v>
                </c:pt>
                <c:pt idx="7552">
                  <c:v>113.29</c:v>
                </c:pt>
                <c:pt idx="7553">
                  <c:v>113.63</c:v>
                </c:pt>
                <c:pt idx="7554">
                  <c:v>113.39</c:v>
                </c:pt>
                <c:pt idx="7555">
                  <c:v>112.83</c:v>
                </c:pt>
                <c:pt idx="7556">
                  <c:v>112.52</c:v>
                </c:pt>
                <c:pt idx="7557">
                  <c:v>112.48</c:v>
                </c:pt>
                <c:pt idx="7558">
                  <c:v>111.28</c:v>
                </c:pt>
                <c:pt idx="7559">
                  <c:v>111.22</c:v>
                </c:pt>
                <c:pt idx="7560">
                  <c:v>110.45</c:v>
                </c:pt>
                <c:pt idx="7561">
                  <c:v>110.31</c:v>
                </c:pt>
                <c:pt idx="7562">
                  <c:v>111.37</c:v>
                </c:pt>
                <c:pt idx="7563">
                  <c:v>111.01</c:v>
                </c:pt>
                <c:pt idx="7564">
                  <c:v>110.27</c:v>
                </c:pt>
                <c:pt idx="7565">
                  <c:v>109.69</c:v>
                </c:pt>
                <c:pt idx="7566">
                  <c:v>109.74</c:v>
                </c:pt>
                <c:pt idx="7567">
                  <c:v>108.88</c:v>
                </c:pt>
                <c:pt idx="7568">
                  <c:v>107.68</c:v>
                </c:pt>
                <c:pt idx="7569">
                  <c:v>108.51</c:v>
                </c:pt>
                <c:pt idx="7570">
                  <c:v>108.72</c:v>
                </c:pt>
                <c:pt idx="7571">
                  <c:v>108.75</c:v>
                </c:pt>
                <c:pt idx="7572">
                  <c:v>108.17</c:v>
                </c:pt>
                <c:pt idx="7573">
                  <c:v>108.43</c:v>
                </c:pt>
                <c:pt idx="7574">
                  <c:v>108.48</c:v>
                </c:pt>
                <c:pt idx="7575">
                  <c:v>108.16</c:v>
                </c:pt>
                <c:pt idx="7576">
                  <c:v>108.68</c:v>
                </c:pt>
                <c:pt idx="7577">
                  <c:v>109.09</c:v>
                </c:pt>
                <c:pt idx="7578">
                  <c:v>109.26</c:v>
                </c:pt>
                <c:pt idx="7579">
                  <c:v>109.78</c:v>
                </c:pt>
                <c:pt idx="7580">
                  <c:v>109.67</c:v>
                </c:pt>
                <c:pt idx="7581">
                  <c:v>109.37</c:v>
                </c:pt>
                <c:pt idx="7582">
                  <c:v>109.6</c:v>
                </c:pt>
                <c:pt idx="7583">
                  <c:v>109.64</c:v>
                </c:pt>
                <c:pt idx="7584">
                  <c:v>109.55</c:v>
                </c:pt>
                <c:pt idx="7585">
                  <c:v>109.35</c:v>
                </c:pt>
                <c:pt idx="7586">
                  <c:v>109.4</c:v>
                </c:pt>
                <c:pt idx="7587">
                  <c:v>109.04</c:v>
                </c:pt>
                <c:pt idx="7588">
                  <c:v>108.89</c:v>
                </c:pt>
                <c:pt idx="7589">
                  <c:v>109.5</c:v>
                </c:pt>
                <c:pt idx="7590">
                  <c:v>109.89</c:v>
                </c:pt>
                <c:pt idx="7591">
                  <c:v>109.96</c:v>
                </c:pt>
                <c:pt idx="7592">
                  <c:v>109.97</c:v>
                </c:pt>
                <c:pt idx="7593">
                  <c:v>109.82</c:v>
                </c:pt>
                <c:pt idx="7594">
                  <c:v>109.73</c:v>
                </c:pt>
                <c:pt idx="7595">
                  <c:v>110.38</c:v>
                </c:pt>
                <c:pt idx="7596">
                  <c:v>110.48</c:v>
                </c:pt>
                <c:pt idx="7597">
                  <c:v>111.01</c:v>
                </c:pt>
                <c:pt idx="7598">
                  <c:v>110.48</c:v>
                </c:pt>
                <c:pt idx="7599">
                  <c:v>110.47</c:v>
                </c:pt>
                <c:pt idx="7600">
                  <c:v>110.62</c:v>
                </c:pt>
                <c:pt idx="7601">
                  <c:v>110.63</c:v>
                </c:pt>
                <c:pt idx="7602">
                  <c:v>110.85</c:v>
                </c:pt>
                <c:pt idx="7603">
                  <c:v>110.7</c:v>
                </c:pt>
                <c:pt idx="7604">
                  <c:v>110.69</c:v>
                </c:pt>
                <c:pt idx="7605">
                  <c:v>111.06</c:v>
                </c:pt>
                <c:pt idx="7606">
                  <c:v>110.59</c:v>
                </c:pt>
                <c:pt idx="7607">
                  <c:v>111</c:v>
                </c:pt>
                <c:pt idx="7608">
                  <c:v>111.39</c:v>
                </c:pt>
                <c:pt idx="7609">
                  <c:v>111.89</c:v>
                </c:pt>
                <c:pt idx="7610">
                  <c:v>111.75</c:v>
                </c:pt>
                <c:pt idx="7611">
                  <c:v>111.89</c:v>
                </c:pt>
                <c:pt idx="7612">
                  <c:v>111.77</c:v>
                </c:pt>
                <c:pt idx="7613">
                  <c:v>111.58</c:v>
                </c:pt>
                <c:pt idx="7614">
                  <c:v>111.17</c:v>
                </c:pt>
                <c:pt idx="7615">
                  <c:v>111.21</c:v>
                </c:pt>
                <c:pt idx="7616">
                  <c:v>111.36</c:v>
                </c:pt>
                <c:pt idx="7617">
                  <c:v>111.17</c:v>
                </c:pt>
                <c:pt idx="7618">
                  <c:v>111.7</c:v>
                </c:pt>
                <c:pt idx="7619">
                  <c:v>111.48</c:v>
                </c:pt>
                <c:pt idx="7620">
                  <c:v>111.43</c:v>
                </c:pt>
                <c:pt idx="7621">
                  <c:v>111.39</c:v>
                </c:pt>
                <c:pt idx="7622">
                  <c:v>110.7</c:v>
                </c:pt>
                <c:pt idx="7623">
                  <c:v>110.82</c:v>
                </c:pt>
                <c:pt idx="7624">
                  <c:v>109.92</c:v>
                </c:pt>
                <c:pt idx="7625">
                  <c:v>109.97</c:v>
                </c:pt>
                <c:pt idx="7626">
                  <c:v>110.64</c:v>
                </c:pt>
                <c:pt idx="7627">
                  <c:v>110.51</c:v>
                </c:pt>
                <c:pt idx="7628">
                  <c:v>110.63</c:v>
                </c:pt>
                <c:pt idx="7629">
                  <c:v>110.86</c:v>
                </c:pt>
                <c:pt idx="7630">
                  <c:v>111.35</c:v>
                </c:pt>
                <c:pt idx="7631">
                  <c:v>111.32</c:v>
                </c:pt>
                <c:pt idx="7632">
                  <c:v>111.49</c:v>
                </c:pt>
                <c:pt idx="7633">
                  <c:v>111.66</c:v>
                </c:pt>
                <c:pt idx="7634">
                  <c:v>111.73</c:v>
                </c:pt>
                <c:pt idx="7635">
                  <c:v>111.48</c:v>
                </c:pt>
                <c:pt idx="7636">
                  <c:v>111.14</c:v>
                </c:pt>
                <c:pt idx="7637">
                  <c:v>111.01</c:v>
                </c:pt>
                <c:pt idx="7638">
                  <c:v>111.66</c:v>
                </c:pt>
                <c:pt idx="7639">
                  <c:v>112.02</c:v>
                </c:pt>
                <c:pt idx="7640">
                  <c:v>112.04</c:v>
                </c:pt>
                <c:pt idx="7641">
                  <c:v>112</c:v>
                </c:pt>
                <c:pt idx="7642">
                  <c:v>112.06</c:v>
                </c:pt>
                <c:pt idx="7643">
                  <c:v>111.97</c:v>
                </c:pt>
                <c:pt idx="7644">
                  <c:v>111.92</c:v>
                </c:pt>
                <c:pt idx="7645">
                  <c:v>111.94</c:v>
                </c:pt>
                <c:pt idx="7646">
                  <c:v>111.86</c:v>
                </c:pt>
                <c:pt idx="7647">
                  <c:v>112.19</c:v>
                </c:pt>
                <c:pt idx="7648">
                  <c:v>111.63</c:v>
                </c:pt>
                <c:pt idx="7649">
                  <c:v>111.58</c:v>
                </c:pt>
                <c:pt idx="7650">
                  <c:v>111.65</c:v>
                </c:pt>
                <c:pt idx="7651">
                  <c:v>111.42</c:v>
                </c:pt>
                <c:pt idx="7652">
                  <c:v>111.38</c:v>
                </c:pt>
                <c:pt idx="7653">
                  <c:v>111.51</c:v>
                </c:pt>
                <c:pt idx="7654">
                  <c:v>111.1</c:v>
                </c:pt>
                <c:pt idx="7655">
                  <c:v>110.76</c:v>
                </c:pt>
                <c:pt idx="7656">
                  <c:v>110.26</c:v>
                </c:pt>
                <c:pt idx="7657">
                  <c:v>110.1</c:v>
                </c:pt>
                <c:pt idx="7658">
                  <c:v>109.74</c:v>
                </c:pt>
                <c:pt idx="7659">
                  <c:v>109.95</c:v>
                </c:pt>
                <c:pt idx="7660">
                  <c:v>109.3</c:v>
                </c:pt>
                <c:pt idx="7661">
                  <c:v>109.61</c:v>
                </c:pt>
                <c:pt idx="7662">
                  <c:v>109.6</c:v>
                </c:pt>
                <c:pt idx="7663">
                  <c:v>109.85</c:v>
                </c:pt>
                <c:pt idx="7664">
                  <c:v>110.08</c:v>
                </c:pt>
                <c:pt idx="7665">
                  <c:v>110.06</c:v>
                </c:pt>
                <c:pt idx="7666">
                  <c:v>110.5</c:v>
                </c:pt>
                <c:pt idx="7667">
                  <c:v>110.36</c:v>
                </c:pt>
                <c:pt idx="7668">
                  <c:v>109.61</c:v>
                </c:pt>
                <c:pt idx="7669">
                  <c:v>109.31</c:v>
                </c:pt>
                <c:pt idx="7670">
                  <c:v>109.51</c:v>
                </c:pt>
                <c:pt idx="7671">
                  <c:v>109.38</c:v>
                </c:pt>
                <c:pt idx="7672">
                  <c:v>109.59</c:v>
                </c:pt>
                <c:pt idx="7673">
                  <c:v>109.62</c:v>
                </c:pt>
                <c:pt idx="7674">
                  <c:v>108.29</c:v>
                </c:pt>
                <c:pt idx="7675">
                  <c:v>108.07</c:v>
                </c:pt>
                <c:pt idx="7676">
                  <c:v>108.15</c:v>
                </c:pt>
                <c:pt idx="7677">
                  <c:v>108.46</c:v>
                </c:pt>
                <c:pt idx="7678">
                  <c:v>108.4</c:v>
                </c:pt>
                <c:pt idx="7679">
                  <c:v>108.19</c:v>
                </c:pt>
                <c:pt idx="7680">
                  <c:v>108.45</c:v>
                </c:pt>
                <c:pt idx="7681">
                  <c:v>108.52</c:v>
                </c:pt>
                <c:pt idx="7682">
                  <c:v>108.5</c:v>
                </c:pt>
                <c:pt idx="7683">
                  <c:v>108.38</c:v>
                </c:pt>
                <c:pt idx="7684">
                  <c:v>108.56</c:v>
                </c:pt>
                <c:pt idx="7685">
                  <c:v>108.54</c:v>
                </c:pt>
                <c:pt idx="7686">
                  <c:v>108.45</c:v>
                </c:pt>
                <c:pt idx="7687">
                  <c:v>108.1</c:v>
                </c:pt>
                <c:pt idx="7688">
                  <c:v>107.3</c:v>
                </c:pt>
                <c:pt idx="7689">
                  <c:v>107.32</c:v>
                </c:pt>
                <c:pt idx="7690">
                  <c:v>107.3</c:v>
                </c:pt>
                <c:pt idx="7691">
                  <c:v>107.2</c:v>
                </c:pt>
                <c:pt idx="7692">
                  <c:v>107.79</c:v>
                </c:pt>
                <c:pt idx="7693">
                  <c:v>107.79</c:v>
                </c:pt>
                <c:pt idx="7694">
                  <c:v>107.85</c:v>
                </c:pt>
                <c:pt idx="7695">
                  <c:v>108.45</c:v>
                </c:pt>
                <c:pt idx="7696">
                  <c:v>107.88</c:v>
                </c:pt>
                <c:pt idx="7697">
                  <c:v>107.81</c:v>
                </c:pt>
                <c:pt idx="7698">
                  <c:v>107.82</c:v>
                </c:pt>
                <c:pt idx="7699">
                  <c:v>108.47</c:v>
                </c:pt>
                <c:pt idx="7700">
                  <c:v>108.72</c:v>
                </c:pt>
                <c:pt idx="7701">
                  <c:v>108.85</c:v>
                </c:pt>
                <c:pt idx="7702">
                  <c:v>108.46</c:v>
                </c:pt>
                <c:pt idx="7703">
                  <c:v>108.5</c:v>
                </c:pt>
                <c:pt idx="7704">
                  <c:v>107.91</c:v>
                </c:pt>
                <c:pt idx="7705">
                  <c:v>107.91</c:v>
                </c:pt>
                <c:pt idx="7706">
                  <c:v>108.24</c:v>
                </c:pt>
                <c:pt idx="7707">
                  <c:v>107.95</c:v>
                </c:pt>
                <c:pt idx="7708">
                  <c:v>107.3</c:v>
                </c:pt>
                <c:pt idx="7709">
                  <c:v>107.71</c:v>
                </c:pt>
                <c:pt idx="7710">
                  <c:v>107.87</c:v>
                </c:pt>
                <c:pt idx="7711">
                  <c:v>108.23</c:v>
                </c:pt>
                <c:pt idx="7712">
                  <c:v>108.19</c:v>
                </c:pt>
                <c:pt idx="7713">
                  <c:v>108.63</c:v>
                </c:pt>
                <c:pt idx="7714">
                  <c:v>108.68</c:v>
                </c:pt>
                <c:pt idx="7715">
                  <c:v>108.78</c:v>
                </c:pt>
                <c:pt idx="7716">
                  <c:v>108.61</c:v>
                </c:pt>
                <c:pt idx="7717">
                  <c:v>108.78</c:v>
                </c:pt>
                <c:pt idx="7718">
                  <c:v>107.34</c:v>
                </c:pt>
                <c:pt idx="7719">
                  <c:v>106.59</c:v>
                </c:pt>
                <c:pt idx="7720">
                  <c:v>105.95</c:v>
                </c:pt>
                <c:pt idx="7721">
                  <c:v>106.47</c:v>
                </c:pt>
                <c:pt idx="7722">
                  <c:v>106.27</c:v>
                </c:pt>
                <c:pt idx="7723">
                  <c:v>106.07</c:v>
                </c:pt>
                <c:pt idx="7724">
                  <c:v>105.69</c:v>
                </c:pt>
                <c:pt idx="7725">
                  <c:v>105.3</c:v>
                </c:pt>
                <c:pt idx="7726">
                  <c:v>106.74</c:v>
                </c:pt>
                <c:pt idx="7727">
                  <c:v>105.91</c:v>
                </c:pt>
                <c:pt idx="7728">
                  <c:v>106.12</c:v>
                </c:pt>
                <c:pt idx="7729">
                  <c:v>106.38</c:v>
                </c:pt>
                <c:pt idx="7730">
                  <c:v>106.64</c:v>
                </c:pt>
                <c:pt idx="7731">
                  <c:v>106.23</c:v>
                </c:pt>
                <c:pt idx="7732">
                  <c:v>106.62</c:v>
                </c:pt>
                <c:pt idx="7733">
                  <c:v>106.44</c:v>
                </c:pt>
                <c:pt idx="7734">
                  <c:v>105.39</c:v>
                </c:pt>
                <c:pt idx="7735">
                  <c:v>106.12</c:v>
                </c:pt>
                <c:pt idx="7736">
                  <c:v>105.75</c:v>
                </c:pt>
                <c:pt idx="7737">
                  <c:v>106.12</c:v>
                </c:pt>
                <c:pt idx="7738">
                  <c:v>106.52</c:v>
                </c:pt>
                <c:pt idx="7739">
                  <c:v>106.28</c:v>
                </c:pt>
                <c:pt idx="7740">
                  <c:v>106.24</c:v>
                </c:pt>
                <c:pt idx="7741">
                  <c:v>105.94</c:v>
                </c:pt>
                <c:pt idx="7742">
                  <c:v>106.39</c:v>
                </c:pt>
                <c:pt idx="7743">
                  <c:v>106.94</c:v>
                </c:pt>
                <c:pt idx="7744">
                  <c:v>106.92</c:v>
                </c:pt>
                <c:pt idx="7745">
                  <c:v>107.24</c:v>
                </c:pt>
                <c:pt idx="7746">
                  <c:v>107.54</c:v>
                </c:pt>
                <c:pt idx="7747">
                  <c:v>107.82</c:v>
                </c:pt>
                <c:pt idx="7748">
                  <c:v>108.1</c:v>
                </c:pt>
                <c:pt idx="7749">
                  <c:v>108.09</c:v>
                </c:pt>
                <c:pt idx="7750">
                  <c:v>108.12</c:v>
                </c:pt>
                <c:pt idx="7751">
                  <c:v>108.13</c:v>
                </c:pt>
                <c:pt idx="7752">
                  <c:v>108.45</c:v>
                </c:pt>
                <c:pt idx="7753">
                  <c:v>108.02</c:v>
                </c:pt>
                <c:pt idx="7754">
                  <c:v>107.56</c:v>
                </c:pt>
                <c:pt idx="7755">
                  <c:v>107.55</c:v>
                </c:pt>
                <c:pt idx="7756">
                  <c:v>107.07</c:v>
                </c:pt>
                <c:pt idx="7757">
                  <c:v>107.77</c:v>
                </c:pt>
                <c:pt idx="7758">
                  <c:v>107.83</c:v>
                </c:pt>
                <c:pt idx="7759">
                  <c:v>107.92</c:v>
                </c:pt>
                <c:pt idx="7760">
                  <c:v>108.08</c:v>
                </c:pt>
                <c:pt idx="7761">
                  <c:v>107.75</c:v>
                </c:pt>
                <c:pt idx="7762">
                  <c:v>107.18</c:v>
                </c:pt>
                <c:pt idx="7763">
                  <c:v>106.92</c:v>
                </c:pt>
                <c:pt idx="7764">
                  <c:v>106.94</c:v>
                </c:pt>
                <c:pt idx="7765">
                  <c:v>107.26</c:v>
                </c:pt>
                <c:pt idx="7766">
                  <c:v>107.09</c:v>
                </c:pt>
                <c:pt idx="7767">
                  <c:v>107.48</c:v>
                </c:pt>
                <c:pt idx="7768">
                  <c:v>107.98</c:v>
                </c:pt>
                <c:pt idx="7769">
                  <c:v>108.29</c:v>
                </c:pt>
                <c:pt idx="7770">
                  <c:v>108.4</c:v>
                </c:pt>
                <c:pt idx="7771">
                  <c:v>108.86</c:v>
                </c:pt>
                <c:pt idx="7772">
                  <c:v>108.76</c:v>
                </c:pt>
                <c:pt idx="7773">
                  <c:v>108.66</c:v>
                </c:pt>
                <c:pt idx="7774">
                  <c:v>108.45</c:v>
                </c:pt>
                <c:pt idx="7775">
                  <c:v>108.62</c:v>
                </c:pt>
                <c:pt idx="7776">
                  <c:v>108.49</c:v>
                </c:pt>
                <c:pt idx="7777">
                  <c:v>108.69</c:v>
                </c:pt>
                <c:pt idx="7778">
                  <c:v>108.61</c:v>
                </c:pt>
                <c:pt idx="7779">
                  <c:v>108.67</c:v>
                </c:pt>
                <c:pt idx="7780">
                  <c:v>108.95</c:v>
                </c:pt>
                <c:pt idx="7781">
                  <c:v>108.89</c:v>
                </c:pt>
                <c:pt idx="7782">
                  <c:v>108.85</c:v>
                </c:pt>
                <c:pt idx="7783">
                  <c:v>108.03</c:v>
                </c:pt>
                <c:pt idx="7784">
                  <c:v>108.19</c:v>
                </c:pt>
                <c:pt idx="7785">
                  <c:v>108.58</c:v>
                </c:pt>
                <c:pt idx="7786">
                  <c:v>109.16</c:v>
                </c:pt>
                <c:pt idx="7787">
                  <c:v>108.98</c:v>
                </c:pt>
                <c:pt idx="7788">
                  <c:v>109.28</c:v>
                </c:pt>
                <c:pt idx="7789">
                  <c:v>109.26</c:v>
                </c:pt>
                <c:pt idx="7790">
                  <c:v>109.05</c:v>
                </c:pt>
                <c:pt idx="7791">
                  <c:v>109.01</c:v>
                </c:pt>
                <c:pt idx="7792">
                  <c:v>108.82</c:v>
                </c:pt>
                <c:pt idx="7793">
                  <c:v>108.42</c:v>
                </c:pt>
                <c:pt idx="7794">
                  <c:v>108.8</c:v>
                </c:pt>
                <c:pt idx="7795">
                  <c:v>108.68</c:v>
                </c:pt>
                <c:pt idx="7796">
                  <c:v>108.54</c:v>
                </c:pt>
                <c:pt idx="7797">
                  <c:v>108.61</c:v>
                </c:pt>
                <c:pt idx="7798">
                  <c:v>108.63</c:v>
                </c:pt>
                <c:pt idx="7799">
                  <c:v>108.66</c:v>
                </c:pt>
                <c:pt idx="7800">
                  <c:v>108.93</c:v>
                </c:pt>
                <c:pt idx="7801">
                  <c:v>109.05</c:v>
                </c:pt>
                <c:pt idx="7802">
                  <c:v>109.54</c:v>
                </c:pt>
                <c:pt idx="7803">
                  <c:v>109.51</c:v>
                </c:pt>
                <c:pt idx="7804">
                  <c:v>109.49</c:v>
                </c:pt>
                <c:pt idx="7805">
                  <c:v>108.98</c:v>
                </c:pt>
                <c:pt idx="7806">
                  <c:v>108.63</c:v>
                </c:pt>
                <c:pt idx="7807">
                  <c:v>108.86</c:v>
                </c:pt>
                <c:pt idx="7808">
                  <c:v>108.76</c:v>
                </c:pt>
                <c:pt idx="7809">
                  <c:v>108.58</c:v>
                </c:pt>
                <c:pt idx="7810">
                  <c:v>108.56</c:v>
                </c:pt>
                <c:pt idx="7811">
                  <c:v>108.72</c:v>
                </c:pt>
                <c:pt idx="7812">
                  <c:v>108.56</c:v>
                </c:pt>
                <c:pt idx="7813">
                  <c:v>109.31</c:v>
                </c:pt>
                <c:pt idx="7814">
                  <c:v>109.38</c:v>
                </c:pt>
                <c:pt idx="7815">
                  <c:v>109.55</c:v>
                </c:pt>
                <c:pt idx="7816">
                  <c:v>109.48</c:v>
                </c:pt>
                <c:pt idx="7817">
                  <c:v>109.55</c:v>
                </c:pt>
                <c:pt idx="7818">
                  <c:v>109.37</c:v>
                </c:pt>
                <c:pt idx="7819">
                  <c:v>109.44</c:v>
                </c:pt>
                <c:pt idx="7820">
                  <c:v>109.4</c:v>
                </c:pt>
                <c:pt idx="7821">
                  <c:v>109.39</c:v>
                </c:pt>
                <c:pt idx="7822">
                  <c:v>109.38</c:v>
                </c:pt>
                <c:pt idx="7823">
                  <c:v>109.63</c:v>
                </c:pt>
                <c:pt idx="7824">
                  <c:v>109.44</c:v>
                </c:pt>
                <c:pt idx="7825">
                  <c:v>108.88</c:v>
                </c:pt>
                <c:pt idx="7826">
                  <c:v>108.61</c:v>
                </c:pt>
                <c:pt idx="7827">
                  <c:v>108.76</c:v>
                </c:pt>
                <c:pt idx="7828">
                  <c:v>108.57</c:v>
                </c:pt>
                <c:pt idx="7829">
                  <c:v>108.09</c:v>
                </c:pt>
                <c:pt idx="7830">
                  <c:v>108.37</c:v>
                </c:pt>
                <c:pt idx="7831">
                  <c:v>108.44</c:v>
                </c:pt>
                <c:pt idx="7832">
                  <c:v>109.12</c:v>
                </c:pt>
                <c:pt idx="7833">
                  <c:v>109.52</c:v>
                </c:pt>
                <c:pt idx="7834">
                  <c:v>109.45</c:v>
                </c:pt>
                <c:pt idx="7835">
                  <c:v>109.95</c:v>
                </c:pt>
                <c:pt idx="7836">
                  <c:v>109.99</c:v>
                </c:pt>
                <c:pt idx="7837">
                  <c:v>109.9</c:v>
                </c:pt>
                <c:pt idx="7838">
                  <c:v>110.16</c:v>
                </c:pt>
                <c:pt idx="7839">
                  <c:v>110.14</c:v>
                </c:pt>
                <c:pt idx="7840">
                  <c:v>110.18</c:v>
                </c:pt>
                <c:pt idx="7841">
                  <c:v>109.87</c:v>
                </c:pt>
                <c:pt idx="7842">
                  <c:v>109.84</c:v>
                </c:pt>
                <c:pt idx="7843">
                  <c:v>109.49</c:v>
                </c:pt>
                <c:pt idx="7844">
                  <c:v>109.28</c:v>
                </c:pt>
                <c:pt idx="7845">
                  <c:v>108.9</c:v>
                </c:pt>
                <c:pt idx="7846">
                  <c:v>109.15</c:v>
                </c:pt>
                <c:pt idx="7847">
                  <c:v>109.02</c:v>
                </c:pt>
                <c:pt idx="7848">
                  <c:v>108.96</c:v>
                </c:pt>
                <c:pt idx="7849">
                  <c:v>108.35</c:v>
                </c:pt>
                <c:pt idx="7850">
                  <c:v>108.69</c:v>
                </c:pt>
                <c:pt idx="7851">
                  <c:v>109.52</c:v>
                </c:pt>
                <c:pt idx="7852">
                  <c:v>109.83</c:v>
                </c:pt>
                <c:pt idx="7853">
                  <c:v>109.99</c:v>
                </c:pt>
                <c:pt idx="7854">
                  <c:v>109.75</c:v>
                </c:pt>
                <c:pt idx="7855">
                  <c:v>109.77</c:v>
                </c:pt>
                <c:pt idx="7856">
                  <c:v>109.79</c:v>
                </c:pt>
                <c:pt idx="7857">
                  <c:v>110.09</c:v>
                </c:pt>
                <c:pt idx="7858">
                  <c:v>109.82</c:v>
                </c:pt>
                <c:pt idx="7859">
                  <c:v>109.78</c:v>
                </c:pt>
                <c:pt idx="7860">
                  <c:v>109.88</c:v>
                </c:pt>
                <c:pt idx="7861">
                  <c:v>109.87</c:v>
                </c:pt>
                <c:pt idx="7862">
                  <c:v>111.37</c:v>
                </c:pt>
                <c:pt idx="7863">
                  <c:v>112.1</c:v>
                </c:pt>
                <c:pt idx="7864">
                  <c:v>111.61</c:v>
                </c:pt>
                <c:pt idx="7865">
                  <c:v>110.72</c:v>
                </c:pt>
                <c:pt idx="7866">
                  <c:v>110.2</c:v>
                </c:pt>
                <c:pt idx="7867">
                  <c:v>110.43</c:v>
                </c:pt>
                <c:pt idx="7868">
                  <c:v>109.59</c:v>
                </c:pt>
                <c:pt idx="7869">
                  <c:v>107.89</c:v>
                </c:pt>
                <c:pt idx="7870">
                  <c:v>108.33</c:v>
                </c:pt>
                <c:pt idx="7871">
                  <c:v>107.13</c:v>
                </c:pt>
                <c:pt idx="7872">
                  <c:v>107.53</c:v>
                </c:pt>
                <c:pt idx="7873">
                  <c:v>106.16</c:v>
                </c:pt>
                <c:pt idx="7874">
                  <c:v>105.39</c:v>
                </c:pt>
                <c:pt idx="7875">
                  <c:v>102.36</c:v>
                </c:pt>
                <c:pt idx="7876">
                  <c:v>105.64</c:v>
                </c:pt>
                <c:pt idx="7877">
                  <c:v>104.54</c:v>
                </c:pt>
                <c:pt idx="7878">
                  <c:v>104.64</c:v>
                </c:pt>
                <c:pt idx="7879">
                  <c:v>107.62</c:v>
                </c:pt>
                <c:pt idx="7880">
                  <c:v>105.83</c:v>
                </c:pt>
                <c:pt idx="7881">
                  <c:v>107.7</c:v>
                </c:pt>
                <c:pt idx="7882">
                  <c:v>108.08</c:v>
                </c:pt>
                <c:pt idx="7883">
                  <c:v>110.71</c:v>
                </c:pt>
                <c:pt idx="7884">
                  <c:v>110.93</c:v>
                </c:pt>
                <c:pt idx="7885">
                  <c:v>111.23</c:v>
                </c:pt>
                <c:pt idx="7886">
                  <c:v>111.23</c:v>
                </c:pt>
                <c:pt idx="7887">
                  <c:v>111.21</c:v>
                </c:pt>
                <c:pt idx="7888">
                  <c:v>109.58</c:v>
                </c:pt>
                <c:pt idx="7889">
                  <c:v>107.94</c:v>
                </c:pt>
                <c:pt idx="7890">
                  <c:v>107.76</c:v>
                </c:pt>
                <c:pt idx="7891">
                  <c:v>107.54</c:v>
                </c:pt>
                <c:pt idx="7892">
                  <c:v>107.17</c:v>
                </c:pt>
                <c:pt idx="7893">
                  <c:v>107.91</c:v>
                </c:pt>
                <c:pt idx="7894">
                  <c:v>108.55</c:v>
                </c:pt>
                <c:pt idx="7895">
                  <c:v>109.22</c:v>
                </c:pt>
                <c:pt idx="7896">
                  <c:v>108.76</c:v>
                </c:pt>
                <c:pt idx="7897">
                  <c:v>108.83</c:v>
                </c:pt>
                <c:pt idx="7898">
                  <c:v>108.49</c:v>
                </c:pt>
                <c:pt idx="7899">
                  <c:v>108.47</c:v>
                </c:pt>
                <c:pt idx="7900">
                  <c:v>107.77</c:v>
                </c:pt>
                <c:pt idx="7901">
                  <c:v>107.22</c:v>
                </c:pt>
                <c:pt idx="7902">
                  <c:v>107.46</c:v>
                </c:pt>
                <c:pt idx="7903">
                  <c:v>107.92</c:v>
                </c:pt>
                <c:pt idx="7904">
                  <c:v>107.54</c:v>
                </c:pt>
                <c:pt idx="7905">
                  <c:v>107.62</c:v>
                </c:pt>
                <c:pt idx="7906">
                  <c:v>107.8</c:v>
                </c:pt>
                <c:pt idx="7907">
                  <c:v>107.75</c:v>
                </c:pt>
                <c:pt idx="7908">
                  <c:v>107.6</c:v>
                </c:pt>
                <c:pt idx="7909">
                  <c:v>107.51</c:v>
                </c:pt>
                <c:pt idx="7910">
                  <c:v>107.25</c:v>
                </c:pt>
                <c:pt idx="7911">
                  <c:v>106.87</c:v>
                </c:pt>
                <c:pt idx="7912">
                  <c:v>106.68</c:v>
                </c:pt>
                <c:pt idx="7913">
                  <c:v>107.18</c:v>
                </c:pt>
                <c:pt idx="7914">
                  <c:v>106.91</c:v>
                </c:pt>
                <c:pt idx="7915">
                  <c:v>106.74</c:v>
                </c:pt>
                <c:pt idx="7916">
                  <c:v>106.57</c:v>
                </c:pt>
                <c:pt idx="7917">
                  <c:v>106.12</c:v>
                </c:pt>
                <c:pt idx="7918">
                  <c:v>106.28</c:v>
                </c:pt>
                <c:pt idx="7919">
                  <c:v>106.65</c:v>
                </c:pt>
                <c:pt idx="7920">
                  <c:v>107.66</c:v>
                </c:pt>
                <c:pt idx="7921">
                  <c:v>107.14</c:v>
                </c:pt>
                <c:pt idx="7922">
                  <c:v>107.03</c:v>
                </c:pt>
                <c:pt idx="7923">
                  <c:v>107.25</c:v>
                </c:pt>
                <c:pt idx="7924">
                  <c:v>107.06</c:v>
                </c:pt>
                <c:pt idx="7925">
                  <c:v>107.34</c:v>
                </c:pt>
                <c:pt idx="7926">
                  <c:v>107.71</c:v>
                </c:pt>
                <c:pt idx="7927">
                  <c:v>107.53</c:v>
                </c:pt>
                <c:pt idx="7928">
                  <c:v>107.61</c:v>
                </c:pt>
                <c:pt idx="7929">
                  <c:v>107.64</c:v>
                </c:pt>
                <c:pt idx="7930">
                  <c:v>107.71</c:v>
                </c:pt>
                <c:pt idx="7931">
                  <c:v>107.54</c:v>
                </c:pt>
                <c:pt idx="7932">
                  <c:v>107.72</c:v>
                </c:pt>
                <c:pt idx="7933">
                  <c:v>107.65</c:v>
                </c:pt>
                <c:pt idx="7934">
                  <c:v>107.83</c:v>
                </c:pt>
                <c:pt idx="7935">
                  <c:v>107.59</c:v>
                </c:pt>
                <c:pt idx="7936">
                  <c:v>108.68</c:v>
                </c:pt>
                <c:pt idx="7937">
                  <c:v>108.9</c:v>
                </c:pt>
                <c:pt idx="7938">
                  <c:v>109.15</c:v>
                </c:pt>
                <c:pt idx="7939">
                  <c:v>109.59</c:v>
                </c:pt>
                <c:pt idx="7940">
                  <c:v>108.43</c:v>
                </c:pt>
                <c:pt idx="7941">
                  <c:v>107.76</c:v>
                </c:pt>
                <c:pt idx="7942">
                  <c:v>107.12</c:v>
                </c:pt>
                <c:pt idx="7943">
                  <c:v>106.87</c:v>
                </c:pt>
                <c:pt idx="7944">
                  <c:v>107.38</c:v>
                </c:pt>
                <c:pt idx="7945">
                  <c:v>107.33</c:v>
                </c:pt>
                <c:pt idx="7946">
                  <c:v>107.32</c:v>
                </c:pt>
                <c:pt idx="7947">
                  <c:v>107.01</c:v>
                </c:pt>
                <c:pt idx="7948">
                  <c:v>106.97</c:v>
                </c:pt>
                <c:pt idx="7949">
                  <c:v>106.87</c:v>
                </c:pt>
                <c:pt idx="7950">
                  <c:v>106.91</c:v>
                </c:pt>
                <c:pt idx="7951">
                  <c:v>106.52</c:v>
                </c:pt>
                <c:pt idx="7952">
                  <c:v>107.04</c:v>
                </c:pt>
                <c:pt idx="7953">
                  <c:v>107.19</c:v>
                </c:pt>
                <c:pt idx="7954">
                  <c:v>107.22</c:v>
                </c:pt>
                <c:pt idx="7955">
                  <c:v>107.58</c:v>
                </c:pt>
                <c:pt idx="7956">
                  <c:v>107.93</c:v>
                </c:pt>
                <c:pt idx="7957">
                  <c:v>107.47</c:v>
                </c:pt>
                <c:pt idx="7958">
                  <c:v>107.5</c:v>
                </c:pt>
                <c:pt idx="7959">
                  <c:v>107.51</c:v>
                </c:pt>
                <c:pt idx="7960">
                  <c:v>107.35</c:v>
                </c:pt>
                <c:pt idx="7961">
                  <c:v>107.52</c:v>
                </c:pt>
                <c:pt idx="7962">
                  <c:v>107.26</c:v>
                </c:pt>
                <c:pt idx="7963">
                  <c:v>107.2</c:v>
                </c:pt>
                <c:pt idx="7964">
                  <c:v>106.93</c:v>
                </c:pt>
                <c:pt idx="7965">
                  <c:v>107.29</c:v>
                </c:pt>
                <c:pt idx="7966">
                  <c:v>107.24</c:v>
                </c:pt>
                <c:pt idx="7967">
                  <c:v>106.94</c:v>
                </c:pt>
                <c:pt idx="7968">
                  <c:v>107.27</c:v>
                </c:pt>
                <c:pt idx="7969">
                  <c:v>107.02</c:v>
                </c:pt>
                <c:pt idx="7970">
                  <c:v>107.27</c:v>
                </c:pt>
                <c:pt idx="7971">
                  <c:v>106.8</c:v>
                </c:pt>
                <c:pt idx="7972">
                  <c:v>107.15</c:v>
                </c:pt>
                <c:pt idx="7973">
                  <c:v>106.86</c:v>
                </c:pt>
                <c:pt idx="7974">
                  <c:v>106.14</c:v>
                </c:pt>
                <c:pt idx="7975">
                  <c:v>105.37</c:v>
                </c:pt>
                <c:pt idx="7976">
                  <c:v>105.09</c:v>
                </c:pt>
                <c:pt idx="7977">
                  <c:v>104.92</c:v>
                </c:pt>
                <c:pt idx="7978">
                  <c:v>104.73</c:v>
                </c:pt>
                <c:pt idx="7979">
                  <c:v>105.83</c:v>
                </c:pt>
                <c:pt idx="7980">
                  <c:v>105.95</c:v>
                </c:pt>
                <c:pt idx="7981">
                  <c:v>105.72</c:v>
                </c:pt>
                <c:pt idx="7982">
                  <c:v>105.6</c:v>
                </c:pt>
                <c:pt idx="7983">
                  <c:v>105.55</c:v>
                </c:pt>
                <c:pt idx="7984">
                  <c:v>105.92</c:v>
                </c:pt>
                <c:pt idx="7985">
                  <c:v>105.96</c:v>
                </c:pt>
                <c:pt idx="7986">
                  <c:v>106.49</c:v>
                </c:pt>
                <c:pt idx="7987">
                  <c:v>106.91</c:v>
                </c:pt>
                <c:pt idx="7988">
                  <c:v>106.93</c:v>
                </c:pt>
                <c:pt idx="7989">
                  <c:v>106.6</c:v>
                </c:pt>
                <c:pt idx="7990">
                  <c:v>106</c:v>
                </c:pt>
                <c:pt idx="7991">
                  <c:v>105.41</c:v>
                </c:pt>
                <c:pt idx="7992">
                  <c:v>106.12</c:v>
                </c:pt>
                <c:pt idx="7993">
                  <c:v>105.8</c:v>
                </c:pt>
                <c:pt idx="7994">
                  <c:v>105.8</c:v>
                </c:pt>
                <c:pt idx="7995">
                  <c:v>105.98</c:v>
                </c:pt>
                <c:pt idx="7996">
                  <c:v>106.39</c:v>
                </c:pt>
                <c:pt idx="7997">
                  <c:v>105.99</c:v>
                </c:pt>
                <c:pt idx="7998">
                  <c:v>106.57</c:v>
                </c:pt>
                <c:pt idx="7999">
                  <c:v>105.37</c:v>
                </c:pt>
                <c:pt idx="8000">
                  <c:v>105.91</c:v>
                </c:pt>
                <c:pt idx="8001">
                  <c:v>105.96</c:v>
                </c:pt>
                <c:pt idx="8002">
                  <c:v>106.18</c:v>
                </c:pt>
                <c:pt idx="8003">
                  <c:v>106.19</c:v>
                </c:pt>
                <c:pt idx="8004">
                  <c:v>106.24</c:v>
                </c:pt>
                <c:pt idx="8005">
                  <c:v>106.27</c:v>
                </c:pt>
                <c:pt idx="8006">
                  <c:v>106.03</c:v>
                </c:pt>
                <c:pt idx="8007">
                  <c:v>106.18</c:v>
                </c:pt>
                <c:pt idx="8008">
                  <c:v>106.13</c:v>
                </c:pt>
                <c:pt idx="8009">
                  <c:v>106.16</c:v>
                </c:pt>
                <c:pt idx="8010">
                  <c:v>105.73</c:v>
                </c:pt>
                <c:pt idx="8011">
                  <c:v>105.44</c:v>
                </c:pt>
                <c:pt idx="8012">
                  <c:v>104.95</c:v>
                </c:pt>
                <c:pt idx="8013">
                  <c:v>104.74</c:v>
                </c:pt>
                <c:pt idx="8014">
                  <c:v>104.57</c:v>
                </c:pt>
                <c:pt idx="8015">
                  <c:v>104.65</c:v>
                </c:pt>
                <c:pt idx="8016">
                  <c:v>104.93</c:v>
                </c:pt>
                <c:pt idx="8017">
                  <c:v>105.39</c:v>
                </c:pt>
                <c:pt idx="8018">
                  <c:v>105.41</c:v>
                </c:pt>
                <c:pt idx="8019">
                  <c:v>105.58</c:v>
                </c:pt>
                <c:pt idx="8020">
                  <c:v>105.5</c:v>
                </c:pt>
                <c:pt idx="8021">
                  <c:v>105.66</c:v>
                </c:pt>
                <c:pt idx="8022">
                  <c:v>105.48</c:v>
                </c:pt>
                <c:pt idx="8023">
                  <c:v>105.53</c:v>
                </c:pt>
                <c:pt idx="8024">
                  <c:v>105.29</c:v>
                </c:pt>
                <c:pt idx="8025">
                  <c:v>105.75</c:v>
                </c:pt>
                <c:pt idx="8026">
                  <c:v>105.63</c:v>
                </c:pt>
                <c:pt idx="8027">
                  <c:v>105.98</c:v>
                </c:pt>
                <c:pt idx="8028">
                  <c:v>106.03</c:v>
                </c:pt>
                <c:pt idx="8029">
                  <c:v>105.62</c:v>
                </c:pt>
                <c:pt idx="8030">
                  <c:v>105.33</c:v>
                </c:pt>
                <c:pt idx="8031">
                  <c:v>105.48</c:v>
                </c:pt>
                <c:pt idx="8032">
                  <c:v>105.17</c:v>
                </c:pt>
                <c:pt idx="8033">
                  <c:v>105.45</c:v>
                </c:pt>
                <c:pt idx="8034">
                  <c:v>105.4</c:v>
                </c:pt>
                <c:pt idx="8035">
                  <c:v>105.43</c:v>
                </c:pt>
                <c:pt idx="8036">
                  <c:v>105.5</c:v>
                </c:pt>
                <c:pt idx="8037">
                  <c:v>104.59</c:v>
                </c:pt>
                <c:pt idx="8038">
                  <c:v>104.86</c:v>
                </c:pt>
                <c:pt idx="8039">
                  <c:v>104.71</c:v>
                </c:pt>
                <c:pt idx="8040">
                  <c:v>104.84</c:v>
                </c:pt>
                <c:pt idx="8041">
                  <c:v>104.42</c:v>
                </c:pt>
                <c:pt idx="8042">
                  <c:v>104.32</c:v>
                </c:pt>
                <c:pt idx="8043">
                  <c:v>104.61</c:v>
                </c:pt>
                <c:pt idx="8044">
                  <c:v>104.66</c:v>
                </c:pt>
                <c:pt idx="8045">
                  <c:v>104.72</c:v>
                </c:pt>
                <c:pt idx="8046">
                  <c:v>104.49</c:v>
                </c:pt>
                <c:pt idx="8047">
                  <c:v>104.52</c:v>
                </c:pt>
                <c:pt idx="8048">
                  <c:v>103.49</c:v>
                </c:pt>
                <c:pt idx="8049">
                  <c:v>103.35</c:v>
                </c:pt>
                <c:pt idx="8050">
                  <c:v>105.38</c:v>
                </c:pt>
                <c:pt idx="8051">
                  <c:v>105.3</c:v>
                </c:pt>
                <c:pt idx="8052">
                  <c:v>105.43</c:v>
                </c:pt>
                <c:pt idx="8053">
                  <c:v>105.13</c:v>
                </c:pt>
                <c:pt idx="8054">
                  <c:v>104.63</c:v>
                </c:pt>
                <c:pt idx="8055">
                  <c:v>104.58</c:v>
                </c:pt>
                <c:pt idx="8056">
                  <c:v>104.19</c:v>
                </c:pt>
                <c:pt idx="8057">
                  <c:v>103.82</c:v>
                </c:pt>
                <c:pt idx="8058">
                  <c:v>103.74</c:v>
                </c:pt>
                <c:pt idx="8059">
                  <c:v>103.86</c:v>
                </c:pt>
                <c:pt idx="8060">
                  <c:v>104.52</c:v>
                </c:pt>
                <c:pt idx="8061">
                  <c:v>104.44</c:v>
                </c:pt>
                <c:pt idx="8062">
                  <c:v>104.46</c:v>
                </c:pt>
                <c:pt idx="8063">
                  <c:v>104.26</c:v>
                </c:pt>
                <c:pt idx="8064">
                  <c:v>104.09</c:v>
                </c:pt>
                <c:pt idx="8065">
                  <c:v>104.31</c:v>
                </c:pt>
                <c:pt idx="8066">
                  <c:v>104.33</c:v>
                </c:pt>
                <c:pt idx="8067">
                  <c:v>104.42</c:v>
                </c:pt>
                <c:pt idx="8068">
                  <c:v>103.84</c:v>
                </c:pt>
                <c:pt idx="8069">
                  <c:v>104.17</c:v>
                </c:pt>
                <c:pt idx="8070">
                  <c:v>104.05</c:v>
                </c:pt>
                <c:pt idx="8071">
                  <c:v>104.16</c:v>
                </c:pt>
                <c:pt idx="8072">
                  <c:v>104.23</c:v>
                </c:pt>
                <c:pt idx="8073">
                  <c:v>104.24</c:v>
                </c:pt>
                <c:pt idx="8074">
                  <c:v>104.04</c:v>
                </c:pt>
                <c:pt idx="8075">
                  <c:v>104.05</c:v>
                </c:pt>
                <c:pt idx="8076">
                  <c:v>103.67</c:v>
                </c:pt>
                <c:pt idx="8077">
                  <c:v>103.47</c:v>
                </c:pt>
                <c:pt idx="8078">
                  <c:v>103.11</c:v>
                </c:pt>
                <c:pt idx="8079">
                  <c:v>103.3</c:v>
                </c:pt>
                <c:pt idx="8080">
                  <c:v>103.32</c:v>
                </c:pt>
                <c:pt idx="8081">
                  <c:v>103.64</c:v>
                </c:pt>
                <c:pt idx="8082">
                  <c:v>103.57</c:v>
                </c:pt>
                <c:pt idx="8083">
                  <c:v>103.65</c:v>
                </c:pt>
                <c:pt idx="8084">
                  <c:v>103.43</c:v>
                </c:pt>
                <c:pt idx="8085">
                  <c:v>103.81</c:v>
                </c:pt>
                <c:pt idx="8086">
                  <c:v>103.58</c:v>
                </c:pt>
                <c:pt idx="8087">
                  <c:v>103.19</c:v>
                </c:pt>
                <c:pt idx="8088">
                  <c:v>103.25</c:v>
                </c:pt>
                <c:pt idx="8089">
                  <c:v>103.2</c:v>
                </c:pt>
                <c:pt idx="8090">
                  <c:v>103.13</c:v>
                </c:pt>
                <c:pt idx="8091">
                  <c:v>102.72</c:v>
                </c:pt>
                <c:pt idx="8092">
                  <c:v>103.04</c:v>
                </c:pt>
                <c:pt idx="8093">
                  <c:v>103.81</c:v>
                </c:pt>
                <c:pt idx="8094">
                  <c:v>103.94</c:v>
                </c:pt>
                <c:pt idx="8095">
                  <c:v>104.26</c:v>
                </c:pt>
                <c:pt idx="8096">
                  <c:v>103.76</c:v>
                </c:pt>
                <c:pt idx="8097">
                  <c:v>103.89</c:v>
                </c:pt>
                <c:pt idx="8098">
                  <c:v>103.8</c:v>
                </c:pt>
                <c:pt idx="8099">
                  <c:v>103.85</c:v>
                </c:pt>
                <c:pt idx="8100">
                  <c:v>103.69</c:v>
                </c:pt>
                <c:pt idx="8101">
                  <c:v>103.9</c:v>
                </c:pt>
                <c:pt idx="8102">
                  <c:v>103.54</c:v>
                </c:pt>
                <c:pt idx="8103">
                  <c:v>103.5</c:v>
                </c:pt>
                <c:pt idx="8104">
                  <c:v>103.78</c:v>
                </c:pt>
                <c:pt idx="8105">
                  <c:v>103.75</c:v>
                </c:pt>
                <c:pt idx="8106">
                  <c:v>103.62</c:v>
                </c:pt>
                <c:pt idx="8107">
                  <c:v>104.11</c:v>
                </c:pt>
                <c:pt idx="8108">
                  <c:v>104.24</c:v>
                </c:pt>
                <c:pt idx="8109">
                  <c:v>104.68</c:v>
                </c:pt>
                <c:pt idx="8110">
                  <c:v>104.93</c:v>
                </c:pt>
                <c:pt idx="8111">
                  <c:v>104.98</c:v>
                </c:pt>
                <c:pt idx="8112">
                  <c:v>105.03</c:v>
                </c:pt>
                <c:pt idx="8113">
                  <c:v>105.54</c:v>
                </c:pt>
                <c:pt idx="8114">
                  <c:v>105.39</c:v>
                </c:pt>
                <c:pt idx="8115">
                  <c:v>105.23</c:v>
                </c:pt>
                <c:pt idx="8116">
                  <c:v>104.59</c:v>
                </c:pt>
                <c:pt idx="8117">
                  <c:v>104.59</c:v>
                </c:pt>
                <c:pt idx="8118">
                  <c:v>104.75</c:v>
                </c:pt>
                <c:pt idx="8119">
                  <c:v>104.94</c:v>
                </c:pt>
                <c:pt idx="8120">
                  <c:v>105.38</c:v>
                </c:pt>
                <c:pt idx="8121">
                  <c:v>106.04</c:v>
                </c:pt>
                <c:pt idx="8122">
                  <c:v>105.87</c:v>
                </c:pt>
                <c:pt idx="8123">
                  <c:v>105.69</c:v>
                </c:pt>
                <c:pt idx="8124">
                  <c:v>105.45</c:v>
                </c:pt>
                <c:pt idx="8125">
                  <c:v>105.08</c:v>
                </c:pt>
                <c:pt idx="8126">
                  <c:v>105.25</c:v>
                </c:pt>
                <c:pt idx="8127">
                  <c:v>105.87</c:v>
                </c:pt>
                <c:pt idx="8128">
                  <c:v>106.21</c:v>
                </c:pt>
                <c:pt idx="8129">
                  <c:v>106.57</c:v>
                </c:pt>
                <c:pt idx="8130">
                  <c:v>106.76</c:v>
                </c:pt>
                <c:pt idx="8131">
                  <c:v>106.69</c:v>
                </c:pt>
                <c:pt idx="8132">
                  <c:v>107.01</c:v>
                </c:pt>
                <c:pt idx="8133">
                  <c:v>107.98</c:v>
                </c:pt>
                <c:pt idx="8134">
                  <c:v>108.31</c:v>
                </c:pt>
                <c:pt idx="8135">
                  <c:v>108.89</c:v>
                </c:pt>
                <c:pt idx="8136">
                  <c:v>108.48</c:v>
                </c:pt>
                <c:pt idx="8137">
                  <c:v>108.38</c:v>
                </c:pt>
                <c:pt idx="8138">
                  <c:v>108.51</c:v>
                </c:pt>
                <c:pt idx="8139">
                  <c:v>109.03</c:v>
                </c:pt>
                <c:pt idx="8140">
                  <c:v>109.13</c:v>
                </c:pt>
                <c:pt idx="8141">
                  <c:v>109</c:v>
                </c:pt>
                <c:pt idx="8142">
                  <c:v>108.84</c:v>
                </c:pt>
                <c:pt idx="8143">
                  <c:v>108.89</c:v>
                </c:pt>
                <c:pt idx="8144">
                  <c:v>108.88</c:v>
                </c:pt>
                <c:pt idx="8145">
                  <c:v>108.85</c:v>
                </c:pt>
                <c:pt idx="8146">
                  <c:v>108.59</c:v>
                </c:pt>
                <c:pt idx="8147">
                  <c:v>108.73</c:v>
                </c:pt>
                <c:pt idx="8148">
                  <c:v>109.19</c:v>
                </c:pt>
                <c:pt idx="8149">
                  <c:v>109.64</c:v>
                </c:pt>
                <c:pt idx="8150">
                  <c:v>109.81</c:v>
                </c:pt>
                <c:pt idx="8151">
                  <c:v>110.36</c:v>
                </c:pt>
                <c:pt idx="8152">
                  <c:v>110.72</c:v>
                </c:pt>
                <c:pt idx="8153">
                  <c:v>110.62</c:v>
                </c:pt>
                <c:pt idx="8154">
                  <c:v>110.69</c:v>
                </c:pt>
                <c:pt idx="8155">
                  <c:v>110.18</c:v>
                </c:pt>
                <c:pt idx="8156">
                  <c:v>109.75</c:v>
                </c:pt>
                <c:pt idx="8157">
                  <c:v>109.85</c:v>
                </c:pt>
                <c:pt idx="8158">
                  <c:v>109.26</c:v>
                </c:pt>
                <c:pt idx="8159">
                  <c:v>109.67</c:v>
                </c:pt>
                <c:pt idx="8160">
                  <c:v>109.38</c:v>
                </c:pt>
                <c:pt idx="8161">
                  <c:v>109.06</c:v>
                </c:pt>
                <c:pt idx="8162">
                  <c:v>108.93</c:v>
                </c:pt>
                <c:pt idx="8163">
                  <c:v>108.76</c:v>
                </c:pt>
                <c:pt idx="8164">
                  <c:v>108.8</c:v>
                </c:pt>
                <c:pt idx="8165">
                  <c:v>108.17</c:v>
                </c:pt>
                <c:pt idx="8166">
                  <c:v>108.11</c:v>
                </c:pt>
                <c:pt idx="8167">
                  <c:v>108.08</c:v>
                </c:pt>
                <c:pt idx="8168">
                  <c:v>107.97</c:v>
                </c:pt>
                <c:pt idx="8169">
                  <c:v>107.88</c:v>
                </c:pt>
                <c:pt idx="8170">
                  <c:v>108.08</c:v>
                </c:pt>
                <c:pt idx="8171">
                  <c:v>108.7</c:v>
                </c:pt>
                <c:pt idx="8172">
                  <c:v>108.6</c:v>
                </c:pt>
                <c:pt idx="8173">
                  <c:v>108.93</c:v>
                </c:pt>
                <c:pt idx="8174">
                  <c:v>109.31</c:v>
                </c:pt>
                <c:pt idx="8175">
                  <c:v>109.07</c:v>
                </c:pt>
                <c:pt idx="8176">
                  <c:v>109.33</c:v>
                </c:pt>
                <c:pt idx="8177">
                  <c:v>109.21</c:v>
                </c:pt>
                <c:pt idx="8178">
                  <c:v>109.09</c:v>
                </c:pt>
                <c:pt idx="8179">
                  <c:v>108.6</c:v>
                </c:pt>
                <c:pt idx="8180">
                  <c:v>108.81</c:v>
                </c:pt>
                <c:pt idx="8181">
                  <c:v>108.62</c:v>
                </c:pt>
                <c:pt idx="8182">
                  <c:v>109.67</c:v>
                </c:pt>
                <c:pt idx="8183">
                  <c:v>109.47</c:v>
                </c:pt>
                <c:pt idx="8184">
                  <c:v>109.35</c:v>
                </c:pt>
                <c:pt idx="8185">
                  <c:v>109.21</c:v>
                </c:pt>
                <c:pt idx="8186">
                  <c:v>108.9</c:v>
                </c:pt>
                <c:pt idx="8187">
                  <c:v>109.22</c:v>
                </c:pt>
                <c:pt idx="8188">
                  <c:v>108.78</c:v>
                </c:pt>
                <c:pt idx="8189">
                  <c:v>108.96</c:v>
                </c:pt>
                <c:pt idx="8190">
                  <c:v>108.75</c:v>
                </c:pt>
                <c:pt idx="8191">
                  <c:v>108.78</c:v>
                </c:pt>
                <c:pt idx="8192">
                  <c:v>109.15</c:v>
                </c:pt>
                <c:pt idx="8193">
                  <c:v>109.81</c:v>
                </c:pt>
                <c:pt idx="8194">
                  <c:v>109.85</c:v>
                </c:pt>
                <c:pt idx="8195">
                  <c:v>109.58</c:v>
                </c:pt>
                <c:pt idx="8196">
                  <c:v>109.48</c:v>
                </c:pt>
                <c:pt idx="8197">
                  <c:v>109.56</c:v>
                </c:pt>
                <c:pt idx="8198">
                  <c:v>110.29</c:v>
                </c:pt>
                <c:pt idx="8199">
                  <c:v>109.52</c:v>
                </c:pt>
                <c:pt idx="8200">
                  <c:v>109.25</c:v>
                </c:pt>
                <c:pt idx="8201">
                  <c:v>109.5</c:v>
                </c:pt>
                <c:pt idx="8202">
                  <c:v>109.63</c:v>
                </c:pt>
                <c:pt idx="8203">
                  <c:v>109.33</c:v>
                </c:pt>
                <c:pt idx="8204">
                  <c:v>109.66</c:v>
                </c:pt>
                <c:pt idx="8205">
                  <c:v>110.07</c:v>
                </c:pt>
                <c:pt idx="8206">
                  <c:v>110.08</c:v>
                </c:pt>
                <c:pt idx="8207">
                  <c:v>110.71</c:v>
                </c:pt>
                <c:pt idx="8208">
                  <c:v>110.21</c:v>
                </c:pt>
                <c:pt idx="8209">
                  <c:v>110.21</c:v>
                </c:pt>
                <c:pt idx="8210">
                  <c:v>110.27</c:v>
                </c:pt>
                <c:pt idx="8211">
                  <c:v>110.65</c:v>
                </c:pt>
                <c:pt idx="8212">
                  <c:v>110.96</c:v>
                </c:pt>
                <c:pt idx="8213">
                  <c:v>110.87</c:v>
                </c:pt>
                <c:pt idx="8214">
                  <c:v>110.75</c:v>
                </c:pt>
                <c:pt idx="8215">
                  <c:v>110.63</c:v>
                </c:pt>
                <c:pt idx="8216">
                  <c:v>110.53</c:v>
                </c:pt>
                <c:pt idx="8217">
                  <c:v>111.11</c:v>
                </c:pt>
                <c:pt idx="8218">
                  <c:v>111.53</c:v>
                </c:pt>
                <c:pt idx="8219">
                  <c:v>111.05</c:v>
                </c:pt>
                <c:pt idx="8220">
                  <c:v>110.97</c:v>
                </c:pt>
                <c:pt idx="8221">
                  <c:v>110.63</c:v>
                </c:pt>
                <c:pt idx="8222">
                  <c:v>110.66</c:v>
                </c:pt>
                <c:pt idx="8223">
                  <c:v>109.72</c:v>
                </c:pt>
                <c:pt idx="8224">
                  <c:v>110.14</c:v>
                </c:pt>
                <c:pt idx="8225">
                  <c:v>110.37</c:v>
                </c:pt>
                <c:pt idx="8226">
                  <c:v>110.63</c:v>
                </c:pt>
                <c:pt idx="8227">
                  <c:v>109.97</c:v>
                </c:pt>
                <c:pt idx="8228">
                  <c:v>109.83</c:v>
                </c:pt>
                <c:pt idx="8229">
                  <c:v>110.07</c:v>
                </c:pt>
                <c:pt idx="8230">
                  <c:v>109.46</c:v>
                </c:pt>
                <c:pt idx="8231">
                  <c:v>109.85</c:v>
                </c:pt>
                <c:pt idx="8232">
                  <c:v>110.29</c:v>
                </c:pt>
                <c:pt idx="8233">
                  <c:v>110.14</c:v>
                </c:pt>
                <c:pt idx="8234">
                  <c:v>110.55</c:v>
                </c:pt>
                <c:pt idx="8235">
                  <c:v>110.39</c:v>
                </c:pt>
                <c:pt idx="8236">
                  <c:v>109.78</c:v>
                </c:pt>
                <c:pt idx="8237">
                  <c:v>109.91</c:v>
                </c:pt>
                <c:pt idx="8238">
                  <c:v>109.48</c:v>
                </c:pt>
                <c:pt idx="8239">
                  <c:v>109.72</c:v>
                </c:pt>
                <c:pt idx="8240">
                  <c:v>109.31</c:v>
                </c:pt>
                <c:pt idx="8241">
                  <c:v>109.04</c:v>
                </c:pt>
                <c:pt idx="8242">
                  <c:v>109.48</c:v>
                </c:pt>
                <c:pt idx="8243">
                  <c:v>109.77</c:v>
                </c:pt>
                <c:pt idx="8244">
                  <c:v>110.25</c:v>
                </c:pt>
                <c:pt idx="8245">
                  <c:v>110.29</c:v>
                </c:pt>
                <c:pt idx="8246">
                  <c:v>110.57</c:v>
                </c:pt>
                <c:pt idx="8247">
                  <c:v>110.43</c:v>
                </c:pt>
                <c:pt idx="8248">
                  <c:v>110.41</c:v>
                </c:pt>
                <c:pt idx="8249">
                  <c:v>109.59</c:v>
                </c:pt>
                <c:pt idx="8250">
                  <c:v>109.24</c:v>
                </c:pt>
                <c:pt idx="8251">
                  <c:v>109.6</c:v>
                </c:pt>
                <c:pt idx="8252">
                  <c:v>109.77</c:v>
                </c:pt>
                <c:pt idx="8253">
                  <c:v>109.74</c:v>
                </c:pt>
                <c:pt idx="8254">
                  <c:v>109.78</c:v>
                </c:pt>
                <c:pt idx="8255">
                  <c:v>109.7</c:v>
                </c:pt>
                <c:pt idx="8256">
                  <c:v>109.65</c:v>
                </c:pt>
                <c:pt idx="8257">
                  <c:v>110.02</c:v>
                </c:pt>
                <c:pt idx="8258">
                  <c:v>110.09</c:v>
                </c:pt>
                <c:pt idx="8259">
                  <c:v>109.84</c:v>
                </c:pt>
                <c:pt idx="8260">
                  <c:v>109.92</c:v>
                </c:pt>
                <c:pt idx="8261">
                  <c:v>110.02</c:v>
                </c:pt>
                <c:pt idx="8262">
                  <c:v>110.01</c:v>
                </c:pt>
                <c:pt idx="8263">
                  <c:v>109.94</c:v>
                </c:pt>
                <c:pt idx="8264">
                  <c:v>109.71</c:v>
                </c:pt>
                <c:pt idx="8265">
                  <c:v>109.86</c:v>
                </c:pt>
                <c:pt idx="8266">
                  <c:v>110.28</c:v>
                </c:pt>
                <c:pt idx="8267">
                  <c:v>110.25</c:v>
                </c:pt>
                <c:pt idx="8268">
                  <c:v>109.72</c:v>
                </c:pt>
                <c:pt idx="8269">
                  <c:v>109.94</c:v>
                </c:pt>
                <c:pt idx="8270">
                  <c:v>109.99</c:v>
                </c:pt>
                <c:pt idx="8271">
                  <c:v>109.69</c:v>
                </c:pt>
                <c:pt idx="8272">
                  <c:v>109.38</c:v>
                </c:pt>
                <c:pt idx="8273">
                  <c:v>109.73</c:v>
                </c:pt>
                <c:pt idx="8274">
                  <c:v>109.93</c:v>
                </c:pt>
                <c:pt idx="8275">
                  <c:v>109.44</c:v>
                </c:pt>
                <c:pt idx="8276">
                  <c:v>109.23</c:v>
                </c:pt>
                <c:pt idx="8277">
                  <c:v>109.78</c:v>
                </c:pt>
                <c:pt idx="8278">
                  <c:v>110.33</c:v>
                </c:pt>
                <c:pt idx="8279">
                  <c:v>110.73</c:v>
                </c:pt>
                <c:pt idx="8280">
                  <c:v>111</c:v>
                </c:pt>
                <c:pt idx="8281">
                  <c:v>111.5</c:v>
                </c:pt>
                <c:pt idx="8282">
                  <c:v>111.96</c:v>
                </c:pt>
                <c:pt idx="8283">
                  <c:v>111.29</c:v>
                </c:pt>
                <c:pt idx="8284">
                  <c:v>111.05</c:v>
                </c:pt>
                <c:pt idx="8285">
                  <c:v>110.93</c:v>
                </c:pt>
                <c:pt idx="8286">
                  <c:v>111.46</c:v>
                </c:pt>
                <c:pt idx="8287">
                  <c:v>111.41</c:v>
                </c:pt>
                <c:pt idx="8288">
                  <c:v>111.63</c:v>
                </c:pt>
                <c:pt idx="8289">
                  <c:v>112.24</c:v>
                </c:pt>
                <c:pt idx="8290">
                  <c:v>113.31</c:v>
                </c:pt>
                <c:pt idx="8291">
                  <c:v>113.61</c:v>
                </c:pt>
                <c:pt idx="8292">
                  <c:v>113.25</c:v>
                </c:pt>
                <c:pt idx="8293">
                  <c:v>113.68</c:v>
                </c:pt>
                <c:pt idx="8294">
                  <c:v>114.22</c:v>
                </c:pt>
                <c:pt idx="8295">
                  <c:v>114.32</c:v>
                </c:pt>
                <c:pt idx="8296">
                  <c:v>114.38</c:v>
                </c:pt>
                <c:pt idx="8297">
                  <c:v>114.31</c:v>
                </c:pt>
                <c:pt idx="8298">
                  <c:v>113.99</c:v>
                </c:pt>
                <c:pt idx="8299">
                  <c:v>113.5</c:v>
                </c:pt>
                <c:pt idx="8300">
                  <c:v>113.71</c:v>
                </c:pt>
                <c:pt idx="8301">
                  <c:v>114.16</c:v>
                </c:pt>
                <c:pt idx="8302">
                  <c:v>113.83</c:v>
                </c:pt>
                <c:pt idx="8303">
                  <c:v>113.58</c:v>
                </c:pt>
                <c:pt idx="8304">
                  <c:v>113.95</c:v>
                </c:pt>
                <c:pt idx="8305">
                  <c:v>114</c:v>
                </c:pt>
                <c:pt idx="8306">
                  <c:v>113.96</c:v>
                </c:pt>
                <c:pt idx="8307">
                  <c:v>114.01</c:v>
                </c:pt>
                <c:pt idx="8308">
                  <c:v>113.76</c:v>
                </c:pt>
                <c:pt idx="8309">
                  <c:v>113.41</c:v>
                </c:pt>
                <c:pt idx="8310">
                  <c:v>113.23</c:v>
                </c:pt>
                <c:pt idx="8311">
                  <c:v>112.87</c:v>
                </c:pt>
                <c:pt idx="8312">
                  <c:v>113.91</c:v>
                </c:pt>
                <c:pt idx="8313">
                  <c:v>114.06</c:v>
                </c:pt>
                <c:pt idx="8314">
                  <c:v>113.89</c:v>
                </c:pt>
                <c:pt idx="8315">
                  <c:v>114.12</c:v>
                </c:pt>
                <c:pt idx="8316">
                  <c:v>114.82</c:v>
                </c:pt>
                <c:pt idx="8317">
                  <c:v>114.08</c:v>
                </c:pt>
                <c:pt idx="8318">
                  <c:v>114.26</c:v>
                </c:pt>
                <c:pt idx="8319">
                  <c:v>113.99</c:v>
                </c:pt>
                <c:pt idx="8320">
                  <c:v>114.88</c:v>
                </c:pt>
                <c:pt idx="8321">
                  <c:v>115.14</c:v>
                </c:pt>
                <c:pt idx="8322">
                  <c:v>115.43</c:v>
                </c:pt>
                <c:pt idx="8323">
                  <c:v>115.36</c:v>
                </c:pt>
                <c:pt idx="8324">
                  <c:v>113.38</c:v>
                </c:pt>
                <c:pt idx="8325">
                  <c:v>113.53</c:v>
                </c:pt>
                <c:pt idx="8326">
                  <c:v>113.17</c:v>
                </c:pt>
                <c:pt idx="8327">
                  <c:v>112.78</c:v>
                </c:pt>
                <c:pt idx="8328">
                  <c:v>113.11</c:v>
                </c:pt>
                <c:pt idx="8329">
                  <c:v>112.8</c:v>
                </c:pt>
                <c:pt idx="8330">
                  <c:v>113.48</c:v>
                </c:pt>
                <c:pt idx="8331">
                  <c:v>113.6</c:v>
                </c:pt>
                <c:pt idx="8332">
                  <c:v>113.67</c:v>
                </c:pt>
                <c:pt idx="8333">
                  <c:v>113.49</c:v>
                </c:pt>
                <c:pt idx="8334">
                  <c:v>113.44</c:v>
                </c:pt>
                <c:pt idx="8335">
                  <c:v>113.54</c:v>
                </c:pt>
                <c:pt idx="8336">
                  <c:v>113.7</c:v>
                </c:pt>
                <c:pt idx="8337">
                  <c:v>114.04</c:v>
                </c:pt>
                <c:pt idx="8338">
                  <c:v>113.67</c:v>
                </c:pt>
                <c:pt idx="8339">
                  <c:v>113.63</c:v>
                </c:pt>
                <c:pt idx="8340">
                  <c:v>113.61</c:v>
                </c:pt>
                <c:pt idx="8341">
                  <c:v>114.1</c:v>
                </c:pt>
                <c:pt idx="8342">
                  <c:v>114.1</c:v>
                </c:pt>
                <c:pt idx="8343">
                  <c:v>114.39</c:v>
                </c:pt>
                <c:pt idx="8344">
                  <c:v>114.38</c:v>
                </c:pt>
                <c:pt idx="8345">
                  <c:v>114.87</c:v>
                </c:pt>
                <c:pt idx="8346">
                  <c:v>114.82</c:v>
                </c:pt>
                <c:pt idx="8347">
                  <c:v>114.95</c:v>
                </c:pt>
                <c:pt idx="8348">
                  <c:v>115.08</c:v>
                </c:pt>
                <c:pt idx="8349">
                  <c:v>115.08</c:v>
                </c:pt>
                <c:pt idx="8350">
                  <c:v>115.32</c:v>
                </c:pt>
                <c:pt idx="8351">
                  <c:v>116.16</c:v>
                </c:pt>
                <c:pt idx="8352">
                  <c:v>116.11</c:v>
                </c:pt>
                <c:pt idx="8353">
                  <c:v>115.83</c:v>
                </c:pt>
                <c:pt idx="8354">
                  <c:v>115.56</c:v>
                </c:pt>
                <c:pt idx="8355">
                  <c:v>115.2</c:v>
                </c:pt>
                <c:pt idx="8356">
                  <c:v>115.3</c:v>
                </c:pt>
                <c:pt idx="8357">
                  <c:v>114.64</c:v>
                </c:pt>
                <c:pt idx="8358">
                  <c:v>114.2</c:v>
                </c:pt>
                <c:pt idx="8359">
                  <c:v>114.19</c:v>
                </c:pt>
                <c:pt idx="8360">
                  <c:v>114.63</c:v>
                </c:pt>
                <c:pt idx="8361">
                  <c:v>114.61</c:v>
                </c:pt>
                <c:pt idx="8362">
                  <c:v>114.33</c:v>
                </c:pt>
                <c:pt idx="8363">
                  <c:v>114.11</c:v>
                </c:pt>
                <c:pt idx="8364">
                  <c:v>113.68</c:v>
                </c:pt>
                <c:pt idx="8365">
                  <c:v>113.95</c:v>
                </c:pt>
                <c:pt idx="8366">
                  <c:v>113.88</c:v>
                </c:pt>
                <c:pt idx="8367">
                  <c:v>114.64</c:v>
                </c:pt>
                <c:pt idx="8368">
                  <c:v>115.37</c:v>
                </c:pt>
                <c:pt idx="8369">
                  <c:v>115.26</c:v>
                </c:pt>
                <c:pt idx="8370">
                  <c:v>115.11</c:v>
                </c:pt>
                <c:pt idx="8371">
                  <c:v>114.71</c:v>
                </c:pt>
                <c:pt idx="8372">
                  <c:v>114.46</c:v>
                </c:pt>
                <c:pt idx="8373">
                  <c:v>114.97</c:v>
                </c:pt>
                <c:pt idx="8374">
                  <c:v>115.26</c:v>
                </c:pt>
                <c:pt idx="8375">
                  <c:v>115.1</c:v>
                </c:pt>
                <c:pt idx="8376">
                  <c:v>115.55</c:v>
                </c:pt>
                <c:pt idx="8377">
                  <c:v>115.52</c:v>
                </c:pt>
                <c:pt idx="8378">
                  <c:v>116.01</c:v>
                </c:pt>
                <c:pt idx="8379">
                  <c:v>115.42</c:v>
                </c:pt>
                <c:pt idx="8380">
                  <c:v>115.54</c:v>
                </c:pt>
                <c:pt idx="8381">
                  <c:v>115.61</c:v>
                </c:pt>
                <c:pt idx="8382">
                  <c:v>115.52</c:v>
                </c:pt>
                <c:pt idx="8383">
                  <c:v>114.94</c:v>
                </c:pt>
                <c:pt idx="8384">
                  <c:v>115.01</c:v>
                </c:pt>
                <c:pt idx="8385">
                  <c:v>114.74</c:v>
                </c:pt>
                <c:pt idx="8386">
                  <c:v>115.08</c:v>
                </c:pt>
                <c:pt idx="8387">
                  <c:v>115.01</c:v>
                </c:pt>
                <c:pt idx="8388">
                  <c:v>115.53</c:v>
                </c:pt>
                <c:pt idx="8389">
                  <c:v>115.55</c:v>
                </c:pt>
                <c:pt idx="8390">
                  <c:v>115</c:v>
                </c:pt>
                <c:pt idx="8391">
                  <c:v>114.92</c:v>
                </c:pt>
                <c:pt idx="8392">
                  <c:v>115.52</c:v>
                </c:pt>
                <c:pt idx="8393">
                  <c:v>115.46</c:v>
                </c:pt>
                <c:pt idx="8394">
                  <c:v>114.82</c:v>
                </c:pt>
                <c:pt idx="8395">
                  <c:v>115.32</c:v>
                </c:pt>
                <c:pt idx="8396">
                  <c:v>115.67</c:v>
                </c:pt>
                <c:pt idx="8397">
                  <c:v>115.83</c:v>
                </c:pt>
                <c:pt idx="8398">
                  <c:v>116.14</c:v>
                </c:pt>
                <c:pt idx="8399">
                  <c:v>117.29</c:v>
                </c:pt>
                <c:pt idx="8400">
                  <c:v>118.19</c:v>
                </c:pt>
                <c:pt idx="8401">
                  <c:v>118.3</c:v>
                </c:pt>
                <c:pt idx="8402">
                  <c:v>118.73</c:v>
                </c:pt>
                <c:pt idx="8403">
                  <c:v>118.6</c:v>
                </c:pt>
                <c:pt idx="8404">
                  <c:v>119.17</c:v>
                </c:pt>
                <c:pt idx="8405">
                  <c:v>119.47</c:v>
                </c:pt>
                <c:pt idx="8406">
                  <c:v>120.8</c:v>
                </c:pt>
                <c:pt idx="8407">
                  <c:v>121.15</c:v>
                </c:pt>
                <c:pt idx="8408">
                  <c:v>122.35</c:v>
                </c:pt>
                <c:pt idx="8409">
                  <c:v>122.05</c:v>
                </c:pt>
                <c:pt idx="8410">
                  <c:v>123.86</c:v>
                </c:pt>
                <c:pt idx="8411">
                  <c:v>122.88</c:v>
                </c:pt>
                <c:pt idx="8412">
                  <c:v>121.83</c:v>
                </c:pt>
                <c:pt idx="8413">
                  <c:v>121.7</c:v>
                </c:pt>
                <c:pt idx="8414">
                  <c:v>122.52</c:v>
                </c:pt>
                <c:pt idx="8415">
                  <c:v>122.79</c:v>
                </c:pt>
                <c:pt idx="8416">
                  <c:v>123.6</c:v>
                </c:pt>
                <c:pt idx="8417">
                  <c:v>123.8</c:v>
                </c:pt>
                <c:pt idx="8418">
                  <c:v>123.95</c:v>
                </c:pt>
                <c:pt idx="8419">
                  <c:v>124.34</c:v>
                </c:pt>
                <c:pt idx="8420">
                  <c:v>125.37</c:v>
                </c:pt>
                <c:pt idx="8421">
                  <c:v>125.38</c:v>
                </c:pt>
                <c:pt idx="8422">
                  <c:v>125.62</c:v>
                </c:pt>
                <c:pt idx="8423">
                  <c:v>125.88</c:v>
                </c:pt>
                <c:pt idx="8424">
                  <c:v>126.46</c:v>
                </c:pt>
                <c:pt idx="8425">
                  <c:v>126.99</c:v>
                </c:pt>
                <c:pt idx="8426">
                  <c:v>128.91</c:v>
                </c:pt>
                <c:pt idx="8427">
                  <c:v>127.86</c:v>
                </c:pt>
                <c:pt idx="8428">
                  <c:v>128.38</c:v>
                </c:pt>
                <c:pt idx="8429">
                  <c:v>128.5</c:v>
                </c:pt>
                <c:pt idx="8430">
                  <c:v>128.13999999999999</c:v>
                </c:pt>
                <c:pt idx="8431">
                  <c:v>127.23</c:v>
                </c:pt>
                <c:pt idx="8432">
                  <c:v>128.43</c:v>
                </c:pt>
                <c:pt idx="8433">
                  <c:v>130.85</c:v>
                </c:pt>
                <c:pt idx="8434">
                  <c:v>129.69999999999999</c:v>
                </c:pt>
                <c:pt idx="8435">
                  <c:v>130.16</c:v>
                </c:pt>
                <c:pt idx="8436">
                  <c:v>130.13999999999999</c:v>
                </c:pt>
                <c:pt idx="8437">
                  <c:v>129.09</c:v>
                </c:pt>
                <c:pt idx="8438">
                  <c:v>130.19999999999999</c:v>
                </c:pt>
                <c:pt idx="8439">
                  <c:v>130.56</c:v>
                </c:pt>
                <c:pt idx="8440">
                  <c:v>130.29</c:v>
                </c:pt>
                <c:pt idx="8441">
                  <c:v>130.44999999999999</c:v>
                </c:pt>
                <c:pt idx="8442">
                  <c:v>129.97</c:v>
                </c:pt>
                <c:pt idx="8443">
                  <c:v>128.34</c:v>
                </c:pt>
                <c:pt idx="8444">
                  <c:v>129.22</c:v>
                </c:pt>
                <c:pt idx="8445">
                  <c:v>129.16</c:v>
                </c:pt>
                <c:pt idx="8446">
                  <c:v>129.38</c:v>
                </c:pt>
                <c:pt idx="8447">
                  <c:v>128.22999999999999</c:v>
                </c:pt>
                <c:pt idx="8448">
                  <c:v>127.79</c:v>
                </c:pt>
                <c:pt idx="8449">
                  <c:v>127.88</c:v>
                </c:pt>
                <c:pt idx="8450">
                  <c:v>127.9</c:v>
                </c:pt>
                <c:pt idx="8451">
                  <c:v>126.83</c:v>
                </c:pt>
                <c:pt idx="8452">
                  <c:v>127.32</c:v>
                </c:pt>
                <c:pt idx="8453">
                  <c:v>127.12</c:v>
                </c:pt>
                <c:pt idx="8454">
                  <c:v>127.11</c:v>
                </c:pt>
                <c:pt idx="8455">
                  <c:v>127.59</c:v>
                </c:pt>
                <c:pt idx="8456">
                  <c:v>128.66999999999999</c:v>
                </c:pt>
                <c:pt idx="8457">
                  <c:v>130.13</c:v>
                </c:pt>
                <c:pt idx="8458">
                  <c:v>129.84</c:v>
                </c:pt>
                <c:pt idx="8459">
                  <c:v>130.88</c:v>
                </c:pt>
                <c:pt idx="8460">
                  <c:v>131.88</c:v>
                </c:pt>
                <c:pt idx="8461">
                  <c:v>132.59</c:v>
                </c:pt>
                <c:pt idx="8462">
                  <c:v>134.25</c:v>
                </c:pt>
                <c:pt idx="8463">
                  <c:v>134.36000000000001</c:v>
                </c:pt>
                <c:pt idx="8464">
                  <c:v>134.41</c:v>
                </c:pt>
                <c:pt idx="8465">
                  <c:v>134.41999999999999</c:v>
                </c:pt>
                <c:pt idx="8466">
                  <c:v>135.47</c:v>
                </c:pt>
                <c:pt idx="8467">
                  <c:v>133.84</c:v>
                </c:pt>
                <c:pt idx="8468">
                  <c:v>132.21</c:v>
                </c:pt>
                <c:pt idx="8469">
                  <c:v>135.02000000000001</c:v>
                </c:pt>
                <c:pt idx="8470">
                  <c:v>135.07</c:v>
                </c:pt>
                <c:pt idx="8471">
                  <c:v>136.57</c:v>
                </c:pt>
                <c:pt idx="8472">
                  <c:v>136.26</c:v>
                </c:pt>
                <c:pt idx="8473">
                  <c:v>134.94999999999999</c:v>
                </c:pt>
                <c:pt idx="8474">
                  <c:v>135.22999999999999</c:v>
                </c:pt>
                <c:pt idx="8475">
                  <c:v>135.46</c:v>
                </c:pt>
                <c:pt idx="8476">
                  <c:v>136.13999999999999</c:v>
                </c:pt>
                <c:pt idx="8477">
                  <c:v>136.59</c:v>
                </c:pt>
                <c:pt idx="8478">
                  <c:v>135.72</c:v>
                </c:pt>
                <c:pt idx="8479">
                  <c:v>135.21</c:v>
                </c:pt>
                <c:pt idx="8480">
                  <c:v>135.62</c:v>
                </c:pt>
                <c:pt idx="8481">
                  <c:v>135.85</c:v>
                </c:pt>
                <c:pt idx="8482">
                  <c:v>135.94999999999999</c:v>
                </c:pt>
                <c:pt idx="8483">
                  <c:v>136.01</c:v>
                </c:pt>
                <c:pt idx="8484">
                  <c:v>136.1</c:v>
                </c:pt>
                <c:pt idx="8485">
                  <c:v>137.44</c:v>
                </c:pt>
                <c:pt idx="8486">
                  <c:v>136.87</c:v>
                </c:pt>
                <c:pt idx="8487">
                  <c:v>137.38999999999999</c:v>
                </c:pt>
                <c:pt idx="8488">
                  <c:v>138.96</c:v>
                </c:pt>
                <c:pt idx="8489">
                  <c:v>138.57</c:v>
                </c:pt>
                <c:pt idx="8490">
                  <c:v>138.13999999999999</c:v>
                </c:pt>
                <c:pt idx="8491">
                  <c:v>138.19</c:v>
                </c:pt>
                <c:pt idx="8492">
                  <c:v>138.21</c:v>
                </c:pt>
                <c:pt idx="8493">
                  <c:v>137.36000000000001</c:v>
                </c:pt>
                <c:pt idx="8494">
                  <c:v>136.12</c:v>
                </c:pt>
                <c:pt idx="8495">
                  <c:v>136.69</c:v>
                </c:pt>
                <c:pt idx="8496">
                  <c:v>136.91</c:v>
                </c:pt>
                <c:pt idx="8497">
                  <c:v>136.57</c:v>
                </c:pt>
                <c:pt idx="8498">
                  <c:v>134.27000000000001</c:v>
                </c:pt>
                <c:pt idx="8499">
                  <c:v>133.27000000000001</c:v>
                </c:pt>
                <c:pt idx="8500">
                  <c:v>131.61000000000001</c:v>
                </c:pt>
                <c:pt idx="8501">
                  <c:v>133.16999999999999</c:v>
                </c:pt>
                <c:pt idx="8502">
                  <c:v>133.86000000000001</c:v>
                </c:pt>
                <c:pt idx="8503">
                  <c:v>132.88999999999999</c:v>
                </c:pt>
                <c:pt idx="8504">
                  <c:v>135.01</c:v>
                </c:pt>
                <c:pt idx="8505">
                  <c:v>134.94999999999999</c:v>
                </c:pt>
                <c:pt idx="8506">
                  <c:v>135.05000000000001</c:v>
                </c:pt>
                <c:pt idx="8507">
                  <c:v>132.88999999999999</c:v>
                </c:pt>
                <c:pt idx="8508">
                  <c:v>133.02000000000001</c:v>
                </c:pt>
                <c:pt idx="8509">
                  <c:v>133.41999999999999</c:v>
                </c:pt>
                <c:pt idx="8510">
                  <c:v>133.32</c:v>
                </c:pt>
                <c:pt idx="8511">
                  <c:v>134.22</c:v>
                </c:pt>
                <c:pt idx="8512">
                  <c:v>135.05000000000001</c:v>
                </c:pt>
                <c:pt idx="8513">
                  <c:v>135.88999999999999</c:v>
                </c:pt>
                <c:pt idx="8514">
                  <c:v>136.97</c:v>
                </c:pt>
                <c:pt idx="8515">
                  <c:v>137.47999999999999</c:v>
                </c:pt>
                <c:pt idx="8516">
                  <c:v>136.77000000000001</c:v>
                </c:pt>
                <c:pt idx="8517">
                  <c:v>137.12</c:v>
                </c:pt>
                <c:pt idx="8518">
                  <c:v>136.49</c:v>
                </c:pt>
                <c:pt idx="8519">
                  <c:v>137.63999999999999</c:v>
                </c:pt>
                <c:pt idx="8520">
                  <c:v>138.72</c:v>
                </c:pt>
                <c:pt idx="8521">
                  <c:v>138.79</c:v>
                </c:pt>
                <c:pt idx="8522">
                  <c:v>138.96</c:v>
                </c:pt>
                <c:pt idx="8523">
                  <c:v>140.21</c:v>
                </c:pt>
                <c:pt idx="8524">
                  <c:v>140.19999999999999</c:v>
                </c:pt>
                <c:pt idx="8525">
                  <c:v>140.6</c:v>
                </c:pt>
                <c:pt idx="8526">
                  <c:v>142.80000000000001</c:v>
                </c:pt>
                <c:pt idx="8527">
                  <c:v>143.74</c:v>
                </c:pt>
                <c:pt idx="8528">
                  <c:v>144.11000000000001</c:v>
                </c:pt>
                <c:pt idx="8529">
                  <c:v>142.47</c:v>
                </c:pt>
                <c:pt idx="8530">
                  <c:v>142.84</c:v>
                </c:pt>
                <c:pt idx="8531">
                  <c:v>144.58000000000001</c:v>
                </c:pt>
                <c:pt idx="8532">
                  <c:v>143.08000000000001</c:v>
                </c:pt>
                <c:pt idx="8533">
                  <c:v>143.52000000000001</c:v>
                </c:pt>
                <c:pt idx="8534">
                  <c:v>142.91999999999999</c:v>
                </c:pt>
                <c:pt idx="8535">
                  <c:v>143.21</c:v>
                </c:pt>
                <c:pt idx="8536">
                  <c:v>143.75</c:v>
                </c:pt>
                <c:pt idx="8537">
                  <c:v>144.06</c:v>
                </c:pt>
                <c:pt idx="8538">
                  <c:v>142.38999999999999</c:v>
                </c:pt>
                <c:pt idx="8539">
                  <c:v>143.31</c:v>
                </c:pt>
                <c:pt idx="8540">
                  <c:v>144.75</c:v>
                </c:pt>
                <c:pt idx="8541">
                  <c:v>144.80000000000001</c:v>
                </c:pt>
                <c:pt idx="8542">
                  <c:v>144.16</c:v>
                </c:pt>
                <c:pt idx="8543">
                  <c:v>144.46</c:v>
                </c:pt>
                <c:pt idx="8544">
                  <c:v>144.74</c:v>
                </c:pt>
                <c:pt idx="8545">
                  <c:v>144.55000000000001</c:v>
                </c:pt>
                <c:pt idx="8546">
                  <c:v>144.13</c:v>
                </c:pt>
                <c:pt idx="8547">
                  <c:v>144.63999999999999</c:v>
                </c:pt>
                <c:pt idx="8548">
                  <c:v>145.13999999999999</c:v>
                </c:pt>
                <c:pt idx="8549">
                  <c:v>145.25</c:v>
                </c:pt>
                <c:pt idx="8550">
                  <c:v>145.72</c:v>
                </c:pt>
                <c:pt idx="8551">
                  <c:v>145.86000000000001</c:v>
                </c:pt>
                <c:pt idx="8552">
                  <c:v>146.91</c:v>
                </c:pt>
                <c:pt idx="8553">
                  <c:v>147.12</c:v>
                </c:pt>
                <c:pt idx="8554">
                  <c:v>148.66999999999999</c:v>
                </c:pt>
                <c:pt idx="8555">
                  <c:v>149.04</c:v>
                </c:pt>
                <c:pt idx="8556">
                  <c:v>149.26</c:v>
                </c:pt>
                <c:pt idx="8557">
                  <c:v>149.9</c:v>
                </c:pt>
                <c:pt idx="8558">
                  <c:v>150.15</c:v>
                </c:pt>
                <c:pt idx="8559">
                  <c:v>147.65</c:v>
                </c:pt>
                <c:pt idx="8560">
                  <c:v>148.91</c:v>
                </c:pt>
                <c:pt idx="8561">
                  <c:v>147.93</c:v>
                </c:pt>
                <c:pt idx="8562">
                  <c:v>146.37</c:v>
                </c:pt>
                <c:pt idx="8563">
                  <c:v>146.29</c:v>
                </c:pt>
                <c:pt idx="8564">
                  <c:v>147.6</c:v>
                </c:pt>
                <c:pt idx="8565">
                  <c:v>148.71</c:v>
                </c:pt>
                <c:pt idx="8566">
                  <c:v>148.27000000000001</c:v>
                </c:pt>
                <c:pt idx="8567">
                  <c:v>147.9</c:v>
                </c:pt>
                <c:pt idx="8568">
                  <c:v>148.26</c:v>
                </c:pt>
                <c:pt idx="8569">
                  <c:v>146.62</c:v>
                </c:pt>
                <c:pt idx="8570">
                  <c:v>146.63</c:v>
                </c:pt>
                <c:pt idx="8571">
                  <c:v>145.68</c:v>
                </c:pt>
                <c:pt idx="8572">
                  <c:v>146.47</c:v>
                </c:pt>
                <c:pt idx="8573">
                  <c:v>140.97999999999999</c:v>
                </c:pt>
                <c:pt idx="8574">
                  <c:v>138.81</c:v>
                </c:pt>
                <c:pt idx="8575">
                  <c:v>139.88999999999999</c:v>
                </c:pt>
                <c:pt idx="8576">
                  <c:v>139.28</c:v>
                </c:pt>
                <c:pt idx="8577">
                  <c:v>139.5</c:v>
                </c:pt>
                <c:pt idx="8578">
                  <c:v>140.19999999999999</c:v>
                </c:pt>
                <c:pt idx="8579">
                  <c:v>140.37</c:v>
                </c:pt>
                <c:pt idx="8580">
                  <c:v>142.13999999999999</c:v>
                </c:pt>
                <c:pt idx="8581">
                  <c:v>141.22999999999999</c:v>
                </c:pt>
                <c:pt idx="8582">
                  <c:v>139.6</c:v>
                </c:pt>
                <c:pt idx="8583">
                  <c:v>138.54</c:v>
                </c:pt>
                <c:pt idx="8584">
                  <c:v>139.19</c:v>
                </c:pt>
                <c:pt idx="8585">
                  <c:v>138.94999999999999</c:v>
                </c:pt>
                <c:pt idx="8586">
                  <c:v>138.63</c:v>
                </c:pt>
                <c:pt idx="8587">
                  <c:v>138.07</c:v>
                </c:pt>
                <c:pt idx="8588">
                  <c:v>135.33000000000001</c:v>
                </c:pt>
                <c:pt idx="8589">
                  <c:v>134.31</c:v>
                </c:pt>
                <c:pt idx="8590">
                  <c:v>136.75</c:v>
                </c:pt>
                <c:pt idx="8591">
                  <c:v>137</c:v>
                </c:pt>
                <c:pt idx="8592">
                  <c:v>136.62</c:v>
                </c:pt>
                <c:pt idx="8593">
                  <c:v>136.66999999999999</c:v>
                </c:pt>
                <c:pt idx="8594">
                  <c:v>136.56</c:v>
                </c:pt>
                <c:pt idx="8595">
                  <c:v>137.66999999999999</c:v>
                </c:pt>
                <c:pt idx="8596">
                  <c:v>135.59</c:v>
                </c:pt>
                <c:pt idx="8597">
                  <c:v>135.47999999999999</c:v>
                </c:pt>
                <c:pt idx="8598">
                  <c:v>137.78</c:v>
                </c:pt>
                <c:pt idx="8599">
                  <c:v>136.6</c:v>
                </c:pt>
                <c:pt idx="8600">
                  <c:v>136.91</c:v>
                </c:pt>
                <c:pt idx="8601">
                  <c:v>131.72999999999999</c:v>
                </c:pt>
                <c:pt idx="8602">
                  <c:v>132.46</c:v>
                </c:pt>
                <c:pt idx="8603">
                  <c:v>132.35</c:v>
                </c:pt>
                <c:pt idx="8604">
                  <c:v>132.91</c:v>
                </c:pt>
                <c:pt idx="8605">
                  <c:v>132.88</c:v>
                </c:pt>
                <c:pt idx="8606">
                  <c:v>133.49</c:v>
                </c:pt>
                <c:pt idx="8607">
                  <c:v>134.47</c:v>
                </c:pt>
                <c:pt idx="8608">
                  <c:v>133.03</c:v>
                </c:pt>
                <c:pt idx="8609">
                  <c:v>131.12</c:v>
                </c:pt>
                <c:pt idx="8610">
                  <c:v>130.80000000000001</c:v>
                </c:pt>
                <c:pt idx="8611">
                  <c:v>131.02000000000001</c:v>
                </c:pt>
                <c:pt idx="8612">
                  <c:v>132.63</c:v>
                </c:pt>
                <c:pt idx="8613">
                  <c:v>133.41</c:v>
                </c:pt>
                <c:pt idx="8614">
                  <c:v>132.08000000000001</c:v>
                </c:pt>
                <c:pt idx="8615">
                  <c:v>131.88</c:v>
                </c:pt>
                <c:pt idx="8616">
                  <c:v>132.26</c:v>
                </c:pt>
                <c:pt idx="8617">
                  <c:v>132.44999999999999</c:v>
                </c:pt>
                <c:pt idx="8618">
                  <c:v>129.25</c:v>
                </c:pt>
                <c:pt idx="8619">
                  <c:v>127.87</c:v>
                </c:pt>
                <c:pt idx="8620">
                  <c:v>128.58000000000001</c:v>
                </c:pt>
                <c:pt idx="8621">
                  <c:v>128.12</c:v>
                </c:pt>
                <c:pt idx="8622">
                  <c:v>128.9</c:v>
                </c:pt>
                <c:pt idx="8623">
                  <c:v>128.43</c:v>
                </c:pt>
                <c:pt idx="8624">
                  <c:v>129.6</c:v>
                </c:pt>
                <c:pt idx="8625">
                  <c:v>130.66999999999999</c:v>
                </c:pt>
                <c:pt idx="8626">
                  <c:v>130.16999999999999</c:v>
                </c:pt>
                <c:pt idx="8627">
                  <c:v>129.59</c:v>
                </c:pt>
                <c:pt idx="8628">
                  <c:v>130.22</c:v>
                </c:pt>
                <c:pt idx="8629">
                  <c:v>129.88</c:v>
                </c:pt>
                <c:pt idx="8630">
                  <c:v>130.38999999999999</c:v>
                </c:pt>
                <c:pt idx="8631">
                  <c:v>130.09</c:v>
                </c:pt>
                <c:pt idx="8632">
                  <c:v>128.97999999999999</c:v>
                </c:pt>
                <c:pt idx="8633">
                  <c:v>128.68</c:v>
                </c:pt>
                <c:pt idx="8634">
                  <c:v>131.19</c:v>
                </c:pt>
                <c:pt idx="8635">
                  <c:v>132.66</c:v>
                </c:pt>
                <c:pt idx="8636">
                  <c:v>131.07</c:v>
                </c:pt>
                <c:pt idx="8637">
                  <c:v>131.4</c:v>
                </c:pt>
                <c:pt idx="8638">
                  <c:v>131.59</c:v>
                </c:pt>
                <c:pt idx="8639">
                  <c:v>131.36000000000001</c:v>
                </c:pt>
                <c:pt idx="8640">
                  <c:v>132.41999999999999</c:v>
                </c:pt>
                <c:pt idx="8641">
                  <c:v>133.16</c:v>
                </c:pt>
                <c:pt idx="8642">
                  <c:v>134.16</c:v>
                </c:pt>
                <c:pt idx="8643">
                  <c:v>133.94</c:v>
                </c:pt>
                <c:pt idx="8644">
                  <c:v>134.15</c:v>
                </c:pt>
                <c:pt idx="8645">
                  <c:v>134.25</c:v>
                </c:pt>
                <c:pt idx="8646">
                  <c:v>135.01</c:v>
                </c:pt>
                <c:pt idx="8647">
                  <c:v>134.84</c:v>
                </c:pt>
                <c:pt idx="8648">
                  <c:v>134.69999999999999</c:v>
                </c:pt>
                <c:pt idx="8649">
                  <c:v>136.47999999999999</c:v>
                </c:pt>
                <c:pt idx="8650">
                  <c:v>136.19</c:v>
                </c:pt>
                <c:pt idx="8651">
                  <c:v>136.16999999999999</c:v>
                </c:pt>
                <c:pt idx="8652">
                  <c:v>136.19</c:v>
                </c:pt>
                <c:pt idx="8653">
                  <c:v>136.77000000000001</c:v>
                </c:pt>
                <c:pt idx="8654">
                  <c:v>135.87</c:v>
                </c:pt>
                <c:pt idx="8655">
                  <c:v>135.93</c:v>
                </c:pt>
                <c:pt idx="8656">
                  <c:v>137.16</c:v>
                </c:pt>
                <c:pt idx="8657">
                  <c:v>137.36000000000001</c:v>
                </c:pt>
                <c:pt idx="8658">
                  <c:v>136.15</c:v>
                </c:pt>
                <c:pt idx="8659">
                  <c:v>135.03</c:v>
                </c:pt>
                <c:pt idx="8660">
                  <c:v>133.21</c:v>
                </c:pt>
                <c:pt idx="8661">
                  <c:v>134.22</c:v>
                </c:pt>
                <c:pt idx="8662">
                  <c:v>133.41999999999999</c:v>
                </c:pt>
                <c:pt idx="8663">
                  <c:v>133.74</c:v>
                </c:pt>
                <c:pt idx="8664">
                  <c:v>131.85</c:v>
                </c:pt>
                <c:pt idx="8665">
                  <c:v>131.32</c:v>
                </c:pt>
                <c:pt idx="8666">
                  <c:v>132.51</c:v>
                </c:pt>
                <c:pt idx="8667">
                  <c:v>131.44</c:v>
                </c:pt>
                <c:pt idx="8668">
                  <c:v>130.85</c:v>
                </c:pt>
                <c:pt idx="8669">
                  <c:v>130.72999999999999</c:v>
                </c:pt>
                <c:pt idx="8670">
                  <c:v>131.57</c:v>
                </c:pt>
                <c:pt idx="8671">
                  <c:v>130.88999999999999</c:v>
                </c:pt>
                <c:pt idx="8672">
                  <c:v>132.86000000000001</c:v>
                </c:pt>
                <c:pt idx="8673">
                  <c:v>132.69999999999999</c:v>
                </c:pt>
                <c:pt idx="8674">
                  <c:v>132.86000000000001</c:v>
                </c:pt>
                <c:pt idx="8675">
                  <c:v>132.46</c:v>
                </c:pt>
                <c:pt idx="8676">
                  <c:v>131.71</c:v>
                </c:pt>
                <c:pt idx="8677">
                  <c:v>131.32</c:v>
                </c:pt>
                <c:pt idx="8678">
                  <c:v>131.78</c:v>
                </c:pt>
                <c:pt idx="8679">
                  <c:v>132.16</c:v>
                </c:pt>
                <c:pt idx="8680">
                  <c:v>133.61000000000001</c:v>
                </c:pt>
                <c:pt idx="8681">
                  <c:v>133.68</c:v>
                </c:pt>
                <c:pt idx="8682">
                  <c:v>133.13</c:v>
                </c:pt>
                <c:pt idx="8683">
                  <c:v>132.58000000000001</c:v>
                </c:pt>
                <c:pt idx="8684">
                  <c:v>133.79</c:v>
                </c:pt>
                <c:pt idx="8685">
                  <c:v>134.47</c:v>
                </c:pt>
                <c:pt idx="8686">
                  <c:v>134.12</c:v>
                </c:pt>
                <c:pt idx="8687">
                  <c:v>134.72</c:v>
                </c:pt>
                <c:pt idx="8688">
                  <c:v>134.24</c:v>
                </c:pt>
                <c:pt idx="8689">
                  <c:v>134.16</c:v>
                </c:pt>
                <c:pt idx="8690">
                  <c:v>134.24</c:v>
                </c:pt>
                <c:pt idx="8691">
                  <c:v>133.76</c:v>
                </c:pt>
                <c:pt idx="8692">
                  <c:v>133.66999999999999</c:v>
                </c:pt>
                <c:pt idx="8693">
                  <c:v>133.97</c:v>
                </c:pt>
                <c:pt idx="8694">
                  <c:v>136.30000000000001</c:v>
                </c:pt>
                <c:pt idx="8695">
                  <c:v>137.5</c:v>
                </c:pt>
                <c:pt idx="8696">
                  <c:v>136.55000000000001</c:v>
                </c:pt>
                <c:pt idx="8697">
                  <c:v>134.71</c:v>
                </c:pt>
                <c:pt idx="8698">
                  <c:v>134.29</c:v>
                </c:pt>
                <c:pt idx="8699">
                  <c:v>134.80000000000001</c:v>
                </c:pt>
                <c:pt idx="8700">
                  <c:v>135.1</c:v>
                </c:pt>
                <c:pt idx="8701">
                  <c:v>135.22999999999999</c:v>
                </c:pt>
                <c:pt idx="8702">
                  <c:v>134.34</c:v>
                </c:pt>
                <c:pt idx="8703">
                  <c:v>134.53</c:v>
                </c:pt>
                <c:pt idx="8704">
                  <c:v>135.69999999999999</c:v>
                </c:pt>
                <c:pt idx="8705">
                  <c:v>136.12</c:v>
                </c:pt>
                <c:pt idx="8706">
                  <c:v>136.38999999999999</c:v>
                </c:pt>
                <c:pt idx="8707">
                  <c:v>137.68</c:v>
                </c:pt>
                <c:pt idx="8708">
                  <c:v>138.71</c:v>
                </c:pt>
                <c:pt idx="8709">
                  <c:v>137.97999999999999</c:v>
                </c:pt>
                <c:pt idx="8710">
                  <c:v>138.6</c:v>
                </c:pt>
                <c:pt idx="8711">
                  <c:v>138.59</c:v>
                </c:pt>
                <c:pt idx="8712">
                  <c:v>139.47</c:v>
                </c:pt>
                <c:pt idx="8713">
                  <c:v>140.06</c:v>
                </c:pt>
                <c:pt idx="8714">
                  <c:v>140.6</c:v>
                </c:pt>
                <c:pt idx="8715">
                  <c:v>140.44999999999999</c:v>
                </c:pt>
                <c:pt idx="8716">
                  <c:v>139.79</c:v>
                </c:pt>
                <c:pt idx="8717">
                  <c:v>139.34</c:v>
                </c:pt>
                <c:pt idx="8718">
                  <c:v>138.80000000000001</c:v>
                </c:pt>
                <c:pt idx="8719">
                  <c:v>139.91999999999999</c:v>
                </c:pt>
                <c:pt idx="8720">
                  <c:v>139.58000000000001</c:v>
                </c:pt>
                <c:pt idx="8721">
                  <c:v>139.63</c:v>
                </c:pt>
                <c:pt idx="8722">
                  <c:v>140.13</c:v>
                </c:pt>
                <c:pt idx="8723">
                  <c:v>138.91999999999999</c:v>
                </c:pt>
                <c:pt idx="8724">
                  <c:v>139.4</c:v>
                </c:pt>
                <c:pt idx="8725">
                  <c:v>139.6</c:v>
                </c:pt>
                <c:pt idx="8726">
                  <c:v>140.22</c:v>
                </c:pt>
                <c:pt idx="8727">
                  <c:v>140.09</c:v>
                </c:pt>
                <c:pt idx="8728">
                  <c:v>140.29</c:v>
                </c:pt>
                <c:pt idx="8729">
                  <c:v>141.82</c:v>
                </c:pt>
                <c:pt idx="8730">
                  <c:v>141.97999999999999</c:v>
                </c:pt>
                <c:pt idx="8731">
                  <c:v>141.47</c:v>
                </c:pt>
                <c:pt idx="8732">
                  <c:v>141.88</c:v>
                </c:pt>
                <c:pt idx="8733">
                  <c:v>143.11000000000001</c:v>
                </c:pt>
                <c:pt idx="8734">
                  <c:v>143.69999999999999</c:v>
                </c:pt>
                <c:pt idx="8735">
                  <c:v>143.51</c:v>
                </c:pt>
                <c:pt idx="8736">
                  <c:v>144.07</c:v>
                </c:pt>
                <c:pt idx="8737">
                  <c:v>144.47999999999999</c:v>
                </c:pt>
                <c:pt idx="8738">
                  <c:v>144.76</c:v>
                </c:pt>
                <c:pt idx="8739">
                  <c:v>144.31</c:v>
                </c:pt>
                <c:pt idx="8740">
                  <c:v>144.68</c:v>
                </c:pt>
                <c:pt idx="8741">
                  <c:v>144.47</c:v>
                </c:pt>
                <c:pt idx="8742">
                  <c:v>144.66</c:v>
                </c:pt>
                <c:pt idx="8743">
                  <c:v>144.07</c:v>
                </c:pt>
                <c:pt idx="8744">
                  <c:v>142.21</c:v>
                </c:pt>
                <c:pt idx="8745">
                  <c:v>141.31</c:v>
                </c:pt>
                <c:pt idx="8746">
                  <c:v>140.36000000000001</c:v>
                </c:pt>
                <c:pt idx="8747">
                  <c:v>138.5</c:v>
                </c:pt>
                <c:pt idx="8748">
                  <c:v>138.05000000000001</c:v>
                </c:pt>
                <c:pt idx="8749">
                  <c:v>138.80000000000001</c:v>
                </c:pt>
                <c:pt idx="8750">
                  <c:v>138.71</c:v>
                </c:pt>
                <c:pt idx="8751">
                  <c:v>138.83000000000001</c:v>
                </c:pt>
                <c:pt idx="8752">
                  <c:v>139.65</c:v>
                </c:pt>
                <c:pt idx="8753">
                  <c:v>140.07</c:v>
                </c:pt>
                <c:pt idx="8754">
                  <c:v>141.72999999999999</c:v>
                </c:pt>
                <c:pt idx="8755">
                  <c:v>141.47999999999999</c:v>
                </c:pt>
                <c:pt idx="8756">
                  <c:v>140.9</c:v>
                </c:pt>
                <c:pt idx="8757">
                  <c:v>140.24</c:v>
                </c:pt>
                <c:pt idx="8758">
                  <c:v>139.47999999999999</c:v>
                </c:pt>
                <c:pt idx="8759">
                  <c:v>141.16</c:v>
                </c:pt>
                <c:pt idx="8760">
                  <c:v>142.29</c:v>
                </c:pt>
                <c:pt idx="8761">
                  <c:v>143.34</c:v>
                </c:pt>
                <c:pt idx="8762">
                  <c:v>143.32</c:v>
                </c:pt>
                <c:pt idx="8763">
                  <c:v>142.58000000000001</c:v>
                </c:pt>
                <c:pt idx="8764">
                  <c:v>141.76</c:v>
                </c:pt>
                <c:pt idx="8765">
                  <c:v>142.5</c:v>
                </c:pt>
                <c:pt idx="8766">
                  <c:v>143.38</c:v>
                </c:pt>
                <c:pt idx="8767">
                  <c:v>143.72999999999999</c:v>
                </c:pt>
                <c:pt idx="8768">
                  <c:v>144.75</c:v>
                </c:pt>
                <c:pt idx="8769">
                  <c:v>144.96</c:v>
                </c:pt>
                <c:pt idx="8770">
                  <c:v>145.56</c:v>
                </c:pt>
                <c:pt idx="8771">
                  <c:v>145.57</c:v>
                </c:pt>
                <c:pt idx="8772">
                  <c:v>146.35</c:v>
                </c:pt>
                <c:pt idx="8773">
                  <c:v>145.84</c:v>
                </c:pt>
                <c:pt idx="8774">
                  <c:v>145.38999999999999</c:v>
                </c:pt>
                <c:pt idx="8775">
                  <c:v>146.22</c:v>
                </c:pt>
                <c:pt idx="8776">
                  <c:v>145.88999999999999</c:v>
                </c:pt>
                <c:pt idx="8777">
                  <c:v>144.84</c:v>
                </c:pt>
                <c:pt idx="8778">
                  <c:v>145.83000000000001</c:v>
                </c:pt>
                <c:pt idx="8779">
                  <c:v>146.44</c:v>
                </c:pt>
                <c:pt idx="8780">
                  <c:v>146.54</c:v>
                </c:pt>
                <c:pt idx="8781">
                  <c:v>145.88</c:v>
                </c:pt>
                <c:pt idx="8782">
                  <c:v>146.24</c:v>
                </c:pt>
                <c:pt idx="8783">
                  <c:v>145.54</c:v>
                </c:pt>
                <c:pt idx="8784">
                  <c:v>146.22</c:v>
                </c:pt>
                <c:pt idx="8785">
                  <c:v>146.47</c:v>
                </c:pt>
                <c:pt idx="8786">
                  <c:v>147.72</c:v>
                </c:pt>
                <c:pt idx="8787">
                  <c:v>147.66</c:v>
                </c:pt>
                <c:pt idx="8788">
                  <c:v>147.30000000000001</c:v>
                </c:pt>
                <c:pt idx="8789">
                  <c:v>147.83000000000001</c:v>
                </c:pt>
                <c:pt idx="8790">
                  <c:v>146.59</c:v>
                </c:pt>
                <c:pt idx="8791">
                  <c:v>147.08000000000001</c:v>
                </c:pt>
                <c:pt idx="8792">
                  <c:v>147.46</c:v>
                </c:pt>
                <c:pt idx="8793">
                  <c:v>147.47</c:v>
                </c:pt>
                <c:pt idx="8794">
                  <c:v>147.85</c:v>
                </c:pt>
                <c:pt idx="8795">
                  <c:v>147.61000000000001</c:v>
                </c:pt>
                <c:pt idx="8796">
                  <c:v>147.86000000000001</c:v>
                </c:pt>
                <c:pt idx="8797">
                  <c:v>148.34</c:v>
                </c:pt>
                <c:pt idx="8798">
                  <c:v>147.59</c:v>
                </c:pt>
                <c:pt idx="8799">
                  <c:v>148.37</c:v>
                </c:pt>
                <c:pt idx="8800">
                  <c:v>148.88</c:v>
                </c:pt>
                <c:pt idx="8801">
                  <c:v>149.07</c:v>
                </c:pt>
                <c:pt idx="8802">
                  <c:v>149.63</c:v>
                </c:pt>
                <c:pt idx="8803">
                  <c:v>149.31</c:v>
                </c:pt>
                <c:pt idx="8804">
                  <c:v>149.37</c:v>
                </c:pt>
                <c:pt idx="8805">
                  <c:v>149.86000000000001</c:v>
                </c:pt>
                <c:pt idx="8806">
                  <c:v>149.02000000000001</c:v>
                </c:pt>
                <c:pt idx="8807">
                  <c:v>149.12</c:v>
                </c:pt>
                <c:pt idx="8808">
                  <c:v>148.51</c:v>
                </c:pt>
                <c:pt idx="8809">
                  <c:v>149.32</c:v>
                </c:pt>
                <c:pt idx="8810">
                  <c:v>148.51</c:v>
                </c:pt>
                <c:pt idx="8811">
                  <c:v>148.71</c:v>
                </c:pt>
                <c:pt idx="8812">
                  <c:v>149.16999999999999</c:v>
                </c:pt>
                <c:pt idx="8813">
                  <c:v>149.81</c:v>
                </c:pt>
                <c:pt idx="8814">
                  <c:v>149.57</c:v>
                </c:pt>
                <c:pt idx="8815">
                  <c:v>149.51</c:v>
                </c:pt>
                <c:pt idx="8816">
                  <c:v>149.81</c:v>
                </c:pt>
                <c:pt idx="8817">
                  <c:v>149.93</c:v>
                </c:pt>
                <c:pt idx="8818">
                  <c:v>149.80000000000001</c:v>
                </c:pt>
                <c:pt idx="8819">
                  <c:v>149.86000000000001</c:v>
                </c:pt>
                <c:pt idx="8820">
                  <c:v>149.71</c:v>
                </c:pt>
                <c:pt idx="8821">
                  <c:v>149.91</c:v>
                </c:pt>
                <c:pt idx="8822">
                  <c:v>150.22999999999999</c:v>
                </c:pt>
                <c:pt idx="8823">
                  <c:v>150.4</c:v>
                </c:pt>
                <c:pt idx="8824">
                  <c:v>149.66</c:v>
                </c:pt>
                <c:pt idx="8825">
                  <c:v>149.1</c:v>
                </c:pt>
                <c:pt idx="8826">
                  <c:v>151.68</c:v>
                </c:pt>
                <c:pt idx="8827">
                  <c:v>150.94999999999999</c:v>
                </c:pt>
                <c:pt idx="8828">
                  <c:v>150.44999999999999</c:v>
                </c:pt>
                <c:pt idx="8829">
                  <c:v>149.38999999999999</c:v>
                </c:pt>
                <c:pt idx="8830">
                  <c:v>150.07</c:v>
                </c:pt>
                <c:pt idx="8831">
                  <c:v>150.37</c:v>
                </c:pt>
                <c:pt idx="8832">
                  <c:v>150.97999999999999</c:v>
                </c:pt>
                <c:pt idx="8833">
                  <c:v>151.35</c:v>
                </c:pt>
                <c:pt idx="8834">
                  <c:v>151.52000000000001</c:v>
                </c:pt>
                <c:pt idx="8835">
                  <c:v>151.72</c:v>
                </c:pt>
                <c:pt idx="8836">
                  <c:v>150.37</c:v>
                </c:pt>
                <c:pt idx="8837">
                  <c:v>151.36000000000001</c:v>
                </c:pt>
                <c:pt idx="8838">
                  <c:v>150.72999999999999</c:v>
                </c:pt>
                <c:pt idx="8839">
                  <c:v>149.63</c:v>
                </c:pt>
                <c:pt idx="8840">
                  <c:v>148.38999999999999</c:v>
                </c:pt>
                <c:pt idx="8841">
                  <c:v>148.38999999999999</c:v>
                </c:pt>
                <c:pt idx="8842">
                  <c:v>149.54</c:v>
                </c:pt>
                <c:pt idx="8843">
                  <c:v>149.56</c:v>
                </c:pt>
                <c:pt idx="8844">
                  <c:v>149.44</c:v>
                </c:pt>
                <c:pt idx="8845">
                  <c:v>148.69</c:v>
                </c:pt>
                <c:pt idx="8846">
                  <c:v>147.47999999999999</c:v>
                </c:pt>
                <c:pt idx="8847">
                  <c:v>147.24</c:v>
                </c:pt>
                <c:pt idx="8848">
                  <c:v>148.19999999999999</c:v>
                </c:pt>
                <c:pt idx="8849">
                  <c:v>146.82</c:v>
                </c:pt>
                <c:pt idx="8850">
                  <c:v>147.21</c:v>
                </c:pt>
                <c:pt idx="8851">
                  <c:v>147.15</c:v>
                </c:pt>
                <c:pt idx="8852">
                  <c:v>147.31</c:v>
                </c:pt>
                <c:pt idx="8853">
                  <c:v>144.13</c:v>
                </c:pt>
                <c:pt idx="8854">
                  <c:v>144.94999999999999</c:v>
                </c:pt>
                <c:pt idx="8855">
                  <c:v>146.16</c:v>
                </c:pt>
                <c:pt idx="8856">
                  <c:v>145.44999999999999</c:v>
                </c:pt>
                <c:pt idx="8857">
                  <c:v>142.88999999999999</c:v>
                </c:pt>
                <c:pt idx="8858">
                  <c:v>141.88999999999999</c:v>
                </c:pt>
                <c:pt idx="8859">
                  <c:v>142.15</c:v>
                </c:pt>
                <c:pt idx="8860">
                  <c:v>142.78</c:v>
                </c:pt>
                <c:pt idx="8861">
                  <c:v>143.84</c:v>
                </c:pt>
                <c:pt idx="8862">
                  <c:v>143.57</c:v>
                </c:pt>
                <c:pt idx="8863">
                  <c:v>142.12</c:v>
                </c:pt>
                <c:pt idx="8864">
                  <c:v>142.41</c:v>
                </c:pt>
                <c:pt idx="8865">
                  <c:v>142.35</c:v>
                </c:pt>
                <c:pt idx="8866">
                  <c:v>142.4</c:v>
                </c:pt>
                <c:pt idx="8867">
                  <c:v>141.83000000000001</c:v>
                </c:pt>
                <c:pt idx="8868">
                  <c:v>141.41</c:v>
                </c:pt>
                <c:pt idx="8869">
                  <c:v>141.04</c:v>
                </c:pt>
                <c:pt idx="8870">
                  <c:v>140.88999999999999</c:v>
                </c:pt>
                <c:pt idx="8871">
                  <c:v>141.99</c:v>
                </c:pt>
                <c:pt idx="8872">
                  <c:v>143.29</c:v>
                </c:pt>
                <c:pt idx="8873">
                  <c:v>144.63</c:v>
                </c:pt>
                <c:pt idx="8874">
                  <c:v>144.63</c:v>
                </c:pt>
                <c:pt idx="8875">
                  <c:v>144.22999999999999</c:v>
                </c:pt>
                <c:pt idx="8876">
                  <c:v>144.47999999999999</c:v>
                </c:pt>
                <c:pt idx="8877">
                  <c:v>145.76</c:v>
                </c:pt>
                <c:pt idx="8878">
                  <c:v>145.29</c:v>
                </c:pt>
                <c:pt idx="8879">
                  <c:v>144.88</c:v>
                </c:pt>
                <c:pt idx="8880">
                  <c:v>145.72999999999999</c:v>
                </c:pt>
                <c:pt idx="8881">
                  <c:v>147.19</c:v>
                </c:pt>
                <c:pt idx="8882">
                  <c:v>148.16</c:v>
                </c:pt>
                <c:pt idx="8883">
                  <c:v>148.16</c:v>
                </c:pt>
                <c:pt idx="8884">
                  <c:v>148.12</c:v>
                </c:pt>
                <c:pt idx="8885">
                  <c:v>148.1</c:v>
                </c:pt>
                <c:pt idx="8886">
                  <c:v>148.35</c:v>
                </c:pt>
                <c:pt idx="8887">
                  <c:v>147.51</c:v>
                </c:pt>
                <c:pt idx="8888">
                  <c:v>147.66</c:v>
                </c:pt>
                <c:pt idx="8889">
                  <c:v>148.15</c:v>
                </c:pt>
                <c:pt idx="8890">
                  <c:v>147.5</c:v>
                </c:pt>
                <c:pt idx="8891">
                  <c:v>147.61000000000001</c:v>
                </c:pt>
                <c:pt idx="8892">
                  <c:v>146.91999999999999</c:v>
                </c:pt>
                <c:pt idx="8893">
                  <c:v>146.43</c:v>
                </c:pt>
                <c:pt idx="8894">
                  <c:v>148.38</c:v>
                </c:pt>
                <c:pt idx="8895">
                  <c:v>148.68</c:v>
                </c:pt>
                <c:pt idx="8896">
                  <c:v>147.94</c:v>
                </c:pt>
                <c:pt idx="8897">
                  <c:v>148.18</c:v>
                </c:pt>
                <c:pt idx="8898">
                  <c:v>149.32</c:v>
                </c:pt>
                <c:pt idx="8899">
                  <c:v>149.29</c:v>
                </c:pt>
                <c:pt idx="8900">
                  <c:v>149.35</c:v>
                </c:pt>
                <c:pt idx="8901">
                  <c:v>150.80000000000001</c:v>
                </c:pt>
                <c:pt idx="8902">
                  <c:v>150.58000000000001</c:v>
                </c:pt>
                <c:pt idx="8903">
                  <c:v>149.93</c:v>
                </c:pt>
                <c:pt idx="8904">
                  <c:v>150.21</c:v>
                </c:pt>
                <c:pt idx="8905">
                  <c:v>150.13</c:v>
                </c:pt>
                <c:pt idx="8906">
                  <c:v>150.01</c:v>
                </c:pt>
                <c:pt idx="8907">
                  <c:v>150.30000000000001</c:v>
                </c:pt>
                <c:pt idx="8908">
                  <c:v>150.53</c:v>
                </c:pt>
                <c:pt idx="8909">
                  <c:v>150.51</c:v>
                </c:pt>
                <c:pt idx="8910">
                  <c:v>150.69999999999999</c:v>
                </c:pt>
                <c:pt idx="8911">
                  <c:v>150.51</c:v>
                </c:pt>
                <c:pt idx="8912">
                  <c:v>150.69</c:v>
                </c:pt>
                <c:pt idx="8913">
                  <c:v>149.97999999999999</c:v>
                </c:pt>
                <c:pt idx="8914">
                  <c:v>150.12</c:v>
                </c:pt>
                <c:pt idx="8915">
                  <c:v>150.53</c:v>
                </c:pt>
                <c:pt idx="8916">
                  <c:v>150.05000000000001</c:v>
                </c:pt>
                <c:pt idx="8917">
                  <c:v>149.38</c:v>
                </c:pt>
                <c:pt idx="8918">
                  <c:v>148.05000000000001</c:v>
                </c:pt>
                <c:pt idx="8919">
                  <c:v>147.06</c:v>
                </c:pt>
                <c:pt idx="8920">
                  <c:v>146.94999999999999</c:v>
                </c:pt>
                <c:pt idx="8921">
                  <c:v>147.68</c:v>
                </c:pt>
                <c:pt idx="8922">
                  <c:v>147.76</c:v>
                </c:pt>
                <c:pt idx="8923">
                  <c:v>148.33000000000001</c:v>
                </c:pt>
                <c:pt idx="8924">
                  <c:v>149.04</c:v>
                </c:pt>
                <c:pt idx="8925">
                  <c:v>149.15</c:v>
                </c:pt>
                <c:pt idx="8926">
                  <c:v>150.86000000000001</c:v>
                </c:pt>
                <c:pt idx="8927">
                  <c:v>151.26</c:v>
                </c:pt>
                <c:pt idx="8928">
                  <c:v>151.62</c:v>
                </c:pt>
                <c:pt idx="8929">
                  <c:v>151.41</c:v>
                </c:pt>
                <c:pt idx="8930">
                  <c:v>151.41999999999999</c:v>
                </c:pt>
                <c:pt idx="8931">
                  <c:v>151.56</c:v>
                </c:pt>
                <c:pt idx="8932">
                  <c:v>151.33000000000001</c:v>
                </c:pt>
                <c:pt idx="8933">
                  <c:v>151.38</c:v>
                </c:pt>
                <c:pt idx="8934">
                  <c:v>151.35</c:v>
                </c:pt>
                <c:pt idx="8935">
                  <c:v>151.65</c:v>
                </c:pt>
                <c:pt idx="8936">
                  <c:v>151.56</c:v>
                </c:pt>
                <c:pt idx="8937">
                  <c:v>151.69999999999999</c:v>
                </c:pt>
                <c:pt idx="8938">
                  <c:v>151.34</c:v>
                </c:pt>
                <c:pt idx="8939">
                  <c:v>151.62</c:v>
                </c:pt>
                <c:pt idx="8940">
                  <c:v>151.82</c:v>
                </c:pt>
                <c:pt idx="8941">
                  <c:v>151.76</c:v>
                </c:pt>
                <c:pt idx="8942">
                  <c:v>153.16</c:v>
                </c:pt>
                <c:pt idx="8943">
                  <c:v>153.27000000000001</c:v>
                </c:pt>
                <c:pt idx="8944">
                  <c:v>153.22999999999999</c:v>
                </c:pt>
                <c:pt idx="8945">
                  <c:v>154.28</c:v>
                </c:pt>
                <c:pt idx="8946">
                  <c:v>154.72</c:v>
                </c:pt>
                <c:pt idx="8947">
                  <c:v>154.38999999999999</c:v>
                </c:pt>
                <c:pt idx="8948">
                  <c:v>154.63999999999999</c:v>
                </c:pt>
                <c:pt idx="8949">
                  <c:v>154.63999999999999</c:v>
                </c:pt>
                <c:pt idx="8950">
                  <c:v>154.85</c:v>
                </c:pt>
                <c:pt idx="8951">
                  <c:v>154.83000000000001</c:v>
                </c:pt>
                <c:pt idx="8952">
                  <c:v>155.35</c:v>
                </c:pt>
                <c:pt idx="8953">
                  <c:v>155.65</c:v>
                </c:pt>
                <c:pt idx="8954">
                  <c:v>158.33000000000001</c:v>
                </c:pt>
                <c:pt idx="8955">
                  <c:v>156.35</c:v>
                </c:pt>
                <c:pt idx="8956">
                  <c:v>157.80000000000001</c:v>
                </c:pt>
                <c:pt idx="8957">
                  <c:v>154.57</c:v>
                </c:pt>
                <c:pt idx="8958">
                  <c:v>153.63999999999999</c:v>
                </c:pt>
                <c:pt idx="8959">
                  <c:v>153.05000000000001</c:v>
                </c:pt>
                <c:pt idx="8960">
                  <c:v>153.91999999999999</c:v>
                </c:pt>
                <c:pt idx="8961">
                  <c:v>154.69</c:v>
                </c:pt>
                <c:pt idx="8962">
                  <c:v>155.53</c:v>
                </c:pt>
                <c:pt idx="8963">
                  <c:v>155.47999999999999</c:v>
                </c:pt>
                <c:pt idx="8964">
                  <c:v>155.78</c:v>
                </c:pt>
                <c:pt idx="8965">
                  <c:v>156.22</c:v>
                </c:pt>
                <c:pt idx="8966">
                  <c:v>156.41999999999999</c:v>
                </c:pt>
                <c:pt idx="8967">
                  <c:v>154.88</c:v>
                </c:pt>
                <c:pt idx="8968">
                  <c:v>155.38999999999999</c:v>
                </c:pt>
                <c:pt idx="8969">
                  <c:v>155.65</c:v>
                </c:pt>
                <c:pt idx="8970">
                  <c:v>156.26</c:v>
                </c:pt>
                <c:pt idx="8971">
                  <c:v>156.16999999999999</c:v>
                </c:pt>
                <c:pt idx="8972">
                  <c:v>156.80000000000001</c:v>
                </c:pt>
                <c:pt idx="8973">
                  <c:v>156.93</c:v>
                </c:pt>
                <c:pt idx="8974">
                  <c:v>156.99</c:v>
                </c:pt>
                <c:pt idx="8975">
                  <c:v>156.88</c:v>
                </c:pt>
                <c:pt idx="8976">
                  <c:v>157.16999999999999</c:v>
                </c:pt>
                <c:pt idx="8977">
                  <c:v>157.63999999999999</c:v>
                </c:pt>
                <c:pt idx="8978">
                  <c:v>156.82</c:v>
                </c:pt>
                <c:pt idx="8979">
                  <c:v>157.31</c:v>
                </c:pt>
                <c:pt idx="8980">
                  <c:v>156.08000000000001</c:v>
                </c:pt>
                <c:pt idx="8981">
                  <c:v>154.88</c:v>
                </c:pt>
                <c:pt idx="8982">
                  <c:v>156.11000000000001</c:v>
                </c:pt>
                <c:pt idx="8983">
                  <c:v>155.61000000000001</c:v>
                </c:pt>
                <c:pt idx="8984">
                  <c:v>156.75</c:v>
                </c:pt>
                <c:pt idx="8985">
                  <c:v>157.04</c:v>
                </c:pt>
                <c:pt idx="8986">
                  <c:v>157.13</c:v>
                </c:pt>
                <c:pt idx="8987">
                  <c:v>156.72</c:v>
                </c:pt>
                <c:pt idx="8988">
                  <c:v>157.03</c:v>
                </c:pt>
                <c:pt idx="8989">
                  <c:v>157.4</c:v>
                </c:pt>
                <c:pt idx="8990">
                  <c:v>157.74</c:v>
                </c:pt>
                <c:pt idx="8991">
                  <c:v>157.86000000000001</c:v>
                </c:pt>
                <c:pt idx="8992">
                  <c:v>158.09</c:v>
                </c:pt>
                <c:pt idx="8993">
                  <c:v>158.93</c:v>
                </c:pt>
                <c:pt idx="8994">
                  <c:v>159.80000000000001</c:v>
                </c:pt>
                <c:pt idx="8995">
                  <c:v>159.62</c:v>
                </c:pt>
                <c:pt idx="8996">
                  <c:v>159.69999999999999</c:v>
                </c:pt>
                <c:pt idx="8997">
                  <c:v>160.81</c:v>
                </c:pt>
                <c:pt idx="8998">
                  <c:v>160.76</c:v>
                </c:pt>
                <c:pt idx="8999">
                  <c:v>160.88</c:v>
                </c:pt>
                <c:pt idx="9000">
                  <c:v>161.46</c:v>
                </c:pt>
                <c:pt idx="9001">
                  <c:v>161.44</c:v>
                </c:pt>
                <c:pt idx="9002">
                  <c:v>161.69</c:v>
                </c:pt>
                <c:pt idx="9003">
                  <c:v>161.28</c:v>
                </c:pt>
                <c:pt idx="9004">
                  <c:v>160.75</c:v>
                </c:pt>
                <c:pt idx="9005">
                  <c:v>160.83000000000001</c:v>
                </c:pt>
                <c:pt idx="9006">
                  <c:v>161.33000000000001</c:v>
                </c:pt>
                <c:pt idx="9007">
                  <c:v>161.69</c:v>
                </c:pt>
                <c:pt idx="9008">
                  <c:v>158.84</c:v>
                </c:pt>
                <c:pt idx="9009">
                  <c:v>157.83000000000001</c:v>
                </c:pt>
                <c:pt idx="9010">
                  <c:v>158.06</c:v>
                </c:pt>
                <c:pt idx="9011">
                  <c:v>158.35</c:v>
                </c:pt>
                <c:pt idx="9012">
                  <c:v>156.19999999999999</c:v>
                </c:pt>
                <c:pt idx="9013">
                  <c:v>157.37</c:v>
                </c:pt>
                <c:pt idx="9014">
                  <c:v>157.47999999999999</c:v>
                </c:pt>
                <c:pt idx="9015">
                  <c:v>157.04</c:v>
                </c:pt>
                <c:pt idx="9016">
                  <c:v>155.59</c:v>
                </c:pt>
                <c:pt idx="9017">
                  <c:v>153.88999999999999</c:v>
                </c:pt>
                <c:pt idx="9018">
                  <c:v>153.94</c:v>
                </c:pt>
                <c:pt idx="9019">
                  <c:v>153.76</c:v>
                </c:pt>
                <c:pt idx="9020">
                  <c:v>154.02000000000001</c:v>
                </c:pt>
                <c:pt idx="9021">
                  <c:v>152.77000000000001</c:v>
                </c:pt>
                <c:pt idx="9022">
                  <c:v>149.97999999999999</c:v>
                </c:pt>
                <c:pt idx="9023">
                  <c:v>149.36000000000001</c:v>
                </c:pt>
                <c:pt idx="9024">
                  <c:v>146.53</c:v>
                </c:pt>
                <c:pt idx="9025">
                  <c:v>144.18</c:v>
                </c:pt>
                <c:pt idx="9026">
                  <c:v>144.34</c:v>
                </c:pt>
                <c:pt idx="9027">
                  <c:v>146.68</c:v>
                </c:pt>
                <c:pt idx="9028">
                  <c:v>147.22999999999999</c:v>
                </c:pt>
                <c:pt idx="9029">
                  <c:v>146.61000000000001</c:v>
                </c:pt>
                <c:pt idx="9030">
                  <c:v>147.21</c:v>
                </c:pt>
                <c:pt idx="9031">
                  <c:v>146.84</c:v>
                </c:pt>
                <c:pt idx="9032">
                  <c:v>147.33000000000001</c:v>
                </c:pt>
                <c:pt idx="9033">
                  <c:v>149.28</c:v>
                </c:pt>
                <c:pt idx="9034">
                  <c:v>147.63</c:v>
                </c:pt>
                <c:pt idx="9035">
                  <c:v>146.59</c:v>
                </c:pt>
                <c:pt idx="9036">
                  <c:v>145.26</c:v>
                </c:pt>
                <c:pt idx="9037">
                  <c:v>145.21</c:v>
                </c:pt>
                <c:pt idx="9038">
                  <c:v>146.29</c:v>
                </c:pt>
                <c:pt idx="9039">
                  <c:v>144.37</c:v>
                </c:pt>
                <c:pt idx="9040">
                  <c:v>144.53</c:v>
                </c:pt>
                <c:pt idx="9041">
                  <c:v>143.96</c:v>
                </c:pt>
                <c:pt idx="9042">
                  <c:v>144.59</c:v>
                </c:pt>
                <c:pt idx="9043">
                  <c:v>144.99</c:v>
                </c:pt>
                <c:pt idx="9044">
                  <c:v>146.16999999999999</c:v>
                </c:pt>
                <c:pt idx="9045">
                  <c:v>146.91999999999999</c:v>
                </c:pt>
                <c:pt idx="9046">
                  <c:v>145.47999999999999</c:v>
                </c:pt>
                <c:pt idx="9047">
                  <c:v>143.74</c:v>
                </c:pt>
                <c:pt idx="9048">
                  <c:v>143.44999999999999</c:v>
                </c:pt>
                <c:pt idx="9049">
                  <c:v>142.30000000000001</c:v>
                </c:pt>
                <c:pt idx="9050">
                  <c:v>143.18</c:v>
                </c:pt>
                <c:pt idx="9051">
                  <c:v>142.44</c:v>
                </c:pt>
                <c:pt idx="9052">
                  <c:v>142.36000000000001</c:v>
                </c:pt>
                <c:pt idx="9053">
                  <c:v>141.82</c:v>
                </c:pt>
                <c:pt idx="9054">
                  <c:v>140.85</c:v>
                </c:pt>
                <c:pt idx="9055">
                  <c:v>140.62</c:v>
                </c:pt>
                <c:pt idx="9056">
                  <c:v>142.41</c:v>
                </c:pt>
                <c:pt idx="9057">
                  <c:v>142.29</c:v>
                </c:pt>
                <c:pt idx="9058">
                  <c:v>142.63</c:v>
                </c:pt>
                <c:pt idx="9059">
                  <c:v>143.85</c:v>
                </c:pt>
                <c:pt idx="9060">
                  <c:v>143.61000000000001</c:v>
                </c:pt>
                <c:pt idx="9061">
                  <c:v>143.22999999999999</c:v>
                </c:pt>
                <c:pt idx="9062">
                  <c:v>144.75</c:v>
                </c:pt>
                <c:pt idx="9063">
                  <c:v>144.81</c:v>
                </c:pt>
                <c:pt idx="9064">
                  <c:v>142.21</c:v>
                </c:pt>
                <c:pt idx="9065">
                  <c:v>143.63</c:v>
                </c:pt>
                <c:pt idx="9066">
                  <c:v>143.57</c:v>
                </c:pt>
                <c:pt idx="9067">
                  <c:v>146.47</c:v>
                </c:pt>
                <c:pt idx="9068">
                  <c:v>146.93</c:v>
                </c:pt>
                <c:pt idx="9069">
                  <c:v>148.69999999999999</c:v>
                </c:pt>
                <c:pt idx="9070">
                  <c:v>148.18</c:v>
                </c:pt>
                <c:pt idx="9071">
                  <c:v>148.19999999999999</c:v>
                </c:pt>
                <c:pt idx="9072">
                  <c:v>149.31</c:v>
                </c:pt>
                <c:pt idx="9073">
                  <c:v>148.57</c:v>
                </c:pt>
                <c:pt idx="9074">
                  <c:v>149.13</c:v>
                </c:pt>
                <c:pt idx="9075">
                  <c:v>149.76</c:v>
                </c:pt>
                <c:pt idx="9076">
                  <c:v>149.19999999999999</c:v>
                </c:pt>
                <c:pt idx="9077">
                  <c:v>149.63999999999999</c:v>
                </c:pt>
                <c:pt idx="9078">
                  <c:v>150.21</c:v>
                </c:pt>
                <c:pt idx="9079">
                  <c:v>149.53</c:v>
                </c:pt>
                <c:pt idx="9080">
                  <c:v>150.84</c:v>
                </c:pt>
                <c:pt idx="9081">
                  <c:v>151.08000000000001</c:v>
                </c:pt>
                <c:pt idx="9082">
                  <c:v>152.76</c:v>
                </c:pt>
                <c:pt idx="9083">
                  <c:v>151.83000000000001</c:v>
                </c:pt>
                <c:pt idx="9084">
                  <c:v>152.31</c:v>
                </c:pt>
                <c:pt idx="9085">
                  <c:v>153.29</c:v>
                </c:pt>
                <c:pt idx="9086">
                  <c:v>153.36000000000001</c:v>
                </c:pt>
                <c:pt idx="9087">
                  <c:v>153.41999999999999</c:v>
                </c:pt>
                <c:pt idx="9088">
                  <c:v>152.03</c:v>
                </c:pt>
                <c:pt idx="9089">
                  <c:v>153.01</c:v>
                </c:pt>
                <c:pt idx="9090">
                  <c:v>152.13</c:v>
                </c:pt>
                <c:pt idx="9091">
                  <c:v>151.62</c:v>
                </c:pt>
                <c:pt idx="9092">
                  <c:v>154.63</c:v>
                </c:pt>
                <c:pt idx="9093">
                  <c:v>152.94</c:v>
                </c:pt>
                <c:pt idx="9094">
                  <c:v>152.63999999999999</c:v>
                </c:pt>
                <c:pt idx="9095">
                  <c:v>153.72</c:v>
                </c:pt>
                <c:pt idx="9096">
                  <c:v>154.61000000000001</c:v>
                </c:pt>
                <c:pt idx="9097">
                  <c:v>155.46</c:v>
                </c:pt>
                <c:pt idx="9098">
                  <c:v>156.27000000000001</c:v>
                </c:pt>
                <c:pt idx="9099">
                  <c:v>154.30000000000001</c:v>
                </c:pt>
                <c:pt idx="9100">
                  <c:v>154.66</c:v>
                </c:pt>
                <c:pt idx="9101">
                  <c:v>154.66</c:v>
                </c:pt>
                <c:pt idx="9102">
                  <c:v>155.44</c:v>
                </c:pt>
                <c:pt idx="9103">
                  <c:v>154.54</c:v>
                </c:pt>
                <c:pt idx="9104">
                  <c:v>154.78</c:v>
                </c:pt>
                <c:pt idx="9105">
                  <c:v>154.22999999999999</c:v>
                </c:pt>
                <c:pt idx="9106">
                  <c:v>153.08000000000001</c:v>
                </c:pt>
                <c:pt idx="9107">
                  <c:v>151.09</c:v>
                </c:pt>
                <c:pt idx="9108">
                  <c:v>151.55000000000001</c:v>
                </c:pt>
                <c:pt idx="9109">
                  <c:v>149.77000000000001</c:v>
                </c:pt>
                <c:pt idx="9110">
                  <c:v>149.6</c:v>
                </c:pt>
                <c:pt idx="9111">
                  <c:v>149.6</c:v>
                </c:pt>
                <c:pt idx="9112">
                  <c:v>150.59</c:v>
                </c:pt>
                <c:pt idx="9113">
                  <c:v>150.1</c:v>
                </c:pt>
                <c:pt idx="9114">
                  <c:v>150</c:v>
                </c:pt>
                <c:pt idx="9115">
                  <c:v>151.21</c:v>
                </c:pt>
                <c:pt idx="9116">
                  <c:v>151.94999999999999</c:v>
                </c:pt>
                <c:pt idx="9117">
                  <c:v>152.44999999999999</c:v>
                </c:pt>
                <c:pt idx="9118">
                  <c:v>152.63</c:v>
                </c:pt>
                <c:pt idx="9119">
                  <c:v>153.65</c:v>
                </c:pt>
                <c:pt idx="9120">
                  <c:v>154.15</c:v>
                </c:pt>
                <c:pt idx="9121">
                  <c:v>153.46</c:v>
                </c:pt>
                <c:pt idx="9122">
                  <c:v>154.80000000000001</c:v>
                </c:pt>
                <c:pt idx="9123">
                  <c:v>157.44</c:v>
                </c:pt>
                <c:pt idx="9124">
                  <c:v>156.31</c:v>
                </c:pt>
                <c:pt idx="9125">
                  <c:v>157.16999999999999</c:v>
                </c:pt>
                <c:pt idx="9126">
                  <c:v>157.19</c:v>
                </c:pt>
                <c:pt idx="9127">
                  <c:v>157.33000000000001</c:v>
                </c:pt>
                <c:pt idx="9128">
                  <c:v>157.99</c:v>
                </c:pt>
                <c:pt idx="9129">
                  <c:v>157.87</c:v>
                </c:pt>
                <c:pt idx="9130">
                  <c:v>156.84</c:v>
                </c:pt>
                <c:pt idx="9131">
                  <c:v>157.19999999999999</c:v>
                </c:pt>
                <c:pt idx="9132">
                  <c:v>157.24</c:v>
                </c:pt>
                <c:pt idx="9133">
                  <c:v>157.5</c:v>
                </c:pt>
                <c:pt idx="9134">
                  <c:v>157.26</c:v>
                </c:pt>
                <c:pt idx="9135">
                  <c:v>157.62</c:v>
                </c:pt>
                <c:pt idx="9136">
                  <c:v>158.05000000000001</c:v>
                </c:pt>
                <c:pt idx="9137">
                  <c:v>158.35</c:v>
                </c:pt>
                <c:pt idx="9138">
                  <c:v>158.13999999999999</c:v>
                </c:pt>
                <c:pt idx="9139">
                  <c:v>157.72999999999999</c:v>
                </c:pt>
                <c:pt idx="9140">
                  <c:v>157.47999999999999</c:v>
                </c:pt>
                <c:pt idx="9141">
                  <c:v>157.96</c:v>
                </c:pt>
                <c:pt idx="9142">
                  <c:v>156.47</c:v>
                </c:pt>
                <c:pt idx="9143">
                  <c:v>155.16</c:v>
                </c:pt>
                <c:pt idx="9144">
                  <c:v>156.30000000000001</c:v>
                </c:pt>
                <c:pt idx="9145">
                  <c:v>155.62</c:v>
                </c:pt>
                <c:pt idx="9146">
                  <c:v>155.52000000000001</c:v>
                </c:pt>
                <c:pt idx="9147">
                  <c:v>156.53</c:v>
                </c:pt>
                <c:pt idx="9148">
                  <c:v>156.05000000000001</c:v>
                </c:pt>
                <c:pt idx="9149">
                  <c:v>156</c:v>
                </c:pt>
                <c:pt idx="9150">
                  <c:v>154.51</c:v>
                </c:pt>
                <c:pt idx="9151">
                  <c:v>155.54</c:v>
                </c:pt>
                <c:pt idx="9152">
                  <c:v>155.22</c:v>
                </c:pt>
                <c:pt idx="9153">
                  <c:v>154.29</c:v>
                </c:pt>
                <c:pt idx="9154">
                  <c:v>155.19</c:v>
                </c:pt>
                <c:pt idx="9155">
                  <c:v>154.72999999999999</c:v>
                </c:pt>
                <c:pt idx="9156">
                  <c:v>154.34</c:v>
                </c:pt>
                <c:pt idx="9157">
                  <c:v>152.61000000000001</c:v>
                </c:pt>
                <c:pt idx="9158">
                  <c:v>151.41</c:v>
                </c:pt>
                <c:pt idx="9159">
                  <c:v>151.41</c:v>
                </c:pt>
                <c:pt idx="9160">
                  <c:v>152</c:v>
                </c:pt>
                <c:pt idx="9161">
                  <c:v>152.49</c:v>
                </c:pt>
                <c:pt idx="9162">
                  <c:v>154.41999999999999</c:v>
                </c:pt>
                <c:pt idx="9163">
                  <c:v>152.80000000000001</c:v>
                </c:pt>
                <c:pt idx="9164">
                  <c:v>152.31</c:v>
                </c:pt>
                <c:pt idx="9165">
                  <c:v>151.51</c:v>
                </c:pt>
                <c:pt idx="9166">
                  <c:v>152.06</c:v>
                </c:pt>
                <c:pt idx="9167">
                  <c:v>151.47</c:v>
                </c:pt>
                <c:pt idx="9168">
                  <c:v>149.63999999999999</c:v>
                </c:pt>
                <c:pt idx="9169">
                  <c:v>149.27000000000001</c:v>
                </c:pt>
                <c:pt idx="9170">
                  <c:v>149.72</c:v>
                </c:pt>
                <c:pt idx="9171">
                  <c:v>149.03</c:v>
                </c:pt>
                <c:pt idx="9172">
                  <c:v>149.1</c:v>
                </c:pt>
                <c:pt idx="9173">
                  <c:v>149.81</c:v>
                </c:pt>
                <c:pt idx="9174">
                  <c:v>150.63</c:v>
                </c:pt>
                <c:pt idx="9175">
                  <c:v>149.5</c:v>
                </c:pt>
                <c:pt idx="9176">
                  <c:v>149.79</c:v>
                </c:pt>
                <c:pt idx="9177">
                  <c:v>148.88</c:v>
                </c:pt>
                <c:pt idx="9178">
                  <c:v>147.97999999999999</c:v>
                </c:pt>
                <c:pt idx="9179">
                  <c:v>148.04</c:v>
                </c:pt>
                <c:pt idx="9180">
                  <c:v>147.27000000000001</c:v>
                </c:pt>
                <c:pt idx="9181">
                  <c:v>147.78</c:v>
                </c:pt>
                <c:pt idx="9182">
                  <c:v>148.25</c:v>
                </c:pt>
                <c:pt idx="9183">
                  <c:v>147.81</c:v>
                </c:pt>
                <c:pt idx="9184">
                  <c:v>148.63999999999999</c:v>
                </c:pt>
                <c:pt idx="9185">
                  <c:v>149.21</c:v>
                </c:pt>
                <c:pt idx="9186">
                  <c:v>149.27000000000001</c:v>
                </c:pt>
                <c:pt idx="9187">
                  <c:v>148.69</c:v>
                </c:pt>
                <c:pt idx="9188">
                  <c:v>148.78</c:v>
                </c:pt>
                <c:pt idx="9189">
                  <c:v>149.32</c:v>
                </c:pt>
                <c:pt idx="9190">
                  <c:v>150.69999999999999</c:v>
                </c:pt>
                <c:pt idx="9191">
                  <c:v>149.91</c:v>
                </c:pt>
                <c:pt idx="9192">
                  <c:v>150.57</c:v>
                </c:pt>
                <c:pt idx="9193">
                  <c:v>151.05000000000001</c:v>
                </c:pt>
                <c:pt idx="9194">
                  <c:v>149.84</c:v>
                </c:pt>
                <c:pt idx="9195">
                  <c:v>149.96</c:v>
                </c:pt>
                <c:pt idx="9196">
                  <c:v>149.61000000000001</c:v>
                </c:pt>
                <c:pt idx="9197">
                  <c:v>149.28</c:v>
                </c:pt>
                <c:pt idx="9198">
                  <c:v>146.06</c:v>
                </c:pt>
                <c:pt idx="9199">
                  <c:v>146.93</c:v>
                </c:pt>
                <c:pt idx="9200">
                  <c:v>147.84</c:v>
                </c:pt>
                <c:pt idx="9201">
                  <c:v>146.27000000000001</c:v>
                </c:pt>
                <c:pt idx="9202">
                  <c:v>147.76</c:v>
                </c:pt>
                <c:pt idx="9203">
                  <c:v>144.44999999999999</c:v>
                </c:pt>
                <c:pt idx="9204">
                  <c:v>143.54</c:v>
                </c:pt>
                <c:pt idx="9205">
                  <c:v>143.06</c:v>
                </c:pt>
                <c:pt idx="9206">
                  <c:v>143.21</c:v>
                </c:pt>
                <c:pt idx="9207">
                  <c:v>141.88</c:v>
                </c:pt>
                <c:pt idx="9208">
                  <c:v>142.43</c:v>
                </c:pt>
                <c:pt idx="9209">
                  <c:v>142.18</c:v>
                </c:pt>
                <c:pt idx="9210">
                  <c:v>140.86000000000001</c:v>
                </c:pt>
                <c:pt idx="9211">
                  <c:v>141.57</c:v>
                </c:pt>
                <c:pt idx="9212">
                  <c:v>143.44999999999999</c:v>
                </c:pt>
                <c:pt idx="9213">
                  <c:v>142.63</c:v>
                </c:pt>
                <c:pt idx="9214">
                  <c:v>143.66999999999999</c:v>
                </c:pt>
                <c:pt idx="9215">
                  <c:v>142.01</c:v>
                </c:pt>
                <c:pt idx="9216">
                  <c:v>142.33000000000001</c:v>
                </c:pt>
                <c:pt idx="9217">
                  <c:v>143.07</c:v>
                </c:pt>
                <c:pt idx="9218">
                  <c:v>145.38999999999999</c:v>
                </c:pt>
                <c:pt idx="9219">
                  <c:v>144.96</c:v>
                </c:pt>
                <c:pt idx="9220">
                  <c:v>143.69999999999999</c:v>
                </c:pt>
                <c:pt idx="9221">
                  <c:v>142.44999999999999</c:v>
                </c:pt>
                <c:pt idx="9222">
                  <c:v>143.83000000000001</c:v>
                </c:pt>
                <c:pt idx="9223">
                  <c:v>145.91</c:v>
                </c:pt>
                <c:pt idx="9224">
                  <c:v>145.37</c:v>
                </c:pt>
                <c:pt idx="9225">
                  <c:v>148.46</c:v>
                </c:pt>
                <c:pt idx="9226">
                  <c:v>147.47999999999999</c:v>
                </c:pt>
                <c:pt idx="9227">
                  <c:v>146.75</c:v>
                </c:pt>
                <c:pt idx="9228">
                  <c:v>145.66999999999999</c:v>
                </c:pt>
                <c:pt idx="9229">
                  <c:v>145.69999999999999</c:v>
                </c:pt>
                <c:pt idx="9230">
                  <c:v>144.86000000000001</c:v>
                </c:pt>
                <c:pt idx="9231">
                  <c:v>144.51</c:v>
                </c:pt>
                <c:pt idx="9232">
                  <c:v>143.68</c:v>
                </c:pt>
                <c:pt idx="9233">
                  <c:v>144.01</c:v>
                </c:pt>
                <c:pt idx="9234">
                  <c:v>142.56</c:v>
                </c:pt>
                <c:pt idx="9235">
                  <c:v>142.85</c:v>
                </c:pt>
                <c:pt idx="9236">
                  <c:v>144.33000000000001</c:v>
                </c:pt>
                <c:pt idx="9237">
                  <c:v>144.84</c:v>
                </c:pt>
                <c:pt idx="9238">
                  <c:v>144.21</c:v>
                </c:pt>
                <c:pt idx="9239">
                  <c:v>144.02000000000001</c:v>
                </c:pt>
                <c:pt idx="9240">
                  <c:v>142.71</c:v>
                </c:pt>
                <c:pt idx="9241">
                  <c:v>143.97</c:v>
                </c:pt>
                <c:pt idx="9242">
                  <c:v>142.77000000000001</c:v>
                </c:pt>
                <c:pt idx="9243">
                  <c:v>143.53</c:v>
                </c:pt>
                <c:pt idx="9244">
                  <c:v>144.85</c:v>
                </c:pt>
                <c:pt idx="9245">
                  <c:v>144.57</c:v>
                </c:pt>
                <c:pt idx="9246">
                  <c:v>144.87</c:v>
                </c:pt>
                <c:pt idx="9247">
                  <c:v>144.56</c:v>
                </c:pt>
                <c:pt idx="9248">
                  <c:v>143.47999999999999</c:v>
                </c:pt>
                <c:pt idx="9249">
                  <c:v>144.07</c:v>
                </c:pt>
                <c:pt idx="9250">
                  <c:v>144.75</c:v>
                </c:pt>
                <c:pt idx="9251">
                  <c:v>145.29</c:v>
                </c:pt>
                <c:pt idx="9252">
                  <c:v>145.13</c:v>
                </c:pt>
                <c:pt idx="9253">
                  <c:v>145.44999999999999</c:v>
                </c:pt>
                <c:pt idx="9254">
                  <c:v>146.09</c:v>
                </c:pt>
                <c:pt idx="9255">
                  <c:v>146.15</c:v>
                </c:pt>
                <c:pt idx="9256">
                  <c:v>144.94</c:v>
                </c:pt>
                <c:pt idx="9257">
                  <c:v>145.24</c:v>
                </c:pt>
                <c:pt idx="9258">
                  <c:v>144.41999999999999</c:v>
                </c:pt>
                <c:pt idx="9259">
                  <c:v>144.65</c:v>
                </c:pt>
                <c:pt idx="9260">
                  <c:v>144.03</c:v>
                </c:pt>
                <c:pt idx="9261">
                  <c:v>143.41999999999999</c:v>
                </c:pt>
                <c:pt idx="9262">
                  <c:v>143.66</c:v>
                </c:pt>
                <c:pt idx="9263">
                  <c:v>144.93</c:v>
                </c:pt>
                <c:pt idx="9264">
                  <c:v>144.47</c:v>
                </c:pt>
                <c:pt idx="9265">
                  <c:v>146.05000000000001</c:v>
                </c:pt>
                <c:pt idx="9266">
                  <c:v>146.58000000000001</c:v>
                </c:pt>
                <c:pt idx="9267">
                  <c:v>146.33000000000001</c:v>
                </c:pt>
                <c:pt idx="9268">
                  <c:v>146.26</c:v>
                </c:pt>
                <c:pt idx="9269">
                  <c:v>147.43</c:v>
                </c:pt>
                <c:pt idx="9270">
                  <c:v>147.72</c:v>
                </c:pt>
                <c:pt idx="9271">
                  <c:v>148.88</c:v>
                </c:pt>
                <c:pt idx="9272">
                  <c:v>147.88</c:v>
                </c:pt>
                <c:pt idx="9273">
                  <c:v>148.58000000000001</c:v>
                </c:pt>
                <c:pt idx="9274">
                  <c:v>148.81</c:v>
                </c:pt>
                <c:pt idx="9275">
                  <c:v>147.38</c:v>
                </c:pt>
                <c:pt idx="9276">
                  <c:v>146.63</c:v>
                </c:pt>
                <c:pt idx="9277">
                  <c:v>146.51</c:v>
                </c:pt>
                <c:pt idx="9278">
                  <c:v>147.01</c:v>
                </c:pt>
                <c:pt idx="9279">
                  <c:v>147.69</c:v>
                </c:pt>
                <c:pt idx="9280">
                  <c:v>148.53</c:v>
                </c:pt>
                <c:pt idx="9281">
                  <c:v>148.46</c:v>
                </c:pt>
                <c:pt idx="9282">
                  <c:v>149.51</c:v>
                </c:pt>
                <c:pt idx="9283">
                  <c:v>150.75</c:v>
                </c:pt>
                <c:pt idx="9284">
                  <c:v>147.4</c:v>
                </c:pt>
                <c:pt idx="9285">
                  <c:v>147.09</c:v>
                </c:pt>
                <c:pt idx="9286">
                  <c:v>147.62</c:v>
                </c:pt>
                <c:pt idx="9287">
                  <c:v>147.37</c:v>
                </c:pt>
                <c:pt idx="9288">
                  <c:v>147.13999999999999</c:v>
                </c:pt>
                <c:pt idx="9289">
                  <c:v>147.74</c:v>
                </c:pt>
                <c:pt idx="9290">
                  <c:v>148.15</c:v>
                </c:pt>
                <c:pt idx="9291">
                  <c:v>147.84</c:v>
                </c:pt>
                <c:pt idx="9292">
                  <c:v>147.38</c:v>
                </c:pt>
                <c:pt idx="9293">
                  <c:v>147.76</c:v>
                </c:pt>
                <c:pt idx="9294">
                  <c:v>147.19</c:v>
                </c:pt>
                <c:pt idx="9295">
                  <c:v>147.88999999999999</c:v>
                </c:pt>
                <c:pt idx="9296">
                  <c:v>147.66999999999999</c:v>
                </c:pt>
                <c:pt idx="9297">
                  <c:v>147.33000000000001</c:v>
                </c:pt>
                <c:pt idx="9298">
                  <c:v>148.37</c:v>
                </c:pt>
                <c:pt idx="9299">
                  <c:v>146.94</c:v>
                </c:pt>
                <c:pt idx="9300">
                  <c:v>147.80000000000001</c:v>
                </c:pt>
                <c:pt idx="9301">
                  <c:v>147.4</c:v>
                </c:pt>
                <c:pt idx="9302">
                  <c:v>147.41999999999999</c:v>
                </c:pt>
                <c:pt idx="9303">
                  <c:v>146.93</c:v>
                </c:pt>
                <c:pt idx="9304">
                  <c:v>147.05000000000001</c:v>
                </c:pt>
                <c:pt idx="9305">
                  <c:v>147.18</c:v>
                </c:pt>
                <c:pt idx="9306">
                  <c:v>148.36000000000001</c:v>
                </c:pt>
                <c:pt idx="9307">
                  <c:v>148.1</c:v>
                </c:pt>
                <c:pt idx="9308">
                  <c:v>148.49</c:v>
                </c:pt>
                <c:pt idx="9309">
                  <c:v>147.43</c:v>
                </c:pt>
                <c:pt idx="9310">
                  <c:v>147.5</c:v>
                </c:pt>
                <c:pt idx="9311">
                  <c:v>147.41</c:v>
                </c:pt>
                <c:pt idx="9312">
                  <c:v>147.46</c:v>
                </c:pt>
                <c:pt idx="9313">
                  <c:v>147.21</c:v>
                </c:pt>
                <c:pt idx="9314">
                  <c:v>147.68</c:v>
                </c:pt>
                <c:pt idx="9315">
                  <c:v>147.4</c:v>
                </c:pt>
                <c:pt idx="9316">
                  <c:v>146.47999999999999</c:v>
                </c:pt>
                <c:pt idx="9317">
                  <c:v>146.99</c:v>
                </c:pt>
                <c:pt idx="9318">
                  <c:v>148</c:v>
                </c:pt>
                <c:pt idx="9319">
                  <c:v>147.94999999999999</c:v>
                </c:pt>
                <c:pt idx="9320">
                  <c:v>147.72</c:v>
                </c:pt>
                <c:pt idx="9321">
                  <c:v>147.63999999999999</c:v>
                </c:pt>
                <c:pt idx="9322">
                  <c:v>148.9</c:v>
                </c:pt>
                <c:pt idx="9323">
                  <c:v>149.80000000000001</c:v>
                </c:pt>
                <c:pt idx="9324">
                  <c:v>149.49</c:v>
                </c:pt>
                <c:pt idx="9325">
                  <c:v>148.59</c:v>
                </c:pt>
                <c:pt idx="9326">
                  <c:v>147.9</c:v>
                </c:pt>
                <c:pt idx="9327">
                  <c:v>147.07</c:v>
                </c:pt>
                <c:pt idx="9328">
                  <c:v>147.26</c:v>
                </c:pt>
                <c:pt idx="9329">
                  <c:v>147.47</c:v>
                </c:pt>
                <c:pt idx="9330">
                  <c:v>150.35</c:v>
                </c:pt>
                <c:pt idx="9331">
                  <c:v>151.9</c:v>
                </c:pt>
                <c:pt idx="9332">
                  <c:v>152.69</c:v>
                </c:pt>
                <c:pt idx="9333">
                  <c:v>153.07</c:v>
                </c:pt>
                <c:pt idx="9334">
                  <c:v>151.19</c:v>
                </c:pt>
                <c:pt idx="9335">
                  <c:v>152.28</c:v>
                </c:pt>
                <c:pt idx="9336">
                  <c:v>151.84</c:v>
                </c:pt>
                <c:pt idx="9337">
                  <c:v>151.05000000000001</c:v>
                </c:pt>
                <c:pt idx="9338">
                  <c:v>150.43</c:v>
                </c:pt>
                <c:pt idx="9339">
                  <c:v>150.61000000000001</c:v>
                </c:pt>
                <c:pt idx="9340">
                  <c:v>150.75</c:v>
                </c:pt>
                <c:pt idx="9341">
                  <c:v>151.93</c:v>
                </c:pt>
                <c:pt idx="9342">
                  <c:v>151.97999999999999</c:v>
                </c:pt>
                <c:pt idx="9343">
                  <c:v>152.57</c:v>
                </c:pt>
                <c:pt idx="9344">
                  <c:v>152.86000000000001</c:v>
                </c:pt>
                <c:pt idx="9345">
                  <c:v>152.88</c:v>
                </c:pt>
                <c:pt idx="9346">
                  <c:v>152.11000000000001</c:v>
                </c:pt>
                <c:pt idx="9347">
                  <c:v>152.72999999999999</c:v>
                </c:pt>
                <c:pt idx="9348">
                  <c:v>154.13</c:v>
                </c:pt>
                <c:pt idx="9349">
                  <c:v>153.99</c:v>
                </c:pt>
                <c:pt idx="9350">
                  <c:v>154.22</c:v>
                </c:pt>
                <c:pt idx="9351">
                  <c:v>153.66999999999999</c:v>
                </c:pt>
                <c:pt idx="9352">
                  <c:v>154.12</c:v>
                </c:pt>
                <c:pt idx="9353">
                  <c:v>153.06</c:v>
                </c:pt>
                <c:pt idx="9354">
                  <c:v>153.41999999999999</c:v>
                </c:pt>
                <c:pt idx="9355">
                  <c:v>154.15</c:v>
                </c:pt>
                <c:pt idx="9356">
                  <c:v>154.16</c:v>
                </c:pt>
                <c:pt idx="9357">
                  <c:v>154.79</c:v>
                </c:pt>
                <c:pt idx="9358">
                  <c:v>154.56</c:v>
                </c:pt>
                <c:pt idx="9359">
                  <c:v>154.55000000000001</c:v>
                </c:pt>
                <c:pt idx="9360">
                  <c:v>155.26</c:v>
                </c:pt>
                <c:pt idx="9361">
                  <c:v>155.51</c:v>
                </c:pt>
                <c:pt idx="9362">
                  <c:v>157.16</c:v>
                </c:pt>
                <c:pt idx="9363">
                  <c:v>157.47</c:v>
                </c:pt>
                <c:pt idx="9364">
                  <c:v>156.41</c:v>
                </c:pt>
                <c:pt idx="9365">
                  <c:v>156.88999999999999</c:v>
                </c:pt>
                <c:pt idx="9366">
                  <c:v>156.05000000000001</c:v>
                </c:pt>
                <c:pt idx="9367">
                  <c:v>156.47</c:v>
                </c:pt>
                <c:pt idx="9368">
                  <c:v>156.31</c:v>
                </c:pt>
                <c:pt idx="9369">
                  <c:v>156.18</c:v>
                </c:pt>
                <c:pt idx="9370">
                  <c:v>155.46</c:v>
                </c:pt>
                <c:pt idx="9371">
                  <c:v>155.88</c:v>
                </c:pt>
                <c:pt idx="9372">
                  <c:v>155.25</c:v>
                </c:pt>
                <c:pt idx="9373">
                  <c:v>155.1</c:v>
                </c:pt>
                <c:pt idx="9374">
                  <c:v>155.33000000000001</c:v>
                </c:pt>
                <c:pt idx="9375">
                  <c:v>155.91999999999999</c:v>
                </c:pt>
                <c:pt idx="9376">
                  <c:v>156.88</c:v>
                </c:pt>
                <c:pt idx="9377">
                  <c:v>156.02000000000001</c:v>
                </c:pt>
                <c:pt idx="9378">
                  <c:v>155.59</c:v>
                </c:pt>
                <c:pt idx="9379">
                  <c:v>155.81</c:v>
                </c:pt>
                <c:pt idx="9380">
                  <c:v>155.22999999999999</c:v>
                </c:pt>
                <c:pt idx="9381">
                  <c:v>154.72</c:v>
                </c:pt>
                <c:pt idx="9382">
                  <c:v>155.69</c:v>
                </c:pt>
                <c:pt idx="9383">
                  <c:v>155.55000000000001</c:v>
                </c:pt>
                <c:pt idx="9384">
                  <c:v>157.75</c:v>
                </c:pt>
                <c:pt idx="9385">
                  <c:v>157.05000000000001</c:v>
                </c:pt>
                <c:pt idx="9386">
                  <c:v>156.22999999999999</c:v>
                </c:pt>
                <c:pt idx="9387">
                  <c:v>155.93</c:v>
                </c:pt>
                <c:pt idx="9388">
                  <c:v>155.83000000000001</c:v>
                </c:pt>
                <c:pt idx="9389">
                  <c:v>156.57</c:v>
                </c:pt>
                <c:pt idx="9390">
                  <c:v>156.06</c:v>
                </c:pt>
                <c:pt idx="9391">
                  <c:v>156.41</c:v>
                </c:pt>
                <c:pt idx="9392">
                  <c:v>156.71</c:v>
                </c:pt>
                <c:pt idx="9393">
                  <c:v>156.75</c:v>
                </c:pt>
                <c:pt idx="9394">
                  <c:v>156.84</c:v>
                </c:pt>
                <c:pt idx="9395">
                  <c:v>156.38</c:v>
                </c:pt>
                <c:pt idx="9396">
                  <c:v>156.65</c:v>
                </c:pt>
                <c:pt idx="9397">
                  <c:v>156.76</c:v>
                </c:pt>
                <c:pt idx="9398">
                  <c:v>156.87</c:v>
                </c:pt>
                <c:pt idx="9399">
                  <c:v>157.88999999999999</c:v>
                </c:pt>
                <c:pt idx="9400">
                  <c:v>158.13999999999999</c:v>
                </c:pt>
                <c:pt idx="9401">
                  <c:v>159.13999999999999</c:v>
                </c:pt>
                <c:pt idx="9402">
                  <c:v>158.46</c:v>
                </c:pt>
                <c:pt idx="9403">
                  <c:v>158.63</c:v>
                </c:pt>
                <c:pt idx="9404">
                  <c:v>158.12</c:v>
                </c:pt>
                <c:pt idx="9405">
                  <c:v>158.11000000000001</c:v>
                </c:pt>
                <c:pt idx="9406">
                  <c:v>158.15</c:v>
                </c:pt>
                <c:pt idx="9407">
                  <c:v>158.30000000000001</c:v>
                </c:pt>
                <c:pt idx="9408">
                  <c:v>158.41</c:v>
                </c:pt>
                <c:pt idx="9409">
                  <c:v>155.69999999999999</c:v>
                </c:pt>
                <c:pt idx="9410">
                  <c:v>154.18</c:v>
                </c:pt>
                <c:pt idx="9411">
                  <c:v>152.21</c:v>
                </c:pt>
                <c:pt idx="9412">
                  <c:v>153.41</c:v>
                </c:pt>
                <c:pt idx="9413">
                  <c:v>153.11000000000001</c:v>
                </c:pt>
                <c:pt idx="9414">
                  <c:v>154.78</c:v>
                </c:pt>
                <c:pt idx="9415">
                  <c:v>155.63</c:v>
                </c:pt>
                <c:pt idx="9416">
                  <c:v>155.75</c:v>
                </c:pt>
                <c:pt idx="9417">
                  <c:v>156.86000000000001</c:v>
                </c:pt>
                <c:pt idx="9418">
                  <c:v>157.04</c:v>
                </c:pt>
                <c:pt idx="9419">
                  <c:v>157.22</c:v>
                </c:pt>
                <c:pt idx="9420">
                  <c:v>155.88</c:v>
                </c:pt>
                <c:pt idx="9421">
                  <c:v>154.38999999999999</c:v>
                </c:pt>
                <c:pt idx="9422">
                  <c:v>153.26</c:v>
                </c:pt>
                <c:pt idx="9423">
                  <c:v>152.74</c:v>
                </c:pt>
                <c:pt idx="9424">
                  <c:v>152.69999999999999</c:v>
                </c:pt>
                <c:pt idx="9425">
                  <c:v>153.47</c:v>
                </c:pt>
                <c:pt idx="9426">
                  <c:v>153.31</c:v>
                </c:pt>
                <c:pt idx="9427">
                  <c:v>154.81</c:v>
                </c:pt>
                <c:pt idx="9428">
                  <c:v>155.01</c:v>
                </c:pt>
                <c:pt idx="9429">
                  <c:v>155.05000000000001</c:v>
                </c:pt>
                <c:pt idx="9430">
                  <c:v>154.65</c:v>
                </c:pt>
                <c:pt idx="9431">
                  <c:v>155.87</c:v>
                </c:pt>
                <c:pt idx="9432">
                  <c:v>156.37</c:v>
                </c:pt>
                <c:pt idx="9433">
                  <c:v>156.13</c:v>
                </c:pt>
                <c:pt idx="9434">
                  <c:v>156.05000000000001</c:v>
                </c:pt>
                <c:pt idx="9435">
                  <c:v>157.38999999999999</c:v>
                </c:pt>
                <c:pt idx="9436">
                  <c:v>157.74</c:v>
                </c:pt>
                <c:pt idx="9437">
                  <c:v>157.06</c:v>
                </c:pt>
                <c:pt idx="9438">
                  <c:v>157.59</c:v>
                </c:pt>
                <c:pt idx="9439">
                  <c:v>157.78</c:v>
                </c:pt>
                <c:pt idx="9440">
                  <c:v>157.66999999999999</c:v>
                </c:pt>
                <c:pt idx="9441">
                  <c:v>158.05000000000001</c:v>
                </c:pt>
                <c:pt idx="9442">
                  <c:v>158.94999999999999</c:v>
                </c:pt>
                <c:pt idx="9443">
                  <c:v>159.35</c:v>
                </c:pt>
                <c:pt idx="9444">
                  <c:v>159.72999999999999</c:v>
                </c:pt>
                <c:pt idx="9445">
                  <c:v>159.07</c:v>
                </c:pt>
                <c:pt idx="9446">
                  <c:v>159</c:v>
                </c:pt>
                <c:pt idx="9447">
                  <c:v>159.86000000000001</c:v>
                </c:pt>
                <c:pt idx="9448">
                  <c:v>157.72999999999999</c:v>
                </c:pt>
                <c:pt idx="9449">
                  <c:v>159.22999999999999</c:v>
                </c:pt>
                <c:pt idx="9450">
                  <c:v>158.44</c:v>
                </c:pt>
                <c:pt idx="9451">
                  <c:v>158.69999999999999</c:v>
                </c:pt>
                <c:pt idx="9452">
                  <c:v>159.47</c:v>
                </c:pt>
                <c:pt idx="9453">
                  <c:v>159.81</c:v>
                </c:pt>
                <c:pt idx="9454">
                  <c:v>160.31</c:v>
                </c:pt>
                <c:pt idx="9455">
                  <c:v>159.71</c:v>
                </c:pt>
                <c:pt idx="9456">
                  <c:v>158.72</c:v>
                </c:pt>
                <c:pt idx="9457">
                  <c:v>158.82</c:v>
                </c:pt>
                <c:pt idx="9458">
                  <c:v>159.6</c:v>
                </c:pt>
                <c:pt idx="9459">
                  <c:v>159.66999999999999</c:v>
                </c:pt>
                <c:pt idx="9460">
                  <c:v>159.68</c:v>
                </c:pt>
                <c:pt idx="9461">
                  <c:v>159.62</c:v>
                </c:pt>
                <c:pt idx="9462">
                  <c:v>158.57</c:v>
                </c:pt>
                <c:pt idx="9463">
                  <c:v>158.96</c:v>
                </c:pt>
                <c:pt idx="9464">
                  <c:v>159.27000000000001</c:v>
                </c:pt>
                <c:pt idx="9465">
                  <c:v>159.44999999999999</c:v>
                </c:pt>
                <c:pt idx="9466">
                  <c:v>158.79</c:v>
                </c:pt>
                <c:pt idx="9467">
                  <c:v>159</c:v>
                </c:pt>
                <c:pt idx="9468">
                  <c:v>159.16999999999999</c:v>
                </c:pt>
                <c:pt idx="9469">
                  <c:v>158.63999999999999</c:v>
                </c:pt>
                <c:pt idx="9470">
                  <c:v>158.81</c:v>
                </c:pt>
                <c:pt idx="9471">
                  <c:v>159.37</c:v>
                </c:pt>
                <c:pt idx="9472">
                  <c:v>159.47999999999999</c:v>
                </c:pt>
                <c:pt idx="9473">
                  <c:v>159.71</c:v>
                </c:pt>
                <c:pt idx="9474">
                  <c:v>159.38</c:v>
                </c:pt>
                <c:pt idx="9475">
                  <c:v>159.41999999999999</c:v>
                </c:pt>
                <c:pt idx="9476">
                  <c:v>159.62</c:v>
                </c:pt>
                <c:pt idx="9477">
                  <c:v>160.41</c:v>
                </c:pt>
                <c:pt idx="9478">
                  <c:v>156.59</c:v>
                </c:pt>
                <c:pt idx="9479">
                  <c:v>157.01</c:v>
                </c:pt>
                <c:pt idx="9480">
                  <c:v>157.24</c:v>
                </c:pt>
                <c:pt idx="9481">
                  <c:v>157.88</c:v>
                </c:pt>
                <c:pt idx="9482">
                  <c:v>156.38999999999999</c:v>
                </c:pt>
                <c:pt idx="9483">
                  <c:v>156.93</c:v>
                </c:pt>
                <c:pt idx="9484">
                  <c:v>156.68</c:v>
                </c:pt>
                <c:pt idx="9485">
                  <c:v>157.19</c:v>
                </c:pt>
                <c:pt idx="9486">
                  <c:v>157.63</c:v>
                </c:pt>
                <c:pt idx="9487">
                  <c:v>157.86000000000001</c:v>
                </c:pt>
                <c:pt idx="9488">
                  <c:v>158.37</c:v>
                </c:pt>
                <c:pt idx="9489">
                  <c:v>158.74</c:v>
                </c:pt>
                <c:pt idx="9490">
                  <c:v>158.82</c:v>
                </c:pt>
                <c:pt idx="9491">
                  <c:v>159.07</c:v>
                </c:pt>
                <c:pt idx="9492">
                  <c:v>158.91999999999999</c:v>
                </c:pt>
                <c:pt idx="9493">
                  <c:v>158.97999999999999</c:v>
                </c:pt>
                <c:pt idx="9494">
                  <c:v>159.18</c:v>
                </c:pt>
                <c:pt idx="9495">
                  <c:v>158.91</c:v>
                </c:pt>
                <c:pt idx="9496">
                  <c:v>159.30000000000001</c:v>
                </c:pt>
                <c:pt idx="9497">
                  <c:v>159.52000000000001</c:v>
                </c:pt>
                <c:pt idx="9498">
                  <c:v>159.24</c:v>
                </c:pt>
                <c:pt idx="9499">
                  <c:v>159.27000000000001</c:v>
                </c:pt>
                <c:pt idx="9500">
                  <c:v>159.66</c:v>
                </c:pt>
                <c:pt idx="9501">
                  <c:v>159.91</c:v>
                </c:pt>
                <c:pt idx="9502">
                  <c:v>160.07</c:v>
                </c:pt>
                <c:pt idx="9503">
                  <c:v>160.02000000000001</c:v>
                </c:pt>
                <c:pt idx="9504">
                  <c:v>160.29</c:v>
                </c:pt>
                <c:pt idx="9505">
                  <c:v>160.16</c:v>
                </c:pt>
                <c:pt idx="9506">
                  <c:v>160.36000000000001</c:v>
                </c:pt>
                <c:pt idx="9507">
                  <c:v>160.55000000000001</c:v>
                </c:pt>
                <c:pt idx="9508">
                  <c:v>159.93</c:v>
                </c:pt>
                <c:pt idx="9509">
                  <c:v>160.24</c:v>
                </c:pt>
                <c:pt idx="9510">
                  <c:v>160.34</c:v>
                </c:pt>
                <c:pt idx="9511">
                  <c:v>160.43</c:v>
                </c:pt>
                <c:pt idx="9512">
                  <c:v>160.65</c:v>
                </c:pt>
                <c:pt idx="9513">
                  <c:v>160.59</c:v>
                </c:pt>
              </c:numCache>
            </c:numRef>
          </c:val>
          <c:smooth val="0"/>
          <c:extLst>
            <c:ext xmlns:c16="http://schemas.microsoft.com/office/drawing/2014/chart" uri="{C3380CC4-5D6E-409C-BE32-E72D297353CC}">
              <c16:uniqueId val="{00000001-9940-4698-991B-B8B9CB687E64}"/>
            </c:ext>
          </c:extLst>
        </c:ser>
        <c:dLbls>
          <c:showLegendKey val="0"/>
          <c:showVal val="0"/>
          <c:showCatName val="0"/>
          <c:showSerName val="0"/>
          <c:showPercent val="0"/>
          <c:showBubbleSize val="0"/>
        </c:dLbls>
        <c:smooth val="0"/>
        <c:axId val="2000002720"/>
        <c:axId val="2000002721"/>
      </c:lineChart>
      <c:dateAx>
        <c:axId val="2000002720"/>
        <c:scaling>
          <c:orientation val="minMax"/>
        </c:scaling>
        <c:delete val="0"/>
        <c:axPos val="b"/>
        <c:numFmt formatCode="m/d/yyyy" sourceLinked="0"/>
        <c:majorTickMark val="none"/>
        <c:minorTickMark val="none"/>
        <c:tickLblPos val="nextTo"/>
        <c:spPr>
          <a:noFill/>
          <a:ln w="6350" cap="flat" cmpd="sng" algn="ctr">
            <a:solidFill>
              <a:sysClr val="windowText" lastClr="000000"/>
            </a:solidFill>
            <a:round/>
          </a:ln>
          <a:effectLst/>
        </c:spPr>
        <c:txPr>
          <a:bodyPr rot="-6000000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2721"/>
        <c:crosses val="autoZero"/>
        <c:auto val="1"/>
        <c:lblOffset val="100"/>
        <c:baseTimeUnit val="days"/>
      </c:dateAx>
      <c:valAx>
        <c:axId val="2000002721"/>
        <c:scaling>
          <c:orientation val="minMax"/>
          <c:max val="170"/>
          <c:min val="60"/>
        </c:scaling>
        <c:delete val="0"/>
        <c:axPos val="l"/>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lang="zh-CN" sz="7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crossAx val="2000002720"/>
        <c:crosses val="autoZero"/>
        <c:crossBetween val="between"/>
      </c:valAx>
      <c:spPr>
        <a:noFill/>
        <a:ln>
          <a:noFill/>
        </a:ln>
        <a:effectLst/>
      </c:spPr>
    </c:plotArea>
    <c:legend>
      <c:legendPos val="t"/>
      <c:legendEntry>
        <c:idx val="0"/>
        <c:txPr>
          <a:bodyPr rot="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egendEntry>
        <c:idx val="1"/>
        <c:txPr>
          <a:bodyPr rot="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Entry>
      <c:layout>
        <c:manualLayout>
          <c:xMode val="edge"/>
          <c:yMode val="edge"/>
          <c:x val="0.24277777777777784"/>
          <c:y val="2.7777777777777776E-2"/>
          <c:w val="0.45333333333333331"/>
          <c:h val="6.8729585885097699E-2"/>
        </c:manualLayout>
      </c:layout>
      <c:overlay val="0"/>
      <c:spPr>
        <a:noFill/>
        <a:ln>
          <a:noFill/>
        </a:ln>
        <a:effectLst/>
      </c:spPr>
      <c:txPr>
        <a:bodyPr rot="0" spcFirstLastPara="1" vertOverflow="ellipsis" vert="horz" wrap="square" anchor="ctr" anchorCtr="1"/>
        <a:lstStyle/>
        <a:p>
          <a:pPr>
            <a:defRPr lang="zh-CN" sz="800" b="0" i="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cs typeface="+mn-cs"/>
            </a:defRPr>
          </a:pPr>
          <a:endParaRPr lang="zh-CN"/>
        </a:p>
      </c:txPr>
    </c:legend>
    <c:plotVisOnly val="1"/>
    <c:dispBlanksAs val="gap"/>
    <c:showDLblsOverMax val="0"/>
  </c:chart>
  <c:spPr>
    <a:noFill/>
    <a:ln w="9525" cap="flat" cmpd="sng" algn="ctr">
      <a:noFill/>
      <a:round/>
    </a:ln>
    <a:effectLst/>
  </c:spPr>
  <c:txPr>
    <a:bodyPr/>
    <a:lstStyle/>
    <a:p>
      <a:pPr>
        <a:defRPr lang="zh-CN" sz="800" u="none" strike="noStrike" kern="1200" cap="none" spc="0" normalizeH="0" baseline="0">
          <a:solidFill>
            <a:schemeClr val="tx1"/>
          </a:solidFill>
          <a:uFill>
            <a:solidFill>
              <a:schemeClr val="tx1"/>
            </a:solidFill>
          </a:uFill>
          <a:latin typeface="Arial" panose="020B0704020202090204" pitchFamily="7" charset="0"/>
          <a:ea typeface="思源黑体 CN Light" panose="020B0800000000000000" charset="-122"/>
        </a:defRPr>
      </a:pPr>
      <a:endParaRPr lang="zh-CN"/>
    </a:p>
  </c:txPr>
  <c:externalData r:id="rId1">
    <c:autoUpdate val="0"/>
  </c:externalData>
</c:chartSpace>
</file>

<file path=ppt/charts/chart8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伦敦金现_IDC!$B$1</c:f>
              <c:strCache>
                <c:ptCount val="1"/>
                <c:pt idx="0">
                  <c:v>伦敦金现:IDC（美元/盎司）</c:v>
                </c:pt>
              </c:strCache>
            </c:strRef>
          </c:tx>
          <c:spPr>
            <a:ln w="28575" cap="rnd">
              <a:solidFill>
                <a:srgbClr val="7C80C8"/>
              </a:solidFill>
              <a:round/>
            </a:ln>
            <a:effectLst/>
          </c:spPr>
          <c:marker>
            <c:symbol val="none"/>
          </c:marker>
          <c:cat>
            <c:numRef>
              <c:f>伦敦金现_IDC!$A$2:$A$122</c:f>
              <c:numCache>
                <c:formatCode>yyyy\-mm\-dd</c:formatCode>
                <c:ptCount val="121"/>
                <c:pt idx="0">
                  <c:v>46024</c:v>
                </c:pt>
                <c:pt idx="1">
                  <c:v>46027</c:v>
                </c:pt>
                <c:pt idx="2">
                  <c:v>46028</c:v>
                </c:pt>
                <c:pt idx="3">
                  <c:v>46029</c:v>
                </c:pt>
                <c:pt idx="4">
                  <c:v>46030</c:v>
                </c:pt>
                <c:pt idx="5">
                  <c:v>46031</c:v>
                </c:pt>
                <c:pt idx="6">
                  <c:v>46034</c:v>
                </c:pt>
                <c:pt idx="7">
                  <c:v>46035</c:v>
                </c:pt>
                <c:pt idx="8">
                  <c:v>46036</c:v>
                </c:pt>
                <c:pt idx="9">
                  <c:v>46037</c:v>
                </c:pt>
                <c:pt idx="10">
                  <c:v>46038</c:v>
                </c:pt>
                <c:pt idx="11">
                  <c:v>46041</c:v>
                </c:pt>
                <c:pt idx="12">
                  <c:v>46042</c:v>
                </c:pt>
                <c:pt idx="13">
                  <c:v>46043</c:v>
                </c:pt>
                <c:pt idx="14">
                  <c:v>46044</c:v>
                </c:pt>
                <c:pt idx="15">
                  <c:v>46045</c:v>
                </c:pt>
                <c:pt idx="16">
                  <c:v>46048</c:v>
                </c:pt>
                <c:pt idx="17">
                  <c:v>46049</c:v>
                </c:pt>
                <c:pt idx="18">
                  <c:v>46050</c:v>
                </c:pt>
                <c:pt idx="19">
                  <c:v>46051</c:v>
                </c:pt>
                <c:pt idx="20">
                  <c:v>46052</c:v>
                </c:pt>
                <c:pt idx="21">
                  <c:v>46055</c:v>
                </c:pt>
                <c:pt idx="22">
                  <c:v>46056</c:v>
                </c:pt>
                <c:pt idx="23">
                  <c:v>46057</c:v>
                </c:pt>
                <c:pt idx="24">
                  <c:v>46058</c:v>
                </c:pt>
                <c:pt idx="25">
                  <c:v>46059</c:v>
                </c:pt>
                <c:pt idx="26">
                  <c:v>46062</c:v>
                </c:pt>
                <c:pt idx="27">
                  <c:v>46063</c:v>
                </c:pt>
                <c:pt idx="28">
                  <c:v>46064</c:v>
                </c:pt>
                <c:pt idx="29">
                  <c:v>46065</c:v>
                </c:pt>
                <c:pt idx="30">
                  <c:v>46066</c:v>
                </c:pt>
                <c:pt idx="31">
                  <c:v>46069</c:v>
                </c:pt>
                <c:pt idx="32">
                  <c:v>46070</c:v>
                </c:pt>
                <c:pt idx="33">
                  <c:v>46071</c:v>
                </c:pt>
                <c:pt idx="34">
                  <c:v>46072</c:v>
                </c:pt>
                <c:pt idx="35">
                  <c:v>46073</c:v>
                </c:pt>
                <c:pt idx="36">
                  <c:v>46076</c:v>
                </c:pt>
                <c:pt idx="37">
                  <c:v>46077</c:v>
                </c:pt>
                <c:pt idx="38">
                  <c:v>46078</c:v>
                </c:pt>
                <c:pt idx="39">
                  <c:v>46079</c:v>
                </c:pt>
                <c:pt idx="40">
                  <c:v>46080</c:v>
                </c:pt>
                <c:pt idx="41">
                  <c:v>46083</c:v>
                </c:pt>
                <c:pt idx="42">
                  <c:v>46084</c:v>
                </c:pt>
                <c:pt idx="43">
                  <c:v>46085</c:v>
                </c:pt>
                <c:pt idx="44">
                  <c:v>46086</c:v>
                </c:pt>
                <c:pt idx="45">
                  <c:v>46087</c:v>
                </c:pt>
                <c:pt idx="46">
                  <c:v>46090</c:v>
                </c:pt>
                <c:pt idx="47">
                  <c:v>46091</c:v>
                </c:pt>
                <c:pt idx="48">
                  <c:v>46092</c:v>
                </c:pt>
                <c:pt idx="49">
                  <c:v>46093</c:v>
                </c:pt>
                <c:pt idx="50">
                  <c:v>46094</c:v>
                </c:pt>
                <c:pt idx="51">
                  <c:v>46097</c:v>
                </c:pt>
                <c:pt idx="52">
                  <c:v>46098</c:v>
                </c:pt>
                <c:pt idx="53">
                  <c:v>46099</c:v>
                </c:pt>
                <c:pt idx="54">
                  <c:v>46100</c:v>
                </c:pt>
                <c:pt idx="55">
                  <c:v>46101</c:v>
                </c:pt>
                <c:pt idx="56">
                  <c:v>46104</c:v>
                </c:pt>
                <c:pt idx="57">
                  <c:v>46105</c:v>
                </c:pt>
                <c:pt idx="58">
                  <c:v>46106</c:v>
                </c:pt>
                <c:pt idx="59">
                  <c:v>46107</c:v>
                </c:pt>
                <c:pt idx="60">
                  <c:v>46108</c:v>
                </c:pt>
                <c:pt idx="61">
                  <c:v>46111</c:v>
                </c:pt>
                <c:pt idx="62">
                  <c:v>46112</c:v>
                </c:pt>
                <c:pt idx="63">
                  <c:v>46113</c:v>
                </c:pt>
                <c:pt idx="64">
                  <c:v>46114</c:v>
                </c:pt>
                <c:pt idx="65">
                  <c:v>46118</c:v>
                </c:pt>
                <c:pt idx="66">
                  <c:v>46119</c:v>
                </c:pt>
                <c:pt idx="67">
                  <c:v>46120</c:v>
                </c:pt>
                <c:pt idx="68">
                  <c:v>46121</c:v>
                </c:pt>
                <c:pt idx="69">
                  <c:v>46122</c:v>
                </c:pt>
                <c:pt idx="70">
                  <c:v>46125</c:v>
                </c:pt>
                <c:pt idx="71">
                  <c:v>46126</c:v>
                </c:pt>
                <c:pt idx="72">
                  <c:v>46127</c:v>
                </c:pt>
                <c:pt idx="73">
                  <c:v>46128</c:v>
                </c:pt>
                <c:pt idx="74">
                  <c:v>46129</c:v>
                </c:pt>
                <c:pt idx="75">
                  <c:v>46132</c:v>
                </c:pt>
                <c:pt idx="76">
                  <c:v>46133</c:v>
                </c:pt>
                <c:pt idx="77">
                  <c:v>46134</c:v>
                </c:pt>
                <c:pt idx="78">
                  <c:v>46135</c:v>
                </c:pt>
                <c:pt idx="79">
                  <c:v>46136</c:v>
                </c:pt>
                <c:pt idx="80">
                  <c:v>46139</c:v>
                </c:pt>
                <c:pt idx="81">
                  <c:v>46140</c:v>
                </c:pt>
                <c:pt idx="82">
                  <c:v>46141</c:v>
                </c:pt>
                <c:pt idx="83">
                  <c:v>46142</c:v>
                </c:pt>
                <c:pt idx="84">
                  <c:v>46143</c:v>
                </c:pt>
                <c:pt idx="85">
                  <c:v>46146</c:v>
                </c:pt>
                <c:pt idx="86">
                  <c:v>46147</c:v>
                </c:pt>
                <c:pt idx="87">
                  <c:v>46148</c:v>
                </c:pt>
                <c:pt idx="88">
                  <c:v>46149</c:v>
                </c:pt>
                <c:pt idx="89">
                  <c:v>46150</c:v>
                </c:pt>
                <c:pt idx="90">
                  <c:v>46153</c:v>
                </c:pt>
                <c:pt idx="91">
                  <c:v>46154</c:v>
                </c:pt>
                <c:pt idx="92">
                  <c:v>46155</c:v>
                </c:pt>
                <c:pt idx="93">
                  <c:v>46156</c:v>
                </c:pt>
                <c:pt idx="94">
                  <c:v>46157</c:v>
                </c:pt>
                <c:pt idx="95">
                  <c:v>46160</c:v>
                </c:pt>
                <c:pt idx="96">
                  <c:v>46161</c:v>
                </c:pt>
                <c:pt idx="97">
                  <c:v>46162</c:v>
                </c:pt>
                <c:pt idx="98">
                  <c:v>46163</c:v>
                </c:pt>
                <c:pt idx="99">
                  <c:v>46164</c:v>
                </c:pt>
                <c:pt idx="100">
                  <c:v>46167</c:v>
                </c:pt>
                <c:pt idx="101">
                  <c:v>46168</c:v>
                </c:pt>
                <c:pt idx="102">
                  <c:v>46169</c:v>
                </c:pt>
                <c:pt idx="103">
                  <c:v>46170</c:v>
                </c:pt>
                <c:pt idx="104">
                  <c:v>46171</c:v>
                </c:pt>
                <c:pt idx="105">
                  <c:v>46174</c:v>
                </c:pt>
                <c:pt idx="106">
                  <c:v>46175</c:v>
                </c:pt>
                <c:pt idx="107">
                  <c:v>46176</c:v>
                </c:pt>
                <c:pt idx="108">
                  <c:v>46177</c:v>
                </c:pt>
                <c:pt idx="109">
                  <c:v>46178</c:v>
                </c:pt>
                <c:pt idx="110">
                  <c:v>46181</c:v>
                </c:pt>
                <c:pt idx="111">
                  <c:v>46182</c:v>
                </c:pt>
                <c:pt idx="112">
                  <c:v>46183</c:v>
                </c:pt>
                <c:pt idx="113">
                  <c:v>46184</c:v>
                </c:pt>
                <c:pt idx="114">
                  <c:v>46185</c:v>
                </c:pt>
                <c:pt idx="115">
                  <c:v>46188</c:v>
                </c:pt>
                <c:pt idx="116">
                  <c:v>46189</c:v>
                </c:pt>
                <c:pt idx="117">
                  <c:v>46190</c:v>
                </c:pt>
              </c:numCache>
            </c:numRef>
          </c:cat>
          <c:val>
            <c:numRef>
              <c:f>伦敦金现_IDC!$B$2:$B$122</c:f>
              <c:numCache>
                <c:formatCode>#,##0.00_ </c:formatCode>
                <c:ptCount val="121"/>
                <c:pt idx="0">
                  <c:v>4332.5050000000001</c:v>
                </c:pt>
                <c:pt idx="1">
                  <c:v>4446.8890000000001</c:v>
                </c:pt>
                <c:pt idx="2">
                  <c:v>4495.1400000000003</c:v>
                </c:pt>
                <c:pt idx="3">
                  <c:v>4456.07</c:v>
                </c:pt>
                <c:pt idx="4">
                  <c:v>4477.5550000000003</c:v>
                </c:pt>
                <c:pt idx="5">
                  <c:v>4509.0150000000003</c:v>
                </c:pt>
                <c:pt idx="6">
                  <c:v>4598.5590000000002</c:v>
                </c:pt>
                <c:pt idx="7">
                  <c:v>4585.6549999999997</c:v>
                </c:pt>
                <c:pt idx="8">
                  <c:v>4626.1030000000001</c:v>
                </c:pt>
                <c:pt idx="9">
                  <c:v>4615.5200000000004</c:v>
                </c:pt>
                <c:pt idx="10">
                  <c:v>4599.0360000000001</c:v>
                </c:pt>
                <c:pt idx="11">
                  <c:v>4671.72</c:v>
                </c:pt>
                <c:pt idx="12">
                  <c:v>4762.9750000000004</c:v>
                </c:pt>
                <c:pt idx="13">
                  <c:v>4832.97</c:v>
                </c:pt>
                <c:pt idx="14">
                  <c:v>4938.3500000000004</c:v>
                </c:pt>
                <c:pt idx="15">
                  <c:v>4981.3090000000002</c:v>
                </c:pt>
                <c:pt idx="16">
                  <c:v>5009.88</c:v>
                </c:pt>
                <c:pt idx="17">
                  <c:v>5180.2299999999996</c:v>
                </c:pt>
                <c:pt idx="18">
                  <c:v>5413.8050000000003</c:v>
                </c:pt>
                <c:pt idx="19">
                  <c:v>5377.16</c:v>
                </c:pt>
                <c:pt idx="20">
                  <c:v>4880.0339999999997</c:v>
                </c:pt>
                <c:pt idx="21">
                  <c:v>4659.29</c:v>
                </c:pt>
                <c:pt idx="22">
                  <c:v>4946.17</c:v>
                </c:pt>
                <c:pt idx="23">
                  <c:v>4964.83</c:v>
                </c:pt>
                <c:pt idx="24">
                  <c:v>4776.4799999999996</c:v>
                </c:pt>
                <c:pt idx="25">
                  <c:v>4966.6099999999997</c:v>
                </c:pt>
                <c:pt idx="26">
                  <c:v>5058.6930000000002</c:v>
                </c:pt>
                <c:pt idx="27">
                  <c:v>5021.6450000000004</c:v>
                </c:pt>
                <c:pt idx="28">
                  <c:v>5082.8630000000003</c:v>
                </c:pt>
                <c:pt idx="29">
                  <c:v>4921.63</c:v>
                </c:pt>
                <c:pt idx="30">
                  <c:v>5042.2049999999999</c:v>
                </c:pt>
                <c:pt idx="31">
                  <c:v>4995.29</c:v>
                </c:pt>
                <c:pt idx="32">
                  <c:v>4878.8879999999999</c:v>
                </c:pt>
                <c:pt idx="33">
                  <c:v>4975.7150000000001</c:v>
                </c:pt>
                <c:pt idx="34">
                  <c:v>5000.22</c:v>
                </c:pt>
                <c:pt idx="35">
                  <c:v>5111.125</c:v>
                </c:pt>
                <c:pt idx="36">
                  <c:v>5225.66</c:v>
                </c:pt>
                <c:pt idx="37">
                  <c:v>5132.01</c:v>
                </c:pt>
                <c:pt idx="38">
                  <c:v>5164.3100000000004</c:v>
                </c:pt>
                <c:pt idx="39">
                  <c:v>5181.2449999999999</c:v>
                </c:pt>
                <c:pt idx="40">
                  <c:v>5278.26</c:v>
                </c:pt>
                <c:pt idx="41">
                  <c:v>5321.43</c:v>
                </c:pt>
                <c:pt idx="42">
                  <c:v>5088.33</c:v>
                </c:pt>
                <c:pt idx="43">
                  <c:v>5120.5429999999997</c:v>
                </c:pt>
                <c:pt idx="44">
                  <c:v>5084.6899999999996</c:v>
                </c:pt>
                <c:pt idx="45">
                  <c:v>5168.0060000000003</c:v>
                </c:pt>
                <c:pt idx="46">
                  <c:v>5139.57</c:v>
                </c:pt>
                <c:pt idx="47">
                  <c:v>5190.0969999999998</c:v>
                </c:pt>
                <c:pt idx="48">
                  <c:v>5182.875</c:v>
                </c:pt>
                <c:pt idx="49">
                  <c:v>5077.9399999999996</c:v>
                </c:pt>
                <c:pt idx="50">
                  <c:v>5018.098</c:v>
                </c:pt>
                <c:pt idx="51">
                  <c:v>5003.82</c:v>
                </c:pt>
                <c:pt idx="52">
                  <c:v>5006.63</c:v>
                </c:pt>
                <c:pt idx="53">
                  <c:v>4813.5330000000004</c:v>
                </c:pt>
                <c:pt idx="54">
                  <c:v>4650.5029999999997</c:v>
                </c:pt>
                <c:pt idx="55">
                  <c:v>4491.67</c:v>
                </c:pt>
                <c:pt idx="56">
                  <c:v>4407.3500000000004</c:v>
                </c:pt>
                <c:pt idx="57">
                  <c:v>4472.0200000000004</c:v>
                </c:pt>
                <c:pt idx="58">
                  <c:v>4505.3100000000004</c:v>
                </c:pt>
                <c:pt idx="59">
                  <c:v>4379.82</c:v>
                </c:pt>
                <c:pt idx="60">
                  <c:v>4493.3580000000002</c:v>
                </c:pt>
                <c:pt idx="61">
                  <c:v>4513.5200000000004</c:v>
                </c:pt>
                <c:pt idx="62">
                  <c:v>4669.13</c:v>
                </c:pt>
                <c:pt idx="63">
                  <c:v>4758.2550000000001</c:v>
                </c:pt>
                <c:pt idx="64">
                  <c:v>4676.8599999999997</c:v>
                </c:pt>
                <c:pt idx="65">
                  <c:v>4647.8249999999998</c:v>
                </c:pt>
                <c:pt idx="66">
                  <c:v>4701.3999999999996</c:v>
                </c:pt>
                <c:pt idx="67">
                  <c:v>4719.3500000000004</c:v>
                </c:pt>
                <c:pt idx="68">
                  <c:v>4763.45</c:v>
                </c:pt>
                <c:pt idx="69">
                  <c:v>4746.8980000000001</c:v>
                </c:pt>
                <c:pt idx="70">
                  <c:v>4742.58</c:v>
                </c:pt>
                <c:pt idx="71">
                  <c:v>4842.47</c:v>
                </c:pt>
                <c:pt idx="72">
                  <c:v>4797.6930000000002</c:v>
                </c:pt>
                <c:pt idx="73">
                  <c:v>4787.4309999999996</c:v>
                </c:pt>
                <c:pt idx="74">
                  <c:v>4837.49</c:v>
                </c:pt>
                <c:pt idx="75">
                  <c:v>4822.2929999999997</c:v>
                </c:pt>
                <c:pt idx="76">
                  <c:v>4719.7</c:v>
                </c:pt>
                <c:pt idx="77">
                  <c:v>4739.53</c:v>
                </c:pt>
                <c:pt idx="78">
                  <c:v>4704.7430000000004</c:v>
                </c:pt>
                <c:pt idx="79">
                  <c:v>4708.62</c:v>
                </c:pt>
                <c:pt idx="80">
                  <c:v>4681.53</c:v>
                </c:pt>
                <c:pt idx="81">
                  <c:v>4596.4399999999996</c:v>
                </c:pt>
                <c:pt idx="82">
                  <c:v>4547.8029999999999</c:v>
                </c:pt>
                <c:pt idx="83">
                  <c:v>4621.34</c:v>
                </c:pt>
                <c:pt idx="84">
                  <c:v>4614.22</c:v>
                </c:pt>
                <c:pt idx="85">
                  <c:v>4521.1899999999996</c:v>
                </c:pt>
                <c:pt idx="86">
                  <c:v>4555.6080000000002</c:v>
                </c:pt>
                <c:pt idx="87">
                  <c:v>4691.1400000000003</c:v>
                </c:pt>
                <c:pt idx="88">
                  <c:v>4684.78</c:v>
                </c:pt>
                <c:pt idx="89">
                  <c:v>4713.5600000000004</c:v>
                </c:pt>
                <c:pt idx="90">
                  <c:v>4735.45</c:v>
                </c:pt>
                <c:pt idx="91">
                  <c:v>4714.28</c:v>
                </c:pt>
                <c:pt idx="92">
                  <c:v>4687.6499999999996</c:v>
                </c:pt>
                <c:pt idx="93">
                  <c:v>4649.5</c:v>
                </c:pt>
                <c:pt idx="94">
                  <c:v>4539.3900000000003</c:v>
                </c:pt>
                <c:pt idx="95">
                  <c:v>4566.3900000000003</c:v>
                </c:pt>
                <c:pt idx="96">
                  <c:v>4481.6000000000004</c:v>
                </c:pt>
                <c:pt idx="97">
                  <c:v>4543.09</c:v>
                </c:pt>
                <c:pt idx="98">
                  <c:v>4542.57</c:v>
                </c:pt>
                <c:pt idx="99">
                  <c:v>4508.93</c:v>
                </c:pt>
                <c:pt idx="100">
                  <c:v>4568.0690000000004</c:v>
                </c:pt>
                <c:pt idx="101">
                  <c:v>4507.0200000000004</c:v>
                </c:pt>
                <c:pt idx="102">
                  <c:v>4455.8999999999996</c:v>
                </c:pt>
                <c:pt idx="103">
                  <c:v>4495.83</c:v>
                </c:pt>
                <c:pt idx="104">
                  <c:v>4538.16</c:v>
                </c:pt>
                <c:pt idx="105">
                  <c:v>4484.66</c:v>
                </c:pt>
                <c:pt idx="106">
                  <c:v>4491.5200000000004</c:v>
                </c:pt>
                <c:pt idx="107">
                  <c:v>4434.45</c:v>
                </c:pt>
                <c:pt idx="108">
                  <c:v>4474.51</c:v>
                </c:pt>
                <c:pt idx="109">
                  <c:v>4328.92</c:v>
                </c:pt>
                <c:pt idx="110">
                  <c:v>4329.7179999999998</c:v>
                </c:pt>
                <c:pt idx="111">
                  <c:v>4260.82</c:v>
                </c:pt>
                <c:pt idx="112">
                  <c:v>4071.67</c:v>
                </c:pt>
                <c:pt idx="113">
                  <c:v>4212.22</c:v>
                </c:pt>
                <c:pt idx="114">
                  <c:v>4218.97</c:v>
                </c:pt>
                <c:pt idx="115">
                  <c:v>4309.5600000000004</c:v>
                </c:pt>
                <c:pt idx="116">
                  <c:v>4330.9799999999996</c:v>
                </c:pt>
                <c:pt idx="117">
                  <c:v>4258.7700000000004</c:v>
                </c:pt>
              </c:numCache>
            </c:numRef>
          </c:val>
          <c:smooth val="0"/>
          <c:extLst>
            <c:ext xmlns:c16="http://schemas.microsoft.com/office/drawing/2014/chart" uri="{C3380CC4-5D6E-409C-BE32-E72D297353CC}">
              <c16:uniqueId val="{00000000-3A8D-416F-BE54-5B611457057A}"/>
            </c:ext>
          </c:extLst>
        </c:ser>
        <c:dLbls>
          <c:showLegendKey val="0"/>
          <c:showVal val="0"/>
          <c:showCatName val="0"/>
          <c:showSerName val="0"/>
          <c:showPercent val="0"/>
          <c:showBubbleSize val="0"/>
        </c:dLbls>
        <c:marker val="1"/>
        <c:smooth val="0"/>
        <c:axId val="2000002752"/>
        <c:axId val="2000002753"/>
      </c:lineChart>
      <c:lineChart>
        <c:grouping val="standard"/>
        <c:varyColors val="0"/>
        <c:ser>
          <c:idx val="1"/>
          <c:order val="1"/>
          <c:tx>
            <c:strRef>
              <c:f>伦敦金现_IDC!$C$1</c:f>
              <c:strCache>
                <c:ptCount val="1"/>
                <c:pt idx="0">
                  <c:v>期货结算价(连续):布伦特原油（右轴，美元/桶）</c:v>
                </c:pt>
              </c:strCache>
            </c:strRef>
          </c:tx>
          <c:spPr>
            <a:ln w="28575" cap="rnd">
              <a:solidFill>
                <a:srgbClr val="2E3160"/>
              </a:solidFill>
              <a:round/>
            </a:ln>
            <a:effectLst/>
          </c:spPr>
          <c:marker>
            <c:symbol val="none"/>
          </c:marker>
          <c:cat>
            <c:numRef>
              <c:f>伦敦金现_IDC!$A$2:$A$122</c:f>
              <c:numCache>
                <c:formatCode>yyyy\-mm\-dd</c:formatCode>
                <c:ptCount val="121"/>
                <c:pt idx="0">
                  <c:v>46024</c:v>
                </c:pt>
                <c:pt idx="1">
                  <c:v>46027</c:v>
                </c:pt>
                <c:pt idx="2">
                  <c:v>46028</c:v>
                </c:pt>
                <c:pt idx="3">
                  <c:v>46029</c:v>
                </c:pt>
                <c:pt idx="4">
                  <c:v>46030</c:v>
                </c:pt>
                <c:pt idx="5">
                  <c:v>46031</c:v>
                </c:pt>
                <c:pt idx="6">
                  <c:v>46034</c:v>
                </c:pt>
                <c:pt idx="7">
                  <c:v>46035</c:v>
                </c:pt>
                <c:pt idx="8">
                  <c:v>46036</c:v>
                </c:pt>
                <c:pt idx="9">
                  <c:v>46037</c:v>
                </c:pt>
                <c:pt idx="10">
                  <c:v>46038</c:v>
                </c:pt>
                <c:pt idx="11">
                  <c:v>46041</c:v>
                </c:pt>
                <c:pt idx="12">
                  <c:v>46042</c:v>
                </c:pt>
                <c:pt idx="13">
                  <c:v>46043</c:v>
                </c:pt>
                <c:pt idx="14">
                  <c:v>46044</c:v>
                </c:pt>
                <c:pt idx="15">
                  <c:v>46045</c:v>
                </c:pt>
                <c:pt idx="16">
                  <c:v>46048</c:v>
                </c:pt>
                <c:pt idx="17">
                  <c:v>46049</c:v>
                </c:pt>
                <c:pt idx="18">
                  <c:v>46050</c:v>
                </c:pt>
                <c:pt idx="19">
                  <c:v>46051</c:v>
                </c:pt>
                <c:pt idx="20">
                  <c:v>46052</c:v>
                </c:pt>
                <c:pt idx="21">
                  <c:v>46055</c:v>
                </c:pt>
                <c:pt idx="22">
                  <c:v>46056</c:v>
                </c:pt>
                <c:pt idx="23">
                  <c:v>46057</c:v>
                </c:pt>
                <c:pt idx="24">
                  <c:v>46058</c:v>
                </c:pt>
                <c:pt idx="25">
                  <c:v>46059</c:v>
                </c:pt>
                <c:pt idx="26">
                  <c:v>46062</c:v>
                </c:pt>
                <c:pt idx="27">
                  <c:v>46063</c:v>
                </c:pt>
                <c:pt idx="28">
                  <c:v>46064</c:v>
                </c:pt>
                <c:pt idx="29">
                  <c:v>46065</c:v>
                </c:pt>
                <c:pt idx="30">
                  <c:v>46066</c:v>
                </c:pt>
                <c:pt idx="31">
                  <c:v>46069</c:v>
                </c:pt>
                <c:pt idx="32">
                  <c:v>46070</c:v>
                </c:pt>
                <c:pt idx="33">
                  <c:v>46071</c:v>
                </c:pt>
                <c:pt idx="34">
                  <c:v>46072</c:v>
                </c:pt>
                <c:pt idx="35">
                  <c:v>46073</c:v>
                </c:pt>
                <c:pt idx="36">
                  <c:v>46076</c:v>
                </c:pt>
                <c:pt idx="37">
                  <c:v>46077</c:v>
                </c:pt>
                <c:pt idx="38">
                  <c:v>46078</c:v>
                </c:pt>
                <c:pt idx="39">
                  <c:v>46079</c:v>
                </c:pt>
                <c:pt idx="40">
                  <c:v>46080</c:v>
                </c:pt>
                <c:pt idx="41">
                  <c:v>46083</c:v>
                </c:pt>
                <c:pt idx="42">
                  <c:v>46084</c:v>
                </c:pt>
                <c:pt idx="43">
                  <c:v>46085</c:v>
                </c:pt>
                <c:pt idx="44">
                  <c:v>46086</c:v>
                </c:pt>
                <c:pt idx="45">
                  <c:v>46087</c:v>
                </c:pt>
                <c:pt idx="46">
                  <c:v>46090</c:v>
                </c:pt>
                <c:pt idx="47">
                  <c:v>46091</c:v>
                </c:pt>
                <c:pt idx="48">
                  <c:v>46092</c:v>
                </c:pt>
                <c:pt idx="49">
                  <c:v>46093</c:v>
                </c:pt>
                <c:pt idx="50">
                  <c:v>46094</c:v>
                </c:pt>
                <c:pt idx="51">
                  <c:v>46097</c:v>
                </c:pt>
                <c:pt idx="52">
                  <c:v>46098</c:v>
                </c:pt>
                <c:pt idx="53">
                  <c:v>46099</c:v>
                </c:pt>
                <c:pt idx="54">
                  <c:v>46100</c:v>
                </c:pt>
                <c:pt idx="55">
                  <c:v>46101</c:v>
                </c:pt>
                <c:pt idx="56">
                  <c:v>46104</c:v>
                </c:pt>
                <c:pt idx="57">
                  <c:v>46105</c:v>
                </c:pt>
                <c:pt idx="58">
                  <c:v>46106</c:v>
                </c:pt>
                <c:pt idx="59">
                  <c:v>46107</c:v>
                </c:pt>
                <c:pt idx="60">
                  <c:v>46108</c:v>
                </c:pt>
                <c:pt idx="61">
                  <c:v>46111</c:v>
                </c:pt>
                <c:pt idx="62">
                  <c:v>46112</c:v>
                </c:pt>
                <c:pt idx="63">
                  <c:v>46113</c:v>
                </c:pt>
                <c:pt idx="64">
                  <c:v>46114</c:v>
                </c:pt>
                <c:pt idx="65">
                  <c:v>46118</c:v>
                </c:pt>
                <c:pt idx="66">
                  <c:v>46119</c:v>
                </c:pt>
                <c:pt idx="67">
                  <c:v>46120</c:v>
                </c:pt>
                <c:pt idx="68">
                  <c:v>46121</c:v>
                </c:pt>
                <c:pt idx="69">
                  <c:v>46122</c:v>
                </c:pt>
                <c:pt idx="70">
                  <c:v>46125</c:v>
                </c:pt>
                <c:pt idx="71">
                  <c:v>46126</c:v>
                </c:pt>
                <c:pt idx="72">
                  <c:v>46127</c:v>
                </c:pt>
                <c:pt idx="73">
                  <c:v>46128</c:v>
                </c:pt>
                <c:pt idx="74">
                  <c:v>46129</c:v>
                </c:pt>
                <c:pt idx="75">
                  <c:v>46132</c:v>
                </c:pt>
                <c:pt idx="76">
                  <c:v>46133</c:v>
                </c:pt>
                <c:pt idx="77">
                  <c:v>46134</c:v>
                </c:pt>
                <c:pt idx="78">
                  <c:v>46135</c:v>
                </c:pt>
                <c:pt idx="79">
                  <c:v>46136</c:v>
                </c:pt>
                <c:pt idx="80">
                  <c:v>46139</c:v>
                </c:pt>
                <c:pt idx="81">
                  <c:v>46140</c:v>
                </c:pt>
                <c:pt idx="82">
                  <c:v>46141</c:v>
                </c:pt>
                <c:pt idx="83">
                  <c:v>46142</c:v>
                </c:pt>
                <c:pt idx="84">
                  <c:v>46143</c:v>
                </c:pt>
                <c:pt idx="85">
                  <c:v>46146</c:v>
                </c:pt>
                <c:pt idx="86">
                  <c:v>46147</c:v>
                </c:pt>
                <c:pt idx="87">
                  <c:v>46148</c:v>
                </c:pt>
                <c:pt idx="88">
                  <c:v>46149</c:v>
                </c:pt>
                <c:pt idx="89">
                  <c:v>46150</c:v>
                </c:pt>
                <c:pt idx="90">
                  <c:v>46153</c:v>
                </c:pt>
                <c:pt idx="91">
                  <c:v>46154</c:v>
                </c:pt>
                <c:pt idx="92">
                  <c:v>46155</c:v>
                </c:pt>
                <c:pt idx="93">
                  <c:v>46156</c:v>
                </c:pt>
                <c:pt idx="94">
                  <c:v>46157</c:v>
                </c:pt>
                <c:pt idx="95">
                  <c:v>46160</c:v>
                </c:pt>
                <c:pt idx="96">
                  <c:v>46161</c:v>
                </c:pt>
                <c:pt idx="97">
                  <c:v>46162</c:v>
                </c:pt>
                <c:pt idx="98">
                  <c:v>46163</c:v>
                </c:pt>
                <c:pt idx="99">
                  <c:v>46164</c:v>
                </c:pt>
                <c:pt idx="100">
                  <c:v>46167</c:v>
                </c:pt>
                <c:pt idx="101">
                  <c:v>46168</c:v>
                </c:pt>
                <c:pt idx="102">
                  <c:v>46169</c:v>
                </c:pt>
                <c:pt idx="103">
                  <c:v>46170</c:v>
                </c:pt>
                <c:pt idx="104">
                  <c:v>46171</c:v>
                </c:pt>
                <c:pt idx="105">
                  <c:v>46174</c:v>
                </c:pt>
                <c:pt idx="106">
                  <c:v>46175</c:v>
                </c:pt>
                <c:pt idx="107">
                  <c:v>46176</c:v>
                </c:pt>
                <c:pt idx="108">
                  <c:v>46177</c:v>
                </c:pt>
                <c:pt idx="109">
                  <c:v>46178</c:v>
                </c:pt>
                <c:pt idx="110">
                  <c:v>46181</c:v>
                </c:pt>
                <c:pt idx="111">
                  <c:v>46182</c:v>
                </c:pt>
                <c:pt idx="112">
                  <c:v>46183</c:v>
                </c:pt>
                <c:pt idx="113">
                  <c:v>46184</c:v>
                </c:pt>
                <c:pt idx="114">
                  <c:v>46185</c:v>
                </c:pt>
                <c:pt idx="115">
                  <c:v>46188</c:v>
                </c:pt>
                <c:pt idx="116">
                  <c:v>46189</c:v>
                </c:pt>
                <c:pt idx="117">
                  <c:v>46190</c:v>
                </c:pt>
              </c:numCache>
            </c:numRef>
          </c:cat>
          <c:val>
            <c:numRef>
              <c:f>伦敦金现_IDC!$C$2:$C$122</c:f>
              <c:numCache>
                <c:formatCode>#,##0.00_ </c:formatCode>
                <c:ptCount val="121"/>
                <c:pt idx="0">
                  <c:v>60.75</c:v>
                </c:pt>
                <c:pt idx="1">
                  <c:v>61.76</c:v>
                </c:pt>
                <c:pt idx="2">
                  <c:v>60.7</c:v>
                </c:pt>
                <c:pt idx="3">
                  <c:v>59.96</c:v>
                </c:pt>
                <c:pt idx="4">
                  <c:v>61.99</c:v>
                </c:pt>
                <c:pt idx="5">
                  <c:v>63.34</c:v>
                </c:pt>
                <c:pt idx="6">
                  <c:v>63.87</c:v>
                </c:pt>
                <c:pt idx="7">
                  <c:v>65.47</c:v>
                </c:pt>
                <c:pt idx="8">
                  <c:v>66.52</c:v>
                </c:pt>
                <c:pt idx="9">
                  <c:v>63.76</c:v>
                </c:pt>
                <c:pt idx="10">
                  <c:v>64.13</c:v>
                </c:pt>
                <c:pt idx="11">
                  <c:v>63.94</c:v>
                </c:pt>
                <c:pt idx="12">
                  <c:v>64.92</c:v>
                </c:pt>
                <c:pt idx="13">
                  <c:v>65.239999999999995</c:v>
                </c:pt>
                <c:pt idx="14">
                  <c:v>64.06</c:v>
                </c:pt>
                <c:pt idx="15">
                  <c:v>65.88</c:v>
                </c:pt>
                <c:pt idx="16">
                  <c:v>65.59</c:v>
                </c:pt>
                <c:pt idx="17">
                  <c:v>67.569999999999993</c:v>
                </c:pt>
                <c:pt idx="18">
                  <c:v>68.400000000000006</c:v>
                </c:pt>
                <c:pt idx="19">
                  <c:v>70.709999999999994</c:v>
                </c:pt>
                <c:pt idx="20">
                  <c:v>70.69</c:v>
                </c:pt>
                <c:pt idx="21">
                  <c:v>66.3</c:v>
                </c:pt>
                <c:pt idx="22">
                  <c:v>67.33</c:v>
                </c:pt>
                <c:pt idx="23">
                  <c:v>69.459999999999994</c:v>
                </c:pt>
                <c:pt idx="24">
                  <c:v>67.55</c:v>
                </c:pt>
                <c:pt idx="25">
                  <c:v>68.05</c:v>
                </c:pt>
                <c:pt idx="26">
                  <c:v>69.040000000000006</c:v>
                </c:pt>
                <c:pt idx="27">
                  <c:v>68.8</c:v>
                </c:pt>
                <c:pt idx="28">
                  <c:v>69.400000000000006</c:v>
                </c:pt>
                <c:pt idx="29">
                  <c:v>67.52</c:v>
                </c:pt>
                <c:pt idx="30">
                  <c:v>67.75</c:v>
                </c:pt>
                <c:pt idx="31">
                  <c:v>68.650000000000006</c:v>
                </c:pt>
                <c:pt idx="32">
                  <c:v>67.42</c:v>
                </c:pt>
                <c:pt idx="33">
                  <c:v>70.349999999999994</c:v>
                </c:pt>
                <c:pt idx="34">
                  <c:v>71.66</c:v>
                </c:pt>
                <c:pt idx="35">
                  <c:v>71.760000000000005</c:v>
                </c:pt>
                <c:pt idx="36">
                  <c:v>71.489999999999995</c:v>
                </c:pt>
                <c:pt idx="37">
                  <c:v>70.77</c:v>
                </c:pt>
                <c:pt idx="38">
                  <c:v>70.849999999999994</c:v>
                </c:pt>
                <c:pt idx="39">
                  <c:v>70.75</c:v>
                </c:pt>
                <c:pt idx="40">
                  <c:v>72.48</c:v>
                </c:pt>
                <c:pt idx="41">
                  <c:v>77.739999999999995</c:v>
                </c:pt>
                <c:pt idx="42">
                  <c:v>81.400000000000006</c:v>
                </c:pt>
                <c:pt idx="43">
                  <c:v>81.400000000000006</c:v>
                </c:pt>
                <c:pt idx="44">
                  <c:v>85.41</c:v>
                </c:pt>
                <c:pt idx="45">
                  <c:v>92.69</c:v>
                </c:pt>
                <c:pt idx="46">
                  <c:v>98.96</c:v>
                </c:pt>
                <c:pt idx="47">
                  <c:v>87.8</c:v>
                </c:pt>
                <c:pt idx="48">
                  <c:v>91.98</c:v>
                </c:pt>
                <c:pt idx="49">
                  <c:v>100.46</c:v>
                </c:pt>
                <c:pt idx="50">
                  <c:v>103.14</c:v>
                </c:pt>
                <c:pt idx="51">
                  <c:v>100.21</c:v>
                </c:pt>
                <c:pt idx="52">
                  <c:v>103.42</c:v>
                </c:pt>
                <c:pt idx="53">
                  <c:v>107.38</c:v>
                </c:pt>
                <c:pt idx="54">
                  <c:v>108.65</c:v>
                </c:pt>
                <c:pt idx="55">
                  <c:v>112.19</c:v>
                </c:pt>
                <c:pt idx="56">
                  <c:v>99.94</c:v>
                </c:pt>
                <c:pt idx="57">
                  <c:v>104.49</c:v>
                </c:pt>
                <c:pt idx="58">
                  <c:v>102.22</c:v>
                </c:pt>
                <c:pt idx="59">
                  <c:v>108.01</c:v>
                </c:pt>
                <c:pt idx="60">
                  <c:v>112.57</c:v>
                </c:pt>
                <c:pt idx="61">
                  <c:v>112.78</c:v>
                </c:pt>
                <c:pt idx="62">
                  <c:v>118.35</c:v>
                </c:pt>
                <c:pt idx="63">
                  <c:v>101.16</c:v>
                </c:pt>
                <c:pt idx="64">
                  <c:v>109.03</c:v>
                </c:pt>
                <c:pt idx="65">
                  <c:v>109.77</c:v>
                </c:pt>
                <c:pt idx="66">
                  <c:v>109.27</c:v>
                </c:pt>
                <c:pt idx="67">
                  <c:v>94.75</c:v>
                </c:pt>
                <c:pt idx="68">
                  <c:v>95.92</c:v>
                </c:pt>
                <c:pt idx="69">
                  <c:v>95.2</c:v>
                </c:pt>
                <c:pt idx="70">
                  <c:v>99.36</c:v>
                </c:pt>
                <c:pt idx="71">
                  <c:v>94.79</c:v>
                </c:pt>
                <c:pt idx="72">
                  <c:v>94.93</c:v>
                </c:pt>
                <c:pt idx="73">
                  <c:v>99.39</c:v>
                </c:pt>
                <c:pt idx="74">
                  <c:v>90.38</c:v>
                </c:pt>
                <c:pt idx="75">
                  <c:v>95.48</c:v>
                </c:pt>
                <c:pt idx="76">
                  <c:v>98.48</c:v>
                </c:pt>
                <c:pt idx="77">
                  <c:v>101.91</c:v>
                </c:pt>
                <c:pt idx="78">
                  <c:v>105.07</c:v>
                </c:pt>
                <c:pt idx="79">
                  <c:v>105.33</c:v>
                </c:pt>
                <c:pt idx="80">
                  <c:v>108.23</c:v>
                </c:pt>
                <c:pt idx="81">
                  <c:v>111.26</c:v>
                </c:pt>
                <c:pt idx="82">
                  <c:v>118.03</c:v>
                </c:pt>
                <c:pt idx="83">
                  <c:v>114.01</c:v>
                </c:pt>
                <c:pt idx="84">
                  <c:v>108.17</c:v>
                </c:pt>
                <c:pt idx="85">
                  <c:v>114.44</c:v>
                </c:pt>
                <c:pt idx="86">
                  <c:v>109.87</c:v>
                </c:pt>
                <c:pt idx="87">
                  <c:v>101.27</c:v>
                </c:pt>
                <c:pt idx="88">
                  <c:v>100.06</c:v>
                </c:pt>
                <c:pt idx="89">
                  <c:v>101.29</c:v>
                </c:pt>
                <c:pt idx="90">
                  <c:v>104.21</c:v>
                </c:pt>
                <c:pt idx="91">
                  <c:v>107.77</c:v>
                </c:pt>
                <c:pt idx="92">
                  <c:v>105.63</c:v>
                </c:pt>
                <c:pt idx="93">
                  <c:v>105.72</c:v>
                </c:pt>
                <c:pt idx="94">
                  <c:v>109.26</c:v>
                </c:pt>
                <c:pt idx="95">
                  <c:v>112.1</c:v>
                </c:pt>
                <c:pt idx="96">
                  <c:v>111.28</c:v>
                </c:pt>
                <c:pt idx="97">
                  <c:v>105.02</c:v>
                </c:pt>
                <c:pt idx="98">
                  <c:v>102.58</c:v>
                </c:pt>
                <c:pt idx="99">
                  <c:v>103.54</c:v>
                </c:pt>
                <c:pt idx="100">
                  <c:v>96.14</c:v>
                </c:pt>
                <c:pt idx="101">
                  <c:v>99.58</c:v>
                </c:pt>
                <c:pt idx="102">
                  <c:v>94.29</c:v>
                </c:pt>
                <c:pt idx="103">
                  <c:v>93.71</c:v>
                </c:pt>
                <c:pt idx="104">
                  <c:v>92.05</c:v>
                </c:pt>
                <c:pt idx="105">
                  <c:v>94.98</c:v>
                </c:pt>
                <c:pt idx="106">
                  <c:v>96</c:v>
                </c:pt>
                <c:pt idx="107">
                  <c:v>97.81</c:v>
                </c:pt>
                <c:pt idx="108">
                  <c:v>95.03</c:v>
                </c:pt>
                <c:pt idx="109">
                  <c:v>93.09</c:v>
                </c:pt>
                <c:pt idx="110">
                  <c:v>94.25</c:v>
                </c:pt>
                <c:pt idx="111">
                  <c:v>91.45</c:v>
                </c:pt>
                <c:pt idx="112">
                  <c:v>93.1</c:v>
                </c:pt>
                <c:pt idx="113">
                  <c:v>90.38</c:v>
                </c:pt>
                <c:pt idx="114">
                  <c:v>87.33</c:v>
                </c:pt>
                <c:pt idx="115">
                  <c:v>83.17</c:v>
                </c:pt>
                <c:pt idx="116">
                  <c:v>78.959999999999994</c:v>
                </c:pt>
                <c:pt idx="117">
                  <c:v>79.55</c:v>
                </c:pt>
              </c:numCache>
            </c:numRef>
          </c:val>
          <c:smooth val="0"/>
          <c:extLst>
            <c:ext xmlns:c16="http://schemas.microsoft.com/office/drawing/2014/chart" uri="{C3380CC4-5D6E-409C-BE32-E72D297353CC}">
              <c16:uniqueId val="{00000001-3A8D-416F-BE54-5B611457057A}"/>
            </c:ext>
          </c:extLst>
        </c:ser>
        <c:dLbls>
          <c:showLegendKey val="0"/>
          <c:showVal val="0"/>
          <c:showCatName val="0"/>
          <c:showSerName val="0"/>
          <c:showPercent val="0"/>
          <c:showBubbleSize val="0"/>
        </c:dLbls>
        <c:marker val="1"/>
        <c:smooth val="0"/>
        <c:axId val="2000002754"/>
        <c:axId val="2000002755"/>
      </c:lineChart>
      <c:dateAx>
        <c:axId val="2000002752"/>
        <c:scaling>
          <c:orientation val="minMax"/>
        </c:scaling>
        <c:delete val="0"/>
        <c:axPos val="b"/>
        <c:numFmt formatCode="yyyy\-mm\-dd"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Normal" panose="020B0400000000000000" pitchFamily="34" charset="-122"/>
                <a:cs typeface="+mn-cs"/>
              </a:defRPr>
            </a:pPr>
            <a:endParaRPr lang="zh-CN"/>
          </a:p>
        </c:txPr>
        <c:crossAx val="2000002753"/>
        <c:crosses val="autoZero"/>
        <c:auto val="1"/>
        <c:lblOffset val="100"/>
        <c:baseTimeUnit val="days"/>
      </c:dateAx>
      <c:valAx>
        <c:axId val="2000002753"/>
        <c:scaling>
          <c:orientation val="minMax"/>
          <c:min val="4000"/>
        </c:scaling>
        <c:delete val="0"/>
        <c:axPos val="l"/>
        <c:numFmt formatCode="#,##0.00_ "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Normal" panose="020B0400000000000000" pitchFamily="34" charset="-122"/>
                <a:cs typeface="+mn-cs"/>
              </a:defRPr>
            </a:pPr>
            <a:endParaRPr lang="zh-CN"/>
          </a:p>
        </c:txPr>
        <c:crossAx val="2000002752"/>
        <c:crosses val="autoZero"/>
        <c:crossBetween val="between"/>
      </c:valAx>
      <c:valAx>
        <c:axId val="2000002755"/>
        <c:scaling>
          <c:orientation val="minMax"/>
          <c:min val="60"/>
        </c:scaling>
        <c:delete val="0"/>
        <c:axPos val="r"/>
        <c:numFmt formatCode="#,##0.00_ "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Normal" panose="020B0400000000000000" pitchFamily="34" charset="-122"/>
                <a:cs typeface="+mn-cs"/>
              </a:defRPr>
            </a:pPr>
            <a:endParaRPr lang="zh-CN"/>
          </a:p>
        </c:txPr>
        <c:crossAx val="2000002754"/>
        <c:crosses val="max"/>
        <c:crossBetween val="between"/>
      </c:valAx>
      <c:dateAx>
        <c:axId val="2000002754"/>
        <c:scaling>
          <c:orientation val="minMax"/>
        </c:scaling>
        <c:delete val="1"/>
        <c:axPos val="b"/>
        <c:numFmt formatCode="yyyy\-mm\-dd" sourceLinked="1"/>
        <c:majorTickMark val="out"/>
        <c:minorTickMark val="none"/>
        <c:tickLblPos val="nextTo"/>
        <c:crossAx val="2000002755"/>
        <c:crosses val="autoZero"/>
        <c:auto val="1"/>
        <c:lblOffset val="100"/>
        <c:baseTimeUnit val="days"/>
      </c:dateAx>
      <c:spPr>
        <a:noFill/>
        <a:ln>
          <a:noFill/>
        </a:ln>
        <a:effectLst/>
      </c:spPr>
    </c:plotArea>
    <c:legend>
      <c:legendPos val="t"/>
      <c:overlay val="0"/>
      <c:spPr>
        <a:noFill/>
        <a:ln>
          <a:noFill/>
        </a:ln>
        <a:effectLst/>
      </c:spPr>
      <c:txPr>
        <a:bodyPr rot="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Normal" panose="020B0400000000000000" pitchFamily="34" charset="-122"/>
              <a:cs typeface="+mn-cs"/>
            </a:defRPr>
          </a:pPr>
          <a:endParaRPr lang="zh-CN"/>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700" baseline="0">
          <a:latin typeface="Arial" panose="020B0604020202020204" pitchFamily="34" charset="0"/>
          <a:ea typeface="思源黑体 CN Normal" panose="020B0400000000000000" pitchFamily="34" charset="-122"/>
        </a:defRPr>
      </a:pPr>
      <a:endParaRPr lang="zh-CN"/>
    </a:p>
  </c:txPr>
  <c:externalData r:id="rId1">
    <c:autoUpdate val="0"/>
  </c:externalData>
</c:chartSpace>
</file>

<file path=ppt/charts/chart8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v>黄金与标普500年度相关系数</c:v>
          </c:tx>
          <c:spPr>
            <a:solidFill>
              <a:srgbClr val="2E3160"/>
            </a:solidFill>
            <a:ln>
              <a:noFill/>
            </a:ln>
            <a:effectLst/>
          </c:spPr>
          <c:invertIfNegative val="0"/>
          <c:cat>
            <c:numRef>
              <c:f>年度相关系数!$G$2:$G$16</c:f>
              <c:numCache>
                <c:formatCode>General</c:formatCode>
                <c:ptCount val="15"/>
                <c:pt idx="0">
                  <c:v>2012</c:v>
                </c:pt>
                <c:pt idx="1">
                  <c:v>2013</c:v>
                </c:pt>
                <c:pt idx="2">
                  <c:v>2014</c:v>
                </c:pt>
                <c:pt idx="3">
                  <c:v>2015</c:v>
                </c:pt>
                <c:pt idx="4">
                  <c:v>2016</c:v>
                </c:pt>
                <c:pt idx="5">
                  <c:v>2017</c:v>
                </c:pt>
                <c:pt idx="6">
                  <c:v>2018</c:v>
                </c:pt>
                <c:pt idx="7">
                  <c:v>2019</c:v>
                </c:pt>
                <c:pt idx="8">
                  <c:v>2020</c:v>
                </c:pt>
                <c:pt idx="9">
                  <c:v>2021</c:v>
                </c:pt>
                <c:pt idx="10">
                  <c:v>2022</c:v>
                </c:pt>
                <c:pt idx="11">
                  <c:v>2023</c:v>
                </c:pt>
                <c:pt idx="12">
                  <c:v>2024</c:v>
                </c:pt>
                <c:pt idx="13">
                  <c:v>2025</c:v>
                </c:pt>
                <c:pt idx="14">
                  <c:v>2026</c:v>
                </c:pt>
              </c:numCache>
            </c:numRef>
          </c:cat>
          <c:val>
            <c:numRef>
              <c:f>年度相关系数!$H$2:$H$16</c:f>
              <c:numCache>
                <c:formatCode>General</c:formatCode>
                <c:ptCount val="15"/>
                <c:pt idx="0">
                  <c:v>0.16762652500049385</c:v>
                </c:pt>
                <c:pt idx="1">
                  <c:v>0.17158866571011461</c:v>
                </c:pt>
                <c:pt idx="2">
                  <c:v>-0.22675014221842535</c:v>
                </c:pt>
                <c:pt idx="3">
                  <c:v>-2.8447250989419484E-2</c:v>
                </c:pt>
                <c:pt idx="4">
                  <c:v>-0.2609356121498001</c:v>
                </c:pt>
                <c:pt idx="5">
                  <c:v>-0.31236912192341693</c:v>
                </c:pt>
                <c:pt idx="6">
                  <c:v>8.0009113406383392E-2</c:v>
                </c:pt>
                <c:pt idx="7">
                  <c:v>-0.14625394275081025</c:v>
                </c:pt>
                <c:pt idx="8">
                  <c:v>0.35127532274361428</c:v>
                </c:pt>
                <c:pt idx="9">
                  <c:v>1.9561750964670371E-2</c:v>
                </c:pt>
                <c:pt idx="10">
                  <c:v>1.184303555745316E-2</c:v>
                </c:pt>
                <c:pt idx="11">
                  <c:v>-4.0426073158529884E-2</c:v>
                </c:pt>
                <c:pt idx="12">
                  <c:v>9.6171320297186197E-2</c:v>
                </c:pt>
                <c:pt idx="13">
                  <c:v>-2.8538245032487777E-2</c:v>
                </c:pt>
                <c:pt idx="14">
                  <c:v>0.33807467601542301</c:v>
                </c:pt>
              </c:numCache>
            </c:numRef>
          </c:val>
          <c:extLst>
            <c:ext xmlns:c16="http://schemas.microsoft.com/office/drawing/2014/chart" uri="{C3380CC4-5D6E-409C-BE32-E72D297353CC}">
              <c16:uniqueId val="{00000000-3388-4FEE-8327-7E6D691C3860}"/>
            </c:ext>
          </c:extLst>
        </c:ser>
        <c:dLbls>
          <c:showLegendKey val="0"/>
          <c:showVal val="0"/>
          <c:showCatName val="0"/>
          <c:showSerName val="0"/>
          <c:showPercent val="0"/>
          <c:showBubbleSize val="0"/>
        </c:dLbls>
        <c:gapWidth val="150"/>
        <c:axId val="2000002784"/>
        <c:axId val="2000002785"/>
      </c:barChart>
      <c:catAx>
        <c:axId val="2000002784"/>
        <c:scaling>
          <c:orientation val="minMax"/>
        </c:scaling>
        <c:delete val="0"/>
        <c:axPos val="b"/>
        <c:numFmt formatCode="General" sourceLinked="0"/>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lang="zh-CN" sz="700" b="0" i="0" u="none" strike="noStrike" kern="1200" baseline="0">
                <a:solidFill>
                  <a:schemeClr val="tx1">
                    <a:lumMod val="65000"/>
                    <a:lumOff val="35000"/>
                  </a:schemeClr>
                </a:solidFill>
                <a:latin typeface="Arial" panose="020B0604020202020204" pitchFamily="34" charset="0"/>
                <a:ea typeface="思源黑体 CN Normal" panose="020B0400000000000000" pitchFamily="34" charset="-122"/>
                <a:cs typeface="+mn-cs"/>
              </a:defRPr>
            </a:pPr>
            <a:endParaRPr lang="zh-CN"/>
          </a:p>
        </c:txPr>
        <c:crossAx val="2000002785"/>
        <c:crosses val="autoZero"/>
        <c:auto val="1"/>
        <c:lblAlgn val="ctr"/>
        <c:lblOffset val="100"/>
        <c:noMultiLvlLbl val="0"/>
      </c:catAx>
      <c:valAx>
        <c:axId val="2000002785"/>
        <c:scaling>
          <c:orientation val="minMax"/>
        </c:scaling>
        <c:delete val="0"/>
        <c:axPos val="l"/>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lang="zh-CN" sz="700" b="0" i="0" u="none" strike="noStrike" kern="1200" baseline="0">
                <a:solidFill>
                  <a:schemeClr val="tx1">
                    <a:lumMod val="65000"/>
                    <a:lumOff val="35000"/>
                  </a:schemeClr>
                </a:solidFill>
                <a:latin typeface="Arial" panose="020B0604020202020204" pitchFamily="34" charset="0"/>
                <a:ea typeface="思源黑体 CN Normal" panose="020B0400000000000000" pitchFamily="34" charset="-122"/>
                <a:cs typeface="+mn-cs"/>
              </a:defRPr>
            </a:pPr>
            <a:endParaRPr lang="zh-CN"/>
          </a:p>
        </c:txPr>
        <c:crossAx val="2000002784"/>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lang="zh-CN" sz="700" b="0" i="0" u="none" strike="noStrike" kern="1200" baseline="0">
              <a:solidFill>
                <a:schemeClr val="tx1">
                  <a:lumMod val="65000"/>
                  <a:lumOff val="35000"/>
                </a:schemeClr>
              </a:solidFill>
              <a:latin typeface="Arial" panose="020B0604020202020204" pitchFamily="34" charset="0"/>
              <a:ea typeface="思源黑体 CN Normal" panose="020B0400000000000000" pitchFamily="34" charset="-122"/>
              <a:cs typeface="+mn-cs"/>
            </a:defRPr>
          </a:pPr>
          <a:endParaRPr lang="zh-CN"/>
        </a:p>
      </c:txPr>
    </c:legend>
    <c:plotVisOnly val="1"/>
    <c:dispBlanksAs val="gap"/>
    <c:showDLblsOverMax val="0"/>
  </c:chart>
  <c:spPr>
    <a:solidFill>
      <a:schemeClr val="bg1"/>
    </a:solidFill>
    <a:ln w="9525" cap="flat" cmpd="sng" algn="ctr">
      <a:noFill/>
      <a:round/>
    </a:ln>
    <a:effectLst/>
  </c:spPr>
  <c:txPr>
    <a:bodyPr/>
    <a:lstStyle/>
    <a:p>
      <a:pPr>
        <a:defRPr lang="zh-CN" sz="700" baseline="0">
          <a:latin typeface="Arial" panose="020B0604020202020204" pitchFamily="34" charset="0"/>
          <a:ea typeface="思源黑体 CN Normal" panose="020B0400000000000000" pitchFamily="34" charset="-122"/>
        </a:defRPr>
      </a:pPr>
      <a:endParaRPr lang="zh-CN"/>
    </a:p>
  </c:txPr>
  <c:externalData r:id="rId1">
    <c:autoUpdate val="0"/>
  </c:externalData>
</c:chartSpace>
</file>

<file path=ppt/charts/chart8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600" b="0" i="0" u="none" strike="noStrike" kern="1200" spc="0" baseline="0">
                <a:solidFill>
                  <a:schemeClr val="tx1">
                    <a:lumMod val="65000"/>
                    <a:lumOff val="35000"/>
                  </a:schemeClr>
                </a:solidFill>
                <a:latin typeface="Arial" panose="020B0604020202020204" pitchFamily="34" charset="0"/>
                <a:ea typeface="思源黑体 CN Normal" panose="020B0400000000000000" pitchFamily="34" charset="-122"/>
                <a:cs typeface="+mn-cs"/>
              </a:defRPr>
            </a:pPr>
            <a:r>
              <a:rPr lang="en-US" sz="600"/>
              <a:t>2010</a:t>
            </a:r>
            <a:r>
              <a:rPr lang="zh-CN" sz="600"/>
              <a:t>年来连续</a:t>
            </a:r>
            <a:r>
              <a:rPr lang="en-US" sz="600"/>
              <a:t>22</a:t>
            </a:r>
            <a:r>
              <a:rPr lang="zh-CN" sz="600"/>
              <a:t>日内实际利率下跌</a:t>
            </a:r>
            <a:r>
              <a:rPr lang="en-US" sz="600"/>
              <a:t>30</a:t>
            </a:r>
            <a:r>
              <a:rPr lang="zh-CN" sz="600"/>
              <a:t>基点时黄金的表现</a:t>
            </a:r>
          </a:p>
        </c:rich>
      </c:tx>
      <c:layout>
        <c:manualLayout>
          <c:xMode val="edge"/>
          <c:yMode val="edge"/>
          <c:x val="0.20195865070729052"/>
          <c:y val="1.3763210523232951E-2"/>
        </c:manualLayout>
      </c:layout>
      <c:overlay val="0"/>
      <c:spPr>
        <a:noFill/>
        <a:ln>
          <a:noFill/>
        </a:ln>
        <a:effectLst/>
      </c:spPr>
      <c:txPr>
        <a:bodyPr rot="0" spcFirstLastPara="1" vertOverflow="ellipsis" vert="horz" wrap="square" anchor="ctr" anchorCtr="1"/>
        <a:lstStyle/>
        <a:p>
          <a:pPr>
            <a:defRPr sz="600" b="0" i="0" u="none" strike="noStrike" kern="1200" spc="0" baseline="0">
              <a:solidFill>
                <a:schemeClr val="tx1">
                  <a:lumMod val="65000"/>
                  <a:lumOff val="35000"/>
                </a:schemeClr>
              </a:solidFill>
              <a:latin typeface="Arial" panose="020B0604020202020204" pitchFamily="34" charset="0"/>
              <a:ea typeface="思源黑体 CN Normal" panose="020B0400000000000000" pitchFamily="34" charset="-122"/>
              <a:cs typeface="+mn-cs"/>
            </a:defRPr>
          </a:pPr>
          <a:endParaRPr lang="zh-CN"/>
        </a:p>
      </c:txPr>
    </c:title>
    <c:autoTitleDeleted val="0"/>
    <c:plotArea>
      <c:layout>
        <c:manualLayout>
          <c:layoutTarget val="inner"/>
          <c:xMode val="edge"/>
          <c:yMode val="edge"/>
          <c:x val="6.3309831084392448E-2"/>
          <c:y val="3.3536585365853661E-2"/>
          <c:w val="0.90373992877446341"/>
          <c:h val="0.93292682926829273"/>
        </c:manualLayout>
      </c:layout>
      <c:scatterChart>
        <c:scatterStyle val="lineMarker"/>
        <c:varyColors val="0"/>
        <c:ser>
          <c:idx val="0"/>
          <c:order val="0"/>
          <c:spPr>
            <a:ln w="38100" cap="rnd">
              <a:noFill/>
              <a:round/>
            </a:ln>
            <a:effectLst/>
          </c:spPr>
          <c:marker>
            <c:symbol val="circle"/>
            <c:size val="5"/>
            <c:spPr>
              <a:solidFill>
                <a:srgbClr val="2E3160"/>
              </a:solidFill>
              <a:ln w="9525">
                <a:noFill/>
              </a:ln>
              <a:effectLst/>
            </c:spPr>
          </c:marker>
          <c:xVal>
            <c:numRef>
              <c:f>美国_国债实际收益率_10年!$C$57:$C$5367</c:f>
              <c:numCache>
                <c:formatCode>#,##0.00_ </c:formatCode>
                <c:ptCount val="313"/>
                <c:pt idx="0">
                  <c:v>0.46</c:v>
                </c:pt>
                <c:pt idx="1">
                  <c:v>0.37</c:v>
                </c:pt>
                <c:pt idx="2">
                  <c:v>0.37</c:v>
                </c:pt>
                <c:pt idx="3">
                  <c:v>0.38999999999999996</c:v>
                </c:pt>
                <c:pt idx="4">
                  <c:v>0.35000000000000003</c:v>
                </c:pt>
                <c:pt idx="5">
                  <c:v>0.32999999999999996</c:v>
                </c:pt>
                <c:pt idx="6">
                  <c:v>0.35</c:v>
                </c:pt>
                <c:pt idx="7">
                  <c:v>0.37</c:v>
                </c:pt>
                <c:pt idx="8">
                  <c:v>0.48000000000000004</c:v>
                </c:pt>
                <c:pt idx="9">
                  <c:v>0.59000000000000008</c:v>
                </c:pt>
                <c:pt idx="10">
                  <c:v>0.6100000000000001</c:v>
                </c:pt>
                <c:pt idx="11">
                  <c:v>0.57999999999999996</c:v>
                </c:pt>
                <c:pt idx="12">
                  <c:v>0.55000000000000004</c:v>
                </c:pt>
                <c:pt idx="13">
                  <c:v>0.56000000000000005</c:v>
                </c:pt>
                <c:pt idx="14">
                  <c:v>0.35</c:v>
                </c:pt>
                <c:pt idx="15">
                  <c:v>0.33000000000000007</c:v>
                </c:pt>
                <c:pt idx="16">
                  <c:v>0.39000000000000012</c:v>
                </c:pt>
                <c:pt idx="17">
                  <c:v>0.41999999999999993</c:v>
                </c:pt>
                <c:pt idx="18">
                  <c:v>0.33000000000000007</c:v>
                </c:pt>
                <c:pt idx="19">
                  <c:v>0.34000000000000008</c:v>
                </c:pt>
                <c:pt idx="20">
                  <c:v>0.40999999999999992</c:v>
                </c:pt>
                <c:pt idx="21">
                  <c:v>0.38000000000000012</c:v>
                </c:pt>
                <c:pt idx="22">
                  <c:v>0.41999999999999993</c:v>
                </c:pt>
                <c:pt idx="23">
                  <c:v>0.38000000000000012</c:v>
                </c:pt>
                <c:pt idx="24">
                  <c:v>0.37000000000000011</c:v>
                </c:pt>
                <c:pt idx="25">
                  <c:v>0.33000000000000007</c:v>
                </c:pt>
                <c:pt idx="26">
                  <c:v>0.38000000000000012</c:v>
                </c:pt>
                <c:pt idx="27">
                  <c:v>0.32000000000000006</c:v>
                </c:pt>
                <c:pt idx="28">
                  <c:v>0.31999999999999995</c:v>
                </c:pt>
                <c:pt idx="29">
                  <c:v>0.4</c:v>
                </c:pt>
                <c:pt idx="30">
                  <c:v>0.41000000000000003</c:v>
                </c:pt>
                <c:pt idx="31">
                  <c:v>0.4</c:v>
                </c:pt>
                <c:pt idx="32">
                  <c:v>0.54</c:v>
                </c:pt>
                <c:pt idx="33">
                  <c:v>0.57000000000000006</c:v>
                </c:pt>
                <c:pt idx="34">
                  <c:v>0.59</c:v>
                </c:pt>
                <c:pt idx="35">
                  <c:v>0.59</c:v>
                </c:pt>
                <c:pt idx="36">
                  <c:v>0.55000000000000004</c:v>
                </c:pt>
                <c:pt idx="37">
                  <c:v>0.48000000000000004</c:v>
                </c:pt>
                <c:pt idx="38">
                  <c:v>0.45</c:v>
                </c:pt>
                <c:pt idx="39">
                  <c:v>0.45</c:v>
                </c:pt>
                <c:pt idx="40">
                  <c:v>0.51</c:v>
                </c:pt>
                <c:pt idx="41">
                  <c:v>0.61</c:v>
                </c:pt>
                <c:pt idx="42">
                  <c:v>0.58000000000000007</c:v>
                </c:pt>
                <c:pt idx="43">
                  <c:v>0.62</c:v>
                </c:pt>
                <c:pt idx="44">
                  <c:v>0.52</c:v>
                </c:pt>
                <c:pt idx="45">
                  <c:v>0.44999999999999996</c:v>
                </c:pt>
                <c:pt idx="46">
                  <c:v>0.55000000000000004</c:v>
                </c:pt>
                <c:pt idx="47">
                  <c:v>0.45</c:v>
                </c:pt>
                <c:pt idx="48">
                  <c:v>0.6</c:v>
                </c:pt>
                <c:pt idx="49">
                  <c:v>0.8</c:v>
                </c:pt>
                <c:pt idx="50">
                  <c:v>0.83</c:v>
                </c:pt>
                <c:pt idx="51">
                  <c:v>0.88</c:v>
                </c:pt>
                <c:pt idx="52">
                  <c:v>0.9</c:v>
                </c:pt>
                <c:pt idx="53">
                  <c:v>0.74</c:v>
                </c:pt>
                <c:pt idx="54">
                  <c:v>0.6</c:v>
                </c:pt>
                <c:pt idx="55">
                  <c:v>0.58000000000000007</c:v>
                </c:pt>
                <c:pt idx="56">
                  <c:v>0.53</c:v>
                </c:pt>
                <c:pt idx="57">
                  <c:v>0.51</c:v>
                </c:pt>
                <c:pt idx="58">
                  <c:v>0.53</c:v>
                </c:pt>
                <c:pt idx="59">
                  <c:v>0.72</c:v>
                </c:pt>
                <c:pt idx="60">
                  <c:v>0.63</c:v>
                </c:pt>
                <c:pt idx="61">
                  <c:v>0.55999999999999994</c:v>
                </c:pt>
                <c:pt idx="62">
                  <c:v>0.53</c:v>
                </c:pt>
                <c:pt idx="63">
                  <c:v>0.43000000000000005</c:v>
                </c:pt>
                <c:pt idx="64">
                  <c:v>0.34000000000000008</c:v>
                </c:pt>
                <c:pt idx="65">
                  <c:v>0.31999999999999995</c:v>
                </c:pt>
                <c:pt idx="66">
                  <c:v>0.31999999999999995</c:v>
                </c:pt>
                <c:pt idx="67">
                  <c:v>0.46</c:v>
                </c:pt>
                <c:pt idx="68">
                  <c:v>0.39</c:v>
                </c:pt>
                <c:pt idx="69">
                  <c:v>0.39999999999999997</c:v>
                </c:pt>
                <c:pt idx="70">
                  <c:v>0.35000000000000003</c:v>
                </c:pt>
                <c:pt idx="71">
                  <c:v>0.34</c:v>
                </c:pt>
                <c:pt idx="72">
                  <c:v>0.41</c:v>
                </c:pt>
                <c:pt idx="73">
                  <c:v>0.53</c:v>
                </c:pt>
                <c:pt idx="74">
                  <c:v>0.52</c:v>
                </c:pt>
                <c:pt idx="75">
                  <c:v>0.49999999999999994</c:v>
                </c:pt>
                <c:pt idx="76">
                  <c:v>0.53</c:v>
                </c:pt>
                <c:pt idx="77">
                  <c:v>0.43000000000000005</c:v>
                </c:pt>
                <c:pt idx="78">
                  <c:v>0.33000000000000007</c:v>
                </c:pt>
                <c:pt idx="79">
                  <c:v>0.31999999999999995</c:v>
                </c:pt>
                <c:pt idx="80">
                  <c:v>0.35000000000000009</c:v>
                </c:pt>
                <c:pt idx="81">
                  <c:v>0.38</c:v>
                </c:pt>
                <c:pt idx="82">
                  <c:v>0.33999999999999997</c:v>
                </c:pt>
                <c:pt idx="83">
                  <c:v>0.33999999999999997</c:v>
                </c:pt>
                <c:pt idx="84">
                  <c:v>0.34000000000000008</c:v>
                </c:pt>
                <c:pt idx="85">
                  <c:v>0.32000000000000006</c:v>
                </c:pt>
                <c:pt idx="86">
                  <c:v>0.30999999999999994</c:v>
                </c:pt>
                <c:pt idx="87">
                  <c:v>0.31</c:v>
                </c:pt>
                <c:pt idx="88">
                  <c:v>0.30999999999999994</c:v>
                </c:pt>
                <c:pt idx="89">
                  <c:v>0.39</c:v>
                </c:pt>
                <c:pt idx="90">
                  <c:v>0.41</c:v>
                </c:pt>
                <c:pt idx="91">
                  <c:v>0.32</c:v>
                </c:pt>
                <c:pt idx="92">
                  <c:v>0.31000000000000005</c:v>
                </c:pt>
                <c:pt idx="93">
                  <c:v>0.31000000000000005</c:v>
                </c:pt>
                <c:pt idx="94">
                  <c:v>0.32999999999999996</c:v>
                </c:pt>
                <c:pt idx="95">
                  <c:v>0.36</c:v>
                </c:pt>
                <c:pt idx="96">
                  <c:v>0.33999999999999997</c:v>
                </c:pt>
                <c:pt idx="97">
                  <c:v>0.33999999999999997</c:v>
                </c:pt>
                <c:pt idx="98">
                  <c:v>0.33</c:v>
                </c:pt>
                <c:pt idx="99">
                  <c:v>0.39999999999999997</c:v>
                </c:pt>
                <c:pt idx="100">
                  <c:v>0.38999999999999996</c:v>
                </c:pt>
                <c:pt idx="101">
                  <c:v>0.31</c:v>
                </c:pt>
                <c:pt idx="102">
                  <c:v>0.37</c:v>
                </c:pt>
                <c:pt idx="103">
                  <c:v>0.38</c:v>
                </c:pt>
                <c:pt idx="104">
                  <c:v>0.34</c:v>
                </c:pt>
                <c:pt idx="105">
                  <c:v>0.31</c:v>
                </c:pt>
                <c:pt idx="106">
                  <c:v>0.33</c:v>
                </c:pt>
                <c:pt idx="107">
                  <c:v>0.36</c:v>
                </c:pt>
                <c:pt idx="108">
                  <c:v>0.35</c:v>
                </c:pt>
                <c:pt idx="109">
                  <c:v>0.30999999999999994</c:v>
                </c:pt>
                <c:pt idx="110">
                  <c:v>0.46</c:v>
                </c:pt>
                <c:pt idx="111">
                  <c:v>0.65</c:v>
                </c:pt>
                <c:pt idx="112">
                  <c:v>0.71</c:v>
                </c:pt>
                <c:pt idx="113">
                  <c:v>0.43000000000000005</c:v>
                </c:pt>
                <c:pt idx="114">
                  <c:v>0.33000000000000007</c:v>
                </c:pt>
                <c:pt idx="115">
                  <c:v>0.35000000000000009</c:v>
                </c:pt>
                <c:pt idx="116">
                  <c:v>0.37</c:v>
                </c:pt>
                <c:pt idx="117">
                  <c:v>0.38</c:v>
                </c:pt>
                <c:pt idx="118">
                  <c:v>0.4</c:v>
                </c:pt>
                <c:pt idx="119">
                  <c:v>0.36</c:v>
                </c:pt>
                <c:pt idx="120">
                  <c:v>0.44000000000000006</c:v>
                </c:pt>
                <c:pt idx="121">
                  <c:v>0.39</c:v>
                </c:pt>
                <c:pt idx="122">
                  <c:v>0.32999999999999996</c:v>
                </c:pt>
                <c:pt idx="123">
                  <c:v>0.36</c:v>
                </c:pt>
                <c:pt idx="124">
                  <c:v>0.39</c:v>
                </c:pt>
                <c:pt idx="125">
                  <c:v>0.4</c:v>
                </c:pt>
                <c:pt idx="126">
                  <c:v>0.45999999999999996</c:v>
                </c:pt>
                <c:pt idx="127">
                  <c:v>0.37</c:v>
                </c:pt>
                <c:pt idx="128">
                  <c:v>0.38</c:v>
                </c:pt>
                <c:pt idx="129">
                  <c:v>0.33999999999999997</c:v>
                </c:pt>
                <c:pt idx="130">
                  <c:v>0.49</c:v>
                </c:pt>
                <c:pt idx="131">
                  <c:v>0.42000000000000004</c:v>
                </c:pt>
                <c:pt idx="132">
                  <c:v>0.31999999999999995</c:v>
                </c:pt>
                <c:pt idx="133">
                  <c:v>0.41000000000000003</c:v>
                </c:pt>
                <c:pt idx="134">
                  <c:v>0.42000000000000004</c:v>
                </c:pt>
                <c:pt idx="135">
                  <c:v>0.33999999999999997</c:v>
                </c:pt>
                <c:pt idx="136">
                  <c:v>0.35</c:v>
                </c:pt>
                <c:pt idx="137">
                  <c:v>0.33999999999999997</c:v>
                </c:pt>
                <c:pt idx="138">
                  <c:v>0.37000000000000005</c:v>
                </c:pt>
                <c:pt idx="139">
                  <c:v>0.34</c:v>
                </c:pt>
                <c:pt idx="140">
                  <c:v>0.39</c:v>
                </c:pt>
                <c:pt idx="141">
                  <c:v>0.32999999999999996</c:v>
                </c:pt>
                <c:pt idx="142">
                  <c:v>0.42</c:v>
                </c:pt>
                <c:pt idx="143">
                  <c:v>0.55000000000000004</c:v>
                </c:pt>
                <c:pt idx="144">
                  <c:v>0.69</c:v>
                </c:pt>
                <c:pt idx="145">
                  <c:v>0.82000000000000006</c:v>
                </c:pt>
                <c:pt idx="146">
                  <c:v>0.74</c:v>
                </c:pt>
                <c:pt idx="147">
                  <c:v>0.73</c:v>
                </c:pt>
                <c:pt idx="148">
                  <c:v>0.82</c:v>
                </c:pt>
                <c:pt idx="149">
                  <c:v>0.65</c:v>
                </c:pt>
                <c:pt idx="150">
                  <c:v>0.59</c:v>
                </c:pt>
                <c:pt idx="151">
                  <c:v>0.55000000000000004</c:v>
                </c:pt>
                <c:pt idx="152">
                  <c:v>0.6399999999999999</c:v>
                </c:pt>
                <c:pt idx="153">
                  <c:v>0.72</c:v>
                </c:pt>
                <c:pt idx="154">
                  <c:v>0.51</c:v>
                </c:pt>
                <c:pt idx="155">
                  <c:v>0.41000000000000003</c:v>
                </c:pt>
                <c:pt idx="156">
                  <c:v>0.54</c:v>
                </c:pt>
                <c:pt idx="157">
                  <c:v>0.48</c:v>
                </c:pt>
                <c:pt idx="158">
                  <c:v>0.38999999999999996</c:v>
                </c:pt>
                <c:pt idx="159">
                  <c:v>0.43</c:v>
                </c:pt>
                <c:pt idx="160">
                  <c:v>0.33</c:v>
                </c:pt>
                <c:pt idx="161">
                  <c:v>0.52</c:v>
                </c:pt>
                <c:pt idx="162">
                  <c:v>0.7</c:v>
                </c:pt>
                <c:pt idx="163">
                  <c:v>0.55000000000000004</c:v>
                </c:pt>
                <c:pt idx="164">
                  <c:v>0.45</c:v>
                </c:pt>
                <c:pt idx="165">
                  <c:v>0.48</c:v>
                </c:pt>
                <c:pt idx="166">
                  <c:v>0.48</c:v>
                </c:pt>
                <c:pt idx="167">
                  <c:v>0.45999999999999996</c:v>
                </c:pt>
                <c:pt idx="168">
                  <c:v>0.49</c:v>
                </c:pt>
                <c:pt idx="169">
                  <c:v>0.32999999999999996</c:v>
                </c:pt>
                <c:pt idx="170">
                  <c:v>0.39</c:v>
                </c:pt>
                <c:pt idx="171">
                  <c:v>0.33999999999999997</c:v>
                </c:pt>
                <c:pt idx="172">
                  <c:v>0.34</c:v>
                </c:pt>
                <c:pt idx="173">
                  <c:v>0.32</c:v>
                </c:pt>
                <c:pt idx="174">
                  <c:v>0.35</c:v>
                </c:pt>
                <c:pt idx="175">
                  <c:v>0.34</c:v>
                </c:pt>
                <c:pt idx="176">
                  <c:v>0.31</c:v>
                </c:pt>
                <c:pt idx="177">
                  <c:v>0.43999999999999995</c:v>
                </c:pt>
                <c:pt idx="178">
                  <c:v>0.65</c:v>
                </c:pt>
                <c:pt idx="179">
                  <c:v>0.43</c:v>
                </c:pt>
                <c:pt idx="180">
                  <c:v>0.39</c:v>
                </c:pt>
                <c:pt idx="181">
                  <c:v>0.5</c:v>
                </c:pt>
                <c:pt idx="182">
                  <c:v>0.44999999999999996</c:v>
                </c:pt>
                <c:pt idx="183">
                  <c:v>0.39</c:v>
                </c:pt>
                <c:pt idx="184">
                  <c:v>0.32999999999999996</c:v>
                </c:pt>
                <c:pt idx="185">
                  <c:v>0.36</c:v>
                </c:pt>
                <c:pt idx="186">
                  <c:v>0.46</c:v>
                </c:pt>
                <c:pt idx="187">
                  <c:v>0.59</c:v>
                </c:pt>
                <c:pt idx="188">
                  <c:v>0.63</c:v>
                </c:pt>
                <c:pt idx="189">
                  <c:v>0.44000000000000006</c:v>
                </c:pt>
                <c:pt idx="190">
                  <c:v>0.42000000000000004</c:v>
                </c:pt>
                <c:pt idx="191">
                  <c:v>0.4</c:v>
                </c:pt>
                <c:pt idx="192">
                  <c:v>0.47</c:v>
                </c:pt>
                <c:pt idx="193">
                  <c:v>0.39</c:v>
                </c:pt>
                <c:pt idx="194">
                  <c:v>0.35000000000000003</c:v>
                </c:pt>
                <c:pt idx="195">
                  <c:v>0.4</c:v>
                </c:pt>
                <c:pt idx="196">
                  <c:v>0.47000000000000008</c:v>
                </c:pt>
                <c:pt idx="197">
                  <c:v>0.4</c:v>
                </c:pt>
                <c:pt idx="198">
                  <c:v>0.58000000000000007</c:v>
                </c:pt>
                <c:pt idx="199">
                  <c:v>0.51</c:v>
                </c:pt>
                <c:pt idx="200">
                  <c:v>0.48</c:v>
                </c:pt>
                <c:pt idx="201">
                  <c:v>0.53</c:v>
                </c:pt>
                <c:pt idx="202">
                  <c:v>0.55000000000000004</c:v>
                </c:pt>
                <c:pt idx="203">
                  <c:v>0.56000000000000005</c:v>
                </c:pt>
                <c:pt idx="204">
                  <c:v>0.54999999999999993</c:v>
                </c:pt>
                <c:pt idx="205">
                  <c:v>0.61</c:v>
                </c:pt>
                <c:pt idx="206">
                  <c:v>0.6</c:v>
                </c:pt>
                <c:pt idx="207">
                  <c:v>0.64</c:v>
                </c:pt>
                <c:pt idx="208">
                  <c:v>0.64000000000000012</c:v>
                </c:pt>
                <c:pt idx="209">
                  <c:v>0.78999999999999992</c:v>
                </c:pt>
                <c:pt idx="210">
                  <c:v>0.74</c:v>
                </c:pt>
                <c:pt idx="211">
                  <c:v>0.66999999999999993</c:v>
                </c:pt>
                <c:pt idx="212">
                  <c:v>0.82000000000000006</c:v>
                </c:pt>
                <c:pt idx="213">
                  <c:v>0.83000000000000007</c:v>
                </c:pt>
                <c:pt idx="214">
                  <c:v>1.1300000000000001</c:v>
                </c:pt>
                <c:pt idx="215">
                  <c:v>1.17</c:v>
                </c:pt>
                <c:pt idx="216">
                  <c:v>0.84999999999999987</c:v>
                </c:pt>
                <c:pt idx="217">
                  <c:v>1.01</c:v>
                </c:pt>
                <c:pt idx="218">
                  <c:v>1.0099999999999998</c:v>
                </c:pt>
                <c:pt idx="219">
                  <c:v>0.61999999999999988</c:v>
                </c:pt>
                <c:pt idx="220">
                  <c:v>0.64999999999999991</c:v>
                </c:pt>
                <c:pt idx="221">
                  <c:v>0.69000000000000006</c:v>
                </c:pt>
                <c:pt idx="222">
                  <c:v>0.79000000000000015</c:v>
                </c:pt>
                <c:pt idx="223">
                  <c:v>0.7400000000000001</c:v>
                </c:pt>
                <c:pt idx="224">
                  <c:v>0.71000000000000008</c:v>
                </c:pt>
                <c:pt idx="225">
                  <c:v>0.67000000000000015</c:v>
                </c:pt>
                <c:pt idx="226">
                  <c:v>0.64999999999999991</c:v>
                </c:pt>
                <c:pt idx="227">
                  <c:v>0.64000000000000012</c:v>
                </c:pt>
                <c:pt idx="228">
                  <c:v>0.55000000000000004</c:v>
                </c:pt>
                <c:pt idx="229">
                  <c:v>0.53</c:v>
                </c:pt>
                <c:pt idx="230">
                  <c:v>0.57000000000000006</c:v>
                </c:pt>
                <c:pt idx="231">
                  <c:v>0.56000000000000005</c:v>
                </c:pt>
                <c:pt idx="232">
                  <c:v>0.56000000000000005</c:v>
                </c:pt>
                <c:pt idx="233">
                  <c:v>0.36999999999999988</c:v>
                </c:pt>
                <c:pt idx="234">
                  <c:v>0.3600000000000001</c:v>
                </c:pt>
                <c:pt idx="235">
                  <c:v>0.3600000000000001</c:v>
                </c:pt>
                <c:pt idx="236">
                  <c:v>0.3899999999999999</c:v>
                </c:pt>
                <c:pt idx="237">
                  <c:v>0.40000000000000013</c:v>
                </c:pt>
                <c:pt idx="238">
                  <c:v>0.40000000000000013</c:v>
                </c:pt>
                <c:pt idx="239">
                  <c:v>0.31000000000000005</c:v>
                </c:pt>
                <c:pt idx="240">
                  <c:v>0.32000000000000006</c:v>
                </c:pt>
                <c:pt idx="241">
                  <c:v>0.31000000000000005</c:v>
                </c:pt>
                <c:pt idx="242">
                  <c:v>0.31000000000000005</c:v>
                </c:pt>
                <c:pt idx="243">
                  <c:v>0.33000000000000007</c:v>
                </c:pt>
                <c:pt idx="244">
                  <c:v>0.40000000000000013</c:v>
                </c:pt>
                <c:pt idx="245">
                  <c:v>0.31000000000000005</c:v>
                </c:pt>
                <c:pt idx="246">
                  <c:v>0.33000000000000007</c:v>
                </c:pt>
                <c:pt idx="247">
                  <c:v>0.32000000000000006</c:v>
                </c:pt>
                <c:pt idx="248">
                  <c:v>0.33000000000000007</c:v>
                </c:pt>
                <c:pt idx="249">
                  <c:v>0.35999999999999988</c:v>
                </c:pt>
                <c:pt idx="250">
                  <c:v>0.31000000000000005</c:v>
                </c:pt>
                <c:pt idx="251">
                  <c:v>0.32999999999999985</c:v>
                </c:pt>
                <c:pt idx="252">
                  <c:v>0.3899999999999999</c:v>
                </c:pt>
                <c:pt idx="253">
                  <c:v>0.43999999999999995</c:v>
                </c:pt>
                <c:pt idx="254">
                  <c:v>0.43999999999999995</c:v>
                </c:pt>
                <c:pt idx="255">
                  <c:v>0.51</c:v>
                </c:pt>
                <c:pt idx="256">
                  <c:v>0.51</c:v>
                </c:pt>
                <c:pt idx="257">
                  <c:v>0.32000000000000006</c:v>
                </c:pt>
                <c:pt idx="258">
                  <c:v>0.40999999999999992</c:v>
                </c:pt>
                <c:pt idx="259">
                  <c:v>0.31999999999999984</c:v>
                </c:pt>
                <c:pt idx="260">
                  <c:v>0.31000000000000005</c:v>
                </c:pt>
                <c:pt idx="261">
                  <c:v>0.32000000000000006</c:v>
                </c:pt>
                <c:pt idx="262">
                  <c:v>0.31000000000000005</c:v>
                </c:pt>
                <c:pt idx="263">
                  <c:v>0.37000000000000011</c:v>
                </c:pt>
                <c:pt idx="264">
                  <c:v>0.37000000000000011</c:v>
                </c:pt>
                <c:pt idx="265">
                  <c:v>0.38000000000000012</c:v>
                </c:pt>
                <c:pt idx="266">
                  <c:v>0.48999999999999977</c:v>
                </c:pt>
                <c:pt idx="267">
                  <c:v>0.53000000000000025</c:v>
                </c:pt>
                <c:pt idx="268">
                  <c:v>0.41999999999999993</c:v>
                </c:pt>
                <c:pt idx="269">
                  <c:v>0.41000000000000014</c:v>
                </c:pt>
                <c:pt idx="270">
                  <c:v>0.52000000000000024</c:v>
                </c:pt>
                <c:pt idx="271">
                  <c:v>0.40999999999999992</c:v>
                </c:pt>
                <c:pt idx="272">
                  <c:v>0.31999999999999984</c:v>
                </c:pt>
                <c:pt idx="273">
                  <c:v>0.42999999999999994</c:v>
                </c:pt>
                <c:pt idx="274">
                  <c:v>0.39000000000000012</c:v>
                </c:pt>
                <c:pt idx="275">
                  <c:v>0.38000000000000012</c:v>
                </c:pt>
                <c:pt idx="276">
                  <c:v>0.43999999999999995</c:v>
                </c:pt>
                <c:pt idx="277">
                  <c:v>0.51000000000000023</c:v>
                </c:pt>
                <c:pt idx="278">
                  <c:v>0.49000000000000021</c:v>
                </c:pt>
                <c:pt idx="279">
                  <c:v>0.45999999999999996</c:v>
                </c:pt>
                <c:pt idx="280">
                  <c:v>0.3400000000000003</c:v>
                </c:pt>
                <c:pt idx="281">
                  <c:v>0.36000000000000032</c:v>
                </c:pt>
                <c:pt idx="282">
                  <c:v>0.33999999999999986</c:v>
                </c:pt>
                <c:pt idx="283">
                  <c:v>0.33000000000000007</c:v>
                </c:pt>
                <c:pt idx="284">
                  <c:v>0.31999999999999984</c:v>
                </c:pt>
                <c:pt idx="285">
                  <c:v>0.33000000000000007</c:v>
                </c:pt>
                <c:pt idx="286">
                  <c:v>0.32000000000000028</c:v>
                </c:pt>
                <c:pt idx="287">
                  <c:v>0.35999999999999988</c:v>
                </c:pt>
                <c:pt idx="288">
                  <c:v>0.36000000000000032</c:v>
                </c:pt>
                <c:pt idx="289">
                  <c:v>0.3400000000000003</c:v>
                </c:pt>
                <c:pt idx="290">
                  <c:v>0.31999999999999984</c:v>
                </c:pt>
                <c:pt idx="291">
                  <c:v>0.34999999999999987</c:v>
                </c:pt>
                <c:pt idx="292">
                  <c:v>0.35999999999999988</c:v>
                </c:pt>
                <c:pt idx="293">
                  <c:v>0.34999999999999987</c:v>
                </c:pt>
                <c:pt idx="294">
                  <c:v>0.3600000000000001</c:v>
                </c:pt>
                <c:pt idx="295">
                  <c:v>0.37999999999999989</c:v>
                </c:pt>
                <c:pt idx="296">
                  <c:v>0.32000000000000006</c:v>
                </c:pt>
                <c:pt idx="297">
                  <c:v>0.39999999999999991</c:v>
                </c:pt>
                <c:pt idx="298">
                  <c:v>0.45999999999999996</c:v>
                </c:pt>
                <c:pt idx="299">
                  <c:v>0.3899999999999999</c:v>
                </c:pt>
                <c:pt idx="300">
                  <c:v>0.32000000000000006</c:v>
                </c:pt>
                <c:pt idx="301">
                  <c:v>0.33999999999999986</c:v>
                </c:pt>
                <c:pt idx="302">
                  <c:v>0.35000000000000009</c:v>
                </c:pt>
                <c:pt idx="303">
                  <c:v>0.35000000000000009</c:v>
                </c:pt>
                <c:pt idx="304">
                  <c:v>0.32000000000000028</c:v>
                </c:pt>
                <c:pt idx="305">
                  <c:v>0.30999999999999983</c:v>
                </c:pt>
                <c:pt idx="306">
                  <c:v>0.37999999999999989</c:v>
                </c:pt>
                <c:pt idx="307">
                  <c:v>0.37000000000000011</c:v>
                </c:pt>
                <c:pt idx="308">
                  <c:v>0.3600000000000001</c:v>
                </c:pt>
                <c:pt idx="309">
                  <c:v>0.3600000000000001</c:v>
                </c:pt>
                <c:pt idx="310">
                  <c:v>0.40999999999999992</c:v>
                </c:pt>
                <c:pt idx="311">
                  <c:v>0.37999999999999989</c:v>
                </c:pt>
                <c:pt idx="312">
                  <c:v>0.33999999999999986</c:v>
                </c:pt>
              </c:numCache>
            </c:numRef>
          </c:xVal>
          <c:yVal>
            <c:numRef>
              <c:f>美国_国债实际收益率_10年!$E$57:$E$5367</c:f>
              <c:numCache>
                <c:formatCode>###,###,##0.0000</c:formatCode>
                <c:ptCount val="313"/>
                <c:pt idx="0">
                  <c:v>0.75906246528678611</c:v>
                </c:pt>
                <c:pt idx="1">
                  <c:v>-2.3649017964508245</c:v>
                </c:pt>
                <c:pt idx="2">
                  <c:v>-3.2690149513087019</c:v>
                </c:pt>
                <c:pt idx="3">
                  <c:v>-1.1202864659456413</c:v>
                </c:pt>
                <c:pt idx="4">
                  <c:v>3.7203548367630068</c:v>
                </c:pt>
                <c:pt idx="5">
                  <c:v>4.7195080544761847</c:v>
                </c:pt>
                <c:pt idx="6">
                  <c:v>3.1732450429671655</c:v>
                </c:pt>
                <c:pt idx="7">
                  <c:v>4.021627188465482</c:v>
                </c:pt>
                <c:pt idx="8">
                  <c:v>3.2855722126045039</c:v>
                </c:pt>
                <c:pt idx="9">
                  <c:v>2.4856327166215442</c:v>
                </c:pt>
                <c:pt idx="10">
                  <c:v>-0.38779174147217654</c:v>
                </c:pt>
                <c:pt idx="11">
                  <c:v>-0.54891830804004726</c:v>
                </c:pt>
                <c:pt idx="12">
                  <c:v>-1.0904189280266707</c:v>
                </c:pt>
                <c:pt idx="13">
                  <c:v>0.24050542034603772</c:v>
                </c:pt>
                <c:pt idx="14">
                  <c:v>-1.9756504454619739</c:v>
                </c:pt>
                <c:pt idx="15">
                  <c:v>2.3856858846918572</c:v>
                </c:pt>
                <c:pt idx="16">
                  <c:v>2.0082339810633121</c:v>
                </c:pt>
                <c:pt idx="17">
                  <c:v>2.1061805505120157</c:v>
                </c:pt>
                <c:pt idx="18">
                  <c:v>2.6055672650628692</c:v>
                </c:pt>
                <c:pt idx="19">
                  <c:v>2.8918839730442514</c:v>
                </c:pt>
                <c:pt idx="20">
                  <c:v>-1.0367694004295047</c:v>
                </c:pt>
                <c:pt idx="21">
                  <c:v>-0.57961504811897546</c:v>
                </c:pt>
                <c:pt idx="22">
                  <c:v>-0.42130011609483597</c:v>
                </c:pt>
                <c:pt idx="23">
                  <c:v>-1.354239357990239</c:v>
                </c:pt>
                <c:pt idx="24">
                  <c:v>-1.4245076111268018</c:v>
                </c:pt>
                <c:pt idx="25">
                  <c:v>-1.0123572432179206</c:v>
                </c:pt>
                <c:pt idx="26">
                  <c:v>4.731470832302076E-2</c:v>
                </c:pt>
                <c:pt idx="27">
                  <c:v>1.5741386269401358</c:v>
                </c:pt>
                <c:pt idx="28">
                  <c:v>-8.7130551730763006</c:v>
                </c:pt>
                <c:pt idx="29">
                  <c:v>-1.4519017107846199</c:v>
                </c:pt>
                <c:pt idx="30">
                  <c:v>-2.4781800974447155</c:v>
                </c:pt>
                <c:pt idx="31">
                  <c:v>-1.8648266100495303</c:v>
                </c:pt>
                <c:pt idx="32">
                  <c:v>-3.5420231153322379</c:v>
                </c:pt>
                <c:pt idx="33">
                  <c:v>-5.0944218873477549</c:v>
                </c:pt>
                <c:pt idx="34">
                  <c:v>-3.2788679219473371</c:v>
                </c:pt>
                <c:pt idx="35">
                  <c:v>-5.9630199264192774</c:v>
                </c:pt>
                <c:pt idx="36">
                  <c:v>-4.4252581682749259</c:v>
                </c:pt>
                <c:pt idx="37">
                  <c:v>-3.9894894276814918</c:v>
                </c:pt>
                <c:pt idx="38">
                  <c:v>-4.3405949232488972</c:v>
                </c:pt>
                <c:pt idx="39">
                  <c:v>-3.8646948835628026</c:v>
                </c:pt>
                <c:pt idx="40">
                  <c:v>-5.8765482509868017</c:v>
                </c:pt>
                <c:pt idx="41">
                  <c:v>-4.5590027052514914</c:v>
                </c:pt>
                <c:pt idx="42">
                  <c:v>-6.4922289986228616</c:v>
                </c:pt>
                <c:pt idx="43">
                  <c:v>-4.7557003257328923</c:v>
                </c:pt>
                <c:pt idx="44">
                  <c:v>-4.2936058555448131</c:v>
                </c:pt>
                <c:pt idx="45">
                  <c:v>-2.7848844524598348</c:v>
                </c:pt>
                <c:pt idx="46">
                  <c:v>-2.8097376175108879</c:v>
                </c:pt>
                <c:pt idx="47">
                  <c:v>-1.8219277402496625</c:v>
                </c:pt>
                <c:pt idx="48">
                  <c:v>-2.5064935064935123</c:v>
                </c:pt>
                <c:pt idx="49">
                  <c:v>-5.4797543304769931</c:v>
                </c:pt>
                <c:pt idx="50">
                  <c:v>-6.9880901133591582</c:v>
                </c:pt>
                <c:pt idx="51">
                  <c:v>-6.8288323633906467</c:v>
                </c:pt>
                <c:pt idx="52">
                  <c:v>-6.7680969060128433</c:v>
                </c:pt>
                <c:pt idx="53">
                  <c:v>-11.821580044569036</c:v>
                </c:pt>
                <c:pt idx="54">
                  <c:v>-13.91832403676565</c:v>
                </c:pt>
                <c:pt idx="55">
                  <c:v>-10.618072297879433</c:v>
                </c:pt>
                <c:pt idx="56">
                  <c:v>-10.089010121312182</c:v>
                </c:pt>
                <c:pt idx="57">
                  <c:v>-12.068026729837722</c:v>
                </c:pt>
                <c:pt idx="58">
                  <c:v>-9.7332699291025513</c:v>
                </c:pt>
                <c:pt idx="59">
                  <c:v>-13.33427802182231</c:v>
                </c:pt>
                <c:pt idx="60">
                  <c:v>-11.601866474207368</c:v>
                </c:pt>
                <c:pt idx="61">
                  <c:v>-10.827989169160613</c:v>
                </c:pt>
                <c:pt idx="62">
                  <c:v>-10.900976724119648</c:v>
                </c:pt>
                <c:pt idx="63">
                  <c:v>-7.0026390947543371</c:v>
                </c:pt>
                <c:pt idx="64">
                  <c:v>-7.2701045798773904</c:v>
                </c:pt>
                <c:pt idx="65">
                  <c:v>-6.8051394037885293</c:v>
                </c:pt>
                <c:pt idx="66">
                  <c:v>-6.9609043127655035</c:v>
                </c:pt>
                <c:pt idx="67">
                  <c:v>7.0424963365227189</c:v>
                </c:pt>
                <c:pt idx="68">
                  <c:v>6.7689839905313631</c:v>
                </c:pt>
                <c:pt idx="69">
                  <c:v>5.4517398348892909</c:v>
                </c:pt>
                <c:pt idx="70">
                  <c:v>3.0159894601311521</c:v>
                </c:pt>
                <c:pt idx="71">
                  <c:v>6.5776268628560786</c:v>
                </c:pt>
                <c:pt idx="72">
                  <c:v>6.2223782735800981</c:v>
                </c:pt>
                <c:pt idx="73">
                  <c:v>4.2500476462740577</c:v>
                </c:pt>
                <c:pt idx="74">
                  <c:v>6.8169783664730366</c:v>
                </c:pt>
                <c:pt idx="75">
                  <c:v>8.0940171606256328</c:v>
                </c:pt>
                <c:pt idx="76">
                  <c:v>5.9177571545062646</c:v>
                </c:pt>
                <c:pt idx="77">
                  <c:v>3.9645195675346301</c:v>
                </c:pt>
                <c:pt idx="78">
                  <c:v>0.55310407790627458</c:v>
                </c:pt>
                <c:pt idx="79">
                  <c:v>-5.9439893313012027</c:v>
                </c:pt>
                <c:pt idx="80">
                  <c:v>-7.1373222316761904</c:v>
                </c:pt>
                <c:pt idx="81">
                  <c:v>-6.0663906777062344</c:v>
                </c:pt>
                <c:pt idx="82">
                  <c:v>-6.2595019254663153</c:v>
                </c:pt>
                <c:pt idx="83">
                  <c:v>-4.4647896156016831</c:v>
                </c:pt>
                <c:pt idx="84">
                  <c:v>-5.1506066426195707</c:v>
                </c:pt>
                <c:pt idx="85">
                  <c:v>-5.7684509326845106</c:v>
                </c:pt>
                <c:pt idx="86">
                  <c:v>-8.4752276452733639</c:v>
                </c:pt>
                <c:pt idx="87">
                  <c:v>-7.3731584963169787</c:v>
                </c:pt>
                <c:pt idx="88">
                  <c:v>0.59544513457556736</c:v>
                </c:pt>
                <c:pt idx="89">
                  <c:v>1.9515645805592508</c:v>
                </c:pt>
                <c:pt idx="90">
                  <c:v>0.78874885234956338</c:v>
                </c:pt>
                <c:pt idx="91">
                  <c:v>0.44431525620796108</c:v>
                </c:pt>
                <c:pt idx="92">
                  <c:v>-0.50172126410306106</c:v>
                </c:pt>
                <c:pt idx="93">
                  <c:v>8.2772367543104686E-2</c:v>
                </c:pt>
                <c:pt idx="94">
                  <c:v>-2.7295999999999876</c:v>
                </c:pt>
                <c:pt idx="95">
                  <c:v>-3.7397402183441009</c:v>
                </c:pt>
                <c:pt idx="96">
                  <c:v>-3.8456662969418409</c:v>
                </c:pt>
                <c:pt idx="97">
                  <c:v>-4.5074862096138757</c:v>
                </c:pt>
                <c:pt idx="98">
                  <c:v>-6.0970597533986819</c:v>
                </c:pt>
                <c:pt idx="99">
                  <c:v>-6.4714666076747474</c:v>
                </c:pt>
                <c:pt idx="100">
                  <c:v>-5.5784143060610862</c:v>
                </c:pt>
                <c:pt idx="101">
                  <c:v>-6.6873478363307814</c:v>
                </c:pt>
                <c:pt idx="102">
                  <c:v>-7.5997791449755381</c:v>
                </c:pt>
                <c:pt idx="103">
                  <c:v>-7.7387486278814528</c:v>
                </c:pt>
                <c:pt idx="104">
                  <c:v>-8.363422753084004</c:v>
                </c:pt>
                <c:pt idx="105">
                  <c:v>-9.4895913646877332</c:v>
                </c:pt>
                <c:pt idx="106">
                  <c:v>-10.050714615029976</c:v>
                </c:pt>
                <c:pt idx="107">
                  <c:v>-11.040883638873977</c:v>
                </c:pt>
                <c:pt idx="108">
                  <c:v>-6.9937061561659908</c:v>
                </c:pt>
                <c:pt idx="109">
                  <c:v>2.0969449485783498</c:v>
                </c:pt>
                <c:pt idx="110">
                  <c:v>-2.3888605007664654</c:v>
                </c:pt>
                <c:pt idx="111">
                  <c:v>-5.7010238301463563</c:v>
                </c:pt>
                <c:pt idx="112">
                  <c:v>-6.9404023788434692</c:v>
                </c:pt>
                <c:pt idx="113">
                  <c:v>-4.5880322420330248</c:v>
                </c:pt>
                <c:pt idx="114">
                  <c:v>-6.7604543524187877</c:v>
                </c:pt>
                <c:pt idx="115">
                  <c:v>-6.8151850851121303</c:v>
                </c:pt>
                <c:pt idx="116">
                  <c:v>-8.1258120398440941</c:v>
                </c:pt>
                <c:pt idx="117">
                  <c:v>-8.6479706177306159</c:v>
                </c:pt>
                <c:pt idx="118">
                  <c:v>-8.3968219416630347</c:v>
                </c:pt>
                <c:pt idx="119">
                  <c:v>-6.440605882160499</c:v>
                </c:pt>
                <c:pt idx="120">
                  <c:v>-5.6874761674273184</c:v>
                </c:pt>
                <c:pt idx="121">
                  <c:v>-5.8127896603494378</c:v>
                </c:pt>
                <c:pt idx="122">
                  <c:v>-6.1012637898067767</c:v>
                </c:pt>
                <c:pt idx="123">
                  <c:v>-4.4655728324144768</c:v>
                </c:pt>
                <c:pt idx="124">
                  <c:v>2.4220132081056001</c:v>
                </c:pt>
                <c:pt idx="125">
                  <c:v>3.5786171168432857</c:v>
                </c:pt>
                <c:pt idx="126">
                  <c:v>2.2306310272676599</c:v>
                </c:pt>
                <c:pt idx="127">
                  <c:v>2.0294427152973471</c:v>
                </c:pt>
                <c:pt idx="128">
                  <c:v>2.9040545068692136</c:v>
                </c:pt>
                <c:pt idx="129">
                  <c:v>3.3095597204410909</c:v>
                </c:pt>
                <c:pt idx="130">
                  <c:v>0.90291125383883397</c:v>
                </c:pt>
                <c:pt idx="131">
                  <c:v>-0.26871635495866464</c:v>
                </c:pt>
                <c:pt idx="132">
                  <c:v>-1.1064487632508779</c:v>
                </c:pt>
                <c:pt idx="133">
                  <c:v>-0.52320077068304105</c:v>
                </c:pt>
                <c:pt idx="134">
                  <c:v>-0.18860520823057447</c:v>
                </c:pt>
                <c:pt idx="135">
                  <c:v>-0.45681475032235408</c:v>
                </c:pt>
                <c:pt idx="136">
                  <c:v>-1.3459141501388605</c:v>
                </c:pt>
                <c:pt idx="137">
                  <c:v>0.36157128040208431</c:v>
                </c:pt>
                <c:pt idx="138">
                  <c:v>1.7155552585861322</c:v>
                </c:pt>
                <c:pt idx="139">
                  <c:v>0.80365584620232244</c:v>
                </c:pt>
                <c:pt idx="140">
                  <c:v>2.3058965522717578</c:v>
                </c:pt>
                <c:pt idx="141">
                  <c:v>1.4790403789025852</c:v>
                </c:pt>
                <c:pt idx="142">
                  <c:v>-1.0463053883288054</c:v>
                </c:pt>
                <c:pt idx="143">
                  <c:v>0.1861347740199415</c:v>
                </c:pt>
                <c:pt idx="144">
                  <c:v>-0.64008183128497764</c:v>
                </c:pt>
                <c:pt idx="145">
                  <c:v>-2.3369441132448765</c:v>
                </c:pt>
                <c:pt idx="146">
                  <c:v>-3.3994603713326077</c:v>
                </c:pt>
                <c:pt idx="147">
                  <c:v>-5.0354897744965381</c:v>
                </c:pt>
                <c:pt idx="148">
                  <c:v>-1.8962486817656776</c:v>
                </c:pt>
                <c:pt idx="149">
                  <c:v>-1.5175190816755779</c:v>
                </c:pt>
                <c:pt idx="150">
                  <c:v>-0.54470559241133198</c:v>
                </c:pt>
                <c:pt idx="151">
                  <c:v>1.1844331641285955</c:v>
                </c:pt>
                <c:pt idx="152">
                  <c:v>3.1744707477317835</c:v>
                </c:pt>
                <c:pt idx="153">
                  <c:v>1.1867397351268183</c:v>
                </c:pt>
                <c:pt idx="154">
                  <c:v>0.75671780088542029</c:v>
                </c:pt>
                <c:pt idx="155">
                  <c:v>1.5080173933139651</c:v>
                </c:pt>
                <c:pt idx="156">
                  <c:v>-0.23869801084990261</c:v>
                </c:pt>
                <c:pt idx="157">
                  <c:v>-1.2388090776597971</c:v>
                </c:pt>
                <c:pt idx="158">
                  <c:v>-1.9657284001440845</c:v>
                </c:pt>
                <c:pt idx="159">
                  <c:v>-3.6556480866499763</c:v>
                </c:pt>
                <c:pt idx="160">
                  <c:v>-3.2220116565952694</c:v>
                </c:pt>
                <c:pt idx="161">
                  <c:v>-1.3967302820820926</c:v>
                </c:pt>
                <c:pt idx="162">
                  <c:v>-1.2225522380282405</c:v>
                </c:pt>
                <c:pt idx="163">
                  <c:v>-3.3477696196374862</c:v>
                </c:pt>
                <c:pt idx="164">
                  <c:v>-2.8808921472456062</c:v>
                </c:pt>
                <c:pt idx="165">
                  <c:v>-2.5082373136018798</c:v>
                </c:pt>
                <c:pt idx="166">
                  <c:v>-2.5518811778709294</c:v>
                </c:pt>
                <c:pt idx="167">
                  <c:v>-3.6395778089741593</c:v>
                </c:pt>
                <c:pt idx="168">
                  <c:v>-4.5144397861696106</c:v>
                </c:pt>
                <c:pt idx="169">
                  <c:v>-4.029516623828866</c:v>
                </c:pt>
                <c:pt idx="170">
                  <c:v>-6.4425465296168554</c:v>
                </c:pt>
                <c:pt idx="171">
                  <c:v>-7.3129805378952977</c:v>
                </c:pt>
                <c:pt idx="172">
                  <c:v>-8.2633761505006564</c:v>
                </c:pt>
                <c:pt idx="173">
                  <c:v>-6.9228980936786089</c:v>
                </c:pt>
                <c:pt idx="174">
                  <c:v>-5.3384195939334074</c:v>
                </c:pt>
                <c:pt idx="175">
                  <c:v>-5.3160987074030501</c:v>
                </c:pt>
                <c:pt idx="176">
                  <c:v>-4.2750119220375744</c:v>
                </c:pt>
                <c:pt idx="177">
                  <c:v>-1.0262286234107632</c:v>
                </c:pt>
                <c:pt idx="178">
                  <c:v>-2.3866090712743038</c:v>
                </c:pt>
                <c:pt idx="179">
                  <c:v>0.66648366730717168</c:v>
                </c:pt>
                <c:pt idx="180">
                  <c:v>2.55274543568762</c:v>
                </c:pt>
                <c:pt idx="181">
                  <c:v>0.9069474145966927</c:v>
                </c:pt>
                <c:pt idx="182">
                  <c:v>1.0318632855567778</c:v>
                </c:pt>
                <c:pt idx="183">
                  <c:v>1.1691566392417307</c:v>
                </c:pt>
                <c:pt idx="184">
                  <c:v>-1.0478373761604765</c:v>
                </c:pt>
                <c:pt idx="185">
                  <c:v>-1.0749087898715981</c:v>
                </c:pt>
                <c:pt idx="186">
                  <c:v>-1.6511551611009478</c:v>
                </c:pt>
                <c:pt idx="187">
                  <c:v>-2.5337475894578909</c:v>
                </c:pt>
                <c:pt idx="188">
                  <c:v>-1.9265015379633987</c:v>
                </c:pt>
                <c:pt idx="189">
                  <c:v>-2.3297297297297237</c:v>
                </c:pt>
                <c:pt idx="190">
                  <c:v>-5.8291348393737508</c:v>
                </c:pt>
                <c:pt idx="191">
                  <c:v>-6.8639331977304323</c:v>
                </c:pt>
                <c:pt idx="192">
                  <c:v>-5.8501744005689744</c:v>
                </c:pt>
                <c:pt idx="193">
                  <c:v>-5.8698354622095161</c:v>
                </c:pt>
                <c:pt idx="194">
                  <c:v>-6.8458165953954486</c:v>
                </c:pt>
                <c:pt idx="195">
                  <c:v>0.47773419473928769</c:v>
                </c:pt>
                <c:pt idx="196">
                  <c:v>-1.8059590953113491</c:v>
                </c:pt>
                <c:pt idx="197">
                  <c:v>-3.1278447118029074</c:v>
                </c:pt>
                <c:pt idx="198">
                  <c:v>-4.2189783493113193</c:v>
                </c:pt>
                <c:pt idx="199">
                  <c:v>-2.713068181818179</c:v>
                </c:pt>
                <c:pt idx="200">
                  <c:v>-3.5589225207665165</c:v>
                </c:pt>
                <c:pt idx="201">
                  <c:v>-4.0566754145960111</c:v>
                </c:pt>
                <c:pt idx="202">
                  <c:v>-3.7356920930536552</c:v>
                </c:pt>
                <c:pt idx="203">
                  <c:v>-4.0589271238084645</c:v>
                </c:pt>
                <c:pt idx="204">
                  <c:v>-3.8909638218406872</c:v>
                </c:pt>
                <c:pt idx="205">
                  <c:v>-5.0106596718383685</c:v>
                </c:pt>
                <c:pt idx="206">
                  <c:v>-5.1754003643231457</c:v>
                </c:pt>
                <c:pt idx="207">
                  <c:v>-7.6022353313318192</c:v>
                </c:pt>
                <c:pt idx="208">
                  <c:v>-5.9268733478393791</c:v>
                </c:pt>
                <c:pt idx="209">
                  <c:v>-5.637848493382136</c:v>
                </c:pt>
                <c:pt idx="210">
                  <c:v>-5.493962771845573</c:v>
                </c:pt>
                <c:pt idx="211">
                  <c:v>-4.8071339480765136</c:v>
                </c:pt>
                <c:pt idx="212">
                  <c:v>-4.3429729358428375</c:v>
                </c:pt>
                <c:pt idx="213">
                  <c:v>-5.3172417766000457</c:v>
                </c:pt>
                <c:pt idx="214">
                  <c:v>-7.2085442056687432</c:v>
                </c:pt>
                <c:pt idx="215">
                  <c:v>-6.9686411149825762</c:v>
                </c:pt>
                <c:pt idx="216">
                  <c:v>-5.6247511801171495</c:v>
                </c:pt>
                <c:pt idx="217">
                  <c:v>-4.4302260124397304</c:v>
                </c:pt>
                <c:pt idx="218">
                  <c:v>-4.6588689704583963</c:v>
                </c:pt>
                <c:pt idx="219">
                  <c:v>-1.4040380598746682</c:v>
                </c:pt>
                <c:pt idx="220">
                  <c:v>0.93151357799452494</c:v>
                </c:pt>
                <c:pt idx="221">
                  <c:v>1.0804378306410678</c:v>
                </c:pt>
                <c:pt idx="222">
                  <c:v>0.15323608885353668</c:v>
                </c:pt>
                <c:pt idx="223">
                  <c:v>-0.43241972915013527</c:v>
                </c:pt>
                <c:pt idx="224">
                  <c:v>-3.0408281919558799</c:v>
                </c:pt>
                <c:pt idx="225">
                  <c:v>-2.0691633204949711</c:v>
                </c:pt>
                <c:pt idx="226">
                  <c:v>-2.8973514757728469</c:v>
                </c:pt>
                <c:pt idx="227">
                  <c:v>-4.668058697291344</c:v>
                </c:pt>
                <c:pt idx="228">
                  <c:v>-3.026346944423064</c:v>
                </c:pt>
                <c:pt idx="229">
                  <c:v>-2.6511490866234499</c:v>
                </c:pt>
                <c:pt idx="230">
                  <c:v>-2.1465723311991702</c:v>
                </c:pt>
                <c:pt idx="231">
                  <c:v>-2.7556421070238035</c:v>
                </c:pt>
                <c:pt idx="232">
                  <c:v>-1.0833233854601887</c:v>
                </c:pt>
                <c:pt idx="233">
                  <c:v>-0.91422942232954885</c:v>
                </c:pt>
                <c:pt idx="234">
                  <c:v>-1.8865197834687097</c:v>
                </c:pt>
                <c:pt idx="235">
                  <c:v>5.1049334735494556</c:v>
                </c:pt>
                <c:pt idx="236">
                  <c:v>4.854489724361799</c:v>
                </c:pt>
                <c:pt idx="237">
                  <c:v>-6.2534963223868196</c:v>
                </c:pt>
                <c:pt idx="238">
                  <c:v>-6.2106350025813111</c:v>
                </c:pt>
                <c:pt idx="239">
                  <c:v>-4.8100399670310878</c:v>
                </c:pt>
                <c:pt idx="240">
                  <c:v>-4.7676369775944032</c:v>
                </c:pt>
                <c:pt idx="241">
                  <c:v>-3.4974780302636344</c:v>
                </c:pt>
                <c:pt idx="242">
                  <c:v>-4.2292531120331933</c:v>
                </c:pt>
                <c:pt idx="243">
                  <c:v>-1.315258613733572</c:v>
                </c:pt>
                <c:pt idx="244">
                  <c:v>-2.4468352521240688</c:v>
                </c:pt>
                <c:pt idx="245">
                  <c:v>-2.5434168619674291</c:v>
                </c:pt>
                <c:pt idx="246">
                  <c:v>-1.713977214244633</c:v>
                </c:pt>
                <c:pt idx="247">
                  <c:v>-2.7089099874004208</c:v>
                </c:pt>
                <c:pt idx="248">
                  <c:v>-3.7798643201258475</c:v>
                </c:pt>
                <c:pt idx="249">
                  <c:v>-4.2385032692942577</c:v>
                </c:pt>
                <c:pt idx="250">
                  <c:v>-3.5889977115796001</c:v>
                </c:pt>
                <c:pt idx="251">
                  <c:v>-2.9950261446244131</c:v>
                </c:pt>
                <c:pt idx="252">
                  <c:v>-3.2347674835013107</c:v>
                </c:pt>
                <c:pt idx="253">
                  <c:v>-3.3676596223596644</c:v>
                </c:pt>
                <c:pt idx="254">
                  <c:v>-4.5190314916847774</c:v>
                </c:pt>
                <c:pt idx="255">
                  <c:v>-4.1179149797570762</c:v>
                </c:pt>
                <c:pt idx="256">
                  <c:v>-3.6467559112700054</c:v>
                </c:pt>
                <c:pt idx="257">
                  <c:v>-2.3294628788226523</c:v>
                </c:pt>
                <c:pt idx="258">
                  <c:v>-1.937688997590048</c:v>
                </c:pt>
                <c:pt idx="259">
                  <c:v>-2.62971040219101</c:v>
                </c:pt>
                <c:pt idx="260">
                  <c:v>-0.43275271052101161</c:v>
                </c:pt>
                <c:pt idx="261">
                  <c:v>-0.89568293237903829</c:v>
                </c:pt>
                <c:pt idx="262">
                  <c:v>-0.78780199119837802</c:v>
                </c:pt>
                <c:pt idx="263">
                  <c:v>-2.1888631477886999</c:v>
                </c:pt>
                <c:pt idx="264">
                  <c:v>-2.6372145498610666</c:v>
                </c:pt>
                <c:pt idx="265">
                  <c:v>-3.7185196760163519</c:v>
                </c:pt>
                <c:pt idx="266">
                  <c:v>-5.6649547061707999</c:v>
                </c:pt>
                <c:pt idx="267">
                  <c:v>-6.1568326579371497</c:v>
                </c:pt>
                <c:pt idx="268">
                  <c:v>-6.1312656916168828</c:v>
                </c:pt>
                <c:pt idx="269">
                  <c:v>-6.1126359452710606</c:v>
                </c:pt>
                <c:pt idx="270">
                  <c:v>-4.8406862745098085</c:v>
                </c:pt>
                <c:pt idx="271">
                  <c:v>-2.9534543936547752</c:v>
                </c:pt>
                <c:pt idx="272">
                  <c:v>-2.3753451779294443</c:v>
                </c:pt>
                <c:pt idx="273">
                  <c:v>-2.5890608789043035</c:v>
                </c:pt>
                <c:pt idx="274">
                  <c:v>0.53587222308932869</c:v>
                </c:pt>
                <c:pt idx="275">
                  <c:v>0.32877027373130474</c:v>
                </c:pt>
                <c:pt idx="276">
                  <c:v>0.77890764231052234</c:v>
                </c:pt>
                <c:pt idx="277">
                  <c:v>1.903755180642186</c:v>
                </c:pt>
                <c:pt idx="278">
                  <c:v>2.6241831594379317</c:v>
                </c:pt>
                <c:pt idx="279">
                  <c:v>2.4622387750879327</c:v>
                </c:pt>
                <c:pt idx="280">
                  <c:v>2.170242300560421</c:v>
                </c:pt>
                <c:pt idx="281">
                  <c:v>2.1117819293654305</c:v>
                </c:pt>
                <c:pt idx="282">
                  <c:v>3.1368870824865835</c:v>
                </c:pt>
                <c:pt idx="283">
                  <c:v>-1.5438922387919551</c:v>
                </c:pt>
                <c:pt idx="284">
                  <c:v>8.0670829252933665</c:v>
                </c:pt>
                <c:pt idx="285">
                  <c:v>6.2071820866434368</c:v>
                </c:pt>
                <c:pt idx="286">
                  <c:v>6.1878242767039016</c:v>
                </c:pt>
                <c:pt idx="287">
                  <c:v>7.6993958541181851</c:v>
                </c:pt>
                <c:pt idx="288">
                  <c:v>7.6645319368930487</c:v>
                </c:pt>
                <c:pt idx="289">
                  <c:v>7.2069735576757665</c:v>
                </c:pt>
                <c:pt idx="290">
                  <c:v>5.8518775130493639</c:v>
                </c:pt>
                <c:pt idx="291">
                  <c:v>4.9702682430812883</c:v>
                </c:pt>
                <c:pt idx="292">
                  <c:v>4.3534065162830871</c:v>
                </c:pt>
                <c:pt idx="293">
                  <c:v>4.5169979512289737</c:v>
                </c:pt>
                <c:pt idx="294">
                  <c:v>3.2087801734715704</c:v>
                </c:pt>
                <c:pt idx="295">
                  <c:v>4.4269255234661298</c:v>
                </c:pt>
                <c:pt idx="296">
                  <c:v>4.3067945526212181</c:v>
                </c:pt>
                <c:pt idx="297">
                  <c:v>3.2174930492067322</c:v>
                </c:pt>
                <c:pt idx="298">
                  <c:v>3.8568007641017976</c:v>
                </c:pt>
                <c:pt idx="299">
                  <c:v>2.7477891890876904</c:v>
                </c:pt>
                <c:pt idx="300">
                  <c:v>-0.8965625095358587</c:v>
                </c:pt>
                <c:pt idx="301">
                  <c:v>-1.3479254719369171</c:v>
                </c:pt>
                <c:pt idx="302">
                  <c:v>-2.488976439337609</c:v>
                </c:pt>
                <c:pt idx="303">
                  <c:v>-3.2682217944362657</c:v>
                </c:pt>
                <c:pt idx="304">
                  <c:v>-0.32759986098370719</c:v>
                </c:pt>
                <c:pt idx="305">
                  <c:v>-0.44975531348926401</c:v>
                </c:pt>
                <c:pt idx="306">
                  <c:v>-9.702280225349913E-2</c:v>
                </c:pt>
                <c:pt idx="307">
                  <c:v>0.18764955688599372</c:v>
                </c:pt>
                <c:pt idx="308">
                  <c:v>0.4446415596425668</c:v>
                </c:pt>
                <c:pt idx="309">
                  <c:v>1.4386329567023237</c:v>
                </c:pt>
                <c:pt idx="310">
                  <c:v>2.168563857750172</c:v>
                </c:pt>
                <c:pt idx="311">
                  <c:v>0.11735932861891563</c:v>
                </c:pt>
                <c:pt idx="312">
                  <c:v>-0.6151603671730288</c:v>
                </c:pt>
              </c:numCache>
            </c:numRef>
          </c:yVal>
          <c:smooth val="0"/>
          <c:extLst>
            <c:ext xmlns:c16="http://schemas.microsoft.com/office/drawing/2014/chart" uri="{C3380CC4-5D6E-409C-BE32-E72D297353CC}">
              <c16:uniqueId val="{00000000-E925-42CA-ADF0-F647725B7142}"/>
            </c:ext>
          </c:extLst>
        </c:ser>
        <c:ser>
          <c:idx val="1"/>
          <c:order val="1"/>
          <c:spPr>
            <a:ln w="25400" cap="rnd">
              <a:noFill/>
              <a:round/>
            </a:ln>
            <a:effectLst/>
          </c:spPr>
          <c:marker>
            <c:symbol val="circle"/>
            <c:size val="5"/>
            <c:spPr>
              <a:solidFill>
                <a:srgbClr val="B8BEE4"/>
              </a:solidFill>
              <a:ln w="9525">
                <a:solidFill>
                  <a:srgbClr val="B8BEE4"/>
                </a:solidFill>
              </a:ln>
              <a:effectLst/>
            </c:spPr>
          </c:marker>
          <c:xVal>
            <c:numRef>
              <c:f>美国_国债实际收益率_10年!$C$5665:$C$5667</c:f>
              <c:numCache>
                <c:formatCode>#,##0.00_ </c:formatCode>
                <c:ptCount val="3"/>
                <c:pt idx="0">
                  <c:v>0.31000000000000005</c:v>
                </c:pt>
                <c:pt idx="1">
                  <c:v>0.3899999999999999</c:v>
                </c:pt>
                <c:pt idx="2">
                  <c:v>0.32000000000000006</c:v>
                </c:pt>
              </c:numCache>
            </c:numRef>
          </c:xVal>
          <c:yVal>
            <c:numRef>
              <c:f>美国_国债实际收益率_10年!$E$5665:$E$5667</c:f>
              <c:numCache>
                <c:formatCode>###,###,##0.0000</c:formatCode>
                <c:ptCount val="3"/>
                <c:pt idx="0">
                  <c:v>-16.186280776016815</c:v>
                </c:pt>
                <c:pt idx="1">
                  <c:v>-12.444480817457492</c:v>
                </c:pt>
                <c:pt idx="2">
                  <c:v>-12.60168347756041</c:v>
                </c:pt>
              </c:numCache>
            </c:numRef>
          </c:yVal>
          <c:smooth val="0"/>
          <c:extLst>
            <c:ext xmlns:c16="http://schemas.microsoft.com/office/drawing/2014/chart" uri="{C3380CC4-5D6E-409C-BE32-E72D297353CC}">
              <c16:uniqueId val="{00000001-E925-42CA-ADF0-F647725B7142}"/>
            </c:ext>
          </c:extLst>
        </c:ser>
        <c:dLbls>
          <c:showLegendKey val="0"/>
          <c:showVal val="0"/>
          <c:showCatName val="0"/>
          <c:showSerName val="0"/>
          <c:showPercent val="0"/>
          <c:showBubbleSize val="0"/>
        </c:dLbls>
        <c:axId val="2000002816"/>
        <c:axId val="2000002817"/>
      </c:scatterChart>
      <c:valAx>
        <c:axId val="2000002816"/>
        <c:scaling>
          <c:orientation val="minMax"/>
          <c:min val="0.30000000000000004"/>
        </c:scaling>
        <c:delete val="0"/>
        <c:axPos val="b"/>
        <c:numFmt formatCode="#,##0.00_ "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Normal" panose="020B0400000000000000" pitchFamily="34" charset="-122"/>
                <a:cs typeface="+mn-cs"/>
              </a:defRPr>
            </a:pPr>
            <a:endParaRPr lang="zh-CN"/>
          </a:p>
        </c:txPr>
        <c:crossAx val="2000002817"/>
        <c:crosses val="autoZero"/>
        <c:crossBetween val="midCat"/>
      </c:valAx>
      <c:valAx>
        <c:axId val="2000002817"/>
        <c:scaling>
          <c:orientation val="minMax"/>
        </c:scaling>
        <c:delete val="0"/>
        <c:axPos val="l"/>
        <c:numFmt formatCode="###,###,##0.0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Normal" panose="020B0400000000000000" pitchFamily="34" charset="-122"/>
                <a:cs typeface="+mn-cs"/>
              </a:defRPr>
            </a:pPr>
            <a:endParaRPr lang="zh-CN"/>
          </a:p>
        </c:txPr>
        <c:crossAx val="2000002816"/>
        <c:crosses val="autoZero"/>
        <c:crossBetween val="midCat"/>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700" baseline="0">
          <a:latin typeface="Arial" panose="020B0604020202020204" pitchFamily="34" charset="0"/>
          <a:ea typeface="思源黑体 CN Normal" panose="020B0400000000000000" pitchFamily="34" charset="-122"/>
        </a:defRPr>
      </a:pPr>
      <a:endParaRPr lang="zh-CN"/>
    </a:p>
  </c:txPr>
  <c:externalData r:id="rId1">
    <c:autoUpdate val="0"/>
  </c:externalData>
  <c:userShapes r:id="rId4"/>
</c:chartSpace>
</file>

<file path=ppt/charts/chart8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Sheet2!$KN$2</c:f>
              <c:strCache>
                <c:ptCount val="1"/>
                <c:pt idx="0">
                  <c:v>央行购金量（吨）</c:v>
                </c:pt>
              </c:strCache>
            </c:strRef>
          </c:tx>
          <c:spPr>
            <a:ln w="28575" cap="rnd">
              <a:solidFill>
                <a:srgbClr val="7C80C8"/>
              </a:solidFill>
              <a:round/>
            </a:ln>
            <a:effectLst/>
          </c:spPr>
          <c:marker>
            <c:symbol val="none"/>
          </c:marker>
          <c:cat>
            <c:numRef>
              <c:f>Sheet2!$KO$1:$MN$1</c:f>
              <c:numCache>
                <c:formatCode>mmm\ yyyy</c:formatCode>
                <c:ptCount val="52"/>
                <c:pt idx="0">
                  <c:v>44562</c:v>
                </c:pt>
                <c:pt idx="1">
                  <c:v>44593</c:v>
                </c:pt>
                <c:pt idx="2">
                  <c:v>44621</c:v>
                </c:pt>
                <c:pt idx="3">
                  <c:v>44652</c:v>
                </c:pt>
                <c:pt idx="4">
                  <c:v>44682</c:v>
                </c:pt>
                <c:pt idx="5">
                  <c:v>44713</c:v>
                </c:pt>
                <c:pt idx="6">
                  <c:v>44743</c:v>
                </c:pt>
                <c:pt idx="7">
                  <c:v>44774</c:v>
                </c:pt>
                <c:pt idx="8">
                  <c:v>44805</c:v>
                </c:pt>
                <c:pt idx="9">
                  <c:v>44835</c:v>
                </c:pt>
                <c:pt idx="10">
                  <c:v>44866</c:v>
                </c:pt>
                <c:pt idx="11">
                  <c:v>44896</c:v>
                </c:pt>
                <c:pt idx="12">
                  <c:v>44927</c:v>
                </c:pt>
                <c:pt idx="13">
                  <c:v>44958</c:v>
                </c:pt>
                <c:pt idx="14">
                  <c:v>44986</c:v>
                </c:pt>
                <c:pt idx="15">
                  <c:v>45017</c:v>
                </c:pt>
                <c:pt idx="16">
                  <c:v>45047</c:v>
                </c:pt>
                <c:pt idx="17">
                  <c:v>45078</c:v>
                </c:pt>
                <c:pt idx="18">
                  <c:v>45108</c:v>
                </c:pt>
                <c:pt idx="19">
                  <c:v>45139</c:v>
                </c:pt>
                <c:pt idx="20">
                  <c:v>45170</c:v>
                </c:pt>
                <c:pt idx="21">
                  <c:v>45200</c:v>
                </c:pt>
                <c:pt idx="22">
                  <c:v>45231</c:v>
                </c:pt>
                <c:pt idx="23">
                  <c:v>45261</c:v>
                </c:pt>
                <c:pt idx="24">
                  <c:v>45292</c:v>
                </c:pt>
                <c:pt idx="25">
                  <c:v>45323</c:v>
                </c:pt>
                <c:pt idx="26">
                  <c:v>45352</c:v>
                </c:pt>
                <c:pt idx="27">
                  <c:v>45383</c:v>
                </c:pt>
                <c:pt idx="28">
                  <c:v>45413</c:v>
                </c:pt>
                <c:pt idx="29">
                  <c:v>45444</c:v>
                </c:pt>
                <c:pt idx="30">
                  <c:v>45474</c:v>
                </c:pt>
                <c:pt idx="31">
                  <c:v>45505</c:v>
                </c:pt>
                <c:pt idx="32">
                  <c:v>45536</c:v>
                </c:pt>
                <c:pt idx="33">
                  <c:v>45566</c:v>
                </c:pt>
                <c:pt idx="34">
                  <c:v>45597</c:v>
                </c:pt>
                <c:pt idx="35">
                  <c:v>45627</c:v>
                </c:pt>
                <c:pt idx="36">
                  <c:v>45658</c:v>
                </c:pt>
                <c:pt idx="37">
                  <c:v>45689</c:v>
                </c:pt>
                <c:pt idx="38">
                  <c:v>45717</c:v>
                </c:pt>
                <c:pt idx="39">
                  <c:v>45748</c:v>
                </c:pt>
                <c:pt idx="40">
                  <c:v>45778</c:v>
                </c:pt>
                <c:pt idx="41">
                  <c:v>45809</c:v>
                </c:pt>
                <c:pt idx="42">
                  <c:v>45839</c:v>
                </c:pt>
                <c:pt idx="43">
                  <c:v>45870</c:v>
                </c:pt>
                <c:pt idx="44">
                  <c:v>45901</c:v>
                </c:pt>
                <c:pt idx="45">
                  <c:v>45931</c:v>
                </c:pt>
                <c:pt idx="46">
                  <c:v>45962</c:v>
                </c:pt>
                <c:pt idx="47">
                  <c:v>45992</c:v>
                </c:pt>
                <c:pt idx="48">
                  <c:v>46023</c:v>
                </c:pt>
                <c:pt idx="49">
                  <c:v>46054</c:v>
                </c:pt>
                <c:pt idx="50">
                  <c:v>46082</c:v>
                </c:pt>
                <c:pt idx="51">
                  <c:v>46113</c:v>
                </c:pt>
              </c:numCache>
            </c:numRef>
          </c:cat>
          <c:val>
            <c:numRef>
              <c:f>Sheet2!$KO$2:$MN$2</c:f>
              <c:numCache>
                <c:formatCode>#,##0.0</c:formatCode>
                <c:ptCount val="52"/>
                <c:pt idx="0">
                  <c:v>4.0140150173376314</c:v>
                </c:pt>
                <c:pt idx="1">
                  <c:v>40.756878513530282</c:v>
                </c:pt>
                <c:pt idx="2">
                  <c:v>4.6948834130225174</c:v>
                </c:pt>
                <c:pt idx="3">
                  <c:v>40.836612600505141</c:v>
                </c:pt>
                <c:pt idx="4">
                  <c:v>50.047037716844329</c:v>
                </c:pt>
                <c:pt idx="5">
                  <c:v>72.963789156412986</c:v>
                </c:pt>
                <c:pt idx="6">
                  <c:v>50.473724414112056</c:v>
                </c:pt>
                <c:pt idx="7">
                  <c:v>31.613781902729169</c:v>
                </c:pt>
                <c:pt idx="8">
                  <c:v>77.393987988126455</c:v>
                </c:pt>
                <c:pt idx="9">
                  <c:v>36.517071373521972</c:v>
                </c:pt>
                <c:pt idx="10">
                  <c:v>82.793622969556992</c:v>
                </c:pt>
                <c:pt idx="11">
                  <c:v>50.704571287054065</c:v>
                </c:pt>
                <c:pt idx="12">
                  <c:v>84.366436869356235</c:v>
                </c:pt>
                <c:pt idx="13">
                  <c:v>78.831732199374869</c:v>
                </c:pt>
                <c:pt idx="14">
                  <c:v>-17.096060289927475</c:v>
                </c:pt>
                <c:pt idx="15">
                  <c:v>-155.37858568472467</c:v>
                </c:pt>
                <c:pt idx="16">
                  <c:v>-100.39797262377964</c:v>
                </c:pt>
                <c:pt idx="17">
                  <c:v>101.3967791227318</c:v>
                </c:pt>
                <c:pt idx="18">
                  <c:v>38.278244711146648</c:v>
                </c:pt>
                <c:pt idx="19">
                  <c:v>97.020004758744236</c:v>
                </c:pt>
                <c:pt idx="20">
                  <c:v>88.485653732553246</c:v>
                </c:pt>
                <c:pt idx="21">
                  <c:v>55.746366352437086</c:v>
                </c:pt>
                <c:pt idx="22">
                  <c:v>64.002143230748089</c:v>
                </c:pt>
                <c:pt idx="23">
                  <c:v>38.854539679316353</c:v>
                </c:pt>
                <c:pt idx="24">
                  <c:v>57.742475853251008</c:v>
                </c:pt>
                <c:pt idx="25">
                  <c:v>39.57815359052934</c:v>
                </c:pt>
                <c:pt idx="26">
                  <c:v>16.247408970268495</c:v>
                </c:pt>
                <c:pt idx="27">
                  <c:v>12.81497034418709</c:v>
                </c:pt>
                <c:pt idx="28">
                  <c:v>25.125908080663418</c:v>
                </c:pt>
                <c:pt idx="29">
                  <c:v>9.5680236050994427</c:v>
                </c:pt>
                <c:pt idx="30">
                  <c:v>1.7421203738467625</c:v>
                </c:pt>
                <c:pt idx="31">
                  <c:v>8.1587267393940461</c:v>
                </c:pt>
                <c:pt idx="32">
                  <c:v>56.480151908707043</c:v>
                </c:pt>
                <c:pt idx="33">
                  <c:v>71.16555035085949</c:v>
                </c:pt>
                <c:pt idx="34">
                  <c:v>70.004279936221707</c:v>
                </c:pt>
                <c:pt idx="35">
                  <c:v>29.031409164510883</c:v>
                </c:pt>
                <c:pt idx="36">
                  <c:v>16.712212693327892</c:v>
                </c:pt>
                <c:pt idx="37">
                  <c:v>30.601030587566498</c:v>
                </c:pt>
                <c:pt idx="38">
                  <c:v>34.397642829637881</c:v>
                </c:pt>
                <c:pt idx="39">
                  <c:v>18.758021404912835</c:v>
                </c:pt>
                <c:pt idx="40">
                  <c:v>33.94479695745251</c:v>
                </c:pt>
                <c:pt idx="41">
                  <c:v>41.486659553994983</c:v>
                </c:pt>
                <c:pt idx="42">
                  <c:v>24.44794878905012</c:v>
                </c:pt>
                <c:pt idx="43">
                  <c:v>24.067446040804537</c:v>
                </c:pt>
                <c:pt idx="44">
                  <c:v>42.916943723065692</c:v>
                </c:pt>
                <c:pt idx="45">
                  <c:v>55.457452257203045</c:v>
                </c:pt>
                <c:pt idx="46">
                  <c:v>50.572522826795549</c:v>
                </c:pt>
                <c:pt idx="47">
                  <c:v>40.717574225277225</c:v>
                </c:pt>
                <c:pt idx="48">
                  <c:v>50.112307633162956</c:v>
                </c:pt>
                <c:pt idx="49">
                  <c:v>29.374388692684519</c:v>
                </c:pt>
                <c:pt idx="50">
                  <c:v>-182.23485894769024</c:v>
                </c:pt>
                <c:pt idx="51">
                  <c:v>57.263337287133524</c:v>
                </c:pt>
              </c:numCache>
            </c:numRef>
          </c:val>
          <c:smooth val="0"/>
          <c:extLst>
            <c:ext xmlns:c16="http://schemas.microsoft.com/office/drawing/2014/chart" uri="{C3380CC4-5D6E-409C-BE32-E72D297353CC}">
              <c16:uniqueId val="{00000000-0FD3-4A3C-B4E4-89245DD2434D}"/>
            </c:ext>
          </c:extLst>
        </c:ser>
        <c:dLbls>
          <c:showLegendKey val="0"/>
          <c:showVal val="0"/>
          <c:showCatName val="0"/>
          <c:showSerName val="0"/>
          <c:showPercent val="0"/>
          <c:showBubbleSize val="0"/>
        </c:dLbls>
        <c:smooth val="0"/>
        <c:axId val="2000002848"/>
        <c:axId val="2000002849"/>
      </c:lineChart>
      <c:dateAx>
        <c:axId val="2000002848"/>
        <c:scaling>
          <c:orientation val="minMax"/>
        </c:scaling>
        <c:delete val="0"/>
        <c:axPos val="b"/>
        <c:numFmt formatCode="mmm\ yyyy" sourceLinked="1"/>
        <c:majorTickMark val="out"/>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Normal" panose="020B0400000000000000" pitchFamily="34" charset="-122"/>
                <a:cs typeface="+mn-cs"/>
              </a:defRPr>
            </a:pPr>
            <a:endParaRPr lang="zh-CN"/>
          </a:p>
        </c:txPr>
        <c:crossAx val="2000002849"/>
        <c:crosses val="autoZero"/>
        <c:auto val="1"/>
        <c:lblOffset val="100"/>
        <c:baseTimeUnit val="months"/>
      </c:dateAx>
      <c:valAx>
        <c:axId val="2000002849"/>
        <c:scaling>
          <c:orientation val="minMax"/>
        </c:scaling>
        <c:delete val="0"/>
        <c:axPos val="l"/>
        <c:numFmt formatCode="#,##0.0"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Normal" panose="020B0400000000000000" pitchFamily="34" charset="-122"/>
                <a:cs typeface="+mn-cs"/>
              </a:defRPr>
            </a:pPr>
            <a:endParaRPr lang="zh-CN"/>
          </a:p>
        </c:txPr>
        <c:crossAx val="2000002848"/>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Normal" panose="020B0400000000000000" pitchFamily="34" charset="-122"/>
              <a:cs typeface="+mn-cs"/>
            </a:defRPr>
          </a:pPr>
          <a:endParaRPr lang="zh-CN"/>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700" baseline="0">
          <a:latin typeface="Arial" panose="020B0604020202020204" pitchFamily="34" charset="0"/>
          <a:ea typeface="思源黑体 CN Normal" panose="020B0400000000000000" pitchFamily="34" charset="-122"/>
        </a:defRPr>
      </a:pPr>
      <a:endParaRPr lang="zh-CN"/>
    </a:p>
  </c:txPr>
  <c:externalData r:id="rId1">
    <c:autoUpdate val="0"/>
  </c:externalData>
</c:chartSpace>
</file>

<file path=ppt/charts/chart9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Sheet1!$F$1</c:f>
              <c:strCache>
                <c:ptCount val="1"/>
                <c:pt idx="0">
                  <c:v>ETF周净流入量（吨）</c:v>
                </c:pt>
              </c:strCache>
            </c:strRef>
          </c:tx>
          <c:spPr>
            <a:ln w="28575" cap="rnd">
              <a:solidFill>
                <a:srgbClr val="7C80C8"/>
              </a:solidFill>
              <a:round/>
            </a:ln>
            <a:effectLst/>
          </c:spPr>
          <c:marker>
            <c:symbol val="none"/>
          </c:marker>
          <c:cat>
            <c:numRef>
              <c:f>Sheet1!$A$2:$A$76</c:f>
              <c:numCache>
                <c:formatCode>m/d/yyyy</c:formatCode>
                <c:ptCount val="75"/>
                <c:pt idx="0">
                  <c:v>45660</c:v>
                </c:pt>
                <c:pt idx="1">
                  <c:v>45667</c:v>
                </c:pt>
                <c:pt idx="2">
                  <c:v>45674</c:v>
                </c:pt>
                <c:pt idx="3">
                  <c:v>45681</c:v>
                </c:pt>
                <c:pt idx="4">
                  <c:v>45688</c:v>
                </c:pt>
                <c:pt idx="5">
                  <c:v>45695</c:v>
                </c:pt>
                <c:pt idx="6">
                  <c:v>45702</c:v>
                </c:pt>
                <c:pt idx="7">
                  <c:v>45709</c:v>
                </c:pt>
                <c:pt idx="8">
                  <c:v>45716</c:v>
                </c:pt>
                <c:pt idx="9">
                  <c:v>45723</c:v>
                </c:pt>
                <c:pt idx="10">
                  <c:v>45730</c:v>
                </c:pt>
                <c:pt idx="11">
                  <c:v>45737</c:v>
                </c:pt>
                <c:pt idx="12">
                  <c:v>45744</c:v>
                </c:pt>
                <c:pt idx="13">
                  <c:v>45751</c:v>
                </c:pt>
                <c:pt idx="14">
                  <c:v>45758</c:v>
                </c:pt>
                <c:pt idx="15">
                  <c:v>45765</c:v>
                </c:pt>
                <c:pt idx="16">
                  <c:v>45772</c:v>
                </c:pt>
                <c:pt idx="17">
                  <c:v>45779</c:v>
                </c:pt>
                <c:pt idx="18">
                  <c:v>45786</c:v>
                </c:pt>
                <c:pt idx="19">
                  <c:v>45793</c:v>
                </c:pt>
                <c:pt idx="20">
                  <c:v>45800</c:v>
                </c:pt>
                <c:pt idx="21">
                  <c:v>45807</c:v>
                </c:pt>
                <c:pt idx="22">
                  <c:v>45814</c:v>
                </c:pt>
                <c:pt idx="23">
                  <c:v>45821</c:v>
                </c:pt>
                <c:pt idx="24">
                  <c:v>45828</c:v>
                </c:pt>
                <c:pt idx="25">
                  <c:v>45835</c:v>
                </c:pt>
                <c:pt idx="26">
                  <c:v>45842</c:v>
                </c:pt>
                <c:pt idx="27">
                  <c:v>45849</c:v>
                </c:pt>
                <c:pt idx="28">
                  <c:v>45856</c:v>
                </c:pt>
                <c:pt idx="29">
                  <c:v>45863</c:v>
                </c:pt>
                <c:pt idx="30">
                  <c:v>45870</c:v>
                </c:pt>
                <c:pt idx="31">
                  <c:v>45877</c:v>
                </c:pt>
                <c:pt idx="32">
                  <c:v>45884</c:v>
                </c:pt>
                <c:pt idx="33">
                  <c:v>45891</c:v>
                </c:pt>
                <c:pt idx="34">
                  <c:v>45898</c:v>
                </c:pt>
                <c:pt idx="35">
                  <c:v>45905</c:v>
                </c:pt>
                <c:pt idx="36">
                  <c:v>45912</c:v>
                </c:pt>
                <c:pt idx="37">
                  <c:v>45919</c:v>
                </c:pt>
                <c:pt idx="38">
                  <c:v>45926</c:v>
                </c:pt>
                <c:pt idx="39">
                  <c:v>45933</c:v>
                </c:pt>
                <c:pt idx="40">
                  <c:v>45940</c:v>
                </c:pt>
                <c:pt idx="41">
                  <c:v>45947</c:v>
                </c:pt>
                <c:pt idx="42">
                  <c:v>45954</c:v>
                </c:pt>
                <c:pt idx="43">
                  <c:v>45961</c:v>
                </c:pt>
                <c:pt idx="44">
                  <c:v>45968</c:v>
                </c:pt>
                <c:pt idx="45">
                  <c:v>45975</c:v>
                </c:pt>
                <c:pt idx="46">
                  <c:v>45982</c:v>
                </c:pt>
                <c:pt idx="47">
                  <c:v>45989</c:v>
                </c:pt>
                <c:pt idx="48">
                  <c:v>45996</c:v>
                </c:pt>
                <c:pt idx="49">
                  <c:v>46003</c:v>
                </c:pt>
                <c:pt idx="50">
                  <c:v>46010</c:v>
                </c:pt>
                <c:pt idx="51">
                  <c:v>46017</c:v>
                </c:pt>
                <c:pt idx="52">
                  <c:v>46024</c:v>
                </c:pt>
                <c:pt idx="53">
                  <c:v>46031</c:v>
                </c:pt>
                <c:pt idx="54">
                  <c:v>46038</c:v>
                </c:pt>
                <c:pt idx="55">
                  <c:v>46045</c:v>
                </c:pt>
                <c:pt idx="56">
                  <c:v>46052</c:v>
                </c:pt>
                <c:pt idx="57">
                  <c:v>46059</c:v>
                </c:pt>
                <c:pt idx="58">
                  <c:v>46066</c:v>
                </c:pt>
                <c:pt idx="59">
                  <c:v>46073</c:v>
                </c:pt>
                <c:pt idx="60">
                  <c:v>46080</c:v>
                </c:pt>
                <c:pt idx="61">
                  <c:v>46087</c:v>
                </c:pt>
                <c:pt idx="62">
                  <c:v>46094</c:v>
                </c:pt>
                <c:pt idx="63">
                  <c:v>46101</c:v>
                </c:pt>
                <c:pt idx="64">
                  <c:v>46108</c:v>
                </c:pt>
                <c:pt idx="65">
                  <c:v>46115</c:v>
                </c:pt>
                <c:pt idx="66">
                  <c:v>46122</c:v>
                </c:pt>
                <c:pt idx="67">
                  <c:v>46129</c:v>
                </c:pt>
                <c:pt idx="68">
                  <c:v>46136</c:v>
                </c:pt>
                <c:pt idx="69">
                  <c:v>46143</c:v>
                </c:pt>
                <c:pt idx="70">
                  <c:v>46150</c:v>
                </c:pt>
                <c:pt idx="71">
                  <c:v>46157</c:v>
                </c:pt>
                <c:pt idx="72">
                  <c:v>46164</c:v>
                </c:pt>
                <c:pt idx="73">
                  <c:v>46171</c:v>
                </c:pt>
                <c:pt idx="74">
                  <c:v>46178</c:v>
                </c:pt>
              </c:numCache>
            </c:numRef>
          </c:cat>
          <c:val>
            <c:numRef>
              <c:f>Sheet1!$F$2:$F$76</c:f>
              <c:numCache>
                <c:formatCode>General</c:formatCode>
                <c:ptCount val="75"/>
                <c:pt idx="0">
                  <c:v>-3.1</c:v>
                </c:pt>
                <c:pt idx="1">
                  <c:v>5.9</c:v>
                </c:pt>
                <c:pt idx="2">
                  <c:v>19</c:v>
                </c:pt>
                <c:pt idx="3">
                  <c:v>-7.8</c:v>
                </c:pt>
                <c:pt idx="4">
                  <c:v>18.399999999999999</c:v>
                </c:pt>
                <c:pt idx="5">
                  <c:v>13.5</c:v>
                </c:pt>
                <c:pt idx="6">
                  <c:v>9.1</c:v>
                </c:pt>
                <c:pt idx="7">
                  <c:v>52.4</c:v>
                </c:pt>
                <c:pt idx="8">
                  <c:v>26.9</c:v>
                </c:pt>
                <c:pt idx="9">
                  <c:v>8.1999999999999993</c:v>
                </c:pt>
                <c:pt idx="10">
                  <c:v>33.5</c:v>
                </c:pt>
                <c:pt idx="11">
                  <c:v>31.7</c:v>
                </c:pt>
                <c:pt idx="12">
                  <c:v>10.7</c:v>
                </c:pt>
                <c:pt idx="13">
                  <c:v>23.3</c:v>
                </c:pt>
                <c:pt idx="14">
                  <c:v>51.8</c:v>
                </c:pt>
                <c:pt idx="15">
                  <c:v>33.1</c:v>
                </c:pt>
                <c:pt idx="16">
                  <c:v>15.4</c:v>
                </c:pt>
                <c:pt idx="17">
                  <c:v>0.3</c:v>
                </c:pt>
                <c:pt idx="18">
                  <c:v>-4.3</c:v>
                </c:pt>
                <c:pt idx="19">
                  <c:v>-30.2</c:v>
                </c:pt>
                <c:pt idx="20">
                  <c:v>3.3</c:v>
                </c:pt>
                <c:pt idx="21">
                  <c:v>12.7</c:v>
                </c:pt>
                <c:pt idx="22">
                  <c:v>8.6999999999999993</c:v>
                </c:pt>
                <c:pt idx="23">
                  <c:v>21.8</c:v>
                </c:pt>
                <c:pt idx="24">
                  <c:v>16.100000000000001</c:v>
                </c:pt>
                <c:pt idx="25">
                  <c:v>26.3</c:v>
                </c:pt>
                <c:pt idx="26">
                  <c:v>3.9</c:v>
                </c:pt>
                <c:pt idx="27">
                  <c:v>1.3</c:v>
                </c:pt>
                <c:pt idx="28">
                  <c:v>6.7</c:v>
                </c:pt>
                <c:pt idx="29">
                  <c:v>13.4</c:v>
                </c:pt>
                <c:pt idx="30">
                  <c:v>-2.2999999999999998</c:v>
                </c:pt>
                <c:pt idx="31">
                  <c:v>14.8</c:v>
                </c:pt>
                <c:pt idx="32">
                  <c:v>10</c:v>
                </c:pt>
                <c:pt idx="33">
                  <c:v>-4.9000000000000004</c:v>
                </c:pt>
                <c:pt idx="34">
                  <c:v>35.5</c:v>
                </c:pt>
                <c:pt idx="35">
                  <c:v>37.200000000000003</c:v>
                </c:pt>
                <c:pt idx="36">
                  <c:v>15.5</c:v>
                </c:pt>
                <c:pt idx="37">
                  <c:v>36.299999999999997</c:v>
                </c:pt>
                <c:pt idx="38">
                  <c:v>28.2</c:v>
                </c:pt>
                <c:pt idx="39">
                  <c:v>44.9</c:v>
                </c:pt>
                <c:pt idx="40">
                  <c:v>16.100000000000001</c:v>
                </c:pt>
                <c:pt idx="41">
                  <c:v>63.8</c:v>
                </c:pt>
                <c:pt idx="42">
                  <c:v>-13.7</c:v>
                </c:pt>
                <c:pt idx="43">
                  <c:v>-21.6</c:v>
                </c:pt>
                <c:pt idx="44">
                  <c:v>3.6</c:v>
                </c:pt>
                <c:pt idx="45">
                  <c:v>17</c:v>
                </c:pt>
                <c:pt idx="46">
                  <c:v>2.9</c:v>
                </c:pt>
                <c:pt idx="47">
                  <c:v>18</c:v>
                </c:pt>
                <c:pt idx="48">
                  <c:v>11.9</c:v>
                </c:pt>
                <c:pt idx="49">
                  <c:v>21.5</c:v>
                </c:pt>
                <c:pt idx="50">
                  <c:v>3.9</c:v>
                </c:pt>
                <c:pt idx="51">
                  <c:v>24.2</c:v>
                </c:pt>
                <c:pt idx="52">
                  <c:v>11.1</c:v>
                </c:pt>
                <c:pt idx="53">
                  <c:v>9.5</c:v>
                </c:pt>
                <c:pt idx="54">
                  <c:v>35.799999999999997</c:v>
                </c:pt>
                <c:pt idx="55">
                  <c:v>35.1</c:v>
                </c:pt>
                <c:pt idx="56">
                  <c:v>45.2</c:v>
                </c:pt>
                <c:pt idx="57">
                  <c:v>-30.5</c:v>
                </c:pt>
                <c:pt idx="58">
                  <c:v>17</c:v>
                </c:pt>
                <c:pt idx="59">
                  <c:v>2.5</c:v>
                </c:pt>
                <c:pt idx="60">
                  <c:v>37.200000000000003</c:v>
                </c:pt>
                <c:pt idx="61">
                  <c:v>-19.899999999999999</c:v>
                </c:pt>
                <c:pt idx="62">
                  <c:v>-6.2</c:v>
                </c:pt>
                <c:pt idx="63">
                  <c:v>-29</c:v>
                </c:pt>
                <c:pt idx="64">
                  <c:v>-34.5</c:v>
                </c:pt>
                <c:pt idx="65">
                  <c:v>23.3</c:v>
                </c:pt>
                <c:pt idx="66">
                  <c:v>15.3</c:v>
                </c:pt>
                <c:pt idx="67">
                  <c:v>21.9</c:v>
                </c:pt>
                <c:pt idx="68">
                  <c:v>-5.6</c:v>
                </c:pt>
                <c:pt idx="69">
                  <c:v>-3.1</c:v>
                </c:pt>
                <c:pt idx="70">
                  <c:v>-0.8</c:v>
                </c:pt>
                <c:pt idx="71">
                  <c:v>1.7</c:v>
                </c:pt>
                <c:pt idx="72">
                  <c:v>-8.3000000000000007</c:v>
                </c:pt>
                <c:pt idx="73">
                  <c:v>-10.199999999999999</c:v>
                </c:pt>
                <c:pt idx="74">
                  <c:v>-14.6</c:v>
                </c:pt>
              </c:numCache>
            </c:numRef>
          </c:val>
          <c:smooth val="0"/>
          <c:extLst>
            <c:ext xmlns:c16="http://schemas.microsoft.com/office/drawing/2014/chart" uri="{C3380CC4-5D6E-409C-BE32-E72D297353CC}">
              <c16:uniqueId val="{00000000-563D-4561-8179-30EA32ED27A2}"/>
            </c:ext>
          </c:extLst>
        </c:ser>
        <c:dLbls>
          <c:showLegendKey val="0"/>
          <c:showVal val="0"/>
          <c:showCatName val="0"/>
          <c:showSerName val="0"/>
          <c:showPercent val="0"/>
          <c:showBubbleSize val="0"/>
        </c:dLbls>
        <c:marker val="1"/>
        <c:smooth val="0"/>
        <c:axId val="2000002880"/>
        <c:axId val="2000002881"/>
      </c:lineChart>
      <c:lineChart>
        <c:grouping val="standard"/>
        <c:varyColors val="0"/>
        <c:ser>
          <c:idx val="1"/>
          <c:order val="1"/>
          <c:tx>
            <c:strRef>
              <c:f>Sheet1!$G$1</c:f>
              <c:strCache>
                <c:ptCount val="1"/>
                <c:pt idx="0">
                  <c:v>伦敦金（右轴，美元/盎司）</c:v>
                </c:pt>
              </c:strCache>
            </c:strRef>
          </c:tx>
          <c:spPr>
            <a:ln w="28575" cap="rnd">
              <a:solidFill>
                <a:srgbClr val="2E3160"/>
              </a:solidFill>
              <a:round/>
            </a:ln>
            <a:effectLst/>
          </c:spPr>
          <c:marker>
            <c:symbol val="none"/>
          </c:marker>
          <c:cat>
            <c:numRef>
              <c:f>Sheet1!$A$2:$A$76</c:f>
              <c:numCache>
                <c:formatCode>m/d/yyyy</c:formatCode>
                <c:ptCount val="75"/>
                <c:pt idx="0">
                  <c:v>45660</c:v>
                </c:pt>
                <c:pt idx="1">
                  <c:v>45667</c:v>
                </c:pt>
                <c:pt idx="2">
                  <c:v>45674</c:v>
                </c:pt>
                <c:pt idx="3">
                  <c:v>45681</c:v>
                </c:pt>
                <c:pt idx="4">
                  <c:v>45688</c:v>
                </c:pt>
                <c:pt idx="5">
                  <c:v>45695</c:v>
                </c:pt>
                <c:pt idx="6">
                  <c:v>45702</c:v>
                </c:pt>
                <c:pt idx="7">
                  <c:v>45709</c:v>
                </c:pt>
                <c:pt idx="8">
                  <c:v>45716</c:v>
                </c:pt>
                <c:pt idx="9">
                  <c:v>45723</c:v>
                </c:pt>
                <c:pt idx="10">
                  <c:v>45730</c:v>
                </c:pt>
                <c:pt idx="11">
                  <c:v>45737</c:v>
                </c:pt>
                <c:pt idx="12">
                  <c:v>45744</c:v>
                </c:pt>
                <c:pt idx="13">
                  <c:v>45751</c:v>
                </c:pt>
                <c:pt idx="14">
                  <c:v>45758</c:v>
                </c:pt>
                <c:pt idx="15">
                  <c:v>45765</c:v>
                </c:pt>
                <c:pt idx="16">
                  <c:v>45772</c:v>
                </c:pt>
                <c:pt idx="17">
                  <c:v>45779</c:v>
                </c:pt>
                <c:pt idx="18">
                  <c:v>45786</c:v>
                </c:pt>
                <c:pt idx="19">
                  <c:v>45793</c:v>
                </c:pt>
                <c:pt idx="20">
                  <c:v>45800</c:v>
                </c:pt>
                <c:pt idx="21">
                  <c:v>45807</c:v>
                </c:pt>
                <c:pt idx="22">
                  <c:v>45814</c:v>
                </c:pt>
                <c:pt idx="23">
                  <c:v>45821</c:v>
                </c:pt>
                <c:pt idx="24">
                  <c:v>45828</c:v>
                </c:pt>
                <c:pt idx="25">
                  <c:v>45835</c:v>
                </c:pt>
                <c:pt idx="26">
                  <c:v>45842</c:v>
                </c:pt>
                <c:pt idx="27">
                  <c:v>45849</c:v>
                </c:pt>
                <c:pt idx="28">
                  <c:v>45856</c:v>
                </c:pt>
                <c:pt idx="29">
                  <c:v>45863</c:v>
                </c:pt>
                <c:pt idx="30">
                  <c:v>45870</c:v>
                </c:pt>
                <c:pt idx="31">
                  <c:v>45877</c:v>
                </c:pt>
                <c:pt idx="32">
                  <c:v>45884</c:v>
                </c:pt>
                <c:pt idx="33">
                  <c:v>45891</c:v>
                </c:pt>
                <c:pt idx="34">
                  <c:v>45898</c:v>
                </c:pt>
                <c:pt idx="35">
                  <c:v>45905</c:v>
                </c:pt>
                <c:pt idx="36">
                  <c:v>45912</c:v>
                </c:pt>
                <c:pt idx="37">
                  <c:v>45919</c:v>
                </c:pt>
                <c:pt idx="38">
                  <c:v>45926</c:v>
                </c:pt>
                <c:pt idx="39">
                  <c:v>45933</c:v>
                </c:pt>
                <c:pt idx="40">
                  <c:v>45940</c:v>
                </c:pt>
                <c:pt idx="41">
                  <c:v>45947</c:v>
                </c:pt>
                <c:pt idx="42">
                  <c:v>45954</c:v>
                </c:pt>
                <c:pt idx="43">
                  <c:v>45961</c:v>
                </c:pt>
                <c:pt idx="44">
                  <c:v>45968</c:v>
                </c:pt>
                <c:pt idx="45">
                  <c:v>45975</c:v>
                </c:pt>
                <c:pt idx="46">
                  <c:v>45982</c:v>
                </c:pt>
                <c:pt idx="47">
                  <c:v>45989</c:v>
                </c:pt>
                <c:pt idx="48">
                  <c:v>45996</c:v>
                </c:pt>
                <c:pt idx="49">
                  <c:v>46003</c:v>
                </c:pt>
                <c:pt idx="50">
                  <c:v>46010</c:v>
                </c:pt>
                <c:pt idx="51">
                  <c:v>46017</c:v>
                </c:pt>
                <c:pt idx="52">
                  <c:v>46024</c:v>
                </c:pt>
                <c:pt idx="53">
                  <c:v>46031</c:v>
                </c:pt>
                <c:pt idx="54">
                  <c:v>46038</c:v>
                </c:pt>
                <c:pt idx="55">
                  <c:v>46045</c:v>
                </c:pt>
                <c:pt idx="56">
                  <c:v>46052</c:v>
                </c:pt>
                <c:pt idx="57">
                  <c:v>46059</c:v>
                </c:pt>
                <c:pt idx="58">
                  <c:v>46066</c:v>
                </c:pt>
                <c:pt idx="59">
                  <c:v>46073</c:v>
                </c:pt>
                <c:pt idx="60">
                  <c:v>46080</c:v>
                </c:pt>
                <c:pt idx="61">
                  <c:v>46087</c:v>
                </c:pt>
                <c:pt idx="62">
                  <c:v>46094</c:v>
                </c:pt>
                <c:pt idx="63">
                  <c:v>46101</c:v>
                </c:pt>
                <c:pt idx="64">
                  <c:v>46108</c:v>
                </c:pt>
                <c:pt idx="65">
                  <c:v>46115</c:v>
                </c:pt>
                <c:pt idx="66">
                  <c:v>46122</c:v>
                </c:pt>
                <c:pt idx="67">
                  <c:v>46129</c:v>
                </c:pt>
                <c:pt idx="68">
                  <c:v>46136</c:v>
                </c:pt>
                <c:pt idx="69">
                  <c:v>46143</c:v>
                </c:pt>
                <c:pt idx="70">
                  <c:v>46150</c:v>
                </c:pt>
                <c:pt idx="71">
                  <c:v>46157</c:v>
                </c:pt>
                <c:pt idx="72">
                  <c:v>46164</c:v>
                </c:pt>
                <c:pt idx="73">
                  <c:v>46171</c:v>
                </c:pt>
                <c:pt idx="74">
                  <c:v>46178</c:v>
                </c:pt>
              </c:numCache>
            </c:numRef>
          </c:cat>
          <c:val>
            <c:numRef>
              <c:f>Sheet1!$G$2:$G$76</c:f>
              <c:numCache>
                <c:formatCode>###,###,##0.0000</c:formatCode>
                <c:ptCount val="75"/>
                <c:pt idx="0">
                  <c:v>2638.41</c:v>
                </c:pt>
                <c:pt idx="1">
                  <c:v>2689.7550000000001</c:v>
                </c:pt>
                <c:pt idx="2">
                  <c:v>2702.12</c:v>
                </c:pt>
                <c:pt idx="3">
                  <c:v>2770</c:v>
                </c:pt>
                <c:pt idx="4">
                  <c:v>2798.13</c:v>
                </c:pt>
                <c:pt idx="5">
                  <c:v>2860.1350000000002</c:v>
                </c:pt>
                <c:pt idx="6">
                  <c:v>2882.085</c:v>
                </c:pt>
                <c:pt idx="7">
                  <c:v>2934.9549999999999</c:v>
                </c:pt>
                <c:pt idx="8">
                  <c:v>2856.998</c:v>
                </c:pt>
                <c:pt idx="9">
                  <c:v>2909.355</c:v>
                </c:pt>
                <c:pt idx="10">
                  <c:v>2983.7950000000001</c:v>
                </c:pt>
                <c:pt idx="11">
                  <c:v>3022.79</c:v>
                </c:pt>
                <c:pt idx="12">
                  <c:v>3084.33</c:v>
                </c:pt>
                <c:pt idx="13">
                  <c:v>3037.31</c:v>
                </c:pt>
                <c:pt idx="14">
                  <c:v>3238.07</c:v>
                </c:pt>
                <c:pt idx="15">
                  <c:v>3326.83</c:v>
                </c:pt>
                <c:pt idx="16">
                  <c:v>3318.76</c:v>
                </c:pt>
                <c:pt idx="17">
                  <c:v>3240.61</c:v>
                </c:pt>
                <c:pt idx="18">
                  <c:v>3326.46</c:v>
                </c:pt>
                <c:pt idx="19">
                  <c:v>3201.78</c:v>
                </c:pt>
                <c:pt idx="20">
                  <c:v>3357.5189999999998</c:v>
                </c:pt>
                <c:pt idx="21">
                  <c:v>3288.58</c:v>
                </c:pt>
                <c:pt idx="22">
                  <c:v>3309.47</c:v>
                </c:pt>
                <c:pt idx="23">
                  <c:v>3433.35</c:v>
                </c:pt>
                <c:pt idx="24">
                  <c:v>3367.64</c:v>
                </c:pt>
                <c:pt idx="25">
                  <c:v>3273.335</c:v>
                </c:pt>
                <c:pt idx="26">
                  <c:v>3336.94</c:v>
                </c:pt>
                <c:pt idx="27">
                  <c:v>3354.75</c:v>
                </c:pt>
                <c:pt idx="28">
                  <c:v>3349.6550000000002</c:v>
                </c:pt>
                <c:pt idx="29">
                  <c:v>3336.22</c:v>
                </c:pt>
                <c:pt idx="30">
                  <c:v>3362.64</c:v>
                </c:pt>
                <c:pt idx="31">
                  <c:v>3398.5790000000002</c:v>
                </c:pt>
                <c:pt idx="32">
                  <c:v>3335.28</c:v>
                </c:pt>
                <c:pt idx="33">
                  <c:v>3371.2350000000001</c:v>
                </c:pt>
                <c:pt idx="34">
                  <c:v>3446.8049999999998</c:v>
                </c:pt>
                <c:pt idx="35">
                  <c:v>3586</c:v>
                </c:pt>
                <c:pt idx="36">
                  <c:v>3642.6350000000002</c:v>
                </c:pt>
                <c:pt idx="37">
                  <c:v>3684.65</c:v>
                </c:pt>
                <c:pt idx="38">
                  <c:v>3758.78</c:v>
                </c:pt>
                <c:pt idx="39">
                  <c:v>3885.66</c:v>
                </c:pt>
                <c:pt idx="40">
                  <c:v>4017.8449999999998</c:v>
                </c:pt>
                <c:pt idx="41">
                  <c:v>4251.4480000000003</c:v>
                </c:pt>
                <c:pt idx="42">
                  <c:v>4111.5550000000003</c:v>
                </c:pt>
                <c:pt idx="43">
                  <c:v>4002.69</c:v>
                </c:pt>
                <c:pt idx="44">
                  <c:v>4000.2890000000002</c:v>
                </c:pt>
                <c:pt idx="45">
                  <c:v>4082.1590000000001</c:v>
                </c:pt>
                <c:pt idx="46">
                  <c:v>4064.279</c:v>
                </c:pt>
                <c:pt idx="47">
                  <c:v>4218.55</c:v>
                </c:pt>
                <c:pt idx="48">
                  <c:v>4197.4049999999997</c:v>
                </c:pt>
                <c:pt idx="49">
                  <c:v>4299.2849999999999</c:v>
                </c:pt>
                <c:pt idx="50">
                  <c:v>4341.058</c:v>
                </c:pt>
                <c:pt idx="51">
                  <c:v>4532.5050000000001</c:v>
                </c:pt>
                <c:pt idx="52">
                  <c:v>4332.5050000000001</c:v>
                </c:pt>
                <c:pt idx="53">
                  <c:v>4509.0150000000003</c:v>
                </c:pt>
                <c:pt idx="54">
                  <c:v>4599.0360000000001</c:v>
                </c:pt>
                <c:pt idx="55">
                  <c:v>4981.3090000000002</c:v>
                </c:pt>
                <c:pt idx="56">
                  <c:v>4880.0339999999997</c:v>
                </c:pt>
                <c:pt idx="57">
                  <c:v>4966.6099999999997</c:v>
                </c:pt>
                <c:pt idx="58">
                  <c:v>5042.2049999999999</c:v>
                </c:pt>
                <c:pt idx="59">
                  <c:v>5111.125</c:v>
                </c:pt>
                <c:pt idx="60">
                  <c:v>5278.26</c:v>
                </c:pt>
                <c:pt idx="61">
                  <c:v>5168.0060000000003</c:v>
                </c:pt>
                <c:pt idx="62">
                  <c:v>5018.098</c:v>
                </c:pt>
                <c:pt idx="63">
                  <c:v>4491.67</c:v>
                </c:pt>
                <c:pt idx="64">
                  <c:v>4493.3580000000002</c:v>
                </c:pt>
                <c:pt idx="65">
                  <c:v>4676.8599999999997</c:v>
                </c:pt>
                <c:pt idx="66">
                  <c:v>4746.8980000000001</c:v>
                </c:pt>
                <c:pt idx="67">
                  <c:v>4837.49</c:v>
                </c:pt>
                <c:pt idx="68">
                  <c:v>4708.62</c:v>
                </c:pt>
                <c:pt idx="69">
                  <c:v>4614.22</c:v>
                </c:pt>
                <c:pt idx="70">
                  <c:v>4713.5600000000004</c:v>
                </c:pt>
                <c:pt idx="71">
                  <c:v>4539.3900000000003</c:v>
                </c:pt>
                <c:pt idx="72">
                  <c:v>4508.93</c:v>
                </c:pt>
                <c:pt idx="73">
                  <c:v>4538.16</c:v>
                </c:pt>
                <c:pt idx="74">
                  <c:v>4328.92</c:v>
                </c:pt>
              </c:numCache>
            </c:numRef>
          </c:val>
          <c:smooth val="0"/>
          <c:extLst>
            <c:ext xmlns:c16="http://schemas.microsoft.com/office/drawing/2014/chart" uri="{C3380CC4-5D6E-409C-BE32-E72D297353CC}">
              <c16:uniqueId val="{00000001-563D-4561-8179-30EA32ED27A2}"/>
            </c:ext>
          </c:extLst>
        </c:ser>
        <c:dLbls>
          <c:showLegendKey val="0"/>
          <c:showVal val="0"/>
          <c:showCatName val="0"/>
          <c:showSerName val="0"/>
          <c:showPercent val="0"/>
          <c:showBubbleSize val="0"/>
        </c:dLbls>
        <c:marker val="1"/>
        <c:smooth val="0"/>
        <c:axId val="2000002882"/>
        <c:axId val="2000002883"/>
      </c:lineChart>
      <c:dateAx>
        <c:axId val="2000002880"/>
        <c:scaling>
          <c:orientation val="minMax"/>
        </c:scaling>
        <c:delete val="0"/>
        <c:axPos val="b"/>
        <c:numFmt formatCode="m/d/yyyy" sourceLinked="1"/>
        <c:majorTickMark val="out"/>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Normal" panose="020B0400000000000000" pitchFamily="34" charset="-122"/>
                <a:cs typeface="+mn-cs"/>
              </a:defRPr>
            </a:pPr>
            <a:endParaRPr lang="zh-CN"/>
          </a:p>
        </c:txPr>
        <c:crossAx val="2000002881"/>
        <c:crosses val="autoZero"/>
        <c:auto val="1"/>
        <c:lblOffset val="100"/>
        <c:baseTimeUnit val="days"/>
      </c:dateAx>
      <c:valAx>
        <c:axId val="2000002881"/>
        <c:scaling>
          <c:orientation val="minMax"/>
        </c:scaling>
        <c:delete val="0"/>
        <c:axPos val="l"/>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Normal" panose="020B0400000000000000" pitchFamily="34" charset="-122"/>
                <a:cs typeface="+mn-cs"/>
              </a:defRPr>
            </a:pPr>
            <a:endParaRPr lang="zh-CN"/>
          </a:p>
        </c:txPr>
        <c:crossAx val="2000002880"/>
        <c:crosses val="autoZero"/>
        <c:crossBetween val="between"/>
      </c:valAx>
      <c:valAx>
        <c:axId val="2000002883"/>
        <c:scaling>
          <c:orientation val="minMax"/>
          <c:min val="2000"/>
        </c:scaling>
        <c:delete val="0"/>
        <c:axPos val="r"/>
        <c:numFmt formatCode="###,###,##0" sourceLinked="0"/>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Normal" panose="020B0400000000000000" pitchFamily="34" charset="-122"/>
                <a:cs typeface="+mn-cs"/>
              </a:defRPr>
            </a:pPr>
            <a:endParaRPr lang="zh-CN"/>
          </a:p>
        </c:txPr>
        <c:crossAx val="2000002882"/>
        <c:crosses val="max"/>
        <c:crossBetween val="between"/>
      </c:valAx>
      <c:dateAx>
        <c:axId val="2000002882"/>
        <c:scaling>
          <c:orientation val="minMax"/>
        </c:scaling>
        <c:delete val="1"/>
        <c:axPos val="b"/>
        <c:numFmt formatCode="m/d/yyyy" sourceLinked="1"/>
        <c:majorTickMark val="out"/>
        <c:minorTickMark val="none"/>
        <c:tickLblPos val="nextTo"/>
        <c:crossAx val="2000002883"/>
        <c:crosses val="autoZero"/>
        <c:auto val="1"/>
        <c:lblOffset val="100"/>
        <c:baseTimeUnit val="days"/>
      </c:dateAx>
      <c:spPr>
        <a:noFill/>
        <a:ln>
          <a:noFill/>
        </a:ln>
        <a:effectLst/>
      </c:spPr>
    </c:plotArea>
    <c:legend>
      <c:legendPos val="t"/>
      <c:overlay val="0"/>
      <c:spPr>
        <a:noFill/>
        <a:ln>
          <a:noFill/>
        </a:ln>
        <a:effectLst/>
      </c:spPr>
      <c:txPr>
        <a:bodyPr rot="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Normal" panose="020B0400000000000000" pitchFamily="34" charset="-122"/>
              <a:cs typeface="+mn-cs"/>
            </a:defRPr>
          </a:pPr>
          <a:endParaRPr lang="zh-CN"/>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700" baseline="0">
          <a:latin typeface="Arial" panose="020B0604020202020204" pitchFamily="34" charset="0"/>
          <a:ea typeface="思源黑体 CN Normal" panose="020B0400000000000000" pitchFamily="34" charset="-122"/>
        </a:defRPr>
      </a:pPr>
      <a:endParaRPr lang="zh-CN"/>
    </a:p>
  </c:txPr>
  <c:externalData r:id="rId1">
    <c:autoUpdate val="0"/>
  </c:externalData>
</c:chartSpace>
</file>

<file path=ppt/charts/chart9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金铜锂价格!$F$1</c:f>
              <c:strCache>
                <c:ptCount val="1"/>
                <c:pt idx="0">
                  <c:v>COMEX铜价格，标准化后</c:v>
                </c:pt>
              </c:strCache>
            </c:strRef>
          </c:tx>
          <c:spPr>
            <a:ln w="28575" cap="rnd">
              <a:solidFill>
                <a:srgbClr val="B8BEE4"/>
              </a:solidFill>
              <a:round/>
            </a:ln>
            <a:effectLst/>
          </c:spPr>
          <c:marker>
            <c:symbol val="none"/>
          </c:marker>
          <c:cat>
            <c:numRef>
              <c:f>金铜锂价格!$A$2:$A$337</c:f>
              <c:numCache>
                <c:formatCode>yyyy\-mm\-dd</c:formatCode>
                <c:ptCount val="336"/>
                <c:pt idx="0">
                  <c:v>45659</c:v>
                </c:pt>
                <c:pt idx="1">
                  <c:v>45660</c:v>
                </c:pt>
                <c:pt idx="2">
                  <c:v>45663</c:v>
                </c:pt>
                <c:pt idx="3">
                  <c:v>45664</c:v>
                </c:pt>
                <c:pt idx="4">
                  <c:v>45665</c:v>
                </c:pt>
                <c:pt idx="5">
                  <c:v>45666</c:v>
                </c:pt>
                <c:pt idx="6">
                  <c:v>45667</c:v>
                </c:pt>
                <c:pt idx="7">
                  <c:v>45670</c:v>
                </c:pt>
                <c:pt idx="8">
                  <c:v>45671</c:v>
                </c:pt>
                <c:pt idx="9">
                  <c:v>45672</c:v>
                </c:pt>
                <c:pt idx="10">
                  <c:v>45673</c:v>
                </c:pt>
                <c:pt idx="11">
                  <c:v>45674</c:v>
                </c:pt>
                <c:pt idx="12">
                  <c:v>45678</c:v>
                </c:pt>
                <c:pt idx="13">
                  <c:v>45679</c:v>
                </c:pt>
                <c:pt idx="14">
                  <c:v>45680</c:v>
                </c:pt>
                <c:pt idx="15">
                  <c:v>45681</c:v>
                </c:pt>
                <c:pt idx="16">
                  <c:v>45684</c:v>
                </c:pt>
                <c:pt idx="17">
                  <c:v>45693</c:v>
                </c:pt>
                <c:pt idx="18">
                  <c:v>45694</c:v>
                </c:pt>
                <c:pt idx="19">
                  <c:v>45695</c:v>
                </c:pt>
                <c:pt idx="20">
                  <c:v>45698</c:v>
                </c:pt>
                <c:pt idx="21">
                  <c:v>45699</c:v>
                </c:pt>
                <c:pt idx="22">
                  <c:v>45700</c:v>
                </c:pt>
                <c:pt idx="23">
                  <c:v>45701</c:v>
                </c:pt>
                <c:pt idx="24">
                  <c:v>45702</c:v>
                </c:pt>
                <c:pt idx="25">
                  <c:v>45706</c:v>
                </c:pt>
                <c:pt idx="26">
                  <c:v>45707</c:v>
                </c:pt>
                <c:pt idx="27">
                  <c:v>45708</c:v>
                </c:pt>
                <c:pt idx="28">
                  <c:v>45709</c:v>
                </c:pt>
                <c:pt idx="29">
                  <c:v>45712</c:v>
                </c:pt>
                <c:pt idx="30">
                  <c:v>45713</c:v>
                </c:pt>
                <c:pt idx="31">
                  <c:v>45714</c:v>
                </c:pt>
                <c:pt idx="32">
                  <c:v>45715</c:v>
                </c:pt>
                <c:pt idx="33">
                  <c:v>45716</c:v>
                </c:pt>
                <c:pt idx="34">
                  <c:v>45719</c:v>
                </c:pt>
                <c:pt idx="35">
                  <c:v>45720</c:v>
                </c:pt>
                <c:pt idx="36">
                  <c:v>45721</c:v>
                </c:pt>
                <c:pt idx="37">
                  <c:v>45722</c:v>
                </c:pt>
                <c:pt idx="38">
                  <c:v>45723</c:v>
                </c:pt>
                <c:pt idx="39">
                  <c:v>45726</c:v>
                </c:pt>
                <c:pt idx="40">
                  <c:v>45727</c:v>
                </c:pt>
                <c:pt idx="41">
                  <c:v>45728</c:v>
                </c:pt>
                <c:pt idx="42">
                  <c:v>45729</c:v>
                </c:pt>
                <c:pt idx="43">
                  <c:v>45730</c:v>
                </c:pt>
                <c:pt idx="44">
                  <c:v>45733</c:v>
                </c:pt>
                <c:pt idx="45">
                  <c:v>45734</c:v>
                </c:pt>
                <c:pt idx="46">
                  <c:v>45735</c:v>
                </c:pt>
                <c:pt idx="47">
                  <c:v>45736</c:v>
                </c:pt>
                <c:pt idx="48">
                  <c:v>45737</c:v>
                </c:pt>
                <c:pt idx="49">
                  <c:v>45740</c:v>
                </c:pt>
                <c:pt idx="50">
                  <c:v>45741</c:v>
                </c:pt>
                <c:pt idx="51">
                  <c:v>45742</c:v>
                </c:pt>
                <c:pt idx="52">
                  <c:v>45743</c:v>
                </c:pt>
                <c:pt idx="53">
                  <c:v>45744</c:v>
                </c:pt>
                <c:pt idx="54">
                  <c:v>45747</c:v>
                </c:pt>
                <c:pt idx="55">
                  <c:v>45748</c:v>
                </c:pt>
                <c:pt idx="56">
                  <c:v>45749</c:v>
                </c:pt>
                <c:pt idx="57">
                  <c:v>45750</c:v>
                </c:pt>
                <c:pt idx="58">
                  <c:v>45754</c:v>
                </c:pt>
                <c:pt idx="59">
                  <c:v>45755</c:v>
                </c:pt>
                <c:pt idx="60">
                  <c:v>45756</c:v>
                </c:pt>
                <c:pt idx="61">
                  <c:v>45757</c:v>
                </c:pt>
                <c:pt idx="62">
                  <c:v>45758</c:v>
                </c:pt>
                <c:pt idx="63">
                  <c:v>45761</c:v>
                </c:pt>
                <c:pt idx="64">
                  <c:v>45762</c:v>
                </c:pt>
                <c:pt idx="65">
                  <c:v>45763</c:v>
                </c:pt>
                <c:pt idx="66">
                  <c:v>45764</c:v>
                </c:pt>
                <c:pt idx="67">
                  <c:v>45768</c:v>
                </c:pt>
                <c:pt idx="68">
                  <c:v>45769</c:v>
                </c:pt>
                <c:pt idx="69">
                  <c:v>45770</c:v>
                </c:pt>
                <c:pt idx="70">
                  <c:v>45771</c:v>
                </c:pt>
                <c:pt idx="71">
                  <c:v>45772</c:v>
                </c:pt>
                <c:pt idx="72">
                  <c:v>45775</c:v>
                </c:pt>
                <c:pt idx="73">
                  <c:v>45776</c:v>
                </c:pt>
                <c:pt idx="74">
                  <c:v>45777</c:v>
                </c:pt>
                <c:pt idx="75">
                  <c:v>45783</c:v>
                </c:pt>
                <c:pt idx="76">
                  <c:v>45784</c:v>
                </c:pt>
                <c:pt idx="77">
                  <c:v>45785</c:v>
                </c:pt>
                <c:pt idx="78">
                  <c:v>45786</c:v>
                </c:pt>
                <c:pt idx="79">
                  <c:v>45789</c:v>
                </c:pt>
                <c:pt idx="80">
                  <c:v>45790</c:v>
                </c:pt>
                <c:pt idx="81">
                  <c:v>45791</c:v>
                </c:pt>
                <c:pt idx="82">
                  <c:v>45792</c:v>
                </c:pt>
                <c:pt idx="83">
                  <c:v>45793</c:v>
                </c:pt>
                <c:pt idx="84">
                  <c:v>45796</c:v>
                </c:pt>
                <c:pt idx="85">
                  <c:v>45797</c:v>
                </c:pt>
                <c:pt idx="86">
                  <c:v>45798</c:v>
                </c:pt>
                <c:pt idx="87">
                  <c:v>45799</c:v>
                </c:pt>
                <c:pt idx="88">
                  <c:v>45800</c:v>
                </c:pt>
                <c:pt idx="89">
                  <c:v>45804</c:v>
                </c:pt>
                <c:pt idx="90">
                  <c:v>45805</c:v>
                </c:pt>
                <c:pt idx="91">
                  <c:v>45806</c:v>
                </c:pt>
                <c:pt idx="92">
                  <c:v>45807</c:v>
                </c:pt>
                <c:pt idx="93">
                  <c:v>45811</c:v>
                </c:pt>
                <c:pt idx="94">
                  <c:v>45812</c:v>
                </c:pt>
                <c:pt idx="95">
                  <c:v>45813</c:v>
                </c:pt>
                <c:pt idx="96">
                  <c:v>45814</c:v>
                </c:pt>
                <c:pt idx="97">
                  <c:v>45817</c:v>
                </c:pt>
                <c:pt idx="98">
                  <c:v>45818</c:v>
                </c:pt>
                <c:pt idx="99">
                  <c:v>45819</c:v>
                </c:pt>
                <c:pt idx="100">
                  <c:v>45820</c:v>
                </c:pt>
                <c:pt idx="101">
                  <c:v>45821</c:v>
                </c:pt>
                <c:pt idx="102">
                  <c:v>45824</c:v>
                </c:pt>
                <c:pt idx="103">
                  <c:v>45825</c:v>
                </c:pt>
                <c:pt idx="104">
                  <c:v>45826</c:v>
                </c:pt>
                <c:pt idx="105">
                  <c:v>45828</c:v>
                </c:pt>
                <c:pt idx="106">
                  <c:v>45831</c:v>
                </c:pt>
                <c:pt idx="107">
                  <c:v>45832</c:v>
                </c:pt>
                <c:pt idx="108">
                  <c:v>45833</c:v>
                </c:pt>
                <c:pt idx="109">
                  <c:v>45834</c:v>
                </c:pt>
                <c:pt idx="110">
                  <c:v>45835</c:v>
                </c:pt>
                <c:pt idx="111">
                  <c:v>45838</c:v>
                </c:pt>
                <c:pt idx="112">
                  <c:v>45839</c:v>
                </c:pt>
                <c:pt idx="113">
                  <c:v>45840</c:v>
                </c:pt>
                <c:pt idx="114">
                  <c:v>45841</c:v>
                </c:pt>
                <c:pt idx="115">
                  <c:v>45842</c:v>
                </c:pt>
                <c:pt idx="116">
                  <c:v>45845</c:v>
                </c:pt>
                <c:pt idx="117">
                  <c:v>45846</c:v>
                </c:pt>
                <c:pt idx="118">
                  <c:v>45847</c:v>
                </c:pt>
                <c:pt idx="119">
                  <c:v>45848</c:v>
                </c:pt>
                <c:pt idx="120">
                  <c:v>45849</c:v>
                </c:pt>
                <c:pt idx="121">
                  <c:v>45852</c:v>
                </c:pt>
                <c:pt idx="122">
                  <c:v>45853</c:v>
                </c:pt>
                <c:pt idx="123">
                  <c:v>45854</c:v>
                </c:pt>
                <c:pt idx="124">
                  <c:v>45855</c:v>
                </c:pt>
                <c:pt idx="125">
                  <c:v>45856</c:v>
                </c:pt>
                <c:pt idx="126">
                  <c:v>45859</c:v>
                </c:pt>
                <c:pt idx="127">
                  <c:v>45860</c:v>
                </c:pt>
                <c:pt idx="128">
                  <c:v>45861</c:v>
                </c:pt>
                <c:pt idx="129">
                  <c:v>45862</c:v>
                </c:pt>
                <c:pt idx="130">
                  <c:v>45863</c:v>
                </c:pt>
                <c:pt idx="131">
                  <c:v>45866</c:v>
                </c:pt>
                <c:pt idx="132">
                  <c:v>45867</c:v>
                </c:pt>
                <c:pt idx="133">
                  <c:v>45868</c:v>
                </c:pt>
                <c:pt idx="134">
                  <c:v>45869</c:v>
                </c:pt>
                <c:pt idx="135">
                  <c:v>45870</c:v>
                </c:pt>
                <c:pt idx="136">
                  <c:v>45873</c:v>
                </c:pt>
                <c:pt idx="137">
                  <c:v>45874</c:v>
                </c:pt>
                <c:pt idx="138">
                  <c:v>45875</c:v>
                </c:pt>
                <c:pt idx="139">
                  <c:v>45876</c:v>
                </c:pt>
                <c:pt idx="140">
                  <c:v>45877</c:v>
                </c:pt>
                <c:pt idx="141">
                  <c:v>45880</c:v>
                </c:pt>
                <c:pt idx="142">
                  <c:v>45881</c:v>
                </c:pt>
                <c:pt idx="143">
                  <c:v>45882</c:v>
                </c:pt>
                <c:pt idx="144">
                  <c:v>45883</c:v>
                </c:pt>
                <c:pt idx="145">
                  <c:v>45884</c:v>
                </c:pt>
                <c:pt idx="146">
                  <c:v>45887</c:v>
                </c:pt>
                <c:pt idx="147">
                  <c:v>45888</c:v>
                </c:pt>
                <c:pt idx="148">
                  <c:v>45889</c:v>
                </c:pt>
                <c:pt idx="149">
                  <c:v>45890</c:v>
                </c:pt>
                <c:pt idx="150">
                  <c:v>45891</c:v>
                </c:pt>
                <c:pt idx="151">
                  <c:v>45894</c:v>
                </c:pt>
                <c:pt idx="152">
                  <c:v>45895</c:v>
                </c:pt>
                <c:pt idx="153">
                  <c:v>45896</c:v>
                </c:pt>
                <c:pt idx="154">
                  <c:v>45897</c:v>
                </c:pt>
                <c:pt idx="155">
                  <c:v>45898</c:v>
                </c:pt>
                <c:pt idx="156">
                  <c:v>45902</c:v>
                </c:pt>
                <c:pt idx="157">
                  <c:v>45903</c:v>
                </c:pt>
                <c:pt idx="158">
                  <c:v>45904</c:v>
                </c:pt>
                <c:pt idx="159">
                  <c:v>45905</c:v>
                </c:pt>
                <c:pt idx="160">
                  <c:v>45908</c:v>
                </c:pt>
                <c:pt idx="161">
                  <c:v>45909</c:v>
                </c:pt>
                <c:pt idx="162">
                  <c:v>45910</c:v>
                </c:pt>
                <c:pt idx="163">
                  <c:v>45911</c:v>
                </c:pt>
                <c:pt idx="164">
                  <c:v>45912</c:v>
                </c:pt>
                <c:pt idx="165">
                  <c:v>45915</c:v>
                </c:pt>
                <c:pt idx="166">
                  <c:v>45916</c:v>
                </c:pt>
                <c:pt idx="167">
                  <c:v>45917</c:v>
                </c:pt>
                <c:pt idx="168">
                  <c:v>45918</c:v>
                </c:pt>
                <c:pt idx="169">
                  <c:v>45919</c:v>
                </c:pt>
                <c:pt idx="170">
                  <c:v>45922</c:v>
                </c:pt>
                <c:pt idx="171">
                  <c:v>45923</c:v>
                </c:pt>
                <c:pt idx="172">
                  <c:v>45924</c:v>
                </c:pt>
                <c:pt idx="173">
                  <c:v>45925</c:v>
                </c:pt>
                <c:pt idx="174">
                  <c:v>45926</c:v>
                </c:pt>
                <c:pt idx="175">
                  <c:v>45929</c:v>
                </c:pt>
                <c:pt idx="176">
                  <c:v>45930</c:v>
                </c:pt>
                <c:pt idx="177">
                  <c:v>45939</c:v>
                </c:pt>
                <c:pt idx="178">
                  <c:v>45940</c:v>
                </c:pt>
                <c:pt idx="179">
                  <c:v>45943</c:v>
                </c:pt>
                <c:pt idx="180">
                  <c:v>45944</c:v>
                </c:pt>
                <c:pt idx="181">
                  <c:v>45945</c:v>
                </c:pt>
                <c:pt idx="182">
                  <c:v>45946</c:v>
                </c:pt>
                <c:pt idx="183">
                  <c:v>45947</c:v>
                </c:pt>
                <c:pt idx="184">
                  <c:v>45950</c:v>
                </c:pt>
                <c:pt idx="185">
                  <c:v>45951</c:v>
                </c:pt>
                <c:pt idx="186">
                  <c:v>45952</c:v>
                </c:pt>
                <c:pt idx="187">
                  <c:v>45953</c:v>
                </c:pt>
                <c:pt idx="188">
                  <c:v>45954</c:v>
                </c:pt>
                <c:pt idx="189">
                  <c:v>45957</c:v>
                </c:pt>
                <c:pt idx="190">
                  <c:v>45958</c:v>
                </c:pt>
                <c:pt idx="191">
                  <c:v>45959</c:v>
                </c:pt>
                <c:pt idx="192">
                  <c:v>45960</c:v>
                </c:pt>
                <c:pt idx="193">
                  <c:v>45961</c:v>
                </c:pt>
                <c:pt idx="194">
                  <c:v>45964</c:v>
                </c:pt>
                <c:pt idx="195">
                  <c:v>45965</c:v>
                </c:pt>
                <c:pt idx="196">
                  <c:v>45966</c:v>
                </c:pt>
                <c:pt idx="197">
                  <c:v>45967</c:v>
                </c:pt>
                <c:pt idx="198">
                  <c:v>45968</c:v>
                </c:pt>
                <c:pt idx="199">
                  <c:v>45971</c:v>
                </c:pt>
                <c:pt idx="200">
                  <c:v>45972</c:v>
                </c:pt>
                <c:pt idx="201">
                  <c:v>45973</c:v>
                </c:pt>
                <c:pt idx="202">
                  <c:v>45974</c:v>
                </c:pt>
                <c:pt idx="203">
                  <c:v>45975</c:v>
                </c:pt>
                <c:pt idx="204">
                  <c:v>45978</c:v>
                </c:pt>
                <c:pt idx="205">
                  <c:v>45979</c:v>
                </c:pt>
                <c:pt idx="206">
                  <c:v>45980</c:v>
                </c:pt>
                <c:pt idx="207">
                  <c:v>45981</c:v>
                </c:pt>
                <c:pt idx="208">
                  <c:v>45982</c:v>
                </c:pt>
                <c:pt idx="209">
                  <c:v>45985</c:v>
                </c:pt>
                <c:pt idx="210">
                  <c:v>45986</c:v>
                </c:pt>
                <c:pt idx="211">
                  <c:v>45987</c:v>
                </c:pt>
                <c:pt idx="212">
                  <c:v>45989</c:v>
                </c:pt>
                <c:pt idx="213">
                  <c:v>45992</c:v>
                </c:pt>
                <c:pt idx="214">
                  <c:v>45993</c:v>
                </c:pt>
                <c:pt idx="215">
                  <c:v>45994</c:v>
                </c:pt>
                <c:pt idx="216">
                  <c:v>45995</c:v>
                </c:pt>
                <c:pt idx="217">
                  <c:v>45996</c:v>
                </c:pt>
                <c:pt idx="218">
                  <c:v>45999</c:v>
                </c:pt>
                <c:pt idx="219">
                  <c:v>46000</c:v>
                </c:pt>
                <c:pt idx="220">
                  <c:v>46001</c:v>
                </c:pt>
                <c:pt idx="221">
                  <c:v>46002</c:v>
                </c:pt>
                <c:pt idx="222">
                  <c:v>46003</c:v>
                </c:pt>
                <c:pt idx="223">
                  <c:v>46006</c:v>
                </c:pt>
                <c:pt idx="224">
                  <c:v>46007</c:v>
                </c:pt>
                <c:pt idx="225">
                  <c:v>46008</c:v>
                </c:pt>
                <c:pt idx="226">
                  <c:v>46009</c:v>
                </c:pt>
                <c:pt idx="227">
                  <c:v>46010</c:v>
                </c:pt>
                <c:pt idx="228">
                  <c:v>46013</c:v>
                </c:pt>
                <c:pt idx="229">
                  <c:v>46014</c:v>
                </c:pt>
                <c:pt idx="230">
                  <c:v>46015</c:v>
                </c:pt>
                <c:pt idx="231">
                  <c:v>46017</c:v>
                </c:pt>
                <c:pt idx="232">
                  <c:v>46020</c:v>
                </c:pt>
                <c:pt idx="233">
                  <c:v>46021</c:v>
                </c:pt>
                <c:pt idx="234">
                  <c:v>46022</c:v>
                </c:pt>
                <c:pt idx="235">
                  <c:v>46027</c:v>
                </c:pt>
                <c:pt idx="236">
                  <c:v>46028</c:v>
                </c:pt>
                <c:pt idx="237">
                  <c:v>46029</c:v>
                </c:pt>
                <c:pt idx="238">
                  <c:v>46030</c:v>
                </c:pt>
                <c:pt idx="239">
                  <c:v>46031</c:v>
                </c:pt>
                <c:pt idx="240">
                  <c:v>46034</c:v>
                </c:pt>
                <c:pt idx="241">
                  <c:v>46035</c:v>
                </c:pt>
                <c:pt idx="242">
                  <c:v>46036</c:v>
                </c:pt>
                <c:pt idx="243">
                  <c:v>46037</c:v>
                </c:pt>
                <c:pt idx="244">
                  <c:v>46038</c:v>
                </c:pt>
                <c:pt idx="245">
                  <c:v>46042</c:v>
                </c:pt>
                <c:pt idx="246">
                  <c:v>46043</c:v>
                </c:pt>
                <c:pt idx="247">
                  <c:v>46044</c:v>
                </c:pt>
                <c:pt idx="248">
                  <c:v>46045</c:v>
                </c:pt>
                <c:pt idx="249">
                  <c:v>46048</c:v>
                </c:pt>
                <c:pt idx="250">
                  <c:v>46049</c:v>
                </c:pt>
                <c:pt idx="251">
                  <c:v>46050</c:v>
                </c:pt>
                <c:pt idx="252">
                  <c:v>46051</c:v>
                </c:pt>
                <c:pt idx="253">
                  <c:v>46052</c:v>
                </c:pt>
                <c:pt idx="254">
                  <c:v>46055</c:v>
                </c:pt>
                <c:pt idx="255">
                  <c:v>46056</c:v>
                </c:pt>
                <c:pt idx="256">
                  <c:v>46057</c:v>
                </c:pt>
                <c:pt idx="257">
                  <c:v>46058</c:v>
                </c:pt>
                <c:pt idx="258">
                  <c:v>46059</c:v>
                </c:pt>
                <c:pt idx="259">
                  <c:v>46062</c:v>
                </c:pt>
                <c:pt idx="260">
                  <c:v>46063</c:v>
                </c:pt>
                <c:pt idx="261">
                  <c:v>46064</c:v>
                </c:pt>
                <c:pt idx="262">
                  <c:v>46065</c:v>
                </c:pt>
                <c:pt idx="263">
                  <c:v>46066</c:v>
                </c:pt>
                <c:pt idx="264">
                  <c:v>46077</c:v>
                </c:pt>
                <c:pt idx="265">
                  <c:v>46078</c:v>
                </c:pt>
                <c:pt idx="266">
                  <c:v>46079</c:v>
                </c:pt>
                <c:pt idx="267">
                  <c:v>46080</c:v>
                </c:pt>
                <c:pt idx="268">
                  <c:v>46083</c:v>
                </c:pt>
                <c:pt idx="269">
                  <c:v>46084</c:v>
                </c:pt>
                <c:pt idx="270">
                  <c:v>46085</c:v>
                </c:pt>
                <c:pt idx="271">
                  <c:v>46086</c:v>
                </c:pt>
                <c:pt idx="272">
                  <c:v>46087</c:v>
                </c:pt>
                <c:pt idx="273">
                  <c:v>46090</c:v>
                </c:pt>
                <c:pt idx="274">
                  <c:v>46091</c:v>
                </c:pt>
                <c:pt idx="275">
                  <c:v>46092</c:v>
                </c:pt>
                <c:pt idx="276">
                  <c:v>46093</c:v>
                </c:pt>
                <c:pt idx="277">
                  <c:v>46094</c:v>
                </c:pt>
                <c:pt idx="278">
                  <c:v>46097</c:v>
                </c:pt>
                <c:pt idx="279">
                  <c:v>46098</c:v>
                </c:pt>
                <c:pt idx="280">
                  <c:v>46099</c:v>
                </c:pt>
                <c:pt idx="281">
                  <c:v>46100</c:v>
                </c:pt>
                <c:pt idx="282">
                  <c:v>46101</c:v>
                </c:pt>
                <c:pt idx="283">
                  <c:v>46104</c:v>
                </c:pt>
                <c:pt idx="284">
                  <c:v>46105</c:v>
                </c:pt>
                <c:pt idx="285">
                  <c:v>46106</c:v>
                </c:pt>
                <c:pt idx="286">
                  <c:v>46107</c:v>
                </c:pt>
                <c:pt idx="287">
                  <c:v>46108</c:v>
                </c:pt>
                <c:pt idx="288">
                  <c:v>46111</c:v>
                </c:pt>
                <c:pt idx="289">
                  <c:v>46112</c:v>
                </c:pt>
                <c:pt idx="290">
                  <c:v>46113</c:v>
                </c:pt>
                <c:pt idx="291">
                  <c:v>46114</c:v>
                </c:pt>
                <c:pt idx="292">
                  <c:v>46119</c:v>
                </c:pt>
                <c:pt idx="293">
                  <c:v>46120</c:v>
                </c:pt>
                <c:pt idx="294">
                  <c:v>46121</c:v>
                </c:pt>
                <c:pt idx="295">
                  <c:v>46122</c:v>
                </c:pt>
                <c:pt idx="296">
                  <c:v>46125</c:v>
                </c:pt>
                <c:pt idx="297">
                  <c:v>46126</c:v>
                </c:pt>
                <c:pt idx="298">
                  <c:v>46127</c:v>
                </c:pt>
                <c:pt idx="299">
                  <c:v>46128</c:v>
                </c:pt>
                <c:pt idx="300">
                  <c:v>46129</c:v>
                </c:pt>
                <c:pt idx="301">
                  <c:v>46132</c:v>
                </c:pt>
                <c:pt idx="302">
                  <c:v>46133</c:v>
                </c:pt>
                <c:pt idx="303">
                  <c:v>46134</c:v>
                </c:pt>
                <c:pt idx="304">
                  <c:v>46135</c:v>
                </c:pt>
                <c:pt idx="305">
                  <c:v>46136</c:v>
                </c:pt>
                <c:pt idx="306">
                  <c:v>46139</c:v>
                </c:pt>
                <c:pt idx="307">
                  <c:v>46140</c:v>
                </c:pt>
                <c:pt idx="308">
                  <c:v>46141</c:v>
                </c:pt>
                <c:pt idx="309">
                  <c:v>46142</c:v>
                </c:pt>
                <c:pt idx="310">
                  <c:v>46148</c:v>
                </c:pt>
                <c:pt idx="311">
                  <c:v>46149</c:v>
                </c:pt>
                <c:pt idx="312">
                  <c:v>46150</c:v>
                </c:pt>
                <c:pt idx="313">
                  <c:v>46153</c:v>
                </c:pt>
                <c:pt idx="314">
                  <c:v>46154</c:v>
                </c:pt>
                <c:pt idx="315">
                  <c:v>46155</c:v>
                </c:pt>
                <c:pt idx="316">
                  <c:v>46156</c:v>
                </c:pt>
                <c:pt idx="317">
                  <c:v>46157</c:v>
                </c:pt>
                <c:pt idx="318">
                  <c:v>46160</c:v>
                </c:pt>
                <c:pt idx="319">
                  <c:v>46161</c:v>
                </c:pt>
                <c:pt idx="320">
                  <c:v>46162</c:v>
                </c:pt>
                <c:pt idx="321">
                  <c:v>46163</c:v>
                </c:pt>
                <c:pt idx="322">
                  <c:v>46164</c:v>
                </c:pt>
                <c:pt idx="323">
                  <c:v>46168</c:v>
                </c:pt>
                <c:pt idx="324">
                  <c:v>46169</c:v>
                </c:pt>
                <c:pt idx="325">
                  <c:v>46170</c:v>
                </c:pt>
                <c:pt idx="326">
                  <c:v>46171</c:v>
                </c:pt>
                <c:pt idx="327">
                  <c:v>46174</c:v>
                </c:pt>
                <c:pt idx="328">
                  <c:v>46175</c:v>
                </c:pt>
                <c:pt idx="329">
                  <c:v>46176</c:v>
                </c:pt>
                <c:pt idx="330">
                  <c:v>46177</c:v>
                </c:pt>
                <c:pt idx="331">
                  <c:v>46178</c:v>
                </c:pt>
                <c:pt idx="332">
                  <c:v>46181</c:v>
                </c:pt>
                <c:pt idx="333">
                  <c:v>46182</c:v>
                </c:pt>
                <c:pt idx="334">
                  <c:v>46183</c:v>
                </c:pt>
                <c:pt idx="335">
                  <c:v>46184</c:v>
                </c:pt>
              </c:numCache>
            </c:numRef>
          </c:cat>
          <c:val>
            <c:numRef>
              <c:f>金铜锂价格!$F$2:$F$337</c:f>
              <c:numCache>
                <c:formatCode>General</c:formatCode>
                <c:ptCount val="336"/>
                <c:pt idx="0">
                  <c:v>1</c:v>
                </c:pt>
                <c:pt idx="1">
                  <c:v>1.0098750000000001</c:v>
                </c:pt>
                <c:pt idx="2">
                  <c:v>1.030125</c:v>
                </c:pt>
                <c:pt idx="3">
                  <c:v>1.036125</c:v>
                </c:pt>
                <c:pt idx="4">
                  <c:v>1.05925</c:v>
                </c:pt>
                <c:pt idx="5">
                  <c:v>1.06725</c:v>
                </c:pt>
                <c:pt idx="6">
                  <c:v>1.0785</c:v>
                </c:pt>
                <c:pt idx="7">
                  <c:v>1.0731250000000001</c:v>
                </c:pt>
                <c:pt idx="8">
                  <c:v>1.078125</c:v>
                </c:pt>
                <c:pt idx="9">
                  <c:v>1.0907500000000001</c:v>
                </c:pt>
                <c:pt idx="10">
                  <c:v>1.10225</c:v>
                </c:pt>
                <c:pt idx="11">
                  <c:v>1.0825</c:v>
                </c:pt>
                <c:pt idx="12">
                  <c:v>1.0765</c:v>
                </c:pt>
                <c:pt idx="13">
                  <c:v>1.06575</c:v>
                </c:pt>
                <c:pt idx="14">
                  <c:v>1.074875</c:v>
                </c:pt>
                <c:pt idx="15">
                  <c:v>1.070125</c:v>
                </c:pt>
                <c:pt idx="16">
                  <c:v>1.052125</c:v>
                </c:pt>
                <c:pt idx="17">
                  <c:v>1.1074999999999999</c:v>
                </c:pt>
                <c:pt idx="18">
                  <c:v>1.1096250000000001</c:v>
                </c:pt>
                <c:pt idx="19">
                  <c:v>1.1472500000000001</c:v>
                </c:pt>
                <c:pt idx="20">
                  <c:v>1.1739999999999999</c:v>
                </c:pt>
                <c:pt idx="21">
                  <c:v>1.1463749999999999</c:v>
                </c:pt>
                <c:pt idx="22">
                  <c:v>1.173125</c:v>
                </c:pt>
                <c:pt idx="23">
                  <c:v>1.1916249999999999</c:v>
                </c:pt>
                <c:pt idx="24">
                  <c:v>1.1641250000000001</c:v>
                </c:pt>
                <c:pt idx="25">
                  <c:v>1.1465000000000001</c:v>
                </c:pt>
                <c:pt idx="26">
                  <c:v>1.1392500000000001</c:v>
                </c:pt>
                <c:pt idx="27">
                  <c:v>1.1519999999999999</c:v>
                </c:pt>
                <c:pt idx="28">
                  <c:v>1.143875</c:v>
                </c:pt>
                <c:pt idx="29">
                  <c:v>1.1292500000000001</c:v>
                </c:pt>
                <c:pt idx="30">
                  <c:v>1.1214999999999999</c:v>
                </c:pt>
                <c:pt idx="31">
                  <c:v>1.1355</c:v>
                </c:pt>
                <c:pt idx="32">
                  <c:v>1.139</c:v>
                </c:pt>
                <c:pt idx="33">
                  <c:v>1.1323749999999999</c:v>
                </c:pt>
                <c:pt idx="34">
                  <c:v>1.13975</c:v>
                </c:pt>
                <c:pt idx="35">
                  <c:v>1.1383749999999999</c:v>
                </c:pt>
                <c:pt idx="36">
                  <c:v>1.1941250000000001</c:v>
                </c:pt>
                <c:pt idx="37">
                  <c:v>1.1930000000000001</c:v>
                </c:pt>
                <c:pt idx="38">
                  <c:v>1.171125</c:v>
                </c:pt>
                <c:pt idx="39">
                  <c:v>1.1543749999999999</c:v>
                </c:pt>
                <c:pt idx="40">
                  <c:v>1.191125</c:v>
                </c:pt>
                <c:pt idx="41">
                  <c:v>1.2052499999999999</c:v>
                </c:pt>
                <c:pt idx="42">
                  <c:v>1.222375</c:v>
                </c:pt>
                <c:pt idx="43">
                  <c:v>1.214375</c:v>
                </c:pt>
                <c:pt idx="44">
                  <c:v>1.2381249999999999</c:v>
                </c:pt>
                <c:pt idx="45">
                  <c:v>1.24525</c:v>
                </c:pt>
                <c:pt idx="46">
                  <c:v>1.274</c:v>
                </c:pt>
                <c:pt idx="47">
                  <c:v>1.2693749999999999</c:v>
                </c:pt>
                <c:pt idx="48">
                  <c:v>1.2706249999999999</c:v>
                </c:pt>
                <c:pt idx="49">
                  <c:v>1.2662500000000001</c:v>
                </c:pt>
                <c:pt idx="50">
                  <c:v>1.2971250000000001</c:v>
                </c:pt>
                <c:pt idx="51">
                  <c:v>1.3035000000000001</c:v>
                </c:pt>
                <c:pt idx="52">
                  <c:v>1.27725</c:v>
                </c:pt>
                <c:pt idx="53">
                  <c:v>1.2735000000000001</c:v>
                </c:pt>
                <c:pt idx="54">
                  <c:v>1.2589999999999999</c:v>
                </c:pt>
                <c:pt idx="55">
                  <c:v>1.2558750000000001</c:v>
                </c:pt>
                <c:pt idx="56">
                  <c:v>1.25</c:v>
                </c:pt>
                <c:pt idx="57">
                  <c:v>1.1986250000000001</c:v>
                </c:pt>
                <c:pt idx="58">
                  <c:v>1.0527500000000001</c:v>
                </c:pt>
                <c:pt idx="59">
                  <c:v>1.0246249999999999</c:v>
                </c:pt>
                <c:pt idx="60">
                  <c:v>1.109</c:v>
                </c:pt>
                <c:pt idx="61">
                  <c:v>1.0954999999999999</c:v>
                </c:pt>
                <c:pt idx="62">
                  <c:v>1.1263749999999999</c:v>
                </c:pt>
                <c:pt idx="63">
                  <c:v>1.1581250000000001</c:v>
                </c:pt>
                <c:pt idx="64">
                  <c:v>1.1523749999999999</c:v>
                </c:pt>
                <c:pt idx="65">
                  <c:v>1.169</c:v>
                </c:pt>
                <c:pt idx="66">
                  <c:v>1.1505000000000001</c:v>
                </c:pt>
                <c:pt idx="67">
                  <c:v>1.1796249999999999</c:v>
                </c:pt>
                <c:pt idx="68">
                  <c:v>1.219125</c:v>
                </c:pt>
                <c:pt idx="69">
                  <c:v>1.2086250000000001</c:v>
                </c:pt>
                <c:pt idx="70">
                  <c:v>1.219875</c:v>
                </c:pt>
                <c:pt idx="71">
                  <c:v>1.2072499999999999</c:v>
                </c:pt>
                <c:pt idx="72">
                  <c:v>1.20825</c:v>
                </c:pt>
                <c:pt idx="73">
                  <c:v>1.204</c:v>
                </c:pt>
                <c:pt idx="74">
                  <c:v>1.1408750000000001</c:v>
                </c:pt>
                <c:pt idx="75">
                  <c:v>1.18025</c:v>
                </c:pt>
                <c:pt idx="76">
                  <c:v>1.1441250000000001</c:v>
                </c:pt>
                <c:pt idx="77">
                  <c:v>1.1399999999999999</c:v>
                </c:pt>
                <c:pt idx="78">
                  <c:v>1.151125</c:v>
                </c:pt>
                <c:pt idx="79">
                  <c:v>1.145</c:v>
                </c:pt>
                <c:pt idx="80">
                  <c:v>1.1688750000000001</c:v>
                </c:pt>
                <c:pt idx="81">
                  <c:v>1.1499999999999999</c:v>
                </c:pt>
                <c:pt idx="82">
                  <c:v>1.1616249999999999</c:v>
                </c:pt>
                <c:pt idx="83">
                  <c:v>1.1383749999999999</c:v>
                </c:pt>
                <c:pt idx="84">
                  <c:v>1.1559999999999999</c:v>
                </c:pt>
                <c:pt idx="85">
                  <c:v>1.1601250000000001</c:v>
                </c:pt>
                <c:pt idx="86">
                  <c:v>1.1575</c:v>
                </c:pt>
                <c:pt idx="87">
                  <c:v>1.161875</c:v>
                </c:pt>
                <c:pt idx="88">
                  <c:v>1.2081249999999999</c:v>
                </c:pt>
                <c:pt idx="89">
                  <c:v>1.178375</c:v>
                </c:pt>
                <c:pt idx="90">
                  <c:v>1.160625</c:v>
                </c:pt>
                <c:pt idx="91">
                  <c:v>1.1615</c:v>
                </c:pt>
                <c:pt idx="92">
                  <c:v>1.166625</c:v>
                </c:pt>
                <c:pt idx="93">
                  <c:v>1.2097500000000001</c:v>
                </c:pt>
                <c:pt idx="94">
                  <c:v>1.219625</c:v>
                </c:pt>
                <c:pt idx="95">
                  <c:v>1.2233750000000001</c:v>
                </c:pt>
                <c:pt idx="96">
                  <c:v>1.2036249999999999</c:v>
                </c:pt>
                <c:pt idx="97">
                  <c:v>1.2241249999999999</c:v>
                </c:pt>
                <c:pt idx="98">
                  <c:v>1.2257499999999999</c:v>
                </c:pt>
                <c:pt idx="99">
                  <c:v>1.205875</c:v>
                </c:pt>
                <c:pt idx="100">
                  <c:v>1.2052499999999999</c:v>
                </c:pt>
                <c:pt idx="101">
                  <c:v>1.1865000000000001</c:v>
                </c:pt>
                <c:pt idx="102">
                  <c:v>1.2052499999999999</c:v>
                </c:pt>
                <c:pt idx="103">
                  <c:v>1.19625</c:v>
                </c:pt>
                <c:pt idx="104">
                  <c:v>1.21075</c:v>
                </c:pt>
                <c:pt idx="105">
                  <c:v>1.2073750000000001</c:v>
                </c:pt>
                <c:pt idx="106">
                  <c:v>1.2268749999999999</c:v>
                </c:pt>
                <c:pt idx="107">
                  <c:v>1.2166250000000001</c:v>
                </c:pt>
                <c:pt idx="108">
                  <c:v>1.2224999999999999</c:v>
                </c:pt>
                <c:pt idx="109">
                  <c:v>1.2681249999999999</c:v>
                </c:pt>
                <c:pt idx="110">
                  <c:v>1.2665</c:v>
                </c:pt>
                <c:pt idx="111">
                  <c:v>1.263625</c:v>
                </c:pt>
                <c:pt idx="112">
                  <c:v>1.259125</c:v>
                </c:pt>
                <c:pt idx="113">
                  <c:v>1.2885</c:v>
                </c:pt>
                <c:pt idx="114">
                  <c:v>1.2711250000000001</c:v>
                </c:pt>
                <c:pt idx="115">
                  <c:v>1.2546250000000001</c:v>
                </c:pt>
                <c:pt idx="116">
                  <c:v>1.2424999999999999</c:v>
                </c:pt>
                <c:pt idx="117">
                  <c:v>1.365</c:v>
                </c:pt>
                <c:pt idx="118">
                  <c:v>1.3767499999999999</c:v>
                </c:pt>
                <c:pt idx="119">
                  <c:v>1.3961250000000001</c:v>
                </c:pt>
                <c:pt idx="120">
                  <c:v>1.391375</c:v>
                </c:pt>
                <c:pt idx="121">
                  <c:v>1.378625</c:v>
                </c:pt>
                <c:pt idx="122">
                  <c:v>1.3712500000000001</c:v>
                </c:pt>
                <c:pt idx="123">
                  <c:v>1.3723749999999999</c:v>
                </c:pt>
                <c:pt idx="124">
                  <c:v>1.36975</c:v>
                </c:pt>
                <c:pt idx="125">
                  <c:v>1.3915</c:v>
                </c:pt>
                <c:pt idx="126">
                  <c:v>1.4039999999999999</c:v>
                </c:pt>
                <c:pt idx="127">
                  <c:v>1.4221250000000001</c:v>
                </c:pt>
                <c:pt idx="128">
                  <c:v>1.450375</c:v>
                </c:pt>
                <c:pt idx="129">
                  <c:v>1.4437500000000001</c:v>
                </c:pt>
                <c:pt idx="130">
                  <c:v>1.4450000000000001</c:v>
                </c:pt>
                <c:pt idx="131">
                  <c:v>1.397375</c:v>
                </c:pt>
                <c:pt idx="132">
                  <c:v>1.3992500000000001</c:v>
                </c:pt>
                <c:pt idx="133">
                  <c:v>1.149</c:v>
                </c:pt>
                <c:pt idx="134">
                  <c:v>1.0994999999999999</c:v>
                </c:pt>
                <c:pt idx="135">
                  <c:v>1.0998749999999999</c:v>
                </c:pt>
                <c:pt idx="136">
                  <c:v>1.10375</c:v>
                </c:pt>
                <c:pt idx="137">
                  <c:v>1.08975</c:v>
                </c:pt>
                <c:pt idx="138">
                  <c:v>1.097</c:v>
                </c:pt>
                <c:pt idx="139">
                  <c:v>1.094625</c:v>
                </c:pt>
                <c:pt idx="140">
                  <c:v>1.11375</c:v>
                </c:pt>
                <c:pt idx="141">
                  <c:v>1.1065</c:v>
                </c:pt>
                <c:pt idx="142">
                  <c:v>1.125</c:v>
                </c:pt>
                <c:pt idx="143">
                  <c:v>1.1180000000000001</c:v>
                </c:pt>
                <c:pt idx="144">
                  <c:v>1.1156250000000001</c:v>
                </c:pt>
                <c:pt idx="145">
                  <c:v>1.1200000000000001</c:v>
                </c:pt>
                <c:pt idx="146">
                  <c:v>1.11575</c:v>
                </c:pt>
                <c:pt idx="147">
                  <c:v>1.1043750000000001</c:v>
                </c:pt>
                <c:pt idx="148">
                  <c:v>1.10775</c:v>
                </c:pt>
                <c:pt idx="149">
                  <c:v>1.108125</c:v>
                </c:pt>
                <c:pt idx="150">
                  <c:v>1.1116250000000001</c:v>
                </c:pt>
                <c:pt idx="151">
                  <c:v>1.1165</c:v>
                </c:pt>
                <c:pt idx="152">
                  <c:v>1.1131249999999999</c:v>
                </c:pt>
                <c:pt idx="153">
                  <c:v>1.1036250000000001</c:v>
                </c:pt>
                <c:pt idx="154">
                  <c:v>1.117875</c:v>
                </c:pt>
                <c:pt idx="155">
                  <c:v>1.1279999999999999</c:v>
                </c:pt>
                <c:pt idx="156">
                  <c:v>1.1425000000000001</c:v>
                </c:pt>
                <c:pt idx="157">
                  <c:v>1.1363749999999999</c:v>
                </c:pt>
                <c:pt idx="158">
                  <c:v>1.12375</c:v>
                </c:pt>
                <c:pt idx="159">
                  <c:v>1.1180000000000001</c:v>
                </c:pt>
                <c:pt idx="160">
                  <c:v>1.1247499999999999</c:v>
                </c:pt>
                <c:pt idx="161">
                  <c:v>1.1263749999999999</c:v>
                </c:pt>
                <c:pt idx="162">
                  <c:v>1.136625</c:v>
                </c:pt>
                <c:pt idx="163">
                  <c:v>1.1525000000000001</c:v>
                </c:pt>
                <c:pt idx="164">
                  <c:v>1.1463749999999999</c:v>
                </c:pt>
                <c:pt idx="165">
                  <c:v>1.1632499999999999</c:v>
                </c:pt>
                <c:pt idx="166">
                  <c:v>1.1579999999999999</c:v>
                </c:pt>
                <c:pt idx="167">
                  <c:v>1.1375</c:v>
                </c:pt>
                <c:pt idx="168">
                  <c:v>1.134625</c:v>
                </c:pt>
                <c:pt idx="169">
                  <c:v>1.143</c:v>
                </c:pt>
                <c:pt idx="170">
                  <c:v>1.1468750000000001</c:v>
                </c:pt>
                <c:pt idx="171">
                  <c:v>1.1455</c:v>
                </c:pt>
                <c:pt idx="172">
                  <c:v>1.1916249999999999</c:v>
                </c:pt>
                <c:pt idx="173">
                  <c:v>1.177</c:v>
                </c:pt>
                <c:pt idx="174">
                  <c:v>1.1775</c:v>
                </c:pt>
                <c:pt idx="175">
                  <c:v>1.2104999999999999</c:v>
                </c:pt>
                <c:pt idx="176">
                  <c:v>1.2070000000000001</c:v>
                </c:pt>
                <c:pt idx="177">
                  <c:v>1.2625</c:v>
                </c:pt>
                <c:pt idx="178">
                  <c:v>1.2155</c:v>
                </c:pt>
                <c:pt idx="179">
                  <c:v>1.2725</c:v>
                </c:pt>
                <c:pt idx="180">
                  <c:v>1.2466250000000001</c:v>
                </c:pt>
                <c:pt idx="181">
                  <c:v>1.2297499999999999</c:v>
                </c:pt>
                <c:pt idx="182">
                  <c:v>1.23875</c:v>
                </c:pt>
                <c:pt idx="183">
                  <c:v>1.2397499999999999</c:v>
                </c:pt>
                <c:pt idx="184">
                  <c:v>1.25075</c:v>
                </c:pt>
                <c:pt idx="185">
                  <c:v>1.231125</c:v>
                </c:pt>
                <c:pt idx="186">
                  <c:v>1.2430000000000001</c:v>
                </c:pt>
                <c:pt idx="187">
                  <c:v>1.268875</c:v>
                </c:pt>
                <c:pt idx="188">
                  <c:v>1.2733749999999999</c:v>
                </c:pt>
                <c:pt idx="189">
                  <c:v>1.2835000000000001</c:v>
                </c:pt>
                <c:pt idx="190">
                  <c:v>1.2842499999999999</c:v>
                </c:pt>
                <c:pt idx="191">
                  <c:v>1.29975</c:v>
                </c:pt>
                <c:pt idx="192">
                  <c:v>1.2695000000000001</c:v>
                </c:pt>
                <c:pt idx="193">
                  <c:v>1.274875</c:v>
                </c:pt>
                <c:pt idx="194">
                  <c:v>1.2575000000000001</c:v>
                </c:pt>
                <c:pt idx="195">
                  <c:v>1.2302500000000001</c:v>
                </c:pt>
                <c:pt idx="196">
                  <c:v>1.241625</c:v>
                </c:pt>
                <c:pt idx="197">
                  <c:v>1.2384999999999999</c:v>
                </c:pt>
                <c:pt idx="198">
                  <c:v>1.2338750000000001</c:v>
                </c:pt>
                <c:pt idx="199">
                  <c:v>1.2711250000000001</c:v>
                </c:pt>
                <c:pt idx="200">
                  <c:v>1.2605</c:v>
                </c:pt>
                <c:pt idx="201">
                  <c:v>1.2726249999999999</c:v>
                </c:pt>
                <c:pt idx="202">
                  <c:v>1.259625</c:v>
                </c:pt>
                <c:pt idx="203">
                  <c:v>1.2621249999999999</c:v>
                </c:pt>
                <c:pt idx="204">
                  <c:v>1.2502500000000001</c:v>
                </c:pt>
                <c:pt idx="205">
                  <c:v>1.238375</c:v>
                </c:pt>
                <c:pt idx="206">
                  <c:v>1.2515000000000001</c:v>
                </c:pt>
                <c:pt idx="207">
                  <c:v>1.2350000000000001</c:v>
                </c:pt>
                <c:pt idx="208">
                  <c:v>1.2475000000000001</c:v>
                </c:pt>
                <c:pt idx="209">
                  <c:v>1.241125</c:v>
                </c:pt>
                <c:pt idx="210">
                  <c:v>1.2497499999999999</c:v>
                </c:pt>
                <c:pt idx="211">
                  <c:v>1.278875</c:v>
                </c:pt>
                <c:pt idx="212">
                  <c:v>1.2975000000000001</c:v>
                </c:pt>
                <c:pt idx="213">
                  <c:v>1.2971250000000001</c:v>
                </c:pt>
                <c:pt idx="214">
                  <c:v>1.2907500000000001</c:v>
                </c:pt>
                <c:pt idx="215">
                  <c:v>1.327</c:v>
                </c:pt>
                <c:pt idx="216">
                  <c:v>1.3198749999999999</c:v>
                </c:pt>
                <c:pt idx="217">
                  <c:v>1.3431249999999999</c:v>
                </c:pt>
                <c:pt idx="218">
                  <c:v>1.3362499999999999</c:v>
                </c:pt>
                <c:pt idx="219">
                  <c:v>1.31325</c:v>
                </c:pt>
                <c:pt idx="220">
                  <c:v>1.331</c:v>
                </c:pt>
                <c:pt idx="221">
                  <c:v>1.35225</c:v>
                </c:pt>
                <c:pt idx="222">
                  <c:v>1.3211250000000001</c:v>
                </c:pt>
                <c:pt idx="223">
                  <c:v>1.3334999999999999</c:v>
                </c:pt>
                <c:pt idx="224">
                  <c:v>1.3194999999999999</c:v>
                </c:pt>
                <c:pt idx="225">
                  <c:v>1.337375</c:v>
                </c:pt>
                <c:pt idx="226">
                  <c:v>1.3392500000000001</c:v>
                </c:pt>
                <c:pt idx="227">
                  <c:v>1.35775</c:v>
                </c:pt>
                <c:pt idx="228">
                  <c:v>1.356125</c:v>
                </c:pt>
                <c:pt idx="229">
                  <c:v>1.3734999999999999</c:v>
                </c:pt>
                <c:pt idx="230">
                  <c:v>1.3732500000000001</c:v>
                </c:pt>
                <c:pt idx="231">
                  <c:v>1.4424999999999999</c:v>
                </c:pt>
                <c:pt idx="232">
                  <c:v>1.3752500000000001</c:v>
                </c:pt>
                <c:pt idx="233">
                  <c:v>1.4245000000000001</c:v>
                </c:pt>
                <c:pt idx="234">
                  <c:v>1.41225</c:v>
                </c:pt>
                <c:pt idx="235">
                  <c:v>1.48125</c:v>
                </c:pt>
                <c:pt idx="236">
                  <c:v>1.503625</c:v>
                </c:pt>
                <c:pt idx="237">
                  <c:v>1.4516249999999999</c:v>
                </c:pt>
                <c:pt idx="238">
                  <c:v>1.4348749999999999</c:v>
                </c:pt>
                <c:pt idx="239">
                  <c:v>1.436625</c:v>
                </c:pt>
                <c:pt idx="240">
                  <c:v>1.4937499999999999</c:v>
                </c:pt>
                <c:pt idx="241">
                  <c:v>1.4897499999999999</c:v>
                </c:pt>
                <c:pt idx="242">
                  <c:v>1.50475</c:v>
                </c:pt>
                <c:pt idx="243">
                  <c:v>1.485625</c:v>
                </c:pt>
                <c:pt idx="244">
                  <c:v>1.447125</c:v>
                </c:pt>
                <c:pt idx="245">
                  <c:v>1.4428749999999999</c:v>
                </c:pt>
                <c:pt idx="246">
                  <c:v>1.432625</c:v>
                </c:pt>
                <c:pt idx="247">
                  <c:v>1.4410000000000001</c:v>
                </c:pt>
                <c:pt idx="248">
                  <c:v>1.4777499999999999</c:v>
                </c:pt>
                <c:pt idx="249">
                  <c:v>1.47275</c:v>
                </c:pt>
                <c:pt idx="250">
                  <c:v>1.4556249999999999</c:v>
                </c:pt>
                <c:pt idx="251">
                  <c:v>1.4732499999999999</c:v>
                </c:pt>
                <c:pt idx="252">
                  <c:v>1.56525</c:v>
                </c:pt>
                <c:pt idx="253">
                  <c:v>1.488375</c:v>
                </c:pt>
                <c:pt idx="254">
                  <c:v>1.4530000000000001</c:v>
                </c:pt>
                <c:pt idx="255">
                  <c:v>1.5169999999999999</c:v>
                </c:pt>
                <c:pt idx="256">
                  <c:v>1.463875</c:v>
                </c:pt>
                <c:pt idx="257">
                  <c:v>1.42</c:v>
                </c:pt>
                <c:pt idx="258">
                  <c:v>1.466</c:v>
                </c:pt>
                <c:pt idx="259">
                  <c:v>1.4864999999999999</c:v>
                </c:pt>
                <c:pt idx="260">
                  <c:v>1.4688749999999999</c:v>
                </c:pt>
                <c:pt idx="261">
                  <c:v>1.4881249999999999</c:v>
                </c:pt>
                <c:pt idx="262">
                  <c:v>1.4444999999999999</c:v>
                </c:pt>
                <c:pt idx="263">
                  <c:v>1.449125</c:v>
                </c:pt>
                <c:pt idx="264">
                  <c:v>1.4797499999999999</c:v>
                </c:pt>
                <c:pt idx="265">
                  <c:v>1.4944999999999999</c:v>
                </c:pt>
                <c:pt idx="266">
                  <c:v>1.4913749999999999</c:v>
                </c:pt>
                <c:pt idx="267">
                  <c:v>1.5035000000000001</c:v>
                </c:pt>
                <c:pt idx="268">
                  <c:v>1.4817499999999999</c:v>
                </c:pt>
                <c:pt idx="269">
                  <c:v>1.4453750000000001</c:v>
                </c:pt>
                <c:pt idx="270">
                  <c:v>1.4613750000000001</c:v>
                </c:pt>
                <c:pt idx="271">
                  <c:v>1.434625</c:v>
                </c:pt>
                <c:pt idx="272">
                  <c:v>1.448</c:v>
                </c:pt>
                <c:pt idx="273">
                  <c:v>1.4612499999999999</c:v>
                </c:pt>
                <c:pt idx="274">
                  <c:v>1.4682500000000001</c:v>
                </c:pt>
                <c:pt idx="275">
                  <c:v>1.4681249999999999</c:v>
                </c:pt>
                <c:pt idx="276">
                  <c:v>1.4435</c:v>
                </c:pt>
                <c:pt idx="277">
                  <c:v>1.4072499999999999</c:v>
                </c:pt>
                <c:pt idx="278">
                  <c:v>1.4464999999999999</c:v>
                </c:pt>
                <c:pt idx="279">
                  <c:v>1.4328749999999999</c:v>
                </c:pt>
                <c:pt idx="280">
                  <c:v>1.36</c:v>
                </c:pt>
                <c:pt idx="281">
                  <c:v>1.36225</c:v>
                </c:pt>
                <c:pt idx="282">
                  <c:v>1.3171250000000001</c:v>
                </c:pt>
                <c:pt idx="283">
                  <c:v>1.3648750000000001</c:v>
                </c:pt>
                <c:pt idx="284">
                  <c:v>1.375</c:v>
                </c:pt>
                <c:pt idx="285">
                  <c:v>1.3812500000000001</c:v>
                </c:pt>
                <c:pt idx="286">
                  <c:v>1.3634999999999999</c:v>
                </c:pt>
                <c:pt idx="287">
                  <c:v>1.3667499999999999</c:v>
                </c:pt>
                <c:pt idx="288">
                  <c:v>1.3647499999999999</c:v>
                </c:pt>
                <c:pt idx="289">
                  <c:v>1.407</c:v>
                </c:pt>
                <c:pt idx="290">
                  <c:v>1.406625</c:v>
                </c:pt>
                <c:pt idx="291">
                  <c:v>1.4035</c:v>
                </c:pt>
                <c:pt idx="292">
                  <c:v>1.3885000000000001</c:v>
                </c:pt>
                <c:pt idx="293">
                  <c:v>1.44075</c:v>
                </c:pt>
                <c:pt idx="294">
                  <c:v>1.4368749999999999</c:v>
                </c:pt>
                <c:pt idx="295">
                  <c:v>1.4652499999999999</c:v>
                </c:pt>
                <c:pt idx="296">
                  <c:v>1.5</c:v>
                </c:pt>
                <c:pt idx="297">
                  <c:v>1.5169999999999999</c:v>
                </c:pt>
                <c:pt idx="298">
                  <c:v>1.5209999999999999</c:v>
                </c:pt>
                <c:pt idx="299">
                  <c:v>1.505625</c:v>
                </c:pt>
                <c:pt idx="300">
                  <c:v>1.51925</c:v>
                </c:pt>
                <c:pt idx="301">
                  <c:v>1.5082500000000001</c:v>
                </c:pt>
                <c:pt idx="302">
                  <c:v>1.4924999999999999</c:v>
                </c:pt>
                <c:pt idx="303">
                  <c:v>1.5286249999999999</c:v>
                </c:pt>
                <c:pt idx="304">
                  <c:v>1.50675</c:v>
                </c:pt>
                <c:pt idx="305">
                  <c:v>1.4950000000000001</c:v>
                </c:pt>
                <c:pt idx="306">
                  <c:v>1.50475</c:v>
                </c:pt>
                <c:pt idx="307">
                  <c:v>1.4786250000000001</c:v>
                </c:pt>
                <c:pt idx="308">
                  <c:v>1.467875</c:v>
                </c:pt>
                <c:pt idx="309">
                  <c:v>1.4944999999999999</c:v>
                </c:pt>
                <c:pt idx="310">
                  <c:v>1.5309999999999999</c:v>
                </c:pt>
                <c:pt idx="311">
                  <c:v>1.5289999999999999</c:v>
                </c:pt>
                <c:pt idx="312">
                  <c:v>1.5567500000000001</c:v>
                </c:pt>
                <c:pt idx="313">
                  <c:v>1.607375</c:v>
                </c:pt>
                <c:pt idx="314">
                  <c:v>1.65025</c:v>
                </c:pt>
                <c:pt idx="315">
                  <c:v>1.6507499999999999</c:v>
                </c:pt>
                <c:pt idx="316">
                  <c:v>1.6368750000000001</c:v>
                </c:pt>
                <c:pt idx="317">
                  <c:v>1.5578749999999999</c:v>
                </c:pt>
                <c:pt idx="318">
                  <c:v>1.567375</c:v>
                </c:pt>
                <c:pt idx="319">
                  <c:v>1.539625</c:v>
                </c:pt>
                <c:pt idx="320">
                  <c:v>1.575375</c:v>
                </c:pt>
                <c:pt idx="321">
                  <c:v>1.5647500000000001</c:v>
                </c:pt>
                <c:pt idx="322">
                  <c:v>1.5862499999999999</c:v>
                </c:pt>
                <c:pt idx="323">
                  <c:v>1.59775</c:v>
                </c:pt>
                <c:pt idx="324">
                  <c:v>1.6043750000000001</c:v>
                </c:pt>
                <c:pt idx="325">
                  <c:v>1.5974999999999999</c:v>
                </c:pt>
                <c:pt idx="326">
                  <c:v>1.5912500000000001</c:v>
                </c:pt>
                <c:pt idx="327">
                  <c:v>1.6325000000000001</c:v>
                </c:pt>
                <c:pt idx="328">
                  <c:v>1.658625</c:v>
                </c:pt>
                <c:pt idx="329">
                  <c:v>1.6188750000000001</c:v>
                </c:pt>
                <c:pt idx="330">
                  <c:v>1.6265000000000001</c:v>
                </c:pt>
                <c:pt idx="331">
                  <c:v>1.5631250000000001</c:v>
                </c:pt>
                <c:pt idx="332">
                  <c:v>1.5856250000000001</c:v>
                </c:pt>
                <c:pt idx="333">
                  <c:v>1.5807500000000001</c:v>
                </c:pt>
                <c:pt idx="334">
                  <c:v>1.5631250000000001</c:v>
                </c:pt>
                <c:pt idx="335">
                  <c:v>1.5647500000000001</c:v>
                </c:pt>
              </c:numCache>
            </c:numRef>
          </c:val>
          <c:smooth val="0"/>
          <c:extLst>
            <c:ext xmlns:c16="http://schemas.microsoft.com/office/drawing/2014/chart" uri="{C3380CC4-5D6E-409C-BE32-E72D297353CC}">
              <c16:uniqueId val="{00000000-261F-4A46-AB47-7BA15A8FBE53}"/>
            </c:ext>
          </c:extLst>
        </c:ser>
        <c:ser>
          <c:idx val="1"/>
          <c:order val="1"/>
          <c:tx>
            <c:strRef>
              <c:f>金铜锂价格!$G$1</c:f>
              <c:strCache>
                <c:ptCount val="1"/>
                <c:pt idx="0">
                  <c:v>广交所碳酸锂价格，标准化后</c:v>
                </c:pt>
              </c:strCache>
            </c:strRef>
          </c:tx>
          <c:spPr>
            <a:ln w="28575" cap="rnd">
              <a:solidFill>
                <a:srgbClr val="2E3160"/>
              </a:solidFill>
              <a:round/>
            </a:ln>
            <a:effectLst/>
          </c:spPr>
          <c:marker>
            <c:symbol val="none"/>
          </c:marker>
          <c:cat>
            <c:numRef>
              <c:f>金铜锂价格!$A$2:$A$337</c:f>
              <c:numCache>
                <c:formatCode>yyyy\-mm\-dd</c:formatCode>
                <c:ptCount val="336"/>
                <c:pt idx="0">
                  <c:v>45659</c:v>
                </c:pt>
                <c:pt idx="1">
                  <c:v>45660</c:v>
                </c:pt>
                <c:pt idx="2">
                  <c:v>45663</c:v>
                </c:pt>
                <c:pt idx="3">
                  <c:v>45664</c:v>
                </c:pt>
                <c:pt idx="4">
                  <c:v>45665</c:v>
                </c:pt>
                <c:pt idx="5">
                  <c:v>45666</c:v>
                </c:pt>
                <c:pt idx="6">
                  <c:v>45667</c:v>
                </c:pt>
                <c:pt idx="7">
                  <c:v>45670</c:v>
                </c:pt>
                <c:pt idx="8">
                  <c:v>45671</c:v>
                </c:pt>
                <c:pt idx="9">
                  <c:v>45672</c:v>
                </c:pt>
                <c:pt idx="10">
                  <c:v>45673</c:v>
                </c:pt>
                <c:pt idx="11">
                  <c:v>45674</c:v>
                </c:pt>
                <c:pt idx="12">
                  <c:v>45678</c:v>
                </c:pt>
                <c:pt idx="13">
                  <c:v>45679</c:v>
                </c:pt>
                <c:pt idx="14">
                  <c:v>45680</c:v>
                </c:pt>
                <c:pt idx="15">
                  <c:v>45681</c:v>
                </c:pt>
                <c:pt idx="16">
                  <c:v>45684</c:v>
                </c:pt>
                <c:pt idx="17">
                  <c:v>45693</c:v>
                </c:pt>
                <c:pt idx="18">
                  <c:v>45694</c:v>
                </c:pt>
                <c:pt idx="19">
                  <c:v>45695</c:v>
                </c:pt>
                <c:pt idx="20">
                  <c:v>45698</c:v>
                </c:pt>
                <c:pt idx="21">
                  <c:v>45699</c:v>
                </c:pt>
                <c:pt idx="22">
                  <c:v>45700</c:v>
                </c:pt>
                <c:pt idx="23">
                  <c:v>45701</c:v>
                </c:pt>
                <c:pt idx="24">
                  <c:v>45702</c:v>
                </c:pt>
                <c:pt idx="25">
                  <c:v>45706</c:v>
                </c:pt>
                <c:pt idx="26">
                  <c:v>45707</c:v>
                </c:pt>
                <c:pt idx="27">
                  <c:v>45708</c:v>
                </c:pt>
                <c:pt idx="28">
                  <c:v>45709</c:v>
                </c:pt>
                <c:pt idx="29">
                  <c:v>45712</c:v>
                </c:pt>
                <c:pt idx="30">
                  <c:v>45713</c:v>
                </c:pt>
                <c:pt idx="31">
                  <c:v>45714</c:v>
                </c:pt>
                <c:pt idx="32">
                  <c:v>45715</c:v>
                </c:pt>
                <c:pt idx="33">
                  <c:v>45716</c:v>
                </c:pt>
                <c:pt idx="34">
                  <c:v>45719</c:v>
                </c:pt>
                <c:pt idx="35">
                  <c:v>45720</c:v>
                </c:pt>
                <c:pt idx="36">
                  <c:v>45721</c:v>
                </c:pt>
                <c:pt idx="37">
                  <c:v>45722</c:v>
                </c:pt>
                <c:pt idx="38">
                  <c:v>45723</c:v>
                </c:pt>
                <c:pt idx="39">
                  <c:v>45726</c:v>
                </c:pt>
                <c:pt idx="40">
                  <c:v>45727</c:v>
                </c:pt>
                <c:pt idx="41">
                  <c:v>45728</c:v>
                </c:pt>
                <c:pt idx="42">
                  <c:v>45729</c:v>
                </c:pt>
                <c:pt idx="43">
                  <c:v>45730</c:v>
                </c:pt>
                <c:pt idx="44">
                  <c:v>45733</c:v>
                </c:pt>
                <c:pt idx="45">
                  <c:v>45734</c:v>
                </c:pt>
                <c:pt idx="46">
                  <c:v>45735</c:v>
                </c:pt>
                <c:pt idx="47">
                  <c:v>45736</c:v>
                </c:pt>
                <c:pt idx="48">
                  <c:v>45737</c:v>
                </c:pt>
                <c:pt idx="49">
                  <c:v>45740</c:v>
                </c:pt>
                <c:pt idx="50">
                  <c:v>45741</c:v>
                </c:pt>
                <c:pt idx="51">
                  <c:v>45742</c:v>
                </c:pt>
                <c:pt idx="52">
                  <c:v>45743</c:v>
                </c:pt>
                <c:pt idx="53">
                  <c:v>45744</c:v>
                </c:pt>
                <c:pt idx="54">
                  <c:v>45747</c:v>
                </c:pt>
                <c:pt idx="55">
                  <c:v>45748</c:v>
                </c:pt>
                <c:pt idx="56">
                  <c:v>45749</c:v>
                </c:pt>
                <c:pt idx="57">
                  <c:v>45750</c:v>
                </c:pt>
                <c:pt idx="58">
                  <c:v>45754</c:v>
                </c:pt>
                <c:pt idx="59">
                  <c:v>45755</c:v>
                </c:pt>
                <c:pt idx="60">
                  <c:v>45756</c:v>
                </c:pt>
                <c:pt idx="61">
                  <c:v>45757</c:v>
                </c:pt>
                <c:pt idx="62">
                  <c:v>45758</c:v>
                </c:pt>
                <c:pt idx="63">
                  <c:v>45761</c:v>
                </c:pt>
                <c:pt idx="64">
                  <c:v>45762</c:v>
                </c:pt>
                <c:pt idx="65">
                  <c:v>45763</c:v>
                </c:pt>
                <c:pt idx="66">
                  <c:v>45764</c:v>
                </c:pt>
                <c:pt idx="67">
                  <c:v>45768</c:v>
                </c:pt>
                <c:pt idx="68">
                  <c:v>45769</c:v>
                </c:pt>
                <c:pt idx="69">
                  <c:v>45770</c:v>
                </c:pt>
                <c:pt idx="70">
                  <c:v>45771</c:v>
                </c:pt>
                <c:pt idx="71">
                  <c:v>45772</c:v>
                </c:pt>
                <c:pt idx="72">
                  <c:v>45775</c:v>
                </c:pt>
                <c:pt idx="73">
                  <c:v>45776</c:v>
                </c:pt>
                <c:pt idx="74">
                  <c:v>45777</c:v>
                </c:pt>
                <c:pt idx="75">
                  <c:v>45783</c:v>
                </c:pt>
                <c:pt idx="76">
                  <c:v>45784</c:v>
                </c:pt>
                <c:pt idx="77">
                  <c:v>45785</c:v>
                </c:pt>
                <c:pt idx="78">
                  <c:v>45786</c:v>
                </c:pt>
                <c:pt idx="79">
                  <c:v>45789</c:v>
                </c:pt>
                <c:pt idx="80">
                  <c:v>45790</c:v>
                </c:pt>
                <c:pt idx="81">
                  <c:v>45791</c:v>
                </c:pt>
                <c:pt idx="82">
                  <c:v>45792</c:v>
                </c:pt>
                <c:pt idx="83">
                  <c:v>45793</c:v>
                </c:pt>
                <c:pt idx="84">
                  <c:v>45796</c:v>
                </c:pt>
                <c:pt idx="85">
                  <c:v>45797</c:v>
                </c:pt>
                <c:pt idx="86">
                  <c:v>45798</c:v>
                </c:pt>
                <c:pt idx="87">
                  <c:v>45799</c:v>
                </c:pt>
                <c:pt idx="88">
                  <c:v>45800</c:v>
                </c:pt>
                <c:pt idx="89">
                  <c:v>45804</c:v>
                </c:pt>
                <c:pt idx="90">
                  <c:v>45805</c:v>
                </c:pt>
                <c:pt idx="91">
                  <c:v>45806</c:v>
                </c:pt>
                <c:pt idx="92">
                  <c:v>45807</c:v>
                </c:pt>
                <c:pt idx="93">
                  <c:v>45811</c:v>
                </c:pt>
                <c:pt idx="94">
                  <c:v>45812</c:v>
                </c:pt>
                <c:pt idx="95">
                  <c:v>45813</c:v>
                </c:pt>
                <c:pt idx="96">
                  <c:v>45814</c:v>
                </c:pt>
                <c:pt idx="97">
                  <c:v>45817</c:v>
                </c:pt>
                <c:pt idx="98">
                  <c:v>45818</c:v>
                </c:pt>
                <c:pt idx="99">
                  <c:v>45819</c:v>
                </c:pt>
                <c:pt idx="100">
                  <c:v>45820</c:v>
                </c:pt>
                <c:pt idx="101">
                  <c:v>45821</c:v>
                </c:pt>
                <c:pt idx="102">
                  <c:v>45824</c:v>
                </c:pt>
                <c:pt idx="103">
                  <c:v>45825</c:v>
                </c:pt>
                <c:pt idx="104">
                  <c:v>45826</c:v>
                </c:pt>
                <c:pt idx="105">
                  <c:v>45828</c:v>
                </c:pt>
                <c:pt idx="106">
                  <c:v>45831</c:v>
                </c:pt>
                <c:pt idx="107">
                  <c:v>45832</c:v>
                </c:pt>
                <c:pt idx="108">
                  <c:v>45833</c:v>
                </c:pt>
                <c:pt idx="109">
                  <c:v>45834</c:v>
                </c:pt>
                <c:pt idx="110">
                  <c:v>45835</c:v>
                </c:pt>
                <c:pt idx="111">
                  <c:v>45838</c:v>
                </c:pt>
                <c:pt idx="112">
                  <c:v>45839</c:v>
                </c:pt>
                <c:pt idx="113">
                  <c:v>45840</c:v>
                </c:pt>
                <c:pt idx="114">
                  <c:v>45841</c:v>
                </c:pt>
                <c:pt idx="115">
                  <c:v>45842</c:v>
                </c:pt>
                <c:pt idx="116">
                  <c:v>45845</c:v>
                </c:pt>
                <c:pt idx="117">
                  <c:v>45846</c:v>
                </c:pt>
                <c:pt idx="118">
                  <c:v>45847</c:v>
                </c:pt>
                <c:pt idx="119">
                  <c:v>45848</c:v>
                </c:pt>
                <c:pt idx="120">
                  <c:v>45849</c:v>
                </c:pt>
                <c:pt idx="121">
                  <c:v>45852</c:v>
                </c:pt>
                <c:pt idx="122">
                  <c:v>45853</c:v>
                </c:pt>
                <c:pt idx="123">
                  <c:v>45854</c:v>
                </c:pt>
                <c:pt idx="124">
                  <c:v>45855</c:v>
                </c:pt>
                <c:pt idx="125">
                  <c:v>45856</c:v>
                </c:pt>
                <c:pt idx="126">
                  <c:v>45859</c:v>
                </c:pt>
                <c:pt idx="127">
                  <c:v>45860</c:v>
                </c:pt>
                <c:pt idx="128">
                  <c:v>45861</c:v>
                </c:pt>
                <c:pt idx="129">
                  <c:v>45862</c:v>
                </c:pt>
                <c:pt idx="130">
                  <c:v>45863</c:v>
                </c:pt>
                <c:pt idx="131">
                  <c:v>45866</c:v>
                </c:pt>
                <c:pt idx="132">
                  <c:v>45867</c:v>
                </c:pt>
                <c:pt idx="133">
                  <c:v>45868</c:v>
                </c:pt>
                <c:pt idx="134">
                  <c:v>45869</c:v>
                </c:pt>
                <c:pt idx="135">
                  <c:v>45870</c:v>
                </c:pt>
                <c:pt idx="136">
                  <c:v>45873</c:v>
                </c:pt>
                <c:pt idx="137">
                  <c:v>45874</c:v>
                </c:pt>
                <c:pt idx="138">
                  <c:v>45875</c:v>
                </c:pt>
                <c:pt idx="139">
                  <c:v>45876</c:v>
                </c:pt>
                <c:pt idx="140">
                  <c:v>45877</c:v>
                </c:pt>
                <c:pt idx="141">
                  <c:v>45880</c:v>
                </c:pt>
                <c:pt idx="142">
                  <c:v>45881</c:v>
                </c:pt>
                <c:pt idx="143">
                  <c:v>45882</c:v>
                </c:pt>
                <c:pt idx="144">
                  <c:v>45883</c:v>
                </c:pt>
                <c:pt idx="145">
                  <c:v>45884</c:v>
                </c:pt>
                <c:pt idx="146">
                  <c:v>45887</c:v>
                </c:pt>
                <c:pt idx="147">
                  <c:v>45888</c:v>
                </c:pt>
                <c:pt idx="148">
                  <c:v>45889</c:v>
                </c:pt>
                <c:pt idx="149">
                  <c:v>45890</c:v>
                </c:pt>
                <c:pt idx="150">
                  <c:v>45891</c:v>
                </c:pt>
                <c:pt idx="151">
                  <c:v>45894</c:v>
                </c:pt>
                <c:pt idx="152">
                  <c:v>45895</c:v>
                </c:pt>
                <c:pt idx="153">
                  <c:v>45896</c:v>
                </c:pt>
                <c:pt idx="154">
                  <c:v>45897</c:v>
                </c:pt>
                <c:pt idx="155">
                  <c:v>45898</c:v>
                </c:pt>
                <c:pt idx="156">
                  <c:v>45902</c:v>
                </c:pt>
                <c:pt idx="157">
                  <c:v>45903</c:v>
                </c:pt>
                <c:pt idx="158">
                  <c:v>45904</c:v>
                </c:pt>
                <c:pt idx="159">
                  <c:v>45905</c:v>
                </c:pt>
                <c:pt idx="160">
                  <c:v>45908</c:v>
                </c:pt>
                <c:pt idx="161">
                  <c:v>45909</c:v>
                </c:pt>
                <c:pt idx="162">
                  <c:v>45910</c:v>
                </c:pt>
                <c:pt idx="163">
                  <c:v>45911</c:v>
                </c:pt>
                <c:pt idx="164">
                  <c:v>45912</c:v>
                </c:pt>
                <c:pt idx="165">
                  <c:v>45915</c:v>
                </c:pt>
                <c:pt idx="166">
                  <c:v>45916</c:v>
                </c:pt>
                <c:pt idx="167">
                  <c:v>45917</c:v>
                </c:pt>
                <c:pt idx="168">
                  <c:v>45918</c:v>
                </c:pt>
                <c:pt idx="169">
                  <c:v>45919</c:v>
                </c:pt>
                <c:pt idx="170">
                  <c:v>45922</c:v>
                </c:pt>
                <c:pt idx="171">
                  <c:v>45923</c:v>
                </c:pt>
                <c:pt idx="172">
                  <c:v>45924</c:v>
                </c:pt>
                <c:pt idx="173">
                  <c:v>45925</c:v>
                </c:pt>
                <c:pt idx="174">
                  <c:v>45926</c:v>
                </c:pt>
                <c:pt idx="175">
                  <c:v>45929</c:v>
                </c:pt>
                <c:pt idx="176">
                  <c:v>45930</c:v>
                </c:pt>
                <c:pt idx="177">
                  <c:v>45939</c:v>
                </c:pt>
                <c:pt idx="178">
                  <c:v>45940</c:v>
                </c:pt>
                <c:pt idx="179">
                  <c:v>45943</c:v>
                </c:pt>
                <c:pt idx="180">
                  <c:v>45944</c:v>
                </c:pt>
                <c:pt idx="181">
                  <c:v>45945</c:v>
                </c:pt>
                <c:pt idx="182">
                  <c:v>45946</c:v>
                </c:pt>
                <c:pt idx="183">
                  <c:v>45947</c:v>
                </c:pt>
                <c:pt idx="184">
                  <c:v>45950</c:v>
                </c:pt>
                <c:pt idx="185">
                  <c:v>45951</c:v>
                </c:pt>
                <c:pt idx="186">
                  <c:v>45952</c:v>
                </c:pt>
                <c:pt idx="187">
                  <c:v>45953</c:v>
                </c:pt>
                <c:pt idx="188">
                  <c:v>45954</c:v>
                </c:pt>
                <c:pt idx="189">
                  <c:v>45957</c:v>
                </c:pt>
                <c:pt idx="190">
                  <c:v>45958</c:v>
                </c:pt>
                <c:pt idx="191">
                  <c:v>45959</c:v>
                </c:pt>
                <c:pt idx="192">
                  <c:v>45960</c:v>
                </c:pt>
                <c:pt idx="193">
                  <c:v>45961</c:v>
                </c:pt>
                <c:pt idx="194">
                  <c:v>45964</c:v>
                </c:pt>
                <c:pt idx="195">
                  <c:v>45965</c:v>
                </c:pt>
                <c:pt idx="196">
                  <c:v>45966</c:v>
                </c:pt>
                <c:pt idx="197">
                  <c:v>45967</c:v>
                </c:pt>
                <c:pt idx="198">
                  <c:v>45968</c:v>
                </c:pt>
                <c:pt idx="199">
                  <c:v>45971</c:v>
                </c:pt>
                <c:pt idx="200">
                  <c:v>45972</c:v>
                </c:pt>
                <c:pt idx="201">
                  <c:v>45973</c:v>
                </c:pt>
                <c:pt idx="202">
                  <c:v>45974</c:v>
                </c:pt>
                <c:pt idx="203">
                  <c:v>45975</c:v>
                </c:pt>
                <c:pt idx="204">
                  <c:v>45978</c:v>
                </c:pt>
                <c:pt idx="205">
                  <c:v>45979</c:v>
                </c:pt>
                <c:pt idx="206">
                  <c:v>45980</c:v>
                </c:pt>
                <c:pt idx="207">
                  <c:v>45981</c:v>
                </c:pt>
                <c:pt idx="208">
                  <c:v>45982</c:v>
                </c:pt>
                <c:pt idx="209">
                  <c:v>45985</c:v>
                </c:pt>
                <c:pt idx="210">
                  <c:v>45986</c:v>
                </c:pt>
                <c:pt idx="211">
                  <c:v>45987</c:v>
                </c:pt>
                <c:pt idx="212">
                  <c:v>45989</c:v>
                </c:pt>
                <c:pt idx="213">
                  <c:v>45992</c:v>
                </c:pt>
                <c:pt idx="214">
                  <c:v>45993</c:v>
                </c:pt>
                <c:pt idx="215">
                  <c:v>45994</c:v>
                </c:pt>
                <c:pt idx="216">
                  <c:v>45995</c:v>
                </c:pt>
                <c:pt idx="217">
                  <c:v>45996</c:v>
                </c:pt>
                <c:pt idx="218">
                  <c:v>45999</c:v>
                </c:pt>
                <c:pt idx="219">
                  <c:v>46000</c:v>
                </c:pt>
                <c:pt idx="220">
                  <c:v>46001</c:v>
                </c:pt>
                <c:pt idx="221">
                  <c:v>46002</c:v>
                </c:pt>
                <c:pt idx="222">
                  <c:v>46003</c:v>
                </c:pt>
                <c:pt idx="223">
                  <c:v>46006</c:v>
                </c:pt>
                <c:pt idx="224">
                  <c:v>46007</c:v>
                </c:pt>
                <c:pt idx="225">
                  <c:v>46008</c:v>
                </c:pt>
                <c:pt idx="226">
                  <c:v>46009</c:v>
                </c:pt>
                <c:pt idx="227">
                  <c:v>46010</c:v>
                </c:pt>
                <c:pt idx="228">
                  <c:v>46013</c:v>
                </c:pt>
                <c:pt idx="229">
                  <c:v>46014</c:v>
                </c:pt>
                <c:pt idx="230">
                  <c:v>46015</c:v>
                </c:pt>
                <c:pt idx="231">
                  <c:v>46017</c:v>
                </c:pt>
                <c:pt idx="232">
                  <c:v>46020</c:v>
                </c:pt>
                <c:pt idx="233">
                  <c:v>46021</c:v>
                </c:pt>
                <c:pt idx="234">
                  <c:v>46022</c:v>
                </c:pt>
                <c:pt idx="235">
                  <c:v>46027</c:v>
                </c:pt>
                <c:pt idx="236">
                  <c:v>46028</c:v>
                </c:pt>
                <c:pt idx="237">
                  <c:v>46029</c:v>
                </c:pt>
                <c:pt idx="238">
                  <c:v>46030</c:v>
                </c:pt>
                <c:pt idx="239">
                  <c:v>46031</c:v>
                </c:pt>
                <c:pt idx="240">
                  <c:v>46034</c:v>
                </c:pt>
                <c:pt idx="241">
                  <c:v>46035</c:v>
                </c:pt>
                <c:pt idx="242">
                  <c:v>46036</c:v>
                </c:pt>
                <c:pt idx="243">
                  <c:v>46037</c:v>
                </c:pt>
                <c:pt idx="244">
                  <c:v>46038</c:v>
                </c:pt>
                <c:pt idx="245">
                  <c:v>46042</c:v>
                </c:pt>
                <c:pt idx="246">
                  <c:v>46043</c:v>
                </c:pt>
                <c:pt idx="247">
                  <c:v>46044</c:v>
                </c:pt>
                <c:pt idx="248">
                  <c:v>46045</c:v>
                </c:pt>
                <c:pt idx="249">
                  <c:v>46048</c:v>
                </c:pt>
                <c:pt idx="250">
                  <c:v>46049</c:v>
                </c:pt>
                <c:pt idx="251">
                  <c:v>46050</c:v>
                </c:pt>
                <c:pt idx="252">
                  <c:v>46051</c:v>
                </c:pt>
                <c:pt idx="253">
                  <c:v>46052</c:v>
                </c:pt>
                <c:pt idx="254">
                  <c:v>46055</c:v>
                </c:pt>
                <c:pt idx="255">
                  <c:v>46056</c:v>
                </c:pt>
                <c:pt idx="256">
                  <c:v>46057</c:v>
                </c:pt>
                <c:pt idx="257">
                  <c:v>46058</c:v>
                </c:pt>
                <c:pt idx="258">
                  <c:v>46059</c:v>
                </c:pt>
                <c:pt idx="259">
                  <c:v>46062</c:v>
                </c:pt>
                <c:pt idx="260">
                  <c:v>46063</c:v>
                </c:pt>
                <c:pt idx="261">
                  <c:v>46064</c:v>
                </c:pt>
                <c:pt idx="262">
                  <c:v>46065</c:v>
                </c:pt>
                <c:pt idx="263">
                  <c:v>46066</c:v>
                </c:pt>
                <c:pt idx="264">
                  <c:v>46077</c:v>
                </c:pt>
                <c:pt idx="265">
                  <c:v>46078</c:v>
                </c:pt>
                <c:pt idx="266">
                  <c:v>46079</c:v>
                </c:pt>
                <c:pt idx="267">
                  <c:v>46080</c:v>
                </c:pt>
                <c:pt idx="268">
                  <c:v>46083</c:v>
                </c:pt>
                <c:pt idx="269">
                  <c:v>46084</c:v>
                </c:pt>
                <c:pt idx="270">
                  <c:v>46085</c:v>
                </c:pt>
                <c:pt idx="271">
                  <c:v>46086</c:v>
                </c:pt>
                <c:pt idx="272">
                  <c:v>46087</c:v>
                </c:pt>
                <c:pt idx="273">
                  <c:v>46090</c:v>
                </c:pt>
                <c:pt idx="274">
                  <c:v>46091</c:v>
                </c:pt>
                <c:pt idx="275">
                  <c:v>46092</c:v>
                </c:pt>
                <c:pt idx="276">
                  <c:v>46093</c:v>
                </c:pt>
                <c:pt idx="277">
                  <c:v>46094</c:v>
                </c:pt>
                <c:pt idx="278">
                  <c:v>46097</c:v>
                </c:pt>
                <c:pt idx="279">
                  <c:v>46098</c:v>
                </c:pt>
                <c:pt idx="280">
                  <c:v>46099</c:v>
                </c:pt>
                <c:pt idx="281">
                  <c:v>46100</c:v>
                </c:pt>
                <c:pt idx="282">
                  <c:v>46101</c:v>
                </c:pt>
                <c:pt idx="283">
                  <c:v>46104</c:v>
                </c:pt>
                <c:pt idx="284">
                  <c:v>46105</c:v>
                </c:pt>
                <c:pt idx="285">
                  <c:v>46106</c:v>
                </c:pt>
                <c:pt idx="286">
                  <c:v>46107</c:v>
                </c:pt>
                <c:pt idx="287">
                  <c:v>46108</c:v>
                </c:pt>
                <c:pt idx="288">
                  <c:v>46111</c:v>
                </c:pt>
                <c:pt idx="289">
                  <c:v>46112</c:v>
                </c:pt>
                <c:pt idx="290">
                  <c:v>46113</c:v>
                </c:pt>
                <c:pt idx="291">
                  <c:v>46114</c:v>
                </c:pt>
                <c:pt idx="292">
                  <c:v>46119</c:v>
                </c:pt>
                <c:pt idx="293">
                  <c:v>46120</c:v>
                </c:pt>
                <c:pt idx="294">
                  <c:v>46121</c:v>
                </c:pt>
                <c:pt idx="295">
                  <c:v>46122</c:v>
                </c:pt>
                <c:pt idx="296">
                  <c:v>46125</c:v>
                </c:pt>
                <c:pt idx="297">
                  <c:v>46126</c:v>
                </c:pt>
                <c:pt idx="298">
                  <c:v>46127</c:v>
                </c:pt>
                <c:pt idx="299">
                  <c:v>46128</c:v>
                </c:pt>
                <c:pt idx="300">
                  <c:v>46129</c:v>
                </c:pt>
                <c:pt idx="301">
                  <c:v>46132</c:v>
                </c:pt>
                <c:pt idx="302">
                  <c:v>46133</c:v>
                </c:pt>
                <c:pt idx="303">
                  <c:v>46134</c:v>
                </c:pt>
                <c:pt idx="304">
                  <c:v>46135</c:v>
                </c:pt>
                <c:pt idx="305">
                  <c:v>46136</c:v>
                </c:pt>
                <c:pt idx="306">
                  <c:v>46139</c:v>
                </c:pt>
                <c:pt idx="307">
                  <c:v>46140</c:v>
                </c:pt>
                <c:pt idx="308">
                  <c:v>46141</c:v>
                </c:pt>
                <c:pt idx="309">
                  <c:v>46142</c:v>
                </c:pt>
                <c:pt idx="310">
                  <c:v>46148</c:v>
                </c:pt>
                <c:pt idx="311">
                  <c:v>46149</c:v>
                </c:pt>
                <c:pt idx="312">
                  <c:v>46150</c:v>
                </c:pt>
                <c:pt idx="313">
                  <c:v>46153</c:v>
                </c:pt>
                <c:pt idx="314">
                  <c:v>46154</c:v>
                </c:pt>
                <c:pt idx="315">
                  <c:v>46155</c:v>
                </c:pt>
                <c:pt idx="316">
                  <c:v>46156</c:v>
                </c:pt>
                <c:pt idx="317">
                  <c:v>46157</c:v>
                </c:pt>
                <c:pt idx="318">
                  <c:v>46160</c:v>
                </c:pt>
                <c:pt idx="319">
                  <c:v>46161</c:v>
                </c:pt>
                <c:pt idx="320">
                  <c:v>46162</c:v>
                </c:pt>
                <c:pt idx="321">
                  <c:v>46163</c:v>
                </c:pt>
                <c:pt idx="322">
                  <c:v>46164</c:v>
                </c:pt>
                <c:pt idx="323">
                  <c:v>46168</c:v>
                </c:pt>
                <c:pt idx="324">
                  <c:v>46169</c:v>
                </c:pt>
                <c:pt idx="325">
                  <c:v>46170</c:v>
                </c:pt>
                <c:pt idx="326">
                  <c:v>46171</c:v>
                </c:pt>
                <c:pt idx="327">
                  <c:v>46174</c:v>
                </c:pt>
                <c:pt idx="328">
                  <c:v>46175</c:v>
                </c:pt>
                <c:pt idx="329">
                  <c:v>46176</c:v>
                </c:pt>
                <c:pt idx="330">
                  <c:v>46177</c:v>
                </c:pt>
                <c:pt idx="331">
                  <c:v>46178</c:v>
                </c:pt>
                <c:pt idx="332">
                  <c:v>46181</c:v>
                </c:pt>
                <c:pt idx="333">
                  <c:v>46182</c:v>
                </c:pt>
                <c:pt idx="334">
                  <c:v>46183</c:v>
                </c:pt>
                <c:pt idx="335">
                  <c:v>46184</c:v>
                </c:pt>
              </c:numCache>
            </c:numRef>
          </c:cat>
          <c:val>
            <c:numRef>
              <c:f>金铜锂价格!$G$2:$G$337</c:f>
              <c:numCache>
                <c:formatCode>General</c:formatCode>
                <c:ptCount val="336"/>
                <c:pt idx="0">
                  <c:v>1</c:v>
                </c:pt>
                <c:pt idx="1">
                  <c:v>0.98889490790899237</c:v>
                </c:pt>
                <c:pt idx="2">
                  <c:v>1.0111050920910076</c:v>
                </c:pt>
                <c:pt idx="3">
                  <c:v>1.0314192849404118</c:v>
                </c:pt>
                <c:pt idx="4">
                  <c:v>1.0070422535211268</c:v>
                </c:pt>
                <c:pt idx="5">
                  <c:v>1.0213976164680389</c:v>
                </c:pt>
                <c:pt idx="6">
                  <c:v>1.0146262188515709</c:v>
                </c:pt>
                <c:pt idx="7">
                  <c:v>1.0162513542795233</c:v>
                </c:pt>
                <c:pt idx="8">
                  <c:v>1.0297941495124594</c:v>
                </c:pt>
                <c:pt idx="9">
                  <c:v>1.0054171180931744</c:v>
                </c:pt>
                <c:pt idx="10">
                  <c:v>1.0425243770314192</c:v>
                </c:pt>
                <c:pt idx="11">
                  <c:v>1.0541711809317442</c:v>
                </c:pt>
                <c:pt idx="12">
                  <c:v>1.0316901408450705</c:v>
                </c:pt>
                <c:pt idx="13">
                  <c:v>1.0400866738894907</c:v>
                </c:pt>
                <c:pt idx="14">
                  <c:v>1.0487540628385699</c:v>
                </c:pt>
                <c:pt idx="15">
                  <c:v>1.0482123510292525</c:v>
                </c:pt>
                <c:pt idx="16">
                  <c:v>1.0503791982665223</c:v>
                </c:pt>
                <c:pt idx="17">
                  <c:v>1.0333152762730227</c:v>
                </c:pt>
                <c:pt idx="18">
                  <c:v>1.0238353196099674</c:v>
                </c:pt>
                <c:pt idx="19">
                  <c:v>1.0251895991332611</c:v>
                </c:pt>
                <c:pt idx="20">
                  <c:v>1.0400866738894907</c:v>
                </c:pt>
                <c:pt idx="21">
                  <c:v>1.0157096424702059</c:v>
                </c:pt>
                <c:pt idx="22">
                  <c:v>1.0257313109425785</c:v>
                </c:pt>
                <c:pt idx="23">
                  <c:v>1.0184182015167931</c:v>
                </c:pt>
                <c:pt idx="24">
                  <c:v>1.0241061755146261</c:v>
                </c:pt>
                <c:pt idx="25">
                  <c:v>1.0295232936078007</c:v>
                </c:pt>
                <c:pt idx="26">
                  <c:v>1.0173347778981581</c:v>
                </c:pt>
                <c:pt idx="27">
                  <c:v>1.0154387865655472</c:v>
                </c:pt>
                <c:pt idx="28">
                  <c:v>1.0089382448537378</c:v>
                </c:pt>
                <c:pt idx="29">
                  <c:v>1.0127302275189598</c:v>
                </c:pt>
                <c:pt idx="30">
                  <c:v>1.0094799566630552</c:v>
                </c:pt>
                <c:pt idx="31">
                  <c:v>1.0021668472372698</c:v>
                </c:pt>
                <c:pt idx="32">
                  <c:v>1.0051462621885157</c:v>
                </c:pt>
                <c:pt idx="33">
                  <c:v>0.99160346695557966</c:v>
                </c:pt>
                <c:pt idx="34">
                  <c:v>1.0010834236186348</c:v>
                </c:pt>
                <c:pt idx="35">
                  <c:v>0.99539544962080173</c:v>
                </c:pt>
                <c:pt idx="36">
                  <c:v>0.99945828819068261</c:v>
                </c:pt>
                <c:pt idx="37">
                  <c:v>1.0157096424702059</c:v>
                </c:pt>
                <c:pt idx="38">
                  <c:v>1.004875406283857</c:v>
                </c:pt>
                <c:pt idx="39">
                  <c:v>1.0035211267605635</c:v>
                </c:pt>
                <c:pt idx="40">
                  <c:v>1.0021668472372698</c:v>
                </c:pt>
                <c:pt idx="41">
                  <c:v>1.0013542795232937</c:v>
                </c:pt>
                <c:pt idx="42">
                  <c:v>0.99810400866738891</c:v>
                </c:pt>
                <c:pt idx="43">
                  <c:v>1.0008125677139761</c:v>
                </c:pt>
                <c:pt idx="44">
                  <c:v>1.0295232936078007</c:v>
                </c:pt>
                <c:pt idx="45">
                  <c:v>1.0178764897074757</c:v>
                </c:pt>
                <c:pt idx="46">
                  <c:v>1.0157096424702059</c:v>
                </c:pt>
                <c:pt idx="47">
                  <c:v>0.98943661971830987</c:v>
                </c:pt>
                <c:pt idx="48">
                  <c:v>0.98997833152762726</c:v>
                </c:pt>
                <c:pt idx="49">
                  <c:v>0.99756229685807152</c:v>
                </c:pt>
                <c:pt idx="50">
                  <c:v>0.99674972914409532</c:v>
                </c:pt>
                <c:pt idx="51">
                  <c:v>1.0051462621885157</c:v>
                </c:pt>
                <c:pt idx="52">
                  <c:v>1.004875406283857</c:v>
                </c:pt>
                <c:pt idx="53">
                  <c:v>1.0013542795232937</c:v>
                </c:pt>
                <c:pt idx="54">
                  <c:v>1.0010834236186348</c:v>
                </c:pt>
                <c:pt idx="55">
                  <c:v>1.0054171180931744</c:v>
                </c:pt>
                <c:pt idx="56">
                  <c:v>0.99133261105092096</c:v>
                </c:pt>
                <c:pt idx="57">
                  <c:v>0.98808234019501628</c:v>
                </c:pt>
                <c:pt idx="58">
                  <c:v>0.95882990249187428</c:v>
                </c:pt>
                <c:pt idx="59">
                  <c:v>0.94799566630552545</c:v>
                </c:pt>
                <c:pt idx="60">
                  <c:v>0.94664138678223186</c:v>
                </c:pt>
                <c:pt idx="61">
                  <c:v>0.95747562296858069</c:v>
                </c:pt>
                <c:pt idx="62">
                  <c:v>0.95260021668472372</c:v>
                </c:pt>
                <c:pt idx="63">
                  <c:v>0.96153846153846156</c:v>
                </c:pt>
                <c:pt idx="64">
                  <c:v>0.9561213434452871</c:v>
                </c:pt>
                <c:pt idx="65">
                  <c:v>0.95368364030335862</c:v>
                </c:pt>
                <c:pt idx="66">
                  <c:v>0.95476706392199351</c:v>
                </c:pt>
                <c:pt idx="67">
                  <c:v>0.93526543878656554</c:v>
                </c:pt>
                <c:pt idx="68">
                  <c:v>0.92091007583965334</c:v>
                </c:pt>
                <c:pt idx="69">
                  <c:v>0.93526543878656554</c:v>
                </c:pt>
                <c:pt idx="70">
                  <c:v>0.926056338028169</c:v>
                </c:pt>
                <c:pt idx="71">
                  <c:v>0.926056338028169</c:v>
                </c:pt>
                <c:pt idx="72">
                  <c:v>0.90872156013001082</c:v>
                </c:pt>
                <c:pt idx="73">
                  <c:v>0.89517876489707471</c:v>
                </c:pt>
                <c:pt idx="74">
                  <c:v>0.88949079089924166</c:v>
                </c:pt>
                <c:pt idx="75">
                  <c:v>0.88163596966413871</c:v>
                </c:pt>
                <c:pt idx="76">
                  <c:v>0.86836403033586129</c:v>
                </c:pt>
                <c:pt idx="77">
                  <c:v>0.87351029252437706</c:v>
                </c:pt>
                <c:pt idx="78">
                  <c:v>0.8537378114842904</c:v>
                </c:pt>
                <c:pt idx="79">
                  <c:v>0.86890574214517879</c:v>
                </c:pt>
                <c:pt idx="80">
                  <c:v>0.85590465872156019</c:v>
                </c:pt>
                <c:pt idx="81">
                  <c:v>0.87730227518959913</c:v>
                </c:pt>
                <c:pt idx="82">
                  <c:v>0.86944745395449619</c:v>
                </c:pt>
                <c:pt idx="83">
                  <c:v>0.84127843986998918</c:v>
                </c:pt>
                <c:pt idx="84">
                  <c:v>0.87486457204767065</c:v>
                </c:pt>
                <c:pt idx="85">
                  <c:v>0.82556879739978328</c:v>
                </c:pt>
                <c:pt idx="86">
                  <c:v>0.82854821235102927</c:v>
                </c:pt>
                <c:pt idx="87">
                  <c:v>0.84182015167930657</c:v>
                </c:pt>
                <c:pt idx="88">
                  <c:v>0.82583965330444209</c:v>
                </c:pt>
                <c:pt idx="89">
                  <c:v>0.8247562296858072</c:v>
                </c:pt>
                <c:pt idx="90">
                  <c:v>0.81906825568797403</c:v>
                </c:pt>
                <c:pt idx="91">
                  <c:v>0.79794149512459367</c:v>
                </c:pt>
                <c:pt idx="92">
                  <c:v>0.81040086673889489</c:v>
                </c:pt>
                <c:pt idx="93">
                  <c:v>0.81121343445287108</c:v>
                </c:pt>
                <c:pt idx="94">
                  <c:v>0.82908992416034666</c:v>
                </c:pt>
                <c:pt idx="95">
                  <c:v>0.81446370530877576</c:v>
                </c:pt>
                <c:pt idx="96">
                  <c:v>0.8236728060671723</c:v>
                </c:pt>
                <c:pt idx="97">
                  <c:v>0.81988082340195012</c:v>
                </c:pt>
                <c:pt idx="98">
                  <c:v>0.82611050920910079</c:v>
                </c:pt>
                <c:pt idx="99">
                  <c:v>0.83559046587215602</c:v>
                </c:pt>
                <c:pt idx="100">
                  <c:v>0.81825568797399784</c:v>
                </c:pt>
                <c:pt idx="101">
                  <c:v>0.81229685807150598</c:v>
                </c:pt>
                <c:pt idx="102">
                  <c:v>0.81256771397616467</c:v>
                </c:pt>
                <c:pt idx="103">
                  <c:v>0.81554712892741066</c:v>
                </c:pt>
                <c:pt idx="104">
                  <c:v>0.81906825568797403</c:v>
                </c:pt>
                <c:pt idx="105">
                  <c:v>0.81013001083423619</c:v>
                </c:pt>
                <c:pt idx="106">
                  <c:v>0.8087757313109426</c:v>
                </c:pt>
                <c:pt idx="107">
                  <c:v>0.82638136511375948</c:v>
                </c:pt>
                <c:pt idx="108">
                  <c:v>0.82854821235102927</c:v>
                </c:pt>
                <c:pt idx="109">
                  <c:v>0.83396533044420373</c:v>
                </c:pt>
                <c:pt idx="110">
                  <c:v>0.85644637053087758</c:v>
                </c:pt>
                <c:pt idx="111">
                  <c:v>0.84534127843986995</c:v>
                </c:pt>
                <c:pt idx="112">
                  <c:v>0.8529252437703142</c:v>
                </c:pt>
                <c:pt idx="113">
                  <c:v>0.86646803900325031</c:v>
                </c:pt>
                <c:pt idx="114">
                  <c:v>0.87080173347778977</c:v>
                </c:pt>
                <c:pt idx="115">
                  <c:v>0.86267605633802813</c:v>
                </c:pt>
                <c:pt idx="116">
                  <c:v>0.86132177681473454</c:v>
                </c:pt>
                <c:pt idx="117">
                  <c:v>0.88163596966413871</c:v>
                </c:pt>
                <c:pt idx="118">
                  <c:v>0.87621885157096424</c:v>
                </c:pt>
                <c:pt idx="119">
                  <c:v>0.87188515709642467</c:v>
                </c:pt>
                <c:pt idx="120">
                  <c:v>0.852112676056338</c:v>
                </c:pt>
                <c:pt idx="121">
                  <c:v>0.89653304442036841</c:v>
                </c:pt>
                <c:pt idx="122">
                  <c:v>0.90547128927410614</c:v>
                </c:pt>
                <c:pt idx="123">
                  <c:v>0.90195016251354276</c:v>
                </c:pt>
                <c:pt idx="124">
                  <c:v>0.92172264355362943</c:v>
                </c:pt>
                <c:pt idx="125">
                  <c:v>0.94637053087757317</c:v>
                </c:pt>
                <c:pt idx="126">
                  <c:v>0.96505958829902494</c:v>
                </c:pt>
                <c:pt idx="127">
                  <c:v>0.9859154929577465</c:v>
                </c:pt>
                <c:pt idx="128">
                  <c:v>0.93878656554712892</c:v>
                </c:pt>
                <c:pt idx="129">
                  <c:v>1.0360238353196101</c:v>
                </c:pt>
                <c:pt idx="130">
                  <c:v>1.0752979414951247</c:v>
                </c:pt>
                <c:pt idx="131">
                  <c:v>0.9710184182015168</c:v>
                </c:pt>
                <c:pt idx="132">
                  <c:v>0.95422535211267601</c:v>
                </c:pt>
                <c:pt idx="133">
                  <c:v>0.95151679306608883</c:v>
                </c:pt>
                <c:pt idx="134">
                  <c:v>0.92091007583965334</c:v>
                </c:pt>
                <c:pt idx="135">
                  <c:v>0.9276814734561214</c:v>
                </c:pt>
                <c:pt idx="136">
                  <c:v>0.93716143011917663</c:v>
                </c:pt>
                <c:pt idx="137">
                  <c:v>0.911430119176598</c:v>
                </c:pt>
                <c:pt idx="138">
                  <c:v>0.93255687973997836</c:v>
                </c:pt>
                <c:pt idx="139">
                  <c:v>0.94799566630552545</c:v>
                </c:pt>
                <c:pt idx="140">
                  <c:v>1.0197724810400868</c:v>
                </c:pt>
                <c:pt idx="141">
                  <c:v>1.0698808234019501</c:v>
                </c:pt>
                <c:pt idx="142">
                  <c:v>1.1665763813651138</c:v>
                </c:pt>
                <c:pt idx="143">
                  <c:v>1.1189057421451787</c:v>
                </c:pt>
                <c:pt idx="144">
                  <c:v>0.99512459371614304</c:v>
                </c:pt>
                <c:pt idx="145">
                  <c:v>1.177139761646804</c:v>
                </c:pt>
                <c:pt idx="146">
                  <c:v>1.2093716143011917</c:v>
                </c:pt>
                <c:pt idx="147">
                  <c:v>1.1860780065005416</c:v>
                </c:pt>
                <c:pt idx="148">
                  <c:v>1.0975081256771397</c:v>
                </c:pt>
                <c:pt idx="149">
                  <c:v>1.1240520043336946</c:v>
                </c:pt>
                <c:pt idx="150">
                  <c:v>1.0723185265438786</c:v>
                </c:pt>
                <c:pt idx="151">
                  <c:v>1.0777356446370532</c:v>
                </c:pt>
                <c:pt idx="152">
                  <c:v>1.0734019501625136</c:v>
                </c:pt>
                <c:pt idx="153">
                  <c:v>1.0704225352112675</c:v>
                </c:pt>
                <c:pt idx="154">
                  <c:v>1.0582340195016251</c:v>
                </c:pt>
                <c:pt idx="155">
                  <c:v>1.0427952329360779</c:v>
                </c:pt>
                <c:pt idx="156">
                  <c:v>0.99241603466955575</c:v>
                </c:pt>
                <c:pt idx="157">
                  <c:v>0.97616468039003246</c:v>
                </c:pt>
                <c:pt idx="158">
                  <c:v>0.98862405200433368</c:v>
                </c:pt>
                <c:pt idx="159">
                  <c:v>1.0005417118093174</c:v>
                </c:pt>
                <c:pt idx="160">
                  <c:v>1.0192307692307692</c:v>
                </c:pt>
                <c:pt idx="161">
                  <c:v>0.98618634886240519</c:v>
                </c:pt>
                <c:pt idx="162">
                  <c:v>0.95205850487540633</c:v>
                </c:pt>
                <c:pt idx="163">
                  <c:v>0.96180931744312026</c:v>
                </c:pt>
                <c:pt idx="164">
                  <c:v>0.96397616468039005</c:v>
                </c:pt>
                <c:pt idx="165">
                  <c:v>0.98212351029252443</c:v>
                </c:pt>
                <c:pt idx="166">
                  <c:v>0.98943661971830987</c:v>
                </c:pt>
                <c:pt idx="167">
                  <c:v>0.99539544962080173</c:v>
                </c:pt>
                <c:pt idx="168">
                  <c:v>0.98347778981581802</c:v>
                </c:pt>
                <c:pt idx="169">
                  <c:v>0.99891657638136511</c:v>
                </c:pt>
                <c:pt idx="170">
                  <c:v>0.99133261105092096</c:v>
                </c:pt>
                <c:pt idx="171">
                  <c:v>0.99431202600216684</c:v>
                </c:pt>
                <c:pt idx="172">
                  <c:v>0.9842903575297941</c:v>
                </c:pt>
                <c:pt idx="173">
                  <c:v>0.99864572047670641</c:v>
                </c:pt>
                <c:pt idx="174">
                  <c:v>0.9842903575297941</c:v>
                </c:pt>
                <c:pt idx="175">
                  <c:v>0.99891657638136511</c:v>
                </c:pt>
                <c:pt idx="176">
                  <c:v>0.9851029252437703</c:v>
                </c:pt>
                <c:pt idx="177">
                  <c:v>0.99647887323943662</c:v>
                </c:pt>
                <c:pt idx="178">
                  <c:v>0.98456121343445291</c:v>
                </c:pt>
                <c:pt idx="179">
                  <c:v>0.97237269772481039</c:v>
                </c:pt>
                <c:pt idx="180">
                  <c:v>0.98456121343445291</c:v>
                </c:pt>
                <c:pt idx="181">
                  <c:v>0.98401950162513541</c:v>
                </c:pt>
                <c:pt idx="182">
                  <c:v>0.9997291440953413</c:v>
                </c:pt>
                <c:pt idx="183">
                  <c:v>1.0197724810400868</c:v>
                </c:pt>
                <c:pt idx="184">
                  <c:v>1.02329360780065</c:v>
                </c:pt>
                <c:pt idx="185">
                  <c:v>1.0265438786565546</c:v>
                </c:pt>
                <c:pt idx="186">
                  <c:v>1.0316901408450705</c:v>
                </c:pt>
                <c:pt idx="187">
                  <c:v>1.0750270855904658</c:v>
                </c:pt>
                <c:pt idx="188">
                  <c:v>1.0687973997833153</c:v>
                </c:pt>
                <c:pt idx="189">
                  <c:v>1.0985915492957747</c:v>
                </c:pt>
                <c:pt idx="190">
                  <c:v>1.0942578548212352</c:v>
                </c:pt>
                <c:pt idx="191">
                  <c:v>1.106988082340195</c:v>
                </c:pt>
                <c:pt idx="192">
                  <c:v>1.1083423618634887</c:v>
                </c:pt>
                <c:pt idx="193">
                  <c:v>1.073943661971831</c:v>
                </c:pt>
                <c:pt idx="194">
                  <c:v>1.0918201516793067</c:v>
                </c:pt>
                <c:pt idx="195">
                  <c:v>1.0449620801733477</c:v>
                </c:pt>
                <c:pt idx="196">
                  <c:v>1.0536294691224268</c:v>
                </c:pt>
                <c:pt idx="197">
                  <c:v>1.0547128927410618</c:v>
                </c:pt>
                <c:pt idx="198">
                  <c:v>1.0896533044420369</c:v>
                </c:pt>
                <c:pt idx="199">
                  <c:v>1.1443661971830985</c:v>
                </c:pt>
                <c:pt idx="200">
                  <c:v>1.1459913326110509</c:v>
                </c:pt>
                <c:pt idx="201">
                  <c:v>1.1500541711809318</c:v>
                </c:pt>
                <c:pt idx="202">
                  <c:v>1.170097508125677</c:v>
                </c:pt>
                <c:pt idx="203">
                  <c:v>1.1608884073672807</c:v>
                </c:pt>
                <c:pt idx="204">
                  <c:v>1.2884615384615385</c:v>
                </c:pt>
                <c:pt idx="205">
                  <c:v>1.2651679306608885</c:v>
                </c:pt>
                <c:pt idx="206">
                  <c:v>1.341549295774648</c:v>
                </c:pt>
                <c:pt idx="207">
                  <c:v>1.3391115926327193</c:v>
                </c:pt>
                <c:pt idx="208">
                  <c:v>1.2318526543878656</c:v>
                </c:pt>
                <c:pt idx="209">
                  <c:v>1.2215601300108343</c:v>
                </c:pt>
                <c:pt idx="210">
                  <c:v>1.2911700975081257</c:v>
                </c:pt>
                <c:pt idx="211">
                  <c:v>1.2765438786565546</c:v>
                </c:pt>
                <c:pt idx="212">
                  <c:v>1.2806067172264355</c:v>
                </c:pt>
                <c:pt idx="213">
                  <c:v>1.2865655471289275</c:v>
                </c:pt>
                <c:pt idx="214">
                  <c:v>1.2860238353196101</c:v>
                </c:pt>
                <c:pt idx="215">
                  <c:v>1.2486457204767063</c:v>
                </c:pt>
                <c:pt idx="216">
                  <c:v>1.2280606717226437</c:v>
                </c:pt>
                <c:pt idx="217">
                  <c:v>1.2280606717226437</c:v>
                </c:pt>
                <c:pt idx="218">
                  <c:v>1.2567713976164681</c:v>
                </c:pt>
                <c:pt idx="219">
                  <c:v>1.2537919826652222</c:v>
                </c:pt>
                <c:pt idx="220">
                  <c:v>1.2681473456121344</c:v>
                </c:pt>
                <c:pt idx="221">
                  <c:v>1.294691224268689</c:v>
                </c:pt>
                <c:pt idx="222">
                  <c:v>1.2765438786565546</c:v>
                </c:pt>
                <c:pt idx="223">
                  <c:v>1.3420910075839654</c:v>
                </c:pt>
                <c:pt idx="224">
                  <c:v>1.3372156013001084</c:v>
                </c:pt>
                <c:pt idx="225">
                  <c:v>1.4466413867822319</c:v>
                </c:pt>
                <c:pt idx="226">
                  <c:v>1.414409534127844</c:v>
                </c:pt>
                <c:pt idx="227">
                  <c:v>1.4859154929577465</c:v>
                </c:pt>
                <c:pt idx="228">
                  <c:v>1.52329360780065</c:v>
                </c:pt>
                <c:pt idx="229">
                  <c:v>1.6040086673889491</c:v>
                </c:pt>
                <c:pt idx="230">
                  <c:v>1.6625135427952329</c:v>
                </c:pt>
                <c:pt idx="231">
                  <c:v>1.7307692307692308</c:v>
                </c:pt>
                <c:pt idx="232">
                  <c:v>1.5977789815817984</c:v>
                </c:pt>
                <c:pt idx="233">
                  <c:v>1.6189057421451787</c:v>
                </c:pt>
                <c:pt idx="234">
                  <c:v>1.6251354279523293</c:v>
                </c:pt>
                <c:pt idx="235">
                  <c:v>1.7199349945828819</c:v>
                </c:pt>
                <c:pt idx="236">
                  <c:v>1.8196099674972914</c:v>
                </c:pt>
                <c:pt idx="237">
                  <c:v>1.8954496208017335</c:v>
                </c:pt>
                <c:pt idx="238">
                  <c:v>1.8553629469122428</c:v>
                </c:pt>
                <c:pt idx="239">
                  <c:v>1.8783856988082339</c:v>
                </c:pt>
                <c:pt idx="240">
                  <c:v>1.9772481040086674</c:v>
                </c:pt>
                <c:pt idx="241">
                  <c:v>2.2047670639219934</c:v>
                </c:pt>
                <c:pt idx="242">
                  <c:v>2.2527085590465874</c:v>
                </c:pt>
                <c:pt idx="243">
                  <c:v>2.1925785482123512</c:v>
                </c:pt>
                <c:pt idx="244">
                  <c:v>2.1167388949079089</c:v>
                </c:pt>
                <c:pt idx="245">
                  <c:v>2.1524918743228603</c:v>
                </c:pt>
                <c:pt idx="246">
                  <c:v>2.2356446370530878</c:v>
                </c:pt>
                <c:pt idx="247">
                  <c:v>2.254875406283857</c:v>
                </c:pt>
                <c:pt idx="248">
                  <c:v>2.4328277356446368</c:v>
                </c:pt>
                <c:pt idx="249">
                  <c:v>2.2288732394366195</c:v>
                </c:pt>
                <c:pt idx="250">
                  <c:v>2.385157096424702</c:v>
                </c:pt>
                <c:pt idx="251">
                  <c:v>2.2481040086673891</c:v>
                </c:pt>
                <c:pt idx="252">
                  <c:v>2.1958288190682556</c:v>
                </c:pt>
                <c:pt idx="253">
                  <c:v>1.9937703141928493</c:v>
                </c:pt>
                <c:pt idx="254">
                  <c:v>1.8534669555796317</c:v>
                </c:pt>
                <c:pt idx="255">
                  <c:v>2.0178764897074757</c:v>
                </c:pt>
                <c:pt idx="256">
                  <c:v>2.0178764897074757</c:v>
                </c:pt>
                <c:pt idx="257">
                  <c:v>1.8894907908992415</c:v>
                </c:pt>
                <c:pt idx="258">
                  <c:v>1.7280606717226437</c:v>
                </c:pt>
                <c:pt idx="259">
                  <c:v>1.846424702058505</c:v>
                </c:pt>
                <c:pt idx="260">
                  <c:v>1.8401950162513543</c:v>
                </c:pt>
                <c:pt idx="261">
                  <c:v>1.9888949079089924</c:v>
                </c:pt>
                <c:pt idx="262">
                  <c:v>1.9888949079089924</c:v>
                </c:pt>
                <c:pt idx="263">
                  <c:v>1.9517876489707475</c:v>
                </c:pt>
                <c:pt idx="264">
                  <c:v>2.186619718309859</c:v>
                </c:pt>
                <c:pt idx="265">
                  <c:v>2.2199349945828821</c:v>
                </c:pt>
                <c:pt idx="266">
                  <c:v>2.3109425785482123</c:v>
                </c:pt>
                <c:pt idx="267">
                  <c:v>2.3280065005417119</c:v>
                </c:pt>
                <c:pt idx="268">
                  <c:v>2.3090465872156014</c:v>
                </c:pt>
                <c:pt idx="269">
                  <c:v>2.0059588299024917</c:v>
                </c:pt>
                <c:pt idx="270">
                  <c:v>2.0178764897074757</c:v>
                </c:pt>
                <c:pt idx="271">
                  <c:v>2.0723185265438788</c:v>
                </c:pt>
                <c:pt idx="272">
                  <c:v>2.0858613217768149</c:v>
                </c:pt>
                <c:pt idx="273">
                  <c:v>2.0111050920910074</c:v>
                </c:pt>
                <c:pt idx="274">
                  <c:v>2.2074756229685808</c:v>
                </c:pt>
                <c:pt idx="275">
                  <c:v>2.0991332611050919</c:v>
                </c:pt>
                <c:pt idx="276">
                  <c:v>2.0314192849404118</c:v>
                </c:pt>
                <c:pt idx="277">
                  <c:v>2.1194474539544963</c:v>
                </c:pt>
                <c:pt idx="278">
                  <c:v>2.1576381365113759</c:v>
                </c:pt>
                <c:pt idx="279">
                  <c:v>2.1050920910075841</c:v>
                </c:pt>
                <c:pt idx="280">
                  <c:v>2.0297941495124592</c:v>
                </c:pt>
                <c:pt idx="281">
                  <c:v>1.9219934994582881</c:v>
                </c:pt>
                <c:pt idx="282">
                  <c:v>1.9637053087757312</c:v>
                </c:pt>
                <c:pt idx="283">
                  <c:v>2.0024377031419287</c:v>
                </c:pt>
                <c:pt idx="284">
                  <c:v>2.0644637053087758</c:v>
                </c:pt>
                <c:pt idx="285">
                  <c:v>2.1497833152762729</c:v>
                </c:pt>
                <c:pt idx="286">
                  <c:v>2.1411159263271937</c:v>
                </c:pt>
                <c:pt idx="287">
                  <c:v>2.2681473456121344</c:v>
                </c:pt>
                <c:pt idx="288">
                  <c:v>2.3030877573131092</c:v>
                </c:pt>
                <c:pt idx="289">
                  <c:v>2.1403033586132176</c:v>
                </c:pt>
                <c:pt idx="290">
                  <c:v>2.1871614301191764</c:v>
                </c:pt>
                <c:pt idx="291">
                  <c:v>2.1665763813651138</c:v>
                </c:pt>
                <c:pt idx="292">
                  <c:v>2.2074756229685808</c:v>
                </c:pt>
                <c:pt idx="293">
                  <c:v>2.1939328277356447</c:v>
                </c:pt>
                <c:pt idx="294">
                  <c:v>2.0571505958829901</c:v>
                </c:pt>
                <c:pt idx="295">
                  <c:v>2.0842361863488623</c:v>
                </c:pt>
                <c:pt idx="296">
                  <c:v>2.1895991332611051</c:v>
                </c:pt>
                <c:pt idx="297">
                  <c:v>2.1939328277356447</c:v>
                </c:pt>
                <c:pt idx="298">
                  <c:v>2.2128927410617552</c:v>
                </c:pt>
                <c:pt idx="299">
                  <c:v>2.3347778981581797</c:v>
                </c:pt>
                <c:pt idx="300">
                  <c:v>2.3531960996749728</c:v>
                </c:pt>
                <c:pt idx="301">
                  <c:v>2.3865113759479955</c:v>
                </c:pt>
                <c:pt idx="302">
                  <c:v>2.308504875406284</c:v>
                </c:pt>
                <c:pt idx="303">
                  <c:v>2.3236728060671723</c:v>
                </c:pt>
                <c:pt idx="304">
                  <c:v>2.3559046587215602</c:v>
                </c:pt>
                <c:pt idx="305">
                  <c:v>2.3556338028169015</c:v>
                </c:pt>
                <c:pt idx="306">
                  <c:v>2.393011917659805</c:v>
                </c:pt>
                <c:pt idx="307">
                  <c:v>2.3667388949079089</c:v>
                </c:pt>
                <c:pt idx="308">
                  <c:v>2.4336403033586134</c:v>
                </c:pt>
                <c:pt idx="309">
                  <c:v>2.5078548212351031</c:v>
                </c:pt>
                <c:pt idx="310">
                  <c:v>2.6354279523293607</c:v>
                </c:pt>
                <c:pt idx="311">
                  <c:v>2.6210725893824485</c:v>
                </c:pt>
                <c:pt idx="312">
                  <c:v>2.6002166847237271</c:v>
                </c:pt>
                <c:pt idx="313">
                  <c:v>2.7156013001083426</c:v>
                </c:pt>
                <c:pt idx="314">
                  <c:v>2.7104550379198264</c:v>
                </c:pt>
                <c:pt idx="315">
                  <c:v>2.6145720476706393</c:v>
                </c:pt>
                <c:pt idx="316">
                  <c:v>2.5241061755146261</c:v>
                </c:pt>
                <c:pt idx="317">
                  <c:v>2.4918743228602382</c:v>
                </c:pt>
                <c:pt idx="318">
                  <c:v>2.5460455037919827</c:v>
                </c:pt>
                <c:pt idx="319">
                  <c:v>2.430931744312026</c:v>
                </c:pt>
                <c:pt idx="320">
                  <c:v>2.4192849404117012</c:v>
                </c:pt>
                <c:pt idx="321">
                  <c:v>2.3483206933911158</c:v>
                </c:pt>
                <c:pt idx="322">
                  <c:v>2.4303900325027086</c:v>
                </c:pt>
                <c:pt idx="323">
                  <c:v>2.3263813651137593</c:v>
                </c:pt>
                <c:pt idx="324">
                  <c:v>2.2881906825568796</c:v>
                </c:pt>
                <c:pt idx="325">
                  <c:v>2.3672806067172263</c:v>
                </c:pt>
                <c:pt idx="326">
                  <c:v>2.3645720476706393</c:v>
                </c:pt>
                <c:pt idx="327">
                  <c:v>2.3683640303358615</c:v>
                </c:pt>
                <c:pt idx="328">
                  <c:v>2.2792524377031418</c:v>
                </c:pt>
                <c:pt idx="329">
                  <c:v>2.1950162513542795</c:v>
                </c:pt>
                <c:pt idx="330">
                  <c:v>2.0958829902491876</c:v>
                </c:pt>
                <c:pt idx="331">
                  <c:v>2.1508667388949081</c:v>
                </c:pt>
                <c:pt idx="332">
                  <c:v>2.1465330444203685</c:v>
                </c:pt>
                <c:pt idx="333">
                  <c:v>2.2047670639219934</c:v>
                </c:pt>
                <c:pt idx="334">
                  <c:v>2.2055796316359695</c:v>
                </c:pt>
                <c:pt idx="335">
                  <c:v>2.288732394366197</c:v>
                </c:pt>
              </c:numCache>
            </c:numRef>
          </c:val>
          <c:smooth val="0"/>
          <c:extLst>
            <c:ext xmlns:c16="http://schemas.microsoft.com/office/drawing/2014/chart" uri="{C3380CC4-5D6E-409C-BE32-E72D297353CC}">
              <c16:uniqueId val="{00000001-261F-4A46-AB47-7BA15A8FBE53}"/>
            </c:ext>
          </c:extLst>
        </c:ser>
        <c:ser>
          <c:idx val="2"/>
          <c:order val="2"/>
          <c:tx>
            <c:strRef>
              <c:f>金铜锂价格!$H$1</c:f>
              <c:strCache>
                <c:ptCount val="1"/>
                <c:pt idx="0">
                  <c:v>LME铝价格，标准化后</c:v>
                </c:pt>
              </c:strCache>
            </c:strRef>
          </c:tx>
          <c:spPr>
            <a:ln w="28575" cap="rnd">
              <a:solidFill>
                <a:srgbClr val="8064A2"/>
              </a:solidFill>
              <a:round/>
            </a:ln>
            <a:effectLst/>
          </c:spPr>
          <c:marker>
            <c:symbol val="none"/>
          </c:marker>
          <c:cat>
            <c:numRef>
              <c:f>金铜锂价格!$A$2:$A$337</c:f>
              <c:numCache>
                <c:formatCode>yyyy\-mm\-dd</c:formatCode>
                <c:ptCount val="336"/>
                <c:pt idx="0">
                  <c:v>45659</c:v>
                </c:pt>
                <c:pt idx="1">
                  <c:v>45660</c:v>
                </c:pt>
                <c:pt idx="2">
                  <c:v>45663</c:v>
                </c:pt>
                <c:pt idx="3">
                  <c:v>45664</c:v>
                </c:pt>
                <c:pt idx="4">
                  <c:v>45665</c:v>
                </c:pt>
                <c:pt idx="5">
                  <c:v>45666</c:v>
                </c:pt>
                <c:pt idx="6">
                  <c:v>45667</c:v>
                </c:pt>
                <c:pt idx="7">
                  <c:v>45670</c:v>
                </c:pt>
                <c:pt idx="8">
                  <c:v>45671</c:v>
                </c:pt>
                <c:pt idx="9">
                  <c:v>45672</c:v>
                </c:pt>
                <c:pt idx="10">
                  <c:v>45673</c:v>
                </c:pt>
                <c:pt idx="11">
                  <c:v>45674</c:v>
                </c:pt>
                <c:pt idx="12">
                  <c:v>45678</c:v>
                </c:pt>
                <c:pt idx="13">
                  <c:v>45679</c:v>
                </c:pt>
                <c:pt idx="14">
                  <c:v>45680</c:v>
                </c:pt>
                <c:pt idx="15">
                  <c:v>45681</c:v>
                </c:pt>
                <c:pt idx="16">
                  <c:v>45684</c:v>
                </c:pt>
                <c:pt idx="17">
                  <c:v>45693</c:v>
                </c:pt>
                <c:pt idx="18">
                  <c:v>45694</c:v>
                </c:pt>
                <c:pt idx="19">
                  <c:v>45695</c:v>
                </c:pt>
                <c:pt idx="20">
                  <c:v>45698</c:v>
                </c:pt>
                <c:pt idx="21">
                  <c:v>45699</c:v>
                </c:pt>
                <c:pt idx="22">
                  <c:v>45700</c:v>
                </c:pt>
                <c:pt idx="23">
                  <c:v>45701</c:v>
                </c:pt>
                <c:pt idx="24">
                  <c:v>45702</c:v>
                </c:pt>
                <c:pt idx="25">
                  <c:v>45706</c:v>
                </c:pt>
                <c:pt idx="26">
                  <c:v>45707</c:v>
                </c:pt>
                <c:pt idx="27">
                  <c:v>45708</c:v>
                </c:pt>
                <c:pt idx="28">
                  <c:v>45709</c:v>
                </c:pt>
                <c:pt idx="29">
                  <c:v>45712</c:v>
                </c:pt>
                <c:pt idx="30">
                  <c:v>45713</c:v>
                </c:pt>
                <c:pt idx="31">
                  <c:v>45714</c:v>
                </c:pt>
                <c:pt idx="32">
                  <c:v>45715</c:v>
                </c:pt>
                <c:pt idx="33">
                  <c:v>45716</c:v>
                </c:pt>
                <c:pt idx="34">
                  <c:v>45719</c:v>
                </c:pt>
                <c:pt idx="35">
                  <c:v>45720</c:v>
                </c:pt>
                <c:pt idx="36">
                  <c:v>45721</c:v>
                </c:pt>
                <c:pt idx="37">
                  <c:v>45722</c:v>
                </c:pt>
                <c:pt idx="38">
                  <c:v>45723</c:v>
                </c:pt>
                <c:pt idx="39">
                  <c:v>45726</c:v>
                </c:pt>
                <c:pt idx="40">
                  <c:v>45727</c:v>
                </c:pt>
                <c:pt idx="41">
                  <c:v>45728</c:v>
                </c:pt>
                <c:pt idx="42">
                  <c:v>45729</c:v>
                </c:pt>
                <c:pt idx="43">
                  <c:v>45730</c:v>
                </c:pt>
                <c:pt idx="44">
                  <c:v>45733</c:v>
                </c:pt>
                <c:pt idx="45">
                  <c:v>45734</c:v>
                </c:pt>
                <c:pt idx="46">
                  <c:v>45735</c:v>
                </c:pt>
                <c:pt idx="47">
                  <c:v>45736</c:v>
                </c:pt>
                <c:pt idx="48">
                  <c:v>45737</c:v>
                </c:pt>
                <c:pt idx="49">
                  <c:v>45740</c:v>
                </c:pt>
                <c:pt idx="50">
                  <c:v>45741</c:v>
                </c:pt>
                <c:pt idx="51">
                  <c:v>45742</c:v>
                </c:pt>
                <c:pt idx="52">
                  <c:v>45743</c:v>
                </c:pt>
                <c:pt idx="53">
                  <c:v>45744</c:v>
                </c:pt>
                <c:pt idx="54">
                  <c:v>45747</c:v>
                </c:pt>
                <c:pt idx="55">
                  <c:v>45748</c:v>
                </c:pt>
                <c:pt idx="56">
                  <c:v>45749</c:v>
                </c:pt>
                <c:pt idx="57">
                  <c:v>45750</c:v>
                </c:pt>
                <c:pt idx="58">
                  <c:v>45754</c:v>
                </c:pt>
                <c:pt idx="59">
                  <c:v>45755</c:v>
                </c:pt>
                <c:pt idx="60">
                  <c:v>45756</c:v>
                </c:pt>
                <c:pt idx="61">
                  <c:v>45757</c:v>
                </c:pt>
                <c:pt idx="62">
                  <c:v>45758</c:v>
                </c:pt>
                <c:pt idx="63">
                  <c:v>45761</c:v>
                </c:pt>
                <c:pt idx="64">
                  <c:v>45762</c:v>
                </c:pt>
                <c:pt idx="65">
                  <c:v>45763</c:v>
                </c:pt>
                <c:pt idx="66">
                  <c:v>45764</c:v>
                </c:pt>
                <c:pt idx="67">
                  <c:v>45768</c:v>
                </c:pt>
                <c:pt idx="68">
                  <c:v>45769</c:v>
                </c:pt>
                <c:pt idx="69">
                  <c:v>45770</c:v>
                </c:pt>
                <c:pt idx="70">
                  <c:v>45771</c:v>
                </c:pt>
                <c:pt idx="71">
                  <c:v>45772</c:v>
                </c:pt>
                <c:pt idx="72">
                  <c:v>45775</c:v>
                </c:pt>
                <c:pt idx="73">
                  <c:v>45776</c:v>
                </c:pt>
                <c:pt idx="74">
                  <c:v>45777</c:v>
                </c:pt>
                <c:pt idx="75">
                  <c:v>45783</c:v>
                </c:pt>
                <c:pt idx="76">
                  <c:v>45784</c:v>
                </c:pt>
                <c:pt idx="77">
                  <c:v>45785</c:v>
                </c:pt>
                <c:pt idx="78">
                  <c:v>45786</c:v>
                </c:pt>
                <c:pt idx="79">
                  <c:v>45789</c:v>
                </c:pt>
                <c:pt idx="80">
                  <c:v>45790</c:v>
                </c:pt>
                <c:pt idx="81">
                  <c:v>45791</c:v>
                </c:pt>
                <c:pt idx="82">
                  <c:v>45792</c:v>
                </c:pt>
                <c:pt idx="83">
                  <c:v>45793</c:v>
                </c:pt>
                <c:pt idx="84">
                  <c:v>45796</c:v>
                </c:pt>
                <c:pt idx="85">
                  <c:v>45797</c:v>
                </c:pt>
                <c:pt idx="86">
                  <c:v>45798</c:v>
                </c:pt>
                <c:pt idx="87">
                  <c:v>45799</c:v>
                </c:pt>
                <c:pt idx="88">
                  <c:v>45800</c:v>
                </c:pt>
                <c:pt idx="89">
                  <c:v>45804</c:v>
                </c:pt>
                <c:pt idx="90">
                  <c:v>45805</c:v>
                </c:pt>
                <c:pt idx="91">
                  <c:v>45806</c:v>
                </c:pt>
                <c:pt idx="92">
                  <c:v>45807</c:v>
                </c:pt>
                <c:pt idx="93">
                  <c:v>45811</c:v>
                </c:pt>
                <c:pt idx="94">
                  <c:v>45812</c:v>
                </c:pt>
                <c:pt idx="95">
                  <c:v>45813</c:v>
                </c:pt>
                <c:pt idx="96">
                  <c:v>45814</c:v>
                </c:pt>
                <c:pt idx="97">
                  <c:v>45817</c:v>
                </c:pt>
                <c:pt idx="98">
                  <c:v>45818</c:v>
                </c:pt>
                <c:pt idx="99">
                  <c:v>45819</c:v>
                </c:pt>
                <c:pt idx="100">
                  <c:v>45820</c:v>
                </c:pt>
                <c:pt idx="101">
                  <c:v>45821</c:v>
                </c:pt>
                <c:pt idx="102">
                  <c:v>45824</c:v>
                </c:pt>
                <c:pt idx="103">
                  <c:v>45825</c:v>
                </c:pt>
                <c:pt idx="104">
                  <c:v>45826</c:v>
                </c:pt>
                <c:pt idx="105">
                  <c:v>45828</c:v>
                </c:pt>
                <c:pt idx="106">
                  <c:v>45831</c:v>
                </c:pt>
                <c:pt idx="107">
                  <c:v>45832</c:v>
                </c:pt>
                <c:pt idx="108">
                  <c:v>45833</c:v>
                </c:pt>
                <c:pt idx="109">
                  <c:v>45834</c:v>
                </c:pt>
                <c:pt idx="110">
                  <c:v>45835</c:v>
                </c:pt>
                <c:pt idx="111">
                  <c:v>45838</c:v>
                </c:pt>
                <c:pt idx="112">
                  <c:v>45839</c:v>
                </c:pt>
                <c:pt idx="113">
                  <c:v>45840</c:v>
                </c:pt>
                <c:pt idx="114">
                  <c:v>45841</c:v>
                </c:pt>
                <c:pt idx="115">
                  <c:v>45842</c:v>
                </c:pt>
                <c:pt idx="116">
                  <c:v>45845</c:v>
                </c:pt>
                <c:pt idx="117">
                  <c:v>45846</c:v>
                </c:pt>
                <c:pt idx="118">
                  <c:v>45847</c:v>
                </c:pt>
                <c:pt idx="119">
                  <c:v>45848</c:v>
                </c:pt>
                <c:pt idx="120">
                  <c:v>45849</c:v>
                </c:pt>
                <c:pt idx="121">
                  <c:v>45852</c:v>
                </c:pt>
                <c:pt idx="122">
                  <c:v>45853</c:v>
                </c:pt>
                <c:pt idx="123">
                  <c:v>45854</c:v>
                </c:pt>
                <c:pt idx="124">
                  <c:v>45855</c:v>
                </c:pt>
                <c:pt idx="125">
                  <c:v>45856</c:v>
                </c:pt>
                <c:pt idx="126">
                  <c:v>45859</c:v>
                </c:pt>
                <c:pt idx="127">
                  <c:v>45860</c:v>
                </c:pt>
                <c:pt idx="128">
                  <c:v>45861</c:v>
                </c:pt>
                <c:pt idx="129">
                  <c:v>45862</c:v>
                </c:pt>
                <c:pt idx="130">
                  <c:v>45863</c:v>
                </c:pt>
                <c:pt idx="131">
                  <c:v>45866</c:v>
                </c:pt>
                <c:pt idx="132">
                  <c:v>45867</c:v>
                </c:pt>
                <c:pt idx="133">
                  <c:v>45868</c:v>
                </c:pt>
                <c:pt idx="134">
                  <c:v>45869</c:v>
                </c:pt>
                <c:pt idx="135">
                  <c:v>45870</c:v>
                </c:pt>
                <c:pt idx="136">
                  <c:v>45873</c:v>
                </c:pt>
                <c:pt idx="137">
                  <c:v>45874</c:v>
                </c:pt>
                <c:pt idx="138">
                  <c:v>45875</c:v>
                </c:pt>
                <c:pt idx="139">
                  <c:v>45876</c:v>
                </c:pt>
                <c:pt idx="140">
                  <c:v>45877</c:v>
                </c:pt>
                <c:pt idx="141">
                  <c:v>45880</c:v>
                </c:pt>
                <c:pt idx="142">
                  <c:v>45881</c:v>
                </c:pt>
                <c:pt idx="143">
                  <c:v>45882</c:v>
                </c:pt>
                <c:pt idx="144">
                  <c:v>45883</c:v>
                </c:pt>
                <c:pt idx="145">
                  <c:v>45884</c:v>
                </c:pt>
                <c:pt idx="146">
                  <c:v>45887</c:v>
                </c:pt>
                <c:pt idx="147">
                  <c:v>45888</c:v>
                </c:pt>
                <c:pt idx="148">
                  <c:v>45889</c:v>
                </c:pt>
                <c:pt idx="149">
                  <c:v>45890</c:v>
                </c:pt>
                <c:pt idx="150">
                  <c:v>45891</c:v>
                </c:pt>
                <c:pt idx="151">
                  <c:v>45894</c:v>
                </c:pt>
                <c:pt idx="152">
                  <c:v>45895</c:v>
                </c:pt>
                <c:pt idx="153">
                  <c:v>45896</c:v>
                </c:pt>
                <c:pt idx="154">
                  <c:v>45897</c:v>
                </c:pt>
                <c:pt idx="155">
                  <c:v>45898</c:v>
                </c:pt>
                <c:pt idx="156">
                  <c:v>45902</c:v>
                </c:pt>
                <c:pt idx="157">
                  <c:v>45903</c:v>
                </c:pt>
                <c:pt idx="158">
                  <c:v>45904</c:v>
                </c:pt>
                <c:pt idx="159">
                  <c:v>45905</c:v>
                </c:pt>
                <c:pt idx="160">
                  <c:v>45908</c:v>
                </c:pt>
                <c:pt idx="161">
                  <c:v>45909</c:v>
                </c:pt>
                <c:pt idx="162">
                  <c:v>45910</c:v>
                </c:pt>
                <c:pt idx="163">
                  <c:v>45911</c:v>
                </c:pt>
                <c:pt idx="164">
                  <c:v>45912</c:v>
                </c:pt>
                <c:pt idx="165">
                  <c:v>45915</c:v>
                </c:pt>
                <c:pt idx="166">
                  <c:v>45916</c:v>
                </c:pt>
                <c:pt idx="167">
                  <c:v>45917</c:v>
                </c:pt>
                <c:pt idx="168">
                  <c:v>45918</c:v>
                </c:pt>
                <c:pt idx="169">
                  <c:v>45919</c:v>
                </c:pt>
                <c:pt idx="170">
                  <c:v>45922</c:v>
                </c:pt>
                <c:pt idx="171">
                  <c:v>45923</c:v>
                </c:pt>
                <c:pt idx="172">
                  <c:v>45924</c:v>
                </c:pt>
                <c:pt idx="173">
                  <c:v>45925</c:v>
                </c:pt>
                <c:pt idx="174">
                  <c:v>45926</c:v>
                </c:pt>
                <c:pt idx="175">
                  <c:v>45929</c:v>
                </c:pt>
                <c:pt idx="176">
                  <c:v>45930</c:v>
                </c:pt>
                <c:pt idx="177">
                  <c:v>45939</c:v>
                </c:pt>
                <c:pt idx="178">
                  <c:v>45940</c:v>
                </c:pt>
                <c:pt idx="179">
                  <c:v>45943</c:v>
                </c:pt>
                <c:pt idx="180">
                  <c:v>45944</c:v>
                </c:pt>
                <c:pt idx="181">
                  <c:v>45945</c:v>
                </c:pt>
                <c:pt idx="182">
                  <c:v>45946</c:v>
                </c:pt>
                <c:pt idx="183">
                  <c:v>45947</c:v>
                </c:pt>
                <c:pt idx="184">
                  <c:v>45950</c:v>
                </c:pt>
                <c:pt idx="185">
                  <c:v>45951</c:v>
                </c:pt>
                <c:pt idx="186">
                  <c:v>45952</c:v>
                </c:pt>
                <c:pt idx="187">
                  <c:v>45953</c:v>
                </c:pt>
                <c:pt idx="188">
                  <c:v>45954</c:v>
                </c:pt>
                <c:pt idx="189">
                  <c:v>45957</c:v>
                </c:pt>
                <c:pt idx="190">
                  <c:v>45958</c:v>
                </c:pt>
                <c:pt idx="191">
                  <c:v>45959</c:v>
                </c:pt>
                <c:pt idx="192">
                  <c:v>45960</c:v>
                </c:pt>
                <c:pt idx="193">
                  <c:v>45961</c:v>
                </c:pt>
                <c:pt idx="194">
                  <c:v>45964</c:v>
                </c:pt>
                <c:pt idx="195">
                  <c:v>45965</c:v>
                </c:pt>
                <c:pt idx="196">
                  <c:v>45966</c:v>
                </c:pt>
                <c:pt idx="197">
                  <c:v>45967</c:v>
                </c:pt>
                <c:pt idx="198">
                  <c:v>45968</c:v>
                </c:pt>
                <c:pt idx="199">
                  <c:v>45971</c:v>
                </c:pt>
                <c:pt idx="200">
                  <c:v>45972</c:v>
                </c:pt>
                <c:pt idx="201">
                  <c:v>45973</c:v>
                </c:pt>
                <c:pt idx="202">
                  <c:v>45974</c:v>
                </c:pt>
                <c:pt idx="203">
                  <c:v>45975</c:v>
                </c:pt>
                <c:pt idx="204">
                  <c:v>45978</c:v>
                </c:pt>
                <c:pt idx="205">
                  <c:v>45979</c:v>
                </c:pt>
                <c:pt idx="206">
                  <c:v>45980</c:v>
                </c:pt>
                <c:pt idx="207">
                  <c:v>45981</c:v>
                </c:pt>
                <c:pt idx="208">
                  <c:v>45982</c:v>
                </c:pt>
                <c:pt idx="209">
                  <c:v>45985</c:v>
                </c:pt>
                <c:pt idx="210">
                  <c:v>45986</c:v>
                </c:pt>
                <c:pt idx="211">
                  <c:v>45987</c:v>
                </c:pt>
                <c:pt idx="212">
                  <c:v>45989</c:v>
                </c:pt>
                <c:pt idx="213">
                  <c:v>45992</c:v>
                </c:pt>
                <c:pt idx="214">
                  <c:v>45993</c:v>
                </c:pt>
                <c:pt idx="215">
                  <c:v>45994</c:v>
                </c:pt>
                <c:pt idx="216">
                  <c:v>45995</c:v>
                </c:pt>
                <c:pt idx="217">
                  <c:v>45996</c:v>
                </c:pt>
                <c:pt idx="218">
                  <c:v>45999</c:v>
                </c:pt>
                <c:pt idx="219">
                  <c:v>46000</c:v>
                </c:pt>
                <c:pt idx="220">
                  <c:v>46001</c:v>
                </c:pt>
                <c:pt idx="221">
                  <c:v>46002</c:v>
                </c:pt>
                <c:pt idx="222">
                  <c:v>46003</c:v>
                </c:pt>
                <c:pt idx="223">
                  <c:v>46006</c:v>
                </c:pt>
                <c:pt idx="224">
                  <c:v>46007</c:v>
                </c:pt>
                <c:pt idx="225">
                  <c:v>46008</c:v>
                </c:pt>
                <c:pt idx="226">
                  <c:v>46009</c:v>
                </c:pt>
                <c:pt idx="227">
                  <c:v>46010</c:v>
                </c:pt>
                <c:pt idx="228">
                  <c:v>46013</c:v>
                </c:pt>
                <c:pt idx="229">
                  <c:v>46014</c:v>
                </c:pt>
                <c:pt idx="230">
                  <c:v>46015</c:v>
                </c:pt>
                <c:pt idx="231">
                  <c:v>46017</c:v>
                </c:pt>
                <c:pt idx="232">
                  <c:v>46020</c:v>
                </c:pt>
                <c:pt idx="233">
                  <c:v>46021</c:v>
                </c:pt>
                <c:pt idx="234">
                  <c:v>46022</c:v>
                </c:pt>
                <c:pt idx="235">
                  <c:v>46027</c:v>
                </c:pt>
                <c:pt idx="236">
                  <c:v>46028</c:v>
                </c:pt>
                <c:pt idx="237">
                  <c:v>46029</c:v>
                </c:pt>
                <c:pt idx="238">
                  <c:v>46030</c:v>
                </c:pt>
                <c:pt idx="239">
                  <c:v>46031</c:v>
                </c:pt>
                <c:pt idx="240">
                  <c:v>46034</c:v>
                </c:pt>
                <c:pt idx="241">
                  <c:v>46035</c:v>
                </c:pt>
                <c:pt idx="242">
                  <c:v>46036</c:v>
                </c:pt>
                <c:pt idx="243">
                  <c:v>46037</c:v>
                </c:pt>
                <c:pt idx="244">
                  <c:v>46038</c:v>
                </c:pt>
                <c:pt idx="245">
                  <c:v>46042</c:v>
                </c:pt>
                <c:pt idx="246">
                  <c:v>46043</c:v>
                </c:pt>
                <c:pt idx="247">
                  <c:v>46044</c:v>
                </c:pt>
                <c:pt idx="248">
                  <c:v>46045</c:v>
                </c:pt>
                <c:pt idx="249">
                  <c:v>46048</c:v>
                </c:pt>
                <c:pt idx="250">
                  <c:v>46049</c:v>
                </c:pt>
                <c:pt idx="251">
                  <c:v>46050</c:v>
                </c:pt>
                <c:pt idx="252">
                  <c:v>46051</c:v>
                </c:pt>
                <c:pt idx="253">
                  <c:v>46052</c:v>
                </c:pt>
                <c:pt idx="254">
                  <c:v>46055</c:v>
                </c:pt>
                <c:pt idx="255">
                  <c:v>46056</c:v>
                </c:pt>
                <c:pt idx="256">
                  <c:v>46057</c:v>
                </c:pt>
                <c:pt idx="257">
                  <c:v>46058</c:v>
                </c:pt>
                <c:pt idx="258">
                  <c:v>46059</c:v>
                </c:pt>
                <c:pt idx="259">
                  <c:v>46062</c:v>
                </c:pt>
                <c:pt idx="260">
                  <c:v>46063</c:v>
                </c:pt>
                <c:pt idx="261">
                  <c:v>46064</c:v>
                </c:pt>
                <c:pt idx="262">
                  <c:v>46065</c:v>
                </c:pt>
                <c:pt idx="263">
                  <c:v>46066</c:v>
                </c:pt>
                <c:pt idx="264">
                  <c:v>46077</c:v>
                </c:pt>
                <c:pt idx="265">
                  <c:v>46078</c:v>
                </c:pt>
                <c:pt idx="266">
                  <c:v>46079</c:v>
                </c:pt>
                <c:pt idx="267">
                  <c:v>46080</c:v>
                </c:pt>
                <c:pt idx="268">
                  <c:v>46083</c:v>
                </c:pt>
                <c:pt idx="269">
                  <c:v>46084</c:v>
                </c:pt>
                <c:pt idx="270">
                  <c:v>46085</c:v>
                </c:pt>
                <c:pt idx="271">
                  <c:v>46086</c:v>
                </c:pt>
                <c:pt idx="272">
                  <c:v>46087</c:v>
                </c:pt>
                <c:pt idx="273">
                  <c:v>46090</c:v>
                </c:pt>
                <c:pt idx="274">
                  <c:v>46091</c:v>
                </c:pt>
                <c:pt idx="275">
                  <c:v>46092</c:v>
                </c:pt>
                <c:pt idx="276">
                  <c:v>46093</c:v>
                </c:pt>
                <c:pt idx="277">
                  <c:v>46094</c:v>
                </c:pt>
                <c:pt idx="278">
                  <c:v>46097</c:v>
                </c:pt>
                <c:pt idx="279">
                  <c:v>46098</c:v>
                </c:pt>
                <c:pt idx="280">
                  <c:v>46099</c:v>
                </c:pt>
                <c:pt idx="281">
                  <c:v>46100</c:v>
                </c:pt>
                <c:pt idx="282">
                  <c:v>46101</c:v>
                </c:pt>
                <c:pt idx="283">
                  <c:v>46104</c:v>
                </c:pt>
                <c:pt idx="284">
                  <c:v>46105</c:v>
                </c:pt>
                <c:pt idx="285">
                  <c:v>46106</c:v>
                </c:pt>
                <c:pt idx="286">
                  <c:v>46107</c:v>
                </c:pt>
                <c:pt idx="287">
                  <c:v>46108</c:v>
                </c:pt>
                <c:pt idx="288">
                  <c:v>46111</c:v>
                </c:pt>
                <c:pt idx="289">
                  <c:v>46112</c:v>
                </c:pt>
                <c:pt idx="290">
                  <c:v>46113</c:v>
                </c:pt>
                <c:pt idx="291">
                  <c:v>46114</c:v>
                </c:pt>
                <c:pt idx="292">
                  <c:v>46119</c:v>
                </c:pt>
                <c:pt idx="293">
                  <c:v>46120</c:v>
                </c:pt>
                <c:pt idx="294">
                  <c:v>46121</c:v>
                </c:pt>
                <c:pt idx="295">
                  <c:v>46122</c:v>
                </c:pt>
                <c:pt idx="296">
                  <c:v>46125</c:v>
                </c:pt>
                <c:pt idx="297">
                  <c:v>46126</c:v>
                </c:pt>
                <c:pt idx="298">
                  <c:v>46127</c:v>
                </c:pt>
                <c:pt idx="299">
                  <c:v>46128</c:v>
                </c:pt>
                <c:pt idx="300">
                  <c:v>46129</c:v>
                </c:pt>
                <c:pt idx="301">
                  <c:v>46132</c:v>
                </c:pt>
                <c:pt idx="302">
                  <c:v>46133</c:v>
                </c:pt>
                <c:pt idx="303">
                  <c:v>46134</c:v>
                </c:pt>
                <c:pt idx="304">
                  <c:v>46135</c:v>
                </c:pt>
                <c:pt idx="305">
                  <c:v>46136</c:v>
                </c:pt>
                <c:pt idx="306">
                  <c:v>46139</c:v>
                </c:pt>
                <c:pt idx="307">
                  <c:v>46140</c:v>
                </c:pt>
                <c:pt idx="308">
                  <c:v>46141</c:v>
                </c:pt>
                <c:pt idx="309">
                  <c:v>46142</c:v>
                </c:pt>
                <c:pt idx="310">
                  <c:v>46148</c:v>
                </c:pt>
                <c:pt idx="311">
                  <c:v>46149</c:v>
                </c:pt>
                <c:pt idx="312">
                  <c:v>46150</c:v>
                </c:pt>
                <c:pt idx="313">
                  <c:v>46153</c:v>
                </c:pt>
                <c:pt idx="314">
                  <c:v>46154</c:v>
                </c:pt>
                <c:pt idx="315">
                  <c:v>46155</c:v>
                </c:pt>
                <c:pt idx="316">
                  <c:v>46156</c:v>
                </c:pt>
                <c:pt idx="317">
                  <c:v>46157</c:v>
                </c:pt>
                <c:pt idx="318">
                  <c:v>46160</c:v>
                </c:pt>
                <c:pt idx="319">
                  <c:v>46161</c:v>
                </c:pt>
                <c:pt idx="320">
                  <c:v>46162</c:v>
                </c:pt>
                <c:pt idx="321">
                  <c:v>46163</c:v>
                </c:pt>
                <c:pt idx="322">
                  <c:v>46164</c:v>
                </c:pt>
                <c:pt idx="323">
                  <c:v>46168</c:v>
                </c:pt>
                <c:pt idx="324">
                  <c:v>46169</c:v>
                </c:pt>
                <c:pt idx="325">
                  <c:v>46170</c:v>
                </c:pt>
                <c:pt idx="326">
                  <c:v>46171</c:v>
                </c:pt>
                <c:pt idx="327">
                  <c:v>46174</c:v>
                </c:pt>
                <c:pt idx="328">
                  <c:v>46175</c:v>
                </c:pt>
                <c:pt idx="329">
                  <c:v>46176</c:v>
                </c:pt>
                <c:pt idx="330">
                  <c:v>46177</c:v>
                </c:pt>
                <c:pt idx="331">
                  <c:v>46178</c:v>
                </c:pt>
                <c:pt idx="332">
                  <c:v>46181</c:v>
                </c:pt>
                <c:pt idx="333">
                  <c:v>46182</c:v>
                </c:pt>
                <c:pt idx="334">
                  <c:v>46183</c:v>
                </c:pt>
                <c:pt idx="335">
                  <c:v>46184</c:v>
                </c:pt>
              </c:numCache>
            </c:numRef>
          </c:cat>
          <c:val>
            <c:numRef>
              <c:f>金铜锂价格!$H$2:$H$337</c:f>
              <c:numCache>
                <c:formatCode>General</c:formatCode>
                <c:ptCount val="336"/>
                <c:pt idx="0">
                  <c:v>1</c:v>
                </c:pt>
                <c:pt idx="1">
                  <c:v>0.98616053776196122</c:v>
                </c:pt>
                <c:pt idx="2">
                  <c:v>0.98517200474495847</c:v>
                </c:pt>
                <c:pt idx="3">
                  <c:v>0.99742981415579279</c:v>
                </c:pt>
                <c:pt idx="4">
                  <c:v>0.99169632265717678</c:v>
                </c:pt>
                <c:pt idx="5">
                  <c:v>1.007512850929221</c:v>
                </c:pt>
                <c:pt idx="6">
                  <c:v>1.0156188216686437</c:v>
                </c:pt>
                <c:pt idx="7">
                  <c:v>1.0175958877026492</c:v>
                </c:pt>
                <c:pt idx="8">
                  <c:v>1.0175958877026492</c:v>
                </c:pt>
                <c:pt idx="9">
                  <c:v>1.0296559905100831</c:v>
                </c:pt>
                <c:pt idx="10">
                  <c:v>1.0413206801107158</c:v>
                </c:pt>
                <c:pt idx="11">
                  <c:v>1.0599051008303677</c:v>
                </c:pt>
                <c:pt idx="12">
                  <c:v>1.0484381178331357</c:v>
                </c:pt>
                <c:pt idx="13">
                  <c:v>1.0409252669039146</c:v>
                </c:pt>
                <c:pt idx="14">
                  <c:v>1.0397390272835112</c:v>
                </c:pt>
                <c:pt idx="15">
                  <c:v>1.0405298536971135</c:v>
                </c:pt>
                <c:pt idx="16">
                  <c:v>1.0314353499406881</c:v>
                </c:pt>
                <c:pt idx="17">
                  <c:v>1.0375642546461052</c:v>
                </c:pt>
                <c:pt idx="18">
                  <c:v>1.0379596678529064</c:v>
                </c:pt>
                <c:pt idx="19">
                  <c:v>1.0391459074733096</c:v>
                </c:pt>
                <c:pt idx="20">
                  <c:v>1.0521945432977462</c:v>
                </c:pt>
                <c:pt idx="21">
                  <c:v>1.0432977461447213</c:v>
                </c:pt>
                <c:pt idx="22">
                  <c:v>1.038552787663108</c:v>
                </c:pt>
                <c:pt idx="23">
                  <c:v>1.0312376433372874</c:v>
                </c:pt>
                <c:pt idx="24">
                  <c:v>1.0419137999209174</c:v>
                </c:pt>
                <c:pt idx="25">
                  <c:v>1.0561486753657572</c:v>
                </c:pt>
                <c:pt idx="26">
                  <c:v>1.0599051008303677</c:v>
                </c:pt>
                <c:pt idx="27">
                  <c:v>1.0794780545670226</c:v>
                </c:pt>
                <c:pt idx="28">
                  <c:v>1.0579280347963622</c:v>
                </c:pt>
                <c:pt idx="29">
                  <c:v>1.0488335310399368</c:v>
                </c:pt>
                <c:pt idx="30">
                  <c:v>1.0434954527481217</c:v>
                </c:pt>
                <c:pt idx="31">
                  <c:v>1.0391459074733096</c:v>
                </c:pt>
                <c:pt idx="32">
                  <c:v>1.040332147093713</c:v>
                </c:pt>
                <c:pt idx="33">
                  <c:v>1.0296559905100831</c:v>
                </c:pt>
                <c:pt idx="34">
                  <c:v>1.032819296164492</c:v>
                </c:pt>
                <c:pt idx="35">
                  <c:v>1.0369711348359034</c:v>
                </c:pt>
                <c:pt idx="36">
                  <c:v>1.0545670225385528</c:v>
                </c:pt>
                <c:pt idx="37">
                  <c:v>1.0688018979833926</c:v>
                </c:pt>
                <c:pt idx="38">
                  <c:v>1.0632661130881771</c:v>
                </c:pt>
                <c:pt idx="39">
                  <c:v>1.0622775800711743</c:v>
                </c:pt>
                <c:pt idx="40">
                  <c:v>1.0691973111901938</c:v>
                </c:pt>
                <c:pt idx="41">
                  <c:v>1.0676156583629892</c:v>
                </c:pt>
                <c:pt idx="42">
                  <c:v>1.0695927243969949</c:v>
                </c:pt>
                <c:pt idx="43">
                  <c:v>1.0630684064847766</c:v>
                </c:pt>
                <c:pt idx="44">
                  <c:v>1.0640569395017794</c:v>
                </c:pt>
                <c:pt idx="45">
                  <c:v>1.048240411229735</c:v>
                </c:pt>
                <c:pt idx="46">
                  <c:v>1.0569395017793595</c:v>
                </c:pt>
                <c:pt idx="47">
                  <c:v>1.0506128904705416</c:v>
                </c:pt>
                <c:pt idx="48">
                  <c:v>1.0377619612495057</c:v>
                </c:pt>
                <c:pt idx="49">
                  <c:v>1.0342032423882959</c:v>
                </c:pt>
                <c:pt idx="50">
                  <c:v>1.0318307631474892</c:v>
                </c:pt>
                <c:pt idx="51">
                  <c:v>1.0308422301304863</c:v>
                </c:pt>
                <c:pt idx="52">
                  <c:v>1.0132463424278371</c:v>
                </c:pt>
                <c:pt idx="53">
                  <c:v>1.0073151443258206</c:v>
                </c:pt>
                <c:pt idx="54">
                  <c:v>1.0015816528272043</c:v>
                </c:pt>
                <c:pt idx="55">
                  <c:v>0.99130090945037563</c:v>
                </c:pt>
                <c:pt idx="56">
                  <c:v>0.98477659153815733</c:v>
                </c:pt>
                <c:pt idx="57">
                  <c:v>0.96797153024911031</c:v>
                </c:pt>
                <c:pt idx="58">
                  <c:v>0.93732700672202451</c:v>
                </c:pt>
                <c:pt idx="59">
                  <c:v>0.92882562277580072</c:v>
                </c:pt>
                <c:pt idx="60">
                  <c:v>0.91577698695136422</c:v>
                </c:pt>
                <c:pt idx="61">
                  <c:v>0.93712930011862394</c:v>
                </c:pt>
                <c:pt idx="62">
                  <c:v>0.94760775009885334</c:v>
                </c:pt>
                <c:pt idx="63">
                  <c:v>0.9387109529458284</c:v>
                </c:pt>
                <c:pt idx="64">
                  <c:v>0.93910636615262955</c:v>
                </c:pt>
                <c:pt idx="65">
                  <c:v>0.94187425860023721</c:v>
                </c:pt>
                <c:pt idx="66">
                  <c:v>0.93534994068801902</c:v>
                </c:pt>
                <c:pt idx="67">
                  <c:v>0.93534994068801902</c:v>
                </c:pt>
                <c:pt idx="68">
                  <c:v>0.94108343218663504</c:v>
                </c:pt>
                <c:pt idx="69">
                  <c:v>0.96164491894029258</c:v>
                </c:pt>
                <c:pt idx="70">
                  <c:v>0.96836694345591146</c:v>
                </c:pt>
                <c:pt idx="71">
                  <c:v>0.96381969157769865</c:v>
                </c:pt>
                <c:pt idx="72">
                  <c:v>0.96243574535389487</c:v>
                </c:pt>
                <c:pt idx="73">
                  <c:v>0.97489126136812965</c:v>
                </c:pt>
                <c:pt idx="74">
                  <c:v>0.94879398971925666</c:v>
                </c:pt>
                <c:pt idx="75">
                  <c:v>0.95966785290628709</c:v>
                </c:pt>
                <c:pt idx="76">
                  <c:v>0.94207196520363778</c:v>
                </c:pt>
                <c:pt idx="77">
                  <c:v>0.95393436140767096</c:v>
                </c:pt>
                <c:pt idx="78">
                  <c:v>0.95591142744167656</c:v>
                </c:pt>
                <c:pt idx="79">
                  <c:v>0.98062475286674577</c:v>
                </c:pt>
                <c:pt idx="80">
                  <c:v>0.98457888493475687</c:v>
                </c:pt>
                <c:pt idx="81">
                  <c:v>0.99980229339659943</c:v>
                </c:pt>
                <c:pt idx="82">
                  <c:v>0.98418347172795573</c:v>
                </c:pt>
                <c:pt idx="83">
                  <c:v>0.98121787267694738</c:v>
                </c:pt>
                <c:pt idx="84">
                  <c:v>0.96876235666271249</c:v>
                </c:pt>
                <c:pt idx="85">
                  <c:v>0.98102016607354681</c:v>
                </c:pt>
                <c:pt idx="86">
                  <c:v>0.97884539343614074</c:v>
                </c:pt>
                <c:pt idx="87">
                  <c:v>0.97133254250691969</c:v>
                </c:pt>
                <c:pt idx="88">
                  <c:v>0.97508896797153022</c:v>
                </c:pt>
                <c:pt idx="89">
                  <c:v>0.98181099248714909</c:v>
                </c:pt>
                <c:pt idx="90">
                  <c:v>0.97469355476472919</c:v>
                </c:pt>
                <c:pt idx="91">
                  <c:v>0.96896006326611306</c:v>
                </c:pt>
                <c:pt idx="92">
                  <c:v>0.96816923685251088</c:v>
                </c:pt>
                <c:pt idx="93">
                  <c:v>0.97686832740213525</c:v>
                </c:pt>
                <c:pt idx="94">
                  <c:v>0.98339264531435355</c:v>
                </c:pt>
                <c:pt idx="95">
                  <c:v>0.97864768683274017</c:v>
                </c:pt>
                <c:pt idx="96">
                  <c:v>0.9693554764729142</c:v>
                </c:pt>
                <c:pt idx="97">
                  <c:v>0.98181099248714909</c:v>
                </c:pt>
                <c:pt idx="98">
                  <c:v>0.98616053776196122</c:v>
                </c:pt>
                <c:pt idx="99">
                  <c:v>0.99505733491498616</c:v>
                </c:pt>
                <c:pt idx="100">
                  <c:v>0.99624357453538948</c:v>
                </c:pt>
                <c:pt idx="101">
                  <c:v>0.98971925662317117</c:v>
                </c:pt>
                <c:pt idx="102">
                  <c:v>0.99525504151838673</c:v>
                </c:pt>
                <c:pt idx="103">
                  <c:v>1.0063266113088176</c:v>
                </c:pt>
                <c:pt idx="104">
                  <c:v>1.0069197311190194</c:v>
                </c:pt>
                <c:pt idx="105">
                  <c:v>1.0128509292210359</c:v>
                </c:pt>
                <c:pt idx="106">
                  <c:v>1.0249110320284698</c:v>
                </c:pt>
                <c:pt idx="107">
                  <c:v>1.0154211150652432</c:v>
                </c:pt>
                <c:pt idx="108">
                  <c:v>1.0148279952550414</c:v>
                </c:pt>
                <c:pt idx="109">
                  <c:v>1.022143139580862</c:v>
                </c:pt>
                <c:pt idx="110">
                  <c:v>1.026097271648873</c:v>
                </c:pt>
                <c:pt idx="111">
                  <c:v>1.0270858046658757</c:v>
                </c:pt>
                <c:pt idx="112">
                  <c:v>1.0288651640964808</c:v>
                </c:pt>
                <c:pt idx="113">
                  <c:v>1.0338078291814947</c:v>
                </c:pt>
                <c:pt idx="114">
                  <c:v>1.0302491103202847</c:v>
                </c:pt>
                <c:pt idx="115">
                  <c:v>1.0270858046658757</c:v>
                </c:pt>
                <c:pt idx="116">
                  <c:v>1.0136417556346382</c:v>
                </c:pt>
                <c:pt idx="117">
                  <c:v>1.0189798339264531</c:v>
                </c:pt>
                <c:pt idx="118">
                  <c:v>1.0288651640964808</c:v>
                </c:pt>
                <c:pt idx="119">
                  <c:v>1.0304468169236853</c:v>
                </c:pt>
                <c:pt idx="120">
                  <c:v>1.0288651640964808</c:v>
                </c:pt>
                <c:pt idx="121">
                  <c:v>1.0266903914590748</c:v>
                </c:pt>
                <c:pt idx="122">
                  <c:v>1.0213523131672597</c:v>
                </c:pt>
                <c:pt idx="123">
                  <c:v>1.0183867141162515</c:v>
                </c:pt>
                <c:pt idx="124">
                  <c:v>1.0237247924080664</c:v>
                </c:pt>
                <c:pt idx="125">
                  <c:v>1.0431000395413206</c:v>
                </c:pt>
                <c:pt idx="126">
                  <c:v>1.044286279161724</c:v>
                </c:pt>
                <c:pt idx="127">
                  <c:v>1.0486358244365361</c:v>
                </c:pt>
                <c:pt idx="128">
                  <c:v>1.0434954527481217</c:v>
                </c:pt>
                <c:pt idx="129">
                  <c:v>1.0462633451957295</c:v>
                </c:pt>
                <c:pt idx="130">
                  <c:v>1.040332147093713</c:v>
                </c:pt>
                <c:pt idx="131">
                  <c:v>1.040332147093713</c:v>
                </c:pt>
                <c:pt idx="132">
                  <c:v>1.0304468169236853</c:v>
                </c:pt>
                <c:pt idx="133">
                  <c:v>1.0312376433372874</c:v>
                </c:pt>
                <c:pt idx="134">
                  <c:v>1.0132463424278371</c:v>
                </c:pt>
                <c:pt idx="135">
                  <c:v>1.0168050612890471</c:v>
                </c:pt>
                <c:pt idx="136">
                  <c:v>1.0162119414788453</c:v>
                </c:pt>
                <c:pt idx="137">
                  <c:v>1.0142348754448398</c:v>
                </c:pt>
                <c:pt idx="138">
                  <c:v>1.0365757216291025</c:v>
                </c:pt>
                <c:pt idx="139">
                  <c:v>1.0322261763542901</c:v>
                </c:pt>
                <c:pt idx="140">
                  <c:v>1.0340055357848952</c:v>
                </c:pt>
                <c:pt idx="141">
                  <c:v>1.0225385527876631</c:v>
                </c:pt>
                <c:pt idx="142">
                  <c:v>1.0369711348359034</c:v>
                </c:pt>
                <c:pt idx="143">
                  <c:v>1.0314353499406881</c:v>
                </c:pt>
                <c:pt idx="144">
                  <c:v>1.0375642546461052</c:v>
                </c:pt>
                <c:pt idx="145">
                  <c:v>1.0292605773032819</c:v>
                </c:pt>
                <c:pt idx="146">
                  <c:v>1.0235270858046659</c:v>
                </c:pt>
                <c:pt idx="147">
                  <c:v>1.0152234084618426</c:v>
                </c:pt>
                <c:pt idx="148">
                  <c:v>1.0189798339264531</c:v>
                </c:pt>
                <c:pt idx="149">
                  <c:v>1.0253064452352709</c:v>
                </c:pt>
                <c:pt idx="150">
                  <c:v>1.036773428232503</c:v>
                </c:pt>
                <c:pt idx="151">
                  <c:v>1.036773428232503</c:v>
                </c:pt>
                <c:pt idx="152">
                  <c:v>1.0432977461447213</c:v>
                </c:pt>
                <c:pt idx="153">
                  <c:v>1.0296559905100831</c:v>
                </c:pt>
                <c:pt idx="154">
                  <c:v>1.0308422301304863</c:v>
                </c:pt>
                <c:pt idx="155">
                  <c:v>1.0355871886120998</c:v>
                </c:pt>
                <c:pt idx="156">
                  <c:v>1.0365757216291025</c:v>
                </c:pt>
                <c:pt idx="157">
                  <c:v>1.033610122578094</c:v>
                </c:pt>
                <c:pt idx="158">
                  <c:v>1.0241202056148675</c:v>
                </c:pt>
                <c:pt idx="159">
                  <c:v>1.0290628706998814</c:v>
                </c:pt>
                <c:pt idx="160">
                  <c:v>1.0349940688018979</c:v>
                </c:pt>
                <c:pt idx="161">
                  <c:v>1.0389482008699091</c:v>
                </c:pt>
                <c:pt idx="162">
                  <c:v>1.036773428232503</c:v>
                </c:pt>
                <c:pt idx="163">
                  <c:v>1.0593119810201661</c:v>
                </c:pt>
                <c:pt idx="164">
                  <c:v>1.0680110715697904</c:v>
                </c:pt>
                <c:pt idx="165">
                  <c:v>1.0693950177935942</c:v>
                </c:pt>
                <c:pt idx="166">
                  <c:v>1.0723606168446027</c:v>
                </c:pt>
                <c:pt idx="167">
                  <c:v>1.0634638196915778</c:v>
                </c:pt>
                <c:pt idx="168">
                  <c:v>1.0695927243969949</c:v>
                </c:pt>
                <c:pt idx="169">
                  <c:v>1.0581257413997627</c:v>
                </c:pt>
                <c:pt idx="170">
                  <c:v>1.0498220640569396</c:v>
                </c:pt>
                <c:pt idx="171">
                  <c:v>1.0462633451957295</c:v>
                </c:pt>
                <c:pt idx="172">
                  <c:v>1.0496243574535389</c:v>
                </c:pt>
                <c:pt idx="173">
                  <c:v>1.0533807829181494</c:v>
                </c:pt>
                <c:pt idx="174">
                  <c:v>1.0474495848161329</c:v>
                </c:pt>
                <c:pt idx="175">
                  <c:v>1.0559509687623567</c:v>
                </c:pt>
                <c:pt idx="176">
                  <c:v>1.062475286674575</c:v>
                </c:pt>
                <c:pt idx="177">
                  <c:v>1.1002372479240807</c:v>
                </c:pt>
                <c:pt idx="178">
                  <c:v>1.0858046658758402</c:v>
                </c:pt>
                <c:pt idx="179">
                  <c:v>1.0901542111506524</c:v>
                </c:pt>
                <c:pt idx="180">
                  <c:v>1.0832344800316331</c:v>
                </c:pt>
                <c:pt idx="181">
                  <c:v>1.0852115460656386</c:v>
                </c:pt>
                <c:pt idx="182">
                  <c:v>1.1055753262158956</c:v>
                </c:pt>
                <c:pt idx="183">
                  <c:v>1.0986555950968762</c:v>
                </c:pt>
                <c:pt idx="184">
                  <c:v>1.0939106366152629</c:v>
                </c:pt>
                <c:pt idx="185">
                  <c:v>1.0996441281138789</c:v>
                </c:pt>
                <c:pt idx="186">
                  <c:v>1.1093317516805061</c:v>
                </c:pt>
                <c:pt idx="187">
                  <c:v>1.132858837485172</c:v>
                </c:pt>
                <c:pt idx="188">
                  <c:v>1.1294978252273626</c:v>
                </c:pt>
                <c:pt idx="189">
                  <c:v>1.1381969157769869</c:v>
                </c:pt>
                <c:pt idx="190">
                  <c:v>1.1443258204824041</c:v>
                </c:pt>
                <c:pt idx="191">
                  <c:v>1.1348359035191775</c:v>
                </c:pt>
                <c:pt idx="192">
                  <c:v>1.1348359035191775</c:v>
                </c:pt>
                <c:pt idx="193">
                  <c:v>1.1419533412415974</c:v>
                </c:pt>
                <c:pt idx="194">
                  <c:v>1.1500593119810201</c:v>
                </c:pt>
                <c:pt idx="195">
                  <c:v>1.1330565440885725</c:v>
                </c:pt>
                <c:pt idx="196">
                  <c:v>1.1251482799525505</c:v>
                </c:pt>
                <c:pt idx="197">
                  <c:v>1.1241597469355475</c:v>
                </c:pt>
                <c:pt idx="198">
                  <c:v>1.1316725978647686</c:v>
                </c:pt>
                <c:pt idx="199">
                  <c:v>1.1389877421905892</c:v>
                </c:pt>
                <c:pt idx="200">
                  <c:v>1.138592328983788</c:v>
                </c:pt>
                <c:pt idx="201">
                  <c:v>1.1411625148279954</c:v>
                </c:pt>
                <c:pt idx="202">
                  <c:v>1.1376037959667853</c:v>
                </c:pt>
                <c:pt idx="203">
                  <c:v>1.1302886516409647</c:v>
                </c:pt>
                <c:pt idx="204">
                  <c:v>1.1095294582839066</c:v>
                </c:pt>
                <c:pt idx="205">
                  <c:v>1.1030051403716885</c:v>
                </c:pt>
                <c:pt idx="206">
                  <c:v>1.1128904705417162</c:v>
                </c:pt>
                <c:pt idx="207">
                  <c:v>1.1097271648873073</c:v>
                </c:pt>
                <c:pt idx="208">
                  <c:v>1.1103202846975089</c:v>
                </c:pt>
                <c:pt idx="209">
                  <c:v>1.1122973507315144</c:v>
                </c:pt>
                <c:pt idx="210">
                  <c:v>1.1075523922499011</c:v>
                </c:pt>
                <c:pt idx="211">
                  <c:v>1.1324634242783709</c:v>
                </c:pt>
                <c:pt idx="212">
                  <c:v>1.132858837485172</c:v>
                </c:pt>
                <c:pt idx="213">
                  <c:v>1.1419533412415974</c:v>
                </c:pt>
                <c:pt idx="214">
                  <c:v>1.1322657176749704</c:v>
                </c:pt>
                <c:pt idx="215">
                  <c:v>1.1455120601028075</c:v>
                </c:pt>
                <c:pt idx="216">
                  <c:v>1.141755634638197</c:v>
                </c:pt>
                <c:pt idx="217">
                  <c:v>1.1468960063266114</c:v>
                </c:pt>
                <c:pt idx="218">
                  <c:v>1.1413602214313958</c:v>
                </c:pt>
                <c:pt idx="219">
                  <c:v>1.1251482799525505</c:v>
                </c:pt>
                <c:pt idx="220">
                  <c:v>1.1318703044681693</c:v>
                </c:pt>
                <c:pt idx="221">
                  <c:v>1.1447212336892052</c:v>
                </c:pt>
                <c:pt idx="222">
                  <c:v>1.136812969553183</c:v>
                </c:pt>
                <c:pt idx="223">
                  <c:v>1.136812969553183</c:v>
                </c:pt>
                <c:pt idx="224">
                  <c:v>1.1397785686041915</c:v>
                </c:pt>
                <c:pt idx="225">
                  <c:v>1.1488730723606169</c:v>
                </c:pt>
                <c:pt idx="226">
                  <c:v>1.1530249110320285</c:v>
                </c:pt>
                <c:pt idx="227">
                  <c:v>1.1644918940292606</c:v>
                </c:pt>
                <c:pt idx="228">
                  <c:v>1.1629102412020562</c:v>
                </c:pt>
                <c:pt idx="229">
                  <c:v>1.1629102412020562</c:v>
                </c:pt>
                <c:pt idx="230">
                  <c:v>1.1690391459074734</c:v>
                </c:pt>
                <c:pt idx="231">
                  <c:v>1.1690391459074734</c:v>
                </c:pt>
                <c:pt idx="232">
                  <c:v>1.1666666666666667</c:v>
                </c:pt>
                <c:pt idx="233">
                  <c:v>1.1809015421115066</c:v>
                </c:pt>
                <c:pt idx="234">
                  <c:v>1.1850533807829182</c:v>
                </c:pt>
                <c:pt idx="235">
                  <c:v>1.2200474495848161</c:v>
                </c:pt>
                <c:pt idx="236">
                  <c:v>1.2372479240806642</c:v>
                </c:pt>
                <c:pt idx="237">
                  <c:v>1.2212336892052194</c:v>
                </c:pt>
                <c:pt idx="238">
                  <c:v>1.2222222222222223</c:v>
                </c:pt>
                <c:pt idx="239">
                  <c:v>1.240015816528272</c:v>
                </c:pt>
                <c:pt idx="240">
                  <c:v>1.2591933570581257</c:v>
                </c:pt>
                <c:pt idx="241">
                  <c:v>1.2643337287465402</c:v>
                </c:pt>
                <c:pt idx="242">
                  <c:v>1.2597864768683273</c:v>
                </c:pt>
                <c:pt idx="243">
                  <c:v>1.252471332542507</c:v>
                </c:pt>
                <c:pt idx="244">
                  <c:v>1.2392249901146699</c:v>
                </c:pt>
                <c:pt idx="245">
                  <c:v>1.2287465401344404</c:v>
                </c:pt>
                <c:pt idx="246">
                  <c:v>1.2317121391854489</c:v>
                </c:pt>
                <c:pt idx="247">
                  <c:v>1.2386318703044681</c:v>
                </c:pt>
                <c:pt idx="248">
                  <c:v>1.2548438117833136</c:v>
                </c:pt>
                <c:pt idx="249">
                  <c:v>1.2607750098853301</c:v>
                </c:pt>
                <c:pt idx="250">
                  <c:v>1.2680901542111507</c:v>
                </c:pt>
                <c:pt idx="251">
                  <c:v>1.287860814551206</c:v>
                </c:pt>
                <c:pt idx="252">
                  <c:v>1.2726374060893635</c:v>
                </c:pt>
                <c:pt idx="253">
                  <c:v>1.2398181099248715</c:v>
                </c:pt>
                <c:pt idx="254">
                  <c:v>1.2085804665875841</c:v>
                </c:pt>
                <c:pt idx="255">
                  <c:v>1.225385527876631</c:v>
                </c:pt>
                <c:pt idx="256">
                  <c:v>1.2095689996045869</c:v>
                </c:pt>
                <c:pt idx="257">
                  <c:v>1.1965203637801503</c:v>
                </c:pt>
                <c:pt idx="258">
                  <c:v>1.2297350731514431</c:v>
                </c:pt>
                <c:pt idx="259">
                  <c:v>1.2376433372874653</c:v>
                </c:pt>
                <c:pt idx="260">
                  <c:v>1.2277580071174377</c:v>
                </c:pt>
                <c:pt idx="261">
                  <c:v>1.2325029655990509</c:v>
                </c:pt>
                <c:pt idx="262">
                  <c:v>1.2247924080664294</c:v>
                </c:pt>
                <c:pt idx="263">
                  <c:v>1.2220245156188216</c:v>
                </c:pt>
                <c:pt idx="264">
                  <c:v>1.2299327797548438</c:v>
                </c:pt>
                <c:pt idx="265">
                  <c:v>1.2552392249901148</c:v>
                </c:pt>
                <c:pt idx="266">
                  <c:v>1.2421905891656781</c:v>
                </c:pt>
                <c:pt idx="267">
                  <c:v>1.2421905891656781</c:v>
                </c:pt>
                <c:pt idx="268">
                  <c:v>1.2593910636615262</c:v>
                </c:pt>
                <c:pt idx="269">
                  <c:v>1.294978252273626</c:v>
                </c:pt>
                <c:pt idx="270">
                  <c:v>1.318900751285093</c:v>
                </c:pt>
                <c:pt idx="271">
                  <c:v>1.3018979833926454</c:v>
                </c:pt>
                <c:pt idx="272">
                  <c:v>1.3566627125345987</c:v>
                </c:pt>
                <c:pt idx="273">
                  <c:v>1.3396599446421511</c:v>
                </c:pt>
                <c:pt idx="274">
                  <c:v>1.3444049031237644</c:v>
                </c:pt>
                <c:pt idx="275">
                  <c:v>1.3669434559114275</c:v>
                </c:pt>
                <c:pt idx="276">
                  <c:v>1.3969948596283115</c:v>
                </c:pt>
                <c:pt idx="277">
                  <c:v>1.3598260181890076</c:v>
                </c:pt>
                <c:pt idx="278">
                  <c:v>1.3412415974693555</c:v>
                </c:pt>
                <c:pt idx="279">
                  <c:v>1.330367734282325</c:v>
                </c:pt>
                <c:pt idx="280">
                  <c:v>1.3521154606563859</c:v>
                </c:pt>
                <c:pt idx="281">
                  <c:v>1.2819296164491893</c:v>
                </c:pt>
                <c:pt idx="282">
                  <c:v>1.262158956109134</c:v>
                </c:pt>
                <c:pt idx="283">
                  <c:v>1.275405298536971</c:v>
                </c:pt>
                <c:pt idx="284">
                  <c:v>1.2833135626729932</c:v>
                </c:pt>
                <c:pt idx="285">
                  <c:v>1.2819296164491893</c:v>
                </c:pt>
                <c:pt idx="286">
                  <c:v>1.2868722815342033</c:v>
                </c:pt>
                <c:pt idx="287">
                  <c:v>1.2987346777382365</c:v>
                </c:pt>
                <c:pt idx="288">
                  <c:v>1.3621984974298142</c:v>
                </c:pt>
                <c:pt idx="289">
                  <c:v>1.3708975879794385</c:v>
                </c:pt>
                <c:pt idx="290">
                  <c:v>1.3948200869909055</c:v>
                </c:pt>
                <c:pt idx="291">
                  <c:v>1.3718861209964412</c:v>
                </c:pt>
                <c:pt idx="292">
                  <c:v>1.3722815342032424</c:v>
                </c:pt>
                <c:pt idx="293">
                  <c:v>1.3740608936338474</c:v>
                </c:pt>
                <c:pt idx="294">
                  <c:v>1.363187030446817</c:v>
                </c:pt>
                <c:pt idx="295">
                  <c:v>1.3877026492684856</c:v>
                </c:pt>
                <c:pt idx="296">
                  <c:v>1.4333728746540135</c:v>
                </c:pt>
                <c:pt idx="297">
                  <c:v>1.417160933175168</c:v>
                </c:pt>
                <c:pt idx="298">
                  <c:v>1.4329774614472124</c:v>
                </c:pt>
                <c:pt idx="299">
                  <c:v>1.4408857255832346</c:v>
                </c:pt>
                <c:pt idx="300">
                  <c:v>1.4017398181099248</c:v>
                </c:pt>
                <c:pt idx="301">
                  <c:v>1.4027283511269277</c:v>
                </c:pt>
                <c:pt idx="302">
                  <c:v>1.3962040332147094</c:v>
                </c:pt>
                <c:pt idx="303">
                  <c:v>1.4321866350336101</c:v>
                </c:pt>
                <c:pt idx="304">
                  <c:v>1.4226967180703836</c:v>
                </c:pt>
                <c:pt idx="305">
                  <c:v>1.4199288256227758</c:v>
                </c:pt>
                <c:pt idx="306">
                  <c:v>1.4128113879003559</c:v>
                </c:pt>
                <c:pt idx="307">
                  <c:v>1.3993673388691181</c:v>
                </c:pt>
                <c:pt idx="308">
                  <c:v>1.3807829181494662</c:v>
                </c:pt>
                <c:pt idx="309">
                  <c:v>1.3762356662712534</c:v>
                </c:pt>
                <c:pt idx="310">
                  <c:v>1.3987742190589165</c:v>
                </c:pt>
                <c:pt idx="311">
                  <c:v>1.3799920917358639</c:v>
                </c:pt>
                <c:pt idx="312">
                  <c:v>1.3847370502174772</c:v>
                </c:pt>
                <c:pt idx="313">
                  <c:v>1.4161724001581653</c:v>
                </c:pt>
                <c:pt idx="314">
                  <c:v>1.4134045077105575</c:v>
                </c:pt>
                <c:pt idx="315">
                  <c:v>1.4436536180308421</c:v>
                </c:pt>
                <c:pt idx="316">
                  <c:v>1.4466192170818506</c:v>
                </c:pt>
                <c:pt idx="317">
                  <c:v>1.4124159746935547</c:v>
                </c:pt>
                <c:pt idx="318">
                  <c:v>1.4066824831949387</c:v>
                </c:pt>
                <c:pt idx="319">
                  <c:v>1.4183471727955714</c:v>
                </c:pt>
                <c:pt idx="320">
                  <c:v>1.4349545274812179</c:v>
                </c:pt>
                <c:pt idx="321">
                  <c:v>1.4391063661526295</c:v>
                </c:pt>
                <c:pt idx="322">
                  <c:v>1.4456306840648478</c:v>
                </c:pt>
                <c:pt idx="323">
                  <c:v>1.4529458283906682</c:v>
                </c:pt>
                <c:pt idx="324">
                  <c:v>1.4343614076710163</c:v>
                </c:pt>
                <c:pt idx="325">
                  <c:v>1.4555160142348755</c:v>
                </c:pt>
                <c:pt idx="326">
                  <c:v>1.4527481217872678</c:v>
                </c:pt>
                <c:pt idx="327">
                  <c:v>1.4758797943851325</c:v>
                </c:pt>
                <c:pt idx="328">
                  <c:v>1.4869513641755634</c:v>
                </c:pt>
                <c:pt idx="329">
                  <c:v>1.4620403321470936</c:v>
                </c:pt>
                <c:pt idx="330">
                  <c:v>1.4515618821668643</c:v>
                </c:pt>
                <c:pt idx="331">
                  <c:v>1.4248714907077897</c:v>
                </c:pt>
                <c:pt idx="332">
                  <c:v>1.4264531435349941</c:v>
                </c:pt>
                <c:pt idx="333">
                  <c:v>1.396797153024911</c:v>
                </c:pt>
                <c:pt idx="334">
                  <c:v>1.3815737445630685</c:v>
                </c:pt>
                <c:pt idx="335">
                  <c:v>1.3936338473705021</c:v>
                </c:pt>
              </c:numCache>
            </c:numRef>
          </c:val>
          <c:smooth val="0"/>
          <c:extLst>
            <c:ext xmlns:c16="http://schemas.microsoft.com/office/drawing/2014/chart" uri="{C3380CC4-5D6E-409C-BE32-E72D297353CC}">
              <c16:uniqueId val="{00000002-261F-4A46-AB47-7BA15A8FBE53}"/>
            </c:ext>
          </c:extLst>
        </c:ser>
        <c:dLbls>
          <c:showLegendKey val="0"/>
          <c:showVal val="0"/>
          <c:showCatName val="0"/>
          <c:showSerName val="0"/>
          <c:showPercent val="0"/>
          <c:showBubbleSize val="0"/>
        </c:dLbls>
        <c:smooth val="0"/>
        <c:axId val="2000002912"/>
        <c:axId val="2000002913"/>
      </c:lineChart>
      <c:dateAx>
        <c:axId val="2000002912"/>
        <c:scaling>
          <c:orientation val="minMax"/>
        </c:scaling>
        <c:delete val="0"/>
        <c:axPos val="b"/>
        <c:numFmt formatCode="yyyy\-mm\-dd"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Normal" panose="020B0400000000000000" pitchFamily="34" charset="-122"/>
                <a:cs typeface="+mn-cs"/>
              </a:defRPr>
            </a:pPr>
            <a:endParaRPr lang="zh-CN"/>
          </a:p>
        </c:txPr>
        <c:crossAx val="2000002913"/>
        <c:crosses val="autoZero"/>
        <c:auto val="1"/>
        <c:lblOffset val="100"/>
        <c:baseTimeUnit val="days"/>
      </c:dateAx>
      <c:valAx>
        <c:axId val="2000002913"/>
        <c:scaling>
          <c:orientation val="minMax"/>
          <c:min val="0.8"/>
        </c:scaling>
        <c:delete val="0"/>
        <c:axPos val="l"/>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Normal" panose="020B0400000000000000" pitchFamily="34" charset="-122"/>
                <a:cs typeface="+mn-cs"/>
              </a:defRPr>
            </a:pPr>
            <a:endParaRPr lang="zh-CN"/>
          </a:p>
        </c:txPr>
        <c:crossAx val="2000002912"/>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Normal" panose="020B0400000000000000" pitchFamily="34" charset="-122"/>
              <a:cs typeface="+mn-cs"/>
            </a:defRPr>
          </a:pPr>
          <a:endParaRPr lang="zh-CN"/>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700" baseline="0">
          <a:latin typeface="Arial" panose="020B0604020202020204" pitchFamily="34" charset="0"/>
          <a:ea typeface="思源黑体 CN Normal" panose="020B0400000000000000" pitchFamily="34" charset="-122"/>
        </a:defRPr>
      </a:pPr>
      <a:endParaRPr lang="zh-CN"/>
    </a:p>
  </c:txPr>
  <c:externalData r:id="rId1">
    <c:autoUpdate val="0"/>
  </c:externalData>
</c:chartSpace>
</file>

<file path=ppt/charts/chart9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7827996500437446"/>
          <c:y val="0.17071558763487898"/>
          <c:w val="0.69115069991251099"/>
          <c:h val="0.72752515310586174"/>
        </c:manualLayout>
      </c:layout>
      <c:barChart>
        <c:barDir val="bar"/>
        <c:grouping val="stacked"/>
        <c:varyColors val="0"/>
        <c:ser>
          <c:idx val="0"/>
          <c:order val="0"/>
          <c:tx>
            <c:strRef>
              <c:f>'global copper demand'!$B$1</c:f>
              <c:strCache>
                <c:ptCount val="1"/>
                <c:pt idx="0">
                  <c:v>占位值</c:v>
                </c:pt>
              </c:strCache>
            </c:strRef>
          </c:tx>
          <c:spPr>
            <a:noFill/>
            <a:ln>
              <a:noFill/>
            </a:ln>
            <a:effectLst/>
          </c:spPr>
          <c:invertIfNegative val="0"/>
          <c:cat>
            <c:strRef>
              <c:f>'global copper demand'!$A$2:$A$7</c:f>
              <c:strCache>
                <c:ptCount val="6"/>
                <c:pt idx="0">
                  <c:v>2025年全球铜需求</c:v>
                </c:pt>
                <c:pt idx="1">
                  <c:v>传统经济需求</c:v>
                </c:pt>
                <c:pt idx="2">
                  <c:v>能源转型及新增需求</c:v>
                </c:pt>
                <c:pt idx="3">
                  <c:v>AI与数据中心</c:v>
                </c:pt>
                <c:pt idx="4">
                  <c:v>军工需求</c:v>
                </c:pt>
                <c:pt idx="5">
                  <c:v>2040年全球铜需求预测</c:v>
                </c:pt>
              </c:strCache>
            </c:strRef>
          </c:cat>
          <c:val>
            <c:numRef>
              <c:f>'global copper demand'!$B$2:$B$7</c:f>
              <c:numCache>
                <c:formatCode>General</c:formatCode>
                <c:ptCount val="6"/>
                <c:pt idx="0">
                  <c:v>0</c:v>
                </c:pt>
                <c:pt idx="1">
                  <c:v>28</c:v>
                </c:pt>
                <c:pt idx="2">
                  <c:v>33.04</c:v>
                </c:pt>
                <c:pt idx="3">
                  <c:v>40.04</c:v>
                </c:pt>
                <c:pt idx="4">
                  <c:v>41.44</c:v>
                </c:pt>
                <c:pt idx="5">
                  <c:v>0</c:v>
                </c:pt>
              </c:numCache>
            </c:numRef>
          </c:val>
          <c:extLst>
            <c:ext xmlns:c16="http://schemas.microsoft.com/office/drawing/2014/chart" uri="{C3380CC4-5D6E-409C-BE32-E72D297353CC}">
              <c16:uniqueId val="{00000000-FD72-4E4D-9959-39D16F16A5D8}"/>
            </c:ext>
          </c:extLst>
        </c:ser>
        <c:ser>
          <c:idx val="1"/>
          <c:order val="1"/>
          <c:tx>
            <c:strRef>
              <c:f>'global copper demand'!$C$1</c:f>
              <c:strCache>
                <c:ptCount val="1"/>
                <c:pt idx="0">
                  <c:v>需求增量</c:v>
                </c:pt>
              </c:strCache>
            </c:strRef>
          </c:tx>
          <c:spPr>
            <a:solidFill>
              <a:srgbClr val="8A86EE"/>
            </a:solidFill>
            <a:ln>
              <a:noFill/>
            </a:ln>
            <a:effectLst/>
          </c:spPr>
          <c:invertIfNegative val="0"/>
          <c:dLbls>
            <c:dLbl>
              <c:idx val="0"/>
              <c:tx>
                <c:rich>
                  <a:bodyPr/>
                  <a:lstStyle/>
                  <a:p>
                    <a:r>
                      <a:rPr lang="en-US" altLang="zh-CN">
                        <a:solidFill>
                          <a:schemeClr val="bg1"/>
                        </a:solidFill>
                      </a:rPr>
                      <a:t>28MMT</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FD72-4E4D-9959-39D16F16A5D8}"/>
                </c:ext>
              </c:extLst>
            </c:dLbl>
            <c:dLbl>
              <c:idx val="1"/>
              <c:layout>
                <c:manualLayout>
                  <c:x val="-8.606777837547068E-2"/>
                  <c:y val="-9.7206370877777257E-17"/>
                </c:manualLayout>
              </c:layout>
              <c:tx>
                <c:rich>
                  <a:bodyPr/>
                  <a:lstStyle/>
                  <a:p>
                    <a:r>
                      <a:rPr lang="en-US" altLang="zh-CN" baseline="0">
                        <a:solidFill>
                          <a:sysClr val="windowText" lastClr="000000"/>
                        </a:solidFill>
                      </a:rPr>
                      <a:t>36%</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2-FD72-4E4D-9959-39D16F16A5D8}"/>
                </c:ext>
              </c:extLst>
            </c:dLbl>
            <c:dLbl>
              <c:idx val="2"/>
              <c:layout>
                <c:manualLayout>
                  <c:x val="-7.530930607853685E-2"/>
                  <c:y val="-9.7206370877777257E-17"/>
                </c:manualLayout>
              </c:layout>
              <c:tx>
                <c:rich>
                  <a:bodyPr/>
                  <a:lstStyle/>
                  <a:p>
                    <a:r>
                      <a:rPr lang="en-US" altLang="zh-CN" baseline="0">
                        <a:solidFill>
                          <a:sysClr val="windowText" lastClr="000000"/>
                        </a:solidFill>
                      </a:rPr>
                      <a:t>50%</a:t>
                    </a:r>
                  </a:p>
                </c:rich>
              </c:tx>
              <c:showLegendKey val="0"/>
              <c:showVal val="1"/>
              <c:showCatName val="0"/>
              <c:showSerName val="0"/>
              <c:showPercent val="0"/>
              <c:showBubbleSize val="0"/>
              <c:extLst>
                <c:ext xmlns:c15="http://schemas.microsoft.com/office/drawing/2012/chart" uri="{CE6537A1-D6FC-4f65-9D91-7224C49458BB}">
                  <c15:layout>
                    <c:manualLayout>
                      <c:w val="0.2499451487337617"/>
                      <c:h val="5.7767971209325239E-2"/>
                    </c:manualLayout>
                  </c15:layout>
                  <c15:showDataLabelsRange val="0"/>
                </c:ext>
                <c:ext xmlns:c16="http://schemas.microsoft.com/office/drawing/2014/chart" uri="{C3380CC4-5D6E-409C-BE32-E72D297353CC}">
                  <c16:uniqueId val="{00000003-FD72-4E4D-9959-39D16F16A5D8}"/>
                </c:ext>
              </c:extLst>
            </c:dLbl>
            <c:dLbl>
              <c:idx val="3"/>
              <c:layout>
                <c:manualLayout>
                  <c:x val="-4.9999999999999899E-2"/>
                  <c:y val="0"/>
                </c:manualLayout>
              </c:layout>
              <c:tx>
                <c:rich>
                  <a:bodyPr/>
                  <a:lstStyle/>
                  <a:p>
                    <a:r>
                      <a:rPr lang="en-US" altLang="zh-CN"/>
                      <a:t>10%</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4-FD72-4E4D-9959-39D16F16A5D8}"/>
                </c:ext>
              </c:extLst>
            </c:dLbl>
            <c:dLbl>
              <c:idx val="4"/>
              <c:layout>
                <c:manualLayout>
                  <c:x val="-5.1183220171711993E-2"/>
                  <c:y val="4.7235744524511316E-3"/>
                </c:manualLayout>
              </c:layout>
              <c:tx>
                <c:rich>
                  <a:bodyPr/>
                  <a:lstStyle/>
                  <a:p>
                    <a:r>
                      <a:rPr lang="en-US" altLang="zh-CN"/>
                      <a:t>4%</a:t>
                    </a:r>
                  </a:p>
                </c:rich>
              </c:tx>
              <c:showLegendKey val="0"/>
              <c:showVal val="1"/>
              <c:showCatName val="0"/>
              <c:showSerName val="0"/>
              <c:showPercent val="0"/>
              <c:showBubbleSize val="0"/>
              <c:extLst>
                <c:ext xmlns:c15="http://schemas.microsoft.com/office/drawing/2012/chart" uri="{CE6537A1-D6FC-4f65-9D91-7224C49458BB}">
                  <c15:layout>
                    <c:manualLayout>
                      <c:w val="0.15226033808710973"/>
                      <c:h val="4.1861290403386743E-2"/>
                    </c:manualLayout>
                  </c15:layout>
                  <c15:showDataLabelsRange val="0"/>
                </c:ext>
                <c:ext xmlns:c16="http://schemas.microsoft.com/office/drawing/2014/chart" uri="{C3380CC4-5D6E-409C-BE32-E72D297353CC}">
                  <c16:uniqueId val="{00000005-FD72-4E4D-9959-39D16F16A5D8}"/>
                </c:ext>
              </c:extLst>
            </c:dLbl>
            <c:spPr>
              <a:noFill/>
              <a:ln>
                <a:noFill/>
              </a:ln>
              <a:effectLst/>
            </c:spPr>
            <c:txPr>
              <a:bodyPr rot="0" spcFirstLastPara="1" vertOverflow="ellipsis" vert="horz" wrap="square" anchor="ctr" anchorCtr="1"/>
              <a:lstStyle/>
              <a:p>
                <a:pPr>
                  <a:defRPr sz="600" b="0" i="0" u="none" strike="noStrike" kern="1200" baseline="0">
                    <a:solidFill>
                      <a:schemeClr val="tx1">
                        <a:lumMod val="75000"/>
                        <a:lumOff val="25000"/>
                      </a:schemeClr>
                    </a:solidFill>
                    <a:latin typeface="Arial" panose="020B0604020202020204" pitchFamily="34" charset="0"/>
                    <a:ea typeface="思源黑体 CN Light" panose="020B0300000000000000" pitchFamily="34" charset="-128"/>
                    <a:cs typeface="+mn-cs"/>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'global copper demand'!$A$2:$A$7</c:f>
              <c:strCache>
                <c:ptCount val="6"/>
                <c:pt idx="0">
                  <c:v>2025年全球铜需求</c:v>
                </c:pt>
                <c:pt idx="1">
                  <c:v>传统经济需求</c:v>
                </c:pt>
                <c:pt idx="2">
                  <c:v>能源转型及新增需求</c:v>
                </c:pt>
                <c:pt idx="3">
                  <c:v>AI与数据中心</c:v>
                </c:pt>
                <c:pt idx="4">
                  <c:v>军工需求</c:v>
                </c:pt>
                <c:pt idx="5">
                  <c:v>2040年全球铜需求预测</c:v>
                </c:pt>
              </c:strCache>
            </c:strRef>
          </c:cat>
          <c:val>
            <c:numRef>
              <c:f>'global copper demand'!$C$2:$C$7</c:f>
              <c:numCache>
                <c:formatCode>General</c:formatCode>
                <c:ptCount val="6"/>
                <c:pt idx="0">
                  <c:v>28</c:v>
                </c:pt>
                <c:pt idx="1">
                  <c:v>5.04</c:v>
                </c:pt>
                <c:pt idx="2">
                  <c:v>7</c:v>
                </c:pt>
                <c:pt idx="3">
                  <c:v>1.4</c:v>
                </c:pt>
                <c:pt idx="4">
                  <c:v>0.56000000000000005</c:v>
                </c:pt>
              </c:numCache>
            </c:numRef>
          </c:val>
          <c:extLst>
            <c:ext xmlns:c16="http://schemas.microsoft.com/office/drawing/2014/chart" uri="{C3380CC4-5D6E-409C-BE32-E72D297353CC}">
              <c16:uniqueId val="{00000006-FD72-4E4D-9959-39D16F16A5D8}"/>
            </c:ext>
          </c:extLst>
        </c:ser>
        <c:ser>
          <c:idx val="2"/>
          <c:order val="2"/>
          <c:tx>
            <c:strRef>
              <c:f>'global copper demand'!$D$1</c:f>
              <c:strCache>
                <c:ptCount val="1"/>
                <c:pt idx="0">
                  <c:v>预测需求终点值</c:v>
                </c:pt>
              </c:strCache>
            </c:strRef>
          </c:tx>
          <c:spPr>
            <a:solidFill>
              <a:schemeClr val="tx2">
                <a:lumMod val="75000"/>
                <a:lumOff val="25000"/>
              </a:schemeClr>
            </a:solidFill>
            <a:ln>
              <a:noFill/>
            </a:ln>
            <a:effectLst/>
          </c:spPr>
          <c:invertIfNegative val="0"/>
          <c:dLbls>
            <c:dLbl>
              <c:idx val="5"/>
              <c:tx>
                <c:rich>
                  <a:bodyPr/>
                  <a:lstStyle/>
                  <a:p>
                    <a:r>
                      <a:rPr lang="en-US" altLang="zh-CN">
                        <a:solidFill>
                          <a:schemeClr val="bg1"/>
                        </a:solidFill>
                      </a:rPr>
                      <a:t>42MMT</a:t>
                    </a:r>
                    <a:endParaRPr lang="en-US" altLang="zh-CN"/>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FD72-4E4D-9959-39D16F16A5D8}"/>
                </c:ext>
              </c:extLst>
            </c:dLbl>
            <c:spPr>
              <a:noFill/>
              <a:ln>
                <a:noFill/>
              </a:ln>
              <a:effectLst/>
            </c:spPr>
            <c:txPr>
              <a:bodyPr rot="0" spcFirstLastPara="1" vertOverflow="ellipsis" vert="horz" wrap="square" anchor="ctr" anchorCtr="1"/>
              <a:lstStyle/>
              <a:p>
                <a:pPr>
                  <a:defRPr sz="600" b="0" i="0" u="none" strike="noStrike" kern="1200" baseline="0">
                    <a:solidFill>
                      <a:schemeClr val="tx1">
                        <a:lumMod val="75000"/>
                        <a:lumOff val="25000"/>
                      </a:schemeClr>
                    </a:solidFill>
                    <a:latin typeface="Arial" panose="020B0604020202020204" pitchFamily="34" charset="0"/>
                    <a:ea typeface="思源黑体 CN Light" panose="020B0300000000000000" pitchFamily="34" charset="-128"/>
                    <a:cs typeface="+mn-cs"/>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'global copper demand'!$A$2:$A$7</c:f>
              <c:strCache>
                <c:ptCount val="6"/>
                <c:pt idx="0">
                  <c:v>2025年全球铜需求</c:v>
                </c:pt>
                <c:pt idx="1">
                  <c:v>传统经济需求</c:v>
                </c:pt>
                <c:pt idx="2">
                  <c:v>能源转型及新增需求</c:v>
                </c:pt>
                <c:pt idx="3">
                  <c:v>AI与数据中心</c:v>
                </c:pt>
                <c:pt idx="4">
                  <c:v>军工需求</c:v>
                </c:pt>
                <c:pt idx="5">
                  <c:v>2040年全球铜需求预测</c:v>
                </c:pt>
              </c:strCache>
            </c:strRef>
          </c:cat>
          <c:val>
            <c:numRef>
              <c:f>'global copper demand'!$D$2:$D$7</c:f>
              <c:numCache>
                <c:formatCode>General</c:formatCode>
                <c:ptCount val="6"/>
                <c:pt idx="5">
                  <c:v>42</c:v>
                </c:pt>
              </c:numCache>
            </c:numRef>
          </c:val>
          <c:extLst>
            <c:ext xmlns:c16="http://schemas.microsoft.com/office/drawing/2014/chart" uri="{C3380CC4-5D6E-409C-BE32-E72D297353CC}">
              <c16:uniqueId val="{00000008-FD72-4E4D-9959-39D16F16A5D8}"/>
            </c:ext>
          </c:extLst>
        </c:ser>
        <c:dLbls>
          <c:showLegendKey val="0"/>
          <c:showVal val="0"/>
          <c:showCatName val="0"/>
          <c:showSerName val="0"/>
          <c:showPercent val="0"/>
          <c:showBubbleSize val="0"/>
        </c:dLbls>
        <c:gapWidth val="150"/>
        <c:overlap val="100"/>
        <c:axId val="2000002944"/>
        <c:axId val="2000002945"/>
      </c:barChart>
      <c:catAx>
        <c:axId val="2000002944"/>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600" b="0" i="0" u="none" strike="noStrike" kern="1200" baseline="0">
                <a:solidFill>
                  <a:schemeClr val="tx1">
                    <a:lumMod val="65000"/>
                    <a:lumOff val="35000"/>
                  </a:schemeClr>
                </a:solidFill>
                <a:latin typeface="Arial" panose="020B0604020202020204" pitchFamily="34" charset="0"/>
                <a:ea typeface="思源黑体 CN Light" panose="020B0300000000000000" pitchFamily="34" charset="-128"/>
                <a:cs typeface="+mn-cs"/>
              </a:defRPr>
            </a:pPr>
            <a:endParaRPr lang="zh-CN"/>
          </a:p>
        </c:txPr>
        <c:crossAx val="2000002945"/>
        <c:crosses val="autoZero"/>
        <c:auto val="1"/>
        <c:lblAlgn val="ctr"/>
        <c:lblOffset val="100"/>
        <c:noMultiLvlLbl val="0"/>
      </c:catAx>
      <c:valAx>
        <c:axId val="2000002945"/>
        <c:scaling>
          <c:orientation val="minMax"/>
        </c:scaling>
        <c:delete val="0"/>
        <c:axPos val="b"/>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600" b="0" i="0" u="none" strike="noStrike" kern="1200" baseline="0">
                <a:solidFill>
                  <a:schemeClr val="tx1">
                    <a:lumMod val="65000"/>
                    <a:lumOff val="35000"/>
                  </a:schemeClr>
                </a:solidFill>
                <a:latin typeface="Arial" panose="020B0604020202020204" pitchFamily="34" charset="0"/>
                <a:ea typeface="思源黑体 CN Light" panose="020B0300000000000000" pitchFamily="34" charset="-128"/>
                <a:cs typeface="+mn-cs"/>
              </a:defRPr>
            </a:pPr>
            <a:endParaRPr lang="zh-CN"/>
          </a:p>
        </c:txPr>
        <c:crossAx val="2000002944"/>
        <c:crosses val="autoZero"/>
        <c:crossBetween val="between"/>
      </c:valAx>
      <c:spPr>
        <a:noFill/>
        <a:ln>
          <a:noFill/>
        </a:ln>
        <a:effectLst/>
      </c:spPr>
    </c:plotArea>
    <c:legend>
      <c:legendPos val="t"/>
      <c:legendEntry>
        <c:idx val="0"/>
        <c:delete val="1"/>
      </c:legendEntry>
      <c:layout>
        <c:manualLayout>
          <c:xMode val="edge"/>
          <c:yMode val="edge"/>
          <c:x val="0.35484995625546806"/>
          <c:y val="4.5949256342957136E-2"/>
          <c:w val="0.34547945384493084"/>
          <c:h val="6.773988522171151E-2"/>
        </c:manualLayout>
      </c:layout>
      <c:overlay val="0"/>
      <c:spPr>
        <a:noFill/>
        <a:ln>
          <a:noFill/>
        </a:ln>
        <a:effectLst/>
      </c:spPr>
      <c:txPr>
        <a:bodyPr rot="0" spcFirstLastPara="1" vertOverflow="ellipsis" vert="horz" wrap="square" anchor="ctr" anchorCtr="1"/>
        <a:lstStyle/>
        <a:p>
          <a:pPr>
            <a:defRPr sz="600" b="0" i="0" u="none" strike="noStrike" kern="1200" baseline="0">
              <a:solidFill>
                <a:schemeClr val="tx1">
                  <a:lumMod val="65000"/>
                  <a:lumOff val="35000"/>
                </a:schemeClr>
              </a:solidFill>
              <a:latin typeface="Arial" panose="020B0604020202020204" pitchFamily="34" charset="0"/>
              <a:ea typeface="思源黑体 CN Light" panose="020B0300000000000000" pitchFamily="34" charset="-128"/>
              <a:cs typeface="+mn-cs"/>
            </a:defRPr>
          </a:pPr>
          <a:endParaRPr lang="zh-CN"/>
        </a:p>
      </c:txPr>
    </c:legend>
    <c:plotVisOnly val="1"/>
    <c:dispBlanksAs val="gap"/>
    <c:showDLblsOverMax val="0"/>
  </c:chart>
  <c:spPr>
    <a:solidFill>
      <a:schemeClr val="bg1"/>
    </a:solidFill>
    <a:ln w="9525" cap="flat" cmpd="sng" algn="ctr">
      <a:noFill/>
      <a:round/>
    </a:ln>
    <a:effectLst/>
  </c:spPr>
  <c:txPr>
    <a:bodyPr/>
    <a:lstStyle/>
    <a:p>
      <a:pPr>
        <a:defRPr sz="600" baseline="0">
          <a:latin typeface="Arial" panose="020B0604020202020204" pitchFamily="34" charset="0"/>
          <a:ea typeface="思源黑体 CN Light" panose="020B0300000000000000" pitchFamily="34" charset="-128"/>
        </a:defRPr>
      </a:pPr>
      <a:endParaRPr lang="zh-CN"/>
    </a:p>
  </c:txPr>
  <c:externalData r:id="rId1">
    <c:autoUpdate val="0"/>
  </c:externalData>
</c:chartSpace>
</file>

<file path=ppt/charts/chart9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全球储能电池出货量!$B$1</c:f>
              <c:strCache>
                <c:ptCount val="1"/>
                <c:pt idx="0">
                  <c:v>全球储能电池出货-中性 (GWh)</c:v>
                </c:pt>
              </c:strCache>
            </c:strRef>
          </c:tx>
          <c:spPr>
            <a:solidFill>
              <a:srgbClr val="7C80C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lang="zh-CN" sz="600" b="0" i="0" u="none" strike="noStrike" kern="1200" baseline="0">
                    <a:solidFill>
                      <a:schemeClr val="tx1"/>
                    </a:solidFill>
                    <a:latin typeface="Arial" panose="020B0704020202090204" pitchFamily="7" charset="0"/>
                    <a:ea typeface="思源黑体 CN Light" panose="020B0800000000000000" pitchFamily="34" charset="-128"/>
                    <a:cs typeface="+mn-cs"/>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全球储能电池出货量!$A$2:$A$7</c:f>
              <c:strCache>
                <c:ptCount val="6"/>
                <c:pt idx="0">
                  <c:v>2023</c:v>
                </c:pt>
                <c:pt idx="1">
                  <c:v>2024</c:v>
                </c:pt>
                <c:pt idx="2">
                  <c:v>2025</c:v>
                </c:pt>
                <c:pt idx="3">
                  <c:v>2026(E)</c:v>
                </c:pt>
                <c:pt idx="4">
                  <c:v>2027(E)</c:v>
                </c:pt>
                <c:pt idx="5">
                  <c:v>2028(E)</c:v>
                </c:pt>
              </c:strCache>
            </c:strRef>
          </c:cat>
          <c:val>
            <c:numRef>
              <c:f>全球储能电池出货量!$B$2:$B$7</c:f>
              <c:numCache>
                <c:formatCode>General</c:formatCode>
                <c:ptCount val="6"/>
                <c:pt idx="0">
                  <c:v>224</c:v>
                </c:pt>
                <c:pt idx="1">
                  <c:v>370</c:v>
                </c:pt>
                <c:pt idx="2">
                  <c:v>652</c:v>
                </c:pt>
                <c:pt idx="3">
                  <c:v>900</c:v>
                </c:pt>
                <c:pt idx="4">
                  <c:v>1099</c:v>
                </c:pt>
                <c:pt idx="5">
                  <c:v>1342</c:v>
                </c:pt>
              </c:numCache>
            </c:numRef>
          </c:val>
          <c:extLst>
            <c:ext xmlns:c16="http://schemas.microsoft.com/office/drawing/2014/chart" uri="{C3380CC4-5D6E-409C-BE32-E72D297353CC}">
              <c16:uniqueId val="{00000000-011A-4348-BD1D-6208F54575B6}"/>
            </c:ext>
          </c:extLst>
        </c:ser>
        <c:ser>
          <c:idx val="1"/>
          <c:order val="1"/>
          <c:tx>
            <c:strRef>
              <c:f>全球储能电池出货量!$C$1</c:f>
              <c:strCache>
                <c:ptCount val="1"/>
                <c:pt idx="0">
                  <c:v>全球储能新增装机能量(GWh)</c:v>
                </c:pt>
              </c:strCache>
            </c:strRef>
          </c:tx>
          <c:spPr>
            <a:solidFill>
              <a:sysClr val="window" lastClr="FFFFFF">
                <a:lumMod val="65000"/>
              </a:sys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lang="zh-CN" sz="600" b="0" i="0" u="none" strike="noStrike" kern="1200" baseline="0">
                    <a:solidFill>
                      <a:schemeClr val="tx1"/>
                    </a:solidFill>
                    <a:latin typeface="Arial" panose="020B0704020202090204" pitchFamily="7" charset="0"/>
                    <a:ea typeface="思源黑体 CN Light" panose="020B0800000000000000" pitchFamily="34" charset="-128"/>
                    <a:cs typeface="+mn-cs"/>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全球储能电池出货量!$A$2:$A$7</c:f>
              <c:strCache>
                <c:ptCount val="6"/>
                <c:pt idx="0">
                  <c:v>2023</c:v>
                </c:pt>
                <c:pt idx="1">
                  <c:v>2024</c:v>
                </c:pt>
                <c:pt idx="2">
                  <c:v>2025</c:v>
                </c:pt>
                <c:pt idx="3">
                  <c:v>2026(E)</c:v>
                </c:pt>
                <c:pt idx="4">
                  <c:v>2027(E)</c:v>
                </c:pt>
                <c:pt idx="5">
                  <c:v>2028(E)</c:v>
                </c:pt>
              </c:strCache>
            </c:strRef>
          </c:cat>
          <c:val>
            <c:numRef>
              <c:f>全球储能电池出货量!$C$2:$C$7</c:f>
              <c:numCache>
                <c:formatCode>General</c:formatCode>
                <c:ptCount val="6"/>
                <c:pt idx="0">
                  <c:v>96</c:v>
                </c:pt>
                <c:pt idx="1">
                  <c:v>200</c:v>
                </c:pt>
                <c:pt idx="2">
                  <c:v>307</c:v>
                </c:pt>
                <c:pt idx="3">
                  <c:v>459</c:v>
                </c:pt>
              </c:numCache>
            </c:numRef>
          </c:val>
          <c:extLst>
            <c:ext xmlns:c16="http://schemas.microsoft.com/office/drawing/2014/chart" uri="{C3380CC4-5D6E-409C-BE32-E72D297353CC}">
              <c16:uniqueId val="{00000001-011A-4348-BD1D-6208F54575B6}"/>
            </c:ext>
          </c:extLst>
        </c:ser>
        <c:dLbls>
          <c:showLegendKey val="0"/>
          <c:showVal val="0"/>
          <c:showCatName val="0"/>
          <c:showSerName val="0"/>
          <c:showPercent val="0"/>
          <c:showBubbleSize val="0"/>
        </c:dLbls>
        <c:gapWidth val="150"/>
        <c:overlap val="-25"/>
        <c:axId val="2000002976"/>
        <c:axId val="2000002977"/>
      </c:barChart>
      <c:catAx>
        <c:axId val="2000002976"/>
        <c:scaling>
          <c:orientation val="minMax"/>
        </c:scaling>
        <c:delete val="0"/>
        <c:axPos val="b"/>
        <c:numFmt formatCode="General" sourceLinked="0"/>
        <c:majorTickMark val="none"/>
        <c:minorTickMark val="none"/>
        <c:tickLblPos val="nextTo"/>
        <c:spPr>
          <a:noFill/>
          <a:ln w="6350" cap="flat" cmpd="sng" algn="ctr">
            <a:solidFill>
              <a:sysClr val="windowText" lastClr="000000"/>
            </a:solidFill>
            <a:round/>
          </a:ln>
          <a:effectLst/>
        </c:spPr>
        <c:txPr>
          <a:bodyPr rot="-60000000" spcFirstLastPara="1" vertOverflow="ellipsis" vert="horz" wrap="square" anchor="ctr" anchorCtr="1"/>
          <a:lstStyle/>
          <a:p>
            <a:pPr>
              <a:defRPr lang="zh-CN" sz="600" b="0" i="0" u="none" strike="noStrike" kern="1200" baseline="0">
                <a:solidFill>
                  <a:schemeClr val="tx1"/>
                </a:solidFill>
                <a:latin typeface="Arial" panose="020B0704020202090204" pitchFamily="7" charset="0"/>
                <a:ea typeface="思源黑体 CN Light" panose="020B0800000000000000" pitchFamily="34" charset="-128"/>
                <a:cs typeface="+mn-cs"/>
              </a:defRPr>
            </a:pPr>
            <a:endParaRPr lang="zh-CN"/>
          </a:p>
        </c:txPr>
        <c:crossAx val="2000002977"/>
        <c:crosses val="autoZero"/>
        <c:auto val="1"/>
        <c:lblAlgn val="ctr"/>
        <c:lblOffset val="100"/>
        <c:noMultiLvlLbl val="0"/>
      </c:catAx>
      <c:valAx>
        <c:axId val="2000002977"/>
        <c:scaling>
          <c:orientation val="minMax"/>
        </c:scaling>
        <c:delete val="0"/>
        <c:axPos val="l"/>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lang="zh-CN" sz="600" b="0" i="0" u="none" strike="noStrike" kern="1200" baseline="0">
                <a:solidFill>
                  <a:schemeClr val="tx1"/>
                </a:solidFill>
                <a:latin typeface="Arial" panose="020B0704020202090204" pitchFamily="7" charset="0"/>
                <a:ea typeface="思源黑体 CN Light" panose="020B0800000000000000" pitchFamily="34" charset="-128"/>
                <a:cs typeface="+mn-cs"/>
              </a:defRPr>
            </a:pPr>
            <a:endParaRPr lang="zh-CN"/>
          </a:p>
        </c:txPr>
        <c:crossAx val="2000002976"/>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lang="zh-CN" sz="700" b="0" i="0" u="none" strike="noStrike" kern="1200" baseline="0">
              <a:solidFill>
                <a:schemeClr val="tx1"/>
              </a:solidFill>
              <a:latin typeface="Arial" panose="020B0704020202090204" pitchFamily="7" charset="0"/>
              <a:ea typeface="思源黑体 CN Light" panose="020B0800000000000000" pitchFamily="34" charset="-128"/>
              <a:cs typeface="+mn-cs"/>
            </a:defRPr>
          </a:pPr>
          <a:endParaRPr lang="zh-CN"/>
        </a:p>
      </c:txPr>
    </c:legend>
    <c:plotVisOnly val="1"/>
    <c:dispBlanksAs val="gap"/>
    <c:showDLblsOverMax val="0"/>
  </c:chart>
  <c:spPr>
    <a:noFill/>
    <a:ln w="9525" cap="flat" cmpd="sng" algn="ctr">
      <a:noFill/>
      <a:round/>
    </a:ln>
    <a:effectLst/>
  </c:spPr>
  <c:txPr>
    <a:bodyPr/>
    <a:lstStyle/>
    <a:p>
      <a:pPr>
        <a:defRPr lang="zh-CN" sz="600" baseline="0">
          <a:solidFill>
            <a:schemeClr val="tx1"/>
          </a:solidFill>
          <a:latin typeface="Arial" panose="020B0704020202090204" pitchFamily="7" charset="0"/>
          <a:ea typeface="思源黑体 CN Light" panose="020B0800000000000000" pitchFamily="34" charset="-128"/>
        </a:defRPr>
      </a:pPr>
      <a:endParaRPr lang="zh-CN"/>
    </a:p>
  </c:txPr>
  <c:externalData r:id="rId1">
    <c:autoUpdate val="0"/>
  </c:externalData>
</c:chartSpace>
</file>

<file path=ppt/charts/chart9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'期货结算价(连续)_布伦特原油'!$B$1</c:f>
              <c:strCache>
                <c:ptCount val="1"/>
                <c:pt idx="0">
                  <c:v>期货结算价(连续):布伦特原油（美元/桶）</c:v>
                </c:pt>
              </c:strCache>
            </c:strRef>
          </c:tx>
          <c:spPr>
            <a:ln w="28575" cap="rnd">
              <a:solidFill>
                <a:srgbClr val="2E3160"/>
              </a:solidFill>
              <a:round/>
            </a:ln>
            <a:effectLst/>
          </c:spPr>
          <c:marker>
            <c:symbol val="none"/>
          </c:marker>
          <c:cat>
            <c:numRef>
              <c:f>'期货结算价(连续)_布伦特原油'!$A$2:$A$121</c:f>
              <c:numCache>
                <c:formatCode>yyyy\-mm\-dd</c:formatCode>
                <c:ptCount val="120"/>
                <c:pt idx="0">
                  <c:v>46024</c:v>
                </c:pt>
                <c:pt idx="1">
                  <c:v>46027</c:v>
                </c:pt>
                <c:pt idx="2">
                  <c:v>46028</c:v>
                </c:pt>
                <c:pt idx="3">
                  <c:v>46029</c:v>
                </c:pt>
                <c:pt idx="4">
                  <c:v>46030</c:v>
                </c:pt>
                <c:pt idx="5">
                  <c:v>46031</c:v>
                </c:pt>
                <c:pt idx="6">
                  <c:v>46034</c:v>
                </c:pt>
                <c:pt idx="7">
                  <c:v>46035</c:v>
                </c:pt>
                <c:pt idx="8">
                  <c:v>46036</c:v>
                </c:pt>
                <c:pt idx="9">
                  <c:v>46037</c:v>
                </c:pt>
                <c:pt idx="10">
                  <c:v>46038</c:v>
                </c:pt>
                <c:pt idx="11">
                  <c:v>46041</c:v>
                </c:pt>
                <c:pt idx="12">
                  <c:v>46042</c:v>
                </c:pt>
                <c:pt idx="13">
                  <c:v>46043</c:v>
                </c:pt>
                <c:pt idx="14">
                  <c:v>46044</c:v>
                </c:pt>
                <c:pt idx="15">
                  <c:v>46045</c:v>
                </c:pt>
                <c:pt idx="16">
                  <c:v>46048</c:v>
                </c:pt>
                <c:pt idx="17">
                  <c:v>46049</c:v>
                </c:pt>
                <c:pt idx="18">
                  <c:v>46050</c:v>
                </c:pt>
                <c:pt idx="19">
                  <c:v>46051</c:v>
                </c:pt>
                <c:pt idx="20">
                  <c:v>46052</c:v>
                </c:pt>
                <c:pt idx="21">
                  <c:v>46055</c:v>
                </c:pt>
                <c:pt idx="22">
                  <c:v>46056</c:v>
                </c:pt>
                <c:pt idx="23">
                  <c:v>46057</c:v>
                </c:pt>
                <c:pt idx="24">
                  <c:v>46058</c:v>
                </c:pt>
                <c:pt idx="25">
                  <c:v>46059</c:v>
                </c:pt>
                <c:pt idx="26">
                  <c:v>46062</c:v>
                </c:pt>
                <c:pt idx="27">
                  <c:v>46063</c:v>
                </c:pt>
                <c:pt idx="28">
                  <c:v>46064</c:v>
                </c:pt>
                <c:pt idx="29">
                  <c:v>46065</c:v>
                </c:pt>
                <c:pt idx="30">
                  <c:v>46066</c:v>
                </c:pt>
                <c:pt idx="31">
                  <c:v>46069</c:v>
                </c:pt>
                <c:pt idx="32">
                  <c:v>46070</c:v>
                </c:pt>
                <c:pt idx="33">
                  <c:v>46071</c:v>
                </c:pt>
                <c:pt idx="34">
                  <c:v>46072</c:v>
                </c:pt>
                <c:pt idx="35">
                  <c:v>46073</c:v>
                </c:pt>
                <c:pt idx="36">
                  <c:v>46076</c:v>
                </c:pt>
                <c:pt idx="37">
                  <c:v>46077</c:v>
                </c:pt>
                <c:pt idx="38">
                  <c:v>46078</c:v>
                </c:pt>
                <c:pt idx="39">
                  <c:v>46079</c:v>
                </c:pt>
                <c:pt idx="40">
                  <c:v>46080</c:v>
                </c:pt>
                <c:pt idx="41">
                  <c:v>46083</c:v>
                </c:pt>
                <c:pt idx="42">
                  <c:v>46084</c:v>
                </c:pt>
                <c:pt idx="43">
                  <c:v>46085</c:v>
                </c:pt>
                <c:pt idx="44">
                  <c:v>46086</c:v>
                </c:pt>
                <c:pt idx="45">
                  <c:v>46087</c:v>
                </c:pt>
                <c:pt idx="46">
                  <c:v>46090</c:v>
                </c:pt>
                <c:pt idx="47">
                  <c:v>46091</c:v>
                </c:pt>
                <c:pt idx="48">
                  <c:v>46092</c:v>
                </c:pt>
                <c:pt idx="49">
                  <c:v>46093</c:v>
                </c:pt>
                <c:pt idx="50">
                  <c:v>46094</c:v>
                </c:pt>
                <c:pt idx="51">
                  <c:v>46097</c:v>
                </c:pt>
                <c:pt idx="52">
                  <c:v>46098</c:v>
                </c:pt>
                <c:pt idx="53">
                  <c:v>46099</c:v>
                </c:pt>
                <c:pt idx="54">
                  <c:v>46100</c:v>
                </c:pt>
                <c:pt idx="55">
                  <c:v>46101</c:v>
                </c:pt>
                <c:pt idx="56">
                  <c:v>46104</c:v>
                </c:pt>
                <c:pt idx="57">
                  <c:v>46105</c:v>
                </c:pt>
                <c:pt idx="58">
                  <c:v>46106</c:v>
                </c:pt>
                <c:pt idx="59">
                  <c:v>46107</c:v>
                </c:pt>
                <c:pt idx="60">
                  <c:v>46108</c:v>
                </c:pt>
                <c:pt idx="61">
                  <c:v>46111</c:v>
                </c:pt>
                <c:pt idx="62">
                  <c:v>46112</c:v>
                </c:pt>
                <c:pt idx="63">
                  <c:v>46113</c:v>
                </c:pt>
                <c:pt idx="64">
                  <c:v>46114</c:v>
                </c:pt>
                <c:pt idx="65">
                  <c:v>46118</c:v>
                </c:pt>
                <c:pt idx="66">
                  <c:v>46119</c:v>
                </c:pt>
                <c:pt idx="67">
                  <c:v>46120</c:v>
                </c:pt>
                <c:pt idx="68">
                  <c:v>46121</c:v>
                </c:pt>
                <c:pt idx="69">
                  <c:v>46122</c:v>
                </c:pt>
                <c:pt idx="70">
                  <c:v>46125</c:v>
                </c:pt>
                <c:pt idx="71">
                  <c:v>46126</c:v>
                </c:pt>
                <c:pt idx="72">
                  <c:v>46127</c:v>
                </c:pt>
                <c:pt idx="73">
                  <c:v>46128</c:v>
                </c:pt>
                <c:pt idx="74">
                  <c:v>46129</c:v>
                </c:pt>
                <c:pt idx="75">
                  <c:v>46132</c:v>
                </c:pt>
                <c:pt idx="76">
                  <c:v>46133</c:v>
                </c:pt>
                <c:pt idx="77">
                  <c:v>46134</c:v>
                </c:pt>
                <c:pt idx="78">
                  <c:v>46135</c:v>
                </c:pt>
                <c:pt idx="79">
                  <c:v>46136</c:v>
                </c:pt>
                <c:pt idx="80">
                  <c:v>46139</c:v>
                </c:pt>
                <c:pt idx="81">
                  <c:v>46140</c:v>
                </c:pt>
                <c:pt idx="82">
                  <c:v>46141</c:v>
                </c:pt>
                <c:pt idx="83">
                  <c:v>46142</c:v>
                </c:pt>
                <c:pt idx="84">
                  <c:v>46143</c:v>
                </c:pt>
                <c:pt idx="85">
                  <c:v>46146</c:v>
                </c:pt>
                <c:pt idx="86">
                  <c:v>46147</c:v>
                </c:pt>
                <c:pt idx="87">
                  <c:v>46148</c:v>
                </c:pt>
                <c:pt idx="88">
                  <c:v>46149</c:v>
                </c:pt>
                <c:pt idx="89">
                  <c:v>46150</c:v>
                </c:pt>
                <c:pt idx="90">
                  <c:v>46153</c:v>
                </c:pt>
                <c:pt idx="91">
                  <c:v>46154</c:v>
                </c:pt>
                <c:pt idx="92">
                  <c:v>46155</c:v>
                </c:pt>
                <c:pt idx="93">
                  <c:v>46156</c:v>
                </c:pt>
                <c:pt idx="94">
                  <c:v>46157</c:v>
                </c:pt>
                <c:pt idx="95">
                  <c:v>46160</c:v>
                </c:pt>
                <c:pt idx="96">
                  <c:v>46161</c:v>
                </c:pt>
                <c:pt idx="97">
                  <c:v>46162</c:v>
                </c:pt>
                <c:pt idx="98">
                  <c:v>46163</c:v>
                </c:pt>
                <c:pt idx="99">
                  <c:v>46164</c:v>
                </c:pt>
                <c:pt idx="100">
                  <c:v>46167</c:v>
                </c:pt>
                <c:pt idx="101">
                  <c:v>46168</c:v>
                </c:pt>
                <c:pt idx="102">
                  <c:v>46169</c:v>
                </c:pt>
                <c:pt idx="103">
                  <c:v>46170</c:v>
                </c:pt>
                <c:pt idx="104">
                  <c:v>46171</c:v>
                </c:pt>
                <c:pt idx="105">
                  <c:v>46174</c:v>
                </c:pt>
                <c:pt idx="106">
                  <c:v>46175</c:v>
                </c:pt>
                <c:pt idx="107">
                  <c:v>46176</c:v>
                </c:pt>
                <c:pt idx="108">
                  <c:v>46177</c:v>
                </c:pt>
                <c:pt idx="109">
                  <c:v>46178</c:v>
                </c:pt>
                <c:pt idx="110">
                  <c:v>46181</c:v>
                </c:pt>
                <c:pt idx="111">
                  <c:v>46182</c:v>
                </c:pt>
                <c:pt idx="112">
                  <c:v>46183</c:v>
                </c:pt>
                <c:pt idx="113">
                  <c:v>46184</c:v>
                </c:pt>
                <c:pt idx="114">
                  <c:v>46185</c:v>
                </c:pt>
                <c:pt idx="115">
                  <c:v>46188</c:v>
                </c:pt>
                <c:pt idx="116">
                  <c:v>46189</c:v>
                </c:pt>
                <c:pt idx="117">
                  <c:v>46190</c:v>
                </c:pt>
              </c:numCache>
            </c:numRef>
          </c:cat>
          <c:val>
            <c:numRef>
              <c:f>'期货结算价(连续)_布伦特原油'!$B$2:$B$121</c:f>
              <c:numCache>
                <c:formatCode>#,##0.00_ </c:formatCode>
                <c:ptCount val="120"/>
                <c:pt idx="0">
                  <c:v>60.75</c:v>
                </c:pt>
                <c:pt idx="1">
                  <c:v>61.76</c:v>
                </c:pt>
                <c:pt idx="2">
                  <c:v>60.7</c:v>
                </c:pt>
                <c:pt idx="3">
                  <c:v>59.96</c:v>
                </c:pt>
                <c:pt idx="4">
                  <c:v>61.99</c:v>
                </c:pt>
                <c:pt idx="5">
                  <c:v>63.34</c:v>
                </c:pt>
                <c:pt idx="6">
                  <c:v>63.87</c:v>
                </c:pt>
                <c:pt idx="7">
                  <c:v>65.47</c:v>
                </c:pt>
                <c:pt idx="8">
                  <c:v>66.52</c:v>
                </c:pt>
                <c:pt idx="9">
                  <c:v>63.76</c:v>
                </c:pt>
                <c:pt idx="10">
                  <c:v>64.13</c:v>
                </c:pt>
                <c:pt idx="11">
                  <c:v>63.94</c:v>
                </c:pt>
                <c:pt idx="12">
                  <c:v>64.92</c:v>
                </c:pt>
                <c:pt idx="13">
                  <c:v>65.239999999999995</c:v>
                </c:pt>
                <c:pt idx="14">
                  <c:v>64.06</c:v>
                </c:pt>
                <c:pt idx="15">
                  <c:v>65.88</c:v>
                </c:pt>
                <c:pt idx="16">
                  <c:v>65.59</c:v>
                </c:pt>
                <c:pt idx="17">
                  <c:v>67.569999999999993</c:v>
                </c:pt>
                <c:pt idx="18">
                  <c:v>68.400000000000006</c:v>
                </c:pt>
                <c:pt idx="19">
                  <c:v>70.709999999999994</c:v>
                </c:pt>
                <c:pt idx="20">
                  <c:v>70.69</c:v>
                </c:pt>
                <c:pt idx="21">
                  <c:v>66.3</c:v>
                </c:pt>
                <c:pt idx="22">
                  <c:v>67.33</c:v>
                </c:pt>
                <c:pt idx="23">
                  <c:v>69.459999999999994</c:v>
                </c:pt>
                <c:pt idx="24">
                  <c:v>67.55</c:v>
                </c:pt>
                <c:pt idx="25">
                  <c:v>68.05</c:v>
                </c:pt>
                <c:pt idx="26">
                  <c:v>69.040000000000006</c:v>
                </c:pt>
                <c:pt idx="27">
                  <c:v>68.8</c:v>
                </c:pt>
                <c:pt idx="28">
                  <c:v>69.400000000000006</c:v>
                </c:pt>
                <c:pt idx="29">
                  <c:v>67.52</c:v>
                </c:pt>
                <c:pt idx="30">
                  <c:v>67.75</c:v>
                </c:pt>
                <c:pt idx="31">
                  <c:v>68.650000000000006</c:v>
                </c:pt>
                <c:pt idx="32">
                  <c:v>67.42</c:v>
                </c:pt>
                <c:pt idx="33">
                  <c:v>70.349999999999994</c:v>
                </c:pt>
                <c:pt idx="34">
                  <c:v>71.66</c:v>
                </c:pt>
                <c:pt idx="35">
                  <c:v>71.760000000000005</c:v>
                </c:pt>
                <c:pt idx="36">
                  <c:v>71.489999999999995</c:v>
                </c:pt>
                <c:pt idx="37">
                  <c:v>70.77</c:v>
                </c:pt>
                <c:pt idx="38">
                  <c:v>70.849999999999994</c:v>
                </c:pt>
                <c:pt idx="39">
                  <c:v>70.75</c:v>
                </c:pt>
                <c:pt idx="40">
                  <c:v>72.48</c:v>
                </c:pt>
                <c:pt idx="41">
                  <c:v>77.739999999999995</c:v>
                </c:pt>
                <c:pt idx="42">
                  <c:v>81.400000000000006</c:v>
                </c:pt>
                <c:pt idx="43">
                  <c:v>81.400000000000006</c:v>
                </c:pt>
                <c:pt idx="44">
                  <c:v>85.41</c:v>
                </c:pt>
                <c:pt idx="45">
                  <c:v>92.69</c:v>
                </c:pt>
                <c:pt idx="46">
                  <c:v>98.96</c:v>
                </c:pt>
                <c:pt idx="47">
                  <c:v>87.8</c:v>
                </c:pt>
                <c:pt idx="48">
                  <c:v>91.98</c:v>
                </c:pt>
                <c:pt idx="49">
                  <c:v>100.46</c:v>
                </c:pt>
                <c:pt idx="50">
                  <c:v>103.14</c:v>
                </c:pt>
                <c:pt idx="51">
                  <c:v>100.21</c:v>
                </c:pt>
                <c:pt idx="52">
                  <c:v>103.42</c:v>
                </c:pt>
                <c:pt idx="53">
                  <c:v>107.38</c:v>
                </c:pt>
                <c:pt idx="54">
                  <c:v>108.65</c:v>
                </c:pt>
                <c:pt idx="55">
                  <c:v>112.19</c:v>
                </c:pt>
                <c:pt idx="56">
                  <c:v>99.94</c:v>
                </c:pt>
                <c:pt idx="57">
                  <c:v>104.49</c:v>
                </c:pt>
                <c:pt idx="58">
                  <c:v>102.22</c:v>
                </c:pt>
                <c:pt idx="59">
                  <c:v>108.01</c:v>
                </c:pt>
                <c:pt idx="60">
                  <c:v>112.57</c:v>
                </c:pt>
                <c:pt idx="61">
                  <c:v>112.78</c:v>
                </c:pt>
                <c:pt idx="62">
                  <c:v>118.35</c:v>
                </c:pt>
                <c:pt idx="63">
                  <c:v>101.16</c:v>
                </c:pt>
                <c:pt idx="64">
                  <c:v>109.03</c:v>
                </c:pt>
                <c:pt idx="65">
                  <c:v>109.77</c:v>
                </c:pt>
                <c:pt idx="66">
                  <c:v>109.27</c:v>
                </c:pt>
                <c:pt idx="67">
                  <c:v>94.75</c:v>
                </c:pt>
                <c:pt idx="68">
                  <c:v>95.92</c:v>
                </c:pt>
                <c:pt idx="69">
                  <c:v>95.2</c:v>
                </c:pt>
                <c:pt idx="70">
                  <c:v>99.36</c:v>
                </c:pt>
                <c:pt idx="71">
                  <c:v>94.79</c:v>
                </c:pt>
                <c:pt idx="72">
                  <c:v>94.93</c:v>
                </c:pt>
                <c:pt idx="73">
                  <c:v>99.39</c:v>
                </c:pt>
                <c:pt idx="74">
                  <c:v>90.38</c:v>
                </c:pt>
                <c:pt idx="75">
                  <c:v>95.48</c:v>
                </c:pt>
                <c:pt idx="76">
                  <c:v>98.48</c:v>
                </c:pt>
                <c:pt idx="77">
                  <c:v>101.91</c:v>
                </c:pt>
                <c:pt idx="78">
                  <c:v>105.07</c:v>
                </c:pt>
                <c:pt idx="79">
                  <c:v>105.33</c:v>
                </c:pt>
                <c:pt idx="80">
                  <c:v>108.23</c:v>
                </c:pt>
                <c:pt idx="81">
                  <c:v>111.26</c:v>
                </c:pt>
                <c:pt idx="82">
                  <c:v>118.03</c:v>
                </c:pt>
                <c:pt idx="83">
                  <c:v>114.01</c:v>
                </c:pt>
                <c:pt idx="84">
                  <c:v>108.17</c:v>
                </c:pt>
                <c:pt idx="85">
                  <c:v>114.44</c:v>
                </c:pt>
                <c:pt idx="86">
                  <c:v>109.87</c:v>
                </c:pt>
                <c:pt idx="87">
                  <c:v>101.27</c:v>
                </c:pt>
                <c:pt idx="88">
                  <c:v>100.06</c:v>
                </c:pt>
                <c:pt idx="89">
                  <c:v>101.29</c:v>
                </c:pt>
                <c:pt idx="90">
                  <c:v>104.21</c:v>
                </c:pt>
                <c:pt idx="91">
                  <c:v>107.77</c:v>
                </c:pt>
                <c:pt idx="92">
                  <c:v>105.63</c:v>
                </c:pt>
                <c:pt idx="93">
                  <c:v>105.72</c:v>
                </c:pt>
                <c:pt idx="94">
                  <c:v>109.26</c:v>
                </c:pt>
                <c:pt idx="95">
                  <c:v>112.1</c:v>
                </c:pt>
                <c:pt idx="96">
                  <c:v>111.28</c:v>
                </c:pt>
                <c:pt idx="97">
                  <c:v>105.02</c:v>
                </c:pt>
                <c:pt idx="98">
                  <c:v>102.58</c:v>
                </c:pt>
                <c:pt idx="99">
                  <c:v>103.54</c:v>
                </c:pt>
                <c:pt idx="100">
                  <c:v>96.14</c:v>
                </c:pt>
                <c:pt idx="101">
                  <c:v>99.58</c:v>
                </c:pt>
                <c:pt idx="102">
                  <c:v>94.29</c:v>
                </c:pt>
                <c:pt idx="103">
                  <c:v>93.71</c:v>
                </c:pt>
                <c:pt idx="104">
                  <c:v>92.05</c:v>
                </c:pt>
                <c:pt idx="105">
                  <c:v>94.98</c:v>
                </c:pt>
                <c:pt idx="106">
                  <c:v>96</c:v>
                </c:pt>
                <c:pt idx="107">
                  <c:v>97.81</c:v>
                </c:pt>
                <c:pt idx="108">
                  <c:v>95.03</c:v>
                </c:pt>
                <c:pt idx="109">
                  <c:v>93.09</c:v>
                </c:pt>
                <c:pt idx="110">
                  <c:v>94.25</c:v>
                </c:pt>
                <c:pt idx="111">
                  <c:v>91.45</c:v>
                </c:pt>
                <c:pt idx="112">
                  <c:v>93.1</c:v>
                </c:pt>
                <c:pt idx="113">
                  <c:v>90.38</c:v>
                </c:pt>
                <c:pt idx="114">
                  <c:v>87.33</c:v>
                </c:pt>
                <c:pt idx="115">
                  <c:v>83.17</c:v>
                </c:pt>
                <c:pt idx="116">
                  <c:v>78.959999999999994</c:v>
                </c:pt>
                <c:pt idx="117">
                  <c:v>79.55</c:v>
                </c:pt>
              </c:numCache>
            </c:numRef>
          </c:val>
          <c:smooth val="0"/>
          <c:extLst>
            <c:ext xmlns:c16="http://schemas.microsoft.com/office/drawing/2014/chart" uri="{C3380CC4-5D6E-409C-BE32-E72D297353CC}">
              <c16:uniqueId val="{00000000-85C6-4485-80F3-C3E2F67B2B2B}"/>
            </c:ext>
          </c:extLst>
        </c:ser>
        <c:ser>
          <c:idx val="1"/>
          <c:order val="1"/>
          <c:tx>
            <c:strRef>
              <c:f>'期货结算价(连续)_布伦特原油'!$C$1</c:f>
              <c:strCache>
                <c:ptCount val="1"/>
                <c:pt idx="0">
                  <c:v>期货结算价(连续):WTI原油（美元/桶）</c:v>
                </c:pt>
              </c:strCache>
            </c:strRef>
          </c:tx>
          <c:spPr>
            <a:ln w="28575" cap="rnd">
              <a:solidFill>
                <a:srgbClr val="7C80C8"/>
              </a:solidFill>
              <a:round/>
            </a:ln>
            <a:effectLst/>
          </c:spPr>
          <c:marker>
            <c:symbol val="none"/>
          </c:marker>
          <c:cat>
            <c:numRef>
              <c:f>'期货结算价(连续)_布伦特原油'!$A$2:$A$121</c:f>
              <c:numCache>
                <c:formatCode>yyyy\-mm\-dd</c:formatCode>
                <c:ptCount val="120"/>
                <c:pt idx="0">
                  <c:v>46024</c:v>
                </c:pt>
                <c:pt idx="1">
                  <c:v>46027</c:v>
                </c:pt>
                <c:pt idx="2">
                  <c:v>46028</c:v>
                </c:pt>
                <c:pt idx="3">
                  <c:v>46029</c:v>
                </c:pt>
                <c:pt idx="4">
                  <c:v>46030</c:v>
                </c:pt>
                <c:pt idx="5">
                  <c:v>46031</c:v>
                </c:pt>
                <c:pt idx="6">
                  <c:v>46034</c:v>
                </c:pt>
                <c:pt idx="7">
                  <c:v>46035</c:v>
                </c:pt>
                <c:pt idx="8">
                  <c:v>46036</c:v>
                </c:pt>
                <c:pt idx="9">
                  <c:v>46037</c:v>
                </c:pt>
                <c:pt idx="10">
                  <c:v>46038</c:v>
                </c:pt>
                <c:pt idx="11">
                  <c:v>46041</c:v>
                </c:pt>
                <c:pt idx="12">
                  <c:v>46042</c:v>
                </c:pt>
                <c:pt idx="13">
                  <c:v>46043</c:v>
                </c:pt>
                <c:pt idx="14">
                  <c:v>46044</c:v>
                </c:pt>
                <c:pt idx="15">
                  <c:v>46045</c:v>
                </c:pt>
                <c:pt idx="16">
                  <c:v>46048</c:v>
                </c:pt>
                <c:pt idx="17">
                  <c:v>46049</c:v>
                </c:pt>
                <c:pt idx="18">
                  <c:v>46050</c:v>
                </c:pt>
                <c:pt idx="19">
                  <c:v>46051</c:v>
                </c:pt>
                <c:pt idx="20">
                  <c:v>46052</c:v>
                </c:pt>
                <c:pt idx="21">
                  <c:v>46055</c:v>
                </c:pt>
                <c:pt idx="22">
                  <c:v>46056</c:v>
                </c:pt>
                <c:pt idx="23">
                  <c:v>46057</c:v>
                </c:pt>
                <c:pt idx="24">
                  <c:v>46058</c:v>
                </c:pt>
                <c:pt idx="25">
                  <c:v>46059</c:v>
                </c:pt>
                <c:pt idx="26">
                  <c:v>46062</c:v>
                </c:pt>
                <c:pt idx="27">
                  <c:v>46063</c:v>
                </c:pt>
                <c:pt idx="28">
                  <c:v>46064</c:v>
                </c:pt>
                <c:pt idx="29">
                  <c:v>46065</c:v>
                </c:pt>
                <c:pt idx="30">
                  <c:v>46066</c:v>
                </c:pt>
                <c:pt idx="31">
                  <c:v>46069</c:v>
                </c:pt>
                <c:pt idx="32">
                  <c:v>46070</c:v>
                </c:pt>
                <c:pt idx="33">
                  <c:v>46071</c:v>
                </c:pt>
                <c:pt idx="34">
                  <c:v>46072</c:v>
                </c:pt>
                <c:pt idx="35">
                  <c:v>46073</c:v>
                </c:pt>
                <c:pt idx="36">
                  <c:v>46076</c:v>
                </c:pt>
                <c:pt idx="37">
                  <c:v>46077</c:v>
                </c:pt>
                <c:pt idx="38">
                  <c:v>46078</c:v>
                </c:pt>
                <c:pt idx="39">
                  <c:v>46079</c:v>
                </c:pt>
                <c:pt idx="40">
                  <c:v>46080</c:v>
                </c:pt>
                <c:pt idx="41">
                  <c:v>46083</c:v>
                </c:pt>
                <c:pt idx="42">
                  <c:v>46084</c:v>
                </c:pt>
                <c:pt idx="43">
                  <c:v>46085</c:v>
                </c:pt>
                <c:pt idx="44">
                  <c:v>46086</c:v>
                </c:pt>
                <c:pt idx="45">
                  <c:v>46087</c:v>
                </c:pt>
                <c:pt idx="46">
                  <c:v>46090</c:v>
                </c:pt>
                <c:pt idx="47">
                  <c:v>46091</c:v>
                </c:pt>
                <c:pt idx="48">
                  <c:v>46092</c:v>
                </c:pt>
                <c:pt idx="49">
                  <c:v>46093</c:v>
                </c:pt>
                <c:pt idx="50">
                  <c:v>46094</c:v>
                </c:pt>
                <c:pt idx="51">
                  <c:v>46097</c:v>
                </c:pt>
                <c:pt idx="52">
                  <c:v>46098</c:v>
                </c:pt>
                <c:pt idx="53">
                  <c:v>46099</c:v>
                </c:pt>
                <c:pt idx="54">
                  <c:v>46100</c:v>
                </c:pt>
                <c:pt idx="55">
                  <c:v>46101</c:v>
                </c:pt>
                <c:pt idx="56">
                  <c:v>46104</c:v>
                </c:pt>
                <c:pt idx="57">
                  <c:v>46105</c:v>
                </c:pt>
                <c:pt idx="58">
                  <c:v>46106</c:v>
                </c:pt>
                <c:pt idx="59">
                  <c:v>46107</c:v>
                </c:pt>
                <c:pt idx="60">
                  <c:v>46108</c:v>
                </c:pt>
                <c:pt idx="61">
                  <c:v>46111</c:v>
                </c:pt>
                <c:pt idx="62">
                  <c:v>46112</c:v>
                </c:pt>
                <c:pt idx="63">
                  <c:v>46113</c:v>
                </c:pt>
                <c:pt idx="64">
                  <c:v>46114</c:v>
                </c:pt>
                <c:pt idx="65">
                  <c:v>46118</c:v>
                </c:pt>
                <c:pt idx="66">
                  <c:v>46119</c:v>
                </c:pt>
                <c:pt idx="67">
                  <c:v>46120</c:v>
                </c:pt>
                <c:pt idx="68">
                  <c:v>46121</c:v>
                </c:pt>
                <c:pt idx="69">
                  <c:v>46122</c:v>
                </c:pt>
                <c:pt idx="70">
                  <c:v>46125</c:v>
                </c:pt>
                <c:pt idx="71">
                  <c:v>46126</c:v>
                </c:pt>
                <c:pt idx="72">
                  <c:v>46127</c:v>
                </c:pt>
                <c:pt idx="73">
                  <c:v>46128</c:v>
                </c:pt>
                <c:pt idx="74">
                  <c:v>46129</c:v>
                </c:pt>
                <c:pt idx="75">
                  <c:v>46132</c:v>
                </c:pt>
                <c:pt idx="76">
                  <c:v>46133</c:v>
                </c:pt>
                <c:pt idx="77">
                  <c:v>46134</c:v>
                </c:pt>
                <c:pt idx="78">
                  <c:v>46135</c:v>
                </c:pt>
                <c:pt idx="79">
                  <c:v>46136</c:v>
                </c:pt>
                <c:pt idx="80">
                  <c:v>46139</c:v>
                </c:pt>
                <c:pt idx="81">
                  <c:v>46140</c:v>
                </c:pt>
                <c:pt idx="82">
                  <c:v>46141</c:v>
                </c:pt>
                <c:pt idx="83">
                  <c:v>46142</c:v>
                </c:pt>
                <c:pt idx="84">
                  <c:v>46143</c:v>
                </c:pt>
                <c:pt idx="85">
                  <c:v>46146</c:v>
                </c:pt>
                <c:pt idx="86">
                  <c:v>46147</c:v>
                </c:pt>
                <c:pt idx="87">
                  <c:v>46148</c:v>
                </c:pt>
                <c:pt idx="88">
                  <c:v>46149</c:v>
                </c:pt>
                <c:pt idx="89">
                  <c:v>46150</c:v>
                </c:pt>
                <c:pt idx="90">
                  <c:v>46153</c:v>
                </c:pt>
                <c:pt idx="91">
                  <c:v>46154</c:v>
                </c:pt>
                <c:pt idx="92">
                  <c:v>46155</c:v>
                </c:pt>
                <c:pt idx="93">
                  <c:v>46156</c:v>
                </c:pt>
                <c:pt idx="94">
                  <c:v>46157</c:v>
                </c:pt>
                <c:pt idx="95">
                  <c:v>46160</c:v>
                </c:pt>
                <c:pt idx="96">
                  <c:v>46161</c:v>
                </c:pt>
                <c:pt idx="97">
                  <c:v>46162</c:v>
                </c:pt>
                <c:pt idx="98">
                  <c:v>46163</c:v>
                </c:pt>
                <c:pt idx="99">
                  <c:v>46164</c:v>
                </c:pt>
                <c:pt idx="100">
                  <c:v>46167</c:v>
                </c:pt>
                <c:pt idx="101">
                  <c:v>46168</c:v>
                </c:pt>
                <c:pt idx="102">
                  <c:v>46169</c:v>
                </c:pt>
                <c:pt idx="103">
                  <c:v>46170</c:v>
                </c:pt>
                <c:pt idx="104">
                  <c:v>46171</c:v>
                </c:pt>
                <c:pt idx="105">
                  <c:v>46174</c:v>
                </c:pt>
                <c:pt idx="106">
                  <c:v>46175</c:v>
                </c:pt>
                <c:pt idx="107">
                  <c:v>46176</c:v>
                </c:pt>
                <c:pt idx="108">
                  <c:v>46177</c:v>
                </c:pt>
                <c:pt idx="109">
                  <c:v>46178</c:v>
                </c:pt>
                <c:pt idx="110">
                  <c:v>46181</c:v>
                </c:pt>
                <c:pt idx="111">
                  <c:v>46182</c:v>
                </c:pt>
                <c:pt idx="112">
                  <c:v>46183</c:v>
                </c:pt>
                <c:pt idx="113">
                  <c:v>46184</c:v>
                </c:pt>
                <c:pt idx="114">
                  <c:v>46185</c:v>
                </c:pt>
                <c:pt idx="115">
                  <c:v>46188</c:v>
                </c:pt>
                <c:pt idx="116">
                  <c:v>46189</c:v>
                </c:pt>
                <c:pt idx="117">
                  <c:v>46190</c:v>
                </c:pt>
              </c:numCache>
            </c:numRef>
          </c:cat>
          <c:val>
            <c:numRef>
              <c:f>'期货结算价(连续)_布伦特原油'!$C$2:$C$121</c:f>
              <c:numCache>
                <c:formatCode>#,##0.00_ </c:formatCode>
                <c:ptCount val="120"/>
                <c:pt idx="0">
                  <c:v>57.32</c:v>
                </c:pt>
                <c:pt idx="1">
                  <c:v>58.32</c:v>
                </c:pt>
                <c:pt idx="2">
                  <c:v>57.13</c:v>
                </c:pt>
                <c:pt idx="3">
                  <c:v>55.99</c:v>
                </c:pt>
                <c:pt idx="4">
                  <c:v>57.76</c:v>
                </c:pt>
                <c:pt idx="5">
                  <c:v>59.12</c:v>
                </c:pt>
                <c:pt idx="6">
                  <c:v>59.5</c:v>
                </c:pt>
                <c:pt idx="7">
                  <c:v>61.15</c:v>
                </c:pt>
                <c:pt idx="8">
                  <c:v>62.02</c:v>
                </c:pt>
                <c:pt idx="9">
                  <c:v>59.19</c:v>
                </c:pt>
                <c:pt idx="10">
                  <c:v>59.44</c:v>
                </c:pt>
                <c:pt idx="11">
                  <c:v>59.26</c:v>
                </c:pt>
                <c:pt idx="12">
                  <c:v>60.36</c:v>
                </c:pt>
                <c:pt idx="13">
                  <c:v>60.62</c:v>
                </c:pt>
                <c:pt idx="14">
                  <c:v>59.36</c:v>
                </c:pt>
                <c:pt idx="15">
                  <c:v>61.07</c:v>
                </c:pt>
                <c:pt idx="16">
                  <c:v>60.63</c:v>
                </c:pt>
                <c:pt idx="17">
                  <c:v>62.39</c:v>
                </c:pt>
                <c:pt idx="18">
                  <c:v>63.21</c:v>
                </c:pt>
                <c:pt idx="19">
                  <c:v>65.42</c:v>
                </c:pt>
                <c:pt idx="20">
                  <c:v>65.209999999999994</c:v>
                </c:pt>
                <c:pt idx="21">
                  <c:v>62.14</c:v>
                </c:pt>
                <c:pt idx="22">
                  <c:v>63.21</c:v>
                </c:pt>
                <c:pt idx="23">
                  <c:v>65.14</c:v>
                </c:pt>
                <c:pt idx="24">
                  <c:v>63.29</c:v>
                </c:pt>
                <c:pt idx="25">
                  <c:v>63.55</c:v>
                </c:pt>
                <c:pt idx="26">
                  <c:v>64.36</c:v>
                </c:pt>
                <c:pt idx="27">
                  <c:v>63.96</c:v>
                </c:pt>
                <c:pt idx="28">
                  <c:v>64.63</c:v>
                </c:pt>
                <c:pt idx="29">
                  <c:v>62.84</c:v>
                </c:pt>
                <c:pt idx="30">
                  <c:v>62.89</c:v>
                </c:pt>
                <c:pt idx="31">
                  <c:v>63.77</c:v>
                </c:pt>
                <c:pt idx="32">
                  <c:v>62.33</c:v>
                </c:pt>
                <c:pt idx="33">
                  <c:v>65.19</c:v>
                </c:pt>
                <c:pt idx="34">
                  <c:v>66.430000000000007</c:v>
                </c:pt>
                <c:pt idx="35">
                  <c:v>66.48</c:v>
                </c:pt>
                <c:pt idx="36">
                  <c:v>66.31</c:v>
                </c:pt>
                <c:pt idx="37">
                  <c:v>65.63</c:v>
                </c:pt>
                <c:pt idx="38">
                  <c:v>65.42</c:v>
                </c:pt>
                <c:pt idx="39">
                  <c:v>65.209999999999994</c:v>
                </c:pt>
                <c:pt idx="40">
                  <c:v>67.02</c:v>
                </c:pt>
                <c:pt idx="41">
                  <c:v>71.23</c:v>
                </c:pt>
                <c:pt idx="42">
                  <c:v>74.56</c:v>
                </c:pt>
                <c:pt idx="43">
                  <c:v>74.66</c:v>
                </c:pt>
                <c:pt idx="44">
                  <c:v>81.010000000000005</c:v>
                </c:pt>
                <c:pt idx="45">
                  <c:v>90.9</c:v>
                </c:pt>
                <c:pt idx="46">
                  <c:v>94.77</c:v>
                </c:pt>
                <c:pt idx="47">
                  <c:v>83.45</c:v>
                </c:pt>
                <c:pt idx="48">
                  <c:v>87.25</c:v>
                </c:pt>
                <c:pt idx="49">
                  <c:v>95.73</c:v>
                </c:pt>
                <c:pt idx="50">
                  <c:v>98.71</c:v>
                </c:pt>
                <c:pt idx="51">
                  <c:v>93.5</c:v>
                </c:pt>
                <c:pt idx="52">
                  <c:v>96.21</c:v>
                </c:pt>
                <c:pt idx="53">
                  <c:v>96.32</c:v>
                </c:pt>
                <c:pt idx="54">
                  <c:v>96.14</c:v>
                </c:pt>
                <c:pt idx="55">
                  <c:v>98.23</c:v>
                </c:pt>
                <c:pt idx="56">
                  <c:v>88.13</c:v>
                </c:pt>
                <c:pt idx="57">
                  <c:v>92.35</c:v>
                </c:pt>
                <c:pt idx="58">
                  <c:v>90.32</c:v>
                </c:pt>
                <c:pt idx="59">
                  <c:v>94.48</c:v>
                </c:pt>
                <c:pt idx="60">
                  <c:v>99.64</c:v>
                </c:pt>
                <c:pt idx="61">
                  <c:v>102.88</c:v>
                </c:pt>
                <c:pt idx="62">
                  <c:v>101.38</c:v>
                </c:pt>
                <c:pt idx="63">
                  <c:v>100.12</c:v>
                </c:pt>
                <c:pt idx="64">
                  <c:v>111.54</c:v>
                </c:pt>
                <c:pt idx="65">
                  <c:v>112.41</c:v>
                </c:pt>
                <c:pt idx="66">
                  <c:v>112.95</c:v>
                </c:pt>
                <c:pt idx="67">
                  <c:v>94.41</c:v>
                </c:pt>
                <c:pt idx="68">
                  <c:v>97.87</c:v>
                </c:pt>
                <c:pt idx="69">
                  <c:v>96.57</c:v>
                </c:pt>
                <c:pt idx="70">
                  <c:v>99.08</c:v>
                </c:pt>
                <c:pt idx="71">
                  <c:v>91.28</c:v>
                </c:pt>
                <c:pt idx="72">
                  <c:v>91.29</c:v>
                </c:pt>
                <c:pt idx="73">
                  <c:v>94.69</c:v>
                </c:pt>
                <c:pt idx="74">
                  <c:v>83.85</c:v>
                </c:pt>
                <c:pt idx="75">
                  <c:v>89.61</c:v>
                </c:pt>
                <c:pt idx="76">
                  <c:v>89.67</c:v>
                </c:pt>
                <c:pt idx="77">
                  <c:v>92.96</c:v>
                </c:pt>
                <c:pt idx="78">
                  <c:v>95.85</c:v>
                </c:pt>
                <c:pt idx="79">
                  <c:v>94.4</c:v>
                </c:pt>
                <c:pt idx="80">
                  <c:v>96.37</c:v>
                </c:pt>
                <c:pt idx="81">
                  <c:v>99.93</c:v>
                </c:pt>
                <c:pt idx="82">
                  <c:v>106.88</c:v>
                </c:pt>
                <c:pt idx="83">
                  <c:v>105.07</c:v>
                </c:pt>
                <c:pt idx="84">
                  <c:v>101.94</c:v>
                </c:pt>
                <c:pt idx="85">
                  <c:v>106.42</c:v>
                </c:pt>
                <c:pt idx="86">
                  <c:v>102.27</c:v>
                </c:pt>
                <c:pt idx="87">
                  <c:v>95.08</c:v>
                </c:pt>
                <c:pt idx="88">
                  <c:v>94.81</c:v>
                </c:pt>
                <c:pt idx="89">
                  <c:v>95.42</c:v>
                </c:pt>
                <c:pt idx="90">
                  <c:v>98.07</c:v>
                </c:pt>
                <c:pt idx="91">
                  <c:v>102.18</c:v>
                </c:pt>
                <c:pt idx="92">
                  <c:v>101.02</c:v>
                </c:pt>
                <c:pt idx="93">
                  <c:v>101.17</c:v>
                </c:pt>
                <c:pt idx="94">
                  <c:v>105.42</c:v>
                </c:pt>
                <c:pt idx="95">
                  <c:v>108.66</c:v>
                </c:pt>
                <c:pt idx="96">
                  <c:v>104.15</c:v>
                </c:pt>
                <c:pt idx="97">
                  <c:v>98.26</c:v>
                </c:pt>
                <c:pt idx="98">
                  <c:v>96.35</c:v>
                </c:pt>
                <c:pt idx="99">
                  <c:v>96.6</c:v>
                </c:pt>
                <c:pt idx="100">
                  <c:v>89.9</c:v>
                </c:pt>
                <c:pt idx="101">
                  <c:v>93.89</c:v>
                </c:pt>
                <c:pt idx="102">
                  <c:v>88.68</c:v>
                </c:pt>
                <c:pt idx="103">
                  <c:v>88.9</c:v>
                </c:pt>
                <c:pt idx="104">
                  <c:v>87.36</c:v>
                </c:pt>
                <c:pt idx="105">
                  <c:v>92.16</c:v>
                </c:pt>
                <c:pt idx="106">
                  <c:v>93.76</c:v>
                </c:pt>
                <c:pt idx="107">
                  <c:v>96.02</c:v>
                </c:pt>
                <c:pt idx="108">
                  <c:v>93.04</c:v>
                </c:pt>
                <c:pt idx="109">
                  <c:v>90.54</c:v>
                </c:pt>
                <c:pt idx="110">
                  <c:v>91.3</c:v>
                </c:pt>
                <c:pt idx="111">
                  <c:v>88.2</c:v>
                </c:pt>
                <c:pt idx="112">
                  <c:v>90.03</c:v>
                </c:pt>
                <c:pt idx="113">
                  <c:v>87.71</c:v>
                </c:pt>
                <c:pt idx="114">
                  <c:v>84.88</c:v>
                </c:pt>
                <c:pt idx="115">
                  <c:v>80.75</c:v>
                </c:pt>
                <c:pt idx="116">
                  <c:v>76.05</c:v>
                </c:pt>
                <c:pt idx="117">
                  <c:v>76.790000000000006</c:v>
                </c:pt>
              </c:numCache>
            </c:numRef>
          </c:val>
          <c:smooth val="0"/>
          <c:extLst>
            <c:ext xmlns:c16="http://schemas.microsoft.com/office/drawing/2014/chart" uri="{C3380CC4-5D6E-409C-BE32-E72D297353CC}">
              <c16:uniqueId val="{00000001-85C6-4485-80F3-C3E2F67B2B2B}"/>
            </c:ext>
          </c:extLst>
        </c:ser>
        <c:dLbls>
          <c:showLegendKey val="0"/>
          <c:showVal val="0"/>
          <c:showCatName val="0"/>
          <c:showSerName val="0"/>
          <c:showPercent val="0"/>
          <c:showBubbleSize val="0"/>
        </c:dLbls>
        <c:smooth val="0"/>
        <c:axId val="2000003008"/>
        <c:axId val="2000003009"/>
      </c:lineChart>
      <c:dateAx>
        <c:axId val="2000003008"/>
        <c:scaling>
          <c:orientation val="minMax"/>
        </c:scaling>
        <c:delete val="0"/>
        <c:axPos val="b"/>
        <c:numFmt formatCode="yyyy\-mm\-dd"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Normal" panose="020B0400000000000000" pitchFamily="34" charset="-122"/>
                <a:cs typeface="+mn-cs"/>
              </a:defRPr>
            </a:pPr>
            <a:endParaRPr lang="zh-CN"/>
          </a:p>
        </c:txPr>
        <c:crossAx val="2000003009"/>
        <c:crosses val="autoZero"/>
        <c:auto val="1"/>
        <c:lblOffset val="100"/>
        <c:baseTimeUnit val="days"/>
      </c:dateAx>
      <c:valAx>
        <c:axId val="2000003009"/>
        <c:scaling>
          <c:orientation val="minMax"/>
          <c:min val="50"/>
        </c:scaling>
        <c:delete val="0"/>
        <c:axPos val="l"/>
        <c:numFmt formatCode="#,##0.00_ "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Normal" panose="020B0400000000000000" pitchFamily="34" charset="-122"/>
                <a:cs typeface="+mn-cs"/>
              </a:defRPr>
            </a:pPr>
            <a:endParaRPr lang="zh-CN"/>
          </a:p>
        </c:txPr>
        <c:crossAx val="2000003008"/>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Normal" panose="020B0400000000000000" pitchFamily="34" charset="-122"/>
              <a:cs typeface="+mn-cs"/>
            </a:defRPr>
          </a:pPr>
          <a:endParaRPr lang="zh-CN"/>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700" baseline="0">
          <a:latin typeface="Arial" panose="020B0604020202020204" pitchFamily="34" charset="0"/>
          <a:ea typeface="思源黑体 CN Normal" panose="020B0400000000000000" pitchFamily="34" charset="-122"/>
        </a:defRPr>
      </a:pPr>
      <a:endParaRPr lang="zh-CN"/>
    </a:p>
  </c:txPr>
  <c:externalData r:id="rId1">
    <c:autoUpdate val="0"/>
  </c:externalData>
</c:chartSpace>
</file>

<file path=ppt/charts/chart9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'期货收盘价(连续)_NYBOT 11号糖'!$F$1</c:f>
              <c:strCache>
                <c:ptCount val="1"/>
                <c:pt idx="0">
                  <c:v>NYBOT 11号糖，标准化</c:v>
                </c:pt>
              </c:strCache>
            </c:strRef>
          </c:tx>
          <c:spPr>
            <a:ln w="19050" cap="rnd">
              <a:solidFill>
                <a:srgbClr val="2E3160"/>
              </a:solidFill>
              <a:round/>
            </a:ln>
            <a:effectLst/>
          </c:spPr>
          <c:marker>
            <c:symbol val="none"/>
          </c:marker>
          <c:cat>
            <c:strRef>
              <c:f>'期货收盘价(连续)_NYBOT 11号糖'!$A$2:$A$6565</c:f>
              <c:strCache>
                <c:ptCount val="6564"/>
                <c:pt idx="0">
                  <c:v>2000-01-03</c:v>
                </c:pt>
                <c:pt idx="1">
                  <c:v>2000-01-04</c:v>
                </c:pt>
                <c:pt idx="2">
                  <c:v>2000-01-05</c:v>
                </c:pt>
                <c:pt idx="3">
                  <c:v>2000-01-06</c:v>
                </c:pt>
                <c:pt idx="4">
                  <c:v>2000-01-07</c:v>
                </c:pt>
                <c:pt idx="5">
                  <c:v>2000-01-10</c:v>
                </c:pt>
                <c:pt idx="6">
                  <c:v>2000-01-11</c:v>
                </c:pt>
                <c:pt idx="7">
                  <c:v>2000-01-12</c:v>
                </c:pt>
                <c:pt idx="8">
                  <c:v>2000-01-13</c:v>
                </c:pt>
                <c:pt idx="9">
                  <c:v>2000-01-14</c:v>
                </c:pt>
                <c:pt idx="10">
                  <c:v>2000-01-18</c:v>
                </c:pt>
                <c:pt idx="11">
                  <c:v>2000-01-19</c:v>
                </c:pt>
                <c:pt idx="12">
                  <c:v>2000-01-20</c:v>
                </c:pt>
                <c:pt idx="13">
                  <c:v>2000-01-21</c:v>
                </c:pt>
                <c:pt idx="14">
                  <c:v>2000-01-24</c:v>
                </c:pt>
                <c:pt idx="15">
                  <c:v>2000-01-25</c:v>
                </c:pt>
                <c:pt idx="16">
                  <c:v>2000-01-26</c:v>
                </c:pt>
                <c:pt idx="17">
                  <c:v>2000-01-27</c:v>
                </c:pt>
                <c:pt idx="18">
                  <c:v>2000-01-28</c:v>
                </c:pt>
                <c:pt idx="19">
                  <c:v>2000-01-31</c:v>
                </c:pt>
                <c:pt idx="20">
                  <c:v>2000-02-01</c:v>
                </c:pt>
                <c:pt idx="21">
                  <c:v>2000-02-02</c:v>
                </c:pt>
                <c:pt idx="22">
                  <c:v>2000-02-03</c:v>
                </c:pt>
                <c:pt idx="23">
                  <c:v>2000-02-04</c:v>
                </c:pt>
                <c:pt idx="24">
                  <c:v>2000-02-07</c:v>
                </c:pt>
                <c:pt idx="25">
                  <c:v>2000-02-08</c:v>
                </c:pt>
                <c:pt idx="26">
                  <c:v>2000-02-09</c:v>
                </c:pt>
                <c:pt idx="27">
                  <c:v>2000-02-10</c:v>
                </c:pt>
                <c:pt idx="28">
                  <c:v>2000-02-11</c:v>
                </c:pt>
                <c:pt idx="29">
                  <c:v>2000-02-14</c:v>
                </c:pt>
                <c:pt idx="30">
                  <c:v>2000-02-15</c:v>
                </c:pt>
                <c:pt idx="31">
                  <c:v>2000-02-16</c:v>
                </c:pt>
                <c:pt idx="32">
                  <c:v>2000-02-17</c:v>
                </c:pt>
                <c:pt idx="33">
                  <c:v>2000-02-18</c:v>
                </c:pt>
                <c:pt idx="34">
                  <c:v>2000-02-22</c:v>
                </c:pt>
                <c:pt idx="35">
                  <c:v>2000-02-23</c:v>
                </c:pt>
                <c:pt idx="36">
                  <c:v>2000-02-24</c:v>
                </c:pt>
                <c:pt idx="37">
                  <c:v>2000-02-25</c:v>
                </c:pt>
                <c:pt idx="38">
                  <c:v>2000-02-28</c:v>
                </c:pt>
                <c:pt idx="39">
                  <c:v>2000-02-29</c:v>
                </c:pt>
                <c:pt idx="40">
                  <c:v>2000-03-01</c:v>
                </c:pt>
                <c:pt idx="41">
                  <c:v>2000-03-02</c:v>
                </c:pt>
                <c:pt idx="42">
                  <c:v>2000-03-03</c:v>
                </c:pt>
                <c:pt idx="43">
                  <c:v>2000-03-06</c:v>
                </c:pt>
                <c:pt idx="44">
                  <c:v>2000-03-07</c:v>
                </c:pt>
                <c:pt idx="45">
                  <c:v>2000-03-08</c:v>
                </c:pt>
                <c:pt idx="46">
                  <c:v>2000-03-09</c:v>
                </c:pt>
                <c:pt idx="47">
                  <c:v>2000-03-10</c:v>
                </c:pt>
                <c:pt idx="48">
                  <c:v>2000-03-13</c:v>
                </c:pt>
                <c:pt idx="49">
                  <c:v>2000-03-14</c:v>
                </c:pt>
                <c:pt idx="50">
                  <c:v>2000-03-15</c:v>
                </c:pt>
                <c:pt idx="51">
                  <c:v>2000-03-16</c:v>
                </c:pt>
                <c:pt idx="52">
                  <c:v>2000-03-17</c:v>
                </c:pt>
                <c:pt idx="53">
                  <c:v>2000-03-20</c:v>
                </c:pt>
                <c:pt idx="54">
                  <c:v>2000-03-21</c:v>
                </c:pt>
                <c:pt idx="55">
                  <c:v>2000-03-22</c:v>
                </c:pt>
                <c:pt idx="56">
                  <c:v>2000-03-23</c:v>
                </c:pt>
                <c:pt idx="57">
                  <c:v>2000-03-24</c:v>
                </c:pt>
                <c:pt idx="58">
                  <c:v>2000-03-27</c:v>
                </c:pt>
                <c:pt idx="59">
                  <c:v>2000-03-28</c:v>
                </c:pt>
                <c:pt idx="60">
                  <c:v>2000-03-29</c:v>
                </c:pt>
                <c:pt idx="61">
                  <c:v>2000-03-30</c:v>
                </c:pt>
                <c:pt idx="62">
                  <c:v>2000-03-31</c:v>
                </c:pt>
                <c:pt idx="63">
                  <c:v>2000-04-03</c:v>
                </c:pt>
                <c:pt idx="64">
                  <c:v>2000-04-04</c:v>
                </c:pt>
                <c:pt idx="65">
                  <c:v>2000-04-05</c:v>
                </c:pt>
                <c:pt idx="66">
                  <c:v>2000-04-06</c:v>
                </c:pt>
                <c:pt idx="67">
                  <c:v>2000-04-07</c:v>
                </c:pt>
                <c:pt idx="68">
                  <c:v>2000-04-10</c:v>
                </c:pt>
                <c:pt idx="69">
                  <c:v>2000-04-11</c:v>
                </c:pt>
                <c:pt idx="70">
                  <c:v>2000-04-12</c:v>
                </c:pt>
                <c:pt idx="71">
                  <c:v>2000-04-13</c:v>
                </c:pt>
                <c:pt idx="72">
                  <c:v>2000-04-14</c:v>
                </c:pt>
                <c:pt idx="73">
                  <c:v>2000-04-17</c:v>
                </c:pt>
                <c:pt idx="74">
                  <c:v>2000-04-18</c:v>
                </c:pt>
                <c:pt idx="75">
                  <c:v>2000-04-19</c:v>
                </c:pt>
                <c:pt idx="76">
                  <c:v>2000-04-20</c:v>
                </c:pt>
                <c:pt idx="77">
                  <c:v>2000-04-24</c:v>
                </c:pt>
                <c:pt idx="78">
                  <c:v>2000-04-25</c:v>
                </c:pt>
                <c:pt idx="79">
                  <c:v>2000-04-26</c:v>
                </c:pt>
                <c:pt idx="80">
                  <c:v>2000-04-27</c:v>
                </c:pt>
                <c:pt idx="81">
                  <c:v>2000-04-28</c:v>
                </c:pt>
                <c:pt idx="82">
                  <c:v>2000-05-01</c:v>
                </c:pt>
                <c:pt idx="83">
                  <c:v>2000-05-02</c:v>
                </c:pt>
                <c:pt idx="84">
                  <c:v>2000-05-03</c:v>
                </c:pt>
                <c:pt idx="85">
                  <c:v>2000-05-04</c:v>
                </c:pt>
                <c:pt idx="86">
                  <c:v>2000-05-05</c:v>
                </c:pt>
                <c:pt idx="87">
                  <c:v>2000-05-08</c:v>
                </c:pt>
                <c:pt idx="88">
                  <c:v>2000-05-09</c:v>
                </c:pt>
                <c:pt idx="89">
                  <c:v>2000-05-10</c:v>
                </c:pt>
                <c:pt idx="90">
                  <c:v>2000-05-11</c:v>
                </c:pt>
                <c:pt idx="91">
                  <c:v>2000-05-12</c:v>
                </c:pt>
                <c:pt idx="92">
                  <c:v>2000-05-15</c:v>
                </c:pt>
                <c:pt idx="93">
                  <c:v>2000-05-16</c:v>
                </c:pt>
                <c:pt idx="94">
                  <c:v>2000-05-17</c:v>
                </c:pt>
                <c:pt idx="95">
                  <c:v>2000-05-18</c:v>
                </c:pt>
                <c:pt idx="96">
                  <c:v>2000-05-19</c:v>
                </c:pt>
                <c:pt idx="97">
                  <c:v>2000-05-22</c:v>
                </c:pt>
                <c:pt idx="98">
                  <c:v>2000-05-23</c:v>
                </c:pt>
                <c:pt idx="99">
                  <c:v>2000-05-24</c:v>
                </c:pt>
                <c:pt idx="100">
                  <c:v>2000-05-25</c:v>
                </c:pt>
                <c:pt idx="101">
                  <c:v>2000-05-26</c:v>
                </c:pt>
                <c:pt idx="102">
                  <c:v>2000-05-30</c:v>
                </c:pt>
                <c:pt idx="103">
                  <c:v>2000-05-31</c:v>
                </c:pt>
                <c:pt idx="104">
                  <c:v>2000-06-01</c:v>
                </c:pt>
                <c:pt idx="105">
                  <c:v>2000-06-02</c:v>
                </c:pt>
                <c:pt idx="106">
                  <c:v>2000-06-05</c:v>
                </c:pt>
                <c:pt idx="107">
                  <c:v>2000-06-06</c:v>
                </c:pt>
                <c:pt idx="108">
                  <c:v>2000-06-07</c:v>
                </c:pt>
                <c:pt idx="109">
                  <c:v>2000-06-08</c:v>
                </c:pt>
                <c:pt idx="110">
                  <c:v>2000-06-09</c:v>
                </c:pt>
                <c:pt idx="111">
                  <c:v>2000-06-12</c:v>
                </c:pt>
                <c:pt idx="112">
                  <c:v>2000-06-13</c:v>
                </c:pt>
                <c:pt idx="113">
                  <c:v>2000-06-14</c:v>
                </c:pt>
                <c:pt idx="114">
                  <c:v>2000-06-15</c:v>
                </c:pt>
                <c:pt idx="115">
                  <c:v>2000-06-16</c:v>
                </c:pt>
                <c:pt idx="116">
                  <c:v>2000-06-19</c:v>
                </c:pt>
                <c:pt idx="117">
                  <c:v>2000-06-20</c:v>
                </c:pt>
                <c:pt idx="118">
                  <c:v>2000-06-21</c:v>
                </c:pt>
                <c:pt idx="119">
                  <c:v>2000-06-22</c:v>
                </c:pt>
                <c:pt idx="120">
                  <c:v>2000-06-23</c:v>
                </c:pt>
                <c:pt idx="121">
                  <c:v>2000-06-26</c:v>
                </c:pt>
                <c:pt idx="122">
                  <c:v>2000-06-27</c:v>
                </c:pt>
                <c:pt idx="123">
                  <c:v>2000-06-28</c:v>
                </c:pt>
                <c:pt idx="124">
                  <c:v>2000-06-29</c:v>
                </c:pt>
                <c:pt idx="125">
                  <c:v>2000-06-30</c:v>
                </c:pt>
                <c:pt idx="126">
                  <c:v>2000-07-05</c:v>
                </c:pt>
                <c:pt idx="127">
                  <c:v>2000-07-06</c:v>
                </c:pt>
                <c:pt idx="128">
                  <c:v>2000-07-07</c:v>
                </c:pt>
                <c:pt idx="129">
                  <c:v>2000-07-10</c:v>
                </c:pt>
                <c:pt idx="130">
                  <c:v>2000-07-11</c:v>
                </c:pt>
                <c:pt idx="131">
                  <c:v>2000-07-12</c:v>
                </c:pt>
                <c:pt idx="132">
                  <c:v>2000-07-13</c:v>
                </c:pt>
                <c:pt idx="133">
                  <c:v>2000-07-14</c:v>
                </c:pt>
                <c:pt idx="134">
                  <c:v>2000-07-17</c:v>
                </c:pt>
                <c:pt idx="135">
                  <c:v>2000-07-18</c:v>
                </c:pt>
                <c:pt idx="136">
                  <c:v>2000-07-19</c:v>
                </c:pt>
                <c:pt idx="137">
                  <c:v>2000-07-20</c:v>
                </c:pt>
                <c:pt idx="138">
                  <c:v>2000-07-21</c:v>
                </c:pt>
                <c:pt idx="139">
                  <c:v>2000-07-24</c:v>
                </c:pt>
                <c:pt idx="140">
                  <c:v>2000-07-25</c:v>
                </c:pt>
                <c:pt idx="141">
                  <c:v>2000-07-26</c:v>
                </c:pt>
                <c:pt idx="142">
                  <c:v>2000-07-27</c:v>
                </c:pt>
                <c:pt idx="143">
                  <c:v>2000-07-28</c:v>
                </c:pt>
                <c:pt idx="144">
                  <c:v>2000-07-31</c:v>
                </c:pt>
                <c:pt idx="145">
                  <c:v>2000-08-01</c:v>
                </c:pt>
                <c:pt idx="146">
                  <c:v>2000-08-02</c:v>
                </c:pt>
                <c:pt idx="147">
                  <c:v>2000-08-03</c:v>
                </c:pt>
                <c:pt idx="148">
                  <c:v>2000-08-04</c:v>
                </c:pt>
                <c:pt idx="149">
                  <c:v>2000-08-07</c:v>
                </c:pt>
                <c:pt idx="150">
                  <c:v>2000-08-08</c:v>
                </c:pt>
                <c:pt idx="151">
                  <c:v>2000-08-09</c:v>
                </c:pt>
                <c:pt idx="152">
                  <c:v>2000-08-10</c:v>
                </c:pt>
                <c:pt idx="153">
                  <c:v>2000-08-11</c:v>
                </c:pt>
                <c:pt idx="154">
                  <c:v>2000-08-14</c:v>
                </c:pt>
                <c:pt idx="155">
                  <c:v>2000-08-15</c:v>
                </c:pt>
                <c:pt idx="156">
                  <c:v>2000-08-16</c:v>
                </c:pt>
                <c:pt idx="157">
                  <c:v>2000-08-17</c:v>
                </c:pt>
                <c:pt idx="158">
                  <c:v>2000-08-18</c:v>
                </c:pt>
                <c:pt idx="159">
                  <c:v>2000-08-21</c:v>
                </c:pt>
                <c:pt idx="160">
                  <c:v>2000-08-22</c:v>
                </c:pt>
                <c:pt idx="161">
                  <c:v>2000-08-23</c:v>
                </c:pt>
                <c:pt idx="162">
                  <c:v>2000-08-24</c:v>
                </c:pt>
                <c:pt idx="163">
                  <c:v>2000-08-25</c:v>
                </c:pt>
                <c:pt idx="164">
                  <c:v>2000-08-28</c:v>
                </c:pt>
                <c:pt idx="165">
                  <c:v>2000-08-29</c:v>
                </c:pt>
                <c:pt idx="166">
                  <c:v>2000-08-30</c:v>
                </c:pt>
                <c:pt idx="167">
                  <c:v>2000-08-31</c:v>
                </c:pt>
                <c:pt idx="168">
                  <c:v>2000-09-01</c:v>
                </c:pt>
                <c:pt idx="169">
                  <c:v>2000-09-05</c:v>
                </c:pt>
                <c:pt idx="170">
                  <c:v>2000-09-06</c:v>
                </c:pt>
                <c:pt idx="171">
                  <c:v>2000-09-07</c:v>
                </c:pt>
                <c:pt idx="172">
                  <c:v>2000-09-08</c:v>
                </c:pt>
                <c:pt idx="173">
                  <c:v>2000-09-11</c:v>
                </c:pt>
                <c:pt idx="174">
                  <c:v>2000-09-12</c:v>
                </c:pt>
                <c:pt idx="175">
                  <c:v>2000-09-13</c:v>
                </c:pt>
                <c:pt idx="176">
                  <c:v>2000-09-14</c:v>
                </c:pt>
                <c:pt idx="177">
                  <c:v>2000-09-15</c:v>
                </c:pt>
                <c:pt idx="178">
                  <c:v>2000-09-18</c:v>
                </c:pt>
                <c:pt idx="179">
                  <c:v>2000-09-19</c:v>
                </c:pt>
                <c:pt idx="180">
                  <c:v>2000-09-20</c:v>
                </c:pt>
                <c:pt idx="181">
                  <c:v>2000-09-21</c:v>
                </c:pt>
                <c:pt idx="182">
                  <c:v>2000-09-22</c:v>
                </c:pt>
                <c:pt idx="183">
                  <c:v>2000-09-25</c:v>
                </c:pt>
                <c:pt idx="184">
                  <c:v>2000-09-26</c:v>
                </c:pt>
                <c:pt idx="185">
                  <c:v>2000-09-27</c:v>
                </c:pt>
                <c:pt idx="186">
                  <c:v>2000-09-28</c:v>
                </c:pt>
                <c:pt idx="187">
                  <c:v>2000-09-29</c:v>
                </c:pt>
                <c:pt idx="188">
                  <c:v>2000-10-02</c:v>
                </c:pt>
                <c:pt idx="189">
                  <c:v>2000-10-03</c:v>
                </c:pt>
                <c:pt idx="190">
                  <c:v>2000-10-04</c:v>
                </c:pt>
                <c:pt idx="191">
                  <c:v>2000-10-05</c:v>
                </c:pt>
                <c:pt idx="192">
                  <c:v>2000-10-06</c:v>
                </c:pt>
                <c:pt idx="193">
                  <c:v>2000-10-09</c:v>
                </c:pt>
                <c:pt idx="194">
                  <c:v>2000-10-10</c:v>
                </c:pt>
                <c:pt idx="195">
                  <c:v>2000-10-11</c:v>
                </c:pt>
                <c:pt idx="196">
                  <c:v>2000-10-12</c:v>
                </c:pt>
                <c:pt idx="197">
                  <c:v>2000-10-13</c:v>
                </c:pt>
                <c:pt idx="198">
                  <c:v>2000-10-16</c:v>
                </c:pt>
                <c:pt idx="199">
                  <c:v>2000-10-17</c:v>
                </c:pt>
                <c:pt idx="200">
                  <c:v>2000-10-18</c:v>
                </c:pt>
                <c:pt idx="201">
                  <c:v>2000-10-19</c:v>
                </c:pt>
                <c:pt idx="202">
                  <c:v>2000-10-20</c:v>
                </c:pt>
                <c:pt idx="203">
                  <c:v>2000-10-23</c:v>
                </c:pt>
                <c:pt idx="204">
                  <c:v>2000-10-24</c:v>
                </c:pt>
                <c:pt idx="205">
                  <c:v>2000-10-25</c:v>
                </c:pt>
                <c:pt idx="206">
                  <c:v>2000-10-26</c:v>
                </c:pt>
                <c:pt idx="207">
                  <c:v>2000-10-27</c:v>
                </c:pt>
                <c:pt idx="208">
                  <c:v>2000-10-30</c:v>
                </c:pt>
                <c:pt idx="209">
                  <c:v>2000-10-31</c:v>
                </c:pt>
                <c:pt idx="210">
                  <c:v>2000-11-01</c:v>
                </c:pt>
                <c:pt idx="211">
                  <c:v>2000-11-02</c:v>
                </c:pt>
                <c:pt idx="212">
                  <c:v>2000-11-03</c:v>
                </c:pt>
                <c:pt idx="213">
                  <c:v>2000-11-06</c:v>
                </c:pt>
                <c:pt idx="214">
                  <c:v>2000-11-07</c:v>
                </c:pt>
                <c:pt idx="215">
                  <c:v>2000-11-08</c:v>
                </c:pt>
                <c:pt idx="216">
                  <c:v>2000-11-09</c:v>
                </c:pt>
                <c:pt idx="217">
                  <c:v>2000-11-10</c:v>
                </c:pt>
                <c:pt idx="218">
                  <c:v>2000-11-13</c:v>
                </c:pt>
                <c:pt idx="219">
                  <c:v>2000-11-14</c:v>
                </c:pt>
                <c:pt idx="220">
                  <c:v>2000-11-15</c:v>
                </c:pt>
                <c:pt idx="221">
                  <c:v>2000-11-16</c:v>
                </c:pt>
                <c:pt idx="222">
                  <c:v>2000-11-17</c:v>
                </c:pt>
                <c:pt idx="223">
                  <c:v>2000-11-20</c:v>
                </c:pt>
                <c:pt idx="224">
                  <c:v>2000-11-21</c:v>
                </c:pt>
                <c:pt idx="225">
                  <c:v>2000-11-22</c:v>
                </c:pt>
                <c:pt idx="226">
                  <c:v>2000-11-27</c:v>
                </c:pt>
                <c:pt idx="227">
                  <c:v>2000-11-28</c:v>
                </c:pt>
                <c:pt idx="228">
                  <c:v>2000-11-29</c:v>
                </c:pt>
                <c:pt idx="229">
                  <c:v>2000-11-30</c:v>
                </c:pt>
                <c:pt idx="230">
                  <c:v>2000-12-01</c:v>
                </c:pt>
                <c:pt idx="231">
                  <c:v>2000-12-04</c:v>
                </c:pt>
                <c:pt idx="232">
                  <c:v>2000-12-05</c:v>
                </c:pt>
                <c:pt idx="233">
                  <c:v>2000-12-06</c:v>
                </c:pt>
                <c:pt idx="234">
                  <c:v>2000-12-07</c:v>
                </c:pt>
                <c:pt idx="235">
                  <c:v>2000-12-08</c:v>
                </c:pt>
                <c:pt idx="236">
                  <c:v>2000-12-11</c:v>
                </c:pt>
                <c:pt idx="237">
                  <c:v>2000-12-12</c:v>
                </c:pt>
                <c:pt idx="238">
                  <c:v>2000-12-13</c:v>
                </c:pt>
                <c:pt idx="239">
                  <c:v>2000-12-14</c:v>
                </c:pt>
                <c:pt idx="240">
                  <c:v>2000-12-15</c:v>
                </c:pt>
                <c:pt idx="241">
                  <c:v>2000-12-18</c:v>
                </c:pt>
                <c:pt idx="242">
                  <c:v>2000-12-19</c:v>
                </c:pt>
                <c:pt idx="243">
                  <c:v>2000-12-20</c:v>
                </c:pt>
                <c:pt idx="244">
                  <c:v>2000-12-21</c:v>
                </c:pt>
                <c:pt idx="245">
                  <c:v>2000-12-22</c:v>
                </c:pt>
                <c:pt idx="246">
                  <c:v>2000-12-26</c:v>
                </c:pt>
                <c:pt idx="247">
                  <c:v>2000-12-27</c:v>
                </c:pt>
                <c:pt idx="248">
                  <c:v>2000-12-28</c:v>
                </c:pt>
                <c:pt idx="249">
                  <c:v>2000-12-29</c:v>
                </c:pt>
                <c:pt idx="250">
                  <c:v>2001-01-02</c:v>
                </c:pt>
                <c:pt idx="251">
                  <c:v>2001-01-03</c:v>
                </c:pt>
                <c:pt idx="252">
                  <c:v>2001-01-04</c:v>
                </c:pt>
                <c:pt idx="253">
                  <c:v>2001-01-05</c:v>
                </c:pt>
                <c:pt idx="254">
                  <c:v>2001-01-08</c:v>
                </c:pt>
                <c:pt idx="255">
                  <c:v>2001-01-09</c:v>
                </c:pt>
                <c:pt idx="256">
                  <c:v>2001-01-10</c:v>
                </c:pt>
                <c:pt idx="257">
                  <c:v>2001-01-11</c:v>
                </c:pt>
                <c:pt idx="258">
                  <c:v>2001-01-12</c:v>
                </c:pt>
                <c:pt idx="259">
                  <c:v>2001-01-16</c:v>
                </c:pt>
                <c:pt idx="260">
                  <c:v>2001-01-17</c:v>
                </c:pt>
                <c:pt idx="261">
                  <c:v>2001-01-18</c:v>
                </c:pt>
                <c:pt idx="262">
                  <c:v>2001-01-19</c:v>
                </c:pt>
                <c:pt idx="263">
                  <c:v>2001-01-22</c:v>
                </c:pt>
                <c:pt idx="264">
                  <c:v>2001-01-23</c:v>
                </c:pt>
                <c:pt idx="265">
                  <c:v>2001-01-24</c:v>
                </c:pt>
                <c:pt idx="266">
                  <c:v>2001-01-25</c:v>
                </c:pt>
                <c:pt idx="267">
                  <c:v>2001-01-26</c:v>
                </c:pt>
                <c:pt idx="268">
                  <c:v>2001-01-29</c:v>
                </c:pt>
                <c:pt idx="269">
                  <c:v>2001-01-30</c:v>
                </c:pt>
                <c:pt idx="270">
                  <c:v>2001-01-31</c:v>
                </c:pt>
                <c:pt idx="271">
                  <c:v>2001-02-01</c:v>
                </c:pt>
                <c:pt idx="272">
                  <c:v>2001-02-02</c:v>
                </c:pt>
                <c:pt idx="273">
                  <c:v>2001-02-05</c:v>
                </c:pt>
                <c:pt idx="274">
                  <c:v>2001-02-06</c:v>
                </c:pt>
                <c:pt idx="275">
                  <c:v>2001-02-07</c:v>
                </c:pt>
                <c:pt idx="276">
                  <c:v>2001-02-08</c:v>
                </c:pt>
                <c:pt idx="277">
                  <c:v>2001-02-09</c:v>
                </c:pt>
                <c:pt idx="278">
                  <c:v>2001-02-12</c:v>
                </c:pt>
                <c:pt idx="279">
                  <c:v>2001-02-13</c:v>
                </c:pt>
                <c:pt idx="280">
                  <c:v>2001-02-14</c:v>
                </c:pt>
                <c:pt idx="281">
                  <c:v>2001-02-15</c:v>
                </c:pt>
                <c:pt idx="282">
                  <c:v>2001-02-16</c:v>
                </c:pt>
                <c:pt idx="283">
                  <c:v>2001-02-20</c:v>
                </c:pt>
                <c:pt idx="284">
                  <c:v>2001-02-21</c:v>
                </c:pt>
                <c:pt idx="285">
                  <c:v>2001-02-22</c:v>
                </c:pt>
                <c:pt idx="286">
                  <c:v>2001-02-23</c:v>
                </c:pt>
                <c:pt idx="287">
                  <c:v>2001-02-26</c:v>
                </c:pt>
                <c:pt idx="288">
                  <c:v>2001-02-27</c:v>
                </c:pt>
                <c:pt idx="289">
                  <c:v>2001-02-28</c:v>
                </c:pt>
                <c:pt idx="290">
                  <c:v>2001-03-01</c:v>
                </c:pt>
                <c:pt idx="291">
                  <c:v>2001-03-02</c:v>
                </c:pt>
                <c:pt idx="292">
                  <c:v>2001-03-05</c:v>
                </c:pt>
                <c:pt idx="293">
                  <c:v>2001-03-06</c:v>
                </c:pt>
                <c:pt idx="294">
                  <c:v>2001-03-07</c:v>
                </c:pt>
                <c:pt idx="295">
                  <c:v>2001-03-08</c:v>
                </c:pt>
                <c:pt idx="296">
                  <c:v>2001-03-09</c:v>
                </c:pt>
                <c:pt idx="297">
                  <c:v>2001-03-12</c:v>
                </c:pt>
                <c:pt idx="298">
                  <c:v>2001-03-13</c:v>
                </c:pt>
                <c:pt idx="299">
                  <c:v>2001-03-14</c:v>
                </c:pt>
                <c:pt idx="300">
                  <c:v>2001-03-15</c:v>
                </c:pt>
                <c:pt idx="301">
                  <c:v>2001-03-16</c:v>
                </c:pt>
                <c:pt idx="302">
                  <c:v>2001-03-19</c:v>
                </c:pt>
                <c:pt idx="303">
                  <c:v>2001-03-20</c:v>
                </c:pt>
                <c:pt idx="304">
                  <c:v>2001-03-21</c:v>
                </c:pt>
                <c:pt idx="305">
                  <c:v>2001-03-22</c:v>
                </c:pt>
                <c:pt idx="306">
                  <c:v>2001-03-23</c:v>
                </c:pt>
                <c:pt idx="307">
                  <c:v>2001-03-26</c:v>
                </c:pt>
                <c:pt idx="308">
                  <c:v>2001-03-27</c:v>
                </c:pt>
                <c:pt idx="309">
                  <c:v>2001-03-28</c:v>
                </c:pt>
                <c:pt idx="310">
                  <c:v>2001-03-29</c:v>
                </c:pt>
                <c:pt idx="311">
                  <c:v>2001-03-30</c:v>
                </c:pt>
                <c:pt idx="312">
                  <c:v>2001-04-02</c:v>
                </c:pt>
                <c:pt idx="313">
                  <c:v>2001-04-03</c:v>
                </c:pt>
                <c:pt idx="314">
                  <c:v>2001-04-04</c:v>
                </c:pt>
                <c:pt idx="315">
                  <c:v>2001-04-05</c:v>
                </c:pt>
                <c:pt idx="316">
                  <c:v>2001-04-06</c:v>
                </c:pt>
                <c:pt idx="317">
                  <c:v>2001-04-09</c:v>
                </c:pt>
                <c:pt idx="318">
                  <c:v>2001-04-10</c:v>
                </c:pt>
                <c:pt idx="319">
                  <c:v>2001-04-11</c:v>
                </c:pt>
                <c:pt idx="320">
                  <c:v>2001-04-12</c:v>
                </c:pt>
                <c:pt idx="321">
                  <c:v>2001-04-16</c:v>
                </c:pt>
                <c:pt idx="322">
                  <c:v>2001-04-17</c:v>
                </c:pt>
                <c:pt idx="323">
                  <c:v>2001-04-18</c:v>
                </c:pt>
                <c:pt idx="324">
                  <c:v>2001-04-19</c:v>
                </c:pt>
                <c:pt idx="325">
                  <c:v>2001-04-20</c:v>
                </c:pt>
                <c:pt idx="326">
                  <c:v>2001-04-23</c:v>
                </c:pt>
                <c:pt idx="327">
                  <c:v>2001-04-24</c:v>
                </c:pt>
                <c:pt idx="328">
                  <c:v>2001-04-25</c:v>
                </c:pt>
                <c:pt idx="329">
                  <c:v>2001-04-26</c:v>
                </c:pt>
                <c:pt idx="330">
                  <c:v>2001-04-27</c:v>
                </c:pt>
                <c:pt idx="331">
                  <c:v>2001-04-30</c:v>
                </c:pt>
                <c:pt idx="332">
                  <c:v>2001-05-01</c:v>
                </c:pt>
                <c:pt idx="333">
                  <c:v>2001-05-02</c:v>
                </c:pt>
                <c:pt idx="334">
                  <c:v>2001-05-03</c:v>
                </c:pt>
                <c:pt idx="335">
                  <c:v>2001-05-04</c:v>
                </c:pt>
                <c:pt idx="336">
                  <c:v>2001-05-07</c:v>
                </c:pt>
                <c:pt idx="337">
                  <c:v>2001-05-08</c:v>
                </c:pt>
                <c:pt idx="338">
                  <c:v>2001-05-09</c:v>
                </c:pt>
                <c:pt idx="339">
                  <c:v>2001-05-10</c:v>
                </c:pt>
                <c:pt idx="340">
                  <c:v>2001-05-11</c:v>
                </c:pt>
                <c:pt idx="341">
                  <c:v>2001-05-14</c:v>
                </c:pt>
                <c:pt idx="342">
                  <c:v>2001-05-15</c:v>
                </c:pt>
                <c:pt idx="343">
                  <c:v>2001-05-16</c:v>
                </c:pt>
                <c:pt idx="344">
                  <c:v>2001-05-17</c:v>
                </c:pt>
                <c:pt idx="345">
                  <c:v>2001-05-18</c:v>
                </c:pt>
                <c:pt idx="346">
                  <c:v>2001-05-21</c:v>
                </c:pt>
                <c:pt idx="347">
                  <c:v>2001-05-22</c:v>
                </c:pt>
                <c:pt idx="348">
                  <c:v>2001-05-23</c:v>
                </c:pt>
                <c:pt idx="349">
                  <c:v>2001-05-24</c:v>
                </c:pt>
                <c:pt idx="350">
                  <c:v>2001-05-25</c:v>
                </c:pt>
                <c:pt idx="351">
                  <c:v>2001-05-29</c:v>
                </c:pt>
                <c:pt idx="352">
                  <c:v>2001-05-30</c:v>
                </c:pt>
                <c:pt idx="353">
                  <c:v>2001-05-31</c:v>
                </c:pt>
                <c:pt idx="354">
                  <c:v>2001-06-01</c:v>
                </c:pt>
                <c:pt idx="355">
                  <c:v>2001-06-04</c:v>
                </c:pt>
                <c:pt idx="356">
                  <c:v>2001-06-05</c:v>
                </c:pt>
                <c:pt idx="357">
                  <c:v>2001-06-06</c:v>
                </c:pt>
                <c:pt idx="358">
                  <c:v>2001-06-07</c:v>
                </c:pt>
                <c:pt idx="359">
                  <c:v>2001-06-08</c:v>
                </c:pt>
                <c:pt idx="360">
                  <c:v>2001-06-11</c:v>
                </c:pt>
                <c:pt idx="361">
                  <c:v>2001-06-12</c:v>
                </c:pt>
                <c:pt idx="362">
                  <c:v>2001-06-13</c:v>
                </c:pt>
                <c:pt idx="363">
                  <c:v>2001-06-14</c:v>
                </c:pt>
                <c:pt idx="364">
                  <c:v>2001-06-15</c:v>
                </c:pt>
                <c:pt idx="365">
                  <c:v>2001-06-18</c:v>
                </c:pt>
                <c:pt idx="366">
                  <c:v>2001-06-19</c:v>
                </c:pt>
                <c:pt idx="367">
                  <c:v>2001-06-20</c:v>
                </c:pt>
                <c:pt idx="368">
                  <c:v>2001-06-21</c:v>
                </c:pt>
                <c:pt idx="369">
                  <c:v>2001-06-22</c:v>
                </c:pt>
                <c:pt idx="370">
                  <c:v>2001-06-25</c:v>
                </c:pt>
                <c:pt idx="371">
                  <c:v>2001-06-26</c:v>
                </c:pt>
                <c:pt idx="372">
                  <c:v>2001-06-27</c:v>
                </c:pt>
                <c:pt idx="373">
                  <c:v>2001-06-28</c:v>
                </c:pt>
                <c:pt idx="374">
                  <c:v>2001-06-29</c:v>
                </c:pt>
                <c:pt idx="375">
                  <c:v>2001-07-02</c:v>
                </c:pt>
                <c:pt idx="376">
                  <c:v>2001-07-03</c:v>
                </c:pt>
                <c:pt idx="377">
                  <c:v>2001-07-05</c:v>
                </c:pt>
                <c:pt idx="378">
                  <c:v>2001-07-06</c:v>
                </c:pt>
                <c:pt idx="379">
                  <c:v>2001-07-09</c:v>
                </c:pt>
                <c:pt idx="380">
                  <c:v>2001-07-10</c:v>
                </c:pt>
                <c:pt idx="381">
                  <c:v>2001-07-11</c:v>
                </c:pt>
                <c:pt idx="382">
                  <c:v>2001-07-12</c:v>
                </c:pt>
                <c:pt idx="383">
                  <c:v>2001-07-13</c:v>
                </c:pt>
                <c:pt idx="384">
                  <c:v>2001-07-16</c:v>
                </c:pt>
                <c:pt idx="385">
                  <c:v>2001-07-17</c:v>
                </c:pt>
                <c:pt idx="386">
                  <c:v>2001-07-18</c:v>
                </c:pt>
                <c:pt idx="387">
                  <c:v>2001-07-19</c:v>
                </c:pt>
                <c:pt idx="388">
                  <c:v>2001-07-20</c:v>
                </c:pt>
                <c:pt idx="389">
                  <c:v>2001-07-23</c:v>
                </c:pt>
                <c:pt idx="390">
                  <c:v>2001-07-24</c:v>
                </c:pt>
                <c:pt idx="391">
                  <c:v>2001-07-25</c:v>
                </c:pt>
                <c:pt idx="392">
                  <c:v>2001-07-26</c:v>
                </c:pt>
                <c:pt idx="393">
                  <c:v>2001-07-27</c:v>
                </c:pt>
                <c:pt idx="394">
                  <c:v>2001-07-30</c:v>
                </c:pt>
                <c:pt idx="395">
                  <c:v>2001-07-31</c:v>
                </c:pt>
                <c:pt idx="396">
                  <c:v>2001-08-01</c:v>
                </c:pt>
                <c:pt idx="397">
                  <c:v>2001-08-02</c:v>
                </c:pt>
                <c:pt idx="398">
                  <c:v>2001-08-03</c:v>
                </c:pt>
                <c:pt idx="399">
                  <c:v>2001-08-06</c:v>
                </c:pt>
                <c:pt idx="400">
                  <c:v>2001-08-07</c:v>
                </c:pt>
                <c:pt idx="401">
                  <c:v>2001-08-08</c:v>
                </c:pt>
                <c:pt idx="402">
                  <c:v>2001-08-09</c:v>
                </c:pt>
                <c:pt idx="403">
                  <c:v>2001-08-10</c:v>
                </c:pt>
                <c:pt idx="404">
                  <c:v>2001-08-13</c:v>
                </c:pt>
                <c:pt idx="405">
                  <c:v>2001-08-14</c:v>
                </c:pt>
                <c:pt idx="406">
                  <c:v>2001-08-15</c:v>
                </c:pt>
                <c:pt idx="407">
                  <c:v>2001-08-16</c:v>
                </c:pt>
                <c:pt idx="408">
                  <c:v>2001-08-17</c:v>
                </c:pt>
                <c:pt idx="409">
                  <c:v>2001-08-20</c:v>
                </c:pt>
                <c:pt idx="410">
                  <c:v>2001-08-21</c:v>
                </c:pt>
                <c:pt idx="411">
                  <c:v>2001-08-22</c:v>
                </c:pt>
                <c:pt idx="412">
                  <c:v>2001-08-23</c:v>
                </c:pt>
                <c:pt idx="413">
                  <c:v>2001-08-24</c:v>
                </c:pt>
                <c:pt idx="414">
                  <c:v>2001-08-27</c:v>
                </c:pt>
                <c:pt idx="415">
                  <c:v>2001-08-28</c:v>
                </c:pt>
                <c:pt idx="416">
                  <c:v>2001-08-29</c:v>
                </c:pt>
                <c:pt idx="417">
                  <c:v>2001-08-30</c:v>
                </c:pt>
                <c:pt idx="418">
                  <c:v>2001-08-31</c:v>
                </c:pt>
                <c:pt idx="419">
                  <c:v>2001-09-04</c:v>
                </c:pt>
                <c:pt idx="420">
                  <c:v>2001-09-05</c:v>
                </c:pt>
                <c:pt idx="421">
                  <c:v>2001-09-06</c:v>
                </c:pt>
                <c:pt idx="422">
                  <c:v>2001-09-07</c:v>
                </c:pt>
                <c:pt idx="423">
                  <c:v>2001-09-10</c:v>
                </c:pt>
                <c:pt idx="424">
                  <c:v>2001-09-17</c:v>
                </c:pt>
                <c:pt idx="425">
                  <c:v>2001-09-18</c:v>
                </c:pt>
                <c:pt idx="426">
                  <c:v>2001-09-19</c:v>
                </c:pt>
                <c:pt idx="427">
                  <c:v>2001-09-20</c:v>
                </c:pt>
                <c:pt idx="428">
                  <c:v>2001-09-21</c:v>
                </c:pt>
                <c:pt idx="429">
                  <c:v>2001-09-24</c:v>
                </c:pt>
                <c:pt idx="430">
                  <c:v>2001-09-25</c:v>
                </c:pt>
                <c:pt idx="431">
                  <c:v>2001-09-26</c:v>
                </c:pt>
                <c:pt idx="432">
                  <c:v>2001-09-27</c:v>
                </c:pt>
                <c:pt idx="433">
                  <c:v>2001-09-28</c:v>
                </c:pt>
                <c:pt idx="434">
                  <c:v>2001-10-01</c:v>
                </c:pt>
                <c:pt idx="435">
                  <c:v>2001-10-02</c:v>
                </c:pt>
                <c:pt idx="436">
                  <c:v>2001-10-03</c:v>
                </c:pt>
                <c:pt idx="437">
                  <c:v>2001-10-04</c:v>
                </c:pt>
                <c:pt idx="438">
                  <c:v>2001-10-05</c:v>
                </c:pt>
                <c:pt idx="439">
                  <c:v>2001-10-08</c:v>
                </c:pt>
                <c:pt idx="440">
                  <c:v>2001-10-09</c:v>
                </c:pt>
                <c:pt idx="441">
                  <c:v>2001-10-10</c:v>
                </c:pt>
                <c:pt idx="442">
                  <c:v>2001-10-11</c:v>
                </c:pt>
                <c:pt idx="443">
                  <c:v>2001-10-12</c:v>
                </c:pt>
                <c:pt idx="444">
                  <c:v>2001-10-15</c:v>
                </c:pt>
                <c:pt idx="445">
                  <c:v>2001-10-16</c:v>
                </c:pt>
                <c:pt idx="446">
                  <c:v>2001-10-17</c:v>
                </c:pt>
                <c:pt idx="447">
                  <c:v>2001-10-18</c:v>
                </c:pt>
                <c:pt idx="448">
                  <c:v>2001-10-19</c:v>
                </c:pt>
                <c:pt idx="449">
                  <c:v>2001-10-22</c:v>
                </c:pt>
                <c:pt idx="450">
                  <c:v>2001-10-23</c:v>
                </c:pt>
                <c:pt idx="451">
                  <c:v>2001-10-24</c:v>
                </c:pt>
                <c:pt idx="452">
                  <c:v>2001-10-25</c:v>
                </c:pt>
                <c:pt idx="453">
                  <c:v>2001-10-26</c:v>
                </c:pt>
                <c:pt idx="454">
                  <c:v>2001-10-29</c:v>
                </c:pt>
                <c:pt idx="455">
                  <c:v>2001-10-30</c:v>
                </c:pt>
                <c:pt idx="456">
                  <c:v>2001-10-31</c:v>
                </c:pt>
                <c:pt idx="457">
                  <c:v>2001-11-01</c:v>
                </c:pt>
                <c:pt idx="458">
                  <c:v>2001-11-02</c:v>
                </c:pt>
                <c:pt idx="459">
                  <c:v>2001-11-05</c:v>
                </c:pt>
                <c:pt idx="460">
                  <c:v>2001-11-06</c:v>
                </c:pt>
                <c:pt idx="461">
                  <c:v>2001-11-07</c:v>
                </c:pt>
                <c:pt idx="462">
                  <c:v>2001-11-08</c:v>
                </c:pt>
                <c:pt idx="463">
                  <c:v>2001-11-09</c:v>
                </c:pt>
                <c:pt idx="464">
                  <c:v>2001-11-12</c:v>
                </c:pt>
                <c:pt idx="465">
                  <c:v>2001-11-13</c:v>
                </c:pt>
                <c:pt idx="466">
                  <c:v>2001-11-14</c:v>
                </c:pt>
                <c:pt idx="467">
                  <c:v>2001-11-15</c:v>
                </c:pt>
                <c:pt idx="468">
                  <c:v>2001-11-16</c:v>
                </c:pt>
                <c:pt idx="469">
                  <c:v>2001-11-19</c:v>
                </c:pt>
                <c:pt idx="470">
                  <c:v>2001-11-20</c:v>
                </c:pt>
                <c:pt idx="471">
                  <c:v>2001-11-21</c:v>
                </c:pt>
                <c:pt idx="472">
                  <c:v>2001-11-26</c:v>
                </c:pt>
                <c:pt idx="473">
                  <c:v>2001-11-27</c:v>
                </c:pt>
                <c:pt idx="474">
                  <c:v>2001-11-28</c:v>
                </c:pt>
                <c:pt idx="475">
                  <c:v>2001-11-29</c:v>
                </c:pt>
                <c:pt idx="476">
                  <c:v>2001-11-30</c:v>
                </c:pt>
                <c:pt idx="477">
                  <c:v>2001-12-03</c:v>
                </c:pt>
                <c:pt idx="478">
                  <c:v>2001-12-04</c:v>
                </c:pt>
                <c:pt idx="479">
                  <c:v>2001-12-05</c:v>
                </c:pt>
                <c:pt idx="480">
                  <c:v>2001-12-06</c:v>
                </c:pt>
                <c:pt idx="481">
                  <c:v>2001-12-07</c:v>
                </c:pt>
                <c:pt idx="482">
                  <c:v>2001-12-10</c:v>
                </c:pt>
                <c:pt idx="483">
                  <c:v>2001-12-11</c:v>
                </c:pt>
                <c:pt idx="484">
                  <c:v>2001-12-12</c:v>
                </c:pt>
                <c:pt idx="485">
                  <c:v>2001-12-13</c:v>
                </c:pt>
                <c:pt idx="486">
                  <c:v>2001-12-14</c:v>
                </c:pt>
                <c:pt idx="487">
                  <c:v>2001-12-17</c:v>
                </c:pt>
                <c:pt idx="488">
                  <c:v>2001-12-18</c:v>
                </c:pt>
                <c:pt idx="489">
                  <c:v>2001-12-19</c:v>
                </c:pt>
                <c:pt idx="490">
                  <c:v>2001-12-20</c:v>
                </c:pt>
                <c:pt idx="491">
                  <c:v>2001-12-21</c:v>
                </c:pt>
                <c:pt idx="492">
                  <c:v>2001-12-27</c:v>
                </c:pt>
                <c:pt idx="493">
                  <c:v>2001-12-28</c:v>
                </c:pt>
                <c:pt idx="494">
                  <c:v>2002-01-02</c:v>
                </c:pt>
                <c:pt idx="495">
                  <c:v>2002-01-03</c:v>
                </c:pt>
                <c:pt idx="496">
                  <c:v>2002-01-04</c:v>
                </c:pt>
                <c:pt idx="497">
                  <c:v>2002-01-07</c:v>
                </c:pt>
                <c:pt idx="498">
                  <c:v>2002-01-08</c:v>
                </c:pt>
                <c:pt idx="499">
                  <c:v>2002-01-09</c:v>
                </c:pt>
                <c:pt idx="500">
                  <c:v>2002-01-10</c:v>
                </c:pt>
                <c:pt idx="501">
                  <c:v>2002-01-11</c:v>
                </c:pt>
                <c:pt idx="502">
                  <c:v>2002-01-14</c:v>
                </c:pt>
                <c:pt idx="503">
                  <c:v>2002-01-15</c:v>
                </c:pt>
                <c:pt idx="504">
                  <c:v>2002-01-16</c:v>
                </c:pt>
                <c:pt idx="505">
                  <c:v>2002-01-17</c:v>
                </c:pt>
                <c:pt idx="506">
                  <c:v>2002-01-18</c:v>
                </c:pt>
                <c:pt idx="507">
                  <c:v>2002-01-22</c:v>
                </c:pt>
                <c:pt idx="508">
                  <c:v>2002-01-23</c:v>
                </c:pt>
                <c:pt idx="509">
                  <c:v>2002-01-24</c:v>
                </c:pt>
                <c:pt idx="510">
                  <c:v>2002-01-25</c:v>
                </c:pt>
                <c:pt idx="511">
                  <c:v>2002-01-28</c:v>
                </c:pt>
                <c:pt idx="512">
                  <c:v>2002-01-29</c:v>
                </c:pt>
                <c:pt idx="513">
                  <c:v>2002-01-30</c:v>
                </c:pt>
                <c:pt idx="514">
                  <c:v>2002-01-31</c:v>
                </c:pt>
                <c:pt idx="515">
                  <c:v>2002-02-01</c:v>
                </c:pt>
                <c:pt idx="516">
                  <c:v>2002-02-04</c:v>
                </c:pt>
                <c:pt idx="517">
                  <c:v>2002-02-05</c:v>
                </c:pt>
                <c:pt idx="518">
                  <c:v>2002-02-06</c:v>
                </c:pt>
                <c:pt idx="519">
                  <c:v>2002-02-07</c:v>
                </c:pt>
                <c:pt idx="520">
                  <c:v>2002-02-08</c:v>
                </c:pt>
                <c:pt idx="521">
                  <c:v>2002-02-11</c:v>
                </c:pt>
                <c:pt idx="522">
                  <c:v>2002-02-12</c:v>
                </c:pt>
                <c:pt idx="523">
                  <c:v>2002-02-13</c:v>
                </c:pt>
                <c:pt idx="524">
                  <c:v>2002-02-14</c:v>
                </c:pt>
                <c:pt idx="525">
                  <c:v>2002-02-15</c:v>
                </c:pt>
                <c:pt idx="526">
                  <c:v>2002-02-19</c:v>
                </c:pt>
                <c:pt idx="527">
                  <c:v>2002-02-20</c:v>
                </c:pt>
                <c:pt idx="528">
                  <c:v>2002-02-21</c:v>
                </c:pt>
                <c:pt idx="529">
                  <c:v>2002-02-22</c:v>
                </c:pt>
                <c:pt idx="530">
                  <c:v>2002-02-25</c:v>
                </c:pt>
                <c:pt idx="531">
                  <c:v>2002-02-26</c:v>
                </c:pt>
                <c:pt idx="532">
                  <c:v>2002-02-27</c:v>
                </c:pt>
                <c:pt idx="533">
                  <c:v>2002-02-28</c:v>
                </c:pt>
                <c:pt idx="534">
                  <c:v>2002-03-01</c:v>
                </c:pt>
                <c:pt idx="535">
                  <c:v>2002-03-04</c:v>
                </c:pt>
                <c:pt idx="536">
                  <c:v>2002-03-05</c:v>
                </c:pt>
                <c:pt idx="537">
                  <c:v>2002-03-06</c:v>
                </c:pt>
                <c:pt idx="538">
                  <c:v>2002-03-07</c:v>
                </c:pt>
                <c:pt idx="539">
                  <c:v>2002-03-08</c:v>
                </c:pt>
                <c:pt idx="540">
                  <c:v>2002-03-11</c:v>
                </c:pt>
                <c:pt idx="541">
                  <c:v>2002-03-12</c:v>
                </c:pt>
                <c:pt idx="542">
                  <c:v>2002-03-13</c:v>
                </c:pt>
                <c:pt idx="543">
                  <c:v>2002-03-14</c:v>
                </c:pt>
                <c:pt idx="544">
                  <c:v>2002-03-15</c:v>
                </c:pt>
                <c:pt idx="545">
                  <c:v>2002-03-18</c:v>
                </c:pt>
                <c:pt idx="546">
                  <c:v>2002-03-19</c:v>
                </c:pt>
                <c:pt idx="547">
                  <c:v>2002-03-20</c:v>
                </c:pt>
                <c:pt idx="548">
                  <c:v>2002-03-21</c:v>
                </c:pt>
                <c:pt idx="549">
                  <c:v>2002-03-22</c:v>
                </c:pt>
                <c:pt idx="550">
                  <c:v>2002-03-25</c:v>
                </c:pt>
                <c:pt idx="551">
                  <c:v>2002-03-26</c:v>
                </c:pt>
                <c:pt idx="552">
                  <c:v>2002-03-27</c:v>
                </c:pt>
                <c:pt idx="553">
                  <c:v>2002-03-28</c:v>
                </c:pt>
                <c:pt idx="554">
                  <c:v>2002-04-01</c:v>
                </c:pt>
                <c:pt idx="555">
                  <c:v>2002-04-02</c:v>
                </c:pt>
                <c:pt idx="556">
                  <c:v>2002-04-03</c:v>
                </c:pt>
                <c:pt idx="557">
                  <c:v>2002-04-04</c:v>
                </c:pt>
                <c:pt idx="558">
                  <c:v>2002-04-05</c:v>
                </c:pt>
                <c:pt idx="559">
                  <c:v>2002-04-08</c:v>
                </c:pt>
                <c:pt idx="560">
                  <c:v>2002-04-09</c:v>
                </c:pt>
                <c:pt idx="561">
                  <c:v>2002-04-10</c:v>
                </c:pt>
                <c:pt idx="562">
                  <c:v>2002-04-11</c:v>
                </c:pt>
                <c:pt idx="563">
                  <c:v>2002-04-12</c:v>
                </c:pt>
                <c:pt idx="564">
                  <c:v>2002-04-15</c:v>
                </c:pt>
                <c:pt idx="565">
                  <c:v>2002-04-16</c:v>
                </c:pt>
                <c:pt idx="566">
                  <c:v>2002-04-17</c:v>
                </c:pt>
                <c:pt idx="567">
                  <c:v>2002-04-18</c:v>
                </c:pt>
                <c:pt idx="568">
                  <c:v>2002-04-19</c:v>
                </c:pt>
                <c:pt idx="569">
                  <c:v>2002-04-22</c:v>
                </c:pt>
                <c:pt idx="570">
                  <c:v>2002-04-23</c:v>
                </c:pt>
                <c:pt idx="571">
                  <c:v>2002-04-24</c:v>
                </c:pt>
                <c:pt idx="572">
                  <c:v>2002-04-25</c:v>
                </c:pt>
                <c:pt idx="573">
                  <c:v>2002-04-26</c:v>
                </c:pt>
                <c:pt idx="574">
                  <c:v>2002-04-29</c:v>
                </c:pt>
                <c:pt idx="575">
                  <c:v>2002-04-30</c:v>
                </c:pt>
                <c:pt idx="576">
                  <c:v>2002-05-01</c:v>
                </c:pt>
                <c:pt idx="577">
                  <c:v>2002-05-02</c:v>
                </c:pt>
                <c:pt idx="578">
                  <c:v>2002-05-03</c:v>
                </c:pt>
                <c:pt idx="579">
                  <c:v>2002-05-06</c:v>
                </c:pt>
                <c:pt idx="580">
                  <c:v>2002-05-07</c:v>
                </c:pt>
                <c:pt idx="581">
                  <c:v>2002-05-08</c:v>
                </c:pt>
                <c:pt idx="582">
                  <c:v>2002-05-09</c:v>
                </c:pt>
                <c:pt idx="583">
                  <c:v>2002-05-10</c:v>
                </c:pt>
                <c:pt idx="584">
                  <c:v>2002-05-13</c:v>
                </c:pt>
                <c:pt idx="585">
                  <c:v>2002-05-14</c:v>
                </c:pt>
                <c:pt idx="586">
                  <c:v>2002-05-15</c:v>
                </c:pt>
                <c:pt idx="587">
                  <c:v>2002-05-16</c:v>
                </c:pt>
                <c:pt idx="588">
                  <c:v>2002-05-17</c:v>
                </c:pt>
                <c:pt idx="589">
                  <c:v>2002-05-20</c:v>
                </c:pt>
                <c:pt idx="590">
                  <c:v>2002-05-21</c:v>
                </c:pt>
                <c:pt idx="591">
                  <c:v>2002-05-22</c:v>
                </c:pt>
                <c:pt idx="592">
                  <c:v>2002-05-23</c:v>
                </c:pt>
                <c:pt idx="593">
                  <c:v>2002-05-24</c:v>
                </c:pt>
                <c:pt idx="594">
                  <c:v>2002-05-28</c:v>
                </c:pt>
                <c:pt idx="595">
                  <c:v>2002-05-29</c:v>
                </c:pt>
                <c:pt idx="596">
                  <c:v>2002-05-30</c:v>
                </c:pt>
                <c:pt idx="597">
                  <c:v>2002-05-31</c:v>
                </c:pt>
                <c:pt idx="598">
                  <c:v>2002-06-03</c:v>
                </c:pt>
                <c:pt idx="599">
                  <c:v>2002-06-04</c:v>
                </c:pt>
                <c:pt idx="600">
                  <c:v>2002-06-05</c:v>
                </c:pt>
                <c:pt idx="601">
                  <c:v>2002-06-06</c:v>
                </c:pt>
                <c:pt idx="602">
                  <c:v>2002-06-07</c:v>
                </c:pt>
                <c:pt idx="603">
                  <c:v>2002-06-10</c:v>
                </c:pt>
                <c:pt idx="604">
                  <c:v>2002-06-11</c:v>
                </c:pt>
                <c:pt idx="605">
                  <c:v>2002-06-12</c:v>
                </c:pt>
                <c:pt idx="606">
                  <c:v>2002-06-13</c:v>
                </c:pt>
                <c:pt idx="607">
                  <c:v>2002-06-14</c:v>
                </c:pt>
                <c:pt idx="608">
                  <c:v>2002-06-17</c:v>
                </c:pt>
                <c:pt idx="609">
                  <c:v>2002-06-18</c:v>
                </c:pt>
                <c:pt idx="610">
                  <c:v>2002-06-19</c:v>
                </c:pt>
                <c:pt idx="611">
                  <c:v>2002-06-20</c:v>
                </c:pt>
                <c:pt idx="612">
                  <c:v>2002-06-21</c:v>
                </c:pt>
                <c:pt idx="613">
                  <c:v>2002-06-24</c:v>
                </c:pt>
                <c:pt idx="614">
                  <c:v>2002-06-25</c:v>
                </c:pt>
                <c:pt idx="615">
                  <c:v>2002-06-26</c:v>
                </c:pt>
                <c:pt idx="616">
                  <c:v>2002-06-27</c:v>
                </c:pt>
                <c:pt idx="617">
                  <c:v>2002-06-28</c:v>
                </c:pt>
                <c:pt idx="618">
                  <c:v>2002-10-01</c:v>
                </c:pt>
                <c:pt idx="619">
                  <c:v>2002-10-02</c:v>
                </c:pt>
                <c:pt idx="620">
                  <c:v>2002-10-03</c:v>
                </c:pt>
                <c:pt idx="621">
                  <c:v>2002-10-04</c:v>
                </c:pt>
                <c:pt idx="622">
                  <c:v>2002-10-07</c:v>
                </c:pt>
                <c:pt idx="623">
                  <c:v>2002-10-08</c:v>
                </c:pt>
                <c:pt idx="624">
                  <c:v>2002-10-09</c:v>
                </c:pt>
                <c:pt idx="625">
                  <c:v>2002-10-10</c:v>
                </c:pt>
                <c:pt idx="626">
                  <c:v>2002-10-11</c:v>
                </c:pt>
                <c:pt idx="627">
                  <c:v>2002-10-14</c:v>
                </c:pt>
                <c:pt idx="628">
                  <c:v>2002-10-15</c:v>
                </c:pt>
                <c:pt idx="629">
                  <c:v>2002-10-16</c:v>
                </c:pt>
                <c:pt idx="630">
                  <c:v>2002-10-17</c:v>
                </c:pt>
                <c:pt idx="631">
                  <c:v>2002-10-18</c:v>
                </c:pt>
                <c:pt idx="632">
                  <c:v>2002-10-21</c:v>
                </c:pt>
                <c:pt idx="633">
                  <c:v>2002-10-22</c:v>
                </c:pt>
                <c:pt idx="634">
                  <c:v>2002-10-23</c:v>
                </c:pt>
                <c:pt idx="635">
                  <c:v>2002-10-24</c:v>
                </c:pt>
                <c:pt idx="636">
                  <c:v>2002-10-25</c:v>
                </c:pt>
                <c:pt idx="637">
                  <c:v>2002-10-28</c:v>
                </c:pt>
                <c:pt idx="638">
                  <c:v>2002-10-29</c:v>
                </c:pt>
                <c:pt idx="639">
                  <c:v>2002-10-30</c:v>
                </c:pt>
                <c:pt idx="640">
                  <c:v>2002-10-31</c:v>
                </c:pt>
                <c:pt idx="641">
                  <c:v>2002-11-01</c:v>
                </c:pt>
                <c:pt idx="642">
                  <c:v>2002-11-04</c:v>
                </c:pt>
                <c:pt idx="643">
                  <c:v>2002-11-05</c:v>
                </c:pt>
                <c:pt idx="644">
                  <c:v>2002-11-06</c:v>
                </c:pt>
                <c:pt idx="645">
                  <c:v>2002-11-07</c:v>
                </c:pt>
                <c:pt idx="646">
                  <c:v>2002-11-08</c:v>
                </c:pt>
                <c:pt idx="647">
                  <c:v>2002-11-11</c:v>
                </c:pt>
                <c:pt idx="648">
                  <c:v>2002-11-12</c:v>
                </c:pt>
                <c:pt idx="649">
                  <c:v>2002-11-13</c:v>
                </c:pt>
                <c:pt idx="650">
                  <c:v>2002-11-14</c:v>
                </c:pt>
                <c:pt idx="651">
                  <c:v>2002-11-15</c:v>
                </c:pt>
                <c:pt idx="652">
                  <c:v>2002-11-18</c:v>
                </c:pt>
                <c:pt idx="653">
                  <c:v>2002-11-19</c:v>
                </c:pt>
                <c:pt idx="654">
                  <c:v>2002-11-20</c:v>
                </c:pt>
                <c:pt idx="655">
                  <c:v>2002-11-21</c:v>
                </c:pt>
                <c:pt idx="656">
                  <c:v>2002-11-22</c:v>
                </c:pt>
                <c:pt idx="657">
                  <c:v>2002-11-25</c:v>
                </c:pt>
                <c:pt idx="658">
                  <c:v>2002-11-26</c:v>
                </c:pt>
                <c:pt idx="659">
                  <c:v>2002-11-27</c:v>
                </c:pt>
                <c:pt idx="660">
                  <c:v>2002-12-02</c:v>
                </c:pt>
                <c:pt idx="661">
                  <c:v>2002-12-03</c:v>
                </c:pt>
                <c:pt idx="662">
                  <c:v>2002-12-04</c:v>
                </c:pt>
                <c:pt idx="663">
                  <c:v>2002-12-05</c:v>
                </c:pt>
                <c:pt idx="664">
                  <c:v>2002-12-06</c:v>
                </c:pt>
                <c:pt idx="665">
                  <c:v>2002-12-09</c:v>
                </c:pt>
                <c:pt idx="666">
                  <c:v>2002-12-10</c:v>
                </c:pt>
                <c:pt idx="667">
                  <c:v>2002-12-11</c:v>
                </c:pt>
                <c:pt idx="668">
                  <c:v>2002-12-12</c:v>
                </c:pt>
                <c:pt idx="669">
                  <c:v>2002-12-13</c:v>
                </c:pt>
                <c:pt idx="670">
                  <c:v>2002-12-16</c:v>
                </c:pt>
                <c:pt idx="671">
                  <c:v>2002-12-17</c:v>
                </c:pt>
                <c:pt idx="672">
                  <c:v>2002-12-18</c:v>
                </c:pt>
                <c:pt idx="673">
                  <c:v>2002-12-19</c:v>
                </c:pt>
                <c:pt idx="674">
                  <c:v>2002-12-20</c:v>
                </c:pt>
                <c:pt idx="675">
                  <c:v>2002-12-23</c:v>
                </c:pt>
                <c:pt idx="676">
                  <c:v>2002-12-24</c:v>
                </c:pt>
                <c:pt idx="677">
                  <c:v>2002-12-27</c:v>
                </c:pt>
                <c:pt idx="678">
                  <c:v>2002-12-30</c:v>
                </c:pt>
                <c:pt idx="679">
                  <c:v>2002-12-31</c:v>
                </c:pt>
                <c:pt idx="680">
                  <c:v>2003-01-02</c:v>
                </c:pt>
                <c:pt idx="681">
                  <c:v>2003-01-03</c:v>
                </c:pt>
                <c:pt idx="682">
                  <c:v>2003-01-06</c:v>
                </c:pt>
                <c:pt idx="683">
                  <c:v>2003-01-07</c:v>
                </c:pt>
                <c:pt idx="684">
                  <c:v>2003-01-08</c:v>
                </c:pt>
                <c:pt idx="685">
                  <c:v>2003-01-09</c:v>
                </c:pt>
                <c:pt idx="686">
                  <c:v>2003-01-10</c:v>
                </c:pt>
                <c:pt idx="687">
                  <c:v>2003-01-13</c:v>
                </c:pt>
                <c:pt idx="688">
                  <c:v>2003-01-14</c:v>
                </c:pt>
                <c:pt idx="689">
                  <c:v>2003-01-15</c:v>
                </c:pt>
                <c:pt idx="690">
                  <c:v>2003-01-16</c:v>
                </c:pt>
                <c:pt idx="691">
                  <c:v>2003-01-17</c:v>
                </c:pt>
                <c:pt idx="692">
                  <c:v>2003-01-21</c:v>
                </c:pt>
                <c:pt idx="693">
                  <c:v>2003-01-22</c:v>
                </c:pt>
                <c:pt idx="694">
                  <c:v>2003-01-23</c:v>
                </c:pt>
                <c:pt idx="695">
                  <c:v>2003-01-24</c:v>
                </c:pt>
                <c:pt idx="696">
                  <c:v>2003-01-27</c:v>
                </c:pt>
                <c:pt idx="697">
                  <c:v>2003-01-28</c:v>
                </c:pt>
                <c:pt idx="698">
                  <c:v>2003-01-29</c:v>
                </c:pt>
                <c:pt idx="699">
                  <c:v>2003-01-30</c:v>
                </c:pt>
                <c:pt idx="700">
                  <c:v>2003-01-31</c:v>
                </c:pt>
                <c:pt idx="701">
                  <c:v>2003-02-03</c:v>
                </c:pt>
                <c:pt idx="702">
                  <c:v>2003-02-04</c:v>
                </c:pt>
                <c:pt idx="703">
                  <c:v>2003-02-05</c:v>
                </c:pt>
                <c:pt idx="704">
                  <c:v>2003-02-06</c:v>
                </c:pt>
                <c:pt idx="705">
                  <c:v>2003-02-07</c:v>
                </c:pt>
                <c:pt idx="706">
                  <c:v>2003-02-10</c:v>
                </c:pt>
                <c:pt idx="707">
                  <c:v>2003-02-11</c:v>
                </c:pt>
                <c:pt idx="708">
                  <c:v>2003-02-12</c:v>
                </c:pt>
                <c:pt idx="709">
                  <c:v>2003-02-13</c:v>
                </c:pt>
                <c:pt idx="710">
                  <c:v>2003-02-14</c:v>
                </c:pt>
                <c:pt idx="711">
                  <c:v>2003-02-19</c:v>
                </c:pt>
                <c:pt idx="712">
                  <c:v>2003-02-20</c:v>
                </c:pt>
                <c:pt idx="713">
                  <c:v>2003-02-21</c:v>
                </c:pt>
                <c:pt idx="714">
                  <c:v>2003-02-24</c:v>
                </c:pt>
                <c:pt idx="715">
                  <c:v>2003-02-25</c:v>
                </c:pt>
                <c:pt idx="716">
                  <c:v>2003-02-26</c:v>
                </c:pt>
                <c:pt idx="717">
                  <c:v>2003-02-27</c:v>
                </c:pt>
                <c:pt idx="718">
                  <c:v>2003-02-28</c:v>
                </c:pt>
                <c:pt idx="719">
                  <c:v>2003-03-03</c:v>
                </c:pt>
                <c:pt idx="720">
                  <c:v>2003-03-04</c:v>
                </c:pt>
                <c:pt idx="721">
                  <c:v>2003-03-05</c:v>
                </c:pt>
                <c:pt idx="722">
                  <c:v>2003-03-06</c:v>
                </c:pt>
                <c:pt idx="723">
                  <c:v>2003-03-07</c:v>
                </c:pt>
                <c:pt idx="724">
                  <c:v>2003-03-10</c:v>
                </c:pt>
                <c:pt idx="725">
                  <c:v>2003-03-11</c:v>
                </c:pt>
                <c:pt idx="726">
                  <c:v>2003-03-12</c:v>
                </c:pt>
                <c:pt idx="727">
                  <c:v>2003-03-13</c:v>
                </c:pt>
                <c:pt idx="728">
                  <c:v>2003-03-14</c:v>
                </c:pt>
                <c:pt idx="729">
                  <c:v>2003-03-17</c:v>
                </c:pt>
                <c:pt idx="730">
                  <c:v>2003-03-18</c:v>
                </c:pt>
                <c:pt idx="731">
                  <c:v>2003-03-19</c:v>
                </c:pt>
                <c:pt idx="732">
                  <c:v>2003-03-20</c:v>
                </c:pt>
                <c:pt idx="733">
                  <c:v>2003-03-21</c:v>
                </c:pt>
                <c:pt idx="734">
                  <c:v>2003-03-24</c:v>
                </c:pt>
                <c:pt idx="735">
                  <c:v>2003-03-25</c:v>
                </c:pt>
                <c:pt idx="736">
                  <c:v>2003-03-26</c:v>
                </c:pt>
                <c:pt idx="737">
                  <c:v>2003-03-27</c:v>
                </c:pt>
                <c:pt idx="738">
                  <c:v>2003-03-28</c:v>
                </c:pt>
                <c:pt idx="739">
                  <c:v>2003-03-31</c:v>
                </c:pt>
                <c:pt idx="740">
                  <c:v>2003-04-01</c:v>
                </c:pt>
                <c:pt idx="741">
                  <c:v>2003-04-02</c:v>
                </c:pt>
                <c:pt idx="742">
                  <c:v>2003-04-03</c:v>
                </c:pt>
                <c:pt idx="743">
                  <c:v>2003-04-04</c:v>
                </c:pt>
                <c:pt idx="744">
                  <c:v>2003-04-07</c:v>
                </c:pt>
                <c:pt idx="745">
                  <c:v>2003-04-08</c:v>
                </c:pt>
                <c:pt idx="746">
                  <c:v>2003-04-09</c:v>
                </c:pt>
                <c:pt idx="747">
                  <c:v>2003-04-10</c:v>
                </c:pt>
                <c:pt idx="748">
                  <c:v>2003-04-11</c:v>
                </c:pt>
                <c:pt idx="749">
                  <c:v>2003-04-14</c:v>
                </c:pt>
                <c:pt idx="750">
                  <c:v>2003-04-15</c:v>
                </c:pt>
                <c:pt idx="751">
                  <c:v>2003-04-16</c:v>
                </c:pt>
                <c:pt idx="752">
                  <c:v>2003-04-17</c:v>
                </c:pt>
                <c:pt idx="753">
                  <c:v>2003-04-21</c:v>
                </c:pt>
                <c:pt idx="754">
                  <c:v>2003-04-22</c:v>
                </c:pt>
                <c:pt idx="755">
                  <c:v>2003-04-23</c:v>
                </c:pt>
                <c:pt idx="756">
                  <c:v>2003-04-24</c:v>
                </c:pt>
                <c:pt idx="757">
                  <c:v>2003-04-25</c:v>
                </c:pt>
                <c:pt idx="758">
                  <c:v>2003-04-28</c:v>
                </c:pt>
                <c:pt idx="759">
                  <c:v>2003-04-29</c:v>
                </c:pt>
                <c:pt idx="760">
                  <c:v>2003-04-30</c:v>
                </c:pt>
                <c:pt idx="761">
                  <c:v>2003-05-01</c:v>
                </c:pt>
                <c:pt idx="762">
                  <c:v>2003-05-02</c:v>
                </c:pt>
                <c:pt idx="763">
                  <c:v>2003-05-05</c:v>
                </c:pt>
                <c:pt idx="764">
                  <c:v>2003-05-06</c:v>
                </c:pt>
                <c:pt idx="765">
                  <c:v>2003-05-07</c:v>
                </c:pt>
                <c:pt idx="766">
                  <c:v>2003-05-08</c:v>
                </c:pt>
                <c:pt idx="767">
                  <c:v>2003-05-09</c:v>
                </c:pt>
                <c:pt idx="768">
                  <c:v>2003-05-12</c:v>
                </c:pt>
                <c:pt idx="769">
                  <c:v>2003-05-13</c:v>
                </c:pt>
                <c:pt idx="770">
                  <c:v>2003-05-14</c:v>
                </c:pt>
                <c:pt idx="771">
                  <c:v>2003-05-15</c:v>
                </c:pt>
                <c:pt idx="772">
                  <c:v>2003-05-16</c:v>
                </c:pt>
                <c:pt idx="773">
                  <c:v>2003-05-19</c:v>
                </c:pt>
                <c:pt idx="774">
                  <c:v>2003-05-20</c:v>
                </c:pt>
                <c:pt idx="775">
                  <c:v>2003-05-21</c:v>
                </c:pt>
                <c:pt idx="776">
                  <c:v>2003-05-22</c:v>
                </c:pt>
                <c:pt idx="777">
                  <c:v>2003-05-23</c:v>
                </c:pt>
                <c:pt idx="778">
                  <c:v>2003-05-27</c:v>
                </c:pt>
                <c:pt idx="779">
                  <c:v>2003-05-28</c:v>
                </c:pt>
                <c:pt idx="780">
                  <c:v>2003-05-29</c:v>
                </c:pt>
                <c:pt idx="781">
                  <c:v>2003-05-30</c:v>
                </c:pt>
                <c:pt idx="782">
                  <c:v>2003-06-02</c:v>
                </c:pt>
                <c:pt idx="783">
                  <c:v>2003-06-03</c:v>
                </c:pt>
                <c:pt idx="784">
                  <c:v>2003-06-04</c:v>
                </c:pt>
                <c:pt idx="785">
                  <c:v>2003-06-05</c:v>
                </c:pt>
                <c:pt idx="786">
                  <c:v>2003-06-06</c:v>
                </c:pt>
                <c:pt idx="787">
                  <c:v>2003-06-09</c:v>
                </c:pt>
                <c:pt idx="788">
                  <c:v>2003-06-10</c:v>
                </c:pt>
                <c:pt idx="789">
                  <c:v>2003-06-11</c:v>
                </c:pt>
                <c:pt idx="790">
                  <c:v>2003-06-12</c:v>
                </c:pt>
                <c:pt idx="791">
                  <c:v>2003-06-13</c:v>
                </c:pt>
                <c:pt idx="792">
                  <c:v>2003-06-16</c:v>
                </c:pt>
                <c:pt idx="793">
                  <c:v>2003-06-17</c:v>
                </c:pt>
                <c:pt idx="794">
                  <c:v>2003-06-18</c:v>
                </c:pt>
                <c:pt idx="795">
                  <c:v>2003-06-19</c:v>
                </c:pt>
                <c:pt idx="796">
                  <c:v>2003-06-20</c:v>
                </c:pt>
                <c:pt idx="797">
                  <c:v>2003-06-23</c:v>
                </c:pt>
                <c:pt idx="798">
                  <c:v>2003-06-24</c:v>
                </c:pt>
                <c:pt idx="799">
                  <c:v>2003-06-25</c:v>
                </c:pt>
                <c:pt idx="800">
                  <c:v>2003-06-26</c:v>
                </c:pt>
                <c:pt idx="801">
                  <c:v>2003-06-27</c:v>
                </c:pt>
                <c:pt idx="802">
                  <c:v>2003-06-30</c:v>
                </c:pt>
                <c:pt idx="803">
                  <c:v>2003-07-01</c:v>
                </c:pt>
                <c:pt idx="804">
                  <c:v>2003-07-02</c:v>
                </c:pt>
                <c:pt idx="805">
                  <c:v>2003-07-03</c:v>
                </c:pt>
                <c:pt idx="806">
                  <c:v>2003-07-07</c:v>
                </c:pt>
                <c:pt idx="807">
                  <c:v>2003-07-08</c:v>
                </c:pt>
                <c:pt idx="808">
                  <c:v>2003-07-09</c:v>
                </c:pt>
                <c:pt idx="809">
                  <c:v>2003-07-10</c:v>
                </c:pt>
                <c:pt idx="810">
                  <c:v>2003-07-11</c:v>
                </c:pt>
                <c:pt idx="811">
                  <c:v>2003-07-14</c:v>
                </c:pt>
                <c:pt idx="812">
                  <c:v>2003-07-15</c:v>
                </c:pt>
                <c:pt idx="813">
                  <c:v>2003-07-16</c:v>
                </c:pt>
                <c:pt idx="814">
                  <c:v>2003-07-17</c:v>
                </c:pt>
                <c:pt idx="815">
                  <c:v>2003-07-18</c:v>
                </c:pt>
                <c:pt idx="816">
                  <c:v>2003-07-21</c:v>
                </c:pt>
                <c:pt idx="817">
                  <c:v>2003-07-22</c:v>
                </c:pt>
                <c:pt idx="818">
                  <c:v>2003-07-23</c:v>
                </c:pt>
                <c:pt idx="819">
                  <c:v>2003-07-24</c:v>
                </c:pt>
                <c:pt idx="820">
                  <c:v>2003-07-25</c:v>
                </c:pt>
                <c:pt idx="821">
                  <c:v>2003-07-28</c:v>
                </c:pt>
                <c:pt idx="822">
                  <c:v>2003-07-29</c:v>
                </c:pt>
                <c:pt idx="823">
                  <c:v>2003-07-30</c:v>
                </c:pt>
                <c:pt idx="824">
                  <c:v>2003-07-31</c:v>
                </c:pt>
                <c:pt idx="825">
                  <c:v>2003-08-01</c:v>
                </c:pt>
                <c:pt idx="826">
                  <c:v>2003-08-04</c:v>
                </c:pt>
                <c:pt idx="827">
                  <c:v>2003-08-05</c:v>
                </c:pt>
                <c:pt idx="828">
                  <c:v>2003-08-06</c:v>
                </c:pt>
                <c:pt idx="829">
                  <c:v>2003-08-07</c:v>
                </c:pt>
                <c:pt idx="830">
                  <c:v>2003-08-08</c:v>
                </c:pt>
                <c:pt idx="831">
                  <c:v>2003-08-11</c:v>
                </c:pt>
                <c:pt idx="832">
                  <c:v>2003-08-12</c:v>
                </c:pt>
                <c:pt idx="833">
                  <c:v>2003-08-13</c:v>
                </c:pt>
                <c:pt idx="834">
                  <c:v>2003-08-14</c:v>
                </c:pt>
                <c:pt idx="835">
                  <c:v>2003-08-15</c:v>
                </c:pt>
                <c:pt idx="836">
                  <c:v>2003-08-18</c:v>
                </c:pt>
                <c:pt idx="837">
                  <c:v>2003-08-19</c:v>
                </c:pt>
                <c:pt idx="838">
                  <c:v>2003-08-20</c:v>
                </c:pt>
                <c:pt idx="839">
                  <c:v>2003-08-21</c:v>
                </c:pt>
                <c:pt idx="840">
                  <c:v>2003-08-22</c:v>
                </c:pt>
                <c:pt idx="841">
                  <c:v>2003-08-25</c:v>
                </c:pt>
                <c:pt idx="842">
                  <c:v>2003-08-26</c:v>
                </c:pt>
                <c:pt idx="843">
                  <c:v>2003-08-27</c:v>
                </c:pt>
                <c:pt idx="844">
                  <c:v>2003-08-28</c:v>
                </c:pt>
                <c:pt idx="845">
                  <c:v>2003-08-29</c:v>
                </c:pt>
                <c:pt idx="846">
                  <c:v>2003-09-02</c:v>
                </c:pt>
                <c:pt idx="847">
                  <c:v>2003-09-03</c:v>
                </c:pt>
                <c:pt idx="848">
                  <c:v>2003-09-04</c:v>
                </c:pt>
                <c:pt idx="849">
                  <c:v>2003-09-05</c:v>
                </c:pt>
                <c:pt idx="850">
                  <c:v>2003-09-08</c:v>
                </c:pt>
                <c:pt idx="851">
                  <c:v>2003-09-09</c:v>
                </c:pt>
                <c:pt idx="852">
                  <c:v>2003-09-10</c:v>
                </c:pt>
                <c:pt idx="853">
                  <c:v>2003-09-11</c:v>
                </c:pt>
                <c:pt idx="854">
                  <c:v>2003-09-12</c:v>
                </c:pt>
                <c:pt idx="855">
                  <c:v>2003-09-15</c:v>
                </c:pt>
                <c:pt idx="856">
                  <c:v>2003-09-16</c:v>
                </c:pt>
                <c:pt idx="857">
                  <c:v>2003-09-17</c:v>
                </c:pt>
                <c:pt idx="858">
                  <c:v>2003-09-18</c:v>
                </c:pt>
                <c:pt idx="859">
                  <c:v>2003-09-19</c:v>
                </c:pt>
                <c:pt idx="860">
                  <c:v>2003-09-22</c:v>
                </c:pt>
                <c:pt idx="861">
                  <c:v>2003-09-23</c:v>
                </c:pt>
                <c:pt idx="862">
                  <c:v>2003-09-24</c:v>
                </c:pt>
                <c:pt idx="863">
                  <c:v>2003-09-25</c:v>
                </c:pt>
                <c:pt idx="864">
                  <c:v>2003-09-26</c:v>
                </c:pt>
                <c:pt idx="865">
                  <c:v>2003-09-29</c:v>
                </c:pt>
                <c:pt idx="866">
                  <c:v>2003-09-30</c:v>
                </c:pt>
                <c:pt idx="867">
                  <c:v>2003-10-01</c:v>
                </c:pt>
                <c:pt idx="868">
                  <c:v>2003-10-02</c:v>
                </c:pt>
                <c:pt idx="869">
                  <c:v>2003-10-03</c:v>
                </c:pt>
                <c:pt idx="870">
                  <c:v>2003-10-06</c:v>
                </c:pt>
                <c:pt idx="871">
                  <c:v>2003-10-07</c:v>
                </c:pt>
                <c:pt idx="872">
                  <c:v>2003-10-08</c:v>
                </c:pt>
                <c:pt idx="873">
                  <c:v>2003-10-09</c:v>
                </c:pt>
                <c:pt idx="874">
                  <c:v>2003-10-10</c:v>
                </c:pt>
                <c:pt idx="875">
                  <c:v>2003-10-13</c:v>
                </c:pt>
                <c:pt idx="876">
                  <c:v>2003-10-14</c:v>
                </c:pt>
                <c:pt idx="877">
                  <c:v>2003-10-15</c:v>
                </c:pt>
                <c:pt idx="878">
                  <c:v>2003-10-16</c:v>
                </c:pt>
                <c:pt idx="879">
                  <c:v>2003-10-17</c:v>
                </c:pt>
                <c:pt idx="880">
                  <c:v>2003-10-20</c:v>
                </c:pt>
                <c:pt idx="881">
                  <c:v>2003-10-21</c:v>
                </c:pt>
                <c:pt idx="882">
                  <c:v>2003-10-22</c:v>
                </c:pt>
                <c:pt idx="883">
                  <c:v>2003-10-23</c:v>
                </c:pt>
                <c:pt idx="884">
                  <c:v>2003-10-24</c:v>
                </c:pt>
                <c:pt idx="885">
                  <c:v>2003-10-27</c:v>
                </c:pt>
                <c:pt idx="886">
                  <c:v>2003-10-28</c:v>
                </c:pt>
                <c:pt idx="887">
                  <c:v>2003-10-29</c:v>
                </c:pt>
                <c:pt idx="888">
                  <c:v>2003-10-30</c:v>
                </c:pt>
                <c:pt idx="889">
                  <c:v>2003-10-31</c:v>
                </c:pt>
                <c:pt idx="890">
                  <c:v>2003-11-03</c:v>
                </c:pt>
                <c:pt idx="891">
                  <c:v>2003-11-04</c:v>
                </c:pt>
                <c:pt idx="892">
                  <c:v>2003-11-05</c:v>
                </c:pt>
                <c:pt idx="893">
                  <c:v>2003-11-06</c:v>
                </c:pt>
                <c:pt idx="894">
                  <c:v>2003-11-07</c:v>
                </c:pt>
                <c:pt idx="895">
                  <c:v>2003-11-10</c:v>
                </c:pt>
                <c:pt idx="896">
                  <c:v>2003-11-11</c:v>
                </c:pt>
                <c:pt idx="897">
                  <c:v>2003-11-12</c:v>
                </c:pt>
                <c:pt idx="898">
                  <c:v>2003-11-13</c:v>
                </c:pt>
                <c:pt idx="899">
                  <c:v>2003-11-14</c:v>
                </c:pt>
                <c:pt idx="900">
                  <c:v>2003-11-17</c:v>
                </c:pt>
                <c:pt idx="901">
                  <c:v>2003-11-18</c:v>
                </c:pt>
                <c:pt idx="902">
                  <c:v>2003-11-19</c:v>
                </c:pt>
                <c:pt idx="903">
                  <c:v>2003-11-20</c:v>
                </c:pt>
                <c:pt idx="904">
                  <c:v>2003-11-21</c:v>
                </c:pt>
                <c:pt idx="905">
                  <c:v>2003-11-24</c:v>
                </c:pt>
                <c:pt idx="906">
                  <c:v>2003-11-25</c:v>
                </c:pt>
                <c:pt idx="907">
                  <c:v>2003-11-26</c:v>
                </c:pt>
                <c:pt idx="908">
                  <c:v>2003-12-01</c:v>
                </c:pt>
                <c:pt idx="909">
                  <c:v>2003-12-02</c:v>
                </c:pt>
                <c:pt idx="910">
                  <c:v>2003-12-03</c:v>
                </c:pt>
                <c:pt idx="911">
                  <c:v>2003-12-04</c:v>
                </c:pt>
                <c:pt idx="912">
                  <c:v>2003-12-05</c:v>
                </c:pt>
                <c:pt idx="913">
                  <c:v>2003-12-08</c:v>
                </c:pt>
                <c:pt idx="914">
                  <c:v>2003-12-09</c:v>
                </c:pt>
                <c:pt idx="915">
                  <c:v>2003-12-10</c:v>
                </c:pt>
                <c:pt idx="916">
                  <c:v>2003-12-11</c:v>
                </c:pt>
                <c:pt idx="917">
                  <c:v>2003-12-12</c:v>
                </c:pt>
                <c:pt idx="918">
                  <c:v>2003-12-15</c:v>
                </c:pt>
                <c:pt idx="919">
                  <c:v>2003-12-16</c:v>
                </c:pt>
                <c:pt idx="920">
                  <c:v>2003-12-17</c:v>
                </c:pt>
                <c:pt idx="921">
                  <c:v>2003-12-18</c:v>
                </c:pt>
                <c:pt idx="922">
                  <c:v>2003-12-19</c:v>
                </c:pt>
                <c:pt idx="923">
                  <c:v>2003-12-22</c:v>
                </c:pt>
                <c:pt idx="924">
                  <c:v>2003-12-23</c:v>
                </c:pt>
                <c:pt idx="925">
                  <c:v>2003-12-24</c:v>
                </c:pt>
                <c:pt idx="926">
                  <c:v>2003-12-29</c:v>
                </c:pt>
                <c:pt idx="927">
                  <c:v>2003-12-30</c:v>
                </c:pt>
                <c:pt idx="928">
                  <c:v>2003-12-31</c:v>
                </c:pt>
                <c:pt idx="929">
                  <c:v>2004-01-05</c:v>
                </c:pt>
                <c:pt idx="930">
                  <c:v>2004-01-06</c:v>
                </c:pt>
                <c:pt idx="931">
                  <c:v>2004-01-07</c:v>
                </c:pt>
                <c:pt idx="932">
                  <c:v>2004-01-08</c:v>
                </c:pt>
                <c:pt idx="933">
                  <c:v>2004-01-09</c:v>
                </c:pt>
                <c:pt idx="934">
                  <c:v>2004-01-12</c:v>
                </c:pt>
                <c:pt idx="935">
                  <c:v>2004-01-13</c:v>
                </c:pt>
                <c:pt idx="936">
                  <c:v>2004-01-14</c:v>
                </c:pt>
                <c:pt idx="937">
                  <c:v>2004-01-15</c:v>
                </c:pt>
                <c:pt idx="938">
                  <c:v>2004-01-16</c:v>
                </c:pt>
                <c:pt idx="939">
                  <c:v>2004-01-20</c:v>
                </c:pt>
                <c:pt idx="940">
                  <c:v>2004-01-21</c:v>
                </c:pt>
                <c:pt idx="941">
                  <c:v>2004-01-22</c:v>
                </c:pt>
                <c:pt idx="942">
                  <c:v>2004-01-23</c:v>
                </c:pt>
                <c:pt idx="943">
                  <c:v>2004-01-26</c:v>
                </c:pt>
                <c:pt idx="944">
                  <c:v>2004-01-27</c:v>
                </c:pt>
                <c:pt idx="945">
                  <c:v>2004-01-28</c:v>
                </c:pt>
                <c:pt idx="946">
                  <c:v>2004-01-29</c:v>
                </c:pt>
                <c:pt idx="947">
                  <c:v>2004-01-30</c:v>
                </c:pt>
                <c:pt idx="948">
                  <c:v>2004-02-02</c:v>
                </c:pt>
                <c:pt idx="949">
                  <c:v>2004-02-03</c:v>
                </c:pt>
                <c:pt idx="950">
                  <c:v>2004-02-04</c:v>
                </c:pt>
                <c:pt idx="951">
                  <c:v>2004-02-05</c:v>
                </c:pt>
                <c:pt idx="952">
                  <c:v>2004-02-06</c:v>
                </c:pt>
                <c:pt idx="953">
                  <c:v>2004-02-09</c:v>
                </c:pt>
                <c:pt idx="954">
                  <c:v>2004-02-10</c:v>
                </c:pt>
                <c:pt idx="955">
                  <c:v>2004-02-11</c:v>
                </c:pt>
                <c:pt idx="956">
                  <c:v>2004-02-12</c:v>
                </c:pt>
                <c:pt idx="957">
                  <c:v>2004-02-13</c:v>
                </c:pt>
                <c:pt idx="958">
                  <c:v>2004-02-17</c:v>
                </c:pt>
                <c:pt idx="959">
                  <c:v>2004-02-18</c:v>
                </c:pt>
                <c:pt idx="960">
                  <c:v>2004-02-19</c:v>
                </c:pt>
                <c:pt idx="961">
                  <c:v>2004-02-20</c:v>
                </c:pt>
                <c:pt idx="962">
                  <c:v>2004-02-23</c:v>
                </c:pt>
                <c:pt idx="963">
                  <c:v>2004-02-24</c:v>
                </c:pt>
                <c:pt idx="964">
                  <c:v>2004-02-25</c:v>
                </c:pt>
                <c:pt idx="965">
                  <c:v>2004-02-26</c:v>
                </c:pt>
                <c:pt idx="966">
                  <c:v>2004-02-27</c:v>
                </c:pt>
                <c:pt idx="967">
                  <c:v>2004-03-01</c:v>
                </c:pt>
                <c:pt idx="968">
                  <c:v>2004-03-02</c:v>
                </c:pt>
                <c:pt idx="969">
                  <c:v>2004-03-03</c:v>
                </c:pt>
                <c:pt idx="970">
                  <c:v>2004-03-04</c:v>
                </c:pt>
                <c:pt idx="971">
                  <c:v>2004-03-05</c:v>
                </c:pt>
                <c:pt idx="972">
                  <c:v>2004-03-08</c:v>
                </c:pt>
                <c:pt idx="973">
                  <c:v>2004-03-09</c:v>
                </c:pt>
                <c:pt idx="974">
                  <c:v>2004-03-10</c:v>
                </c:pt>
                <c:pt idx="975">
                  <c:v>2004-03-11</c:v>
                </c:pt>
                <c:pt idx="976">
                  <c:v>2004-03-12</c:v>
                </c:pt>
                <c:pt idx="977">
                  <c:v>2004-03-15</c:v>
                </c:pt>
                <c:pt idx="978">
                  <c:v>2004-03-16</c:v>
                </c:pt>
                <c:pt idx="979">
                  <c:v>2004-03-17</c:v>
                </c:pt>
                <c:pt idx="980">
                  <c:v>2004-03-18</c:v>
                </c:pt>
                <c:pt idx="981">
                  <c:v>2004-03-19</c:v>
                </c:pt>
                <c:pt idx="982">
                  <c:v>2004-03-22</c:v>
                </c:pt>
                <c:pt idx="983">
                  <c:v>2004-03-23</c:v>
                </c:pt>
                <c:pt idx="984">
                  <c:v>2004-03-24</c:v>
                </c:pt>
                <c:pt idx="985">
                  <c:v>2004-03-25</c:v>
                </c:pt>
                <c:pt idx="986">
                  <c:v>2004-03-26</c:v>
                </c:pt>
                <c:pt idx="987">
                  <c:v>2004-03-29</c:v>
                </c:pt>
                <c:pt idx="988">
                  <c:v>2004-03-30</c:v>
                </c:pt>
                <c:pt idx="989">
                  <c:v>2004-03-31</c:v>
                </c:pt>
                <c:pt idx="990">
                  <c:v>2004-04-01</c:v>
                </c:pt>
                <c:pt idx="991">
                  <c:v>2004-04-02</c:v>
                </c:pt>
                <c:pt idx="992">
                  <c:v>2004-04-05</c:v>
                </c:pt>
                <c:pt idx="993">
                  <c:v>2004-04-06</c:v>
                </c:pt>
                <c:pt idx="994">
                  <c:v>2004-04-07</c:v>
                </c:pt>
                <c:pt idx="995">
                  <c:v>2004-04-08</c:v>
                </c:pt>
                <c:pt idx="996">
                  <c:v>2004-04-12</c:v>
                </c:pt>
                <c:pt idx="997">
                  <c:v>2004-04-13</c:v>
                </c:pt>
                <c:pt idx="998">
                  <c:v>2004-04-14</c:v>
                </c:pt>
                <c:pt idx="999">
                  <c:v>2004-04-15</c:v>
                </c:pt>
                <c:pt idx="1000">
                  <c:v>2004-04-16</c:v>
                </c:pt>
                <c:pt idx="1001">
                  <c:v>2004-04-19</c:v>
                </c:pt>
                <c:pt idx="1002">
                  <c:v>2004-04-20</c:v>
                </c:pt>
                <c:pt idx="1003">
                  <c:v>2004-04-21</c:v>
                </c:pt>
                <c:pt idx="1004">
                  <c:v>2004-04-22</c:v>
                </c:pt>
                <c:pt idx="1005">
                  <c:v>2004-04-23</c:v>
                </c:pt>
                <c:pt idx="1006">
                  <c:v>2004-04-26</c:v>
                </c:pt>
                <c:pt idx="1007">
                  <c:v>2004-04-27</c:v>
                </c:pt>
                <c:pt idx="1008">
                  <c:v>2004-04-28</c:v>
                </c:pt>
                <c:pt idx="1009">
                  <c:v>2004-04-29</c:v>
                </c:pt>
                <c:pt idx="1010">
                  <c:v>2004-04-30</c:v>
                </c:pt>
                <c:pt idx="1011">
                  <c:v>2004-05-03</c:v>
                </c:pt>
                <c:pt idx="1012">
                  <c:v>2004-05-04</c:v>
                </c:pt>
                <c:pt idx="1013">
                  <c:v>2004-05-05</c:v>
                </c:pt>
                <c:pt idx="1014">
                  <c:v>2004-05-06</c:v>
                </c:pt>
                <c:pt idx="1015">
                  <c:v>2004-05-07</c:v>
                </c:pt>
                <c:pt idx="1016">
                  <c:v>2004-05-10</c:v>
                </c:pt>
                <c:pt idx="1017">
                  <c:v>2004-05-11</c:v>
                </c:pt>
                <c:pt idx="1018">
                  <c:v>2004-05-12</c:v>
                </c:pt>
                <c:pt idx="1019">
                  <c:v>2004-05-13</c:v>
                </c:pt>
                <c:pt idx="1020">
                  <c:v>2004-05-14</c:v>
                </c:pt>
                <c:pt idx="1021">
                  <c:v>2004-05-17</c:v>
                </c:pt>
                <c:pt idx="1022">
                  <c:v>2004-05-18</c:v>
                </c:pt>
                <c:pt idx="1023">
                  <c:v>2004-05-19</c:v>
                </c:pt>
                <c:pt idx="1024">
                  <c:v>2004-05-20</c:v>
                </c:pt>
                <c:pt idx="1025">
                  <c:v>2004-05-21</c:v>
                </c:pt>
                <c:pt idx="1026">
                  <c:v>2004-05-24</c:v>
                </c:pt>
                <c:pt idx="1027">
                  <c:v>2004-05-25</c:v>
                </c:pt>
                <c:pt idx="1028">
                  <c:v>2004-05-26</c:v>
                </c:pt>
                <c:pt idx="1029">
                  <c:v>2004-05-27</c:v>
                </c:pt>
                <c:pt idx="1030">
                  <c:v>2004-05-28</c:v>
                </c:pt>
                <c:pt idx="1031">
                  <c:v>2004-06-01</c:v>
                </c:pt>
                <c:pt idx="1032">
                  <c:v>2004-06-02</c:v>
                </c:pt>
                <c:pt idx="1033">
                  <c:v>2004-06-03</c:v>
                </c:pt>
                <c:pt idx="1034">
                  <c:v>2004-06-04</c:v>
                </c:pt>
                <c:pt idx="1035">
                  <c:v>2004-06-07</c:v>
                </c:pt>
                <c:pt idx="1036">
                  <c:v>2004-06-08</c:v>
                </c:pt>
                <c:pt idx="1037">
                  <c:v>2004-06-09</c:v>
                </c:pt>
                <c:pt idx="1038">
                  <c:v>2004-06-10</c:v>
                </c:pt>
                <c:pt idx="1039">
                  <c:v>2004-06-14</c:v>
                </c:pt>
                <c:pt idx="1040">
                  <c:v>2004-06-15</c:v>
                </c:pt>
                <c:pt idx="1041">
                  <c:v>2004-06-16</c:v>
                </c:pt>
                <c:pt idx="1042">
                  <c:v>2004-06-17</c:v>
                </c:pt>
                <c:pt idx="1043">
                  <c:v>2004-06-18</c:v>
                </c:pt>
                <c:pt idx="1044">
                  <c:v>2004-06-21</c:v>
                </c:pt>
                <c:pt idx="1045">
                  <c:v>2004-06-22</c:v>
                </c:pt>
                <c:pt idx="1046">
                  <c:v>2004-06-23</c:v>
                </c:pt>
                <c:pt idx="1047">
                  <c:v>2004-06-24</c:v>
                </c:pt>
                <c:pt idx="1048">
                  <c:v>2004-06-25</c:v>
                </c:pt>
                <c:pt idx="1049">
                  <c:v>2004-06-28</c:v>
                </c:pt>
                <c:pt idx="1050">
                  <c:v>2004-06-29</c:v>
                </c:pt>
                <c:pt idx="1051">
                  <c:v>2004-06-30</c:v>
                </c:pt>
                <c:pt idx="1052">
                  <c:v>2004-07-01</c:v>
                </c:pt>
                <c:pt idx="1053">
                  <c:v>2004-07-02</c:v>
                </c:pt>
                <c:pt idx="1054">
                  <c:v>2004-07-06</c:v>
                </c:pt>
                <c:pt idx="1055">
                  <c:v>2004-07-07</c:v>
                </c:pt>
                <c:pt idx="1056">
                  <c:v>2004-07-08</c:v>
                </c:pt>
                <c:pt idx="1057">
                  <c:v>2004-07-09</c:v>
                </c:pt>
                <c:pt idx="1058">
                  <c:v>2004-07-12</c:v>
                </c:pt>
                <c:pt idx="1059">
                  <c:v>2004-07-13</c:v>
                </c:pt>
                <c:pt idx="1060">
                  <c:v>2004-07-14</c:v>
                </c:pt>
                <c:pt idx="1061">
                  <c:v>2004-07-15</c:v>
                </c:pt>
                <c:pt idx="1062">
                  <c:v>2004-07-16</c:v>
                </c:pt>
                <c:pt idx="1063">
                  <c:v>2004-07-19</c:v>
                </c:pt>
                <c:pt idx="1064">
                  <c:v>2004-07-20</c:v>
                </c:pt>
                <c:pt idx="1065">
                  <c:v>2004-07-21</c:v>
                </c:pt>
                <c:pt idx="1066">
                  <c:v>2004-07-22</c:v>
                </c:pt>
                <c:pt idx="1067">
                  <c:v>2004-07-23</c:v>
                </c:pt>
                <c:pt idx="1068">
                  <c:v>2004-07-26</c:v>
                </c:pt>
                <c:pt idx="1069">
                  <c:v>2004-07-27</c:v>
                </c:pt>
                <c:pt idx="1070">
                  <c:v>2004-07-28</c:v>
                </c:pt>
                <c:pt idx="1071">
                  <c:v>2004-07-29</c:v>
                </c:pt>
                <c:pt idx="1072">
                  <c:v>2004-07-30</c:v>
                </c:pt>
                <c:pt idx="1073">
                  <c:v>2004-08-02</c:v>
                </c:pt>
                <c:pt idx="1074">
                  <c:v>2004-08-03</c:v>
                </c:pt>
                <c:pt idx="1075">
                  <c:v>2004-08-04</c:v>
                </c:pt>
                <c:pt idx="1076">
                  <c:v>2004-08-05</c:v>
                </c:pt>
                <c:pt idx="1077">
                  <c:v>2004-08-06</c:v>
                </c:pt>
                <c:pt idx="1078">
                  <c:v>2004-08-09</c:v>
                </c:pt>
                <c:pt idx="1079">
                  <c:v>2004-08-10</c:v>
                </c:pt>
                <c:pt idx="1080">
                  <c:v>2004-08-11</c:v>
                </c:pt>
                <c:pt idx="1081">
                  <c:v>2004-08-12</c:v>
                </c:pt>
                <c:pt idx="1082">
                  <c:v>2004-08-13</c:v>
                </c:pt>
                <c:pt idx="1083">
                  <c:v>2004-08-16</c:v>
                </c:pt>
                <c:pt idx="1084">
                  <c:v>2004-08-17</c:v>
                </c:pt>
                <c:pt idx="1085">
                  <c:v>2004-08-18</c:v>
                </c:pt>
                <c:pt idx="1086">
                  <c:v>2004-08-19</c:v>
                </c:pt>
                <c:pt idx="1087">
                  <c:v>2004-08-20</c:v>
                </c:pt>
                <c:pt idx="1088">
                  <c:v>2004-08-23</c:v>
                </c:pt>
                <c:pt idx="1089">
                  <c:v>2004-08-24</c:v>
                </c:pt>
                <c:pt idx="1090">
                  <c:v>2004-08-25</c:v>
                </c:pt>
                <c:pt idx="1091">
                  <c:v>2004-08-26</c:v>
                </c:pt>
                <c:pt idx="1092">
                  <c:v>2004-08-27</c:v>
                </c:pt>
                <c:pt idx="1093">
                  <c:v>2004-08-30</c:v>
                </c:pt>
                <c:pt idx="1094">
                  <c:v>2004-08-31</c:v>
                </c:pt>
                <c:pt idx="1095">
                  <c:v>2004-09-01</c:v>
                </c:pt>
                <c:pt idx="1096">
                  <c:v>2004-09-02</c:v>
                </c:pt>
                <c:pt idx="1097">
                  <c:v>2004-09-03</c:v>
                </c:pt>
                <c:pt idx="1098">
                  <c:v>2004-09-07</c:v>
                </c:pt>
                <c:pt idx="1099">
                  <c:v>2004-09-08</c:v>
                </c:pt>
                <c:pt idx="1100">
                  <c:v>2004-09-09</c:v>
                </c:pt>
                <c:pt idx="1101">
                  <c:v>2004-09-10</c:v>
                </c:pt>
                <c:pt idx="1102">
                  <c:v>2004-09-13</c:v>
                </c:pt>
                <c:pt idx="1103">
                  <c:v>2004-09-14</c:v>
                </c:pt>
                <c:pt idx="1104">
                  <c:v>2004-09-15</c:v>
                </c:pt>
                <c:pt idx="1105">
                  <c:v>2004-09-16</c:v>
                </c:pt>
                <c:pt idx="1106">
                  <c:v>2004-09-17</c:v>
                </c:pt>
                <c:pt idx="1107">
                  <c:v>2004-09-20</c:v>
                </c:pt>
                <c:pt idx="1108">
                  <c:v>2004-09-21</c:v>
                </c:pt>
                <c:pt idx="1109">
                  <c:v>2004-09-22</c:v>
                </c:pt>
                <c:pt idx="1110">
                  <c:v>2004-09-23</c:v>
                </c:pt>
                <c:pt idx="1111">
                  <c:v>2004-09-24</c:v>
                </c:pt>
                <c:pt idx="1112">
                  <c:v>2004-09-27</c:v>
                </c:pt>
                <c:pt idx="1113">
                  <c:v>2004-09-28</c:v>
                </c:pt>
                <c:pt idx="1114">
                  <c:v>2004-09-29</c:v>
                </c:pt>
                <c:pt idx="1115">
                  <c:v>2004-09-30</c:v>
                </c:pt>
                <c:pt idx="1116">
                  <c:v>2004-10-01</c:v>
                </c:pt>
                <c:pt idx="1117">
                  <c:v>2004-10-04</c:v>
                </c:pt>
                <c:pt idx="1118">
                  <c:v>2004-10-05</c:v>
                </c:pt>
                <c:pt idx="1119">
                  <c:v>2004-10-06</c:v>
                </c:pt>
                <c:pt idx="1120">
                  <c:v>2004-10-07</c:v>
                </c:pt>
                <c:pt idx="1121">
                  <c:v>2004-10-08</c:v>
                </c:pt>
                <c:pt idx="1122">
                  <c:v>2004-10-11</c:v>
                </c:pt>
                <c:pt idx="1123">
                  <c:v>2004-10-12</c:v>
                </c:pt>
                <c:pt idx="1124">
                  <c:v>2004-10-13</c:v>
                </c:pt>
                <c:pt idx="1125">
                  <c:v>2004-10-14</c:v>
                </c:pt>
                <c:pt idx="1126">
                  <c:v>2004-10-15</c:v>
                </c:pt>
                <c:pt idx="1127">
                  <c:v>2004-10-18</c:v>
                </c:pt>
                <c:pt idx="1128">
                  <c:v>2004-10-19</c:v>
                </c:pt>
                <c:pt idx="1129">
                  <c:v>2004-10-20</c:v>
                </c:pt>
                <c:pt idx="1130">
                  <c:v>2004-10-21</c:v>
                </c:pt>
                <c:pt idx="1131">
                  <c:v>2004-10-22</c:v>
                </c:pt>
                <c:pt idx="1132">
                  <c:v>2004-10-25</c:v>
                </c:pt>
                <c:pt idx="1133">
                  <c:v>2004-10-26</c:v>
                </c:pt>
                <c:pt idx="1134">
                  <c:v>2004-10-27</c:v>
                </c:pt>
                <c:pt idx="1135">
                  <c:v>2004-10-28</c:v>
                </c:pt>
                <c:pt idx="1136">
                  <c:v>2004-10-29</c:v>
                </c:pt>
                <c:pt idx="1137">
                  <c:v>2004-11-01</c:v>
                </c:pt>
                <c:pt idx="1138">
                  <c:v>2004-11-02</c:v>
                </c:pt>
                <c:pt idx="1139">
                  <c:v>2004-11-03</c:v>
                </c:pt>
                <c:pt idx="1140">
                  <c:v>2004-11-04</c:v>
                </c:pt>
                <c:pt idx="1141">
                  <c:v>2004-11-05</c:v>
                </c:pt>
                <c:pt idx="1142">
                  <c:v>2004-11-08</c:v>
                </c:pt>
                <c:pt idx="1143">
                  <c:v>2004-11-09</c:v>
                </c:pt>
                <c:pt idx="1144">
                  <c:v>2004-11-10</c:v>
                </c:pt>
                <c:pt idx="1145">
                  <c:v>2004-11-11</c:v>
                </c:pt>
                <c:pt idx="1146">
                  <c:v>2004-11-12</c:v>
                </c:pt>
                <c:pt idx="1147">
                  <c:v>2004-11-15</c:v>
                </c:pt>
                <c:pt idx="1148">
                  <c:v>2004-11-16</c:v>
                </c:pt>
                <c:pt idx="1149">
                  <c:v>2004-11-17</c:v>
                </c:pt>
                <c:pt idx="1150">
                  <c:v>2004-11-18</c:v>
                </c:pt>
                <c:pt idx="1151">
                  <c:v>2004-11-19</c:v>
                </c:pt>
                <c:pt idx="1152">
                  <c:v>2004-11-22</c:v>
                </c:pt>
                <c:pt idx="1153">
                  <c:v>2004-11-23</c:v>
                </c:pt>
                <c:pt idx="1154">
                  <c:v>2004-11-24</c:v>
                </c:pt>
                <c:pt idx="1155">
                  <c:v>2004-11-29</c:v>
                </c:pt>
                <c:pt idx="1156">
                  <c:v>2004-11-30</c:v>
                </c:pt>
                <c:pt idx="1157">
                  <c:v>2004-12-01</c:v>
                </c:pt>
                <c:pt idx="1158">
                  <c:v>2004-12-02</c:v>
                </c:pt>
                <c:pt idx="1159">
                  <c:v>2004-12-03</c:v>
                </c:pt>
                <c:pt idx="1160">
                  <c:v>2004-12-06</c:v>
                </c:pt>
                <c:pt idx="1161">
                  <c:v>2004-12-07</c:v>
                </c:pt>
                <c:pt idx="1162">
                  <c:v>2004-12-08</c:v>
                </c:pt>
                <c:pt idx="1163">
                  <c:v>2004-12-09</c:v>
                </c:pt>
                <c:pt idx="1164">
                  <c:v>2004-12-10</c:v>
                </c:pt>
                <c:pt idx="1165">
                  <c:v>2004-12-13</c:v>
                </c:pt>
                <c:pt idx="1166">
                  <c:v>2004-12-14</c:v>
                </c:pt>
                <c:pt idx="1167">
                  <c:v>2004-12-15</c:v>
                </c:pt>
                <c:pt idx="1168">
                  <c:v>2004-12-16</c:v>
                </c:pt>
                <c:pt idx="1169">
                  <c:v>2004-12-17</c:v>
                </c:pt>
                <c:pt idx="1170">
                  <c:v>2004-12-20</c:v>
                </c:pt>
                <c:pt idx="1171">
                  <c:v>2004-12-21</c:v>
                </c:pt>
                <c:pt idx="1172">
                  <c:v>2004-12-22</c:v>
                </c:pt>
                <c:pt idx="1173">
                  <c:v>2004-12-23</c:v>
                </c:pt>
                <c:pt idx="1174">
                  <c:v>2004-12-27</c:v>
                </c:pt>
                <c:pt idx="1175">
                  <c:v>2004-12-28</c:v>
                </c:pt>
                <c:pt idx="1176">
                  <c:v>2004-12-29</c:v>
                </c:pt>
                <c:pt idx="1177">
                  <c:v>2004-12-30</c:v>
                </c:pt>
                <c:pt idx="1178">
                  <c:v>2005-01-03</c:v>
                </c:pt>
                <c:pt idx="1179">
                  <c:v>2005-01-04</c:v>
                </c:pt>
                <c:pt idx="1180">
                  <c:v>2005-01-05</c:v>
                </c:pt>
                <c:pt idx="1181">
                  <c:v>2005-01-06</c:v>
                </c:pt>
                <c:pt idx="1182">
                  <c:v>2005-01-07</c:v>
                </c:pt>
                <c:pt idx="1183">
                  <c:v>2005-01-10</c:v>
                </c:pt>
                <c:pt idx="1184">
                  <c:v>2005-01-11</c:v>
                </c:pt>
                <c:pt idx="1185">
                  <c:v>2005-01-12</c:v>
                </c:pt>
                <c:pt idx="1186">
                  <c:v>2005-01-13</c:v>
                </c:pt>
                <c:pt idx="1187">
                  <c:v>2005-01-14</c:v>
                </c:pt>
                <c:pt idx="1188">
                  <c:v>2005-01-18</c:v>
                </c:pt>
                <c:pt idx="1189">
                  <c:v>2005-01-19</c:v>
                </c:pt>
                <c:pt idx="1190">
                  <c:v>2005-01-20</c:v>
                </c:pt>
                <c:pt idx="1191">
                  <c:v>2005-01-21</c:v>
                </c:pt>
                <c:pt idx="1192">
                  <c:v>2005-01-24</c:v>
                </c:pt>
                <c:pt idx="1193">
                  <c:v>2005-01-25</c:v>
                </c:pt>
                <c:pt idx="1194">
                  <c:v>2005-01-26</c:v>
                </c:pt>
                <c:pt idx="1195">
                  <c:v>2005-01-27</c:v>
                </c:pt>
                <c:pt idx="1196">
                  <c:v>2005-01-28</c:v>
                </c:pt>
                <c:pt idx="1197">
                  <c:v>2005-01-31</c:v>
                </c:pt>
                <c:pt idx="1198">
                  <c:v>2005-02-01</c:v>
                </c:pt>
                <c:pt idx="1199">
                  <c:v>2005-02-02</c:v>
                </c:pt>
                <c:pt idx="1200">
                  <c:v>2005-02-03</c:v>
                </c:pt>
                <c:pt idx="1201">
                  <c:v>2005-02-04</c:v>
                </c:pt>
                <c:pt idx="1202">
                  <c:v>2005-02-07</c:v>
                </c:pt>
                <c:pt idx="1203">
                  <c:v>2005-02-08</c:v>
                </c:pt>
                <c:pt idx="1204">
                  <c:v>2005-02-09</c:v>
                </c:pt>
                <c:pt idx="1205">
                  <c:v>2005-02-10</c:v>
                </c:pt>
                <c:pt idx="1206">
                  <c:v>2005-02-11</c:v>
                </c:pt>
                <c:pt idx="1207">
                  <c:v>2005-02-14</c:v>
                </c:pt>
                <c:pt idx="1208">
                  <c:v>2005-02-15</c:v>
                </c:pt>
                <c:pt idx="1209">
                  <c:v>2005-02-16</c:v>
                </c:pt>
                <c:pt idx="1210">
                  <c:v>2005-02-17</c:v>
                </c:pt>
                <c:pt idx="1211">
                  <c:v>2005-02-18</c:v>
                </c:pt>
                <c:pt idx="1212">
                  <c:v>2005-02-22</c:v>
                </c:pt>
                <c:pt idx="1213">
                  <c:v>2005-02-23</c:v>
                </c:pt>
                <c:pt idx="1214">
                  <c:v>2005-02-24</c:v>
                </c:pt>
                <c:pt idx="1215">
                  <c:v>2005-02-25</c:v>
                </c:pt>
                <c:pt idx="1216">
                  <c:v>2005-02-28</c:v>
                </c:pt>
                <c:pt idx="1217">
                  <c:v>2005-03-01</c:v>
                </c:pt>
                <c:pt idx="1218">
                  <c:v>2005-03-02</c:v>
                </c:pt>
                <c:pt idx="1219">
                  <c:v>2005-03-03</c:v>
                </c:pt>
                <c:pt idx="1220">
                  <c:v>2005-03-04</c:v>
                </c:pt>
                <c:pt idx="1221">
                  <c:v>2005-03-07</c:v>
                </c:pt>
                <c:pt idx="1222">
                  <c:v>2005-03-08</c:v>
                </c:pt>
                <c:pt idx="1223">
                  <c:v>2005-03-09</c:v>
                </c:pt>
                <c:pt idx="1224">
                  <c:v>2005-03-10</c:v>
                </c:pt>
                <c:pt idx="1225">
                  <c:v>2005-03-11</c:v>
                </c:pt>
                <c:pt idx="1226">
                  <c:v>2005-03-14</c:v>
                </c:pt>
                <c:pt idx="1227">
                  <c:v>2005-03-15</c:v>
                </c:pt>
                <c:pt idx="1228">
                  <c:v>2005-03-16</c:v>
                </c:pt>
                <c:pt idx="1229">
                  <c:v>2005-03-17</c:v>
                </c:pt>
                <c:pt idx="1230">
                  <c:v>2005-03-18</c:v>
                </c:pt>
                <c:pt idx="1231">
                  <c:v>2005-03-21</c:v>
                </c:pt>
                <c:pt idx="1232">
                  <c:v>2005-03-22</c:v>
                </c:pt>
                <c:pt idx="1233">
                  <c:v>2005-03-23</c:v>
                </c:pt>
                <c:pt idx="1234">
                  <c:v>2005-03-24</c:v>
                </c:pt>
                <c:pt idx="1235">
                  <c:v>2005-03-28</c:v>
                </c:pt>
                <c:pt idx="1236">
                  <c:v>2005-03-29</c:v>
                </c:pt>
                <c:pt idx="1237">
                  <c:v>2005-03-30</c:v>
                </c:pt>
                <c:pt idx="1238">
                  <c:v>2005-03-31</c:v>
                </c:pt>
                <c:pt idx="1239">
                  <c:v>2005-04-01</c:v>
                </c:pt>
                <c:pt idx="1240">
                  <c:v>2005-04-04</c:v>
                </c:pt>
                <c:pt idx="1241">
                  <c:v>2005-04-05</c:v>
                </c:pt>
                <c:pt idx="1242">
                  <c:v>2005-04-06</c:v>
                </c:pt>
                <c:pt idx="1243">
                  <c:v>2005-04-07</c:v>
                </c:pt>
                <c:pt idx="1244">
                  <c:v>2005-04-08</c:v>
                </c:pt>
                <c:pt idx="1245">
                  <c:v>2005-04-11</c:v>
                </c:pt>
                <c:pt idx="1246">
                  <c:v>2005-04-12</c:v>
                </c:pt>
                <c:pt idx="1247">
                  <c:v>2005-04-13</c:v>
                </c:pt>
                <c:pt idx="1248">
                  <c:v>2005-04-14</c:v>
                </c:pt>
                <c:pt idx="1249">
                  <c:v>2005-04-15</c:v>
                </c:pt>
                <c:pt idx="1250">
                  <c:v>2005-04-18</c:v>
                </c:pt>
                <c:pt idx="1251">
                  <c:v>2005-04-19</c:v>
                </c:pt>
                <c:pt idx="1252">
                  <c:v>2005-04-20</c:v>
                </c:pt>
                <c:pt idx="1253">
                  <c:v>2005-04-21</c:v>
                </c:pt>
                <c:pt idx="1254">
                  <c:v>2005-04-22</c:v>
                </c:pt>
                <c:pt idx="1255">
                  <c:v>2005-04-25</c:v>
                </c:pt>
                <c:pt idx="1256">
                  <c:v>2005-04-26</c:v>
                </c:pt>
                <c:pt idx="1257">
                  <c:v>2005-04-27</c:v>
                </c:pt>
                <c:pt idx="1258">
                  <c:v>2005-04-28</c:v>
                </c:pt>
                <c:pt idx="1259">
                  <c:v>2005-04-29</c:v>
                </c:pt>
                <c:pt idx="1260">
                  <c:v>2005-05-02</c:v>
                </c:pt>
                <c:pt idx="1261">
                  <c:v>2005-05-03</c:v>
                </c:pt>
                <c:pt idx="1262">
                  <c:v>2005-05-04</c:v>
                </c:pt>
                <c:pt idx="1263">
                  <c:v>2005-05-05</c:v>
                </c:pt>
                <c:pt idx="1264">
                  <c:v>2005-05-06</c:v>
                </c:pt>
                <c:pt idx="1265">
                  <c:v>2005-05-09</c:v>
                </c:pt>
                <c:pt idx="1266">
                  <c:v>2005-05-10</c:v>
                </c:pt>
                <c:pt idx="1267">
                  <c:v>2005-05-11</c:v>
                </c:pt>
                <c:pt idx="1268">
                  <c:v>2005-05-12</c:v>
                </c:pt>
                <c:pt idx="1269">
                  <c:v>2005-05-13</c:v>
                </c:pt>
                <c:pt idx="1270">
                  <c:v>2005-05-16</c:v>
                </c:pt>
                <c:pt idx="1271">
                  <c:v>2005-05-17</c:v>
                </c:pt>
                <c:pt idx="1272">
                  <c:v>2005-05-18</c:v>
                </c:pt>
                <c:pt idx="1273">
                  <c:v>2005-05-19</c:v>
                </c:pt>
                <c:pt idx="1274">
                  <c:v>2005-05-20</c:v>
                </c:pt>
                <c:pt idx="1275">
                  <c:v>2005-05-23</c:v>
                </c:pt>
                <c:pt idx="1276">
                  <c:v>2005-05-24</c:v>
                </c:pt>
                <c:pt idx="1277">
                  <c:v>2005-05-25</c:v>
                </c:pt>
                <c:pt idx="1278">
                  <c:v>2005-05-26</c:v>
                </c:pt>
                <c:pt idx="1279">
                  <c:v>2005-05-27</c:v>
                </c:pt>
                <c:pt idx="1280">
                  <c:v>2005-05-31</c:v>
                </c:pt>
                <c:pt idx="1281">
                  <c:v>2005-06-01</c:v>
                </c:pt>
                <c:pt idx="1282">
                  <c:v>2005-06-02</c:v>
                </c:pt>
                <c:pt idx="1283">
                  <c:v>2005-06-03</c:v>
                </c:pt>
                <c:pt idx="1284">
                  <c:v>2005-06-06</c:v>
                </c:pt>
                <c:pt idx="1285">
                  <c:v>2005-06-07</c:v>
                </c:pt>
                <c:pt idx="1286">
                  <c:v>2005-06-08</c:v>
                </c:pt>
                <c:pt idx="1287">
                  <c:v>2005-06-09</c:v>
                </c:pt>
                <c:pt idx="1288">
                  <c:v>2005-06-10</c:v>
                </c:pt>
                <c:pt idx="1289">
                  <c:v>2005-06-13</c:v>
                </c:pt>
                <c:pt idx="1290">
                  <c:v>2005-06-14</c:v>
                </c:pt>
                <c:pt idx="1291">
                  <c:v>2005-06-15</c:v>
                </c:pt>
                <c:pt idx="1292">
                  <c:v>2005-06-16</c:v>
                </c:pt>
                <c:pt idx="1293">
                  <c:v>2005-06-17</c:v>
                </c:pt>
                <c:pt idx="1294">
                  <c:v>2005-06-20</c:v>
                </c:pt>
                <c:pt idx="1295">
                  <c:v>2005-06-21</c:v>
                </c:pt>
                <c:pt idx="1296">
                  <c:v>2005-06-22</c:v>
                </c:pt>
                <c:pt idx="1297">
                  <c:v>2005-06-23</c:v>
                </c:pt>
                <c:pt idx="1298">
                  <c:v>2005-06-24</c:v>
                </c:pt>
                <c:pt idx="1299">
                  <c:v>2005-06-27</c:v>
                </c:pt>
                <c:pt idx="1300">
                  <c:v>2005-06-28</c:v>
                </c:pt>
                <c:pt idx="1301">
                  <c:v>2005-06-29</c:v>
                </c:pt>
                <c:pt idx="1302">
                  <c:v>2005-06-30</c:v>
                </c:pt>
                <c:pt idx="1303">
                  <c:v>2005-07-01</c:v>
                </c:pt>
                <c:pt idx="1304">
                  <c:v>2005-07-05</c:v>
                </c:pt>
                <c:pt idx="1305">
                  <c:v>2005-07-06</c:v>
                </c:pt>
                <c:pt idx="1306">
                  <c:v>2005-07-07</c:v>
                </c:pt>
                <c:pt idx="1307">
                  <c:v>2005-07-08</c:v>
                </c:pt>
                <c:pt idx="1308">
                  <c:v>2005-07-11</c:v>
                </c:pt>
                <c:pt idx="1309">
                  <c:v>2005-07-12</c:v>
                </c:pt>
                <c:pt idx="1310">
                  <c:v>2005-07-13</c:v>
                </c:pt>
                <c:pt idx="1311">
                  <c:v>2005-07-14</c:v>
                </c:pt>
                <c:pt idx="1312">
                  <c:v>2005-07-15</c:v>
                </c:pt>
                <c:pt idx="1313">
                  <c:v>2005-07-18</c:v>
                </c:pt>
                <c:pt idx="1314">
                  <c:v>2005-07-19</c:v>
                </c:pt>
                <c:pt idx="1315">
                  <c:v>2005-07-20</c:v>
                </c:pt>
                <c:pt idx="1316">
                  <c:v>2005-07-21</c:v>
                </c:pt>
                <c:pt idx="1317">
                  <c:v>2005-07-22</c:v>
                </c:pt>
                <c:pt idx="1318">
                  <c:v>2005-07-25</c:v>
                </c:pt>
                <c:pt idx="1319">
                  <c:v>2005-07-26</c:v>
                </c:pt>
                <c:pt idx="1320">
                  <c:v>2005-07-27</c:v>
                </c:pt>
                <c:pt idx="1321">
                  <c:v>2005-07-28</c:v>
                </c:pt>
                <c:pt idx="1322">
                  <c:v>2005-07-29</c:v>
                </c:pt>
                <c:pt idx="1323">
                  <c:v>2005-08-01</c:v>
                </c:pt>
                <c:pt idx="1324">
                  <c:v>2005-08-02</c:v>
                </c:pt>
                <c:pt idx="1325">
                  <c:v>2005-08-03</c:v>
                </c:pt>
                <c:pt idx="1326">
                  <c:v>2005-08-04</c:v>
                </c:pt>
                <c:pt idx="1327">
                  <c:v>2005-08-05</c:v>
                </c:pt>
                <c:pt idx="1328">
                  <c:v>2005-08-08</c:v>
                </c:pt>
                <c:pt idx="1329">
                  <c:v>2005-08-09</c:v>
                </c:pt>
                <c:pt idx="1330">
                  <c:v>2005-08-10</c:v>
                </c:pt>
                <c:pt idx="1331">
                  <c:v>2005-08-11</c:v>
                </c:pt>
                <c:pt idx="1332">
                  <c:v>2005-08-12</c:v>
                </c:pt>
                <c:pt idx="1333">
                  <c:v>2005-08-15</c:v>
                </c:pt>
                <c:pt idx="1334">
                  <c:v>2005-08-16</c:v>
                </c:pt>
                <c:pt idx="1335">
                  <c:v>2005-08-17</c:v>
                </c:pt>
                <c:pt idx="1336">
                  <c:v>2005-08-18</c:v>
                </c:pt>
                <c:pt idx="1337">
                  <c:v>2005-08-19</c:v>
                </c:pt>
                <c:pt idx="1338">
                  <c:v>2005-08-22</c:v>
                </c:pt>
                <c:pt idx="1339">
                  <c:v>2005-08-23</c:v>
                </c:pt>
                <c:pt idx="1340">
                  <c:v>2005-08-24</c:v>
                </c:pt>
                <c:pt idx="1341">
                  <c:v>2005-08-25</c:v>
                </c:pt>
                <c:pt idx="1342">
                  <c:v>2005-08-26</c:v>
                </c:pt>
                <c:pt idx="1343">
                  <c:v>2005-08-29</c:v>
                </c:pt>
                <c:pt idx="1344">
                  <c:v>2005-08-30</c:v>
                </c:pt>
                <c:pt idx="1345">
                  <c:v>2005-08-31</c:v>
                </c:pt>
                <c:pt idx="1346">
                  <c:v>2005-09-01</c:v>
                </c:pt>
                <c:pt idx="1347">
                  <c:v>2005-09-02</c:v>
                </c:pt>
                <c:pt idx="1348">
                  <c:v>2005-09-06</c:v>
                </c:pt>
                <c:pt idx="1349">
                  <c:v>2005-09-07</c:v>
                </c:pt>
                <c:pt idx="1350">
                  <c:v>2005-09-08</c:v>
                </c:pt>
                <c:pt idx="1351">
                  <c:v>2005-09-09</c:v>
                </c:pt>
                <c:pt idx="1352">
                  <c:v>2005-09-12</c:v>
                </c:pt>
                <c:pt idx="1353">
                  <c:v>2005-09-13</c:v>
                </c:pt>
                <c:pt idx="1354">
                  <c:v>2005-09-14</c:v>
                </c:pt>
                <c:pt idx="1355">
                  <c:v>2005-09-15</c:v>
                </c:pt>
                <c:pt idx="1356">
                  <c:v>2005-09-16</c:v>
                </c:pt>
                <c:pt idx="1357">
                  <c:v>2005-09-19</c:v>
                </c:pt>
                <c:pt idx="1358">
                  <c:v>2005-09-20</c:v>
                </c:pt>
                <c:pt idx="1359">
                  <c:v>2005-09-21</c:v>
                </c:pt>
                <c:pt idx="1360">
                  <c:v>2005-09-22</c:v>
                </c:pt>
                <c:pt idx="1361">
                  <c:v>2005-09-23</c:v>
                </c:pt>
                <c:pt idx="1362">
                  <c:v>2005-09-26</c:v>
                </c:pt>
                <c:pt idx="1363">
                  <c:v>2005-09-27</c:v>
                </c:pt>
                <c:pt idx="1364">
                  <c:v>2005-09-28</c:v>
                </c:pt>
                <c:pt idx="1365">
                  <c:v>2005-09-29</c:v>
                </c:pt>
                <c:pt idx="1366">
                  <c:v>2005-09-30</c:v>
                </c:pt>
                <c:pt idx="1367">
                  <c:v>2005-10-03</c:v>
                </c:pt>
                <c:pt idx="1368">
                  <c:v>2005-10-04</c:v>
                </c:pt>
                <c:pt idx="1369">
                  <c:v>2005-10-05</c:v>
                </c:pt>
                <c:pt idx="1370">
                  <c:v>2005-10-06</c:v>
                </c:pt>
                <c:pt idx="1371">
                  <c:v>2005-10-07</c:v>
                </c:pt>
                <c:pt idx="1372">
                  <c:v>2005-10-10</c:v>
                </c:pt>
                <c:pt idx="1373">
                  <c:v>2005-10-11</c:v>
                </c:pt>
                <c:pt idx="1374">
                  <c:v>2005-10-12</c:v>
                </c:pt>
                <c:pt idx="1375">
                  <c:v>2005-10-13</c:v>
                </c:pt>
                <c:pt idx="1376">
                  <c:v>2005-10-14</c:v>
                </c:pt>
                <c:pt idx="1377">
                  <c:v>2005-10-17</c:v>
                </c:pt>
                <c:pt idx="1378">
                  <c:v>2005-10-18</c:v>
                </c:pt>
                <c:pt idx="1379">
                  <c:v>2005-10-19</c:v>
                </c:pt>
                <c:pt idx="1380">
                  <c:v>2005-10-20</c:v>
                </c:pt>
                <c:pt idx="1381">
                  <c:v>2005-10-21</c:v>
                </c:pt>
                <c:pt idx="1382">
                  <c:v>2005-10-24</c:v>
                </c:pt>
                <c:pt idx="1383">
                  <c:v>2005-10-25</c:v>
                </c:pt>
                <c:pt idx="1384">
                  <c:v>2005-10-26</c:v>
                </c:pt>
                <c:pt idx="1385">
                  <c:v>2005-10-27</c:v>
                </c:pt>
                <c:pt idx="1386">
                  <c:v>2005-10-28</c:v>
                </c:pt>
                <c:pt idx="1387">
                  <c:v>2005-10-31</c:v>
                </c:pt>
                <c:pt idx="1388">
                  <c:v>2005-11-01</c:v>
                </c:pt>
                <c:pt idx="1389">
                  <c:v>2005-11-02</c:v>
                </c:pt>
                <c:pt idx="1390">
                  <c:v>2005-11-03</c:v>
                </c:pt>
                <c:pt idx="1391">
                  <c:v>2005-11-04</c:v>
                </c:pt>
                <c:pt idx="1392">
                  <c:v>2005-11-07</c:v>
                </c:pt>
                <c:pt idx="1393">
                  <c:v>2005-11-08</c:v>
                </c:pt>
                <c:pt idx="1394">
                  <c:v>2005-11-09</c:v>
                </c:pt>
                <c:pt idx="1395">
                  <c:v>2005-11-10</c:v>
                </c:pt>
                <c:pt idx="1396">
                  <c:v>2005-11-11</c:v>
                </c:pt>
                <c:pt idx="1397">
                  <c:v>2005-11-14</c:v>
                </c:pt>
                <c:pt idx="1398">
                  <c:v>2005-11-15</c:v>
                </c:pt>
                <c:pt idx="1399">
                  <c:v>2005-11-16</c:v>
                </c:pt>
                <c:pt idx="1400">
                  <c:v>2005-11-17</c:v>
                </c:pt>
                <c:pt idx="1401">
                  <c:v>2005-11-18</c:v>
                </c:pt>
                <c:pt idx="1402">
                  <c:v>2005-11-21</c:v>
                </c:pt>
                <c:pt idx="1403">
                  <c:v>2005-11-22</c:v>
                </c:pt>
                <c:pt idx="1404">
                  <c:v>2005-11-23</c:v>
                </c:pt>
                <c:pt idx="1405">
                  <c:v>2005-11-28</c:v>
                </c:pt>
                <c:pt idx="1406">
                  <c:v>2005-11-29</c:v>
                </c:pt>
                <c:pt idx="1407">
                  <c:v>2005-11-30</c:v>
                </c:pt>
                <c:pt idx="1408">
                  <c:v>2005-12-01</c:v>
                </c:pt>
                <c:pt idx="1409">
                  <c:v>2005-12-02</c:v>
                </c:pt>
                <c:pt idx="1410">
                  <c:v>2005-12-05</c:v>
                </c:pt>
                <c:pt idx="1411">
                  <c:v>2005-12-06</c:v>
                </c:pt>
                <c:pt idx="1412">
                  <c:v>2005-12-07</c:v>
                </c:pt>
                <c:pt idx="1413">
                  <c:v>2005-12-08</c:v>
                </c:pt>
                <c:pt idx="1414">
                  <c:v>2005-12-09</c:v>
                </c:pt>
                <c:pt idx="1415">
                  <c:v>2005-12-12</c:v>
                </c:pt>
                <c:pt idx="1416">
                  <c:v>2005-12-13</c:v>
                </c:pt>
                <c:pt idx="1417">
                  <c:v>2005-12-14</c:v>
                </c:pt>
                <c:pt idx="1418">
                  <c:v>2005-12-15</c:v>
                </c:pt>
                <c:pt idx="1419">
                  <c:v>2005-12-16</c:v>
                </c:pt>
                <c:pt idx="1420">
                  <c:v>2005-12-19</c:v>
                </c:pt>
                <c:pt idx="1421">
                  <c:v>2005-12-20</c:v>
                </c:pt>
                <c:pt idx="1422">
                  <c:v>2005-12-21</c:v>
                </c:pt>
                <c:pt idx="1423">
                  <c:v>2005-12-22</c:v>
                </c:pt>
                <c:pt idx="1424">
                  <c:v>2005-12-23</c:v>
                </c:pt>
                <c:pt idx="1425">
                  <c:v>2005-12-27</c:v>
                </c:pt>
                <c:pt idx="1426">
                  <c:v>2005-12-28</c:v>
                </c:pt>
                <c:pt idx="1427">
                  <c:v>2005-12-29</c:v>
                </c:pt>
                <c:pt idx="1428">
                  <c:v>2005-12-30</c:v>
                </c:pt>
                <c:pt idx="1429">
                  <c:v>2006-01-03</c:v>
                </c:pt>
                <c:pt idx="1430">
                  <c:v>2006-01-04</c:v>
                </c:pt>
                <c:pt idx="1431">
                  <c:v>2006-01-05</c:v>
                </c:pt>
                <c:pt idx="1432">
                  <c:v>2006-01-06</c:v>
                </c:pt>
                <c:pt idx="1433">
                  <c:v>2006-01-09</c:v>
                </c:pt>
                <c:pt idx="1434">
                  <c:v>2006-01-10</c:v>
                </c:pt>
                <c:pt idx="1435">
                  <c:v>2006-01-11</c:v>
                </c:pt>
                <c:pt idx="1436">
                  <c:v>2006-01-12</c:v>
                </c:pt>
                <c:pt idx="1437">
                  <c:v>2006-01-13</c:v>
                </c:pt>
                <c:pt idx="1438">
                  <c:v>2006-01-17</c:v>
                </c:pt>
                <c:pt idx="1439">
                  <c:v>2006-01-18</c:v>
                </c:pt>
                <c:pt idx="1440">
                  <c:v>2006-01-19</c:v>
                </c:pt>
                <c:pt idx="1441">
                  <c:v>2006-01-20</c:v>
                </c:pt>
                <c:pt idx="1442">
                  <c:v>2006-01-23</c:v>
                </c:pt>
                <c:pt idx="1443">
                  <c:v>2006-01-24</c:v>
                </c:pt>
                <c:pt idx="1444">
                  <c:v>2006-01-25</c:v>
                </c:pt>
                <c:pt idx="1445">
                  <c:v>2006-01-26</c:v>
                </c:pt>
                <c:pt idx="1446">
                  <c:v>2006-01-27</c:v>
                </c:pt>
                <c:pt idx="1447">
                  <c:v>2006-01-30</c:v>
                </c:pt>
                <c:pt idx="1448">
                  <c:v>2006-01-31</c:v>
                </c:pt>
                <c:pt idx="1449">
                  <c:v>2006-02-01</c:v>
                </c:pt>
                <c:pt idx="1450">
                  <c:v>2006-02-02</c:v>
                </c:pt>
                <c:pt idx="1451">
                  <c:v>2006-02-03</c:v>
                </c:pt>
                <c:pt idx="1452">
                  <c:v>2006-02-06</c:v>
                </c:pt>
                <c:pt idx="1453">
                  <c:v>2006-02-07</c:v>
                </c:pt>
                <c:pt idx="1454">
                  <c:v>2006-02-08</c:v>
                </c:pt>
                <c:pt idx="1455">
                  <c:v>2006-02-09</c:v>
                </c:pt>
                <c:pt idx="1456">
                  <c:v>2006-02-10</c:v>
                </c:pt>
                <c:pt idx="1457">
                  <c:v>2006-02-13</c:v>
                </c:pt>
                <c:pt idx="1458">
                  <c:v>2006-02-14</c:v>
                </c:pt>
                <c:pt idx="1459">
                  <c:v>2006-02-15</c:v>
                </c:pt>
                <c:pt idx="1460">
                  <c:v>2006-02-16</c:v>
                </c:pt>
                <c:pt idx="1461">
                  <c:v>2006-02-17</c:v>
                </c:pt>
                <c:pt idx="1462">
                  <c:v>2006-02-21</c:v>
                </c:pt>
                <c:pt idx="1463">
                  <c:v>2006-02-22</c:v>
                </c:pt>
                <c:pt idx="1464">
                  <c:v>2006-02-23</c:v>
                </c:pt>
                <c:pt idx="1465">
                  <c:v>2006-02-24</c:v>
                </c:pt>
                <c:pt idx="1466">
                  <c:v>2006-02-27</c:v>
                </c:pt>
                <c:pt idx="1467">
                  <c:v>2006-02-28</c:v>
                </c:pt>
                <c:pt idx="1468">
                  <c:v>2006-03-01</c:v>
                </c:pt>
                <c:pt idx="1469">
                  <c:v>2006-03-02</c:v>
                </c:pt>
                <c:pt idx="1470">
                  <c:v>2006-03-03</c:v>
                </c:pt>
                <c:pt idx="1471">
                  <c:v>2006-03-06</c:v>
                </c:pt>
                <c:pt idx="1472">
                  <c:v>2006-03-07</c:v>
                </c:pt>
                <c:pt idx="1473">
                  <c:v>2006-03-08</c:v>
                </c:pt>
                <c:pt idx="1474">
                  <c:v>2006-03-09</c:v>
                </c:pt>
                <c:pt idx="1475">
                  <c:v>2006-03-10</c:v>
                </c:pt>
                <c:pt idx="1476">
                  <c:v>2006-03-13</c:v>
                </c:pt>
                <c:pt idx="1477">
                  <c:v>2006-03-14</c:v>
                </c:pt>
                <c:pt idx="1478">
                  <c:v>2006-03-15</c:v>
                </c:pt>
                <c:pt idx="1479">
                  <c:v>2006-03-16</c:v>
                </c:pt>
                <c:pt idx="1480">
                  <c:v>2006-03-17</c:v>
                </c:pt>
                <c:pt idx="1481">
                  <c:v>2006-03-20</c:v>
                </c:pt>
                <c:pt idx="1482">
                  <c:v>2006-03-21</c:v>
                </c:pt>
                <c:pt idx="1483">
                  <c:v>2006-03-22</c:v>
                </c:pt>
                <c:pt idx="1484">
                  <c:v>2006-03-23</c:v>
                </c:pt>
                <c:pt idx="1485">
                  <c:v>2006-03-24</c:v>
                </c:pt>
                <c:pt idx="1486">
                  <c:v>2006-03-27</c:v>
                </c:pt>
                <c:pt idx="1487">
                  <c:v>2006-03-28</c:v>
                </c:pt>
                <c:pt idx="1488">
                  <c:v>2006-03-29</c:v>
                </c:pt>
                <c:pt idx="1489">
                  <c:v>2006-03-30</c:v>
                </c:pt>
                <c:pt idx="1490">
                  <c:v>2006-03-31</c:v>
                </c:pt>
                <c:pt idx="1491">
                  <c:v>2006-04-03</c:v>
                </c:pt>
                <c:pt idx="1492">
                  <c:v>2006-04-04</c:v>
                </c:pt>
                <c:pt idx="1493">
                  <c:v>2006-04-05</c:v>
                </c:pt>
                <c:pt idx="1494">
                  <c:v>2006-04-06</c:v>
                </c:pt>
                <c:pt idx="1495">
                  <c:v>2006-04-07</c:v>
                </c:pt>
                <c:pt idx="1496">
                  <c:v>2006-04-10</c:v>
                </c:pt>
                <c:pt idx="1497">
                  <c:v>2006-04-11</c:v>
                </c:pt>
                <c:pt idx="1498">
                  <c:v>2006-04-12</c:v>
                </c:pt>
                <c:pt idx="1499">
                  <c:v>2006-04-13</c:v>
                </c:pt>
                <c:pt idx="1500">
                  <c:v>2006-04-17</c:v>
                </c:pt>
                <c:pt idx="1501">
                  <c:v>2006-04-18</c:v>
                </c:pt>
                <c:pt idx="1502">
                  <c:v>2006-04-19</c:v>
                </c:pt>
                <c:pt idx="1503">
                  <c:v>2006-04-20</c:v>
                </c:pt>
                <c:pt idx="1504">
                  <c:v>2006-04-21</c:v>
                </c:pt>
                <c:pt idx="1505">
                  <c:v>2006-04-24</c:v>
                </c:pt>
                <c:pt idx="1506">
                  <c:v>2006-04-25</c:v>
                </c:pt>
                <c:pt idx="1507">
                  <c:v>2006-04-26</c:v>
                </c:pt>
                <c:pt idx="1508">
                  <c:v>2006-04-27</c:v>
                </c:pt>
                <c:pt idx="1509">
                  <c:v>2006-04-28</c:v>
                </c:pt>
                <c:pt idx="1510">
                  <c:v>2006-05-01</c:v>
                </c:pt>
                <c:pt idx="1511">
                  <c:v>2006-05-02</c:v>
                </c:pt>
                <c:pt idx="1512">
                  <c:v>2006-05-03</c:v>
                </c:pt>
                <c:pt idx="1513">
                  <c:v>2006-05-04</c:v>
                </c:pt>
                <c:pt idx="1514">
                  <c:v>2006-05-05</c:v>
                </c:pt>
                <c:pt idx="1515">
                  <c:v>2006-05-08</c:v>
                </c:pt>
                <c:pt idx="1516">
                  <c:v>2006-05-09</c:v>
                </c:pt>
                <c:pt idx="1517">
                  <c:v>2006-05-10</c:v>
                </c:pt>
                <c:pt idx="1518">
                  <c:v>2006-05-11</c:v>
                </c:pt>
                <c:pt idx="1519">
                  <c:v>2006-05-12</c:v>
                </c:pt>
                <c:pt idx="1520">
                  <c:v>2006-05-15</c:v>
                </c:pt>
                <c:pt idx="1521">
                  <c:v>2006-05-16</c:v>
                </c:pt>
                <c:pt idx="1522">
                  <c:v>2006-05-17</c:v>
                </c:pt>
                <c:pt idx="1523">
                  <c:v>2006-05-18</c:v>
                </c:pt>
                <c:pt idx="1524">
                  <c:v>2006-05-19</c:v>
                </c:pt>
                <c:pt idx="1525">
                  <c:v>2006-05-22</c:v>
                </c:pt>
                <c:pt idx="1526">
                  <c:v>2006-05-23</c:v>
                </c:pt>
                <c:pt idx="1527">
                  <c:v>2006-05-24</c:v>
                </c:pt>
                <c:pt idx="1528">
                  <c:v>2006-05-25</c:v>
                </c:pt>
                <c:pt idx="1529">
                  <c:v>2006-05-26</c:v>
                </c:pt>
                <c:pt idx="1530">
                  <c:v>2006-05-30</c:v>
                </c:pt>
                <c:pt idx="1531">
                  <c:v>2006-05-31</c:v>
                </c:pt>
                <c:pt idx="1532">
                  <c:v>2006-06-01</c:v>
                </c:pt>
                <c:pt idx="1533">
                  <c:v>2006-06-02</c:v>
                </c:pt>
                <c:pt idx="1534">
                  <c:v>2006-06-05</c:v>
                </c:pt>
                <c:pt idx="1535">
                  <c:v>2006-06-06</c:v>
                </c:pt>
                <c:pt idx="1536">
                  <c:v>2006-06-07</c:v>
                </c:pt>
                <c:pt idx="1537">
                  <c:v>2006-06-08</c:v>
                </c:pt>
                <c:pt idx="1538">
                  <c:v>2006-06-09</c:v>
                </c:pt>
                <c:pt idx="1539">
                  <c:v>2006-06-12</c:v>
                </c:pt>
                <c:pt idx="1540">
                  <c:v>2006-06-13</c:v>
                </c:pt>
                <c:pt idx="1541">
                  <c:v>2006-06-14</c:v>
                </c:pt>
                <c:pt idx="1542">
                  <c:v>2006-06-15</c:v>
                </c:pt>
                <c:pt idx="1543">
                  <c:v>2006-06-16</c:v>
                </c:pt>
                <c:pt idx="1544">
                  <c:v>2006-06-19</c:v>
                </c:pt>
                <c:pt idx="1545">
                  <c:v>2006-06-20</c:v>
                </c:pt>
                <c:pt idx="1546">
                  <c:v>2006-06-21</c:v>
                </c:pt>
                <c:pt idx="1547">
                  <c:v>2006-06-22</c:v>
                </c:pt>
                <c:pt idx="1548">
                  <c:v>2006-06-23</c:v>
                </c:pt>
                <c:pt idx="1549">
                  <c:v>2006-06-26</c:v>
                </c:pt>
                <c:pt idx="1550">
                  <c:v>2006-06-27</c:v>
                </c:pt>
                <c:pt idx="1551">
                  <c:v>2006-06-28</c:v>
                </c:pt>
                <c:pt idx="1552">
                  <c:v>2006-06-29</c:v>
                </c:pt>
                <c:pt idx="1553">
                  <c:v>2006-06-30</c:v>
                </c:pt>
                <c:pt idx="1554">
                  <c:v>2006-07-03</c:v>
                </c:pt>
                <c:pt idx="1555">
                  <c:v>2006-07-05</c:v>
                </c:pt>
                <c:pt idx="1556">
                  <c:v>2006-07-06</c:v>
                </c:pt>
                <c:pt idx="1557">
                  <c:v>2006-07-07</c:v>
                </c:pt>
                <c:pt idx="1558">
                  <c:v>2006-07-10</c:v>
                </c:pt>
                <c:pt idx="1559">
                  <c:v>2006-07-11</c:v>
                </c:pt>
                <c:pt idx="1560">
                  <c:v>2006-07-12</c:v>
                </c:pt>
                <c:pt idx="1561">
                  <c:v>2006-07-13</c:v>
                </c:pt>
                <c:pt idx="1562">
                  <c:v>2006-07-14</c:v>
                </c:pt>
                <c:pt idx="1563">
                  <c:v>2006-07-17</c:v>
                </c:pt>
                <c:pt idx="1564">
                  <c:v>2006-07-18</c:v>
                </c:pt>
                <c:pt idx="1565">
                  <c:v>2006-07-19</c:v>
                </c:pt>
                <c:pt idx="1566">
                  <c:v>2006-07-20</c:v>
                </c:pt>
                <c:pt idx="1567">
                  <c:v>2006-07-21</c:v>
                </c:pt>
                <c:pt idx="1568">
                  <c:v>2006-07-24</c:v>
                </c:pt>
                <c:pt idx="1569">
                  <c:v>2006-07-25</c:v>
                </c:pt>
                <c:pt idx="1570">
                  <c:v>2006-07-26</c:v>
                </c:pt>
                <c:pt idx="1571">
                  <c:v>2006-07-27</c:v>
                </c:pt>
                <c:pt idx="1572">
                  <c:v>2006-07-28</c:v>
                </c:pt>
                <c:pt idx="1573">
                  <c:v>2006-07-31</c:v>
                </c:pt>
                <c:pt idx="1574">
                  <c:v>2006-08-01</c:v>
                </c:pt>
                <c:pt idx="1575">
                  <c:v>2006-08-02</c:v>
                </c:pt>
                <c:pt idx="1576">
                  <c:v>2006-08-03</c:v>
                </c:pt>
                <c:pt idx="1577">
                  <c:v>2006-08-04</c:v>
                </c:pt>
                <c:pt idx="1578">
                  <c:v>2006-08-07</c:v>
                </c:pt>
                <c:pt idx="1579">
                  <c:v>2006-08-08</c:v>
                </c:pt>
                <c:pt idx="1580">
                  <c:v>2006-08-09</c:v>
                </c:pt>
                <c:pt idx="1581">
                  <c:v>2006-08-10</c:v>
                </c:pt>
                <c:pt idx="1582">
                  <c:v>2006-08-11</c:v>
                </c:pt>
                <c:pt idx="1583">
                  <c:v>2006-08-14</c:v>
                </c:pt>
                <c:pt idx="1584">
                  <c:v>2006-08-15</c:v>
                </c:pt>
                <c:pt idx="1585">
                  <c:v>2006-08-16</c:v>
                </c:pt>
                <c:pt idx="1586">
                  <c:v>2006-08-17</c:v>
                </c:pt>
                <c:pt idx="1587">
                  <c:v>2006-08-18</c:v>
                </c:pt>
                <c:pt idx="1588">
                  <c:v>2006-08-21</c:v>
                </c:pt>
                <c:pt idx="1589">
                  <c:v>2006-08-22</c:v>
                </c:pt>
                <c:pt idx="1590">
                  <c:v>2006-08-23</c:v>
                </c:pt>
                <c:pt idx="1591">
                  <c:v>2006-08-24</c:v>
                </c:pt>
                <c:pt idx="1592">
                  <c:v>2006-08-25</c:v>
                </c:pt>
                <c:pt idx="1593">
                  <c:v>2006-08-28</c:v>
                </c:pt>
                <c:pt idx="1594">
                  <c:v>2006-08-29</c:v>
                </c:pt>
                <c:pt idx="1595">
                  <c:v>2006-08-30</c:v>
                </c:pt>
                <c:pt idx="1596">
                  <c:v>2006-08-31</c:v>
                </c:pt>
                <c:pt idx="1597">
                  <c:v>2006-09-01</c:v>
                </c:pt>
                <c:pt idx="1598">
                  <c:v>2006-09-05</c:v>
                </c:pt>
                <c:pt idx="1599">
                  <c:v>2006-09-06</c:v>
                </c:pt>
                <c:pt idx="1600">
                  <c:v>2006-09-07</c:v>
                </c:pt>
                <c:pt idx="1601">
                  <c:v>2006-09-08</c:v>
                </c:pt>
                <c:pt idx="1602">
                  <c:v>2006-09-11</c:v>
                </c:pt>
                <c:pt idx="1603">
                  <c:v>2006-09-12</c:v>
                </c:pt>
                <c:pt idx="1604">
                  <c:v>2006-09-13</c:v>
                </c:pt>
                <c:pt idx="1605">
                  <c:v>2006-09-14</c:v>
                </c:pt>
                <c:pt idx="1606">
                  <c:v>2006-09-15</c:v>
                </c:pt>
                <c:pt idx="1607">
                  <c:v>2006-09-18</c:v>
                </c:pt>
                <c:pt idx="1608">
                  <c:v>2006-09-19</c:v>
                </c:pt>
                <c:pt idx="1609">
                  <c:v>2006-09-20</c:v>
                </c:pt>
                <c:pt idx="1610">
                  <c:v>2006-09-21</c:v>
                </c:pt>
                <c:pt idx="1611">
                  <c:v>2006-09-22</c:v>
                </c:pt>
                <c:pt idx="1612">
                  <c:v>2006-09-25</c:v>
                </c:pt>
                <c:pt idx="1613">
                  <c:v>2006-09-26</c:v>
                </c:pt>
                <c:pt idx="1614">
                  <c:v>2006-09-27</c:v>
                </c:pt>
                <c:pt idx="1615">
                  <c:v>2006-09-28</c:v>
                </c:pt>
                <c:pt idx="1616">
                  <c:v>2006-09-29</c:v>
                </c:pt>
                <c:pt idx="1617">
                  <c:v>2006-10-02</c:v>
                </c:pt>
                <c:pt idx="1618">
                  <c:v>2006-10-03</c:v>
                </c:pt>
                <c:pt idx="1619">
                  <c:v>2006-10-04</c:v>
                </c:pt>
                <c:pt idx="1620">
                  <c:v>2006-10-05</c:v>
                </c:pt>
                <c:pt idx="1621">
                  <c:v>2006-10-06</c:v>
                </c:pt>
                <c:pt idx="1622">
                  <c:v>2006-10-09</c:v>
                </c:pt>
                <c:pt idx="1623">
                  <c:v>2006-10-10</c:v>
                </c:pt>
                <c:pt idx="1624">
                  <c:v>2006-10-11</c:v>
                </c:pt>
                <c:pt idx="1625">
                  <c:v>2006-10-12</c:v>
                </c:pt>
                <c:pt idx="1626">
                  <c:v>2006-10-13</c:v>
                </c:pt>
                <c:pt idx="1627">
                  <c:v>2006-10-16</c:v>
                </c:pt>
                <c:pt idx="1628">
                  <c:v>2006-10-17</c:v>
                </c:pt>
                <c:pt idx="1629">
                  <c:v>2006-10-18</c:v>
                </c:pt>
                <c:pt idx="1630">
                  <c:v>2006-10-19</c:v>
                </c:pt>
                <c:pt idx="1631">
                  <c:v>2006-10-20</c:v>
                </c:pt>
                <c:pt idx="1632">
                  <c:v>2006-10-23</c:v>
                </c:pt>
                <c:pt idx="1633">
                  <c:v>2006-10-24</c:v>
                </c:pt>
                <c:pt idx="1634">
                  <c:v>2006-10-25</c:v>
                </c:pt>
                <c:pt idx="1635">
                  <c:v>2006-10-26</c:v>
                </c:pt>
                <c:pt idx="1636">
                  <c:v>2006-10-27</c:v>
                </c:pt>
                <c:pt idx="1637">
                  <c:v>2006-10-30</c:v>
                </c:pt>
                <c:pt idx="1638">
                  <c:v>2006-10-31</c:v>
                </c:pt>
                <c:pt idx="1639">
                  <c:v>2006-11-01</c:v>
                </c:pt>
                <c:pt idx="1640">
                  <c:v>2006-11-02</c:v>
                </c:pt>
                <c:pt idx="1641">
                  <c:v>2006-11-03</c:v>
                </c:pt>
                <c:pt idx="1642">
                  <c:v>2006-11-06</c:v>
                </c:pt>
                <c:pt idx="1643">
                  <c:v>2006-11-07</c:v>
                </c:pt>
                <c:pt idx="1644">
                  <c:v>2006-11-08</c:v>
                </c:pt>
                <c:pt idx="1645">
                  <c:v>2006-11-09</c:v>
                </c:pt>
                <c:pt idx="1646">
                  <c:v>2006-11-10</c:v>
                </c:pt>
                <c:pt idx="1647">
                  <c:v>2006-11-13</c:v>
                </c:pt>
                <c:pt idx="1648">
                  <c:v>2006-11-14</c:v>
                </c:pt>
                <c:pt idx="1649">
                  <c:v>2006-11-15</c:v>
                </c:pt>
                <c:pt idx="1650">
                  <c:v>2006-11-16</c:v>
                </c:pt>
                <c:pt idx="1651">
                  <c:v>2006-11-17</c:v>
                </c:pt>
                <c:pt idx="1652">
                  <c:v>2006-11-20</c:v>
                </c:pt>
                <c:pt idx="1653">
                  <c:v>2006-11-21</c:v>
                </c:pt>
                <c:pt idx="1654">
                  <c:v>2006-11-22</c:v>
                </c:pt>
                <c:pt idx="1655">
                  <c:v>2006-11-27</c:v>
                </c:pt>
                <c:pt idx="1656">
                  <c:v>2006-11-28</c:v>
                </c:pt>
                <c:pt idx="1657">
                  <c:v>2006-11-29</c:v>
                </c:pt>
                <c:pt idx="1658">
                  <c:v>2006-11-30</c:v>
                </c:pt>
                <c:pt idx="1659">
                  <c:v>2006-12-01</c:v>
                </c:pt>
                <c:pt idx="1660">
                  <c:v>2006-12-04</c:v>
                </c:pt>
                <c:pt idx="1661">
                  <c:v>2006-12-05</c:v>
                </c:pt>
                <c:pt idx="1662">
                  <c:v>2006-12-06</c:v>
                </c:pt>
                <c:pt idx="1663">
                  <c:v>2006-12-07</c:v>
                </c:pt>
                <c:pt idx="1664">
                  <c:v>2006-12-08</c:v>
                </c:pt>
                <c:pt idx="1665">
                  <c:v>2006-12-11</c:v>
                </c:pt>
                <c:pt idx="1666">
                  <c:v>2006-12-12</c:v>
                </c:pt>
                <c:pt idx="1667">
                  <c:v>2006-12-13</c:v>
                </c:pt>
                <c:pt idx="1668">
                  <c:v>2006-12-14</c:v>
                </c:pt>
                <c:pt idx="1669">
                  <c:v>2006-12-15</c:v>
                </c:pt>
                <c:pt idx="1670">
                  <c:v>2006-12-18</c:v>
                </c:pt>
                <c:pt idx="1671">
                  <c:v>2006-12-19</c:v>
                </c:pt>
                <c:pt idx="1672">
                  <c:v>2006-12-20</c:v>
                </c:pt>
                <c:pt idx="1673">
                  <c:v>2006-12-21</c:v>
                </c:pt>
                <c:pt idx="1674">
                  <c:v>2006-12-22</c:v>
                </c:pt>
                <c:pt idx="1675">
                  <c:v>2006-12-26</c:v>
                </c:pt>
                <c:pt idx="1676">
                  <c:v>2006-12-27</c:v>
                </c:pt>
                <c:pt idx="1677">
                  <c:v>2006-12-28</c:v>
                </c:pt>
                <c:pt idx="1678">
                  <c:v>2006-12-29</c:v>
                </c:pt>
                <c:pt idx="1679">
                  <c:v>2007-01-03</c:v>
                </c:pt>
                <c:pt idx="1680">
                  <c:v>2007-01-04</c:v>
                </c:pt>
                <c:pt idx="1681">
                  <c:v>2007-01-05</c:v>
                </c:pt>
                <c:pt idx="1682">
                  <c:v>2007-01-08</c:v>
                </c:pt>
                <c:pt idx="1683">
                  <c:v>2007-01-09</c:v>
                </c:pt>
                <c:pt idx="1684">
                  <c:v>2007-01-10</c:v>
                </c:pt>
                <c:pt idx="1685">
                  <c:v>2007-01-11</c:v>
                </c:pt>
                <c:pt idx="1686">
                  <c:v>2007-01-12</c:v>
                </c:pt>
                <c:pt idx="1687">
                  <c:v>2007-01-16</c:v>
                </c:pt>
                <c:pt idx="1688">
                  <c:v>2007-01-17</c:v>
                </c:pt>
                <c:pt idx="1689">
                  <c:v>2007-01-18</c:v>
                </c:pt>
                <c:pt idx="1690">
                  <c:v>2007-01-19</c:v>
                </c:pt>
                <c:pt idx="1691">
                  <c:v>2007-01-22</c:v>
                </c:pt>
                <c:pt idx="1692">
                  <c:v>2007-01-23</c:v>
                </c:pt>
                <c:pt idx="1693">
                  <c:v>2007-01-24</c:v>
                </c:pt>
                <c:pt idx="1694">
                  <c:v>2007-01-25</c:v>
                </c:pt>
                <c:pt idx="1695">
                  <c:v>2007-01-26</c:v>
                </c:pt>
                <c:pt idx="1696">
                  <c:v>2007-01-29</c:v>
                </c:pt>
                <c:pt idx="1697">
                  <c:v>2007-01-30</c:v>
                </c:pt>
                <c:pt idx="1698">
                  <c:v>2007-01-31</c:v>
                </c:pt>
                <c:pt idx="1699">
                  <c:v>2007-02-01</c:v>
                </c:pt>
                <c:pt idx="1700">
                  <c:v>2007-02-02</c:v>
                </c:pt>
                <c:pt idx="1701">
                  <c:v>2007-02-05</c:v>
                </c:pt>
                <c:pt idx="1702">
                  <c:v>2007-02-06</c:v>
                </c:pt>
                <c:pt idx="1703">
                  <c:v>2007-02-07</c:v>
                </c:pt>
                <c:pt idx="1704">
                  <c:v>2007-02-08</c:v>
                </c:pt>
                <c:pt idx="1705">
                  <c:v>2007-02-09</c:v>
                </c:pt>
                <c:pt idx="1706">
                  <c:v>2007-02-12</c:v>
                </c:pt>
                <c:pt idx="1707">
                  <c:v>2007-02-13</c:v>
                </c:pt>
                <c:pt idx="1708">
                  <c:v>2007-02-14</c:v>
                </c:pt>
                <c:pt idx="1709">
                  <c:v>2007-02-15</c:v>
                </c:pt>
                <c:pt idx="1710">
                  <c:v>2007-02-16</c:v>
                </c:pt>
                <c:pt idx="1711">
                  <c:v>2007-02-20</c:v>
                </c:pt>
                <c:pt idx="1712">
                  <c:v>2007-02-21</c:v>
                </c:pt>
                <c:pt idx="1713">
                  <c:v>2007-02-22</c:v>
                </c:pt>
                <c:pt idx="1714">
                  <c:v>2007-02-23</c:v>
                </c:pt>
                <c:pt idx="1715">
                  <c:v>2007-02-26</c:v>
                </c:pt>
                <c:pt idx="1716">
                  <c:v>2007-02-27</c:v>
                </c:pt>
                <c:pt idx="1717">
                  <c:v>2007-02-28</c:v>
                </c:pt>
                <c:pt idx="1718">
                  <c:v>2007-03-01</c:v>
                </c:pt>
                <c:pt idx="1719">
                  <c:v>2007-03-02</c:v>
                </c:pt>
                <c:pt idx="1720">
                  <c:v>2007-03-05</c:v>
                </c:pt>
                <c:pt idx="1721">
                  <c:v>2007-03-06</c:v>
                </c:pt>
                <c:pt idx="1722">
                  <c:v>2007-03-07</c:v>
                </c:pt>
                <c:pt idx="1723">
                  <c:v>2007-03-08</c:v>
                </c:pt>
                <c:pt idx="1724">
                  <c:v>2007-03-09</c:v>
                </c:pt>
                <c:pt idx="1725">
                  <c:v>2007-03-12</c:v>
                </c:pt>
                <c:pt idx="1726">
                  <c:v>2007-03-13</c:v>
                </c:pt>
                <c:pt idx="1727">
                  <c:v>2007-03-14</c:v>
                </c:pt>
                <c:pt idx="1728">
                  <c:v>2007-03-15</c:v>
                </c:pt>
                <c:pt idx="1729">
                  <c:v>2007-03-16</c:v>
                </c:pt>
                <c:pt idx="1730">
                  <c:v>2007-03-19</c:v>
                </c:pt>
                <c:pt idx="1731">
                  <c:v>2007-03-20</c:v>
                </c:pt>
                <c:pt idx="1732">
                  <c:v>2007-03-21</c:v>
                </c:pt>
                <c:pt idx="1733">
                  <c:v>2007-03-22</c:v>
                </c:pt>
                <c:pt idx="1734">
                  <c:v>2007-03-23</c:v>
                </c:pt>
                <c:pt idx="1735">
                  <c:v>2007-03-26</c:v>
                </c:pt>
                <c:pt idx="1736">
                  <c:v>2007-03-27</c:v>
                </c:pt>
                <c:pt idx="1737">
                  <c:v>2007-03-28</c:v>
                </c:pt>
                <c:pt idx="1738">
                  <c:v>2007-03-29</c:v>
                </c:pt>
                <c:pt idx="1739">
                  <c:v>2007-03-30</c:v>
                </c:pt>
                <c:pt idx="1740">
                  <c:v>2007-04-02</c:v>
                </c:pt>
                <c:pt idx="1741">
                  <c:v>2007-04-03</c:v>
                </c:pt>
                <c:pt idx="1742">
                  <c:v>2007-04-04</c:v>
                </c:pt>
                <c:pt idx="1743">
                  <c:v>2007-04-05</c:v>
                </c:pt>
                <c:pt idx="1744">
                  <c:v>2007-04-09</c:v>
                </c:pt>
                <c:pt idx="1745">
                  <c:v>2007-04-10</c:v>
                </c:pt>
                <c:pt idx="1746">
                  <c:v>2007-04-11</c:v>
                </c:pt>
                <c:pt idx="1747">
                  <c:v>2007-04-12</c:v>
                </c:pt>
                <c:pt idx="1748">
                  <c:v>2007-04-13</c:v>
                </c:pt>
                <c:pt idx="1749">
                  <c:v>2007-04-16</c:v>
                </c:pt>
                <c:pt idx="1750">
                  <c:v>2007-04-17</c:v>
                </c:pt>
                <c:pt idx="1751">
                  <c:v>2007-04-18</c:v>
                </c:pt>
                <c:pt idx="1752">
                  <c:v>2007-04-19</c:v>
                </c:pt>
                <c:pt idx="1753">
                  <c:v>2007-04-20</c:v>
                </c:pt>
                <c:pt idx="1754">
                  <c:v>2007-04-23</c:v>
                </c:pt>
                <c:pt idx="1755">
                  <c:v>2007-04-24</c:v>
                </c:pt>
                <c:pt idx="1756">
                  <c:v>2007-04-25</c:v>
                </c:pt>
                <c:pt idx="1757">
                  <c:v>2007-04-26</c:v>
                </c:pt>
                <c:pt idx="1758">
                  <c:v>2007-04-27</c:v>
                </c:pt>
                <c:pt idx="1759">
                  <c:v>2007-04-30</c:v>
                </c:pt>
                <c:pt idx="1760">
                  <c:v>2007-05-01</c:v>
                </c:pt>
                <c:pt idx="1761">
                  <c:v>2007-05-02</c:v>
                </c:pt>
                <c:pt idx="1762">
                  <c:v>2007-05-03</c:v>
                </c:pt>
                <c:pt idx="1763">
                  <c:v>2007-05-04</c:v>
                </c:pt>
                <c:pt idx="1764">
                  <c:v>2007-05-07</c:v>
                </c:pt>
                <c:pt idx="1765">
                  <c:v>2007-05-08</c:v>
                </c:pt>
                <c:pt idx="1766">
                  <c:v>2007-05-09</c:v>
                </c:pt>
                <c:pt idx="1767">
                  <c:v>2007-05-10</c:v>
                </c:pt>
                <c:pt idx="1768">
                  <c:v>2007-05-11</c:v>
                </c:pt>
                <c:pt idx="1769">
                  <c:v>2007-05-14</c:v>
                </c:pt>
                <c:pt idx="1770">
                  <c:v>2007-05-15</c:v>
                </c:pt>
                <c:pt idx="1771">
                  <c:v>2007-05-16</c:v>
                </c:pt>
                <c:pt idx="1772">
                  <c:v>2007-05-17</c:v>
                </c:pt>
                <c:pt idx="1773">
                  <c:v>2007-05-18</c:v>
                </c:pt>
                <c:pt idx="1774">
                  <c:v>2007-05-21</c:v>
                </c:pt>
                <c:pt idx="1775">
                  <c:v>2007-05-22</c:v>
                </c:pt>
                <c:pt idx="1776">
                  <c:v>2007-05-23</c:v>
                </c:pt>
                <c:pt idx="1777">
                  <c:v>2007-05-24</c:v>
                </c:pt>
                <c:pt idx="1778">
                  <c:v>2007-05-25</c:v>
                </c:pt>
                <c:pt idx="1779">
                  <c:v>2007-05-29</c:v>
                </c:pt>
                <c:pt idx="1780">
                  <c:v>2007-05-30</c:v>
                </c:pt>
                <c:pt idx="1781">
                  <c:v>2007-05-31</c:v>
                </c:pt>
                <c:pt idx="1782">
                  <c:v>2007-06-01</c:v>
                </c:pt>
                <c:pt idx="1783">
                  <c:v>2007-06-04</c:v>
                </c:pt>
                <c:pt idx="1784">
                  <c:v>2007-06-05</c:v>
                </c:pt>
                <c:pt idx="1785">
                  <c:v>2007-06-06</c:v>
                </c:pt>
                <c:pt idx="1786">
                  <c:v>2007-06-07</c:v>
                </c:pt>
                <c:pt idx="1787">
                  <c:v>2007-06-08</c:v>
                </c:pt>
                <c:pt idx="1788">
                  <c:v>2007-06-11</c:v>
                </c:pt>
                <c:pt idx="1789">
                  <c:v>2007-06-12</c:v>
                </c:pt>
                <c:pt idx="1790">
                  <c:v>2007-06-13</c:v>
                </c:pt>
                <c:pt idx="1791">
                  <c:v>2007-06-14</c:v>
                </c:pt>
                <c:pt idx="1792">
                  <c:v>2007-06-15</c:v>
                </c:pt>
                <c:pt idx="1793">
                  <c:v>2007-06-18</c:v>
                </c:pt>
                <c:pt idx="1794">
                  <c:v>2007-06-19</c:v>
                </c:pt>
                <c:pt idx="1795">
                  <c:v>2007-06-20</c:v>
                </c:pt>
                <c:pt idx="1796">
                  <c:v>2007-06-21</c:v>
                </c:pt>
                <c:pt idx="1797">
                  <c:v>2007-06-22</c:v>
                </c:pt>
                <c:pt idx="1798">
                  <c:v>2007-06-25</c:v>
                </c:pt>
                <c:pt idx="1799">
                  <c:v>2007-06-26</c:v>
                </c:pt>
                <c:pt idx="1800">
                  <c:v>2007-06-27</c:v>
                </c:pt>
                <c:pt idx="1801">
                  <c:v>2007-06-28</c:v>
                </c:pt>
                <c:pt idx="1802">
                  <c:v>2007-06-29</c:v>
                </c:pt>
                <c:pt idx="1803">
                  <c:v>2007-07-02</c:v>
                </c:pt>
                <c:pt idx="1804">
                  <c:v>2007-07-03</c:v>
                </c:pt>
                <c:pt idx="1805">
                  <c:v>2007-07-05</c:v>
                </c:pt>
                <c:pt idx="1806">
                  <c:v>2007-07-06</c:v>
                </c:pt>
                <c:pt idx="1807">
                  <c:v>2007-07-09</c:v>
                </c:pt>
                <c:pt idx="1808">
                  <c:v>2007-07-10</c:v>
                </c:pt>
                <c:pt idx="1809">
                  <c:v>2007-07-11</c:v>
                </c:pt>
                <c:pt idx="1810">
                  <c:v>2007-07-12</c:v>
                </c:pt>
                <c:pt idx="1811">
                  <c:v>2007-07-13</c:v>
                </c:pt>
                <c:pt idx="1812">
                  <c:v>2007-07-16</c:v>
                </c:pt>
                <c:pt idx="1813">
                  <c:v>2007-07-17</c:v>
                </c:pt>
                <c:pt idx="1814">
                  <c:v>2007-07-18</c:v>
                </c:pt>
                <c:pt idx="1815">
                  <c:v>2007-07-19</c:v>
                </c:pt>
                <c:pt idx="1816">
                  <c:v>2007-07-20</c:v>
                </c:pt>
                <c:pt idx="1817">
                  <c:v>2007-07-23</c:v>
                </c:pt>
                <c:pt idx="1818">
                  <c:v>2007-07-24</c:v>
                </c:pt>
                <c:pt idx="1819">
                  <c:v>2007-07-25</c:v>
                </c:pt>
                <c:pt idx="1820">
                  <c:v>2007-07-26</c:v>
                </c:pt>
                <c:pt idx="1821">
                  <c:v>2007-07-27</c:v>
                </c:pt>
                <c:pt idx="1822">
                  <c:v>2007-07-30</c:v>
                </c:pt>
                <c:pt idx="1823">
                  <c:v>2007-07-31</c:v>
                </c:pt>
                <c:pt idx="1824">
                  <c:v>2007-08-01</c:v>
                </c:pt>
                <c:pt idx="1825">
                  <c:v>2007-08-02</c:v>
                </c:pt>
                <c:pt idx="1826">
                  <c:v>2007-08-03</c:v>
                </c:pt>
                <c:pt idx="1827">
                  <c:v>2007-08-06</c:v>
                </c:pt>
                <c:pt idx="1828">
                  <c:v>2007-08-07</c:v>
                </c:pt>
                <c:pt idx="1829">
                  <c:v>2007-08-08</c:v>
                </c:pt>
                <c:pt idx="1830">
                  <c:v>2007-08-09</c:v>
                </c:pt>
                <c:pt idx="1831">
                  <c:v>2007-08-10</c:v>
                </c:pt>
                <c:pt idx="1832">
                  <c:v>2007-08-13</c:v>
                </c:pt>
                <c:pt idx="1833">
                  <c:v>2007-08-14</c:v>
                </c:pt>
                <c:pt idx="1834">
                  <c:v>2007-08-15</c:v>
                </c:pt>
                <c:pt idx="1835">
                  <c:v>2007-08-16</c:v>
                </c:pt>
                <c:pt idx="1836">
                  <c:v>2007-08-17</c:v>
                </c:pt>
                <c:pt idx="1837">
                  <c:v>2007-08-20</c:v>
                </c:pt>
                <c:pt idx="1838">
                  <c:v>2007-08-21</c:v>
                </c:pt>
                <c:pt idx="1839">
                  <c:v>2007-08-22</c:v>
                </c:pt>
                <c:pt idx="1840">
                  <c:v>2007-08-23</c:v>
                </c:pt>
                <c:pt idx="1841">
                  <c:v>2007-08-24</c:v>
                </c:pt>
                <c:pt idx="1842">
                  <c:v>2007-08-27</c:v>
                </c:pt>
                <c:pt idx="1843">
                  <c:v>2007-08-28</c:v>
                </c:pt>
                <c:pt idx="1844">
                  <c:v>2007-08-29</c:v>
                </c:pt>
                <c:pt idx="1845">
                  <c:v>2007-08-30</c:v>
                </c:pt>
                <c:pt idx="1846">
                  <c:v>2007-08-31</c:v>
                </c:pt>
                <c:pt idx="1847">
                  <c:v>2007-09-04</c:v>
                </c:pt>
                <c:pt idx="1848">
                  <c:v>2007-09-05</c:v>
                </c:pt>
                <c:pt idx="1849">
                  <c:v>2007-09-06</c:v>
                </c:pt>
                <c:pt idx="1850">
                  <c:v>2007-09-07</c:v>
                </c:pt>
                <c:pt idx="1851">
                  <c:v>2007-09-10</c:v>
                </c:pt>
                <c:pt idx="1852">
                  <c:v>2007-09-11</c:v>
                </c:pt>
                <c:pt idx="1853">
                  <c:v>2007-09-12</c:v>
                </c:pt>
                <c:pt idx="1854">
                  <c:v>2007-09-13</c:v>
                </c:pt>
                <c:pt idx="1855">
                  <c:v>2007-09-14</c:v>
                </c:pt>
                <c:pt idx="1856">
                  <c:v>2007-09-17</c:v>
                </c:pt>
                <c:pt idx="1857">
                  <c:v>2007-09-18</c:v>
                </c:pt>
                <c:pt idx="1858">
                  <c:v>2007-09-19</c:v>
                </c:pt>
                <c:pt idx="1859">
                  <c:v>2007-09-20</c:v>
                </c:pt>
                <c:pt idx="1860">
                  <c:v>2007-09-21</c:v>
                </c:pt>
                <c:pt idx="1861">
                  <c:v>2007-09-24</c:v>
                </c:pt>
                <c:pt idx="1862">
                  <c:v>2007-09-25</c:v>
                </c:pt>
                <c:pt idx="1863">
                  <c:v>2007-09-26</c:v>
                </c:pt>
                <c:pt idx="1864">
                  <c:v>2007-09-27</c:v>
                </c:pt>
                <c:pt idx="1865">
                  <c:v>2007-09-28</c:v>
                </c:pt>
                <c:pt idx="1866">
                  <c:v>2007-10-01</c:v>
                </c:pt>
                <c:pt idx="1867">
                  <c:v>2007-10-02</c:v>
                </c:pt>
                <c:pt idx="1868">
                  <c:v>2007-10-03</c:v>
                </c:pt>
                <c:pt idx="1869">
                  <c:v>2007-10-04</c:v>
                </c:pt>
                <c:pt idx="1870">
                  <c:v>2007-10-05</c:v>
                </c:pt>
                <c:pt idx="1871">
                  <c:v>2007-10-08</c:v>
                </c:pt>
                <c:pt idx="1872">
                  <c:v>2007-10-09</c:v>
                </c:pt>
                <c:pt idx="1873">
                  <c:v>2007-10-10</c:v>
                </c:pt>
                <c:pt idx="1874">
                  <c:v>2007-10-11</c:v>
                </c:pt>
                <c:pt idx="1875">
                  <c:v>2007-10-12</c:v>
                </c:pt>
                <c:pt idx="1876">
                  <c:v>2007-10-15</c:v>
                </c:pt>
                <c:pt idx="1877">
                  <c:v>2007-10-16</c:v>
                </c:pt>
                <c:pt idx="1878">
                  <c:v>2007-10-17</c:v>
                </c:pt>
                <c:pt idx="1879">
                  <c:v>2007-10-18</c:v>
                </c:pt>
                <c:pt idx="1880">
                  <c:v>2007-10-19</c:v>
                </c:pt>
                <c:pt idx="1881">
                  <c:v>2007-10-22</c:v>
                </c:pt>
                <c:pt idx="1882">
                  <c:v>2007-10-23</c:v>
                </c:pt>
                <c:pt idx="1883">
                  <c:v>2007-10-24</c:v>
                </c:pt>
                <c:pt idx="1884">
                  <c:v>2007-10-25</c:v>
                </c:pt>
                <c:pt idx="1885">
                  <c:v>2007-10-26</c:v>
                </c:pt>
                <c:pt idx="1886">
                  <c:v>2007-10-29</c:v>
                </c:pt>
                <c:pt idx="1887">
                  <c:v>2007-10-30</c:v>
                </c:pt>
                <c:pt idx="1888">
                  <c:v>2007-10-31</c:v>
                </c:pt>
                <c:pt idx="1889">
                  <c:v>2007-11-01</c:v>
                </c:pt>
                <c:pt idx="1890">
                  <c:v>2007-11-02</c:v>
                </c:pt>
                <c:pt idx="1891">
                  <c:v>2007-11-05</c:v>
                </c:pt>
                <c:pt idx="1892">
                  <c:v>2007-11-06</c:v>
                </c:pt>
                <c:pt idx="1893">
                  <c:v>2007-11-07</c:v>
                </c:pt>
                <c:pt idx="1894">
                  <c:v>2007-11-08</c:v>
                </c:pt>
                <c:pt idx="1895">
                  <c:v>2007-11-09</c:v>
                </c:pt>
                <c:pt idx="1896">
                  <c:v>2007-11-12</c:v>
                </c:pt>
                <c:pt idx="1897">
                  <c:v>2007-11-13</c:v>
                </c:pt>
                <c:pt idx="1898">
                  <c:v>2007-11-14</c:v>
                </c:pt>
                <c:pt idx="1899">
                  <c:v>2007-11-15</c:v>
                </c:pt>
                <c:pt idx="1900">
                  <c:v>2007-11-16</c:v>
                </c:pt>
                <c:pt idx="1901">
                  <c:v>2007-11-19</c:v>
                </c:pt>
                <c:pt idx="1902">
                  <c:v>2007-11-20</c:v>
                </c:pt>
                <c:pt idx="1903">
                  <c:v>2007-11-21</c:v>
                </c:pt>
                <c:pt idx="1904">
                  <c:v>2007-11-26</c:v>
                </c:pt>
                <c:pt idx="1905">
                  <c:v>2007-11-27</c:v>
                </c:pt>
                <c:pt idx="1906">
                  <c:v>2007-11-28</c:v>
                </c:pt>
                <c:pt idx="1907">
                  <c:v>2007-11-29</c:v>
                </c:pt>
                <c:pt idx="1908">
                  <c:v>2007-11-30</c:v>
                </c:pt>
                <c:pt idx="1909">
                  <c:v>2007-12-03</c:v>
                </c:pt>
                <c:pt idx="1910">
                  <c:v>2007-12-04</c:v>
                </c:pt>
                <c:pt idx="1911">
                  <c:v>2007-12-05</c:v>
                </c:pt>
                <c:pt idx="1912">
                  <c:v>2007-12-06</c:v>
                </c:pt>
                <c:pt idx="1913">
                  <c:v>2007-12-07</c:v>
                </c:pt>
                <c:pt idx="1914">
                  <c:v>2007-12-10</c:v>
                </c:pt>
                <c:pt idx="1915">
                  <c:v>2007-12-11</c:v>
                </c:pt>
                <c:pt idx="1916">
                  <c:v>2007-12-12</c:v>
                </c:pt>
                <c:pt idx="1917">
                  <c:v>2007-12-13</c:v>
                </c:pt>
                <c:pt idx="1918">
                  <c:v>2007-12-14</c:v>
                </c:pt>
                <c:pt idx="1919">
                  <c:v>2007-12-17</c:v>
                </c:pt>
                <c:pt idx="1920">
                  <c:v>2007-12-18</c:v>
                </c:pt>
                <c:pt idx="1921">
                  <c:v>2007-12-19</c:v>
                </c:pt>
                <c:pt idx="1922">
                  <c:v>2007-12-20</c:v>
                </c:pt>
                <c:pt idx="1923">
                  <c:v>2007-12-21</c:v>
                </c:pt>
                <c:pt idx="1924">
                  <c:v>2007-12-26</c:v>
                </c:pt>
                <c:pt idx="1925">
                  <c:v>2007-12-27</c:v>
                </c:pt>
                <c:pt idx="1926">
                  <c:v>2007-12-28</c:v>
                </c:pt>
                <c:pt idx="1927">
                  <c:v>2007-12-31</c:v>
                </c:pt>
                <c:pt idx="1928">
                  <c:v>2008-01-02</c:v>
                </c:pt>
                <c:pt idx="1929">
                  <c:v>2008-01-03</c:v>
                </c:pt>
                <c:pt idx="1930">
                  <c:v>2008-01-04</c:v>
                </c:pt>
                <c:pt idx="1931">
                  <c:v>2008-01-07</c:v>
                </c:pt>
                <c:pt idx="1932">
                  <c:v>2008-01-08</c:v>
                </c:pt>
                <c:pt idx="1933">
                  <c:v>2008-01-09</c:v>
                </c:pt>
                <c:pt idx="1934">
                  <c:v>2008-01-10</c:v>
                </c:pt>
                <c:pt idx="1935">
                  <c:v>2008-01-11</c:v>
                </c:pt>
                <c:pt idx="1936">
                  <c:v>2008-01-14</c:v>
                </c:pt>
                <c:pt idx="1937">
                  <c:v>2008-01-15</c:v>
                </c:pt>
                <c:pt idx="1938">
                  <c:v>2008-01-16</c:v>
                </c:pt>
                <c:pt idx="1939">
                  <c:v>2008-01-17</c:v>
                </c:pt>
                <c:pt idx="1940">
                  <c:v>2008-01-18</c:v>
                </c:pt>
                <c:pt idx="1941">
                  <c:v>2008-01-22</c:v>
                </c:pt>
                <c:pt idx="1942">
                  <c:v>2008-01-23</c:v>
                </c:pt>
                <c:pt idx="1943">
                  <c:v>2008-01-24</c:v>
                </c:pt>
                <c:pt idx="1944">
                  <c:v>2008-01-25</c:v>
                </c:pt>
                <c:pt idx="1945">
                  <c:v>2008-01-28</c:v>
                </c:pt>
                <c:pt idx="1946">
                  <c:v>2008-01-29</c:v>
                </c:pt>
                <c:pt idx="1947">
                  <c:v>2008-01-30</c:v>
                </c:pt>
                <c:pt idx="1948">
                  <c:v>2008-01-31</c:v>
                </c:pt>
                <c:pt idx="1949">
                  <c:v>2008-02-01</c:v>
                </c:pt>
                <c:pt idx="1950">
                  <c:v>2008-02-04</c:v>
                </c:pt>
                <c:pt idx="1951">
                  <c:v>2008-02-05</c:v>
                </c:pt>
                <c:pt idx="1952">
                  <c:v>2008-02-06</c:v>
                </c:pt>
                <c:pt idx="1953">
                  <c:v>2008-02-07</c:v>
                </c:pt>
                <c:pt idx="1954">
                  <c:v>2008-02-08</c:v>
                </c:pt>
                <c:pt idx="1955">
                  <c:v>2008-02-11</c:v>
                </c:pt>
                <c:pt idx="1956">
                  <c:v>2008-02-12</c:v>
                </c:pt>
                <c:pt idx="1957">
                  <c:v>2008-02-13</c:v>
                </c:pt>
                <c:pt idx="1958">
                  <c:v>2008-02-14</c:v>
                </c:pt>
                <c:pt idx="1959">
                  <c:v>2008-02-15</c:v>
                </c:pt>
                <c:pt idx="1960">
                  <c:v>2008-02-19</c:v>
                </c:pt>
                <c:pt idx="1961">
                  <c:v>2008-02-20</c:v>
                </c:pt>
                <c:pt idx="1962">
                  <c:v>2008-02-21</c:v>
                </c:pt>
                <c:pt idx="1963">
                  <c:v>2008-02-22</c:v>
                </c:pt>
                <c:pt idx="1964">
                  <c:v>2008-02-25</c:v>
                </c:pt>
                <c:pt idx="1965">
                  <c:v>2008-02-26</c:v>
                </c:pt>
                <c:pt idx="1966">
                  <c:v>2008-02-27</c:v>
                </c:pt>
                <c:pt idx="1967">
                  <c:v>2008-02-28</c:v>
                </c:pt>
                <c:pt idx="1968">
                  <c:v>2008-02-29</c:v>
                </c:pt>
                <c:pt idx="1969">
                  <c:v>2008-03-03</c:v>
                </c:pt>
                <c:pt idx="1970">
                  <c:v>2008-03-04</c:v>
                </c:pt>
                <c:pt idx="1971">
                  <c:v>2008-03-05</c:v>
                </c:pt>
                <c:pt idx="1972">
                  <c:v>2008-03-06</c:v>
                </c:pt>
                <c:pt idx="1973">
                  <c:v>2008-03-07</c:v>
                </c:pt>
                <c:pt idx="1974">
                  <c:v>2008-03-10</c:v>
                </c:pt>
                <c:pt idx="1975">
                  <c:v>2008-03-11</c:v>
                </c:pt>
                <c:pt idx="1976">
                  <c:v>2008-03-12</c:v>
                </c:pt>
                <c:pt idx="1977">
                  <c:v>2008-03-13</c:v>
                </c:pt>
                <c:pt idx="1978">
                  <c:v>2008-03-14</c:v>
                </c:pt>
                <c:pt idx="1979">
                  <c:v>2008-03-17</c:v>
                </c:pt>
                <c:pt idx="1980">
                  <c:v>2008-03-18</c:v>
                </c:pt>
                <c:pt idx="1981">
                  <c:v>2008-03-19</c:v>
                </c:pt>
                <c:pt idx="1982">
                  <c:v>2008-03-20</c:v>
                </c:pt>
                <c:pt idx="1983">
                  <c:v>2008-03-24</c:v>
                </c:pt>
                <c:pt idx="1984">
                  <c:v>2008-03-25</c:v>
                </c:pt>
                <c:pt idx="1985">
                  <c:v>2008-03-26</c:v>
                </c:pt>
                <c:pt idx="1986">
                  <c:v>2008-03-27</c:v>
                </c:pt>
                <c:pt idx="1987">
                  <c:v>2008-03-28</c:v>
                </c:pt>
                <c:pt idx="1988">
                  <c:v>2008-03-31</c:v>
                </c:pt>
                <c:pt idx="1989">
                  <c:v>2008-04-01</c:v>
                </c:pt>
                <c:pt idx="1990">
                  <c:v>2008-04-02</c:v>
                </c:pt>
                <c:pt idx="1991">
                  <c:v>2008-04-03</c:v>
                </c:pt>
                <c:pt idx="1992">
                  <c:v>2008-04-04</c:v>
                </c:pt>
                <c:pt idx="1993">
                  <c:v>2008-04-07</c:v>
                </c:pt>
                <c:pt idx="1994">
                  <c:v>2008-04-08</c:v>
                </c:pt>
                <c:pt idx="1995">
                  <c:v>2008-04-09</c:v>
                </c:pt>
                <c:pt idx="1996">
                  <c:v>2008-04-10</c:v>
                </c:pt>
                <c:pt idx="1997">
                  <c:v>2008-04-11</c:v>
                </c:pt>
                <c:pt idx="1998">
                  <c:v>2008-04-14</c:v>
                </c:pt>
                <c:pt idx="1999">
                  <c:v>2008-04-15</c:v>
                </c:pt>
                <c:pt idx="2000">
                  <c:v>2008-04-16</c:v>
                </c:pt>
                <c:pt idx="2001">
                  <c:v>2008-04-17</c:v>
                </c:pt>
                <c:pt idx="2002">
                  <c:v>2008-04-18</c:v>
                </c:pt>
                <c:pt idx="2003">
                  <c:v>2008-04-21</c:v>
                </c:pt>
                <c:pt idx="2004">
                  <c:v>2008-04-22</c:v>
                </c:pt>
                <c:pt idx="2005">
                  <c:v>2008-04-23</c:v>
                </c:pt>
                <c:pt idx="2006">
                  <c:v>2008-04-24</c:v>
                </c:pt>
                <c:pt idx="2007">
                  <c:v>2008-04-25</c:v>
                </c:pt>
                <c:pt idx="2008">
                  <c:v>2008-04-28</c:v>
                </c:pt>
                <c:pt idx="2009">
                  <c:v>2008-04-29</c:v>
                </c:pt>
                <c:pt idx="2010">
                  <c:v>2008-04-30</c:v>
                </c:pt>
                <c:pt idx="2011">
                  <c:v>2008-05-01</c:v>
                </c:pt>
                <c:pt idx="2012">
                  <c:v>2008-05-02</c:v>
                </c:pt>
                <c:pt idx="2013">
                  <c:v>2008-05-05</c:v>
                </c:pt>
                <c:pt idx="2014">
                  <c:v>2008-05-06</c:v>
                </c:pt>
                <c:pt idx="2015">
                  <c:v>2008-05-07</c:v>
                </c:pt>
                <c:pt idx="2016">
                  <c:v>2008-05-08</c:v>
                </c:pt>
                <c:pt idx="2017">
                  <c:v>2008-05-09</c:v>
                </c:pt>
                <c:pt idx="2018">
                  <c:v>2008-05-12</c:v>
                </c:pt>
                <c:pt idx="2019">
                  <c:v>2008-05-13</c:v>
                </c:pt>
                <c:pt idx="2020">
                  <c:v>2008-05-14</c:v>
                </c:pt>
                <c:pt idx="2021">
                  <c:v>2008-05-15</c:v>
                </c:pt>
                <c:pt idx="2022">
                  <c:v>2008-05-16</c:v>
                </c:pt>
                <c:pt idx="2023">
                  <c:v>2008-05-19</c:v>
                </c:pt>
                <c:pt idx="2024">
                  <c:v>2008-05-20</c:v>
                </c:pt>
                <c:pt idx="2025">
                  <c:v>2008-05-21</c:v>
                </c:pt>
                <c:pt idx="2026">
                  <c:v>2008-05-22</c:v>
                </c:pt>
                <c:pt idx="2027">
                  <c:v>2008-05-23</c:v>
                </c:pt>
                <c:pt idx="2028">
                  <c:v>2008-05-27</c:v>
                </c:pt>
                <c:pt idx="2029">
                  <c:v>2008-05-28</c:v>
                </c:pt>
                <c:pt idx="2030">
                  <c:v>2008-05-29</c:v>
                </c:pt>
                <c:pt idx="2031">
                  <c:v>2008-05-30</c:v>
                </c:pt>
                <c:pt idx="2032">
                  <c:v>2008-06-02</c:v>
                </c:pt>
                <c:pt idx="2033">
                  <c:v>2008-06-03</c:v>
                </c:pt>
                <c:pt idx="2034">
                  <c:v>2008-06-04</c:v>
                </c:pt>
                <c:pt idx="2035">
                  <c:v>2008-06-05</c:v>
                </c:pt>
                <c:pt idx="2036">
                  <c:v>2008-06-06</c:v>
                </c:pt>
                <c:pt idx="2037">
                  <c:v>2008-06-09</c:v>
                </c:pt>
                <c:pt idx="2038">
                  <c:v>2008-06-10</c:v>
                </c:pt>
                <c:pt idx="2039">
                  <c:v>2008-06-11</c:v>
                </c:pt>
                <c:pt idx="2040">
                  <c:v>2008-06-12</c:v>
                </c:pt>
                <c:pt idx="2041">
                  <c:v>2008-06-13</c:v>
                </c:pt>
                <c:pt idx="2042">
                  <c:v>2008-06-16</c:v>
                </c:pt>
                <c:pt idx="2043">
                  <c:v>2008-06-17</c:v>
                </c:pt>
                <c:pt idx="2044">
                  <c:v>2008-06-18</c:v>
                </c:pt>
                <c:pt idx="2045">
                  <c:v>2008-06-19</c:v>
                </c:pt>
                <c:pt idx="2046">
                  <c:v>2008-06-20</c:v>
                </c:pt>
                <c:pt idx="2047">
                  <c:v>2008-06-23</c:v>
                </c:pt>
                <c:pt idx="2048">
                  <c:v>2008-06-24</c:v>
                </c:pt>
                <c:pt idx="2049">
                  <c:v>2008-06-25</c:v>
                </c:pt>
                <c:pt idx="2050">
                  <c:v>2008-06-26</c:v>
                </c:pt>
                <c:pt idx="2051">
                  <c:v>2008-06-27</c:v>
                </c:pt>
                <c:pt idx="2052">
                  <c:v>2008-06-30</c:v>
                </c:pt>
                <c:pt idx="2053">
                  <c:v>2008-07-01</c:v>
                </c:pt>
                <c:pt idx="2054">
                  <c:v>2008-07-02</c:v>
                </c:pt>
                <c:pt idx="2055">
                  <c:v>2008-07-03</c:v>
                </c:pt>
                <c:pt idx="2056">
                  <c:v>2008-07-07</c:v>
                </c:pt>
                <c:pt idx="2057">
                  <c:v>2008-07-08</c:v>
                </c:pt>
                <c:pt idx="2058">
                  <c:v>2008-07-09</c:v>
                </c:pt>
                <c:pt idx="2059">
                  <c:v>2008-07-10</c:v>
                </c:pt>
                <c:pt idx="2060">
                  <c:v>2008-07-11</c:v>
                </c:pt>
                <c:pt idx="2061">
                  <c:v>2008-07-14</c:v>
                </c:pt>
                <c:pt idx="2062">
                  <c:v>2008-07-15</c:v>
                </c:pt>
                <c:pt idx="2063">
                  <c:v>2008-07-16</c:v>
                </c:pt>
                <c:pt idx="2064">
                  <c:v>2008-07-17</c:v>
                </c:pt>
                <c:pt idx="2065">
                  <c:v>2008-07-18</c:v>
                </c:pt>
                <c:pt idx="2066">
                  <c:v>2008-07-21</c:v>
                </c:pt>
                <c:pt idx="2067">
                  <c:v>2008-07-22</c:v>
                </c:pt>
                <c:pt idx="2068">
                  <c:v>2008-07-23</c:v>
                </c:pt>
                <c:pt idx="2069">
                  <c:v>2008-07-24</c:v>
                </c:pt>
                <c:pt idx="2070">
                  <c:v>2008-07-25</c:v>
                </c:pt>
                <c:pt idx="2071">
                  <c:v>2008-07-28</c:v>
                </c:pt>
                <c:pt idx="2072">
                  <c:v>2008-07-29</c:v>
                </c:pt>
                <c:pt idx="2073">
                  <c:v>2008-07-30</c:v>
                </c:pt>
                <c:pt idx="2074">
                  <c:v>2008-07-31</c:v>
                </c:pt>
                <c:pt idx="2075">
                  <c:v>2008-08-01</c:v>
                </c:pt>
                <c:pt idx="2076">
                  <c:v>2008-08-04</c:v>
                </c:pt>
                <c:pt idx="2077">
                  <c:v>2008-08-05</c:v>
                </c:pt>
                <c:pt idx="2078">
                  <c:v>2008-08-06</c:v>
                </c:pt>
                <c:pt idx="2079">
                  <c:v>2008-08-07</c:v>
                </c:pt>
                <c:pt idx="2080">
                  <c:v>2008-08-08</c:v>
                </c:pt>
                <c:pt idx="2081">
                  <c:v>2008-08-11</c:v>
                </c:pt>
                <c:pt idx="2082">
                  <c:v>2008-08-12</c:v>
                </c:pt>
                <c:pt idx="2083">
                  <c:v>2008-08-13</c:v>
                </c:pt>
                <c:pt idx="2084">
                  <c:v>2008-08-14</c:v>
                </c:pt>
                <c:pt idx="2085">
                  <c:v>2008-08-15</c:v>
                </c:pt>
                <c:pt idx="2086">
                  <c:v>2008-08-18</c:v>
                </c:pt>
                <c:pt idx="2087">
                  <c:v>2008-08-19</c:v>
                </c:pt>
                <c:pt idx="2088">
                  <c:v>2008-08-20</c:v>
                </c:pt>
                <c:pt idx="2089">
                  <c:v>2008-08-21</c:v>
                </c:pt>
                <c:pt idx="2090">
                  <c:v>2008-08-22</c:v>
                </c:pt>
                <c:pt idx="2091">
                  <c:v>2008-08-25</c:v>
                </c:pt>
                <c:pt idx="2092">
                  <c:v>2008-08-26</c:v>
                </c:pt>
                <c:pt idx="2093">
                  <c:v>2008-08-27</c:v>
                </c:pt>
                <c:pt idx="2094">
                  <c:v>2008-08-28</c:v>
                </c:pt>
                <c:pt idx="2095">
                  <c:v>2008-08-29</c:v>
                </c:pt>
                <c:pt idx="2096">
                  <c:v>2008-09-02</c:v>
                </c:pt>
                <c:pt idx="2097">
                  <c:v>2008-09-03</c:v>
                </c:pt>
                <c:pt idx="2098">
                  <c:v>2008-09-04</c:v>
                </c:pt>
                <c:pt idx="2099">
                  <c:v>2008-09-05</c:v>
                </c:pt>
                <c:pt idx="2100">
                  <c:v>2008-09-08</c:v>
                </c:pt>
                <c:pt idx="2101">
                  <c:v>2008-09-09</c:v>
                </c:pt>
                <c:pt idx="2102">
                  <c:v>2008-09-10</c:v>
                </c:pt>
                <c:pt idx="2103">
                  <c:v>2008-09-11</c:v>
                </c:pt>
                <c:pt idx="2104">
                  <c:v>2008-09-12</c:v>
                </c:pt>
                <c:pt idx="2105">
                  <c:v>2008-09-15</c:v>
                </c:pt>
                <c:pt idx="2106">
                  <c:v>2008-09-16</c:v>
                </c:pt>
                <c:pt idx="2107">
                  <c:v>2008-09-17</c:v>
                </c:pt>
                <c:pt idx="2108">
                  <c:v>2008-09-18</c:v>
                </c:pt>
                <c:pt idx="2109">
                  <c:v>2008-09-19</c:v>
                </c:pt>
                <c:pt idx="2110">
                  <c:v>2008-09-22</c:v>
                </c:pt>
                <c:pt idx="2111">
                  <c:v>2008-09-23</c:v>
                </c:pt>
                <c:pt idx="2112">
                  <c:v>2008-09-24</c:v>
                </c:pt>
                <c:pt idx="2113">
                  <c:v>2008-09-25</c:v>
                </c:pt>
                <c:pt idx="2114">
                  <c:v>2008-09-26</c:v>
                </c:pt>
                <c:pt idx="2115">
                  <c:v>2008-09-29</c:v>
                </c:pt>
                <c:pt idx="2116">
                  <c:v>2008-09-30</c:v>
                </c:pt>
                <c:pt idx="2117">
                  <c:v>2008-10-01</c:v>
                </c:pt>
                <c:pt idx="2118">
                  <c:v>2008-10-02</c:v>
                </c:pt>
                <c:pt idx="2119">
                  <c:v>2008-10-03</c:v>
                </c:pt>
                <c:pt idx="2120">
                  <c:v>2008-10-06</c:v>
                </c:pt>
                <c:pt idx="2121">
                  <c:v>2008-10-07</c:v>
                </c:pt>
                <c:pt idx="2122">
                  <c:v>2008-10-08</c:v>
                </c:pt>
                <c:pt idx="2123">
                  <c:v>2008-10-09</c:v>
                </c:pt>
                <c:pt idx="2124">
                  <c:v>2008-10-10</c:v>
                </c:pt>
                <c:pt idx="2125">
                  <c:v>2008-10-13</c:v>
                </c:pt>
                <c:pt idx="2126">
                  <c:v>2008-10-14</c:v>
                </c:pt>
                <c:pt idx="2127">
                  <c:v>2008-10-15</c:v>
                </c:pt>
                <c:pt idx="2128">
                  <c:v>2008-10-16</c:v>
                </c:pt>
                <c:pt idx="2129">
                  <c:v>2008-10-17</c:v>
                </c:pt>
                <c:pt idx="2130">
                  <c:v>2008-10-20</c:v>
                </c:pt>
                <c:pt idx="2131">
                  <c:v>2008-10-21</c:v>
                </c:pt>
                <c:pt idx="2132">
                  <c:v>2008-10-22</c:v>
                </c:pt>
                <c:pt idx="2133">
                  <c:v>2008-10-23</c:v>
                </c:pt>
                <c:pt idx="2134">
                  <c:v>2008-10-24</c:v>
                </c:pt>
                <c:pt idx="2135">
                  <c:v>2008-10-27</c:v>
                </c:pt>
                <c:pt idx="2136">
                  <c:v>2008-10-28</c:v>
                </c:pt>
                <c:pt idx="2137">
                  <c:v>2008-10-29</c:v>
                </c:pt>
                <c:pt idx="2138">
                  <c:v>2008-10-30</c:v>
                </c:pt>
                <c:pt idx="2139">
                  <c:v>2008-10-31</c:v>
                </c:pt>
                <c:pt idx="2140">
                  <c:v>2008-11-03</c:v>
                </c:pt>
                <c:pt idx="2141">
                  <c:v>2008-11-04</c:v>
                </c:pt>
                <c:pt idx="2142">
                  <c:v>2008-11-05</c:v>
                </c:pt>
                <c:pt idx="2143">
                  <c:v>2008-11-06</c:v>
                </c:pt>
                <c:pt idx="2144">
                  <c:v>2008-11-07</c:v>
                </c:pt>
                <c:pt idx="2145">
                  <c:v>2008-11-10</c:v>
                </c:pt>
                <c:pt idx="2146">
                  <c:v>2008-11-11</c:v>
                </c:pt>
                <c:pt idx="2147">
                  <c:v>2008-11-12</c:v>
                </c:pt>
                <c:pt idx="2148">
                  <c:v>2008-11-13</c:v>
                </c:pt>
                <c:pt idx="2149">
                  <c:v>2008-11-14</c:v>
                </c:pt>
                <c:pt idx="2150">
                  <c:v>2008-11-17</c:v>
                </c:pt>
                <c:pt idx="2151">
                  <c:v>2008-11-18</c:v>
                </c:pt>
                <c:pt idx="2152">
                  <c:v>2008-11-19</c:v>
                </c:pt>
                <c:pt idx="2153">
                  <c:v>2008-11-20</c:v>
                </c:pt>
                <c:pt idx="2154">
                  <c:v>2008-11-21</c:v>
                </c:pt>
                <c:pt idx="2155">
                  <c:v>2008-11-24</c:v>
                </c:pt>
                <c:pt idx="2156">
                  <c:v>2008-11-25</c:v>
                </c:pt>
                <c:pt idx="2157">
                  <c:v>2008-11-26</c:v>
                </c:pt>
                <c:pt idx="2158">
                  <c:v>2008-11-28</c:v>
                </c:pt>
                <c:pt idx="2159">
                  <c:v>2008-12-01</c:v>
                </c:pt>
                <c:pt idx="2160">
                  <c:v>2008-12-02</c:v>
                </c:pt>
                <c:pt idx="2161">
                  <c:v>2008-12-03</c:v>
                </c:pt>
                <c:pt idx="2162">
                  <c:v>2008-12-04</c:v>
                </c:pt>
                <c:pt idx="2163">
                  <c:v>2008-12-05</c:v>
                </c:pt>
                <c:pt idx="2164">
                  <c:v>2008-12-08</c:v>
                </c:pt>
                <c:pt idx="2165">
                  <c:v>2008-12-09</c:v>
                </c:pt>
                <c:pt idx="2166">
                  <c:v>2008-12-10</c:v>
                </c:pt>
                <c:pt idx="2167">
                  <c:v>2008-12-11</c:v>
                </c:pt>
                <c:pt idx="2168">
                  <c:v>2008-12-12</c:v>
                </c:pt>
                <c:pt idx="2169">
                  <c:v>2008-12-15</c:v>
                </c:pt>
                <c:pt idx="2170">
                  <c:v>2008-12-16</c:v>
                </c:pt>
                <c:pt idx="2171">
                  <c:v>2008-12-17</c:v>
                </c:pt>
                <c:pt idx="2172">
                  <c:v>2008-12-18</c:v>
                </c:pt>
                <c:pt idx="2173">
                  <c:v>2008-12-19</c:v>
                </c:pt>
                <c:pt idx="2174">
                  <c:v>2008-12-22</c:v>
                </c:pt>
                <c:pt idx="2175">
                  <c:v>2008-12-23</c:v>
                </c:pt>
                <c:pt idx="2176">
                  <c:v>2008-12-24</c:v>
                </c:pt>
                <c:pt idx="2177">
                  <c:v>2008-12-26</c:v>
                </c:pt>
                <c:pt idx="2178">
                  <c:v>2008-12-29</c:v>
                </c:pt>
                <c:pt idx="2179">
                  <c:v>2008-12-30</c:v>
                </c:pt>
                <c:pt idx="2180">
                  <c:v>2008-12-31</c:v>
                </c:pt>
                <c:pt idx="2181">
                  <c:v>2009-01-02</c:v>
                </c:pt>
                <c:pt idx="2182">
                  <c:v>2009-01-05</c:v>
                </c:pt>
                <c:pt idx="2183">
                  <c:v>2009-01-06</c:v>
                </c:pt>
                <c:pt idx="2184">
                  <c:v>2009-01-07</c:v>
                </c:pt>
                <c:pt idx="2185">
                  <c:v>2009-01-08</c:v>
                </c:pt>
                <c:pt idx="2186">
                  <c:v>2009-01-09</c:v>
                </c:pt>
                <c:pt idx="2187">
                  <c:v>2009-01-12</c:v>
                </c:pt>
                <c:pt idx="2188">
                  <c:v>2009-01-13</c:v>
                </c:pt>
                <c:pt idx="2189">
                  <c:v>2009-01-14</c:v>
                </c:pt>
                <c:pt idx="2190">
                  <c:v>2009-01-15</c:v>
                </c:pt>
                <c:pt idx="2191">
                  <c:v>2009-01-16</c:v>
                </c:pt>
                <c:pt idx="2192">
                  <c:v>2009-01-20</c:v>
                </c:pt>
                <c:pt idx="2193">
                  <c:v>2009-01-21</c:v>
                </c:pt>
                <c:pt idx="2194">
                  <c:v>2009-01-22</c:v>
                </c:pt>
                <c:pt idx="2195">
                  <c:v>2009-01-23</c:v>
                </c:pt>
                <c:pt idx="2196">
                  <c:v>2009-01-26</c:v>
                </c:pt>
                <c:pt idx="2197">
                  <c:v>2009-01-27</c:v>
                </c:pt>
                <c:pt idx="2198">
                  <c:v>2009-01-28</c:v>
                </c:pt>
                <c:pt idx="2199">
                  <c:v>2009-01-29</c:v>
                </c:pt>
                <c:pt idx="2200">
                  <c:v>2009-01-30</c:v>
                </c:pt>
                <c:pt idx="2201">
                  <c:v>2009-02-02</c:v>
                </c:pt>
                <c:pt idx="2202">
                  <c:v>2009-02-03</c:v>
                </c:pt>
                <c:pt idx="2203">
                  <c:v>2009-02-04</c:v>
                </c:pt>
                <c:pt idx="2204">
                  <c:v>2009-02-05</c:v>
                </c:pt>
                <c:pt idx="2205">
                  <c:v>2009-02-06</c:v>
                </c:pt>
                <c:pt idx="2206">
                  <c:v>2009-02-09</c:v>
                </c:pt>
                <c:pt idx="2207">
                  <c:v>2009-02-10</c:v>
                </c:pt>
                <c:pt idx="2208">
                  <c:v>2009-02-11</c:v>
                </c:pt>
                <c:pt idx="2209">
                  <c:v>2009-02-12</c:v>
                </c:pt>
                <c:pt idx="2210">
                  <c:v>2009-02-13</c:v>
                </c:pt>
                <c:pt idx="2211">
                  <c:v>2009-02-17</c:v>
                </c:pt>
                <c:pt idx="2212">
                  <c:v>2009-02-18</c:v>
                </c:pt>
                <c:pt idx="2213">
                  <c:v>2009-02-19</c:v>
                </c:pt>
                <c:pt idx="2214">
                  <c:v>2009-02-20</c:v>
                </c:pt>
                <c:pt idx="2215">
                  <c:v>2009-02-23</c:v>
                </c:pt>
                <c:pt idx="2216">
                  <c:v>2009-02-24</c:v>
                </c:pt>
                <c:pt idx="2217">
                  <c:v>2009-02-25</c:v>
                </c:pt>
                <c:pt idx="2218">
                  <c:v>2009-02-26</c:v>
                </c:pt>
                <c:pt idx="2219">
                  <c:v>2009-02-27</c:v>
                </c:pt>
                <c:pt idx="2220">
                  <c:v>2009-03-02</c:v>
                </c:pt>
                <c:pt idx="2221">
                  <c:v>2009-03-03</c:v>
                </c:pt>
                <c:pt idx="2222">
                  <c:v>2009-03-04</c:v>
                </c:pt>
                <c:pt idx="2223">
                  <c:v>2009-03-05</c:v>
                </c:pt>
                <c:pt idx="2224">
                  <c:v>2009-03-06</c:v>
                </c:pt>
                <c:pt idx="2225">
                  <c:v>2009-03-09</c:v>
                </c:pt>
                <c:pt idx="2226">
                  <c:v>2009-03-10</c:v>
                </c:pt>
                <c:pt idx="2227">
                  <c:v>2009-03-11</c:v>
                </c:pt>
                <c:pt idx="2228">
                  <c:v>2009-03-12</c:v>
                </c:pt>
                <c:pt idx="2229">
                  <c:v>2009-03-13</c:v>
                </c:pt>
                <c:pt idx="2230">
                  <c:v>2009-03-16</c:v>
                </c:pt>
                <c:pt idx="2231">
                  <c:v>2009-03-17</c:v>
                </c:pt>
                <c:pt idx="2232">
                  <c:v>2009-03-18</c:v>
                </c:pt>
                <c:pt idx="2233">
                  <c:v>2009-03-19</c:v>
                </c:pt>
                <c:pt idx="2234">
                  <c:v>2009-03-20</c:v>
                </c:pt>
                <c:pt idx="2235">
                  <c:v>2009-03-23</c:v>
                </c:pt>
                <c:pt idx="2236">
                  <c:v>2009-03-24</c:v>
                </c:pt>
                <c:pt idx="2237">
                  <c:v>2009-03-25</c:v>
                </c:pt>
                <c:pt idx="2238">
                  <c:v>2009-03-26</c:v>
                </c:pt>
                <c:pt idx="2239">
                  <c:v>2009-03-27</c:v>
                </c:pt>
                <c:pt idx="2240">
                  <c:v>2009-03-30</c:v>
                </c:pt>
                <c:pt idx="2241">
                  <c:v>2009-03-31</c:v>
                </c:pt>
                <c:pt idx="2242">
                  <c:v>2009-04-01</c:v>
                </c:pt>
                <c:pt idx="2243">
                  <c:v>2009-04-02</c:v>
                </c:pt>
                <c:pt idx="2244">
                  <c:v>2009-04-03</c:v>
                </c:pt>
                <c:pt idx="2245">
                  <c:v>2009-04-06</c:v>
                </c:pt>
                <c:pt idx="2246">
                  <c:v>2009-04-07</c:v>
                </c:pt>
                <c:pt idx="2247">
                  <c:v>2009-04-08</c:v>
                </c:pt>
                <c:pt idx="2248">
                  <c:v>2009-04-09</c:v>
                </c:pt>
                <c:pt idx="2249">
                  <c:v>2009-04-13</c:v>
                </c:pt>
                <c:pt idx="2250">
                  <c:v>2009-04-14</c:v>
                </c:pt>
                <c:pt idx="2251">
                  <c:v>2009-04-15</c:v>
                </c:pt>
                <c:pt idx="2252">
                  <c:v>2009-04-16</c:v>
                </c:pt>
                <c:pt idx="2253">
                  <c:v>2009-04-17</c:v>
                </c:pt>
                <c:pt idx="2254">
                  <c:v>2009-04-20</c:v>
                </c:pt>
                <c:pt idx="2255">
                  <c:v>2009-04-21</c:v>
                </c:pt>
                <c:pt idx="2256">
                  <c:v>2009-04-22</c:v>
                </c:pt>
                <c:pt idx="2257">
                  <c:v>2009-04-23</c:v>
                </c:pt>
                <c:pt idx="2258">
                  <c:v>2009-04-24</c:v>
                </c:pt>
                <c:pt idx="2259">
                  <c:v>2009-04-27</c:v>
                </c:pt>
                <c:pt idx="2260">
                  <c:v>2009-04-28</c:v>
                </c:pt>
                <c:pt idx="2261">
                  <c:v>2009-04-29</c:v>
                </c:pt>
                <c:pt idx="2262">
                  <c:v>2009-04-30</c:v>
                </c:pt>
                <c:pt idx="2263">
                  <c:v>2009-05-01</c:v>
                </c:pt>
                <c:pt idx="2264">
                  <c:v>2009-05-04</c:v>
                </c:pt>
                <c:pt idx="2265">
                  <c:v>2009-05-05</c:v>
                </c:pt>
                <c:pt idx="2266">
                  <c:v>2009-05-06</c:v>
                </c:pt>
                <c:pt idx="2267">
                  <c:v>2009-05-07</c:v>
                </c:pt>
                <c:pt idx="2268">
                  <c:v>2009-05-08</c:v>
                </c:pt>
                <c:pt idx="2269">
                  <c:v>2009-05-11</c:v>
                </c:pt>
                <c:pt idx="2270">
                  <c:v>2009-05-12</c:v>
                </c:pt>
                <c:pt idx="2271">
                  <c:v>2009-05-13</c:v>
                </c:pt>
                <c:pt idx="2272">
                  <c:v>2009-05-14</c:v>
                </c:pt>
                <c:pt idx="2273">
                  <c:v>2009-05-15</c:v>
                </c:pt>
                <c:pt idx="2274">
                  <c:v>2009-05-18</c:v>
                </c:pt>
                <c:pt idx="2275">
                  <c:v>2009-05-19</c:v>
                </c:pt>
                <c:pt idx="2276">
                  <c:v>2009-05-20</c:v>
                </c:pt>
                <c:pt idx="2277">
                  <c:v>2009-05-21</c:v>
                </c:pt>
                <c:pt idx="2278">
                  <c:v>2009-05-22</c:v>
                </c:pt>
                <c:pt idx="2279">
                  <c:v>2009-05-26</c:v>
                </c:pt>
                <c:pt idx="2280">
                  <c:v>2009-05-27</c:v>
                </c:pt>
                <c:pt idx="2281">
                  <c:v>2009-05-28</c:v>
                </c:pt>
                <c:pt idx="2282">
                  <c:v>2009-05-29</c:v>
                </c:pt>
                <c:pt idx="2283">
                  <c:v>2009-06-01</c:v>
                </c:pt>
                <c:pt idx="2284">
                  <c:v>2009-06-02</c:v>
                </c:pt>
                <c:pt idx="2285">
                  <c:v>2009-06-03</c:v>
                </c:pt>
                <c:pt idx="2286">
                  <c:v>2009-06-04</c:v>
                </c:pt>
                <c:pt idx="2287">
                  <c:v>2009-06-05</c:v>
                </c:pt>
                <c:pt idx="2288">
                  <c:v>2009-06-08</c:v>
                </c:pt>
                <c:pt idx="2289">
                  <c:v>2009-06-09</c:v>
                </c:pt>
                <c:pt idx="2290">
                  <c:v>2009-06-10</c:v>
                </c:pt>
                <c:pt idx="2291">
                  <c:v>2009-06-11</c:v>
                </c:pt>
                <c:pt idx="2292">
                  <c:v>2009-06-12</c:v>
                </c:pt>
                <c:pt idx="2293">
                  <c:v>2009-06-15</c:v>
                </c:pt>
                <c:pt idx="2294">
                  <c:v>2009-06-16</c:v>
                </c:pt>
                <c:pt idx="2295">
                  <c:v>2009-06-17</c:v>
                </c:pt>
                <c:pt idx="2296">
                  <c:v>2009-06-18</c:v>
                </c:pt>
                <c:pt idx="2297">
                  <c:v>2009-06-19</c:v>
                </c:pt>
                <c:pt idx="2298">
                  <c:v>2009-06-22</c:v>
                </c:pt>
                <c:pt idx="2299">
                  <c:v>2009-06-23</c:v>
                </c:pt>
                <c:pt idx="2300">
                  <c:v>2009-06-24</c:v>
                </c:pt>
                <c:pt idx="2301">
                  <c:v>2009-06-25</c:v>
                </c:pt>
                <c:pt idx="2302">
                  <c:v>2009-06-26</c:v>
                </c:pt>
                <c:pt idx="2303">
                  <c:v>2009-06-29</c:v>
                </c:pt>
                <c:pt idx="2304">
                  <c:v>2009-06-30</c:v>
                </c:pt>
                <c:pt idx="2305">
                  <c:v>2009-07-01</c:v>
                </c:pt>
                <c:pt idx="2306">
                  <c:v>2009-07-02</c:v>
                </c:pt>
                <c:pt idx="2307">
                  <c:v>2009-07-06</c:v>
                </c:pt>
                <c:pt idx="2308">
                  <c:v>2009-07-07</c:v>
                </c:pt>
                <c:pt idx="2309">
                  <c:v>2009-07-08</c:v>
                </c:pt>
                <c:pt idx="2310">
                  <c:v>2009-07-09</c:v>
                </c:pt>
                <c:pt idx="2311">
                  <c:v>2009-07-10</c:v>
                </c:pt>
                <c:pt idx="2312">
                  <c:v>2009-07-13</c:v>
                </c:pt>
                <c:pt idx="2313">
                  <c:v>2009-07-14</c:v>
                </c:pt>
                <c:pt idx="2314">
                  <c:v>2009-07-15</c:v>
                </c:pt>
                <c:pt idx="2315">
                  <c:v>2009-07-16</c:v>
                </c:pt>
                <c:pt idx="2316">
                  <c:v>2009-07-17</c:v>
                </c:pt>
                <c:pt idx="2317">
                  <c:v>2009-07-20</c:v>
                </c:pt>
                <c:pt idx="2318">
                  <c:v>2009-07-21</c:v>
                </c:pt>
                <c:pt idx="2319">
                  <c:v>2009-07-22</c:v>
                </c:pt>
                <c:pt idx="2320">
                  <c:v>2009-07-23</c:v>
                </c:pt>
                <c:pt idx="2321">
                  <c:v>2009-07-24</c:v>
                </c:pt>
                <c:pt idx="2322">
                  <c:v>2009-07-27</c:v>
                </c:pt>
                <c:pt idx="2323">
                  <c:v>2009-07-28</c:v>
                </c:pt>
                <c:pt idx="2324">
                  <c:v>2009-07-29</c:v>
                </c:pt>
                <c:pt idx="2325">
                  <c:v>2009-07-30</c:v>
                </c:pt>
                <c:pt idx="2326">
                  <c:v>2009-07-31</c:v>
                </c:pt>
                <c:pt idx="2327">
                  <c:v>2009-08-03</c:v>
                </c:pt>
                <c:pt idx="2328">
                  <c:v>2009-08-04</c:v>
                </c:pt>
                <c:pt idx="2329">
                  <c:v>2009-08-05</c:v>
                </c:pt>
                <c:pt idx="2330">
                  <c:v>2009-08-06</c:v>
                </c:pt>
                <c:pt idx="2331">
                  <c:v>2009-08-07</c:v>
                </c:pt>
                <c:pt idx="2332">
                  <c:v>2009-08-10</c:v>
                </c:pt>
                <c:pt idx="2333">
                  <c:v>2009-08-11</c:v>
                </c:pt>
                <c:pt idx="2334">
                  <c:v>2009-08-12</c:v>
                </c:pt>
                <c:pt idx="2335">
                  <c:v>2009-08-13</c:v>
                </c:pt>
                <c:pt idx="2336">
                  <c:v>2009-08-14</c:v>
                </c:pt>
                <c:pt idx="2337">
                  <c:v>2009-08-17</c:v>
                </c:pt>
                <c:pt idx="2338">
                  <c:v>2009-08-18</c:v>
                </c:pt>
                <c:pt idx="2339">
                  <c:v>2009-08-19</c:v>
                </c:pt>
                <c:pt idx="2340">
                  <c:v>2009-08-20</c:v>
                </c:pt>
                <c:pt idx="2341">
                  <c:v>2009-08-21</c:v>
                </c:pt>
                <c:pt idx="2342">
                  <c:v>2009-08-24</c:v>
                </c:pt>
                <c:pt idx="2343">
                  <c:v>2009-08-25</c:v>
                </c:pt>
                <c:pt idx="2344">
                  <c:v>2009-08-26</c:v>
                </c:pt>
                <c:pt idx="2345">
                  <c:v>2009-08-27</c:v>
                </c:pt>
                <c:pt idx="2346">
                  <c:v>2009-08-28</c:v>
                </c:pt>
                <c:pt idx="2347">
                  <c:v>2009-08-31</c:v>
                </c:pt>
                <c:pt idx="2348">
                  <c:v>2009-09-01</c:v>
                </c:pt>
                <c:pt idx="2349">
                  <c:v>2009-09-02</c:v>
                </c:pt>
                <c:pt idx="2350">
                  <c:v>2009-09-03</c:v>
                </c:pt>
                <c:pt idx="2351">
                  <c:v>2009-09-04</c:v>
                </c:pt>
                <c:pt idx="2352">
                  <c:v>2009-09-08</c:v>
                </c:pt>
                <c:pt idx="2353">
                  <c:v>2009-09-09</c:v>
                </c:pt>
                <c:pt idx="2354">
                  <c:v>2009-09-10</c:v>
                </c:pt>
                <c:pt idx="2355">
                  <c:v>2009-09-11</c:v>
                </c:pt>
                <c:pt idx="2356">
                  <c:v>2009-09-14</c:v>
                </c:pt>
                <c:pt idx="2357">
                  <c:v>2009-09-15</c:v>
                </c:pt>
                <c:pt idx="2358">
                  <c:v>2009-09-16</c:v>
                </c:pt>
                <c:pt idx="2359">
                  <c:v>2009-09-17</c:v>
                </c:pt>
                <c:pt idx="2360">
                  <c:v>2009-09-18</c:v>
                </c:pt>
                <c:pt idx="2361">
                  <c:v>2009-09-21</c:v>
                </c:pt>
                <c:pt idx="2362">
                  <c:v>2009-09-22</c:v>
                </c:pt>
                <c:pt idx="2363">
                  <c:v>2009-09-23</c:v>
                </c:pt>
                <c:pt idx="2364">
                  <c:v>2009-09-24</c:v>
                </c:pt>
                <c:pt idx="2365">
                  <c:v>2009-09-25</c:v>
                </c:pt>
                <c:pt idx="2366">
                  <c:v>2009-09-28</c:v>
                </c:pt>
                <c:pt idx="2367">
                  <c:v>2009-09-29</c:v>
                </c:pt>
                <c:pt idx="2368">
                  <c:v>2009-09-30</c:v>
                </c:pt>
                <c:pt idx="2369">
                  <c:v>2009-10-01</c:v>
                </c:pt>
                <c:pt idx="2370">
                  <c:v>2009-10-02</c:v>
                </c:pt>
                <c:pt idx="2371">
                  <c:v>2009-10-05</c:v>
                </c:pt>
                <c:pt idx="2372">
                  <c:v>2009-10-06</c:v>
                </c:pt>
                <c:pt idx="2373">
                  <c:v>2009-10-08</c:v>
                </c:pt>
                <c:pt idx="2374">
                  <c:v>2009-10-09</c:v>
                </c:pt>
                <c:pt idx="2375">
                  <c:v>2009-10-12</c:v>
                </c:pt>
                <c:pt idx="2376">
                  <c:v>2009-10-13</c:v>
                </c:pt>
                <c:pt idx="2377">
                  <c:v>2009-10-14</c:v>
                </c:pt>
                <c:pt idx="2378">
                  <c:v>2009-10-15</c:v>
                </c:pt>
                <c:pt idx="2379">
                  <c:v>2009-10-16</c:v>
                </c:pt>
                <c:pt idx="2380">
                  <c:v>2009-10-19</c:v>
                </c:pt>
                <c:pt idx="2381">
                  <c:v>2009-10-20</c:v>
                </c:pt>
                <c:pt idx="2382">
                  <c:v>2009-10-21</c:v>
                </c:pt>
                <c:pt idx="2383">
                  <c:v>2009-10-22</c:v>
                </c:pt>
                <c:pt idx="2384">
                  <c:v>2009-10-23</c:v>
                </c:pt>
                <c:pt idx="2385">
                  <c:v>2009-10-26</c:v>
                </c:pt>
                <c:pt idx="2386">
                  <c:v>2009-10-27</c:v>
                </c:pt>
                <c:pt idx="2387">
                  <c:v>2009-10-28</c:v>
                </c:pt>
                <c:pt idx="2388">
                  <c:v>2009-10-29</c:v>
                </c:pt>
                <c:pt idx="2389">
                  <c:v>2009-10-30</c:v>
                </c:pt>
                <c:pt idx="2390">
                  <c:v>2009-11-02</c:v>
                </c:pt>
                <c:pt idx="2391">
                  <c:v>2009-11-03</c:v>
                </c:pt>
                <c:pt idx="2392">
                  <c:v>2009-11-04</c:v>
                </c:pt>
                <c:pt idx="2393">
                  <c:v>2009-11-05</c:v>
                </c:pt>
                <c:pt idx="2394">
                  <c:v>2009-11-06</c:v>
                </c:pt>
                <c:pt idx="2395">
                  <c:v>2009-11-09</c:v>
                </c:pt>
                <c:pt idx="2396">
                  <c:v>2009-11-10</c:v>
                </c:pt>
                <c:pt idx="2397">
                  <c:v>2009-11-11</c:v>
                </c:pt>
                <c:pt idx="2398">
                  <c:v>2009-11-12</c:v>
                </c:pt>
                <c:pt idx="2399">
                  <c:v>2009-11-13</c:v>
                </c:pt>
                <c:pt idx="2400">
                  <c:v>2009-11-16</c:v>
                </c:pt>
                <c:pt idx="2401">
                  <c:v>2009-11-17</c:v>
                </c:pt>
                <c:pt idx="2402">
                  <c:v>2009-11-18</c:v>
                </c:pt>
                <c:pt idx="2403">
                  <c:v>2009-11-19</c:v>
                </c:pt>
                <c:pt idx="2404">
                  <c:v>2009-11-20</c:v>
                </c:pt>
                <c:pt idx="2405">
                  <c:v>2009-11-23</c:v>
                </c:pt>
                <c:pt idx="2406">
                  <c:v>2009-11-24</c:v>
                </c:pt>
                <c:pt idx="2407">
                  <c:v>2009-11-25</c:v>
                </c:pt>
                <c:pt idx="2408">
                  <c:v>2009-11-27</c:v>
                </c:pt>
                <c:pt idx="2409">
                  <c:v>2009-11-30</c:v>
                </c:pt>
                <c:pt idx="2410">
                  <c:v>2009-12-01</c:v>
                </c:pt>
                <c:pt idx="2411">
                  <c:v>2009-12-02</c:v>
                </c:pt>
                <c:pt idx="2412">
                  <c:v>2009-12-03</c:v>
                </c:pt>
                <c:pt idx="2413">
                  <c:v>2009-12-04</c:v>
                </c:pt>
                <c:pt idx="2414">
                  <c:v>2009-12-07</c:v>
                </c:pt>
                <c:pt idx="2415">
                  <c:v>2009-12-08</c:v>
                </c:pt>
                <c:pt idx="2416">
                  <c:v>2009-12-09</c:v>
                </c:pt>
                <c:pt idx="2417">
                  <c:v>2009-12-10</c:v>
                </c:pt>
                <c:pt idx="2418">
                  <c:v>2009-12-11</c:v>
                </c:pt>
                <c:pt idx="2419">
                  <c:v>2009-12-14</c:v>
                </c:pt>
                <c:pt idx="2420">
                  <c:v>2009-12-15</c:v>
                </c:pt>
                <c:pt idx="2421">
                  <c:v>2009-12-16</c:v>
                </c:pt>
                <c:pt idx="2422">
                  <c:v>2009-12-17</c:v>
                </c:pt>
                <c:pt idx="2423">
                  <c:v>2009-12-18</c:v>
                </c:pt>
                <c:pt idx="2424">
                  <c:v>2009-12-21</c:v>
                </c:pt>
                <c:pt idx="2425">
                  <c:v>2009-12-23</c:v>
                </c:pt>
                <c:pt idx="2426">
                  <c:v>2009-12-24</c:v>
                </c:pt>
                <c:pt idx="2427">
                  <c:v>2009-12-28</c:v>
                </c:pt>
                <c:pt idx="2428">
                  <c:v>2009-12-29</c:v>
                </c:pt>
                <c:pt idx="2429">
                  <c:v>2009-12-30</c:v>
                </c:pt>
                <c:pt idx="2430">
                  <c:v>2009-12-31</c:v>
                </c:pt>
                <c:pt idx="2431">
                  <c:v>2010-01-04</c:v>
                </c:pt>
                <c:pt idx="2432">
                  <c:v>2010-01-05</c:v>
                </c:pt>
                <c:pt idx="2433">
                  <c:v>2010-01-06</c:v>
                </c:pt>
                <c:pt idx="2434">
                  <c:v>2010-01-07</c:v>
                </c:pt>
                <c:pt idx="2435">
                  <c:v>2010-01-08</c:v>
                </c:pt>
                <c:pt idx="2436">
                  <c:v>2010-01-11</c:v>
                </c:pt>
                <c:pt idx="2437">
                  <c:v>2010-01-12</c:v>
                </c:pt>
                <c:pt idx="2438">
                  <c:v>2010-01-13</c:v>
                </c:pt>
                <c:pt idx="2439">
                  <c:v>2010-01-14</c:v>
                </c:pt>
                <c:pt idx="2440">
                  <c:v>2010-01-15</c:v>
                </c:pt>
                <c:pt idx="2441">
                  <c:v>2010-01-19</c:v>
                </c:pt>
                <c:pt idx="2442">
                  <c:v>2010-01-20</c:v>
                </c:pt>
                <c:pt idx="2443">
                  <c:v>2010-01-21</c:v>
                </c:pt>
                <c:pt idx="2444">
                  <c:v>2010-01-22</c:v>
                </c:pt>
                <c:pt idx="2445">
                  <c:v>2010-01-25</c:v>
                </c:pt>
                <c:pt idx="2446">
                  <c:v>2010-01-26</c:v>
                </c:pt>
                <c:pt idx="2447">
                  <c:v>2010-01-27</c:v>
                </c:pt>
                <c:pt idx="2448">
                  <c:v>2010-01-28</c:v>
                </c:pt>
                <c:pt idx="2449">
                  <c:v>2010-01-29</c:v>
                </c:pt>
                <c:pt idx="2450">
                  <c:v>2010-02-01</c:v>
                </c:pt>
                <c:pt idx="2451">
                  <c:v>2010-02-02</c:v>
                </c:pt>
                <c:pt idx="2452">
                  <c:v>2010-02-03</c:v>
                </c:pt>
                <c:pt idx="2453">
                  <c:v>2010-02-04</c:v>
                </c:pt>
                <c:pt idx="2454">
                  <c:v>2010-02-05</c:v>
                </c:pt>
                <c:pt idx="2455">
                  <c:v>2010-02-08</c:v>
                </c:pt>
                <c:pt idx="2456">
                  <c:v>2010-02-09</c:v>
                </c:pt>
                <c:pt idx="2457">
                  <c:v>2010-02-10</c:v>
                </c:pt>
                <c:pt idx="2458">
                  <c:v>2010-02-11</c:v>
                </c:pt>
                <c:pt idx="2459">
                  <c:v>2010-02-12</c:v>
                </c:pt>
                <c:pt idx="2460">
                  <c:v>2010-02-16</c:v>
                </c:pt>
                <c:pt idx="2461">
                  <c:v>2010-02-17</c:v>
                </c:pt>
                <c:pt idx="2462">
                  <c:v>2010-02-18</c:v>
                </c:pt>
                <c:pt idx="2463">
                  <c:v>2010-02-19</c:v>
                </c:pt>
                <c:pt idx="2464">
                  <c:v>2010-02-22</c:v>
                </c:pt>
                <c:pt idx="2465">
                  <c:v>2010-02-23</c:v>
                </c:pt>
                <c:pt idx="2466">
                  <c:v>2010-02-24</c:v>
                </c:pt>
                <c:pt idx="2467">
                  <c:v>2010-02-25</c:v>
                </c:pt>
                <c:pt idx="2468">
                  <c:v>2010-02-26</c:v>
                </c:pt>
                <c:pt idx="2469">
                  <c:v>2010-03-01</c:v>
                </c:pt>
                <c:pt idx="2470">
                  <c:v>2010-03-02</c:v>
                </c:pt>
                <c:pt idx="2471">
                  <c:v>2010-03-03</c:v>
                </c:pt>
                <c:pt idx="2472">
                  <c:v>2010-03-04</c:v>
                </c:pt>
                <c:pt idx="2473">
                  <c:v>2010-03-05</c:v>
                </c:pt>
                <c:pt idx="2474">
                  <c:v>2010-03-08</c:v>
                </c:pt>
                <c:pt idx="2475">
                  <c:v>2010-03-09</c:v>
                </c:pt>
                <c:pt idx="2476">
                  <c:v>2010-03-10</c:v>
                </c:pt>
                <c:pt idx="2477">
                  <c:v>2010-03-11</c:v>
                </c:pt>
                <c:pt idx="2478">
                  <c:v>2010-03-12</c:v>
                </c:pt>
                <c:pt idx="2479">
                  <c:v>2010-03-16</c:v>
                </c:pt>
                <c:pt idx="2480">
                  <c:v>2010-03-17</c:v>
                </c:pt>
                <c:pt idx="2481">
                  <c:v>2010-03-18</c:v>
                </c:pt>
                <c:pt idx="2482">
                  <c:v>2010-03-19</c:v>
                </c:pt>
                <c:pt idx="2483">
                  <c:v>2010-03-22</c:v>
                </c:pt>
                <c:pt idx="2484">
                  <c:v>2010-03-23</c:v>
                </c:pt>
                <c:pt idx="2485">
                  <c:v>2010-03-24</c:v>
                </c:pt>
                <c:pt idx="2486">
                  <c:v>2010-03-25</c:v>
                </c:pt>
                <c:pt idx="2487">
                  <c:v>2010-03-26</c:v>
                </c:pt>
                <c:pt idx="2488">
                  <c:v>2010-03-29</c:v>
                </c:pt>
                <c:pt idx="2489">
                  <c:v>2010-03-30</c:v>
                </c:pt>
                <c:pt idx="2490">
                  <c:v>2010-03-31</c:v>
                </c:pt>
                <c:pt idx="2491">
                  <c:v>2010-04-01</c:v>
                </c:pt>
                <c:pt idx="2492">
                  <c:v>2010-04-05</c:v>
                </c:pt>
                <c:pt idx="2493">
                  <c:v>2010-04-06</c:v>
                </c:pt>
                <c:pt idx="2494">
                  <c:v>2010-04-07</c:v>
                </c:pt>
                <c:pt idx="2495">
                  <c:v>2010-04-08</c:v>
                </c:pt>
                <c:pt idx="2496">
                  <c:v>2010-04-09</c:v>
                </c:pt>
                <c:pt idx="2497">
                  <c:v>2010-04-12</c:v>
                </c:pt>
                <c:pt idx="2498">
                  <c:v>2010-04-13</c:v>
                </c:pt>
                <c:pt idx="2499">
                  <c:v>2010-04-14</c:v>
                </c:pt>
                <c:pt idx="2500">
                  <c:v>2010-04-15</c:v>
                </c:pt>
                <c:pt idx="2501">
                  <c:v>2010-04-16</c:v>
                </c:pt>
                <c:pt idx="2502">
                  <c:v>2010-04-19</c:v>
                </c:pt>
                <c:pt idx="2503">
                  <c:v>2010-04-20</c:v>
                </c:pt>
                <c:pt idx="2504">
                  <c:v>2010-04-21</c:v>
                </c:pt>
                <c:pt idx="2505">
                  <c:v>2010-04-22</c:v>
                </c:pt>
                <c:pt idx="2506">
                  <c:v>2010-04-23</c:v>
                </c:pt>
                <c:pt idx="2507">
                  <c:v>2010-04-26</c:v>
                </c:pt>
                <c:pt idx="2508">
                  <c:v>2010-04-27</c:v>
                </c:pt>
                <c:pt idx="2509">
                  <c:v>2010-04-28</c:v>
                </c:pt>
                <c:pt idx="2510">
                  <c:v>2010-04-29</c:v>
                </c:pt>
                <c:pt idx="2511">
                  <c:v>2010-04-30</c:v>
                </c:pt>
                <c:pt idx="2512">
                  <c:v>2010-05-03</c:v>
                </c:pt>
                <c:pt idx="2513">
                  <c:v>2010-05-04</c:v>
                </c:pt>
                <c:pt idx="2514">
                  <c:v>2010-05-05</c:v>
                </c:pt>
                <c:pt idx="2515">
                  <c:v>2010-05-06</c:v>
                </c:pt>
                <c:pt idx="2516">
                  <c:v>2010-05-07</c:v>
                </c:pt>
                <c:pt idx="2517">
                  <c:v>2010-05-10</c:v>
                </c:pt>
                <c:pt idx="2518">
                  <c:v>2010-05-11</c:v>
                </c:pt>
                <c:pt idx="2519">
                  <c:v>2010-05-12</c:v>
                </c:pt>
                <c:pt idx="2520">
                  <c:v>2010-05-13</c:v>
                </c:pt>
                <c:pt idx="2521">
                  <c:v>2010-05-14</c:v>
                </c:pt>
                <c:pt idx="2522">
                  <c:v>2010-05-17</c:v>
                </c:pt>
                <c:pt idx="2523">
                  <c:v>2010-05-18</c:v>
                </c:pt>
                <c:pt idx="2524">
                  <c:v>2010-05-19</c:v>
                </c:pt>
                <c:pt idx="2525">
                  <c:v>2010-05-20</c:v>
                </c:pt>
                <c:pt idx="2526">
                  <c:v>2010-05-21</c:v>
                </c:pt>
                <c:pt idx="2527">
                  <c:v>2010-05-24</c:v>
                </c:pt>
                <c:pt idx="2528">
                  <c:v>2010-05-25</c:v>
                </c:pt>
                <c:pt idx="2529">
                  <c:v>2010-05-26</c:v>
                </c:pt>
                <c:pt idx="2530">
                  <c:v>2010-05-27</c:v>
                </c:pt>
                <c:pt idx="2531">
                  <c:v>2010-05-28</c:v>
                </c:pt>
                <c:pt idx="2532">
                  <c:v>2010-06-01</c:v>
                </c:pt>
                <c:pt idx="2533">
                  <c:v>2010-06-02</c:v>
                </c:pt>
                <c:pt idx="2534">
                  <c:v>2010-06-03</c:v>
                </c:pt>
                <c:pt idx="2535">
                  <c:v>2010-06-04</c:v>
                </c:pt>
                <c:pt idx="2536">
                  <c:v>2010-06-07</c:v>
                </c:pt>
                <c:pt idx="2537">
                  <c:v>2010-06-08</c:v>
                </c:pt>
                <c:pt idx="2538">
                  <c:v>2010-06-09</c:v>
                </c:pt>
                <c:pt idx="2539">
                  <c:v>2010-06-10</c:v>
                </c:pt>
                <c:pt idx="2540">
                  <c:v>2010-06-11</c:v>
                </c:pt>
                <c:pt idx="2541">
                  <c:v>2010-06-14</c:v>
                </c:pt>
                <c:pt idx="2542">
                  <c:v>2010-06-15</c:v>
                </c:pt>
                <c:pt idx="2543">
                  <c:v>2010-06-16</c:v>
                </c:pt>
                <c:pt idx="2544">
                  <c:v>2010-06-17</c:v>
                </c:pt>
                <c:pt idx="2545">
                  <c:v>2010-06-18</c:v>
                </c:pt>
                <c:pt idx="2546">
                  <c:v>2010-06-21</c:v>
                </c:pt>
                <c:pt idx="2547">
                  <c:v>2010-06-22</c:v>
                </c:pt>
                <c:pt idx="2548">
                  <c:v>2010-06-23</c:v>
                </c:pt>
                <c:pt idx="2549">
                  <c:v>2010-06-24</c:v>
                </c:pt>
                <c:pt idx="2550">
                  <c:v>2010-06-25</c:v>
                </c:pt>
                <c:pt idx="2551">
                  <c:v>2010-06-28</c:v>
                </c:pt>
                <c:pt idx="2552">
                  <c:v>2010-06-29</c:v>
                </c:pt>
                <c:pt idx="2553">
                  <c:v>2010-06-30</c:v>
                </c:pt>
                <c:pt idx="2554">
                  <c:v>2010-07-01</c:v>
                </c:pt>
                <c:pt idx="2555">
                  <c:v>2010-07-02</c:v>
                </c:pt>
                <c:pt idx="2556">
                  <c:v>2010-07-06</c:v>
                </c:pt>
                <c:pt idx="2557">
                  <c:v>2010-07-07</c:v>
                </c:pt>
                <c:pt idx="2558">
                  <c:v>2010-07-08</c:v>
                </c:pt>
                <c:pt idx="2559">
                  <c:v>2010-07-09</c:v>
                </c:pt>
                <c:pt idx="2560">
                  <c:v>2010-07-12</c:v>
                </c:pt>
                <c:pt idx="2561">
                  <c:v>2010-07-13</c:v>
                </c:pt>
                <c:pt idx="2562">
                  <c:v>2010-07-14</c:v>
                </c:pt>
                <c:pt idx="2563">
                  <c:v>2010-07-15</c:v>
                </c:pt>
                <c:pt idx="2564">
                  <c:v>2010-07-16</c:v>
                </c:pt>
                <c:pt idx="2565">
                  <c:v>2010-07-19</c:v>
                </c:pt>
                <c:pt idx="2566">
                  <c:v>2010-07-20</c:v>
                </c:pt>
                <c:pt idx="2567">
                  <c:v>2010-07-21</c:v>
                </c:pt>
                <c:pt idx="2568">
                  <c:v>2010-07-22</c:v>
                </c:pt>
                <c:pt idx="2569">
                  <c:v>2010-07-23</c:v>
                </c:pt>
                <c:pt idx="2570">
                  <c:v>2010-07-26</c:v>
                </c:pt>
                <c:pt idx="2571">
                  <c:v>2010-07-27</c:v>
                </c:pt>
                <c:pt idx="2572">
                  <c:v>2010-07-28</c:v>
                </c:pt>
                <c:pt idx="2573">
                  <c:v>2010-07-29</c:v>
                </c:pt>
                <c:pt idx="2574">
                  <c:v>2010-07-30</c:v>
                </c:pt>
                <c:pt idx="2575">
                  <c:v>2010-08-02</c:v>
                </c:pt>
                <c:pt idx="2576">
                  <c:v>2010-08-03</c:v>
                </c:pt>
                <c:pt idx="2577">
                  <c:v>2010-08-04</c:v>
                </c:pt>
                <c:pt idx="2578">
                  <c:v>2010-08-05</c:v>
                </c:pt>
                <c:pt idx="2579">
                  <c:v>2010-08-06</c:v>
                </c:pt>
                <c:pt idx="2580">
                  <c:v>2010-08-09</c:v>
                </c:pt>
                <c:pt idx="2581">
                  <c:v>2010-08-10</c:v>
                </c:pt>
                <c:pt idx="2582">
                  <c:v>2010-08-11</c:v>
                </c:pt>
                <c:pt idx="2583">
                  <c:v>2010-08-12</c:v>
                </c:pt>
                <c:pt idx="2584">
                  <c:v>2010-08-13</c:v>
                </c:pt>
                <c:pt idx="2585">
                  <c:v>2010-08-16</c:v>
                </c:pt>
                <c:pt idx="2586">
                  <c:v>2010-08-17</c:v>
                </c:pt>
                <c:pt idx="2587">
                  <c:v>2010-08-18</c:v>
                </c:pt>
                <c:pt idx="2588">
                  <c:v>2010-08-19</c:v>
                </c:pt>
                <c:pt idx="2589">
                  <c:v>2010-08-20</c:v>
                </c:pt>
                <c:pt idx="2590">
                  <c:v>2010-08-23</c:v>
                </c:pt>
                <c:pt idx="2591">
                  <c:v>2010-08-24</c:v>
                </c:pt>
                <c:pt idx="2592">
                  <c:v>2010-08-25</c:v>
                </c:pt>
                <c:pt idx="2593">
                  <c:v>2010-08-26</c:v>
                </c:pt>
                <c:pt idx="2594">
                  <c:v>2010-08-27</c:v>
                </c:pt>
                <c:pt idx="2595">
                  <c:v>2010-08-30</c:v>
                </c:pt>
                <c:pt idx="2596">
                  <c:v>2010-08-31</c:v>
                </c:pt>
                <c:pt idx="2597">
                  <c:v>2010-09-01</c:v>
                </c:pt>
                <c:pt idx="2598">
                  <c:v>2010-09-02</c:v>
                </c:pt>
                <c:pt idx="2599">
                  <c:v>2010-09-03</c:v>
                </c:pt>
                <c:pt idx="2600">
                  <c:v>2010-09-07</c:v>
                </c:pt>
                <c:pt idx="2601">
                  <c:v>2010-09-08</c:v>
                </c:pt>
                <c:pt idx="2602">
                  <c:v>2010-09-09</c:v>
                </c:pt>
                <c:pt idx="2603">
                  <c:v>2010-09-10</c:v>
                </c:pt>
                <c:pt idx="2604">
                  <c:v>2010-09-13</c:v>
                </c:pt>
                <c:pt idx="2605">
                  <c:v>2010-09-14</c:v>
                </c:pt>
                <c:pt idx="2606">
                  <c:v>2010-09-15</c:v>
                </c:pt>
                <c:pt idx="2607">
                  <c:v>2010-09-16</c:v>
                </c:pt>
                <c:pt idx="2608">
                  <c:v>2010-09-17</c:v>
                </c:pt>
                <c:pt idx="2609">
                  <c:v>2010-09-20</c:v>
                </c:pt>
                <c:pt idx="2610">
                  <c:v>2010-09-21</c:v>
                </c:pt>
                <c:pt idx="2611">
                  <c:v>2010-09-22</c:v>
                </c:pt>
                <c:pt idx="2612">
                  <c:v>2010-09-23</c:v>
                </c:pt>
                <c:pt idx="2613">
                  <c:v>2010-09-24</c:v>
                </c:pt>
                <c:pt idx="2614">
                  <c:v>2010-09-27</c:v>
                </c:pt>
                <c:pt idx="2615">
                  <c:v>2010-09-28</c:v>
                </c:pt>
                <c:pt idx="2616">
                  <c:v>2010-09-29</c:v>
                </c:pt>
                <c:pt idx="2617">
                  <c:v>2010-09-30</c:v>
                </c:pt>
                <c:pt idx="2618">
                  <c:v>2010-10-01</c:v>
                </c:pt>
                <c:pt idx="2619">
                  <c:v>2010-10-04</c:v>
                </c:pt>
                <c:pt idx="2620">
                  <c:v>2010-10-05</c:v>
                </c:pt>
                <c:pt idx="2621">
                  <c:v>2010-10-06</c:v>
                </c:pt>
                <c:pt idx="2622">
                  <c:v>2010-10-07</c:v>
                </c:pt>
                <c:pt idx="2623">
                  <c:v>2010-10-08</c:v>
                </c:pt>
                <c:pt idx="2624">
                  <c:v>2010-10-11</c:v>
                </c:pt>
                <c:pt idx="2625">
                  <c:v>2010-10-12</c:v>
                </c:pt>
                <c:pt idx="2626">
                  <c:v>2010-10-13</c:v>
                </c:pt>
                <c:pt idx="2627">
                  <c:v>2010-10-14</c:v>
                </c:pt>
                <c:pt idx="2628">
                  <c:v>2010-10-15</c:v>
                </c:pt>
                <c:pt idx="2629">
                  <c:v>2010-10-18</c:v>
                </c:pt>
                <c:pt idx="2630">
                  <c:v>2010-10-19</c:v>
                </c:pt>
                <c:pt idx="2631">
                  <c:v>2010-10-20</c:v>
                </c:pt>
                <c:pt idx="2632">
                  <c:v>2010-10-21</c:v>
                </c:pt>
                <c:pt idx="2633">
                  <c:v>2010-10-22</c:v>
                </c:pt>
                <c:pt idx="2634">
                  <c:v>2010-10-25</c:v>
                </c:pt>
                <c:pt idx="2635">
                  <c:v>2010-10-26</c:v>
                </c:pt>
                <c:pt idx="2636">
                  <c:v>2010-10-27</c:v>
                </c:pt>
                <c:pt idx="2637">
                  <c:v>2010-10-28</c:v>
                </c:pt>
                <c:pt idx="2638">
                  <c:v>2010-10-29</c:v>
                </c:pt>
                <c:pt idx="2639">
                  <c:v>2010-11-01</c:v>
                </c:pt>
                <c:pt idx="2640">
                  <c:v>2010-11-02</c:v>
                </c:pt>
                <c:pt idx="2641">
                  <c:v>2010-11-03</c:v>
                </c:pt>
                <c:pt idx="2642">
                  <c:v>2010-11-04</c:v>
                </c:pt>
                <c:pt idx="2643">
                  <c:v>2010-11-05</c:v>
                </c:pt>
                <c:pt idx="2644">
                  <c:v>2010-11-08</c:v>
                </c:pt>
                <c:pt idx="2645">
                  <c:v>2010-11-09</c:v>
                </c:pt>
                <c:pt idx="2646">
                  <c:v>2010-11-10</c:v>
                </c:pt>
                <c:pt idx="2647">
                  <c:v>2010-11-11</c:v>
                </c:pt>
                <c:pt idx="2648">
                  <c:v>2010-11-12</c:v>
                </c:pt>
                <c:pt idx="2649">
                  <c:v>2010-11-15</c:v>
                </c:pt>
                <c:pt idx="2650">
                  <c:v>2010-11-16</c:v>
                </c:pt>
                <c:pt idx="2651">
                  <c:v>2010-11-17</c:v>
                </c:pt>
                <c:pt idx="2652">
                  <c:v>2010-11-18</c:v>
                </c:pt>
                <c:pt idx="2653">
                  <c:v>2010-11-19</c:v>
                </c:pt>
                <c:pt idx="2654">
                  <c:v>2010-11-22</c:v>
                </c:pt>
                <c:pt idx="2655">
                  <c:v>2010-11-23</c:v>
                </c:pt>
                <c:pt idx="2656">
                  <c:v>2010-11-24</c:v>
                </c:pt>
                <c:pt idx="2657">
                  <c:v>2010-11-26</c:v>
                </c:pt>
                <c:pt idx="2658">
                  <c:v>2010-11-29</c:v>
                </c:pt>
                <c:pt idx="2659">
                  <c:v>2010-11-30</c:v>
                </c:pt>
                <c:pt idx="2660">
                  <c:v>2010-12-01</c:v>
                </c:pt>
                <c:pt idx="2661">
                  <c:v>2010-12-02</c:v>
                </c:pt>
                <c:pt idx="2662">
                  <c:v>2010-12-03</c:v>
                </c:pt>
                <c:pt idx="2663">
                  <c:v>2010-12-06</c:v>
                </c:pt>
                <c:pt idx="2664">
                  <c:v>2010-12-07</c:v>
                </c:pt>
                <c:pt idx="2665">
                  <c:v>2010-12-08</c:v>
                </c:pt>
                <c:pt idx="2666">
                  <c:v>2010-12-09</c:v>
                </c:pt>
                <c:pt idx="2667">
                  <c:v>2010-12-10</c:v>
                </c:pt>
                <c:pt idx="2668">
                  <c:v>2010-12-13</c:v>
                </c:pt>
                <c:pt idx="2669">
                  <c:v>2010-12-14</c:v>
                </c:pt>
                <c:pt idx="2670">
                  <c:v>2010-12-15</c:v>
                </c:pt>
                <c:pt idx="2671">
                  <c:v>2010-12-16</c:v>
                </c:pt>
                <c:pt idx="2672">
                  <c:v>2010-12-17</c:v>
                </c:pt>
                <c:pt idx="2673">
                  <c:v>2010-12-20</c:v>
                </c:pt>
                <c:pt idx="2674">
                  <c:v>2010-12-21</c:v>
                </c:pt>
                <c:pt idx="2675">
                  <c:v>2010-12-22</c:v>
                </c:pt>
                <c:pt idx="2676">
                  <c:v>2010-12-23</c:v>
                </c:pt>
                <c:pt idx="2677">
                  <c:v>2010-12-27</c:v>
                </c:pt>
                <c:pt idx="2678">
                  <c:v>2010-12-28</c:v>
                </c:pt>
                <c:pt idx="2679">
                  <c:v>2010-12-29</c:v>
                </c:pt>
                <c:pt idx="2680">
                  <c:v>2010-12-30</c:v>
                </c:pt>
                <c:pt idx="2681">
                  <c:v>2010-12-31</c:v>
                </c:pt>
                <c:pt idx="2682">
                  <c:v>2011-01-04</c:v>
                </c:pt>
                <c:pt idx="2683">
                  <c:v>2011-01-05</c:v>
                </c:pt>
                <c:pt idx="2684">
                  <c:v>2011-01-06</c:v>
                </c:pt>
                <c:pt idx="2685">
                  <c:v>2011-01-07</c:v>
                </c:pt>
                <c:pt idx="2686">
                  <c:v>2011-01-10</c:v>
                </c:pt>
                <c:pt idx="2687">
                  <c:v>2011-01-11</c:v>
                </c:pt>
                <c:pt idx="2688">
                  <c:v>2011-01-12</c:v>
                </c:pt>
                <c:pt idx="2689">
                  <c:v>2011-01-13</c:v>
                </c:pt>
                <c:pt idx="2690">
                  <c:v>2011-01-14</c:v>
                </c:pt>
                <c:pt idx="2691">
                  <c:v>2011-01-18</c:v>
                </c:pt>
                <c:pt idx="2692">
                  <c:v>2011-01-19</c:v>
                </c:pt>
                <c:pt idx="2693">
                  <c:v>2011-01-20</c:v>
                </c:pt>
                <c:pt idx="2694">
                  <c:v>2011-01-21</c:v>
                </c:pt>
                <c:pt idx="2695">
                  <c:v>2011-01-24</c:v>
                </c:pt>
                <c:pt idx="2696">
                  <c:v>2011-01-25</c:v>
                </c:pt>
                <c:pt idx="2697">
                  <c:v>2011-01-26</c:v>
                </c:pt>
                <c:pt idx="2698">
                  <c:v>2011-01-27</c:v>
                </c:pt>
                <c:pt idx="2699">
                  <c:v>2011-01-28</c:v>
                </c:pt>
                <c:pt idx="2700">
                  <c:v>2011-01-31</c:v>
                </c:pt>
                <c:pt idx="2701">
                  <c:v>2011-02-01</c:v>
                </c:pt>
                <c:pt idx="2702">
                  <c:v>2011-02-02</c:v>
                </c:pt>
                <c:pt idx="2703">
                  <c:v>2011-02-03</c:v>
                </c:pt>
                <c:pt idx="2704">
                  <c:v>2011-02-04</c:v>
                </c:pt>
                <c:pt idx="2705">
                  <c:v>2011-02-07</c:v>
                </c:pt>
                <c:pt idx="2706">
                  <c:v>2011-02-08</c:v>
                </c:pt>
                <c:pt idx="2707">
                  <c:v>2011-02-09</c:v>
                </c:pt>
                <c:pt idx="2708">
                  <c:v>2011-02-10</c:v>
                </c:pt>
                <c:pt idx="2709">
                  <c:v>2011-02-11</c:v>
                </c:pt>
                <c:pt idx="2710">
                  <c:v>2011-02-14</c:v>
                </c:pt>
                <c:pt idx="2711">
                  <c:v>2011-02-15</c:v>
                </c:pt>
                <c:pt idx="2712">
                  <c:v>2011-02-16</c:v>
                </c:pt>
                <c:pt idx="2713">
                  <c:v>2011-02-17</c:v>
                </c:pt>
                <c:pt idx="2714">
                  <c:v>2011-02-18</c:v>
                </c:pt>
                <c:pt idx="2715">
                  <c:v>2011-02-22</c:v>
                </c:pt>
                <c:pt idx="2716">
                  <c:v>2011-02-23</c:v>
                </c:pt>
                <c:pt idx="2717">
                  <c:v>2011-02-24</c:v>
                </c:pt>
                <c:pt idx="2718">
                  <c:v>2011-02-25</c:v>
                </c:pt>
                <c:pt idx="2719">
                  <c:v>2011-02-28</c:v>
                </c:pt>
                <c:pt idx="2720">
                  <c:v>2011-03-01</c:v>
                </c:pt>
                <c:pt idx="2721">
                  <c:v>2011-03-02</c:v>
                </c:pt>
                <c:pt idx="2722">
                  <c:v>2011-03-03</c:v>
                </c:pt>
                <c:pt idx="2723">
                  <c:v>2011-03-04</c:v>
                </c:pt>
                <c:pt idx="2724">
                  <c:v>2011-03-07</c:v>
                </c:pt>
                <c:pt idx="2725">
                  <c:v>2011-03-08</c:v>
                </c:pt>
                <c:pt idx="2726">
                  <c:v>2011-03-09</c:v>
                </c:pt>
                <c:pt idx="2727">
                  <c:v>2011-03-10</c:v>
                </c:pt>
                <c:pt idx="2728">
                  <c:v>2011-03-11</c:v>
                </c:pt>
                <c:pt idx="2729">
                  <c:v>2011-03-14</c:v>
                </c:pt>
                <c:pt idx="2730">
                  <c:v>2011-03-15</c:v>
                </c:pt>
                <c:pt idx="2731">
                  <c:v>2011-03-16</c:v>
                </c:pt>
                <c:pt idx="2732">
                  <c:v>2011-03-17</c:v>
                </c:pt>
                <c:pt idx="2733">
                  <c:v>2011-03-18</c:v>
                </c:pt>
                <c:pt idx="2734">
                  <c:v>2011-03-21</c:v>
                </c:pt>
                <c:pt idx="2735">
                  <c:v>2011-03-22</c:v>
                </c:pt>
                <c:pt idx="2736">
                  <c:v>2011-03-23</c:v>
                </c:pt>
                <c:pt idx="2737">
                  <c:v>2011-03-24</c:v>
                </c:pt>
                <c:pt idx="2738">
                  <c:v>2011-03-25</c:v>
                </c:pt>
                <c:pt idx="2739">
                  <c:v>2011-03-28</c:v>
                </c:pt>
                <c:pt idx="2740">
                  <c:v>2011-03-29</c:v>
                </c:pt>
                <c:pt idx="2741">
                  <c:v>2011-03-30</c:v>
                </c:pt>
                <c:pt idx="2742">
                  <c:v>2011-03-31</c:v>
                </c:pt>
                <c:pt idx="2743">
                  <c:v>2011-04-01</c:v>
                </c:pt>
                <c:pt idx="2744">
                  <c:v>2011-04-04</c:v>
                </c:pt>
                <c:pt idx="2745">
                  <c:v>2011-04-05</c:v>
                </c:pt>
                <c:pt idx="2746">
                  <c:v>2011-04-06</c:v>
                </c:pt>
                <c:pt idx="2747">
                  <c:v>2011-04-07</c:v>
                </c:pt>
                <c:pt idx="2748">
                  <c:v>2011-04-08</c:v>
                </c:pt>
                <c:pt idx="2749">
                  <c:v>2011-04-11</c:v>
                </c:pt>
                <c:pt idx="2750">
                  <c:v>2011-04-12</c:v>
                </c:pt>
                <c:pt idx="2751">
                  <c:v>2011-04-13</c:v>
                </c:pt>
                <c:pt idx="2752">
                  <c:v>2011-04-14</c:v>
                </c:pt>
                <c:pt idx="2753">
                  <c:v>2011-04-15</c:v>
                </c:pt>
                <c:pt idx="2754">
                  <c:v>2011-04-18</c:v>
                </c:pt>
                <c:pt idx="2755">
                  <c:v>2011-04-19</c:v>
                </c:pt>
                <c:pt idx="2756">
                  <c:v>2011-04-20</c:v>
                </c:pt>
                <c:pt idx="2757">
                  <c:v>2011-04-21</c:v>
                </c:pt>
                <c:pt idx="2758">
                  <c:v>2011-04-25</c:v>
                </c:pt>
                <c:pt idx="2759">
                  <c:v>2011-04-26</c:v>
                </c:pt>
                <c:pt idx="2760">
                  <c:v>2011-04-27</c:v>
                </c:pt>
                <c:pt idx="2761">
                  <c:v>2011-04-28</c:v>
                </c:pt>
                <c:pt idx="2762">
                  <c:v>2011-04-29</c:v>
                </c:pt>
                <c:pt idx="2763">
                  <c:v>2011-05-02</c:v>
                </c:pt>
                <c:pt idx="2764">
                  <c:v>2011-05-03</c:v>
                </c:pt>
                <c:pt idx="2765">
                  <c:v>2011-05-04</c:v>
                </c:pt>
                <c:pt idx="2766">
                  <c:v>2011-05-05</c:v>
                </c:pt>
                <c:pt idx="2767">
                  <c:v>2011-05-06</c:v>
                </c:pt>
                <c:pt idx="2768">
                  <c:v>2011-05-09</c:v>
                </c:pt>
                <c:pt idx="2769">
                  <c:v>2011-05-10</c:v>
                </c:pt>
                <c:pt idx="2770">
                  <c:v>2011-05-11</c:v>
                </c:pt>
                <c:pt idx="2771">
                  <c:v>2011-05-12</c:v>
                </c:pt>
                <c:pt idx="2772">
                  <c:v>2011-05-13</c:v>
                </c:pt>
                <c:pt idx="2773">
                  <c:v>2011-05-16</c:v>
                </c:pt>
                <c:pt idx="2774">
                  <c:v>2011-05-17</c:v>
                </c:pt>
                <c:pt idx="2775">
                  <c:v>2011-05-18</c:v>
                </c:pt>
                <c:pt idx="2776">
                  <c:v>2011-05-19</c:v>
                </c:pt>
                <c:pt idx="2777">
                  <c:v>2011-05-20</c:v>
                </c:pt>
                <c:pt idx="2778">
                  <c:v>2011-05-23</c:v>
                </c:pt>
                <c:pt idx="2779">
                  <c:v>2011-05-24</c:v>
                </c:pt>
                <c:pt idx="2780">
                  <c:v>2011-05-25</c:v>
                </c:pt>
                <c:pt idx="2781">
                  <c:v>2011-05-26</c:v>
                </c:pt>
                <c:pt idx="2782">
                  <c:v>2011-05-27</c:v>
                </c:pt>
                <c:pt idx="2783">
                  <c:v>2011-05-31</c:v>
                </c:pt>
                <c:pt idx="2784">
                  <c:v>2011-06-01</c:v>
                </c:pt>
                <c:pt idx="2785">
                  <c:v>2011-06-02</c:v>
                </c:pt>
                <c:pt idx="2786">
                  <c:v>2011-06-03</c:v>
                </c:pt>
                <c:pt idx="2787">
                  <c:v>2011-06-06</c:v>
                </c:pt>
                <c:pt idx="2788">
                  <c:v>2011-06-07</c:v>
                </c:pt>
                <c:pt idx="2789">
                  <c:v>2011-06-08</c:v>
                </c:pt>
                <c:pt idx="2790">
                  <c:v>2011-06-09</c:v>
                </c:pt>
                <c:pt idx="2791">
                  <c:v>2011-06-10</c:v>
                </c:pt>
                <c:pt idx="2792">
                  <c:v>2011-06-13</c:v>
                </c:pt>
                <c:pt idx="2793">
                  <c:v>2011-06-14</c:v>
                </c:pt>
                <c:pt idx="2794">
                  <c:v>2011-06-15</c:v>
                </c:pt>
                <c:pt idx="2795">
                  <c:v>2011-06-16</c:v>
                </c:pt>
                <c:pt idx="2796">
                  <c:v>2011-06-17</c:v>
                </c:pt>
                <c:pt idx="2797">
                  <c:v>2011-06-20</c:v>
                </c:pt>
                <c:pt idx="2798">
                  <c:v>2011-06-21</c:v>
                </c:pt>
                <c:pt idx="2799">
                  <c:v>2011-06-22</c:v>
                </c:pt>
                <c:pt idx="2800">
                  <c:v>2011-06-23</c:v>
                </c:pt>
                <c:pt idx="2801">
                  <c:v>2011-06-24</c:v>
                </c:pt>
                <c:pt idx="2802">
                  <c:v>2011-06-27</c:v>
                </c:pt>
                <c:pt idx="2803">
                  <c:v>2011-06-28</c:v>
                </c:pt>
                <c:pt idx="2804">
                  <c:v>2011-06-29</c:v>
                </c:pt>
                <c:pt idx="2805">
                  <c:v>2011-06-30</c:v>
                </c:pt>
                <c:pt idx="2806">
                  <c:v>2011-07-01</c:v>
                </c:pt>
                <c:pt idx="2807">
                  <c:v>2011-07-05</c:v>
                </c:pt>
                <c:pt idx="2808">
                  <c:v>2011-07-06</c:v>
                </c:pt>
                <c:pt idx="2809">
                  <c:v>2011-07-07</c:v>
                </c:pt>
                <c:pt idx="2810">
                  <c:v>2011-07-08</c:v>
                </c:pt>
                <c:pt idx="2811">
                  <c:v>2011-07-11</c:v>
                </c:pt>
                <c:pt idx="2812">
                  <c:v>2011-07-12</c:v>
                </c:pt>
                <c:pt idx="2813">
                  <c:v>2011-07-13</c:v>
                </c:pt>
                <c:pt idx="2814">
                  <c:v>2011-07-14</c:v>
                </c:pt>
                <c:pt idx="2815">
                  <c:v>2011-07-15</c:v>
                </c:pt>
                <c:pt idx="2816">
                  <c:v>2011-07-18</c:v>
                </c:pt>
                <c:pt idx="2817">
                  <c:v>2011-07-19</c:v>
                </c:pt>
                <c:pt idx="2818">
                  <c:v>2011-07-20</c:v>
                </c:pt>
                <c:pt idx="2819">
                  <c:v>2011-07-21</c:v>
                </c:pt>
                <c:pt idx="2820">
                  <c:v>2011-07-22</c:v>
                </c:pt>
                <c:pt idx="2821">
                  <c:v>2011-07-25</c:v>
                </c:pt>
                <c:pt idx="2822">
                  <c:v>2011-07-26</c:v>
                </c:pt>
                <c:pt idx="2823">
                  <c:v>2011-07-27</c:v>
                </c:pt>
                <c:pt idx="2824">
                  <c:v>2011-07-28</c:v>
                </c:pt>
                <c:pt idx="2825">
                  <c:v>2011-07-29</c:v>
                </c:pt>
                <c:pt idx="2826">
                  <c:v>2011-08-01</c:v>
                </c:pt>
                <c:pt idx="2827">
                  <c:v>2011-08-02</c:v>
                </c:pt>
                <c:pt idx="2828">
                  <c:v>2011-08-03</c:v>
                </c:pt>
                <c:pt idx="2829">
                  <c:v>2011-08-04</c:v>
                </c:pt>
                <c:pt idx="2830">
                  <c:v>2011-08-05</c:v>
                </c:pt>
                <c:pt idx="2831">
                  <c:v>2011-08-08</c:v>
                </c:pt>
                <c:pt idx="2832">
                  <c:v>2011-08-09</c:v>
                </c:pt>
                <c:pt idx="2833">
                  <c:v>2011-08-10</c:v>
                </c:pt>
                <c:pt idx="2834">
                  <c:v>2011-08-11</c:v>
                </c:pt>
                <c:pt idx="2835">
                  <c:v>2011-08-12</c:v>
                </c:pt>
                <c:pt idx="2836">
                  <c:v>2011-08-15</c:v>
                </c:pt>
                <c:pt idx="2837">
                  <c:v>2011-08-16</c:v>
                </c:pt>
                <c:pt idx="2838">
                  <c:v>2011-08-17</c:v>
                </c:pt>
                <c:pt idx="2839">
                  <c:v>2011-08-18</c:v>
                </c:pt>
                <c:pt idx="2840">
                  <c:v>2011-08-19</c:v>
                </c:pt>
                <c:pt idx="2841">
                  <c:v>2011-08-22</c:v>
                </c:pt>
                <c:pt idx="2842">
                  <c:v>2011-08-23</c:v>
                </c:pt>
                <c:pt idx="2843">
                  <c:v>2011-08-24</c:v>
                </c:pt>
                <c:pt idx="2844">
                  <c:v>2011-08-25</c:v>
                </c:pt>
                <c:pt idx="2845">
                  <c:v>2011-08-26</c:v>
                </c:pt>
                <c:pt idx="2846">
                  <c:v>2011-08-29</c:v>
                </c:pt>
                <c:pt idx="2847">
                  <c:v>2011-08-30</c:v>
                </c:pt>
                <c:pt idx="2848">
                  <c:v>2011-08-31</c:v>
                </c:pt>
                <c:pt idx="2849">
                  <c:v>2011-09-01</c:v>
                </c:pt>
                <c:pt idx="2850">
                  <c:v>2011-09-02</c:v>
                </c:pt>
                <c:pt idx="2851">
                  <c:v>2011-09-06</c:v>
                </c:pt>
                <c:pt idx="2852">
                  <c:v>2011-09-07</c:v>
                </c:pt>
                <c:pt idx="2853">
                  <c:v>2011-09-08</c:v>
                </c:pt>
                <c:pt idx="2854">
                  <c:v>2011-09-09</c:v>
                </c:pt>
                <c:pt idx="2855">
                  <c:v>2011-09-12</c:v>
                </c:pt>
                <c:pt idx="2856">
                  <c:v>2011-09-13</c:v>
                </c:pt>
                <c:pt idx="2857">
                  <c:v>2011-09-14</c:v>
                </c:pt>
                <c:pt idx="2858">
                  <c:v>2011-09-15</c:v>
                </c:pt>
                <c:pt idx="2859">
                  <c:v>2011-09-16</c:v>
                </c:pt>
                <c:pt idx="2860">
                  <c:v>2011-09-19</c:v>
                </c:pt>
                <c:pt idx="2861">
                  <c:v>2011-09-20</c:v>
                </c:pt>
                <c:pt idx="2862">
                  <c:v>2011-09-21</c:v>
                </c:pt>
                <c:pt idx="2863">
                  <c:v>2011-09-22</c:v>
                </c:pt>
                <c:pt idx="2864">
                  <c:v>2011-09-23</c:v>
                </c:pt>
                <c:pt idx="2865">
                  <c:v>2011-09-26</c:v>
                </c:pt>
                <c:pt idx="2866">
                  <c:v>2011-09-27</c:v>
                </c:pt>
                <c:pt idx="2867">
                  <c:v>2011-09-28</c:v>
                </c:pt>
                <c:pt idx="2868">
                  <c:v>2011-09-29</c:v>
                </c:pt>
                <c:pt idx="2869">
                  <c:v>2011-09-30</c:v>
                </c:pt>
                <c:pt idx="2870">
                  <c:v>2011-10-03</c:v>
                </c:pt>
                <c:pt idx="2871">
                  <c:v>2011-10-04</c:v>
                </c:pt>
                <c:pt idx="2872">
                  <c:v>2011-10-05</c:v>
                </c:pt>
                <c:pt idx="2873">
                  <c:v>2011-10-06</c:v>
                </c:pt>
                <c:pt idx="2874">
                  <c:v>2011-10-07</c:v>
                </c:pt>
                <c:pt idx="2875">
                  <c:v>2011-10-10</c:v>
                </c:pt>
                <c:pt idx="2876">
                  <c:v>2011-10-11</c:v>
                </c:pt>
                <c:pt idx="2877">
                  <c:v>2011-10-12</c:v>
                </c:pt>
                <c:pt idx="2878">
                  <c:v>2011-10-13</c:v>
                </c:pt>
                <c:pt idx="2879">
                  <c:v>2011-10-14</c:v>
                </c:pt>
                <c:pt idx="2880">
                  <c:v>2011-10-17</c:v>
                </c:pt>
                <c:pt idx="2881">
                  <c:v>2011-10-18</c:v>
                </c:pt>
                <c:pt idx="2882">
                  <c:v>2011-10-19</c:v>
                </c:pt>
                <c:pt idx="2883">
                  <c:v>2011-10-20</c:v>
                </c:pt>
                <c:pt idx="2884">
                  <c:v>2011-10-21</c:v>
                </c:pt>
                <c:pt idx="2885">
                  <c:v>2011-10-24</c:v>
                </c:pt>
                <c:pt idx="2886">
                  <c:v>2011-10-25</c:v>
                </c:pt>
                <c:pt idx="2887">
                  <c:v>2011-10-26</c:v>
                </c:pt>
                <c:pt idx="2888">
                  <c:v>2011-10-27</c:v>
                </c:pt>
                <c:pt idx="2889">
                  <c:v>2011-10-28</c:v>
                </c:pt>
                <c:pt idx="2890">
                  <c:v>2011-10-31</c:v>
                </c:pt>
                <c:pt idx="2891">
                  <c:v>2011-11-01</c:v>
                </c:pt>
                <c:pt idx="2892">
                  <c:v>2011-11-02</c:v>
                </c:pt>
                <c:pt idx="2893">
                  <c:v>2011-11-03</c:v>
                </c:pt>
                <c:pt idx="2894">
                  <c:v>2011-11-04</c:v>
                </c:pt>
                <c:pt idx="2895">
                  <c:v>2011-11-07</c:v>
                </c:pt>
                <c:pt idx="2896">
                  <c:v>2011-11-08</c:v>
                </c:pt>
                <c:pt idx="2897">
                  <c:v>2011-11-09</c:v>
                </c:pt>
                <c:pt idx="2898">
                  <c:v>2011-11-10</c:v>
                </c:pt>
                <c:pt idx="2899">
                  <c:v>2011-11-11</c:v>
                </c:pt>
                <c:pt idx="2900">
                  <c:v>2011-11-14</c:v>
                </c:pt>
                <c:pt idx="2901">
                  <c:v>2011-11-15</c:v>
                </c:pt>
                <c:pt idx="2902">
                  <c:v>2011-11-16</c:v>
                </c:pt>
                <c:pt idx="2903">
                  <c:v>2011-11-17</c:v>
                </c:pt>
                <c:pt idx="2904">
                  <c:v>2011-11-18</c:v>
                </c:pt>
                <c:pt idx="2905">
                  <c:v>2011-11-21</c:v>
                </c:pt>
                <c:pt idx="2906">
                  <c:v>2011-11-22</c:v>
                </c:pt>
                <c:pt idx="2907">
                  <c:v>2011-11-23</c:v>
                </c:pt>
                <c:pt idx="2908">
                  <c:v>2011-11-25</c:v>
                </c:pt>
                <c:pt idx="2909">
                  <c:v>2011-11-28</c:v>
                </c:pt>
                <c:pt idx="2910">
                  <c:v>2011-11-29</c:v>
                </c:pt>
                <c:pt idx="2911">
                  <c:v>2011-11-30</c:v>
                </c:pt>
                <c:pt idx="2912">
                  <c:v>2011-12-01</c:v>
                </c:pt>
                <c:pt idx="2913">
                  <c:v>2011-12-02</c:v>
                </c:pt>
                <c:pt idx="2914">
                  <c:v>2011-12-05</c:v>
                </c:pt>
                <c:pt idx="2915">
                  <c:v>2011-12-06</c:v>
                </c:pt>
                <c:pt idx="2916">
                  <c:v>2011-12-07</c:v>
                </c:pt>
                <c:pt idx="2917">
                  <c:v>2011-12-08</c:v>
                </c:pt>
                <c:pt idx="2918">
                  <c:v>2011-12-09</c:v>
                </c:pt>
                <c:pt idx="2919">
                  <c:v>2011-12-12</c:v>
                </c:pt>
                <c:pt idx="2920">
                  <c:v>2011-12-13</c:v>
                </c:pt>
                <c:pt idx="2921">
                  <c:v>2011-12-14</c:v>
                </c:pt>
                <c:pt idx="2922">
                  <c:v>2011-12-15</c:v>
                </c:pt>
                <c:pt idx="2923">
                  <c:v>2011-12-16</c:v>
                </c:pt>
                <c:pt idx="2924">
                  <c:v>2011-12-19</c:v>
                </c:pt>
                <c:pt idx="2925">
                  <c:v>2011-12-20</c:v>
                </c:pt>
                <c:pt idx="2926">
                  <c:v>2011-12-21</c:v>
                </c:pt>
                <c:pt idx="2927">
                  <c:v>2011-12-22</c:v>
                </c:pt>
                <c:pt idx="2928">
                  <c:v>2011-12-23</c:v>
                </c:pt>
                <c:pt idx="2929">
                  <c:v>2011-12-27</c:v>
                </c:pt>
                <c:pt idx="2930">
                  <c:v>2011-12-28</c:v>
                </c:pt>
                <c:pt idx="2931">
                  <c:v>2011-12-29</c:v>
                </c:pt>
                <c:pt idx="2932">
                  <c:v>2011-12-30</c:v>
                </c:pt>
                <c:pt idx="2933">
                  <c:v>2012-01-03</c:v>
                </c:pt>
                <c:pt idx="2934">
                  <c:v>2012-01-04</c:v>
                </c:pt>
                <c:pt idx="2935">
                  <c:v>2012-01-05</c:v>
                </c:pt>
                <c:pt idx="2936">
                  <c:v>2012-01-06</c:v>
                </c:pt>
                <c:pt idx="2937">
                  <c:v>2012-01-09</c:v>
                </c:pt>
                <c:pt idx="2938">
                  <c:v>2012-01-10</c:v>
                </c:pt>
                <c:pt idx="2939">
                  <c:v>2012-01-11</c:v>
                </c:pt>
                <c:pt idx="2940">
                  <c:v>2012-01-12</c:v>
                </c:pt>
                <c:pt idx="2941">
                  <c:v>2012-01-13</c:v>
                </c:pt>
                <c:pt idx="2942">
                  <c:v>2012-01-17</c:v>
                </c:pt>
                <c:pt idx="2943">
                  <c:v>2012-01-18</c:v>
                </c:pt>
                <c:pt idx="2944">
                  <c:v>2012-01-19</c:v>
                </c:pt>
                <c:pt idx="2945">
                  <c:v>2012-01-20</c:v>
                </c:pt>
                <c:pt idx="2946">
                  <c:v>2012-01-23</c:v>
                </c:pt>
                <c:pt idx="2947">
                  <c:v>2012-01-24</c:v>
                </c:pt>
                <c:pt idx="2948">
                  <c:v>2012-01-25</c:v>
                </c:pt>
                <c:pt idx="2949">
                  <c:v>2012-01-26</c:v>
                </c:pt>
                <c:pt idx="2950">
                  <c:v>2012-01-27</c:v>
                </c:pt>
                <c:pt idx="2951">
                  <c:v>2012-01-30</c:v>
                </c:pt>
                <c:pt idx="2952">
                  <c:v>2012-01-31</c:v>
                </c:pt>
                <c:pt idx="2953">
                  <c:v>2012-02-01</c:v>
                </c:pt>
                <c:pt idx="2954">
                  <c:v>2012-02-02</c:v>
                </c:pt>
                <c:pt idx="2955">
                  <c:v>2012-02-03</c:v>
                </c:pt>
                <c:pt idx="2956">
                  <c:v>2012-02-06</c:v>
                </c:pt>
                <c:pt idx="2957">
                  <c:v>2012-02-07</c:v>
                </c:pt>
                <c:pt idx="2958">
                  <c:v>2012-02-08</c:v>
                </c:pt>
                <c:pt idx="2959">
                  <c:v>2012-02-09</c:v>
                </c:pt>
                <c:pt idx="2960">
                  <c:v>2012-02-10</c:v>
                </c:pt>
                <c:pt idx="2961">
                  <c:v>2012-02-13</c:v>
                </c:pt>
                <c:pt idx="2962">
                  <c:v>2012-02-14</c:v>
                </c:pt>
                <c:pt idx="2963">
                  <c:v>2012-02-15</c:v>
                </c:pt>
                <c:pt idx="2964">
                  <c:v>2012-02-16</c:v>
                </c:pt>
                <c:pt idx="2965">
                  <c:v>2012-02-17</c:v>
                </c:pt>
                <c:pt idx="2966">
                  <c:v>2012-02-21</c:v>
                </c:pt>
                <c:pt idx="2967">
                  <c:v>2012-02-22</c:v>
                </c:pt>
                <c:pt idx="2968">
                  <c:v>2012-02-23</c:v>
                </c:pt>
                <c:pt idx="2969">
                  <c:v>2012-02-24</c:v>
                </c:pt>
                <c:pt idx="2970">
                  <c:v>2012-02-27</c:v>
                </c:pt>
                <c:pt idx="2971">
                  <c:v>2012-02-28</c:v>
                </c:pt>
                <c:pt idx="2972">
                  <c:v>2012-02-29</c:v>
                </c:pt>
                <c:pt idx="2973">
                  <c:v>2012-03-01</c:v>
                </c:pt>
                <c:pt idx="2974">
                  <c:v>2012-03-02</c:v>
                </c:pt>
                <c:pt idx="2975">
                  <c:v>2012-03-05</c:v>
                </c:pt>
                <c:pt idx="2976">
                  <c:v>2012-03-06</c:v>
                </c:pt>
                <c:pt idx="2977">
                  <c:v>2012-03-07</c:v>
                </c:pt>
                <c:pt idx="2978">
                  <c:v>2012-03-08</c:v>
                </c:pt>
                <c:pt idx="2979">
                  <c:v>2012-03-09</c:v>
                </c:pt>
                <c:pt idx="2980">
                  <c:v>2012-03-12</c:v>
                </c:pt>
                <c:pt idx="2981">
                  <c:v>2012-03-13</c:v>
                </c:pt>
                <c:pt idx="2982">
                  <c:v>2012-03-14</c:v>
                </c:pt>
                <c:pt idx="2983">
                  <c:v>2012-03-15</c:v>
                </c:pt>
                <c:pt idx="2984">
                  <c:v>2012-03-16</c:v>
                </c:pt>
                <c:pt idx="2985">
                  <c:v>2012-03-19</c:v>
                </c:pt>
                <c:pt idx="2986">
                  <c:v>2012-03-20</c:v>
                </c:pt>
                <c:pt idx="2987">
                  <c:v>2012-03-21</c:v>
                </c:pt>
                <c:pt idx="2988">
                  <c:v>2012-03-22</c:v>
                </c:pt>
                <c:pt idx="2989">
                  <c:v>2012-03-23</c:v>
                </c:pt>
                <c:pt idx="2990">
                  <c:v>2012-03-26</c:v>
                </c:pt>
                <c:pt idx="2991">
                  <c:v>2012-03-27</c:v>
                </c:pt>
                <c:pt idx="2992">
                  <c:v>2012-03-28</c:v>
                </c:pt>
                <c:pt idx="2993">
                  <c:v>2012-03-29</c:v>
                </c:pt>
                <c:pt idx="2994">
                  <c:v>2012-03-30</c:v>
                </c:pt>
                <c:pt idx="2995">
                  <c:v>2012-04-02</c:v>
                </c:pt>
                <c:pt idx="2996">
                  <c:v>2012-04-03</c:v>
                </c:pt>
                <c:pt idx="2997">
                  <c:v>2012-04-04</c:v>
                </c:pt>
                <c:pt idx="2998">
                  <c:v>2012-04-05</c:v>
                </c:pt>
                <c:pt idx="2999">
                  <c:v>2012-04-09</c:v>
                </c:pt>
                <c:pt idx="3000">
                  <c:v>2012-04-10</c:v>
                </c:pt>
                <c:pt idx="3001">
                  <c:v>2012-04-11</c:v>
                </c:pt>
                <c:pt idx="3002">
                  <c:v>2012-04-12</c:v>
                </c:pt>
                <c:pt idx="3003">
                  <c:v>2012-04-13</c:v>
                </c:pt>
                <c:pt idx="3004">
                  <c:v>2012-04-16</c:v>
                </c:pt>
                <c:pt idx="3005">
                  <c:v>2012-04-17</c:v>
                </c:pt>
                <c:pt idx="3006">
                  <c:v>2012-04-18</c:v>
                </c:pt>
                <c:pt idx="3007">
                  <c:v>2012-04-19</c:v>
                </c:pt>
                <c:pt idx="3008">
                  <c:v>2012-04-20</c:v>
                </c:pt>
                <c:pt idx="3009">
                  <c:v>2012-04-23</c:v>
                </c:pt>
                <c:pt idx="3010">
                  <c:v>2012-04-24</c:v>
                </c:pt>
                <c:pt idx="3011">
                  <c:v>2012-04-25</c:v>
                </c:pt>
                <c:pt idx="3012">
                  <c:v>2012-04-26</c:v>
                </c:pt>
                <c:pt idx="3013">
                  <c:v>2012-04-27</c:v>
                </c:pt>
                <c:pt idx="3014">
                  <c:v>2012-04-30</c:v>
                </c:pt>
                <c:pt idx="3015">
                  <c:v>2012-05-01</c:v>
                </c:pt>
                <c:pt idx="3016">
                  <c:v>2012-05-02</c:v>
                </c:pt>
                <c:pt idx="3017">
                  <c:v>2012-05-03</c:v>
                </c:pt>
                <c:pt idx="3018">
                  <c:v>2012-05-04</c:v>
                </c:pt>
                <c:pt idx="3019">
                  <c:v>2012-05-07</c:v>
                </c:pt>
                <c:pt idx="3020">
                  <c:v>2012-05-08</c:v>
                </c:pt>
                <c:pt idx="3021">
                  <c:v>2012-05-09</c:v>
                </c:pt>
                <c:pt idx="3022">
                  <c:v>2012-05-10</c:v>
                </c:pt>
                <c:pt idx="3023">
                  <c:v>2012-05-11</c:v>
                </c:pt>
                <c:pt idx="3024">
                  <c:v>2012-05-14</c:v>
                </c:pt>
                <c:pt idx="3025">
                  <c:v>2012-05-15</c:v>
                </c:pt>
                <c:pt idx="3026">
                  <c:v>2012-05-16</c:v>
                </c:pt>
                <c:pt idx="3027">
                  <c:v>2012-05-17</c:v>
                </c:pt>
                <c:pt idx="3028">
                  <c:v>2012-05-18</c:v>
                </c:pt>
                <c:pt idx="3029">
                  <c:v>2012-05-21</c:v>
                </c:pt>
                <c:pt idx="3030">
                  <c:v>2012-05-22</c:v>
                </c:pt>
                <c:pt idx="3031">
                  <c:v>2012-05-23</c:v>
                </c:pt>
                <c:pt idx="3032">
                  <c:v>2012-05-24</c:v>
                </c:pt>
                <c:pt idx="3033">
                  <c:v>2012-05-25</c:v>
                </c:pt>
                <c:pt idx="3034">
                  <c:v>2012-05-29</c:v>
                </c:pt>
                <c:pt idx="3035">
                  <c:v>2012-05-30</c:v>
                </c:pt>
                <c:pt idx="3036">
                  <c:v>2012-05-31</c:v>
                </c:pt>
                <c:pt idx="3037">
                  <c:v>2012-06-01</c:v>
                </c:pt>
                <c:pt idx="3038">
                  <c:v>2012-06-04</c:v>
                </c:pt>
                <c:pt idx="3039">
                  <c:v>2012-06-05</c:v>
                </c:pt>
                <c:pt idx="3040">
                  <c:v>2012-06-06</c:v>
                </c:pt>
                <c:pt idx="3041">
                  <c:v>2012-06-07</c:v>
                </c:pt>
                <c:pt idx="3042">
                  <c:v>2012-06-08</c:v>
                </c:pt>
                <c:pt idx="3043">
                  <c:v>2012-06-11</c:v>
                </c:pt>
                <c:pt idx="3044">
                  <c:v>2012-06-12</c:v>
                </c:pt>
                <c:pt idx="3045">
                  <c:v>2012-06-13</c:v>
                </c:pt>
                <c:pt idx="3046">
                  <c:v>2012-06-14</c:v>
                </c:pt>
                <c:pt idx="3047">
                  <c:v>2012-06-15</c:v>
                </c:pt>
                <c:pt idx="3048">
                  <c:v>2012-06-18</c:v>
                </c:pt>
                <c:pt idx="3049">
                  <c:v>2012-06-19</c:v>
                </c:pt>
                <c:pt idx="3050">
                  <c:v>2012-06-20</c:v>
                </c:pt>
                <c:pt idx="3051">
                  <c:v>2012-06-21</c:v>
                </c:pt>
                <c:pt idx="3052">
                  <c:v>2012-06-22</c:v>
                </c:pt>
                <c:pt idx="3053">
                  <c:v>2012-06-25</c:v>
                </c:pt>
                <c:pt idx="3054">
                  <c:v>2012-06-26</c:v>
                </c:pt>
                <c:pt idx="3055">
                  <c:v>2012-06-27</c:v>
                </c:pt>
                <c:pt idx="3056">
                  <c:v>2012-06-28</c:v>
                </c:pt>
                <c:pt idx="3057">
                  <c:v>2012-06-29</c:v>
                </c:pt>
                <c:pt idx="3058">
                  <c:v>2012-07-02</c:v>
                </c:pt>
                <c:pt idx="3059">
                  <c:v>2012-07-03</c:v>
                </c:pt>
                <c:pt idx="3060">
                  <c:v>2012-07-05</c:v>
                </c:pt>
                <c:pt idx="3061">
                  <c:v>2012-07-06</c:v>
                </c:pt>
                <c:pt idx="3062">
                  <c:v>2012-07-09</c:v>
                </c:pt>
                <c:pt idx="3063">
                  <c:v>2012-07-10</c:v>
                </c:pt>
                <c:pt idx="3064">
                  <c:v>2012-07-11</c:v>
                </c:pt>
                <c:pt idx="3065">
                  <c:v>2012-07-12</c:v>
                </c:pt>
                <c:pt idx="3066">
                  <c:v>2012-07-13</c:v>
                </c:pt>
                <c:pt idx="3067">
                  <c:v>2012-07-16</c:v>
                </c:pt>
                <c:pt idx="3068">
                  <c:v>2012-07-17</c:v>
                </c:pt>
                <c:pt idx="3069">
                  <c:v>2012-07-18</c:v>
                </c:pt>
                <c:pt idx="3070">
                  <c:v>2012-07-19</c:v>
                </c:pt>
                <c:pt idx="3071">
                  <c:v>2012-07-20</c:v>
                </c:pt>
                <c:pt idx="3072">
                  <c:v>2012-07-23</c:v>
                </c:pt>
                <c:pt idx="3073">
                  <c:v>2012-07-24</c:v>
                </c:pt>
                <c:pt idx="3074">
                  <c:v>2012-07-25</c:v>
                </c:pt>
                <c:pt idx="3075">
                  <c:v>2012-07-26</c:v>
                </c:pt>
                <c:pt idx="3076">
                  <c:v>2012-07-27</c:v>
                </c:pt>
                <c:pt idx="3077">
                  <c:v>2012-07-30</c:v>
                </c:pt>
                <c:pt idx="3078">
                  <c:v>2012-07-31</c:v>
                </c:pt>
                <c:pt idx="3079">
                  <c:v>2012-08-01</c:v>
                </c:pt>
                <c:pt idx="3080">
                  <c:v>2012-08-02</c:v>
                </c:pt>
                <c:pt idx="3081">
                  <c:v>2012-08-03</c:v>
                </c:pt>
                <c:pt idx="3082">
                  <c:v>2012-08-06</c:v>
                </c:pt>
                <c:pt idx="3083">
                  <c:v>2012-08-07</c:v>
                </c:pt>
                <c:pt idx="3084">
                  <c:v>2012-08-08</c:v>
                </c:pt>
                <c:pt idx="3085">
                  <c:v>2012-08-09</c:v>
                </c:pt>
                <c:pt idx="3086">
                  <c:v>2012-08-10</c:v>
                </c:pt>
                <c:pt idx="3087">
                  <c:v>2012-08-13</c:v>
                </c:pt>
                <c:pt idx="3088">
                  <c:v>2012-08-14</c:v>
                </c:pt>
                <c:pt idx="3089">
                  <c:v>2012-08-15</c:v>
                </c:pt>
                <c:pt idx="3090">
                  <c:v>2012-08-16</c:v>
                </c:pt>
                <c:pt idx="3091">
                  <c:v>2012-08-17</c:v>
                </c:pt>
                <c:pt idx="3092">
                  <c:v>2012-08-20</c:v>
                </c:pt>
                <c:pt idx="3093">
                  <c:v>2012-08-21</c:v>
                </c:pt>
                <c:pt idx="3094">
                  <c:v>2012-08-22</c:v>
                </c:pt>
                <c:pt idx="3095">
                  <c:v>2012-08-23</c:v>
                </c:pt>
                <c:pt idx="3096">
                  <c:v>2012-08-24</c:v>
                </c:pt>
                <c:pt idx="3097">
                  <c:v>2012-08-27</c:v>
                </c:pt>
                <c:pt idx="3098">
                  <c:v>2012-08-28</c:v>
                </c:pt>
                <c:pt idx="3099">
                  <c:v>2012-08-29</c:v>
                </c:pt>
                <c:pt idx="3100">
                  <c:v>2012-08-30</c:v>
                </c:pt>
                <c:pt idx="3101">
                  <c:v>2012-08-31</c:v>
                </c:pt>
                <c:pt idx="3102">
                  <c:v>2012-09-04</c:v>
                </c:pt>
                <c:pt idx="3103">
                  <c:v>2012-09-05</c:v>
                </c:pt>
                <c:pt idx="3104">
                  <c:v>2012-09-06</c:v>
                </c:pt>
                <c:pt idx="3105">
                  <c:v>2012-09-07</c:v>
                </c:pt>
                <c:pt idx="3106">
                  <c:v>2012-09-10</c:v>
                </c:pt>
                <c:pt idx="3107">
                  <c:v>2012-09-11</c:v>
                </c:pt>
                <c:pt idx="3108">
                  <c:v>2012-09-12</c:v>
                </c:pt>
                <c:pt idx="3109">
                  <c:v>2012-09-13</c:v>
                </c:pt>
                <c:pt idx="3110">
                  <c:v>2012-09-14</c:v>
                </c:pt>
                <c:pt idx="3111">
                  <c:v>2012-09-17</c:v>
                </c:pt>
                <c:pt idx="3112">
                  <c:v>2012-09-18</c:v>
                </c:pt>
                <c:pt idx="3113">
                  <c:v>2012-09-19</c:v>
                </c:pt>
                <c:pt idx="3114">
                  <c:v>2012-09-20</c:v>
                </c:pt>
                <c:pt idx="3115">
                  <c:v>2012-09-21</c:v>
                </c:pt>
                <c:pt idx="3116">
                  <c:v>2012-09-24</c:v>
                </c:pt>
                <c:pt idx="3117">
                  <c:v>2012-09-25</c:v>
                </c:pt>
                <c:pt idx="3118">
                  <c:v>2012-09-26</c:v>
                </c:pt>
                <c:pt idx="3119">
                  <c:v>2012-09-27</c:v>
                </c:pt>
                <c:pt idx="3120">
                  <c:v>2012-09-28</c:v>
                </c:pt>
                <c:pt idx="3121">
                  <c:v>2012-10-01</c:v>
                </c:pt>
                <c:pt idx="3122">
                  <c:v>2012-10-02</c:v>
                </c:pt>
                <c:pt idx="3123">
                  <c:v>2012-10-03</c:v>
                </c:pt>
                <c:pt idx="3124">
                  <c:v>2012-10-04</c:v>
                </c:pt>
                <c:pt idx="3125">
                  <c:v>2012-10-05</c:v>
                </c:pt>
                <c:pt idx="3126">
                  <c:v>2012-10-08</c:v>
                </c:pt>
                <c:pt idx="3127">
                  <c:v>2012-10-09</c:v>
                </c:pt>
                <c:pt idx="3128">
                  <c:v>2012-10-10</c:v>
                </c:pt>
                <c:pt idx="3129">
                  <c:v>2012-10-11</c:v>
                </c:pt>
                <c:pt idx="3130">
                  <c:v>2012-10-12</c:v>
                </c:pt>
                <c:pt idx="3131">
                  <c:v>2012-10-15</c:v>
                </c:pt>
                <c:pt idx="3132">
                  <c:v>2012-10-16</c:v>
                </c:pt>
                <c:pt idx="3133">
                  <c:v>2012-10-17</c:v>
                </c:pt>
                <c:pt idx="3134">
                  <c:v>2012-10-18</c:v>
                </c:pt>
                <c:pt idx="3135">
                  <c:v>2012-10-19</c:v>
                </c:pt>
                <c:pt idx="3136">
                  <c:v>2012-10-22</c:v>
                </c:pt>
                <c:pt idx="3137">
                  <c:v>2012-10-23</c:v>
                </c:pt>
                <c:pt idx="3138">
                  <c:v>2012-10-24</c:v>
                </c:pt>
                <c:pt idx="3139">
                  <c:v>2012-10-25</c:v>
                </c:pt>
                <c:pt idx="3140">
                  <c:v>2012-10-26</c:v>
                </c:pt>
                <c:pt idx="3141">
                  <c:v>2012-10-29</c:v>
                </c:pt>
                <c:pt idx="3142">
                  <c:v>2012-10-30</c:v>
                </c:pt>
                <c:pt idx="3143">
                  <c:v>2012-10-31</c:v>
                </c:pt>
                <c:pt idx="3144">
                  <c:v>2012-11-01</c:v>
                </c:pt>
                <c:pt idx="3145">
                  <c:v>2012-11-02</c:v>
                </c:pt>
                <c:pt idx="3146">
                  <c:v>2012-11-05</c:v>
                </c:pt>
                <c:pt idx="3147">
                  <c:v>2012-11-06</c:v>
                </c:pt>
                <c:pt idx="3148">
                  <c:v>2012-11-07</c:v>
                </c:pt>
                <c:pt idx="3149">
                  <c:v>2012-11-08</c:v>
                </c:pt>
                <c:pt idx="3150">
                  <c:v>2012-11-09</c:v>
                </c:pt>
                <c:pt idx="3151">
                  <c:v>2012-11-12</c:v>
                </c:pt>
                <c:pt idx="3152">
                  <c:v>2012-11-13</c:v>
                </c:pt>
                <c:pt idx="3153">
                  <c:v>2012-11-14</c:v>
                </c:pt>
                <c:pt idx="3154">
                  <c:v>2012-11-15</c:v>
                </c:pt>
                <c:pt idx="3155">
                  <c:v>2012-11-16</c:v>
                </c:pt>
                <c:pt idx="3156">
                  <c:v>2012-11-19</c:v>
                </c:pt>
                <c:pt idx="3157">
                  <c:v>2012-11-20</c:v>
                </c:pt>
                <c:pt idx="3158">
                  <c:v>2012-11-21</c:v>
                </c:pt>
                <c:pt idx="3159">
                  <c:v>2012-11-23</c:v>
                </c:pt>
                <c:pt idx="3160">
                  <c:v>2012-11-26</c:v>
                </c:pt>
                <c:pt idx="3161">
                  <c:v>2012-11-27</c:v>
                </c:pt>
                <c:pt idx="3162">
                  <c:v>2012-11-28</c:v>
                </c:pt>
                <c:pt idx="3163">
                  <c:v>2012-11-29</c:v>
                </c:pt>
                <c:pt idx="3164">
                  <c:v>2012-11-30</c:v>
                </c:pt>
                <c:pt idx="3165">
                  <c:v>2012-12-03</c:v>
                </c:pt>
                <c:pt idx="3166">
                  <c:v>2012-12-04</c:v>
                </c:pt>
                <c:pt idx="3167">
                  <c:v>2012-12-05</c:v>
                </c:pt>
                <c:pt idx="3168">
                  <c:v>2012-12-06</c:v>
                </c:pt>
                <c:pt idx="3169">
                  <c:v>2012-12-07</c:v>
                </c:pt>
                <c:pt idx="3170">
                  <c:v>2012-12-10</c:v>
                </c:pt>
                <c:pt idx="3171">
                  <c:v>2012-12-11</c:v>
                </c:pt>
                <c:pt idx="3172">
                  <c:v>2012-12-12</c:v>
                </c:pt>
                <c:pt idx="3173">
                  <c:v>2012-12-13</c:v>
                </c:pt>
                <c:pt idx="3174">
                  <c:v>2012-12-14</c:v>
                </c:pt>
                <c:pt idx="3175">
                  <c:v>2012-12-17</c:v>
                </c:pt>
                <c:pt idx="3176">
                  <c:v>2012-12-18</c:v>
                </c:pt>
                <c:pt idx="3177">
                  <c:v>2012-12-19</c:v>
                </c:pt>
                <c:pt idx="3178">
                  <c:v>2012-12-20</c:v>
                </c:pt>
                <c:pt idx="3179">
                  <c:v>2012-12-21</c:v>
                </c:pt>
                <c:pt idx="3180">
                  <c:v>2012-12-24</c:v>
                </c:pt>
                <c:pt idx="3181">
                  <c:v>2012-12-26</c:v>
                </c:pt>
                <c:pt idx="3182">
                  <c:v>2012-12-27</c:v>
                </c:pt>
                <c:pt idx="3183">
                  <c:v>2012-12-28</c:v>
                </c:pt>
                <c:pt idx="3184">
                  <c:v>2012-12-31</c:v>
                </c:pt>
                <c:pt idx="3185">
                  <c:v>2013-01-02</c:v>
                </c:pt>
                <c:pt idx="3186">
                  <c:v>2013-01-03</c:v>
                </c:pt>
                <c:pt idx="3187">
                  <c:v>2013-01-04</c:v>
                </c:pt>
                <c:pt idx="3188">
                  <c:v>2013-01-07</c:v>
                </c:pt>
                <c:pt idx="3189">
                  <c:v>2013-01-08</c:v>
                </c:pt>
                <c:pt idx="3190">
                  <c:v>2013-01-09</c:v>
                </c:pt>
                <c:pt idx="3191">
                  <c:v>2013-01-10</c:v>
                </c:pt>
                <c:pt idx="3192">
                  <c:v>2013-01-11</c:v>
                </c:pt>
                <c:pt idx="3193">
                  <c:v>2013-01-14</c:v>
                </c:pt>
                <c:pt idx="3194">
                  <c:v>2013-01-15</c:v>
                </c:pt>
                <c:pt idx="3195">
                  <c:v>2013-01-16</c:v>
                </c:pt>
                <c:pt idx="3196">
                  <c:v>2013-01-17</c:v>
                </c:pt>
                <c:pt idx="3197">
                  <c:v>2013-01-18</c:v>
                </c:pt>
                <c:pt idx="3198">
                  <c:v>2013-01-22</c:v>
                </c:pt>
                <c:pt idx="3199">
                  <c:v>2013-01-23</c:v>
                </c:pt>
                <c:pt idx="3200">
                  <c:v>2013-01-24</c:v>
                </c:pt>
                <c:pt idx="3201">
                  <c:v>2013-01-25</c:v>
                </c:pt>
                <c:pt idx="3202">
                  <c:v>2013-01-28</c:v>
                </c:pt>
                <c:pt idx="3203">
                  <c:v>2013-01-29</c:v>
                </c:pt>
                <c:pt idx="3204">
                  <c:v>2013-01-30</c:v>
                </c:pt>
                <c:pt idx="3205">
                  <c:v>2013-01-31</c:v>
                </c:pt>
                <c:pt idx="3206">
                  <c:v>2013-02-01</c:v>
                </c:pt>
                <c:pt idx="3207">
                  <c:v>2013-02-04</c:v>
                </c:pt>
                <c:pt idx="3208">
                  <c:v>2013-02-05</c:v>
                </c:pt>
                <c:pt idx="3209">
                  <c:v>2013-02-06</c:v>
                </c:pt>
                <c:pt idx="3210">
                  <c:v>2013-02-07</c:v>
                </c:pt>
                <c:pt idx="3211">
                  <c:v>2013-02-08</c:v>
                </c:pt>
                <c:pt idx="3212">
                  <c:v>2013-02-11</c:v>
                </c:pt>
                <c:pt idx="3213">
                  <c:v>2013-02-12</c:v>
                </c:pt>
                <c:pt idx="3214">
                  <c:v>2013-02-13</c:v>
                </c:pt>
                <c:pt idx="3215">
                  <c:v>2013-02-14</c:v>
                </c:pt>
                <c:pt idx="3216">
                  <c:v>2013-02-15</c:v>
                </c:pt>
                <c:pt idx="3217">
                  <c:v>2013-02-19</c:v>
                </c:pt>
                <c:pt idx="3218">
                  <c:v>2013-02-20</c:v>
                </c:pt>
                <c:pt idx="3219">
                  <c:v>2013-02-21</c:v>
                </c:pt>
                <c:pt idx="3220">
                  <c:v>2013-02-22</c:v>
                </c:pt>
                <c:pt idx="3221">
                  <c:v>2013-02-25</c:v>
                </c:pt>
                <c:pt idx="3222">
                  <c:v>2013-02-26</c:v>
                </c:pt>
                <c:pt idx="3223">
                  <c:v>2013-02-27</c:v>
                </c:pt>
                <c:pt idx="3224">
                  <c:v>2013-02-28</c:v>
                </c:pt>
                <c:pt idx="3225">
                  <c:v>2013-03-01</c:v>
                </c:pt>
                <c:pt idx="3226">
                  <c:v>2013-03-04</c:v>
                </c:pt>
                <c:pt idx="3227">
                  <c:v>2013-03-05</c:v>
                </c:pt>
                <c:pt idx="3228">
                  <c:v>2013-03-06</c:v>
                </c:pt>
                <c:pt idx="3229">
                  <c:v>2013-03-07</c:v>
                </c:pt>
                <c:pt idx="3230">
                  <c:v>2013-03-08</c:v>
                </c:pt>
                <c:pt idx="3231">
                  <c:v>2013-03-11</c:v>
                </c:pt>
                <c:pt idx="3232">
                  <c:v>2013-03-12</c:v>
                </c:pt>
                <c:pt idx="3233">
                  <c:v>2013-03-13</c:v>
                </c:pt>
                <c:pt idx="3234">
                  <c:v>2013-03-14</c:v>
                </c:pt>
                <c:pt idx="3235">
                  <c:v>2013-03-15</c:v>
                </c:pt>
                <c:pt idx="3236">
                  <c:v>2013-03-18</c:v>
                </c:pt>
                <c:pt idx="3237">
                  <c:v>2013-03-19</c:v>
                </c:pt>
                <c:pt idx="3238">
                  <c:v>2013-03-20</c:v>
                </c:pt>
                <c:pt idx="3239">
                  <c:v>2013-03-21</c:v>
                </c:pt>
                <c:pt idx="3240">
                  <c:v>2013-03-22</c:v>
                </c:pt>
                <c:pt idx="3241">
                  <c:v>2013-03-25</c:v>
                </c:pt>
                <c:pt idx="3242">
                  <c:v>2013-03-26</c:v>
                </c:pt>
                <c:pt idx="3243">
                  <c:v>2013-03-27</c:v>
                </c:pt>
                <c:pt idx="3244">
                  <c:v>2013-03-28</c:v>
                </c:pt>
                <c:pt idx="3245">
                  <c:v>2013-04-01</c:v>
                </c:pt>
                <c:pt idx="3246">
                  <c:v>2013-04-02</c:v>
                </c:pt>
                <c:pt idx="3247">
                  <c:v>2013-04-03</c:v>
                </c:pt>
                <c:pt idx="3248">
                  <c:v>2013-04-04</c:v>
                </c:pt>
                <c:pt idx="3249">
                  <c:v>2013-04-05</c:v>
                </c:pt>
                <c:pt idx="3250">
                  <c:v>2013-04-08</c:v>
                </c:pt>
                <c:pt idx="3251">
                  <c:v>2013-04-09</c:v>
                </c:pt>
                <c:pt idx="3252">
                  <c:v>2013-04-10</c:v>
                </c:pt>
                <c:pt idx="3253">
                  <c:v>2013-04-11</c:v>
                </c:pt>
                <c:pt idx="3254">
                  <c:v>2013-04-12</c:v>
                </c:pt>
                <c:pt idx="3255">
                  <c:v>2013-04-15</c:v>
                </c:pt>
                <c:pt idx="3256">
                  <c:v>2013-04-16</c:v>
                </c:pt>
                <c:pt idx="3257">
                  <c:v>2013-04-17</c:v>
                </c:pt>
                <c:pt idx="3258">
                  <c:v>2013-04-18</c:v>
                </c:pt>
                <c:pt idx="3259">
                  <c:v>2013-04-19</c:v>
                </c:pt>
                <c:pt idx="3260">
                  <c:v>2013-04-22</c:v>
                </c:pt>
                <c:pt idx="3261">
                  <c:v>2013-04-23</c:v>
                </c:pt>
                <c:pt idx="3262">
                  <c:v>2013-04-24</c:v>
                </c:pt>
                <c:pt idx="3263">
                  <c:v>2013-04-25</c:v>
                </c:pt>
                <c:pt idx="3264">
                  <c:v>2013-04-26</c:v>
                </c:pt>
                <c:pt idx="3265">
                  <c:v>2013-04-29</c:v>
                </c:pt>
                <c:pt idx="3266">
                  <c:v>2013-04-30</c:v>
                </c:pt>
                <c:pt idx="3267">
                  <c:v>2013-05-01</c:v>
                </c:pt>
                <c:pt idx="3268">
                  <c:v>2013-05-02</c:v>
                </c:pt>
                <c:pt idx="3269">
                  <c:v>2013-05-03</c:v>
                </c:pt>
                <c:pt idx="3270">
                  <c:v>2013-05-06</c:v>
                </c:pt>
                <c:pt idx="3271">
                  <c:v>2013-05-07</c:v>
                </c:pt>
                <c:pt idx="3272">
                  <c:v>2013-05-08</c:v>
                </c:pt>
                <c:pt idx="3273">
                  <c:v>2013-05-09</c:v>
                </c:pt>
                <c:pt idx="3274">
                  <c:v>2013-05-10</c:v>
                </c:pt>
                <c:pt idx="3275">
                  <c:v>2013-05-13</c:v>
                </c:pt>
                <c:pt idx="3276">
                  <c:v>2013-05-14</c:v>
                </c:pt>
                <c:pt idx="3277">
                  <c:v>2013-05-15</c:v>
                </c:pt>
                <c:pt idx="3278">
                  <c:v>2013-05-16</c:v>
                </c:pt>
                <c:pt idx="3279">
                  <c:v>2013-05-17</c:v>
                </c:pt>
                <c:pt idx="3280">
                  <c:v>2013-05-20</c:v>
                </c:pt>
                <c:pt idx="3281">
                  <c:v>2013-05-21</c:v>
                </c:pt>
                <c:pt idx="3282">
                  <c:v>2013-05-22</c:v>
                </c:pt>
                <c:pt idx="3283">
                  <c:v>2013-05-23</c:v>
                </c:pt>
                <c:pt idx="3284">
                  <c:v>2013-05-24</c:v>
                </c:pt>
                <c:pt idx="3285">
                  <c:v>2013-05-28</c:v>
                </c:pt>
                <c:pt idx="3286">
                  <c:v>2013-05-29</c:v>
                </c:pt>
                <c:pt idx="3287">
                  <c:v>2013-05-30</c:v>
                </c:pt>
                <c:pt idx="3288">
                  <c:v>2013-05-31</c:v>
                </c:pt>
                <c:pt idx="3289">
                  <c:v>2013-06-03</c:v>
                </c:pt>
                <c:pt idx="3290">
                  <c:v>2013-06-04</c:v>
                </c:pt>
                <c:pt idx="3291">
                  <c:v>2013-06-05</c:v>
                </c:pt>
                <c:pt idx="3292">
                  <c:v>2013-06-06</c:v>
                </c:pt>
                <c:pt idx="3293">
                  <c:v>2013-06-07</c:v>
                </c:pt>
                <c:pt idx="3294">
                  <c:v>2013-06-10</c:v>
                </c:pt>
                <c:pt idx="3295">
                  <c:v>2013-06-11</c:v>
                </c:pt>
                <c:pt idx="3296">
                  <c:v>2013-06-12</c:v>
                </c:pt>
                <c:pt idx="3297">
                  <c:v>2013-06-13</c:v>
                </c:pt>
                <c:pt idx="3298">
                  <c:v>2013-06-14</c:v>
                </c:pt>
                <c:pt idx="3299">
                  <c:v>2013-06-17</c:v>
                </c:pt>
                <c:pt idx="3300">
                  <c:v>2013-06-18</c:v>
                </c:pt>
                <c:pt idx="3301">
                  <c:v>2013-06-19</c:v>
                </c:pt>
                <c:pt idx="3302">
                  <c:v>2013-06-20</c:v>
                </c:pt>
                <c:pt idx="3303">
                  <c:v>2013-06-21</c:v>
                </c:pt>
                <c:pt idx="3304">
                  <c:v>2013-06-24</c:v>
                </c:pt>
                <c:pt idx="3305">
                  <c:v>2013-06-25</c:v>
                </c:pt>
                <c:pt idx="3306">
                  <c:v>2013-06-26</c:v>
                </c:pt>
                <c:pt idx="3307">
                  <c:v>2013-06-27</c:v>
                </c:pt>
                <c:pt idx="3308">
                  <c:v>2013-06-28</c:v>
                </c:pt>
                <c:pt idx="3309">
                  <c:v>2013-07-01</c:v>
                </c:pt>
                <c:pt idx="3310">
                  <c:v>2013-07-02</c:v>
                </c:pt>
                <c:pt idx="3311">
                  <c:v>2013-07-03</c:v>
                </c:pt>
                <c:pt idx="3312">
                  <c:v>2013-07-05</c:v>
                </c:pt>
                <c:pt idx="3313">
                  <c:v>2013-07-08</c:v>
                </c:pt>
                <c:pt idx="3314">
                  <c:v>2013-07-09</c:v>
                </c:pt>
                <c:pt idx="3315">
                  <c:v>2013-07-10</c:v>
                </c:pt>
                <c:pt idx="3316">
                  <c:v>2013-07-11</c:v>
                </c:pt>
                <c:pt idx="3317">
                  <c:v>2013-07-12</c:v>
                </c:pt>
                <c:pt idx="3318">
                  <c:v>2013-07-15</c:v>
                </c:pt>
                <c:pt idx="3319">
                  <c:v>2013-07-16</c:v>
                </c:pt>
                <c:pt idx="3320">
                  <c:v>2013-07-17</c:v>
                </c:pt>
                <c:pt idx="3321">
                  <c:v>2013-07-18</c:v>
                </c:pt>
                <c:pt idx="3322">
                  <c:v>2013-07-19</c:v>
                </c:pt>
                <c:pt idx="3323">
                  <c:v>2013-07-22</c:v>
                </c:pt>
                <c:pt idx="3324">
                  <c:v>2013-07-23</c:v>
                </c:pt>
                <c:pt idx="3325">
                  <c:v>2013-07-24</c:v>
                </c:pt>
                <c:pt idx="3326">
                  <c:v>2013-07-25</c:v>
                </c:pt>
                <c:pt idx="3327">
                  <c:v>2013-07-26</c:v>
                </c:pt>
                <c:pt idx="3328">
                  <c:v>2013-07-29</c:v>
                </c:pt>
                <c:pt idx="3329">
                  <c:v>2013-07-30</c:v>
                </c:pt>
                <c:pt idx="3330">
                  <c:v>2013-07-31</c:v>
                </c:pt>
                <c:pt idx="3331">
                  <c:v>2013-08-01</c:v>
                </c:pt>
                <c:pt idx="3332">
                  <c:v>2013-08-02</c:v>
                </c:pt>
                <c:pt idx="3333">
                  <c:v>2013-08-05</c:v>
                </c:pt>
                <c:pt idx="3334">
                  <c:v>2013-08-06</c:v>
                </c:pt>
                <c:pt idx="3335">
                  <c:v>2013-08-07</c:v>
                </c:pt>
                <c:pt idx="3336">
                  <c:v>2013-08-08</c:v>
                </c:pt>
                <c:pt idx="3337">
                  <c:v>2013-08-09</c:v>
                </c:pt>
                <c:pt idx="3338">
                  <c:v>2013-08-12</c:v>
                </c:pt>
                <c:pt idx="3339">
                  <c:v>2013-08-13</c:v>
                </c:pt>
                <c:pt idx="3340">
                  <c:v>2013-08-14</c:v>
                </c:pt>
                <c:pt idx="3341">
                  <c:v>2013-08-15</c:v>
                </c:pt>
                <c:pt idx="3342">
                  <c:v>2013-08-16</c:v>
                </c:pt>
                <c:pt idx="3343">
                  <c:v>2013-08-19</c:v>
                </c:pt>
                <c:pt idx="3344">
                  <c:v>2013-08-20</c:v>
                </c:pt>
                <c:pt idx="3345">
                  <c:v>2013-08-21</c:v>
                </c:pt>
                <c:pt idx="3346">
                  <c:v>2013-08-22</c:v>
                </c:pt>
                <c:pt idx="3347">
                  <c:v>2013-08-23</c:v>
                </c:pt>
                <c:pt idx="3348">
                  <c:v>2013-08-26</c:v>
                </c:pt>
                <c:pt idx="3349">
                  <c:v>2013-08-27</c:v>
                </c:pt>
                <c:pt idx="3350">
                  <c:v>2013-08-28</c:v>
                </c:pt>
                <c:pt idx="3351">
                  <c:v>2013-08-29</c:v>
                </c:pt>
                <c:pt idx="3352">
                  <c:v>2013-08-30</c:v>
                </c:pt>
                <c:pt idx="3353">
                  <c:v>2013-09-03</c:v>
                </c:pt>
                <c:pt idx="3354">
                  <c:v>2013-09-04</c:v>
                </c:pt>
                <c:pt idx="3355">
                  <c:v>2013-09-05</c:v>
                </c:pt>
                <c:pt idx="3356">
                  <c:v>2013-09-06</c:v>
                </c:pt>
                <c:pt idx="3357">
                  <c:v>2013-09-09</c:v>
                </c:pt>
                <c:pt idx="3358">
                  <c:v>2013-09-10</c:v>
                </c:pt>
                <c:pt idx="3359">
                  <c:v>2013-09-11</c:v>
                </c:pt>
                <c:pt idx="3360">
                  <c:v>2013-09-12</c:v>
                </c:pt>
                <c:pt idx="3361">
                  <c:v>2013-09-13</c:v>
                </c:pt>
                <c:pt idx="3362">
                  <c:v>2013-09-16</c:v>
                </c:pt>
                <c:pt idx="3363">
                  <c:v>2013-09-17</c:v>
                </c:pt>
                <c:pt idx="3364">
                  <c:v>2013-09-18</c:v>
                </c:pt>
                <c:pt idx="3365">
                  <c:v>2013-09-19</c:v>
                </c:pt>
                <c:pt idx="3366">
                  <c:v>2013-09-20</c:v>
                </c:pt>
                <c:pt idx="3367">
                  <c:v>2013-09-23</c:v>
                </c:pt>
                <c:pt idx="3368">
                  <c:v>2013-09-24</c:v>
                </c:pt>
                <c:pt idx="3369">
                  <c:v>2013-09-25</c:v>
                </c:pt>
                <c:pt idx="3370">
                  <c:v>2013-09-26</c:v>
                </c:pt>
                <c:pt idx="3371">
                  <c:v>2013-09-27</c:v>
                </c:pt>
                <c:pt idx="3372">
                  <c:v>2013-09-30</c:v>
                </c:pt>
                <c:pt idx="3373">
                  <c:v>2013-10-01</c:v>
                </c:pt>
                <c:pt idx="3374">
                  <c:v>2013-10-02</c:v>
                </c:pt>
                <c:pt idx="3375">
                  <c:v>2013-10-03</c:v>
                </c:pt>
                <c:pt idx="3376">
                  <c:v>2013-10-04</c:v>
                </c:pt>
                <c:pt idx="3377">
                  <c:v>2013-10-07</c:v>
                </c:pt>
                <c:pt idx="3378">
                  <c:v>2013-10-08</c:v>
                </c:pt>
                <c:pt idx="3379">
                  <c:v>2013-10-09</c:v>
                </c:pt>
                <c:pt idx="3380">
                  <c:v>2013-10-10</c:v>
                </c:pt>
                <c:pt idx="3381">
                  <c:v>2013-10-11</c:v>
                </c:pt>
                <c:pt idx="3382">
                  <c:v>2013-10-14</c:v>
                </c:pt>
                <c:pt idx="3383">
                  <c:v>2013-10-15</c:v>
                </c:pt>
                <c:pt idx="3384">
                  <c:v>2013-10-16</c:v>
                </c:pt>
                <c:pt idx="3385">
                  <c:v>2013-10-17</c:v>
                </c:pt>
                <c:pt idx="3386">
                  <c:v>2013-10-18</c:v>
                </c:pt>
                <c:pt idx="3387">
                  <c:v>2013-10-21</c:v>
                </c:pt>
                <c:pt idx="3388">
                  <c:v>2013-10-22</c:v>
                </c:pt>
                <c:pt idx="3389">
                  <c:v>2013-10-23</c:v>
                </c:pt>
                <c:pt idx="3390">
                  <c:v>2013-10-24</c:v>
                </c:pt>
                <c:pt idx="3391">
                  <c:v>2013-10-25</c:v>
                </c:pt>
                <c:pt idx="3392">
                  <c:v>2013-10-28</c:v>
                </c:pt>
                <c:pt idx="3393">
                  <c:v>2013-10-29</c:v>
                </c:pt>
                <c:pt idx="3394">
                  <c:v>2013-10-30</c:v>
                </c:pt>
                <c:pt idx="3395">
                  <c:v>2013-10-31</c:v>
                </c:pt>
                <c:pt idx="3396">
                  <c:v>2013-11-01</c:v>
                </c:pt>
                <c:pt idx="3397">
                  <c:v>2013-11-04</c:v>
                </c:pt>
                <c:pt idx="3398">
                  <c:v>2013-11-05</c:v>
                </c:pt>
                <c:pt idx="3399">
                  <c:v>2013-11-06</c:v>
                </c:pt>
                <c:pt idx="3400">
                  <c:v>2013-11-07</c:v>
                </c:pt>
                <c:pt idx="3401">
                  <c:v>2013-11-08</c:v>
                </c:pt>
                <c:pt idx="3402">
                  <c:v>2013-11-11</c:v>
                </c:pt>
                <c:pt idx="3403">
                  <c:v>2013-11-12</c:v>
                </c:pt>
                <c:pt idx="3404">
                  <c:v>2013-11-13</c:v>
                </c:pt>
                <c:pt idx="3405">
                  <c:v>2013-11-14</c:v>
                </c:pt>
                <c:pt idx="3406">
                  <c:v>2013-11-15</c:v>
                </c:pt>
                <c:pt idx="3407">
                  <c:v>2013-11-18</c:v>
                </c:pt>
                <c:pt idx="3408">
                  <c:v>2013-11-19</c:v>
                </c:pt>
                <c:pt idx="3409">
                  <c:v>2013-11-20</c:v>
                </c:pt>
                <c:pt idx="3410">
                  <c:v>2013-11-21</c:v>
                </c:pt>
                <c:pt idx="3411">
                  <c:v>2013-11-22</c:v>
                </c:pt>
                <c:pt idx="3412">
                  <c:v>2013-11-25</c:v>
                </c:pt>
                <c:pt idx="3413">
                  <c:v>2013-11-26</c:v>
                </c:pt>
                <c:pt idx="3414">
                  <c:v>2013-11-27</c:v>
                </c:pt>
                <c:pt idx="3415">
                  <c:v>2013-11-29</c:v>
                </c:pt>
                <c:pt idx="3416">
                  <c:v>2013-12-02</c:v>
                </c:pt>
                <c:pt idx="3417">
                  <c:v>2013-12-03</c:v>
                </c:pt>
                <c:pt idx="3418">
                  <c:v>2013-12-04</c:v>
                </c:pt>
                <c:pt idx="3419">
                  <c:v>2013-12-05</c:v>
                </c:pt>
                <c:pt idx="3420">
                  <c:v>2013-12-06</c:v>
                </c:pt>
                <c:pt idx="3421">
                  <c:v>2013-12-09</c:v>
                </c:pt>
                <c:pt idx="3422">
                  <c:v>2013-12-10</c:v>
                </c:pt>
                <c:pt idx="3423">
                  <c:v>2013-12-11</c:v>
                </c:pt>
                <c:pt idx="3424">
                  <c:v>2013-12-12</c:v>
                </c:pt>
                <c:pt idx="3425">
                  <c:v>2013-12-13</c:v>
                </c:pt>
                <c:pt idx="3426">
                  <c:v>2013-12-16</c:v>
                </c:pt>
                <c:pt idx="3427">
                  <c:v>2013-12-17</c:v>
                </c:pt>
                <c:pt idx="3428">
                  <c:v>2013-12-18</c:v>
                </c:pt>
                <c:pt idx="3429">
                  <c:v>2013-12-19</c:v>
                </c:pt>
                <c:pt idx="3430">
                  <c:v>2013-12-20</c:v>
                </c:pt>
                <c:pt idx="3431">
                  <c:v>2013-12-23</c:v>
                </c:pt>
                <c:pt idx="3432">
                  <c:v>2013-12-24</c:v>
                </c:pt>
                <c:pt idx="3433">
                  <c:v>2013-12-26</c:v>
                </c:pt>
                <c:pt idx="3434">
                  <c:v>2013-12-27</c:v>
                </c:pt>
                <c:pt idx="3435">
                  <c:v>2013-12-30</c:v>
                </c:pt>
                <c:pt idx="3436">
                  <c:v>2013-12-31</c:v>
                </c:pt>
                <c:pt idx="3437">
                  <c:v>2014-01-02</c:v>
                </c:pt>
                <c:pt idx="3438">
                  <c:v>2014-01-03</c:v>
                </c:pt>
                <c:pt idx="3439">
                  <c:v>2014-01-06</c:v>
                </c:pt>
                <c:pt idx="3440">
                  <c:v>2014-01-07</c:v>
                </c:pt>
                <c:pt idx="3441">
                  <c:v>2014-01-08</c:v>
                </c:pt>
                <c:pt idx="3442">
                  <c:v>2014-01-09</c:v>
                </c:pt>
                <c:pt idx="3443">
                  <c:v>2014-01-10</c:v>
                </c:pt>
                <c:pt idx="3444">
                  <c:v>2014-01-13</c:v>
                </c:pt>
                <c:pt idx="3445">
                  <c:v>2014-01-14</c:v>
                </c:pt>
                <c:pt idx="3446">
                  <c:v>2014-01-15</c:v>
                </c:pt>
                <c:pt idx="3447">
                  <c:v>2014-01-16</c:v>
                </c:pt>
                <c:pt idx="3448">
                  <c:v>2014-01-17</c:v>
                </c:pt>
                <c:pt idx="3449">
                  <c:v>2014-01-21</c:v>
                </c:pt>
                <c:pt idx="3450">
                  <c:v>2014-01-22</c:v>
                </c:pt>
                <c:pt idx="3451">
                  <c:v>2014-01-23</c:v>
                </c:pt>
                <c:pt idx="3452">
                  <c:v>2014-01-24</c:v>
                </c:pt>
                <c:pt idx="3453">
                  <c:v>2014-01-27</c:v>
                </c:pt>
                <c:pt idx="3454">
                  <c:v>2014-01-28</c:v>
                </c:pt>
                <c:pt idx="3455">
                  <c:v>2014-01-29</c:v>
                </c:pt>
                <c:pt idx="3456">
                  <c:v>2014-01-30</c:v>
                </c:pt>
                <c:pt idx="3457">
                  <c:v>2014-01-31</c:v>
                </c:pt>
                <c:pt idx="3458">
                  <c:v>2014-02-03</c:v>
                </c:pt>
                <c:pt idx="3459">
                  <c:v>2014-02-04</c:v>
                </c:pt>
                <c:pt idx="3460">
                  <c:v>2014-02-05</c:v>
                </c:pt>
                <c:pt idx="3461">
                  <c:v>2014-02-06</c:v>
                </c:pt>
                <c:pt idx="3462">
                  <c:v>2014-02-07</c:v>
                </c:pt>
                <c:pt idx="3463">
                  <c:v>2014-02-10</c:v>
                </c:pt>
                <c:pt idx="3464">
                  <c:v>2014-02-11</c:v>
                </c:pt>
                <c:pt idx="3465">
                  <c:v>2014-02-12</c:v>
                </c:pt>
                <c:pt idx="3466">
                  <c:v>2014-02-13</c:v>
                </c:pt>
                <c:pt idx="3467">
                  <c:v>2014-02-14</c:v>
                </c:pt>
                <c:pt idx="3468">
                  <c:v>2014-02-18</c:v>
                </c:pt>
                <c:pt idx="3469">
                  <c:v>2014-02-19</c:v>
                </c:pt>
                <c:pt idx="3470">
                  <c:v>2014-02-20</c:v>
                </c:pt>
                <c:pt idx="3471">
                  <c:v>2014-02-21</c:v>
                </c:pt>
                <c:pt idx="3472">
                  <c:v>2014-02-24</c:v>
                </c:pt>
                <c:pt idx="3473">
                  <c:v>2014-02-25</c:v>
                </c:pt>
                <c:pt idx="3474">
                  <c:v>2014-02-26</c:v>
                </c:pt>
                <c:pt idx="3475">
                  <c:v>2014-02-27</c:v>
                </c:pt>
                <c:pt idx="3476">
                  <c:v>2014-02-28</c:v>
                </c:pt>
                <c:pt idx="3477">
                  <c:v>2014-03-03</c:v>
                </c:pt>
                <c:pt idx="3478">
                  <c:v>2014-03-04</c:v>
                </c:pt>
                <c:pt idx="3479">
                  <c:v>2014-03-05</c:v>
                </c:pt>
                <c:pt idx="3480">
                  <c:v>2014-03-06</c:v>
                </c:pt>
                <c:pt idx="3481">
                  <c:v>2014-03-07</c:v>
                </c:pt>
                <c:pt idx="3482">
                  <c:v>2014-03-10</c:v>
                </c:pt>
                <c:pt idx="3483">
                  <c:v>2014-03-11</c:v>
                </c:pt>
                <c:pt idx="3484">
                  <c:v>2014-03-12</c:v>
                </c:pt>
                <c:pt idx="3485">
                  <c:v>2014-03-13</c:v>
                </c:pt>
                <c:pt idx="3486">
                  <c:v>2014-03-14</c:v>
                </c:pt>
                <c:pt idx="3487">
                  <c:v>2014-03-17</c:v>
                </c:pt>
                <c:pt idx="3488">
                  <c:v>2014-03-18</c:v>
                </c:pt>
                <c:pt idx="3489">
                  <c:v>2014-03-19</c:v>
                </c:pt>
                <c:pt idx="3490">
                  <c:v>2014-03-20</c:v>
                </c:pt>
                <c:pt idx="3491">
                  <c:v>2014-03-21</c:v>
                </c:pt>
                <c:pt idx="3492">
                  <c:v>2014-03-24</c:v>
                </c:pt>
                <c:pt idx="3493">
                  <c:v>2014-03-25</c:v>
                </c:pt>
                <c:pt idx="3494">
                  <c:v>2014-03-26</c:v>
                </c:pt>
                <c:pt idx="3495">
                  <c:v>2014-03-27</c:v>
                </c:pt>
                <c:pt idx="3496">
                  <c:v>2014-03-28</c:v>
                </c:pt>
                <c:pt idx="3497">
                  <c:v>2014-03-31</c:v>
                </c:pt>
                <c:pt idx="3498">
                  <c:v>2014-04-01</c:v>
                </c:pt>
                <c:pt idx="3499">
                  <c:v>2014-04-02</c:v>
                </c:pt>
                <c:pt idx="3500">
                  <c:v>2014-04-03</c:v>
                </c:pt>
                <c:pt idx="3501">
                  <c:v>2014-04-04</c:v>
                </c:pt>
                <c:pt idx="3502">
                  <c:v>2014-04-07</c:v>
                </c:pt>
                <c:pt idx="3503">
                  <c:v>2014-04-08</c:v>
                </c:pt>
                <c:pt idx="3504">
                  <c:v>2014-04-09</c:v>
                </c:pt>
                <c:pt idx="3505">
                  <c:v>2014-04-10</c:v>
                </c:pt>
                <c:pt idx="3506">
                  <c:v>2014-04-11</c:v>
                </c:pt>
                <c:pt idx="3507">
                  <c:v>2014-04-14</c:v>
                </c:pt>
                <c:pt idx="3508">
                  <c:v>2014-04-15</c:v>
                </c:pt>
                <c:pt idx="3509">
                  <c:v>2014-04-16</c:v>
                </c:pt>
                <c:pt idx="3510">
                  <c:v>2014-04-17</c:v>
                </c:pt>
                <c:pt idx="3511">
                  <c:v>2014-04-21</c:v>
                </c:pt>
                <c:pt idx="3512">
                  <c:v>2014-04-22</c:v>
                </c:pt>
                <c:pt idx="3513">
                  <c:v>2014-04-23</c:v>
                </c:pt>
                <c:pt idx="3514">
                  <c:v>2014-04-24</c:v>
                </c:pt>
                <c:pt idx="3515">
                  <c:v>2014-04-25</c:v>
                </c:pt>
                <c:pt idx="3516">
                  <c:v>2014-04-28</c:v>
                </c:pt>
                <c:pt idx="3517">
                  <c:v>2014-04-29</c:v>
                </c:pt>
                <c:pt idx="3518">
                  <c:v>2014-04-30</c:v>
                </c:pt>
                <c:pt idx="3519">
                  <c:v>2014-05-01</c:v>
                </c:pt>
                <c:pt idx="3520">
                  <c:v>2014-05-02</c:v>
                </c:pt>
                <c:pt idx="3521">
                  <c:v>2014-05-05</c:v>
                </c:pt>
                <c:pt idx="3522">
                  <c:v>2014-05-06</c:v>
                </c:pt>
                <c:pt idx="3523">
                  <c:v>2014-05-07</c:v>
                </c:pt>
                <c:pt idx="3524">
                  <c:v>2014-05-08</c:v>
                </c:pt>
                <c:pt idx="3525">
                  <c:v>2014-05-09</c:v>
                </c:pt>
                <c:pt idx="3526">
                  <c:v>2014-05-12</c:v>
                </c:pt>
                <c:pt idx="3527">
                  <c:v>2014-05-13</c:v>
                </c:pt>
                <c:pt idx="3528">
                  <c:v>2014-05-14</c:v>
                </c:pt>
                <c:pt idx="3529">
                  <c:v>2014-05-15</c:v>
                </c:pt>
                <c:pt idx="3530">
                  <c:v>2014-05-16</c:v>
                </c:pt>
                <c:pt idx="3531">
                  <c:v>2014-05-19</c:v>
                </c:pt>
                <c:pt idx="3532">
                  <c:v>2014-05-20</c:v>
                </c:pt>
                <c:pt idx="3533">
                  <c:v>2014-05-21</c:v>
                </c:pt>
                <c:pt idx="3534">
                  <c:v>2014-05-22</c:v>
                </c:pt>
                <c:pt idx="3535">
                  <c:v>2014-05-23</c:v>
                </c:pt>
                <c:pt idx="3536">
                  <c:v>2014-05-27</c:v>
                </c:pt>
                <c:pt idx="3537">
                  <c:v>2014-05-28</c:v>
                </c:pt>
                <c:pt idx="3538">
                  <c:v>2014-05-29</c:v>
                </c:pt>
                <c:pt idx="3539">
                  <c:v>2014-05-30</c:v>
                </c:pt>
                <c:pt idx="3540">
                  <c:v>2014-06-02</c:v>
                </c:pt>
                <c:pt idx="3541">
                  <c:v>2014-06-03</c:v>
                </c:pt>
                <c:pt idx="3542">
                  <c:v>2014-06-04</c:v>
                </c:pt>
                <c:pt idx="3543">
                  <c:v>2014-06-05</c:v>
                </c:pt>
                <c:pt idx="3544">
                  <c:v>2014-06-06</c:v>
                </c:pt>
                <c:pt idx="3545">
                  <c:v>2014-06-09</c:v>
                </c:pt>
                <c:pt idx="3546">
                  <c:v>2014-06-10</c:v>
                </c:pt>
                <c:pt idx="3547">
                  <c:v>2014-06-11</c:v>
                </c:pt>
                <c:pt idx="3548">
                  <c:v>2014-06-12</c:v>
                </c:pt>
                <c:pt idx="3549">
                  <c:v>2014-06-13</c:v>
                </c:pt>
                <c:pt idx="3550">
                  <c:v>2014-06-16</c:v>
                </c:pt>
                <c:pt idx="3551">
                  <c:v>2014-06-17</c:v>
                </c:pt>
                <c:pt idx="3552">
                  <c:v>2014-06-18</c:v>
                </c:pt>
                <c:pt idx="3553">
                  <c:v>2014-06-19</c:v>
                </c:pt>
                <c:pt idx="3554">
                  <c:v>2014-06-20</c:v>
                </c:pt>
                <c:pt idx="3555">
                  <c:v>2014-06-23</c:v>
                </c:pt>
                <c:pt idx="3556">
                  <c:v>2014-06-24</c:v>
                </c:pt>
                <c:pt idx="3557">
                  <c:v>2014-06-25</c:v>
                </c:pt>
                <c:pt idx="3558">
                  <c:v>2014-06-26</c:v>
                </c:pt>
                <c:pt idx="3559">
                  <c:v>2014-06-27</c:v>
                </c:pt>
                <c:pt idx="3560">
                  <c:v>2014-06-30</c:v>
                </c:pt>
                <c:pt idx="3561">
                  <c:v>2014-07-01</c:v>
                </c:pt>
                <c:pt idx="3562">
                  <c:v>2014-07-02</c:v>
                </c:pt>
                <c:pt idx="3563">
                  <c:v>2014-07-03</c:v>
                </c:pt>
                <c:pt idx="3564">
                  <c:v>2014-07-07</c:v>
                </c:pt>
                <c:pt idx="3565">
                  <c:v>2014-07-08</c:v>
                </c:pt>
                <c:pt idx="3566">
                  <c:v>2014-07-09</c:v>
                </c:pt>
                <c:pt idx="3567">
                  <c:v>2014-07-10</c:v>
                </c:pt>
                <c:pt idx="3568">
                  <c:v>2014-07-11</c:v>
                </c:pt>
                <c:pt idx="3569">
                  <c:v>2014-07-14</c:v>
                </c:pt>
                <c:pt idx="3570">
                  <c:v>2014-07-15</c:v>
                </c:pt>
                <c:pt idx="3571">
                  <c:v>2014-07-16</c:v>
                </c:pt>
                <c:pt idx="3572">
                  <c:v>2014-07-17</c:v>
                </c:pt>
                <c:pt idx="3573">
                  <c:v>2014-07-18</c:v>
                </c:pt>
                <c:pt idx="3574">
                  <c:v>2014-07-21</c:v>
                </c:pt>
                <c:pt idx="3575">
                  <c:v>2014-07-22</c:v>
                </c:pt>
                <c:pt idx="3576">
                  <c:v>2014-07-23</c:v>
                </c:pt>
                <c:pt idx="3577">
                  <c:v>2014-07-24</c:v>
                </c:pt>
                <c:pt idx="3578">
                  <c:v>2014-07-25</c:v>
                </c:pt>
                <c:pt idx="3579">
                  <c:v>2014-07-28</c:v>
                </c:pt>
                <c:pt idx="3580">
                  <c:v>2014-07-29</c:v>
                </c:pt>
                <c:pt idx="3581">
                  <c:v>2014-07-30</c:v>
                </c:pt>
                <c:pt idx="3582">
                  <c:v>2014-07-31</c:v>
                </c:pt>
                <c:pt idx="3583">
                  <c:v>2014-08-01</c:v>
                </c:pt>
                <c:pt idx="3584">
                  <c:v>2014-08-04</c:v>
                </c:pt>
                <c:pt idx="3585">
                  <c:v>2014-08-05</c:v>
                </c:pt>
                <c:pt idx="3586">
                  <c:v>2014-08-06</c:v>
                </c:pt>
                <c:pt idx="3587">
                  <c:v>2014-08-07</c:v>
                </c:pt>
                <c:pt idx="3588">
                  <c:v>2014-08-08</c:v>
                </c:pt>
                <c:pt idx="3589">
                  <c:v>2014-08-11</c:v>
                </c:pt>
                <c:pt idx="3590">
                  <c:v>2014-08-12</c:v>
                </c:pt>
                <c:pt idx="3591">
                  <c:v>2014-08-13</c:v>
                </c:pt>
                <c:pt idx="3592">
                  <c:v>2014-08-14</c:v>
                </c:pt>
                <c:pt idx="3593">
                  <c:v>2014-08-15</c:v>
                </c:pt>
                <c:pt idx="3594">
                  <c:v>2014-08-18</c:v>
                </c:pt>
                <c:pt idx="3595">
                  <c:v>2014-08-19</c:v>
                </c:pt>
                <c:pt idx="3596">
                  <c:v>2014-08-20</c:v>
                </c:pt>
                <c:pt idx="3597">
                  <c:v>2014-08-21</c:v>
                </c:pt>
                <c:pt idx="3598">
                  <c:v>2014-08-22</c:v>
                </c:pt>
                <c:pt idx="3599">
                  <c:v>2014-08-25</c:v>
                </c:pt>
                <c:pt idx="3600">
                  <c:v>2014-08-26</c:v>
                </c:pt>
                <c:pt idx="3601">
                  <c:v>2014-08-27</c:v>
                </c:pt>
                <c:pt idx="3602">
                  <c:v>2014-08-28</c:v>
                </c:pt>
                <c:pt idx="3603">
                  <c:v>2014-08-29</c:v>
                </c:pt>
                <c:pt idx="3604">
                  <c:v>2014-09-02</c:v>
                </c:pt>
                <c:pt idx="3605">
                  <c:v>2014-09-03</c:v>
                </c:pt>
                <c:pt idx="3606">
                  <c:v>2014-09-04</c:v>
                </c:pt>
                <c:pt idx="3607">
                  <c:v>2014-09-05</c:v>
                </c:pt>
                <c:pt idx="3608">
                  <c:v>2014-09-08</c:v>
                </c:pt>
                <c:pt idx="3609">
                  <c:v>2014-09-09</c:v>
                </c:pt>
                <c:pt idx="3610">
                  <c:v>2014-09-10</c:v>
                </c:pt>
                <c:pt idx="3611">
                  <c:v>2014-09-11</c:v>
                </c:pt>
                <c:pt idx="3612">
                  <c:v>2014-09-12</c:v>
                </c:pt>
                <c:pt idx="3613">
                  <c:v>2014-09-15</c:v>
                </c:pt>
                <c:pt idx="3614">
                  <c:v>2014-09-16</c:v>
                </c:pt>
                <c:pt idx="3615">
                  <c:v>2014-09-17</c:v>
                </c:pt>
                <c:pt idx="3616">
                  <c:v>2014-09-18</c:v>
                </c:pt>
                <c:pt idx="3617">
                  <c:v>2014-09-19</c:v>
                </c:pt>
                <c:pt idx="3618">
                  <c:v>2014-09-22</c:v>
                </c:pt>
                <c:pt idx="3619">
                  <c:v>2014-09-23</c:v>
                </c:pt>
                <c:pt idx="3620">
                  <c:v>2014-09-24</c:v>
                </c:pt>
                <c:pt idx="3621">
                  <c:v>2014-09-25</c:v>
                </c:pt>
                <c:pt idx="3622">
                  <c:v>2014-09-26</c:v>
                </c:pt>
                <c:pt idx="3623">
                  <c:v>2014-09-29</c:v>
                </c:pt>
                <c:pt idx="3624">
                  <c:v>2014-09-30</c:v>
                </c:pt>
                <c:pt idx="3625">
                  <c:v>2014-10-01</c:v>
                </c:pt>
                <c:pt idx="3626">
                  <c:v>2014-10-02</c:v>
                </c:pt>
                <c:pt idx="3627">
                  <c:v>2014-10-03</c:v>
                </c:pt>
                <c:pt idx="3628">
                  <c:v>2014-10-06</c:v>
                </c:pt>
                <c:pt idx="3629">
                  <c:v>2014-10-07</c:v>
                </c:pt>
                <c:pt idx="3630">
                  <c:v>2014-10-08</c:v>
                </c:pt>
                <c:pt idx="3631">
                  <c:v>2014-10-09</c:v>
                </c:pt>
                <c:pt idx="3632">
                  <c:v>2014-10-10</c:v>
                </c:pt>
                <c:pt idx="3633">
                  <c:v>2014-10-13</c:v>
                </c:pt>
                <c:pt idx="3634">
                  <c:v>2014-10-14</c:v>
                </c:pt>
                <c:pt idx="3635">
                  <c:v>2014-10-15</c:v>
                </c:pt>
                <c:pt idx="3636">
                  <c:v>2014-10-16</c:v>
                </c:pt>
                <c:pt idx="3637">
                  <c:v>2014-10-17</c:v>
                </c:pt>
                <c:pt idx="3638">
                  <c:v>2014-10-20</c:v>
                </c:pt>
                <c:pt idx="3639">
                  <c:v>2014-10-21</c:v>
                </c:pt>
                <c:pt idx="3640">
                  <c:v>2014-10-22</c:v>
                </c:pt>
                <c:pt idx="3641">
                  <c:v>2014-10-23</c:v>
                </c:pt>
                <c:pt idx="3642">
                  <c:v>2014-10-24</c:v>
                </c:pt>
                <c:pt idx="3643">
                  <c:v>2014-10-27</c:v>
                </c:pt>
                <c:pt idx="3644">
                  <c:v>2014-10-28</c:v>
                </c:pt>
                <c:pt idx="3645">
                  <c:v>2014-10-29</c:v>
                </c:pt>
                <c:pt idx="3646">
                  <c:v>2014-10-30</c:v>
                </c:pt>
                <c:pt idx="3647">
                  <c:v>2014-10-31</c:v>
                </c:pt>
                <c:pt idx="3648">
                  <c:v>2014-11-03</c:v>
                </c:pt>
                <c:pt idx="3649">
                  <c:v>2014-11-04</c:v>
                </c:pt>
                <c:pt idx="3650">
                  <c:v>2014-11-05</c:v>
                </c:pt>
                <c:pt idx="3651">
                  <c:v>2014-11-06</c:v>
                </c:pt>
                <c:pt idx="3652">
                  <c:v>2014-11-07</c:v>
                </c:pt>
                <c:pt idx="3653">
                  <c:v>2014-11-10</c:v>
                </c:pt>
                <c:pt idx="3654">
                  <c:v>2014-11-11</c:v>
                </c:pt>
                <c:pt idx="3655">
                  <c:v>2014-11-12</c:v>
                </c:pt>
                <c:pt idx="3656">
                  <c:v>2014-11-13</c:v>
                </c:pt>
                <c:pt idx="3657">
                  <c:v>2014-11-14</c:v>
                </c:pt>
                <c:pt idx="3658">
                  <c:v>2014-11-17</c:v>
                </c:pt>
                <c:pt idx="3659">
                  <c:v>2014-11-18</c:v>
                </c:pt>
                <c:pt idx="3660">
                  <c:v>2014-11-19</c:v>
                </c:pt>
                <c:pt idx="3661">
                  <c:v>2014-11-20</c:v>
                </c:pt>
                <c:pt idx="3662">
                  <c:v>2014-11-21</c:v>
                </c:pt>
                <c:pt idx="3663">
                  <c:v>2014-11-24</c:v>
                </c:pt>
                <c:pt idx="3664">
                  <c:v>2014-11-25</c:v>
                </c:pt>
                <c:pt idx="3665">
                  <c:v>2014-11-26</c:v>
                </c:pt>
                <c:pt idx="3666">
                  <c:v>2014-11-28</c:v>
                </c:pt>
                <c:pt idx="3667">
                  <c:v>2014-12-01</c:v>
                </c:pt>
                <c:pt idx="3668">
                  <c:v>2014-12-02</c:v>
                </c:pt>
                <c:pt idx="3669">
                  <c:v>2014-12-03</c:v>
                </c:pt>
                <c:pt idx="3670">
                  <c:v>2014-12-04</c:v>
                </c:pt>
                <c:pt idx="3671">
                  <c:v>2014-12-05</c:v>
                </c:pt>
                <c:pt idx="3672">
                  <c:v>2014-12-08</c:v>
                </c:pt>
                <c:pt idx="3673">
                  <c:v>2014-12-09</c:v>
                </c:pt>
                <c:pt idx="3674">
                  <c:v>2014-12-10</c:v>
                </c:pt>
                <c:pt idx="3675">
                  <c:v>2014-12-11</c:v>
                </c:pt>
                <c:pt idx="3676">
                  <c:v>2014-12-12</c:v>
                </c:pt>
                <c:pt idx="3677">
                  <c:v>2014-12-15</c:v>
                </c:pt>
                <c:pt idx="3678">
                  <c:v>2014-12-16</c:v>
                </c:pt>
                <c:pt idx="3679">
                  <c:v>2014-12-17</c:v>
                </c:pt>
                <c:pt idx="3680">
                  <c:v>2014-12-18</c:v>
                </c:pt>
                <c:pt idx="3681">
                  <c:v>2014-12-19</c:v>
                </c:pt>
                <c:pt idx="3682">
                  <c:v>2014-12-22</c:v>
                </c:pt>
                <c:pt idx="3683">
                  <c:v>2014-12-23</c:v>
                </c:pt>
                <c:pt idx="3684">
                  <c:v>2014-12-24</c:v>
                </c:pt>
                <c:pt idx="3685">
                  <c:v>2014-12-26</c:v>
                </c:pt>
                <c:pt idx="3686">
                  <c:v>2014-12-29</c:v>
                </c:pt>
                <c:pt idx="3687">
                  <c:v>2014-12-30</c:v>
                </c:pt>
                <c:pt idx="3688">
                  <c:v>2014-12-31</c:v>
                </c:pt>
                <c:pt idx="3689">
                  <c:v>2015-01-02</c:v>
                </c:pt>
                <c:pt idx="3690">
                  <c:v>2015-01-05</c:v>
                </c:pt>
                <c:pt idx="3691">
                  <c:v>2015-01-06</c:v>
                </c:pt>
                <c:pt idx="3692">
                  <c:v>2015-01-07</c:v>
                </c:pt>
                <c:pt idx="3693">
                  <c:v>2015-01-08</c:v>
                </c:pt>
                <c:pt idx="3694">
                  <c:v>2015-01-09</c:v>
                </c:pt>
                <c:pt idx="3695">
                  <c:v>2015-01-12</c:v>
                </c:pt>
                <c:pt idx="3696">
                  <c:v>2015-01-13</c:v>
                </c:pt>
                <c:pt idx="3697">
                  <c:v>2015-01-14</c:v>
                </c:pt>
                <c:pt idx="3698">
                  <c:v>2015-01-15</c:v>
                </c:pt>
                <c:pt idx="3699">
                  <c:v>2015-01-16</c:v>
                </c:pt>
                <c:pt idx="3700">
                  <c:v>2015-01-20</c:v>
                </c:pt>
                <c:pt idx="3701">
                  <c:v>2015-01-21</c:v>
                </c:pt>
                <c:pt idx="3702">
                  <c:v>2015-01-22</c:v>
                </c:pt>
                <c:pt idx="3703">
                  <c:v>2015-01-23</c:v>
                </c:pt>
                <c:pt idx="3704">
                  <c:v>2015-01-26</c:v>
                </c:pt>
                <c:pt idx="3705">
                  <c:v>2015-01-27</c:v>
                </c:pt>
                <c:pt idx="3706">
                  <c:v>2015-01-28</c:v>
                </c:pt>
                <c:pt idx="3707">
                  <c:v>2015-01-29</c:v>
                </c:pt>
                <c:pt idx="3708">
                  <c:v>2015-01-30</c:v>
                </c:pt>
                <c:pt idx="3709">
                  <c:v>2015-02-04</c:v>
                </c:pt>
                <c:pt idx="3710">
                  <c:v>2015-02-05</c:v>
                </c:pt>
                <c:pt idx="3711">
                  <c:v>2015-02-06</c:v>
                </c:pt>
                <c:pt idx="3712">
                  <c:v>2015-02-09</c:v>
                </c:pt>
                <c:pt idx="3713">
                  <c:v>2015-02-11</c:v>
                </c:pt>
                <c:pt idx="3714">
                  <c:v>2015-02-12</c:v>
                </c:pt>
                <c:pt idx="3715">
                  <c:v>2015-02-13</c:v>
                </c:pt>
                <c:pt idx="3716">
                  <c:v>2015-02-17</c:v>
                </c:pt>
                <c:pt idx="3717">
                  <c:v>2015-02-18</c:v>
                </c:pt>
                <c:pt idx="3718">
                  <c:v>2015-02-19</c:v>
                </c:pt>
                <c:pt idx="3719">
                  <c:v>2015-02-20</c:v>
                </c:pt>
                <c:pt idx="3720">
                  <c:v>2015-02-23</c:v>
                </c:pt>
                <c:pt idx="3721">
                  <c:v>2015-02-24</c:v>
                </c:pt>
                <c:pt idx="3722">
                  <c:v>2015-02-25</c:v>
                </c:pt>
                <c:pt idx="3723">
                  <c:v>2015-02-26</c:v>
                </c:pt>
                <c:pt idx="3724">
                  <c:v>2015-02-27</c:v>
                </c:pt>
                <c:pt idx="3725">
                  <c:v>2015-03-02</c:v>
                </c:pt>
                <c:pt idx="3726">
                  <c:v>2015-03-03</c:v>
                </c:pt>
                <c:pt idx="3727">
                  <c:v>2015-03-04</c:v>
                </c:pt>
                <c:pt idx="3728">
                  <c:v>2015-03-05</c:v>
                </c:pt>
                <c:pt idx="3729">
                  <c:v>2015-03-09</c:v>
                </c:pt>
                <c:pt idx="3730">
                  <c:v>2015-03-10</c:v>
                </c:pt>
                <c:pt idx="3731">
                  <c:v>2015-03-11</c:v>
                </c:pt>
                <c:pt idx="3732">
                  <c:v>2015-03-12</c:v>
                </c:pt>
                <c:pt idx="3733">
                  <c:v>2015-03-13</c:v>
                </c:pt>
                <c:pt idx="3734">
                  <c:v>2015-03-16</c:v>
                </c:pt>
                <c:pt idx="3735">
                  <c:v>2015-03-17</c:v>
                </c:pt>
                <c:pt idx="3736">
                  <c:v>2015-03-18</c:v>
                </c:pt>
                <c:pt idx="3737">
                  <c:v>2015-03-19</c:v>
                </c:pt>
                <c:pt idx="3738">
                  <c:v>2015-03-20</c:v>
                </c:pt>
                <c:pt idx="3739">
                  <c:v>2015-03-23</c:v>
                </c:pt>
                <c:pt idx="3740">
                  <c:v>2015-03-24</c:v>
                </c:pt>
                <c:pt idx="3741">
                  <c:v>2015-03-25</c:v>
                </c:pt>
                <c:pt idx="3742">
                  <c:v>2015-03-26</c:v>
                </c:pt>
                <c:pt idx="3743">
                  <c:v>2015-03-27</c:v>
                </c:pt>
                <c:pt idx="3744">
                  <c:v>2015-03-30</c:v>
                </c:pt>
                <c:pt idx="3745">
                  <c:v>2015-03-31</c:v>
                </c:pt>
                <c:pt idx="3746">
                  <c:v>2015-04-01</c:v>
                </c:pt>
                <c:pt idx="3747">
                  <c:v>2015-04-02</c:v>
                </c:pt>
                <c:pt idx="3748">
                  <c:v>2015-04-06</c:v>
                </c:pt>
                <c:pt idx="3749">
                  <c:v>2015-04-07</c:v>
                </c:pt>
                <c:pt idx="3750">
                  <c:v>2015-04-08</c:v>
                </c:pt>
                <c:pt idx="3751">
                  <c:v>2015-04-09</c:v>
                </c:pt>
                <c:pt idx="3752">
                  <c:v>2015-04-10</c:v>
                </c:pt>
                <c:pt idx="3753">
                  <c:v>2015-04-13</c:v>
                </c:pt>
                <c:pt idx="3754">
                  <c:v>2015-04-14</c:v>
                </c:pt>
                <c:pt idx="3755">
                  <c:v>2015-04-15</c:v>
                </c:pt>
                <c:pt idx="3756">
                  <c:v>2015-04-16</c:v>
                </c:pt>
                <c:pt idx="3757">
                  <c:v>2015-04-17</c:v>
                </c:pt>
                <c:pt idx="3758">
                  <c:v>2015-04-20</c:v>
                </c:pt>
                <c:pt idx="3759">
                  <c:v>2015-04-21</c:v>
                </c:pt>
                <c:pt idx="3760">
                  <c:v>2015-04-22</c:v>
                </c:pt>
                <c:pt idx="3761">
                  <c:v>2015-04-23</c:v>
                </c:pt>
                <c:pt idx="3762">
                  <c:v>2015-04-24</c:v>
                </c:pt>
                <c:pt idx="3763">
                  <c:v>2015-04-27</c:v>
                </c:pt>
                <c:pt idx="3764">
                  <c:v>2015-04-28</c:v>
                </c:pt>
                <c:pt idx="3765">
                  <c:v>2015-04-29</c:v>
                </c:pt>
                <c:pt idx="3766">
                  <c:v>2015-04-30</c:v>
                </c:pt>
                <c:pt idx="3767">
                  <c:v>2015-05-01</c:v>
                </c:pt>
                <c:pt idx="3768">
                  <c:v>2015-05-04</c:v>
                </c:pt>
                <c:pt idx="3769">
                  <c:v>2015-05-05</c:v>
                </c:pt>
                <c:pt idx="3770">
                  <c:v>2015-05-06</c:v>
                </c:pt>
                <c:pt idx="3771">
                  <c:v>2015-05-07</c:v>
                </c:pt>
                <c:pt idx="3772">
                  <c:v>2015-05-08</c:v>
                </c:pt>
                <c:pt idx="3773">
                  <c:v>2015-05-11</c:v>
                </c:pt>
                <c:pt idx="3774">
                  <c:v>2015-05-13</c:v>
                </c:pt>
                <c:pt idx="3775">
                  <c:v>2015-05-14</c:v>
                </c:pt>
                <c:pt idx="3776">
                  <c:v>2015-05-15</c:v>
                </c:pt>
                <c:pt idx="3777">
                  <c:v>2015-05-18</c:v>
                </c:pt>
                <c:pt idx="3778">
                  <c:v>2015-05-19</c:v>
                </c:pt>
                <c:pt idx="3779">
                  <c:v>2015-05-20</c:v>
                </c:pt>
                <c:pt idx="3780">
                  <c:v>2015-05-21</c:v>
                </c:pt>
                <c:pt idx="3781">
                  <c:v>2015-05-22</c:v>
                </c:pt>
                <c:pt idx="3782">
                  <c:v>2015-05-26</c:v>
                </c:pt>
                <c:pt idx="3783">
                  <c:v>2015-05-27</c:v>
                </c:pt>
                <c:pt idx="3784">
                  <c:v>2015-05-28</c:v>
                </c:pt>
                <c:pt idx="3785">
                  <c:v>2015-05-29</c:v>
                </c:pt>
                <c:pt idx="3786">
                  <c:v>2015-06-01</c:v>
                </c:pt>
                <c:pt idx="3787">
                  <c:v>2015-06-02</c:v>
                </c:pt>
                <c:pt idx="3788">
                  <c:v>2015-06-03</c:v>
                </c:pt>
                <c:pt idx="3789">
                  <c:v>2015-06-04</c:v>
                </c:pt>
                <c:pt idx="3790">
                  <c:v>2015-06-05</c:v>
                </c:pt>
                <c:pt idx="3791">
                  <c:v>2015-06-08</c:v>
                </c:pt>
                <c:pt idx="3792">
                  <c:v>2015-06-09</c:v>
                </c:pt>
                <c:pt idx="3793">
                  <c:v>2015-06-10</c:v>
                </c:pt>
                <c:pt idx="3794">
                  <c:v>2015-06-11</c:v>
                </c:pt>
                <c:pt idx="3795">
                  <c:v>2015-06-12</c:v>
                </c:pt>
                <c:pt idx="3796">
                  <c:v>2015-06-15</c:v>
                </c:pt>
                <c:pt idx="3797">
                  <c:v>2015-06-16</c:v>
                </c:pt>
                <c:pt idx="3798">
                  <c:v>2015-06-17</c:v>
                </c:pt>
                <c:pt idx="3799">
                  <c:v>2015-06-18</c:v>
                </c:pt>
                <c:pt idx="3800">
                  <c:v>2015-06-19</c:v>
                </c:pt>
                <c:pt idx="3801">
                  <c:v>2015-06-22</c:v>
                </c:pt>
                <c:pt idx="3802">
                  <c:v>2015-06-23</c:v>
                </c:pt>
                <c:pt idx="3803">
                  <c:v>2015-06-24</c:v>
                </c:pt>
                <c:pt idx="3804">
                  <c:v>2015-06-25</c:v>
                </c:pt>
                <c:pt idx="3805">
                  <c:v>2015-06-26</c:v>
                </c:pt>
                <c:pt idx="3806">
                  <c:v>2015-06-29</c:v>
                </c:pt>
                <c:pt idx="3807">
                  <c:v>2015-06-30</c:v>
                </c:pt>
                <c:pt idx="3808">
                  <c:v>2015-07-01</c:v>
                </c:pt>
                <c:pt idx="3809">
                  <c:v>2015-07-02</c:v>
                </c:pt>
                <c:pt idx="3810">
                  <c:v>2015-07-06</c:v>
                </c:pt>
                <c:pt idx="3811">
                  <c:v>2015-07-07</c:v>
                </c:pt>
                <c:pt idx="3812">
                  <c:v>2015-07-08</c:v>
                </c:pt>
                <c:pt idx="3813">
                  <c:v>2015-07-09</c:v>
                </c:pt>
                <c:pt idx="3814">
                  <c:v>2015-07-10</c:v>
                </c:pt>
                <c:pt idx="3815">
                  <c:v>2015-07-13</c:v>
                </c:pt>
                <c:pt idx="3816">
                  <c:v>2015-07-14</c:v>
                </c:pt>
                <c:pt idx="3817">
                  <c:v>2015-07-15</c:v>
                </c:pt>
                <c:pt idx="3818">
                  <c:v>2015-07-16</c:v>
                </c:pt>
                <c:pt idx="3819">
                  <c:v>2015-07-17</c:v>
                </c:pt>
                <c:pt idx="3820">
                  <c:v>2015-07-20</c:v>
                </c:pt>
                <c:pt idx="3821">
                  <c:v>2015-07-21</c:v>
                </c:pt>
                <c:pt idx="3822">
                  <c:v>2015-07-22</c:v>
                </c:pt>
                <c:pt idx="3823">
                  <c:v>2015-07-23</c:v>
                </c:pt>
                <c:pt idx="3824">
                  <c:v>2015-07-24</c:v>
                </c:pt>
                <c:pt idx="3825">
                  <c:v>2015-07-27</c:v>
                </c:pt>
                <c:pt idx="3826">
                  <c:v>2015-07-28</c:v>
                </c:pt>
                <c:pt idx="3827">
                  <c:v>2015-07-29</c:v>
                </c:pt>
                <c:pt idx="3828">
                  <c:v>2015-07-30</c:v>
                </c:pt>
                <c:pt idx="3829">
                  <c:v>2015-07-31</c:v>
                </c:pt>
                <c:pt idx="3830">
                  <c:v>2015-08-03</c:v>
                </c:pt>
                <c:pt idx="3831">
                  <c:v>2015-08-04</c:v>
                </c:pt>
                <c:pt idx="3832">
                  <c:v>2015-08-05</c:v>
                </c:pt>
                <c:pt idx="3833">
                  <c:v>2015-08-06</c:v>
                </c:pt>
                <c:pt idx="3834">
                  <c:v>2015-08-07</c:v>
                </c:pt>
                <c:pt idx="3835">
                  <c:v>2015-08-10</c:v>
                </c:pt>
                <c:pt idx="3836">
                  <c:v>2015-08-11</c:v>
                </c:pt>
                <c:pt idx="3837">
                  <c:v>2015-08-12</c:v>
                </c:pt>
                <c:pt idx="3838">
                  <c:v>2015-08-13</c:v>
                </c:pt>
                <c:pt idx="3839">
                  <c:v>2015-08-14</c:v>
                </c:pt>
                <c:pt idx="3840">
                  <c:v>2015-08-17</c:v>
                </c:pt>
                <c:pt idx="3841">
                  <c:v>2015-08-18</c:v>
                </c:pt>
                <c:pt idx="3842">
                  <c:v>2015-08-19</c:v>
                </c:pt>
                <c:pt idx="3843">
                  <c:v>2015-08-20</c:v>
                </c:pt>
                <c:pt idx="3844">
                  <c:v>2015-08-21</c:v>
                </c:pt>
                <c:pt idx="3845">
                  <c:v>2015-08-24</c:v>
                </c:pt>
                <c:pt idx="3846">
                  <c:v>2015-08-25</c:v>
                </c:pt>
                <c:pt idx="3847">
                  <c:v>2015-08-26</c:v>
                </c:pt>
                <c:pt idx="3848">
                  <c:v>2015-08-27</c:v>
                </c:pt>
                <c:pt idx="3849">
                  <c:v>2015-08-28</c:v>
                </c:pt>
                <c:pt idx="3850">
                  <c:v>2015-08-31</c:v>
                </c:pt>
                <c:pt idx="3851">
                  <c:v>2015-09-01</c:v>
                </c:pt>
                <c:pt idx="3852">
                  <c:v>2015-09-02</c:v>
                </c:pt>
                <c:pt idx="3853">
                  <c:v>2015-09-03</c:v>
                </c:pt>
                <c:pt idx="3854">
                  <c:v>2015-09-04</c:v>
                </c:pt>
                <c:pt idx="3855">
                  <c:v>2015-09-08</c:v>
                </c:pt>
                <c:pt idx="3856">
                  <c:v>2015-09-09</c:v>
                </c:pt>
                <c:pt idx="3857">
                  <c:v>2015-09-10</c:v>
                </c:pt>
                <c:pt idx="3858">
                  <c:v>2015-09-11</c:v>
                </c:pt>
                <c:pt idx="3859">
                  <c:v>2015-09-14</c:v>
                </c:pt>
                <c:pt idx="3860">
                  <c:v>2015-09-15</c:v>
                </c:pt>
                <c:pt idx="3861">
                  <c:v>2015-09-16</c:v>
                </c:pt>
                <c:pt idx="3862">
                  <c:v>2015-09-17</c:v>
                </c:pt>
                <c:pt idx="3863">
                  <c:v>2015-09-18</c:v>
                </c:pt>
                <c:pt idx="3864">
                  <c:v>2015-09-21</c:v>
                </c:pt>
                <c:pt idx="3865">
                  <c:v>2015-09-22</c:v>
                </c:pt>
                <c:pt idx="3866">
                  <c:v>2015-09-23</c:v>
                </c:pt>
                <c:pt idx="3867">
                  <c:v>2015-09-24</c:v>
                </c:pt>
                <c:pt idx="3868">
                  <c:v>2015-09-25</c:v>
                </c:pt>
                <c:pt idx="3869">
                  <c:v>2015-09-28</c:v>
                </c:pt>
                <c:pt idx="3870">
                  <c:v>2015-09-29</c:v>
                </c:pt>
                <c:pt idx="3871">
                  <c:v>2015-09-30</c:v>
                </c:pt>
                <c:pt idx="3872">
                  <c:v>2015-10-01</c:v>
                </c:pt>
                <c:pt idx="3873">
                  <c:v>2015-10-02</c:v>
                </c:pt>
                <c:pt idx="3874">
                  <c:v>2015-10-05</c:v>
                </c:pt>
                <c:pt idx="3875">
                  <c:v>2015-10-06</c:v>
                </c:pt>
                <c:pt idx="3876">
                  <c:v>2015-10-07</c:v>
                </c:pt>
                <c:pt idx="3877">
                  <c:v>2015-10-08</c:v>
                </c:pt>
                <c:pt idx="3878">
                  <c:v>2015-10-09</c:v>
                </c:pt>
                <c:pt idx="3879">
                  <c:v>2015-10-12</c:v>
                </c:pt>
                <c:pt idx="3880">
                  <c:v>2015-10-13</c:v>
                </c:pt>
                <c:pt idx="3881">
                  <c:v>2015-10-14</c:v>
                </c:pt>
                <c:pt idx="3882">
                  <c:v>2015-10-15</c:v>
                </c:pt>
                <c:pt idx="3883">
                  <c:v>2015-10-16</c:v>
                </c:pt>
                <c:pt idx="3884">
                  <c:v>2015-10-19</c:v>
                </c:pt>
                <c:pt idx="3885">
                  <c:v>2015-10-20</c:v>
                </c:pt>
                <c:pt idx="3886">
                  <c:v>2015-10-21</c:v>
                </c:pt>
                <c:pt idx="3887">
                  <c:v>2015-10-22</c:v>
                </c:pt>
                <c:pt idx="3888">
                  <c:v>2015-10-23</c:v>
                </c:pt>
                <c:pt idx="3889">
                  <c:v>2015-10-26</c:v>
                </c:pt>
                <c:pt idx="3890">
                  <c:v>2015-10-27</c:v>
                </c:pt>
                <c:pt idx="3891">
                  <c:v>2015-10-28</c:v>
                </c:pt>
                <c:pt idx="3892">
                  <c:v>2015-10-29</c:v>
                </c:pt>
                <c:pt idx="3893">
                  <c:v>2015-10-30</c:v>
                </c:pt>
                <c:pt idx="3894">
                  <c:v>2015-11-02</c:v>
                </c:pt>
                <c:pt idx="3895">
                  <c:v>2015-11-03</c:v>
                </c:pt>
                <c:pt idx="3896">
                  <c:v>2015-11-04</c:v>
                </c:pt>
                <c:pt idx="3897">
                  <c:v>2015-11-05</c:v>
                </c:pt>
                <c:pt idx="3898">
                  <c:v>2015-11-06</c:v>
                </c:pt>
                <c:pt idx="3899">
                  <c:v>2015-11-09</c:v>
                </c:pt>
                <c:pt idx="3900">
                  <c:v>2015-11-10</c:v>
                </c:pt>
                <c:pt idx="3901">
                  <c:v>2015-11-11</c:v>
                </c:pt>
                <c:pt idx="3902">
                  <c:v>2015-11-12</c:v>
                </c:pt>
                <c:pt idx="3903">
                  <c:v>2015-11-13</c:v>
                </c:pt>
                <c:pt idx="3904">
                  <c:v>2015-11-16</c:v>
                </c:pt>
                <c:pt idx="3905">
                  <c:v>2015-11-17</c:v>
                </c:pt>
                <c:pt idx="3906">
                  <c:v>2015-11-18</c:v>
                </c:pt>
                <c:pt idx="3907">
                  <c:v>2015-11-19</c:v>
                </c:pt>
                <c:pt idx="3908">
                  <c:v>2015-11-20</c:v>
                </c:pt>
                <c:pt idx="3909">
                  <c:v>2015-11-23</c:v>
                </c:pt>
                <c:pt idx="3910">
                  <c:v>2015-11-24</c:v>
                </c:pt>
                <c:pt idx="3911">
                  <c:v>2015-11-25</c:v>
                </c:pt>
                <c:pt idx="3912">
                  <c:v>2015-11-27</c:v>
                </c:pt>
                <c:pt idx="3913">
                  <c:v>2015-11-30</c:v>
                </c:pt>
                <c:pt idx="3914">
                  <c:v>2015-12-01</c:v>
                </c:pt>
                <c:pt idx="3915">
                  <c:v>2015-12-02</c:v>
                </c:pt>
                <c:pt idx="3916">
                  <c:v>2015-12-03</c:v>
                </c:pt>
                <c:pt idx="3917">
                  <c:v>2015-12-04</c:v>
                </c:pt>
                <c:pt idx="3918">
                  <c:v>2015-12-07</c:v>
                </c:pt>
                <c:pt idx="3919">
                  <c:v>2015-12-08</c:v>
                </c:pt>
                <c:pt idx="3920">
                  <c:v>2015-12-09</c:v>
                </c:pt>
                <c:pt idx="3921">
                  <c:v>2015-12-10</c:v>
                </c:pt>
                <c:pt idx="3922">
                  <c:v>2015-12-11</c:v>
                </c:pt>
                <c:pt idx="3923">
                  <c:v>2015-12-14</c:v>
                </c:pt>
                <c:pt idx="3924">
                  <c:v>2015-12-15</c:v>
                </c:pt>
                <c:pt idx="3925">
                  <c:v>2015-12-16</c:v>
                </c:pt>
                <c:pt idx="3926">
                  <c:v>2015-12-17</c:v>
                </c:pt>
                <c:pt idx="3927">
                  <c:v>2015-12-18</c:v>
                </c:pt>
                <c:pt idx="3928">
                  <c:v>2015-12-21</c:v>
                </c:pt>
                <c:pt idx="3929">
                  <c:v>2015-12-22</c:v>
                </c:pt>
                <c:pt idx="3930">
                  <c:v>2015-12-23</c:v>
                </c:pt>
                <c:pt idx="3931">
                  <c:v>2015-12-24</c:v>
                </c:pt>
                <c:pt idx="3932">
                  <c:v>2015-12-28</c:v>
                </c:pt>
                <c:pt idx="3933">
                  <c:v>2015-12-29</c:v>
                </c:pt>
                <c:pt idx="3934">
                  <c:v>2015-12-30</c:v>
                </c:pt>
                <c:pt idx="3935">
                  <c:v>2015-12-31</c:v>
                </c:pt>
                <c:pt idx="3936">
                  <c:v>2016-01-04</c:v>
                </c:pt>
                <c:pt idx="3937">
                  <c:v>2016-01-05</c:v>
                </c:pt>
                <c:pt idx="3938">
                  <c:v>2016-01-06</c:v>
                </c:pt>
                <c:pt idx="3939">
                  <c:v>2016-01-07</c:v>
                </c:pt>
                <c:pt idx="3940">
                  <c:v>2016-01-08</c:v>
                </c:pt>
                <c:pt idx="3941">
                  <c:v>2016-01-11</c:v>
                </c:pt>
                <c:pt idx="3942">
                  <c:v>2016-01-12</c:v>
                </c:pt>
                <c:pt idx="3943">
                  <c:v>2016-01-13</c:v>
                </c:pt>
                <c:pt idx="3944">
                  <c:v>2016-01-14</c:v>
                </c:pt>
                <c:pt idx="3945">
                  <c:v>2016-01-15</c:v>
                </c:pt>
                <c:pt idx="3946">
                  <c:v>2016-01-19</c:v>
                </c:pt>
                <c:pt idx="3947">
                  <c:v>2016-01-20</c:v>
                </c:pt>
                <c:pt idx="3948">
                  <c:v>2016-01-21</c:v>
                </c:pt>
                <c:pt idx="3949">
                  <c:v>2016-01-22</c:v>
                </c:pt>
                <c:pt idx="3950">
                  <c:v>2016-01-25</c:v>
                </c:pt>
                <c:pt idx="3951">
                  <c:v>2016-01-26</c:v>
                </c:pt>
                <c:pt idx="3952">
                  <c:v>2016-01-27</c:v>
                </c:pt>
                <c:pt idx="3953">
                  <c:v>2016-01-28</c:v>
                </c:pt>
                <c:pt idx="3954">
                  <c:v>2016-01-29</c:v>
                </c:pt>
                <c:pt idx="3955">
                  <c:v>2016-02-01</c:v>
                </c:pt>
                <c:pt idx="3956">
                  <c:v>2016-02-02</c:v>
                </c:pt>
                <c:pt idx="3957">
                  <c:v>2016-02-03</c:v>
                </c:pt>
                <c:pt idx="3958">
                  <c:v>2016-02-04</c:v>
                </c:pt>
                <c:pt idx="3959">
                  <c:v>2016-02-05</c:v>
                </c:pt>
                <c:pt idx="3960">
                  <c:v>2016-02-08</c:v>
                </c:pt>
                <c:pt idx="3961">
                  <c:v>2016-02-09</c:v>
                </c:pt>
                <c:pt idx="3962">
                  <c:v>2016-02-10</c:v>
                </c:pt>
                <c:pt idx="3963">
                  <c:v>2016-02-11</c:v>
                </c:pt>
                <c:pt idx="3964">
                  <c:v>2016-02-12</c:v>
                </c:pt>
                <c:pt idx="3965">
                  <c:v>2016-02-16</c:v>
                </c:pt>
                <c:pt idx="3966">
                  <c:v>2016-02-17</c:v>
                </c:pt>
                <c:pt idx="3967">
                  <c:v>2016-02-18</c:v>
                </c:pt>
                <c:pt idx="3968">
                  <c:v>2016-02-19</c:v>
                </c:pt>
                <c:pt idx="3969">
                  <c:v>2016-02-22</c:v>
                </c:pt>
                <c:pt idx="3970">
                  <c:v>2016-02-23</c:v>
                </c:pt>
                <c:pt idx="3971">
                  <c:v>2016-02-24</c:v>
                </c:pt>
                <c:pt idx="3972">
                  <c:v>2016-02-25</c:v>
                </c:pt>
                <c:pt idx="3973">
                  <c:v>2016-02-26</c:v>
                </c:pt>
                <c:pt idx="3974">
                  <c:v>2016-02-29</c:v>
                </c:pt>
                <c:pt idx="3975">
                  <c:v>2016-03-01</c:v>
                </c:pt>
                <c:pt idx="3976">
                  <c:v>2016-03-02</c:v>
                </c:pt>
                <c:pt idx="3977">
                  <c:v>2016-03-03</c:v>
                </c:pt>
                <c:pt idx="3978">
                  <c:v>2016-03-04</c:v>
                </c:pt>
                <c:pt idx="3979">
                  <c:v>2016-03-07</c:v>
                </c:pt>
                <c:pt idx="3980">
                  <c:v>2016-03-08</c:v>
                </c:pt>
                <c:pt idx="3981">
                  <c:v>2016-03-09</c:v>
                </c:pt>
                <c:pt idx="3982">
                  <c:v>2016-03-10</c:v>
                </c:pt>
                <c:pt idx="3983">
                  <c:v>2016-03-11</c:v>
                </c:pt>
                <c:pt idx="3984">
                  <c:v>2016-03-14</c:v>
                </c:pt>
                <c:pt idx="3985">
                  <c:v>2016-03-15</c:v>
                </c:pt>
                <c:pt idx="3986">
                  <c:v>2016-03-16</c:v>
                </c:pt>
                <c:pt idx="3987">
                  <c:v>2016-03-17</c:v>
                </c:pt>
                <c:pt idx="3988">
                  <c:v>2016-03-18</c:v>
                </c:pt>
                <c:pt idx="3989">
                  <c:v>2016-03-21</c:v>
                </c:pt>
                <c:pt idx="3990">
                  <c:v>2016-03-22</c:v>
                </c:pt>
                <c:pt idx="3991">
                  <c:v>2016-03-23</c:v>
                </c:pt>
                <c:pt idx="3992">
                  <c:v>2016-03-24</c:v>
                </c:pt>
                <c:pt idx="3993">
                  <c:v>2016-03-28</c:v>
                </c:pt>
                <c:pt idx="3994">
                  <c:v>2016-03-29</c:v>
                </c:pt>
                <c:pt idx="3995">
                  <c:v>2016-03-30</c:v>
                </c:pt>
                <c:pt idx="3996">
                  <c:v>2016-03-31</c:v>
                </c:pt>
                <c:pt idx="3997">
                  <c:v>2016-04-01</c:v>
                </c:pt>
                <c:pt idx="3998">
                  <c:v>2016-04-04</c:v>
                </c:pt>
                <c:pt idx="3999">
                  <c:v>2016-04-05</c:v>
                </c:pt>
                <c:pt idx="4000">
                  <c:v>2016-04-06</c:v>
                </c:pt>
                <c:pt idx="4001">
                  <c:v>2016-04-07</c:v>
                </c:pt>
                <c:pt idx="4002">
                  <c:v>2016-04-08</c:v>
                </c:pt>
                <c:pt idx="4003">
                  <c:v>2016-04-11</c:v>
                </c:pt>
                <c:pt idx="4004">
                  <c:v>2016-04-12</c:v>
                </c:pt>
                <c:pt idx="4005">
                  <c:v>2016-04-13</c:v>
                </c:pt>
                <c:pt idx="4006">
                  <c:v>2016-04-14</c:v>
                </c:pt>
                <c:pt idx="4007">
                  <c:v>2016-04-15</c:v>
                </c:pt>
                <c:pt idx="4008">
                  <c:v>2016-04-18</c:v>
                </c:pt>
                <c:pt idx="4009">
                  <c:v>2016-04-19</c:v>
                </c:pt>
                <c:pt idx="4010">
                  <c:v>2016-04-20</c:v>
                </c:pt>
                <c:pt idx="4011">
                  <c:v>2016-04-21</c:v>
                </c:pt>
                <c:pt idx="4012">
                  <c:v>2016-04-22</c:v>
                </c:pt>
                <c:pt idx="4013">
                  <c:v>2016-04-25</c:v>
                </c:pt>
                <c:pt idx="4014">
                  <c:v>2016-04-26</c:v>
                </c:pt>
                <c:pt idx="4015">
                  <c:v>2016-04-27</c:v>
                </c:pt>
                <c:pt idx="4016">
                  <c:v>2016-04-28</c:v>
                </c:pt>
                <c:pt idx="4017">
                  <c:v>2016-04-29</c:v>
                </c:pt>
                <c:pt idx="4018">
                  <c:v>2016-05-02</c:v>
                </c:pt>
                <c:pt idx="4019">
                  <c:v>2016-05-03</c:v>
                </c:pt>
                <c:pt idx="4020">
                  <c:v>2016-05-04</c:v>
                </c:pt>
                <c:pt idx="4021">
                  <c:v>2016-05-05</c:v>
                </c:pt>
                <c:pt idx="4022">
                  <c:v>2016-05-06</c:v>
                </c:pt>
                <c:pt idx="4023">
                  <c:v>2016-05-09</c:v>
                </c:pt>
                <c:pt idx="4024">
                  <c:v>2016-05-10</c:v>
                </c:pt>
                <c:pt idx="4025">
                  <c:v>2016-05-11</c:v>
                </c:pt>
                <c:pt idx="4026">
                  <c:v>2016-05-12</c:v>
                </c:pt>
                <c:pt idx="4027">
                  <c:v>2016-05-13</c:v>
                </c:pt>
                <c:pt idx="4028">
                  <c:v>2016-05-16</c:v>
                </c:pt>
                <c:pt idx="4029">
                  <c:v>2016-05-17</c:v>
                </c:pt>
                <c:pt idx="4030">
                  <c:v>2016-05-18</c:v>
                </c:pt>
                <c:pt idx="4031">
                  <c:v>2016-05-19</c:v>
                </c:pt>
                <c:pt idx="4032">
                  <c:v>2016-05-20</c:v>
                </c:pt>
                <c:pt idx="4033">
                  <c:v>2016-05-23</c:v>
                </c:pt>
                <c:pt idx="4034">
                  <c:v>2016-05-24</c:v>
                </c:pt>
                <c:pt idx="4035">
                  <c:v>2016-05-25</c:v>
                </c:pt>
                <c:pt idx="4036">
                  <c:v>2016-05-26</c:v>
                </c:pt>
                <c:pt idx="4037">
                  <c:v>2016-05-27</c:v>
                </c:pt>
                <c:pt idx="4038">
                  <c:v>2016-05-31</c:v>
                </c:pt>
                <c:pt idx="4039">
                  <c:v>2016-06-01</c:v>
                </c:pt>
                <c:pt idx="4040">
                  <c:v>2016-06-02</c:v>
                </c:pt>
                <c:pt idx="4041">
                  <c:v>2016-06-03</c:v>
                </c:pt>
                <c:pt idx="4042">
                  <c:v>2016-06-06</c:v>
                </c:pt>
                <c:pt idx="4043">
                  <c:v>2016-06-07</c:v>
                </c:pt>
                <c:pt idx="4044">
                  <c:v>2016-06-08</c:v>
                </c:pt>
                <c:pt idx="4045">
                  <c:v>2016-06-09</c:v>
                </c:pt>
                <c:pt idx="4046">
                  <c:v>2016-06-10</c:v>
                </c:pt>
                <c:pt idx="4047">
                  <c:v>2016-06-13</c:v>
                </c:pt>
                <c:pt idx="4048">
                  <c:v>2016-06-14</c:v>
                </c:pt>
                <c:pt idx="4049">
                  <c:v>2016-06-15</c:v>
                </c:pt>
                <c:pt idx="4050">
                  <c:v>2016-06-16</c:v>
                </c:pt>
                <c:pt idx="4051">
                  <c:v>2016-06-17</c:v>
                </c:pt>
                <c:pt idx="4052">
                  <c:v>2016-06-20</c:v>
                </c:pt>
                <c:pt idx="4053">
                  <c:v>2016-06-21</c:v>
                </c:pt>
                <c:pt idx="4054">
                  <c:v>2016-06-22</c:v>
                </c:pt>
                <c:pt idx="4055">
                  <c:v>2016-06-23</c:v>
                </c:pt>
                <c:pt idx="4056">
                  <c:v>2016-06-24</c:v>
                </c:pt>
                <c:pt idx="4057">
                  <c:v>2016-06-27</c:v>
                </c:pt>
                <c:pt idx="4058">
                  <c:v>2016-06-28</c:v>
                </c:pt>
                <c:pt idx="4059">
                  <c:v>2016-06-29</c:v>
                </c:pt>
                <c:pt idx="4060">
                  <c:v>2016-06-30</c:v>
                </c:pt>
                <c:pt idx="4061">
                  <c:v>2016-07-01</c:v>
                </c:pt>
                <c:pt idx="4062">
                  <c:v>2016-07-05</c:v>
                </c:pt>
                <c:pt idx="4063">
                  <c:v>2016-07-06</c:v>
                </c:pt>
                <c:pt idx="4064">
                  <c:v>2016-07-07</c:v>
                </c:pt>
                <c:pt idx="4065">
                  <c:v>2016-07-08</c:v>
                </c:pt>
                <c:pt idx="4066">
                  <c:v>2016-07-11</c:v>
                </c:pt>
                <c:pt idx="4067">
                  <c:v>2016-07-12</c:v>
                </c:pt>
                <c:pt idx="4068">
                  <c:v>2016-07-13</c:v>
                </c:pt>
                <c:pt idx="4069">
                  <c:v>2016-07-14</c:v>
                </c:pt>
                <c:pt idx="4070">
                  <c:v>2016-07-15</c:v>
                </c:pt>
                <c:pt idx="4071">
                  <c:v>2016-07-18</c:v>
                </c:pt>
                <c:pt idx="4072">
                  <c:v>2016-07-19</c:v>
                </c:pt>
                <c:pt idx="4073">
                  <c:v>2016-07-20</c:v>
                </c:pt>
                <c:pt idx="4074">
                  <c:v>2016-07-21</c:v>
                </c:pt>
                <c:pt idx="4075">
                  <c:v>2016-07-22</c:v>
                </c:pt>
                <c:pt idx="4076">
                  <c:v>2016-07-25</c:v>
                </c:pt>
                <c:pt idx="4077">
                  <c:v>2016-07-26</c:v>
                </c:pt>
                <c:pt idx="4078">
                  <c:v>2016-07-27</c:v>
                </c:pt>
                <c:pt idx="4079">
                  <c:v>2016-07-28</c:v>
                </c:pt>
                <c:pt idx="4080">
                  <c:v>2016-07-29</c:v>
                </c:pt>
                <c:pt idx="4081">
                  <c:v>2016-08-01</c:v>
                </c:pt>
                <c:pt idx="4082">
                  <c:v>2016-08-02</c:v>
                </c:pt>
                <c:pt idx="4083">
                  <c:v>2016-08-03</c:v>
                </c:pt>
                <c:pt idx="4084">
                  <c:v>2016-08-04</c:v>
                </c:pt>
                <c:pt idx="4085">
                  <c:v>2016-08-05</c:v>
                </c:pt>
                <c:pt idx="4086">
                  <c:v>2016-08-08</c:v>
                </c:pt>
                <c:pt idx="4087">
                  <c:v>2016-08-09</c:v>
                </c:pt>
                <c:pt idx="4088">
                  <c:v>2016-08-10</c:v>
                </c:pt>
                <c:pt idx="4089">
                  <c:v>2016-08-11</c:v>
                </c:pt>
                <c:pt idx="4090">
                  <c:v>2016-08-12</c:v>
                </c:pt>
                <c:pt idx="4091">
                  <c:v>2016-08-15</c:v>
                </c:pt>
                <c:pt idx="4092">
                  <c:v>2016-08-16</c:v>
                </c:pt>
                <c:pt idx="4093">
                  <c:v>2016-08-17</c:v>
                </c:pt>
                <c:pt idx="4094">
                  <c:v>2016-08-18</c:v>
                </c:pt>
                <c:pt idx="4095">
                  <c:v>2016-08-22</c:v>
                </c:pt>
                <c:pt idx="4096">
                  <c:v>2016-08-23</c:v>
                </c:pt>
                <c:pt idx="4097">
                  <c:v>2016-08-24</c:v>
                </c:pt>
                <c:pt idx="4098">
                  <c:v>2016-08-25</c:v>
                </c:pt>
                <c:pt idx="4099">
                  <c:v>2016-08-26</c:v>
                </c:pt>
                <c:pt idx="4100">
                  <c:v>2016-08-29</c:v>
                </c:pt>
                <c:pt idx="4101">
                  <c:v>2016-08-30</c:v>
                </c:pt>
                <c:pt idx="4102">
                  <c:v>2016-08-31</c:v>
                </c:pt>
                <c:pt idx="4103">
                  <c:v>2016-09-01</c:v>
                </c:pt>
                <c:pt idx="4104">
                  <c:v>2016-09-02</c:v>
                </c:pt>
                <c:pt idx="4105">
                  <c:v>2016-09-06</c:v>
                </c:pt>
                <c:pt idx="4106">
                  <c:v>2016-09-07</c:v>
                </c:pt>
                <c:pt idx="4107">
                  <c:v>2016-09-08</c:v>
                </c:pt>
                <c:pt idx="4108">
                  <c:v>2016-09-09</c:v>
                </c:pt>
                <c:pt idx="4109">
                  <c:v>2016-09-12</c:v>
                </c:pt>
                <c:pt idx="4110">
                  <c:v>2016-09-13</c:v>
                </c:pt>
                <c:pt idx="4111">
                  <c:v>2016-09-14</c:v>
                </c:pt>
                <c:pt idx="4112">
                  <c:v>2016-09-15</c:v>
                </c:pt>
                <c:pt idx="4113">
                  <c:v>2016-09-16</c:v>
                </c:pt>
                <c:pt idx="4114">
                  <c:v>2016-09-19</c:v>
                </c:pt>
                <c:pt idx="4115">
                  <c:v>2016-09-20</c:v>
                </c:pt>
                <c:pt idx="4116">
                  <c:v>2016-09-21</c:v>
                </c:pt>
                <c:pt idx="4117">
                  <c:v>2016-09-22</c:v>
                </c:pt>
                <c:pt idx="4118">
                  <c:v>2016-09-23</c:v>
                </c:pt>
                <c:pt idx="4119">
                  <c:v>2016-09-26</c:v>
                </c:pt>
                <c:pt idx="4120">
                  <c:v>2016-09-27</c:v>
                </c:pt>
                <c:pt idx="4121">
                  <c:v>2016-09-28</c:v>
                </c:pt>
                <c:pt idx="4122">
                  <c:v>2016-09-29</c:v>
                </c:pt>
                <c:pt idx="4123">
                  <c:v>2016-09-30</c:v>
                </c:pt>
                <c:pt idx="4124">
                  <c:v>2016-10-03</c:v>
                </c:pt>
                <c:pt idx="4125">
                  <c:v>2016-10-04</c:v>
                </c:pt>
                <c:pt idx="4126">
                  <c:v>2016-10-05</c:v>
                </c:pt>
                <c:pt idx="4127">
                  <c:v>2016-10-06</c:v>
                </c:pt>
                <c:pt idx="4128">
                  <c:v>2016-10-07</c:v>
                </c:pt>
                <c:pt idx="4129">
                  <c:v>2016-10-10</c:v>
                </c:pt>
                <c:pt idx="4130">
                  <c:v>2016-10-11</c:v>
                </c:pt>
                <c:pt idx="4131">
                  <c:v>2016-10-12</c:v>
                </c:pt>
                <c:pt idx="4132">
                  <c:v>2016-10-13</c:v>
                </c:pt>
                <c:pt idx="4133">
                  <c:v>2016-10-14</c:v>
                </c:pt>
                <c:pt idx="4134">
                  <c:v>2016-10-17</c:v>
                </c:pt>
                <c:pt idx="4135">
                  <c:v>2016-10-18</c:v>
                </c:pt>
                <c:pt idx="4136">
                  <c:v>2016-10-19</c:v>
                </c:pt>
                <c:pt idx="4137">
                  <c:v>2016-10-20</c:v>
                </c:pt>
                <c:pt idx="4138">
                  <c:v>2016-10-21</c:v>
                </c:pt>
                <c:pt idx="4139">
                  <c:v>2016-10-24</c:v>
                </c:pt>
                <c:pt idx="4140">
                  <c:v>2016-10-25</c:v>
                </c:pt>
                <c:pt idx="4141">
                  <c:v>2016-10-26</c:v>
                </c:pt>
                <c:pt idx="4142">
                  <c:v>2016-10-27</c:v>
                </c:pt>
                <c:pt idx="4143">
                  <c:v>2016-10-28</c:v>
                </c:pt>
                <c:pt idx="4144">
                  <c:v>2016-10-31</c:v>
                </c:pt>
                <c:pt idx="4145">
                  <c:v>2016-11-01</c:v>
                </c:pt>
                <c:pt idx="4146">
                  <c:v>2016-11-02</c:v>
                </c:pt>
                <c:pt idx="4147">
                  <c:v>2016-11-03</c:v>
                </c:pt>
                <c:pt idx="4148">
                  <c:v>2016-11-04</c:v>
                </c:pt>
                <c:pt idx="4149">
                  <c:v>2016-11-07</c:v>
                </c:pt>
                <c:pt idx="4150">
                  <c:v>2016-11-09</c:v>
                </c:pt>
                <c:pt idx="4151">
                  <c:v>2016-11-10</c:v>
                </c:pt>
                <c:pt idx="4152">
                  <c:v>2016-11-11</c:v>
                </c:pt>
                <c:pt idx="4153">
                  <c:v>2016-11-14</c:v>
                </c:pt>
                <c:pt idx="4154">
                  <c:v>2016-11-15</c:v>
                </c:pt>
                <c:pt idx="4155">
                  <c:v>2016-11-16</c:v>
                </c:pt>
                <c:pt idx="4156">
                  <c:v>2016-11-17</c:v>
                </c:pt>
                <c:pt idx="4157">
                  <c:v>2016-11-18</c:v>
                </c:pt>
                <c:pt idx="4158">
                  <c:v>2016-11-21</c:v>
                </c:pt>
                <c:pt idx="4159">
                  <c:v>2016-11-22</c:v>
                </c:pt>
                <c:pt idx="4160">
                  <c:v>2016-11-23</c:v>
                </c:pt>
                <c:pt idx="4161">
                  <c:v>2016-11-25</c:v>
                </c:pt>
                <c:pt idx="4162">
                  <c:v>2016-11-28</c:v>
                </c:pt>
                <c:pt idx="4163">
                  <c:v>2016-11-29</c:v>
                </c:pt>
                <c:pt idx="4164">
                  <c:v>2016-11-30</c:v>
                </c:pt>
                <c:pt idx="4165">
                  <c:v>2016-12-01</c:v>
                </c:pt>
                <c:pt idx="4166">
                  <c:v>2016-12-02</c:v>
                </c:pt>
                <c:pt idx="4167">
                  <c:v>2016-12-05</c:v>
                </c:pt>
                <c:pt idx="4168">
                  <c:v>2016-12-06</c:v>
                </c:pt>
                <c:pt idx="4169">
                  <c:v>2016-12-07</c:v>
                </c:pt>
                <c:pt idx="4170">
                  <c:v>2016-12-08</c:v>
                </c:pt>
                <c:pt idx="4171">
                  <c:v>2016-12-09</c:v>
                </c:pt>
                <c:pt idx="4172">
                  <c:v>2016-12-12</c:v>
                </c:pt>
                <c:pt idx="4173">
                  <c:v>2016-12-13</c:v>
                </c:pt>
                <c:pt idx="4174">
                  <c:v>2016-12-14</c:v>
                </c:pt>
                <c:pt idx="4175">
                  <c:v>2016-12-15</c:v>
                </c:pt>
                <c:pt idx="4176">
                  <c:v>2016-12-16</c:v>
                </c:pt>
                <c:pt idx="4177">
                  <c:v>2016-12-19</c:v>
                </c:pt>
                <c:pt idx="4178">
                  <c:v>2016-12-20</c:v>
                </c:pt>
                <c:pt idx="4179">
                  <c:v>2016-12-21</c:v>
                </c:pt>
                <c:pt idx="4180">
                  <c:v>2016-12-22</c:v>
                </c:pt>
                <c:pt idx="4181">
                  <c:v>2016-12-23</c:v>
                </c:pt>
                <c:pt idx="4182">
                  <c:v>2016-12-27</c:v>
                </c:pt>
                <c:pt idx="4183">
                  <c:v>2016-12-28</c:v>
                </c:pt>
                <c:pt idx="4184">
                  <c:v>2016-12-29</c:v>
                </c:pt>
                <c:pt idx="4185">
                  <c:v>2016-12-30</c:v>
                </c:pt>
                <c:pt idx="4186">
                  <c:v>2017-01-03</c:v>
                </c:pt>
                <c:pt idx="4187">
                  <c:v>2017-01-04</c:v>
                </c:pt>
                <c:pt idx="4188">
                  <c:v>2017-01-05</c:v>
                </c:pt>
                <c:pt idx="4189">
                  <c:v>2017-01-06</c:v>
                </c:pt>
                <c:pt idx="4190">
                  <c:v>2017-01-09</c:v>
                </c:pt>
                <c:pt idx="4191">
                  <c:v>2017-01-10</c:v>
                </c:pt>
                <c:pt idx="4192">
                  <c:v>2017-01-11</c:v>
                </c:pt>
                <c:pt idx="4193">
                  <c:v>2017-01-12</c:v>
                </c:pt>
                <c:pt idx="4194">
                  <c:v>2017-01-13</c:v>
                </c:pt>
                <c:pt idx="4195">
                  <c:v>2017-01-17</c:v>
                </c:pt>
                <c:pt idx="4196">
                  <c:v>2017-01-18</c:v>
                </c:pt>
                <c:pt idx="4197">
                  <c:v>2017-01-19</c:v>
                </c:pt>
                <c:pt idx="4198">
                  <c:v>2017-01-20</c:v>
                </c:pt>
                <c:pt idx="4199">
                  <c:v>2017-01-23</c:v>
                </c:pt>
                <c:pt idx="4200">
                  <c:v>2017-01-24</c:v>
                </c:pt>
                <c:pt idx="4201">
                  <c:v>2017-01-25</c:v>
                </c:pt>
                <c:pt idx="4202">
                  <c:v>2017-01-26</c:v>
                </c:pt>
                <c:pt idx="4203">
                  <c:v>2017-01-27</c:v>
                </c:pt>
                <c:pt idx="4204">
                  <c:v>2017-01-30</c:v>
                </c:pt>
                <c:pt idx="4205">
                  <c:v>2017-01-31</c:v>
                </c:pt>
                <c:pt idx="4206">
                  <c:v>2017-02-01</c:v>
                </c:pt>
                <c:pt idx="4207">
                  <c:v>2017-02-02</c:v>
                </c:pt>
                <c:pt idx="4208">
                  <c:v>2017-02-03</c:v>
                </c:pt>
                <c:pt idx="4209">
                  <c:v>2017-02-06</c:v>
                </c:pt>
                <c:pt idx="4210">
                  <c:v>2017-02-07</c:v>
                </c:pt>
                <c:pt idx="4211">
                  <c:v>2017-02-08</c:v>
                </c:pt>
                <c:pt idx="4212">
                  <c:v>2017-02-09</c:v>
                </c:pt>
                <c:pt idx="4213">
                  <c:v>2017-02-10</c:v>
                </c:pt>
                <c:pt idx="4214">
                  <c:v>2017-02-13</c:v>
                </c:pt>
                <c:pt idx="4215">
                  <c:v>2017-02-14</c:v>
                </c:pt>
                <c:pt idx="4216">
                  <c:v>2017-02-15</c:v>
                </c:pt>
                <c:pt idx="4217">
                  <c:v>2017-02-16</c:v>
                </c:pt>
                <c:pt idx="4218">
                  <c:v>2017-02-17</c:v>
                </c:pt>
                <c:pt idx="4219">
                  <c:v>2017-02-21</c:v>
                </c:pt>
                <c:pt idx="4220">
                  <c:v>2017-02-22</c:v>
                </c:pt>
                <c:pt idx="4221">
                  <c:v>2017-02-23</c:v>
                </c:pt>
                <c:pt idx="4222">
                  <c:v>2017-02-24</c:v>
                </c:pt>
                <c:pt idx="4223">
                  <c:v>2017-02-27</c:v>
                </c:pt>
                <c:pt idx="4224">
                  <c:v>2017-02-28</c:v>
                </c:pt>
                <c:pt idx="4225">
                  <c:v>2017-03-01</c:v>
                </c:pt>
                <c:pt idx="4226">
                  <c:v>2017-03-02</c:v>
                </c:pt>
                <c:pt idx="4227">
                  <c:v>2017-03-03</c:v>
                </c:pt>
                <c:pt idx="4228">
                  <c:v>2017-03-06</c:v>
                </c:pt>
                <c:pt idx="4229">
                  <c:v>2017-03-07</c:v>
                </c:pt>
                <c:pt idx="4230">
                  <c:v>2017-03-08</c:v>
                </c:pt>
                <c:pt idx="4231">
                  <c:v>2017-03-09</c:v>
                </c:pt>
                <c:pt idx="4232">
                  <c:v>2017-03-10</c:v>
                </c:pt>
                <c:pt idx="4233">
                  <c:v>2017-03-13</c:v>
                </c:pt>
                <c:pt idx="4234">
                  <c:v>2017-03-14</c:v>
                </c:pt>
                <c:pt idx="4235">
                  <c:v>2017-03-15</c:v>
                </c:pt>
                <c:pt idx="4236">
                  <c:v>2017-03-16</c:v>
                </c:pt>
                <c:pt idx="4237">
                  <c:v>2017-03-17</c:v>
                </c:pt>
                <c:pt idx="4238">
                  <c:v>2017-03-20</c:v>
                </c:pt>
                <c:pt idx="4239">
                  <c:v>2017-03-21</c:v>
                </c:pt>
                <c:pt idx="4240">
                  <c:v>2017-03-22</c:v>
                </c:pt>
                <c:pt idx="4241">
                  <c:v>2017-03-23</c:v>
                </c:pt>
                <c:pt idx="4242">
                  <c:v>2017-03-24</c:v>
                </c:pt>
                <c:pt idx="4243">
                  <c:v>2017-03-27</c:v>
                </c:pt>
                <c:pt idx="4244">
                  <c:v>2017-03-28</c:v>
                </c:pt>
                <c:pt idx="4245">
                  <c:v>2017-03-29</c:v>
                </c:pt>
                <c:pt idx="4246">
                  <c:v>2017-03-30</c:v>
                </c:pt>
                <c:pt idx="4247">
                  <c:v>2017-03-31</c:v>
                </c:pt>
                <c:pt idx="4248">
                  <c:v>2017-04-03</c:v>
                </c:pt>
                <c:pt idx="4249">
                  <c:v>2017-04-04</c:v>
                </c:pt>
                <c:pt idx="4250">
                  <c:v>2017-04-05</c:v>
                </c:pt>
                <c:pt idx="4251">
                  <c:v>2017-04-06</c:v>
                </c:pt>
                <c:pt idx="4252">
                  <c:v>2017-04-07</c:v>
                </c:pt>
                <c:pt idx="4253">
                  <c:v>2017-04-10</c:v>
                </c:pt>
                <c:pt idx="4254">
                  <c:v>2017-04-11</c:v>
                </c:pt>
                <c:pt idx="4255">
                  <c:v>2017-04-12</c:v>
                </c:pt>
                <c:pt idx="4256">
                  <c:v>2017-04-13</c:v>
                </c:pt>
                <c:pt idx="4257">
                  <c:v>2017-04-17</c:v>
                </c:pt>
                <c:pt idx="4258">
                  <c:v>2017-04-18</c:v>
                </c:pt>
                <c:pt idx="4259">
                  <c:v>2017-04-19</c:v>
                </c:pt>
                <c:pt idx="4260">
                  <c:v>2017-04-21</c:v>
                </c:pt>
                <c:pt idx="4261">
                  <c:v>2017-04-24</c:v>
                </c:pt>
                <c:pt idx="4262">
                  <c:v>2017-04-25</c:v>
                </c:pt>
                <c:pt idx="4263">
                  <c:v>2017-04-26</c:v>
                </c:pt>
                <c:pt idx="4264">
                  <c:v>2017-04-27</c:v>
                </c:pt>
                <c:pt idx="4265">
                  <c:v>2017-04-28</c:v>
                </c:pt>
                <c:pt idx="4266">
                  <c:v>2017-05-01</c:v>
                </c:pt>
                <c:pt idx="4267">
                  <c:v>2017-05-02</c:v>
                </c:pt>
                <c:pt idx="4268">
                  <c:v>2017-05-03</c:v>
                </c:pt>
                <c:pt idx="4269">
                  <c:v>2017-05-04</c:v>
                </c:pt>
                <c:pt idx="4270">
                  <c:v>2017-05-05</c:v>
                </c:pt>
                <c:pt idx="4271">
                  <c:v>2017-05-08</c:v>
                </c:pt>
                <c:pt idx="4272">
                  <c:v>2017-05-09</c:v>
                </c:pt>
                <c:pt idx="4273">
                  <c:v>2017-05-10</c:v>
                </c:pt>
                <c:pt idx="4274">
                  <c:v>2017-05-11</c:v>
                </c:pt>
                <c:pt idx="4275">
                  <c:v>2017-05-12</c:v>
                </c:pt>
                <c:pt idx="4276">
                  <c:v>2017-05-15</c:v>
                </c:pt>
                <c:pt idx="4277">
                  <c:v>2017-05-16</c:v>
                </c:pt>
                <c:pt idx="4278">
                  <c:v>2017-05-17</c:v>
                </c:pt>
                <c:pt idx="4279">
                  <c:v>2017-05-18</c:v>
                </c:pt>
                <c:pt idx="4280">
                  <c:v>2017-05-19</c:v>
                </c:pt>
                <c:pt idx="4281">
                  <c:v>2017-05-22</c:v>
                </c:pt>
                <c:pt idx="4282">
                  <c:v>2017-05-23</c:v>
                </c:pt>
                <c:pt idx="4283">
                  <c:v>2017-05-24</c:v>
                </c:pt>
                <c:pt idx="4284">
                  <c:v>2017-05-25</c:v>
                </c:pt>
                <c:pt idx="4285">
                  <c:v>2017-05-26</c:v>
                </c:pt>
                <c:pt idx="4286">
                  <c:v>2017-05-30</c:v>
                </c:pt>
                <c:pt idx="4287">
                  <c:v>2017-05-31</c:v>
                </c:pt>
                <c:pt idx="4288">
                  <c:v>2017-06-01</c:v>
                </c:pt>
                <c:pt idx="4289">
                  <c:v>2017-06-02</c:v>
                </c:pt>
                <c:pt idx="4290">
                  <c:v>2017-06-05</c:v>
                </c:pt>
                <c:pt idx="4291">
                  <c:v>2017-06-06</c:v>
                </c:pt>
                <c:pt idx="4292">
                  <c:v>2017-06-07</c:v>
                </c:pt>
                <c:pt idx="4293">
                  <c:v>2017-06-08</c:v>
                </c:pt>
                <c:pt idx="4294">
                  <c:v>2017-06-09</c:v>
                </c:pt>
                <c:pt idx="4295">
                  <c:v>2017-06-12</c:v>
                </c:pt>
                <c:pt idx="4296">
                  <c:v>2017-06-13</c:v>
                </c:pt>
                <c:pt idx="4297">
                  <c:v>2017-06-14</c:v>
                </c:pt>
                <c:pt idx="4298">
                  <c:v>2017-06-15</c:v>
                </c:pt>
                <c:pt idx="4299">
                  <c:v>2017-06-16</c:v>
                </c:pt>
                <c:pt idx="4300">
                  <c:v>2017-06-19</c:v>
                </c:pt>
                <c:pt idx="4301">
                  <c:v>2017-06-20</c:v>
                </c:pt>
                <c:pt idx="4302">
                  <c:v>2017-06-21</c:v>
                </c:pt>
                <c:pt idx="4303">
                  <c:v>2017-06-22</c:v>
                </c:pt>
                <c:pt idx="4304">
                  <c:v>2017-06-23</c:v>
                </c:pt>
                <c:pt idx="4305">
                  <c:v>2017-06-26</c:v>
                </c:pt>
                <c:pt idx="4306">
                  <c:v>2017-06-27</c:v>
                </c:pt>
                <c:pt idx="4307">
                  <c:v>2017-06-28</c:v>
                </c:pt>
                <c:pt idx="4308">
                  <c:v>2017-06-29</c:v>
                </c:pt>
                <c:pt idx="4309">
                  <c:v>2017-06-30</c:v>
                </c:pt>
                <c:pt idx="4310">
                  <c:v>2017-07-03</c:v>
                </c:pt>
                <c:pt idx="4311">
                  <c:v>2017-07-05</c:v>
                </c:pt>
                <c:pt idx="4312">
                  <c:v>2017-07-06</c:v>
                </c:pt>
                <c:pt idx="4313">
                  <c:v>2017-07-07</c:v>
                </c:pt>
                <c:pt idx="4314">
                  <c:v>2017-07-10</c:v>
                </c:pt>
                <c:pt idx="4315">
                  <c:v>2017-07-11</c:v>
                </c:pt>
                <c:pt idx="4316">
                  <c:v>2017-07-12</c:v>
                </c:pt>
                <c:pt idx="4317">
                  <c:v>2017-07-13</c:v>
                </c:pt>
                <c:pt idx="4318">
                  <c:v>2017-07-14</c:v>
                </c:pt>
                <c:pt idx="4319">
                  <c:v>2017-07-17</c:v>
                </c:pt>
                <c:pt idx="4320">
                  <c:v>2017-07-18</c:v>
                </c:pt>
                <c:pt idx="4321">
                  <c:v>2017-07-19</c:v>
                </c:pt>
                <c:pt idx="4322">
                  <c:v>2017-07-20</c:v>
                </c:pt>
                <c:pt idx="4323">
                  <c:v>2017-07-21</c:v>
                </c:pt>
                <c:pt idx="4324">
                  <c:v>2017-07-24</c:v>
                </c:pt>
                <c:pt idx="4325">
                  <c:v>2017-07-25</c:v>
                </c:pt>
                <c:pt idx="4326">
                  <c:v>2017-07-26</c:v>
                </c:pt>
                <c:pt idx="4327">
                  <c:v>2017-07-27</c:v>
                </c:pt>
                <c:pt idx="4328">
                  <c:v>2017-07-28</c:v>
                </c:pt>
                <c:pt idx="4329">
                  <c:v>2017-07-31</c:v>
                </c:pt>
                <c:pt idx="4330">
                  <c:v>2017-08-01</c:v>
                </c:pt>
                <c:pt idx="4331">
                  <c:v>2017-08-02</c:v>
                </c:pt>
                <c:pt idx="4332">
                  <c:v>2017-08-03</c:v>
                </c:pt>
                <c:pt idx="4333">
                  <c:v>2017-08-04</c:v>
                </c:pt>
                <c:pt idx="4334">
                  <c:v>2017-08-07</c:v>
                </c:pt>
                <c:pt idx="4335">
                  <c:v>2017-08-08</c:v>
                </c:pt>
                <c:pt idx="4336">
                  <c:v>2017-08-09</c:v>
                </c:pt>
                <c:pt idx="4337">
                  <c:v>2017-08-10</c:v>
                </c:pt>
                <c:pt idx="4338">
                  <c:v>2017-08-11</c:v>
                </c:pt>
                <c:pt idx="4339">
                  <c:v>2017-08-14</c:v>
                </c:pt>
                <c:pt idx="4340">
                  <c:v>2017-08-15</c:v>
                </c:pt>
                <c:pt idx="4341">
                  <c:v>2017-08-16</c:v>
                </c:pt>
                <c:pt idx="4342">
                  <c:v>2017-08-17</c:v>
                </c:pt>
                <c:pt idx="4343">
                  <c:v>2017-08-18</c:v>
                </c:pt>
                <c:pt idx="4344">
                  <c:v>2017-08-21</c:v>
                </c:pt>
                <c:pt idx="4345">
                  <c:v>2017-08-22</c:v>
                </c:pt>
                <c:pt idx="4346">
                  <c:v>2017-08-23</c:v>
                </c:pt>
                <c:pt idx="4347">
                  <c:v>2017-08-24</c:v>
                </c:pt>
                <c:pt idx="4348">
                  <c:v>2017-08-25</c:v>
                </c:pt>
                <c:pt idx="4349">
                  <c:v>2017-08-28</c:v>
                </c:pt>
                <c:pt idx="4350">
                  <c:v>2017-08-29</c:v>
                </c:pt>
                <c:pt idx="4351">
                  <c:v>2017-08-30</c:v>
                </c:pt>
                <c:pt idx="4352">
                  <c:v>2017-08-31</c:v>
                </c:pt>
                <c:pt idx="4353">
                  <c:v>2017-09-01</c:v>
                </c:pt>
                <c:pt idx="4354">
                  <c:v>2017-09-05</c:v>
                </c:pt>
                <c:pt idx="4355">
                  <c:v>2017-09-06</c:v>
                </c:pt>
                <c:pt idx="4356">
                  <c:v>2017-09-07</c:v>
                </c:pt>
                <c:pt idx="4357">
                  <c:v>2017-09-08</c:v>
                </c:pt>
                <c:pt idx="4358">
                  <c:v>2017-09-11</c:v>
                </c:pt>
                <c:pt idx="4359">
                  <c:v>2017-09-12</c:v>
                </c:pt>
                <c:pt idx="4360">
                  <c:v>2017-09-13</c:v>
                </c:pt>
                <c:pt idx="4361">
                  <c:v>2017-09-14</c:v>
                </c:pt>
                <c:pt idx="4362">
                  <c:v>2017-09-15</c:v>
                </c:pt>
                <c:pt idx="4363">
                  <c:v>2017-09-18</c:v>
                </c:pt>
                <c:pt idx="4364">
                  <c:v>2017-09-19</c:v>
                </c:pt>
                <c:pt idx="4365">
                  <c:v>2017-09-20</c:v>
                </c:pt>
                <c:pt idx="4366">
                  <c:v>2017-09-21</c:v>
                </c:pt>
                <c:pt idx="4367">
                  <c:v>2017-09-22</c:v>
                </c:pt>
                <c:pt idx="4368">
                  <c:v>2017-09-25</c:v>
                </c:pt>
                <c:pt idx="4369">
                  <c:v>2017-09-26</c:v>
                </c:pt>
                <c:pt idx="4370">
                  <c:v>2017-09-27</c:v>
                </c:pt>
                <c:pt idx="4371">
                  <c:v>2017-09-28</c:v>
                </c:pt>
                <c:pt idx="4372">
                  <c:v>2017-09-29</c:v>
                </c:pt>
                <c:pt idx="4373">
                  <c:v>2017-10-02</c:v>
                </c:pt>
                <c:pt idx="4374">
                  <c:v>2017-10-03</c:v>
                </c:pt>
                <c:pt idx="4375">
                  <c:v>2017-10-04</c:v>
                </c:pt>
                <c:pt idx="4376">
                  <c:v>2017-10-05</c:v>
                </c:pt>
                <c:pt idx="4377">
                  <c:v>2017-10-06</c:v>
                </c:pt>
                <c:pt idx="4378">
                  <c:v>2017-10-09</c:v>
                </c:pt>
                <c:pt idx="4379">
                  <c:v>2017-10-10</c:v>
                </c:pt>
                <c:pt idx="4380">
                  <c:v>2017-10-11</c:v>
                </c:pt>
                <c:pt idx="4381">
                  <c:v>2017-10-12</c:v>
                </c:pt>
                <c:pt idx="4382">
                  <c:v>2017-10-13</c:v>
                </c:pt>
                <c:pt idx="4383">
                  <c:v>2017-10-16</c:v>
                </c:pt>
                <c:pt idx="4384">
                  <c:v>2017-10-17</c:v>
                </c:pt>
                <c:pt idx="4385">
                  <c:v>2017-10-18</c:v>
                </c:pt>
                <c:pt idx="4386">
                  <c:v>2017-10-19</c:v>
                </c:pt>
                <c:pt idx="4387">
                  <c:v>2017-10-20</c:v>
                </c:pt>
                <c:pt idx="4388">
                  <c:v>2017-10-23</c:v>
                </c:pt>
                <c:pt idx="4389">
                  <c:v>2017-10-24</c:v>
                </c:pt>
                <c:pt idx="4390">
                  <c:v>2017-10-25</c:v>
                </c:pt>
                <c:pt idx="4391">
                  <c:v>2017-10-26</c:v>
                </c:pt>
                <c:pt idx="4392">
                  <c:v>2017-10-27</c:v>
                </c:pt>
                <c:pt idx="4393">
                  <c:v>2017-10-30</c:v>
                </c:pt>
                <c:pt idx="4394">
                  <c:v>2017-10-31</c:v>
                </c:pt>
                <c:pt idx="4395">
                  <c:v>2017-11-01</c:v>
                </c:pt>
                <c:pt idx="4396">
                  <c:v>2017-11-02</c:v>
                </c:pt>
                <c:pt idx="4397">
                  <c:v>2017-11-03</c:v>
                </c:pt>
                <c:pt idx="4398">
                  <c:v>2017-11-06</c:v>
                </c:pt>
                <c:pt idx="4399">
                  <c:v>2017-11-07</c:v>
                </c:pt>
                <c:pt idx="4400">
                  <c:v>2017-11-08</c:v>
                </c:pt>
                <c:pt idx="4401">
                  <c:v>2017-11-09</c:v>
                </c:pt>
                <c:pt idx="4402">
                  <c:v>2017-11-10</c:v>
                </c:pt>
                <c:pt idx="4403">
                  <c:v>2017-11-13</c:v>
                </c:pt>
                <c:pt idx="4404">
                  <c:v>2017-11-14</c:v>
                </c:pt>
                <c:pt idx="4405">
                  <c:v>2017-11-15</c:v>
                </c:pt>
                <c:pt idx="4406">
                  <c:v>2017-11-16</c:v>
                </c:pt>
                <c:pt idx="4407">
                  <c:v>2017-11-17</c:v>
                </c:pt>
                <c:pt idx="4408">
                  <c:v>2017-11-20</c:v>
                </c:pt>
                <c:pt idx="4409">
                  <c:v>2017-11-21</c:v>
                </c:pt>
                <c:pt idx="4410">
                  <c:v>2017-11-22</c:v>
                </c:pt>
                <c:pt idx="4411">
                  <c:v>2017-11-24</c:v>
                </c:pt>
                <c:pt idx="4412">
                  <c:v>2017-11-27</c:v>
                </c:pt>
                <c:pt idx="4413">
                  <c:v>2017-11-28</c:v>
                </c:pt>
                <c:pt idx="4414">
                  <c:v>2017-11-29</c:v>
                </c:pt>
                <c:pt idx="4415">
                  <c:v>2017-11-30</c:v>
                </c:pt>
                <c:pt idx="4416">
                  <c:v>2017-12-01</c:v>
                </c:pt>
                <c:pt idx="4417">
                  <c:v>2017-12-04</c:v>
                </c:pt>
                <c:pt idx="4418">
                  <c:v>2017-12-05</c:v>
                </c:pt>
                <c:pt idx="4419">
                  <c:v>2017-12-06</c:v>
                </c:pt>
                <c:pt idx="4420">
                  <c:v>2017-12-07</c:v>
                </c:pt>
                <c:pt idx="4421">
                  <c:v>2017-12-08</c:v>
                </c:pt>
                <c:pt idx="4422">
                  <c:v>2017-12-11</c:v>
                </c:pt>
                <c:pt idx="4423">
                  <c:v>2017-12-12</c:v>
                </c:pt>
                <c:pt idx="4424">
                  <c:v>2017-12-13</c:v>
                </c:pt>
                <c:pt idx="4425">
                  <c:v>2017-12-14</c:v>
                </c:pt>
                <c:pt idx="4426">
                  <c:v>2017-12-15</c:v>
                </c:pt>
                <c:pt idx="4427">
                  <c:v>2017-12-18</c:v>
                </c:pt>
                <c:pt idx="4428">
                  <c:v>2017-12-19</c:v>
                </c:pt>
                <c:pt idx="4429">
                  <c:v>2017-12-20</c:v>
                </c:pt>
                <c:pt idx="4430">
                  <c:v>2017-12-21</c:v>
                </c:pt>
                <c:pt idx="4431">
                  <c:v>2017-12-22</c:v>
                </c:pt>
                <c:pt idx="4432">
                  <c:v>2017-12-26</c:v>
                </c:pt>
                <c:pt idx="4433">
                  <c:v>2017-12-27</c:v>
                </c:pt>
                <c:pt idx="4434">
                  <c:v>2017-12-28</c:v>
                </c:pt>
                <c:pt idx="4435">
                  <c:v>2017-12-29</c:v>
                </c:pt>
                <c:pt idx="4436">
                  <c:v>2018-01-02</c:v>
                </c:pt>
                <c:pt idx="4437">
                  <c:v>2018-01-03</c:v>
                </c:pt>
                <c:pt idx="4438">
                  <c:v>2018-01-04</c:v>
                </c:pt>
                <c:pt idx="4439">
                  <c:v>2018-01-05</c:v>
                </c:pt>
                <c:pt idx="4440">
                  <c:v>2018-01-08</c:v>
                </c:pt>
                <c:pt idx="4441">
                  <c:v>2018-01-09</c:v>
                </c:pt>
                <c:pt idx="4442">
                  <c:v>2018-01-10</c:v>
                </c:pt>
                <c:pt idx="4443">
                  <c:v>2018-01-11</c:v>
                </c:pt>
                <c:pt idx="4444">
                  <c:v>2018-01-12</c:v>
                </c:pt>
                <c:pt idx="4445">
                  <c:v>2018-01-16</c:v>
                </c:pt>
                <c:pt idx="4446">
                  <c:v>2018-01-17</c:v>
                </c:pt>
                <c:pt idx="4447">
                  <c:v>2018-01-18</c:v>
                </c:pt>
                <c:pt idx="4448">
                  <c:v>2018-01-19</c:v>
                </c:pt>
                <c:pt idx="4449">
                  <c:v>2018-01-22</c:v>
                </c:pt>
                <c:pt idx="4450">
                  <c:v>2018-01-23</c:v>
                </c:pt>
                <c:pt idx="4451">
                  <c:v>2018-01-24</c:v>
                </c:pt>
                <c:pt idx="4452">
                  <c:v>2018-01-25</c:v>
                </c:pt>
                <c:pt idx="4453">
                  <c:v>2018-01-26</c:v>
                </c:pt>
                <c:pt idx="4454">
                  <c:v>2018-01-29</c:v>
                </c:pt>
                <c:pt idx="4455">
                  <c:v>2018-01-30</c:v>
                </c:pt>
                <c:pt idx="4456">
                  <c:v>2018-01-31</c:v>
                </c:pt>
                <c:pt idx="4457">
                  <c:v>2018-02-01</c:v>
                </c:pt>
                <c:pt idx="4458">
                  <c:v>2018-02-02</c:v>
                </c:pt>
                <c:pt idx="4459">
                  <c:v>2018-02-05</c:v>
                </c:pt>
                <c:pt idx="4460">
                  <c:v>2018-02-06</c:v>
                </c:pt>
                <c:pt idx="4461">
                  <c:v>2018-02-07</c:v>
                </c:pt>
                <c:pt idx="4462">
                  <c:v>2018-02-08</c:v>
                </c:pt>
                <c:pt idx="4463">
                  <c:v>2018-02-09</c:v>
                </c:pt>
                <c:pt idx="4464">
                  <c:v>2018-02-12</c:v>
                </c:pt>
                <c:pt idx="4465">
                  <c:v>2018-02-13</c:v>
                </c:pt>
                <c:pt idx="4466">
                  <c:v>2018-02-14</c:v>
                </c:pt>
                <c:pt idx="4467">
                  <c:v>2018-02-15</c:v>
                </c:pt>
                <c:pt idx="4468">
                  <c:v>2018-02-16</c:v>
                </c:pt>
                <c:pt idx="4469">
                  <c:v>2018-02-20</c:v>
                </c:pt>
                <c:pt idx="4470">
                  <c:v>2018-02-21</c:v>
                </c:pt>
                <c:pt idx="4471">
                  <c:v>2018-02-22</c:v>
                </c:pt>
                <c:pt idx="4472">
                  <c:v>2018-02-23</c:v>
                </c:pt>
                <c:pt idx="4473">
                  <c:v>2018-02-26</c:v>
                </c:pt>
                <c:pt idx="4474">
                  <c:v>2018-02-27</c:v>
                </c:pt>
                <c:pt idx="4475">
                  <c:v>2018-02-28</c:v>
                </c:pt>
                <c:pt idx="4476">
                  <c:v>2018-03-01</c:v>
                </c:pt>
                <c:pt idx="4477">
                  <c:v>2018-03-02</c:v>
                </c:pt>
                <c:pt idx="4478">
                  <c:v>2018-03-05</c:v>
                </c:pt>
                <c:pt idx="4479">
                  <c:v>2018-03-06</c:v>
                </c:pt>
                <c:pt idx="4480">
                  <c:v>2018-03-07</c:v>
                </c:pt>
                <c:pt idx="4481">
                  <c:v>2018-03-08</c:v>
                </c:pt>
                <c:pt idx="4482">
                  <c:v>2018-03-09</c:v>
                </c:pt>
                <c:pt idx="4483">
                  <c:v>2018-03-12</c:v>
                </c:pt>
                <c:pt idx="4484">
                  <c:v>2018-03-13</c:v>
                </c:pt>
                <c:pt idx="4485">
                  <c:v>2018-03-14</c:v>
                </c:pt>
                <c:pt idx="4486">
                  <c:v>2018-03-15</c:v>
                </c:pt>
                <c:pt idx="4487">
                  <c:v>2018-03-16</c:v>
                </c:pt>
                <c:pt idx="4488">
                  <c:v>2018-03-19</c:v>
                </c:pt>
                <c:pt idx="4489">
                  <c:v>2018-03-20</c:v>
                </c:pt>
                <c:pt idx="4490">
                  <c:v>2018-03-21</c:v>
                </c:pt>
                <c:pt idx="4491">
                  <c:v>2018-03-22</c:v>
                </c:pt>
                <c:pt idx="4492">
                  <c:v>2018-03-23</c:v>
                </c:pt>
                <c:pt idx="4493">
                  <c:v>2018-03-26</c:v>
                </c:pt>
                <c:pt idx="4494">
                  <c:v>2018-03-27</c:v>
                </c:pt>
                <c:pt idx="4495">
                  <c:v>2018-03-28</c:v>
                </c:pt>
                <c:pt idx="4496">
                  <c:v>2018-03-29</c:v>
                </c:pt>
                <c:pt idx="4497">
                  <c:v>2018-04-02</c:v>
                </c:pt>
                <c:pt idx="4498">
                  <c:v>2018-04-03</c:v>
                </c:pt>
                <c:pt idx="4499">
                  <c:v>2018-04-04</c:v>
                </c:pt>
                <c:pt idx="4500">
                  <c:v>2018-04-05</c:v>
                </c:pt>
                <c:pt idx="4501">
                  <c:v>2018-04-06</c:v>
                </c:pt>
                <c:pt idx="4502">
                  <c:v>2018-04-09</c:v>
                </c:pt>
                <c:pt idx="4503">
                  <c:v>2018-04-10</c:v>
                </c:pt>
                <c:pt idx="4504">
                  <c:v>2018-04-11</c:v>
                </c:pt>
                <c:pt idx="4505">
                  <c:v>2018-04-12</c:v>
                </c:pt>
                <c:pt idx="4506">
                  <c:v>2018-04-13</c:v>
                </c:pt>
                <c:pt idx="4507">
                  <c:v>2018-04-16</c:v>
                </c:pt>
                <c:pt idx="4508">
                  <c:v>2018-04-17</c:v>
                </c:pt>
                <c:pt idx="4509">
                  <c:v>2018-04-18</c:v>
                </c:pt>
                <c:pt idx="4510">
                  <c:v>2018-04-19</c:v>
                </c:pt>
                <c:pt idx="4511">
                  <c:v>2018-04-20</c:v>
                </c:pt>
                <c:pt idx="4512">
                  <c:v>2018-04-23</c:v>
                </c:pt>
                <c:pt idx="4513">
                  <c:v>2018-04-24</c:v>
                </c:pt>
                <c:pt idx="4514">
                  <c:v>2018-04-25</c:v>
                </c:pt>
                <c:pt idx="4515">
                  <c:v>2018-04-26</c:v>
                </c:pt>
                <c:pt idx="4516">
                  <c:v>2018-04-27</c:v>
                </c:pt>
                <c:pt idx="4517">
                  <c:v>2018-04-30</c:v>
                </c:pt>
                <c:pt idx="4518">
                  <c:v>2018-05-01</c:v>
                </c:pt>
                <c:pt idx="4519">
                  <c:v>2018-05-02</c:v>
                </c:pt>
                <c:pt idx="4520">
                  <c:v>2018-05-03</c:v>
                </c:pt>
                <c:pt idx="4521">
                  <c:v>2018-05-04</c:v>
                </c:pt>
                <c:pt idx="4522">
                  <c:v>2018-05-07</c:v>
                </c:pt>
                <c:pt idx="4523">
                  <c:v>2018-05-08</c:v>
                </c:pt>
                <c:pt idx="4524">
                  <c:v>2018-05-09</c:v>
                </c:pt>
                <c:pt idx="4525">
                  <c:v>2018-05-10</c:v>
                </c:pt>
                <c:pt idx="4526">
                  <c:v>2018-05-11</c:v>
                </c:pt>
                <c:pt idx="4527">
                  <c:v>2018-05-14</c:v>
                </c:pt>
                <c:pt idx="4528">
                  <c:v>2018-05-15</c:v>
                </c:pt>
                <c:pt idx="4529">
                  <c:v>2018-05-16</c:v>
                </c:pt>
                <c:pt idx="4530">
                  <c:v>2018-05-17</c:v>
                </c:pt>
                <c:pt idx="4531">
                  <c:v>2018-05-18</c:v>
                </c:pt>
                <c:pt idx="4532">
                  <c:v>2018-05-21</c:v>
                </c:pt>
                <c:pt idx="4533">
                  <c:v>2018-05-22</c:v>
                </c:pt>
                <c:pt idx="4534">
                  <c:v>2018-05-23</c:v>
                </c:pt>
                <c:pt idx="4535">
                  <c:v>2018-05-24</c:v>
                </c:pt>
                <c:pt idx="4536">
                  <c:v>2018-05-25</c:v>
                </c:pt>
                <c:pt idx="4537">
                  <c:v>2018-05-29</c:v>
                </c:pt>
                <c:pt idx="4538">
                  <c:v>2018-05-30</c:v>
                </c:pt>
                <c:pt idx="4539">
                  <c:v>2018-05-31</c:v>
                </c:pt>
                <c:pt idx="4540">
                  <c:v>2018-06-01</c:v>
                </c:pt>
                <c:pt idx="4541">
                  <c:v>2018-06-04</c:v>
                </c:pt>
                <c:pt idx="4542">
                  <c:v>2018-06-05</c:v>
                </c:pt>
                <c:pt idx="4543">
                  <c:v>2018-06-06</c:v>
                </c:pt>
                <c:pt idx="4544">
                  <c:v>2018-06-07</c:v>
                </c:pt>
                <c:pt idx="4545">
                  <c:v>2018-06-08</c:v>
                </c:pt>
                <c:pt idx="4546">
                  <c:v>2018-06-11</c:v>
                </c:pt>
                <c:pt idx="4547">
                  <c:v>2018-06-12</c:v>
                </c:pt>
                <c:pt idx="4548">
                  <c:v>2018-06-13</c:v>
                </c:pt>
                <c:pt idx="4549">
                  <c:v>2018-06-14</c:v>
                </c:pt>
                <c:pt idx="4550">
                  <c:v>2018-06-15</c:v>
                </c:pt>
                <c:pt idx="4551">
                  <c:v>2018-06-18</c:v>
                </c:pt>
                <c:pt idx="4552">
                  <c:v>2018-06-19</c:v>
                </c:pt>
                <c:pt idx="4553">
                  <c:v>2018-06-20</c:v>
                </c:pt>
                <c:pt idx="4554">
                  <c:v>2018-06-21</c:v>
                </c:pt>
                <c:pt idx="4555">
                  <c:v>2018-06-22</c:v>
                </c:pt>
                <c:pt idx="4556">
                  <c:v>2018-06-25</c:v>
                </c:pt>
                <c:pt idx="4557">
                  <c:v>2018-06-26</c:v>
                </c:pt>
                <c:pt idx="4558">
                  <c:v>2018-06-27</c:v>
                </c:pt>
                <c:pt idx="4559">
                  <c:v>2018-06-28</c:v>
                </c:pt>
                <c:pt idx="4560">
                  <c:v>2018-06-29</c:v>
                </c:pt>
                <c:pt idx="4561">
                  <c:v>2018-07-02</c:v>
                </c:pt>
                <c:pt idx="4562">
                  <c:v>2018-07-03</c:v>
                </c:pt>
                <c:pt idx="4563">
                  <c:v>2018-07-05</c:v>
                </c:pt>
                <c:pt idx="4564">
                  <c:v>2018-07-06</c:v>
                </c:pt>
                <c:pt idx="4565">
                  <c:v>2018-07-09</c:v>
                </c:pt>
                <c:pt idx="4566">
                  <c:v>2018-07-10</c:v>
                </c:pt>
                <c:pt idx="4567">
                  <c:v>2018-07-11</c:v>
                </c:pt>
                <c:pt idx="4568">
                  <c:v>2018-07-12</c:v>
                </c:pt>
                <c:pt idx="4569">
                  <c:v>2018-07-13</c:v>
                </c:pt>
                <c:pt idx="4570">
                  <c:v>2018-07-16</c:v>
                </c:pt>
                <c:pt idx="4571">
                  <c:v>2018-07-17</c:v>
                </c:pt>
                <c:pt idx="4572">
                  <c:v>2018-07-18</c:v>
                </c:pt>
                <c:pt idx="4573">
                  <c:v>2018-07-19</c:v>
                </c:pt>
                <c:pt idx="4574">
                  <c:v>2018-07-20</c:v>
                </c:pt>
                <c:pt idx="4575">
                  <c:v>2018-07-23</c:v>
                </c:pt>
                <c:pt idx="4576">
                  <c:v>2018-07-24</c:v>
                </c:pt>
                <c:pt idx="4577">
                  <c:v>2018-07-25</c:v>
                </c:pt>
                <c:pt idx="4578">
                  <c:v>2018-07-26</c:v>
                </c:pt>
                <c:pt idx="4579">
                  <c:v>2018-07-27</c:v>
                </c:pt>
                <c:pt idx="4580">
                  <c:v>2018-07-30</c:v>
                </c:pt>
                <c:pt idx="4581">
                  <c:v>2018-07-31</c:v>
                </c:pt>
                <c:pt idx="4582">
                  <c:v>2018-08-01</c:v>
                </c:pt>
                <c:pt idx="4583">
                  <c:v>2018-08-02</c:v>
                </c:pt>
                <c:pt idx="4584">
                  <c:v>2018-08-03</c:v>
                </c:pt>
                <c:pt idx="4585">
                  <c:v>2018-08-06</c:v>
                </c:pt>
                <c:pt idx="4586">
                  <c:v>2018-08-07</c:v>
                </c:pt>
                <c:pt idx="4587">
                  <c:v>2018-08-08</c:v>
                </c:pt>
                <c:pt idx="4588">
                  <c:v>2018-08-09</c:v>
                </c:pt>
                <c:pt idx="4589">
                  <c:v>2018-08-10</c:v>
                </c:pt>
                <c:pt idx="4590">
                  <c:v>2018-08-13</c:v>
                </c:pt>
                <c:pt idx="4591">
                  <c:v>2018-08-14</c:v>
                </c:pt>
                <c:pt idx="4592">
                  <c:v>2018-08-15</c:v>
                </c:pt>
                <c:pt idx="4593">
                  <c:v>2018-08-16</c:v>
                </c:pt>
                <c:pt idx="4594">
                  <c:v>2018-08-17</c:v>
                </c:pt>
                <c:pt idx="4595">
                  <c:v>2018-08-20</c:v>
                </c:pt>
                <c:pt idx="4596">
                  <c:v>2018-08-21</c:v>
                </c:pt>
                <c:pt idx="4597">
                  <c:v>2018-08-22</c:v>
                </c:pt>
                <c:pt idx="4598">
                  <c:v>2018-08-23</c:v>
                </c:pt>
                <c:pt idx="4599">
                  <c:v>2018-08-24</c:v>
                </c:pt>
                <c:pt idx="4600">
                  <c:v>2018-08-27</c:v>
                </c:pt>
                <c:pt idx="4601">
                  <c:v>2018-08-28</c:v>
                </c:pt>
                <c:pt idx="4602">
                  <c:v>2018-08-29</c:v>
                </c:pt>
                <c:pt idx="4603">
                  <c:v>2018-08-30</c:v>
                </c:pt>
                <c:pt idx="4604">
                  <c:v>2018-08-31</c:v>
                </c:pt>
                <c:pt idx="4605">
                  <c:v>2018-09-04</c:v>
                </c:pt>
                <c:pt idx="4606">
                  <c:v>2018-09-05</c:v>
                </c:pt>
                <c:pt idx="4607">
                  <c:v>2018-09-06</c:v>
                </c:pt>
                <c:pt idx="4608">
                  <c:v>2018-09-07</c:v>
                </c:pt>
                <c:pt idx="4609">
                  <c:v>2018-09-10</c:v>
                </c:pt>
                <c:pt idx="4610">
                  <c:v>2018-09-11</c:v>
                </c:pt>
                <c:pt idx="4611">
                  <c:v>2018-09-12</c:v>
                </c:pt>
                <c:pt idx="4612">
                  <c:v>2018-09-13</c:v>
                </c:pt>
                <c:pt idx="4613">
                  <c:v>2018-09-14</c:v>
                </c:pt>
                <c:pt idx="4614">
                  <c:v>2018-09-17</c:v>
                </c:pt>
                <c:pt idx="4615">
                  <c:v>2018-09-18</c:v>
                </c:pt>
                <c:pt idx="4616">
                  <c:v>2018-09-19</c:v>
                </c:pt>
                <c:pt idx="4617">
                  <c:v>2018-09-20</c:v>
                </c:pt>
                <c:pt idx="4618">
                  <c:v>2018-09-21</c:v>
                </c:pt>
                <c:pt idx="4619">
                  <c:v>2018-09-24</c:v>
                </c:pt>
                <c:pt idx="4620">
                  <c:v>2018-09-25</c:v>
                </c:pt>
                <c:pt idx="4621">
                  <c:v>2018-09-26</c:v>
                </c:pt>
                <c:pt idx="4622">
                  <c:v>2018-09-27</c:v>
                </c:pt>
                <c:pt idx="4623">
                  <c:v>2018-09-28</c:v>
                </c:pt>
                <c:pt idx="4624">
                  <c:v>2018-10-01</c:v>
                </c:pt>
                <c:pt idx="4625">
                  <c:v>2018-10-02</c:v>
                </c:pt>
                <c:pt idx="4626">
                  <c:v>2018-10-03</c:v>
                </c:pt>
                <c:pt idx="4627">
                  <c:v>2018-10-04</c:v>
                </c:pt>
                <c:pt idx="4628">
                  <c:v>2018-10-05</c:v>
                </c:pt>
                <c:pt idx="4629">
                  <c:v>2018-10-08</c:v>
                </c:pt>
                <c:pt idx="4630">
                  <c:v>2018-10-09</c:v>
                </c:pt>
                <c:pt idx="4631">
                  <c:v>2018-10-10</c:v>
                </c:pt>
                <c:pt idx="4632">
                  <c:v>2018-10-11</c:v>
                </c:pt>
                <c:pt idx="4633">
                  <c:v>2018-10-12</c:v>
                </c:pt>
                <c:pt idx="4634">
                  <c:v>2018-10-15</c:v>
                </c:pt>
                <c:pt idx="4635">
                  <c:v>2018-10-16</c:v>
                </c:pt>
                <c:pt idx="4636">
                  <c:v>2018-10-17</c:v>
                </c:pt>
                <c:pt idx="4637">
                  <c:v>2018-10-18</c:v>
                </c:pt>
                <c:pt idx="4638">
                  <c:v>2018-10-19</c:v>
                </c:pt>
                <c:pt idx="4639">
                  <c:v>2018-10-22</c:v>
                </c:pt>
                <c:pt idx="4640">
                  <c:v>2018-10-23</c:v>
                </c:pt>
                <c:pt idx="4641">
                  <c:v>2018-10-24</c:v>
                </c:pt>
                <c:pt idx="4642">
                  <c:v>2018-10-25</c:v>
                </c:pt>
                <c:pt idx="4643">
                  <c:v>2018-10-26</c:v>
                </c:pt>
                <c:pt idx="4644">
                  <c:v>2018-10-29</c:v>
                </c:pt>
                <c:pt idx="4645">
                  <c:v>2018-10-30</c:v>
                </c:pt>
                <c:pt idx="4646">
                  <c:v>2018-10-31</c:v>
                </c:pt>
                <c:pt idx="4647">
                  <c:v>2018-11-01</c:v>
                </c:pt>
                <c:pt idx="4648">
                  <c:v>2018-11-02</c:v>
                </c:pt>
                <c:pt idx="4649">
                  <c:v>2018-11-05</c:v>
                </c:pt>
                <c:pt idx="4650">
                  <c:v>2018-11-06</c:v>
                </c:pt>
                <c:pt idx="4651">
                  <c:v>2018-11-07</c:v>
                </c:pt>
                <c:pt idx="4652">
                  <c:v>2018-11-08</c:v>
                </c:pt>
                <c:pt idx="4653">
                  <c:v>2018-11-09</c:v>
                </c:pt>
                <c:pt idx="4654">
                  <c:v>2018-11-12</c:v>
                </c:pt>
                <c:pt idx="4655">
                  <c:v>2018-11-13</c:v>
                </c:pt>
                <c:pt idx="4656">
                  <c:v>2018-11-14</c:v>
                </c:pt>
                <c:pt idx="4657">
                  <c:v>2018-11-15</c:v>
                </c:pt>
                <c:pt idx="4658">
                  <c:v>2018-11-16</c:v>
                </c:pt>
                <c:pt idx="4659">
                  <c:v>2018-11-19</c:v>
                </c:pt>
                <c:pt idx="4660">
                  <c:v>2018-11-20</c:v>
                </c:pt>
                <c:pt idx="4661">
                  <c:v>2018-11-21</c:v>
                </c:pt>
                <c:pt idx="4662">
                  <c:v>2018-11-23</c:v>
                </c:pt>
                <c:pt idx="4663">
                  <c:v>2018-11-26</c:v>
                </c:pt>
                <c:pt idx="4664">
                  <c:v>2018-11-27</c:v>
                </c:pt>
                <c:pt idx="4665">
                  <c:v>2018-11-28</c:v>
                </c:pt>
                <c:pt idx="4666">
                  <c:v>2018-11-29</c:v>
                </c:pt>
                <c:pt idx="4667">
                  <c:v>2018-11-30</c:v>
                </c:pt>
                <c:pt idx="4668">
                  <c:v>2018-12-03</c:v>
                </c:pt>
                <c:pt idx="4669">
                  <c:v>2018-12-04</c:v>
                </c:pt>
                <c:pt idx="4670">
                  <c:v>2018-12-05</c:v>
                </c:pt>
                <c:pt idx="4671">
                  <c:v>2018-12-06</c:v>
                </c:pt>
                <c:pt idx="4672">
                  <c:v>2018-12-07</c:v>
                </c:pt>
                <c:pt idx="4673">
                  <c:v>2018-12-10</c:v>
                </c:pt>
                <c:pt idx="4674">
                  <c:v>2018-12-11</c:v>
                </c:pt>
                <c:pt idx="4675">
                  <c:v>2018-12-12</c:v>
                </c:pt>
                <c:pt idx="4676">
                  <c:v>2018-12-13</c:v>
                </c:pt>
                <c:pt idx="4677">
                  <c:v>2018-12-14</c:v>
                </c:pt>
                <c:pt idx="4678">
                  <c:v>2018-12-17</c:v>
                </c:pt>
                <c:pt idx="4679">
                  <c:v>2018-12-18</c:v>
                </c:pt>
                <c:pt idx="4680">
                  <c:v>2018-12-19</c:v>
                </c:pt>
                <c:pt idx="4681">
                  <c:v>2018-12-20</c:v>
                </c:pt>
                <c:pt idx="4682">
                  <c:v>2018-12-21</c:v>
                </c:pt>
                <c:pt idx="4683">
                  <c:v>2018-12-24</c:v>
                </c:pt>
                <c:pt idx="4684">
                  <c:v>2018-12-26</c:v>
                </c:pt>
                <c:pt idx="4685">
                  <c:v>2018-12-27</c:v>
                </c:pt>
                <c:pt idx="4686">
                  <c:v>2018-12-28</c:v>
                </c:pt>
                <c:pt idx="4687">
                  <c:v>2018-12-31</c:v>
                </c:pt>
                <c:pt idx="4688">
                  <c:v>2019-01-02</c:v>
                </c:pt>
                <c:pt idx="4689">
                  <c:v>2019-01-03</c:v>
                </c:pt>
                <c:pt idx="4690">
                  <c:v>2019-01-04</c:v>
                </c:pt>
                <c:pt idx="4691">
                  <c:v>2019-01-07</c:v>
                </c:pt>
                <c:pt idx="4692">
                  <c:v>2019-01-08</c:v>
                </c:pt>
                <c:pt idx="4693">
                  <c:v>2019-01-09</c:v>
                </c:pt>
                <c:pt idx="4694">
                  <c:v>2019-01-10</c:v>
                </c:pt>
                <c:pt idx="4695">
                  <c:v>2019-01-11</c:v>
                </c:pt>
                <c:pt idx="4696">
                  <c:v>2019-01-14</c:v>
                </c:pt>
                <c:pt idx="4697">
                  <c:v>2019-01-15</c:v>
                </c:pt>
                <c:pt idx="4698">
                  <c:v>2019-01-16</c:v>
                </c:pt>
                <c:pt idx="4699">
                  <c:v>2019-01-17</c:v>
                </c:pt>
                <c:pt idx="4700">
                  <c:v>2019-01-18</c:v>
                </c:pt>
                <c:pt idx="4701">
                  <c:v>2019-01-22</c:v>
                </c:pt>
                <c:pt idx="4702">
                  <c:v>2019-01-23</c:v>
                </c:pt>
                <c:pt idx="4703">
                  <c:v>2019-01-24</c:v>
                </c:pt>
                <c:pt idx="4704">
                  <c:v>2019-01-25</c:v>
                </c:pt>
                <c:pt idx="4705">
                  <c:v>2019-01-28</c:v>
                </c:pt>
                <c:pt idx="4706">
                  <c:v>2019-01-29</c:v>
                </c:pt>
                <c:pt idx="4707">
                  <c:v>2019-01-30</c:v>
                </c:pt>
                <c:pt idx="4708">
                  <c:v>2019-01-31</c:v>
                </c:pt>
                <c:pt idx="4709">
                  <c:v>2019-02-01</c:v>
                </c:pt>
                <c:pt idx="4710">
                  <c:v>2019-02-04</c:v>
                </c:pt>
                <c:pt idx="4711">
                  <c:v>2019-02-05</c:v>
                </c:pt>
                <c:pt idx="4712">
                  <c:v>2019-02-06</c:v>
                </c:pt>
                <c:pt idx="4713">
                  <c:v>2019-02-07</c:v>
                </c:pt>
                <c:pt idx="4714">
                  <c:v>2019-02-08</c:v>
                </c:pt>
                <c:pt idx="4715">
                  <c:v>2019-02-11</c:v>
                </c:pt>
                <c:pt idx="4716">
                  <c:v>2019-02-12</c:v>
                </c:pt>
                <c:pt idx="4717">
                  <c:v>2019-02-13</c:v>
                </c:pt>
                <c:pt idx="4718">
                  <c:v>2019-02-14</c:v>
                </c:pt>
                <c:pt idx="4719">
                  <c:v>2019-02-15</c:v>
                </c:pt>
                <c:pt idx="4720">
                  <c:v>2019-02-19</c:v>
                </c:pt>
                <c:pt idx="4721">
                  <c:v>2019-02-20</c:v>
                </c:pt>
                <c:pt idx="4722">
                  <c:v>2019-02-21</c:v>
                </c:pt>
                <c:pt idx="4723">
                  <c:v>2019-02-22</c:v>
                </c:pt>
                <c:pt idx="4724">
                  <c:v>2019-02-25</c:v>
                </c:pt>
                <c:pt idx="4725">
                  <c:v>2019-02-26</c:v>
                </c:pt>
                <c:pt idx="4726">
                  <c:v>2019-02-27</c:v>
                </c:pt>
                <c:pt idx="4727">
                  <c:v>2019-02-28</c:v>
                </c:pt>
                <c:pt idx="4728">
                  <c:v>2019-03-01</c:v>
                </c:pt>
                <c:pt idx="4729">
                  <c:v>2019-03-04</c:v>
                </c:pt>
                <c:pt idx="4730">
                  <c:v>2019-03-05</c:v>
                </c:pt>
                <c:pt idx="4731">
                  <c:v>2019-03-06</c:v>
                </c:pt>
                <c:pt idx="4732">
                  <c:v>2019-03-07</c:v>
                </c:pt>
                <c:pt idx="4733">
                  <c:v>2019-03-08</c:v>
                </c:pt>
                <c:pt idx="4734">
                  <c:v>2019-03-11</c:v>
                </c:pt>
                <c:pt idx="4735">
                  <c:v>2019-03-12</c:v>
                </c:pt>
                <c:pt idx="4736">
                  <c:v>2019-03-13</c:v>
                </c:pt>
                <c:pt idx="4737">
                  <c:v>2019-03-14</c:v>
                </c:pt>
                <c:pt idx="4738">
                  <c:v>2019-03-15</c:v>
                </c:pt>
                <c:pt idx="4739">
                  <c:v>2019-03-18</c:v>
                </c:pt>
                <c:pt idx="4740">
                  <c:v>2019-03-19</c:v>
                </c:pt>
                <c:pt idx="4741">
                  <c:v>2019-03-20</c:v>
                </c:pt>
                <c:pt idx="4742">
                  <c:v>2019-03-21</c:v>
                </c:pt>
                <c:pt idx="4743">
                  <c:v>2019-03-22</c:v>
                </c:pt>
                <c:pt idx="4744">
                  <c:v>2019-03-25</c:v>
                </c:pt>
                <c:pt idx="4745">
                  <c:v>2019-03-26</c:v>
                </c:pt>
                <c:pt idx="4746">
                  <c:v>2019-03-27</c:v>
                </c:pt>
                <c:pt idx="4747">
                  <c:v>2019-03-28</c:v>
                </c:pt>
                <c:pt idx="4748">
                  <c:v>2019-03-29</c:v>
                </c:pt>
                <c:pt idx="4749">
                  <c:v>2019-04-01</c:v>
                </c:pt>
                <c:pt idx="4750">
                  <c:v>2019-04-02</c:v>
                </c:pt>
                <c:pt idx="4751">
                  <c:v>2019-04-03</c:v>
                </c:pt>
                <c:pt idx="4752">
                  <c:v>2019-04-04</c:v>
                </c:pt>
                <c:pt idx="4753">
                  <c:v>2019-04-05</c:v>
                </c:pt>
                <c:pt idx="4754">
                  <c:v>2019-04-08</c:v>
                </c:pt>
                <c:pt idx="4755">
                  <c:v>2019-04-09</c:v>
                </c:pt>
                <c:pt idx="4756">
                  <c:v>2019-04-10</c:v>
                </c:pt>
                <c:pt idx="4757">
                  <c:v>2019-04-11</c:v>
                </c:pt>
                <c:pt idx="4758">
                  <c:v>2019-04-12</c:v>
                </c:pt>
                <c:pt idx="4759">
                  <c:v>2019-04-15</c:v>
                </c:pt>
                <c:pt idx="4760">
                  <c:v>2019-04-16</c:v>
                </c:pt>
                <c:pt idx="4761">
                  <c:v>2019-04-17</c:v>
                </c:pt>
                <c:pt idx="4762">
                  <c:v>2019-04-18</c:v>
                </c:pt>
                <c:pt idx="4763">
                  <c:v>2019-04-22</c:v>
                </c:pt>
                <c:pt idx="4764">
                  <c:v>2019-04-23</c:v>
                </c:pt>
                <c:pt idx="4765">
                  <c:v>2019-04-24</c:v>
                </c:pt>
                <c:pt idx="4766">
                  <c:v>2019-04-25</c:v>
                </c:pt>
                <c:pt idx="4767">
                  <c:v>2019-04-26</c:v>
                </c:pt>
                <c:pt idx="4768">
                  <c:v>2019-04-29</c:v>
                </c:pt>
                <c:pt idx="4769">
                  <c:v>2019-04-30</c:v>
                </c:pt>
                <c:pt idx="4770">
                  <c:v>2019-05-01</c:v>
                </c:pt>
                <c:pt idx="4771">
                  <c:v>2019-05-02</c:v>
                </c:pt>
                <c:pt idx="4772">
                  <c:v>2019-05-03</c:v>
                </c:pt>
                <c:pt idx="4773">
                  <c:v>2019-05-06</c:v>
                </c:pt>
                <c:pt idx="4774">
                  <c:v>2019-05-07</c:v>
                </c:pt>
                <c:pt idx="4775">
                  <c:v>2019-05-08</c:v>
                </c:pt>
                <c:pt idx="4776">
                  <c:v>2019-05-09</c:v>
                </c:pt>
                <c:pt idx="4777">
                  <c:v>2019-05-10</c:v>
                </c:pt>
                <c:pt idx="4778">
                  <c:v>2019-05-13</c:v>
                </c:pt>
                <c:pt idx="4779">
                  <c:v>2019-05-14</c:v>
                </c:pt>
                <c:pt idx="4780">
                  <c:v>2019-05-15</c:v>
                </c:pt>
                <c:pt idx="4781">
                  <c:v>2019-05-16</c:v>
                </c:pt>
                <c:pt idx="4782">
                  <c:v>2019-05-17</c:v>
                </c:pt>
                <c:pt idx="4783">
                  <c:v>2019-05-20</c:v>
                </c:pt>
                <c:pt idx="4784">
                  <c:v>2019-05-21</c:v>
                </c:pt>
                <c:pt idx="4785">
                  <c:v>2019-05-22</c:v>
                </c:pt>
                <c:pt idx="4786">
                  <c:v>2019-05-23</c:v>
                </c:pt>
                <c:pt idx="4787">
                  <c:v>2019-05-24</c:v>
                </c:pt>
                <c:pt idx="4788">
                  <c:v>2019-05-28</c:v>
                </c:pt>
                <c:pt idx="4789">
                  <c:v>2019-05-29</c:v>
                </c:pt>
                <c:pt idx="4790">
                  <c:v>2019-05-30</c:v>
                </c:pt>
                <c:pt idx="4791">
                  <c:v>2019-05-31</c:v>
                </c:pt>
                <c:pt idx="4792">
                  <c:v>2019-06-03</c:v>
                </c:pt>
                <c:pt idx="4793">
                  <c:v>2019-06-04</c:v>
                </c:pt>
                <c:pt idx="4794">
                  <c:v>2019-06-05</c:v>
                </c:pt>
                <c:pt idx="4795">
                  <c:v>2019-06-06</c:v>
                </c:pt>
                <c:pt idx="4796">
                  <c:v>2019-06-07</c:v>
                </c:pt>
                <c:pt idx="4797">
                  <c:v>2019-06-10</c:v>
                </c:pt>
                <c:pt idx="4798">
                  <c:v>2019-06-11</c:v>
                </c:pt>
                <c:pt idx="4799">
                  <c:v>2019-06-12</c:v>
                </c:pt>
                <c:pt idx="4800">
                  <c:v>2019-06-13</c:v>
                </c:pt>
                <c:pt idx="4801">
                  <c:v>2019-06-14</c:v>
                </c:pt>
                <c:pt idx="4802">
                  <c:v>2019-06-17</c:v>
                </c:pt>
                <c:pt idx="4803">
                  <c:v>2019-06-18</c:v>
                </c:pt>
                <c:pt idx="4804">
                  <c:v>2019-06-19</c:v>
                </c:pt>
                <c:pt idx="4805">
                  <c:v>2019-06-20</c:v>
                </c:pt>
                <c:pt idx="4806">
                  <c:v>2019-06-21</c:v>
                </c:pt>
                <c:pt idx="4807">
                  <c:v>2019-06-24</c:v>
                </c:pt>
                <c:pt idx="4808">
                  <c:v>2019-06-25</c:v>
                </c:pt>
                <c:pt idx="4809">
                  <c:v>2019-06-26</c:v>
                </c:pt>
                <c:pt idx="4810">
                  <c:v>2019-06-27</c:v>
                </c:pt>
                <c:pt idx="4811">
                  <c:v>2019-06-28</c:v>
                </c:pt>
                <c:pt idx="4812">
                  <c:v>2019-07-01</c:v>
                </c:pt>
                <c:pt idx="4813">
                  <c:v>2019-07-02</c:v>
                </c:pt>
                <c:pt idx="4814">
                  <c:v>2019-07-03</c:v>
                </c:pt>
                <c:pt idx="4815">
                  <c:v>2019-07-05</c:v>
                </c:pt>
                <c:pt idx="4816">
                  <c:v>2019-07-08</c:v>
                </c:pt>
                <c:pt idx="4817">
                  <c:v>2019-07-09</c:v>
                </c:pt>
                <c:pt idx="4818">
                  <c:v>2019-07-10</c:v>
                </c:pt>
                <c:pt idx="4819">
                  <c:v>2019-07-11</c:v>
                </c:pt>
                <c:pt idx="4820">
                  <c:v>2019-07-12</c:v>
                </c:pt>
                <c:pt idx="4821">
                  <c:v>2019-07-15</c:v>
                </c:pt>
                <c:pt idx="4822">
                  <c:v>2019-07-16</c:v>
                </c:pt>
                <c:pt idx="4823">
                  <c:v>2019-07-17</c:v>
                </c:pt>
                <c:pt idx="4824">
                  <c:v>2019-07-18</c:v>
                </c:pt>
                <c:pt idx="4825">
                  <c:v>2019-07-19</c:v>
                </c:pt>
                <c:pt idx="4826">
                  <c:v>2019-07-22</c:v>
                </c:pt>
                <c:pt idx="4827">
                  <c:v>2019-07-23</c:v>
                </c:pt>
                <c:pt idx="4828">
                  <c:v>2019-07-24</c:v>
                </c:pt>
                <c:pt idx="4829">
                  <c:v>2019-07-25</c:v>
                </c:pt>
                <c:pt idx="4830">
                  <c:v>2019-07-26</c:v>
                </c:pt>
                <c:pt idx="4831">
                  <c:v>2019-07-29</c:v>
                </c:pt>
                <c:pt idx="4832">
                  <c:v>2019-07-30</c:v>
                </c:pt>
                <c:pt idx="4833">
                  <c:v>2019-07-31</c:v>
                </c:pt>
                <c:pt idx="4834">
                  <c:v>2019-08-01</c:v>
                </c:pt>
                <c:pt idx="4835">
                  <c:v>2019-08-02</c:v>
                </c:pt>
                <c:pt idx="4836">
                  <c:v>2019-08-05</c:v>
                </c:pt>
                <c:pt idx="4837">
                  <c:v>2019-08-06</c:v>
                </c:pt>
                <c:pt idx="4838">
                  <c:v>2019-08-07</c:v>
                </c:pt>
                <c:pt idx="4839">
                  <c:v>2019-08-08</c:v>
                </c:pt>
                <c:pt idx="4840">
                  <c:v>2019-08-09</c:v>
                </c:pt>
                <c:pt idx="4841">
                  <c:v>2019-08-12</c:v>
                </c:pt>
                <c:pt idx="4842">
                  <c:v>2019-08-13</c:v>
                </c:pt>
                <c:pt idx="4843">
                  <c:v>2019-08-14</c:v>
                </c:pt>
                <c:pt idx="4844">
                  <c:v>2019-08-15</c:v>
                </c:pt>
                <c:pt idx="4845">
                  <c:v>2019-08-16</c:v>
                </c:pt>
                <c:pt idx="4846">
                  <c:v>2019-08-19</c:v>
                </c:pt>
                <c:pt idx="4847">
                  <c:v>2019-08-20</c:v>
                </c:pt>
                <c:pt idx="4848">
                  <c:v>2019-08-21</c:v>
                </c:pt>
                <c:pt idx="4849">
                  <c:v>2019-08-22</c:v>
                </c:pt>
                <c:pt idx="4850">
                  <c:v>2019-08-23</c:v>
                </c:pt>
                <c:pt idx="4851">
                  <c:v>2019-08-26</c:v>
                </c:pt>
                <c:pt idx="4852">
                  <c:v>2019-08-27</c:v>
                </c:pt>
                <c:pt idx="4853">
                  <c:v>2019-08-28</c:v>
                </c:pt>
                <c:pt idx="4854">
                  <c:v>2019-08-29</c:v>
                </c:pt>
                <c:pt idx="4855">
                  <c:v>2019-08-30</c:v>
                </c:pt>
                <c:pt idx="4856">
                  <c:v>2019-09-03</c:v>
                </c:pt>
                <c:pt idx="4857">
                  <c:v>2019-09-04</c:v>
                </c:pt>
                <c:pt idx="4858">
                  <c:v>2019-09-05</c:v>
                </c:pt>
                <c:pt idx="4859">
                  <c:v>2019-09-06</c:v>
                </c:pt>
                <c:pt idx="4860">
                  <c:v>2019-09-09</c:v>
                </c:pt>
                <c:pt idx="4861">
                  <c:v>2019-09-10</c:v>
                </c:pt>
                <c:pt idx="4862">
                  <c:v>2019-09-11</c:v>
                </c:pt>
                <c:pt idx="4863">
                  <c:v>2019-09-12</c:v>
                </c:pt>
                <c:pt idx="4864">
                  <c:v>2019-09-13</c:v>
                </c:pt>
                <c:pt idx="4865">
                  <c:v>2019-09-16</c:v>
                </c:pt>
                <c:pt idx="4866">
                  <c:v>2019-09-17</c:v>
                </c:pt>
                <c:pt idx="4867">
                  <c:v>2019-09-18</c:v>
                </c:pt>
                <c:pt idx="4868">
                  <c:v>2019-09-19</c:v>
                </c:pt>
                <c:pt idx="4869">
                  <c:v>2019-09-20</c:v>
                </c:pt>
                <c:pt idx="4870">
                  <c:v>2019-09-23</c:v>
                </c:pt>
                <c:pt idx="4871">
                  <c:v>2019-09-24</c:v>
                </c:pt>
                <c:pt idx="4872">
                  <c:v>2019-09-25</c:v>
                </c:pt>
                <c:pt idx="4873">
                  <c:v>2019-09-26</c:v>
                </c:pt>
                <c:pt idx="4874">
                  <c:v>2019-09-27</c:v>
                </c:pt>
                <c:pt idx="4875">
                  <c:v>2019-09-30</c:v>
                </c:pt>
                <c:pt idx="4876">
                  <c:v>2019-10-01</c:v>
                </c:pt>
                <c:pt idx="4877">
                  <c:v>2019-10-02</c:v>
                </c:pt>
                <c:pt idx="4878">
                  <c:v>2019-10-03</c:v>
                </c:pt>
                <c:pt idx="4879">
                  <c:v>2019-10-04</c:v>
                </c:pt>
                <c:pt idx="4880">
                  <c:v>2019-10-07</c:v>
                </c:pt>
                <c:pt idx="4881">
                  <c:v>2019-10-08</c:v>
                </c:pt>
                <c:pt idx="4882">
                  <c:v>2019-10-09</c:v>
                </c:pt>
                <c:pt idx="4883">
                  <c:v>2019-10-10</c:v>
                </c:pt>
                <c:pt idx="4884">
                  <c:v>2019-10-11</c:v>
                </c:pt>
                <c:pt idx="4885">
                  <c:v>2019-10-14</c:v>
                </c:pt>
                <c:pt idx="4886">
                  <c:v>2019-10-15</c:v>
                </c:pt>
                <c:pt idx="4887">
                  <c:v>2019-10-16</c:v>
                </c:pt>
                <c:pt idx="4888">
                  <c:v>2019-10-17</c:v>
                </c:pt>
                <c:pt idx="4889">
                  <c:v>2019-10-18</c:v>
                </c:pt>
                <c:pt idx="4890">
                  <c:v>2019-10-21</c:v>
                </c:pt>
                <c:pt idx="4891">
                  <c:v>2019-10-22</c:v>
                </c:pt>
                <c:pt idx="4892">
                  <c:v>2019-10-23</c:v>
                </c:pt>
                <c:pt idx="4893">
                  <c:v>2019-10-24</c:v>
                </c:pt>
                <c:pt idx="4894">
                  <c:v>2019-10-25</c:v>
                </c:pt>
                <c:pt idx="4895">
                  <c:v>2019-10-28</c:v>
                </c:pt>
                <c:pt idx="4896">
                  <c:v>2019-10-29</c:v>
                </c:pt>
                <c:pt idx="4897">
                  <c:v>2019-10-30</c:v>
                </c:pt>
                <c:pt idx="4898">
                  <c:v>2019-10-31</c:v>
                </c:pt>
                <c:pt idx="4899">
                  <c:v>2019-11-01</c:v>
                </c:pt>
                <c:pt idx="4900">
                  <c:v>2019-11-04</c:v>
                </c:pt>
                <c:pt idx="4901">
                  <c:v>2019-11-05</c:v>
                </c:pt>
                <c:pt idx="4902">
                  <c:v>2019-11-06</c:v>
                </c:pt>
                <c:pt idx="4903">
                  <c:v>2019-11-07</c:v>
                </c:pt>
                <c:pt idx="4904">
                  <c:v>2019-11-08</c:v>
                </c:pt>
                <c:pt idx="4905">
                  <c:v>2019-11-11</c:v>
                </c:pt>
                <c:pt idx="4906">
                  <c:v>2019-11-12</c:v>
                </c:pt>
                <c:pt idx="4907">
                  <c:v>2019-11-13</c:v>
                </c:pt>
                <c:pt idx="4908">
                  <c:v>2019-11-14</c:v>
                </c:pt>
                <c:pt idx="4909">
                  <c:v>2019-11-15</c:v>
                </c:pt>
                <c:pt idx="4910">
                  <c:v>2019-11-18</c:v>
                </c:pt>
                <c:pt idx="4911">
                  <c:v>2019-11-19</c:v>
                </c:pt>
                <c:pt idx="4912">
                  <c:v>2019-11-20</c:v>
                </c:pt>
                <c:pt idx="4913">
                  <c:v>2019-11-21</c:v>
                </c:pt>
                <c:pt idx="4914">
                  <c:v>2019-11-22</c:v>
                </c:pt>
                <c:pt idx="4915">
                  <c:v>2019-11-25</c:v>
                </c:pt>
                <c:pt idx="4916">
                  <c:v>2019-11-26</c:v>
                </c:pt>
                <c:pt idx="4917">
                  <c:v>2019-11-27</c:v>
                </c:pt>
                <c:pt idx="4918">
                  <c:v>2019-11-29</c:v>
                </c:pt>
                <c:pt idx="4919">
                  <c:v>2019-12-02</c:v>
                </c:pt>
                <c:pt idx="4920">
                  <c:v>2019-12-03</c:v>
                </c:pt>
                <c:pt idx="4921">
                  <c:v>2019-12-04</c:v>
                </c:pt>
                <c:pt idx="4922">
                  <c:v>2019-12-05</c:v>
                </c:pt>
                <c:pt idx="4923">
                  <c:v>2019-12-06</c:v>
                </c:pt>
                <c:pt idx="4924">
                  <c:v>2019-12-09</c:v>
                </c:pt>
                <c:pt idx="4925">
                  <c:v>2019-12-10</c:v>
                </c:pt>
                <c:pt idx="4926">
                  <c:v>2019-12-11</c:v>
                </c:pt>
                <c:pt idx="4927">
                  <c:v>2019-12-12</c:v>
                </c:pt>
                <c:pt idx="4928">
                  <c:v>2019-12-13</c:v>
                </c:pt>
                <c:pt idx="4929">
                  <c:v>2019-12-16</c:v>
                </c:pt>
                <c:pt idx="4930">
                  <c:v>2019-12-17</c:v>
                </c:pt>
                <c:pt idx="4931">
                  <c:v>2019-12-18</c:v>
                </c:pt>
                <c:pt idx="4932">
                  <c:v>2019-12-19</c:v>
                </c:pt>
                <c:pt idx="4933">
                  <c:v>2019-12-20</c:v>
                </c:pt>
                <c:pt idx="4934">
                  <c:v>2019-12-23</c:v>
                </c:pt>
                <c:pt idx="4935">
                  <c:v>2019-12-24</c:v>
                </c:pt>
                <c:pt idx="4936">
                  <c:v>2019-12-26</c:v>
                </c:pt>
                <c:pt idx="4937">
                  <c:v>2019-12-27</c:v>
                </c:pt>
                <c:pt idx="4938">
                  <c:v>2019-12-30</c:v>
                </c:pt>
                <c:pt idx="4939">
                  <c:v>2019-12-31</c:v>
                </c:pt>
                <c:pt idx="4940">
                  <c:v>2020-01-02</c:v>
                </c:pt>
                <c:pt idx="4941">
                  <c:v>2020-01-03</c:v>
                </c:pt>
                <c:pt idx="4942">
                  <c:v>2020-01-06</c:v>
                </c:pt>
                <c:pt idx="4943">
                  <c:v>2020-01-07</c:v>
                </c:pt>
                <c:pt idx="4944">
                  <c:v>2020-01-08</c:v>
                </c:pt>
                <c:pt idx="4945">
                  <c:v>2020-01-09</c:v>
                </c:pt>
                <c:pt idx="4946">
                  <c:v>2020-01-10</c:v>
                </c:pt>
                <c:pt idx="4947">
                  <c:v>2020-01-13</c:v>
                </c:pt>
                <c:pt idx="4948">
                  <c:v>2020-01-14</c:v>
                </c:pt>
                <c:pt idx="4949">
                  <c:v>2020-01-15</c:v>
                </c:pt>
                <c:pt idx="4950">
                  <c:v>2020-01-16</c:v>
                </c:pt>
                <c:pt idx="4951">
                  <c:v>2020-01-17</c:v>
                </c:pt>
                <c:pt idx="4952">
                  <c:v>2020-01-21</c:v>
                </c:pt>
                <c:pt idx="4953">
                  <c:v>2020-01-22</c:v>
                </c:pt>
                <c:pt idx="4954">
                  <c:v>2020-01-23</c:v>
                </c:pt>
                <c:pt idx="4955">
                  <c:v>2020-01-24</c:v>
                </c:pt>
                <c:pt idx="4956">
                  <c:v>2020-01-27</c:v>
                </c:pt>
                <c:pt idx="4957">
                  <c:v>2020-01-28</c:v>
                </c:pt>
                <c:pt idx="4958">
                  <c:v>2020-01-29</c:v>
                </c:pt>
                <c:pt idx="4959">
                  <c:v>2020-01-30</c:v>
                </c:pt>
                <c:pt idx="4960">
                  <c:v>2020-01-31</c:v>
                </c:pt>
                <c:pt idx="4961">
                  <c:v>2020-02-03</c:v>
                </c:pt>
                <c:pt idx="4962">
                  <c:v>2020-02-04</c:v>
                </c:pt>
                <c:pt idx="4963">
                  <c:v>2020-02-05</c:v>
                </c:pt>
                <c:pt idx="4964">
                  <c:v>2020-02-06</c:v>
                </c:pt>
                <c:pt idx="4965">
                  <c:v>2020-02-07</c:v>
                </c:pt>
                <c:pt idx="4966">
                  <c:v>2020-02-10</c:v>
                </c:pt>
                <c:pt idx="4967">
                  <c:v>2020-02-11</c:v>
                </c:pt>
                <c:pt idx="4968">
                  <c:v>2020-02-12</c:v>
                </c:pt>
                <c:pt idx="4969">
                  <c:v>2020-02-13</c:v>
                </c:pt>
                <c:pt idx="4970">
                  <c:v>2020-02-14</c:v>
                </c:pt>
                <c:pt idx="4971">
                  <c:v>2020-02-18</c:v>
                </c:pt>
                <c:pt idx="4972">
                  <c:v>2020-02-19</c:v>
                </c:pt>
                <c:pt idx="4973">
                  <c:v>2020-02-20</c:v>
                </c:pt>
                <c:pt idx="4974">
                  <c:v>2020-02-21</c:v>
                </c:pt>
                <c:pt idx="4975">
                  <c:v>2020-02-24</c:v>
                </c:pt>
                <c:pt idx="4976">
                  <c:v>2020-02-25</c:v>
                </c:pt>
                <c:pt idx="4977">
                  <c:v>2020-02-26</c:v>
                </c:pt>
                <c:pt idx="4978">
                  <c:v>2020-02-27</c:v>
                </c:pt>
                <c:pt idx="4979">
                  <c:v>2020-02-28</c:v>
                </c:pt>
                <c:pt idx="4980">
                  <c:v>2020-03-02</c:v>
                </c:pt>
                <c:pt idx="4981">
                  <c:v>2020-03-03</c:v>
                </c:pt>
                <c:pt idx="4982">
                  <c:v>2020-03-04</c:v>
                </c:pt>
                <c:pt idx="4983">
                  <c:v>2020-03-05</c:v>
                </c:pt>
                <c:pt idx="4984">
                  <c:v>2020-03-06</c:v>
                </c:pt>
                <c:pt idx="4985">
                  <c:v>2020-03-09</c:v>
                </c:pt>
                <c:pt idx="4986">
                  <c:v>2020-03-10</c:v>
                </c:pt>
                <c:pt idx="4987">
                  <c:v>2020-03-11</c:v>
                </c:pt>
                <c:pt idx="4988">
                  <c:v>2020-03-12</c:v>
                </c:pt>
                <c:pt idx="4989">
                  <c:v>2020-03-13</c:v>
                </c:pt>
                <c:pt idx="4990">
                  <c:v>2020-03-16</c:v>
                </c:pt>
                <c:pt idx="4991">
                  <c:v>2020-03-17</c:v>
                </c:pt>
                <c:pt idx="4992">
                  <c:v>2020-03-18</c:v>
                </c:pt>
                <c:pt idx="4993">
                  <c:v>2020-03-19</c:v>
                </c:pt>
                <c:pt idx="4994">
                  <c:v>2020-03-20</c:v>
                </c:pt>
                <c:pt idx="4995">
                  <c:v>2020-03-23</c:v>
                </c:pt>
                <c:pt idx="4996">
                  <c:v>2020-03-24</c:v>
                </c:pt>
                <c:pt idx="4997">
                  <c:v>2020-03-25</c:v>
                </c:pt>
                <c:pt idx="4998">
                  <c:v>2020-03-26</c:v>
                </c:pt>
                <c:pt idx="4999">
                  <c:v>2020-03-27</c:v>
                </c:pt>
                <c:pt idx="5000">
                  <c:v>2020-03-30</c:v>
                </c:pt>
                <c:pt idx="5001">
                  <c:v>2020-03-31</c:v>
                </c:pt>
                <c:pt idx="5002">
                  <c:v>2020-04-01</c:v>
                </c:pt>
                <c:pt idx="5003">
                  <c:v>2020-04-02</c:v>
                </c:pt>
                <c:pt idx="5004">
                  <c:v>2020-04-03</c:v>
                </c:pt>
                <c:pt idx="5005">
                  <c:v>2020-04-06</c:v>
                </c:pt>
                <c:pt idx="5006">
                  <c:v>2020-04-07</c:v>
                </c:pt>
                <c:pt idx="5007">
                  <c:v>2020-04-08</c:v>
                </c:pt>
                <c:pt idx="5008">
                  <c:v>2020-04-09</c:v>
                </c:pt>
                <c:pt idx="5009">
                  <c:v>2020-04-13</c:v>
                </c:pt>
                <c:pt idx="5010">
                  <c:v>2020-04-14</c:v>
                </c:pt>
                <c:pt idx="5011">
                  <c:v>2020-04-15</c:v>
                </c:pt>
                <c:pt idx="5012">
                  <c:v>2020-04-16</c:v>
                </c:pt>
                <c:pt idx="5013">
                  <c:v>2020-04-17</c:v>
                </c:pt>
                <c:pt idx="5014">
                  <c:v>2020-04-20</c:v>
                </c:pt>
                <c:pt idx="5015">
                  <c:v>2020-04-21</c:v>
                </c:pt>
                <c:pt idx="5016">
                  <c:v>2020-04-22</c:v>
                </c:pt>
                <c:pt idx="5017">
                  <c:v>2020-04-23</c:v>
                </c:pt>
                <c:pt idx="5018">
                  <c:v>2020-04-24</c:v>
                </c:pt>
                <c:pt idx="5019">
                  <c:v>2020-04-27</c:v>
                </c:pt>
                <c:pt idx="5020">
                  <c:v>2020-04-28</c:v>
                </c:pt>
                <c:pt idx="5021">
                  <c:v>2020-04-29</c:v>
                </c:pt>
                <c:pt idx="5022">
                  <c:v>2020-04-30</c:v>
                </c:pt>
                <c:pt idx="5023">
                  <c:v>2020-05-01</c:v>
                </c:pt>
                <c:pt idx="5024">
                  <c:v>2020-05-04</c:v>
                </c:pt>
                <c:pt idx="5025">
                  <c:v>2020-05-05</c:v>
                </c:pt>
                <c:pt idx="5026">
                  <c:v>2020-05-06</c:v>
                </c:pt>
                <c:pt idx="5027">
                  <c:v>2020-05-07</c:v>
                </c:pt>
                <c:pt idx="5028">
                  <c:v>2020-05-08</c:v>
                </c:pt>
                <c:pt idx="5029">
                  <c:v>2020-05-11</c:v>
                </c:pt>
                <c:pt idx="5030">
                  <c:v>2020-05-12</c:v>
                </c:pt>
                <c:pt idx="5031">
                  <c:v>2020-05-13</c:v>
                </c:pt>
                <c:pt idx="5032">
                  <c:v>2020-05-14</c:v>
                </c:pt>
                <c:pt idx="5033">
                  <c:v>2020-05-15</c:v>
                </c:pt>
                <c:pt idx="5034">
                  <c:v>2020-05-18</c:v>
                </c:pt>
                <c:pt idx="5035">
                  <c:v>2020-05-19</c:v>
                </c:pt>
                <c:pt idx="5036">
                  <c:v>2020-05-20</c:v>
                </c:pt>
                <c:pt idx="5037">
                  <c:v>2020-05-21</c:v>
                </c:pt>
                <c:pt idx="5038">
                  <c:v>2020-05-22</c:v>
                </c:pt>
                <c:pt idx="5039">
                  <c:v>2020-05-26</c:v>
                </c:pt>
                <c:pt idx="5040">
                  <c:v>2020-05-27</c:v>
                </c:pt>
                <c:pt idx="5041">
                  <c:v>2020-05-28</c:v>
                </c:pt>
                <c:pt idx="5042">
                  <c:v>2020-05-29</c:v>
                </c:pt>
                <c:pt idx="5043">
                  <c:v>2020-06-01</c:v>
                </c:pt>
                <c:pt idx="5044">
                  <c:v>2020-06-02</c:v>
                </c:pt>
                <c:pt idx="5045">
                  <c:v>2020-06-03</c:v>
                </c:pt>
                <c:pt idx="5046">
                  <c:v>2020-06-04</c:v>
                </c:pt>
                <c:pt idx="5047">
                  <c:v>2020-06-05</c:v>
                </c:pt>
                <c:pt idx="5048">
                  <c:v>2020-06-08</c:v>
                </c:pt>
                <c:pt idx="5049">
                  <c:v>2020-06-09</c:v>
                </c:pt>
                <c:pt idx="5050">
                  <c:v>2020-06-10</c:v>
                </c:pt>
                <c:pt idx="5051">
                  <c:v>2020-06-11</c:v>
                </c:pt>
                <c:pt idx="5052">
                  <c:v>2020-06-12</c:v>
                </c:pt>
                <c:pt idx="5053">
                  <c:v>2020-06-15</c:v>
                </c:pt>
                <c:pt idx="5054">
                  <c:v>2020-06-16</c:v>
                </c:pt>
                <c:pt idx="5055">
                  <c:v>2020-06-17</c:v>
                </c:pt>
                <c:pt idx="5056">
                  <c:v>2020-06-18</c:v>
                </c:pt>
                <c:pt idx="5057">
                  <c:v>2020-06-19</c:v>
                </c:pt>
                <c:pt idx="5058">
                  <c:v>2020-06-22</c:v>
                </c:pt>
                <c:pt idx="5059">
                  <c:v>2020-06-23</c:v>
                </c:pt>
                <c:pt idx="5060">
                  <c:v>2020-06-24</c:v>
                </c:pt>
                <c:pt idx="5061">
                  <c:v>2020-06-25</c:v>
                </c:pt>
                <c:pt idx="5062">
                  <c:v>2020-06-26</c:v>
                </c:pt>
                <c:pt idx="5063">
                  <c:v>2020-06-29</c:v>
                </c:pt>
                <c:pt idx="5064">
                  <c:v>2020-06-30</c:v>
                </c:pt>
                <c:pt idx="5065">
                  <c:v>2020-07-01</c:v>
                </c:pt>
                <c:pt idx="5066">
                  <c:v>2020-07-02</c:v>
                </c:pt>
                <c:pt idx="5067">
                  <c:v>2020-07-06</c:v>
                </c:pt>
                <c:pt idx="5068">
                  <c:v>2020-07-07</c:v>
                </c:pt>
                <c:pt idx="5069">
                  <c:v>2020-07-08</c:v>
                </c:pt>
                <c:pt idx="5070">
                  <c:v>2020-07-09</c:v>
                </c:pt>
                <c:pt idx="5071">
                  <c:v>2020-07-10</c:v>
                </c:pt>
                <c:pt idx="5072">
                  <c:v>2020-07-13</c:v>
                </c:pt>
                <c:pt idx="5073">
                  <c:v>2020-07-14</c:v>
                </c:pt>
                <c:pt idx="5074">
                  <c:v>2020-07-15</c:v>
                </c:pt>
                <c:pt idx="5075">
                  <c:v>2020-07-16</c:v>
                </c:pt>
                <c:pt idx="5076">
                  <c:v>2020-07-17</c:v>
                </c:pt>
                <c:pt idx="5077">
                  <c:v>2020-07-20</c:v>
                </c:pt>
                <c:pt idx="5078">
                  <c:v>2020-07-21</c:v>
                </c:pt>
                <c:pt idx="5079">
                  <c:v>2020-07-22</c:v>
                </c:pt>
                <c:pt idx="5080">
                  <c:v>2020-07-23</c:v>
                </c:pt>
                <c:pt idx="5081">
                  <c:v>2020-07-24</c:v>
                </c:pt>
                <c:pt idx="5082">
                  <c:v>2020-07-27</c:v>
                </c:pt>
                <c:pt idx="5083">
                  <c:v>2020-07-28</c:v>
                </c:pt>
                <c:pt idx="5084">
                  <c:v>2020-07-29</c:v>
                </c:pt>
                <c:pt idx="5085">
                  <c:v>2020-07-30</c:v>
                </c:pt>
                <c:pt idx="5086">
                  <c:v>2020-07-31</c:v>
                </c:pt>
                <c:pt idx="5087">
                  <c:v>2020-08-03</c:v>
                </c:pt>
                <c:pt idx="5088">
                  <c:v>2020-08-04</c:v>
                </c:pt>
                <c:pt idx="5089">
                  <c:v>2020-08-05</c:v>
                </c:pt>
                <c:pt idx="5090">
                  <c:v>2020-08-06</c:v>
                </c:pt>
                <c:pt idx="5091">
                  <c:v>2020-08-07</c:v>
                </c:pt>
                <c:pt idx="5092">
                  <c:v>2020-08-10</c:v>
                </c:pt>
                <c:pt idx="5093">
                  <c:v>2020-08-11</c:v>
                </c:pt>
                <c:pt idx="5094">
                  <c:v>2020-08-12</c:v>
                </c:pt>
                <c:pt idx="5095">
                  <c:v>2020-08-13</c:v>
                </c:pt>
                <c:pt idx="5096">
                  <c:v>2020-08-14</c:v>
                </c:pt>
                <c:pt idx="5097">
                  <c:v>2020-08-17</c:v>
                </c:pt>
                <c:pt idx="5098">
                  <c:v>2020-08-18</c:v>
                </c:pt>
                <c:pt idx="5099">
                  <c:v>2020-08-19</c:v>
                </c:pt>
                <c:pt idx="5100">
                  <c:v>2020-08-20</c:v>
                </c:pt>
                <c:pt idx="5101">
                  <c:v>2020-08-21</c:v>
                </c:pt>
                <c:pt idx="5102">
                  <c:v>2020-08-24</c:v>
                </c:pt>
                <c:pt idx="5103">
                  <c:v>2020-08-25</c:v>
                </c:pt>
                <c:pt idx="5104">
                  <c:v>2020-08-26</c:v>
                </c:pt>
                <c:pt idx="5105">
                  <c:v>2020-08-27</c:v>
                </c:pt>
                <c:pt idx="5106">
                  <c:v>2020-08-28</c:v>
                </c:pt>
                <c:pt idx="5107">
                  <c:v>2020-08-31</c:v>
                </c:pt>
                <c:pt idx="5108">
                  <c:v>2020-09-01</c:v>
                </c:pt>
                <c:pt idx="5109">
                  <c:v>2020-09-02</c:v>
                </c:pt>
                <c:pt idx="5110">
                  <c:v>2020-09-03</c:v>
                </c:pt>
                <c:pt idx="5111">
                  <c:v>2020-09-04</c:v>
                </c:pt>
                <c:pt idx="5112">
                  <c:v>2020-09-08</c:v>
                </c:pt>
                <c:pt idx="5113">
                  <c:v>2020-09-09</c:v>
                </c:pt>
                <c:pt idx="5114">
                  <c:v>2020-09-10</c:v>
                </c:pt>
                <c:pt idx="5115">
                  <c:v>2020-09-11</c:v>
                </c:pt>
                <c:pt idx="5116">
                  <c:v>2020-09-14</c:v>
                </c:pt>
                <c:pt idx="5117">
                  <c:v>2020-09-15</c:v>
                </c:pt>
                <c:pt idx="5118">
                  <c:v>2020-09-16</c:v>
                </c:pt>
                <c:pt idx="5119">
                  <c:v>2020-09-17</c:v>
                </c:pt>
                <c:pt idx="5120">
                  <c:v>2020-09-18</c:v>
                </c:pt>
                <c:pt idx="5121">
                  <c:v>2020-09-21</c:v>
                </c:pt>
                <c:pt idx="5122">
                  <c:v>2020-09-22</c:v>
                </c:pt>
                <c:pt idx="5123">
                  <c:v>2020-09-23</c:v>
                </c:pt>
                <c:pt idx="5124">
                  <c:v>2020-09-24</c:v>
                </c:pt>
                <c:pt idx="5125">
                  <c:v>2020-09-25</c:v>
                </c:pt>
                <c:pt idx="5126">
                  <c:v>2020-09-28</c:v>
                </c:pt>
                <c:pt idx="5127">
                  <c:v>2020-09-29</c:v>
                </c:pt>
                <c:pt idx="5128">
                  <c:v>2020-09-30</c:v>
                </c:pt>
                <c:pt idx="5129">
                  <c:v>2020-10-01</c:v>
                </c:pt>
                <c:pt idx="5130">
                  <c:v>2020-10-02</c:v>
                </c:pt>
                <c:pt idx="5131">
                  <c:v>2020-10-05</c:v>
                </c:pt>
                <c:pt idx="5132">
                  <c:v>2020-10-06</c:v>
                </c:pt>
                <c:pt idx="5133">
                  <c:v>2020-10-07</c:v>
                </c:pt>
                <c:pt idx="5134">
                  <c:v>2020-10-08</c:v>
                </c:pt>
                <c:pt idx="5135">
                  <c:v>2020-10-09</c:v>
                </c:pt>
                <c:pt idx="5136">
                  <c:v>2020-10-12</c:v>
                </c:pt>
                <c:pt idx="5137">
                  <c:v>2020-10-13</c:v>
                </c:pt>
                <c:pt idx="5138">
                  <c:v>2020-10-14</c:v>
                </c:pt>
                <c:pt idx="5139">
                  <c:v>2020-10-15</c:v>
                </c:pt>
                <c:pt idx="5140">
                  <c:v>2020-10-16</c:v>
                </c:pt>
                <c:pt idx="5141">
                  <c:v>2020-10-19</c:v>
                </c:pt>
                <c:pt idx="5142">
                  <c:v>2020-10-20</c:v>
                </c:pt>
                <c:pt idx="5143">
                  <c:v>2020-10-21</c:v>
                </c:pt>
                <c:pt idx="5144">
                  <c:v>2020-10-22</c:v>
                </c:pt>
                <c:pt idx="5145">
                  <c:v>2020-10-23</c:v>
                </c:pt>
                <c:pt idx="5146">
                  <c:v>2020-10-26</c:v>
                </c:pt>
                <c:pt idx="5147">
                  <c:v>2020-10-27</c:v>
                </c:pt>
                <c:pt idx="5148">
                  <c:v>2020-10-28</c:v>
                </c:pt>
                <c:pt idx="5149">
                  <c:v>2020-10-29</c:v>
                </c:pt>
                <c:pt idx="5150">
                  <c:v>2020-10-30</c:v>
                </c:pt>
                <c:pt idx="5151">
                  <c:v>2020-11-02</c:v>
                </c:pt>
                <c:pt idx="5152">
                  <c:v>2020-11-03</c:v>
                </c:pt>
                <c:pt idx="5153">
                  <c:v>2020-11-04</c:v>
                </c:pt>
                <c:pt idx="5154">
                  <c:v>2020-11-05</c:v>
                </c:pt>
                <c:pt idx="5155">
                  <c:v>2020-11-06</c:v>
                </c:pt>
                <c:pt idx="5156">
                  <c:v>2020-11-09</c:v>
                </c:pt>
                <c:pt idx="5157">
                  <c:v>2020-11-10</c:v>
                </c:pt>
                <c:pt idx="5158">
                  <c:v>2020-11-11</c:v>
                </c:pt>
                <c:pt idx="5159">
                  <c:v>2020-11-12</c:v>
                </c:pt>
                <c:pt idx="5160">
                  <c:v>2020-11-13</c:v>
                </c:pt>
                <c:pt idx="5161">
                  <c:v>2020-11-16</c:v>
                </c:pt>
                <c:pt idx="5162">
                  <c:v>2020-11-17</c:v>
                </c:pt>
                <c:pt idx="5163">
                  <c:v>2020-11-18</c:v>
                </c:pt>
                <c:pt idx="5164">
                  <c:v>2020-11-19</c:v>
                </c:pt>
                <c:pt idx="5165">
                  <c:v>2020-11-20</c:v>
                </c:pt>
                <c:pt idx="5166">
                  <c:v>2020-11-23</c:v>
                </c:pt>
                <c:pt idx="5167">
                  <c:v>2020-11-24</c:v>
                </c:pt>
                <c:pt idx="5168">
                  <c:v>2020-11-25</c:v>
                </c:pt>
                <c:pt idx="5169">
                  <c:v>2020-11-27</c:v>
                </c:pt>
                <c:pt idx="5170">
                  <c:v>2020-11-30</c:v>
                </c:pt>
                <c:pt idx="5171">
                  <c:v>2020-12-01</c:v>
                </c:pt>
                <c:pt idx="5172">
                  <c:v>2020-12-02</c:v>
                </c:pt>
                <c:pt idx="5173">
                  <c:v>2020-12-03</c:v>
                </c:pt>
                <c:pt idx="5174">
                  <c:v>2020-12-04</c:v>
                </c:pt>
                <c:pt idx="5175">
                  <c:v>2020-12-07</c:v>
                </c:pt>
                <c:pt idx="5176">
                  <c:v>2020-12-08</c:v>
                </c:pt>
                <c:pt idx="5177">
                  <c:v>2020-12-09</c:v>
                </c:pt>
                <c:pt idx="5178">
                  <c:v>2020-12-10</c:v>
                </c:pt>
                <c:pt idx="5179">
                  <c:v>2020-12-11</c:v>
                </c:pt>
                <c:pt idx="5180">
                  <c:v>2020-12-14</c:v>
                </c:pt>
                <c:pt idx="5181">
                  <c:v>2020-12-15</c:v>
                </c:pt>
                <c:pt idx="5182">
                  <c:v>2020-12-16</c:v>
                </c:pt>
                <c:pt idx="5183">
                  <c:v>2020-12-17</c:v>
                </c:pt>
                <c:pt idx="5184">
                  <c:v>2020-12-18</c:v>
                </c:pt>
                <c:pt idx="5185">
                  <c:v>2020-12-21</c:v>
                </c:pt>
                <c:pt idx="5186">
                  <c:v>2020-12-22</c:v>
                </c:pt>
                <c:pt idx="5187">
                  <c:v>2020-12-23</c:v>
                </c:pt>
                <c:pt idx="5188">
                  <c:v>2020-12-24</c:v>
                </c:pt>
                <c:pt idx="5189">
                  <c:v>2020-12-28</c:v>
                </c:pt>
                <c:pt idx="5190">
                  <c:v>2020-12-29</c:v>
                </c:pt>
                <c:pt idx="5191">
                  <c:v>2020-12-30</c:v>
                </c:pt>
                <c:pt idx="5192">
                  <c:v>2020-12-31</c:v>
                </c:pt>
                <c:pt idx="5193">
                  <c:v>2021-01-04</c:v>
                </c:pt>
                <c:pt idx="5194">
                  <c:v>2021-01-05</c:v>
                </c:pt>
                <c:pt idx="5195">
                  <c:v>2021-01-06</c:v>
                </c:pt>
                <c:pt idx="5196">
                  <c:v>2021-01-07</c:v>
                </c:pt>
                <c:pt idx="5197">
                  <c:v>2021-01-08</c:v>
                </c:pt>
                <c:pt idx="5198">
                  <c:v>2021-01-11</c:v>
                </c:pt>
                <c:pt idx="5199">
                  <c:v>2021-01-12</c:v>
                </c:pt>
                <c:pt idx="5200">
                  <c:v>2021-01-13</c:v>
                </c:pt>
                <c:pt idx="5201">
                  <c:v>2021-01-14</c:v>
                </c:pt>
                <c:pt idx="5202">
                  <c:v>2021-01-15</c:v>
                </c:pt>
                <c:pt idx="5203">
                  <c:v>2021-01-19</c:v>
                </c:pt>
                <c:pt idx="5204">
                  <c:v>2021-01-21</c:v>
                </c:pt>
                <c:pt idx="5205">
                  <c:v>2021-01-22</c:v>
                </c:pt>
                <c:pt idx="5206">
                  <c:v>2021-01-25</c:v>
                </c:pt>
                <c:pt idx="5207">
                  <c:v>2021-01-26</c:v>
                </c:pt>
                <c:pt idx="5208">
                  <c:v>2021-01-27</c:v>
                </c:pt>
                <c:pt idx="5209">
                  <c:v>2021-01-28</c:v>
                </c:pt>
                <c:pt idx="5210">
                  <c:v>2021-01-29</c:v>
                </c:pt>
                <c:pt idx="5211">
                  <c:v>2021-02-01</c:v>
                </c:pt>
                <c:pt idx="5212">
                  <c:v>2021-02-02</c:v>
                </c:pt>
                <c:pt idx="5213">
                  <c:v>2021-02-03</c:v>
                </c:pt>
                <c:pt idx="5214">
                  <c:v>2021-02-04</c:v>
                </c:pt>
                <c:pt idx="5215">
                  <c:v>2021-02-05</c:v>
                </c:pt>
                <c:pt idx="5216">
                  <c:v>2021-02-08</c:v>
                </c:pt>
                <c:pt idx="5217">
                  <c:v>2021-02-09</c:v>
                </c:pt>
                <c:pt idx="5218">
                  <c:v>2021-02-10</c:v>
                </c:pt>
                <c:pt idx="5219">
                  <c:v>2021-02-11</c:v>
                </c:pt>
                <c:pt idx="5220">
                  <c:v>2021-02-12</c:v>
                </c:pt>
                <c:pt idx="5221">
                  <c:v>2021-02-16</c:v>
                </c:pt>
                <c:pt idx="5222">
                  <c:v>2021-02-17</c:v>
                </c:pt>
                <c:pt idx="5223">
                  <c:v>2021-02-18</c:v>
                </c:pt>
                <c:pt idx="5224">
                  <c:v>2021-02-19</c:v>
                </c:pt>
                <c:pt idx="5225">
                  <c:v>2021-02-22</c:v>
                </c:pt>
                <c:pt idx="5226">
                  <c:v>2021-02-23</c:v>
                </c:pt>
                <c:pt idx="5227">
                  <c:v>2021-02-24</c:v>
                </c:pt>
                <c:pt idx="5228">
                  <c:v>2021-02-25</c:v>
                </c:pt>
                <c:pt idx="5229">
                  <c:v>2021-02-26</c:v>
                </c:pt>
                <c:pt idx="5230">
                  <c:v>2021-03-01</c:v>
                </c:pt>
                <c:pt idx="5231">
                  <c:v>2021-03-02</c:v>
                </c:pt>
                <c:pt idx="5232">
                  <c:v>2021-03-03</c:v>
                </c:pt>
                <c:pt idx="5233">
                  <c:v>2021-03-04</c:v>
                </c:pt>
                <c:pt idx="5234">
                  <c:v>2021-03-05</c:v>
                </c:pt>
                <c:pt idx="5235">
                  <c:v>2021-03-08</c:v>
                </c:pt>
                <c:pt idx="5236">
                  <c:v>2021-03-09</c:v>
                </c:pt>
                <c:pt idx="5237">
                  <c:v>2021-03-10</c:v>
                </c:pt>
                <c:pt idx="5238">
                  <c:v>2021-03-11</c:v>
                </c:pt>
                <c:pt idx="5239">
                  <c:v>2021-03-12</c:v>
                </c:pt>
                <c:pt idx="5240">
                  <c:v>2021-03-15</c:v>
                </c:pt>
                <c:pt idx="5241">
                  <c:v>2021-03-16</c:v>
                </c:pt>
                <c:pt idx="5242">
                  <c:v>2021-03-17</c:v>
                </c:pt>
                <c:pt idx="5243">
                  <c:v>2021-03-18</c:v>
                </c:pt>
                <c:pt idx="5244">
                  <c:v>2021-03-19</c:v>
                </c:pt>
                <c:pt idx="5245">
                  <c:v>2021-03-22</c:v>
                </c:pt>
                <c:pt idx="5246">
                  <c:v>2021-03-23</c:v>
                </c:pt>
                <c:pt idx="5247">
                  <c:v>2021-03-24</c:v>
                </c:pt>
                <c:pt idx="5248">
                  <c:v>2021-03-25</c:v>
                </c:pt>
                <c:pt idx="5249">
                  <c:v>2021-03-26</c:v>
                </c:pt>
                <c:pt idx="5250">
                  <c:v>2021-03-29</c:v>
                </c:pt>
                <c:pt idx="5251">
                  <c:v>2021-03-30</c:v>
                </c:pt>
                <c:pt idx="5252">
                  <c:v>2021-03-31</c:v>
                </c:pt>
                <c:pt idx="5253">
                  <c:v>2021-04-01</c:v>
                </c:pt>
                <c:pt idx="5254">
                  <c:v>2021-04-05</c:v>
                </c:pt>
                <c:pt idx="5255">
                  <c:v>2021-04-06</c:v>
                </c:pt>
                <c:pt idx="5256">
                  <c:v>2021-04-07</c:v>
                </c:pt>
                <c:pt idx="5257">
                  <c:v>2021-04-08</c:v>
                </c:pt>
                <c:pt idx="5258">
                  <c:v>2021-04-09</c:v>
                </c:pt>
                <c:pt idx="5259">
                  <c:v>2021-04-12</c:v>
                </c:pt>
                <c:pt idx="5260">
                  <c:v>2021-04-13</c:v>
                </c:pt>
                <c:pt idx="5261">
                  <c:v>2021-04-14</c:v>
                </c:pt>
                <c:pt idx="5262">
                  <c:v>2021-04-15</c:v>
                </c:pt>
                <c:pt idx="5263">
                  <c:v>2021-04-16</c:v>
                </c:pt>
                <c:pt idx="5264">
                  <c:v>2021-04-19</c:v>
                </c:pt>
                <c:pt idx="5265">
                  <c:v>2021-04-20</c:v>
                </c:pt>
                <c:pt idx="5266">
                  <c:v>2021-04-21</c:v>
                </c:pt>
                <c:pt idx="5267">
                  <c:v>2021-04-22</c:v>
                </c:pt>
                <c:pt idx="5268">
                  <c:v>2021-04-23</c:v>
                </c:pt>
                <c:pt idx="5269">
                  <c:v>2021-04-26</c:v>
                </c:pt>
                <c:pt idx="5270">
                  <c:v>2021-04-27</c:v>
                </c:pt>
                <c:pt idx="5271">
                  <c:v>2021-04-28</c:v>
                </c:pt>
                <c:pt idx="5272">
                  <c:v>2021-04-29</c:v>
                </c:pt>
                <c:pt idx="5273">
                  <c:v>2021-04-30</c:v>
                </c:pt>
                <c:pt idx="5274">
                  <c:v>2021-05-03</c:v>
                </c:pt>
                <c:pt idx="5275">
                  <c:v>2021-05-04</c:v>
                </c:pt>
                <c:pt idx="5276">
                  <c:v>2021-05-05</c:v>
                </c:pt>
                <c:pt idx="5277">
                  <c:v>2021-05-06</c:v>
                </c:pt>
                <c:pt idx="5278">
                  <c:v>2021-05-07</c:v>
                </c:pt>
                <c:pt idx="5279">
                  <c:v>2021-05-10</c:v>
                </c:pt>
                <c:pt idx="5280">
                  <c:v>2021-05-11</c:v>
                </c:pt>
                <c:pt idx="5281">
                  <c:v>2021-05-12</c:v>
                </c:pt>
                <c:pt idx="5282">
                  <c:v>2021-05-13</c:v>
                </c:pt>
                <c:pt idx="5283">
                  <c:v>2021-05-14</c:v>
                </c:pt>
                <c:pt idx="5284">
                  <c:v>2021-05-17</c:v>
                </c:pt>
                <c:pt idx="5285">
                  <c:v>2021-05-18</c:v>
                </c:pt>
                <c:pt idx="5286">
                  <c:v>2021-05-19</c:v>
                </c:pt>
                <c:pt idx="5287">
                  <c:v>2021-05-20</c:v>
                </c:pt>
                <c:pt idx="5288">
                  <c:v>2021-05-21</c:v>
                </c:pt>
                <c:pt idx="5289">
                  <c:v>2021-05-24</c:v>
                </c:pt>
                <c:pt idx="5290">
                  <c:v>2021-05-25</c:v>
                </c:pt>
                <c:pt idx="5291">
                  <c:v>2021-05-26</c:v>
                </c:pt>
                <c:pt idx="5292">
                  <c:v>2021-05-27</c:v>
                </c:pt>
                <c:pt idx="5293">
                  <c:v>2021-05-28</c:v>
                </c:pt>
                <c:pt idx="5294">
                  <c:v>2021-06-01</c:v>
                </c:pt>
                <c:pt idx="5295">
                  <c:v>2021-06-02</c:v>
                </c:pt>
                <c:pt idx="5296">
                  <c:v>2021-06-03</c:v>
                </c:pt>
                <c:pt idx="5297">
                  <c:v>2021-06-04</c:v>
                </c:pt>
                <c:pt idx="5298">
                  <c:v>2021-06-07</c:v>
                </c:pt>
                <c:pt idx="5299">
                  <c:v>2021-06-08</c:v>
                </c:pt>
                <c:pt idx="5300">
                  <c:v>2021-06-09</c:v>
                </c:pt>
                <c:pt idx="5301">
                  <c:v>2021-06-10</c:v>
                </c:pt>
                <c:pt idx="5302">
                  <c:v>2021-06-11</c:v>
                </c:pt>
                <c:pt idx="5303">
                  <c:v>2021-06-14</c:v>
                </c:pt>
                <c:pt idx="5304">
                  <c:v>2021-06-15</c:v>
                </c:pt>
                <c:pt idx="5305">
                  <c:v>2021-06-16</c:v>
                </c:pt>
                <c:pt idx="5306">
                  <c:v>2021-06-17</c:v>
                </c:pt>
                <c:pt idx="5307">
                  <c:v>2021-06-18</c:v>
                </c:pt>
                <c:pt idx="5308">
                  <c:v>2021-06-21</c:v>
                </c:pt>
                <c:pt idx="5309">
                  <c:v>2021-06-22</c:v>
                </c:pt>
                <c:pt idx="5310">
                  <c:v>2021-06-23</c:v>
                </c:pt>
                <c:pt idx="5311">
                  <c:v>2021-06-24</c:v>
                </c:pt>
                <c:pt idx="5312">
                  <c:v>2021-06-25</c:v>
                </c:pt>
                <c:pt idx="5313">
                  <c:v>2021-06-28</c:v>
                </c:pt>
                <c:pt idx="5314">
                  <c:v>2021-06-29</c:v>
                </c:pt>
                <c:pt idx="5315">
                  <c:v>2021-06-30</c:v>
                </c:pt>
                <c:pt idx="5316">
                  <c:v>2021-07-01</c:v>
                </c:pt>
                <c:pt idx="5317">
                  <c:v>2021-07-02</c:v>
                </c:pt>
                <c:pt idx="5318">
                  <c:v>2021-07-06</c:v>
                </c:pt>
                <c:pt idx="5319">
                  <c:v>2021-07-07</c:v>
                </c:pt>
                <c:pt idx="5320">
                  <c:v>2021-07-08</c:v>
                </c:pt>
                <c:pt idx="5321">
                  <c:v>2021-07-09</c:v>
                </c:pt>
                <c:pt idx="5322">
                  <c:v>2021-07-12</c:v>
                </c:pt>
                <c:pt idx="5323">
                  <c:v>2021-07-13</c:v>
                </c:pt>
                <c:pt idx="5324">
                  <c:v>2021-07-14</c:v>
                </c:pt>
                <c:pt idx="5325">
                  <c:v>2021-07-15</c:v>
                </c:pt>
                <c:pt idx="5326">
                  <c:v>2021-07-16</c:v>
                </c:pt>
                <c:pt idx="5327">
                  <c:v>2021-07-19</c:v>
                </c:pt>
                <c:pt idx="5328">
                  <c:v>2021-07-20</c:v>
                </c:pt>
                <c:pt idx="5329">
                  <c:v>2021-07-21</c:v>
                </c:pt>
                <c:pt idx="5330">
                  <c:v>2021-07-22</c:v>
                </c:pt>
                <c:pt idx="5331">
                  <c:v>2021-07-23</c:v>
                </c:pt>
                <c:pt idx="5332">
                  <c:v>2021-07-26</c:v>
                </c:pt>
                <c:pt idx="5333">
                  <c:v>2021-07-27</c:v>
                </c:pt>
                <c:pt idx="5334">
                  <c:v>2021-07-28</c:v>
                </c:pt>
                <c:pt idx="5335">
                  <c:v>2021-07-29</c:v>
                </c:pt>
                <c:pt idx="5336">
                  <c:v>2021-07-30</c:v>
                </c:pt>
                <c:pt idx="5337">
                  <c:v>2021-08-02</c:v>
                </c:pt>
                <c:pt idx="5338">
                  <c:v>2021-08-03</c:v>
                </c:pt>
                <c:pt idx="5339">
                  <c:v>2021-08-04</c:v>
                </c:pt>
                <c:pt idx="5340">
                  <c:v>2021-08-05</c:v>
                </c:pt>
                <c:pt idx="5341">
                  <c:v>2021-08-06</c:v>
                </c:pt>
                <c:pt idx="5342">
                  <c:v>2021-08-09</c:v>
                </c:pt>
                <c:pt idx="5343">
                  <c:v>2021-08-10</c:v>
                </c:pt>
                <c:pt idx="5344">
                  <c:v>2021-08-11</c:v>
                </c:pt>
                <c:pt idx="5345">
                  <c:v>2021-08-12</c:v>
                </c:pt>
                <c:pt idx="5346">
                  <c:v>2021-08-13</c:v>
                </c:pt>
                <c:pt idx="5347">
                  <c:v>2021-08-16</c:v>
                </c:pt>
                <c:pt idx="5348">
                  <c:v>2021-08-17</c:v>
                </c:pt>
                <c:pt idx="5349">
                  <c:v>2021-08-18</c:v>
                </c:pt>
                <c:pt idx="5350">
                  <c:v>2021-08-19</c:v>
                </c:pt>
                <c:pt idx="5351">
                  <c:v>2021-08-20</c:v>
                </c:pt>
                <c:pt idx="5352">
                  <c:v>2021-08-23</c:v>
                </c:pt>
                <c:pt idx="5353">
                  <c:v>2021-08-24</c:v>
                </c:pt>
                <c:pt idx="5354">
                  <c:v>2021-08-26</c:v>
                </c:pt>
                <c:pt idx="5355">
                  <c:v>2021-08-27</c:v>
                </c:pt>
                <c:pt idx="5356">
                  <c:v>2021-08-30</c:v>
                </c:pt>
                <c:pt idx="5357">
                  <c:v>2021-08-31</c:v>
                </c:pt>
                <c:pt idx="5358">
                  <c:v>2021-09-01</c:v>
                </c:pt>
                <c:pt idx="5359">
                  <c:v>2021-09-02</c:v>
                </c:pt>
                <c:pt idx="5360">
                  <c:v>2021-09-03</c:v>
                </c:pt>
                <c:pt idx="5361">
                  <c:v>2021-09-07</c:v>
                </c:pt>
                <c:pt idx="5362">
                  <c:v>2021-09-08</c:v>
                </c:pt>
                <c:pt idx="5363">
                  <c:v>2021-09-09</c:v>
                </c:pt>
                <c:pt idx="5364">
                  <c:v>2021-09-10</c:v>
                </c:pt>
                <c:pt idx="5365">
                  <c:v>2021-09-13</c:v>
                </c:pt>
                <c:pt idx="5366">
                  <c:v>2021-09-14</c:v>
                </c:pt>
                <c:pt idx="5367">
                  <c:v>2021-09-15</c:v>
                </c:pt>
                <c:pt idx="5368">
                  <c:v>2021-09-16</c:v>
                </c:pt>
                <c:pt idx="5369">
                  <c:v>2021-09-17</c:v>
                </c:pt>
                <c:pt idx="5370">
                  <c:v>2021-09-20</c:v>
                </c:pt>
                <c:pt idx="5371">
                  <c:v>2021-09-21</c:v>
                </c:pt>
                <c:pt idx="5372">
                  <c:v>2021-09-22</c:v>
                </c:pt>
                <c:pt idx="5373">
                  <c:v>2021-09-23</c:v>
                </c:pt>
                <c:pt idx="5374">
                  <c:v>2021-09-24</c:v>
                </c:pt>
                <c:pt idx="5375">
                  <c:v>2021-09-27</c:v>
                </c:pt>
                <c:pt idx="5376">
                  <c:v>2021-09-28</c:v>
                </c:pt>
                <c:pt idx="5377">
                  <c:v>2021-09-29</c:v>
                </c:pt>
                <c:pt idx="5378">
                  <c:v>2021-09-30</c:v>
                </c:pt>
                <c:pt idx="5379">
                  <c:v>2021-10-01</c:v>
                </c:pt>
                <c:pt idx="5380">
                  <c:v>2021-10-04</c:v>
                </c:pt>
                <c:pt idx="5381">
                  <c:v>2021-10-05</c:v>
                </c:pt>
                <c:pt idx="5382">
                  <c:v>2021-10-06</c:v>
                </c:pt>
                <c:pt idx="5383">
                  <c:v>2021-10-07</c:v>
                </c:pt>
                <c:pt idx="5384">
                  <c:v>2021-10-08</c:v>
                </c:pt>
                <c:pt idx="5385">
                  <c:v>2021-10-11</c:v>
                </c:pt>
                <c:pt idx="5386">
                  <c:v>2021-10-12</c:v>
                </c:pt>
                <c:pt idx="5387">
                  <c:v>2021-10-13</c:v>
                </c:pt>
                <c:pt idx="5388">
                  <c:v>2021-10-14</c:v>
                </c:pt>
                <c:pt idx="5389">
                  <c:v>2021-10-15</c:v>
                </c:pt>
                <c:pt idx="5390">
                  <c:v>2021-10-18</c:v>
                </c:pt>
                <c:pt idx="5391">
                  <c:v>2021-10-19</c:v>
                </c:pt>
                <c:pt idx="5392">
                  <c:v>2021-10-20</c:v>
                </c:pt>
                <c:pt idx="5393">
                  <c:v>2021-10-21</c:v>
                </c:pt>
                <c:pt idx="5394">
                  <c:v>2021-10-22</c:v>
                </c:pt>
                <c:pt idx="5395">
                  <c:v>2021-10-25</c:v>
                </c:pt>
                <c:pt idx="5396">
                  <c:v>2021-10-26</c:v>
                </c:pt>
                <c:pt idx="5397">
                  <c:v>2021-10-27</c:v>
                </c:pt>
                <c:pt idx="5398">
                  <c:v>2021-10-28</c:v>
                </c:pt>
                <c:pt idx="5399">
                  <c:v>2021-10-29</c:v>
                </c:pt>
                <c:pt idx="5400">
                  <c:v>2021-11-01</c:v>
                </c:pt>
                <c:pt idx="5401">
                  <c:v>2021-11-02</c:v>
                </c:pt>
                <c:pt idx="5402">
                  <c:v>2021-11-03</c:v>
                </c:pt>
                <c:pt idx="5403">
                  <c:v>2021-11-04</c:v>
                </c:pt>
                <c:pt idx="5404">
                  <c:v>2021-11-05</c:v>
                </c:pt>
                <c:pt idx="5405">
                  <c:v>2021-11-08</c:v>
                </c:pt>
                <c:pt idx="5406">
                  <c:v>2021-11-09</c:v>
                </c:pt>
                <c:pt idx="5407">
                  <c:v>2021-11-10</c:v>
                </c:pt>
                <c:pt idx="5408">
                  <c:v>2021-11-11</c:v>
                </c:pt>
                <c:pt idx="5409">
                  <c:v>2021-11-12</c:v>
                </c:pt>
                <c:pt idx="5410">
                  <c:v>2021-11-15</c:v>
                </c:pt>
                <c:pt idx="5411">
                  <c:v>2021-11-16</c:v>
                </c:pt>
                <c:pt idx="5412">
                  <c:v>2021-11-17</c:v>
                </c:pt>
                <c:pt idx="5413">
                  <c:v>2021-11-18</c:v>
                </c:pt>
                <c:pt idx="5414">
                  <c:v>2021-11-19</c:v>
                </c:pt>
                <c:pt idx="5415">
                  <c:v>2021-11-22</c:v>
                </c:pt>
                <c:pt idx="5416">
                  <c:v>2021-11-23</c:v>
                </c:pt>
                <c:pt idx="5417">
                  <c:v>2021-11-24</c:v>
                </c:pt>
                <c:pt idx="5418">
                  <c:v>2021-11-26</c:v>
                </c:pt>
                <c:pt idx="5419">
                  <c:v>2021-11-29</c:v>
                </c:pt>
                <c:pt idx="5420">
                  <c:v>2021-11-30</c:v>
                </c:pt>
                <c:pt idx="5421">
                  <c:v>2021-12-01</c:v>
                </c:pt>
                <c:pt idx="5422">
                  <c:v>2021-12-02</c:v>
                </c:pt>
                <c:pt idx="5423">
                  <c:v>2021-12-03</c:v>
                </c:pt>
                <c:pt idx="5424">
                  <c:v>2021-12-06</c:v>
                </c:pt>
                <c:pt idx="5425">
                  <c:v>2021-12-07</c:v>
                </c:pt>
                <c:pt idx="5426">
                  <c:v>2021-12-08</c:v>
                </c:pt>
                <c:pt idx="5427">
                  <c:v>2021-12-09</c:v>
                </c:pt>
                <c:pt idx="5428">
                  <c:v>2021-12-10</c:v>
                </c:pt>
                <c:pt idx="5429">
                  <c:v>2021-12-13</c:v>
                </c:pt>
                <c:pt idx="5430">
                  <c:v>2021-12-14</c:v>
                </c:pt>
                <c:pt idx="5431">
                  <c:v>2021-12-15</c:v>
                </c:pt>
                <c:pt idx="5432">
                  <c:v>2021-12-16</c:v>
                </c:pt>
                <c:pt idx="5433">
                  <c:v>2021-12-17</c:v>
                </c:pt>
                <c:pt idx="5434">
                  <c:v>2021-12-20</c:v>
                </c:pt>
                <c:pt idx="5435">
                  <c:v>2021-12-21</c:v>
                </c:pt>
                <c:pt idx="5436">
                  <c:v>2021-12-22</c:v>
                </c:pt>
                <c:pt idx="5437">
                  <c:v>2021-12-23</c:v>
                </c:pt>
                <c:pt idx="5438">
                  <c:v>2021-12-27</c:v>
                </c:pt>
                <c:pt idx="5439">
                  <c:v>2021-12-28</c:v>
                </c:pt>
                <c:pt idx="5440">
                  <c:v>2021-12-29</c:v>
                </c:pt>
                <c:pt idx="5441">
                  <c:v>2021-12-30</c:v>
                </c:pt>
                <c:pt idx="5442">
                  <c:v>2021-12-31</c:v>
                </c:pt>
                <c:pt idx="5443">
                  <c:v>2022-01-03</c:v>
                </c:pt>
                <c:pt idx="5444">
                  <c:v>2022-01-04</c:v>
                </c:pt>
                <c:pt idx="5445">
                  <c:v>2022-01-05</c:v>
                </c:pt>
                <c:pt idx="5446">
                  <c:v>2022-01-06</c:v>
                </c:pt>
                <c:pt idx="5447">
                  <c:v>2022-01-07</c:v>
                </c:pt>
                <c:pt idx="5448">
                  <c:v>2022-01-10</c:v>
                </c:pt>
                <c:pt idx="5449">
                  <c:v>2022-01-11</c:v>
                </c:pt>
                <c:pt idx="5450">
                  <c:v>2022-01-12</c:v>
                </c:pt>
                <c:pt idx="5451">
                  <c:v>2022-01-13</c:v>
                </c:pt>
                <c:pt idx="5452">
                  <c:v>2022-01-14</c:v>
                </c:pt>
                <c:pt idx="5453">
                  <c:v>2022-01-18</c:v>
                </c:pt>
                <c:pt idx="5454">
                  <c:v>2022-01-19</c:v>
                </c:pt>
                <c:pt idx="5455">
                  <c:v>2022-01-20</c:v>
                </c:pt>
                <c:pt idx="5456">
                  <c:v>2022-01-21</c:v>
                </c:pt>
                <c:pt idx="5457">
                  <c:v>2022-01-24</c:v>
                </c:pt>
                <c:pt idx="5458">
                  <c:v>2022-01-25</c:v>
                </c:pt>
                <c:pt idx="5459">
                  <c:v>2022-01-26</c:v>
                </c:pt>
                <c:pt idx="5460">
                  <c:v>2022-01-27</c:v>
                </c:pt>
                <c:pt idx="5461">
                  <c:v>2022-01-28</c:v>
                </c:pt>
                <c:pt idx="5462">
                  <c:v>2022-01-31</c:v>
                </c:pt>
                <c:pt idx="5463">
                  <c:v>2022-02-01</c:v>
                </c:pt>
                <c:pt idx="5464">
                  <c:v>2022-02-02</c:v>
                </c:pt>
                <c:pt idx="5465">
                  <c:v>2022-02-03</c:v>
                </c:pt>
                <c:pt idx="5466">
                  <c:v>2022-02-04</c:v>
                </c:pt>
                <c:pt idx="5467">
                  <c:v>2022-02-07</c:v>
                </c:pt>
                <c:pt idx="5468">
                  <c:v>2022-02-08</c:v>
                </c:pt>
                <c:pt idx="5469">
                  <c:v>2022-02-09</c:v>
                </c:pt>
                <c:pt idx="5470">
                  <c:v>2022-02-10</c:v>
                </c:pt>
                <c:pt idx="5471">
                  <c:v>2022-02-11</c:v>
                </c:pt>
                <c:pt idx="5472">
                  <c:v>2022-02-14</c:v>
                </c:pt>
                <c:pt idx="5473">
                  <c:v>2022-02-15</c:v>
                </c:pt>
                <c:pt idx="5474">
                  <c:v>2022-02-16</c:v>
                </c:pt>
                <c:pt idx="5475">
                  <c:v>2022-02-17</c:v>
                </c:pt>
                <c:pt idx="5476">
                  <c:v>2022-02-18</c:v>
                </c:pt>
                <c:pt idx="5477">
                  <c:v>2022-02-22</c:v>
                </c:pt>
                <c:pt idx="5478">
                  <c:v>2022-02-23</c:v>
                </c:pt>
                <c:pt idx="5479">
                  <c:v>2022-02-24</c:v>
                </c:pt>
                <c:pt idx="5480">
                  <c:v>2022-02-25</c:v>
                </c:pt>
                <c:pt idx="5481">
                  <c:v>2022-02-28</c:v>
                </c:pt>
                <c:pt idx="5482">
                  <c:v>2022-03-01</c:v>
                </c:pt>
                <c:pt idx="5483">
                  <c:v>2022-03-02</c:v>
                </c:pt>
                <c:pt idx="5484">
                  <c:v>2022-03-03</c:v>
                </c:pt>
                <c:pt idx="5485">
                  <c:v>2022-03-04</c:v>
                </c:pt>
                <c:pt idx="5486">
                  <c:v>2022-03-07</c:v>
                </c:pt>
                <c:pt idx="5487">
                  <c:v>2022-03-08</c:v>
                </c:pt>
                <c:pt idx="5488">
                  <c:v>2022-03-09</c:v>
                </c:pt>
                <c:pt idx="5489">
                  <c:v>2022-03-10</c:v>
                </c:pt>
                <c:pt idx="5490">
                  <c:v>2022-03-11</c:v>
                </c:pt>
                <c:pt idx="5491">
                  <c:v>2022-03-14</c:v>
                </c:pt>
                <c:pt idx="5492">
                  <c:v>2022-03-15</c:v>
                </c:pt>
                <c:pt idx="5493">
                  <c:v>2022-03-16</c:v>
                </c:pt>
                <c:pt idx="5494">
                  <c:v>2022-03-17</c:v>
                </c:pt>
                <c:pt idx="5495">
                  <c:v>2022-03-18</c:v>
                </c:pt>
                <c:pt idx="5496">
                  <c:v>2022-03-21</c:v>
                </c:pt>
                <c:pt idx="5497">
                  <c:v>2022-03-22</c:v>
                </c:pt>
                <c:pt idx="5498">
                  <c:v>2022-03-23</c:v>
                </c:pt>
                <c:pt idx="5499">
                  <c:v>2022-03-24</c:v>
                </c:pt>
                <c:pt idx="5500">
                  <c:v>2022-03-25</c:v>
                </c:pt>
                <c:pt idx="5501">
                  <c:v>2022-03-28</c:v>
                </c:pt>
                <c:pt idx="5502">
                  <c:v>2022-03-29</c:v>
                </c:pt>
                <c:pt idx="5503">
                  <c:v>2022-03-30</c:v>
                </c:pt>
                <c:pt idx="5504">
                  <c:v>2022-03-31</c:v>
                </c:pt>
                <c:pt idx="5505">
                  <c:v>2022-04-01</c:v>
                </c:pt>
                <c:pt idx="5506">
                  <c:v>2022-04-04</c:v>
                </c:pt>
                <c:pt idx="5507">
                  <c:v>2022-04-05</c:v>
                </c:pt>
                <c:pt idx="5508">
                  <c:v>2022-04-06</c:v>
                </c:pt>
                <c:pt idx="5509">
                  <c:v>2022-04-07</c:v>
                </c:pt>
                <c:pt idx="5510">
                  <c:v>2022-04-08</c:v>
                </c:pt>
                <c:pt idx="5511">
                  <c:v>2022-04-11</c:v>
                </c:pt>
                <c:pt idx="5512">
                  <c:v>2022-04-12</c:v>
                </c:pt>
                <c:pt idx="5513">
                  <c:v>2022-04-13</c:v>
                </c:pt>
                <c:pt idx="5514">
                  <c:v>2022-04-14</c:v>
                </c:pt>
                <c:pt idx="5515">
                  <c:v>2022-04-18</c:v>
                </c:pt>
                <c:pt idx="5516">
                  <c:v>2022-04-19</c:v>
                </c:pt>
                <c:pt idx="5517">
                  <c:v>2022-04-20</c:v>
                </c:pt>
                <c:pt idx="5518">
                  <c:v>2022-04-21</c:v>
                </c:pt>
                <c:pt idx="5519">
                  <c:v>2022-04-22</c:v>
                </c:pt>
                <c:pt idx="5520">
                  <c:v>2022-04-25</c:v>
                </c:pt>
                <c:pt idx="5521">
                  <c:v>2022-04-26</c:v>
                </c:pt>
                <c:pt idx="5522">
                  <c:v>2022-04-27</c:v>
                </c:pt>
                <c:pt idx="5523">
                  <c:v>2022-04-28</c:v>
                </c:pt>
                <c:pt idx="5524">
                  <c:v>2022-04-29</c:v>
                </c:pt>
                <c:pt idx="5525">
                  <c:v>2022-05-02</c:v>
                </c:pt>
                <c:pt idx="5526">
                  <c:v>2022-05-03</c:v>
                </c:pt>
                <c:pt idx="5527">
                  <c:v>2022-05-04</c:v>
                </c:pt>
                <c:pt idx="5528">
                  <c:v>2022-05-05</c:v>
                </c:pt>
                <c:pt idx="5529">
                  <c:v>2022-05-06</c:v>
                </c:pt>
                <c:pt idx="5530">
                  <c:v>2022-05-09</c:v>
                </c:pt>
                <c:pt idx="5531">
                  <c:v>2022-05-10</c:v>
                </c:pt>
                <c:pt idx="5532">
                  <c:v>2022-05-11</c:v>
                </c:pt>
                <c:pt idx="5533">
                  <c:v>2022-05-12</c:v>
                </c:pt>
                <c:pt idx="5534">
                  <c:v>2022-05-13</c:v>
                </c:pt>
                <c:pt idx="5535">
                  <c:v>2022-05-16</c:v>
                </c:pt>
                <c:pt idx="5536">
                  <c:v>2022-05-17</c:v>
                </c:pt>
                <c:pt idx="5537">
                  <c:v>2022-05-18</c:v>
                </c:pt>
                <c:pt idx="5538">
                  <c:v>2022-05-19</c:v>
                </c:pt>
                <c:pt idx="5539">
                  <c:v>2022-05-20</c:v>
                </c:pt>
                <c:pt idx="5540">
                  <c:v>2022-05-23</c:v>
                </c:pt>
                <c:pt idx="5541">
                  <c:v>2022-05-24</c:v>
                </c:pt>
                <c:pt idx="5542">
                  <c:v>2022-05-25</c:v>
                </c:pt>
                <c:pt idx="5543">
                  <c:v>2022-05-26</c:v>
                </c:pt>
                <c:pt idx="5544">
                  <c:v>2022-05-27</c:v>
                </c:pt>
                <c:pt idx="5545">
                  <c:v>2022-05-31</c:v>
                </c:pt>
                <c:pt idx="5546">
                  <c:v>2022-06-01</c:v>
                </c:pt>
                <c:pt idx="5547">
                  <c:v>2022-06-02</c:v>
                </c:pt>
                <c:pt idx="5548">
                  <c:v>2022-06-03</c:v>
                </c:pt>
                <c:pt idx="5549">
                  <c:v>2022-06-06</c:v>
                </c:pt>
                <c:pt idx="5550">
                  <c:v>2022-06-07</c:v>
                </c:pt>
                <c:pt idx="5551">
                  <c:v>2022-06-08</c:v>
                </c:pt>
                <c:pt idx="5552">
                  <c:v>2022-06-09</c:v>
                </c:pt>
                <c:pt idx="5553">
                  <c:v>2022-06-10</c:v>
                </c:pt>
                <c:pt idx="5554">
                  <c:v>2022-06-13</c:v>
                </c:pt>
                <c:pt idx="5555">
                  <c:v>2022-06-14</c:v>
                </c:pt>
                <c:pt idx="5556">
                  <c:v>2022-06-15</c:v>
                </c:pt>
                <c:pt idx="5557">
                  <c:v>2022-06-16</c:v>
                </c:pt>
                <c:pt idx="5558">
                  <c:v>2022-06-17</c:v>
                </c:pt>
                <c:pt idx="5559">
                  <c:v>2022-06-21</c:v>
                </c:pt>
                <c:pt idx="5560">
                  <c:v>2022-06-22</c:v>
                </c:pt>
                <c:pt idx="5561">
                  <c:v>2022-06-23</c:v>
                </c:pt>
                <c:pt idx="5562">
                  <c:v>2022-06-24</c:v>
                </c:pt>
                <c:pt idx="5563">
                  <c:v>2022-06-27</c:v>
                </c:pt>
                <c:pt idx="5564">
                  <c:v>2022-06-28</c:v>
                </c:pt>
                <c:pt idx="5565">
                  <c:v>2022-06-29</c:v>
                </c:pt>
                <c:pt idx="5566">
                  <c:v>2022-06-30</c:v>
                </c:pt>
                <c:pt idx="5567">
                  <c:v>2022-07-01</c:v>
                </c:pt>
                <c:pt idx="5568">
                  <c:v>2022-07-05</c:v>
                </c:pt>
                <c:pt idx="5569">
                  <c:v>2022-07-06</c:v>
                </c:pt>
                <c:pt idx="5570">
                  <c:v>2022-07-07</c:v>
                </c:pt>
                <c:pt idx="5571">
                  <c:v>2022-07-08</c:v>
                </c:pt>
                <c:pt idx="5572">
                  <c:v>2022-07-11</c:v>
                </c:pt>
                <c:pt idx="5573">
                  <c:v>2022-07-12</c:v>
                </c:pt>
                <c:pt idx="5574">
                  <c:v>2022-07-13</c:v>
                </c:pt>
                <c:pt idx="5575">
                  <c:v>2022-07-14</c:v>
                </c:pt>
                <c:pt idx="5576">
                  <c:v>2022-07-15</c:v>
                </c:pt>
                <c:pt idx="5577">
                  <c:v>2022-07-18</c:v>
                </c:pt>
                <c:pt idx="5578">
                  <c:v>2022-07-19</c:v>
                </c:pt>
                <c:pt idx="5579">
                  <c:v>2022-07-20</c:v>
                </c:pt>
                <c:pt idx="5580">
                  <c:v>2022-07-21</c:v>
                </c:pt>
                <c:pt idx="5581">
                  <c:v>2022-07-22</c:v>
                </c:pt>
                <c:pt idx="5582">
                  <c:v>2022-07-25</c:v>
                </c:pt>
                <c:pt idx="5583">
                  <c:v>2022-07-26</c:v>
                </c:pt>
                <c:pt idx="5584">
                  <c:v>2022-07-27</c:v>
                </c:pt>
                <c:pt idx="5585">
                  <c:v>2022-07-28</c:v>
                </c:pt>
                <c:pt idx="5586">
                  <c:v>2022-07-29</c:v>
                </c:pt>
                <c:pt idx="5587">
                  <c:v>2022-08-01</c:v>
                </c:pt>
                <c:pt idx="5588">
                  <c:v>2022-08-02</c:v>
                </c:pt>
                <c:pt idx="5589">
                  <c:v>2022-08-03</c:v>
                </c:pt>
                <c:pt idx="5590">
                  <c:v>2022-08-04</c:v>
                </c:pt>
                <c:pt idx="5591">
                  <c:v>2022-08-05</c:v>
                </c:pt>
                <c:pt idx="5592">
                  <c:v>2022-08-08</c:v>
                </c:pt>
                <c:pt idx="5593">
                  <c:v>2022-08-09</c:v>
                </c:pt>
                <c:pt idx="5594">
                  <c:v>2022-08-10</c:v>
                </c:pt>
                <c:pt idx="5595">
                  <c:v>2022-08-11</c:v>
                </c:pt>
                <c:pt idx="5596">
                  <c:v>2022-08-12</c:v>
                </c:pt>
                <c:pt idx="5597">
                  <c:v>2022-08-15</c:v>
                </c:pt>
                <c:pt idx="5598">
                  <c:v>2022-08-16</c:v>
                </c:pt>
                <c:pt idx="5599">
                  <c:v>2022-08-17</c:v>
                </c:pt>
                <c:pt idx="5600">
                  <c:v>2022-08-18</c:v>
                </c:pt>
                <c:pt idx="5601">
                  <c:v>2022-08-19</c:v>
                </c:pt>
                <c:pt idx="5602">
                  <c:v>2022-08-22</c:v>
                </c:pt>
                <c:pt idx="5603">
                  <c:v>2022-08-23</c:v>
                </c:pt>
                <c:pt idx="5604">
                  <c:v>2022-08-24</c:v>
                </c:pt>
                <c:pt idx="5605">
                  <c:v>2022-08-25</c:v>
                </c:pt>
                <c:pt idx="5606">
                  <c:v>2022-08-26</c:v>
                </c:pt>
                <c:pt idx="5607">
                  <c:v>2022-08-29</c:v>
                </c:pt>
                <c:pt idx="5608">
                  <c:v>2022-08-30</c:v>
                </c:pt>
                <c:pt idx="5609">
                  <c:v>2022-08-31</c:v>
                </c:pt>
                <c:pt idx="5610">
                  <c:v>2022-09-01</c:v>
                </c:pt>
                <c:pt idx="5611">
                  <c:v>2022-09-02</c:v>
                </c:pt>
                <c:pt idx="5612">
                  <c:v>2022-09-06</c:v>
                </c:pt>
                <c:pt idx="5613">
                  <c:v>2022-09-07</c:v>
                </c:pt>
                <c:pt idx="5614">
                  <c:v>2022-09-08</c:v>
                </c:pt>
                <c:pt idx="5615">
                  <c:v>2022-09-09</c:v>
                </c:pt>
                <c:pt idx="5616">
                  <c:v>2022-09-12</c:v>
                </c:pt>
                <c:pt idx="5617">
                  <c:v>2022-09-13</c:v>
                </c:pt>
                <c:pt idx="5618">
                  <c:v>2022-09-14</c:v>
                </c:pt>
                <c:pt idx="5619">
                  <c:v>2022-09-15</c:v>
                </c:pt>
                <c:pt idx="5620">
                  <c:v>2022-09-16</c:v>
                </c:pt>
                <c:pt idx="5621">
                  <c:v>2022-09-19</c:v>
                </c:pt>
                <c:pt idx="5622">
                  <c:v>2022-09-20</c:v>
                </c:pt>
                <c:pt idx="5623">
                  <c:v>2022-09-21</c:v>
                </c:pt>
                <c:pt idx="5624">
                  <c:v>2022-09-22</c:v>
                </c:pt>
                <c:pt idx="5625">
                  <c:v>2022-09-23</c:v>
                </c:pt>
                <c:pt idx="5626">
                  <c:v>2022-09-26</c:v>
                </c:pt>
                <c:pt idx="5627">
                  <c:v>2022-09-27</c:v>
                </c:pt>
                <c:pt idx="5628">
                  <c:v>2022-09-28</c:v>
                </c:pt>
                <c:pt idx="5629">
                  <c:v>2022-09-29</c:v>
                </c:pt>
                <c:pt idx="5630">
                  <c:v>2022-09-30</c:v>
                </c:pt>
                <c:pt idx="5631">
                  <c:v>2022-10-03</c:v>
                </c:pt>
                <c:pt idx="5632">
                  <c:v>2022-10-04</c:v>
                </c:pt>
                <c:pt idx="5633">
                  <c:v>2022-10-05</c:v>
                </c:pt>
                <c:pt idx="5634">
                  <c:v>2022-10-06</c:v>
                </c:pt>
                <c:pt idx="5635">
                  <c:v>2022-10-07</c:v>
                </c:pt>
                <c:pt idx="5636">
                  <c:v>2022-10-10</c:v>
                </c:pt>
                <c:pt idx="5637">
                  <c:v>2022-10-11</c:v>
                </c:pt>
                <c:pt idx="5638">
                  <c:v>2022-10-12</c:v>
                </c:pt>
                <c:pt idx="5639">
                  <c:v>2022-10-13</c:v>
                </c:pt>
                <c:pt idx="5640">
                  <c:v>2022-10-14</c:v>
                </c:pt>
                <c:pt idx="5641">
                  <c:v>2022-10-17</c:v>
                </c:pt>
                <c:pt idx="5642">
                  <c:v>2022-10-18</c:v>
                </c:pt>
                <c:pt idx="5643">
                  <c:v>2022-10-19</c:v>
                </c:pt>
                <c:pt idx="5644">
                  <c:v>2022-10-20</c:v>
                </c:pt>
                <c:pt idx="5645">
                  <c:v>2022-10-21</c:v>
                </c:pt>
                <c:pt idx="5646">
                  <c:v>2022-10-24</c:v>
                </c:pt>
                <c:pt idx="5647">
                  <c:v>2022-10-25</c:v>
                </c:pt>
                <c:pt idx="5648">
                  <c:v>2022-10-26</c:v>
                </c:pt>
                <c:pt idx="5649">
                  <c:v>2022-10-27</c:v>
                </c:pt>
                <c:pt idx="5650">
                  <c:v>2022-10-28</c:v>
                </c:pt>
                <c:pt idx="5651">
                  <c:v>2022-10-31</c:v>
                </c:pt>
                <c:pt idx="5652">
                  <c:v>2022-11-01</c:v>
                </c:pt>
                <c:pt idx="5653">
                  <c:v>2022-11-02</c:v>
                </c:pt>
                <c:pt idx="5654">
                  <c:v>2022-11-03</c:v>
                </c:pt>
                <c:pt idx="5655">
                  <c:v>2022-11-04</c:v>
                </c:pt>
                <c:pt idx="5656">
                  <c:v>2022-11-07</c:v>
                </c:pt>
                <c:pt idx="5657">
                  <c:v>2022-11-08</c:v>
                </c:pt>
                <c:pt idx="5658">
                  <c:v>2022-11-09</c:v>
                </c:pt>
                <c:pt idx="5659">
                  <c:v>2022-11-10</c:v>
                </c:pt>
                <c:pt idx="5660">
                  <c:v>2022-11-11</c:v>
                </c:pt>
                <c:pt idx="5661">
                  <c:v>2022-11-14</c:v>
                </c:pt>
                <c:pt idx="5662">
                  <c:v>2022-11-15</c:v>
                </c:pt>
                <c:pt idx="5663">
                  <c:v>2022-11-16</c:v>
                </c:pt>
                <c:pt idx="5664">
                  <c:v>2022-11-17</c:v>
                </c:pt>
                <c:pt idx="5665">
                  <c:v>2022-11-18</c:v>
                </c:pt>
                <c:pt idx="5666">
                  <c:v>2022-11-21</c:v>
                </c:pt>
                <c:pt idx="5667">
                  <c:v>2022-11-22</c:v>
                </c:pt>
                <c:pt idx="5668">
                  <c:v>2022-11-23</c:v>
                </c:pt>
                <c:pt idx="5669">
                  <c:v>2022-11-25</c:v>
                </c:pt>
                <c:pt idx="5670">
                  <c:v>2022-11-28</c:v>
                </c:pt>
                <c:pt idx="5671">
                  <c:v>2022-11-29</c:v>
                </c:pt>
                <c:pt idx="5672">
                  <c:v>2022-11-30</c:v>
                </c:pt>
                <c:pt idx="5673">
                  <c:v>2022-12-01</c:v>
                </c:pt>
                <c:pt idx="5674">
                  <c:v>2022-12-02</c:v>
                </c:pt>
                <c:pt idx="5675">
                  <c:v>2022-12-05</c:v>
                </c:pt>
                <c:pt idx="5676">
                  <c:v>2022-12-06</c:v>
                </c:pt>
                <c:pt idx="5677">
                  <c:v>2022-12-07</c:v>
                </c:pt>
                <c:pt idx="5678">
                  <c:v>2022-12-08</c:v>
                </c:pt>
                <c:pt idx="5679">
                  <c:v>2022-12-09</c:v>
                </c:pt>
                <c:pt idx="5680">
                  <c:v>2022-12-12</c:v>
                </c:pt>
                <c:pt idx="5681">
                  <c:v>2022-12-13</c:v>
                </c:pt>
                <c:pt idx="5682">
                  <c:v>2022-12-14</c:v>
                </c:pt>
                <c:pt idx="5683">
                  <c:v>2022-12-15</c:v>
                </c:pt>
                <c:pt idx="5684">
                  <c:v>2022-12-16</c:v>
                </c:pt>
                <c:pt idx="5685">
                  <c:v>2022-12-19</c:v>
                </c:pt>
                <c:pt idx="5686">
                  <c:v>2022-12-20</c:v>
                </c:pt>
                <c:pt idx="5687">
                  <c:v>2022-12-21</c:v>
                </c:pt>
                <c:pt idx="5688">
                  <c:v>2022-12-22</c:v>
                </c:pt>
                <c:pt idx="5689">
                  <c:v>2022-12-23</c:v>
                </c:pt>
                <c:pt idx="5690">
                  <c:v>2022-12-27</c:v>
                </c:pt>
                <c:pt idx="5691">
                  <c:v>2022-12-28</c:v>
                </c:pt>
                <c:pt idx="5692">
                  <c:v>2022-12-29</c:v>
                </c:pt>
                <c:pt idx="5693">
                  <c:v>2022-12-30</c:v>
                </c:pt>
                <c:pt idx="5694">
                  <c:v>2023-01-03</c:v>
                </c:pt>
                <c:pt idx="5695">
                  <c:v>2023-01-04</c:v>
                </c:pt>
                <c:pt idx="5696">
                  <c:v>2023-01-05</c:v>
                </c:pt>
                <c:pt idx="5697">
                  <c:v>2023-01-06</c:v>
                </c:pt>
                <c:pt idx="5698">
                  <c:v>2023-01-09</c:v>
                </c:pt>
                <c:pt idx="5699">
                  <c:v>2023-01-10</c:v>
                </c:pt>
                <c:pt idx="5700">
                  <c:v>2023-01-11</c:v>
                </c:pt>
                <c:pt idx="5701">
                  <c:v>2023-01-12</c:v>
                </c:pt>
                <c:pt idx="5702">
                  <c:v>2023-01-13</c:v>
                </c:pt>
                <c:pt idx="5703">
                  <c:v>2023-01-17</c:v>
                </c:pt>
                <c:pt idx="5704">
                  <c:v>2023-01-18</c:v>
                </c:pt>
                <c:pt idx="5705">
                  <c:v>2023-01-19</c:v>
                </c:pt>
                <c:pt idx="5706">
                  <c:v>2023-01-20</c:v>
                </c:pt>
                <c:pt idx="5707">
                  <c:v>2023-01-23</c:v>
                </c:pt>
                <c:pt idx="5708">
                  <c:v>2023-01-24</c:v>
                </c:pt>
                <c:pt idx="5709">
                  <c:v>2023-01-25</c:v>
                </c:pt>
                <c:pt idx="5710">
                  <c:v>2023-01-26</c:v>
                </c:pt>
                <c:pt idx="5711">
                  <c:v>2023-01-27</c:v>
                </c:pt>
                <c:pt idx="5712">
                  <c:v>2023-01-30</c:v>
                </c:pt>
                <c:pt idx="5713">
                  <c:v>2023-01-31</c:v>
                </c:pt>
                <c:pt idx="5714">
                  <c:v>2023-02-01</c:v>
                </c:pt>
                <c:pt idx="5715">
                  <c:v>2023-02-02</c:v>
                </c:pt>
                <c:pt idx="5716">
                  <c:v>2023-02-03</c:v>
                </c:pt>
                <c:pt idx="5717">
                  <c:v>2023-02-06</c:v>
                </c:pt>
                <c:pt idx="5718">
                  <c:v>2023-02-07</c:v>
                </c:pt>
                <c:pt idx="5719">
                  <c:v>2023-02-08</c:v>
                </c:pt>
                <c:pt idx="5720">
                  <c:v>2023-02-09</c:v>
                </c:pt>
                <c:pt idx="5721">
                  <c:v>2023-02-10</c:v>
                </c:pt>
                <c:pt idx="5722">
                  <c:v>2023-02-13</c:v>
                </c:pt>
                <c:pt idx="5723">
                  <c:v>2023-02-14</c:v>
                </c:pt>
                <c:pt idx="5724">
                  <c:v>2023-02-15</c:v>
                </c:pt>
                <c:pt idx="5725">
                  <c:v>2023-02-16</c:v>
                </c:pt>
                <c:pt idx="5726">
                  <c:v>2023-02-17</c:v>
                </c:pt>
                <c:pt idx="5727">
                  <c:v>2023-02-21</c:v>
                </c:pt>
                <c:pt idx="5728">
                  <c:v>2023-02-22</c:v>
                </c:pt>
                <c:pt idx="5729">
                  <c:v>2023-02-23</c:v>
                </c:pt>
                <c:pt idx="5730">
                  <c:v>2023-02-24</c:v>
                </c:pt>
                <c:pt idx="5731">
                  <c:v>2023-02-27</c:v>
                </c:pt>
                <c:pt idx="5732">
                  <c:v>2023-02-28</c:v>
                </c:pt>
                <c:pt idx="5733">
                  <c:v>2023-03-01</c:v>
                </c:pt>
                <c:pt idx="5734">
                  <c:v>2023-03-02</c:v>
                </c:pt>
                <c:pt idx="5735">
                  <c:v>2023-03-03</c:v>
                </c:pt>
                <c:pt idx="5736">
                  <c:v>2023-03-06</c:v>
                </c:pt>
                <c:pt idx="5737">
                  <c:v>2023-03-07</c:v>
                </c:pt>
                <c:pt idx="5738">
                  <c:v>2023-03-08</c:v>
                </c:pt>
                <c:pt idx="5739">
                  <c:v>2023-03-09</c:v>
                </c:pt>
                <c:pt idx="5740">
                  <c:v>2023-03-10</c:v>
                </c:pt>
                <c:pt idx="5741">
                  <c:v>2023-03-13</c:v>
                </c:pt>
                <c:pt idx="5742">
                  <c:v>2023-03-14</c:v>
                </c:pt>
                <c:pt idx="5743">
                  <c:v>2023-03-15</c:v>
                </c:pt>
                <c:pt idx="5744">
                  <c:v>2023-03-16</c:v>
                </c:pt>
                <c:pt idx="5745">
                  <c:v>2023-03-17</c:v>
                </c:pt>
                <c:pt idx="5746">
                  <c:v>2023-03-20</c:v>
                </c:pt>
                <c:pt idx="5747">
                  <c:v>2023-03-21</c:v>
                </c:pt>
                <c:pt idx="5748">
                  <c:v>2023-03-22</c:v>
                </c:pt>
                <c:pt idx="5749">
                  <c:v>2023-03-23</c:v>
                </c:pt>
                <c:pt idx="5750">
                  <c:v>2023-03-24</c:v>
                </c:pt>
                <c:pt idx="5751">
                  <c:v>2023-03-27</c:v>
                </c:pt>
                <c:pt idx="5752">
                  <c:v>2023-03-28</c:v>
                </c:pt>
                <c:pt idx="5753">
                  <c:v>2023-03-29</c:v>
                </c:pt>
                <c:pt idx="5754">
                  <c:v>2023-03-30</c:v>
                </c:pt>
                <c:pt idx="5755">
                  <c:v>2023-03-31</c:v>
                </c:pt>
                <c:pt idx="5756">
                  <c:v>2023-04-03</c:v>
                </c:pt>
                <c:pt idx="5757">
                  <c:v>2023-04-04</c:v>
                </c:pt>
                <c:pt idx="5758">
                  <c:v>2023-04-05</c:v>
                </c:pt>
                <c:pt idx="5759">
                  <c:v>2023-04-06</c:v>
                </c:pt>
                <c:pt idx="5760">
                  <c:v>2023-04-10</c:v>
                </c:pt>
                <c:pt idx="5761">
                  <c:v>2023-04-11</c:v>
                </c:pt>
                <c:pt idx="5762">
                  <c:v>2023-04-12</c:v>
                </c:pt>
                <c:pt idx="5763">
                  <c:v>2023-04-13</c:v>
                </c:pt>
                <c:pt idx="5764">
                  <c:v>2023-04-14</c:v>
                </c:pt>
                <c:pt idx="5765">
                  <c:v>2023-04-17</c:v>
                </c:pt>
                <c:pt idx="5766">
                  <c:v>2023-04-18</c:v>
                </c:pt>
                <c:pt idx="5767">
                  <c:v>2023-04-19</c:v>
                </c:pt>
                <c:pt idx="5768">
                  <c:v>2023-04-20</c:v>
                </c:pt>
                <c:pt idx="5769">
                  <c:v>2023-04-21</c:v>
                </c:pt>
                <c:pt idx="5770">
                  <c:v>2023-04-24</c:v>
                </c:pt>
                <c:pt idx="5771">
                  <c:v>2023-04-25</c:v>
                </c:pt>
                <c:pt idx="5772">
                  <c:v>2023-04-26</c:v>
                </c:pt>
                <c:pt idx="5773">
                  <c:v>2023-04-27</c:v>
                </c:pt>
                <c:pt idx="5774">
                  <c:v>2023-04-28</c:v>
                </c:pt>
                <c:pt idx="5775">
                  <c:v>2023-05-01</c:v>
                </c:pt>
                <c:pt idx="5776">
                  <c:v>2023-05-02</c:v>
                </c:pt>
                <c:pt idx="5777">
                  <c:v>2023-05-03</c:v>
                </c:pt>
                <c:pt idx="5778">
                  <c:v>2023-05-04</c:v>
                </c:pt>
                <c:pt idx="5779">
                  <c:v>2023-05-05</c:v>
                </c:pt>
                <c:pt idx="5780">
                  <c:v>2023-05-08</c:v>
                </c:pt>
                <c:pt idx="5781">
                  <c:v>2023-05-09</c:v>
                </c:pt>
                <c:pt idx="5782">
                  <c:v>2023-05-10</c:v>
                </c:pt>
                <c:pt idx="5783">
                  <c:v>2023-05-11</c:v>
                </c:pt>
                <c:pt idx="5784">
                  <c:v>2023-05-12</c:v>
                </c:pt>
                <c:pt idx="5785">
                  <c:v>2023-05-15</c:v>
                </c:pt>
                <c:pt idx="5786">
                  <c:v>2023-05-16</c:v>
                </c:pt>
                <c:pt idx="5787">
                  <c:v>2023-05-17</c:v>
                </c:pt>
                <c:pt idx="5788">
                  <c:v>2023-05-18</c:v>
                </c:pt>
                <c:pt idx="5789">
                  <c:v>2023-05-19</c:v>
                </c:pt>
                <c:pt idx="5790">
                  <c:v>2023-05-22</c:v>
                </c:pt>
                <c:pt idx="5791">
                  <c:v>2023-05-23</c:v>
                </c:pt>
                <c:pt idx="5792">
                  <c:v>2023-05-24</c:v>
                </c:pt>
                <c:pt idx="5793">
                  <c:v>2023-05-25</c:v>
                </c:pt>
                <c:pt idx="5794">
                  <c:v>2023-05-26</c:v>
                </c:pt>
                <c:pt idx="5795">
                  <c:v>2023-05-30</c:v>
                </c:pt>
                <c:pt idx="5796">
                  <c:v>2023-05-31</c:v>
                </c:pt>
                <c:pt idx="5797">
                  <c:v>2023-06-01</c:v>
                </c:pt>
                <c:pt idx="5798">
                  <c:v>2023-06-02</c:v>
                </c:pt>
                <c:pt idx="5799">
                  <c:v>2023-06-05</c:v>
                </c:pt>
                <c:pt idx="5800">
                  <c:v>2023-06-06</c:v>
                </c:pt>
                <c:pt idx="5801">
                  <c:v>2023-06-07</c:v>
                </c:pt>
                <c:pt idx="5802">
                  <c:v>2023-06-08</c:v>
                </c:pt>
                <c:pt idx="5803">
                  <c:v>2023-06-09</c:v>
                </c:pt>
                <c:pt idx="5804">
                  <c:v>2023-06-12</c:v>
                </c:pt>
                <c:pt idx="5805">
                  <c:v>2023-06-13</c:v>
                </c:pt>
                <c:pt idx="5806">
                  <c:v>2023-06-14</c:v>
                </c:pt>
                <c:pt idx="5807">
                  <c:v>2023-06-15</c:v>
                </c:pt>
                <c:pt idx="5808">
                  <c:v>2023-06-16</c:v>
                </c:pt>
                <c:pt idx="5809">
                  <c:v>2023-06-20</c:v>
                </c:pt>
                <c:pt idx="5810">
                  <c:v>2023-06-21</c:v>
                </c:pt>
                <c:pt idx="5811">
                  <c:v>2023-06-22</c:v>
                </c:pt>
                <c:pt idx="5812">
                  <c:v>2023-06-23</c:v>
                </c:pt>
                <c:pt idx="5813">
                  <c:v>2023-06-26</c:v>
                </c:pt>
                <c:pt idx="5814">
                  <c:v>2023-06-27</c:v>
                </c:pt>
                <c:pt idx="5815">
                  <c:v>2023-06-28</c:v>
                </c:pt>
                <c:pt idx="5816">
                  <c:v>2023-06-29</c:v>
                </c:pt>
                <c:pt idx="5817">
                  <c:v>2023-06-30</c:v>
                </c:pt>
                <c:pt idx="5818">
                  <c:v>2023-07-03</c:v>
                </c:pt>
                <c:pt idx="5819">
                  <c:v>2023-07-05</c:v>
                </c:pt>
                <c:pt idx="5820">
                  <c:v>2023-07-06</c:v>
                </c:pt>
                <c:pt idx="5821">
                  <c:v>2023-07-07</c:v>
                </c:pt>
                <c:pt idx="5822">
                  <c:v>2023-07-10</c:v>
                </c:pt>
                <c:pt idx="5823">
                  <c:v>2023-07-11</c:v>
                </c:pt>
                <c:pt idx="5824">
                  <c:v>2023-07-12</c:v>
                </c:pt>
                <c:pt idx="5825">
                  <c:v>2023-07-13</c:v>
                </c:pt>
                <c:pt idx="5826">
                  <c:v>2023-07-14</c:v>
                </c:pt>
                <c:pt idx="5827">
                  <c:v>2023-07-17</c:v>
                </c:pt>
                <c:pt idx="5828">
                  <c:v>2023-07-18</c:v>
                </c:pt>
                <c:pt idx="5829">
                  <c:v>2023-07-19</c:v>
                </c:pt>
                <c:pt idx="5830">
                  <c:v>2023-07-20</c:v>
                </c:pt>
                <c:pt idx="5831">
                  <c:v>2023-07-21</c:v>
                </c:pt>
                <c:pt idx="5832">
                  <c:v>2023-07-24</c:v>
                </c:pt>
                <c:pt idx="5833">
                  <c:v>2023-07-25</c:v>
                </c:pt>
                <c:pt idx="5834">
                  <c:v>2023-07-26</c:v>
                </c:pt>
                <c:pt idx="5835">
                  <c:v>2023-07-27</c:v>
                </c:pt>
                <c:pt idx="5836">
                  <c:v>2023-07-28</c:v>
                </c:pt>
                <c:pt idx="5837">
                  <c:v>2023-07-31</c:v>
                </c:pt>
                <c:pt idx="5838">
                  <c:v>2023-08-01</c:v>
                </c:pt>
                <c:pt idx="5839">
                  <c:v>2023-08-02</c:v>
                </c:pt>
                <c:pt idx="5840">
                  <c:v>2023-08-03</c:v>
                </c:pt>
                <c:pt idx="5841">
                  <c:v>2023-08-04</c:v>
                </c:pt>
                <c:pt idx="5842">
                  <c:v>2023-08-07</c:v>
                </c:pt>
                <c:pt idx="5843">
                  <c:v>2023-08-08</c:v>
                </c:pt>
                <c:pt idx="5844">
                  <c:v>2023-08-09</c:v>
                </c:pt>
                <c:pt idx="5845">
                  <c:v>2023-08-10</c:v>
                </c:pt>
                <c:pt idx="5846">
                  <c:v>2023-08-11</c:v>
                </c:pt>
                <c:pt idx="5847">
                  <c:v>2023-08-14</c:v>
                </c:pt>
                <c:pt idx="5848">
                  <c:v>2023-08-15</c:v>
                </c:pt>
                <c:pt idx="5849">
                  <c:v>2023-08-16</c:v>
                </c:pt>
                <c:pt idx="5850">
                  <c:v>2023-08-17</c:v>
                </c:pt>
                <c:pt idx="5851">
                  <c:v>2023-08-18</c:v>
                </c:pt>
                <c:pt idx="5852">
                  <c:v>2023-08-21</c:v>
                </c:pt>
                <c:pt idx="5853">
                  <c:v>2023-08-22</c:v>
                </c:pt>
                <c:pt idx="5854">
                  <c:v>2023-08-23</c:v>
                </c:pt>
                <c:pt idx="5855">
                  <c:v>2023-08-24</c:v>
                </c:pt>
                <c:pt idx="5856">
                  <c:v>2023-08-25</c:v>
                </c:pt>
                <c:pt idx="5857">
                  <c:v>2023-08-28</c:v>
                </c:pt>
                <c:pt idx="5858">
                  <c:v>2023-08-29</c:v>
                </c:pt>
                <c:pt idx="5859">
                  <c:v>2023-08-30</c:v>
                </c:pt>
                <c:pt idx="5860">
                  <c:v>2023-08-31</c:v>
                </c:pt>
                <c:pt idx="5861">
                  <c:v>2023-09-01</c:v>
                </c:pt>
                <c:pt idx="5862">
                  <c:v>2023-09-05</c:v>
                </c:pt>
                <c:pt idx="5863">
                  <c:v>2023-09-06</c:v>
                </c:pt>
                <c:pt idx="5864">
                  <c:v>2023-09-07</c:v>
                </c:pt>
                <c:pt idx="5865">
                  <c:v>2023-09-08</c:v>
                </c:pt>
                <c:pt idx="5866">
                  <c:v>2023-09-11</c:v>
                </c:pt>
                <c:pt idx="5867">
                  <c:v>2023-09-12</c:v>
                </c:pt>
                <c:pt idx="5868">
                  <c:v>2023-09-13</c:v>
                </c:pt>
                <c:pt idx="5869">
                  <c:v>2023-09-14</c:v>
                </c:pt>
                <c:pt idx="5870">
                  <c:v>2023-09-15</c:v>
                </c:pt>
                <c:pt idx="5871">
                  <c:v>2023-09-18</c:v>
                </c:pt>
                <c:pt idx="5872">
                  <c:v>2023-09-19</c:v>
                </c:pt>
                <c:pt idx="5873">
                  <c:v>2023-09-20</c:v>
                </c:pt>
                <c:pt idx="5874">
                  <c:v>2023-09-21</c:v>
                </c:pt>
                <c:pt idx="5875">
                  <c:v>2023-09-22</c:v>
                </c:pt>
                <c:pt idx="5876">
                  <c:v>2023-09-25</c:v>
                </c:pt>
                <c:pt idx="5877">
                  <c:v>2023-09-26</c:v>
                </c:pt>
                <c:pt idx="5878">
                  <c:v>2023-09-27</c:v>
                </c:pt>
                <c:pt idx="5879">
                  <c:v>2023-09-28</c:v>
                </c:pt>
                <c:pt idx="5880">
                  <c:v>2023-09-29</c:v>
                </c:pt>
                <c:pt idx="5881">
                  <c:v>2023-10-02</c:v>
                </c:pt>
                <c:pt idx="5882">
                  <c:v>2023-10-03</c:v>
                </c:pt>
                <c:pt idx="5883">
                  <c:v>2023-10-04</c:v>
                </c:pt>
                <c:pt idx="5884">
                  <c:v>2023-10-05</c:v>
                </c:pt>
                <c:pt idx="5885">
                  <c:v>2023-10-06</c:v>
                </c:pt>
                <c:pt idx="5886">
                  <c:v>2023-10-09</c:v>
                </c:pt>
                <c:pt idx="5887">
                  <c:v>2023-10-10</c:v>
                </c:pt>
                <c:pt idx="5888">
                  <c:v>2023-10-11</c:v>
                </c:pt>
                <c:pt idx="5889">
                  <c:v>2023-10-12</c:v>
                </c:pt>
                <c:pt idx="5890">
                  <c:v>2023-10-13</c:v>
                </c:pt>
                <c:pt idx="5891">
                  <c:v>2023-10-16</c:v>
                </c:pt>
                <c:pt idx="5892">
                  <c:v>2023-10-17</c:v>
                </c:pt>
                <c:pt idx="5893">
                  <c:v>2023-10-18</c:v>
                </c:pt>
                <c:pt idx="5894">
                  <c:v>2023-10-19</c:v>
                </c:pt>
                <c:pt idx="5895">
                  <c:v>2023-10-20</c:v>
                </c:pt>
                <c:pt idx="5896">
                  <c:v>2023-10-23</c:v>
                </c:pt>
                <c:pt idx="5897">
                  <c:v>2023-10-24</c:v>
                </c:pt>
                <c:pt idx="5898">
                  <c:v>2023-10-25</c:v>
                </c:pt>
                <c:pt idx="5899">
                  <c:v>2023-10-26</c:v>
                </c:pt>
                <c:pt idx="5900">
                  <c:v>2023-10-27</c:v>
                </c:pt>
                <c:pt idx="5901">
                  <c:v>2023-10-30</c:v>
                </c:pt>
                <c:pt idx="5902">
                  <c:v>2023-10-31</c:v>
                </c:pt>
                <c:pt idx="5903">
                  <c:v>2023-11-01</c:v>
                </c:pt>
                <c:pt idx="5904">
                  <c:v>2023-11-02</c:v>
                </c:pt>
                <c:pt idx="5905">
                  <c:v>2023-11-03</c:v>
                </c:pt>
                <c:pt idx="5906">
                  <c:v>2023-11-06</c:v>
                </c:pt>
                <c:pt idx="5907">
                  <c:v>2023-11-07</c:v>
                </c:pt>
                <c:pt idx="5908">
                  <c:v>2023-11-08</c:v>
                </c:pt>
                <c:pt idx="5909">
                  <c:v>2023-11-09</c:v>
                </c:pt>
                <c:pt idx="5910">
                  <c:v>2023-11-10</c:v>
                </c:pt>
                <c:pt idx="5911">
                  <c:v>2023-11-13</c:v>
                </c:pt>
                <c:pt idx="5912">
                  <c:v>2023-11-14</c:v>
                </c:pt>
                <c:pt idx="5913">
                  <c:v>2023-11-15</c:v>
                </c:pt>
                <c:pt idx="5914">
                  <c:v>2023-11-16</c:v>
                </c:pt>
                <c:pt idx="5915">
                  <c:v>2023-11-17</c:v>
                </c:pt>
                <c:pt idx="5916">
                  <c:v>2023-11-20</c:v>
                </c:pt>
                <c:pt idx="5917">
                  <c:v>2023-11-21</c:v>
                </c:pt>
                <c:pt idx="5918">
                  <c:v>2023-11-22</c:v>
                </c:pt>
                <c:pt idx="5919">
                  <c:v>2023-11-24</c:v>
                </c:pt>
                <c:pt idx="5920">
                  <c:v>2023-11-27</c:v>
                </c:pt>
                <c:pt idx="5921">
                  <c:v>2023-11-28</c:v>
                </c:pt>
                <c:pt idx="5922">
                  <c:v>2023-11-29</c:v>
                </c:pt>
                <c:pt idx="5923">
                  <c:v>2023-11-30</c:v>
                </c:pt>
                <c:pt idx="5924">
                  <c:v>2023-12-01</c:v>
                </c:pt>
                <c:pt idx="5925">
                  <c:v>2023-12-04</c:v>
                </c:pt>
                <c:pt idx="5926">
                  <c:v>2023-12-05</c:v>
                </c:pt>
                <c:pt idx="5927">
                  <c:v>2023-12-06</c:v>
                </c:pt>
                <c:pt idx="5928">
                  <c:v>2023-12-07</c:v>
                </c:pt>
                <c:pt idx="5929">
                  <c:v>2023-12-08</c:v>
                </c:pt>
                <c:pt idx="5930">
                  <c:v>2023-12-11</c:v>
                </c:pt>
                <c:pt idx="5931">
                  <c:v>2023-12-12</c:v>
                </c:pt>
                <c:pt idx="5932">
                  <c:v>2023-12-13</c:v>
                </c:pt>
                <c:pt idx="5933">
                  <c:v>2023-12-14</c:v>
                </c:pt>
                <c:pt idx="5934">
                  <c:v>2023-12-15</c:v>
                </c:pt>
                <c:pt idx="5935">
                  <c:v>2023-12-18</c:v>
                </c:pt>
                <c:pt idx="5936">
                  <c:v>2023-12-19</c:v>
                </c:pt>
                <c:pt idx="5937">
                  <c:v>2023-12-20</c:v>
                </c:pt>
                <c:pt idx="5938">
                  <c:v>2023-12-21</c:v>
                </c:pt>
                <c:pt idx="5939">
                  <c:v>2023-12-22</c:v>
                </c:pt>
                <c:pt idx="5940">
                  <c:v>2023-12-26</c:v>
                </c:pt>
                <c:pt idx="5941">
                  <c:v>2023-12-27</c:v>
                </c:pt>
                <c:pt idx="5942">
                  <c:v>2023-12-28</c:v>
                </c:pt>
                <c:pt idx="5943">
                  <c:v>2023-12-29</c:v>
                </c:pt>
                <c:pt idx="5944">
                  <c:v>2024-01-02</c:v>
                </c:pt>
                <c:pt idx="5945">
                  <c:v>2024-01-03</c:v>
                </c:pt>
                <c:pt idx="5946">
                  <c:v>2024-01-04</c:v>
                </c:pt>
                <c:pt idx="5947">
                  <c:v>2024-01-05</c:v>
                </c:pt>
                <c:pt idx="5948">
                  <c:v>2024-01-08</c:v>
                </c:pt>
                <c:pt idx="5949">
                  <c:v>2024-01-09</c:v>
                </c:pt>
                <c:pt idx="5950">
                  <c:v>2024-01-10</c:v>
                </c:pt>
                <c:pt idx="5951">
                  <c:v>2024-01-11</c:v>
                </c:pt>
                <c:pt idx="5952">
                  <c:v>2024-01-12</c:v>
                </c:pt>
                <c:pt idx="5953">
                  <c:v>2024-01-16</c:v>
                </c:pt>
                <c:pt idx="5954">
                  <c:v>2024-01-17</c:v>
                </c:pt>
                <c:pt idx="5955">
                  <c:v>2024-01-18</c:v>
                </c:pt>
                <c:pt idx="5956">
                  <c:v>2024-01-19</c:v>
                </c:pt>
                <c:pt idx="5957">
                  <c:v>2024-01-22</c:v>
                </c:pt>
                <c:pt idx="5958">
                  <c:v>2024-01-23</c:v>
                </c:pt>
                <c:pt idx="5959">
                  <c:v>2024-01-24</c:v>
                </c:pt>
                <c:pt idx="5960">
                  <c:v>2024-01-25</c:v>
                </c:pt>
                <c:pt idx="5961">
                  <c:v>2024-01-26</c:v>
                </c:pt>
                <c:pt idx="5962">
                  <c:v>2024-01-29</c:v>
                </c:pt>
                <c:pt idx="5963">
                  <c:v>2024-01-30</c:v>
                </c:pt>
                <c:pt idx="5964">
                  <c:v>2024-01-31</c:v>
                </c:pt>
                <c:pt idx="5965">
                  <c:v>2024-02-01</c:v>
                </c:pt>
                <c:pt idx="5966">
                  <c:v>2024-02-02</c:v>
                </c:pt>
                <c:pt idx="5967">
                  <c:v>2024-02-05</c:v>
                </c:pt>
                <c:pt idx="5968">
                  <c:v>2024-02-06</c:v>
                </c:pt>
                <c:pt idx="5969">
                  <c:v>2024-02-07</c:v>
                </c:pt>
                <c:pt idx="5970">
                  <c:v>2024-02-08</c:v>
                </c:pt>
                <c:pt idx="5971">
                  <c:v>2024-02-09</c:v>
                </c:pt>
                <c:pt idx="5972">
                  <c:v>2024-02-12</c:v>
                </c:pt>
                <c:pt idx="5973">
                  <c:v>2024-02-13</c:v>
                </c:pt>
                <c:pt idx="5974">
                  <c:v>2024-02-14</c:v>
                </c:pt>
                <c:pt idx="5975">
                  <c:v>2024-02-15</c:v>
                </c:pt>
                <c:pt idx="5976">
                  <c:v>2024-02-16</c:v>
                </c:pt>
                <c:pt idx="5977">
                  <c:v>2024-02-20</c:v>
                </c:pt>
                <c:pt idx="5978">
                  <c:v>2024-02-21</c:v>
                </c:pt>
                <c:pt idx="5979">
                  <c:v>2024-02-22</c:v>
                </c:pt>
                <c:pt idx="5980">
                  <c:v>2024-02-23</c:v>
                </c:pt>
                <c:pt idx="5981">
                  <c:v>2024-02-26</c:v>
                </c:pt>
                <c:pt idx="5982">
                  <c:v>2024-02-27</c:v>
                </c:pt>
                <c:pt idx="5983">
                  <c:v>2024-02-28</c:v>
                </c:pt>
                <c:pt idx="5984">
                  <c:v>2024-02-29</c:v>
                </c:pt>
                <c:pt idx="5985">
                  <c:v>2024-03-01</c:v>
                </c:pt>
                <c:pt idx="5986">
                  <c:v>2024-03-04</c:v>
                </c:pt>
                <c:pt idx="5987">
                  <c:v>2024-03-05</c:v>
                </c:pt>
                <c:pt idx="5988">
                  <c:v>2024-03-06</c:v>
                </c:pt>
                <c:pt idx="5989">
                  <c:v>2024-03-07</c:v>
                </c:pt>
                <c:pt idx="5990">
                  <c:v>2024-03-08</c:v>
                </c:pt>
                <c:pt idx="5991">
                  <c:v>2024-03-11</c:v>
                </c:pt>
                <c:pt idx="5992">
                  <c:v>2024-03-12</c:v>
                </c:pt>
                <c:pt idx="5993">
                  <c:v>2024-03-13</c:v>
                </c:pt>
                <c:pt idx="5994">
                  <c:v>2024-03-14</c:v>
                </c:pt>
                <c:pt idx="5995">
                  <c:v>2024-03-15</c:v>
                </c:pt>
                <c:pt idx="5996">
                  <c:v>2024-03-18</c:v>
                </c:pt>
                <c:pt idx="5997">
                  <c:v>2024-03-19</c:v>
                </c:pt>
                <c:pt idx="5998">
                  <c:v>2024-03-20</c:v>
                </c:pt>
                <c:pt idx="5999">
                  <c:v>2024-03-21</c:v>
                </c:pt>
                <c:pt idx="6000">
                  <c:v>2024-03-22</c:v>
                </c:pt>
                <c:pt idx="6001">
                  <c:v>2024-03-25</c:v>
                </c:pt>
                <c:pt idx="6002">
                  <c:v>2024-03-26</c:v>
                </c:pt>
                <c:pt idx="6003">
                  <c:v>2024-03-27</c:v>
                </c:pt>
                <c:pt idx="6004">
                  <c:v>2024-03-28</c:v>
                </c:pt>
                <c:pt idx="6005">
                  <c:v>2024-04-01</c:v>
                </c:pt>
                <c:pt idx="6006">
                  <c:v>2024-04-02</c:v>
                </c:pt>
                <c:pt idx="6007">
                  <c:v>2024-04-03</c:v>
                </c:pt>
                <c:pt idx="6008">
                  <c:v>2024-04-04</c:v>
                </c:pt>
                <c:pt idx="6009">
                  <c:v>2024-04-05</c:v>
                </c:pt>
                <c:pt idx="6010">
                  <c:v>2024-04-08</c:v>
                </c:pt>
                <c:pt idx="6011">
                  <c:v>2024-04-09</c:v>
                </c:pt>
                <c:pt idx="6012">
                  <c:v>2024-04-10</c:v>
                </c:pt>
                <c:pt idx="6013">
                  <c:v>2024-04-11</c:v>
                </c:pt>
                <c:pt idx="6014">
                  <c:v>2024-04-12</c:v>
                </c:pt>
                <c:pt idx="6015">
                  <c:v>2024-04-15</c:v>
                </c:pt>
                <c:pt idx="6016">
                  <c:v>2024-04-16</c:v>
                </c:pt>
                <c:pt idx="6017">
                  <c:v>2024-04-17</c:v>
                </c:pt>
                <c:pt idx="6018">
                  <c:v>2024-04-18</c:v>
                </c:pt>
                <c:pt idx="6019">
                  <c:v>2024-04-19</c:v>
                </c:pt>
                <c:pt idx="6020">
                  <c:v>2024-04-22</c:v>
                </c:pt>
                <c:pt idx="6021">
                  <c:v>2024-04-23</c:v>
                </c:pt>
                <c:pt idx="6022">
                  <c:v>2024-04-24</c:v>
                </c:pt>
                <c:pt idx="6023">
                  <c:v>2024-04-25</c:v>
                </c:pt>
                <c:pt idx="6024">
                  <c:v>2024-04-26</c:v>
                </c:pt>
                <c:pt idx="6025">
                  <c:v>2024-04-29</c:v>
                </c:pt>
                <c:pt idx="6026">
                  <c:v>2024-04-30</c:v>
                </c:pt>
                <c:pt idx="6027">
                  <c:v>2024-05-01</c:v>
                </c:pt>
                <c:pt idx="6028">
                  <c:v>2024-05-02</c:v>
                </c:pt>
                <c:pt idx="6029">
                  <c:v>2024-05-03</c:v>
                </c:pt>
                <c:pt idx="6030">
                  <c:v>2024-05-06</c:v>
                </c:pt>
                <c:pt idx="6031">
                  <c:v>2024-05-07</c:v>
                </c:pt>
                <c:pt idx="6032">
                  <c:v>2024-05-08</c:v>
                </c:pt>
                <c:pt idx="6033">
                  <c:v>2024-05-09</c:v>
                </c:pt>
                <c:pt idx="6034">
                  <c:v>2024-05-10</c:v>
                </c:pt>
                <c:pt idx="6035">
                  <c:v>2024-05-13</c:v>
                </c:pt>
                <c:pt idx="6036">
                  <c:v>2024-05-14</c:v>
                </c:pt>
                <c:pt idx="6037">
                  <c:v>2024-05-15</c:v>
                </c:pt>
                <c:pt idx="6038">
                  <c:v>2024-05-16</c:v>
                </c:pt>
                <c:pt idx="6039">
                  <c:v>2024-05-17</c:v>
                </c:pt>
                <c:pt idx="6040">
                  <c:v>2024-05-20</c:v>
                </c:pt>
                <c:pt idx="6041">
                  <c:v>2024-05-21</c:v>
                </c:pt>
                <c:pt idx="6042">
                  <c:v>2024-05-22</c:v>
                </c:pt>
                <c:pt idx="6043">
                  <c:v>2024-05-23</c:v>
                </c:pt>
                <c:pt idx="6044">
                  <c:v>2024-05-24</c:v>
                </c:pt>
                <c:pt idx="6045">
                  <c:v>2024-05-28</c:v>
                </c:pt>
                <c:pt idx="6046">
                  <c:v>2024-05-29</c:v>
                </c:pt>
                <c:pt idx="6047">
                  <c:v>2024-05-30</c:v>
                </c:pt>
                <c:pt idx="6048">
                  <c:v>2024-05-31</c:v>
                </c:pt>
                <c:pt idx="6049">
                  <c:v>2024-06-03</c:v>
                </c:pt>
                <c:pt idx="6050">
                  <c:v>2024-06-04</c:v>
                </c:pt>
                <c:pt idx="6051">
                  <c:v>2024-06-05</c:v>
                </c:pt>
                <c:pt idx="6052">
                  <c:v>2024-06-06</c:v>
                </c:pt>
                <c:pt idx="6053">
                  <c:v>2024-06-07</c:v>
                </c:pt>
                <c:pt idx="6054">
                  <c:v>2024-06-10</c:v>
                </c:pt>
                <c:pt idx="6055">
                  <c:v>2024-06-11</c:v>
                </c:pt>
                <c:pt idx="6056">
                  <c:v>2024-06-12</c:v>
                </c:pt>
                <c:pt idx="6057">
                  <c:v>2024-06-13</c:v>
                </c:pt>
                <c:pt idx="6058">
                  <c:v>2024-06-14</c:v>
                </c:pt>
                <c:pt idx="6059">
                  <c:v>2024-06-17</c:v>
                </c:pt>
                <c:pt idx="6060">
                  <c:v>2024-06-18</c:v>
                </c:pt>
                <c:pt idx="6061">
                  <c:v>2024-06-20</c:v>
                </c:pt>
                <c:pt idx="6062">
                  <c:v>2024-06-21</c:v>
                </c:pt>
                <c:pt idx="6063">
                  <c:v>2024-06-24</c:v>
                </c:pt>
                <c:pt idx="6064">
                  <c:v>2024-06-25</c:v>
                </c:pt>
                <c:pt idx="6065">
                  <c:v>2024-06-26</c:v>
                </c:pt>
                <c:pt idx="6066">
                  <c:v>2024-06-27</c:v>
                </c:pt>
                <c:pt idx="6067">
                  <c:v>2024-06-28</c:v>
                </c:pt>
                <c:pt idx="6068">
                  <c:v>2024-07-01</c:v>
                </c:pt>
                <c:pt idx="6069">
                  <c:v>2024-07-02</c:v>
                </c:pt>
                <c:pt idx="6070">
                  <c:v>2024-07-03</c:v>
                </c:pt>
                <c:pt idx="6071">
                  <c:v>2024-07-05</c:v>
                </c:pt>
                <c:pt idx="6072">
                  <c:v>2024-07-08</c:v>
                </c:pt>
                <c:pt idx="6073">
                  <c:v>2024-07-09</c:v>
                </c:pt>
                <c:pt idx="6074">
                  <c:v>2024-07-10</c:v>
                </c:pt>
                <c:pt idx="6075">
                  <c:v>2024-07-11</c:v>
                </c:pt>
                <c:pt idx="6076">
                  <c:v>2024-07-12</c:v>
                </c:pt>
                <c:pt idx="6077">
                  <c:v>2024-07-15</c:v>
                </c:pt>
                <c:pt idx="6078">
                  <c:v>2024-07-16</c:v>
                </c:pt>
                <c:pt idx="6079">
                  <c:v>2024-07-17</c:v>
                </c:pt>
                <c:pt idx="6080">
                  <c:v>2024-07-18</c:v>
                </c:pt>
                <c:pt idx="6081">
                  <c:v>2024-07-19</c:v>
                </c:pt>
                <c:pt idx="6082">
                  <c:v>2024-07-22</c:v>
                </c:pt>
                <c:pt idx="6083">
                  <c:v>2024-07-23</c:v>
                </c:pt>
                <c:pt idx="6084">
                  <c:v>2024-07-24</c:v>
                </c:pt>
                <c:pt idx="6085">
                  <c:v>2024-07-25</c:v>
                </c:pt>
                <c:pt idx="6086">
                  <c:v>2024-07-26</c:v>
                </c:pt>
                <c:pt idx="6087">
                  <c:v>2024-07-29</c:v>
                </c:pt>
                <c:pt idx="6088">
                  <c:v>2024-07-30</c:v>
                </c:pt>
                <c:pt idx="6089">
                  <c:v>2024-07-31</c:v>
                </c:pt>
                <c:pt idx="6090">
                  <c:v>2024-08-01</c:v>
                </c:pt>
                <c:pt idx="6091">
                  <c:v>2024-08-02</c:v>
                </c:pt>
                <c:pt idx="6092">
                  <c:v>2024-08-05</c:v>
                </c:pt>
                <c:pt idx="6093">
                  <c:v>2024-08-06</c:v>
                </c:pt>
                <c:pt idx="6094">
                  <c:v>2024-08-07</c:v>
                </c:pt>
                <c:pt idx="6095">
                  <c:v>2024-08-08</c:v>
                </c:pt>
                <c:pt idx="6096">
                  <c:v>2024-08-09</c:v>
                </c:pt>
                <c:pt idx="6097">
                  <c:v>2024-08-12</c:v>
                </c:pt>
                <c:pt idx="6098">
                  <c:v>2024-08-13</c:v>
                </c:pt>
                <c:pt idx="6099">
                  <c:v>2024-08-14</c:v>
                </c:pt>
                <c:pt idx="6100">
                  <c:v>2024-08-15</c:v>
                </c:pt>
                <c:pt idx="6101">
                  <c:v>2024-08-16</c:v>
                </c:pt>
                <c:pt idx="6102">
                  <c:v>2024-08-19</c:v>
                </c:pt>
                <c:pt idx="6103">
                  <c:v>2024-08-20</c:v>
                </c:pt>
                <c:pt idx="6104">
                  <c:v>2024-08-21</c:v>
                </c:pt>
                <c:pt idx="6105">
                  <c:v>2024-08-22</c:v>
                </c:pt>
                <c:pt idx="6106">
                  <c:v>2024-08-23</c:v>
                </c:pt>
                <c:pt idx="6107">
                  <c:v>2024-08-26</c:v>
                </c:pt>
                <c:pt idx="6108">
                  <c:v>2024-08-27</c:v>
                </c:pt>
                <c:pt idx="6109">
                  <c:v>2024-08-28</c:v>
                </c:pt>
                <c:pt idx="6110">
                  <c:v>2024-08-29</c:v>
                </c:pt>
                <c:pt idx="6111">
                  <c:v>2024-08-30</c:v>
                </c:pt>
                <c:pt idx="6112">
                  <c:v>2024-09-03</c:v>
                </c:pt>
                <c:pt idx="6113">
                  <c:v>2024-09-04</c:v>
                </c:pt>
                <c:pt idx="6114">
                  <c:v>2024-09-05</c:v>
                </c:pt>
                <c:pt idx="6115">
                  <c:v>2024-09-06</c:v>
                </c:pt>
                <c:pt idx="6116">
                  <c:v>2024-09-09</c:v>
                </c:pt>
                <c:pt idx="6117">
                  <c:v>2024-09-10</c:v>
                </c:pt>
                <c:pt idx="6118">
                  <c:v>2024-09-11</c:v>
                </c:pt>
                <c:pt idx="6119">
                  <c:v>2024-09-12</c:v>
                </c:pt>
                <c:pt idx="6120">
                  <c:v>2024-09-13</c:v>
                </c:pt>
                <c:pt idx="6121">
                  <c:v>2024-09-16</c:v>
                </c:pt>
                <c:pt idx="6122">
                  <c:v>2024-09-17</c:v>
                </c:pt>
                <c:pt idx="6123">
                  <c:v>2024-09-18</c:v>
                </c:pt>
                <c:pt idx="6124">
                  <c:v>2024-09-19</c:v>
                </c:pt>
                <c:pt idx="6125">
                  <c:v>2024-09-20</c:v>
                </c:pt>
                <c:pt idx="6126">
                  <c:v>2024-09-23</c:v>
                </c:pt>
                <c:pt idx="6127">
                  <c:v>2024-09-24</c:v>
                </c:pt>
                <c:pt idx="6128">
                  <c:v>2024-09-25</c:v>
                </c:pt>
                <c:pt idx="6129">
                  <c:v>2024-09-26</c:v>
                </c:pt>
                <c:pt idx="6130">
                  <c:v>2024-09-27</c:v>
                </c:pt>
                <c:pt idx="6131">
                  <c:v>2024-09-30</c:v>
                </c:pt>
                <c:pt idx="6132">
                  <c:v>2024-10-01</c:v>
                </c:pt>
                <c:pt idx="6133">
                  <c:v>2024-10-02</c:v>
                </c:pt>
                <c:pt idx="6134">
                  <c:v>2024-10-03</c:v>
                </c:pt>
                <c:pt idx="6135">
                  <c:v>2024-10-04</c:v>
                </c:pt>
                <c:pt idx="6136">
                  <c:v>2024-10-07</c:v>
                </c:pt>
                <c:pt idx="6137">
                  <c:v>2024-10-08</c:v>
                </c:pt>
                <c:pt idx="6138">
                  <c:v>2024-10-09</c:v>
                </c:pt>
                <c:pt idx="6139">
                  <c:v>2024-10-10</c:v>
                </c:pt>
                <c:pt idx="6140">
                  <c:v>2024-10-11</c:v>
                </c:pt>
                <c:pt idx="6141">
                  <c:v>2024-10-14</c:v>
                </c:pt>
                <c:pt idx="6142">
                  <c:v>2024-10-15</c:v>
                </c:pt>
                <c:pt idx="6143">
                  <c:v>2024-10-16</c:v>
                </c:pt>
                <c:pt idx="6144">
                  <c:v>2024-10-17</c:v>
                </c:pt>
                <c:pt idx="6145">
                  <c:v>2024-10-18</c:v>
                </c:pt>
                <c:pt idx="6146">
                  <c:v>2024-10-21</c:v>
                </c:pt>
                <c:pt idx="6147">
                  <c:v>2024-10-22</c:v>
                </c:pt>
                <c:pt idx="6148">
                  <c:v>2024-10-23</c:v>
                </c:pt>
                <c:pt idx="6149">
                  <c:v>2024-10-24</c:v>
                </c:pt>
                <c:pt idx="6150">
                  <c:v>2024-10-25</c:v>
                </c:pt>
                <c:pt idx="6151">
                  <c:v>2024-10-28</c:v>
                </c:pt>
                <c:pt idx="6152">
                  <c:v>2024-10-29</c:v>
                </c:pt>
                <c:pt idx="6153">
                  <c:v>2024-10-30</c:v>
                </c:pt>
                <c:pt idx="6154">
                  <c:v>2024-10-31</c:v>
                </c:pt>
                <c:pt idx="6155">
                  <c:v>2024-11-01</c:v>
                </c:pt>
                <c:pt idx="6156">
                  <c:v>2024-11-04</c:v>
                </c:pt>
                <c:pt idx="6157">
                  <c:v>2024-11-05</c:v>
                </c:pt>
                <c:pt idx="6158">
                  <c:v>2024-11-06</c:v>
                </c:pt>
                <c:pt idx="6159">
                  <c:v>2024-11-07</c:v>
                </c:pt>
                <c:pt idx="6160">
                  <c:v>2024-11-08</c:v>
                </c:pt>
                <c:pt idx="6161">
                  <c:v>2024-11-11</c:v>
                </c:pt>
                <c:pt idx="6162">
                  <c:v>2024-11-12</c:v>
                </c:pt>
                <c:pt idx="6163">
                  <c:v>2024-11-13</c:v>
                </c:pt>
                <c:pt idx="6164">
                  <c:v>2024-11-14</c:v>
                </c:pt>
                <c:pt idx="6165">
                  <c:v>2024-11-15</c:v>
                </c:pt>
                <c:pt idx="6166">
                  <c:v>2024-11-18</c:v>
                </c:pt>
                <c:pt idx="6167">
                  <c:v>2024-11-19</c:v>
                </c:pt>
                <c:pt idx="6168">
                  <c:v>2024-11-20</c:v>
                </c:pt>
                <c:pt idx="6169">
                  <c:v>2024-11-21</c:v>
                </c:pt>
                <c:pt idx="6170">
                  <c:v>2024-11-22</c:v>
                </c:pt>
                <c:pt idx="6171">
                  <c:v>2024-11-25</c:v>
                </c:pt>
                <c:pt idx="6172">
                  <c:v>2024-11-26</c:v>
                </c:pt>
                <c:pt idx="6173">
                  <c:v>2024-11-27</c:v>
                </c:pt>
                <c:pt idx="6174">
                  <c:v>2024-11-29</c:v>
                </c:pt>
                <c:pt idx="6175">
                  <c:v>2024-12-02</c:v>
                </c:pt>
                <c:pt idx="6176">
                  <c:v>2024-12-03</c:v>
                </c:pt>
                <c:pt idx="6177">
                  <c:v>2024-12-04</c:v>
                </c:pt>
                <c:pt idx="6178">
                  <c:v>2024-12-05</c:v>
                </c:pt>
                <c:pt idx="6179">
                  <c:v>2024-12-06</c:v>
                </c:pt>
                <c:pt idx="6180">
                  <c:v>2024-12-09</c:v>
                </c:pt>
                <c:pt idx="6181">
                  <c:v>2024-12-10</c:v>
                </c:pt>
                <c:pt idx="6182">
                  <c:v>2024-12-11</c:v>
                </c:pt>
                <c:pt idx="6183">
                  <c:v>2024-12-12</c:v>
                </c:pt>
                <c:pt idx="6184">
                  <c:v>2024-12-13</c:v>
                </c:pt>
                <c:pt idx="6185">
                  <c:v>2024-12-16</c:v>
                </c:pt>
                <c:pt idx="6186">
                  <c:v>2024-12-17</c:v>
                </c:pt>
                <c:pt idx="6187">
                  <c:v>2024-12-18</c:v>
                </c:pt>
                <c:pt idx="6188">
                  <c:v>2024-12-19</c:v>
                </c:pt>
                <c:pt idx="6189">
                  <c:v>2024-12-20</c:v>
                </c:pt>
                <c:pt idx="6190">
                  <c:v>2024-12-23</c:v>
                </c:pt>
                <c:pt idx="6191">
                  <c:v>2024-12-24</c:v>
                </c:pt>
                <c:pt idx="6192">
                  <c:v>2024-12-26</c:v>
                </c:pt>
                <c:pt idx="6193">
                  <c:v>2024-12-27</c:v>
                </c:pt>
                <c:pt idx="6194">
                  <c:v>2024-12-30</c:v>
                </c:pt>
                <c:pt idx="6195">
                  <c:v>2024-12-31</c:v>
                </c:pt>
                <c:pt idx="6196">
                  <c:v>2025-01-02</c:v>
                </c:pt>
                <c:pt idx="6197">
                  <c:v>2025-01-03</c:v>
                </c:pt>
                <c:pt idx="6198">
                  <c:v>2025-01-06</c:v>
                </c:pt>
                <c:pt idx="6199">
                  <c:v>2025-01-07</c:v>
                </c:pt>
                <c:pt idx="6200">
                  <c:v>2025-01-08</c:v>
                </c:pt>
                <c:pt idx="6201">
                  <c:v>2025-01-09</c:v>
                </c:pt>
                <c:pt idx="6202">
                  <c:v>2025-01-10</c:v>
                </c:pt>
                <c:pt idx="6203">
                  <c:v>2025-01-13</c:v>
                </c:pt>
                <c:pt idx="6204">
                  <c:v>2025-01-14</c:v>
                </c:pt>
                <c:pt idx="6205">
                  <c:v>2025-01-15</c:v>
                </c:pt>
                <c:pt idx="6206">
                  <c:v>2025-01-16</c:v>
                </c:pt>
                <c:pt idx="6207">
                  <c:v>2025-01-17</c:v>
                </c:pt>
                <c:pt idx="6208">
                  <c:v>2025-01-21</c:v>
                </c:pt>
                <c:pt idx="6209">
                  <c:v>2025-01-22</c:v>
                </c:pt>
                <c:pt idx="6210">
                  <c:v>2025-01-23</c:v>
                </c:pt>
                <c:pt idx="6211">
                  <c:v>2025-01-24</c:v>
                </c:pt>
                <c:pt idx="6212">
                  <c:v>2025-01-27</c:v>
                </c:pt>
                <c:pt idx="6213">
                  <c:v>2025-01-28</c:v>
                </c:pt>
                <c:pt idx="6214">
                  <c:v>2025-01-29</c:v>
                </c:pt>
                <c:pt idx="6215">
                  <c:v>2025-01-30</c:v>
                </c:pt>
                <c:pt idx="6216">
                  <c:v>2025-01-31</c:v>
                </c:pt>
                <c:pt idx="6217">
                  <c:v>2025-02-03</c:v>
                </c:pt>
                <c:pt idx="6218">
                  <c:v>2025-02-04</c:v>
                </c:pt>
                <c:pt idx="6219">
                  <c:v>2025-02-05</c:v>
                </c:pt>
                <c:pt idx="6220">
                  <c:v>2025-02-06</c:v>
                </c:pt>
                <c:pt idx="6221">
                  <c:v>2025-02-07</c:v>
                </c:pt>
                <c:pt idx="6222">
                  <c:v>2025-02-10</c:v>
                </c:pt>
                <c:pt idx="6223">
                  <c:v>2025-02-11</c:v>
                </c:pt>
                <c:pt idx="6224">
                  <c:v>2025-02-12</c:v>
                </c:pt>
                <c:pt idx="6225">
                  <c:v>2025-02-13</c:v>
                </c:pt>
                <c:pt idx="6226">
                  <c:v>2025-02-14</c:v>
                </c:pt>
                <c:pt idx="6227">
                  <c:v>2025-02-18</c:v>
                </c:pt>
                <c:pt idx="6228">
                  <c:v>2025-02-19</c:v>
                </c:pt>
                <c:pt idx="6229">
                  <c:v>2025-02-20</c:v>
                </c:pt>
                <c:pt idx="6230">
                  <c:v>2025-02-21</c:v>
                </c:pt>
                <c:pt idx="6231">
                  <c:v>2025-02-24</c:v>
                </c:pt>
                <c:pt idx="6232">
                  <c:v>2025-02-25</c:v>
                </c:pt>
                <c:pt idx="6233">
                  <c:v>2025-02-26</c:v>
                </c:pt>
                <c:pt idx="6234">
                  <c:v>2025-02-27</c:v>
                </c:pt>
                <c:pt idx="6235">
                  <c:v>2025-02-28</c:v>
                </c:pt>
                <c:pt idx="6236">
                  <c:v>2025-03-03</c:v>
                </c:pt>
                <c:pt idx="6237">
                  <c:v>2025-03-04</c:v>
                </c:pt>
                <c:pt idx="6238">
                  <c:v>2025-03-05</c:v>
                </c:pt>
                <c:pt idx="6239">
                  <c:v>2025-03-06</c:v>
                </c:pt>
                <c:pt idx="6240">
                  <c:v>2025-03-07</c:v>
                </c:pt>
                <c:pt idx="6241">
                  <c:v>2025-03-10</c:v>
                </c:pt>
                <c:pt idx="6242">
                  <c:v>2025-03-11</c:v>
                </c:pt>
                <c:pt idx="6243">
                  <c:v>2025-03-12</c:v>
                </c:pt>
                <c:pt idx="6244">
                  <c:v>2025-03-13</c:v>
                </c:pt>
                <c:pt idx="6245">
                  <c:v>2025-03-14</c:v>
                </c:pt>
                <c:pt idx="6246">
                  <c:v>2025-03-17</c:v>
                </c:pt>
                <c:pt idx="6247">
                  <c:v>2025-03-18</c:v>
                </c:pt>
                <c:pt idx="6248">
                  <c:v>2025-03-19</c:v>
                </c:pt>
                <c:pt idx="6249">
                  <c:v>2025-03-20</c:v>
                </c:pt>
                <c:pt idx="6250">
                  <c:v>2025-03-21</c:v>
                </c:pt>
                <c:pt idx="6251">
                  <c:v>2025-03-24</c:v>
                </c:pt>
                <c:pt idx="6252">
                  <c:v>2025-03-25</c:v>
                </c:pt>
                <c:pt idx="6253">
                  <c:v>2025-03-26</c:v>
                </c:pt>
                <c:pt idx="6254">
                  <c:v>2025-03-27</c:v>
                </c:pt>
                <c:pt idx="6255">
                  <c:v>2025-03-28</c:v>
                </c:pt>
                <c:pt idx="6256">
                  <c:v>2025-03-31</c:v>
                </c:pt>
                <c:pt idx="6257">
                  <c:v>2025-04-01</c:v>
                </c:pt>
                <c:pt idx="6258">
                  <c:v>2025-04-02</c:v>
                </c:pt>
                <c:pt idx="6259">
                  <c:v>2025-04-03</c:v>
                </c:pt>
                <c:pt idx="6260">
                  <c:v>2025-04-04</c:v>
                </c:pt>
                <c:pt idx="6261">
                  <c:v>2025-04-07</c:v>
                </c:pt>
                <c:pt idx="6262">
                  <c:v>2025-04-08</c:v>
                </c:pt>
                <c:pt idx="6263">
                  <c:v>2025-04-09</c:v>
                </c:pt>
                <c:pt idx="6264">
                  <c:v>2025-04-10</c:v>
                </c:pt>
                <c:pt idx="6265">
                  <c:v>2025-04-11</c:v>
                </c:pt>
                <c:pt idx="6266">
                  <c:v>2025-04-14</c:v>
                </c:pt>
                <c:pt idx="6267">
                  <c:v>2025-04-15</c:v>
                </c:pt>
                <c:pt idx="6268">
                  <c:v>2025-04-16</c:v>
                </c:pt>
                <c:pt idx="6269">
                  <c:v>2025-04-17</c:v>
                </c:pt>
                <c:pt idx="6270">
                  <c:v>2025-04-21</c:v>
                </c:pt>
                <c:pt idx="6271">
                  <c:v>2025-04-22</c:v>
                </c:pt>
                <c:pt idx="6272">
                  <c:v>2025-04-23</c:v>
                </c:pt>
                <c:pt idx="6273">
                  <c:v>2025-04-24</c:v>
                </c:pt>
                <c:pt idx="6274">
                  <c:v>2025-04-25</c:v>
                </c:pt>
                <c:pt idx="6275">
                  <c:v>2025-04-28</c:v>
                </c:pt>
                <c:pt idx="6276">
                  <c:v>2025-04-29</c:v>
                </c:pt>
                <c:pt idx="6277">
                  <c:v>2025-04-30</c:v>
                </c:pt>
                <c:pt idx="6278">
                  <c:v>2025-05-01</c:v>
                </c:pt>
                <c:pt idx="6279">
                  <c:v>2025-05-02</c:v>
                </c:pt>
                <c:pt idx="6280">
                  <c:v>2025-05-05</c:v>
                </c:pt>
                <c:pt idx="6281">
                  <c:v>2025-05-06</c:v>
                </c:pt>
                <c:pt idx="6282">
                  <c:v>2025-05-07</c:v>
                </c:pt>
                <c:pt idx="6283">
                  <c:v>2025-05-08</c:v>
                </c:pt>
                <c:pt idx="6284">
                  <c:v>2025-05-09</c:v>
                </c:pt>
                <c:pt idx="6285">
                  <c:v>2025-05-12</c:v>
                </c:pt>
                <c:pt idx="6286">
                  <c:v>2025-05-13</c:v>
                </c:pt>
                <c:pt idx="6287">
                  <c:v>2025-05-14</c:v>
                </c:pt>
                <c:pt idx="6288">
                  <c:v>2025-05-15</c:v>
                </c:pt>
                <c:pt idx="6289">
                  <c:v>2025-05-16</c:v>
                </c:pt>
                <c:pt idx="6290">
                  <c:v>2025-05-19</c:v>
                </c:pt>
                <c:pt idx="6291">
                  <c:v>2025-05-20</c:v>
                </c:pt>
                <c:pt idx="6292">
                  <c:v>2025-05-21</c:v>
                </c:pt>
                <c:pt idx="6293">
                  <c:v>2025-05-22</c:v>
                </c:pt>
                <c:pt idx="6294">
                  <c:v>2025-05-23</c:v>
                </c:pt>
                <c:pt idx="6295">
                  <c:v>2025-05-27</c:v>
                </c:pt>
                <c:pt idx="6296">
                  <c:v>2025-05-28</c:v>
                </c:pt>
                <c:pt idx="6297">
                  <c:v>2025-05-29</c:v>
                </c:pt>
                <c:pt idx="6298">
                  <c:v>2025-05-30</c:v>
                </c:pt>
                <c:pt idx="6299">
                  <c:v>2025-06-02</c:v>
                </c:pt>
                <c:pt idx="6300">
                  <c:v>2025-06-03</c:v>
                </c:pt>
                <c:pt idx="6301">
                  <c:v>2025-06-04</c:v>
                </c:pt>
                <c:pt idx="6302">
                  <c:v>2025-06-05</c:v>
                </c:pt>
                <c:pt idx="6303">
                  <c:v>2025-06-06</c:v>
                </c:pt>
                <c:pt idx="6304">
                  <c:v>2025-06-09</c:v>
                </c:pt>
                <c:pt idx="6305">
                  <c:v>2025-06-10</c:v>
                </c:pt>
                <c:pt idx="6306">
                  <c:v>2025-06-11</c:v>
                </c:pt>
                <c:pt idx="6307">
                  <c:v>2025-06-12</c:v>
                </c:pt>
                <c:pt idx="6308">
                  <c:v>2025-06-13</c:v>
                </c:pt>
                <c:pt idx="6309">
                  <c:v>2025-06-16</c:v>
                </c:pt>
                <c:pt idx="6310">
                  <c:v>2025-06-17</c:v>
                </c:pt>
                <c:pt idx="6311">
                  <c:v>2025-06-18</c:v>
                </c:pt>
                <c:pt idx="6312">
                  <c:v>2025-06-20</c:v>
                </c:pt>
                <c:pt idx="6313">
                  <c:v>2025-06-23</c:v>
                </c:pt>
                <c:pt idx="6314">
                  <c:v>2025-06-24</c:v>
                </c:pt>
                <c:pt idx="6315">
                  <c:v>2025-06-25</c:v>
                </c:pt>
                <c:pt idx="6316">
                  <c:v>2025-06-26</c:v>
                </c:pt>
                <c:pt idx="6317">
                  <c:v>2025-06-27</c:v>
                </c:pt>
                <c:pt idx="6318">
                  <c:v>2025-06-30</c:v>
                </c:pt>
                <c:pt idx="6319">
                  <c:v>2025-07-01</c:v>
                </c:pt>
                <c:pt idx="6320">
                  <c:v>2025-07-02</c:v>
                </c:pt>
                <c:pt idx="6321">
                  <c:v>2025-07-03</c:v>
                </c:pt>
                <c:pt idx="6322">
                  <c:v>2025-07-07</c:v>
                </c:pt>
                <c:pt idx="6323">
                  <c:v>2025-07-08</c:v>
                </c:pt>
                <c:pt idx="6324">
                  <c:v>2025-07-09</c:v>
                </c:pt>
                <c:pt idx="6325">
                  <c:v>2025-07-10</c:v>
                </c:pt>
                <c:pt idx="6326">
                  <c:v>2025-07-11</c:v>
                </c:pt>
                <c:pt idx="6327">
                  <c:v>2025-07-14</c:v>
                </c:pt>
                <c:pt idx="6328">
                  <c:v>2025-07-15</c:v>
                </c:pt>
                <c:pt idx="6329">
                  <c:v>2025-07-16</c:v>
                </c:pt>
                <c:pt idx="6330">
                  <c:v>2025-07-17</c:v>
                </c:pt>
                <c:pt idx="6331">
                  <c:v>2025-07-18</c:v>
                </c:pt>
                <c:pt idx="6332">
                  <c:v>2025-07-21</c:v>
                </c:pt>
                <c:pt idx="6333">
                  <c:v>2025-07-22</c:v>
                </c:pt>
                <c:pt idx="6334">
                  <c:v>2025-07-23</c:v>
                </c:pt>
                <c:pt idx="6335">
                  <c:v>2025-07-24</c:v>
                </c:pt>
                <c:pt idx="6336">
                  <c:v>2025-07-25</c:v>
                </c:pt>
                <c:pt idx="6337">
                  <c:v>2025-07-28</c:v>
                </c:pt>
                <c:pt idx="6338">
                  <c:v>2025-07-29</c:v>
                </c:pt>
                <c:pt idx="6339">
                  <c:v>2025-07-30</c:v>
                </c:pt>
                <c:pt idx="6340">
                  <c:v>2025-07-31</c:v>
                </c:pt>
                <c:pt idx="6341">
                  <c:v>2025-08-01</c:v>
                </c:pt>
                <c:pt idx="6342">
                  <c:v>2025-08-04</c:v>
                </c:pt>
                <c:pt idx="6343">
                  <c:v>2025-08-05</c:v>
                </c:pt>
                <c:pt idx="6344">
                  <c:v>2025-08-06</c:v>
                </c:pt>
                <c:pt idx="6345">
                  <c:v>2025-08-07</c:v>
                </c:pt>
                <c:pt idx="6346">
                  <c:v>2025-08-08</c:v>
                </c:pt>
                <c:pt idx="6347">
                  <c:v>2025-08-11</c:v>
                </c:pt>
                <c:pt idx="6348">
                  <c:v>2025-08-12</c:v>
                </c:pt>
                <c:pt idx="6349">
                  <c:v>2025-08-13</c:v>
                </c:pt>
                <c:pt idx="6350">
                  <c:v>2025-08-14</c:v>
                </c:pt>
                <c:pt idx="6351">
                  <c:v>2025-08-15</c:v>
                </c:pt>
                <c:pt idx="6352">
                  <c:v>2025-08-18</c:v>
                </c:pt>
                <c:pt idx="6353">
                  <c:v>2025-08-19</c:v>
                </c:pt>
                <c:pt idx="6354">
                  <c:v>2025-08-20</c:v>
                </c:pt>
                <c:pt idx="6355">
                  <c:v>2025-08-21</c:v>
                </c:pt>
                <c:pt idx="6356">
                  <c:v>2025-08-22</c:v>
                </c:pt>
                <c:pt idx="6357">
                  <c:v>2025-08-25</c:v>
                </c:pt>
                <c:pt idx="6358">
                  <c:v>2025-08-26</c:v>
                </c:pt>
                <c:pt idx="6359">
                  <c:v>2025-08-27</c:v>
                </c:pt>
                <c:pt idx="6360">
                  <c:v>2025-08-28</c:v>
                </c:pt>
                <c:pt idx="6361">
                  <c:v>2025-08-29</c:v>
                </c:pt>
                <c:pt idx="6362">
                  <c:v>2025-09-02</c:v>
                </c:pt>
                <c:pt idx="6363">
                  <c:v>2025-09-03</c:v>
                </c:pt>
                <c:pt idx="6364">
                  <c:v>2025-09-04</c:v>
                </c:pt>
                <c:pt idx="6365">
                  <c:v>2025-09-05</c:v>
                </c:pt>
                <c:pt idx="6366">
                  <c:v>2025-09-08</c:v>
                </c:pt>
                <c:pt idx="6367">
                  <c:v>2025-09-09</c:v>
                </c:pt>
                <c:pt idx="6368">
                  <c:v>2025-09-10</c:v>
                </c:pt>
                <c:pt idx="6369">
                  <c:v>2025-09-11</c:v>
                </c:pt>
                <c:pt idx="6370">
                  <c:v>2025-09-12</c:v>
                </c:pt>
                <c:pt idx="6371">
                  <c:v>2025-09-15</c:v>
                </c:pt>
                <c:pt idx="6372">
                  <c:v>2025-09-16</c:v>
                </c:pt>
                <c:pt idx="6373">
                  <c:v>2025-09-17</c:v>
                </c:pt>
                <c:pt idx="6374">
                  <c:v>2025-09-18</c:v>
                </c:pt>
                <c:pt idx="6375">
                  <c:v>2025-09-19</c:v>
                </c:pt>
                <c:pt idx="6376">
                  <c:v>2025-09-22</c:v>
                </c:pt>
                <c:pt idx="6377">
                  <c:v>2025-09-23</c:v>
                </c:pt>
                <c:pt idx="6378">
                  <c:v>2025-09-24</c:v>
                </c:pt>
                <c:pt idx="6379">
                  <c:v>2025-09-25</c:v>
                </c:pt>
                <c:pt idx="6380">
                  <c:v>2025-09-26</c:v>
                </c:pt>
                <c:pt idx="6381">
                  <c:v>2025-09-29</c:v>
                </c:pt>
                <c:pt idx="6382">
                  <c:v>2025-09-30</c:v>
                </c:pt>
                <c:pt idx="6383">
                  <c:v>2025-10-01</c:v>
                </c:pt>
                <c:pt idx="6384">
                  <c:v>2025-10-02</c:v>
                </c:pt>
                <c:pt idx="6385">
                  <c:v>2025-10-03</c:v>
                </c:pt>
                <c:pt idx="6386">
                  <c:v>2025-10-06</c:v>
                </c:pt>
                <c:pt idx="6387">
                  <c:v>2025-10-07</c:v>
                </c:pt>
                <c:pt idx="6388">
                  <c:v>2025-10-08</c:v>
                </c:pt>
                <c:pt idx="6389">
                  <c:v>2025-10-09</c:v>
                </c:pt>
                <c:pt idx="6390">
                  <c:v>2025-10-10</c:v>
                </c:pt>
                <c:pt idx="6391">
                  <c:v>2025-10-13</c:v>
                </c:pt>
                <c:pt idx="6392">
                  <c:v>2025-10-14</c:v>
                </c:pt>
                <c:pt idx="6393">
                  <c:v>2025-10-15</c:v>
                </c:pt>
                <c:pt idx="6394">
                  <c:v>2025-10-16</c:v>
                </c:pt>
                <c:pt idx="6395">
                  <c:v>2025-10-17</c:v>
                </c:pt>
                <c:pt idx="6396">
                  <c:v>2025-10-20</c:v>
                </c:pt>
                <c:pt idx="6397">
                  <c:v>2025-10-21</c:v>
                </c:pt>
                <c:pt idx="6398">
                  <c:v>2025-10-22</c:v>
                </c:pt>
                <c:pt idx="6399">
                  <c:v>2025-10-23</c:v>
                </c:pt>
                <c:pt idx="6400">
                  <c:v>2025-10-24</c:v>
                </c:pt>
                <c:pt idx="6401">
                  <c:v>2025-10-27</c:v>
                </c:pt>
                <c:pt idx="6402">
                  <c:v>2025-10-28</c:v>
                </c:pt>
                <c:pt idx="6403">
                  <c:v>2025-10-29</c:v>
                </c:pt>
                <c:pt idx="6404">
                  <c:v>2025-10-30</c:v>
                </c:pt>
                <c:pt idx="6405">
                  <c:v>2025-10-31</c:v>
                </c:pt>
                <c:pt idx="6406">
                  <c:v>2025-11-03</c:v>
                </c:pt>
                <c:pt idx="6407">
                  <c:v>2025-11-04</c:v>
                </c:pt>
                <c:pt idx="6408">
                  <c:v>2025-11-05</c:v>
                </c:pt>
                <c:pt idx="6409">
                  <c:v>2025-11-06</c:v>
                </c:pt>
                <c:pt idx="6410">
                  <c:v>2025-11-07</c:v>
                </c:pt>
                <c:pt idx="6411">
                  <c:v>2025-11-10</c:v>
                </c:pt>
                <c:pt idx="6412">
                  <c:v>2025-11-11</c:v>
                </c:pt>
                <c:pt idx="6413">
                  <c:v>2025-11-12</c:v>
                </c:pt>
                <c:pt idx="6414">
                  <c:v>2025-11-13</c:v>
                </c:pt>
                <c:pt idx="6415">
                  <c:v>2025-11-14</c:v>
                </c:pt>
                <c:pt idx="6416">
                  <c:v>2025-11-17</c:v>
                </c:pt>
                <c:pt idx="6417">
                  <c:v>2025-11-18</c:v>
                </c:pt>
                <c:pt idx="6418">
                  <c:v>2025-11-19</c:v>
                </c:pt>
                <c:pt idx="6419">
                  <c:v>2025-11-20</c:v>
                </c:pt>
                <c:pt idx="6420">
                  <c:v>2025-11-21</c:v>
                </c:pt>
                <c:pt idx="6421">
                  <c:v>2025-11-24</c:v>
                </c:pt>
                <c:pt idx="6422">
                  <c:v>2025-11-25</c:v>
                </c:pt>
                <c:pt idx="6423">
                  <c:v>2025-11-26</c:v>
                </c:pt>
                <c:pt idx="6424">
                  <c:v>2025-11-28</c:v>
                </c:pt>
                <c:pt idx="6425">
                  <c:v>2025-12-01</c:v>
                </c:pt>
                <c:pt idx="6426">
                  <c:v>2025-12-02</c:v>
                </c:pt>
                <c:pt idx="6427">
                  <c:v>2025-12-03</c:v>
                </c:pt>
                <c:pt idx="6428">
                  <c:v>2025-12-04</c:v>
                </c:pt>
                <c:pt idx="6429">
                  <c:v>2025-12-05</c:v>
                </c:pt>
                <c:pt idx="6430">
                  <c:v>2025-12-08</c:v>
                </c:pt>
                <c:pt idx="6431">
                  <c:v>2025-12-09</c:v>
                </c:pt>
                <c:pt idx="6432">
                  <c:v>2025-12-10</c:v>
                </c:pt>
                <c:pt idx="6433">
                  <c:v>2025-12-11</c:v>
                </c:pt>
                <c:pt idx="6434">
                  <c:v>2025-12-12</c:v>
                </c:pt>
                <c:pt idx="6435">
                  <c:v>2025-12-15</c:v>
                </c:pt>
                <c:pt idx="6436">
                  <c:v>2025-12-16</c:v>
                </c:pt>
                <c:pt idx="6437">
                  <c:v>2025-12-17</c:v>
                </c:pt>
                <c:pt idx="6438">
                  <c:v>2025-12-18</c:v>
                </c:pt>
                <c:pt idx="6439">
                  <c:v>2025-12-19</c:v>
                </c:pt>
                <c:pt idx="6440">
                  <c:v>2025-12-22</c:v>
                </c:pt>
                <c:pt idx="6441">
                  <c:v>2025-12-23</c:v>
                </c:pt>
                <c:pt idx="6442">
                  <c:v>2025-12-24</c:v>
                </c:pt>
                <c:pt idx="6443">
                  <c:v>2025-12-26</c:v>
                </c:pt>
                <c:pt idx="6444">
                  <c:v>2025-12-29</c:v>
                </c:pt>
                <c:pt idx="6445">
                  <c:v>2025-12-30</c:v>
                </c:pt>
                <c:pt idx="6446">
                  <c:v>2025-12-31</c:v>
                </c:pt>
                <c:pt idx="6447">
                  <c:v>2026-01-02</c:v>
                </c:pt>
                <c:pt idx="6448">
                  <c:v>2026-01-05</c:v>
                </c:pt>
                <c:pt idx="6449">
                  <c:v>2026-01-06</c:v>
                </c:pt>
                <c:pt idx="6450">
                  <c:v>2026-01-07</c:v>
                </c:pt>
                <c:pt idx="6451">
                  <c:v>2026-01-08</c:v>
                </c:pt>
                <c:pt idx="6452">
                  <c:v>2026-01-09</c:v>
                </c:pt>
                <c:pt idx="6453">
                  <c:v>2026-01-12</c:v>
                </c:pt>
                <c:pt idx="6454">
                  <c:v>2026-01-13</c:v>
                </c:pt>
                <c:pt idx="6455">
                  <c:v>2026-01-14</c:v>
                </c:pt>
                <c:pt idx="6456">
                  <c:v>2026-01-15</c:v>
                </c:pt>
                <c:pt idx="6457">
                  <c:v>2026-01-16</c:v>
                </c:pt>
                <c:pt idx="6458">
                  <c:v>2026-01-20</c:v>
                </c:pt>
                <c:pt idx="6459">
                  <c:v>2026-01-21</c:v>
                </c:pt>
                <c:pt idx="6460">
                  <c:v>2026-01-22</c:v>
                </c:pt>
                <c:pt idx="6461">
                  <c:v>2026-01-23</c:v>
                </c:pt>
                <c:pt idx="6462">
                  <c:v>2026-01-26</c:v>
                </c:pt>
                <c:pt idx="6463">
                  <c:v>2026-01-27</c:v>
                </c:pt>
                <c:pt idx="6464">
                  <c:v>2026-01-28</c:v>
                </c:pt>
                <c:pt idx="6465">
                  <c:v>2026-01-29</c:v>
                </c:pt>
                <c:pt idx="6466">
                  <c:v>2026-01-30</c:v>
                </c:pt>
                <c:pt idx="6467">
                  <c:v>2026-02-02</c:v>
                </c:pt>
                <c:pt idx="6468">
                  <c:v>2026-02-03</c:v>
                </c:pt>
                <c:pt idx="6469">
                  <c:v>2026-02-04</c:v>
                </c:pt>
                <c:pt idx="6470">
                  <c:v>2026-02-05</c:v>
                </c:pt>
                <c:pt idx="6471">
                  <c:v>2026-02-06</c:v>
                </c:pt>
                <c:pt idx="6472">
                  <c:v>2026-02-09</c:v>
                </c:pt>
                <c:pt idx="6473">
                  <c:v>2026-02-10</c:v>
                </c:pt>
                <c:pt idx="6474">
                  <c:v>2026-02-11</c:v>
                </c:pt>
                <c:pt idx="6475">
                  <c:v>2026-02-12</c:v>
                </c:pt>
                <c:pt idx="6476">
                  <c:v>2026-02-13</c:v>
                </c:pt>
                <c:pt idx="6477">
                  <c:v>2026-02-17</c:v>
                </c:pt>
                <c:pt idx="6478">
                  <c:v>2026-02-18</c:v>
                </c:pt>
                <c:pt idx="6479">
                  <c:v>2026-02-19</c:v>
                </c:pt>
                <c:pt idx="6480">
                  <c:v>2026-02-20</c:v>
                </c:pt>
                <c:pt idx="6481">
                  <c:v>2026-02-23</c:v>
                </c:pt>
                <c:pt idx="6482">
                  <c:v>2026-02-24</c:v>
                </c:pt>
                <c:pt idx="6483">
                  <c:v>2026-02-25</c:v>
                </c:pt>
                <c:pt idx="6484">
                  <c:v>2026-02-26</c:v>
                </c:pt>
                <c:pt idx="6485">
                  <c:v>2026-02-27</c:v>
                </c:pt>
                <c:pt idx="6486">
                  <c:v>2026-03-02</c:v>
                </c:pt>
                <c:pt idx="6487">
                  <c:v>2026-03-03</c:v>
                </c:pt>
                <c:pt idx="6488">
                  <c:v>2026-03-04</c:v>
                </c:pt>
                <c:pt idx="6489">
                  <c:v>2026-03-05</c:v>
                </c:pt>
                <c:pt idx="6490">
                  <c:v>2026-03-06</c:v>
                </c:pt>
                <c:pt idx="6491">
                  <c:v>2026-03-09</c:v>
                </c:pt>
                <c:pt idx="6492">
                  <c:v>2026-03-10</c:v>
                </c:pt>
                <c:pt idx="6493">
                  <c:v>2026-03-11</c:v>
                </c:pt>
                <c:pt idx="6494">
                  <c:v>2026-03-12</c:v>
                </c:pt>
                <c:pt idx="6495">
                  <c:v>2026-03-13</c:v>
                </c:pt>
                <c:pt idx="6496">
                  <c:v>2026-03-16</c:v>
                </c:pt>
                <c:pt idx="6497">
                  <c:v>2026-03-17</c:v>
                </c:pt>
                <c:pt idx="6498">
                  <c:v>2026-03-18</c:v>
                </c:pt>
                <c:pt idx="6499">
                  <c:v>2026-03-19</c:v>
                </c:pt>
                <c:pt idx="6500">
                  <c:v>2026-03-20</c:v>
                </c:pt>
                <c:pt idx="6501">
                  <c:v>2026-03-23</c:v>
                </c:pt>
                <c:pt idx="6502">
                  <c:v>2026-03-24</c:v>
                </c:pt>
                <c:pt idx="6503">
                  <c:v>2026-03-25</c:v>
                </c:pt>
                <c:pt idx="6504">
                  <c:v>2026-03-26</c:v>
                </c:pt>
                <c:pt idx="6505">
                  <c:v>2026-03-27</c:v>
                </c:pt>
                <c:pt idx="6506">
                  <c:v>2026-03-30</c:v>
                </c:pt>
                <c:pt idx="6507">
                  <c:v>2026-03-31</c:v>
                </c:pt>
                <c:pt idx="6508">
                  <c:v>2026-04-01</c:v>
                </c:pt>
                <c:pt idx="6509">
                  <c:v>2026-04-02</c:v>
                </c:pt>
                <c:pt idx="6510">
                  <c:v>2026-04-06</c:v>
                </c:pt>
                <c:pt idx="6511">
                  <c:v>2026-04-07</c:v>
                </c:pt>
                <c:pt idx="6512">
                  <c:v>2026-04-08</c:v>
                </c:pt>
                <c:pt idx="6513">
                  <c:v>2026-04-09</c:v>
                </c:pt>
                <c:pt idx="6514">
                  <c:v>2026-04-10</c:v>
                </c:pt>
                <c:pt idx="6515">
                  <c:v>2026-04-13</c:v>
                </c:pt>
                <c:pt idx="6516">
                  <c:v>2026-04-14</c:v>
                </c:pt>
                <c:pt idx="6517">
                  <c:v>2026-04-15</c:v>
                </c:pt>
                <c:pt idx="6518">
                  <c:v>2026-04-16</c:v>
                </c:pt>
                <c:pt idx="6519">
                  <c:v>2026-04-17</c:v>
                </c:pt>
                <c:pt idx="6520">
                  <c:v>2026-04-20</c:v>
                </c:pt>
                <c:pt idx="6521">
                  <c:v>2026-04-21</c:v>
                </c:pt>
                <c:pt idx="6522">
                  <c:v>2026-04-22</c:v>
                </c:pt>
                <c:pt idx="6523">
                  <c:v>2026-04-23</c:v>
                </c:pt>
                <c:pt idx="6524">
                  <c:v>2026-04-24</c:v>
                </c:pt>
                <c:pt idx="6525">
                  <c:v>2026-04-27</c:v>
                </c:pt>
                <c:pt idx="6526">
                  <c:v>2026-04-28</c:v>
                </c:pt>
                <c:pt idx="6527">
                  <c:v>2026-04-29</c:v>
                </c:pt>
                <c:pt idx="6528">
                  <c:v>2026-04-30</c:v>
                </c:pt>
                <c:pt idx="6529">
                  <c:v>2026-05-01</c:v>
                </c:pt>
                <c:pt idx="6530">
                  <c:v>2026-05-04</c:v>
                </c:pt>
                <c:pt idx="6531">
                  <c:v>2026-05-05</c:v>
                </c:pt>
                <c:pt idx="6532">
                  <c:v>2026-05-06</c:v>
                </c:pt>
                <c:pt idx="6533">
                  <c:v>2026-05-07</c:v>
                </c:pt>
                <c:pt idx="6534">
                  <c:v>2026-05-08</c:v>
                </c:pt>
                <c:pt idx="6535">
                  <c:v>2026-05-11</c:v>
                </c:pt>
                <c:pt idx="6536">
                  <c:v>2026-05-12</c:v>
                </c:pt>
                <c:pt idx="6537">
                  <c:v>2026-05-13</c:v>
                </c:pt>
                <c:pt idx="6538">
                  <c:v>2026-05-14</c:v>
                </c:pt>
                <c:pt idx="6539">
                  <c:v>2026-05-15</c:v>
                </c:pt>
                <c:pt idx="6540">
                  <c:v>2026-05-18</c:v>
                </c:pt>
                <c:pt idx="6541">
                  <c:v>2026-05-19</c:v>
                </c:pt>
                <c:pt idx="6542">
                  <c:v>2026-05-20</c:v>
                </c:pt>
                <c:pt idx="6543">
                  <c:v>2026-05-21</c:v>
                </c:pt>
                <c:pt idx="6544">
                  <c:v>2026-05-22</c:v>
                </c:pt>
                <c:pt idx="6545">
                  <c:v>2026-05-26</c:v>
                </c:pt>
                <c:pt idx="6546">
                  <c:v>2026-05-27</c:v>
                </c:pt>
                <c:pt idx="6547">
                  <c:v>2026-05-28</c:v>
                </c:pt>
                <c:pt idx="6548">
                  <c:v>2026-05-29</c:v>
                </c:pt>
                <c:pt idx="6549">
                  <c:v>2026-06-01</c:v>
                </c:pt>
                <c:pt idx="6550">
                  <c:v>2026-06-02</c:v>
                </c:pt>
                <c:pt idx="6551">
                  <c:v>2026-06-03</c:v>
                </c:pt>
                <c:pt idx="6552">
                  <c:v>2026-06-04</c:v>
                </c:pt>
                <c:pt idx="6553">
                  <c:v>2026-06-05</c:v>
                </c:pt>
                <c:pt idx="6554">
                  <c:v>2026-06-08</c:v>
                </c:pt>
                <c:pt idx="6555">
                  <c:v>2026-06-09</c:v>
                </c:pt>
                <c:pt idx="6556">
                  <c:v>2026-06-10</c:v>
                </c:pt>
                <c:pt idx="6557">
                  <c:v>2026-06-11</c:v>
                </c:pt>
                <c:pt idx="6558">
                  <c:v>2026-06-12</c:v>
                </c:pt>
                <c:pt idx="6559">
                  <c:v>2026-06-15</c:v>
                </c:pt>
                <c:pt idx="6560">
                  <c:v>2026-06-16</c:v>
                </c:pt>
                <c:pt idx="6561">
                  <c:v>2026-06-17</c:v>
                </c:pt>
                <c:pt idx="6563">
                  <c:v>数据来源：Wind</c:v>
                </c:pt>
              </c:strCache>
            </c:strRef>
          </c:cat>
          <c:val>
            <c:numRef>
              <c:f>'期货收盘价(连续)_NYBOT 11号糖'!$F$2:$F$6565</c:f>
              <c:numCache>
                <c:formatCode>General</c:formatCode>
                <c:ptCount val="6564"/>
                <c:pt idx="0">
                  <c:v>1</c:v>
                </c:pt>
                <c:pt idx="1">
                  <c:v>0.9459016393442623</c:v>
                </c:pt>
                <c:pt idx="2">
                  <c:v>0.95245901639344266</c:v>
                </c:pt>
                <c:pt idx="3">
                  <c:v>0.9459016393442623</c:v>
                </c:pt>
                <c:pt idx="4">
                  <c:v>0.95737704918032795</c:v>
                </c:pt>
                <c:pt idx="5">
                  <c:v>0.95573770491803289</c:v>
                </c:pt>
                <c:pt idx="6">
                  <c:v>0.92950819672131146</c:v>
                </c:pt>
                <c:pt idx="7">
                  <c:v>0.89344262295081978</c:v>
                </c:pt>
                <c:pt idx="8">
                  <c:v>0.90000000000000013</c:v>
                </c:pt>
                <c:pt idx="9">
                  <c:v>0.89344262295081978</c:v>
                </c:pt>
                <c:pt idx="10">
                  <c:v>0.86721311475409846</c:v>
                </c:pt>
                <c:pt idx="11">
                  <c:v>0.90000000000000013</c:v>
                </c:pt>
                <c:pt idx="12">
                  <c:v>0.91147540983606556</c:v>
                </c:pt>
                <c:pt idx="13">
                  <c:v>0.89016393442622954</c:v>
                </c:pt>
                <c:pt idx="14">
                  <c:v>0.86721311475409846</c:v>
                </c:pt>
                <c:pt idx="15">
                  <c:v>0.87213114754098375</c:v>
                </c:pt>
                <c:pt idx="16">
                  <c:v>0.88524590163934436</c:v>
                </c:pt>
                <c:pt idx="17">
                  <c:v>0.88688524590163942</c:v>
                </c:pt>
                <c:pt idx="18">
                  <c:v>0.8967213114754099</c:v>
                </c:pt>
                <c:pt idx="19">
                  <c:v>0.88852459016393448</c:v>
                </c:pt>
                <c:pt idx="20">
                  <c:v>0.88360655737704918</c:v>
                </c:pt>
                <c:pt idx="21">
                  <c:v>0.90163934426229508</c:v>
                </c:pt>
                <c:pt idx="22">
                  <c:v>0.91967213114754109</c:v>
                </c:pt>
                <c:pt idx="23">
                  <c:v>0.94918032786885254</c:v>
                </c:pt>
                <c:pt idx="24">
                  <c:v>0.92786885245901651</c:v>
                </c:pt>
                <c:pt idx="25">
                  <c:v>0.90655737704918038</c:v>
                </c:pt>
                <c:pt idx="26">
                  <c:v>0.90000000000000013</c:v>
                </c:pt>
                <c:pt idx="27">
                  <c:v>0.90491803278688521</c:v>
                </c:pt>
                <c:pt idx="28">
                  <c:v>0.90000000000000013</c:v>
                </c:pt>
                <c:pt idx="29">
                  <c:v>0.85409836065573774</c:v>
                </c:pt>
                <c:pt idx="30">
                  <c:v>0.84098360655737703</c:v>
                </c:pt>
                <c:pt idx="31">
                  <c:v>0.8114754098360657</c:v>
                </c:pt>
                <c:pt idx="32">
                  <c:v>0.83114754098360666</c:v>
                </c:pt>
                <c:pt idx="33">
                  <c:v>0.8245901639344263</c:v>
                </c:pt>
                <c:pt idx="34">
                  <c:v>0.84262295081967209</c:v>
                </c:pt>
                <c:pt idx="35">
                  <c:v>0.84426229508196737</c:v>
                </c:pt>
                <c:pt idx="36">
                  <c:v>0.83934426229508208</c:v>
                </c:pt>
                <c:pt idx="37">
                  <c:v>0.80983606557377064</c:v>
                </c:pt>
                <c:pt idx="38">
                  <c:v>0.7704918032786886</c:v>
                </c:pt>
                <c:pt idx="39">
                  <c:v>0.76229508196721318</c:v>
                </c:pt>
                <c:pt idx="40">
                  <c:v>0.83278688524590172</c:v>
                </c:pt>
                <c:pt idx="41">
                  <c:v>0.81311475409836065</c:v>
                </c:pt>
                <c:pt idx="42">
                  <c:v>0.82786885245901642</c:v>
                </c:pt>
                <c:pt idx="43">
                  <c:v>0.82622950819672136</c:v>
                </c:pt>
                <c:pt idx="44">
                  <c:v>0.83114754098360666</c:v>
                </c:pt>
                <c:pt idx="45">
                  <c:v>0.83934426229508208</c:v>
                </c:pt>
                <c:pt idx="46">
                  <c:v>0.84590163934426232</c:v>
                </c:pt>
                <c:pt idx="47">
                  <c:v>0.8557377049180328</c:v>
                </c:pt>
                <c:pt idx="48">
                  <c:v>0.88852459016393448</c:v>
                </c:pt>
                <c:pt idx="49">
                  <c:v>0.8655737704918034</c:v>
                </c:pt>
                <c:pt idx="50">
                  <c:v>0.8606557377049181</c:v>
                </c:pt>
                <c:pt idx="51">
                  <c:v>0.87540983606557377</c:v>
                </c:pt>
                <c:pt idx="52">
                  <c:v>0.86393442622950822</c:v>
                </c:pt>
                <c:pt idx="53">
                  <c:v>0.84098360655737703</c:v>
                </c:pt>
                <c:pt idx="54">
                  <c:v>0.85245901639344268</c:v>
                </c:pt>
                <c:pt idx="55">
                  <c:v>0.8606557377049181</c:v>
                </c:pt>
                <c:pt idx="56">
                  <c:v>0.89344262295081978</c:v>
                </c:pt>
                <c:pt idx="57">
                  <c:v>0.88196721311475412</c:v>
                </c:pt>
                <c:pt idx="58">
                  <c:v>0.8967213114754099</c:v>
                </c:pt>
                <c:pt idx="59">
                  <c:v>0.88688524590163942</c:v>
                </c:pt>
                <c:pt idx="60">
                  <c:v>0.88852459016393448</c:v>
                </c:pt>
                <c:pt idx="61">
                  <c:v>0.9098360655737705</c:v>
                </c:pt>
                <c:pt idx="62">
                  <c:v>0.96721311475409844</c:v>
                </c:pt>
                <c:pt idx="63">
                  <c:v>0.9688524590163935</c:v>
                </c:pt>
                <c:pt idx="64">
                  <c:v>0.95245901639344266</c:v>
                </c:pt>
                <c:pt idx="65">
                  <c:v>0.98688524590163929</c:v>
                </c:pt>
                <c:pt idx="66">
                  <c:v>0.97704918032786892</c:v>
                </c:pt>
                <c:pt idx="67">
                  <c:v>0.96557377049180326</c:v>
                </c:pt>
                <c:pt idx="68">
                  <c:v>0.96065573770491819</c:v>
                </c:pt>
                <c:pt idx="69">
                  <c:v>0.97868852459016398</c:v>
                </c:pt>
                <c:pt idx="70">
                  <c:v>0.98852459016393457</c:v>
                </c:pt>
                <c:pt idx="71">
                  <c:v>1.0098360655737706</c:v>
                </c:pt>
                <c:pt idx="72">
                  <c:v>1.0213114754098362</c:v>
                </c:pt>
                <c:pt idx="73">
                  <c:v>1.057377049180328</c:v>
                </c:pt>
                <c:pt idx="74">
                  <c:v>1.040983606557377</c:v>
                </c:pt>
                <c:pt idx="75">
                  <c:v>1.0508196721311476</c:v>
                </c:pt>
                <c:pt idx="76">
                  <c:v>1.055737704918033</c:v>
                </c:pt>
                <c:pt idx="77">
                  <c:v>1.0442622950819673</c:v>
                </c:pt>
                <c:pt idx="78">
                  <c:v>1.0426229508196723</c:v>
                </c:pt>
                <c:pt idx="79">
                  <c:v>1.0278688524590165</c:v>
                </c:pt>
                <c:pt idx="80">
                  <c:v>1.0131147540983607</c:v>
                </c:pt>
                <c:pt idx="81">
                  <c:v>1.0098360655737706</c:v>
                </c:pt>
                <c:pt idx="82">
                  <c:v>1.0704918032786885</c:v>
                </c:pt>
                <c:pt idx="83">
                  <c:v>1.0491803278688525</c:v>
                </c:pt>
                <c:pt idx="84">
                  <c:v>1.0491803278688525</c:v>
                </c:pt>
                <c:pt idx="85">
                  <c:v>1.0704918032786885</c:v>
                </c:pt>
                <c:pt idx="86">
                  <c:v>1.0803278688524591</c:v>
                </c:pt>
                <c:pt idx="87">
                  <c:v>1.057377049180328</c:v>
                </c:pt>
                <c:pt idx="88">
                  <c:v>1.0655737704918034</c:v>
                </c:pt>
                <c:pt idx="89">
                  <c:v>1.0655737704918034</c:v>
                </c:pt>
                <c:pt idx="90">
                  <c:v>1.0868852459016394</c:v>
                </c:pt>
                <c:pt idx="91">
                  <c:v>1.1114754098360657</c:v>
                </c:pt>
                <c:pt idx="92">
                  <c:v>1.139344262295082</c:v>
                </c:pt>
                <c:pt idx="93">
                  <c:v>1.1688524590163936</c:v>
                </c:pt>
                <c:pt idx="94">
                  <c:v>1.1573770491803279</c:v>
                </c:pt>
                <c:pt idx="95">
                  <c:v>1.159016393442623</c:v>
                </c:pt>
                <c:pt idx="96">
                  <c:v>1.1819672131147541</c:v>
                </c:pt>
                <c:pt idx="97">
                  <c:v>1.2163934426229508</c:v>
                </c:pt>
                <c:pt idx="98">
                  <c:v>1.2213114754098362</c:v>
                </c:pt>
                <c:pt idx="99">
                  <c:v>1.2393442622950819</c:v>
                </c:pt>
                <c:pt idx="100">
                  <c:v>1.2721311475409836</c:v>
                </c:pt>
                <c:pt idx="101">
                  <c:v>1.2803278688524591</c:v>
                </c:pt>
                <c:pt idx="102">
                  <c:v>1.2622950819672132</c:v>
                </c:pt>
                <c:pt idx="103">
                  <c:v>1.237704918032787</c:v>
                </c:pt>
                <c:pt idx="104">
                  <c:v>1.277049180327869</c:v>
                </c:pt>
                <c:pt idx="105">
                  <c:v>1.3344262295081968</c:v>
                </c:pt>
                <c:pt idx="106">
                  <c:v>1.3114754098360657</c:v>
                </c:pt>
                <c:pt idx="107">
                  <c:v>1.3360655737704918</c:v>
                </c:pt>
                <c:pt idx="108">
                  <c:v>1.3377049180327869</c:v>
                </c:pt>
                <c:pt idx="109">
                  <c:v>1.340983606557377</c:v>
                </c:pt>
                <c:pt idx="110">
                  <c:v>1.4049180327868853</c:v>
                </c:pt>
                <c:pt idx="111">
                  <c:v>1.3918032786885246</c:v>
                </c:pt>
                <c:pt idx="112">
                  <c:v>1.4295081967213117</c:v>
                </c:pt>
                <c:pt idx="113">
                  <c:v>1.4459016393442625</c:v>
                </c:pt>
                <c:pt idx="114">
                  <c:v>1.3967213114754098</c:v>
                </c:pt>
                <c:pt idx="115">
                  <c:v>1.3426229508196721</c:v>
                </c:pt>
                <c:pt idx="116">
                  <c:v>1.4016393442622952</c:v>
                </c:pt>
                <c:pt idx="117">
                  <c:v>1.4131147540983606</c:v>
                </c:pt>
                <c:pt idx="118">
                  <c:v>1.418032786885246</c:v>
                </c:pt>
                <c:pt idx="119">
                  <c:v>1.3950819672131147</c:v>
                </c:pt>
                <c:pt idx="120">
                  <c:v>1.3918032786885246</c:v>
                </c:pt>
                <c:pt idx="121">
                  <c:v>1.4049180327868853</c:v>
                </c:pt>
                <c:pt idx="122">
                  <c:v>1.4196721311475411</c:v>
                </c:pt>
                <c:pt idx="123">
                  <c:v>1.418032786885246</c:v>
                </c:pt>
                <c:pt idx="124">
                  <c:v>1.5081967213114753</c:v>
                </c:pt>
                <c:pt idx="125">
                  <c:v>1.3934426229508197</c:v>
                </c:pt>
                <c:pt idx="126">
                  <c:v>1.4245901639344263</c:v>
                </c:pt>
                <c:pt idx="127">
                  <c:v>1.4524590163934425</c:v>
                </c:pt>
                <c:pt idx="128">
                  <c:v>1.4229508196721312</c:v>
                </c:pt>
                <c:pt idx="129">
                  <c:v>1.4196721311475411</c:v>
                </c:pt>
                <c:pt idx="130">
                  <c:v>1.4475409836065574</c:v>
                </c:pt>
                <c:pt idx="131">
                  <c:v>1.5032786885245903</c:v>
                </c:pt>
                <c:pt idx="132">
                  <c:v>1.5114754098360659</c:v>
                </c:pt>
                <c:pt idx="133">
                  <c:v>1.5081967213114753</c:v>
                </c:pt>
                <c:pt idx="134">
                  <c:v>1.5836065573770493</c:v>
                </c:pt>
                <c:pt idx="135">
                  <c:v>1.6459016393442623</c:v>
                </c:pt>
                <c:pt idx="136">
                  <c:v>1.6327868852459018</c:v>
                </c:pt>
                <c:pt idx="137">
                  <c:v>1.6901639344262296</c:v>
                </c:pt>
                <c:pt idx="138">
                  <c:v>1.7065573770491804</c:v>
                </c:pt>
                <c:pt idx="139">
                  <c:v>1.6786885245901642</c:v>
                </c:pt>
                <c:pt idx="140">
                  <c:v>1.7098360655737705</c:v>
                </c:pt>
                <c:pt idx="141">
                  <c:v>1.737704918032787</c:v>
                </c:pt>
                <c:pt idx="142">
                  <c:v>1.7672131147540984</c:v>
                </c:pt>
                <c:pt idx="143">
                  <c:v>1.7852459016393445</c:v>
                </c:pt>
                <c:pt idx="144">
                  <c:v>1.7049180327868854</c:v>
                </c:pt>
                <c:pt idx="145">
                  <c:v>1.6967213114754098</c:v>
                </c:pt>
                <c:pt idx="146">
                  <c:v>1.7688524590163934</c:v>
                </c:pt>
                <c:pt idx="147">
                  <c:v>1.8131147540983608</c:v>
                </c:pt>
                <c:pt idx="148">
                  <c:v>1.7704918032786887</c:v>
                </c:pt>
                <c:pt idx="149">
                  <c:v>1.7213114754098362</c:v>
                </c:pt>
                <c:pt idx="150">
                  <c:v>1.7540983606557377</c:v>
                </c:pt>
                <c:pt idx="151">
                  <c:v>1.736065573770492</c:v>
                </c:pt>
                <c:pt idx="152">
                  <c:v>1.7065573770491804</c:v>
                </c:pt>
                <c:pt idx="153">
                  <c:v>1.7459016393442623</c:v>
                </c:pt>
                <c:pt idx="154">
                  <c:v>1.7655737704918033</c:v>
                </c:pt>
                <c:pt idx="155">
                  <c:v>1.7475409836065574</c:v>
                </c:pt>
                <c:pt idx="156">
                  <c:v>1.7540983606557377</c:v>
                </c:pt>
                <c:pt idx="157">
                  <c:v>1.7229508196721313</c:v>
                </c:pt>
                <c:pt idx="158">
                  <c:v>1.7540983606557377</c:v>
                </c:pt>
                <c:pt idx="159">
                  <c:v>1.7540983606557377</c:v>
                </c:pt>
                <c:pt idx="160">
                  <c:v>1.7409836065573769</c:v>
                </c:pt>
                <c:pt idx="161">
                  <c:v>1.7180327868852461</c:v>
                </c:pt>
                <c:pt idx="162">
                  <c:v>1.6983606557377049</c:v>
                </c:pt>
                <c:pt idx="163">
                  <c:v>1.7737704918032788</c:v>
                </c:pt>
                <c:pt idx="164">
                  <c:v>1.7704918032786887</c:v>
                </c:pt>
                <c:pt idx="165">
                  <c:v>1.7590163934426231</c:v>
                </c:pt>
                <c:pt idx="166">
                  <c:v>1.7639344262295082</c:v>
                </c:pt>
                <c:pt idx="167">
                  <c:v>1.7311475409836068</c:v>
                </c:pt>
                <c:pt idx="168">
                  <c:v>1.7737704918032788</c:v>
                </c:pt>
                <c:pt idx="169">
                  <c:v>1.7098360655737705</c:v>
                </c:pt>
                <c:pt idx="170">
                  <c:v>1.7049180327868854</c:v>
                </c:pt>
                <c:pt idx="171">
                  <c:v>1.7590163934426231</c:v>
                </c:pt>
                <c:pt idx="172">
                  <c:v>1.7491803278688525</c:v>
                </c:pt>
                <c:pt idx="173">
                  <c:v>1.7049180327868854</c:v>
                </c:pt>
                <c:pt idx="174">
                  <c:v>1.716393442622951</c:v>
                </c:pt>
                <c:pt idx="175">
                  <c:v>1.7262295081967214</c:v>
                </c:pt>
                <c:pt idx="176">
                  <c:v>1.6983606557377049</c:v>
                </c:pt>
                <c:pt idx="177">
                  <c:v>1.6032786885245902</c:v>
                </c:pt>
                <c:pt idx="178">
                  <c:v>1.5819672131147542</c:v>
                </c:pt>
                <c:pt idx="179">
                  <c:v>1.6065573770491806</c:v>
                </c:pt>
                <c:pt idx="180">
                  <c:v>1.5475409836065575</c:v>
                </c:pt>
                <c:pt idx="181">
                  <c:v>1.5016393442622953</c:v>
                </c:pt>
                <c:pt idx="182">
                  <c:v>1.5672131147540986</c:v>
                </c:pt>
                <c:pt idx="183">
                  <c:v>1.59672131147541</c:v>
                </c:pt>
                <c:pt idx="184">
                  <c:v>1.5934426229508198</c:v>
                </c:pt>
                <c:pt idx="185">
                  <c:v>1.6147540983606559</c:v>
                </c:pt>
                <c:pt idx="186">
                  <c:v>1.6114754098360657</c:v>
                </c:pt>
                <c:pt idx="187">
                  <c:v>1.6016393442622952</c:v>
                </c:pt>
                <c:pt idx="188">
                  <c:v>1.5803278688524591</c:v>
                </c:pt>
                <c:pt idx="189">
                  <c:v>1.5918032786885248</c:v>
                </c:pt>
                <c:pt idx="190">
                  <c:v>1.639344262295082</c:v>
                </c:pt>
                <c:pt idx="191">
                  <c:v>1.6442622950819672</c:v>
                </c:pt>
                <c:pt idx="192">
                  <c:v>1.6524590163934427</c:v>
                </c:pt>
                <c:pt idx="193">
                  <c:v>1.714754098360656</c:v>
                </c:pt>
                <c:pt idx="194">
                  <c:v>1.7655737704918033</c:v>
                </c:pt>
                <c:pt idx="195">
                  <c:v>1.7983606557377052</c:v>
                </c:pt>
                <c:pt idx="196">
                  <c:v>1.7803278688524591</c:v>
                </c:pt>
                <c:pt idx="197">
                  <c:v>1.8032786885245902</c:v>
                </c:pt>
                <c:pt idx="198">
                  <c:v>1.8672131147540985</c:v>
                </c:pt>
                <c:pt idx="199">
                  <c:v>1.8262295081967215</c:v>
                </c:pt>
                <c:pt idx="200">
                  <c:v>1.8163934426229509</c:v>
                </c:pt>
                <c:pt idx="201">
                  <c:v>1.7803278688524591</c:v>
                </c:pt>
                <c:pt idx="202">
                  <c:v>1.7819672131147541</c:v>
                </c:pt>
                <c:pt idx="203">
                  <c:v>1.7672131147540984</c:v>
                </c:pt>
                <c:pt idx="204">
                  <c:v>1.7344262295081969</c:v>
                </c:pt>
                <c:pt idx="205">
                  <c:v>1.6836065573770491</c:v>
                </c:pt>
                <c:pt idx="206">
                  <c:v>1.5344262295081967</c:v>
                </c:pt>
                <c:pt idx="207">
                  <c:v>1.562295081967213</c:v>
                </c:pt>
                <c:pt idx="208">
                  <c:v>1.6081967213114756</c:v>
                </c:pt>
                <c:pt idx="209">
                  <c:v>1.6229508196721314</c:v>
                </c:pt>
                <c:pt idx="210">
                  <c:v>1.598360655737705</c:v>
                </c:pt>
                <c:pt idx="211">
                  <c:v>1.5639344262295081</c:v>
                </c:pt>
                <c:pt idx="212">
                  <c:v>1.5688524590163935</c:v>
                </c:pt>
                <c:pt idx="213">
                  <c:v>1.5672131147540986</c:v>
                </c:pt>
                <c:pt idx="214">
                  <c:v>1.562295081967213</c:v>
                </c:pt>
                <c:pt idx="215">
                  <c:v>1.5180327868852459</c:v>
                </c:pt>
                <c:pt idx="216">
                  <c:v>1.4442622950819675</c:v>
                </c:pt>
                <c:pt idx="217">
                  <c:v>1.5000000000000002</c:v>
                </c:pt>
                <c:pt idx="218">
                  <c:v>1.4688524590163936</c:v>
                </c:pt>
                <c:pt idx="219">
                  <c:v>1.4311475409836067</c:v>
                </c:pt>
                <c:pt idx="220">
                  <c:v>1.4918032786885247</c:v>
                </c:pt>
                <c:pt idx="221">
                  <c:v>1.5672131147540986</c:v>
                </c:pt>
                <c:pt idx="222">
                  <c:v>1.5786885245901641</c:v>
                </c:pt>
                <c:pt idx="223">
                  <c:v>1.6</c:v>
                </c:pt>
                <c:pt idx="224">
                  <c:v>1.5934426229508198</c:v>
                </c:pt>
                <c:pt idx="225">
                  <c:v>1.6278688524590164</c:v>
                </c:pt>
                <c:pt idx="226">
                  <c:v>1.6573770491803279</c:v>
                </c:pt>
                <c:pt idx="227">
                  <c:v>1.6295081967213114</c:v>
                </c:pt>
                <c:pt idx="228">
                  <c:v>1.6245901639344265</c:v>
                </c:pt>
                <c:pt idx="229">
                  <c:v>1.598360655737705</c:v>
                </c:pt>
                <c:pt idx="230">
                  <c:v>1.5836065573770493</c:v>
                </c:pt>
                <c:pt idx="231">
                  <c:v>1.6163934426229509</c:v>
                </c:pt>
                <c:pt idx="232">
                  <c:v>1.5918032786885248</c:v>
                </c:pt>
                <c:pt idx="233">
                  <c:v>1.5754098360655737</c:v>
                </c:pt>
                <c:pt idx="234">
                  <c:v>1.5786885245901641</c:v>
                </c:pt>
                <c:pt idx="235">
                  <c:v>1.598360655737705</c:v>
                </c:pt>
                <c:pt idx="236">
                  <c:v>1.5901639344262295</c:v>
                </c:pt>
                <c:pt idx="237">
                  <c:v>1.5819672131147542</c:v>
                </c:pt>
                <c:pt idx="238">
                  <c:v>1.5426229508196723</c:v>
                </c:pt>
                <c:pt idx="239">
                  <c:v>1.5081967213114753</c:v>
                </c:pt>
                <c:pt idx="240">
                  <c:v>1.5262295081967214</c:v>
                </c:pt>
                <c:pt idx="241">
                  <c:v>1.5278688524590165</c:v>
                </c:pt>
                <c:pt idx="242">
                  <c:v>1.5442622950819673</c:v>
                </c:pt>
                <c:pt idx="243">
                  <c:v>1.6377049180327869</c:v>
                </c:pt>
                <c:pt idx="244">
                  <c:v>1.6180327868852458</c:v>
                </c:pt>
                <c:pt idx="245">
                  <c:v>1.6081967213114756</c:v>
                </c:pt>
                <c:pt idx="246">
                  <c:v>1.6360655737704919</c:v>
                </c:pt>
                <c:pt idx="247">
                  <c:v>1.6786885245901642</c:v>
                </c:pt>
                <c:pt idx="248">
                  <c:v>1.6442622950819672</c:v>
                </c:pt>
                <c:pt idx="249">
                  <c:v>1.6721311475409837</c:v>
                </c:pt>
                <c:pt idx="250">
                  <c:v>1.6672131147540985</c:v>
                </c:pt>
                <c:pt idx="251">
                  <c:v>1.6770491803278691</c:v>
                </c:pt>
                <c:pt idx="252">
                  <c:v>1.6967213114754098</c:v>
                </c:pt>
                <c:pt idx="253">
                  <c:v>1.6836065573770491</c:v>
                </c:pt>
                <c:pt idx="254">
                  <c:v>1.716393442622951</c:v>
                </c:pt>
                <c:pt idx="255">
                  <c:v>1.714754098360656</c:v>
                </c:pt>
                <c:pt idx="256">
                  <c:v>1.6868852459016392</c:v>
                </c:pt>
                <c:pt idx="257">
                  <c:v>1.6819672131147541</c:v>
                </c:pt>
                <c:pt idx="258">
                  <c:v>1.639344262295082</c:v>
                </c:pt>
                <c:pt idx="259">
                  <c:v>1.6770491803278691</c:v>
                </c:pt>
                <c:pt idx="260">
                  <c:v>1.6491803278688526</c:v>
                </c:pt>
                <c:pt idx="261">
                  <c:v>1.6180327868852458</c:v>
                </c:pt>
                <c:pt idx="262">
                  <c:v>1.6540983606557378</c:v>
                </c:pt>
                <c:pt idx="263">
                  <c:v>1.6475409836065575</c:v>
                </c:pt>
                <c:pt idx="264">
                  <c:v>1.6508196721311477</c:v>
                </c:pt>
                <c:pt idx="265">
                  <c:v>1.6475409836065575</c:v>
                </c:pt>
                <c:pt idx="266">
                  <c:v>1.6442622950819672</c:v>
                </c:pt>
                <c:pt idx="267">
                  <c:v>1.639344262295082</c:v>
                </c:pt>
                <c:pt idx="268">
                  <c:v>1.59672131147541</c:v>
                </c:pt>
                <c:pt idx="269">
                  <c:v>1.5704918032786885</c:v>
                </c:pt>
                <c:pt idx="270">
                  <c:v>1.6311475409836065</c:v>
                </c:pt>
                <c:pt idx="271">
                  <c:v>1.6803278688524592</c:v>
                </c:pt>
                <c:pt idx="272">
                  <c:v>1.6622950819672133</c:v>
                </c:pt>
                <c:pt idx="273">
                  <c:v>1.639344262295082</c:v>
                </c:pt>
                <c:pt idx="274">
                  <c:v>1.6409836065573771</c:v>
                </c:pt>
                <c:pt idx="275">
                  <c:v>1.6213114754098363</c:v>
                </c:pt>
                <c:pt idx="276">
                  <c:v>1.6196721311475413</c:v>
                </c:pt>
                <c:pt idx="277">
                  <c:v>1.6065573770491806</c:v>
                </c:pt>
                <c:pt idx="278">
                  <c:v>1.6163934426229509</c:v>
                </c:pt>
                <c:pt idx="279">
                  <c:v>1.6098360655737707</c:v>
                </c:pt>
                <c:pt idx="280">
                  <c:v>1.5852459016393443</c:v>
                </c:pt>
                <c:pt idx="281">
                  <c:v>1.5901639344262295</c:v>
                </c:pt>
                <c:pt idx="282">
                  <c:v>1.5803278688524591</c:v>
                </c:pt>
                <c:pt idx="283">
                  <c:v>1.5393442622950821</c:v>
                </c:pt>
                <c:pt idx="284">
                  <c:v>1.562295081967213</c:v>
                </c:pt>
                <c:pt idx="285">
                  <c:v>1.5426229508196723</c:v>
                </c:pt>
                <c:pt idx="286">
                  <c:v>1.5393442622950821</c:v>
                </c:pt>
                <c:pt idx="287">
                  <c:v>1.5327868852459017</c:v>
                </c:pt>
                <c:pt idx="288">
                  <c:v>1.4622950819672131</c:v>
                </c:pt>
                <c:pt idx="289">
                  <c:v>1.521311475409836</c:v>
                </c:pt>
                <c:pt idx="290">
                  <c:v>1.4983606557377052</c:v>
                </c:pt>
                <c:pt idx="291">
                  <c:v>1.4934426229508198</c:v>
                </c:pt>
                <c:pt idx="292">
                  <c:v>1.5245901639344264</c:v>
                </c:pt>
                <c:pt idx="293">
                  <c:v>1.5278688524590165</c:v>
                </c:pt>
                <c:pt idx="294">
                  <c:v>1.4918032786885247</c:v>
                </c:pt>
                <c:pt idx="295">
                  <c:v>1.4770491803278689</c:v>
                </c:pt>
                <c:pt idx="296">
                  <c:v>1.4754098360655739</c:v>
                </c:pt>
                <c:pt idx="297">
                  <c:v>1.4475409836065574</c:v>
                </c:pt>
                <c:pt idx="298">
                  <c:v>1.4360655737704919</c:v>
                </c:pt>
                <c:pt idx="299">
                  <c:v>1.4311475409836067</c:v>
                </c:pt>
                <c:pt idx="300">
                  <c:v>1.4622950819672131</c:v>
                </c:pt>
                <c:pt idx="301">
                  <c:v>1.437704918032787</c:v>
                </c:pt>
                <c:pt idx="302">
                  <c:v>1.4196721311475411</c:v>
                </c:pt>
                <c:pt idx="303">
                  <c:v>1.4131147540983606</c:v>
                </c:pt>
                <c:pt idx="304">
                  <c:v>1.4295081967213117</c:v>
                </c:pt>
                <c:pt idx="305">
                  <c:v>1.3868852459016396</c:v>
                </c:pt>
                <c:pt idx="306">
                  <c:v>1.3721311475409836</c:v>
                </c:pt>
                <c:pt idx="307">
                  <c:v>1.3868852459016396</c:v>
                </c:pt>
                <c:pt idx="308">
                  <c:v>1.3934426229508197</c:v>
                </c:pt>
                <c:pt idx="309">
                  <c:v>1.3967213114754098</c:v>
                </c:pt>
                <c:pt idx="310">
                  <c:v>1.3737704918032789</c:v>
                </c:pt>
                <c:pt idx="311">
                  <c:v>1.2704918032786885</c:v>
                </c:pt>
                <c:pt idx="312">
                  <c:v>1.3360655737704918</c:v>
                </c:pt>
                <c:pt idx="313">
                  <c:v>1.3442622950819672</c:v>
                </c:pt>
                <c:pt idx="314">
                  <c:v>1.3360655737704918</c:v>
                </c:pt>
                <c:pt idx="315">
                  <c:v>1.3245901639344264</c:v>
                </c:pt>
                <c:pt idx="316">
                  <c:v>1.3377049180327869</c:v>
                </c:pt>
                <c:pt idx="317">
                  <c:v>1.3459016393442624</c:v>
                </c:pt>
                <c:pt idx="318">
                  <c:v>1.3704918032786886</c:v>
                </c:pt>
                <c:pt idx="319">
                  <c:v>1.340983606557377</c:v>
                </c:pt>
                <c:pt idx="320">
                  <c:v>1.3622950819672133</c:v>
                </c:pt>
                <c:pt idx="321">
                  <c:v>1.3868852459016396</c:v>
                </c:pt>
                <c:pt idx="322">
                  <c:v>1.3934426229508197</c:v>
                </c:pt>
                <c:pt idx="323">
                  <c:v>1.3983606557377048</c:v>
                </c:pt>
                <c:pt idx="324">
                  <c:v>1.4426229508196724</c:v>
                </c:pt>
                <c:pt idx="325">
                  <c:v>1.4278688524590166</c:v>
                </c:pt>
                <c:pt idx="326">
                  <c:v>1.4278688524590166</c:v>
                </c:pt>
                <c:pt idx="327">
                  <c:v>1.4557377049180329</c:v>
                </c:pt>
                <c:pt idx="328">
                  <c:v>1.4655737704918033</c:v>
                </c:pt>
                <c:pt idx="329">
                  <c:v>1.5065573770491802</c:v>
                </c:pt>
                <c:pt idx="330">
                  <c:v>1.5360655737704918</c:v>
                </c:pt>
                <c:pt idx="331">
                  <c:v>1.557377049180328</c:v>
                </c:pt>
                <c:pt idx="332">
                  <c:v>1.4672131147540983</c:v>
                </c:pt>
                <c:pt idx="333">
                  <c:v>1.4704918032786887</c:v>
                </c:pt>
                <c:pt idx="334">
                  <c:v>1.5081967213114753</c:v>
                </c:pt>
                <c:pt idx="335">
                  <c:v>1.4721311475409837</c:v>
                </c:pt>
                <c:pt idx="336">
                  <c:v>1.4622950819672131</c:v>
                </c:pt>
                <c:pt idx="337">
                  <c:v>1.4918032786885247</c:v>
                </c:pt>
                <c:pt idx="338">
                  <c:v>1.4754098360655739</c:v>
                </c:pt>
                <c:pt idx="339">
                  <c:v>1.4852459016393444</c:v>
                </c:pt>
                <c:pt idx="340">
                  <c:v>1.4918032786885247</c:v>
                </c:pt>
                <c:pt idx="341">
                  <c:v>1.4770491803278689</c:v>
                </c:pt>
                <c:pt idx="342">
                  <c:v>1.4901639344262296</c:v>
                </c:pt>
                <c:pt idx="343">
                  <c:v>1.4901639344262296</c:v>
                </c:pt>
                <c:pt idx="344">
                  <c:v>1.4655737704918033</c:v>
                </c:pt>
                <c:pt idx="345">
                  <c:v>1.4508196721311475</c:v>
                </c:pt>
                <c:pt idx="346">
                  <c:v>1.5065573770491802</c:v>
                </c:pt>
                <c:pt idx="347">
                  <c:v>1.5098360655737708</c:v>
                </c:pt>
                <c:pt idx="348">
                  <c:v>1.4950819672131148</c:v>
                </c:pt>
                <c:pt idx="349">
                  <c:v>1.4639344262295082</c:v>
                </c:pt>
                <c:pt idx="350">
                  <c:v>1.4688524590163936</c:v>
                </c:pt>
                <c:pt idx="351">
                  <c:v>1.4327868852459018</c:v>
                </c:pt>
                <c:pt idx="352">
                  <c:v>1.4081967213114754</c:v>
                </c:pt>
                <c:pt idx="353">
                  <c:v>1.4016393442622952</c:v>
                </c:pt>
                <c:pt idx="354">
                  <c:v>1.4098360655737705</c:v>
                </c:pt>
                <c:pt idx="355">
                  <c:v>1.4196721311475411</c:v>
                </c:pt>
                <c:pt idx="356">
                  <c:v>1.418032786885246</c:v>
                </c:pt>
                <c:pt idx="357">
                  <c:v>1.4098360655737705</c:v>
                </c:pt>
                <c:pt idx="358">
                  <c:v>1.3934426229508197</c:v>
                </c:pt>
                <c:pt idx="359">
                  <c:v>1.4147540983606559</c:v>
                </c:pt>
                <c:pt idx="360">
                  <c:v>1.4098360655737705</c:v>
                </c:pt>
                <c:pt idx="361">
                  <c:v>1.4147540983606559</c:v>
                </c:pt>
                <c:pt idx="362">
                  <c:v>1.4147540983606559</c:v>
                </c:pt>
                <c:pt idx="363">
                  <c:v>1.4229508196721312</c:v>
                </c:pt>
                <c:pt idx="364">
                  <c:v>1.4540983606557376</c:v>
                </c:pt>
                <c:pt idx="365">
                  <c:v>1.4622950819672131</c:v>
                </c:pt>
                <c:pt idx="366">
                  <c:v>1.4688524590163936</c:v>
                </c:pt>
                <c:pt idx="367">
                  <c:v>1.4836065573770494</c:v>
                </c:pt>
                <c:pt idx="368">
                  <c:v>1.4950819672131148</c:v>
                </c:pt>
                <c:pt idx="369">
                  <c:v>1.5377049180327871</c:v>
                </c:pt>
                <c:pt idx="370">
                  <c:v>1.5180327868852459</c:v>
                </c:pt>
                <c:pt idx="371">
                  <c:v>1.5098360655737708</c:v>
                </c:pt>
                <c:pt idx="372">
                  <c:v>1.5065573770491802</c:v>
                </c:pt>
                <c:pt idx="373">
                  <c:v>1.4852459016393444</c:v>
                </c:pt>
                <c:pt idx="374">
                  <c:v>1.5721311475409836</c:v>
                </c:pt>
                <c:pt idx="375">
                  <c:v>1.4360655737704919</c:v>
                </c:pt>
                <c:pt idx="376">
                  <c:v>1.3967213114754098</c:v>
                </c:pt>
                <c:pt idx="377">
                  <c:v>1.3967213114754098</c:v>
                </c:pt>
                <c:pt idx="378">
                  <c:v>1.3737704918032789</c:v>
                </c:pt>
                <c:pt idx="379">
                  <c:v>1.4229508196721312</c:v>
                </c:pt>
                <c:pt idx="380">
                  <c:v>1.4098360655737705</c:v>
                </c:pt>
                <c:pt idx="381">
                  <c:v>1.4081967213114754</c:v>
                </c:pt>
                <c:pt idx="382">
                  <c:v>1.4131147540983606</c:v>
                </c:pt>
                <c:pt idx="383">
                  <c:v>1.4032786885245903</c:v>
                </c:pt>
                <c:pt idx="384">
                  <c:v>1.4213114754098362</c:v>
                </c:pt>
                <c:pt idx="385">
                  <c:v>1.4196721311475411</c:v>
                </c:pt>
                <c:pt idx="386">
                  <c:v>1.4327868852459018</c:v>
                </c:pt>
                <c:pt idx="387">
                  <c:v>1.4475409836065574</c:v>
                </c:pt>
                <c:pt idx="388">
                  <c:v>1.4098360655737705</c:v>
                </c:pt>
                <c:pt idx="389">
                  <c:v>1.4196721311475411</c:v>
                </c:pt>
                <c:pt idx="390">
                  <c:v>1.3786885245901641</c:v>
                </c:pt>
                <c:pt idx="391">
                  <c:v>1.4049180327868853</c:v>
                </c:pt>
                <c:pt idx="392">
                  <c:v>1.3704918032786886</c:v>
                </c:pt>
                <c:pt idx="393">
                  <c:v>1.3918032786885246</c:v>
                </c:pt>
                <c:pt idx="394">
                  <c:v>1.3688524590163935</c:v>
                </c:pt>
                <c:pt idx="395">
                  <c:v>1.3</c:v>
                </c:pt>
                <c:pt idx="396">
                  <c:v>1.2967213114754099</c:v>
                </c:pt>
                <c:pt idx="397">
                  <c:v>1.2540983606557379</c:v>
                </c:pt>
                <c:pt idx="398">
                  <c:v>1.278688524590164</c:v>
                </c:pt>
                <c:pt idx="399">
                  <c:v>1.2819672131147541</c:v>
                </c:pt>
                <c:pt idx="400">
                  <c:v>1.2655737704918033</c:v>
                </c:pt>
                <c:pt idx="401">
                  <c:v>1.2639344262295082</c:v>
                </c:pt>
                <c:pt idx="402">
                  <c:v>1.2508196721311475</c:v>
                </c:pt>
                <c:pt idx="403">
                  <c:v>1.2540983606557379</c:v>
                </c:pt>
                <c:pt idx="404">
                  <c:v>1.3049180327868852</c:v>
                </c:pt>
                <c:pt idx="405">
                  <c:v>1.3360655737704918</c:v>
                </c:pt>
                <c:pt idx="406">
                  <c:v>1.3295081967213114</c:v>
                </c:pt>
                <c:pt idx="407">
                  <c:v>1.3032786885245902</c:v>
                </c:pt>
                <c:pt idx="408">
                  <c:v>1.3049180327868852</c:v>
                </c:pt>
                <c:pt idx="409">
                  <c:v>1.3311475409836064</c:v>
                </c:pt>
                <c:pt idx="410">
                  <c:v>1.3344262295081968</c:v>
                </c:pt>
                <c:pt idx="411">
                  <c:v>1.3229508196721314</c:v>
                </c:pt>
                <c:pt idx="412">
                  <c:v>1.3262295081967215</c:v>
                </c:pt>
                <c:pt idx="413">
                  <c:v>1.3590163934426229</c:v>
                </c:pt>
                <c:pt idx="414">
                  <c:v>1.3590163934426229</c:v>
                </c:pt>
                <c:pt idx="415">
                  <c:v>1.3229508196721314</c:v>
                </c:pt>
                <c:pt idx="416">
                  <c:v>1.3163934426229509</c:v>
                </c:pt>
                <c:pt idx="417">
                  <c:v>1.2688524590163937</c:v>
                </c:pt>
                <c:pt idx="418">
                  <c:v>1.2967213114754099</c:v>
                </c:pt>
                <c:pt idx="419">
                  <c:v>1.2803278688524591</c:v>
                </c:pt>
                <c:pt idx="420">
                  <c:v>1.3</c:v>
                </c:pt>
                <c:pt idx="421">
                  <c:v>1.2819672131147541</c:v>
                </c:pt>
                <c:pt idx="422">
                  <c:v>1.2885245901639346</c:v>
                </c:pt>
                <c:pt idx="423">
                  <c:v>1.2901639344262297</c:v>
                </c:pt>
                <c:pt idx="424">
                  <c:v>1.2819672131147541</c:v>
                </c:pt>
                <c:pt idx="425">
                  <c:v>1.2524590163934426</c:v>
                </c:pt>
                <c:pt idx="426">
                  <c:v>1.1934426229508197</c:v>
                </c:pt>
                <c:pt idx="427">
                  <c:v>1.1885245901639345</c:v>
                </c:pt>
                <c:pt idx="428">
                  <c:v>1.1557377049180328</c:v>
                </c:pt>
                <c:pt idx="429">
                  <c:v>1.1114754098360657</c:v>
                </c:pt>
                <c:pt idx="430">
                  <c:v>1.1213114754098361</c:v>
                </c:pt>
                <c:pt idx="431">
                  <c:v>1.1377049180327869</c:v>
                </c:pt>
                <c:pt idx="432">
                  <c:v>1.1229508196721312</c:v>
                </c:pt>
                <c:pt idx="433">
                  <c:v>1.098360655737705</c:v>
                </c:pt>
                <c:pt idx="434">
                  <c:v>1.0786885245901641</c:v>
                </c:pt>
                <c:pt idx="435">
                  <c:v>1.077049180327869</c:v>
                </c:pt>
                <c:pt idx="436">
                  <c:v>1.1000000000000001</c:v>
                </c:pt>
                <c:pt idx="437">
                  <c:v>1.0901639344262297</c:v>
                </c:pt>
                <c:pt idx="438">
                  <c:v>1.077049180327869</c:v>
                </c:pt>
                <c:pt idx="439">
                  <c:v>1.0278688524590165</c:v>
                </c:pt>
                <c:pt idx="440">
                  <c:v>1.0081967213114755</c:v>
                </c:pt>
                <c:pt idx="441">
                  <c:v>1.0278688524590165</c:v>
                </c:pt>
                <c:pt idx="442">
                  <c:v>1.0590163934426231</c:v>
                </c:pt>
                <c:pt idx="443">
                  <c:v>1.055737704918033</c:v>
                </c:pt>
                <c:pt idx="444">
                  <c:v>1.0622950819672132</c:v>
                </c:pt>
                <c:pt idx="445">
                  <c:v>1.0852459016393443</c:v>
                </c:pt>
                <c:pt idx="446">
                  <c:v>1.0868852459016394</c:v>
                </c:pt>
                <c:pt idx="447">
                  <c:v>1.0754098360655737</c:v>
                </c:pt>
                <c:pt idx="448">
                  <c:v>1.1032786885245902</c:v>
                </c:pt>
                <c:pt idx="449">
                  <c:v>1.0885245901639344</c:v>
                </c:pt>
                <c:pt idx="450">
                  <c:v>1.0868852459016394</c:v>
                </c:pt>
                <c:pt idx="451">
                  <c:v>1.1278688524590164</c:v>
                </c:pt>
                <c:pt idx="452">
                  <c:v>1.1131147540983608</c:v>
                </c:pt>
                <c:pt idx="453">
                  <c:v>1.1016393442622952</c:v>
                </c:pt>
                <c:pt idx="454">
                  <c:v>1.1098360655737705</c:v>
                </c:pt>
                <c:pt idx="455">
                  <c:v>1.1229508196721312</c:v>
                </c:pt>
                <c:pt idx="456">
                  <c:v>1.1049180327868853</c:v>
                </c:pt>
                <c:pt idx="457">
                  <c:v>1.0918032786885248</c:v>
                </c:pt>
                <c:pt idx="458">
                  <c:v>1.0868852459016394</c:v>
                </c:pt>
                <c:pt idx="459">
                  <c:v>1.1229508196721312</c:v>
                </c:pt>
                <c:pt idx="460">
                  <c:v>1.1557377049180328</c:v>
                </c:pt>
                <c:pt idx="461">
                  <c:v>1.1786885245901642</c:v>
                </c:pt>
                <c:pt idx="462">
                  <c:v>1.1901639344262296</c:v>
                </c:pt>
                <c:pt idx="463">
                  <c:v>1.1655737704918034</c:v>
                </c:pt>
                <c:pt idx="464">
                  <c:v>1.1704918032786886</c:v>
                </c:pt>
                <c:pt idx="465">
                  <c:v>1.1868852459016395</c:v>
                </c:pt>
                <c:pt idx="466">
                  <c:v>1.2131147540983609</c:v>
                </c:pt>
                <c:pt idx="467">
                  <c:v>1.2065573770491804</c:v>
                </c:pt>
                <c:pt idx="468">
                  <c:v>1.1983606557377049</c:v>
                </c:pt>
                <c:pt idx="469">
                  <c:v>1.2163934426229508</c:v>
                </c:pt>
                <c:pt idx="470">
                  <c:v>1.2032786885245903</c:v>
                </c:pt>
                <c:pt idx="471">
                  <c:v>1.2327868852459016</c:v>
                </c:pt>
                <c:pt idx="472">
                  <c:v>1.2409836065573772</c:v>
                </c:pt>
                <c:pt idx="473">
                  <c:v>1.2409836065573772</c:v>
                </c:pt>
                <c:pt idx="474">
                  <c:v>1.2393442622950819</c:v>
                </c:pt>
                <c:pt idx="475">
                  <c:v>1.2622950819672132</c:v>
                </c:pt>
                <c:pt idx="476">
                  <c:v>1.2590163934426231</c:v>
                </c:pt>
                <c:pt idx="477">
                  <c:v>1.2524590163934426</c:v>
                </c:pt>
                <c:pt idx="478">
                  <c:v>1.2622950819672132</c:v>
                </c:pt>
                <c:pt idx="479">
                  <c:v>1.277049180327869</c:v>
                </c:pt>
                <c:pt idx="480">
                  <c:v>1.2852459016393443</c:v>
                </c:pt>
                <c:pt idx="481">
                  <c:v>1.2704918032786885</c:v>
                </c:pt>
                <c:pt idx="482">
                  <c:v>1.2311475409836066</c:v>
                </c:pt>
                <c:pt idx="483">
                  <c:v>1.2049180327868854</c:v>
                </c:pt>
                <c:pt idx="484">
                  <c:v>1.2049180327868854</c:v>
                </c:pt>
                <c:pt idx="485">
                  <c:v>1.2131147540983609</c:v>
                </c:pt>
                <c:pt idx="486">
                  <c:v>1.2147540983606557</c:v>
                </c:pt>
                <c:pt idx="487">
                  <c:v>1.2081967213114755</c:v>
                </c:pt>
                <c:pt idx="488">
                  <c:v>1.1524590163934427</c:v>
                </c:pt>
                <c:pt idx="489">
                  <c:v>1.139344262295082</c:v>
                </c:pt>
                <c:pt idx="490">
                  <c:v>1.159016393442623</c:v>
                </c:pt>
                <c:pt idx="491">
                  <c:v>1.1672131147540985</c:v>
                </c:pt>
                <c:pt idx="492">
                  <c:v>1.1967213114754098</c:v>
                </c:pt>
                <c:pt idx="493">
                  <c:v>1.2114754098360656</c:v>
                </c:pt>
                <c:pt idx="494">
                  <c:v>1.2639344262295082</c:v>
                </c:pt>
                <c:pt idx="495">
                  <c:v>1.2540983606557379</c:v>
                </c:pt>
                <c:pt idx="496">
                  <c:v>1.2524590163934426</c:v>
                </c:pt>
                <c:pt idx="497">
                  <c:v>1.2639344262295082</c:v>
                </c:pt>
                <c:pt idx="498">
                  <c:v>1.278688524590164</c:v>
                </c:pt>
                <c:pt idx="499">
                  <c:v>1.3163934426229509</c:v>
                </c:pt>
                <c:pt idx="500">
                  <c:v>1.298360655737705</c:v>
                </c:pt>
                <c:pt idx="501">
                  <c:v>1.2721311475409836</c:v>
                </c:pt>
                <c:pt idx="502">
                  <c:v>1.2491803278688525</c:v>
                </c:pt>
                <c:pt idx="503">
                  <c:v>1.2836065573770492</c:v>
                </c:pt>
                <c:pt idx="504">
                  <c:v>1.2885245901639346</c:v>
                </c:pt>
                <c:pt idx="505">
                  <c:v>1.2262295081967214</c:v>
                </c:pt>
                <c:pt idx="506">
                  <c:v>1.1967213114754098</c:v>
                </c:pt>
                <c:pt idx="507">
                  <c:v>1.2180327868852459</c:v>
                </c:pt>
                <c:pt idx="508">
                  <c:v>1.1983606557377049</c:v>
                </c:pt>
                <c:pt idx="509">
                  <c:v>1.1426229508196721</c:v>
                </c:pt>
                <c:pt idx="510">
                  <c:v>1.1688524590163936</c:v>
                </c:pt>
                <c:pt idx="511">
                  <c:v>1.1770491803278689</c:v>
                </c:pt>
                <c:pt idx="512">
                  <c:v>1.1065573770491803</c:v>
                </c:pt>
                <c:pt idx="513">
                  <c:v>1.077049180327869</c:v>
                </c:pt>
                <c:pt idx="514">
                  <c:v>1.0459016393442624</c:v>
                </c:pt>
                <c:pt idx="515">
                  <c:v>1.040983606557377</c:v>
                </c:pt>
                <c:pt idx="516">
                  <c:v>1.0229508196721313</c:v>
                </c:pt>
                <c:pt idx="517">
                  <c:v>1.0393442622950819</c:v>
                </c:pt>
                <c:pt idx="518">
                  <c:v>1.0475409836065575</c:v>
                </c:pt>
                <c:pt idx="519">
                  <c:v>1.0295081967213116</c:v>
                </c:pt>
                <c:pt idx="520">
                  <c:v>1.0131147540983607</c:v>
                </c:pt>
                <c:pt idx="521">
                  <c:v>0.98360655737704927</c:v>
                </c:pt>
                <c:pt idx="522">
                  <c:v>1.0081967213114755</c:v>
                </c:pt>
                <c:pt idx="523">
                  <c:v>1.0295081967213116</c:v>
                </c:pt>
                <c:pt idx="524">
                  <c:v>1.0262295081967214</c:v>
                </c:pt>
                <c:pt idx="525">
                  <c:v>1.0245901639344264</c:v>
                </c:pt>
                <c:pt idx="526">
                  <c:v>1.0295081967213116</c:v>
                </c:pt>
                <c:pt idx="527">
                  <c:v>1.0491803278688525</c:v>
                </c:pt>
                <c:pt idx="528">
                  <c:v>1.0393442622950819</c:v>
                </c:pt>
                <c:pt idx="529">
                  <c:v>1.0344262295081967</c:v>
                </c:pt>
                <c:pt idx="530">
                  <c:v>1.0442622950819673</c:v>
                </c:pt>
                <c:pt idx="531">
                  <c:v>1.0426229508196723</c:v>
                </c:pt>
                <c:pt idx="532">
                  <c:v>0.96557377049180326</c:v>
                </c:pt>
                <c:pt idx="533">
                  <c:v>0.98196721311475421</c:v>
                </c:pt>
                <c:pt idx="534">
                  <c:v>0.97868852459016398</c:v>
                </c:pt>
                <c:pt idx="535">
                  <c:v>0.97704918032786892</c:v>
                </c:pt>
                <c:pt idx="536">
                  <c:v>0.99016393442622952</c:v>
                </c:pt>
                <c:pt idx="537">
                  <c:v>0.98360655737704927</c:v>
                </c:pt>
                <c:pt idx="538">
                  <c:v>0.99344262295081964</c:v>
                </c:pt>
                <c:pt idx="539">
                  <c:v>1.0131147540983607</c:v>
                </c:pt>
                <c:pt idx="540">
                  <c:v>1.0180327868852459</c:v>
                </c:pt>
                <c:pt idx="541">
                  <c:v>0.99836065573770494</c:v>
                </c:pt>
                <c:pt idx="542">
                  <c:v>1.0147540983606558</c:v>
                </c:pt>
                <c:pt idx="543">
                  <c:v>1.0278688524590165</c:v>
                </c:pt>
                <c:pt idx="544">
                  <c:v>1.0262295081967214</c:v>
                </c:pt>
                <c:pt idx="545">
                  <c:v>1.019672131147541</c:v>
                </c:pt>
                <c:pt idx="546">
                  <c:v>0.98852459016393457</c:v>
                </c:pt>
                <c:pt idx="547">
                  <c:v>0.98524590163934433</c:v>
                </c:pt>
                <c:pt idx="548">
                  <c:v>0.94754098360655747</c:v>
                </c:pt>
                <c:pt idx="549">
                  <c:v>0.9688524590163935</c:v>
                </c:pt>
                <c:pt idx="550">
                  <c:v>0.98688524590163929</c:v>
                </c:pt>
                <c:pt idx="551">
                  <c:v>0.99672131147540988</c:v>
                </c:pt>
                <c:pt idx="552">
                  <c:v>0.98360655737704927</c:v>
                </c:pt>
                <c:pt idx="553">
                  <c:v>0.97213114754098362</c:v>
                </c:pt>
                <c:pt idx="554">
                  <c:v>0.9459016393442623</c:v>
                </c:pt>
                <c:pt idx="555">
                  <c:v>0.95573770491803289</c:v>
                </c:pt>
                <c:pt idx="556">
                  <c:v>0.92786885245901651</c:v>
                </c:pt>
                <c:pt idx="557">
                  <c:v>0.92131147540983616</c:v>
                </c:pt>
                <c:pt idx="558">
                  <c:v>0.93442622950819676</c:v>
                </c:pt>
                <c:pt idx="559">
                  <c:v>0.91639344262295086</c:v>
                </c:pt>
                <c:pt idx="560">
                  <c:v>0.92131147540983616</c:v>
                </c:pt>
                <c:pt idx="561">
                  <c:v>0.93114754098360653</c:v>
                </c:pt>
                <c:pt idx="562">
                  <c:v>0.90327868852459015</c:v>
                </c:pt>
                <c:pt idx="563">
                  <c:v>0.9098360655737705</c:v>
                </c:pt>
                <c:pt idx="564">
                  <c:v>0.9147540983606558</c:v>
                </c:pt>
                <c:pt idx="565">
                  <c:v>0.92786885245901651</c:v>
                </c:pt>
                <c:pt idx="566">
                  <c:v>0.93606557377049182</c:v>
                </c:pt>
                <c:pt idx="567">
                  <c:v>0.94262295081967218</c:v>
                </c:pt>
                <c:pt idx="568">
                  <c:v>1.0114754098360657</c:v>
                </c:pt>
                <c:pt idx="569">
                  <c:v>0.99836065573770494</c:v>
                </c:pt>
                <c:pt idx="570">
                  <c:v>0.99508196721311482</c:v>
                </c:pt>
                <c:pt idx="571">
                  <c:v>0.99672131147540988</c:v>
                </c:pt>
                <c:pt idx="572">
                  <c:v>0.9688524590163935</c:v>
                </c:pt>
                <c:pt idx="573">
                  <c:v>0.95573770491803289</c:v>
                </c:pt>
                <c:pt idx="574">
                  <c:v>0.96721311475409844</c:v>
                </c:pt>
                <c:pt idx="575">
                  <c:v>0.93114754098360653</c:v>
                </c:pt>
                <c:pt idx="576">
                  <c:v>0.85245901639344268</c:v>
                </c:pt>
                <c:pt idx="577">
                  <c:v>0.89508196721311484</c:v>
                </c:pt>
                <c:pt idx="578">
                  <c:v>0.878688524590164</c:v>
                </c:pt>
                <c:pt idx="579">
                  <c:v>0.8967213114754099</c:v>
                </c:pt>
                <c:pt idx="580">
                  <c:v>0.87049180327868847</c:v>
                </c:pt>
                <c:pt idx="581">
                  <c:v>0.88688524590163942</c:v>
                </c:pt>
                <c:pt idx="582">
                  <c:v>0.89180327868852471</c:v>
                </c:pt>
                <c:pt idx="583">
                  <c:v>0.90000000000000013</c:v>
                </c:pt>
                <c:pt idx="584">
                  <c:v>0.95737704918032795</c:v>
                </c:pt>
                <c:pt idx="585">
                  <c:v>0.96557377049180326</c:v>
                </c:pt>
                <c:pt idx="586">
                  <c:v>0.95901639344262291</c:v>
                </c:pt>
                <c:pt idx="587">
                  <c:v>0.98032786885245915</c:v>
                </c:pt>
                <c:pt idx="588">
                  <c:v>0.96065573770491819</c:v>
                </c:pt>
                <c:pt idx="589">
                  <c:v>0.94918032786885254</c:v>
                </c:pt>
                <c:pt idx="590">
                  <c:v>0.91803278688524592</c:v>
                </c:pt>
                <c:pt idx="591">
                  <c:v>0.93770491803278688</c:v>
                </c:pt>
                <c:pt idx="592">
                  <c:v>0.92131147540983616</c:v>
                </c:pt>
                <c:pt idx="593">
                  <c:v>0.92622950819672145</c:v>
                </c:pt>
                <c:pt idx="594">
                  <c:v>0.92950819672131146</c:v>
                </c:pt>
                <c:pt idx="595">
                  <c:v>0.9459016393442623</c:v>
                </c:pt>
                <c:pt idx="596">
                  <c:v>0.94754098360655747</c:v>
                </c:pt>
                <c:pt idx="597">
                  <c:v>0.96721311475409844</c:v>
                </c:pt>
                <c:pt idx="598">
                  <c:v>0.9459016393442623</c:v>
                </c:pt>
                <c:pt idx="599">
                  <c:v>0.94262295081967218</c:v>
                </c:pt>
                <c:pt idx="600">
                  <c:v>0.94262295081967218</c:v>
                </c:pt>
                <c:pt idx="601">
                  <c:v>0.91311475409836074</c:v>
                </c:pt>
                <c:pt idx="602">
                  <c:v>0.92131147540983616</c:v>
                </c:pt>
                <c:pt idx="603">
                  <c:v>0.9098360655737705</c:v>
                </c:pt>
                <c:pt idx="604">
                  <c:v>0.88360655737704918</c:v>
                </c:pt>
                <c:pt idx="605">
                  <c:v>0.8606557377049181</c:v>
                </c:pt>
                <c:pt idx="606">
                  <c:v>0.86885245901639352</c:v>
                </c:pt>
                <c:pt idx="607">
                  <c:v>0.86229508196721316</c:v>
                </c:pt>
                <c:pt idx="608">
                  <c:v>0.8245901639344263</c:v>
                </c:pt>
                <c:pt idx="609">
                  <c:v>0.84590163934426232</c:v>
                </c:pt>
                <c:pt idx="610">
                  <c:v>0.82786885245901642</c:v>
                </c:pt>
                <c:pt idx="611">
                  <c:v>0.82295081967213113</c:v>
                </c:pt>
                <c:pt idx="612">
                  <c:v>0.81803278688524594</c:v>
                </c:pt>
                <c:pt idx="613">
                  <c:v>0.85245901639344268</c:v>
                </c:pt>
                <c:pt idx="614">
                  <c:v>0.88524590163934436</c:v>
                </c:pt>
                <c:pt idx="615">
                  <c:v>0.878688524590164</c:v>
                </c:pt>
                <c:pt idx="616">
                  <c:v>0.93114754098360653</c:v>
                </c:pt>
                <c:pt idx="617">
                  <c:v>0.9688524590163935</c:v>
                </c:pt>
                <c:pt idx="618">
                  <c:v>1.0639344262295083</c:v>
                </c:pt>
                <c:pt idx="619">
                  <c:v>1.09672131147541</c:v>
                </c:pt>
                <c:pt idx="620">
                  <c:v>1.1081967213114754</c:v>
                </c:pt>
                <c:pt idx="621">
                  <c:v>1.1032786885245902</c:v>
                </c:pt>
                <c:pt idx="622">
                  <c:v>1.1278688524590164</c:v>
                </c:pt>
                <c:pt idx="623">
                  <c:v>1.1672131147540985</c:v>
                </c:pt>
                <c:pt idx="624">
                  <c:v>1.1540983606557378</c:v>
                </c:pt>
                <c:pt idx="625">
                  <c:v>1.1409836065573771</c:v>
                </c:pt>
                <c:pt idx="626">
                  <c:v>1.1327868852459018</c:v>
                </c:pt>
                <c:pt idx="627">
                  <c:v>1.1573770491803279</c:v>
                </c:pt>
                <c:pt idx="628">
                  <c:v>1.1557377049180328</c:v>
                </c:pt>
                <c:pt idx="629">
                  <c:v>1.1409836065573771</c:v>
                </c:pt>
                <c:pt idx="630">
                  <c:v>1.1672131147540985</c:v>
                </c:pt>
                <c:pt idx="631">
                  <c:v>1.1950819672131148</c:v>
                </c:pt>
                <c:pt idx="632">
                  <c:v>1.1688524590163936</c:v>
                </c:pt>
                <c:pt idx="633">
                  <c:v>1.1868852459016395</c:v>
                </c:pt>
                <c:pt idx="634">
                  <c:v>1.1639344262295082</c:v>
                </c:pt>
                <c:pt idx="635">
                  <c:v>1.1475409836065575</c:v>
                </c:pt>
                <c:pt idx="636">
                  <c:v>1.1459016393442625</c:v>
                </c:pt>
                <c:pt idx="637">
                  <c:v>1.1688524590163936</c:v>
                </c:pt>
                <c:pt idx="638">
                  <c:v>1.1918032786885246</c:v>
                </c:pt>
                <c:pt idx="639">
                  <c:v>1.1770491803278689</c:v>
                </c:pt>
                <c:pt idx="640">
                  <c:v>1.2065573770491804</c:v>
                </c:pt>
                <c:pt idx="641">
                  <c:v>1.2032786885245903</c:v>
                </c:pt>
                <c:pt idx="642">
                  <c:v>1.2213114754098362</c:v>
                </c:pt>
                <c:pt idx="643">
                  <c:v>1.2524590163934426</c:v>
                </c:pt>
                <c:pt idx="644">
                  <c:v>1.2655737704918033</c:v>
                </c:pt>
                <c:pt idx="645">
                  <c:v>1.237704918032787</c:v>
                </c:pt>
                <c:pt idx="646">
                  <c:v>1.2213114754098362</c:v>
                </c:pt>
                <c:pt idx="647">
                  <c:v>1.2032786885245903</c:v>
                </c:pt>
                <c:pt idx="648">
                  <c:v>1.1573770491803279</c:v>
                </c:pt>
                <c:pt idx="649">
                  <c:v>1.1065573770491803</c:v>
                </c:pt>
                <c:pt idx="650">
                  <c:v>1.1262295081967213</c:v>
                </c:pt>
                <c:pt idx="651">
                  <c:v>1.159016393442623</c:v>
                </c:pt>
                <c:pt idx="652">
                  <c:v>1.118032786885246</c:v>
                </c:pt>
                <c:pt idx="653">
                  <c:v>1.1967213114754098</c:v>
                </c:pt>
                <c:pt idx="654">
                  <c:v>1.1868852459016395</c:v>
                </c:pt>
                <c:pt idx="655">
                  <c:v>1.2180327868852459</c:v>
                </c:pt>
                <c:pt idx="656">
                  <c:v>1.2213114754098362</c:v>
                </c:pt>
                <c:pt idx="657">
                  <c:v>1.2081967213114755</c:v>
                </c:pt>
                <c:pt idx="658">
                  <c:v>1.2098360655737705</c:v>
                </c:pt>
                <c:pt idx="659">
                  <c:v>1.2147540983606557</c:v>
                </c:pt>
                <c:pt idx="660">
                  <c:v>1.2590163934426231</c:v>
                </c:pt>
                <c:pt idx="661">
                  <c:v>1.2803278688524591</c:v>
                </c:pt>
                <c:pt idx="662">
                  <c:v>1.2491803278688525</c:v>
                </c:pt>
                <c:pt idx="663">
                  <c:v>1.236065573770492</c:v>
                </c:pt>
                <c:pt idx="664">
                  <c:v>1.2213114754098362</c:v>
                </c:pt>
                <c:pt idx="665">
                  <c:v>1.1852459016393444</c:v>
                </c:pt>
                <c:pt idx="666">
                  <c:v>1.2213114754098362</c:v>
                </c:pt>
                <c:pt idx="667">
                  <c:v>1.2278688524590164</c:v>
                </c:pt>
                <c:pt idx="668">
                  <c:v>1.2245901639344263</c:v>
                </c:pt>
                <c:pt idx="669">
                  <c:v>1.2393442622950819</c:v>
                </c:pt>
                <c:pt idx="670">
                  <c:v>1.2295081967213115</c:v>
                </c:pt>
                <c:pt idx="671">
                  <c:v>1.237704918032787</c:v>
                </c:pt>
                <c:pt idx="672">
                  <c:v>1.1967213114754098</c:v>
                </c:pt>
                <c:pt idx="673">
                  <c:v>1.2459016393442623</c:v>
                </c:pt>
                <c:pt idx="674">
                  <c:v>1.2311475409836066</c:v>
                </c:pt>
                <c:pt idx="675">
                  <c:v>1.2229508196721313</c:v>
                </c:pt>
                <c:pt idx="676">
                  <c:v>1.2245901639344263</c:v>
                </c:pt>
                <c:pt idx="677">
                  <c:v>1.2180327868852459</c:v>
                </c:pt>
                <c:pt idx="678">
                  <c:v>1.2081967213114755</c:v>
                </c:pt>
                <c:pt idx="679">
                  <c:v>1.2475409836065574</c:v>
                </c:pt>
                <c:pt idx="680">
                  <c:v>1.2606557377049181</c:v>
                </c:pt>
                <c:pt idx="681">
                  <c:v>1.2131147540983609</c:v>
                </c:pt>
                <c:pt idx="682">
                  <c:v>1.2475409836065574</c:v>
                </c:pt>
                <c:pt idx="683">
                  <c:v>1.237704918032787</c:v>
                </c:pt>
                <c:pt idx="684">
                  <c:v>1.2688524590163937</c:v>
                </c:pt>
                <c:pt idx="685">
                  <c:v>1.2442622950819673</c:v>
                </c:pt>
                <c:pt idx="686">
                  <c:v>1.257377049180328</c:v>
                </c:pt>
                <c:pt idx="687">
                  <c:v>1.257377049180328</c:v>
                </c:pt>
                <c:pt idx="688">
                  <c:v>1.2557377049180329</c:v>
                </c:pt>
                <c:pt idx="689">
                  <c:v>1.2622950819672132</c:v>
                </c:pt>
                <c:pt idx="690">
                  <c:v>1.2491803278688525</c:v>
                </c:pt>
                <c:pt idx="691">
                  <c:v>1.2901639344262297</c:v>
                </c:pt>
                <c:pt idx="692">
                  <c:v>1.2737704918032786</c:v>
                </c:pt>
                <c:pt idx="693">
                  <c:v>1.2590163934426231</c:v>
                </c:pt>
                <c:pt idx="694">
                  <c:v>1.2704918032786885</c:v>
                </c:pt>
                <c:pt idx="695">
                  <c:v>1.3065573770491803</c:v>
                </c:pt>
                <c:pt idx="696">
                  <c:v>1.3737704918032789</c:v>
                </c:pt>
                <c:pt idx="697">
                  <c:v>1.3868852459016396</c:v>
                </c:pt>
                <c:pt idx="698">
                  <c:v>1.4262295081967213</c:v>
                </c:pt>
                <c:pt idx="699">
                  <c:v>1.4065573770491804</c:v>
                </c:pt>
                <c:pt idx="700">
                  <c:v>1.416393442622951</c:v>
                </c:pt>
                <c:pt idx="701">
                  <c:v>1.4016393442622952</c:v>
                </c:pt>
                <c:pt idx="702">
                  <c:v>1.377049180327869</c:v>
                </c:pt>
                <c:pt idx="703">
                  <c:v>1.4049180327868853</c:v>
                </c:pt>
                <c:pt idx="704">
                  <c:v>1.4540983606557376</c:v>
                </c:pt>
                <c:pt idx="705">
                  <c:v>1.4639344262295082</c:v>
                </c:pt>
                <c:pt idx="706">
                  <c:v>1.4770491803278689</c:v>
                </c:pt>
                <c:pt idx="707">
                  <c:v>1.459016393442623</c:v>
                </c:pt>
                <c:pt idx="708">
                  <c:v>1.4426229508196724</c:v>
                </c:pt>
                <c:pt idx="709">
                  <c:v>1.418032786885246</c:v>
                </c:pt>
                <c:pt idx="710">
                  <c:v>1.4524590163934425</c:v>
                </c:pt>
                <c:pt idx="711">
                  <c:v>1.4688524590163936</c:v>
                </c:pt>
                <c:pt idx="712">
                  <c:v>1.4868852459016395</c:v>
                </c:pt>
                <c:pt idx="713">
                  <c:v>1.4704918032786887</c:v>
                </c:pt>
                <c:pt idx="714">
                  <c:v>1.4344262295081969</c:v>
                </c:pt>
                <c:pt idx="715">
                  <c:v>1.4098360655737705</c:v>
                </c:pt>
                <c:pt idx="716">
                  <c:v>1.4278688524590166</c:v>
                </c:pt>
                <c:pt idx="717">
                  <c:v>1.4360655737704919</c:v>
                </c:pt>
                <c:pt idx="718">
                  <c:v>1.459016393442623</c:v>
                </c:pt>
                <c:pt idx="719">
                  <c:v>1.3836065573770491</c:v>
                </c:pt>
                <c:pt idx="720">
                  <c:v>1.3524590163934427</c:v>
                </c:pt>
                <c:pt idx="721">
                  <c:v>1.3278688524590163</c:v>
                </c:pt>
                <c:pt idx="722">
                  <c:v>1.3377049180327869</c:v>
                </c:pt>
                <c:pt idx="723">
                  <c:v>1.3475409836065575</c:v>
                </c:pt>
                <c:pt idx="724">
                  <c:v>1.3131147540983608</c:v>
                </c:pt>
                <c:pt idx="725">
                  <c:v>1.3311475409836064</c:v>
                </c:pt>
                <c:pt idx="726">
                  <c:v>1.2803278688524591</c:v>
                </c:pt>
                <c:pt idx="727">
                  <c:v>1.2491803278688525</c:v>
                </c:pt>
                <c:pt idx="728">
                  <c:v>1.2868852459016393</c:v>
                </c:pt>
                <c:pt idx="729">
                  <c:v>1.2754098360655739</c:v>
                </c:pt>
                <c:pt idx="730">
                  <c:v>1.2442622950819673</c:v>
                </c:pt>
                <c:pt idx="731">
                  <c:v>1.2524590163934426</c:v>
                </c:pt>
                <c:pt idx="732">
                  <c:v>1.2704918032786885</c:v>
                </c:pt>
                <c:pt idx="733">
                  <c:v>1.278688524590164</c:v>
                </c:pt>
                <c:pt idx="734">
                  <c:v>1.2868852459016393</c:v>
                </c:pt>
                <c:pt idx="735">
                  <c:v>1.2606557377049181</c:v>
                </c:pt>
                <c:pt idx="736">
                  <c:v>1.2442622950819673</c:v>
                </c:pt>
                <c:pt idx="737">
                  <c:v>1.2229508196721313</c:v>
                </c:pt>
                <c:pt idx="738">
                  <c:v>1.2639344262295082</c:v>
                </c:pt>
                <c:pt idx="739">
                  <c:v>1.2590163934426231</c:v>
                </c:pt>
                <c:pt idx="740">
                  <c:v>1.2459016393442623</c:v>
                </c:pt>
                <c:pt idx="741">
                  <c:v>1.2442622950819673</c:v>
                </c:pt>
                <c:pt idx="742">
                  <c:v>1.2672131147540986</c:v>
                </c:pt>
                <c:pt idx="743">
                  <c:v>1.2557377049180329</c:v>
                </c:pt>
                <c:pt idx="744">
                  <c:v>1.2409836065573772</c:v>
                </c:pt>
                <c:pt idx="745">
                  <c:v>1.2081967213114755</c:v>
                </c:pt>
                <c:pt idx="746">
                  <c:v>1.1950819672131148</c:v>
                </c:pt>
                <c:pt idx="747">
                  <c:v>1.1803278688524592</c:v>
                </c:pt>
                <c:pt idx="748">
                  <c:v>1.1852459016393444</c:v>
                </c:pt>
                <c:pt idx="749">
                  <c:v>1.1754098360655738</c:v>
                </c:pt>
                <c:pt idx="750">
                  <c:v>1.1819672131147541</c:v>
                </c:pt>
                <c:pt idx="751">
                  <c:v>1.2114754098360656</c:v>
                </c:pt>
                <c:pt idx="752">
                  <c:v>1.2213114754098362</c:v>
                </c:pt>
                <c:pt idx="753">
                  <c:v>1.2508196721311475</c:v>
                </c:pt>
                <c:pt idx="754">
                  <c:v>1.277049180327869</c:v>
                </c:pt>
                <c:pt idx="755">
                  <c:v>1.2819672131147541</c:v>
                </c:pt>
                <c:pt idx="756">
                  <c:v>1.2754098360655739</c:v>
                </c:pt>
                <c:pt idx="757">
                  <c:v>1.2868852459016393</c:v>
                </c:pt>
                <c:pt idx="758">
                  <c:v>1.2672131147540986</c:v>
                </c:pt>
                <c:pt idx="759">
                  <c:v>1.2114754098360656</c:v>
                </c:pt>
                <c:pt idx="760">
                  <c:v>1.1967213114754098</c:v>
                </c:pt>
                <c:pt idx="761">
                  <c:v>1.2098360655737705</c:v>
                </c:pt>
                <c:pt idx="762">
                  <c:v>1.1754098360655738</c:v>
                </c:pt>
                <c:pt idx="763">
                  <c:v>1.1245901639344265</c:v>
                </c:pt>
                <c:pt idx="764">
                  <c:v>1.1639344262295082</c:v>
                </c:pt>
                <c:pt idx="765">
                  <c:v>1.1229508196721312</c:v>
                </c:pt>
                <c:pt idx="766">
                  <c:v>1.0950819672131147</c:v>
                </c:pt>
                <c:pt idx="767">
                  <c:v>1.1262295081967213</c:v>
                </c:pt>
                <c:pt idx="768">
                  <c:v>1.1540983606557378</c:v>
                </c:pt>
                <c:pt idx="769">
                  <c:v>1.1163934426229509</c:v>
                </c:pt>
                <c:pt idx="770">
                  <c:v>1.1327868852459018</c:v>
                </c:pt>
                <c:pt idx="771">
                  <c:v>1.1295081967213114</c:v>
                </c:pt>
                <c:pt idx="772">
                  <c:v>1.1327868852459018</c:v>
                </c:pt>
                <c:pt idx="773">
                  <c:v>1.159016393442623</c:v>
                </c:pt>
                <c:pt idx="774">
                  <c:v>1.1934426229508197</c:v>
                </c:pt>
                <c:pt idx="775">
                  <c:v>1.1622950819672131</c:v>
                </c:pt>
                <c:pt idx="776">
                  <c:v>1.1885245901639345</c:v>
                </c:pt>
                <c:pt idx="777">
                  <c:v>1.2032786885245903</c:v>
                </c:pt>
                <c:pt idx="778">
                  <c:v>1.1754098360655738</c:v>
                </c:pt>
                <c:pt idx="779">
                  <c:v>1.1426229508196721</c:v>
                </c:pt>
                <c:pt idx="780">
                  <c:v>1.1426229508196721</c:v>
                </c:pt>
                <c:pt idx="781">
                  <c:v>1.160655737704918</c:v>
                </c:pt>
                <c:pt idx="782">
                  <c:v>1.1360655737704919</c:v>
                </c:pt>
                <c:pt idx="783">
                  <c:v>1.1032786885245902</c:v>
                </c:pt>
                <c:pt idx="784">
                  <c:v>1.09672131147541</c:v>
                </c:pt>
                <c:pt idx="785">
                  <c:v>1.0688524590163935</c:v>
                </c:pt>
                <c:pt idx="786">
                  <c:v>1.1000000000000001</c:v>
                </c:pt>
                <c:pt idx="787">
                  <c:v>1.0852459016393443</c:v>
                </c:pt>
                <c:pt idx="788">
                  <c:v>1.0934426229508196</c:v>
                </c:pt>
                <c:pt idx="789">
                  <c:v>1.0721311475409836</c:v>
                </c:pt>
                <c:pt idx="790">
                  <c:v>1.0540983606557377</c:v>
                </c:pt>
                <c:pt idx="791">
                  <c:v>1.0688524590163935</c:v>
                </c:pt>
                <c:pt idx="792">
                  <c:v>1.0754098360655737</c:v>
                </c:pt>
                <c:pt idx="793">
                  <c:v>1.0655737704918034</c:v>
                </c:pt>
                <c:pt idx="794">
                  <c:v>1.0622950819672132</c:v>
                </c:pt>
                <c:pt idx="795">
                  <c:v>1.0704918032786885</c:v>
                </c:pt>
                <c:pt idx="796">
                  <c:v>1.0786885245901641</c:v>
                </c:pt>
                <c:pt idx="797">
                  <c:v>1.0459016393442624</c:v>
                </c:pt>
                <c:pt idx="798">
                  <c:v>1.0393442622950819</c:v>
                </c:pt>
                <c:pt idx="799">
                  <c:v>1.0442622950819673</c:v>
                </c:pt>
                <c:pt idx="800">
                  <c:v>1.0459016393442624</c:v>
                </c:pt>
                <c:pt idx="801">
                  <c:v>1.019672131147541</c:v>
                </c:pt>
                <c:pt idx="802">
                  <c:v>1.0377049180327869</c:v>
                </c:pt>
                <c:pt idx="803">
                  <c:v>1.0540983606557377</c:v>
                </c:pt>
                <c:pt idx="804">
                  <c:v>1.0836065573770493</c:v>
                </c:pt>
                <c:pt idx="805">
                  <c:v>1.0754098360655737</c:v>
                </c:pt>
                <c:pt idx="806">
                  <c:v>1.0918032786885248</c:v>
                </c:pt>
                <c:pt idx="807">
                  <c:v>1.0950819672131147</c:v>
                </c:pt>
                <c:pt idx="808">
                  <c:v>1.1032786885245902</c:v>
                </c:pt>
                <c:pt idx="809">
                  <c:v>1.0885245901639344</c:v>
                </c:pt>
                <c:pt idx="810">
                  <c:v>1.0934426229508196</c:v>
                </c:pt>
                <c:pt idx="811">
                  <c:v>1.1000000000000001</c:v>
                </c:pt>
                <c:pt idx="812">
                  <c:v>1.1081967213114754</c:v>
                </c:pt>
                <c:pt idx="813">
                  <c:v>1.1131147540983608</c:v>
                </c:pt>
                <c:pt idx="814">
                  <c:v>1.1163934426229509</c:v>
                </c:pt>
                <c:pt idx="815">
                  <c:v>1.1295081967213114</c:v>
                </c:pt>
                <c:pt idx="816">
                  <c:v>1.1327868852459018</c:v>
                </c:pt>
                <c:pt idx="817">
                  <c:v>1.1573770491803279</c:v>
                </c:pt>
                <c:pt idx="818">
                  <c:v>1.1459016393442625</c:v>
                </c:pt>
                <c:pt idx="819">
                  <c:v>1.1377049180327869</c:v>
                </c:pt>
                <c:pt idx="820">
                  <c:v>1.1459016393442625</c:v>
                </c:pt>
                <c:pt idx="821">
                  <c:v>1.1573770491803279</c:v>
                </c:pt>
                <c:pt idx="822">
                  <c:v>1.1770491803278689</c:v>
                </c:pt>
                <c:pt idx="823">
                  <c:v>1.1622950819672131</c:v>
                </c:pt>
                <c:pt idx="824">
                  <c:v>1.1819672131147541</c:v>
                </c:pt>
                <c:pt idx="825">
                  <c:v>1.1836065573770491</c:v>
                </c:pt>
                <c:pt idx="826">
                  <c:v>1.1885245901639345</c:v>
                </c:pt>
                <c:pt idx="827">
                  <c:v>1.1918032786885246</c:v>
                </c:pt>
                <c:pt idx="828">
                  <c:v>1.1868852459016395</c:v>
                </c:pt>
                <c:pt idx="829">
                  <c:v>1.1229508196721312</c:v>
                </c:pt>
                <c:pt idx="830">
                  <c:v>1.09672131147541</c:v>
                </c:pt>
                <c:pt idx="831">
                  <c:v>1.1262295081967213</c:v>
                </c:pt>
                <c:pt idx="832">
                  <c:v>1.119672131147541</c:v>
                </c:pt>
                <c:pt idx="833">
                  <c:v>1.1081967213114754</c:v>
                </c:pt>
                <c:pt idx="834">
                  <c:v>1.0934426229508196</c:v>
                </c:pt>
                <c:pt idx="835">
                  <c:v>1.0918032786885248</c:v>
                </c:pt>
                <c:pt idx="836">
                  <c:v>1.1065573770491803</c:v>
                </c:pt>
                <c:pt idx="837">
                  <c:v>1.0901639344262297</c:v>
                </c:pt>
                <c:pt idx="838">
                  <c:v>1.1000000000000001</c:v>
                </c:pt>
                <c:pt idx="839">
                  <c:v>1.0852459016393443</c:v>
                </c:pt>
                <c:pt idx="840">
                  <c:v>1.098360655737705</c:v>
                </c:pt>
                <c:pt idx="841">
                  <c:v>1.1032786885245902</c:v>
                </c:pt>
                <c:pt idx="842">
                  <c:v>1.118032786885246</c:v>
                </c:pt>
                <c:pt idx="843">
                  <c:v>1.098360655737705</c:v>
                </c:pt>
                <c:pt idx="844">
                  <c:v>1.0737704918032787</c:v>
                </c:pt>
                <c:pt idx="845">
                  <c:v>1.0508196721311476</c:v>
                </c:pt>
                <c:pt idx="846">
                  <c:v>1.0475409836065575</c:v>
                </c:pt>
                <c:pt idx="847">
                  <c:v>1.040983606557377</c:v>
                </c:pt>
                <c:pt idx="848">
                  <c:v>1.019672131147541</c:v>
                </c:pt>
                <c:pt idx="849">
                  <c:v>1.0344262295081967</c:v>
                </c:pt>
                <c:pt idx="850">
                  <c:v>1.0278688524590165</c:v>
                </c:pt>
                <c:pt idx="851">
                  <c:v>1.0245901639344264</c:v>
                </c:pt>
                <c:pt idx="852">
                  <c:v>1.0442622950819673</c:v>
                </c:pt>
                <c:pt idx="853">
                  <c:v>1.0295081967213116</c:v>
                </c:pt>
                <c:pt idx="854">
                  <c:v>1.0311475409836066</c:v>
                </c:pt>
                <c:pt idx="855">
                  <c:v>1.0098360655737706</c:v>
                </c:pt>
                <c:pt idx="856">
                  <c:v>1.019672131147541</c:v>
                </c:pt>
                <c:pt idx="857">
                  <c:v>1</c:v>
                </c:pt>
                <c:pt idx="858">
                  <c:v>1.0131147540983607</c:v>
                </c:pt>
                <c:pt idx="859">
                  <c:v>1.0147540983606558</c:v>
                </c:pt>
                <c:pt idx="860">
                  <c:v>1.0393442622950819</c:v>
                </c:pt>
                <c:pt idx="861">
                  <c:v>1.0295081967213116</c:v>
                </c:pt>
                <c:pt idx="862">
                  <c:v>1.0262295081967214</c:v>
                </c:pt>
                <c:pt idx="863">
                  <c:v>1.0081967213114755</c:v>
                </c:pt>
                <c:pt idx="864">
                  <c:v>1.0245901639344264</c:v>
                </c:pt>
                <c:pt idx="865">
                  <c:v>1.0491803278688525</c:v>
                </c:pt>
                <c:pt idx="866">
                  <c:v>1.055737704918033</c:v>
                </c:pt>
                <c:pt idx="867">
                  <c:v>1.055737704918033</c:v>
                </c:pt>
                <c:pt idx="868">
                  <c:v>1.0459016393442624</c:v>
                </c:pt>
                <c:pt idx="869">
                  <c:v>1.0606557377049179</c:v>
                </c:pt>
                <c:pt idx="870">
                  <c:v>1.0213114754098362</c:v>
                </c:pt>
                <c:pt idx="871">
                  <c:v>0.99836065573770494</c:v>
                </c:pt>
                <c:pt idx="872">
                  <c:v>0.99508196721311482</c:v>
                </c:pt>
                <c:pt idx="873">
                  <c:v>0.98524590163934433</c:v>
                </c:pt>
                <c:pt idx="874">
                  <c:v>0.97704918032786892</c:v>
                </c:pt>
                <c:pt idx="875">
                  <c:v>0.97868852459016398</c:v>
                </c:pt>
                <c:pt idx="876">
                  <c:v>0.98196721311475421</c:v>
                </c:pt>
                <c:pt idx="877">
                  <c:v>1</c:v>
                </c:pt>
                <c:pt idx="878">
                  <c:v>0.97868852459016398</c:v>
                </c:pt>
                <c:pt idx="879">
                  <c:v>0.97540983606557385</c:v>
                </c:pt>
                <c:pt idx="880">
                  <c:v>0.98688524590163929</c:v>
                </c:pt>
                <c:pt idx="881">
                  <c:v>0.99180327868852458</c:v>
                </c:pt>
                <c:pt idx="882">
                  <c:v>0.97540983606557385</c:v>
                </c:pt>
                <c:pt idx="883">
                  <c:v>0.97377049180327879</c:v>
                </c:pt>
                <c:pt idx="884">
                  <c:v>1</c:v>
                </c:pt>
                <c:pt idx="885">
                  <c:v>1.0147540983606558</c:v>
                </c:pt>
                <c:pt idx="886">
                  <c:v>1.0065573770491802</c:v>
                </c:pt>
                <c:pt idx="887">
                  <c:v>1.0032786885245903</c:v>
                </c:pt>
                <c:pt idx="888">
                  <c:v>1.0147540983606558</c:v>
                </c:pt>
                <c:pt idx="889">
                  <c:v>0.97213114754098362</c:v>
                </c:pt>
                <c:pt idx="890">
                  <c:v>0.96065573770491819</c:v>
                </c:pt>
                <c:pt idx="891">
                  <c:v>0.98196721311475421</c:v>
                </c:pt>
                <c:pt idx="892">
                  <c:v>0.97868852459016398</c:v>
                </c:pt>
                <c:pt idx="893">
                  <c:v>0.98688524590163929</c:v>
                </c:pt>
                <c:pt idx="894">
                  <c:v>0.99508196721311482</c:v>
                </c:pt>
                <c:pt idx="895">
                  <c:v>1.0163934426229508</c:v>
                </c:pt>
                <c:pt idx="896">
                  <c:v>1.0180327868852459</c:v>
                </c:pt>
                <c:pt idx="897">
                  <c:v>1.019672131147541</c:v>
                </c:pt>
                <c:pt idx="898">
                  <c:v>1.0393442622950819</c:v>
                </c:pt>
                <c:pt idx="899">
                  <c:v>1.0459016393442624</c:v>
                </c:pt>
                <c:pt idx="900">
                  <c:v>1.036065573770492</c:v>
                </c:pt>
                <c:pt idx="901">
                  <c:v>1.0377049180327869</c:v>
                </c:pt>
                <c:pt idx="902">
                  <c:v>1.0491803278688525</c:v>
                </c:pt>
                <c:pt idx="903">
                  <c:v>1.0459016393442624</c:v>
                </c:pt>
                <c:pt idx="904">
                  <c:v>1.0262295081967214</c:v>
                </c:pt>
                <c:pt idx="905">
                  <c:v>1.0032786885245903</c:v>
                </c:pt>
                <c:pt idx="906">
                  <c:v>1.0032786885245903</c:v>
                </c:pt>
                <c:pt idx="907">
                  <c:v>1.0245901639344264</c:v>
                </c:pt>
                <c:pt idx="908">
                  <c:v>1.0311475409836066</c:v>
                </c:pt>
                <c:pt idx="909">
                  <c:v>1.0459016393442624</c:v>
                </c:pt>
                <c:pt idx="910">
                  <c:v>1.0786885245901641</c:v>
                </c:pt>
                <c:pt idx="911">
                  <c:v>1.1000000000000001</c:v>
                </c:pt>
                <c:pt idx="912">
                  <c:v>1.0901639344262297</c:v>
                </c:pt>
                <c:pt idx="913">
                  <c:v>1.0918032786885248</c:v>
                </c:pt>
                <c:pt idx="914">
                  <c:v>1.1016393442622952</c:v>
                </c:pt>
                <c:pt idx="915">
                  <c:v>1.098360655737705</c:v>
                </c:pt>
                <c:pt idx="916">
                  <c:v>1.1065573770491803</c:v>
                </c:pt>
                <c:pt idx="917">
                  <c:v>1.1098360655737705</c:v>
                </c:pt>
                <c:pt idx="918">
                  <c:v>1.057377049180328</c:v>
                </c:pt>
                <c:pt idx="919">
                  <c:v>1.0737704918032787</c:v>
                </c:pt>
                <c:pt idx="920">
                  <c:v>1.0721311475409836</c:v>
                </c:pt>
                <c:pt idx="921">
                  <c:v>1.055737704918033</c:v>
                </c:pt>
                <c:pt idx="922">
                  <c:v>1</c:v>
                </c:pt>
                <c:pt idx="923">
                  <c:v>0.97049180327868856</c:v>
                </c:pt>
                <c:pt idx="924">
                  <c:v>0.9639344262295082</c:v>
                </c:pt>
                <c:pt idx="925">
                  <c:v>0.9688524590163935</c:v>
                </c:pt>
                <c:pt idx="926">
                  <c:v>0.9508196721311476</c:v>
                </c:pt>
                <c:pt idx="927">
                  <c:v>0.94262295081967218</c:v>
                </c:pt>
                <c:pt idx="928">
                  <c:v>0.92950819672131146</c:v>
                </c:pt>
                <c:pt idx="929">
                  <c:v>0.93442622950819676</c:v>
                </c:pt>
                <c:pt idx="930">
                  <c:v>0.95901639344262291</c:v>
                </c:pt>
                <c:pt idx="931">
                  <c:v>0.97377049180327879</c:v>
                </c:pt>
                <c:pt idx="932">
                  <c:v>0.94426229508196724</c:v>
                </c:pt>
                <c:pt idx="933">
                  <c:v>0.97213114754098362</c:v>
                </c:pt>
                <c:pt idx="934">
                  <c:v>0.97868852459016398</c:v>
                </c:pt>
                <c:pt idx="935">
                  <c:v>0.98032786885245915</c:v>
                </c:pt>
                <c:pt idx="936">
                  <c:v>0.95901639344262291</c:v>
                </c:pt>
                <c:pt idx="937">
                  <c:v>0.93934426229508206</c:v>
                </c:pt>
                <c:pt idx="938">
                  <c:v>0.94918032786885254</c:v>
                </c:pt>
                <c:pt idx="939">
                  <c:v>0.95245901639344266</c:v>
                </c:pt>
                <c:pt idx="940">
                  <c:v>0.9508196721311476</c:v>
                </c:pt>
                <c:pt idx="941">
                  <c:v>0.95737704918032795</c:v>
                </c:pt>
                <c:pt idx="942">
                  <c:v>0.9459016393442623</c:v>
                </c:pt>
                <c:pt idx="943">
                  <c:v>0.9459016393442623</c:v>
                </c:pt>
                <c:pt idx="944">
                  <c:v>0.94262295081967218</c:v>
                </c:pt>
                <c:pt idx="945">
                  <c:v>0.96229508196721314</c:v>
                </c:pt>
                <c:pt idx="946">
                  <c:v>0.96229508196721314</c:v>
                </c:pt>
                <c:pt idx="947">
                  <c:v>0.96065573770491819</c:v>
                </c:pt>
                <c:pt idx="948">
                  <c:v>0.93770491803278688</c:v>
                </c:pt>
                <c:pt idx="949">
                  <c:v>0.94262295081967218</c:v>
                </c:pt>
                <c:pt idx="950">
                  <c:v>0.93114754098360653</c:v>
                </c:pt>
                <c:pt idx="951">
                  <c:v>0.9147540983606558</c:v>
                </c:pt>
                <c:pt idx="952">
                  <c:v>0.89344262295081978</c:v>
                </c:pt>
                <c:pt idx="953">
                  <c:v>0.878688524590164</c:v>
                </c:pt>
                <c:pt idx="954">
                  <c:v>0.89180327868852471</c:v>
                </c:pt>
                <c:pt idx="955">
                  <c:v>0.88524590163934436</c:v>
                </c:pt>
                <c:pt idx="956">
                  <c:v>0.88524590163934436</c:v>
                </c:pt>
                <c:pt idx="957">
                  <c:v>0.89836065573770507</c:v>
                </c:pt>
                <c:pt idx="958">
                  <c:v>0.9147540983606558</c:v>
                </c:pt>
                <c:pt idx="959">
                  <c:v>0.91803278688524592</c:v>
                </c:pt>
                <c:pt idx="960">
                  <c:v>0.90491803278688521</c:v>
                </c:pt>
                <c:pt idx="961">
                  <c:v>0.92459016393442628</c:v>
                </c:pt>
                <c:pt idx="962">
                  <c:v>0.93770491803278688</c:v>
                </c:pt>
                <c:pt idx="963">
                  <c:v>0.94426229508196724</c:v>
                </c:pt>
                <c:pt idx="964">
                  <c:v>0.95737704918032795</c:v>
                </c:pt>
                <c:pt idx="965">
                  <c:v>0.98688524590163929</c:v>
                </c:pt>
                <c:pt idx="966">
                  <c:v>0.98852459016393457</c:v>
                </c:pt>
                <c:pt idx="967">
                  <c:v>1.0229508196721313</c:v>
                </c:pt>
                <c:pt idx="968">
                  <c:v>1.0098360655737706</c:v>
                </c:pt>
                <c:pt idx="969">
                  <c:v>0.99344262295081964</c:v>
                </c:pt>
                <c:pt idx="970">
                  <c:v>1.0049180327868852</c:v>
                </c:pt>
                <c:pt idx="971">
                  <c:v>1.0147540983606558</c:v>
                </c:pt>
                <c:pt idx="972">
                  <c:v>1.019672131147541</c:v>
                </c:pt>
                <c:pt idx="973">
                  <c:v>1.0344262295081967</c:v>
                </c:pt>
                <c:pt idx="974">
                  <c:v>1.040983606557377</c:v>
                </c:pt>
                <c:pt idx="975">
                  <c:v>1.0934426229508196</c:v>
                </c:pt>
                <c:pt idx="976">
                  <c:v>1.0950819672131147</c:v>
                </c:pt>
                <c:pt idx="977">
                  <c:v>1.1049180327868853</c:v>
                </c:pt>
                <c:pt idx="978">
                  <c:v>1.1147540983606559</c:v>
                </c:pt>
                <c:pt idx="979">
                  <c:v>1.1081967213114754</c:v>
                </c:pt>
                <c:pt idx="980">
                  <c:v>1.1147540983606559</c:v>
                </c:pt>
                <c:pt idx="981">
                  <c:v>1.1081967213114754</c:v>
                </c:pt>
                <c:pt idx="982">
                  <c:v>1.1262295081967213</c:v>
                </c:pt>
                <c:pt idx="983">
                  <c:v>1.1491803278688524</c:v>
                </c:pt>
                <c:pt idx="984">
                  <c:v>1.1721311475409837</c:v>
                </c:pt>
                <c:pt idx="985">
                  <c:v>1.0852459016393443</c:v>
                </c:pt>
                <c:pt idx="986">
                  <c:v>0.99836065573770494</c:v>
                </c:pt>
                <c:pt idx="987">
                  <c:v>0.99672131147540988</c:v>
                </c:pt>
                <c:pt idx="988">
                  <c:v>1.036065573770492</c:v>
                </c:pt>
                <c:pt idx="989">
                  <c:v>1.0491803278688525</c:v>
                </c:pt>
                <c:pt idx="990">
                  <c:v>1.0245901639344264</c:v>
                </c:pt>
                <c:pt idx="991">
                  <c:v>1.0426229508196723</c:v>
                </c:pt>
                <c:pt idx="992">
                  <c:v>1.0344262295081967</c:v>
                </c:pt>
                <c:pt idx="993">
                  <c:v>1.0540983606557377</c:v>
                </c:pt>
                <c:pt idx="994">
                  <c:v>1.0918032786885248</c:v>
                </c:pt>
                <c:pt idx="995">
                  <c:v>1.1114754098360657</c:v>
                </c:pt>
                <c:pt idx="996">
                  <c:v>1.0934426229508196</c:v>
                </c:pt>
                <c:pt idx="997">
                  <c:v>1.0836065573770493</c:v>
                </c:pt>
                <c:pt idx="998">
                  <c:v>1.1000000000000001</c:v>
                </c:pt>
                <c:pt idx="999">
                  <c:v>1.0819672131147542</c:v>
                </c:pt>
                <c:pt idx="1000">
                  <c:v>1.09672131147541</c:v>
                </c:pt>
                <c:pt idx="1001">
                  <c:v>1.0786885245901641</c:v>
                </c:pt>
                <c:pt idx="1002">
                  <c:v>1.0819672131147542</c:v>
                </c:pt>
                <c:pt idx="1003">
                  <c:v>1.0786885245901641</c:v>
                </c:pt>
                <c:pt idx="1004">
                  <c:v>1.0737704918032787</c:v>
                </c:pt>
                <c:pt idx="1005">
                  <c:v>1.0672131147540984</c:v>
                </c:pt>
                <c:pt idx="1006">
                  <c:v>1.0704918032786885</c:v>
                </c:pt>
                <c:pt idx="1007">
                  <c:v>1.0885245901639344</c:v>
                </c:pt>
                <c:pt idx="1008">
                  <c:v>1.0491803278688525</c:v>
                </c:pt>
                <c:pt idx="1009">
                  <c:v>1.0868852459016394</c:v>
                </c:pt>
                <c:pt idx="1010">
                  <c:v>1.0786885245901641</c:v>
                </c:pt>
                <c:pt idx="1011">
                  <c:v>1.1295081967213114</c:v>
                </c:pt>
                <c:pt idx="1012">
                  <c:v>1.1262295081967213</c:v>
                </c:pt>
                <c:pt idx="1013">
                  <c:v>1.0868852459016394</c:v>
                </c:pt>
                <c:pt idx="1014">
                  <c:v>1.1114754098360657</c:v>
                </c:pt>
                <c:pt idx="1015">
                  <c:v>1.0803278688524591</c:v>
                </c:pt>
                <c:pt idx="1016">
                  <c:v>1.0459016393442624</c:v>
                </c:pt>
                <c:pt idx="1017">
                  <c:v>1.0311475409836066</c:v>
                </c:pt>
                <c:pt idx="1018">
                  <c:v>1.0475409836065575</c:v>
                </c:pt>
                <c:pt idx="1019">
                  <c:v>1.0344262295081967</c:v>
                </c:pt>
                <c:pt idx="1020">
                  <c:v>1.040983606557377</c:v>
                </c:pt>
                <c:pt idx="1021">
                  <c:v>1.0655737704918034</c:v>
                </c:pt>
                <c:pt idx="1022">
                  <c:v>1.0885245901639344</c:v>
                </c:pt>
                <c:pt idx="1023">
                  <c:v>1.0704918032786885</c:v>
                </c:pt>
                <c:pt idx="1024">
                  <c:v>1.0639344262295083</c:v>
                </c:pt>
                <c:pt idx="1025">
                  <c:v>1.0786885245901641</c:v>
                </c:pt>
                <c:pt idx="1026">
                  <c:v>1.0852459016393443</c:v>
                </c:pt>
                <c:pt idx="1027">
                  <c:v>1.1065573770491803</c:v>
                </c:pt>
                <c:pt idx="1028">
                  <c:v>1.1327868852459018</c:v>
                </c:pt>
                <c:pt idx="1029">
                  <c:v>1.1295081967213114</c:v>
                </c:pt>
                <c:pt idx="1030">
                  <c:v>1.1573770491803279</c:v>
                </c:pt>
                <c:pt idx="1031">
                  <c:v>1.1836065573770491</c:v>
                </c:pt>
                <c:pt idx="1032">
                  <c:v>1.1540983606557378</c:v>
                </c:pt>
                <c:pt idx="1033">
                  <c:v>1.1524590163934427</c:v>
                </c:pt>
                <c:pt idx="1034">
                  <c:v>1.1786885245901642</c:v>
                </c:pt>
                <c:pt idx="1035">
                  <c:v>1.1786885245901642</c:v>
                </c:pt>
                <c:pt idx="1036">
                  <c:v>1.139344262295082</c:v>
                </c:pt>
                <c:pt idx="1037">
                  <c:v>1.1360655737704919</c:v>
                </c:pt>
                <c:pt idx="1038">
                  <c:v>1.1065573770491803</c:v>
                </c:pt>
                <c:pt idx="1039">
                  <c:v>1.0918032786885248</c:v>
                </c:pt>
                <c:pt idx="1040">
                  <c:v>1.1114754098360657</c:v>
                </c:pt>
                <c:pt idx="1041">
                  <c:v>1.1524590163934427</c:v>
                </c:pt>
                <c:pt idx="1042">
                  <c:v>1.1868852459016395</c:v>
                </c:pt>
                <c:pt idx="1043">
                  <c:v>1.118032786885246</c:v>
                </c:pt>
                <c:pt idx="1044">
                  <c:v>1.1524590163934427</c:v>
                </c:pt>
                <c:pt idx="1045">
                  <c:v>1.1475409836065575</c:v>
                </c:pt>
                <c:pt idx="1046">
                  <c:v>1.1622950819672131</c:v>
                </c:pt>
                <c:pt idx="1047">
                  <c:v>1.1819672131147541</c:v>
                </c:pt>
                <c:pt idx="1048">
                  <c:v>1.1934426229508197</c:v>
                </c:pt>
                <c:pt idx="1049">
                  <c:v>1.1688524590163936</c:v>
                </c:pt>
                <c:pt idx="1050">
                  <c:v>1.2000000000000002</c:v>
                </c:pt>
                <c:pt idx="1051">
                  <c:v>1.1868852459016395</c:v>
                </c:pt>
                <c:pt idx="1052">
                  <c:v>1.2737704918032786</c:v>
                </c:pt>
                <c:pt idx="1053">
                  <c:v>1.3049180327868852</c:v>
                </c:pt>
                <c:pt idx="1054">
                  <c:v>1.3327868852459019</c:v>
                </c:pt>
                <c:pt idx="1055">
                  <c:v>1.3475409836065575</c:v>
                </c:pt>
                <c:pt idx="1056">
                  <c:v>1.3377049180327869</c:v>
                </c:pt>
                <c:pt idx="1057">
                  <c:v>1.3557377049180328</c:v>
                </c:pt>
                <c:pt idx="1058">
                  <c:v>1.3655737704918034</c:v>
                </c:pt>
                <c:pt idx="1059">
                  <c:v>1.3327868852459019</c:v>
                </c:pt>
                <c:pt idx="1060">
                  <c:v>1.3491803278688526</c:v>
                </c:pt>
                <c:pt idx="1061">
                  <c:v>1.3508196721311476</c:v>
                </c:pt>
                <c:pt idx="1062">
                  <c:v>1.3524590163934427</c:v>
                </c:pt>
                <c:pt idx="1063">
                  <c:v>1.3573770491803279</c:v>
                </c:pt>
                <c:pt idx="1064">
                  <c:v>1.3475409836065575</c:v>
                </c:pt>
                <c:pt idx="1065">
                  <c:v>1.3295081967213114</c:v>
                </c:pt>
                <c:pt idx="1066">
                  <c:v>1.3098360655737706</c:v>
                </c:pt>
                <c:pt idx="1067">
                  <c:v>1.3131147540983608</c:v>
                </c:pt>
                <c:pt idx="1068">
                  <c:v>1.3426229508196721</c:v>
                </c:pt>
                <c:pt idx="1069">
                  <c:v>1.3442622950819672</c:v>
                </c:pt>
                <c:pt idx="1070">
                  <c:v>1.3491803278688526</c:v>
                </c:pt>
                <c:pt idx="1071">
                  <c:v>1.3573770491803279</c:v>
                </c:pt>
                <c:pt idx="1072">
                  <c:v>1.3573770491803279</c:v>
                </c:pt>
                <c:pt idx="1073">
                  <c:v>1.375409836065574</c:v>
                </c:pt>
                <c:pt idx="1074">
                  <c:v>1.3737704918032789</c:v>
                </c:pt>
                <c:pt idx="1075">
                  <c:v>1.3360655737704918</c:v>
                </c:pt>
                <c:pt idx="1076">
                  <c:v>1.3327868852459019</c:v>
                </c:pt>
                <c:pt idx="1077">
                  <c:v>1.339344262295082</c:v>
                </c:pt>
                <c:pt idx="1078">
                  <c:v>1.3245901639344264</c:v>
                </c:pt>
                <c:pt idx="1079">
                  <c:v>1.3</c:v>
                </c:pt>
                <c:pt idx="1080">
                  <c:v>1.2950819672131149</c:v>
                </c:pt>
                <c:pt idx="1081">
                  <c:v>1.3081967213114756</c:v>
                </c:pt>
                <c:pt idx="1082">
                  <c:v>1.2901639344262297</c:v>
                </c:pt>
                <c:pt idx="1083">
                  <c:v>1.2491803278688525</c:v>
                </c:pt>
                <c:pt idx="1084">
                  <c:v>1.236065573770492</c:v>
                </c:pt>
                <c:pt idx="1085">
                  <c:v>1.2655737704918033</c:v>
                </c:pt>
                <c:pt idx="1086">
                  <c:v>1.2606557377049181</c:v>
                </c:pt>
                <c:pt idx="1087">
                  <c:v>1.2672131147540986</c:v>
                </c:pt>
                <c:pt idx="1088">
                  <c:v>1.2737704918032786</c:v>
                </c:pt>
                <c:pt idx="1089">
                  <c:v>1.2524590163934426</c:v>
                </c:pt>
                <c:pt idx="1090">
                  <c:v>1.257377049180328</c:v>
                </c:pt>
                <c:pt idx="1091">
                  <c:v>1.2459016393442623</c:v>
                </c:pt>
                <c:pt idx="1092">
                  <c:v>1.2557377049180329</c:v>
                </c:pt>
                <c:pt idx="1093">
                  <c:v>1.2672131147540986</c:v>
                </c:pt>
                <c:pt idx="1094">
                  <c:v>1.3098360655737706</c:v>
                </c:pt>
                <c:pt idx="1095">
                  <c:v>1.339344262295082</c:v>
                </c:pt>
                <c:pt idx="1096">
                  <c:v>1.3442622950819672</c:v>
                </c:pt>
                <c:pt idx="1097">
                  <c:v>1.3327868852459019</c:v>
                </c:pt>
                <c:pt idx="1098">
                  <c:v>1.2934426229508198</c:v>
                </c:pt>
                <c:pt idx="1099">
                  <c:v>1.298360655737705</c:v>
                </c:pt>
                <c:pt idx="1100">
                  <c:v>1.2704918032786885</c:v>
                </c:pt>
                <c:pt idx="1101">
                  <c:v>1.2803278688524591</c:v>
                </c:pt>
                <c:pt idx="1102">
                  <c:v>1.2557377049180329</c:v>
                </c:pt>
                <c:pt idx="1103">
                  <c:v>1.2639344262295082</c:v>
                </c:pt>
                <c:pt idx="1104">
                  <c:v>1.2704918032786885</c:v>
                </c:pt>
                <c:pt idx="1105">
                  <c:v>1.2557377049180329</c:v>
                </c:pt>
                <c:pt idx="1106">
                  <c:v>1.2442622950819673</c:v>
                </c:pt>
                <c:pt idx="1107">
                  <c:v>1.2098360655737705</c:v>
                </c:pt>
                <c:pt idx="1108">
                  <c:v>1.2442622950819673</c:v>
                </c:pt>
                <c:pt idx="1109">
                  <c:v>1.2721311475409836</c:v>
                </c:pt>
                <c:pt idx="1110">
                  <c:v>1.2918032786885247</c:v>
                </c:pt>
                <c:pt idx="1111">
                  <c:v>1.277049180327869</c:v>
                </c:pt>
                <c:pt idx="1112">
                  <c:v>1.3524590163934427</c:v>
                </c:pt>
                <c:pt idx="1113">
                  <c:v>1.3573770491803279</c:v>
                </c:pt>
                <c:pt idx="1114">
                  <c:v>1.375409836065574</c:v>
                </c:pt>
                <c:pt idx="1115">
                  <c:v>1.3934426229508197</c:v>
                </c:pt>
                <c:pt idx="1116">
                  <c:v>1.459016393442623</c:v>
                </c:pt>
                <c:pt idx="1117">
                  <c:v>1.4639344262295082</c:v>
                </c:pt>
                <c:pt idx="1118">
                  <c:v>1.4836065573770494</c:v>
                </c:pt>
                <c:pt idx="1119">
                  <c:v>1.4672131147540983</c:v>
                </c:pt>
                <c:pt idx="1120">
                  <c:v>1.459016393442623</c:v>
                </c:pt>
                <c:pt idx="1121">
                  <c:v>1.478688524590164</c:v>
                </c:pt>
                <c:pt idx="1122">
                  <c:v>1.519672131147541</c:v>
                </c:pt>
                <c:pt idx="1123">
                  <c:v>1.5278688524590165</c:v>
                </c:pt>
                <c:pt idx="1124">
                  <c:v>1.4950819672131148</c:v>
                </c:pt>
                <c:pt idx="1125">
                  <c:v>1.5163934426229508</c:v>
                </c:pt>
                <c:pt idx="1126">
                  <c:v>1.5000000000000002</c:v>
                </c:pt>
                <c:pt idx="1127">
                  <c:v>1.4672131147540983</c:v>
                </c:pt>
                <c:pt idx="1128">
                  <c:v>1.4639344262295082</c:v>
                </c:pt>
                <c:pt idx="1129">
                  <c:v>1.4819672131147541</c:v>
                </c:pt>
                <c:pt idx="1130">
                  <c:v>1.480327868852459</c:v>
                </c:pt>
                <c:pt idx="1131">
                  <c:v>1.4639344262295082</c:v>
                </c:pt>
                <c:pt idx="1132">
                  <c:v>1.4311475409836067</c:v>
                </c:pt>
                <c:pt idx="1133">
                  <c:v>1.4508196721311475</c:v>
                </c:pt>
                <c:pt idx="1134">
                  <c:v>1.4360655737704919</c:v>
                </c:pt>
                <c:pt idx="1135">
                  <c:v>1.4032786885245903</c:v>
                </c:pt>
                <c:pt idx="1136">
                  <c:v>1.4098360655737705</c:v>
                </c:pt>
                <c:pt idx="1137">
                  <c:v>1.3868852459016396</c:v>
                </c:pt>
                <c:pt idx="1138">
                  <c:v>1.3934426229508197</c:v>
                </c:pt>
                <c:pt idx="1139">
                  <c:v>1.3688524590163935</c:v>
                </c:pt>
                <c:pt idx="1140">
                  <c:v>1.3819672131147542</c:v>
                </c:pt>
                <c:pt idx="1141">
                  <c:v>1.3901639344262298</c:v>
                </c:pt>
                <c:pt idx="1142">
                  <c:v>1.4098360655737705</c:v>
                </c:pt>
                <c:pt idx="1143">
                  <c:v>1.3950819672131147</c:v>
                </c:pt>
                <c:pt idx="1144">
                  <c:v>1.4098360655737705</c:v>
                </c:pt>
                <c:pt idx="1145">
                  <c:v>1.418032786885246</c:v>
                </c:pt>
                <c:pt idx="1146">
                  <c:v>1.3967213114754098</c:v>
                </c:pt>
                <c:pt idx="1147">
                  <c:v>1.4245901639344263</c:v>
                </c:pt>
                <c:pt idx="1148">
                  <c:v>1.4540983606557376</c:v>
                </c:pt>
                <c:pt idx="1149">
                  <c:v>1.4245901639344263</c:v>
                </c:pt>
                <c:pt idx="1150">
                  <c:v>1.4393442622950821</c:v>
                </c:pt>
                <c:pt idx="1151">
                  <c:v>1.4344262295081969</c:v>
                </c:pt>
                <c:pt idx="1152">
                  <c:v>1.4557377049180329</c:v>
                </c:pt>
                <c:pt idx="1153">
                  <c:v>1.4524590163934425</c:v>
                </c:pt>
                <c:pt idx="1154">
                  <c:v>1.4704918032786887</c:v>
                </c:pt>
                <c:pt idx="1155">
                  <c:v>1.457377049180328</c:v>
                </c:pt>
                <c:pt idx="1156">
                  <c:v>1.4491803278688524</c:v>
                </c:pt>
                <c:pt idx="1157">
                  <c:v>1.459016393442623</c:v>
                </c:pt>
                <c:pt idx="1158">
                  <c:v>1.4459016393442625</c:v>
                </c:pt>
                <c:pt idx="1159">
                  <c:v>1.4426229508196724</c:v>
                </c:pt>
                <c:pt idx="1160">
                  <c:v>1.4524590163934425</c:v>
                </c:pt>
                <c:pt idx="1161">
                  <c:v>1.4262295081967213</c:v>
                </c:pt>
                <c:pt idx="1162">
                  <c:v>1.4327868852459018</c:v>
                </c:pt>
                <c:pt idx="1163">
                  <c:v>1.4196721311475411</c:v>
                </c:pt>
                <c:pt idx="1164">
                  <c:v>1.4245901639344263</c:v>
                </c:pt>
                <c:pt idx="1165">
                  <c:v>1.4278688524590166</c:v>
                </c:pt>
                <c:pt idx="1166">
                  <c:v>1.4081967213114754</c:v>
                </c:pt>
                <c:pt idx="1167">
                  <c:v>1.4016393442622952</c:v>
                </c:pt>
                <c:pt idx="1168">
                  <c:v>1.3901639344262298</c:v>
                </c:pt>
                <c:pt idx="1169">
                  <c:v>1.416393442622951</c:v>
                </c:pt>
                <c:pt idx="1170">
                  <c:v>1.4557377049180329</c:v>
                </c:pt>
                <c:pt idx="1171">
                  <c:v>1.4508196721311475</c:v>
                </c:pt>
                <c:pt idx="1172">
                  <c:v>1.4524590163934425</c:v>
                </c:pt>
                <c:pt idx="1173">
                  <c:v>1.4524590163934425</c:v>
                </c:pt>
                <c:pt idx="1174">
                  <c:v>1.4737704918032788</c:v>
                </c:pt>
                <c:pt idx="1175">
                  <c:v>1.478688524590164</c:v>
                </c:pt>
                <c:pt idx="1176">
                  <c:v>1.4852459016393444</c:v>
                </c:pt>
                <c:pt idx="1177">
                  <c:v>1.4819672131147541</c:v>
                </c:pt>
                <c:pt idx="1178">
                  <c:v>1.5032786885245903</c:v>
                </c:pt>
                <c:pt idx="1179">
                  <c:v>1.480327868852459</c:v>
                </c:pt>
                <c:pt idx="1180">
                  <c:v>1.4721311475409837</c:v>
                </c:pt>
                <c:pt idx="1181">
                  <c:v>1.4737704918032788</c:v>
                </c:pt>
                <c:pt idx="1182">
                  <c:v>1.4278688524590166</c:v>
                </c:pt>
                <c:pt idx="1183">
                  <c:v>1.3967213114754098</c:v>
                </c:pt>
                <c:pt idx="1184">
                  <c:v>1.4016393442622952</c:v>
                </c:pt>
                <c:pt idx="1185">
                  <c:v>1.4131147540983606</c:v>
                </c:pt>
                <c:pt idx="1186">
                  <c:v>1.4295081967213117</c:v>
                </c:pt>
                <c:pt idx="1187">
                  <c:v>1.4475409836065574</c:v>
                </c:pt>
                <c:pt idx="1188">
                  <c:v>1.4491803278688524</c:v>
                </c:pt>
                <c:pt idx="1189">
                  <c:v>1.4540983606557376</c:v>
                </c:pt>
                <c:pt idx="1190">
                  <c:v>1.4688524590163936</c:v>
                </c:pt>
                <c:pt idx="1191">
                  <c:v>1.4557377049180329</c:v>
                </c:pt>
                <c:pt idx="1192">
                  <c:v>1.459016393442623</c:v>
                </c:pt>
                <c:pt idx="1193">
                  <c:v>1.4721311475409837</c:v>
                </c:pt>
                <c:pt idx="1194">
                  <c:v>1.5245901639344264</c:v>
                </c:pt>
                <c:pt idx="1195">
                  <c:v>1.5114754098360659</c:v>
                </c:pt>
                <c:pt idx="1196">
                  <c:v>1.5000000000000002</c:v>
                </c:pt>
                <c:pt idx="1197">
                  <c:v>1.5114754098360659</c:v>
                </c:pt>
                <c:pt idx="1198">
                  <c:v>1.4672131147540983</c:v>
                </c:pt>
                <c:pt idx="1199">
                  <c:v>1.4442622950819675</c:v>
                </c:pt>
                <c:pt idx="1200">
                  <c:v>1.4655737704918033</c:v>
                </c:pt>
                <c:pt idx="1201">
                  <c:v>1.4885245901639346</c:v>
                </c:pt>
                <c:pt idx="1202">
                  <c:v>1.4639344262295082</c:v>
                </c:pt>
                <c:pt idx="1203">
                  <c:v>1.4770491803278689</c:v>
                </c:pt>
                <c:pt idx="1204">
                  <c:v>1.4819672131147541</c:v>
                </c:pt>
                <c:pt idx="1205">
                  <c:v>1.5000000000000002</c:v>
                </c:pt>
                <c:pt idx="1206">
                  <c:v>1.4967213114754101</c:v>
                </c:pt>
                <c:pt idx="1207">
                  <c:v>1.480327868852459</c:v>
                </c:pt>
                <c:pt idx="1208">
                  <c:v>1.4918032786885247</c:v>
                </c:pt>
                <c:pt idx="1209">
                  <c:v>1.4557377049180329</c:v>
                </c:pt>
                <c:pt idx="1210">
                  <c:v>1.4639344262295082</c:v>
                </c:pt>
                <c:pt idx="1211">
                  <c:v>1.4508196721311475</c:v>
                </c:pt>
                <c:pt idx="1212">
                  <c:v>1.4737704918032788</c:v>
                </c:pt>
                <c:pt idx="1213">
                  <c:v>1.4606557377049181</c:v>
                </c:pt>
                <c:pt idx="1214">
                  <c:v>1.4344262295081969</c:v>
                </c:pt>
                <c:pt idx="1215">
                  <c:v>1.416393442622951</c:v>
                </c:pt>
                <c:pt idx="1216">
                  <c:v>1.3803278688524592</c:v>
                </c:pt>
                <c:pt idx="1217">
                  <c:v>1.4852459016393444</c:v>
                </c:pt>
                <c:pt idx="1218">
                  <c:v>1.4819672131147541</c:v>
                </c:pt>
                <c:pt idx="1219">
                  <c:v>1.4721311475409837</c:v>
                </c:pt>
                <c:pt idx="1220">
                  <c:v>1.4540983606557376</c:v>
                </c:pt>
                <c:pt idx="1221">
                  <c:v>1.4393442622950821</c:v>
                </c:pt>
                <c:pt idx="1222">
                  <c:v>1.4688524590163936</c:v>
                </c:pt>
                <c:pt idx="1223">
                  <c:v>1.4754098360655739</c:v>
                </c:pt>
                <c:pt idx="1224">
                  <c:v>1.4704918032786887</c:v>
                </c:pt>
                <c:pt idx="1225">
                  <c:v>1.5032786885245903</c:v>
                </c:pt>
                <c:pt idx="1226">
                  <c:v>1.5131147540983607</c:v>
                </c:pt>
                <c:pt idx="1227">
                  <c:v>1.4983606557377052</c:v>
                </c:pt>
                <c:pt idx="1228">
                  <c:v>1.5000000000000002</c:v>
                </c:pt>
                <c:pt idx="1229">
                  <c:v>1.4950819672131148</c:v>
                </c:pt>
                <c:pt idx="1230">
                  <c:v>1.480327868852459</c:v>
                </c:pt>
                <c:pt idx="1231">
                  <c:v>1.4360655737704919</c:v>
                </c:pt>
                <c:pt idx="1232">
                  <c:v>1.4344262295081969</c:v>
                </c:pt>
                <c:pt idx="1233">
                  <c:v>1.4147540983606559</c:v>
                </c:pt>
                <c:pt idx="1234">
                  <c:v>1.4213114754098362</c:v>
                </c:pt>
                <c:pt idx="1235">
                  <c:v>1.4114754098360656</c:v>
                </c:pt>
                <c:pt idx="1236">
                  <c:v>1.3967213114754098</c:v>
                </c:pt>
                <c:pt idx="1237">
                  <c:v>1.4016393442622952</c:v>
                </c:pt>
                <c:pt idx="1238">
                  <c:v>1.4262295081967213</c:v>
                </c:pt>
                <c:pt idx="1239">
                  <c:v>1.3967213114754098</c:v>
                </c:pt>
                <c:pt idx="1240">
                  <c:v>1.3786885245901641</c:v>
                </c:pt>
                <c:pt idx="1241">
                  <c:v>1.4016393442622952</c:v>
                </c:pt>
                <c:pt idx="1242">
                  <c:v>1.4049180327868853</c:v>
                </c:pt>
                <c:pt idx="1243">
                  <c:v>1.4196721311475411</c:v>
                </c:pt>
                <c:pt idx="1244">
                  <c:v>1.3901639344262298</c:v>
                </c:pt>
                <c:pt idx="1245">
                  <c:v>1.3688524590163935</c:v>
                </c:pt>
                <c:pt idx="1246">
                  <c:v>1.3852459016393441</c:v>
                </c:pt>
                <c:pt idx="1247">
                  <c:v>1.3672131147540985</c:v>
                </c:pt>
                <c:pt idx="1248">
                  <c:v>1.3360655737704918</c:v>
                </c:pt>
                <c:pt idx="1249">
                  <c:v>1.3245901639344264</c:v>
                </c:pt>
                <c:pt idx="1250">
                  <c:v>1.340983606557377</c:v>
                </c:pt>
                <c:pt idx="1251">
                  <c:v>1.3655737704918034</c:v>
                </c:pt>
                <c:pt idx="1252">
                  <c:v>1.377049180327869</c:v>
                </c:pt>
                <c:pt idx="1253">
                  <c:v>1.3868852459016396</c:v>
                </c:pt>
                <c:pt idx="1254">
                  <c:v>1.3688524590163935</c:v>
                </c:pt>
                <c:pt idx="1255">
                  <c:v>1.3721311475409836</c:v>
                </c:pt>
                <c:pt idx="1256">
                  <c:v>1.3934426229508197</c:v>
                </c:pt>
                <c:pt idx="1257">
                  <c:v>1.4065573770491804</c:v>
                </c:pt>
                <c:pt idx="1258">
                  <c:v>1.3852459016393441</c:v>
                </c:pt>
                <c:pt idx="1259">
                  <c:v>1.4114754098360656</c:v>
                </c:pt>
                <c:pt idx="1260">
                  <c:v>1.4229508196721312</c:v>
                </c:pt>
                <c:pt idx="1261">
                  <c:v>1.4032786885245903</c:v>
                </c:pt>
                <c:pt idx="1262">
                  <c:v>1.3918032786885246</c:v>
                </c:pt>
                <c:pt idx="1263">
                  <c:v>1.3491803278688526</c:v>
                </c:pt>
                <c:pt idx="1264">
                  <c:v>1.3803278688524592</c:v>
                </c:pt>
                <c:pt idx="1265">
                  <c:v>1.3704918032786886</c:v>
                </c:pt>
                <c:pt idx="1266">
                  <c:v>1.375409836065574</c:v>
                </c:pt>
                <c:pt idx="1267">
                  <c:v>1.3918032786885246</c:v>
                </c:pt>
                <c:pt idx="1268">
                  <c:v>1.3540983606557377</c:v>
                </c:pt>
                <c:pt idx="1269">
                  <c:v>1.3688524590163935</c:v>
                </c:pt>
                <c:pt idx="1270">
                  <c:v>1.3688524590163935</c:v>
                </c:pt>
                <c:pt idx="1271">
                  <c:v>1.3606557377049182</c:v>
                </c:pt>
                <c:pt idx="1272">
                  <c:v>1.377049180327869</c:v>
                </c:pt>
                <c:pt idx="1273">
                  <c:v>1.3983606557377048</c:v>
                </c:pt>
                <c:pt idx="1274">
                  <c:v>1.4081967213114754</c:v>
                </c:pt>
                <c:pt idx="1275">
                  <c:v>1.4229508196721312</c:v>
                </c:pt>
                <c:pt idx="1276">
                  <c:v>1.4131147540983606</c:v>
                </c:pt>
                <c:pt idx="1277">
                  <c:v>1.4311475409836067</c:v>
                </c:pt>
                <c:pt idx="1278">
                  <c:v>1.4426229508196724</c:v>
                </c:pt>
                <c:pt idx="1279">
                  <c:v>1.4344262295081969</c:v>
                </c:pt>
                <c:pt idx="1280">
                  <c:v>1.4360655737704919</c:v>
                </c:pt>
                <c:pt idx="1281">
                  <c:v>1.4229508196721312</c:v>
                </c:pt>
                <c:pt idx="1282">
                  <c:v>1.4213114754098362</c:v>
                </c:pt>
                <c:pt idx="1283">
                  <c:v>1.4557377049180329</c:v>
                </c:pt>
                <c:pt idx="1284">
                  <c:v>1.4475409836065574</c:v>
                </c:pt>
                <c:pt idx="1285">
                  <c:v>1.4426229508196724</c:v>
                </c:pt>
                <c:pt idx="1286">
                  <c:v>1.4393442622950821</c:v>
                </c:pt>
                <c:pt idx="1287">
                  <c:v>1.4606557377049181</c:v>
                </c:pt>
                <c:pt idx="1288">
                  <c:v>1.459016393442623</c:v>
                </c:pt>
                <c:pt idx="1289">
                  <c:v>1.4540983606557376</c:v>
                </c:pt>
                <c:pt idx="1290">
                  <c:v>1.4491803278688524</c:v>
                </c:pt>
                <c:pt idx="1291">
                  <c:v>1.4229508196721312</c:v>
                </c:pt>
                <c:pt idx="1292">
                  <c:v>1.4524590163934425</c:v>
                </c:pt>
                <c:pt idx="1293">
                  <c:v>1.4606557377049181</c:v>
                </c:pt>
                <c:pt idx="1294">
                  <c:v>1.4721311475409837</c:v>
                </c:pt>
                <c:pt idx="1295">
                  <c:v>1.4622950819672131</c:v>
                </c:pt>
                <c:pt idx="1296">
                  <c:v>1.4672131147540983</c:v>
                </c:pt>
                <c:pt idx="1297">
                  <c:v>1.4819672131147541</c:v>
                </c:pt>
                <c:pt idx="1298">
                  <c:v>1.4704918032786887</c:v>
                </c:pt>
                <c:pt idx="1299">
                  <c:v>1.5065573770491802</c:v>
                </c:pt>
                <c:pt idx="1300">
                  <c:v>1.4934426229508198</c:v>
                </c:pt>
                <c:pt idx="1301">
                  <c:v>1.5065573770491802</c:v>
                </c:pt>
                <c:pt idx="1302">
                  <c:v>1.5311475409836066</c:v>
                </c:pt>
                <c:pt idx="1303">
                  <c:v>1.5016393442622953</c:v>
                </c:pt>
                <c:pt idx="1304">
                  <c:v>1.5393442622950821</c:v>
                </c:pt>
                <c:pt idx="1305">
                  <c:v>1.5327868852459017</c:v>
                </c:pt>
                <c:pt idx="1306">
                  <c:v>1.5360655737704918</c:v>
                </c:pt>
                <c:pt idx="1307">
                  <c:v>1.5639344262295081</c:v>
                </c:pt>
                <c:pt idx="1308">
                  <c:v>1.5540983606557379</c:v>
                </c:pt>
                <c:pt idx="1309">
                  <c:v>1.557377049180328</c:v>
                </c:pt>
                <c:pt idx="1310">
                  <c:v>1.5704918032786885</c:v>
                </c:pt>
                <c:pt idx="1311">
                  <c:v>1.5721311475409836</c:v>
                </c:pt>
                <c:pt idx="1312">
                  <c:v>1.5655737704918036</c:v>
                </c:pt>
                <c:pt idx="1313">
                  <c:v>1.5721311475409836</c:v>
                </c:pt>
                <c:pt idx="1314">
                  <c:v>1.5606557377049179</c:v>
                </c:pt>
                <c:pt idx="1315">
                  <c:v>1.5426229508196723</c:v>
                </c:pt>
                <c:pt idx="1316">
                  <c:v>1.5836065573770493</c:v>
                </c:pt>
                <c:pt idx="1317">
                  <c:v>1.5901639344262295</c:v>
                </c:pt>
                <c:pt idx="1318">
                  <c:v>1.6229508196721314</c:v>
                </c:pt>
                <c:pt idx="1319">
                  <c:v>1.6327868852459018</c:v>
                </c:pt>
                <c:pt idx="1320">
                  <c:v>1.6311475409836065</c:v>
                </c:pt>
                <c:pt idx="1321">
                  <c:v>1.6262295081967213</c:v>
                </c:pt>
                <c:pt idx="1322">
                  <c:v>1.6114754098360657</c:v>
                </c:pt>
                <c:pt idx="1323">
                  <c:v>1.6327868852459018</c:v>
                </c:pt>
                <c:pt idx="1324">
                  <c:v>1.6540983606557378</c:v>
                </c:pt>
                <c:pt idx="1325">
                  <c:v>1.6721311475409837</c:v>
                </c:pt>
                <c:pt idx="1326">
                  <c:v>1.675409836065574</c:v>
                </c:pt>
                <c:pt idx="1327">
                  <c:v>1.6524590163934427</c:v>
                </c:pt>
                <c:pt idx="1328">
                  <c:v>1.6557377049180328</c:v>
                </c:pt>
                <c:pt idx="1329">
                  <c:v>1.6262295081967213</c:v>
                </c:pt>
                <c:pt idx="1330">
                  <c:v>1.6114754098360657</c:v>
                </c:pt>
                <c:pt idx="1331">
                  <c:v>1.6147540983606559</c:v>
                </c:pt>
                <c:pt idx="1332">
                  <c:v>1.6180327868852458</c:v>
                </c:pt>
                <c:pt idx="1333">
                  <c:v>1.59672131147541</c:v>
                </c:pt>
                <c:pt idx="1334">
                  <c:v>1.5770491803278688</c:v>
                </c:pt>
                <c:pt idx="1335">
                  <c:v>1.6032786885245902</c:v>
                </c:pt>
                <c:pt idx="1336">
                  <c:v>1.5852459016393443</c:v>
                </c:pt>
                <c:pt idx="1337">
                  <c:v>1.5868852459016394</c:v>
                </c:pt>
                <c:pt idx="1338">
                  <c:v>1.5737704918032787</c:v>
                </c:pt>
                <c:pt idx="1339">
                  <c:v>1.5704918032786885</c:v>
                </c:pt>
                <c:pt idx="1340">
                  <c:v>1.6114754098360657</c:v>
                </c:pt>
                <c:pt idx="1341">
                  <c:v>1.5950819672131149</c:v>
                </c:pt>
                <c:pt idx="1342">
                  <c:v>1.6</c:v>
                </c:pt>
                <c:pt idx="1343">
                  <c:v>1.6114754098360657</c:v>
                </c:pt>
                <c:pt idx="1344">
                  <c:v>1.659016393442623</c:v>
                </c:pt>
                <c:pt idx="1345">
                  <c:v>1.6508196721311477</c:v>
                </c:pt>
                <c:pt idx="1346">
                  <c:v>1.6557377049180328</c:v>
                </c:pt>
                <c:pt idx="1347">
                  <c:v>1.6573770491803279</c:v>
                </c:pt>
                <c:pt idx="1348">
                  <c:v>1.6721311475409837</c:v>
                </c:pt>
                <c:pt idx="1349">
                  <c:v>1.6606557377049183</c:v>
                </c:pt>
                <c:pt idx="1350">
                  <c:v>1.6688524590163936</c:v>
                </c:pt>
                <c:pt idx="1351">
                  <c:v>1.6836065573770491</c:v>
                </c:pt>
                <c:pt idx="1352">
                  <c:v>1.7049180327868854</c:v>
                </c:pt>
                <c:pt idx="1353">
                  <c:v>1.6901639344262296</c:v>
                </c:pt>
                <c:pt idx="1354">
                  <c:v>1.6885245901639347</c:v>
                </c:pt>
                <c:pt idx="1355">
                  <c:v>1.6934426229508197</c:v>
                </c:pt>
                <c:pt idx="1356">
                  <c:v>1.7098360655737705</c:v>
                </c:pt>
                <c:pt idx="1357">
                  <c:v>1.7229508196721313</c:v>
                </c:pt>
                <c:pt idx="1358">
                  <c:v>1.7196721311475411</c:v>
                </c:pt>
                <c:pt idx="1359">
                  <c:v>1.6803278688524592</c:v>
                </c:pt>
                <c:pt idx="1360">
                  <c:v>1.716393442622951</c:v>
                </c:pt>
                <c:pt idx="1361">
                  <c:v>1.7098360655737705</c:v>
                </c:pt>
                <c:pt idx="1362">
                  <c:v>1.7049180327868854</c:v>
                </c:pt>
                <c:pt idx="1363">
                  <c:v>1.7901639344262297</c:v>
                </c:pt>
                <c:pt idx="1364">
                  <c:v>1.8245901639344264</c:v>
                </c:pt>
                <c:pt idx="1365">
                  <c:v>1.7852459016393445</c:v>
                </c:pt>
                <c:pt idx="1366">
                  <c:v>1.7950819672131146</c:v>
                </c:pt>
                <c:pt idx="1367">
                  <c:v>1.8901639344262295</c:v>
                </c:pt>
                <c:pt idx="1368">
                  <c:v>1.8737704918032787</c:v>
                </c:pt>
                <c:pt idx="1369">
                  <c:v>1.8754098360655738</c:v>
                </c:pt>
                <c:pt idx="1370">
                  <c:v>1.8459016393442624</c:v>
                </c:pt>
                <c:pt idx="1371">
                  <c:v>1.8639344262295081</c:v>
                </c:pt>
                <c:pt idx="1372">
                  <c:v>1.9114754098360658</c:v>
                </c:pt>
                <c:pt idx="1373">
                  <c:v>1.9409836065573771</c:v>
                </c:pt>
                <c:pt idx="1374">
                  <c:v>1.9229508196721314</c:v>
                </c:pt>
                <c:pt idx="1375">
                  <c:v>1.9163934426229507</c:v>
                </c:pt>
                <c:pt idx="1376">
                  <c:v>1.9114754098360658</c:v>
                </c:pt>
                <c:pt idx="1377">
                  <c:v>1.8786885245901641</c:v>
                </c:pt>
                <c:pt idx="1378">
                  <c:v>1.9163934426229507</c:v>
                </c:pt>
                <c:pt idx="1379">
                  <c:v>1.9229508196721314</c:v>
                </c:pt>
                <c:pt idx="1380">
                  <c:v>1.9065573770491806</c:v>
                </c:pt>
                <c:pt idx="1381">
                  <c:v>1.9344262295081969</c:v>
                </c:pt>
                <c:pt idx="1382">
                  <c:v>1.9065573770491806</c:v>
                </c:pt>
                <c:pt idx="1383">
                  <c:v>1.937704918032787</c:v>
                </c:pt>
                <c:pt idx="1384">
                  <c:v>1.9311475409836065</c:v>
                </c:pt>
                <c:pt idx="1385">
                  <c:v>1.9311475409836065</c:v>
                </c:pt>
                <c:pt idx="1386">
                  <c:v>1.9032786885245903</c:v>
                </c:pt>
                <c:pt idx="1387">
                  <c:v>1.8573770491803281</c:v>
                </c:pt>
                <c:pt idx="1388">
                  <c:v>1.8442622950819674</c:v>
                </c:pt>
                <c:pt idx="1389">
                  <c:v>1.8803278688524592</c:v>
                </c:pt>
                <c:pt idx="1390">
                  <c:v>1.8918032786885246</c:v>
                </c:pt>
                <c:pt idx="1391">
                  <c:v>1.8950819672131149</c:v>
                </c:pt>
                <c:pt idx="1392">
                  <c:v>1.8639344262295081</c:v>
                </c:pt>
                <c:pt idx="1393">
                  <c:v>1.8491803278688526</c:v>
                </c:pt>
                <c:pt idx="1394">
                  <c:v>1.8360655737704918</c:v>
                </c:pt>
                <c:pt idx="1395">
                  <c:v>1.8803278688524592</c:v>
                </c:pt>
                <c:pt idx="1396">
                  <c:v>1.8819672131147542</c:v>
                </c:pt>
                <c:pt idx="1397">
                  <c:v>1.9262295081967213</c:v>
                </c:pt>
                <c:pt idx="1398">
                  <c:v>1.9737704918032786</c:v>
                </c:pt>
                <c:pt idx="1399">
                  <c:v>1.9868852459016393</c:v>
                </c:pt>
                <c:pt idx="1400">
                  <c:v>1.9754098360655741</c:v>
                </c:pt>
                <c:pt idx="1401">
                  <c:v>1.9639344262295084</c:v>
                </c:pt>
                <c:pt idx="1402">
                  <c:v>1.9786885245901642</c:v>
                </c:pt>
                <c:pt idx="1403">
                  <c:v>1.9754098360655741</c:v>
                </c:pt>
                <c:pt idx="1404">
                  <c:v>1.9918032786885247</c:v>
                </c:pt>
                <c:pt idx="1405">
                  <c:v>2.040983606557377</c:v>
                </c:pt>
                <c:pt idx="1406">
                  <c:v>2.040983606557377</c:v>
                </c:pt>
                <c:pt idx="1407">
                  <c:v>2.0377049180327869</c:v>
                </c:pt>
                <c:pt idx="1408">
                  <c:v>2.1180327868852462</c:v>
                </c:pt>
                <c:pt idx="1409">
                  <c:v>2.1081967213114754</c:v>
                </c:pt>
                <c:pt idx="1410">
                  <c:v>2.1737704918032787</c:v>
                </c:pt>
                <c:pt idx="1411">
                  <c:v>2.1459016393442623</c:v>
                </c:pt>
                <c:pt idx="1412">
                  <c:v>2.195081967213115</c:v>
                </c:pt>
                <c:pt idx="1413">
                  <c:v>2.2311475409836068</c:v>
                </c:pt>
                <c:pt idx="1414">
                  <c:v>2.2147540983606557</c:v>
                </c:pt>
                <c:pt idx="1415">
                  <c:v>2.2885245901639348</c:v>
                </c:pt>
                <c:pt idx="1416">
                  <c:v>2.2639344262295085</c:v>
                </c:pt>
                <c:pt idx="1417">
                  <c:v>2.2278688524590167</c:v>
                </c:pt>
                <c:pt idx="1418">
                  <c:v>2.2737704918032788</c:v>
                </c:pt>
                <c:pt idx="1419">
                  <c:v>2.3278688524590163</c:v>
                </c:pt>
                <c:pt idx="1420">
                  <c:v>2.3491803278688526</c:v>
                </c:pt>
                <c:pt idx="1421">
                  <c:v>2.3295081967213118</c:v>
                </c:pt>
                <c:pt idx="1422">
                  <c:v>2.3114754098360657</c:v>
                </c:pt>
                <c:pt idx="1423">
                  <c:v>2.377049180327869</c:v>
                </c:pt>
                <c:pt idx="1424">
                  <c:v>2.3983606557377053</c:v>
                </c:pt>
                <c:pt idx="1425">
                  <c:v>2.3852459016393444</c:v>
                </c:pt>
                <c:pt idx="1426">
                  <c:v>2.3950819672131147</c:v>
                </c:pt>
                <c:pt idx="1427">
                  <c:v>2.4245901639344263</c:v>
                </c:pt>
                <c:pt idx="1428">
                  <c:v>2.4065573770491806</c:v>
                </c:pt>
                <c:pt idx="1429">
                  <c:v>2.3245901639344262</c:v>
                </c:pt>
                <c:pt idx="1430">
                  <c:v>2.4377049180327868</c:v>
                </c:pt>
                <c:pt idx="1431">
                  <c:v>2.4344262295081966</c:v>
                </c:pt>
                <c:pt idx="1432">
                  <c:v>2.4393442622950823</c:v>
                </c:pt>
                <c:pt idx="1433">
                  <c:v>2.3934426229508197</c:v>
                </c:pt>
                <c:pt idx="1434">
                  <c:v>2.4032786885245905</c:v>
                </c:pt>
                <c:pt idx="1435">
                  <c:v>2.4114754098360658</c:v>
                </c:pt>
                <c:pt idx="1436">
                  <c:v>2.4131147540983608</c:v>
                </c:pt>
                <c:pt idx="1437">
                  <c:v>2.5032786885245901</c:v>
                </c:pt>
                <c:pt idx="1438">
                  <c:v>2.5524590163934429</c:v>
                </c:pt>
                <c:pt idx="1439">
                  <c:v>2.5737704918032787</c:v>
                </c:pt>
                <c:pt idx="1440">
                  <c:v>2.6426229508196726</c:v>
                </c:pt>
                <c:pt idx="1441">
                  <c:v>2.8114754098360657</c:v>
                </c:pt>
                <c:pt idx="1442">
                  <c:v>2.8442622950819678</c:v>
                </c:pt>
                <c:pt idx="1443">
                  <c:v>2.932786885245902</c:v>
                </c:pt>
                <c:pt idx="1444">
                  <c:v>2.9360655737704922</c:v>
                </c:pt>
                <c:pt idx="1445">
                  <c:v>3.0295081967213116</c:v>
                </c:pt>
                <c:pt idx="1446">
                  <c:v>3.0508196721311478</c:v>
                </c:pt>
                <c:pt idx="1447">
                  <c:v>2.9836065573770494</c:v>
                </c:pt>
                <c:pt idx="1448">
                  <c:v>2.9540983606557378</c:v>
                </c:pt>
                <c:pt idx="1449">
                  <c:v>2.9983606557377049</c:v>
                </c:pt>
                <c:pt idx="1450">
                  <c:v>3.139344262295082</c:v>
                </c:pt>
                <c:pt idx="1451">
                  <c:v>3.1639344262295084</c:v>
                </c:pt>
                <c:pt idx="1452">
                  <c:v>3.0819672131147544</c:v>
                </c:pt>
                <c:pt idx="1453">
                  <c:v>2.9786885245901642</c:v>
                </c:pt>
                <c:pt idx="1454">
                  <c:v>3.0819672131147544</c:v>
                </c:pt>
                <c:pt idx="1455">
                  <c:v>2.973770491803279</c:v>
                </c:pt>
                <c:pt idx="1456">
                  <c:v>2.8950819672131147</c:v>
                </c:pt>
                <c:pt idx="1457">
                  <c:v>2.9098360655737707</c:v>
                </c:pt>
                <c:pt idx="1458">
                  <c:v>2.9049180327868851</c:v>
                </c:pt>
                <c:pt idx="1459">
                  <c:v>2.9377049180327872</c:v>
                </c:pt>
                <c:pt idx="1460">
                  <c:v>2.8622950819672135</c:v>
                </c:pt>
                <c:pt idx="1461">
                  <c:v>2.8409836065573768</c:v>
                </c:pt>
                <c:pt idx="1462">
                  <c:v>2.8983606557377048</c:v>
                </c:pt>
                <c:pt idx="1463">
                  <c:v>2.9934426229508202</c:v>
                </c:pt>
                <c:pt idx="1464">
                  <c:v>2.8688524590163937</c:v>
                </c:pt>
                <c:pt idx="1465">
                  <c:v>2.8885245901639349</c:v>
                </c:pt>
                <c:pt idx="1466">
                  <c:v>2.7131147540983611</c:v>
                </c:pt>
                <c:pt idx="1467">
                  <c:v>2.7442622950819673</c:v>
                </c:pt>
                <c:pt idx="1468">
                  <c:v>2.7524590163934426</c:v>
                </c:pt>
                <c:pt idx="1469">
                  <c:v>2.7672131147540981</c:v>
                </c:pt>
                <c:pt idx="1470">
                  <c:v>2.8245901639344266</c:v>
                </c:pt>
                <c:pt idx="1471">
                  <c:v>2.9131147540983608</c:v>
                </c:pt>
                <c:pt idx="1472">
                  <c:v>2.8163934426229509</c:v>
                </c:pt>
                <c:pt idx="1473">
                  <c:v>2.7245901639344265</c:v>
                </c:pt>
                <c:pt idx="1474">
                  <c:v>2.6688524590163936</c:v>
                </c:pt>
                <c:pt idx="1475">
                  <c:v>2.7344262295081969</c:v>
                </c:pt>
                <c:pt idx="1476">
                  <c:v>2.7622950819672134</c:v>
                </c:pt>
                <c:pt idx="1477">
                  <c:v>2.6885245901639343</c:v>
                </c:pt>
                <c:pt idx="1478">
                  <c:v>2.737704918032787</c:v>
                </c:pt>
                <c:pt idx="1479">
                  <c:v>2.7245901639344265</c:v>
                </c:pt>
                <c:pt idx="1480">
                  <c:v>2.695081967213115</c:v>
                </c:pt>
                <c:pt idx="1481">
                  <c:v>2.7245901639344265</c:v>
                </c:pt>
                <c:pt idx="1482">
                  <c:v>2.7901639344262295</c:v>
                </c:pt>
                <c:pt idx="1483">
                  <c:v>2.7557377049180327</c:v>
                </c:pt>
                <c:pt idx="1484">
                  <c:v>2.7622950819672134</c:v>
                </c:pt>
                <c:pt idx="1485">
                  <c:v>2.8081967213114756</c:v>
                </c:pt>
                <c:pt idx="1486">
                  <c:v>2.8655737704918036</c:v>
                </c:pt>
                <c:pt idx="1487">
                  <c:v>2.9786885245901642</c:v>
                </c:pt>
                <c:pt idx="1488">
                  <c:v>2.9836065573770494</c:v>
                </c:pt>
                <c:pt idx="1489">
                  <c:v>2.9950819672131148</c:v>
                </c:pt>
                <c:pt idx="1490">
                  <c:v>2.9344262295081966</c:v>
                </c:pt>
                <c:pt idx="1491">
                  <c:v>3.0049180327868852</c:v>
                </c:pt>
                <c:pt idx="1492">
                  <c:v>2.9442622950819675</c:v>
                </c:pt>
                <c:pt idx="1493">
                  <c:v>2.9245901639344263</c:v>
                </c:pt>
                <c:pt idx="1494">
                  <c:v>2.9131147540983608</c:v>
                </c:pt>
                <c:pt idx="1495">
                  <c:v>2.8065573770491805</c:v>
                </c:pt>
                <c:pt idx="1496">
                  <c:v>2.7885245901639348</c:v>
                </c:pt>
                <c:pt idx="1497">
                  <c:v>2.7868852459016393</c:v>
                </c:pt>
                <c:pt idx="1498">
                  <c:v>2.7475409836065579</c:v>
                </c:pt>
                <c:pt idx="1499">
                  <c:v>2.7032786885245899</c:v>
                </c:pt>
                <c:pt idx="1500">
                  <c:v>2.7672131147540981</c:v>
                </c:pt>
                <c:pt idx="1501">
                  <c:v>2.8721311475409839</c:v>
                </c:pt>
                <c:pt idx="1502">
                  <c:v>2.8573770491803279</c:v>
                </c:pt>
                <c:pt idx="1503">
                  <c:v>2.8114754098360657</c:v>
                </c:pt>
                <c:pt idx="1504">
                  <c:v>2.8213114754098365</c:v>
                </c:pt>
                <c:pt idx="1505">
                  <c:v>2.7950819672131151</c:v>
                </c:pt>
                <c:pt idx="1506">
                  <c:v>2.7606557377049183</c:v>
                </c:pt>
                <c:pt idx="1507">
                  <c:v>2.7573770491803282</c:v>
                </c:pt>
                <c:pt idx="1508">
                  <c:v>2.7409836065573772</c:v>
                </c:pt>
                <c:pt idx="1509">
                  <c:v>2.8081967213114756</c:v>
                </c:pt>
                <c:pt idx="1510">
                  <c:v>2.9065573770491806</c:v>
                </c:pt>
                <c:pt idx="1511">
                  <c:v>2.9360655737704922</c:v>
                </c:pt>
                <c:pt idx="1512">
                  <c:v>2.9000000000000004</c:v>
                </c:pt>
                <c:pt idx="1513">
                  <c:v>2.7950819672131151</c:v>
                </c:pt>
                <c:pt idx="1514">
                  <c:v>2.8655737704918036</c:v>
                </c:pt>
                <c:pt idx="1515">
                  <c:v>2.8278688524590168</c:v>
                </c:pt>
                <c:pt idx="1516">
                  <c:v>2.8639344262295081</c:v>
                </c:pt>
                <c:pt idx="1517">
                  <c:v>2.8491803278688526</c:v>
                </c:pt>
                <c:pt idx="1518">
                  <c:v>2.8934426229508197</c:v>
                </c:pt>
                <c:pt idx="1519">
                  <c:v>2.8852459016393448</c:v>
                </c:pt>
                <c:pt idx="1520">
                  <c:v>2.8147540983606563</c:v>
                </c:pt>
                <c:pt idx="1521">
                  <c:v>2.791803278688525</c:v>
                </c:pt>
                <c:pt idx="1522">
                  <c:v>2.7754098360655739</c:v>
                </c:pt>
                <c:pt idx="1523">
                  <c:v>2.6786885245901639</c:v>
                </c:pt>
                <c:pt idx="1524">
                  <c:v>2.6918032786885249</c:v>
                </c:pt>
                <c:pt idx="1525">
                  <c:v>2.6868852459016397</c:v>
                </c:pt>
                <c:pt idx="1526">
                  <c:v>2.7245901639344265</c:v>
                </c:pt>
                <c:pt idx="1527">
                  <c:v>2.6573770491803281</c:v>
                </c:pt>
                <c:pt idx="1528">
                  <c:v>2.6622950819672129</c:v>
                </c:pt>
                <c:pt idx="1529">
                  <c:v>2.6032786885245907</c:v>
                </c:pt>
                <c:pt idx="1530">
                  <c:v>2.6081967213114754</c:v>
                </c:pt>
                <c:pt idx="1531">
                  <c:v>2.5344262295081972</c:v>
                </c:pt>
                <c:pt idx="1532">
                  <c:v>2.4819672131147543</c:v>
                </c:pt>
                <c:pt idx="1533">
                  <c:v>2.4934426229508198</c:v>
                </c:pt>
                <c:pt idx="1534">
                  <c:v>2.5229508196721313</c:v>
                </c:pt>
                <c:pt idx="1535">
                  <c:v>2.473770491803279</c:v>
                </c:pt>
                <c:pt idx="1536">
                  <c:v>2.4950819672131148</c:v>
                </c:pt>
                <c:pt idx="1537">
                  <c:v>2.4639344262295082</c:v>
                </c:pt>
                <c:pt idx="1538">
                  <c:v>2.4672131147540988</c:v>
                </c:pt>
                <c:pt idx="1539">
                  <c:v>2.4442622950819675</c:v>
                </c:pt>
                <c:pt idx="1540">
                  <c:v>2.4131147540983608</c:v>
                </c:pt>
                <c:pt idx="1541">
                  <c:v>2.4114754098360658</c:v>
                </c:pt>
                <c:pt idx="1542">
                  <c:v>2.459016393442623</c:v>
                </c:pt>
                <c:pt idx="1543">
                  <c:v>2.4606557377049181</c:v>
                </c:pt>
                <c:pt idx="1544">
                  <c:v>2.4344262295081966</c:v>
                </c:pt>
                <c:pt idx="1545">
                  <c:v>2.4934426229508198</c:v>
                </c:pt>
                <c:pt idx="1546">
                  <c:v>2.5803278688524593</c:v>
                </c:pt>
                <c:pt idx="1547">
                  <c:v>2.5819672131147544</c:v>
                </c:pt>
                <c:pt idx="1548">
                  <c:v>2.5327868852459017</c:v>
                </c:pt>
                <c:pt idx="1549">
                  <c:v>2.5836065573770495</c:v>
                </c:pt>
                <c:pt idx="1550">
                  <c:v>2.5639344262295083</c:v>
                </c:pt>
                <c:pt idx="1551">
                  <c:v>2.5688524590163935</c:v>
                </c:pt>
                <c:pt idx="1552">
                  <c:v>2.5622950819672132</c:v>
                </c:pt>
                <c:pt idx="1553">
                  <c:v>2.5885245901639347</c:v>
                </c:pt>
                <c:pt idx="1554">
                  <c:v>2.7245901639344265</c:v>
                </c:pt>
                <c:pt idx="1555">
                  <c:v>2.7901639344262295</c:v>
                </c:pt>
                <c:pt idx="1556">
                  <c:v>2.8131147540983608</c:v>
                </c:pt>
                <c:pt idx="1557">
                  <c:v>2.7655737704918035</c:v>
                </c:pt>
                <c:pt idx="1558">
                  <c:v>2.6983606557377051</c:v>
                </c:pt>
                <c:pt idx="1559">
                  <c:v>2.7163934426229512</c:v>
                </c:pt>
                <c:pt idx="1560">
                  <c:v>2.6672131147540985</c:v>
                </c:pt>
                <c:pt idx="1561">
                  <c:v>2.6918032786885249</c:v>
                </c:pt>
                <c:pt idx="1562">
                  <c:v>2.6180327868852462</c:v>
                </c:pt>
                <c:pt idx="1563">
                  <c:v>2.5737704918032787</c:v>
                </c:pt>
                <c:pt idx="1564">
                  <c:v>2.5688524590163935</c:v>
                </c:pt>
                <c:pt idx="1565">
                  <c:v>2.5180327868852461</c:v>
                </c:pt>
                <c:pt idx="1566">
                  <c:v>2.5098360655737708</c:v>
                </c:pt>
                <c:pt idx="1567">
                  <c:v>2.5180327868852461</c:v>
                </c:pt>
                <c:pt idx="1568">
                  <c:v>2.5540983606557379</c:v>
                </c:pt>
                <c:pt idx="1569">
                  <c:v>2.5098360655737708</c:v>
                </c:pt>
                <c:pt idx="1570">
                  <c:v>2.4672131147540988</c:v>
                </c:pt>
                <c:pt idx="1571">
                  <c:v>2.4213114754098362</c:v>
                </c:pt>
                <c:pt idx="1572">
                  <c:v>2.4196721311475411</c:v>
                </c:pt>
                <c:pt idx="1573">
                  <c:v>2.4442622950819675</c:v>
                </c:pt>
                <c:pt idx="1574">
                  <c:v>2.4426229508196724</c:v>
                </c:pt>
                <c:pt idx="1575">
                  <c:v>2.3819672131147542</c:v>
                </c:pt>
                <c:pt idx="1576">
                  <c:v>2.3409836065573773</c:v>
                </c:pt>
                <c:pt idx="1577">
                  <c:v>2.3622950819672135</c:v>
                </c:pt>
                <c:pt idx="1578">
                  <c:v>2.3393442622950822</c:v>
                </c:pt>
                <c:pt idx="1579">
                  <c:v>2.29344262295082</c:v>
                </c:pt>
                <c:pt idx="1580">
                  <c:v>2.3016393442622949</c:v>
                </c:pt>
                <c:pt idx="1581">
                  <c:v>2.277049180327869</c:v>
                </c:pt>
                <c:pt idx="1582">
                  <c:v>2.1901639344262294</c:v>
                </c:pt>
                <c:pt idx="1583">
                  <c:v>2.0491803278688527</c:v>
                </c:pt>
                <c:pt idx="1584">
                  <c:v>2.09672131147541</c:v>
                </c:pt>
                <c:pt idx="1585">
                  <c:v>2.0737704918032787</c:v>
                </c:pt>
                <c:pt idx="1586">
                  <c:v>2</c:v>
                </c:pt>
                <c:pt idx="1587">
                  <c:v>1.9967213114754099</c:v>
                </c:pt>
                <c:pt idx="1588">
                  <c:v>1.9901639344262296</c:v>
                </c:pt>
                <c:pt idx="1589">
                  <c:v>1.9770491803278691</c:v>
                </c:pt>
                <c:pt idx="1590">
                  <c:v>2.0344262295081967</c:v>
                </c:pt>
                <c:pt idx="1591">
                  <c:v>2.0163934426229511</c:v>
                </c:pt>
                <c:pt idx="1592">
                  <c:v>2.0163934426229511</c:v>
                </c:pt>
                <c:pt idx="1593">
                  <c:v>1.9885245901639346</c:v>
                </c:pt>
                <c:pt idx="1594">
                  <c:v>1.9475409836065576</c:v>
                </c:pt>
                <c:pt idx="1595">
                  <c:v>1.8885245901639345</c:v>
                </c:pt>
                <c:pt idx="1596">
                  <c:v>1.9344262295081969</c:v>
                </c:pt>
                <c:pt idx="1597">
                  <c:v>1.8672131147540985</c:v>
                </c:pt>
                <c:pt idx="1598">
                  <c:v>1.8836065573770493</c:v>
                </c:pt>
                <c:pt idx="1599">
                  <c:v>1.9081967213114757</c:v>
                </c:pt>
                <c:pt idx="1600">
                  <c:v>1.9049180327868853</c:v>
                </c:pt>
                <c:pt idx="1601">
                  <c:v>1.9491803278688526</c:v>
                </c:pt>
                <c:pt idx="1602">
                  <c:v>1.8704918032786886</c:v>
                </c:pt>
                <c:pt idx="1603">
                  <c:v>1.8934426229508199</c:v>
                </c:pt>
                <c:pt idx="1604">
                  <c:v>2.0278688524590165</c:v>
                </c:pt>
                <c:pt idx="1605">
                  <c:v>1.9934426229508198</c:v>
                </c:pt>
                <c:pt idx="1606">
                  <c:v>2.0393442622950819</c:v>
                </c:pt>
                <c:pt idx="1607">
                  <c:v>2.0262295081967214</c:v>
                </c:pt>
                <c:pt idx="1608">
                  <c:v>2.0163934426229511</c:v>
                </c:pt>
                <c:pt idx="1609">
                  <c:v>1.9868852459016393</c:v>
                </c:pt>
                <c:pt idx="1610">
                  <c:v>1.8950819672131149</c:v>
                </c:pt>
                <c:pt idx="1611">
                  <c:v>1.714754098360656</c:v>
                </c:pt>
                <c:pt idx="1612">
                  <c:v>1.598360655737705</c:v>
                </c:pt>
                <c:pt idx="1613">
                  <c:v>1.6704918032786886</c:v>
                </c:pt>
                <c:pt idx="1614">
                  <c:v>1.6639344262295084</c:v>
                </c:pt>
                <c:pt idx="1615">
                  <c:v>1.7295081967213117</c:v>
                </c:pt>
                <c:pt idx="1616">
                  <c:v>1.778688524590164</c:v>
                </c:pt>
                <c:pt idx="1617">
                  <c:v>1.855737704918033</c:v>
                </c:pt>
                <c:pt idx="1618">
                  <c:v>1.7852459016393445</c:v>
                </c:pt>
                <c:pt idx="1619">
                  <c:v>1.8295081967213116</c:v>
                </c:pt>
                <c:pt idx="1620">
                  <c:v>1.8262295081967215</c:v>
                </c:pt>
                <c:pt idx="1621">
                  <c:v>1.8147540983606558</c:v>
                </c:pt>
                <c:pt idx="1622">
                  <c:v>1.8819672131147542</c:v>
                </c:pt>
                <c:pt idx="1623">
                  <c:v>1.9032786885245903</c:v>
                </c:pt>
                <c:pt idx="1624">
                  <c:v>1.8180327868852459</c:v>
                </c:pt>
                <c:pt idx="1625">
                  <c:v>1.8245901639344264</c:v>
                </c:pt>
                <c:pt idx="1626">
                  <c:v>1.8245901639344264</c:v>
                </c:pt>
                <c:pt idx="1627">
                  <c:v>1.9196721311475413</c:v>
                </c:pt>
                <c:pt idx="1628">
                  <c:v>2.0622950819672132</c:v>
                </c:pt>
                <c:pt idx="1629">
                  <c:v>1.9000000000000001</c:v>
                </c:pt>
                <c:pt idx="1630">
                  <c:v>1.9000000000000001</c:v>
                </c:pt>
                <c:pt idx="1631">
                  <c:v>1.9196721311475413</c:v>
                </c:pt>
                <c:pt idx="1632">
                  <c:v>1.9344262295081969</c:v>
                </c:pt>
                <c:pt idx="1633">
                  <c:v>1.9163934426229507</c:v>
                </c:pt>
                <c:pt idx="1634">
                  <c:v>1.9508196721311477</c:v>
                </c:pt>
                <c:pt idx="1635">
                  <c:v>1.937704918032787</c:v>
                </c:pt>
                <c:pt idx="1636">
                  <c:v>1.9327868852459016</c:v>
                </c:pt>
                <c:pt idx="1637">
                  <c:v>1.8770491803278688</c:v>
                </c:pt>
                <c:pt idx="1638">
                  <c:v>1.8934426229508199</c:v>
                </c:pt>
                <c:pt idx="1639">
                  <c:v>1.8852459016393444</c:v>
                </c:pt>
                <c:pt idx="1640">
                  <c:v>1.8901639344262295</c:v>
                </c:pt>
                <c:pt idx="1641">
                  <c:v>1.854098360655738</c:v>
                </c:pt>
                <c:pt idx="1642">
                  <c:v>1.9262295081967213</c:v>
                </c:pt>
                <c:pt idx="1643">
                  <c:v>1.8983606557377051</c:v>
                </c:pt>
                <c:pt idx="1644">
                  <c:v>1.9606557377049183</c:v>
                </c:pt>
                <c:pt idx="1645">
                  <c:v>1.9967213114754099</c:v>
                </c:pt>
                <c:pt idx="1646">
                  <c:v>1.9426229508196722</c:v>
                </c:pt>
                <c:pt idx="1647">
                  <c:v>1.9131147540983608</c:v>
                </c:pt>
                <c:pt idx="1648">
                  <c:v>1.9131147540983608</c:v>
                </c:pt>
                <c:pt idx="1649">
                  <c:v>1.9327868852459016</c:v>
                </c:pt>
                <c:pt idx="1650">
                  <c:v>1.8901639344262295</c:v>
                </c:pt>
                <c:pt idx="1651">
                  <c:v>1.860655737704918</c:v>
                </c:pt>
                <c:pt idx="1652">
                  <c:v>1.8836065573770493</c:v>
                </c:pt>
                <c:pt idx="1653">
                  <c:v>1.8819672131147542</c:v>
                </c:pt>
                <c:pt idx="1654">
                  <c:v>1.8803278688524592</c:v>
                </c:pt>
                <c:pt idx="1655">
                  <c:v>1.9360655737704919</c:v>
                </c:pt>
                <c:pt idx="1656">
                  <c:v>1.9655737704918035</c:v>
                </c:pt>
                <c:pt idx="1657">
                  <c:v>2.0262295081967214</c:v>
                </c:pt>
                <c:pt idx="1658">
                  <c:v>2.0278688524590165</c:v>
                </c:pt>
                <c:pt idx="1659">
                  <c:v>2.0098360655737704</c:v>
                </c:pt>
                <c:pt idx="1660">
                  <c:v>1.9278688524590164</c:v>
                </c:pt>
                <c:pt idx="1661">
                  <c:v>1.9278688524590164</c:v>
                </c:pt>
                <c:pt idx="1662">
                  <c:v>1.8836065573770493</c:v>
                </c:pt>
                <c:pt idx="1663">
                  <c:v>1.8393442622950822</c:v>
                </c:pt>
                <c:pt idx="1664">
                  <c:v>1.8639344262295081</c:v>
                </c:pt>
                <c:pt idx="1665">
                  <c:v>1.8721311475409836</c:v>
                </c:pt>
                <c:pt idx="1666">
                  <c:v>1.8639344262295081</c:v>
                </c:pt>
                <c:pt idx="1667">
                  <c:v>1.855737704918033</c:v>
                </c:pt>
                <c:pt idx="1668">
                  <c:v>1.855737704918033</c:v>
                </c:pt>
                <c:pt idx="1669">
                  <c:v>1.8852459016393444</c:v>
                </c:pt>
                <c:pt idx="1670">
                  <c:v>1.9721311475409835</c:v>
                </c:pt>
                <c:pt idx="1671">
                  <c:v>1.9737704918032786</c:v>
                </c:pt>
                <c:pt idx="1672">
                  <c:v>1.9655737704918035</c:v>
                </c:pt>
                <c:pt idx="1673">
                  <c:v>1.9508196721311477</c:v>
                </c:pt>
                <c:pt idx="1674">
                  <c:v>1.9540983606557378</c:v>
                </c:pt>
                <c:pt idx="1675">
                  <c:v>1.9442622950819672</c:v>
                </c:pt>
                <c:pt idx="1676">
                  <c:v>1.9327868852459016</c:v>
                </c:pt>
                <c:pt idx="1677">
                  <c:v>1.9442622950819672</c:v>
                </c:pt>
                <c:pt idx="1678">
                  <c:v>1.9262295081967213</c:v>
                </c:pt>
                <c:pt idx="1679">
                  <c:v>1.8868852459016394</c:v>
                </c:pt>
                <c:pt idx="1680">
                  <c:v>1.8475409836065575</c:v>
                </c:pt>
                <c:pt idx="1681">
                  <c:v>1.8180327868852459</c:v>
                </c:pt>
                <c:pt idx="1682">
                  <c:v>1.8295081967213116</c:v>
                </c:pt>
                <c:pt idx="1683">
                  <c:v>1.819672131147541</c:v>
                </c:pt>
                <c:pt idx="1684">
                  <c:v>1.8229508196721311</c:v>
                </c:pt>
                <c:pt idx="1685">
                  <c:v>1.8065573770491803</c:v>
                </c:pt>
                <c:pt idx="1686">
                  <c:v>1.7918032786885247</c:v>
                </c:pt>
                <c:pt idx="1687">
                  <c:v>1.7885245901639346</c:v>
                </c:pt>
                <c:pt idx="1688">
                  <c:v>1.7639344262295082</c:v>
                </c:pt>
                <c:pt idx="1689">
                  <c:v>1.7557377049180329</c:v>
                </c:pt>
                <c:pt idx="1690">
                  <c:v>1.7803278688524591</c:v>
                </c:pt>
                <c:pt idx="1691">
                  <c:v>1.7918032786885247</c:v>
                </c:pt>
                <c:pt idx="1692">
                  <c:v>1.7688524590163934</c:v>
                </c:pt>
                <c:pt idx="1693">
                  <c:v>1.7639344262295082</c:v>
                </c:pt>
                <c:pt idx="1694">
                  <c:v>1.7524590163934426</c:v>
                </c:pt>
                <c:pt idx="1695">
                  <c:v>1.757377049180328</c:v>
                </c:pt>
                <c:pt idx="1696">
                  <c:v>1.736065573770492</c:v>
                </c:pt>
                <c:pt idx="1697">
                  <c:v>1.7295081967213117</c:v>
                </c:pt>
                <c:pt idx="1698">
                  <c:v>1.737704918032787</c:v>
                </c:pt>
                <c:pt idx="1699">
                  <c:v>1.7426229508196724</c:v>
                </c:pt>
                <c:pt idx="1700">
                  <c:v>1.7213114754098362</c:v>
                </c:pt>
                <c:pt idx="1701">
                  <c:v>1.7180327868852461</c:v>
                </c:pt>
                <c:pt idx="1702">
                  <c:v>1.6704918032786886</c:v>
                </c:pt>
                <c:pt idx="1703">
                  <c:v>1.659016393442623</c:v>
                </c:pt>
                <c:pt idx="1704">
                  <c:v>1.6852459016393442</c:v>
                </c:pt>
                <c:pt idx="1705">
                  <c:v>1.7196721311475411</c:v>
                </c:pt>
                <c:pt idx="1706">
                  <c:v>1.7032786885245903</c:v>
                </c:pt>
                <c:pt idx="1707">
                  <c:v>1.7016393442622952</c:v>
                </c:pt>
                <c:pt idx="1708">
                  <c:v>1.7311475409836068</c:v>
                </c:pt>
                <c:pt idx="1709">
                  <c:v>1.8213114754098361</c:v>
                </c:pt>
                <c:pt idx="1710">
                  <c:v>1.8245901639344264</c:v>
                </c:pt>
                <c:pt idx="1711">
                  <c:v>1.7688524590163934</c:v>
                </c:pt>
                <c:pt idx="1712">
                  <c:v>1.7557377049180329</c:v>
                </c:pt>
                <c:pt idx="1713">
                  <c:v>1.819672131147541</c:v>
                </c:pt>
                <c:pt idx="1714">
                  <c:v>1.7983606557377052</c:v>
                </c:pt>
                <c:pt idx="1715">
                  <c:v>1.8065573770491803</c:v>
                </c:pt>
                <c:pt idx="1716">
                  <c:v>1.8770491803278688</c:v>
                </c:pt>
                <c:pt idx="1717">
                  <c:v>1.854098360655738</c:v>
                </c:pt>
                <c:pt idx="1718">
                  <c:v>1.7983606557377052</c:v>
                </c:pt>
                <c:pt idx="1719">
                  <c:v>1.8393442622950822</c:v>
                </c:pt>
                <c:pt idx="1720">
                  <c:v>1.7475409836065574</c:v>
                </c:pt>
                <c:pt idx="1721">
                  <c:v>1.7639344262295082</c:v>
                </c:pt>
                <c:pt idx="1722">
                  <c:v>1.7508196721311475</c:v>
                </c:pt>
                <c:pt idx="1723">
                  <c:v>1.736065573770492</c:v>
                </c:pt>
                <c:pt idx="1724">
                  <c:v>1.7245901639344263</c:v>
                </c:pt>
                <c:pt idx="1725">
                  <c:v>1.6983606557377049</c:v>
                </c:pt>
                <c:pt idx="1726">
                  <c:v>1.7032786885245903</c:v>
                </c:pt>
                <c:pt idx="1727">
                  <c:v>1.7065573770491804</c:v>
                </c:pt>
                <c:pt idx="1728">
                  <c:v>1.6770491803278691</c:v>
                </c:pt>
                <c:pt idx="1729">
                  <c:v>1.6819672131147541</c:v>
                </c:pt>
                <c:pt idx="1730">
                  <c:v>1.675409836065574</c:v>
                </c:pt>
                <c:pt idx="1731">
                  <c:v>1.6770491803278691</c:v>
                </c:pt>
                <c:pt idx="1732">
                  <c:v>1.6704918032786886</c:v>
                </c:pt>
                <c:pt idx="1733">
                  <c:v>1.675409836065574</c:v>
                </c:pt>
                <c:pt idx="1734">
                  <c:v>1.6721311475409837</c:v>
                </c:pt>
                <c:pt idx="1735">
                  <c:v>1.639344262295082</c:v>
                </c:pt>
                <c:pt idx="1736">
                  <c:v>1.6573770491803279</c:v>
                </c:pt>
                <c:pt idx="1737">
                  <c:v>1.659016393442623</c:v>
                </c:pt>
                <c:pt idx="1738">
                  <c:v>1.6147540983606559</c:v>
                </c:pt>
                <c:pt idx="1739">
                  <c:v>1.6196721311475413</c:v>
                </c:pt>
                <c:pt idx="1740">
                  <c:v>1.5901639344262295</c:v>
                </c:pt>
                <c:pt idx="1741">
                  <c:v>1.5934426229508198</c:v>
                </c:pt>
                <c:pt idx="1742">
                  <c:v>1.5918032786885248</c:v>
                </c:pt>
                <c:pt idx="1743">
                  <c:v>1.6065573770491806</c:v>
                </c:pt>
                <c:pt idx="1744">
                  <c:v>1.6360655737704919</c:v>
                </c:pt>
                <c:pt idx="1745">
                  <c:v>1.598360655737705</c:v>
                </c:pt>
                <c:pt idx="1746">
                  <c:v>1.6245901639344265</c:v>
                </c:pt>
                <c:pt idx="1747">
                  <c:v>1.6196721311475413</c:v>
                </c:pt>
                <c:pt idx="1748">
                  <c:v>1.6229508196721314</c:v>
                </c:pt>
                <c:pt idx="1749">
                  <c:v>1.5901639344262295</c:v>
                </c:pt>
                <c:pt idx="1750">
                  <c:v>1.5819672131147542</c:v>
                </c:pt>
                <c:pt idx="1751">
                  <c:v>1.5442622950819673</c:v>
                </c:pt>
                <c:pt idx="1752">
                  <c:v>1.5655737704918036</c:v>
                </c:pt>
                <c:pt idx="1753">
                  <c:v>1.5606557377049179</c:v>
                </c:pt>
                <c:pt idx="1754">
                  <c:v>1.5295081967213116</c:v>
                </c:pt>
                <c:pt idx="1755">
                  <c:v>1.5278688524590165</c:v>
                </c:pt>
                <c:pt idx="1756">
                  <c:v>1.5606557377049179</c:v>
                </c:pt>
                <c:pt idx="1757">
                  <c:v>1.5754098360655737</c:v>
                </c:pt>
                <c:pt idx="1758">
                  <c:v>1.5327868852459017</c:v>
                </c:pt>
                <c:pt idx="1759">
                  <c:v>1.5147540983606558</c:v>
                </c:pt>
                <c:pt idx="1760">
                  <c:v>1.4983606557377052</c:v>
                </c:pt>
                <c:pt idx="1761">
                  <c:v>1.4983606557377052</c:v>
                </c:pt>
                <c:pt idx="1762">
                  <c:v>1.5229508196721311</c:v>
                </c:pt>
                <c:pt idx="1763">
                  <c:v>1.5311475409836066</c:v>
                </c:pt>
                <c:pt idx="1764">
                  <c:v>1.5278688524590165</c:v>
                </c:pt>
                <c:pt idx="1765">
                  <c:v>1.5114754098360659</c:v>
                </c:pt>
                <c:pt idx="1766">
                  <c:v>1.5262295081967214</c:v>
                </c:pt>
                <c:pt idx="1767">
                  <c:v>1.5180327868852459</c:v>
                </c:pt>
                <c:pt idx="1768">
                  <c:v>1.5229508196721311</c:v>
                </c:pt>
                <c:pt idx="1769">
                  <c:v>1.4934426229508198</c:v>
                </c:pt>
                <c:pt idx="1770">
                  <c:v>1.418032786885246</c:v>
                </c:pt>
                <c:pt idx="1771">
                  <c:v>1.4229508196721312</c:v>
                </c:pt>
                <c:pt idx="1772">
                  <c:v>1.4229508196721312</c:v>
                </c:pt>
                <c:pt idx="1773">
                  <c:v>1.4147540983606559</c:v>
                </c:pt>
                <c:pt idx="1774">
                  <c:v>1.4540983606557376</c:v>
                </c:pt>
                <c:pt idx="1775">
                  <c:v>1.4360655737704919</c:v>
                </c:pt>
                <c:pt idx="1776">
                  <c:v>1.437704918032787</c:v>
                </c:pt>
                <c:pt idx="1777">
                  <c:v>1.4639344262295082</c:v>
                </c:pt>
                <c:pt idx="1778">
                  <c:v>1.5442622950819673</c:v>
                </c:pt>
                <c:pt idx="1779">
                  <c:v>1.5377049180327871</c:v>
                </c:pt>
                <c:pt idx="1780">
                  <c:v>1.5360655737704918</c:v>
                </c:pt>
                <c:pt idx="1781">
                  <c:v>1.5311475409836066</c:v>
                </c:pt>
                <c:pt idx="1782">
                  <c:v>1.5147540983606558</c:v>
                </c:pt>
                <c:pt idx="1783">
                  <c:v>1.4622950819672131</c:v>
                </c:pt>
                <c:pt idx="1784">
                  <c:v>1.4032786885245903</c:v>
                </c:pt>
                <c:pt idx="1785">
                  <c:v>1.4245901639344263</c:v>
                </c:pt>
                <c:pt idx="1786">
                  <c:v>1.4065573770491804</c:v>
                </c:pt>
                <c:pt idx="1787">
                  <c:v>1.4114754098360656</c:v>
                </c:pt>
                <c:pt idx="1788">
                  <c:v>1.4360655737704919</c:v>
                </c:pt>
                <c:pt idx="1789">
                  <c:v>1.4032786885245903</c:v>
                </c:pt>
                <c:pt idx="1790">
                  <c:v>1.3852459016393441</c:v>
                </c:pt>
                <c:pt idx="1791">
                  <c:v>1.3885245901639347</c:v>
                </c:pt>
                <c:pt idx="1792">
                  <c:v>1.4032786885245903</c:v>
                </c:pt>
                <c:pt idx="1793">
                  <c:v>1.478688524590164</c:v>
                </c:pt>
                <c:pt idx="1794">
                  <c:v>1.4754098360655739</c:v>
                </c:pt>
                <c:pt idx="1795">
                  <c:v>1.4639344262295082</c:v>
                </c:pt>
                <c:pt idx="1796">
                  <c:v>1.4967213114754101</c:v>
                </c:pt>
                <c:pt idx="1797">
                  <c:v>1.5016393442622953</c:v>
                </c:pt>
                <c:pt idx="1798">
                  <c:v>1.4639344262295082</c:v>
                </c:pt>
                <c:pt idx="1799">
                  <c:v>1.5000000000000002</c:v>
                </c:pt>
                <c:pt idx="1800">
                  <c:v>1.4967213114754101</c:v>
                </c:pt>
                <c:pt idx="1801">
                  <c:v>1.4852459016393444</c:v>
                </c:pt>
                <c:pt idx="1802">
                  <c:v>1.4868852459016395</c:v>
                </c:pt>
                <c:pt idx="1803">
                  <c:v>1.5147540983606558</c:v>
                </c:pt>
                <c:pt idx="1804">
                  <c:v>1.5508196721311478</c:v>
                </c:pt>
                <c:pt idx="1805">
                  <c:v>1.5655737704918036</c:v>
                </c:pt>
                <c:pt idx="1806">
                  <c:v>1.5639344262295081</c:v>
                </c:pt>
                <c:pt idx="1807">
                  <c:v>1.5819672131147542</c:v>
                </c:pt>
                <c:pt idx="1808">
                  <c:v>1.5836065573770493</c:v>
                </c:pt>
                <c:pt idx="1809">
                  <c:v>1.598360655737705</c:v>
                </c:pt>
                <c:pt idx="1810">
                  <c:v>1.5901639344262295</c:v>
                </c:pt>
                <c:pt idx="1811">
                  <c:v>1.6180327868852458</c:v>
                </c:pt>
                <c:pt idx="1812">
                  <c:v>1.6065573770491806</c:v>
                </c:pt>
                <c:pt idx="1813">
                  <c:v>1.6147540983606559</c:v>
                </c:pt>
                <c:pt idx="1814">
                  <c:v>1.6508196721311477</c:v>
                </c:pt>
                <c:pt idx="1815">
                  <c:v>1.6918032786885246</c:v>
                </c:pt>
                <c:pt idx="1816">
                  <c:v>1.6885245901639347</c:v>
                </c:pt>
                <c:pt idx="1817">
                  <c:v>1.6639344262295084</c:v>
                </c:pt>
                <c:pt idx="1818">
                  <c:v>1.6704918032786886</c:v>
                </c:pt>
                <c:pt idx="1819">
                  <c:v>1.6639344262295084</c:v>
                </c:pt>
                <c:pt idx="1820">
                  <c:v>1.675409836065574</c:v>
                </c:pt>
                <c:pt idx="1821">
                  <c:v>1.6377049180327869</c:v>
                </c:pt>
                <c:pt idx="1822">
                  <c:v>1.6426229508196721</c:v>
                </c:pt>
                <c:pt idx="1823">
                  <c:v>1.6934426229508197</c:v>
                </c:pt>
                <c:pt idx="1824">
                  <c:v>1.6852459016393442</c:v>
                </c:pt>
                <c:pt idx="1825">
                  <c:v>1.6803278688524592</c:v>
                </c:pt>
                <c:pt idx="1826">
                  <c:v>1.6803278688524592</c:v>
                </c:pt>
                <c:pt idx="1827">
                  <c:v>1.6295081967213114</c:v>
                </c:pt>
                <c:pt idx="1828">
                  <c:v>1.6131147540983608</c:v>
                </c:pt>
                <c:pt idx="1829">
                  <c:v>1.6098360655737707</c:v>
                </c:pt>
                <c:pt idx="1830">
                  <c:v>1.6114754098360657</c:v>
                </c:pt>
                <c:pt idx="1831">
                  <c:v>1.5639344262295081</c:v>
                </c:pt>
                <c:pt idx="1832">
                  <c:v>1.5491803278688525</c:v>
                </c:pt>
                <c:pt idx="1833">
                  <c:v>1.5508196721311478</c:v>
                </c:pt>
                <c:pt idx="1834">
                  <c:v>1.5491803278688525</c:v>
                </c:pt>
                <c:pt idx="1835">
                  <c:v>1.4901639344262296</c:v>
                </c:pt>
                <c:pt idx="1836">
                  <c:v>1.5409836065573772</c:v>
                </c:pt>
                <c:pt idx="1837">
                  <c:v>1.5442622950819673</c:v>
                </c:pt>
                <c:pt idx="1838">
                  <c:v>1.5262295081967214</c:v>
                </c:pt>
                <c:pt idx="1839">
                  <c:v>1.557377049180328</c:v>
                </c:pt>
                <c:pt idx="1840">
                  <c:v>1.562295081967213</c:v>
                </c:pt>
                <c:pt idx="1841">
                  <c:v>1.5393442622950821</c:v>
                </c:pt>
                <c:pt idx="1842">
                  <c:v>1.5508196721311478</c:v>
                </c:pt>
                <c:pt idx="1843">
                  <c:v>1.5491803278688525</c:v>
                </c:pt>
                <c:pt idx="1844">
                  <c:v>1.5442622950819673</c:v>
                </c:pt>
                <c:pt idx="1845">
                  <c:v>1.5639344262295081</c:v>
                </c:pt>
                <c:pt idx="1846">
                  <c:v>1.5540983606557379</c:v>
                </c:pt>
                <c:pt idx="1847">
                  <c:v>1.5491803278688525</c:v>
                </c:pt>
                <c:pt idx="1848">
                  <c:v>1.5377049180327871</c:v>
                </c:pt>
                <c:pt idx="1849">
                  <c:v>1.5360655737704918</c:v>
                </c:pt>
                <c:pt idx="1850">
                  <c:v>1.5426229508196723</c:v>
                </c:pt>
                <c:pt idx="1851">
                  <c:v>1.5229508196721311</c:v>
                </c:pt>
                <c:pt idx="1852">
                  <c:v>1.5245901639344264</c:v>
                </c:pt>
                <c:pt idx="1853">
                  <c:v>1.5229508196721311</c:v>
                </c:pt>
                <c:pt idx="1854">
                  <c:v>1.519672131147541</c:v>
                </c:pt>
                <c:pt idx="1855">
                  <c:v>1.5327868852459017</c:v>
                </c:pt>
                <c:pt idx="1856">
                  <c:v>1.5311475409836066</c:v>
                </c:pt>
                <c:pt idx="1857">
                  <c:v>1.5327868852459017</c:v>
                </c:pt>
                <c:pt idx="1858">
                  <c:v>1.5885245901639344</c:v>
                </c:pt>
                <c:pt idx="1859">
                  <c:v>1.6131147540983608</c:v>
                </c:pt>
                <c:pt idx="1860">
                  <c:v>1.6049180327868853</c:v>
                </c:pt>
                <c:pt idx="1861">
                  <c:v>1.6196721311475413</c:v>
                </c:pt>
                <c:pt idx="1862">
                  <c:v>1.6114754098360657</c:v>
                </c:pt>
                <c:pt idx="1863">
                  <c:v>1.5934426229508198</c:v>
                </c:pt>
                <c:pt idx="1864">
                  <c:v>1.6098360655737707</c:v>
                </c:pt>
                <c:pt idx="1865">
                  <c:v>1.5672131147540986</c:v>
                </c:pt>
                <c:pt idx="1866">
                  <c:v>1.6278688524590164</c:v>
                </c:pt>
                <c:pt idx="1867">
                  <c:v>1.6426229508196721</c:v>
                </c:pt>
                <c:pt idx="1868">
                  <c:v>1.6131147540983608</c:v>
                </c:pt>
                <c:pt idx="1869">
                  <c:v>1.6049180327868853</c:v>
                </c:pt>
                <c:pt idx="1870">
                  <c:v>1.6049180327868853</c:v>
                </c:pt>
                <c:pt idx="1871">
                  <c:v>1.598360655737705</c:v>
                </c:pt>
                <c:pt idx="1872">
                  <c:v>1.6245901639344265</c:v>
                </c:pt>
                <c:pt idx="1873">
                  <c:v>1.59672131147541</c:v>
                </c:pt>
                <c:pt idx="1874">
                  <c:v>1.6081967213114756</c:v>
                </c:pt>
                <c:pt idx="1875">
                  <c:v>1.6065573770491806</c:v>
                </c:pt>
                <c:pt idx="1876">
                  <c:v>1.6311475409836065</c:v>
                </c:pt>
                <c:pt idx="1877">
                  <c:v>1.6639344262295084</c:v>
                </c:pt>
                <c:pt idx="1878">
                  <c:v>1.6606557377049183</c:v>
                </c:pt>
                <c:pt idx="1879">
                  <c:v>1.6540983606557378</c:v>
                </c:pt>
                <c:pt idx="1880">
                  <c:v>1.673770491803279</c:v>
                </c:pt>
                <c:pt idx="1881">
                  <c:v>1.6672131147540985</c:v>
                </c:pt>
                <c:pt idx="1882">
                  <c:v>1.6672131147540985</c:v>
                </c:pt>
                <c:pt idx="1883">
                  <c:v>1.6622950819672133</c:v>
                </c:pt>
                <c:pt idx="1884">
                  <c:v>1.675409836065574</c:v>
                </c:pt>
                <c:pt idx="1885">
                  <c:v>1.6639344262295084</c:v>
                </c:pt>
                <c:pt idx="1886">
                  <c:v>1.6508196721311477</c:v>
                </c:pt>
                <c:pt idx="1887">
                  <c:v>1.6508196721311477</c:v>
                </c:pt>
                <c:pt idx="1888">
                  <c:v>1.6360655737704919</c:v>
                </c:pt>
                <c:pt idx="1889">
                  <c:v>1.6245901639344265</c:v>
                </c:pt>
                <c:pt idx="1890">
                  <c:v>1.6295081967213114</c:v>
                </c:pt>
                <c:pt idx="1891">
                  <c:v>1.6229508196721314</c:v>
                </c:pt>
                <c:pt idx="1892">
                  <c:v>1.6475409836065575</c:v>
                </c:pt>
                <c:pt idx="1893">
                  <c:v>1.6639344262295084</c:v>
                </c:pt>
                <c:pt idx="1894">
                  <c:v>1.6639344262295084</c:v>
                </c:pt>
                <c:pt idx="1895">
                  <c:v>1.6442622950819672</c:v>
                </c:pt>
                <c:pt idx="1896">
                  <c:v>1.6327868852459018</c:v>
                </c:pt>
                <c:pt idx="1897">
                  <c:v>1.6229508196721314</c:v>
                </c:pt>
                <c:pt idx="1898">
                  <c:v>1.6295081967213114</c:v>
                </c:pt>
                <c:pt idx="1899">
                  <c:v>1.6229508196721314</c:v>
                </c:pt>
                <c:pt idx="1900">
                  <c:v>1.6131147540983608</c:v>
                </c:pt>
                <c:pt idx="1901">
                  <c:v>1.6065573770491806</c:v>
                </c:pt>
                <c:pt idx="1902">
                  <c:v>1.598360655737705</c:v>
                </c:pt>
                <c:pt idx="1903">
                  <c:v>1.6032786885245902</c:v>
                </c:pt>
                <c:pt idx="1904">
                  <c:v>1.59672131147541</c:v>
                </c:pt>
                <c:pt idx="1905">
                  <c:v>1.5901639344262295</c:v>
                </c:pt>
                <c:pt idx="1906">
                  <c:v>1.6295081967213114</c:v>
                </c:pt>
                <c:pt idx="1907">
                  <c:v>1.6049180327868853</c:v>
                </c:pt>
                <c:pt idx="1908">
                  <c:v>1.598360655737705</c:v>
                </c:pt>
                <c:pt idx="1909">
                  <c:v>1.5918032786885248</c:v>
                </c:pt>
                <c:pt idx="1910">
                  <c:v>1.59672131147541</c:v>
                </c:pt>
                <c:pt idx="1911">
                  <c:v>1.6147540983606559</c:v>
                </c:pt>
                <c:pt idx="1912">
                  <c:v>1.6196721311475413</c:v>
                </c:pt>
                <c:pt idx="1913">
                  <c:v>1.6229508196721314</c:v>
                </c:pt>
                <c:pt idx="1914">
                  <c:v>1.659016393442623</c:v>
                </c:pt>
                <c:pt idx="1915">
                  <c:v>1.6885245901639347</c:v>
                </c:pt>
                <c:pt idx="1916">
                  <c:v>1.6885245901639347</c:v>
                </c:pt>
                <c:pt idx="1917">
                  <c:v>1.6901639344262296</c:v>
                </c:pt>
                <c:pt idx="1918">
                  <c:v>1.7180327868852461</c:v>
                </c:pt>
                <c:pt idx="1919">
                  <c:v>1.7639344262295082</c:v>
                </c:pt>
                <c:pt idx="1920">
                  <c:v>1.7442622950819675</c:v>
                </c:pt>
                <c:pt idx="1921">
                  <c:v>1.7606557377049181</c:v>
                </c:pt>
                <c:pt idx="1922">
                  <c:v>1.8147540983606558</c:v>
                </c:pt>
                <c:pt idx="1923">
                  <c:v>1.8114754098360657</c:v>
                </c:pt>
                <c:pt idx="1924">
                  <c:v>1.7868852459016396</c:v>
                </c:pt>
                <c:pt idx="1925">
                  <c:v>1.7983606557377052</c:v>
                </c:pt>
                <c:pt idx="1926">
                  <c:v>1.7934426229508198</c:v>
                </c:pt>
                <c:pt idx="1927">
                  <c:v>1.7737704918032788</c:v>
                </c:pt>
                <c:pt idx="1928">
                  <c:v>1.7590163934426231</c:v>
                </c:pt>
                <c:pt idx="1929">
                  <c:v>1.8262295081967215</c:v>
                </c:pt>
                <c:pt idx="1930">
                  <c:v>1.855737704918033</c:v>
                </c:pt>
                <c:pt idx="1931">
                  <c:v>1.8639344262295081</c:v>
                </c:pt>
                <c:pt idx="1932">
                  <c:v>1.8639344262295081</c:v>
                </c:pt>
                <c:pt idx="1933">
                  <c:v>1.8770491803278688</c:v>
                </c:pt>
                <c:pt idx="1934">
                  <c:v>1.8672131147540985</c:v>
                </c:pt>
                <c:pt idx="1935">
                  <c:v>1.855737704918033</c:v>
                </c:pt>
                <c:pt idx="1936">
                  <c:v>1.8803278688524592</c:v>
                </c:pt>
                <c:pt idx="1937">
                  <c:v>1.8803278688524592</c:v>
                </c:pt>
                <c:pt idx="1938">
                  <c:v>1.9295081967213115</c:v>
                </c:pt>
                <c:pt idx="1939">
                  <c:v>2.040983606557377</c:v>
                </c:pt>
                <c:pt idx="1940">
                  <c:v>1.9655737704918035</c:v>
                </c:pt>
                <c:pt idx="1941">
                  <c:v>1.8934426229508199</c:v>
                </c:pt>
                <c:pt idx="1942">
                  <c:v>1.8737704918032787</c:v>
                </c:pt>
                <c:pt idx="1943">
                  <c:v>1.8885245901639345</c:v>
                </c:pt>
                <c:pt idx="1944">
                  <c:v>1.9475409836065576</c:v>
                </c:pt>
                <c:pt idx="1945">
                  <c:v>2.0360655737704918</c:v>
                </c:pt>
                <c:pt idx="1946">
                  <c:v>2.0032786885245906</c:v>
                </c:pt>
                <c:pt idx="1947">
                  <c:v>2.055737704918033</c:v>
                </c:pt>
                <c:pt idx="1948">
                  <c:v>2.0262295081967214</c:v>
                </c:pt>
                <c:pt idx="1949">
                  <c:v>2.0163934426229511</c:v>
                </c:pt>
                <c:pt idx="1950">
                  <c:v>1.9950819672131148</c:v>
                </c:pt>
                <c:pt idx="1951">
                  <c:v>1.9442622950819672</c:v>
                </c:pt>
                <c:pt idx="1952">
                  <c:v>1.9852459016393442</c:v>
                </c:pt>
                <c:pt idx="1953">
                  <c:v>1.9639344262295084</c:v>
                </c:pt>
                <c:pt idx="1954">
                  <c:v>2.0836065573770495</c:v>
                </c:pt>
                <c:pt idx="1955">
                  <c:v>2.0754098360655737</c:v>
                </c:pt>
                <c:pt idx="1956">
                  <c:v>2.0262295081967214</c:v>
                </c:pt>
                <c:pt idx="1957">
                  <c:v>2.0901639344262297</c:v>
                </c:pt>
                <c:pt idx="1958">
                  <c:v>2.1475409836065573</c:v>
                </c:pt>
                <c:pt idx="1959">
                  <c:v>2.1737704918032787</c:v>
                </c:pt>
                <c:pt idx="1960">
                  <c:v>2.2327868852459019</c:v>
                </c:pt>
                <c:pt idx="1961">
                  <c:v>2.236065573770492</c:v>
                </c:pt>
                <c:pt idx="1962">
                  <c:v>2.2950819672131151</c:v>
                </c:pt>
                <c:pt idx="1963">
                  <c:v>2.2590163934426228</c:v>
                </c:pt>
                <c:pt idx="1964">
                  <c:v>2.2475409836065579</c:v>
                </c:pt>
                <c:pt idx="1965">
                  <c:v>2.3032786885245904</c:v>
                </c:pt>
                <c:pt idx="1966">
                  <c:v>2.3131147540983608</c:v>
                </c:pt>
                <c:pt idx="1967">
                  <c:v>2.3081967213114756</c:v>
                </c:pt>
                <c:pt idx="1968">
                  <c:v>2.3393442622950822</c:v>
                </c:pt>
                <c:pt idx="1969">
                  <c:v>2.4622950819672131</c:v>
                </c:pt>
                <c:pt idx="1970">
                  <c:v>2.3245901639344262</c:v>
                </c:pt>
                <c:pt idx="1971">
                  <c:v>2.3672131147540982</c:v>
                </c:pt>
                <c:pt idx="1972">
                  <c:v>2.2590163934426228</c:v>
                </c:pt>
                <c:pt idx="1973">
                  <c:v>2.1524590163934429</c:v>
                </c:pt>
                <c:pt idx="1974">
                  <c:v>2.154098360655738</c:v>
                </c:pt>
                <c:pt idx="1975">
                  <c:v>2.2098360655737705</c:v>
                </c:pt>
                <c:pt idx="1976">
                  <c:v>2.1622950819672133</c:v>
                </c:pt>
                <c:pt idx="1977">
                  <c:v>2.2327868852459019</c:v>
                </c:pt>
                <c:pt idx="1978">
                  <c:v>2.1754098360655738</c:v>
                </c:pt>
                <c:pt idx="1979">
                  <c:v>1.9786885245901642</c:v>
                </c:pt>
                <c:pt idx="1980">
                  <c:v>2.0163934426229511</c:v>
                </c:pt>
                <c:pt idx="1981">
                  <c:v>1.9163934426229507</c:v>
                </c:pt>
                <c:pt idx="1982">
                  <c:v>1.9475409836065576</c:v>
                </c:pt>
                <c:pt idx="1983">
                  <c:v>1.9639344262295084</c:v>
                </c:pt>
                <c:pt idx="1984">
                  <c:v>2.0131147540983605</c:v>
                </c:pt>
                <c:pt idx="1985">
                  <c:v>2.0065573770491807</c:v>
                </c:pt>
                <c:pt idx="1986">
                  <c:v>1.9786885245901642</c:v>
                </c:pt>
                <c:pt idx="1987">
                  <c:v>1.9163934426229507</c:v>
                </c:pt>
                <c:pt idx="1988">
                  <c:v>1.9032786885245903</c:v>
                </c:pt>
                <c:pt idx="1989">
                  <c:v>1.8754098360655738</c:v>
                </c:pt>
                <c:pt idx="1990">
                  <c:v>1.9442622950819672</c:v>
                </c:pt>
                <c:pt idx="1991">
                  <c:v>1.9360655737704919</c:v>
                </c:pt>
                <c:pt idx="1992">
                  <c:v>1.9016393442622952</c:v>
                </c:pt>
                <c:pt idx="1993">
                  <c:v>2.0032786885245906</c:v>
                </c:pt>
                <c:pt idx="1994">
                  <c:v>1.9475409836065576</c:v>
                </c:pt>
                <c:pt idx="1995">
                  <c:v>2.0426229508196725</c:v>
                </c:pt>
                <c:pt idx="1996">
                  <c:v>2.0393442622950819</c:v>
                </c:pt>
                <c:pt idx="1997">
                  <c:v>2.0327868852459017</c:v>
                </c:pt>
                <c:pt idx="1998">
                  <c:v>2.0475409836065577</c:v>
                </c:pt>
                <c:pt idx="1999">
                  <c:v>2.0852459016393445</c:v>
                </c:pt>
                <c:pt idx="2000">
                  <c:v>2.0754098360655737</c:v>
                </c:pt>
                <c:pt idx="2001">
                  <c:v>2.0622950819672132</c:v>
                </c:pt>
                <c:pt idx="2002">
                  <c:v>2.0491803278688527</c:v>
                </c:pt>
                <c:pt idx="2003">
                  <c:v>1.9491803278688526</c:v>
                </c:pt>
                <c:pt idx="2004">
                  <c:v>1.980327868852459</c:v>
                </c:pt>
                <c:pt idx="2005">
                  <c:v>1.9491803278688526</c:v>
                </c:pt>
                <c:pt idx="2006">
                  <c:v>1.8770491803278688</c:v>
                </c:pt>
                <c:pt idx="2007">
                  <c:v>1.8622950819672131</c:v>
                </c:pt>
                <c:pt idx="2008">
                  <c:v>1.7327868852459019</c:v>
                </c:pt>
                <c:pt idx="2009">
                  <c:v>1.673770491803279</c:v>
                </c:pt>
                <c:pt idx="2010">
                  <c:v>1.7295081967213117</c:v>
                </c:pt>
                <c:pt idx="2011">
                  <c:v>1.8754098360655738</c:v>
                </c:pt>
                <c:pt idx="2012">
                  <c:v>1.8770491803278688</c:v>
                </c:pt>
                <c:pt idx="2013">
                  <c:v>1.8770491803278688</c:v>
                </c:pt>
                <c:pt idx="2014">
                  <c:v>1.9426229508196722</c:v>
                </c:pt>
                <c:pt idx="2015">
                  <c:v>1.9180327868852458</c:v>
                </c:pt>
                <c:pt idx="2016">
                  <c:v>1.8754098360655738</c:v>
                </c:pt>
                <c:pt idx="2017">
                  <c:v>1.9065573770491806</c:v>
                </c:pt>
                <c:pt idx="2018">
                  <c:v>1.9049180327868853</c:v>
                </c:pt>
                <c:pt idx="2019">
                  <c:v>1.8163934426229509</c:v>
                </c:pt>
                <c:pt idx="2020">
                  <c:v>1.8081967213114754</c:v>
                </c:pt>
                <c:pt idx="2021">
                  <c:v>1.8032786885245902</c:v>
                </c:pt>
                <c:pt idx="2022">
                  <c:v>1.8393442622950822</c:v>
                </c:pt>
                <c:pt idx="2023">
                  <c:v>1.7524590163934426</c:v>
                </c:pt>
                <c:pt idx="2024">
                  <c:v>1.7590163934426231</c:v>
                </c:pt>
                <c:pt idx="2025">
                  <c:v>1.7426229508196724</c:v>
                </c:pt>
                <c:pt idx="2026">
                  <c:v>1.6901639344262296</c:v>
                </c:pt>
                <c:pt idx="2027">
                  <c:v>1.6491803278688526</c:v>
                </c:pt>
                <c:pt idx="2028">
                  <c:v>1.6409836065573771</c:v>
                </c:pt>
                <c:pt idx="2029">
                  <c:v>1.6622950819672133</c:v>
                </c:pt>
                <c:pt idx="2030">
                  <c:v>1.6360655737704919</c:v>
                </c:pt>
                <c:pt idx="2031">
                  <c:v>1.6491803278688526</c:v>
                </c:pt>
                <c:pt idx="2032">
                  <c:v>1.6803278688524592</c:v>
                </c:pt>
                <c:pt idx="2033">
                  <c:v>1.5836065573770493</c:v>
                </c:pt>
                <c:pt idx="2034">
                  <c:v>1.5540983606557379</c:v>
                </c:pt>
                <c:pt idx="2035">
                  <c:v>1.5803278688524591</c:v>
                </c:pt>
                <c:pt idx="2036">
                  <c:v>1.6196721311475413</c:v>
                </c:pt>
                <c:pt idx="2037">
                  <c:v>1.598360655737705</c:v>
                </c:pt>
                <c:pt idx="2038">
                  <c:v>1.6081967213114756</c:v>
                </c:pt>
                <c:pt idx="2039">
                  <c:v>1.7459016393442623</c:v>
                </c:pt>
                <c:pt idx="2040">
                  <c:v>1.7032786885245903</c:v>
                </c:pt>
                <c:pt idx="2041">
                  <c:v>1.7196721311475411</c:v>
                </c:pt>
                <c:pt idx="2042">
                  <c:v>1.7983606557377052</c:v>
                </c:pt>
                <c:pt idx="2043">
                  <c:v>1.8213114754098361</c:v>
                </c:pt>
                <c:pt idx="2044">
                  <c:v>1.9147540983606559</c:v>
                </c:pt>
                <c:pt idx="2045">
                  <c:v>1.8934426229508199</c:v>
                </c:pt>
                <c:pt idx="2046">
                  <c:v>1.9491803278688526</c:v>
                </c:pt>
                <c:pt idx="2047">
                  <c:v>1.9049180327868853</c:v>
                </c:pt>
                <c:pt idx="2048">
                  <c:v>1.8868852459016394</c:v>
                </c:pt>
                <c:pt idx="2049">
                  <c:v>1.9016393442622952</c:v>
                </c:pt>
                <c:pt idx="2050">
                  <c:v>1.9163934426229507</c:v>
                </c:pt>
                <c:pt idx="2051">
                  <c:v>1.8770491803278688</c:v>
                </c:pt>
                <c:pt idx="2052">
                  <c:v>1.89672131147541</c:v>
                </c:pt>
                <c:pt idx="2053">
                  <c:v>2.2508196721311475</c:v>
                </c:pt>
                <c:pt idx="2054">
                  <c:v>2.3065573770491805</c:v>
                </c:pt>
                <c:pt idx="2055">
                  <c:v>2.277049180327869</c:v>
                </c:pt>
                <c:pt idx="2056">
                  <c:v>2.2262295081967216</c:v>
                </c:pt>
                <c:pt idx="2057">
                  <c:v>2.2639344262295085</c:v>
                </c:pt>
                <c:pt idx="2058">
                  <c:v>2.2524590163934426</c:v>
                </c:pt>
                <c:pt idx="2059">
                  <c:v>2.2590163934426228</c:v>
                </c:pt>
                <c:pt idx="2060">
                  <c:v>2.2901639344262299</c:v>
                </c:pt>
                <c:pt idx="2061">
                  <c:v>2.2295081967213117</c:v>
                </c:pt>
                <c:pt idx="2062">
                  <c:v>2.2672131147540986</c:v>
                </c:pt>
                <c:pt idx="2063">
                  <c:v>2.2573770491803278</c:v>
                </c:pt>
                <c:pt idx="2064">
                  <c:v>2.0754098360655737</c:v>
                </c:pt>
                <c:pt idx="2065">
                  <c:v>2.040983606557377</c:v>
                </c:pt>
                <c:pt idx="2066">
                  <c:v>2.0442622950819676</c:v>
                </c:pt>
                <c:pt idx="2067">
                  <c:v>1.9770491803278691</c:v>
                </c:pt>
                <c:pt idx="2068">
                  <c:v>1.9688524590163936</c:v>
                </c:pt>
                <c:pt idx="2069">
                  <c:v>2.0065573770491807</c:v>
                </c:pt>
                <c:pt idx="2070">
                  <c:v>2.0295081967213116</c:v>
                </c:pt>
                <c:pt idx="2071">
                  <c:v>2.0262295081967214</c:v>
                </c:pt>
                <c:pt idx="2072">
                  <c:v>2.1147540983606561</c:v>
                </c:pt>
                <c:pt idx="2073">
                  <c:v>2.1967213114754101</c:v>
                </c:pt>
                <c:pt idx="2074">
                  <c:v>2.2737704918032788</c:v>
                </c:pt>
                <c:pt idx="2075">
                  <c:v>2.2901639344262299</c:v>
                </c:pt>
                <c:pt idx="2076">
                  <c:v>2.1803278688524594</c:v>
                </c:pt>
                <c:pt idx="2077">
                  <c:v>2.277049180327869</c:v>
                </c:pt>
                <c:pt idx="2078">
                  <c:v>2.3147540983606558</c:v>
                </c:pt>
                <c:pt idx="2079">
                  <c:v>2.2639344262295085</c:v>
                </c:pt>
                <c:pt idx="2080">
                  <c:v>2.2065573770491804</c:v>
                </c:pt>
                <c:pt idx="2081">
                  <c:v>2.2065573770491804</c:v>
                </c:pt>
                <c:pt idx="2082">
                  <c:v>2.2409836065573772</c:v>
                </c:pt>
                <c:pt idx="2083">
                  <c:v>2.2639344262295085</c:v>
                </c:pt>
                <c:pt idx="2084">
                  <c:v>2.2180327868852459</c:v>
                </c:pt>
                <c:pt idx="2085">
                  <c:v>2.1557377049180331</c:v>
                </c:pt>
                <c:pt idx="2086">
                  <c:v>2.2524590163934426</c:v>
                </c:pt>
                <c:pt idx="2087">
                  <c:v>2.2262295081967216</c:v>
                </c:pt>
                <c:pt idx="2088">
                  <c:v>2.2442622950819673</c:v>
                </c:pt>
                <c:pt idx="2089">
                  <c:v>2.3245901639344262</c:v>
                </c:pt>
                <c:pt idx="2090">
                  <c:v>2.2983606557377048</c:v>
                </c:pt>
                <c:pt idx="2091">
                  <c:v>2.3065573770491805</c:v>
                </c:pt>
                <c:pt idx="2092">
                  <c:v>2.3213114754098361</c:v>
                </c:pt>
                <c:pt idx="2093">
                  <c:v>2.2163934426229508</c:v>
                </c:pt>
                <c:pt idx="2094">
                  <c:v>2.1639344262295084</c:v>
                </c:pt>
                <c:pt idx="2095">
                  <c:v>2.098360655737705</c:v>
                </c:pt>
                <c:pt idx="2096">
                  <c:v>2.0803278688524589</c:v>
                </c:pt>
                <c:pt idx="2097">
                  <c:v>2.0508196721311478</c:v>
                </c:pt>
                <c:pt idx="2098">
                  <c:v>2.0655737704918034</c:v>
                </c:pt>
                <c:pt idx="2099">
                  <c:v>2.0655737704918034</c:v>
                </c:pt>
                <c:pt idx="2100">
                  <c:v>2.0245901639344264</c:v>
                </c:pt>
                <c:pt idx="2101">
                  <c:v>1.9836065573770492</c:v>
                </c:pt>
                <c:pt idx="2102">
                  <c:v>1.9967213114754099</c:v>
                </c:pt>
                <c:pt idx="2103">
                  <c:v>1.9606557377049183</c:v>
                </c:pt>
                <c:pt idx="2104">
                  <c:v>2.040983606557377</c:v>
                </c:pt>
                <c:pt idx="2105">
                  <c:v>1.9491803278688526</c:v>
                </c:pt>
                <c:pt idx="2106">
                  <c:v>2.0049180327868856</c:v>
                </c:pt>
                <c:pt idx="2107">
                  <c:v>2.0262295081967214</c:v>
                </c:pt>
                <c:pt idx="2108">
                  <c:v>1.9327868852459016</c:v>
                </c:pt>
                <c:pt idx="2109">
                  <c:v>1.9180327868852458</c:v>
                </c:pt>
                <c:pt idx="2110">
                  <c:v>1.9918032786885247</c:v>
                </c:pt>
                <c:pt idx="2111">
                  <c:v>1.9557377049180329</c:v>
                </c:pt>
                <c:pt idx="2112">
                  <c:v>1.9918032786885247</c:v>
                </c:pt>
                <c:pt idx="2113">
                  <c:v>2.1295081967213116</c:v>
                </c:pt>
                <c:pt idx="2114">
                  <c:v>2.1475409836065573</c:v>
                </c:pt>
                <c:pt idx="2115">
                  <c:v>2.0622950819672132</c:v>
                </c:pt>
                <c:pt idx="2116">
                  <c:v>2.0229508196721313</c:v>
                </c:pt>
                <c:pt idx="2117">
                  <c:v>2.2836065573770492</c:v>
                </c:pt>
                <c:pt idx="2118">
                  <c:v>2.1622950819672133</c:v>
                </c:pt>
                <c:pt idx="2119">
                  <c:v>2.0655737704918034</c:v>
                </c:pt>
                <c:pt idx="2120">
                  <c:v>1.9295081967213115</c:v>
                </c:pt>
                <c:pt idx="2121">
                  <c:v>1.9491803278688526</c:v>
                </c:pt>
                <c:pt idx="2122">
                  <c:v>1.9786885245901642</c:v>
                </c:pt>
                <c:pt idx="2123">
                  <c:v>1.9393442622950821</c:v>
                </c:pt>
                <c:pt idx="2124">
                  <c:v>1.8377049180327871</c:v>
                </c:pt>
                <c:pt idx="2125">
                  <c:v>1.9278688524590164</c:v>
                </c:pt>
                <c:pt idx="2126">
                  <c:v>1.9262295081967213</c:v>
                </c:pt>
                <c:pt idx="2127">
                  <c:v>1.8426229508196723</c:v>
                </c:pt>
                <c:pt idx="2128">
                  <c:v>1.8655737704918036</c:v>
                </c:pt>
                <c:pt idx="2129">
                  <c:v>1.9213114754098364</c:v>
                </c:pt>
                <c:pt idx="2130">
                  <c:v>1.8918032786885246</c:v>
                </c:pt>
                <c:pt idx="2131">
                  <c:v>1.8508196721311476</c:v>
                </c:pt>
                <c:pt idx="2132">
                  <c:v>1.8065573770491803</c:v>
                </c:pt>
                <c:pt idx="2133">
                  <c:v>1.7803278688524591</c:v>
                </c:pt>
                <c:pt idx="2134">
                  <c:v>1.7737704918032788</c:v>
                </c:pt>
                <c:pt idx="2135">
                  <c:v>1.7901639344262297</c:v>
                </c:pt>
                <c:pt idx="2136">
                  <c:v>1.8360655737704918</c:v>
                </c:pt>
                <c:pt idx="2137">
                  <c:v>2.0016393442622955</c:v>
                </c:pt>
                <c:pt idx="2138">
                  <c:v>1.9540983606557378</c:v>
                </c:pt>
                <c:pt idx="2139">
                  <c:v>1.9819672131147541</c:v>
                </c:pt>
                <c:pt idx="2140">
                  <c:v>2.0131147540983605</c:v>
                </c:pt>
                <c:pt idx="2141">
                  <c:v>2.0852459016393445</c:v>
                </c:pt>
                <c:pt idx="2142">
                  <c:v>2.0770491803278688</c:v>
                </c:pt>
                <c:pt idx="2143">
                  <c:v>1.9442622950819672</c:v>
                </c:pt>
                <c:pt idx="2144">
                  <c:v>1.9868852459016393</c:v>
                </c:pt>
                <c:pt idx="2145">
                  <c:v>1.9819672131147541</c:v>
                </c:pt>
                <c:pt idx="2146">
                  <c:v>1.9459016393442623</c:v>
                </c:pt>
                <c:pt idx="2147">
                  <c:v>1.8950819672131149</c:v>
                </c:pt>
                <c:pt idx="2148">
                  <c:v>1.89672131147541</c:v>
                </c:pt>
                <c:pt idx="2149">
                  <c:v>1.9114754098360658</c:v>
                </c:pt>
                <c:pt idx="2150">
                  <c:v>1.9245901639344263</c:v>
                </c:pt>
                <c:pt idx="2151">
                  <c:v>1.9098360655737707</c:v>
                </c:pt>
                <c:pt idx="2152">
                  <c:v>1.9213114754098364</c:v>
                </c:pt>
                <c:pt idx="2153">
                  <c:v>1.8770491803278688</c:v>
                </c:pt>
                <c:pt idx="2154">
                  <c:v>1.855737704918033</c:v>
                </c:pt>
                <c:pt idx="2155">
                  <c:v>1.937704918032787</c:v>
                </c:pt>
                <c:pt idx="2156">
                  <c:v>1.9049180327868853</c:v>
                </c:pt>
                <c:pt idx="2157">
                  <c:v>1.957377049180328</c:v>
                </c:pt>
                <c:pt idx="2158">
                  <c:v>1.9491803278688526</c:v>
                </c:pt>
                <c:pt idx="2159">
                  <c:v>1.9180327868852458</c:v>
                </c:pt>
                <c:pt idx="2160">
                  <c:v>1.9131147540983608</c:v>
                </c:pt>
                <c:pt idx="2161">
                  <c:v>1.8262295081967215</c:v>
                </c:pt>
                <c:pt idx="2162">
                  <c:v>1.7819672131147541</c:v>
                </c:pt>
                <c:pt idx="2163">
                  <c:v>1.7622950819672132</c:v>
                </c:pt>
                <c:pt idx="2164">
                  <c:v>1.8573770491803281</c:v>
                </c:pt>
                <c:pt idx="2165">
                  <c:v>1.8459016393442624</c:v>
                </c:pt>
                <c:pt idx="2166">
                  <c:v>1.8885245901639345</c:v>
                </c:pt>
                <c:pt idx="2167">
                  <c:v>1.9409836065573771</c:v>
                </c:pt>
                <c:pt idx="2168">
                  <c:v>1.9131147540983608</c:v>
                </c:pt>
                <c:pt idx="2169">
                  <c:v>1.8836065573770493</c:v>
                </c:pt>
                <c:pt idx="2170">
                  <c:v>1.9114754098360658</c:v>
                </c:pt>
                <c:pt idx="2171">
                  <c:v>1.937704918032787</c:v>
                </c:pt>
                <c:pt idx="2172">
                  <c:v>1.9229508196721314</c:v>
                </c:pt>
                <c:pt idx="2173">
                  <c:v>1.8016393442622953</c:v>
                </c:pt>
                <c:pt idx="2174">
                  <c:v>1.8000000000000003</c:v>
                </c:pt>
                <c:pt idx="2175">
                  <c:v>1.7918032786885247</c:v>
                </c:pt>
                <c:pt idx="2176">
                  <c:v>1.8065573770491803</c:v>
                </c:pt>
                <c:pt idx="2177">
                  <c:v>1.7950819672131146</c:v>
                </c:pt>
                <c:pt idx="2178">
                  <c:v>1.8377049180327871</c:v>
                </c:pt>
                <c:pt idx="2179">
                  <c:v>1.8655737704918036</c:v>
                </c:pt>
                <c:pt idx="2180">
                  <c:v>1.9426229508196722</c:v>
                </c:pt>
                <c:pt idx="2181">
                  <c:v>1.9524590163934428</c:v>
                </c:pt>
                <c:pt idx="2182">
                  <c:v>1.9819672131147541</c:v>
                </c:pt>
                <c:pt idx="2183">
                  <c:v>2.0114754098360654</c:v>
                </c:pt>
                <c:pt idx="2184">
                  <c:v>1.9540983606557378</c:v>
                </c:pt>
                <c:pt idx="2185">
                  <c:v>1.9819672131147541</c:v>
                </c:pt>
                <c:pt idx="2186">
                  <c:v>1.9754098360655741</c:v>
                </c:pt>
                <c:pt idx="2187">
                  <c:v>1.8786885245901641</c:v>
                </c:pt>
                <c:pt idx="2188">
                  <c:v>1.9000000000000001</c:v>
                </c:pt>
                <c:pt idx="2189">
                  <c:v>1.9016393442622952</c:v>
                </c:pt>
                <c:pt idx="2190">
                  <c:v>1.9852459016393442</c:v>
                </c:pt>
                <c:pt idx="2191">
                  <c:v>2.0016393442622955</c:v>
                </c:pt>
                <c:pt idx="2192">
                  <c:v>2.057377049180328</c:v>
                </c:pt>
                <c:pt idx="2193">
                  <c:v>2.0770491803278688</c:v>
                </c:pt>
                <c:pt idx="2194">
                  <c:v>2.040983606557377</c:v>
                </c:pt>
                <c:pt idx="2195">
                  <c:v>2.0901639344262297</c:v>
                </c:pt>
                <c:pt idx="2196">
                  <c:v>2.1262295081967215</c:v>
                </c:pt>
                <c:pt idx="2197">
                  <c:v>2.0885245901639347</c:v>
                </c:pt>
                <c:pt idx="2198">
                  <c:v>2.111475409836066</c:v>
                </c:pt>
                <c:pt idx="2199">
                  <c:v>2.0688524590163935</c:v>
                </c:pt>
                <c:pt idx="2200">
                  <c:v>2.0754098360655737</c:v>
                </c:pt>
                <c:pt idx="2201">
                  <c:v>2.1032786885245902</c:v>
                </c:pt>
                <c:pt idx="2202">
                  <c:v>2.0786885245901638</c:v>
                </c:pt>
                <c:pt idx="2203">
                  <c:v>2.0639344262295083</c:v>
                </c:pt>
                <c:pt idx="2204">
                  <c:v>2.1311475409836067</c:v>
                </c:pt>
                <c:pt idx="2205">
                  <c:v>2.1655737704918034</c:v>
                </c:pt>
                <c:pt idx="2206">
                  <c:v>2.1786885245901639</c:v>
                </c:pt>
                <c:pt idx="2207">
                  <c:v>2.1639344262295084</c:v>
                </c:pt>
                <c:pt idx="2208">
                  <c:v>2.1573770491803281</c:v>
                </c:pt>
                <c:pt idx="2209">
                  <c:v>2.1590163934426232</c:v>
                </c:pt>
                <c:pt idx="2210">
                  <c:v>2.1803278688524594</c:v>
                </c:pt>
                <c:pt idx="2211">
                  <c:v>2.1245901639344265</c:v>
                </c:pt>
                <c:pt idx="2212">
                  <c:v>2.072131147540984</c:v>
                </c:pt>
                <c:pt idx="2213">
                  <c:v>2.1065573770491803</c:v>
                </c:pt>
                <c:pt idx="2214">
                  <c:v>2.0868852459016396</c:v>
                </c:pt>
                <c:pt idx="2215">
                  <c:v>2.081967213114754</c:v>
                </c:pt>
                <c:pt idx="2216">
                  <c:v>2.1196721311475413</c:v>
                </c:pt>
                <c:pt idx="2217">
                  <c:v>2.1704918032786886</c:v>
                </c:pt>
                <c:pt idx="2218">
                  <c:v>2.2426229508196722</c:v>
                </c:pt>
                <c:pt idx="2219">
                  <c:v>2.2131147540983607</c:v>
                </c:pt>
                <c:pt idx="2220">
                  <c:v>2.0934426229508198</c:v>
                </c:pt>
                <c:pt idx="2221">
                  <c:v>2.0918032786885248</c:v>
                </c:pt>
                <c:pt idx="2222">
                  <c:v>2.1868852459016392</c:v>
                </c:pt>
                <c:pt idx="2223">
                  <c:v>2.1098360655737705</c:v>
                </c:pt>
                <c:pt idx="2224">
                  <c:v>2.09672131147541</c:v>
                </c:pt>
                <c:pt idx="2225">
                  <c:v>2.0442622950819676</c:v>
                </c:pt>
                <c:pt idx="2226">
                  <c:v>2.0655737704918034</c:v>
                </c:pt>
                <c:pt idx="2227">
                  <c:v>2.0901639344262297</c:v>
                </c:pt>
                <c:pt idx="2228">
                  <c:v>2.1409836065573771</c:v>
                </c:pt>
                <c:pt idx="2229">
                  <c:v>2.113114754098361</c:v>
                </c:pt>
                <c:pt idx="2230">
                  <c:v>2.1278688524590166</c:v>
                </c:pt>
                <c:pt idx="2231">
                  <c:v>2.1508196721311474</c:v>
                </c:pt>
                <c:pt idx="2232">
                  <c:v>2.1803278688524594</c:v>
                </c:pt>
                <c:pt idx="2233">
                  <c:v>2.2295081967213117</c:v>
                </c:pt>
                <c:pt idx="2234">
                  <c:v>2.2000000000000002</c:v>
                </c:pt>
                <c:pt idx="2235">
                  <c:v>2.195081967213115</c:v>
                </c:pt>
                <c:pt idx="2236">
                  <c:v>2.1327868852459018</c:v>
                </c:pt>
                <c:pt idx="2237">
                  <c:v>2.1016393442622952</c:v>
                </c:pt>
                <c:pt idx="2238">
                  <c:v>2.1016393442622952</c:v>
                </c:pt>
                <c:pt idx="2239">
                  <c:v>2.0737704918032787</c:v>
                </c:pt>
                <c:pt idx="2240">
                  <c:v>2.040983606557377</c:v>
                </c:pt>
                <c:pt idx="2241">
                  <c:v>2.0754098360655737</c:v>
                </c:pt>
                <c:pt idx="2242">
                  <c:v>2.0803278688524589</c:v>
                </c:pt>
                <c:pt idx="2243">
                  <c:v>2.1409836065573771</c:v>
                </c:pt>
                <c:pt idx="2244">
                  <c:v>2.0803278688524589</c:v>
                </c:pt>
                <c:pt idx="2245">
                  <c:v>2.0065573770491807</c:v>
                </c:pt>
                <c:pt idx="2246">
                  <c:v>2.0114754098360654</c:v>
                </c:pt>
                <c:pt idx="2247">
                  <c:v>2.0327868852459017</c:v>
                </c:pt>
                <c:pt idx="2248">
                  <c:v>2.0901639344262297</c:v>
                </c:pt>
                <c:pt idx="2249">
                  <c:v>2.1967213114754101</c:v>
                </c:pt>
                <c:pt idx="2250">
                  <c:v>2.1721311475409837</c:v>
                </c:pt>
                <c:pt idx="2251">
                  <c:v>2.1426229508196721</c:v>
                </c:pt>
                <c:pt idx="2252">
                  <c:v>2.1196721311475413</c:v>
                </c:pt>
                <c:pt idx="2253">
                  <c:v>2.1622950819672133</c:v>
                </c:pt>
                <c:pt idx="2254">
                  <c:v>2.1180327868852462</c:v>
                </c:pt>
                <c:pt idx="2255">
                  <c:v>2.154098360655738</c:v>
                </c:pt>
                <c:pt idx="2256">
                  <c:v>2.1672131147540985</c:v>
                </c:pt>
                <c:pt idx="2257">
                  <c:v>2.1836065573770496</c:v>
                </c:pt>
                <c:pt idx="2258">
                  <c:v>2.2639344262295085</c:v>
                </c:pt>
                <c:pt idx="2259">
                  <c:v>2.2393442622950821</c:v>
                </c:pt>
                <c:pt idx="2260">
                  <c:v>2.2622950819672134</c:v>
                </c:pt>
                <c:pt idx="2261">
                  <c:v>2.278688524590164</c:v>
                </c:pt>
                <c:pt idx="2262">
                  <c:v>2.29344262295082</c:v>
                </c:pt>
                <c:pt idx="2263">
                  <c:v>2.4442622950819675</c:v>
                </c:pt>
                <c:pt idx="2264">
                  <c:v>2.459016393442623</c:v>
                </c:pt>
                <c:pt idx="2265">
                  <c:v>2.4672131147540988</c:v>
                </c:pt>
                <c:pt idx="2266">
                  <c:v>2.514754098360656</c:v>
                </c:pt>
                <c:pt idx="2267">
                  <c:v>2.5327868852459017</c:v>
                </c:pt>
                <c:pt idx="2268">
                  <c:v>2.5032786885245901</c:v>
                </c:pt>
                <c:pt idx="2269">
                  <c:v>2.5688524590163935</c:v>
                </c:pt>
                <c:pt idx="2270">
                  <c:v>2.5803278688524593</c:v>
                </c:pt>
                <c:pt idx="2271">
                  <c:v>2.5213114754098362</c:v>
                </c:pt>
                <c:pt idx="2272">
                  <c:v>2.5475409836065572</c:v>
                </c:pt>
                <c:pt idx="2273">
                  <c:v>2.4442622950819675</c:v>
                </c:pt>
                <c:pt idx="2274">
                  <c:v>2.555737704918033</c:v>
                </c:pt>
                <c:pt idx="2275">
                  <c:v>2.5475409836065572</c:v>
                </c:pt>
                <c:pt idx="2276">
                  <c:v>2.5245901639344264</c:v>
                </c:pt>
                <c:pt idx="2277">
                  <c:v>2.5639344262295083</c:v>
                </c:pt>
                <c:pt idx="2278">
                  <c:v>2.5721311475409836</c:v>
                </c:pt>
                <c:pt idx="2279">
                  <c:v>2.5950819672131149</c:v>
                </c:pt>
                <c:pt idx="2280">
                  <c:v>2.5819672131147544</c:v>
                </c:pt>
                <c:pt idx="2281">
                  <c:v>2.5344262295081972</c:v>
                </c:pt>
                <c:pt idx="2282">
                  <c:v>2.5459016393442622</c:v>
                </c:pt>
                <c:pt idx="2283">
                  <c:v>2.5918032786885248</c:v>
                </c:pt>
                <c:pt idx="2284">
                  <c:v>2.5360655737704922</c:v>
                </c:pt>
                <c:pt idx="2285">
                  <c:v>2.457377049180328</c:v>
                </c:pt>
                <c:pt idx="2286">
                  <c:v>2.4950819672131148</c:v>
                </c:pt>
                <c:pt idx="2287">
                  <c:v>2.540983606557377</c:v>
                </c:pt>
                <c:pt idx="2288">
                  <c:v>2.5377049180327873</c:v>
                </c:pt>
                <c:pt idx="2289">
                  <c:v>2.5442622950819671</c:v>
                </c:pt>
                <c:pt idx="2290">
                  <c:v>2.5245901639344264</c:v>
                </c:pt>
                <c:pt idx="2291">
                  <c:v>2.5098360655737708</c:v>
                </c:pt>
                <c:pt idx="2292">
                  <c:v>2.4918032786885247</c:v>
                </c:pt>
                <c:pt idx="2293">
                  <c:v>2.4327868852459016</c:v>
                </c:pt>
                <c:pt idx="2294">
                  <c:v>2.4311475409836065</c:v>
                </c:pt>
                <c:pt idx="2295">
                  <c:v>2.4688524590163938</c:v>
                </c:pt>
                <c:pt idx="2296">
                  <c:v>2.4393442622950823</c:v>
                </c:pt>
                <c:pt idx="2297">
                  <c:v>2.4508196721311477</c:v>
                </c:pt>
                <c:pt idx="2298">
                  <c:v>2.4655737704918033</c:v>
                </c:pt>
                <c:pt idx="2299">
                  <c:v>2.5868852459016396</c:v>
                </c:pt>
                <c:pt idx="2300">
                  <c:v>2.6131147540983606</c:v>
                </c:pt>
                <c:pt idx="2301">
                  <c:v>2.7327868852459023</c:v>
                </c:pt>
                <c:pt idx="2302">
                  <c:v>2.6754098360655738</c:v>
                </c:pt>
                <c:pt idx="2303">
                  <c:v>2.7868852459016393</c:v>
                </c:pt>
                <c:pt idx="2304">
                  <c:v>2.7491803278688525</c:v>
                </c:pt>
                <c:pt idx="2305">
                  <c:v>2.8967213114754102</c:v>
                </c:pt>
                <c:pt idx="2306">
                  <c:v>2.8688524590163937</c:v>
                </c:pt>
                <c:pt idx="2307">
                  <c:v>2.8360655737704921</c:v>
                </c:pt>
                <c:pt idx="2308">
                  <c:v>2.7737704918032793</c:v>
                </c:pt>
                <c:pt idx="2309">
                  <c:v>2.819672131147541</c:v>
                </c:pt>
                <c:pt idx="2310">
                  <c:v>2.7983606557377052</c:v>
                </c:pt>
                <c:pt idx="2311">
                  <c:v>2.8245901639344266</c:v>
                </c:pt>
                <c:pt idx="2312">
                  <c:v>2.8639344262295081</c:v>
                </c:pt>
                <c:pt idx="2313">
                  <c:v>2.8934426229508197</c:v>
                </c:pt>
                <c:pt idx="2314">
                  <c:v>2.9000000000000004</c:v>
                </c:pt>
                <c:pt idx="2315">
                  <c:v>2.8540983606557377</c:v>
                </c:pt>
                <c:pt idx="2316">
                  <c:v>2.8377049180327867</c:v>
                </c:pt>
                <c:pt idx="2317">
                  <c:v>2.9147540983606559</c:v>
                </c:pt>
                <c:pt idx="2318">
                  <c:v>2.9213114754098362</c:v>
                </c:pt>
                <c:pt idx="2319">
                  <c:v>2.9508196721311477</c:v>
                </c:pt>
                <c:pt idx="2320">
                  <c:v>2.9967213114754103</c:v>
                </c:pt>
                <c:pt idx="2321">
                  <c:v>3.0311475409836066</c:v>
                </c:pt>
                <c:pt idx="2322">
                  <c:v>3.0295081967213116</c:v>
                </c:pt>
                <c:pt idx="2323">
                  <c:v>3.0377049180327873</c:v>
                </c:pt>
                <c:pt idx="2324">
                  <c:v>3.0327868852459017</c:v>
                </c:pt>
                <c:pt idx="2325">
                  <c:v>3.0786885245901643</c:v>
                </c:pt>
                <c:pt idx="2326">
                  <c:v>3.042622950819672</c:v>
                </c:pt>
                <c:pt idx="2327">
                  <c:v>3.1377049180327869</c:v>
                </c:pt>
                <c:pt idx="2328">
                  <c:v>3.1557377049180331</c:v>
                </c:pt>
                <c:pt idx="2329">
                  <c:v>3.1721311475409841</c:v>
                </c:pt>
                <c:pt idx="2330">
                  <c:v>3.2754098360655739</c:v>
                </c:pt>
                <c:pt idx="2331">
                  <c:v>3.3901639344262295</c:v>
                </c:pt>
                <c:pt idx="2332">
                  <c:v>3.5540983606557379</c:v>
                </c:pt>
                <c:pt idx="2333">
                  <c:v>3.5868852459016396</c:v>
                </c:pt>
                <c:pt idx="2334">
                  <c:v>3.736065573770492</c:v>
                </c:pt>
                <c:pt idx="2335">
                  <c:v>3.6344262295081973</c:v>
                </c:pt>
                <c:pt idx="2336">
                  <c:v>3.5885245901639347</c:v>
                </c:pt>
                <c:pt idx="2337">
                  <c:v>3.5590163934426231</c:v>
                </c:pt>
                <c:pt idx="2338">
                  <c:v>3.5672131147540989</c:v>
                </c:pt>
                <c:pt idx="2339">
                  <c:v>3.721311475409836</c:v>
                </c:pt>
                <c:pt idx="2340">
                  <c:v>3.5655737704918034</c:v>
                </c:pt>
                <c:pt idx="2341">
                  <c:v>3.557377049180328</c:v>
                </c:pt>
                <c:pt idx="2342">
                  <c:v>3.5590163934426231</c:v>
                </c:pt>
                <c:pt idx="2343">
                  <c:v>3.6016393442622952</c:v>
                </c:pt>
                <c:pt idx="2344">
                  <c:v>3.6721311475409837</c:v>
                </c:pt>
                <c:pt idx="2345">
                  <c:v>3.6885245901639347</c:v>
                </c:pt>
                <c:pt idx="2346">
                  <c:v>3.8639344262295086</c:v>
                </c:pt>
                <c:pt idx="2347">
                  <c:v>3.9819672131147543</c:v>
                </c:pt>
                <c:pt idx="2348">
                  <c:v>3.9803278688524593</c:v>
                </c:pt>
                <c:pt idx="2349">
                  <c:v>3.8688524590163937</c:v>
                </c:pt>
                <c:pt idx="2350">
                  <c:v>3.7836065573770492</c:v>
                </c:pt>
                <c:pt idx="2351">
                  <c:v>3.5491803278688523</c:v>
                </c:pt>
                <c:pt idx="2352">
                  <c:v>3.4</c:v>
                </c:pt>
                <c:pt idx="2353">
                  <c:v>3.4590163934426235</c:v>
                </c:pt>
                <c:pt idx="2354">
                  <c:v>3.5868852459016396</c:v>
                </c:pt>
                <c:pt idx="2355">
                  <c:v>3.472131147540984</c:v>
                </c:pt>
                <c:pt idx="2356">
                  <c:v>3.6360655737704919</c:v>
                </c:pt>
                <c:pt idx="2357">
                  <c:v>3.5508196721311478</c:v>
                </c:pt>
                <c:pt idx="2358">
                  <c:v>3.6918032786885249</c:v>
                </c:pt>
                <c:pt idx="2359">
                  <c:v>3.6868852459016392</c:v>
                </c:pt>
                <c:pt idx="2360">
                  <c:v>3.598360655737705</c:v>
                </c:pt>
                <c:pt idx="2361">
                  <c:v>3.5901639344262293</c:v>
                </c:pt>
                <c:pt idx="2362">
                  <c:v>3.6180327868852462</c:v>
                </c:pt>
                <c:pt idx="2363">
                  <c:v>3.557377049180328</c:v>
                </c:pt>
                <c:pt idx="2364">
                  <c:v>3.4918032786885247</c:v>
                </c:pt>
                <c:pt idx="2365">
                  <c:v>3.557377049180328</c:v>
                </c:pt>
                <c:pt idx="2366">
                  <c:v>3.7278688524590162</c:v>
                </c:pt>
                <c:pt idx="2367">
                  <c:v>3.8196721311475414</c:v>
                </c:pt>
                <c:pt idx="2368">
                  <c:v>3.931147540983607</c:v>
                </c:pt>
                <c:pt idx="2369">
                  <c:v>3.918032786885246</c:v>
                </c:pt>
                <c:pt idx="2370">
                  <c:v>3.8032786885245904</c:v>
                </c:pt>
                <c:pt idx="2371">
                  <c:v>3.877049180327869</c:v>
                </c:pt>
                <c:pt idx="2372">
                  <c:v>3.9344262295081971</c:v>
                </c:pt>
                <c:pt idx="2373">
                  <c:v>3.6049180327868853</c:v>
                </c:pt>
                <c:pt idx="2374">
                  <c:v>3.6065573770491803</c:v>
                </c:pt>
                <c:pt idx="2375">
                  <c:v>3.4262295081967213</c:v>
                </c:pt>
                <c:pt idx="2376">
                  <c:v>3.4377049180327868</c:v>
                </c:pt>
                <c:pt idx="2377">
                  <c:v>3.5819672131147544</c:v>
                </c:pt>
                <c:pt idx="2378">
                  <c:v>3.7704918032786887</c:v>
                </c:pt>
                <c:pt idx="2379">
                  <c:v>3.7885245901639344</c:v>
                </c:pt>
                <c:pt idx="2380">
                  <c:v>3.8639344262295086</c:v>
                </c:pt>
                <c:pt idx="2381">
                  <c:v>3.7459016393442628</c:v>
                </c:pt>
                <c:pt idx="2382">
                  <c:v>3.8360655737704916</c:v>
                </c:pt>
                <c:pt idx="2383">
                  <c:v>3.6655737704918034</c:v>
                </c:pt>
                <c:pt idx="2384">
                  <c:v>3.6967213114754101</c:v>
                </c:pt>
                <c:pt idx="2385">
                  <c:v>3.6885245901639347</c:v>
                </c:pt>
                <c:pt idx="2386">
                  <c:v>3.6262295081967215</c:v>
                </c:pt>
                <c:pt idx="2387">
                  <c:v>3.4852459016393449</c:v>
                </c:pt>
                <c:pt idx="2388">
                  <c:v>3.5770491803278692</c:v>
                </c:pt>
                <c:pt idx="2389">
                  <c:v>3.6344262295081973</c:v>
                </c:pt>
                <c:pt idx="2390">
                  <c:v>3.737704918032787</c:v>
                </c:pt>
                <c:pt idx="2391">
                  <c:v>3.7393442622950821</c:v>
                </c:pt>
                <c:pt idx="2392">
                  <c:v>3.8360655737704916</c:v>
                </c:pt>
                <c:pt idx="2393">
                  <c:v>3.6639344262295088</c:v>
                </c:pt>
                <c:pt idx="2394">
                  <c:v>3.5950819672131149</c:v>
                </c:pt>
                <c:pt idx="2395">
                  <c:v>3.5918032786885248</c:v>
                </c:pt>
                <c:pt idx="2396">
                  <c:v>3.5049180327868852</c:v>
                </c:pt>
                <c:pt idx="2397">
                  <c:v>3.598360655737705</c:v>
                </c:pt>
                <c:pt idx="2398">
                  <c:v>3.5901639344262293</c:v>
                </c:pt>
                <c:pt idx="2399">
                  <c:v>3.639344262295082</c:v>
                </c:pt>
                <c:pt idx="2400">
                  <c:v>3.7245901639344261</c:v>
                </c:pt>
                <c:pt idx="2401">
                  <c:v>3.7065573770491804</c:v>
                </c:pt>
                <c:pt idx="2402">
                  <c:v>3.7508196721311475</c:v>
                </c:pt>
                <c:pt idx="2403">
                  <c:v>3.639344262295082</c:v>
                </c:pt>
                <c:pt idx="2404">
                  <c:v>3.639344262295082</c:v>
                </c:pt>
                <c:pt idx="2405">
                  <c:v>3.529508196721312</c:v>
                </c:pt>
                <c:pt idx="2406">
                  <c:v>3.5327868852459021</c:v>
                </c:pt>
                <c:pt idx="2407">
                  <c:v>3.5540983606557379</c:v>
                </c:pt>
                <c:pt idx="2408">
                  <c:v>3.6508196721311479</c:v>
                </c:pt>
                <c:pt idx="2409">
                  <c:v>3.6426229508196721</c:v>
                </c:pt>
                <c:pt idx="2410">
                  <c:v>3.6344262295081973</c:v>
                </c:pt>
                <c:pt idx="2411">
                  <c:v>3.6590163934426232</c:v>
                </c:pt>
                <c:pt idx="2412">
                  <c:v>3.7393442622950821</c:v>
                </c:pt>
                <c:pt idx="2413">
                  <c:v>3.6065573770491803</c:v>
                </c:pt>
                <c:pt idx="2414">
                  <c:v>3.5622950819672132</c:v>
                </c:pt>
                <c:pt idx="2415">
                  <c:v>3.5606557377049182</c:v>
                </c:pt>
                <c:pt idx="2416">
                  <c:v>3.4426229508196724</c:v>
                </c:pt>
                <c:pt idx="2417">
                  <c:v>3.6475409836065578</c:v>
                </c:pt>
                <c:pt idx="2418">
                  <c:v>3.8360655737704916</c:v>
                </c:pt>
                <c:pt idx="2419">
                  <c:v>4.0344262295081972</c:v>
                </c:pt>
                <c:pt idx="2420">
                  <c:v>3.9754098360655741</c:v>
                </c:pt>
                <c:pt idx="2421">
                  <c:v>4.168852459016394</c:v>
                </c:pt>
                <c:pt idx="2422">
                  <c:v>4.0967213114754095</c:v>
                </c:pt>
                <c:pt idx="2423">
                  <c:v>4.2295081967213122</c:v>
                </c:pt>
                <c:pt idx="2424">
                  <c:v>4.1065573770491808</c:v>
                </c:pt>
                <c:pt idx="2425">
                  <c:v>4.3475409836065575</c:v>
                </c:pt>
                <c:pt idx="2426">
                  <c:v>4.4426229508196728</c:v>
                </c:pt>
                <c:pt idx="2427">
                  <c:v>4.4426229508196728</c:v>
                </c:pt>
                <c:pt idx="2428">
                  <c:v>4.391803278688525</c:v>
                </c:pt>
                <c:pt idx="2429">
                  <c:v>4.4131147540983608</c:v>
                </c:pt>
                <c:pt idx="2430">
                  <c:v>4.3622950819672131</c:v>
                </c:pt>
                <c:pt idx="2431">
                  <c:v>4.5163934426229515</c:v>
                </c:pt>
                <c:pt idx="2432">
                  <c:v>4.5245901639344268</c:v>
                </c:pt>
                <c:pt idx="2433">
                  <c:v>4.6540983606557385</c:v>
                </c:pt>
                <c:pt idx="2434">
                  <c:v>4.5967213114754095</c:v>
                </c:pt>
                <c:pt idx="2435">
                  <c:v>4.4836065573770494</c:v>
                </c:pt>
                <c:pt idx="2436">
                  <c:v>4.418032786885246</c:v>
                </c:pt>
                <c:pt idx="2437">
                  <c:v>4.5245901639344268</c:v>
                </c:pt>
                <c:pt idx="2438">
                  <c:v>4.5999999999999996</c:v>
                </c:pt>
                <c:pt idx="2439">
                  <c:v>4.5524590163934429</c:v>
                </c:pt>
                <c:pt idx="2440">
                  <c:v>4.555737704918033</c:v>
                </c:pt>
                <c:pt idx="2441">
                  <c:v>4.7459016393442628</c:v>
                </c:pt>
                <c:pt idx="2442">
                  <c:v>4.8016393442622949</c:v>
                </c:pt>
                <c:pt idx="2443">
                  <c:v>4.722950819672131</c:v>
                </c:pt>
                <c:pt idx="2444">
                  <c:v>4.7049180327868854</c:v>
                </c:pt>
                <c:pt idx="2445">
                  <c:v>4.8721311475409834</c:v>
                </c:pt>
                <c:pt idx="2446">
                  <c:v>4.7901639344262295</c:v>
                </c:pt>
                <c:pt idx="2447">
                  <c:v>4.639344262295082</c:v>
                </c:pt>
                <c:pt idx="2448">
                  <c:v>4.8163934426229513</c:v>
                </c:pt>
                <c:pt idx="2449">
                  <c:v>4.8508196721311476</c:v>
                </c:pt>
                <c:pt idx="2450">
                  <c:v>4.7983606557377048</c:v>
                </c:pt>
                <c:pt idx="2451">
                  <c:v>4.8360655737704921</c:v>
                </c:pt>
                <c:pt idx="2452">
                  <c:v>4.6786885245901644</c:v>
                </c:pt>
                <c:pt idx="2453">
                  <c:v>4.5262295081967219</c:v>
                </c:pt>
                <c:pt idx="2454">
                  <c:v>4.334426229508197</c:v>
                </c:pt>
                <c:pt idx="2455">
                  <c:v>4.418032786885246</c:v>
                </c:pt>
                <c:pt idx="2456">
                  <c:v>4.4049180327868855</c:v>
                </c:pt>
                <c:pt idx="2457">
                  <c:v>4.3868852459016399</c:v>
                </c:pt>
                <c:pt idx="2458">
                  <c:v>4.5114754098360654</c:v>
                </c:pt>
                <c:pt idx="2459">
                  <c:v>4.4049180327868855</c:v>
                </c:pt>
                <c:pt idx="2460">
                  <c:v>4.472131147540984</c:v>
                </c:pt>
                <c:pt idx="2461">
                  <c:v>4.2967213114754106</c:v>
                </c:pt>
                <c:pt idx="2462">
                  <c:v>4.3704918032786884</c:v>
                </c:pt>
                <c:pt idx="2463">
                  <c:v>4.4065573770491806</c:v>
                </c:pt>
                <c:pt idx="2464">
                  <c:v>4.0901639344262293</c:v>
                </c:pt>
                <c:pt idx="2465">
                  <c:v>3.9852459016393444</c:v>
                </c:pt>
                <c:pt idx="2466">
                  <c:v>4.1180327868852462</c:v>
                </c:pt>
                <c:pt idx="2467">
                  <c:v>3.9983606557377054</c:v>
                </c:pt>
                <c:pt idx="2468">
                  <c:v>3.9770491803278691</c:v>
                </c:pt>
                <c:pt idx="2469">
                  <c:v>3.6475409836065578</c:v>
                </c:pt>
                <c:pt idx="2470">
                  <c:v>3.6901639344262298</c:v>
                </c:pt>
                <c:pt idx="2471">
                  <c:v>3.6081967213114758</c:v>
                </c:pt>
                <c:pt idx="2472">
                  <c:v>3.5655737704918034</c:v>
                </c:pt>
                <c:pt idx="2473">
                  <c:v>3.6475409836065578</c:v>
                </c:pt>
                <c:pt idx="2474">
                  <c:v>3.5508196721311478</c:v>
                </c:pt>
                <c:pt idx="2475">
                  <c:v>3.3147540983606558</c:v>
                </c:pt>
                <c:pt idx="2476">
                  <c:v>3.1852459016393442</c:v>
                </c:pt>
                <c:pt idx="2477">
                  <c:v>3.1360655737704919</c:v>
                </c:pt>
                <c:pt idx="2478">
                  <c:v>3.2508196721311475</c:v>
                </c:pt>
                <c:pt idx="2479">
                  <c:v>3.0000000000000004</c:v>
                </c:pt>
                <c:pt idx="2480">
                  <c:v>3.0114754098360659</c:v>
                </c:pt>
                <c:pt idx="2481">
                  <c:v>3.1163934426229511</c:v>
                </c:pt>
                <c:pt idx="2482">
                  <c:v>3.0622950819672132</c:v>
                </c:pt>
                <c:pt idx="2483">
                  <c:v>2.8901639344262295</c:v>
                </c:pt>
                <c:pt idx="2484">
                  <c:v>2.737704918032787</c:v>
                </c:pt>
                <c:pt idx="2485">
                  <c:v>2.9262295081967218</c:v>
                </c:pt>
                <c:pt idx="2486">
                  <c:v>2.8065573770491805</c:v>
                </c:pt>
                <c:pt idx="2487">
                  <c:v>2.7721311475409838</c:v>
                </c:pt>
                <c:pt idx="2488">
                  <c:v>2.8721311475409839</c:v>
                </c:pt>
                <c:pt idx="2489">
                  <c:v>2.9475409836065576</c:v>
                </c:pt>
                <c:pt idx="2490">
                  <c:v>2.7131147540983611</c:v>
                </c:pt>
                <c:pt idx="2491">
                  <c:v>2.7344262295081969</c:v>
                </c:pt>
                <c:pt idx="2492">
                  <c:v>2.6770491803278689</c:v>
                </c:pt>
                <c:pt idx="2493">
                  <c:v>2.6196721311475413</c:v>
                </c:pt>
                <c:pt idx="2494">
                  <c:v>2.6557377049180326</c:v>
                </c:pt>
                <c:pt idx="2495">
                  <c:v>2.5885245901639347</c:v>
                </c:pt>
                <c:pt idx="2496">
                  <c:v>2.6770491803278689</c:v>
                </c:pt>
                <c:pt idx="2497">
                  <c:v>2.7426229508196722</c:v>
                </c:pt>
                <c:pt idx="2498">
                  <c:v>2.8163934426229509</c:v>
                </c:pt>
                <c:pt idx="2499">
                  <c:v>2.8737704918032789</c:v>
                </c:pt>
                <c:pt idx="2500">
                  <c:v>2.7770491803278694</c:v>
                </c:pt>
                <c:pt idx="2501">
                  <c:v>2.6311475409836067</c:v>
                </c:pt>
                <c:pt idx="2502">
                  <c:v>2.7688524590163937</c:v>
                </c:pt>
                <c:pt idx="2503">
                  <c:v>2.7311475409836068</c:v>
                </c:pt>
                <c:pt idx="2504">
                  <c:v>2.7065573770491809</c:v>
                </c:pt>
                <c:pt idx="2505">
                  <c:v>2.6344262295081968</c:v>
                </c:pt>
                <c:pt idx="2506">
                  <c:v>2.6032786885245907</c:v>
                </c:pt>
                <c:pt idx="2507">
                  <c:v>2.5737704918032787</c:v>
                </c:pt>
                <c:pt idx="2508">
                  <c:v>2.472131147540984</c:v>
                </c:pt>
                <c:pt idx="2509">
                  <c:v>2.3918032786885246</c:v>
                </c:pt>
                <c:pt idx="2510">
                  <c:v>2.4786885245901638</c:v>
                </c:pt>
                <c:pt idx="2511">
                  <c:v>2.4459016393442625</c:v>
                </c:pt>
                <c:pt idx="2512">
                  <c:v>2.457377049180328</c:v>
                </c:pt>
                <c:pt idx="2513">
                  <c:v>2.3819672131147542</c:v>
                </c:pt>
                <c:pt idx="2514">
                  <c:v>2.3426229508196723</c:v>
                </c:pt>
                <c:pt idx="2515">
                  <c:v>2.2262295081967216</c:v>
                </c:pt>
                <c:pt idx="2516">
                  <c:v>2.2639344262295085</c:v>
                </c:pt>
                <c:pt idx="2517">
                  <c:v>2.3360655737704921</c:v>
                </c:pt>
                <c:pt idx="2518">
                  <c:v>2.2573770491803278</c:v>
                </c:pt>
                <c:pt idx="2519">
                  <c:v>2.4049180327868855</c:v>
                </c:pt>
                <c:pt idx="2520">
                  <c:v>2.4131147540983608</c:v>
                </c:pt>
                <c:pt idx="2521">
                  <c:v>2.3147540983606558</c:v>
                </c:pt>
                <c:pt idx="2522">
                  <c:v>2.2655737704918035</c:v>
                </c:pt>
                <c:pt idx="2523">
                  <c:v>2.4081967213114757</c:v>
                </c:pt>
                <c:pt idx="2524">
                  <c:v>2.472131147540984</c:v>
                </c:pt>
                <c:pt idx="2525">
                  <c:v>2.4409836065573773</c:v>
                </c:pt>
                <c:pt idx="2526">
                  <c:v>2.5606557377049182</c:v>
                </c:pt>
                <c:pt idx="2527">
                  <c:v>2.4836065573770494</c:v>
                </c:pt>
                <c:pt idx="2528">
                  <c:v>2.4967213114754099</c:v>
                </c:pt>
                <c:pt idx="2529">
                  <c:v>2.5114754098360659</c:v>
                </c:pt>
                <c:pt idx="2530">
                  <c:v>2.472131147540984</c:v>
                </c:pt>
                <c:pt idx="2531">
                  <c:v>2.3278688524590163</c:v>
                </c:pt>
                <c:pt idx="2532">
                  <c:v>2.3721311475409839</c:v>
                </c:pt>
                <c:pt idx="2533">
                  <c:v>2.2819672131147541</c:v>
                </c:pt>
                <c:pt idx="2534">
                  <c:v>2.3032786885245904</c:v>
                </c:pt>
                <c:pt idx="2535">
                  <c:v>2.3918032786885246</c:v>
                </c:pt>
                <c:pt idx="2536">
                  <c:v>2.3524590163934427</c:v>
                </c:pt>
                <c:pt idx="2537">
                  <c:v>2.4524590163934428</c:v>
                </c:pt>
                <c:pt idx="2538">
                  <c:v>2.4786885245901638</c:v>
                </c:pt>
                <c:pt idx="2539">
                  <c:v>2.5163934426229511</c:v>
                </c:pt>
                <c:pt idx="2540">
                  <c:v>2.5836065573770495</c:v>
                </c:pt>
                <c:pt idx="2541">
                  <c:v>2.6475409836065573</c:v>
                </c:pt>
                <c:pt idx="2542">
                  <c:v>2.6655737704918039</c:v>
                </c:pt>
                <c:pt idx="2543">
                  <c:v>2.6442622950819672</c:v>
                </c:pt>
                <c:pt idx="2544">
                  <c:v>2.5836065573770495</c:v>
                </c:pt>
                <c:pt idx="2545">
                  <c:v>2.5475409836065572</c:v>
                </c:pt>
                <c:pt idx="2546">
                  <c:v>2.6278688524590166</c:v>
                </c:pt>
                <c:pt idx="2547">
                  <c:v>2.6508196721311479</c:v>
                </c:pt>
                <c:pt idx="2548">
                  <c:v>2.6475409836065573</c:v>
                </c:pt>
                <c:pt idx="2549">
                  <c:v>2.7639344262295085</c:v>
                </c:pt>
                <c:pt idx="2550">
                  <c:v>2.8147540983606563</c:v>
                </c:pt>
                <c:pt idx="2551">
                  <c:v>2.7868852459016393</c:v>
                </c:pt>
                <c:pt idx="2552">
                  <c:v>2.9049180327868851</c:v>
                </c:pt>
                <c:pt idx="2553">
                  <c:v>3.0163934426229506</c:v>
                </c:pt>
                <c:pt idx="2554">
                  <c:v>2.6639344262295084</c:v>
                </c:pt>
                <c:pt idx="2555">
                  <c:v>2.7213114754098364</c:v>
                </c:pt>
                <c:pt idx="2556">
                  <c:v>2.709836065573771</c:v>
                </c:pt>
                <c:pt idx="2557">
                  <c:v>2.8016393442622953</c:v>
                </c:pt>
                <c:pt idx="2558">
                  <c:v>2.7983606557377052</c:v>
                </c:pt>
                <c:pt idx="2559">
                  <c:v>2.7426229508196722</c:v>
                </c:pt>
                <c:pt idx="2560">
                  <c:v>2.7983606557377052</c:v>
                </c:pt>
                <c:pt idx="2561">
                  <c:v>2.8131147540983608</c:v>
                </c:pt>
                <c:pt idx="2562">
                  <c:v>2.7868852459016393</c:v>
                </c:pt>
                <c:pt idx="2563">
                  <c:v>2.860655737704918</c:v>
                </c:pt>
                <c:pt idx="2564">
                  <c:v>2.7983606557377052</c:v>
                </c:pt>
                <c:pt idx="2565">
                  <c:v>2.8901639344262295</c:v>
                </c:pt>
                <c:pt idx="2566">
                  <c:v>2.8344262295081966</c:v>
                </c:pt>
                <c:pt idx="2567">
                  <c:v>2.877049180327869</c:v>
                </c:pt>
                <c:pt idx="2568">
                  <c:v>3.0114754098360659</c:v>
                </c:pt>
                <c:pt idx="2569">
                  <c:v>3.0016393442622951</c:v>
                </c:pt>
                <c:pt idx="2570">
                  <c:v>3.0524590163934429</c:v>
                </c:pt>
                <c:pt idx="2571">
                  <c:v>3.0131147540983605</c:v>
                </c:pt>
                <c:pt idx="2572">
                  <c:v>3.1081967213114758</c:v>
                </c:pt>
                <c:pt idx="2573">
                  <c:v>3.1950819672131145</c:v>
                </c:pt>
                <c:pt idx="2574">
                  <c:v>3.2049180327868854</c:v>
                </c:pt>
                <c:pt idx="2575">
                  <c:v>3.1639344262295084</c:v>
                </c:pt>
                <c:pt idx="2576">
                  <c:v>3.0393442622950819</c:v>
                </c:pt>
                <c:pt idx="2577">
                  <c:v>3.0950819672131149</c:v>
                </c:pt>
                <c:pt idx="2578">
                  <c:v>3.0000000000000004</c:v>
                </c:pt>
                <c:pt idx="2579">
                  <c:v>3.0049180327868852</c:v>
                </c:pt>
                <c:pt idx="2580">
                  <c:v>2.9032786885245905</c:v>
                </c:pt>
                <c:pt idx="2581">
                  <c:v>3.0573770491803276</c:v>
                </c:pt>
                <c:pt idx="2582">
                  <c:v>2.9967213114754103</c:v>
                </c:pt>
                <c:pt idx="2583">
                  <c:v>3.1147540983606561</c:v>
                </c:pt>
                <c:pt idx="2584">
                  <c:v>3.1786885245901644</c:v>
                </c:pt>
                <c:pt idx="2585">
                  <c:v>3.0918032786885248</c:v>
                </c:pt>
                <c:pt idx="2586">
                  <c:v>3.1836065573770496</c:v>
                </c:pt>
                <c:pt idx="2587">
                  <c:v>3.1967213114754101</c:v>
                </c:pt>
                <c:pt idx="2588">
                  <c:v>3.1967213114754101</c:v>
                </c:pt>
                <c:pt idx="2589">
                  <c:v>3.2524590163934426</c:v>
                </c:pt>
                <c:pt idx="2590">
                  <c:v>3.2885245901639344</c:v>
                </c:pt>
                <c:pt idx="2591">
                  <c:v>3.2885245901639344</c:v>
                </c:pt>
                <c:pt idx="2592">
                  <c:v>3.2540983606557381</c:v>
                </c:pt>
                <c:pt idx="2593">
                  <c:v>3.1573770491803281</c:v>
                </c:pt>
                <c:pt idx="2594">
                  <c:v>3.2704918032786887</c:v>
                </c:pt>
                <c:pt idx="2595">
                  <c:v>3.2459016393442628</c:v>
                </c:pt>
                <c:pt idx="2596">
                  <c:v>3.2393442622950825</c:v>
                </c:pt>
                <c:pt idx="2597">
                  <c:v>3.3442622950819674</c:v>
                </c:pt>
                <c:pt idx="2598">
                  <c:v>3.3950819672131152</c:v>
                </c:pt>
                <c:pt idx="2599">
                  <c:v>3.3950819672131152</c:v>
                </c:pt>
                <c:pt idx="2600">
                  <c:v>3.5196721311475412</c:v>
                </c:pt>
                <c:pt idx="2601">
                  <c:v>3.5081967213114753</c:v>
                </c:pt>
                <c:pt idx="2602">
                  <c:v>3.6918032786885249</c:v>
                </c:pt>
                <c:pt idx="2603">
                  <c:v>3.7049180327868858</c:v>
                </c:pt>
                <c:pt idx="2604">
                  <c:v>3.8524590163934427</c:v>
                </c:pt>
                <c:pt idx="2605">
                  <c:v>3.9836065573770494</c:v>
                </c:pt>
                <c:pt idx="2606">
                  <c:v>3.8819672131147542</c:v>
                </c:pt>
                <c:pt idx="2607">
                  <c:v>3.9967213114754099</c:v>
                </c:pt>
                <c:pt idx="2608">
                  <c:v>4.0622950819672132</c:v>
                </c:pt>
                <c:pt idx="2609">
                  <c:v>3.9967213114754099</c:v>
                </c:pt>
                <c:pt idx="2610">
                  <c:v>3.9</c:v>
                </c:pt>
                <c:pt idx="2611">
                  <c:v>3.9786885245901642</c:v>
                </c:pt>
                <c:pt idx="2612">
                  <c:v>4.0360655737704922</c:v>
                </c:pt>
                <c:pt idx="2613">
                  <c:v>4.1639344262295079</c:v>
                </c:pt>
                <c:pt idx="2614">
                  <c:v>4.2836065573770492</c:v>
                </c:pt>
                <c:pt idx="2615">
                  <c:v>4.3983606557377053</c:v>
                </c:pt>
                <c:pt idx="2616">
                  <c:v>4.3786885245901646</c:v>
                </c:pt>
                <c:pt idx="2617">
                  <c:v>4.0983606557377055</c:v>
                </c:pt>
                <c:pt idx="2618">
                  <c:v>3.8229508196721316</c:v>
                </c:pt>
                <c:pt idx="2619">
                  <c:v>3.7475409836065574</c:v>
                </c:pt>
                <c:pt idx="2620">
                  <c:v>3.9049180327868855</c:v>
                </c:pt>
                <c:pt idx="2621">
                  <c:v>3.8442622950819674</c:v>
                </c:pt>
                <c:pt idx="2622">
                  <c:v>4.1360655737704919</c:v>
                </c:pt>
                <c:pt idx="2623">
                  <c:v>4.2950819672131146</c:v>
                </c:pt>
                <c:pt idx="2624">
                  <c:v>4.3672131147540991</c:v>
                </c:pt>
                <c:pt idx="2625">
                  <c:v>4.5311475409836071</c:v>
                </c:pt>
                <c:pt idx="2626">
                  <c:v>4.4967213114754099</c:v>
                </c:pt>
                <c:pt idx="2627">
                  <c:v>4.5540983606557379</c:v>
                </c:pt>
                <c:pt idx="2628">
                  <c:v>4.4278688524590173</c:v>
                </c:pt>
                <c:pt idx="2629">
                  <c:v>4.5032786885245901</c:v>
                </c:pt>
                <c:pt idx="2630">
                  <c:v>4.5999999999999996</c:v>
                </c:pt>
                <c:pt idx="2631">
                  <c:v>4.7295081967213122</c:v>
                </c:pt>
                <c:pt idx="2632">
                  <c:v>4.6672131147540981</c:v>
                </c:pt>
                <c:pt idx="2633">
                  <c:v>4.613114754098361</c:v>
                </c:pt>
                <c:pt idx="2634">
                  <c:v>4.6819672131147545</c:v>
                </c:pt>
                <c:pt idx="2635">
                  <c:v>4.5754098360655737</c:v>
                </c:pt>
                <c:pt idx="2636">
                  <c:v>4.7442622950819677</c:v>
                </c:pt>
                <c:pt idx="2637">
                  <c:v>4.7049180327868854</c:v>
                </c:pt>
                <c:pt idx="2638">
                  <c:v>4.781967213114755</c:v>
                </c:pt>
                <c:pt idx="2639">
                  <c:v>4.8377049180327871</c:v>
                </c:pt>
                <c:pt idx="2640">
                  <c:v>4.945901639344263</c:v>
                </c:pt>
                <c:pt idx="2641">
                  <c:v>4.9590163934426235</c:v>
                </c:pt>
                <c:pt idx="2642">
                  <c:v>5.2032786885245903</c:v>
                </c:pt>
                <c:pt idx="2643">
                  <c:v>5.195081967213115</c:v>
                </c:pt>
                <c:pt idx="2644">
                  <c:v>5.2377049180327875</c:v>
                </c:pt>
                <c:pt idx="2645">
                  <c:v>5.4262295081967222</c:v>
                </c:pt>
                <c:pt idx="2646">
                  <c:v>5.3688524590163942</c:v>
                </c:pt>
                <c:pt idx="2647">
                  <c:v>4.778688524590164</c:v>
                </c:pt>
                <c:pt idx="2648">
                  <c:v>4.3114754098360661</c:v>
                </c:pt>
                <c:pt idx="2649">
                  <c:v>4.4213114754098362</c:v>
                </c:pt>
                <c:pt idx="2650">
                  <c:v>4.3147540983606563</c:v>
                </c:pt>
                <c:pt idx="2651">
                  <c:v>4.3360655737704921</c:v>
                </c:pt>
                <c:pt idx="2652">
                  <c:v>4.6311475409836067</c:v>
                </c:pt>
                <c:pt idx="2653">
                  <c:v>4.2950819672131146</c:v>
                </c:pt>
                <c:pt idx="2654">
                  <c:v>4.418032786885246</c:v>
                </c:pt>
                <c:pt idx="2655">
                  <c:v>4.4836065573770494</c:v>
                </c:pt>
                <c:pt idx="2656">
                  <c:v>4.5999999999999996</c:v>
                </c:pt>
                <c:pt idx="2657">
                  <c:v>4.639344262295082</c:v>
                </c:pt>
                <c:pt idx="2658">
                  <c:v>4.6524590163934425</c:v>
                </c:pt>
                <c:pt idx="2659">
                  <c:v>4.5049180327868852</c:v>
                </c:pt>
                <c:pt idx="2660">
                  <c:v>4.6885245901639347</c:v>
                </c:pt>
                <c:pt idx="2661">
                  <c:v>4.6491803278688524</c:v>
                </c:pt>
                <c:pt idx="2662">
                  <c:v>4.8491803278688526</c:v>
                </c:pt>
                <c:pt idx="2663">
                  <c:v>4.7704918032786887</c:v>
                </c:pt>
                <c:pt idx="2664">
                  <c:v>4.668852459016394</c:v>
                </c:pt>
                <c:pt idx="2665">
                  <c:v>4.7754098360655739</c:v>
                </c:pt>
                <c:pt idx="2666">
                  <c:v>4.6967213114754101</c:v>
                </c:pt>
                <c:pt idx="2667">
                  <c:v>4.7803278688524591</c:v>
                </c:pt>
                <c:pt idx="2668">
                  <c:v>5.0049180327868861</c:v>
                </c:pt>
                <c:pt idx="2669">
                  <c:v>5.0213114754098358</c:v>
                </c:pt>
                <c:pt idx="2670">
                  <c:v>5.1196721311475413</c:v>
                </c:pt>
                <c:pt idx="2671">
                  <c:v>5.1098360655737709</c:v>
                </c:pt>
                <c:pt idx="2672">
                  <c:v>5.3819672131147538</c:v>
                </c:pt>
                <c:pt idx="2673">
                  <c:v>5.3639344262295081</c:v>
                </c:pt>
                <c:pt idx="2674">
                  <c:v>5.3360655737704921</c:v>
                </c:pt>
                <c:pt idx="2675">
                  <c:v>5.4475409836065571</c:v>
                </c:pt>
                <c:pt idx="2676">
                  <c:v>5.5491803278688527</c:v>
                </c:pt>
                <c:pt idx="2677">
                  <c:v>5.5213114754098367</c:v>
                </c:pt>
                <c:pt idx="2678">
                  <c:v>5.6475409836065582</c:v>
                </c:pt>
                <c:pt idx="2679">
                  <c:v>5.5311475409836071</c:v>
                </c:pt>
                <c:pt idx="2680">
                  <c:v>4.9639344262295086</c:v>
                </c:pt>
                <c:pt idx="2681">
                  <c:v>5.2409836065573776</c:v>
                </c:pt>
                <c:pt idx="2682">
                  <c:v>5.0950819672131145</c:v>
                </c:pt>
                <c:pt idx="2683">
                  <c:v>5.2590163934426233</c:v>
                </c:pt>
                <c:pt idx="2684">
                  <c:v>4.9770491803278691</c:v>
                </c:pt>
                <c:pt idx="2685">
                  <c:v>5.1672131147540989</c:v>
                </c:pt>
                <c:pt idx="2686">
                  <c:v>5.2032786885245903</c:v>
                </c:pt>
                <c:pt idx="2687">
                  <c:v>5.3508196721311476</c:v>
                </c:pt>
                <c:pt idx="2688">
                  <c:v>5.2426229508196727</c:v>
                </c:pt>
                <c:pt idx="2689">
                  <c:v>5.2655737704918035</c:v>
                </c:pt>
                <c:pt idx="2690">
                  <c:v>5.0491803278688527</c:v>
                </c:pt>
                <c:pt idx="2691">
                  <c:v>5.0704918032786885</c:v>
                </c:pt>
                <c:pt idx="2692">
                  <c:v>5.111475409836066</c:v>
                </c:pt>
                <c:pt idx="2693">
                  <c:v>5.1475409836065573</c:v>
                </c:pt>
                <c:pt idx="2694">
                  <c:v>5.3049180327868859</c:v>
                </c:pt>
                <c:pt idx="2695">
                  <c:v>5.2885245901639344</c:v>
                </c:pt>
                <c:pt idx="2696">
                  <c:v>5.2295081967213113</c:v>
                </c:pt>
                <c:pt idx="2697">
                  <c:v>5.4278688524590164</c:v>
                </c:pt>
                <c:pt idx="2698">
                  <c:v>5.613114754098361</c:v>
                </c:pt>
                <c:pt idx="2699">
                  <c:v>5.5622950819672132</c:v>
                </c:pt>
                <c:pt idx="2700">
                  <c:v>5.5491803278688527</c:v>
                </c:pt>
                <c:pt idx="2701">
                  <c:v>5.5655737704918042</c:v>
                </c:pt>
                <c:pt idx="2702">
                  <c:v>5.7836065573770501</c:v>
                </c:pt>
                <c:pt idx="2703">
                  <c:v>5.2655737704918035</c:v>
                </c:pt>
                <c:pt idx="2704">
                  <c:v>5.4065573770491797</c:v>
                </c:pt>
                <c:pt idx="2705">
                  <c:v>5.3409836065573773</c:v>
                </c:pt>
                <c:pt idx="2706">
                  <c:v>5.0950819672131145</c:v>
                </c:pt>
                <c:pt idx="2707">
                  <c:v>5.2098360655737705</c:v>
                </c:pt>
                <c:pt idx="2708">
                  <c:v>5.2737704918032788</c:v>
                </c:pt>
                <c:pt idx="2709">
                  <c:v>5.1081967213114758</c:v>
                </c:pt>
                <c:pt idx="2710">
                  <c:v>5.0196721311475416</c:v>
                </c:pt>
                <c:pt idx="2711">
                  <c:v>5.0786885245901647</c:v>
                </c:pt>
                <c:pt idx="2712">
                  <c:v>5.1704918032786891</c:v>
                </c:pt>
                <c:pt idx="2713">
                  <c:v>5.1213114754098363</c:v>
                </c:pt>
                <c:pt idx="2714">
                  <c:v>5.1016393442622956</c:v>
                </c:pt>
                <c:pt idx="2715">
                  <c:v>5.081967213114754</c:v>
                </c:pt>
                <c:pt idx="2716">
                  <c:v>4.8967213114754102</c:v>
                </c:pt>
                <c:pt idx="2717">
                  <c:v>4.9573770491803275</c:v>
                </c:pt>
                <c:pt idx="2718">
                  <c:v>5.1934426229508199</c:v>
                </c:pt>
                <c:pt idx="2719">
                  <c:v>5.3688524590163942</c:v>
                </c:pt>
                <c:pt idx="2720">
                  <c:v>4.8180327868852464</c:v>
                </c:pt>
                <c:pt idx="2721">
                  <c:v>4.9885245901639346</c:v>
                </c:pt>
                <c:pt idx="2722">
                  <c:v>5.0081967213114762</c:v>
                </c:pt>
                <c:pt idx="2723">
                  <c:v>4.9000000000000004</c:v>
                </c:pt>
                <c:pt idx="2724">
                  <c:v>4.942622950819672</c:v>
                </c:pt>
                <c:pt idx="2725">
                  <c:v>5.055737704918033</c:v>
                </c:pt>
                <c:pt idx="2726">
                  <c:v>4.9868852459016395</c:v>
                </c:pt>
                <c:pt idx="2727">
                  <c:v>4.7049180327868854</c:v>
                </c:pt>
                <c:pt idx="2728">
                  <c:v>4.7393442622950825</c:v>
                </c:pt>
                <c:pt idx="2729">
                  <c:v>4.5737704918032787</c:v>
                </c:pt>
                <c:pt idx="2730">
                  <c:v>4.2163934426229508</c:v>
                </c:pt>
                <c:pt idx="2731">
                  <c:v>4.2377049180327875</c:v>
                </c:pt>
                <c:pt idx="2732">
                  <c:v>4.3786885245901646</c:v>
                </c:pt>
                <c:pt idx="2733">
                  <c:v>4.5377049180327873</c:v>
                </c:pt>
                <c:pt idx="2734">
                  <c:v>4.5163934426229515</c:v>
                </c:pt>
                <c:pt idx="2735">
                  <c:v>4.4786885245901642</c:v>
                </c:pt>
                <c:pt idx="2736">
                  <c:v>4.3442622950819674</c:v>
                </c:pt>
                <c:pt idx="2737">
                  <c:v>4.4918032786885247</c:v>
                </c:pt>
                <c:pt idx="2738">
                  <c:v>4.5852459016393441</c:v>
                </c:pt>
                <c:pt idx="2739">
                  <c:v>4.4590163934426235</c:v>
                </c:pt>
                <c:pt idx="2740">
                  <c:v>4.4114754098360658</c:v>
                </c:pt>
                <c:pt idx="2741">
                  <c:v>4.4803278688524593</c:v>
                </c:pt>
                <c:pt idx="2742">
                  <c:v>4.4393442622950818</c:v>
                </c:pt>
                <c:pt idx="2743">
                  <c:v>4.5</c:v>
                </c:pt>
                <c:pt idx="2744">
                  <c:v>4.5852459016393441</c:v>
                </c:pt>
                <c:pt idx="2745">
                  <c:v>4.5098360655737713</c:v>
                </c:pt>
                <c:pt idx="2746">
                  <c:v>4.391803278688525</c:v>
                </c:pt>
                <c:pt idx="2747">
                  <c:v>4.3409836065573773</c:v>
                </c:pt>
                <c:pt idx="2748">
                  <c:v>4.2262295081967221</c:v>
                </c:pt>
                <c:pt idx="2749">
                  <c:v>4.2590163934426233</c:v>
                </c:pt>
                <c:pt idx="2750">
                  <c:v>4.1819672131147545</c:v>
                </c:pt>
                <c:pt idx="2751">
                  <c:v>4.0639344262295083</c:v>
                </c:pt>
                <c:pt idx="2752">
                  <c:v>4.0016393442622951</c:v>
                </c:pt>
                <c:pt idx="2753">
                  <c:v>4.0196721311475407</c:v>
                </c:pt>
                <c:pt idx="2754">
                  <c:v>3.9983606557377054</c:v>
                </c:pt>
                <c:pt idx="2755">
                  <c:v>3.9950819672131153</c:v>
                </c:pt>
                <c:pt idx="2756">
                  <c:v>4.1098360655737709</c:v>
                </c:pt>
                <c:pt idx="2757">
                  <c:v>4.1754098360655743</c:v>
                </c:pt>
                <c:pt idx="2758">
                  <c:v>4.1098360655737709</c:v>
                </c:pt>
                <c:pt idx="2759">
                  <c:v>4.0918032786885252</c:v>
                </c:pt>
                <c:pt idx="2760">
                  <c:v>3.9901639344262296</c:v>
                </c:pt>
                <c:pt idx="2761">
                  <c:v>3.9688524590163938</c:v>
                </c:pt>
                <c:pt idx="2762">
                  <c:v>3.8459016393442629</c:v>
                </c:pt>
                <c:pt idx="2763">
                  <c:v>3.611475409836066</c:v>
                </c:pt>
                <c:pt idx="2764">
                  <c:v>3.598360655737705</c:v>
                </c:pt>
                <c:pt idx="2765">
                  <c:v>3.5000000000000004</c:v>
                </c:pt>
                <c:pt idx="2766">
                  <c:v>3.4098360655737707</c:v>
                </c:pt>
                <c:pt idx="2767">
                  <c:v>3.3475409836065579</c:v>
                </c:pt>
                <c:pt idx="2768">
                  <c:v>3.4590163934426235</c:v>
                </c:pt>
                <c:pt idx="2769">
                  <c:v>3.557377049180328</c:v>
                </c:pt>
                <c:pt idx="2770">
                  <c:v>3.4491803278688526</c:v>
                </c:pt>
                <c:pt idx="2771">
                  <c:v>3.5475409836065577</c:v>
                </c:pt>
                <c:pt idx="2772">
                  <c:v>3.5180327868852461</c:v>
                </c:pt>
                <c:pt idx="2773">
                  <c:v>3.5770491803278692</c:v>
                </c:pt>
                <c:pt idx="2774">
                  <c:v>3.611475409836066</c:v>
                </c:pt>
                <c:pt idx="2775">
                  <c:v>3.7262295081967216</c:v>
                </c:pt>
                <c:pt idx="2776">
                  <c:v>3.5819672131147544</c:v>
                </c:pt>
                <c:pt idx="2777">
                  <c:v>3.6754098360655743</c:v>
                </c:pt>
                <c:pt idx="2778">
                  <c:v>3.5491803278688523</c:v>
                </c:pt>
                <c:pt idx="2779">
                  <c:v>3.6081967213114758</c:v>
                </c:pt>
                <c:pt idx="2780">
                  <c:v>3.7</c:v>
                </c:pt>
                <c:pt idx="2781">
                  <c:v>3.7229508196721315</c:v>
                </c:pt>
                <c:pt idx="2782">
                  <c:v>3.7508196721311475</c:v>
                </c:pt>
                <c:pt idx="2783">
                  <c:v>3.8114754098360657</c:v>
                </c:pt>
                <c:pt idx="2784">
                  <c:v>3.6852459016393446</c:v>
                </c:pt>
                <c:pt idx="2785">
                  <c:v>3.8885245901639345</c:v>
                </c:pt>
                <c:pt idx="2786">
                  <c:v>3.8967213114754098</c:v>
                </c:pt>
                <c:pt idx="2787">
                  <c:v>3.8836065573770497</c:v>
                </c:pt>
                <c:pt idx="2788">
                  <c:v>3.9950819672131153</c:v>
                </c:pt>
                <c:pt idx="2789">
                  <c:v>4.0754098360655737</c:v>
                </c:pt>
                <c:pt idx="2790">
                  <c:v>4.0885245901639351</c:v>
                </c:pt>
                <c:pt idx="2791">
                  <c:v>4.2032786885245903</c:v>
                </c:pt>
                <c:pt idx="2792">
                  <c:v>4.1754098360655743</c:v>
                </c:pt>
                <c:pt idx="2793">
                  <c:v>4.1000000000000005</c:v>
                </c:pt>
                <c:pt idx="2794">
                  <c:v>4.111475409836066</c:v>
                </c:pt>
                <c:pt idx="2795">
                  <c:v>4.2278688524590162</c:v>
                </c:pt>
                <c:pt idx="2796">
                  <c:v>4.3196721311475414</c:v>
                </c:pt>
                <c:pt idx="2797">
                  <c:v>4.5049180327868852</c:v>
                </c:pt>
                <c:pt idx="2798">
                  <c:v>4.4868852459016395</c:v>
                </c:pt>
                <c:pt idx="2799">
                  <c:v>4.472131147540984</c:v>
                </c:pt>
                <c:pt idx="2800">
                  <c:v>4.5147540983606556</c:v>
                </c:pt>
                <c:pt idx="2801">
                  <c:v>4.4868852459016395</c:v>
                </c:pt>
                <c:pt idx="2802">
                  <c:v>4.5672131147540984</c:v>
                </c:pt>
                <c:pt idx="2803">
                  <c:v>4.8131147540983612</c:v>
                </c:pt>
                <c:pt idx="2804">
                  <c:v>4.7721311475409838</c:v>
                </c:pt>
                <c:pt idx="2805">
                  <c:v>4.6032786885245898</c:v>
                </c:pt>
                <c:pt idx="2806">
                  <c:v>4.4803278688524593</c:v>
                </c:pt>
                <c:pt idx="2807">
                  <c:v>4.5704918032786885</c:v>
                </c:pt>
                <c:pt idx="2808">
                  <c:v>4.5426229508196725</c:v>
                </c:pt>
                <c:pt idx="2809">
                  <c:v>4.8491803278688526</c:v>
                </c:pt>
                <c:pt idx="2810">
                  <c:v>4.750819672131148</c:v>
                </c:pt>
                <c:pt idx="2811">
                  <c:v>4.7540983606557381</c:v>
                </c:pt>
                <c:pt idx="2812">
                  <c:v>4.9885245901639346</c:v>
                </c:pt>
                <c:pt idx="2813">
                  <c:v>4.9360655737704917</c:v>
                </c:pt>
                <c:pt idx="2814">
                  <c:v>4.7377049180327866</c:v>
                </c:pt>
                <c:pt idx="2815">
                  <c:v>4.7327868852459023</c:v>
                </c:pt>
                <c:pt idx="2816">
                  <c:v>4.7655737704918035</c:v>
                </c:pt>
                <c:pt idx="2817">
                  <c:v>4.7295081967213122</c:v>
                </c:pt>
                <c:pt idx="2818">
                  <c:v>4.724590163934427</c:v>
                </c:pt>
                <c:pt idx="2819">
                  <c:v>4.8868852459016399</c:v>
                </c:pt>
                <c:pt idx="2820">
                  <c:v>5.1573770491803286</c:v>
                </c:pt>
                <c:pt idx="2821">
                  <c:v>5.0540983606557379</c:v>
                </c:pt>
                <c:pt idx="2822">
                  <c:v>5.113114754098361</c:v>
                </c:pt>
                <c:pt idx="2823">
                  <c:v>5.1147540983606561</c:v>
                </c:pt>
                <c:pt idx="2824">
                  <c:v>4.9065573770491806</c:v>
                </c:pt>
                <c:pt idx="2825">
                  <c:v>4.8688524590163933</c:v>
                </c:pt>
                <c:pt idx="2826">
                  <c:v>4.7540983606557381</c:v>
                </c:pt>
                <c:pt idx="2827">
                  <c:v>4.6803278688524594</c:v>
                </c:pt>
                <c:pt idx="2828">
                  <c:v>4.5721311475409836</c:v>
                </c:pt>
                <c:pt idx="2829">
                  <c:v>4.5852459016393441</c:v>
                </c:pt>
                <c:pt idx="2830">
                  <c:v>4.5032786885245901</c:v>
                </c:pt>
                <c:pt idx="2831">
                  <c:v>4.4098360655737707</c:v>
                </c:pt>
                <c:pt idx="2832">
                  <c:v>4.4934426229508198</c:v>
                </c:pt>
                <c:pt idx="2833">
                  <c:v>4.5147540983606556</c:v>
                </c:pt>
                <c:pt idx="2834">
                  <c:v>4.5999999999999996</c:v>
                </c:pt>
                <c:pt idx="2835">
                  <c:v>4.5803278688524598</c:v>
                </c:pt>
                <c:pt idx="2836">
                  <c:v>4.5016393442622951</c:v>
                </c:pt>
                <c:pt idx="2837">
                  <c:v>4.6196721311475413</c:v>
                </c:pt>
                <c:pt idx="2838">
                  <c:v>4.8295081967213118</c:v>
                </c:pt>
                <c:pt idx="2839">
                  <c:v>4.7639344262295085</c:v>
                </c:pt>
                <c:pt idx="2840">
                  <c:v>5.0491803278688527</c:v>
                </c:pt>
                <c:pt idx="2841">
                  <c:v>5.0262295081967219</c:v>
                </c:pt>
                <c:pt idx="2842">
                  <c:v>5.0491803278688527</c:v>
                </c:pt>
                <c:pt idx="2843">
                  <c:v>4.8901639344262291</c:v>
                </c:pt>
                <c:pt idx="2844">
                  <c:v>4.8409836065573773</c:v>
                </c:pt>
                <c:pt idx="2845">
                  <c:v>4.9262295081967213</c:v>
                </c:pt>
                <c:pt idx="2846">
                  <c:v>4.9196721311475411</c:v>
                </c:pt>
                <c:pt idx="2847">
                  <c:v>4.8737704918032794</c:v>
                </c:pt>
                <c:pt idx="2848">
                  <c:v>4.8786885245901646</c:v>
                </c:pt>
                <c:pt idx="2849">
                  <c:v>4.8557377049180328</c:v>
                </c:pt>
                <c:pt idx="2850">
                  <c:v>4.7901639344262295</c:v>
                </c:pt>
                <c:pt idx="2851">
                  <c:v>4.6311475409836067</c:v>
                </c:pt>
                <c:pt idx="2852">
                  <c:v>4.6540983606557385</c:v>
                </c:pt>
                <c:pt idx="2853">
                  <c:v>4.7131147540983607</c:v>
                </c:pt>
                <c:pt idx="2854">
                  <c:v>4.7704918032786887</c:v>
                </c:pt>
                <c:pt idx="2855">
                  <c:v>4.8672131147540991</c:v>
                </c:pt>
                <c:pt idx="2856">
                  <c:v>4.8295081967213118</c:v>
                </c:pt>
                <c:pt idx="2857">
                  <c:v>4.8655737704918032</c:v>
                </c:pt>
                <c:pt idx="2858">
                  <c:v>4.7803278688524591</c:v>
                </c:pt>
                <c:pt idx="2859">
                  <c:v>4.5147540983606556</c:v>
                </c:pt>
                <c:pt idx="2860">
                  <c:v>4.5590163934426231</c:v>
                </c:pt>
                <c:pt idx="2861">
                  <c:v>4.5245901639344268</c:v>
                </c:pt>
                <c:pt idx="2862">
                  <c:v>4.3819672131147547</c:v>
                </c:pt>
                <c:pt idx="2863">
                  <c:v>4.2229508196721319</c:v>
                </c:pt>
                <c:pt idx="2864">
                  <c:v>4.1000000000000005</c:v>
                </c:pt>
                <c:pt idx="2865">
                  <c:v>4.1098360655737709</c:v>
                </c:pt>
                <c:pt idx="2866">
                  <c:v>4.3098360655737702</c:v>
                </c:pt>
                <c:pt idx="2867">
                  <c:v>4.2</c:v>
                </c:pt>
                <c:pt idx="2868">
                  <c:v>4.4360655737704917</c:v>
                </c:pt>
                <c:pt idx="2869">
                  <c:v>4.2672131147540986</c:v>
                </c:pt>
                <c:pt idx="2870">
                  <c:v>4.0737704918032795</c:v>
                </c:pt>
                <c:pt idx="2871">
                  <c:v>4.0672131147540984</c:v>
                </c:pt>
                <c:pt idx="2872">
                  <c:v>4.0737704918032795</c:v>
                </c:pt>
                <c:pt idx="2873">
                  <c:v>4.0508196721311478</c:v>
                </c:pt>
                <c:pt idx="2874">
                  <c:v>4.139344262295082</c:v>
                </c:pt>
                <c:pt idx="2875">
                  <c:v>4.2868852459016393</c:v>
                </c:pt>
                <c:pt idx="2876">
                  <c:v>4.2557377049180332</c:v>
                </c:pt>
                <c:pt idx="2877">
                  <c:v>4.250819672131148</c:v>
                </c:pt>
                <c:pt idx="2878">
                  <c:v>4.4032786885245905</c:v>
                </c:pt>
                <c:pt idx="2879">
                  <c:v>4.5688524590163935</c:v>
                </c:pt>
                <c:pt idx="2880">
                  <c:v>4.5409836065573774</c:v>
                </c:pt>
                <c:pt idx="2881">
                  <c:v>4.5344262295081972</c:v>
                </c:pt>
                <c:pt idx="2882">
                  <c:v>4.4032786885245905</c:v>
                </c:pt>
                <c:pt idx="2883">
                  <c:v>4.4081967213114757</c:v>
                </c:pt>
                <c:pt idx="2884">
                  <c:v>4.3377049180327871</c:v>
                </c:pt>
                <c:pt idx="2885">
                  <c:v>4.4508196721311473</c:v>
                </c:pt>
                <c:pt idx="2886">
                  <c:v>4.4196721311475411</c:v>
                </c:pt>
                <c:pt idx="2887">
                  <c:v>4.3295081967213118</c:v>
                </c:pt>
                <c:pt idx="2888">
                  <c:v>4.4311475409836074</c:v>
                </c:pt>
                <c:pt idx="2889">
                  <c:v>4.3032786885245908</c:v>
                </c:pt>
                <c:pt idx="2890">
                  <c:v>4.2344262295081965</c:v>
                </c:pt>
                <c:pt idx="2891">
                  <c:v>4.1885245901639347</c:v>
                </c:pt>
                <c:pt idx="2892">
                  <c:v>4.1901639344262298</c:v>
                </c:pt>
                <c:pt idx="2893">
                  <c:v>4.2131147540983607</c:v>
                </c:pt>
                <c:pt idx="2894">
                  <c:v>4.1885245901639347</c:v>
                </c:pt>
                <c:pt idx="2895">
                  <c:v>4.1426229508196721</c:v>
                </c:pt>
                <c:pt idx="2896">
                  <c:v>4.2868852459016393</c:v>
                </c:pt>
                <c:pt idx="2897">
                  <c:v>4.1508196721311474</c:v>
                </c:pt>
                <c:pt idx="2898">
                  <c:v>4.1672131147540989</c:v>
                </c:pt>
                <c:pt idx="2899">
                  <c:v>4.140983606557378</c:v>
                </c:pt>
                <c:pt idx="2900">
                  <c:v>4.0508196721311478</c:v>
                </c:pt>
                <c:pt idx="2901">
                  <c:v>4.0524590163934429</c:v>
                </c:pt>
                <c:pt idx="2902">
                  <c:v>4.0098360655737713</c:v>
                </c:pt>
                <c:pt idx="2903">
                  <c:v>3.9475409836065571</c:v>
                </c:pt>
                <c:pt idx="2904">
                  <c:v>3.9524590163934428</c:v>
                </c:pt>
                <c:pt idx="2905">
                  <c:v>3.9622950819672136</c:v>
                </c:pt>
                <c:pt idx="2906">
                  <c:v>3.8377049180327871</c:v>
                </c:pt>
                <c:pt idx="2907">
                  <c:v>3.7950819672131146</c:v>
                </c:pt>
                <c:pt idx="2908">
                  <c:v>3.7409836065573772</c:v>
                </c:pt>
                <c:pt idx="2909">
                  <c:v>3.7950819672131146</c:v>
                </c:pt>
                <c:pt idx="2910">
                  <c:v>3.8606557377049184</c:v>
                </c:pt>
                <c:pt idx="2911">
                  <c:v>3.8868852459016399</c:v>
                </c:pt>
                <c:pt idx="2912">
                  <c:v>3.8688524590163937</c:v>
                </c:pt>
                <c:pt idx="2913">
                  <c:v>3.8573770491803283</c:v>
                </c:pt>
                <c:pt idx="2914">
                  <c:v>3.9426229508196724</c:v>
                </c:pt>
                <c:pt idx="2915">
                  <c:v>3.9754098360655741</c:v>
                </c:pt>
                <c:pt idx="2916">
                  <c:v>3.7885245901639344</c:v>
                </c:pt>
                <c:pt idx="2917">
                  <c:v>3.9508196721311482</c:v>
                </c:pt>
                <c:pt idx="2918">
                  <c:v>3.8639344262295086</c:v>
                </c:pt>
                <c:pt idx="2919">
                  <c:v>3.7983606557377052</c:v>
                </c:pt>
                <c:pt idx="2920">
                  <c:v>3.8508196721311476</c:v>
                </c:pt>
                <c:pt idx="2921">
                  <c:v>3.7409836065573772</c:v>
                </c:pt>
                <c:pt idx="2922">
                  <c:v>3.7262295081967216</c:v>
                </c:pt>
                <c:pt idx="2923">
                  <c:v>3.7852459016393443</c:v>
                </c:pt>
                <c:pt idx="2924">
                  <c:v>3.7983606557377052</c:v>
                </c:pt>
                <c:pt idx="2925">
                  <c:v>3.8377049180327871</c:v>
                </c:pt>
                <c:pt idx="2926">
                  <c:v>3.8049180327868855</c:v>
                </c:pt>
                <c:pt idx="2927">
                  <c:v>3.8491803278688526</c:v>
                </c:pt>
                <c:pt idx="2928">
                  <c:v>3.8885245901639345</c:v>
                </c:pt>
                <c:pt idx="2929">
                  <c:v>3.8852459016393444</c:v>
                </c:pt>
                <c:pt idx="2930">
                  <c:v>3.7983606557377052</c:v>
                </c:pt>
                <c:pt idx="2931">
                  <c:v>3.8540983606557382</c:v>
                </c:pt>
                <c:pt idx="2932">
                  <c:v>3.8213114754098361</c:v>
                </c:pt>
                <c:pt idx="2933">
                  <c:v>4.0098360655737713</c:v>
                </c:pt>
                <c:pt idx="2934">
                  <c:v>3.9885245901639346</c:v>
                </c:pt>
                <c:pt idx="2935">
                  <c:v>3.7983606557377052</c:v>
                </c:pt>
                <c:pt idx="2936">
                  <c:v>3.8196721311475414</c:v>
                </c:pt>
                <c:pt idx="2937">
                  <c:v>3.8000000000000003</c:v>
                </c:pt>
                <c:pt idx="2938">
                  <c:v>3.8213114754098361</c:v>
                </c:pt>
                <c:pt idx="2939">
                  <c:v>3.89016393442623</c:v>
                </c:pt>
                <c:pt idx="2940">
                  <c:v>3.8131147540983612</c:v>
                </c:pt>
                <c:pt idx="2941">
                  <c:v>3.9016393442622954</c:v>
                </c:pt>
                <c:pt idx="2942">
                  <c:v>3.9377049180327872</c:v>
                </c:pt>
                <c:pt idx="2943">
                  <c:v>3.9426229508196724</c:v>
                </c:pt>
                <c:pt idx="2944">
                  <c:v>4.0721311475409836</c:v>
                </c:pt>
                <c:pt idx="2945">
                  <c:v>4.0803278688524589</c:v>
                </c:pt>
                <c:pt idx="2946">
                  <c:v>4.0704918032786885</c:v>
                </c:pt>
                <c:pt idx="2947">
                  <c:v>4.0590163934426231</c:v>
                </c:pt>
                <c:pt idx="2948">
                  <c:v>4.0180327868852466</c:v>
                </c:pt>
                <c:pt idx="2949">
                  <c:v>4.0524590163934429</c:v>
                </c:pt>
                <c:pt idx="2950">
                  <c:v>3.9688524590163938</c:v>
                </c:pt>
                <c:pt idx="2951">
                  <c:v>3.9065573770491802</c:v>
                </c:pt>
                <c:pt idx="2952">
                  <c:v>3.8983606557377053</c:v>
                </c:pt>
                <c:pt idx="2953">
                  <c:v>3.8786885245901641</c:v>
                </c:pt>
                <c:pt idx="2954">
                  <c:v>3.8622950819672131</c:v>
                </c:pt>
                <c:pt idx="2955">
                  <c:v>3.9213114754098366</c:v>
                </c:pt>
                <c:pt idx="2956">
                  <c:v>4.0311475409836071</c:v>
                </c:pt>
                <c:pt idx="2957">
                  <c:v>4.0229508196721309</c:v>
                </c:pt>
                <c:pt idx="2958">
                  <c:v>4.0131147540983614</c:v>
                </c:pt>
                <c:pt idx="2959">
                  <c:v>4.0049180327868852</c:v>
                </c:pt>
                <c:pt idx="2960">
                  <c:v>4.0409836065573774</c:v>
                </c:pt>
                <c:pt idx="2961">
                  <c:v>4.0131147540983614</c:v>
                </c:pt>
                <c:pt idx="2962">
                  <c:v>3.9639344262295082</c:v>
                </c:pt>
                <c:pt idx="2963">
                  <c:v>4.0196721311475407</c:v>
                </c:pt>
                <c:pt idx="2964">
                  <c:v>4.0196721311475407</c:v>
                </c:pt>
                <c:pt idx="2965">
                  <c:v>4.0409836065573774</c:v>
                </c:pt>
                <c:pt idx="2966">
                  <c:v>4.1639344262295079</c:v>
                </c:pt>
                <c:pt idx="2967">
                  <c:v>4.2295081967213122</c:v>
                </c:pt>
                <c:pt idx="2968">
                  <c:v>4.2491803278688529</c:v>
                </c:pt>
                <c:pt idx="2969">
                  <c:v>4.2950819672131146</c:v>
                </c:pt>
                <c:pt idx="2970">
                  <c:v>4.3442622950819674</c:v>
                </c:pt>
                <c:pt idx="2971">
                  <c:v>4.2754098360655739</c:v>
                </c:pt>
                <c:pt idx="2972">
                  <c:v>4.2114754098360656</c:v>
                </c:pt>
                <c:pt idx="2973">
                  <c:v>4.0770491803278697</c:v>
                </c:pt>
                <c:pt idx="2974">
                  <c:v>4.1065573770491808</c:v>
                </c:pt>
                <c:pt idx="2975">
                  <c:v>4.0344262295081972</c:v>
                </c:pt>
                <c:pt idx="2976">
                  <c:v>3.944262295081967</c:v>
                </c:pt>
                <c:pt idx="2977">
                  <c:v>3.9147540983606559</c:v>
                </c:pt>
                <c:pt idx="2978">
                  <c:v>3.9393442622950823</c:v>
                </c:pt>
                <c:pt idx="2979">
                  <c:v>3.8704918032786888</c:v>
                </c:pt>
                <c:pt idx="2980">
                  <c:v>3.8967213114754098</c:v>
                </c:pt>
                <c:pt idx="2981">
                  <c:v>3.9557377049180329</c:v>
                </c:pt>
                <c:pt idx="2982">
                  <c:v>3.9967213114754099</c:v>
                </c:pt>
                <c:pt idx="2983">
                  <c:v>4.1803278688524594</c:v>
                </c:pt>
                <c:pt idx="2984">
                  <c:v>4.1672131147540989</c:v>
                </c:pt>
                <c:pt idx="2985">
                  <c:v>4.2131147540983607</c:v>
                </c:pt>
                <c:pt idx="2986">
                  <c:v>4.168852459016394</c:v>
                </c:pt>
                <c:pt idx="2987">
                  <c:v>4.1639344262295079</c:v>
                </c:pt>
                <c:pt idx="2988">
                  <c:v>4.2459016393442619</c:v>
                </c:pt>
                <c:pt idx="2989">
                  <c:v>4.1868852459016397</c:v>
                </c:pt>
                <c:pt idx="2990">
                  <c:v>4.0639344262295083</c:v>
                </c:pt>
                <c:pt idx="2991">
                  <c:v>4.0049180327868852</c:v>
                </c:pt>
                <c:pt idx="2992">
                  <c:v>3.9950819672131153</c:v>
                </c:pt>
                <c:pt idx="2993">
                  <c:v>4.026229508196721</c:v>
                </c:pt>
                <c:pt idx="2994">
                  <c:v>4.0459016393442626</c:v>
                </c:pt>
                <c:pt idx="2995">
                  <c:v>4.0229508196721309</c:v>
                </c:pt>
                <c:pt idx="2996">
                  <c:v>3.9737704918032786</c:v>
                </c:pt>
                <c:pt idx="2997">
                  <c:v>3.9967213114754099</c:v>
                </c:pt>
                <c:pt idx="2998">
                  <c:v>4.0229508196721309</c:v>
                </c:pt>
                <c:pt idx="2999">
                  <c:v>4.0163934426229506</c:v>
                </c:pt>
                <c:pt idx="3000">
                  <c:v>3.90327868852459</c:v>
                </c:pt>
                <c:pt idx="3001">
                  <c:v>3.9295081967213115</c:v>
                </c:pt>
                <c:pt idx="3002">
                  <c:v>3.9655737704918037</c:v>
                </c:pt>
                <c:pt idx="3003">
                  <c:v>3.8262295081967217</c:v>
                </c:pt>
                <c:pt idx="3004">
                  <c:v>3.7557377049180332</c:v>
                </c:pt>
                <c:pt idx="3005">
                  <c:v>3.7688524590163932</c:v>
                </c:pt>
                <c:pt idx="3006">
                  <c:v>3.6573770491803277</c:v>
                </c:pt>
                <c:pt idx="3007">
                  <c:v>3.6065573770491803</c:v>
                </c:pt>
                <c:pt idx="3008">
                  <c:v>3.6131147540983606</c:v>
                </c:pt>
                <c:pt idx="3009">
                  <c:v>3.6000000000000005</c:v>
                </c:pt>
                <c:pt idx="3010">
                  <c:v>3.6081967213114758</c:v>
                </c:pt>
                <c:pt idx="3011">
                  <c:v>3.6295081967213116</c:v>
                </c:pt>
                <c:pt idx="3012">
                  <c:v>3.4934426229508198</c:v>
                </c:pt>
                <c:pt idx="3013">
                  <c:v>3.4967213114754099</c:v>
                </c:pt>
                <c:pt idx="3014">
                  <c:v>3.4754098360655741</c:v>
                </c:pt>
                <c:pt idx="3015">
                  <c:v>3.4409836065573769</c:v>
                </c:pt>
                <c:pt idx="3016">
                  <c:v>3.3655737704918036</c:v>
                </c:pt>
                <c:pt idx="3017">
                  <c:v>3.3901639344262295</c:v>
                </c:pt>
                <c:pt idx="3018">
                  <c:v>3.4180327868852465</c:v>
                </c:pt>
                <c:pt idx="3019">
                  <c:v>3.4606557377049181</c:v>
                </c:pt>
                <c:pt idx="3020">
                  <c:v>3.3327868852459015</c:v>
                </c:pt>
                <c:pt idx="3021">
                  <c:v>3.3475409836065579</c:v>
                </c:pt>
                <c:pt idx="3022">
                  <c:v>3.3426229508196723</c:v>
                </c:pt>
                <c:pt idx="3023">
                  <c:v>3.3114754098360657</c:v>
                </c:pt>
                <c:pt idx="3024">
                  <c:v>3.3229508196721311</c:v>
                </c:pt>
                <c:pt idx="3025">
                  <c:v>3.3426229508196723</c:v>
                </c:pt>
                <c:pt idx="3026">
                  <c:v>3.4180327868852465</c:v>
                </c:pt>
                <c:pt idx="3027">
                  <c:v>3.416393442622951</c:v>
                </c:pt>
                <c:pt idx="3028">
                  <c:v>3.3475409836065579</c:v>
                </c:pt>
                <c:pt idx="3029">
                  <c:v>3.3278688524590168</c:v>
                </c:pt>
                <c:pt idx="3030">
                  <c:v>3.2655737704918035</c:v>
                </c:pt>
                <c:pt idx="3031">
                  <c:v>3.1983606557377056</c:v>
                </c:pt>
                <c:pt idx="3032">
                  <c:v>3.1983606557377056</c:v>
                </c:pt>
                <c:pt idx="3033">
                  <c:v>3.2098360655737705</c:v>
                </c:pt>
                <c:pt idx="3034">
                  <c:v>3.2163934426229512</c:v>
                </c:pt>
                <c:pt idx="3035">
                  <c:v>3.1918032786885244</c:v>
                </c:pt>
                <c:pt idx="3036">
                  <c:v>3.1901639344262298</c:v>
                </c:pt>
                <c:pt idx="3037">
                  <c:v>3.139344262295082</c:v>
                </c:pt>
                <c:pt idx="3038">
                  <c:v>3.1098360655737705</c:v>
                </c:pt>
                <c:pt idx="3039">
                  <c:v>3.1426229508196726</c:v>
                </c:pt>
                <c:pt idx="3040">
                  <c:v>3.2590163934426228</c:v>
                </c:pt>
                <c:pt idx="3041">
                  <c:v>3.2426229508196727</c:v>
                </c:pt>
                <c:pt idx="3042">
                  <c:v>3.2704918032786887</c:v>
                </c:pt>
                <c:pt idx="3043">
                  <c:v>3.3426229508196723</c:v>
                </c:pt>
                <c:pt idx="3044">
                  <c:v>3.3295081967213114</c:v>
                </c:pt>
                <c:pt idx="3045">
                  <c:v>3.278688524590164</c:v>
                </c:pt>
                <c:pt idx="3046">
                  <c:v>3.2737704918032788</c:v>
                </c:pt>
                <c:pt idx="3047">
                  <c:v>3.4049180327868855</c:v>
                </c:pt>
                <c:pt idx="3048">
                  <c:v>3.4147540983606555</c:v>
                </c:pt>
                <c:pt idx="3049">
                  <c:v>3.5196721311475412</c:v>
                </c:pt>
                <c:pt idx="3050">
                  <c:v>3.5442622950819676</c:v>
                </c:pt>
                <c:pt idx="3051">
                  <c:v>3.4590163934426235</c:v>
                </c:pt>
                <c:pt idx="3052">
                  <c:v>3.3377049180327871</c:v>
                </c:pt>
                <c:pt idx="3053">
                  <c:v>3.3163934426229509</c:v>
                </c:pt>
                <c:pt idx="3054">
                  <c:v>3.3639344262295081</c:v>
                </c:pt>
                <c:pt idx="3055">
                  <c:v>3.4918032786885247</c:v>
                </c:pt>
                <c:pt idx="3056">
                  <c:v>3.4655737704918037</c:v>
                </c:pt>
                <c:pt idx="3057">
                  <c:v>3.5606557377049182</c:v>
                </c:pt>
                <c:pt idx="3058">
                  <c:v>3.5098360655737708</c:v>
                </c:pt>
                <c:pt idx="3059">
                  <c:v>3.6081967213114758</c:v>
                </c:pt>
                <c:pt idx="3060">
                  <c:v>3.5868852459016396</c:v>
                </c:pt>
                <c:pt idx="3061">
                  <c:v>3.6442622950819676</c:v>
                </c:pt>
                <c:pt idx="3062">
                  <c:v>3.7098360655737705</c:v>
                </c:pt>
                <c:pt idx="3063">
                  <c:v>3.6885245901639347</c:v>
                </c:pt>
                <c:pt idx="3064">
                  <c:v>3.7622950819672134</c:v>
                </c:pt>
                <c:pt idx="3065">
                  <c:v>3.6918032786885249</c:v>
                </c:pt>
                <c:pt idx="3066">
                  <c:v>3.7229508196721315</c:v>
                </c:pt>
                <c:pt idx="3067">
                  <c:v>3.7557377049180332</c:v>
                </c:pt>
                <c:pt idx="3068">
                  <c:v>3.7409836065573772</c:v>
                </c:pt>
                <c:pt idx="3069">
                  <c:v>3.752459016393443</c:v>
                </c:pt>
                <c:pt idx="3070">
                  <c:v>3.8016393442622953</c:v>
                </c:pt>
                <c:pt idx="3071">
                  <c:v>3.9262295081967213</c:v>
                </c:pt>
                <c:pt idx="3072">
                  <c:v>3.8868852459016399</c:v>
                </c:pt>
                <c:pt idx="3073">
                  <c:v>3.8491803278688526</c:v>
                </c:pt>
                <c:pt idx="3074">
                  <c:v>3.8360655737704916</c:v>
                </c:pt>
                <c:pt idx="3075">
                  <c:v>3.6754098360655743</c:v>
                </c:pt>
                <c:pt idx="3076">
                  <c:v>3.6885245901639347</c:v>
                </c:pt>
                <c:pt idx="3077">
                  <c:v>3.7508196721311475</c:v>
                </c:pt>
                <c:pt idx="3078">
                  <c:v>3.7131147540983607</c:v>
                </c:pt>
                <c:pt idx="3079">
                  <c:v>3.6852459016393446</c:v>
                </c:pt>
                <c:pt idx="3080">
                  <c:v>3.598360655737705</c:v>
                </c:pt>
                <c:pt idx="3081">
                  <c:v>3.6000000000000005</c:v>
                </c:pt>
                <c:pt idx="3082">
                  <c:v>3.5622950819672132</c:v>
                </c:pt>
                <c:pt idx="3083">
                  <c:v>3.5098360655737708</c:v>
                </c:pt>
                <c:pt idx="3084">
                  <c:v>3.4672131147540983</c:v>
                </c:pt>
                <c:pt idx="3085">
                  <c:v>3.4295081967213119</c:v>
                </c:pt>
                <c:pt idx="3086">
                  <c:v>3.4229508196721312</c:v>
                </c:pt>
                <c:pt idx="3087">
                  <c:v>3.3639344262295081</c:v>
                </c:pt>
                <c:pt idx="3088">
                  <c:v>3.3213114754098365</c:v>
                </c:pt>
                <c:pt idx="3089">
                  <c:v>3.3327868852459015</c:v>
                </c:pt>
                <c:pt idx="3090">
                  <c:v>3.306557377049181</c:v>
                </c:pt>
                <c:pt idx="3091">
                  <c:v>3.3032786885245899</c:v>
                </c:pt>
                <c:pt idx="3092">
                  <c:v>3.3557377049180328</c:v>
                </c:pt>
                <c:pt idx="3093">
                  <c:v>3.2475409836065574</c:v>
                </c:pt>
                <c:pt idx="3094">
                  <c:v>3.262295081967213</c:v>
                </c:pt>
                <c:pt idx="3095">
                  <c:v>3.2311475409836068</c:v>
                </c:pt>
                <c:pt idx="3096">
                  <c:v>3.2327868852459019</c:v>
                </c:pt>
                <c:pt idx="3097">
                  <c:v>3.2114754098360656</c:v>
                </c:pt>
                <c:pt idx="3098">
                  <c:v>3.3049180327868855</c:v>
                </c:pt>
                <c:pt idx="3099">
                  <c:v>3.2278688524590167</c:v>
                </c:pt>
                <c:pt idx="3100">
                  <c:v>3.2475409836065574</c:v>
                </c:pt>
                <c:pt idx="3101">
                  <c:v>3.2409836065573772</c:v>
                </c:pt>
                <c:pt idx="3102">
                  <c:v>3.180327868852459</c:v>
                </c:pt>
                <c:pt idx="3103">
                  <c:v>3.1557377049180331</c:v>
                </c:pt>
                <c:pt idx="3104">
                  <c:v>3.09672131147541</c:v>
                </c:pt>
                <c:pt idx="3105">
                  <c:v>3.1786885245901644</c:v>
                </c:pt>
                <c:pt idx="3106">
                  <c:v>3.1868852459016397</c:v>
                </c:pt>
                <c:pt idx="3107">
                  <c:v>3.1852459016393442</c:v>
                </c:pt>
                <c:pt idx="3108">
                  <c:v>3.2245901639344265</c:v>
                </c:pt>
                <c:pt idx="3109">
                  <c:v>3.2245901639344265</c:v>
                </c:pt>
                <c:pt idx="3110">
                  <c:v>3.262295081967213</c:v>
                </c:pt>
                <c:pt idx="3111">
                  <c:v>3.2754098360655739</c:v>
                </c:pt>
                <c:pt idx="3112">
                  <c:v>3.1688524590163936</c:v>
                </c:pt>
                <c:pt idx="3113">
                  <c:v>3.1327868852459018</c:v>
                </c:pt>
                <c:pt idx="3114">
                  <c:v>3.1524590163934429</c:v>
                </c:pt>
                <c:pt idx="3115">
                  <c:v>3.180327868852459</c:v>
                </c:pt>
                <c:pt idx="3116">
                  <c:v>3.1754098360655743</c:v>
                </c:pt>
                <c:pt idx="3117">
                  <c:v>3.2459016393442628</c:v>
                </c:pt>
                <c:pt idx="3118">
                  <c:v>3.1852459016393442</c:v>
                </c:pt>
                <c:pt idx="3119">
                  <c:v>3.2147540983606557</c:v>
                </c:pt>
                <c:pt idx="3120">
                  <c:v>3.2032786885245903</c:v>
                </c:pt>
                <c:pt idx="3121">
                  <c:v>3.4540983606557378</c:v>
                </c:pt>
                <c:pt idx="3122">
                  <c:v>3.5229508196721313</c:v>
                </c:pt>
                <c:pt idx="3123">
                  <c:v>3.5344262295081967</c:v>
                </c:pt>
                <c:pt idx="3124">
                  <c:v>3.5491803278688523</c:v>
                </c:pt>
                <c:pt idx="3125">
                  <c:v>3.5327868852459021</c:v>
                </c:pt>
                <c:pt idx="3126">
                  <c:v>3.5000000000000004</c:v>
                </c:pt>
                <c:pt idx="3127">
                  <c:v>3.5114754098360659</c:v>
                </c:pt>
                <c:pt idx="3128">
                  <c:v>3.4557377049180329</c:v>
                </c:pt>
                <c:pt idx="3129">
                  <c:v>3.3573770491803283</c:v>
                </c:pt>
                <c:pt idx="3130">
                  <c:v>3.3016393442622953</c:v>
                </c:pt>
                <c:pt idx="3131">
                  <c:v>3.2540983606557381</c:v>
                </c:pt>
                <c:pt idx="3132">
                  <c:v>3.3049180327868855</c:v>
                </c:pt>
                <c:pt idx="3133">
                  <c:v>3.2885245901639344</c:v>
                </c:pt>
                <c:pt idx="3134">
                  <c:v>3.2655737704918035</c:v>
                </c:pt>
                <c:pt idx="3135">
                  <c:v>3.3245901639344266</c:v>
                </c:pt>
                <c:pt idx="3136">
                  <c:v>3.277049180327869</c:v>
                </c:pt>
                <c:pt idx="3137">
                  <c:v>3.2295081967213117</c:v>
                </c:pt>
                <c:pt idx="3138">
                  <c:v>3.2344262295081969</c:v>
                </c:pt>
                <c:pt idx="3139">
                  <c:v>3.2098360655737705</c:v>
                </c:pt>
                <c:pt idx="3140">
                  <c:v>3.1852459016393442</c:v>
                </c:pt>
                <c:pt idx="3141">
                  <c:v>3.1901639344262298</c:v>
                </c:pt>
                <c:pt idx="3142">
                  <c:v>3.2147540983606557</c:v>
                </c:pt>
                <c:pt idx="3143">
                  <c:v>3.1934426229508199</c:v>
                </c:pt>
                <c:pt idx="3144">
                  <c:v>3.1868852459016397</c:v>
                </c:pt>
                <c:pt idx="3145">
                  <c:v>3.1819672131147545</c:v>
                </c:pt>
                <c:pt idx="3146">
                  <c:v>3.1754098360655743</c:v>
                </c:pt>
                <c:pt idx="3147">
                  <c:v>3.2081967213114755</c:v>
                </c:pt>
                <c:pt idx="3148">
                  <c:v>3.1098360655737705</c:v>
                </c:pt>
                <c:pt idx="3149">
                  <c:v>3.098360655737705</c:v>
                </c:pt>
                <c:pt idx="3150">
                  <c:v>3.1426229508196726</c:v>
                </c:pt>
                <c:pt idx="3151">
                  <c:v>3.1622950819672133</c:v>
                </c:pt>
                <c:pt idx="3152">
                  <c:v>3.1672131147540985</c:v>
                </c:pt>
                <c:pt idx="3153">
                  <c:v>3.1524590163934429</c:v>
                </c:pt>
                <c:pt idx="3154">
                  <c:v>3.1180327868852462</c:v>
                </c:pt>
                <c:pt idx="3155">
                  <c:v>3.1327868852459018</c:v>
                </c:pt>
                <c:pt idx="3156">
                  <c:v>3.2672131147540986</c:v>
                </c:pt>
                <c:pt idx="3157">
                  <c:v>3.2557377049180327</c:v>
                </c:pt>
                <c:pt idx="3158">
                  <c:v>3.2131147540983611</c:v>
                </c:pt>
                <c:pt idx="3159">
                  <c:v>3.1475409836065573</c:v>
                </c:pt>
                <c:pt idx="3160">
                  <c:v>3.1409836065573771</c:v>
                </c:pt>
                <c:pt idx="3161">
                  <c:v>3.1606557377049183</c:v>
                </c:pt>
                <c:pt idx="3162">
                  <c:v>3.1344262295081973</c:v>
                </c:pt>
                <c:pt idx="3163">
                  <c:v>3.1655737704918034</c:v>
                </c:pt>
                <c:pt idx="3164">
                  <c:v>3.1688524590163936</c:v>
                </c:pt>
                <c:pt idx="3165">
                  <c:v>3.2295081967213117</c:v>
                </c:pt>
                <c:pt idx="3166">
                  <c:v>3.1868852459016397</c:v>
                </c:pt>
                <c:pt idx="3167">
                  <c:v>3.2</c:v>
                </c:pt>
                <c:pt idx="3168">
                  <c:v>3.1622950819672133</c:v>
                </c:pt>
                <c:pt idx="3169">
                  <c:v>3.1442622950819672</c:v>
                </c:pt>
                <c:pt idx="3170">
                  <c:v>3.0786885245901643</c:v>
                </c:pt>
                <c:pt idx="3171">
                  <c:v>3.09672131147541</c:v>
                </c:pt>
                <c:pt idx="3172">
                  <c:v>3.0360655737704918</c:v>
                </c:pt>
                <c:pt idx="3173">
                  <c:v>3.0508196721311478</c:v>
                </c:pt>
                <c:pt idx="3174">
                  <c:v>3.1098360655737705</c:v>
                </c:pt>
                <c:pt idx="3175">
                  <c:v>3.1737704918032787</c:v>
                </c:pt>
                <c:pt idx="3176">
                  <c:v>3.1655737704918034</c:v>
                </c:pt>
                <c:pt idx="3177">
                  <c:v>3.1557377049180331</c:v>
                </c:pt>
                <c:pt idx="3178">
                  <c:v>3.1524590163934429</c:v>
                </c:pt>
                <c:pt idx="3179">
                  <c:v>3.1295081967213116</c:v>
                </c:pt>
                <c:pt idx="3180">
                  <c:v>3.1147540983606561</c:v>
                </c:pt>
                <c:pt idx="3181">
                  <c:v>3.1311475409836071</c:v>
                </c:pt>
                <c:pt idx="3182">
                  <c:v>3.1983606557377056</c:v>
                </c:pt>
                <c:pt idx="3183">
                  <c:v>3.1819672131147545</c:v>
                </c:pt>
                <c:pt idx="3184">
                  <c:v>3.2049180327868854</c:v>
                </c:pt>
                <c:pt idx="3185">
                  <c:v>3.2295081967213117</c:v>
                </c:pt>
                <c:pt idx="3186">
                  <c:v>3.124590163934426</c:v>
                </c:pt>
                <c:pt idx="3187">
                  <c:v>3.0918032786885248</c:v>
                </c:pt>
                <c:pt idx="3188">
                  <c:v>3.098360655737705</c:v>
                </c:pt>
                <c:pt idx="3189">
                  <c:v>3.0508196721311478</c:v>
                </c:pt>
                <c:pt idx="3190">
                  <c:v>3.0819672131147544</c:v>
                </c:pt>
                <c:pt idx="3191">
                  <c:v>3.1098360655737705</c:v>
                </c:pt>
                <c:pt idx="3192">
                  <c:v>3.1459016393442627</c:v>
                </c:pt>
                <c:pt idx="3193">
                  <c:v>3.0934426229508198</c:v>
                </c:pt>
                <c:pt idx="3194">
                  <c:v>3.0655737704918034</c:v>
                </c:pt>
                <c:pt idx="3195">
                  <c:v>3.0360655737704918</c:v>
                </c:pt>
                <c:pt idx="3196">
                  <c:v>3.0163934426229506</c:v>
                </c:pt>
                <c:pt idx="3197">
                  <c:v>3.0262295081967214</c:v>
                </c:pt>
                <c:pt idx="3198">
                  <c:v>2.9786885245901642</c:v>
                </c:pt>
                <c:pt idx="3199">
                  <c:v>3.042622950819672</c:v>
                </c:pt>
                <c:pt idx="3200">
                  <c:v>3.0360655737704918</c:v>
                </c:pt>
                <c:pt idx="3201">
                  <c:v>3.0081967213114758</c:v>
                </c:pt>
                <c:pt idx="3202">
                  <c:v>3.0786885245901643</c:v>
                </c:pt>
                <c:pt idx="3203">
                  <c:v>3.0081967213114758</c:v>
                </c:pt>
                <c:pt idx="3204">
                  <c:v>3.0606557377049186</c:v>
                </c:pt>
                <c:pt idx="3205">
                  <c:v>3.0868852459016392</c:v>
                </c:pt>
                <c:pt idx="3206">
                  <c:v>3.0655737704918034</c:v>
                </c:pt>
                <c:pt idx="3207">
                  <c:v>3.070491803278689</c:v>
                </c:pt>
                <c:pt idx="3208">
                  <c:v>3.0393442622950819</c:v>
                </c:pt>
                <c:pt idx="3209">
                  <c:v>2.9885245901639346</c:v>
                </c:pt>
                <c:pt idx="3210">
                  <c:v>2.9754098360655736</c:v>
                </c:pt>
                <c:pt idx="3211">
                  <c:v>2.9786885245901642</c:v>
                </c:pt>
                <c:pt idx="3212">
                  <c:v>3.0295081967213116</c:v>
                </c:pt>
                <c:pt idx="3213">
                  <c:v>2.9655737704918033</c:v>
                </c:pt>
                <c:pt idx="3214">
                  <c:v>2.9918032786885247</c:v>
                </c:pt>
                <c:pt idx="3215">
                  <c:v>2.9557377049180333</c:v>
                </c:pt>
                <c:pt idx="3216">
                  <c:v>2.9508196721311477</c:v>
                </c:pt>
                <c:pt idx="3217">
                  <c:v>2.9754098360655736</c:v>
                </c:pt>
                <c:pt idx="3218">
                  <c:v>2.9934426229508202</c:v>
                </c:pt>
                <c:pt idx="3219">
                  <c:v>2.9672131147540988</c:v>
                </c:pt>
                <c:pt idx="3220">
                  <c:v>2.9868852459016395</c:v>
                </c:pt>
                <c:pt idx="3221">
                  <c:v>2.9459016393442621</c:v>
                </c:pt>
                <c:pt idx="3222">
                  <c:v>2.9213114754098362</c:v>
                </c:pt>
                <c:pt idx="3223">
                  <c:v>2.9262295081967218</c:v>
                </c:pt>
                <c:pt idx="3224">
                  <c:v>2.9819672131147543</c:v>
                </c:pt>
                <c:pt idx="3225">
                  <c:v>2.9360655737704922</c:v>
                </c:pt>
                <c:pt idx="3226">
                  <c:v>2.9672131147540988</c:v>
                </c:pt>
                <c:pt idx="3227">
                  <c:v>2.9803278688524593</c:v>
                </c:pt>
                <c:pt idx="3228">
                  <c:v>2.9803278688524593</c:v>
                </c:pt>
                <c:pt idx="3229">
                  <c:v>3.0770491803278688</c:v>
                </c:pt>
                <c:pt idx="3230">
                  <c:v>3.0639344262295087</c:v>
                </c:pt>
                <c:pt idx="3231">
                  <c:v>3.1</c:v>
                </c:pt>
                <c:pt idx="3232">
                  <c:v>3.0819672131147544</c:v>
                </c:pt>
                <c:pt idx="3233">
                  <c:v>3.0770491803278688</c:v>
                </c:pt>
                <c:pt idx="3234">
                  <c:v>3.0918032786885248</c:v>
                </c:pt>
                <c:pt idx="3235">
                  <c:v>3.083606557377049</c:v>
                </c:pt>
                <c:pt idx="3236">
                  <c:v>2.9950819672131148</c:v>
                </c:pt>
                <c:pt idx="3237">
                  <c:v>3.0065573770491807</c:v>
                </c:pt>
                <c:pt idx="3238">
                  <c:v>3.0032786885245906</c:v>
                </c:pt>
                <c:pt idx="3239">
                  <c:v>2.9836065573770494</c:v>
                </c:pt>
                <c:pt idx="3240">
                  <c:v>2.9786885245901642</c:v>
                </c:pt>
                <c:pt idx="3241">
                  <c:v>2.9426229508196724</c:v>
                </c:pt>
                <c:pt idx="3242">
                  <c:v>2.9262295081967218</c:v>
                </c:pt>
                <c:pt idx="3243">
                  <c:v>2.9377049180327872</c:v>
                </c:pt>
                <c:pt idx="3244">
                  <c:v>2.8885245901639349</c:v>
                </c:pt>
                <c:pt idx="3245">
                  <c:v>2.8950819672131147</c:v>
                </c:pt>
                <c:pt idx="3246">
                  <c:v>2.8803278688524592</c:v>
                </c:pt>
                <c:pt idx="3247">
                  <c:v>2.8704918032786888</c:v>
                </c:pt>
                <c:pt idx="3248">
                  <c:v>2.8983606557377048</c:v>
                </c:pt>
                <c:pt idx="3249">
                  <c:v>2.9065573770491806</c:v>
                </c:pt>
                <c:pt idx="3250">
                  <c:v>2.901639344262295</c:v>
                </c:pt>
                <c:pt idx="3251">
                  <c:v>2.9098360655737707</c:v>
                </c:pt>
                <c:pt idx="3252">
                  <c:v>2.9278688524590164</c:v>
                </c:pt>
                <c:pt idx="3253">
                  <c:v>2.9213114754098362</c:v>
                </c:pt>
                <c:pt idx="3254">
                  <c:v>2.9606557377049181</c:v>
                </c:pt>
                <c:pt idx="3255">
                  <c:v>2.916393442622951</c:v>
                </c:pt>
                <c:pt idx="3256">
                  <c:v>2.9344262295081966</c:v>
                </c:pt>
                <c:pt idx="3257">
                  <c:v>2.9131147540983608</c:v>
                </c:pt>
                <c:pt idx="3258">
                  <c:v>2.8934426229508197</c:v>
                </c:pt>
                <c:pt idx="3259">
                  <c:v>2.9426229508196724</c:v>
                </c:pt>
                <c:pt idx="3260">
                  <c:v>2.932786885245902</c:v>
                </c:pt>
                <c:pt idx="3261">
                  <c:v>2.9049180327868851</c:v>
                </c:pt>
                <c:pt idx="3262">
                  <c:v>2.8491803278688526</c:v>
                </c:pt>
                <c:pt idx="3263">
                  <c:v>2.8524590163934427</c:v>
                </c:pt>
                <c:pt idx="3264">
                  <c:v>2.8344262295081966</c:v>
                </c:pt>
                <c:pt idx="3265">
                  <c:v>2.8688524590163937</c:v>
                </c:pt>
                <c:pt idx="3266">
                  <c:v>2.901639344262295</c:v>
                </c:pt>
                <c:pt idx="3267">
                  <c:v>2.8377049180327867</c:v>
                </c:pt>
                <c:pt idx="3268">
                  <c:v>2.8885245901639349</c:v>
                </c:pt>
                <c:pt idx="3269">
                  <c:v>2.8819672131147538</c:v>
                </c:pt>
                <c:pt idx="3270">
                  <c:v>2.9213114754098362</c:v>
                </c:pt>
                <c:pt idx="3271">
                  <c:v>2.8885245901639349</c:v>
                </c:pt>
                <c:pt idx="3272">
                  <c:v>2.860655737704918</c:v>
                </c:pt>
                <c:pt idx="3273">
                  <c:v>2.8639344262295081</c:v>
                </c:pt>
                <c:pt idx="3274">
                  <c:v>2.8508196721311476</c:v>
                </c:pt>
                <c:pt idx="3275">
                  <c:v>2.8344262295081966</c:v>
                </c:pt>
                <c:pt idx="3276">
                  <c:v>2.7885245901639348</c:v>
                </c:pt>
                <c:pt idx="3277">
                  <c:v>2.7754098360655739</c:v>
                </c:pt>
                <c:pt idx="3278">
                  <c:v>2.7590163934426228</c:v>
                </c:pt>
                <c:pt idx="3279">
                  <c:v>2.7688524590163937</c:v>
                </c:pt>
                <c:pt idx="3280">
                  <c:v>2.7540983606557381</c:v>
                </c:pt>
                <c:pt idx="3281">
                  <c:v>2.7672131147540981</c:v>
                </c:pt>
                <c:pt idx="3282">
                  <c:v>2.7213114754098364</c:v>
                </c:pt>
                <c:pt idx="3283">
                  <c:v>2.7459016393442623</c:v>
                </c:pt>
                <c:pt idx="3284">
                  <c:v>2.7655737704918035</c:v>
                </c:pt>
                <c:pt idx="3285">
                  <c:v>2.7409836065573772</c:v>
                </c:pt>
                <c:pt idx="3286">
                  <c:v>2.7311475409836068</c:v>
                </c:pt>
                <c:pt idx="3287">
                  <c:v>2.7344262295081969</c:v>
                </c:pt>
                <c:pt idx="3288">
                  <c:v>2.7147540983606557</c:v>
                </c:pt>
                <c:pt idx="3289">
                  <c:v>2.6934426229508199</c:v>
                </c:pt>
                <c:pt idx="3290">
                  <c:v>2.6852459016393442</c:v>
                </c:pt>
                <c:pt idx="3291">
                  <c:v>2.6819672131147541</c:v>
                </c:pt>
                <c:pt idx="3292">
                  <c:v>2.7065573770491809</c:v>
                </c:pt>
                <c:pt idx="3293">
                  <c:v>2.6934426229508199</c:v>
                </c:pt>
                <c:pt idx="3294">
                  <c:v>2.6819672131147541</c:v>
                </c:pt>
                <c:pt idx="3295">
                  <c:v>2.6622950819672129</c:v>
                </c:pt>
                <c:pt idx="3296">
                  <c:v>2.6573770491803281</c:v>
                </c:pt>
                <c:pt idx="3297">
                  <c:v>2.6590163934426227</c:v>
                </c:pt>
                <c:pt idx="3298">
                  <c:v>2.7459016393442623</c:v>
                </c:pt>
                <c:pt idx="3299">
                  <c:v>2.7557377049180327</c:v>
                </c:pt>
                <c:pt idx="3300">
                  <c:v>2.7442622950819673</c:v>
                </c:pt>
                <c:pt idx="3301">
                  <c:v>2.7770491803278694</c:v>
                </c:pt>
                <c:pt idx="3302">
                  <c:v>2.6819672131147541</c:v>
                </c:pt>
                <c:pt idx="3303">
                  <c:v>2.7540983606557381</c:v>
                </c:pt>
                <c:pt idx="3304">
                  <c:v>2.7901639344262295</c:v>
                </c:pt>
                <c:pt idx="3305">
                  <c:v>2.7934426229508196</c:v>
                </c:pt>
                <c:pt idx="3306">
                  <c:v>2.7852459016393443</c:v>
                </c:pt>
                <c:pt idx="3307">
                  <c:v>2.7114754098360656</c:v>
                </c:pt>
                <c:pt idx="3308">
                  <c:v>2.6967213114754101</c:v>
                </c:pt>
                <c:pt idx="3309">
                  <c:v>2.7262295081967212</c:v>
                </c:pt>
                <c:pt idx="3310">
                  <c:v>2.7065573770491809</c:v>
                </c:pt>
                <c:pt idx="3311">
                  <c:v>2.6901639344262298</c:v>
                </c:pt>
                <c:pt idx="3312">
                  <c:v>2.6622950819672129</c:v>
                </c:pt>
                <c:pt idx="3313">
                  <c:v>2.6704918032786886</c:v>
                </c:pt>
                <c:pt idx="3314">
                  <c:v>2.6786885245901639</c:v>
                </c:pt>
                <c:pt idx="3315">
                  <c:v>2.6573770491803281</c:v>
                </c:pt>
                <c:pt idx="3316">
                  <c:v>2.6442622950819672</c:v>
                </c:pt>
                <c:pt idx="3317">
                  <c:v>2.6360655737704919</c:v>
                </c:pt>
                <c:pt idx="3318">
                  <c:v>2.6475409836065573</c:v>
                </c:pt>
                <c:pt idx="3319">
                  <c:v>2.6180327868852462</c:v>
                </c:pt>
                <c:pt idx="3320">
                  <c:v>2.6360655737704919</c:v>
                </c:pt>
                <c:pt idx="3321">
                  <c:v>2.6606557377049183</c:v>
                </c:pt>
                <c:pt idx="3322">
                  <c:v>2.6688524590163936</c:v>
                </c:pt>
                <c:pt idx="3323">
                  <c:v>2.6852459016393442</c:v>
                </c:pt>
                <c:pt idx="3324">
                  <c:v>2.6786885245901639</c:v>
                </c:pt>
                <c:pt idx="3325">
                  <c:v>2.6475409836065573</c:v>
                </c:pt>
                <c:pt idx="3326">
                  <c:v>2.6852459016393442</c:v>
                </c:pt>
                <c:pt idx="3327">
                  <c:v>2.7</c:v>
                </c:pt>
                <c:pt idx="3328">
                  <c:v>2.7770491803278694</c:v>
                </c:pt>
                <c:pt idx="3329">
                  <c:v>2.7770491803278694</c:v>
                </c:pt>
                <c:pt idx="3330">
                  <c:v>2.7737704918032793</c:v>
                </c:pt>
                <c:pt idx="3331">
                  <c:v>2.7573770491803282</c:v>
                </c:pt>
                <c:pt idx="3332">
                  <c:v>2.7442622950819673</c:v>
                </c:pt>
                <c:pt idx="3333">
                  <c:v>2.7180327868852459</c:v>
                </c:pt>
                <c:pt idx="3334">
                  <c:v>2.7147540983606557</c:v>
                </c:pt>
                <c:pt idx="3335">
                  <c:v>2.7524590163934426</c:v>
                </c:pt>
                <c:pt idx="3336">
                  <c:v>2.7573770491803282</c:v>
                </c:pt>
                <c:pt idx="3337">
                  <c:v>2.7885245901639348</c:v>
                </c:pt>
                <c:pt idx="3338">
                  <c:v>2.8163934426229509</c:v>
                </c:pt>
                <c:pt idx="3339">
                  <c:v>2.8229508196721311</c:v>
                </c:pt>
                <c:pt idx="3340">
                  <c:v>2.8229508196721311</c:v>
                </c:pt>
                <c:pt idx="3341">
                  <c:v>2.8180327868852464</c:v>
                </c:pt>
                <c:pt idx="3342">
                  <c:v>2.778688524590164</c:v>
                </c:pt>
                <c:pt idx="3343">
                  <c:v>2.7131147540983611</c:v>
                </c:pt>
                <c:pt idx="3344">
                  <c:v>2.7016393442622952</c:v>
                </c:pt>
                <c:pt idx="3345">
                  <c:v>2.6786885245901639</c:v>
                </c:pt>
                <c:pt idx="3346">
                  <c:v>2.6655737704918039</c:v>
                </c:pt>
                <c:pt idx="3347">
                  <c:v>2.695081967213115</c:v>
                </c:pt>
                <c:pt idx="3348">
                  <c:v>2.7196721311475409</c:v>
                </c:pt>
                <c:pt idx="3349">
                  <c:v>2.7</c:v>
                </c:pt>
                <c:pt idx="3350">
                  <c:v>2.6967213114754101</c:v>
                </c:pt>
                <c:pt idx="3351">
                  <c:v>2.6803278688524594</c:v>
                </c:pt>
                <c:pt idx="3352">
                  <c:v>2.6770491803278689</c:v>
                </c:pt>
                <c:pt idx="3353">
                  <c:v>2.6983606557377051</c:v>
                </c:pt>
                <c:pt idx="3354">
                  <c:v>2.6803278688524594</c:v>
                </c:pt>
                <c:pt idx="3355">
                  <c:v>2.7147540983606557</c:v>
                </c:pt>
                <c:pt idx="3356">
                  <c:v>2.7524590163934426</c:v>
                </c:pt>
                <c:pt idx="3357">
                  <c:v>2.7852459016393443</c:v>
                </c:pt>
                <c:pt idx="3358">
                  <c:v>2.8180327868852464</c:v>
                </c:pt>
                <c:pt idx="3359">
                  <c:v>2.8098360655737706</c:v>
                </c:pt>
                <c:pt idx="3360">
                  <c:v>2.8180327868852464</c:v>
                </c:pt>
                <c:pt idx="3361">
                  <c:v>2.8049180327868855</c:v>
                </c:pt>
                <c:pt idx="3362">
                  <c:v>2.7770491803278694</c:v>
                </c:pt>
                <c:pt idx="3363">
                  <c:v>2.7540983606557381</c:v>
                </c:pt>
                <c:pt idx="3364">
                  <c:v>2.7721311475409838</c:v>
                </c:pt>
                <c:pt idx="3365">
                  <c:v>2.8229508196721311</c:v>
                </c:pt>
                <c:pt idx="3366">
                  <c:v>2.8147540983606563</c:v>
                </c:pt>
                <c:pt idx="3367">
                  <c:v>2.8327868852459019</c:v>
                </c:pt>
                <c:pt idx="3368">
                  <c:v>2.8540983606557377</c:v>
                </c:pt>
                <c:pt idx="3369">
                  <c:v>2.8901639344262295</c:v>
                </c:pt>
                <c:pt idx="3370">
                  <c:v>2.8704918032786888</c:v>
                </c:pt>
                <c:pt idx="3371">
                  <c:v>2.7557377049180327</c:v>
                </c:pt>
                <c:pt idx="3372">
                  <c:v>2.877049180327869</c:v>
                </c:pt>
                <c:pt idx="3373">
                  <c:v>3.0016393442622951</c:v>
                </c:pt>
                <c:pt idx="3374">
                  <c:v>3.0295081967213116</c:v>
                </c:pt>
                <c:pt idx="3375">
                  <c:v>3.0377049180327873</c:v>
                </c:pt>
                <c:pt idx="3376">
                  <c:v>3.0377049180327873</c:v>
                </c:pt>
                <c:pt idx="3377">
                  <c:v>3.0540983606557379</c:v>
                </c:pt>
                <c:pt idx="3378">
                  <c:v>3.0540983606557379</c:v>
                </c:pt>
                <c:pt idx="3379">
                  <c:v>3.042622950819672</c:v>
                </c:pt>
                <c:pt idx="3380">
                  <c:v>3.0721311475409836</c:v>
                </c:pt>
                <c:pt idx="3381">
                  <c:v>3.0934426229508198</c:v>
                </c:pt>
                <c:pt idx="3382">
                  <c:v>3.1278688524590161</c:v>
                </c:pt>
                <c:pt idx="3383">
                  <c:v>3.070491803278689</c:v>
                </c:pt>
                <c:pt idx="3384">
                  <c:v>3.1180327868852462</c:v>
                </c:pt>
                <c:pt idx="3385">
                  <c:v>3.1147540983606561</c:v>
                </c:pt>
                <c:pt idx="3386">
                  <c:v>3.1934426229508199</c:v>
                </c:pt>
                <c:pt idx="3387">
                  <c:v>3.1885245901639343</c:v>
                </c:pt>
                <c:pt idx="3388">
                  <c:v>3.1918032786885244</c:v>
                </c:pt>
                <c:pt idx="3389">
                  <c:v>3.1557377049180331</c:v>
                </c:pt>
                <c:pt idx="3390">
                  <c:v>3.0868852459016392</c:v>
                </c:pt>
                <c:pt idx="3391">
                  <c:v>3.1229508196721314</c:v>
                </c:pt>
                <c:pt idx="3392">
                  <c:v>3.1049180327868857</c:v>
                </c:pt>
                <c:pt idx="3393">
                  <c:v>3.0327868852459017</c:v>
                </c:pt>
                <c:pt idx="3394">
                  <c:v>3.0131147540983605</c:v>
                </c:pt>
                <c:pt idx="3395">
                  <c:v>3.0049180327868852</c:v>
                </c:pt>
                <c:pt idx="3396">
                  <c:v>2.9885245901639346</c:v>
                </c:pt>
                <c:pt idx="3397">
                  <c:v>3.0081967213114758</c:v>
                </c:pt>
                <c:pt idx="3398">
                  <c:v>2.9901639344262296</c:v>
                </c:pt>
                <c:pt idx="3399">
                  <c:v>2.9672131147540988</c:v>
                </c:pt>
                <c:pt idx="3400">
                  <c:v>2.9688524590163934</c:v>
                </c:pt>
                <c:pt idx="3401">
                  <c:v>2.9655737704918033</c:v>
                </c:pt>
                <c:pt idx="3402">
                  <c:v>2.9459016393442621</c:v>
                </c:pt>
                <c:pt idx="3403">
                  <c:v>2.9311475409836065</c:v>
                </c:pt>
                <c:pt idx="3404">
                  <c:v>2.9213114754098362</c:v>
                </c:pt>
                <c:pt idx="3405">
                  <c:v>2.8934426229508197</c:v>
                </c:pt>
                <c:pt idx="3406">
                  <c:v>2.8901639344262295</c:v>
                </c:pt>
                <c:pt idx="3407">
                  <c:v>2.9131147540983608</c:v>
                </c:pt>
                <c:pt idx="3408">
                  <c:v>2.8967213114754102</c:v>
                </c:pt>
                <c:pt idx="3409">
                  <c:v>2.891803278688525</c:v>
                </c:pt>
                <c:pt idx="3410">
                  <c:v>2.8721311475409839</c:v>
                </c:pt>
                <c:pt idx="3411">
                  <c:v>2.8655737704918036</c:v>
                </c:pt>
                <c:pt idx="3412">
                  <c:v>2.8360655737704921</c:v>
                </c:pt>
                <c:pt idx="3413">
                  <c:v>2.8459016393442624</c:v>
                </c:pt>
                <c:pt idx="3414">
                  <c:v>2.8213114754098365</c:v>
                </c:pt>
                <c:pt idx="3415">
                  <c:v>2.819672131147541</c:v>
                </c:pt>
                <c:pt idx="3416">
                  <c:v>2.7770491803278694</c:v>
                </c:pt>
                <c:pt idx="3417">
                  <c:v>2.7573770491803282</c:v>
                </c:pt>
                <c:pt idx="3418">
                  <c:v>2.7344262295081969</c:v>
                </c:pt>
                <c:pt idx="3419">
                  <c:v>2.7459016393442623</c:v>
                </c:pt>
                <c:pt idx="3420">
                  <c:v>2.7180327868852459</c:v>
                </c:pt>
                <c:pt idx="3421">
                  <c:v>2.7114754098360656</c:v>
                </c:pt>
                <c:pt idx="3422">
                  <c:v>2.7245901639344265</c:v>
                </c:pt>
                <c:pt idx="3423">
                  <c:v>2.7032786885245899</c:v>
                </c:pt>
                <c:pt idx="3424">
                  <c:v>2.6737704918032787</c:v>
                </c:pt>
                <c:pt idx="3425">
                  <c:v>2.6622950819672129</c:v>
                </c:pt>
                <c:pt idx="3426">
                  <c:v>2.6639344262295084</c:v>
                </c:pt>
                <c:pt idx="3427">
                  <c:v>2.6114754098360655</c:v>
                </c:pt>
                <c:pt idx="3428">
                  <c:v>2.6032786885245907</c:v>
                </c:pt>
                <c:pt idx="3429">
                  <c:v>2.6524590163934429</c:v>
                </c:pt>
                <c:pt idx="3430">
                  <c:v>2.6918032786885249</c:v>
                </c:pt>
                <c:pt idx="3431">
                  <c:v>2.6590163934426227</c:v>
                </c:pt>
                <c:pt idx="3432">
                  <c:v>2.6672131147540985</c:v>
                </c:pt>
                <c:pt idx="3433">
                  <c:v>2.6688524590163936</c:v>
                </c:pt>
                <c:pt idx="3434">
                  <c:v>2.6967213114754101</c:v>
                </c:pt>
                <c:pt idx="3435">
                  <c:v>2.6803278688524594</c:v>
                </c:pt>
                <c:pt idx="3436">
                  <c:v>2.7</c:v>
                </c:pt>
                <c:pt idx="3437">
                  <c:v>2.6655737704918039</c:v>
                </c:pt>
                <c:pt idx="3438">
                  <c:v>2.6360655737704919</c:v>
                </c:pt>
                <c:pt idx="3439">
                  <c:v>2.6393442622950825</c:v>
                </c:pt>
                <c:pt idx="3440">
                  <c:v>2.6393442622950825</c:v>
                </c:pt>
                <c:pt idx="3441">
                  <c:v>2.5786885245901643</c:v>
                </c:pt>
                <c:pt idx="3442">
                  <c:v>2.5278688524590165</c:v>
                </c:pt>
                <c:pt idx="3443">
                  <c:v>2.557377049180328</c:v>
                </c:pt>
                <c:pt idx="3444">
                  <c:v>2.5622950819672132</c:v>
                </c:pt>
                <c:pt idx="3445">
                  <c:v>2.540983606557377</c:v>
                </c:pt>
                <c:pt idx="3446">
                  <c:v>2.4967213114754099</c:v>
                </c:pt>
                <c:pt idx="3447">
                  <c:v>2.5442622950819671</c:v>
                </c:pt>
                <c:pt idx="3448">
                  <c:v>2.4885245901639346</c:v>
                </c:pt>
                <c:pt idx="3449">
                  <c:v>2.4901639344262296</c:v>
                </c:pt>
                <c:pt idx="3450">
                  <c:v>2.4639344262295082</c:v>
                </c:pt>
                <c:pt idx="3451">
                  <c:v>2.4672131147540988</c:v>
                </c:pt>
                <c:pt idx="3452">
                  <c:v>2.4868852459016395</c:v>
                </c:pt>
                <c:pt idx="3453">
                  <c:v>2.4262295081967218</c:v>
                </c:pt>
                <c:pt idx="3454">
                  <c:v>2.472131147540984</c:v>
                </c:pt>
                <c:pt idx="3455">
                  <c:v>2.4245901639344263</c:v>
                </c:pt>
                <c:pt idx="3456">
                  <c:v>2.457377049180328</c:v>
                </c:pt>
                <c:pt idx="3457">
                  <c:v>2.557377049180328</c:v>
                </c:pt>
                <c:pt idx="3458">
                  <c:v>2.5819672131147544</c:v>
                </c:pt>
                <c:pt idx="3459">
                  <c:v>2.6147540983606556</c:v>
                </c:pt>
                <c:pt idx="3460">
                  <c:v>2.6311475409836067</c:v>
                </c:pt>
                <c:pt idx="3461">
                  <c:v>2.5934426229508198</c:v>
                </c:pt>
                <c:pt idx="3462">
                  <c:v>2.5721311475409836</c:v>
                </c:pt>
                <c:pt idx="3463">
                  <c:v>2.5639344262295083</c:v>
                </c:pt>
                <c:pt idx="3464">
                  <c:v>2.5327868852459017</c:v>
                </c:pt>
                <c:pt idx="3465">
                  <c:v>2.6016393442622952</c:v>
                </c:pt>
                <c:pt idx="3466">
                  <c:v>2.5606557377049182</c:v>
                </c:pt>
                <c:pt idx="3467">
                  <c:v>2.555737704918033</c:v>
                </c:pt>
                <c:pt idx="3468">
                  <c:v>2.6590163934426227</c:v>
                </c:pt>
                <c:pt idx="3469">
                  <c:v>2.6852459016393442</c:v>
                </c:pt>
                <c:pt idx="3470">
                  <c:v>2.6754098360655738</c:v>
                </c:pt>
                <c:pt idx="3471">
                  <c:v>2.7475409836065579</c:v>
                </c:pt>
                <c:pt idx="3472">
                  <c:v>2.8573770491803279</c:v>
                </c:pt>
                <c:pt idx="3473">
                  <c:v>2.8459016393442624</c:v>
                </c:pt>
                <c:pt idx="3474">
                  <c:v>2.8442622950819678</c:v>
                </c:pt>
                <c:pt idx="3475">
                  <c:v>2.860655737704918</c:v>
                </c:pt>
                <c:pt idx="3476">
                  <c:v>2.7245901639344265</c:v>
                </c:pt>
                <c:pt idx="3477">
                  <c:v>2.9213114754098362</c:v>
                </c:pt>
                <c:pt idx="3478">
                  <c:v>2.9098360655737707</c:v>
                </c:pt>
                <c:pt idx="3479">
                  <c:v>2.9950819672131148</c:v>
                </c:pt>
                <c:pt idx="3480">
                  <c:v>3.0049180327868852</c:v>
                </c:pt>
                <c:pt idx="3481">
                  <c:v>2.9409836065573773</c:v>
                </c:pt>
                <c:pt idx="3482">
                  <c:v>2.9819672131147543</c:v>
                </c:pt>
                <c:pt idx="3483">
                  <c:v>2.9475409836065576</c:v>
                </c:pt>
                <c:pt idx="3484">
                  <c:v>2.8901639344262295</c:v>
                </c:pt>
                <c:pt idx="3485">
                  <c:v>2.9065573770491806</c:v>
                </c:pt>
                <c:pt idx="3486">
                  <c:v>2.8327868852459019</c:v>
                </c:pt>
                <c:pt idx="3487">
                  <c:v>2.7983606557377052</c:v>
                </c:pt>
                <c:pt idx="3488">
                  <c:v>2.8131147540983608</c:v>
                </c:pt>
                <c:pt idx="3489">
                  <c:v>2.8459016393442624</c:v>
                </c:pt>
                <c:pt idx="3490">
                  <c:v>2.7934426229508196</c:v>
                </c:pt>
                <c:pt idx="3491">
                  <c:v>2.7639344262295085</c:v>
                </c:pt>
                <c:pt idx="3492">
                  <c:v>2.7540983606557381</c:v>
                </c:pt>
                <c:pt idx="3493">
                  <c:v>2.7836065573770492</c:v>
                </c:pt>
                <c:pt idx="3494">
                  <c:v>2.8524590163934427</c:v>
                </c:pt>
                <c:pt idx="3495">
                  <c:v>2.9262295081967218</c:v>
                </c:pt>
                <c:pt idx="3496">
                  <c:v>2.9459016393442621</c:v>
                </c:pt>
                <c:pt idx="3497">
                  <c:v>2.9131147540983608</c:v>
                </c:pt>
                <c:pt idx="3498">
                  <c:v>2.8</c:v>
                </c:pt>
                <c:pt idx="3499">
                  <c:v>2.7901639344262295</c:v>
                </c:pt>
                <c:pt idx="3500">
                  <c:v>2.8180327868852464</c:v>
                </c:pt>
                <c:pt idx="3501">
                  <c:v>2.8327868852459019</c:v>
                </c:pt>
                <c:pt idx="3502">
                  <c:v>2.7704918032786883</c:v>
                </c:pt>
                <c:pt idx="3503">
                  <c:v>2.8147540983606563</c:v>
                </c:pt>
                <c:pt idx="3504">
                  <c:v>2.7950819672131151</c:v>
                </c:pt>
                <c:pt idx="3505">
                  <c:v>2.8049180327868855</c:v>
                </c:pt>
                <c:pt idx="3506">
                  <c:v>2.7573770491803282</c:v>
                </c:pt>
                <c:pt idx="3507">
                  <c:v>2.7180327868852459</c:v>
                </c:pt>
                <c:pt idx="3508">
                  <c:v>2.7196721311475409</c:v>
                </c:pt>
                <c:pt idx="3509">
                  <c:v>2.7688524590163937</c:v>
                </c:pt>
                <c:pt idx="3510">
                  <c:v>2.7344262295081969</c:v>
                </c:pt>
                <c:pt idx="3511">
                  <c:v>2.7639344262295085</c:v>
                </c:pt>
                <c:pt idx="3512">
                  <c:v>2.7868852459016393</c:v>
                </c:pt>
                <c:pt idx="3513">
                  <c:v>2.8426229508196723</c:v>
                </c:pt>
                <c:pt idx="3514">
                  <c:v>2.8032786885245904</c:v>
                </c:pt>
                <c:pt idx="3515">
                  <c:v>2.8147540983606563</c:v>
                </c:pt>
                <c:pt idx="3516">
                  <c:v>2.7803278688524595</c:v>
                </c:pt>
                <c:pt idx="3517">
                  <c:v>2.8049180327868855</c:v>
                </c:pt>
                <c:pt idx="3518">
                  <c:v>2.8311475409836064</c:v>
                </c:pt>
                <c:pt idx="3519">
                  <c:v>2.9245901639344263</c:v>
                </c:pt>
                <c:pt idx="3520">
                  <c:v>2.8540983606557377</c:v>
                </c:pt>
                <c:pt idx="3521">
                  <c:v>2.8672131147540982</c:v>
                </c:pt>
                <c:pt idx="3522">
                  <c:v>2.8180327868852464</c:v>
                </c:pt>
                <c:pt idx="3523">
                  <c:v>2.8327868852459019</c:v>
                </c:pt>
                <c:pt idx="3524">
                  <c:v>2.8245901639344266</c:v>
                </c:pt>
                <c:pt idx="3525">
                  <c:v>2.8147540983606563</c:v>
                </c:pt>
                <c:pt idx="3526">
                  <c:v>2.8393442622950822</c:v>
                </c:pt>
                <c:pt idx="3527">
                  <c:v>2.9229508196721312</c:v>
                </c:pt>
                <c:pt idx="3528">
                  <c:v>2.9918032786885247</c:v>
                </c:pt>
                <c:pt idx="3529">
                  <c:v>2.9786885245901642</c:v>
                </c:pt>
                <c:pt idx="3530">
                  <c:v>2.9295081967213119</c:v>
                </c:pt>
                <c:pt idx="3531">
                  <c:v>2.9114754098360658</c:v>
                </c:pt>
                <c:pt idx="3532">
                  <c:v>2.8852459016393448</c:v>
                </c:pt>
                <c:pt idx="3533">
                  <c:v>2.860655737704918</c:v>
                </c:pt>
                <c:pt idx="3534">
                  <c:v>2.8459016393442624</c:v>
                </c:pt>
                <c:pt idx="3535">
                  <c:v>2.860655737704918</c:v>
                </c:pt>
                <c:pt idx="3536">
                  <c:v>2.7885245901639348</c:v>
                </c:pt>
                <c:pt idx="3537">
                  <c:v>2.8114754098360657</c:v>
                </c:pt>
                <c:pt idx="3538">
                  <c:v>2.8688524590163937</c:v>
                </c:pt>
                <c:pt idx="3539">
                  <c:v>2.8475409836065575</c:v>
                </c:pt>
                <c:pt idx="3540">
                  <c:v>2.8131147540983608</c:v>
                </c:pt>
                <c:pt idx="3541">
                  <c:v>2.8147540983606563</c:v>
                </c:pt>
                <c:pt idx="3542">
                  <c:v>2.791803278688525</c:v>
                </c:pt>
                <c:pt idx="3543">
                  <c:v>2.7622950819672134</c:v>
                </c:pt>
                <c:pt idx="3544">
                  <c:v>2.7836065573770492</c:v>
                </c:pt>
                <c:pt idx="3545">
                  <c:v>2.791803278688525</c:v>
                </c:pt>
                <c:pt idx="3546">
                  <c:v>2.7770491803278694</c:v>
                </c:pt>
                <c:pt idx="3547">
                  <c:v>2.7590163934426228</c:v>
                </c:pt>
                <c:pt idx="3548">
                  <c:v>2.736065573770492</c:v>
                </c:pt>
                <c:pt idx="3549">
                  <c:v>2.7901639344262295</c:v>
                </c:pt>
                <c:pt idx="3550">
                  <c:v>2.8081967213114756</c:v>
                </c:pt>
                <c:pt idx="3551">
                  <c:v>2.8032786885245904</c:v>
                </c:pt>
                <c:pt idx="3552">
                  <c:v>2.8672131147540982</c:v>
                </c:pt>
                <c:pt idx="3553">
                  <c:v>2.9393442622950823</c:v>
                </c:pt>
                <c:pt idx="3554">
                  <c:v>2.9360655737704922</c:v>
                </c:pt>
                <c:pt idx="3555">
                  <c:v>2.9147540983606559</c:v>
                </c:pt>
                <c:pt idx="3556">
                  <c:v>2.9245901639344263</c:v>
                </c:pt>
                <c:pt idx="3557">
                  <c:v>2.9131147540983608</c:v>
                </c:pt>
                <c:pt idx="3558">
                  <c:v>2.8868852459016394</c:v>
                </c:pt>
                <c:pt idx="3559">
                  <c:v>2.7868852459016393</c:v>
                </c:pt>
                <c:pt idx="3560">
                  <c:v>2.7262295081967212</c:v>
                </c:pt>
                <c:pt idx="3561">
                  <c:v>2.9229508196721312</c:v>
                </c:pt>
                <c:pt idx="3562">
                  <c:v>2.9426229508196724</c:v>
                </c:pt>
                <c:pt idx="3563">
                  <c:v>2.9213114754098362</c:v>
                </c:pt>
                <c:pt idx="3564">
                  <c:v>2.877049180327869</c:v>
                </c:pt>
                <c:pt idx="3565">
                  <c:v>2.9049180327868851</c:v>
                </c:pt>
                <c:pt idx="3566">
                  <c:v>2.8639344262295081</c:v>
                </c:pt>
                <c:pt idx="3567">
                  <c:v>2.8311475409836064</c:v>
                </c:pt>
                <c:pt idx="3568">
                  <c:v>2.7934426229508196</c:v>
                </c:pt>
                <c:pt idx="3569">
                  <c:v>2.8213114754098365</c:v>
                </c:pt>
                <c:pt idx="3570">
                  <c:v>2.8245901639344266</c:v>
                </c:pt>
                <c:pt idx="3571">
                  <c:v>2.7983606557377052</c:v>
                </c:pt>
                <c:pt idx="3572">
                  <c:v>2.7803278688524595</c:v>
                </c:pt>
                <c:pt idx="3573">
                  <c:v>2.7819672131147541</c:v>
                </c:pt>
                <c:pt idx="3574">
                  <c:v>2.8295081967213118</c:v>
                </c:pt>
                <c:pt idx="3575">
                  <c:v>2.8180327868852464</c:v>
                </c:pt>
                <c:pt idx="3576">
                  <c:v>2.778688524590164</c:v>
                </c:pt>
                <c:pt idx="3577">
                  <c:v>2.7967213114754097</c:v>
                </c:pt>
                <c:pt idx="3578">
                  <c:v>2.8098360655737706</c:v>
                </c:pt>
                <c:pt idx="3579">
                  <c:v>2.778688524590164</c:v>
                </c:pt>
                <c:pt idx="3580">
                  <c:v>2.7245901639344265</c:v>
                </c:pt>
                <c:pt idx="3581">
                  <c:v>2.7278688524590167</c:v>
                </c:pt>
                <c:pt idx="3582">
                  <c:v>2.695081967213115</c:v>
                </c:pt>
                <c:pt idx="3583">
                  <c:v>2.6721311475409837</c:v>
                </c:pt>
                <c:pt idx="3584">
                  <c:v>2.6704918032786886</c:v>
                </c:pt>
                <c:pt idx="3585">
                  <c:v>2.6475409836065573</c:v>
                </c:pt>
                <c:pt idx="3586">
                  <c:v>2.6770491803278689</c:v>
                </c:pt>
                <c:pt idx="3587">
                  <c:v>2.6344262295081968</c:v>
                </c:pt>
                <c:pt idx="3588">
                  <c:v>2.6475409836065573</c:v>
                </c:pt>
                <c:pt idx="3589">
                  <c:v>2.6606557377049183</c:v>
                </c:pt>
                <c:pt idx="3590">
                  <c:v>2.6295081967213116</c:v>
                </c:pt>
                <c:pt idx="3591">
                  <c:v>2.6262295081967215</c:v>
                </c:pt>
                <c:pt idx="3592">
                  <c:v>2.6114754098360655</c:v>
                </c:pt>
                <c:pt idx="3593">
                  <c:v>2.6131147540983606</c:v>
                </c:pt>
                <c:pt idx="3594">
                  <c:v>2.5655737704918034</c:v>
                </c:pt>
                <c:pt idx="3595">
                  <c:v>2.5344262295081972</c:v>
                </c:pt>
                <c:pt idx="3596">
                  <c:v>2.5754098360655742</c:v>
                </c:pt>
                <c:pt idx="3597">
                  <c:v>2.6180327868852462</c:v>
                </c:pt>
                <c:pt idx="3598">
                  <c:v>2.5590163934426231</c:v>
                </c:pt>
                <c:pt idx="3599">
                  <c:v>2.514754098360656</c:v>
                </c:pt>
                <c:pt idx="3600">
                  <c:v>2.5786885245901643</c:v>
                </c:pt>
                <c:pt idx="3601">
                  <c:v>2.557377049180328</c:v>
                </c:pt>
                <c:pt idx="3602">
                  <c:v>2.5590163934426231</c:v>
                </c:pt>
                <c:pt idx="3603">
                  <c:v>2.5344262295081972</c:v>
                </c:pt>
                <c:pt idx="3604">
                  <c:v>2.6</c:v>
                </c:pt>
                <c:pt idx="3605">
                  <c:v>2.5622950819672132</c:v>
                </c:pt>
                <c:pt idx="3606">
                  <c:v>2.4786885245901638</c:v>
                </c:pt>
                <c:pt idx="3607">
                  <c:v>2.4655737704918033</c:v>
                </c:pt>
                <c:pt idx="3608">
                  <c:v>2.457377049180328</c:v>
                </c:pt>
                <c:pt idx="3609">
                  <c:v>2.4393442622950823</c:v>
                </c:pt>
                <c:pt idx="3610">
                  <c:v>2.3721311475409839</c:v>
                </c:pt>
                <c:pt idx="3611">
                  <c:v>2.3491803278688526</c:v>
                </c:pt>
                <c:pt idx="3612">
                  <c:v>2.2639344262295085</c:v>
                </c:pt>
                <c:pt idx="3613">
                  <c:v>2.236065573770492</c:v>
                </c:pt>
                <c:pt idx="3614">
                  <c:v>2.2327868852459019</c:v>
                </c:pt>
                <c:pt idx="3615">
                  <c:v>2.291803278688525</c:v>
                </c:pt>
                <c:pt idx="3616">
                  <c:v>2.2508196721311475</c:v>
                </c:pt>
                <c:pt idx="3617">
                  <c:v>2.2131147540983607</c:v>
                </c:pt>
                <c:pt idx="3618">
                  <c:v>2.29344262295082</c:v>
                </c:pt>
                <c:pt idx="3619">
                  <c:v>2.3213114754098361</c:v>
                </c:pt>
                <c:pt idx="3620">
                  <c:v>2.4065573770491806</c:v>
                </c:pt>
                <c:pt idx="3621">
                  <c:v>2.4295081967213115</c:v>
                </c:pt>
                <c:pt idx="3622">
                  <c:v>2.540983606557377</c:v>
                </c:pt>
                <c:pt idx="3623">
                  <c:v>2.5786885245901643</c:v>
                </c:pt>
                <c:pt idx="3624">
                  <c:v>2.5311475409836066</c:v>
                </c:pt>
                <c:pt idx="3625">
                  <c:v>2.6262295081967215</c:v>
                </c:pt>
                <c:pt idx="3626">
                  <c:v>2.6311475409836067</c:v>
                </c:pt>
                <c:pt idx="3627">
                  <c:v>2.7032786885245899</c:v>
                </c:pt>
                <c:pt idx="3628">
                  <c:v>2.7754098360655739</c:v>
                </c:pt>
                <c:pt idx="3629">
                  <c:v>2.7852459016393443</c:v>
                </c:pt>
                <c:pt idx="3630">
                  <c:v>2.7672131147540981</c:v>
                </c:pt>
                <c:pt idx="3631">
                  <c:v>2.7262295081967212</c:v>
                </c:pt>
                <c:pt idx="3632">
                  <c:v>2.7114754098360656</c:v>
                </c:pt>
                <c:pt idx="3633">
                  <c:v>2.7262295081967212</c:v>
                </c:pt>
                <c:pt idx="3634">
                  <c:v>2.7590163934426228</c:v>
                </c:pt>
                <c:pt idx="3635">
                  <c:v>2.7065573770491809</c:v>
                </c:pt>
                <c:pt idx="3636">
                  <c:v>2.7327868852459023</c:v>
                </c:pt>
                <c:pt idx="3637">
                  <c:v>2.7180327868852459</c:v>
                </c:pt>
                <c:pt idx="3638">
                  <c:v>2.7311475409836068</c:v>
                </c:pt>
                <c:pt idx="3639">
                  <c:v>2.6901639344262298</c:v>
                </c:pt>
                <c:pt idx="3640">
                  <c:v>2.7081967213114755</c:v>
                </c:pt>
                <c:pt idx="3641">
                  <c:v>2.6508196721311479</c:v>
                </c:pt>
                <c:pt idx="3642">
                  <c:v>2.6885245901639343</c:v>
                </c:pt>
                <c:pt idx="3643">
                  <c:v>2.6295081967213116</c:v>
                </c:pt>
                <c:pt idx="3644">
                  <c:v>2.6524590163934429</c:v>
                </c:pt>
                <c:pt idx="3645">
                  <c:v>2.6721311475409837</c:v>
                </c:pt>
                <c:pt idx="3646">
                  <c:v>2.6639344262295084</c:v>
                </c:pt>
                <c:pt idx="3647">
                  <c:v>2.6245901639344265</c:v>
                </c:pt>
                <c:pt idx="3648">
                  <c:v>2.6114754098360655</c:v>
                </c:pt>
                <c:pt idx="3649">
                  <c:v>2.5770491803278692</c:v>
                </c:pt>
                <c:pt idx="3650">
                  <c:v>2.5459016393442622</c:v>
                </c:pt>
                <c:pt idx="3651">
                  <c:v>2.540983606557377</c:v>
                </c:pt>
                <c:pt idx="3652">
                  <c:v>2.5704918032786885</c:v>
                </c:pt>
                <c:pt idx="3653">
                  <c:v>2.5639344262295083</c:v>
                </c:pt>
                <c:pt idx="3654">
                  <c:v>2.6672131147540985</c:v>
                </c:pt>
                <c:pt idx="3655">
                  <c:v>2.6704918032786886</c:v>
                </c:pt>
                <c:pt idx="3656">
                  <c:v>2.6278688524590166</c:v>
                </c:pt>
                <c:pt idx="3657">
                  <c:v>2.6</c:v>
                </c:pt>
                <c:pt idx="3658">
                  <c:v>2.5836065573770495</c:v>
                </c:pt>
                <c:pt idx="3659">
                  <c:v>2.5737704918032787</c:v>
                </c:pt>
                <c:pt idx="3660">
                  <c:v>2.5950819672131149</c:v>
                </c:pt>
                <c:pt idx="3661">
                  <c:v>2.6311475409836067</c:v>
                </c:pt>
                <c:pt idx="3662">
                  <c:v>2.6409836065573771</c:v>
                </c:pt>
                <c:pt idx="3663">
                  <c:v>2.6245901639344265</c:v>
                </c:pt>
                <c:pt idx="3664">
                  <c:v>2.6229508196721314</c:v>
                </c:pt>
                <c:pt idx="3665">
                  <c:v>2.6442622950819672</c:v>
                </c:pt>
                <c:pt idx="3666">
                  <c:v>2.555737704918033</c:v>
                </c:pt>
                <c:pt idx="3667">
                  <c:v>2.5622950819672132</c:v>
                </c:pt>
                <c:pt idx="3668">
                  <c:v>2.4967213114754099</c:v>
                </c:pt>
                <c:pt idx="3669">
                  <c:v>2.4754098360655741</c:v>
                </c:pt>
                <c:pt idx="3670">
                  <c:v>2.4901639344262296</c:v>
                </c:pt>
                <c:pt idx="3671">
                  <c:v>2.4819672131147543</c:v>
                </c:pt>
                <c:pt idx="3672">
                  <c:v>2.5081967213114758</c:v>
                </c:pt>
                <c:pt idx="3673">
                  <c:v>2.5278688524590165</c:v>
                </c:pt>
                <c:pt idx="3674">
                  <c:v>2.5360655737704922</c:v>
                </c:pt>
                <c:pt idx="3675">
                  <c:v>2.4836065573770494</c:v>
                </c:pt>
                <c:pt idx="3676">
                  <c:v>2.459016393442623</c:v>
                </c:pt>
                <c:pt idx="3677">
                  <c:v>2.4524590163934428</c:v>
                </c:pt>
                <c:pt idx="3678">
                  <c:v>2.4098360655737707</c:v>
                </c:pt>
                <c:pt idx="3679">
                  <c:v>2.4131147540983608</c:v>
                </c:pt>
                <c:pt idx="3680">
                  <c:v>2.4557377049180329</c:v>
                </c:pt>
                <c:pt idx="3681">
                  <c:v>2.4491803278688526</c:v>
                </c:pt>
                <c:pt idx="3682">
                  <c:v>2.4295081967213115</c:v>
                </c:pt>
                <c:pt idx="3683">
                  <c:v>2.4262295081967218</c:v>
                </c:pt>
                <c:pt idx="3684">
                  <c:v>2.4196721311475411</c:v>
                </c:pt>
                <c:pt idx="3685">
                  <c:v>2.4131147540983608</c:v>
                </c:pt>
                <c:pt idx="3686">
                  <c:v>2.3967213114754098</c:v>
                </c:pt>
                <c:pt idx="3687">
                  <c:v>2.3934426229508197</c:v>
                </c:pt>
                <c:pt idx="3688">
                  <c:v>2.3901639344262295</c:v>
                </c:pt>
                <c:pt idx="3689">
                  <c:v>2.3360655737704921</c:v>
                </c:pt>
                <c:pt idx="3690">
                  <c:v>2.3360655737704921</c:v>
                </c:pt>
                <c:pt idx="3691">
                  <c:v>2.4344262295081966</c:v>
                </c:pt>
                <c:pt idx="3692">
                  <c:v>2.4081967213114757</c:v>
                </c:pt>
                <c:pt idx="3693">
                  <c:v>2.4409836065573773</c:v>
                </c:pt>
                <c:pt idx="3694">
                  <c:v>2.4475409836065576</c:v>
                </c:pt>
                <c:pt idx="3695">
                  <c:v>2.418032786885246</c:v>
                </c:pt>
                <c:pt idx="3696">
                  <c:v>2.4377049180327868</c:v>
                </c:pt>
                <c:pt idx="3697">
                  <c:v>2.4459016393442625</c:v>
                </c:pt>
                <c:pt idx="3698">
                  <c:v>2.5049180327868852</c:v>
                </c:pt>
                <c:pt idx="3699">
                  <c:v>2.5065573770491802</c:v>
                </c:pt>
                <c:pt idx="3700">
                  <c:v>2.5934426229508198</c:v>
                </c:pt>
                <c:pt idx="3701">
                  <c:v>2.5885245901639347</c:v>
                </c:pt>
                <c:pt idx="3702">
                  <c:v>2.6032786885245907</c:v>
                </c:pt>
                <c:pt idx="3703">
                  <c:v>2.4868852459016395</c:v>
                </c:pt>
                <c:pt idx="3704">
                  <c:v>2.5278688524590165</c:v>
                </c:pt>
                <c:pt idx="3705">
                  <c:v>2.4918032786885247</c:v>
                </c:pt>
                <c:pt idx="3706">
                  <c:v>2.4852459016393444</c:v>
                </c:pt>
                <c:pt idx="3707">
                  <c:v>2.4409836065573773</c:v>
                </c:pt>
                <c:pt idx="3708">
                  <c:v>2.4245901639344263</c:v>
                </c:pt>
                <c:pt idx="3709">
                  <c:v>2.3803278688524592</c:v>
                </c:pt>
                <c:pt idx="3710">
                  <c:v>2.3704918032786888</c:v>
                </c:pt>
                <c:pt idx="3711">
                  <c:v>2.3868852459016394</c:v>
                </c:pt>
                <c:pt idx="3712">
                  <c:v>2.4262295081967218</c:v>
                </c:pt>
                <c:pt idx="3713">
                  <c:v>2.4049180327868855</c:v>
                </c:pt>
                <c:pt idx="3714">
                  <c:v>2.4557377049180329</c:v>
                </c:pt>
                <c:pt idx="3715">
                  <c:v>2.4377049180327868</c:v>
                </c:pt>
                <c:pt idx="3716">
                  <c:v>2.4901639344262296</c:v>
                </c:pt>
                <c:pt idx="3717">
                  <c:v>2.4672131147540988</c:v>
                </c:pt>
                <c:pt idx="3718">
                  <c:v>2.4049180327868855</c:v>
                </c:pt>
                <c:pt idx="3719">
                  <c:v>2.3622950819672135</c:v>
                </c:pt>
                <c:pt idx="3720">
                  <c:v>2.3442622950819674</c:v>
                </c:pt>
                <c:pt idx="3721">
                  <c:v>2.3327868852459019</c:v>
                </c:pt>
                <c:pt idx="3722">
                  <c:v>2.2672131147540986</c:v>
                </c:pt>
                <c:pt idx="3723">
                  <c:v>2.2983606557377048</c:v>
                </c:pt>
                <c:pt idx="3724">
                  <c:v>2.2803278688524591</c:v>
                </c:pt>
                <c:pt idx="3725">
                  <c:v>2.2278688524590167</c:v>
                </c:pt>
                <c:pt idx="3726">
                  <c:v>2.2065573770491804</c:v>
                </c:pt>
                <c:pt idx="3727">
                  <c:v>2.1885245901639343</c:v>
                </c:pt>
                <c:pt idx="3728">
                  <c:v>2.2000000000000002</c:v>
                </c:pt>
                <c:pt idx="3729">
                  <c:v>2.1737704918032787</c:v>
                </c:pt>
                <c:pt idx="3730">
                  <c:v>2.1377049180327869</c:v>
                </c:pt>
                <c:pt idx="3731">
                  <c:v>2.1590163934426232</c:v>
                </c:pt>
                <c:pt idx="3732">
                  <c:v>2.1688524590163936</c:v>
                </c:pt>
                <c:pt idx="3733">
                  <c:v>2.0934426229508198</c:v>
                </c:pt>
                <c:pt idx="3734">
                  <c:v>2.1098360655737705</c:v>
                </c:pt>
                <c:pt idx="3735">
                  <c:v>2.1065573770491803</c:v>
                </c:pt>
                <c:pt idx="3736">
                  <c:v>2.0836065573770495</c:v>
                </c:pt>
                <c:pt idx="3737">
                  <c:v>2.0622950819672132</c:v>
                </c:pt>
                <c:pt idx="3738">
                  <c:v>2.081967213114754</c:v>
                </c:pt>
                <c:pt idx="3739">
                  <c:v>2.09672131147541</c:v>
                </c:pt>
                <c:pt idx="3740">
                  <c:v>2.0278688524590165</c:v>
                </c:pt>
                <c:pt idx="3741">
                  <c:v>2.0508196721311478</c:v>
                </c:pt>
                <c:pt idx="3742">
                  <c:v>2.0278688524590165</c:v>
                </c:pt>
                <c:pt idx="3743">
                  <c:v>1.9852459016393442</c:v>
                </c:pt>
                <c:pt idx="3744">
                  <c:v>1.9622950819672134</c:v>
                </c:pt>
                <c:pt idx="3745">
                  <c:v>1.9688524590163936</c:v>
                </c:pt>
                <c:pt idx="3746">
                  <c:v>2.0196721311475412</c:v>
                </c:pt>
                <c:pt idx="3747">
                  <c:v>2.0852459016393445</c:v>
                </c:pt>
                <c:pt idx="3748">
                  <c:v>2.0606557377049182</c:v>
                </c:pt>
                <c:pt idx="3749">
                  <c:v>2.0950819672131149</c:v>
                </c:pt>
                <c:pt idx="3750">
                  <c:v>2.1245901639344265</c:v>
                </c:pt>
                <c:pt idx="3751">
                  <c:v>2.1065573770491803</c:v>
                </c:pt>
                <c:pt idx="3752">
                  <c:v>2.111475409836066</c:v>
                </c:pt>
                <c:pt idx="3753">
                  <c:v>2.1278688524590166</c:v>
                </c:pt>
                <c:pt idx="3754">
                  <c:v>2.1524590163934429</c:v>
                </c:pt>
                <c:pt idx="3755">
                  <c:v>2.1262295081967215</c:v>
                </c:pt>
                <c:pt idx="3756">
                  <c:v>2.2016393442622952</c:v>
                </c:pt>
                <c:pt idx="3757">
                  <c:v>2.1557377049180331</c:v>
                </c:pt>
                <c:pt idx="3758">
                  <c:v>2.0934426229508198</c:v>
                </c:pt>
                <c:pt idx="3759">
                  <c:v>2.0459016393442626</c:v>
                </c:pt>
                <c:pt idx="3760">
                  <c:v>2.0754098360655737</c:v>
                </c:pt>
                <c:pt idx="3761">
                  <c:v>2.1475409836065573</c:v>
                </c:pt>
                <c:pt idx="3762">
                  <c:v>2.1557377049180331</c:v>
                </c:pt>
                <c:pt idx="3763">
                  <c:v>2.1786885245901639</c:v>
                </c:pt>
                <c:pt idx="3764">
                  <c:v>2.1606557377049183</c:v>
                </c:pt>
                <c:pt idx="3765">
                  <c:v>2.1590163934426232</c:v>
                </c:pt>
                <c:pt idx="3766">
                  <c:v>2.1311475409836067</c:v>
                </c:pt>
                <c:pt idx="3767">
                  <c:v>2.1180327868852462</c:v>
                </c:pt>
                <c:pt idx="3768">
                  <c:v>2.0491803278688527</c:v>
                </c:pt>
                <c:pt idx="3769">
                  <c:v>2.0901639344262297</c:v>
                </c:pt>
                <c:pt idx="3770">
                  <c:v>2.113114754098361</c:v>
                </c:pt>
                <c:pt idx="3771">
                  <c:v>2.1327868852459018</c:v>
                </c:pt>
                <c:pt idx="3772">
                  <c:v>2.1836065573770496</c:v>
                </c:pt>
                <c:pt idx="3773">
                  <c:v>2.2147540983606557</c:v>
                </c:pt>
                <c:pt idx="3774">
                  <c:v>2.1180327868852462</c:v>
                </c:pt>
                <c:pt idx="3775">
                  <c:v>2.1065573770491803</c:v>
                </c:pt>
                <c:pt idx="3776">
                  <c:v>2.1081967213114754</c:v>
                </c:pt>
                <c:pt idx="3777">
                  <c:v>2.09672131147541</c:v>
                </c:pt>
                <c:pt idx="3778">
                  <c:v>2.113114754098361</c:v>
                </c:pt>
                <c:pt idx="3779">
                  <c:v>2.0688524590163935</c:v>
                </c:pt>
                <c:pt idx="3780">
                  <c:v>2.0508196721311478</c:v>
                </c:pt>
                <c:pt idx="3781">
                  <c:v>2.0213114754098362</c:v>
                </c:pt>
                <c:pt idx="3782">
                  <c:v>1.9885245901639346</c:v>
                </c:pt>
                <c:pt idx="3783">
                  <c:v>1.9508196721311477</c:v>
                </c:pt>
                <c:pt idx="3784">
                  <c:v>1.9655737704918035</c:v>
                </c:pt>
                <c:pt idx="3785">
                  <c:v>1.9688524590163936</c:v>
                </c:pt>
                <c:pt idx="3786">
                  <c:v>2.0032786885245906</c:v>
                </c:pt>
                <c:pt idx="3787">
                  <c:v>2.0114754098360654</c:v>
                </c:pt>
                <c:pt idx="3788">
                  <c:v>1.980327868852459</c:v>
                </c:pt>
                <c:pt idx="3789">
                  <c:v>1.9819672131147541</c:v>
                </c:pt>
                <c:pt idx="3790">
                  <c:v>1.980327868852459</c:v>
                </c:pt>
                <c:pt idx="3791">
                  <c:v>1.9868852459016393</c:v>
                </c:pt>
                <c:pt idx="3792">
                  <c:v>1.9786885245901642</c:v>
                </c:pt>
                <c:pt idx="3793">
                  <c:v>1.9672131147540985</c:v>
                </c:pt>
                <c:pt idx="3794">
                  <c:v>1.9081967213114757</c:v>
                </c:pt>
                <c:pt idx="3795">
                  <c:v>1.9213114754098364</c:v>
                </c:pt>
                <c:pt idx="3796">
                  <c:v>1.8803278688524592</c:v>
                </c:pt>
                <c:pt idx="3797">
                  <c:v>1.8524590163934429</c:v>
                </c:pt>
                <c:pt idx="3798">
                  <c:v>1.8655737704918036</c:v>
                </c:pt>
                <c:pt idx="3799">
                  <c:v>1.8426229508196723</c:v>
                </c:pt>
                <c:pt idx="3800">
                  <c:v>1.8229508196721311</c:v>
                </c:pt>
                <c:pt idx="3801">
                  <c:v>1.8754098360655738</c:v>
                </c:pt>
                <c:pt idx="3802">
                  <c:v>1.8360655737704918</c:v>
                </c:pt>
                <c:pt idx="3803">
                  <c:v>1.8868852459016394</c:v>
                </c:pt>
                <c:pt idx="3804">
                  <c:v>1.8901639344262295</c:v>
                </c:pt>
                <c:pt idx="3805">
                  <c:v>1.89672131147541</c:v>
                </c:pt>
                <c:pt idx="3806">
                  <c:v>1.9409836065573771</c:v>
                </c:pt>
                <c:pt idx="3807">
                  <c:v>2.0065573770491807</c:v>
                </c:pt>
                <c:pt idx="3808">
                  <c:v>2.0344262295081967</c:v>
                </c:pt>
                <c:pt idx="3809">
                  <c:v>2.0131147540983605</c:v>
                </c:pt>
                <c:pt idx="3810">
                  <c:v>2.0442622950819676</c:v>
                </c:pt>
                <c:pt idx="3811">
                  <c:v>2.0196721311475412</c:v>
                </c:pt>
                <c:pt idx="3812">
                  <c:v>2.0163934426229511</c:v>
                </c:pt>
                <c:pt idx="3813">
                  <c:v>1.9426229508196722</c:v>
                </c:pt>
                <c:pt idx="3814">
                  <c:v>2.0327868852459017</c:v>
                </c:pt>
                <c:pt idx="3815">
                  <c:v>2.0524590163934429</c:v>
                </c:pt>
                <c:pt idx="3816">
                  <c:v>2.0655737704918034</c:v>
                </c:pt>
                <c:pt idx="3817">
                  <c:v>2.0393442622950819</c:v>
                </c:pt>
                <c:pt idx="3818">
                  <c:v>2.0016393442622955</c:v>
                </c:pt>
                <c:pt idx="3819">
                  <c:v>1.959016393442623</c:v>
                </c:pt>
                <c:pt idx="3820">
                  <c:v>1.8836065573770493</c:v>
                </c:pt>
                <c:pt idx="3821">
                  <c:v>1.8754098360655738</c:v>
                </c:pt>
                <c:pt idx="3822">
                  <c:v>1.8672131147540985</c:v>
                </c:pt>
                <c:pt idx="3823">
                  <c:v>1.8934426229508199</c:v>
                </c:pt>
                <c:pt idx="3824">
                  <c:v>1.8426229508196723</c:v>
                </c:pt>
                <c:pt idx="3825">
                  <c:v>1.8426229508196723</c:v>
                </c:pt>
                <c:pt idx="3826">
                  <c:v>1.8311475409836067</c:v>
                </c:pt>
                <c:pt idx="3827">
                  <c:v>1.8819672131147542</c:v>
                </c:pt>
                <c:pt idx="3828">
                  <c:v>1.8442622950819674</c:v>
                </c:pt>
                <c:pt idx="3829">
                  <c:v>1.8278688524590165</c:v>
                </c:pt>
                <c:pt idx="3830">
                  <c:v>1.7803278688524591</c:v>
                </c:pt>
                <c:pt idx="3831">
                  <c:v>1.8098360655737704</c:v>
                </c:pt>
                <c:pt idx="3832">
                  <c:v>1.7672131147540984</c:v>
                </c:pt>
                <c:pt idx="3833">
                  <c:v>1.7590163934426231</c:v>
                </c:pt>
                <c:pt idx="3834">
                  <c:v>1.7475409836065574</c:v>
                </c:pt>
                <c:pt idx="3835">
                  <c:v>1.7327868852459019</c:v>
                </c:pt>
                <c:pt idx="3836">
                  <c:v>1.7442622950819675</c:v>
                </c:pt>
                <c:pt idx="3837">
                  <c:v>1.737704918032787</c:v>
                </c:pt>
                <c:pt idx="3838">
                  <c:v>1.7262295081967214</c:v>
                </c:pt>
                <c:pt idx="3839">
                  <c:v>1.7524590163934426</c:v>
                </c:pt>
                <c:pt idx="3840">
                  <c:v>1.7508196721311475</c:v>
                </c:pt>
                <c:pt idx="3841">
                  <c:v>1.7540983606557377</c:v>
                </c:pt>
                <c:pt idx="3842">
                  <c:v>1.7393442622950819</c:v>
                </c:pt>
                <c:pt idx="3843">
                  <c:v>1.7442622950819675</c:v>
                </c:pt>
                <c:pt idx="3844">
                  <c:v>1.7081967213114755</c:v>
                </c:pt>
                <c:pt idx="3845">
                  <c:v>1.7081967213114755</c:v>
                </c:pt>
                <c:pt idx="3846">
                  <c:v>1.7409836065573769</c:v>
                </c:pt>
                <c:pt idx="3847">
                  <c:v>1.7229508196721313</c:v>
                </c:pt>
                <c:pt idx="3848">
                  <c:v>1.8098360655737704</c:v>
                </c:pt>
                <c:pt idx="3849">
                  <c:v>1.7918032786885247</c:v>
                </c:pt>
                <c:pt idx="3850">
                  <c:v>1.7442622950819675</c:v>
                </c:pt>
                <c:pt idx="3851">
                  <c:v>1.7524590163934426</c:v>
                </c:pt>
                <c:pt idx="3852">
                  <c:v>1.7622950819672132</c:v>
                </c:pt>
                <c:pt idx="3853">
                  <c:v>1.8672131147540985</c:v>
                </c:pt>
                <c:pt idx="3854">
                  <c:v>1.8393442622950822</c:v>
                </c:pt>
                <c:pt idx="3855">
                  <c:v>1.8147540983606558</c:v>
                </c:pt>
                <c:pt idx="3856">
                  <c:v>1.8803278688524592</c:v>
                </c:pt>
                <c:pt idx="3857">
                  <c:v>1.8524590163934429</c:v>
                </c:pt>
                <c:pt idx="3858">
                  <c:v>1.9163934426229507</c:v>
                </c:pt>
                <c:pt idx="3859">
                  <c:v>1.8819672131147542</c:v>
                </c:pt>
                <c:pt idx="3860">
                  <c:v>1.8491803278688526</c:v>
                </c:pt>
                <c:pt idx="3861">
                  <c:v>1.8836065573770493</c:v>
                </c:pt>
                <c:pt idx="3862">
                  <c:v>1.8770491803278688</c:v>
                </c:pt>
                <c:pt idx="3863">
                  <c:v>1.8032786885245902</c:v>
                </c:pt>
                <c:pt idx="3864">
                  <c:v>1.7934426229508198</c:v>
                </c:pt>
                <c:pt idx="3865">
                  <c:v>1.7950819672131146</c:v>
                </c:pt>
                <c:pt idx="3866">
                  <c:v>1.7918032786885247</c:v>
                </c:pt>
                <c:pt idx="3867">
                  <c:v>1.8229508196721311</c:v>
                </c:pt>
                <c:pt idx="3868">
                  <c:v>1.9098360655737707</c:v>
                </c:pt>
                <c:pt idx="3869">
                  <c:v>1.9295081967213115</c:v>
                </c:pt>
                <c:pt idx="3870">
                  <c:v>1.9098360655737707</c:v>
                </c:pt>
                <c:pt idx="3871">
                  <c:v>2.0032786885245906</c:v>
                </c:pt>
                <c:pt idx="3872">
                  <c:v>2.1721311475409837</c:v>
                </c:pt>
                <c:pt idx="3873">
                  <c:v>2.2147540983606557</c:v>
                </c:pt>
                <c:pt idx="3874">
                  <c:v>2.2393442622950821</c:v>
                </c:pt>
                <c:pt idx="3875">
                  <c:v>2.2278688524590167</c:v>
                </c:pt>
                <c:pt idx="3876">
                  <c:v>2.2803278688524591</c:v>
                </c:pt>
                <c:pt idx="3877">
                  <c:v>2.291803278688525</c:v>
                </c:pt>
                <c:pt idx="3878">
                  <c:v>2.3262295081967213</c:v>
                </c:pt>
                <c:pt idx="3879">
                  <c:v>2.3360655737704921</c:v>
                </c:pt>
                <c:pt idx="3880">
                  <c:v>2.2704918032786887</c:v>
                </c:pt>
                <c:pt idx="3881">
                  <c:v>2.3180327868852459</c:v>
                </c:pt>
                <c:pt idx="3882">
                  <c:v>2.3131147540983608</c:v>
                </c:pt>
                <c:pt idx="3883">
                  <c:v>2.3426229508196723</c:v>
                </c:pt>
                <c:pt idx="3884">
                  <c:v>2.3377049180327871</c:v>
                </c:pt>
                <c:pt idx="3885">
                  <c:v>2.3049180327868855</c:v>
                </c:pt>
                <c:pt idx="3886">
                  <c:v>2.3278688524590163</c:v>
                </c:pt>
                <c:pt idx="3887">
                  <c:v>2.3967213114754098</c:v>
                </c:pt>
                <c:pt idx="3888">
                  <c:v>2.3327868852459019</c:v>
                </c:pt>
                <c:pt idx="3889">
                  <c:v>2.3885245901639345</c:v>
                </c:pt>
                <c:pt idx="3890">
                  <c:v>2.3622950819672135</c:v>
                </c:pt>
                <c:pt idx="3891">
                  <c:v>2.3967213114754098</c:v>
                </c:pt>
                <c:pt idx="3892">
                  <c:v>2.3852459016393444</c:v>
                </c:pt>
                <c:pt idx="3893">
                  <c:v>2.3819672131147542</c:v>
                </c:pt>
                <c:pt idx="3894">
                  <c:v>2.4786885245901638</c:v>
                </c:pt>
                <c:pt idx="3895">
                  <c:v>2.542622950819672</c:v>
                </c:pt>
                <c:pt idx="3896">
                  <c:v>2.3967213114754098</c:v>
                </c:pt>
                <c:pt idx="3897">
                  <c:v>2.4114754098360658</c:v>
                </c:pt>
                <c:pt idx="3898">
                  <c:v>2.3737704918032789</c:v>
                </c:pt>
                <c:pt idx="3899">
                  <c:v>2.3049180327868855</c:v>
                </c:pt>
                <c:pt idx="3900">
                  <c:v>2.4000000000000004</c:v>
                </c:pt>
                <c:pt idx="3901">
                  <c:v>2.4131147540983608</c:v>
                </c:pt>
                <c:pt idx="3902">
                  <c:v>2.457377049180328</c:v>
                </c:pt>
                <c:pt idx="3903">
                  <c:v>2.4655737704918033</c:v>
                </c:pt>
                <c:pt idx="3904">
                  <c:v>2.4918032786885247</c:v>
                </c:pt>
                <c:pt idx="3905">
                  <c:v>2.4229508196721312</c:v>
                </c:pt>
                <c:pt idx="3906">
                  <c:v>2.377049180327869</c:v>
                </c:pt>
                <c:pt idx="3907">
                  <c:v>2.4442622950819675</c:v>
                </c:pt>
                <c:pt idx="3908">
                  <c:v>2.5114754098360659</c:v>
                </c:pt>
                <c:pt idx="3909">
                  <c:v>2.5311475409836066</c:v>
                </c:pt>
                <c:pt idx="3910">
                  <c:v>2.4639344262295082</c:v>
                </c:pt>
                <c:pt idx="3911">
                  <c:v>2.4540983606557378</c:v>
                </c:pt>
                <c:pt idx="3912">
                  <c:v>2.4475409836065576</c:v>
                </c:pt>
                <c:pt idx="3913">
                  <c:v>2.4475409836065576</c:v>
                </c:pt>
                <c:pt idx="3914">
                  <c:v>2.5377049180327873</c:v>
                </c:pt>
                <c:pt idx="3915">
                  <c:v>2.5196721311475412</c:v>
                </c:pt>
                <c:pt idx="3916">
                  <c:v>2.5540983606557379</c:v>
                </c:pt>
                <c:pt idx="3917">
                  <c:v>2.5311475409836066</c:v>
                </c:pt>
                <c:pt idx="3918">
                  <c:v>2.5065573770491802</c:v>
                </c:pt>
                <c:pt idx="3919">
                  <c:v>2.4672131147540988</c:v>
                </c:pt>
                <c:pt idx="3920">
                  <c:v>2.4754098360655741</c:v>
                </c:pt>
                <c:pt idx="3921">
                  <c:v>2.3852459016393444</c:v>
                </c:pt>
                <c:pt idx="3922">
                  <c:v>2.4016393442622954</c:v>
                </c:pt>
                <c:pt idx="3923">
                  <c:v>2.3934426229508197</c:v>
                </c:pt>
                <c:pt idx="3924">
                  <c:v>2.3934426229508197</c:v>
                </c:pt>
                <c:pt idx="3925">
                  <c:v>2.3983606557377053</c:v>
                </c:pt>
                <c:pt idx="3926">
                  <c:v>2.4081967213114757</c:v>
                </c:pt>
                <c:pt idx="3927">
                  <c:v>2.4704918032786889</c:v>
                </c:pt>
                <c:pt idx="3928">
                  <c:v>2.4409836065573773</c:v>
                </c:pt>
                <c:pt idx="3929">
                  <c:v>2.4557377049180329</c:v>
                </c:pt>
                <c:pt idx="3930">
                  <c:v>2.4754098360655741</c:v>
                </c:pt>
                <c:pt idx="3931">
                  <c:v>2.4672131147540988</c:v>
                </c:pt>
                <c:pt idx="3932">
                  <c:v>2.4229508196721312</c:v>
                </c:pt>
                <c:pt idx="3933">
                  <c:v>2.4245901639344263</c:v>
                </c:pt>
                <c:pt idx="3934">
                  <c:v>2.4868852459016395</c:v>
                </c:pt>
                <c:pt idx="3935">
                  <c:v>2.4934426229508198</c:v>
                </c:pt>
                <c:pt idx="3936">
                  <c:v>2.4557377049180329</c:v>
                </c:pt>
                <c:pt idx="3937">
                  <c:v>2.3934426229508197</c:v>
                </c:pt>
                <c:pt idx="3938">
                  <c:v>2.3639344262295081</c:v>
                </c:pt>
                <c:pt idx="3939">
                  <c:v>2.4114754098360658</c:v>
                </c:pt>
                <c:pt idx="3940">
                  <c:v>2.3819672131147542</c:v>
                </c:pt>
                <c:pt idx="3941">
                  <c:v>2.3311475409836069</c:v>
                </c:pt>
                <c:pt idx="3942">
                  <c:v>2.3065573770491805</c:v>
                </c:pt>
                <c:pt idx="3943">
                  <c:v>2.3819672131147542</c:v>
                </c:pt>
                <c:pt idx="3944">
                  <c:v>2.4360655737704917</c:v>
                </c:pt>
                <c:pt idx="3945">
                  <c:v>2.4377049180327868</c:v>
                </c:pt>
                <c:pt idx="3946">
                  <c:v>2.4196721311475411</c:v>
                </c:pt>
                <c:pt idx="3947">
                  <c:v>2.3278688524590163</c:v>
                </c:pt>
                <c:pt idx="3948">
                  <c:v>2.3704918032786888</c:v>
                </c:pt>
                <c:pt idx="3949">
                  <c:v>2.3622950819672135</c:v>
                </c:pt>
                <c:pt idx="3950">
                  <c:v>2.3229508196721311</c:v>
                </c:pt>
                <c:pt idx="3951">
                  <c:v>2.3032786885245904</c:v>
                </c:pt>
                <c:pt idx="3952">
                  <c:v>2.2262295081967216</c:v>
                </c:pt>
                <c:pt idx="3953">
                  <c:v>2.1852459016393442</c:v>
                </c:pt>
                <c:pt idx="3954">
                  <c:v>2.1573770491803281</c:v>
                </c:pt>
                <c:pt idx="3955">
                  <c:v>2.1016393442622952</c:v>
                </c:pt>
                <c:pt idx="3956">
                  <c:v>2.122950819672131</c:v>
                </c:pt>
                <c:pt idx="3957">
                  <c:v>2.1098360655737705</c:v>
                </c:pt>
                <c:pt idx="3958">
                  <c:v>2.1213114754098359</c:v>
                </c:pt>
                <c:pt idx="3959">
                  <c:v>2.1836065573770496</c:v>
                </c:pt>
                <c:pt idx="3960">
                  <c:v>2.2114754098360656</c:v>
                </c:pt>
                <c:pt idx="3961">
                  <c:v>2.1803278688524594</c:v>
                </c:pt>
                <c:pt idx="3962">
                  <c:v>2.1934426229508199</c:v>
                </c:pt>
                <c:pt idx="3963">
                  <c:v>2.1409836065573771</c:v>
                </c:pt>
                <c:pt idx="3964">
                  <c:v>2.1573770491803281</c:v>
                </c:pt>
                <c:pt idx="3965">
                  <c:v>2.1704918032786886</c:v>
                </c:pt>
                <c:pt idx="3966">
                  <c:v>2.1573770491803281</c:v>
                </c:pt>
                <c:pt idx="3967">
                  <c:v>2.1</c:v>
                </c:pt>
                <c:pt idx="3968">
                  <c:v>2.057377049180328</c:v>
                </c:pt>
                <c:pt idx="3969">
                  <c:v>2.0950819672131149</c:v>
                </c:pt>
                <c:pt idx="3970">
                  <c:v>2.2868852459016393</c:v>
                </c:pt>
                <c:pt idx="3971">
                  <c:v>2.2819672131147541</c:v>
                </c:pt>
                <c:pt idx="3972">
                  <c:v>2.3393442622950822</c:v>
                </c:pt>
                <c:pt idx="3973">
                  <c:v>2.2836065573770492</c:v>
                </c:pt>
                <c:pt idx="3974">
                  <c:v>2.3950819672131147</c:v>
                </c:pt>
                <c:pt idx="3975">
                  <c:v>2.3655737704918032</c:v>
                </c:pt>
                <c:pt idx="3976">
                  <c:v>2.4016393442622954</c:v>
                </c:pt>
                <c:pt idx="3977">
                  <c:v>2.416393442622951</c:v>
                </c:pt>
                <c:pt idx="3978">
                  <c:v>2.4245901639344263</c:v>
                </c:pt>
                <c:pt idx="3979">
                  <c:v>2.4016393442622954</c:v>
                </c:pt>
                <c:pt idx="3980">
                  <c:v>2.4377049180327868</c:v>
                </c:pt>
                <c:pt idx="3981">
                  <c:v>2.4000000000000004</c:v>
                </c:pt>
                <c:pt idx="3982">
                  <c:v>2.4327868852459016</c:v>
                </c:pt>
                <c:pt idx="3983">
                  <c:v>2.4934426229508198</c:v>
                </c:pt>
                <c:pt idx="3984">
                  <c:v>2.5311475409836066</c:v>
                </c:pt>
                <c:pt idx="3985">
                  <c:v>2.5</c:v>
                </c:pt>
                <c:pt idx="3986">
                  <c:v>2.5377049180327873</c:v>
                </c:pt>
                <c:pt idx="3987">
                  <c:v>2.6016393442622952</c:v>
                </c:pt>
                <c:pt idx="3988">
                  <c:v>2.6098360655737705</c:v>
                </c:pt>
                <c:pt idx="3989">
                  <c:v>2.6721311475409837</c:v>
                </c:pt>
                <c:pt idx="3990">
                  <c:v>2.7213114754098364</c:v>
                </c:pt>
                <c:pt idx="3991">
                  <c:v>2.7459016393442623</c:v>
                </c:pt>
                <c:pt idx="3992">
                  <c:v>2.5836065573770495</c:v>
                </c:pt>
                <c:pt idx="3993">
                  <c:v>2.6098360655737705</c:v>
                </c:pt>
                <c:pt idx="3994">
                  <c:v>2.6</c:v>
                </c:pt>
                <c:pt idx="3995">
                  <c:v>2.6</c:v>
                </c:pt>
                <c:pt idx="3996">
                  <c:v>2.5278688524590165</c:v>
                </c:pt>
                <c:pt idx="3997">
                  <c:v>2.5</c:v>
                </c:pt>
                <c:pt idx="3998">
                  <c:v>2.4065573770491806</c:v>
                </c:pt>
                <c:pt idx="3999">
                  <c:v>2.4098360655737707</c:v>
                </c:pt>
                <c:pt idx="4000">
                  <c:v>2.3934426229508197</c:v>
                </c:pt>
                <c:pt idx="4001">
                  <c:v>2.3606557377049184</c:v>
                </c:pt>
                <c:pt idx="4002">
                  <c:v>2.4098360655737707</c:v>
                </c:pt>
                <c:pt idx="4003">
                  <c:v>2.3229508196721311</c:v>
                </c:pt>
                <c:pt idx="4004">
                  <c:v>2.3049180327868855</c:v>
                </c:pt>
                <c:pt idx="4005">
                  <c:v>2.3016393442622949</c:v>
                </c:pt>
                <c:pt idx="4006">
                  <c:v>2.3213114754098361</c:v>
                </c:pt>
                <c:pt idx="4007">
                  <c:v>2.4622950819672131</c:v>
                </c:pt>
                <c:pt idx="4008">
                  <c:v>2.5114754098360659</c:v>
                </c:pt>
                <c:pt idx="4009">
                  <c:v>2.4901639344262296</c:v>
                </c:pt>
                <c:pt idx="4010">
                  <c:v>2.5459016393442622</c:v>
                </c:pt>
                <c:pt idx="4011">
                  <c:v>2.5459016393442622</c:v>
                </c:pt>
                <c:pt idx="4012">
                  <c:v>2.4852459016393444</c:v>
                </c:pt>
                <c:pt idx="4013">
                  <c:v>2.5606557377049182</c:v>
                </c:pt>
                <c:pt idx="4014">
                  <c:v>2.5934426229508198</c:v>
                </c:pt>
                <c:pt idx="4015">
                  <c:v>2.540983606557377</c:v>
                </c:pt>
                <c:pt idx="4016">
                  <c:v>2.5032786885245901</c:v>
                </c:pt>
                <c:pt idx="4017">
                  <c:v>2.6606557377049183</c:v>
                </c:pt>
                <c:pt idx="4018">
                  <c:v>2.6557377049180326</c:v>
                </c:pt>
                <c:pt idx="4019">
                  <c:v>2.6672131147540985</c:v>
                </c:pt>
                <c:pt idx="4020">
                  <c:v>2.7213114754098364</c:v>
                </c:pt>
                <c:pt idx="4021">
                  <c:v>2.5786885245901643</c:v>
                </c:pt>
                <c:pt idx="4022">
                  <c:v>2.5901639344262297</c:v>
                </c:pt>
                <c:pt idx="4023">
                  <c:v>2.598360655737705</c:v>
                </c:pt>
                <c:pt idx="4024">
                  <c:v>2.6229508196721314</c:v>
                </c:pt>
                <c:pt idx="4025">
                  <c:v>2.7459016393442623</c:v>
                </c:pt>
                <c:pt idx="4026">
                  <c:v>2.7836065573770492</c:v>
                </c:pt>
                <c:pt idx="4027">
                  <c:v>2.736065573770492</c:v>
                </c:pt>
                <c:pt idx="4028">
                  <c:v>2.7688524590163937</c:v>
                </c:pt>
                <c:pt idx="4029">
                  <c:v>2.7475409836065579</c:v>
                </c:pt>
                <c:pt idx="4030">
                  <c:v>2.7573770491803282</c:v>
                </c:pt>
                <c:pt idx="4031">
                  <c:v>2.736065573770492</c:v>
                </c:pt>
                <c:pt idx="4032">
                  <c:v>2.7950819672131151</c:v>
                </c:pt>
                <c:pt idx="4033">
                  <c:v>2.7524590163934426</c:v>
                </c:pt>
                <c:pt idx="4034">
                  <c:v>2.7327868852459023</c:v>
                </c:pt>
                <c:pt idx="4035">
                  <c:v>2.8065573770491805</c:v>
                </c:pt>
                <c:pt idx="4036">
                  <c:v>2.8573770491803279</c:v>
                </c:pt>
                <c:pt idx="4037">
                  <c:v>2.8786885245901641</c:v>
                </c:pt>
                <c:pt idx="4038">
                  <c:v>2.8442622950819678</c:v>
                </c:pt>
                <c:pt idx="4039">
                  <c:v>2.8426229508196723</c:v>
                </c:pt>
                <c:pt idx="4040">
                  <c:v>2.9770491803278691</c:v>
                </c:pt>
                <c:pt idx="4041">
                  <c:v>3.0737704918032787</c:v>
                </c:pt>
                <c:pt idx="4042">
                  <c:v>3.0672131147540989</c:v>
                </c:pt>
                <c:pt idx="4043">
                  <c:v>3.111475409836066</c:v>
                </c:pt>
                <c:pt idx="4044">
                  <c:v>3.2262295081967216</c:v>
                </c:pt>
                <c:pt idx="4045">
                  <c:v>3.2229508196721315</c:v>
                </c:pt>
                <c:pt idx="4046">
                  <c:v>3.2426229508196727</c:v>
                </c:pt>
                <c:pt idx="4047">
                  <c:v>3.2</c:v>
                </c:pt>
                <c:pt idx="4048">
                  <c:v>3.180327868852459</c:v>
                </c:pt>
                <c:pt idx="4049">
                  <c:v>3.2409836065573772</c:v>
                </c:pt>
                <c:pt idx="4050">
                  <c:v>3.2327868852459019</c:v>
                </c:pt>
                <c:pt idx="4051">
                  <c:v>3.2262295081967216</c:v>
                </c:pt>
                <c:pt idx="4052">
                  <c:v>3.2245901639344265</c:v>
                </c:pt>
                <c:pt idx="4053">
                  <c:v>3.1459016393442627</c:v>
                </c:pt>
                <c:pt idx="4054">
                  <c:v>3.1163934426229511</c:v>
                </c:pt>
                <c:pt idx="4055">
                  <c:v>3.1426229508196726</c:v>
                </c:pt>
                <c:pt idx="4056">
                  <c:v>3.1262295081967215</c:v>
                </c:pt>
                <c:pt idx="4057">
                  <c:v>3.2163934426229512</c:v>
                </c:pt>
                <c:pt idx="4058">
                  <c:v>3.2491803278688529</c:v>
                </c:pt>
                <c:pt idx="4059">
                  <c:v>3.4278688524590164</c:v>
                </c:pt>
                <c:pt idx="4060">
                  <c:v>3.3098360655737711</c:v>
                </c:pt>
                <c:pt idx="4061">
                  <c:v>3.3885245901639349</c:v>
                </c:pt>
                <c:pt idx="4062">
                  <c:v>3.4295081967213119</c:v>
                </c:pt>
                <c:pt idx="4063">
                  <c:v>3.3557377049180328</c:v>
                </c:pt>
                <c:pt idx="4064">
                  <c:v>3.2163934426229512</c:v>
                </c:pt>
                <c:pt idx="4065">
                  <c:v>3.2114754098360656</c:v>
                </c:pt>
                <c:pt idx="4066">
                  <c:v>3.3426229508196723</c:v>
                </c:pt>
                <c:pt idx="4067">
                  <c:v>3.2344262295081969</c:v>
                </c:pt>
                <c:pt idx="4068">
                  <c:v>3.1836065573770496</c:v>
                </c:pt>
                <c:pt idx="4069">
                  <c:v>3.278688524590164</c:v>
                </c:pt>
                <c:pt idx="4070">
                  <c:v>3.1786885245901644</c:v>
                </c:pt>
                <c:pt idx="4071">
                  <c:v>3.1918032786885244</c:v>
                </c:pt>
                <c:pt idx="4072">
                  <c:v>3.1737704918032787</c:v>
                </c:pt>
                <c:pt idx="4073">
                  <c:v>3.1606557377049183</c:v>
                </c:pt>
                <c:pt idx="4074">
                  <c:v>3.2065573770491804</c:v>
                </c:pt>
                <c:pt idx="4075">
                  <c:v>3.2163934426229512</c:v>
                </c:pt>
                <c:pt idx="4076">
                  <c:v>3.2672131147540986</c:v>
                </c:pt>
                <c:pt idx="4077">
                  <c:v>3.1950819672131145</c:v>
                </c:pt>
                <c:pt idx="4078">
                  <c:v>3.124590163934426</c:v>
                </c:pt>
                <c:pt idx="4079">
                  <c:v>3.0819672131147544</c:v>
                </c:pt>
                <c:pt idx="4080">
                  <c:v>3.1098360655737705</c:v>
                </c:pt>
                <c:pt idx="4081">
                  <c:v>3.0770491803278688</c:v>
                </c:pt>
                <c:pt idx="4082">
                  <c:v>3.1213114754098359</c:v>
                </c:pt>
                <c:pt idx="4083">
                  <c:v>3.1311475409836071</c:v>
                </c:pt>
                <c:pt idx="4084">
                  <c:v>3.2442622950819673</c:v>
                </c:pt>
                <c:pt idx="4085">
                  <c:v>3.3393442622950822</c:v>
                </c:pt>
                <c:pt idx="4086">
                  <c:v>3.3524590163934427</c:v>
                </c:pt>
                <c:pt idx="4087">
                  <c:v>3.3295081967213114</c:v>
                </c:pt>
                <c:pt idx="4088">
                  <c:v>3.2245901639344265</c:v>
                </c:pt>
                <c:pt idx="4089">
                  <c:v>3.2131147540983611</c:v>
                </c:pt>
                <c:pt idx="4090">
                  <c:v>3.2295081967213117</c:v>
                </c:pt>
                <c:pt idx="4091">
                  <c:v>3.2885245901639344</c:v>
                </c:pt>
                <c:pt idx="4092">
                  <c:v>3.3147540983606558</c:v>
                </c:pt>
                <c:pt idx="4093">
                  <c:v>3.2327868852459019</c:v>
                </c:pt>
                <c:pt idx="4094">
                  <c:v>3.2852459016393443</c:v>
                </c:pt>
                <c:pt idx="4095">
                  <c:v>3.3508196721311481</c:v>
                </c:pt>
                <c:pt idx="4096">
                  <c:v>3.4016393442622954</c:v>
                </c:pt>
                <c:pt idx="4097">
                  <c:v>3.3311475409836069</c:v>
                </c:pt>
                <c:pt idx="4098">
                  <c:v>3.3655737704918036</c:v>
                </c:pt>
                <c:pt idx="4099">
                  <c:v>3.3721311475409839</c:v>
                </c:pt>
                <c:pt idx="4100">
                  <c:v>3.3786885245901641</c:v>
                </c:pt>
                <c:pt idx="4101">
                  <c:v>3.3590163934426229</c:v>
                </c:pt>
                <c:pt idx="4102">
                  <c:v>3.2868852459016398</c:v>
                </c:pt>
                <c:pt idx="4103">
                  <c:v>3.2180327868852459</c:v>
                </c:pt>
                <c:pt idx="4104">
                  <c:v>3.3180327868852459</c:v>
                </c:pt>
                <c:pt idx="4105">
                  <c:v>3.3163934426229509</c:v>
                </c:pt>
                <c:pt idx="4106">
                  <c:v>3.3163934426229509</c:v>
                </c:pt>
                <c:pt idx="4107">
                  <c:v>3.3131147540983612</c:v>
                </c:pt>
                <c:pt idx="4108">
                  <c:v>3.2803278688524595</c:v>
                </c:pt>
                <c:pt idx="4109">
                  <c:v>3.3163934426229509</c:v>
                </c:pt>
                <c:pt idx="4110">
                  <c:v>3.3409836065573773</c:v>
                </c:pt>
                <c:pt idx="4111">
                  <c:v>3.3114754098360657</c:v>
                </c:pt>
                <c:pt idx="4112">
                  <c:v>3.3622950819672135</c:v>
                </c:pt>
                <c:pt idx="4113">
                  <c:v>3.5540983606557379</c:v>
                </c:pt>
                <c:pt idx="4114">
                  <c:v>3.6180327868852462</c:v>
                </c:pt>
                <c:pt idx="4115">
                  <c:v>3.6311475409836067</c:v>
                </c:pt>
                <c:pt idx="4116">
                  <c:v>3.6229508196721314</c:v>
                </c:pt>
                <c:pt idx="4117">
                  <c:v>3.6163934426229507</c:v>
                </c:pt>
                <c:pt idx="4118">
                  <c:v>3.6327868852459018</c:v>
                </c:pt>
                <c:pt idx="4119">
                  <c:v>3.695081967213115</c:v>
                </c:pt>
                <c:pt idx="4120">
                  <c:v>3.7704918032786887</c:v>
                </c:pt>
                <c:pt idx="4121">
                  <c:v>3.8229508196721316</c:v>
                </c:pt>
                <c:pt idx="4122">
                  <c:v>3.7426229508196722</c:v>
                </c:pt>
                <c:pt idx="4123">
                  <c:v>3.6983606557377051</c:v>
                </c:pt>
                <c:pt idx="4124">
                  <c:v>3.6983606557377051</c:v>
                </c:pt>
                <c:pt idx="4125">
                  <c:v>3.8180327868852459</c:v>
                </c:pt>
                <c:pt idx="4126">
                  <c:v>3.8704918032786888</c:v>
                </c:pt>
                <c:pt idx="4127">
                  <c:v>3.7967213114754101</c:v>
                </c:pt>
                <c:pt idx="4128">
                  <c:v>3.8327868852459015</c:v>
                </c:pt>
                <c:pt idx="4129">
                  <c:v>3.7868852459016398</c:v>
                </c:pt>
                <c:pt idx="4130">
                  <c:v>3.8196721311475414</c:v>
                </c:pt>
                <c:pt idx="4131">
                  <c:v>3.7950819672131146</c:v>
                </c:pt>
                <c:pt idx="4132">
                  <c:v>3.752459016393443</c:v>
                </c:pt>
                <c:pt idx="4133">
                  <c:v>3.7639344262295085</c:v>
                </c:pt>
                <c:pt idx="4134">
                  <c:v>3.8000000000000003</c:v>
                </c:pt>
                <c:pt idx="4135">
                  <c:v>3.7639344262295085</c:v>
                </c:pt>
                <c:pt idx="4136">
                  <c:v>3.7491803278688529</c:v>
                </c:pt>
                <c:pt idx="4137">
                  <c:v>3.7163934426229512</c:v>
                </c:pt>
                <c:pt idx="4138">
                  <c:v>3.7229508196721315</c:v>
                </c:pt>
                <c:pt idx="4139">
                  <c:v>3.7950819672131146</c:v>
                </c:pt>
                <c:pt idx="4140">
                  <c:v>3.7573770491803282</c:v>
                </c:pt>
                <c:pt idx="4141">
                  <c:v>3.7114754098360661</c:v>
                </c:pt>
                <c:pt idx="4142">
                  <c:v>3.7</c:v>
                </c:pt>
                <c:pt idx="4143">
                  <c:v>3.6311475409836067</c:v>
                </c:pt>
                <c:pt idx="4144">
                  <c:v>3.5344262295081967</c:v>
                </c:pt>
                <c:pt idx="4145">
                  <c:v>3.472131147540984</c:v>
                </c:pt>
                <c:pt idx="4146">
                  <c:v>3.5672131147540989</c:v>
                </c:pt>
                <c:pt idx="4147">
                  <c:v>3.5213114754098362</c:v>
                </c:pt>
                <c:pt idx="4148">
                  <c:v>3.5639344262295083</c:v>
                </c:pt>
                <c:pt idx="4149">
                  <c:v>3.6344262295081973</c:v>
                </c:pt>
                <c:pt idx="4150">
                  <c:v>3.6180327868852462</c:v>
                </c:pt>
                <c:pt idx="4151">
                  <c:v>3.5377049180327869</c:v>
                </c:pt>
                <c:pt idx="4152">
                  <c:v>3.5688524590163935</c:v>
                </c:pt>
                <c:pt idx="4153">
                  <c:v>3.542622950819672</c:v>
                </c:pt>
                <c:pt idx="4154">
                  <c:v>3.4622950819672136</c:v>
                </c:pt>
                <c:pt idx="4155">
                  <c:v>3.3311475409836069</c:v>
                </c:pt>
                <c:pt idx="4156">
                  <c:v>3.3180327868852459</c:v>
                </c:pt>
                <c:pt idx="4157">
                  <c:v>3.3163934426229509</c:v>
                </c:pt>
                <c:pt idx="4158">
                  <c:v>3.3409836065573773</c:v>
                </c:pt>
                <c:pt idx="4159">
                  <c:v>3.2360655737704915</c:v>
                </c:pt>
                <c:pt idx="4160">
                  <c:v>3.2180327868852459</c:v>
                </c:pt>
                <c:pt idx="4161">
                  <c:v>3.2590163934426228</c:v>
                </c:pt>
                <c:pt idx="4162">
                  <c:v>3.278688524590164</c:v>
                </c:pt>
                <c:pt idx="4163">
                  <c:v>3.2098360655737705</c:v>
                </c:pt>
                <c:pt idx="4164">
                  <c:v>3.2475409836065574</c:v>
                </c:pt>
                <c:pt idx="4165">
                  <c:v>3.1704918032786886</c:v>
                </c:pt>
                <c:pt idx="4166">
                  <c:v>3.1508196721311474</c:v>
                </c:pt>
                <c:pt idx="4167">
                  <c:v>3.1</c:v>
                </c:pt>
                <c:pt idx="4168">
                  <c:v>3.2016393442622952</c:v>
                </c:pt>
                <c:pt idx="4169">
                  <c:v>3.2180327868852459</c:v>
                </c:pt>
                <c:pt idx="4170">
                  <c:v>3.1950819672131145</c:v>
                </c:pt>
                <c:pt idx="4171">
                  <c:v>3.1540983606557376</c:v>
                </c:pt>
                <c:pt idx="4172">
                  <c:v>3.1442622950819672</c:v>
                </c:pt>
                <c:pt idx="4173">
                  <c:v>3.055737704918033</c:v>
                </c:pt>
                <c:pt idx="4174">
                  <c:v>2.9590163934426235</c:v>
                </c:pt>
                <c:pt idx="4175">
                  <c:v>3.0409836065573774</c:v>
                </c:pt>
                <c:pt idx="4176">
                  <c:v>2.9967213114754103</c:v>
                </c:pt>
                <c:pt idx="4177">
                  <c:v>2.9983606557377049</c:v>
                </c:pt>
                <c:pt idx="4178">
                  <c:v>2.9950819672131148</c:v>
                </c:pt>
                <c:pt idx="4179">
                  <c:v>2.9754098360655736</c:v>
                </c:pt>
                <c:pt idx="4180">
                  <c:v>2.973770491803279</c:v>
                </c:pt>
                <c:pt idx="4181">
                  <c:v>2.9803278688524593</c:v>
                </c:pt>
                <c:pt idx="4182">
                  <c:v>3.0262295081967214</c:v>
                </c:pt>
                <c:pt idx="4183">
                  <c:v>3.1229508196721314</c:v>
                </c:pt>
                <c:pt idx="4184">
                  <c:v>3.1950819672131145</c:v>
                </c:pt>
                <c:pt idx="4185">
                  <c:v>3.2180327868852459</c:v>
                </c:pt>
                <c:pt idx="4186">
                  <c:v>3.3672131147540982</c:v>
                </c:pt>
                <c:pt idx="4187">
                  <c:v>3.432786885245902</c:v>
                </c:pt>
                <c:pt idx="4188">
                  <c:v>3.3901639344262295</c:v>
                </c:pt>
                <c:pt idx="4189">
                  <c:v>3.4098360655737707</c:v>
                </c:pt>
                <c:pt idx="4190">
                  <c:v>3.3557377049180328</c:v>
                </c:pt>
                <c:pt idx="4191">
                  <c:v>3.3573770491803283</c:v>
                </c:pt>
                <c:pt idx="4192">
                  <c:v>3.3655737704918036</c:v>
                </c:pt>
                <c:pt idx="4193">
                  <c:v>3.3950819672131152</c:v>
                </c:pt>
                <c:pt idx="4194">
                  <c:v>3.3655737704918036</c:v>
                </c:pt>
                <c:pt idx="4195">
                  <c:v>3.3885245901639349</c:v>
                </c:pt>
                <c:pt idx="4196">
                  <c:v>3.4344262295081966</c:v>
                </c:pt>
                <c:pt idx="4197">
                  <c:v>3.2950819672131151</c:v>
                </c:pt>
                <c:pt idx="4198">
                  <c:v>3.3180327868852459</c:v>
                </c:pt>
                <c:pt idx="4199">
                  <c:v>3.3885245901639349</c:v>
                </c:pt>
                <c:pt idx="4200">
                  <c:v>3.3688524590163937</c:v>
                </c:pt>
                <c:pt idx="4201">
                  <c:v>3.3426229508196723</c:v>
                </c:pt>
                <c:pt idx="4202">
                  <c:v>3.3360655737704921</c:v>
                </c:pt>
                <c:pt idx="4203">
                  <c:v>3.3327868852459015</c:v>
                </c:pt>
                <c:pt idx="4204">
                  <c:v>3.3360655737704921</c:v>
                </c:pt>
                <c:pt idx="4205">
                  <c:v>3.3590163934426229</c:v>
                </c:pt>
                <c:pt idx="4206">
                  <c:v>3.4098360655737707</c:v>
                </c:pt>
                <c:pt idx="4207">
                  <c:v>3.3557377049180328</c:v>
                </c:pt>
                <c:pt idx="4208">
                  <c:v>3.3606557377049184</c:v>
                </c:pt>
                <c:pt idx="4209">
                  <c:v>3.472131147540984</c:v>
                </c:pt>
                <c:pt idx="4210">
                  <c:v>3.4049180327868855</c:v>
                </c:pt>
                <c:pt idx="4211">
                  <c:v>3.4065573770491806</c:v>
                </c:pt>
                <c:pt idx="4212">
                  <c:v>3.3868852459016394</c:v>
                </c:pt>
                <c:pt idx="4213">
                  <c:v>3.3540983606557382</c:v>
                </c:pt>
                <c:pt idx="4214">
                  <c:v>3.2885245901639344</c:v>
                </c:pt>
                <c:pt idx="4215">
                  <c:v>3.3573770491803283</c:v>
                </c:pt>
                <c:pt idx="4216">
                  <c:v>3.3590163934426229</c:v>
                </c:pt>
                <c:pt idx="4217">
                  <c:v>3.3524590163934427</c:v>
                </c:pt>
                <c:pt idx="4218">
                  <c:v>3.3311475409836069</c:v>
                </c:pt>
                <c:pt idx="4219">
                  <c:v>3.4147540983606555</c:v>
                </c:pt>
                <c:pt idx="4220">
                  <c:v>3.391803278688525</c:v>
                </c:pt>
                <c:pt idx="4221">
                  <c:v>3.3</c:v>
                </c:pt>
                <c:pt idx="4222">
                  <c:v>3.2459016393442628</c:v>
                </c:pt>
                <c:pt idx="4223">
                  <c:v>3.139344262295082</c:v>
                </c:pt>
                <c:pt idx="4224">
                  <c:v>3.1540983606557376</c:v>
                </c:pt>
                <c:pt idx="4225">
                  <c:v>3.1967213114754101</c:v>
                </c:pt>
                <c:pt idx="4226">
                  <c:v>3.2</c:v>
                </c:pt>
                <c:pt idx="4227">
                  <c:v>3.2114754098360656</c:v>
                </c:pt>
                <c:pt idx="4228">
                  <c:v>3.1377049180327869</c:v>
                </c:pt>
                <c:pt idx="4229">
                  <c:v>3.0131147540983605</c:v>
                </c:pt>
                <c:pt idx="4230">
                  <c:v>3.0278688524590165</c:v>
                </c:pt>
                <c:pt idx="4231">
                  <c:v>2.9508196721311477</c:v>
                </c:pt>
                <c:pt idx="4232">
                  <c:v>3.0000000000000004</c:v>
                </c:pt>
                <c:pt idx="4233">
                  <c:v>2.9901639344262296</c:v>
                </c:pt>
                <c:pt idx="4234">
                  <c:v>2.9704918032786889</c:v>
                </c:pt>
                <c:pt idx="4235">
                  <c:v>2.9852459016393444</c:v>
                </c:pt>
                <c:pt idx="4236">
                  <c:v>2.9967213114754103</c:v>
                </c:pt>
                <c:pt idx="4237">
                  <c:v>2.9934426229508202</c:v>
                </c:pt>
                <c:pt idx="4238">
                  <c:v>2.901639344262295</c:v>
                </c:pt>
                <c:pt idx="4239">
                  <c:v>2.8360655737704921</c:v>
                </c:pt>
                <c:pt idx="4240">
                  <c:v>2.8409836065573768</c:v>
                </c:pt>
                <c:pt idx="4241">
                  <c:v>2.891803278688525</c:v>
                </c:pt>
                <c:pt idx="4242">
                  <c:v>2.918032786885246</c:v>
                </c:pt>
                <c:pt idx="4243">
                  <c:v>2.9131147540983608</c:v>
                </c:pt>
                <c:pt idx="4244">
                  <c:v>2.877049180327869</c:v>
                </c:pt>
                <c:pt idx="4245">
                  <c:v>2.7901639344262295</c:v>
                </c:pt>
                <c:pt idx="4246">
                  <c:v>2.7606557377049183</c:v>
                </c:pt>
                <c:pt idx="4247">
                  <c:v>2.7622950819672134</c:v>
                </c:pt>
                <c:pt idx="4248">
                  <c:v>2.7016393442622952</c:v>
                </c:pt>
                <c:pt idx="4249">
                  <c:v>2.6475409836065573</c:v>
                </c:pt>
                <c:pt idx="4250">
                  <c:v>2.6426229508196726</c:v>
                </c:pt>
                <c:pt idx="4251">
                  <c:v>2.7081967213114755</c:v>
                </c:pt>
                <c:pt idx="4252">
                  <c:v>2.7459016393442623</c:v>
                </c:pt>
                <c:pt idx="4253">
                  <c:v>2.7163934426229512</c:v>
                </c:pt>
                <c:pt idx="4254">
                  <c:v>2.7491803278688525</c:v>
                </c:pt>
                <c:pt idx="4255">
                  <c:v>2.737704918032787</c:v>
                </c:pt>
                <c:pt idx="4256">
                  <c:v>2.7393442622950821</c:v>
                </c:pt>
                <c:pt idx="4257">
                  <c:v>2.7065573770491809</c:v>
                </c:pt>
                <c:pt idx="4258">
                  <c:v>2.7606557377049183</c:v>
                </c:pt>
                <c:pt idx="4259">
                  <c:v>2.6934426229508199</c:v>
                </c:pt>
                <c:pt idx="4260">
                  <c:v>2.6852459016393442</c:v>
                </c:pt>
                <c:pt idx="4261">
                  <c:v>2.6606557377049183</c:v>
                </c:pt>
                <c:pt idx="4262">
                  <c:v>2.6459016393442627</c:v>
                </c:pt>
                <c:pt idx="4263">
                  <c:v>2.5245901639344264</c:v>
                </c:pt>
                <c:pt idx="4264">
                  <c:v>2.4836065573770494</c:v>
                </c:pt>
                <c:pt idx="4265">
                  <c:v>2.5770491803278692</c:v>
                </c:pt>
                <c:pt idx="4266">
                  <c:v>2.6491803278688528</c:v>
                </c:pt>
                <c:pt idx="4267">
                  <c:v>2.6081967213114754</c:v>
                </c:pt>
                <c:pt idx="4268">
                  <c:v>2.5868852459016396</c:v>
                </c:pt>
                <c:pt idx="4269">
                  <c:v>2.5196721311475412</c:v>
                </c:pt>
                <c:pt idx="4270">
                  <c:v>2.5213114754098362</c:v>
                </c:pt>
                <c:pt idx="4271">
                  <c:v>2.5295081967213116</c:v>
                </c:pt>
                <c:pt idx="4272">
                  <c:v>2.5442622950819671</c:v>
                </c:pt>
                <c:pt idx="4273">
                  <c:v>2.6032786885245907</c:v>
                </c:pt>
                <c:pt idx="4274">
                  <c:v>2.5721311475409836</c:v>
                </c:pt>
                <c:pt idx="4275">
                  <c:v>2.5393442622950824</c:v>
                </c:pt>
                <c:pt idx="4276">
                  <c:v>2.557377049180328</c:v>
                </c:pt>
                <c:pt idx="4277">
                  <c:v>2.6213114754098363</c:v>
                </c:pt>
                <c:pt idx="4278">
                  <c:v>2.6754098360655738</c:v>
                </c:pt>
                <c:pt idx="4279">
                  <c:v>2.6229508196721314</c:v>
                </c:pt>
                <c:pt idx="4280">
                  <c:v>2.6918032786885249</c:v>
                </c:pt>
                <c:pt idx="4281">
                  <c:v>2.6934426229508199</c:v>
                </c:pt>
                <c:pt idx="4282">
                  <c:v>2.6</c:v>
                </c:pt>
                <c:pt idx="4283">
                  <c:v>2.557377049180328</c:v>
                </c:pt>
                <c:pt idx="4284">
                  <c:v>2.5639344262295083</c:v>
                </c:pt>
                <c:pt idx="4285">
                  <c:v>2.4655737704918033</c:v>
                </c:pt>
                <c:pt idx="4286">
                  <c:v>2.4622950819672131</c:v>
                </c:pt>
                <c:pt idx="4287">
                  <c:v>2.4360655737704917</c:v>
                </c:pt>
                <c:pt idx="4288">
                  <c:v>2.3327868852459019</c:v>
                </c:pt>
                <c:pt idx="4289">
                  <c:v>2.2475409836065579</c:v>
                </c:pt>
                <c:pt idx="4290">
                  <c:v>2.2721311475409838</c:v>
                </c:pt>
                <c:pt idx="4291">
                  <c:v>2.2983606557377048</c:v>
                </c:pt>
                <c:pt idx="4292">
                  <c:v>2.3245901639344262</c:v>
                </c:pt>
                <c:pt idx="4293">
                  <c:v>2.3639344262295081</c:v>
                </c:pt>
                <c:pt idx="4294">
                  <c:v>2.3409836065573773</c:v>
                </c:pt>
                <c:pt idx="4295">
                  <c:v>2.2999999999999998</c:v>
                </c:pt>
                <c:pt idx="4296">
                  <c:v>2.2524590163934426</c:v>
                </c:pt>
                <c:pt idx="4297">
                  <c:v>2.2344262295081969</c:v>
                </c:pt>
                <c:pt idx="4298">
                  <c:v>2.2131147540983607</c:v>
                </c:pt>
                <c:pt idx="4299">
                  <c:v>2.2000000000000002</c:v>
                </c:pt>
                <c:pt idx="4300">
                  <c:v>2.2196721311475409</c:v>
                </c:pt>
                <c:pt idx="4301">
                  <c:v>2.2344262295081969</c:v>
                </c:pt>
                <c:pt idx="4302">
                  <c:v>2.1442622950819672</c:v>
                </c:pt>
                <c:pt idx="4303">
                  <c:v>2.1032786885245902</c:v>
                </c:pt>
                <c:pt idx="4304">
                  <c:v>2.1344262295081968</c:v>
                </c:pt>
                <c:pt idx="4305">
                  <c:v>2.0672131147540984</c:v>
                </c:pt>
                <c:pt idx="4306">
                  <c:v>2.081967213114754</c:v>
                </c:pt>
                <c:pt idx="4307">
                  <c:v>2.0590163934426231</c:v>
                </c:pt>
                <c:pt idx="4308">
                  <c:v>2.1901639344262294</c:v>
                </c:pt>
                <c:pt idx="4309">
                  <c:v>2.2442622950819673</c:v>
                </c:pt>
                <c:pt idx="4310">
                  <c:v>2.2868852459016393</c:v>
                </c:pt>
                <c:pt idx="4311">
                  <c:v>2.2409836065573772</c:v>
                </c:pt>
                <c:pt idx="4312">
                  <c:v>2.2688524590163937</c:v>
                </c:pt>
                <c:pt idx="4313">
                  <c:v>2.3163934426229509</c:v>
                </c:pt>
                <c:pt idx="4314">
                  <c:v>2.2213114754098364</c:v>
                </c:pt>
                <c:pt idx="4315">
                  <c:v>2.2049180327868854</c:v>
                </c:pt>
                <c:pt idx="4316">
                  <c:v>2.2114754098360656</c:v>
                </c:pt>
                <c:pt idx="4317">
                  <c:v>2.3032786885245904</c:v>
                </c:pt>
                <c:pt idx="4318">
                  <c:v>2.3360655737704921</c:v>
                </c:pt>
                <c:pt idx="4319">
                  <c:v>2.3131147540983608</c:v>
                </c:pt>
                <c:pt idx="4320">
                  <c:v>2.319672131147541</c:v>
                </c:pt>
                <c:pt idx="4321">
                  <c:v>2.3852459016393444</c:v>
                </c:pt>
                <c:pt idx="4322">
                  <c:v>2.3606557377049184</c:v>
                </c:pt>
                <c:pt idx="4323">
                  <c:v>2.3573770491803283</c:v>
                </c:pt>
                <c:pt idx="4324">
                  <c:v>2.3606557377049184</c:v>
                </c:pt>
                <c:pt idx="4325">
                  <c:v>2.278688524590164</c:v>
                </c:pt>
                <c:pt idx="4326">
                  <c:v>2.3245901639344262</c:v>
                </c:pt>
                <c:pt idx="4327">
                  <c:v>2.3721311475409839</c:v>
                </c:pt>
                <c:pt idx="4328">
                  <c:v>2.3540983606557377</c:v>
                </c:pt>
                <c:pt idx="4329">
                  <c:v>2.4475409836065576</c:v>
                </c:pt>
                <c:pt idx="4330">
                  <c:v>2.4278688524590164</c:v>
                </c:pt>
                <c:pt idx="4331">
                  <c:v>2.4360655737704917</c:v>
                </c:pt>
                <c:pt idx="4332">
                  <c:v>2.3688524590163933</c:v>
                </c:pt>
                <c:pt idx="4333">
                  <c:v>2.319672131147541</c:v>
                </c:pt>
                <c:pt idx="4334">
                  <c:v>2.2836065573770492</c:v>
                </c:pt>
                <c:pt idx="4335">
                  <c:v>2.2573770491803278</c:v>
                </c:pt>
                <c:pt idx="4336">
                  <c:v>2.237704918032787</c:v>
                </c:pt>
                <c:pt idx="4337">
                  <c:v>2.1688524590163936</c:v>
                </c:pt>
                <c:pt idx="4338">
                  <c:v>2.1901639344262294</c:v>
                </c:pt>
                <c:pt idx="4339">
                  <c:v>2.2245901639344265</c:v>
                </c:pt>
                <c:pt idx="4340">
                  <c:v>2.1622950819672133</c:v>
                </c:pt>
                <c:pt idx="4341">
                  <c:v>2.1213114754098359</c:v>
                </c:pt>
                <c:pt idx="4342">
                  <c:v>2.1868852459016392</c:v>
                </c:pt>
                <c:pt idx="4343">
                  <c:v>2.2049180327868854</c:v>
                </c:pt>
                <c:pt idx="4344">
                  <c:v>2.2114754098360656</c:v>
                </c:pt>
                <c:pt idx="4345">
                  <c:v>2.2147540983606557</c:v>
                </c:pt>
                <c:pt idx="4346">
                  <c:v>2.2459016393442623</c:v>
                </c:pt>
                <c:pt idx="4347">
                  <c:v>2.2967213114754101</c:v>
                </c:pt>
                <c:pt idx="4348">
                  <c:v>2.3016393442622949</c:v>
                </c:pt>
                <c:pt idx="4349">
                  <c:v>2.3442622950819674</c:v>
                </c:pt>
                <c:pt idx="4350">
                  <c:v>2.2754098360655739</c:v>
                </c:pt>
                <c:pt idx="4351">
                  <c:v>2.2803278688524591</c:v>
                </c:pt>
                <c:pt idx="4352">
                  <c:v>2.3409836065573773</c:v>
                </c:pt>
                <c:pt idx="4353">
                  <c:v>2.2573770491803278</c:v>
                </c:pt>
                <c:pt idx="4354">
                  <c:v>2.2983606557377048</c:v>
                </c:pt>
                <c:pt idx="4355">
                  <c:v>2.3360655737704921</c:v>
                </c:pt>
                <c:pt idx="4356">
                  <c:v>2.3081967213114756</c:v>
                </c:pt>
                <c:pt idx="4357">
                  <c:v>2.3032786885245904</c:v>
                </c:pt>
                <c:pt idx="4358">
                  <c:v>2.3409836065573773</c:v>
                </c:pt>
                <c:pt idx="4359">
                  <c:v>2.3065573770491805</c:v>
                </c:pt>
                <c:pt idx="4360">
                  <c:v>2.3459016393442624</c:v>
                </c:pt>
                <c:pt idx="4361">
                  <c:v>2.3393442622950822</c:v>
                </c:pt>
                <c:pt idx="4362">
                  <c:v>2.375409836065574</c:v>
                </c:pt>
                <c:pt idx="4363">
                  <c:v>2.3459016393442624</c:v>
                </c:pt>
                <c:pt idx="4364">
                  <c:v>2.2622950819672134</c:v>
                </c:pt>
                <c:pt idx="4365">
                  <c:v>2.3049180327868855</c:v>
                </c:pt>
                <c:pt idx="4366">
                  <c:v>2.3114754098360657</c:v>
                </c:pt>
                <c:pt idx="4367">
                  <c:v>2.29344262295082</c:v>
                </c:pt>
                <c:pt idx="4368">
                  <c:v>2.2590163934426228</c:v>
                </c:pt>
                <c:pt idx="4369">
                  <c:v>2.1704918032786886</c:v>
                </c:pt>
                <c:pt idx="4370">
                  <c:v>2.1409836065573771</c:v>
                </c:pt>
                <c:pt idx="4371">
                  <c:v>2.1688524590163936</c:v>
                </c:pt>
                <c:pt idx="4372">
                  <c:v>2.2131147540983607</c:v>
                </c:pt>
                <c:pt idx="4373">
                  <c:v>2.3426229508196723</c:v>
                </c:pt>
                <c:pt idx="4374">
                  <c:v>2.3081967213114756</c:v>
                </c:pt>
                <c:pt idx="4375">
                  <c:v>2.3295081967213118</c:v>
                </c:pt>
                <c:pt idx="4376">
                  <c:v>2.3557377049180328</c:v>
                </c:pt>
                <c:pt idx="4377">
                  <c:v>2.291803278688525</c:v>
                </c:pt>
                <c:pt idx="4378">
                  <c:v>2.3016393442622949</c:v>
                </c:pt>
                <c:pt idx="4379">
                  <c:v>2.3229508196721311</c:v>
                </c:pt>
                <c:pt idx="4380">
                  <c:v>2.3377049180327871</c:v>
                </c:pt>
                <c:pt idx="4381">
                  <c:v>2.3426229508196723</c:v>
                </c:pt>
                <c:pt idx="4382">
                  <c:v>2.3540983606557377</c:v>
                </c:pt>
                <c:pt idx="4383">
                  <c:v>2.3213114754098361</c:v>
                </c:pt>
                <c:pt idx="4384">
                  <c:v>2.3016393442622949</c:v>
                </c:pt>
                <c:pt idx="4385">
                  <c:v>2.3081967213114756</c:v>
                </c:pt>
                <c:pt idx="4386">
                  <c:v>2.3163934426229509</c:v>
                </c:pt>
                <c:pt idx="4387">
                  <c:v>2.291803278688525</c:v>
                </c:pt>
                <c:pt idx="4388">
                  <c:v>2.278688524590164</c:v>
                </c:pt>
                <c:pt idx="4389">
                  <c:v>2.3360655737704921</c:v>
                </c:pt>
                <c:pt idx="4390">
                  <c:v>2.3295081967213118</c:v>
                </c:pt>
                <c:pt idx="4391">
                  <c:v>2.3131147540983608</c:v>
                </c:pt>
                <c:pt idx="4392">
                  <c:v>2.3852459016393444</c:v>
                </c:pt>
                <c:pt idx="4393">
                  <c:v>2.4114754098360658</c:v>
                </c:pt>
                <c:pt idx="4394">
                  <c:v>2.418032786885246</c:v>
                </c:pt>
                <c:pt idx="4395">
                  <c:v>2.4016393442622954</c:v>
                </c:pt>
                <c:pt idx="4396">
                  <c:v>2.3311475409836069</c:v>
                </c:pt>
                <c:pt idx="4397">
                  <c:v>2.3573770491803283</c:v>
                </c:pt>
                <c:pt idx="4398">
                  <c:v>2.3819672131147542</c:v>
                </c:pt>
                <c:pt idx="4399">
                  <c:v>2.4065573770491806</c:v>
                </c:pt>
                <c:pt idx="4400">
                  <c:v>2.4213114754098362</c:v>
                </c:pt>
                <c:pt idx="4401">
                  <c:v>2.4393442622950823</c:v>
                </c:pt>
                <c:pt idx="4402">
                  <c:v>2.4540983606557378</c:v>
                </c:pt>
                <c:pt idx="4403">
                  <c:v>2.4819672131147543</c:v>
                </c:pt>
                <c:pt idx="4404">
                  <c:v>2.4754098360655741</c:v>
                </c:pt>
                <c:pt idx="4405">
                  <c:v>2.4770491803278687</c:v>
                </c:pt>
                <c:pt idx="4406">
                  <c:v>2.5032786885245901</c:v>
                </c:pt>
                <c:pt idx="4407">
                  <c:v>2.5098360655737708</c:v>
                </c:pt>
                <c:pt idx="4408">
                  <c:v>2.4540983606557378</c:v>
                </c:pt>
                <c:pt idx="4409">
                  <c:v>2.4426229508196724</c:v>
                </c:pt>
                <c:pt idx="4410">
                  <c:v>2.5</c:v>
                </c:pt>
                <c:pt idx="4411">
                  <c:v>2.5311475409836066</c:v>
                </c:pt>
                <c:pt idx="4412">
                  <c:v>2.5245901639344264</c:v>
                </c:pt>
                <c:pt idx="4413">
                  <c:v>2.4754098360655741</c:v>
                </c:pt>
                <c:pt idx="4414">
                  <c:v>2.4672131147540988</c:v>
                </c:pt>
                <c:pt idx="4415">
                  <c:v>2.473770491803279</c:v>
                </c:pt>
                <c:pt idx="4416">
                  <c:v>2.459016393442623</c:v>
                </c:pt>
                <c:pt idx="4417">
                  <c:v>2.4672131147540988</c:v>
                </c:pt>
                <c:pt idx="4418">
                  <c:v>2.4393442622950823</c:v>
                </c:pt>
                <c:pt idx="4419">
                  <c:v>2.375409836065574</c:v>
                </c:pt>
                <c:pt idx="4420">
                  <c:v>2.3540983606557377</c:v>
                </c:pt>
                <c:pt idx="4421">
                  <c:v>2.3065573770491805</c:v>
                </c:pt>
                <c:pt idx="4422">
                  <c:v>2.2836065573770492</c:v>
                </c:pt>
                <c:pt idx="4423">
                  <c:v>2.2721311475409838</c:v>
                </c:pt>
                <c:pt idx="4424">
                  <c:v>2.2704918032786887</c:v>
                </c:pt>
                <c:pt idx="4425">
                  <c:v>2.2590163934426228</c:v>
                </c:pt>
                <c:pt idx="4426">
                  <c:v>2.2409836065573772</c:v>
                </c:pt>
                <c:pt idx="4427">
                  <c:v>2.2622950819672134</c:v>
                </c:pt>
                <c:pt idx="4428">
                  <c:v>2.2672131147540986</c:v>
                </c:pt>
                <c:pt idx="4429">
                  <c:v>2.3836065573770493</c:v>
                </c:pt>
                <c:pt idx="4430">
                  <c:v>2.4196721311475411</c:v>
                </c:pt>
                <c:pt idx="4431">
                  <c:v>2.3967213114754098</c:v>
                </c:pt>
                <c:pt idx="4432">
                  <c:v>2.4098360655737707</c:v>
                </c:pt>
                <c:pt idx="4433">
                  <c:v>2.4409836065573773</c:v>
                </c:pt>
                <c:pt idx="4434">
                  <c:v>2.4606557377049181</c:v>
                </c:pt>
                <c:pt idx="4435">
                  <c:v>2.4836065573770494</c:v>
                </c:pt>
                <c:pt idx="4436">
                  <c:v>2.5114754098360659</c:v>
                </c:pt>
                <c:pt idx="4437">
                  <c:v>2.5114754098360659</c:v>
                </c:pt>
                <c:pt idx="4438">
                  <c:v>2.4918032786885247</c:v>
                </c:pt>
                <c:pt idx="4439">
                  <c:v>2.473770491803279</c:v>
                </c:pt>
                <c:pt idx="4440">
                  <c:v>2.4131147540983608</c:v>
                </c:pt>
                <c:pt idx="4441">
                  <c:v>2.418032786885246</c:v>
                </c:pt>
                <c:pt idx="4442">
                  <c:v>2.3950819672131147</c:v>
                </c:pt>
                <c:pt idx="4443">
                  <c:v>2.3229508196721311</c:v>
                </c:pt>
                <c:pt idx="4444">
                  <c:v>2.3311475409836069</c:v>
                </c:pt>
                <c:pt idx="4445">
                  <c:v>2.2295081967213117</c:v>
                </c:pt>
                <c:pt idx="4446">
                  <c:v>2.2065573770491804</c:v>
                </c:pt>
                <c:pt idx="4447">
                  <c:v>2.1524590163934429</c:v>
                </c:pt>
                <c:pt idx="4448">
                  <c:v>2.1721311475409837</c:v>
                </c:pt>
                <c:pt idx="4449">
                  <c:v>2.1655737704918034</c:v>
                </c:pt>
                <c:pt idx="4450">
                  <c:v>2.1606557377049183</c:v>
                </c:pt>
                <c:pt idx="4451">
                  <c:v>2.1573770491803281</c:v>
                </c:pt>
                <c:pt idx="4452">
                  <c:v>2.1852459016393442</c:v>
                </c:pt>
                <c:pt idx="4453">
                  <c:v>2.1918032786885244</c:v>
                </c:pt>
                <c:pt idx="4454">
                  <c:v>2.2393442622950821</c:v>
                </c:pt>
                <c:pt idx="4455">
                  <c:v>2.2491803278688529</c:v>
                </c:pt>
                <c:pt idx="4456">
                  <c:v>2.1688524590163936</c:v>
                </c:pt>
                <c:pt idx="4457">
                  <c:v>2.2016393442622952</c:v>
                </c:pt>
                <c:pt idx="4458">
                  <c:v>2.237704918032787</c:v>
                </c:pt>
                <c:pt idx="4459">
                  <c:v>2.2803278688524591</c:v>
                </c:pt>
                <c:pt idx="4460">
                  <c:v>2.2622950819672134</c:v>
                </c:pt>
                <c:pt idx="4461">
                  <c:v>2.29344262295082</c:v>
                </c:pt>
                <c:pt idx="4462">
                  <c:v>2.236065573770492</c:v>
                </c:pt>
                <c:pt idx="4463">
                  <c:v>2.2442622950819673</c:v>
                </c:pt>
                <c:pt idx="4464">
                  <c:v>2.2475409836065579</c:v>
                </c:pt>
                <c:pt idx="4465">
                  <c:v>2.2081967213114755</c:v>
                </c:pt>
                <c:pt idx="4466">
                  <c:v>2.2032786885245903</c:v>
                </c:pt>
                <c:pt idx="4467">
                  <c:v>2.2311475409836068</c:v>
                </c:pt>
                <c:pt idx="4468">
                  <c:v>2.1918032786885244</c:v>
                </c:pt>
                <c:pt idx="4469">
                  <c:v>2.1852459016393442</c:v>
                </c:pt>
                <c:pt idx="4470">
                  <c:v>2.1983606557377051</c:v>
                </c:pt>
                <c:pt idx="4471">
                  <c:v>2.2393442622950821</c:v>
                </c:pt>
                <c:pt idx="4472">
                  <c:v>2.2393442622950821</c:v>
                </c:pt>
                <c:pt idx="4473">
                  <c:v>2.2327868852459019</c:v>
                </c:pt>
                <c:pt idx="4474">
                  <c:v>2.1262295081967215</c:v>
                </c:pt>
                <c:pt idx="4475">
                  <c:v>2.2114754098360656</c:v>
                </c:pt>
                <c:pt idx="4476">
                  <c:v>2.2442622950819673</c:v>
                </c:pt>
                <c:pt idx="4477">
                  <c:v>2.2065573770491804</c:v>
                </c:pt>
                <c:pt idx="4478">
                  <c:v>2.2213114754098364</c:v>
                </c:pt>
                <c:pt idx="4479">
                  <c:v>2.2049180327868854</c:v>
                </c:pt>
                <c:pt idx="4480">
                  <c:v>2.1016393442622952</c:v>
                </c:pt>
                <c:pt idx="4481">
                  <c:v>2.1196721311475413</c:v>
                </c:pt>
                <c:pt idx="4482">
                  <c:v>2.1163934426229511</c:v>
                </c:pt>
                <c:pt idx="4483">
                  <c:v>2.1180327868852462</c:v>
                </c:pt>
                <c:pt idx="4484">
                  <c:v>2.0688524590163935</c:v>
                </c:pt>
                <c:pt idx="4485">
                  <c:v>2.0950819672131149</c:v>
                </c:pt>
                <c:pt idx="4486">
                  <c:v>2.0868852459016396</c:v>
                </c:pt>
                <c:pt idx="4487">
                  <c:v>2.0786885245901638</c:v>
                </c:pt>
                <c:pt idx="4488">
                  <c:v>2.1081967213114754</c:v>
                </c:pt>
                <c:pt idx="4489">
                  <c:v>2.0606557377049182</c:v>
                </c:pt>
                <c:pt idx="4490">
                  <c:v>2.0754098360655737</c:v>
                </c:pt>
                <c:pt idx="4491">
                  <c:v>2.0934426229508198</c:v>
                </c:pt>
                <c:pt idx="4492">
                  <c:v>2.0672131147540984</c:v>
                </c:pt>
                <c:pt idx="4493">
                  <c:v>2.0426229508196725</c:v>
                </c:pt>
                <c:pt idx="4494">
                  <c:v>2.055737704918033</c:v>
                </c:pt>
                <c:pt idx="4495">
                  <c:v>2</c:v>
                </c:pt>
                <c:pt idx="4496">
                  <c:v>2.0213114754098362</c:v>
                </c:pt>
                <c:pt idx="4497">
                  <c:v>2.0475409836065577</c:v>
                </c:pt>
                <c:pt idx="4498">
                  <c:v>2.040983606557377</c:v>
                </c:pt>
                <c:pt idx="4499">
                  <c:v>2.0065573770491807</c:v>
                </c:pt>
                <c:pt idx="4500">
                  <c:v>2.0262295081967214</c:v>
                </c:pt>
                <c:pt idx="4501">
                  <c:v>2.0213114754098362</c:v>
                </c:pt>
                <c:pt idx="4502">
                  <c:v>2.0245901639344264</c:v>
                </c:pt>
                <c:pt idx="4503">
                  <c:v>1.980327868852459</c:v>
                </c:pt>
                <c:pt idx="4504">
                  <c:v>1.980327868852459</c:v>
                </c:pt>
                <c:pt idx="4505">
                  <c:v>1.9737704918032786</c:v>
                </c:pt>
                <c:pt idx="4506">
                  <c:v>1.9836065573770492</c:v>
                </c:pt>
                <c:pt idx="4507">
                  <c:v>1.9622950819672134</c:v>
                </c:pt>
                <c:pt idx="4508">
                  <c:v>1.9131147540983608</c:v>
                </c:pt>
                <c:pt idx="4509">
                  <c:v>1.9180327868852458</c:v>
                </c:pt>
                <c:pt idx="4510">
                  <c:v>1.9327868852459016</c:v>
                </c:pt>
                <c:pt idx="4511">
                  <c:v>1.9147540983606559</c:v>
                </c:pt>
                <c:pt idx="4512">
                  <c:v>1.8344262295081968</c:v>
                </c:pt>
                <c:pt idx="4513">
                  <c:v>1.8229508196721311</c:v>
                </c:pt>
                <c:pt idx="4514">
                  <c:v>1.7868852459016396</c:v>
                </c:pt>
                <c:pt idx="4515">
                  <c:v>1.8098360655737704</c:v>
                </c:pt>
                <c:pt idx="4516">
                  <c:v>1.860655737704918</c:v>
                </c:pt>
                <c:pt idx="4517">
                  <c:v>1.8639344262295081</c:v>
                </c:pt>
                <c:pt idx="4518">
                  <c:v>1.9180327868852458</c:v>
                </c:pt>
                <c:pt idx="4519">
                  <c:v>1.9114754098360658</c:v>
                </c:pt>
                <c:pt idx="4520">
                  <c:v>1.9196721311475413</c:v>
                </c:pt>
                <c:pt idx="4521">
                  <c:v>1.8885245901639345</c:v>
                </c:pt>
                <c:pt idx="4522">
                  <c:v>1.8655737704918036</c:v>
                </c:pt>
                <c:pt idx="4523">
                  <c:v>1.8983606557377051</c:v>
                </c:pt>
                <c:pt idx="4524">
                  <c:v>1.855737704918033</c:v>
                </c:pt>
                <c:pt idx="4525">
                  <c:v>1.8459016393442624</c:v>
                </c:pt>
                <c:pt idx="4526">
                  <c:v>1.8360655737704918</c:v>
                </c:pt>
                <c:pt idx="4527">
                  <c:v>1.8459016393442624</c:v>
                </c:pt>
                <c:pt idx="4528">
                  <c:v>1.8901639344262295</c:v>
                </c:pt>
                <c:pt idx="4529">
                  <c:v>1.9000000000000001</c:v>
                </c:pt>
                <c:pt idx="4530">
                  <c:v>1.8950819672131149</c:v>
                </c:pt>
                <c:pt idx="4531">
                  <c:v>1.9147540983606559</c:v>
                </c:pt>
                <c:pt idx="4532">
                  <c:v>1.9786885245901642</c:v>
                </c:pt>
                <c:pt idx="4533">
                  <c:v>1.9918032786885247</c:v>
                </c:pt>
                <c:pt idx="4534">
                  <c:v>2.0213114754098362</c:v>
                </c:pt>
                <c:pt idx="4535">
                  <c:v>2.0147540983606556</c:v>
                </c:pt>
                <c:pt idx="4536">
                  <c:v>2.040983606557377</c:v>
                </c:pt>
                <c:pt idx="4537">
                  <c:v>2.0393442622950819</c:v>
                </c:pt>
                <c:pt idx="4538">
                  <c:v>2.055737704918033</c:v>
                </c:pt>
                <c:pt idx="4539">
                  <c:v>2.09672131147541</c:v>
                </c:pt>
                <c:pt idx="4540">
                  <c:v>2.0491803278688527</c:v>
                </c:pt>
                <c:pt idx="4541">
                  <c:v>1.9459016393442623</c:v>
                </c:pt>
                <c:pt idx="4542">
                  <c:v>1.9721311475409835</c:v>
                </c:pt>
                <c:pt idx="4543">
                  <c:v>2.0049180327868856</c:v>
                </c:pt>
                <c:pt idx="4544">
                  <c:v>1.9295081967213115</c:v>
                </c:pt>
                <c:pt idx="4545">
                  <c:v>2.0081967213114753</c:v>
                </c:pt>
                <c:pt idx="4546">
                  <c:v>2.0377049180327869</c:v>
                </c:pt>
                <c:pt idx="4547">
                  <c:v>2.0245901639344264</c:v>
                </c:pt>
                <c:pt idx="4548">
                  <c:v>2.0475409836065577</c:v>
                </c:pt>
                <c:pt idx="4549">
                  <c:v>2.0049180327868856</c:v>
                </c:pt>
                <c:pt idx="4550">
                  <c:v>1.9704918032786887</c:v>
                </c:pt>
                <c:pt idx="4551">
                  <c:v>1.9655737704918035</c:v>
                </c:pt>
                <c:pt idx="4552">
                  <c:v>1.9524590163934428</c:v>
                </c:pt>
                <c:pt idx="4553">
                  <c:v>1.9557377049180329</c:v>
                </c:pt>
                <c:pt idx="4554">
                  <c:v>1.9459016393442623</c:v>
                </c:pt>
                <c:pt idx="4555">
                  <c:v>1.9721311475409835</c:v>
                </c:pt>
                <c:pt idx="4556">
                  <c:v>1.9672131147540985</c:v>
                </c:pt>
                <c:pt idx="4557">
                  <c:v>1.9786885245901642</c:v>
                </c:pt>
                <c:pt idx="4558">
                  <c:v>1.9213114754098364</c:v>
                </c:pt>
                <c:pt idx="4559">
                  <c:v>1.9426229508196722</c:v>
                </c:pt>
                <c:pt idx="4560">
                  <c:v>1.9459016393442623</c:v>
                </c:pt>
                <c:pt idx="4561">
                  <c:v>1.8918032786885246</c:v>
                </c:pt>
                <c:pt idx="4562">
                  <c:v>1.8704918032786886</c:v>
                </c:pt>
                <c:pt idx="4563">
                  <c:v>1.8836065573770493</c:v>
                </c:pt>
                <c:pt idx="4564">
                  <c:v>1.8885245901639345</c:v>
                </c:pt>
                <c:pt idx="4565">
                  <c:v>1.8704918032786886</c:v>
                </c:pt>
                <c:pt idx="4566">
                  <c:v>1.8704918032786886</c:v>
                </c:pt>
                <c:pt idx="4567">
                  <c:v>1.8475409836065575</c:v>
                </c:pt>
                <c:pt idx="4568">
                  <c:v>1.8262295081967215</c:v>
                </c:pt>
                <c:pt idx="4569">
                  <c:v>1.7901639344262297</c:v>
                </c:pt>
                <c:pt idx="4570">
                  <c:v>1.8360655737704918</c:v>
                </c:pt>
                <c:pt idx="4571">
                  <c:v>1.8278688524590165</c:v>
                </c:pt>
                <c:pt idx="4572">
                  <c:v>1.8163934426229509</c:v>
                </c:pt>
                <c:pt idx="4573">
                  <c:v>1.8000000000000003</c:v>
                </c:pt>
                <c:pt idx="4574">
                  <c:v>1.8213114754098361</c:v>
                </c:pt>
                <c:pt idx="4575">
                  <c:v>1.8147540983606558</c:v>
                </c:pt>
                <c:pt idx="4576">
                  <c:v>1.8311475409836067</c:v>
                </c:pt>
                <c:pt idx="4577">
                  <c:v>1.8327868852459017</c:v>
                </c:pt>
                <c:pt idx="4578">
                  <c:v>1.8114754098360657</c:v>
                </c:pt>
                <c:pt idx="4579">
                  <c:v>1.7819672131147541</c:v>
                </c:pt>
                <c:pt idx="4580">
                  <c:v>1.777049180327869</c:v>
                </c:pt>
                <c:pt idx="4581">
                  <c:v>1.7278688524590164</c:v>
                </c:pt>
                <c:pt idx="4582">
                  <c:v>1.7295081967213117</c:v>
                </c:pt>
                <c:pt idx="4583">
                  <c:v>1.7393442622950819</c:v>
                </c:pt>
                <c:pt idx="4584">
                  <c:v>1.777049180327869</c:v>
                </c:pt>
                <c:pt idx="4585">
                  <c:v>1.8016393442622953</c:v>
                </c:pt>
                <c:pt idx="4586">
                  <c:v>1.7885245901639346</c:v>
                </c:pt>
                <c:pt idx="4587">
                  <c:v>1.7704918032786887</c:v>
                </c:pt>
                <c:pt idx="4588">
                  <c:v>1.7737704918032788</c:v>
                </c:pt>
                <c:pt idx="4589">
                  <c:v>1.7327868852459019</c:v>
                </c:pt>
                <c:pt idx="4590">
                  <c:v>1.6852459016393442</c:v>
                </c:pt>
                <c:pt idx="4591">
                  <c:v>1.6934426229508197</c:v>
                </c:pt>
                <c:pt idx="4592">
                  <c:v>1.6770491803278691</c:v>
                </c:pt>
                <c:pt idx="4593">
                  <c:v>1.6836065573770491</c:v>
                </c:pt>
                <c:pt idx="4594">
                  <c:v>1.6721311475409837</c:v>
                </c:pt>
                <c:pt idx="4595">
                  <c:v>1.6573770491803279</c:v>
                </c:pt>
                <c:pt idx="4596">
                  <c:v>1.6721311475409837</c:v>
                </c:pt>
                <c:pt idx="4597">
                  <c:v>1.6704918032786886</c:v>
                </c:pt>
                <c:pt idx="4598">
                  <c:v>1.6557377049180328</c:v>
                </c:pt>
                <c:pt idx="4599">
                  <c:v>1.6803278688524592</c:v>
                </c:pt>
                <c:pt idx="4600">
                  <c:v>1.7262295081967214</c:v>
                </c:pt>
                <c:pt idx="4601">
                  <c:v>1.6901639344262296</c:v>
                </c:pt>
                <c:pt idx="4602">
                  <c:v>1.7016393442622952</c:v>
                </c:pt>
                <c:pt idx="4603">
                  <c:v>1.7245901639344263</c:v>
                </c:pt>
                <c:pt idx="4604">
                  <c:v>1.7426229508196724</c:v>
                </c:pt>
                <c:pt idx="4605">
                  <c:v>1.7491803278688525</c:v>
                </c:pt>
                <c:pt idx="4606">
                  <c:v>1.7885245901639346</c:v>
                </c:pt>
                <c:pt idx="4607">
                  <c:v>1.7655737704918033</c:v>
                </c:pt>
                <c:pt idx="4608">
                  <c:v>1.8032786885245902</c:v>
                </c:pt>
                <c:pt idx="4609">
                  <c:v>1.8409836065573773</c:v>
                </c:pt>
                <c:pt idx="4610">
                  <c:v>1.8327868852459017</c:v>
                </c:pt>
                <c:pt idx="4611">
                  <c:v>1.9098360655737707</c:v>
                </c:pt>
                <c:pt idx="4612">
                  <c:v>1.9114754098360658</c:v>
                </c:pt>
                <c:pt idx="4613">
                  <c:v>1.8081967213114754</c:v>
                </c:pt>
                <c:pt idx="4614">
                  <c:v>1.7524590163934426</c:v>
                </c:pt>
                <c:pt idx="4615">
                  <c:v>1.7278688524590164</c:v>
                </c:pt>
                <c:pt idx="4616">
                  <c:v>1.7737704918032788</c:v>
                </c:pt>
                <c:pt idx="4617">
                  <c:v>1.757377049180328</c:v>
                </c:pt>
                <c:pt idx="4618">
                  <c:v>1.7803278688524591</c:v>
                </c:pt>
                <c:pt idx="4619">
                  <c:v>1.7049180327868854</c:v>
                </c:pt>
                <c:pt idx="4620">
                  <c:v>1.6983606557377049</c:v>
                </c:pt>
                <c:pt idx="4621">
                  <c:v>1.6229508196721314</c:v>
                </c:pt>
                <c:pt idx="4622">
                  <c:v>1.6557377049180328</c:v>
                </c:pt>
                <c:pt idx="4623">
                  <c:v>1.6967213114754098</c:v>
                </c:pt>
                <c:pt idx="4624">
                  <c:v>1.8983606557377051</c:v>
                </c:pt>
                <c:pt idx="4625">
                  <c:v>1.9885245901639346</c:v>
                </c:pt>
                <c:pt idx="4626">
                  <c:v>2.0081967213114753</c:v>
                </c:pt>
                <c:pt idx="4627">
                  <c:v>2.0229508196721313</c:v>
                </c:pt>
                <c:pt idx="4628">
                  <c:v>2.0688524590163935</c:v>
                </c:pt>
                <c:pt idx="4629">
                  <c:v>2.1163934426229511</c:v>
                </c:pt>
                <c:pt idx="4630">
                  <c:v>2.1262295081967215</c:v>
                </c:pt>
                <c:pt idx="4631">
                  <c:v>2.098360655737705</c:v>
                </c:pt>
                <c:pt idx="4632">
                  <c:v>2.1196721311475413</c:v>
                </c:pt>
                <c:pt idx="4633">
                  <c:v>2.1508196721311474</c:v>
                </c:pt>
                <c:pt idx="4634">
                  <c:v>2.1983606557377051</c:v>
                </c:pt>
                <c:pt idx="4635">
                  <c:v>2.1721311475409837</c:v>
                </c:pt>
                <c:pt idx="4636">
                  <c:v>2.2524590163934426</c:v>
                </c:pt>
                <c:pt idx="4637">
                  <c:v>2.2672131147540986</c:v>
                </c:pt>
                <c:pt idx="4638">
                  <c:v>2.277049180327869</c:v>
                </c:pt>
                <c:pt idx="4639">
                  <c:v>2.2672131147540986</c:v>
                </c:pt>
                <c:pt idx="4640">
                  <c:v>2.2622950819672134</c:v>
                </c:pt>
                <c:pt idx="4641">
                  <c:v>2.291803278688525</c:v>
                </c:pt>
                <c:pt idx="4642">
                  <c:v>2.2721311475409838</c:v>
                </c:pt>
                <c:pt idx="4643">
                  <c:v>2.2508196721311475</c:v>
                </c:pt>
                <c:pt idx="4644">
                  <c:v>2.2131147540983607</c:v>
                </c:pt>
                <c:pt idx="4645">
                  <c:v>2.1901639344262294</c:v>
                </c:pt>
                <c:pt idx="4646">
                  <c:v>2.1557377049180331</c:v>
                </c:pt>
                <c:pt idx="4647">
                  <c:v>2.1606557377049183</c:v>
                </c:pt>
                <c:pt idx="4648">
                  <c:v>2.2032786885245903</c:v>
                </c:pt>
                <c:pt idx="4649">
                  <c:v>2.154098360655738</c:v>
                </c:pt>
                <c:pt idx="4650">
                  <c:v>2.1344262295081968</c:v>
                </c:pt>
                <c:pt idx="4651">
                  <c:v>2.1360655737704919</c:v>
                </c:pt>
                <c:pt idx="4652">
                  <c:v>2.1032786885245902</c:v>
                </c:pt>
                <c:pt idx="4653">
                  <c:v>2.0950819672131149</c:v>
                </c:pt>
                <c:pt idx="4654">
                  <c:v>2.113114754098361</c:v>
                </c:pt>
                <c:pt idx="4655">
                  <c:v>2.070491803278689</c:v>
                </c:pt>
                <c:pt idx="4656">
                  <c:v>2.081967213114754</c:v>
                </c:pt>
                <c:pt idx="4657">
                  <c:v>2.072131147540984</c:v>
                </c:pt>
                <c:pt idx="4658">
                  <c:v>2.0770491803278688</c:v>
                </c:pt>
                <c:pt idx="4659">
                  <c:v>2.09672131147541</c:v>
                </c:pt>
                <c:pt idx="4660">
                  <c:v>2.040983606557377</c:v>
                </c:pt>
                <c:pt idx="4661">
                  <c:v>2.0803278688524589</c:v>
                </c:pt>
                <c:pt idx="4662">
                  <c:v>2.0459016393442626</c:v>
                </c:pt>
                <c:pt idx="4663">
                  <c:v>2.0475409836065577</c:v>
                </c:pt>
                <c:pt idx="4664">
                  <c:v>2.0245901639344264</c:v>
                </c:pt>
                <c:pt idx="4665">
                  <c:v>2.1016393442622952</c:v>
                </c:pt>
                <c:pt idx="4666">
                  <c:v>2.1098360655737705</c:v>
                </c:pt>
                <c:pt idx="4667">
                  <c:v>2.1032786885245902</c:v>
                </c:pt>
                <c:pt idx="4668">
                  <c:v>2.113114754098361</c:v>
                </c:pt>
                <c:pt idx="4669">
                  <c:v>2.0852459016393445</c:v>
                </c:pt>
                <c:pt idx="4670">
                  <c:v>2.0885245901639347</c:v>
                </c:pt>
                <c:pt idx="4671">
                  <c:v>2.0754098360655737</c:v>
                </c:pt>
                <c:pt idx="4672">
                  <c:v>2.1065573770491803</c:v>
                </c:pt>
                <c:pt idx="4673">
                  <c:v>2.0836065573770495</c:v>
                </c:pt>
                <c:pt idx="4674">
                  <c:v>2.1</c:v>
                </c:pt>
                <c:pt idx="4675">
                  <c:v>2.0868852459016396</c:v>
                </c:pt>
                <c:pt idx="4676">
                  <c:v>2.0885245901639347</c:v>
                </c:pt>
                <c:pt idx="4677">
                  <c:v>2.0770491803278688</c:v>
                </c:pt>
                <c:pt idx="4678">
                  <c:v>2.0475409836065577</c:v>
                </c:pt>
                <c:pt idx="4679">
                  <c:v>2.0180327868852461</c:v>
                </c:pt>
                <c:pt idx="4680">
                  <c:v>2.0426229508196725</c:v>
                </c:pt>
                <c:pt idx="4681">
                  <c:v>2.0426229508196725</c:v>
                </c:pt>
                <c:pt idx="4682">
                  <c:v>2.0196721311475412</c:v>
                </c:pt>
                <c:pt idx="4683">
                  <c:v>2.0377049180327869</c:v>
                </c:pt>
                <c:pt idx="4684">
                  <c:v>2.0295081967213116</c:v>
                </c:pt>
                <c:pt idx="4685">
                  <c:v>2.0065573770491807</c:v>
                </c:pt>
                <c:pt idx="4686">
                  <c:v>2.0295081967213116</c:v>
                </c:pt>
                <c:pt idx="4687">
                  <c:v>1.9737704918032786</c:v>
                </c:pt>
                <c:pt idx="4688">
                  <c:v>1.9475409836065576</c:v>
                </c:pt>
                <c:pt idx="4689">
                  <c:v>1.9196721311475413</c:v>
                </c:pt>
                <c:pt idx="4690">
                  <c:v>1.9557377049180329</c:v>
                </c:pt>
                <c:pt idx="4691">
                  <c:v>2.070491803278689</c:v>
                </c:pt>
                <c:pt idx="4692">
                  <c:v>2.0934426229508198</c:v>
                </c:pt>
                <c:pt idx="4693">
                  <c:v>2.1081967213114754</c:v>
                </c:pt>
                <c:pt idx="4694">
                  <c:v>2.0754098360655737</c:v>
                </c:pt>
                <c:pt idx="4695">
                  <c:v>2.0918032786885248</c:v>
                </c:pt>
                <c:pt idx="4696">
                  <c:v>2.0852459016393445</c:v>
                </c:pt>
                <c:pt idx="4697">
                  <c:v>2.1590163934426232</c:v>
                </c:pt>
                <c:pt idx="4698">
                  <c:v>2.1557377049180331</c:v>
                </c:pt>
                <c:pt idx="4699">
                  <c:v>2.1049180327868853</c:v>
                </c:pt>
                <c:pt idx="4700">
                  <c:v>2.1442622950819672</c:v>
                </c:pt>
                <c:pt idx="4701">
                  <c:v>2.1245901639344265</c:v>
                </c:pt>
                <c:pt idx="4702">
                  <c:v>2.1278688524590166</c:v>
                </c:pt>
                <c:pt idx="4703">
                  <c:v>2.1278688524590166</c:v>
                </c:pt>
                <c:pt idx="4704">
                  <c:v>2.0442622950819676</c:v>
                </c:pt>
                <c:pt idx="4705">
                  <c:v>2.09672131147541</c:v>
                </c:pt>
                <c:pt idx="4706">
                  <c:v>2.0836065573770495</c:v>
                </c:pt>
                <c:pt idx="4707">
                  <c:v>2.0540983606557379</c:v>
                </c:pt>
                <c:pt idx="4708">
                  <c:v>2.0836065573770495</c:v>
                </c:pt>
                <c:pt idx="4709">
                  <c:v>2.072131147540984</c:v>
                </c:pt>
                <c:pt idx="4710">
                  <c:v>2.1049180327868853</c:v>
                </c:pt>
                <c:pt idx="4711">
                  <c:v>2.098360655737705</c:v>
                </c:pt>
                <c:pt idx="4712">
                  <c:v>2.1147540983606561</c:v>
                </c:pt>
                <c:pt idx="4713">
                  <c:v>2.0918032786885248</c:v>
                </c:pt>
                <c:pt idx="4714">
                  <c:v>2.0868852459016396</c:v>
                </c:pt>
                <c:pt idx="4715">
                  <c:v>2.0803278688524589</c:v>
                </c:pt>
                <c:pt idx="4716">
                  <c:v>2.1049180327868853</c:v>
                </c:pt>
                <c:pt idx="4717">
                  <c:v>2.0901639344262297</c:v>
                </c:pt>
                <c:pt idx="4718">
                  <c:v>2.070491803278689</c:v>
                </c:pt>
                <c:pt idx="4719">
                  <c:v>2.1655737704918034</c:v>
                </c:pt>
                <c:pt idx="4720">
                  <c:v>2.1901639344262294</c:v>
                </c:pt>
                <c:pt idx="4721">
                  <c:v>2.2016393442622952</c:v>
                </c:pt>
                <c:pt idx="4722">
                  <c:v>2.1622950819672133</c:v>
                </c:pt>
                <c:pt idx="4723">
                  <c:v>2.1901639344262294</c:v>
                </c:pt>
                <c:pt idx="4724">
                  <c:v>2.1524590163934429</c:v>
                </c:pt>
                <c:pt idx="4725">
                  <c:v>2.1147540983606561</c:v>
                </c:pt>
                <c:pt idx="4726">
                  <c:v>2.111475409836066</c:v>
                </c:pt>
                <c:pt idx="4727">
                  <c:v>2.0918032786885248</c:v>
                </c:pt>
                <c:pt idx="4728">
                  <c:v>2.0688524590163935</c:v>
                </c:pt>
                <c:pt idx="4729">
                  <c:v>2.0311475409836066</c:v>
                </c:pt>
                <c:pt idx="4730">
                  <c:v>2.0393442622950819</c:v>
                </c:pt>
                <c:pt idx="4731">
                  <c:v>1.9950819672131148</c:v>
                </c:pt>
                <c:pt idx="4732">
                  <c:v>1.9983606557377049</c:v>
                </c:pt>
                <c:pt idx="4733">
                  <c:v>1.9967213114754099</c:v>
                </c:pt>
                <c:pt idx="4734">
                  <c:v>2.0114754098360654</c:v>
                </c:pt>
                <c:pt idx="4735">
                  <c:v>2.0262295081967214</c:v>
                </c:pt>
                <c:pt idx="4736">
                  <c:v>2.0229508196721313</c:v>
                </c:pt>
                <c:pt idx="4737">
                  <c:v>2.0344262295081967</c:v>
                </c:pt>
                <c:pt idx="4738">
                  <c:v>2.0606557377049182</c:v>
                </c:pt>
                <c:pt idx="4739">
                  <c:v>2.1032786885245902</c:v>
                </c:pt>
                <c:pt idx="4740">
                  <c:v>2.0950819672131149</c:v>
                </c:pt>
                <c:pt idx="4741">
                  <c:v>2.0901639344262297</c:v>
                </c:pt>
                <c:pt idx="4742">
                  <c:v>2.0508196721311478</c:v>
                </c:pt>
                <c:pt idx="4743">
                  <c:v>2.0639344262295083</c:v>
                </c:pt>
                <c:pt idx="4744">
                  <c:v>2.0508196721311478</c:v>
                </c:pt>
                <c:pt idx="4745">
                  <c:v>2.0606557377049182</c:v>
                </c:pt>
                <c:pt idx="4746">
                  <c:v>2.0639344262295083</c:v>
                </c:pt>
                <c:pt idx="4747">
                  <c:v>2.0590163934426231</c:v>
                </c:pt>
                <c:pt idx="4748">
                  <c:v>2.0508196721311478</c:v>
                </c:pt>
                <c:pt idx="4749">
                  <c:v>2.0770491803278688</c:v>
                </c:pt>
                <c:pt idx="4750">
                  <c:v>2.0737704918032787</c:v>
                </c:pt>
                <c:pt idx="4751">
                  <c:v>2.040983606557377</c:v>
                </c:pt>
                <c:pt idx="4752">
                  <c:v>2.0868852459016396</c:v>
                </c:pt>
                <c:pt idx="4753">
                  <c:v>2.0901639344262297</c:v>
                </c:pt>
                <c:pt idx="4754">
                  <c:v>2.0606557377049182</c:v>
                </c:pt>
                <c:pt idx="4755">
                  <c:v>2.09672131147541</c:v>
                </c:pt>
                <c:pt idx="4756">
                  <c:v>2.09672131147541</c:v>
                </c:pt>
                <c:pt idx="4757">
                  <c:v>2.0770491803278688</c:v>
                </c:pt>
                <c:pt idx="4758">
                  <c:v>2.0885245901639347</c:v>
                </c:pt>
                <c:pt idx="4759">
                  <c:v>2.072131147540984</c:v>
                </c:pt>
                <c:pt idx="4760">
                  <c:v>2.0540983606557379</c:v>
                </c:pt>
                <c:pt idx="4761">
                  <c:v>2.0213114754098362</c:v>
                </c:pt>
                <c:pt idx="4762">
                  <c:v>2.0950819672131149</c:v>
                </c:pt>
                <c:pt idx="4763">
                  <c:v>2.057377049180328</c:v>
                </c:pt>
                <c:pt idx="4764">
                  <c:v>2.081967213114754</c:v>
                </c:pt>
                <c:pt idx="4765">
                  <c:v>2.0803278688524589</c:v>
                </c:pt>
                <c:pt idx="4766">
                  <c:v>2.0377049180327869</c:v>
                </c:pt>
                <c:pt idx="4767">
                  <c:v>2.0131147540983605</c:v>
                </c:pt>
                <c:pt idx="4768">
                  <c:v>1.9032786885245903</c:v>
                </c:pt>
                <c:pt idx="4769">
                  <c:v>1.9540983606557378</c:v>
                </c:pt>
                <c:pt idx="4770">
                  <c:v>2.0049180327868856</c:v>
                </c:pt>
                <c:pt idx="4771">
                  <c:v>2.0049180327868856</c:v>
                </c:pt>
                <c:pt idx="4772">
                  <c:v>1.9639344262295084</c:v>
                </c:pt>
                <c:pt idx="4773">
                  <c:v>1.9508196721311477</c:v>
                </c:pt>
                <c:pt idx="4774">
                  <c:v>1.9672131147540985</c:v>
                </c:pt>
                <c:pt idx="4775">
                  <c:v>1.9098360655737707</c:v>
                </c:pt>
                <c:pt idx="4776">
                  <c:v>1.9393442622950821</c:v>
                </c:pt>
                <c:pt idx="4777">
                  <c:v>1.9245901639344263</c:v>
                </c:pt>
                <c:pt idx="4778">
                  <c:v>1.9360655737704919</c:v>
                </c:pt>
                <c:pt idx="4779">
                  <c:v>1.957377049180328</c:v>
                </c:pt>
                <c:pt idx="4780">
                  <c:v>1.937704918032787</c:v>
                </c:pt>
                <c:pt idx="4781">
                  <c:v>1.9295081967213115</c:v>
                </c:pt>
                <c:pt idx="4782">
                  <c:v>1.8918032786885246</c:v>
                </c:pt>
                <c:pt idx="4783">
                  <c:v>1.9065573770491806</c:v>
                </c:pt>
                <c:pt idx="4784">
                  <c:v>1.9409836065573771</c:v>
                </c:pt>
                <c:pt idx="4785">
                  <c:v>1.9049180327868853</c:v>
                </c:pt>
                <c:pt idx="4786">
                  <c:v>1.9081967213114757</c:v>
                </c:pt>
                <c:pt idx="4787">
                  <c:v>1.9180327868852458</c:v>
                </c:pt>
                <c:pt idx="4788">
                  <c:v>1.9327868852459016</c:v>
                </c:pt>
                <c:pt idx="4789">
                  <c:v>1.937704918032787</c:v>
                </c:pt>
                <c:pt idx="4790">
                  <c:v>1.9262295081967213</c:v>
                </c:pt>
                <c:pt idx="4791">
                  <c:v>1.980327868852459</c:v>
                </c:pt>
                <c:pt idx="4792">
                  <c:v>2</c:v>
                </c:pt>
                <c:pt idx="4793">
                  <c:v>2.0393442622950819</c:v>
                </c:pt>
                <c:pt idx="4794">
                  <c:v>1.9934426229508198</c:v>
                </c:pt>
                <c:pt idx="4795">
                  <c:v>2.0459016393442626</c:v>
                </c:pt>
                <c:pt idx="4796">
                  <c:v>2.0491803278688527</c:v>
                </c:pt>
                <c:pt idx="4797">
                  <c:v>2.0377049180327869</c:v>
                </c:pt>
                <c:pt idx="4798">
                  <c:v>2.0540983606557379</c:v>
                </c:pt>
                <c:pt idx="4799">
                  <c:v>2.0688524590163935</c:v>
                </c:pt>
                <c:pt idx="4800">
                  <c:v>2.081967213114754</c:v>
                </c:pt>
                <c:pt idx="4801">
                  <c:v>2.0918032786885248</c:v>
                </c:pt>
                <c:pt idx="4802">
                  <c:v>2.0786885245901638</c:v>
                </c:pt>
                <c:pt idx="4803">
                  <c:v>2.0672131147540984</c:v>
                </c:pt>
                <c:pt idx="4804">
                  <c:v>2.0442622950819676</c:v>
                </c:pt>
                <c:pt idx="4805">
                  <c:v>2.040983606557377</c:v>
                </c:pt>
                <c:pt idx="4806">
                  <c:v>2.0049180327868856</c:v>
                </c:pt>
                <c:pt idx="4807">
                  <c:v>2.0196721311475412</c:v>
                </c:pt>
                <c:pt idx="4808">
                  <c:v>2.0278688524590165</c:v>
                </c:pt>
                <c:pt idx="4809">
                  <c:v>1.9704918032786887</c:v>
                </c:pt>
                <c:pt idx="4810">
                  <c:v>2.0590163934426231</c:v>
                </c:pt>
                <c:pt idx="4811">
                  <c:v>2.040983606557377</c:v>
                </c:pt>
                <c:pt idx="4812">
                  <c:v>2.055737704918033</c:v>
                </c:pt>
                <c:pt idx="4813">
                  <c:v>2.0229508196721313</c:v>
                </c:pt>
                <c:pt idx="4814">
                  <c:v>2.0590163934426231</c:v>
                </c:pt>
                <c:pt idx="4815">
                  <c:v>2.0229508196721313</c:v>
                </c:pt>
                <c:pt idx="4816">
                  <c:v>2.040983606557377</c:v>
                </c:pt>
                <c:pt idx="4817">
                  <c:v>2.0295081967213116</c:v>
                </c:pt>
                <c:pt idx="4818">
                  <c:v>2.0442622950819676</c:v>
                </c:pt>
                <c:pt idx="4819">
                  <c:v>2.0295081967213116</c:v>
                </c:pt>
                <c:pt idx="4820">
                  <c:v>2.0163934426229511</c:v>
                </c:pt>
                <c:pt idx="4821">
                  <c:v>1.9737704918032786</c:v>
                </c:pt>
                <c:pt idx="4822">
                  <c:v>1.9688524590163936</c:v>
                </c:pt>
                <c:pt idx="4823">
                  <c:v>1.9344262295081969</c:v>
                </c:pt>
                <c:pt idx="4824">
                  <c:v>1.9016393442622952</c:v>
                </c:pt>
                <c:pt idx="4825">
                  <c:v>1.8983606557377051</c:v>
                </c:pt>
                <c:pt idx="4826">
                  <c:v>1.89672131147541</c:v>
                </c:pt>
                <c:pt idx="4827">
                  <c:v>1.9606557377049183</c:v>
                </c:pt>
                <c:pt idx="4828">
                  <c:v>1.9852459016393442</c:v>
                </c:pt>
                <c:pt idx="4829">
                  <c:v>1.9655737704918035</c:v>
                </c:pt>
                <c:pt idx="4830">
                  <c:v>1.9672131147540985</c:v>
                </c:pt>
                <c:pt idx="4831">
                  <c:v>1.9770491803278691</c:v>
                </c:pt>
                <c:pt idx="4832">
                  <c:v>1.9950819672131148</c:v>
                </c:pt>
                <c:pt idx="4833">
                  <c:v>2.0016393442622955</c:v>
                </c:pt>
                <c:pt idx="4834">
                  <c:v>1.9901639344262296</c:v>
                </c:pt>
                <c:pt idx="4835">
                  <c:v>1.9704918032786887</c:v>
                </c:pt>
                <c:pt idx="4836">
                  <c:v>1.937704918032787</c:v>
                </c:pt>
                <c:pt idx="4837">
                  <c:v>1.9262295081967213</c:v>
                </c:pt>
                <c:pt idx="4838">
                  <c:v>1.855737704918033</c:v>
                </c:pt>
                <c:pt idx="4839">
                  <c:v>1.8770491803278688</c:v>
                </c:pt>
                <c:pt idx="4840">
                  <c:v>1.9491803278688526</c:v>
                </c:pt>
                <c:pt idx="4841">
                  <c:v>1.8983606557377051</c:v>
                </c:pt>
                <c:pt idx="4842">
                  <c:v>1.9196721311475413</c:v>
                </c:pt>
                <c:pt idx="4843">
                  <c:v>1.9081967213114757</c:v>
                </c:pt>
                <c:pt idx="4844">
                  <c:v>1.9016393442622952</c:v>
                </c:pt>
                <c:pt idx="4845">
                  <c:v>1.9065573770491806</c:v>
                </c:pt>
                <c:pt idx="4846">
                  <c:v>1.8754098360655738</c:v>
                </c:pt>
                <c:pt idx="4847">
                  <c:v>1.8737704918032787</c:v>
                </c:pt>
                <c:pt idx="4848">
                  <c:v>1.8688524590163935</c:v>
                </c:pt>
                <c:pt idx="4849">
                  <c:v>1.9049180327868853</c:v>
                </c:pt>
                <c:pt idx="4850">
                  <c:v>1.8803278688524592</c:v>
                </c:pt>
                <c:pt idx="4851">
                  <c:v>1.8754098360655738</c:v>
                </c:pt>
                <c:pt idx="4852">
                  <c:v>1.8459016393442624</c:v>
                </c:pt>
                <c:pt idx="4853">
                  <c:v>1.8672131147540985</c:v>
                </c:pt>
                <c:pt idx="4854">
                  <c:v>1.8360655737704918</c:v>
                </c:pt>
                <c:pt idx="4855">
                  <c:v>1.8311475409836067</c:v>
                </c:pt>
                <c:pt idx="4856">
                  <c:v>1.8327868852459017</c:v>
                </c:pt>
                <c:pt idx="4857">
                  <c:v>1.8065573770491803</c:v>
                </c:pt>
                <c:pt idx="4858">
                  <c:v>1.8016393442622953</c:v>
                </c:pt>
                <c:pt idx="4859">
                  <c:v>1.8049180327868852</c:v>
                </c:pt>
                <c:pt idx="4860">
                  <c:v>1.7885245901639346</c:v>
                </c:pt>
                <c:pt idx="4861">
                  <c:v>1.7803278688524591</c:v>
                </c:pt>
                <c:pt idx="4862">
                  <c:v>1.7754098360655739</c:v>
                </c:pt>
                <c:pt idx="4863">
                  <c:v>1.7590163934426231</c:v>
                </c:pt>
                <c:pt idx="4864">
                  <c:v>1.7885245901639346</c:v>
                </c:pt>
                <c:pt idx="4865">
                  <c:v>1.8180327868852459</c:v>
                </c:pt>
                <c:pt idx="4866">
                  <c:v>1.7983606557377052</c:v>
                </c:pt>
                <c:pt idx="4867">
                  <c:v>1.8016393442622953</c:v>
                </c:pt>
                <c:pt idx="4868">
                  <c:v>1.8114754098360657</c:v>
                </c:pt>
                <c:pt idx="4869">
                  <c:v>1.8163934426229509</c:v>
                </c:pt>
                <c:pt idx="4870">
                  <c:v>1.8360655737704918</c:v>
                </c:pt>
                <c:pt idx="4871">
                  <c:v>1.8819672131147542</c:v>
                </c:pt>
                <c:pt idx="4872">
                  <c:v>1.9409836065573771</c:v>
                </c:pt>
                <c:pt idx="4873">
                  <c:v>1.9016393442622952</c:v>
                </c:pt>
                <c:pt idx="4874">
                  <c:v>1.89672131147541</c:v>
                </c:pt>
                <c:pt idx="4875">
                  <c:v>1.9393442622950821</c:v>
                </c:pt>
                <c:pt idx="4876">
                  <c:v>2.113114754098361</c:v>
                </c:pt>
                <c:pt idx="4877">
                  <c:v>2.111475409836066</c:v>
                </c:pt>
                <c:pt idx="4878">
                  <c:v>2.0885245901639347</c:v>
                </c:pt>
                <c:pt idx="4879">
                  <c:v>2.0918032786885248</c:v>
                </c:pt>
                <c:pt idx="4880">
                  <c:v>2.057377049180328</c:v>
                </c:pt>
                <c:pt idx="4881">
                  <c:v>2.0426229508196725</c:v>
                </c:pt>
                <c:pt idx="4882">
                  <c:v>2.0311475409836066</c:v>
                </c:pt>
                <c:pt idx="4883">
                  <c:v>2.0295081967213116</c:v>
                </c:pt>
                <c:pt idx="4884">
                  <c:v>2.0327868852459017</c:v>
                </c:pt>
                <c:pt idx="4885">
                  <c:v>2.0475409836065577</c:v>
                </c:pt>
                <c:pt idx="4886">
                  <c:v>2.0475409836065577</c:v>
                </c:pt>
                <c:pt idx="4887">
                  <c:v>2.0229508196721313</c:v>
                </c:pt>
                <c:pt idx="4888">
                  <c:v>2.0016393442622955</c:v>
                </c:pt>
                <c:pt idx="4889">
                  <c:v>2.0180327868852461</c:v>
                </c:pt>
                <c:pt idx="4890">
                  <c:v>2.0147540983606556</c:v>
                </c:pt>
                <c:pt idx="4891">
                  <c:v>1.9967213114754099</c:v>
                </c:pt>
                <c:pt idx="4892">
                  <c:v>1.9983606557377049</c:v>
                </c:pt>
                <c:pt idx="4893">
                  <c:v>2.0114754098360654</c:v>
                </c:pt>
                <c:pt idx="4894">
                  <c:v>2.0196721311475412</c:v>
                </c:pt>
                <c:pt idx="4895">
                  <c:v>2.0540983606557379</c:v>
                </c:pt>
                <c:pt idx="4896">
                  <c:v>2.0245901639344264</c:v>
                </c:pt>
                <c:pt idx="4897">
                  <c:v>2.0360655737704918</c:v>
                </c:pt>
                <c:pt idx="4898">
                  <c:v>2.0393442622950819</c:v>
                </c:pt>
                <c:pt idx="4899">
                  <c:v>2.0426229508196725</c:v>
                </c:pt>
                <c:pt idx="4900">
                  <c:v>2.0475409836065577</c:v>
                </c:pt>
                <c:pt idx="4901">
                  <c:v>2.0803278688524589</c:v>
                </c:pt>
                <c:pt idx="4902">
                  <c:v>2.057377049180328</c:v>
                </c:pt>
                <c:pt idx="4903">
                  <c:v>2.0245901639344264</c:v>
                </c:pt>
                <c:pt idx="4904">
                  <c:v>2.057377049180328</c:v>
                </c:pt>
                <c:pt idx="4905">
                  <c:v>2.0639344262295083</c:v>
                </c:pt>
                <c:pt idx="4906">
                  <c:v>2.0672131147540984</c:v>
                </c:pt>
                <c:pt idx="4907">
                  <c:v>2.1016393442622952</c:v>
                </c:pt>
                <c:pt idx="4908">
                  <c:v>2.09672131147541</c:v>
                </c:pt>
                <c:pt idx="4909">
                  <c:v>2.0852459016393445</c:v>
                </c:pt>
                <c:pt idx="4910">
                  <c:v>2.0885245901639347</c:v>
                </c:pt>
                <c:pt idx="4911">
                  <c:v>2.081967213114754</c:v>
                </c:pt>
                <c:pt idx="4912">
                  <c:v>2.0852459016393445</c:v>
                </c:pt>
                <c:pt idx="4913">
                  <c:v>2.070491803278689</c:v>
                </c:pt>
                <c:pt idx="4914">
                  <c:v>2.098360655737705</c:v>
                </c:pt>
                <c:pt idx="4915">
                  <c:v>2.09672131147541</c:v>
                </c:pt>
                <c:pt idx="4916">
                  <c:v>2.0885245901639347</c:v>
                </c:pt>
                <c:pt idx="4917">
                  <c:v>2.0950819672131149</c:v>
                </c:pt>
                <c:pt idx="4918">
                  <c:v>2.1213114754098359</c:v>
                </c:pt>
                <c:pt idx="4919">
                  <c:v>2.0901639344262297</c:v>
                </c:pt>
                <c:pt idx="4920">
                  <c:v>2.111475409836066</c:v>
                </c:pt>
                <c:pt idx="4921">
                  <c:v>2.1377049180327869</c:v>
                </c:pt>
                <c:pt idx="4922">
                  <c:v>2.1409836065573771</c:v>
                </c:pt>
                <c:pt idx="4923">
                  <c:v>2.1655737704918034</c:v>
                </c:pt>
                <c:pt idx="4924">
                  <c:v>2.1852459016393442</c:v>
                </c:pt>
                <c:pt idx="4925">
                  <c:v>2.2065573770491804</c:v>
                </c:pt>
                <c:pt idx="4926">
                  <c:v>2.1934426229508199</c:v>
                </c:pt>
                <c:pt idx="4927">
                  <c:v>2.2163934426229508</c:v>
                </c:pt>
                <c:pt idx="4928">
                  <c:v>2.2098360655737705</c:v>
                </c:pt>
                <c:pt idx="4929">
                  <c:v>2.1786885245901639</c:v>
                </c:pt>
                <c:pt idx="4930">
                  <c:v>2.1754098360655738</c:v>
                </c:pt>
                <c:pt idx="4931">
                  <c:v>2.2000000000000002</c:v>
                </c:pt>
                <c:pt idx="4932">
                  <c:v>2.2229508196721315</c:v>
                </c:pt>
                <c:pt idx="4933">
                  <c:v>2.2213114754098364</c:v>
                </c:pt>
                <c:pt idx="4934">
                  <c:v>2.2098360655737705</c:v>
                </c:pt>
                <c:pt idx="4935">
                  <c:v>2.1918032786885244</c:v>
                </c:pt>
                <c:pt idx="4936">
                  <c:v>2.2016393442622952</c:v>
                </c:pt>
                <c:pt idx="4937">
                  <c:v>2.2180327868852459</c:v>
                </c:pt>
                <c:pt idx="4938">
                  <c:v>2.2213114754098364</c:v>
                </c:pt>
                <c:pt idx="4939">
                  <c:v>2.2032786885245903</c:v>
                </c:pt>
                <c:pt idx="4940">
                  <c:v>2.154098360655738</c:v>
                </c:pt>
                <c:pt idx="4941">
                  <c:v>2.1803278688524594</c:v>
                </c:pt>
                <c:pt idx="4942">
                  <c:v>2.2475409836065579</c:v>
                </c:pt>
                <c:pt idx="4943">
                  <c:v>2.2295081967213117</c:v>
                </c:pt>
                <c:pt idx="4944">
                  <c:v>2.2114754098360656</c:v>
                </c:pt>
                <c:pt idx="4945">
                  <c:v>2.2426229508196722</c:v>
                </c:pt>
                <c:pt idx="4946">
                  <c:v>2.3114754098360657</c:v>
                </c:pt>
                <c:pt idx="4947">
                  <c:v>2.3213114754098361</c:v>
                </c:pt>
                <c:pt idx="4948">
                  <c:v>2.3475409836065575</c:v>
                </c:pt>
                <c:pt idx="4949">
                  <c:v>2.3803278688524592</c:v>
                </c:pt>
                <c:pt idx="4950">
                  <c:v>2.3606557377049184</c:v>
                </c:pt>
                <c:pt idx="4951">
                  <c:v>2.3704918032786888</c:v>
                </c:pt>
                <c:pt idx="4952">
                  <c:v>2.3868852459016394</c:v>
                </c:pt>
                <c:pt idx="4953">
                  <c:v>2.4000000000000004</c:v>
                </c:pt>
                <c:pt idx="4954">
                  <c:v>2.3868852459016394</c:v>
                </c:pt>
                <c:pt idx="4955">
                  <c:v>2.3557377049180328</c:v>
                </c:pt>
                <c:pt idx="4956">
                  <c:v>2.3295081967213118</c:v>
                </c:pt>
                <c:pt idx="4957">
                  <c:v>2.3803278688524592</c:v>
                </c:pt>
                <c:pt idx="4958">
                  <c:v>2.3721311475409839</c:v>
                </c:pt>
                <c:pt idx="4959">
                  <c:v>2.3918032786885246</c:v>
                </c:pt>
                <c:pt idx="4960">
                  <c:v>2.3852459016393444</c:v>
                </c:pt>
                <c:pt idx="4961">
                  <c:v>2.4442622950819675</c:v>
                </c:pt>
                <c:pt idx="4962">
                  <c:v>2.4016393442622954</c:v>
                </c:pt>
                <c:pt idx="4963">
                  <c:v>2.4196721311475411</c:v>
                </c:pt>
                <c:pt idx="4964">
                  <c:v>2.4196721311475411</c:v>
                </c:pt>
                <c:pt idx="4965">
                  <c:v>2.4508196721311477</c:v>
                </c:pt>
                <c:pt idx="4966">
                  <c:v>2.4622950819672131</c:v>
                </c:pt>
                <c:pt idx="4967">
                  <c:v>2.5163934426229511</c:v>
                </c:pt>
                <c:pt idx="4968">
                  <c:v>2.5836065573770495</c:v>
                </c:pt>
                <c:pt idx="4969">
                  <c:v>2.4852459016393444</c:v>
                </c:pt>
                <c:pt idx="4970">
                  <c:v>2.4606557377049181</c:v>
                </c:pt>
                <c:pt idx="4971">
                  <c:v>2.5131147540983609</c:v>
                </c:pt>
                <c:pt idx="4972">
                  <c:v>2.5475409836065572</c:v>
                </c:pt>
                <c:pt idx="4973">
                  <c:v>2.5245901639344264</c:v>
                </c:pt>
                <c:pt idx="4974">
                  <c:v>2.5524590163934429</c:v>
                </c:pt>
                <c:pt idx="4975">
                  <c:v>2.5081967213114758</c:v>
                </c:pt>
                <c:pt idx="4976">
                  <c:v>2.4770491803278687</c:v>
                </c:pt>
                <c:pt idx="4977">
                  <c:v>2.4360655737704917</c:v>
                </c:pt>
                <c:pt idx="4978">
                  <c:v>2.3540983606557377</c:v>
                </c:pt>
                <c:pt idx="4979">
                  <c:v>2.3573770491803283</c:v>
                </c:pt>
                <c:pt idx="4980">
                  <c:v>2.2672131147540986</c:v>
                </c:pt>
                <c:pt idx="4981">
                  <c:v>2.2606557377049179</c:v>
                </c:pt>
                <c:pt idx="4982">
                  <c:v>2.2065573770491804</c:v>
                </c:pt>
                <c:pt idx="4983">
                  <c:v>2.2049180327868854</c:v>
                </c:pt>
                <c:pt idx="4984">
                  <c:v>2.1508196721311474</c:v>
                </c:pt>
                <c:pt idx="4985">
                  <c:v>2.0803278688524589</c:v>
                </c:pt>
                <c:pt idx="4986">
                  <c:v>2.0655737704918034</c:v>
                </c:pt>
                <c:pt idx="4987">
                  <c:v>2.0049180327868856</c:v>
                </c:pt>
                <c:pt idx="4988">
                  <c:v>1.9229508196721314</c:v>
                </c:pt>
                <c:pt idx="4989">
                  <c:v>1.9147540983606559</c:v>
                </c:pt>
                <c:pt idx="4990">
                  <c:v>1.8213114754098361</c:v>
                </c:pt>
                <c:pt idx="4991">
                  <c:v>1.778688524590164</c:v>
                </c:pt>
                <c:pt idx="4992">
                  <c:v>1.7639344262295082</c:v>
                </c:pt>
                <c:pt idx="4993">
                  <c:v>1.7540983606557377</c:v>
                </c:pt>
                <c:pt idx="4994">
                  <c:v>1.7868852459016396</c:v>
                </c:pt>
                <c:pt idx="4995">
                  <c:v>1.8131147540983608</c:v>
                </c:pt>
                <c:pt idx="4996">
                  <c:v>1.8426229508196723</c:v>
                </c:pt>
                <c:pt idx="4997">
                  <c:v>1.8819672131147542</c:v>
                </c:pt>
                <c:pt idx="4998">
                  <c:v>1.8590163934426229</c:v>
                </c:pt>
                <c:pt idx="4999">
                  <c:v>1.819672131147541</c:v>
                </c:pt>
                <c:pt idx="5000">
                  <c:v>1.7508196721311475</c:v>
                </c:pt>
                <c:pt idx="5001">
                  <c:v>1.7131147540983607</c:v>
                </c:pt>
                <c:pt idx="5002">
                  <c:v>1.6426229508196721</c:v>
                </c:pt>
                <c:pt idx="5003">
                  <c:v>1.6786885245901642</c:v>
                </c:pt>
                <c:pt idx="5004">
                  <c:v>1.6967213114754098</c:v>
                </c:pt>
                <c:pt idx="5005">
                  <c:v>1.7049180327868854</c:v>
                </c:pt>
                <c:pt idx="5006">
                  <c:v>1.6983606557377049</c:v>
                </c:pt>
                <c:pt idx="5007">
                  <c:v>1.7</c:v>
                </c:pt>
                <c:pt idx="5008">
                  <c:v>1.7114754098360656</c:v>
                </c:pt>
                <c:pt idx="5009">
                  <c:v>1.6655737704918034</c:v>
                </c:pt>
                <c:pt idx="5010">
                  <c:v>1.6508196721311477</c:v>
                </c:pt>
                <c:pt idx="5011">
                  <c:v>1.6688524590163936</c:v>
                </c:pt>
                <c:pt idx="5012">
                  <c:v>1.6688524590163936</c:v>
                </c:pt>
                <c:pt idx="5013">
                  <c:v>1.7049180327868854</c:v>
                </c:pt>
                <c:pt idx="5014">
                  <c:v>1.6524590163934427</c:v>
                </c:pt>
                <c:pt idx="5015">
                  <c:v>1.6114754098360657</c:v>
                </c:pt>
                <c:pt idx="5016">
                  <c:v>1.6180327868852458</c:v>
                </c:pt>
                <c:pt idx="5017">
                  <c:v>1.6278688524590164</c:v>
                </c:pt>
                <c:pt idx="5018">
                  <c:v>1.5868852459016394</c:v>
                </c:pt>
                <c:pt idx="5019">
                  <c:v>1.5081967213114753</c:v>
                </c:pt>
                <c:pt idx="5020">
                  <c:v>1.5459016393442624</c:v>
                </c:pt>
                <c:pt idx="5021">
                  <c:v>1.6147540983606559</c:v>
                </c:pt>
                <c:pt idx="5022">
                  <c:v>1.6606557377049183</c:v>
                </c:pt>
                <c:pt idx="5023">
                  <c:v>1.7704918032786887</c:v>
                </c:pt>
                <c:pt idx="5024">
                  <c:v>1.7016393442622952</c:v>
                </c:pt>
                <c:pt idx="5025">
                  <c:v>1.7508196721311475</c:v>
                </c:pt>
                <c:pt idx="5026">
                  <c:v>1.6885245901639347</c:v>
                </c:pt>
                <c:pt idx="5027">
                  <c:v>1.6918032786885246</c:v>
                </c:pt>
                <c:pt idx="5028">
                  <c:v>1.6918032786885246</c:v>
                </c:pt>
                <c:pt idx="5029">
                  <c:v>1.6573770491803279</c:v>
                </c:pt>
                <c:pt idx="5030">
                  <c:v>1.6819672131147541</c:v>
                </c:pt>
                <c:pt idx="5031">
                  <c:v>1.6868852459016392</c:v>
                </c:pt>
                <c:pt idx="5032">
                  <c:v>1.714754098360656</c:v>
                </c:pt>
                <c:pt idx="5033">
                  <c:v>1.7016393442622952</c:v>
                </c:pt>
                <c:pt idx="5034">
                  <c:v>1.7590163934426231</c:v>
                </c:pt>
                <c:pt idx="5035">
                  <c:v>1.7721311475409838</c:v>
                </c:pt>
                <c:pt idx="5036">
                  <c:v>1.8377049180327871</c:v>
                </c:pt>
                <c:pt idx="5037">
                  <c:v>1.7918032786885247</c:v>
                </c:pt>
                <c:pt idx="5038">
                  <c:v>1.8016393442622953</c:v>
                </c:pt>
                <c:pt idx="5039">
                  <c:v>1.819672131147541</c:v>
                </c:pt>
                <c:pt idx="5040">
                  <c:v>1.7688524590163934</c:v>
                </c:pt>
                <c:pt idx="5041">
                  <c:v>1.7803278688524591</c:v>
                </c:pt>
                <c:pt idx="5042">
                  <c:v>1.7918032786885247</c:v>
                </c:pt>
                <c:pt idx="5043">
                  <c:v>1.7950819672131146</c:v>
                </c:pt>
                <c:pt idx="5044">
                  <c:v>1.8475409836065575</c:v>
                </c:pt>
                <c:pt idx="5045">
                  <c:v>1.9016393442622952</c:v>
                </c:pt>
                <c:pt idx="5046">
                  <c:v>1.9213114754098364</c:v>
                </c:pt>
                <c:pt idx="5047">
                  <c:v>1.9754098360655741</c:v>
                </c:pt>
                <c:pt idx="5048">
                  <c:v>1.9491803278688526</c:v>
                </c:pt>
                <c:pt idx="5049">
                  <c:v>1.9704918032786887</c:v>
                </c:pt>
                <c:pt idx="5050">
                  <c:v>2.0081967213114753</c:v>
                </c:pt>
                <c:pt idx="5051">
                  <c:v>1.959016393442623</c:v>
                </c:pt>
                <c:pt idx="5052">
                  <c:v>1.9475409836065576</c:v>
                </c:pt>
                <c:pt idx="5053">
                  <c:v>1.9672131147540985</c:v>
                </c:pt>
                <c:pt idx="5054">
                  <c:v>1.9918032786885247</c:v>
                </c:pt>
                <c:pt idx="5055">
                  <c:v>1.9819672131147541</c:v>
                </c:pt>
                <c:pt idx="5056">
                  <c:v>1.9442622950819672</c:v>
                </c:pt>
                <c:pt idx="5057">
                  <c:v>1.9721311475409835</c:v>
                </c:pt>
                <c:pt idx="5058">
                  <c:v>1.9524590163934428</c:v>
                </c:pt>
                <c:pt idx="5059">
                  <c:v>1.9311475409836065</c:v>
                </c:pt>
                <c:pt idx="5060">
                  <c:v>1.9344262295081969</c:v>
                </c:pt>
                <c:pt idx="5061">
                  <c:v>1.9344262295081969</c:v>
                </c:pt>
                <c:pt idx="5062">
                  <c:v>1.8885245901639345</c:v>
                </c:pt>
                <c:pt idx="5063">
                  <c:v>1.9163934426229507</c:v>
                </c:pt>
                <c:pt idx="5064">
                  <c:v>1.9245901639344263</c:v>
                </c:pt>
                <c:pt idx="5065">
                  <c:v>1.9918032786885247</c:v>
                </c:pt>
                <c:pt idx="5066">
                  <c:v>2.0065573770491807</c:v>
                </c:pt>
                <c:pt idx="5067">
                  <c:v>1.959016393442623</c:v>
                </c:pt>
                <c:pt idx="5068">
                  <c:v>1.9885245901639346</c:v>
                </c:pt>
                <c:pt idx="5069">
                  <c:v>1.9836065573770492</c:v>
                </c:pt>
                <c:pt idx="5070">
                  <c:v>1.9475409836065576</c:v>
                </c:pt>
                <c:pt idx="5071">
                  <c:v>1.9278688524590164</c:v>
                </c:pt>
                <c:pt idx="5072">
                  <c:v>1.8918032786885246</c:v>
                </c:pt>
                <c:pt idx="5073">
                  <c:v>1.860655737704918</c:v>
                </c:pt>
                <c:pt idx="5074">
                  <c:v>1.9491803278688526</c:v>
                </c:pt>
                <c:pt idx="5075">
                  <c:v>1.9262295081967213</c:v>
                </c:pt>
                <c:pt idx="5076">
                  <c:v>1.9278688524590164</c:v>
                </c:pt>
                <c:pt idx="5077">
                  <c:v>1.9163934426229507</c:v>
                </c:pt>
                <c:pt idx="5078">
                  <c:v>1.9081967213114757</c:v>
                </c:pt>
                <c:pt idx="5079">
                  <c:v>1.9426229508196722</c:v>
                </c:pt>
                <c:pt idx="5080">
                  <c:v>1.9213114754098364</c:v>
                </c:pt>
                <c:pt idx="5081">
                  <c:v>1.8819672131147542</c:v>
                </c:pt>
                <c:pt idx="5082">
                  <c:v>1.9967213114754099</c:v>
                </c:pt>
                <c:pt idx="5083">
                  <c:v>1.9672131147540985</c:v>
                </c:pt>
                <c:pt idx="5084">
                  <c:v>1.9721311475409835</c:v>
                </c:pt>
                <c:pt idx="5085">
                  <c:v>1.9918032786885247</c:v>
                </c:pt>
                <c:pt idx="5086">
                  <c:v>2.070491803278689</c:v>
                </c:pt>
                <c:pt idx="5087">
                  <c:v>2.0770491803278688</c:v>
                </c:pt>
                <c:pt idx="5088">
                  <c:v>2.0918032786885248</c:v>
                </c:pt>
                <c:pt idx="5089">
                  <c:v>2.055737704918033</c:v>
                </c:pt>
                <c:pt idx="5090">
                  <c:v>2.1262295081967215</c:v>
                </c:pt>
                <c:pt idx="5091">
                  <c:v>2.070491803278689</c:v>
                </c:pt>
                <c:pt idx="5092">
                  <c:v>2.057377049180328</c:v>
                </c:pt>
                <c:pt idx="5093">
                  <c:v>2.0885245901639347</c:v>
                </c:pt>
                <c:pt idx="5094">
                  <c:v>2.1032786885245902</c:v>
                </c:pt>
                <c:pt idx="5095">
                  <c:v>2.1475409836065573</c:v>
                </c:pt>
                <c:pt idx="5096">
                  <c:v>2.1491803278688524</c:v>
                </c:pt>
                <c:pt idx="5097">
                  <c:v>2.1426229508196721</c:v>
                </c:pt>
                <c:pt idx="5098">
                  <c:v>2.113114754098361</c:v>
                </c:pt>
                <c:pt idx="5099">
                  <c:v>2.1721311475409837</c:v>
                </c:pt>
                <c:pt idx="5100">
                  <c:v>2.1295081967213116</c:v>
                </c:pt>
                <c:pt idx="5101">
                  <c:v>2.1</c:v>
                </c:pt>
                <c:pt idx="5102">
                  <c:v>2.0803278688524589</c:v>
                </c:pt>
                <c:pt idx="5103">
                  <c:v>2.0885245901639347</c:v>
                </c:pt>
                <c:pt idx="5104">
                  <c:v>2.0606557377049182</c:v>
                </c:pt>
                <c:pt idx="5105">
                  <c:v>2.0934426229508198</c:v>
                </c:pt>
                <c:pt idx="5106">
                  <c:v>2.070491803278689</c:v>
                </c:pt>
                <c:pt idx="5107">
                  <c:v>2.0754098360655737</c:v>
                </c:pt>
                <c:pt idx="5108">
                  <c:v>2.0622950819672132</c:v>
                </c:pt>
                <c:pt idx="5109">
                  <c:v>2.0360655737704918</c:v>
                </c:pt>
                <c:pt idx="5110">
                  <c:v>1.9836065573770492</c:v>
                </c:pt>
                <c:pt idx="5111">
                  <c:v>1.9557377049180329</c:v>
                </c:pt>
                <c:pt idx="5112">
                  <c:v>1.9819672131147541</c:v>
                </c:pt>
                <c:pt idx="5113">
                  <c:v>1.9704918032786887</c:v>
                </c:pt>
                <c:pt idx="5114">
                  <c:v>1.9622950819672134</c:v>
                </c:pt>
                <c:pt idx="5115">
                  <c:v>1.9557377049180329</c:v>
                </c:pt>
                <c:pt idx="5116">
                  <c:v>1.9295081967213115</c:v>
                </c:pt>
                <c:pt idx="5117">
                  <c:v>1.9819672131147541</c:v>
                </c:pt>
                <c:pt idx="5118">
                  <c:v>2.0180327868852461</c:v>
                </c:pt>
                <c:pt idx="5119">
                  <c:v>2.0606557377049182</c:v>
                </c:pt>
                <c:pt idx="5120">
                  <c:v>2.0918032786885248</c:v>
                </c:pt>
                <c:pt idx="5121">
                  <c:v>2.0590163934426231</c:v>
                </c:pt>
                <c:pt idx="5122">
                  <c:v>2.1163934426229511</c:v>
                </c:pt>
                <c:pt idx="5123">
                  <c:v>2.1081967213114754</c:v>
                </c:pt>
                <c:pt idx="5124">
                  <c:v>2.1098360655737705</c:v>
                </c:pt>
                <c:pt idx="5125">
                  <c:v>2.1360655737704919</c:v>
                </c:pt>
                <c:pt idx="5126">
                  <c:v>2.0672131147540984</c:v>
                </c:pt>
                <c:pt idx="5127">
                  <c:v>2.1311475409836067</c:v>
                </c:pt>
                <c:pt idx="5128">
                  <c:v>2.1475409836065573</c:v>
                </c:pt>
                <c:pt idx="5129">
                  <c:v>2.2278688524590167</c:v>
                </c:pt>
                <c:pt idx="5130">
                  <c:v>2.2262295081967216</c:v>
                </c:pt>
                <c:pt idx="5131">
                  <c:v>2.2262295081967216</c:v>
                </c:pt>
                <c:pt idx="5132">
                  <c:v>2.2737704918032788</c:v>
                </c:pt>
                <c:pt idx="5133">
                  <c:v>2.3163934426229509</c:v>
                </c:pt>
                <c:pt idx="5134">
                  <c:v>2.319672131147541</c:v>
                </c:pt>
                <c:pt idx="5135">
                  <c:v>2.3311475409836069</c:v>
                </c:pt>
                <c:pt idx="5136">
                  <c:v>2.2672131147540986</c:v>
                </c:pt>
                <c:pt idx="5137">
                  <c:v>2.29344262295082</c:v>
                </c:pt>
                <c:pt idx="5138">
                  <c:v>2.3377049180327871</c:v>
                </c:pt>
                <c:pt idx="5139">
                  <c:v>2.3262295081967213</c:v>
                </c:pt>
                <c:pt idx="5140">
                  <c:v>2.3688524590163933</c:v>
                </c:pt>
                <c:pt idx="5141">
                  <c:v>2.4147540983606559</c:v>
                </c:pt>
                <c:pt idx="5142">
                  <c:v>2.3786885245901641</c:v>
                </c:pt>
                <c:pt idx="5143">
                  <c:v>2.3737704918032789</c:v>
                </c:pt>
                <c:pt idx="5144">
                  <c:v>2.4262295081967218</c:v>
                </c:pt>
                <c:pt idx="5145">
                  <c:v>2.4147540983606559</c:v>
                </c:pt>
                <c:pt idx="5146">
                  <c:v>2.4295081967213115</c:v>
                </c:pt>
                <c:pt idx="5147">
                  <c:v>2.4426229508196724</c:v>
                </c:pt>
                <c:pt idx="5148">
                  <c:v>2.4344262295081966</c:v>
                </c:pt>
                <c:pt idx="5149">
                  <c:v>2.3573770491803283</c:v>
                </c:pt>
                <c:pt idx="5150">
                  <c:v>2.3639344262295081</c:v>
                </c:pt>
                <c:pt idx="5151">
                  <c:v>2.4540983606557378</c:v>
                </c:pt>
                <c:pt idx="5152">
                  <c:v>2.4081967213114757</c:v>
                </c:pt>
                <c:pt idx="5153">
                  <c:v>2.4081967213114757</c:v>
                </c:pt>
                <c:pt idx="5154">
                  <c:v>2.3573770491803283</c:v>
                </c:pt>
                <c:pt idx="5155">
                  <c:v>2.4475409836065576</c:v>
                </c:pt>
                <c:pt idx="5156">
                  <c:v>2.4377049180327868</c:v>
                </c:pt>
                <c:pt idx="5157">
                  <c:v>2.4065573770491806</c:v>
                </c:pt>
                <c:pt idx="5158">
                  <c:v>2.3819672131147542</c:v>
                </c:pt>
                <c:pt idx="5159">
                  <c:v>2.4327868852459016</c:v>
                </c:pt>
                <c:pt idx="5160">
                  <c:v>2.4426229508196724</c:v>
                </c:pt>
                <c:pt idx="5161">
                  <c:v>2.5393442622950824</c:v>
                </c:pt>
                <c:pt idx="5162">
                  <c:v>2.5114754098360659</c:v>
                </c:pt>
                <c:pt idx="5163">
                  <c:v>2.5245901639344264</c:v>
                </c:pt>
                <c:pt idx="5164">
                  <c:v>2.5016393442622951</c:v>
                </c:pt>
                <c:pt idx="5165">
                  <c:v>2.5</c:v>
                </c:pt>
                <c:pt idx="5166">
                  <c:v>2.473770491803279</c:v>
                </c:pt>
                <c:pt idx="5167">
                  <c:v>2.472131147540984</c:v>
                </c:pt>
                <c:pt idx="5168">
                  <c:v>2.4245901639344263</c:v>
                </c:pt>
                <c:pt idx="5169">
                  <c:v>2.4295081967213115</c:v>
                </c:pt>
                <c:pt idx="5170">
                  <c:v>2.375409836065574</c:v>
                </c:pt>
                <c:pt idx="5171">
                  <c:v>2.3868852459016394</c:v>
                </c:pt>
                <c:pt idx="5172">
                  <c:v>2.4016393442622954</c:v>
                </c:pt>
                <c:pt idx="5173">
                  <c:v>2.4131147540983608</c:v>
                </c:pt>
                <c:pt idx="5174">
                  <c:v>2.3721311475409839</c:v>
                </c:pt>
                <c:pt idx="5175">
                  <c:v>2.3704918032786888</c:v>
                </c:pt>
                <c:pt idx="5176">
                  <c:v>2.3557377049180328</c:v>
                </c:pt>
                <c:pt idx="5177">
                  <c:v>2.4508196721311477</c:v>
                </c:pt>
                <c:pt idx="5178">
                  <c:v>2.3967213114754098</c:v>
                </c:pt>
                <c:pt idx="5179">
                  <c:v>2.3622950819672135</c:v>
                </c:pt>
                <c:pt idx="5180">
                  <c:v>2.3163934426229509</c:v>
                </c:pt>
                <c:pt idx="5181">
                  <c:v>2.334426229508197</c:v>
                </c:pt>
                <c:pt idx="5182">
                  <c:v>2.3704918032786888</c:v>
                </c:pt>
                <c:pt idx="5183">
                  <c:v>2.4065573770491806</c:v>
                </c:pt>
                <c:pt idx="5184">
                  <c:v>2.3655737704918032</c:v>
                </c:pt>
                <c:pt idx="5185">
                  <c:v>2.3901639344262295</c:v>
                </c:pt>
                <c:pt idx="5186">
                  <c:v>2.3803278688524592</c:v>
                </c:pt>
                <c:pt idx="5187">
                  <c:v>2.4295081967213115</c:v>
                </c:pt>
                <c:pt idx="5188">
                  <c:v>2.4459016393442625</c:v>
                </c:pt>
                <c:pt idx="5189">
                  <c:v>2.459016393442623</c:v>
                </c:pt>
                <c:pt idx="5190">
                  <c:v>2.4688524590163938</c:v>
                </c:pt>
                <c:pt idx="5191">
                  <c:v>2.5065573770491802</c:v>
                </c:pt>
                <c:pt idx="5192">
                  <c:v>2.540983606557377</c:v>
                </c:pt>
                <c:pt idx="5193">
                  <c:v>2.5836065573770495</c:v>
                </c:pt>
                <c:pt idx="5194">
                  <c:v>2.6377049180327869</c:v>
                </c:pt>
                <c:pt idx="5195">
                  <c:v>2.6704918032786886</c:v>
                </c:pt>
                <c:pt idx="5196">
                  <c:v>2.5672131147540984</c:v>
                </c:pt>
                <c:pt idx="5197">
                  <c:v>2.5475409836065572</c:v>
                </c:pt>
                <c:pt idx="5198">
                  <c:v>2.5803278688524593</c:v>
                </c:pt>
                <c:pt idx="5199">
                  <c:v>2.5377049180327873</c:v>
                </c:pt>
                <c:pt idx="5200">
                  <c:v>2.6016393442622952</c:v>
                </c:pt>
                <c:pt idx="5201">
                  <c:v>2.7426229508196722</c:v>
                </c:pt>
                <c:pt idx="5202">
                  <c:v>2.6934426229508199</c:v>
                </c:pt>
                <c:pt idx="5203">
                  <c:v>2.6360655737704919</c:v>
                </c:pt>
                <c:pt idx="5204">
                  <c:v>2.6344262295081968</c:v>
                </c:pt>
                <c:pt idx="5205">
                  <c:v>2.598360655737705</c:v>
                </c:pt>
                <c:pt idx="5206">
                  <c:v>2.5852459016393445</c:v>
                </c:pt>
                <c:pt idx="5207">
                  <c:v>2.5901639344262297</c:v>
                </c:pt>
                <c:pt idx="5208">
                  <c:v>2.5934426229508198</c:v>
                </c:pt>
                <c:pt idx="5209">
                  <c:v>2.5590163934426231</c:v>
                </c:pt>
                <c:pt idx="5210">
                  <c:v>2.598360655737705</c:v>
                </c:pt>
                <c:pt idx="5211">
                  <c:v>2.654098360655738</c:v>
                </c:pt>
                <c:pt idx="5212">
                  <c:v>2.6836065573770496</c:v>
                </c:pt>
                <c:pt idx="5213">
                  <c:v>2.6295081967213116</c:v>
                </c:pt>
                <c:pt idx="5214">
                  <c:v>2.6311475409836067</c:v>
                </c:pt>
                <c:pt idx="5215">
                  <c:v>2.6983606557377051</c:v>
                </c:pt>
                <c:pt idx="5216">
                  <c:v>2.6688524590163936</c:v>
                </c:pt>
                <c:pt idx="5217">
                  <c:v>2.7065573770491809</c:v>
                </c:pt>
                <c:pt idx="5218">
                  <c:v>2.7442622950819673</c:v>
                </c:pt>
                <c:pt idx="5219">
                  <c:v>2.7</c:v>
                </c:pt>
                <c:pt idx="5220">
                  <c:v>2.6803278688524594</c:v>
                </c:pt>
                <c:pt idx="5221">
                  <c:v>2.7459016393442623</c:v>
                </c:pt>
                <c:pt idx="5222">
                  <c:v>2.7819672131147541</c:v>
                </c:pt>
                <c:pt idx="5223">
                  <c:v>2.8688524590163937</c:v>
                </c:pt>
                <c:pt idx="5224">
                  <c:v>2.932786885245902</c:v>
                </c:pt>
                <c:pt idx="5225">
                  <c:v>3.0672131147540989</c:v>
                </c:pt>
                <c:pt idx="5226">
                  <c:v>2.9967213114754103</c:v>
                </c:pt>
                <c:pt idx="5227">
                  <c:v>2.9885245901639346</c:v>
                </c:pt>
                <c:pt idx="5228">
                  <c:v>2.9344262295081966</c:v>
                </c:pt>
                <c:pt idx="5229">
                  <c:v>2.8786885245901641</c:v>
                </c:pt>
                <c:pt idx="5230">
                  <c:v>2.6508196721311479</c:v>
                </c:pt>
                <c:pt idx="5231">
                  <c:v>2.7049180327868854</c:v>
                </c:pt>
                <c:pt idx="5232">
                  <c:v>2.6393442622950825</c:v>
                </c:pt>
                <c:pt idx="5233">
                  <c:v>2.6557377049180326</c:v>
                </c:pt>
                <c:pt idx="5234">
                  <c:v>2.6852459016393442</c:v>
                </c:pt>
                <c:pt idx="5235">
                  <c:v>2.6508196721311479</c:v>
                </c:pt>
                <c:pt idx="5236">
                  <c:v>2.6114754098360655</c:v>
                </c:pt>
                <c:pt idx="5237">
                  <c:v>2.6196721311475413</c:v>
                </c:pt>
                <c:pt idx="5238">
                  <c:v>2.6754098360655738</c:v>
                </c:pt>
                <c:pt idx="5239">
                  <c:v>2.6409836065573771</c:v>
                </c:pt>
                <c:pt idx="5240">
                  <c:v>2.6475409836065573</c:v>
                </c:pt>
                <c:pt idx="5241">
                  <c:v>2.6672131147540985</c:v>
                </c:pt>
                <c:pt idx="5242">
                  <c:v>2.6213114754098363</c:v>
                </c:pt>
                <c:pt idx="5243">
                  <c:v>2.5934426229508198</c:v>
                </c:pt>
                <c:pt idx="5244">
                  <c:v>2.5852459016393445</c:v>
                </c:pt>
                <c:pt idx="5245">
                  <c:v>2.5459016393442622</c:v>
                </c:pt>
                <c:pt idx="5246">
                  <c:v>2.5295081967213116</c:v>
                </c:pt>
                <c:pt idx="5247">
                  <c:v>2.5524590163934429</c:v>
                </c:pt>
                <c:pt idx="5248">
                  <c:v>2.4688524590163938</c:v>
                </c:pt>
                <c:pt idx="5249">
                  <c:v>2.4868852459016395</c:v>
                </c:pt>
                <c:pt idx="5250">
                  <c:v>2.4655737704918033</c:v>
                </c:pt>
                <c:pt idx="5251">
                  <c:v>2.4475409836065576</c:v>
                </c:pt>
                <c:pt idx="5252">
                  <c:v>2.416393442622951</c:v>
                </c:pt>
                <c:pt idx="5253">
                  <c:v>2.4098360655737707</c:v>
                </c:pt>
                <c:pt idx="5254">
                  <c:v>2.4344262295081966</c:v>
                </c:pt>
                <c:pt idx="5255">
                  <c:v>2.4688524590163938</c:v>
                </c:pt>
                <c:pt idx="5256">
                  <c:v>2.4803278688524593</c:v>
                </c:pt>
                <c:pt idx="5257">
                  <c:v>2.4983606557377049</c:v>
                </c:pt>
                <c:pt idx="5258">
                  <c:v>2.5442622950819671</c:v>
                </c:pt>
                <c:pt idx="5259">
                  <c:v>2.514754098360656</c:v>
                </c:pt>
                <c:pt idx="5260">
                  <c:v>2.5393442622950824</c:v>
                </c:pt>
                <c:pt idx="5261">
                  <c:v>2.6049180327868853</c:v>
                </c:pt>
                <c:pt idx="5262">
                  <c:v>2.6754098360655738</c:v>
                </c:pt>
                <c:pt idx="5263">
                  <c:v>2.7278688524590167</c:v>
                </c:pt>
                <c:pt idx="5264">
                  <c:v>2.6721311475409837</c:v>
                </c:pt>
                <c:pt idx="5265">
                  <c:v>2.7491803278688525</c:v>
                </c:pt>
                <c:pt idx="5266">
                  <c:v>2.7606557377049183</c:v>
                </c:pt>
                <c:pt idx="5267">
                  <c:v>2.778688524590164</c:v>
                </c:pt>
                <c:pt idx="5268">
                  <c:v>2.778688524590164</c:v>
                </c:pt>
                <c:pt idx="5269">
                  <c:v>2.8131147540983608</c:v>
                </c:pt>
                <c:pt idx="5270">
                  <c:v>2.9393442622950823</c:v>
                </c:pt>
                <c:pt idx="5271">
                  <c:v>2.8426229508196723</c:v>
                </c:pt>
                <c:pt idx="5272">
                  <c:v>2.8032786885245904</c:v>
                </c:pt>
                <c:pt idx="5273">
                  <c:v>2.9131147540983608</c:v>
                </c:pt>
                <c:pt idx="5274">
                  <c:v>2.7491803278688525</c:v>
                </c:pt>
                <c:pt idx="5275">
                  <c:v>2.8098360655737706</c:v>
                </c:pt>
                <c:pt idx="5276">
                  <c:v>2.875409836065574</c:v>
                </c:pt>
                <c:pt idx="5277">
                  <c:v>2.8819672131147538</c:v>
                </c:pt>
                <c:pt idx="5278">
                  <c:v>2.8639344262295081</c:v>
                </c:pt>
                <c:pt idx="5279">
                  <c:v>2.8688524590163937</c:v>
                </c:pt>
                <c:pt idx="5280">
                  <c:v>2.9721311475409835</c:v>
                </c:pt>
                <c:pt idx="5281">
                  <c:v>2.9295081967213119</c:v>
                </c:pt>
                <c:pt idx="5282">
                  <c:v>2.8114754098360657</c:v>
                </c:pt>
                <c:pt idx="5283">
                  <c:v>2.7803278688524595</c:v>
                </c:pt>
                <c:pt idx="5284">
                  <c:v>2.7819672131147541</c:v>
                </c:pt>
                <c:pt idx="5285">
                  <c:v>2.8147540983606563</c:v>
                </c:pt>
                <c:pt idx="5286">
                  <c:v>2.7754098360655739</c:v>
                </c:pt>
                <c:pt idx="5287">
                  <c:v>2.7868852459016393</c:v>
                </c:pt>
                <c:pt idx="5288">
                  <c:v>2.7409836065573772</c:v>
                </c:pt>
                <c:pt idx="5289">
                  <c:v>2.7573770491803282</c:v>
                </c:pt>
                <c:pt idx="5290">
                  <c:v>2.7934426229508196</c:v>
                </c:pt>
                <c:pt idx="5291">
                  <c:v>2.7573770491803282</c:v>
                </c:pt>
                <c:pt idx="5292">
                  <c:v>2.819672131147541</c:v>
                </c:pt>
                <c:pt idx="5293">
                  <c:v>2.8475409836065575</c:v>
                </c:pt>
                <c:pt idx="5294">
                  <c:v>2.9081967213114752</c:v>
                </c:pt>
                <c:pt idx="5295">
                  <c:v>2.901639344262295</c:v>
                </c:pt>
                <c:pt idx="5296">
                  <c:v>2.8508196721311476</c:v>
                </c:pt>
                <c:pt idx="5297">
                  <c:v>2.9000000000000004</c:v>
                </c:pt>
                <c:pt idx="5298">
                  <c:v>2.8442622950819678</c:v>
                </c:pt>
                <c:pt idx="5299">
                  <c:v>2.9081967213114752</c:v>
                </c:pt>
                <c:pt idx="5300">
                  <c:v>2.9049180327868851</c:v>
                </c:pt>
                <c:pt idx="5301">
                  <c:v>2.8967213114754102</c:v>
                </c:pt>
                <c:pt idx="5302">
                  <c:v>2.8868852459016394</c:v>
                </c:pt>
                <c:pt idx="5303">
                  <c:v>2.8311475409836064</c:v>
                </c:pt>
                <c:pt idx="5304">
                  <c:v>2.7868852459016393</c:v>
                </c:pt>
                <c:pt idx="5305">
                  <c:v>2.7868852459016393</c:v>
                </c:pt>
                <c:pt idx="5306">
                  <c:v>2.7196721311475409</c:v>
                </c:pt>
                <c:pt idx="5307">
                  <c:v>2.6819672131147541</c:v>
                </c:pt>
                <c:pt idx="5308">
                  <c:v>2.7491803278688525</c:v>
                </c:pt>
                <c:pt idx="5309">
                  <c:v>2.7</c:v>
                </c:pt>
                <c:pt idx="5310">
                  <c:v>2.7311475409836068</c:v>
                </c:pt>
                <c:pt idx="5311">
                  <c:v>2.7836065573770492</c:v>
                </c:pt>
                <c:pt idx="5312">
                  <c:v>2.7836065573770492</c:v>
                </c:pt>
                <c:pt idx="5313">
                  <c:v>2.8262295081967213</c:v>
                </c:pt>
                <c:pt idx="5314">
                  <c:v>2.8327868852459019</c:v>
                </c:pt>
                <c:pt idx="5315">
                  <c:v>2.8819672131147538</c:v>
                </c:pt>
                <c:pt idx="5316">
                  <c:v>2.9377049180327872</c:v>
                </c:pt>
                <c:pt idx="5317">
                  <c:v>2.9852459016393444</c:v>
                </c:pt>
                <c:pt idx="5318">
                  <c:v>2.9245901639344263</c:v>
                </c:pt>
                <c:pt idx="5319">
                  <c:v>2.9131147540983608</c:v>
                </c:pt>
                <c:pt idx="5320">
                  <c:v>2.8426229508196723</c:v>
                </c:pt>
                <c:pt idx="5321">
                  <c:v>2.8262295081967213</c:v>
                </c:pt>
                <c:pt idx="5322">
                  <c:v>2.7983606557377052</c:v>
                </c:pt>
                <c:pt idx="5323">
                  <c:v>2.8032786885245904</c:v>
                </c:pt>
                <c:pt idx="5324">
                  <c:v>2.7622950819672134</c:v>
                </c:pt>
                <c:pt idx="5325">
                  <c:v>2.8442622950819678</c:v>
                </c:pt>
                <c:pt idx="5326">
                  <c:v>2.8950819672131147</c:v>
                </c:pt>
                <c:pt idx="5327">
                  <c:v>2.8163934426229509</c:v>
                </c:pt>
                <c:pt idx="5328">
                  <c:v>2.8540983606557377</c:v>
                </c:pt>
                <c:pt idx="5329">
                  <c:v>2.8967213114754102</c:v>
                </c:pt>
                <c:pt idx="5330">
                  <c:v>2.891803278688525</c:v>
                </c:pt>
                <c:pt idx="5331">
                  <c:v>2.9672131147540988</c:v>
                </c:pt>
                <c:pt idx="5332">
                  <c:v>3.0540983606557379</c:v>
                </c:pt>
                <c:pt idx="5333">
                  <c:v>3.0131147540983605</c:v>
                </c:pt>
                <c:pt idx="5334">
                  <c:v>3.0590163934426231</c:v>
                </c:pt>
                <c:pt idx="5335">
                  <c:v>3.0065573770491807</c:v>
                </c:pt>
                <c:pt idx="5336">
                  <c:v>2.9393442622950823</c:v>
                </c:pt>
                <c:pt idx="5337">
                  <c:v>2.9491803278688522</c:v>
                </c:pt>
                <c:pt idx="5338">
                  <c:v>2.9540983606557378</c:v>
                </c:pt>
                <c:pt idx="5339">
                  <c:v>2.9393442622950823</c:v>
                </c:pt>
                <c:pt idx="5340">
                  <c:v>3.0540983606557379</c:v>
                </c:pt>
                <c:pt idx="5341">
                  <c:v>3.0573770491803276</c:v>
                </c:pt>
                <c:pt idx="5342">
                  <c:v>3.0360655737704918</c:v>
                </c:pt>
                <c:pt idx="5343">
                  <c:v>3.2065573770491804</c:v>
                </c:pt>
                <c:pt idx="5344">
                  <c:v>3.1819672131147545</c:v>
                </c:pt>
                <c:pt idx="5345">
                  <c:v>3.2032786885245903</c:v>
                </c:pt>
                <c:pt idx="5346">
                  <c:v>3.2950819672131151</c:v>
                </c:pt>
                <c:pt idx="5347">
                  <c:v>3.2754098360655739</c:v>
                </c:pt>
                <c:pt idx="5348">
                  <c:v>3.2868852459016398</c:v>
                </c:pt>
                <c:pt idx="5349">
                  <c:v>3.3163934426229509</c:v>
                </c:pt>
                <c:pt idx="5350">
                  <c:v>3.2442622950819673</c:v>
                </c:pt>
                <c:pt idx="5351">
                  <c:v>3.1950819672131145</c:v>
                </c:pt>
                <c:pt idx="5352">
                  <c:v>3.2163934426229512</c:v>
                </c:pt>
                <c:pt idx="5353">
                  <c:v>3.2131147540983611</c:v>
                </c:pt>
                <c:pt idx="5354">
                  <c:v>3.2245901639344265</c:v>
                </c:pt>
                <c:pt idx="5355">
                  <c:v>3.2836065573770497</c:v>
                </c:pt>
                <c:pt idx="5356">
                  <c:v>3.319672131147541</c:v>
                </c:pt>
                <c:pt idx="5357">
                  <c:v>3.2540983606557381</c:v>
                </c:pt>
                <c:pt idx="5358">
                  <c:v>3.2262295081967216</c:v>
                </c:pt>
                <c:pt idx="5359">
                  <c:v>3.2573770491803282</c:v>
                </c:pt>
                <c:pt idx="5360">
                  <c:v>3.2098360655737705</c:v>
                </c:pt>
                <c:pt idx="5361">
                  <c:v>3.1885245901639343</c:v>
                </c:pt>
                <c:pt idx="5362">
                  <c:v>3.1950819672131145</c:v>
                </c:pt>
                <c:pt idx="5363">
                  <c:v>3.1459016393442627</c:v>
                </c:pt>
                <c:pt idx="5364">
                  <c:v>3.0885245901639347</c:v>
                </c:pt>
                <c:pt idx="5365">
                  <c:v>3.1163934426229511</c:v>
                </c:pt>
                <c:pt idx="5366">
                  <c:v>3.1065573770491803</c:v>
                </c:pt>
                <c:pt idx="5367">
                  <c:v>3.2098360655737705</c:v>
                </c:pt>
                <c:pt idx="5368">
                  <c:v>3.2</c:v>
                </c:pt>
                <c:pt idx="5369">
                  <c:v>3.1377049180327869</c:v>
                </c:pt>
                <c:pt idx="5370">
                  <c:v>3.09672131147541</c:v>
                </c:pt>
                <c:pt idx="5371">
                  <c:v>3.111475409836066</c:v>
                </c:pt>
                <c:pt idx="5372">
                  <c:v>3.1672131147540985</c:v>
                </c:pt>
                <c:pt idx="5373">
                  <c:v>3.1950819672131145</c:v>
                </c:pt>
                <c:pt idx="5374">
                  <c:v>3.1409836065573771</c:v>
                </c:pt>
                <c:pt idx="5375">
                  <c:v>3.0721311475409836</c:v>
                </c:pt>
                <c:pt idx="5376">
                  <c:v>3.1180327868852462</c:v>
                </c:pt>
                <c:pt idx="5377">
                  <c:v>3.1016393442622956</c:v>
                </c:pt>
                <c:pt idx="5378">
                  <c:v>3.2672131147540986</c:v>
                </c:pt>
                <c:pt idx="5379">
                  <c:v>3.2852459016393443</c:v>
                </c:pt>
                <c:pt idx="5380">
                  <c:v>3.2278688524590167</c:v>
                </c:pt>
                <c:pt idx="5381">
                  <c:v>3.2508196721311475</c:v>
                </c:pt>
                <c:pt idx="5382">
                  <c:v>3.237704918032787</c:v>
                </c:pt>
                <c:pt idx="5383">
                  <c:v>3.2540983606557381</c:v>
                </c:pt>
                <c:pt idx="5384">
                  <c:v>3.3278688524590168</c:v>
                </c:pt>
                <c:pt idx="5385">
                  <c:v>3.3311475409836069</c:v>
                </c:pt>
                <c:pt idx="5386">
                  <c:v>3.2918032786885245</c:v>
                </c:pt>
                <c:pt idx="5387">
                  <c:v>3.2540983606557381</c:v>
                </c:pt>
                <c:pt idx="5388">
                  <c:v>3.2098360655737705</c:v>
                </c:pt>
                <c:pt idx="5389">
                  <c:v>3.2409836065573772</c:v>
                </c:pt>
                <c:pt idx="5390">
                  <c:v>3.1606557377049183</c:v>
                </c:pt>
                <c:pt idx="5391">
                  <c:v>3.1049180327868857</c:v>
                </c:pt>
                <c:pt idx="5392">
                  <c:v>3.1131147540983606</c:v>
                </c:pt>
                <c:pt idx="5393">
                  <c:v>3.1131147540983606</c:v>
                </c:pt>
                <c:pt idx="5394">
                  <c:v>3.1262295081967215</c:v>
                </c:pt>
                <c:pt idx="5395">
                  <c:v>3.180327868852459</c:v>
                </c:pt>
                <c:pt idx="5396">
                  <c:v>3.2163934426229512</c:v>
                </c:pt>
                <c:pt idx="5397">
                  <c:v>3.2245901639344265</c:v>
                </c:pt>
                <c:pt idx="5398">
                  <c:v>3.2180327868852459</c:v>
                </c:pt>
                <c:pt idx="5399">
                  <c:v>3.1590163934426232</c:v>
                </c:pt>
                <c:pt idx="5400">
                  <c:v>3.1737704918032787</c:v>
                </c:pt>
                <c:pt idx="5401">
                  <c:v>3.1967213114754101</c:v>
                </c:pt>
                <c:pt idx="5402">
                  <c:v>3.180327868852459</c:v>
                </c:pt>
                <c:pt idx="5403">
                  <c:v>3.2163934426229512</c:v>
                </c:pt>
                <c:pt idx="5404">
                  <c:v>3.2754098360655739</c:v>
                </c:pt>
                <c:pt idx="5405">
                  <c:v>3.2672131147540986</c:v>
                </c:pt>
                <c:pt idx="5406">
                  <c:v>3.262295081967213</c:v>
                </c:pt>
                <c:pt idx="5407">
                  <c:v>3.2245901639344265</c:v>
                </c:pt>
                <c:pt idx="5408">
                  <c:v>3.3016393442622953</c:v>
                </c:pt>
                <c:pt idx="5409">
                  <c:v>3.2803278688524595</c:v>
                </c:pt>
                <c:pt idx="5410">
                  <c:v>3.2344262295081969</c:v>
                </c:pt>
                <c:pt idx="5411">
                  <c:v>3.277049180327869</c:v>
                </c:pt>
                <c:pt idx="5412">
                  <c:v>3.3590163934426229</c:v>
                </c:pt>
                <c:pt idx="5413">
                  <c:v>3.3081967213114756</c:v>
                </c:pt>
                <c:pt idx="5414">
                  <c:v>3.306557377049181</c:v>
                </c:pt>
                <c:pt idx="5415">
                  <c:v>3.237704918032787</c:v>
                </c:pt>
                <c:pt idx="5416">
                  <c:v>3.2803278688524595</c:v>
                </c:pt>
                <c:pt idx="5417">
                  <c:v>3.2655737704918035</c:v>
                </c:pt>
                <c:pt idx="5418">
                  <c:v>3.180327868852459</c:v>
                </c:pt>
                <c:pt idx="5419">
                  <c:v>3.1426229508196726</c:v>
                </c:pt>
                <c:pt idx="5420">
                  <c:v>3.0442622950819676</c:v>
                </c:pt>
                <c:pt idx="5421">
                  <c:v>3.0491803278688527</c:v>
                </c:pt>
                <c:pt idx="5422">
                  <c:v>3.0573770491803276</c:v>
                </c:pt>
                <c:pt idx="5423">
                  <c:v>3.0803278688524589</c:v>
                </c:pt>
                <c:pt idx="5424">
                  <c:v>3.139344262295082</c:v>
                </c:pt>
                <c:pt idx="5425">
                  <c:v>3.1901639344262298</c:v>
                </c:pt>
                <c:pt idx="5426">
                  <c:v>3.2459016393442628</c:v>
                </c:pt>
                <c:pt idx="5427">
                  <c:v>3.2327868852459019</c:v>
                </c:pt>
                <c:pt idx="5428">
                  <c:v>3.2278688524590167</c:v>
                </c:pt>
                <c:pt idx="5429">
                  <c:v>3.2196721311475414</c:v>
                </c:pt>
                <c:pt idx="5430">
                  <c:v>3.2180327868852459</c:v>
                </c:pt>
                <c:pt idx="5431">
                  <c:v>3.1540983606557376</c:v>
                </c:pt>
                <c:pt idx="5432">
                  <c:v>3.1786885245901644</c:v>
                </c:pt>
                <c:pt idx="5433">
                  <c:v>3.1360655737704919</c:v>
                </c:pt>
                <c:pt idx="5434">
                  <c:v>3.0475409836065577</c:v>
                </c:pt>
                <c:pt idx="5435">
                  <c:v>3.0737704918032787</c:v>
                </c:pt>
                <c:pt idx="5436">
                  <c:v>3.1524590163934429</c:v>
                </c:pt>
                <c:pt idx="5437">
                  <c:v>3.1524590163934429</c:v>
                </c:pt>
                <c:pt idx="5438">
                  <c:v>3.1491803278688528</c:v>
                </c:pt>
                <c:pt idx="5439">
                  <c:v>3.1131147540983606</c:v>
                </c:pt>
                <c:pt idx="5440">
                  <c:v>3.1196721311475413</c:v>
                </c:pt>
                <c:pt idx="5441">
                  <c:v>3.0803278688524589</c:v>
                </c:pt>
                <c:pt idx="5442">
                  <c:v>3.083606557377049</c:v>
                </c:pt>
                <c:pt idx="5443">
                  <c:v>3.0754098360655742</c:v>
                </c:pt>
                <c:pt idx="5444">
                  <c:v>3.0688524590163935</c:v>
                </c:pt>
                <c:pt idx="5445">
                  <c:v>3.0081967213114758</c:v>
                </c:pt>
                <c:pt idx="5446">
                  <c:v>2.9901639344262296</c:v>
                </c:pt>
                <c:pt idx="5447">
                  <c:v>2.9639344262295082</c:v>
                </c:pt>
                <c:pt idx="5448">
                  <c:v>2.9295081967213119</c:v>
                </c:pt>
                <c:pt idx="5449">
                  <c:v>2.9704918032786889</c:v>
                </c:pt>
                <c:pt idx="5450">
                  <c:v>3.0065573770491807</c:v>
                </c:pt>
                <c:pt idx="5451">
                  <c:v>2.9688524590163934</c:v>
                </c:pt>
                <c:pt idx="5452">
                  <c:v>3.0049180327868852</c:v>
                </c:pt>
                <c:pt idx="5453">
                  <c:v>3.0524590163934429</c:v>
                </c:pt>
                <c:pt idx="5454">
                  <c:v>3.1295081967213116</c:v>
                </c:pt>
                <c:pt idx="5455">
                  <c:v>3.1016393442622956</c:v>
                </c:pt>
                <c:pt idx="5456">
                  <c:v>3.09672131147541</c:v>
                </c:pt>
                <c:pt idx="5457">
                  <c:v>3.083606557377049</c:v>
                </c:pt>
                <c:pt idx="5458">
                  <c:v>3.0737704918032787</c:v>
                </c:pt>
                <c:pt idx="5459">
                  <c:v>3.0295081967213116</c:v>
                </c:pt>
                <c:pt idx="5460">
                  <c:v>3.0180327868852461</c:v>
                </c:pt>
                <c:pt idx="5461">
                  <c:v>2.9868852459016395</c:v>
                </c:pt>
                <c:pt idx="5462">
                  <c:v>3.0032786885245906</c:v>
                </c:pt>
                <c:pt idx="5463">
                  <c:v>3.0278688524590165</c:v>
                </c:pt>
                <c:pt idx="5464">
                  <c:v>2.932786885245902</c:v>
                </c:pt>
                <c:pt idx="5465">
                  <c:v>2.9459016393442621</c:v>
                </c:pt>
                <c:pt idx="5466">
                  <c:v>2.9836065573770494</c:v>
                </c:pt>
                <c:pt idx="5467">
                  <c:v>2.957377049180328</c:v>
                </c:pt>
                <c:pt idx="5468">
                  <c:v>2.9639344262295082</c:v>
                </c:pt>
                <c:pt idx="5469">
                  <c:v>3.0213114754098362</c:v>
                </c:pt>
                <c:pt idx="5470">
                  <c:v>3.0049180327868852</c:v>
                </c:pt>
                <c:pt idx="5471">
                  <c:v>2.9983606557377049</c:v>
                </c:pt>
                <c:pt idx="5472">
                  <c:v>2.9803278688524593</c:v>
                </c:pt>
                <c:pt idx="5473">
                  <c:v>2.9754098360655736</c:v>
                </c:pt>
                <c:pt idx="5474">
                  <c:v>2.9622950819672131</c:v>
                </c:pt>
                <c:pt idx="5475">
                  <c:v>2.9901639344262296</c:v>
                </c:pt>
                <c:pt idx="5476">
                  <c:v>2.9803278688524593</c:v>
                </c:pt>
                <c:pt idx="5477">
                  <c:v>3.0311475409836066</c:v>
                </c:pt>
                <c:pt idx="5478">
                  <c:v>3.0393442622950819</c:v>
                </c:pt>
                <c:pt idx="5479">
                  <c:v>2.9918032786885247</c:v>
                </c:pt>
                <c:pt idx="5480">
                  <c:v>2.9524590163934432</c:v>
                </c:pt>
                <c:pt idx="5481">
                  <c:v>2.9409836065573773</c:v>
                </c:pt>
                <c:pt idx="5482">
                  <c:v>2.9918032786885247</c:v>
                </c:pt>
                <c:pt idx="5483">
                  <c:v>3.0540983606557379</c:v>
                </c:pt>
                <c:pt idx="5484">
                  <c:v>3.1049180327868857</c:v>
                </c:pt>
                <c:pt idx="5485">
                  <c:v>3.1770491803278689</c:v>
                </c:pt>
                <c:pt idx="5486">
                  <c:v>3.1557377049180331</c:v>
                </c:pt>
                <c:pt idx="5487">
                  <c:v>3.1754098360655743</c:v>
                </c:pt>
                <c:pt idx="5488">
                  <c:v>3.1229508196721314</c:v>
                </c:pt>
                <c:pt idx="5489">
                  <c:v>3.1295081967213116</c:v>
                </c:pt>
                <c:pt idx="5490">
                  <c:v>3.1573770491803281</c:v>
                </c:pt>
                <c:pt idx="5491">
                  <c:v>3.1295081967213116</c:v>
                </c:pt>
                <c:pt idx="5492">
                  <c:v>3.0721311475409836</c:v>
                </c:pt>
                <c:pt idx="5493">
                  <c:v>3.042622950819672</c:v>
                </c:pt>
                <c:pt idx="5494">
                  <c:v>3.0721311475409836</c:v>
                </c:pt>
                <c:pt idx="5495">
                  <c:v>3.1049180327868857</c:v>
                </c:pt>
                <c:pt idx="5496">
                  <c:v>3.1573770491803281</c:v>
                </c:pt>
                <c:pt idx="5497">
                  <c:v>3.139344262295082</c:v>
                </c:pt>
                <c:pt idx="5498">
                  <c:v>3.1508196721311474</c:v>
                </c:pt>
                <c:pt idx="5499">
                  <c:v>3.1524590163934429</c:v>
                </c:pt>
                <c:pt idx="5500">
                  <c:v>3.221311475409836</c:v>
                </c:pt>
                <c:pt idx="5501">
                  <c:v>3.2180327868852459</c:v>
                </c:pt>
                <c:pt idx="5502">
                  <c:v>3.1360655737704919</c:v>
                </c:pt>
                <c:pt idx="5503">
                  <c:v>3.1885245901639343</c:v>
                </c:pt>
                <c:pt idx="5504">
                  <c:v>3.2</c:v>
                </c:pt>
                <c:pt idx="5505">
                  <c:v>3.1704918032786886</c:v>
                </c:pt>
                <c:pt idx="5506">
                  <c:v>3.2131147540983611</c:v>
                </c:pt>
                <c:pt idx="5507">
                  <c:v>3.2180327868852459</c:v>
                </c:pt>
                <c:pt idx="5508">
                  <c:v>3.2180327868852459</c:v>
                </c:pt>
                <c:pt idx="5509">
                  <c:v>3.2590163934426228</c:v>
                </c:pt>
                <c:pt idx="5510">
                  <c:v>3.3360655737704921</c:v>
                </c:pt>
                <c:pt idx="5511">
                  <c:v>3.3278688524590168</c:v>
                </c:pt>
                <c:pt idx="5512">
                  <c:v>3.3147540983606558</c:v>
                </c:pt>
                <c:pt idx="5513">
                  <c:v>3.2983606557377052</c:v>
                </c:pt>
                <c:pt idx="5514">
                  <c:v>3.3</c:v>
                </c:pt>
                <c:pt idx="5515">
                  <c:v>3.319672131147541</c:v>
                </c:pt>
                <c:pt idx="5516">
                  <c:v>3.2344262295081969</c:v>
                </c:pt>
                <c:pt idx="5517">
                  <c:v>3.2245901639344265</c:v>
                </c:pt>
                <c:pt idx="5518">
                  <c:v>3.2590163934426228</c:v>
                </c:pt>
                <c:pt idx="5519">
                  <c:v>3.1491803278688528</c:v>
                </c:pt>
                <c:pt idx="5520">
                  <c:v>3.1049180327868857</c:v>
                </c:pt>
                <c:pt idx="5521">
                  <c:v>3.1131147540983606</c:v>
                </c:pt>
                <c:pt idx="5522">
                  <c:v>3.1163934426229511</c:v>
                </c:pt>
                <c:pt idx="5523">
                  <c:v>3.1819672131147545</c:v>
                </c:pt>
                <c:pt idx="5524">
                  <c:v>3.1770491803278689</c:v>
                </c:pt>
                <c:pt idx="5525">
                  <c:v>3.0852459016393445</c:v>
                </c:pt>
                <c:pt idx="5526">
                  <c:v>3.0573770491803276</c:v>
                </c:pt>
                <c:pt idx="5527">
                  <c:v>3.0508196721311478</c:v>
                </c:pt>
                <c:pt idx="5528">
                  <c:v>3.083606557377049</c:v>
                </c:pt>
                <c:pt idx="5529">
                  <c:v>3.1311475409836071</c:v>
                </c:pt>
                <c:pt idx="5530">
                  <c:v>3.0524590163934429</c:v>
                </c:pt>
                <c:pt idx="5531">
                  <c:v>3.0377049180327873</c:v>
                </c:pt>
                <c:pt idx="5532">
                  <c:v>3.0393442622950819</c:v>
                </c:pt>
                <c:pt idx="5533">
                  <c:v>3.0524590163934429</c:v>
                </c:pt>
                <c:pt idx="5534">
                  <c:v>3.1459016393442627</c:v>
                </c:pt>
                <c:pt idx="5535">
                  <c:v>3.2295081967213117</c:v>
                </c:pt>
                <c:pt idx="5536">
                  <c:v>3.278688524590164</c:v>
                </c:pt>
                <c:pt idx="5537">
                  <c:v>3.2508196721311475</c:v>
                </c:pt>
                <c:pt idx="5538">
                  <c:v>3.2475409836065574</c:v>
                </c:pt>
                <c:pt idx="5539">
                  <c:v>3.2754098360655739</c:v>
                </c:pt>
                <c:pt idx="5540">
                  <c:v>3.2360655737704915</c:v>
                </c:pt>
                <c:pt idx="5541">
                  <c:v>3.2426229508196727</c:v>
                </c:pt>
                <c:pt idx="5542">
                  <c:v>3.2229508196721315</c:v>
                </c:pt>
                <c:pt idx="5543">
                  <c:v>3.2016393442622952</c:v>
                </c:pt>
                <c:pt idx="5544">
                  <c:v>3.221311475409836</c:v>
                </c:pt>
                <c:pt idx="5545">
                  <c:v>3.1786885245901644</c:v>
                </c:pt>
                <c:pt idx="5546">
                  <c:v>3.1836065573770496</c:v>
                </c:pt>
                <c:pt idx="5547">
                  <c:v>3.1688524590163936</c:v>
                </c:pt>
                <c:pt idx="5548">
                  <c:v>3.1639344262295084</c:v>
                </c:pt>
                <c:pt idx="5549">
                  <c:v>3.2081967213114755</c:v>
                </c:pt>
                <c:pt idx="5550">
                  <c:v>3.1065573770491803</c:v>
                </c:pt>
                <c:pt idx="5551">
                  <c:v>3.111475409836066</c:v>
                </c:pt>
                <c:pt idx="5552">
                  <c:v>3.1672131147540985</c:v>
                </c:pt>
                <c:pt idx="5553">
                  <c:v>3.0901639344262297</c:v>
                </c:pt>
                <c:pt idx="5554">
                  <c:v>3.070491803278689</c:v>
                </c:pt>
                <c:pt idx="5555">
                  <c:v>3.083606557377049</c:v>
                </c:pt>
                <c:pt idx="5556">
                  <c:v>3.0245901639344264</c:v>
                </c:pt>
                <c:pt idx="5557">
                  <c:v>3.0491803278688527</c:v>
                </c:pt>
                <c:pt idx="5558">
                  <c:v>3.0459016393442622</c:v>
                </c:pt>
                <c:pt idx="5559">
                  <c:v>3.0639344262295087</c:v>
                </c:pt>
                <c:pt idx="5560">
                  <c:v>3.0245901639344264</c:v>
                </c:pt>
                <c:pt idx="5561">
                  <c:v>3.0114754098360659</c:v>
                </c:pt>
                <c:pt idx="5562">
                  <c:v>3.0081967213114758</c:v>
                </c:pt>
                <c:pt idx="5563">
                  <c:v>3.0016393442622951</c:v>
                </c:pt>
                <c:pt idx="5564">
                  <c:v>3.0311475409836066</c:v>
                </c:pt>
                <c:pt idx="5565">
                  <c:v>3.055737704918033</c:v>
                </c:pt>
                <c:pt idx="5566">
                  <c:v>3.09672131147541</c:v>
                </c:pt>
                <c:pt idx="5567">
                  <c:v>2.9606557377049181</c:v>
                </c:pt>
                <c:pt idx="5568">
                  <c:v>2.9311475409836065</c:v>
                </c:pt>
                <c:pt idx="5569">
                  <c:v>2.9524590163934432</c:v>
                </c:pt>
                <c:pt idx="5570">
                  <c:v>3.0393442622950819</c:v>
                </c:pt>
                <c:pt idx="5571">
                  <c:v>3.1229508196721314</c:v>
                </c:pt>
                <c:pt idx="5572">
                  <c:v>3.098360655737705</c:v>
                </c:pt>
                <c:pt idx="5573">
                  <c:v>3.070491803278689</c:v>
                </c:pt>
                <c:pt idx="5574">
                  <c:v>3.1377049180327869</c:v>
                </c:pt>
                <c:pt idx="5575">
                  <c:v>3.1131147540983606</c:v>
                </c:pt>
                <c:pt idx="5576">
                  <c:v>3.1409836065573771</c:v>
                </c:pt>
                <c:pt idx="5577">
                  <c:v>3.1721311475409841</c:v>
                </c:pt>
                <c:pt idx="5578">
                  <c:v>3.09672131147541</c:v>
                </c:pt>
                <c:pt idx="5579">
                  <c:v>3.0622950819672132</c:v>
                </c:pt>
                <c:pt idx="5580">
                  <c:v>3.0081967213114758</c:v>
                </c:pt>
                <c:pt idx="5581">
                  <c:v>2.9295081967213119</c:v>
                </c:pt>
                <c:pt idx="5582">
                  <c:v>2.8655737704918036</c:v>
                </c:pt>
                <c:pt idx="5583">
                  <c:v>2.8622950819672135</c:v>
                </c:pt>
                <c:pt idx="5584">
                  <c:v>2.8475409836065575</c:v>
                </c:pt>
                <c:pt idx="5585">
                  <c:v>2.9081967213114752</c:v>
                </c:pt>
                <c:pt idx="5586">
                  <c:v>2.8786885245901641</c:v>
                </c:pt>
                <c:pt idx="5587">
                  <c:v>2.8901639344262295</c:v>
                </c:pt>
                <c:pt idx="5588">
                  <c:v>2.8950819672131147</c:v>
                </c:pt>
                <c:pt idx="5589">
                  <c:v>2.916393442622951</c:v>
                </c:pt>
                <c:pt idx="5590">
                  <c:v>2.8836065573770493</c:v>
                </c:pt>
                <c:pt idx="5591">
                  <c:v>2.9426229508196724</c:v>
                </c:pt>
                <c:pt idx="5592">
                  <c:v>2.9409836065573773</c:v>
                </c:pt>
                <c:pt idx="5593">
                  <c:v>2.9426229508196724</c:v>
                </c:pt>
                <c:pt idx="5594">
                  <c:v>2.9885245901639346</c:v>
                </c:pt>
                <c:pt idx="5595">
                  <c:v>3.0295081967213116</c:v>
                </c:pt>
                <c:pt idx="5596">
                  <c:v>3.0573770491803276</c:v>
                </c:pt>
                <c:pt idx="5597">
                  <c:v>3.0442622950819676</c:v>
                </c:pt>
                <c:pt idx="5598">
                  <c:v>2.9918032786885247</c:v>
                </c:pt>
                <c:pt idx="5599">
                  <c:v>2.9918032786885247</c:v>
                </c:pt>
                <c:pt idx="5600">
                  <c:v>2.918032786885246</c:v>
                </c:pt>
                <c:pt idx="5601">
                  <c:v>2.9557377049180333</c:v>
                </c:pt>
                <c:pt idx="5602">
                  <c:v>2.9409836065573773</c:v>
                </c:pt>
                <c:pt idx="5603">
                  <c:v>2.9393442622950823</c:v>
                </c:pt>
                <c:pt idx="5604">
                  <c:v>2.9557377049180333</c:v>
                </c:pt>
                <c:pt idx="5605">
                  <c:v>2.9311475409836065</c:v>
                </c:pt>
                <c:pt idx="5606">
                  <c:v>3.0262295081967214</c:v>
                </c:pt>
                <c:pt idx="5607">
                  <c:v>3.0213114754098362</c:v>
                </c:pt>
                <c:pt idx="5608">
                  <c:v>2.973770491803279</c:v>
                </c:pt>
                <c:pt idx="5609">
                  <c:v>2.9377049180327872</c:v>
                </c:pt>
                <c:pt idx="5610">
                  <c:v>2.9557377049180333</c:v>
                </c:pt>
                <c:pt idx="5611">
                  <c:v>2.973770491803279</c:v>
                </c:pt>
                <c:pt idx="5612">
                  <c:v>2.9475409836065576</c:v>
                </c:pt>
                <c:pt idx="5613">
                  <c:v>2.9672131147540988</c:v>
                </c:pt>
                <c:pt idx="5614">
                  <c:v>2.9344262295081966</c:v>
                </c:pt>
                <c:pt idx="5615">
                  <c:v>2.9885245901639346</c:v>
                </c:pt>
                <c:pt idx="5616">
                  <c:v>3.0163934426229506</c:v>
                </c:pt>
                <c:pt idx="5617">
                  <c:v>3.0163934426229506</c:v>
                </c:pt>
                <c:pt idx="5618">
                  <c:v>3.0000000000000004</c:v>
                </c:pt>
                <c:pt idx="5619">
                  <c:v>2.9786885245901642</c:v>
                </c:pt>
                <c:pt idx="5620">
                  <c:v>2.9393442622950823</c:v>
                </c:pt>
                <c:pt idx="5621">
                  <c:v>2.9032786885245905</c:v>
                </c:pt>
                <c:pt idx="5622">
                  <c:v>2.9754098360655736</c:v>
                </c:pt>
                <c:pt idx="5623">
                  <c:v>2.9901639344262296</c:v>
                </c:pt>
                <c:pt idx="5624">
                  <c:v>3.0311475409836066</c:v>
                </c:pt>
                <c:pt idx="5625">
                  <c:v>2.9967213114754103</c:v>
                </c:pt>
                <c:pt idx="5626">
                  <c:v>3.0049180327868852</c:v>
                </c:pt>
                <c:pt idx="5627">
                  <c:v>2.9852459016393444</c:v>
                </c:pt>
                <c:pt idx="5628">
                  <c:v>2.9950819672131148</c:v>
                </c:pt>
                <c:pt idx="5629">
                  <c:v>3.0131147540983605</c:v>
                </c:pt>
                <c:pt idx="5630">
                  <c:v>3.0491803278688527</c:v>
                </c:pt>
                <c:pt idx="5631">
                  <c:v>2.8590163934426234</c:v>
                </c:pt>
                <c:pt idx="5632">
                  <c:v>2.9311475409836065</c:v>
                </c:pt>
                <c:pt idx="5633">
                  <c:v>2.9426229508196724</c:v>
                </c:pt>
                <c:pt idx="5634">
                  <c:v>3.014754098360656</c:v>
                </c:pt>
                <c:pt idx="5635">
                  <c:v>3.0639344262295087</c:v>
                </c:pt>
                <c:pt idx="5636">
                  <c:v>3.0573770491803276</c:v>
                </c:pt>
                <c:pt idx="5637">
                  <c:v>3.070491803278689</c:v>
                </c:pt>
                <c:pt idx="5638">
                  <c:v>3.0655737704918034</c:v>
                </c:pt>
                <c:pt idx="5639">
                  <c:v>3.0786885245901643</c:v>
                </c:pt>
                <c:pt idx="5640">
                  <c:v>3.0852459016393445</c:v>
                </c:pt>
                <c:pt idx="5641">
                  <c:v>3.0688524590163935</c:v>
                </c:pt>
                <c:pt idx="5642">
                  <c:v>3.0672131147540989</c:v>
                </c:pt>
                <c:pt idx="5643">
                  <c:v>3.0524590163934429</c:v>
                </c:pt>
                <c:pt idx="5644">
                  <c:v>3.0196721311475416</c:v>
                </c:pt>
                <c:pt idx="5645">
                  <c:v>3.0114754098360659</c:v>
                </c:pt>
                <c:pt idx="5646">
                  <c:v>2.9704918032786889</c:v>
                </c:pt>
                <c:pt idx="5647">
                  <c:v>2.9672131147540988</c:v>
                </c:pt>
                <c:pt idx="5648">
                  <c:v>2.9278688524590164</c:v>
                </c:pt>
                <c:pt idx="5649">
                  <c:v>2.901639344262295</c:v>
                </c:pt>
                <c:pt idx="5650">
                  <c:v>2.8901639344262295</c:v>
                </c:pt>
                <c:pt idx="5651">
                  <c:v>2.9475409836065576</c:v>
                </c:pt>
                <c:pt idx="5652">
                  <c:v>3.0131147540983605</c:v>
                </c:pt>
                <c:pt idx="5653">
                  <c:v>3.0278688524590165</c:v>
                </c:pt>
                <c:pt idx="5654">
                  <c:v>3.0311475409836066</c:v>
                </c:pt>
                <c:pt idx="5655">
                  <c:v>3.0622950819672132</c:v>
                </c:pt>
                <c:pt idx="5656">
                  <c:v>3.0622950819672132</c:v>
                </c:pt>
                <c:pt idx="5657">
                  <c:v>3.1196721311475413</c:v>
                </c:pt>
                <c:pt idx="5658">
                  <c:v>3.1622950819672133</c:v>
                </c:pt>
                <c:pt idx="5659">
                  <c:v>3.1819672131147545</c:v>
                </c:pt>
                <c:pt idx="5660">
                  <c:v>3.2114754098360656</c:v>
                </c:pt>
                <c:pt idx="5661">
                  <c:v>3.2475409836065574</c:v>
                </c:pt>
                <c:pt idx="5662">
                  <c:v>3.3262295081967213</c:v>
                </c:pt>
                <c:pt idx="5663">
                  <c:v>3.3229508196721311</c:v>
                </c:pt>
                <c:pt idx="5664">
                  <c:v>3.2295081967213117</c:v>
                </c:pt>
                <c:pt idx="5665">
                  <c:v>3.2868852459016398</c:v>
                </c:pt>
                <c:pt idx="5666">
                  <c:v>3.2606557377049183</c:v>
                </c:pt>
                <c:pt idx="5667">
                  <c:v>3.2360655737704915</c:v>
                </c:pt>
                <c:pt idx="5668">
                  <c:v>3.2081967213114755</c:v>
                </c:pt>
                <c:pt idx="5669">
                  <c:v>3.1606557377049183</c:v>
                </c:pt>
                <c:pt idx="5670">
                  <c:v>3.1836065573770496</c:v>
                </c:pt>
                <c:pt idx="5671">
                  <c:v>3.1967213114754101</c:v>
                </c:pt>
                <c:pt idx="5672">
                  <c:v>3.2147540983606557</c:v>
                </c:pt>
                <c:pt idx="5673">
                  <c:v>3.2196721311475414</c:v>
                </c:pt>
                <c:pt idx="5674">
                  <c:v>3.1950819672131145</c:v>
                </c:pt>
                <c:pt idx="5675">
                  <c:v>3.2065573770491804</c:v>
                </c:pt>
                <c:pt idx="5676">
                  <c:v>3.180327868852459</c:v>
                </c:pt>
                <c:pt idx="5677">
                  <c:v>3.1950819672131145</c:v>
                </c:pt>
                <c:pt idx="5678">
                  <c:v>3.2311475409836068</c:v>
                </c:pt>
                <c:pt idx="5679">
                  <c:v>3.2147540983606557</c:v>
                </c:pt>
                <c:pt idx="5680">
                  <c:v>3.1737704918032787</c:v>
                </c:pt>
                <c:pt idx="5681">
                  <c:v>3.2327868852459019</c:v>
                </c:pt>
                <c:pt idx="5682">
                  <c:v>3.3311475409836069</c:v>
                </c:pt>
                <c:pt idx="5683">
                  <c:v>3.2721311475409838</c:v>
                </c:pt>
                <c:pt idx="5684">
                  <c:v>3.29344262295082</c:v>
                </c:pt>
                <c:pt idx="5685">
                  <c:v>3.3081967213114756</c:v>
                </c:pt>
                <c:pt idx="5686">
                  <c:v>3.3803278688524592</c:v>
                </c:pt>
                <c:pt idx="5687">
                  <c:v>3.4</c:v>
                </c:pt>
                <c:pt idx="5688">
                  <c:v>3.4278688524590164</c:v>
                </c:pt>
                <c:pt idx="5689">
                  <c:v>3.4426229508196724</c:v>
                </c:pt>
                <c:pt idx="5690">
                  <c:v>3.3180327868852459</c:v>
                </c:pt>
                <c:pt idx="5691">
                  <c:v>3.3032786885245899</c:v>
                </c:pt>
                <c:pt idx="5692">
                  <c:v>3.3327868852459015</c:v>
                </c:pt>
                <c:pt idx="5693">
                  <c:v>3.2868852459016398</c:v>
                </c:pt>
                <c:pt idx="5694">
                  <c:v>3.2344262295081969</c:v>
                </c:pt>
                <c:pt idx="5695">
                  <c:v>3.2032786885245903</c:v>
                </c:pt>
                <c:pt idx="5696">
                  <c:v>3.1704918032786886</c:v>
                </c:pt>
                <c:pt idx="5697">
                  <c:v>3.1098360655737705</c:v>
                </c:pt>
                <c:pt idx="5698">
                  <c:v>3.1377049180327869</c:v>
                </c:pt>
                <c:pt idx="5699">
                  <c:v>3.2114754098360656</c:v>
                </c:pt>
                <c:pt idx="5700">
                  <c:v>3.221311475409836</c:v>
                </c:pt>
                <c:pt idx="5701">
                  <c:v>3.2131147540983611</c:v>
                </c:pt>
                <c:pt idx="5702">
                  <c:v>3.2327868852459019</c:v>
                </c:pt>
                <c:pt idx="5703">
                  <c:v>3.2901639344262299</c:v>
                </c:pt>
                <c:pt idx="5704">
                  <c:v>3.2557377049180327</c:v>
                </c:pt>
                <c:pt idx="5705">
                  <c:v>3.2278688524590167</c:v>
                </c:pt>
                <c:pt idx="5706">
                  <c:v>3.2295081967213117</c:v>
                </c:pt>
                <c:pt idx="5707">
                  <c:v>3.2262295081967216</c:v>
                </c:pt>
                <c:pt idx="5708">
                  <c:v>3.2557377049180327</c:v>
                </c:pt>
                <c:pt idx="5709">
                  <c:v>3.2918032786885245</c:v>
                </c:pt>
                <c:pt idx="5710">
                  <c:v>3.4</c:v>
                </c:pt>
                <c:pt idx="5711">
                  <c:v>3.4475409836065576</c:v>
                </c:pt>
                <c:pt idx="5712">
                  <c:v>3.4770491803278691</c:v>
                </c:pt>
                <c:pt idx="5713">
                  <c:v>3.5737704918032791</c:v>
                </c:pt>
                <c:pt idx="5714">
                  <c:v>3.5016393442622951</c:v>
                </c:pt>
                <c:pt idx="5715">
                  <c:v>3.557377049180328</c:v>
                </c:pt>
                <c:pt idx="5716">
                  <c:v>3.4901639344262296</c:v>
                </c:pt>
                <c:pt idx="5717">
                  <c:v>3.3868852459016394</c:v>
                </c:pt>
                <c:pt idx="5718">
                  <c:v>3.4229508196721312</c:v>
                </c:pt>
                <c:pt idx="5719">
                  <c:v>3.4754098360655741</c:v>
                </c:pt>
                <c:pt idx="5720">
                  <c:v>3.5213114754098362</c:v>
                </c:pt>
                <c:pt idx="5721">
                  <c:v>3.5262295081967219</c:v>
                </c:pt>
                <c:pt idx="5722">
                  <c:v>3.4901639344262296</c:v>
                </c:pt>
                <c:pt idx="5723">
                  <c:v>3.5278688524590165</c:v>
                </c:pt>
                <c:pt idx="5724">
                  <c:v>3.4983606557377049</c:v>
                </c:pt>
                <c:pt idx="5725">
                  <c:v>3.5213114754098362</c:v>
                </c:pt>
                <c:pt idx="5726">
                  <c:v>3.5098360655737708</c:v>
                </c:pt>
                <c:pt idx="5727">
                  <c:v>3.5016393442622951</c:v>
                </c:pt>
                <c:pt idx="5728">
                  <c:v>3.4918032786885247</c:v>
                </c:pt>
                <c:pt idx="5729">
                  <c:v>3.5475409836065577</c:v>
                </c:pt>
                <c:pt idx="5730">
                  <c:v>3.4950819672131148</c:v>
                </c:pt>
                <c:pt idx="5731">
                  <c:v>3.6213114754098363</c:v>
                </c:pt>
                <c:pt idx="5732">
                  <c:v>3.6229508196721314</c:v>
                </c:pt>
                <c:pt idx="5733">
                  <c:v>3.3737704918032785</c:v>
                </c:pt>
                <c:pt idx="5734">
                  <c:v>3.3295081967213114</c:v>
                </c:pt>
                <c:pt idx="5735">
                  <c:v>3.4311475409836065</c:v>
                </c:pt>
                <c:pt idx="5736">
                  <c:v>3.4213114754098366</c:v>
                </c:pt>
                <c:pt idx="5737">
                  <c:v>3.4475409836065576</c:v>
                </c:pt>
                <c:pt idx="5738">
                  <c:v>3.4229508196721312</c:v>
                </c:pt>
                <c:pt idx="5739">
                  <c:v>3.4622950819672136</c:v>
                </c:pt>
                <c:pt idx="5740">
                  <c:v>3.4655737704918037</c:v>
                </c:pt>
                <c:pt idx="5741">
                  <c:v>3.4196721311475411</c:v>
                </c:pt>
                <c:pt idx="5742">
                  <c:v>3.3868852459016394</c:v>
                </c:pt>
                <c:pt idx="5743">
                  <c:v>3.3639344262295081</c:v>
                </c:pt>
                <c:pt idx="5744">
                  <c:v>3.4</c:v>
                </c:pt>
                <c:pt idx="5745">
                  <c:v>3.3885245901639349</c:v>
                </c:pt>
                <c:pt idx="5746">
                  <c:v>3.3606557377049184</c:v>
                </c:pt>
                <c:pt idx="5747">
                  <c:v>3.4098360655737707</c:v>
                </c:pt>
                <c:pt idx="5748">
                  <c:v>3.4704918032786889</c:v>
                </c:pt>
                <c:pt idx="5749">
                  <c:v>3.4377049180327868</c:v>
                </c:pt>
                <c:pt idx="5750">
                  <c:v>3.416393442622951</c:v>
                </c:pt>
                <c:pt idx="5751">
                  <c:v>3.4409836065573769</c:v>
                </c:pt>
                <c:pt idx="5752">
                  <c:v>3.5032786885245906</c:v>
                </c:pt>
                <c:pt idx="5753">
                  <c:v>3.4868852459016395</c:v>
                </c:pt>
                <c:pt idx="5754">
                  <c:v>3.6032786885245907</c:v>
                </c:pt>
                <c:pt idx="5755">
                  <c:v>3.6557377049180331</c:v>
                </c:pt>
                <c:pt idx="5756">
                  <c:v>3.6786885245901644</c:v>
                </c:pt>
                <c:pt idx="5757">
                  <c:v>3.6852459016393446</c:v>
                </c:pt>
                <c:pt idx="5758">
                  <c:v>3.7606557377049183</c:v>
                </c:pt>
                <c:pt idx="5759">
                  <c:v>3.8737704918032789</c:v>
                </c:pt>
                <c:pt idx="5760">
                  <c:v>3.8803278688524596</c:v>
                </c:pt>
                <c:pt idx="5761">
                  <c:v>4</c:v>
                </c:pt>
                <c:pt idx="5762">
                  <c:v>3.9377049180327872</c:v>
                </c:pt>
                <c:pt idx="5763">
                  <c:v>3.9245901639344267</c:v>
                </c:pt>
                <c:pt idx="5764">
                  <c:v>3.9557377049180329</c:v>
                </c:pt>
                <c:pt idx="5765">
                  <c:v>4.0065573770491811</c:v>
                </c:pt>
                <c:pt idx="5766">
                  <c:v>4.0180327868852466</c:v>
                </c:pt>
                <c:pt idx="5767">
                  <c:v>3.9901639344262296</c:v>
                </c:pt>
                <c:pt idx="5768">
                  <c:v>4.1590163934426236</c:v>
                </c:pt>
                <c:pt idx="5769">
                  <c:v>4.0704918032786885</c:v>
                </c:pt>
                <c:pt idx="5770">
                  <c:v>4.2377049180327875</c:v>
                </c:pt>
                <c:pt idx="5771">
                  <c:v>4.3836065573770489</c:v>
                </c:pt>
                <c:pt idx="5772">
                  <c:v>4.3377049180327871</c:v>
                </c:pt>
                <c:pt idx="5773">
                  <c:v>4.4377049180327868</c:v>
                </c:pt>
                <c:pt idx="5774">
                  <c:v>4.4344262295081975</c:v>
                </c:pt>
                <c:pt idx="5775">
                  <c:v>4.1836065573770496</c:v>
                </c:pt>
                <c:pt idx="5776">
                  <c:v>4.113114754098361</c:v>
                </c:pt>
                <c:pt idx="5777">
                  <c:v>4.1180327868852462</c:v>
                </c:pt>
                <c:pt idx="5778">
                  <c:v>4.1868852459016397</c:v>
                </c:pt>
                <c:pt idx="5779">
                  <c:v>4.334426229508197</c:v>
                </c:pt>
                <c:pt idx="5780">
                  <c:v>4.2737704918032788</c:v>
                </c:pt>
                <c:pt idx="5781">
                  <c:v>4.2918032786885245</c:v>
                </c:pt>
                <c:pt idx="5782">
                  <c:v>4.3672131147540991</c:v>
                </c:pt>
                <c:pt idx="5783">
                  <c:v>4.2721311475409838</c:v>
                </c:pt>
                <c:pt idx="5784">
                  <c:v>4.2950819672131146</c:v>
                </c:pt>
                <c:pt idx="5785">
                  <c:v>4.3032786885245908</c:v>
                </c:pt>
                <c:pt idx="5786">
                  <c:v>4.278688524590164</c:v>
                </c:pt>
                <c:pt idx="5787">
                  <c:v>4.2409836065573776</c:v>
                </c:pt>
                <c:pt idx="5788">
                  <c:v>4.1967213114754101</c:v>
                </c:pt>
                <c:pt idx="5789">
                  <c:v>4.2295081967213122</c:v>
                </c:pt>
                <c:pt idx="5790">
                  <c:v>4.2573770491803282</c:v>
                </c:pt>
                <c:pt idx="5791">
                  <c:v>4.2344262295081965</c:v>
                </c:pt>
                <c:pt idx="5792">
                  <c:v>4.1770491803278693</c:v>
                </c:pt>
                <c:pt idx="5793">
                  <c:v>4.081967213114754</c:v>
                </c:pt>
                <c:pt idx="5794">
                  <c:v>4.1655737704918039</c:v>
                </c:pt>
                <c:pt idx="5795">
                  <c:v>4.1524590163934425</c:v>
                </c:pt>
                <c:pt idx="5796">
                  <c:v>4.1049180327868857</c:v>
                </c:pt>
                <c:pt idx="5797">
                  <c:v>4.0786885245901638</c:v>
                </c:pt>
                <c:pt idx="5798">
                  <c:v>4.055737704918033</c:v>
                </c:pt>
                <c:pt idx="5799">
                  <c:v>4.003278688524591</c:v>
                </c:pt>
                <c:pt idx="5800">
                  <c:v>4.0442622950819676</c:v>
                </c:pt>
                <c:pt idx="5801">
                  <c:v>4.0213114754098367</c:v>
                </c:pt>
                <c:pt idx="5802">
                  <c:v>4.2049180327868854</c:v>
                </c:pt>
                <c:pt idx="5803">
                  <c:v>4.1557377049180335</c:v>
                </c:pt>
                <c:pt idx="5804">
                  <c:v>4.1622950819672138</c:v>
                </c:pt>
                <c:pt idx="5805">
                  <c:v>4.1196721311475413</c:v>
                </c:pt>
                <c:pt idx="5806">
                  <c:v>4.2278688524590162</c:v>
                </c:pt>
                <c:pt idx="5807">
                  <c:v>4.2606557377049183</c:v>
                </c:pt>
                <c:pt idx="5808">
                  <c:v>4.3163934426229504</c:v>
                </c:pt>
                <c:pt idx="5809">
                  <c:v>4.2967213114754106</c:v>
                </c:pt>
                <c:pt idx="5810">
                  <c:v>4.2409836065573776</c:v>
                </c:pt>
                <c:pt idx="5811">
                  <c:v>4.1032786885245907</c:v>
                </c:pt>
                <c:pt idx="5812">
                  <c:v>4.0049180327868852</c:v>
                </c:pt>
                <c:pt idx="5813">
                  <c:v>3.8852459016393444</c:v>
                </c:pt>
                <c:pt idx="5814">
                  <c:v>3.7918032786885245</c:v>
                </c:pt>
                <c:pt idx="5815">
                  <c:v>3.7032786885245903</c:v>
                </c:pt>
                <c:pt idx="5816">
                  <c:v>3.639344262295082</c:v>
                </c:pt>
                <c:pt idx="5817">
                  <c:v>3.7573770491803282</c:v>
                </c:pt>
                <c:pt idx="5818">
                  <c:v>3.8245901639344262</c:v>
                </c:pt>
                <c:pt idx="5819">
                  <c:v>3.8524590163934427</c:v>
                </c:pt>
                <c:pt idx="5820">
                  <c:v>3.8098360655737706</c:v>
                </c:pt>
                <c:pt idx="5821">
                  <c:v>3.8540983606557382</c:v>
                </c:pt>
                <c:pt idx="5822">
                  <c:v>3.8377049180327871</c:v>
                </c:pt>
                <c:pt idx="5823">
                  <c:v>3.8557377049180328</c:v>
                </c:pt>
                <c:pt idx="5824">
                  <c:v>3.9196721311475411</c:v>
                </c:pt>
                <c:pt idx="5825">
                  <c:v>3.9393442622950823</c:v>
                </c:pt>
                <c:pt idx="5826">
                  <c:v>3.9819672131147543</c:v>
                </c:pt>
                <c:pt idx="5827">
                  <c:v>3.8950819672131152</c:v>
                </c:pt>
                <c:pt idx="5828">
                  <c:v>3.9114754098360658</c:v>
                </c:pt>
                <c:pt idx="5829">
                  <c:v>3.9688524590163938</c:v>
                </c:pt>
                <c:pt idx="5830">
                  <c:v>4.0442622950819676</c:v>
                </c:pt>
                <c:pt idx="5831">
                  <c:v>4.113114754098361</c:v>
                </c:pt>
                <c:pt idx="5832">
                  <c:v>4.0786885245901638</c:v>
                </c:pt>
                <c:pt idx="5833">
                  <c:v>4.0508196721311478</c:v>
                </c:pt>
                <c:pt idx="5834">
                  <c:v>3.9950819672131153</c:v>
                </c:pt>
                <c:pt idx="5835">
                  <c:v>4</c:v>
                </c:pt>
                <c:pt idx="5836">
                  <c:v>3.918032786885246</c:v>
                </c:pt>
                <c:pt idx="5837">
                  <c:v>3.9573770491803284</c:v>
                </c:pt>
                <c:pt idx="5838">
                  <c:v>3.9983606557377054</c:v>
                </c:pt>
                <c:pt idx="5839">
                  <c:v>3.9737704918032786</c:v>
                </c:pt>
                <c:pt idx="5840">
                  <c:v>3.9327868852459016</c:v>
                </c:pt>
                <c:pt idx="5841">
                  <c:v>3.8819672131147542</c:v>
                </c:pt>
                <c:pt idx="5842">
                  <c:v>3.8803278688524596</c:v>
                </c:pt>
                <c:pt idx="5843">
                  <c:v>3.8491803278688526</c:v>
                </c:pt>
                <c:pt idx="5844">
                  <c:v>3.9</c:v>
                </c:pt>
                <c:pt idx="5845">
                  <c:v>3.9213114754098366</c:v>
                </c:pt>
                <c:pt idx="5846">
                  <c:v>3.9967213114754099</c:v>
                </c:pt>
                <c:pt idx="5847">
                  <c:v>3.9377049180327872</c:v>
                </c:pt>
                <c:pt idx="5848">
                  <c:v>3.9</c:v>
                </c:pt>
                <c:pt idx="5849">
                  <c:v>3.9672131147540983</c:v>
                </c:pt>
                <c:pt idx="5850">
                  <c:v>3.9278688524590168</c:v>
                </c:pt>
                <c:pt idx="5851">
                  <c:v>3.9016393442622954</c:v>
                </c:pt>
                <c:pt idx="5852">
                  <c:v>3.8459016393442629</c:v>
                </c:pt>
                <c:pt idx="5853">
                  <c:v>3.8311475409836069</c:v>
                </c:pt>
                <c:pt idx="5854">
                  <c:v>3.9295081967213115</c:v>
                </c:pt>
                <c:pt idx="5855">
                  <c:v>3.9803278688524593</c:v>
                </c:pt>
                <c:pt idx="5856">
                  <c:v>4.0803278688524589</c:v>
                </c:pt>
                <c:pt idx="5857">
                  <c:v>4.2</c:v>
                </c:pt>
                <c:pt idx="5858">
                  <c:v>4.1770491803278693</c:v>
                </c:pt>
                <c:pt idx="5859">
                  <c:v>4.139344262295082</c:v>
                </c:pt>
                <c:pt idx="5860">
                  <c:v>4.111475409836066</c:v>
                </c:pt>
                <c:pt idx="5861">
                  <c:v>4.2393442622950825</c:v>
                </c:pt>
                <c:pt idx="5862">
                  <c:v>4.3590163934426229</c:v>
                </c:pt>
                <c:pt idx="5863">
                  <c:v>4.2950819672131146</c:v>
                </c:pt>
                <c:pt idx="5864">
                  <c:v>4.3967213114754102</c:v>
                </c:pt>
                <c:pt idx="5865">
                  <c:v>4.3278688524590168</c:v>
                </c:pt>
                <c:pt idx="5866">
                  <c:v>4.3262295081967217</c:v>
                </c:pt>
                <c:pt idx="5867">
                  <c:v>4.3885245901639349</c:v>
                </c:pt>
                <c:pt idx="5868">
                  <c:v>4.363934426229509</c:v>
                </c:pt>
                <c:pt idx="5869">
                  <c:v>4.4065573770491806</c:v>
                </c:pt>
                <c:pt idx="5870">
                  <c:v>4.39016393442623</c:v>
                </c:pt>
                <c:pt idx="5871">
                  <c:v>4.4426229508196728</c:v>
                </c:pt>
                <c:pt idx="5872">
                  <c:v>4.4901639344262296</c:v>
                </c:pt>
                <c:pt idx="5873">
                  <c:v>4.4016393442622954</c:v>
                </c:pt>
                <c:pt idx="5874">
                  <c:v>4.4032786885245905</c:v>
                </c:pt>
                <c:pt idx="5875">
                  <c:v>4.4295081967213115</c:v>
                </c:pt>
                <c:pt idx="5876">
                  <c:v>4.3049180327868859</c:v>
                </c:pt>
                <c:pt idx="5877">
                  <c:v>4.2573770491803282</c:v>
                </c:pt>
                <c:pt idx="5878">
                  <c:v>4.2704918032786887</c:v>
                </c:pt>
                <c:pt idx="5879">
                  <c:v>4.3819672131147547</c:v>
                </c:pt>
                <c:pt idx="5880">
                  <c:v>4.3016393442622949</c:v>
                </c:pt>
                <c:pt idx="5881">
                  <c:v>4.3196721311475414</c:v>
                </c:pt>
                <c:pt idx="5882">
                  <c:v>4.1983606557377051</c:v>
                </c:pt>
                <c:pt idx="5883">
                  <c:v>4.252459016393443</c:v>
                </c:pt>
                <c:pt idx="5884">
                  <c:v>4.2901639344262303</c:v>
                </c:pt>
                <c:pt idx="5885">
                  <c:v>4.3885245901639349</c:v>
                </c:pt>
                <c:pt idx="5886">
                  <c:v>4.4704918032786889</c:v>
                </c:pt>
                <c:pt idx="5887">
                  <c:v>4.444262295081967</c:v>
                </c:pt>
                <c:pt idx="5888">
                  <c:v>4.3131147540983603</c:v>
                </c:pt>
                <c:pt idx="5889">
                  <c:v>4.3229508196721316</c:v>
                </c:pt>
                <c:pt idx="5890">
                  <c:v>4.4393442622950818</c:v>
                </c:pt>
                <c:pt idx="5891">
                  <c:v>4.4245901639344263</c:v>
                </c:pt>
                <c:pt idx="5892">
                  <c:v>4.5065573770491802</c:v>
                </c:pt>
                <c:pt idx="5893">
                  <c:v>4.4934426229508198</c:v>
                </c:pt>
                <c:pt idx="5894">
                  <c:v>4.4672131147540988</c:v>
                </c:pt>
                <c:pt idx="5895">
                  <c:v>4.4016393442622954</c:v>
                </c:pt>
                <c:pt idx="5896">
                  <c:v>4.5098360655737713</c:v>
                </c:pt>
                <c:pt idx="5897">
                  <c:v>4.5245901639344268</c:v>
                </c:pt>
                <c:pt idx="5898">
                  <c:v>4.5344262295081972</c:v>
                </c:pt>
                <c:pt idx="5899">
                  <c:v>4.4311475409836074</c:v>
                </c:pt>
                <c:pt idx="5900">
                  <c:v>4.4868852459016395</c:v>
                </c:pt>
                <c:pt idx="5901">
                  <c:v>4.3770491803278686</c:v>
                </c:pt>
                <c:pt idx="5902">
                  <c:v>4.444262295081967</c:v>
                </c:pt>
                <c:pt idx="5903">
                  <c:v>4.5196721311475416</c:v>
                </c:pt>
                <c:pt idx="5904">
                  <c:v>4.5131147540983614</c:v>
                </c:pt>
                <c:pt idx="5905">
                  <c:v>4.5540983606557379</c:v>
                </c:pt>
                <c:pt idx="5906">
                  <c:v>4.5852459016393441</c:v>
                </c:pt>
                <c:pt idx="5907">
                  <c:v>4.5163934426229515</c:v>
                </c:pt>
                <c:pt idx="5908">
                  <c:v>4.4655737704918037</c:v>
                </c:pt>
                <c:pt idx="5909">
                  <c:v>4.5524590163934429</c:v>
                </c:pt>
                <c:pt idx="5910">
                  <c:v>4.4803278688524593</c:v>
                </c:pt>
                <c:pt idx="5911">
                  <c:v>4.5426229508196725</c:v>
                </c:pt>
                <c:pt idx="5912">
                  <c:v>4.4573770491803284</c:v>
                </c:pt>
                <c:pt idx="5913">
                  <c:v>4.4573770491803284</c:v>
                </c:pt>
                <c:pt idx="5914">
                  <c:v>4.4590163934426235</c:v>
                </c:pt>
                <c:pt idx="5915">
                  <c:v>4.4590163934426235</c:v>
                </c:pt>
                <c:pt idx="5916">
                  <c:v>4.5180327868852457</c:v>
                </c:pt>
                <c:pt idx="5917">
                  <c:v>4.5459016393442626</c:v>
                </c:pt>
                <c:pt idx="5918">
                  <c:v>4.4540983606557383</c:v>
                </c:pt>
                <c:pt idx="5919">
                  <c:v>4.4065573770491806</c:v>
                </c:pt>
                <c:pt idx="5920">
                  <c:v>4.4524590163934432</c:v>
                </c:pt>
                <c:pt idx="5921">
                  <c:v>4.4196721311475411</c:v>
                </c:pt>
                <c:pt idx="5922">
                  <c:v>4.3983606557377053</c:v>
                </c:pt>
                <c:pt idx="5923">
                  <c:v>4.2590163934426233</c:v>
                </c:pt>
                <c:pt idx="5924">
                  <c:v>4.111475409836066</c:v>
                </c:pt>
                <c:pt idx="5925">
                  <c:v>4.2360655737704924</c:v>
                </c:pt>
                <c:pt idx="5926">
                  <c:v>4.0934426229508194</c:v>
                </c:pt>
                <c:pt idx="5927">
                  <c:v>3.79344262295082</c:v>
                </c:pt>
                <c:pt idx="5928">
                  <c:v>3.7721311475409842</c:v>
                </c:pt>
                <c:pt idx="5929">
                  <c:v>3.8360655737704916</c:v>
                </c:pt>
                <c:pt idx="5930">
                  <c:v>3.6983606557377051</c:v>
                </c:pt>
                <c:pt idx="5931">
                  <c:v>3.6901639344262298</c:v>
                </c:pt>
                <c:pt idx="5932">
                  <c:v>3.5885245901639347</c:v>
                </c:pt>
                <c:pt idx="5933">
                  <c:v>3.6508196721311479</c:v>
                </c:pt>
                <c:pt idx="5934">
                  <c:v>3.6049180327868853</c:v>
                </c:pt>
                <c:pt idx="5935">
                  <c:v>3.5032786885245906</c:v>
                </c:pt>
                <c:pt idx="5936">
                  <c:v>3.5081967213114753</c:v>
                </c:pt>
                <c:pt idx="5937">
                  <c:v>3.4229508196721312</c:v>
                </c:pt>
                <c:pt idx="5938">
                  <c:v>3.3475409836065579</c:v>
                </c:pt>
                <c:pt idx="5939">
                  <c:v>3.3721311475409839</c:v>
                </c:pt>
                <c:pt idx="5940">
                  <c:v>3.3540983606557382</c:v>
                </c:pt>
                <c:pt idx="5941">
                  <c:v>3.3819672131147542</c:v>
                </c:pt>
                <c:pt idx="5942">
                  <c:v>3.5852459016393445</c:v>
                </c:pt>
                <c:pt idx="5943">
                  <c:v>3.3590163934426229</c:v>
                </c:pt>
                <c:pt idx="5944">
                  <c:v>3.4196721311475411</c:v>
                </c:pt>
                <c:pt idx="5945">
                  <c:v>3.4278688524590164</c:v>
                </c:pt>
                <c:pt idx="5946">
                  <c:v>3.4655737704918037</c:v>
                </c:pt>
                <c:pt idx="5947">
                  <c:v>3.4590163934426235</c:v>
                </c:pt>
                <c:pt idx="5948">
                  <c:v>3.5688524590163935</c:v>
                </c:pt>
                <c:pt idx="5949">
                  <c:v>3.5409836065573774</c:v>
                </c:pt>
                <c:pt idx="5950">
                  <c:v>3.5081967213114753</c:v>
                </c:pt>
                <c:pt idx="5951">
                  <c:v>3.5803278688524593</c:v>
                </c:pt>
                <c:pt idx="5952">
                  <c:v>3.5459016393442622</c:v>
                </c:pt>
                <c:pt idx="5953">
                  <c:v>3.7049180327868858</c:v>
                </c:pt>
                <c:pt idx="5954">
                  <c:v>3.6622950819672133</c:v>
                </c:pt>
                <c:pt idx="5955">
                  <c:v>3.7983606557377052</c:v>
                </c:pt>
                <c:pt idx="5956">
                  <c:v>3.8622950819672131</c:v>
                </c:pt>
                <c:pt idx="5957">
                  <c:v>3.8524590163934427</c:v>
                </c:pt>
                <c:pt idx="5958">
                  <c:v>3.8885245901639345</c:v>
                </c:pt>
                <c:pt idx="5959">
                  <c:v>4.0081967213114753</c:v>
                </c:pt>
                <c:pt idx="5960">
                  <c:v>3.9278688524590168</c:v>
                </c:pt>
                <c:pt idx="5961">
                  <c:v>3.9081967213114757</c:v>
                </c:pt>
                <c:pt idx="5962">
                  <c:v>3.8524590163934427</c:v>
                </c:pt>
                <c:pt idx="5963">
                  <c:v>3.9360655737704922</c:v>
                </c:pt>
                <c:pt idx="5964">
                  <c:v>3.944262295081967</c:v>
                </c:pt>
                <c:pt idx="5965">
                  <c:v>3.8524590163934427</c:v>
                </c:pt>
                <c:pt idx="5966">
                  <c:v>3.9229508196721312</c:v>
                </c:pt>
                <c:pt idx="5967">
                  <c:v>3.8590163934426229</c:v>
                </c:pt>
                <c:pt idx="5968">
                  <c:v>3.8672131147540987</c:v>
                </c:pt>
                <c:pt idx="5969">
                  <c:v>3.9065573770491802</c:v>
                </c:pt>
                <c:pt idx="5970">
                  <c:v>3.9262295081967213</c:v>
                </c:pt>
                <c:pt idx="5971">
                  <c:v>3.9327868852459016</c:v>
                </c:pt>
                <c:pt idx="5972">
                  <c:v>3.8704918032786888</c:v>
                </c:pt>
                <c:pt idx="5973">
                  <c:v>3.8196721311475414</c:v>
                </c:pt>
                <c:pt idx="5974">
                  <c:v>3.8360655737704916</c:v>
                </c:pt>
                <c:pt idx="5975">
                  <c:v>3.7311475409836072</c:v>
                </c:pt>
                <c:pt idx="5976">
                  <c:v>3.7786885245901645</c:v>
                </c:pt>
                <c:pt idx="5977">
                  <c:v>3.736065573770492</c:v>
                </c:pt>
                <c:pt idx="5978">
                  <c:v>3.7442622950819673</c:v>
                </c:pt>
                <c:pt idx="5979">
                  <c:v>3.7426229508196722</c:v>
                </c:pt>
                <c:pt idx="5980">
                  <c:v>3.7081967213114759</c:v>
                </c:pt>
                <c:pt idx="5981">
                  <c:v>3.7868852459016398</c:v>
                </c:pt>
                <c:pt idx="5982">
                  <c:v>3.8737704918032789</c:v>
                </c:pt>
                <c:pt idx="5983">
                  <c:v>3.9327868852459016</c:v>
                </c:pt>
                <c:pt idx="5984">
                  <c:v>3.6983606557377051</c:v>
                </c:pt>
                <c:pt idx="5985">
                  <c:v>3.4426229508196724</c:v>
                </c:pt>
                <c:pt idx="5986">
                  <c:v>3.3737704918032785</c:v>
                </c:pt>
                <c:pt idx="5987">
                  <c:v>3.4196721311475411</c:v>
                </c:pt>
                <c:pt idx="5988">
                  <c:v>3.5163934426229511</c:v>
                </c:pt>
                <c:pt idx="5989">
                  <c:v>3.4918032786885247</c:v>
                </c:pt>
                <c:pt idx="5990">
                  <c:v>3.472131147540984</c:v>
                </c:pt>
                <c:pt idx="5991">
                  <c:v>3.6000000000000005</c:v>
                </c:pt>
                <c:pt idx="5992">
                  <c:v>3.5950819672131149</c:v>
                </c:pt>
                <c:pt idx="5993">
                  <c:v>3.6081967213114758</c:v>
                </c:pt>
                <c:pt idx="5994">
                  <c:v>3.5721311475409836</c:v>
                </c:pt>
                <c:pt idx="5995">
                  <c:v>3.6278688524590166</c:v>
                </c:pt>
                <c:pt idx="5996">
                  <c:v>3.6344262295081973</c:v>
                </c:pt>
                <c:pt idx="5997">
                  <c:v>3.5327868852459021</c:v>
                </c:pt>
                <c:pt idx="5998">
                  <c:v>3.5737704918032791</c:v>
                </c:pt>
                <c:pt idx="5999">
                  <c:v>3.6147540983606561</c:v>
                </c:pt>
                <c:pt idx="6000">
                  <c:v>3.5836065573770495</c:v>
                </c:pt>
                <c:pt idx="6001">
                  <c:v>3.6016393442622952</c:v>
                </c:pt>
                <c:pt idx="6002">
                  <c:v>3.6754098360655743</c:v>
                </c:pt>
                <c:pt idx="6003">
                  <c:v>3.6344262295081973</c:v>
                </c:pt>
                <c:pt idx="6004">
                  <c:v>3.6901639344262298</c:v>
                </c:pt>
                <c:pt idx="6005">
                  <c:v>3.7098360655737705</c:v>
                </c:pt>
                <c:pt idx="6006">
                  <c:v>3.6590163934426232</c:v>
                </c:pt>
                <c:pt idx="6007">
                  <c:v>3.6409836065573775</c:v>
                </c:pt>
                <c:pt idx="6008">
                  <c:v>3.6508196721311479</c:v>
                </c:pt>
                <c:pt idx="6009">
                  <c:v>3.5967213114754104</c:v>
                </c:pt>
                <c:pt idx="6010">
                  <c:v>3.5360655737704922</c:v>
                </c:pt>
                <c:pt idx="6011">
                  <c:v>3.5229508196721313</c:v>
                </c:pt>
                <c:pt idx="6012">
                  <c:v>3.5114754098360659</c:v>
                </c:pt>
                <c:pt idx="6013">
                  <c:v>3.416393442622951</c:v>
                </c:pt>
                <c:pt idx="6014">
                  <c:v>3.3557377049180328</c:v>
                </c:pt>
                <c:pt idx="6015">
                  <c:v>3.2901639344262299</c:v>
                </c:pt>
                <c:pt idx="6016">
                  <c:v>3.2147540983606557</c:v>
                </c:pt>
                <c:pt idx="6017">
                  <c:v>3.1606557377049183</c:v>
                </c:pt>
                <c:pt idx="6018">
                  <c:v>3.2147540983606557</c:v>
                </c:pt>
                <c:pt idx="6019">
                  <c:v>3.2442622950819673</c:v>
                </c:pt>
                <c:pt idx="6020">
                  <c:v>3.237704918032787</c:v>
                </c:pt>
                <c:pt idx="6021">
                  <c:v>3.2573770491803282</c:v>
                </c:pt>
                <c:pt idx="6022">
                  <c:v>3.2573770491803282</c:v>
                </c:pt>
                <c:pt idx="6023">
                  <c:v>3.1836065573770496</c:v>
                </c:pt>
                <c:pt idx="6024">
                  <c:v>3.1819672131147545</c:v>
                </c:pt>
                <c:pt idx="6025">
                  <c:v>3.3147540983606558</c:v>
                </c:pt>
                <c:pt idx="6026">
                  <c:v>3.2327868852459019</c:v>
                </c:pt>
                <c:pt idx="6027">
                  <c:v>3.1508196721311474</c:v>
                </c:pt>
                <c:pt idx="6028">
                  <c:v>3.1573770491803281</c:v>
                </c:pt>
                <c:pt idx="6029">
                  <c:v>3.1672131147540985</c:v>
                </c:pt>
                <c:pt idx="6030">
                  <c:v>3.1934426229508199</c:v>
                </c:pt>
                <c:pt idx="6031">
                  <c:v>3.2704918032786887</c:v>
                </c:pt>
                <c:pt idx="6032">
                  <c:v>3.2180327868852459</c:v>
                </c:pt>
                <c:pt idx="6033">
                  <c:v>3.2049180327868854</c:v>
                </c:pt>
                <c:pt idx="6034">
                  <c:v>3.1573770491803281</c:v>
                </c:pt>
                <c:pt idx="6035">
                  <c:v>3.0524590163934429</c:v>
                </c:pt>
                <c:pt idx="6036">
                  <c:v>3.098360655737705</c:v>
                </c:pt>
                <c:pt idx="6037">
                  <c:v>3.0540983606557379</c:v>
                </c:pt>
                <c:pt idx="6038">
                  <c:v>3.0049180327868852</c:v>
                </c:pt>
                <c:pt idx="6039">
                  <c:v>2.9672131147540988</c:v>
                </c:pt>
                <c:pt idx="6040">
                  <c:v>3.0606557377049186</c:v>
                </c:pt>
                <c:pt idx="6041">
                  <c:v>3.0442622950819676</c:v>
                </c:pt>
                <c:pt idx="6042">
                  <c:v>2.9852459016393444</c:v>
                </c:pt>
                <c:pt idx="6043">
                  <c:v>2.9934426229508202</c:v>
                </c:pt>
                <c:pt idx="6044">
                  <c:v>3.0245901639344264</c:v>
                </c:pt>
                <c:pt idx="6045">
                  <c:v>3.0655737704918034</c:v>
                </c:pt>
                <c:pt idx="6046">
                  <c:v>3.0032786885245906</c:v>
                </c:pt>
                <c:pt idx="6047">
                  <c:v>2.9770491803278691</c:v>
                </c:pt>
                <c:pt idx="6048">
                  <c:v>3.0032786885245906</c:v>
                </c:pt>
                <c:pt idx="6049">
                  <c:v>3.0770491803278688</c:v>
                </c:pt>
                <c:pt idx="6050">
                  <c:v>3.0918032786885248</c:v>
                </c:pt>
                <c:pt idx="6051">
                  <c:v>3.1377049180327869</c:v>
                </c:pt>
                <c:pt idx="6052">
                  <c:v>3.1508196721311474</c:v>
                </c:pt>
                <c:pt idx="6053">
                  <c:v>3.1081967213114758</c:v>
                </c:pt>
                <c:pt idx="6054">
                  <c:v>3.0508196721311478</c:v>
                </c:pt>
                <c:pt idx="6055">
                  <c:v>3.0721311475409836</c:v>
                </c:pt>
                <c:pt idx="6056">
                  <c:v>3.1295081967213116</c:v>
                </c:pt>
                <c:pt idx="6057">
                  <c:v>3.2016393442622952</c:v>
                </c:pt>
                <c:pt idx="6058">
                  <c:v>3.1721311475409841</c:v>
                </c:pt>
                <c:pt idx="6059">
                  <c:v>3.1081967213114758</c:v>
                </c:pt>
                <c:pt idx="6060">
                  <c:v>3.098360655737705</c:v>
                </c:pt>
                <c:pt idx="6061">
                  <c:v>3.1016393442622956</c:v>
                </c:pt>
                <c:pt idx="6062">
                  <c:v>3.1131147540983606</c:v>
                </c:pt>
                <c:pt idx="6063">
                  <c:v>3.1836065573770496</c:v>
                </c:pt>
                <c:pt idx="6064">
                  <c:v>3.1426229508196726</c:v>
                </c:pt>
                <c:pt idx="6065">
                  <c:v>3.1573770491803281</c:v>
                </c:pt>
                <c:pt idx="6066">
                  <c:v>3.3032786885245899</c:v>
                </c:pt>
                <c:pt idx="6067">
                  <c:v>3.3327868852459015</c:v>
                </c:pt>
                <c:pt idx="6068">
                  <c:v>3.306557377049181</c:v>
                </c:pt>
                <c:pt idx="6069">
                  <c:v>3.3803278688524592</c:v>
                </c:pt>
                <c:pt idx="6070">
                  <c:v>3.3639344262295081</c:v>
                </c:pt>
                <c:pt idx="6071">
                  <c:v>3.2918032786885245</c:v>
                </c:pt>
                <c:pt idx="6072">
                  <c:v>3.3147540983606558</c:v>
                </c:pt>
                <c:pt idx="6073">
                  <c:v>3.221311475409836</c:v>
                </c:pt>
                <c:pt idx="6074">
                  <c:v>3.2426229508196727</c:v>
                </c:pt>
                <c:pt idx="6075">
                  <c:v>3.1836065573770496</c:v>
                </c:pt>
                <c:pt idx="6076">
                  <c:v>3.1475409836065573</c:v>
                </c:pt>
                <c:pt idx="6077">
                  <c:v>3.2442622950819673</c:v>
                </c:pt>
                <c:pt idx="6078">
                  <c:v>3.2180327868852459</c:v>
                </c:pt>
                <c:pt idx="6079">
                  <c:v>3.1754098360655743</c:v>
                </c:pt>
                <c:pt idx="6080">
                  <c:v>3.1163934426229511</c:v>
                </c:pt>
                <c:pt idx="6081">
                  <c:v>3.0606557377049186</c:v>
                </c:pt>
                <c:pt idx="6082">
                  <c:v>3.0032786885245906</c:v>
                </c:pt>
                <c:pt idx="6083">
                  <c:v>2.9803278688524593</c:v>
                </c:pt>
                <c:pt idx="6084">
                  <c:v>2.9426229508196724</c:v>
                </c:pt>
                <c:pt idx="6085">
                  <c:v>3.0590163934426231</c:v>
                </c:pt>
                <c:pt idx="6086">
                  <c:v>3.0295081967213116</c:v>
                </c:pt>
                <c:pt idx="6087">
                  <c:v>3.1147540983606561</c:v>
                </c:pt>
                <c:pt idx="6088">
                  <c:v>3.1360655737704919</c:v>
                </c:pt>
                <c:pt idx="6089">
                  <c:v>3.1180327868852462</c:v>
                </c:pt>
                <c:pt idx="6090">
                  <c:v>3.0442622950819676</c:v>
                </c:pt>
                <c:pt idx="6091">
                  <c:v>2.9786885245901642</c:v>
                </c:pt>
                <c:pt idx="6092">
                  <c:v>2.9557377049180333</c:v>
                </c:pt>
                <c:pt idx="6093">
                  <c:v>2.9262295081967218</c:v>
                </c:pt>
                <c:pt idx="6094">
                  <c:v>2.9639344262295082</c:v>
                </c:pt>
                <c:pt idx="6095">
                  <c:v>3.0360655737704918</c:v>
                </c:pt>
                <c:pt idx="6096">
                  <c:v>3.0393442622950819</c:v>
                </c:pt>
                <c:pt idx="6097">
                  <c:v>3.0065573770491807</c:v>
                </c:pt>
                <c:pt idx="6098">
                  <c:v>3.0098360655737704</c:v>
                </c:pt>
                <c:pt idx="6099">
                  <c:v>2.9475409836065576</c:v>
                </c:pt>
                <c:pt idx="6100">
                  <c:v>2.9229508196721312</c:v>
                </c:pt>
                <c:pt idx="6101">
                  <c:v>2.9672131147540988</c:v>
                </c:pt>
                <c:pt idx="6102">
                  <c:v>2.9540983606557378</c:v>
                </c:pt>
                <c:pt idx="6103">
                  <c:v>2.8803278688524592</c:v>
                </c:pt>
                <c:pt idx="6104">
                  <c:v>2.9065573770491806</c:v>
                </c:pt>
                <c:pt idx="6105">
                  <c:v>2.9213114754098362</c:v>
                </c:pt>
                <c:pt idx="6106">
                  <c:v>3.0163934426229506</c:v>
                </c:pt>
                <c:pt idx="6107">
                  <c:v>3.1196721311475413</c:v>
                </c:pt>
                <c:pt idx="6108">
                  <c:v>3.2245901639344265</c:v>
                </c:pt>
                <c:pt idx="6109">
                  <c:v>3.2114754098360656</c:v>
                </c:pt>
                <c:pt idx="6110">
                  <c:v>3.2524590163934426</c:v>
                </c:pt>
                <c:pt idx="6111">
                  <c:v>3.1868852459016397</c:v>
                </c:pt>
                <c:pt idx="6112">
                  <c:v>3.180327868852459</c:v>
                </c:pt>
                <c:pt idx="6113">
                  <c:v>3.1573770491803281</c:v>
                </c:pt>
                <c:pt idx="6114">
                  <c:v>3.1590163934426232</c:v>
                </c:pt>
                <c:pt idx="6115">
                  <c:v>3.098360655737705</c:v>
                </c:pt>
                <c:pt idx="6116">
                  <c:v>3.0852459016393445</c:v>
                </c:pt>
                <c:pt idx="6117">
                  <c:v>3.0213114754098362</c:v>
                </c:pt>
                <c:pt idx="6118">
                  <c:v>3.070491803278689</c:v>
                </c:pt>
                <c:pt idx="6119">
                  <c:v>3.1196721311475413</c:v>
                </c:pt>
                <c:pt idx="6120">
                  <c:v>3.1049180327868857</c:v>
                </c:pt>
                <c:pt idx="6121">
                  <c:v>3.1524590163934429</c:v>
                </c:pt>
                <c:pt idx="6122">
                  <c:v>3.278688524590164</c:v>
                </c:pt>
                <c:pt idx="6123">
                  <c:v>3.4655737704918037</c:v>
                </c:pt>
                <c:pt idx="6124">
                  <c:v>3.6163934426229507</c:v>
                </c:pt>
                <c:pt idx="6125">
                  <c:v>3.7131147540983607</c:v>
                </c:pt>
                <c:pt idx="6126">
                  <c:v>3.7</c:v>
                </c:pt>
                <c:pt idx="6127">
                  <c:v>3.8032786885245904</c:v>
                </c:pt>
                <c:pt idx="6128">
                  <c:v>3.8639344262295086</c:v>
                </c:pt>
                <c:pt idx="6129">
                  <c:v>3.8180327868852459</c:v>
                </c:pt>
                <c:pt idx="6130">
                  <c:v>3.7311475409836072</c:v>
                </c:pt>
                <c:pt idx="6131">
                  <c:v>3.7131147540983607</c:v>
                </c:pt>
                <c:pt idx="6132">
                  <c:v>3.7704918032786887</c:v>
                </c:pt>
                <c:pt idx="6133">
                  <c:v>3.7114754098360661</c:v>
                </c:pt>
                <c:pt idx="6134">
                  <c:v>3.8081967213114756</c:v>
                </c:pt>
                <c:pt idx="6135">
                  <c:v>3.7721311475409842</c:v>
                </c:pt>
                <c:pt idx="6136">
                  <c:v>3.6819672131147545</c:v>
                </c:pt>
                <c:pt idx="6137">
                  <c:v>3.6819672131147545</c:v>
                </c:pt>
                <c:pt idx="6138">
                  <c:v>3.6196721311475408</c:v>
                </c:pt>
                <c:pt idx="6139">
                  <c:v>3.6278688524590166</c:v>
                </c:pt>
                <c:pt idx="6140">
                  <c:v>3.6459016393442623</c:v>
                </c:pt>
                <c:pt idx="6141">
                  <c:v>3.6688524590163936</c:v>
                </c:pt>
                <c:pt idx="6142">
                  <c:v>3.7491803278688529</c:v>
                </c:pt>
                <c:pt idx="6143">
                  <c:v>3.6081967213114758</c:v>
                </c:pt>
                <c:pt idx="6144">
                  <c:v>3.6377049180327874</c:v>
                </c:pt>
                <c:pt idx="6145">
                  <c:v>3.6295081967213116</c:v>
                </c:pt>
                <c:pt idx="6146">
                  <c:v>3.5819672131147544</c:v>
                </c:pt>
                <c:pt idx="6147">
                  <c:v>3.5639344262295083</c:v>
                </c:pt>
                <c:pt idx="6148">
                  <c:v>3.6639344262295088</c:v>
                </c:pt>
                <c:pt idx="6149">
                  <c:v>3.6295081967213116</c:v>
                </c:pt>
                <c:pt idx="6150">
                  <c:v>3.6229508196721314</c:v>
                </c:pt>
                <c:pt idx="6151">
                  <c:v>3.6049180327868853</c:v>
                </c:pt>
                <c:pt idx="6152">
                  <c:v>3.6196721311475408</c:v>
                </c:pt>
                <c:pt idx="6153">
                  <c:v>3.6459016393442623</c:v>
                </c:pt>
                <c:pt idx="6154">
                  <c:v>3.736065573770492</c:v>
                </c:pt>
                <c:pt idx="6155">
                  <c:v>3.6147540983606561</c:v>
                </c:pt>
                <c:pt idx="6156">
                  <c:v>3.5868852459016396</c:v>
                </c:pt>
                <c:pt idx="6157">
                  <c:v>3.5803278688524593</c:v>
                </c:pt>
                <c:pt idx="6158">
                  <c:v>3.6163934426229507</c:v>
                </c:pt>
                <c:pt idx="6159">
                  <c:v>3.6475409836065578</c:v>
                </c:pt>
                <c:pt idx="6160">
                  <c:v>3.570491803278689</c:v>
                </c:pt>
                <c:pt idx="6161">
                  <c:v>3.4950819672131148</c:v>
                </c:pt>
                <c:pt idx="6162">
                  <c:v>3.5016393442622951</c:v>
                </c:pt>
                <c:pt idx="6163">
                  <c:v>3.4688524590163938</c:v>
                </c:pt>
                <c:pt idx="6164">
                  <c:v>3.542622950819672</c:v>
                </c:pt>
                <c:pt idx="6165">
                  <c:v>3.5442622950819676</c:v>
                </c:pt>
                <c:pt idx="6166">
                  <c:v>3.639344262295082</c:v>
                </c:pt>
                <c:pt idx="6167">
                  <c:v>3.6000000000000005</c:v>
                </c:pt>
                <c:pt idx="6168">
                  <c:v>3.5491803278688523</c:v>
                </c:pt>
                <c:pt idx="6169">
                  <c:v>3.5032786885245906</c:v>
                </c:pt>
                <c:pt idx="6170">
                  <c:v>3.5032786885245906</c:v>
                </c:pt>
                <c:pt idx="6171">
                  <c:v>3.4688524590163938</c:v>
                </c:pt>
                <c:pt idx="6172">
                  <c:v>3.5491803278688523</c:v>
                </c:pt>
                <c:pt idx="6173">
                  <c:v>3.5459016393442622</c:v>
                </c:pt>
                <c:pt idx="6174">
                  <c:v>3.457377049180328</c:v>
                </c:pt>
                <c:pt idx="6175">
                  <c:v>3.4622950819672136</c:v>
                </c:pt>
                <c:pt idx="6176">
                  <c:v>3.4983606557377049</c:v>
                </c:pt>
                <c:pt idx="6177">
                  <c:v>3.4704918032786889</c:v>
                </c:pt>
                <c:pt idx="6178">
                  <c:v>3.4868852459016395</c:v>
                </c:pt>
                <c:pt idx="6179">
                  <c:v>3.5639344262295083</c:v>
                </c:pt>
                <c:pt idx="6180">
                  <c:v>3.5196721311475412</c:v>
                </c:pt>
                <c:pt idx="6181">
                  <c:v>3.4540983606557378</c:v>
                </c:pt>
                <c:pt idx="6182">
                  <c:v>3.4950819672131148</c:v>
                </c:pt>
                <c:pt idx="6183">
                  <c:v>3.4295081967213119</c:v>
                </c:pt>
                <c:pt idx="6184">
                  <c:v>3.3983606557377053</c:v>
                </c:pt>
                <c:pt idx="6185">
                  <c:v>3.3868852459016394</c:v>
                </c:pt>
                <c:pt idx="6186">
                  <c:v>3.2491803278688529</c:v>
                </c:pt>
                <c:pt idx="6187">
                  <c:v>3.2131147540983611</c:v>
                </c:pt>
                <c:pt idx="6188">
                  <c:v>3.1852459016393442</c:v>
                </c:pt>
                <c:pt idx="6189">
                  <c:v>3.1983606557377056</c:v>
                </c:pt>
                <c:pt idx="6190">
                  <c:v>3.2</c:v>
                </c:pt>
                <c:pt idx="6191">
                  <c:v>3.2</c:v>
                </c:pt>
                <c:pt idx="6192">
                  <c:v>3.1557377049180331</c:v>
                </c:pt>
                <c:pt idx="6193">
                  <c:v>3.1737704918032787</c:v>
                </c:pt>
                <c:pt idx="6194">
                  <c:v>3.1344262295081973</c:v>
                </c:pt>
                <c:pt idx="6195">
                  <c:v>3.1622950819672133</c:v>
                </c:pt>
                <c:pt idx="6196">
                  <c:v>3.2262295081967216</c:v>
                </c:pt>
                <c:pt idx="6197">
                  <c:v>3.2147540983606557</c:v>
                </c:pt>
                <c:pt idx="6198">
                  <c:v>3.1688524590163936</c:v>
                </c:pt>
                <c:pt idx="6199">
                  <c:v>3.1983606557377056</c:v>
                </c:pt>
                <c:pt idx="6200">
                  <c:v>3.1442622950819672</c:v>
                </c:pt>
                <c:pt idx="6201">
                  <c:v>3.1360655737704919</c:v>
                </c:pt>
                <c:pt idx="6202">
                  <c:v>3.1491803278688528</c:v>
                </c:pt>
                <c:pt idx="6203">
                  <c:v>3.0934426229508198</c:v>
                </c:pt>
                <c:pt idx="6204">
                  <c:v>2.9967213114754103</c:v>
                </c:pt>
                <c:pt idx="6205">
                  <c:v>2.9590163934426235</c:v>
                </c:pt>
                <c:pt idx="6206">
                  <c:v>3.0163934426229506</c:v>
                </c:pt>
                <c:pt idx="6207">
                  <c:v>2.9852459016393444</c:v>
                </c:pt>
                <c:pt idx="6208">
                  <c:v>2.9098360655737707</c:v>
                </c:pt>
                <c:pt idx="6209">
                  <c:v>2.9770491803278691</c:v>
                </c:pt>
                <c:pt idx="6210">
                  <c:v>3.070491803278689</c:v>
                </c:pt>
                <c:pt idx="6211">
                  <c:v>3.1262295081967215</c:v>
                </c:pt>
                <c:pt idx="6212">
                  <c:v>3.1409836065573771</c:v>
                </c:pt>
                <c:pt idx="6213">
                  <c:v>3.1590163934426232</c:v>
                </c:pt>
                <c:pt idx="6214">
                  <c:v>3.1836065573770496</c:v>
                </c:pt>
                <c:pt idx="6215">
                  <c:v>3.1868852459016397</c:v>
                </c:pt>
                <c:pt idx="6216">
                  <c:v>3.180327868852459</c:v>
                </c:pt>
                <c:pt idx="6217">
                  <c:v>3.1524590163934429</c:v>
                </c:pt>
                <c:pt idx="6218">
                  <c:v>3.2278688524590167</c:v>
                </c:pt>
                <c:pt idx="6219">
                  <c:v>3.2360655737704915</c:v>
                </c:pt>
                <c:pt idx="6220">
                  <c:v>3.2016393442622952</c:v>
                </c:pt>
                <c:pt idx="6221">
                  <c:v>3.1655737704918034</c:v>
                </c:pt>
                <c:pt idx="6222">
                  <c:v>3.2065573770491804</c:v>
                </c:pt>
                <c:pt idx="6223">
                  <c:v>3.2590163934426228</c:v>
                </c:pt>
                <c:pt idx="6224">
                  <c:v>3.2327868852459019</c:v>
                </c:pt>
                <c:pt idx="6225">
                  <c:v>3.2983606557377052</c:v>
                </c:pt>
                <c:pt idx="6226">
                  <c:v>3.3442622950819674</c:v>
                </c:pt>
                <c:pt idx="6227">
                  <c:v>3.3590163934426229</c:v>
                </c:pt>
                <c:pt idx="6228">
                  <c:v>3.3901639344262295</c:v>
                </c:pt>
                <c:pt idx="6229">
                  <c:v>3.4590163934426235</c:v>
                </c:pt>
                <c:pt idx="6230">
                  <c:v>3.4934426229508198</c:v>
                </c:pt>
                <c:pt idx="6231">
                  <c:v>3.4491803278688526</c:v>
                </c:pt>
                <c:pt idx="6232">
                  <c:v>3.5049180327868852</c:v>
                </c:pt>
                <c:pt idx="6233">
                  <c:v>3.3836065573770493</c:v>
                </c:pt>
                <c:pt idx="6234">
                  <c:v>3.2245901639344265</c:v>
                </c:pt>
                <c:pt idx="6235">
                  <c:v>3.1983606557377056</c:v>
                </c:pt>
                <c:pt idx="6236">
                  <c:v>2.9950819672131148</c:v>
                </c:pt>
                <c:pt idx="6237">
                  <c:v>2.973770491803279</c:v>
                </c:pt>
                <c:pt idx="6238">
                  <c:v>2.9836065573770494</c:v>
                </c:pt>
                <c:pt idx="6239">
                  <c:v>2.9852459016393444</c:v>
                </c:pt>
                <c:pt idx="6240">
                  <c:v>3.0049180327868852</c:v>
                </c:pt>
                <c:pt idx="6241">
                  <c:v>3.0885245901639347</c:v>
                </c:pt>
                <c:pt idx="6242">
                  <c:v>3.0540983606557379</c:v>
                </c:pt>
                <c:pt idx="6243">
                  <c:v>3.0918032786885248</c:v>
                </c:pt>
                <c:pt idx="6244">
                  <c:v>3.1491803278688528</c:v>
                </c:pt>
                <c:pt idx="6245">
                  <c:v>3.1459016393442627</c:v>
                </c:pt>
                <c:pt idx="6246">
                  <c:v>3.2688524590163937</c:v>
                </c:pt>
                <c:pt idx="6247">
                  <c:v>3.2639344262295085</c:v>
                </c:pt>
                <c:pt idx="6248">
                  <c:v>3.221311475409836</c:v>
                </c:pt>
                <c:pt idx="6249">
                  <c:v>3.2721311475409838</c:v>
                </c:pt>
                <c:pt idx="6250">
                  <c:v>3.2278688524590167</c:v>
                </c:pt>
                <c:pt idx="6251">
                  <c:v>3.1606557377049183</c:v>
                </c:pt>
                <c:pt idx="6252">
                  <c:v>3.2049180327868854</c:v>
                </c:pt>
                <c:pt idx="6253">
                  <c:v>3.1754098360655743</c:v>
                </c:pt>
                <c:pt idx="6254">
                  <c:v>3.1278688524590161</c:v>
                </c:pt>
                <c:pt idx="6255">
                  <c:v>3.124590163934426</c:v>
                </c:pt>
                <c:pt idx="6256">
                  <c:v>3.0901639344262297</c:v>
                </c:pt>
                <c:pt idx="6257">
                  <c:v>3.1737704918032787</c:v>
                </c:pt>
                <c:pt idx="6258">
                  <c:v>3.2114754098360656</c:v>
                </c:pt>
                <c:pt idx="6259">
                  <c:v>3.1229508196721314</c:v>
                </c:pt>
                <c:pt idx="6260">
                  <c:v>3.1032786885245902</c:v>
                </c:pt>
                <c:pt idx="6261">
                  <c:v>3.0606557377049186</c:v>
                </c:pt>
                <c:pt idx="6262">
                  <c:v>3.0000000000000004</c:v>
                </c:pt>
                <c:pt idx="6263">
                  <c:v>2.932786885245902</c:v>
                </c:pt>
                <c:pt idx="6264">
                  <c:v>2.9688524590163934</c:v>
                </c:pt>
                <c:pt idx="6265">
                  <c:v>2.9491803278688522</c:v>
                </c:pt>
                <c:pt idx="6266">
                  <c:v>2.9229508196721312</c:v>
                </c:pt>
                <c:pt idx="6267">
                  <c:v>2.8786885245901641</c:v>
                </c:pt>
                <c:pt idx="6268">
                  <c:v>2.9278688524590164</c:v>
                </c:pt>
                <c:pt idx="6269">
                  <c:v>2.9360655737704922</c:v>
                </c:pt>
                <c:pt idx="6270">
                  <c:v>2.9147540983606559</c:v>
                </c:pt>
                <c:pt idx="6271">
                  <c:v>2.9459016393442621</c:v>
                </c:pt>
                <c:pt idx="6272">
                  <c:v>2.9409836065573773</c:v>
                </c:pt>
                <c:pt idx="6273">
                  <c:v>2.9393442622950823</c:v>
                </c:pt>
                <c:pt idx="6274">
                  <c:v>2.9770491803278691</c:v>
                </c:pt>
                <c:pt idx="6275">
                  <c:v>2.9229508196721312</c:v>
                </c:pt>
                <c:pt idx="6276">
                  <c:v>2.8852459016393448</c:v>
                </c:pt>
                <c:pt idx="6277">
                  <c:v>2.8491803278688526</c:v>
                </c:pt>
                <c:pt idx="6278">
                  <c:v>2.8147540983606563</c:v>
                </c:pt>
                <c:pt idx="6279">
                  <c:v>2.8311475409836064</c:v>
                </c:pt>
                <c:pt idx="6280">
                  <c:v>2.8573770491803279</c:v>
                </c:pt>
                <c:pt idx="6281">
                  <c:v>2.8540983606557377</c:v>
                </c:pt>
                <c:pt idx="6282">
                  <c:v>2.8098360655737706</c:v>
                </c:pt>
                <c:pt idx="6283">
                  <c:v>2.8721311475409839</c:v>
                </c:pt>
                <c:pt idx="6284">
                  <c:v>2.9213114754098362</c:v>
                </c:pt>
                <c:pt idx="6285">
                  <c:v>2.8934426229508197</c:v>
                </c:pt>
                <c:pt idx="6286">
                  <c:v>2.9803278688524593</c:v>
                </c:pt>
                <c:pt idx="6287">
                  <c:v>2.9639344262295082</c:v>
                </c:pt>
                <c:pt idx="6288">
                  <c:v>2.8950819672131147</c:v>
                </c:pt>
                <c:pt idx="6289">
                  <c:v>2.8786885245901641</c:v>
                </c:pt>
                <c:pt idx="6290">
                  <c:v>2.8655737704918036</c:v>
                </c:pt>
                <c:pt idx="6291">
                  <c:v>2.8540983606557377</c:v>
                </c:pt>
                <c:pt idx="6292">
                  <c:v>2.9081967213114752</c:v>
                </c:pt>
                <c:pt idx="6293">
                  <c:v>2.8491803278688526</c:v>
                </c:pt>
                <c:pt idx="6294">
                  <c:v>2.8377049180327867</c:v>
                </c:pt>
                <c:pt idx="6295">
                  <c:v>2.8278688524590168</c:v>
                </c:pt>
                <c:pt idx="6296">
                  <c:v>2.7721311475409838</c:v>
                </c:pt>
                <c:pt idx="6297">
                  <c:v>2.7934426229508196</c:v>
                </c:pt>
                <c:pt idx="6298">
                  <c:v>2.8032786885245904</c:v>
                </c:pt>
                <c:pt idx="6299">
                  <c:v>2.7655737704918035</c:v>
                </c:pt>
                <c:pt idx="6300">
                  <c:v>2.778688524590164</c:v>
                </c:pt>
                <c:pt idx="6301">
                  <c:v>2.7459016393442623</c:v>
                </c:pt>
                <c:pt idx="6302">
                  <c:v>2.7245901639344265</c:v>
                </c:pt>
                <c:pt idx="6303">
                  <c:v>2.7065573770491809</c:v>
                </c:pt>
                <c:pt idx="6304">
                  <c:v>2.737704918032787</c:v>
                </c:pt>
                <c:pt idx="6305">
                  <c:v>2.6983606557377051</c:v>
                </c:pt>
                <c:pt idx="6306">
                  <c:v>2.6918032786885249</c:v>
                </c:pt>
                <c:pt idx="6307">
                  <c:v>2.6655737704918039</c:v>
                </c:pt>
                <c:pt idx="6308">
                  <c:v>2.6360655737704919</c:v>
                </c:pt>
                <c:pt idx="6309">
                  <c:v>2.7180327868852459</c:v>
                </c:pt>
                <c:pt idx="6310">
                  <c:v>2.6245901639344265</c:v>
                </c:pt>
                <c:pt idx="6311">
                  <c:v>2.6081967213114754</c:v>
                </c:pt>
                <c:pt idx="6312">
                  <c:v>2.6327868852459018</c:v>
                </c:pt>
                <c:pt idx="6313">
                  <c:v>2.6229508196721314</c:v>
                </c:pt>
                <c:pt idx="6314">
                  <c:v>2.5803278688524593</c:v>
                </c:pt>
                <c:pt idx="6315">
                  <c:v>2.6213114754098363</c:v>
                </c:pt>
                <c:pt idx="6316">
                  <c:v>2.557377049180328</c:v>
                </c:pt>
                <c:pt idx="6317">
                  <c:v>2.6032786885245907</c:v>
                </c:pt>
                <c:pt idx="6318">
                  <c:v>2.4672131147540988</c:v>
                </c:pt>
                <c:pt idx="6319">
                  <c:v>2.5737704918032787</c:v>
                </c:pt>
                <c:pt idx="6320">
                  <c:v>2.5508196721311478</c:v>
                </c:pt>
                <c:pt idx="6321">
                  <c:v>2.6836065573770496</c:v>
                </c:pt>
                <c:pt idx="6322">
                  <c:v>2.6639344262295084</c:v>
                </c:pt>
                <c:pt idx="6323">
                  <c:v>2.6475409836065573</c:v>
                </c:pt>
                <c:pt idx="6324">
                  <c:v>2.7114754098360656</c:v>
                </c:pt>
                <c:pt idx="6325">
                  <c:v>2.6655737704918039</c:v>
                </c:pt>
                <c:pt idx="6326">
                  <c:v>2.7147540983606557</c:v>
                </c:pt>
                <c:pt idx="6327">
                  <c:v>2.6737704918032787</c:v>
                </c:pt>
                <c:pt idx="6328">
                  <c:v>2.7147540983606557</c:v>
                </c:pt>
                <c:pt idx="6329">
                  <c:v>2.7131147540983611</c:v>
                </c:pt>
                <c:pt idx="6330">
                  <c:v>2.7459016393442623</c:v>
                </c:pt>
                <c:pt idx="6331">
                  <c:v>2.7524590163934426</c:v>
                </c:pt>
                <c:pt idx="6332">
                  <c:v>2.6819672131147541</c:v>
                </c:pt>
                <c:pt idx="6333">
                  <c:v>2.6655737704918039</c:v>
                </c:pt>
                <c:pt idx="6334">
                  <c:v>2.6672131147540985</c:v>
                </c:pt>
                <c:pt idx="6335">
                  <c:v>2.7163934426229512</c:v>
                </c:pt>
                <c:pt idx="6336">
                  <c:v>2.6688524590163936</c:v>
                </c:pt>
                <c:pt idx="6337">
                  <c:v>2.6934426229508199</c:v>
                </c:pt>
                <c:pt idx="6338">
                  <c:v>2.7147540983606557</c:v>
                </c:pt>
                <c:pt idx="6339">
                  <c:v>2.6983606557377051</c:v>
                </c:pt>
                <c:pt idx="6340">
                  <c:v>2.6803278688524594</c:v>
                </c:pt>
                <c:pt idx="6341">
                  <c:v>2.6557377049180326</c:v>
                </c:pt>
                <c:pt idx="6342">
                  <c:v>2.6639344262295084</c:v>
                </c:pt>
                <c:pt idx="6343">
                  <c:v>2.6377049180327869</c:v>
                </c:pt>
                <c:pt idx="6344">
                  <c:v>2.6295081967213116</c:v>
                </c:pt>
                <c:pt idx="6345">
                  <c:v>2.6278688524590166</c:v>
                </c:pt>
                <c:pt idx="6346">
                  <c:v>2.6672131147540985</c:v>
                </c:pt>
                <c:pt idx="6347">
                  <c:v>2.7114754098360656</c:v>
                </c:pt>
                <c:pt idx="6348">
                  <c:v>2.778688524590164</c:v>
                </c:pt>
                <c:pt idx="6349">
                  <c:v>2.7590163934426228</c:v>
                </c:pt>
                <c:pt idx="6350">
                  <c:v>2.7180327868852459</c:v>
                </c:pt>
                <c:pt idx="6351">
                  <c:v>2.7</c:v>
                </c:pt>
                <c:pt idx="6352">
                  <c:v>2.6622950819672129</c:v>
                </c:pt>
                <c:pt idx="6353">
                  <c:v>2.6721311475409837</c:v>
                </c:pt>
                <c:pt idx="6354">
                  <c:v>2.7180327868852459</c:v>
                </c:pt>
                <c:pt idx="6355">
                  <c:v>2.6819672131147541</c:v>
                </c:pt>
                <c:pt idx="6356">
                  <c:v>2.695081967213115</c:v>
                </c:pt>
                <c:pt idx="6357">
                  <c:v>2.6868852459016397</c:v>
                </c:pt>
                <c:pt idx="6358">
                  <c:v>2.6918032786885249</c:v>
                </c:pt>
                <c:pt idx="6359">
                  <c:v>2.695081967213115</c:v>
                </c:pt>
                <c:pt idx="6360">
                  <c:v>2.7049180327868854</c:v>
                </c:pt>
                <c:pt idx="6361">
                  <c:v>2.6786885245901639</c:v>
                </c:pt>
                <c:pt idx="6362">
                  <c:v>2.6459016393442627</c:v>
                </c:pt>
                <c:pt idx="6363">
                  <c:v>2.6311475409836067</c:v>
                </c:pt>
                <c:pt idx="6364">
                  <c:v>2.5737704918032787</c:v>
                </c:pt>
                <c:pt idx="6365">
                  <c:v>2.5540983606557379</c:v>
                </c:pt>
                <c:pt idx="6366">
                  <c:v>2.5639344262295083</c:v>
                </c:pt>
                <c:pt idx="6367">
                  <c:v>2.59672131147541</c:v>
                </c:pt>
                <c:pt idx="6368">
                  <c:v>2.6049180327868853</c:v>
                </c:pt>
                <c:pt idx="6369">
                  <c:v>2.5901639344262297</c:v>
                </c:pt>
                <c:pt idx="6370">
                  <c:v>2.5918032786885248</c:v>
                </c:pt>
                <c:pt idx="6371">
                  <c:v>2.6163934426229511</c:v>
                </c:pt>
                <c:pt idx="6372">
                  <c:v>2.6032786885245907</c:v>
                </c:pt>
                <c:pt idx="6373">
                  <c:v>2.542622950819672</c:v>
                </c:pt>
                <c:pt idx="6374">
                  <c:v>2.5262295081967214</c:v>
                </c:pt>
                <c:pt idx="6375">
                  <c:v>2.540983606557377</c:v>
                </c:pt>
                <c:pt idx="6376">
                  <c:v>2.4918032786885247</c:v>
                </c:pt>
                <c:pt idx="6377">
                  <c:v>2.5672131147540984</c:v>
                </c:pt>
                <c:pt idx="6378">
                  <c:v>2.557377049180328</c:v>
                </c:pt>
                <c:pt idx="6379">
                  <c:v>2.5852459016393445</c:v>
                </c:pt>
                <c:pt idx="6380">
                  <c:v>2.5950819672131149</c:v>
                </c:pt>
                <c:pt idx="6381">
                  <c:v>2.6098360655737705</c:v>
                </c:pt>
                <c:pt idx="6382">
                  <c:v>2.6327868852459018</c:v>
                </c:pt>
                <c:pt idx="6383">
                  <c:v>2.6475409836065573</c:v>
                </c:pt>
                <c:pt idx="6384">
                  <c:v>2.6918032786885249</c:v>
                </c:pt>
                <c:pt idx="6385">
                  <c:v>2.7049180327868854</c:v>
                </c:pt>
                <c:pt idx="6386">
                  <c:v>2.750819672131148</c:v>
                </c:pt>
                <c:pt idx="6387">
                  <c:v>2.7278688524590167</c:v>
                </c:pt>
                <c:pt idx="6388">
                  <c:v>2.6754098360655738</c:v>
                </c:pt>
                <c:pt idx="6389">
                  <c:v>2.6639344262295084</c:v>
                </c:pt>
                <c:pt idx="6390">
                  <c:v>2.6393442622950825</c:v>
                </c:pt>
                <c:pt idx="6391">
                  <c:v>2.5524590163934429</c:v>
                </c:pt>
                <c:pt idx="6392">
                  <c:v>2.6016393442622952</c:v>
                </c:pt>
                <c:pt idx="6393">
                  <c:v>2.5688524590163935</c:v>
                </c:pt>
                <c:pt idx="6394">
                  <c:v>2.598360655737705</c:v>
                </c:pt>
                <c:pt idx="6395">
                  <c:v>2.5459016393442622</c:v>
                </c:pt>
                <c:pt idx="6396">
                  <c:v>2.5852459016393445</c:v>
                </c:pt>
                <c:pt idx="6397">
                  <c:v>2.4983606557377049</c:v>
                </c:pt>
                <c:pt idx="6398">
                  <c:v>2.4803278688524593</c:v>
                </c:pt>
                <c:pt idx="6399">
                  <c:v>2.4983606557377049</c:v>
                </c:pt>
                <c:pt idx="6400">
                  <c:v>2.4540983606557378</c:v>
                </c:pt>
                <c:pt idx="6401">
                  <c:v>2.3721311475409839</c:v>
                </c:pt>
                <c:pt idx="6402">
                  <c:v>2.3590163934426234</c:v>
                </c:pt>
                <c:pt idx="6403">
                  <c:v>2.3655737704918032</c:v>
                </c:pt>
                <c:pt idx="6404">
                  <c:v>2.3360655737704921</c:v>
                </c:pt>
                <c:pt idx="6405">
                  <c:v>2.3639344262295081</c:v>
                </c:pt>
                <c:pt idx="6406">
                  <c:v>2.4065573770491806</c:v>
                </c:pt>
                <c:pt idx="6407">
                  <c:v>2.3295081967213118</c:v>
                </c:pt>
                <c:pt idx="6408">
                  <c:v>2.3147540983606558</c:v>
                </c:pt>
                <c:pt idx="6409">
                  <c:v>2.3311475409836069</c:v>
                </c:pt>
                <c:pt idx="6410">
                  <c:v>2.3163934426229509</c:v>
                </c:pt>
                <c:pt idx="6411">
                  <c:v>2.3377049180327871</c:v>
                </c:pt>
                <c:pt idx="6412">
                  <c:v>2.3409836065573773</c:v>
                </c:pt>
                <c:pt idx="6413">
                  <c:v>2.3885245901639345</c:v>
                </c:pt>
                <c:pt idx="6414">
                  <c:v>2.3655737704918032</c:v>
                </c:pt>
                <c:pt idx="6415">
                  <c:v>2.4344262295081966</c:v>
                </c:pt>
                <c:pt idx="6416">
                  <c:v>2.418032786885246</c:v>
                </c:pt>
                <c:pt idx="6417">
                  <c:v>2.4114754098360658</c:v>
                </c:pt>
                <c:pt idx="6418">
                  <c:v>2.4032786885245905</c:v>
                </c:pt>
                <c:pt idx="6419">
                  <c:v>2.4065573770491806</c:v>
                </c:pt>
                <c:pt idx="6420">
                  <c:v>2.4213114754098362</c:v>
                </c:pt>
                <c:pt idx="6421">
                  <c:v>2.4344262295081966</c:v>
                </c:pt>
                <c:pt idx="6422">
                  <c:v>2.4426229508196724</c:v>
                </c:pt>
                <c:pt idx="6423">
                  <c:v>2.4786885245901638</c:v>
                </c:pt>
                <c:pt idx="6424">
                  <c:v>2.4934426229508198</c:v>
                </c:pt>
                <c:pt idx="6425">
                  <c:v>2.416393442622951</c:v>
                </c:pt>
                <c:pt idx="6426">
                  <c:v>2.4540983606557378</c:v>
                </c:pt>
                <c:pt idx="6427">
                  <c:v>2.4459016393442625</c:v>
                </c:pt>
                <c:pt idx="6428">
                  <c:v>2.4442622950819675</c:v>
                </c:pt>
                <c:pt idx="6429">
                  <c:v>2.4295081967213115</c:v>
                </c:pt>
                <c:pt idx="6430">
                  <c:v>2.4311475409836065</c:v>
                </c:pt>
                <c:pt idx="6431">
                  <c:v>2.4032786885245905</c:v>
                </c:pt>
                <c:pt idx="6432">
                  <c:v>2.4426229508196724</c:v>
                </c:pt>
                <c:pt idx="6433">
                  <c:v>2.4360655737704917</c:v>
                </c:pt>
                <c:pt idx="6434">
                  <c:v>2.4754098360655741</c:v>
                </c:pt>
                <c:pt idx="6435">
                  <c:v>2.4475409836065576</c:v>
                </c:pt>
                <c:pt idx="6436">
                  <c:v>2.4344262295081966</c:v>
                </c:pt>
                <c:pt idx="6437">
                  <c:v>2.4196721311475411</c:v>
                </c:pt>
                <c:pt idx="6438">
                  <c:v>2.3721311475409839</c:v>
                </c:pt>
                <c:pt idx="6439">
                  <c:v>2.4344262295081966</c:v>
                </c:pt>
                <c:pt idx="6440">
                  <c:v>2.459016393442623</c:v>
                </c:pt>
                <c:pt idx="6441">
                  <c:v>2.4868852459016395</c:v>
                </c:pt>
                <c:pt idx="6442">
                  <c:v>2.5081967213114758</c:v>
                </c:pt>
                <c:pt idx="6443">
                  <c:v>2.4868852459016395</c:v>
                </c:pt>
                <c:pt idx="6444">
                  <c:v>2.4967213114754099</c:v>
                </c:pt>
                <c:pt idx="6445">
                  <c:v>2.4360655737704917</c:v>
                </c:pt>
                <c:pt idx="6446">
                  <c:v>2.4508196721311477</c:v>
                </c:pt>
                <c:pt idx="6447">
                  <c:v>2.3934426229508197</c:v>
                </c:pt>
                <c:pt idx="6448">
                  <c:v>2.4131147540983608</c:v>
                </c:pt>
                <c:pt idx="6449">
                  <c:v>2.4196721311475411</c:v>
                </c:pt>
                <c:pt idx="6450">
                  <c:v>2.4540983606557378</c:v>
                </c:pt>
                <c:pt idx="6451">
                  <c:v>2.4524590163934428</c:v>
                </c:pt>
                <c:pt idx="6452">
                  <c:v>2.4409836065573773</c:v>
                </c:pt>
                <c:pt idx="6453">
                  <c:v>2.4327868852459016</c:v>
                </c:pt>
                <c:pt idx="6454">
                  <c:v>2.4360655737704917</c:v>
                </c:pt>
                <c:pt idx="6455">
                  <c:v>2.4000000000000004</c:v>
                </c:pt>
                <c:pt idx="6456">
                  <c:v>2.3918032786885246</c:v>
                </c:pt>
                <c:pt idx="6457">
                  <c:v>2.457377049180328</c:v>
                </c:pt>
                <c:pt idx="6458">
                  <c:v>2.4147540983606559</c:v>
                </c:pt>
                <c:pt idx="6459">
                  <c:v>2.4213114754098362</c:v>
                </c:pt>
                <c:pt idx="6460">
                  <c:v>2.4524590163934428</c:v>
                </c:pt>
                <c:pt idx="6461">
                  <c:v>2.4147540983606559</c:v>
                </c:pt>
                <c:pt idx="6462">
                  <c:v>2.4213114754098362</c:v>
                </c:pt>
                <c:pt idx="6463">
                  <c:v>2.4311475409836065</c:v>
                </c:pt>
                <c:pt idx="6464">
                  <c:v>2.4131147540983608</c:v>
                </c:pt>
                <c:pt idx="6465">
                  <c:v>2.4114754098360658</c:v>
                </c:pt>
                <c:pt idx="6466">
                  <c:v>2.3377049180327871</c:v>
                </c:pt>
                <c:pt idx="6467">
                  <c:v>2.3377049180327871</c:v>
                </c:pt>
                <c:pt idx="6468">
                  <c:v>2.3983606557377053</c:v>
                </c:pt>
                <c:pt idx="6469">
                  <c:v>2.3622950819672135</c:v>
                </c:pt>
                <c:pt idx="6470">
                  <c:v>2.3393442622950822</c:v>
                </c:pt>
                <c:pt idx="6471">
                  <c:v>2.3180327868852459</c:v>
                </c:pt>
                <c:pt idx="6472">
                  <c:v>2.3459016393442624</c:v>
                </c:pt>
                <c:pt idx="6473">
                  <c:v>2.3131147540983608</c:v>
                </c:pt>
                <c:pt idx="6474">
                  <c:v>2.2721311475409838</c:v>
                </c:pt>
                <c:pt idx="6475">
                  <c:v>2.2622950819672134</c:v>
                </c:pt>
                <c:pt idx="6476">
                  <c:v>2.2737704918032788</c:v>
                </c:pt>
                <c:pt idx="6477">
                  <c:v>2.2688524590163937</c:v>
                </c:pt>
                <c:pt idx="6478">
                  <c:v>2.3229508196721311</c:v>
                </c:pt>
                <c:pt idx="6479">
                  <c:v>2.3081967213114756</c:v>
                </c:pt>
                <c:pt idx="6480">
                  <c:v>2.3442622950819674</c:v>
                </c:pt>
                <c:pt idx="6481">
                  <c:v>2.3721311475409839</c:v>
                </c:pt>
                <c:pt idx="6482">
                  <c:v>2.3803278688524592</c:v>
                </c:pt>
                <c:pt idx="6483">
                  <c:v>2.3868852459016394</c:v>
                </c:pt>
                <c:pt idx="6484">
                  <c:v>2.3557377049180328</c:v>
                </c:pt>
                <c:pt idx="6485">
                  <c:v>2.3442622950819674</c:v>
                </c:pt>
                <c:pt idx="6486">
                  <c:v>2.278688524590164</c:v>
                </c:pt>
                <c:pt idx="6487">
                  <c:v>2.2868852459016393</c:v>
                </c:pt>
                <c:pt idx="6488">
                  <c:v>2.2475409836065579</c:v>
                </c:pt>
                <c:pt idx="6489">
                  <c:v>2.2475409836065579</c:v>
                </c:pt>
                <c:pt idx="6490">
                  <c:v>2.3098360655737706</c:v>
                </c:pt>
                <c:pt idx="6491">
                  <c:v>2.3967213114754098</c:v>
                </c:pt>
                <c:pt idx="6492">
                  <c:v>2.3475409836065575</c:v>
                </c:pt>
                <c:pt idx="6493">
                  <c:v>2.3311475409836069</c:v>
                </c:pt>
                <c:pt idx="6494">
                  <c:v>2.3655737704918032</c:v>
                </c:pt>
                <c:pt idx="6495">
                  <c:v>2.3622950819672135</c:v>
                </c:pt>
                <c:pt idx="6496">
                  <c:v>2.3245901639344262</c:v>
                </c:pt>
                <c:pt idx="6497">
                  <c:v>2.3721311475409839</c:v>
                </c:pt>
                <c:pt idx="6498">
                  <c:v>2.4295081967213115</c:v>
                </c:pt>
                <c:pt idx="6499">
                  <c:v>2.5278688524590165</c:v>
                </c:pt>
                <c:pt idx="6500">
                  <c:v>2.5622950819672132</c:v>
                </c:pt>
                <c:pt idx="6501">
                  <c:v>2.5442622950819671</c:v>
                </c:pt>
                <c:pt idx="6502">
                  <c:v>2.6065573770491803</c:v>
                </c:pt>
                <c:pt idx="6503">
                  <c:v>2.5459016393442622</c:v>
                </c:pt>
                <c:pt idx="6504">
                  <c:v>2.598360655737705</c:v>
                </c:pt>
                <c:pt idx="6505">
                  <c:v>2.5819672131147544</c:v>
                </c:pt>
                <c:pt idx="6506">
                  <c:v>2.5475409836065572</c:v>
                </c:pt>
                <c:pt idx="6507">
                  <c:v>2.542622950819672</c:v>
                </c:pt>
                <c:pt idx="6508">
                  <c:v>2.4983606557377049</c:v>
                </c:pt>
                <c:pt idx="6509">
                  <c:v>2.4524590163934428</c:v>
                </c:pt>
                <c:pt idx="6510">
                  <c:v>2.4557377049180329</c:v>
                </c:pt>
                <c:pt idx="6511">
                  <c:v>2.3885245901639345</c:v>
                </c:pt>
                <c:pt idx="6512">
                  <c:v>2.3377049180327871</c:v>
                </c:pt>
                <c:pt idx="6513">
                  <c:v>2.2868852459016393</c:v>
                </c:pt>
                <c:pt idx="6514">
                  <c:v>2.2557377049180327</c:v>
                </c:pt>
                <c:pt idx="6515">
                  <c:v>2.2344262295081969</c:v>
                </c:pt>
                <c:pt idx="6516">
                  <c:v>2.2836065573770492</c:v>
                </c:pt>
                <c:pt idx="6517">
                  <c:v>2.2131147540983607</c:v>
                </c:pt>
                <c:pt idx="6518">
                  <c:v>2.2409836065573772</c:v>
                </c:pt>
                <c:pt idx="6519">
                  <c:v>2.1852459016393442</c:v>
                </c:pt>
                <c:pt idx="6520">
                  <c:v>2.2065573770491804</c:v>
                </c:pt>
                <c:pt idx="6521">
                  <c:v>2.2000000000000002</c:v>
                </c:pt>
                <c:pt idx="6522">
                  <c:v>2.2278688524590167</c:v>
                </c:pt>
                <c:pt idx="6523">
                  <c:v>2.2327868852459019</c:v>
                </c:pt>
                <c:pt idx="6524">
                  <c:v>2.2819672131147541</c:v>
                </c:pt>
                <c:pt idx="6525">
                  <c:v>2.2672131147540986</c:v>
                </c:pt>
                <c:pt idx="6526">
                  <c:v>2.3163934426229509</c:v>
                </c:pt>
                <c:pt idx="6527">
                  <c:v>2.4081967213114757</c:v>
                </c:pt>
                <c:pt idx="6528">
                  <c:v>2.3934426229508197</c:v>
                </c:pt>
                <c:pt idx="6529">
                  <c:v>2.4540983606557378</c:v>
                </c:pt>
                <c:pt idx="6530">
                  <c:v>2.5098360655737708</c:v>
                </c:pt>
                <c:pt idx="6531">
                  <c:v>2.5196721311475412</c:v>
                </c:pt>
                <c:pt idx="6532">
                  <c:v>2.4311475409836065</c:v>
                </c:pt>
                <c:pt idx="6533">
                  <c:v>2.3868852459016394</c:v>
                </c:pt>
                <c:pt idx="6534">
                  <c:v>2.4081967213114757</c:v>
                </c:pt>
                <c:pt idx="6535">
                  <c:v>2.4508196721311477</c:v>
                </c:pt>
                <c:pt idx="6536">
                  <c:v>2.4557377049180329</c:v>
                </c:pt>
                <c:pt idx="6537">
                  <c:v>2.5229508196721313</c:v>
                </c:pt>
                <c:pt idx="6538">
                  <c:v>2.459016393442623</c:v>
                </c:pt>
                <c:pt idx="6539">
                  <c:v>2.4229508196721312</c:v>
                </c:pt>
                <c:pt idx="6540">
                  <c:v>2.4114754098360658</c:v>
                </c:pt>
                <c:pt idx="6541">
                  <c:v>2.4655737704918033</c:v>
                </c:pt>
                <c:pt idx="6542">
                  <c:v>2.4196721311475411</c:v>
                </c:pt>
                <c:pt idx="6543">
                  <c:v>2.4426229508196724</c:v>
                </c:pt>
                <c:pt idx="6544">
                  <c:v>2.4065573770491806</c:v>
                </c:pt>
                <c:pt idx="6545">
                  <c:v>2.3819672131147542</c:v>
                </c:pt>
                <c:pt idx="6546">
                  <c:v>2.3163934426229509</c:v>
                </c:pt>
                <c:pt idx="6547">
                  <c:v>2.2819672131147541</c:v>
                </c:pt>
                <c:pt idx="6548">
                  <c:v>2.3065573770491805</c:v>
                </c:pt>
                <c:pt idx="6549">
                  <c:v>2.3639344262295081</c:v>
                </c:pt>
                <c:pt idx="6550">
                  <c:v>2.3573770491803283</c:v>
                </c:pt>
                <c:pt idx="6551">
                  <c:v>2.3311475409836069</c:v>
                </c:pt>
                <c:pt idx="6552">
                  <c:v>2.3409836065573773</c:v>
                </c:pt>
                <c:pt idx="6553">
                  <c:v>2.3147540983606558</c:v>
                </c:pt>
                <c:pt idx="6554">
                  <c:v>2.3213114754098361</c:v>
                </c:pt>
                <c:pt idx="6555">
                  <c:v>2.3180327868852459</c:v>
                </c:pt>
                <c:pt idx="6556">
                  <c:v>2.2803278688524591</c:v>
                </c:pt>
                <c:pt idx="6557">
                  <c:v>2.2639344262295085</c:v>
                </c:pt>
                <c:pt idx="6558">
                  <c:v>2.2459016393442623</c:v>
                </c:pt>
                <c:pt idx="6559">
                  <c:v>2.236065573770492</c:v>
                </c:pt>
                <c:pt idx="6560">
                  <c:v>2.2606557377049179</c:v>
                </c:pt>
                <c:pt idx="6561">
                  <c:v>2.2704918032786887</c:v>
                </c:pt>
              </c:numCache>
            </c:numRef>
          </c:val>
          <c:smooth val="0"/>
          <c:extLst>
            <c:ext xmlns:c16="http://schemas.microsoft.com/office/drawing/2014/chart" uri="{C3380CC4-5D6E-409C-BE32-E72D297353CC}">
              <c16:uniqueId val="{00000000-B7CA-4A56-BC24-522C4808EC01}"/>
            </c:ext>
          </c:extLst>
        </c:ser>
        <c:ser>
          <c:idx val="1"/>
          <c:order val="1"/>
          <c:tx>
            <c:strRef>
              <c:f>'期货收盘价(连续)_NYBOT 11号糖'!$G$1</c:f>
              <c:strCache>
                <c:ptCount val="1"/>
                <c:pt idx="0">
                  <c:v>CBOT玉米，标准化</c:v>
                </c:pt>
              </c:strCache>
            </c:strRef>
          </c:tx>
          <c:spPr>
            <a:ln w="28575" cap="rnd">
              <a:solidFill>
                <a:srgbClr val="B8BEE4"/>
              </a:solidFill>
              <a:round/>
            </a:ln>
            <a:effectLst/>
          </c:spPr>
          <c:marker>
            <c:symbol val="none"/>
          </c:marker>
          <c:cat>
            <c:strRef>
              <c:f>'期货收盘价(连续)_NYBOT 11号糖'!$A$2:$A$6565</c:f>
              <c:strCache>
                <c:ptCount val="6564"/>
                <c:pt idx="0">
                  <c:v>2000-01-03</c:v>
                </c:pt>
                <c:pt idx="1">
                  <c:v>2000-01-04</c:v>
                </c:pt>
                <c:pt idx="2">
                  <c:v>2000-01-05</c:v>
                </c:pt>
                <c:pt idx="3">
                  <c:v>2000-01-06</c:v>
                </c:pt>
                <c:pt idx="4">
                  <c:v>2000-01-07</c:v>
                </c:pt>
                <c:pt idx="5">
                  <c:v>2000-01-10</c:v>
                </c:pt>
                <c:pt idx="6">
                  <c:v>2000-01-11</c:v>
                </c:pt>
                <c:pt idx="7">
                  <c:v>2000-01-12</c:v>
                </c:pt>
                <c:pt idx="8">
                  <c:v>2000-01-13</c:v>
                </c:pt>
                <c:pt idx="9">
                  <c:v>2000-01-14</c:v>
                </c:pt>
                <c:pt idx="10">
                  <c:v>2000-01-18</c:v>
                </c:pt>
                <c:pt idx="11">
                  <c:v>2000-01-19</c:v>
                </c:pt>
                <c:pt idx="12">
                  <c:v>2000-01-20</c:v>
                </c:pt>
                <c:pt idx="13">
                  <c:v>2000-01-21</c:v>
                </c:pt>
                <c:pt idx="14">
                  <c:v>2000-01-24</c:v>
                </c:pt>
                <c:pt idx="15">
                  <c:v>2000-01-25</c:v>
                </c:pt>
                <c:pt idx="16">
                  <c:v>2000-01-26</c:v>
                </c:pt>
                <c:pt idx="17">
                  <c:v>2000-01-27</c:v>
                </c:pt>
                <c:pt idx="18">
                  <c:v>2000-01-28</c:v>
                </c:pt>
                <c:pt idx="19">
                  <c:v>2000-01-31</c:v>
                </c:pt>
                <c:pt idx="20">
                  <c:v>2000-02-01</c:v>
                </c:pt>
                <c:pt idx="21">
                  <c:v>2000-02-02</c:v>
                </c:pt>
                <c:pt idx="22">
                  <c:v>2000-02-03</c:v>
                </c:pt>
                <c:pt idx="23">
                  <c:v>2000-02-04</c:v>
                </c:pt>
                <c:pt idx="24">
                  <c:v>2000-02-07</c:v>
                </c:pt>
                <c:pt idx="25">
                  <c:v>2000-02-08</c:v>
                </c:pt>
                <c:pt idx="26">
                  <c:v>2000-02-09</c:v>
                </c:pt>
                <c:pt idx="27">
                  <c:v>2000-02-10</c:v>
                </c:pt>
                <c:pt idx="28">
                  <c:v>2000-02-11</c:v>
                </c:pt>
                <c:pt idx="29">
                  <c:v>2000-02-14</c:v>
                </c:pt>
                <c:pt idx="30">
                  <c:v>2000-02-15</c:v>
                </c:pt>
                <c:pt idx="31">
                  <c:v>2000-02-16</c:v>
                </c:pt>
                <c:pt idx="32">
                  <c:v>2000-02-17</c:v>
                </c:pt>
                <c:pt idx="33">
                  <c:v>2000-02-18</c:v>
                </c:pt>
                <c:pt idx="34">
                  <c:v>2000-02-22</c:v>
                </c:pt>
                <c:pt idx="35">
                  <c:v>2000-02-23</c:v>
                </c:pt>
                <c:pt idx="36">
                  <c:v>2000-02-24</c:v>
                </c:pt>
                <c:pt idx="37">
                  <c:v>2000-02-25</c:v>
                </c:pt>
                <c:pt idx="38">
                  <c:v>2000-02-28</c:v>
                </c:pt>
                <c:pt idx="39">
                  <c:v>2000-02-29</c:v>
                </c:pt>
                <c:pt idx="40">
                  <c:v>2000-03-01</c:v>
                </c:pt>
                <c:pt idx="41">
                  <c:v>2000-03-02</c:v>
                </c:pt>
                <c:pt idx="42">
                  <c:v>2000-03-03</c:v>
                </c:pt>
                <c:pt idx="43">
                  <c:v>2000-03-06</c:v>
                </c:pt>
                <c:pt idx="44">
                  <c:v>2000-03-07</c:v>
                </c:pt>
                <c:pt idx="45">
                  <c:v>2000-03-08</c:v>
                </c:pt>
                <c:pt idx="46">
                  <c:v>2000-03-09</c:v>
                </c:pt>
                <c:pt idx="47">
                  <c:v>2000-03-10</c:v>
                </c:pt>
                <c:pt idx="48">
                  <c:v>2000-03-13</c:v>
                </c:pt>
                <c:pt idx="49">
                  <c:v>2000-03-14</c:v>
                </c:pt>
                <c:pt idx="50">
                  <c:v>2000-03-15</c:v>
                </c:pt>
                <c:pt idx="51">
                  <c:v>2000-03-16</c:v>
                </c:pt>
                <c:pt idx="52">
                  <c:v>2000-03-17</c:v>
                </c:pt>
                <c:pt idx="53">
                  <c:v>2000-03-20</c:v>
                </c:pt>
                <c:pt idx="54">
                  <c:v>2000-03-21</c:v>
                </c:pt>
                <c:pt idx="55">
                  <c:v>2000-03-22</c:v>
                </c:pt>
                <c:pt idx="56">
                  <c:v>2000-03-23</c:v>
                </c:pt>
                <c:pt idx="57">
                  <c:v>2000-03-24</c:v>
                </c:pt>
                <c:pt idx="58">
                  <c:v>2000-03-27</c:v>
                </c:pt>
                <c:pt idx="59">
                  <c:v>2000-03-28</c:v>
                </c:pt>
                <c:pt idx="60">
                  <c:v>2000-03-29</c:v>
                </c:pt>
                <c:pt idx="61">
                  <c:v>2000-03-30</c:v>
                </c:pt>
                <c:pt idx="62">
                  <c:v>2000-03-31</c:v>
                </c:pt>
                <c:pt idx="63">
                  <c:v>2000-04-03</c:v>
                </c:pt>
                <c:pt idx="64">
                  <c:v>2000-04-04</c:v>
                </c:pt>
                <c:pt idx="65">
                  <c:v>2000-04-05</c:v>
                </c:pt>
                <c:pt idx="66">
                  <c:v>2000-04-06</c:v>
                </c:pt>
                <c:pt idx="67">
                  <c:v>2000-04-07</c:v>
                </c:pt>
                <c:pt idx="68">
                  <c:v>2000-04-10</c:v>
                </c:pt>
                <c:pt idx="69">
                  <c:v>2000-04-11</c:v>
                </c:pt>
                <c:pt idx="70">
                  <c:v>2000-04-12</c:v>
                </c:pt>
                <c:pt idx="71">
                  <c:v>2000-04-13</c:v>
                </c:pt>
                <c:pt idx="72">
                  <c:v>2000-04-14</c:v>
                </c:pt>
                <c:pt idx="73">
                  <c:v>2000-04-17</c:v>
                </c:pt>
                <c:pt idx="74">
                  <c:v>2000-04-18</c:v>
                </c:pt>
                <c:pt idx="75">
                  <c:v>2000-04-19</c:v>
                </c:pt>
                <c:pt idx="76">
                  <c:v>2000-04-20</c:v>
                </c:pt>
                <c:pt idx="77">
                  <c:v>2000-04-24</c:v>
                </c:pt>
                <c:pt idx="78">
                  <c:v>2000-04-25</c:v>
                </c:pt>
                <c:pt idx="79">
                  <c:v>2000-04-26</c:v>
                </c:pt>
                <c:pt idx="80">
                  <c:v>2000-04-27</c:v>
                </c:pt>
                <c:pt idx="81">
                  <c:v>2000-04-28</c:v>
                </c:pt>
                <c:pt idx="82">
                  <c:v>2000-05-01</c:v>
                </c:pt>
                <c:pt idx="83">
                  <c:v>2000-05-02</c:v>
                </c:pt>
                <c:pt idx="84">
                  <c:v>2000-05-03</c:v>
                </c:pt>
                <c:pt idx="85">
                  <c:v>2000-05-04</c:v>
                </c:pt>
                <c:pt idx="86">
                  <c:v>2000-05-05</c:v>
                </c:pt>
                <c:pt idx="87">
                  <c:v>2000-05-08</c:v>
                </c:pt>
                <c:pt idx="88">
                  <c:v>2000-05-09</c:v>
                </c:pt>
                <c:pt idx="89">
                  <c:v>2000-05-10</c:v>
                </c:pt>
                <c:pt idx="90">
                  <c:v>2000-05-11</c:v>
                </c:pt>
                <c:pt idx="91">
                  <c:v>2000-05-12</c:v>
                </c:pt>
                <c:pt idx="92">
                  <c:v>2000-05-15</c:v>
                </c:pt>
                <c:pt idx="93">
                  <c:v>2000-05-16</c:v>
                </c:pt>
                <c:pt idx="94">
                  <c:v>2000-05-17</c:v>
                </c:pt>
                <c:pt idx="95">
                  <c:v>2000-05-18</c:v>
                </c:pt>
                <c:pt idx="96">
                  <c:v>2000-05-19</c:v>
                </c:pt>
                <c:pt idx="97">
                  <c:v>2000-05-22</c:v>
                </c:pt>
                <c:pt idx="98">
                  <c:v>2000-05-23</c:v>
                </c:pt>
                <c:pt idx="99">
                  <c:v>2000-05-24</c:v>
                </c:pt>
                <c:pt idx="100">
                  <c:v>2000-05-25</c:v>
                </c:pt>
                <c:pt idx="101">
                  <c:v>2000-05-26</c:v>
                </c:pt>
                <c:pt idx="102">
                  <c:v>2000-05-30</c:v>
                </c:pt>
                <c:pt idx="103">
                  <c:v>2000-05-31</c:v>
                </c:pt>
                <c:pt idx="104">
                  <c:v>2000-06-01</c:v>
                </c:pt>
                <c:pt idx="105">
                  <c:v>2000-06-02</c:v>
                </c:pt>
                <c:pt idx="106">
                  <c:v>2000-06-05</c:v>
                </c:pt>
                <c:pt idx="107">
                  <c:v>2000-06-06</c:v>
                </c:pt>
                <c:pt idx="108">
                  <c:v>2000-06-07</c:v>
                </c:pt>
                <c:pt idx="109">
                  <c:v>2000-06-08</c:v>
                </c:pt>
                <c:pt idx="110">
                  <c:v>2000-06-09</c:v>
                </c:pt>
                <c:pt idx="111">
                  <c:v>2000-06-12</c:v>
                </c:pt>
                <c:pt idx="112">
                  <c:v>2000-06-13</c:v>
                </c:pt>
                <c:pt idx="113">
                  <c:v>2000-06-14</c:v>
                </c:pt>
                <c:pt idx="114">
                  <c:v>2000-06-15</c:v>
                </c:pt>
                <c:pt idx="115">
                  <c:v>2000-06-16</c:v>
                </c:pt>
                <c:pt idx="116">
                  <c:v>2000-06-19</c:v>
                </c:pt>
                <c:pt idx="117">
                  <c:v>2000-06-20</c:v>
                </c:pt>
                <c:pt idx="118">
                  <c:v>2000-06-21</c:v>
                </c:pt>
                <c:pt idx="119">
                  <c:v>2000-06-22</c:v>
                </c:pt>
                <c:pt idx="120">
                  <c:v>2000-06-23</c:v>
                </c:pt>
                <c:pt idx="121">
                  <c:v>2000-06-26</c:v>
                </c:pt>
                <c:pt idx="122">
                  <c:v>2000-06-27</c:v>
                </c:pt>
                <c:pt idx="123">
                  <c:v>2000-06-28</c:v>
                </c:pt>
                <c:pt idx="124">
                  <c:v>2000-06-29</c:v>
                </c:pt>
                <c:pt idx="125">
                  <c:v>2000-06-30</c:v>
                </c:pt>
                <c:pt idx="126">
                  <c:v>2000-07-05</c:v>
                </c:pt>
                <c:pt idx="127">
                  <c:v>2000-07-06</c:v>
                </c:pt>
                <c:pt idx="128">
                  <c:v>2000-07-07</c:v>
                </c:pt>
                <c:pt idx="129">
                  <c:v>2000-07-10</c:v>
                </c:pt>
                <c:pt idx="130">
                  <c:v>2000-07-11</c:v>
                </c:pt>
                <c:pt idx="131">
                  <c:v>2000-07-12</c:v>
                </c:pt>
                <c:pt idx="132">
                  <c:v>2000-07-13</c:v>
                </c:pt>
                <c:pt idx="133">
                  <c:v>2000-07-14</c:v>
                </c:pt>
                <c:pt idx="134">
                  <c:v>2000-07-17</c:v>
                </c:pt>
                <c:pt idx="135">
                  <c:v>2000-07-18</c:v>
                </c:pt>
                <c:pt idx="136">
                  <c:v>2000-07-19</c:v>
                </c:pt>
                <c:pt idx="137">
                  <c:v>2000-07-20</c:v>
                </c:pt>
                <c:pt idx="138">
                  <c:v>2000-07-21</c:v>
                </c:pt>
                <c:pt idx="139">
                  <c:v>2000-07-24</c:v>
                </c:pt>
                <c:pt idx="140">
                  <c:v>2000-07-25</c:v>
                </c:pt>
                <c:pt idx="141">
                  <c:v>2000-07-26</c:v>
                </c:pt>
                <c:pt idx="142">
                  <c:v>2000-07-27</c:v>
                </c:pt>
                <c:pt idx="143">
                  <c:v>2000-07-28</c:v>
                </c:pt>
                <c:pt idx="144">
                  <c:v>2000-07-31</c:v>
                </c:pt>
                <c:pt idx="145">
                  <c:v>2000-08-01</c:v>
                </c:pt>
                <c:pt idx="146">
                  <c:v>2000-08-02</c:v>
                </c:pt>
                <c:pt idx="147">
                  <c:v>2000-08-03</c:v>
                </c:pt>
                <c:pt idx="148">
                  <c:v>2000-08-04</c:v>
                </c:pt>
                <c:pt idx="149">
                  <c:v>2000-08-07</c:v>
                </c:pt>
                <c:pt idx="150">
                  <c:v>2000-08-08</c:v>
                </c:pt>
                <c:pt idx="151">
                  <c:v>2000-08-09</c:v>
                </c:pt>
                <c:pt idx="152">
                  <c:v>2000-08-10</c:v>
                </c:pt>
                <c:pt idx="153">
                  <c:v>2000-08-11</c:v>
                </c:pt>
                <c:pt idx="154">
                  <c:v>2000-08-14</c:v>
                </c:pt>
                <c:pt idx="155">
                  <c:v>2000-08-15</c:v>
                </c:pt>
                <c:pt idx="156">
                  <c:v>2000-08-16</c:v>
                </c:pt>
                <c:pt idx="157">
                  <c:v>2000-08-17</c:v>
                </c:pt>
                <c:pt idx="158">
                  <c:v>2000-08-18</c:v>
                </c:pt>
                <c:pt idx="159">
                  <c:v>2000-08-21</c:v>
                </c:pt>
                <c:pt idx="160">
                  <c:v>2000-08-22</c:v>
                </c:pt>
                <c:pt idx="161">
                  <c:v>2000-08-23</c:v>
                </c:pt>
                <c:pt idx="162">
                  <c:v>2000-08-24</c:v>
                </c:pt>
                <c:pt idx="163">
                  <c:v>2000-08-25</c:v>
                </c:pt>
                <c:pt idx="164">
                  <c:v>2000-08-28</c:v>
                </c:pt>
                <c:pt idx="165">
                  <c:v>2000-08-29</c:v>
                </c:pt>
                <c:pt idx="166">
                  <c:v>2000-08-30</c:v>
                </c:pt>
                <c:pt idx="167">
                  <c:v>2000-08-31</c:v>
                </c:pt>
                <c:pt idx="168">
                  <c:v>2000-09-01</c:v>
                </c:pt>
                <c:pt idx="169">
                  <c:v>2000-09-05</c:v>
                </c:pt>
                <c:pt idx="170">
                  <c:v>2000-09-06</c:v>
                </c:pt>
                <c:pt idx="171">
                  <c:v>2000-09-07</c:v>
                </c:pt>
                <c:pt idx="172">
                  <c:v>2000-09-08</c:v>
                </c:pt>
                <c:pt idx="173">
                  <c:v>2000-09-11</c:v>
                </c:pt>
                <c:pt idx="174">
                  <c:v>2000-09-12</c:v>
                </c:pt>
                <c:pt idx="175">
                  <c:v>2000-09-13</c:v>
                </c:pt>
                <c:pt idx="176">
                  <c:v>2000-09-14</c:v>
                </c:pt>
                <c:pt idx="177">
                  <c:v>2000-09-15</c:v>
                </c:pt>
                <c:pt idx="178">
                  <c:v>2000-09-18</c:v>
                </c:pt>
                <c:pt idx="179">
                  <c:v>2000-09-19</c:v>
                </c:pt>
                <c:pt idx="180">
                  <c:v>2000-09-20</c:v>
                </c:pt>
                <c:pt idx="181">
                  <c:v>2000-09-21</c:v>
                </c:pt>
                <c:pt idx="182">
                  <c:v>2000-09-22</c:v>
                </c:pt>
                <c:pt idx="183">
                  <c:v>2000-09-25</c:v>
                </c:pt>
                <c:pt idx="184">
                  <c:v>2000-09-26</c:v>
                </c:pt>
                <c:pt idx="185">
                  <c:v>2000-09-27</c:v>
                </c:pt>
                <c:pt idx="186">
                  <c:v>2000-09-28</c:v>
                </c:pt>
                <c:pt idx="187">
                  <c:v>2000-09-29</c:v>
                </c:pt>
                <c:pt idx="188">
                  <c:v>2000-10-02</c:v>
                </c:pt>
                <c:pt idx="189">
                  <c:v>2000-10-03</c:v>
                </c:pt>
                <c:pt idx="190">
                  <c:v>2000-10-04</c:v>
                </c:pt>
                <c:pt idx="191">
                  <c:v>2000-10-05</c:v>
                </c:pt>
                <c:pt idx="192">
                  <c:v>2000-10-06</c:v>
                </c:pt>
                <c:pt idx="193">
                  <c:v>2000-10-09</c:v>
                </c:pt>
                <c:pt idx="194">
                  <c:v>2000-10-10</c:v>
                </c:pt>
                <c:pt idx="195">
                  <c:v>2000-10-11</c:v>
                </c:pt>
                <c:pt idx="196">
                  <c:v>2000-10-12</c:v>
                </c:pt>
                <c:pt idx="197">
                  <c:v>2000-10-13</c:v>
                </c:pt>
                <c:pt idx="198">
                  <c:v>2000-10-16</c:v>
                </c:pt>
                <c:pt idx="199">
                  <c:v>2000-10-17</c:v>
                </c:pt>
                <c:pt idx="200">
                  <c:v>2000-10-18</c:v>
                </c:pt>
                <c:pt idx="201">
                  <c:v>2000-10-19</c:v>
                </c:pt>
                <c:pt idx="202">
                  <c:v>2000-10-20</c:v>
                </c:pt>
                <c:pt idx="203">
                  <c:v>2000-10-23</c:v>
                </c:pt>
                <c:pt idx="204">
                  <c:v>2000-10-24</c:v>
                </c:pt>
                <c:pt idx="205">
                  <c:v>2000-10-25</c:v>
                </c:pt>
                <c:pt idx="206">
                  <c:v>2000-10-26</c:v>
                </c:pt>
                <c:pt idx="207">
                  <c:v>2000-10-27</c:v>
                </c:pt>
                <c:pt idx="208">
                  <c:v>2000-10-30</c:v>
                </c:pt>
                <c:pt idx="209">
                  <c:v>2000-10-31</c:v>
                </c:pt>
                <c:pt idx="210">
                  <c:v>2000-11-01</c:v>
                </c:pt>
                <c:pt idx="211">
                  <c:v>2000-11-02</c:v>
                </c:pt>
                <c:pt idx="212">
                  <c:v>2000-11-03</c:v>
                </c:pt>
                <c:pt idx="213">
                  <c:v>2000-11-06</c:v>
                </c:pt>
                <c:pt idx="214">
                  <c:v>2000-11-07</c:v>
                </c:pt>
                <c:pt idx="215">
                  <c:v>2000-11-08</c:v>
                </c:pt>
                <c:pt idx="216">
                  <c:v>2000-11-09</c:v>
                </c:pt>
                <c:pt idx="217">
                  <c:v>2000-11-10</c:v>
                </c:pt>
                <c:pt idx="218">
                  <c:v>2000-11-13</c:v>
                </c:pt>
                <c:pt idx="219">
                  <c:v>2000-11-14</c:v>
                </c:pt>
                <c:pt idx="220">
                  <c:v>2000-11-15</c:v>
                </c:pt>
                <c:pt idx="221">
                  <c:v>2000-11-16</c:v>
                </c:pt>
                <c:pt idx="222">
                  <c:v>2000-11-17</c:v>
                </c:pt>
                <c:pt idx="223">
                  <c:v>2000-11-20</c:v>
                </c:pt>
                <c:pt idx="224">
                  <c:v>2000-11-21</c:v>
                </c:pt>
                <c:pt idx="225">
                  <c:v>2000-11-22</c:v>
                </c:pt>
                <c:pt idx="226">
                  <c:v>2000-11-27</c:v>
                </c:pt>
                <c:pt idx="227">
                  <c:v>2000-11-28</c:v>
                </c:pt>
                <c:pt idx="228">
                  <c:v>2000-11-29</c:v>
                </c:pt>
                <c:pt idx="229">
                  <c:v>2000-11-30</c:v>
                </c:pt>
                <c:pt idx="230">
                  <c:v>2000-12-01</c:v>
                </c:pt>
                <c:pt idx="231">
                  <c:v>2000-12-04</c:v>
                </c:pt>
                <c:pt idx="232">
                  <c:v>2000-12-05</c:v>
                </c:pt>
                <c:pt idx="233">
                  <c:v>2000-12-06</c:v>
                </c:pt>
                <c:pt idx="234">
                  <c:v>2000-12-07</c:v>
                </c:pt>
                <c:pt idx="235">
                  <c:v>2000-12-08</c:v>
                </c:pt>
                <c:pt idx="236">
                  <c:v>2000-12-11</c:v>
                </c:pt>
                <c:pt idx="237">
                  <c:v>2000-12-12</c:v>
                </c:pt>
                <c:pt idx="238">
                  <c:v>2000-12-13</c:v>
                </c:pt>
                <c:pt idx="239">
                  <c:v>2000-12-14</c:v>
                </c:pt>
                <c:pt idx="240">
                  <c:v>2000-12-15</c:v>
                </c:pt>
                <c:pt idx="241">
                  <c:v>2000-12-18</c:v>
                </c:pt>
                <c:pt idx="242">
                  <c:v>2000-12-19</c:v>
                </c:pt>
                <c:pt idx="243">
                  <c:v>2000-12-20</c:v>
                </c:pt>
                <c:pt idx="244">
                  <c:v>2000-12-21</c:v>
                </c:pt>
                <c:pt idx="245">
                  <c:v>2000-12-22</c:v>
                </c:pt>
                <c:pt idx="246">
                  <c:v>2000-12-26</c:v>
                </c:pt>
                <c:pt idx="247">
                  <c:v>2000-12-27</c:v>
                </c:pt>
                <c:pt idx="248">
                  <c:v>2000-12-28</c:v>
                </c:pt>
                <c:pt idx="249">
                  <c:v>2000-12-29</c:v>
                </c:pt>
                <c:pt idx="250">
                  <c:v>2001-01-02</c:v>
                </c:pt>
                <c:pt idx="251">
                  <c:v>2001-01-03</c:v>
                </c:pt>
                <c:pt idx="252">
                  <c:v>2001-01-04</c:v>
                </c:pt>
                <c:pt idx="253">
                  <c:v>2001-01-05</c:v>
                </c:pt>
                <c:pt idx="254">
                  <c:v>2001-01-08</c:v>
                </c:pt>
                <c:pt idx="255">
                  <c:v>2001-01-09</c:v>
                </c:pt>
                <c:pt idx="256">
                  <c:v>2001-01-10</c:v>
                </c:pt>
                <c:pt idx="257">
                  <c:v>2001-01-11</c:v>
                </c:pt>
                <c:pt idx="258">
                  <c:v>2001-01-12</c:v>
                </c:pt>
                <c:pt idx="259">
                  <c:v>2001-01-16</c:v>
                </c:pt>
                <c:pt idx="260">
                  <c:v>2001-01-17</c:v>
                </c:pt>
                <c:pt idx="261">
                  <c:v>2001-01-18</c:v>
                </c:pt>
                <c:pt idx="262">
                  <c:v>2001-01-19</c:v>
                </c:pt>
                <c:pt idx="263">
                  <c:v>2001-01-22</c:v>
                </c:pt>
                <c:pt idx="264">
                  <c:v>2001-01-23</c:v>
                </c:pt>
                <c:pt idx="265">
                  <c:v>2001-01-24</c:v>
                </c:pt>
                <c:pt idx="266">
                  <c:v>2001-01-25</c:v>
                </c:pt>
                <c:pt idx="267">
                  <c:v>2001-01-26</c:v>
                </c:pt>
                <c:pt idx="268">
                  <c:v>2001-01-29</c:v>
                </c:pt>
                <c:pt idx="269">
                  <c:v>2001-01-30</c:v>
                </c:pt>
                <c:pt idx="270">
                  <c:v>2001-01-31</c:v>
                </c:pt>
                <c:pt idx="271">
                  <c:v>2001-02-01</c:v>
                </c:pt>
                <c:pt idx="272">
                  <c:v>2001-02-02</c:v>
                </c:pt>
                <c:pt idx="273">
                  <c:v>2001-02-05</c:v>
                </c:pt>
                <c:pt idx="274">
                  <c:v>2001-02-06</c:v>
                </c:pt>
                <c:pt idx="275">
                  <c:v>2001-02-07</c:v>
                </c:pt>
                <c:pt idx="276">
                  <c:v>2001-02-08</c:v>
                </c:pt>
                <c:pt idx="277">
                  <c:v>2001-02-09</c:v>
                </c:pt>
                <c:pt idx="278">
                  <c:v>2001-02-12</c:v>
                </c:pt>
                <c:pt idx="279">
                  <c:v>2001-02-13</c:v>
                </c:pt>
                <c:pt idx="280">
                  <c:v>2001-02-14</c:v>
                </c:pt>
                <c:pt idx="281">
                  <c:v>2001-02-15</c:v>
                </c:pt>
                <c:pt idx="282">
                  <c:v>2001-02-16</c:v>
                </c:pt>
                <c:pt idx="283">
                  <c:v>2001-02-20</c:v>
                </c:pt>
                <c:pt idx="284">
                  <c:v>2001-02-21</c:v>
                </c:pt>
                <c:pt idx="285">
                  <c:v>2001-02-22</c:v>
                </c:pt>
                <c:pt idx="286">
                  <c:v>2001-02-23</c:v>
                </c:pt>
                <c:pt idx="287">
                  <c:v>2001-02-26</c:v>
                </c:pt>
                <c:pt idx="288">
                  <c:v>2001-02-27</c:v>
                </c:pt>
                <c:pt idx="289">
                  <c:v>2001-02-28</c:v>
                </c:pt>
                <c:pt idx="290">
                  <c:v>2001-03-01</c:v>
                </c:pt>
                <c:pt idx="291">
                  <c:v>2001-03-02</c:v>
                </c:pt>
                <c:pt idx="292">
                  <c:v>2001-03-05</c:v>
                </c:pt>
                <c:pt idx="293">
                  <c:v>2001-03-06</c:v>
                </c:pt>
                <c:pt idx="294">
                  <c:v>2001-03-07</c:v>
                </c:pt>
                <c:pt idx="295">
                  <c:v>2001-03-08</c:v>
                </c:pt>
                <c:pt idx="296">
                  <c:v>2001-03-09</c:v>
                </c:pt>
                <c:pt idx="297">
                  <c:v>2001-03-12</c:v>
                </c:pt>
                <c:pt idx="298">
                  <c:v>2001-03-13</c:v>
                </c:pt>
                <c:pt idx="299">
                  <c:v>2001-03-14</c:v>
                </c:pt>
                <c:pt idx="300">
                  <c:v>2001-03-15</c:v>
                </c:pt>
                <c:pt idx="301">
                  <c:v>2001-03-16</c:v>
                </c:pt>
                <c:pt idx="302">
                  <c:v>2001-03-19</c:v>
                </c:pt>
                <c:pt idx="303">
                  <c:v>2001-03-20</c:v>
                </c:pt>
                <c:pt idx="304">
                  <c:v>2001-03-21</c:v>
                </c:pt>
                <c:pt idx="305">
                  <c:v>2001-03-22</c:v>
                </c:pt>
                <c:pt idx="306">
                  <c:v>2001-03-23</c:v>
                </c:pt>
                <c:pt idx="307">
                  <c:v>2001-03-26</c:v>
                </c:pt>
                <c:pt idx="308">
                  <c:v>2001-03-27</c:v>
                </c:pt>
                <c:pt idx="309">
                  <c:v>2001-03-28</c:v>
                </c:pt>
                <c:pt idx="310">
                  <c:v>2001-03-29</c:v>
                </c:pt>
                <c:pt idx="311">
                  <c:v>2001-03-30</c:v>
                </c:pt>
                <c:pt idx="312">
                  <c:v>2001-04-02</c:v>
                </c:pt>
                <c:pt idx="313">
                  <c:v>2001-04-03</c:v>
                </c:pt>
                <c:pt idx="314">
                  <c:v>2001-04-04</c:v>
                </c:pt>
                <c:pt idx="315">
                  <c:v>2001-04-05</c:v>
                </c:pt>
                <c:pt idx="316">
                  <c:v>2001-04-06</c:v>
                </c:pt>
                <c:pt idx="317">
                  <c:v>2001-04-09</c:v>
                </c:pt>
                <c:pt idx="318">
                  <c:v>2001-04-10</c:v>
                </c:pt>
                <c:pt idx="319">
                  <c:v>2001-04-11</c:v>
                </c:pt>
                <c:pt idx="320">
                  <c:v>2001-04-12</c:v>
                </c:pt>
                <c:pt idx="321">
                  <c:v>2001-04-16</c:v>
                </c:pt>
                <c:pt idx="322">
                  <c:v>2001-04-17</c:v>
                </c:pt>
                <c:pt idx="323">
                  <c:v>2001-04-18</c:v>
                </c:pt>
                <c:pt idx="324">
                  <c:v>2001-04-19</c:v>
                </c:pt>
                <c:pt idx="325">
                  <c:v>2001-04-20</c:v>
                </c:pt>
                <c:pt idx="326">
                  <c:v>2001-04-23</c:v>
                </c:pt>
                <c:pt idx="327">
                  <c:v>2001-04-24</c:v>
                </c:pt>
                <c:pt idx="328">
                  <c:v>2001-04-25</c:v>
                </c:pt>
                <c:pt idx="329">
                  <c:v>2001-04-26</c:v>
                </c:pt>
                <c:pt idx="330">
                  <c:v>2001-04-27</c:v>
                </c:pt>
                <c:pt idx="331">
                  <c:v>2001-04-30</c:v>
                </c:pt>
                <c:pt idx="332">
                  <c:v>2001-05-01</c:v>
                </c:pt>
                <c:pt idx="333">
                  <c:v>2001-05-02</c:v>
                </c:pt>
                <c:pt idx="334">
                  <c:v>2001-05-03</c:v>
                </c:pt>
                <c:pt idx="335">
                  <c:v>2001-05-04</c:v>
                </c:pt>
                <c:pt idx="336">
                  <c:v>2001-05-07</c:v>
                </c:pt>
                <c:pt idx="337">
                  <c:v>2001-05-08</c:v>
                </c:pt>
                <c:pt idx="338">
                  <c:v>2001-05-09</c:v>
                </c:pt>
                <c:pt idx="339">
                  <c:v>2001-05-10</c:v>
                </c:pt>
                <c:pt idx="340">
                  <c:v>2001-05-11</c:v>
                </c:pt>
                <c:pt idx="341">
                  <c:v>2001-05-14</c:v>
                </c:pt>
                <c:pt idx="342">
                  <c:v>2001-05-15</c:v>
                </c:pt>
                <c:pt idx="343">
                  <c:v>2001-05-16</c:v>
                </c:pt>
                <c:pt idx="344">
                  <c:v>2001-05-17</c:v>
                </c:pt>
                <c:pt idx="345">
                  <c:v>2001-05-18</c:v>
                </c:pt>
                <c:pt idx="346">
                  <c:v>2001-05-21</c:v>
                </c:pt>
                <c:pt idx="347">
                  <c:v>2001-05-22</c:v>
                </c:pt>
                <c:pt idx="348">
                  <c:v>2001-05-23</c:v>
                </c:pt>
                <c:pt idx="349">
                  <c:v>2001-05-24</c:v>
                </c:pt>
                <c:pt idx="350">
                  <c:v>2001-05-25</c:v>
                </c:pt>
                <c:pt idx="351">
                  <c:v>2001-05-29</c:v>
                </c:pt>
                <c:pt idx="352">
                  <c:v>2001-05-30</c:v>
                </c:pt>
                <c:pt idx="353">
                  <c:v>2001-05-31</c:v>
                </c:pt>
                <c:pt idx="354">
                  <c:v>2001-06-01</c:v>
                </c:pt>
                <c:pt idx="355">
                  <c:v>2001-06-04</c:v>
                </c:pt>
                <c:pt idx="356">
                  <c:v>2001-06-05</c:v>
                </c:pt>
                <c:pt idx="357">
                  <c:v>2001-06-06</c:v>
                </c:pt>
                <c:pt idx="358">
                  <c:v>2001-06-07</c:v>
                </c:pt>
                <c:pt idx="359">
                  <c:v>2001-06-08</c:v>
                </c:pt>
                <c:pt idx="360">
                  <c:v>2001-06-11</c:v>
                </c:pt>
                <c:pt idx="361">
                  <c:v>2001-06-12</c:v>
                </c:pt>
                <c:pt idx="362">
                  <c:v>2001-06-13</c:v>
                </c:pt>
                <c:pt idx="363">
                  <c:v>2001-06-14</c:v>
                </c:pt>
                <c:pt idx="364">
                  <c:v>2001-06-15</c:v>
                </c:pt>
                <c:pt idx="365">
                  <c:v>2001-06-18</c:v>
                </c:pt>
                <c:pt idx="366">
                  <c:v>2001-06-19</c:v>
                </c:pt>
                <c:pt idx="367">
                  <c:v>2001-06-20</c:v>
                </c:pt>
                <c:pt idx="368">
                  <c:v>2001-06-21</c:v>
                </c:pt>
                <c:pt idx="369">
                  <c:v>2001-06-22</c:v>
                </c:pt>
                <c:pt idx="370">
                  <c:v>2001-06-25</c:v>
                </c:pt>
                <c:pt idx="371">
                  <c:v>2001-06-26</c:v>
                </c:pt>
                <c:pt idx="372">
                  <c:v>2001-06-27</c:v>
                </c:pt>
                <c:pt idx="373">
                  <c:v>2001-06-28</c:v>
                </c:pt>
                <c:pt idx="374">
                  <c:v>2001-06-29</c:v>
                </c:pt>
                <c:pt idx="375">
                  <c:v>2001-07-02</c:v>
                </c:pt>
                <c:pt idx="376">
                  <c:v>2001-07-03</c:v>
                </c:pt>
                <c:pt idx="377">
                  <c:v>2001-07-05</c:v>
                </c:pt>
                <c:pt idx="378">
                  <c:v>2001-07-06</c:v>
                </c:pt>
                <c:pt idx="379">
                  <c:v>2001-07-09</c:v>
                </c:pt>
                <c:pt idx="380">
                  <c:v>2001-07-10</c:v>
                </c:pt>
                <c:pt idx="381">
                  <c:v>2001-07-11</c:v>
                </c:pt>
                <c:pt idx="382">
                  <c:v>2001-07-12</c:v>
                </c:pt>
                <c:pt idx="383">
                  <c:v>2001-07-13</c:v>
                </c:pt>
                <c:pt idx="384">
                  <c:v>2001-07-16</c:v>
                </c:pt>
                <c:pt idx="385">
                  <c:v>2001-07-17</c:v>
                </c:pt>
                <c:pt idx="386">
                  <c:v>2001-07-18</c:v>
                </c:pt>
                <c:pt idx="387">
                  <c:v>2001-07-19</c:v>
                </c:pt>
                <c:pt idx="388">
                  <c:v>2001-07-20</c:v>
                </c:pt>
                <c:pt idx="389">
                  <c:v>2001-07-23</c:v>
                </c:pt>
                <c:pt idx="390">
                  <c:v>2001-07-24</c:v>
                </c:pt>
                <c:pt idx="391">
                  <c:v>2001-07-25</c:v>
                </c:pt>
                <c:pt idx="392">
                  <c:v>2001-07-26</c:v>
                </c:pt>
                <c:pt idx="393">
                  <c:v>2001-07-27</c:v>
                </c:pt>
                <c:pt idx="394">
                  <c:v>2001-07-30</c:v>
                </c:pt>
                <c:pt idx="395">
                  <c:v>2001-07-31</c:v>
                </c:pt>
                <c:pt idx="396">
                  <c:v>2001-08-01</c:v>
                </c:pt>
                <c:pt idx="397">
                  <c:v>2001-08-02</c:v>
                </c:pt>
                <c:pt idx="398">
                  <c:v>2001-08-03</c:v>
                </c:pt>
                <c:pt idx="399">
                  <c:v>2001-08-06</c:v>
                </c:pt>
                <c:pt idx="400">
                  <c:v>2001-08-07</c:v>
                </c:pt>
                <c:pt idx="401">
                  <c:v>2001-08-08</c:v>
                </c:pt>
                <c:pt idx="402">
                  <c:v>2001-08-09</c:v>
                </c:pt>
                <c:pt idx="403">
                  <c:v>2001-08-10</c:v>
                </c:pt>
                <c:pt idx="404">
                  <c:v>2001-08-13</c:v>
                </c:pt>
                <c:pt idx="405">
                  <c:v>2001-08-14</c:v>
                </c:pt>
                <c:pt idx="406">
                  <c:v>2001-08-15</c:v>
                </c:pt>
                <c:pt idx="407">
                  <c:v>2001-08-16</c:v>
                </c:pt>
                <c:pt idx="408">
                  <c:v>2001-08-17</c:v>
                </c:pt>
                <c:pt idx="409">
                  <c:v>2001-08-20</c:v>
                </c:pt>
                <c:pt idx="410">
                  <c:v>2001-08-21</c:v>
                </c:pt>
                <c:pt idx="411">
                  <c:v>2001-08-22</c:v>
                </c:pt>
                <c:pt idx="412">
                  <c:v>2001-08-23</c:v>
                </c:pt>
                <c:pt idx="413">
                  <c:v>2001-08-24</c:v>
                </c:pt>
                <c:pt idx="414">
                  <c:v>2001-08-27</c:v>
                </c:pt>
                <c:pt idx="415">
                  <c:v>2001-08-28</c:v>
                </c:pt>
                <c:pt idx="416">
                  <c:v>2001-08-29</c:v>
                </c:pt>
                <c:pt idx="417">
                  <c:v>2001-08-30</c:v>
                </c:pt>
                <c:pt idx="418">
                  <c:v>2001-08-31</c:v>
                </c:pt>
                <c:pt idx="419">
                  <c:v>2001-09-04</c:v>
                </c:pt>
                <c:pt idx="420">
                  <c:v>2001-09-05</c:v>
                </c:pt>
                <c:pt idx="421">
                  <c:v>2001-09-06</c:v>
                </c:pt>
                <c:pt idx="422">
                  <c:v>2001-09-07</c:v>
                </c:pt>
                <c:pt idx="423">
                  <c:v>2001-09-10</c:v>
                </c:pt>
                <c:pt idx="424">
                  <c:v>2001-09-17</c:v>
                </c:pt>
                <c:pt idx="425">
                  <c:v>2001-09-18</c:v>
                </c:pt>
                <c:pt idx="426">
                  <c:v>2001-09-19</c:v>
                </c:pt>
                <c:pt idx="427">
                  <c:v>2001-09-20</c:v>
                </c:pt>
                <c:pt idx="428">
                  <c:v>2001-09-21</c:v>
                </c:pt>
                <c:pt idx="429">
                  <c:v>2001-09-24</c:v>
                </c:pt>
                <c:pt idx="430">
                  <c:v>2001-09-25</c:v>
                </c:pt>
                <c:pt idx="431">
                  <c:v>2001-09-26</c:v>
                </c:pt>
                <c:pt idx="432">
                  <c:v>2001-09-27</c:v>
                </c:pt>
                <c:pt idx="433">
                  <c:v>2001-09-28</c:v>
                </c:pt>
                <c:pt idx="434">
                  <c:v>2001-10-01</c:v>
                </c:pt>
                <c:pt idx="435">
                  <c:v>2001-10-02</c:v>
                </c:pt>
                <c:pt idx="436">
                  <c:v>2001-10-03</c:v>
                </c:pt>
                <c:pt idx="437">
                  <c:v>2001-10-04</c:v>
                </c:pt>
                <c:pt idx="438">
                  <c:v>2001-10-05</c:v>
                </c:pt>
                <c:pt idx="439">
                  <c:v>2001-10-08</c:v>
                </c:pt>
                <c:pt idx="440">
                  <c:v>2001-10-09</c:v>
                </c:pt>
                <c:pt idx="441">
                  <c:v>2001-10-10</c:v>
                </c:pt>
                <c:pt idx="442">
                  <c:v>2001-10-11</c:v>
                </c:pt>
                <c:pt idx="443">
                  <c:v>2001-10-12</c:v>
                </c:pt>
                <c:pt idx="444">
                  <c:v>2001-10-15</c:v>
                </c:pt>
                <c:pt idx="445">
                  <c:v>2001-10-16</c:v>
                </c:pt>
                <c:pt idx="446">
                  <c:v>2001-10-17</c:v>
                </c:pt>
                <c:pt idx="447">
                  <c:v>2001-10-18</c:v>
                </c:pt>
                <c:pt idx="448">
                  <c:v>2001-10-19</c:v>
                </c:pt>
                <c:pt idx="449">
                  <c:v>2001-10-22</c:v>
                </c:pt>
                <c:pt idx="450">
                  <c:v>2001-10-23</c:v>
                </c:pt>
                <c:pt idx="451">
                  <c:v>2001-10-24</c:v>
                </c:pt>
                <c:pt idx="452">
                  <c:v>2001-10-25</c:v>
                </c:pt>
                <c:pt idx="453">
                  <c:v>2001-10-26</c:v>
                </c:pt>
                <c:pt idx="454">
                  <c:v>2001-10-29</c:v>
                </c:pt>
                <c:pt idx="455">
                  <c:v>2001-10-30</c:v>
                </c:pt>
                <c:pt idx="456">
                  <c:v>2001-10-31</c:v>
                </c:pt>
                <c:pt idx="457">
                  <c:v>2001-11-01</c:v>
                </c:pt>
                <c:pt idx="458">
                  <c:v>2001-11-02</c:v>
                </c:pt>
                <c:pt idx="459">
                  <c:v>2001-11-05</c:v>
                </c:pt>
                <c:pt idx="460">
                  <c:v>2001-11-06</c:v>
                </c:pt>
                <c:pt idx="461">
                  <c:v>2001-11-07</c:v>
                </c:pt>
                <c:pt idx="462">
                  <c:v>2001-11-08</c:v>
                </c:pt>
                <c:pt idx="463">
                  <c:v>2001-11-09</c:v>
                </c:pt>
                <c:pt idx="464">
                  <c:v>2001-11-12</c:v>
                </c:pt>
                <c:pt idx="465">
                  <c:v>2001-11-13</c:v>
                </c:pt>
                <c:pt idx="466">
                  <c:v>2001-11-14</c:v>
                </c:pt>
                <c:pt idx="467">
                  <c:v>2001-11-15</c:v>
                </c:pt>
                <c:pt idx="468">
                  <c:v>2001-11-16</c:v>
                </c:pt>
                <c:pt idx="469">
                  <c:v>2001-11-19</c:v>
                </c:pt>
                <c:pt idx="470">
                  <c:v>2001-11-20</c:v>
                </c:pt>
                <c:pt idx="471">
                  <c:v>2001-11-21</c:v>
                </c:pt>
                <c:pt idx="472">
                  <c:v>2001-11-26</c:v>
                </c:pt>
                <c:pt idx="473">
                  <c:v>2001-11-27</c:v>
                </c:pt>
                <c:pt idx="474">
                  <c:v>2001-11-28</c:v>
                </c:pt>
                <c:pt idx="475">
                  <c:v>2001-11-29</c:v>
                </c:pt>
                <c:pt idx="476">
                  <c:v>2001-11-30</c:v>
                </c:pt>
                <c:pt idx="477">
                  <c:v>2001-12-03</c:v>
                </c:pt>
                <c:pt idx="478">
                  <c:v>2001-12-04</c:v>
                </c:pt>
                <c:pt idx="479">
                  <c:v>2001-12-05</c:v>
                </c:pt>
                <c:pt idx="480">
                  <c:v>2001-12-06</c:v>
                </c:pt>
                <c:pt idx="481">
                  <c:v>2001-12-07</c:v>
                </c:pt>
                <c:pt idx="482">
                  <c:v>2001-12-10</c:v>
                </c:pt>
                <c:pt idx="483">
                  <c:v>2001-12-11</c:v>
                </c:pt>
                <c:pt idx="484">
                  <c:v>2001-12-12</c:v>
                </c:pt>
                <c:pt idx="485">
                  <c:v>2001-12-13</c:v>
                </c:pt>
                <c:pt idx="486">
                  <c:v>2001-12-14</c:v>
                </c:pt>
                <c:pt idx="487">
                  <c:v>2001-12-17</c:v>
                </c:pt>
                <c:pt idx="488">
                  <c:v>2001-12-18</c:v>
                </c:pt>
                <c:pt idx="489">
                  <c:v>2001-12-19</c:v>
                </c:pt>
                <c:pt idx="490">
                  <c:v>2001-12-20</c:v>
                </c:pt>
                <c:pt idx="491">
                  <c:v>2001-12-21</c:v>
                </c:pt>
                <c:pt idx="492">
                  <c:v>2001-12-27</c:v>
                </c:pt>
                <c:pt idx="493">
                  <c:v>2001-12-28</c:v>
                </c:pt>
                <c:pt idx="494">
                  <c:v>2002-01-02</c:v>
                </c:pt>
                <c:pt idx="495">
                  <c:v>2002-01-03</c:v>
                </c:pt>
                <c:pt idx="496">
                  <c:v>2002-01-04</c:v>
                </c:pt>
                <c:pt idx="497">
                  <c:v>2002-01-07</c:v>
                </c:pt>
                <c:pt idx="498">
                  <c:v>2002-01-08</c:v>
                </c:pt>
                <c:pt idx="499">
                  <c:v>2002-01-09</c:v>
                </c:pt>
                <c:pt idx="500">
                  <c:v>2002-01-10</c:v>
                </c:pt>
                <c:pt idx="501">
                  <c:v>2002-01-11</c:v>
                </c:pt>
                <c:pt idx="502">
                  <c:v>2002-01-14</c:v>
                </c:pt>
                <c:pt idx="503">
                  <c:v>2002-01-15</c:v>
                </c:pt>
                <c:pt idx="504">
                  <c:v>2002-01-16</c:v>
                </c:pt>
                <c:pt idx="505">
                  <c:v>2002-01-17</c:v>
                </c:pt>
                <c:pt idx="506">
                  <c:v>2002-01-18</c:v>
                </c:pt>
                <c:pt idx="507">
                  <c:v>2002-01-22</c:v>
                </c:pt>
                <c:pt idx="508">
                  <c:v>2002-01-23</c:v>
                </c:pt>
                <c:pt idx="509">
                  <c:v>2002-01-24</c:v>
                </c:pt>
                <c:pt idx="510">
                  <c:v>2002-01-25</c:v>
                </c:pt>
                <c:pt idx="511">
                  <c:v>2002-01-28</c:v>
                </c:pt>
                <c:pt idx="512">
                  <c:v>2002-01-29</c:v>
                </c:pt>
                <c:pt idx="513">
                  <c:v>2002-01-30</c:v>
                </c:pt>
                <c:pt idx="514">
                  <c:v>2002-01-31</c:v>
                </c:pt>
                <c:pt idx="515">
                  <c:v>2002-02-01</c:v>
                </c:pt>
                <c:pt idx="516">
                  <c:v>2002-02-04</c:v>
                </c:pt>
                <c:pt idx="517">
                  <c:v>2002-02-05</c:v>
                </c:pt>
                <c:pt idx="518">
                  <c:v>2002-02-06</c:v>
                </c:pt>
                <c:pt idx="519">
                  <c:v>2002-02-07</c:v>
                </c:pt>
                <c:pt idx="520">
                  <c:v>2002-02-08</c:v>
                </c:pt>
                <c:pt idx="521">
                  <c:v>2002-02-11</c:v>
                </c:pt>
                <c:pt idx="522">
                  <c:v>2002-02-12</c:v>
                </c:pt>
                <c:pt idx="523">
                  <c:v>2002-02-13</c:v>
                </c:pt>
                <c:pt idx="524">
                  <c:v>2002-02-14</c:v>
                </c:pt>
                <c:pt idx="525">
                  <c:v>2002-02-15</c:v>
                </c:pt>
                <c:pt idx="526">
                  <c:v>2002-02-19</c:v>
                </c:pt>
                <c:pt idx="527">
                  <c:v>2002-02-20</c:v>
                </c:pt>
                <c:pt idx="528">
                  <c:v>2002-02-21</c:v>
                </c:pt>
                <c:pt idx="529">
                  <c:v>2002-02-22</c:v>
                </c:pt>
                <c:pt idx="530">
                  <c:v>2002-02-25</c:v>
                </c:pt>
                <c:pt idx="531">
                  <c:v>2002-02-26</c:v>
                </c:pt>
                <c:pt idx="532">
                  <c:v>2002-02-27</c:v>
                </c:pt>
                <c:pt idx="533">
                  <c:v>2002-02-28</c:v>
                </c:pt>
                <c:pt idx="534">
                  <c:v>2002-03-01</c:v>
                </c:pt>
                <c:pt idx="535">
                  <c:v>2002-03-04</c:v>
                </c:pt>
                <c:pt idx="536">
                  <c:v>2002-03-05</c:v>
                </c:pt>
                <c:pt idx="537">
                  <c:v>2002-03-06</c:v>
                </c:pt>
                <c:pt idx="538">
                  <c:v>2002-03-07</c:v>
                </c:pt>
                <c:pt idx="539">
                  <c:v>2002-03-08</c:v>
                </c:pt>
                <c:pt idx="540">
                  <c:v>2002-03-11</c:v>
                </c:pt>
                <c:pt idx="541">
                  <c:v>2002-03-12</c:v>
                </c:pt>
                <c:pt idx="542">
                  <c:v>2002-03-13</c:v>
                </c:pt>
                <c:pt idx="543">
                  <c:v>2002-03-14</c:v>
                </c:pt>
                <c:pt idx="544">
                  <c:v>2002-03-15</c:v>
                </c:pt>
                <c:pt idx="545">
                  <c:v>2002-03-18</c:v>
                </c:pt>
                <c:pt idx="546">
                  <c:v>2002-03-19</c:v>
                </c:pt>
                <c:pt idx="547">
                  <c:v>2002-03-20</c:v>
                </c:pt>
                <c:pt idx="548">
                  <c:v>2002-03-21</c:v>
                </c:pt>
                <c:pt idx="549">
                  <c:v>2002-03-22</c:v>
                </c:pt>
                <c:pt idx="550">
                  <c:v>2002-03-25</c:v>
                </c:pt>
                <c:pt idx="551">
                  <c:v>2002-03-26</c:v>
                </c:pt>
                <c:pt idx="552">
                  <c:v>2002-03-27</c:v>
                </c:pt>
                <c:pt idx="553">
                  <c:v>2002-03-28</c:v>
                </c:pt>
                <c:pt idx="554">
                  <c:v>2002-04-01</c:v>
                </c:pt>
                <c:pt idx="555">
                  <c:v>2002-04-02</c:v>
                </c:pt>
                <c:pt idx="556">
                  <c:v>2002-04-03</c:v>
                </c:pt>
                <c:pt idx="557">
                  <c:v>2002-04-04</c:v>
                </c:pt>
                <c:pt idx="558">
                  <c:v>2002-04-05</c:v>
                </c:pt>
                <c:pt idx="559">
                  <c:v>2002-04-08</c:v>
                </c:pt>
                <c:pt idx="560">
                  <c:v>2002-04-09</c:v>
                </c:pt>
                <c:pt idx="561">
                  <c:v>2002-04-10</c:v>
                </c:pt>
                <c:pt idx="562">
                  <c:v>2002-04-11</c:v>
                </c:pt>
                <c:pt idx="563">
                  <c:v>2002-04-12</c:v>
                </c:pt>
                <c:pt idx="564">
                  <c:v>2002-04-15</c:v>
                </c:pt>
                <c:pt idx="565">
                  <c:v>2002-04-16</c:v>
                </c:pt>
                <c:pt idx="566">
                  <c:v>2002-04-17</c:v>
                </c:pt>
                <c:pt idx="567">
                  <c:v>2002-04-18</c:v>
                </c:pt>
                <c:pt idx="568">
                  <c:v>2002-04-19</c:v>
                </c:pt>
                <c:pt idx="569">
                  <c:v>2002-04-22</c:v>
                </c:pt>
                <c:pt idx="570">
                  <c:v>2002-04-23</c:v>
                </c:pt>
                <c:pt idx="571">
                  <c:v>2002-04-24</c:v>
                </c:pt>
                <c:pt idx="572">
                  <c:v>2002-04-25</c:v>
                </c:pt>
                <c:pt idx="573">
                  <c:v>2002-04-26</c:v>
                </c:pt>
                <c:pt idx="574">
                  <c:v>2002-04-29</c:v>
                </c:pt>
                <c:pt idx="575">
                  <c:v>2002-04-30</c:v>
                </c:pt>
                <c:pt idx="576">
                  <c:v>2002-05-01</c:v>
                </c:pt>
                <c:pt idx="577">
                  <c:v>2002-05-02</c:v>
                </c:pt>
                <c:pt idx="578">
                  <c:v>2002-05-03</c:v>
                </c:pt>
                <c:pt idx="579">
                  <c:v>2002-05-06</c:v>
                </c:pt>
                <c:pt idx="580">
                  <c:v>2002-05-07</c:v>
                </c:pt>
                <c:pt idx="581">
                  <c:v>2002-05-08</c:v>
                </c:pt>
                <c:pt idx="582">
                  <c:v>2002-05-09</c:v>
                </c:pt>
                <c:pt idx="583">
                  <c:v>2002-05-10</c:v>
                </c:pt>
                <c:pt idx="584">
                  <c:v>2002-05-13</c:v>
                </c:pt>
                <c:pt idx="585">
                  <c:v>2002-05-14</c:v>
                </c:pt>
                <c:pt idx="586">
                  <c:v>2002-05-15</c:v>
                </c:pt>
                <c:pt idx="587">
                  <c:v>2002-05-16</c:v>
                </c:pt>
                <c:pt idx="588">
                  <c:v>2002-05-17</c:v>
                </c:pt>
                <c:pt idx="589">
                  <c:v>2002-05-20</c:v>
                </c:pt>
                <c:pt idx="590">
                  <c:v>2002-05-21</c:v>
                </c:pt>
                <c:pt idx="591">
                  <c:v>2002-05-22</c:v>
                </c:pt>
                <c:pt idx="592">
                  <c:v>2002-05-23</c:v>
                </c:pt>
                <c:pt idx="593">
                  <c:v>2002-05-24</c:v>
                </c:pt>
                <c:pt idx="594">
                  <c:v>2002-05-28</c:v>
                </c:pt>
                <c:pt idx="595">
                  <c:v>2002-05-29</c:v>
                </c:pt>
                <c:pt idx="596">
                  <c:v>2002-05-30</c:v>
                </c:pt>
                <c:pt idx="597">
                  <c:v>2002-05-31</c:v>
                </c:pt>
                <c:pt idx="598">
                  <c:v>2002-06-03</c:v>
                </c:pt>
                <c:pt idx="599">
                  <c:v>2002-06-04</c:v>
                </c:pt>
                <c:pt idx="600">
                  <c:v>2002-06-05</c:v>
                </c:pt>
                <c:pt idx="601">
                  <c:v>2002-06-06</c:v>
                </c:pt>
                <c:pt idx="602">
                  <c:v>2002-06-07</c:v>
                </c:pt>
                <c:pt idx="603">
                  <c:v>2002-06-10</c:v>
                </c:pt>
                <c:pt idx="604">
                  <c:v>2002-06-11</c:v>
                </c:pt>
                <c:pt idx="605">
                  <c:v>2002-06-12</c:v>
                </c:pt>
                <c:pt idx="606">
                  <c:v>2002-06-13</c:v>
                </c:pt>
                <c:pt idx="607">
                  <c:v>2002-06-14</c:v>
                </c:pt>
                <c:pt idx="608">
                  <c:v>2002-06-17</c:v>
                </c:pt>
                <c:pt idx="609">
                  <c:v>2002-06-18</c:v>
                </c:pt>
                <c:pt idx="610">
                  <c:v>2002-06-19</c:v>
                </c:pt>
                <c:pt idx="611">
                  <c:v>2002-06-20</c:v>
                </c:pt>
                <c:pt idx="612">
                  <c:v>2002-06-21</c:v>
                </c:pt>
                <c:pt idx="613">
                  <c:v>2002-06-24</c:v>
                </c:pt>
                <c:pt idx="614">
                  <c:v>2002-06-25</c:v>
                </c:pt>
                <c:pt idx="615">
                  <c:v>2002-06-26</c:v>
                </c:pt>
                <c:pt idx="616">
                  <c:v>2002-06-27</c:v>
                </c:pt>
                <c:pt idx="617">
                  <c:v>2002-06-28</c:v>
                </c:pt>
                <c:pt idx="618">
                  <c:v>2002-10-01</c:v>
                </c:pt>
                <c:pt idx="619">
                  <c:v>2002-10-02</c:v>
                </c:pt>
                <c:pt idx="620">
                  <c:v>2002-10-03</c:v>
                </c:pt>
                <c:pt idx="621">
                  <c:v>2002-10-04</c:v>
                </c:pt>
                <c:pt idx="622">
                  <c:v>2002-10-07</c:v>
                </c:pt>
                <c:pt idx="623">
                  <c:v>2002-10-08</c:v>
                </c:pt>
                <c:pt idx="624">
                  <c:v>2002-10-09</c:v>
                </c:pt>
                <c:pt idx="625">
                  <c:v>2002-10-10</c:v>
                </c:pt>
                <c:pt idx="626">
                  <c:v>2002-10-11</c:v>
                </c:pt>
                <c:pt idx="627">
                  <c:v>2002-10-14</c:v>
                </c:pt>
                <c:pt idx="628">
                  <c:v>2002-10-15</c:v>
                </c:pt>
                <c:pt idx="629">
                  <c:v>2002-10-16</c:v>
                </c:pt>
                <c:pt idx="630">
                  <c:v>2002-10-17</c:v>
                </c:pt>
                <c:pt idx="631">
                  <c:v>2002-10-18</c:v>
                </c:pt>
                <c:pt idx="632">
                  <c:v>2002-10-21</c:v>
                </c:pt>
                <c:pt idx="633">
                  <c:v>2002-10-22</c:v>
                </c:pt>
                <c:pt idx="634">
                  <c:v>2002-10-23</c:v>
                </c:pt>
                <c:pt idx="635">
                  <c:v>2002-10-24</c:v>
                </c:pt>
                <c:pt idx="636">
                  <c:v>2002-10-25</c:v>
                </c:pt>
                <c:pt idx="637">
                  <c:v>2002-10-28</c:v>
                </c:pt>
                <c:pt idx="638">
                  <c:v>2002-10-29</c:v>
                </c:pt>
                <c:pt idx="639">
                  <c:v>2002-10-30</c:v>
                </c:pt>
                <c:pt idx="640">
                  <c:v>2002-10-31</c:v>
                </c:pt>
                <c:pt idx="641">
                  <c:v>2002-11-01</c:v>
                </c:pt>
                <c:pt idx="642">
                  <c:v>2002-11-04</c:v>
                </c:pt>
                <c:pt idx="643">
                  <c:v>2002-11-05</c:v>
                </c:pt>
                <c:pt idx="644">
                  <c:v>2002-11-06</c:v>
                </c:pt>
                <c:pt idx="645">
                  <c:v>2002-11-07</c:v>
                </c:pt>
                <c:pt idx="646">
                  <c:v>2002-11-08</c:v>
                </c:pt>
                <c:pt idx="647">
                  <c:v>2002-11-11</c:v>
                </c:pt>
                <c:pt idx="648">
                  <c:v>2002-11-12</c:v>
                </c:pt>
                <c:pt idx="649">
                  <c:v>2002-11-13</c:v>
                </c:pt>
                <c:pt idx="650">
                  <c:v>2002-11-14</c:v>
                </c:pt>
                <c:pt idx="651">
                  <c:v>2002-11-15</c:v>
                </c:pt>
                <c:pt idx="652">
                  <c:v>2002-11-18</c:v>
                </c:pt>
                <c:pt idx="653">
                  <c:v>2002-11-19</c:v>
                </c:pt>
                <c:pt idx="654">
                  <c:v>2002-11-20</c:v>
                </c:pt>
                <c:pt idx="655">
                  <c:v>2002-11-21</c:v>
                </c:pt>
                <c:pt idx="656">
                  <c:v>2002-11-22</c:v>
                </c:pt>
                <c:pt idx="657">
                  <c:v>2002-11-25</c:v>
                </c:pt>
                <c:pt idx="658">
                  <c:v>2002-11-26</c:v>
                </c:pt>
                <c:pt idx="659">
                  <c:v>2002-11-27</c:v>
                </c:pt>
                <c:pt idx="660">
                  <c:v>2002-12-02</c:v>
                </c:pt>
                <c:pt idx="661">
                  <c:v>2002-12-03</c:v>
                </c:pt>
                <c:pt idx="662">
                  <c:v>2002-12-04</c:v>
                </c:pt>
                <c:pt idx="663">
                  <c:v>2002-12-05</c:v>
                </c:pt>
                <c:pt idx="664">
                  <c:v>2002-12-06</c:v>
                </c:pt>
                <c:pt idx="665">
                  <c:v>2002-12-09</c:v>
                </c:pt>
                <c:pt idx="666">
                  <c:v>2002-12-10</c:v>
                </c:pt>
                <c:pt idx="667">
                  <c:v>2002-12-11</c:v>
                </c:pt>
                <c:pt idx="668">
                  <c:v>2002-12-12</c:v>
                </c:pt>
                <c:pt idx="669">
                  <c:v>2002-12-13</c:v>
                </c:pt>
                <c:pt idx="670">
                  <c:v>2002-12-16</c:v>
                </c:pt>
                <c:pt idx="671">
                  <c:v>2002-12-17</c:v>
                </c:pt>
                <c:pt idx="672">
                  <c:v>2002-12-18</c:v>
                </c:pt>
                <c:pt idx="673">
                  <c:v>2002-12-19</c:v>
                </c:pt>
                <c:pt idx="674">
                  <c:v>2002-12-20</c:v>
                </c:pt>
                <c:pt idx="675">
                  <c:v>2002-12-23</c:v>
                </c:pt>
                <c:pt idx="676">
                  <c:v>2002-12-24</c:v>
                </c:pt>
                <c:pt idx="677">
                  <c:v>2002-12-27</c:v>
                </c:pt>
                <c:pt idx="678">
                  <c:v>2002-12-30</c:v>
                </c:pt>
                <c:pt idx="679">
                  <c:v>2002-12-31</c:v>
                </c:pt>
                <c:pt idx="680">
                  <c:v>2003-01-02</c:v>
                </c:pt>
                <c:pt idx="681">
                  <c:v>2003-01-03</c:v>
                </c:pt>
                <c:pt idx="682">
                  <c:v>2003-01-06</c:v>
                </c:pt>
                <c:pt idx="683">
                  <c:v>2003-01-07</c:v>
                </c:pt>
                <c:pt idx="684">
                  <c:v>2003-01-08</c:v>
                </c:pt>
                <c:pt idx="685">
                  <c:v>2003-01-09</c:v>
                </c:pt>
                <c:pt idx="686">
                  <c:v>2003-01-10</c:v>
                </c:pt>
                <c:pt idx="687">
                  <c:v>2003-01-13</c:v>
                </c:pt>
                <c:pt idx="688">
                  <c:v>2003-01-14</c:v>
                </c:pt>
                <c:pt idx="689">
                  <c:v>2003-01-15</c:v>
                </c:pt>
                <c:pt idx="690">
                  <c:v>2003-01-16</c:v>
                </c:pt>
                <c:pt idx="691">
                  <c:v>2003-01-17</c:v>
                </c:pt>
                <c:pt idx="692">
                  <c:v>2003-01-21</c:v>
                </c:pt>
                <c:pt idx="693">
                  <c:v>2003-01-22</c:v>
                </c:pt>
                <c:pt idx="694">
                  <c:v>2003-01-23</c:v>
                </c:pt>
                <c:pt idx="695">
                  <c:v>2003-01-24</c:v>
                </c:pt>
                <c:pt idx="696">
                  <c:v>2003-01-27</c:v>
                </c:pt>
                <c:pt idx="697">
                  <c:v>2003-01-28</c:v>
                </c:pt>
                <c:pt idx="698">
                  <c:v>2003-01-29</c:v>
                </c:pt>
                <c:pt idx="699">
                  <c:v>2003-01-30</c:v>
                </c:pt>
                <c:pt idx="700">
                  <c:v>2003-01-31</c:v>
                </c:pt>
                <c:pt idx="701">
                  <c:v>2003-02-03</c:v>
                </c:pt>
                <c:pt idx="702">
                  <c:v>2003-02-04</c:v>
                </c:pt>
                <c:pt idx="703">
                  <c:v>2003-02-05</c:v>
                </c:pt>
                <c:pt idx="704">
                  <c:v>2003-02-06</c:v>
                </c:pt>
                <c:pt idx="705">
                  <c:v>2003-02-07</c:v>
                </c:pt>
                <c:pt idx="706">
                  <c:v>2003-02-10</c:v>
                </c:pt>
                <c:pt idx="707">
                  <c:v>2003-02-11</c:v>
                </c:pt>
                <c:pt idx="708">
                  <c:v>2003-02-12</c:v>
                </c:pt>
                <c:pt idx="709">
                  <c:v>2003-02-13</c:v>
                </c:pt>
                <c:pt idx="710">
                  <c:v>2003-02-14</c:v>
                </c:pt>
                <c:pt idx="711">
                  <c:v>2003-02-19</c:v>
                </c:pt>
                <c:pt idx="712">
                  <c:v>2003-02-20</c:v>
                </c:pt>
                <c:pt idx="713">
                  <c:v>2003-02-21</c:v>
                </c:pt>
                <c:pt idx="714">
                  <c:v>2003-02-24</c:v>
                </c:pt>
                <c:pt idx="715">
                  <c:v>2003-02-25</c:v>
                </c:pt>
                <c:pt idx="716">
                  <c:v>2003-02-26</c:v>
                </c:pt>
                <c:pt idx="717">
                  <c:v>2003-02-27</c:v>
                </c:pt>
                <c:pt idx="718">
                  <c:v>2003-02-28</c:v>
                </c:pt>
                <c:pt idx="719">
                  <c:v>2003-03-03</c:v>
                </c:pt>
                <c:pt idx="720">
                  <c:v>2003-03-04</c:v>
                </c:pt>
                <c:pt idx="721">
                  <c:v>2003-03-05</c:v>
                </c:pt>
                <c:pt idx="722">
                  <c:v>2003-03-06</c:v>
                </c:pt>
                <c:pt idx="723">
                  <c:v>2003-03-07</c:v>
                </c:pt>
                <c:pt idx="724">
                  <c:v>2003-03-10</c:v>
                </c:pt>
                <c:pt idx="725">
                  <c:v>2003-03-11</c:v>
                </c:pt>
                <c:pt idx="726">
                  <c:v>2003-03-12</c:v>
                </c:pt>
                <c:pt idx="727">
                  <c:v>2003-03-13</c:v>
                </c:pt>
                <c:pt idx="728">
                  <c:v>2003-03-14</c:v>
                </c:pt>
                <c:pt idx="729">
                  <c:v>2003-03-17</c:v>
                </c:pt>
                <c:pt idx="730">
                  <c:v>2003-03-18</c:v>
                </c:pt>
                <c:pt idx="731">
                  <c:v>2003-03-19</c:v>
                </c:pt>
                <c:pt idx="732">
                  <c:v>2003-03-20</c:v>
                </c:pt>
                <c:pt idx="733">
                  <c:v>2003-03-21</c:v>
                </c:pt>
                <c:pt idx="734">
                  <c:v>2003-03-24</c:v>
                </c:pt>
                <c:pt idx="735">
                  <c:v>2003-03-25</c:v>
                </c:pt>
                <c:pt idx="736">
                  <c:v>2003-03-26</c:v>
                </c:pt>
                <c:pt idx="737">
                  <c:v>2003-03-27</c:v>
                </c:pt>
                <c:pt idx="738">
                  <c:v>2003-03-28</c:v>
                </c:pt>
                <c:pt idx="739">
                  <c:v>2003-03-31</c:v>
                </c:pt>
                <c:pt idx="740">
                  <c:v>2003-04-01</c:v>
                </c:pt>
                <c:pt idx="741">
                  <c:v>2003-04-02</c:v>
                </c:pt>
                <c:pt idx="742">
                  <c:v>2003-04-03</c:v>
                </c:pt>
                <c:pt idx="743">
                  <c:v>2003-04-04</c:v>
                </c:pt>
                <c:pt idx="744">
                  <c:v>2003-04-07</c:v>
                </c:pt>
                <c:pt idx="745">
                  <c:v>2003-04-08</c:v>
                </c:pt>
                <c:pt idx="746">
                  <c:v>2003-04-09</c:v>
                </c:pt>
                <c:pt idx="747">
                  <c:v>2003-04-10</c:v>
                </c:pt>
                <c:pt idx="748">
                  <c:v>2003-04-11</c:v>
                </c:pt>
                <c:pt idx="749">
                  <c:v>2003-04-14</c:v>
                </c:pt>
                <c:pt idx="750">
                  <c:v>2003-04-15</c:v>
                </c:pt>
                <c:pt idx="751">
                  <c:v>2003-04-16</c:v>
                </c:pt>
                <c:pt idx="752">
                  <c:v>2003-04-17</c:v>
                </c:pt>
                <c:pt idx="753">
                  <c:v>2003-04-21</c:v>
                </c:pt>
                <c:pt idx="754">
                  <c:v>2003-04-22</c:v>
                </c:pt>
                <c:pt idx="755">
                  <c:v>2003-04-23</c:v>
                </c:pt>
                <c:pt idx="756">
                  <c:v>2003-04-24</c:v>
                </c:pt>
                <c:pt idx="757">
                  <c:v>2003-04-25</c:v>
                </c:pt>
                <c:pt idx="758">
                  <c:v>2003-04-28</c:v>
                </c:pt>
                <c:pt idx="759">
                  <c:v>2003-04-29</c:v>
                </c:pt>
                <c:pt idx="760">
                  <c:v>2003-04-30</c:v>
                </c:pt>
                <c:pt idx="761">
                  <c:v>2003-05-01</c:v>
                </c:pt>
                <c:pt idx="762">
                  <c:v>2003-05-02</c:v>
                </c:pt>
                <c:pt idx="763">
                  <c:v>2003-05-05</c:v>
                </c:pt>
                <c:pt idx="764">
                  <c:v>2003-05-06</c:v>
                </c:pt>
                <c:pt idx="765">
                  <c:v>2003-05-07</c:v>
                </c:pt>
                <c:pt idx="766">
                  <c:v>2003-05-08</c:v>
                </c:pt>
                <c:pt idx="767">
                  <c:v>2003-05-09</c:v>
                </c:pt>
                <c:pt idx="768">
                  <c:v>2003-05-12</c:v>
                </c:pt>
                <c:pt idx="769">
                  <c:v>2003-05-13</c:v>
                </c:pt>
                <c:pt idx="770">
                  <c:v>2003-05-14</c:v>
                </c:pt>
                <c:pt idx="771">
                  <c:v>2003-05-15</c:v>
                </c:pt>
                <c:pt idx="772">
                  <c:v>2003-05-16</c:v>
                </c:pt>
                <c:pt idx="773">
                  <c:v>2003-05-19</c:v>
                </c:pt>
                <c:pt idx="774">
                  <c:v>2003-05-20</c:v>
                </c:pt>
                <c:pt idx="775">
                  <c:v>2003-05-21</c:v>
                </c:pt>
                <c:pt idx="776">
                  <c:v>2003-05-22</c:v>
                </c:pt>
                <c:pt idx="777">
                  <c:v>2003-05-23</c:v>
                </c:pt>
                <c:pt idx="778">
                  <c:v>2003-05-27</c:v>
                </c:pt>
                <c:pt idx="779">
                  <c:v>2003-05-28</c:v>
                </c:pt>
                <c:pt idx="780">
                  <c:v>2003-05-29</c:v>
                </c:pt>
                <c:pt idx="781">
                  <c:v>2003-05-30</c:v>
                </c:pt>
                <c:pt idx="782">
                  <c:v>2003-06-02</c:v>
                </c:pt>
                <c:pt idx="783">
                  <c:v>2003-06-03</c:v>
                </c:pt>
                <c:pt idx="784">
                  <c:v>2003-06-04</c:v>
                </c:pt>
                <c:pt idx="785">
                  <c:v>2003-06-05</c:v>
                </c:pt>
                <c:pt idx="786">
                  <c:v>2003-06-06</c:v>
                </c:pt>
                <c:pt idx="787">
                  <c:v>2003-06-09</c:v>
                </c:pt>
                <c:pt idx="788">
                  <c:v>2003-06-10</c:v>
                </c:pt>
                <c:pt idx="789">
                  <c:v>2003-06-11</c:v>
                </c:pt>
                <c:pt idx="790">
                  <c:v>2003-06-12</c:v>
                </c:pt>
                <c:pt idx="791">
                  <c:v>2003-06-13</c:v>
                </c:pt>
                <c:pt idx="792">
                  <c:v>2003-06-16</c:v>
                </c:pt>
                <c:pt idx="793">
                  <c:v>2003-06-17</c:v>
                </c:pt>
                <c:pt idx="794">
                  <c:v>2003-06-18</c:v>
                </c:pt>
                <c:pt idx="795">
                  <c:v>2003-06-19</c:v>
                </c:pt>
                <c:pt idx="796">
                  <c:v>2003-06-20</c:v>
                </c:pt>
                <c:pt idx="797">
                  <c:v>2003-06-23</c:v>
                </c:pt>
                <c:pt idx="798">
                  <c:v>2003-06-24</c:v>
                </c:pt>
                <c:pt idx="799">
                  <c:v>2003-06-25</c:v>
                </c:pt>
                <c:pt idx="800">
                  <c:v>2003-06-26</c:v>
                </c:pt>
                <c:pt idx="801">
                  <c:v>2003-06-27</c:v>
                </c:pt>
                <c:pt idx="802">
                  <c:v>2003-06-30</c:v>
                </c:pt>
                <c:pt idx="803">
                  <c:v>2003-07-01</c:v>
                </c:pt>
                <c:pt idx="804">
                  <c:v>2003-07-02</c:v>
                </c:pt>
                <c:pt idx="805">
                  <c:v>2003-07-03</c:v>
                </c:pt>
                <c:pt idx="806">
                  <c:v>2003-07-07</c:v>
                </c:pt>
                <c:pt idx="807">
                  <c:v>2003-07-08</c:v>
                </c:pt>
                <c:pt idx="808">
                  <c:v>2003-07-09</c:v>
                </c:pt>
                <c:pt idx="809">
                  <c:v>2003-07-10</c:v>
                </c:pt>
                <c:pt idx="810">
                  <c:v>2003-07-11</c:v>
                </c:pt>
                <c:pt idx="811">
                  <c:v>2003-07-14</c:v>
                </c:pt>
                <c:pt idx="812">
                  <c:v>2003-07-15</c:v>
                </c:pt>
                <c:pt idx="813">
                  <c:v>2003-07-16</c:v>
                </c:pt>
                <c:pt idx="814">
                  <c:v>2003-07-17</c:v>
                </c:pt>
                <c:pt idx="815">
                  <c:v>2003-07-18</c:v>
                </c:pt>
                <c:pt idx="816">
                  <c:v>2003-07-21</c:v>
                </c:pt>
                <c:pt idx="817">
                  <c:v>2003-07-22</c:v>
                </c:pt>
                <c:pt idx="818">
                  <c:v>2003-07-23</c:v>
                </c:pt>
                <c:pt idx="819">
                  <c:v>2003-07-24</c:v>
                </c:pt>
                <c:pt idx="820">
                  <c:v>2003-07-25</c:v>
                </c:pt>
                <c:pt idx="821">
                  <c:v>2003-07-28</c:v>
                </c:pt>
                <c:pt idx="822">
                  <c:v>2003-07-29</c:v>
                </c:pt>
                <c:pt idx="823">
                  <c:v>2003-07-30</c:v>
                </c:pt>
                <c:pt idx="824">
                  <c:v>2003-07-31</c:v>
                </c:pt>
                <c:pt idx="825">
                  <c:v>2003-08-01</c:v>
                </c:pt>
                <c:pt idx="826">
                  <c:v>2003-08-04</c:v>
                </c:pt>
                <c:pt idx="827">
                  <c:v>2003-08-05</c:v>
                </c:pt>
                <c:pt idx="828">
                  <c:v>2003-08-06</c:v>
                </c:pt>
                <c:pt idx="829">
                  <c:v>2003-08-07</c:v>
                </c:pt>
                <c:pt idx="830">
                  <c:v>2003-08-08</c:v>
                </c:pt>
                <c:pt idx="831">
                  <c:v>2003-08-11</c:v>
                </c:pt>
                <c:pt idx="832">
                  <c:v>2003-08-12</c:v>
                </c:pt>
                <c:pt idx="833">
                  <c:v>2003-08-13</c:v>
                </c:pt>
                <c:pt idx="834">
                  <c:v>2003-08-14</c:v>
                </c:pt>
                <c:pt idx="835">
                  <c:v>2003-08-15</c:v>
                </c:pt>
                <c:pt idx="836">
                  <c:v>2003-08-18</c:v>
                </c:pt>
                <c:pt idx="837">
                  <c:v>2003-08-19</c:v>
                </c:pt>
                <c:pt idx="838">
                  <c:v>2003-08-20</c:v>
                </c:pt>
                <c:pt idx="839">
                  <c:v>2003-08-21</c:v>
                </c:pt>
                <c:pt idx="840">
                  <c:v>2003-08-22</c:v>
                </c:pt>
                <c:pt idx="841">
                  <c:v>2003-08-25</c:v>
                </c:pt>
                <c:pt idx="842">
                  <c:v>2003-08-26</c:v>
                </c:pt>
                <c:pt idx="843">
                  <c:v>2003-08-27</c:v>
                </c:pt>
                <c:pt idx="844">
                  <c:v>2003-08-28</c:v>
                </c:pt>
                <c:pt idx="845">
                  <c:v>2003-08-29</c:v>
                </c:pt>
                <c:pt idx="846">
                  <c:v>2003-09-02</c:v>
                </c:pt>
                <c:pt idx="847">
                  <c:v>2003-09-03</c:v>
                </c:pt>
                <c:pt idx="848">
                  <c:v>2003-09-04</c:v>
                </c:pt>
                <c:pt idx="849">
                  <c:v>2003-09-05</c:v>
                </c:pt>
                <c:pt idx="850">
                  <c:v>2003-09-08</c:v>
                </c:pt>
                <c:pt idx="851">
                  <c:v>2003-09-09</c:v>
                </c:pt>
                <c:pt idx="852">
                  <c:v>2003-09-10</c:v>
                </c:pt>
                <c:pt idx="853">
                  <c:v>2003-09-11</c:v>
                </c:pt>
                <c:pt idx="854">
                  <c:v>2003-09-12</c:v>
                </c:pt>
                <c:pt idx="855">
                  <c:v>2003-09-15</c:v>
                </c:pt>
                <c:pt idx="856">
                  <c:v>2003-09-16</c:v>
                </c:pt>
                <c:pt idx="857">
                  <c:v>2003-09-17</c:v>
                </c:pt>
                <c:pt idx="858">
                  <c:v>2003-09-18</c:v>
                </c:pt>
                <c:pt idx="859">
                  <c:v>2003-09-19</c:v>
                </c:pt>
                <c:pt idx="860">
                  <c:v>2003-09-22</c:v>
                </c:pt>
                <c:pt idx="861">
                  <c:v>2003-09-23</c:v>
                </c:pt>
                <c:pt idx="862">
                  <c:v>2003-09-24</c:v>
                </c:pt>
                <c:pt idx="863">
                  <c:v>2003-09-25</c:v>
                </c:pt>
                <c:pt idx="864">
                  <c:v>2003-09-26</c:v>
                </c:pt>
                <c:pt idx="865">
                  <c:v>2003-09-29</c:v>
                </c:pt>
                <c:pt idx="866">
                  <c:v>2003-09-30</c:v>
                </c:pt>
                <c:pt idx="867">
                  <c:v>2003-10-01</c:v>
                </c:pt>
                <c:pt idx="868">
                  <c:v>2003-10-02</c:v>
                </c:pt>
                <c:pt idx="869">
                  <c:v>2003-10-03</c:v>
                </c:pt>
                <c:pt idx="870">
                  <c:v>2003-10-06</c:v>
                </c:pt>
                <c:pt idx="871">
                  <c:v>2003-10-07</c:v>
                </c:pt>
                <c:pt idx="872">
                  <c:v>2003-10-08</c:v>
                </c:pt>
                <c:pt idx="873">
                  <c:v>2003-10-09</c:v>
                </c:pt>
                <c:pt idx="874">
                  <c:v>2003-10-10</c:v>
                </c:pt>
                <c:pt idx="875">
                  <c:v>2003-10-13</c:v>
                </c:pt>
                <c:pt idx="876">
                  <c:v>2003-10-14</c:v>
                </c:pt>
                <c:pt idx="877">
                  <c:v>2003-10-15</c:v>
                </c:pt>
                <c:pt idx="878">
                  <c:v>2003-10-16</c:v>
                </c:pt>
                <c:pt idx="879">
                  <c:v>2003-10-17</c:v>
                </c:pt>
                <c:pt idx="880">
                  <c:v>2003-10-20</c:v>
                </c:pt>
                <c:pt idx="881">
                  <c:v>2003-10-21</c:v>
                </c:pt>
                <c:pt idx="882">
                  <c:v>2003-10-22</c:v>
                </c:pt>
                <c:pt idx="883">
                  <c:v>2003-10-23</c:v>
                </c:pt>
                <c:pt idx="884">
                  <c:v>2003-10-24</c:v>
                </c:pt>
                <c:pt idx="885">
                  <c:v>2003-10-27</c:v>
                </c:pt>
                <c:pt idx="886">
                  <c:v>2003-10-28</c:v>
                </c:pt>
                <c:pt idx="887">
                  <c:v>2003-10-29</c:v>
                </c:pt>
                <c:pt idx="888">
                  <c:v>2003-10-30</c:v>
                </c:pt>
                <c:pt idx="889">
                  <c:v>2003-10-31</c:v>
                </c:pt>
                <c:pt idx="890">
                  <c:v>2003-11-03</c:v>
                </c:pt>
                <c:pt idx="891">
                  <c:v>2003-11-04</c:v>
                </c:pt>
                <c:pt idx="892">
                  <c:v>2003-11-05</c:v>
                </c:pt>
                <c:pt idx="893">
                  <c:v>2003-11-06</c:v>
                </c:pt>
                <c:pt idx="894">
                  <c:v>2003-11-07</c:v>
                </c:pt>
                <c:pt idx="895">
                  <c:v>2003-11-10</c:v>
                </c:pt>
                <c:pt idx="896">
                  <c:v>2003-11-11</c:v>
                </c:pt>
                <c:pt idx="897">
                  <c:v>2003-11-12</c:v>
                </c:pt>
                <c:pt idx="898">
                  <c:v>2003-11-13</c:v>
                </c:pt>
                <c:pt idx="899">
                  <c:v>2003-11-14</c:v>
                </c:pt>
                <c:pt idx="900">
                  <c:v>2003-11-17</c:v>
                </c:pt>
                <c:pt idx="901">
                  <c:v>2003-11-18</c:v>
                </c:pt>
                <c:pt idx="902">
                  <c:v>2003-11-19</c:v>
                </c:pt>
                <c:pt idx="903">
                  <c:v>2003-11-20</c:v>
                </c:pt>
                <c:pt idx="904">
                  <c:v>2003-11-21</c:v>
                </c:pt>
                <c:pt idx="905">
                  <c:v>2003-11-24</c:v>
                </c:pt>
                <c:pt idx="906">
                  <c:v>2003-11-25</c:v>
                </c:pt>
                <c:pt idx="907">
                  <c:v>2003-11-26</c:v>
                </c:pt>
                <c:pt idx="908">
                  <c:v>2003-12-01</c:v>
                </c:pt>
                <c:pt idx="909">
                  <c:v>2003-12-02</c:v>
                </c:pt>
                <c:pt idx="910">
                  <c:v>2003-12-03</c:v>
                </c:pt>
                <c:pt idx="911">
                  <c:v>2003-12-04</c:v>
                </c:pt>
                <c:pt idx="912">
                  <c:v>2003-12-05</c:v>
                </c:pt>
                <c:pt idx="913">
                  <c:v>2003-12-08</c:v>
                </c:pt>
                <c:pt idx="914">
                  <c:v>2003-12-09</c:v>
                </c:pt>
                <c:pt idx="915">
                  <c:v>2003-12-10</c:v>
                </c:pt>
                <c:pt idx="916">
                  <c:v>2003-12-11</c:v>
                </c:pt>
                <c:pt idx="917">
                  <c:v>2003-12-12</c:v>
                </c:pt>
                <c:pt idx="918">
                  <c:v>2003-12-15</c:v>
                </c:pt>
                <c:pt idx="919">
                  <c:v>2003-12-16</c:v>
                </c:pt>
                <c:pt idx="920">
                  <c:v>2003-12-17</c:v>
                </c:pt>
                <c:pt idx="921">
                  <c:v>2003-12-18</c:v>
                </c:pt>
                <c:pt idx="922">
                  <c:v>2003-12-19</c:v>
                </c:pt>
                <c:pt idx="923">
                  <c:v>2003-12-22</c:v>
                </c:pt>
                <c:pt idx="924">
                  <c:v>2003-12-23</c:v>
                </c:pt>
                <c:pt idx="925">
                  <c:v>2003-12-24</c:v>
                </c:pt>
                <c:pt idx="926">
                  <c:v>2003-12-29</c:v>
                </c:pt>
                <c:pt idx="927">
                  <c:v>2003-12-30</c:v>
                </c:pt>
                <c:pt idx="928">
                  <c:v>2003-12-31</c:v>
                </c:pt>
                <c:pt idx="929">
                  <c:v>2004-01-05</c:v>
                </c:pt>
                <c:pt idx="930">
                  <c:v>2004-01-06</c:v>
                </c:pt>
                <c:pt idx="931">
                  <c:v>2004-01-07</c:v>
                </c:pt>
                <c:pt idx="932">
                  <c:v>2004-01-08</c:v>
                </c:pt>
                <c:pt idx="933">
                  <c:v>2004-01-09</c:v>
                </c:pt>
                <c:pt idx="934">
                  <c:v>2004-01-12</c:v>
                </c:pt>
                <c:pt idx="935">
                  <c:v>2004-01-13</c:v>
                </c:pt>
                <c:pt idx="936">
                  <c:v>2004-01-14</c:v>
                </c:pt>
                <c:pt idx="937">
                  <c:v>2004-01-15</c:v>
                </c:pt>
                <c:pt idx="938">
                  <c:v>2004-01-16</c:v>
                </c:pt>
                <c:pt idx="939">
                  <c:v>2004-01-20</c:v>
                </c:pt>
                <c:pt idx="940">
                  <c:v>2004-01-21</c:v>
                </c:pt>
                <c:pt idx="941">
                  <c:v>2004-01-22</c:v>
                </c:pt>
                <c:pt idx="942">
                  <c:v>2004-01-23</c:v>
                </c:pt>
                <c:pt idx="943">
                  <c:v>2004-01-26</c:v>
                </c:pt>
                <c:pt idx="944">
                  <c:v>2004-01-27</c:v>
                </c:pt>
                <c:pt idx="945">
                  <c:v>2004-01-28</c:v>
                </c:pt>
                <c:pt idx="946">
                  <c:v>2004-01-29</c:v>
                </c:pt>
                <c:pt idx="947">
                  <c:v>2004-01-30</c:v>
                </c:pt>
                <c:pt idx="948">
                  <c:v>2004-02-02</c:v>
                </c:pt>
                <c:pt idx="949">
                  <c:v>2004-02-03</c:v>
                </c:pt>
                <c:pt idx="950">
                  <c:v>2004-02-04</c:v>
                </c:pt>
                <c:pt idx="951">
                  <c:v>2004-02-05</c:v>
                </c:pt>
                <c:pt idx="952">
                  <c:v>2004-02-06</c:v>
                </c:pt>
                <c:pt idx="953">
                  <c:v>2004-02-09</c:v>
                </c:pt>
                <c:pt idx="954">
                  <c:v>2004-02-10</c:v>
                </c:pt>
                <c:pt idx="955">
                  <c:v>2004-02-11</c:v>
                </c:pt>
                <c:pt idx="956">
                  <c:v>2004-02-12</c:v>
                </c:pt>
                <c:pt idx="957">
                  <c:v>2004-02-13</c:v>
                </c:pt>
                <c:pt idx="958">
                  <c:v>2004-02-17</c:v>
                </c:pt>
                <c:pt idx="959">
                  <c:v>2004-02-18</c:v>
                </c:pt>
                <c:pt idx="960">
                  <c:v>2004-02-19</c:v>
                </c:pt>
                <c:pt idx="961">
                  <c:v>2004-02-20</c:v>
                </c:pt>
                <c:pt idx="962">
                  <c:v>2004-02-23</c:v>
                </c:pt>
                <c:pt idx="963">
                  <c:v>2004-02-24</c:v>
                </c:pt>
                <c:pt idx="964">
                  <c:v>2004-02-25</c:v>
                </c:pt>
                <c:pt idx="965">
                  <c:v>2004-02-26</c:v>
                </c:pt>
                <c:pt idx="966">
                  <c:v>2004-02-27</c:v>
                </c:pt>
                <c:pt idx="967">
                  <c:v>2004-03-01</c:v>
                </c:pt>
                <c:pt idx="968">
                  <c:v>2004-03-02</c:v>
                </c:pt>
                <c:pt idx="969">
                  <c:v>2004-03-03</c:v>
                </c:pt>
                <c:pt idx="970">
                  <c:v>2004-03-04</c:v>
                </c:pt>
                <c:pt idx="971">
                  <c:v>2004-03-05</c:v>
                </c:pt>
                <c:pt idx="972">
                  <c:v>2004-03-08</c:v>
                </c:pt>
                <c:pt idx="973">
                  <c:v>2004-03-09</c:v>
                </c:pt>
                <c:pt idx="974">
                  <c:v>2004-03-10</c:v>
                </c:pt>
                <c:pt idx="975">
                  <c:v>2004-03-11</c:v>
                </c:pt>
                <c:pt idx="976">
                  <c:v>2004-03-12</c:v>
                </c:pt>
                <c:pt idx="977">
                  <c:v>2004-03-15</c:v>
                </c:pt>
                <c:pt idx="978">
                  <c:v>2004-03-16</c:v>
                </c:pt>
                <c:pt idx="979">
                  <c:v>2004-03-17</c:v>
                </c:pt>
                <c:pt idx="980">
                  <c:v>2004-03-18</c:v>
                </c:pt>
                <c:pt idx="981">
                  <c:v>2004-03-19</c:v>
                </c:pt>
                <c:pt idx="982">
                  <c:v>2004-03-22</c:v>
                </c:pt>
                <c:pt idx="983">
                  <c:v>2004-03-23</c:v>
                </c:pt>
                <c:pt idx="984">
                  <c:v>2004-03-24</c:v>
                </c:pt>
                <c:pt idx="985">
                  <c:v>2004-03-25</c:v>
                </c:pt>
                <c:pt idx="986">
                  <c:v>2004-03-26</c:v>
                </c:pt>
                <c:pt idx="987">
                  <c:v>2004-03-29</c:v>
                </c:pt>
                <c:pt idx="988">
                  <c:v>2004-03-30</c:v>
                </c:pt>
                <c:pt idx="989">
                  <c:v>2004-03-31</c:v>
                </c:pt>
                <c:pt idx="990">
                  <c:v>2004-04-01</c:v>
                </c:pt>
                <c:pt idx="991">
                  <c:v>2004-04-02</c:v>
                </c:pt>
                <c:pt idx="992">
                  <c:v>2004-04-05</c:v>
                </c:pt>
                <c:pt idx="993">
                  <c:v>2004-04-06</c:v>
                </c:pt>
                <c:pt idx="994">
                  <c:v>2004-04-07</c:v>
                </c:pt>
                <c:pt idx="995">
                  <c:v>2004-04-08</c:v>
                </c:pt>
                <c:pt idx="996">
                  <c:v>2004-04-12</c:v>
                </c:pt>
                <c:pt idx="997">
                  <c:v>2004-04-13</c:v>
                </c:pt>
                <c:pt idx="998">
                  <c:v>2004-04-14</c:v>
                </c:pt>
                <c:pt idx="999">
                  <c:v>2004-04-15</c:v>
                </c:pt>
                <c:pt idx="1000">
                  <c:v>2004-04-16</c:v>
                </c:pt>
                <c:pt idx="1001">
                  <c:v>2004-04-19</c:v>
                </c:pt>
                <c:pt idx="1002">
                  <c:v>2004-04-20</c:v>
                </c:pt>
                <c:pt idx="1003">
                  <c:v>2004-04-21</c:v>
                </c:pt>
                <c:pt idx="1004">
                  <c:v>2004-04-22</c:v>
                </c:pt>
                <c:pt idx="1005">
                  <c:v>2004-04-23</c:v>
                </c:pt>
                <c:pt idx="1006">
                  <c:v>2004-04-26</c:v>
                </c:pt>
                <c:pt idx="1007">
                  <c:v>2004-04-27</c:v>
                </c:pt>
                <c:pt idx="1008">
                  <c:v>2004-04-28</c:v>
                </c:pt>
                <c:pt idx="1009">
                  <c:v>2004-04-29</c:v>
                </c:pt>
                <c:pt idx="1010">
                  <c:v>2004-04-30</c:v>
                </c:pt>
                <c:pt idx="1011">
                  <c:v>2004-05-03</c:v>
                </c:pt>
                <c:pt idx="1012">
                  <c:v>2004-05-04</c:v>
                </c:pt>
                <c:pt idx="1013">
                  <c:v>2004-05-05</c:v>
                </c:pt>
                <c:pt idx="1014">
                  <c:v>2004-05-06</c:v>
                </c:pt>
                <c:pt idx="1015">
                  <c:v>2004-05-07</c:v>
                </c:pt>
                <c:pt idx="1016">
                  <c:v>2004-05-10</c:v>
                </c:pt>
                <c:pt idx="1017">
                  <c:v>2004-05-11</c:v>
                </c:pt>
                <c:pt idx="1018">
                  <c:v>2004-05-12</c:v>
                </c:pt>
                <c:pt idx="1019">
                  <c:v>2004-05-13</c:v>
                </c:pt>
                <c:pt idx="1020">
                  <c:v>2004-05-14</c:v>
                </c:pt>
                <c:pt idx="1021">
                  <c:v>2004-05-17</c:v>
                </c:pt>
                <c:pt idx="1022">
                  <c:v>2004-05-18</c:v>
                </c:pt>
                <c:pt idx="1023">
                  <c:v>2004-05-19</c:v>
                </c:pt>
                <c:pt idx="1024">
                  <c:v>2004-05-20</c:v>
                </c:pt>
                <c:pt idx="1025">
                  <c:v>2004-05-21</c:v>
                </c:pt>
                <c:pt idx="1026">
                  <c:v>2004-05-24</c:v>
                </c:pt>
                <c:pt idx="1027">
                  <c:v>2004-05-25</c:v>
                </c:pt>
                <c:pt idx="1028">
                  <c:v>2004-05-26</c:v>
                </c:pt>
                <c:pt idx="1029">
                  <c:v>2004-05-27</c:v>
                </c:pt>
                <c:pt idx="1030">
                  <c:v>2004-05-28</c:v>
                </c:pt>
                <c:pt idx="1031">
                  <c:v>2004-06-01</c:v>
                </c:pt>
                <c:pt idx="1032">
                  <c:v>2004-06-02</c:v>
                </c:pt>
                <c:pt idx="1033">
                  <c:v>2004-06-03</c:v>
                </c:pt>
                <c:pt idx="1034">
                  <c:v>2004-06-04</c:v>
                </c:pt>
                <c:pt idx="1035">
                  <c:v>2004-06-07</c:v>
                </c:pt>
                <c:pt idx="1036">
                  <c:v>2004-06-08</c:v>
                </c:pt>
                <c:pt idx="1037">
                  <c:v>2004-06-09</c:v>
                </c:pt>
                <c:pt idx="1038">
                  <c:v>2004-06-10</c:v>
                </c:pt>
                <c:pt idx="1039">
                  <c:v>2004-06-14</c:v>
                </c:pt>
                <c:pt idx="1040">
                  <c:v>2004-06-15</c:v>
                </c:pt>
                <c:pt idx="1041">
                  <c:v>2004-06-16</c:v>
                </c:pt>
                <c:pt idx="1042">
                  <c:v>2004-06-17</c:v>
                </c:pt>
                <c:pt idx="1043">
                  <c:v>2004-06-18</c:v>
                </c:pt>
                <c:pt idx="1044">
                  <c:v>2004-06-21</c:v>
                </c:pt>
                <c:pt idx="1045">
                  <c:v>2004-06-22</c:v>
                </c:pt>
                <c:pt idx="1046">
                  <c:v>2004-06-23</c:v>
                </c:pt>
                <c:pt idx="1047">
                  <c:v>2004-06-24</c:v>
                </c:pt>
                <c:pt idx="1048">
                  <c:v>2004-06-25</c:v>
                </c:pt>
                <c:pt idx="1049">
                  <c:v>2004-06-28</c:v>
                </c:pt>
                <c:pt idx="1050">
                  <c:v>2004-06-29</c:v>
                </c:pt>
                <c:pt idx="1051">
                  <c:v>2004-06-30</c:v>
                </c:pt>
                <c:pt idx="1052">
                  <c:v>2004-07-01</c:v>
                </c:pt>
                <c:pt idx="1053">
                  <c:v>2004-07-02</c:v>
                </c:pt>
                <c:pt idx="1054">
                  <c:v>2004-07-06</c:v>
                </c:pt>
                <c:pt idx="1055">
                  <c:v>2004-07-07</c:v>
                </c:pt>
                <c:pt idx="1056">
                  <c:v>2004-07-08</c:v>
                </c:pt>
                <c:pt idx="1057">
                  <c:v>2004-07-09</c:v>
                </c:pt>
                <c:pt idx="1058">
                  <c:v>2004-07-12</c:v>
                </c:pt>
                <c:pt idx="1059">
                  <c:v>2004-07-13</c:v>
                </c:pt>
                <c:pt idx="1060">
                  <c:v>2004-07-14</c:v>
                </c:pt>
                <c:pt idx="1061">
                  <c:v>2004-07-15</c:v>
                </c:pt>
                <c:pt idx="1062">
                  <c:v>2004-07-16</c:v>
                </c:pt>
                <c:pt idx="1063">
                  <c:v>2004-07-19</c:v>
                </c:pt>
                <c:pt idx="1064">
                  <c:v>2004-07-20</c:v>
                </c:pt>
                <c:pt idx="1065">
                  <c:v>2004-07-21</c:v>
                </c:pt>
                <c:pt idx="1066">
                  <c:v>2004-07-22</c:v>
                </c:pt>
                <c:pt idx="1067">
                  <c:v>2004-07-23</c:v>
                </c:pt>
                <c:pt idx="1068">
                  <c:v>2004-07-26</c:v>
                </c:pt>
                <c:pt idx="1069">
                  <c:v>2004-07-27</c:v>
                </c:pt>
                <c:pt idx="1070">
                  <c:v>2004-07-28</c:v>
                </c:pt>
                <c:pt idx="1071">
                  <c:v>2004-07-29</c:v>
                </c:pt>
                <c:pt idx="1072">
                  <c:v>2004-07-30</c:v>
                </c:pt>
                <c:pt idx="1073">
                  <c:v>2004-08-02</c:v>
                </c:pt>
                <c:pt idx="1074">
                  <c:v>2004-08-03</c:v>
                </c:pt>
                <c:pt idx="1075">
                  <c:v>2004-08-04</c:v>
                </c:pt>
                <c:pt idx="1076">
                  <c:v>2004-08-05</c:v>
                </c:pt>
                <c:pt idx="1077">
                  <c:v>2004-08-06</c:v>
                </c:pt>
                <c:pt idx="1078">
                  <c:v>2004-08-09</c:v>
                </c:pt>
                <c:pt idx="1079">
                  <c:v>2004-08-10</c:v>
                </c:pt>
                <c:pt idx="1080">
                  <c:v>2004-08-11</c:v>
                </c:pt>
                <c:pt idx="1081">
                  <c:v>2004-08-12</c:v>
                </c:pt>
                <c:pt idx="1082">
                  <c:v>2004-08-13</c:v>
                </c:pt>
                <c:pt idx="1083">
                  <c:v>2004-08-16</c:v>
                </c:pt>
                <c:pt idx="1084">
                  <c:v>2004-08-17</c:v>
                </c:pt>
                <c:pt idx="1085">
                  <c:v>2004-08-18</c:v>
                </c:pt>
                <c:pt idx="1086">
                  <c:v>2004-08-19</c:v>
                </c:pt>
                <c:pt idx="1087">
                  <c:v>2004-08-20</c:v>
                </c:pt>
                <c:pt idx="1088">
                  <c:v>2004-08-23</c:v>
                </c:pt>
                <c:pt idx="1089">
                  <c:v>2004-08-24</c:v>
                </c:pt>
                <c:pt idx="1090">
                  <c:v>2004-08-25</c:v>
                </c:pt>
                <c:pt idx="1091">
                  <c:v>2004-08-26</c:v>
                </c:pt>
                <c:pt idx="1092">
                  <c:v>2004-08-27</c:v>
                </c:pt>
                <c:pt idx="1093">
                  <c:v>2004-08-30</c:v>
                </c:pt>
                <c:pt idx="1094">
                  <c:v>2004-08-31</c:v>
                </c:pt>
                <c:pt idx="1095">
                  <c:v>2004-09-01</c:v>
                </c:pt>
                <c:pt idx="1096">
                  <c:v>2004-09-02</c:v>
                </c:pt>
                <c:pt idx="1097">
                  <c:v>2004-09-03</c:v>
                </c:pt>
                <c:pt idx="1098">
                  <c:v>2004-09-07</c:v>
                </c:pt>
                <c:pt idx="1099">
                  <c:v>2004-09-08</c:v>
                </c:pt>
                <c:pt idx="1100">
                  <c:v>2004-09-09</c:v>
                </c:pt>
                <c:pt idx="1101">
                  <c:v>2004-09-10</c:v>
                </c:pt>
                <c:pt idx="1102">
                  <c:v>2004-09-13</c:v>
                </c:pt>
                <c:pt idx="1103">
                  <c:v>2004-09-14</c:v>
                </c:pt>
                <c:pt idx="1104">
                  <c:v>2004-09-15</c:v>
                </c:pt>
                <c:pt idx="1105">
                  <c:v>2004-09-16</c:v>
                </c:pt>
                <c:pt idx="1106">
                  <c:v>2004-09-17</c:v>
                </c:pt>
                <c:pt idx="1107">
                  <c:v>2004-09-20</c:v>
                </c:pt>
                <c:pt idx="1108">
                  <c:v>2004-09-21</c:v>
                </c:pt>
                <c:pt idx="1109">
                  <c:v>2004-09-22</c:v>
                </c:pt>
                <c:pt idx="1110">
                  <c:v>2004-09-23</c:v>
                </c:pt>
                <c:pt idx="1111">
                  <c:v>2004-09-24</c:v>
                </c:pt>
                <c:pt idx="1112">
                  <c:v>2004-09-27</c:v>
                </c:pt>
                <c:pt idx="1113">
                  <c:v>2004-09-28</c:v>
                </c:pt>
                <c:pt idx="1114">
                  <c:v>2004-09-29</c:v>
                </c:pt>
                <c:pt idx="1115">
                  <c:v>2004-09-30</c:v>
                </c:pt>
                <c:pt idx="1116">
                  <c:v>2004-10-01</c:v>
                </c:pt>
                <c:pt idx="1117">
                  <c:v>2004-10-04</c:v>
                </c:pt>
                <c:pt idx="1118">
                  <c:v>2004-10-05</c:v>
                </c:pt>
                <c:pt idx="1119">
                  <c:v>2004-10-06</c:v>
                </c:pt>
                <c:pt idx="1120">
                  <c:v>2004-10-07</c:v>
                </c:pt>
                <c:pt idx="1121">
                  <c:v>2004-10-08</c:v>
                </c:pt>
                <c:pt idx="1122">
                  <c:v>2004-10-11</c:v>
                </c:pt>
                <c:pt idx="1123">
                  <c:v>2004-10-12</c:v>
                </c:pt>
                <c:pt idx="1124">
                  <c:v>2004-10-13</c:v>
                </c:pt>
                <c:pt idx="1125">
                  <c:v>2004-10-14</c:v>
                </c:pt>
                <c:pt idx="1126">
                  <c:v>2004-10-15</c:v>
                </c:pt>
                <c:pt idx="1127">
                  <c:v>2004-10-18</c:v>
                </c:pt>
                <c:pt idx="1128">
                  <c:v>2004-10-19</c:v>
                </c:pt>
                <c:pt idx="1129">
                  <c:v>2004-10-20</c:v>
                </c:pt>
                <c:pt idx="1130">
                  <c:v>2004-10-21</c:v>
                </c:pt>
                <c:pt idx="1131">
                  <c:v>2004-10-22</c:v>
                </c:pt>
                <c:pt idx="1132">
                  <c:v>2004-10-25</c:v>
                </c:pt>
                <c:pt idx="1133">
                  <c:v>2004-10-26</c:v>
                </c:pt>
                <c:pt idx="1134">
                  <c:v>2004-10-27</c:v>
                </c:pt>
                <c:pt idx="1135">
                  <c:v>2004-10-28</c:v>
                </c:pt>
                <c:pt idx="1136">
                  <c:v>2004-10-29</c:v>
                </c:pt>
                <c:pt idx="1137">
                  <c:v>2004-11-01</c:v>
                </c:pt>
                <c:pt idx="1138">
                  <c:v>2004-11-02</c:v>
                </c:pt>
                <c:pt idx="1139">
                  <c:v>2004-11-03</c:v>
                </c:pt>
                <c:pt idx="1140">
                  <c:v>2004-11-04</c:v>
                </c:pt>
                <c:pt idx="1141">
                  <c:v>2004-11-05</c:v>
                </c:pt>
                <c:pt idx="1142">
                  <c:v>2004-11-08</c:v>
                </c:pt>
                <c:pt idx="1143">
                  <c:v>2004-11-09</c:v>
                </c:pt>
                <c:pt idx="1144">
                  <c:v>2004-11-10</c:v>
                </c:pt>
                <c:pt idx="1145">
                  <c:v>2004-11-11</c:v>
                </c:pt>
                <c:pt idx="1146">
                  <c:v>2004-11-12</c:v>
                </c:pt>
                <c:pt idx="1147">
                  <c:v>2004-11-15</c:v>
                </c:pt>
                <c:pt idx="1148">
                  <c:v>2004-11-16</c:v>
                </c:pt>
                <c:pt idx="1149">
                  <c:v>2004-11-17</c:v>
                </c:pt>
                <c:pt idx="1150">
                  <c:v>2004-11-18</c:v>
                </c:pt>
                <c:pt idx="1151">
                  <c:v>2004-11-19</c:v>
                </c:pt>
                <c:pt idx="1152">
                  <c:v>2004-11-22</c:v>
                </c:pt>
                <c:pt idx="1153">
                  <c:v>2004-11-23</c:v>
                </c:pt>
                <c:pt idx="1154">
                  <c:v>2004-11-24</c:v>
                </c:pt>
                <c:pt idx="1155">
                  <c:v>2004-11-29</c:v>
                </c:pt>
                <c:pt idx="1156">
                  <c:v>2004-11-30</c:v>
                </c:pt>
                <c:pt idx="1157">
                  <c:v>2004-12-01</c:v>
                </c:pt>
                <c:pt idx="1158">
                  <c:v>2004-12-02</c:v>
                </c:pt>
                <c:pt idx="1159">
                  <c:v>2004-12-03</c:v>
                </c:pt>
                <c:pt idx="1160">
                  <c:v>2004-12-06</c:v>
                </c:pt>
                <c:pt idx="1161">
                  <c:v>2004-12-07</c:v>
                </c:pt>
                <c:pt idx="1162">
                  <c:v>2004-12-08</c:v>
                </c:pt>
                <c:pt idx="1163">
                  <c:v>2004-12-09</c:v>
                </c:pt>
                <c:pt idx="1164">
                  <c:v>2004-12-10</c:v>
                </c:pt>
                <c:pt idx="1165">
                  <c:v>2004-12-13</c:v>
                </c:pt>
                <c:pt idx="1166">
                  <c:v>2004-12-14</c:v>
                </c:pt>
                <c:pt idx="1167">
                  <c:v>2004-12-15</c:v>
                </c:pt>
                <c:pt idx="1168">
                  <c:v>2004-12-16</c:v>
                </c:pt>
                <c:pt idx="1169">
                  <c:v>2004-12-17</c:v>
                </c:pt>
                <c:pt idx="1170">
                  <c:v>2004-12-20</c:v>
                </c:pt>
                <c:pt idx="1171">
                  <c:v>2004-12-21</c:v>
                </c:pt>
                <c:pt idx="1172">
                  <c:v>2004-12-22</c:v>
                </c:pt>
                <c:pt idx="1173">
                  <c:v>2004-12-23</c:v>
                </c:pt>
                <c:pt idx="1174">
                  <c:v>2004-12-27</c:v>
                </c:pt>
                <c:pt idx="1175">
                  <c:v>2004-12-28</c:v>
                </c:pt>
                <c:pt idx="1176">
                  <c:v>2004-12-29</c:v>
                </c:pt>
                <c:pt idx="1177">
                  <c:v>2004-12-30</c:v>
                </c:pt>
                <c:pt idx="1178">
                  <c:v>2005-01-03</c:v>
                </c:pt>
                <c:pt idx="1179">
                  <c:v>2005-01-04</c:v>
                </c:pt>
                <c:pt idx="1180">
                  <c:v>2005-01-05</c:v>
                </c:pt>
                <c:pt idx="1181">
                  <c:v>2005-01-06</c:v>
                </c:pt>
                <c:pt idx="1182">
                  <c:v>2005-01-07</c:v>
                </c:pt>
                <c:pt idx="1183">
                  <c:v>2005-01-10</c:v>
                </c:pt>
                <c:pt idx="1184">
                  <c:v>2005-01-11</c:v>
                </c:pt>
                <c:pt idx="1185">
                  <c:v>2005-01-12</c:v>
                </c:pt>
                <c:pt idx="1186">
                  <c:v>2005-01-13</c:v>
                </c:pt>
                <c:pt idx="1187">
                  <c:v>2005-01-14</c:v>
                </c:pt>
                <c:pt idx="1188">
                  <c:v>2005-01-18</c:v>
                </c:pt>
                <c:pt idx="1189">
                  <c:v>2005-01-19</c:v>
                </c:pt>
                <c:pt idx="1190">
                  <c:v>2005-01-20</c:v>
                </c:pt>
                <c:pt idx="1191">
                  <c:v>2005-01-21</c:v>
                </c:pt>
                <c:pt idx="1192">
                  <c:v>2005-01-24</c:v>
                </c:pt>
                <c:pt idx="1193">
                  <c:v>2005-01-25</c:v>
                </c:pt>
                <c:pt idx="1194">
                  <c:v>2005-01-26</c:v>
                </c:pt>
                <c:pt idx="1195">
                  <c:v>2005-01-27</c:v>
                </c:pt>
                <c:pt idx="1196">
                  <c:v>2005-01-28</c:v>
                </c:pt>
                <c:pt idx="1197">
                  <c:v>2005-01-31</c:v>
                </c:pt>
                <c:pt idx="1198">
                  <c:v>2005-02-01</c:v>
                </c:pt>
                <c:pt idx="1199">
                  <c:v>2005-02-02</c:v>
                </c:pt>
                <c:pt idx="1200">
                  <c:v>2005-02-03</c:v>
                </c:pt>
                <c:pt idx="1201">
                  <c:v>2005-02-04</c:v>
                </c:pt>
                <c:pt idx="1202">
                  <c:v>2005-02-07</c:v>
                </c:pt>
                <c:pt idx="1203">
                  <c:v>2005-02-08</c:v>
                </c:pt>
                <c:pt idx="1204">
                  <c:v>2005-02-09</c:v>
                </c:pt>
                <c:pt idx="1205">
                  <c:v>2005-02-10</c:v>
                </c:pt>
                <c:pt idx="1206">
                  <c:v>2005-02-11</c:v>
                </c:pt>
                <c:pt idx="1207">
                  <c:v>2005-02-14</c:v>
                </c:pt>
                <c:pt idx="1208">
                  <c:v>2005-02-15</c:v>
                </c:pt>
                <c:pt idx="1209">
                  <c:v>2005-02-16</c:v>
                </c:pt>
                <c:pt idx="1210">
                  <c:v>2005-02-17</c:v>
                </c:pt>
                <c:pt idx="1211">
                  <c:v>2005-02-18</c:v>
                </c:pt>
                <c:pt idx="1212">
                  <c:v>2005-02-22</c:v>
                </c:pt>
                <c:pt idx="1213">
                  <c:v>2005-02-23</c:v>
                </c:pt>
                <c:pt idx="1214">
                  <c:v>2005-02-24</c:v>
                </c:pt>
                <c:pt idx="1215">
                  <c:v>2005-02-25</c:v>
                </c:pt>
                <c:pt idx="1216">
                  <c:v>2005-02-28</c:v>
                </c:pt>
                <c:pt idx="1217">
                  <c:v>2005-03-01</c:v>
                </c:pt>
                <c:pt idx="1218">
                  <c:v>2005-03-02</c:v>
                </c:pt>
                <c:pt idx="1219">
                  <c:v>2005-03-03</c:v>
                </c:pt>
                <c:pt idx="1220">
                  <c:v>2005-03-04</c:v>
                </c:pt>
                <c:pt idx="1221">
                  <c:v>2005-03-07</c:v>
                </c:pt>
                <c:pt idx="1222">
                  <c:v>2005-03-08</c:v>
                </c:pt>
                <c:pt idx="1223">
                  <c:v>2005-03-09</c:v>
                </c:pt>
                <c:pt idx="1224">
                  <c:v>2005-03-10</c:v>
                </c:pt>
                <c:pt idx="1225">
                  <c:v>2005-03-11</c:v>
                </c:pt>
                <c:pt idx="1226">
                  <c:v>2005-03-14</c:v>
                </c:pt>
                <c:pt idx="1227">
                  <c:v>2005-03-15</c:v>
                </c:pt>
                <c:pt idx="1228">
                  <c:v>2005-03-16</c:v>
                </c:pt>
                <c:pt idx="1229">
                  <c:v>2005-03-17</c:v>
                </c:pt>
                <c:pt idx="1230">
                  <c:v>2005-03-18</c:v>
                </c:pt>
                <c:pt idx="1231">
                  <c:v>2005-03-21</c:v>
                </c:pt>
                <c:pt idx="1232">
                  <c:v>2005-03-22</c:v>
                </c:pt>
                <c:pt idx="1233">
                  <c:v>2005-03-23</c:v>
                </c:pt>
                <c:pt idx="1234">
                  <c:v>2005-03-24</c:v>
                </c:pt>
                <c:pt idx="1235">
                  <c:v>2005-03-28</c:v>
                </c:pt>
                <c:pt idx="1236">
                  <c:v>2005-03-29</c:v>
                </c:pt>
                <c:pt idx="1237">
                  <c:v>2005-03-30</c:v>
                </c:pt>
                <c:pt idx="1238">
                  <c:v>2005-03-31</c:v>
                </c:pt>
                <c:pt idx="1239">
                  <c:v>2005-04-01</c:v>
                </c:pt>
                <c:pt idx="1240">
                  <c:v>2005-04-04</c:v>
                </c:pt>
                <c:pt idx="1241">
                  <c:v>2005-04-05</c:v>
                </c:pt>
                <c:pt idx="1242">
                  <c:v>2005-04-06</c:v>
                </c:pt>
                <c:pt idx="1243">
                  <c:v>2005-04-07</c:v>
                </c:pt>
                <c:pt idx="1244">
                  <c:v>2005-04-08</c:v>
                </c:pt>
                <c:pt idx="1245">
                  <c:v>2005-04-11</c:v>
                </c:pt>
                <c:pt idx="1246">
                  <c:v>2005-04-12</c:v>
                </c:pt>
                <c:pt idx="1247">
                  <c:v>2005-04-13</c:v>
                </c:pt>
                <c:pt idx="1248">
                  <c:v>2005-04-14</c:v>
                </c:pt>
                <c:pt idx="1249">
                  <c:v>2005-04-15</c:v>
                </c:pt>
                <c:pt idx="1250">
                  <c:v>2005-04-18</c:v>
                </c:pt>
                <c:pt idx="1251">
                  <c:v>2005-04-19</c:v>
                </c:pt>
                <c:pt idx="1252">
                  <c:v>2005-04-20</c:v>
                </c:pt>
                <c:pt idx="1253">
                  <c:v>2005-04-21</c:v>
                </c:pt>
                <c:pt idx="1254">
                  <c:v>2005-04-22</c:v>
                </c:pt>
                <c:pt idx="1255">
                  <c:v>2005-04-25</c:v>
                </c:pt>
                <c:pt idx="1256">
                  <c:v>2005-04-26</c:v>
                </c:pt>
                <c:pt idx="1257">
                  <c:v>2005-04-27</c:v>
                </c:pt>
                <c:pt idx="1258">
                  <c:v>2005-04-28</c:v>
                </c:pt>
                <c:pt idx="1259">
                  <c:v>2005-04-29</c:v>
                </c:pt>
                <c:pt idx="1260">
                  <c:v>2005-05-02</c:v>
                </c:pt>
                <c:pt idx="1261">
                  <c:v>2005-05-03</c:v>
                </c:pt>
                <c:pt idx="1262">
                  <c:v>2005-05-04</c:v>
                </c:pt>
                <c:pt idx="1263">
                  <c:v>2005-05-05</c:v>
                </c:pt>
                <c:pt idx="1264">
                  <c:v>2005-05-06</c:v>
                </c:pt>
                <c:pt idx="1265">
                  <c:v>2005-05-09</c:v>
                </c:pt>
                <c:pt idx="1266">
                  <c:v>2005-05-10</c:v>
                </c:pt>
                <c:pt idx="1267">
                  <c:v>2005-05-11</c:v>
                </c:pt>
                <c:pt idx="1268">
                  <c:v>2005-05-12</c:v>
                </c:pt>
                <c:pt idx="1269">
                  <c:v>2005-05-13</c:v>
                </c:pt>
                <c:pt idx="1270">
                  <c:v>2005-05-16</c:v>
                </c:pt>
                <c:pt idx="1271">
                  <c:v>2005-05-17</c:v>
                </c:pt>
                <c:pt idx="1272">
                  <c:v>2005-05-18</c:v>
                </c:pt>
                <c:pt idx="1273">
                  <c:v>2005-05-19</c:v>
                </c:pt>
                <c:pt idx="1274">
                  <c:v>2005-05-20</c:v>
                </c:pt>
                <c:pt idx="1275">
                  <c:v>2005-05-23</c:v>
                </c:pt>
                <c:pt idx="1276">
                  <c:v>2005-05-24</c:v>
                </c:pt>
                <c:pt idx="1277">
                  <c:v>2005-05-25</c:v>
                </c:pt>
                <c:pt idx="1278">
                  <c:v>2005-05-26</c:v>
                </c:pt>
                <c:pt idx="1279">
                  <c:v>2005-05-27</c:v>
                </c:pt>
                <c:pt idx="1280">
                  <c:v>2005-05-31</c:v>
                </c:pt>
                <c:pt idx="1281">
                  <c:v>2005-06-01</c:v>
                </c:pt>
                <c:pt idx="1282">
                  <c:v>2005-06-02</c:v>
                </c:pt>
                <c:pt idx="1283">
                  <c:v>2005-06-03</c:v>
                </c:pt>
                <c:pt idx="1284">
                  <c:v>2005-06-06</c:v>
                </c:pt>
                <c:pt idx="1285">
                  <c:v>2005-06-07</c:v>
                </c:pt>
                <c:pt idx="1286">
                  <c:v>2005-06-08</c:v>
                </c:pt>
                <c:pt idx="1287">
                  <c:v>2005-06-09</c:v>
                </c:pt>
                <c:pt idx="1288">
                  <c:v>2005-06-10</c:v>
                </c:pt>
                <c:pt idx="1289">
                  <c:v>2005-06-13</c:v>
                </c:pt>
                <c:pt idx="1290">
                  <c:v>2005-06-14</c:v>
                </c:pt>
                <c:pt idx="1291">
                  <c:v>2005-06-15</c:v>
                </c:pt>
                <c:pt idx="1292">
                  <c:v>2005-06-16</c:v>
                </c:pt>
                <c:pt idx="1293">
                  <c:v>2005-06-17</c:v>
                </c:pt>
                <c:pt idx="1294">
                  <c:v>2005-06-20</c:v>
                </c:pt>
                <c:pt idx="1295">
                  <c:v>2005-06-21</c:v>
                </c:pt>
                <c:pt idx="1296">
                  <c:v>2005-06-22</c:v>
                </c:pt>
                <c:pt idx="1297">
                  <c:v>2005-06-23</c:v>
                </c:pt>
                <c:pt idx="1298">
                  <c:v>2005-06-24</c:v>
                </c:pt>
                <c:pt idx="1299">
                  <c:v>2005-06-27</c:v>
                </c:pt>
                <c:pt idx="1300">
                  <c:v>2005-06-28</c:v>
                </c:pt>
                <c:pt idx="1301">
                  <c:v>2005-06-29</c:v>
                </c:pt>
                <c:pt idx="1302">
                  <c:v>2005-06-30</c:v>
                </c:pt>
                <c:pt idx="1303">
                  <c:v>2005-07-01</c:v>
                </c:pt>
                <c:pt idx="1304">
                  <c:v>2005-07-05</c:v>
                </c:pt>
                <c:pt idx="1305">
                  <c:v>2005-07-06</c:v>
                </c:pt>
                <c:pt idx="1306">
                  <c:v>2005-07-07</c:v>
                </c:pt>
                <c:pt idx="1307">
                  <c:v>2005-07-08</c:v>
                </c:pt>
                <c:pt idx="1308">
                  <c:v>2005-07-11</c:v>
                </c:pt>
                <c:pt idx="1309">
                  <c:v>2005-07-12</c:v>
                </c:pt>
                <c:pt idx="1310">
                  <c:v>2005-07-13</c:v>
                </c:pt>
                <c:pt idx="1311">
                  <c:v>2005-07-14</c:v>
                </c:pt>
                <c:pt idx="1312">
                  <c:v>2005-07-15</c:v>
                </c:pt>
                <c:pt idx="1313">
                  <c:v>2005-07-18</c:v>
                </c:pt>
                <c:pt idx="1314">
                  <c:v>2005-07-19</c:v>
                </c:pt>
                <c:pt idx="1315">
                  <c:v>2005-07-20</c:v>
                </c:pt>
                <c:pt idx="1316">
                  <c:v>2005-07-21</c:v>
                </c:pt>
                <c:pt idx="1317">
                  <c:v>2005-07-22</c:v>
                </c:pt>
                <c:pt idx="1318">
                  <c:v>2005-07-25</c:v>
                </c:pt>
                <c:pt idx="1319">
                  <c:v>2005-07-26</c:v>
                </c:pt>
                <c:pt idx="1320">
                  <c:v>2005-07-27</c:v>
                </c:pt>
                <c:pt idx="1321">
                  <c:v>2005-07-28</c:v>
                </c:pt>
                <c:pt idx="1322">
                  <c:v>2005-07-29</c:v>
                </c:pt>
                <c:pt idx="1323">
                  <c:v>2005-08-01</c:v>
                </c:pt>
                <c:pt idx="1324">
                  <c:v>2005-08-02</c:v>
                </c:pt>
                <c:pt idx="1325">
                  <c:v>2005-08-03</c:v>
                </c:pt>
                <c:pt idx="1326">
                  <c:v>2005-08-04</c:v>
                </c:pt>
                <c:pt idx="1327">
                  <c:v>2005-08-05</c:v>
                </c:pt>
                <c:pt idx="1328">
                  <c:v>2005-08-08</c:v>
                </c:pt>
                <c:pt idx="1329">
                  <c:v>2005-08-09</c:v>
                </c:pt>
                <c:pt idx="1330">
                  <c:v>2005-08-10</c:v>
                </c:pt>
                <c:pt idx="1331">
                  <c:v>2005-08-11</c:v>
                </c:pt>
                <c:pt idx="1332">
                  <c:v>2005-08-12</c:v>
                </c:pt>
                <c:pt idx="1333">
                  <c:v>2005-08-15</c:v>
                </c:pt>
                <c:pt idx="1334">
                  <c:v>2005-08-16</c:v>
                </c:pt>
                <c:pt idx="1335">
                  <c:v>2005-08-17</c:v>
                </c:pt>
                <c:pt idx="1336">
                  <c:v>2005-08-18</c:v>
                </c:pt>
                <c:pt idx="1337">
                  <c:v>2005-08-19</c:v>
                </c:pt>
                <c:pt idx="1338">
                  <c:v>2005-08-22</c:v>
                </c:pt>
                <c:pt idx="1339">
                  <c:v>2005-08-23</c:v>
                </c:pt>
                <c:pt idx="1340">
                  <c:v>2005-08-24</c:v>
                </c:pt>
                <c:pt idx="1341">
                  <c:v>2005-08-25</c:v>
                </c:pt>
                <c:pt idx="1342">
                  <c:v>2005-08-26</c:v>
                </c:pt>
                <c:pt idx="1343">
                  <c:v>2005-08-29</c:v>
                </c:pt>
                <c:pt idx="1344">
                  <c:v>2005-08-30</c:v>
                </c:pt>
                <c:pt idx="1345">
                  <c:v>2005-08-31</c:v>
                </c:pt>
                <c:pt idx="1346">
                  <c:v>2005-09-01</c:v>
                </c:pt>
                <c:pt idx="1347">
                  <c:v>2005-09-02</c:v>
                </c:pt>
                <c:pt idx="1348">
                  <c:v>2005-09-06</c:v>
                </c:pt>
                <c:pt idx="1349">
                  <c:v>2005-09-07</c:v>
                </c:pt>
                <c:pt idx="1350">
                  <c:v>2005-09-08</c:v>
                </c:pt>
                <c:pt idx="1351">
                  <c:v>2005-09-09</c:v>
                </c:pt>
                <c:pt idx="1352">
                  <c:v>2005-09-12</c:v>
                </c:pt>
                <c:pt idx="1353">
                  <c:v>2005-09-13</c:v>
                </c:pt>
                <c:pt idx="1354">
                  <c:v>2005-09-14</c:v>
                </c:pt>
                <c:pt idx="1355">
                  <c:v>2005-09-15</c:v>
                </c:pt>
                <c:pt idx="1356">
                  <c:v>2005-09-16</c:v>
                </c:pt>
                <c:pt idx="1357">
                  <c:v>2005-09-19</c:v>
                </c:pt>
                <c:pt idx="1358">
                  <c:v>2005-09-20</c:v>
                </c:pt>
                <c:pt idx="1359">
                  <c:v>2005-09-21</c:v>
                </c:pt>
                <c:pt idx="1360">
                  <c:v>2005-09-22</c:v>
                </c:pt>
                <c:pt idx="1361">
                  <c:v>2005-09-23</c:v>
                </c:pt>
                <c:pt idx="1362">
                  <c:v>2005-09-26</c:v>
                </c:pt>
                <c:pt idx="1363">
                  <c:v>2005-09-27</c:v>
                </c:pt>
                <c:pt idx="1364">
                  <c:v>2005-09-28</c:v>
                </c:pt>
                <c:pt idx="1365">
                  <c:v>2005-09-29</c:v>
                </c:pt>
                <c:pt idx="1366">
                  <c:v>2005-09-30</c:v>
                </c:pt>
                <c:pt idx="1367">
                  <c:v>2005-10-03</c:v>
                </c:pt>
                <c:pt idx="1368">
                  <c:v>2005-10-04</c:v>
                </c:pt>
                <c:pt idx="1369">
                  <c:v>2005-10-05</c:v>
                </c:pt>
                <c:pt idx="1370">
                  <c:v>2005-10-06</c:v>
                </c:pt>
                <c:pt idx="1371">
                  <c:v>2005-10-07</c:v>
                </c:pt>
                <c:pt idx="1372">
                  <c:v>2005-10-10</c:v>
                </c:pt>
                <c:pt idx="1373">
                  <c:v>2005-10-11</c:v>
                </c:pt>
                <c:pt idx="1374">
                  <c:v>2005-10-12</c:v>
                </c:pt>
                <c:pt idx="1375">
                  <c:v>2005-10-13</c:v>
                </c:pt>
                <c:pt idx="1376">
                  <c:v>2005-10-14</c:v>
                </c:pt>
                <c:pt idx="1377">
                  <c:v>2005-10-17</c:v>
                </c:pt>
                <c:pt idx="1378">
                  <c:v>2005-10-18</c:v>
                </c:pt>
                <c:pt idx="1379">
                  <c:v>2005-10-19</c:v>
                </c:pt>
                <c:pt idx="1380">
                  <c:v>2005-10-20</c:v>
                </c:pt>
                <c:pt idx="1381">
                  <c:v>2005-10-21</c:v>
                </c:pt>
                <c:pt idx="1382">
                  <c:v>2005-10-24</c:v>
                </c:pt>
                <c:pt idx="1383">
                  <c:v>2005-10-25</c:v>
                </c:pt>
                <c:pt idx="1384">
                  <c:v>2005-10-26</c:v>
                </c:pt>
                <c:pt idx="1385">
                  <c:v>2005-10-27</c:v>
                </c:pt>
                <c:pt idx="1386">
                  <c:v>2005-10-28</c:v>
                </c:pt>
                <c:pt idx="1387">
                  <c:v>2005-10-31</c:v>
                </c:pt>
                <c:pt idx="1388">
                  <c:v>2005-11-01</c:v>
                </c:pt>
                <c:pt idx="1389">
                  <c:v>2005-11-02</c:v>
                </c:pt>
                <c:pt idx="1390">
                  <c:v>2005-11-03</c:v>
                </c:pt>
                <c:pt idx="1391">
                  <c:v>2005-11-04</c:v>
                </c:pt>
                <c:pt idx="1392">
                  <c:v>2005-11-07</c:v>
                </c:pt>
                <c:pt idx="1393">
                  <c:v>2005-11-08</c:v>
                </c:pt>
                <c:pt idx="1394">
                  <c:v>2005-11-09</c:v>
                </c:pt>
                <c:pt idx="1395">
                  <c:v>2005-11-10</c:v>
                </c:pt>
                <c:pt idx="1396">
                  <c:v>2005-11-11</c:v>
                </c:pt>
                <c:pt idx="1397">
                  <c:v>2005-11-14</c:v>
                </c:pt>
                <c:pt idx="1398">
                  <c:v>2005-11-15</c:v>
                </c:pt>
                <c:pt idx="1399">
                  <c:v>2005-11-16</c:v>
                </c:pt>
                <c:pt idx="1400">
                  <c:v>2005-11-17</c:v>
                </c:pt>
                <c:pt idx="1401">
                  <c:v>2005-11-18</c:v>
                </c:pt>
                <c:pt idx="1402">
                  <c:v>2005-11-21</c:v>
                </c:pt>
                <c:pt idx="1403">
                  <c:v>2005-11-22</c:v>
                </c:pt>
                <c:pt idx="1404">
                  <c:v>2005-11-23</c:v>
                </c:pt>
                <c:pt idx="1405">
                  <c:v>2005-11-28</c:v>
                </c:pt>
                <c:pt idx="1406">
                  <c:v>2005-11-29</c:v>
                </c:pt>
                <c:pt idx="1407">
                  <c:v>2005-11-30</c:v>
                </c:pt>
                <c:pt idx="1408">
                  <c:v>2005-12-01</c:v>
                </c:pt>
                <c:pt idx="1409">
                  <c:v>2005-12-02</c:v>
                </c:pt>
                <c:pt idx="1410">
                  <c:v>2005-12-05</c:v>
                </c:pt>
                <c:pt idx="1411">
                  <c:v>2005-12-06</c:v>
                </c:pt>
                <c:pt idx="1412">
                  <c:v>2005-12-07</c:v>
                </c:pt>
                <c:pt idx="1413">
                  <c:v>2005-12-08</c:v>
                </c:pt>
                <c:pt idx="1414">
                  <c:v>2005-12-09</c:v>
                </c:pt>
                <c:pt idx="1415">
                  <c:v>2005-12-12</c:v>
                </c:pt>
                <c:pt idx="1416">
                  <c:v>2005-12-13</c:v>
                </c:pt>
                <c:pt idx="1417">
                  <c:v>2005-12-14</c:v>
                </c:pt>
                <c:pt idx="1418">
                  <c:v>2005-12-15</c:v>
                </c:pt>
                <c:pt idx="1419">
                  <c:v>2005-12-16</c:v>
                </c:pt>
                <c:pt idx="1420">
                  <c:v>2005-12-19</c:v>
                </c:pt>
                <c:pt idx="1421">
                  <c:v>2005-12-20</c:v>
                </c:pt>
                <c:pt idx="1422">
                  <c:v>2005-12-21</c:v>
                </c:pt>
                <c:pt idx="1423">
                  <c:v>2005-12-22</c:v>
                </c:pt>
                <c:pt idx="1424">
                  <c:v>2005-12-23</c:v>
                </c:pt>
                <c:pt idx="1425">
                  <c:v>2005-12-27</c:v>
                </c:pt>
                <c:pt idx="1426">
                  <c:v>2005-12-28</c:v>
                </c:pt>
                <c:pt idx="1427">
                  <c:v>2005-12-29</c:v>
                </c:pt>
                <c:pt idx="1428">
                  <c:v>2005-12-30</c:v>
                </c:pt>
                <c:pt idx="1429">
                  <c:v>2006-01-03</c:v>
                </c:pt>
                <c:pt idx="1430">
                  <c:v>2006-01-04</c:v>
                </c:pt>
                <c:pt idx="1431">
                  <c:v>2006-01-05</c:v>
                </c:pt>
                <c:pt idx="1432">
                  <c:v>2006-01-06</c:v>
                </c:pt>
                <c:pt idx="1433">
                  <c:v>2006-01-09</c:v>
                </c:pt>
                <c:pt idx="1434">
                  <c:v>2006-01-10</c:v>
                </c:pt>
                <c:pt idx="1435">
                  <c:v>2006-01-11</c:v>
                </c:pt>
                <c:pt idx="1436">
                  <c:v>2006-01-12</c:v>
                </c:pt>
                <c:pt idx="1437">
                  <c:v>2006-01-13</c:v>
                </c:pt>
                <c:pt idx="1438">
                  <c:v>2006-01-17</c:v>
                </c:pt>
                <c:pt idx="1439">
                  <c:v>2006-01-18</c:v>
                </c:pt>
                <c:pt idx="1440">
                  <c:v>2006-01-19</c:v>
                </c:pt>
                <c:pt idx="1441">
                  <c:v>2006-01-20</c:v>
                </c:pt>
                <c:pt idx="1442">
                  <c:v>2006-01-23</c:v>
                </c:pt>
                <c:pt idx="1443">
                  <c:v>2006-01-24</c:v>
                </c:pt>
                <c:pt idx="1444">
                  <c:v>2006-01-25</c:v>
                </c:pt>
                <c:pt idx="1445">
                  <c:v>2006-01-26</c:v>
                </c:pt>
                <c:pt idx="1446">
                  <c:v>2006-01-27</c:v>
                </c:pt>
                <c:pt idx="1447">
                  <c:v>2006-01-30</c:v>
                </c:pt>
                <c:pt idx="1448">
                  <c:v>2006-01-31</c:v>
                </c:pt>
                <c:pt idx="1449">
                  <c:v>2006-02-01</c:v>
                </c:pt>
                <c:pt idx="1450">
                  <c:v>2006-02-02</c:v>
                </c:pt>
                <c:pt idx="1451">
                  <c:v>2006-02-03</c:v>
                </c:pt>
                <c:pt idx="1452">
                  <c:v>2006-02-06</c:v>
                </c:pt>
                <c:pt idx="1453">
                  <c:v>2006-02-07</c:v>
                </c:pt>
                <c:pt idx="1454">
                  <c:v>2006-02-08</c:v>
                </c:pt>
                <c:pt idx="1455">
                  <c:v>2006-02-09</c:v>
                </c:pt>
                <c:pt idx="1456">
                  <c:v>2006-02-10</c:v>
                </c:pt>
                <c:pt idx="1457">
                  <c:v>2006-02-13</c:v>
                </c:pt>
                <c:pt idx="1458">
                  <c:v>2006-02-14</c:v>
                </c:pt>
                <c:pt idx="1459">
                  <c:v>2006-02-15</c:v>
                </c:pt>
                <c:pt idx="1460">
                  <c:v>2006-02-16</c:v>
                </c:pt>
                <c:pt idx="1461">
                  <c:v>2006-02-17</c:v>
                </c:pt>
                <c:pt idx="1462">
                  <c:v>2006-02-21</c:v>
                </c:pt>
                <c:pt idx="1463">
                  <c:v>2006-02-22</c:v>
                </c:pt>
                <c:pt idx="1464">
                  <c:v>2006-02-23</c:v>
                </c:pt>
                <c:pt idx="1465">
                  <c:v>2006-02-24</c:v>
                </c:pt>
                <c:pt idx="1466">
                  <c:v>2006-02-27</c:v>
                </c:pt>
                <c:pt idx="1467">
                  <c:v>2006-02-28</c:v>
                </c:pt>
                <c:pt idx="1468">
                  <c:v>2006-03-01</c:v>
                </c:pt>
                <c:pt idx="1469">
                  <c:v>2006-03-02</c:v>
                </c:pt>
                <c:pt idx="1470">
                  <c:v>2006-03-03</c:v>
                </c:pt>
                <c:pt idx="1471">
                  <c:v>2006-03-06</c:v>
                </c:pt>
                <c:pt idx="1472">
                  <c:v>2006-03-07</c:v>
                </c:pt>
                <c:pt idx="1473">
                  <c:v>2006-03-08</c:v>
                </c:pt>
                <c:pt idx="1474">
                  <c:v>2006-03-09</c:v>
                </c:pt>
                <c:pt idx="1475">
                  <c:v>2006-03-10</c:v>
                </c:pt>
                <c:pt idx="1476">
                  <c:v>2006-03-13</c:v>
                </c:pt>
                <c:pt idx="1477">
                  <c:v>2006-03-14</c:v>
                </c:pt>
                <c:pt idx="1478">
                  <c:v>2006-03-15</c:v>
                </c:pt>
                <c:pt idx="1479">
                  <c:v>2006-03-16</c:v>
                </c:pt>
                <c:pt idx="1480">
                  <c:v>2006-03-17</c:v>
                </c:pt>
                <c:pt idx="1481">
                  <c:v>2006-03-20</c:v>
                </c:pt>
                <c:pt idx="1482">
                  <c:v>2006-03-21</c:v>
                </c:pt>
                <c:pt idx="1483">
                  <c:v>2006-03-22</c:v>
                </c:pt>
                <c:pt idx="1484">
                  <c:v>2006-03-23</c:v>
                </c:pt>
                <c:pt idx="1485">
                  <c:v>2006-03-24</c:v>
                </c:pt>
                <c:pt idx="1486">
                  <c:v>2006-03-27</c:v>
                </c:pt>
                <c:pt idx="1487">
                  <c:v>2006-03-28</c:v>
                </c:pt>
                <c:pt idx="1488">
                  <c:v>2006-03-29</c:v>
                </c:pt>
                <c:pt idx="1489">
                  <c:v>2006-03-30</c:v>
                </c:pt>
                <c:pt idx="1490">
                  <c:v>2006-03-31</c:v>
                </c:pt>
                <c:pt idx="1491">
                  <c:v>2006-04-03</c:v>
                </c:pt>
                <c:pt idx="1492">
                  <c:v>2006-04-04</c:v>
                </c:pt>
                <c:pt idx="1493">
                  <c:v>2006-04-05</c:v>
                </c:pt>
                <c:pt idx="1494">
                  <c:v>2006-04-06</c:v>
                </c:pt>
                <c:pt idx="1495">
                  <c:v>2006-04-07</c:v>
                </c:pt>
                <c:pt idx="1496">
                  <c:v>2006-04-10</c:v>
                </c:pt>
                <c:pt idx="1497">
                  <c:v>2006-04-11</c:v>
                </c:pt>
                <c:pt idx="1498">
                  <c:v>2006-04-12</c:v>
                </c:pt>
                <c:pt idx="1499">
                  <c:v>2006-04-13</c:v>
                </c:pt>
                <c:pt idx="1500">
                  <c:v>2006-04-17</c:v>
                </c:pt>
                <c:pt idx="1501">
                  <c:v>2006-04-18</c:v>
                </c:pt>
                <c:pt idx="1502">
                  <c:v>2006-04-19</c:v>
                </c:pt>
                <c:pt idx="1503">
                  <c:v>2006-04-20</c:v>
                </c:pt>
                <c:pt idx="1504">
                  <c:v>2006-04-21</c:v>
                </c:pt>
                <c:pt idx="1505">
                  <c:v>2006-04-24</c:v>
                </c:pt>
                <c:pt idx="1506">
                  <c:v>2006-04-25</c:v>
                </c:pt>
                <c:pt idx="1507">
                  <c:v>2006-04-26</c:v>
                </c:pt>
                <c:pt idx="1508">
                  <c:v>2006-04-27</c:v>
                </c:pt>
                <c:pt idx="1509">
                  <c:v>2006-04-28</c:v>
                </c:pt>
                <c:pt idx="1510">
                  <c:v>2006-05-01</c:v>
                </c:pt>
                <c:pt idx="1511">
                  <c:v>2006-05-02</c:v>
                </c:pt>
                <c:pt idx="1512">
                  <c:v>2006-05-03</c:v>
                </c:pt>
                <c:pt idx="1513">
                  <c:v>2006-05-04</c:v>
                </c:pt>
                <c:pt idx="1514">
                  <c:v>2006-05-05</c:v>
                </c:pt>
                <c:pt idx="1515">
                  <c:v>2006-05-08</c:v>
                </c:pt>
                <c:pt idx="1516">
                  <c:v>2006-05-09</c:v>
                </c:pt>
                <c:pt idx="1517">
                  <c:v>2006-05-10</c:v>
                </c:pt>
                <c:pt idx="1518">
                  <c:v>2006-05-11</c:v>
                </c:pt>
                <c:pt idx="1519">
                  <c:v>2006-05-12</c:v>
                </c:pt>
                <c:pt idx="1520">
                  <c:v>2006-05-15</c:v>
                </c:pt>
                <c:pt idx="1521">
                  <c:v>2006-05-16</c:v>
                </c:pt>
                <c:pt idx="1522">
                  <c:v>2006-05-17</c:v>
                </c:pt>
                <c:pt idx="1523">
                  <c:v>2006-05-18</c:v>
                </c:pt>
                <c:pt idx="1524">
                  <c:v>2006-05-19</c:v>
                </c:pt>
                <c:pt idx="1525">
                  <c:v>2006-05-22</c:v>
                </c:pt>
                <c:pt idx="1526">
                  <c:v>2006-05-23</c:v>
                </c:pt>
                <c:pt idx="1527">
                  <c:v>2006-05-24</c:v>
                </c:pt>
                <c:pt idx="1528">
                  <c:v>2006-05-25</c:v>
                </c:pt>
                <c:pt idx="1529">
                  <c:v>2006-05-26</c:v>
                </c:pt>
                <c:pt idx="1530">
                  <c:v>2006-05-30</c:v>
                </c:pt>
                <c:pt idx="1531">
                  <c:v>2006-05-31</c:v>
                </c:pt>
                <c:pt idx="1532">
                  <c:v>2006-06-01</c:v>
                </c:pt>
                <c:pt idx="1533">
                  <c:v>2006-06-02</c:v>
                </c:pt>
                <c:pt idx="1534">
                  <c:v>2006-06-05</c:v>
                </c:pt>
                <c:pt idx="1535">
                  <c:v>2006-06-06</c:v>
                </c:pt>
                <c:pt idx="1536">
                  <c:v>2006-06-07</c:v>
                </c:pt>
                <c:pt idx="1537">
                  <c:v>2006-06-08</c:v>
                </c:pt>
                <c:pt idx="1538">
                  <c:v>2006-06-09</c:v>
                </c:pt>
                <c:pt idx="1539">
                  <c:v>2006-06-12</c:v>
                </c:pt>
                <c:pt idx="1540">
                  <c:v>2006-06-13</c:v>
                </c:pt>
                <c:pt idx="1541">
                  <c:v>2006-06-14</c:v>
                </c:pt>
                <c:pt idx="1542">
                  <c:v>2006-06-15</c:v>
                </c:pt>
                <c:pt idx="1543">
                  <c:v>2006-06-16</c:v>
                </c:pt>
                <c:pt idx="1544">
                  <c:v>2006-06-19</c:v>
                </c:pt>
                <c:pt idx="1545">
                  <c:v>2006-06-20</c:v>
                </c:pt>
                <c:pt idx="1546">
                  <c:v>2006-06-21</c:v>
                </c:pt>
                <c:pt idx="1547">
                  <c:v>2006-06-22</c:v>
                </c:pt>
                <c:pt idx="1548">
                  <c:v>2006-06-23</c:v>
                </c:pt>
                <c:pt idx="1549">
                  <c:v>2006-06-26</c:v>
                </c:pt>
                <c:pt idx="1550">
                  <c:v>2006-06-27</c:v>
                </c:pt>
                <c:pt idx="1551">
                  <c:v>2006-06-28</c:v>
                </c:pt>
                <c:pt idx="1552">
                  <c:v>2006-06-29</c:v>
                </c:pt>
                <c:pt idx="1553">
                  <c:v>2006-06-30</c:v>
                </c:pt>
                <c:pt idx="1554">
                  <c:v>2006-07-03</c:v>
                </c:pt>
                <c:pt idx="1555">
                  <c:v>2006-07-05</c:v>
                </c:pt>
                <c:pt idx="1556">
                  <c:v>2006-07-06</c:v>
                </c:pt>
                <c:pt idx="1557">
                  <c:v>2006-07-07</c:v>
                </c:pt>
                <c:pt idx="1558">
                  <c:v>2006-07-10</c:v>
                </c:pt>
                <c:pt idx="1559">
                  <c:v>2006-07-11</c:v>
                </c:pt>
                <c:pt idx="1560">
                  <c:v>2006-07-12</c:v>
                </c:pt>
                <c:pt idx="1561">
                  <c:v>2006-07-13</c:v>
                </c:pt>
                <c:pt idx="1562">
                  <c:v>2006-07-14</c:v>
                </c:pt>
                <c:pt idx="1563">
                  <c:v>2006-07-17</c:v>
                </c:pt>
                <c:pt idx="1564">
                  <c:v>2006-07-18</c:v>
                </c:pt>
                <c:pt idx="1565">
                  <c:v>2006-07-19</c:v>
                </c:pt>
                <c:pt idx="1566">
                  <c:v>2006-07-20</c:v>
                </c:pt>
                <c:pt idx="1567">
                  <c:v>2006-07-21</c:v>
                </c:pt>
                <c:pt idx="1568">
                  <c:v>2006-07-24</c:v>
                </c:pt>
                <c:pt idx="1569">
                  <c:v>2006-07-25</c:v>
                </c:pt>
                <c:pt idx="1570">
                  <c:v>2006-07-26</c:v>
                </c:pt>
                <c:pt idx="1571">
                  <c:v>2006-07-27</c:v>
                </c:pt>
                <c:pt idx="1572">
                  <c:v>2006-07-28</c:v>
                </c:pt>
                <c:pt idx="1573">
                  <c:v>2006-07-31</c:v>
                </c:pt>
                <c:pt idx="1574">
                  <c:v>2006-08-01</c:v>
                </c:pt>
                <c:pt idx="1575">
                  <c:v>2006-08-02</c:v>
                </c:pt>
                <c:pt idx="1576">
                  <c:v>2006-08-03</c:v>
                </c:pt>
                <c:pt idx="1577">
                  <c:v>2006-08-04</c:v>
                </c:pt>
                <c:pt idx="1578">
                  <c:v>2006-08-07</c:v>
                </c:pt>
                <c:pt idx="1579">
                  <c:v>2006-08-08</c:v>
                </c:pt>
                <c:pt idx="1580">
                  <c:v>2006-08-09</c:v>
                </c:pt>
                <c:pt idx="1581">
                  <c:v>2006-08-10</c:v>
                </c:pt>
                <c:pt idx="1582">
                  <c:v>2006-08-11</c:v>
                </c:pt>
                <c:pt idx="1583">
                  <c:v>2006-08-14</c:v>
                </c:pt>
                <c:pt idx="1584">
                  <c:v>2006-08-15</c:v>
                </c:pt>
                <c:pt idx="1585">
                  <c:v>2006-08-16</c:v>
                </c:pt>
                <c:pt idx="1586">
                  <c:v>2006-08-17</c:v>
                </c:pt>
                <c:pt idx="1587">
                  <c:v>2006-08-18</c:v>
                </c:pt>
                <c:pt idx="1588">
                  <c:v>2006-08-21</c:v>
                </c:pt>
                <c:pt idx="1589">
                  <c:v>2006-08-22</c:v>
                </c:pt>
                <c:pt idx="1590">
                  <c:v>2006-08-23</c:v>
                </c:pt>
                <c:pt idx="1591">
                  <c:v>2006-08-24</c:v>
                </c:pt>
                <c:pt idx="1592">
                  <c:v>2006-08-25</c:v>
                </c:pt>
                <c:pt idx="1593">
                  <c:v>2006-08-28</c:v>
                </c:pt>
                <c:pt idx="1594">
                  <c:v>2006-08-29</c:v>
                </c:pt>
                <c:pt idx="1595">
                  <c:v>2006-08-30</c:v>
                </c:pt>
                <c:pt idx="1596">
                  <c:v>2006-08-31</c:v>
                </c:pt>
                <c:pt idx="1597">
                  <c:v>2006-09-01</c:v>
                </c:pt>
                <c:pt idx="1598">
                  <c:v>2006-09-05</c:v>
                </c:pt>
                <c:pt idx="1599">
                  <c:v>2006-09-06</c:v>
                </c:pt>
                <c:pt idx="1600">
                  <c:v>2006-09-07</c:v>
                </c:pt>
                <c:pt idx="1601">
                  <c:v>2006-09-08</c:v>
                </c:pt>
                <c:pt idx="1602">
                  <c:v>2006-09-11</c:v>
                </c:pt>
                <c:pt idx="1603">
                  <c:v>2006-09-12</c:v>
                </c:pt>
                <c:pt idx="1604">
                  <c:v>2006-09-13</c:v>
                </c:pt>
                <c:pt idx="1605">
                  <c:v>2006-09-14</c:v>
                </c:pt>
                <c:pt idx="1606">
                  <c:v>2006-09-15</c:v>
                </c:pt>
                <c:pt idx="1607">
                  <c:v>2006-09-18</c:v>
                </c:pt>
                <c:pt idx="1608">
                  <c:v>2006-09-19</c:v>
                </c:pt>
                <c:pt idx="1609">
                  <c:v>2006-09-20</c:v>
                </c:pt>
                <c:pt idx="1610">
                  <c:v>2006-09-21</c:v>
                </c:pt>
                <c:pt idx="1611">
                  <c:v>2006-09-22</c:v>
                </c:pt>
                <c:pt idx="1612">
                  <c:v>2006-09-25</c:v>
                </c:pt>
                <c:pt idx="1613">
                  <c:v>2006-09-26</c:v>
                </c:pt>
                <c:pt idx="1614">
                  <c:v>2006-09-27</c:v>
                </c:pt>
                <c:pt idx="1615">
                  <c:v>2006-09-28</c:v>
                </c:pt>
                <c:pt idx="1616">
                  <c:v>2006-09-29</c:v>
                </c:pt>
                <c:pt idx="1617">
                  <c:v>2006-10-02</c:v>
                </c:pt>
                <c:pt idx="1618">
                  <c:v>2006-10-03</c:v>
                </c:pt>
                <c:pt idx="1619">
                  <c:v>2006-10-04</c:v>
                </c:pt>
                <c:pt idx="1620">
                  <c:v>2006-10-05</c:v>
                </c:pt>
                <c:pt idx="1621">
                  <c:v>2006-10-06</c:v>
                </c:pt>
                <c:pt idx="1622">
                  <c:v>2006-10-09</c:v>
                </c:pt>
                <c:pt idx="1623">
                  <c:v>2006-10-10</c:v>
                </c:pt>
                <c:pt idx="1624">
                  <c:v>2006-10-11</c:v>
                </c:pt>
                <c:pt idx="1625">
                  <c:v>2006-10-12</c:v>
                </c:pt>
                <c:pt idx="1626">
                  <c:v>2006-10-13</c:v>
                </c:pt>
                <c:pt idx="1627">
                  <c:v>2006-10-16</c:v>
                </c:pt>
                <c:pt idx="1628">
                  <c:v>2006-10-17</c:v>
                </c:pt>
                <c:pt idx="1629">
                  <c:v>2006-10-18</c:v>
                </c:pt>
                <c:pt idx="1630">
                  <c:v>2006-10-19</c:v>
                </c:pt>
                <c:pt idx="1631">
                  <c:v>2006-10-20</c:v>
                </c:pt>
                <c:pt idx="1632">
                  <c:v>2006-10-23</c:v>
                </c:pt>
                <c:pt idx="1633">
                  <c:v>2006-10-24</c:v>
                </c:pt>
                <c:pt idx="1634">
                  <c:v>2006-10-25</c:v>
                </c:pt>
                <c:pt idx="1635">
                  <c:v>2006-10-26</c:v>
                </c:pt>
                <c:pt idx="1636">
                  <c:v>2006-10-27</c:v>
                </c:pt>
                <c:pt idx="1637">
                  <c:v>2006-10-30</c:v>
                </c:pt>
                <c:pt idx="1638">
                  <c:v>2006-10-31</c:v>
                </c:pt>
                <c:pt idx="1639">
                  <c:v>2006-11-01</c:v>
                </c:pt>
                <c:pt idx="1640">
                  <c:v>2006-11-02</c:v>
                </c:pt>
                <c:pt idx="1641">
                  <c:v>2006-11-03</c:v>
                </c:pt>
                <c:pt idx="1642">
                  <c:v>2006-11-06</c:v>
                </c:pt>
                <c:pt idx="1643">
                  <c:v>2006-11-07</c:v>
                </c:pt>
                <c:pt idx="1644">
                  <c:v>2006-11-08</c:v>
                </c:pt>
                <c:pt idx="1645">
                  <c:v>2006-11-09</c:v>
                </c:pt>
                <c:pt idx="1646">
                  <c:v>2006-11-10</c:v>
                </c:pt>
                <c:pt idx="1647">
                  <c:v>2006-11-13</c:v>
                </c:pt>
                <c:pt idx="1648">
                  <c:v>2006-11-14</c:v>
                </c:pt>
                <c:pt idx="1649">
                  <c:v>2006-11-15</c:v>
                </c:pt>
                <c:pt idx="1650">
                  <c:v>2006-11-16</c:v>
                </c:pt>
                <c:pt idx="1651">
                  <c:v>2006-11-17</c:v>
                </c:pt>
                <c:pt idx="1652">
                  <c:v>2006-11-20</c:v>
                </c:pt>
                <c:pt idx="1653">
                  <c:v>2006-11-21</c:v>
                </c:pt>
                <c:pt idx="1654">
                  <c:v>2006-11-22</c:v>
                </c:pt>
                <c:pt idx="1655">
                  <c:v>2006-11-27</c:v>
                </c:pt>
                <c:pt idx="1656">
                  <c:v>2006-11-28</c:v>
                </c:pt>
                <c:pt idx="1657">
                  <c:v>2006-11-29</c:v>
                </c:pt>
                <c:pt idx="1658">
                  <c:v>2006-11-30</c:v>
                </c:pt>
                <c:pt idx="1659">
                  <c:v>2006-12-01</c:v>
                </c:pt>
                <c:pt idx="1660">
                  <c:v>2006-12-04</c:v>
                </c:pt>
                <c:pt idx="1661">
                  <c:v>2006-12-05</c:v>
                </c:pt>
                <c:pt idx="1662">
                  <c:v>2006-12-06</c:v>
                </c:pt>
                <c:pt idx="1663">
                  <c:v>2006-12-07</c:v>
                </c:pt>
                <c:pt idx="1664">
                  <c:v>2006-12-08</c:v>
                </c:pt>
                <c:pt idx="1665">
                  <c:v>2006-12-11</c:v>
                </c:pt>
                <c:pt idx="1666">
                  <c:v>2006-12-12</c:v>
                </c:pt>
                <c:pt idx="1667">
                  <c:v>2006-12-13</c:v>
                </c:pt>
                <c:pt idx="1668">
                  <c:v>2006-12-14</c:v>
                </c:pt>
                <c:pt idx="1669">
                  <c:v>2006-12-15</c:v>
                </c:pt>
                <c:pt idx="1670">
                  <c:v>2006-12-18</c:v>
                </c:pt>
                <c:pt idx="1671">
                  <c:v>2006-12-19</c:v>
                </c:pt>
                <c:pt idx="1672">
                  <c:v>2006-12-20</c:v>
                </c:pt>
                <c:pt idx="1673">
                  <c:v>2006-12-21</c:v>
                </c:pt>
                <c:pt idx="1674">
                  <c:v>2006-12-22</c:v>
                </c:pt>
                <c:pt idx="1675">
                  <c:v>2006-12-26</c:v>
                </c:pt>
                <c:pt idx="1676">
                  <c:v>2006-12-27</c:v>
                </c:pt>
                <c:pt idx="1677">
                  <c:v>2006-12-28</c:v>
                </c:pt>
                <c:pt idx="1678">
                  <c:v>2006-12-29</c:v>
                </c:pt>
                <c:pt idx="1679">
                  <c:v>2007-01-03</c:v>
                </c:pt>
                <c:pt idx="1680">
                  <c:v>2007-01-04</c:v>
                </c:pt>
                <c:pt idx="1681">
                  <c:v>2007-01-05</c:v>
                </c:pt>
                <c:pt idx="1682">
                  <c:v>2007-01-08</c:v>
                </c:pt>
                <c:pt idx="1683">
                  <c:v>2007-01-09</c:v>
                </c:pt>
                <c:pt idx="1684">
                  <c:v>2007-01-10</c:v>
                </c:pt>
                <c:pt idx="1685">
                  <c:v>2007-01-11</c:v>
                </c:pt>
                <c:pt idx="1686">
                  <c:v>2007-01-12</c:v>
                </c:pt>
                <c:pt idx="1687">
                  <c:v>2007-01-16</c:v>
                </c:pt>
                <c:pt idx="1688">
                  <c:v>2007-01-17</c:v>
                </c:pt>
                <c:pt idx="1689">
                  <c:v>2007-01-18</c:v>
                </c:pt>
                <c:pt idx="1690">
                  <c:v>2007-01-19</c:v>
                </c:pt>
                <c:pt idx="1691">
                  <c:v>2007-01-22</c:v>
                </c:pt>
                <c:pt idx="1692">
                  <c:v>2007-01-23</c:v>
                </c:pt>
                <c:pt idx="1693">
                  <c:v>2007-01-24</c:v>
                </c:pt>
                <c:pt idx="1694">
                  <c:v>2007-01-25</c:v>
                </c:pt>
                <c:pt idx="1695">
                  <c:v>2007-01-26</c:v>
                </c:pt>
                <c:pt idx="1696">
                  <c:v>2007-01-29</c:v>
                </c:pt>
                <c:pt idx="1697">
                  <c:v>2007-01-30</c:v>
                </c:pt>
                <c:pt idx="1698">
                  <c:v>2007-01-31</c:v>
                </c:pt>
                <c:pt idx="1699">
                  <c:v>2007-02-01</c:v>
                </c:pt>
                <c:pt idx="1700">
                  <c:v>2007-02-02</c:v>
                </c:pt>
                <c:pt idx="1701">
                  <c:v>2007-02-05</c:v>
                </c:pt>
                <c:pt idx="1702">
                  <c:v>2007-02-06</c:v>
                </c:pt>
                <c:pt idx="1703">
                  <c:v>2007-02-07</c:v>
                </c:pt>
                <c:pt idx="1704">
                  <c:v>2007-02-08</c:v>
                </c:pt>
                <c:pt idx="1705">
                  <c:v>2007-02-09</c:v>
                </c:pt>
                <c:pt idx="1706">
                  <c:v>2007-02-12</c:v>
                </c:pt>
                <c:pt idx="1707">
                  <c:v>2007-02-13</c:v>
                </c:pt>
                <c:pt idx="1708">
                  <c:v>2007-02-14</c:v>
                </c:pt>
                <c:pt idx="1709">
                  <c:v>2007-02-15</c:v>
                </c:pt>
                <c:pt idx="1710">
                  <c:v>2007-02-16</c:v>
                </c:pt>
                <c:pt idx="1711">
                  <c:v>2007-02-20</c:v>
                </c:pt>
                <c:pt idx="1712">
                  <c:v>2007-02-21</c:v>
                </c:pt>
                <c:pt idx="1713">
                  <c:v>2007-02-22</c:v>
                </c:pt>
                <c:pt idx="1714">
                  <c:v>2007-02-23</c:v>
                </c:pt>
                <c:pt idx="1715">
                  <c:v>2007-02-26</c:v>
                </c:pt>
                <c:pt idx="1716">
                  <c:v>2007-02-27</c:v>
                </c:pt>
                <c:pt idx="1717">
                  <c:v>2007-02-28</c:v>
                </c:pt>
                <c:pt idx="1718">
                  <c:v>2007-03-01</c:v>
                </c:pt>
                <c:pt idx="1719">
                  <c:v>2007-03-02</c:v>
                </c:pt>
                <c:pt idx="1720">
                  <c:v>2007-03-05</c:v>
                </c:pt>
                <c:pt idx="1721">
                  <c:v>2007-03-06</c:v>
                </c:pt>
                <c:pt idx="1722">
                  <c:v>2007-03-07</c:v>
                </c:pt>
                <c:pt idx="1723">
                  <c:v>2007-03-08</c:v>
                </c:pt>
                <c:pt idx="1724">
                  <c:v>2007-03-09</c:v>
                </c:pt>
                <c:pt idx="1725">
                  <c:v>2007-03-12</c:v>
                </c:pt>
                <c:pt idx="1726">
                  <c:v>2007-03-13</c:v>
                </c:pt>
                <c:pt idx="1727">
                  <c:v>2007-03-14</c:v>
                </c:pt>
                <c:pt idx="1728">
                  <c:v>2007-03-15</c:v>
                </c:pt>
                <c:pt idx="1729">
                  <c:v>2007-03-16</c:v>
                </c:pt>
                <c:pt idx="1730">
                  <c:v>2007-03-19</c:v>
                </c:pt>
                <c:pt idx="1731">
                  <c:v>2007-03-20</c:v>
                </c:pt>
                <c:pt idx="1732">
                  <c:v>2007-03-21</c:v>
                </c:pt>
                <c:pt idx="1733">
                  <c:v>2007-03-22</c:v>
                </c:pt>
                <c:pt idx="1734">
                  <c:v>2007-03-23</c:v>
                </c:pt>
                <c:pt idx="1735">
                  <c:v>2007-03-26</c:v>
                </c:pt>
                <c:pt idx="1736">
                  <c:v>2007-03-27</c:v>
                </c:pt>
                <c:pt idx="1737">
                  <c:v>2007-03-28</c:v>
                </c:pt>
                <c:pt idx="1738">
                  <c:v>2007-03-29</c:v>
                </c:pt>
                <c:pt idx="1739">
                  <c:v>2007-03-30</c:v>
                </c:pt>
                <c:pt idx="1740">
                  <c:v>2007-04-02</c:v>
                </c:pt>
                <c:pt idx="1741">
                  <c:v>2007-04-03</c:v>
                </c:pt>
                <c:pt idx="1742">
                  <c:v>2007-04-04</c:v>
                </c:pt>
                <c:pt idx="1743">
                  <c:v>2007-04-05</c:v>
                </c:pt>
                <c:pt idx="1744">
                  <c:v>2007-04-09</c:v>
                </c:pt>
                <c:pt idx="1745">
                  <c:v>2007-04-10</c:v>
                </c:pt>
                <c:pt idx="1746">
                  <c:v>2007-04-11</c:v>
                </c:pt>
                <c:pt idx="1747">
                  <c:v>2007-04-12</c:v>
                </c:pt>
                <c:pt idx="1748">
                  <c:v>2007-04-13</c:v>
                </c:pt>
                <c:pt idx="1749">
                  <c:v>2007-04-16</c:v>
                </c:pt>
                <c:pt idx="1750">
                  <c:v>2007-04-17</c:v>
                </c:pt>
                <c:pt idx="1751">
                  <c:v>2007-04-18</c:v>
                </c:pt>
                <c:pt idx="1752">
                  <c:v>2007-04-19</c:v>
                </c:pt>
                <c:pt idx="1753">
                  <c:v>2007-04-20</c:v>
                </c:pt>
                <c:pt idx="1754">
                  <c:v>2007-04-23</c:v>
                </c:pt>
                <c:pt idx="1755">
                  <c:v>2007-04-24</c:v>
                </c:pt>
                <c:pt idx="1756">
                  <c:v>2007-04-25</c:v>
                </c:pt>
                <c:pt idx="1757">
                  <c:v>2007-04-26</c:v>
                </c:pt>
                <c:pt idx="1758">
                  <c:v>2007-04-27</c:v>
                </c:pt>
                <c:pt idx="1759">
                  <c:v>2007-04-30</c:v>
                </c:pt>
                <c:pt idx="1760">
                  <c:v>2007-05-01</c:v>
                </c:pt>
                <c:pt idx="1761">
                  <c:v>2007-05-02</c:v>
                </c:pt>
                <c:pt idx="1762">
                  <c:v>2007-05-03</c:v>
                </c:pt>
                <c:pt idx="1763">
                  <c:v>2007-05-04</c:v>
                </c:pt>
                <c:pt idx="1764">
                  <c:v>2007-05-07</c:v>
                </c:pt>
                <c:pt idx="1765">
                  <c:v>2007-05-08</c:v>
                </c:pt>
                <c:pt idx="1766">
                  <c:v>2007-05-09</c:v>
                </c:pt>
                <c:pt idx="1767">
                  <c:v>2007-05-10</c:v>
                </c:pt>
                <c:pt idx="1768">
                  <c:v>2007-05-11</c:v>
                </c:pt>
                <c:pt idx="1769">
                  <c:v>2007-05-14</c:v>
                </c:pt>
                <c:pt idx="1770">
                  <c:v>2007-05-15</c:v>
                </c:pt>
                <c:pt idx="1771">
                  <c:v>2007-05-16</c:v>
                </c:pt>
                <c:pt idx="1772">
                  <c:v>2007-05-17</c:v>
                </c:pt>
                <c:pt idx="1773">
                  <c:v>2007-05-18</c:v>
                </c:pt>
                <c:pt idx="1774">
                  <c:v>2007-05-21</c:v>
                </c:pt>
                <c:pt idx="1775">
                  <c:v>2007-05-22</c:v>
                </c:pt>
                <c:pt idx="1776">
                  <c:v>2007-05-23</c:v>
                </c:pt>
                <c:pt idx="1777">
                  <c:v>2007-05-24</c:v>
                </c:pt>
                <c:pt idx="1778">
                  <c:v>2007-05-25</c:v>
                </c:pt>
                <c:pt idx="1779">
                  <c:v>2007-05-29</c:v>
                </c:pt>
                <c:pt idx="1780">
                  <c:v>2007-05-30</c:v>
                </c:pt>
                <c:pt idx="1781">
                  <c:v>2007-05-31</c:v>
                </c:pt>
                <c:pt idx="1782">
                  <c:v>2007-06-01</c:v>
                </c:pt>
                <c:pt idx="1783">
                  <c:v>2007-06-04</c:v>
                </c:pt>
                <c:pt idx="1784">
                  <c:v>2007-06-05</c:v>
                </c:pt>
                <c:pt idx="1785">
                  <c:v>2007-06-06</c:v>
                </c:pt>
                <c:pt idx="1786">
                  <c:v>2007-06-07</c:v>
                </c:pt>
                <c:pt idx="1787">
                  <c:v>2007-06-08</c:v>
                </c:pt>
                <c:pt idx="1788">
                  <c:v>2007-06-11</c:v>
                </c:pt>
                <c:pt idx="1789">
                  <c:v>2007-06-12</c:v>
                </c:pt>
                <c:pt idx="1790">
                  <c:v>2007-06-13</c:v>
                </c:pt>
                <c:pt idx="1791">
                  <c:v>2007-06-14</c:v>
                </c:pt>
                <c:pt idx="1792">
                  <c:v>2007-06-15</c:v>
                </c:pt>
                <c:pt idx="1793">
                  <c:v>2007-06-18</c:v>
                </c:pt>
                <c:pt idx="1794">
                  <c:v>2007-06-19</c:v>
                </c:pt>
                <c:pt idx="1795">
                  <c:v>2007-06-20</c:v>
                </c:pt>
                <c:pt idx="1796">
                  <c:v>2007-06-21</c:v>
                </c:pt>
                <c:pt idx="1797">
                  <c:v>2007-06-22</c:v>
                </c:pt>
                <c:pt idx="1798">
                  <c:v>2007-06-25</c:v>
                </c:pt>
                <c:pt idx="1799">
                  <c:v>2007-06-26</c:v>
                </c:pt>
                <c:pt idx="1800">
                  <c:v>2007-06-27</c:v>
                </c:pt>
                <c:pt idx="1801">
                  <c:v>2007-06-28</c:v>
                </c:pt>
                <c:pt idx="1802">
                  <c:v>2007-06-29</c:v>
                </c:pt>
                <c:pt idx="1803">
                  <c:v>2007-07-02</c:v>
                </c:pt>
                <c:pt idx="1804">
                  <c:v>2007-07-03</c:v>
                </c:pt>
                <c:pt idx="1805">
                  <c:v>2007-07-05</c:v>
                </c:pt>
                <c:pt idx="1806">
                  <c:v>2007-07-06</c:v>
                </c:pt>
                <c:pt idx="1807">
                  <c:v>2007-07-09</c:v>
                </c:pt>
                <c:pt idx="1808">
                  <c:v>2007-07-10</c:v>
                </c:pt>
                <c:pt idx="1809">
                  <c:v>2007-07-11</c:v>
                </c:pt>
                <c:pt idx="1810">
                  <c:v>2007-07-12</c:v>
                </c:pt>
                <c:pt idx="1811">
                  <c:v>2007-07-13</c:v>
                </c:pt>
                <c:pt idx="1812">
                  <c:v>2007-07-16</c:v>
                </c:pt>
                <c:pt idx="1813">
                  <c:v>2007-07-17</c:v>
                </c:pt>
                <c:pt idx="1814">
                  <c:v>2007-07-18</c:v>
                </c:pt>
                <c:pt idx="1815">
                  <c:v>2007-07-19</c:v>
                </c:pt>
                <c:pt idx="1816">
                  <c:v>2007-07-20</c:v>
                </c:pt>
                <c:pt idx="1817">
                  <c:v>2007-07-23</c:v>
                </c:pt>
                <c:pt idx="1818">
                  <c:v>2007-07-24</c:v>
                </c:pt>
                <c:pt idx="1819">
                  <c:v>2007-07-25</c:v>
                </c:pt>
                <c:pt idx="1820">
                  <c:v>2007-07-26</c:v>
                </c:pt>
                <c:pt idx="1821">
                  <c:v>2007-07-27</c:v>
                </c:pt>
                <c:pt idx="1822">
                  <c:v>2007-07-30</c:v>
                </c:pt>
                <c:pt idx="1823">
                  <c:v>2007-07-31</c:v>
                </c:pt>
                <c:pt idx="1824">
                  <c:v>2007-08-01</c:v>
                </c:pt>
                <c:pt idx="1825">
                  <c:v>2007-08-02</c:v>
                </c:pt>
                <c:pt idx="1826">
                  <c:v>2007-08-03</c:v>
                </c:pt>
                <c:pt idx="1827">
                  <c:v>2007-08-06</c:v>
                </c:pt>
                <c:pt idx="1828">
                  <c:v>2007-08-07</c:v>
                </c:pt>
                <c:pt idx="1829">
                  <c:v>2007-08-08</c:v>
                </c:pt>
                <c:pt idx="1830">
                  <c:v>2007-08-09</c:v>
                </c:pt>
                <c:pt idx="1831">
                  <c:v>2007-08-10</c:v>
                </c:pt>
                <c:pt idx="1832">
                  <c:v>2007-08-13</c:v>
                </c:pt>
                <c:pt idx="1833">
                  <c:v>2007-08-14</c:v>
                </c:pt>
                <c:pt idx="1834">
                  <c:v>2007-08-15</c:v>
                </c:pt>
                <c:pt idx="1835">
                  <c:v>2007-08-16</c:v>
                </c:pt>
                <c:pt idx="1836">
                  <c:v>2007-08-17</c:v>
                </c:pt>
                <c:pt idx="1837">
                  <c:v>2007-08-20</c:v>
                </c:pt>
                <c:pt idx="1838">
                  <c:v>2007-08-21</c:v>
                </c:pt>
                <c:pt idx="1839">
                  <c:v>2007-08-22</c:v>
                </c:pt>
                <c:pt idx="1840">
                  <c:v>2007-08-23</c:v>
                </c:pt>
                <c:pt idx="1841">
                  <c:v>2007-08-24</c:v>
                </c:pt>
                <c:pt idx="1842">
                  <c:v>2007-08-27</c:v>
                </c:pt>
                <c:pt idx="1843">
                  <c:v>2007-08-28</c:v>
                </c:pt>
                <c:pt idx="1844">
                  <c:v>2007-08-29</c:v>
                </c:pt>
                <c:pt idx="1845">
                  <c:v>2007-08-30</c:v>
                </c:pt>
                <c:pt idx="1846">
                  <c:v>2007-08-31</c:v>
                </c:pt>
                <c:pt idx="1847">
                  <c:v>2007-09-04</c:v>
                </c:pt>
                <c:pt idx="1848">
                  <c:v>2007-09-05</c:v>
                </c:pt>
                <c:pt idx="1849">
                  <c:v>2007-09-06</c:v>
                </c:pt>
                <c:pt idx="1850">
                  <c:v>2007-09-07</c:v>
                </c:pt>
                <c:pt idx="1851">
                  <c:v>2007-09-10</c:v>
                </c:pt>
                <c:pt idx="1852">
                  <c:v>2007-09-11</c:v>
                </c:pt>
                <c:pt idx="1853">
                  <c:v>2007-09-12</c:v>
                </c:pt>
                <c:pt idx="1854">
                  <c:v>2007-09-13</c:v>
                </c:pt>
                <c:pt idx="1855">
                  <c:v>2007-09-14</c:v>
                </c:pt>
                <c:pt idx="1856">
                  <c:v>2007-09-17</c:v>
                </c:pt>
                <c:pt idx="1857">
                  <c:v>2007-09-18</c:v>
                </c:pt>
                <c:pt idx="1858">
                  <c:v>2007-09-19</c:v>
                </c:pt>
                <c:pt idx="1859">
                  <c:v>2007-09-20</c:v>
                </c:pt>
                <c:pt idx="1860">
                  <c:v>2007-09-21</c:v>
                </c:pt>
                <c:pt idx="1861">
                  <c:v>2007-09-24</c:v>
                </c:pt>
                <c:pt idx="1862">
                  <c:v>2007-09-25</c:v>
                </c:pt>
                <c:pt idx="1863">
                  <c:v>2007-09-26</c:v>
                </c:pt>
                <c:pt idx="1864">
                  <c:v>2007-09-27</c:v>
                </c:pt>
                <c:pt idx="1865">
                  <c:v>2007-09-28</c:v>
                </c:pt>
                <c:pt idx="1866">
                  <c:v>2007-10-01</c:v>
                </c:pt>
                <c:pt idx="1867">
                  <c:v>2007-10-02</c:v>
                </c:pt>
                <c:pt idx="1868">
                  <c:v>2007-10-03</c:v>
                </c:pt>
                <c:pt idx="1869">
                  <c:v>2007-10-04</c:v>
                </c:pt>
                <c:pt idx="1870">
                  <c:v>2007-10-05</c:v>
                </c:pt>
                <c:pt idx="1871">
                  <c:v>2007-10-08</c:v>
                </c:pt>
                <c:pt idx="1872">
                  <c:v>2007-10-09</c:v>
                </c:pt>
                <c:pt idx="1873">
                  <c:v>2007-10-10</c:v>
                </c:pt>
                <c:pt idx="1874">
                  <c:v>2007-10-11</c:v>
                </c:pt>
                <c:pt idx="1875">
                  <c:v>2007-10-12</c:v>
                </c:pt>
                <c:pt idx="1876">
                  <c:v>2007-10-15</c:v>
                </c:pt>
                <c:pt idx="1877">
                  <c:v>2007-10-16</c:v>
                </c:pt>
                <c:pt idx="1878">
                  <c:v>2007-10-17</c:v>
                </c:pt>
                <c:pt idx="1879">
                  <c:v>2007-10-18</c:v>
                </c:pt>
                <c:pt idx="1880">
                  <c:v>2007-10-19</c:v>
                </c:pt>
                <c:pt idx="1881">
                  <c:v>2007-10-22</c:v>
                </c:pt>
                <c:pt idx="1882">
                  <c:v>2007-10-23</c:v>
                </c:pt>
                <c:pt idx="1883">
                  <c:v>2007-10-24</c:v>
                </c:pt>
                <c:pt idx="1884">
                  <c:v>2007-10-25</c:v>
                </c:pt>
                <c:pt idx="1885">
                  <c:v>2007-10-26</c:v>
                </c:pt>
                <c:pt idx="1886">
                  <c:v>2007-10-29</c:v>
                </c:pt>
                <c:pt idx="1887">
                  <c:v>2007-10-30</c:v>
                </c:pt>
                <c:pt idx="1888">
                  <c:v>2007-10-31</c:v>
                </c:pt>
                <c:pt idx="1889">
                  <c:v>2007-11-01</c:v>
                </c:pt>
                <c:pt idx="1890">
                  <c:v>2007-11-02</c:v>
                </c:pt>
                <c:pt idx="1891">
                  <c:v>2007-11-05</c:v>
                </c:pt>
                <c:pt idx="1892">
                  <c:v>2007-11-06</c:v>
                </c:pt>
                <c:pt idx="1893">
                  <c:v>2007-11-07</c:v>
                </c:pt>
                <c:pt idx="1894">
                  <c:v>2007-11-08</c:v>
                </c:pt>
                <c:pt idx="1895">
                  <c:v>2007-11-09</c:v>
                </c:pt>
                <c:pt idx="1896">
                  <c:v>2007-11-12</c:v>
                </c:pt>
                <c:pt idx="1897">
                  <c:v>2007-11-13</c:v>
                </c:pt>
                <c:pt idx="1898">
                  <c:v>2007-11-14</c:v>
                </c:pt>
                <c:pt idx="1899">
                  <c:v>2007-11-15</c:v>
                </c:pt>
                <c:pt idx="1900">
                  <c:v>2007-11-16</c:v>
                </c:pt>
                <c:pt idx="1901">
                  <c:v>2007-11-19</c:v>
                </c:pt>
                <c:pt idx="1902">
                  <c:v>2007-11-20</c:v>
                </c:pt>
                <c:pt idx="1903">
                  <c:v>2007-11-21</c:v>
                </c:pt>
                <c:pt idx="1904">
                  <c:v>2007-11-26</c:v>
                </c:pt>
                <c:pt idx="1905">
                  <c:v>2007-11-27</c:v>
                </c:pt>
                <c:pt idx="1906">
                  <c:v>2007-11-28</c:v>
                </c:pt>
                <c:pt idx="1907">
                  <c:v>2007-11-29</c:v>
                </c:pt>
                <c:pt idx="1908">
                  <c:v>2007-11-30</c:v>
                </c:pt>
                <c:pt idx="1909">
                  <c:v>2007-12-03</c:v>
                </c:pt>
                <c:pt idx="1910">
                  <c:v>2007-12-04</c:v>
                </c:pt>
                <c:pt idx="1911">
                  <c:v>2007-12-05</c:v>
                </c:pt>
                <c:pt idx="1912">
                  <c:v>2007-12-06</c:v>
                </c:pt>
                <c:pt idx="1913">
                  <c:v>2007-12-07</c:v>
                </c:pt>
                <c:pt idx="1914">
                  <c:v>2007-12-10</c:v>
                </c:pt>
                <c:pt idx="1915">
                  <c:v>2007-12-11</c:v>
                </c:pt>
                <c:pt idx="1916">
                  <c:v>2007-12-12</c:v>
                </c:pt>
                <c:pt idx="1917">
                  <c:v>2007-12-13</c:v>
                </c:pt>
                <c:pt idx="1918">
                  <c:v>2007-12-14</c:v>
                </c:pt>
                <c:pt idx="1919">
                  <c:v>2007-12-17</c:v>
                </c:pt>
                <c:pt idx="1920">
                  <c:v>2007-12-18</c:v>
                </c:pt>
                <c:pt idx="1921">
                  <c:v>2007-12-19</c:v>
                </c:pt>
                <c:pt idx="1922">
                  <c:v>2007-12-20</c:v>
                </c:pt>
                <c:pt idx="1923">
                  <c:v>2007-12-21</c:v>
                </c:pt>
                <c:pt idx="1924">
                  <c:v>2007-12-26</c:v>
                </c:pt>
                <c:pt idx="1925">
                  <c:v>2007-12-27</c:v>
                </c:pt>
                <c:pt idx="1926">
                  <c:v>2007-12-28</c:v>
                </c:pt>
                <c:pt idx="1927">
                  <c:v>2007-12-31</c:v>
                </c:pt>
                <c:pt idx="1928">
                  <c:v>2008-01-02</c:v>
                </c:pt>
                <c:pt idx="1929">
                  <c:v>2008-01-03</c:v>
                </c:pt>
                <c:pt idx="1930">
                  <c:v>2008-01-04</c:v>
                </c:pt>
                <c:pt idx="1931">
                  <c:v>2008-01-07</c:v>
                </c:pt>
                <c:pt idx="1932">
                  <c:v>2008-01-08</c:v>
                </c:pt>
                <c:pt idx="1933">
                  <c:v>2008-01-09</c:v>
                </c:pt>
                <c:pt idx="1934">
                  <c:v>2008-01-10</c:v>
                </c:pt>
                <c:pt idx="1935">
                  <c:v>2008-01-11</c:v>
                </c:pt>
                <c:pt idx="1936">
                  <c:v>2008-01-14</c:v>
                </c:pt>
                <c:pt idx="1937">
                  <c:v>2008-01-15</c:v>
                </c:pt>
                <c:pt idx="1938">
                  <c:v>2008-01-16</c:v>
                </c:pt>
                <c:pt idx="1939">
                  <c:v>2008-01-17</c:v>
                </c:pt>
                <c:pt idx="1940">
                  <c:v>2008-01-18</c:v>
                </c:pt>
                <c:pt idx="1941">
                  <c:v>2008-01-22</c:v>
                </c:pt>
                <c:pt idx="1942">
                  <c:v>2008-01-23</c:v>
                </c:pt>
                <c:pt idx="1943">
                  <c:v>2008-01-24</c:v>
                </c:pt>
                <c:pt idx="1944">
                  <c:v>2008-01-25</c:v>
                </c:pt>
                <c:pt idx="1945">
                  <c:v>2008-01-28</c:v>
                </c:pt>
                <c:pt idx="1946">
                  <c:v>2008-01-29</c:v>
                </c:pt>
                <c:pt idx="1947">
                  <c:v>2008-01-30</c:v>
                </c:pt>
                <c:pt idx="1948">
                  <c:v>2008-01-31</c:v>
                </c:pt>
                <c:pt idx="1949">
                  <c:v>2008-02-01</c:v>
                </c:pt>
                <c:pt idx="1950">
                  <c:v>2008-02-04</c:v>
                </c:pt>
                <c:pt idx="1951">
                  <c:v>2008-02-05</c:v>
                </c:pt>
                <c:pt idx="1952">
                  <c:v>2008-02-06</c:v>
                </c:pt>
                <c:pt idx="1953">
                  <c:v>2008-02-07</c:v>
                </c:pt>
                <c:pt idx="1954">
                  <c:v>2008-02-08</c:v>
                </c:pt>
                <c:pt idx="1955">
                  <c:v>2008-02-11</c:v>
                </c:pt>
                <c:pt idx="1956">
                  <c:v>2008-02-12</c:v>
                </c:pt>
                <c:pt idx="1957">
                  <c:v>2008-02-13</c:v>
                </c:pt>
                <c:pt idx="1958">
                  <c:v>2008-02-14</c:v>
                </c:pt>
                <c:pt idx="1959">
                  <c:v>2008-02-15</c:v>
                </c:pt>
                <c:pt idx="1960">
                  <c:v>2008-02-19</c:v>
                </c:pt>
                <c:pt idx="1961">
                  <c:v>2008-02-20</c:v>
                </c:pt>
                <c:pt idx="1962">
                  <c:v>2008-02-21</c:v>
                </c:pt>
                <c:pt idx="1963">
                  <c:v>2008-02-22</c:v>
                </c:pt>
                <c:pt idx="1964">
                  <c:v>2008-02-25</c:v>
                </c:pt>
                <c:pt idx="1965">
                  <c:v>2008-02-26</c:v>
                </c:pt>
                <c:pt idx="1966">
                  <c:v>2008-02-27</c:v>
                </c:pt>
                <c:pt idx="1967">
                  <c:v>2008-02-28</c:v>
                </c:pt>
                <c:pt idx="1968">
                  <c:v>2008-02-29</c:v>
                </c:pt>
                <c:pt idx="1969">
                  <c:v>2008-03-03</c:v>
                </c:pt>
                <c:pt idx="1970">
                  <c:v>2008-03-04</c:v>
                </c:pt>
                <c:pt idx="1971">
                  <c:v>2008-03-05</c:v>
                </c:pt>
                <c:pt idx="1972">
                  <c:v>2008-03-06</c:v>
                </c:pt>
                <c:pt idx="1973">
                  <c:v>2008-03-07</c:v>
                </c:pt>
                <c:pt idx="1974">
                  <c:v>2008-03-10</c:v>
                </c:pt>
                <c:pt idx="1975">
                  <c:v>2008-03-11</c:v>
                </c:pt>
                <c:pt idx="1976">
                  <c:v>2008-03-12</c:v>
                </c:pt>
                <c:pt idx="1977">
                  <c:v>2008-03-13</c:v>
                </c:pt>
                <c:pt idx="1978">
                  <c:v>2008-03-14</c:v>
                </c:pt>
                <c:pt idx="1979">
                  <c:v>2008-03-17</c:v>
                </c:pt>
                <c:pt idx="1980">
                  <c:v>2008-03-18</c:v>
                </c:pt>
                <c:pt idx="1981">
                  <c:v>2008-03-19</c:v>
                </c:pt>
                <c:pt idx="1982">
                  <c:v>2008-03-20</c:v>
                </c:pt>
                <c:pt idx="1983">
                  <c:v>2008-03-24</c:v>
                </c:pt>
                <c:pt idx="1984">
                  <c:v>2008-03-25</c:v>
                </c:pt>
                <c:pt idx="1985">
                  <c:v>2008-03-26</c:v>
                </c:pt>
                <c:pt idx="1986">
                  <c:v>2008-03-27</c:v>
                </c:pt>
                <c:pt idx="1987">
                  <c:v>2008-03-28</c:v>
                </c:pt>
                <c:pt idx="1988">
                  <c:v>2008-03-31</c:v>
                </c:pt>
                <c:pt idx="1989">
                  <c:v>2008-04-01</c:v>
                </c:pt>
                <c:pt idx="1990">
                  <c:v>2008-04-02</c:v>
                </c:pt>
                <c:pt idx="1991">
                  <c:v>2008-04-03</c:v>
                </c:pt>
                <c:pt idx="1992">
                  <c:v>2008-04-04</c:v>
                </c:pt>
                <c:pt idx="1993">
                  <c:v>2008-04-07</c:v>
                </c:pt>
                <c:pt idx="1994">
                  <c:v>2008-04-08</c:v>
                </c:pt>
                <c:pt idx="1995">
                  <c:v>2008-04-09</c:v>
                </c:pt>
                <c:pt idx="1996">
                  <c:v>2008-04-10</c:v>
                </c:pt>
                <c:pt idx="1997">
                  <c:v>2008-04-11</c:v>
                </c:pt>
                <c:pt idx="1998">
                  <c:v>2008-04-14</c:v>
                </c:pt>
                <c:pt idx="1999">
                  <c:v>2008-04-15</c:v>
                </c:pt>
                <c:pt idx="2000">
                  <c:v>2008-04-16</c:v>
                </c:pt>
                <c:pt idx="2001">
                  <c:v>2008-04-17</c:v>
                </c:pt>
                <c:pt idx="2002">
                  <c:v>2008-04-18</c:v>
                </c:pt>
                <c:pt idx="2003">
                  <c:v>2008-04-21</c:v>
                </c:pt>
                <c:pt idx="2004">
                  <c:v>2008-04-22</c:v>
                </c:pt>
                <c:pt idx="2005">
                  <c:v>2008-04-23</c:v>
                </c:pt>
                <c:pt idx="2006">
                  <c:v>2008-04-24</c:v>
                </c:pt>
                <c:pt idx="2007">
                  <c:v>2008-04-25</c:v>
                </c:pt>
                <c:pt idx="2008">
                  <c:v>2008-04-28</c:v>
                </c:pt>
                <c:pt idx="2009">
                  <c:v>2008-04-29</c:v>
                </c:pt>
                <c:pt idx="2010">
                  <c:v>2008-04-30</c:v>
                </c:pt>
                <c:pt idx="2011">
                  <c:v>2008-05-01</c:v>
                </c:pt>
                <c:pt idx="2012">
                  <c:v>2008-05-02</c:v>
                </c:pt>
                <c:pt idx="2013">
                  <c:v>2008-05-05</c:v>
                </c:pt>
                <c:pt idx="2014">
                  <c:v>2008-05-06</c:v>
                </c:pt>
                <c:pt idx="2015">
                  <c:v>2008-05-07</c:v>
                </c:pt>
                <c:pt idx="2016">
                  <c:v>2008-05-08</c:v>
                </c:pt>
                <c:pt idx="2017">
                  <c:v>2008-05-09</c:v>
                </c:pt>
                <c:pt idx="2018">
                  <c:v>2008-05-12</c:v>
                </c:pt>
                <c:pt idx="2019">
                  <c:v>2008-05-13</c:v>
                </c:pt>
                <c:pt idx="2020">
                  <c:v>2008-05-14</c:v>
                </c:pt>
                <c:pt idx="2021">
                  <c:v>2008-05-15</c:v>
                </c:pt>
                <c:pt idx="2022">
                  <c:v>2008-05-16</c:v>
                </c:pt>
                <c:pt idx="2023">
                  <c:v>2008-05-19</c:v>
                </c:pt>
                <c:pt idx="2024">
                  <c:v>2008-05-20</c:v>
                </c:pt>
                <c:pt idx="2025">
                  <c:v>2008-05-21</c:v>
                </c:pt>
                <c:pt idx="2026">
                  <c:v>2008-05-22</c:v>
                </c:pt>
                <c:pt idx="2027">
                  <c:v>2008-05-23</c:v>
                </c:pt>
                <c:pt idx="2028">
                  <c:v>2008-05-27</c:v>
                </c:pt>
                <c:pt idx="2029">
                  <c:v>2008-05-28</c:v>
                </c:pt>
                <c:pt idx="2030">
                  <c:v>2008-05-29</c:v>
                </c:pt>
                <c:pt idx="2031">
                  <c:v>2008-05-30</c:v>
                </c:pt>
                <c:pt idx="2032">
                  <c:v>2008-06-02</c:v>
                </c:pt>
                <c:pt idx="2033">
                  <c:v>2008-06-03</c:v>
                </c:pt>
                <c:pt idx="2034">
                  <c:v>2008-06-04</c:v>
                </c:pt>
                <c:pt idx="2035">
                  <c:v>2008-06-05</c:v>
                </c:pt>
                <c:pt idx="2036">
                  <c:v>2008-06-06</c:v>
                </c:pt>
                <c:pt idx="2037">
                  <c:v>2008-06-09</c:v>
                </c:pt>
                <c:pt idx="2038">
                  <c:v>2008-06-10</c:v>
                </c:pt>
                <c:pt idx="2039">
                  <c:v>2008-06-11</c:v>
                </c:pt>
                <c:pt idx="2040">
                  <c:v>2008-06-12</c:v>
                </c:pt>
                <c:pt idx="2041">
                  <c:v>2008-06-13</c:v>
                </c:pt>
                <c:pt idx="2042">
                  <c:v>2008-06-16</c:v>
                </c:pt>
                <c:pt idx="2043">
                  <c:v>2008-06-17</c:v>
                </c:pt>
                <c:pt idx="2044">
                  <c:v>2008-06-18</c:v>
                </c:pt>
                <c:pt idx="2045">
                  <c:v>2008-06-19</c:v>
                </c:pt>
                <c:pt idx="2046">
                  <c:v>2008-06-20</c:v>
                </c:pt>
                <c:pt idx="2047">
                  <c:v>2008-06-23</c:v>
                </c:pt>
                <c:pt idx="2048">
                  <c:v>2008-06-24</c:v>
                </c:pt>
                <c:pt idx="2049">
                  <c:v>2008-06-25</c:v>
                </c:pt>
                <c:pt idx="2050">
                  <c:v>2008-06-26</c:v>
                </c:pt>
                <c:pt idx="2051">
                  <c:v>2008-06-27</c:v>
                </c:pt>
                <c:pt idx="2052">
                  <c:v>2008-06-30</c:v>
                </c:pt>
                <c:pt idx="2053">
                  <c:v>2008-07-01</c:v>
                </c:pt>
                <c:pt idx="2054">
                  <c:v>2008-07-02</c:v>
                </c:pt>
                <c:pt idx="2055">
                  <c:v>2008-07-03</c:v>
                </c:pt>
                <c:pt idx="2056">
                  <c:v>2008-07-07</c:v>
                </c:pt>
                <c:pt idx="2057">
                  <c:v>2008-07-08</c:v>
                </c:pt>
                <c:pt idx="2058">
                  <c:v>2008-07-09</c:v>
                </c:pt>
                <c:pt idx="2059">
                  <c:v>2008-07-10</c:v>
                </c:pt>
                <c:pt idx="2060">
                  <c:v>2008-07-11</c:v>
                </c:pt>
                <c:pt idx="2061">
                  <c:v>2008-07-14</c:v>
                </c:pt>
                <c:pt idx="2062">
                  <c:v>2008-07-15</c:v>
                </c:pt>
                <c:pt idx="2063">
                  <c:v>2008-07-16</c:v>
                </c:pt>
                <c:pt idx="2064">
                  <c:v>2008-07-17</c:v>
                </c:pt>
                <c:pt idx="2065">
                  <c:v>2008-07-18</c:v>
                </c:pt>
                <c:pt idx="2066">
                  <c:v>2008-07-21</c:v>
                </c:pt>
                <c:pt idx="2067">
                  <c:v>2008-07-22</c:v>
                </c:pt>
                <c:pt idx="2068">
                  <c:v>2008-07-23</c:v>
                </c:pt>
                <c:pt idx="2069">
                  <c:v>2008-07-24</c:v>
                </c:pt>
                <c:pt idx="2070">
                  <c:v>2008-07-25</c:v>
                </c:pt>
                <c:pt idx="2071">
                  <c:v>2008-07-28</c:v>
                </c:pt>
                <c:pt idx="2072">
                  <c:v>2008-07-29</c:v>
                </c:pt>
                <c:pt idx="2073">
                  <c:v>2008-07-30</c:v>
                </c:pt>
                <c:pt idx="2074">
                  <c:v>2008-07-31</c:v>
                </c:pt>
                <c:pt idx="2075">
                  <c:v>2008-08-01</c:v>
                </c:pt>
                <c:pt idx="2076">
                  <c:v>2008-08-04</c:v>
                </c:pt>
                <c:pt idx="2077">
                  <c:v>2008-08-05</c:v>
                </c:pt>
                <c:pt idx="2078">
                  <c:v>2008-08-06</c:v>
                </c:pt>
                <c:pt idx="2079">
                  <c:v>2008-08-07</c:v>
                </c:pt>
                <c:pt idx="2080">
                  <c:v>2008-08-08</c:v>
                </c:pt>
                <c:pt idx="2081">
                  <c:v>2008-08-11</c:v>
                </c:pt>
                <c:pt idx="2082">
                  <c:v>2008-08-12</c:v>
                </c:pt>
                <c:pt idx="2083">
                  <c:v>2008-08-13</c:v>
                </c:pt>
                <c:pt idx="2084">
                  <c:v>2008-08-14</c:v>
                </c:pt>
                <c:pt idx="2085">
                  <c:v>2008-08-15</c:v>
                </c:pt>
                <c:pt idx="2086">
                  <c:v>2008-08-18</c:v>
                </c:pt>
                <c:pt idx="2087">
                  <c:v>2008-08-19</c:v>
                </c:pt>
                <c:pt idx="2088">
                  <c:v>2008-08-20</c:v>
                </c:pt>
                <c:pt idx="2089">
                  <c:v>2008-08-21</c:v>
                </c:pt>
                <c:pt idx="2090">
                  <c:v>2008-08-22</c:v>
                </c:pt>
                <c:pt idx="2091">
                  <c:v>2008-08-25</c:v>
                </c:pt>
                <c:pt idx="2092">
                  <c:v>2008-08-26</c:v>
                </c:pt>
                <c:pt idx="2093">
                  <c:v>2008-08-27</c:v>
                </c:pt>
                <c:pt idx="2094">
                  <c:v>2008-08-28</c:v>
                </c:pt>
                <c:pt idx="2095">
                  <c:v>2008-08-29</c:v>
                </c:pt>
                <c:pt idx="2096">
                  <c:v>2008-09-02</c:v>
                </c:pt>
                <c:pt idx="2097">
                  <c:v>2008-09-03</c:v>
                </c:pt>
                <c:pt idx="2098">
                  <c:v>2008-09-04</c:v>
                </c:pt>
                <c:pt idx="2099">
                  <c:v>2008-09-05</c:v>
                </c:pt>
                <c:pt idx="2100">
                  <c:v>2008-09-08</c:v>
                </c:pt>
                <c:pt idx="2101">
                  <c:v>2008-09-09</c:v>
                </c:pt>
                <c:pt idx="2102">
                  <c:v>2008-09-10</c:v>
                </c:pt>
                <c:pt idx="2103">
                  <c:v>2008-09-11</c:v>
                </c:pt>
                <c:pt idx="2104">
                  <c:v>2008-09-12</c:v>
                </c:pt>
                <c:pt idx="2105">
                  <c:v>2008-09-15</c:v>
                </c:pt>
                <c:pt idx="2106">
                  <c:v>2008-09-16</c:v>
                </c:pt>
                <c:pt idx="2107">
                  <c:v>2008-09-17</c:v>
                </c:pt>
                <c:pt idx="2108">
                  <c:v>2008-09-18</c:v>
                </c:pt>
                <c:pt idx="2109">
                  <c:v>2008-09-19</c:v>
                </c:pt>
                <c:pt idx="2110">
                  <c:v>2008-09-22</c:v>
                </c:pt>
                <c:pt idx="2111">
                  <c:v>2008-09-23</c:v>
                </c:pt>
                <c:pt idx="2112">
                  <c:v>2008-09-24</c:v>
                </c:pt>
                <c:pt idx="2113">
                  <c:v>2008-09-25</c:v>
                </c:pt>
                <c:pt idx="2114">
                  <c:v>2008-09-26</c:v>
                </c:pt>
                <c:pt idx="2115">
                  <c:v>2008-09-29</c:v>
                </c:pt>
                <c:pt idx="2116">
                  <c:v>2008-09-30</c:v>
                </c:pt>
                <c:pt idx="2117">
                  <c:v>2008-10-01</c:v>
                </c:pt>
                <c:pt idx="2118">
                  <c:v>2008-10-02</c:v>
                </c:pt>
                <c:pt idx="2119">
                  <c:v>2008-10-03</c:v>
                </c:pt>
                <c:pt idx="2120">
                  <c:v>2008-10-06</c:v>
                </c:pt>
                <c:pt idx="2121">
                  <c:v>2008-10-07</c:v>
                </c:pt>
                <c:pt idx="2122">
                  <c:v>2008-10-08</c:v>
                </c:pt>
                <c:pt idx="2123">
                  <c:v>2008-10-09</c:v>
                </c:pt>
                <c:pt idx="2124">
                  <c:v>2008-10-10</c:v>
                </c:pt>
                <c:pt idx="2125">
                  <c:v>2008-10-13</c:v>
                </c:pt>
                <c:pt idx="2126">
                  <c:v>2008-10-14</c:v>
                </c:pt>
                <c:pt idx="2127">
                  <c:v>2008-10-15</c:v>
                </c:pt>
                <c:pt idx="2128">
                  <c:v>2008-10-16</c:v>
                </c:pt>
                <c:pt idx="2129">
                  <c:v>2008-10-17</c:v>
                </c:pt>
                <c:pt idx="2130">
                  <c:v>2008-10-20</c:v>
                </c:pt>
                <c:pt idx="2131">
                  <c:v>2008-10-21</c:v>
                </c:pt>
                <c:pt idx="2132">
                  <c:v>2008-10-22</c:v>
                </c:pt>
                <c:pt idx="2133">
                  <c:v>2008-10-23</c:v>
                </c:pt>
                <c:pt idx="2134">
                  <c:v>2008-10-24</c:v>
                </c:pt>
                <c:pt idx="2135">
                  <c:v>2008-10-27</c:v>
                </c:pt>
                <c:pt idx="2136">
                  <c:v>2008-10-28</c:v>
                </c:pt>
                <c:pt idx="2137">
                  <c:v>2008-10-29</c:v>
                </c:pt>
                <c:pt idx="2138">
                  <c:v>2008-10-30</c:v>
                </c:pt>
                <c:pt idx="2139">
                  <c:v>2008-10-31</c:v>
                </c:pt>
                <c:pt idx="2140">
                  <c:v>2008-11-03</c:v>
                </c:pt>
                <c:pt idx="2141">
                  <c:v>2008-11-04</c:v>
                </c:pt>
                <c:pt idx="2142">
                  <c:v>2008-11-05</c:v>
                </c:pt>
                <c:pt idx="2143">
                  <c:v>2008-11-06</c:v>
                </c:pt>
                <c:pt idx="2144">
                  <c:v>2008-11-07</c:v>
                </c:pt>
                <c:pt idx="2145">
                  <c:v>2008-11-10</c:v>
                </c:pt>
                <c:pt idx="2146">
                  <c:v>2008-11-11</c:v>
                </c:pt>
                <c:pt idx="2147">
                  <c:v>2008-11-12</c:v>
                </c:pt>
                <c:pt idx="2148">
                  <c:v>2008-11-13</c:v>
                </c:pt>
                <c:pt idx="2149">
                  <c:v>2008-11-14</c:v>
                </c:pt>
                <c:pt idx="2150">
                  <c:v>2008-11-17</c:v>
                </c:pt>
                <c:pt idx="2151">
                  <c:v>2008-11-18</c:v>
                </c:pt>
                <c:pt idx="2152">
                  <c:v>2008-11-19</c:v>
                </c:pt>
                <c:pt idx="2153">
                  <c:v>2008-11-20</c:v>
                </c:pt>
                <c:pt idx="2154">
                  <c:v>2008-11-21</c:v>
                </c:pt>
                <c:pt idx="2155">
                  <c:v>2008-11-24</c:v>
                </c:pt>
                <c:pt idx="2156">
                  <c:v>2008-11-25</c:v>
                </c:pt>
                <c:pt idx="2157">
                  <c:v>2008-11-26</c:v>
                </c:pt>
                <c:pt idx="2158">
                  <c:v>2008-11-28</c:v>
                </c:pt>
                <c:pt idx="2159">
                  <c:v>2008-12-01</c:v>
                </c:pt>
                <c:pt idx="2160">
                  <c:v>2008-12-02</c:v>
                </c:pt>
                <c:pt idx="2161">
                  <c:v>2008-12-03</c:v>
                </c:pt>
                <c:pt idx="2162">
                  <c:v>2008-12-04</c:v>
                </c:pt>
                <c:pt idx="2163">
                  <c:v>2008-12-05</c:v>
                </c:pt>
                <c:pt idx="2164">
                  <c:v>2008-12-08</c:v>
                </c:pt>
                <c:pt idx="2165">
                  <c:v>2008-12-09</c:v>
                </c:pt>
                <c:pt idx="2166">
                  <c:v>2008-12-10</c:v>
                </c:pt>
                <c:pt idx="2167">
                  <c:v>2008-12-11</c:v>
                </c:pt>
                <c:pt idx="2168">
                  <c:v>2008-12-12</c:v>
                </c:pt>
                <c:pt idx="2169">
                  <c:v>2008-12-15</c:v>
                </c:pt>
                <c:pt idx="2170">
                  <c:v>2008-12-16</c:v>
                </c:pt>
                <c:pt idx="2171">
                  <c:v>2008-12-17</c:v>
                </c:pt>
                <c:pt idx="2172">
                  <c:v>2008-12-18</c:v>
                </c:pt>
                <c:pt idx="2173">
                  <c:v>2008-12-19</c:v>
                </c:pt>
                <c:pt idx="2174">
                  <c:v>2008-12-22</c:v>
                </c:pt>
                <c:pt idx="2175">
                  <c:v>2008-12-23</c:v>
                </c:pt>
                <c:pt idx="2176">
                  <c:v>2008-12-24</c:v>
                </c:pt>
                <c:pt idx="2177">
                  <c:v>2008-12-26</c:v>
                </c:pt>
                <c:pt idx="2178">
                  <c:v>2008-12-29</c:v>
                </c:pt>
                <c:pt idx="2179">
                  <c:v>2008-12-30</c:v>
                </c:pt>
                <c:pt idx="2180">
                  <c:v>2008-12-31</c:v>
                </c:pt>
                <c:pt idx="2181">
                  <c:v>2009-01-02</c:v>
                </c:pt>
                <c:pt idx="2182">
                  <c:v>2009-01-05</c:v>
                </c:pt>
                <c:pt idx="2183">
                  <c:v>2009-01-06</c:v>
                </c:pt>
                <c:pt idx="2184">
                  <c:v>2009-01-07</c:v>
                </c:pt>
                <c:pt idx="2185">
                  <c:v>2009-01-08</c:v>
                </c:pt>
                <c:pt idx="2186">
                  <c:v>2009-01-09</c:v>
                </c:pt>
                <c:pt idx="2187">
                  <c:v>2009-01-12</c:v>
                </c:pt>
                <c:pt idx="2188">
                  <c:v>2009-01-13</c:v>
                </c:pt>
                <c:pt idx="2189">
                  <c:v>2009-01-14</c:v>
                </c:pt>
                <c:pt idx="2190">
                  <c:v>2009-01-15</c:v>
                </c:pt>
                <c:pt idx="2191">
                  <c:v>2009-01-16</c:v>
                </c:pt>
                <c:pt idx="2192">
                  <c:v>2009-01-20</c:v>
                </c:pt>
                <c:pt idx="2193">
                  <c:v>2009-01-21</c:v>
                </c:pt>
                <c:pt idx="2194">
                  <c:v>2009-01-22</c:v>
                </c:pt>
                <c:pt idx="2195">
                  <c:v>2009-01-23</c:v>
                </c:pt>
                <c:pt idx="2196">
                  <c:v>2009-01-26</c:v>
                </c:pt>
                <c:pt idx="2197">
                  <c:v>2009-01-27</c:v>
                </c:pt>
                <c:pt idx="2198">
                  <c:v>2009-01-28</c:v>
                </c:pt>
                <c:pt idx="2199">
                  <c:v>2009-01-29</c:v>
                </c:pt>
                <c:pt idx="2200">
                  <c:v>2009-01-30</c:v>
                </c:pt>
                <c:pt idx="2201">
                  <c:v>2009-02-02</c:v>
                </c:pt>
                <c:pt idx="2202">
                  <c:v>2009-02-03</c:v>
                </c:pt>
                <c:pt idx="2203">
                  <c:v>2009-02-04</c:v>
                </c:pt>
                <c:pt idx="2204">
                  <c:v>2009-02-05</c:v>
                </c:pt>
                <c:pt idx="2205">
                  <c:v>2009-02-06</c:v>
                </c:pt>
                <c:pt idx="2206">
                  <c:v>2009-02-09</c:v>
                </c:pt>
                <c:pt idx="2207">
                  <c:v>2009-02-10</c:v>
                </c:pt>
                <c:pt idx="2208">
                  <c:v>2009-02-11</c:v>
                </c:pt>
                <c:pt idx="2209">
                  <c:v>2009-02-12</c:v>
                </c:pt>
                <c:pt idx="2210">
                  <c:v>2009-02-13</c:v>
                </c:pt>
                <c:pt idx="2211">
                  <c:v>2009-02-17</c:v>
                </c:pt>
                <c:pt idx="2212">
                  <c:v>2009-02-18</c:v>
                </c:pt>
                <c:pt idx="2213">
                  <c:v>2009-02-19</c:v>
                </c:pt>
                <c:pt idx="2214">
                  <c:v>2009-02-20</c:v>
                </c:pt>
                <c:pt idx="2215">
                  <c:v>2009-02-23</c:v>
                </c:pt>
                <c:pt idx="2216">
                  <c:v>2009-02-24</c:v>
                </c:pt>
                <c:pt idx="2217">
                  <c:v>2009-02-25</c:v>
                </c:pt>
                <c:pt idx="2218">
                  <c:v>2009-02-26</c:v>
                </c:pt>
                <c:pt idx="2219">
                  <c:v>2009-02-27</c:v>
                </c:pt>
                <c:pt idx="2220">
                  <c:v>2009-03-02</c:v>
                </c:pt>
                <c:pt idx="2221">
                  <c:v>2009-03-03</c:v>
                </c:pt>
                <c:pt idx="2222">
                  <c:v>2009-03-04</c:v>
                </c:pt>
                <c:pt idx="2223">
                  <c:v>2009-03-05</c:v>
                </c:pt>
                <c:pt idx="2224">
                  <c:v>2009-03-06</c:v>
                </c:pt>
                <c:pt idx="2225">
                  <c:v>2009-03-09</c:v>
                </c:pt>
                <c:pt idx="2226">
                  <c:v>2009-03-10</c:v>
                </c:pt>
                <c:pt idx="2227">
                  <c:v>2009-03-11</c:v>
                </c:pt>
                <c:pt idx="2228">
                  <c:v>2009-03-12</c:v>
                </c:pt>
                <c:pt idx="2229">
                  <c:v>2009-03-13</c:v>
                </c:pt>
                <c:pt idx="2230">
                  <c:v>2009-03-16</c:v>
                </c:pt>
                <c:pt idx="2231">
                  <c:v>2009-03-17</c:v>
                </c:pt>
                <c:pt idx="2232">
                  <c:v>2009-03-18</c:v>
                </c:pt>
                <c:pt idx="2233">
                  <c:v>2009-03-19</c:v>
                </c:pt>
                <c:pt idx="2234">
                  <c:v>2009-03-20</c:v>
                </c:pt>
                <c:pt idx="2235">
                  <c:v>2009-03-23</c:v>
                </c:pt>
                <c:pt idx="2236">
                  <c:v>2009-03-24</c:v>
                </c:pt>
                <c:pt idx="2237">
                  <c:v>2009-03-25</c:v>
                </c:pt>
                <c:pt idx="2238">
                  <c:v>2009-03-26</c:v>
                </c:pt>
                <c:pt idx="2239">
                  <c:v>2009-03-27</c:v>
                </c:pt>
                <c:pt idx="2240">
                  <c:v>2009-03-30</c:v>
                </c:pt>
                <c:pt idx="2241">
                  <c:v>2009-03-31</c:v>
                </c:pt>
                <c:pt idx="2242">
                  <c:v>2009-04-01</c:v>
                </c:pt>
                <c:pt idx="2243">
                  <c:v>2009-04-02</c:v>
                </c:pt>
                <c:pt idx="2244">
                  <c:v>2009-04-03</c:v>
                </c:pt>
                <c:pt idx="2245">
                  <c:v>2009-04-06</c:v>
                </c:pt>
                <c:pt idx="2246">
                  <c:v>2009-04-07</c:v>
                </c:pt>
                <c:pt idx="2247">
                  <c:v>2009-04-08</c:v>
                </c:pt>
                <c:pt idx="2248">
                  <c:v>2009-04-09</c:v>
                </c:pt>
                <c:pt idx="2249">
                  <c:v>2009-04-13</c:v>
                </c:pt>
                <c:pt idx="2250">
                  <c:v>2009-04-14</c:v>
                </c:pt>
                <c:pt idx="2251">
                  <c:v>2009-04-15</c:v>
                </c:pt>
                <c:pt idx="2252">
                  <c:v>2009-04-16</c:v>
                </c:pt>
                <c:pt idx="2253">
                  <c:v>2009-04-17</c:v>
                </c:pt>
                <c:pt idx="2254">
                  <c:v>2009-04-20</c:v>
                </c:pt>
                <c:pt idx="2255">
                  <c:v>2009-04-21</c:v>
                </c:pt>
                <c:pt idx="2256">
                  <c:v>2009-04-22</c:v>
                </c:pt>
                <c:pt idx="2257">
                  <c:v>2009-04-23</c:v>
                </c:pt>
                <c:pt idx="2258">
                  <c:v>2009-04-24</c:v>
                </c:pt>
                <c:pt idx="2259">
                  <c:v>2009-04-27</c:v>
                </c:pt>
                <c:pt idx="2260">
                  <c:v>2009-04-28</c:v>
                </c:pt>
                <c:pt idx="2261">
                  <c:v>2009-04-29</c:v>
                </c:pt>
                <c:pt idx="2262">
                  <c:v>2009-04-30</c:v>
                </c:pt>
                <c:pt idx="2263">
                  <c:v>2009-05-01</c:v>
                </c:pt>
                <c:pt idx="2264">
                  <c:v>2009-05-04</c:v>
                </c:pt>
                <c:pt idx="2265">
                  <c:v>2009-05-05</c:v>
                </c:pt>
                <c:pt idx="2266">
                  <c:v>2009-05-06</c:v>
                </c:pt>
                <c:pt idx="2267">
                  <c:v>2009-05-07</c:v>
                </c:pt>
                <c:pt idx="2268">
                  <c:v>2009-05-08</c:v>
                </c:pt>
                <c:pt idx="2269">
                  <c:v>2009-05-11</c:v>
                </c:pt>
                <c:pt idx="2270">
                  <c:v>2009-05-12</c:v>
                </c:pt>
                <c:pt idx="2271">
                  <c:v>2009-05-13</c:v>
                </c:pt>
                <c:pt idx="2272">
                  <c:v>2009-05-14</c:v>
                </c:pt>
                <c:pt idx="2273">
                  <c:v>2009-05-15</c:v>
                </c:pt>
                <c:pt idx="2274">
                  <c:v>2009-05-18</c:v>
                </c:pt>
                <c:pt idx="2275">
                  <c:v>2009-05-19</c:v>
                </c:pt>
                <c:pt idx="2276">
                  <c:v>2009-05-20</c:v>
                </c:pt>
                <c:pt idx="2277">
                  <c:v>2009-05-21</c:v>
                </c:pt>
                <c:pt idx="2278">
                  <c:v>2009-05-22</c:v>
                </c:pt>
                <c:pt idx="2279">
                  <c:v>2009-05-26</c:v>
                </c:pt>
                <c:pt idx="2280">
                  <c:v>2009-05-27</c:v>
                </c:pt>
                <c:pt idx="2281">
                  <c:v>2009-05-28</c:v>
                </c:pt>
                <c:pt idx="2282">
                  <c:v>2009-05-29</c:v>
                </c:pt>
                <c:pt idx="2283">
                  <c:v>2009-06-01</c:v>
                </c:pt>
                <c:pt idx="2284">
                  <c:v>2009-06-02</c:v>
                </c:pt>
                <c:pt idx="2285">
                  <c:v>2009-06-03</c:v>
                </c:pt>
                <c:pt idx="2286">
                  <c:v>2009-06-04</c:v>
                </c:pt>
                <c:pt idx="2287">
                  <c:v>2009-06-05</c:v>
                </c:pt>
                <c:pt idx="2288">
                  <c:v>2009-06-08</c:v>
                </c:pt>
                <c:pt idx="2289">
                  <c:v>2009-06-09</c:v>
                </c:pt>
                <c:pt idx="2290">
                  <c:v>2009-06-10</c:v>
                </c:pt>
                <c:pt idx="2291">
                  <c:v>2009-06-11</c:v>
                </c:pt>
                <c:pt idx="2292">
                  <c:v>2009-06-12</c:v>
                </c:pt>
                <c:pt idx="2293">
                  <c:v>2009-06-15</c:v>
                </c:pt>
                <c:pt idx="2294">
                  <c:v>2009-06-16</c:v>
                </c:pt>
                <c:pt idx="2295">
                  <c:v>2009-06-17</c:v>
                </c:pt>
                <c:pt idx="2296">
                  <c:v>2009-06-18</c:v>
                </c:pt>
                <c:pt idx="2297">
                  <c:v>2009-06-19</c:v>
                </c:pt>
                <c:pt idx="2298">
                  <c:v>2009-06-22</c:v>
                </c:pt>
                <c:pt idx="2299">
                  <c:v>2009-06-23</c:v>
                </c:pt>
                <c:pt idx="2300">
                  <c:v>2009-06-24</c:v>
                </c:pt>
                <c:pt idx="2301">
                  <c:v>2009-06-25</c:v>
                </c:pt>
                <c:pt idx="2302">
                  <c:v>2009-06-26</c:v>
                </c:pt>
                <c:pt idx="2303">
                  <c:v>2009-06-29</c:v>
                </c:pt>
                <c:pt idx="2304">
                  <c:v>2009-06-30</c:v>
                </c:pt>
                <c:pt idx="2305">
                  <c:v>2009-07-01</c:v>
                </c:pt>
                <c:pt idx="2306">
                  <c:v>2009-07-02</c:v>
                </c:pt>
                <c:pt idx="2307">
                  <c:v>2009-07-06</c:v>
                </c:pt>
                <c:pt idx="2308">
                  <c:v>2009-07-07</c:v>
                </c:pt>
                <c:pt idx="2309">
                  <c:v>2009-07-08</c:v>
                </c:pt>
                <c:pt idx="2310">
                  <c:v>2009-07-09</c:v>
                </c:pt>
                <c:pt idx="2311">
                  <c:v>2009-07-10</c:v>
                </c:pt>
                <c:pt idx="2312">
                  <c:v>2009-07-13</c:v>
                </c:pt>
                <c:pt idx="2313">
                  <c:v>2009-07-14</c:v>
                </c:pt>
                <c:pt idx="2314">
                  <c:v>2009-07-15</c:v>
                </c:pt>
                <c:pt idx="2315">
                  <c:v>2009-07-16</c:v>
                </c:pt>
                <c:pt idx="2316">
                  <c:v>2009-07-17</c:v>
                </c:pt>
                <c:pt idx="2317">
                  <c:v>2009-07-20</c:v>
                </c:pt>
                <c:pt idx="2318">
                  <c:v>2009-07-21</c:v>
                </c:pt>
                <c:pt idx="2319">
                  <c:v>2009-07-22</c:v>
                </c:pt>
                <c:pt idx="2320">
                  <c:v>2009-07-23</c:v>
                </c:pt>
                <c:pt idx="2321">
                  <c:v>2009-07-24</c:v>
                </c:pt>
                <c:pt idx="2322">
                  <c:v>2009-07-27</c:v>
                </c:pt>
                <c:pt idx="2323">
                  <c:v>2009-07-28</c:v>
                </c:pt>
                <c:pt idx="2324">
                  <c:v>2009-07-29</c:v>
                </c:pt>
                <c:pt idx="2325">
                  <c:v>2009-07-30</c:v>
                </c:pt>
                <c:pt idx="2326">
                  <c:v>2009-07-31</c:v>
                </c:pt>
                <c:pt idx="2327">
                  <c:v>2009-08-03</c:v>
                </c:pt>
                <c:pt idx="2328">
                  <c:v>2009-08-04</c:v>
                </c:pt>
                <c:pt idx="2329">
                  <c:v>2009-08-05</c:v>
                </c:pt>
                <c:pt idx="2330">
                  <c:v>2009-08-06</c:v>
                </c:pt>
                <c:pt idx="2331">
                  <c:v>2009-08-07</c:v>
                </c:pt>
                <c:pt idx="2332">
                  <c:v>2009-08-10</c:v>
                </c:pt>
                <c:pt idx="2333">
                  <c:v>2009-08-11</c:v>
                </c:pt>
                <c:pt idx="2334">
                  <c:v>2009-08-12</c:v>
                </c:pt>
                <c:pt idx="2335">
                  <c:v>2009-08-13</c:v>
                </c:pt>
                <c:pt idx="2336">
                  <c:v>2009-08-14</c:v>
                </c:pt>
                <c:pt idx="2337">
                  <c:v>2009-08-17</c:v>
                </c:pt>
                <c:pt idx="2338">
                  <c:v>2009-08-18</c:v>
                </c:pt>
                <c:pt idx="2339">
                  <c:v>2009-08-19</c:v>
                </c:pt>
                <c:pt idx="2340">
                  <c:v>2009-08-20</c:v>
                </c:pt>
                <c:pt idx="2341">
                  <c:v>2009-08-21</c:v>
                </c:pt>
                <c:pt idx="2342">
                  <c:v>2009-08-24</c:v>
                </c:pt>
                <c:pt idx="2343">
                  <c:v>2009-08-25</c:v>
                </c:pt>
                <c:pt idx="2344">
                  <c:v>2009-08-26</c:v>
                </c:pt>
                <c:pt idx="2345">
                  <c:v>2009-08-27</c:v>
                </c:pt>
                <c:pt idx="2346">
                  <c:v>2009-08-28</c:v>
                </c:pt>
                <c:pt idx="2347">
                  <c:v>2009-08-31</c:v>
                </c:pt>
                <c:pt idx="2348">
                  <c:v>2009-09-01</c:v>
                </c:pt>
                <c:pt idx="2349">
                  <c:v>2009-09-02</c:v>
                </c:pt>
                <c:pt idx="2350">
                  <c:v>2009-09-03</c:v>
                </c:pt>
                <c:pt idx="2351">
                  <c:v>2009-09-04</c:v>
                </c:pt>
                <c:pt idx="2352">
                  <c:v>2009-09-08</c:v>
                </c:pt>
                <c:pt idx="2353">
                  <c:v>2009-09-09</c:v>
                </c:pt>
                <c:pt idx="2354">
                  <c:v>2009-09-10</c:v>
                </c:pt>
                <c:pt idx="2355">
                  <c:v>2009-09-11</c:v>
                </c:pt>
                <c:pt idx="2356">
                  <c:v>2009-09-14</c:v>
                </c:pt>
                <c:pt idx="2357">
                  <c:v>2009-09-15</c:v>
                </c:pt>
                <c:pt idx="2358">
                  <c:v>2009-09-16</c:v>
                </c:pt>
                <c:pt idx="2359">
                  <c:v>2009-09-17</c:v>
                </c:pt>
                <c:pt idx="2360">
                  <c:v>2009-09-18</c:v>
                </c:pt>
                <c:pt idx="2361">
                  <c:v>2009-09-21</c:v>
                </c:pt>
                <c:pt idx="2362">
                  <c:v>2009-09-22</c:v>
                </c:pt>
                <c:pt idx="2363">
                  <c:v>2009-09-23</c:v>
                </c:pt>
                <c:pt idx="2364">
                  <c:v>2009-09-24</c:v>
                </c:pt>
                <c:pt idx="2365">
                  <c:v>2009-09-25</c:v>
                </c:pt>
                <c:pt idx="2366">
                  <c:v>2009-09-28</c:v>
                </c:pt>
                <c:pt idx="2367">
                  <c:v>2009-09-29</c:v>
                </c:pt>
                <c:pt idx="2368">
                  <c:v>2009-09-30</c:v>
                </c:pt>
                <c:pt idx="2369">
                  <c:v>2009-10-01</c:v>
                </c:pt>
                <c:pt idx="2370">
                  <c:v>2009-10-02</c:v>
                </c:pt>
                <c:pt idx="2371">
                  <c:v>2009-10-05</c:v>
                </c:pt>
                <c:pt idx="2372">
                  <c:v>2009-10-06</c:v>
                </c:pt>
                <c:pt idx="2373">
                  <c:v>2009-10-08</c:v>
                </c:pt>
                <c:pt idx="2374">
                  <c:v>2009-10-09</c:v>
                </c:pt>
                <c:pt idx="2375">
                  <c:v>2009-10-12</c:v>
                </c:pt>
                <c:pt idx="2376">
                  <c:v>2009-10-13</c:v>
                </c:pt>
                <c:pt idx="2377">
                  <c:v>2009-10-14</c:v>
                </c:pt>
                <c:pt idx="2378">
                  <c:v>2009-10-15</c:v>
                </c:pt>
                <c:pt idx="2379">
                  <c:v>2009-10-16</c:v>
                </c:pt>
                <c:pt idx="2380">
                  <c:v>2009-10-19</c:v>
                </c:pt>
                <c:pt idx="2381">
                  <c:v>2009-10-20</c:v>
                </c:pt>
                <c:pt idx="2382">
                  <c:v>2009-10-21</c:v>
                </c:pt>
                <c:pt idx="2383">
                  <c:v>2009-10-22</c:v>
                </c:pt>
                <c:pt idx="2384">
                  <c:v>2009-10-23</c:v>
                </c:pt>
                <c:pt idx="2385">
                  <c:v>2009-10-26</c:v>
                </c:pt>
                <c:pt idx="2386">
                  <c:v>2009-10-27</c:v>
                </c:pt>
                <c:pt idx="2387">
                  <c:v>2009-10-28</c:v>
                </c:pt>
                <c:pt idx="2388">
                  <c:v>2009-10-29</c:v>
                </c:pt>
                <c:pt idx="2389">
                  <c:v>2009-10-30</c:v>
                </c:pt>
                <c:pt idx="2390">
                  <c:v>2009-11-02</c:v>
                </c:pt>
                <c:pt idx="2391">
                  <c:v>2009-11-03</c:v>
                </c:pt>
                <c:pt idx="2392">
                  <c:v>2009-11-04</c:v>
                </c:pt>
                <c:pt idx="2393">
                  <c:v>2009-11-05</c:v>
                </c:pt>
                <c:pt idx="2394">
                  <c:v>2009-11-06</c:v>
                </c:pt>
                <c:pt idx="2395">
                  <c:v>2009-11-09</c:v>
                </c:pt>
                <c:pt idx="2396">
                  <c:v>2009-11-10</c:v>
                </c:pt>
                <c:pt idx="2397">
                  <c:v>2009-11-11</c:v>
                </c:pt>
                <c:pt idx="2398">
                  <c:v>2009-11-12</c:v>
                </c:pt>
                <c:pt idx="2399">
                  <c:v>2009-11-13</c:v>
                </c:pt>
                <c:pt idx="2400">
                  <c:v>2009-11-16</c:v>
                </c:pt>
                <c:pt idx="2401">
                  <c:v>2009-11-17</c:v>
                </c:pt>
                <c:pt idx="2402">
                  <c:v>2009-11-18</c:v>
                </c:pt>
                <c:pt idx="2403">
                  <c:v>2009-11-19</c:v>
                </c:pt>
                <c:pt idx="2404">
                  <c:v>2009-11-20</c:v>
                </c:pt>
                <c:pt idx="2405">
                  <c:v>2009-11-23</c:v>
                </c:pt>
                <c:pt idx="2406">
                  <c:v>2009-11-24</c:v>
                </c:pt>
                <c:pt idx="2407">
                  <c:v>2009-11-25</c:v>
                </c:pt>
                <c:pt idx="2408">
                  <c:v>2009-11-27</c:v>
                </c:pt>
                <c:pt idx="2409">
                  <c:v>2009-11-30</c:v>
                </c:pt>
                <c:pt idx="2410">
                  <c:v>2009-12-01</c:v>
                </c:pt>
                <c:pt idx="2411">
                  <c:v>2009-12-02</c:v>
                </c:pt>
                <c:pt idx="2412">
                  <c:v>2009-12-03</c:v>
                </c:pt>
                <c:pt idx="2413">
                  <c:v>2009-12-04</c:v>
                </c:pt>
                <c:pt idx="2414">
                  <c:v>2009-12-07</c:v>
                </c:pt>
                <c:pt idx="2415">
                  <c:v>2009-12-08</c:v>
                </c:pt>
                <c:pt idx="2416">
                  <c:v>2009-12-09</c:v>
                </c:pt>
                <c:pt idx="2417">
                  <c:v>2009-12-10</c:v>
                </c:pt>
                <c:pt idx="2418">
                  <c:v>2009-12-11</c:v>
                </c:pt>
                <c:pt idx="2419">
                  <c:v>2009-12-14</c:v>
                </c:pt>
                <c:pt idx="2420">
                  <c:v>2009-12-15</c:v>
                </c:pt>
                <c:pt idx="2421">
                  <c:v>2009-12-16</c:v>
                </c:pt>
                <c:pt idx="2422">
                  <c:v>2009-12-17</c:v>
                </c:pt>
                <c:pt idx="2423">
                  <c:v>2009-12-18</c:v>
                </c:pt>
                <c:pt idx="2424">
                  <c:v>2009-12-21</c:v>
                </c:pt>
                <c:pt idx="2425">
                  <c:v>2009-12-23</c:v>
                </c:pt>
                <c:pt idx="2426">
                  <c:v>2009-12-24</c:v>
                </c:pt>
                <c:pt idx="2427">
                  <c:v>2009-12-28</c:v>
                </c:pt>
                <c:pt idx="2428">
                  <c:v>2009-12-29</c:v>
                </c:pt>
                <c:pt idx="2429">
                  <c:v>2009-12-30</c:v>
                </c:pt>
                <c:pt idx="2430">
                  <c:v>2009-12-31</c:v>
                </c:pt>
                <c:pt idx="2431">
                  <c:v>2010-01-04</c:v>
                </c:pt>
                <c:pt idx="2432">
                  <c:v>2010-01-05</c:v>
                </c:pt>
                <c:pt idx="2433">
                  <c:v>2010-01-06</c:v>
                </c:pt>
                <c:pt idx="2434">
                  <c:v>2010-01-07</c:v>
                </c:pt>
                <c:pt idx="2435">
                  <c:v>2010-01-08</c:v>
                </c:pt>
                <c:pt idx="2436">
                  <c:v>2010-01-11</c:v>
                </c:pt>
                <c:pt idx="2437">
                  <c:v>2010-01-12</c:v>
                </c:pt>
                <c:pt idx="2438">
                  <c:v>2010-01-13</c:v>
                </c:pt>
                <c:pt idx="2439">
                  <c:v>2010-01-14</c:v>
                </c:pt>
                <c:pt idx="2440">
                  <c:v>2010-01-15</c:v>
                </c:pt>
                <c:pt idx="2441">
                  <c:v>2010-01-19</c:v>
                </c:pt>
                <c:pt idx="2442">
                  <c:v>2010-01-20</c:v>
                </c:pt>
                <c:pt idx="2443">
                  <c:v>2010-01-21</c:v>
                </c:pt>
                <c:pt idx="2444">
                  <c:v>2010-01-22</c:v>
                </c:pt>
                <c:pt idx="2445">
                  <c:v>2010-01-25</c:v>
                </c:pt>
                <c:pt idx="2446">
                  <c:v>2010-01-26</c:v>
                </c:pt>
                <c:pt idx="2447">
                  <c:v>2010-01-27</c:v>
                </c:pt>
                <c:pt idx="2448">
                  <c:v>2010-01-28</c:v>
                </c:pt>
                <c:pt idx="2449">
                  <c:v>2010-01-29</c:v>
                </c:pt>
                <c:pt idx="2450">
                  <c:v>2010-02-01</c:v>
                </c:pt>
                <c:pt idx="2451">
                  <c:v>2010-02-02</c:v>
                </c:pt>
                <c:pt idx="2452">
                  <c:v>2010-02-03</c:v>
                </c:pt>
                <c:pt idx="2453">
                  <c:v>2010-02-04</c:v>
                </c:pt>
                <c:pt idx="2454">
                  <c:v>2010-02-05</c:v>
                </c:pt>
                <c:pt idx="2455">
                  <c:v>2010-02-08</c:v>
                </c:pt>
                <c:pt idx="2456">
                  <c:v>2010-02-09</c:v>
                </c:pt>
                <c:pt idx="2457">
                  <c:v>2010-02-10</c:v>
                </c:pt>
                <c:pt idx="2458">
                  <c:v>2010-02-11</c:v>
                </c:pt>
                <c:pt idx="2459">
                  <c:v>2010-02-12</c:v>
                </c:pt>
                <c:pt idx="2460">
                  <c:v>2010-02-16</c:v>
                </c:pt>
                <c:pt idx="2461">
                  <c:v>2010-02-17</c:v>
                </c:pt>
                <c:pt idx="2462">
                  <c:v>2010-02-18</c:v>
                </c:pt>
                <c:pt idx="2463">
                  <c:v>2010-02-19</c:v>
                </c:pt>
                <c:pt idx="2464">
                  <c:v>2010-02-22</c:v>
                </c:pt>
                <c:pt idx="2465">
                  <c:v>2010-02-23</c:v>
                </c:pt>
                <c:pt idx="2466">
                  <c:v>2010-02-24</c:v>
                </c:pt>
                <c:pt idx="2467">
                  <c:v>2010-02-25</c:v>
                </c:pt>
                <c:pt idx="2468">
                  <c:v>2010-02-26</c:v>
                </c:pt>
                <c:pt idx="2469">
                  <c:v>2010-03-01</c:v>
                </c:pt>
                <c:pt idx="2470">
                  <c:v>2010-03-02</c:v>
                </c:pt>
                <c:pt idx="2471">
                  <c:v>2010-03-03</c:v>
                </c:pt>
                <c:pt idx="2472">
                  <c:v>2010-03-04</c:v>
                </c:pt>
                <c:pt idx="2473">
                  <c:v>2010-03-05</c:v>
                </c:pt>
                <c:pt idx="2474">
                  <c:v>2010-03-08</c:v>
                </c:pt>
                <c:pt idx="2475">
                  <c:v>2010-03-09</c:v>
                </c:pt>
                <c:pt idx="2476">
                  <c:v>2010-03-10</c:v>
                </c:pt>
                <c:pt idx="2477">
                  <c:v>2010-03-11</c:v>
                </c:pt>
                <c:pt idx="2478">
                  <c:v>2010-03-12</c:v>
                </c:pt>
                <c:pt idx="2479">
                  <c:v>2010-03-16</c:v>
                </c:pt>
                <c:pt idx="2480">
                  <c:v>2010-03-17</c:v>
                </c:pt>
                <c:pt idx="2481">
                  <c:v>2010-03-18</c:v>
                </c:pt>
                <c:pt idx="2482">
                  <c:v>2010-03-19</c:v>
                </c:pt>
                <c:pt idx="2483">
                  <c:v>2010-03-22</c:v>
                </c:pt>
                <c:pt idx="2484">
                  <c:v>2010-03-23</c:v>
                </c:pt>
                <c:pt idx="2485">
                  <c:v>2010-03-24</c:v>
                </c:pt>
                <c:pt idx="2486">
                  <c:v>2010-03-25</c:v>
                </c:pt>
                <c:pt idx="2487">
                  <c:v>2010-03-26</c:v>
                </c:pt>
                <c:pt idx="2488">
                  <c:v>2010-03-29</c:v>
                </c:pt>
                <c:pt idx="2489">
                  <c:v>2010-03-30</c:v>
                </c:pt>
                <c:pt idx="2490">
                  <c:v>2010-03-31</c:v>
                </c:pt>
                <c:pt idx="2491">
                  <c:v>2010-04-01</c:v>
                </c:pt>
                <c:pt idx="2492">
                  <c:v>2010-04-05</c:v>
                </c:pt>
                <c:pt idx="2493">
                  <c:v>2010-04-06</c:v>
                </c:pt>
                <c:pt idx="2494">
                  <c:v>2010-04-07</c:v>
                </c:pt>
                <c:pt idx="2495">
                  <c:v>2010-04-08</c:v>
                </c:pt>
                <c:pt idx="2496">
                  <c:v>2010-04-09</c:v>
                </c:pt>
                <c:pt idx="2497">
                  <c:v>2010-04-12</c:v>
                </c:pt>
                <c:pt idx="2498">
                  <c:v>2010-04-13</c:v>
                </c:pt>
                <c:pt idx="2499">
                  <c:v>2010-04-14</c:v>
                </c:pt>
                <c:pt idx="2500">
                  <c:v>2010-04-15</c:v>
                </c:pt>
                <c:pt idx="2501">
                  <c:v>2010-04-16</c:v>
                </c:pt>
                <c:pt idx="2502">
                  <c:v>2010-04-19</c:v>
                </c:pt>
                <c:pt idx="2503">
                  <c:v>2010-04-20</c:v>
                </c:pt>
                <c:pt idx="2504">
                  <c:v>2010-04-21</c:v>
                </c:pt>
                <c:pt idx="2505">
                  <c:v>2010-04-22</c:v>
                </c:pt>
                <c:pt idx="2506">
                  <c:v>2010-04-23</c:v>
                </c:pt>
                <c:pt idx="2507">
                  <c:v>2010-04-26</c:v>
                </c:pt>
                <c:pt idx="2508">
                  <c:v>2010-04-27</c:v>
                </c:pt>
                <c:pt idx="2509">
                  <c:v>2010-04-28</c:v>
                </c:pt>
                <c:pt idx="2510">
                  <c:v>2010-04-29</c:v>
                </c:pt>
                <c:pt idx="2511">
                  <c:v>2010-04-30</c:v>
                </c:pt>
                <c:pt idx="2512">
                  <c:v>2010-05-03</c:v>
                </c:pt>
                <c:pt idx="2513">
                  <c:v>2010-05-04</c:v>
                </c:pt>
                <c:pt idx="2514">
                  <c:v>2010-05-05</c:v>
                </c:pt>
                <c:pt idx="2515">
                  <c:v>2010-05-06</c:v>
                </c:pt>
                <c:pt idx="2516">
                  <c:v>2010-05-07</c:v>
                </c:pt>
                <c:pt idx="2517">
                  <c:v>2010-05-10</c:v>
                </c:pt>
                <c:pt idx="2518">
                  <c:v>2010-05-11</c:v>
                </c:pt>
                <c:pt idx="2519">
                  <c:v>2010-05-12</c:v>
                </c:pt>
                <c:pt idx="2520">
                  <c:v>2010-05-13</c:v>
                </c:pt>
                <c:pt idx="2521">
                  <c:v>2010-05-14</c:v>
                </c:pt>
                <c:pt idx="2522">
                  <c:v>2010-05-17</c:v>
                </c:pt>
                <c:pt idx="2523">
                  <c:v>2010-05-18</c:v>
                </c:pt>
                <c:pt idx="2524">
                  <c:v>2010-05-19</c:v>
                </c:pt>
                <c:pt idx="2525">
                  <c:v>2010-05-20</c:v>
                </c:pt>
                <c:pt idx="2526">
                  <c:v>2010-05-21</c:v>
                </c:pt>
                <c:pt idx="2527">
                  <c:v>2010-05-24</c:v>
                </c:pt>
                <c:pt idx="2528">
                  <c:v>2010-05-25</c:v>
                </c:pt>
                <c:pt idx="2529">
                  <c:v>2010-05-26</c:v>
                </c:pt>
                <c:pt idx="2530">
                  <c:v>2010-05-27</c:v>
                </c:pt>
                <c:pt idx="2531">
                  <c:v>2010-05-28</c:v>
                </c:pt>
                <c:pt idx="2532">
                  <c:v>2010-06-01</c:v>
                </c:pt>
                <c:pt idx="2533">
                  <c:v>2010-06-02</c:v>
                </c:pt>
                <c:pt idx="2534">
                  <c:v>2010-06-03</c:v>
                </c:pt>
                <c:pt idx="2535">
                  <c:v>2010-06-04</c:v>
                </c:pt>
                <c:pt idx="2536">
                  <c:v>2010-06-07</c:v>
                </c:pt>
                <c:pt idx="2537">
                  <c:v>2010-06-08</c:v>
                </c:pt>
                <c:pt idx="2538">
                  <c:v>2010-06-09</c:v>
                </c:pt>
                <c:pt idx="2539">
                  <c:v>2010-06-10</c:v>
                </c:pt>
                <c:pt idx="2540">
                  <c:v>2010-06-11</c:v>
                </c:pt>
                <c:pt idx="2541">
                  <c:v>2010-06-14</c:v>
                </c:pt>
                <c:pt idx="2542">
                  <c:v>2010-06-15</c:v>
                </c:pt>
                <c:pt idx="2543">
                  <c:v>2010-06-16</c:v>
                </c:pt>
                <c:pt idx="2544">
                  <c:v>2010-06-17</c:v>
                </c:pt>
                <c:pt idx="2545">
                  <c:v>2010-06-18</c:v>
                </c:pt>
                <c:pt idx="2546">
                  <c:v>2010-06-21</c:v>
                </c:pt>
                <c:pt idx="2547">
                  <c:v>2010-06-22</c:v>
                </c:pt>
                <c:pt idx="2548">
                  <c:v>2010-06-23</c:v>
                </c:pt>
                <c:pt idx="2549">
                  <c:v>2010-06-24</c:v>
                </c:pt>
                <c:pt idx="2550">
                  <c:v>2010-06-25</c:v>
                </c:pt>
                <c:pt idx="2551">
                  <c:v>2010-06-28</c:v>
                </c:pt>
                <c:pt idx="2552">
                  <c:v>2010-06-29</c:v>
                </c:pt>
                <c:pt idx="2553">
                  <c:v>2010-06-30</c:v>
                </c:pt>
                <c:pt idx="2554">
                  <c:v>2010-07-01</c:v>
                </c:pt>
                <c:pt idx="2555">
                  <c:v>2010-07-02</c:v>
                </c:pt>
                <c:pt idx="2556">
                  <c:v>2010-07-06</c:v>
                </c:pt>
                <c:pt idx="2557">
                  <c:v>2010-07-07</c:v>
                </c:pt>
                <c:pt idx="2558">
                  <c:v>2010-07-08</c:v>
                </c:pt>
                <c:pt idx="2559">
                  <c:v>2010-07-09</c:v>
                </c:pt>
                <c:pt idx="2560">
                  <c:v>2010-07-12</c:v>
                </c:pt>
                <c:pt idx="2561">
                  <c:v>2010-07-13</c:v>
                </c:pt>
                <c:pt idx="2562">
                  <c:v>2010-07-14</c:v>
                </c:pt>
                <c:pt idx="2563">
                  <c:v>2010-07-15</c:v>
                </c:pt>
                <c:pt idx="2564">
                  <c:v>2010-07-16</c:v>
                </c:pt>
                <c:pt idx="2565">
                  <c:v>2010-07-19</c:v>
                </c:pt>
                <c:pt idx="2566">
                  <c:v>2010-07-20</c:v>
                </c:pt>
                <c:pt idx="2567">
                  <c:v>2010-07-21</c:v>
                </c:pt>
                <c:pt idx="2568">
                  <c:v>2010-07-22</c:v>
                </c:pt>
                <c:pt idx="2569">
                  <c:v>2010-07-23</c:v>
                </c:pt>
                <c:pt idx="2570">
                  <c:v>2010-07-26</c:v>
                </c:pt>
                <c:pt idx="2571">
                  <c:v>2010-07-27</c:v>
                </c:pt>
                <c:pt idx="2572">
                  <c:v>2010-07-28</c:v>
                </c:pt>
                <c:pt idx="2573">
                  <c:v>2010-07-29</c:v>
                </c:pt>
                <c:pt idx="2574">
                  <c:v>2010-07-30</c:v>
                </c:pt>
                <c:pt idx="2575">
                  <c:v>2010-08-02</c:v>
                </c:pt>
                <c:pt idx="2576">
                  <c:v>2010-08-03</c:v>
                </c:pt>
                <c:pt idx="2577">
                  <c:v>2010-08-04</c:v>
                </c:pt>
                <c:pt idx="2578">
                  <c:v>2010-08-05</c:v>
                </c:pt>
                <c:pt idx="2579">
                  <c:v>2010-08-06</c:v>
                </c:pt>
                <c:pt idx="2580">
                  <c:v>2010-08-09</c:v>
                </c:pt>
                <c:pt idx="2581">
                  <c:v>2010-08-10</c:v>
                </c:pt>
                <c:pt idx="2582">
                  <c:v>2010-08-11</c:v>
                </c:pt>
                <c:pt idx="2583">
                  <c:v>2010-08-12</c:v>
                </c:pt>
                <c:pt idx="2584">
                  <c:v>2010-08-13</c:v>
                </c:pt>
                <c:pt idx="2585">
                  <c:v>2010-08-16</c:v>
                </c:pt>
                <c:pt idx="2586">
                  <c:v>2010-08-17</c:v>
                </c:pt>
                <c:pt idx="2587">
                  <c:v>2010-08-18</c:v>
                </c:pt>
                <c:pt idx="2588">
                  <c:v>2010-08-19</c:v>
                </c:pt>
                <c:pt idx="2589">
                  <c:v>2010-08-20</c:v>
                </c:pt>
                <c:pt idx="2590">
                  <c:v>2010-08-23</c:v>
                </c:pt>
                <c:pt idx="2591">
                  <c:v>2010-08-24</c:v>
                </c:pt>
                <c:pt idx="2592">
                  <c:v>2010-08-25</c:v>
                </c:pt>
                <c:pt idx="2593">
                  <c:v>2010-08-26</c:v>
                </c:pt>
                <c:pt idx="2594">
                  <c:v>2010-08-27</c:v>
                </c:pt>
                <c:pt idx="2595">
                  <c:v>2010-08-30</c:v>
                </c:pt>
                <c:pt idx="2596">
                  <c:v>2010-08-31</c:v>
                </c:pt>
                <c:pt idx="2597">
                  <c:v>2010-09-01</c:v>
                </c:pt>
                <c:pt idx="2598">
                  <c:v>2010-09-02</c:v>
                </c:pt>
                <c:pt idx="2599">
                  <c:v>2010-09-03</c:v>
                </c:pt>
                <c:pt idx="2600">
                  <c:v>2010-09-07</c:v>
                </c:pt>
                <c:pt idx="2601">
                  <c:v>2010-09-08</c:v>
                </c:pt>
                <c:pt idx="2602">
                  <c:v>2010-09-09</c:v>
                </c:pt>
                <c:pt idx="2603">
                  <c:v>2010-09-10</c:v>
                </c:pt>
                <c:pt idx="2604">
                  <c:v>2010-09-13</c:v>
                </c:pt>
                <c:pt idx="2605">
                  <c:v>2010-09-14</c:v>
                </c:pt>
                <c:pt idx="2606">
                  <c:v>2010-09-15</c:v>
                </c:pt>
                <c:pt idx="2607">
                  <c:v>2010-09-16</c:v>
                </c:pt>
                <c:pt idx="2608">
                  <c:v>2010-09-17</c:v>
                </c:pt>
                <c:pt idx="2609">
                  <c:v>2010-09-20</c:v>
                </c:pt>
                <c:pt idx="2610">
                  <c:v>2010-09-21</c:v>
                </c:pt>
                <c:pt idx="2611">
                  <c:v>2010-09-22</c:v>
                </c:pt>
                <c:pt idx="2612">
                  <c:v>2010-09-23</c:v>
                </c:pt>
                <c:pt idx="2613">
                  <c:v>2010-09-24</c:v>
                </c:pt>
                <c:pt idx="2614">
                  <c:v>2010-09-27</c:v>
                </c:pt>
                <c:pt idx="2615">
                  <c:v>2010-09-28</c:v>
                </c:pt>
                <c:pt idx="2616">
                  <c:v>2010-09-29</c:v>
                </c:pt>
                <c:pt idx="2617">
                  <c:v>2010-09-30</c:v>
                </c:pt>
                <c:pt idx="2618">
                  <c:v>2010-10-01</c:v>
                </c:pt>
                <c:pt idx="2619">
                  <c:v>2010-10-04</c:v>
                </c:pt>
                <c:pt idx="2620">
                  <c:v>2010-10-05</c:v>
                </c:pt>
                <c:pt idx="2621">
                  <c:v>2010-10-06</c:v>
                </c:pt>
                <c:pt idx="2622">
                  <c:v>2010-10-07</c:v>
                </c:pt>
                <c:pt idx="2623">
                  <c:v>2010-10-08</c:v>
                </c:pt>
                <c:pt idx="2624">
                  <c:v>2010-10-11</c:v>
                </c:pt>
                <c:pt idx="2625">
                  <c:v>2010-10-12</c:v>
                </c:pt>
                <c:pt idx="2626">
                  <c:v>2010-10-13</c:v>
                </c:pt>
                <c:pt idx="2627">
                  <c:v>2010-10-14</c:v>
                </c:pt>
                <c:pt idx="2628">
                  <c:v>2010-10-15</c:v>
                </c:pt>
                <c:pt idx="2629">
                  <c:v>2010-10-18</c:v>
                </c:pt>
                <c:pt idx="2630">
                  <c:v>2010-10-19</c:v>
                </c:pt>
                <c:pt idx="2631">
                  <c:v>2010-10-20</c:v>
                </c:pt>
                <c:pt idx="2632">
                  <c:v>2010-10-21</c:v>
                </c:pt>
                <c:pt idx="2633">
                  <c:v>2010-10-22</c:v>
                </c:pt>
                <c:pt idx="2634">
                  <c:v>2010-10-25</c:v>
                </c:pt>
                <c:pt idx="2635">
                  <c:v>2010-10-26</c:v>
                </c:pt>
                <c:pt idx="2636">
                  <c:v>2010-10-27</c:v>
                </c:pt>
                <c:pt idx="2637">
                  <c:v>2010-10-28</c:v>
                </c:pt>
                <c:pt idx="2638">
                  <c:v>2010-10-29</c:v>
                </c:pt>
                <c:pt idx="2639">
                  <c:v>2010-11-01</c:v>
                </c:pt>
                <c:pt idx="2640">
                  <c:v>2010-11-02</c:v>
                </c:pt>
                <c:pt idx="2641">
                  <c:v>2010-11-03</c:v>
                </c:pt>
                <c:pt idx="2642">
                  <c:v>2010-11-04</c:v>
                </c:pt>
                <c:pt idx="2643">
                  <c:v>2010-11-05</c:v>
                </c:pt>
                <c:pt idx="2644">
                  <c:v>2010-11-08</c:v>
                </c:pt>
                <c:pt idx="2645">
                  <c:v>2010-11-09</c:v>
                </c:pt>
                <c:pt idx="2646">
                  <c:v>2010-11-10</c:v>
                </c:pt>
                <c:pt idx="2647">
                  <c:v>2010-11-11</c:v>
                </c:pt>
                <c:pt idx="2648">
                  <c:v>2010-11-12</c:v>
                </c:pt>
                <c:pt idx="2649">
                  <c:v>2010-11-15</c:v>
                </c:pt>
                <c:pt idx="2650">
                  <c:v>2010-11-16</c:v>
                </c:pt>
                <c:pt idx="2651">
                  <c:v>2010-11-17</c:v>
                </c:pt>
                <c:pt idx="2652">
                  <c:v>2010-11-18</c:v>
                </c:pt>
                <c:pt idx="2653">
                  <c:v>2010-11-19</c:v>
                </c:pt>
                <c:pt idx="2654">
                  <c:v>2010-11-22</c:v>
                </c:pt>
                <c:pt idx="2655">
                  <c:v>2010-11-23</c:v>
                </c:pt>
                <c:pt idx="2656">
                  <c:v>2010-11-24</c:v>
                </c:pt>
                <c:pt idx="2657">
                  <c:v>2010-11-26</c:v>
                </c:pt>
                <c:pt idx="2658">
                  <c:v>2010-11-29</c:v>
                </c:pt>
                <c:pt idx="2659">
                  <c:v>2010-11-30</c:v>
                </c:pt>
                <c:pt idx="2660">
                  <c:v>2010-12-01</c:v>
                </c:pt>
                <c:pt idx="2661">
                  <c:v>2010-12-02</c:v>
                </c:pt>
                <c:pt idx="2662">
                  <c:v>2010-12-03</c:v>
                </c:pt>
                <c:pt idx="2663">
                  <c:v>2010-12-06</c:v>
                </c:pt>
                <c:pt idx="2664">
                  <c:v>2010-12-07</c:v>
                </c:pt>
                <c:pt idx="2665">
                  <c:v>2010-12-08</c:v>
                </c:pt>
                <c:pt idx="2666">
                  <c:v>2010-12-09</c:v>
                </c:pt>
                <c:pt idx="2667">
                  <c:v>2010-12-10</c:v>
                </c:pt>
                <c:pt idx="2668">
                  <c:v>2010-12-13</c:v>
                </c:pt>
                <c:pt idx="2669">
                  <c:v>2010-12-14</c:v>
                </c:pt>
                <c:pt idx="2670">
                  <c:v>2010-12-15</c:v>
                </c:pt>
                <c:pt idx="2671">
                  <c:v>2010-12-16</c:v>
                </c:pt>
                <c:pt idx="2672">
                  <c:v>2010-12-17</c:v>
                </c:pt>
                <c:pt idx="2673">
                  <c:v>2010-12-20</c:v>
                </c:pt>
                <c:pt idx="2674">
                  <c:v>2010-12-21</c:v>
                </c:pt>
                <c:pt idx="2675">
                  <c:v>2010-12-22</c:v>
                </c:pt>
                <c:pt idx="2676">
                  <c:v>2010-12-23</c:v>
                </c:pt>
                <c:pt idx="2677">
                  <c:v>2010-12-27</c:v>
                </c:pt>
                <c:pt idx="2678">
                  <c:v>2010-12-28</c:v>
                </c:pt>
                <c:pt idx="2679">
                  <c:v>2010-12-29</c:v>
                </c:pt>
                <c:pt idx="2680">
                  <c:v>2010-12-30</c:v>
                </c:pt>
                <c:pt idx="2681">
                  <c:v>2010-12-31</c:v>
                </c:pt>
                <c:pt idx="2682">
                  <c:v>2011-01-04</c:v>
                </c:pt>
                <c:pt idx="2683">
                  <c:v>2011-01-05</c:v>
                </c:pt>
                <c:pt idx="2684">
                  <c:v>2011-01-06</c:v>
                </c:pt>
                <c:pt idx="2685">
                  <c:v>2011-01-07</c:v>
                </c:pt>
                <c:pt idx="2686">
                  <c:v>2011-01-10</c:v>
                </c:pt>
                <c:pt idx="2687">
                  <c:v>2011-01-11</c:v>
                </c:pt>
                <c:pt idx="2688">
                  <c:v>2011-01-12</c:v>
                </c:pt>
                <c:pt idx="2689">
                  <c:v>2011-01-13</c:v>
                </c:pt>
                <c:pt idx="2690">
                  <c:v>2011-01-14</c:v>
                </c:pt>
                <c:pt idx="2691">
                  <c:v>2011-01-18</c:v>
                </c:pt>
                <c:pt idx="2692">
                  <c:v>2011-01-19</c:v>
                </c:pt>
                <c:pt idx="2693">
                  <c:v>2011-01-20</c:v>
                </c:pt>
                <c:pt idx="2694">
                  <c:v>2011-01-21</c:v>
                </c:pt>
                <c:pt idx="2695">
                  <c:v>2011-01-24</c:v>
                </c:pt>
                <c:pt idx="2696">
                  <c:v>2011-01-25</c:v>
                </c:pt>
                <c:pt idx="2697">
                  <c:v>2011-01-26</c:v>
                </c:pt>
                <c:pt idx="2698">
                  <c:v>2011-01-27</c:v>
                </c:pt>
                <c:pt idx="2699">
                  <c:v>2011-01-28</c:v>
                </c:pt>
                <c:pt idx="2700">
                  <c:v>2011-01-31</c:v>
                </c:pt>
                <c:pt idx="2701">
                  <c:v>2011-02-01</c:v>
                </c:pt>
                <c:pt idx="2702">
                  <c:v>2011-02-02</c:v>
                </c:pt>
                <c:pt idx="2703">
                  <c:v>2011-02-03</c:v>
                </c:pt>
                <c:pt idx="2704">
                  <c:v>2011-02-04</c:v>
                </c:pt>
                <c:pt idx="2705">
                  <c:v>2011-02-07</c:v>
                </c:pt>
                <c:pt idx="2706">
                  <c:v>2011-02-08</c:v>
                </c:pt>
                <c:pt idx="2707">
                  <c:v>2011-02-09</c:v>
                </c:pt>
                <c:pt idx="2708">
                  <c:v>2011-02-10</c:v>
                </c:pt>
                <c:pt idx="2709">
                  <c:v>2011-02-11</c:v>
                </c:pt>
                <c:pt idx="2710">
                  <c:v>2011-02-14</c:v>
                </c:pt>
                <c:pt idx="2711">
                  <c:v>2011-02-15</c:v>
                </c:pt>
                <c:pt idx="2712">
                  <c:v>2011-02-16</c:v>
                </c:pt>
                <c:pt idx="2713">
                  <c:v>2011-02-17</c:v>
                </c:pt>
                <c:pt idx="2714">
                  <c:v>2011-02-18</c:v>
                </c:pt>
                <c:pt idx="2715">
                  <c:v>2011-02-22</c:v>
                </c:pt>
                <c:pt idx="2716">
                  <c:v>2011-02-23</c:v>
                </c:pt>
                <c:pt idx="2717">
                  <c:v>2011-02-24</c:v>
                </c:pt>
                <c:pt idx="2718">
                  <c:v>2011-02-25</c:v>
                </c:pt>
                <c:pt idx="2719">
                  <c:v>2011-02-28</c:v>
                </c:pt>
                <c:pt idx="2720">
                  <c:v>2011-03-01</c:v>
                </c:pt>
                <c:pt idx="2721">
                  <c:v>2011-03-02</c:v>
                </c:pt>
                <c:pt idx="2722">
                  <c:v>2011-03-03</c:v>
                </c:pt>
                <c:pt idx="2723">
                  <c:v>2011-03-04</c:v>
                </c:pt>
                <c:pt idx="2724">
                  <c:v>2011-03-07</c:v>
                </c:pt>
                <c:pt idx="2725">
                  <c:v>2011-03-08</c:v>
                </c:pt>
                <c:pt idx="2726">
                  <c:v>2011-03-09</c:v>
                </c:pt>
                <c:pt idx="2727">
                  <c:v>2011-03-10</c:v>
                </c:pt>
                <c:pt idx="2728">
                  <c:v>2011-03-11</c:v>
                </c:pt>
                <c:pt idx="2729">
                  <c:v>2011-03-14</c:v>
                </c:pt>
                <c:pt idx="2730">
                  <c:v>2011-03-15</c:v>
                </c:pt>
                <c:pt idx="2731">
                  <c:v>2011-03-16</c:v>
                </c:pt>
                <c:pt idx="2732">
                  <c:v>2011-03-17</c:v>
                </c:pt>
                <c:pt idx="2733">
                  <c:v>2011-03-18</c:v>
                </c:pt>
                <c:pt idx="2734">
                  <c:v>2011-03-21</c:v>
                </c:pt>
                <c:pt idx="2735">
                  <c:v>2011-03-22</c:v>
                </c:pt>
                <c:pt idx="2736">
                  <c:v>2011-03-23</c:v>
                </c:pt>
                <c:pt idx="2737">
                  <c:v>2011-03-24</c:v>
                </c:pt>
                <c:pt idx="2738">
                  <c:v>2011-03-25</c:v>
                </c:pt>
                <c:pt idx="2739">
                  <c:v>2011-03-28</c:v>
                </c:pt>
                <c:pt idx="2740">
                  <c:v>2011-03-29</c:v>
                </c:pt>
                <c:pt idx="2741">
                  <c:v>2011-03-30</c:v>
                </c:pt>
                <c:pt idx="2742">
                  <c:v>2011-03-31</c:v>
                </c:pt>
                <c:pt idx="2743">
                  <c:v>2011-04-01</c:v>
                </c:pt>
                <c:pt idx="2744">
                  <c:v>2011-04-04</c:v>
                </c:pt>
                <c:pt idx="2745">
                  <c:v>2011-04-05</c:v>
                </c:pt>
                <c:pt idx="2746">
                  <c:v>2011-04-06</c:v>
                </c:pt>
                <c:pt idx="2747">
                  <c:v>2011-04-07</c:v>
                </c:pt>
                <c:pt idx="2748">
                  <c:v>2011-04-08</c:v>
                </c:pt>
                <c:pt idx="2749">
                  <c:v>2011-04-11</c:v>
                </c:pt>
                <c:pt idx="2750">
                  <c:v>2011-04-12</c:v>
                </c:pt>
                <c:pt idx="2751">
                  <c:v>2011-04-13</c:v>
                </c:pt>
                <c:pt idx="2752">
                  <c:v>2011-04-14</c:v>
                </c:pt>
                <c:pt idx="2753">
                  <c:v>2011-04-15</c:v>
                </c:pt>
                <c:pt idx="2754">
                  <c:v>2011-04-18</c:v>
                </c:pt>
                <c:pt idx="2755">
                  <c:v>2011-04-19</c:v>
                </c:pt>
                <c:pt idx="2756">
                  <c:v>2011-04-20</c:v>
                </c:pt>
                <c:pt idx="2757">
                  <c:v>2011-04-21</c:v>
                </c:pt>
                <c:pt idx="2758">
                  <c:v>2011-04-25</c:v>
                </c:pt>
                <c:pt idx="2759">
                  <c:v>2011-04-26</c:v>
                </c:pt>
                <c:pt idx="2760">
                  <c:v>2011-04-27</c:v>
                </c:pt>
                <c:pt idx="2761">
                  <c:v>2011-04-28</c:v>
                </c:pt>
                <c:pt idx="2762">
                  <c:v>2011-04-29</c:v>
                </c:pt>
                <c:pt idx="2763">
                  <c:v>2011-05-02</c:v>
                </c:pt>
                <c:pt idx="2764">
                  <c:v>2011-05-03</c:v>
                </c:pt>
                <c:pt idx="2765">
                  <c:v>2011-05-04</c:v>
                </c:pt>
                <c:pt idx="2766">
                  <c:v>2011-05-05</c:v>
                </c:pt>
                <c:pt idx="2767">
                  <c:v>2011-05-06</c:v>
                </c:pt>
                <c:pt idx="2768">
                  <c:v>2011-05-09</c:v>
                </c:pt>
                <c:pt idx="2769">
                  <c:v>2011-05-10</c:v>
                </c:pt>
                <c:pt idx="2770">
                  <c:v>2011-05-11</c:v>
                </c:pt>
                <c:pt idx="2771">
                  <c:v>2011-05-12</c:v>
                </c:pt>
                <c:pt idx="2772">
                  <c:v>2011-05-13</c:v>
                </c:pt>
                <c:pt idx="2773">
                  <c:v>2011-05-16</c:v>
                </c:pt>
                <c:pt idx="2774">
                  <c:v>2011-05-17</c:v>
                </c:pt>
                <c:pt idx="2775">
                  <c:v>2011-05-18</c:v>
                </c:pt>
                <c:pt idx="2776">
                  <c:v>2011-05-19</c:v>
                </c:pt>
                <c:pt idx="2777">
                  <c:v>2011-05-20</c:v>
                </c:pt>
                <c:pt idx="2778">
                  <c:v>2011-05-23</c:v>
                </c:pt>
                <c:pt idx="2779">
                  <c:v>2011-05-24</c:v>
                </c:pt>
                <c:pt idx="2780">
                  <c:v>2011-05-25</c:v>
                </c:pt>
                <c:pt idx="2781">
                  <c:v>2011-05-26</c:v>
                </c:pt>
                <c:pt idx="2782">
                  <c:v>2011-05-27</c:v>
                </c:pt>
                <c:pt idx="2783">
                  <c:v>2011-05-31</c:v>
                </c:pt>
                <c:pt idx="2784">
                  <c:v>2011-06-01</c:v>
                </c:pt>
                <c:pt idx="2785">
                  <c:v>2011-06-02</c:v>
                </c:pt>
                <c:pt idx="2786">
                  <c:v>2011-06-03</c:v>
                </c:pt>
                <c:pt idx="2787">
                  <c:v>2011-06-06</c:v>
                </c:pt>
                <c:pt idx="2788">
                  <c:v>2011-06-07</c:v>
                </c:pt>
                <c:pt idx="2789">
                  <c:v>2011-06-08</c:v>
                </c:pt>
                <c:pt idx="2790">
                  <c:v>2011-06-09</c:v>
                </c:pt>
                <c:pt idx="2791">
                  <c:v>2011-06-10</c:v>
                </c:pt>
                <c:pt idx="2792">
                  <c:v>2011-06-13</c:v>
                </c:pt>
                <c:pt idx="2793">
                  <c:v>2011-06-14</c:v>
                </c:pt>
                <c:pt idx="2794">
                  <c:v>2011-06-15</c:v>
                </c:pt>
                <c:pt idx="2795">
                  <c:v>2011-06-16</c:v>
                </c:pt>
                <c:pt idx="2796">
                  <c:v>2011-06-17</c:v>
                </c:pt>
                <c:pt idx="2797">
                  <c:v>2011-06-20</c:v>
                </c:pt>
                <c:pt idx="2798">
                  <c:v>2011-06-21</c:v>
                </c:pt>
                <c:pt idx="2799">
                  <c:v>2011-06-22</c:v>
                </c:pt>
                <c:pt idx="2800">
                  <c:v>2011-06-23</c:v>
                </c:pt>
                <c:pt idx="2801">
                  <c:v>2011-06-24</c:v>
                </c:pt>
                <c:pt idx="2802">
                  <c:v>2011-06-27</c:v>
                </c:pt>
                <c:pt idx="2803">
                  <c:v>2011-06-28</c:v>
                </c:pt>
                <c:pt idx="2804">
                  <c:v>2011-06-29</c:v>
                </c:pt>
                <c:pt idx="2805">
                  <c:v>2011-06-30</c:v>
                </c:pt>
                <c:pt idx="2806">
                  <c:v>2011-07-01</c:v>
                </c:pt>
                <c:pt idx="2807">
                  <c:v>2011-07-05</c:v>
                </c:pt>
                <c:pt idx="2808">
                  <c:v>2011-07-06</c:v>
                </c:pt>
                <c:pt idx="2809">
                  <c:v>2011-07-07</c:v>
                </c:pt>
                <c:pt idx="2810">
                  <c:v>2011-07-08</c:v>
                </c:pt>
                <c:pt idx="2811">
                  <c:v>2011-07-11</c:v>
                </c:pt>
                <c:pt idx="2812">
                  <c:v>2011-07-12</c:v>
                </c:pt>
                <c:pt idx="2813">
                  <c:v>2011-07-13</c:v>
                </c:pt>
                <c:pt idx="2814">
                  <c:v>2011-07-14</c:v>
                </c:pt>
                <c:pt idx="2815">
                  <c:v>2011-07-15</c:v>
                </c:pt>
                <c:pt idx="2816">
                  <c:v>2011-07-18</c:v>
                </c:pt>
                <c:pt idx="2817">
                  <c:v>2011-07-19</c:v>
                </c:pt>
                <c:pt idx="2818">
                  <c:v>2011-07-20</c:v>
                </c:pt>
                <c:pt idx="2819">
                  <c:v>2011-07-21</c:v>
                </c:pt>
                <c:pt idx="2820">
                  <c:v>2011-07-22</c:v>
                </c:pt>
                <c:pt idx="2821">
                  <c:v>2011-07-25</c:v>
                </c:pt>
                <c:pt idx="2822">
                  <c:v>2011-07-26</c:v>
                </c:pt>
                <c:pt idx="2823">
                  <c:v>2011-07-27</c:v>
                </c:pt>
                <c:pt idx="2824">
                  <c:v>2011-07-28</c:v>
                </c:pt>
                <c:pt idx="2825">
                  <c:v>2011-07-29</c:v>
                </c:pt>
                <c:pt idx="2826">
                  <c:v>2011-08-01</c:v>
                </c:pt>
                <c:pt idx="2827">
                  <c:v>2011-08-02</c:v>
                </c:pt>
                <c:pt idx="2828">
                  <c:v>2011-08-03</c:v>
                </c:pt>
                <c:pt idx="2829">
                  <c:v>2011-08-04</c:v>
                </c:pt>
                <c:pt idx="2830">
                  <c:v>2011-08-05</c:v>
                </c:pt>
                <c:pt idx="2831">
                  <c:v>2011-08-08</c:v>
                </c:pt>
                <c:pt idx="2832">
                  <c:v>2011-08-09</c:v>
                </c:pt>
                <c:pt idx="2833">
                  <c:v>2011-08-10</c:v>
                </c:pt>
                <c:pt idx="2834">
                  <c:v>2011-08-11</c:v>
                </c:pt>
                <c:pt idx="2835">
                  <c:v>2011-08-12</c:v>
                </c:pt>
                <c:pt idx="2836">
                  <c:v>2011-08-15</c:v>
                </c:pt>
                <c:pt idx="2837">
                  <c:v>2011-08-16</c:v>
                </c:pt>
                <c:pt idx="2838">
                  <c:v>2011-08-17</c:v>
                </c:pt>
                <c:pt idx="2839">
                  <c:v>2011-08-18</c:v>
                </c:pt>
                <c:pt idx="2840">
                  <c:v>2011-08-19</c:v>
                </c:pt>
                <c:pt idx="2841">
                  <c:v>2011-08-22</c:v>
                </c:pt>
                <c:pt idx="2842">
                  <c:v>2011-08-23</c:v>
                </c:pt>
                <c:pt idx="2843">
                  <c:v>2011-08-24</c:v>
                </c:pt>
                <c:pt idx="2844">
                  <c:v>2011-08-25</c:v>
                </c:pt>
                <c:pt idx="2845">
                  <c:v>2011-08-26</c:v>
                </c:pt>
                <c:pt idx="2846">
                  <c:v>2011-08-29</c:v>
                </c:pt>
                <c:pt idx="2847">
                  <c:v>2011-08-30</c:v>
                </c:pt>
                <c:pt idx="2848">
                  <c:v>2011-08-31</c:v>
                </c:pt>
                <c:pt idx="2849">
                  <c:v>2011-09-01</c:v>
                </c:pt>
                <c:pt idx="2850">
                  <c:v>2011-09-02</c:v>
                </c:pt>
                <c:pt idx="2851">
                  <c:v>2011-09-06</c:v>
                </c:pt>
                <c:pt idx="2852">
                  <c:v>2011-09-07</c:v>
                </c:pt>
                <c:pt idx="2853">
                  <c:v>2011-09-08</c:v>
                </c:pt>
                <c:pt idx="2854">
                  <c:v>2011-09-09</c:v>
                </c:pt>
                <c:pt idx="2855">
                  <c:v>2011-09-12</c:v>
                </c:pt>
                <c:pt idx="2856">
                  <c:v>2011-09-13</c:v>
                </c:pt>
                <c:pt idx="2857">
                  <c:v>2011-09-14</c:v>
                </c:pt>
                <c:pt idx="2858">
                  <c:v>2011-09-15</c:v>
                </c:pt>
                <c:pt idx="2859">
                  <c:v>2011-09-16</c:v>
                </c:pt>
                <c:pt idx="2860">
                  <c:v>2011-09-19</c:v>
                </c:pt>
                <c:pt idx="2861">
                  <c:v>2011-09-20</c:v>
                </c:pt>
                <c:pt idx="2862">
                  <c:v>2011-09-21</c:v>
                </c:pt>
                <c:pt idx="2863">
                  <c:v>2011-09-22</c:v>
                </c:pt>
                <c:pt idx="2864">
                  <c:v>2011-09-23</c:v>
                </c:pt>
                <c:pt idx="2865">
                  <c:v>2011-09-26</c:v>
                </c:pt>
                <c:pt idx="2866">
                  <c:v>2011-09-27</c:v>
                </c:pt>
                <c:pt idx="2867">
                  <c:v>2011-09-28</c:v>
                </c:pt>
                <c:pt idx="2868">
                  <c:v>2011-09-29</c:v>
                </c:pt>
                <c:pt idx="2869">
                  <c:v>2011-09-30</c:v>
                </c:pt>
                <c:pt idx="2870">
                  <c:v>2011-10-03</c:v>
                </c:pt>
                <c:pt idx="2871">
                  <c:v>2011-10-04</c:v>
                </c:pt>
                <c:pt idx="2872">
                  <c:v>2011-10-05</c:v>
                </c:pt>
                <c:pt idx="2873">
                  <c:v>2011-10-06</c:v>
                </c:pt>
                <c:pt idx="2874">
                  <c:v>2011-10-07</c:v>
                </c:pt>
                <c:pt idx="2875">
                  <c:v>2011-10-10</c:v>
                </c:pt>
                <c:pt idx="2876">
                  <c:v>2011-10-11</c:v>
                </c:pt>
                <c:pt idx="2877">
                  <c:v>2011-10-12</c:v>
                </c:pt>
                <c:pt idx="2878">
                  <c:v>2011-10-13</c:v>
                </c:pt>
                <c:pt idx="2879">
                  <c:v>2011-10-14</c:v>
                </c:pt>
                <c:pt idx="2880">
                  <c:v>2011-10-17</c:v>
                </c:pt>
                <c:pt idx="2881">
                  <c:v>2011-10-18</c:v>
                </c:pt>
                <c:pt idx="2882">
                  <c:v>2011-10-19</c:v>
                </c:pt>
                <c:pt idx="2883">
                  <c:v>2011-10-20</c:v>
                </c:pt>
                <c:pt idx="2884">
                  <c:v>2011-10-21</c:v>
                </c:pt>
                <c:pt idx="2885">
                  <c:v>2011-10-24</c:v>
                </c:pt>
                <c:pt idx="2886">
                  <c:v>2011-10-25</c:v>
                </c:pt>
                <c:pt idx="2887">
                  <c:v>2011-10-26</c:v>
                </c:pt>
                <c:pt idx="2888">
                  <c:v>2011-10-27</c:v>
                </c:pt>
                <c:pt idx="2889">
                  <c:v>2011-10-28</c:v>
                </c:pt>
                <c:pt idx="2890">
                  <c:v>2011-10-31</c:v>
                </c:pt>
                <c:pt idx="2891">
                  <c:v>2011-11-01</c:v>
                </c:pt>
                <c:pt idx="2892">
                  <c:v>2011-11-02</c:v>
                </c:pt>
                <c:pt idx="2893">
                  <c:v>2011-11-03</c:v>
                </c:pt>
                <c:pt idx="2894">
                  <c:v>2011-11-04</c:v>
                </c:pt>
                <c:pt idx="2895">
                  <c:v>2011-11-07</c:v>
                </c:pt>
                <c:pt idx="2896">
                  <c:v>2011-11-08</c:v>
                </c:pt>
                <c:pt idx="2897">
                  <c:v>2011-11-09</c:v>
                </c:pt>
                <c:pt idx="2898">
                  <c:v>2011-11-10</c:v>
                </c:pt>
                <c:pt idx="2899">
                  <c:v>2011-11-11</c:v>
                </c:pt>
                <c:pt idx="2900">
                  <c:v>2011-11-14</c:v>
                </c:pt>
                <c:pt idx="2901">
                  <c:v>2011-11-15</c:v>
                </c:pt>
                <c:pt idx="2902">
                  <c:v>2011-11-16</c:v>
                </c:pt>
                <c:pt idx="2903">
                  <c:v>2011-11-17</c:v>
                </c:pt>
                <c:pt idx="2904">
                  <c:v>2011-11-18</c:v>
                </c:pt>
                <c:pt idx="2905">
                  <c:v>2011-11-21</c:v>
                </c:pt>
                <c:pt idx="2906">
                  <c:v>2011-11-22</c:v>
                </c:pt>
                <c:pt idx="2907">
                  <c:v>2011-11-23</c:v>
                </c:pt>
                <c:pt idx="2908">
                  <c:v>2011-11-25</c:v>
                </c:pt>
                <c:pt idx="2909">
                  <c:v>2011-11-28</c:v>
                </c:pt>
                <c:pt idx="2910">
                  <c:v>2011-11-29</c:v>
                </c:pt>
                <c:pt idx="2911">
                  <c:v>2011-11-30</c:v>
                </c:pt>
                <c:pt idx="2912">
                  <c:v>2011-12-01</c:v>
                </c:pt>
                <c:pt idx="2913">
                  <c:v>2011-12-02</c:v>
                </c:pt>
                <c:pt idx="2914">
                  <c:v>2011-12-05</c:v>
                </c:pt>
                <c:pt idx="2915">
                  <c:v>2011-12-06</c:v>
                </c:pt>
                <c:pt idx="2916">
                  <c:v>2011-12-07</c:v>
                </c:pt>
                <c:pt idx="2917">
                  <c:v>2011-12-08</c:v>
                </c:pt>
                <c:pt idx="2918">
                  <c:v>2011-12-09</c:v>
                </c:pt>
                <c:pt idx="2919">
                  <c:v>2011-12-12</c:v>
                </c:pt>
                <c:pt idx="2920">
                  <c:v>2011-12-13</c:v>
                </c:pt>
                <c:pt idx="2921">
                  <c:v>2011-12-14</c:v>
                </c:pt>
                <c:pt idx="2922">
                  <c:v>2011-12-15</c:v>
                </c:pt>
                <c:pt idx="2923">
                  <c:v>2011-12-16</c:v>
                </c:pt>
                <c:pt idx="2924">
                  <c:v>2011-12-19</c:v>
                </c:pt>
                <c:pt idx="2925">
                  <c:v>2011-12-20</c:v>
                </c:pt>
                <c:pt idx="2926">
                  <c:v>2011-12-21</c:v>
                </c:pt>
                <c:pt idx="2927">
                  <c:v>2011-12-22</c:v>
                </c:pt>
                <c:pt idx="2928">
                  <c:v>2011-12-23</c:v>
                </c:pt>
                <c:pt idx="2929">
                  <c:v>2011-12-27</c:v>
                </c:pt>
                <c:pt idx="2930">
                  <c:v>2011-12-28</c:v>
                </c:pt>
                <c:pt idx="2931">
                  <c:v>2011-12-29</c:v>
                </c:pt>
                <c:pt idx="2932">
                  <c:v>2011-12-30</c:v>
                </c:pt>
                <c:pt idx="2933">
                  <c:v>2012-01-03</c:v>
                </c:pt>
                <c:pt idx="2934">
                  <c:v>2012-01-04</c:v>
                </c:pt>
                <c:pt idx="2935">
                  <c:v>2012-01-05</c:v>
                </c:pt>
                <c:pt idx="2936">
                  <c:v>2012-01-06</c:v>
                </c:pt>
                <c:pt idx="2937">
                  <c:v>2012-01-09</c:v>
                </c:pt>
                <c:pt idx="2938">
                  <c:v>2012-01-10</c:v>
                </c:pt>
                <c:pt idx="2939">
                  <c:v>2012-01-11</c:v>
                </c:pt>
                <c:pt idx="2940">
                  <c:v>2012-01-12</c:v>
                </c:pt>
                <c:pt idx="2941">
                  <c:v>2012-01-13</c:v>
                </c:pt>
                <c:pt idx="2942">
                  <c:v>2012-01-17</c:v>
                </c:pt>
                <c:pt idx="2943">
                  <c:v>2012-01-18</c:v>
                </c:pt>
                <c:pt idx="2944">
                  <c:v>2012-01-19</c:v>
                </c:pt>
                <c:pt idx="2945">
                  <c:v>2012-01-20</c:v>
                </c:pt>
                <c:pt idx="2946">
                  <c:v>2012-01-23</c:v>
                </c:pt>
                <c:pt idx="2947">
                  <c:v>2012-01-24</c:v>
                </c:pt>
                <c:pt idx="2948">
                  <c:v>2012-01-25</c:v>
                </c:pt>
                <c:pt idx="2949">
                  <c:v>2012-01-26</c:v>
                </c:pt>
                <c:pt idx="2950">
                  <c:v>2012-01-27</c:v>
                </c:pt>
                <c:pt idx="2951">
                  <c:v>2012-01-30</c:v>
                </c:pt>
                <c:pt idx="2952">
                  <c:v>2012-01-31</c:v>
                </c:pt>
                <c:pt idx="2953">
                  <c:v>2012-02-01</c:v>
                </c:pt>
                <c:pt idx="2954">
                  <c:v>2012-02-02</c:v>
                </c:pt>
                <c:pt idx="2955">
                  <c:v>2012-02-03</c:v>
                </c:pt>
                <c:pt idx="2956">
                  <c:v>2012-02-06</c:v>
                </c:pt>
                <c:pt idx="2957">
                  <c:v>2012-02-07</c:v>
                </c:pt>
                <c:pt idx="2958">
                  <c:v>2012-02-08</c:v>
                </c:pt>
                <c:pt idx="2959">
                  <c:v>2012-02-09</c:v>
                </c:pt>
                <c:pt idx="2960">
                  <c:v>2012-02-10</c:v>
                </c:pt>
                <c:pt idx="2961">
                  <c:v>2012-02-13</c:v>
                </c:pt>
                <c:pt idx="2962">
                  <c:v>2012-02-14</c:v>
                </c:pt>
                <c:pt idx="2963">
                  <c:v>2012-02-15</c:v>
                </c:pt>
                <c:pt idx="2964">
                  <c:v>2012-02-16</c:v>
                </c:pt>
                <c:pt idx="2965">
                  <c:v>2012-02-17</c:v>
                </c:pt>
                <c:pt idx="2966">
                  <c:v>2012-02-21</c:v>
                </c:pt>
                <c:pt idx="2967">
                  <c:v>2012-02-22</c:v>
                </c:pt>
                <c:pt idx="2968">
                  <c:v>2012-02-23</c:v>
                </c:pt>
                <c:pt idx="2969">
                  <c:v>2012-02-24</c:v>
                </c:pt>
                <c:pt idx="2970">
                  <c:v>2012-02-27</c:v>
                </c:pt>
                <c:pt idx="2971">
                  <c:v>2012-02-28</c:v>
                </c:pt>
                <c:pt idx="2972">
                  <c:v>2012-02-29</c:v>
                </c:pt>
                <c:pt idx="2973">
                  <c:v>2012-03-01</c:v>
                </c:pt>
                <c:pt idx="2974">
                  <c:v>2012-03-02</c:v>
                </c:pt>
                <c:pt idx="2975">
                  <c:v>2012-03-05</c:v>
                </c:pt>
                <c:pt idx="2976">
                  <c:v>2012-03-06</c:v>
                </c:pt>
                <c:pt idx="2977">
                  <c:v>2012-03-07</c:v>
                </c:pt>
                <c:pt idx="2978">
                  <c:v>2012-03-08</c:v>
                </c:pt>
                <c:pt idx="2979">
                  <c:v>2012-03-09</c:v>
                </c:pt>
                <c:pt idx="2980">
                  <c:v>2012-03-12</c:v>
                </c:pt>
                <c:pt idx="2981">
                  <c:v>2012-03-13</c:v>
                </c:pt>
                <c:pt idx="2982">
                  <c:v>2012-03-14</c:v>
                </c:pt>
                <c:pt idx="2983">
                  <c:v>2012-03-15</c:v>
                </c:pt>
                <c:pt idx="2984">
                  <c:v>2012-03-16</c:v>
                </c:pt>
                <c:pt idx="2985">
                  <c:v>2012-03-19</c:v>
                </c:pt>
                <c:pt idx="2986">
                  <c:v>2012-03-20</c:v>
                </c:pt>
                <c:pt idx="2987">
                  <c:v>2012-03-21</c:v>
                </c:pt>
                <c:pt idx="2988">
                  <c:v>2012-03-22</c:v>
                </c:pt>
                <c:pt idx="2989">
                  <c:v>2012-03-23</c:v>
                </c:pt>
                <c:pt idx="2990">
                  <c:v>2012-03-26</c:v>
                </c:pt>
                <c:pt idx="2991">
                  <c:v>2012-03-27</c:v>
                </c:pt>
                <c:pt idx="2992">
                  <c:v>2012-03-28</c:v>
                </c:pt>
                <c:pt idx="2993">
                  <c:v>2012-03-29</c:v>
                </c:pt>
                <c:pt idx="2994">
                  <c:v>2012-03-30</c:v>
                </c:pt>
                <c:pt idx="2995">
                  <c:v>2012-04-02</c:v>
                </c:pt>
                <c:pt idx="2996">
                  <c:v>2012-04-03</c:v>
                </c:pt>
                <c:pt idx="2997">
                  <c:v>2012-04-04</c:v>
                </c:pt>
                <c:pt idx="2998">
                  <c:v>2012-04-05</c:v>
                </c:pt>
                <c:pt idx="2999">
                  <c:v>2012-04-09</c:v>
                </c:pt>
                <c:pt idx="3000">
                  <c:v>2012-04-10</c:v>
                </c:pt>
                <c:pt idx="3001">
                  <c:v>2012-04-11</c:v>
                </c:pt>
                <c:pt idx="3002">
                  <c:v>2012-04-12</c:v>
                </c:pt>
                <c:pt idx="3003">
                  <c:v>2012-04-13</c:v>
                </c:pt>
                <c:pt idx="3004">
                  <c:v>2012-04-16</c:v>
                </c:pt>
                <c:pt idx="3005">
                  <c:v>2012-04-17</c:v>
                </c:pt>
                <c:pt idx="3006">
                  <c:v>2012-04-18</c:v>
                </c:pt>
                <c:pt idx="3007">
                  <c:v>2012-04-19</c:v>
                </c:pt>
                <c:pt idx="3008">
                  <c:v>2012-04-20</c:v>
                </c:pt>
                <c:pt idx="3009">
                  <c:v>2012-04-23</c:v>
                </c:pt>
                <c:pt idx="3010">
                  <c:v>2012-04-24</c:v>
                </c:pt>
                <c:pt idx="3011">
                  <c:v>2012-04-25</c:v>
                </c:pt>
                <c:pt idx="3012">
                  <c:v>2012-04-26</c:v>
                </c:pt>
                <c:pt idx="3013">
                  <c:v>2012-04-27</c:v>
                </c:pt>
                <c:pt idx="3014">
                  <c:v>2012-04-30</c:v>
                </c:pt>
                <c:pt idx="3015">
                  <c:v>2012-05-01</c:v>
                </c:pt>
                <c:pt idx="3016">
                  <c:v>2012-05-02</c:v>
                </c:pt>
                <c:pt idx="3017">
                  <c:v>2012-05-03</c:v>
                </c:pt>
                <c:pt idx="3018">
                  <c:v>2012-05-04</c:v>
                </c:pt>
                <c:pt idx="3019">
                  <c:v>2012-05-07</c:v>
                </c:pt>
                <c:pt idx="3020">
                  <c:v>2012-05-08</c:v>
                </c:pt>
                <c:pt idx="3021">
                  <c:v>2012-05-09</c:v>
                </c:pt>
                <c:pt idx="3022">
                  <c:v>2012-05-10</c:v>
                </c:pt>
                <c:pt idx="3023">
                  <c:v>2012-05-11</c:v>
                </c:pt>
                <c:pt idx="3024">
                  <c:v>2012-05-14</c:v>
                </c:pt>
                <c:pt idx="3025">
                  <c:v>2012-05-15</c:v>
                </c:pt>
                <c:pt idx="3026">
                  <c:v>2012-05-16</c:v>
                </c:pt>
                <c:pt idx="3027">
                  <c:v>2012-05-17</c:v>
                </c:pt>
                <c:pt idx="3028">
                  <c:v>2012-05-18</c:v>
                </c:pt>
                <c:pt idx="3029">
                  <c:v>2012-05-21</c:v>
                </c:pt>
                <c:pt idx="3030">
                  <c:v>2012-05-22</c:v>
                </c:pt>
                <c:pt idx="3031">
                  <c:v>2012-05-23</c:v>
                </c:pt>
                <c:pt idx="3032">
                  <c:v>2012-05-24</c:v>
                </c:pt>
                <c:pt idx="3033">
                  <c:v>2012-05-25</c:v>
                </c:pt>
                <c:pt idx="3034">
                  <c:v>2012-05-29</c:v>
                </c:pt>
                <c:pt idx="3035">
                  <c:v>2012-05-30</c:v>
                </c:pt>
                <c:pt idx="3036">
                  <c:v>2012-05-31</c:v>
                </c:pt>
                <c:pt idx="3037">
                  <c:v>2012-06-01</c:v>
                </c:pt>
                <c:pt idx="3038">
                  <c:v>2012-06-04</c:v>
                </c:pt>
                <c:pt idx="3039">
                  <c:v>2012-06-05</c:v>
                </c:pt>
                <c:pt idx="3040">
                  <c:v>2012-06-06</c:v>
                </c:pt>
                <c:pt idx="3041">
                  <c:v>2012-06-07</c:v>
                </c:pt>
                <c:pt idx="3042">
                  <c:v>2012-06-08</c:v>
                </c:pt>
                <c:pt idx="3043">
                  <c:v>2012-06-11</c:v>
                </c:pt>
                <c:pt idx="3044">
                  <c:v>2012-06-12</c:v>
                </c:pt>
                <c:pt idx="3045">
                  <c:v>2012-06-13</c:v>
                </c:pt>
                <c:pt idx="3046">
                  <c:v>2012-06-14</c:v>
                </c:pt>
                <c:pt idx="3047">
                  <c:v>2012-06-15</c:v>
                </c:pt>
                <c:pt idx="3048">
                  <c:v>2012-06-18</c:v>
                </c:pt>
                <c:pt idx="3049">
                  <c:v>2012-06-19</c:v>
                </c:pt>
                <c:pt idx="3050">
                  <c:v>2012-06-20</c:v>
                </c:pt>
                <c:pt idx="3051">
                  <c:v>2012-06-21</c:v>
                </c:pt>
                <c:pt idx="3052">
                  <c:v>2012-06-22</c:v>
                </c:pt>
                <c:pt idx="3053">
                  <c:v>2012-06-25</c:v>
                </c:pt>
                <c:pt idx="3054">
                  <c:v>2012-06-26</c:v>
                </c:pt>
                <c:pt idx="3055">
                  <c:v>2012-06-27</c:v>
                </c:pt>
                <c:pt idx="3056">
                  <c:v>2012-06-28</c:v>
                </c:pt>
                <c:pt idx="3057">
                  <c:v>2012-06-29</c:v>
                </c:pt>
                <c:pt idx="3058">
                  <c:v>2012-07-02</c:v>
                </c:pt>
                <c:pt idx="3059">
                  <c:v>2012-07-03</c:v>
                </c:pt>
                <c:pt idx="3060">
                  <c:v>2012-07-05</c:v>
                </c:pt>
                <c:pt idx="3061">
                  <c:v>2012-07-06</c:v>
                </c:pt>
                <c:pt idx="3062">
                  <c:v>2012-07-09</c:v>
                </c:pt>
                <c:pt idx="3063">
                  <c:v>2012-07-10</c:v>
                </c:pt>
                <c:pt idx="3064">
                  <c:v>2012-07-11</c:v>
                </c:pt>
                <c:pt idx="3065">
                  <c:v>2012-07-12</c:v>
                </c:pt>
                <c:pt idx="3066">
                  <c:v>2012-07-13</c:v>
                </c:pt>
                <c:pt idx="3067">
                  <c:v>2012-07-16</c:v>
                </c:pt>
                <c:pt idx="3068">
                  <c:v>2012-07-17</c:v>
                </c:pt>
                <c:pt idx="3069">
                  <c:v>2012-07-18</c:v>
                </c:pt>
                <c:pt idx="3070">
                  <c:v>2012-07-19</c:v>
                </c:pt>
                <c:pt idx="3071">
                  <c:v>2012-07-20</c:v>
                </c:pt>
                <c:pt idx="3072">
                  <c:v>2012-07-23</c:v>
                </c:pt>
                <c:pt idx="3073">
                  <c:v>2012-07-24</c:v>
                </c:pt>
                <c:pt idx="3074">
                  <c:v>2012-07-25</c:v>
                </c:pt>
                <c:pt idx="3075">
                  <c:v>2012-07-26</c:v>
                </c:pt>
                <c:pt idx="3076">
                  <c:v>2012-07-27</c:v>
                </c:pt>
                <c:pt idx="3077">
                  <c:v>2012-07-30</c:v>
                </c:pt>
                <c:pt idx="3078">
                  <c:v>2012-07-31</c:v>
                </c:pt>
                <c:pt idx="3079">
                  <c:v>2012-08-01</c:v>
                </c:pt>
                <c:pt idx="3080">
                  <c:v>2012-08-02</c:v>
                </c:pt>
                <c:pt idx="3081">
                  <c:v>2012-08-03</c:v>
                </c:pt>
                <c:pt idx="3082">
                  <c:v>2012-08-06</c:v>
                </c:pt>
                <c:pt idx="3083">
                  <c:v>2012-08-07</c:v>
                </c:pt>
                <c:pt idx="3084">
                  <c:v>2012-08-08</c:v>
                </c:pt>
                <c:pt idx="3085">
                  <c:v>2012-08-09</c:v>
                </c:pt>
                <c:pt idx="3086">
                  <c:v>2012-08-10</c:v>
                </c:pt>
                <c:pt idx="3087">
                  <c:v>2012-08-13</c:v>
                </c:pt>
                <c:pt idx="3088">
                  <c:v>2012-08-14</c:v>
                </c:pt>
                <c:pt idx="3089">
                  <c:v>2012-08-15</c:v>
                </c:pt>
                <c:pt idx="3090">
                  <c:v>2012-08-16</c:v>
                </c:pt>
                <c:pt idx="3091">
                  <c:v>2012-08-17</c:v>
                </c:pt>
                <c:pt idx="3092">
                  <c:v>2012-08-20</c:v>
                </c:pt>
                <c:pt idx="3093">
                  <c:v>2012-08-21</c:v>
                </c:pt>
                <c:pt idx="3094">
                  <c:v>2012-08-22</c:v>
                </c:pt>
                <c:pt idx="3095">
                  <c:v>2012-08-23</c:v>
                </c:pt>
                <c:pt idx="3096">
                  <c:v>2012-08-24</c:v>
                </c:pt>
                <c:pt idx="3097">
                  <c:v>2012-08-27</c:v>
                </c:pt>
                <c:pt idx="3098">
                  <c:v>2012-08-28</c:v>
                </c:pt>
                <c:pt idx="3099">
                  <c:v>2012-08-29</c:v>
                </c:pt>
                <c:pt idx="3100">
                  <c:v>2012-08-30</c:v>
                </c:pt>
                <c:pt idx="3101">
                  <c:v>2012-08-31</c:v>
                </c:pt>
                <c:pt idx="3102">
                  <c:v>2012-09-04</c:v>
                </c:pt>
                <c:pt idx="3103">
                  <c:v>2012-09-05</c:v>
                </c:pt>
                <c:pt idx="3104">
                  <c:v>2012-09-06</c:v>
                </c:pt>
                <c:pt idx="3105">
                  <c:v>2012-09-07</c:v>
                </c:pt>
                <c:pt idx="3106">
                  <c:v>2012-09-10</c:v>
                </c:pt>
                <c:pt idx="3107">
                  <c:v>2012-09-11</c:v>
                </c:pt>
                <c:pt idx="3108">
                  <c:v>2012-09-12</c:v>
                </c:pt>
                <c:pt idx="3109">
                  <c:v>2012-09-13</c:v>
                </c:pt>
                <c:pt idx="3110">
                  <c:v>2012-09-14</c:v>
                </c:pt>
                <c:pt idx="3111">
                  <c:v>2012-09-17</c:v>
                </c:pt>
                <c:pt idx="3112">
                  <c:v>2012-09-18</c:v>
                </c:pt>
                <c:pt idx="3113">
                  <c:v>2012-09-19</c:v>
                </c:pt>
                <c:pt idx="3114">
                  <c:v>2012-09-20</c:v>
                </c:pt>
                <c:pt idx="3115">
                  <c:v>2012-09-21</c:v>
                </c:pt>
                <c:pt idx="3116">
                  <c:v>2012-09-24</c:v>
                </c:pt>
                <c:pt idx="3117">
                  <c:v>2012-09-25</c:v>
                </c:pt>
                <c:pt idx="3118">
                  <c:v>2012-09-26</c:v>
                </c:pt>
                <c:pt idx="3119">
                  <c:v>2012-09-27</c:v>
                </c:pt>
                <c:pt idx="3120">
                  <c:v>2012-09-28</c:v>
                </c:pt>
                <c:pt idx="3121">
                  <c:v>2012-10-01</c:v>
                </c:pt>
                <c:pt idx="3122">
                  <c:v>2012-10-02</c:v>
                </c:pt>
                <c:pt idx="3123">
                  <c:v>2012-10-03</c:v>
                </c:pt>
                <c:pt idx="3124">
                  <c:v>2012-10-04</c:v>
                </c:pt>
                <c:pt idx="3125">
                  <c:v>2012-10-05</c:v>
                </c:pt>
                <c:pt idx="3126">
                  <c:v>2012-10-08</c:v>
                </c:pt>
                <c:pt idx="3127">
                  <c:v>2012-10-09</c:v>
                </c:pt>
                <c:pt idx="3128">
                  <c:v>2012-10-10</c:v>
                </c:pt>
                <c:pt idx="3129">
                  <c:v>2012-10-11</c:v>
                </c:pt>
                <c:pt idx="3130">
                  <c:v>2012-10-12</c:v>
                </c:pt>
                <c:pt idx="3131">
                  <c:v>2012-10-15</c:v>
                </c:pt>
                <c:pt idx="3132">
                  <c:v>2012-10-16</c:v>
                </c:pt>
                <c:pt idx="3133">
                  <c:v>2012-10-17</c:v>
                </c:pt>
                <c:pt idx="3134">
                  <c:v>2012-10-18</c:v>
                </c:pt>
                <c:pt idx="3135">
                  <c:v>2012-10-19</c:v>
                </c:pt>
                <c:pt idx="3136">
                  <c:v>2012-10-22</c:v>
                </c:pt>
                <c:pt idx="3137">
                  <c:v>2012-10-23</c:v>
                </c:pt>
                <c:pt idx="3138">
                  <c:v>2012-10-24</c:v>
                </c:pt>
                <c:pt idx="3139">
                  <c:v>2012-10-25</c:v>
                </c:pt>
                <c:pt idx="3140">
                  <c:v>2012-10-26</c:v>
                </c:pt>
                <c:pt idx="3141">
                  <c:v>2012-10-29</c:v>
                </c:pt>
                <c:pt idx="3142">
                  <c:v>2012-10-30</c:v>
                </c:pt>
                <c:pt idx="3143">
                  <c:v>2012-10-31</c:v>
                </c:pt>
                <c:pt idx="3144">
                  <c:v>2012-11-01</c:v>
                </c:pt>
                <c:pt idx="3145">
                  <c:v>2012-11-02</c:v>
                </c:pt>
                <c:pt idx="3146">
                  <c:v>2012-11-05</c:v>
                </c:pt>
                <c:pt idx="3147">
                  <c:v>2012-11-06</c:v>
                </c:pt>
                <c:pt idx="3148">
                  <c:v>2012-11-07</c:v>
                </c:pt>
                <c:pt idx="3149">
                  <c:v>2012-11-08</c:v>
                </c:pt>
                <c:pt idx="3150">
                  <c:v>2012-11-09</c:v>
                </c:pt>
                <c:pt idx="3151">
                  <c:v>2012-11-12</c:v>
                </c:pt>
                <c:pt idx="3152">
                  <c:v>2012-11-13</c:v>
                </c:pt>
                <c:pt idx="3153">
                  <c:v>2012-11-14</c:v>
                </c:pt>
                <c:pt idx="3154">
                  <c:v>2012-11-15</c:v>
                </c:pt>
                <c:pt idx="3155">
                  <c:v>2012-11-16</c:v>
                </c:pt>
                <c:pt idx="3156">
                  <c:v>2012-11-19</c:v>
                </c:pt>
                <c:pt idx="3157">
                  <c:v>2012-11-20</c:v>
                </c:pt>
                <c:pt idx="3158">
                  <c:v>2012-11-21</c:v>
                </c:pt>
                <c:pt idx="3159">
                  <c:v>2012-11-23</c:v>
                </c:pt>
                <c:pt idx="3160">
                  <c:v>2012-11-26</c:v>
                </c:pt>
                <c:pt idx="3161">
                  <c:v>2012-11-27</c:v>
                </c:pt>
                <c:pt idx="3162">
                  <c:v>2012-11-28</c:v>
                </c:pt>
                <c:pt idx="3163">
                  <c:v>2012-11-29</c:v>
                </c:pt>
                <c:pt idx="3164">
                  <c:v>2012-11-30</c:v>
                </c:pt>
                <c:pt idx="3165">
                  <c:v>2012-12-03</c:v>
                </c:pt>
                <c:pt idx="3166">
                  <c:v>2012-12-04</c:v>
                </c:pt>
                <c:pt idx="3167">
                  <c:v>2012-12-05</c:v>
                </c:pt>
                <c:pt idx="3168">
                  <c:v>2012-12-06</c:v>
                </c:pt>
                <c:pt idx="3169">
                  <c:v>2012-12-07</c:v>
                </c:pt>
                <c:pt idx="3170">
                  <c:v>2012-12-10</c:v>
                </c:pt>
                <c:pt idx="3171">
                  <c:v>2012-12-11</c:v>
                </c:pt>
                <c:pt idx="3172">
                  <c:v>2012-12-12</c:v>
                </c:pt>
                <c:pt idx="3173">
                  <c:v>2012-12-13</c:v>
                </c:pt>
                <c:pt idx="3174">
                  <c:v>2012-12-14</c:v>
                </c:pt>
                <c:pt idx="3175">
                  <c:v>2012-12-17</c:v>
                </c:pt>
                <c:pt idx="3176">
                  <c:v>2012-12-18</c:v>
                </c:pt>
                <c:pt idx="3177">
                  <c:v>2012-12-19</c:v>
                </c:pt>
                <c:pt idx="3178">
                  <c:v>2012-12-20</c:v>
                </c:pt>
                <c:pt idx="3179">
                  <c:v>2012-12-21</c:v>
                </c:pt>
                <c:pt idx="3180">
                  <c:v>2012-12-24</c:v>
                </c:pt>
                <c:pt idx="3181">
                  <c:v>2012-12-26</c:v>
                </c:pt>
                <c:pt idx="3182">
                  <c:v>2012-12-27</c:v>
                </c:pt>
                <c:pt idx="3183">
                  <c:v>2012-12-28</c:v>
                </c:pt>
                <c:pt idx="3184">
                  <c:v>2012-12-31</c:v>
                </c:pt>
                <c:pt idx="3185">
                  <c:v>2013-01-02</c:v>
                </c:pt>
                <c:pt idx="3186">
                  <c:v>2013-01-03</c:v>
                </c:pt>
                <c:pt idx="3187">
                  <c:v>2013-01-04</c:v>
                </c:pt>
                <c:pt idx="3188">
                  <c:v>2013-01-07</c:v>
                </c:pt>
                <c:pt idx="3189">
                  <c:v>2013-01-08</c:v>
                </c:pt>
                <c:pt idx="3190">
                  <c:v>2013-01-09</c:v>
                </c:pt>
                <c:pt idx="3191">
                  <c:v>2013-01-10</c:v>
                </c:pt>
                <c:pt idx="3192">
                  <c:v>2013-01-11</c:v>
                </c:pt>
                <c:pt idx="3193">
                  <c:v>2013-01-14</c:v>
                </c:pt>
                <c:pt idx="3194">
                  <c:v>2013-01-15</c:v>
                </c:pt>
                <c:pt idx="3195">
                  <c:v>2013-01-16</c:v>
                </c:pt>
                <c:pt idx="3196">
                  <c:v>2013-01-17</c:v>
                </c:pt>
                <c:pt idx="3197">
                  <c:v>2013-01-18</c:v>
                </c:pt>
                <c:pt idx="3198">
                  <c:v>2013-01-22</c:v>
                </c:pt>
                <c:pt idx="3199">
                  <c:v>2013-01-23</c:v>
                </c:pt>
                <c:pt idx="3200">
                  <c:v>2013-01-24</c:v>
                </c:pt>
                <c:pt idx="3201">
                  <c:v>2013-01-25</c:v>
                </c:pt>
                <c:pt idx="3202">
                  <c:v>2013-01-28</c:v>
                </c:pt>
                <c:pt idx="3203">
                  <c:v>2013-01-29</c:v>
                </c:pt>
                <c:pt idx="3204">
                  <c:v>2013-01-30</c:v>
                </c:pt>
                <c:pt idx="3205">
                  <c:v>2013-01-31</c:v>
                </c:pt>
                <c:pt idx="3206">
                  <c:v>2013-02-01</c:v>
                </c:pt>
                <c:pt idx="3207">
                  <c:v>2013-02-04</c:v>
                </c:pt>
                <c:pt idx="3208">
                  <c:v>2013-02-05</c:v>
                </c:pt>
                <c:pt idx="3209">
                  <c:v>2013-02-06</c:v>
                </c:pt>
                <c:pt idx="3210">
                  <c:v>2013-02-07</c:v>
                </c:pt>
                <c:pt idx="3211">
                  <c:v>2013-02-08</c:v>
                </c:pt>
                <c:pt idx="3212">
                  <c:v>2013-02-11</c:v>
                </c:pt>
                <c:pt idx="3213">
                  <c:v>2013-02-12</c:v>
                </c:pt>
                <c:pt idx="3214">
                  <c:v>2013-02-13</c:v>
                </c:pt>
                <c:pt idx="3215">
                  <c:v>2013-02-14</c:v>
                </c:pt>
                <c:pt idx="3216">
                  <c:v>2013-02-15</c:v>
                </c:pt>
                <c:pt idx="3217">
                  <c:v>2013-02-19</c:v>
                </c:pt>
                <c:pt idx="3218">
                  <c:v>2013-02-20</c:v>
                </c:pt>
                <c:pt idx="3219">
                  <c:v>2013-02-21</c:v>
                </c:pt>
                <c:pt idx="3220">
                  <c:v>2013-02-22</c:v>
                </c:pt>
                <c:pt idx="3221">
                  <c:v>2013-02-25</c:v>
                </c:pt>
                <c:pt idx="3222">
                  <c:v>2013-02-26</c:v>
                </c:pt>
                <c:pt idx="3223">
                  <c:v>2013-02-27</c:v>
                </c:pt>
                <c:pt idx="3224">
                  <c:v>2013-02-28</c:v>
                </c:pt>
                <c:pt idx="3225">
                  <c:v>2013-03-01</c:v>
                </c:pt>
                <c:pt idx="3226">
                  <c:v>2013-03-04</c:v>
                </c:pt>
                <c:pt idx="3227">
                  <c:v>2013-03-05</c:v>
                </c:pt>
                <c:pt idx="3228">
                  <c:v>2013-03-06</c:v>
                </c:pt>
                <c:pt idx="3229">
                  <c:v>2013-03-07</c:v>
                </c:pt>
                <c:pt idx="3230">
                  <c:v>2013-03-08</c:v>
                </c:pt>
                <c:pt idx="3231">
                  <c:v>2013-03-11</c:v>
                </c:pt>
                <c:pt idx="3232">
                  <c:v>2013-03-12</c:v>
                </c:pt>
                <c:pt idx="3233">
                  <c:v>2013-03-13</c:v>
                </c:pt>
                <c:pt idx="3234">
                  <c:v>2013-03-14</c:v>
                </c:pt>
                <c:pt idx="3235">
                  <c:v>2013-03-15</c:v>
                </c:pt>
                <c:pt idx="3236">
                  <c:v>2013-03-18</c:v>
                </c:pt>
                <c:pt idx="3237">
                  <c:v>2013-03-19</c:v>
                </c:pt>
                <c:pt idx="3238">
                  <c:v>2013-03-20</c:v>
                </c:pt>
                <c:pt idx="3239">
                  <c:v>2013-03-21</c:v>
                </c:pt>
                <c:pt idx="3240">
                  <c:v>2013-03-22</c:v>
                </c:pt>
                <c:pt idx="3241">
                  <c:v>2013-03-25</c:v>
                </c:pt>
                <c:pt idx="3242">
                  <c:v>2013-03-26</c:v>
                </c:pt>
                <c:pt idx="3243">
                  <c:v>2013-03-27</c:v>
                </c:pt>
                <c:pt idx="3244">
                  <c:v>2013-03-28</c:v>
                </c:pt>
                <c:pt idx="3245">
                  <c:v>2013-04-01</c:v>
                </c:pt>
                <c:pt idx="3246">
                  <c:v>2013-04-02</c:v>
                </c:pt>
                <c:pt idx="3247">
                  <c:v>2013-04-03</c:v>
                </c:pt>
                <c:pt idx="3248">
                  <c:v>2013-04-04</c:v>
                </c:pt>
                <c:pt idx="3249">
                  <c:v>2013-04-05</c:v>
                </c:pt>
                <c:pt idx="3250">
                  <c:v>2013-04-08</c:v>
                </c:pt>
                <c:pt idx="3251">
                  <c:v>2013-04-09</c:v>
                </c:pt>
                <c:pt idx="3252">
                  <c:v>2013-04-10</c:v>
                </c:pt>
                <c:pt idx="3253">
                  <c:v>2013-04-11</c:v>
                </c:pt>
                <c:pt idx="3254">
                  <c:v>2013-04-12</c:v>
                </c:pt>
                <c:pt idx="3255">
                  <c:v>2013-04-15</c:v>
                </c:pt>
                <c:pt idx="3256">
                  <c:v>2013-04-16</c:v>
                </c:pt>
                <c:pt idx="3257">
                  <c:v>2013-04-17</c:v>
                </c:pt>
                <c:pt idx="3258">
                  <c:v>2013-04-18</c:v>
                </c:pt>
                <c:pt idx="3259">
                  <c:v>2013-04-19</c:v>
                </c:pt>
                <c:pt idx="3260">
                  <c:v>2013-04-22</c:v>
                </c:pt>
                <c:pt idx="3261">
                  <c:v>2013-04-23</c:v>
                </c:pt>
                <c:pt idx="3262">
                  <c:v>2013-04-24</c:v>
                </c:pt>
                <c:pt idx="3263">
                  <c:v>2013-04-25</c:v>
                </c:pt>
                <c:pt idx="3264">
                  <c:v>2013-04-26</c:v>
                </c:pt>
                <c:pt idx="3265">
                  <c:v>2013-04-29</c:v>
                </c:pt>
                <c:pt idx="3266">
                  <c:v>2013-04-30</c:v>
                </c:pt>
                <c:pt idx="3267">
                  <c:v>2013-05-01</c:v>
                </c:pt>
                <c:pt idx="3268">
                  <c:v>2013-05-02</c:v>
                </c:pt>
                <c:pt idx="3269">
                  <c:v>2013-05-03</c:v>
                </c:pt>
                <c:pt idx="3270">
                  <c:v>2013-05-06</c:v>
                </c:pt>
                <c:pt idx="3271">
                  <c:v>2013-05-07</c:v>
                </c:pt>
                <c:pt idx="3272">
                  <c:v>2013-05-08</c:v>
                </c:pt>
                <c:pt idx="3273">
                  <c:v>2013-05-09</c:v>
                </c:pt>
                <c:pt idx="3274">
                  <c:v>2013-05-10</c:v>
                </c:pt>
                <c:pt idx="3275">
                  <c:v>2013-05-13</c:v>
                </c:pt>
                <c:pt idx="3276">
                  <c:v>2013-05-14</c:v>
                </c:pt>
                <c:pt idx="3277">
                  <c:v>2013-05-15</c:v>
                </c:pt>
                <c:pt idx="3278">
                  <c:v>2013-05-16</c:v>
                </c:pt>
                <c:pt idx="3279">
                  <c:v>2013-05-17</c:v>
                </c:pt>
                <c:pt idx="3280">
                  <c:v>2013-05-20</c:v>
                </c:pt>
                <c:pt idx="3281">
                  <c:v>2013-05-21</c:v>
                </c:pt>
                <c:pt idx="3282">
                  <c:v>2013-05-22</c:v>
                </c:pt>
                <c:pt idx="3283">
                  <c:v>2013-05-23</c:v>
                </c:pt>
                <c:pt idx="3284">
                  <c:v>2013-05-24</c:v>
                </c:pt>
                <c:pt idx="3285">
                  <c:v>2013-05-28</c:v>
                </c:pt>
                <c:pt idx="3286">
                  <c:v>2013-05-29</c:v>
                </c:pt>
                <c:pt idx="3287">
                  <c:v>2013-05-30</c:v>
                </c:pt>
                <c:pt idx="3288">
                  <c:v>2013-05-31</c:v>
                </c:pt>
                <c:pt idx="3289">
                  <c:v>2013-06-03</c:v>
                </c:pt>
                <c:pt idx="3290">
                  <c:v>2013-06-04</c:v>
                </c:pt>
                <c:pt idx="3291">
                  <c:v>2013-06-05</c:v>
                </c:pt>
                <c:pt idx="3292">
                  <c:v>2013-06-06</c:v>
                </c:pt>
                <c:pt idx="3293">
                  <c:v>2013-06-07</c:v>
                </c:pt>
                <c:pt idx="3294">
                  <c:v>2013-06-10</c:v>
                </c:pt>
                <c:pt idx="3295">
                  <c:v>2013-06-11</c:v>
                </c:pt>
                <c:pt idx="3296">
                  <c:v>2013-06-12</c:v>
                </c:pt>
                <c:pt idx="3297">
                  <c:v>2013-06-13</c:v>
                </c:pt>
                <c:pt idx="3298">
                  <c:v>2013-06-14</c:v>
                </c:pt>
                <c:pt idx="3299">
                  <c:v>2013-06-17</c:v>
                </c:pt>
                <c:pt idx="3300">
                  <c:v>2013-06-18</c:v>
                </c:pt>
                <c:pt idx="3301">
                  <c:v>2013-06-19</c:v>
                </c:pt>
                <c:pt idx="3302">
                  <c:v>2013-06-20</c:v>
                </c:pt>
                <c:pt idx="3303">
                  <c:v>2013-06-21</c:v>
                </c:pt>
                <c:pt idx="3304">
                  <c:v>2013-06-24</c:v>
                </c:pt>
                <c:pt idx="3305">
                  <c:v>2013-06-25</c:v>
                </c:pt>
                <c:pt idx="3306">
                  <c:v>2013-06-26</c:v>
                </c:pt>
                <c:pt idx="3307">
                  <c:v>2013-06-27</c:v>
                </c:pt>
                <c:pt idx="3308">
                  <c:v>2013-06-28</c:v>
                </c:pt>
                <c:pt idx="3309">
                  <c:v>2013-07-01</c:v>
                </c:pt>
                <c:pt idx="3310">
                  <c:v>2013-07-02</c:v>
                </c:pt>
                <c:pt idx="3311">
                  <c:v>2013-07-03</c:v>
                </c:pt>
                <c:pt idx="3312">
                  <c:v>2013-07-05</c:v>
                </c:pt>
                <c:pt idx="3313">
                  <c:v>2013-07-08</c:v>
                </c:pt>
                <c:pt idx="3314">
                  <c:v>2013-07-09</c:v>
                </c:pt>
                <c:pt idx="3315">
                  <c:v>2013-07-10</c:v>
                </c:pt>
                <c:pt idx="3316">
                  <c:v>2013-07-11</c:v>
                </c:pt>
                <c:pt idx="3317">
                  <c:v>2013-07-12</c:v>
                </c:pt>
                <c:pt idx="3318">
                  <c:v>2013-07-15</c:v>
                </c:pt>
                <c:pt idx="3319">
                  <c:v>2013-07-16</c:v>
                </c:pt>
                <c:pt idx="3320">
                  <c:v>2013-07-17</c:v>
                </c:pt>
                <c:pt idx="3321">
                  <c:v>2013-07-18</c:v>
                </c:pt>
                <c:pt idx="3322">
                  <c:v>2013-07-19</c:v>
                </c:pt>
                <c:pt idx="3323">
                  <c:v>2013-07-22</c:v>
                </c:pt>
                <c:pt idx="3324">
                  <c:v>2013-07-23</c:v>
                </c:pt>
                <c:pt idx="3325">
                  <c:v>2013-07-24</c:v>
                </c:pt>
                <c:pt idx="3326">
                  <c:v>2013-07-25</c:v>
                </c:pt>
                <c:pt idx="3327">
                  <c:v>2013-07-26</c:v>
                </c:pt>
                <c:pt idx="3328">
                  <c:v>2013-07-29</c:v>
                </c:pt>
                <c:pt idx="3329">
                  <c:v>2013-07-30</c:v>
                </c:pt>
                <c:pt idx="3330">
                  <c:v>2013-07-31</c:v>
                </c:pt>
                <c:pt idx="3331">
                  <c:v>2013-08-01</c:v>
                </c:pt>
                <c:pt idx="3332">
                  <c:v>2013-08-02</c:v>
                </c:pt>
                <c:pt idx="3333">
                  <c:v>2013-08-05</c:v>
                </c:pt>
                <c:pt idx="3334">
                  <c:v>2013-08-06</c:v>
                </c:pt>
                <c:pt idx="3335">
                  <c:v>2013-08-07</c:v>
                </c:pt>
                <c:pt idx="3336">
                  <c:v>2013-08-08</c:v>
                </c:pt>
                <c:pt idx="3337">
                  <c:v>2013-08-09</c:v>
                </c:pt>
                <c:pt idx="3338">
                  <c:v>2013-08-12</c:v>
                </c:pt>
                <c:pt idx="3339">
                  <c:v>2013-08-13</c:v>
                </c:pt>
                <c:pt idx="3340">
                  <c:v>2013-08-14</c:v>
                </c:pt>
                <c:pt idx="3341">
                  <c:v>2013-08-15</c:v>
                </c:pt>
                <c:pt idx="3342">
                  <c:v>2013-08-16</c:v>
                </c:pt>
                <c:pt idx="3343">
                  <c:v>2013-08-19</c:v>
                </c:pt>
                <c:pt idx="3344">
                  <c:v>2013-08-20</c:v>
                </c:pt>
                <c:pt idx="3345">
                  <c:v>2013-08-21</c:v>
                </c:pt>
                <c:pt idx="3346">
                  <c:v>2013-08-22</c:v>
                </c:pt>
                <c:pt idx="3347">
                  <c:v>2013-08-23</c:v>
                </c:pt>
                <c:pt idx="3348">
                  <c:v>2013-08-26</c:v>
                </c:pt>
                <c:pt idx="3349">
                  <c:v>2013-08-27</c:v>
                </c:pt>
                <c:pt idx="3350">
                  <c:v>2013-08-28</c:v>
                </c:pt>
                <c:pt idx="3351">
                  <c:v>2013-08-29</c:v>
                </c:pt>
                <c:pt idx="3352">
                  <c:v>2013-08-30</c:v>
                </c:pt>
                <c:pt idx="3353">
                  <c:v>2013-09-03</c:v>
                </c:pt>
                <c:pt idx="3354">
                  <c:v>2013-09-04</c:v>
                </c:pt>
                <c:pt idx="3355">
                  <c:v>2013-09-05</c:v>
                </c:pt>
                <c:pt idx="3356">
                  <c:v>2013-09-06</c:v>
                </c:pt>
                <c:pt idx="3357">
                  <c:v>2013-09-09</c:v>
                </c:pt>
                <c:pt idx="3358">
                  <c:v>2013-09-10</c:v>
                </c:pt>
                <c:pt idx="3359">
                  <c:v>2013-09-11</c:v>
                </c:pt>
                <c:pt idx="3360">
                  <c:v>2013-09-12</c:v>
                </c:pt>
                <c:pt idx="3361">
                  <c:v>2013-09-13</c:v>
                </c:pt>
                <c:pt idx="3362">
                  <c:v>2013-09-16</c:v>
                </c:pt>
                <c:pt idx="3363">
                  <c:v>2013-09-17</c:v>
                </c:pt>
                <c:pt idx="3364">
                  <c:v>2013-09-18</c:v>
                </c:pt>
                <c:pt idx="3365">
                  <c:v>2013-09-19</c:v>
                </c:pt>
                <c:pt idx="3366">
                  <c:v>2013-09-20</c:v>
                </c:pt>
                <c:pt idx="3367">
                  <c:v>2013-09-23</c:v>
                </c:pt>
                <c:pt idx="3368">
                  <c:v>2013-09-24</c:v>
                </c:pt>
                <c:pt idx="3369">
                  <c:v>2013-09-25</c:v>
                </c:pt>
                <c:pt idx="3370">
                  <c:v>2013-09-26</c:v>
                </c:pt>
                <c:pt idx="3371">
                  <c:v>2013-09-27</c:v>
                </c:pt>
                <c:pt idx="3372">
                  <c:v>2013-09-30</c:v>
                </c:pt>
                <c:pt idx="3373">
                  <c:v>2013-10-01</c:v>
                </c:pt>
                <c:pt idx="3374">
                  <c:v>2013-10-02</c:v>
                </c:pt>
                <c:pt idx="3375">
                  <c:v>2013-10-03</c:v>
                </c:pt>
                <c:pt idx="3376">
                  <c:v>2013-10-04</c:v>
                </c:pt>
                <c:pt idx="3377">
                  <c:v>2013-10-07</c:v>
                </c:pt>
                <c:pt idx="3378">
                  <c:v>2013-10-08</c:v>
                </c:pt>
                <c:pt idx="3379">
                  <c:v>2013-10-09</c:v>
                </c:pt>
                <c:pt idx="3380">
                  <c:v>2013-10-10</c:v>
                </c:pt>
                <c:pt idx="3381">
                  <c:v>2013-10-11</c:v>
                </c:pt>
                <c:pt idx="3382">
                  <c:v>2013-10-14</c:v>
                </c:pt>
                <c:pt idx="3383">
                  <c:v>2013-10-15</c:v>
                </c:pt>
                <c:pt idx="3384">
                  <c:v>2013-10-16</c:v>
                </c:pt>
                <c:pt idx="3385">
                  <c:v>2013-10-17</c:v>
                </c:pt>
                <c:pt idx="3386">
                  <c:v>2013-10-18</c:v>
                </c:pt>
                <c:pt idx="3387">
                  <c:v>2013-10-21</c:v>
                </c:pt>
                <c:pt idx="3388">
                  <c:v>2013-10-22</c:v>
                </c:pt>
                <c:pt idx="3389">
                  <c:v>2013-10-23</c:v>
                </c:pt>
                <c:pt idx="3390">
                  <c:v>2013-10-24</c:v>
                </c:pt>
                <c:pt idx="3391">
                  <c:v>2013-10-25</c:v>
                </c:pt>
                <c:pt idx="3392">
                  <c:v>2013-10-28</c:v>
                </c:pt>
                <c:pt idx="3393">
                  <c:v>2013-10-29</c:v>
                </c:pt>
                <c:pt idx="3394">
                  <c:v>2013-10-30</c:v>
                </c:pt>
                <c:pt idx="3395">
                  <c:v>2013-10-31</c:v>
                </c:pt>
                <c:pt idx="3396">
                  <c:v>2013-11-01</c:v>
                </c:pt>
                <c:pt idx="3397">
                  <c:v>2013-11-04</c:v>
                </c:pt>
                <c:pt idx="3398">
                  <c:v>2013-11-05</c:v>
                </c:pt>
                <c:pt idx="3399">
                  <c:v>2013-11-06</c:v>
                </c:pt>
                <c:pt idx="3400">
                  <c:v>2013-11-07</c:v>
                </c:pt>
                <c:pt idx="3401">
                  <c:v>2013-11-08</c:v>
                </c:pt>
                <c:pt idx="3402">
                  <c:v>2013-11-11</c:v>
                </c:pt>
                <c:pt idx="3403">
                  <c:v>2013-11-12</c:v>
                </c:pt>
                <c:pt idx="3404">
                  <c:v>2013-11-13</c:v>
                </c:pt>
                <c:pt idx="3405">
                  <c:v>2013-11-14</c:v>
                </c:pt>
                <c:pt idx="3406">
                  <c:v>2013-11-15</c:v>
                </c:pt>
                <c:pt idx="3407">
                  <c:v>2013-11-18</c:v>
                </c:pt>
                <c:pt idx="3408">
                  <c:v>2013-11-19</c:v>
                </c:pt>
                <c:pt idx="3409">
                  <c:v>2013-11-20</c:v>
                </c:pt>
                <c:pt idx="3410">
                  <c:v>2013-11-21</c:v>
                </c:pt>
                <c:pt idx="3411">
                  <c:v>2013-11-22</c:v>
                </c:pt>
                <c:pt idx="3412">
                  <c:v>2013-11-25</c:v>
                </c:pt>
                <c:pt idx="3413">
                  <c:v>2013-11-26</c:v>
                </c:pt>
                <c:pt idx="3414">
                  <c:v>2013-11-27</c:v>
                </c:pt>
                <c:pt idx="3415">
                  <c:v>2013-11-29</c:v>
                </c:pt>
                <c:pt idx="3416">
                  <c:v>2013-12-02</c:v>
                </c:pt>
                <c:pt idx="3417">
                  <c:v>2013-12-03</c:v>
                </c:pt>
                <c:pt idx="3418">
                  <c:v>2013-12-04</c:v>
                </c:pt>
                <c:pt idx="3419">
                  <c:v>2013-12-05</c:v>
                </c:pt>
                <c:pt idx="3420">
                  <c:v>2013-12-06</c:v>
                </c:pt>
                <c:pt idx="3421">
                  <c:v>2013-12-09</c:v>
                </c:pt>
                <c:pt idx="3422">
                  <c:v>2013-12-10</c:v>
                </c:pt>
                <c:pt idx="3423">
                  <c:v>2013-12-11</c:v>
                </c:pt>
                <c:pt idx="3424">
                  <c:v>2013-12-12</c:v>
                </c:pt>
                <c:pt idx="3425">
                  <c:v>2013-12-13</c:v>
                </c:pt>
                <c:pt idx="3426">
                  <c:v>2013-12-16</c:v>
                </c:pt>
                <c:pt idx="3427">
                  <c:v>2013-12-17</c:v>
                </c:pt>
                <c:pt idx="3428">
                  <c:v>2013-12-18</c:v>
                </c:pt>
                <c:pt idx="3429">
                  <c:v>2013-12-19</c:v>
                </c:pt>
                <c:pt idx="3430">
                  <c:v>2013-12-20</c:v>
                </c:pt>
                <c:pt idx="3431">
                  <c:v>2013-12-23</c:v>
                </c:pt>
                <c:pt idx="3432">
                  <c:v>2013-12-24</c:v>
                </c:pt>
                <c:pt idx="3433">
                  <c:v>2013-12-26</c:v>
                </c:pt>
                <c:pt idx="3434">
                  <c:v>2013-12-27</c:v>
                </c:pt>
                <c:pt idx="3435">
                  <c:v>2013-12-30</c:v>
                </c:pt>
                <c:pt idx="3436">
                  <c:v>2013-12-31</c:v>
                </c:pt>
                <c:pt idx="3437">
                  <c:v>2014-01-02</c:v>
                </c:pt>
                <c:pt idx="3438">
                  <c:v>2014-01-03</c:v>
                </c:pt>
                <c:pt idx="3439">
                  <c:v>2014-01-06</c:v>
                </c:pt>
                <c:pt idx="3440">
                  <c:v>2014-01-07</c:v>
                </c:pt>
                <c:pt idx="3441">
                  <c:v>2014-01-08</c:v>
                </c:pt>
                <c:pt idx="3442">
                  <c:v>2014-01-09</c:v>
                </c:pt>
                <c:pt idx="3443">
                  <c:v>2014-01-10</c:v>
                </c:pt>
                <c:pt idx="3444">
                  <c:v>2014-01-13</c:v>
                </c:pt>
                <c:pt idx="3445">
                  <c:v>2014-01-14</c:v>
                </c:pt>
                <c:pt idx="3446">
                  <c:v>2014-01-15</c:v>
                </c:pt>
                <c:pt idx="3447">
                  <c:v>2014-01-16</c:v>
                </c:pt>
                <c:pt idx="3448">
                  <c:v>2014-01-17</c:v>
                </c:pt>
                <c:pt idx="3449">
                  <c:v>2014-01-21</c:v>
                </c:pt>
                <c:pt idx="3450">
                  <c:v>2014-01-22</c:v>
                </c:pt>
                <c:pt idx="3451">
                  <c:v>2014-01-23</c:v>
                </c:pt>
                <c:pt idx="3452">
                  <c:v>2014-01-24</c:v>
                </c:pt>
                <c:pt idx="3453">
                  <c:v>2014-01-27</c:v>
                </c:pt>
                <c:pt idx="3454">
                  <c:v>2014-01-28</c:v>
                </c:pt>
                <c:pt idx="3455">
                  <c:v>2014-01-29</c:v>
                </c:pt>
                <c:pt idx="3456">
                  <c:v>2014-01-30</c:v>
                </c:pt>
                <c:pt idx="3457">
                  <c:v>2014-01-31</c:v>
                </c:pt>
                <c:pt idx="3458">
                  <c:v>2014-02-03</c:v>
                </c:pt>
                <c:pt idx="3459">
                  <c:v>2014-02-04</c:v>
                </c:pt>
                <c:pt idx="3460">
                  <c:v>2014-02-05</c:v>
                </c:pt>
                <c:pt idx="3461">
                  <c:v>2014-02-06</c:v>
                </c:pt>
                <c:pt idx="3462">
                  <c:v>2014-02-07</c:v>
                </c:pt>
                <c:pt idx="3463">
                  <c:v>2014-02-10</c:v>
                </c:pt>
                <c:pt idx="3464">
                  <c:v>2014-02-11</c:v>
                </c:pt>
                <c:pt idx="3465">
                  <c:v>2014-02-12</c:v>
                </c:pt>
                <c:pt idx="3466">
                  <c:v>2014-02-13</c:v>
                </c:pt>
                <c:pt idx="3467">
                  <c:v>2014-02-14</c:v>
                </c:pt>
                <c:pt idx="3468">
                  <c:v>2014-02-18</c:v>
                </c:pt>
                <c:pt idx="3469">
                  <c:v>2014-02-19</c:v>
                </c:pt>
                <c:pt idx="3470">
                  <c:v>2014-02-20</c:v>
                </c:pt>
                <c:pt idx="3471">
                  <c:v>2014-02-21</c:v>
                </c:pt>
                <c:pt idx="3472">
                  <c:v>2014-02-24</c:v>
                </c:pt>
                <c:pt idx="3473">
                  <c:v>2014-02-25</c:v>
                </c:pt>
                <c:pt idx="3474">
                  <c:v>2014-02-26</c:v>
                </c:pt>
                <c:pt idx="3475">
                  <c:v>2014-02-27</c:v>
                </c:pt>
                <c:pt idx="3476">
                  <c:v>2014-02-28</c:v>
                </c:pt>
                <c:pt idx="3477">
                  <c:v>2014-03-03</c:v>
                </c:pt>
                <c:pt idx="3478">
                  <c:v>2014-03-04</c:v>
                </c:pt>
                <c:pt idx="3479">
                  <c:v>2014-03-05</c:v>
                </c:pt>
                <c:pt idx="3480">
                  <c:v>2014-03-06</c:v>
                </c:pt>
                <c:pt idx="3481">
                  <c:v>2014-03-07</c:v>
                </c:pt>
                <c:pt idx="3482">
                  <c:v>2014-03-10</c:v>
                </c:pt>
                <c:pt idx="3483">
                  <c:v>2014-03-11</c:v>
                </c:pt>
                <c:pt idx="3484">
                  <c:v>2014-03-12</c:v>
                </c:pt>
                <c:pt idx="3485">
                  <c:v>2014-03-13</c:v>
                </c:pt>
                <c:pt idx="3486">
                  <c:v>2014-03-14</c:v>
                </c:pt>
                <c:pt idx="3487">
                  <c:v>2014-03-17</c:v>
                </c:pt>
                <c:pt idx="3488">
                  <c:v>2014-03-18</c:v>
                </c:pt>
                <c:pt idx="3489">
                  <c:v>2014-03-19</c:v>
                </c:pt>
                <c:pt idx="3490">
                  <c:v>2014-03-20</c:v>
                </c:pt>
                <c:pt idx="3491">
                  <c:v>2014-03-21</c:v>
                </c:pt>
                <c:pt idx="3492">
                  <c:v>2014-03-24</c:v>
                </c:pt>
                <c:pt idx="3493">
                  <c:v>2014-03-25</c:v>
                </c:pt>
                <c:pt idx="3494">
                  <c:v>2014-03-26</c:v>
                </c:pt>
                <c:pt idx="3495">
                  <c:v>2014-03-27</c:v>
                </c:pt>
                <c:pt idx="3496">
                  <c:v>2014-03-28</c:v>
                </c:pt>
                <c:pt idx="3497">
                  <c:v>2014-03-31</c:v>
                </c:pt>
                <c:pt idx="3498">
                  <c:v>2014-04-01</c:v>
                </c:pt>
                <c:pt idx="3499">
                  <c:v>2014-04-02</c:v>
                </c:pt>
                <c:pt idx="3500">
                  <c:v>2014-04-03</c:v>
                </c:pt>
                <c:pt idx="3501">
                  <c:v>2014-04-04</c:v>
                </c:pt>
                <c:pt idx="3502">
                  <c:v>2014-04-07</c:v>
                </c:pt>
                <c:pt idx="3503">
                  <c:v>2014-04-08</c:v>
                </c:pt>
                <c:pt idx="3504">
                  <c:v>2014-04-09</c:v>
                </c:pt>
                <c:pt idx="3505">
                  <c:v>2014-04-10</c:v>
                </c:pt>
                <c:pt idx="3506">
                  <c:v>2014-04-11</c:v>
                </c:pt>
                <c:pt idx="3507">
                  <c:v>2014-04-14</c:v>
                </c:pt>
                <c:pt idx="3508">
                  <c:v>2014-04-15</c:v>
                </c:pt>
                <c:pt idx="3509">
                  <c:v>2014-04-16</c:v>
                </c:pt>
                <c:pt idx="3510">
                  <c:v>2014-04-17</c:v>
                </c:pt>
                <c:pt idx="3511">
                  <c:v>2014-04-21</c:v>
                </c:pt>
                <c:pt idx="3512">
                  <c:v>2014-04-22</c:v>
                </c:pt>
                <c:pt idx="3513">
                  <c:v>2014-04-23</c:v>
                </c:pt>
                <c:pt idx="3514">
                  <c:v>2014-04-24</c:v>
                </c:pt>
                <c:pt idx="3515">
                  <c:v>2014-04-25</c:v>
                </c:pt>
                <c:pt idx="3516">
                  <c:v>2014-04-28</c:v>
                </c:pt>
                <c:pt idx="3517">
                  <c:v>2014-04-29</c:v>
                </c:pt>
                <c:pt idx="3518">
                  <c:v>2014-04-30</c:v>
                </c:pt>
                <c:pt idx="3519">
                  <c:v>2014-05-01</c:v>
                </c:pt>
                <c:pt idx="3520">
                  <c:v>2014-05-02</c:v>
                </c:pt>
                <c:pt idx="3521">
                  <c:v>2014-05-05</c:v>
                </c:pt>
                <c:pt idx="3522">
                  <c:v>2014-05-06</c:v>
                </c:pt>
                <c:pt idx="3523">
                  <c:v>2014-05-07</c:v>
                </c:pt>
                <c:pt idx="3524">
                  <c:v>2014-05-08</c:v>
                </c:pt>
                <c:pt idx="3525">
                  <c:v>2014-05-09</c:v>
                </c:pt>
                <c:pt idx="3526">
                  <c:v>2014-05-12</c:v>
                </c:pt>
                <c:pt idx="3527">
                  <c:v>2014-05-13</c:v>
                </c:pt>
                <c:pt idx="3528">
                  <c:v>2014-05-14</c:v>
                </c:pt>
                <c:pt idx="3529">
                  <c:v>2014-05-15</c:v>
                </c:pt>
                <c:pt idx="3530">
                  <c:v>2014-05-16</c:v>
                </c:pt>
                <c:pt idx="3531">
                  <c:v>2014-05-19</c:v>
                </c:pt>
                <c:pt idx="3532">
                  <c:v>2014-05-20</c:v>
                </c:pt>
                <c:pt idx="3533">
                  <c:v>2014-05-21</c:v>
                </c:pt>
                <c:pt idx="3534">
                  <c:v>2014-05-22</c:v>
                </c:pt>
                <c:pt idx="3535">
                  <c:v>2014-05-23</c:v>
                </c:pt>
                <c:pt idx="3536">
                  <c:v>2014-05-27</c:v>
                </c:pt>
                <c:pt idx="3537">
                  <c:v>2014-05-28</c:v>
                </c:pt>
                <c:pt idx="3538">
                  <c:v>2014-05-29</c:v>
                </c:pt>
                <c:pt idx="3539">
                  <c:v>2014-05-30</c:v>
                </c:pt>
                <c:pt idx="3540">
                  <c:v>2014-06-02</c:v>
                </c:pt>
                <c:pt idx="3541">
                  <c:v>2014-06-03</c:v>
                </c:pt>
                <c:pt idx="3542">
                  <c:v>2014-06-04</c:v>
                </c:pt>
                <c:pt idx="3543">
                  <c:v>2014-06-05</c:v>
                </c:pt>
                <c:pt idx="3544">
                  <c:v>2014-06-06</c:v>
                </c:pt>
                <c:pt idx="3545">
                  <c:v>2014-06-09</c:v>
                </c:pt>
                <c:pt idx="3546">
                  <c:v>2014-06-10</c:v>
                </c:pt>
                <c:pt idx="3547">
                  <c:v>2014-06-11</c:v>
                </c:pt>
                <c:pt idx="3548">
                  <c:v>2014-06-12</c:v>
                </c:pt>
                <c:pt idx="3549">
                  <c:v>2014-06-13</c:v>
                </c:pt>
                <c:pt idx="3550">
                  <c:v>2014-06-16</c:v>
                </c:pt>
                <c:pt idx="3551">
                  <c:v>2014-06-17</c:v>
                </c:pt>
                <c:pt idx="3552">
                  <c:v>2014-06-18</c:v>
                </c:pt>
                <c:pt idx="3553">
                  <c:v>2014-06-19</c:v>
                </c:pt>
                <c:pt idx="3554">
                  <c:v>2014-06-20</c:v>
                </c:pt>
                <c:pt idx="3555">
                  <c:v>2014-06-23</c:v>
                </c:pt>
                <c:pt idx="3556">
                  <c:v>2014-06-24</c:v>
                </c:pt>
                <c:pt idx="3557">
                  <c:v>2014-06-25</c:v>
                </c:pt>
                <c:pt idx="3558">
                  <c:v>2014-06-26</c:v>
                </c:pt>
                <c:pt idx="3559">
                  <c:v>2014-06-27</c:v>
                </c:pt>
                <c:pt idx="3560">
                  <c:v>2014-06-30</c:v>
                </c:pt>
                <c:pt idx="3561">
                  <c:v>2014-07-01</c:v>
                </c:pt>
                <c:pt idx="3562">
                  <c:v>2014-07-02</c:v>
                </c:pt>
                <c:pt idx="3563">
                  <c:v>2014-07-03</c:v>
                </c:pt>
                <c:pt idx="3564">
                  <c:v>2014-07-07</c:v>
                </c:pt>
                <c:pt idx="3565">
                  <c:v>2014-07-08</c:v>
                </c:pt>
                <c:pt idx="3566">
                  <c:v>2014-07-09</c:v>
                </c:pt>
                <c:pt idx="3567">
                  <c:v>2014-07-10</c:v>
                </c:pt>
                <c:pt idx="3568">
                  <c:v>2014-07-11</c:v>
                </c:pt>
                <c:pt idx="3569">
                  <c:v>2014-07-14</c:v>
                </c:pt>
                <c:pt idx="3570">
                  <c:v>2014-07-15</c:v>
                </c:pt>
                <c:pt idx="3571">
                  <c:v>2014-07-16</c:v>
                </c:pt>
                <c:pt idx="3572">
                  <c:v>2014-07-17</c:v>
                </c:pt>
                <c:pt idx="3573">
                  <c:v>2014-07-18</c:v>
                </c:pt>
                <c:pt idx="3574">
                  <c:v>2014-07-21</c:v>
                </c:pt>
                <c:pt idx="3575">
                  <c:v>2014-07-22</c:v>
                </c:pt>
                <c:pt idx="3576">
                  <c:v>2014-07-23</c:v>
                </c:pt>
                <c:pt idx="3577">
                  <c:v>2014-07-24</c:v>
                </c:pt>
                <c:pt idx="3578">
                  <c:v>2014-07-25</c:v>
                </c:pt>
                <c:pt idx="3579">
                  <c:v>2014-07-28</c:v>
                </c:pt>
                <c:pt idx="3580">
                  <c:v>2014-07-29</c:v>
                </c:pt>
                <c:pt idx="3581">
                  <c:v>2014-07-30</c:v>
                </c:pt>
                <c:pt idx="3582">
                  <c:v>2014-07-31</c:v>
                </c:pt>
                <c:pt idx="3583">
                  <c:v>2014-08-01</c:v>
                </c:pt>
                <c:pt idx="3584">
                  <c:v>2014-08-04</c:v>
                </c:pt>
                <c:pt idx="3585">
                  <c:v>2014-08-05</c:v>
                </c:pt>
                <c:pt idx="3586">
                  <c:v>2014-08-06</c:v>
                </c:pt>
                <c:pt idx="3587">
                  <c:v>2014-08-07</c:v>
                </c:pt>
                <c:pt idx="3588">
                  <c:v>2014-08-08</c:v>
                </c:pt>
                <c:pt idx="3589">
                  <c:v>2014-08-11</c:v>
                </c:pt>
                <c:pt idx="3590">
                  <c:v>2014-08-12</c:v>
                </c:pt>
                <c:pt idx="3591">
                  <c:v>2014-08-13</c:v>
                </c:pt>
                <c:pt idx="3592">
                  <c:v>2014-08-14</c:v>
                </c:pt>
                <c:pt idx="3593">
                  <c:v>2014-08-15</c:v>
                </c:pt>
                <c:pt idx="3594">
                  <c:v>2014-08-18</c:v>
                </c:pt>
                <c:pt idx="3595">
                  <c:v>2014-08-19</c:v>
                </c:pt>
                <c:pt idx="3596">
                  <c:v>2014-08-20</c:v>
                </c:pt>
                <c:pt idx="3597">
                  <c:v>2014-08-21</c:v>
                </c:pt>
                <c:pt idx="3598">
                  <c:v>2014-08-22</c:v>
                </c:pt>
                <c:pt idx="3599">
                  <c:v>2014-08-25</c:v>
                </c:pt>
                <c:pt idx="3600">
                  <c:v>2014-08-26</c:v>
                </c:pt>
                <c:pt idx="3601">
                  <c:v>2014-08-27</c:v>
                </c:pt>
                <c:pt idx="3602">
                  <c:v>2014-08-28</c:v>
                </c:pt>
                <c:pt idx="3603">
                  <c:v>2014-08-29</c:v>
                </c:pt>
                <c:pt idx="3604">
                  <c:v>2014-09-02</c:v>
                </c:pt>
                <c:pt idx="3605">
                  <c:v>2014-09-03</c:v>
                </c:pt>
                <c:pt idx="3606">
                  <c:v>2014-09-04</c:v>
                </c:pt>
                <c:pt idx="3607">
                  <c:v>2014-09-05</c:v>
                </c:pt>
                <c:pt idx="3608">
                  <c:v>2014-09-08</c:v>
                </c:pt>
                <c:pt idx="3609">
                  <c:v>2014-09-09</c:v>
                </c:pt>
                <c:pt idx="3610">
                  <c:v>2014-09-10</c:v>
                </c:pt>
                <c:pt idx="3611">
                  <c:v>2014-09-11</c:v>
                </c:pt>
                <c:pt idx="3612">
                  <c:v>2014-09-12</c:v>
                </c:pt>
                <c:pt idx="3613">
                  <c:v>2014-09-15</c:v>
                </c:pt>
                <c:pt idx="3614">
                  <c:v>2014-09-16</c:v>
                </c:pt>
                <c:pt idx="3615">
                  <c:v>2014-09-17</c:v>
                </c:pt>
                <c:pt idx="3616">
                  <c:v>2014-09-18</c:v>
                </c:pt>
                <c:pt idx="3617">
                  <c:v>2014-09-19</c:v>
                </c:pt>
                <c:pt idx="3618">
                  <c:v>2014-09-22</c:v>
                </c:pt>
                <c:pt idx="3619">
                  <c:v>2014-09-23</c:v>
                </c:pt>
                <c:pt idx="3620">
                  <c:v>2014-09-24</c:v>
                </c:pt>
                <c:pt idx="3621">
                  <c:v>2014-09-25</c:v>
                </c:pt>
                <c:pt idx="3622">
                  <c:v>2014-09-26</c:v>
                </c:pt>
                <c:pt idx="3623">
                  <c:v>2014-09-29</c:v>
                </c:pt>
                <c:pt idx="3624">
                  <c:v>2014-09-30</c:v>
                </c:pt>
                <c:pt idx="3625">
                  <c:v>2014-10-01</c:v>
                </c:pt>
                <c:pt idx="3626">
                  <c:v>2014-10-02</c:v>
                </c:pt>
                <c:pt idx="3627">
                  <c:v>2014-10-03</c:v>
                </c:pt>
                <c:pt idx="3628">
                  <c:v>2014-10-06</c:v>
                </c:pt>
                <c:pt idx="3629">
                  <c:v>2014-10-07</c:v>
                </c:pt>
                <c:pt idx="3630">
                  <c:v>2014-10-08</c:v>
                </c:pt>
                <c:pt idx="3631">
                  <c:v>2014-10-09</c:v>
                </c:pt>
                <c:pt idx="3632">
                  <c:v>2014-10-10</c:v>
                </c:pt>
                <c:pt idx="3633">
                  <c:v>2014-10-13</c:v>
                </c:pt>
                <c:pt idx="3634">
                  <c:v>2014-10-14</c:v>
                </c:pt>
                <c:pt idx="3635">
                  <c:v>2014-10-15</c:v>
                </c:pt>
                <c:pt idx="3636">
                  <c:v>2014-10-16</c:v>
                </c:pt>
                <c:pt idx="3637">
                  <c:v>2014-10-17</c:v>
                </c:pt>
                <c:pt idx="3638">
                  <c:v>2014-10-20</c:v>
                </c:pt>
                <c:pt idx="3639">
                  <c:v>2014-10-21</c:v>
                </c:pt>
                <c:pt idx="3640">
                  <c:v>2014-10-22</c:v>
                </c:pt>
                <c:pt idx="3641">
                  <c:v>2014-10-23</c:v>
                </c:pt>
                <c:pt idx="3642">
                  <c:v>2014-10-24</c:v>
                </c:pt>
                <c:pt idx="3643">
                  <c:v>2014-10-27</c:v>
                </c:pt>
                <c:pt idx="3644">
                  <c:v>2014-10-28</c:v>
                </c:pt>
                <c:pt idx="3645">
                  <c:v>2014-10-29</c:v>
                </c:pt>
                <c:pt idx="3646">
                  <c:v>2014-10-30</c:v>
                </c:pt>
                <c:pt idx="3647">
                  <c:v>2014-10-31</c:v>
                </c:pt>
                <c:pt idx="3648">
                  <c:v>2014-11-03</c:v>
                </c:pt>
                <c:pt idx="3649">
                  <c:v>2014-11-04</c:v>
                </c:pt>
                <c:pt idx="3650">
                  <c:v>2014-11-05</c:v>
                </c:pt>
                <c:pt idx="3651">
                  <c:v>2014-11-06</c:v>
                </c:pt>
                <c:pt idx="3652">
                  <c:v>2014-11-07</c:v>
                </c:pt>
                <c:pt idx="3653">
                  <c:v>2014-11-10</c:v>
                </c:pt>
                <c:pt idx="3654">
                  <c:v>2014-11-11</c:v>
                </c:pt>
                <c:pt idx="3655">
                  <c:v>2014-11-12</c:v>
                </c:pt>
                <c:pt idx="3656">
                  <c:v>2014-11-13</c:v>
                </c:pt>
                <c:pt idx="3657">
                  <c:v>2014-11-14</c:v>
                </c:pt>
                <c:pt idx="3658">
                  <c:v>2014-11-17</c:v>
                </c:pt>
                <c:pt idx="3659">
                  <c:v>2014-11-18</c:v>
                </c:pt>
                <c:pt idx="3660">
                  <c:v>2014-11-19</c:v>
                </c:pt>
                <c:pt idx="3661">
                  <c:v>2014-11-20</c:v>
                </c:pt>
                <c:pt idx="3662">
                  <c:v>2014-11-21</c:v>
                </c:pt>
                <c:pt idx="3663">
                  <c:v>2014-11-24</c:v>
                </c:pt>
                <c:pt idx="3664">
                  <c:v>2014-11-25</c:v>
                </c:pt>
                <c:pt idx="3665">
                  <c:v>2014-11-26</c:v>
                </c:pt>
                <c:pt idx="3666">
                  <c:v>2014-11-28</c:v>
                </c:pt>
                <c:pt idx="3667">
                  <c:v>2014-12-01</c:v>
                </c:pt>
                <c:pt idx="3668">
                  <c:v>2014-12-02</c:v>
                </c:pt>
                <c:pt idx="3669">
                  <c:v>2014-12-03</c:v>
                </c:pt>
                <c:pt idx="3670">
                  <c:v>2014-12-04</c:v>
                </c:pt>
                <c:pt idx="3671">
                  <c:v>2014-12-05</c:v>
                </c:pt>
                <c:pt idx="3672">
                  <c:v>2014-12-08</c:v>
                </c:pt>
                <c:pt idx="3673">
                  <c:v>2014-12-09</c:v>
                </c:pt>
                <c:pt idx="3674">
                  <c:v>2014-12-10</c:v>
                </c:pt>
                <c:pt idx="3675">
                  <c:v>2014-12-11</c:v>
                </c:pt>
                <c:pt idx="3676">
                  <c:v>2014-12-12</c:v>
                </c:pt>
                <c:pt idx="3677">
                  <c:v>2014-12-15</c:v>
                </c:pt>
                <c:pt idx="3678">
                  <c:v>2014-12-16</c:v>
                </c:pt>
                <c:pt idx="3679">
                  <c:v>2014-12-17</c:v>
                </c:pt>
                <c:pt idx="3680">
                  <c:v>2014-12-18</c:v>
                </c:pt>
                <c:pt idx="3681">
                  <c:v>2014-12-19</c:v>
                </c:pt>
                <c:pt idx="3682">
                  <c:v>2014-12-22</c:v>
                </c:pt>
                <c:pt idx="3683">
                  <c:v>2014-12-23</c:v>
                </c:pt>
                <c:pt idx="3684">
                  <c:v>2014-12-24</c:v>
                </c:pt>
                <c:pt idx="3685">
                  <c:v>2014-12-26</c:v>
                </c:pt>
                <c:pt idx="3686">
                  <c:v>2014-12-29</c:v>
                </c:pt>
                <c:pt idx="3687">
                  <c:v>2014-12-30</c:v>
                </c:pt>
                <c:pt idx="3688">
                  <c:v>2014-12-31</c:v>
                </c:pt>
                <c:pt idx="3689">
                  <c:v>2015-01-02</c:v>
                </c:pt>
                <c:pt idx="3690">
                  <c:v>2015-01-05</c:v>
                </c:pt>
                <c:pt idx="3691">
                  <c:v>2015-01-06</c:v>
                </c:pt>
                <c:pt idx="3692">
                  <c:v>2015-01-07</c:v>
                </c:pt>
                <c:pt idx="3693">
                  <c:v>2015-01-08</c:v>
                </c:pt>
                <c:pt idx="3694">
                  <c:v>2015-01-09</c:v>
                </c:pt>
                <c:pt idx="3695">
                  <c:v>2015-01-12</c:v>
                </c:pt>
                <c:pt idx="3696">
                  <c:v>2015-01-13</c:v>
                </c:pt>
                <c:pt idx="3697">
                  <c:v>2015-01-14</c:v>
                </c:pt>
                <c:pt idx="3698">
                  <c:v>2015-01-15</c:v>
                </c:pt>
                <c:pt idx="3699">
                  <c:v>2015-01-16</c:v>
                </c:pt>
                <c:pt idx="3700">
                  <c:v>2015-01-20</c:v>
                </c:pt>
                <c:pt idx="3701">
                  <c:v>2015-01-21</c:v>
                </c:pt>
                <c:pt idx="3702">
                  <c:v>2015-01-22</c:v>
                </c:pt>
                <c:pt idx="3703">
                  <c:v>2015-01-23</c:v>
                </c:pt>
                <c:pt idx="3704">
                  <c:v>2015-01-26</c:v>
                </c:pt>
                <c:pt idx="3705">
                  <c:v>2015-01-27</c:v>
                </c:pt>
                <c:pt idx="3706">
                  <c:v>2015-01-28</c:v>
                </c:pt>
                <c:pt idx="3707">
                  <c:v>2015-01-29</c:v>
                </c:pt>
                <c:pt idx="3708">
                  <c:v>2015-01-30</c:v>
                </c:pt>
                <c:pt idx="3709">
                  <c:v>2015-02-04</c:v>
                </c:pt>
                <c:pt idx="3710">
                  <c:v>2015-02-05</c:v>
                </c:pt>
                <c:pt idx="3711">
                  <c:v>2015-02-06</c:v>
                </c:pt>
                <c:pt idx="3712">
                  <c:v>2015-02-09</c:v>
                </c:pt>
                <c:pt idx="3713">
                  <c:v>2015-02-11</c:v>
                </c:pt>
                <c:pt idx="3714">
                  <c:v>2015-02-12</c:v>
                </c:pt>
                <c:pt idx="3715">
                  <c:v>2015-02-13</c:v>
                </c:pt>
                <c:pt idx="3716">
                  <c:v>2015-02-17</c:v>
                </c:pt>
                <c:pt idx="3717">
                  <c:v>2015-02-18</c:v>
                </c:pt>
                <c:pt idx="3718">
                  <c:v>2015-02-19</c:v>
                </c:pt>
                <c:pt idx="3719">
                  <c:v>2015-02-20</c:v>
                </c:pt>
                <c:pt idx="3720">
                  <c:v>2015-02-23</c:v>
                </c:pt>
                <c:pt idx="3721">
                  <c:v>2015-02-24</c:v>
                </c:pt>
                <c:pt idx="3722">
                  <c:v>2015-02-25</c:v>
                </c:pt>
                <c:pt idx="3723">
                  <c:v>2015-02-26</c:v>
                </c:pt>
                <c:pt idx="3724">
                  <c:v>2015-02-27</c:v>
                </c:pt>
                <c:pt idx="3725">
                  <c:v>2015-03-02</c:v>
                </c:pt>
                <c:pt idx="3726">
                  <c:v>2015-03-03</c:v>
                </c:pt>
                <c:pt idx="3727">
                  <c:v>2015-03-04</c:v>
                </c:pt>
                <c:pt idx="3728">
                  <c:v>2015-03-05</c:v>
                </c:pt>
                <c:pt idx="3729">
                  <c:v>2015-03-09</c:v>
                </c:pt>
                <c:pt idx="3730">
                  <c:v>2015-03-10</c:v>
                </c:pt>
                <c:pt idx="3731">
                  <c:v>2015-03-11</c:v>
                </c:pt>
                <c:pt idx="3732">
                  <c:v>2015-03-12</c:v>
                </c:pt>
                <c:pt idx="3733">
                  <c:v>2015-03-13</c:v>
                </c:pt>
                <c:pt idx="3734">
                  <c:v>2015-03-16</c:v>
                </c:pt>
                <c:pt idx="3735">
                  <c:v>2015-03-17</c:v>
                </c:pt>
                <c:pt idx="3736">
                  <c:v>2015-03-18</c:v>
                </c:pt>
                <c:pt idx="3737">
                  <c:v>2015-03-19</c:v>
                </c:pt>
                <c:pt idx="3738">
                  <c:v>2015-03-20</c:v>
                </c:pt>
                <c:pt idx="3739">
                  <c:v>2015-03-23</c:v>
                </c:pt>
                <c:pt idx="3740">
                  <c:v>2015-03-24</c:v>
                </c:pt>
                <c:pt idx="3741">
                  <c:v>2015-03-25</c:v>
                </c:pt>
                <c:pt idx="3742">
                  <c:v>2015-03-26</c:v>
                </c:pt>
                <c:pt idx="3743">
                  <c:v>2015-03-27</c:v>
                </c:pt>
                <c:pt idx="3744">
                  <c:v>2015-03-30</c:v>
                </c:pt>
                <c:pt idx="3745">
                  <c:v>2015-03-31</c:v>
                </c:pt>
                <c:pt idx="3746">
                  <c:v>2015-04-01</c:v>
                </c:pt>
                <c:pt idx="3747">
                  <c:v>2015-04-02</c:v>
                </c:pt>
                <c:pt idx="3748">
                  <c:v>2015-04-06</c:v>
                </c:pt>
                <c:pt idx="3749">
                  <c:v>2015-04-07</c:v>
                </c:pt>
                <c:pt idx="3750">
                  <c:v>2015-04-08</c:v>
                </c:pt>
                <c:pt idx="3751">
                  <c:v>2015-04-09</c:v>
                </c:pt>
                <c:pt idx="3752">
                  <c:v>2015-04-10</c:v>
                </c:pt>
                <c:pt idx="3753">
                  <c:v>2015-04-13</c:v>
                </c:pt>
                <c:pt idx="3754">
                  <c:v>2015-04-14</c:v>
                </c:pt>
                <c:pt idx="3755">
                  <c:v>2015-04-15</c:v>
                </c:pt>
                <c:pt idx="3756">
                  <c:v>2015-04-16</c:v>
                </c:pt>
                <c:pt idx="3757">
                  <c:v>2015-04-17</c:v>
                </c:pt>
                <c:pt idx="3758">
                  <c:v>2015-04-20</c:v>
                </c:pt>
                <c:pt idx="3759">
                  <c:v>2015-04-21</c:v>
                </c:pt>
                <c:pt idx="3760">
                  <c:v>2015-04-22</c:v>
                </c:pt>
                <c:pt idx="3761">
                  <c:v>2015-04-23</c:v>
                </c:pt>
                <c:pt idx="3762">
                  <c:v>2015-04-24</c:v>
                </c:pt>
                <c:pt idx="3763">
                  <c:v>2015-04-27</c:v>
                </c:pt>
                <c:pt idx="3764">
                  <c:v>2015-04-28</c:v>
                </c:pt>
                <c:pt idx="3765">
                  <c:v>2015-04-29</c:v>
                </c:pt>
                <c:pt idx="3766">
                  <c:v>2015-04-30</c:v>
                </c:pt>
                <c:pt idx="3767">
                  <c:v>2015-05-01</c:v>
                </c:pt>
                <c:pt idx="3768">
                  <c:v>2015-05-04</c:v>
                </c:pt>
                <c:pt idx="3769">
                  <c:v>2015-05-05</c:v>
                </c:pt>
                <c:pt idx="3770">
                  <c:v>2015-05-06</c:v>
                </c:pt>
                <c:pt idx="3771">
                  <c:v>2015-05-07</c:v>
                </c:pt>
                <c:pt idx="3772">
                  <c:v>2015-05-08</c:v>
                </c:pt>
                <c:pt idx="3773">
                  <c:v>2015-05-11</c:v>
                </c:pt>
                <c:pt idx="3774">
                  <c:v>2015-05-13</c:v>
                </c:pt>
                <c:pt idx="3775">
                  <c:v>2015-05-14</c:v>
                </c:pt>
                <c:pt idx="3776">
                  <c:v>2015-05-15</c:v>
                </c:pt>
                <c:pt idx="3777">
                  <c:v>2015-05-18</c:v>
                </c:pt>
                <c:pt idx="3778">
                  <c:v>2015-05-19</c:v>
                </c:pt>
                <c:pt idx="3779">
                  <c:v>2015-05-20</c:v>
                </c:pt>
                <c:pt idx="3780">
                  <c:v>2015-05-21</c:v>
                </c:pt>
                <c:pt idx="3781">
                  <c:v>2015-05-22</c:v>
                </c:pt>
                <c:pt idx="3782">
                  <c:v>2015-05-26</c:v>
                </c:pt>
                <c:pt idx="3783">
                  <c:v>2015-05-27</c:v>
                </c:pt>
                <c:pt idx="3784">
                  <c:v>2015-05-28</c:v>
                </c:pt>
                <c:pt idx="3785">
                  <c:v>2015-05-29</c:v>
                </c:pt>
                <c:pt idx="3786">
                  <c:v>2015-06-01</c:v>
                </c:pt>
                <c:pt idx="3787">
                  <c:v>2015-06-02</c:v>
                </c:pt>
                <c:pt idx="3788">
                  <c:v>2015-06-03</c:v>
                </c:pt>
                <c:pt idx="3789">
                  <c:v>2015-06-04</c:v>
                </c:pt>
                <c:pt idx="3790">
                  <c:v>2015-06-05</c:v>
                </c:pt>
                <c:pt idx="3791">
                  <c:v>2015-06-08</c:v>
                </c:pt>
                <c:pt idx="3792">
                  <c:v>2015-06-09</c:v>
                </c:pt>
                <c:pt idx="3793">
                  <c:v>2015-06-10</c:v>
                </c:pt>
                <c:pt idx="3794">
                  <c:v>2015-06-11</c:v>
                </c:pt>
                <c:pt idx="3795">
                  <c:v>2015-06-12</c:v>
                </c:pt>
                <c:pt idx="3796">
                  <c:v>2015-06-15</c:v>
                </c:pt>
                <c:pt idx="3797">
                  <c:v>2015-06-16</c:v>
                </c:pt>
                <c:pt idx="3798">
                  <c:v>2015-06-17</c:v>
                </c:pt>
                <c:pt idx="3799">
                  <c:v>2015-06-18</c:v>
                </c:pt>
                <c:pt idx="3800">
                  <c:v>2015-06-19</c:v>
                </c:pt>
                <c:pt idx="3801">
                  <c:v>2015-06-22</c:v>
                </c:pt>
                <c:pt idx="3802">
                  <c:v>2015-06-23</c:v>
                </c:pt>
                <c:pt idx="3803">
                  <c:v>2015-06-24</c:v>
                </c:pt>
                <c:pt idx="3804">
                  <c:v>2015-06-25</c:v>
                </c:pt>
                <c:pt idx="3805">
                  <c:v>2015-06-26</c:v>
                </c:pt>
                <c:pt idx="3806">
                  <c:v>2015-06-29</c:v>
                </c:pt>
                <c:pt idx="3807">
                  <c:v>2015-06-30</c:v>
                </c:pt>
                <c:pt idx="3808">
                  <c:v>2015-07-01</c:v>
                </c:pt>
                <c:pt idx="3809">
                  <c:v>2015-07-02</c:v>
                </c:pt>
                <c:pt idx="3810">
                  <c:v>2015-07-06</c:v>
                </c:pt>
                <c:pt idx="3811">
                  <c:v>2015-07-07</c:v>
                </c:pt>
                <c:pt idx="3812">
                  <c:v>2015-07-08</c:v>
                </c:pt>
                <c:pt idx="3813">
                  <c:v>2015-07-09</c:v>
                </c:pt>
                <c:pt idx="3814">
                  <c:v>2015-07-10</c:v>
                </c:pt>
                <c:pt idx="3815">
                  <c:v>2015-07-13</c:v>
                </c:pt>
                <c:pt idx="3816">
                  <c:v>2015-07-14</c:v>
                </c:pt>
                <c:pt idx="3817">
                  <c:v>2015-07-15</c:v>
                </c:pt>
                <c:pt idx="3818">
                  <c:v>2015-07-16</c:v>
                </c:pt>
                <c:pt idx="3819">
                  <c:v>2015-07-17</c:v>
                </c:pt>
                <c:pt idx="3820">
                  <c:v>2015-07-20</c:v>
                </c:pt>
                <c:pt idx="3821">
                  <c:v>2015-07-21</c:v>
                </c:pt>
                <c:pt idx="3822">
                  <c:v>2015-07-22</c:v>
                </c:pt>
                <c:pt idx="3823">
                  <c:v>2015-07-23</c:v>
                </c:pt>
                <c:pt idx="3824">
                  <c:v>2015-07-24</c:v>
                </c:pt>
                <c:pt idx="3825">
                  <c:v>2015-07-27</c:v>
                </c:pt>
                <c:pt idx="3826">
                  <c:v>2015-07-28</c:v>
                </c:pt>
                <c:pt idx="3827">
                  <c:v>2015-07-29</c:v>
                </c:pt>
                <c:pt idx="3828">
                  <c:v>2015-07-30</c:v>
                </c:pt>
                <c:pt idx="3829">
                  <c:v>2015-07-31</c:v>
                </c:pt>
                <c:pt idx="3830">
                  <c:v>2015-08-03</c:v>
                </c:pt>
                <c:pt idx="3831">
                  <c:v>2015-08-04</c:v>
                </c:pt>
                <c:pt idx="3832">
                  <c:v>2015-08-05</c:v>
                </c:pt>
                <c:pt idx="3833">
                  <c:v>2015-08-06</c:v>
                </c:pt>
                <c:pt idx="3834">
                  <c:v>2015-08-07</c:v>
                </c:pt>
                <c:pt idx="3835">
                  <c:v>2015-08-10</c:v>
                </c:pt>
                <c:pt idx="3836">
                  <c:v>2015-08-11</c:v>
                </c:pt>
                <c:pt idx="3837">
                  <c:v>2015-08-12</c:v>
                </c:pt>
                <c:pt idx="3838">
                  <c:v>2015-08-13</c:v>
                </c:pt>
                <c:pt idx="3839">
                  <c:v>2015-08-14</c:v>
                </c:pt>
                <c:pt idx="3840">
                  <c:v>2015-08-17</c:v>
                </c:pt>
                <c:pt idx="3841">
                  <c:v>2015-08-18</c:v>
                </c:pt>
                <c:pt idx="3842">
                  <c:v>2015-08-19</c:v>
                </c:pt>
                <c:pt idx="3843">
                  <c:v>2015-08-20</c:v>
                </c:pt>
                <c:pt idx="3844">
                  <c:v>2015-08-21</c:v>
                </c:pt>
                <c:pt idx="3845">
                  <c:v>2015-08-24</c:v>
                </c:pt>
                <c:pt idx="3846">
                  <c:v>2015-08-25</c:v>
                </c:pt>
                <c:pt idx="3847">
                  <c:v>2015-08-26</c:v>
                </c:pt>
                <c:pt idx="3848">
                  <c:v>2015-08-27</c:v>
                </c:pt>
                <c:pt idx="3849">
                  <c:v>2015-08-28</c:v>
                </c:pt>
                <c:pt idx="3850">
                  <c:v>2015-08-31</c:v>
                </c:pt>
                <c:pt idx="3851">
                  <c:v>2015-09-01</c:v>
                </c:pt>
                <c:pt idx="3852">
                  <c:v>2015-09-02</c:v>
                </c:pt>
                <c:pt idx="3853">
                  <c:v>2015-09-03</c:v>
                </c:pt>
                <c:pt idx="3854">
                  <c:v>2015-09-04</c:v>
                </c:pt>
                <c:pt idx="3855">
                  <c:v>2015-09-08</c:v>
                </c:pt>
                <c:pt idx="3856">
                  <c:v>2015-09-09</c:v>
                </c:pt>
                <c:pt idx="3857">
                  <c:v>2015-09-10</c:v>
                </c:pt>
                <c:pt idx="3858">
                  <c:v>2015-09-11</c:v>
                </c:pt>
                <c:pt idx="3859">
                  <c:v>2015-09-14</c:v>
                </c:pt>
                <c:pt idx="3860">
                  <c:v>2015-09-15</c:v>
                </c:pt>
                <c:pt idx="3861">
                  <c:v>2015-09-16</c:v>
                </c:pt>
                <c:pt idx="3862">
                  <c:v>2015-09-17</c:v>
                </c:pt>
                <c:pt idx="3863">
                  <c:v>2015-09-18</c:v>
                </c:pt>
                <c:pt idx="3864">
                  <c:v>2015-09-21</c:v>
                </c:pt>
                <c:pt idx="3865">
                  <c:v>2015-09-22</c:v>
                </c:pt>
                <c:pt idx="3866">
                  <c:v>2015-09-23</c:v>
                </c:pt>
                <c:pt idx="3867">
                  <c:v>2015-09-24</c:v>
                </c:pt>
                <c:pt idx="3868">
                  <c:v>2015-09-25</c:v>
                </c:pt>
                <c:pt idx="3869">
                  <c:v>2015-09-28</c:v>
                </c:pt>
                <c:pt idx="3870">
                  <c:v>2015-09-29</c:v>
                </c:pt>
                <c:pt idx="3871">
                  <c:v>2015-09-30</c:v>
                </c:pt>
                <c:pt idx="3872">
                  <c:v>2015-10-01</c:v>
                </c:pt>
                <c:pt idx="3873">
                  <c:v>2015-10-02</c:v>
                </c:pt>
                <c:pt idx="3874">
                  <c:v>2015-10-05</c:v>
                </c:pt>
                <c:pt idx="3875">
                  <c:v>2015-10-06</c:v>
                </c:pt>
                <c:pt idx="3876">
                  <c:v>2015-10-07</c:v>
                </c:pt>
                <c:pt idx="3877">
                  <c:v>2015-10-08</c:v>
                </c:pt>
                <c:pt idx="3878">
                  <c:v>2015-10-09</c:v>
                </c:pt>
                <c:pt idx="3879">
                  <c:v>2015-10-12</c:v>
                </c:pt>
                <c:pt idx="3880">
                  <c:v>2015-10-13</c:v>
                </c:pt>
                <c:pt idx="3881">
                  <c:v>2015-10-14</c:v>
                </c:pt>
                <c:pt idx="3882">
                  <c:v>2015-10-15</c:v>
                </c:pt>
                <c:pt idx="3883">
                  <c:v>2015-10-16</c:v>
                </c:pt>
                <c:pt idx="3884">
                  <c:v>2015-10-19</c:v>
                </c:pt>
                <c:pt idx="3885">
                  <c:v>2015-10-20</c:v>
                </c:pt>
                <c:pt idx="3886">
                  <c:v>2015-10-21</c:v>
                </c:pt>
                <c:pt idx="3887">
                  <c:v>2015-10-22</c:v>
                </c:pt>
                <c:pt idx="3888">
                  <c:v>2015-10-23</c:v>
                </c:pt>
                <c:pt idx="3889">
                  <c:v>2015-10-26</c:v>
                </c:pt>
                <c:pt idx="3890">
                  <c:v>2015-10-27</c:v>
                </c:pt>
                <c:pt idx="3891">
                  <c:v>2015-10-28</c:v>
                </c:pt>
                <c:pt idx="3892">
                  <c:v>2015-10-29</c:v>
                </c:pt>
                <c:pt idx="3893">
                  <c:v>2015-10-30</c:v>
                </c:pt>
                <c:pt idx="3894">
                  <c:v>2015-11-02</c:v>
                </c:pt>
                <c:pt idx="3895">
                  <c:v>2015-11-03</c:v>
                </c:pt>
                <c:pt idx="3896">
                  <c:v>2015-11-04</c:v>
                </c:pt>
                <c:pt idx="3897">
                  <c:v>2015-11-05</c:v>
                </c:pt>
                <c:pt idx="3898">
                  <c:v>2015-11-06</c:v>
                </c:pt>
                <c:pt idx="3899">
                  <c:v>2015-11-09</c:v>
                </c:pt>
                <c:pt idx="3900">
                  <c:v>2015-11-10</c:v>
                </c:pt>
                <c:pt idx="3901">
                  <c:v>2015-11-11</c:v>
                </c:pt>
                <c:pt idx="3902">
                  <c:v>2015-11-12</c:v>
                </c:pt>
                <c:pt idx="3903">
                  <c:v>2015-11-13</c:v>
                </c:pt>
                <c:pt idx="3904">
                  <c:v>2015-11-16</c:v>
                </c:pt>
                <c:pt idx="3905">
                  <c:v>2015-11-17</c:v>
                </c:pt>
                <c:pt idx="3906">
                  <c:v>2015-11-18</c:v>
                </c:pt>
                <c:pt idx="3907">
                  <c:v>2015-11-19</c:v>
                </c:pt>
                <c:pt idx="3908">
                  <c:v>2015-11-20</c:v>
                </c:pt>
                <c:pt idx="3909">
                  <c:v>2015-11-23</c:v>
                </c:pt>
                <c:pt idx="3910">
                  <c:v>2015-11-24</c:v>
                </c:pt>
                <c:pt idx="3911">
                  <c:v>2015-11-25</c:v>
                </c:pt>
                <c:pt idx="3912">
                  <c:v>2015-11-27</c:v>
                </c:pt>
                <c:pt idx="3913">
                  <c:v>2015-11-30</c:v>
                </c:pt>
                <c:pt idx="3914">
                  <c:v>2015-12-01</c:v>
                </c:pt>
                <c:pt idx="3915">
                  <c:v>2015-12-02</c:v>
                </c:pt>
                <c:pt idx="3916">
                  <c:v>2015-12-03</c:v>
                </c:pt>
                <c:pt idx="3917">
                  <c:v>2015-12-04</c:v>
                </c:pt>
                <c:pt idx="3918">
                  <c:v>2015-12-07</c:v>
                </c:pt>
                <c:pt idx="3919">
                  <c:v>2015-12-08</c:v>
                </c:pt>
                <c:pt idx="3920">
                  <c:v>2015-12-09</c:v>
                </c:pt>
                <c:pt idx="3921">
                  <c:v>2015-12-10</c:v>
                </c:pt>
                <c:pt idx="3922">
                  <c:v>2015-12-11</c:v>
                </c:pt>
                <c:pt idx="3923">
                  <c:v>2015-12-14</c:v>
                </c:pt>
                <c:pt idx="3924">
                  <c:v>2015-12-15</c:v>
                </c:pt>
                <c:pt idx="3925">
                  <c:v>2015-12-16</c:v>
                </c:pt>
                <c:pt idx="3926">
                  <c:v>2015-12-17</c:v>
                </c:pt>
                <c:pt idx="3927">
                  <c:v>2015-12-18</c:v>
                </c:pt>
                <c:pt idx="3928">
                  <c:v>2015-12-21</c:v>
                </c:pt>
                <c:pt idx="3929">
                  <c:v>2015-12-22</c:v>
                </c:pt>
                <c:pt idx="3930">
                  <c:v>2015-12-23</c:v>
                </c:pt>
                <c:pt idx="3931">
                  <c:v>2015-12-24</c:v>
                </c:pt>
                <c:pt idx="3932">
                  <c:v>2015-12-28</c:v>
                </c:pt>
                <c:pt idx="3933">
                  <c:v>2015-12-29</c:v>
                </c:pt>
                <c:pt idx="3934">
                  <c:v>2015-12-30</c:v>
                </c:pt>
                <c:pt idx="3935">
                  <c:v>2015-12-31</c:v>
                </c:pt>
                <c:pt idx="3936">
                  <c:v>2016-01-04</c:v>
                </c:pt>
                <c:pt idx="3937">
                  <c:v>2016-01-05</c:v>
                </c:pt>
                <c:pt idx="3938">
                  <c:v>2016-01-06</c:v>
                </c:pt>
                <c:pt idx="3939">
                  <c:v>2016-01-07</c:v>
                </c:pt>
                <c:pt idx="3940">
                  <c:v>2016-01-08</c:v>
                </c:pt>
                <c:pt idx="3941">
                  <c:v>2016-01-11</c:v>
                </c:pt>
                <c:pt idx="3942">
                  <c:v>2016-01-12</c:v>
                </c:pt>
                <c:pt idx="3943">
                  <c:v>2016-01-13</c:v>
                </c:pt>
                <c:pt idx="3944">
                  <c:v>2016-01-14</c:v>
                </c:pt>
                <c:pt idx="3945">
                  <c:v>2016-01-15</c:v>
                </c:pt>
                <c:pt idx="3946">
                  <c:v>2016-01-19</c:v>
                </c:pt>
                <c:pt idx="3947">
                  <c:v>2016-01-20</c:v>
                </c:pt>
                <c:pt idx="3948">
                  <c:v>2016-01-21</c:v>
                </c:pt>
                <c:pt idx="3949">
                  <c:v>2016-01-22</c:v>
                </c:pt>
                <c:pt idx="3950">
                  <c:v>2016-01-25</c:v>
                </c:pt>
                <c:pt idx="3951">
                  <c:v>2016-01-26</c:v>
                </c:pt>
                <c:pt idx="3952">
                  <c:v>2016-01-27</c:v>
                </c:pt>
                <c:pt idx="3953">
                  <c:v>2016-01-28</c:v>
                </c:pt>
                <c:pt idx="3954">
                  <c:v>2016-01-29</c:v>
                </c:pt>
                <c:pt idx="3955">
                  <c:v>2016-02-01</c:v>
                </c:pt>
                <c:pt idx="3956">
                  <c:v>2016-02-02</c:v>
                </c:pt>
                <c:pt idx="3957">
                  <c:v>2016-02-03</c:v>
                </c:pt>
                <c:pt idx="3958">
                  <c:v>2016-02-04</c:v>
                </c:pt>
                <c:pt idx="3959">
                  <c:v>2016-02-05</c:v>
                </c:pt>
                <c:pt idx="3960">
                  <c:v>2016-02-08</c:v>
                </c:pt>
                <c:pt idx="3961">
                  <c:v>2016-02-09</c:v>
                </c:pt>
                <c:pt idx="3962">
                  <c:v>2016-02-10</c:v>
                </c:pt>
                <c:pt idx="3963">
                  <c:v>2016-02-11</c:v>
                </c:pt>
                <c:pt idx="3964">
                  <c:v>2016-02-12</c:v>
                </c:pt>
                <c:pt idx="3965">
                  <c:v>2016-02-16</c:v>
                </c:pt>
                <c:pt idx="3966">
                  <c:v>2016-02-17</c:v>
                </c:pt>
                <c:pt idx="3967">
                  <c:v>2016-02-18</c:v>
                </c:pt>
                <c:pt idx="3968">
                  <c:v>2016-02-19</c:v>
                </c:pt>
                <c:pt idx="3969">
                  <c:v>2016-02-22</c:v>
                </c:pt>
                <c:pt idx="3970">
                  <c:v>2016-02-23</c:v>
                </c:pt>
                <c:pt idx="3971">
                  <c:v>2016-02-24</c:v>
                </c:pt>
                <c:pt idx="3972">
                  <c:v>2016-02-25</c:v>
                </c:pt>
                <c:pt idx="3973">
                  <c:v>2016-02-26</c:v>
                </c:pt>
                <c:pt idx="3974">
                  <c:v>2016-02-29</c:v>
                </c:pt>
                <c:pt idx="3975">
                  <c:v>2016-03-01</c:v>
                </c:pt>
                <c:pt idx="3976">
                  <c:v>2016-03-02</c:v>
                </c:pt>
                <c:pt idx="3977">
                  <c:v>2016-03-03</c:v>
                </c:pt>
                <c:pt idx="3978">
                  <c:v>2016-03-04</c:v>
                </c:pt>
                <c:pt idx="3979">
                  <c:v>2016-03-07</c:v>
                </c:pt>
                <c:pt idx="3980">
                  <c:v>2016-03-08</c:v>
                </c:pt>
                <c:pt idx="3981">
                  <c:v>2016-03-09</c:v>
                </c:pt>
                <c:pt idx="3982">
                  <c:v>2016-03-10</c:v>
                </c:pt>
                <c:pt idx="3983">
                  <c:v>2016-03-11</c:v>
                </c:pt>
                <c:pt idx="3984">
                  <c:v>2016-03-14</c:v>
                </c:pt>
                <c:pt idx="3985">
                  <c:v>2016-03-15</c:v>
                </c:pt>
                <c:pt idx="3986">
                  <c:v>2016-03-16</c:v>
                </c:pt>
                <c:pt idx="3987">
                  <c:v>2016-03-17</c:v>
                </c:pt>
                <c:pt idx="3988">
                  <c:v>2016-03-18</c:v>
                </c:pt>
                <c:pt idx="3989">
                  <c:v>2016-03-21</c:v>
                </c:pt>
                <c:pt idx="3990">
                  <c:v>2016-03-22</c:v>
                </c:pt>
                <c:pt idx="3991">
                  <c:v>2016-03-23</c:v>
                </c:pt>
                <c:pt idx="3992">
                  <c:v>2016-03-24</c:v>
                </c:pt>
                <c:pt idx="3993">
                  <c:v>2016-03-28</c:v>
                </c:pt>
                <c:pt idx="3994">
                  <c:v>2016-03-29</c:v>
                </c:pt>
                <c:pt idx="3995">
                  <c:v>2016-03-30</c:v>
                </c:pt>
                <c:pt idx="3996">
                  <c:v>2016-03-31</c:v>
                </c:pt>
                <c:pt idx="3997">
                  <c:v>2016-04-01</c:v>
                </c:pt>
                <c:pt idx="3998">
                  <c:v>2016-04-04</c:v>
                </c:pt>
                <c:pt idx="3999">
                  <c:v>2016-04-05</c:v>
                </c:pt>
                <c:pt idx="4000">
                  <c:v>2016-04-06</c:v>
                </c:pt>
                <c:pt idx="4001">
                  <c:v>2016-04-07</c:v>
                </c:pt>
                <c:pt idx="4002">
                  <c:v>2016-04-08</c:v>
                </c:pt>
                <c:pt idx="4003">
                  <c:v>2016-04-11</c:v>
                </c:pt>
                <c:pt idx="4004">
                  <c:v>2016-04-12</c:v>
                </c:pt>
                <c:pt idx="4005">
                  <c:v>2016-04-13</c:v>
                </c:pt>
                <c:pt idx="4006">
                  <c:v>2016-04-14</c:v>
                </c:pt>
                <c:pt idx="4007">
                  <c:v>2016-04-15</c:v>
                </c:pt>
                <c:pt idx="4008">
                  <c:v>2016-04-18</c:v>
                </c:pt>
                <c:pt idx="4009">
                  <c:v>2016-04-19</c:v>
                </c:pt>
                <c:pt idx="4010">
                  <c:v>2016-04-20</c:v>
                </c:pt>
                <c:pt idx="4011">
                  <c:v>2016-04-21</c:v>
                </c:pt>
                <c:pt idx="4012">
                  <c:v>2016-04-22</c:v>
                </c:pt>
                <c:pt idx="4013">
                  <c:v>2016-04-25</c:v>
                </c:pt>
                <c:pt idx="4014">
                  <c:v>2016-04-26</c:v>
                </c:pt>
                <c:pt idx="4015">
                  <c:v>2016-04-27</c:v>
                </c:pt>
                <c:pt idx="4016">
                  <c:v>2016-04-28</c:v>
                </c:pt>
                <c:pt idx="4017">
                  <c:v>2016-04-29</c:v>
                </c:pt>
                <c:pt idx="4018">
                  <c:v>2016-05-02</c:v>
                </c:pt>
                <c:pt idx="4019">
                  <c:v>2016-05-03</c:v>
                </c:pt>
                <c:pt idx="4020">
                  <c:v>2016-05-04</c:v>
                </c:pt>
                <c:pt idx="4021">
                  <c:v>2016-05-05</c:v>
                </c:pt>
                <c:pt idx="4022">
                  <c:v>2016-05-06</c:v>
                </c:pt>
                <c:pt idx="4023">
                  <c:v>2016-05-09</c:v>
                </c:pt>
                <c:pt idx="4024">
                  <c:v>2016-05-10</c:v>
                </c:pt>
                <c:pt idx="4025">
                  <c:v>2016-05-11</c:v>
                </c:pt>
                <c:pt idx="4026">
                  <c:v>2016-05-12</c:v>
                </c:pt>
                <c:pt idx="4027">
                  <c:v>2016-05-13</c:v>
                </c:pt>
                <c:pt idx="4028">
                  <c:v>2016-05-16</c:v>
                </c:pt>
                <c:pt idx="4029">
                  <c:v>2016-05-17</c:v>
                </c:pt>
                <c:pt idx="4030">
                  <c:v>2016-05-18</c:v>
                </c:pt>
                <c:pt idx="4031">
                  <c:v>2016-05-19</c:v>
                </c:pt>
                <c:pt idx="4032">
                  <c:v>2016-05-20</c:v>
                </c:pt>
                <c:pt idx="4033">
                  <c:v>2016-05-23</c:v>
                </c:pt>
                <c:pt idx="4034">
                  <c:v>2016-05-24</c:v>
                </c:pt>
                <c:pt idx="4035">
                  <c:v>2016-05-25</c:v>
                </c:pt>
                <c:pt idx="4036">
                  <c:v>2016-05-26</c:v>
                </c:pt>
                <c:pt idx="4037">
                  <c:v>2016-05-27</c:v>
                </c:pt>
                <c:pt idx="4038">
                  <c:v>2016-05-31</c:v>
                </c:pt>
                <c:pt idx="4039">
                  <c:v>2016-06-01</c:v>
                </c:pt>
                <c:pt idx="4040">
                  <c:v>2016-06-02</c:v>
                </c:pt>
                <c:pt idx="4041">
                  <c:v>2016-06-03</c:v>
                </c:pt>
                <c:pt idx="4042">
                  <c:v>2016-06-06</c:v>
                </c:pt>
                <c:pt idx="4043">
                  <c:v>2016-06-07</c:v>
                </c:pt>
                <c:pt idx="4044">
                  <c:v>2016-06-08</c:v>
                </c:pt>
                <c:pt idx="4045">
                  <c:v>2016-06-09</c:v>
                </c:pt>
                <c:pt idx="4046">
                  <c:v>2016-06-10</c:v>
                </c:pt>
                <c:pt idx="4047">
                  <c:v>2016-06-13</c:v>
                </c:pt>
                <c:pt idx="4048">
                  <c:v>2016-06-14</c:v>
                </c:pt>
                <c:pt idx="4049">
                  <c:v>2016-06-15</c:v>
                </c:pt>
                <c:pt idx="4050">
                  <c:v>2016-06-16</c:v>
                </c:pt>
                <c:pt idx="4051">
                  <c:v>2016-06-17</c:v>
                </c:pt>
                <c:pt idx="4052">
                  <c:v>2016-06-20</c:v>
                </c:pt>
                <c:pt idx="4053">
                  <c:v>2016-06-21</c:v>
                </c:pt>
                <c:pt idx="4054">
                  <c:v>2016-06-22</c:v>
                </c:pt>
                <c:pt idx="4055">
                  <c:v>2016-06-23</c:v>
                </c:pt>
                <c:pt idx="4056">
                  <c:v>2016-06-24</c:v>
                </c:pt>
                <c:pt idx="4057">
                  <c:v>2016-06-27</c:v>
                </c:pt>
                <c:pt idx="4058">
                  <c:v>2016-06-28</c:v>
                </c:pt>
                <c:pt idx="4059">
                  <c:v>2016-06-29</c:v>
                </c:pt>
                <c:pt idx="4060">
                  <c:v>2016-06-30</c:v>
                </c:pt>
                <c:pt idx="4061">
                  <c:v>2016-07-01</c:v>
                </c:pt>
                <c:pt idx="4062">
                  <c:v>2016-07-05</c:v>
                </c:pt>
                <c:pt idx="4063">
                  <c:v>2016-07-06</c:v>
                </c:pt>
                <c:pt idx="4064">
                  <c:v>2016-07-07</c:v>
                </c:pt>
                <c:pt idx="4065">
                  <c:v>2016-07-08</c:v>
                </c:pt>
                <c:pt idx="4066">
                  <c:v>2016-07-11</c:v>
                </c:pt>
                <c:pt idx="4067">
                  <c:v>2016-07-12</c:v>
                </c:pt>
                <c:pt idx="4068">
                  <c:v>2016-07-13</c:v>
                </c:pt>
                <c:pt idx="4069">
                  <c:v>2016-07-14</c:v>
                </c:pt>
                <c:pt idx="4070">
                  <c:v>2016-07-15</c:v>
                </c:pt>
                <c:pt idx="4071">
                  <c:v>2016-07-18</c:v>
                </c:pt>
                <c:pt idx="4072">
                  <c:v>2016-07-19</c:v>
                </c:pt>
                <c:pt idx="4073">
                  <c:v>2016-07-20</c:v>
                </c:pt>
                <c:pt idx="4074">
                  <c:v>2016-07-21</c:v>
                </c:pt>
                <c:pt idx="4075">
                  <c:v>2016-07-22</c:v>
                </c:pt>
                <c:pt idx="4076">
                  <c:v>2016-07-25</c:v>
                </c:pt>
                <c:pt idx="4077">
                  <c:v>2016-07-26</c:v>
                </c:pt>
                <c:pt idx="4078">
                  <c:v>2016-07-27</c:v>
                </c:pt>
                <c:pt idx="4079">
                  <c:v>2016-07-28</c:v>
                </c:pt>
                <c:pt idx="4080">
                  <c:v>2016-07-29</c:v>
                </c:pt>
                <c:pt idx="4081">
                  <c:v>2016-08-01</c:v>
                </c:pt>
                <c:pt idx="4082">
                  <c:v>2016-08-02</c:v>
                </c:pt>
                <c:pt idx="4083">
                  <c:v>2016-08-03</c:v>
                </c:pt>
                <c:pt idx="4084">
                  <c:v>2016-08-04</c:v>
                </c:pt>
                <c:pt idx="4085">
                  <c:v>2016-08-05</c:v>
                </c:pt>
                <c:pt idx="4086">
                  <c:v>2016-08-08</c:v>
                </c:pt>
                <c:pt idx="4087">
                  <c:v>2016-08-09</c:v>
                </c:pt>
                <c:pt idx="4088">
                  <c:v>2016-08-10</c:v>
                </c:pt>
                <c:pt idx="4089">
                  <c:v>2016-08-11</c:v>
                </c:pt>
                <c:pt idx="4090">
                  <c:v>2016-08-12</c:v>
                </c:pt>
                <c:pt idx="4091">
                  <c:v>2016-08-15</c:v>
                </c:pt>
                <c:pt idx="4092">
                  <c:v>2016-08-16</c:v>
                </c:pt>
                <c:pt idx="4093">
                  <c:v>2016-08-17</c:v>
                </c:pt>
                <c:pt idx="4094">
                  <c:v>2016-08-18</c:v>
                </c:pt>
                <c:pt idx="4095">
                  <c:v>2016-08-22</c:v>
                </c:pt>
                <c:pt idx="4096">
                  <c:v>2016-08-23</c:v>
                </c:pt>
                <c:pt idx="4097">
                  <c:v>2016-08-24</c:v>
                </c:pt>
                <c:pt idx="4098">
                  <c:v>2016-08-25</c:v>
                </c:pt>
                <c:pt idx="4099">
                  <c:v>2016-08-26</c:v>
                </c:pt>
                <c:pt idx="4100">
                  <c:v>2016-08-29</c:v>
                </c:pt>
                <c:pt idx="4101">
                  <c:v>2016-08-30</c:v>
                </c:pt>
                <c:pt idx="4102">
                  <c:v>2016-08-31</c:v>
                </c:pt>
                <c:pt idx="4103">
                  <c:v>2016-09-01</c:v>
                </c:pt>
                <c:pt idx="4104">
                  <c:v>2016-09-02</c:v>
                </c:pt>
                <c:pt idx="4105">
                  <c:v>2016-09-06</c:v>
                </c:pt>
                <c:pt idx="4106">
                  <c:v>2016-09-07</c:v>
                </c:pt>
                <c:pt idx="4107">
                  <c:v>2016-09-08</c:v>
                </c:pt>
                <c:pt idx="4108">
                  <c:v>2016-09-09</c:v>
                </c:pt>
                <c:pt idx="4109">
                  <c:v>2016-09-12</c:v>
                </c:pt>
                <c:pt idx="4110">
                  <c:v>2016-09-13</c:v>
                </c:pt>
                <c:pt idx="4111">
                  <c:v>2016-09-14</c:v>
                </c:pt>
                <c:pt idx="4112">
                  <c:v>2016-09-15</c:v>
                </c:pt>
                <c:pt idx="4113">
                  <c:v>2016-09-16</c:v>
                </c:pt>
                <c:pt idx="4114">
                  <c:v>2016-09-19</c:v>
                </c:pt>
                <c:pt idx="4115">
                  <c:v>2016-09-20</c:v>
                </c:pt>
                <c:pt idx="4116">
                  <c:v>2016-09-21</c:v>
                </c:pt>
                <c:pt idx="4117">
                  <c:v>2016-09-22</c:v>
                </c:pt>
                <c:pt idx="4118">
                  <c:v>2016-09-23</c:v>
                </c:pt>
                <c:pt idx="4119">
                  <c:v>2016-09-26</c:v>
                </c:pt>
                <c:pt idx="4120">
                  <c:v>2016-09-27</c:v>
                </c:pt>
                <c:pt idx="4121">
                  <c:v>2016-09-28</c:v>
                </c:pt>
                <c:pt idx="4122">
                  <c:v>2016-09-29</c:v>
                </c:pt>
                <c:pt idx="4123">
                  <c:v>2016-09-30</c:v>
                </c:pt>
                <c:pt idx="4124">
                  <c:v>2016-10-03</c:v>
                </c:pt>
                <c:pt idx="4125">
                  <c:v>2016-10-04</c:v>
                </c:pt>
                <c:pt idx="4126">
                  <c:v>2016-10-05</c:v>
                </c:pt>
                <c:pt idx="4127">
                  <c:v>2016-10-06</c:v>
                </c:pt>
                <c:pt idx="4128">
                  <c:v>2016-10-07</c:v>
                </c:pt>
                <c:pt idx="4129">
                  <c:v>2016-10-10</c:v>
                </c:pt>
                <c:pt idx="4130">
                  <c:v>2016-10-11</c:v>
                </c:pt>
                <c:pt idx="4131">
                  <c:v>2016-10-12</c:v>
                </c:pt>
                <c:pt idx="4132">
                  <c:v>2016-10-13</c:v>
                </c:pt>
                <c:pt idx="4133">
                  <c:v>2016-10-14</c:v>
                </c:pt>
                <c:pt idx="4134">
                  <c:v>2016-10-17</c:v>
                </c:pt>
                <c:pt idx="4135">
                  <c:v>2016-10-18</c:v>
                </c:pt>
                <c:pt idx="4136">
                  <c:v>2016-10-19</c:v>
                </c:pt>
                <c:pt idx="4137">
                  <c:v>2016-10-20</c:v>
                </c:pt>
                <c:pt idx="4138">
                  <c:v>2016-10-21</c:v>
                </c:pt>
                <c:pt idx="4139">
                  <c:v>2016-10-24</c:v>
                </c:pt>
                <c:pt idx="4140">
                  <c:v>2016-10-25</c:v>
                </c:pt>
                <c:pt idx="4141">
                  <c:v>2016-10-26</c:v>
                </c:pt>
                <c:pt idx="4142">
                  <c:v>2016-10-27</c:v>
                </c:pt>
                <c:pt idx="4143">
                  <c:v>2016-10-28</c:v>
                </c:pt>
                <c:pt idx="4144">
                  <c:v>2016-10-31</c:v>
                </c:pt>
                <c:pt idx="4145">
                  <c:v>2016-11-01</c:v>
                </c:pt>
                <c:pt idx="4146">
                  <c:v>2016-11-02</c:v>
                </c:pt>
                <c:pt idx="4147">
                  <c:v>2016-11-03</c:v>
                </c:pt>
                <c:pt idx="4148">
                  <c:v>2016-11-04</c:v>
                </c:pt>
                <c:pt idx="4149">
                  <c:v>2016-11-07</c:v>
                </c:pt>
                <c:pt idx="4150">
                  <c:v>2016-11-09</c:v>
                </c:pt>
                <c:pt idx="4151">
                  <c:v>2016-11-10</c:v>
                </c:pt>
                <c:pt idx="4152">
                  <c:v>2016-11-11</c:v>
                </c:pt>
                <c:pt idx="4153">
                  <c:v>2016-11-14</c:v>
                </c:pt>
                <c:pt idx="4154">
                  <c:v>2016-11-15</c:v>
                </c:pt>
                <c:pt idx="4155">
                  <c:v>2016-11-16</c:v>
                </c:pt>
                <c:pt idx="4156">
                  <c:v>2016-11-17</c:v>
                </c:pt>
                <c:pt idx="4157">
                  <c:v>2016-11-18</c:v>
                </c:pt>
                <c:pt idx="4158">
                  <c:v>2016-11-21</c:v>
                </c:pt>
                <c:pt idx="4159">
                  <c:v>2016-11-22</c:v>
                </c:pt>
                <c:pt idx="4160">
                  <c:v>2016-11-23</c:v>
                </c:pt>
                <c:pt idx="4161">
                  <c:v>2016-11-25</c:v>
                </c:pt>
                <c:pt idx="4162">
                  <c:v>2016-11-28</c:v>
                </c:pt>
                <c:pt idx="4163">
                  <c:v>2016-11-29</c:v>
                </c:pt>
                <c:pt idx="4164">
                  <c:v>2016-11-30</c:v>
                </c:pt>
                <c:pt idx="4165">
                  <c:v>2016-12-01</c:v>
                </c:pt>
                <c:pt idx="4166">
                  <c:v>2016-12-02</c:v>
                </c:pt>
                <c:pt idx="4167">
                  <c:v>2016-12-05</c:v>
                </c:pt>
                <c:pt idx="4168">
                  <c:v>2016-12-06</c:v>
                </c:pt>
                <c:pt idx="4169">
                  <c:v>2016-12-07</c:v>
                </c:pt>
                <c:pt idx="4170">
                  <c:v>2016-12-08</c:v>
                </c:pt>
                <c:pt idx="4171">
                  <c:v>2016-12-09</c:v>
                </c:pt>
                <c:pt idx="4172">
                  <c:v>2016-12-12</c:v>
                </c:pt>
                <c:pt idx="4173">
                  <c:v>2016-12-13</c:v>
                </c:pt>
                <c:pt idx="4174">
                  <c:v>2016-12-14</c:v>
                </c:pt>
                <c:pt idx="4175">
                  <c:v>2016-12-15</c:v>
                </c:pt>
                <c:pt idx="4176">
                  <c:v>2016-12-16</c:v>
                </c:pt>
                <c:pt idx="4177">
                  <c:v>2016-12-19</c:v>
                </c:pt>
                <c:pt idx="4178">
                  <c:v>2016-12-20</c:v>
                </c:pt>
                <c:pt idx="4179">
                  <c:v>2016-12-21</c:v>
                </c:pt>
                <c:pt idx="4180">
                  <c:v>2016-12-22</c:v>
                </c:pt>
                <c:pt idx="4181">
                  <c:v>2016-12-23</c:v>
                </c:pt>
                <c:pt idx="4182">
                  <c:v>2016-12-27</c:v>
                </c:pt>
                <c:pt idx="4183">
                  <c:v>2016-12-28</c:v>
                </c:pt>
                <c:pt idx="4184">
                  <c:v>2016-12-29</c:v>
                </c:pt>
                <c:pt idx="4185">
                  <c:v>2016-12-30</c:v>
                </c:pt>
                <c:pt idx="4186">
                  <c:v>2017-01-03</c:v>
                </c:pt>
                <c:pt idx="4187">
                  <c:v>2017-01-04</c:v>
                </c:pt>
                <c:pt idx="4188">
                  <c:v>2017-01-05</c:v>
                </c:pt>
                <c:pt idx="4189">
                  <c:v>2017-01-06</c:v>
                </c:pt>
                <c:pt idx="4190">
                  <c:v>2017-01-09</c:v>
                </c:pt>
                <c:pt idx="4191">
                  <c:v>2017-01-10</c:v>
                </c:pt>
                <c:pt idx="4192">
                  <c:v>2017-01-11</c:v>
                </c:pt>
                <c:pt idx="4193">
                  <c:v>2017-01-12</c:v>
                </c:pt>
                <c:pt idx="4194">
                  <c:v>2017-01-13</c:v>
                </c:pt>
                <c:pt idx="4195">
                  <c:v>2017-01-17</c:v>
                </c:pt>
                <c:pt idx="4196">
                  <c:v>2017-01-18</c:v>
                </c:pt>
                <c:pt idx="4197">
                  <c:v>2017-01-19</c:v>
                </c:pt>
                <c:pt idx="4198">
                  <c:v>2017-01-20</c:v>
                </c:pt>
                <c:pt idx="4199">
                  <c:v>2017-01-23</c:v>
                </c:pt>
                <c:pt idx="4200">
                  <c:v>2017-01-24</c:v>
                </c:pt>
                <c:pt idx="4201">
                  <c:v>2017-01-25</c:v>
                </c:pt>
                <c:pt idx="4202">
                  <c:v>2017-01-26</c:v>
                </c:pt>
                <c:pt idx="4203">
                  <c:v>2017-01-27</c:v>
                </c:pt>
                <c:pt idx="4204">
                  <c:v>2017-01-30</c:v>
                </c:pt>
                <c:pt idx="4205">
                  <c:v>2017-01-31</c:v>
                </c:pt>
                <c:pt idx="4206">
                  <c:v>2017-02-01</c:v>
                </c:pt>
                <c:pt idx="4207">
                  <c:v>2017-02-02</c:v>
                </c:pt>
                <c:pt idx="4208">
                  <c:v>2017-02-03</c:v>
                </c:pt>
                <c:pt idx="4209">
                  <c:v>2017-02-06</c:v>
                </c:pt>
                <c:pt idx="4210">
                  <c:v>2017-02-07</c:v>
                </c:pt>
                <c:pt idx="4211">
                  <c:v>2017-02-08</c:v>
                </c:pt>
                <c:pt idx="4212">
                  <c:v>2017-02-09</c:v>
                </c:pt>
                <c:pt idx="4213">
                  <c:v>2017-02-10</c:v>
                </c:pt>
                <c:pt idx="4214">
                  <c:v>2017-02-13</c:v>
                </c:pt>
                <c:pt idx="4215">
                  <c:v>2017-02-14</c:v>
                </c:pt>
                <c:pt idx="4216">
                  <c:v>2017-02-15</c:v>
                </c:pt>
                <c:pt idx="4217">
                  <c:v>2017-02-16</c:v>
                </c:pt>
                <c:pt idx="4218">
                  <c:v>2017-02-17</c:v>
                </c:pt>
                <c:pt idx="4219">
                  <c:v>2017-02-21</c:v>
                </c:pt>
                <c:pt idx="4220">
                  <c:v>2017-02-22</c:v>
                </c:pt>
                <c:pt idx="4221">
                  <c:v>2017-02-23</c:v>
                </c:pt>
                <c:pt idx="4222">
                  <c:v>2017-02-24</c:v>
                </c:pt>
                <c:pt idx="4223">
                  <c:v>2017-02-27</c:v>
                </c:pt>
                <c:pt idx="4224">
                  <c:v>2017-02-28</c:v>
                </c:pt>
                <c:pt idx="4225">
                  <c:v>2017-03-01</c:v>
                </c:pt>
                <c:pt idx="4226">
                  <c:v>2017-03-02</c:v>
                </c:pt>
                <c:pt idx="4227">
                  <c:v>2017-03-03</c:v>
                </c:pt>
                <c:pt idx="4228">
                  <c:v>2017-03-06</c:v>
                </c:pt>
                <c:pt idx="4229">
                  <c:v>2017-03-07</c:v>
                </c:pt>
                <c:pt idx="4230">
                  <c:v>2017-03-08</c:v>
                </c:pt>
                <c:pt idx="4231">
                  <c:v>2017-03-09</c:v>
                </c:pt>
                <c:pt idx="4232">
                  <c:v>2017-03-10</c:v>
                </c:pt>
                <c:pt idx="4233">
                  <c:v>2017-03-13</c:v>
                </c:pt>
                <c:pt idx="4234">
                  <c:v>2017-03-14</c:v>
                </c:pt>
                <c:pt idx="4235">
                  <c:v>2017-03-15</c:v>
                </c:pt>
                <c:pt idx="4236">
                  <c:v>2017-03-16</c:v>
                </c:pt>
                <c:pt idx="4237">
                  <c:v>2017-03-17</c:v>
                </c:pt>
                <c:pt idx="4238">
                  <c:v>2017-03-20</c:v>
                </c:pt>
                <c:pt idx="4239">
                  <c:v>2017-03-21</c:v>
                </c:pt>
                <c:pt idx="4240">
                  <c:v>2017-03-22</c:v>
                </c:pt>
                <c:pt idx="4241">
                  <c:v>2017-03-23</c:v>
                </c:pt>
                <c:pt idx="4242">
                  <c:v>2017-03-24</c:v>
                </c:pt>
                <c:pt idx="4243">
                  <c:v>2017-03-27</c:v>
                </c:pt>
                <c:pt idx="4244">
                  <c:v>2017-03-28</c:v>
                </c:pt>
                <c:pt idx="4245">
                  <c:v>2017-03-29</c:v>
                </c:pt>
                <c:pt idx="4246">
                  <c:v>2017-03-30</c:v>
                </c:pt>
                <c:pt idx="4247">
                  <c:v>2017-03-31</c:v>
                </c:pt>
                <c:pt idx="4248">
                  <c:v>2017-04-03</c:v>
                </c:pt>
                <c:pt idx="4249">
                  <c:v>2017-04-04</c:v>
                </c:pt>
                <c:pt idx="4250">
                  <c:v>2017-04-05</c:v>
                </c:pt>
                <c:pt idx="4251">
                  <c:v>2017-04-06</c:v>
                </c:pt>
                <c:pt idx="4252">
                  <c:v>2017-04-07</c:v>
                </c:pt>
                <c:pt idx="4253">
                  <c:v>2017-04-10</c:v>
                </c:pt>
                <c:pt idx="4254">
                  <c:v>2017-04-11</c:v>
                </c:pt>
                <c:pt idx="4255">
                  <c:v>2017-04-12</c:v>
                </c:pt>
                <c:pt idx="4256">
                  <c:v>2017-04-13</c:v>
                </c:pt>
                <c:pt idx="4257">
                  <c:v>2017-04-17</c:v>
                </c:pt>
                <c:pt idx="4258">
                  <c:v>2017-04-18</c:v>
                </c:pt>
                <c:pt idx="4259">
                  <c:v>2017-04-19</c:v>
                </c:pt>
                <c:pt idx="4260">
                  <c:v>2017-04-21</c:v>
                </c:pt>
                <c:pt idx="4261">
                  <c:v>2017-04-24</c:v>
                </c:pt>
                <c:pt idx="4262">
                  <c:v>2017-04-25</c:v>
                </c:pt>
                <c:pt idx="4263">
                  <c:v>2017-04-26</c:v>
                </c:pt>
                <c:pt idx="4264">
                  <c:v>2017-04-27</c:v>
                </c:pt>
                <c:pt idx="4265">
                  <c:v>2017-04-28</c:v>
                </c:pt>
                <c:pt idx="4266">
                  <c:v>2017-05-01</c:v>
                </c:pt>
                <c:pt idx="4267">
                  <c:v>2017-05-02</c:v>
                </c:pt>
                <c:pt idx="4268">
                  <c:v>2017-05-03</c:v>
                </c:pt>
                <c:pt idx="4269">
                  <c:v>2017-05-04</c:v>
                </c:pt>
                <c:pt idx="4270">
                  <c:v>2017-05-05</c:v>
                </c:pt>
                <c:pt idx="4271">
                  <c:v>2017-05-08</c:v>
                </c:pt>
                <c:pt idx="4272">
                  <c:v>2017-05-09</c:v>
                </c:pt>
                <c:pt idx="4273">
                  <c:v>2017-05-10</c:v>
                </c:pt>
                <c:pt idx="4274">
                  <c:v>2017-05-11</c:v>
                </c:pt>
                <c:pt idx="4275">
                  <c:v>2017-05-12</c:v>
                </c:pt>
                <c:pt idx="4276">
                  <c:v>2017-05-15</c:v>
                </c:pt>
                <c:pt idx="4277">
                  <c:v>2017-05-16</c:v>
                </c:pt>
                <c:pt idx="4278">
                  <c:v>2017-05-17</c:v>
                </c:pt>
                <c:pt idx="4279">
                  <c:v>2017-05-18</c:v>
                </c:pt>
                <c:pt idx="4280">
                  <c:v>2017-05-19</c:v>
                </c:pt>
                <c:pt idx="4281">
                  <c:v>2017-05-22</c:v>
                </c:pt>
                <c:pt idx="4282">
                  <c:v>2017-05-23</c:v>
                </c:pt>
                <c:pt idx="4283">
                  <c:v>2017-05-24</c:v>
                </c:pt>
                <c:pt idx="4284">
                  <c:v>2017-05-25</c:v>
                </c:pt>
                <c:pt idx="4285">
                  <c:v>2017-05-26</c:v>
                </c:pt>
                <c:pt idx="4286">
                  <c:v>2017-05-30</c:v>
                </c:pt>
                <c:pt idx="4287">
                  <c:v>2017-05-31</c:v>
                </c:pt>
                <c:pt idx="4288">
                  <c:v>2017-06-01</c:v>
                </c:pt>
                <c:pt idx="4289">
                  <c:v>2017-06-02</c:v>
                </c:pt>
                <c:pt idx="4290">
                  <c:v>2017-06-05</c:v>
                </c:pt>
                <c:pt idx="4291">
                  <c:v>2017-06-06</c:v>
                </c:pt>
                <c:pt idx="4292">
                  <c:v>2017-06-07</c:v>
                </c:pt>
                <c:pt idx="4293">
                  <c:v>2017-06-08</c:v>
                </c:pt>
                <c:pt idx="4294">
                  <c:v>2017-06-09</c:v>
                </c:pt>
                <c:pt idx="4295">
                  <c:v>2017-06-12</c:v>
                </c:pt>
                <c:pt idx="4296">
                  <c:v>2017-06-13</c:v>
                </c:pt>
                <c:pt idx="4297">
                  <c:v>2017-06-14</c:v>
                </c:pt>
                <c:pt idx="4298">
                  <c:v>2017-06-15</c:v>
                </c:pt>
                <c:pt idx="4299">
                  <c:v>2017-06-16</c:v>
                </c:pt>
                <c:pt idx="4300">
                  <c:v>2017-06-19</c:v>
                </c:pt>
                <c:pt idx="4301">
                  <c:v>2017-06-20</c:v>
                </c:pt>
                <c:pt idx="4302">
                  <c:v>2017-06-21</c:v>
                </c:pt>
                <c:pt idx="4303">
                  <c:v>2017-06-22</c:v>
                </c:pt>
                <c:pt idx="4304">
                  <c:v>2017-06-23</c:v>
                </c:pt>
                <c:pt idx="4305">
                  <c:v>2017-06-26</c:v>
                </c:pt>
                <c:pt idx="4306">
                  <c:v>2017-06-27</c:v>
                </c:pt>
                <c:pt idx="4307">
                  <c:v>2017-06-28</c:v>
                </c:pt>
                <c:pt idx="4308">
                  <c:v>2017-06-29</c:v>
                </c:pt>
                <c:pt idx="4309">
                  <c:v>2017-06-30</c:v>
                </c:pt>
                <c:pt idx="4310">
                  <c:v>2017-07-03</c:v>
                </c:pt>
                <c:pt idx="4311">
                  <c:v>2017-07-05</c:v>
                </c:pt>
                <c:pt idx="4312">
                  <c:v>2017-07-06</c:v>
                </c:pt>
                <c:pt idx="4313">
                  <c:v>2017-07-07</c:v>
                </c:pt>
                <c:pt idx="4314">
                  <c:v>2017-07-10</c:v>
                </c:pt>
                <c:pt idx="4315">
                  <c:v>2017-07-11</c:v>
                </c:pt>
                <c:pt idx="4316">
                  <c:v>2017-07-12</c:v>
                </c:pt>
                <c:pt idx="4317">
                  <c:v>2017-07-13</c:v>
                </c:pt>
                <c:pt idx="4318">
                  <c:v>2017-07-14</c:v>
                </c:pt>
                <c:pt idx="4319">
                  <c:v>2017-07-17</c:v>
                </c:pt>
                <c:pt idx="4320">
                  <c:v>2017-07-18</c:v>
                </c:pt>
                <c:pt idx="4321">
                  <c:v>2017-07-19</c:v>
                </c:pt>
                <c:pt idx="4322">
                  <c:v>2017-07-20</c:v>
                </c:pt>
                <c:pt idx="4323">
                  <c:v>2017-07-21</c:v>
                </c:pt>
                <c:pt idx="4324">
                  <c:v>2017-07-24</c:v>
                </c:pt>
                <c:pt idx="4325">
                  <c:v>2017-07-25</c:v>
                </c:pt>
                <c:pt idx="4326">
                  <c:v>2017-07-26</c:v>
                </c:pt>
                <c:pt idx="4327">
                  <c:v>2017-07-27</c:v>
                </c:pt>
                <c:pt idx="4328">
                  <c:v>2017-07-28</c:v>
                </c:pt>
                <c:pt idx="4329">
                  <c:v>2017-07-31</c:v>
                </c:pt>
                <c:pt idx="4330">
                  <c:v>2017-08-01</c:v>
                </c:pt>
                <c:pt idx="4331">
                  <c:v>2017-08-02</c:v>
                </c:pt>
                <c:pt idx="4332">
                  <c:v>2017-08-03</c:v>
                </c:pt>
                <c:pt idx="4333">
                  <c:v>2017-08-04</c:v>
                </c:pt>
                <c:pt idx="4334">
                  <c:v>2017-08-07</c:v>
                </c:pt>
                <c:pt idx="4335">
                  <c:v>2017-08-08</c:v>
                </c:pt>
                <c:pt idx="4336">
                  <c:v>2017-08-09</c:v>
                </c:pt>
                <c:pt idx="4337">
                  <c:v>2017-08-10</c:v>
                </c:pt>
                <c:pt idx="4338">
                  <c:v>2017-08-11</c:v>
                </c:pt>
                <c:pt idx="4339">
                  <c:v>2017-08-14</c:v>
                </c:pt>
                <c:pt idx="4340">
                  <c:v>2017-08-15</c:v>
                </c:pt>
                <c:pt idx="4341">
                  <c:v>2017-08-16</c:v>
                </c:pt>
                <c:pt idx="4342">
                  <c:v>2017-08-17</c:v>
                </c:pt>
                <c:pt idx="4343">
                  <c:v>2017-08-18</c:v>
                </c:pt>
                <c:pt idx="4344">
                  <c:v>2017-08-21</c:v>
                </c:pt>
                <c:pt idx="4345">
                  <c:v>2017-08-22</c:v>
                </c:pt>
                <c:pt idx="4346">
                  <c:v>2017-08-23</c:v>
                </c:pt>
                <c:pt idx="4347">
                  <c:v>2017-08-24</c:v>
                </c:pt>
                <c:pt idx="4348">
                  <c:v>2017-08-25</c:v>
                </c:pt>
                <c:pt idx="4349">
                  <c:v>2017-08-28</c:v>
                </c:pt>
                <c:pt idx="4350">
                  <c:v>2017-08-29</c:v>
                </c:pt>
                <c:pt idx="4351">
                  <c:v>2017-08-30</c:v>
                </c:pt>
                <c:pt idx="4352">
                  <c:v>2017-08-31</c:v>
                </c:pt>
                <c:pt idx="4353">
                  <c:v>2017-09-01</c:v>
                </c:pt>
                <c:pt idx="4354">
                  <c:v>2017-09-05</c:v>
                </c:pt>
                <c:pt idx="4355">
                  <c:v>2017-09-06</c:v>
                </c:pt>
                <c:pt idx="4356">
                  <c:v>2017-09-07</c:v>
                </c:pt>
                <c:pt idx="4357">
                  <c:v>2017-09-08</c:v>
                </c:pt>
                <c:pt idx="4358">
                  <c:v>2017-09-11</c:v>
                </c:pt>
                <c:pt idx="4359">
                  <c:v>2017-09-12</c:v>
                </c:pt>
                <c:pt idx="4360">
                  <c:v>2017-09-13</c:v>
                </c:pt>
                <c:pt idx="4361">
                  <c:v>2017-09-14</c:v>
                </c:pt>
                <c:pt idx="4362">
                  <c:v>2017-09-15</c:v>
                </c:pt>
                <c:pt idx="4363">
                  <c:v>2017-09-18</c:v>
                </c:pt>
                <c:pt idx="4364">
                  <c:v>2017-09-19</c:v>
                </c:pt>
                <c:pt idx="4365">
                  <c:v>2017-09-20</c:v>
                </c:pt>
                <c:pt idx="4366">
                  <c:v>2017-09-21</c:v>
                </c:pt>
                <c:pt idx="4367">
                  <c:v>2017-09-22</c:v>
                </c:pt>
                <c:pt idx="4368">
                  <c:v>2017-09-25</c:v>
                </c:pt>
                <c:pt idx="4369">
                  <c:v>2017-09-26</c:v>
                </c:pt>
                <c:pt idx="4370">
                  <c:v>2017-09-27</c:v>
                </c:pt>
                <c:pt idx="4371">
                  <c:v>2017-09-28</c:v>
                </c:pt>
                <c:pt idx="4372">
                  <c:v>2017-09-29</c:v>
                </c:pt>
                <c:pt idx="4373">
                  <c:v>2017-10-02</c:v>
                </c:pt>
                <c:pt idx="4374">
                  <c:v>2017-10-03</c:v>
                </c:pt>
                <c:pt idx="4375">
                  <c:v>2017-10-04</c:v>
                </c:pt>
                <c:pt idx="4376">
                  <c:v>2017-10-05</c:v>
                </c:pt>
                <c:pt idx="4377">
                  <c:v>2017-10-06</c:v>
                </c:pt>
                <c:pt idx="4378">
                  <c:v>2017-10-09</c:v>
                </c:pt>
                <c:pt idx="4379">
                  <c:v>2017-10-10</c:v>
                </c:pt>
                <c:pt idx="4380">
                  <c:v>2017-10-11</c:v>
                </c:pt>
                <c:pt idx="4381">
                  <c:v>2017-10-12</c:v>
                </c:pt>
                <c:pt idx="4382">
                  <c:v>2017-10-13</c:v>
                </c:pt>
                <c:pt idx="4383">
                  <c:v>2017-10-16</c:v>
                </c:pt>
                <c:pt idx="4384">
                  <c:v>2017-10-17</c:v>
                </c:pt>
                <c:pt idx="4385">
                  <c:v>2017-10-18</c:v>
                </c:pt>
                <c:pt idx="4386">
                  <c:v>2017-10-19</c:v>
                </c:pt>
                <c:pt idx="4387">
                  <c:v>2017-10-20</c:v>
                </c:pt>
                <c:pt idx="4388">
                  <c:v>2017-10-23</c:v>
                </c:pt>
                <c:pt idx="4389">
                  <c:v>2017-10-24</c:v>
                </c:pt>
                <c:pt idx="4390">
                  <c:v>2017-10-25</c:v>
                </c:pt>
                <c:pt idx="4391">
                  <c:v>2017-10-26</c:v>
                </c:pt>
                <c:pt idx="4392">
                  <c:v>2017-10-27</c:v>
                </c:pt>
                <c:pt idx="4393">
                  <c:v>2017-10-30</c:v>
                </c:pt>
                <c:pt idx="4394">
                  <c:v>2017-10-31</c:v>
                </c:pt>
                <c:pt idx="4395">
                  <c:v>2017-11-01</c:v>
                </c:pt>
                <c:pt idx="4396">
                  <c:v>2017-11-02</c:v>
                </c:pt>
                <c:pt idx="4397">
                  <c:v>2017-11-03</c:v>
                </c:pt>
                <c:pt idx="4398">
                  <c:v>2017-11-06</c:v>
                </c:pt>
                <c:pt idx="4399">
                  <c:v>2017-11-07</c:v>
                </c:pt>
                <c:pt idx="4400">
                  <c:v>2017-11-08</c:v>
                </c:pt>
                <c:pt idx="4401">
                  <c:v>2017-11-09</c:v>
                </c:pt>
                <c:pt idx="4402">
                  <c:v>2017-11-10</c:v>
                </c:pt>
                <c:pt idx="4403">
                  <c:v>2017-11-13</c:v>
                </c:pt>
                <c:pt idx="4404">
                  <c:v>2017-11-14</c:v>
                </c:pt>
                <c:pt idx="4405">
                  <c:v>2017-11-15</c:v>
                </c:pt>
                <c:pt idx="4406">
                  <c:v>2017-11-16</c:v>
                </c:pt>
                <c:pt idx="4407">
                  <c:v>2017-11-17</c:v>
                </c:pt>
                <c:pt idx="4408">
                  <c:v>2017-11-20</c:v>
                </c:pt>
                <c:pt idx="4409">
                  <c:v>2017-11-21</c:v>
                </c:pt>
                <c:pt idx="4410">
                  <c:v>2017-11-22</c:v>
                </c:pt>
                <c:pt idx="4411">
                  <c:v>2017-11-24</c:v>
                </c:pt>
                <c:pt idx="4412">
                  <c:v>2017-11-27</c:v>
                </c:pt>
                <c:pt idx="4413">
                  <c:v>2017-11-28</c:v>
                </c:pt>
                <c:pt idx="4414">
                  <c:v>2017-11-29</c:v>
                </c:pt>
                <c:pt idx="4415">
                  <c:v>2017-11-30</c:v>
                </c:pt>
                <c:pt idx="4416">
                  <c:v>2017-12-01</c:v>
                </c:pt>
                <c:pt idx="4417">
                  <c:v>2017-12-04</c:v>
                </c:pt>
                <c:pt idx="4418">
                  <c:v>2017-12-05</c:v>
                </c:pt>
                <c:pt idx="4419">
                  <c:v>2017-12-06</c:v>
                </c:pt>
                <c:pt idx="4420">
                  <c:v>2017-12-07</c:v>
                </c:pt>
                <c:pt idx="4421">
                  <c:v>2017-12-08</c:v>
                </c:pt>
                <c:pt idx="4422">
                  <c:v>2017-12-11</c:v>
                </c:pt>
                <c:pt idx="4423">
                  <c:v>2017-12-12</c:v>
                </c:pt>
                <c:pt idx="4424">
                  <c:v>2017-12-13</c:v>
                </c:pt>
                <c:pt idx="4425">
                  <c:v>2017-12-14</c:v>
                </c:pt>
                <c:pt idx="4426">
                  <c:v>2017-12-15</c:v>
                </c:pt>
                <c:pt idx="4427">
                  <c:v>2017-12-18</c:v>
                </c:pt>
                <c:pt idx="4428">
                  <c:v>2017-12-19</c:v>
                </c:pt>
                <c:pt idx="4429">
                  <c:v>2017-12-20</c:v>
                </c:pt>
                <c:pt idx="4430">
                  <c:v>2017-12-21</c:v>
                </c:pt>
                <c:pt idx="4431">
                  <c:v>2017-12-22</c:v>
                </c:pt>
                <c:pt idx="4432">
                  <c:v>2017-12-26</c:v>
                </c:pt>
                <c:pt idx="4433">
                  <c:v>2017-12-27</c:v>
                </c:pt>
                <c:pt idx="4434">
                  <c:v>2017-12-28</c:v>
                </c:pt>
                <c:pt idx="4435">
                  <c:v>2017-12-29</c:v>
                </c:pt>
                <c:pt idx="4436">
                  <c:v>2018-01-02</c:v>
                </c:pt>
                <c:pt idx="4437">
                  <c:v>2018-01-03</c:v>
                </c:pt>
                <c:pt idx="4438">
                  <c:v>2018-01-04</c:v>
                </c:pt>
                <c:pt idx="4439">
                  <c:v>2018-01-05</c:v>
                </c:pt>
                <c:pt idx="4440">
                  <c:v>2018-01-08</c:v>
                </c:pt>
                <c:pt idx="4441">
                  <c:v>2018-01-09</c:v>
                </c:pt>
                <c:pt idx="4442">
                  <c:v>2018-01-10</c:v>
                </c:pt>
                <c:pt idx="4443">
                  <c:v>2018-01-11</c:v>
                </c:pt>
                <c:pt idx="4444">
                  <c:v>2018-01-12</c:v>
                </c:pt>
                <c:pt idx="4445">
                  <c:v>2018-01-16</c:v>
                </c:pt>
                <c:pt idx="4446">
                  <c:v>2018-01-17</c:v>
                </c:pt>
                <c:pt idx="4447">
                  <c:v>2018-01-18</c:v>
                </c:pt>
                <c:pt idx="4448">
                  <c:v>2018-01-19</c:v>
                </c:pt>
                <c:pt idx="4449">
                  <c:v>2018-01-22</c:v>
                </c:pt>
                <c:pt idx="4450">
                  <c:v>2018-01-23</c:v>
                </c:pt>
                <c:pt idx="4451">
                  <c:v>2018-01-24</c:v>
                </c:pt>
                <c:pt idx="4452">
                  <c:v>2018-01-25</c:v>
                </c:pt>
                <c:pt idx="4453">
                  <c:v>2018-01-26</c:v>
                </c:pt>
                <c:pt idx="4454">
                  <c:v>2018-01-29</c:v>
                </c:pt>
                <c:pt idx="4455">
                  <c:v>2018-01-30</c:v>
                </c:pt>
                <c:pt idx="4456">
                  <c:v>2018-01-31</c:v>
                </c:pt>
                <c:pt idx="4457">
                  <c:v>2018-02-01</c:v>
                </c:pt>
                <c:pt idx="4458">
                  <c:v>2018-02-02</c:v>
                </c:pt>
                <c:pt idx="4459">
                  <c:v>2018-02-05</c:v>
                </c:pt>
                <c:pt idx="4460">
                  <c:v>2018-02-06</c:v>
                </c:pt>
                <c:pt idx="4461">
                  <c:v>2018-02-07</c:v>
                </c:pt>
                <c:pt idx="4462">
                  <c:v>2018-02-08</c:v>
                </c:pt>
                <c:pt idx="4463">
                  <c:v>2018-02-09</c:v>
                </c:pt>
                <c:pt idx="4464">
                  <c:v>2018-02-12</c:v>
                </c:pt>
                <c:pt idx="4465">
                  <c:v>2018-02-13</c:v>
                </c:pt>
                <c:pt idx="4466">
                  <c:v>2018-02-14</c:v>
                </c:pt>
                <c:pt idx="4467">
                  <c:v>2018-02-15</c:v>
                </c:pt>
                <c:pt idx="4468">
                  <c:v>2018-02-16</c:v>
                </c:pt>
                <c:pt idx="4469">
                  <c:v>2018-02-20</c:v>
                </c:pt>
                <c:pt idx="4470">
                  <c:v>2018-02-21</c:v>
                </c:pt>
                <c:pt idx="4471">
                  <c:v>2018-02-22</c:v>
                </c:pt>
                <c:pt idx="4472">
                  <c:v>2018-02-23</c:v>
                </c:pt>
                <c:pt idx="4473">
                  <c:v>2018-02-26</c:v>
                </c:pt>
                <c:pt idx="4474">
                  <c:v>2018-02-27</c:v>
                </c:pt>
                <c:pt idx="4475">
                  <c:v>2018-02-28</c:v>
                </c:pt>
                <c:pt idx="4476">
                  <c:v>2018-03-01</c:v>
                </c:pt>
                <c:pt idx="4477">
                  <c:v>2018-03-02</c:v>
                </c:pt>
                <c:pt idx="4478">
                  <c:v>2018-03-05</c:v>
                </c:pt>
                <c:pt idx="4479">
                  <c:v>2018-03-06</c:v>
                </c:pt>
                <c:pt idx="4480">
                  <c:v>2018-03-07</c:v>
                </c:pt>
                <c:pt idx="4481">
                  <c:v>2018-03-08</c:v>
                </c:pt>
                <c:pt idx="4482">
                  <c:v>2018-03-09</c:v>
                </c:pt>
                <c:pt idx="4483">
                  <c:v>2018-03-12</c:v>
                </c:pt>
                <c:pt idx="4484">
                  <c:v>2018-03-13</c:v>
                </c:pt>
                <c:pt idx="4485">
                  <c:v>2018-03-14</c:v>
                </c:pt>
                <c:pt idx="4486">
                  <c:v>2018-03-15</c:v>
                </c:pt>
                <c:pt idx="4487">
                  <c:v>2018-03-16</c:v>
                </c:pt>
                <c:pt idx="4488">
                  <c:v>2018-03-19</c:v>
                </c:pt>
                <c:pt idx="4489">
                  <c:v>2018-03-20</c:v>
                </c:pt>
                <c:pt idx="4490">
                  <c:v>2018-03-21</c:v>
                </c:pt>
                <c:pt idx="4491">
                  <c:v>2018-03-22</c:v>
                </c:pt>
                <c:pt idx="4492">
                  <c:v>2018-03-23</c:v>
                </c:pt>
                <c:pt idx="4493">
                  <c:v>2018-03-26</c:v>
                </c:pt>
                <c:pt idx="4494">
                  <c:v>2018-03-27</c:v>
                </c:pt>
                <c:pt idx="4495">
                  <c:v>2018-03-28</c:v>
                </c:pt>
                <c:pt idx="4496">
                  <c:v>2018-03-29</c:v>
                </c:pt>
                <c:pt idx="4497">
                  <c:v>2018-04-02</c:v>
                </c:pt>
                <c:pt idx="4498">
                  <c:v>2018-04-03</c:v>
                </c:pt>
                <c:pt idx="4499">
                  <c:v>2018-04-04</c:v>
                </c:pt>
                <c:pt idx="4500">
                  <c:v>2018-04-05</c:v>
                </c:pt>
                <c:pt idx="4501">
                  <c:v>2018-04-06</c:v>
                </c:pt>
                <c:pt idx="4502">
                  <c:v>2018-04-09</c:v>
                </c:pt>
                <c:pt idx="4503">
                  <c:v>2018-04-10</c:v>
                </c:pt>
                <c:pt idx="4504">
                  <c:v>2018-04-11</c:v>
                </c:pt>
                <c:pt idx="4505">
                  <c:v>2018-04-12</c:v>
                </c:pt>
                <c:pt idx="4506">
                  <c:v>2018-04-13</c:v>
                </c:pt>
                <c:pt idx="4507">
                  <c:v>2018-04-16</c:v>
                </c:pt>
                <c:pt idx="4508">
                  <c:v>2018-04-17</c:v>
                </c:pt>
                <c:pt idx="4509">
                  <c:v>2018-04-18</c:v>
                </c:pt>
                <c:pt idx="4510">
                  <c:v>2018-04-19</c:v>
                </c:pt>
                <c:pt idx="4511">
                  <c:v>2018-04-20</c:v>
                </c:pt>
                <c:pt idx="4512">
                  <c:v>2018-04-23</c:v>
                </c:pt>
                <c:pt idx="4513">
                  <c:v>2018-04-24</c:v>
                </c:pt>
                <c:pt idx="4514">
                  <c:v>2018-04-25</c:v>
                </c:pt>
                <c:pt idx="4515">
                  <c:v>2018-04-26</c:v>
                </c:pt>
                <c:pt idx="4516">
                  <c:v>2018-04-27</c:v>
                </c:pt>
                <c:pt idx="4517">
                  <c:v>2018-04-30</c:v>
                </c:pt>
                <c:pt idx="4518">
                  <c:v>2018-05-01</c:v>
                </c:pt>
                <c:pt idx="4519">
                  <c:v>2018-05-02</c:v>
                </c:pt>
                <c:pt idx="4520">
                  <c:v>2018-05-03</c:v>
                </c:pt>
                <c:pt idx="4521">
                  <c:v>2018-05-04</c:v>
                </c:pt>
                <c:pt idx="4522">
                  <c:v>2018-05-07</c:v>
                </c:pt>
                <c:pt idx="4523">
                  <c:v>2018-05-08</c:v>
                </c:pt>
                <c:pt idx="4524">
                  <c:v>2018-05-09</c:v>
                </c:pt>
                <c:pt idx="4525">
                  <c:v>2018-05-10</c:v>
                </c:pt>
                <c:pt idx="4526">
                  <c:v>2018-05-11</c:v>
                </c:pt>
                <c:pt idx="4527">
                  <c:v>2018-05-14</c:v>
                </c:pt>
                <c:pt idx="4528">
                  <c:v>2018-05-15</c:v>
                </c:pt>
                <c:pt idx="4529">
                  <c:v>2018-05-16</c:v>
                </c:pt>
                <c:pt idx="4530">
                  <c:v>2018-05-17</c:v>
                </c:pt>
                <c:pt idx="4531">
                  <c:v>2018-05-18</c:v>
                </c:pt>
                <c:pt idx="4532">
                  <c:v>2018-05-21</c:v>
                </c:pt>
                <c:pt idx="4533">
                  <c:v>2018-05-22</c:v>
                </c:pt>
                <c:pt idx="4534">
                  <c:v>2018-05-23</c:v>
                </c:pt>
                <c:pt idx="4535">
                  <c:v>2018-05-24</c:v>
                </c:pt>
                <c:pt idx="4536">
                  <c:v>2018-05-25</c:v>
                </c:pt>
                <c:pt idx="4537">
                  <c:v>2018-05-29</c:v>
                </c:pt>
                <c:pt idx="4538">
                  <c:v>2018-05-30</c:v>
                </c:pt>
                <c:pt idx="4539">
                  <c:v>2018-05-31</c:v>
                </c:pt>
                <c:pt idx="4540">
                  <c:v>2018-06-01</c:v>
                </c:pt>
                <c:pt idx="4541">
                  <c:v>2018-06-04</c:v>
                </c:pt>
                <c:pt idx="4542">
                  <c:v>2018-06-05</c:v>
                </c:pt>
                <c:pt idx="4543">
                  <c:v>2018-06-06</c:v>
                </c:pt>
                <c:pt idx="4544">
                  <c:v>2018-06-07</c:v>
                </c:pt>
                <c:pt idx="4545">
                  <c:v>2018-06-08</c:v>
                </c:pt>
                <c:pt idx="4546">
                  <c:v>2018-06-11</c:v>
                </c:pt>
                <c:pt idx="4547">
                  <c:v>2018-06-12</c:v>
                </c:pt>
                <c:pt idx="4548">
                  <c:v>2018-06-13</c:v>
                </c:pt>
                <c:pt idx="4549">
                  <c:v>2018-06-14</c:v>
                </c:pt>
                <c:pt idx="4550">
                  <c:v>2018-06-15</c:v>
                </c:pt>
                <c:pt idx="4551">
                  <c:v>2018-06-18</c:v>
                </c:pt>
                <c:pt idx="4552">
                  <c:v>2018-06-19</c:v>
                </c:pt>
                <c:pt idx="4553">
                  <c:v>2018-06-20</c:v>
                </c:pt>
                <c:pt idx="4554">
                  <c:v>2018-06-21</c:v>
                </c:pt>
                <c:pt idx="4555">
                  <c:v>2018-06-22</c:v>
                </c:pt>
                <c:pt idx="4556">
                  <c:v>2018-06-25</c:v>
                </c:pt>
                <c:pt idx="4557">
                  <c:v>2018-06-26</c:v>
                </c:pt>
                <c:pt idx="4558">
                  <c:v>2018-06-27</c:v>
                </c:pt>
                <c:pt idx="4559">
                  <c:v>2018-06-28</c:v>
                </c:pt>
                <c:pt idx="4560">
                  <c:v>2018-06-29</c:v>
                </c:pt>
                <c:pt idx="4561">
                  <c:v>2018-07-02</c:v>
                </c:pt>
                <c:pt idx="4562">
                  <c:v>2018-07-03</c:v>
                </c:pt>
                <c:pt idx="4563">
                  <c:v>2018-07-05</c:v>
                </c:pt>
                <c:pt idx="4564">
                  <c:v>2018-07-06</c:v>
                </c:pt>
                <c:pt idx="4565">
                  <c:v>2018-07-09</c:v>
                </c:pt>
                <c:pt idx="4566">
                  <c:v>2018-07-10</c:v>
                </c:pt>
                <c:pt idx="4567">
                  <c:v>2018-07-11</c:v>
                </c:pt>
                <c:pt idx="4568">
                  <c:v>2018-07-12</c:v>
                </c:pt>
                <c:pt idx="4569">
                  <c:v>2018-07-13</c:v>
                </c:pt>
                <c:pt idx="4570">
                  <c:v>2018-07-16</c:v>
                </c:pt>
                <c:pt idx="4571">
                  <c:v>2018-07-17</c:v>
                </c:pt>
                <c:pt idx="4572">
                  <c:v>2018-07-18</c:v>
                </c:pt>
                <c:pt idx="4573">
                  <c:v>2018-07-19</c:v>
                </c:pt>
                <c:pt idx="4574">
                  <c:v>2018-07-20</c:v>
                </c:pt>
                <c:pt idx="4575">
                  <c:v>2018-07-23</c:v>
                </c:pt>
                <c:pt idx="4576">
                  <c:v>2018-07-24</c:v>
                </c:pt>
                <c:pt idx="4577">
                  <c:v>2018-07-25</c:v>
                </c:pt>
                <c:pt idx="4578">
                  <c:v>2018-07-26</c:v>
                </c:pt>
                <c:pt idx="4579">
                  <c:v>2018-07-27</c:v>
                </c:pt>
                <c:pt idx="4580">
                  <c:v>2018-07-30</c:v>
                </c:pt>
                <c:pt idx="4581">
                  <c:v>2018-07-31</c:v>
                </c:pt>
                <c:pt idx="4582">
                  <c:v>2018-08-01</c:v>
                </c:pt>
                <c:pt idx="4583">
                  <c:v>2018-08-02</c:v>
                </c:pt>
                <c:pt idx="4584">
                  <c:v>2018-08-03</c:v>
                </c:pt>
                <c:pt idx="4585">
                  <c:v>2018-08-06</c:v>
                </c:pt>
                <c:pt idx="4586">
                  <c:v>2018-08-07</c:v>
                </c:pt>
                <c:pt idx="4587">
                  <c:v>2018-08-08</c:v>
                </c:pt>
                <c:pt idx="4588">
                  <c:v>2018-08-09</c:v>
                </c:pt>
                <c:pt idx="4589">
                  <c:v>2018-08-10</c:v>
                </c:pt>
                <c:pt idx="4590">
                  <c:v>2018-08-13</c:v>
                </c:pt>
                <c:pt idx="4591">
                  <c:v>2018-08-14</c:v>
                </c:pt>
                <c:pt idx="4592">
                  <c:v>2018-08-15</c:v>
                </c:pt>
                <c:pt idx="4593">
                  <c:v>2018-08-16</c:v>
                </c:pt>
                <c:pt idx="4594">
                  <c:v>2018-08-17</c:v>
                </c:pt>
                <c:pt idx="4595">
                  <c:v>2018-08-20</c:v>
                </c:pt>
                <c:pt idx="4596">
                  <c:v>2018-08-21</c:v>
                </c:pt>
                <c:pt idx="4597">
                  <c:v>2018-08-22</c:v>
                </c:pt>
                <c:pt idx="4598">
                  <c:v>2018-08-23</c:v>
                </c:pt>
                <c:pt idx="4599">
                  <c:v>2018-08-24</c:v>
                </c:pt>
                <c:pt idx="4600">
                  <c:v>2018-08-27</c:v>
                </c:pt>
                <c:pt idx="4601">
                  <c:v>2018-08-28</c:v>
                </c:pt>
                <c:pt idx="4602">
                  <c:v>2018-08-29</c:v>
                </c:pt>
                <c:pt idx="4603">
                  <c:v>2018-08-30</c:v>
                </c:pt>
                <c:pt idx="4604">
                  <c:v>2018-08-31</c:v>
                </c:pt>
                <c:pt idx="4605">
                  <c:v>2018-09-04</c:v>
                </c:pt>
                <c:pt idx="4606">
                  <c:v>2018-09-05</c:v>
                </c:pt>
                <c:pt idx="4607">
                  <c:v>2018-09-06</c:v>
                </c:pt>
                <c:pt idx="4608">
                  <c:v>2018-09-07</c:v>
                </c:pt>
                <c:pt idx="4609">
                  <c:v>2018-09-10</c:v>
                </c:pt>
                <c:pt idx="4610">
                  <c:v>2018-09-11</c:v>
                </c:pt>
                <c:pt idx="4611">
                  <c:v>2018-09-12</c:v>
                </c:pt>
                <c:pt idx="4612">
                  <c:v>2018-09-13</c:v>
                </c:pt>
                <c:pt idx="4613">
                  <c:v>2018-09-14</c:v>
                </c:pt>
                <c:pt idx="4614">
                  <c:v>2018-09-17</c:v>
                </c:pt>
                <c:pt idx="4615">
                  <c:v>2018-09-18</c:v>
                </c:pt>
                <c:pt idx="4616">
                  <c:v>2018-09-19</c:v>
                </c:pt>
                <c:pt idx="4617">
                  <c:v>2018-09-20</c:v>
                </c:pt>
                <c:pt idx="4618">
                  <c:v>2018-09-21</c:v>
                </c:pt>
                <c:pt idx="4619">
                  <c:v>2018-09-24</c:v>
                </c:pt>
                <c:pt idx="4620">
                  <c:v>2018-09-25</c:v>
                </c:pt>
                <c:pt idx="4621">
                  <c:v>2018-09-26</c:v>
                </c:pt>
                <c:pt idx="4622">
                  <c:v>2018-09-27</c:v>
                </c:pt>
                <c:pt idx="4623">
                  <c:v>2018-09-28</c:v>
                </c:pt>
                <c:pt idx="4624">
                  <c:v>2018-10-01</c:v>
                </c:pt>
                <c:pt idx="4625">
                  <c:v>2018-10-02</c:v>
                </c:pt>
                <c:pt idx="4626">
                  <c:v>2018-10-03</c:v>
                </c:pt>
                <c:pt idx="4627">
                  <c:v>2018-10-04</c:v>
                </c:pt>
                <c:pt idx="4628">
                  <c:v>2018-10-05</c:v>
                </c:pt>
                <c:pt idx="4629">
                  <c:v>2018-10-08</c:v>
                </c:pt>
                <c:pt idx="4630">
                  <c:v>2018-10-09</c:v>
                </c:pt>
                <c:pt idx="4631">
                  <c:v>2018-10-10</c:v>
                </c:pt>
                <c:pt idx="4632">
                  <c:v>2018-10-11</c:v>
                </c:pt>
                <c:pt idx="4633">
                  <c:v>2018-10-12</c:v>
                </c:pt>
                <c:pt idx="4634">
                  <c:v>2018-10-15</c:v>
                </c:pt>
                <c:pt idx="4635">
                  <c:v>2018-10-16</c:v>
                </c:pt>
                <c:pt idx="4636">
                  <c:v>2018-10-17</c:v>
                </c:pt>
                <c:pt idx="4637">
                  <c:v>2018-10-18</c:v>
                </c:pt>
                <c:pt idx="4638">
                  <c:v>2018-10-19</c:v>
                </c:pt>
                <c:pt idx="4639">
                  <c:v>2018-10-22</c:v>
                </c:pt>
                <c:pt idx="4640">
                  <c:v>2018-10-23</c:v>
                </c:pt>
                <c:pt idx="4641">
                  <c:v>2018-10-24</c:v>
                </c:pt>
                <c:pt idx="4642">
                  <c:v>2018-10-25</c:v>
                </c:pt>
                <c:pt idx="4643">
                  <c:v>2018-10-26</c:v>
                </c:pt>
                <c:pt idx="4644">
                  <c:v>2018-10-29</c:v>
                </c:pt>
                <c:pt idx="4645">
                  <c:v>2018-10-30</c:v>
                </c:pt>
                <c:pt idx="4646">
                  <c:v>2018-10-31</c:v>
                </c:pt>
                <c:pt idx="4647">
                  <c:v>2018-11-01</c:v>
                </c:pt>
                <c:pt idx="4648">
                  <c:v>2018-11-02</c:v>
                </c:pt>
                <c:pt idx="4649">
                  <c:v>2018-11-05</c:v>
                </c:pt>
                <c:pt idx="4650">
                  <c:v>2018-11-06</c:v>
                </c:pt>
                <c:pt idx="4651">
                  <c:v>2018-11-07</c:v>
                </c:pt>
                <c:pt idx="4652">
                  <c:v>2018-11-08</c:v>
                </c:pt>
                <c:pt idx="4653">
                  <c:v>2018-11-09</c:v>
                </c:pt>
                <c:pt idx="4654">
                  <c:v>2018-11-12</c:v>
                </c:pt>
                <c:pt idx="4655">
                  <c:v>2018-11-13</c:v>
                </c:pt>
                <c:pt idx="4656">
                  <c:v>2018-11-14</c:v>
                </c:pt>
                <c:pt idx="4657">
                  <c:v>2018-11-15</c:v>
                </c:pt>
                <c:pt idx="4658">
                  <c:v>2018-11-16</c:v>
                </c:pt>
                <c:pt idx="4659">
                  <c:v>2018-11-19</c:v>
                </c:pt>
                <c:pt idx="4660">
                  <c:v>2018-11-20</c:v>
                </c:pt>
                <c:pt idx="4661">
                  <c:v>2018-11-21</c:v>
                </c:pt>
                <c:pt idx="4662">
                  <c:v>2018-11-23</c:v>
                </c:pt>
                <c:pt idx="4663">
                  <c:v>2018-11-26</c:v>
                </c:pt>
                <c:pt idx="4664">
                  <c:v>2018-11-27</c:v>
                </c:pt>
                <c:pt idx="4665">
                  <c:v>2018-11-28</c:v>
                </c:pt>
                <c:pt idx="4666">
                  <c:v>2018-11-29</c:v>
                </c:pt>
                <c:pt idx="4667">
                  <c:v>2018-11-30</c:v>
                </c:pt>
                <c:pt idx="4668">
                  <c:v>2018-12-03</c:v>
                </c:pt>
                <c:pt idx="4669">
                  <c:v>2018-12-04</c:v>
                </c:pt>
                <c:pt idx="4670">
                  <c:v>2018-12-05</c:v>
                </c:pt>
                <c:pt idx="4671">
                  <c:v>2018-12-06</c:v>
                </c:pt>
                <c:pt idx="4672">
                  <c:v>2018-12-07</c:v>
                </c:pt>
                <c:pt idx="4673">
                  <c:v>2018-12-10</c:v>
                </c:pt>
                <c:pt idx="4674">
                  <c:v>2018-12-11</c:v>
                </c:pt>
                <c:pt idx="4675">
                  <c:v>2018-12-12</c:v>
                </c:pt>
                <c:pt idx="4676">
                  <c:v>2018-12-13</c:v>
                </c:pt>
                <c:pt idx="4677">
                  <c:v>2018-12-14</c:v>
                </c:pt>
                <c:pt idx="4678">
                  <c:v>2018-12-17</c:v>
                </c:pt>
                <c:pt idx="4679">
                  <c:v>2018-12-18</c:v>
                </c:pt>
                <c:pt idx="4680">
                  <c:v>2018-12-19</c:v>
                </c:pt>
                <c:pt idx="4681">
                  <c:v>2018-12-20</c:v>
                </c:pt>
                <c:pt idx="4682">
                  <c:v>2018-12-21</c:v>
                </c:pt>
                <c:pt idx="4683">
                  <c:v>2018-12-24</c:v>
                </c:pt>
                <c:pt idx="4684">
                  <c:v>2018-12-26</c:v>
                </c:pt>
                <c:pt idx="4685">
                  <c:v>2018-12-27</c:v>
                </c:pt>
                <c:pt idx="4686">
                  <c:v>2018-12-28</c:v>
                </c:pt>
                <c:pt idx="4687">
                  <c:v>2018-12-31</c:v>
                </c:pt>
                <c:pt idx="4688">
                  <c:v>2019-01-02</c:v>
                </c:pt>
                <c:pt idx="4689">
                  <c:v>2019-01-03</c:v>
                </c:pt>
                <c:pt idx="4690">
                  <c:v>2019-01-04</c:v>
                </c:pt>
                <c:pt idx="4691">
                  <c:v>2019-01-07</c:v>
                </c:pt>
                <c:pt idx="4692">
                  <c:v>2019-01-08</c:v>
                </c:pt>
                <c:pt idx="4693">
                  <c:v>2019-01-09</c:v>
                </c:pt>
                <c:pt idx="4694">
                  <c:v>2019-01-10</c:v>
                </c:pt>
                <c:pt idx="4695">
                  <c:v>2019-01-11</c:v>
                </c:pt>
                <c:pt idx="4696">
                  <c:v>2019-01-14</c:v>
                </c:pt>
                <c:pt idx="4697">
                  <c:v>2019-01-15</c:v>
                </c:pt>
                <c:pt idx="4698">
                  <c:v>2019-01-16</c:v>
                </c:pt>
                <c:pt idx="4699">
                  <c:v>2019-01-17</c:v>
                </c:pt>
                <c:pt idx="4700">
                  <c:v>2019-01-18</c:v>
                </c:pt>
                <c:pt idx="4701">
                  <c:v>2019-01-22</c:v>
                </c:pt>
                <c:pt idx="4702">
                  <c:v>2019-01-23</c:v>
                </c:pt>
                <c:pt idx="4703">
                  <c:v>2019-01-24</c:v>
                </c:pt>
                <c:pt idx="4704">
                  <c:v>2019-01-25</c:v>
                </c:pt>
                <c:pt idx="4705">
                  <c:v>2019-01-28</c:v>
                </c:pt>
                <c:pt idx="4706">
                  <c:v>2019-01-29</c:v>
                </c:pt>
                <c:pt idx="4707">
                  <c:v>2019-01-30</c:v>
                </c:pt>
                <c:pt idx="4708">
                  <c:v>2019-01-31</c:v>
                </c:pt>
                <c:pt idx="4709">
                  <c:v>2019-02-01</c:v>
                </c:pt>
                <c:pt idx="4710">
                  <c:v>2019-02-04</c:v>
                </c:pt>
                <c:pt idx="4711">
                  <c:v>2019-02-05</c:v>
                </c:pt>
                <c:pt idx="4712">
                  <c:v>2019-02-06</c:v>
                </c:pt>
                <c:pt idx="4713">
                  <c:v>2019-02-07</c:v>
                </c:pt>
                <c:pt idx="4714">
                  <c:v>2019-02-08</c:v>
                </c:pt>
                <c:pt idx="4715">
                  <c:v>2019-02-11</c:v>
                </c:pt>
                <c:pt idx="4716">
                  <c:v>2019-02-12</c:v>
                </c:pt>
                <c:pt idx="4717">
                  <c:v>2019-02-13</c:v>
                </c:pt>
                <c:pt idx="4718">
                  <c:v>2019-02-14</c:v>
                </c:pt>
                <c:pt idx="4719">
                  <c:v>2019-02-15</c:v>
                </c:pt>
                <c:pt idx="4720">
                  <c:v>2019-02-19</c:v>
                </c:pt>
                <c:pt idx="4721">
                  <c:v>2019-02-20</c:v>
                </c:pt>
                <c:pt idx="4722">
                  <c:v>2019-02-21</c:v>
                </c:pt>
                <c:pt idx="4723">
                  <c:v>2019-02-22</c:v>
                </c:pt>
                <c:pt idx="4724">
                  <c:v>2019-02-25</c:v>
                </c:pt>
                <c:pt idx="4725">
                  <c:v>2019-02-26</c:v>
                </c:pt>
                <c:pt idx="4726">
                  <c:v>2019-02-27</c:v>
                </c:pt>
                <c:pt idx="4727">
                  <c:v>2019-02-28</c:v>
                </c:pt>
                <c:pt idx="4728">
                  <c:v>2019-03-01</c:v>
                </c:pt>
                <c:pt idx="4729">
                  <c:v>2019-03-04</c:v>
                </c:pt>
                <c:pt idx="4730">
                  <c:v>2019-03-05</c:v>
                </c:pt>
                <c:pt idx="4731">
                  <c:v>2019-03-06</c:v>
                </c:pt>
                <c:pt idx="4732">
                  <c:v>2019-03-07</c:v>
                </c:pt>
                <c:pt idx="4733">
                  <c:v>2019-03-08</c:v>
                </c:pt>
                <c:pt idx="4734">
                  <c:v>2019-03-11</c:v>
                </c:pt>
                <c:pt idx="4735">
                  <c:v>2019-03-12</c:v>
                </c:pt>
                <c:pt idx="4736">
                  <c:v>2019-03-13</c:v>
                </c:pt>
                <c:pt idx="4737">
                  <c:v>2019-03-14</c:v>
                </c:pt>
                <c:pt idx="4738">
                  <c:v>2019-03-15</c:v>
                </c:pt>
                <c:pt idx="4739">
                  <c:v>2019-03-18</c:v>
                </c:pt>
                <c:pt idx="4740">
                  <c:v>2019-03-19</c:v>
                </c:pt>
                <c:pt idx="4741">
                  <c:v>2019-03-20</c:v>
                </c:pt>
                <c:pt idx="4742">
                  <c:v>2019-03-21</c:v>
                </c:pt>
                <c:pt idx="4743">
                  <c:v>2019-03-22</c:v>
                </c:pt>
                <c:pt idx="4744">
                  <c:v>2019-03-25</c:v>
                </c:pt>
                <c:pt idx="4745">
                  <c:v>2019-03-26</c:v>
                </c:pt>
                <c:pt idx="4746">
                  <c:v>2019-03-27</c:v>
                </c:pt>
                <c:pt idx="4747">
                  <c:v>2019-03-28</c:v>
                </c:pt>
                <c:pt idx="4748">
                  <c:v>2019-03-29</c:v>
                </c:pt>
                <c:pt idx="4749">
                  <c:v>2019-04-01</c:v>
                </c:pt>
                <c:pt idx="4750">
                  <c:v>2019-04-02</c:v>
                </c:pt>
                <c:pt idx="4751">
                  <c:v>2019-04-03</c:v>
                </c:pt>
                <c:pt idx="4752">
                  <c:v>2019-04-04</c:v>
                </c:pt>
                <c:pt idx="4753">
                  <c:v>2019-04-05</c:v>
                </c:pt>
                <c:pt idx="4754">
                  <c:v>2019-04-08</c:v>
                </c:pt>
                <c:pt idx="4755">
                  <c:v>2019-04-09</c:v>
                </c:pt>
                <c:pt idx="4756">
                  <c:v>2019-04-10</c:v>
                </c:pt>
                <c:pt idx="4757">
                  <c:v>2019-04-11</c:v>
                </c:pt>
                <c:pt idx="4758">
                  <c:v>2019-04-12</c:v>
                </c:pt>
                <c:pt idx="4759">
                  <c:v>2019-04-15</c:v>
                </c:pt>
                <c:pt idx="4760">
                  <c:v>2019-04-16</c:v>
                </c:pt>
                <c:pt idx="4761">
                  <c:v>2019-04-17</c:v>
                </c:pt>
                <c:pt idx="4762">
                  <c:v>2019-04-18</c:v>
                </c:pt>
                <c:pt idx="4763">
                  <c:v>2019-04-22</c:v>
                </c:pt>
                <c:pt idx="4764">
                  <c:v>2019-04-23</c:v>
                </c:pt>
                <c:pt idx="4765">
                  <c:v>2019-04-24</c:v>
                </c:pt>
                <c:pt idx="4766">
                  <c:v>2019-04-25</c:v>
                </c:pt>
                <c:pt idx="4767">
                  <c:v>2019-04-26</c:v>
                </c:pt>
                <c:pt idx="4768">
                  <c:v>2019-04-29</c:v>
                </c:pt>
                <c:pt idx="4769">
                  <c:v>2019-04-30</c:v>
                </c:pt>
                <c:pt idx="4770">
                  <c:v>2019-05-01</c:v>
                </c:pt>
                <c:pt idx="4771">
                  <c:v>2019-05-02</c:v>
                </c:pt>
                <c:pt idx="4772">
                  <c:v>2019-05-03</c:v>
                </c:pt>
                <c:pt idx="4773">
                  <c:v>2019-05-06</c:v>
                </c:pt>
                <c:pt idx="4774">
                  <c:v>2019-05-07</c:v>
                </c:pt>
                <c:pt idx="4775">
                  <c:v>2019-05-08</c:v>
                </c:pt>
                <c:pt idx="4776">
                  <c:v>2019-05-09</c:v>
                </c:pt>
                <c:pt idx="4777">
                  <c:v>2019-05-10</c:v>
                </c:pt>
                <c:pt idx="4778">
                  <c:v>2019-05-13</c:v>
                </c:pt>
                <c:pt idx="4779">
                  <c:v>2019-05-14</c:v>
                </c:pt>
                <c:pt idx="4780">
                  <c:v>2019-05-15</c:v>
                </c:pt>
                <c:pt idx="4781">
                  <c:v>2019-05-16</c:v>
                </c:pt>
                <c:pt idx="4782">
                  <c:v>2019-05-17</c:v>
                </c:pt>
                <c:pt idx="4783">
                  <c:v>2019-05-20</c:v>
                </c:pt>
                <c:pt idx="4784">
                  <c:v>2019-05-21</c:v>
                </c:pt>
                <c:pt idx="4785">
                  <c:v>2019-05-22</c:v>
                </c:pt>
                <c:pt idx="4786">
                  <c:v>2019-05-23</c:v>
                </c:pt>
                <c:pt idx="4787">
                  <c:v>2019-05-24</c:v>
                </c:pt>
                <c:pt idx="4788">
                  <c:v>2019-05-28</c:v>
                </c:pt>
                <c:pt idx="4789">
                  <c:v>2019-05-29</c:v>
                </c:pt>
                <c:pt idx="4790">
                  <c:v>2019-05-30</c:v>
                </c:pt>
                <c:pt idx="4791">
                  <c:v>2019-05-31</c:v>
                </c:pt>
                <c:pt idx="4792">
                  <c:v>2019-06-03</c:v>
                </c:pt>
                <c:pt idx="4793">
                  <c:v>2019-06-04</c:v>
                </c:pt>
                <c:pt idx="4794">
                  <c:v>2019-06-05</c:v>
                </c:pt>
                <c:pt idx="4795">
                  <c:v>2019-06-06</c:v>
                </c:pt>
                <c:pt idx="4796">
                  <c:v>2019-06-07</c:v>
                </c:pt>
                <c:pt idx="4797">
                  <c:v>2019-06-10</c:v>
                </c:pt>
                <c:pt idx="4798">
                  <c:v>2019-06-11</c:v>
                </c:pt>
                <c:pt idx="4799">
                  <c:v>2019-06-12</c:v>
                </c:pt>
                <c:pt idx="4800">
                  <c:v>2019-06-13</c:v>
                </c:pt>
                <c:pt idx="4801">
                  <c:v>2019-06-14</c:v>
                </c:pt>
                <c:pt idx="4802">
                  <c:v>2019-06-17</c:v>
                </c:pt>
                <c:pt idx="4803">
                  <c:v>2019-06-18</c:v>
                </c:pt>
                <c:pt idx="4804">
                  <c:v>2019-06-19</c:v>
                </c:pt>
                <c:pt idx="4805">
                  <c:v>2019-06-20</c:v>
                </c:pt>
                <c:pt idx="4806">
                  <c:v>2019-06-21</c:v>
                </c:pt>
                <c:pt idx="4807">
                  <c:v>2019-06-24</c:v>
                </c:pt>
                <c:pt idx="4808">
                  <c:v>2019-06-25</c:v>
                </c:pt>
                <c:pt idx="4809">
                  <c:v>2019-06-26</c:v>
                </c:pt>
                <c:pt idx="4810">
                  <c:v>2019-06-27</c:v>
                </c:pt>
                <c:pt idx="4811">
                  <c:v>2019-06-28</c:v>
                </c:pt>
                <c:pt idx="4812">
                  <c:v>2019-07-01</c:v>
                </c:pt>
                <c:pt idx="4813">
                  <c:v>2019-07-02</c:v>
                </c:pt>
                <c:pt idx="4814">
                  <c:v>2019-07-03</c:v>
                </c:pt>
                <c:pt idx="4815">
                  <c:v>2019-07-05</c:v>
                </c:pt>
                <c:pt idx="4816">
                  <c:v>2019-07-08</c:v>
                </c:pt>
                <c:pt idx="4817">
                  <c:v>2019-07-09</c:v>
                </c:pt>
                <c:pt idx="4818">
                  <c:v>2019-07-10</c:v>
                </c:pt>
                <c:pt idx="4819">
                  <c:v>2019-07-11</c:v>
                </c:pt>
                <c:pt idx="4820">
                  <c:v>2019-07-12</c:v>
                </c:pt>
                <c:pt idx="4821">
                  <c:v>2019-07-15</c:v>
                </c:pt>
                <c:pt idx="4822">
                  <c:v>2019-07-16</c:v>
                </c:pt>
                <c:pt idx="4823">
                  <c:v>2019-07-17</c:v>
                </c:pt>
                <c:pt idx="4824">
                  <c:v>2019-07-18</c:v>
                </c:pt>
                <c:pt idx="4825">
                  <c:v>2019-07-19</c:v>
                </c:pt>
                <c:pt idx="4826">
                  <c:v>2019-07-22</c:v>
                </c:pt>
                <c:pt idx="4827">
                  <c:v>2019-07-23</c:v>
                </c:pt>
                <c:pt idx="4828">
                  <c:v>2019-07-24</c:v>
                </c:pt>
                <c:pt idx="4829">
                  <c:v>2019-07-25</c:v>
                </c:pt>
                <c:pt idx="4830">
                  <c:v>2019-07-26</c:v>
                </c:pt>
                <c:pt idx="4831">
                  <c:v>2019-07-29</c:v>
                </c:pt>
                <c:pt idx="4832">
                  <c:v>2019-07-30</c:v>
                </c:pt>
                <c:pt idx="4833">
                  <c:v>2019-07-31</c:v>
                </c:pt>
                <c:pt idx="4834">
                  <c:v>2019-08-01</c:v>
                </c:pt>
                <c:pt idx="4835">
                  <c:v>2019-08-02</c:v>
                </c:pt>
                <c:pt idx="4836">
                  <c:v>2019-08-05</c:v>
                </c:pt>
                <c:pt idx="4837">
                  <c:v>2019-08-06</c:v>
                </c:pt>
                <c:pt idx="4838">
                  <c:v>2019-08-07</c:v>
                </c:pt>
                <c:pt idx="4839">
                  <c:v>2019-08-08</c:v>
                </c:pt>
                <c:pt idx="4840">
                  <c:v>2019-08-09</c:v>
                </c:pt>
                <c:pt idx="4841">
                  <c:v>2019-08-12</c:v>
                </c:pt>
                <c:pt idx="4842">
                  <c:v>2019-08-13</c:v>
                </c:pt>
                <c:pt idx="4843">
                  <c:v>2019-08-14</c:v>
                </c:pt>
                <c:pt idx="4844">
                  <c:v>2019-08-15</c:v>
                </c:pt>
                <c:pt idx="4845">
                  <c:v>2019-08-16</c:v>
                </c:pt>
                <c:pt idx="4846">
                  <c:v>2019-08-19</c:v>
                </c:pt>
                <c:pt idx="4847">
                  <c:v>2019-08-20</c:v>
                </c:pt>
                <c:pt idx="4848">
                  <c:v>2019-08-21</c:v>
                </c:pt>
                <c:pt idx="4849">
                  <c:v>2019-08-22</c:v>
                </c:pt>
                <c:pt idx="4850">
                  <c:v>2019-08-23</c:v>
                </c:pt>
                <c:pt idx="4851">
                  <c:v>2019-08-26</c:v>
                </c:pt>
                <c:pt idx="4852">
                  <c:v>2019-08-27</c:v>
                </c:pt>
                <c:pt idx="4853">
                  <c:v>2019-08-28</c:v>
                </c:pt>
                <c:pt idx="4854">
                  <c:v>2019-08-29</c:v>
                </c:pt>
                <c:pt idx="4855">
                  <c:v>2019-08-30</c:v>
                </c:pt>
                <c:pt idx="4856">
                  <c:v>2019-09-03</c:v>
                </c:pt>
                <c:pt idx="4857">
                  <c:v>2019-09-04</c:v>
                </c:pt>
                <c:pt idx="4858">
                  <c:v>2019-09-05</c:v>
                </c:pt>
                <c:pt idx="4859">
                  <c:v>2019-09-06</c:v>
                </c:pt>
                <c:pt idx="4860">
                  <c:v>2019-09-09</c:v>
                </c:pt>
                <c:pt idx="4861">
                  <c:v>2019-09-10</c:v>
                </c:pt>
                <c:pt idx="4862">
                  <c:v>2019-09-11</c:v>
                </c:pt>
                <c:pt idx="4863">
                  <c:v>2019-09-12</c:v>
                </c:pt>
                <c:pt idx="4864">
                  <c:v>2019-09-13</c:v>
                </c:pt>
                <c:pt idx="4865">
                  <c:v>2019-09-16</c:v>
                </c:pt>
                <c:pt idx="4866">
                  <c:v>2019-09-17</c:v>
                </c:pt>
                <c:pt idx="4867">
                  <c:v>2019-09-18</c:v>
                </c:pt>
                <c:pt idx="4868">
                  <c:v>2019-09-19</c:v>
                </c:pt>
                <c:pt idx="4869">
                  <c:v>2019-09-20</c:v>
                </c:pt>
                <c:pt idx="4870">
                  <c:v>2019-09-23</c:v>
                </c:pt>
                <c:pt idx="4871">
                  <c:v>2019-09-24</c:v>
                </c:pt>
                <c:pt idx="4872">
                  <c:v>2019-09-25</c:v>
                </c:pt>
                <c:pt idx="4873">
                  <c:v>2019-09-26</c:v>
                </c:pt>
                <c:pt idx="4874">
                  <c:v>2019-09-27</c:v>
                </c:pt>
                <c:pt idx="4875">
                  <c:v>2019-09-30</c:v>
                </c:pt>
                <c:pt idx="4876">
                  <c:v>2019-10-01</c:v>
                </c:pt>
                <c:pt idx="4877">
                  <c:v>2019-10-02</c:v>
                </c:pt>
                <c:pt idx="4878">
                  <c:v>2019-10-03</c:v>
                </c:pt>
                <c:pt idx="4879">
                  <c:v>2019-10-04</c:v>
                </c:pt>
                <c:pt idx="4880">
                  <c:v>2019-10-07</c:v>
                </c:pt>
                <c:pt idx="4881">
                  <c:v>2019-10-08</c:v>
                </c:pt>
                <c:pt idx="4882">
                  <c:v>2019-10-09</c:v>
                </c:pt>
                <c:pt idx="4883">
                  <c:v>2019-10-10</c:v>
                </c:pt>
                <c:pt idx="4884">
                  <c:v>2019-10-11</c:v>
                </c:pt>
                <c:pt idx="4885">
                  <c:v>2019-10-14</c:v>
                </c:pt>
                <c:pt idx="4886">
                  <c:v>2019-10-15</c:v>
                </c:pt>
                <c:pt idx="4887">
                  <c:v>2019-10-16</c:v>
                </c:pt>
                <c:pt idx="4888">
                  <c:v>2019-10-17</c:v>
                </c:pt>
                <c:pt idx="4889">
                  <c:v>2019-10-18</c:v>
                </c:pt>
                <c:pt idx="4890">
                  <c:v>2019-10-21</c:v>
                </c:pt>
                <c:pt idx="4891">
                  <c:v>2019-10-22</c:v>
                </c:pt>
                <c:pt idx="4892">
                  <c:v>2019-10-23</c:v>
                </c:pt>
                <c:pt idx="4893">
                  <c:v>2019-10-24</c:v>
                </c:pt>
                <c:pt idx="4894">
                  <c:v>2019-10-25</c:v>
                </c:pt>
                <c:pt idx="4895">
                  <c:v>2019-10-28</c:v>
                </c:pt>
                <c:pt idx="4896">
                  <c:v>2019-10-29</c:v>
                </c:pt>
                <c:pt idx="4897">
                  <c:v>2019-10-30</c:v>
                </c:pt>
                <c:pt idx="4898">
                  <c:v>2019-10-31</c:v>
                </c:pt>
                <c:pt idx="4899">
                  <c:v>2019-11-01</c:v>
                </c:pt>
                <c:pt idx="4900">
                  <c:v>2019-11-04</c:v>
                </c:pt>
                <c:pt idx="4901">
                  <c:v>2019-11-05</c:v>
                </c:pt>
                <c:pt idx="4902">
                  <c:v>2019-11-06</c:v>
                </c:pt>
                <c:pt idx="4903">
                  <c:v>2019-11-07</c:v>
                </c:pt>
                <c:pt idx="4904">
                  <c:v>2019-11-08</c:v>
                </c:pt>
                <c:pt idx="4905">
                  <c:v>2019-11-11</c:v>
                </c:pt>
                <c:pt idx="4906">
                  <c:v>2019-11-12</c:v>
                </c:pt>
                <c:pt idx="4907">
                  <c:v>2019-11-13</c:v>
                </c:pt>
                <c:pt idx="4908">
                  <c:v>2019-11-14</c:v>
                </c:pt>
                <c:pt idx="4909">
                  <c:v>2019-11-15</c:v>
                </c:pt>
                <c:pt idx="4910">
                  <c:v>2019-11-18</c:v>
                </c:pt>
                <c:pt idx="4911">
                  <c:v>2019-11-19</c:v>
                </c:pt>
                <c:pt idx="4912">
                  <c:v>2019-11-20</c:v>
                </c:pt>
                <c:pt idx="4913">
                  <c:v>2019-11-21</c:v>
                </c:pt>
                <c:pt idx="4914">
                  <c:v>2019-11-22</c:v>
                </c:pt>
                <c:pt idx="4915">
                  <c:v>2019-11-25</c:v>
                </c:pt>
                <c:pt idx="4916">
                  <c:v>2019-11-26</c:v>
                </c:pt>
                <c:pt idx="4917">
                  <c:v>2019-11-27</c:v>
                </c:pt>
                <c:pt idx="4918">
                  <c:v>2019-11-29</c:v>
                </c:pt>
                <c:pt idx="4919">
                  <c:v>2019-12-02</c:v>
                </c:pt>
                <c:pt idx="4920">
                  <c:v>2019-12-03</c:v>
                </c:pt>
                <c:pt idx="4921">
                  <c:v>2019-12-04</c:v>
                </c:pt>
                <c:pt idx="4922">
                  <c:v>2019-12-05</c:v>
                </c:pt>
                <c:pt idx="4923">
                  <c:v>2019-12-06</c:v>
                </c:pt>
                <c:pt idx="4924">
                  <c:v>2019-12-09</c:v>
                </c:pt>
                <c:pt idx="4925">
                  <c:v>2019-12-10</c:v>
                </c:pt>
                <c:pt idx="4926">
                  <c:v>2019-12-11</c:v>
                </c:pt>
                <c:pt idx="4927">
                  <c:v>2019-12-12</c:v>
                </c:pt>
                <c:pt idx="4928">
                  <c:v>2019-12-13</c:v>
                </c:pt>
                <c:pt idx="4929">
                  <c:v>2019-12-16</c:v>
                </c:pt>
                <c:pt idx="4930">
                  <c:v>2019-12-17</c:v>
                </c:pt>
                <c:pt idx="4931">
                  <c:v>2019-12-18</c:v>
                </c:pt>
                <c:pt idx="4932">
                  <c:v>2019-12-19</c:v>
                </c:pt>
                <c:pt idx="4933">
                  <c:v>2019-12-20</c:v>
                </c:pt>
                <c:pt idx="4934">
                  <c:v>2019-12-23</c:v>
                </c:pt>
                <c:pt idx="4935">
                  <c:v>2019-12-24</c:v>
                </c:pt>
                <c:pt idx="4936">
                  <c:v>2019-12-26</c:v>
                </c:pt>
                <c:pt idx="4937">
                  <c:v>2019-12-27</c:v>
                </c:pt>
                <c:pt idx="4938">
                  <c:v>2019-12-30</c:v>
                </c:pt>
                <c:pt idx="4939">
                  <c:v>2019-12-31</c:v>
                </c:pt>
                <c:pt idx="4940">
                  <c:v>2020-01-02</c:v>
                </c:pt>
                <c:pt idx="4941">
                  <c:v>2020-01-03</c:v>
                </c:pt>
                <c:pt idx="4942">
                  <c:v>2020-01-06</c:v>
                </c:pt>
                <c:pt idx="4943">
                  <c:v>2020-01-07</c:v>
                </c:pt>
                <c:pt idx="4944">
                  <c:v>2020-01-08</c:v>
                </c:pt>
                <c:pt idx="4945">
                  <c:v>2020-01-09</c:v>
                </c:pt>
                <c:pt idx="4946">
                  <c:v>2020-01-10</c:v>
                </c:pt>
                <c:pt idx="4947">
                  <c:v>2020-01-13</c:v>
                </c:pt>
                <c:pt idx="4948">
                  <c:v>2020-01-14</c:v>
                </c:pt>
                <c:pt idx="4949">
                  <c:v>2020-01-15</c:v>
                </c:pt>
                <c:pt idx="4950">
                  <c:v>2020-01-16</c:v>
                </c:pt>
                <c:pt idx="4951">
                  <c:v>2020-01-17</c:v>
                </c:pt>
                <c:pt idx="4952">
                  <c:v>2020-01-21</c:v>
                </c:pt>
                <c:pt idx="4953">
                  <c:v>2020-01-22</c:v>
                </c:pt>
                <c:pt idx="4954">
                  <c:v>2020-01-23</c:v>
                </c:pt>
                <c:pt idx="4955">
                  <c:v>2020-01-24</c:v>
                </c:pt>
                <c:pt idx="4956">
                  <c:v>2020-01-27</c:v>
                </c:pt>
                <c:pt idx="4957">
                  <c:v>2020-01-28</c:v>
                </c:pt>
                <c:pt idx="4958">
                  <c:v>2020-01-29</c:v>
                </c:pt>
                <c:pt idx="4959">
                  <c:v>2020-01-30</c:v>
                </c:pt>
                <c:pt idx="4960">
                  <c:v>2020-01-31</c:v>
                </c:pt>
                <c:pt idx="4961">
                  <c:v>2020-02-03</c:v>
                </c:pt>
                <c:pt idx="4962">
                  <c:v>2020-02-04</c:v>
                </c:pt>
                <c:pt idx="4963">
                  <c:v>2020-02-05</c:v>
                </c:pt>
                <c:pt idx="4964">
                  <c:v>2020-02-06</c:v>
                </c:pt>
                <c:pt idx="4965">
                  <c:v>2020-02-07</c:v>
                </c:pt>
                <c:pt idx="4966">
                  <c:v>2020-02-10</c:v>
                </c:pt>
                <c:pt idx="4967">
                  <c:v>2020-02-11</c:v>
                </c:pt>
                <c:pt idx="4968">
                  <c:v>2020-02-12</c:v>
                </c:pt>
                <c:pt idx="4969">
                  <c:v>2020-02-13</c:v>
                </c:pt>
                <c:pt idx="4970">
                  <c:v>2020-02-14</c:v>
                </c:pt>
                <c:pt idx="4971">
                  <c:v>2020-02-18</c:v>
                </c:pt>
                <c:pt idx="4972">
                  <c:v>2020-02-19</c:v>
                </c:pt>
                <c:pt idx="4973">
                  <c:v>2020-02-20</c:v>
                </c:pt>
                <c:pt idx="4974">
                  <c:v>2020-02-21</c:v>
                </c:pt>
                <c:pt idx="4975">
                  <c:v>2020-02-24</c:v>
                </c:pt>
                <c:pt idx="4976">
                  <c:v>2020-02-25</c:v>
                </c:pt>
                <c:pt idx="4977">
                  <c:v>2020-02-26</c:v>
                </c:pt>
                <c:pt idx="4978">
                  <c:v>2020-02-27</c:v>
                </c:pt>
                <c:pt idx="4979">
                  <c:v>2020-02-28</c:v>
                </c:pt>
                <c:pt idx="4980">
                  <c:v>2020-03-02</c:v>
                </c:pt>
                <c:pt idx="4981">
                  <c:v>2020-03-03</c:v>
                </c:pt>
                <c:pt idx="4982">
                  <c:v>2020-03-04</c:v>
                </c:pt>
                <c:pt idx="4983">
                  <c:v>2020-03-05</c:v>
                </c:pt>
                <c:pt idx="4984">
                  <c:v>2020-03-06</c:v>
                </c:pt>
                <c:pt idx="4985">
                  <c:v>2020-03-09</c:v>
                </c:pt>
                <c:pt idx="4986">
                  <c:v>2020-03-10</c:v>
                </c:pt>
                <c:pt idx="4987">
                  <c:v>2020-03-11</c:v>
                </c:pt>
                <c:pt idx="4988">
                  <c:v>2020-03-12</c:v>
                </c:pt>
                <c:pt idx="4989">
                  <c:v>2020-03-13</c:v>
                </c:pt>
                <c:pt idx="4990">
                  <c:v>2020-03-16</c:v>
                </c:pt>
                <c:pt idx="4991">
                  <c:v>2020-03-17</c:v>
                </c:pt>
                <c:pt idx="4992">
                  <c:v>2020-03-18</c:v>
                </c:pt>
                <c:pt idx="4993">
                  <c:v>2020-03-19</c:v>
                </c:pt>
                <c:pt idx="4994">
                  <c:v>2020-03-20</c:v>
                </c:pt>
                <c:pt idx="4995">
                  <c:v>2020-03-23</c:v>
                </c:pt>
                <c:pt idx="4996">
                  <c:v>2020-03-24</c:v>
                </c:pt>
                <c:pt idx="4997">
                  <c:v>2020-03-25</c:v>
                </c:pt>
                <c:pt idx="4998">
                  <c:v>2020-03-26</c:v>
                </c:pt>
                <c:pt idx="4999">
                  <c:v>2020-03-27</c:v>
                </c:pt>
                <c:pt idx="5000">
                  <c:v>2020-03-30</c:v>
                </c:pt>
                <c:pt idx="5001">
                  <c:v>2020-03-31</c:v>
                </c:pt>
                <c:pt idx="5002">
                  <c:v>2020-04-01</c:v>
                </c:pt>
                <c:pt idx="5003">
                  <c:v>2020-04-02</c:v>
                </c:pt>
                <c:pt idx="5004">
                  <c:v>2020-04-03</c:v>
                </c:pt>
                <c:pt idx="5005">
                  <c:v>2020-04-06</c:v>
                </c:pt>
                <c:pt idx="5006">
                  <c:v>2020-04-07</c:v>
                </c:pt>
                <c:pt idx="5007">
                  <c:v>2020-04-08</c:v>
                </c:pt>
                <c:pt idx="5008">
                  <c:v>2020-04-09</c:v>
                </c:pt>
                <c:pt idx="5009">
                  <c:v>2020-04-13</c:v>
                </c:pt>
                <c:pt idx="5010">
                  <c:v>2020-04-14</c:v>
                </c:pt>
                <c:pt idx="5011">
                  <c:v>2020-04-15</c:v>
                </c:pt>
                <c:pt idx="5012">
                  <c:v>2020-04-16</c:v>
                </c:pt>
                <c:pt idx="5013">
                  <c:v>2020-04-17</c:v>
                </c:pt>
                <c:pt idx="5014">
                  <c:v>2020-04-20</c:v>
                </c:pt>
                <c:pt idx="5015">
                  <c:v>2020-04-21</c:v>
                </c:pt>
                <c:pt idx="5016">
                  <c:v>2020-04-22</c:v>
                </c:pt>
                <c:pt idx="5017">
                  <c:v>2020-04-23</c:v>
                </c:pt>
                <c:pt idx="5018">
                  <c:v>2020-04-24</c:v>
                </c:pt>
                <c:pt idx="5019">
                  <c:v>2020-04-27</c:v>
                </c:pt>
                <c:pt idx="5020">
                  <c:v>2020-04-28</c:v>
                </c:pt>
                <c:pt idx="5021">
                  <c:v>2020-04-29</c:v>
                </c:pt>
                <c:pt idx="5022">
                  <c:v>2020-04-30</c:v>
                </c:pt>
                <c:pt idx="5023">
                  <c:v>2020-05-01</c:v>
                </c:pt>
                <c:pt idx="5024">
                  <c:v>2020-05-04</c:v>
                </c:pt>
                <c:pt idx="5025">
                  <c:v>2020-05-05</c:v>
                </c:pt>
                <c:pt idx="5026">
                  <c:v>2020-05-06</c:v>
                </c:pt>
                <c:pt idx="5027">
                  <c:v>2020-05-07</c:v>
                </c:pt>
                <c:pt idx="5028">
                  <c:v>2020-05-08</c:v>
                </c:pt>
                <c:pt idx="5029">
                  <c:v>2020-05-11</c:v>
                </c:pt>
                <c:pt idx="5030">
                  <c:v>2020-05-12</c:v>
                </c:pt>
                <c:pt idx="5031">
                  <c:v>2020-05-13</c:v>
                </c:pt>
                <c:pt idx="5032">
                  <c:v>2020-05-14</c:v>
                </c:pt>
                <c:pt idx="5033">
                  <c:v>2020-05-15</c:v>
                </c:pt>
                <c:pt idx="5034">
                  <c:v>2020-05-18</c:v>
                </c:pt>
                <c:pt idx="5035">
                  <c:v>2020-05-19</c:v>
                </c:pt>
                <c:pt idx="5036">
                  <c:v>2020-05-20</c:v>
                </c:pt>
                <c:pt idx="5037">
                  <c:v>2020-05-21</c:v>
                </c:pt>
                <c:pt idx="5038">
                  <c:v>2020-05-22</c:v>
                </c:pt>
                <c:pt idx="5039">
                  <c:v>2020-05-26</c:v>
                </c:pt>
                <c:pt idx="5040">
                  <c:v>2020-05-27</c:v>
                </c:pt>
                <c:pt idx="5041">
                  <c:v>2020-05-28</c:v>
                </c:pt>
                <c:pt idx="5042">
                  <c:v>2020-05-29</c:v>
                </c:pt>
                <c:pt idx="5043">
                  <c:v>2020-06-01</c:v>
                </c:pt>
                <c:pt idx="5044">
                  <c:v>2020-06-02</c:v>
                </c:pt>
                <c:pt idx="5045">
                  <c:v>2020-06-03</c:v>
                </c:pt>
                <c:pt idx="5046">
                  <c:v>2020-06-04</c:v>
                </c:pt>
                <c:pt idx="5047">
                  <c:v>2020-06-05</c:v>
                </c:pt>
                <c:pt idx="5048">
                  <c:v>2020-06-08</c:v>
                </c:pt>
                <c:pt idx="5049">
                  <c:v>2020-06-09</c:v>
                </c:pt>
                <c:pt idx="5050">
                  <c:v>2020-06-10</c:v>
                </c:pt>
                <c:pt idx="5051">
                  <c:v>2020-06-11</c:v>
                </c:pt>
                <c:pt idx="5052">
                  <c:v>2020-06-12</c:v>
                </c:pt>
                <c:pt idx="5053">
                  <c:v>2020-06-15</c:v>
                </c:pt>
                <c:pt idx="5054">
                  <c:v>2020-06-16</c:v>
                </c:pt>
                <c:pt idx="5055">
                  <c:v>2020-06-17</c:v>
                </c:pt>
                <c:pt idx="5056">
                  <c:v>2020-06-18</c:v>
                </c:pt>
                <c:pt idx="5057">
                  <c:v>2020-06-19</c:v>
                </c:pt>
                <c:pt idx="5058">
                  <c:v>2020-06-22</c:v>
                </c:pt>
                <c:pt idx="5059">
                  <c:v>2020-06-23</c:v>
                </c:pt>
                <c:pt idx="5060">
                  <c:v>2020-06-24</c:v>
                </c:pt>
                <c:pt idx="5061">
                  <c:v>2020-06-25</c:v>
                </c:pt>
                <c:pt idx="5062">
                  <c:v>2020-06-26</c:v>
                </c:pt>
                <c:pt idx="5063">
                  <c:v>2020-06-29</c:v>
                </c:pt>
                <c:pt idx="5064">
                  <c:v>2020-06-30</c:v>
                </c:pt>
                <c:pt idx="5065">
                  <c:v>2020-07-01</c:v>
                </c:pt>
                <c:pt idx="5066">
                  <c:v>2020-07-02</c:v>
                </c:pt>
                <c:pt idx="5067">
                  <c:v>2020-07-06</c:v>
                </c:pt>
                <c:pt idx="5068">
                  <c:v>2020-07-07</c:v>
                </c:pt>
                <c:pt idx="5069">
                  <c:v>2020-07-08</c:v>
                </c:pt>
                <c:pt idx="5070">
                  <c:v>2020-07-09</c:v>
                </c:pt>
                <c:pt idx="5071">
                  <c:v>2020-07-10</c:v>
                </c:pt>
                <c:pt idx="5072">
                  <c:v>2020-07-13</c:v>
                </c:pt>
                <c:pt idx="5073">
                  <c:v>2020-07-14</c:v>
                </c:pt>
                <c:pt idx="5074">
                  <c:v>2020-07-15</c:v>
                </c:pt>
                <c:pt idx="5075">
                  <c:v>2020-07-16</c:v>
                </c:pt>
                <c:pt idx="5076">
                  <c:v>2020-07-17</c:v>
                </c:pt>
                <c:pt idx="5077">
                  <c:v>2020-07-20</c:v>
                </c:pt>
                <c:pt idx="5078">
                  <c:v>2020-07-21</c:v>
                </c:pt>
                <c:pt idx="5079">
                  <c:v>2020-07-22</c:v>
                </c:pt>
                <c:pt idx="5080">
                  <c:v>2020-07-23</c:v>
                </c:pt>
                <c:pt idx="5081">
                  <c:v>2020-07-24</c:v>
                </c:pt>
                <c:pt idx="5082">
                  <c:v>2020-07-27</c:v>
                </c:pt>
                <c:pt idx="5083">
                  <c:v>2020-07-28</c:v>
                </c:pt>
                <c:pt idx="5084">
                  <c:v>2020-07-29</c:v>
                </c:pt>
                <c:pt idx="5085">
                  <c:v>2020-07-30</c:v>
                </c:pt>
                <c:pt idx="5086">
                  <c:v>2020-07-31</c:v>
                </c:pt>
                <c:pt idx="5087">
                  <c:v>2020-08-03</c:v>
                </c:pt>
                <c:pt idx="5088">
                  <c:v>2020-08-04</c:v>
                </c:pt>
                <c:pt idx="5089">
                  <c:v>2020-08-05</c:v>
                </c:pt>
                <c:pt idx="5090">
                  <c:v>2020-08-06</c:v>
                </c:pt>
                <c:pt idx="5091">
                  <c:v>2020-08-07</c:v>
                </c:pt>
                <c:pt idx="5092">
                  <c:v>2020-08-10</c:v>
                </c:pt>
                <c:pt idx="5093">
                  <c:v>2020-08-11</c:v>
                </c:pt>
                <c:pt idx="5094">
                  <c:v>2020-08-12</c:v>
                </c:pt>
                <c:pt idx="5095">
                  <c:v>2020-08-13</c:v>
                </c:pt>
                <c:pt idx="5096">
                  <c:v>2020-08-14</c:v>
                </c:pt>
                <c:pt idx="5097">
                  <c:v>2020-08-17</c:v>
                </c:pt>
                <c:pt idx="5098">
                  <c:v>2020-08-18</c:v>
                </c:pt>
                <c:pt idx="5099">
                  <c:v>2020-08-19</c:v>
                </c:pt>
                <c:pt idx="5100">
                  <c:v>2020-08-20</c:v>
                </c:pt>
                <c:pt idx="5101">
                  <c:v>2020-08-21</c:v>
                </c:pt>
                <c:pt idx="5102">
                  <c:v>2020-08-24</c:v>
                </c:pt>
                <c:pt idx="5103">
                  <c:v>2020-08-25</c:v>
                </c:pt>
                <c:pt idx="5104">
                  <c:v>2020-08-26</c:v>
                </c:pt>
                <c:pt idx="5105">
                  <c:v>2020-08-27</c:v>
                </c:pt>
                <c:pt idx="5106">
                  <c:v>2020-08-28</c:v>
                </c:pt>
                <c:pt idx="5107">
                  <c:v>2020-08-31</c:v>
                </c:pt>
                <c:pt idx="5108">
                  <c:v>2020-09-01</c:v>
                </c:pt>
                <c:pt idx="5109">
                  <c:v>2020-09-02</c:v>
                </c:pt>
                <c:pt idx="5110">
                  <c:v>2020-09-03</c:v>
                </c:pt>
                <c:pt idx="5111">
                  <c:v>2020-09-04</c:v>
                </c:pt>
                <c:pt idx="5112">
                  <c:v>2020-09-08</c:v>
                </c:pt>
                <c:pt idx="5113">
                  <c:v>2020-09-09</c:v>
                </c:pt>
                <c:pt idx="5114">
                  <c:v>2020-09-10</c:v>
                </c:pt>
                <c:pt idx="5115">
                  <c:v>2020-09-11</c:v>
                </c:pt>
                <c:pt idx="5116">
                  <c:v>2020-09-14</c:v>
                </c:pt>
                <c:pt idx="5117">
                  <c:v>2020-09-15</c:v>
                </c:pt>
                <c:pt idx="5118">
                  <c:v>2020-09-16</c:v>
                </c:pt>
                <c:pt idx="5119">
                  <c:v>2020-09-17</c:v>
                </c:pt>
                <c:pt idx="5120">
                  <c:v>2020-09-18</c:v>
                </c:pt>
                <c:pt idx="5121">
                  <c:v>2020-09-21</c:v>
                </c:pt>
                <c:pt idx="5122">
                  <c:v>2020-09-22</c:v>
                </c:pt>
                <c:pt idx="5123">
                  <c:v>2020-09-23</c:v>
                </c:pt>
                <c:pt idx="5124">
                  <c:v>2020-09-24</c:v>
                </c:pt>
                <c:pt idx="5125">
                  <c:v>2020-09-25</c:v>
                </c:pt>
                <c:pt idx="5126">
                  <c:v>2020-09-28</c:v>
                </c:pt>
                <c:pt idx="5127">
                  <c:v>2020-09-29</c:v>
                </c:pt>
                <c:pt idx="5128">
                  <c:v>2020-09-30</c:v>
                </c:pt>
                <c:pt idx="5129">
                  <c:v>2020-10-01</c:v>
                </c:pt>
                <c:pt idx="5130">
                  <c:v>2020-10-02</c:v>
                </c:pt>
                <c:pt idx="5131">
                  <c:v>2020-10-05</c:v>
                </c:pt>
                <c:pt idx="5132">
                  <c:v>2020-10-06</c:v>
                </c:pt>
                <c:pt idx="5133">
                  <c:v>2020-10-07</c:v>
                </c:pt>
                <c:pt idx="5134">
                  <c:v>2020-10-08</c:v>
                </c:pt>
                <c:pt idx="5135">
                  <c:v>2020-10-09</c:v>
                </c:pt>
                <c:pt idx="5136">
                  <c:v>2020-10-12</c:v>
                </c:pt>
                <c:pt idx="5137">
                  <c:v>2020-10-13</c:v>
                </c:pt>
                <c:pt idx="5138">
                  <c:v>2020-10-14</c:v>
                </c:pt>
                <c:pt idx="5139">
                  <c:v>2020-10-15</c:v>
                </c:pt>
                <c:pt idx="5140">
                  <c:v>2020-10-16</c:v>
                </c:pt>
                <c:pt idx="5141">
                  <c:v>2020-10-19</c:v>
                </c:pt>
                <c:pt idx="5142">
                  <c:v>2020-10-20</c:v>
                </c:pt>
                <c:pt idx="5143">
                  <c:v>2020-10-21</c:v>
                </c:pt>
                <c:pt idx="5144">
                  <c:v>2020-10-22</c:v>
                </c:pt>
                <c:pt idx="5145">
                  <c:v>2020-10-23</c:v>
                </c:pt>
                <c:pt idx="5146">
                  <c:v>2020-10-26</c:v>
                </c:pt>
                <c:pt idx="5147">
                  <c:v>2020-10-27</c:v>
                </c:pt>
                <c:pt idx="5148">
                  <c:v>2020-10-28</c:v>
                </c:pt>
                <c:pt idx="5149">
                  <c:v>2020-10-29</c:v>
                </c:pt>
                <c:pt idx="5150">
                  <c:v>2020-10-30</c:v>
                </c:pt>
                <c:pt idx="5151">
                  <c:v>2020-11-02</c:v>
                </c:pt>
                <c:pt idx="5152">
                  <c:v>2020-11-03</c:v>
                </c:pt>
                <c:pt idx="5153">
                  <c:v>2020-11-04</c:v>
                </c:pt>
                <c:pt idx="5154">
                  <c:v>2020-11-05</c:v>
                </c:pt>
                <c:pt idx="5155">
                  <c:v>2020-11-06</c:v>
                </c:pt>
                <c:pt idx="5156">
                  <c:v>2020-11-09</c:v>
                </c:pt>
                <c:pt idx="5157">
                  <c:v>2020-11-10</c:v>
                </c:pt>
                <c:pt idx="5158">
                  <c:v>2020-11-11</c:v>
                </c:pt>
                <c:pt idx="5159">
                  <c:v>2020-11-12</c:v>
                </c:pt>
                <c:pt idx="5160">
                  <c:v>2020-11-13</c:v>
                </c:pt>
                <c:pt idx="5161">
                  <c:v>2020-11-16</c:v>
                </c:pt>
                <c:pt idx="5162">
                  <c:v>2020-11-17</c:v>
                </c:pt>
                <c:pt idx="5163">
                  <c:v>2020-11-18</c:v>
                </c:pt>
                <c:pt idx="5164">
                  <c:v>2020-11-19</c:v>
                </c:pt>
                <c:pt idx="5165">
                  <c:v>2020-11-20</c:v>
                </c:pt>
                <c:pt idx="5166">
                  <c:v>2020-11-23</c:v>
                </c:pt>
                <c:pt idx="5167">
                  <c:v>2020-11-24</c:v>
                </c:pt>
                <c:pt idx="5168">
                  <c:v>2020-11-25</c:v>
                </c:pt>
                <c:pt idx="5169">
                  <c:v>2020-11-27</c:v>
                </c:pt>
                <c:pt idx="5170">
                  <c:v>2020-11-30</c:v>
                </c:pt>
                <c:pt idx="5171">
                  <c:v>2020-12-01</c:v>
                </c:pt>
                <c:pt idx="5172">
                  <c:v>2020-12-02</c:v>
                </c:pt>
                <c:pt idx="5173">
                  <c:v>2020-12-03</c:v>
                </c:pt>
                <c:pt idx="5174">
                  <c:v>2020-12-04</c:v>
                </c:pt>
                <c:pt idx="5175">
                  <c:v>2020-12-07</c:v>
                </c:pt>
                <c:pt idx="5176">
                  <c:v>2020-12-08</c:v>
                </c:pt>
                <c:pt idx="5177">
                  <c:v>2020-12-09</c:v>
                </c:pt>
                <c:pt idx="5178">
                  <c:v>2020-12-10</c:v>
                </c:pt>
                <c:pt idx="5179">
                  <c:v>2020-12-11</c:v>
                </c:pt>
                <c:pt idx="5180">
                  <c:v>2020-12-14</c:v>
                </c:pt>
                <c:pt idx="5181">
                  <c:v>2020-12-15</c:v>
                </c:pt>
                <c:pt idx="5182">
                  <c:v>2020-12-16</c:v>
                </c:pt>
                <c:pt idx="5183">
                  <c:v>2020-12-17</c:v>
                </c:pt>
                <c:pt idx="5184">
                  <c:v>2020-12-18</c:v>
                </c:pt>
                <c:pt idx="5185">
                  <c:v>2020-12-21</c:v>
                </c:pt>
                <c:pt idx="5186">
                  <c:v>2020-12-22</c:v>
                </c:pt>
                <c:pt idx="5187">
                  <c:v>2020-12-23</c:v>
                </c:pt>
                <c:pt idx="5188">
                  <c:v>2020-12-24</c:v>
                </c:pt>
                <c:pt idx="5189">
                  <c:v>2020-12-28</c:v>
                </c:pt>
                <c:pt idx="5190">
                  <c:v>2020-12-29</c:v>
                </c:pt>
                <c:pt idx="5191">
                  <c:v>2020-12-30</c:v>
                </c:pt>
                <c:pt idx="5192">
                  <c:v>2020-12-31</c:v>
                </c:pt>
                <c:pt idx="5193">
                  <c:v>2021-01-04</c:v>
                </c:pt>
                <c:pt idx="5194">
                  <c:v>2021-01-05</c:v>
                </c:pt>
                <c:pt idx="5195">
                  <c:v>2021-01-06</c:v>
                </c:pt>
                <c:pt idx="5196">
                  <c:v>2021-01-07</c:v>
                </c:pt>
                <c:pt idx="5197">
                  <c:v>2021-01-08</c:v>
                </c:pt>
                <c:pt idx="5198">
                  <c:v>2021-01-11</c:v>
                </c:pt>
                <c:pt idx="5199">
                  <c:v>2021-01-12</c:v>
                </c:pt>
                <c:pt idx="5200">
                  <c:v>2021-01-13</c:v>
                </c:pt>
                <c:pt idx="5201">
                  <c:v>2021-01-14</c:v>
                </c:pt>
                <c:pt idx="5202">
                  <c:v>2021-01-15</c:v>
                </c:pt>
                <c:pt idx="5203">
                  <c:v>2021-01-19</c:v>
                </c:pt>
                <c:pt idx="5204">
                  <c:v>2021-01-21</c:v>
                </c:pt>
                <c:pt idx="5205">
                  <c:v>2021-01-22</c:v>
                </c:pt>
                <c:pt idx="5206">
                  <c:v>2021-01-25</c:v>
                </c:pt>
                <c:pt idx="5207">
                  <c:v>2021-01-26</c:v>
                </c:pt>
                <c:pt idx="5208">
                  <c:v>2021-01-27</c:v>
                </c:pt>
                <c:pt idx="5209">
                  <c:v>2021-01-28</c:v>
                </c:pt>
                <c:pt idx="5210">
                  <c:v>2021-01-29</c:v>
                </c:pt>
                <c:pt idx="5211">
                  <c:v>2021-02-01</c:v>
                </c:pt>
                <c:pt idx="5212">
                  <c:v>2021-02-02</c:v>
                </c:pt>
                <c:pt idx="5213">
                  <c:v>2021-02-03</c:v>
                </c:pt>
                <c:pt idx="5214">
                  <c:v>2021-02-04</c:v>
                </c:pt>
                <c:pt idx="5215">
                  <c:v>2021-02-05</c:v>
                </c:pt>
                <c:pt idx="5216">
                  <c:v>2021-02-08</c:v>
                </c:pt>
                <c:pt idx="5217">
                  <c:v>2021-02-09</c:v>
                </c:pt>
                <c:pt idx="5218">
                  <c:v>2021-02-10</c:v>
                </c:pt>
                <c:pt idx="5219">
                  <c:v>2021-02-11</c:v>
                </c:pt>
                <c:pt idx="5220">
                  <c:v>2021-02-12</c:v>
                </c:pt>
                <c:pt idx="5221">
                  <c:v>2021-02-16</c:v>
                </c:pt>
                <c:pt idx="5222">
                  <c:v>2021-02-17</c:v>
                </c:pt>
                <c:pt idx="5223">
                  <c:v>2021-02-18</c:v>
                </c:pt>
                <c:pt idx="5224">
                  <c:v>2021-02-19</c:v>
                </c:pt>
                <c:pt idx="5225">
                  <c:v>2021-02-22</c:v>
                </c:pt>
                <c:pt idx="5226">
                  <c:v>2021-02-23</c:v>
                </c:pt>
                <c:pt idx="5227">
                  <c:v>2021-02-24</c:v>
                </c:pt>
                <c:pt idx="5228">
                  <c:v>2021-02-25</c:v>
                </c:pt>
                <c:pt idx="5229">
                  <c:v>2021-02-26</c:v>
                </c:pt>
                <c:pt idx="5230">
                  <c:v>2021-03-01</c:v>
                </c:pt>
                <c:pt idx="5231">
                  <c:v>2021-03-02</c:v>
                </c:pt>
                <c:pt idx="5232">
                  <c:v>2021-03-03</c:v>
                </c:pt>
                <c:pt idx="5233">
                  <c:v>2021-03-04</c:v>
                </c:pt>
                <c:pt idx="5234">
                  <c:v>2021-03-05</c:v>
                </c:pt>
                <c:pt idx="5235">
                  <c:v>2021-03-08</c:v>
                </c:pt>
                <c:pt idx="5236">
                  <c:v>2021-03-09</c:v>
                </c:pt>
                <c:pt idx="5237">
                  <c:v>2021-03-10</c:v>
                </c:pt>
                <c:pt idx="5238">
                  <c:v>2021-03-11</c:v>
                </c:pt>
                <c:pt idx="5239">
                  <c:v>2021-03-12</c:v>
                </c:pt>
                <c:pt idx="5240">
                  <c:v>2021-03-15</c:v>
                </c:pt>
                <c:pt idx="5241">
                  <c:v>2021-03-16</c:v>
                </c:pt>
                <c:pt idx="5242">
                  <c:v>2021-03-17</c:v>
                </c:pt>
                <c:pt idx="5243">
                  <c:v>2021-03-18</c:v>
                </c:pt>
                <c:pt idx="5244">
                  <c:v>2021-03-19</c:v>
                </c:pt>
                <c:pt idx="5245">
                  <c:v>2021-03-22</c:v>
                </c:pt>
                <c:pt idx="5246">
                  <c:v>2021-03-23</c:v>
                </c:pt>
                <c:pt idx="5247">
                  <c:v>2021-03-24</c:v>
                </c:pt>
                <c:pt idx="5248">
                  <c:v>2021-03-25</c:v>
                </c:pt>
                <c:pt idx="5249">
                  <c:v>2021-03-26</c:v>
                </c:pt>
                <c:pt idx="5250">
                  <c:v>2021-03-29</c:v>
                </c:pt>
                <c:pt idx="5251">
                  <c:v>2021-03-30</c:v>
                </c:pt>
                <c:pt idx="5252">
                  <c:v>2021-03-31</c:v>
                </c:pt>
                <c:pt idx="5253">
                  <c:v>2021-04-01</c:v>
                </c:pt>
                <c:pt idx="5254">
                  <c:v>2021-04-05</c:v>
                </c:pt>
                <c:pt idx="5255">
                  <c:v>2021-04-06</c:v>
                </c:pt>
                <c:pt idx="5256">
                  <c:v>2021-04-07</c:v>
                </c:pt>
                <c:pt idx="5257">
                  <c:v>2021-04-08</c:v>
                </c:pt>
                <c:pt idx="5258">
                  <c:v>2021-04-09</c:v>
                </c:pt>
                <c:pt idx="5259">
                  <c:v>2021-04-12</c:v>
                </c:pt>
                <c:pt idx="5260">
                  <c:v>2021-04-13</c:v>
                </c:pt>
                <c:pt idx="5261">
                  <c:v>2021-04-14</c:v>
                </c:pt>
                <c:pt idx="5262">
                  <c:v>2021-04-15</c:v>
                </c:pt>
                <c:pt idx="5263">
                  <c:v>2021-04-16</c:v>
                </c:pt>
                <c:pt idx="5264">
                  <c:v>2021-04-19</c:v>
                </c:pt>
                <c:pt idx="5265">
                  <c:v>2021-04-20</c:v>
                </c:pt>
                <c:pt idx="5266">
                  <c:v>2021-04-21</c:v>
                </c:pt>
                <c:pt idx="5267">
                  <c:v>2021-04-22</c:v>
                </c:pt>
                <c:pt idx="5268">
                  <c:v>2021-04-23</c:v>
                </c:pt>
                <c:pt idx="5269">
                  <c:v>2021-04-26</c:v>
                </c:pt>
                <c:pt idx="5270">
                  <c:v>2021-04-27</c:v>
                </c:pt>
                <c:pt idx="5271">
                  <c:v>2021-04-28</c:v>
                </c:pt>
                <c:pt idx="5272">
                  <c:v>2021-04-29</c:v>
                </c:pt>
                <c:pt idx="5273">
                  <c:v>2021-04-30</c:v>
                </c:pt>
                <c:pt idx="5274">
                  <c:v>2021-05-03</c:v>
                </c:pt>
                <c:pt idx="5275">
                  <c:v>2021-05-04</c:v>
                </c:pt>
                <c:pt idx="5276">
                  <c:v>2021-05-05</c:v>
                </c:pt>
                <c:pt idx="5277">
                  <c:v>2021-05-06</c:v>
                </c:pt>
                <c:pt idx="5278">
                  <c:v>2021-05-07</c:v>
                </c:pt>
                <c:pt idx="5279">
                  <c:v>2021-05-10</c:v>
                </c:pt>
                <c:pt idx="5280">
                  <c:v>2021-05-11</c:v>
                </c:pt>
                <c:pt idx="5281">
                  <c:v>2021-05-12</c:v>
                </c:pt>
                <c:pt idx="5282">
                  <c:v>2021-05-13</c:v>
                </c:pt>
                <c:pt idx="5283">
                  <c:v>2021-05-14</c:v>
                </c:pt>
                <c:pt idx="5284">
                  <c:v>2021-05-17</c:v>
                </c:pt>
                <c:pt idx="5285">
                  <c:v>2021-05-18</c:v>
                </c:pt>
                <c:pt idx="5286">
                  <c:v>2021-05-19</c:v>
                </c:pt>
                <c:pt idx="5287">
                  <c:v>2021-05-20</c:v>
                </c:pt>
                <c:pt idx="5288">
                  <c:v>2021-05-21</c:v>
                </c:pt>
                <c:pt idx="5289">
                  <c:v>2021-05-24</c:v>
                </c:pt>
                <c:pt idx="5290">
                  <c:v>2021-05-25</c:v>
                </c:pt>
                <c:pt idx="5291">
                  <c:v>2021-05-26</c:v>
                </c:pt>
                <c:pt idx="5292">
                  <c:v>2021-05-27</c:v>
                </c:pt>
                <c:pt idx="5293">
                  <c:v>2021-05-28</c:v>
                </c:pt>
                <c:pt idx="5294">
                  <c:v>2021-06-01</c:v>
                </c:pt>
                <c:pt idx="5295">
                  <c:v>2021-06-02</c:v>
                </c:pt>
                <c:pt idx="5296">
                  <c:v>2021-06-03</c:v>
                </c:pt>
                <c:pt idx="5297">
                  <c:v>2021-06-04</c:v>
                </c:pt>
                <c:pt idx="5298">
                  <c:v>2021-06-07</c:v>
                </c:pt>
                <c:pt idx="5299">
                  <c:v>2021-06-08</c:v>
                </c:pt>
                <c:pt idx="5300">
                  <c:v>2021-06-09</c:v>
                </c:pt>
                <c:pt idx="5301">
                  <c:v>2021-06-10</c:v>
                </c:pt>
                <c:pt idx="5302">
                  <c:v>2021-06-11</c:v>
                </c:pt>
                <c:pt idx="5303">
                  <c:v>2021-06-14</c:v>
                </c:pt>
                <c:pt idx="5304">
                  <c:v>2021-06-15</c:v>
                </c:pt>
                <c:pt idx="5305">
                  <c:v>2021-06-16</c:v>
                </c:pt>
                <c:pt idx="5306">
                  <c:v>2021-06-17</c:v>
                </c:pt>
                <c:pt idx="5307">
                  <c:v>2021-06-18</c:v>
                </c:pt>
                <c:pt idx="5308">
                  <c:v>2021-06-21</c:v>
                </c:pt>
                <c:pt idx="5309">
                  <c:v>2021-06-22</c:v>
                </c:pt>
                <c:pt idx="5310">
                  <c:v>2021-06-23</c:v>
                </c:pt>
                <c:pt idx="5311">
                  <c:v>2021-06-24</c:v>
                </c:pt>
                <c:pt idx="5312">
                  <c:v>2021-06-25</c:v>
                </c:pt>
                <c:pt idx="5313">
                  <c:v>2021-06-28</c:v>
                </c:pt>
                <c:pt idx="5314">
                  <c:v>2021-06-29</c:v>
                </c:pt>
                <c:pt idx="5315">
                  <c:v>2021-06-30</c:v>
                </c:pt>
                <c:pt idx="5316">
                  <c:v>2021-07-01</c:v>
                </c:pt>
                <c:pt idx="5317">
                  <c:v>2021-07-02</c:v>
                </c:pt>
                <c:pt idx="5318">
                  <c:v>2021-07-06</c:v>
                </c:pt>
                <c:pt idx="5319">
                  <c:v>2021-07-07</c:v>
                </c:pt>
                <c:pt idx="5320">
                  <c:v>2021-07-08</c:v>
                </c:pt>
                <c:pt idx="5321">
                  <c:v>2021-07-09</c:v>
                </c:pt>
                <c:pt idx="5322">
                  <c:v>2021-07-12</c:v>
                </c:pt>
                <c:pt idx="5323">
                  <c:v>2021-07-13</c:v>
                </c:pt>
                <c:pt idx="5324">
                  <c:v>2021-07-14</c:v>
                </c:pt>
                <c:pt idx="5325">
                  <c:v>2021-07-15</c:v>
                </c:pt>
                <c:pt idx="5326">
                  <c:v>2021-07-16</c:v>
                </c:pt>
                <c:pt idx="5327">
                  <c:v>2021-07-19</c:v>
                </c:pt>
                <c:pt idx="5328">
                  <c:v>2021-07-20</c:v>
                </c:pt>
                <c:pt idx="5329">
                  <c:v>2021-07-21</c:v>
                </c:pt>
                <c:pt idx="5330">
                  <c:v>2021-07-22</c:v>
                </c:pt>
                <c:pt idx="5331">
                  <c:v>2021-07-23</c:v>
                </c:pt>
                <c:pt idx="5332">
                  <c:v>2021-07-26</c:v>
                </c:pt>
                <c:pt idx="5333">
                  <c:v>2021-07-27</c:v>
                </c:pt>
                <c:pt idx="5334">
                  <c:v>2021-07-28</c:v>
                </c:pt>
                <c:pt idx="5335">
                  <c:v>2021-07-29</c:v>
                </c:pt>
                <c:pt idx="5336">
                  <c:v>2021-07-30</c:v>
                </c:pt>
                <c:pt idx="5337">
                  <c:v>2021-08-02</c:v>
                </c:pt>
                <c:pt idx="5338">
                  <c:v>2021-08-03</c:v>
                </c:pt>
                <c:pt idx="5339">
                  <c:v>2021-08-04</c:v>
                </c:pt>
                <c:pt idx="5340">
                  <c:v>2021-08-05</c:v>
                </c:pt>
                <c:pt idx="5341">
                  <c:v>2021-08-06</c:v>
                </c:pt>
                <c:pt idx="5342">
                  <c:v>2021-08-09</c:v>
                </c:pt>
                <c:pt idx="5343">
                  <c:v>2021-08-10</c:v>
                </c:pt>
                <c:pt idx="5344">
                  <c:v>2021-08-11</c:v>
                </c:pt>
                <c:pt idx="5345">
                  <c:v>2021-08-12</c:v>
                </c:pt>
                <c:pt idx="5346">
                  <c:v>2021-08-13</c:v>
                </c:pt>
                <c:pt idx="5347">
                  <c:v>2021-08-16</c:v>
                </c:pt>
                <c:pt idx="5348">
                  <c:v>2021-08-17</c:v>
                </c:pt>
                <c:pt idx="5349">
                  <c:v>2021-08-18</c:v>
                </c:pt>
                <c:pt idx="5350">
                  <c:v>2021-08-19</c:v>
                </c:pt>
                <c:pt idx="5351">
                  <c:v>2021-08-20</c:v>
                </c:pt>
                <c:pt idx="5352">
                  <c:v>2021-08-23</c:v>
                </c:pt>
                <c:pt idx="5353">
                  <c:v>2021-08-24</c:v>
                </c:pt>
                <c:pt idx="5354">
                  <c:v>2021-08-26</c:v>
                </c:pt>
                <c:pt idx="5355">
                  <c:v>2021-08-27</c:v>
                </c:pt>
                <c:pt idx="5356">
                  <c:v>2021-08-30</c:v>
                </c:pt>
                <c:pt idx="5357">
                  <c:v>2021-08-31</c:v>
                </c:pt>
                <c:pt idx="5358">
                  <c:v>2021-09-01</c:v>
                </c:pt>
                <c:pt idx="5359">
                  <c:v>2021-09-02</c:v>
                </c:pt>
                <c:pt idx="5360">
                  <c:v>2021-09-03</c:v>
                </c:pt>
                <c:pt idx="5361">
                  <c:v>2021-09-07</c:v>
                </c:pt>
                <c:pt idx="5362">
                  <c:v>2021-09-08</c:v>
                </c:pt>
                <c:pt idx="5363">
                  <c:v>2021-09-09</c:v>
                </c:pt>
                <c:pt idx="5364">
                  <c:v>2021-09-10</c:v>
                </c:pt>
                <c:pt idx="5365">
                  <c:v>2021-09-13</c:v>
                </c:pt>
                <c:pt idx="5366">
                  <c:v>2021-09-14</c:v>
                </c:pt>
                <c:pt idx="5367">
                  <c:v>2021-09-15</c:v>
                </c:pt>
                <c:pt idx="5368">
                  <c:v>2021-09-16</c:v>
                </c:pt>
                <c:pt idx="5369">
                  <c:v>2021-09-17</c:v>
                </c:pt>
                <c:pt idx="5370">
                  <c:v>2021-09-20</c:v>
                </c:pt>
                <c:pt idx="5371">
                  <c:v>2021-09-21</c:v>
                </c:pt>
                <c:pt idx="5372">
                  <c:v>2021-09-22</c:v>
                </c:pt>
                <c:pt idx="5373">
                  <c:v>2021-09-23</c:v>
                </c:pt>
                <c:pt idx="5374">
                  <c:v>2021-09-24</c:v>
                </c:pt>
                <c:pt idx="5375">
                  <c:v>2021-09-27</c:v>
                </c:pt>
                <c:pt idx="5376">
                  <c:v>2021-09-28</c:v>
                </c:pt>
                <c:pt idx="5377">
                  <c:v>2021-09-29</c:v>
                </c:pt>
                <c:pt idx="5378">
                  <c:v>2021-09-30</c:v>
                </c:pt>
                <c:pt idx="5379">
                  <c:v>2021-10-01</c:v>
                </c:pt>
                <c:pt idx="5380">
                  <c:v>2021-10-04</c:v>
                </c:pt>
                <c:pt idx="5381">
                  <c:v>2021-10-05</c:v>
                </c:pt>
                <c:pt idx="5382">
                  <c:v>2021-10-06</c:v>
                </c:pt>
                <c:pt idx="5383">
                  <c:v>2021-10-07</c:v>
                </c:pt>
                <c:pt idx="5384">
                  <c:v>2021-10-08</c:v>
                </c:pt>
                <c:pt idx="5385">
                  <c:v>2021-10-11</c:v>
                </c:pt>
                <c:pt idx="5386">
                  <c:v>2021-10-12</c:v>
                </c:pt>
                <c:pt idx="5387">
                  <c:v>2021-10-13</c:v>
                </c:pt>
                <c:pt idx="5388">
                  <c:v>2021-10-14</c:v>
                </c:pt>
                <c:pt idx="5389">
                  <c:v>2021-10-15</c:v>
                </c:pt>
                <c:pt idx="5390">
                  <c:v>2021-10-18</c:v>
                </c:pt>
                <c:pt idx="5391">
                  <c:v>2021-10-19</c:v>
                </c:pt>
                <c:pt idx="5392">
                  <c:v>2021-10-20</c:v>
                </c:pt>
                <c:pt idx="5393">
                  <c:v>2021-10-21</c:v>
                </c:pt>
                <c:pt idx="5394">
                  <c:v>2021-10-22</c:v>
                </c:pt>
                <c:pt idx="5395">
                  <c:v>2021-10-25</c:v>
                </c:pt>
                <c:pt idx="5396">
                  <c:v>2021-10-26</c:v>
                </c:pt>
                <c:pt idx="5397">
                  <c:v>2021-10-27</c:v>
                </c:pt>
                <c:pt idx="5398">
                  <c:v>2021-10-28</c:v>
                </c:pt>
                <c:pt idx="5399">
                  <c:v>2021-10-29</c:v>
                </c:pt>
                <c:pt idx="5400">
                  <c:v>2021-11-01</c:v>
                </c:pt>
                <c:pt idx="5401">
                  <c:v>2021-11-02</c:v>
                </c:pt>
                <c:pt idx="5402">
                  <c:v>2021-11-03</c:v>
                </c:pt>
                <c:pt idx="5403">
                  <c:v>2021-11-04</c:v>
                </c:pt>
                <c:pt idx="5404">
                  <c:v>2021-11-05</c:v>
                </c:pt>
                <c:pt idx="5405">
                  <c:v>2021-11-08</c:v>
                </c:pt>
                <c:pt idx="5406">
                  <c:v>2021-11-09</c:v>
                </c:pt>
                <c:pt idx="5407">
                  <c:v>2021-11-10</c:v>
                </c:pt>
                <c:pt idx="5408">
                  <c:v>2021-11-11</c:v>
                </c:pt>
                <c:pt idx="5409">
                  <c:v>2021-11-12</c:v>
                </c:pt>
                <c:pt idx="5410">
                  <c:v>2021-11-15</c:v>
                </c:pt>
                <c:pt idx="5411">
                  <c:v>2021-11-16</c:v>
                </c:pt>
                <c:pt idx="5412">
                  <c:v>2021-11-17</c:v>
                </c:pt>
                <c:pt idx="5413">
                  <c:v>2021-11-18</c:v>
                </c:pt>
                <c:pt idx="5414">
                  <c:v>2021-11-19</c:v>
                </c:pt>
                <c:pt idx="5415">
                  <c:v>2021-11-22</c:v>
                </c:pt>
                <c:pt idx="5416">
                  <c:v>2021-11-23</c:v>
                </c:pt>
                <c:pt idx="5417">
                  <c:v>2021-11-24</c:v>
                </c:pt>
                <c:pt idx="5418">
                  <c:v>2021-11-26</c:v>
                </c:pt>
                <c:pt idx="5419">
                  <c:v>2021-11-29</c:v>
                </c:pt>
                <c:pt idx="5420">
                  <c:v>2021-11-30</c:v>
                </c:pt>
                <c:pt idx="5421">
                  <c:v>2021-12-01</c:v>
                </c:pt>
                <c:pt idx="5422">
                  <c:v>2021-12-02</c:v>
                </c:pt>
                <c:pt idx="5423">
                  <c:v>2021-12-03</c:v>
                </c:pt>
                <c:pt idx="5424">
                  <c:v>2021-12-06</c:v>
                </c:pt>
                <c:pt idx="5425">
                  <c:v>2021-12-07</c:v>
                </c:pt>
                <c:pt idx="5426">
                  <c:v>2021-12-08</c:v>
                </c:pt>
                <c:pt idx="5427">
                  <c:v>2021-12-09</c:v>
                </c:pt>
                <c:pt idx="5428">
                  <c:v>2021-12-10</c:v>
                </c:pt>
                <c:pt idx="5429">
                  <c:v>2021-12-13</c:v>
                </c:pt>
                <c:pt idx="5430">
                  <c:v>2021-12-14</c:v>
                </c:pt>
                <c:pt idx="5431">
                  <c:v>2021-12-15</c:v>
                </c:pt>
                <c:pt idx="5432">
                  <c:v>2021-12-16</c:v>
                </c:pt>
                <c:pt idx="5433">
                  <c:v>2021-12-17</c:v>
                </c:pt>
                <c:pt idx="5434">
                  <c:v>2021-12-20</c:v>
                </c:pt>
                <c:pt idx="5435">
                  <c:v>2021-12-21</c:v>
                </c:pt>
                <c:pt idx="5436">
                  <c:v>2021-12-22</c:v>
                </c:pt>
                <c:pt idx="5437">
                  <c:v>2021-12-23</c:v>
                </c:pt>
                <c:pt idx="5438">
                  <c:v>2021-12-27</c:v>
                </c:pt>
                <c:pt idx="5439">
                  <c:v>2021-12-28</c:v>
                </c:pt>
                <c:pt idx="5440">
                  <c:v>2021-12-29</c:v>
                </c:pt>
                <c:pt idx="5441">
                  <c:v>2021-12-30</c:v>
                </c:pt>
                <c:pt idx="5442">
                  <c:v>2021-12-31</c:v>
                </c:pt>
                <c:pt idx="5443">
                  <c:v>2022-01-03</c:v>
                </c:pt>
                <c:pt idx="5444">
                  <c:v>2022-01-04</c:v>
                </c:pt>
                <c:pt idx="5445">
                  <c:v>2022-01-05</c:v>
                </c:pt>
                <c:pt idx="5446">
                  <c:v>2022-01-06</c:v>
                </c:pt>
                <c:pt idx="5447">
                  <c:v>2022-01-07</c:v>
                </c:pt>
                <c:pt idx="5448">
                  <c:v>2022-01-10</c:v>
                </c:pt>
                <c:pt idx="5449">
                  <c:v>2022-01-11</c:v>
                </c:pt>
                <c:pt idx="5450">
                  <c:v>2022-01-12</c:v>
                </c:pt>
                <c:pt idx="5451">
                  <c:v>2022-01-13</c:v>
                </c:pt>
                <c:pt idx="5452">
                  <c:v>2022-01-14</c:v>
                </c:pt>
                <c:pt idx="5453">
                  <c:v>2022-01-18</c:v>
                </c:pt>
                <c:pt idx="5454">
                  <c:v>2022-01-19</c:v>
                </c:pt>
                <c:pt idx="5455">
                  <c:v>2022-01-20</c:v>
                </c:pt>
                <c:pt idx="5456">
                  <c:v>2022-01-21</c:v>
                </c:pt>
                <c:pt idx="5457">
                  <c:v>2022-01-24</c:v>
                </c:pt>
                <c:pt idx="5458">
                  <c:v>2022-01-25</c:v>
                </c:pt>
                <c:pt idx="5459">
                  <c:v>2022-01-26</c:v>
                </c:pt>
                <c:pt idx="5460">
                  <c:v>2022-01-27</c:v>
                </c:pt>
                <c:pt idx="5461">
                  <c:v>2022-01-28</c:v>
                </c:pt>
                <c:pt idx="5462">
                  <c:v>2022-01-31</c:v>
                </c:pt>
                <c:pt idx="5463">
                  <c:v>2022-02-01</c:v>
                </c:pt>
                <c:pt idx="5464">
                  <c:v>2022-02-02</c:v>
                </c:pt>
                <c:pt idx="5465">
                  <c:v>2022-02-03</c:v>
                </c:pt>
                <c:pt idx="5466">
                  <c:v>2022-02-04</c:v>
                </c:pt>
                <c:pt idx="5467">
                  <c:v>2022-02-07</c:v>
                </c:pt>
                <c:pt idx="5468">
                  <c:v>2022-02-08</c:v>
                </c:pt>
                <c:pt idx="5469">
                  <c:v>2022-02-09</c:v>
                </c:pt>
                <c:pt idx="5470">
                  <c:v>2022-02-10</c:v>
                </c:pt>
                <c:pt idx="5471">
                  <c:v>2022-02-11</c:v>
                </c:pt>
                <c:pt idx="5472">
                  <c:v>2022-02-14</c:v>
                </c:pt>
                <c:pt idx="5473">
                  <c:v>2022-02-15</c:v>
                </c:pt>
                <c:pt idx="5474">
                  <c:v>2022-02-16</c:v>
                </c:pt>
                <c:pt idx="5475">
                  <c:v>2022-02-17</c:v>
                </c:pt>
                <c:pt idx="5476">
                  <c:v>2022-02-18</c:v>
                </c:pt>
                <c:pt idx="5477">
                  <c:v>2022-02-22</c:v>
                </c:pt>
                <c:pt idx="5478">
                  <c:v>2022-02-23</c:v>
                </c:pt>
                <c:pt idx="5479">
                  <c:v>2022-02-24</c:v>
                </c:pt>
                <c:pt idx="5480">
                  <c:v>2022-02-25</c:v>
                </c:pt>
                <c:pt idx="5481">
                  <c:v>2022-02-28</c:v>
                </c:pt>
                <c:pt idx="5482">
                  <c:v>2022-03-01</c:v>
                </c:pt>
                <c:pt idx="5483">
                  <c:v>2022-03-02</c:v>
                </c:pt>
                <c:pt idx="5484">
                  <c:v>2022-03-03</c:v>
                </c:pt>
                <c:pt idx="5485">
                  <c:v>2022-03-04</c:v>
                </c:pt>
                <c:pt idx="5486">
                  <c:v>2022-03-07</c:v>
                </c:pt>
                <c:pt idx="5487">
                  <c:v>2022-03-08</c:v>
                </c:pt>
                <c:pt idx="5488">
                  <c:v>2022-03-09</c:v>
                </c:pt>
                <c:pt idx="5489">
                  <c:v>2022-03-10</c:v>
                </c:pt>
                <c:pt idx="5490">
                  <c:v>2022-03-11</c:v>
                </c:pt>
                <c:pt idx="5491">
                  <c:v>2022-03-14</c:v>
                </c:pt>
                <c:pt idx="5492">
                  <c:v>2022-03-15</c:v>
                </c:pt>
                <c:pt idx="5493">
                  <c:v>2022-03-16</c:v>
                </c:pt>
                <c:pt idx="5494">
                  <c:v>2022-03-17</c:v>
                </c:pt>
                <c:pt idx="5495">
                  <c:v>2022-03-18</c:v>
                </c:pt>
                <c:pt idx="5496">
                  <c:v>2022-03-21</c:v>
                </c:pt>
                <c:pt idx="5497">
                  <c:v>2022-03-22</c:v>
                </c:pt>
                <c:pt idx="5498">
                  <c:v>2022-03-23</c:v>
                </c:pt>
                <c:pt idx="5499">
                  <c:v>2022-03-24</c:v>
                </c:pt>
                <c:pt idx="5500">
                  <c:v>2022-03-25</c:v>
                </c:pt>
                <c:pt idx="5501">
                  <c:v>2022-03-28</c:v>
                </c:pt>
                <c:pt idx="5502">
                  <c:v>2022-03-29</c:v>
                </c:pt>
                <c:pt idx="5503">
                  <c:v>2022-03-30</c:v>
                </c:pt>
                <c:pt idx="5504">
                  <c:v>2022-03-31</c:v>
                </c:pt>
                <c:pt idx="5505">
                  <c:v>2022-04-01</c:v>
                </c:pt>
                <c:pt idx="5506">
                  <c:v>2022-04-04</c:v>
                </c:pt>
                <c:pt idx="5507">
                  <c:v>2022-04-05</c:v>
                </c:pt>
                <c:pt idx="5508">
                  <c:v>2022-04-06</c:v>
                </c:pt>
                <c:pt idx="5509">
                  <c:v>2022-04-07</c:v>
                </c:pt>
                <c:pt idx="5510">
                  <c:v>2022-04-08</c:v>
                </c:pt>
                <c:pt idx="5511">
                  <c:v>2022-04-11</c:v>
                </c:pt>
                <c:pt idx="5512">
                  <c:v>2022-04-12</c:v>
                </c:pt>
                <c:pt idx="5513">
                  <c:v>2022-04-13</c:v>
                </c:pt>
                <c:pt idx="5514">
                  <c:v>2022-04-14</c:v>
                </c:pt>
                <c:pt idx="5515">
                  <c:v>2022-04-18</c:v>
                </c:pt>
                <c:pt idx="5516">
                  <c:v>2022-04-19</c:v>
                </c:pt>
                <c:pt idx="5517">
                  <c:v>2022-04-20</c:v>
                </c:pt>
                <c:pt idx="5518">
                  <c:v>2022-04-21</c:v>
                </c:pt>
                <c:pt idx="5519">
                  <c:v>2022-04-22</c:v>
                </c:pt>
                <c:pt idx="5520">
                  <c:v>2022-04-25</c:v>
                </c:pt>
                <c:pt idx="5521">
                  <c:v>2022-04-26</c:v>
                </c:pt>
                <c:pt idx="5522">
                  <c:v>2022-04-27</c:v>
                </c:pt>
                <c:pt idx="5523">
                  <c:v>2022-04-28</c:v>
                </c:pt>
                <c:pt idx="5524">
                  <c:v>2022-04-29</c:v>
                </c:pt>
                <c:pt idx="5525">
                  <c:v>2022-05-02</c:v>
                </c:pt>
                <c:pt idx="5526">
                  <c:v>2022-05-03</c:v>
                </c:pt>
                <c:pt idx="5527">
                  <c:v>2022-05-04</c:v>
                </c:pt>
                <c:pt idx="5528">
                  <c:v>2022-05-05</c:v>
                </c:pt>
                <c:pt idx="5529">
                  <c:v>2022-05-06</c:v>
                </c:pt>
                <c:pt idx="5530">
                  <c:v>2022-05-09</c:v>
                </c:pt>
                <c:pt idx="5531">
                  <c:v>2022-05-10</c:v>
                </c:pt>
                <c:pt idx="5532">
                  <c:v>2022-05-11</c:v>
                </c:pt>
                <c:pt idx="5533">
                  <c:v>2022-05-12</c:v>
                </c:pt>
                <c:pt idx="5534">
                  <c:v>2022-05-13</c:v>
                </c:pt>
                <c:pt idx="5535">
                  <c:v>2022-05-16</c:v>
                </c:pt>
                <c:pt idx="5536">
                  <c:v>2022-05-17</c:v>
                </c:pt>
                <c:pt idx="5537">
                  <c:v>2022-05-18</c:v>
                </c:pt>
                <c:pt idx="5538">
                  <c:v>2022-05-19</c:v>
                </c:pt>
                <c:pt idx="5539">
                  <c:v>2022-05-20</c:v>
                </c:pt>
                <c:pt idx="5540">
                  <c:v>2022-05-23</c:v>
                </c:pt>
                <c:pt idx="5541">
                  <c:v>2022-05-24</c:v>
                </c:pt>
                <c:pt idx="5542">
                  <c:v>2022-05-25</c:v>
                </c:pt>
                <c:pt idx="5543">
                  <c:v>2022-05-26</c:v>
                </c:pt>
                <c:pt idx="5544">
                  <c:v>2022-05-27</c:v>
                </c:pt>
                <c:pt idx="5545">
                  <c:v>2022-05-31</c:v>
                </c:pt>
                <c:pt idx="5546">
                  <c:v>2022-06-01</c:v>
                </c:pt>
                <c:pt idx="5547">
                  <c:v>2022-06-02</c:v>
                </c:pt>
                <c:pt idx="5548">
                  <c:v>2022-06-03</c:v>
                </c:pt>
                <c:pt idx="5549">
                  <c:v>2022-06-06</c:v>
                </c:pt>
                <c:pt idx="5550">
                  <c:v>2022-06-07</c:v>
                </c:pt>
                <c:pt idx="5551">
                  <c:v>2022-06-08</c:v>
                </c:pt>
                <c:pt idx="5552">
                  <c:v>2022-06-09</c:v>
                </c:pt>
                <c:pt idx="5553">
                  <c:v>2022-06-10</c:v>
                </c:pt>
                <c:pt idx="5554">
                  <c:v>2022-06-13</c:v>
                </c:pt>
                <c:pt idx="5555">
                  <c:v>2022-06-14</c:v>
                </c:pt>
                <c:pt idx="5556">
                  <c:v>2022-06-15</c:v>
                </c:pt>
                <c:pt idx="5557">
                  <c:v>2022-06-16</c:v>
                </c:pt>
                <c:pt idx="5558">
                  <c:v>2022-06-17</c:v>
                </c:pt>
                <c:pt idx="5559">
                  <c:v>2022-06-21</c:v>
                </c:pt>
                <c:pt idx="5560">
                  <c:v>2022-06-22</c:v>
                </c:pt>
                <c:pt idx="5561">
                  <c:v>2022-06-23</c:v>
                </c:pt>
                <c:pt idx="5562">
                  <c:v>2022-06-24</c:v>
                </c:pt>
                <c:pt idx="5563">
                  <c:v>2022-06-27</c:v>
                </c:pt>
                <c:pt idx="5564">
                  <c:v>2022-06-28</c:v>
                </c:pt>
                <c:pt idx="5565">
                  <c:v>2022-06-29</c:v>
                </c:pt>
                <c:pt idx="5566">
                  <c:v>2022-06-30</c:v>
                </c:pt>
                <c:pt idx="5567">
                  <c:v>2022-07-01</c:v>
                </c:pt>
                <c:pt idx="5568">
                  <c:v>2022-07-05</c:v>
                </c:pt>
                <c:pt idx="5569">
                  <c:v>2022-07-06</c:v>
                </c:pt>
                <c:pt idx="5570">
                  <c:v>2022-07-07</c:v>
                </c:pt>
                <c:pt idx="5571">
                  <c:v>2022-07-08</c:v>
                </c:pt>
                <c:pt idx="5572">
                  <c:v>2022-07-11</c:v>
                </c:pt>
                <c:pt idx="5573">
                  <c:v>2022-07-12</c:v>
                </c:pt>
                <c:pt idx="5574">
                  <c:v>2022-07-13</c:v>
                </c:pt>
                <c:pt idx="5575">
                  <c:v>2022-07-14</c:v>
                </c:pt>
                <c:pt idx="5576">
                  <c:v>2022-07-15</c:v>
                </c:pt>
                <c:pt idx="5577">
                  <c:v>2022-07-18</c:v>
                </c:pt>
                <c:pt idx="5578">
                  <c:v>2022-07-19</c:v>
                </c:pt>
                <c:pt idx="5579">
                  <c:v>2022-07-20</c:v>
                </c:pt>
                <c:pt idx="5580">
                  <c:v>2022-07-21</c:v>
                </c:pt>
                <c:pt idx="5581">
                  <c:v>2022-07-22</c:v>
                </c:pt>
                <c:pt idx="5582">
                  <c:v>2022-07-25</c:v>
                </c:pt>
                <c:pt idx="5583">
                  <c:v>2022-07-26</c:v>
                </c:pt>
                <c:pt idx="5584">
                  <c:v>2022-07-27</c:v>
                </c:pt>
                <c:pt idx="5585">
                  <c:v>2022-07-28</c:v>
                </c:pt>
                <c:pt idx="5586">
                  <c:v>2022-07-29</c:v>
                </c:pt>
                <c:pt idx="5587">
                  <c:v>2022-08-01</c:v>
                </c:pt>
                <c:pt idx="5588">
                  <c:v>2022-08-02</c:v>
                </c:pt>
                <c:pt idx="5589">
                  <c:v>2022-08-03</c:v>
                </c:pt>
                <c:pt idx="5590">
                  <c:v>2022-08-04</c:v>
                </c:pt>
                <c:pt idx="5591">
                  <c:v>2022-08-05</c:v>
                </c:pt>
                <c:pt idx="5592">
                  <c:v>2022-08-08</c:v>
                </c:pt>
                <c:pt idx="5593">
                  <c:v>2022-08-09</c:v>
                </c:pt>
                <c:pt idx="5594">
                  <c:v>2022-08-10</c:v>
                </c:pt>
                <c:pt idx="5595">
                  <c:v>2022-08-11</c:v>
                </c:pt>
                <c:pt idx="5596">
                  <c:v>2022-08-12</c:v>
                </c:pt>
                <c:pt idx="5597">
                  <c:v>2022-08-15</c:v>
                </c:pt>
                <c:pt idx="5598">
                  <c:v>2022-08-16</c:v>
                </c:pt>
                <c:pt idx="5599">
                  <c:v>2022-08-17</c:v>
                </c:pt>
                <c:pt idx="5600">
                  <c:v>2022-08-18</c:v>
                </c:pt>
                <c:pt idx="5601">
                  <c:v>2022-08-19</c:v>
                </c:pt>
                <c:pt idx="5602">
                  <c:v>2022-08-22</c:v>
                </c:pt>
                <c:pt idx="5603">
                  <c:v>2022-08-23</c:v>
                </c:pt>
                <c:pt idx="5604">
                  <c:v>2022-08-24</c:v>
                </c:pt>
                <c:pt idx="5605">
                  <c:v>2022-08-25</c:v>
                </c:pt>
                <c:pt idx="5606">
                  <c:v>2022-08-26</c:v>
                </c:pt>
                <c:pt idx="5607">
                  <c:v>2022-08-29</c:v>
                </c:pt>
                <c:pt idx="5608">
                  <c:v>2022-08-30</c:v>
                </c:pt>
                <c:pt idx="5609">
                  <c:v>2022-08-31</c:v>
                </c:pt>
                <c:pt idx="5610">
                  <c:v>2022-09-01</c:v>
                </c:pt>
                <c:pt idx="5611">
                  <c:v>2022-09-02</c:v>
                </c:pt>
                <c:pt idx="5612">
                  <c:v>2022-09-06</c:v>
                </c:pt>
                <c:pt idx="5613">
                  <c:v>2022-09-07</c:v>
                </c:pt>
                <c:pt idx="5614">
                  <c:v>2022-09-08</c:v>
                </c:pt>
                <c:pt idx="5615">
                  <c:v>2022-09-09</c:v>
                </c:pt>
                <c:pt idx="5616">
                  <c:v>2022-09-12</c:v>
                </c:pt>
                <c:pt idx="5617">
                  <c:v>2022-09-13</c:v>
                </c:pt>
                <c:pt idx="5618">
                  <c:v>2022-09-14</c:v>
                </c:pt>
                <c:pt idx="5619">
                  <c:v>2022-09-15</c:v>
                </c:pt>
                <c:pt idx="5620">
                  <c:v>2022-09-16</c:v>
                </c:pt>
                <c:pt idx="5621">
                  <c:v>2022-09-19</c:v>
                </c:pt>
                <c:pt idx="5622">
                  <c:v>2022-09-20</c:v>
                </c:pt>
                <c:pt idx="5623">
                  <c:v>2022-09-21</c:v>
                </c:pt>
                <c:pt idx="5624">
                  <c:v>2022-09-22</c:v>
                </c:pt>
                <c:pt idx="5625">
                  <c:v>2022-09-23</c:v>
                </c:pt>
                <c:pt idx="5626">
                  <c:v>2022-09-26</c:v>
                </c:pt>
                <c:pt idx="5627">
                  <c:v>2022-09-27</c:v>
                </c:pt>
                <c:pt idx="5628">
                  <c:v>2022-09-28</c:v>
                </c:pt>
                <c:pt idx="5629">
                  <c:v>2022-09-29</c:v>
                </c:pt>
                <c:pt idx="5630">
                  <c:v>2022-09-30</c:v>
                </c:pt>
                <c:pt idx="5631">
                  <c:v>2022-10-03</c:v>
                </c:pt>
                <c:pt idx="5632">
                  <c:v>2022-10-04</c:v>
                </c:pt>
                <c:pt idx="5633">
                  <c:v>2022-10-05</c:v>
                </c:pt>
                <c:pt idx="5634">
                  <c:v>2022-10-06</c:v>
                </c:pt>
                <c:pt idx="5635">
                  <c:v>2022-10-07</c:v>
                </c:pt>
                <c:pt idx="5636">
                  <c:v>2022-10-10</c:v>
                </c:pt>
                <c:pt idx="5637">
                  <c:v>2022-10-11</c:v>
                </c:pt>
                <c:pt idx="5638">
                  <c:v>2022-10-12</c:v>
                </c:pt>
                <c:pt idx="5639">
                  <c:v>2022-10-13</c:v>
                </c:pt>
                <c:pt idx="5640">
                  <c:v>2022-10-14</c:v>
                </c:pt>
                <c:pt idx="5641">
                  <c:v>2022-10-17</c:v>
                </c:pt>
                <c:pt idx="5642">
                  <c:v>2022-10-18</c:v>
                </c:pt>
                <c:pt idx="5643">
                  <c:v>2022-10-19</c:v>
                </c:pt>
                <c:pt idx="5644">
                  <c:v>2022-10-20</c:v>
                </c:pt>
                <c:pt idx="5645">
                  <c:v>2022-10-21</c:v>
                </c:pt>
                <c:pt idx="5646">
                  <c:v>2022-10-24</c:v>
                </c:pt>
                <c:pt idx="5647">
                  <c:v>2022-10-25</c:v>
                </c:pt>
                <c:pt idx="5648">
                  <c:v>2022-10-26</c:v>
                </c:pt>
                <c:pt idx="5649">
                  <c:v>2022-10-27</c:v>
                </c:pt>
                <c:pt idx="5650">
                  <c:v>2022-10-28</c:v>
                </c:pt>
                <c:pt idx="5651">
                  <c:v>2022-10-31</c:v>
                </c:pt>
                <c:pt idx="5652">
                  <c:v>2022-11-01</c:v>
                </c:pt>
                <c:pt idx="5653">
                  <c:v>2022-11-02</c:v>
                </c:pt>
                <c:pt idx="5654">
                  <c:v>2022-11-03</c:v>
                </c:pt>
                <c:pt idx="5655">
                  <c:v>2022-11-04</c:v>
                </c:pt>
                <c:pt idx="5656">
                  <c:v>2022-11-07</c:v>
                </c:pt>
                <c:pt idx="5657">
                  <c:v>2022-11-08</c:v>
                </c:pt>
                <c:pt idx="5658">
                  <c:v>2022-11-09</c:v>
                </c:pt>
                <c:pt idx="5659">
                  <c:v>2022-11-10</c:v>
                </c:pt>
                <c:pt idx="5660">
                  <c:v>2022-11-11</c:v>
                </c:pt>
                <c:pt idx="5661">
                  <c:v>2022-11-14</c:v>
                </c:pt>
                <c:pt idx="5662">
                  <c:v>2022-11-15</c:v>
                </c:pt>
                <c:pt idx="5663">
                  <c:v>2022-11-16</c:v>
                </c:pt>
                <c:pt idx="5664">
                  <c:v>2022-11-17</c:v>
                </c:pt>
                <c:pt idx="5665">
                  <c:v>2022-11-18</c:v>
                </c:pt>
                <c:pt idx="5666">
                  <c:v>2022-11-21</c:v>
                </c:pt>
                <c:pt idx="5667">
                  <c:v>2022-11-22</c:v>
                </c:pt>
                <c:pt idx="5668">
                  <c:v>2022-11-23</c:v>
                </c:pt>
                <c:pt idx="5669">
                  <c:v>2022-11-25</c:v>
                </c:pt>
                <c:pt idx="5670">
                  <c:v>2022-11-28</c:v>
                </c:pt>
                <c:pt idx="5671">
                  <c:v>2022-11-29</c:v>
                </c:pt>
                <c:pt idx="5672">
                  <c:v>2022-11-30</c:v>
                </c:pt>
                <c:pt idx="5673">
                  <c:v>2022-12-01</c:v>
                </c:pt>
                <c:pt idx="5674">
                  <c:v>2022-12-02</c:v>
                </c:pt>
                <c:pt idx="5675">
                  <c:v>2022-12-05</c:v>
                </c:pt>
                <c:pt idx="5676">
                  <c:v>2022-12-06</c:v>
                </c:pt>
                <c:pt idx="5677">
                  <c:v>2022-12-07</c:v>
                </c:pt>
                <c:pt idx="5678">
                  <c:v>2022-12-08</c:v>
                </c:pt>
                <c:pt idx="5679">
                  <c:v>2022-12-09</c:v>
                </c:pt>
                <c:pt idx="5680">
                  <c:v>2022-12-12</c:v>
                </c:pt>
                <c:pt idx="5681">
                  <c:v>2022-12-13</c:v>
                </c:pt>
                <c:pt idx="5682">
                  <c:v>2022-12-14</c:v>
                </c:pt>
                <c:pt idx="5683">
                  <c:v>2022-12-15</c:v>
                </c:pt>
                <c:pt idx="5684">
                  <c:v>2022-12-16</c:v>
                </c:pt>
                <c:pt idx="5685">
                  <c:v>2022-12-19</c:v>
                </c:pt>
                <c:pt idx="5686">
                  <c:v>2022-12-20</c:v>
                </c:pt>
                <c:pt idx="5687">
                  <c:v>2022-12-21</c:v>
                </c:pt>
                <c:pt idx="5688">
                  <c:v>2022-12-22</c:v>
                </c:pt>
                <c:pt idx="5689">
                  <c:v>2022-12-23</c:v>
                </c:pt>
                <c:pt idx="5690">
                  <c:v>2022-12-27</c:v>
                </c:pt>
                <c:pt idx="5691">
                  <c:v>2022-12-28</c:v>
                </c:pt>
                <c:pt idx="5692">
                  <c:v>2022-12-29</c:v>
                </c:pt>
                <c:pt idx="5693">
                  <c:v>2022-12-30</c:v>
                </c:pt>
                <c:pt idx="5694">
                  <c:v>2023-01-03</c:v>
                </c:pt>
                <c:pt idx="5695">
                  <c:v>2023-01-04</c:v>
                </c:pt>
                <c:pt idx="5696">
                  <c:v>2023-01-05</c:v>
                </c:pt>
                <c:pt idx="5697">
                  <c:v>2023-01-06</c:v>
                </c:pt>
                <c:pt idx="5698">
                  <c:v>2023-01-09</c:v>
                </c:pt>
                <c:pt idx="5699">
                  <c:v>2023-01-10</c:v>
                </c:pt>
                <c:pt idx="5700">
                  <c:v>2023-01-11</c:v>
                </c:pt>
                <c:pt idx="5701">
                  <c:v>2023-01-12</c:v>
                </c:pt>
                <c:pt idx="5702">
                  <c:v>2023-01-13</c:v>
                </c:pt>
                <c:pt idx="5703">
                  <c:v>2023-01-17</c:v>
                </c:pt>
                <c:pt idx="5704">
                  <c:v>2023-01-18</c:v>
                </c:pt>
                <c:pt idx="5705">
                  <c:v>2023-01-19</c:v>
                </c:pt>
                <c:pt idx="5706">
                  <c:v>2023-01-20</c:v>
                </c:pt>
                <c:pt idx="5707">
                  <c:v>2023-01-23</c:v>
                </c:pt>
                <c:pt idx="5708">
                  <c:v>2023-01-24</c:v>
                </c:pt>
                <c:pt idx="5709">
                  <c:v>2023-01-25</c:v>
                </c:pt>
                <c:pt idx="5710">
                  <c:v>2023-01-26</c:v>
                </c:pt>
                <c:pt idx="5711">
                  <c:v>2023-01-27</c:v>
                </c:pt>
                <c:pt idx="5712">
                  <c:v>2023-01-30</c:v>
                </c:pt>
                <c:pt idx="5713">
                  <c:v>2023-01-31</c:v>
                </c:pt>
                <c:pt idx="5714">
                  <c:v>2023-02-01</c:v>
                </c:pt>
                <c:pt idx="5715">
                  <c:v>2023-02-02</c:v>
                </c:pt>
                <c:pt idx="5716">
                  <c:v>2023-02-03</c:v>
                </c:pt>
                <c:pt idx="5717">
                  <c:v>2023-02-06</c:v>
                </c:pt>
                <c:pt idx="5718">
                  <c:v>2023-02-07</c:v>
                </c:pt>
                <c:pt idx="5719">
                  <c:v>2023-02-08</c:v>
                </c:pt>
                <c:pt idx="5720">
                  <c:v>2023-02-09</c:v>
                </c:pt>
                <c:pt idx="5721">
                  <c:v>2023-02-10</c:v>
                </c:pt>
                <c:pt idx="5722">
                  <c:v>2023-02-13</c:v>
                </c:pt>
                <c:pt idx="5723">
                  <c:v>2023-02-14</c:v>
                </c:pt>
                <c:pt idx="5724">
                  <c:v>2023-02-15</c:v>
                </c:pt>
                <c:pt idx="5725">
                  <c:v>2023-02-16</c:v>
                </c:pt>
                <c:pt idx="5726">
                  <c:v>2023-02-17</c:v>
                </c:pt>
                <c:pt idx="5727">
                  <c:v>2023-02-21</c:v>
                </c:pt>
                <c:pt idx="5728">
                  <c:v>2023-02-22</c:v>
                </c:pt>
                <c:pt idx="5729">
                  <c:v>2023-02-23</c:v>
                </c:pt>
                <c:pt idx="5730">
                  <c:v>2023-02-24</c:v>
                </c:pt>
                <c:pt idx="5731">
                  <c:v>2023-02-27</c:v>
                </c:pt>
                <c:pt idx="5732">
                  <c:v>2023-02-28</c:v>
                </c:pt>
                <c:pt idx="5733">
                  <c:v>2023-03-01</c:v>
                </c:pt>
                <c:pt idx="5734">
                  <c:v>2023-03-02</c:v>
                </c:pt>
                <c:pt idx="5735">
                  <c:v>2023-03-03</c:v>
                </c:pt>
                <c:pt idx="5736">
                  <c:v>2023-03-06</c:v>
                </c:pt>
                <c:pt idx="5737">
                  <c:v>2023-03-07</c:v>
                </c:pt>
                <c:pt idx="5738">
                  <c:v>2023-03-08</c:v>
                </c:pt>
                <c:pt idx="5739">
                  <c:v>2023-03-09</c:v>
                </c:pt>
                <c:pt idx="5740">
                  <c:v>2023-03-10</c:v>
                </c:pt>
                <c:pt idx="5741">
                  <c:v>2023-03-13</c:v>
                </c:pt>
                <c:pt idx="5742">
                  <c:v>2023-03-14</c:v>
                </c:pt>
                <c:pt idx="5743">
                  <c:v>2023-03-15</c:v>
                </c:pt>
                <c:pt idx="5744">
                  <c:v>2023-03-16</c:v>
                </c:pt>
                <c:pt idx="5745">
                  <c:v>2023-03-17</c:v>
                </c:pt>
                <c:pt idx="5746">
                  <c:v>2023-03-20</c:v>
                </c:pt>
                <c:pt idx="5747">
                  <c:v>2023-03-21</c:v>
                </c:pt>
                <c:pt idx="5748">
                  <c:v>2023-03-22</c:v>
                </c:pt>
                <c:pt idx="5749">
                  <c:v>2023-03-23</c:v>
                </c:pt>
                <c:pt idx="5750">
                  <c:v>2023-03-24</c:v>
                </c:pt>
                <c:pt idx="5751">
                  <c:v>2023-03-27</c:v>
                </c:pt>
                <c:pt idx="5752">
                  <c:v>2023-03-28</c:v>
                </c:pt>
                <c:pt idx="5753">
                  <c:v>2023-03-29</c:v>
                </c:pt>
                <c:pt idx="5754">
                  <c:v>2023-03-30</c:v>
                </c:pt>
                <c:pt idx="5755">
                  <c:v>2023-03-31</c:v>
                </c:pt>
                <c:pt idx="5756">
                  <c:v>2023-04-03</c:v>
                </c:pt>
                <c:pt idx="5757">
                  <c:v>2023-04-04</c:v>
                </c:pt>
                <c:pt idx="5758">
                  <c:v>2023-04-05</c:v>
                </c:pt>
                <c:pt idx="5759">
                  <c:v>2023-04-06</c:v>
                </c:pt>
                <c:pt idx="5760">
                  <c:v>2023-04-10</c:v>
                </c:pt>
                <c:pt idx="5761">
                  <c:v>2023-04-11</c:v>
                </c:pt>
                <c:pt idx="5762">
                  <c:v>2023-04-12</c:v>
                </c:pt>
                <c:pt idx="5763">
                  <c:v>2023-04-13</c:v>
                </c:pt>
                <c:pt idx="5764">
                  <c:v>2023-04-14</c:v>
                </c:pt>
                <c:pt idx="5765">
                  <c:v>2023-04-17</c:v>
                </c:pt>
                <c:pt idx="5766">
                  <c:v>2023-04-18</c:v>
                </c:pt>
                <c:pt idx="5767">
                  <c:v>2023-04-19</c:v>
                </c:pt>
                <c:pt idx="5768">
                  <c:v>2023-04-20</c:v>
                </c:pt>
                <c:pt idx="5769">
                  <c:v>2023-04-21</c:v>
                </c:pt>
                <c:pt idx="5770">
                  <c:v>2023-04-24</c:v>
                </c:pt>
                <c:pt idx="5771">
                  <c:v>2023-04-25</c:v>
                </c:pt>
                <c:pt idx="5772">
                  <c:v>2023-04-26</c:v>
                </c:pt>
                <c:pt idx="5773">
                  <c:v>2023-04-27</c:v>
                </c:pt>
                <c:pt idx="5774">
                  <c:v>2023-04-28</c:v>
                </c:pt>
                <c:pt idx="5775">
                  <c:v>2023-05-01</c:v>
                </c:pt>
                <c:pt idx="5776">
                  <c:v>2023-05-02</c:v>
                </c:pt>
                <c:pt idx="5777">
                  <c:v>2023-05-03</c:v>
                </c:pt>
                <c:pt idx="5778">
                  <c:v>2023-05-04</c:v>
                </c:pt>
                <c:pt idx="5779">
                  <c:v>2023-05-05</c:v>
                </c:pt>
                <c:pt idx="5780">
                  <c:v>2023-05-08</c:v>
                </c:pt>
                <c:pt idx="5781">
                  <c:v>2023-05-09</c:v>
                </c:pt>
                <c:pt idx="5782">
                  <c:v>2023-05-10</c:v>
                </c:pt>
                <c:pt idx="5783">
                  <c:v>2023-05-11</c:v>
                </c:pt>
                <c:pt idx="5784">
                  <c:v>2023-05-12</c:v>
                </c:pt>
                <c:pt idx="5785">
                  <c:v>2023-05-15</c:v>
                </c:pt>
                <c:pt idx="5786">
                  <c:v>2023-05-16</c:v>
                </c:pt>
                <c:pt idx="5787">
                  <c:v>2023-05-17</c:v>
                </c:pt>
                <c:pt idx="5788">
                  <c:v>2023-05-18</c:v>
                </c:pt>
                <c:pt idx="5789">
                  <c:v>2023-05-19</c:v>
                </c:pt>
                <c:pt idx="5790">
                  <c:v>2023-05-22</c:v>
                </c:pt>
                <c:pt idx="5791">
                  <c:v>2023-05-23</c:v>
                </c:pt>
                <c:pt idx="5792">
                  <c:v>2023-05-24</c:v>
                </c:pt>
                <c:pt idx="5793">
                  <c:v>2023-05-25</c:v>
                </c:pt>
                <c:pt idx="5794">
                  <c:v>2023-05-26</c:v>
                </c:pt>
                <c:pt idx="5795">
                  <c:v>2023-05-30</c:v>
                </c:pt>
                <c:pt idx="5796">
                  <c:v>2023-05-31</c:v>
                </c:pt>
                <c:pt idx="5797">
                  <c:v>2023-06-01</c:v>
                </c:pt>
                <c:pt idx="5798">
                  <c:v>2023-06-02</c:v>
                </c:pt>
                <c:pt idx="5799">
                  <c:v>2023-06-05</c:v>
                </c:pt>
                <c:pt idx="5800">
                  <c:v>2023-06-06</c:v>
                </c:pt>
                <c:pt idx="5801">
                  <c:v>2023-06-07</c:v>
                </c:pt>
                <c:pt idx="5802">
                  <c:v>2023-06-08</c:v>
                </c:pt>
                <c:pt idx="5803">
                  <c:v>2023-06-09</c:v>
                </c:pt>
                <c:pt idx="5804">
                  <c:v>2023-06-12</c:v>
                </c:pt>
                <c:pt idx="5805">
                  <c:v>2023-06-13</c:v>
                </c:pt>
                <c:pt idx="5806">
                  <c:v>2023-06-14</c:v>
                </c:pt>
                <c:pt idx="5807">
                  <c:v>2023-06-15</c:v>
                </c:pt>
                <c:pt idx="5808">
                  <c:v>2023-06-16</c:v>
                </c:pt>
                <c:pt idx="5809">
                  <c:v>2023-06-20</c:v>
                </c:pt>
                <c:pt idx="5810">
                  <c:v>2023-06-21</c:v>
                </c:pt>
                <c:pt idx="5811">
                  <c:v>2023-06-22</c:v>
                </c:pt>
                <c:pt idx="5812">
                  <c:v>2023-06-23</c:v>
                </c:pt>
                <c:pt idx="5813">
                  <c:v>2023-06-26</c:v>
                </c:pt>
                <c:pt idx="5814">
                  <c:v>2023-06-27</c:v>
                </c:pt>
                <c:pt idx="5815">
                  <c:v>2023-06-28</c:v>
                </c:pt>
                <c:pt idx="5816">
                  <c:v>2023-06-29</c:v>
                </c:pt>
                <c:pt idx="5817">
                  <c:v>2023-06-30</c:v>
                </c:pt>
                <c:pt idx="5818">
                  <c:v>2023-07-03</c:v>
                </c:pt>
                <c:pt idx="5819">
                  <c:v>2023-07-05</c:v>
                </c:pt>
                <c:pt idx="5820">
                  <c:v>2023-07-06</c:v>
                </c:pt>
                <c:pt idx="5821">
                  <c:v>2023-07-07</c:v>
                </c:pt>
                <c:pt idx="5822">
                  <c:v>2023-07-10</c:v>
                </c:pt>
                <c:pt idx="5823">
                  <c:v>2023-07-11</c:v>
                </c:pt>
                <c:pt idx="5824">
                  <c:v>2023-07-12</c:v>
                </c:pt>
                <c:pt idx="5825">
                  <c:v>2023-07-13</c:v>
                </c:pt>
                <c:pt idx="5826">
                  <c:v>2023-07-14</c:v>
                </c:pt>
                <c:pt idx="5827">
                  <c:v>2023-07-17</c:v>
                </c:pt>
                <c:pt idx="5828">
                  <c:v>2023-07-18</c:v>
                </c:pt>
                <c:pt idx="5829">
                  <c:v>2023-07-19</c:v>
                </c:pt>
                <c:pt idx="5830">
                  <c:v>2023-07-20</c:v>
                </c:pt>
                <c:pt idx="5831">
                  <c:v>2023-07-21</c:v>
                </c:pt>
                <c:pt idx="5832">
                  <c:v>2023-07-24</c:v>
                </c:pt>
                <c:pt idx="5833">
                  <c:v>2023-07-25</c:v>
                </c:pt>
                <c:pt idx="5834">
                  <c:v>2023-07-26</c:v>
                </c:pt>
                <c:pt idx="5835">
                  <c:v>2023-07-27</c:v>
                </c:pt>
                <c:pt idx="5836">
                  <c:v>2023-07-28</c:v>
                </c:pt>
                <c:pt idx="5837">
                  <c:v>2023-07-31</c:v>
                </c:pt>
                <c:pt idx="5838">
                  <c:v>2023-08-01</c:v>
                </c:pt>
                <c:pt idx="5839">
                  <c:v>2023-08-02</c:v>
                </c:pt>
                <c:pt idx="5840">
                  <c:v>2023-08-03</c:v>
                </c:pt>
                <c:pt idx="5841">
                  <c:v>2023-08-04</c:v>
                </c:pt>
                <c:pt idx="5842">
                  <c:v>2023-08-07</c:v>
                </c:pt>
                <c:pt idx="5843">
                  <c:v>2023-08-08</c:v>
                </c:pt>
                <c:pt idx="5844">
                  <c:v>2023-08-09</c:v>
                </c:pt>
                <c:pt idx="5845">
                  <c:v>2023-08-10</c:v>
                </c:pt>
                <c:pt idx="5846">
                  <c:v>2023-08-11</c:v>
                </c:pt>
                <c:pt idx="5847">
                  <c:v>2023-08-14</c:v>
                </c:pt>
                <c:pt idx="5848">
                  <c:v>2023-08-15</c:v>
                </c:pt>
                <c:pt idx="5849">
                  <c:v>2023-08-16</c:v>
                </c:pt>
                <c:pt idx="5850">
                  <c:v>2023-08-17</c:v>
                </c:pt>
                <c:pt idx="5851">
                  <c:v>2023-08-18</c:v>
                </c:pt>
                <c:pt idx="5852">
                  <c:v>2023-08-21</c:v>
                </c:pt>
                <c:pt idx="5853">
                  <c:v>2023-08-22</c:v>
                </c:pt>
                <c:pt idx="5854">
                  <c:v>2023-08-23</c:v>
                </c:pt>
                <c:pt idx="5855">
                  <c:v>2023-08-24</c:v>
                </c:pt>
                <c:pt idx="5856">
                  <c:v>2023-08-25</c:v>
                </c:pt>
                <c:pt idx="5857">
                  <c:v>2023-08-28</c:v>
                </c:pt>
                <c:pt idx="5858">
                  <c:v>2023-08-29</c:v>
                </c:pt>
                <c:pt idx="5859">
                  <c:v>2023-08-30</c:v>
                </c:pt>
                <c:pt idx="5860">
                  <c:v>2023-08-31</c:v>
                </c:pt>
                <c:pt idx="5861">
                  <c:v>2023-09-01</c:v>
                </c:pt>
                <c:pt idx="5862">
                  <c:v>2023-09-05</c:v>
                </c:pt>
                <c:pt idx="5863">
                  <c:v>2023-09-06</c:v>
                </c:pt>
                <c:pt idx="5864">
                  <c:v>2023-09-07</c:v>
                </c:pt>
                <c:pt idx="5865">
                  <c:v>2023-09-08</c:v>
                </c:pt>
                <c:pt idx="5866">
                  <c:v>2023-09-11</c:v>
                </c:pt>
                <c:pt idx="5867">
                  <c:v>2023-09-12</c:v>
                </c:pt>
                <c:pt idx="5868">
                  <c:v>2023-09-13</c:v>
                </c:pt>
                <c:pt idx="5869">
                  <c:v>2023-09-14</c:v>
                </c:pt>
                <c:pt idx="5870">
                  <c:v>2023-09-15</c:v>
                </c:pt>
                <c:pt idx="5871">
                  <c:v>2023-09-18</c:v>
                </c:pt>
                <c:pt idx="5872">
                  <c:v>2023-09-19</c:v>
                </c:pt>
                <c:pt idx="5873">
                  <c:v>2023-09-20</c:v>
                </c:pt>
                <c:pt idx="5874">
                  <c:v>2023-09-21</c:v>
                </c:pt>
                <c:pt idx="5875">
                  <c:v>2023-09-22</c:v>
                </c:pt>
                <c:pt idx="5876">
                  <c:v>2023-09-25</c:v>
                </c:pt>
                <c:pt idx="5877">
                  <c:v>2023-09-26</c:v>
                </c:pt>
                <c:pt idx="5878">
                  <c:v>2023-09-27</c:v>
                </c:pt>
                <c:pt idx="5879">
                  <c:v>2023-09-28</c:v>
                </c:pt>
                <c:pt idx="5880">
                  <c:v>2023-09-29</c:v>
                </c:pt>
                <c:pt idx="5881">
                  <c:v>2023-10-02</c:v>
                </c:pt>
                <c:pt idx="5882">
                  <c:v>2023-10-03</c:v>
                </c:pt>
                <c:pt idx="5883">
                  <c:v>2023-10-04</c:v>
                </c:pt>
                <c:pt idx="5884">
                  <c:v>2023-10-05</c:v>
                </c:pt>
                <c:pt idx="5885">
                  <c:v>2023-10-06</c:v>
                </c:pt>
                <c:pt idx="5886">
                  <c:v>2023-10-09</c:v>
                </c:pt>
                <c:pt idx="5887">
                  <c:v>2023-10-10</c:v>
                </c:pt>
                <c:pt idx="5888">
                  <c:v>2023-10-11</c:v>
                </c:pt>
                <c:pt idx="5889">
                  <c:v>2023-10-12</c:v>
                </c:pt>
                <c:pt idx="5890">
                  <c:v>2023-10-13</c:v>
                </c:pt>
                <c:pt idx="5891">
                  <c:v>2023-10-16</c:v>
                </c:pt>
                <c:pt idx="5892">
                  <c:v>2023-10-17</c:v>
                </c:pt>
                <c:pt idx="5893">
                  <c:v>2023-10-18</c:v>
                </c:pt>
                <c:pt idx="5894">
                  <c:v>2023-10-19</c:v>
                </c:pt>
                <c:pt idx="5895">
                  <c:v>2023-10-20</c:v>
                </c:pt>
                <c:pt idx="5896">
                  <c:v>2023-10-23</c:v>
                </c:pt>
                <c:pt idx="5897">
                  <c:v>2023-10-24</c:v>
                </c:pt>
                <c:pt idx="5898">
                  <c:v>2023-10-25</c:v>
                </c:pt>
                <c:pt idx="5899">
                  <c:v>2023-10-26</c:v>
                </c:pt>
                <c:pt idx="5900">
                  <c:v>2023-10-27</c:v>
                </c:pt>
                <c:pt idx="5901">
                  <c:v>2023-10-30</c:v>
                </c:pt>
                <c:pt idx="5902">
                  <c:v>2023-10-31</c:v>
                </c:pt>
                <c:pt idx="5903">
                  <c:v>2023-11-01</c:v>
                </c:pt>
                <c:pt idx="5904">
                  <c:v>2023-11-02</c:v>
                </c:pt>
                <c:pt idx="5905">
                  <c:v>2023-11-03</c:v>
                </c:pt>
                <c:pt idx="5906">
                  <c:v>2023-11-06</c:v>
                </c:pt>
                <c:pt idx="5907">
                  <c:v>2023-11-07</c:v>
                </c:pt>
                <c:pt idx="5908">
                  <c:v>2023-11-08</c:v>
                </c:pt>
                <c:pt idx="5909">
                  <c:v>2023-11-09</c:v>
                </c:pt>
                <c:pt idx="5910">
                  <c:v>2023-11-10</c:v>
                </c:pt>
                <c:pt idx="5911">
                  <c:v>2023-11-13</c:v>
                </c:pt>
                <c:pt idx="5912">
                  <c:v>2023-11-14</c:v>
                </c:pt>
                <c:pt idx="5913">
                  <c:v>2023-11-15</c:v>
                </c:pt>
                <c:pt idx="5914">
                  <c:v>2023-11-16</c:v>
                </c:pt>
                <c:pt idx="5915">
                  <c:v>2023-11-17</c:v>
                </c:pt>
                <c:pt idx="5916">
                  <c:v>2023-11-20</c:v>
                </c:pt>
                <c:pt idx="5917">
                  <c:v>2023-11-21</c:v>
                </c:pt>
                <c:pt idx="5918">
                  <c:v>2023-11-22</c:v>
                </c:pt>
                <c:pt idx="5919">
                  <c:v>2023-11-24</c:v>
                </c:pt>
                <c:pt idx="5920">
                  <c:v>2023-11-27</c:v>
                </c:pt>
                <c:pt idx="5921">
                  <c:v>2023-11-28</c:v>
                </c:pt>
                <c:pt idx="5922">
                  <c:v>2023-11-29</c:v>
                </c:pt>
                <c:pt idx="5923">
                  <c:v>2023-11-30</c:v>
                </c:pt>
                <c:pt idx="5924">
                  <c:v>2023-12-01</c:v>
                </c:pt>
                <c:pt idx="5925">
                  <c:v>2023-12-04</c:v>
                </c:pt>
                <c:pt idx="5926">
                  <c:v>2023-12-05</c:v>
                </c:pt>
                <c:pt idx="5927">
                  <c:v>2023-12-06</c:v>
                </c:pt>
                <c:pt idx="5928">
                  <c:v>2023-12-07</c:v>
                </c:pt>
                <c:pt idx="5929">
                  <c:v>2023-12-08</c:v>
                </c:pt>
                <c:pt idx="5930">
                  <c:v>2023-12-11</c:v>
                </c:pt>
                <c:pt idx="5931">
                  <c:v>2023-12-12</c:v>
                </c:pt>
                <c:pt idx="5932">
                  <c:v>2023-12-13</c:v>
                </c:pt>
                <c:pt idx="5933">
                  <c:v>2023-12-14</c:v>
                </c:pt>
                <c:pt idx="5934">
                  <c:v>2023-12-15</c:v>
                </c:pt>
                <c:pt idx="5935">
                  <c:v>2023-12-18</c:v>
                </c:pt>
                <c:pt idx="5936">
                  <c:v>2023-12-19</c:v>
                </c:pt>
                <c:pt idx="5937">
                  <c:v>2023-12-20</c:v>
                </c:pt>
                <c:pt idx="5938">
                  <c:v>2023-12-21</c:v>
                </c:pt>
                <c:pt idx="5939">
                  <c:v>2023-12-22</c:v>
                </c:pt>
                <c:pt idx="5940">
                  <c:v>2023-12-26</c:v>
                </c:pt>
                <c:pt idx="5941">
                  <c:v>2023-12-27</c:v>
                </c:pt>
                <c:pt idx="5942">
                  <c:v>2023-12-28</c:v>
                </c:pt>
                <c:pt idx="5943">
                  <c:v>2023-12-29</c:v>
                </c:pt>
                <c:pt idx="5944">
                  <c:v>2024-01-02</c:v>
                </c:pt>
                <c:pt idx="5945">
                  <c:v>2024-01-03</c:v>
                </c:pt>
                <c:pt idx="5946">
                  <c:v>2024-01-04</c:v>
                </c:pt>
                <c:pt idx="5947">
                  <c:v>2024-01-05</c:v>
                </c:pt>
                <c:pt idx="5948">
                  <c:v>2024-01-08</c:v>
                </c:pt>
                <c:pt idx="5949">
                  <c:v>2024-01-09</c:v>
                </c:pt>
                <c:pt idx="5950">
                  <c:v>2024-01-10</c:v>
                </c:pt>
                <c:pt idx="5951">
                  <c:v>2024-01-11</c:v>
                </c:pt>
                <c:pt idx="5952">
                  <c:v>2024-01-12</c:v>
                </c:pt>
                <c:pt idx="5953">
                  <c:v>2024-01-16</c:v>
                </c:pt>
                <c:pt idx="5954">
                  <c:v>2024-01-17</c:v>
                </c:pt>
                <c:pt idx="5955">
                  <c:v>2024-01-18</c:v>
                </c:pt>
                <c:pt idx="5956">
                  <c:v>2024-01-19</c:v>
                </c:pt>
                <c:pt idx="5957">
                  <c:v>2024-01-22</c:v>
                </c:pt>
                <c:pt idx="5958">
                  <c:v>2024-01-23</c:v>
                </c:pt>
                <c:pt idx="5959">
                  <c:v>2024-01-24</c:v>
                </c:pt>
                <c:pt idx="5960">
                  <c:v>2024-01-25</c:v>
                </c:pt>
                <c:pt idx="5961">
                  <c:v>2024-01-26</c:v>
                </c:pt>
                <c:pt idx="5962">
                  <c:v>2024-01-29</c:v>
                </c:pt>
                <c:pt idx="5963">
                  <c:v>2024-01-30</c:v>
                </c:pt>
                <c:pt idx="5964">
                  <c:v>2024-01-31</c:v>
                </c:pt>
                <c:pt idx="5965">
                  <c:v>2024-02-01</c:v>
                </c:pt>
                <c:pt idx="5966">
                  <c:v>2024-02-02</c:v>
                </c:pt>
                <c:pt idx="5967">
                  <c:v>2024-02-05</c:v>
                </c:pt>
                <c:pt idx="5968">
                  <c:v>2024-02-06</c:v>
                </c:pt>
                <c:pt idx="5969">
                  <c:v>2024-02-07</c:v>
                </c:pt>
                <c:pt idx="5970">
                  <c:v>2024-02-08</c:v>
                </c:pt>
                <c:pt idx="5971">
                  <c:v>2024-02-09</c:v>
                </c:pt>
                <c:pt idx="5972">
                  <c:v>2024-02-12</c:v>
                </c:pt>
                <c:pt idx="5973">
                  <c:v>2024-02-13</c:v>
                </c:pt>
                <c:pt idx="5974">
                  <c:v>2024-02-14</c:v>
                </c:pt>
                <c:pt idx="5975">
                  <c:v>2024-02-15</c:v>
                </c:pt>
                <c:pt idx="5976">
                  <c:v>2024-02-16</c:v>
                </c:pt>
                <c:pt idx="5977">
                  <c:v>2024-02-20</c:v>
                </c:pt>
                <c:pt idx="5978">
                  <c:v>2024-02-21</c:v>
                </c:pt>
                <c:pt idx="5979">
                  <c:v>2024-02-22</c:v>
                </c:pt>
                <c:pt idx="5980">
                  <c:v>2024-02-23</c:v>
                </c:pt>
                <c:pt idx="5981">
                  <c:v>2024-02-26</c:v>
                </c:pt>
                <c:pt idx="5982">
                  <c:v>2024-02-27</c:v>
                </c:pt>
                <c:pt idx="5983">
                  <c:v>2024-02-28</c:v>
                </c:pt>
                <c:pt idx="5984">
                  <c:v>2024-02-29</c:v>
                </c:pt>
                <c:pt idx="5985">
                  <c:v>2024-03-01</c:v>
                </c:pt>
                <c:pt idx="5986">
                  <c:v>2024-03-04</c:v>
                </c:pt>
                <c:pt idx="5987">
                  <c:v>2024-03-05</c:v>
                </c:pt>
                <c:pt idx="5988">
                  <c:v>2024-03-06</c:v>
                </c:pt>
                <c:pt idx="5989">
                  <c:v>2024-03-07</c:v>
                </c:pt>
                <c:pt idx="5990">
                  <c:v>2024-03-08</c:v>
                </c:pt>
                <c:pt idx="5991">
                  <c:v>2024-03-11</c:v>
                </c:pt>
                <c:pt idx="5992">
                  <c:v>2024-03-12</c:v>
                </c:pt>
                <c:pt idx="5993">
                  <c:v>2024-03-13</c:v>
                </c:pt>
                <c:pt idx="5994">
                  <c:v>2024-03-14</c:v>
                </c:pt>
                <c:pt idx="5995">
                  <c:v>2024-03-15</c:v>
                </c:pt>
                <c:pt idx="5996">
                  <c:v>2024-03-18</c:v>
                </c:pt>
                <c:pt idx="5997">
                  <c:v>2024-03-19</c:v>
                </c:pt>
                <c:pt idx="5998">
                  <c:v>2024-03-20</c:v>
                </c:pt>
                <c:pt idx="5999">
                  <c:v>2024-03-21</c:v>
                </c:pt>
                <c:pt idx="6000">
                  <c:v>2024-03-22</c:v>
                </c:pt>
                <c:pt idx="6001">
                  <c:v>2024-03-25</c:v>
                </c:pt>
                <c:pt idx="6002">
                  <c:v>2024-03-26</c:v>
                </c:pt>
                <c:pt idx="6003">
                  <c:v>2024-03-27</c:v>
                </c:pt>
                <c:pt idx="6004">
                  <c:v>2024-03-28</c:v>
                </c:pt>
                <c:pt idx="6005">
                  <c:v>2024-04-01</c:v>
                </c:pt>
                <c:pt idx="6006">
                  <c:v>2024-04-02</c:v>
                </c:pt>
                <c:pt idx="6007">
                  <c:v>2024-04-03</c:v>
                </c:pt>
                <c:pt idx="6008">
                  <c:v>2024-04-04</c:v>
                </c:pt>
                <c:pt idx="6009">
                  <c:v>2024-04-05</c:v>
                </c:pt>
                <c:pt idx="6010">
                  <c:v>2024-04-08</c:v>
                </c:pt>
                <c:pt idx="6011">
                  <c:v>2024-04-09</c:v>
                </c:pt>
                <c:pt idx="6012">
                  <c:v>2024-04-10</c:v>
                </c:pt>
                <c:pt idx="6013">
                  <c:v>2024-04-11</c:v>
                </c:pt>
                <c:pt idx="6014">
                  <c:v>2024-04-12</c:v>
                </c:pt>
                <c:pt idx="6015">
                  <c:v>2024-04-15</c:v>
                </c:pt>
                <c:pt idx="6016">
                  <c:v>2024-04-16</c:v>
                </c:pt>
                <c:pt idx="6017">
                  <c:v>2024-04-17</c:v>
                </c:pt>
                <c:pt idx="6018">
                  <c:v>2024-04-18</c:v>
                </c:pt>
                <c:pt idx="6019">
                  <c:v>2024-04-19</c:v>
                </c:pt>
                <c:pt idx="6020">
                  <c:v>2024-04-22</c:v>
                </c:pt>
                <c:pt idx="6021">
                  <c:v>2024-04-23</c:v>
                </c:pt>
                <c:pt idx="6022">
                  <c:v>2024-04-24</c:v>
                </c:pt>
                <c:pt idx="6023">
                  <c:v>2024-04-25</c:v>
                </c:pt>
                <c:pt idx="6024">
                  <c:v>2024-04-26</c:v>
                </c:pt>
                <c:pt idx="6025">
                  <c:v>2024-04-29</c:v>
                </c:pt>
                <c:pt idx="6026">
                  <c:v>2024-04-30</c:v>
                </c:pt>
                <c:pt idx="6027">
                  <c:v>2024-05-01</c:v>
                </c:pt>
                <c:pt idx="6028">
                  <c:v>2024-05-02</c:v>
                </c:pt>
                <c:pt idx="6029">
                  <c:v>2024-05-03</c:v>
                </c:pt>
                <c:pt idx="6030">
                  <c:v>2024-05-06</c:v>
                </c:pt>
                <c:pt idx="6031">
                  <c:v>2024-05-07</c:v>
                </c:pt>
                <c:pt idx="6032">
                  <c:v>2024-05-08</c:v>
                </c:pt>
                <c:pt idx="6033">
                  <c:v>2024-05-09</c:v>
                </c:pt>
                <c:pt idx="6034">
                  <c:v>2024-05-10</c:v>
                </c:pt>
                <c:pt idx="6035">
                  <c:v>2024-05-13</c:v>
                </c:pt>
                <c:pt idx="6036">
                  <c:v>2024-05-14</c:v>
                </c:pt>
                <c:pt idx="6037">
                  <c:v>2024-05-15</c:v>
                </c:pt>
                <c:pt idx="6038">
                  <c:v>2024-05-16</c:v>
                </c:pt>
                <c:pt idx="6039">
                  <c:v>2024-05-17</c:v>
                </c:pt>
                <c:pt idx="6040">
                  <c:v>2024-05-20</c:v>
                </c:pt>
                <c:pt idx="6041">
                  <c:v>2024-05-21</c:v>
                </c:pt>
                <c:pt idx="6042">
                  <c:v>2024-05-22</c:v>
                </c:pt>
                <c:pt idx="6043">
                  <c:v>2024-05-23</c:v>
                </c:pt>
                <c:pt idx="6044">
                  <c:v>2024-05-24</c:v>
                </c:pt>
                <c:pt idx="6045">
                  <c:v>2024-05-28</c:v>
                </c:pt>
                <c:pt idx="6046">
                  <c:v>2024-05-29</c:v>
                </c:pt>
                <c:pt idx="6047">
                  <c:v>2024-05-30</c:v>
                </c:pt>
                <c:pt idx="6048">
                  <c:v>2024-05-31</c:v>
                </c:pt>
                <c:pt idx="6049">
                  <c:v>2024-06-03</c:v>
                </c:pt>
                <c:pt idx="6050">
                  <c:v>2024-06-04</c:v>
                </c:pt>
                <c:pt idx="6051">
                  <c:v>2024-06-05</c:v>
                </c:pt>
                <c:pt idx="6052">
                  <c:v>2024-06-06</c:v>
                </c:pt>
                <c:pt idx="6053">
                  <c:v>2024-06-07</c:v>
                </c:pt>
                <c:pt idx="6054">
                  <c:v>2024-06-10</c:v>
                </c:pt>
                <c:pt idx="6055">
                  <c:v>2024-06-11</c:v>
                </c:pt>
                <c:pt idx="6056">
                  <c:v>2024-06-12</c:v>
                </c:pt>
                <c:pt idx="6057">
                  <c:v>2024-06-13</c:v>
                </c:pt>
                <c:pt idx="6058">
                  <c:v>2024-06-14</c:v>
                </c:pt>
                <c:pt idx="6059">
                  <c:v>2024-06-17</c:v>
                </c:pt>
                <c:pt idx="6060">
                  <c:v>2024-06-18</c:v>
                </c:pt>
                <c:pt idx="6061">
                  <c:v>2024-06-20</c:v>
                </c:pt>
                <c:pt idx="6062">
                  <c:v>2024-06-21</c:v>
                </c:pt>
                <c:pt idx="6063">
                  <c:v>2024-06-24</c:v>
                </c:pt>
                <c:pt idx="6064">
                  <c:v>2024-06-25</c:v>
                </c:pt>
                <c:pt idx="6065">
                  <c:v>2024-06-26</c:v>
                </c:pt>
                <c:pt idx="6066">
                  <c:v>2024-06-27</c:v>
                </c:pt>
                <c:pt idx="6067">
                  <c:v>2024-06-28</c:v>
                </c:pt>
                <c:pt idx="6068">
                  <c:v>2024-07-01</c:v>
                </c:pt>
                <c:pt idx="6069">
                  <c:v>2024-07-02</c:v>
                </c:pt>
                <c:pt idx="6070">
                  <c:v>2024-07-03</c:v>
                </c:pt>
                <c:pt idx="6071">
                  <c:v>2024-07-05</c:v>
                </c:pt>
                <c:pt idx="6072">
                  <c:v>2024-07-08</c:v>
                </c:pt>
                <c:pt idx="6073">
                  <c:v>2024-07-09</c:v>
                </c:pt>
                <c:pt idx="6074">
                  <c:v>2024-07-10</c:v>
                </c:pt>
                <c:pt idx="6075">
                  <c:v>2024-07-11</c:v>
                </c:pt>
                <c:pt idx="6076">
                  <c:v>2024-07-12</c:v>
                </c:pt>
                <c:pt idx="6077">
                  <c:v>2024-07-15</c:v>
                </c:pt>
                <c:pt idx="6078">
                  <c:v>2024-07-16</c:v>
                </c:pt>
                <c:pt idx="6079">
                  <c:v>2024-07-17</c:v>
                </c:pt>
                <c:pt idx="6080">
                  <c:v>2024-07-18</c:v>
                </c:pt>
                <c:pt idx="6081">
                  <c:v>2024-07-19</c:v>
                </c:pt>
                <c:pt idx="6082">
                  <c:v>2024-07-22</c:v>
                </c:pt>
                <c:pt idx="6083">
                  <c:v>2024-07-23</c:v>
                </c:pt>
                <c:pt idx="6084">
                  <c:v>2024-07-24</c:v>
                </c:pt>
                <c:pt idx="6085">
                  <c:v>2024-07-25</c:v>
                </c:pt>
                <c:pt idx="6086">
                  <c:v>2024-07-26</c:v>
                </c:pt>
                <c:pt idx="6087">
                  <c:v>2024-07-29</c:v>
                </c:pt>
                <c:pt idx="6088">
                  <c:v>2024-07-30</c:v>
                </c:pt>
                <c:pt idx="6089">
                  <c:v>2024-07-31</c:v>
                </c:pt>
                <c:pt idx="6090">
                  <c:v>2024-08-01</c:v>
                </c:pt>
                <c:pt idx="6091">
                  <c:v>2024-08-02</c:v>
                </c:pt>
                <c:pt idx="6092">
                  <c:v>2024-08-05</c:v>
                </c:pt>
                <c:pt idx="6093">
                  <c:v>2024-08-06</c:v>
                </c:pt>
                <c:pt idx="6094">
                  <c:v>2024-08-07</c:v>
                </c:pt>
                <c:pt idx="6095">
                  <c:v>2024-08-08</c:v>
                </c:pt>
                <c:pt idx="6096">
                  <c:v>2024-08-09</c:v>
                </c:pt>
                <c:pt idx="6097">
                  <c:v>2024-08-12</c:v>
                </c:pt>
                <c:pt idx="6098">
                  <c:v>2024-08-13</c:v>
                </c:pt>
                <c:pt idx="6099">
                  <c:v>2024-08-14</c:v>
                </c:pt>
                <c:pt idx="6100">
                  <c:v>2024-08-15</c:v>
                </c:pt>
                <c:pt idx="6101">
                  <c:v>2024-08-16</c:v>
                </c:pt>
                <c:pt idx="6102">
                  <c:v>2024-08-19</c:v>
                </c:pt>
                <c:pt idx="6103">
                  <c:v>2024-08-20</c:v>
                </c:pt>
                <c:pt idx="6104">
                  <c:v>2024-08-21</c:v>
                </c:pt>
                <c:pt idx="6105">
                  <c:v>2024-08-22</c:v>
                </c:pt>
                <c:pt idx="6106">
                  <c:v>2024-08-23</c:v>
                </c:pt>
                <c:pt idx="6107">
                  <c:v>2024-08-26</c:v>
                </c:pt>
                <c:pt idx="6108">
                  <c:v>2024-08-27</c:v>
                </c:pt>
                <c:pt idx="6109">
                  <c:v>2024-08-28</c:v>
                </c:pt>
                <c:pt idx="6110">
                  <c:v>2024-08-29</c:v>
                </c:pt>
                <c:pt idx="6111">
                  <c:v>2024-08-30</c:v>
                </c:pt>
                <c:pt idx="6112">
                  <c:v>2024-09-03</c:v>
                </c:pt>
                <c:pt idx="6113">
                  <c:v>2024-09-04</c:v>
                </c:pt>
                <c:pt idx="6114">
                  <c:v>2024-09-05</c:v>
                </c:pt>
                <c:pt idx="6115">
                  <c:v>2024-09-06</c:v>
                </c:pt>
                <c:pt idx="6116">
                  <c:v>2024-09-09</c:v>
                </c:pt>
                <c:pt idx="6117">
                  <c:v>2024-09-10</c:v>
                </c:pt>
                <c:pt idx="6118">
                  <c:v>2024-09-11</c:v>
                </c:pt>
                <c:pt idx="6119">
                  <c:v>2024-09-12</c:v>
                </c:pt>
                <c:pt idx="6120">
                  <c:v>2024-09-13</c:v>
                </c:pt>
                <c:pt idx="6121">
                  <c:v>2024-09-16</c:v>
                </c:pt>
                <c:pt idx="6122">
                  <c:v>2024-09-17</c:v>
                </c:pt>
                <c:pt idx="6123">
                  <c:v>2024-09-18</c:v>
                </c:pt>
                <c:pt idx="6124">
                  <c:v>2024-09-19</c:v>
                </c:pt>
                <c:pt idx="6125">
                  <c:v>2024-09-20</c:v>
                </c:pt>
                <c:pt idx="6126">
                  <c:v>2024-09-23</c:v>
                </c:pt>
                <c:pt idx="6127">
                  <c:v>2024-09-24</c:v>
                </c:pt>
                <c:pt idx="6128">
                  <c:v>2024-09-25</c:v>
                </c:pt>
                <c:pt idx="6129">
                  <c:v>2024-09-26</c:v>
                </c:pt>
                <c:pt idx="6130">
                  <c:v>2024-09-27</c:v>
                </c:pt>
                <c:pt idx="6131">
                  <c:v>2024-09-30</c:v>
                </c:pt>
                <c:pt idx="6132">
                  <c:v>2024-10-01</c:v>
                </c:pt>
                <c:pt idx="6133">
                  <c:v>2024-10-02</c:v>
                </c:pt>
                <c:pt idx="6134">
                  <c:v>2024-10-03</c:v>
                </c:pt>
                <c:pt idx="6135">
                  <c:v>2024-10-04</c:v>
                </c:pt>
                <c:pt idx="6136">
                  <c:v>2024-10-07</c:v>
                </c:pt>
                <c:pt idx="6137">
                  <c:v>2024-10-08</c:v>
                </c:pt>
                <c:pt idx="6138">
                  <c:v>2024-10-09</c:v>
                </c:pt>
                <c:pt idx="6139">
                  <c:v>2024-10-10</c:v>
                </c:pt>
                <c:pt idx="6140">
                  <c:v>2024-10-11</c:v>
                </c:pt>
                <c:pt idx="6141">
                  <c:v>2024-10-14</c:v>
                </c:pt>
                <c:pt idx="6142">
                  <c:v>2024-10-15</c:v>
                </c:pt>
                <c:pt idx="6143">
                  <c:v>2024-10-16</c:v>
                </c:pt>
                <c:pt idx="6144">
                  <c:v>2024-10-17</c:v>
                </c:pt>
                <c:pt idx="6145">
                  <c:v>2024-10-18</c:v>
                </c:pt>
                <c:pt idx="6146">
                  <c:v>2024-10-21</c:v>
                </c:pt>
                <c:pt idx="6147">
                  <c:v>2024-10-22</c:v>
                </c:pt>
                <c:pt idx="6148">
                  <c:v>2024-10-23</c:v>
                </c:pt>
                <c:pt idx="6149">
                  <c:v>2024-10-24</c:v>
                </c:pt>
                <c:pt idx="6150">
                  <c:v>2024-10-25</c:v>
                </c:pt>
                <c:pt idx="6151">
                  <c:v>2024-10-28</c:v>
                </c:pt>
                <c:pt idx="6152">
                  <c:v>2024-10-29</c:v>
                </c:pt>
                <c:pt idx="6153">
                  <c:v>2024-10-30</c:v>
                </c:pt>
                <c:pt idx="6154">
                  <c:v>2024-10-31</c:v>
                </c:pt>
                <c:pt idx="6155">
                  <c:v>2024-11-01</c:v>
                </c:pt>
                <c:pt idx="6156">
                  <c:v>2024-11-04</c:v>
                </c:pt>
                <c:pt idx="6157">
                  <c:v>2024-11-05</c:v>
                </c:pt>
                <c:pt idx="6158">
                  <c:v>2024-11-06</c:v>
                </c:pt>
                <c:pt idx="6159">
                  <c:v>2024-11-07</c:v>
                </c:pt>
                <c:pt idx="6160">
                  <c:v>2024-11-08</c:v>
                </c:pt>
                <c:pt idx="6161">
                  <c:v>2024-11-11</c:v>
                </c:pt>
                <c:pt idx="6162">
                  <c:v>2024-11-12</c:v>
                </c:pt>
                <c:pt idx="6163">
                  <c:v>2024-11-13</c:v>
                </c:pt>
                <c:pt idx="6164">
                  <c:v>2024-11-14</c:v>
                </c:pt>
                <c:pt idx="6165">
                  <c:v>2024-11-15</c:v>
                </c:pt>
                <c:pt idx="6166">
                  <c:v>2024-11-18</c:v>
                </c:pt>
                <c:pt idx="6167">
                  <c:v>2024-11-19</c:v>
                </c:pt>
                <c:pt idx="6168">
                  <c:v>2024-11-20</c:v>
                </c:pt>
                <c:pt idx="6169">
                  <c:v>2024-11-21</c:v>
                </c:pt>
                <c:pt idx="6170">
                  <c:v>2024-11-22</c:v>
                </c:pt>
                <c:pt idx="6171">
                  <c:v>2024-11-25</c:v>
                </c:pt>
                <c:pt idx="6172">
                  <c:v>2024-11-26</c:v>
                </c:pt>
                <c:pt idx="6173">
                  <c:v>2024-11-27</c:v>
                </c:pt>
                <c:pt idx="6174">
                  <c:v>2024-11-29</c:v>
                </c:pt>
                <c:pt idx="6175">
                  <c:v>2024-12-02</c:v>
                </c:pt>
                <c:pt idx="6176">
                  <c:v>2024-12-03</c:v>
                </c:pt>
                <c:pt idx="6177">
                  <c:v>2024-12-04</c:v>
                </c:pt>
                <c:pt idx="6178">
                  <c:v>2024-12-05</c:v>
                </c:pt>
                <c:pt idx="6179">
                  <c:v>2024-12-06</c:v>
                </c:pt>
                <c:pt idx="6180">
                  <c:v>2024-12-09</c:v>
                </c:pt>
                <c:pt idx="6181">
                  <c:v>2024-12-10</c:v>
                </c:pt>
                <c:pt idx="6182">
                  <c:v>2024-12-11</c:v>
                </c:pt>
                <c:pt idx="6183">
                  <c:v>2024-12-12</c:v>
                </c:pt>
                <c:pt idx="6184">
                  <c:v>2024-12-13</c:v>
                </c:pt>
                <c:pt idx="6185">
                  <c:v>2024-12-16</c:v>
                </c:pt>
                <c:pt idx="6186">
                  <c:v>2024-12-17</c:v>
                </c:pt>
                <c:pt idx="6187">
                  <c:v>2024-12-18</c:v>
                </c:pt>
                <c:pt idx="6188">
                  <c:v>2024-12-19</c:v>
                </c:pt>
                <c:pt idx="6189">
                  <c:v>2024-12-20</c:v>
                </c:pt>
                <c:pt idx="6190">
                  <c:v>2024-12-23</c:v>
                </c:pt>
                <c:pt idx="6191">
                  <c:v>2024-12-24</c:v>
                </c:pt>
                <c:pt idx="6192">
                  <c:v>2024-12-26</c:v>
                </c:pt>
                <c:pt idx="6193">
                  <c:v>2024-12-27</c:v>
                </c:pt>
                <c:pt idx="6194">
                  <c:v>2024-12-30</c:v>
                </c:pt>
                <c:pt idx="6195">
                  <c:v>2024-12-31</c:v>
                </c:pt>
                <c:pt idx="6196">
                  <c:v>2025-01-02</c:v>
                </c:pt>
                <c:pt idx="6197">
                  <c:v>2025-01-03</c:v>
                </c:pt>
                <c:pt idx="6198">
                  <c:v>2025-01-06</c:v>
                </c:pt>
                <c:pt idx="6199">
                  <c:v>2025-01-07</c:v>
                </c:pt>
                <c:pt idx="6200">
                  <c:v>2025-01-08</c:v>
                </c:pt>
                <c:pt idx="6201">
                  <c:v>2025-01-09</c:v>
                </c:pt>
                <c:pt idx="6202">
                  <c:v>2025-01-10</c:v>
                </c:pt>
                <c:pt idx="6203">
                  <c:v>2025-01-13</c:v>
                </c:pt>
                <c:pt idx="6204">
                  <c:v>2025-01-14</c:v>
                </c:pt>
                <c:pt idx="6205">
                  <c:v>2025-01-15</c:v>
                </c:pt>
                <c:pt idx="6206">
                  <c:v>2025-01-16</c:v>
                </c:pt>
                <c:pt idx="6207">
                  <c:v>2025-01-17</c:v>
                </c:pt>
                <c:pt idx="6208">
                  <c:v>2025-01-21</c:v>
                </c:pt>
                <c:pt idx="6209">
                  <c:v>2025-01-22</c:v>
                </c:pt>
                <c:pt idx="6210">
                  <c:v>2025-01-23</c:v>
                </c:pt>
                <c:pt idx="6211">
                  <c:v>2025-01-24</c:v>
                </c:pt>
                <c:pt idx="6212">
                  <c:v>2025-01-27</c:v>
                </c:pt>
                <c:pt idx="6213">
                  <c:v>2025-01-28</c:v>
                </c:pt>
                <c:pt idx="6214">
                  <c:v>2025-01-29</c:v>
                </c:pt>
                <c:pt idx="6215">
                  <c:v>2025-01-30</c:v>
                </c:pt>
                <c:pt idx="6216">
                  <c:v>2025-01-31</c:v>
                </c:pt>
                <c:pt idx="6217">
                  <c:v>2025-02-03</c:v>
                </c:pt>
                <c:pt idx="6218">
                  <c:v>2025-02-04</c:v>
                </c:pt>
                <c:pt idx="6219">
                  <c:v>2025-02-05</c:v>
                </c:pt>
                <c:pt idx="6220">
                  <c:v>2025-02-06</c:v>
                </c:pt>
                <c:pt idx="6221">
                  <c:v>2025-02-07</c:v>
                </c:pt>
                <c:pt idx="6222">
                  <c:v>2025-02-10</c:v>
                </c:pt>
                <c:pt idx="6223">
                  <c:v>2025-02-11</c:v>
                </c:pt>
                <c:pt idx="6224">
                  <c:v>2025-02-12</c:v>
                </c:pt>
                <c:pt idx="6225">
                  <c:v>2025-02-13</c:v>
                </c:pt>
                <c:pt idx="6226">
                  <c:v>2025-02-14</c:v>
                </c:pt>
                <c:pt idx="6227">
                  <c:v>2025-02-18</c:v>
                </c:pt>
                <c:pt idx="6228">
                  <c:v>2025-02-19</c:v>
                </c:pt>
                <c:pt idx="6229">
                  <c:v>2025-02-20</c:v>
                </c:pt>
                <c:pt idx="6230">
                  <c:v>2025-02-21</c:v>
                </c:pt>
                <c:pt idx="6231">
                  <c:v>2025-02-24</c:v>
                </c:pt>
                <c:pt idx="6232">
                  <c:v>2025-02-25</c:v>
                </c:pt>
                <c:pt idx="6233">
                  <c:v>2025-02-26</c:v>
                </c:pt>
                <c:pt idx="6234">
                  <c:v>2025-02-27</c:v>
                </c:pt>
                <c:pt idx="6235">
                  <c:v>2025-02-28</c:v>
                </c:pt>
                <c:pt idx="6236">
                  <c:v>2025-03-03</c:v>
                </c:pt>
                <c:pt idx="6237">
                  <c:v>2025-03-04</c:v>
                </c:pt>
                <c:pt idx="6238">
                  <c:v>2025-03-05</c:v>
                </c:pt>
                <c:pt idx="6239">
                  <c:v>2025-03-06</c:v>
                </c:pt>
                <c:pt idx="6240">
                  <c:v>2025-03-07</c:v>
                </c:pt>
                <c:pt idx="6241">
                  <c:v>2025-03-10</c:v>
                </c:pt>
                <c:pt idx="6242">
                  <c:v>2025-03-11</c:v>
                </c:pt>
                <c:pt idx="6243">
                  <c:v>2025-03-12</c:v>
                </c:pt>
                <c:pt idx="6244">
                  <c:v>2025-03-13</c:v>
                </c:pt>
                <c:pt idx="6245">
                  <c:v>2025-03-14</c:v>
                </c:pt>
                <c:pt idx="6246">
                  <c:v>2025-03-17</c:v>
                </c:pt>
                <c:pt idx="6247">
                  <c:v>2025-03-18</c:v>
                </c:pt>
                <c:pt idx="6248">
                  <c:v>2025-03-19</c:v>
                </c:pt>
                <c:pt idx="6249">
                  <c:v>2025-03-20</c:v>
                </c:pt>
                <c:pt idx="6250">
                  <c:v>2025-03-21</c:v>
                </c:pt>
                <c:pt idx="6251">
                  <c:v>2025-03-24</c:v>
                </c:pt>
                <c:pt idx="6252">
                  <c:v>2025-03-25</c:v>
                </c:pt>
                <c:pt idx="6253">
                  <c:v>2025-03-26</c:v>
                </c:pt>
                <c:pt idx="6254">
                  <c:v>2025-03-27</c:v>
                </c:pt>
                <c:pt idx="6255">
                  <c:v>2025-03-28</c:v>
                </c:pt>
                <c:pt idx="6256">
                  <c:v>2025-03-31</c:v>
                </c:pt>
                <c:pt idx="6257">
                  <c:v>2025-04-01</c:v>
                </c:pt>
                <c:pt idx="6258">
                  <c:v>2025-04-02</c:v>
                </c:pt>
                <c:pt idx="6259">
                  <c:v>2025-04-03</c:v>
                </c:pt>
                <c:pt idx="6260">
                  <c:v>2025-04-04</c:v>
                </c:pt>
                <c:pt idx="6261">
                  <c:v>2025-04-07</c:v>
                </c:pt>
                <c:pt idx="6262">
                  <c:v>2025-04-08</c:v>
                </c:pt>
                <c:pt idx="6263">
                  <c:v>2025-04-09</c:v>
                </c:pt>
                <c:pt idx="6264">
                  <c:v>2025-04-10</c:v>
                </c:pt>
                <c:pt idx="6265">
                  <c:v>2025-04-11</c:v>
                </c:pt>
                <c:pt idx="6266">
                  <c:v>2025-04-14</c:v>
                </c:pt>
                <c:pt idx="6267">
                  <c:v>2025-04-15</c:v>
                </c:pt>
                <c:pt idx="6268">
                  <c:v>2025-04-16</c:v>
                </c:pt>
                <c:pt idx="6269">
                  <c:v>2025-04-17</c:v>
                </c:pt>
                <c:pt idx="6270">
                  <c:v>2025-04-21</c:v>
                </c:pt>
                <c:pt idx="6271">
                  <c:v>2025-04-22</c:v>
                </c:pt>
                <c:pt idx="6272">
                  <c:v>2025-04-23</c:v>
                </c:pt>
                <c:pt idx="6273">
                  <c:v>2025-04-24</c:v>
                </c:pt>
                <c:pt idx="6274">
                  <c:v>2025-04-25</c:v>
                </c:pt>
                <c:pt idx="6275">
                  <c:v>2025-04-28</c:v>
                </c:pt>
                <c:pt idx="6276">
                  <c:v>2025-04-29</c:v>
                </c:pt>
                <c:pt idx="6277">
                  <c:v>2025-04-30</c:v>
                </c:pt>
                <c:pt idx="6278">
                  <c:v>2025-05-01</c:v>
                </c:pt>
                <c:pt idx="6279">
                  <c:v>2025-05-02</c:v>
                </c:pt>
                <c:pt idx="6280">
                  <c:v>2025-05-05</c:v>
                </c:pt>
                <c:pt idx="6281">
                  <c:v>2025-05-06</c:v>
                </c:pt>
                <c:pt idx="6282">
                  <c:v>2025-05-07</c:v>
                </c:pt>
                <c:pt idx="6283">
                  <c:v>2025-05-08</c:v>
                </c:pt>
                <c:pt idx="6284">
                  <c:v>2025-05-09</c:v>
                </c:pt>
                <c:pt idx="6285">
                  <c:v>2025-05-12</c:v>
                </c:pt>
                <c:pt idx="6286">
                  <c:v>2025-05-13</c:v>
                </c:pt>
                <c:pt idx="6287">
                  <c:v>2025-05-14</c:v>
                </c:pt>
                <c:pt idx="6288">
                  <c:v>2025-05-15</c:v>
                </c:pt>
                <c:pt idx="6289">
                  <c:v>2025-05-16</c:v>
                </c:pt>
                <c:pt idx="6290">
                  <c:v>2025-05-19</c:v>
                </c:pt>
                <c:pt idx="6291">
                  <c:v>2025-05-20</c:v>
                </c:pt>
                <c:pt idx="6292">
                  <c:v>2025-05-21</c:v>
                </c:pt>
                <c:pt idx="6293">
                  <c:v>2025-05-22</c:v>
                </c:pt>
                <c:pt idx="6294">
                  <c:v>2025-05-23</c:v>
                </c:pt>
                <c:pt idx="6295">
                  <c:v>2025-05-27</c:v>
                </c:pt>
                <c:pt idx="6296">
                  <c:v>2025-05-28</c:v>
                </c:pt>
                <c:pt idx="6297">
                  <c:v>2025-05-29</c:v>
                </c:pt>
                <c:pt idx="6298">
                  <c:v>2025-05-30</c:v>
                </c:pt>
                <c:pt idx="6299">
                  <c:v>2025-06-02</c:v>
                </c:pt>
                <c:pt idx="6300">
                  <c:v>2025-06-03</c:v>
                </c:pt>
                <c:pt idx="6301">
                  <c:v>2025-06-04</c:v>
                </c:pt>
                <c:pt idx="6302">
                  <c:v>2025-06-05</c:v>
                </c:pt>
                <c:pt idx="6303">
                  <c:v>2025-06-06</c:v>
                </c:pt>
                <c:pt idx="6304">
                  <c:v>2025-06-09</c:v>
                </c:pt>
                <c:pt idx="6305">
                  <c:v>2025-06-10</c:v>
                </c:pt>
                <c:pt idx="6306">
                  <c:v>2025-06-11</c:v>
                </c:pt>
                <c:pt idx="6307">
                  <c:v>2025-06-12</c:v>
                </c:pt>
                <c:pt idx="6308">
                  <c:v>2025-06-13</c:v>
                </c:pt>
                <c:pt idx="6309">
                  <c:v>2025-06-16</c:v>
                </c:pt>
                <c:pt idx="6310">
                  <c:v>2025-06-17</c:v>
                </c:pt>
                <c:pt idx="6311">
                  <c:v>2025-06-18</c:v>
                </c:pt>
                <c:pt idx="6312">
                  <c:v>2025-06-20</c:v>
                </c:pt>
                <c:pt idx="6313">
                  <c:v>2025-06-23</c:v>
                </c:pt>
                <c:pt idx="6314">
                  <c:v>2025-06-24</c:v>
                </c:pt>
                <c:pt idx="6315">
                  <c:v>2025-06-25</c:v>
                </c:pt>
                <c:pt idx="6316">
                  <c:v>2025-06-26</c:v>
                </c:pt>
                <c:pt idx="6317">
                  <c:v>2025-06-27</c:v>
                </c:pt>
                <c:pt idx="6318">
                  <c:v>2025-06-30</c:v>
                </c:pt>
                <c:pt idx="6319">
                  <c:v>2025-07-01</c:v>
                </c:pt>
                <c:pt idx="6320">
                  <c:v>2025-07-02</c:v>
                </c:pt>
                <c:pt idx="6321">
                  <c:v>2025-07-03</c:v>
                </c:pt>
                <c:pt idx="6322">
                  <c:v>2025-07-07</c:v>
                </c:pt>
                <c:pt idx="6323">
                  <c:v>2025-07-08</c:v>
                </c:pt>
                <c:pt idx="6324">
                  <c:v>2025-07-09</c:v>
                </c:pt>
                <c:pt idx="6325">
                  <c:v>2025-07-10</c:v>
                </c:pt>
                <c:pt idx="6326">
                  <c:v>2025-07-11</c:v>
                </c:pt>
                <c:pt idx="6327">
                  <c:v>2025-07-14</c:v>
                </c:pt>
                <c:pt idx="6328">
                  <c:v>2025-07-15</c:v>
                </c:pt>
                <c:pt idx="6329">
                  <c:v>2025-07-16</c:v>
                </c:pt>
                <c:pt idx="6330">
                  <c:v>2025-07-17</c:v>
                </c:pt>
                <c:pt idx="6331">
                  <c:v>2025-07-18</c:v>
                </c:pt>
                <c:pt idx="6332">
                  <c:v>2025-07-21</c:v>
                </c:pt>
                <c:pt idx="6333">
                  <c:v>2025-07-22</c:v>
                </c:pt>
                <c:pt idx="6334">
                  <c:v>2025-07-23</c:v>
                </c:pt>
                <c:pt idx="6335">
                  <c:v>2025-07-24</c:v>
                </c:pt>
                <c:pt idx="6336">
                  <c:v>2025-07-25</c:v>
                </c:pt>
                <c:pt idx="6337">
                  <c:v>2025-07-28</c:v>
                </c:pt>
                <c:pt idx="6338">
                  <c:v>2025-07-29</c:v>
                </c:pt>
                <c:pt idx="6339">
                  <c:v>2025-07-30</c:v>
                </c:pt>
                <c:pt idx="6340">
                  <c:v>2025-07-31</c:v>
                </c:pt>
                <c:pt idx="6341">
                  <c:v>2025-08-01</c:v>
                </c:pt>
                <c:pt idx="6342">
                  <c:v>2025-08-04</c:v>
                </c:pt>
                <c:pt idx="6343">
                  <c:v>2025-08-05</c:v>
                </c:pt>
                <c:pt idx="6344">
                  <c:v>2025-08-06</c:v>
                </c:pt>
                <c:pt idx="6345">
                  <c:v>2025-08-07</c:v>
                </c:pt>
                <c:pt idx="6346">
                  <c:v>2025-08-08</c:v>
                </c:pt>
                <c:pt idx="6347">
                  <c:v>2025-08-11</c:v>
                </c:pt>
                <c:pt idx="6348">
                  <c:v>2025-08-12</c:v>
                </c:pt>
                <c:pt idx="6349">
                  <c:v>2025-08-13</c:v>
                </c:pt>
                <c:pt idx="6350">
                  <c:v>2025-08-14</c:v>
                </c:pt>
                <c:pt idx="6351">
                  <c:v>2025-08-15</c:v>
                </c:pt>
                <c:pt idx="6352">
                  <c:v>2025-08-18</c:v>
                </c:pt>
                <c:pt idx="6353">
                  <c:v>2025-08-19</c:v>
                </c:pt>
                <c:pt idx="6354">
                  <c:v>2025-08-20</c:v>
                </c:pt>
                <c:pt idx="6355">
                  <c:v>2025-08-21</c:v>
                </c:pt>
                <c:pt idx="6356">
                  <c:v>2025-08-22</c:v>
                </c:pt>
                <c:pt idx="6357">
                  <c:v>2025-08-25</c:v>
                </c:pt>
                <c:pt idx="6358">
                  <c:v>2025-08-26</c:v>
                </c:pt>
                <c:pt idx="6359">
                  <c:v>2025-08-27</c:v>
                </c:pt>
                <c:pt idx="6360">
                  <c:v>2025-08-28</c:v>
                </c:pt>
                <c:pt idx="6361">
                  <c:v>2025-08-29</c:v>
                </c:pt>
                <c:pt idx="6362">
                  <c:v>2025-09-02</c:v>
                </c:pt>
                <c:pt idx="6363">
                  <c:v>2025-09-03</c:v>
                </c:pt>
                <c:pt idx="6364">
                  <c:v>2025-09-04</c:v>
                </c:pt>
                <c:pt idx="6365">
                  <c:v>2025-09-05</c:v>
                </c:pt>
                <c:pt idx="6366">
                  <c:v>2025-09-08</c:v>
                </c:pt>
                <c:pt idx="6367">
                  <c:v>2025-09-09</c:v>
                </c:pt>
                <c:pt idx="6368">
                  <c:v>2025-09-10</c:v>
                </c:pt>
                <c:pt idx="6369">
                  <c:v>2025-09-11</c:v>
                </c:pt>
                <c:pt idx="6370">
                  <c:v>2025-09-12</c:v>
                </c:pt>
                <c:pt idx="6371">
                  <c:v>2025-09-15</c:v>
                </c:pt>
                <c:pt idx="6372">
                  <c:v>2025-09-16</c:v>
                </c:pt>
                <c:pt idx="6373">
                  <c:v>2025-09-17</c:v>
                </c:pt>
                <c:pt idx="6374">
                  <c:v>2025-09-18</c:v>
                </c:pt>
                <c:pt idx="6375">
                  <c:v>2025-09-19</c:v>
                </c:pt>
                <c:pt idx="6376">
                  <c:v>2025-09-22</c:v>
                </c:pt>
                <c:pt idx="6377">
                  <c:v>2025-09-23</c:v>
                </c:pt>
                <c:pt idx="6378">
                  <c:v>2025-09-24</c:v>
                </c:pt>
                <c:pt idx="6379">
                  <c:v>2025-09-25</c:v>
                </c:pt>
                <c:pt idx="6380">
                  <c:v>2025-09-26</c:v>
                </c:pt>
                <c:pt idx="6381">
                  <c:v>2025-09-29</c:v>
                </c:pt>
                <c:pt idx="6382">
                  <c:v>2025-09-30</c:v>
                </c:pt>
                <c:pt idx="6383">
                  <c:v>2025-10-01</c:v>
                </c:pt>
                <c:pt idx="6384">
                  <c:v>2025-10-02</c:v>
                </c:pt>
                <c:pt idx="6385">
                  <c:v>2025-10-03</c:v>
                </c:pt>
                <c:pt idx="6386">
                  <c:v>2025-10-06</c:v>
                </c:pt>
                <c:pt idx="6387">
                  <c:v>2025-10-07</c:v>
                </c:pt>
                <c:pt idx="6388">
                  <c:v>2025-10-08</c:v>
                </c:pt>
                <c:pt idx="6389">
                  <c:v>2025-10-09</c:v>
                </c:pt>
                <c:pt idx="6390">
                  <c:v>2025-10-10</c:v>
                </c:pt>
                <c:pt idx="6391">
                  <c:v>2025-10-13</c:v>
                </c:pt>
                <c:pt idx="6392">
                  <c:v>2025-10-14</c:v>
                </c:pt>
                <c:pt idx="6393">
                  <c:v>2025-10-15</c:v>
                </c:pt>
                <c:pt idx="6394">
                  <c:v>2025-10-16</c:v>
                </c:pt>
                <c:pt idx="6395">
                  <c:v>2025-10-17</c:v>
                </c:pt>
                <c:pt idx="6396">
                  <c:v>2025-10-20</c:v>
                </c:pt>
                <c:pt idx="6397">
                  <c:v>2025-10-21</c:v>
                </c:pt>
                <c:pt idx="6398">
                  <c:v>2025-10-22</c:v>
                </c:pt>
                <c:pt idx="6399">
                  <c:v>2025-10-23</c:v>
                </c:pt>
                <c:pt idx="6400">
                  <c:v>2025-10-24</c:v>
                </c:pt>
                <c:pt idx="6401">
                  <c:v>2025-10-27</c:v>
                </c:pt>
                <c:pt idx="6402">
                  <c:v>2025-10-28</c:v>
                </c:pt>
                <c:pt idx="6403">
                  <c:v>2025-10-29</c:v>
                </c:pt>
                <c:pt idx="6404">
                  <c:v>2025-10-30</c:v>
                </c:pt>
                <c:pt idx="6405">
                  <c:v>2025-10-31</c:v>
                </c:pt>
                <c:pt idx="6406">
                  <c:v>2025-11-03</c:v>
                </c:pt>
                <c:pt idx="6407">
                  <c:v>2025-11-04</c:v>
                </c:pt>
                <c:pt idx="6408">
                  <c:v>2025-11-05</c:v>
                </c:pt>
                <c:pt idx="6409">
                  <c:v>2025-11-06</c:v>
                </c:pt>
                <c:pt idx="6410">
                  <c:v>2025-11-07</c:v>
                </c:pt>
                <c:pt idx="6411">
                  <c:v>2025-11-10</c:v>
                </c:pt>
                <c:pt idx="6412">
                  <c:v>2025-11-11</c:v>
                </c:pt>
                <c:pt idx="6413">
                  <c:v>2025-11-12</c:v>
                </c:pt>
                <c:pt idx="6414">
                  <c:v>2025-11-13</c:v>
                </c:pt>
                <c:pt idx="6415">
                  <c:v>2025-11-14</c:v>
                </c:pt>
                <c:pt idx="6416">
                  <c:v>2025-11-17</c:v>
                </c:pt>
                <c:pt idx="6417">
                  <c:v>2025-11-18</c:v>
                </c:pt>
                <c:pt idx="6418">
                  <c:v>2025-11-19</c:v>
                </c:pt>
                <c:pt idx="6419">
                  <c:v>2025-11-20</c:v>
                </c:pt>
                <c:pt idx="6420">
                  <c:v>2025-11-21</c:v>
                </c:pt>
                <c:pt idx="6421">
                  <c:v>2025-11-24</c:v>
                </c:pt>
                <c:pt idx="6422">
                  <c:v>2025-11-25</c:v>
                </c:pt>
                <c:pt idx="6423">
                  <c:v>2025-11-26</c:v>
                </c:pt>
                <c:pt idx="6424">
                  <c:v>2025-11-28</c:v>
                </c:pt>
                <c:pt idx="6425">
                  <c:v>2025-12-01</c:v>
                </c:pt>
                <c:pt idx="6426">
                  <c:v>2025-12-02</c:v>
                </c:pt>
                <c:pt idx="6427">
                  <c:v>2025-12-03</c:v>
                </c:pt>
                <c:pt idx="6428">
                  <c:v>2025-12-04</c:v>
                </c:pt>
                <c:pt idx="6429">
                  <c:v>2025-12-05</c:v>
                </c:pt>
                <c:pt idx="6430">
                  <c:v>2025-12-08</c:v>
                </c:pt>
                <c:pt idx="6431">
                  <c:v>2025-12-09</c:v>
                </c:pt>
                <c:pt idx="6432">
                  <c:v>2025-12-10</c:v>
                </c:pt>
                <c:pt idx="6433">
                  <c:v>2025-12-11</c:v>
                </c:pt>
                <c:pt idx="6434">
                  <c:v>2025-12-12</c:v>
                </c:pt>
                <c:pt idx="6435">
                  <c:v>2025-12-15</c:v>
                </c:pt>
                <c:pt idx="6436">
                  <c:v>2025-12-16</c:v>
                </c:pt>
                <c:pt idx="6437">
                  <c:v>2025-12-17</c:v>
                </c:pt>
                <c:pt idx="6438">
                  <c:v>2025-12-18</c:v>
                </c:pt>
                <c:pt idx="6439">
                  <c:v>2025-12-19</c:v>
                </c:pt>
                <c:pt idx="6440">
                  <c:v>2025-12-22</c:v>
                </c:pt>
                <c:pt idx="6441">
                  <c:v>2025-12-23</c:v>
                </c:pt>
                <c:pt idx="6442">
                  <c:v>2025-12-24</c:v>
                </c:pt>
                <c:pt idx="6443">
                  <c:v>2025-12-26</c:v>
                </c:pt>
                <c:pt idx="6444">
                  <c:v>2025-12-29</c:v>
                </c:pt>
                <c:pt idx="6445">
                  <c:v>2025-12-30</c:v>
                </c:pt>
                <c:pt idx="6446">
                  <c:v>2025-12-31</c:v>
                </c:pt>
                <c:pt idx="6447">
                  <c:v>2026-01-02</c:v>
                </c:pt>
                <c:pt idx="6448">
                  <c:v>2026-01-05</c:v>
                </c:pt>
                <c:pt idx="6449">
                  <c:v>2026-01-06</c:v>
                </c:pt>
                <c:pt idx="6450">
                  <c:v>2026-01-07</c:v>
                </c:pt>
                <c:pt idx="6451">
                  <c:v>2026-01-08</c:v>
                </c:pt>
                <c:pt idx="6452">
                  <c:v>2026-01-09</c:v>
                </c:pt>
                <c:pt idx="6453">
                  <c:v>2026-01-12</c:v>
                </c:pt>
                <c:pt idx="6454">
                  <c:v>2026-01-13</c:v>
                </c:pt>
                <c:pt idx="6455">
                  <c:v>2026-01-14</c:v>
                </c:pt>
                <c:pt idx="6456">
                  <c:v>2026-01-15</c:v>
                </c:pt>
                <c:pt idx="6457">
                  <c:v>2026-01-16</c:v>
                </c:pt>
                <c:pt idx="6458">
                  <c:v>2026-01-20</c:v>
                </c:pt>
                <c:pt idx="6459">
                  <c:v>2026-01-21</c:v>
                </c:pt>
                <c:pt idx="6460">
                  <c:v>2026-01-22</c:v>
                </c:pt>
                <c:pt idx="6461">
                  <c:v>2026-01-23</c:v>
                </c:pt>
                <c:pt idx="6462">
                  <c:v>2026-01-26</c:v>
                </c:pt>
                <c:pt idx="6463">
                  <c:v>2026-01-27</c:v>
                </c:pt>
                <c:pt idx="6464">
                  <c:v>2026-01-28</c:v>
                </c:pt>
                <c:pt idx="6465">
                  <c:v>2026-01-29</c:v>
                </c:pt>
                <c:pt idx="6466">
                  <c:v>2026-01-30</c:v>
                </c:pt>
                <c:pt idx="6467">
                  <c:v>2026-02-02</c:v>
                </c:pt>
                <c:pt idx="6468">
                  <c:v>2026-02-03</c:v>
                </c:pt>
                <c:pt idx="6469">
                  <c:v>2026-02-04</c:v>
                </c:pt>
                <c:pt idx="6470">
                  <c:v>2026-02-05</c:v>
                </c:pt>
                <c:pt idx="6471">
                  <c:v>2026-02-06</c:v>
                </c:pt>
                <c:pt idx="6472">
                  <c:v>2026-02-09</c:v>
                </c:pt>
                <c:pt idx="6473">
                  <c:v>2026-02-10</c:v>
                </c:pt>
                <c:pt idx="6474">
                  <c:v>2026-02-11</c:v>
                </c:pt>
                <c:pt idx="6475">
                  <c:v>2026-02-12</c:v>
                </c:pt>
                <c:pt idx="6476">
                  <c:v>2026-02-13</c:v>
                </c:pt>
                <c:pt idx="6477">
                  <c:v>2026-02-17</c:v>
                </c:pt>
                <c:pt idx="6478">
                  <c:v>2026-02-18</c:v>
                </c:pt>
                <c:pt idx="6479">
                  <c:v>2026-02-19</c:v>
                </c:pt>
                <c:pt idx="6480">
                  <c:v>2026-02-20</c:v>
                </c:pt>
                <c:pt idx="6481">
                  <c:v>2026-02-23</c:v>
                </c:pt>
                <c:pt idx="6482">
                  <c:v>2026-02-24</c:v>
                </c:pt>
                <c:pt idx="6483">
                  <c:v>2026-02-25</c:v>
                </c:pt>
                <c:pt idx="6484">
                  <c:v>2026-02-26</c:v>
                </c:pt>
                <c:pt idx="6485">
                  <c:v>2026-02-27</c:v>
                </c:pt>
                <c:pt idx="6486">
                  <c:v>2026-03-02</c:v>
                </c:pt>
                <c:pt idx="6487">
                  <c:v>2026-03-03</c:v>
                </c:pt>
                <c:pt idx="6488">
                  <c:v>2026-03-04</c:v>
                </c:pt>
                <c:pt idx="6489">
                  <c:v>2026-03-05</c:v>
                </c:pt>
                <c:pt idx="6490">
                  <c:v>2026-03-06</c:v>
                </c:pt>
                <c:pt idx="6491">
                  <c:v>2026-03-09</c:v>
                </c:pt>
                <c:pt idx="6492">
                  <c:v>2026-03-10</c:v>
                </c:pt>
                <c:pt idx="6493">
                  <c:v>2026-03-11</c:v>
                </c:pt>
                <c:pt idx="6494">
                  <c:v>2026-03-12</c:v>
                </c:pt>
                <c:pt idx="6495">
                  <c:v>2026-03-13</c:v>
                </c:pt>
                <c:pt idx="6496">
                  <c:v>2026-03-16</c:v>
                </c:pt>
                <c:pt idx="6497">
                  <c:v>2026-03-17</c:v>
                </c:pt>
                <c:pt idx="6498">
                  <c:v>2026-03-18</c:v>
                </c:pt>
                <c:pt idx="6499">
                  <c:v>2026-03-19</c:v>
                </c:pt>
                <c:pt idx="6500">
                  <c:v>2026-03-20</c:v>
                </c:pt>
                <c:pt idx="6501">
                  <c:v>2026-03-23</c:v>
                </c:pt>
                <c:pt idx="6502">
                  <c:v>2026-03-24</c:v>
                </c:pt>
                <c:pt idx="6503">
                  <c:v>2026-03-25</c:v>
                </c:pt>
                <c:pt idx="6504">
                  <c:v>2026-03-26</c:v>
                </c:pt>
                <c:pt idx="6505">
                  <c:v>2026-03-27</c:v>
                </c:pt>
                <c:pt idx="6506">
                  <c:v>2026-03-30</c:v>
                </c:pt>
                <c:pt idx="6507">
                  <c:v>2026-03-31</c:v>
                </c:pt>
                <c:pt idx="6508">
                  <c:v>2026-04-01</c:v>
                </c:pt>
                <c:pt idx="6509">
                  <c:v>2026-04-02</c:v>
                </c:pt>
                <c:pt idx="6510">
                  <c:v>2026-04-06</c:v>
                </c:pt>
                <c:pt idx="6511">
                  <c:v>2026-04-07</c:v>
                </c:pt>
                <c:pt idx="6512">
                  <c:v>2026-04-08</c:v>
                </c:pt>
                <c:pt idx="6513">
                  <c:v>2026-04-09</c:v>
                </c:pt>
                <c:pt idx="6514">
                  <c:v>2026-04-10</c:v>
                </c:pt>
                <c:pt idx="6515">
                  <c:v>2026-04-13</c:v>
                </c:pt>
                <c:pt idx="6516">
                  <c:v>2026-04-14</c:v>
                </c:pt>
                <c:pt idx="6517">
                  <c:v>2026-04-15</c:v>
                </c:pt>
                <c:pt idx="6518">
                  <c:v>2026-04-16</c:v>
                </c:pt>
                <c:pt idx="6519">
                  <c:v>2026-04-17</c:v>
                </c:pt>
                <c:pt idx="6520">
                  <c:v>2026-04-20</c:v>
                </c:pt>
                <c:pt idx="6521">
                  <c:v>2026-04-21</c:v>
                </c:pt>
                <c:pt idx="6522">
                  <c:v>2026-04-22</c:v>
                </c:pt>
                <c:pt idx="6523">
                  <c:v>2026-04-23</c:v>
                </c:pt>
                <c:pt idx="6524">
                  <c:v>2026-04-24</c:v>
                </c:pt>
                <c:pt idx="6525">
                  <c:v>2026-04-27</c:v>
                </c:pt>
                <c:pt idx="6526">
                  <c:v>2026-04-28</c:v>
                </c:pt>
                <c:pt idx="6527">
                  <c:v>2026-04-29</c:v>
                </c:pt>
                <c:pt idx="6528">
                  <c:v>2026-04-30</c:v>
                </c:pt>
                <c:pt idx="6529">
                  <c:v>2026-05-01</c:v>
                </c:pt>
                <c:pt idx="6530">
                  <c:v>2026-05-04</c:v>
                </c:pt>
                <c:pt idx="6531">
                  <c:v>2026-05-05</c:v>
                </c:pt>
                <c:pt idx="6532">
                  <c:v>2026-05-06</c:v>
                </c:pt>
                <c:pt idx="6533">
                  <c:v>2026-05-07</c:v>
                </c:pt>
                <c:pt idx="6534">
                  <c:v>2026-05-08</c:v>
                </c:pt>
                <c:pt idx="6535">
                  <c:v>2026-05-11</c:v>
                </c:pt>
                <c:pt idx="6536">
                  <c:v>2026-05-12</c:v>
                </c:pt>
                <c:pt idx="6537">
                  <c:v>2026-05-13</c:v>
                </c:pt>
                <c:pt idx="6538">
                  <c:v>2026-05-14</c:v>
                </c:pt>
                <c:pt idx="6539">
                  <c:v>2026-05-15</c:v>
                </c:pt>
                <c:pt idx="6540">
                  <c:v>2026-05-18</c:v>
                </c:pt>
                <c:pt idx="6541">
                  <c:v>2026-05-19</c:v>
                </c:pt>
                <c:pt idx="6542">
                  <c:v>2026-05-20</c:v>
                </c:pt>
                <c:pt idx="6543">
                  <c:v>2026-05-21</c:v>
                </c:pt>
                <c:pt idx="6544">
                  <c:v>2026-05-22</c:v>
                </c:pt>
                <c:pt idx="6545">
                  <c:v>2026-05-26</c:v>
                </c:pt>
                <c:pt idx="6546">
                  <c:v>2026-05-27</c:v>
                </c:pt>
                <c:pt idx="6547">
                  <c:v>2026-05-28</c:v>
                </c:pt>
                <c:pt idx="6548">
                  <c:v>2026-05-29</c:v>
                </c:pt>
                <c:pt idx="6549">
                  <c:v>2026-06-01</c:v>
                </c:pt>
                <c:pt idx="6550">
                  <c:v>2026-06-02</c:v>
                </c:pt>
                <c:pt idx="6551">
                  <c:v>2026-06-03</c:v>
                </c:pt>
                <c:pt idx="6552">
                  <c:v>2026-06-04</c:v>
                </c:pt>
                <c:pt idx="6553">
                  <c:v>2026-06-05</c:v>
                </c:pt>
                <c:pt idx="6554">
                  <c:v>2026-06-08</c:v>
                </c:pt>
                <c:pt idx="6555">
                  <c:v>2026-06-09</c:v>
                </c:pt>
                <c:pt idx="6556">
                  <c:v>2026-06-10</c:v>
                </c:pt>
                <c:pt idx="6557">
                  <c:v>2026-06-11</c:v>
                </c:pt>
                <c:pt idx="6558">
                  <c:v>2026-06-12</c:v>
                </c:pt>
                <c:pt idx="6559">
                  <c:v>2026-06-15</c:v>
                </c:pt>
                <c:pt idx="6560">
                  <c:v>2026-06-16</c:v>
                </c:pt>
                <c:pt idx="6561">
                  <c:v>2026-06-17</c:v>
                </c:pt>
                <c:pt idx="6563">
                  <c:v>数据来源：Wind</c:v>
                </c:pt>
              </c:strCache>
            </c:strRef>
          </c:cat>
          <c:val>
            <c:numRef>
              <c:f>'期货收盘价(连续)_NYBOT 11号糖'!$G$2:$G$6565</c:f>
              <c:numCache>
                <c:formatCode>General</c:formatCode>
                <c:ptCount val="6564"/>
                <c:pt idx="0">
                  <c:v>1</c:v>
                </c:pt>
                <c:pt idx="1">
                  <c:v>1.0119641076769692</c:v>
                </c:pt>
                <c:pt idx="2">
                  <c:v>1.0119641076769692</c:v>
                </c:pt>
                <c:pt idx="3">
                  <c:v>1.0149551345962113</c:v>
                </c:pt>
                <c:pt idx="4">
                  <c:v>1.0319042871385842</c:v>
                </c:pt>
                <c:pt idx="5">
                  <c:v>1.0388833499501495</c:v>
                </c:pt>
                <c:pt idx="6">
                  <c:v>1.032901296111665</c:v>
                </c:pt>
                <c:pt idx="7">
                  <c:v>1.0737786640079761</c:v>
                </c:pt>
                <c:pt idx="8">
                  <c:v>1.0997008973080757</c:v>
                </c:pt>
                <c:pt idx="9">
                  <c:v>1.0917248255234298</c:v>
                </c:pt>
                <c:pt idx="10">
                  <c:v>1.0967098703888336</c:v>
                </c:pt>
                <c:pt idx="11">
                  <c:v>1.0997008973080757</c:v>
                </c:pt>
                <c:pt idx="12">
                  <c:v>1.0997008973080757</c:v>
                </c:pt>
                <c:pt idx="13">
                  <c:v>1.1096709870388834</c:v>
                </c:pt>
                <c:pt idx="14">
                  <c:v>1.1326021934197408</c:v>
                </c:pt>
                <c:pt idx="15">
                  <c:v>1.1335992023928216</c:v>
                </c:pt>
                <c:pt idx="16">
                  <c:v>1.1116650049850449</c:v>
                </c:pt>
                <c:pt idx="17">
                  <c:v>1.1246261216350948</c:v>
                </c:pt>
                <c:pt idx="18">
                  <c:v>1.1136590229312064</c:v>
                </c:pt>
                <c:pt idx="19">
                  <c:v>1.0967098703888336</c:v>
                </c:pt>
                <c:pt idx="20">
                  <c:v>1.1066799601196411</c:v>
                </c:pt>
                <c:pt idx="21">
                  <c:v>1.0997008973080757</c:v>
                </c:pt>
                <c:pt idx="22">
                  <c:v>1.0867397806580259</c:v>
                </c:pt>
                <c:pt idx="23">
                  <c:v>1.0947158524426719</c:v>
                </c:pt>
                <c:pt idx="24">
                  <c:v>1.103688933200399</c:v>
                </c:pt>
                <c:pt idx="25">
                  <c:v>1.1026919242273181</c:v>
                </c:pt>
                <c:pt idx="26">
                  <c:v>1.1086739780658026</c:v>
                </c:pt>
                <c:pt idx="27">
                  <c:v>1.1236291126620139</c:v>
                </c:pt>
                <c:pt idx="28">
                  <c:v>1.1046859421734796</c:v>
                </c:pt>
                <c:pt idx="29">
                  <c:v>1.1076769690927217</c:v>
                </c:pt>
                <c:pt idx="30">
                  <c:v>1.1076769690927217</c:v>
                </c:pt>
                <c:pt idx="31">
                  <c:v>1.1116650049850449</c:v>
                </c:pt>
                <c:pt idx="32">
                  <c:v>1.1026919242273181</c:v>
                </c:pt>
                <c:pt idx="33">
                  <c:v>1.0987038883349951</c:v>
                </c:pt>
                <c:pt idx="34">
                  <c:v>1.0927218344965104</c:v>
                </c:pt>
                <c:pt idx="35">
                  <c:v>1.0727816550348952</c:v>
                </c:pt>
                <c:pt idx="36">
                  <c:v>1.0777666999002991</c:v>
                </c:pt>
                <c:pt idx="37">
                  <c:v>1.0628115653040877</c:v>
                </c:pt>
                <c:pt idx="38">
                  <c:v>1.0568295114656032</c:v>
                </c:pt>
                <c:pt idx="39">
                  <c:v>1.0717846460618146</c:v>
                </c:pt>
                <c:pt idx="40">
                  <c:v>1.0697906281156531</c:v>
                </c:pt>
                <c:pt idx="41">
                  <c:v>1.0777666999002991</c:v>
                </c:pt>
                <c:pt idx="42">
                  <c:v>1.0887337986041874</c:v>
                </c:pt>
                <c:pt idx="43">
                  <c:v>1.1046859421734796</c:v>
                </c:pt>
                <c:pt idx="44">
                  <c:v>1.0867397806580259</c:v>
                </c:pt>
                <c:pt idx="45">
                  <c:v>1.0927218344965104</c:v>
                </c:pt>
                <c:pt idx="46">
                  <c:v>1.0987038883349951</c:v>
                </c:pt>
                <c:pt idx="47">
                  <c:v>1.0947158524426719</c:v>
                </c:pt>
                <c:pt idx="48">
                  <c:v>1.1136590229312064</c:v>
                </c:pt>
                <c:pt idx="49">
                  <c:v>1.1395812562313061</c:v>
                </c:pt>
                <c:pt idx="50">
                  <c:v>1.1764705882352942</c:v>
                </c:pt>
                <c:pt idx="51">
                  <c:v>1.1724825523429712</c:v>
                </c:pt>
                <c:pt idx="52">
                  <c:v>1.1994017946161515</c:v>
                </c:pt>
                <c:pt idx="53">
                  <c:v>1.1744765702891327</c:v>
                </c:pt>
                <c:pt idx="54">
                  <c:v>1.156530408773679</c:v>
                </c:pt>
                <c:pt idx="55">
                  <c:v>1.1684945164506482</c:v>
                </c:pt>
                <c:pt idx="56">
                  <c:v>1.1475573280159521</c:v>
                </c:pt>
                <c:pt idx="57">
                  <c:v>1.156530408773679</c:v>
                </c:pt>
                <c:pt idx="58">
                  <c:v>1.1585244267198405</c:v>
                </c:pt>
                <c:pt idx="59">
                  <c:v>1.1216350947158524</c:v>
                </c:pt>
                <c:pt idx="60">
                  <c:v>1.1316051844466601</c:v>
                </c:pt>
                <c:pt idx="61">
                  <c:v>1.1625124626121635</c:v>
                </c:pt>
                <c:pt idx="62">
                  <c:v>1.1764705882352942</c:v>
                </c:pt>
                <c:pt idx="63">
                  <c:v>1.1674975074775673</c:v>
                </c:pt>
                <c:pt idx="64">
                  <c:v>1.156530408773679</c:v>
                </c:pt>
                <c:pt idx="65">
                  <c:v>1.156530408773679</c:v>
                </c:pt>
                <c:pt idx="66">
                  <c:v>1.1316051844466601</c:v>
                </c:pt>
                <c:pt idx="67">
                  <c:v>1.1425722831505483</c:v>
                </c:pt>
                <c:pt idx="68">
                  <c:v>1.1316051844466601</c:v>
                </c:pt>
                <c:pt idx="69">
                  <c:v>1.1126620139581256</c:v>
                </c:pt>
                <c:pt idx="70">
                  <c:v>1.1236291126620139</c:v>
                </c:pt>
                <c:pt idx="71">
                  <c:v>1.1335992023928216</c:v>
                </c:pt>
                <c:pt idx="72">
                  <c:v>1.1276171485543369</c:v>
                </c:pt>
                <c:pt idx="73">
                  <c:v>1.1166500498504486</c:v>
                </c:pt>
                <c:pt idx="74">
                  <c:v>1.1186440677966103</c:v>
                </c:pt>
                <c:pt idx="75">
                  <c:v>1.1345962113659023</c:v>
                </c:pt>
                <c:pt idx="76">
                  <c:v>1.1296111665004984</c:v>
                </c:pt>
                <c:pt idx="77">
                  <c:v>1.1365902293120638</c:v>
                </c:pt>
                <c:pt idx="78">
                  <c:v>1.148554336989033</c:v>
                </c:pt>
                <c:pt idx="79">
                  <c:v>1.1335992023928216</c:v>
                </c:pt>
                <c:pt idx="80">
                  <c:v>1.1226321036889331</c:v>
                </c:pt>
                <c:pt idx="81">
                  <c:v>1.1146560319042871</c:v>
                </c:pt>
                <c:pt idx="82">
                  <c:v>1.1734795613160518</c:v>
                </c:pt>
                <c:pt idx="83">
                  <c:v>1.1834496510468595</c:v>
                </c:pt>
                <c:pt idx="84">
                  <c:v>1.2043868394815553</c:v>
                </c:pt>
                <c:pt idx="85">
                  <c:v>1.2073778664007977</c:v>
                </c:pt>
                <c:pt idx="86">
                  <c:v>1.19740777666999</c:v>
                </c:pt>
                <c:pt idx="87">
                  <c:v>1.1625124626121635</c:v>
                </c:pt>
                <c:pt idx="88">
                  <c:v>1.1515453639082751</c:v>
                </c:pt>
                <c:pt idx="89">
                  <c:v>1.1794616151545363</c:v>
                </c:pt>
                <c:pt idx="90">
                  <c:v>1.1844466600199401</c:v>
                </c:pt>
                <c:pt idx="91">
                  <c:v>1.1764705882352942</c:v>
                </c:pt>
                <c:pt idx="92">
                  <c:v>1.189431704885344</c:v>
                </c:pt>
                <c:pt idx="93">
                  <c:v>1.1734795613160518</c:v>
                </c:pt>
                <c:pt idx="94">
                  <c:v>1.1734795613160518</c:v>
                </c:pt>
                <c:pt idx="95">
                  <c:v>1.1864406779661016</c:v>
                </c:pt>
                <c:pt idx="96">
                  <c:v>1.1964107676969093</c:v>
                </c:pt>
                <c:pt idx="97">
                  <c:v>1.2013958125623132</c:v>
                </c:pt>
                <c:pt idx="98">
                  <c:v>1.1874376869391825</c:v>
                </c:pt>
                <c:pt idx="99">
                  <c:v>1.1714855433698903</c:v>
                </c:pt>
                <c:pt idx="100">
                  <c:v>1.148554336989033</c:v>
                </c:pt>
                <c:pt idx="101">
                  <c:v>1.1635094715852443</c:v>
                </c:pt>
                <c:pt idx="102">
                  <c:v>1.1176470588235294</c:v>
                </c:pt>
                <c:pt idx="103">
                  <c:v>1.1216350947158524</c:v>
                </c:pt>
                <c:pt idx="104">
                  <c:v>1.1236291126620139</c:v>
                </c:pt>
                <c:pt idx="105">
                  <c:v>1.1415752741774676</c:v>
                </c:pt>
                <c:pt idx="106">
                  <c:v>1.1176470588235294</c:v>
                </c:pt>
                <c:pt idx="107">
                  <c:v>1.1246261216350948</c:v>
                </c:pt>
                <c:pt idx="108">
                  <c:v>1.0947158524426719</c:v>
                </c:pt>
                <c:pt idx="109">
                  <c:v>1.0917248255234298</c:v>
                </c:pt>
                <c:pt idx="110">
                  <c:v>1.0927218344965104</c:v>
                </c:pt>
                <c:pt idx="111">
                  <c:v>1.0378863409770687</c:v>
                </c:pt>
                <c:pt idx="112">
                  <c:v>1.0348953140578265</c:v>
                </c:pt>
                <c:pt idx="113">
                  <c:v>1.0129611166500498</c:v>
                </c:pt>
                <c:pt idx="114">
                  <c:v>1.024925224327019</c:v>
                </c:pt>
                <c:pt idx="115">
                  <c:v>1.032901296111665</c:v>
                </c:pt>
                <c:pt idx="116">
                  <c:v>1.0239282153539382</c:v>
                </c:pt>
                <c:pt idx="117">
                  <c:v>1.007976071784646</c:v>
                </c:pt>
                <c:pt idx="118">
                  <c:v>1.0139581256231307</c:v>
                </c:pt>
                <c:pt idx="119">
                  <c:v>1.0099700897308075</c:v>
                </c:pt>
                <c:pt idx="120">
                  <c:v>0.99401794616151551</c:v>
                </c:pt>
                <c:pt idx="121">
                  <c:v>0.96809571286141571</c:v>
                </c:pt>
                <c:pt idx="122">
                  <c:v>0.98005982053838481</c:v>
                </c:pt>
                <c:pt idx="123">
                  <c:v>0.96011964107676973</c:v>
                </c:pt>
                <c:pt idx="124">
                  <c:v>0.97008973080757732</c:v>
                </c:pt>
                <c:pt idx="125">
                  <c:v>0.93419740777667004</c:v>
                </c:pt>
                <c:pt idx="126">
                  <c:v>0.92323030907278159</c:v>
                </c:pt>
                <c:pt idx="127">
                  <c:v>0.905284147557328</c:v>
                </c:pt>
                <c:pt idx="128">
                  <c:v>0.9152542372881356</c:v>
                </c:pt>
                <c:pt idx="129">
                  <c:v>0.89930209371884351</c:v>
                </c:pt>
                <c:pt idx="130">
                  <c:v>0.88833499501495505</c:v>
                </c:pt>
                <c:pt idx="131">
                  <c:v>0.89232303090727816</c:v>
                </c:pt>
                <c:pt idx="132">
                  <c:v>0.8953140578265204</c:v>
                </c:pt>
                <c:pt idx="133">
                  <c:v>0.87337986041874371</c:v>
                </c:pt>
                <c:pt idx="134">
                  <c:v>0.89332003988035891</c:v>
                </c:pt>
                <c:pt idx="135">
                  <c:v>0.90029910269192426</c:v>
                </c:pt>
                <c:pt idx="136">
                  <c:v>0.905284147557328</c:v>
                </c:pt>
                <c:pt idx="137">
                  <c:v>0.92721834496510469</c:v>
                </c:pt>
                <c:pt idx="138">
                  <c:v>0.93519441674975079</c:v>
                </c:pt>
                <c:pt idx="139">
                  <c:v>0.9192422731804587</c:v>
                </c:pt>
                <c:pt idx="140">
                  <c:v>0.91026919242273185</c:v>
                </c:pt>
                <c:pt idx="141">
                  <c:v>0.89930209371884351</c:v>
                </c:pt>
                <c:pt idx="142">
                  <c:v>0.90229312063808575</c:v>
                </c:pt>
                <c:pt idx="143">
                  <c:v>0.89830508474576265</c:v>
                </c:pt>
                <c:pt idx="144">
                  <c:v>0.89830508474576265</c:v>
                </c:pt>
                <c:pt idx="145">
                  <c:v>0.8953140578265204</c:v>
                </c:pt>
                <c:pt idx="146">
                  <c:v>0.89930209371884351</c:v>
                </c:pt>
                <c:pt idx="147">
                  <c:v>0.89730807577268201</c:v>
                </c:pt>
                <c:pt idx="148">
                  <c:v>0.89032901296111666</c:v>
                </c:pt>
                <c:pt idx="149">
                  <c:v>0.88534396809571281</c:v>
                </c:pt>
                <c:pt idx="150">
                  <c:v>0.89431704885343977</c:v>
                </c:pt>
                <c:pt idx="151">
                  <c:v>0.88833499501495505</c:v>
                </c:pt>
                <c:pt idx="152">
                  <c:v>0.88334995014955131</c:v>
                </c:pt>
                <c:pt idx="153">
                  <c:v>0.87038883349950147</c:v>
                </c:pt>
                <c:pt idx="154">
                  <c:v>0.87537387836490532</c:v>
                </c:pt>
                <c:pt idx="155">
                  <c:v>0.87537387836490532</c:v>
                </c:pt>
                <c:pt idx="156">
                  <c:v>0.88933200398803591</c:v>
                </c:pt>
                <c:pt idx="157">
                  <c:v>0.88933200398803591</c:v>
                </c:pt>
                <c:pt idx="158">
                  <c:v>0.88334995014955131</c:v>
                </c:pt>
                <c:pt idx="159">
                  <c:v>0.87836490528414757</c:v>
                </c:pt>
                <c:pt idx="160">
                  <c:v>0.87437686939182457</c:v>
                </c:pt>
                <c:pt idx="161">
                  <c:v>0.87337986041874371</c:v>
                </c:pt>
                <c:pt idx="162">
                  <c:v>0.87736789631106682</c:v>
                </c:pt>
                <c:pt idx="163">
                  <c:v>0.87936191425722832</c:v>
                </c:pt>
                <c:pt idx="164">
                  <c:v>0.89431704885343977</c:v>
                </c:pt>
                <c:pt idx="165">
                  <c:v>0.91824526420737784</c:v>
                </c:pt>
                <c:pt idx="166">
                  <c:v>0.90428713858424736</c:v>
                </c:pt>
                <c:pt idx="167">
                  <c:v>0.9152542372881356</c:v>
                </c:pt>
                <c:pt idx="168">
                  <c:v>0.90927218344965111</c:v>
                </c:pt>
                <c:pt idx="169">
                  <c:v>0.92821535393818544</c:v>
                </c:pt>
                <c:pt idx="170">
                  <c:v>0.905284147557328</c:v>
                </c:pt>
                <c:pt idx="171">
                  <c:v>0.905284147557328</c:v>
                </c:pt>
                <c:pt idx="172">
                  <c:v>0.91824526420737784</c:v>
                </c:pt>
                <c:pt idx="173">
                  <c:v>0.92023928215353934</c:v>
                </c:pt>
                <c:pt idx="174">
                  <c:v>0.90927218344965111</c:v>
                </c:pt>
                <c:pt idx="175">
                  <c:v>0.89930209371884351</c:v>
                </c:pt>
                <c:pt idx="176">
                  <c:v>0.89332003988035891</c:v>
                </c:pt>
                <c:pt idx="177">
                  <c:v>0.93519441674975079</c:v>
                </c:pt>
                <c:pt idx="178">
                  <c:v>0.94416749750747764</c:v>
                </c:pt>
                <c:pt idx="179">
                  <c:v>0.93320039880358918</c:v>
                </c:pt>
                <c:pt idx="180">
                  <c:v>0.93718843469591229</c:v>
                </c:pt>
                <c:pt idx="181">
                  <c:v>0.94815553339980052</c:v>
                </c:pt>
                <c:pt idx="182">
                  <c:v>0.96709870388833508</c:v>
                </c:pt>
                <c:pt idx="183">
                  <c:v>0.96311066799601197</c:v>
                </c:pt>
                <c:pt idx="184">
                  <c:v>0.96909272183449657</c:v>
                </c:pt>
                <c:pt idx="185">
                  <c:v>0.96909272183449657</c:v>
                </c:pt>
                <c:pt idx="186">
                  <c:v>0.97806580259222331</c:v>
                </c:pt>
                <c:pt idx="187">
                  <c:v>0.98504486540378866</c:v>
                </c:pt>
                <c:pt idx="188">
                  <c:v>0.99302093718843465</c:v>
                </c:pt>
                <c:pt idx="189">
                  <c:v>1.0139581256231307</c:v>
                </c:pt>
                <c:pt idx="190">
                  <c:v>1.0179461615154537</c:v>
                </c:pt>
                <c:pt idx="191">
                  <c:v>1.0139581256231307</c:v>
                </c:pt>
                <c:pt idx="192">
                  <c:v>1.0129611166500498</c:v>
                </c:pt>
                <c:pt idx="193">
                  <c:v>1.003988035892323</c:v>
                </c:pt>
                <c:pt idx="194">
                  <c:v>1.0139581256231307</c:v>
                </c:pt>
                <c:pt idx="195">
                  <c:v>1.0189431704885346</c:v>
                </c:pt>
                <c:pt idx="196">
                  <c:v>1.036889332003988</c:v>
                </c:pt>
                <c:pt idx="197">
                  <c:v>1.036889332003988</c:v>
                </c:pt>
                <c:pt idx="198">
                  <c:v>1.0299102691924227</c:v>
                </c:pt>
                <c:pt idx="199">
                  <c:v>1.0338983050847459</c:v>
                </c:pt>
                <c:pt idx="200">
                  <c:v>1.0279162512462612</c:v>
                </c:pt>
                <c:pt idx="201">
                  <c:v>1.0299102691924227</c:v>
                </c:pt>
                <c:pt idx="202">
                  <c:v>1.0229312063808573</c:v>
                </c:pt>
                <c:pt idx="203">
                  <c:v>1.0129611166500498</c:v>
                </c:pt>
                <c:pt idx="204">
                  <c:v>1.0169491525423728</c:v>
                </c:pt>
                <c:pt idx="205">
                  <c:v>1.0129611166500498</c:v>
                </c:pt>
                <c:pt idx="206">
                  <c:v>1.007976071784646</c:v>
                </c:pt>
                <c:pt idx="207">
                  <c:v>1</c:v>
                </c:pt>
                <c:pt idx="208">
                  <c:v>0.99900299102691925</c:v>
                </c:pt>
                <c:pt idx="209">
                  <c:v>1.0269192422731805</c:v>
                </c:pt>
                <c:pt idx="210">
                  <c:v>1.0269192422731805</c:v>
                </c:pt>
                <c:pt idx="211">
                  <c:v>1.0568295114656032</c:v>
                </c:pt>
                <c:pt idx="212">
                  <c:v>1.0628115653040877</c:v>
                </c:pt>
                <c:pt idx="213">
                  <c:v>1.0638085742771686</c:v>
                </c:pt>
                <c:pt idx="214">
                  <c:v>1.0697906281156531</c:v>
                </c:pt>
                <c:pt idx="215">
                  <c:v>1.0767696909272184</c:v>
                </c:pt>
                <c:pt idx="216">
                  <c:v>1.0648055832502492</c:v>
                </c:pt>
                <c:pt idx="217">
                  <c:v>1.0568295114656032</c:v>
                </c:pt>
                <c:pt idx="218">
                  <c:v>1.0528414755732802</c:v>
                </c:pt>
                <c:pt idx="219">
                  <c:v>1.0398803589232304</c:v>
                </c:pt>
                <c:pt idx="220">
                  <c:v>1.0338983050847459</c:v>
                </c:pt>
                <c:pt idx="221">
                  <c:v>1.0398803589232304</c:v>
                </c:pt>
                <c:pt idx="222">
                  <c:v>1.0528414755732802</c:v>
                </c:pt>
                <c:pt idx="223">
                  <c:v>1.0518444666001994</c:v>
                </c:pt>
                <c:pt idx="224">
                  <c:v>1.0498504486540379</c:v>
                </c:pt>
                <c:pt idx="225">
                  <c:v>1.0478564307078764</c:v>
                </c:pt>
                <c:pt idx="226">
                  <c:v>1.0488534396809572</c:v>
                </c:pt>
                <c:pt idx="227">
                  <c:v>1.0348953140578265</c:v>
                </c:pt>
                <c:pt idx="228">
                  <c:v>1.0219341974077767</c:v>
                </c:pt>
                <c:pt idx="229">
                  <c:v>1.0398803589232304</c:v>
                </c:pt>
                <c:pt idx="230">
                  <c:v>1.0468594217347957</c:v>
                </c:pt>
                <c:pt idx="231">
                  <c:v>1.044865403788634</c:v>
                </c:pt>
                <c:pt idx="232">
                  <c:v>1.0428713858424725</c:v>
                </c:pt>
                <c:pt idx="233">
                  <c:v>1.0388833499501495</c:v>
                </c:pt>
                <c:pt idx="234">
                  <c:v>1.0219341974077767</c:v>
                </c:pt>
                <c:pt idx="235">
                  <c:v>1.0428713858424725</c:v>
                </c:pt>
                <c:pt idx="236">
                  <c:v>1.0319042871385842</c:v>
                </c:pt>
                <c:pt idx="237">
                  <c:v>1.0299102691924227</c:v>
                </c:pt>
                <c:pt idx="238">
                  <c:v>1.0338983050847459</c:v>
                </c:pt>
                <c:pt idx="239">
                  <c:v>1.0488534396809572</c:v>
                </c:pt>
                <c:pt idx="240">
                  <c:v>1.0877367896311068</c:v>
                </c:pt>
                <c:pt idx="241">
                  <c:v>1.1126620139581256</c:v>
                </c:pt>
                <c:pt idx="242">
                  <c:v>1.1246261216350948</c:v>
                </c:pt>
                <c:pt idx="243">
                  <c:v>1.1216350947158524</c:v>
                </c:pt>
                <c:pt idx="244">
                  <c:v>1.1276171485543369</c:v>
                </c:pt>
                <c:pt idx="245">
                  <c:v>1.1296111665004984</c:v>
                </c:pt>
                <c:pt idx="246">
                  <c:v>1.1296111665004984</c:v>
                </c:pt>
                <c:pt idx="247">
                  <c:v>1.1395812562313061</c:v>
                </c:pt>
                <c:pt idx="248">
                  <c:v>1.1475573280159521</c:v>
                </c:pt>
                <c:pt idx="249">
                  <c:v>1.1545363908275175</c:v>
                </c:pt>
                <c:pt idx="250">
                  <c:v>1.1326021934197408</c:v>
                </c:pt>
                <c:pt idx="251">
                  <c:v>1.1465603190428715</c:v>
                </c:pt>
                <c:pt idx="252">
                  <c:v>1.1465603190428715</c:v>
                </c:pt>
                <c:pt idx="253">
                  <c:v>1.1266201395812563</c:v>
                </c:pt>
                <c:pt idx="254">
                  <c:v>1.1246261216350948</c:v>
                </c:pt>
                <c:pt idx="255">
                  <c:v>1.1335992023928216</c:v>
                </c:pt>
                <c:pt idx="256">
                  <c:v>1.1435692921236291</c:v>
                </c:pt>
                <c:pt idx="257">
                  <c:v>1.1086739780658026</c:v>
                </c:pt>
                <c:pt idx="258">
                  <c:v>1.0927218344965104</c:v>
                </c:pt>
                <c:pt idx="259">
                  <c:v>1.0777666999002991</c:v>
                </c:pt>
                <c:pt idx="260">
                  <c:v>1.0837487537387838</c:v>
                </c:pt>
                <c:pt idx="261">
                  <c:v>1.0867397806580259</c:v>
                </c:pt>
                <c:pt idx="262">
                  <c:v>1.0717846460618146</c:v>
                </c:pt>
                <c:pt idx="263">
                  <c:v>1.0727816550348952</c:v>
                </c:pt>
                <c:pt idx="264">
                  <c:v>1.0667996011964107</c:v>
                </c:pt>
                <c:pt idx="265">
                  <c:v>1.0737786640079761</c:v>
                </c:pt>
                <c:pt idx="266">
                  <c:v>1.0638085742771686</c:v>
                </c:pt>
                <c:pt idx="267">
                  <c:v>1.0438683948155534</c:v>
                </c:pt>
                <c:pt idx="268">
                  <c:v>1.0378863409770687</c:v>
                </c:pt>
                <c:pt idx="269">
                  <c:v>1.0428713858424725</c:v>
                </c:pt>
                <c:pt idx="270">
                  <c:v>1.0418743768693919</c:v>
                </c:pt>
                <c:pt idx="271">
                  <c:v>1.0518444666001994</c:v>
                </c:pt>
                <c:pt idx="272">
                  <c:v>1.0618145563310071</c:v>
                </c:pt>
                <c:pt idx="273">
                  <c:v>1.0568295114656032</c:v>
                </c:pt>
                <c:pt idx="274">
                  <c:v>1.0638085742771686</c:v>
                </c:pt>
                <c:pt idx="275">
                  <c:v>1.0578265204386839</c:v>
                </c:pt>
                <c:pt idx="276">
                  <c:v>1.0468594217347957</c:v>
                </c:pt>
                <c:pt idx="277">
                  <c:v>1.0478564307078764</c:v>
                </c:pt>
                <c:pt idx="278">
                  <c:v>1.0478564307078764</c:v>
                </c:pt>
                <c:pt idx="279">
                  <c:v>1.044865403788634</c:v>
                </c:pt>
                <c:pt idx="280">
                  <c:v>1.0598205383848454</c:v>
                </c:pt>
                <c:pt idx="281">
                  <c:v>1.0568295114656032</c:v>
                </c:pt>
                <c:pt idx="282">
                  <c:v>1.0568295114656032</c:v>
                </c:pt>
                <c:pt idx="283">
                  <c:v>1.0578265204386839</c:v>
                </c:pt>
                <c:pt idx="284">
                  <c:v>1.0488534396809572</c:v>
                </c:pt>
                <c:pt idx="285">
                  <c:v>1.044865403788634</c:v>
                </c:pt>
                <c:pt idx="286">
                  <c:v>1.0428713858424725</c:v>
                </c:pt>
                <c:pt idx="287">
                  <c:v>1.0428713858424725</c:v>
                </c:pt>
                <c:pt idx="288">
                  <c:v>1.0488534396809572</c:v>
                </c:pt>
                <c:pt idx="289">
                  <c:v>1.0687936191425724</c:v>
                </c:pt>
                <c:pt idx="290">
                  <c:v>1.0787637088733799</c:v>
                </c:pt>
                <c:pt idx="291">
                  <c:v>1.0747756729810569</c:v>
                </c:pt>
                <c:pt idx="292">
                  <c:v>1.0737786640079761</c:v>
                </c:pt>
                <c:pt idx="293">
                  <c:v>1.0767696909272184</c:v>
                </c:pt>
                <c:pt idx="294">
                  <c:v>1.0628115653040877</c:v>
                </c:pt>
                <c:pt idx="295">
                  <c:v>1.0638085742771686</c:v>
                </c:pt>
                <c:pt idx="296">
                  <c:v>1.0628115653040877</c:v>
                </c:pt>
                <c:pt idx="297">
                  <c:v>1.0687936191425724</c:v>
                </c:pt>
                <c:pt idx="298">
                  <c:v>1.0677966101694916</c:v>
                </c:pt>
                <c:pt idx="299">
                  <c:v>1.0538384845463609</c:v>
                </c:pt>
                <c:pt idx="300">
                  <c:v>1.0498504486540379</c:v>
                </c:pt>
                <c:pt idx="301">
                  <c:v>1.0338983050847459</c:v>
                </c:pt>
                <c:pt idx="302">
                  <c:v>1.0418743768693919</c:v>
                </c:pt>
                <c:pt idx="303">
                  <c:v>1.0538384845463609</c:v>
                </c:pt>
                <c:pt idx="304">
                  <c:v>1.0478564307078764</c:v>
                </c:pt>
                <c:pt idx="305">
                  <c:v>1.0229312063808573</c:v>
                </c:pt>
                <c:pt idx="306">
                  <c:v>1.0319042871385842</c:v>
                </c:pt>
                <c:pt idx="307">
                  <c:v>1.044865403788634</c:v>
                </c:pt>
                <c:pt idx="308">
                  <c:v>1.0518444666001994</c:v>
                </c:pt>
                <c:pt idx="309">
                  <c:v>1.0428713858424725</c:v>
                </c:pt>
                <c:pt idx="310">
                  <c:v>1.032901296111665</c:v>
                </c:pt>
                <c:pt idx="311">
                  <c:v>1.0129611166500498</c:v>
                </c:pt>
                <c:pt idx="312">
                  <c:v>1.0378863409770687</c:v>
                </c:pt>
                <c:pt idx="313">
                  <c:v>1.0428713858424725</c:v>
                </c:pt>
                <c:pt idx="314">
                  <c:v>1.0548354935194417</c:v>
                </c:pt>
                <c:pt idx="315">
                  <c:v>1.0578265204386839</c:v>
                </c:pt>
                <c:pt idx="316">
                  <c:v>1.0478564307078764</c:v>
                </c:pt>
                <c:pt idx="317">
                  <c:v>1.0498504486540379</c:v>
                </c:pt>
                <c:pt idx="318">
                  <c:v>1.0418743768693919</c:v>
                </c:pt>
                <c:pt idx="319">
                  <c:v>1.0488534396809572</c:v>
                </c:pt>
                <c:pt idx="320">
                  <c:v>1.0548354935194417</c:v>
                </c:pt>
                <c:pt idx="321">
                  <c:v>1.0568295114656032</c:v>
                </c:pt>
                <c:pt idx="322">
                  <c:v>1.0428713858424725</c:v>
                </c:pt>
                <c:pt idx="323">
                  <c:v>1.0418743768693919</c:v>
                </c:pt>
                <c:pt idx="324">
                  <c:v>1.0189431704885346</c:v>
                </c:pt>
                <c:pt idx="325">
                  <c:v>1.0069790628115654</c:v>
                </c:pt>
                <c:pt idx="326">
                  <c:v>0.97906281156530417</c:v>
                </c:pt>
                <c:pt idx="327">
                  <c:v>0.96909272183449657</c:v>
                </c:pt>
                <c:pt idx="328">
                  <c:v>0.97407776669990032</c:v>
                </c:pt>
                <c:pt idx="329">
                  <c:v>0.99501495513459626</c:v>
                </c:pt>
                <c:pt idx="330">
                  <c:v>0.97706879361914256</c:v>
                </c:pt>
                <c:pt idx="331">
                  <c:v>0.99302093718843465</c:v>
                </c:pt>
                <c:pt idx="332">
                  <c:v>0.99302093718843465</c:v>
                </c:pt>
                <c:pt idx="333">
                  <c:v>1</c:v>
                </c:pt>
                <c:pt idx="334">
                  <c:v>0.99900299102691925</c:v>
                </c:pt>
                <c:pt idx="335">
                  <c:v>1.0099700897308075</c:v>
                </c:pt>
                <c:pt idx="336">
                  <c:v>1</c:v>
                </c:pt>
                <c:pt idx="337">
                  <c:v>0.98504486540378866</c:v>
                </c:pt>
                <c:pt idx="338">
                  <c:v>0.98504486540378866</c:v>
                </c:pt>
                <c:pt idx="339">
                  <c:v>0.95413758723828523</c:v>
                </c:pt>
                <c:pt idx="340">
                  <c:v>0.94516450648055828</c:v>
                </c:pt>
                <c:pt idx="341">
                  <c:v>0.97407776669990032</c:v>
                </c:pt>
                <c:pt idx="342">
                  <c:v>1.0049850448654039</c:v>
                </c:pt>
                <c:pt idx="343">
                  <c:v>1.003988035892323</c:v>
                </c:pt>
                <c:pt idx="344">
                  <c:v>1.0029910269192421</c:v>
                </c:pt>
                <c:pt idx="345">
                  <c:v>0.99501495513459626</c:v>
                </c:pt>
                <c:pt idx="346">
                  <c:v>0.96709870388833508</c:v>
                </c:pt>
                <c:pt idx="347">
                  <c:v>0.95314057826520437</c:v>
                </c:pt>
                <c:pt idx="348">
                  <c:v>0.95812562313060812</c:v>
                </c:pt>
                <c:pt idx="349">
                  <c:v>0.96510468594217347</c:v>
                </c:pt>
                <c:pt idx="350">
                  <c:v>0.95314057826520437</c:v>
                </c:pt>
                <c:pt idx="351">
                  <c:v>0.94317048853439678</c:v>
                </c:pt>
                <c:pt idx="352">
                  <c:v>0.94715852442671988</c:v>
                </c:pt>
                <c:pt idx="353">
                  <c:v>0.96011964107676973</c:v>
                </c:pt>
                <c:pt idx="354">
                  <c:v>0.9900299102691924</c:v>
                </c:pt>
                <c:pt idx="355">
                  <c:v>0.97507477567298106</c:v>
                </c:pt>
                <c:pt idx="356">
                  <c:v>0.97407776669990032</c:v>
                </c:pt>
                <c:pt idx="357">
                  <c:v>0.98903290129611177</c:v>
                </c:pt>
                <c:pt idx="358">
                  <c:v>0.98903290129611177</c:v>
                </c:pt>
                <c:pt idx="359">
                  <c:v>0.98305084745762705</c:v>
                </c:pt>
                <c:pt idx="360">
                  <c:v>0.9900299102691924</c:v>
                </c:pt>
                <c:pt idx="361">
                  <c:v>0.98305084745762705</c:v>
                </c:pt>
                <c:pt idx="362">
                  <c:v>0.97906281156530417</c:v>
                </c:pt>
                <c:pt idx="363">
                  <c:v>0.97008973080757732</c:v>
                </c:pt>
                <c:pt idx="364">
                  <c:v>0.94915254237288138</c:v>
                </c:pt>
                <c:pt idx="365">
                  <c:v>0.94915254237288138</c:v>
                </c:pt>
                <c:pt idx="366">
                  <c:v>0.96211365902293122</c:v>
                </c:pt>
                <c:pt idx="367">
                  <c:v>0.94815553339980052</c:v>
                </c:pt>
                <c:pt idx="368">
                  <c:v>0.93818544366899304</c:v>
                </c:pt>
                <c:pt idx="369">
                  <c:v>0.93320039880358918</c:v>
                </c:pt>
                <c:pt idx="370">
                  <c:v>0.9192422731804587</c:v>
                </c:pt>
                <c:pt idx="371">
                  <c:v>0.92323030907278159</c:v>
                </c:pt>
                <c:pt idx="372">
                  <c:v>0.93718843469591229</c:v>
                </c:pt>
                <c:pt idx="373">
                  <c:v>0.94317048853439678</c:v>
                </c:pt>
                <c:pt idx="374">
                  <c:v>0.94017946161515453</c:v>
                </c:pt>
                <c:pt idx="375">
                  <c:v>0.95214356929212363</c:v>
                </c:pt>
                <c:pt idx="376">
                  <c:v>0.96909272183449657</c:v>
                </c:pt>
                <c:pt idx="377">
                  <c:v>0.98703888334995016</c:v>
                </c:pt>
                <c:pt idx="378">
                  <c:v>0.99501495513459626</c:v>
                </c:pt>
                <c:pt idx="379">
                  <c:v>1.0149551345962113</c:v>
                </c:pt>
                <c:pt idx="380">
                  <c:v>1.0418743768693919</c:v>
                </c:pt>
                <c:pt idx="381">
                  <c:v>1.0817547357926223</c:v>
                </c:pt>
                <c:pt idx="382">
                  <c:v>1.1296111665004984</c:v>
                </c:pt>
                <c:pt idx="383">
                  <c:v>1.0997008973080757</c:v>
                </c:pt>
                <c:pt idx="384">
                  <c:v>1.0777666999002991</c:v>
                </c:pt>
                <c:pt idx="385">
                  <c:v>1.1196410767696909</c:v>
                </c:pt>
                <c:pt idx="386">
                  <c:v>1.0787637088733799</c:v>
                </c:pt>
                <c:pt idx="387">
                  <c:v>1.0787637088733799</c:v>
                </c:pt>
                <c:pt idx="388">
                  <c:v>1.0418743768693919</c:v>
                </c:pt>
                <c:pt idx="389">
                  <c:v>1.0428713858424725</c:v>
                </c:pt>
                <c:pt idx="390">
                  <c:v>1.0717846460618146</c:v>
                </c:pt>
                <c:pt idx="391">
                  <c:v>1.0927218344965104</c:v>
                </c:pt>
                <c:pt idx="392">
                  <c:v>1.0877367896311068</c:v>
                </c:pt>
                <c:pt idx="393">
                  <c:v>1.0987038883349951</c:v>
                </c:pt>
                <c:pt idx="394">
                  <c:v>1.0817547357926223</c:v>
                </c:pt>
                <c:pt idx="395">
                  <c:v>1.0897308075772683</c:v>
                </c:pt>
                <c:pt idx="396">
                  <c:v>1.0727816550348952</c:v>
                </c:pt>
                <c:pt idx="397">
                  <c:v>1.0638085742771686</c:v>
                </c:pt>
                <c:pt idx="398">
                  <c:v>1.0488534396809572</c:v>
                </c:pt>
                <c:pt idx="399">
                  <c:v>1.0588235294117647</c:v>
                </c:pt>
                <c:pt idx="400">
                  <c:v>1.0767696909272184</c:v>
                </c:pt>
                <c:pt idx="401">
                  <c:v>1.0837487537387838</c:v>
                </c:pt>
                <c:pt idx="402">
                  <c:v>1.0947158524426719</c:v>
                </c:pt>
                <c:pt idx="403">
                  <c:v>1.1066799601196411</c:v>
                </c:pt>
                <c:pt idx="404">
                  <c:v>1.1196410767696909</c:v>
                </c:pt>
                <c:pt idx="405">
                  <c:v>1.1046859421734796</c:v>
                </c:pt>
                <c:pt idx="406">
                  <c:v>1.0937188434695913</c:v>
                </c:pt>
                <c:pt idx="407">
                  <c:v>1.0817547357926223</c:v>
                </c:pt>
                <c:pt idx="408">
                  <c:v>1.0747756729810569</c:v>
                </c:pt>
                <c:pt idx="409">
                  <c:v>1.0588235294117647</c:v>
                </c:pt>
                <c:pt idx="410">
                  <c:v>1.0737786640079761</c:v>
                </c:pt>
                <c:pt idx="411">
                  <c:v>1.0737786640079761</c:v>
                </c:pt>
                <c:pt idx="412">
                  <c:v>1.0917248255234298</c:v>
                </c:pt>
                <c:pt idx="413">
                  <c:v>1.0697906281156531</c:v>
                </c:pt>
                <c:pt idx="414">
                  <c:v>1.0847457627118644</c:v>
                </c:pt>
                <c:pt idx="415">
                  <c:v>1.0767696909272184</c:v>
                </c:pt>
                <c:pt idx="416">
                  <c:v>1.0867397806580259</c:v>
                </c:pt>
                <c:pt idx="417">
                  <c:v>1.0787637088733799</c:v>
                </c:pt>
                <c:pt idx="418">
                  <c:v>1.0917248255234298</c:v>
                </c:pt>
                <c:pt idx="419">
                  <c:v>1.0887337986041874</c:v>
                </c:pt>
                <c:pt idx="420">
                  <c:v>1.0827517447657029</c:v>
                </c:pt>
                <c:pt idx="421">
                  <c:v>1.0677966101694916</c:v>
                </c:pt>
                <c:pt idx="422">
                  <c:v>1.0648055832502492</c:v>
                </c:pt>
                <c:pt idx="423">
                  <c:v>1.0677966101694916</c:v>
                </c:pt>
                <c:pt idx="424">
                  <c:v>1.1046859421734796</c:v>
                </c:pt>
                <c:pt idx="425">
                  <c:v>1.0887337986041874</c:v>
                </c:pt>
                <c:pt idx="426">
                  <c:v>1.0767696909272184</c:v>
                </c:pt>
                <c:pt idx="427">
                  <c:v>1.0897308075772683</c:v>
                </c:pt>
                <c:pt idx="428">
                  <c:v>1.0827517447657029</c:v>
                </c:pt>
                <c:pt idx="429">
                  <c:v>1.0747756729810569</c:v>
                </c:pt>
                <c:pt idx="430">
                  <c:v>1.0737786640079761</c:v>
                </c:pt>
                <c:pt idx="431">
                  <c:v>1.0797607178464605</c:v>
                </c:pt>
                <c:pt idx="432">
                  <c:v>1.0767696909272184</c:v>
                </c:pt>
                <c:pt idx="433">
                  <c:v>1.0687936191425724</c:v>
                </c:pt>
                <c:pt idx="434">
                  <c:v>1.0488534396809572</c:v>
                </c:pt>
                <c:pt idx="435">
                  <c:v>1.0428713858424725</c:v>
                </c:pt>
                <c:pt idx="436">
                  <c:v>1.0498504486540379</c:v>
                </c:pt>
                <c:pt idx="437">
                  <c:v>1.0538384845463609</c:v>
                </c:pt>
                <c:pt idx="438">
                  <c:v>1.0677966101694916</c:v>
                </c:pt>
                <c:pt idx="439">
                  <c:v>1.0737786640079761</c:v>
                </c:pt>
                <c:pt idx="440">
                  <c:v>1.0618145563310071</c:v>
                </c:pt>
                <c:pt idx="441">
                  <c:v>1.0677966101694916</c:v>
                </c:pt>
                <c:pt idx="442">
                  <c:v>1.0628115653040877</c:v>
                </c:pt>
                <c:pt idx="443">
                  <c:v>1.0388833499501495</c:v>
                </c:pt>
                <c:pt idx="444">
                  <c:v>1.0269192422731805</c:v>
                </c:pt>
                <c:pt idx="445">
                  <c:v>1.0299102691924227</c:v>
                </c:pt>
                <c:pt idx="446">
                  <c:v>1.0348953140578265</c:v>
                </c:pt>
                <c:pt idx="447">
                  <c:v>1.0229312063808573</c:v>
                </c:pt>
                <c:pt idx="448">
                  <c:v>1.0239282153539382</c:v>
                </c:pt>
                <c:pt idx="449">
                  <c:v>1.0179461615154537</c:v>
                </c:pt>
                <c:pt idx="450">
                  <c:v>1.0179461615154537</c:v>
                </c:pt>
                <c:pt idx="451">
                  <c:v>1.028913260219342</c:v>
                </c:pt>
                <c:pt idx="452">
                  <c:v>1.028913260219342</c:v>
                </c:pt>
                <c:pt idx="453">
                  <c:v>1.0239282153539382</c:v>
                </c:pt>
                <c:pt idx="454">
                  <c:v>1.0139581256231307</c:v>
                </c:pt>
                <c:pt idx="455">
                  <c:v>1.0269192422731805</c:v>
                </c:pt>
                <c:pt idx="456">
                  <c:v>1.0239282153539382</c:v>
                </c:pt>
                <c:pt idx="457">
                  <c:v>1.0169491525423728</c:v>
                </c:pt>
                <c:pt idx="458">
                  <c:v>1.007976071784646</c:v>
                </c:pt>
                <c:pt idx="459">
                  <c:v>1.0099700897308075</c:v>
                </c:pt>
                <c:pt idx="460">
                  <c:v>1.0089730807577268</c:v>
                </c:pt>
                <c:pt idx="461">
                  <c:v>1.0089730807577268</c:v>
                </c:pt>
                <c:pt idx="462">
                  <c:v>1.0099700897308075</c:v>
                </c:pt>
                <c:pt idx="463">
                  <c:v>1.0269192422731805</c:v>
                </c:pt>
                <c:pt idx="464">
                  <c:v>1.0269192422731805</c:v>
                </c:pt>
                <c:pt idx="465">
                  <c:v>1.0219341974077767</c:v>
                </c:pt>
                <c:pt idx="466">
                  <c:v>1.028913260219342</c:v>
                </c:pt>
                <c:pt idx="467">
                  <c:v>1.0269192422731805</c:v>
                </c:pt>
                <c:pt idx="468">
                  <c:v>1.032901296111665</c:v>
                </c:pt>
                <c:pt idx="469">
                  <c:v>1.0428713858424725</c:v>
                </c:pt>
                <c:pt idx="470">
                  <c:v>1.0398803589232304</c:v>
                </c:pt>
                <c:pt idx="471">
                  <c:v>1.0398803589232304</c:v>
                </c:pt>
                <c:pt idx="472">
                  <c:v>1.0149551345962113</c:v>
                </c:pt>
                <c:pt idx="473">
                  <c:v>1.0149551345962113</c:v>
                </c:pt>
                <c:pt idx="474">
                  <c:v>0.9900299102691924</c:v>
                </c:pt>
                <c:pt idx="475">
                  <c:v>0.99501495513459626</c:v>
                </c:pt>
                <c:pt idx="476">
                  <c:v>1.0388833499501495</c:v>
                </c:pt>
                <c:pt idx="477">
                  <c:v>1.044865403788634</c:v>
                </c:pt>
                <c:pt idx="478">
                  <c:v>1.0568295114656032</c:v>
                </c:pt>
                <c:pt idx="479">
                  <c:v>1.044865403788634</c:v>
                </c:pt>
                <c:pt idx="480">
                  <c:v>1.0239282153539382</c:v>
                </c:pt>
                <c:pt idx="481">
                  <c:v>1.0378863409770687</c:v>
                </c:pt>
                <c:pt idx="482">
                  <c:v>1.0418743768693919</c:v>
                </c:pt>
                <c:pt idx="483">
                  <c:v>1.0438683948155534</c:v>
                </c:pt>
                <c:pt idx="484">
                  <c:v>1.0299102691924227</c:v>
                </c:pt>
                <c:pt idx="485">
                  <c:v>1.032901296111665</c:v>
                </c:pt>
                <c:pt idx="486">
                  <c:v>1.0338983050847459</c:v>
                </c:pt>
                <c:pt idx="487">
                  <c:v>1.0737786640079761</c:v>
                </c:pt>
                <c:pt idx="488">
                  <c:v>1.0667996011964107</c:v>
                </c:pt>
                <c:pt idx="489">
                  <c:v>1.0677966101694916</c:v>
                </c:pt>
                <c:pt idx="490">
                  <c:v>1.0578265204386839</c:v>
                </c:pt>
                <c:pt idx="491">
                  <c:v>1.0538384845463609</c:v>
                </c:pt>
                <c:pt idx="492">
                  <c:v>1.0438683948155534</c:v>
                </c:pt>
                <c:pt idx="493">
                  <c:v>1.044865403788634</c:v>
                </c:pt>
                <c:pt idx="494">
                  <c:v>1.0388833499501495</c:v>
                </c:pt>
                <c:pt idx="495">
                  <c:v>1.0488534396809572</c:v>
                </c:pt>
                <c:pt idx="496">
                  <c:v>1.0488534396809572</c:v>
                </c:pt>
                <c:pt idx="497">
                  <c:v>1.0538384845463609</c:v>
                </c:pt>
                <c:pt idx="498">
                  <c:v>1.0538384845463609</c:v>
                </c:pt>
                <c:pt idx="499">
                  <c:v>1.0468594217347957</c:v>
                </c:pt>
                <c:pt idx="500">
                  <c:v>1.0398803589232304</c:v>
                </c:pt>
                <c:pt idx="501">
                  <c:v>1.0598205383848454</c:v>
                </c:pt>
                <c:pt idx="502">
                  <c:v>1.0518444666001994</c:v>
                </c:pt>
                <c:pt idx="503">
                  <c:v>1.0598205383848454</c:v>
                </c:pt>
                <c:pt idx="504">
                  <c:v>1.0697906281156531</c:v>
                </c:pt>
                <c:pt idx="505">
                  <c:v>1.0638085742771686</c:v>
                </c:pt>
                <c:pt idx="506">
                  <c:v>1.0548354935194417</c:v>
                </c:pt>
                <c:pt idx="507">
                  <c:v>1.0438683948155534</c:v>
                </c:pt>
                <c:pt idx="508">
                  <c:v>1.0398803589232304</c:v>
                </c:pt>
                <c:pt idx="509">
                  <c:v>1.0438683948155534</c:v>
                </c:pt>
                <c:pt idx="510">
                  <c:v>1.0418743768693919</c:v>
                </c:pt>
                <c:pt idx="511">
                  <c:v>1.0338983050847459</c:v>
                </c:pt>
                <c:pt idx="512">
                  <c:v>1.0279162512462612</c:v>
                </c:pt>
                <c:pt idx="513">
                  <c:v>1.0269192422731805</c:v>
                </c:pt>
                <c:pt idx="514">
                  <c:v>1.0269192422731805</c:v>
                </c:pt>
                <c:pt idx="515">
                  <c:v>1.0189431704885346</c:v>
                </c:pt>
                <c:pt idx="516">
                  <c:v>1.0269192422731805</c:v>
                </c:pt>
                <c:pt idx="517">
                  <c:v>1.0279162512462612</c:v>
                </c:pt>
                <c:pt idx="518">
                  <c:v>1.0179461615154537</c:v>
                </c:pt>
                <c:pt idx="519">
                  <c:v>1.0189431704885346</c:v>
                </c:pt>
                <c:pt idx="520">
                  <c:v>1.0199401794616152</c:v>
                </c:pt>
                <c:pt idx="521">
                  <c:v>1.0229312063808573</c:v>
                </c:pt>
                <c:pt idx="522">
                  <c:v>1.024925224327019</c:v>
                </c:pt>
                <c:pt idx="523">
                  <c:v>1.0398803589232304</c:v>
                </c:pt>
                <c:pt idx="524">
                  <c:v>1.0299102691924227</c:v>
                </c:pt>
                <c:pt idx="525">
                  <c:v>1.0219341974077767</c:v>
                </c:pt>
                <c:pt idx="526">
                  <c:v>1.024925224327019</c:v>
                </c:pt>
                <c:pt idx="527">
                  <c:v>1.0299102691924227</c:v>
                </c:pt>
                <c:pt idx="528">
                  <c:v>1.0299102691924227</c:v>
                </c:pt>
                <c:pt idx="529">
                  <c:v>1.0229312063808573</c:v>
                </c:pt>
                <c:pt idx="530">
                  <c:v>1.0069790628115654</c:v>
                </c:pt>
                <c:pt idx="531">
                  <c:v>0.9900299102691924</c:v>
                </c:pt>
                <c:pt idx="532">
                  <c:v>0.99501495513459626</c:v>
                </c:pt>
                <c:pt idx="533">
                  <c:v>0.99900299102691925</c:v>
                </c:pt>
                <c:pt idx="534">
                  <c:v>0.99900299102691925</c:v>
                </c:pt>
                <c:pt idx="535">
                  <c:v>0.99302093718843465</c:v>
                </c:pt>
                <c:pt idx="536">
                  <c:v>1.0089730807577268</c:v>
                </c:pt>
                <c:pt idx="537">
                  <c:v>1.003988035892323</c:v>
                </c:pt>
                <c:pt idx="538">
                  <c:v>1</c:v>
                </c:pt>
                <c:pt idx="539">
                  <c:v>1.0069790628115654</c:v>
                </c:pt>
                <c:pt idx="540">
                  <c:v>1.0169491525423728</c:v>
                </c:pt>
                <c:pt idx="541">
                  <c:v>1.0199401794616152</c:v>
                </c:pt>
                <c:pt idx="542">
                  <c:v>1.0089730807577268</c:v>
                </c:pt>
                <c:pt idx="543">
                  <c:v>1.0119641076769692</c:v>
                </c:pt>
                <c:pt idx="544">
                  <c:v>1.0256729810568295</c:v>
                </c:pt>
                <c:pt idx="545">
                  <c:v>1.0281655034895314</c:v>
                </c:pt>
                <c:pt idx="546">
                  <c:v>1.0294117647058825</c:v>
                </c:pt>
                <c:pt idx="547">
                  <c:v>1.0256729810568295</c:v>
                </c:pt>
                <c:pt idx="548">
                  <c:v>1.0244267198404786</c:v>
                </c:pt>
                <c:pt idx="549">
                  <c:v>1.0206879361914258</c:v>
                </c:pt>
                <c:pt idx="550">
                  <c:v>1.015702891326022</c:v>
                </c:pt>
                <c:pt idx="551">
                  <c:v>1.0194416749750748</c:v>
                </c:pt>
                <c:pt idx="552">
                  <c:v>1.0281655034895314</c:v>
                </c:pt>
                <c:pt idx="553">
                  <c:v>1.0094715852442673</c:v>
                </c:pt>
                <c:pt idx="554">
                  <c:v>1.0144566301096709</c:v>
                </c:pt>
                <c:pt idx="555">
                  <c:v>1.015702891326022</c:v>
                </c:pt>
                <c:pt idx="556">
                  <c:v>1.0032402791625126</c:v>
                </c:pt>
                <c:pt idx="557">
                  <c:v>1.0044865403788634</c:v>
                </c:pt>
                <c:pt idx="558">
                  <c:v>0.99950149551345968</c:v>
                </c:pt>
                <c:pt idx="559">
                  <c:v>1.0044865403788634</c:v>
                </c:pt>
                <c:pt idx="560">
                  <c:v>1.0032402791625126</c:v>
                </c:pt>
                <c:pt idx="561">
                  <c:v>0.99576271186440679</c:v>
                </c:pt>
                <c:pt idx="562">
                  <c:v>0.99077766699900305</c:v>
                </c:pt>
                <c:pt idx="563">
                  <c:v>0.98579262213359919</c:v>
                </c:pt>
                <c:pt idx="564">
                  <c:v>0.97706879361914256</c:v>
                </c:pt>
                <c:pt idx="565">
                  <c:v>0.98579262213359919</c:v>
                </c:pt>
                <c:pt idx="566">
                  <c:v>0.99576271186440679</c:v>
                </c:pt>
                <c:pt idx="567">
                  <c:v>0.98828514456630112</c:v>
                </c:pt>
                <c:pt idx="568">
                  <c:v>0.98330009970089738</c:v>
                </c:pt>
                <c:pt idx="569">
                  <c:v>0.99077766699900305</c:v>
                </c:pt>
                <c:pt idx="570">
                  <c:v>0.99077766699900305</c:v>
                </c:pt>
                <c:pt idx="571">
                  <c:v>0.98579262213359919</c:v>
                </c:pt>
                <c:pt idx="572">
                  <c:v>0.98205383848454642</c:v>
                </c:pt>
                <c:pt idx="573">
                  <c:v>0.97831505483549352</c:v>
                </c:pt>
                <c:pt idx="574">
                  <c:v>0.9596211365902293</c:v>
                </c:pt>
                <c:pt idx="575">
                  <c:v>0.96460618145563315</c:v>
                </c:pt>
                <c:pt idx="576">
                  <c:v>0.97956131605184449</c:v>
                </c:pt>
                <c:pt idx="577">
                  <c:v>0.96959122632103689</c:v>
                </c:pt>
                <c:pt idx="578">
                  <c:v>0.97083748753738786</c:v>
                </c:pt>
                <c:pt idx="579">
                  <c:v>0.96709870388833508</c:v>
                </c:pt>
                <c:pt idx="580">
                  <c:v>0.99202392821535401</c:v>
                </c:pt>
                <c:pt idx="581">
                  <c:v>0.98953140578265208</c:v>
                </c:pt>
                <c:pt idx="582">
                  <c:v>0.99825523429710872</c:v>
                </c:pt>
                <c:pt idx="583">
                  <c:v>1.0032402791625126</c:v>
                </c:pt>
                <c:pt idx="584">
                  <c:v>1.0456131605184447</c:v>
                </c:pt>
                <c:pt idx="585">
                  <c:v>1.0418743768693919</c:v>
                </c:pt>
                <c:pt idx="586">
                  <c:v>1.0777666999002991</c:v>
                </c:pt>
                <c:pt idx="587">
                  <c:v>1.0628115653040877</c:v>
                </c:pt>
                <c:pt idx="588">
                  <c:v>1.0418743768693919</c:v>
                </c:pt>
                <c:pt idx="589">
                  <c:v>1.0538384845463609</c:v>
                </c:pt>
                <c:pt idx="590">
                  <c:v>1.0498504486540379</c:v>
                </c:pt>
                <c:pt idx="591">
                  <c:v>1.0338983050847459</c:v>
                </c:pt>
                <c:pt idx="592">
                  <c:v>1.0348953140578265</c:v>
                </c:pt>
                <c:pt idx="593">
                  <c:v>1.0219341974077767</c:v>
                </c:pt>
                <c:pt idx="594">
                  <c:v>1.0338983050847459</c:v>
                </c:pt>
                <c:pt idx="595">
                  <c:v>1.0538384845463609</c:v>
                </c:pt>
                <c:pt idx="596">
                  <c:v>1.0588235294117647</c:v>
                </c:pt>
                <c:pt idx="597">
                  <c:v>1.0667996011964107</c:v>
                </c:pt>
                <c:pt idx="598">
                  <c:v>1.0438683948155534</c:v>
                </c:pt>
                <c:pt idx="599">
                  <c:v>1.0488534396809572</c:v>
                </c:pt>
                <c:pt idx="600">
                  <c:v>1.0478564307078764</c:v>
                </c:pt>
                <c:pt idx="601">
                  <c:v>1.0418743768693919</c:v>
                </c:pt>
                <c:pt idx="602">
                  <c:v>1.0299102691924227</c:v>
                </c:pt>
                <c:pt idx="603">
                  <c:v>1.0299102691924227</c:v>
                </c:pt>
                <c:pt idx="604">
                  <c:v>1.0179461615154537</c:v>
                </c:pt>
                <c:pt idx="605">
                  <c:v>1.0299102691924227</c:v>
                </c:pt>
                <c:pt idx="606">
                  <c:v>1.0548354935194417</c:v>
                </c:pt>
                <c:pt idx="607">
                  <c:v>1.0428713858424725</c:v>
                </c:pt>
                <c:pt idx="608">
                  <c:v>1.036889332003988</c:v>
                </c:pt>
                <c:pt idx="609">
                  <c:v>1.0299102691924227</c:v>
                </c:pt>
                <c:pt idx="610">
                  <c:v>1.0398803589232304</c:v>
                </c:pt>
                <c:pt idx="611">
                  <c:v>1.0468594217347957</c:v>
                </c:pt>
                <c:pt idx="612">
                  <c:v>1.0478564307078764</c:v>
                </c:pt>
                <c:pt idx="613">
                  <c:v>1.0867397806580259</c:v>
                </c:pt>
                <c:pt idx="614">
                  <c:v>1.0947158524426719</c:v>
                </c:pt>
                <c:pt idx="615">
                  <c:v>1.103688933200399</c:v>
                </c:pt>
                <c:pt idx="616">
                  <c:v>1.1266201395812563</c:v>
                </c:pt>
                <c:pt idx="617">
                  <c:v>1.1236291126620139</c:v>
                </c:pt>
                <c:pt idx="618">
                  <c:v>1.2741774675972084</c:v>
                </c:pt>
                <c:pt idx="619">
                  <c:v>1.2811565304087738</c:v>
                </c:pt>
                <c:pt idx="620">
                  <c:v>1.2681954137587239</c:v>
                </c:pt>
                <c:pt idx="621">
                  <c:v>1.2841475573280161</c:v>
                </c:pt>
                <c:pt idx="622">
                  <c:v>1.2961116650049851</c:v>
                </c:pt>
                <c:pt idx="623">
                  <c:v>1.283150548354935</c:v>
                </c:pt>
                <c:pt idx="624">
                  <c:v>1.2761714855433699</c:v>
                </c:pt>
                <c:pt idx="625">
                  <c:v>1.2532402791625126</c:v>
                </c:pt>
                <c:pt idx="626">
                  <c:v>1.2293120638085744</c:v>
                </c:pt>
                <c:pt idx="627">
                  <c:v>1.2233300099700899</c:v>
                </c:pt>
                <c:pt idx="628">
                  <c:v>1.2662013958125624</c:v>
                </c:pt>
                <c:pt idx="629">
                  <c:v>1.2622133599202392</c:v>
                </c:pt>
                <c:pt idx="630">
                  <c:v>1.2731804586241278</c:v>
                </c:pt>
                <c:pt idx="631">
                  <c:v>1.2671984047856431</c:v>
                </c:pt>
                <c:pt idx="632">
                  <c:v>1.2671984047856431</c:v>
                </c:pt>
                <c:pt idx="633">
                  <c:v>1.2532402791625126</c:v>
                </c:pt>
                <c:pt idx="634">
                  <c:v>1.2472582253240279</c:v>
                </c:pt>
                <c:pt idx="635">
                  <c:v>1.2472582253240279</c:v>
                </c:pt>
                <c:pt idx="636">
                  <c:v>1.2472582253240279</c:v>
                </c:pt>
                <c:pt idx="637">
                  <c:v>1.2333000997008974</c:v>
                </c:pt>
                <c:pt idx="638">
                  <c:v>1.2412761714855434</c:v>
                </c:pt>
                <c:pt idx="639">
                  <c:v>1.226321036889332</c:v>
                </c:pt>
                <c:pt idx="640">
                  <c:v>1.2333000997008974</c:v>
                </c:pt>
                <c:pt idx="641">
                  <c:v>1.2333000997008974</c:v>
                </c:pt>
                <c:pt idx="642">
                  <c:v>1.2173479561316052</c:v>
                </c:pt>
                <c:pt idx="643">
                  <c:v>1.2063808574277168</c:v>
                </c:pt>
                <c:pt idx="644">
                  <c:v>1.2113659022931207</c:v>
                </c:pt>
                <c:pt idx="645">
                  <c:v>1.2013958125623132</c:v>
                </c:pt>
                <c:pt idx="646">
                  <c:v>1.1744765702891327</c:v>
                </c:pt>
                <c:pt idx="647">
                  <c:v>1.1744765702891327</c:v>
                </c:pt>
                <c:pt idx="648">
                  <c:v>1.1874376869391825</c:v>
                </c:pt>
                <c:pt idx="649">
                  <c:v>1.1984047856430708</c:v>
                </c:pt>
                <c:pt idx="650">
                  <c:v>1.2163509471585245</c:v>
                </c:pt>
                <c:pt idx="651">
                  <c:v>1.2063808574277168</c:v>
                </c:pt>
                <c:pt idx="652">
                  <c:v>1.2143569292123628</c:v>
                </c:pt>
                <c:pt idx="653">
                  <c:v>1.2333000997008974</c:v>
                </c:pt>
                <c:pt idx="654">
                  <c:v>1.2362911266201395</c:v>
                </c:pt>
                <c:pt idx="655">
                  <c:v>1.2283150548354935</c:v>
                </c:pt>
                <c:pt idx="656">
                  <c:v>1.234297108673978</c:v>
                </c:pt>
                <c:pt idx="657">
                  <c:v>1.2123629112662013</c:v>
                </c:pt>
                <c:pt idx="658">
                  <c:v>1.2073778664007977</c:v>
                </c:pt>
                <c:pt idx="659">
                  <c:v>1.1994017946161515</c:v>
                </c:pt>
                <c:pt idx="660">
                  <c:v>1.19740777666999</c:v>
                </c:pt>
                <c:pt idx="661">
                  <c:v>1.1844466600199401</c:v>
                </c:pt>
                <c:pt idx="662">
                  <c:v>1.1844466600199401</c:v>
                </c:pt>
                <c:pt idx="663">
                  <c:v>1.1665004985044867</c:v>
                </c:pt>
                <c:pt idx="664">
                  <c:v>1.1625124626121635</c:v>
                </c:pt>
                <c:pt idx="665">
                  <c:v>1.156530408773679</c:v>
                </c:pt>
                <c:pt idx="666">
                  <c:v>1.1684945164506482</c:v>
                </c:pt>
                <c:pt idx="667">
                  <c:v>1.1844466600199401</c:v>
                </c:pt>
                <c:pt idx="668">
                  <c:v>1.1764705882352942</c:v>
                </c:pt>
                <c:pt idx="669">
                  <c:v>1.1784646061814557</c:v>
                </c:pt>
                <c:pt idx="670">
                  <c:v>1.189431704885344</c:v>
                </c:pt>
                <c:pt idx="671">
                  <c:v>1.1874376869391825</c:v>
                </c:pt>
                <c:pt idx="672">
                  <c:v>1.1964107676969093</c:v>
                </c:pt>
                <c:pt idx="673">
                  <c:v>1.1944167497507479</c:v>
                </c:pt>
                <c:pt idx="674">
                  <c:v>1.1924227318045861</c:v>
                </c:pt>
                <c:pt idx="675">
                  <c:v>1.2093718843469592</c:v>
                </c:pt>
                <c:pt idx="676">
                  <c:v>1.2093718843469592</c:v>
                </c:pt>
                <c:pt idx="677">
                  <c:v>1.1944167497507479</c:v>
                </c:pt>
                <c:pt idx="678">
                  <c:v>1.1744765702891327</c:v>
                </c:pt>
                <c:pt idx="679">
                  <c:v>1.1744765702891327</c:v>
                </c:pt>
                <c:pt idx="680">
                  <c:v>1.181455633100698</c:v>
                </c:pt>
                <c:pt idx="681">
                  <c:v>1.1764705882352942</c:v>
                </c:pt>
                <c:pt idx="682">
                  <c:v>1.1744765702891327</c:v>
                </c:pt>
                <c:pt idx="683">
                  <c:v>1.1964107676969093</c:v>
                </c:pt>
                <c:pt idx="684">
                  <c:v>1.222333000997009</c:v>
                </c:pt>
                <c:pt idx="685">
                  <c:v>1.2133599202392822</c:v>
                </c:pt>
                <c:pt idx="686">
                  <c:v>1.1694915254237288</c:v>
                </c:pt>
                <c:pt idx="687">
                  <c:v>1.148554336989033</c:v>
                </c:pt>
                <c:pt idx="688">
                  <c:v>1.152542372881356</c:v>
                </c:pt>
                <c:pt idx="689">
                  <c:v>1.152542372881356</c:v>
                </c:pt>
                <c:pt idx="690">
                  <c:v>1.1495513459621136</c:v>
                </c:pt>
                <c:pt idx="691">
                  <c:v>1.1595214356929213</c:v>
                </c:pt>
                <c:pt idx="692">
                  <c:v>1.164506480558325</c:v>
                </c:pt>
                <c:pt idx="693">
                  <c:v>1.1694915254237288</c:v>
                </c:pt>
                <c:pt idx="694">
                  <c:v>1.1734795613160518</c:v>
                </c:pt>
                <c:pt idx="695">
                  <c:v>1.1734795613160518</c:v>
                </c:pt>
                <c:pt idx="696">
                  <c:v>1.1714855433698903</c:v>
                </c:pt>
                <c:pt idx="697">
                  <c:v>1.1884346959122634</c:v>
                </c:pt>
                <c:pt idx="698">
                  <c:v>1.1734795613160518</c:v>
                </c:pt>
                <c:pt idx="699">
                  <c:v>1.181455633100698</c:v>
                </c:pt>
                <c:pt idx="700">
                  <c:v>1.1874376869391825</c:v>
                </c:pt>
                <c:pt idx="701">
                  <c:v>1.1794616151545363</c:v>
                </c:pt>
                <c:pt idx="702">
                  <c:v>1.1844466600199401</c:v>
                </c:pt>
                <c:pt idx="703">
                  <c:v>1.1794616151545363</c:v>
                </c:pt>
                <c:pt idx="704">
                  <c:v>1.1914257228315055</c:v>
                </c:pt>
                <c:pt idx="705">
                  <c:v>1.1944167497507479</c:v>
                </c:pt>
                <c:pt idx="706">
                  <c:v>1.2033898305084747</c:v>
                </c:pt>
                <c:pt idx="707">
                  <c:v>1.2033898305084747</c:v>
                </c:pt>
                <c:pt idx="708">
                  <c:v>1.1924227318045861</c:v>
                </c:pt>
                <c:pt idx="709">
                  <c:v>1.1944167497507479</c:v>
                </c:pt>
                <c:pt idx="710">
                  <c:v>1.19740777666999</c:v>
                </c:pt>
                <c:pt idx="711">
                  <c:v>1.1724825523429712</c:v>
                </c:pt>
                <c:pt idx="712">
                  <c:v>1.1734795613160518</c:v>
                </c:pt>
                <c:pt idx="713">
                  <c:v>1.1545363908275175</c:v>
                </c:pt>
                <c:pt idx="714">
                  <c:v>1.1495513459621136</c:v>
                </c:pt>
                <c:pt idx="715">
                  <c:v>1.156530408773679</c:v>
                </c:pt>
                <c:pt idx="716">
                  <c:v>1.1545363908275175</c:v>
                </c:pt>
                <c:pt idx="717">
                  <c:v>1.1475573280159521</c:v>
                </c:pt>
                <c:pt idx="718">
                  <c:v>1.1545363908275175</c:v>
                </c:pt>
                <c:pt idx="719">
                  <c:v>1.1635094715852443</c:v>
                </c:pt>
                <c:pt idx="720">
                  <c:v>1.1764705882352942</c:v>
                </c:pt>
                <c:pt idx="721">
                  <c:v>1.1794616151545363</c:v>
                </c:pt>
                <c:pt idx="722">
                  <c:v>1.1944167497507479</c:v>
                </c:pt>
                <c:pt idx="723">
                  <c:v>1.1944167497507479</c:v>
                </c:pt>
                <c:pt idx="724">
                  <c:v>1.1824526420737786</c:v>
                </c:pt>
                <c:pt idx="725">
                  <c:v>1.1764705882352942</c:v>
                </c:pt>
                <c:pt idx="726">
                  <c:v>1.1834496510468595</c:v>
                </c:pt>
                <c:pt idx="727">
                  <c:v>1.1724825523429712</c:v>
                </c:pt>
                <c:pt idx="728">
                  <c:v>1.1465603190428715</c:v>
                </c:pt>
                <c:pt idx="729">
                  <c:v>1.152542372881356</c:v>
                </c:pt>
                <c:pt idx="730">
                  <c:v>1.1495513459621136</c:v>
                </c:pt>
                <c:pt idx="731">
                  <c:v>1.1575274177467596</c:v>
                </c:pt>
                <c:pt idx="732">
                  <c:v>1.1674975074775673</c:v>
                </c:pt>
                <c:pt idx="733">
                  <c:v>1.156530408773679</c:v>
                </c:pt>
                <c:pt idx="734">
                  <c:v>1.1415752741774676</c:v>
                </c:pt>
                <c:pt idx="735">
                  <c:v>1.1385842472582255</c:v>
                </c:pt>
                <c:pt idx="736">
                  <c:v>1.1385842472582255</c:v>
                </c:pt>
                <c:pt idx="737">
                  <c:v>1.1425722831505483</c:v>
                </c:pt>
                <c:pt idx="738">
                  <c:v>1.1365902293120638</c:v>
                </c:pt>
                <c:pt idx="739">
                  <c:v>1.181455633100698</c:v>
                </c:pt>
                <c:pt idx="740">
                  <c:v>1.1944167497507479</c:v>
                </c:pt>
                <c:pt idx="741">
                  <c:v>1.1984047856430708</c:v>
                </c:pt>
                <c:pt idx="742">
                  <c:v>1.1924227318045861</c:v>
                </c:pt>
                <c:pt idx="743">
                  <c:v>1.1944167497507479</c:v>
                </c:pt>
                <c:pt idx="744">
                  <c:v>1.218344965104686</c:v>
                </c:pt>
                <c:pt idx="745">
                  <c:v>1.218344965104686</c:v>
                </c:pt>
                <c:pt idx="746">
                  <c:v>1.2143569292123628</c:v>
                </c:pt>
                <c:pt idx="747">
                  <c:v>1.19740777666999</c:v>
                </c:pt>
                <c:pt idx="748">
                  <c:v>1.19740777666999</c:v>
                </c:pt>
                <c:pt idx="749">
                  <c:v>1.1944167497507479</c:v>
                </c:pt>
                <c:pt idx="750">
                  <c:v>1.2083748753738783</c:v>
                </c:pt>
                <c:pt idx="751">
                  <c:v>1.1944167497507479</c:v>
                </c:pt>
                <c:pt idx="752">
                  <c:v>1.2033898305084747</c:v>
                </c:pt>
                <c:pt idx="753">
                  <c:v>1.1924227318045861</c:v>
                </c:pt>
                <c:pt idx="754">
                  <c:v>1.1914257228315055</c:v>
                </c:pt>
                <c:pt idx="755">
                  <c:v>1.189431704885344</c:v>
                </c:pt>
                <c:pt idx="756">
                  <c:v>1.1784646061814557</c:v>
                </c:pt>
                <c:pt idx="757">
                  <c:v>1.1665004985044867</c:v>
                </c:pt>
                <c:pt idx="758">
                  <c:v>1.152542372881356</c:v>
                </c:pt>
                <c:pt idx="759">
                  <c:v>1.152542372881356</c:v>
                </c:pt>
                <c:pt idx="760">
                  <c:v>1.152542372881356</c:v>
                </c:pt>
                <c:pt idx="761">
                  <c:v>1.1535393818544368</c:v>
                </c:pt>
                <c:pt idx="762">
                  <c:v>1.1585244267198405</c:v>
                </c:pt>
                <c:pt idx="763">
                  <c:v>1.1824526420737786</c:v>
                </c:pt>
                <c:pt idx="764">
                  <c:v>1.1834496510468595</c:v>
                </c:pt>
                <c:pt idx="765">
                  <c:v>1.2083748753738783</c:v>
                </c:pt>
                <c:pt idx="766">
                  <c:v>1.2083748753738783</c:v>
                </c:pt>
                <c:pt idx="767">
                  <c:v>1.2562313060817547</c:v>
                </c:pt>
                <c:pt idx="768">
                  <c:v>1.2572283150548356</c:v>
                </c:pt>
                <c:pt idx="769">
                  <c:v>1.2592223330009971</c:v>
                </c:pt>
                <c:pt idx="770">
                  <c:v>1.2522432701894317</c:v>
                </c:pt>
                <c:pt idx="771">
                  <c:v>1.2741774675972084</c:v>
                </c:pt>
                <c:pt idx="772">
                  <c:v>1.2671984047856431</c:v>
                </c:pt>
                <c:pt idx="773">
                  <c:v>1.2293120638085744</c:v>
                </c:pt>
                <c:pt idx="774">
                  <c:v>1.2293120638085744</c:v>
                </c:pt>
                <c:pt idx="775">
                  <c:v>1.2233300099700899</c:v>
                </c:pt>
                <c:pt idx="776">
                  <c:v>1.2143569292123628</c:v>
                </c:pt>
                <c:pt idx="777">
                  <c:v>1.2143569292123628</c:v>
                </c:pt>
                <c:pt idx="778">
                  <c:v>1.2063808574277168</c:v>
                </c:pt>
                <c:pt idx="779">
                  <c:v>1.2023928215353938</c:v>
                </c:pt>
                <c:pt idx="780">
                  <c:v>1.2213359920239282</c:v>
                </c:pt>
                <c:pt idx="781">
                  <c:v>1.2173479561316052</c:v>
                </c:pt>
                <c:pt idx="782">
                  <c:v>1.2033898305084747</c:v>
                </c:pt>
                <c:pt idx="783">
                  <c:v>1.1964107676969093</c:v>
                </c:pt>
                <c:pt idx="784">
                  <c:v>1.1834496510468595</c:v>
                </c:pt>
                <c:pt idx="785">
                  <c:v>1.1744765702891327</c:v>
                </c:pt>
                <c:pt idx="786">
                  <c:v>1.189431704885344</c:v>
                </c:pt>
                <c:pt idx="787">
                  <c:v>1.1774675972083748</c:v>
                </c:pt>
                <c:pt idx="788">
                  <c:v>1.1924227318045861</c:v>
                </c:pt>
                <c:pt idx="789">
                  <c:v>1.2163509471585245</c:v>
                </c:pt>
                <c:pt idx="790">
                  <c:v>1.2313060817547359</c:v>
                </c:pt>
                <c:pt idx="791">
                  <c:v>1.2043868394815553</c:v>
                </c:pt>
                <c:pt idx="792">
                  <c:v>1.1984047856430708</c:v>
                </c:pt>
                <c:pt idx="793">
                  <c:v>1.2063808574277168</c:v>
                </c:pt>
                <c:pt idx="794">
                  <c:v>1.2173479561316052</c:v>
                </c:pt>
                <c:pt idx="795">
                  <c:v>1.218344965104686</c:v>
                </c:pt>
                <c:pt idx="796">
                  <c:v>1.2093718843469592</c:v>
                </c:pt>
                <c:pt idx="797">
                  <c:v>1.193419740777667</c:v>
                </c:pt>
                <c:pt idx="798">
                  <c:v>1.1924227318045861</c:v>
                </c:pt>
                <c:pt idx="799">
                  <c:v>1.189431704885344</c:v>
                </c:pt>
                <c:pt idx="800">
                  <c:v>1.1615154536390828</c:v>
                </c:pt>
                <c:pt idx="801">
                  <c:v>1.1635094715852443</c:v>
                </c:pt>
                <c:pt idx="802">
                  <c:v>1.1385842472582255</c:v>
                </c:pt>
                <c:pt idx="803">
                  <c:v>1.1435692921236291</c:v>
                </c:pt>
                <c:pt idx="804">
                  <c:v>1.1395812562313061</c:v>
                </c:pt>
                <c:pt idx="805">
                  <c:v>1.1395812562313061</c:v>
                </c:pt>
                <c:pt idx="806">
                  <c:v>1.1316051844466601</c:v>
                </c:pt>
                <c:pt idx="807">
                  <c:v>1.1465603190428715</c:v>
                </c:pt>
                <c:pt idx="808">
                  <c:v>1.1326021934197408</c:v>
                </c:pt>
                <c:pt idx="809">
                  <c:v>1.1166500498504486</c:v>
                </c:pt>
                <c:pt idx="810">
                  <c:v>1.1166500498504486</c:v>
                </c:pt>
                <c:pt idx="811">
                  <c:v>1.1116650049850449</c:v>
                </c:pt>
                <c:pt idx="812">
                  <c:v>1.0388833499501495</c:v>
                </c:pt>
                <c:pt idx="813">
                  <c:v>1.036889332003988</c:v>
                </c:pt>
                <c:pt idx="814">
                  <c:v>1.032901296111665</c:v>
                </c:pt>
                <c:pt idx="815">
                  <c:v>1.0269192422731805</c:v>
                </c:pt>
                <c:pt idx="816">
                  <c:v>1.0378863409770687</c:v>
                </c:pt>
                <c:pt idx="817">
                  <c:v>1.0388833499501495</c:v>
                </c:pt>
                <c:pt idx="818">
                  <c:v>1.0239282153539382</c:v>
                </c:pt>
                <c:pt idx="819">
                  <c:v>1.0239282153539382</c:v>
                </c:pt>
                <c:pt idx="820">
                  <c:v>1.028913260219342</c:v>
                </c:pt>
                <c:pt idx="821">
                  <c:v>1.044865403788634</c:v>
                </c:pt>
                <c:pt idx="822">
                  <c:v>1.0468594217347957</c:v>
                </c:pt>
                <c:pt idx="823">
                  <c:v>1.0348953140578265</c:v>
                </c:pt>
                <c:pt idx="824">
                  <c:v>1.0269192422731805</c:v>
                </c:pt>
                <c:pt idx="825">
                  <c:v>1.0299102691924227</c:v>
                </c:pt>
                <c:pt idx="826">
                  <c:v>1.0438683948155534</c:v>
                </c:pt>
                <c:pt idx="827">
                  <c:v>1.0438683948155534</c:v>
                </c:pt>
                <c:pt idx="828">
                  <c:v>1.0538384845463609</c:v>
                </c:pt>
                <c:pt idx="829">
                  <c:v>1.0578265204386839</c:v>
                </c:pt>
                <c:pt idx="830">
                  <c:v>1.0598205383848454</c:v>
                </c:pt>
                <c:pt idx="831">
                  <c:v>1.0438683948155534</c:v>
                </c:pt>
                <c:pt idx="832">
                  <c:v>1.0947158524426719</c:v>
                </c:pt>
                <c:pt idx="833">
                  <c:v>1.0967098703888336</c:v>
                </c:pt>
                <c:pt idx="834">
                  <c:v>1.0967098703888336</c:v>
                </c:pt>
                <c:pt idx="835">
                  <c:v>1.0977068793619142</c:v>
                </c:pt>
                <c:pt idx="836">
                  <c:v>1.1395812562313061</c:v>
                </c:pt>
                <c:pt idx="837">
                  <c:v>1.1116650049850449</c:v>
                </c:pt>
                <c:pt idx="838">
                  <c:v>1.1296111665004984</c:v>
                </c:pt>
                <c:pt idx="839">
                  <c:v>1.1186440677966103</c:v>
                </c:pt>
                <c:pt idx="840">
                  <c:v>1.1296111665004984</c:v>
                </c:pt>
                <c:pt idx="841">
                  <c:v>1.1326021934197408</c:v>
                </c:pt>
                <c:pt idx="842">
                  <c:v>1.1345962113659023</c:v>
                </c:pt>
                <c:pt idx="843">
                  <c:v>1.1415752741774676</c:v>
                </c:pt>
                <c:pt idx="844">
                  <c:v>1.1465603190428715</c:v>
                </c:pt>
                <c:pt idx="845">
                  <c:v>1.1625124626121635</c:v>
                </c:pt>
                <c:pt idx="846">
                  <c:v>1.1585244267198405</c:v>
                </c:pt>
                <c:pt idx="847">
                  <c:v>1.1844466600199401</c:v>
                </c:pt>
                <c:pt idx="848">
                  <c:v>1.2083748753738783</c:v>
                </c:pt>
                <c:pt idx="849">
                  <c:v>1.1844466600199401</c:v>
                </c:pt>
                <c:pt idx="850">
                  <c:v>1.1615154536390828</c:v>
                </c:pt>
                <c:pt idx="851">
                  <c:v>1.1674975074775673</c:v>
                </c:pt>
                <c:pt idx="852">
                  <c:v>1.1714855433698903</c:v>
                </c:pt>
                <c:pt idx="853">
                  <c:v>1.1335992023928216</c:v>
                </c:pt>
                <c:pt idx="854">
                  <c:v>1.1316051844466601</c:v>
                </c:pt>
                <c:pt idx="855">
                  <c:v>1.1316051844466601</c:v>
                </c:pt>
                <c:pt idx="856">
                  <c:v>1.1176470588235294</c:v>
                </c:pt>
                <c:pt idx="857">
                  <c:v>1.1146560319042871</c:v>
                </c:pt>
                <c:pt idx="858">
                  <c:v>1.1146560319042871</c:v>
                </c:pt>
                <c:pt idx="859">
                  <c:v>1.1266201395812563</c:v>
                </c:pt>
                <c:pt idx="860">
                  <c:v>1.1345962113659023</c:v>
                </c:pt>
                <c:pt idx="861">
                  <c:v>1.1146560319042871</c:v>
                </c:pt>
                <c:pt idx="862">
                  <c:v>1.1176470588235294</c:v>
                </c:pt>
                <c:pt idx="863">
                  <c:v>1.1276171485543369</c:v>
                </c:pt>
                <c:pt idx="864">
                  <c:v>1.1276171485543369</c:v>
                </c:pt>
                <c:pt idx="865">
                  <c:v>1.1266201395812563</c:v>
                </c:pt>
                <c:pt idx="866">
                  <c:v>1.0977068793619142</c:v>
                </c:pt>
                <c:pt idx="867">
                  <c:v>1.0977068793619142</c:v>
                </c:pt>
                <c:pt idx="868">
                  <c:v>1.0977068793619142</c:v>
                </c:pt>
                <c:pt idx="869">
                  <c:v>1.1116650049850449</c:v>
                </c:pt>
                <c:pt idx="870">
                  <c:v>1.1026919242273181</c:v>
                </c:pt>
                <c:pt idx="871">
                  <c:v>1.1136590229312064</c:v>
                </c:pt>
                <c:pt idx="872">
                  <c:v>1.103688933200399</c:v>
                </c:pt>
                <c:pt idx="873">
                  <c:v>1.1046859421734796</c:v>
                </c:pt>
                <c:pt idx="874">
                  <c:v>1.0777666999002991</c:v>
                </c:pt>
                <c:pt idx="875">
                  <c:v>1.0837487537387838</c:v>
                </c:pt>
                <c:pt idx="876">
                  <c:v>1.0887337986041874</c:v>
                </c:pt>
                <c:pt idx="877">
                  <c:v>1.0787637088733799</c:v>
                </c:pt>
                <c:pt idx="878">
                  <c:v>1.0697906281156531</c:v>
                </c:pt>
                <c:pt idx="879">
                  <c:v>1.0677966101694916</c:v>
                </c:pt>
                <c:pt idx="880">
                  <c:v>1.0648055832502492</c:v>
                </c:pt>
                <c:pt idx="881">
                  <c:v>1.0747756729810569</c:v>
                </c:pt>
                <c:pt idx="882">
                  <c:v>1.0977068793619142</c:v>
                </c:pt>
                <c:pt idx="883">
                  <c:v>1.1714855433698903</c:v>
                </c:pt>
                <c:pt idx="884">
                  <c:v>1.1714855433698903</c:v>
                </c:pt>
                <c:pt idx="885">
                  <c:v>1.1724825523429712</c:v>
                </c:pt>
                <c:pt idx="886">
                  <c:v>1.19740777666999</c:v>
                </c:pt>
                <c:pt idx="887">
                  <c:v>1.2372881355932204</c:v>
                </c:pt>
                <c:pt idx="888">
                  <c:v>1.234297108673978</c:v>
                </c:pt>
                <c:pt idx="889">
                  <c:v>1.2323030907278165</c:v>
                </c:pt>
                <c:pt idx="890">
                  <c:v>1.1964107676969093</c:v>
                </c:pt>
                <c:pt idx="891">
                  <c:v>1.1575274177467596</c:v>
                </c:pt>
                <c:pt idx="892">
                  <c:v>1.1794616151545363</c:v>
                </c:pt>
                <c:pt idx="893">
                  <c:v>1.1674975074775673</c:v>
                </c:pt>
                <c:pt idx="894">
                  <c:v>1.1724825523429712</c:v>
                </c:pt>
                <c:pt idx="895">
                  <c:v>1.1595214356929213</c:v>
                </c:pt>
                <c:pt idx="896">
                  <c:v>1.1585244267198405</c:v>
                </c:pt>
                <c:pt idx="897">
                  <c:v>1.19740777666999</c:v>
                </c:pt>
                <c:pt idx="898">
                  <c:v>1.1994017946161515</c:v>
                </c:pt>
                <c:pt idx="899">
                  <c:v>1.1984047856430708</c:v>
                </c:pt>
                <c:pt idx="900">
                  <c:v>1.1874376869391825</c:v>
                </c:pt>
                <c:pt idx="901">
                  <c:v>1.1744765702891327</c:v>
                </c:pt>
                <c:pt idx="902">
                  <c:v>1.152542372881356</c:v>
                </c:pt>
                <c:pt idx="903">
                  <c:v>1.1724825523429712</c:v>
                </c:pt>
                <c:pt idx="904">
                  <c:v>1.1764705882352942</c:v>
                </c:pt>
                <c:pt idx="905">
                  <c:v>1.1694915254237288</c:v>
                </c:pt>
                <c:pt idx="906">
                  <c:v>1.193419740777667</c:v>
                </c:pt>
                <c:pt idx="907">
                  <c:v>1.2083748753738783</c:v>
                </c:pt>
                <c:pt idx="908">
                  <c:v>1.2283150548354935</c:v>
                </c:pt>
                <c:pt idx="909">
                  <c:v>1.2243270189431705</c:v>
                </c:pt>
                <c:pt idx="910">
                  <c:v>1.242273180458624</c:v>
                </c:pt>
                <c:pt idx="911">
                  <c:v>1.2293120638085744</c:v>
                </c:pt>
                <c:pt idx="912">
                  <c:v>1.2283150548354935</c:v>
                </c:pt>
                <c:pt idx="913">
                  <c:v>1.2293120638085744</c:v>
                </c:pt>
                <c:pt idx="914">
                  <c:v>1.2442671984047857</c:v>
                </c:pt>
                <c:pt idx="915">
                  <c:v>1.2442671984047857</c:v>
                </c:pt>
                <c:pt idx="916">
                  <c:v>1.2562313060817547</c:v>
                </c:pt>
                <c:pt idx="917">
                  <c:v>1.2691924227318045</c:v>
                </c:pt>
                <c:pt idx="918">
                  <c:v>1.2632103688933201</c:v>
                </c:pt>
                <c:pt idx="919">
                  <c:v>1.2562313060817547</c:v>
                </c:pt>
                <c:pt idx="920">
                  <c:v>1.2532402791625126</c:v>
                </c:pt>
                <c:pt idx="921">
                  <c:v>1.2432701894317049</c:v>
                </c:pt>
                <c:pt idx="922">
                  <c:v>1.242273180458624</c:v>
                </c:pt>
                <c:pt idx="923">
                  <c:v>1.2273180458624127</c:v>
                </c:pt>
                <c:pt idx="924">
                  <c:v>1.2143569292123628</c:v>
                </c:pt>
                <c:pt idx="925">
                  <c:v>1.1744765702891327</c:v>
                </c:pt>
                <c:pt idx="926">
                  <c:v>1.2093718843469592</c:v>
                </c:pt>
                <c:pt idx="927">
                  <c:v>1.2083748753738783</c:v>
                </c:pt>
                <c:pt idx="928">
                  <c:v>1.226321036889332</c:v>
                </c:pt>
                <c:pt idx="929">
                  <c:v>1.2612163509471586</c:v>
                </c:pt>
                <c:pt idx="930">
                  <c:v>1.2532402791625126</c:v>
                </c:pt>
                <c:pt idx="931">
                  <c:v>1.2462612163509472</c:v>
                </c:pt>
                <c:pt idx="932">
                  <c:v>1.2542372881355932</c:v>
                </c:pt>
                <c:pt idx="933">
                  <c:v>1.2512462612163511</c:v>
                </c:pt>
                <c:pt idx="934">
                  <c:v>1.3230309072781654</c:v>
                </c:pt>
                <c:pt idx="935">
                  <c:v>1.3379860418743768</c:v>
                </c:pt>
                <c:pt idx="936">
                  <c:v>1.3389830508474578</c:v>
                </c:pt>
                <c:pt idx="937">
                  <c:v>1.3389830508474578</c:v>
                </c:pt>
                <c:pt idx="938">
                  <c:v>1.3579262213359919</c:v>
                </c:pt>
                <c:pt idx="939">
                  <c:v>1.3718843469591226</c:v>
                </c:pt>
                <c:pt idx="940">
                  <c:v>1.3818544366899301</c:v>
                </c:pt>
                <c:pt idx="941">
                  <c:v>1.3758723828514456</c:v>
                </c:pt>
                <c:pt idx="942">
                  <c:v>1.3808574277168495</c:v>
                </c:pt>
                <c:pt idx="943">
                  <c:v>1.4017946161515453</c:v>
                </c:pt>
                <c:pt idx="944">
                  <c:v>1.3768693918245265</c:v>
                </c:pt>
                <c:pt idx="945">
                  <c:v>1.3489531405782653</c:v>
                </c:pt>
                <c:pt idx="946">
                  <c:v>1.345962113659023</c:v>
                </c:pt>
                <c:pt idx="947">
                  <c:v>1.3768693918245265</c:v>
                </c:pt>
                <c:pt idx="948">
                  <c:v>1.3519441674975075</c:v>
                </c:pt>
                <c:pt idx="949">
                  <c:v>1.3609172482552343</c:v>
                </c:pt>
                <c:pt idx="950">
                  <c:v>1.3469591226321036</c:v>
                </c:pt>
                <c:pt idx="951">
                  <c:v>1.3718843469591226</c:v>
                </c:pt>
                <c:pt idx="952">
                  <c:v>1.390827517447657</c:v>
                </c:pt>
                <c:pt idx="953">
                  <c:v>1.4167497507477567</c:v>
                </c:pt>
                <c:pt idx="954">
                  <c:v>1.3958125623130608</c:v>
                </c:pt>
                <c:pt idx="955">
                  <c:v>1.4167497507477567</c:v>
                </c:pt>
                <c:pt idx="956">
                  <c:v>1.4017946161515453</c:v>
                </c:pt>
                <c:pt idx="957">
                  <c:v>1.4077766699900298</c:v>
                </c:pt>
                <c:pt idx="958">
                  <c:v>1.415752741774676</c:v>
                </c:pt>
                <c:pt idx="959">
                  <c:v>1.3938185443668996</c:v>
                </c:pt>
                <c:pt idx="960">
                  <c:v>1.4187437686939184</c:v>
                </c:pt>
                <c:pt idx="961">
                  <c:v>1.4187437686939184</c:v>
                </c:pt>
                <c:pt idx="962">
                  <c:v>1.431704885343968</c:v>
                </c:pt>
                <c:pt idx="963">
                  <c:v>1.4486540378863411</c:v>
                </c:pt>
                <c:pt idx="964">
                  <c:v>1.4536390827517449</c:v>
                </c:pt>
                <c:pt idx="965">
                  <c:v>1.4755732801595214</c:v>
                </c:pt>
                <c:pt idx="966">
                  <c:v>1.4765702891326022</c:v>
                </c:pt>
                <c:pt idx="967">
                  <c:v>1.4755732801595214</c:v>
                </c:pt>
                <c:pt idx="968">
                  <c:v>1.4426719840478563</c:v>
                </c:pt>
                <c:pt idx="969">
                  <c:v>1.4476570289132602</c:v>
                </c:pt>
                <c:pt idx="970">
                  <c:v>1.4486540378863411</c:v>
                </c:pt>
                <c:pt idx="971">
                  <c:v>1.4476570289132602</c:v>
                </c:pt>
                <c:pt idx="972">
                  <c:v>1.427716849451645</c:v>
                </c:pt>
                <c:pt idx="973">
                  <c:v>1.4705882352941178</c:v>
                </c:pt>
                <c:pt idx="974">
                  <c:v>1.4536390827517449</c:v>
                </c:pt>
                <c:pt idx="975">
                  <c:v>1.46061814556331</c:v>
                </c:pt>
                <c:pt idx="976">
                  <c:v>1.472582253240279</c:v>
                </c:pt>
                <c:pt idx="977">
                  <c:v>1.5513459621136589</c:v>
                </c:pt>
                <c:pt idx="978">
                  <c:v>1.5423728813559321</c:v>
                </c:pt>
                <c:pt idx="979">
                  <c:v>1.5553339980059822</c:v>
                </c:pt>
                <c:pt idx="980">
                  <c:v>1.576271186440678</c:v>
                </c:pt>
                <c:pt idx="981">
                  <c:v>1.580259222333001</c:v>
                </c:pt>
                <c:pt idx="982">
                  <c:v>1.6121635094715852</c:v>
                </c:pt>
                <c:pt idx="983">
                  <c:v>1.6011964107676968</c:v>
                </c:pt>
                <c:pt idx="984">
                  <c:v>1.5712861415752741</c:v>
                </c:pt>
                <c:pt idx="985">
                  <c:v>1.5523429710867398</c:v>
                </c:pt>
                <c:pt idx="986">
                  <c:v>1.5433698903290132</c:v>
                </c:pt>
                <c:pt idx="987">
                  <c:v>1.5433698903290132</c:v>
                </c:pt>
                <c:pt idx="988">
                  <c:v>1.5812562313060818</c:v>
                </c:pt>
                <c:pt idx="989">
                  <c:v>1.6221335992023929</c:v>
                </c:pt>
                <c:pt idx="990">
                  <c:v>1.6550348953140579</c:v>
                </c:pt>
                <c:pt idx="991">
                  <c:v>1.6799601196410767</c:v>
                </c:pt>
                <c:pt idx="992">
                  <c:v>1.6759720837487537</c:v>
                </c:pt>
                <c:pt idx="993">
                  <c:v>1.662013958125623</c:v>
                </c:pt>
                <c:pt idx="994">
                  <c:v>1.6819541375872382</c:v>
                </c:pt>
                <c:pt idx="995">
                  <c:v>1.6829511465603193</c:v>
                </c:pt>
                <c:pt idx="996">
                  <c:v>1.6420737786640078</c:v>
                </c:pt>
                <c:pt idx="997">
                  <c:v>1.5872382851445663</c:v>
                </c:pt>
                <c:pt idx="998">
                  <c:v>1.6161515453639084</c:v>
                </c:pt>
                <c:pt idx="999">
                  <c:v>1.576271186440678</c:v>
                </c:pt>
                <c:pt idx="1000">
                  <c:v>1.6001994017946162</c:v>
                </c:pt>
                <c:pt idx="1001">
                  <c:v>1.5832502492522433</c:v>
                </c:pt>
                <c:pt idx="1002">
                  <c:v>1.5702891326021935</c:v>
                </c:pt>
                <c:pt idx="1003">
                  <c:v>1.5403788634097708</c:v>
                </c:pt>
                <c:pt idx="1004">
                  <c:v>1.5433698903290132</c:v>
                </c:pt>
                <c:pt idx="1005">
                  <c:v>1.5433698903290132</c:v>
                </c:pt>
                <c:pt idx="1006">
                  <c:v>1.5314057826520437</c:v>
                </c:pt>
                <c:pt idx="1007">
                  <c:v>1.5722831505483548</c:v>
                </c:pt>
                <c:pt idx="1008">
                  <c:v>1.5663010967098703</c:v>
                </c:pt>
                <c:pt idx="1009">
                  <c:v>1.593220338983051</c:v>
                </c:pt>
                <c:pt idx="1010">
                  <c:v>1.5962113659022932</c:v>
                </c:pt>
                <c:pt idx="1011">
                  <c:v>1.6151545363908275</c:v>
                </c:pt>
                <c:pt idx="1012">
                  <c:v>1.6131605184446662</c:v>
                </c:pt>
                <c:pt idx="1013">
                  <c:v>1.593220338983051</c:v>
                </c:pt>
                <c:pt idx="1014">
                  <c:v>1.5463609172482553</c:v>
                </c:pt>
                <c:pt idx="1015">
                  <c:v>1.5503489531405783</c:v>
                </c:pt>
                <c:pt idx="1016">
                  <c:v>1.4875373878364904</c:v>
                </c:pt>
                <c:pt idx="1017">
                  <c:v>1.4915254237288136</c:v>
                </c:pt>
                <c:pt idx="1018">
                  <c:v>1.4825523429710867</c:v>
                </c:pt>
                <c:pt idx="1019">
                  <c:v>1.4715852442671984</c:v>
                </c:pt>
                <c:pt idx="1020">
                  <c:v>1.456630109670987</c:v>
                </c:pt>
                <c:pt idx="1021">
                  <c:v>1.4715852442671984</c:v>
                </c:pt>
                <c:pt idx="1022">
                  <c:v>1.4556331006979064</c:v>
                </c:pt>
                <c:pt idx="1023">
                  <c:v>1.4875373878364904</c:v>
                </c:pt>
                <c:pt idx="1024">
                  <c:v>1.456630109670987</c:v>
                </c:pt>
                <c:pt idx="1025">
                  <c:v>1.4456630109670987</c:v>
                </c:pt>
                <c:pt idx="1026">
                  <c:v>1.4755732801595214</c:v>
                </c:pt>
                <c:pt idx="1027">
                  <c:v>1.5134596211365905</c:v>
                </c:pt>
                <c:pt idx="1028">
                  <c:v>1.4985044865403789</c:v>
                </c:pt>
                <c:pt idx="1029">
                  <c:v>1.4885343968095714</c:v>
                </c:pt>
                <c:pt idx="1030">
                  <c:v>1.5154536390827518</c:v>
                </c:pt>
                <c:pt idx="1031">
                  <c:v>1.6151545363908275</c:v>
                </c:pt>
                <c:pt idx="1032">
                  <c:v>1.6031904287138585</c:v>
                </c:pt>
                <c:pt idx="1033">
                  <c:v>1.5483549351944168</c:v>
                </c:pt>
                <c:pt idx="1034">
                  <c:v>1.5363908275174476</c:v>
                </c:pt>
                <c:pt idx="1035">
                  <c:v>1.4965104685942174</c:v>
                </c:pt>
                <c:pt idx="1036">
                  <c:v>1.4805583250249252</c:v>
                </c:pt>
                <c:pt idx="1037">
                  <c:v>1.4825523429710867</c:v>
                </c:pt>
                <c:pt idx="1038">
                  <c:v>1.4237288135593222</c:v>
                </c:pt>
                <c:pt idx="1039">
                  <c:v>1.4366899302093719</c:v>
                </c:pt>
                <c:pt idx="1040">
                  <c:v>1.3968095712861415</c:v>
                </c:pt>
                <c:pt idx="1041">
                  <c:v>1.402791625124626</c:v>
                </c:pt>
                <c:pt idx="1042">
                  <c:v>1.3838484546360919</c:v>
                </c:pt>
                <c:pt idx="1043">
                  <c:v>1.3678963110667994</c:v>
                </c:pt>
                <c:pt idx="1044">
                  <c:v>1.3678963110667994</c:v>
                </c:pt>
                <c:pt idx="1045">
                  <c:v>1.333998005982054</c:v>
                </c:pt>
                <c:pt idx="1046">
                  <c:v>1.3678963110667994</c:v>
                </c:pt>
                <c:pt idx="1047">
                  <c:v>1.3619142572283149</c:v>
                </c:pt>
                <c:pt idx="1048">
                  <c:v>1.3768693918245265</c:v>
                </c:pt>
                <c:pt idx="1049">
                  <c:v>1.3519441674975075</c:v>
                </c:pt>
                <c:pt idx="1050">
                  <c:v>1.3359920239282155</c:v>
                </c:pt>
                <c:pt idx="1051">
                  <c:v>1.283150548354935</c:v>
                </c:pt>
                <c:pt idx="1052">
                  <c:v>1.283150548354935</c:v>
                </c:pt>
                <c:pt idx="1053">
                  <c:v>1.2721834496510469</c:v>
                </c:pt>
                <c:pt idx="1054">
                  <c:v>1.2432701894317049</c:v>
                </c:pt>
                <c:pt idx="1055">
                  <c:v>1.2432701894317049</c:v>
                </c:pt>
                <c:pt idx="1056">
                  <c:v>1.218344965104686</c:v>
                </c:pt>
                <c:pt idx="1057">
                  <c:v>1.2073778664007977</c:v>
                </c:pt>
                <c:pt idx="1058">
                  <c:v>1.218344965104686</c:v>
                </c:pt>
                <c:pt idx="1059">
                  <c:v>1.2043868394815553</c:v>
                </c:pt>
                <c:pt idx="1060">
                  <c:v>1.2063808574277168</c:v>
                </c:pt>
                <c:pt idx="1061">
                  <c:v>1.2083748753738783</c:v>
                </c:pt>
                <c:pt idx="1062">
                  <c:v>1.1914257228315055</c:v>
                </c:pt>
                <c:pt idx="1063">
                  <c:v>1.181455633100698</c:v>
                </c:pt>
                <c:pt idx="1064">
                  <c:v>1.1665004985044867</c:v>
                </c:pt>
                <c:pt idx="1065">
                  <c:v>1.1276171485543369</c:v>
                </c:pt>
                <c:pt idx="1066">
                  <c:v>1.0927218344965104</c:v>
                </c:pt>
                <c:pt idx="1067">
                  <c:v>1.1146560319042871</c:v>
                </c:pt>
                <c:pt idx="1068">
                  <c:v>1.1126620139581256</c:v>
                </c:pt>
                <c:pt idx="1069">
                  <c:v>1.1076769690927217</c:v>
                </c:pt>
                <c:pt idx="1070">
                  <c:v>1.0887337986041874</c:v>
                </c:pt>
                <c:pt idx="1071">
                  <c:v>1.0887337986041874</c:v>
                </c:pt>
                <c:pt idx="1072">
                  <c:v>1.0827517447657029</c:v>
                </c:pt>
                <c:pt idx="1073">
                  <c:v>1.0877367896311068</c:v>
                </c:pt>
                <c:pt idx="1074">
                  <c:v>1.0927218344965104</c:v>
                </c:pt>
                <c:pt idx="1075">
                  <c:v>1.1026919242273181</c:v>
                </c:pt>
                <c:pt idx="1076">
                  <c:v>1.1166500498504486</c:v>
                </c:pt>
                <c:pt idx="1077">
                  <c:v>1.1246261216350948</c:v>
                </c:pt>
                <c:pt idx="1078">
                  <c:v>1.1316051844466601</c:v>
                </c:pt>
                <c:pt idx="1079">
                  <c:v>1.1186440677966103</c:v>
                </c:pt>
                <c:pt idx="1080">
                  <c:v>1.0997008973080757</c:v>
                </c:pt>
                <c:pt idx="1081">
                  <c:v>1.0867397806580259</c:v>
                </c:pt>
                <c:pt idx="1082">
                  <c:v>1.0847457627118644</c:v>
                </c:pt>
                <c:pt idx="1083">
                  <c:v>1.1076769690927217</c:v>
                </c:pt>
                <c:pt idx="1084">
                  <c:v>1.1385842472582255</c:v>
                </c:pt>
                <c:pt idx="1085">
                  <c:v>1.1236291126620139</c:v>
                </c:pt>
                <c:pt idx="1086">
                  <c:v>1.1425722831505483</c:v>
                </c:pt>
                <c:pt idx="1087">
                  <c:v>1.152542372881356</c:v>
                </c:pt>
                <c:pt idx="1088">
                  <c:v>1.1674975074775673</c:v>
                </c:pt>
                <c:pt idx="1089">
                  <c:v>1.1575274177467596</c:v>
                </c:pt>
                <c:pt idx="1090">
                  <c:v>1.1365902293120638</c:v>
                </c:pt>
                <c:pt idx="1091">
                  <c:v>1.1226321036889331</c:v>
                </c:pt>
                <c:pt idx="1092">
                  <c:v>1.0977068793619142</c:v>
                </c:pt>
                <c:pt idx="1093">
                  <c:v>1.1186440677966103</c:v>
                </c:pt>
                <c:pt idx="1094">
                  <c:v>1.1345962113659023</c:v>
                </c:pt>
                <c:pt idx="1095">
                  <c:v>1.1635094715852443</c:v>
                </c:pt>
                <c:pt idx="1096">
                  <c:v>1.1345962113659023</c:v>
                </c:pt>
                <c:pt idx="1097">
                  <c:v>1.1136590229312064</c:v>
                </c:pt>
                <c:pt idx="1098">
                  <c:v>1.0927218344965104</c:v>
                </c:pt>
                <c:pt idx="1099">
                  <c:v>1.0817547357926223</c:v>
                </c:pt>
                <c:pt idx="1100">
                  <c:v>1.0837487537387838</c:v>
                </c:pt>
                <c:pt idx="1101">
                  <c:v>1.0498504486540379</c:v>
                </c:pt>
                <c:pt idx="1102">
                  <c:v>1.0478564307078764</c:v>
                </c:pt>
                <c:pt idx="1103">
                  <c:v>1.028913260219342</c:v>
                </c:pt>
                <c:pt idx="1104">
                  <c:v>1.0887337986041874</c:v>
                </c:pt>
                <c:pt idx="1105">
                  <c:v>1.0777666999002991</c:v>
                </c:pt>
                <c:pt idx="1106">
                  <c:v>1.0727816550348952</c:v>
                </c:pt>
                <c:pt idx="1107">
                  <c:v>1.0598205383848454</c:v>
                </c:pt>
                <c:pt idx="1108">
                  <c:v>1.0598205383848454</c:v>
                </c:pt>
                <c:pt idx="1109">
                  <c:v>1.0478564307078764</c:v>
                </c:pt>
                <c:pt idx="1110">
                  <c:v>1.0348953140578265</c:v>
                </c:pt>
                <c:pt idx="1111">
                  <c:v>1.0229312063808573</c:v>
                </c:pt>
                <c:pt idx="1112">
                  <c:v>1.0348953140578265</c:v>
                </c:pt>
                <c:pt idx="1113">
                  <c:v>1.0388833499501495</c:v>
                </c:pt>
                <c:pt idx="1114">
                  <c:v>1.032901296111665</c:v>
                </c:pt>
                <c:pt idx="1115">
                  <c:v>1.0239282153539382</c:v>
                </c:pt>
                <c:pt idx="1116">
                  <c:v>1.0269192422731805</c:v>
                </c:pt>
                <c:pt idx="1117">
                  <c:v>1.0099700897308075</c:v>
                </c:pt>
                <c:pt idx="1118">
                  <c:v>1.0189431704885346</c:v>
                </c:pt>
                <c:pt idx="1119">
                  <c:v>1.032901296111665</c:v>
                </c:pt>
                <c:pt idx="1120">
                  <c:v>1.0269192422731805</c:v>
                </c:pt>
                <c:pt idx="1121">
                  <c:v>1.0189431704885346</c:v>
                </c:pt>
                <c:pt idx="1122">
                  <c:v>1.0199401794616152</c:v>
                </c:pt>
                <c:pt idx="1123">
                  <c:v>1.0089730807577268</c:v>
                </c:pt>
                <c:pt idx="1124">
                  <c:v>1.0229312063808573</c:v>
                </c:pt>
                <c:pt idx="1125">
                  <c:v>1.0179461615154537</c:v>
                </c:pt>
                <c:pt idx="1126">
                  <c:v>1.0299102691924227</c:v>
                </c:pt>
                <c:pt idx="1127">
                  <c:v>1.0169491525423728</c:v>
                </c:pt>
                <c:pt idx="1128">
                  <c:v>1.0319042871385842</c:v>
                </c:pt>
                <c:pt idx="1129">
                  <c:v>1.0269192422731805</c:v>
                </c:pt>
                <c:pt idx="1130">
                  <c:v>1.0179461615154537</c:v>
                </c:pt>
                <c:pt idx="1131">
                  <c:v>1.0049850448654039</c:v>
                </c:pt>
                <c:pt idx="1132">
                  <c:v>1.0229312063808573</c:v>
                </c:pt>
                <c:pt idx="1133">
                  <c:v>1.0299102691924227</c:v>
                </c:pt>
                <c:pt idx="1134">
                  <c:v>1.0279162512462612</c:v>
                </c:pt>
                <c:pt idx="1135">
                  <c:v>1.0279162512462612</c:v>
                </c:pt>
                <c:pt idx="1136">
                  <c:v>1.0089730807577268</c:v>
                </c:pt>
                <c:pt idx="1137">
                  <c:v>0.99700897308075775</c:v>
                </c:pt>
                <c:pt idx="1138">
                  <c:v>0.99501495513459626</c:v>
                </c:pt>
                <c:pt idx="1139">
                  <c:v>0.99202392821535401</c:v>
                </c:pt>
                <c:pt idx="1140">
                  <c:v>0.98404785643070791</c:v>
                </c:pt>
                <c:pt idx="1141">
                  <c:v>0.99401794616151551</c:v>
                </c:pt>
                <c:pt idx="1142">
                  <c:v>0.98703888334995016</c:v>
                </c:pt>
                <c:pt idx="1143">
                  <c:v>0.98703888334995016</c:v>
                </c:pt>
                <c:pt idx="1144">
                  <c:v>0.98803589232303091</c:v>
                </c:pt>
                <c:pt idx="1145">
                  <c:v>0.98305084745762705</c:v>
                </c:pt>
                <c:pt idx="1146">
                  <c:v>0.99700897308075775</c:v>
                </c:pt>
                <c:pt idx="1147">
                  <c:v>1.0089730807577268</c:v>
                </c:pt>
                <c:pt idx="1148">
                  <c:v>1.0119641076769692</c:v>
                </c:pt>
                <c:pt idx="1149">
                  <c:v>1.024925224327019</c:v>
                </c:pt>
                <c:pt idx="1150">
                  <c:v>1.0169491525423728</c:v>
                </c:pt>
                <c:pt idx="1151">
                  <c:v>0.99302093718843465</c:v>
                </c:pt>
                <c:pt idx="1152">
                  <c:v>0.98404785643070791</c:v>
                </c:pt>
                <c:pt idx="1153">
                  <c:v>0.98703888334995016</c:v>
                </c:pt>
                <c:pt idx="1154">
                  <c:v>0.98504486540378866</c:v>
                </c:pt>
                <c:pt idx="1155">
                  <c:v>0.96311066799601197</c:v>
                </c:pt>
                <c:pt idx="1156">
                  <c:v>0.95912263210368898</c:v>
                </c:pt>
                <c:pt idx="1157">
                  <c:v>0.95413758723828523</c:v>
                </c:pt>
                <c:pt idx="1158">
                  <c:v>0.95912263210368898</c:v>
                </c:pt>
                <c:pt idx="1159">
                  <c:v>0.97806580259222331</c:v>
                </c:pt>
                <c:pt idx="1160">
                  <c:v>0.98504486540378866</c:v>
                </c:pt>
                <c:pt idx="1161">
                  <c:v>0.96510468594217347</c:v>
                </c:pt>
                <c:pt idx="1162">
                  <c:v>0.97407776669990032</c:v>
                </c:pt>
                <c:pt idx="1163">
                  <c:v>0.97008973080757732</c:v>
                </c:pt>
                <c:pt idx="1164">
                  <c:v>0.96410767696909283</c:v>
                </c:pt>
                <c:pt idx="1165">
                  <c:v>0.98305084745762705</c:v>
                </c:pt>
                <c:pt idx="1166">
                  <c:v>0.97208374875373882</c:v>
                </c:pt>
                <c:pt idx="1167">
                  <c:v>1.0219341974077767</c:v>
                </c:pt>
                <c:pt idx="1168">
                  <c:v>1.0144566301096709</c:v>
                </c:pt>
                <c:pt idx="1169">
                  <c:v>1.0194416749750748</c:v>
                </c:pt>
                <c:pt idx="1170">
                  <c:v>1.0294117647058825</c:v>
                </c:pt>
                <c:pt idx="1171">
                  <c:v>1.0256729810568295</c:v>
                </c:pt>
                <c:pt idx="1172">
                  <c:v>1.0244267198404786</c:v>
                </c:pt>
                <c:pt idx="1173">
                  <c:v>1.0319042871385842</c:v>
                </c:pt>
                <c:pt idx="1174">
                  <c:v>1.0343968095712861</c:v>
                </c:pt>
                <c:pt idx="1175">
                  <c:v>1.0319042871385842</c:v>
                </c:pt>
                <c:pt idx="1176">
                  <c:v>1.0132103688933201</c:v>
                </c:pt>
                <c:pt idx="1177">
                  <c:v>1.0206879361914258</c:v>
                </c:pt>
                <c:pt idx="1178">
                  <c:v>1.0057328015952143</c:v>
                </c:pt>
                <c:pt idx="1179">
                  <c:v>1.0019940179461615</c:v>
                </c:pt>
                <c:pt idx="1180">
                  <c:v>1.0044865403788634</c:v>
                </c:pt>
                <c:pt idx="1181">
                  <c:v>1.0406281156530408</c:v>
                </c:pt>
                <c:pt idx="1182">
                  <c:v>1.0306580259222333</c:v>
                </c:pt>
                <c:pt idx="1183">
                  <c:v>1.0306580259222333</c:v>
                </c:pt>
                <c:pt idx="1184">
                  <c:v>1.0306580259222333</c:v>
                </c:pt>
                <c:pt idx="1185">
                  <c:v>0.99950149551345968</c:v>
                </c:pt>
                <c:pt idx="1186">
                  <c:v>0.99700897308075775</c:v>
                </c:pt>
                <c:pt idx="1187">
                  <c:v>0.98330009970089738</c:v>
                </c:pt>
                <c:pt idx="1188">
                  <c:v>0.97706879361914256</c:v>
                </c:pt>
                <c:pt idx="1189">
                  <c:v>0.98080757726819545</c:v>
                </c:pt>
                <c:pt idx="1190">
                  <c:v>0.98579262213359919</c:v>
                </c:pt>
                <c:pt idx="1191">
                  <c:v>0.98205383848454642</c:v>
                </c:pt>
                <c:pt idx="1192">
                  <c:v>0.98579262213359919</c:v>
                </c:pt>
                <c:pt idx="1193">
                  <c:v>0.99202392821535401</c:v>
                </c:pt>
                <c:pt idx="1194">
                  <c:v>0.99077766699900305</c:v>
                </c:pt>
                <c:pt idx="1195">
                  <c:v>0.9758225324027916</c:v>
                </c:pt>
                <c:pt idx="1196">
                  <c:v>0.9758225324027916</c:v>
                </c:pt>
                <c:pt idx="1197">
                  <c:v>0.98205383848454642</c:v>
                </c:pt>
                <c:pt idx="1198">
                  <c:v>0.98205383848454642</c:v>
                </c:pt>
                <c:pt idx="1199">
                  <c:v>0.97333000997008978</c:v>
                </c:pt>
                <c:pt idx="1200">
                  <c:v>0.97208374875373882</c:v>
                </c:pt>
                <c:pt idx="1201">
                  <c:v>0.97208374875373882</c:v>
                </c:pt>
                <c:pt idx="1202">
                  <c:v>0.97831505483549352</c:v>
                </c:pt>
                <c:pt idx="1203">
                  <c:v>0.97083748753738786</c:v>
                </c:pt>
                <c:pt idx="1204">
                  <c:v>0.97208374875373882</c:v>
                </c:pt>
                <c:pt idx="1205">
                  <c:v>0.98828514456630112</c:v>
                </c:pt>
                <c:pt idx="1206">
                  <c:v>0.98828514456630112</c:v>
                </c:pt>
                <c:pt idx="1207">
                  <c:v>0.99950149551345968</c:v>
                </c:pt>
                <c:pt idx="1208">
                  <c:v>0.99700897308075775</c:v>
                </c:pt>
                <c:pt idx="1209">
                  <c:v>0.98205383848454642</c:v>
                </c:pt>
                <c:pt idx="1210">
                  <c:v>0.99327018943170486</c:v>
                </c:pt>
                <c:pt idx="1211">
                  <c:v>0.99700897308075775</c:v>
                </c:pt>
                <c:pt idx="1212">
                  <c:v>1.0343968095712861</c:v>
                </c:pt>
                <c:pt idx="1213">
                  <c:v>1.0256729810568295</c:v>
                </c:pt>
                <c:pt idx="1214">
                  <c:v>1.0256729810568295</c:v>
                </c:pt>
                <c:pt idx="1215">
                  <c:v>1.0543369890329013</c:v>
                </c:pt>
                <c:pt idx="1216">
                  <c:v>1.0692921236291126</c:v>
                </c:pt>
                <c:pt idx="1217">
                  <c:v>1.0518444666001994</c:v>
                </c:pt>
                <c:pt idx="1218">
                  <c:v>1.0481056829511466</c:v>
                </c:pt>
                <c:pt idx="1219">
                  <c:v>1.0443668993020938</c:v>
                </c:pt>
                <c:pt idx="1220">
                  <c:v>1.0418743768693919</c:v>
                </c:pt>
                <c:pt idx="1221">
                  <c:v>1.0244267198404786</c:v>
                </c:pt>
                <c:pt idx="1222">
                  <c:v>1.0306580259222333</c:v>
                </c:pt>
                <c:pt idx="1223">
                  <c:v>1.0431206380857427</c:v>
                </c:pt>
                <c:pt idx="1224">
                  <c:v>1.0593220338983051</c:v>
                </c:pt>
                <c:pt idx="1225">
                  <c:v>1.084247258225324</c:v>
                </c:pt>
                <c:pt idx="1226">
                  <c:v>1.0692921236291126</c:v>
                </c:pt>
                <c:pt idx="1227">
                  <c:v>1.1724825523429712</c:v>
                </c:pt>
                <c:pt idx="1228">
                  <c:v>1.1615154536390828</c:v>
                </c:pt>
                <c:pt idx="1229">
                  <c:v>1.152542372881356</c:v>
                </c:pt>
                <c:pt idx="1230">
                  <c:v>1.1335992023928216</c:v>
                </c:pt>
                <c:pt idx="1231">
                  <c:v>1.1086739780658026</c:v>
                </c:pt>
                <c:pt idx="1232">
                  <c:v>1.1066799601196411</c:v>
                </c:pt>
                <c:pt idx="1233">
                  <c:v>1.0897308075772683</c:v>
                </c:pt>
                <c:pt idx="1234">
                  <c:v>1.0887337986041874</c:v>
                </c:pt>
                <c:pt idx="1235">
                  <c:v>1.0987038883349951</c:v>
                </c:pt>
                <c:pt idx="1236">
                  <c:v>1.1016949152542372</c:v>
                </c:pt>
                <c:pt idx="1237">
                  <c:v>1.0977068793619142</c:v>
                </c:pt>
                <c:pt idx="1238">
                  <c:v>1.1016949152542372</c:v>
                </c:pt>
                <c:pt idx="1239">
                  <c:v>1.1016949152542372</c:v>
                </c:pt>
                <c:pt idx="1240">
                  <c:v>1.0867397806580259</c:v>
                </c:pt>
                <c:pt idx="1241">
                  <c:v>1.0648055832502492</c:v>
                </c:pt>
                <c:pt idx="1242">
                  <c:v>1.0737786640079761</c:v>
                </c:pt>
                <c:pt idx="1243">
                  <c:v>1.0667996011964107</c:v>
                </c:pt>
                <c:pt idx="1244">
                  <c:v>1.0588235294117647</c:v>
                </c:pt>
                <c:pt idx="1245">
                  <c:v>1.0667996011964107</c:v>
                </c:pt>
                <c:pt idx="1246">
                  <c:v>1.0727816550348952</c:v>
                </c:pt>
                <c:pt idx="1247">
                  <c:v>1.0677966101694916</c:v>
                </c:pt>
                <c:pt idx="1248">
                  <c:v>1.0747756729810569</c:v>
                </c:pt>
                <c:pt idx="1249">
                  <c:v>1.0677966101694916</c:v>
                </c:pt>
                <c:pt idx="1250">
                  <c:v>1.0588235294117647</c:v>
                </c:pt>
                <c:pt idx="1251">
                  <c:v>1.0847457627118644</c:v>
                </c:pt>
                <c:pt idx="1252">
                  <c:v>1.0917248255234298</c:v>
                </c:pt>
                <c:pt idx="1253">
                  <c:v>1.0937188434695913</c:v>
                </c:pt>
                <c:pt idx="1254">
                  <c:v>1.0837487537387838</c:v>
                </c:pt>
                <c:pt idx="1255">
                  <c:v>1.1076769690927217</c:v>
                </c:pt>
                <c:pt idx="1256">
                  <c:v>1.1046859421734796</c:v>
                </c:pt>
                <c:pt idx="1257">
                  <c:v>1.0817547357926223</c:v>
                </c:pt>
                <c:pt idx="1258">
                  <c:v>1.0618145563310071</c:v>
                </c:pt>
                <c:pt idx="1259">
                  <c:v>1.0638085742771686</c:v>
                </c:pt>
                <c:pt idx="1260">
                  <c:v>1.0418743768693919</c:v>
                </c:pt>
                <c:pt idx="1261">
                  <c:v>1.0219341974077767</c:v>
                </c:pt>
                <c:pt idx="1262">
                  <c:v>1.0269192422731805</c:v>
                </c:pt>
                <c:pt idx="1263">
                  <c:v>1.036889332003988</c:v>
                </c:pt>
                <c:pt idx="1264">
                  <c:v>1.0378863409770687</c:v>
                </c:pt>
                <c:pt idx="1265">
                  <c:v>1.0348953140578265</c:v>
                </c:pt>
                <c:pt idx="1266">
                  <c:v>1.0378863409770687</c:v>
                </c:pt>
                <c:pt idx="1267">
                  <c:v>1.028913260219342</c:v>
                </c:pt>
                <c:pt idx="1268">
                  <c:v>1.0179461615154537</c:v>
                </c:pt>
                <c:pt idx="1269">
                  <c:v>1.0139581256231307</c:v>
                </c:pt>
                <c:pt idx="1270">
                  <c:v>1.0319042871385842</c:v>
                </c:pt>
                <c:pt idx="1271">
                  <c:v>1.0338983050847459</c:v>
                </c:pt>
                <c:pt idx="1272">
                  <c:v>1.0498504486540379</c:v>
                </c:pt>
                <c:pt idx="1273">
                  <c:v>1.0438683948155534</c:v>
                </c:pt>
                <c:pt idx="1274">
                  <c:v>1.0628115653040877</c:v>
                </c:pt>
                <c:pt idx="1275">
                  <c:v>1.1186440677966103</c:v>
                </c:pt>
                <c:pt idx="1276">
                  <c:v>1.1026919242273181</c:v>
                </c:pt>
                <c:pt idx="1277">
                  <c:v>1.1096709870388834</c:v>
                </c:pt>
                <c:pt idx="1278">
                  <c:v>1.1216350947158524</c:v>
                </c:pt>
                <c:pt idx="1279">
                  <c:v>1.1026919242273181</c:v>
                </c:pt>
                <c:pt idx="1280">
                  <c:v>1.1066799601196411</c:v>
                </c:pt>
                <c:pt idx="1281">
                  <c:v>1.1186440677966103</c:v>
                </c:pt>
                <c:pt idx="1282">
                  <c:v>1.0817547357926223</c:v>
                </c:pt>
                <c:pt idx="1283">
                  <c:v>1.0877367896311068</c:v>
                </c:pt>
                <c:pt idx="1284">
                  <c:v>1.0997008973080757</c:v>
                </c:pt>
                <c:pt idx="1285">
                  <c:v>1.0977068793619142</c:v>
                </c:pt>
                <c:pt idx="1286">
                  <c:v>1.0767696909272184</c:v>
                </c:pt>
                <c:pt idx="1287">
                  <c:v>1.0737786640079761</c:v>
                </c:pt>
                <c:pt idx="1288">
                  <c:v>1.0468594217347957</c:v>
                </c:pt>
                <c:pt idx="1289">
                  <c:v>1.0717846460618146</c:v>
                </c:pt>
                <c:pt idx="1290">
                  <c:v>1.0917248255234298</c:v>
                </c:pt>
                <c:pt idx="1291">
                  <c:v>1.1176470588235294</c:v>
                </c:pt>
                <c:pt idx="1292">
                  <c:v>1.1246261216350948</c:v>
                </c:pt>
                <c:pt idx="1293">
                  <c:v>1.1415752741774676</c:v>
                </c:pt>
                <c:pt idx="1294">
                  <c:v>1.1734795613160518</c:v>
                </c:pt>
                <c:pt idx="1295">
                  <c:v>1.1575274177467596</c:v>
                </c:pt>
                <c:pt idx="1296">
                  <c:v>1.1435692921236291</c:v>
                </c:pt>
                <c:pt idx="1297">
                  <c:v>1.1286141575274178</c:v>
                </c:pt>
                <c:pt idx="1298">
                  <c:v>1.1595214356929213</c:v>
                </c:pt>
                <c:pt idx="1299">
                  <c:v>1.103688933200399</c:v>
                </c:pt>
                <c:pt idx="1300">
                  <c:v>1.0887337986041874</c:v>
                </c:pt>
                <c:pt idx="1301">
                  <c:v>1.0787637088733799</c:v>
                </c:pt>
                <c:pt idx="1302">
                  <c:v>1.0578265204386839</c:v>
                </c:pt>
                <c:pt idx="1303">
                  <c:v>1.0787637088733799</c:v>
                </c:pt>
                <c:pt idx="1304">
                  <c:v>1.1515453639082751</c:v>
                </c:pt>
                <c:pt idx="1305">
                  <c:v>1.1495513459621136</c:v>
                </c:pt>
                <c:pt idx="1306">
                  <c:v>1.164506480558325</c:v>
                </c:pt>
                <c:pt idx="1307">
                  <c:v>1.1276171485543369</c:v>
                </c:pt>
                <c:pt idx="1308">
                  <c:v>1.1296111665004984</c:v>
                </c:pt>
                <c:pt idx="1309">
                  <c:v>1.1316051844466601</c:v>
                </c:pt>
                <c:pt idx="1310">
                  <c:v>1.1824526420737786</c:v>
                </c:pt>
                <c:pt idx="1311">
                  <c:v>1.222333000997009</c:v>
                </c:pt>
                <c:pt idx="1312">
                  <c:v>1.2841475573280161</c:v>
                </c:pt>
                <c:pt idx="1313">
                  <c:v>1.2961116650049851</c:v>
                </c:pt>
                <c:pt idx="1314">
                  <c:v>1.2382851445663012</c:v>
                </c:pt>
                <c:pt idx="1315">
                  <c:v>1.2033898305084747</c:v>
                </c:pt>
                <c:pt idx="1316">
                  <c:v>1.1665004985044867</c:v>
                </c:pt>
                <c:pt idx="1317">
                  <c:v>1.1635094715852443</c:v>
                </c:pt>
                <c:pt idx="1318">
                  <c:v>1.148554336989033</c:v>
                </c:pt>
                <c:pt idx="1319">
                  <c:v>1.1674975074775673</c:v>
                </c:pt>
                <c:pt idx="1320">
                  <c:v>1.1784646061814557</c:v>
                </c:pt>
                <c:pt idx="1321">
                  <c:v>1.2013958125623132</c:v>
                </c:pt>
                <c:pt idx="1322">
                  <c:v>1.1784646061814557</c:v>
                </c:pt>
                <c:pt idx="1323">
                  <c:v>1.1545363908275175</c:v>
                </c:pt>
                <c:pt idx="1324">
                  <c:v>1.1585244267198405</c:v>
                </c:pt>
                <c:pt idx="1325">
                  <c:v>1.1316051844466601</c:v>
                </c:pt>
                <c:pt idx="1326">
                  <c:v>1.1186440677966103</c:v>
                </c:pt>
                <c:pt idx="1327">
                  <c:v>1.0987038883349951</c:v>
                </c:pt>
                <c:pt idx="1328">
                  <c:v>1.1066799601196411</c:v>
                </c:pt>
                <c:pt idx="1329">
                  <c:v>1.0897308075772683</c:v>
                </c:pt>
                <c:pt idx="1330">
                  <c:v>1.1116650049850449</c:v>
                </c:pt>
                <c:pt idx="1331">
                  <c:v>1.1216350947158524</c:v>
                </c:pt>
                <c:pt idx="1332">
                  <c:v>1.0847457627118644</c:v>
                </c:pt>
                <c:pt idx="1333">
                  <c:v>1.0488534396809572</c:v>
                </c:pt>
                <c:pt idx="1334">
                  <c:v>1.0438683948155534</c:v>
                </c:pt>
                <c:pt idx="1335">
                  <c:v>1.0618145563310071</c:v>
                </c:pt>
                <c:pt idx="1336">
                  <c:v>1.0528414755732802</c:v>
                </c:pt>
                <c:pt idx="1337">
                  <c:v>1.0478564307078764</c:v>
                </c:pt>
                <c:pt idx="1338">
                  <c:v>1.0588235294117647</c:v>
                </c:pt>
                <c:pt idx="1339">
                  <c:v>1.0488534396809572</c:v>
                </c:pt>
                <c:pt idx="1340">
                  <c:v>1.0398803589232304</c:v>
                </c:pt>
                <c:pt idx="1341">
                  <c:v>1.0279162512462612</c:v>
                </c:pt>
                <c:pt idx="1342">
                  <c:v>1.0149551345962113</c:v>
                </c:pt>
                <c:pt idx="1343">
                  <c:v>1.0199401794616152</c:v>
                </c:pt>
                <c:pt idx="1344">
                  <c:v>1.0139581256231307</c:v>
                </c:pt>
                <c:pt idx="1345">
                  <c:v>1.003988035892323</c:v>
                </c:pt>
                <c:pt idx="1346">
                  <c:v>1.0348953140578265</c:v>
                </c:pt>
                <c:pt idx="1347">
                  <c:v>1.0139581256231307</c:v>
                </c:pt>
                <c:pt idx="1348">
                  <c:v>1.0338983050847459</c:v>
                </c:pt>
                <c:pt idx="1349">
                  <c:v>1.0179461615154537</c:v>
                </c:pt>
                <c:pt idx="1350">
                  <c:v>1.0099700897308075</c:v>
                </c:pt>
                <c:pt idx="1351">
                  <c:v>1.0119641076769692</c:v>
                </c:pt>
                <c:pt idx="1352">
                  <c:v>0.98903290129611177</c:v>
                </c:pt>
                <c:pt idx="1353">
                  <c:v>0.98903290129611177</c:v>
                </c:pt>
                <c:pt idx="1354">
                  <c:v>0.97208374875373882</c:v>
                </c:pt>
                <c:pt idx="1355">
                  <c:v>1.028913260219342</c:v>
                </c:pt>
                <c:pt idx="1356">
                  <c:v>1.0279162512462612</c:v>
                </c:pt>
                <c:pt idx="1357">
                  <c:v>1.0279162512462612</c:v>
                </c:pt>
                <c:pt idx="1358">
                  <c:v>1.0299102691924227</c:v>
                </c:pt>
                <c:pt idx="1359">
                  <c:v>1.028913260219342</c:v>
                </c:pt>
                <c:pt idx="1360">
                  <c:v>1.0378863409770687</c:v>
                </c:pt>
                <c:pt idx="1361">
                  <c:v>1.032901296111665</c:v>
                </c:pt>
                <c:pt idx="1362">
                  <c:v>1.0189431704885346</c:v>
                </c:pt>
                <c:pt idx="1363">
                  <c:v>1.0129611166500498</c:v>
                </c:pt>
                <c:pt idx="1364">
                  <c:v>1.0129611166500498</c:v>
                </c:pt>
                <c:pt idx="1365">
                  <c:v>1.0139581256231307</c:v>
                </c:pt>
                <c:pt idx="1366">
                  <c:v>1.0239282153539382</c:v>
                </c:pt>
                <c:pt idx="1367">
                  <c:v>1.0398803589232304</c:v>
                </c:pt>
                <c:pt idx="1368">
                  <c:v>1.024925224327019</c:v>
                </c:pt>
                <c:pt idx="1369">
                  <c:v>1.0199401794616152</c:v>
                </c:pt>
                <c:pt idx="1370">
                  <c:v>1.0179461615154537</c:v>
                </c:pt>
                <c:pt idx="1371">
                  <c:v>1.0089730807577268</c:v>
                </c:pt>
                <c:pt idx="1372">
                  <c:v>1.0069790628115654</c:v>
                </c:pt>
                <c:pt idx="1373">
                  <c:v>1.0089730807577268</c:v>
                </c:pt>
                <c:pt idx="1374">
                  <c:v>1.024925224327019</c:v>
                </c:pt>
                <c:pt idx="1375">
                  <c:v>1.0139581256231307</c:v>
                </c:pt>
                <c:pt idx="1376">
                  <c:v>1.0139581256231307</c:v>
                </c:pt>
                <c:pt idx="1377">
                  <c:v>1.0149551345962113</c:v>
                </c:pt>
                <c:pt idx="1378">
                  <c:v>1.0069790628115654</c:v>
                </c:pt>
                <c:pt idx="1379">
                  <c:v>1.0049850448654039</c:v>
                </c:pt>
                <c:pt idx="1380">
                  <c:v>1.0099700897308075</c:v>
                </c:pt>
                <c:pt idx="1381">
                  <c:v>1.003988035892323</c:v>
                </c:pt>
                <c:pt idx="1382">
                  <c:v>0.99401794616151551</c:v>
                </c:pt>
                <c:pt idx="1383">
                  <c:v>0.99401794616151551</c:v>
                </c:pt>
                <c:pt idx="1384">
                  <c:v>0.98803589232303091</c:v>
                </c:pt>
                <c:pt idx="1385">
                  <c:v>0.98504486540378866</c:v>
                </c:pt>
                <c:pt idx="1386">
                  <c:v>0.98205383848454642</c:v>
                </c:pt>
                <c:pt idx="1387">
                  <c:v>0.97806580259222331</c:v>
                </c:pt>
                <c:pt idx="1388">
                  <c:v>0.98005982053838481</c:v>
                </c:pt>
                <c:pt idx="1389">
                  <c:v>0.97706879361914256</c:v>
                </c:pt>
                <c:pt idx="1390">
                  <c:v>0.97806580259222331</c:v>
                </c:pt>
                <c:pt idx="1391">
                  <c:v>0.97407776669990032</c:v>
                </c:pt>
                <c:pt idx="1392">
                  <c:v>0.97008973080757732</c:v>
                </c:pt>
                <c:pt idx="1393">
                  <c:v>0.97308075772681957</c:v>
                </c:pt>
                <c:pt idx="1394">
                  <c:v>0.97308075772681957</c:v>
                </c:pt>
                <c:pt idx="1395">
                  <c:v>0.96510468594217347</c:v>
                </c:pt>
                <c:pt idx="1396">
                  <c:v>0.97407776669990032</c:v>
                </c:pt>
                <c:pt idx="1397">
                  <c:v>0.98005982053838481</c:v>
                </c:pt>
                <c:pt idx="1398">
                  <c:v>0.97507477567298106</c:v>
                </c:pt>
                <c:pt idx="1399">
                  <c:v>0.96011964107676973</c:v>
                </c:pt>
                <c:pt idx="1400">
                  <c:v>0.95812562313060812</c:v>
                </c:pt>
                <c:pt idx="1401">
                  <c:v>0.95314057826520437</c:v>
                </c:pt>
                <c:pt idx="1402">
                  <c:v>0.95413758723828523</c:v>
                </c:pt>
                <c:pt idx="1403">
                  <c:v>0.95413758723828523</c:v>
                </c:pt>
                <c:pt idx="1404">
                  <c:v>0.95014955134596213</c:v>
                </c:pt>
                <c:pt idx="1405">
                  <c:v>0.93519441674975079</c:v>
                </c:pt>
                <c:pt idx="1406">
                  <c:v>0.92821535393818544</c:v>
                </c:pt>
                <c:pt idx="1407">
                  <c:v>0.93419740777667004</c:v>
                </c:pt>
                <c:pt idx="1408">
                  <c:v>0.94317048853439678</c:v>
                </c:pt>
                <c:pt idx="1409">
                  <c:v>0.94516450648055828</c:v>
                </c:pt>
                <c:pt idx="1410">
                  <c:v>0.96410767696909283</c:v>
                </c:pt>
                <c:pt idx="1411">
                  <c:v>0.95014955134596213</c:v>
                </c:pt>
                <c:pt idx="1412">
                  <c:v>0.93220338983050854</c:v>
                </c:pt>
                <c:pt idx="1413">
                  <c:v>0.93818544366899304</c:v>
                </c:pt>
                <c:pt idx="1414">
                  <c:v>0.94516450648055828</c:v>
                </c:pt>
                <c:pt idx="1415">
                  <c:v>0.96809571286141571</c:v>
                </c:pt>
                <c:pt idx="1416">
                  <c:v>0.97407776669990032</c:v>
                </c:pt>
                <c:pt idx="1417">
                  <c:v>0.96809571286141571</c:v>
                </c:pt>
                <c:pt idx="1418">
                  <c:v>1.1086739780658026</c:v>
                </c:pt>
                <c:pt idx="1419">
                  <c:v>1.1226321036889331</c:v>
                </c:pt>
                <c:pt idx="1420">
                  <c:v>1.1296111665004984</c:v>
                </c:pt>
                <c:pt idx="1421">
                  <c:v>1.1326021934197408</c:v>
                </c:pt>
                <c:pt idx="1422">
                  <c:v>1.1345962113659023</c:v>
                </c:pt>
                <c:pt idx="1423">
                  <c:v>1.14456630109671</c:v>
                </c:pt>
                <c:pt idx="1424">
                  <c:v>1.1495513459621136</c:v>
                </c:pt>
                <c:pt idx="1425">
                  <c:v>1.1575274177467596</c:v>
                </c:pt>
                <c:pt idx="1426">
                  <c:v>1.1615154536390828</c:v>
                </c:pt>
                <c:pt idx="1427">
                  <c:v>1.1385842472582255</c:v>
                </c:pt>
                <c:pt idx="1428">
                  <c:v>1.156530408773679</c:v>
                </c:pt>
                <c:pt idx="1429">
                  <c:v>1.1764705882352942</c:v>
                </c:pt>
                <c:pt idx="1430">
                  <c:v>1.1724825523429712</c:v>
                </c:pt>
                <c:pt idx="1431">
                  <c:v>1.1595214356929213</c:v>
                </c:pt>
                <c:pt idx="1432">
                  <c:v>1.1545363908275175</c:v>
                </c:pt>
                <c:pt idx="1433">
                  <c:v>1.1415752741774676</c:v>
                </c:pt>
                <c:pt idx="1434">
                  <c:v>1.148554336989033</c:v>
                </c:pt>
                <c:pt idx="1435">
                  <c:v>1.1575274177467596</c:v>
                </c:pt>
                <c:pt idx="1436">
                  <c:v>1.148554336989033</c:v>
                </c:pt>
                <c:pt idx="1437">
                  <c:v>1.1535393818544368</c:v>
                </c:pt>
                <c:pt idx="1438">
                  <c:v>1.1326021934197408</c:v>
                </c:pt>
                <c:pt idx="1439">
                  <c:v>1.1176470588235294</c:v>
                </c:pt>
                <c:pt idx="1440">
                  <c:v>1.1146560319042871</c:v>
                </c:pt>
                <c:pt idx="1441">
                  <c:v>1.1146560319042871</c:v>
                </c:pt>
                <c:pt idx="1442">
                  <c:v>1.1326021934197408</c:v>
                </c:pt>
                <c:pt idx="1443">
                  <c:v>1.156530408773679</c:v>
                </c:pt>
                <c:pt idx="1444">
                  <c:v>1.1714855433698903</c:v>
                </c:pt>
                <c:pt idx="1445">
                  <c:v>1.1744765702891327</c:v>
                </c:pt>
                <c:pt idx="1446">
                  <c:v>1.1834496510468595</c:v>
                </c:pt>
                <c:pt idx="1447">
                  <c:v>1.1784646061814557</c:v>
                </c:pt>
                <c:pt idx="1448">
                  <c:v>1.1864406779661016</c:v>
                </c:pt>
                <c:pt idx="1449">
                  <c:v>1.1764705882352942</c:v>
                </c:pt>
                <c:pt idx="1450">
                  <c:v>1.1924227318045861</c:v>
                </c:pt>
                <c:pt idx="1451">
                  <c:v>1.2163509471585245</c:v>
                </c:pt>
                <c:pt idx="1452">
                  <c:v>1.2043868394815553</c:v>
                </c:pt>
                <c:pt idx="1453">
                  <c:v>1.181455633100698</c:v>
                </c:pt>
                <c:pt idx="1454">
                  <c:v>1.19740777666999</c:v>
                </c:pt>
                <c:pt idx="1455">
                  <c:v>1.2193419740777667</c:v>
                </c:pt>
                <c:pt idx="1456">
                  <c:v>1.1984047856430708</c:v>
                </c:pt>
                <c:pt idx="1457">
                  <c:v>1.1944167497507479</c:v>
                </c:pt>
                <c:pt idx="1458">
                  <c:v>1.1864406779661016</c:v>
                </c:pt>
                <c:pt idx="1459">
                  <c:v>1.2033898305084747</c:v>
                </c:pt>
                <c:pt idx="1460">
                  <c:v>1.2133599202392822</c:v>
                </c:pt>
                <c:pt idx="1461">
                  <c:v>1.2273180458624127</c:v>
                </c:pt>
                <c:pt idx="1462">
                  <c:v>1.226321036889332</c:v>
                </c:pt>
                <c:pt idx="1463">
                  <c:v>1.2043868394815553</c:v>
                </c:pt>
                <c:pt idx="1464">
                  <c:v>1.2113659022931207</c:v>
                </c:pt>
                <c:pt idx="1465">
                  <c:v>1.2362911266201395</c:v>
                </c:pt>
                <c:pt idx="1466">
                  <c:v>1.2382851445663012</c:v>
                </c:pt>
                <c:pt idx="1467">
                  <c:v>1.2372881355932204</c:v>
                </c:pt>
                <c:pt idx="1468">
                  <c:v>1.218344965104686</c:v>
                </c:pt>
                <c:pt idx="1469">
                  <c:v>1.242273180458624</c:v>
                </c:pt>
                <c:pt idx="1470">
                  <c:v>1.242273180458624</c:v>
                </c:pt>
                <c:pt idx="1471">
                  <c:v>1.2113659022931207</c:v>
                </c:pt>
                <c:pt idx="1472">
                  <c:v>1.1994017946161515</c:v>
                </c:pt>
                <c:pt idx="1473">
                  <c:v>1.1874376869391825</c:v>
                </c:pt>
                <c:pt idx="1474">
                  <c:v>1.2073778664007977</c:v>
                </c:pt>
                <c:pt idx="1475">
                  <c:v>1.2213359920239282</c:v>
                </c:pt>
                <c:pt idx="1476">
                  <c:v>1.1924227318045861</c:v>
                </c:pt>
                <c:pt idx="1477">
                  <c:v>1.2043868394815553</c:v>
                </c:pt>
                <c:pt idx="1478">
                  <c:v>1.193419740777667</c:v>
                </c:pt>
                <c:pt idx="1479">
                  <c:v>1.1714855433698903</c:v>
                </c:pt>
                <c:pt idx="1480">
                  <c:v>1.1575274177467596</c:v>
                </c:pt>
                <c:pt idx="1481">
                  <c:v>1.1395812562313061</c:v>
                </c:pt>
                <c:pt idx="1482">
                  <c:v>1.1694915254237288</c:v>
                </c:pt>
                <c:pt idx="1483">
                  <c:v>1.1635094715852443</c:v>
                </c:pt>
                <c:pt idx="1484">
                  <c:v>1.1475573280159521</c:v>
                </c:pt>
                <c:pt idx="1485">
                  <c:v>1.14456630109671</c:v>
                </c:pt>
                <c:pt idx="1486">
                  <c:v>1.1585244267198405</c:v>
                </c:pt>
                <c:pt idx="1487">
                  <c:v>1.1625124626121635</c:v>
                </c:pt>
                <c:pt idx="1488">
                  <c:v>1.1734795613160518</c:v>
                </c:pt>
                <c:pt idx="1489">
                  <c:v>1.189431704885344</c:v>
                </c:pt>
                <c:pt idx="1490">
                  <c:v>1.2323030907278165</c:v>
                </c:pt>
                <c:pt idx="1491">
                  <c:v>1.234297108673978</c:v>
                </c:pt>
                <c:pt idx="1492">
                  <c:v>1.2233300099700899</c:v>
                </c:pt>
                <c:pt idx="1493">
                  <c:v>1.2333000997008974</c:v>
                </c:pt>
                <c:pt idx="1494">
                  <c:v>1.2592223330009971</c:v>
                </c:pt>
                <c:pt idx="1495">
                  <c:v>1.2681954137587239</c:v>
                </c:pt>
                <c:pt idx="1496">
                  <c:v>1.2592223330009971</c:v>
                </c:pt>
                <c:pt idx="1497">
                  <c:v>1.2642073778664007</c:v>
                </c:pt>
                <c:pt idx="1498">
                  <c:v>1.2392821535393819</c:v>
                </c:pt>
                <c:pt idx="1499">
                  <c:v>1.2382851445663012</c:v>
                </c:pt>
                <c:pt idx="1500">
                  <c:v>1.2372881355932204</c:v>
                </c:pt>
                <c:pt idx="1501">
                  <c:v>1.2492522432701894</c:v>
                </c:pt>
                <c:pt idx="1502">
                  <c:v>1.2462612163509472</c:v>
                </c:pt>
                <c:pt idx="1503">
                  <c:v>1.2333000997008974</c:v>
                </c:pt>
                <c:pt idx="1504">
                  <c:v>1.2362911266201395</c:v>
                </c:pt>
                <c:pt idx="1505">
                  <c:v>1.2173479561316052</c:v>
                </c:pt>
                <c:pt idx="1506">
                  <c:v>1.2073778664007977</c:v>
                </c:pt>
                <c:pt idx="1507">
                  <c:v>1.2123629112662013</c:v>
                </c:pt>
                <c:pt idx="1508">
                  <c:v>1.2093718843469592</c:v>
                </c:pt>
                <c:pt idx="1509">
                  <c:v>1.2412761714855434</c:v>
                </c:pt>
                <c:pt idx="1510">
                  <c:v>1.2362911266201395</c:v>
                </c:pt>
                <c:pt idx="1511">
                  <c:v>1.2133599202392822</c:v>
                </c:pt>
                <c:pt idx="1512">
                  <c:v>1.2083748753738783</c:v>
                </c:pt>
                <c:pt idx="1513">
                  <c:v>1.1924227318045861</c:v>
                </c:pt>
                <c:pt idx="1514">
                  <c:v>1.1984047856430708</c:v>
                </c:pt>
                <c:pt idx="1515">
                  <c:v>1.181455633100698</c:v>
                </c:pt>
                <c:pt idx="1516">
                  <c:v>1.1864406779661016</c:v>
                </c:pt>
                <c:pt idx="1517">
                  <c:v>1.1964107676969093</c:v>
                </c:pt>
                <c:pt idx="1518">
                  <c:v>1.2313060817547359</c:v>
                </c:pt>
                <c:pt idx="1519">
                  <c:v>1.2871385842472582</c:v>
                </c:pt>
                <c:pt idx="1520">
                  <c:v>1.2961116650049851</c:v>
                </c:pt>
                <c:pt idx="1521">
                  <c:v>1.2911266201395812</c:v>
                </c:pt>
                <c:pt idx="1522">
                  <c:v>1.3110667996011964</c:v>
                </c:pt>
                <c:pt idx="1523">
                  <c:v>1.2971086739780657</c:v>
                </c:pt>
                <c:pt idx="1524">
                  <c:v>1.2592223330009971</c:v>
                </c:pt>
                <c:pt idx="1525">
                  <c:v>1.2681954137587239</c:v>
                </c:pt>
                <c:pt idx="1526">
                  <c:v>1.2612163509471586</c:v>
                </c:pt>
                <c:pt idx="1527">
                  <c:v>1.2432701894317049</c:v>
                </c:pt>
                <c:pt idx="1528">
                  <c:v>1.2622133599202392</c:v>
                </c:pt>
                <c:pt idx="1529">
                  <c:v>1.2662013958125624</c:v>
                </c:pt>
                <c:pt idx="1530">
                  <c:v>1.2681954137587239</c:v>
                </c:pt>
                <c:pt idx="1531">
                  <c:v>1.2522432701894317</c:v>
                </c:pt>
                <c:pt idx="1532">
                  <c:v>1.2681954137587239</c:v>
                </c:pt>
                <c:pt idx="1533">
                  <c:v>1.2931206380857427</c:v>
                </c:pt>
                <c:pt idx="1534">
                  <c:v>1.2612163509471586</c:v>
                </c:pt>
                <c:pt idx="1535">
                  <c:v>1.234297108673978</c:v>
                </c:pt>
                <c:pt idx="1536">
                  <c:v>1.2512462612163511</c:v>
                </c:pt>
                <c:pt idx="1537">
                  <c:v>1.2233300099700899</c:v>
                </c:pt>
                <c:pt idx="1538">
                  <c:v>1.2063808574277168</c:v>
                </c:pt>
                <c:pt idx="1539">
                  <c:v>1.2333000997008974</c:v>
                </c:pt>
                <c:pt idx="1540">
                  <c:v>1.2123629112662013</c:v>
                </c:pt>
                <c:pt idx="1541">
                  <c:v>1.181455633100698</c:v>
                </c:pt>
                <c:pt idx="1542">
                  <c:v>1.1615154536390828</c:v>
                </c:pt>
                <c:pt idx="1543">
                  <c:v>1.1734795613160518</c:v>
                </c:pt>
                <c:pt idx="1544">
                  <c:v>1.14456630109671</c:v>
                </c:pt>
                <c:pt idx="1545">
                  <c:v>1.14456630109671</c:v>
                </c:pt>
                <c:pt idx="1546">
                  <c:v>1.1595214356929213</c:v>
                </c:pt>
                <c:pt idx="1547">
                  <c:v>1.148554336989033</c:v>
                </c:pt>
                <c:pt idx="1548">
                  <c:v>1.1375872382851446</c:v>
                </c:pt>
                <c:pt idx="1549">
                  <c:v>1.1116650049850449</c:v>
                </c:pt>
                <c:pt idx="1550">
                  <c:v>1.1226321036889331</c:v>
                </c:pt>
                <c:pt idx="1551">
                  <c:v>1.1266201395812563</c:v>
                </c:pt>
                <c:pt idx="1552">
                  <c:v>1.1385842472582255</c:v>
                </c:pt>
                <c:pt idx="1553">
                  <c:v>1.1734795613160518</c:v>
                </c:pt>
                <c:pt idx="1554">
                  <c:v>1.2123629112662013</c:v>
                </c:pt>
                <c:pt idx="1555">
                  <c:v>1.193419740777667</c:v>
                </c:pt>
                <c:pt idx="1556">
                  <c:v>1.222333000997009</c:v>
                </c:pt>
                <c:pt idx="1557">
                  <c:v>1.2013958125623132</c:v>
                </c:pt>
                <c:pt idx="1558">
                  <c:v>1.234297108673978</c:v>
                </c:pt>
                <c:pt idx="1559">
                  <c:v>1.2642073778664007</c:v>
                </c:pt>
                <c:pt idx="1560">
                  <c:v>1.2921236291126621</c:v>
                </c:pt>
                <c:pt idx="1561">
                  <c:v>1.2582253240279164</c:v>
                </c:pt>
                <c:pt idx="1562">
                  <c:v>1.2632103688933201</c:v>
                </c:pt>
                <c:pt idx="1563">
                  <c:v>1.2542372881355932</c:v>
                </c:pt>
                <c:pt idx="1564">
                  <c:v>1.2283150548354935</c:v>
                </c:pt>
                <c:pt idx="1565">
                  <c:v>1.2193419740777667</c:v>
                </c:pt>
                <c:pt idx="1566">
                  <c:v>1.2083748753738783</c:v>
                </c:pt>
                <c:pt idx="1567">
                  <c:v>1.1824526420737786</c:v>
                </c:pt>
                <c:pt idx="1568">
                  <c:v>1.1914257228315055</c:v>
                </c:pt>
                <c:pt idx="1569">
                  <c:v>1.193419740777667</c:v>
                </c:pt>
                <c:pt idx="1570">
                  <c:v>1.1764705882352942</c:v>
                </c:pt>
                <c:pt idx="1571">
                  <c:v>1.1844466600199401</c:v>
                </c:pt>
                <c:pt idx="1572">
                  <c:v>1.1824526420737786</c:v>
                </c:pt>
                <c:pt idx="1573">
                  <c:v>1.1914257228315055</c:v>
                </c:pt>
                <c:pt idx="1574">
                  <c:v>1.1984047856430708</c:v>
                </c:pt>
                <c:pt idx="1575">
                  <c:v>1.2323030907278165</c:v>
                </c:pt>
                <c:pt idx="1576">
                  <c:v>1.2213359920239282</c:v>
                </c:pt>
                <c:pt idx="1577">
                  <c:v>1.2213359920239282</c:v>
                </c:pt>
                <c:pt idx="1578">
                  <c:v>1.1944167497507479</c:v>
                </c:pt>
                <c:pt idx="1579">
                  <c:v>1.1744765702891327</c:v>
                </c:pt>
                <c:pt idx="1580">
                  <c:v>1.1944167497507479</c:v>
                </c:pt>
                <c:pt idx="1581">
                  <c:v>1.189431704885344</c:v>
                </c:pt>
                <c:pt idx="1582">
                  <c:v>1.1196410767696909</c:v>
                </c:pt>
                <c:pt idx="1583">
                  <c:v>1.1066799601196411</c:v>
                </c:pt>
                <c:pt idx="1584">
                  <c:v>1.1066799601196411</c:v>
                </c:pt>
                <c:pt idx="1585">
                  <c:v>1.103688933200399</c:v>
                </c:pt>
                <c:pt idx="1586">
                  <c:v>1.0917248255234298</c:v>
                </c:pt>
                <c:pt idx="1587">
                  <c:v>1.0947158524426719</c:v>
                </c:pt>
                <c:pt idx="1588">
                  <c:v>1.1016949152542372</c:v>
                </c:pt>
                <c:pt idx="1589">
                  <c:v>1.0937188434695913</c:v>
                </c:pt>
                <c:pt idx="1590">
                  <c:v>1.1136590229312064</c:v>
                </c:pt>
                <c:pt idx="1591">
                  <c:v>1.1335992023928216</c:v>
                </c:pt>
                <c:pt idx="1592">
                  <c:v>1.1216350947158524</c:v>
                </c:pt>
                <c:pt idx="1593">
                  <c:v>1.1186440677966103</c:v>
                </c:pt>
                <c:pt idx="1594">
                  <c:v>1.1096709870388834</c:v>
                </c:pt>
                <c:pt idx="1595">
                  <c:v>1.1385842472582255</c:v>
                </c:pt>
                <c:pt idx="1596">
                  <c:v>1.156530408773679</c:v>
                </c:pt>
                <c:pt idx="1597">
                  <c:v>1.1465603190428715</c:v>
                </c:pt>
                <c:pt idx="1598">
                  <c:v>1.1395812562313061</c:v>
                </c:pt>
                <c:pt idx="1599">
                  <c:v>1.1276171485543369</c:v>
                </c:pt>
                <c:pt idx="1600">
                  <c:v>1.1495513459621136</c:v>
                </c:pt>
                <c:pt idx="1601">
                  <c:v>1.1545363908275175</c:v>
                </c:pt>
                <c:pt idx="1602">
                  <c:v>1.1395812562313061</c:v>
                </c:pt>
                <c:pt idx="1603">
                  <c:v>1.1136590229312064</c:v>
                </c:pt>
                <c:pt idx="1604">
                  <c:v>1.1166500498504486</c:v>
                </c:pt>
                <c:pt idx="1605">
                  <c:v>1.1116650049850449</c:v>
                </c:pt>
                <c:pt idx="1606">
                  <c:v>1.2043868394815553</c:v>
                </c:pt>
                <c:pt idx="1607">
                  <c:v>1.234297108673978</c:v>
                </c:pt>
                <c:pt idx="1608">
                  <c:v>1.2283150548354935</c:v>
                </c:pt>
                <c:pt idx="1609">
                  <c:v>1.2412761714855434</c:v>
                </c:pt>
                <c:pt idx="1610">
                  <c:v>1.2821535393818544</c:v>
                </c:pt>
                <c:pt idx="1611">
                  <c:v>1.2721834496510469</c:v>
                </c:pt>
                <c:pt idx="1612">
                  <c:v>1.2691924227318045</c:v>
                </c:pt>
                <c:pt idx="1613">
                  <c:v>1.2911266201395812</c:v>
                </c:pt>
                <c:pt idx="1614">
                  <c:v>1.2642073778664007</c:v>
                </c:pt>
                <c:pt idx="1615">
                  <c:v>1.3170488534396809</c:v>
                </c:pt>
                <c:pt idx="1616">
                  <c:v>1.3080757726819541</c:v>
                </c:pt>
                <c:pt idx="1617">
                  <c:v>1.333998005982054</c:v>
                </c:pt>
                <c:pt idx="1618">
                  <c:v>1.3160518444666003</c:v>
                </c:pt>
                <c:pt idx="1619">
                  <c:v>1.3668993020937188</c:v>
                </c:pt>
                <c:pt idx="1620">
                  <c:v>1.3539381854436692</c:v>
                </c:pt>
                <c:pt idx="1621">
                  <c:v>1.3509471585244268</c:v>
                </c:pt>
                <c:pt idx="1622">
                  <c:v>1.4426719840478563</c:v>
                </c:pt>
                <c:pt idx="1623">
                  <c:v>1.3728813559322033</c:v>
                </c:pt>
                <c:pt idx="1624">
                  <c:v>1.415752741774676</c:v>
                </c:pt>
                <c:pt idx="1625">
                  <c:v>1.4865403788634097</c:v>
                </c:pt>
                <c:pt idx="1626">
                  <c:v>1.5672981056829511</c:v>
                </c:pt>
                <c:pt idx="1627">
                  <c:v>1.5782652043868397</c:v>
                </c:pt>
                <c:pt idx="1628">
                  <c:v>1.6001994017946162</c:v>
                </c:pt>
                <c:pt idx="1629">
                  <c:v>1.5722831505483548</c:v>
                </c:pt>
                <c:pt idx="1630">
                  <c:v>1.5752741774675973</c:v>
                </c:pt>
                <c:pt idx="1631">
                  <c:v>1.5583250249252245</c:v>
                </c:pt>
                <c:pt idx="1632">
                  <c:v>1.5862412761714855</c:v>
                </c:pt>
                <c:pt idx="1633">
                  <c:v>1.6161515453639084</c:v>
                </c:pt>
                <c:pt idx="1634">
                  <c:v>1.6301096709870389</c:v>
                </c:pt>
                <c:pt idx="1635">
                  <c:v>1.6301096709870389</c:v>
                </c:pt>
                <c:pt idx="1636">
                  <c:v>1.6570289132602192</c:v>
                </c:pt>
                <c:pt idx="1637">
                  <c:v>1.6420737786640078</c:v>
                </c:pt>
                <c:pt idx="1638">
                  <c:v>1.5982053838484549</c:v>
                </c:pt>
                <c:pt idx="1639">
                  <c:v>1.662013958125623</c:v>
                </c:pt>
                <c:pt idx="1640">
                  <c:v>1.7178464606181458</c:v>
                </c:pt>
                <c:pt idx="1641">
                  <c:v>1.7058823529411764</c:v>
                </c:pt>
                <c:pt idx="1642">
                  <c:v>1.7118644067796609</c:v>
                </c:pt>
                <c:pt idx="1643">
                  <c:v>1.7497507477567298</c:v>
                </c:pt>
                <c:pt idx="1644">
                  <c:v>1.782652043868395</c:v>
                </c:pt>
                <c:pt idx="1645">
                  <c:v>1.7447657028913262</c:v>
                </c:pt>
                <c:pt idx="1646">
                  <c:v>1.7108673978065803</c:v>
                </c:pt>
                <c:pt idx="1647">
                  <c:v>1.7068793619142573</c:v>
                </c:pt>
                <c:pt idx="1648">
                  <c:v>1.782652043868395</c:v>
                </c:pt>
                <c:pt idx="1649">
                  <c:v>1.7856430707876372</c:v>
                </c:pt>
                <c:pt idx="1650">
                  <c:v>1.7517447657028913</c:v>
                </c:pt>
                <c:pt idx="1651">
                  <c:v>1.7706879361914256</c:v>
                </c:pt>
                <c:pt idx="1652">
                  <c:v>1.794616151545364</c:v>
                </c:pt>
                <c:pt idx="1653">
                  <c:v>1.8005982053838485</c:v>
                </c:pt>
                <c:pt idx="1654">
                  <c:v>1.8075772681954139</c:v>
                </c:pt>
                <c:pt idx="1655">
                  <c:v>1.851445663010967</c:v>
                </c:pt>
                <c:pt idx="1656">
                  <c:v>1.8374875373878368</c:v>
                </c:pt>
                <c:pt idx="1657">
                  <c:v>1.8454636091724825</c:v>
                </c:pt>
                <c:pt idx="1658">
                  <c:v>1.8793619142572284</c:v>
                </c:pt>
                <c:pt idx="1659">
                  <c:v>1.8644067796610171</c:v>
                </c:pt>
                <c:pt idx="1660">
                  <c:v>1.8075772681954139</c:v>
                </c:pt>
                <c:pt idx="1661">
                  <c:v>1.8255234297108673</c:v>
                </c:pt>
                <c:pt idx="1662">
                  <c:v>1.7597208374875375</c:v>
                </c:pt>
                <c:pt idx="1663">
                  <c:v>1.7866400797607178</c:v>
                </c:pt>
                <c:pt idx="1664">
                  <c:v>1.765702891326022</c:v>
                </c:pt>
                <c:pt idx="1665">
                  <c:v>1.7716849451645065</c:v>
                </c:pt>
                <c:pt idx="1666">
                  <c:v>1.7896311066799602</c:v>
                </c:pt>
                <c:pt idx="1667">
                  <c:v>1.7666999002991026</c:v>
                </c:pt>
                <c:pt idx="1668">
                  <c:v>1.7876370887337987</c:v>
                </c:pt>
                <c:pt idx="1669">
                  <c:v>1.9112662013958126</c:v>
                </c:pt>
                <c:pt idx="1670">
                  <c:v>1.8923230309072783</c:v>
                </c:pt>
                <c:pt idx="1671">
                  <c:v>1.9242273180458624</c:v>
                </c:pt>
                <c:pt idx="1672">
                  <c:v>1.9312063808574276</c:v>
                </c:pt>
                <c:pt idx="1673">
                  <c:v>1.9501495513459621</c:v>
                </c:pt>
                <c:pt idx="1674">
                  <c:v>1.9770687936191427</c:v>
                </c:pt>
                <c:pt idx="1675">
                  <c:v>1.9900299102691925</c:v>
                </c:pt>
                <c:pt idx="1676">
                  <c:v>1.9900299102691925</c:v>
                </c:pt>
                <c:pt idx="1677">
                  <c:v>1.9990029910269194</c:v>
                </c:pt>
                <c:pt idx="1678">
                  <c:v>2.0059820538384843</c:v>
                </c:pt>
                <c:pt idx="1679">
                  <c:v>1.9202392821535395</c:v>
                </c:pt>
                <c:pt idx="1680">
                  <c:v>1.8803589232303091</c:v>
                </c:pt>
                <c:pt idx="1681">
                  <c:v>1.9122632103688935</c:v>
                </c:pt>
                <c:pt idx="1682">
                  <c:v>1.8943170488534398</c:v>
                </c:pt>
                <c:pt idx="1683">
                  <c:v>1.8494516450648055</c:v>
                </c:pt>
                <c:pt idx="1684">
                  <c:v>1.8793619142572284</c:v>
                </c:pt>
                <c:pt idx="1685">
                  <c:v>1.9661016949152541</c:v>
                </c:pt>
                <c:pt idx="1686">
                  <c:v>2.0658025922233301</c:v>
                </c:pt>
                <c:pt idx="1687">
                  <c:v>2.1006979062811566</c:v>
                </c:pt>
                <c:pt idx="1688">
                  <c:v>2.1216350947158524</c:v>
                </c:pt>
                <c:pt idx="1689">
                  <c:v>2.1335992023928214</c:v>
                </c:pt>
                <c:pt idx="1690">
                  <c:v>2.1146560319042873</c:v>
                </c:pt>
                <c:pt idx="1691">
                  <c:v>2.1046859421734796</c:v>
                </c:pt>
                <c:pt idx="1692">
                  <c:v>2.1206380857427716</c:v>
                </c:pt>
                <c:pt idx="1693">
                  <c:v>2.085742771684945</c:v>
                </c:pt>
                <c:pt idx="1694">
                  <c:v>2.1136590229312064</c:v>
                </c:pt>
                <c:pt idx="1695">
                  <c:v>2.1136590229312064</c:v>
                </c:pt>
                <c:pt idx="1696">
                  <c:v>2.085742771684945</c:v>
                </c:pt>
                <c:pt idx="1697">
                  <c:v>2.1056829511465605</c:v>
                </c:pt>
                <c:pt idx="1698">
                  <c:v>2.1056829511465605</c:v>
                </c:pt>
                <c:pt idx="1699">
                  <c:v>2.0787637088733799</c:v>
                </c:pt>
                <c:pt idx="1700">
                  <c:v>2.0997008973080757</c:v>
                </c:pt>
                <c:pt idx="1701">
                  <c:v>2.0987038883349949</c:v>
                </c:pt>
                <c:pt idx="1702">
                  <c:v>2.0707876370887339</c:v>
                </c:pt>
                <c:pt idx="1703">
                  <c:v>2.0488534396809572</c:v>
                </c:pt>
                <c:pt idx="1704">
                  <c:v>2.0817547357926225</c:v>
                </c:pt>
                <c:pt idx="1705">
                  <c:v>2.1146560319042873</c:v>
                </c:pt>
                <c:pt idx="1706">
                  <c:v>2.1096709870388834</c:v>
                </c:pt>
                <c:pt idx="1707">
                  <c:v>2.1455633100697904</c:v>
                </c:pt>
                <c:pt idx="1708">
                  <c:v>2.136590229312064</c:v>
                </c:pt>
                <c:pt idx="1709">
                  <c:v>2.1355932203389831</c:v>
                </c:pt>
                <c:pt idx="1710">
                  <c:v>2.1814556331006982</c:v>
                </c:pt>
                <c:pt idx="1711">
                  <c:v>2.1814556331006982</c:v>
                </c:pt>
                <c:pt idx="1712">
                  <c:v>2.234297108673978</c:v>
                </c:pt>
                <c:pt idx="1713">
                  <c:v>2.2781655034895314</c:v>
                </c:pt>
                <c:pt idx="1714">
                  <c:v>2.2532402791625126</c:v>
                </c:pt>
                <c:pt idx="1715">
                  <c:v>2.2293120638085742</c:v>
                </c:pt>
                <c:pt idx="1716">
                  <c:v>2.160518444666002</c:v>
                </c:pt>
                <c:pt idx="1717">
                  <c:v>2.214356929212363</c:v>
                </c:pt>
                <c:pt idx="1718">
                  <c:v>2.1744765702891327</c:v>
                </c:pt>
                <c:pt idx="1719">
                  <c:v>2.1415752741774678</c:v>
                </c:pt>
                <c:pt idx="1720">
                  <c:v>2.1684945164506479</c:v>
                </c:pt>
                <c:pt idx="1721">
                  <c:v>2.1465603190428717</c:v>
                </c:pt>
                <c:pt idx="1722">
                  <c:v>2.156530408773679</c:v>
                </c:pt>
                <c:pt idx="1723">
                  <c:v>2.1465603190428717</c:v>
                </c:pt>
                <c:pt idx="1724">
                  <c:v>2.1306081754735793</c:v>
                </c:pt>
                <c:pt idx="1725">
                  <c:v>2.0917248255234298</c:v>
                </c:pt>
                <c:pt idx="1726">
                  <c:v>2.0817547357926225</c:v>
                </c:pt>
                <c:pt idx="1727">
                  <c:v>2.0697906281156531</c:v>
                </c:pt>
                <c:pt idx="1728">
                  <c:v>2.0388833499501495</c:v>
                </c:pt>
                <c:pt idx="1729">
                  <c:v>2.046859421734796</c:v>
                </c:pt>
                <c:pt idx="1730">
                  <c:v>2.0438683948155534</c:v>
                </c:pt>
                <c:pt idx="1731">
                  <c:v>2.0787637088733799</c:v>
                </c:pt>
                <c:pt idx="1732">
                  <c:v>2.0997008973080757</c:v>
                </c:pt>
                <c:pt idx="1733">
                  <c:v>2.0987038883349949</c:v>
                </c:pt>
                <c:pt idx="1734">
                  <c:v>2.0697906281156531</c:v>
                </c:pt>
                <c:pt idx="1735">
                  <c:v>2.0109670987038881</c:v>
                </c:pt>
                <c:pt idx="1736">
                  <c:v>2.0119641076769694</c:v>
                </c:pt>
                <c:pt idx="1737">
                  <c:v>1.9950149551345961</c:v>
                </c:pt>
                <c:pt idx="1738">
                  <c:v>2.0209371884346958</c:v>
                </c:pt>
                <c:pt idx="1739">
                  <c:v>1.9212362911266201</c:v>
                </c:pt>
                <c:pt idx="1740">
                  <c:v>1.8265204386839482</c:v>
                </c:pt>
                <c:pt idx="1741">
                  <c:v>1.7856430707876372</c:v>
                </c:pt>
                <c:pt idx="1742">
                  <c:v>1.851445663010967</c:v>
                </c:pt>
                <c:pt idx="1743">
                  <c:v>1.8843469591226321</c:v>
                </c:pt>
                <c:pt idx="1744">
                  <c:v>1.8753738783649052</c:v>
                </c:pt>
                <c:pt idx="1745">
                  <c:v>1.9002991026919243</c:v>
                </c:pt>
                <c:pt idx="1746">
                  <c:v>1.8574277168494517</c:v>
                </c:pt>
                <c:pt idx="1747">
                  <c:v>1.851445663010967</c:v>
                </c:pt>
                <c:pt idx="1748">
                  <c:v>1.9012961116650049</c:v>
                </c:pt>
                <c:pt idx="1749">
                  <c:v>1.8743768693918246</c:v>
                </c:pt>
                <c:pt idx="1750">
                  <c:v>1.8205383848454637</c:v>
                </c:pt>
                <c:pt idx="1751">
                  <c:v>1.8703888334995016</c:v>
                </c:pt>
                <c:pt idx="1752">
                  <c:v>1.9052841475573281</c:v>
                </c:pt>
                <c:pt idx="1753">
                  <c:v>1.8544366899302094</c:v>
                </c:pt>
                <c:pt idx="1754">
                  <c:v>1.8145563310069792</c:v>
                </c:pt>
                <c:pt idx="1755">
                  <c:v>1.8504486540378864</c:v>
                </c:pt>
                <c:pt idx="1756">
                  <c:v>1.902293120638086</c:v>
                </c:pt>
                <c:pt idx="1757">
                  <c:v>1.8703888334995016</c:v>
                </c:pt>
                <c:pt idx="1758">
                  <c:v>1.8624127617148556</c:v>
                </c:pt>
                <c:pt idx="1759">
                  <c:v>1.8315054835493518</c:v>
                </c:pt>
                <c:pt idx="1760">
                  <c:v>1.8813559322033897</c:v>
                </c:pt>
                <c:pt idx="1761">
                  <c:v>1.9042871385842473</c:v>
                </c:pt>
                <c:pt idx="1762">
                  <c:v>1.9401794616151546</c:v>
                </c:pt>
                <c:pt idx="1763">
                  <c:v>1.94715852442672</c:v>
                </c:pt>
                <c:pt idx="1764">
                  <c:v>1.8893320039880359</c:v>
                </c:pt>
                <c:pt idx="1765">
                  <c:v>1.8115653040877366</c:v>
                </c:pt>
                <c:pt idx="1766">
                  <c:v>1.8255234297108673</c:v>
                </c:pt>
                <c:pt idx="1767">
                  <c:v>1.7666999002991026</c:v>
                </c:pt>
                <c:pt idx="1768">
                  <c:v>1.8404785643070787</c:v>
                </c:pt>
                <c:pt idx="1769">
                  <c:v>1.810568295114656</c:v>
                </c:pt>
                <c:pt idx="1770">
                  <c:v>1.851445663010967</c:v>
                </c:pt>
                <c:pt idx="1771">
                  <c:v>1.8743768693918246</c:v>
                </c:pt>
                <c:pt idx="1772">
                  <c:v>1.8594217347956132</c:v>
                </c:pt>
                <c:pt idx="1773">
                  <c:v>1.8504486540378864</c:v>
                </c:pt>
                <c:pt idx="1774">
                  <c:v>1.8993020937188436</c:v>
                </c:pt>
                <c:pt idx="1775">
                  <c:v>1.8414755732801595</c:v>
                </c:pt>
                <c:pt idx="1776">
                  <c:v>1.8364905284147557</c:v>
                </c:pt>
                <c:pt idx="1777">
                  <c:v>1.8763708873379861</c:v>
                </c:pt>
                <c:pt idx="1778">
                  <c:v>1.8743768693918246</c:v>
                </c:pt>
                <c:pt idx="1779">
                  <c:v>1.8175473579262216</c:v>
                </c:pt>
                <c:pt idx="1780">
                  <c:v>1.9052841475573281</c:v>
                </c:pt>
                <c:pt idx="1781">
                  <c:v>1.9451645064805583</c:v>
                </c:pt>
                <c:pt idx="1782">
                  <c:v>1.9272183449651048</c:v>
                </c:pt>
                <c:pt idx="1783">
                  <c:v>1.9122632103688935</c:v>
                </c:pt>
                <c:pt idx="1784">
                  <c:v>1.8953140578265204</c:v>
                </c:pt>
                <c:pt idx="1785">
                  <c:v>1.8673978065802594</c:v>
                </c:pt>
                <c:pt idx="1786">
                  <c:v>1.9172482552342973</c:v>
                </c:pt>
                <c:pt idx="1787">
                  <c:v>1.9042871385842473</c:v>
                </c:pt>
                <c:pt idx="1788">
                  <c:v>1.9740777666999003</c:v>
                </c:pt>
                <c:pt idx="1789">
                  <c:v>1.9611166500498505</c:v>
                </c:pt>
                <c:pt idx="1790">
                  <c:v>2.015952143569292</c:v>
                </c:pt>
                <c:pt idx="1791">
                  <c:v>2.0408773678963108</c:v>
                </c:pt>
                <c:pt idx="1792">
                  <c:v>2.0887337986041876</c:v>
                </c:pt>
                <c:pt idx="1793">
                  <c:v>2.0737786640079761</c:v>
                </c:pt>
                <c:pt idx="1794">
                  <c:v>1.9740777666999003</c:v>
                </c:pt>
                <c:pt idx="1795">
                  <c:v>1.9651046859421735</c:v>
                </c:pt>
                <c:pt idx="1796">
                  <c:v>1.9192422731804586</c:v>
                </c:pt>
                <c:pt idx="1797">
                  <c:v>1.8315054835493518</c:v>
                </c:pt>
                <c:pt idx="1798">
                  <c:v>1.782652043868395</c:v>
                </c:pt>
                <c:pt idx="1799">
                  <c:v>1.7766699900299101</c:v>
                </c:pt>
                <c:pt idx="1800">
                  <c:v>1.712861415752742</c:v>
                </c:pt>
                <c:pt idx="1801">
                  <c:v>1.6919242273180457</c:v>
                </c:pt>
                <c:pt idx="1802">
                  <c:v>1.6420737786640078</c:v>
                </c:pt>
                <c:pt idx="1803">
                  <c:v>1.6470588235294117</c:v>
                </c:pt>
                <c:pt idx="1804">
                  <c:v>1.5952143569292123</c:v>
                </c:pt>
                <c:pt idx="1805">
                  <c:v>1.6151545363908275</c:v>
                </c:pt>
                <c:pt idx="1806">
                  <c:v>1.6669990029910269</c:v>
                </c:pt>
                <c:pt idx="1807">
                  <c:v>1.6570289132602192</c:v>
                </c:pt>
                <c:pt idx="1808">
                  <c:v>1.6849451645064806</c:v>
                </c:pt>
                <c:pt idx="1809">
                  <c:v>1.6749750747756731</c:v>
                </c:pt>
                <c:pt idx="1810">
                  <c:v>1.7148554336989033</c:v>
                </c:pt>
                <c:pt idx="1811">
                  <c:v>1.7018943170488534</c:v>
                </c:pt>
                <c:pt idx="1812">
                  <c:v>1.6679960119641077</c:v>
                </c:pt>
                <c:pt idx="1813">
                  <c:v>1.6071784646061813</c:v>
                </c:pt>
                <c:pt idx="1814">
                  <c:v>1.6301096709870389</c:v>
                </c:pt>
                <c:pt idx="1815">
                  <c:v>1.6011964107676968</c:v>
                </c:pt>
                <c:pt idx="1816">
                  <c:v>1.5862412761714855</c:v>
                </c:pt>
                <c:pt idx="1817">
                  <c:v>1.5453639082751744</c:v>
                </c:pt>
                <c:pt idx="1818">
                  <c:v>1.5523429710867398</c:v>
                </c:pt>
                <c:pt idx="1819">
                  <c:v>1.5523429710867398</c:v>
                </c:pt>
                <c:pt idx="1820">
                  <c:v>1.5822532402791625</c:v>
                </c:pt>
                <c:pt idx="1821">
                  <c:v>1.6001994017946162</c:v>
                </c:pt>
                <c:pt idx="1822">
                  <c:v>1.6121635094715852</c:v>
                </c:pt>
                <c:pt idx="1823">
                  <c:v>1.6231306081754737</c:v>
                </c:pt>
                <c:pt idx="1824">
                  <c:v>1.5902293120638087</c:v>
                </c:pt>
                <c:pt idx="1825">
                  <c:v>1.6151545363908275</c:v>
                </c:pt>
                <c:pt idx="1826">
                  <c:v>1.6271186440677965</c:v>
                </c:pt>
                <c:pt idx="1827">
                  <c:v>1.6231306081754737</c:v>
                </c:pt>
                <c:pt idx="1828">
                  <c:v>1.6709870388833499</c:v>
                </c:pt>
                <c:pt idx="1829">
                  <c:v>1.6999002991026919</c:v>
                </c:pt>
                <c:pt idx="1830">
                  <c:v>1.6560319042871385</c:v>
                </c:pt>
                <c:pt idx="1831">
                  <c:v>1.6600199401794618</c:v>
                </c:pt>
                <c:pt idx="1832">
                  <c:v>1.650049850448654</c:v>
                </c:pt>
                <c:pt idx="1833">
                  <c:v>1.6321036889332003</c:v>
                </c:pt>
                <c:pt idx="1834">
                  <c:v>1.6350947158524427</c:v>
                </c:pt>
                <c:pt idx="1835">
                  <c:v>1.6021934197407777</c:v>
                </c:pt>
                <c:pt idx="1836">
                  <c:v>1.6370887337986042</c:v>
                </c:pt>
                <c:pt idx="1837">
                  <c:v>1.6530408773678964</c:v>
                </c:pt>
                <c:pt idx="1838">
                  <c:v>1.6869391824526421</c:v>
                </c:pt>
                <c:pt idx="1839">
                  <c:v>1.7318045862412761</c:v>
                </c:pt>
                <c:pt idx="1840">
                  <c:v>1.7208374875373877</c:v>
                </c:pt>
                <c:pt idx="1841">
                  <c:v>1.7018943170488534</c:v>
                </c:pt>
                <c:pt idx="1842">
                  <c:v>1.6729810568295116</c:v>
                </c:pt>
                <c:pt idx="1843">
                  <c:v>1.6311066799601197</c:v>
                </c:pt>
                <c:pt idx="1844">
                  <c:v>1.6081754735792624</c:v>
                </c:pt>
                <c:pt idx="1845">
                  <c:v>1.6081754735792624</c:v>
                </c:pt>
                <c:pt idx="1846">
                  <c:v>1.6151545363908275</c:v>
                </c:pt>
                <c:pt idx="1847">
                  <c:v>1.6779661016949154</c:v>
                </c:pt>
                <c:pt idx="1848">
                  <c:v>1.6380857427716851</c:v>
                </c:pt>
                <c:pt idx="1849">
                  <c:v>1.6111665004985045</c:v>
                </c:pt>
                <c:pt idx="1850">
                  <c:v>1.6510468594217347</c:v>
                </c:pt>
                <c:pt idx="1851">
                  <c:v>1.6430707876370889</c:v>
                </c:pt>
                <c:pt idx="1852">
                  <c:v>1.617148554336989</c:v>
                </c:pt>
                <c:pt idx="1853">
                  <c:v>1.6929212362911268</c:v>
                </c:pt>
                <c:pt idx="1854">
                  <c:v>1.6480558325024928</c:v>
                </c:pt>
                <c:pt idx="1855">
                  <c:v>1.6769690927218344</c:v>
                </c:pt>
                <c:pt idx="1856">
                  <c:v>1.7557328015952143</c:v>
                </c:pt>
                <c:pt idx="1857">
                  <c:v>1.7557328015952143</c:v>
                </c:pt>
                <c:pt idx="1858">
                  <c:v>1.7856430707876372</c:v>
                </c:pt>
                <c:pt idx="1859">
                  <c:v>1.8404785643070787</c:v>
                </c:pt>
                <c:pt idx="1860">
                  <c:v>1.8763708873379861</c:v>
                </c:pt>
                <c:pt idx="1861">
                  <c:v>1.8614157527417745</c:v>
                </c:pt>
                <c:pt idx="1862">
                  <c:v>1.8524426719840481</c:v>
                </c:pt>
                <c:pt idx="1863">
                  <c:v>1.8693918245264207</c:v>
                </c:pt>
                <c:pt idx="1864">
                  <c:v>1.9272183449651048</c:v>
                </c:pt>
                <c:pt idx="1865">
                  <c:v>1.8594217347956132</c:v>
                </c:pt>
                <c:pt idx="1866">
                  <c:v>1.8374875373878368</c:v>
                </c:pt>
                <c:pt idx="1867">
                  <c:v>1.7377866400797608</c:v>
                </c:pt>
                <c:pt idx="1868">
                  <c:v>1.7168494516450648</c:v>
                </c:pt>
                <c:pt idx="1869">
                  <c:v>1.7058823529411764</c:v>
                </c:pt>
                <c:pt idx="1870">
                  <c:v>1.7058823529411764</c:v>
                </c:pt>
                <c:pt idx="1871">
                  <c:v>1.6929212362911268</c:v>
                </c:pt>
                <c:pt idx="1872">
                  <c:v>1.7068793619142573</c:v>
                </c:pt>
                <c:pt idx="1873">
                  <c:v>1.7308075772681955</c:v>
                </c:pt>
                <c:pt idx="1874">
                  <c:v>1.712861415752742</c:v>
                </c:pt>
                <c:pt idx="1875">
                  <c:v>1.7497507477567298</c:v>
                </c:pt>
                <c:pt idx="1876">
                  <c:v>1.8045862412761715</c:v>
                </c:pt>
                <c:pt idx="1877">
                  <c:v>1.7966101694915253</c:v>
                </c:pt>
                <c:pt idx="1878">
                  <c:v>1.7846460618145563</c:v>
                </c:pt>
                <c:pt idx="1879">
                  <c:v>1.8305084745762712</c:v>
                </c:pt>
                <c:pt idx="1880">
                  <c:v>1.8454636091724825</c:v>
                </c:pt>
                <c:pt idx="1881">
                  <c:v>1.8165503489531405</c:v>
                </c:pt>
                <c:pt idx="1882">
                  <c:v>1.7996011964107677</c:v>
                </c:pt>
                <c:pt idx="1883">
                  <c:v>1.7766699900299101</c:v>
                </c:pt>
                <c:pt idx="1884">
                  <c:v>1.8255234297108673</c:v>
                </c:pt>
                <c:pt idx="1885">
                  <c:v>1.8544366899302094</c:v>
                </c:pt>
                <c:pt idx="1886">
                  <c:v>1.8743768693918246</c:v>
                </c:pt>
                <c:pt idx="1887">
                  <c:v>1.8454636091724825</c:v>
                </c:pt>
                <c:pt idx="1888">
                  <c:v>1.8713858424725822</c:v>
                </c:pt>
                <c:pt idx="1889">
                  <c:v>1.8374875373878368</c:v>
                </c:pt>
                <c:pt idx="1890">
                  <c:v>1.8793619142572284</c:v>
                </c:pt>
                <c:pt idx="1891">
                  <c:v>1.8703888334995016</c:v>
                </c:pt>
                <c:pt idx="1892">
                  <c:v>1.9222333000997012</c:v>
                </c:pt>
                <c:pt idx="1893">
                  <c:v>1.9152542372881356</c:v>
                </c:pt>
                <c:pt idx="1894">
                  <c:v>1.9411764705882353</c:v>
                </c:pt>
                <c:pt idx="1895">
                  <c:v>1.9272183449651048</c:v>
                </c:pt>
                <c:pt idx="1896">
                  <c:v>1.8893320039880359</c:v>
                </c:pt>
                <c:pt idx="1897">
                  <c:v>1.8673978065802594</c:v>
                </c:pt>
                <c:pt idx="1898">
                  <c:v>1.9092721834496511</c:v>
                </c:pt>
                <c:pt idx="1899">
                  <c:v>1.8673978065802594</c:v>
                </c:pt>
                <c:pt idx="1900">
                  <c:v>1.8913260219341974</c:v>
                </c:pt>
                <c:pt idx="1901">
                  <c:v>1.8813559322033897</c:v>
                </c:pt>
                <c:pt idx="1902">
                  <c:v>1.9002991026919243</c:v>
                </c:pt>
                <c:pt idx="1903">
                  <c:v>1.9042871385842473</c:v>
                </c:pt>
                <c:pt idx="1904">
                  <c:v>1.9222333000997012</c:v>
                </c:pt>
                <c:pt idx="1905">
                  <c:v>1.9112662013958126</c:v>
                </c:pt>
                <c:pt idx="1906">
                  <c:v>1.9302093718843469</c:v>
                </c:pt>
                <c:pt idx="1907">
                  <c:v>1.9112662013958126</c:v>
                </c:pt>
                <c:pt idx="1908">
                  <c:v>1.9162512462612162</c:v>
                </c:pt>
                <c:pt idx="1909">
                  <c:v>1.9242273180458624</c:v>
                </c:pt>
                <c:pt idx="1910">
                  <c:v>1.9641076769690928</c:v>
                </c:pt>
                <c:pt idx="1911">
                  <c:v>1.9641076769690928</c:v>
                </c:pt>
                <c:pt idx="1912">
                  <c:v>1.9670987038883352</c:v>
                </c:pt>
                <c:pt idx="1913">
                  <c:v>1.9910269192422732</c:v>
                </c:pt>
                <c:pt idx="1914">
                  <c:v>1.996011964107677</c:v>
                </c:pt>
                <c:pt idx="1915">
                  <c:v>2.0259222333000997</c:v>
                </c:pt>
                <c:pt idx="1916">
                  <c:v>2.0767696909272186</c:v>
                </c:pt>
                <c:pt idx="1917">
                  <c:v>2.0867397806580259</c:v>
                </c:pt>
                <c:pt idx="1918">
                  <c:v>2.0937188434695915</c:v>
                </c:pt>
                <c:pt idx="1919">
                  <c:v>2.2791625124626123</c:v>
                </c:pt>
                <c:pt idx="1920">
                  <c:v>2.2442671984047857</c:v>
                </c:pt>
                <c:pt idx="1921">
                  <c:v>2.2562313060817547</c:v>
                </c:pt>
                <c:pt idx="1922">
                  <c:v>2.2731804586241275</c:v>
                </c:pt>
                <c:pt idx="1923">
                  <c:v>2.3050847457627119</c:v>
                </c:pt>
                <c:pt idx="1924">
                  <c:v>2.3539381854436692</c:v>
                </c:pt>
                <c:pt idx="1925">
                  <c:v>2.3678963110667999</c:v>
                </c:pt>
                <c:pt idx="1926">
                  <c:v>2.3579262213359922</c:v>
                </c:pt>
                <c:pt idx="1927">
                  <c:v>2.374875373878365</c:v>
                </c:pt>
                <c:pt idx="1928">
                  <c:v>2.4077766699900298</c:v>
                </c:pt>
                <c:pt idx="1929">
                  <c:v>2.4247258225324027</c:v>
                </c:pt>
                <c:pt idx="1930">
                  <c:v>2.4307078763708874</c:v>
                </c:pt>
                <c:pt idx="1931">
                  <c:v>2.4277168494516452</c:v>
                </c:pt>
                <c:pt idx="1932">
                  <c:v>2.4895314057826519</c:v>
                </c:pt>
                <c:pt idx="1933">
                  <c:v>2.4855433698903293</c:v>
                </c:pt>
                <c:pt idx="1934">
                  <c:v>2.472582253240279</c:v>
                </c:pt>
                <c:pt idx="1935">
                  <c:v>2.5722831505483552</c:v>
                </c:pt>
                <c:pt idx="1936">
                  <c:v>2.6650049850448654</c:v>
                </c:pt>
                <c:pt idx="1937">
                  <c:v>2.6540378863409768</c:v>
                </c:pt>
                <c:pt idx="1938">
                  <c:v>2.6181455633100703</c:v>
                </c:pt>
                <c:pt idx="1939">
                  <c:v>2.6181455633100703</c:v>
                </c:pt>
                <c:pt idx="1940">
                  <c:v>2.5892323030907276</c:v>
                </c:pt>
                <c:pt idx="1941">
                  <c:v>2.5423728813559321</c:v>
                </c:pt>
                <c:pt idx="1942">
                  <c:v>2.4426719840478563</c:v>
                </c:pt>
                <c:pt idx="1943">
                  <c:v>2.5423728813559321</c:v>
                </c:pt>
                <c:pt idx="1944">
                  <c:v>2.5872382851445663</c:v>
                </c:pt>
                <c:pt idx="1945">
                  <c:v>2.6071784646061817</c:v>
                </c:pt>
                <c:pt idx="1946">
                  <c:v>2.5982053838484549</c:v>
                </c:pt>
                <c:pt idx="1947">
                  <c:v>2.5852442671984051</c:v>
                </c:pt>
                <c:pt idx="1948">
                  <c:v>2.6031904287138588</c:v>
                </c:pt>
                <c:pt idx="1949">
                  <c:v>2.6031904287138588</c:v>
                </c:pt>
                <c:pt idx="1950">
                  <c:v>2.6570289132602194</c:v>
                </c:pt>
                <c:pt idx="1951">
                  <c:v>2.6570289132602194</c:v>
                </c:pt>
                <c:pt idx="1952">
                  <c:v>2.6201395812562316</c:v>
                </c:pt>
                <c:pt idx="1953">
                  <c:v>2.6081754735792626</c:v>
                </c:pt>
                <c:pt idx="1954">
                  <c:v>2.6490528414755734</c:v>
                </c:pt>
                <c:pt idx="1955">
                  <c:v>2.629112662013958</c:v>
                </c:pt>
                <c:pt idx="1956">
                  <c:v>2.6001994017946162</c:v>
                </c:pt>
                <c:pt idx="1957">
                  <c:v>2.5922233300099702</c:v>
                </c:pt>
                <c:pt idx="1958">
                  <c:v>2.6580259222333003</c:v>
                </c:pt>
                <c:pt idx="1959">
                  <c:v>2.6829511465603195</c:v>
                </c:pt>
                <c:pt idx="1960">
                  <c:v>2.7128614157527422</c:v>
                </c:pt>
                <c:pt idx="1961">
                  <c:v>2.7288135593220337</c:v>
                </c:pt>
                <c:pt idx="1962">
                  <c:v>2.7387836490528414</c:v>
                </c:pt>
                <c:pt idx="1963">
                  <c:v>2.7248255234297112</c:v>
                </c:pt>
                <c:pt idx="1964">
                  <c:v>2.7846460618145565</c:v>
                </c:pt>
                <c:pt idx="1965">
                  <c:v>2.7726819541375876</c:v>
                </c:pt>
                <c:pt idx="1966">
                  <c:v>2.741774675972084</c:v>
                </c:pt>
                <c:pt idx="1967">
                  <c:v>2.8295114656031908</c:v>
                </c:pt>
                <c:pt idx="1968">
                  <c:v>2.8334995014955133</c:v>
                </c:pt>
                <c:pt idx="1969">
                  <c:v>2.882352941176471</c:v>
                </c:pt>
                <c:pt idx="1970">
                  <c:v>2.8245264207377869</c:v>
                </c:pt>
                <c:pt idx="1971">
                  <c:v>2.8863409770687936</c:v>
                </c:pt>
                <c:pt idx="1972">
                  <c:v>2.8863409770687936</c:v>
                </c:pt>
                <c:pt idx="1973">
                  <c:v>2.7866400797607178</c:v>
                </c:pt>
                <c:pt idx="1974">
                  <c:v>2.882352941176471</c:v>
                </c:pt>
                <c:pt idx="1975">
                  <c:v>2.9132602193419741</c:v>
                </c:pt>
                <c:pt idx="1976">
                  <c:v>2.8883349950149553</c:v>
                </c:pt>
                <c:pt idx="1977">
                  <c:v>2.8983050847457625</c:v>
                </c:pt>
                <c:pt idx="1978">
                  <c:v>2.8474576271186445</c:v>
                </c:pt>
                <c:pt idx="1979">
                  <c:v>2.7477567298105687</c:v>
                </c:pt>
                <c:pt idx="1980">
                  <c:v>2.7876370887337991</c:v>
                </c:pt>
                <c:pt idx="1981">
                  <c:v>2.6879361914257229</c:v>
                </c:pt>
                <c:pt idx="1982">
                  <c:v>2.5882352941176472</c:v>
                </c:pt>
                <c:pt idx="1983">
                  <c:v>2.6769690927218344</c:v>
                </c:pt>
                <c:pt idx="1984">
                  <c:v>2.7766699900299106</c:v>
                </c:pt>
                <c:pt idx="1985">
                  <c:v>2.8165503489531405</c:v>
                </c:pt>
                <c:pt idx="1986">
                  <c:v>2.8275174476570291</c:v>
                </c:pt>
                <c:pt idx="1987">
                  <c:v>2.8594217347956135</c:v>
                </c:pt>
                <c:pt idx="1988">
                  <c:v>2.9012961116650051</c:v>
                </c:pt>
                <c:pt idx="1989">
                  <c:v>2.9810568295114659</c:v>
                </c:pt>
                <c:pt idx="1990">
                  <c:v>3.0368893320039883</c:v>
                </c:pt>
                <c:pt idx="1991">
                  <c:v>3.0578265204386841</c:v>
                </c:pt>
                <c:pt idx="1992">
                  <c:v>3.046859421734796</c:v>
                </c:pt>
                <c:pt idx="1993">
                  <c:v>3.0069790628115656</c:v>
                </c:pt>
                <c:pt idx="1994">
                  <c:v>3.0119641076769694</c:v>
                </c:pt>
                <c:pt idx="1995">
                  <c:v>3.0807577268195416</c:v>
                </c:pt>
                <c:pt idx="1996">
                  <c:v>3.0279162512462614</c:v>
                </c:pt>
                <c:pt idx="1997">
                  <c:v>2.9780658025922233</c:v>
                </c:pt>
                <c:pt idx="1998">
                  <c:v>3.0139581256231307</c:v>
                </c:pt>
                <c:pt idx="1999">
                  <c:v>3.0877367896311068</c:v>
                </c:pt>
                <c:pt idx="2000">
                  <c:v>3.0757726819541378</c:v>
                </c:pt>
                <c:pt idx="2001">
                  <c:v>3.0757726819541378</c:v>
                </c:pt>
                <c:pt idx="2002">
                  <c:v>3.0558325024925224</c:v>
                </c:pt>
                <c:pt idx="2003">
                  <c:v>2.9591226321036892</c:v>
                </c:pt>
                <c:pt idx="2004">
                  <c:v>3.0289132602193423</c:v>
                </c:pt>
                <c:pt idx="2005">
                  <c:v>2.9980059820538383</c:v>
                </c:pt>
                <c:pt idx="2006">
                  <c:v>2.9381854436689929</c:v>
                </c:pt>
                <c:pt idx="2007">
                  <c:v>2.9441674975074776</c:v>
                </c:pt>
                <c:pt idx="2008">
                  <c:v>3.0578265204386841</c:v>
                </c:pt>
                <c:pt idx="2009">
                  <c:v>3.0129611166500498</c:v>
                </c:pt>
                <c:pt idx="2010">
                  <c:v>3.0518444666001998</c:v>
                </c:pt>
                <c:pt idx="2011">
                  <c:v>3.0767696909272186</c:v>
                </c:pt>
                <c:pt idx="2012">
                  <c:v>3.0578265204386841</c:v>
                </c:pt>
                <c:pt idx="2013">
                  <c:v>2.9611166500498505</c:v>
                </c:pt>
                <c:pt idx="2014">
                  <c:v>3.0219341974077771</c:v>
                </c:pt>
                <c:pt idx="2015">
                  <c:v>3.0558325024925224</c:v>
                </c:pt>
                <c:pt idx="2016">
                  <c:v>3.1415752741774678</c:v>
                </c:pt>
                <c:pt idx="2017">
                  <c:v>3.136590229312064</c:v>
                </c:pt>
                <c:pt idx="2018">
                  <c:v>3.0638085742771688</c:v>
                </c:pt>
                <c:pt idx="2019">
                  <c:v>3.026919242273181</c:v>
                </c:pt>
                <c:pt idx="2020">
                  <c:v>2.972083748753739</c:v>
                </c:pt>
                <c:pt idx="2021">
                  <c:v>2.9860418743768693</c:v>
                </c:pt>
                <c:pt idx="2022">
                  <c:v>2.9461615154536394</c:v>
                </c:pt>
                <c:pt idx="2023">
                  <c:v>2.9242273180458627</c:v>
                </c:pt>
                <c:pt idx="2024">
                  <c:v>2.9391824526420738</c:v>
                </c:pt>
                <c:pt idx="2025">
                  <c:v>3.026919242273181</c:v>
                </c:pt>
                <c:pt idx="2026">
                  <c:v>2.9690927218344969</c:v>
                </c:pt>
                <c:pt idx="2027">
                  <c:v>2.9890329012961119</c:v>
                </c:pt>
                <c:pt idx="2028">
                  <c:v>2.9810568295114659</c:v>
                </c:pt>
                <c:pt idx="2029">
                  <c:v>2.9531405782652045</c:v>
                </c:pt>
                <c:pt idx="2030">
                  <c:v>2.902293120638086</c:v>
                </c:pt>
                <c:pt idx="2031">
                  <c:v>2.9870388833499506</c:v>
                </c:pt>
                <c:pt idx="2032">
                  <c:v>3.0687936191425726</c:v>
                </c:pt>
                <c:pt idx="2033">
                  <c:v>3.0309072781655035</c:v>
                </c:pt>
                <c:pt idx="2034">
                  <c:v>3.0628115653040875</c:v>
                </c:pt>
                <c:pt idx="2035">
                  <c:v>3.2063808574277171</c:v>
                </c:pt>
                <c:pt idx="2036">
                  <c:v>3.2432701894317053</c:v>
                </c:pt>
                <c:pt idx="2037">
                  <c:v>3.2761714855433701</c:v>
                </c:pt>
                <c:pt idx="2038">
                  <c:v>3.3559322033898309</c:v>
                </c:pt>
                <c:pt idx="2039">
                  <c:v>3.5054835493519443</c:v>
                </c:pt>
                <c:pt idx="2040">
                  <c:v>3.5343968095712861</c:v>
                </c:pt>
                <c:pt idx="2041">
                  <c:v>3.6470588235294121</c:v>
                </c:pt>
                <c:pt idx="2042">
                  <c:v>3.6510468594217347</c:v>
                </c:pt>
                <c:pt idx="2043">
                  <c:v>3.6999002991026924</c:v>
                </c:pt>
                <c:pt idx="2044">
                  <c:v>3.7198404785643073</c:v>
                </c:pt>
                <c:pt idx="2045">
                  <c:v>3.6271186440677967</c:v>
                </c:pt>
                <c:pt idx="2046">
                  <c:v>3.5952143569292128</c:v>
                </c:pt>
                <c:pt idx="2047">
                  <c:v>3.6101694915254239</c:v>
                </c:pt>
                <c:pt idx="2048">
                  <c:v>3.5513459621136589</c:v>
                </c:pt>
                <c:pt idx="2049">
                  <c:v>3.6390827517447657</c:v>
                </c:pt>
                <c:pt idx="2050">
                  <c:v>3.7567298105682951</c:v>
                </c:pt>
                <c:pt idx="2051">
                  <c:v>3.761714855433699</c:v>
                </c:pt>
                <c:pt idx="2052">
                  <c:v>3.6121635094715856</c:v>
                </c:pt>
                <c:pt idx="2053">
                  <c:v>3.5862412761714855</c:v>
                </c:pt>
                <c:pt idx="2054">
                  <c:v>3.7318045862412763</c:v>
                </c:pt>
                <c:pt idx="2055">
                  <c:v>3.7188434695912265</c:v>
                </c:pt>
                <c:pt idx="2056">
                  <c:v>3.5712861415752744</c:v>
                </c:pt>
                <c:pt idx="2057">
                  <c:v>3.4526420737786641</c:v>
                </c:pt>
                <c:pt idx="2058">
                  <c:v>3.4047856430707877</c:v>
                </c:pt>
                <c:pt idx="2059">
                  <c:v>3.3659022931206386</c:v>
                </c:pt>
                <c:pt idx="2060">
                  <c:v>3.3898305084745766</c:v>
                </c:pt>
                <c:pt idx="2061">
                  <c:v>3.2751744765702893</c:v>
                </c:pt>
                <c:pt idx="2062">
                  <c:v>3.2313060817547363</c:v>
                </c:pt>
                <c:pt idx="2063">
                  <c:v>3.2821535393818544</c:v>
                </c:pt>
                <c:pt idx="2064">
                  <c:v>3.1465603190428717</c:v>
                </c:pt>
                <c:pt idx="2065">
                  <c:v>3.0378863409770687</c:v>
                </c:pt>
                <c:pt idx="2066">
                  <c:v>2.9371884346959125</c:v>
                </c:pt>
                <c:pt idx="2067">
                  <c:v>2.8584247258225322</c:v>
                </c:pt>
                <c:pt idx="2068">
                  <c:v>2.8484546360917249</c:v>
                </c:pt>
                <c:pt idx="2069">
                  <c:v>2.8564307078763709</c:v>
                </c:pt>
                <c:pt idx="2070">
                  <c:v>2.8773678963110672</c:v>
                </c:pt>
                <c:pt idx="2071">
                  <c:v>2.9012961116650051</c:v>
                </c:pt>
                <c:pt idx="2072">
                  <c:v>2.9611166500498505</c:v>
                </c:pt>
                <c:pt idx="2073">
                  <c:v>2.9980059820538383</c:v>
                </c:pt>
                <c:pt idx="2074">
                  <c:v>2.9282153539381852</c:v>
                </c:pt>
                <c:pt idx="2075">
                  <c:v>2.8165503489531405</c:v>
                </c:pt>
                <c:pt idx="2076">
                  <c:v>2.6689930209371884</c:v>
                </c:pt>
                <c:pt idx="2077">
                  <c:v>2.6181455633100703</c:v>
                </c:pt>
                <c:pt idx="2078">
                  <c:v>2.5324027916251248</c:v>
                </c:pt>
                <c:pt idx="2079">
                  <c:v>2.6031904287138588</c:v>
                </c:pt>
                <c:pt idx="2080">
                  <c:v>2.484546360917248</c:v>
                </c:pt>
                <c:pt idx="2081">
                  <c:v>2.4785643070787637</c:v>
                </c:pt>
                <c:pt idx="2082">
                  <c:v>2.5373878364905287</c:v>
                </c:pt>
                <c:pt idx="2083">
                  <c:v>2.6869391824526421</c:v>
                </c:pt>
                <c:pt idx="2084">
                  <c:v>2.7796610169491527</c:v>
                </c:pt>
                <c:pt idx="2085">
                  <c:v>2.6400797607178466</c:v>
                </c:pt>
                <c:pt idx="2086">
                  <c:v>2.7567298105682951</c:v>
                </c:pt>
                <c:pt idx="2087">
                  <c:v>2.8145563310069792</c:v>
                </c:pt>
                <c:pt idx="2088">
                  <c:v>2.8673978065802594</c:v>
                </c:pt>
                <c:pt idx="2089">
                  <c:v>2.9790628115653042</c:v>
                </c:pt>
                <c:pt idx="2090">
                  <c:v>2.9232303090727818</c:v>
                </c:pt>
                <c:pt idx="2091">
                  <c:v>2.8923230309072783</c:v>
                </c:pt>
                <c:pt idx="2092">
                  <c:v>2.8673978065802594</c:v>
                </c:pt>
                <c:pt idx="2093">
                  <c:v>2.8783649052841476</c:v>
                </c:pt>
                <c:pt idx="2094">
                  <c:v>2.8414755732801598</c:v>
                </c:pt>
                <c:pt idx="2095">
                  <c:v>2.8325024925224329</c:v>
                </c:pt>
                <c:pt idx="2096">
                  <c:v>2.7567298105682951</c:v>
                </c:pt>
                <c:pt idx="2097">
                  <c:v>2.7238285144566299</c:v>
                </c:pt>
                <c:pt idx="2098">
                  <c:v>2.737786640079761</c:v>
                </c:pt>
                <c:pt idx="2099">
                  <c:v>2.6490528414755734</c:v>
                </c:pt>
                <c:pt idx="2100">
                  <c:v>2.6570289132602194</c:v>
                </c:pt>
                <c:pt idx="2101">
                  <c:v>2.6390827517447657</c:v>
                </c:pt>
                <c:pt idx="2102">
                  <c:v>2.6041874376869392</c:v>
                </c:pt>
                <c:pt idx="2103">
                  <c:v>2.6031904287138588</c:v>
                </c:pt>
                <c:pt idx="2104">
                  <c:v>2.7288135593220337</c:v>
                </c:pt>
                <c:pt idx="2105">
                  <c:v>2.8015952143569294</c:v>
                </c:pt>
                <c:pt idx="2106">
                  <c:v>2.6530408773678964</c:v>
                </c:pt>
                <c:pt idx="2107">
                  <c:v>2.761714855433699</c:v>
                </c:pt>
                <c:pt idx="2108">
                  <c:v>2.6281156530408776</c:v>
                </c:pt>
                <c:pt idx="2109">
                  <c:v>2.7028913260219345</c:v>
                </c:pt>
                <c:pt idx="2110">
                  <c:v>2.7836490528414757</c:v>
                </c:pt>
                <c:pt idx="2111">
                  <c:v>2.7926221335992025</c:v>
                </c:pt>
                <c:pt idx="2112">
                  <c:v>2.8065802592223332</c:v>
                </c:pt>
                <c:pt idx="2113">
                  <c:v>2.7826520438683953</c:v>
                </c:pt>
                <c:pt idx="2114">
                  <c:v>2.7068793619142575</c:v>
                </c:pt>
                <c:pt idx="2115">
                  <c:v>2.5573280159521437</c:v>
                </c:pt>
                <c:pt idx="2116">
                  <c:v>2.4297108673978065</c:v>
                </c:pt>
                <c:pt idx="2117">
                  <c:v>2.4127617148554337</c:v>
                </c:pt>
                <c:pt idx="2118">
                  <c:v>2.2632103688933203</c:v>
                </c:pt>
                <c:pt idx="2119">
                  <c:v>2.2632103688933203</c:v>
                </c:pt>
                <c:pt idx="2120">
                  <c:v>2.1136590229312064</c:v>
                </c:pt>
                <c:pt idx="2121">
                  <c:v>2.0787637088733799</c:v>
                </c:pt>
                <c:pt idx="2122">
                  <c:v>2.1306081754735793</c:v>
                </c:pt>
                <c:pt idx="2123">
                  <c:v>2.1844466600199404</c:v>
                </c:pt>
                <c:pt idx="2124">
                  <c:v>2.0348953140578265</c:v>
                </c:pt>
                <c:pt idx="2125">
                  <c:v>2.0508474576271185</c:v>
                </c:pt>
                <c:pt idx="2126">
                  <c:v>2.0498504486540381</c:v>
                </c:pt>
                <c:pt idx="2127">
                  <c:v>1.9341974077766702</c:v>
                </c:pt>
                <c:pt idx="2128">
                  <c:v>1.9162512462612162</c:v>
                </c:pt>
                <c:pt idx="2129">
                  <c:v>2.0089730807577268</c:v>
                </c:pt>
                <c:pt idx="2130">
                  <c:v>2.085742771684945</c:v>
                </c:pt>
                <c:pt idx="2131">
                  <c:v>2.0488534396809572</c:v>
                </c:pt>
                <c:pt idx="2132">
                  <c:v>1.9192422731804586</c:v>
                </c:pt>
                <c:pt idx="2133">
                  <c:v>1.9451645064805583</c:v>
                </c:pt>
                <c:pt idx="2134">
                  <c:v>1.8574277168494517</c:v>
                </c:pt>
                <c:pt idx="2135">
                  <c:v>1.9202392821535395</c:v>
                </c:pt>
                <c:pt idx="2136">
                  <c:v>1.94715852442672</c:v>
                </c:pt>
                <c:pt idx="2137">
                  <c:v>2.0967098703888336</c:v>
                </c:pt>
                <c:pt idx="2138">
                  <c:v>2.0408773678963108</c:v>
                </c:pt>
                <c:pt idx="2139">
                  <c:v>2.0009970089730809</c:v>
                </c:pt>
                <c:pt idx="2140">
                  <c:v>2.0089730807577268</c:v>
                </c:pt>
                <c:pt idx="2141">
                  <c:v>2.0588235294117649</c:v>
                </c:pt>
                <c:pt idx="2142">
                  <c:v>1.9451645064805583</c:v>
                </c:pt>
                <c:pt idx="2143">
                  <c:v>1.8843469591226321</c:v>
                </c:pt>
                <c:pt idx="2144">
                  <c:v>1.8713858424725822</c:v>
                </c:pt>
                <c:pt idx="2145">
                  <c:v>1.911764705882353</c:v>
                </c:pt>
                <c:pt idx="2146">
                  <c:v>1.8656530408773679</c:v>
                </c:pt>
                <c:pt idx="2147">
                  <c:v>1.8419740777667</c:v>
                </c:pt>
                <c:pt idx="2148">
                  <c:v>1.8793619142572284</c:v>
                </c:pt>
                <c:pt idx="2149">
                  <c:v>1.8955633100697906</c:v>
                </c:pt>
                <c:pt idx="2150">
                  <c:v>1.9229810568295116</c:v>
                </c:pt>
                <c:pt idx="2151">
                  <c:v>1.8943170488534398</c:v>
                </c:pt>
                <c:pt idx="2152">
                  <c:v>1.8880857427716851</c:v>
                </c:pt>
                <c:pt idx="2153">
                  <c:v>1.8133100697906281</c:v>
                </c:pt>
                <c:pt idx="2154">
                  <c:v>1.6874376869391825</c:v>
                </c:pt>
                <c:pt idx="2155">
                  <c:v>1.7671984047856431</c:v>
                </c:pt>
                <c:pt idx="2156">
                  <c:v>1.7622133599202394</c:v>
                </c:pt>
                <c:pt idx="2157">
                  <c:v>1.7647058823529411</c:v>
                </c:pt>
                <c:pt idx="2158">
                  <c:v>1.7422731804586242</c:v>
                </c:pt>
                <c:pt idx="2159">
                  <c:v>1.6587736789631107</c:v>
                </c:pt>
                <c:pt idx="2160">
                  <c:v>1.6575274177467598</c:v>
                </c:pt>
                <c:pt idx="2161">
                  <c:v>1.6550348953140579</c:v>
                </c:pt>
                <c:pt idx="2162">
                  <c:v>1.5864905284147557</c:v>
                </c:pt>
                <c:pt idx="2163">
                  <c:v>1.463110667996012</c:v>
                </c:pt>
                <c:pt idx="2164">
                  <c:v>1.5665503489531407</c:v>
                </c:pt>
                <c:pt idx="2165">
                  <c:v>1.556580259222333</c:v>
                </c:pt>
                <c:pt idx="2166">
                  <c:v>1.628863409770688</c:v>
                </c:pt>
                <c:pt idx="2167">
                  <c:v>1.6849451645064806</c:v>
                </c:pt>
                <c:pt idx="2168">
                  <c:v>1.7921236291126621</c:v>
                </c:pt>
                <c:pt idx="2169">
                  <c:v>1.8706380857427718</c:v>
                </c:pt>
                <c:pt idx="2170">
                  <c:v>1.9641076769690928</c:v>
                </c:pt>
                <c:pt idx="2171">
                  <c:v>1.9416749750747757</c:v>
                </c:pt>
                <c:pt idx="2172">
                  <c:v>1.9416749750747757</c:v>
                </c:pt>
                <c:pt idx="2173">
                  <c:v>1.8980558325024925</c:v>
                </c:pt>
                <c:pt idx="2174">
                  <c:v>1.9030408773678964</c:v>
                </c:pt>
                <c:pt idx="2175">
                  <c:v>1.9678464606181456</c:v>
                </c:pt>
                <c:pt idx="2176">
                  <c:v>1.984047856430708</c:v>
                </c:pt>
                <c:pt idx="2177">
                  <c:v>2.0550847457627119</c:v>
                </c:pt>
                <c:pt idx="2178">
                  <c:v>1.9616151545363909</c:v>
                </c:pt>
                <c:pt idx="2179">
                  <c:v>1.9753240279162514</c:v>
                </c:pt>
                <c:pt idx="2180">
                  <c:v>2.0289132602193418</c:v>
                </c:pt>
                <c:pt idx="2181">
                  <c:v>2.0550847457627119</c:v>
                </c:pt>
                <c:pt idx="2182">
                  <c:v>2.0500997008973081</c:v>
                </c:pt>
                <c:pt idx="2183">
                  <c:v>2.1311066799601197</c:v>
                </c:pt>
                <c:pt idx="2184">
                  <c:v>2.0762711864406782</c:v>
                </c:pt>
                <c:pt idx="2185">
                  <c:v>2.027666999002991</c:v>
                </c:pt>
                <c:pt idx="2186">
                  <c:v>2.0476071784646064</c:v>
                </c:pt>
                <c:pt idx="2187">
                  <c:v>1.8980558325024925</c:v>
                </c:pt>
                <c:pt idx="2188">
                  <c:v>1.8070787637088734</c:v>
                </c:pt>
                <c:pt idx="2189">
                  <c:v>1.8270189431704886</c:v>
                </c:pt>
                <c:pt idx="2190">
                  <c:v>1.8207876370887339</c:v>
                </c:pt>
                <c:pt idx="2191">
                  <c:v>1.9491525423728815</c:v>
                </c:pt>
                <c:pt idx="2192">
                  <c:v>1.911764705882353</c:v>
                </c:pt>
                <c:pt idx="2193">
                  <c:v>1.9454137587238285</c:v>
                </c:pt>
                <c:pt idx="2194">
                  <c:v>1.9317048853439682</c:v>
                </c:pt>
                <c:pt idx="2195">
                  <c:v>1.9466600199401796</c:v>
                </c:pt>
                <c:pt idx="2196">
                  <c:v>1.9628614157527418</c:v>
                </c:pt>
                <c:pt idx="2197">
                  <c:v>1.8818544366899304</c:v>
                </c:pt>
                <c:pt idx="2198">
                  <c:v>1.9167497507477569</c:v>
                </c:pt>
                <c:pt idx="2199">
                  <c:v>1.9030408773678964</c:v>
                </c:pt>
                <c:pt idx="2200">
                  <c:v>1.8893320039880359</c:v>
                </c:pt>
                <c:pt idx="2201">
                  <c:v>1.8469591226321038</c:v>
                </c:pt>
                <c:pt idx="2202">
                  <c:v>1.8033399800598207</c:v>
                </c:pt>
                <c:pt idx="2203">
                  <c:v>1.7858923230309074</c:v>
                </c:pt>
                <c:pt idx="2204">
                  <c:v>1.8506979062811566</c:v>
                </c:pt>
                <c:pt idx="2205">
                  <c:v>1.8806081754735793</c:v>
                </c:pt>
                <c:pt idx="2206">
                  <c:v>1.8818544366899304</c:v>
                </c:pt>
                <c:pt idx="2207">
                  <c:v>1.8781156530408774</c:v>
                </c:pt>
                <c:pt idx="2208">
                  <c:v>1.8369890329012961</c:v>
                </c:pt>
                <c:pt idx="2209">
                  <c:v>1.8257726819541376</c:v>
                </c:pt>
                <c:pt idx="2210">
                  <c:v>1.8108175473579262</c:v>
                </c:pt>
                <c:pt idx="2211">
                  <c:v>1.7410269192422732</c:v>
                </c:pt>
                <c:pt idx="2212">
                  <c:v>1.7410269192422732</c:v>
                </c:pt>
                <c:pt idx="2213">
                  <c:v>1.7759222333000997</c:v>
                </c:pt>
                <c:pt idx="2214">
                  <c:v>1.746011964107677</c:v>
                </c:pt>
                <c:pt idx="2215">
                  <c:v>1.7534895314057828</c:v>
                </c:pt>
                <c:pt idx="2216">
                  <c:v>1.7659521435692922</c:v>
                </c:pt>
                <c:pt idx="2217">
                  <c:v>1.8133100697906281</c:v>
                </c:pt>
                <c:pt idx="2218">
                  <c:v>1.8045862412761715</c:v>
                </c:pt>
                <c:pt idx="2219">
                  <c:v>1.7485044865403789</c:v>
                </c:pt>
                <c:pt idx="2220">
                  <c:v>1.7123629112662015</c:v>
                </c:pt>
                <c:pt idx="2221">
                  <c:v>1.7123629112662015</c:v>
                </c:pt>
                <c:pt idx="2222">
                  <c:v>1.7709371884346961</c:v>
                </c:pt>
                <c:pt idx="2223">
                  <c:v>1.7410269192422732</c:v>
                </c:pt>
                <c:pt idx="2224">
                  <c:v>1.7584745762711864</c:v>
                </c:pt>
                <c:pt idx="2225">
                  <c:v>1.7809072781655035</c:v>
                </c:pt>
                <c:pt idx="2226">
                  <c:v>1.8282652043868395</c:v>
                </c:pt>
                <c:pt idx="2227">
                  <c:v>1.7746759720837488</c:v>
                </c:pt>
                <c:pt idx="2228">
                  <c:v>1.8781156530408774</c:v>
                </c:pt>
                <c:pt idx="2229">
                  <c:v>1.8693918245264207</c:v>
                </c:pt>
                <c:pt idx="2230">
                  <c:v>1.9516450648055832</c:v>
                </c:pt>
                <c:pt idx="2231">
                  <c:v>1.9466600199401796</c:v>
                </c:pt>
                <c:pt idx="2232">
                  <c:v>1.935443668993021</c:v>
                </c:pt>
                <c:pt idx="2233">
                  <c:v>1.9765702891326022</c:v>
                </c:pt>
                <c:pt idx="2234">
                  <c:v>1.9765702891326022</c:v>
                </c:pt>
                <c:pt idx="2235">
                  <c:v>1.9715852442671984</c:v>
                </c:pt>
                <c:pt idx="2236">
                  <c:v>1.9628614157527418</c:v>
                </c:pt>
                <c:pt idx="2237">
                  <c:v>1.9229810568295116</c:v>
                </c:pt>
                <c:pt idx="2238">
                  <c:v>1.9479062811565304</c:v>
                </c:pt>
                <c:pt idx="2239">
                  <c:v>1.9292123629112663</c:v>
                </c:pt>
                <c:pt idx="2240">
                  <c:v>1.9254735792622135</c:v>
                </c:pt>
                <c:pt idx="2241">
                  <c:v>2.0176969092721837</c:v>
                </c:pt>
                <c:pt idx="2242">
                  <c:v>1.9740777666999003</c:v>
                </c:pt>
                <c:pt idx="2243">
                  <c:v>2.0064805583250251</c:v>
                </c:pt>
                <c:pt idx="2244">
                  <c:v>2.0164506480558324</c:v>
                </c:pt>
                <c:pt idx="2245">
                  <c:v>2.0214356929212363</c:v>
                </c:pt>
                <c:pt idx="2246">
                  <c:v>1.9753240279162514</c:v>
                </c:pt>
                <c:pt idx="2247">
                  <c:v>1.9790628115653042</c:v>
                </c:pt>
                <c:pt idx="2248">
                  <c:v>1.9454137587238285</c:v>
                </c:pt>
                <c:pt idx="2249">
                  <c:v>1.9317048853439682</c:v>
                </c:pt>
                <c:pt idx="2250">
                  <c:v>1.9653539381854437</c:v>
                </c:pt>
                <c:pt idx="2251">
                  <c:v>1.9167497507477569</c:v>
                </c:pt>
                <c:pt idx="2252">
                  <c:v>1.9229810568295116</c:v>
                </c:pt>
                <c:pt idx="2253">
                  <c:v>1.8756231306081754</c:v>
                </c:pt>
                <c:pt idx="2254">
                  <c:v>1.8419740777667</c:v>
                </c:pt>
                <c:pt idx="2255">
                  <c:v>1.8644067796610171</c:v>
                </c:pt>
                <c:pt idx="2256">
                  <c:v>1.8619142572283152</c:v>
                </c:pt>
                <c:pt idx="2257">
                  <c:v>1.8993020937188436</c:v>
                </c:pt>
                <c:pt idx="2258">
                  <c:v>1.8793619142572284</c:v>
                </c:pt>
                <c:pt idx="2259">
                  <c:v>1.8556829511465605</c:v>
                </c:pt>
                <c:pt idx="2260">
                  <c:v>1.8693918245264207</c:v>
                </c:pt>
                <c:pt idx="2261">
                  <c:v>1.959122632103689</c:v>
                </c:pt>
                <c:pt idx="2262">
                  <c:v>1.9753240279162514</c:v>
                </c:pt>
                <c:pt idx="2263">
                  <c:v>2.0251744765702893</c:v>
                </c:pt>
                <c:pt idx="2264">
                  <c:v>1.984047856430708</c:v>
                </c:pt>
                <c:pt idx="2265">
                  <c:v>1.9865403788634097</c:v>
                </c:pt>
                <c:pt idx="2266">
                  <c:v>1.9977567298105683</c:v>
                </c:pt>
                <c:pt idx="2267">
                  <c:v>2.0176969092721837</c:v>
                </c:pt>
                <c:pt idx="2268">
                  <c:v>2.0638085742771684</c:v>
                </c:pt>
                <c:pt idx="2269">
                  <c:v>2.0613160518444666</c:v>
                </c:pt>
                <c:pt idx="2270">
                  <c:v>2.0912263210368893</c:v>
                </c:pt>
                <c:pt idx="2271">
                  <c:v>2.0912263210368893</c:v>
                </c:pt>
                <c:pt idx="2272">
                  <c:v>2.101196410767697</c:v>
                </c:pt>
                <c:pt idx="2273">
                  <c:v>2.0800099700897308</c:v>
                </c:pt>
                <c:pt idx="2274">
                  <c:v>2.101196410767697</c:v>
                </c:pt>
                <c:pt idx="2275">
                  <c:v>2.1223828514456629</c:v>
                </c:pt>
                <c:pt idx="2276">
                  <c:v>2.1236291126620142</c:v>
                </c:pt>
                <c:pt idx="2277">
                  <c:v>2.1136590229312064</c:v>
                </c:pt>
                <c:pt idx="2278">
                  <c:v>2.14481555333998</c:v>
                </c:pt>
                <c:pt idx="2279">
                  <c:v>2.1311066799601197</c:v>
                </c:pt>
                <c:pt idx="2280">
                  <c:v>2.1236291126620142</c:v>
                </c:pt>
                <c:pt idx="2281">
                  <c:v>2.1373379860418744</c:v>
                </c:pt>
                <c:pt idx="2282">
                  <c:v>2.1747258225324027</c:v>
                </c:pt>
                <c:pt idx="2283">
                  <c:v>2.222083748753739</c:v>
                </c:pt>
                <c:pt idx="2284">
                  <c:v>2.2407776669990032</c:v>
                </c:pt>
                <c:pt idx="2285">
                  <c:v>2.1560319042871385</c:v>
                </c:pt>
                <c:pt idx="2286">
                  <c:v>2.2357926221335993</c:v>
                </c:pt>
                <c:pt idx="2287">
                  <c:v>2.2133599202392822</c:v>
                </c:pt>
                <c:pt idx="2288">
                  <c:v>2.3404785643070789</c:v>
                </c:pt>
                <c:pt idx="2289">
                  <c:v>2.3766201395812563</c:v>
                </c:pt>
                <c:pt idx="2290">
                  <c:v>2.335493519441675</c:v>
                </c:pt>
                <c:pt idx="2291">
                  <c:v>2.362911266201396</c:v>
                </c:pt>
                <c:pt idx="2292">
                  <c:v>2.3217846460618148</c:v>
                </c:pt>
                <c:pt idx="2293">
                  <c:v>2.261964107676969</c:v>
                </c:pt>
                <c:pt idx="2294">
                  <c:v>2.2432701894317049</c:v>
                </c:pt>
                <c:pt idx="2295">
                  <c:v>2.2195912263210369</c:v>
                </c:pt>
                <c:pt idx="2296">
                  <c:v>2.2245762711864407</c:v>
                </c:pt>
                <c:pt idx="2297">
                  <c:v>2.218344965104686</c:v>
                </c:pt>
                <c:pt idx="2298">
                  <c:v>2.1535393818544368</c:v>
                </c:pt>
                <c:pt idx="2299">
                  <c:v>2.1734795613160518</c:v>
                </c:pt>
                <c:pt idx="2300">
                  <c:v>2.1809571286141578</c:v>
                </c:pt>
                <c:pt idx="2301">
                  <c:v>2.1510468594217347</c:v>
                </c:pt>
                <c:pt idx="2302">
                  <c:v>2.1473080757726821</c:v>
                </c:pt>
                <c:pt idx="2303">
                  <c:v>2.1373379860418744</c:v>
                </c:pt>
                <c:pt idx="2304">
                  <c:v>2.0949651046859423</c:v>
                </c:pt>
                <c:pt idx="2305">
                  <c:v>2.124875373878365</c:v>
                </c:pt>
                <c:pt idx="2306">
                  <c:v>2.1136590229312064</c:v>
                </c:pt>
                <c:pt idx="2307">
                  <c:v>2.0476071784646064</c:v>
                </c:pt>
                <c:pt idx="2308">
                  <c:v>1.9952642073778664</c:v>
                </c:pt>
                <c:pt idx="2309">
                  <c:v>1.9977567298105683</c:v>
                </c:pt>
                <c:pt idx="2310">
                  <c:v>2.0563310069790628</c:v>
                </c:pt>
                <c:pt idx="2311">
                  <c:v>2.0600697906281158</c:v>
                </c:pt>
                <c:pt idx="2312">
                  <c:v>2.0563310069790628</c:v>
                </c:pt>
                <c:pt idx="2313">
                  <c:v>2.0949651046859423</c:v>
                </c:pt>
                <c:pt idx="2314">
                  <c:v>2.0687936191425722</c:v>
                </c:pt>
                <c:pt idx="2315">
                  <c:v>2.0152043868394816</c:v>
                </c:pt>
                <c:pt idx="2316">
                  <c:v>2.0413758723828517</c:v>
                </c:pt>
                <c:pt idx="2317">
                  <c:v>2.0525922233300102</c:v>
                </c:pt>
                <c:pt idx="2318">
                  <c:v>1.9965104685942174</c:v>
                </c:pt>
                <c:pt idx="2319">
                  <c:v>1.9865403788634097</c:v>
                </c:pt>
                <c:pt idx="2320">
                  <c:v>2.0687936191425722</c:v>
                </c:pt>
                <c:pt idx="2321">
                  <c:v>2.003988035892323</c:v>
                </c:pt>
                <c:pt idx="2322">
                  <c:v>2.0426221335992025</c:v>
                </c:pt>
                <c:pt idx="2323">
                  <c:v>2.0176969092721837</c:v>
                </c:pt>
                <c:pt idx="2324">
                  <c:v>2.0127118644067798</c:v>
                </c:pt>
                <c:pt idx="2325">
                  <c:v>2.0825024925224329</c:v>
                </c:pt>
                <c:pt idx="2326">
                  <c:v>2.1186440677966103</c:v>
                </c:pt>
                <c:pt idx="2327">
                  <c:v>2.1984047856430711</c:v>
                </c:pt>
                <c:pt idx="2328">
                  <c:v>2.1846959122632104</c:v>
                </c:pt>
                <c:pt idx="2329">
                  <c:v>2.1660019940179462</c:v>
                </c:pt>
                <c:pt idx="2330">
                  <c:v>2.0800099700897308</c:v>
                </c:pt>
                <c:pt idx="2331">
                  <c:v>2.0014955134596213</c:v>
                </c:pt>
                <c:pt idx="2332">
                  <c:v>2.0239282153539384</c:v>
                </c:pt>
                <c:pt idx="2333">
                  <c:v>2.0301595214356931</c:v>
                </c:pt>
                <c:pt idx="2334">
                  <c:v>2.0700398803589235</c:v>
                </c:pt>
                <c:pt idx="2335">
                  <c:v>2.0500997008973081</c:v>
                </c:pt>
                <c:pt idx="2336">
                  <c:v>2.0338983050847457</c:v>
                </c:pt>
                <c:pt idx="2337">
                  <c:v>2.0189431704885346</c:v>
                </c:pt>
                <c:pt idx="2338">
                  <c:v>2.0239282153539384</c:v>
                </c:pt>
                <c:pt idx="2339">
                  <c:v>2.0426221335992025</c:v>
                </c:pt>
                <c:pt idx="2340">
                  <c:v>2.0201894317048854</c:v>
                </c:pt>
                <c:pt idx="2341">
                  <c:v>2.035144566301097</c:v>
                </c:pt>
                <c:pt idx="2342">
                  <c:v>2.0712861415752744</c:v>
                </c:pt>
                <c:pt idx="2343">
                  <c:v>2.027666999002991</c:v>
                </c:pt>
                <c:pt idx="2344">
                  <c:v>2.0189431704885346</c:v>
                </c:pt>
                <c:pt idx="2345">
                  <c:v>2.0326520438683948</c:v>
                </c:pt>
                <c:pt idx="2346">
                  <c:v>2.0413758723828517</c:v>
                </c:pt>
                <c:pt idx="2347">
                  <c:v>2.035144566301097</c:v>
                </c:pt>
                <c:pt idx="2348">
                  <c:v>1.9927716849451647</c:v>
                </c:pt>
                <c:pt idx="2349">
                  <c:v>1.9852941176470589</c:v>
                </c:pt>
                <c:pt idx="2350">
                  <c:v>1.9641076769690928</c:v>
                </c:pt>
                <c:pt idx="2351">
                  <c:v>1.9304586241276172</c:v>
                </c:pt>
                <c:pt idx="2352">
                  <c:v>1.9454137587238285</c:v>
                </c:pt>
                <c:pt idx="2353">
                  <c:v>1.9703389830508475</c:v>
                </c:pt>
                <c:pt idx="2354">
                  <c:v>2.0052342971086738</c:v>
                </c:pt>
                <c:pt idx="2355">
                  <c:v>2.031405782652044</c:v>
                </c:pt>
                <c:pt idx="2356">
                  <c:v>2.0226819541375871</c:v>
                </c:pt>
                <c:pt idx="2357">
                  <c:v>1.7273180458624129</c:v>
                </c:pt>
                <c:pt idx="2358">
                  <c:v>1.6762213359920239</c:v>
                </c:pt>
                <c:pt idx="2359">
                  <c:v>1.6400797607178466</c:v>
                </c:pt>
                <c:pt idx="2360">
                  <c:v>1.5852442671984048</c:v>
                </c:pt>
                <c:pt idx="2361">
                  <c:v>1.5752741774675973</c:v>
                </c:pt>
                <c:pt idx="2362">
                  <c:v>1.6238783649052841</c:v>
                </c:pt>
                <c:pt idx="2363">
                  <c:v>1.6463110667996013</c:v>
                </c:pt>
                <c:pt idx="2364">
                  <c:v>1.677467597208375</c:v>
                </c:pt>
                <c:pt idx="2365">
                  <c:v>1.6650049850448654</c:v>
                </c:pt>
                <c:pt idx="2366">
                  <c:v>1.6886839481555334</c:v>
                </c:pt>
                <c:pt idx="2367">
                  <c:v>1.6999002991026919</c:v>
                </c:pt>
                <c:pt idx="2368">
                  <c:v>1.7148554336989033</c:v>
                </c:pt>
                <c:pt idx="2369">
                  <c:v>1.69740777666999</c:v>
                </c:pt>
                <c:pt idx="2370">
                  <c:v>1.6625124626121635</c:v>
                </c:pt>
                <c:pt idx="2371">
                  <c:v>1.7023928215353938</c:v>
                </c:pt>
                <c:pt idx="2372">
                  <c:v>1.7858923230309074</c:v>
                </c:pt>
                <c:pt idx="2373">
                  <c:v>1.8145563310069792</c:v>
                </c:pt>
                <c:pt idx="2374">
                  <c:v>1.8058325024925226</c:v>
                </c:pt>
                <c:pt idx="2375">
                  <c:v>1.9005483549351945</c:v>
                </c:pt>
                <c:pt idx="2376">
                  <c:v>1.9030408773678964</c:v>
                </c:pt>
                <c:pt idx="2377">
                  <c:v>1.9092721834496511</c:v>
                </c:pt>
                <c:pt idx="2378">
                  <c:v>1.8594217347956132</c:v>
                </c:pt>
                <c:pt idx="2379">
                  <c:v>1.8544366899302094</c:v>
                </c:pt>
                <c:pt idx="2380">
                  <c:v>1.9254735792622135</c:v>
                </c:pt>
                <c:pt idx="2381">
                  <c:v>1.9167497507477569</c:v>
                </c:pt>
                <c:pt idx="2382">
                  <c:v>1.9852941176470589</c:v>
                </c:pt>
                <c:pt idx="2383">
                  <c:v>2.0114656031904286</c:v>
                </c:pt>
                <c:pt idx="2384">
                  <c:v>1.9828015952143569</c:v>
                </c:pt>
                <c:pt idx="2385">
                  <c:v>1.8843469591226321</c:v>
                </c:pt>
                <c:pt idx="2386">
                  <c:v>1.8482053838484547</c:v>
                </c:pt>
                <c:pt idx="2387">
                  <c:v>1.839481555333998</c:v>
                </c:pt>
                <c:pt idx="2388">
                  <c:v>1.8918245264207378</c:v>
                </c:pt>
                <c:pt idx="2389">
                  <c:v>1.8245264207377867</c:v>
                </c:pt>
                <c:pt idx="2390">
                  <c:v>1.9055333998005983</c:v>
                </c:pt>
                <c:pt idx="2391">
                  <c:v>1.9441674975074776</c:v>
                </c:pt>
                <c:pt idx="2392">
                  <c:v>1.914257228315055</c:v>
                </c:pt>
                <c:pt idx="2393">
                  <c:v>1.8768693918245265</c:v>
                </c:pt>
                <c:pt idx="2394">
                  <c:v>1.8295114656031906</c:v>
                </c:pt>
                <c:pt idx="2395">
                  <c:v>1.9242273180458624</c:v>
                </c:pt>
                <c:pt idx="2396">
                  <c:v>1.9666001994017948</c:v>
                </c:pt>
                <c:pt idx="2397">
                  <c:v>1.9641076769690928</c:v>
                </c:pt>
                <c:pt idx="2398">
                  <c:v>1.9466600199401796</c:v>
                </c:pt>
                <c:pt idx="2399">
                  <c:v>1.9466600199401796</c:v>
                </c:pt>
                <c:pt idx="2400">
                  <c:v>2.0052342971086738</c:v>
                </c:pt>
                <c:pt idx="2401">
                  <c:v>2.003988035892323</c:v>
                </c:pt>
                <c:pt idx="2402">
                  <c:v>1.984047856430708</c:v>
                </c:pt>
                <c:pt idx="2403">
                  <c:v>1.9690927218344965</c:v>
                </c:pt>
                <c:pt idx="2404">
                  <c:v>1.9491525423728815</c:v>
                </c:pt>
                <c:pt idx="2405">
                  <c:v>1.9229810568295116</c:v>
                </c:pt>
                <c:pt idx="2406">
                  <c:v>1.890578265204387</c:v>
                </c:pt>
                <c:pt idx="2407">
                  <c:v>1.9528913260219343</c:v>
                </c:pt>
                <c:pt idx="2408">
                  <c:v>1.9815553339980061</c:v>
                </c:pt>
                <c:pt idx="2409">
                  <c:v>1.9902791625124627</c:v>
                </c:pt>
                <c:pt idx="2410">
                  <c:v>1.9765702891326022</c:v>
                </c:pt>
                <c:pt idx="2411">
                  <c:v>1.9603688933200398</c:v>
                </c:pt>
                <c:pt idx="2412">
                  <c:v>1.914257228315055</c:v>
                </c:pt>
                <c:pt idx="2413">
                  <c:v>1.8619142572283152</c:v>
                </c:pt>
                <c:pt idx="2414">
                  <c:v>1.8519441674975075</c:v>
                </c:pt>
                <c:pt idx="2415">
                  <c:v>1.8519441674975075</c:v>
                </c:pt>
                <c:pt idx="2416">
                  <c:v>1.8295114656031906</c:v>
                </c:pt>
                <c:pt idx="2417">
                  <c:v>1.8818544366899304</c:v>
                </c:pt>
                <c:pt idx="2418">
                  <c:v>1.9429212362911268</c:v>
                </c:pt>
                <c:pt idx="2419">
                  <c:v>1.9516450648055832</c:v>
                </c:pt>
                <c:pt idx="2420">
                  <c:v>2.0326520438683948</c:v>
                </c:pt>
                <c:pt idx="2421">
                  <c:v>2.0301595214356931</c:v>
                </c:pt>
                <c:pt idx="2422">
                  <c:v>1.984047856430708</c:v>
                </c:pt>
                <c:pt idx="2423">
                  <c:v>1.984047856430708</c:v>
                </c:pt>
                <c:pt idx="2424">
                  <c:v>1.9927716849451647</c:v>
                </c:pt>
                <c:pt idx="2425">
                  <c:v>2.0251744765702893</c:v>
                </c:pt>
                <c:pt idx="2426">
                  <c:v>2.035144566301097</c:v>
                </c:pt>
                <c:pt idx="2427">
                  <c:v>2.0675473579262214</c:v>
                </c:pt>
                <c:pt idx="2428">
                  <c:v>2.0725324027916252</c:v>
                </c:pt>
                <c:pt idx="2429">
                  <c:v>2.0600697906281158</c:v>
                </c:pt>
                <c:pt idx="2430">
                  <c:v>2.0638085742771684</c:v>
                </c:pt>
                <c:pt idx="2431">
                  <c:v>2.0825024925224329</c:v>
                </c:pt>
                <c:pt idx="2432">
                  <c:v>2.0987038883349949</c:v>
                </c:pt>
                <c:pt idx="2433">
                  <c:v>2.0762711864406782</c:v>
                </c:pt>
                <c:pt idx="2434">
                  <c:v>2.0737786640079761</c:v>
                </c:pt>
                <c:pt idx="2435">
                  <c:v>2.0962113659022932</c:v>
                </c:pt>
                <c:pt idx="2436">
                  <c:v>2.0800099700897308</c:v>
                </c:pt>
                <c:pt idx="2437">
                  <c:v>1.9017946161515453</c:v>
                </c:pt>
                <c:pt idx="2438">
                  <c:v>1.8993020937188436</c:v>
                </c:pt>
                <c:pt idx="2439">
                  <c:v>1.8855932203389831</c:v>
                </c:pt>
                <c:pt idx="2440">
                  <c:v>1.8519441674975075</c:v>
                </c:pt>
                <c:pt idx="2441">
                  <c:v>1.8320039880358925</c:v>
                </c:pt>
                <c:pt idx="2442">
                  <c:v>1.8382352941176472</c:v>
                </c:pt>
                <c:pt idx="2443">
                  <c:v>1.8307577268195414</c:v>
                </c:pt>
                <c:pt idx="2444">
                  <c:v>1.8195413758723828</c:v>
                </c:pt>
                <c:pt idx="2445">
                  <c:v>1.8170488534396809</c:v>
                </c:pt>
                <c:pt idx="2446">
                  <c:v>1.8083250249252243</c:v>
                </c:pt>
                <c:pt idx="2447">
                  <c:v>1.790877367896311</c:v>
                </c:pt>
                <c:pt idx="2448">
                  <c:v>1.8008474576271187</c:v>
                </c:pt>
                <c:pt idx="2449">
                  <c:v>1.7721834496510469</c:v>
                </c:pt>
                <c:pt idx="2450">
                  <c:v>1.790877367896311</c:v>
                </c:pt>
                <c:pt idx="2451">
                  <c:v>1.8257726819541376</c:v>
                </c:pt>
                <c:pt idx="2452">
                  <c:v>1.7796610169491527</c:v>
                </c:pt>
                <c:pt idx="2453">
                  <c:v>1.7659521435692922</c:v>
                </c:pt>
                <c:pt idx="2454">
                  <c:v>1.7522432701894317</c:v>
                </c:pt>
                <c:pt idx="2455">
                  <c:v>1.7809072781655035</c:v>
                </c:pt>
                <c:pt idx="2456">
                  <c:v>1.7821535393818544</c:v>
                </c:pt>
                <c:pt idx="2457">
                  <c:v>1.8170488534396809</c:v>
                </c:pt>
                <c:pt idx="2458">
                  <c:v>1.8083250249252243</c:v>
                </c:pt>
                <c:pt idx="2459">
                  <c:v>1.8045862412761715</c:v>
                </c:pt>
                <c:pt idx="2460">
                  <c:v>1.8307577268195414</c:v>
                </c:pt>
                <c:pt idx="2461">
                  <c:v>1.794616151545364</c:v>
                </c:pt>
                <c:pt idx="2462">
                  <c:v>1.7671984047856431</c:v>
                </c:pt>
                <c:pt idx="2463">
                  <c:v>1.794616151545364</c:v>
                </c:pt>
                <c:pt idx="2464">
                  <c:v>1.8519441674975075</c:v>
                </c:pt>
                <c:pt idx="2465">
                  <c:v>1.8419740777667</c:v>
                </c:pt>
                <c:pt idx="2466">
                  <c:v>1.8569292123629113</c:v>
                </c:pt>
                <c:pt idx="2467">
                  <c:v>1.8693918245264207</c:v>
                </c:pt>
                <c:pt idx="2468">
                  <c:v>1.8893320039880359</c:v>
                </c:pt>
                <c:pt idx="2469">
                  <c:v>1.8506979062811566</c:v>
                </c:pt>
                <c:pt idx="2470">
                  <c:v>1.8506979062811566</c:v>
                </c:pt>
                <c:pt idx="2471">
                  <c:v>1.8619142572283152</c:v>
                </c:pt>
                <c:pt idx="2472">
                  <c:v>1.8644067796610171</c:v>
                </c:pt>
                <c:pt idx="2473">
                  <c:v>1.8232801595214359</c:v>
                </c:pt>
                <c:pt idx="2474">
                  <c:v>1.8108175473579262</c:v>
                </c:pt>
                <c:pt idx="2475">
                  <c:v>1.7833998005982055</c:v>
                </c:pt>
                <c:pt idx="2476">
                  <c:v>1.7721834496510469</c:v>
                </c:pt>
                <c:pt idx="2477">
                  <c:v>1.7709371884346961</c:v>
                </c:pt>
                <c:pt idx="2478">
                  <c:v>1.7634596211365903</c:v>
                </c:pt>
                <c:pt idx="2479">
                  <c:v>1.818295114656032</c:v>
                </c:pt>
                <c:pt idx="2480">
                  <c:v>1.8307577268195414</c:v>
                </c:pt>
                <c:pt idx="2481">
                  <c:v>1.8718843469591226</c:v>
                </c:pt>
                <c:pt idx="2482">
                  <c:v>1.8594217347956132</c:v>
                </c:pt>
                <c:pt idx="2483">
                  <c:v>1.8506979062811566</c:v>
                </c:pt>
                <c:pt idx="2484">
                  <c:v>1.8045862412761715</c:v>
                </c:pt>
                <c:pt idx="2485">
                  <c:v>1.8170488534396809</c:v>
                </c:pt>
                <c:pt idx="2486">
                  <c:v>1.7746759720837488</c:v>
                </c:pt>
                <c:pt idx="2487">
                  <c:v>1.7796610169491527</c:v>
                </c:pt>
                <c:pt idx="2488">
                  <c:v>1.7734297108673978</c:v>
                </c:pt>
                <c:pt idx="2489">
                  <c:v>1.7559820538384845</c:v>
                </c:pt>
                <c:pt idx="2490">
                  <c:v>1.7285643070787637</c:v>
                </c:pt>
                <c:pt idx="2491">
                  <c:v>1.7185942173479563</c:v>
                </c:pt>
                <c:pt idx="2492">
                  <c:v>1.7185942173479563</c:v>
                </c:pt>
                <c:pt idx="2493">
                  <c:v>1.7347956131605184</c:v>
                </c:pt>
                <c:pt idx="2494">
                  <c:v>1.7684446660019941</c:v>
                </c:pt>
                <c:pt idx="2495">
                  <c:v>1.7372881355932204</c:v>
                </c:pt>
                <c:pt idx="2496">
                  <c:v>1.7260717846460618</c:v>
                </c:pt>
                <c:pt idx="2497">
                  <c:v>1.7273180458624129</c:v>
                </c:pt>
                <c:pt idx="2498">
                  <c:v>1.7547357926221336</c:v>
                </c:pt>
                <c:pt idx="2499">
                  <c:v>1.7871385842472582</c:v>
                </c:pt>
                <c:pt idx="2500">
                  <c:v>1.8033399800598207</c:v>
                </c:pt>
                <c:pt idx="2501">
                  <c:v>1.7896311066799602</c:v>
                </c:pt>
                <c:pt idx="2502">
                  <c:v>1.7509970089730809</c:v>
                </c:pt>
                <c:pt idx="2503">
                  <c:v>1.7746759720837488</c:v>
                </c:pt>
                <c:pt idx="2504">
                  <c:v>1.7833998005982055</c:v>
                </c:pt>
                <c:pt idx="2505">
                  <c:v>1.8033399800598207</c:v>
                </c:pt>
                <c:pt idx="2506">
                  <c:v>1.7597208374875375</c:v>
                </c:pt>
                <c:pt idx="2507">
                  <c:v>1.7572283150548356</c:v>
                </c:pt>
                <c:pt idx="2508">
                  <c:v>1.7497507477567298</c:v>
                </c:pt>
                <c:pt idx="2509">
                  <c:v>1.7846460618145563</c:v>
                </c:pt>
                <c:pt idx="2510">
                  <c:v>1.8070787637088734</c:v>
                </c:pt>
                <c:pt idx="2511">
                  <c:v>1.8270189431704886</c:v>
                </c:pt>
                <c:pt idx="2512">
                  <c:v>1.8045862412761715</c:v>
                </c:pt>
                <c:pt idx="2513">
                  <c:v>1.7996011964107677</c:v>
                </c:pt>
                <c:pt idx="2514">
                  <c:v>1.818295114656032</c:v>
                </c:pt>
                <c:pt idx="2515">
                  <c:v>1.8120638085742773</c:v>
                </c:pt>
                <c:pt idx="2516">
                  <c:v>1.8145563310069792</c:v>
                </c:pt>
                <c:pt idx="2517">
                  <c:v>1.7958624127617149</c:v>
                </c:pt>
                <c:pt idx="2518">
                  <c:v>1.8581754735792622</c:v>
                </c:pt>
                <c:pt idx="2519">
                  <c:v>1.8519441674975075</c:v>
                </c:pt>
                <c:pt idx="2520">
                  <c:v>1.8320039880358925</c:v>
                </c:pt>
                <c:pt idx="2521">
                  <c:v>1.7784147557328016</c:v>
                </c:pt>
                <c:pt idx="2522">
                  <c:v>1.7846460618145563</c:v>
                </c:pt>
                <c:pt idx="2523">
                  <c:v>1.7983549351944168</c:v>
                </c:pt>
                <c:pt idx="2524">
                  <c:v>1.7983549351944168</c:v>
                </c:pt>
                <c:pt idx="2525">
                  <c:v>1.8033399800598207</c:v>
                </c:pt>
                <c:pt idx="2526">
                  <c:v>1.8432203389830508</c:v>
                </c:pt>
                <c:pt idx="2527">
                  <c:v>1.8282652043868395</c:v>
                </c:pt>
                <c:pt idx="2528">
                  <c:v>1.8282652043868395</c:v>
                </c:pt>
                <c:pt idx="2529">
                  <c:v>1.8506979062811566</c:v>
                </c:pt>
                <c:pt idx="2530">
                  <c:v>1.8432203389830508</c:v>
                </c:pt>
                <c:pt idx="2531">
                  <c:v>1.7958624127617149</c:v>
                </c:pt>
                <c:pt idx="2532">
                  <c:v>1.7734297108673978</c:v>
                </c:pt>
                <c:pt idx="2533">
                  <c:v>1.7447657028913262</c:v>
                </c:pt>
                <c:pt idx="2534">
                  <c:v>1.746011964107677</c:v>
                </c:pt>
                <c:pt idx="2535">
                  <c:v>1.6999002991026919</c:v>
                </c:pt>
                <c:pt idx="2536">
                  <c:v>1.6749750747756731</c:v>
                </c:pt>
                <c:pt idx="2537">
                  <c:v>1.6799601196410767</c:v>
                </c:pt>
                <c:pt idx="2538">
                  <c:v>1.6836989032901297</c:v>
                </c:pt>
                <c:pt idx="2539">
                  <c:v>1.7136091724825524</c:v>
                </c:pt>
                <c:pt idx="2540">
                  <c:v>1.7422731804586242</c:v>
                </c:pt>
                <c:pt idx="2541">
                  <c:v>1.7534895314057828</c:v>
                </c:pt>
                <c:pt idx="2542">
                  <c:v>1.7684446660019941</c:v>
                </c:pt>
                <c:pt idx="2543">
                  <c:v>1.7759222333000997</c:v>
                </c:pt>
                <c:pt idx="2544">
                  <c:v>1.7759222333000997</c:v>
                </c:pt>
                <c:pt idx="2545">
                  <c:v>1.794616151545364</c:v>
                </c:pt>
                <c:pt idx="2546">
                  <c:v>1.7746759720837488</c:v>
                </c:pt>
                <c:pt idx="2547">
                  <c:v>1.746011964107677</c:v>
                </c:pt>
                <c:pt idx="2548">
                  <c:v>1.7335493519441676</c:v>
                </c:pt>
                <c:pt idx="2549">
                  <c:v>1.7198404785643071</c:v>
                </c:pt>
                <c:pt idx="2550">
                  <c:v>1.6949152542372883</c:v>
                </c:pt>
                <c:pt idx="2551">
                  <c:v>1.6600199401794618</c:v>
                </c:pt>
                <c:pt idx="2552">
                  <c:v>1.6375872382851446</c:v>
                </c:pt>
                <c:pt idx="2553">
                  <c:v>1.7622133599202394</c:v>
                </c:pt>
                <c:pt idx="2554">
                  <c:v>1.8108175473579262</c:v>
                </c:pt>
                <c:pt idx="2555">
                  <c:v>1.818295114656032</c:v>
                </c:pt>
                <c:pt idx="2556">
                  <c:v>1.8045862412761715</c:v>
                </c:pt>
                <c:pt idx="2557">
                  <c:v>1.8457128614157527</c:v>
                </c:pt>
                <c:pt idx="2558">
                  <c:v>1.8743768693918246</c:v>
                </c:pt>
                <c:pt idx="2559">
                  <c:v>1.8731306081754737</c:v>
                </c:pt>
                <c:pt idx="2560">
                  <c:v>1.8307577268195414</c:v>
                </c:pt>
                <c:pt idx="2561">
                  <c:v>1.8282652043868395</c:v>
                </c:pt>
                <c:pt idx="2562">
                  <c:v>1.8681455633100699</c:v>
                </c:pt>
                <c:pt idx="2563">
                  <c:v>1.9541375872382851</c:v>
                </c:pt>
                <c:pt idx="2564">
                  <c:v>1.9641076769690928</c:v>
                </c:pt>
                <c:pt idx="2565">
                  <c:v>1.890578265204387</c:v>
                </c:pt>
                <c:pt idx="2566">
                  <c:v>1.8668993020937188</c:v>
                </c:pt>
                <c:pt idx="2567">
                  <c:v>1.8806081754735793</c:v>
                </c:pt>
                <c:pt idx="2568">
                  <c:v>1.8693918245264207</c:v>
                </c:pt>
                <c:pt idx="2569">
                  <c:v>1.8482053838484547</c:v>
                </c:pt>
                <c:pt idx="2570">
                  <c:v>1.8070787637088734</c:v>
                </c:pt>
                <c:pt idx="2571">
                  <c:v>1.8170488534396809</c:v>
                </c:pt>
                <c:pt idx="2572">
                  <c:v>1.890578265204387</c:v>
                </c:pt>
                <c:pt idx="2573">
                  <c:v>1.9017946161515453</c:v>
                </c:pt>
                <c:pt idx="2574">
                  <c:v>1.9578763708873381</c:v>
                </c:pt>
                <c:pt idx="2575">
                  <c:v>1.9578763708873381</c:v>
                </c:pt>
                <c:pt idx="2576">
                  <c:v>1.9454137587238285</c:v>
                </c:pt>
                <c:pt idx="2577">
                  <c:v>1.9815553339980061</c:v>
                </c:pt>
                <c:pt idx="2578">
                  <c:v>2.0089730807577268</c:v>
                </c:pt>
                <c:pt idx="2579">
                  <c:v>2.0127118644067798</c:v>
                </c:pt>
                <c:pt idx="2580">
                  <c:v>1.9940179461615155</c:v>
                </c:pt>
                <c:pt idx="2581">
                  <c:v>1.9703389830508475</c:v>
                </c:pt>
                <c:pt idx="2582">
                  <c:v>1.9740777666999003</c:v>
                </c:pt>
                <c:pt idx="2583">
                  <c:v>2.0451146560319042</c:v>
                </c:pt>
                <c:pt idx="2584">
                  <c:v>2.0500997008973081</c:v>
                </c:pt>
                <c:pt idx="2585">
                  <c:v>2.0438683948155534</c:v>
                </c:pt>
                <c:pt idx="2586">
                  <c:v>2.0575772681954136</c:v>
                </c:pt>
                <c:pt idx="2587">
                  <c:v>2.0899800598205385</c:v>
                </c:pt>
                <c:pt idx="2588">
                  <c:v>2.0500997008973081</c:v>
                </c:pt>
                <c:pt idx="2589">
                  <c:v>2.1024426719840479</c:v>
                </c:pt>
                <c:pt idx="2590">
                  <c:v>2.0538384845463611</c:v>
                </c:pt>
                <c:pt idx="2591">
                  <c:v>2.0152043868394816</c:v>
                </c:pt>
                <c:pt idx="2592">
                  <c:v>2.0326520438683948</c:v>
                </c:pt>
                <c:pt idx="2593">
                  <c:v>2.0862412761714855</c:v>
                </c:pt>
                <c:pt idx="2594">
                  <c:v>2.097457627118644</c:v>
                </c:pt>
                <c:pt idx="2595">
                  <c:v>2.097457627118644</c:v>
                </c:pt>
                <c:pt idx="2596">
                  <c:v>2.1323529411764706</c:v>
                </c:pt>
                <c:pt idx="2597">
                  <c:v>2.1547856430707877</c:v>
                </c:pt>
                <c:pt idx="2598">
                  <c:v>2.1560319042871385</c:v>
                </c:pt>
                <c:pt idx="2599">
                  <c:v>2.2445164506480557</c:v>
                </c:pt>
                <c:pt idx="2600">
                  <c:v>2.2432701894317049</c:v>
                </c:pt>
                <c:pt idx="2601">
                  <c:v>2.222083748753739</c:v>
                </c:pt>
                <c:pt idx="2602">
                  <c:v>2.2744267198404788</c:v>
                </c:pt>
                <c:pt idx="2603">
                  <c:v>2.3143070787637088</c:v>
                </c:pt>
                <c:pt idx="2604">
                  <c:v>2.335493519441675</c:v>
                </c:pt>
                <c:pt idx="2605">
                  <c:v>2.3766201395812563</c:v>
                </c:pt>
                <c:pt idx="2606">
                  <c:v>2.4713359920239282</c:v>
                </c:pt>
                <c:pt idx="2607">
                  <c:v>2.5062313060817547</c:v>
                </c:pt>
                <c:pt idx="2608">
                  <c:v>2.5560817547357928</c:v>
                </c:pt>
                <c:pt idx="2609">
                  <c:v>2.527417746759721</c:v>
                </c:pt>
                <c:pt idx="2610">
                  <c:v>2.5324027916251248</c:v>
                </c:pt>
                <c:pt idx="2611">
                  <c:v>2.4987537387836491</c:v>
                </c:pt>
                <c:pt idx="2612">
                  <c:v>2.4850448654037889</c:v>
                </c:pt>
                <c:pt idx="2613">
                  <c:v>2.5997008973080757</c:v>
                </c:pt>
                <c:pt idx="2614">
                  <c:v>2.5523429710867398</c:v>
                </c:pt>
                <c:pt idx="2615">
                  <c:v>2.4850448654037889</c:v>
                </c:pt>
                <c:pt idx="2616">
                  <c:v>2.5149551345962116</c:v>
                </c:pt>
                <c:pt idx="2617">
                  <c:v>2.4302093718843469</c:v>
                </c:pt>
                <c:pt idx="2618">
                  <c:v>2.3255234297108673</c:v>
                </c:pt>
                <c:pt idx="2619">
                  <c:v>2.3504486540378866</c:v>
                </c:pt>
                <c:pt idx="2620">
                  <c:v>2.4601196410767696</c:v>
                </c:pt>
                <c:pt idx="2621">
                  <c:v>2.4464107676969093</c:v>
                </c:pt>
                <c:pt idx="2622">
                  <c:v>2.5049850448654039</c:v>
                </c:pt>
                <c:pt idx="2623">
                  <c:v>2.6333499501495514</c:v>
                </c:pt>
                <c:pt idx="2624">
                  <c:v>2.7978564307078764</c:v>
                </c:pt>
                <c:pt idx="2625">
                  <c:v>2.8738783649052841</c:v>
                </c:pt>
                <c:pt idx="2626">
                  <c:v>2.8664007976071786</c:v>
                </c:pt>
                <c:pt idx="2627">
                  <c:v>2.851445663010967</c:v>
                </c:pt>
                <c:pt idx="2628">
                  <c:v>2.8028414755732802</c:v>
                </c:pt>
                <c:pt idx="2629">
                  <c:v>2.7928713858424725</c:v>
                </c:pt>
                <c:pt idx="2630">
                  <c:v>2.7442671984047857</c:v>
                </c:pt>
                <c:pt idx="2631">
                  <c:v>2.8526919242273183</c:v>
                </c:pt>
                <c:pt idx="2632">
                  <c:v>2.8315054835493521</c:v>
                </c:pt>
                <c:pt idx="2633">
                  <c:v>2.7903788634097708</c:v>
                </c:pt>
                <c:pt idx="2634">
                  <c:v>2.8140578265204388</c:v>
                </c:pt>
                <c:pt idx="2635">
                  <c:v>2.8252741774675973</c:v>
                </c:pt>
                <c:pt idx="2636">
                  <c:v>2.8701395812562316</c:v>
                </c:pt>
                <c:pt idx="2637">
                  <c:v>2.8776171485543371</c:v>
                </c:pt>
                <c:pt idx="2638">
                  <c:v>2.9000498504486543</c:v>
                </c:pt>
                <c:pt idx="2639">
                  <c:v>2.8963110667996013</c:v>
                </c:pt>
                <c:pt idx="2640">
                  <c:v>2.8713858424725824</c:v>
                </c:pt>
                <c:pt idx="2641">
                  <c:v>2.906281156530409</c:v>
                </c:pt>
                <c:pt idx="2642">
                  <c:v>2.9411764705882355</c:v>
                </c:pt>
                <c:pt idx="2643">
                  <c:v>2.9224825523429714</c:v>
                </c:pt>
                <c:pt idx="2644">
                  <c:v>2.9449152542372881</c:v>
                </c:pt>
                <c:pt idx="2645">
                  <c:v>2.8564307078763709</c:v>
                </c:pt>
                <c:pt idx="2646">
                  <c:v>2.8539381854436692</c:v>
                </c:pt>
                <c:pt idx="2647">
                  <c:v>2.7480059820538387</c:v>
                </c:pt>
                <c:pt idx="2648">
                  <c:v>2.6620139581256232</c:v>
                </c:pt>
                <c:pt idx="2649">
                  <c:v>2.7679461615154537</c:v>
                </c:pt>
                <c:pt idx="2650">
                  <c:v>2.5436191425722834</c:v>
                </c:pt>
                <c:pt idx="2651">
                  <c:v>2.664506480558325</c:v>
                </c:pt>
                <c:pt idx="2652">
                  <c:v>2.6769690927218344</c:v>
                </c:pt>
                <c:pt idx="2653">
                  <c:v>2.6021934197407779</c:v>
                </c:pt>
                <c:pt idx="2654">
                  <c:v>2.5623130608175475</c:v>
                </c:pt>
                <c:pt idx="2655">
                  <c:v>2.648305084745763</c:v>
                </c:pt>
                <c:pt idx="2656">
                  <c:v>2.6844466600199404</c:v>
                </c:pt>
                <c:pt idx="2657">
                  <c:v>2.6782153539381857</c:v>
                </c:pt>
                <c:pt idx="2658">
                  <c:v>2.6757228315054835</c:v>
                </c:pt>
                <c:pt idx="2659">
                  <c:v>2.6495513459621138</c:v>
                </c:pt>
                <c:pt idx="2660">
                  <c:v>2.7268195413758725</c:v>
                </c:pt>
                <c:pt idx="2661">
                  <c:v>2.7168494516450648</c:v>
                </c:pt>
                <c:pt idx="2662">
                  <c:v>2.781655034895314</c:v>
                </c:pt>
                <c:pt idx="2663">
                  <c:v>2.7766699900299106</c:v>
                </c:pt>
                <c:pt idx="2664">
                  <c:v>2.6994017946161515</c:v>
                </c:pt>
                <c:pt idx="2665">
                  <c:v>2.7829012961116653</c:v>
                </c:pt>
                <c:pt idx="2666">
                  <c:v>2.7966101694915255</c:v>
                </c:pt>
                <c:pt idx="2667">
                  <c:v>2.7941176470588238</c:v>
                </c:pt>
                <c:pt idx="2668">
                  <c:v>2.8601694915254239</c:v>
                </c:pt>
                <c:pt idx="2669">
                  <c:v>2.8651545363908277</c:v>
                </c:pt>
                <c:pt idx="2670">
                  <c:v>2.9125124626121637</c:v>
                </c:pt>
                <c:pt idx="2671">
                  <c:v>2.9349451645064808</c:v>
                </c:pt>
                <c:pt idx="2672">
                  <c:v>2.9673479561316052</c:v>
                </c:pt>
                <c:pt idx="2673">
                  <c:v>2.9935194416749753</c:v>
                </c:pt>
                <c:pt idx="2674">
                  <c:v>3.0109670987038886</c:v>
                </c:pt>
                <c:pt idx="2675">
                  <c:v>3.0383848454636091</c:v>
                </c:pt>
                <c:pt idx="2676">
                  <c:v>3.0570787637088737</c:v>
                </c:pt>
                <c:pt idx="2677">
                  <c:v>3.0608175473579262</c:v>
                </c:pt>
                <c:pt idx="2678">
                  <c:v>3.1019441674975075</c:v>
                </c:pt>
                <c:pt idx="2679">
                  <c:v>3.0994516450648057</c:v>
                </c:pt>
                <c:pt idx="2680">
                  <c:v>3.0807577268195416</c:v>
                </c:pt>
                <c:pt idx="2681">
                  <c:v>3.1393320039880361</c:v>
                </c:pt>
                <c:pt idx="2682">
                  <c:v>3.019690927218345</c:v>
                </c:pt>
                <c:pt idx="2683">
                  <c:v>3.0720338983050848</c:v>
                </c:pt>
                <c:pt idx="2684">
                  <c:v>2.9910269192422732</c:v>
                </c:pt>
                <c:pt idx="2685">
                  <c:v>2.976071784646062</c:v>
                </c:pt>
                <c:pt idx="2686">
                  <c:v>3.0371385842472582</c:v>
                </c:pt>
                <c:pt idx="2687">
                  <c:v>3.0296610169491527</c:v>
                </c:pt>
                <c:pt idx="2688">
                  <c:v>3.1754735792622135</c:v>
                </c:pt>
                <c:pt idx="2689">
                  <c:v>3.206630109670987</c:v>
                </c:pt>
                <c:pt idx="2690">
                  <c:v>3.237786640079761</c:v>
                </c:pt>
                <c:pt idx="2691">
                  <c:v>3.2976071784646064</c:v>
                </c:pt>
                <c:pt idx="2692">
                  <c:v>3.2116151545363909</c:v>
                </c:pt>
                <c:pt idx="2693">
                  <c:v>3.2652043868394816</c:v>
                </c:pt>
                <c:pt idx="2694">
                  <c:v>3.2751744765702893</c:v>
                </c:pt>
                <c:pt idx="2695">
                  <c:v>3.2490029910269191</c:v>
                </c:pt>
                <c:pt idx="2696">
                  <c:v>3.206630109670987</c:v>
                </c:pt>
                <c:pt idx="2697">
                  <c:v>3.2913758723828517</c:v>
                </c:pt>
                <c:pt idx="2698">
                  <c:v>3.2527417746759721</c:v>
                </c:pt>
                <c:pt idx="2699">
                  <c:v>3.2128614157527418</c:v>
                </c:pt>
                <c:pt idx="2700">
                  <c:v>3.2764207377866401</c:v>
                </c:pt>
                <c:pt idx="2701">
                  <c:v>3.3337487537387838</c:v>
                </c:pt>
                <c:pt idx="2702">
                  <c:v>3.3412263210368893</c:v>
                </c:pt>
                <c:pt idx="2703">
                  <c:v>3.3187936191425722</c:v>
                </c:pt>
                <c:pt idx="2704">
                  <c:v>3.3823529411764706</c:v>
                </c:pt>
                <c:pt idx="2705">
                  <c:v>3.3599202392821534</c:v>
                </c:pt>
                <c:pt idx="2706">
                  <c:v>3.3661515453639081</c:v>
                </c:pt>
                <c:pt idx="2707">
                  <c:v>3.4770687936191425</c:v>
                </c:pt>
                <c:pt idx="2708">
                  <c:v>3.4907776669990032</c:v>
                </c:pt>
                <c:pt idx="2709">
                  <c:v>3.5219341974077767</c:v>
                </c:pt>
                <c:pt idx="2710">
                  <c:v>3.4833000997008976</c:v>
                </c:pt>
                <c:pt idx="2711">
                  <c:v>3.4484047856430711</c:v>
                </c:pt>
                <c:pt idx="2712">
                  <c:v>3.4583748753738783</c:v>
                </c:pt>
                <c:pt idx="2713">
                  <c:v>3.5406281156530408</c:v>
                </c:pt>
                <c:pt idx="2714">
                  <c:v>3.5343968095712861</c:v>
                </c:pt>
                <c:pt idx="2715">
                  <c:v>3.3449651046859423</c:v>
                </c:pt>
                <c:pt idx="2716">
                  <c:v>3.4322033898305087</c:v>
                </c:pt>
                <c:pt idx="2717">
                  <c:v>3.4160019940179462</c:v>
                </c:pt>
                <c:pt idx="2718">
                  <c:v>3.543120638085743</c:v>
                </c:pt>
                <c:pt idx="2719">
                  <c:v>3.5929710867397806</c:v>
                </c:pt>
                <c:pt idx="2720">
                  <c:v>3.6216350947158524</c:v>
                </c:pt>
                <c:pt idx="2721">
                  <c:v>3.5580757726819541</c:v>
                </c:pt>
                <c:pt idx="2722">
                  <c:v>3.6241276171485546</c:v>
                </c:pt>
                <c:pt idx="2723">
                  <c:v>3.5942173479561319</c:v>
                </c:pt>
                <c:pt idx="2724">
                  <c:v>3.5281655034895314</c:v>
                </c:pt>
                <c:pt idx="2725">
                  <c:v>3.4907776669990032</c:v>
                </c:pt>
                <c:pt idx="2726">
                  <c:v>3.4596211365902296</c:v>
                </c:pt>
                <c:pt idx="2727">
                  <c:v>3.3661515453639081</c:v>
                </c:pt>
                <c:pt idx="2728">
                  <c:v>3.2901296111665004</c:v>
                </c:pt>
                <c:pt idx="2729">
                  <c:v>3.3075772681954136</c:v>
                </c:pt>
                <c:pt idx="2730">
                  <c:v>3.1181455633100699</c:v>
                </c:pt>
                <c:pt idx="2731">
                  <c:v>3.1243768693918246</c:v>
                </c:pt>
                <c:pt idx="2732">
                  <c:v>3.3412263210368893</c:v>
                </c:pt>
                <c:pt idx="2733">
                  <c:v>3.4097706879361915</c:v>
                </c:pt>
                <c:pt idx="2734">
                  <c:v>3.402293120638086</c:v>
                </c:pt>
                <c:pt idx="2735">
                  <c:v>3.4209870388833501</c:v>
                </c:pt>
                <c:pt idx="2736">
                  <c:v>3.3898305084745766</c:v>
                </c:pt>
                <c:pt idx="2737">
                  <c:v>3.511964107676969</c:v>
                </c:pt>
                <c:pt idx="2738">
                  <c:v>3.4421734795613164</c:v>
                </c:pt>
                <c:pt idx="2739">
                  <c:v>3.3424725822532402</c:v>
                </c:pt>
                <c:pt idx="2740">
                  <c:v>3.3536889332003987</c:v>
                </c:pt>
                <c:pt idx="2741">
                  <c:v>3.3075772681954136</c:v>
                </c:pt>
                <c:pt idx="2742">
                  <c:v>3.6440677966101696</c:v>
                </c:pt>
                <c:pt idx="2743">
                  <c:v>3.6515453639082751</c:v>
                </c:pt>
                <c:pt idx="2744">
                  <c:v>3.7923728813559321</c:v>
                </c:pt>
                <c:pt idx="2745">
                  <c:v>3.8197906281156531</c:v>
                </c:pt>
                <c:pt idx="2746">
                  <c:v>3.8060817547357928</c:v>
                </c:pt>
                <c:pt idx="2747">
                  <c:v>3.8073280159521437</c:v>
                </c:pt>
                <c:pt idx="2748">
                  <c:v>3.8285144566301099</c:v>
                </c:pt>
                <c:pt idx="2749">
                  <c:v>3.8235294117647061</c:v>
                </c:pt>
                <c:pt idx="2750">
                  <c:v>3.753738783649053</c:v>
                </c:pt>
                <c:pt idx="2751">
                  <c:v>3.7612163509471586</c:v>
                </c:pt>
                <c:pt idx="2752">
                  <c:v>3.7686939182452641</c:v>
                </c:pt>
                <c:pt idx="2753">
                  <c:v>3.6951645064805585</c:v>
                </c:pt>
                <c:pt idx="2754">
                  <c:v>3.7686939182452641</c:v>
                </c:pt>
                <c:pt idx="2755">
                  <c:v>3.7749252243270193</c:v>
                </c:pt>
                <c:pt idx="2756">
                  <c:v>3.6615154536390828</c:v>
                </c:pt>
                <c:pt idx="2757">
                  <c:v>3.6789631106679961</c:v>
                </c:pt>
                <c:pt idx="2758">
                  <c:v>3.773678963110668</c:v>
                </c:pt>
                <c:pt idx="2759">
                  <c:v>3.7986041874376872</c:v>
                </c:pt>
                <c:pt idx="2760">
                  <c:v>3.7786640079760718</c:v>
                </c:pt>
                <c:pt idx="2761">
                  <c:v>3.6154037886340977</c:v>
                </c:pt>
                <c:pt idx="2762">
                  <c:v>3.7662013958125624</c:v>
                </c:pt>
                <c:pt idx="2763">
                  <c:v>3.6378364905284148</c:v>
                </c:pt>
                <c:pt idx="2764">
                  <c:v>3.5742771684945165</c:v>
                </c:pt>
                <c:pt idx="2765">
                  <c:v>3.6502991026919243</c:v>
                </c:pt>
                <c:pt idx="2766">
                  <c:v>3.5181954137587241</c:v>
                </c:pt>
                <c:pt idx="2767">
                  <c:v>3.4010468594217347</c:v>
                </c:pt>
                <c:pt idx="2768">
                  <c:v>3.5019940179461617</c:v>
                </c:pt>
                <c:pt idx="2769">
                  <c:v>3.5356430707876374</c:v>
                </c:pt>
                <c:pt idx="2770">
                  <c:v>3.3736291126620142</c:v>
                </c:pt>
                <c:pt idx="2771">
                  <c:v>3.4072781655034898</c:v>
                </c:pt>
                <c:pt idx="2772">
                  <c:v>3.3811066799601197</c:v>
                </c:pt>
                <c:pt idx="2773">
                  <c:v>3.4733300099700899</c:v>
                </c:pt>
                <c:pt idx="2774">
                  <c:v>3.6216350947158524</c:v>
                </c:pt>
                <c:pt idx="2775">
                  <c:v>3.7549850448654039</c:v>
                </c:pt>
                <c:pt idx="2776">
                  <c:v>3.7475074775672983</c:v>
                </c:pt>
                <c:pt idx="2777">
                  <c:v>3.7911266201395812</c:v>
                </c:pt>
                <c:pt idx="2778">
                  <c:v>3.7612163509471586</c:v>
                </c:pt>
                <c:pt idx="2779">
                  <c:v>3.6876869391824529</c:v>
                </c:pt>
                <c:pt idx="2780">
                  <c:v>3.7288135593220342</c:v>
                </c:pt>
                <c:pt idx="2781">
                  <c:v>3.7362911266201397</c:v>
                </c:pt>
                <c:pt idx="2782">
                  <c:v>3.781156530408774</c:v>
                </c:pt>
                <c:pt idx="2783">
                  <c:v>3.757477567298106</c:v>
                </c:pt>
                <c:pt idx="2784">
                  <c:v>3.7624626121635094</c:v>
                </c:pt>
                <c:pt idx="2785">
                  <c:v>3.8185443668993022</c:v>
                </c:pt>
                <c:pt idx="2786">
                  <c:v>3.7487537387836491</c:v>
                </c:pt>
                <c:pt idx="2787">
                  <c:v>3.6540378863409773</c:v>
                </c:pt>
                <c:pt idx="2788">
                  <c:v>3.6764705882352944</c:v>
                </c:pt>
                <c:pt idx="2789">
                  <c:v>3.8172981056829514</c:v>
                </c:pt>
                <c:pt idx="2790">
                  <c:v>3.9082751744765702</c:v>
                </c:pt>
                <c:pt idx="2791">
                  <c:v>3.9169990029910271</c:v>
                </c:pt>
                <c:pt idx="2792">
                  <c:v>3.874626121635095</c:v>
                </c:pt>
                <c:pt idx="2793">
                  <c:v>3.7786640079760718</c:v>
                </c:pt>
                <c:pt idx="2794">
                  <c:v>3.6203888334995016</c:v>
                </c:pt>
                <c:pt idx="2795">
                  <c:v>3.5057328015952143</c:v>
                </c:pt>
                <c:pt idx="2796">
                  <c:v>3.4995014955134596</c:v>
                </c:pt>
                <c:pt idx="2797">
                  <c:v>3.5206879361914258</c:v>
                </c:pt>
                <c:pt idx="2798">
                  <c:v>3.5443668993020938</c:v>
                </c:pt>
                <c:pt idx="2799">
                  <c:v>3.3262711864406782</c:v>
                </c:pt>
                <c:pt idx="2800">
                  <c:v>3.4359421734795612</c:v>
                </c:pt>
                <c:pt idx="2801">
                  <c:v>3.3374875373878368</c:v>
                </c:pt>
                <c:pt idx="2802">
                  <c:v>3.3212861415752744</c:v>
                </c:pt>
                <c:pt idx="2803">
                  <c:v>3.4845463609172485</c:v>
                </c:pt>
                <c:pt idx="2804">
                  <c:v>3.5069790628115656</c:v>
                </c:pt>
                <c:pt idx="2805">
                  <c:v>3.14431704885344</c:v>
                </c:pt>
                <c:pt idx="2806">
                  <c:v>3.1916749750747759</c:v>
                </c:pt>
                <c:pt idx="2807">
                  <c:v>3.3723828514456633</c:v>
                </c:pt>
                <c:pt idx="2808">
                  <c:v>3.2602193419740777</c:v>
                </c:pt>
                <c:pt idx="2809">
                  <c:v>3.261465603190429</c:v>
                </c:pt>
                <c:pt idx="2810">
                  <c:v>3.2863908275174478</c:v>
                </c:pt>
                <c:pt idx="2811">
                  <c:v>3.3686440677966103</c:v>
                </c:pt>
                <c:pt idx="2812">
                  <c:v>3.53938185443669</c:v>
                </c:pt>
                <c:pt idx="2813">
                  <c:v>3.6527916251246264</c:v>
                </c:pt>
                <c:pt idx="2814">
                  <c:v>3.5543369890329015</c:v>
                </c:pt>
                <c:pt idx="2815">
                  <c:v>3.5094715852442673</c:v>
                </c:pt>
                <c:pt idx="2816">
                  <c:v>3.4995014955134596</c:v>
                </c:pt>
                <c:pt idx="2817">
                  <c:v>3.5144566301096711</c:v>
                </c:pt>
                <c:pt idx="2818">
                  <c:v>3.4297108673978065</c:v>
                </c:pt>
                <c:pt idx="2819">
                  <c:v>3.3860917248255236</c:v>
                </c:pt>
                <c:pt idx="2820">
                  <c:v>3.4396809571286142</c:v>
                </c:pt>
                <c:pt idx="2821">
                  <c:v>3.3835992023928214</c:v>
                </c:pt>
                <c:pt idx="2822">
                  <c:v>3.4234795613160518</c:v>
                </c:pt>
                <c:pt idx="2823">
                  <c:v>3.4247258225324031</c:v>
                </c:pt>
                <c:pt idx="2824">
                  <c:v>3.398554336989033</c:v>
                </c:pt>
                <c:pt idx="2825">
                  <c:v>3.3686440677966103</c:v>
                </c:pt>
                <c:pt idx="2826">
                  <c:v>3.3998005982053838</c:v>
                </c:pt>
                <c:pt idx="2827">
                  <c:v>3.5456131605184447</c:v>
                </c:pt>
                <c:pt idx="2828">
                  <c:v>3.492023928215354</c:v>
                </c:pt>
                <c:pt idx="2829">
                  <c:v>3.4409272183449651</c:v>
                </c:pt>
                <c:pt idx="2830">
                  <c:v>3.4184945164506479</c:v>
                </c:pt>
                <c:pt idx="2831">
                  <c:v>3.3860917248255236</c:v>
                </c:pt>
                <c:pt idx="2832">
                  <c:v>3.4160019940179462</c:v>
                </c:pt>
                <c:pt idx="2833">
                  <c:v>3.3935692921236291</c:v>
                </c:pt>
                <c:pt idx="2834">
                  <c:v>3.5019940179461617</c:v>
                </c:pt>
                <c:pt idx="2835">
                  <c:v>3.4982552342971087</c:v>
                </c:pt>
                <c:pt idx="2836">
                  <c:v>3.5256729810568297</c:v>
                </c:pt>
                <c:pt idx="2837">
                  <c:v>3.5593220338983054</c:v>
                </c:pt>
                <c:pt idx="2838">
                  <c:v>3.5468594217347955</c:v>
                </c:pt>
                <c:pt idx="2839">
                  <c:v>3.4845463609172485</c:v>
                </c:pt>
                <c:pt idx="2840">
                  <c:v>3.5443668993020938</c:v>
                </c:pt>
                <c:pt idx="2841">
                  <c:v>3.5917248255234298</c:v>
                </c:pt>
                <c:pt idx="2842">
                  <c:v>3.6403290129611166</c:v>
                </c:pt>
                <c:pt idx="2843">
                  <c:v>3.6478065802592226</c:v>
                </c:pt>
                <c:pt idx="2844">
                  <c:v>3.6502991026919243</c:v>
                </c:pt>
                <c:pt idx="2845">
                  <c:v>3.7512462612163509</c:v>
                </c:pt>
                <c:pt idx="2846">
                  <c:v>3.7699401794616154</c:v>
                </c:pt>
                <c:pt idx="2847">
                  <c:v>3.8060817547357928</c:v>
                </c:pt>
                <c:pt idx="2848">
                  <c:v>3.7761714855433701</c:v>
                </c:pt>
                <c:pt idx="2849">
                  <c:v>3.632851445663011</c:v>
                </c:pt>
                <c:pt idx="2850">
                  <c:v>3.7400299102691927</c:v>
                </c:pt>
                <c:pt idx="2851">
                  <c:v>3.7225822532402795</c:v>
                </c:pt>
                <c:pt idx="2852">
                  <c:v>3.6714855433698905</c:v>
                </c:pt>
                <c:pt idx="2853">
                  <c:v>3.60543369890329</c:v>
                </c:pt>
                <c:pt idx="2854">
                  <c:v>3.6191425722831507</c:v>
                </c:pt>
                <c:pt idx="2855">
                  <c:v>3.660269192422732</c:v>
                </c:pt>
                <c:pt idx="2856">
                  <c:v>3.5356430707876374</c:v>
                </c:pt>
                <c:pt idx="2857">
                  <c:v>3.5543369890329015</c:v>
                </c:pt>
                <c:pt idx="2858">
                  <c:v>3.4945164506480557</c:v>
                </c:pt>
                <c:pt idx="2859">
                  <c:v>3.4496510468594219</c:v>
                </c:pt>
                <c:pt idx="2860">
                  <c:v>3.4508973080757728</c:v>
                </c:pt>
                <c:pt idx="2861">
                  <c:v>3.4409272183449651</c:v>
                </c:pt>
                <c:pt idx="2862">
                  <c:v>3.4184945164506479</c:v>
                </c:pt>
                <c:pt idx="2863">
                  <c:v>3.2402791625124627</c:v>
                </c:pt>
                <c:pt idx="2864">
                  <c:v>3.2153539381854439</c:v>
                </c:pt>
                <c:pt idx="2865">
                  <c:v>3.230309072781655</c:v>
                </c:pt>
                <c:pt idx="2866">
                  <c:v>3.2514955134596213</c:v>
                </c:pt>
                <c:pt idx="2867">
                  <c:v>3.14431704885344</c:v>
                </c:pt>
                <c:pt idx="2868">
                  <c:v>3.1530408773678964</c:v>
                </c:pt>
                <c:pt idx="2869">
                  <c:v>2.9536390827517449</c:v>
                </c:pt>
                <c:pt idx="2870">
                  <c:v>2.9536390827517449</c:v>
                </c:pt>
                <c:pt idx="2871">
                  <c:v>2.9299601196410769</c:v>
                </c:pt>
                <c:pt idx="2872">
                  <c:v>3.0184446660019941</c:v>
                </c:pt>
                <c:pt idx="2873">
                  <c:v>3.0184446660019941</c:v>
                </c:pt>
                <c:pt idx="2874">
                  <c:v>2.9910269192422732</c:v>
                </c:pt>
                <c:pt idx="2875">
                  <c:v>3.0159521435692924</c:v>
                </c:pt>
                <c:pt idx="2876">
                  <c:v>3.2153539381854439</c:v>
                </c:pt>
                <c:pt idx="2877">
                  <c:v>3.2153539381854439</c:v>
                </c:pt>
                <c:pt idx="2878">
                  <c:v>3.1817048853439682</c:v>
                </c:pt>
                <c:pt idx="2879">
                  <c:v>3.1817048853439682</c:v>
                </c:pt>
                <c:pt idx="2880">
                  <c:v>3.1929212362911268</c:v>
                </c:pt>
                <c:pt idx="2881">
                  <c:v>3.2103688933200401</c:v>
                </c:pt>
                <c:pt idx="2882">
                  <c:v>3.1829511465603191</c:v>
                </c:pt>
                <c:pt idx="2883">
                  <c:v>3.237786640079761</c:v>
                </c:pt>
                <c:pt idx="2884">
                  <c:v>3.2365403788634097</c:v>
                </c:pt>
                <c:pt idx="2885">
                  <c:v>3.2452642073778666</c:v>
                </c:pt>
                <c:pt idx="2886">
                  <c:v>3.2502492522432704</c:v>
                </c:pt>
                <c:pt idx="2887">
                  <c:v>3.1774675972083748</c:v>
                </c:pt>
                <c:pt idx="2888">
                  <c:v>3.2522432701894317</c:v>
                </c:pt>
                <c:pt idx="2889">
                  <c:v>3.2701894317048854</c:v>
                </c:pt>
                <c:pt idx="2890">
                  <c:v>3.2253240279162512</c:v>
                </c:pt>
                <c:pt idx="2891">
                  <c:v>3.261465603190429</c:v>
                </c:pt>
                <c:pt idx="2892">
                  <c:v>3.2153539381854439</c:v>
                </c:pt>
                <c:pt idx="2893">
                  <c:v>3.257726819541376</c:v>
                </c:pt>
                <c:pt idx="2894">
                  <c:v>3.2689431704885346</c:v>
                </c:pt>
                <c:pt idx="2895">
                  <c:v>3.2564805583250251</c:v>
                </c:pt>
                <c:pt idx="2896">
                  <c:v>3.2926221335992025</c:v>
                </c:pt>
                <c:pt idx="2897">
                  <c:v>3.2701894317048854</c:v>
                </c:pt>
                <c:pt idx="2898">
                  <c:v>3.2178464606181456</c:v>
                </c:pt>
                <c:pt idx="2899">
                  <c:v>3.1829511465603191</c:v>
                </c:pt>
                <c:pt idx="2900">
                  <c:v>3.1580259222333003</c:v>
                </c:pt>
                <c:pt idx="2901">
                  <c:v>3.2178464606181456</c:v>
                </c:pt>
                <c:pt idx="2902">
                  <c:v>3.2041375872382853</c:v>
                </c:pt>
                <c:pt idx="2903">
                  <c:v>3.0633100697906284</c:v>
                </c:pt>
                <c:pt idx="2904">
                  <c:v>3.0421236291126621</c:v>
                </c:pt>
                <c:pt idx="2905">
                  <c:v>2.9798105682951146</c:v>
                </c:pt>
                <c:pt idx="2906">
                  <c:v>2.9611166500498505</c:v>
                </c:pt>
                <c:pt idx="2907">
                  <c:v>2.9349451645064808</c:v>
                </c:pt>
                <c:pt idx="2908">
                  <c:v>2.9037886340977068</c:v>
                </c:pt>
                <c:pt idx="2909">
                  <c:v>2.9499002991026919</c:v>
                </c:pt>
                <c:pt idx="2910">
                  <c:v>2.9810568295114659</c:v>
                </c:pt>
                <c:pt idx="2911">
                  <c:v>2.9972582253240279</c:v>
                </c:pt>
                <c:pt idx="2912">
                  <c:v>2.9690927218344969</c:v>
                </c:pt>
                <c:pt idx="2913">
                  <c:v>2.9232303090727818</c:v>
                </c:pt>
                <c:pt idx="2914">
                  <c:v>2.8993020937188438</c:v>
                </c:pt>
                <c:pt idx="2915">
                  <c:v>2.9174975074775675</c:v>
                </c:pt>
                <c:pt idx="2916">
                  <c:v>2.9042871385842473</c:v>
                </c:pt>
                <c:pt idx="2917">
                  <c:v>2.9411764705882355</c:v>
                </c:pt>
                <c:pt idx="2918">
                  <c:v>2.9187437686939184</c:v>
                </c:pt>
                <c:pt idx="2919">
                  <c:v>2.9232303090727818</c:v>
                </c:pt>
                <c:pt idx="2920">
                  <c:v>2.9341974077766704</c:v>
                </c:pt>
                <c:pt idx="2921">
                  <c:v>2.8923230309072783</c:v>
                </c:pt>
                <c:pt idx="2922">
                  <c:v>2.8863409770687936</c:v>
                </c:pt>
                <c:pt idx="2923">
                  <c:v>2.9042871385842473</c:v>
                </c:pt>
                <c:pt idx="2924">
                  <c:v>2.996011964107677</c:v>
                </c:pt>
                <c:pt idx="2925">
                  <c:v>3.0279162512462614</c:v>
                </c:pt>
                <c:pt idx="2926">
                  <c:v>3.0732801595214356</c:v>
                </c:pt>
                <c:pt idx="2927">
                  <c:v>3.0727816550348952</c:v>
                </c:pt>
                <c:pt idx="2928">
                  <c:v>3.0917248255234302</c:v>
                </c:pt>
                <c:pt idx="2929">
                  <c:v>3.1575274177467598</c:v>
                </c:pt>
                <c:pt idx="2930">
                  <c:v>3.1964107676969098</c:v>
                </c:pt>
                <c:pt idx="2931">
                  <c:v>3.1834496510468595</c:v>
                </c:pt>
                <c:pt idx="2932">
                  <c:v>3.2263210368893325</c:v>
                </c:pt>
                <c:pt idx="2933">
                  <c:v>3.2826520438683948</c:v>
                </c:pt>
                <c:pt idx="2934">
                  <c:v>3.285144566301097</c:v>
                </c:pt>
                <c:pt idx="2935">
                  <c:v>3.2203389830508478</c:v>
                </c:pt>
                <c:pt idx="2936">
                  <c:v>3.2073778664007975</c:v>
                </c:pt>
                <c:pt idx="2937">
                  <c:v>3.261216350947159</c:v>
                </c:pt>
                <c:pt idx="2938">
                  <c:v>3.2532402791625126</c:v>
                </c:pt>
                <c:pt idx="2939">
                  <c:v>3.2572283150548356</c:v>
                </c:pt>
                <c:pt idx="2940">
                  <c:v>3.0478564307078764</c:v>
                </c:pt>
                <c:pt idx="2941">
                  <c:v>2.988035892323031</c:v>
                </c:pt>
                <c:pt idx="2942">
                  <c:v>3.0209371884346958</c:v>
                </c:pt>
                <c:pt idx="2943">
                  <c:v>2.9561316051844466</c:v>
                </c:pt>
                <c:pt idx="2944">
                  <c:v>3.0239282153539384</c:v>
                </c:pt>
                <c:pt idx="2945">
                  <c:v>3.0578265204386841</c:v>
                </c:pt>
                <c:pt idx="2946">
                  <c:v>3.0927218344965106</c:v>
                </c:pt>
                <c:pt idx="2947">
                  <c:v>3.1435692921236291</c:v>
                </c:pt>
                <c:pt idx="2948">
                  <c:v>3.1684945164506484</c:v>
                </c:pt>
                <c:pt idx="2949">
                  <c:v>3.1665004985044867</c:v>
                </c:pt>
                <c:pt idx="2950">
                  <c:v>3.2003988035892323</c:v>
                </c:pt>
                <c:pt idx="2951">
                  <c:v>3.1505483549351947</c:v>
                </c:pt>
                <c:pt idx="2952">
                  <c:v>3.1904287138584246</c:v>
                </c:pt>
                <c:pt idx="2953">
                  <c:v>3.2003988035892323</c:v>
                </c:pt>
                <c:pt idx="2954">
                  <c:v>3.2063808574277171</c:v>
                </c:pt>
                <c:pt idx="2955">
                  <c:v>3.2073778664007975</c:v>
                </c:pt>
                <c:pt idx="2956">
                  <c:v>3.2103688933200401</c:v>
                </c:pt>
                <c:pt idx="2957">
                  <c:v>3.2023928215353936</c:v>
                </c:pt>
                <c:pt idx="2958">
                  <c:v>3.2063808574277171</c:v>
                </c:pt>
                <c:pt idx="2959">
                  <c:v>3.1704885343968097</c:v>
                </c:pt>
                <c:pt idx="2960">
                  <c:v>3.1415752741774678</c:v>
                </c:pt>
                <c:pt idx="2961">
                  <c:v>3.1874376869391825</c:v>
                </c:pt>
                <c:pt idx="2962">
                  <c:v>3.1515453639082756</c:v>
                </c:pt>
                <c:pt idx="2963">
                  <c:v>3.1236291126620142</c:v>
                </c:pt>
                <c:pt idx="2964">
                  <c:v>3.1714855433698905</c:v>
                </c:pt>
                <c:pt idx="2965">
                  <c:v>3.1974077766699902</c:v>
                </c:pt>
                <c:pt idx="2966">
                  <c:v>3.136590229312064</c:v>
                </c:pt>
                <c:pt idx="2967">
                  <c:v>3.1854436689930212</c:v>
                </c:pt>
                <c:pt idx="2968">
                  <c:v>3.1884346959122634</c:v>
                </c:pt>
                <c:pt idx="2969">
                  <c:v>3.1924227318045864</c:v>
                </c:pt>
                <c:pt idx="2970">
                  <c:v>3.2133599202392822</c:v>
                </c:pt>
                <c:pt idx="2971">
                  <c:v>3.2572283150548356</c:v>
                </c:pt>
                <c:pt idx="2972">
                  <c:v>3.2701894317048854</c:v>
                </c:pt>
                <c:pt idx="2973">
                  <c:v>3.2562313060817552</c:v>
                </c:pt>
                <c:pt idx="2974">
                  <c:v>3.2781655034895314</c:v>
                </c:pt>
                <c:pt idx="2975">
                  <c:v>3.3220338983050848</c:v>
                </c:pt>
                <c:pt idx="2976">
                  <c:v>3.2721834496510467</c:v>
                </c:pt>
                <c:pt idx="2977">
                  <c:v>3.2013958125623132</c:v>
                </c:pt>
                <c:pt idx="2978">
                  <c:v>3.2073778664007975</c:v>
                </c:pt>
                <c:pt idx="2979">
                  <c:v>3.2532402791625126</c:v>
                </c:pt>
                <c:pt idx="2980">
                  <c:v>3.347457627118644</c:v>
                </c:pt>
                <c:pt idx="2981">
                  <c:v>3.3599202392821534</c:v>
                </c:pt>
                <c:pt idx="2982">
                  <c:v>3.3374875373878368</c:v>
                </c:pt>
                <c:pt idx="2983">
                  <c:v>3.3349950149551346</c:v>
                </c:pt>
                <c:pt idx="2984">
                  <c:v>3.35493519441675</c:v>
                </c:pt>
                <c:pt idx="2985">
                  <c:v>3.3075772681954136</c:v>
                </c:pt>
                <c:pt idx="2986">
                  <c:v>3.2273180458624129</c:v>
                </c:pt>
                <c:pt idx="2987">
                  <c:v>3.2003988035892323</c:v>
                </c:pt>
                <c:pt idx="2988">
                  <c:v>3.2123629112662013</c:v>
                </c:pt>
                <c:pt idx="2989">
                  <c:v>3.2228315054835495</c:v>
                </c:pt>
                <c:pt idx="2990">
                  <c:v>3.1792123629112661</c:v>
                </c:pt>
                <c:pt idx="2991">
                  <c:v>3.1435692921236291</c:v>
                </c:pt>
                <c:pt idx="2992">
                  <c:v>3.0919740777667002</c:v>
                </c:pt>
                <c:pt idx="2993">
                  <c:v>3.007976071784646</c:v>
                </c:pt>
                <c:pt idx="2994">
                  <c:v>3.2103688933200401</c:v>
                </c:pt>
                <c:pt idx="2995">
                  <c:v>3.2751744765702893</c:v>
                </c:pt>
                <c:pt idx="2996">
                  <c:v>3.3050847457627119</c:v>
                </c:pt>
                <c:pt idx="2997">
                  <c:v>3.2801595214356931</c:v>
                </c:pt>
                <c:pt idx="2998">
                  <c:v>3.2781655034895314</c:v>
                </c:pt>
                <c:pt idx="2999">
                  <c:v>3.2382851445663015</c:v>
                </c:pt>
                <c:pt idx="3000">
                  <c:v>3.1754735792622135</c:v>
                </c:pt>
                <c:pt idx="3001">
                  <c:v>3.1724825523429709</c:v>
                </c:pt>
                <c:pt idx="3002">
                  <c:v>3.1864406779661021</c:v>
                </c:pt>
                <c:pt idx="3003">
                  <c:v>3.128614157527418</c:v>
                </c:pt>
                <c:pt idx="3004">
                  <c:v>3.0957128614157527</c:v>
                </c:pt>
                <c:pt idx="3005">
                  <c:v>3.0717846460618148</c:v>
                </c:pt>
                <c:pt idx="3006">
                  <c:v>2.9970089730807579</c:v>
                </c:pt>
                <c:pt idx="3007">
                  <c:v>3.0937188434695915</c:v>
                </c:pt>
                <c:pt idx="3008">
                  <c:v>3.046859421734796</c:v>
                </c:pt>
                <c:pt idx="3009">
                  <c:v>3.0867397806580263</c:v>
                </c:pt>
                <c:pt idx="3010">
                  <c:v>3.0737786640079761</c:v>
                </c:pt>
                <c:pt idx="3011">
                  <c:v>3.0588235294117649</c:v>
                </c:pt>
                <c:pt idx="3012">
                  <c:v>3.1126620139581256</c:v>
                </c:pt>
                <c:pt idx="3013">
                  <c:v>3.2622133599202394</c:v>
                </c:pt>
                <c:pt idx="3014">
                  <c:v>3.2911266201395817</c:v>
                </c:pt>
                <c:pt idx="3015">
                  <c:v>3.2701894317048854</c:v>
                </c:pt>
                <c:pt idx="3016">
                  <c:v>3.1914257228315059</c:v>
                </c:pt>
                <c:pt idx="3017">
                  <c:v>3.2440179461615157</c:v>
                </c:pt>
                <c:pt idx="3018">
                  <c:v>3.2951146560319042</c:v>
                </c:pt>
                <c:pt idx="3019">
                  <c:v>3.3379860418743772</c:v>
                </c:pt>
                <c:pt idx="3020">
                  <c:v>3.3120638085742771</c:v>
                </c:pt>
                <c:pt idx="3021">
                  <c:v>3.1966600199401793</c:v>
                </c:pt>
                <c:pt idx="3022">
                  <c:v>3.1226321036889333</c:v>
                </c:pt>
                <c:pt idx="3023">
                  <c:v>3.0438683948155534</c:v>
                </c:pt>
                <c:pt idx="3024">
                  <c:v>3.0309072781655035</c:v>
                </c:pt>
                <c:pt idx="3025">
                  <c:v>2.9780658025922233</c:v>
                </c:pt>
                <c:pt idx="3026">
                  <c:v>3.0867397806580263</c:v>
                </c:pt>
                <c:pt idx="3027">
                  <c:v>3.1086739780658026</c:v>
                </c:pt>
                <c:pt idx="3028">
                  <c:v>3.1565304087736794</c:v>
                </c:pt>
                <c:pt idx="3029">
                  <c:v>3.1535393818544368</c:v>
                </c:pt>
                <c:pt idx="3030">
                  <c:v>2.9820538384845467</c:v>
                </c:pt>
                <c:pt idx="3031">
                  <c:v>3.0029910269192421</c:v>
                </c:pt>
                <c:pt idx="3032">
                  <c:v>2.8863409770687936</c:v>
                </c:pt>
                <c:pt idx="3033">
                  <c:v>2.8893320039880361</c:v>
                </c:pt>
                <c:pt idx="3034">
                  <c:v>2.7966101694915255</c:v>
                </c:pt>
                <c:pt idx="3035">
                  <c:v>2.7916251246261217</c:v>
                </c:pt>
                <c:pt idx="3036">
                  <c:v>2.7766699900299106</c:v>
                </c:pt>
                <c:pt idx="3037">
                  <c:v>2.7492522432701896</c:v>
                </c:pt>
                <c:pt idx="3038">
                  <c:v>2.8315054835493521</c:v>
                </c:pt>
                <c:pt idx="3039">
                  <c:v>2.8464606181455632</c:v>
                </c:pt>
                <c:pt idx="3040">
                  <c:v>2.9224825523429714</c:v>
                </c:pt>
                <c:pt idx="3041">
                  <c:v>2.9641076769690931</c:v>
                </c:pt>
                <c:pt idx="3042">
                  <c:v>2.984047856430708</c:v>
                </c:pt>
                <c:pt idx="3043">
                  <c:v>2.9541375872382853</c:v>
                </c:pt>
                <c:pt idx="3044">
                  <c:v>2.9042871385842473</c:v>
                </c:pt>
                <c:pt idx="3045">
                  <c:v>2.9536390827517449</c:v>
                </c:pt>
                <c:pt idx="3046">
                  <c:v>2.996011964107677</c:v>
                </c:pt>
                <c:pt idx="3047">
                  <c:v>2.8888334995014957</c:v>
                </c:pt>
                <c:pt idx="3048">
                  <c:v>2.996011964107677</c:v>
                </c:pt>
                <c:pt idx="3049">
                  <c:v>3.0533399800598207</c:v>
                </c:pt>
                <c:pt idx="3050">
                  <c:v>3.0478564307078764</c:v>
                </c:pt>
                <c:pt idx="3051">
                  <c:v>2.9282153539381852</c:v>
                </c:pt>
                <c:pt idx="3052">
                  <c:v>2.9481555333998006</c:v>
                </c:pt>
                <c:pt idx="3053">
                  <c:v>3.1435692921236291</c:v>
                </c:pt>
                <c:pt idx="3054">
                  <c:v>3.1904287138584246</c:v>
                </c:pt>
                <c:pt idx="3055">
                  <c:v>3.237786640079761</c:v>
                </c:pt>
                <c:pt idx="3056">
                  <c:v>3.2233300099700899</c:v>
                </c:pt>
                <c:pt idx="3057">
                  <c:v>3.3524426719840479</c:v>
                </c:pt>
                <c:pt idx="3058">
                  <c:v>3.4446660019940181</c:v>
                </c:pt>
                <c:pt idx="3059">
                  <c:v>3.5842472582253242</c:v>
                </c:pt>
                <c:pt idx="3060">
                  <c:v>3.7786640079760718</c:v>
                </c:pt>
                <c:pt idx="3061">
                  <c:v>3.765702891326022</c:v>
                </c:pt>
                <c:pt idx="3062">
                  <c:v>3.874376869391825</c:v>
                </c:pt>
                <c:pt idx="3063">
                  <c:v>3.8005982053838485</c:v>
                </c:pt>
                <c:pt idx="3064">
                  <c:v>3.6500498504486543</c:v>
                </c:pt>
                <c:pt idx="3065">
                  <c:v>3.8883349950149553</c:v>
                </c:pt>
                <c:pt idx="3066">
                  <c:v>3.7686939182452641</c:v>
                </c:pt>
                <c:pt idx="3067">
                  <c:v>3.886340977068794</c:v>
                </c:pt>
                <c:pt idx="3068">
                  <c:v>3.8534396809571287</c:v>
                </c:pt>
                <c:pt idx="3069">
                  <c:v>3.9401794616151546</c:v>
                </c:pt>
                <c:pt idx="3070">
                  <c:v>3.996011964107677</c:v>
                </c:pt>
                <c:pt idx="3071">
                  <c:v>4.0847457627118642</c:v>
                </c:pt>
                <c:pt idx="3072">
                  <c:v>4.0578265204386836</c:v>
                </c:pt>
                <c:pt idx="3073">
                  <c:v>3.9332003988035895</c:v>
                </c:pt>
                <c:pt idx="3074">
                  <c:v>3.9700897308075773</c:v>
                </c:pt>
                <c:pt idx="3075">
                  <c:v>3.8953140578265204</c:v>
                </c:pt>
                <c:pt idx="3076">
                  <c:v>3.9805583250249255</c:v>
                </c:pt>
                <c:pt idx="3077">
                  <c:v>4.0897308075772685</c:v>
                </c:pt>
                <c:pt idx="3078">
                  <c:v>4.0204386839481554</c:v>
                </c:pt>
                <c:pt idx="3079">
                  <c:v>3.9905284147557327</c:v>
                </c:pt>
                <c:pt idx="3080">
                  <c:v>3.9940179461615157</c:v>
                </c:pt>
                <c:pt idx="3081">
                  <c:v>4.0378863409770691</c:v>
                </c:pt>
                <c:pt idx="3082">
                  <c:v>4.0029910269192426</c:v>
                </c:pt>
                <c:pt idx="3083">
                  <c:v>3.968095712861416</c:v>
                </c:pt>
                <c:pt idx="3084">
                  <c:v>4.0348953140578265</c:v>
                </c:pt>
                <c:pt idx="3085">
                  <c:v>4.1126620139581256</c:v>
                </c:pt>
                <c:pt idx="3086">
                  <c:v>3.988035892323031</c:v>
                </c:pt>
                <c:pt idx="3087">
                  <c:v>3.9020438683948155</c:v>
                </c:pt>
                <c:pt idx="3088">
                  <c:v>3.8870887337986044</c:v>
                </c:pt>
                <c:pt idx="3089">
                  <c:v>3.9581256231306083</c:v>
                </c:pt>
                <c:pt idx="3090">
                  <c:v>3.9768195413758725</c:v>
                </c:pt>
                <c:pt idx="3091">
                  <c:v>3.9805583250249255</c:v>
                </c:pt>
                <c:pt idx="3092">
                  <c:v>4.0658025922233305</c:v>
                </c:pt>
                <c:pt idx="3093">
                  <c:v>4.1425722831505487</c:v>
                </c:pt>
                <c:pt idx="3094">
                  <c:v>4.1256231306081759</c:v>
                </c:pt>
                <c:pt idx="3095">
                  <c:v>4.0458624127617151</c:v>
                </c:pt>
                <c:pt idx="3096">
                  <c:v>4.007976071784646</c:v>
                </c:pt>
                <c:pt idx="3097">
                  <c:v>3.9661016949152543</c:v>
                </c:pt>
                <c:pt idx="3098">
                  <c:v>3.9451645064805585</c:v>
                </c:pt>
                <c:pt idx="3099">
                  <c:v>4.0428713858424725</c:v>
                </c:pt>
                <c:pt idx="3100">
                  <c:v>4.0548354935194419</c:v>
                </c:pt>
                <c:pt idx="3101">
                  <c:v>3.9950149551345961</c:v>
                </c:pt>
                <c:pt idx="3102">
                  <c:v>3.9980059820538387</c:v>
                </c:pt>
                <c:pt idx="3103">
                  <c:v>3.9451645064805585</c:v>
                </c:pt>
                <c:pt idx="3104">
                  <c:v>3.9710867397806582</c:v>
                </c:pt>
                <c:pt idx="3105">
                  <c:v>3.9631106679960122</c:v>
                </c:pt>
                <c:pt idx="3106">
                  <c:v>3.898305084745763</c:v>
                </c:pt>
                <c:pt idx="3107">
                  <c:v>3.8953140578265204</c:v>
                </c:pt>
                <c:pt idx="3108">
                  <c:v>3.843469591226321</c:v>
                </c:pt>
                <c:pt idx="3109">
                  <c:v>3.8634097706879365</c:v>
                </c:pt>
                <c:pt idx="3110">
                  <c:v>3.8758723828514459</c:v>
                </c:pt>
                <c:pt idx="3111">
                  <c:v>3.7437686939182453</c:v>
                </c:pt>
                <c:pt idx="3112">
                  <c:v>3.6951645064805585</c:v>
                </c:pt>
                <c:pt idx="3113">
                  <c:v>3.7711864406779663</c:v>
                </c:pt>
                <c:pt idx="3114">
                  <c:v>3.7238285144566303</c:v>
                </c:pt>
                <c:pt idx="3115">
                  <c:v>3.7288135593220342</c:v>
                </c:pt>
                <c:pt idx="3116">
                  <c:v>3.7126121635094718</c:v>
                </c:pt>
                <c:pt idx="3117">
                  <c:v>3.7076271186440679</c:v>
                </c:pt>
                <c:pt idx="3118">
                  <c:v>3.6141575274177469</c:v>
                </c:pt>
                <c:pt idx="3119">
                  <c:v>3.5623130608175475</c:v>
                </c:pt>
                <c:pt idx="3120">
                  <c:v>3.7699401794616154</c:v>
                </c:pt>
                <c:pt idx="3121">
                  <c:v>3.7756729810568297</c:v>
                </c:pt>
                <c:pt idx="3122">
                  <c:v>3.7799102691924227</c:v>
                </c:pt>
                <c:pt idx="3123">
                  <c:v>3.7599700897308077</c:v>
                </c:pt>
                <c:pt idx="3124">
                  <c:v>3.773678963110668</c:v>
                </c:pt>
                <c:pt idx="3125">
                  <c:v>3.7347956131605189</c:v>
                </c:pt>
                <c:pt idx="3126">
                  <c:v>3.6989032901296111</c:v>
                </c:pt>
                <c:pt idx="3127">
                  <c:v>3.6989032901296111</c:v>
                </c:pt>
                <c:pt idx="3128">
                  <c:v>3.6727318045862414</c:v>
                </c:pt>
                <c:pt idx="3129">
                  <c:v>3.8546859421734796</c:v>
                </c:pt>
                <c:pt idx="3130">
                  <c:v>3.8544366899302096</c:v>
                </c:pt>
                <c:pt idx="3131">
                  <c:v>3.6749750747756735</c:v>
                </c:pt>
                <c:pt idx="3132">
                  <c:v>3.6709870388833501</c:v>
                </c:pt>
                <c:pt idx="3133">
                  <c:v>3.7068793619142575</c:v>
                </c:pt>
                <c:pt idx="3134">
                  <c:v>3.7911266201395812</c:v>
                </c:pt>
                <c:pt idx="3135">
                  <c:v>3.7961116650049851</c:v>
                </c:pt>
                <c:pt idx="3136">
                  <c:v>3.7948654037886342</c:v>
                </c:pt>
                <c:pt idx="3137">
                  <c:v>3.7686939182452641</c:v>
                </c:pt>
                <c:pt idx="3138">
                  <c:v>3.7612163509471586</c:v>
                </c:pt>
                <c:pt idx="3139">
                  <c:v>3.7098703888334996</c:v>
                </c:pt>
                <c:pt idx="3140">
                  <c:v>3.6839481555333999</c:v>
                </c:pt>
                <c:pt idx="3141">
                  <c:v>3.6739780658025922</c:v>
                </c:pt>
                <c:pt idx="3142">
                  <c:v>3.6976570289132602</c:v>
                </c:pt>
                <c:pt idx="3143">
                  <c:v>3.7686939182452641</c:v>
                </c:pt>
                <c:pt idx="3144">
                  <c:v>3.7387836490528414</c:v>
                </c:pt>
                <c:pt idx="3145">
                  <c:v>3.6899302093718847</c:v>
                </c:pt>
                <c:pt idx="3146">
                  <c:v>3.660019940179462</c:v>
                </c:pt>
                <c:pt idx="3147">
                  <c:v>3.6889332003988038</c:v>
                </c:pt>
                <c:pt idx="3148">
                  <c:v>3.7101196410767696</c:v>
                </c:pt>
                <c:pt idx="3149">
                  <c:v>3.6951645064805585</c:v>
                </c:pt>
                <c:pt idx="3150">
                  <c:v>3.6827018943170491</c:v>
                </c:pt>
                <c:pt idx="3151">
                  <c:v>3.5792622133599203</c:v>
                </c:pt>
                <c:pt idx="3152">
                  <c:v>3.6066799601196413</c:v>
                </c:pt>
                <c:pt idx="3153">
                  <c:v>3.6178963110667999</c:v>
                </c:pt>
                <c:pt idx="3154">
                  <c:v>3.5962113659022932</c:v>
                </c:pt>
                <c:pt idx="3155">
                  <c:v>3.6151545363908277</c:v>
                </c:pt>
                <c:pt idx="3156">
                  <c:v>3.6827018943170491</c:v>
                </c:pt>
                <c:pt idx="3157">
                  <c:v>3.7051345962113662</c:v>
                </c:pt>
                <c:pt idx="3158">
                  <c:v>3.6939182452642076</c:v>
                </c:pt>
                <c:pt idx="3159">
                  <c:v>3.7163509471585243</c:v>
                </c:pt>
                <c:pt idx="3160">
                  <c:v>3.7250747756729812</c:v>
                </c:pt>
                <c:pt idx="3161">
                  <c:v>3.7507477567298104</c:v>
                </c:pt>
                <c:pt idx="3162">
                  <c:v>3.7886340977068795</c:v>
                </c:pt>
                <c:pt idx="3163">
                  <c:v>3.753738783649053</c:v>
                </c:pt>
                <c:pt idx="3164">
                  <c:v>3.7288135593220342</c:v>
                </c:pt>
                <c:pt idx="3165">
                  <c:v>3.7188434695912265</c:v>
                </c:pt>
                <c:pt idx="3166">
                  <c:v>3.7058823529411766</c:v>
                </c:pt>
                <c:pt idx="3167">
                  <c:v>3.753738783649053</c:v>
                </c:pt>
                <c:pt idx="3168">
                  <c:v>3.7168494516450652</c:v>
                </c:pt>
                <c:pt idx="3169">
                  <c:v>3.6527916251246264</c:v>
                </c:pt>
                <c:pt idx="3170">
                  <c:v>3.6228813559322033</c:v>
                </c:pt>
                <c:pt idx="3171">
                  <c:v>3.6104187437686939</c:v>
                </c:pt>
                <c:pt idx="3172">
                  <c:v>3.5942173479561319</c:v>
                </c:pt>
                <c:pt idx="3173">
                  <c:v>3.5505982053838485</c:v>
                </c:pt>
                <c:pt idx="3174">
                  <c:v>3.5503489531405785</c:v>
                </c:pt>
                <c:pt idx="3175">
                  <c:v>3.6071784646061817</c:v>
                </c:pt>
                <c:pt idx="3176">
                  <c:v>3.589232303090728</c:v>
                </c:pt>
                <c:pt idx="3177">
                  <c:v>3.5044865403788634</c:v>
                </c:pt>
                <c:pt idx="3178">
                  <c:v>3.4715852442671986</c:v>
                </c:pt>
                <c:pt idx="3179">
                  <c:v>3.4995014955134596</c:v>
                </c:pt>
                <c:pt idx="3180">
                  <c:v>3.5107178464606181</c:v>
                </c:pt>
                <c:pt idx="3181">
                  <c:v>3.4546360917248258</c:v>
                </c:pt>
                <c:pt idx="3182">
                  <c:v>3.4416749750747755</c:v>
                </c:pt>
                <c:pt idx="3183">
                  <c:v>3.4516450648055832</c:v>
                </c:pt>
                <c:pt idx="3184">
                  <c:v>3.4808075772681955</c:v>
                </c:pt>
                <c:pt idx="3185">
                  <c:v>3.4434197407776672</c:v>
                </c:pt>
                <c:pt idx="3186">
                  <c:v>3.4396809571286142</c:v>
                </c:pt>
                <c:pt idx="3187">
                  <c:v>3.4047856430707877</c:v>
                </c:pt>
                <c:pt idx="3188">
                  <c:v>3.4172482552342971</c:v>
                </c:pt>
                <c:pt idx="3189">
                  <c:v>3.4334496510468595</c:v>
                </c:pt>
                <c:pt idx="3190">
                  <c:v>3.4626121635094718</c:v>
                </c:pt>
                <c:pt idx="3191">
                  <c:v>3.4808075772681955</c:v>
                </c:pt>
                <c:pt idx="3192">
                  <c:v>3.5331505483549352</c:v>
                </c:pt>
                <c:pt idx="3193">
                  <c:v>3.609172482552343</c:v>
                </c:pt>
                <c:pt idx="3194">
                  <c:v>3.6360917248255236</c:v>
                </c:pt>
                <c:pt idx="3195">
                  <c:v>3.6478065802592226</c:v>
                </c:pt>
                <c:pt idx="3196">
                  <c:v>3.6116650049850452</c:v>
                </c:pt>
                <c:pt idx="3197">
                  <c:v>3.6278664007976071</c:v>
                </c:pt>
                <c:pt idx="3198">
                  <c:v>3.6291126620139584</c:v>
                </c:pt>
                <c:pt idx="3199">
                  <c:v>3.5929710867397806</c:v>
                </c:pt>
                <c:pt idx="3200">
                  <c:v>3.6066799601196413</c:v>
                </c:pt>
                <c:pt idx="3201">
                  <c:v>3.5904785643070789</c:v>
                </c:pt>
                <c:pt idx="3202">
                  <c:v>3.6353439680957131</c:v>
                </c:pt>
                <c:pt idx="3203">
                  <c:v>3.636590229312064</c:v>
                </c:pt>
                <c:pt idx="3204">
                  <c:v>3.6889332003988038</c:v>
                </c:pt>
                <c:pt idx="3205">
                  <c:v>3.6926719840478563</c:v>
                </c:pt>
                <c:pt idx="3206">
                  <c:v>3.6689930209371884</c:v>
                </c:pt>
                <c:pt idx="3207">
                  <c:v>3.6590229312063811</c:v>
                </c:pt>
                <c:pt idx="3208">
                  <c:v>3.636590229312064</c:v>
                </c:pt>
                <c:pt idx="3209">
                  <c:v>3.5979561316051845</c:v>
                </c:pt>
                <c:pt idx="3210">
                  <c:v>3.5418743768693921</c:v>
                </c:pt>
                <c:pt idx="3211">
                  <c:v>3.53938185443669</c:v>
                </c:pt>
                <c:pt idx="3212">
                  <c:v>3.4982552342971087</c:v>
                </c:pt>
                <c:pt idx="3213">
                  <c:v>3.4708374875373877</c:v>
                </c:pt>
                <c:pt idx="3214">
                  <c:v>3.4633599202392822</c:v>
                </c:pt>
                <c:pt idx="3215">
                  <c:v>3.4583748753738783</c:v>
                </c:pt>
                <c:pt idx="3216">
                  <c:v>3.4733300099700899</c:v>
                </c:pt>
                <c:pt idx="3217">
                  <c:v>3.4658524426719843</c:v>
                </c:pt>
                <c:pt idx="3218">
                  <c:v>3.4907776669990032</c:v>
                </c:pt>
                <c:pt idx="3219">
                  <c:v>3.4471585244267198</c:v>
                </c:pt>
                <c:pt idx="3220">
                  <c:v>3.4396809571286142</c:v>
                </c:pt>
                <c:pt idx="3221">
                  <c:v>3.464606181455633</c:v>
                </c:pt>
                <c:pt idx="3222">
                  <c:v>3.5094715852442673</c:v>
                </c:pt>
                <c:pt idx="3223">
                  <c:v>3.53938185443669</c:v>
                </c:pt>
                <c:pt idx="3224">
                  <c:v>3.589232303090728</c:v>
                </c:pt>
                <c:pt idx="3225">
                  <c:v>3.6104187437686939</c:v>
                </c:pt>
                <c:pt idx="3226">
                  <c:v>3.6041874376869392</c:v>
                </c:pt>
                <c:pt idx="3227">
                  <c:v>3.6540378863409773</c:v>
                </c:pt>
                <c:pt idx="3228">
                  <c:v>3.5331505483549352</c:v>
                </c:pt>
                <c:pt idx="3229">
                  <c:v>3.5518444666001994</c:v>
                </c:pt>
                <c:pt idx="3230">
                  <c:v>3.5618145563310071</c:v>
                </c:pt>
                <c:pt idx="3231">
                  <c:v>3.6652542372881358</c:v>
                </c:pt>
                <c:pt idx="3232">
                  <c:v>3.6951645064805585</c:v>
                </c:pt>
                <c:pt idx="3233">
                  <c:v>3.6989032901296111</c:v>
                </c:pt>
                <c:pt idx="3234">
                  <c:v>3.7238285144566303</c:v>
                </c:pt>
                <c:pt idx="3235">
                  <c:v>3.5717846460618148</c:v>
                </c:pt>
                <c:pt idx="3236">
                  <c:v>3.5867397806580259</c:v>
                </c:pt>
                <c:pt idx="3237">
                  <c:v>3.6278664007976071</c:v>
                </c:pt>
                <c:pt idx="3238">
                  <c:v>3.6502991026919243</c:v>
                </c:pt>
                <c:pt idx="3239">
                  <c:v>3.6540378863409773</c:v>
                </c:pt>
                <c:pt idx="3240">
                  <c:v>3.6178963110667999</c:v>
                </c:pt>
                <c:pt idx="3241">
                  <c:v>3.6515453639082751</c:v>
                </c:pt>
                <c:pt idx="3242">
                  <c:v>3.6340977068793618</c:v>
                </c:pt>
                <c:pt idx="3243">
                  <c:v>3.6540378863409773</c:v>
                </c:pt>
                <c:pt idx="3244">
                  <c:v>3.4658524426719843</c:v>
                </c:pt>
                <c:pt idx="3245">
                  <c:v>3.2228315054835495</c:v>
                </c:pt>
                <c:pt idx="3246">
                  <c:v>3.1979062811565306</c:v>
                </c:pt>
                <c:pt idx="3247">
                  <c:v>3.2053838484546362</c:v>
                </c:pt>
                <c:pt idx="3248">
                  <c:v>3.136839481555334</c:v>
                </c:pt>
                <c:pt idx="3249">
                  <c:v>3.1393320039880361</c:v>
                </c:pt>
                <c:pt idx="3250">
                  <c:v>3.1580259222333003</c:v>
                </c:pt>
                <c:pt idx="3251">
                  <c:v>3.206630109670987</c:v>
                </c:pt>
                <c:pt idx="3252">
                  <c:v>3.2328015952143572</c:v>
                </c:pt>
                <c:pt idx="3253">
                  <c:v>3.2477567298105683</c:v>
                </c:pt>
                <c:pt idx="3254">
                  <c:v>3.285144566301097</c:v>
                </c:pt>
                <c:pt idx="3255">
                  <c:v>3.2228315054835495</c:v>
                </c:pt>
                <c:pt idx="3256">
                  <c:v>3.3088235294117649</c:v>
                </c:pt>
                <c:pt idx="3257">
                  <c:v>3.2913758723828517</c:v>
                </c:pt>
                <c:pt idx="3258">
                  <c:v>3.2128614157527418</c:v>
                </c:pt>
                <c:pt idx="3259">
                  <c:v>3.2514955134596213</c:v>
                </c:pt>
                <c:pt idx="3260">
                  <c:v>3.2228315054835495</c:v>
                </c:pt>
                <c:pt idx="3261">
                  <c:v>3.1829511465603191</c:v>
                </c:pt>
                <c:pt idx="3262">
                  <c:v>3.1854436689930212</c:v>
                </c:pt>
                <c:pt idx="3263">
                  <c:v>3.2153539381854439</c:v>
                </c:pt>
                <c:pt idx="3264">
                  <c:v>3.2078763708873379</c:v>
                </c:pt>
                <c:pt idx="3265">
                  <c:v>3.4047856430707877</c:v>
                </c:pt>
                <c:pt idx="3266">
                  <c:v>3.4097706879361915</c:v>
                </c:pt>
                <c:pt idx="3267">
                  <c:v>3.398554336989033</c:v>
                </c:pt>
                <c:pt idx="3268">
                  <c:v>3.4795613160518446</c:v>
                </c:pt>
                <c:pt idx="3269">
                  <c:v>3.492023928215354</c:v>
                </c:pt>
                <c:pt idx="3270">
                  <c:v>3.3873379860418744</c:v>
                </c:pt>
                <c:pt idx="3271">
                  <c:v>3.3773678963110667</c:v>
                </c:pt>
                <c:pt idx="3272">
                  <c:v>3.3698903290129611</c:v>
                </c:pt>
                <c:pt idx="3273">
                  <c:v>3.464606181455633</c:v>
                </c:pt>
                <c:pt idx="3274">
                  <c:v>3.4222333000997009</c:v>
                </c:pt>
                <c:pt idx="3275">
                  <c:v>3.589232303090728</c:v>
                </c:pt>
                <c:pt idx="3276">
                  <c:v>3.5992023928215353</c:v>
                </c:pt>
                <c:pt idx="3277">
                  <c:v>3.2427716849451644</c:v>
                </c:pt>
                <c:pt idx="3278">
                  <c:v>3.1991525423728815</c:v>
                </c:pt>
                <c:pt idx="3279">
                  <c:v>3.2502492522432704</c:v>
                </c:pt>
                <c:pt idx="3280">
                  <c:v>3.2352941176470589</c:v>
                </c:pt>
                <c:pt idx="3281">
                  <c:v>3.1817048853439682</c:v>
                </c:pt>
                <c:pt idx="3282">
                  <c:v>3.2826520438683948</c:v>
                </c:pt>
                <c:pt idx="3283">
                  <c:v>3.2976071784646064</c:v>
                </c:pt>
                <c:pt idx="3284">
                  <c:v>3.2764207377866401</c:v>
                </c:pt>
                <c:pt idx="3285">
                  <c:v>3.3250249252243269</c:v>
                </c:pt>
                <c:pt idx="3286">
                  <c:v>3.3175473579262214</c:v>
                </c:pt>
                <c:pt idx="3287">
                  <c:v>3.2676969092721837</c:v>
                </c:pt>
                <c:pt idx="3288">
                  <c:v>3.3025922233300102</c:v>
                </c:pt>
                <c:pt idx="3289">
                  <c:v>3.2726819541375871</c:v>
                </c:pt>
                <c:pt idx="3290">
                  <c:v>3.2951146560319042</c:v>
                </c:pt>
                <c:pt idx="3291">
                  <c:v>3.2976071784646064</c:v>
                </c:pt>
                <c:pt idx="3292">
                  <c:v>3.3025922233300102</c:v>
                </c:pt>
                <c:pt idx="3293">
                  <c:v>3.3262711864406782</c:v>
                </c:pt>
                <c:pt idx="3294">
                  <c:v>3.2502492522432704</c:v>
                </c:pt>
                <c:pt idx="3295">
                  <c:v>3.2801595214356931</c:v>
                </c:pt>
                <c:pt idx="3296">
                  <c:v>3.2502492522432704</c:v>
                </c:pt>
                <c:pt idx="3297">
                  <c:v>3.2128614157527418</c:v>
                </c:pt>
                <c:pt idx="3298">
                  <c:v>3.2589730807577268</c:v>
                </c:pt>
                <c:pt idx="3299">
                  <c:v>3.3399800598205385</c:v>
                </c:pt>
                <c:pt idx="3300">
                  <c:v>3.35493519441675</c:v>
                </c:pt>
                <c:pt idx="3301">
                  <c:v>3.3898305084745766</c:v>
                </c:pt>
                <c:pt idx="3302">
                  <c:v>3.35493519441675</c:v>
                </c:pt>
                <c:pt idx="3303">
                  <c:v>3.3125623130608175</c:v>
                </c:pt>
                <c:pt idx="3304">
                  <c:v>3.2639581256231307</c:v>
                </c:pt>
                <c:pt idx="3305">
                  <c:v>3.2801595214356931</c:v>
                </c:pt>
                <c:pt idx="3306">
                  <c:v>3.3150548354935196</c:v>
                </c:pt>
                <c:pt idx="3307">
                  <c:v>3.35493519441675</c:v>
                </c:pt>
                <c:pt idx="3308">
                  <c:v>3.4172482552342971</c:v>
                </c:pt>
                <c:pt idx="3309">
                  <c:v>3.2701894317048854</c:v>
                </c:pt>
                <c:pt idx="3310">
                  <c:v>3.3499501495513462</c:v>
                </c:pt>
                <c:pt idx="3311">
                  <c:v>3.3823529411764706</c:v>
                </c:pt>
                <c:pt idx="3312">
                  <c:v>3.4247258225324031</c:v>
                </c:pt>
                <c:pt idx="3313">
                  <c:v>3.4496510468594219</c:v>
                </c:pt>
                <c:pt idx="3314">
                  <c:v>3.511964107676969</c:v>
                </c:pt>
                <c:pt idx="3315">
                  <c:v>3.53938185443669</c:v>
                </c:pt>
                <c:pt idx="3316">
                  <c:v>3.5767696909272186</c:v>
                </c:pt>
                <c:pt idx="3317">
                  <c:v>3.988035892323031</c:v>
                </c:pt>
                <c:pt idx="3318">
                  <c:v>2.6769690927218344</c:v>
                </c:pt>
                <c:pt idx="3319">
                  <c:v>2.7168494516450648</c:v>
                </c:pt>
                <c:pt idx="3320">
                  <c:v>2.6869391824526421</c:v>
                </c:pt>
                <c:pt idx="3321">
                  <c:v>2.6969092721834498</c:v>
                </c:pt>
                <c:pt idx="3322">
                  <c:v>2.7043868394815553</c:v>
                </c:pt>
                <c:pt idx="3323">
                  <c:v>2.6969092721834498</c:v>
                </c:pt>
                <c:pt idx="3324">
                  <c:v>2.6046859421734796</c:v>
                </c:pt>
                <c:pt idx="3325">
                  <c:v>2.5324027916251248</c:v>
                </c:pt>
                <c:pt idx="3326">
                  <c:v>2.4675972083748756</c:v>
                </c:pt>
                <c:pt idx="3327">
                  <c:v>2.4476570289132602</c:v>
                </c:pt>
                <c:pt idx="3328">
                  <c:v>2.4389332003988038</c:v>
                </c:pt>
                <c:pt idx="3329">
                  <c:v>2.472582253240279</c:v>
                </c:pt>
                <c:pt idx="3330">
                  <c:v>2.4875373878364906</c:v>
                </c:pt>
                <c:pt idx="3331">
                  <c:v>2.4277168494516452</c:v>
                </c:pt>
                <c:pt idx="3332">
                  <c:v>2.3728813559322033</c:v>
                </c:pt>
                <c:pt idx="3333">
                  <c:v>2.3379860418743768</c:v>
                </c:pt>
                <c:pt idx="3334">
                  <c:v>2.3529411764705883</c:v>
                </c:pt>
                <c:pt idx="3335">
                  <c:v>2.335493519441675</c:v>
                </c:pt>
                <c:pt idx="3336">
                  <c:v>2.3579262213359922</c:v>
                </c:pt>
                <c:pt idx="3337">
                  <c:v>2.3155533399800601</c:v>
                </c:pt>
                <c:pt idx="3338">
                  <c:v>2.3454636091724828</c:v>
                </c:pt>
                <c:pt idx="3339">
                  <c:v>2.2731804586241275</c:v>
                </c:pt>
                <c:pt idx="3340">
                  <c:v>2.3205383848454635</c:v>
                </c:pt>
                <c:pt idx="3341">
                  <c:v>2.3990528414755734</c:v>
                </c:pt>
                <c:pt idx="3342">
                  <c:v>2.3579262213359922</c:v>
                </c:pt>
                <c:pt idx="3343">
                  <c:v>2.4576271186440679</c:v>
                </c:pt>
                <c:pt idx="3344">
                  <c:v>2.410269192422732</c:v>
                </c:pt>
                <c:pt idx="3345">
                  <c:v>2.480059820538385</c:v>
                </c:pt>
                <c:pt idx="3346">
                  <c:v>2.4351944167497508</c:v>
                </c:pt>
                <c:pt idx="3347">
                  <c:v>2.4651046859421735</c:v>
                </c:pt>
                <c:pt idx="3348">
                  <c:v>2.5697906281156531</c:v>
                </c:pt>
                <c:pt idx="3349">
                  <c:v>2.4925224327018944</c:v>
                </c:pt>
                <c:pt idx="3350">
                  <c:v>2.5049850448654039</c:v>
                </c:pt>
                <c:pt idx="3351">
                  <c:v>2.4750747756729812</c:v>
                </c:pt>
                <c:pt idx="3352">
                  <c:v>2.4750747756729812</c:v>
                </c:pt>
                <c:pt idx="3353">
                  <c:v>2.4825523429710867</c:v>
                </c:pt>
                <c:pt idx="3354">
                  <c:v>2.4651046859421735</c:v>
                </c:pt>
                <c:pt idx="3355">
                  <c:v>2.4414257228315055</c:v>
                </c:pt>
                <c:pt idx="3356">
                  <c:v>2.4551345962113658</c:v>
                </c:pt>
                <c:pt idx="3357">
                  <c:v>2.3803589232303093</c:v>
                </c:pt>
                <c:pt idx="3358">
                  <c:v>2.3678963110667999</c:v>
                </c:pt>
                <c:pt idx="3359">
                  <c:v>2.3903290129611166</c:v>
                </c:pt>
                <c:pt idx="3360">
                  <c:v>2.3678963110667999</c:v>
                </c:pt>
                <c:pt idx="3361">
                  <c:v>2.2432701894317049</c:v>
                </c:pt>
                <c:pt idx="3362">
                  <c:v>2.2781655034895314</c:v>
                </c:pt>
                <c:pt idx="3363">
                  <c:v>2.2632103688933203</c:v>
                </c:pt>
                <c:pt idx="3364">
                  <c:v>2.2731804586241275</c:v>
                </c:pt>
                <c:pt idx="3365">
                  <c:v>2.293120638085743</c:v>
                </c:pt>
                <c:pt idx="3366">
                  <c:v>2.245762711864407</c:v>
                </c:pt>
                <c:pt idx="3367">
                  <c:v>2.2607178464606181</c:v>
                </c:pt>
                <c:pt idx="3368">
                  <c:v>2.238285144566301</c:v>
                </c:pt>
                <c:pt idx="3369">
                  <c:v>2.2632103688933203</c:v>
                </c:pt>
                <c:pt idx="3370">
                  <c:v>2.2781655034895314</c:v>
                </c:pt>
                <c:pt idx="3371">
                  <c:v>2.2594715852442673</c:v>
                </c:pt>
                <c:pt idx="3372">
                  <c:v>2.2008973080757728</c:v>
                </c:pt>
                <c:pt idx="3373">
                  <c:v>2.1884346959122634</c:v>
                </c:pt>
                <c:pt idx="3374">
                  <c:v>2.1921734795613159</c:v>
                </c:pt>
                <c:pt idx="3375">
                  <c:v>2.1884346959122634</c:v>
                </c:pt>
                <c:pt idx="3376">
                  <c:v>2.2083748753738783</c:v>
                </c:pt>
                <c:pt idx="3377">
                  <c:v>2.2407776669990032</c:v>
                </c:pt>
                <c:pt idx="3378">
                  <c:v>2.1984047856430711</c:v>
                </c:pt>
                <c:pt idx="3379">
                  <c:v>2.214606181455633</c:v>
                </c:pt>
                <c:pt idx="3380">
                  <c:v>2.1896809571286142</c:v>
                </c:pt>
                <c:pt idx="3381">
                  <c:v>2.1585244267198407</c:v>
                </c:pt>
                <c:pt idx="3382">
                  <c:v>2.1772183449651048</c:v>
                </c:pt>
                <c:pt idx="3383">
                  <c:v>2.2083748753738783</c:v>
                </c:pt>
                <c:pt idx="3384">
                  <c:v>2.2046360917248258</c:v>
                </c:pt>
                <c:pt idx="3385">
                  <c:v>2.2096211365902292</c:v>
                </c:pt>
                <c:pt idx="3386">
                  <c:v>2.1959122632103689</c:v>
                </c:pt>
                <c:pt idx="3387">
                  <c:v>2.2096211365902292</c:v>
                </c:pt>
                <c:pt idx="3388">
                  <c:v>2.1809571286141578</c:v>
                </c:pt>
                <c:pt idx="3389">
                  <c:v>2.2046360917248258</c:v>
                </c:pt>
                <c:pt idx="3390">
                  <c:v>2.1946660019940181</c:v>
                </c:pt>
                <c:pt idx="3391">
                  <c:v>2.1921734795613159</c:v>
                </c:pt>
                <c:pt idx="3392">
                  <c:v>2.148554336989033</c:v>
                </c:pt>
                <c:pt idx="3393">
                  <c:v>2.1547856430707877</c:v>
                </c:pt>
                <c:pt idx="3394">
                  <c:v>2.1435692921236291</c:v>
                </c:pt>
                <c:pt idx="3395">
                  <c:v>2.1348454636091727</c:v>
                </c:pt>
                <c:pt idx="3396">
                  <c:v>2.1273678963110667</c:v>
                </c:pt>
                <c:pt idx="3397">
                  <c:v>2.121136590229312</c:v>
                </c:pt>
                <c:pt idx="3398">
                  <c:v>2.1223828514456629</c:v>
                </c:pt>
                <c:pt idx="3399">
                  <c:v>2.0987038883349949</c:v>
                </c:pt>
                <c:pt idx="3400">
                  <c:v>2.0937188434695915</c:v>
                </c:pt>
                <c:pt idx="3401">
                  <c:v>2.121136590229312</c:v>
                </c:pt>
                <c:pt idx="3402">
                  <c:v>2.1672482552342971</c:v>
                </c:pt>
                <c:pt idx="3403">
                  <c:v>2.152293120638086</c:v>
                </c:pt>
                <c:pt idx="3404">
                  <c:v>2.1410767696909274</c:v>
                </c:pt>
                <c:pt idx="3405">
                  <c:v>2.1261216350947159</c:v>
                </c:pt>
                <c:pt idx="3406">
                  <c:v>2.1024426719840479</c:v>
                </c:pt>
                <c:pt idx="3407">
                  <c:v>2.0563310069790628</c:v>
                </c:pt>
                <c:pt idx="3408">
                  <c:v>2.0862412761714855</c:v>
                </c:pt>
                <c:pt idx="3409">
                  <c:v>2.0762711864406782</c:v>
                </c:pt>
                <c:pt idx="3410">
                  <c:v>2.101196410767697</c:v>
                </c:pt>
                <c:pt idx="3411">
                  <c:v>2.1074277168494517</c:v>
                </c:pt>
                <c:pt idx="3412">
                  <c:v>2.1186440677966103</c:v>
                </c:pt>
                <c:pt idx="3413">
                  <c:v>2.0825024925224329</c:v>
                </c:pt>
                <c:pt idx="3414">
                  <c:v>2.0862412761714855</c:v>
                </c:pt>
                <c:pt idx="3415">
                  <c:v>2.0687936191425722</c:v>
                </c:pt>
                <c:pt idx="3416">
                  <c:v>2.0775174476570291</c:v>
                </c:pt>
                <c:pt idx="3417">
                  <c:v>2.1061814556331009</c:v>
                </c:pt>
                <c:pt idx="3418">
                  <c:v>2.121136590229312</c:v>
                </c:pt>
                <c:pt idx="3419">
                  <c:v>2.1111665004985047</c:v>
                </c:pt>
                <c:pt idx="3420">
                  <c:v>2.1136590229312064</c:v>
                </c:pt>
                <c:pt idx="3421">
                  <c:v>2.1385842472582253</c:v>
                </c:pt>
                <c:pt idx="3422">
                  <c:v>2.1311066799601197</c:v>
                </c:pt>
                <c:pt idx="3423">
                  <c:v>2.1510468594217347</c:v>
                </c:pt>
                <c:pt idx="3424">
                  <c:v>2.128614157527418</c:v>
                </c:pt>
                <c:pt idx="3425">
                  <c:v>2.097457627118644</c:v>
                </c:pt>
                <c:pt idx="3426">
                  <c:v>2.1086739780658026</c:v>
                </c:pt>
                <c:pt idx="3427">
                  <c:v>2.1273678963110667</c:v>
                </c:pt>
                <c:pt idx="3428">
                  <c:v>2.121136590229312</c:v>
                </c:pt>
                <c:pt idx="3429">
                  <c:v>2.1460618145563313</c:v>
                </c:pt>
                <c:pt idx="3430">
                  <c:v>2.1635094715852445</c:v>
                </c:pt>
                <c:pt idx="3431">
                  <c:v>2.1635094715852445</c:v>
                </c:pt>
                <c:pt idx="3432">
                  <c:v>2.1684945164506479</c:v>
                </c:pt>
                <c:pt idx="3433">
                  <c:v>2.1261216350947159</c:v>
                </c:pt>
                <c:pt idx="3434">
                  <c:v>2.128614157527418</c:v>
                </c:pt>
                <c:pt idx="3435">
                  <c:v>2.1111665004985047</c:v>
                </c:pt>
                <c:pt idx="3436">
                  <c:v>2.0987038883349949</c:v>
                </c:pt>
                <c:pt idx="3437">
                  <c:v>2.097457627118644</c:v>
                </c:pt>
                <c:pt idx="3438">
                  <c:v>2.1124127617148556</c:v>
                </c:pt>
                <c:pt idx="3439">
                  <c:v>2.1323529411764706</c:v>
                </c:pt>
                <c:pt idx="3440">
                  <c:v>2.1198903290129611</c:v>
                </c:pt>
                <c:pt idx="3441">
                  <c:v>2.0663010967098705</c:v>
                </c:pt>
                <c:pt idx="3442">
                  <c:v>2.0500997008973081</c:v>
                </c:pt>
                <c:pt idx="3443">
                  <c:v>2.152293120638086</c:v>
                </c:pt>
                <c:pt idx="3444">
                  <c:v>2.1647557328015954</c:v>
                </c:pt>
                <c:pt idx="3445">
                  <c:v>2.1560319042871385</c:v>
                </c:pt>
                <c:pt idx="3446">
                  <c:v>2.124875373878365</c:v>
                </c:pt>
                <c:pt idx="3447">
                  <c:v>2.128614157527418</c:v>
                </c:pt>
                <c:pt idx="3448">
                  <c:v>2.1149052841475573</c:v>
                </c:pt>
                <c:pt idx="3449">
                  <c:v>2.1173978065802594</c:v>
                </c:pt>
                <c:pt idx="3450">
                  <c:v>2.124875373878365</c:v>
                </c:pt>
                <c:pt idx="3451">
                  <c:v>2.1385842472582253</c:v>
                </c:pt>
                <c:pt idx="3452">
                  <c:v>2.1360917248255236</c:v>
                </c:pt>
                <c:pt idx="3453">
                  <c:v>2.152293120638086</c:v>
                </c:pt>
                <c:pt idx="3454">
                  <c:v>2.1547856430707877</c:v>
                </c:pt>
                <c:pt idx="3455">
                  <c:v>2.1298604187437689</c:v>
                </c:pt>
                <c:pt idx="3456">
                  <c:v>2.1585244267198407</c:v>
                </c:pt>
                <c:pt idx="3457">
                  <c:v>2.1647557328015954</c:v>
                </c:pt>
                <c:pt idx="3458">
                  <c:v>2.1734795613160518</c:v>
                </c:pt>
                <c:pt idx="3459">
                  <c:v>2.2021435692921236</c:v>
                </c:pt>
                <c:pt idx="3460">
                  <c:v>2.2108673978065805</c:v>
                </c:pt>
                <c:pt idx="3461">
                  <c:v>2.2071286141575275</c:v>
                </c:pt>
                <c:pt idx="3462">
                  <c:v>2.2158524426719839</c:v>
                </c:pt>
                <c:pt idx="3463">
                  <c:v>2.2108673978065805</c:v>
                </c:pt>
                <c:pt idx="3464">
                  <c:v>2.1996510468594219</c:v>
                </c:pt>
                <c:pt idx="3465">
                  <c:v>2.1909272183449651</c:v>
                </c:pt>
                <c:pt idx="3466">
                  <c:v>2.1946660019940181</c:v>
                </c:pt>
                <c:pt idx="3467">
                  <c:v>2.218344965104686</c:v>
                </c:pt>
                <c:pt idx="3468">
                  <c:v>2.2407776669990032</c:v>
                </c:pt>
                <c:pt idx="3469">
                  <c:v>2.2669491525423728</c:v>
                </c:pt>
                <c:pt idx="3470">
                  <c:v>2.2744267198404788</c:v>
                </c:pt>
                <c:pt idx="3471">
                  <c:v>2.2544865403788634</c:v>
                </c:pt>
                <c:pt idx="3472">
                  <c:v>2.2532402791625126</c:v>
                </c:pt>
                <c:pt idx="3473">
                  <c:v>2.2681954137587237</c:v>
                </c:pt>
                <c:pt idx="3474">
                  <c:v>2.2532402791625126</c:v>
                </c:pt>
                <c:pt idx="3475">
                  <c:v>2.2308075772681955</c:v>
                </c:pt>
                <c:pt idx="3476">
                  <c:v>2.2831505483549352</c:v>
                </c:pt>
                <c:pt idx="3477">
                  <c:v>2.3192921236291126</c:v>
                </c:pt>
                <c:pt idx="3478">
                  <c:v>2.3766201395812563</c:v>
                </c:pt>
                <c:pt idx="3479">
                  <c:v>2.3728813559322033</c:v>
                </c:pt>
                <c:pt idx="3480">
                  <c:v>2.4227318045862414</c:v>
                </c:pt>
                <c:pt idx="3481">
                  <c:v>2.3903290129611166</c:v>
                </c:pt>
                <c:pt idx="3482">
                  <c:v>2.3579262213359922</c:v>
                </c:pt>
                <c:pt idx="3483">
                  <c:v>2.3890827517447657</c:v>
                </c:pt>
                <c:pt idx="3484">
                  <c:v>2.4140079760717845</c:v>
                </c:pt>
                <c:pt idx="3485">
                  <c:v>2.4090229312063811</c:v>
                </c:pt>
                <c:pt idx="3486">
                  <c:v>2.3965603190428713</c:v>
                </c:pt>
                <c:pt idx="3487">
                  <c:v>2.3816051844466601</c:v>
                </c:pt>
                <c:pt idx="3488">
                  <c:v>2.4252243270189431</c:v>
                </c:pt>
                <c:pt idx="3489">
                  <c:v>2.4289631106679961</c:v>
                </c:pt>
                <c:pt idx="3490">
                  <c:v>2.386590229312064</c:v>
                </c:pt>
                <c:pt idx="3491">
                  <c:v>2.3803589232303093</c:v>
                </c:pt>
                <c:pt idx="3492">
                  <c:v>2.4451645064805585</c:v>
                </c:pt>
                <c:pt idx="3493">
                  <c:v>2.4252243270189431</c:v>
                </c:pt>
                <c:pt idx="3494">
                  <c:v>2.4189930209371884</c:v>
                </c:pt>
                <c:pt idx="3495">
                  <c:v>2.4501495513459624</c:v>
                </c:pt>
                <c:pt idx="3496">
                  <c:v>2.4426719840478563</c:v>
                </c:pt>
                <c:pt idx="3497">
                  <c:v>2.5012462612163509</c:v>
                </c:pt>
                <c:pt idx="3498">
                  <c:v>2.5299102691924227</c:v>
                </c:pt>
                <c:pt idx="3499">
                  <c:v>2.472582253240279</c:v>
                </c:pt>
                <c:pt idx="3500">
                  <c:v>2.4925224327018944</c:v>
                </c:pt>
                <c:pt idx="3501">
                  <c:v>2.4987537387836491</c:v>
                </c:pt>
                <c:pt idx="3502">
                  <c:v>2.4850448654037889</c:v>
                </c:pt>
                <c:pt idx="3503">
                  <c:v>2.5261714855433701</c:v>
                </c:pt>
                <c:pt idx="3504">
                  <c:v>2.5012462612163509</c:v>
                </c:pt>
                <c:pt idx="3505">
                  <c:v>2.5</c:v>
                </c:pt>
                <c:pt idx="3506">
                  <c:v>2.4825523429710867</c:v>
                </c:pt>
                <c:pt idx="3507">
                  <c:v>2.5087238285144569</c:v>
                </c:pt>
                <c:pt idx="3508">
                  <c:v>2.5112163509471586</c:v>
                </c:pt>
                <c:pt idx="3509">
                  <c:v>2.4813060817547359</c:v>
                </c:pt>
                <c:pt idx="3510">
                  <c:v>2.4626121635094718</c:v>
                </c:pt>
                <c:pt idx="3511">
                  <c:v>2.4327018943170491</c:v>
                </c:pt>
                <c:pt idx="3512">
                  <c:v>2.472582253240279</c:v>
                </c:pt>
                <c:pt idx="3513">
                  <c:v>2.5074775672981056</c:v>
                </c:pt>
                <c:pt idx="3514">
                  <c:v>2.4987537387836491</c:v>
                </c:pt>
                <c:pt idx="3515">
                  <c:v>2.5162013958125624</c:v>
                </c:pt>
                <c:pt idx="3516">
                  <c:v>2.5286640079760718</c:v>
                </c:pt>
                <c:pt idx="3517">
                  <c:v>2.5697906281156531</c:v>
                </c:pt>
                <c:pt idx="3518">
                  <c:v>2.5623130608175475</c:v>
                </c:pt>
                <c:pt idx="3519">
                  <c:v>2.5087238285144569</c:v>
                </c:pt>
                <c:pt idx="3520">
                  <c:v>2.4638584247258226</c:v>
                </c:pt>
                <c:pt idx="3521">
                  <c:v>2.5074775672981056</c:v>
                </c:pt>
                <c:pt idx="3522">
                  <c:v>2.5573280159521437</c:v>
                </c:pt>
                <c:pt idx="3523">
                  <c:v>2.5461116650049851</c:v>
                </c:pt>
                <c:pt idx="3524">
                  <c:v>2.5610667996011967</c:v>
                </c:pt>
                <c:pt idx="3525">
                  <c:v>2.5336490528414757</c:v>
                </c:pt>
                <c:pt idx="3526">
                  <c:v>2.4825523429710867</c:v>
                </c:pt>
                <c:pt idx="3527">
                  <c:v>2.5062313060817547</c:v>
                </c:pt>
                <c:pt idx="3528">
                  <c:v>2.4900299102691923</c:v>
                </c:pt>
                <c:pt idx="3529">
                  <c:v>2.4140079760717845</c:v>
                </c:pt>
                <c:pt idx="3530">
                  <c:v>2.4127617148554337</c:v>
                </c:pt>
                <c:pt idx="3531">
                  <c:v>2.3778664007976071</c:v>
                </c:pt>
                <c:pt idx="3532">
                  <c:v>2.3616650049850447</c:v>
                </c:pt>
                <c:pt idx="3533">
                  <c:v>2.3604187437686939</c:v>
                </c:pt>
                <c:pt idx="3534">
                  <c:v>2.3778664007976071</c:v>
                </c:pt>
                <c:pt idx="3535">
                  <c:v>2.3703888334995016</c:v>
                </c:pt>
                <c:pt idx="3536">
                  <c:v>2.3417248255234298</c:v>
                </c:pt>
                <c:pt idx="3537">
                  <c:v>2.3541874376869392</c:v>
                </c:pt>
                <c:pt idx="3538">
                  <c:v>2.3417248255234298</c:v>
                </c:pt>
                <c:pt idx="3539">
                  <c:v>2.3180458624127618</c:v>
                </c:pt>
                <c:pt idx="3540">
                  <c:v>2.3180458624127618</c:v>
                </c:pt>
                <c:pt idx="3541">
                  <c:v>2.2794117647058822</c:v>
                </c:pt>
                <c:pt idx="3542">
                  <c:v>2.2781655034895314</c:v>
                </c:pt>
                <c:pt idx="3543">
                  <c:v>2.2407776669990032</c:v>
                </c:pt>
                <c:pt idx="3544">
                  <c:v>2.285643070787637</c:v>
                </c:pt>
                <c:pt idx="3545">
                  <c:v>2.2482552342971087</c:v>
                </c:pt>
                <c:pt idx="3546">
                  <c:v>2.2195912263210369</c:v>
                </c:pt>
                <c:pt idx="3547">
                  <c:v>2.1959122632103689</c:v>
                </c:pt>
                <c:pt idx="3548">
                  <c:v>2.2158524426719839</c:v>
                </c:pt>
                <c:pt idx="3549">
                  <c:v>2.2270687936191425</c:v>
                </c:pt>
                <c:pt idx="3550">
                  <c:v>2.1984047856430711</c:v>
                </c:pt>
                <c:pt idx="3551">
                  <c:v>2.1884346959122634</c:v>
                </c:pt>
                <c:pt idx="3552">
                  <c:v>2.1984047856430711</c:v>
                </c:pt>
                <c:pt idx="3553">
                  <c:v>2.2407776669990032</c:v>
                </c:pt>
                <c:pt idx="3554">
                  <c:v>2.2507477567298104</c:v>
                </c:pt>
                <c:pt idx="3555">
                  <c:v>2.214606181455633</c:v>
                </c:pt>
                <c:pt idx="3556">
                  <c:v>2.2058823529411766</c:v>
                </c:pt>
                <c:pt idx="3557">
                  <c:v>2.1996510468594219</c:v>
                </c:pt>
                <c:pt idx="3558">
                  <c:v>2.2083748753738783</c:v>
                </c:pt>
                <c:pt idx="3559">
                  <c:v>2.2083748753738783</c:v>
                </c:pt>
                <c:pt idx="3560">
                  <c:v>2.1136590229312064</c:v>
                </c:pt>
                <c:pt idx="3561">
                  <c:v>2.1086739780658026</c:v>
                </c:pt>
                <c:pt idx="3562">
                  <c:v>2.0887337986041876</c:v>
                </c:pt>
                <c:pt idx="3563">
                  <c:v>2.0800099700897308</c:v>
                </c:pt>
                <c:pt idx="3564">
                  <c:v>2.0438683948155534</c:v>
                </c:pt>
                <c:pt idx="3565">
                  <c:v>2.0363908275174478</c:v>
                </c:pt>
                <c:pt idx="3566">
                  <c:v>2.0176969092721837</c:v>
                </c:pt>
                <c:pt idx="3567">
                  <c:v>1.9977567298105683</c:v>
                </c:pt>
                <c:pt idx="3568">
                  <c:v>1.984047856430708</c:v>
                </c:pt>
                <c:pt idx="3569">
                  <c:v>1.9441674975074776</c:v>
                </c:pt>
                <c:pt idx="3570">
                  <c:v>1.8656530408773679</c:v>
                </c:pt>
                <c:pt idx="3571">
                  <c:v>1.8855932203389831</c:v>
                </c:pt>
                <c:pt idx="3572">
                  <c:v>1.890578265204387</c:v>
                </c:pt>
                <c:pt idx="3573">
                  <c:v>1.8457128614157527</c:v>
                </c:pt>
                <c:pt idx="3574">
                  <c:v>1.818295114656032</c:v>
                </c:pt>
                <c:pt idx="3575">
                  <c:v>1.794616151545364</c:v>
                </c:pt>
                <c:pt idx="3576">
                  <c:v>1.8058325024925226</c:v>
                </c:pt>
                <c:pt idx="3577">
                  <c:v>1.8020937188434696</c:v>
                </c:pt>
                <c:pt idx="3578">
                  <c:v>1.8070787637088734</c:v>
                </c:pt>
                <c:pt idx="3579">
                  <c:v>1.8307577268195414</c:v>
                </c:pt>
                <c:pt idx="3580">
                  <c:v>1.8020937188434696</c:v>
                </c:pt>
                <c:pt idx="3581">
                  <c:v>1.7996011964107677</c:v>
                </c:pt>
                <c:pt idx="3582">
                  <c:v>1.7796610169491527</c:v>
                </c:pt>
                <c:pt idx="3583">
                  <c:v>1.7522432701894317</c:v>
                </c:pt>
                <c:pt idx="3584">
                  <c:v>1.790877367896311</c:v>
                </c:pt>
                <c:pt idx="3585">
                  <c:v>1.7734297108673978</c:v>
                </c:pt>
                <c:pt idx="3586">
                  <c:v>1.8095712861415754</c:v>
                </c:pt>
                <c:pt idx="3587">
                  <c:v>1.7896311066799602</c:v>
                </c:pt>
                <c:pt idx="3588">
                  <c:v>1.7547357926221336</c:v>
                </c:pt>
                <c:pt idx="3589">
                  <c:v>1.7759222333000997</c:v>
                </c:pt>
                <c:pt idx="3590">
                  <c:v>1.7871385842472582</c:v>
                </c:pt>
                <c:pt idx="3591">
                  <c:v>1.7846460618145563</c:v>
                </c:pt>
                <c:pt idx="3592">
                  <c:v>1.8058325024925226</c:v>
                </c:pt>
                <c:pt idx="3593">
                  <c:v>1.8220338983050848</c:v>
                </c:pt>
                <c:pt idx="3594">
                  <c:v>1.7958624127617149</c:v>
                </c:pt>
                <c:pt idx="3595">
                  <c:v>1.8070787637088734</c:v>
                </c:pt>
                <c:pt idx="3596">
                  <c:v>1.7921236291126621</c:v>
                </c:pt>
                <c:pt idx="3597">
                  <c:v>1.8045862412761715</c:v>
                </c:pt>
                <c:pt idx="3598">
                  <c:v>1.8170488534396809</c:v>
                </c:pt>
                <c:pt idx="3599">
                  <c:v>1.790877367896311</c:v>
                </c:pt>
                <c:pt idx="3600">
                  <c:v>1.7684446660019941</c:v>
                </c:pt>
                <c:pt idx="3601">
                  <c:v>1.7734297108673978</c:v>
                </c:pt>
                <c:pt idx="3602">
                  <c:v>1.797108673978066</c:v>
                </c:pt>
                <c:pt idx="3603">
                  <c:v>1.7883848454636093</c:v>
                </c:pt>
                <c:pt idx="3604">
                  <c:v>1.769690927218345</c:v>
                </c:pt>
                <c:pt idx="3605">
                  <c:v>1.6986540378863411</c:v>
                </c:pt>
                <c:pt idx="3606">
                  <c:v>1.6749750747756731</c:v>
                </c:pt>
                <c:pt idx="3607">
                  <c:v>1.724825523429711</c:v>
                </c:pt>
                <c:pt idx="3608">
                  <c:v>1.69740777666999</c:v>
                </c:pt>
                <c:pt idx="3609">
                  <c:v>1.677467597208375</c:v>
                </c:pt>
                <c:pt idx="3610">
                  <c:v>1.677467597208375</c:v>
                </c:pt>
                <c:pt idx="3611">
                  <c:v>1.6699900299102692</c:v>
                </c:pt>
                <c:pt idx="3612">
                  <c:v>1.6600199401794618</c:v>
                </c:pt>
                <c:pt idx="3613">
                  <c:v>1.7098703888334996</c:v>
                </c:pt>
                <c:pt idx="3614">
                  <c:v>1.7148554336989033</c:v>
                </c:pt>
                <c:pt idx="3615">
                  <c:v>1.701146560319043</c:v>
                </c:pt>
                <c:pt idx="3616">
                  <c:v>1.6861914257228316</c:v>
                </c:pt>
                <c:pt idx="3617">
                  <c:v>1.6537886340977068</c:v>
                </c:pt>
                <c:pt idx="3618">
                  <c:v>1.6488035892323032</c:v>
                </c:pt>
                <c:pt idx="3619">
                  <c:v>1.6213858424725822</c:v>
                </c:pt>
                <c:pt idx="3620">
                  <c:v>1.6425722831505485</c:v>
                </c:pt>
                <c:pt idx="3621">
                  <c:v>1.6276171485543371</c:v>
                </c:pt>
                <c:pt idx="3622">
                  <c:v>1.6101694915254239</c:v>
                </c:pt>
                <c:pt idx="3623">
                  <c:v>1.6251246261216352</c:v>
                </c:pt>
                <c:pt idx="3624">
                  <c:v>1.5952143569292123</c:v>
                </c:pt>
                <c:pt idx="3625">
                  <c:v>1.5989531405782653</c:v>
                </c:pt>
                <c:pt idx="3626">
                  <c:v>1.6101694915254239</c:v>
                </c:pt>
                <c:pt idx="3627">
                  <c:v>1.6139082751744767</c:v>
                </c:pt>
                <c:pt idx="3628">
                  <c:v>1.6575274177467598</c:v>
                </c:pt>
                <c:pt idx="3629">
                  <c:v>1.701146560319043</c:v>
                </c:pt>
                <c:pt idx="3630">
                  <c:v>1.7123629112662015</c:v>
                </c:pt>
                <c:pt idx="3631">
                  <c:v>1.7161016949152543</c:v>
                </c:pt>
                <c:pt idx="3632">
                  <c:v>1.6699900299102692</c:v>
                </c:pt>
                <c:pt idx="3633">
                  <c:v>1.7285643070787637</c:v>
                </c:pt>
                <c:pt idx="3634">
                  <c:v>1.7796610169491527</c:v>
                </c:pt>
                <c:pt idx="3635">
                  <c:v>1.7360418743768695</c:v>
                </c:pt>
                <c:pt idx="3636">
                  <c:v>1.7572283150548356</c:v>
                </c:pt>
                <c:pt idx="3637">
                  <c:v>1.7335493519441676</c:v>
                </c:pt>
                <c:pt idx="3638">
                  <c:v>1.7347956131605184</c:v>
                </c:pt>
                <c:pt idx="3639">
                  <c:v>1.7746759720837488</c:v>
                </c:pt>
                <c:pt idx="3640">
                  <c:v>1.7597208374875375</c:v>
                </c:pt>
                <c:pt idx="3641">
                  <c:v>1.794616151545364</c:v>
                </c:pt>
                <c:pt idx="3642">
                  <c:v>1.7572283150548356</c:v>
                </c:pt>
                <c:pt idx="3643">
                  <c:v>1.8095712861415754</c:v>
                </c:pt>
                <c:pt idx="3644">
                  <c:v>1.818295114656032</c:v>
                </c:pt>
                <c:pt idx="3645">
                  <c:v>1.8718843469591226</c:v>
                </c:pt>
                <c:pt idx="3646">
                  <c:v>1.8606679960119641</c:v>
                </c:pt>
                <c:pt idx="3647">
                  <c:v>1.8693918245264207</c:v>
                </c:pt>
                <c:pt idx="3648">
                  <c:v>1.863160518444666</c:v>
                </c:pt>
                <c:pt idx="3649">
                  <c:v>1.8170488534396809</c:v>
                </c:pt>
                <c:pt idx="3650">
                  <c:v>1.8432203389830508</c:v>
                </c:pt>
                <c:pt idx="3651">
                  <c:v>1.8444666001994019</c:v>
                </c:pt>
                <c:pt idx="3652">
                  <c:v>1.8320039880358925</c:v>
                </c:pt>
                <c:pt idx="3653">
                  <c:v>1.839481555333998</c:v>
                </c:pt>
                <c:pt idx="3654">
                  <c:v>1.8644067796610171</c:v>
                </c:pt>
                <c:pt idx="3655">
                  <c:v>1.8831006979062812</c:v>
                </c:pt>
                <c:pt idx="3656">
                  <c:v>1.9229810568295116</c:v>
                </c:pt>
                <c:pt idx="3657">
                  <c:v>1.9030408773678964</c:v>
                </c:pt>
                <c:pt idx="3658">
                  <c:v>1.8843469591226321</c:v>
                </c:pt>
                <c:pt idx="3659">
                  <c:v>1.8556829511465605</c:v>
                </c:pt>
                <c:pt idx="3660">
                  <c:v>1.8095712861415754</c:v>
                </c:pt>
                <c:pt idx="3661">
                  <c:v>1.8594217347956132</c:v>
                </c:pt>
                <c:pt idx="3662">
                  <c:v>1.8494516450648055</c:v>
                </c:pt>
                <c:pt idx="3663">
                  <c:v>1.8332502492522433</c:v>
                </c:pt>
                <c:pt idx="3664">
                  <c:v>1.8668993020937188</c:v>
                </c:pt>
                <c:pt idx="3665">
                  <c:v>1.8843469591226321</c:v>
                </c:pt>
                <c:pt idx="3666">
                  <c:v>1.8743768693918246</c:v>
                </c:pt>
                <c:pt idx="3667">
                  <c:v>1.8706380857427718</c:v>
                </c:pt>
                <c:pt idx="3668">
                  <c:v>1.8357427716849453</c:v>
                </c:pt>
                <c:pt idx="3669">
                  <c:v>1.8419740777667</c:v>
                </c:pt>
                <c:pt idx="3670">
                  <c:v>1.8743768693918246</c:v>
                </c:pt>
                <c:pt idx="3671">
                  <c:v>1.8968095712861417</c:v>
                </c:pt>
                <c:pt idx="3672">
                  <c:v>1.8855932203389831</c:v>
                </c:pt>
                <c:pt idx="3673">
                  <c:v>1.9030408773678964</c:v>
                </c:pt>
                <c:pt idx="3674">
                  <c:v>1.9067796610169492</c:v>
                </c:pt>
                <c:pt idx="3675">
                  <c:v>1.9416749750747757</c:v>
                </c:pt>
                <c:pt idx="3676">
                  <c:v>1.9790628115653042</c:v>
                </c:pt>
                <c:pt idx="3677">
                  <c:v>2.0376370887337987</c:v>
                </c:pt>
                <c:pt idx="3678">
                  <c:v>2.0214356929212363</c:v>
                </c:pt>
                <c:pt idx="3679">
                  <c:v>2.0388833499501495</c:v>
                </c:pt>
                <c:pt idx="3680">
                  <c:v>2.0500997008973081</c:v>
                </c:pt>
                <c:pt idx="3681">
                  <c:v>2.0476071784646064</c:v>
                </c:pt>
                <c:pt idx="3682">
                  <c:v>2.0476071784646064</c:v>
                </c:pt>
                <c:pt idx="3683">
                  <c:v>2.0600697906281158</c:v>
                </c:pt>
                <c:pt idx="3684">
                  <c:v>2.035144566301097</c:v>
                </c:pt>
                <c:pt idx="3685">
                  <c:v>2.0663010967098705</c:v>
                </c:pt>
                <c:pt idx="3686">
                  <c:v>2.0575772681954136</c:v>
                </c:pt>
                <c:pt idx="3687">
                  <c:v>2.0264207377866401</c:v>
                </c:pt>
                <c:pt idx="3688">
                  <c:v>1.9828015952143569</c:v>
                </c:pt>
                <c:pt idx="3689">
                  <c:v>1.9753240279162514</c:v>
                </c:pt>
                <c:pt idx="3690">
                  <c:v>2.0226819541375871</c:v>
                </c:pt>
                <c:pt idx="3691">
                  <c:v>2.0176969092721837</c:v>
                </c:pt>
                <c:pt idx="3692">
                  <c:v>1.9728315054835495</c:v>
                </c:pt>
                <c:pt idx="3693">
                  <c:v>1.9678464606181456</c:v>
                </c:pt>
                <c:pt idx="3694">
                  <c:v>1.9940179461615155</c:v>
                </c:pt>
                <c:pt idx="3695">
                  <c:v>2.0027417746759721</c:v>
                </c:pt>
                <c:pt idx="3696">
                  <c:v>1.9217347956131605</c:v>
                </c:pt>
                <c:pt idx="3697">
                  <c:v>1.9042871385842473</c:v>
                </c:pt>
                <c:pt idx="3698">
                  <c:v>1.8955633100697906</c:v>
                </c:pt>
                <c:pt idx="3699">
                  <c:v>1.9254735792622135</c:v>
                </c:pt>
                <c:pt idx="3700">
                  <c:v>1.9466600199401796</c:v>
                </c:pt>
                <c:pt idx="3701">
                  <c:v>1.9304586241276172</c:v>
                </c:pt>
                <c:pt idx="3702">
                  <c:v>1.914257228315055</c:v>
                </c:pt>
                <c:pt idx="3703">
                  <c:v>1.9254735792622135</c:v>
                </c:pt>
                <c:pt idx="3704">
                  <c:v>1.914257228315055</c:v>
                </c:pt>
                <c:pt idx="3705">
                  <c:v>1.8993020937188436</c:v>
                </c:pt>
                <c:pt idx="3706">
                  <c:v>1.8668993020937188</c:v>
                </c:pt>
                <c:pt idx="3707">
                  <c:v>1.8569292123629113</c:v>
                </c:pt>
                <c:pt idx="3708">
                  <c:v>1.8444666001994019</c:v>
                </c:pt>
                <c:pt idx="3709">
                  <c:v>1.911764705882353</c:v>
                </c:pt>
                <c:pt idx="3710">
                  <c:v>1.9192422731804586</c:v>
                </c:pt>
                <c:pt idx="3711">
                  <c:v>1.9229810568295116</c:v>
                </c:pt>
                <c:pt idx="3712">
                  <c:v>1.9516450648055832</c:v>
                </c:pt>
                <c:pt idx="3713">
                  <c:v>1.9217347956131605</c:v>
                </c:pt>
                <c:pt idx="3714">
                  <c:v>1.9092721834496511</c:v>
                </c:pt>
                <c:pt idx="3715">
                  <c:v>1.9317048853439682</c:v>
                </c:pt>
                <c:pt idx="3716">
                  <c:v>1.9429212362911268</c:v>
                </c:pt>
                <c:pt idx="3717">
                  <c:v>1.9130109670987039</c:v>
                </c:pt>
                <c:pt idx="3718">
                  <c:v>1.9416749750747757</c:v>
                </c:pt>
                <c:pt idx="3719">
                  <c:v>1.9204885343968097</c:v>
                </c:pt>
                <c:pt idx="3720">
                  <c:v>1.8880857427716851</c:v>
                </c:pt>
                <c:pt idx="3721">
                  <c:v>1.8843469591226321</c:v>
                </c:pt>
                <c:pt idx="3722">
                  <c:v>1.8756231306081754</c:v>
                </c:pt>
                <c:pt idx="3723">
                  <c:v>1.8930707876370887</c:v>
                </c:pt>
                <c:pt idx="3724">
                  <c:v>1.9092721834496511</c:v>
                </c:pt>
                <c:pt idx="3725">
                  <c:v>1.8893320039880359</c:v>
                </c:pt>
                <c:pt idx="3726">
                  <c:v>1.9042871385842473</c:v>
                </c:pt>
                <c:pt idx="3727">
                  <c:v>1.9042871385842473</c:v>
                </c:pt>
                <c:pt idx="3728">
                  <c:v>1.8980558325024925</c:v>
                </c:pt>
                <c:pt idx="3729">
                  <c:v>1.9092721834496511</c:v>
                </c:pt>
                <c:pt idx="3730">
                  <c:v>1.9055333998005983</c:v>
                </c:pt>
                <c:pt idx="3731">
                  <c:v>1.9130109670987039</c:v>
                </c:pt>
                <c:pt idx="3732">
                  <c:v>1.8993020937188436</c:v>
                </c:pt>
                <c:pt idx="3733">
                  <c:v>1.8706380857427718</c:v>
                </c:pt>
                <c:pt idx="3734">
                  <c:v>1.8893320039880359</c:v>
                </c:pt>
                <c:pt idx="3735">
                  <c:v>1.8506979062811566</c:v>
                </c:pt>
                <c:pt idx="3736">
                  <c:v>1.8681455633100699</c:v>
                </c:pt>
                <c:pt idx="3737">
                  <c:v>1.863160518444666</c:v>
                </c:pt>
                <c:pt idx="3738">
                  <c:v>1.9179960119641077</c:v>
                </c:pt>
                <c:pt idx="3739">
                  <c:v>1.9429212362911268</c:v>
                </c:pt>
                <c:pt idx="3740">
                  <c:v>1.9603688933200398</c:v>
                </c:pt>
                <c:pt idx="3741">
                  <c:v>1.9690927218344965</c:v>
                </c:pt>
                <c:pt idx="3742">
                  <c:v>1.9503988035892323</c:v>
                </c:pt>
                <c:pt idx="3743">
                  <c:v>1.9516450648055832</c:v>
                </c:pt>
                <c:pt idx="3744">
                  <c:v>1.9666001994017948</c:v>
                </c:pt>
                <c:pt idx="3745">
                  <c:v>1.8706380857427718</c:v>
                </c:pt>
                <c:pt idx="3746">
                  <c:v>1.9017946161515453</c:v>
                </c:pt>
                <c:pt idx="3747">
                  <c:v>1.9254735792622135</c:v>
                </c:pt>
                <c:pt idx="3748">
                  <c:v>1.9192422731804586</c:v>
                </c:pt>
                <c:pt idx="3749">
                  <c:v>1.911764705882353</c:v>
                </c:pt>
                <c:pt idx="3750">
                  <c:v>1.890578265204387</c:v>
                </c:pt>
                <c:pt idx="3751">
                  <c:v>1.8843469591226321</c:v>
                </c:pt>
                <c:pt idx="3752">
                  <c:v>1.8793619142572284</c:v>
                </c:pt>
                <c:pt idx="3753">
                  <c:v>1.8482053838484547</c:v>
                </c:pt>
                <c:pt idx="3754">
                  <c:v>1.8594217347956132</c:v>
                </c:pt>
                <c:pt idx="3755">
                  <c:v>1.8731306081754737</c:v>
                </c:pt>
                <c:pt idx="3756">
                  <c:v>1.8768693918245265</c:v>
                </c:pt>
                <c:pt idx="3757">
                  <c:v>1.8918245264207378</c:v>
                </c:pt>
                <c:pt idx="3758">
                  <c:v>1.8843469591226321</c:v>
                </c:pt>
                <c:pt idx="3759">
                  <c:v>1.8606679960119641</c:v>
                </c:pt>
                <c:pt idx="3760">
                  <c:v>1.8581754735792622</c:v>
                </c:pt>
                <c:pt idx="3761">
                  <c:v>1.8469591226321038</c:v>
                </c:pt>
                <c:pt idx="3762">
                  <c:v>1.8158025922233301</c:v>
                </c:pt>
                <c:pt idx="3763">
                  <c:v>1.8008474576271187</c:v>
                </c:pt>
                <c:pt idx="3764">
                  <c:v>1.7996011964107677</c:v>
                </c:pt>
                <c:pt idx="3765">
                  <c:v>1.8120638085742773</c:v>
                </c:pt>
                <c:pt idx="3766">
                  <c:v>1.8058325024925226</c:v>
                </c:pt>
                <c:pt idx="3767">
                  <c:v>1.7896311066799602</c:v>
                </c:pt>
                <c:pt idx="3768">
                  <c:v>1.7858923230309074</c:v>
                </c:pt>
                <c:pt idx="3769">
                  <c:v>1.7671984047856431</c:v>
                </c:pt>
                <c:pt idx="3770">
                  <c:v>1.8295114656031906</c:v>
                </c:pt>
                <c:pt idx="3771">
                  <c:v>1.7921236291126621</c:v>
                </c:pt>
                <c:pt idx="3772">
                  <c:v>1.7883848454636093</c:v>
                </c:pt>
                <c:pt idx="3773">
                  <c:v>1.7858923230309074</c:v>
                </c:pt>
                <c:pt idx="3774">
                  <c:v>1.7746759720837488</c:v>
                </c:pt>
                <c:pt idx="3775">
                  <c:v>1.8133100697906281</c:v>
                </c:pt>
                <c:pt idx="3776">
                  <c:v>1.818295114656032</c:v>
                </c:pt>
                <c:pt idx="3777">
                  <c:v>1.8344965104685942</c:v>
                </c:pt>
                <c:pt idx="3778">
                  <c:v>1.8020937188434696</c:v>
                </c:pt>
                <c:pt idx="3779">
                  <c:v>1.7921236291126621</c:v>
                </c:pt>
                <c:pt idx="3780">
                  <c:v>1.8158025922233301</c:v>
                </c:pt>
                <c:pt idx="3781">
                  <c:v>1.794616151545364</c:v>
                </c:pt>
                <c:pt idx="3782">
                  <c:v>1.769690927218345</c:v>
                </c:pt>
                <c:pt idx="3783">
                  <c:v>1.7410269192422732</c:v>
                </c:pt>
                <c:pt idx="3784">
                  <c:v>1.7584745762711864</c:v>
                </c:pt>
                <c:pt idx="3785">
                  <c:v>1.7522432701894317</c:v>
                </c:pt>
                <c:pt idx="3786">
                  <c:v>1.7572283150548356</c:v>
                </c:pt>
                <c:pt idx="3787">
                  <c:v>1.7896311066799602</c:v>
                </c:pt>
                <c:pt idx="3788">
                  <c:v>1.7871385842472582</c:v>
                </c:pt>
                <c:pt idx="3789">
                  <c:v>1.8083250249252243</c:v>
                </c:pt>
                <c:pt idx="3790">
                  <c:v>1.7983549351944168</c:v>
                </c:pt>
                <c:pt idx="3791">
                  <c:v>1.8195413758723828</c:v>
                </c:pt>
                <c:pt idx="3792">
                  <c:v>1.8170488534396809</c:v>
                </c:pt>
                <c:pt idx="3793">
                  <c:v>1.7796610169491527</c:v>
                </c:pt>
                <c:pt idx="3794">
                  <c:v>1.7784147557328016</c:v>
                </c:pt>
                <c:pt idx="3795">
                  <c:v>1.7597208374875375</c:v>
                </c:pt>
                <c:pt idx="3796">
                  <c:v>1.7360418743768695</c:v>
                </c:pt>
                <c:pt idx="3797">
                  <c:v>1.7647058823529411</c:v>
                </c:pt>
                <c:pt idx="3798">
                  <c:v>1.7896311066799602</c:v>
                </c:pt>
                <c:pt idx="3799">
                  <c:v>1.7846460618145563</c:v>
                </c:pt>
                <c:pt idx="3800">
                  <c:v>1.7622133599202394</c:v>
                </c:pt>
                <c:pt idx="3801">
                  <c:v>1.794616151545364</c:v>
                </c:pt>
                <c:pt idx="3802">
                  <c:v>1.8307577268195414</c:v>
                </c:pt>
                <c:pt idx="3803">
                  <c:v>1.8257726819541376</c:v>
                </c:pt>
                <c:pt idx="3804">
                  <c:v>1.8793619142572284</c:v>
                </c:pt>
                <c:pt idx="3805">
                  <c:v>1.9179960119641077</c:v>
                </c:pt>
                <c:pt idx="3806">
                  <c:v>1.9092721834496511</c:v>
                </c:pt>
                <c:pt idx="3807">
                  <c:v>2.0638085742771684</c:v>
                </c:pt>
                <c:pt idx="3808">
                  <c:v>2.0687936191425722</c:v>
                </c:pt>
                <c:pt idx="3809">
                  <c:v>2.0937188434695915</c:v>
                </c:pt>
                <c:pt idx="3810">
                  <c:v>2.0874875373878368</c:v>
                </c:pt>
                <c:pt idx="3811">
                  <c:v>2.0725324027916252</c:v>
                </c:pt>
                <c:pt idx="3812">
                  <c:v>2.0750249252243269</c:v>
                </c:pt>
                <c:pt idx="3813">
                  <c:v>2.0924725822532402</c:v>
                </c:pt>
                <c:pt idx="3814">
                  <c:v>2.128614157527418</c:v>
                </c:pt>
                <c:pt idx="3815">
                  <c:v>2.1635094715852445</c:v>
                </c:pt>
                <c:pt idx="3816">
                  <c:v>2.1099202392821534</c:v>
                </c:pt>
                <c:pt idx="3817">
                  <c:v>2.1385842472582253</c:v>
                </c:pt>
                <c:pt idx="3818">
                  <c:v>2.1360917248255236</c:v>
                </c:pt>
                <c:pt idx="3819">
                  <c:v>2.0937188434695915</c:v>
                </c:pt>
                <c:pt idx="3820">
                  <c:v>2.0226819541375871</c:v>
                </c:pt>
                <c:pt idx="3821">
                  <c:v>2.027666999002991</c:v>
                </c:pt>
                <c:pt idx="3822">
                  <c:v>2.007726819541376</c:v>
                </c:pt>
                <c:pt idx="3823">
                  <c:v>2.007726819541376</c:v>
                </c:pt>
                <c:pt idx="3824">
                  <c:v>1.959122632103689</c:v>
                </c:pt>
                <c:pt idx="3825">
                  <c:v>1.8594217347956132</c:v>
                </c:pt>
                <c:pt idx="3826">
                  <c:v>1.8718843469591226</c:v>
                </c:pt>
                <c:pt idx="3827">
                  <c:v>1.8307577268195414</c:v>
                </c:pt>
                <c:pt idx="3828">
                  <c:v>1.8668993020937188</c:v>
                </c:pt>
                <c:pt idx="3829">
                  <c:v>1.8531904287138585</c:v>
                </c:pt>
                <c:pt idx="3830">
                  <c:v>1.8295114656031906</c:v>
                </c:pt>
                <c:pt idx="3831">
                  <c:v>1.839481555333998</c:v>
                </c:pt>
                <c:pt idx="3832">
                  <c:v>1.8544366899302094</c:v>
                </c:pt>
                <c:pt idx="3833">
                  <c:v>1.8432203389830508</c:v>
                </c:pt>
                <c:pt idx="3834">
                  <c:v>1.8619142572283152</c:v>
                </c:pt>
                <c:pt idx="3835">
                  <c:v>1.9454137587238285</c:v>
                </c:pt>
                <c:pt idx="3836">
                  <c:v>1.8818544366899304</c:v>
                </c:pt>
                <c:pt idx="3837">
                  <c:v>1.7883848454636093</c:v>
                </c:pt>
                <c:pt idx="3838">
                  <c:v>1.8145563310069792</c:v>
                </c:pt>
                <c:pt idx="3839">
                  <c:v>1.8158025922233301</c:v>
                </c:pt>
                <c:pt idx="3840">
                  <c:v>1.8120638085742773</c:v>
                </c:pt>
                <c:pt idx="3841">
                  <c:v>1.8232801595214359</c:v>
                </c:pt>
                <c:pt idx="3842">
                  <c:v>1.8307577268195414</c:v>
                </c:pt>
                <c:pt idx="3843">
                  <c:v>1.8494516450648055</c:v>
                </c:pt>
                <c:pt idx="3844">
                  <c:v>1.8207876370887339</c:v>
                </c:pt>
                <c:pt idx="3845">
                  <c:v>1.8444666001994019</c:v>
                </c:pt>
                <c:pt idx="3846">
                  <c:v>1.8245264207377867</c:v>
                </c:pt>
                <c:pt idx="3847">
                  <c:v>1.8020937188434696</c:v>
                </c:pt>
                <c:pt idx="3848">
                  <c:v>1.8120638085742773</c:v>
                </c:pt>
                <c:pt idx="3849">
                  <c:v>1.8083250249252243</c:v>
                </c:pt>
                <c:pt idx="3850">
                  <c:v>1.8095712861415754</c:v>
                </c:pt>
                <c:pt idx="3851">
                  <c:v>1.7709371884346961</c:v>
                </c:pt>
                <c:pt idx="3852">
                  <c:v>1.7634596211365903</c:v>
                </c:pt>
                <c:pt idx="3853">
                  <c:v>1.7323030907278165</c:v>
                </c:pt>
                <c:pt idx="3854">
                  <c:v>1.746011964107677</c:v>
                </c:pt>
                <c:pt idx="3855">
                  <c:v>1.769690927218345</c:v>
                </c:pt>
                <c:pt idx="3856">
                  <c:v>1.7759222333000997</c:v>
                </c:pt>
                <c:pt idx="3857">
                  <c:v>1.8045862412761715</c:v>
                </c:pt>
                <c:pt idx="3858">
                  <c:v>1.8681455633100699</c:v>
                </c:pt>
                <c:pt idx="3859">
                  <c:v>1.8918245264207378</c:v>
                </c:pt>
                <c:pt idx="3860">
                  <c:v>1.9466600199401796</c:v>
                </c:pt>
                <c:pt idx="3861">
                  <c:v>1.9217347956131605</c:v>
                </c:pt>
                <c:pt idx="3862">
                  <c:v>1.8968095712861417</c:v>
                </c:pt>
                <c:pt idx="3863">
                  <c:v>1.8806081754735793</c:v>
                </c:pt>
                <c:pt idx="3864">
                  <c:v>1.9167497507477569</c:v>
                </c:pt>
                <c:pt idx="3865">
                  <c:v>1.8943170488534398</c:v>
                </c:pt>
                <c:pt idx="3866">
                  <c:v>1.9092721834496511</c:v>
                </c:pt>
                <c:pt idx="3867">
                  <c:v>1.9042871385842473</c:v>
                </c:pt>
                <c:pt idx="3868">
                  <c:v>1.9391824526420738</c:v>
                </c:pt>
                <c:pt idx="3869">
                  <c:v>1.9292123629112663</c:v>
                </c:pt>
                <c:pt idx="3870">
                  <c:v>1.9416749750747757</c:v>
                </c:pt>
                <c:pt idx="3871">
                  <c:v>1.9379361914257229</c:v>
                </c:pt>
                <c:pt idx="3872">
                  <c:v>1.9366899302093719</c:v>
                </c:pt>
                <c:pt idx="3873">
                  <c:v>1.9379361914257229</c:v>
                </c:pt>
                <c:pt idx="3874">
                  <c:v>1.9628614157527418</c:v>
                </c:pt>
                <c:pt idx="3875">
                  <c:v>1.9815553339980061</c:v>
                </c:pt>
                <c:pt idx="3876">
                  <c:v>1.9690927218344965</c:v>
                </c:pt>
                <c:pt idx="3877">
                  <c:v>1.9528913260219343</c:v>
                </c:pt>
                <c:pt idx="3878">
                  <c:v>1.9055333998005983</c:v>
                </c:pt>
                <c:pt idx="3879">
                  <c:v>1.8980558325024925</c:v>
                </c:pt>
                <c:pt idx="3880">
                  <c:v>1.9155034895314058</c:v>
                </c:pt>
                <c:pt idx="3881">
                  <c:v>1.886839481555334</c:v>
                </c:pt>
                <c:pt idx="3882">
                  <c:v>1.8718843469591226</c:v>
                </c:pt>
                <c:pt idx="3883">
                  <c:v>1.8806081754735793</c:v>
                </c:pt>
                <c:pt idx="3884">
                  <c:v>1.8594217347956132</c:v>
                </c:pt>
                <c:pt idx="3885">
                  <c:v>1.8793619142572284</c:v>
                </c:pt>
                <c:pt idx="3886">
                  <c:v>1.8955633100697906</c:v>
                </c:pt>
                <c:pt idx="3887">
                  <c:v>1.8843469591226321</c:v>
                </c:pt>
                <c:pt idx="3888">
                  <c:v>1.8943170488534398</c:v>
                </c:pt>
                <c:pt idx="3889">
                  <c:v>1.9179960119641077</c:v>
                </c:pt>
                <c:pt idx="3890">
                  <c:v>1.8918245264207378</c:v>
                </c:pt>
                <c:pt idx="3891">
                  <c:v>1.8781156530408774</c:v>
                </c:pt>
                <c:pt idx="3892">
                  <c:v>1.8943170488534398</c:v>
                </c:pt>
                <c:pt idx="3893">
                  <c:v>1.9042871385842473</c:v>
                </c:pt>
                <c:pt idx="3894">
                  <c:v>1.8768693918245265</c:v>
                </c:pt>
                <c:pt idx="3895">
                  <c:v>1.8918245264207378</c:v>
                </c:pt>
                <c:pt idx="3896">
                  <c:v>1.8943170488534398</c:v>
                </c:pt>
                <c:pt idx="3897">
                  <c:v>1.8644067796610171</c:v>
                </c:pt>
                <c:pt idx="3898">
                  <c:v>1.8594217347956132</c:v>
                </c:pt>
                <c:pt idx="3899">
                  <c:v>1.8332502492522433</c:v>
                </c:pt>
                <c:pt idx="3900">
                  <c:v>1.7958624127617149</c:v>
                </c:pt>
                <c:pt idx="3901">
                  <c:v>1.8058325024925226</c:v>
                </c:pt>
                <c:pt idx="3902">
                  <c:v>1.8008474576271187</c:v>
                </c:pt>
                <c:pt idx="3903">
                  <c:v>1.7858923230309074</c:v>
                </c:pt>
                <c:pt idx="3904">
                  <c:v>1.794616151545364</c:v>
                </c:pt>
                <c:pt idx="3905">
                  <c:v>1.8045862412761715</c:v>
                </c:pt>
                <c:pt idx="3906">
                  <c:v>1.8020937188434696</c:v>
                </c:pt>
                <c:pt idx="3907">
                  <c:v>1.8095712861415754</c:v>
                </c:pt>
                <c:pt idx="3908">
                  <c:v>1.8095712861415754</c:v>
                </c:pt>
                <c:pt idx="3909">
                  <c:v>1.839481555333998</c:v>
                </c:pt>
                <c:pt idx="3910">
                  <c:v>1.8195413758723828</c:v>
                </c:pt>
                <c:pt idx="3911">
                  <c:v>1.8195413758723828</c:v>
                </c:pt>
                <c:pt idx="3912">
                  <c:v>1.7921236291126621</c:v>
                </c:pt>
                <c:pt idx="3913">
                  <c:v>1.8245264207377867</c:v>
                </c:pt>
                <c:pt idx="3914">
                  <c:v>1.8320039880358925</c:v>
                </c:pt>
                <c:pt idx="3915">
                  <c:v>1.8120638085742773</c:v>
                </c:pt>
                <c:pt idx="3916">
                  <c:v>1.8419740777667</c:v>
                </c:pt>
                <c:pt idx="3917">
                  <c:v>1.8756231306081754</c:v>
                </c:pt>
                <c:pt idx="3918">
                  <c:v>1.8357427716849453</c:v>
                </c:pt>
                <c:pt idx="3919">
                  <c:v>1.8457128614157527</c:v>
                </c:pt>
                <c:pt idx="3920">
                  <c:v>1.8556829511465605</c:v>
                </c:pt>
                <c:pt idx="3921">
                  <c:v>1.8793619142572284</c:v>
                </c:pt>
                <c:pt idx="3922">
                  <c:v>1.8606679960119641</c:v>
                </c:pt>
                <c:pt idx="3923">
                  <c:v>1.8993020937188436</c:v>
                </c:pt>
                <c:pt idx="3924">
                  <c:v>1.8781156530408774</c:v>
                </c:pt>
                <c:pt idx="3925">
                  <c:v>1.8457128614157527</c:v>
                </c:pt>
                <c:pt idx="3926">
                  <c:v>1.8681455633100699</c:v>
                </c:pt>
                <c:pt idx="3927">
                  <c:v>1.8668993020937188</c:v>
                </c:pt>
                <c:pt idx="3928">
                  <c:v>1.8531904287138585</c:v>
                </c:pt>
                <c:pt idx="3929">
                  <c:v>1.8245264207377867</c:v>
                </c:pt>
                <c:pt idx="3930">
                  <c:v>1.8207876370887339</c:v>
                </c:pt>
                <c:pt idx="3931">
                  <c:v>1.8170488534396809</c:v>
                </c:pt>
                <c:pt idx="3932">
                  <c:v>1.7996011964107677</c:v>
                </c:pt>
                <c:pt idx="3933">
                  <c:v>1.8020937188434696</c:v>
                </c:pt>
                <c:pt idx="3934">
                  <c:v>1.7883848454636093</c:v>
                </c:pt>
                <c:pt idx="3935">
                  <c:v>1.7858923230309074</c:v>
                </c:pt>
                <c:pt idx="3936">
                  <c:v>1.7547357926221336</c:v>
                </c:pt>
                <c:pt idx="3937">
                  <c:v>1.7597208374875375</c:v>
                </c:pt>
                <c:pt idx="3938">
                  <c:v>1.7609670987038883</c:v>
                </c:pt>
                <c:pt idx="3939">
                  <c:v>1.7597208374875375</c:v>
                </c:pt>
                <c:pt idx="3940">
                  <c:v>1.7784147557328016</c:v>
                </c:pt>
                <c:pt idx="3941">
                  <c:v>1.7534895314057828</c:v>
                </c:pt>
                <c:pt idx="3942">
                  <c:v>1.7746759720837488</c:v>
                </c:pt>
                <c:pt idx="3943">
                  <c:v>1.7809072781655035</c:v>
                </c:pt>
                <c:pt idx="3944">
                  <c:v>1.7821535393818544</c:v>
                </c:pt>
                <c:pt idx="3945">
                  <c:v>1.8095712861415754</c:v>
                </c:pt>
                <c:pt idx="3946">
                  <c:v>1.8320039880358925</c:v>
                </c:pt>
                <c:pt idx="3947">
                  <c:v>1.8369890329012961</c:v>
                </c:pt>
                <c:pt idx="3948">
                  <c:v>1.8282652043868395</c:v>
                </c:pt>
                <c:pt idx="3949">
                  <c:v>1.8282652043868395</c:v>
                </c:pt>
                <c:pt idx="3950">
                  <c:v>1.8419740777667</c:v>
                </c:pt>
                <c:pt idx="3951">
                  <c:v>1.8382352941176472</c:v>
                </c:pt>
                <c:pt idx="3952">
                  <c:v>1.839481555333998</c:v>
                </c:pt>
                <c:pt idx="3953">
                  <c:v>1.8195413758723828</c:v>
                </c:pt>
                <c:pt idx="3954">
                  <c:v>1.8494516450648055</c:v>
                </c:pt>
                <c:pt idx="3955">
                  <c:v>1.8519441674975075</c:v>
                </c:pt>
                <c:pt idx="3956">
                  <c:v>1.8581754735792622</c:v>
                </c:pt>
                <c:pt idx="3957">
                  <c:v>1.8494516450648055</c:v>
                </c:pt>
                <c:pt idx="3958">
                  <c:v>1.8382352941176472</c:v>
                </c:pt>
                <c:pt idx="3959">
                  <c:v>1.8232801595214359</c:v>
                </c:pt>
                <c:pt idx="3960">
                  <c:v>1.8045862412761715</c:v>
                </c:pt>
                <c:pt idx="3961">
                  <c:v>1.8008474576271187</c:v>
                </c:pt>
                <c:pt idx="3962">
                  <c:v>1.7958624127617149</c:v>
                </c:pt>
                <c:pt idx="3963">
                  <c:v>1.7996011964107677</c:v>
                </c:pt>
                <c:pt idx="3964">
                  <c:v>1.7896311066799602</c:v>
                </c:pt>
                <c:pt idx="3965">
                  <c:v>1.8045862412761715</c:v>
                </c:pt>
                <c:pt idx="3966">
                  <c:v>1.8307577268195414</c:v>
                </c:pt>
                <c:pt idx="3967">
                  <c:v>1.8232801595214359</c:v>
                </c:pt>
                <c:pt idx="3968">
                  <c:v>1.8270189431704886</c:v>
                </c:pt>
                <c:pt idx="3969">
                  <c:v>1.8332502492522433</c:v>
                </c:pt>
                <c:pt idx="3970">
                  <c:v>1.8045862412761715</c:v>
                </c:pt>
                <c:pt idx="3971">
                  <c:v>1.7921236291126621</c:v>
                </c:pt>
                <c:pt idx="3972">
                  <c:v>1.7746759720837488</c:v>
                </c:pt>
                <c:pt idx="3973">
                  <c:v>1.7671984047856431</c:v>
                </c:pt>
                <c:pt idx="3974">
                  <c:v>1.7634596211365903</c:v>
                </c:pt>
                <c:pt idx="3975">
                  <c:v>1.7622133599202394</c:v>
                </c:pt>
                <c:pt idx="3976">
                  <c:v>1.7659521435692922</c:v>
                </c:pt>
                <c:pt idx="3977">
                  <c:v>1.7647058823529411</c:v>
                </c:pt>
                <c:pt idx="3978">
                  <c:v>1.769690927218345</c:v>
                </c:pt>
                <c:pt idx="3979">
                  <c:v>1.7671984047856431</c:v>
                </c:pt>
                <c:pt idx="3980">
                  <c:v>1.7871385842472582</c:v>
                </c:pt>
                <c:pt idx="3981">
                  <c:v>1.7921236291126621</c:v>
                </c:pt>
                <c:pt idx="3982">
                  <c:v>1.8070787637088734</c:v>
                </c:pt>
                <c:pt idx="3983">
                  <c:v>1.8257726819541376</c:v>
                </c:pt>
                <c:pt idx="3984">
                  <c:v>1.8170488534396809</c:v>
                </c:pt>
                <c:pt idx="3985">
                  <c:v>1.8357427716849453</c:v>
                </c:pt>
                <c:pt idx="3986">
                  <c:v>1.8332502492522433</c:v>
                </c:pt>
                <c:pt idx="3987">
                  <c:v>1.8332502492522433</c:v>
                </c:pt>
                <c:pt idx="3988">
                  <c:v>1.8282652043868395</c:v>
                </c:pt>
                <c:pt idx="3989">
                  <c:v>1.8407278165503489</c:v>
                </c:pt>
                <c:pt idx="3990">
                  <c:v>1.8419740777667</c:v>
                </c:pt>
                <c:pt idx="3991">
                  <c:v>1.839481555333998</c:v>
                </c:pt>
                <c:pt idx="3992">
                  <c:v>1.8432203389830508</c:v>
                </c:pt>
                <c:pt idx="3993">
                  <c:v>1.8506979062811566</c:v>
                </c:pt>
                <c:pt idx="3994">
                  <c:v>1.8594217347956132</c:v>
                </c:pt>
                <c:pt idx="3995">
                  <c:v>1.8295114656031906</c:v>
                </c:pt>
                <c:pt idx="3996">
                  <c:v>1.7522432701894317</c:v>
                </c:pt>
                <c:pt idx="3997">
                  <c:v>1.7647058823529411</c:v>
                </c:pt>
                <c:pt idx="3998">
                  <c:v>1.7634596211365903</c:v>
                </c:pt>
                <c:pt idx="3999">
                  <c:v>1.7771684945164508</c:v>
                </c:pt>
                <c:pt idx="4000">
                  <c:v>1.7846460618145563</c:v>
                </c:pt>
                <c:pt idx="4001">
                  <c:v>1.8008474576271187</c:v>
                </c:pt>
                <c:pt idx="4002">
                  <c:v>1.8033399800598207</c:v>
                </c:pt>
                <c:pt idx="4003">
                  <c:v>1.7784147557328016</c:v>
                </c:pt>
                <c:pt idx="4004">
                  <c:v>1.7996011964107677</c:v>
                </c:pt>
                <c:pt idx="4005">
                  <c:v>1.8594217347956132</c:v>
                </c:pt>
                <c:pt idx="4006">
                  <c:v>1.8594217347956132</c:v>
                </c:pt>
                <c:pt idx="4007">
                  <c:v>1.8806081754735793</c:v>
                </c:pt>
                <c:pt idx="4008">
                  <c:v>1.8893320039880359</c:v>
                </c:pt>
                <c:pt idx="4009">
                  <c:v>1.914257228315055</c:v>
                </c:pt>
                <c:pt idx="4010">
                  <c:v>1.9728315054835495</c:v>
                </c:pt>
                <c:pt idx="4011">
                  <c:v>1.910518444666002</c:v>
                </c:pt>
                <c:pt idx="4012">
                  <c:v>1.8531904287138585</c:v>
                </c:pt>
                <c:pt idx="4013">
                  <c:v>1.8706380857427718</c:v>
                </c:pt>
                <c:pt idx="4014">
                  <c:v>1.9042871385842473</c:v>
                </c:pt>
                <c:pt idx="4015">
                  <c:v>1.8943170488534398</c:v>
                </c:pt>
                <c:pt idx="4016">
                  <c:v>1.9341974077766702</c:v>
                </c:pt>
                <c:pt idx="4017">
                  <c:v>1.9491525423728815</c:v>
                </c:pt>
                <c:pt idx="4018">
                  <c:v>1.9479062811565304</c:v>
                </c:pt>
                <c:pt idx="4019">
                  <c:v>1.8806081754735793</c:v>
                </c:pt>
                <c:pt idx="4020">
                  <c:v>1.8594217347956132</c:v>
                </c:pt>
                <c:pt idx="4021">
                  <c:v>1.8544366899302094</c:v>
                </c:pt>
                <c:pt idx="4022">
                  <c:v>1.8743768693918246</c:v>
                </c:pt>
                <c:pt idx="4023">
                  <c:v>1.8295114656031906</c:v>
                </c:pt>
                <c:pt idx="4024">
                  <c:v>1.8855932203389831</c:v>
                </c:pt>
                <c:pt idx="4025">
                  <c:v>1.8644067796610171</c:v>
                </c:pt>
                <c:pt idx="4026">
                  <c:v>1.9130109670987039</c:v>
                </c:pt>
                <c:pt idx="4027">
                  <c:v>1.914257228315055</c:v>
                </c:pt>
                <c:pt idx="4028">
                  <c:v>1.956630109670987</c:v>
                </c:pt>
                <c:pt idx="4029">
                  <c:v>1.9790628115653042</c:v>
                </c:pt>
                <c:pt idx="4030">
                  <c:v>1.980309072781655</c:v>
                </c:pt>
                <c:pt idx="4031">
                  <c:v>1.9441674975074776</c:v>
                </c:pt>
                <c:pt idx="4032">
                  <c:v>1.9678464606181456</c:v>
                </c:pt>
                <c:pt idx="4033">
                  <c:v>1.984047856430708</c:v>
                </c:pt>
                <c:pt idx="4034">
                  <c:v>1.9778165503489531</c:v>
                </c:pt>
                <c:pt idx="4035">
                  <c:v>2.0139581256231307</c:v>
                </c:pt>
                <c:pt idx="4036">
                  <c:v>2.0338983050847457</c:v>
                </c:pt>
                <c:pt idx="4037">
                  <c:v>2.0600697906281158</c:v>
                </c:pt>
                <c:pt idx="4038">
                  <c:v>2.0139581256231307</c:v>
                </c:pt>
                <c:pt idx="4039">
                  <c:v>2.0588235294117649</c:v>
                </c:pt>
                <c:pt idx="4040">
                  <c:v>2.0613160518444666</c:v>
                </c:pt>
                <c:pt idx="4041">
                  <c:v>2.0837487537387838</c:v>
                </c:pt>
                <c:pt idx="4042">
                  <c:v>2.128614157527418</c:v>
                </c:pt>
                <c:pt idx="4043">
                  <c:v>2.1311066799601197</c:v>
                </c:pt>
                <c:pt idx="4044">
                  <c:v>2.1385842472582253</c:v>
                </c:pt>
                <c:pt idx="4045">
                  <c:v>2.1298604187437689</c:v>
                </c:pt>
                <c:pt idx="4046">
                  <c:v>2.1136590229312064</c:v>
                </c:pt>
                <c:pt idx="4047">
                  <c:v>2.1398305084745761</c:v>
                </c:pt>
                <c:pt idx="4048">
                  <c:v>2.1734795613160518</c:v>
                </c:pt>
                <c:pt idx="4049">
                  <c:v>2.1398305084745761</c:v>
                </c:pt>
                <c:pt idx="4050">
                  <c:v>2.1198903290129611</c:v>
                </c:pt>
                <c:pt idx="4051">
                  <c:v>2.1809571286141578</c:v>
                </c:pt>
                <c:pt idx="4052">
                  <c:v>2.0987038883349949</c:v>
                </c:pt>
                <c:pt idx="4053">
                  <c:v>1.9790628115653042</c:v>
                </c:pt>
                <c:pt idx="4054">
                  <c:v>1.959122632103689</c:v>
                </c:pt>
                <c:pt idx="4055">
                  <c:v>1.9304586241276172</c:v>
                </c:pt>
                <c:pt idx="4056">
                  <c:v>1.9204885343968097</c:v>
                </c:pt>
                <c:pt idx="4057">
                  <c:v>1.9229810568295116</c:v>
                </c:pt>
                <c:pt idx="4058">
                  <c:v>1.9179960119641077</c:v>
                </c:pt>
                <c:pt idx="4059">
                  <c:v>1.8544366899302094</c:v>
                </c:pt>
                <c:pt idx="4060">
                  <c:v>1.8033399800598207</c:v>
                </c:pt>
                <c:pt idx="4061">
                  <c:v>1.7622133599202394</c:v>
                </c:pt>
                <c:pt idx="4062">
                  <c:v>1.7161016949152543</c:v>
                </c:pt>
                <c:pt idx="4063">
                  <c:v>1.677467597208375</c:v>
                </c:pt>
                <c:pt idx="4064">
                  <c:v>1.6724825523429712</c:v>
                </c:pt>
                <c:pt idx="4065">
                  <c:v>1.7435194416749751</c:v>
                </c:pt>
                <c:pt idx="4066">
                  <c:v>1.7173479561316052</c:v>
                </c:pt>
                <c:pt idx="4067">
                  <c:v>1.746011964107677</c:v>
                </c:pt>
                <c:pt idx="4068">
                  <c:v>1.8581754735792622</c:v>
                </c:pt>
                <c:pt idx="4069">
                  <c:v>1.8033399800598207</c:v>
                </c:pt>
                <c:pt idx="4070">
                  <c:v>1.7559820538384845</c:v>
                </c:pt>
                <c:pt idx="4071">
                  <c:v>1.7796610169491527</c:v>
                </c:pt>
                <c:pt idx="4072">
                  <c:v>1.7185942173479563</c:v>
                </c:pt>
                <c:pt idx="4073">
                  <c:v>1.6849451645064806</c:v>
                </c:pt>
                <c:pt idx="4074">
                  <c:v>1.6662512462612165</c:v>
                </c:pt>
                <c:pt idx="4075">
                  <c:v>1.6650049850448654</c:v>
                </c:pt>
                <c:pt idx="4076">
                  <c:v>1.6674975074775673</c:v>
                </c:pt>
                <c:pt idx="4077">
                  <c:v>1.6587736789631107</c:v>
                </c:pt>
                <c:pt idx="4078">
                  <c:v>1.6687437686939184</c:v>
                </c:pt>
                <c:pt idx="4079">
                  <c:v>1.650049850448654</c:v>
                </c:pt>
                <c:pt idx="4080">
                  <c:v>1.6637587238285145</c:v>
                </c:pt>
                <c:pt idx="4081">
                  <c:v>1.6238783649052841</c:v>
                </c:pt>
                <c:pt idx="4082">
                  <c:v>1.60518444666002</c:v>
                </c:pt>
                <c:pt idx="4083">
                  <c:v>1.6201395812562314</c:v>
                </c:pt>
                <c:pt idx="4084">
                  <c:v>1.5977068793619142</c:v>
                </c:pt>
                <c:pt idx="4085">
                  <c:v>1.6151545363908275</c:v>
                </c:pt>
                <c:pt idx="4086">
                  <c:v>1.6226321036889333</c:v>
                </c:pt>
                <c:pt idx="4087">
                  <c:v>1.607676969092722</c:v>
                </c:pt>
                <c:pt idx="4088">
                  <c:v>1.60518444666002</c:v>
                </c:pt>
                <c:pt idx="4089">
                  <c:v>1.5977068793619142</c:v>
                </c:pt>
                <c:pt idx="4090">
                  <c:v>1.5964606181455634</c:v>
                </c:pt>
                <c:pt idx="4091">
                  <c:v>1.6263708873379861</c:v>
                </c:pt>
                <c:pt idx="4092">
                  <c:v>1.6326021934197408</c:v>
                </c:pt>
                <c:pt idx="4093">
                  <c:v>1.6463110667996013</c:v>
                </c:pt>
                <c:pt idx="4094">
                  <c:v>1.6537886340977068</c:v>
                </c:pt>
                <c:pt idx="4095">
                  <c:v>1.6575274177467598</c:v>
                </c:pt>
                <c:pt idx="4096">
                  <c:v>1.6363409770687936</c:v>
                </c:pt>
                <c:pt idx="4097">
                  <c:v>1.6301096709870389</c:v>
                </c:pt>
                <c:pt idx="4098">
                  <c:v>1.6101694915254239</c:v>
                </c:pt>
                <c:pt idx="4099">
                  <c:v>1.5466101694915255</c:v>
                </c:pt>
                <c:pt idx="4100">
                  <c:v>1.5553339980059822</c:v>
                </c:pt>
                <c:pt idx="4101">
                  <c:v>1.5154536390827518</c:v>
                </c:pt>
                <c:pt idx="4102">
                  <c:v>1.5054835493519443</c:v>
                </c:pt>
                <c:pt idx="4103">
                  <c:v>1.5466101694915255</c:v>
                </c:pt>
                <c:pt idx="4104">
                  <c:v>1.5777666999002991</c:v>
                </c:pt>
                <c:pt idx="4105">
                  <c:v>1.5727816550348954</c:v>
                </c:pt>
                <c:pt idx="4106">
                  <c:v>1.603938185443669</c:v>
                </c:pt>
                <c:pt idx="4107">
                  <c:v>1.6263708873379861</c:v>
                </c:pt>
                <c:pt idx="4108">
                  <c:v>1.6400797607178466</c:v>
                </c:pt>
                <c:pt idx="4109">
                  <c:v>1.6425722831505485</c:v>
                </c:pt>
                <c:pt idx="4110">
                  <c:v>1.5964606181455634</c:v>
                </c:pt>
                <c:pt idx="4111">
                  <c:v>1.5852442671984048</c:v>
                </c:pt>
                <c:pt idx="4112">
                  <c:v>1.6413260219341974</c:v>
                </c:pt>
                <c:pt idx="4113">
                  <c:v>1.6762213359920239</c:v>
                </c:pt>
                <c:pt idx="4114">
                  <c:v>1.677467597208375</c:v>
                </c:pt>
                <c:pt idx="4115">
                  <c:v>1.6949152542372883</c:v>
                </c:pt>
                <c:pt idx="4116">
                  <c:v>1.6936689930209372</c:v>
                </c:pt>
                <c:pt idx="4117">
                  <c:v>1.6762213359920239</c:v>
                </c:pt>
                <c:pt idx="4118">
                  <c:v>1.673728813559322</c:v>
                </c:pt>
                <c:pt idx="4119">
                  <c:v>1.6400797607178466</c:v>
                </c:pt>
                <c:pt idx="4120">
                  <c:v>1.6512961116650051</c:v>
                </c:pt>
                <c:pt idx="4121">
                  <c:v>1.6413260219341974</c:v>
                </c:pt>
                <c:pt idx="4122">
                  <c:v>1.6400797607178466</c:v>
                </c:pt>
                <c:pt idx="4123">
                  <c:v>1.6749750747756731</c:v>
                </c:pt>
                <c:pt idx="4124">
                  <c:v>1.722333000997009</c:v>
                </c:pt>
                <c:pt idx="4125">
                  <c:v>1.7335493519441676</c:v>
                </c:pt>
                <c:pt idx="4126">
                  <c:v>1.7298105682951148</c:v>
                </c:pt>
                <c:pt idx="4127">
                  <c:v>1.69740777666999</c:v>
                </c:pt>
                <c:pt idx="4128">
                  <c:v>1.6924227318045864</c:v>
                </c:pt>
                <c:pt idx="4129">
                  <c:v>1.7086241276171485</c:v>
                </c:pt>
                <c:pt idx="4130">
                  <c:v>1.7198404785643071</c:v>
                </c:pt>
                <c:pt idx="4131">
                  <c:v>1.6824526420737786</c:v>
                </c:pt>
                <c:pt idx="4132">
                  <c:v>1.7397806580259223</c:v>
                </c:pt>
                <c:pt idx="4133">
                  <c:v>1.7597208374875375</c:v>
                </c:pt>
                <c:pt idx="4134">
                  <c:v>1.7647058823529411</c:v>
                </c:pt>
                <c:pt idx="4135">
                  <c:v>1.7647058823529411</c:v>
                </c:pt>
                <c:pt idx="4136">
                  <c:v>1.7821535393818544</c:v>
                </c:pt>
                <c:pt idx="4137">
                  <c:v>1.7534895314057828</c:v>
                </c:pt>
                <c:pt idx="4138">
                  <c:v>1.7534895314057828</c:v>
                </c:pt>
                <c:pt idx="4139">
                  <c:v>1.7335493519441676</c:v>
                </c:pt>
                <c:pt idx="4140">
                  <c:v>1.7422731804586242</c:v>
                </c:pt>
                <c:pt idx="4141">
                  <c:v>1.7647058823529411</c:v>
                </c:pt>
                <c:pt idx="4142">
                  <c:v>1.7796610169491527</c:v>
                </c:pt>
                <c:pt idx="4143">
                  <c:v>1.769690927218345</c:v>
                </c:pt>
                <c:pt idx="4144">
                  <c:v>1.7659521435692922</c:v>
                </c:pt>
                <c:pt idx="4145">
                  <c:v>1.7385343968095712</c:v>
                </c:pt>
                <c:pt idx="4146">
                  <c:v>1.7273180458624129</c:v>
                </c:pt>
                <c:pt idx="4147">
                  <c:v>1.7347956131605184</c:v>
                </c:pt>
                <c:pt idx="4148">
                  <c:v>1.7323030907278165</c:v>
                </c:pt>
                <c:pt idx="4149">
                  <c:v>1.724825523429711</c:v>
                </c:pt>
                <c:pt idx="4150">
                  <c:v>1.701146560319043</c:v>
                </c:pt>
                <c:pt idx="4151">
                  <c:v>1.7098703888334996</c:v>
                </c:pt>
                <c:pt idx="4152">
                  <c:v>1.69740777666999</c:v>
                </c:pt>
                <c:pt idx="4153">
                  <c:v>1.6799601196410767</c:v>
                </c:pt>
                <c:pt idx="4154">
                  <c:v>1.7023928215353938</c:v>
                </c:pt>
                <c:pt idx="4155">
                  <c:v>1.6911764705882353</c:v>
                </c:pt>
                <c:pt idx="4156">
                  <c:v>1.7048853439680958</c:v>
                </c:pt>
                <c:pt idx="4157">
                  <c:v>1.7235792622133599</c:v>
                </c:pt>
                <c:pt idx="4158">
                  <c:v>1.7397806580259223</c:v>
                </c:pt>
                <c:pt idx="4159">
                  <c:v>1.746011964107677</c:v>
                </c:pt>
                <c:pt idx="4160">
                  <c:v>1.7447657028913262</c:v>
                </c:pt>
                <c:pt idx="4161">
                  <c:v>1.7397806580259223</c:v>
                </c:pt>
                <c:pt idx="4162">
                  <c:v>1.7347956131605184</c:v>
                </c:pt>
                <c:pt idx="4163">
                  <c:v>1.6724825523429712</c:v>
                </c:pt>
                <c:pt idx="4164">
                  <c:v>1.6762213359920239</c:v>
                </c:pt>
                <c:pt idx="4165">
                  <c:v>1.6550348953140579</c:v>
                </c:pt>
                <c:pt idx="4166">
                  <c:v>1.6824526420737786</c:v>
                </c:pt>
                <c:pt idx="4167">
                  <c:v>1.7360418743768695</c:v>
                </c:pt>
                <c:pt idx="4168">
                  <c:v>1.746011964107677</c:v>
                </c:pt>
                <c:pt idx="4169">
                  <c:v>1.7485044865403789</c:v>
                </c:pt>
                <c:pt idx="4170">
                  <c:v>1.7347956131605184</c:v>
                </c:pt>
                <c:pt idx="4171">
                  <c:v>1.7522432701894317</c:v>
                </c:pt>
                <c:pt idx="4172">
                  <c:v>1.7659521435692922</c:v>
                </c:pt>
                <c:pt idx="4173">
                  <c:v>1.7784147557328016</c:v>
                </c:pt>
                <c:pt idx="4174">
                  <c:v>1.769690927218345</c:v>
                </c:pt>
                <c:pt idx="4175">
                  <c:v>1.7759222333000997</c:v>
                </c:pt>
                <c:pt idx="4176">
                  <c:v>1.7771684945164508</c:v>
                </c:pt>
                <c:pt idx="4177">
                  <c:v>1.7597208374875375</c:v>
                </c:pt>
                <c:pt idx="4178">
                  <c:v>1.7447657028913262</c:v>
                </c:pt>
                <c:pt idx="4179">
                  <c:v>1.7323030907278165</c:v>
                </c:pt>
                <c:pt idx="4180">
                  <c:v>1.7298105682951148</c:v>
                </c:pt>
                <c:pt idx="4181">
                  <c:v>1.7298105682951148</c:v>
                </c:pt>
                <c:pt idx="4182">
                  <c:v>1.7671984047856431</c:v>
                </c:pt>
                <c:pt idx="4183">
                  <c:v>1.7347956131605184</c:v>
                </c:pt>
                <c:pt idx="4184">
                  <c:v>1.7422731804586242</c:v>
                </c:pt>
                <c:pt idx="4185">
                  <c:v>1.7522432701894317</c:v>
                </c:pt>
                <c:pt idx="4186">
                  <c:v>1.7709371884346961</c:v>
                </c:pt>
                <c:pt idx="4187">
                  <c:v>1.7921236291126621</c:v>
                </c:pt>
                <c:pt idx="4188">
                  <c:v>1.7996011964107677</c:v>
                </c:pt>
                <c:pt idx="4189">
                  <c:v>1.7846460618145563</c:v>
                </c:pt>
                <c:pt idx="4190">
                  <c:v>1.7921236291126621</c:v>
                </c:pt>
                <c:pt idx="4191">
                  <c:v>1.7833998005982055</c:v>
                </c:pt>
                <c:pt idx="4192">
                  <c:v>1.7796610169491527</c:v>
                </c:pt>
                <c:pt idx="4193">
                  <c:v>1.7846460618145563</c:v>
                </c:pt>
                <c:pt idx="4194">
                  <c:v>1.7846460618145563</c:v>
                </c:pt>
                <c:pt idx="4195">
                  <c:v>1.8170488534396809</c:v>
                </c:pt>
                <c:pt idx="4196">
                  <c:v>1.8158025922233301</c:v>
                </c:pt>
                <c:pt idx="4197">
                  <c:v>1.8245264207377867</c:v>
                </c:pt>
                <c:pt idx="4198">
                  <c:v>1.839481555333998</c:v>
                </c:pt>
                <c:pt idx="4199">
                  <c:v>1.8419740777667</c:v>
                </c:pt>
                <c:pt idx="4200">
                  <c:v>1.8095712861415754</c:v>
                </c:pt>
                <c:pt idx="4201">
                  <c:v>1.8232801595214359</c:v>
                </c:pt>
                <c:pt idx="4202">
                  <c:v>1.8095712861415754</c:v>
                </c:pt>
                <c:pt idx="4203">
                  <c:v>1.8083250249252243</c:v>
                </c:pt>
                <c:pt idx="4204">
                  <c:v>1.7846460618145563</c:v>
                </c:pt>
                <c:pt idx="4205">
                  <c:v>1.7921236291126621</c:v>
                </c:pt>
                <c:pt idx="4206">
                  <c:v>1.8307577268195414</c:v>
                </c:pt>
                <c:pt idx="4207">
                  <c:v>1.8295114656031906</c:v>
                </c:pt>
                <c:pt idx="4208">
                  <c:v>1.8165503489531405</c:v>
                </c:pt>
                <c:pt idx="4209">
                  <c:v>1.8133100697906281</c:v>
                </c:pt>
                <c:pt idx="4210">
                  <c:v>1.8357427716849453</c:v>
                </c:pt>
                <c:pt idx="4211">
                  <c:v>1.8432203389830508</c:v>
                </c:pt>
                <c:pt idx="4212">
                  <c:v>1.8369890329012961</c:v>
                </c:pt>
                <c:pt idx="4213">
                  <c:v>1.8644067796610171</c:v>
                </c:pt>
                <c:pt idx="4214">
                  <c:v>1.8693918245264207</c:v>
                </c:pt>
                <c:pt idx="4215">
                  <c:v>1.8644067796610171</c:v>
                </c:pt>
                <c:pt idx="4216">
                  <c:v>1.8843469591226321</c:v>
                </c:pt>
                <c:pt idx="4217">
                  <c:v>1.8619142572283152</c:v>
                </c:pt>
                <c:pt idx="4218">
                  <c:v>1.8382352941176472</c:v>
                </c:pt>
                <c:pt idx="4219">
                  <c:v>1.8407278165503489</c:v>
                </c:pt>
                <c:pt idx="4220">
                  <c:v>1.8482053838484547</c:v>
                </c:pt>
                <c:pt idx="4221">
                  <c:v>1.8245264207377867</c:v>
                </c:pt>
                <c:pt idx="4222">
                  <c:v>1.8195413758723828</c:v>
                </c:pt>
                <c:pt idx="4223">
                  <c:v>1.7958624127617149</c:v>
                </c:pt>
                <c:pt idx="4224">
                  <c:v>1.8295114656031906</c:v>
                </c:pt>
                <c:pt idx="4225">
                  <c:v>1.8731306081754737</c:v>
                </c:pt>
                <c:pt idx="4226">
                  <c:v>1.8544366899302094</c:v>
                </c:pt>
                <c:pt idx="4227">
                  <c:v>1.8668993020937188</c:v>
                </c:pt>
                <c:pt idx="4228">
                  <c:v>1.8581754735792622</c:v>
                </c:pt>
                <c:pt idx="4229">
                  <c:v>1.8419740777667</c:v>
                </c:pt>
                <c:pt idx="4230">
                  <c:v>1.8207876370887339</c:v>
                </c:pt>
                <c:pt idx="4231">
                  <c:v>1.7958624127617149</c:v>
                </c:pt>
                <c:pt idx="4232">
                  <c:v>1.7883848454636093</c:v>
                </c:pt>
                <c:pt idx="4233">
                  <c:v>1.7622133599202394</c:v>
                </c:pt>
                <c:pt idx="4234">
                  <c:v>1.7709371884346961</c:v>
                </c:pt>
                <c:pt idx="4235">
                  <c:v>1.8120638085742773</c:v>
                </c:pt>
                <c:pt idx="4236">
                  <c:v>1.8257726819541376</c:v>
                </c:pt>
                <c:pt idx="4237">
                  <c:v>1.8307577268195414</c:v>
                </c:pt>
                <c:pt idx="4238">
                  <c:v>1.8108175473579262</c:v>
                </c:pt>
                <c:pt idx="4239">
                  <c:v>1.8008474576271187</c:v>
                </c:pt>
                <c:pt idx="4240">
                  <c:v>1.7858923230309074</c:v>
                </c:pt>
                <c:pt idx="4241">
                  <c:v>1.7796610169491527</c:v>
                </c:pt>
                <c:pt idx="4242">
                  <c:v>1.7759222333000997</c:v>
                </c:pt>
                <c:pt idx="4243">
                  <c:v>1.7734297108673978</c:v>
                </c:pt>
                <c:pt idx="4244">
                  <c:v>1.7784147557328016</c:v>
                </c:pt>
                <c:pt idx="4245">
                  <c:v>1.7846460618145563</c:v>
                </c:pt>
                <c:pt idx="4246">
                  <c:v>1.7833998005982055</c:v>
                </c:pt>
                <c:pt idx="4247">
                  <c:v>1.8145563310069792</c:v>
                </c:pt>
                <c:pt idx="4248">
                  <c:v>1.8295114656031906</c:v>
                </c:pt>
                <c:pt idx="4249">
                  <c:v>1.8095712861415754</c:v>
                </c:pt>
                <c:pt idx="4250">
                  <c:v>1.8158025922233301</c:v>
                </c:pt>
                <c:pt idx="4251">
                  <c:v>1.7958624127617149</c:v>
                </c:pt>
                <c:pt idx="4252">
                  <c:v>1.793369890329013</c:v>
                </c:pt>
                <c:pt idx="4253">
                  <c:v>1.8195413758723828</c:v>
                </c:pt>
                <c:pt idx="4254">
                  <c:v>1.8270189431704886</c:v>
                </c:pt>
                <c:pt idx="4255">
                  <c:v>1.8382352941176472</c:v>
                </c:pt>
                <c:pt idx="4256">
                  <c:v>1.8482053838484547</c:v>
                </c:pt>
                <c:pt idx="4257">
                  <c:v>1.8270189431704886</c:v>
                </c:pt>
                <c:pt idx="4258">
                  <c:v>1.7996011964107677</c:v>
                </c:pt>
                <c:pt idx="4259">
                  <c:v>1.8008474576271187</c:v>
                </c:pt>
                <c:pt idx="4260">
                  <c:v>1.7796610169491527</c:v>
                </c:pt>
                <c:pt idx="4261">
                  <c:v>1.790877367896311</c:v>
                </c:pt>
                <c:pt idx="4262">
                  <c:v>1.8095712861415754</c:v>
                </c:pt>
                <c:pt idx="4263">
                  <c:v>1.7896311066799602</c:v>
                </c:pt>
                <c:pt idx="4264">
                  <c:v>1.7983549351944168</c:v>
                </c:pt>
                <c:pt idx="4265">
                  <c:v>1.8095712861415754</c:v>
                </c:pt>
                <c:pt idx="4266">
                  <c:v>1.8369890329012961</c:v>
                </c:pt>
                <c:pt idx="4267">
                  <c:v>1.7796610169491527</c:v>
                </c:pt>
                <c:pt idx="4268">
                  <c:v>1.8245264207377867</c:v>
                </c:pt>
                <c:pt idx="4269">
                  <c:v>1.7883848454636093</c:v>
                </c:pt>
                <c:pt idx="4270">
                  <c:v>1.8033399800598207</c:v>
                </c:pt>
                <c:pt idx="4271">
                  <c:v>1.7784147557328016</c:v>
                </c:pt>
                <c:pt idx="4272">
                  <c:v>1.7858923230309074</c:v>
                </c:pt>
                <c:pt idx="4273">
                  <c:v>1.8145563310069792</c:v>
                </c:pt>
                <c:pt idx="4274">
                  <c:v>1.7958624127617149</c:v>
                </c:pt>
                <c:pt idx="4275">
                  <c:v>1.7996011964107677</c:v>
                </c:pt>
                <c:pt idx="4276">
                  <c:v>1.8320039880358925</c:v>
                </c:pt>
                <c:pt idx="4277">
                  <c:v>1.8307577268195414</c:v>
                </c:pt>
                <c:pt idx="4278">
                  <c:v>1.8494516450648055</c:v>
                </c:pt>
                <c:pt idx="4279">
                  <c:v>1.8245264207377867</c:v>
                </c:pt>
                <c:pt idx="4280">
                  <c:v>1.8531904287138585</c:v>
                </c:pt>
                <c:pt idx="4281">
                  <c:v>1.8693918245264207</c:v>
                </c:pt>
                <c:pt idx="4282">
                  <c:v>1.8444666001994019</c:v>
                </c:pt>
                <c:pt idx="4283">
                  <c:v>1.8494516450648055</c:v>
                </c:pt>
                <c:pt idx="4284">
                  <c:v>1.8407278165503489</c:v>
                </c:pt>
                <c:pt idx="4285">
                  <c:v>1.8644067796610171</c:v>
                </c:pt>
                <c:pt idx="4286">
                  <c:v>1.8295114656031906</c:v>
                </c:pt>
                <c:pt idx="4287">
                  <c:v>1.8494516450648055</c:v>
                </c:pt>
                <c:pt idx="4288">
                  <c:v>1.8444666001994019</c:v>
                </c:pt>
                <c:pt idx="4289">
                  <c:v>1.8531904287138585</c:v>
                </c:pt>
                <c:pt idx="4290">
                  <c:v>1.8581754735792622</c:v>
                </c:pt>
                <c:pt idx="4291">
                  <c:v>1.8843469591226321</c:v>
                </c:pt>
                <c:pt idx="4292">
                  <c:v>1.9192422731804586</c:v>
                </c:pt>
                <c:pt idx="4293">
                  <c:v>1.9167497507477569</c:v>
                </c:pt>
                <c:pt idx="4294">
                  <c:v>1.9304586241276172</c:v>
                </c:pt>
                <c:pt idx="4295">
                  <c:v>1.8793619142572284</c:v>
                </c:pt>
                <c:pt idx="4296">
                  <c:v>1.8993020937188436</c:v>
                </c:pt>
                <c:pt idx="4297">
                  <c:v>1.8768693918245265</c:v>
                </c:pt>
                <c:pt idx="4298">
                  <c:v>1.8818544366899304</c:v>
                </c:pt>
                <c:pt idx="4299">
                  <c:v>1.9130109670987039</c:v>
                </c:pt>
                <c:pt idx="4300">
                  <c:v>1.8718843469591226</c:v>
                </c:pt>
                <c:pt idx="4301">
                  <c:v>1.8444666001994019</c:v>
                </c:pt>
                <c:pt idx="4302">
                  <c:v>1.8369890329012961</c:v>
                </c:pt>
                <c:pt idx="4303">
                  <c:v>1.8070787637088734</c:v>
                </c:pt>
                <c:pt idx="4304">
                  <c:v>1.7858923230309074</c:v>
                </c:pt>
                <c:pt idx="4305">
                  <c:v>1.7896311066799602</c:v>
                </c:pt>
                <c:pt idx="4306">
                  <c:v>1.7896311066799602</c:v>
                </c:pt>
                <c:pt idx="4307">
                  <c:v>1.7721834496510469</c:v>
                </c:pt>
                <c:pt idx="4308">
                  <c:v>1.7921236291126621</c:v>
                </c:pt>
                <c:pt idx="4309">
                  <c:v>1.8432203389830508</c:v>
                </c:pt>
                <c:pt idx="4310">
                  <c:v>1.8668993020937188</c:v>
                </c:pt>
                <c:pt idx="4311">
                  <c:v>1.9042871385842473</c:v>
                </c:pt>
                <c:pt idx="4312">
                  <c:v>1.8968095712861417</c:v>
                </c:pt>
                <c:pt idx="4313">
                  <c:v>1.9030408773678964</c:v>
                </c:pt>
                <c:pt idx="4314">
                  <c:v>1.9541375872382851</c:v>
                </c:pt>
                <c:pt idx="4315">
                  <c:v>1.9541375872382851</c:v>
                </c:pt>
                <c:pt idx="4316">
                  <c:v>1.8756231306081754</c:v>
                </c:pt>
                <c:pt idx="4317">
                  <c:v>1.794616151545364</c:v>
                </c:pt>
                <c:pt idx="4318">
                  <c:v>1.839481555333998</c:v>
                </c:pt>
                <c:pt idx="4319">
                  <c:v>1.8693918245264207</c:v>
                </c:pt>
                <c:pt idx="4320">
                  <c:v>1.8793619142572284</c:v>
                </c:pt>
                <c:pt idx="4321">
                  <c:v>1.9042871385842473</c:v>
                </c:pt>
                <c:pt idx="4322">
                  <c:v>1.9466600199401796</c:v>
                </c:pt>
                <c:pt idx="4323">
                  <c:v>1.8930707876370887</c:v>
                </c:pt>
                <c:pt idx="4324">
                  <c:v>1.8768693918245265</c:v>
                </c:pt>
                <c:pt idx="4325">
                  <c:v>1.8382352941176472</c:v>
                </c:pt>
                <c:pt idx="4326">
                  <c:v>1.8569292123629113</c:v>
                </c:pt>
                <c:pt idx="4327">
                  <c:v>1.8606679960119641</c:v>
                </c:pt>
                <c:pt idx="4328">
                  <c:v>1.8706380857427718</c:v>
                </c:pt>
                <c:pt idx="4329">
                  <c:v>1.8482053838484547</c:v>
                </c:pt>
                <c:pt idx="4330">
                  <c:v>1.8245264207377867</c:v>
                </c:pt>
                <c:pt idx="4331">
                  <c:v>1.8170488534396809</c:v>
                </c:pt>
                <c:pt idx="4332">
                  <c:v>1.8083250249252243</c:v>
                </c:pt>
                <c:pt idx="4333">
                  <c:v>1.8307577268195414</c:v>
                </c:pt>
                <c:pt idx="4334">
                  <c:v>1.8544366899302094</c:v>
                </c:pt>
                <c:pt idx="4335">
                  <c:v>1.839481555333998</c:v>
                </c:pt>
                <c:pt idx="4336">
                  <c:v>1.8544366899302094</c:v>
                </c:pt>
                <c:pt idx="4337">
                  <c:v>1.7921236291126621</c:v>
                </c:pt>
                <c:pt idx="4338">
                  <c:v>1.7983549351944168</c:v>
                </c:pt>
                <c:pt idx="4339">
                  <c:v>1.7983549351944168</c:v>
                </c:pt>
                <c:pt idx="4340">
                  <c:v>1.7684446660019941</c:v>
                </c:pt>
                <c:pt idx="4341">
                  <c:v>1.7547357926221336</c:v>
                </c:pt>
                <c:pt idx="4342">
                  <c:v>1.7447657028913262</c:v>
                </c:pt>
                <c:pt idx="4343">
                  <c:v>1.7472582253240279</c:v>
                </c:pt>
                <c:pt idx="4344">
                  <c:v>1.7397806580259223</c:v>
                </c:pt>
                <c:pt idx="4345">
                  <c:v>1.724825523429711</c:v>
                </c:pt>
                <c:pt idx="4346">
                  <c:v>1.701146560319043</c:v>
                </c:pt>
                <c:pt idx="4347">
                  <c:v>1.7048853439680958</c:v>
                </c:pt>
                <c:pt idx="4348">
                  <c:v>1.6849451645064806</c:v>
                </c:pt>
                <c:pt idx="4349">
                  <c:v>1.6749750747756731</c:v>
                </c:pt>
                <c:pt idx="4350">
                  <c:v>1.6562811565304087</c:v>
                </c:pt>
                <c:pt idx="4351">
                  <c:v>1.6413260219341974</c:v>
                </c:pt>
                <c:pt idx="4352">
                  <c:v>1.7036390827517449</c:v>
                </c:pt>
                <c:pt idx="4353">
                  <c:v>1.6936689930209372</c:v>
                </c:pt>
                <c:pt idx="4354">
                  <c:v>1.701146560319043</c:v>
                </c:pt>
                <c:pt idx="4355">
                  <c:v>1.7298105682951148</c:v>
                </c:pt>
                <c:pt idx="4356">
                  <c:v>1.7036390827517449</c:v>
                </c:pt>
                <c:pt idx="4357">
                  <c:v>1.7173479561316052</c:v>
                </c:pt>
                <c:pt idx="4358">
                  <c:v>1.724825523429711</c:v>
                </c:pt>
                <c:pt idx="4359">
                  <c:v>1.6874376869391825</c:v>
                </c:pt>
                <c:pt idx="4360">
                  <c:v>1.6949152542372883</c:v>
                </c:pt>
                <c:pt idx="4361">
                  <c:v>1.701146560319043</c:v>
                </c:pt>
                <c:pt idx="4362">
                  <c:v>1.7647058823529411</c:v>
                </c:pt>
                <c:pt idx="4363">
                  <c:v>1.7522432701894317</c:v>
                </c:pt>
                <c:pt idx="4364">
                  <c:v>1.7347956131605184</c:v>
                </c:pt>
                <c:pt idx="4365">
                  <c:v>1.7447657028913262</c:v>
                </c:pt>
                <c:pt idx="4366">
                  <c:v>1.7435194416749751</c:v>
                </c:pt>
                <c:pt idx="4367">
                  <c:v>1.7584745762711864</c:v>
                </c:pt>
                <c:pt idx="4368">
                  <c:v>1.7572283150548356</c:v>
                </c:pt>
                <c:pt idx="4369">
                  <c:v>1.7547357926221336</c:v>
                </c:pt>
                <c:pt idx="4370">
                  <c:v>1.7609670987038883</c:v>
                </c:pt>
                <c:pt idx="4371">
                  <c:v>1.7572283150548356</c:v>
                </c:pt>
                <c:pt idx="4372">
                  <c:v>1.7721834496510469</c:v>
                </c:pt>
                <c:pt idx="4373">
                  <c:v>1.7509970089730809</c:v>
                </c:pt>
                <c:pt idx="4374">
                  <c:v>1.7397806580259223</c:v>
                </c:pt>
                <c:pt idx="4375">
                  <c:v>1.7347956131605184</c:v>
                </c:pt>
                <c:pt idx="4376">
                  <c:v>1.7397806580259223</c:v>
                </c:pt>
                <c:pt idx="4377">
                  <c:v>1.7435194416749751</c:v>
                </c:pt>
                <c:pt idx="4378">
                  <c:v>1.7410269192422732</c:v>
                </c:pt>
                <c:pt idx="4379">
                  <c:v>1.7397806580259223</c:v>
                </c:pt>
                <c:pt idx="4380">
                  <c:v>1.724825523429711</c:v>
                </c:pt>
                <c:pt idx="4381">
                  <c:v>1.7385343968095712</c:v>
                </c:pt>
                <c:pt idx="4382">
                  <c:v>1.7522432701894317</c:v>
                </c:pt>
                <c:pt idx="4383">
                  <c:v>1.7485044865403789</c:v>
                </c:pt>
                <c:pt idx="4384">
                  <c:v>1.7410269192422732</c:v>
                </c:pt>
                <c:pt idx="4385">
                  <c:v>1.7372881355932204</c:v>
                </c:pt>
                <c:pt idx="4386">
                  <c:v>1.7397806580259223</c:v>
                </c:pt>
                <c:pt idx="4387">
                  <c:v>1.7198404785643071</c:v>
                </c:pt>
                <c:pt idx="4388">
                  <c:v>1.7485044865403789</c:v>
                </c:pt>
                <c:pt idx="4389">
                  <c:v>1.7547357926221336</c:v>
                </c:pt>
                <c:pt idx="4390">
                  <c:v>1.7485044865403789</c:v>
                </c:pt>
                <c:pt idx="4391">
                  <c:v>1.7472582253240279</c:v>
                </c:pt>
                <c:pt idx="4392">
                  <c:v>1.7360418743768695</c:v>
                </c:pt>
                <c:pt idx="4393">
                  <c:v>1.7347956131605184</c:v>
                </c:pt>
                <c:pt idx="4394">
                  <c:v>1.7235792622133599</c:v>
                </c:pt>
                <c:pt idx="4395">
                  <c:v>1.7347956131605184</c:v>
                </c:pt>
                <c:pt idx="4396">
                  <c:v>1.7472582253240279</c:v>
                </c:pt>
                <c:pt idx="4397">
                  <c:v>1.7385343968095712</c:v>
                </c:pt>
                <c:pt idx="4398">
                  <c:v>1.7335493519441676</c:v>
                </c:pt>
                <c:pt idx="4399">
                  <c:v>1.7335493519441676</c:v>
                </c:pt>
                <c:pt idx="4400">
                  <c:v>1.7323030907278165</c:v>
                </c:pt>
                <c:pt idx="4401">
                  <c:v>1.7048853439680958</c:v>
                </c:pt>
                <c:pt idx="4402">
                  <c:v>1.7111166500498505</c:v>
                </c:pt>
                <c:pt idx="4403">
                  <c:v>1.7048853439680958</c:v>
                </c:pt>
                <c:pt idx="4404">
                  <c:v>1.6824526420737786</c:v>
                </c:pt>
                <c:pt idx="4405">
                  <c:v>1.6861914257228316</c:v>
                </c:pt>
                <c:pt idx="4406">
                  <c:v>1.677467597208375</c:v>
                </c:pt>
                <c:pt idx="4407">
                  <c:v>1.7098703888334996</c:v>
                </c:pt>
                <c:pt idx="4408">
                  <c:v>1.7173479561316052</c:v>
                </c:pt>
                <c:pt idx="4409">
                  <c:v>1.7173479561316052</c:v>
                </c:pt>
                <c:pt idx="4410">
                  <c:v>1.7173479561316052</c:v>
                </c:pt>
                <c:pt idx="4411">
                  <c:v>1.7048853439680958</c:v>
                </c:pt>
                <c:pt idx="4412">
                  <c:v>1.6899302093718844</c:v>
                </c:pt>
                <c:pt idx="4413">
                  <c:v>1.6749750747756731</c:v>
                </c:pt>
                <c:pt idx="4414">
                  <c:v>1.6899302093718844</c:v>
                </c:pt>
                <c:pt idx="4415">
                  <c:v>1.7036390827517449</c:v>
                </c:pt>
                <c:pt idx="4416">
                  <c:v>1.7198404785643071</c:v>
                </c:pt>
                <c:pt idx="4417">
                  <c:v>1.6899302093718844</c:v>
                </c:pt>
                <c:pt idx="4418">
                  <c:v>1.6936689930209372</c:v>
                </c:pt>
                <c:pt idx="4419">
                  <c:v>1.6899302093718844</c:v>
                </c:pt>
                <c:pt idx="4420">
                  <c:v>1.6886839481555334</c:v>
                </c:pt>
                <c:pt idx="4421">
                  <c:v>1.6949152542372883</c:v>
                </c:pt>
                <c:pt idx="4422">
                  <c:v>1.677467597208375</c:v>
                </c:pt>
                <c:pt idx="4423">
                  <c:v>1.6749750747756731</c:v>
                </c:pt>
                <c:pt idx="4424">
                  <c:v>1.6824526420737786</c:v>
                </c:pt>
                <c:pt idx="4425">
                  <c:v>1.6812063808574278</c:v>
                </c:pt>
                <c:pt idx="4426">
                  <c:v>1.7298105682951148</c:v>
                </c:pt>
                <c:pt idx="4427">
                  <c:v>1.7298105682951148</c:v>
                </c:pt>
                <c:pt idx="4428">
                  <c:v>1.7323030907278165</c:v>
                </c:pt>
                <c:pt idx="4429">
                  <c:v>1.7410269192422732</c:v>
                </c:pt>
                <c:pt idx="4430">
                  <c:v>1.7485044865403789</c:v>
                </c:pt>
                <c:pt idx="4431">
                  <c:v>1.7559820538384845</c:v>
                </c:pt>
                <c:pt idx="4432">
                  <c:v>1.7547357926221336</c:v>
                </c:pt>
                <c:pt idx="4433">
                  <c:v>1.7597208374875375</c:v>
                </c:pt>
                <c:pt idx="4434">
                  <c:v>1.7497507477567298</c:v>
                </c:pt>
                <c:pt idx="4435">
                  <c:v>1.746011964107677</c:v>
                </c:pt>
                <c:pt idx="4436">
                  <c:v>1.7597208374875375</c:v>
                </c:pt>
                <c:pt idx="4437">
                  <c:v>1.7597208374875375</c:v>
                </c:pt>
                <c:pt idx="4438">
                  <c:v>1.7497507477567298</c:v>
                </c:pt>
                <c:pt idx="4439">
                  <c:v>1.7509970089730809</c:v>
                </c:pt>
                <c:pt idx="4440">
                  <c:v>1.7323030907278165</c:v>
                </c:pt>
                <c:pt idx="4441">
                  <c:v>1.7385343968095712</c:v>
                </c:pt>
                <c:pt idx="4442">
                  <c:v>1.7397806580259223</c:v>
                </c:pt>
                <c:pt idx="4443">
                  <c:v>1.7397806580259223</c:v>
                </c:pt>
                <c:pt idx="4444">
                  <c:v>1.7298105682951148</c:v>
                </c:pt>
                <c:pt idx="4445">
                  <c:v>1.7372881355932204</c:v>
                </c:pt>
                <c:pt idx="4446">
                  <c:v>1.7559820538384845</c:v>
                </c:pt>
                <c:pt idx="4447">
                  <c:v>1.7522432701894317</c:v>
                </c:pt>
                <c:pt idx="4448">
                  <c:v>1.7547357926221336</c:v>
                </c:pt>
                <c:pt idx="4449">
                  <c:v>1.7534895314057828</c:v>
                </c:pt>
                <c:pt idx="4450">
                  <c:v>1.7509970089730809</c:v>
                </c:pt>
                <c:pt idx="4451">
                  <c:v>1.7746759720837488</c:v>
                </c:pt>
                <c:pt idx="4452">
                  <c:v>1.769690927218345</c:v>
                </c:pt>
                <c:pt idx="4453">
                  <c:v>1.7746759720837488</c:v>
                </c:pt>
                <c:pt idx="4454">
                  <c:v>1.7858923230309074</c:v>
                </c:pt>
                <c:pt idx="4455">
                  <c:v>1.7996011964107677</c:v>
                </c:pt>
                <c:pt idx="4456">
                  <c:v>1.8008474576271187</c:v>
                </c:pt>
                <c:pt idx="4457">
                  <c:v>1.8020937188434696</c:v>
                </c:pt>
                <c:pt idx="4458">
                  <c:v>1.7996011964107677</c:v>
                </c:pt>
                <c:pt idx="4459">
                  <c:v>1.7883848454636093</c:v>
                </c:pt>
                <c:pt idx="4460">
                  <c:v>1.8095712861415754</c:v>
                </c:pt>
                <c:pt idx="4461">
                  <c:v>1.818295114656032</c:v>
                </c:pt>
                <c:pt idx="4462">
                  <c:v>1.818295114656032</c:v>
                </c:pt>
                <c:pt idx="4463">
                  <c:v>1.8033399800598207</c:v>
                </c:pt>
                <c:pt idx="4464">
                  <c:v>1.8270189431704886</c:v>
                </c:pt>
                <c:pt idx="4465">
                  <c:v>1.8257726819541376</c:v>
                </c:pt>
                <c:pt idx="4466">
                  <c:v>1.8295114656031906</c:v>
                </c:pt>
                <c:pt idx="4467">
                  <c:v>1.8344965104685942</c:v>
                </c:pt>
                <c:pt idx="4468">
                  <c:v>1.8295114656031906</c:v>
                </c:pt>
                <c:pt idx="4469">
                  <c:v>1.8220338983050848</c:v>
                </c:pt>
                <c:pt idx="4470">
                  <c:v>1.8207876370887339</c:v>
                </c:pt>
                <c:pt idx="4471">
                  <c:v>1.8270189431704886</c:v>
                </c:pt>
                <c:pt idx="4472">
                  <c:v>1.8257726819541376</c:v>
                </c:pt>
                <c:pt idx="4473">
                  <c:v>1.8357427716849453</c:v>
                </c:pt>
                <c:pt idx="4474">
                  <c:v>1.8482053838484547</c:v>
                </c:pt>
                <c:pt idx="4475">
                  <c:v>1.8644067796610171</c:v>
                </c:pt>
                <c:pt idx="4476">
                  <c:v>1.8855932203389831</c:v>
                </c:pt>
                <c:pt idx="4477">
                  <c:v>1.8768693918245265</c:v>
                </c:pt>
                <c:pt idx="4478">
                  <c:v>1.8843469591226321</c:v>
                </c:pt>
                <c:pt idx="4479">
                  <c:v>1.8918245264207378</c:v>
                </c:pt>
                <c:pt idx="4480">
                  <c:v>1.8893320039880359</c:v>
                </c:pt>
                <c:pt idx="4481">
                  <c:v>1.9204885343968097</c:v>
                </c:pt>
                <c:pt idx="4482">
                  <c:v>1.910518444666002</c:v>
                </c:pt>
                <c:pt idx="4483">
                  <c:v>1.914257228315055</c:v>
                </c:pt>
                <c:pt idx="4484">
                  <c:v>1.9292123629112663</c:v>
                </c:pt>
                <c:pt idx="4485">
                  <c:v>1.9155034895314058</c:v>
                </c:pt>
                <c:pt idx="4486">
                  <c:v>1.9267198404785644</c:v>
                </c:pt>
                <c:pt idx="4487">
                  <c:v>1.9067796610169492</c:v>
                </c:pt>
                <c:pt idx="4488">
                  <c:v>1.8743768693918246</c:v>
                </c:pt>
                <c:pt idx="4489">
                  <c:v>1.8668993020937188</c:v>
                </c:pt>
                <c:pt idx="4490">
                  <c:v>1.8693918245264207</c:v>
                </c:pt>
                <c:pt idx="4491">
                  <c:v>1.8731306081754737</c:v>
                </c:pt>
                <c:pt idx="4492">
                  <c:v>1.8793619142572284</c:v>
                </c:pt>
                <c:pt idx="4493">
                  <c:v>1.8644067796610171</c:v>
                </c:pt>
                <c:pt idx="4494">
                  <c:v>1.8644067796610171</c:v>
                </c:pt>
                <c:pt idx="4495">
                  <c:v>1.8606679960119641</c:v>
                </c:pt>
                <c:pt idx="4496">
                  <c:v>1.9292123629112663</c:v>
                </c:pt>
                <c:pt idx="4497">
                  <c:v>1.9292123629112663</c:v>
                </c:pt>
                <c:pt idx="4498">
                  <c:v>1.9341974077766702</c:v>
                </c:pt>
                <c:pt idx="4499">
                  <c:v>1.9017946161515453</c:v>
                </c:pt>
                <c:pt idx="4500">
                  <c:v>1.9379361914257229</c:v>
                </c:pt>
                <c:pt idx="4501">
                  <c:v>1.935443668993021</c:v>
                </c:pt>
                <c:pt idx="4502">
                  <c:v>1.9454137587238285</c:v>
                </c:pt>
                <c:pt idx="4503">
                  <c:v>1.9416749750747757</c:v>
                </c:pt>
                <c:pt idx="4504">
                  <c:v>1.9279661016949152</c:v>
                </c:pt>
                <c:pt idx="4505">
                  <c:v>1.935443668993021</c:v>
                </c:pt>
                <c:pt idx="4506">
                  <c:v>1.9192422731804586</c:v>
                </c:pt>
                <c:pt idx="4507">
                  <c:v>1.9067796610169492</c:v>
                </c:pt>
                <c:pt idx="4508">
                  <c:v>1.8955633100697906</c:v>
                </c:pt>
                <c:pt idx="4509">
                  <c:v>1.9080259222333003</c:v>
                </c:pt>
                <c:pt idx="4510">
                  <c:v>1.9017946161515453</c:v>
                </c:pt>
                <c:pt idx="4511">
                  <c:v>1.8793619142572284</c:v>
                </c:pt>
                <c:pt idx="4512">
                  <c:v>1.8855932203389831</c:v>
                </c:pt>
                <c:pt idx="4513">
                  <c:v>1.8943170488534398</c:v>
                </c:pt>
                <c:pt idx="4514">
                  <c:v>1.9217347956131605</c:v>
                </c:pt>
                <c:pt idx="4515">
                  <c:v>1.9204885343968097</c:v>
                </c:pt>
                <c:pt idx="4516">
                  <c:v>1.9466600199401796</c:v>
                </c:pt>
                <c:pt idx="4517">
                  <c:v>1.9553838484546362</c:v>
                </c:pt>
                <c:pt idx="4518">
                  <c:v>1.9728315054835495</c:v>
                </c:pt>
                <c:pt idx="4519">
                  <c:v>1.9765702891326022</c:v>
                </c:pt>
                <c:pt idx="4520">
                  <c:v>1.9902791625124627</c:v>
                </c:pt>
                <c:pt idx="4521">
                  <c:v>1.9865403788634097</c:v>
                </c:pt>
                <c:pt idx="4522">
                  <c:v>1.9628614157527418</c:v>
                </c:pt>
                <c:pt idx="4523">
                  <c:v>1.9715852442671984</c:v>
                </c:pt>
                <c:pt idx="4524">
                  <c:v>1.9690927218344965</c:v>
                </c:pt>
                <c:pt idx="4525">
                  <c:v>1.9653539381854437</c:v>
                </c:pt>
                <c:pt idx="4526">
                  <c:v>1.9441674975074776</c:v>
                </c:pt>
                <c:pt idx="4527">
                  <c:v>1.9317048853439682</c:v>
                </c:pt>
                <c:pt idx="4528">
                  <c:v>2.003988035892323</c:v>
                </c:pt>
                <c:pt idx="4529">
                  <c:v>1.9902791625124627</c:v>
                </c:pt>
                <c:pt idx="4530">
                  <c:v>1.9715852442671984</c:v>
                </c:pt>
                <c:pt idx="4531">
                  <c:v>2.0027417746759721</c:v>
                </c:pt>
                <c:pt idx="4532">
                  <c:v>2.0052342971086738</c:v>
                </c:pt>
                <c:pt idx="4533">
                  <c:v>2.0139581256231307</c:v>
                </c:pt>
                <c:pt idx="4534">
                  <c:v>2.035144566301097</c:v>
                </c:pt>
                <c:pt idx="4535">
                  <c:v>2.0139581256231307</c:v>
                </c:pt>
                <c:pt idx="4536">
                  <c:v>2.0226819541375871</c:v>
                </c:pt>
                <c:pt idx="4537">
                  <c:v>1.9940179461615155</c:v>
                </c:pt>
                <c:pt idx="4538">
                  <c:v>1.9616151545363909</c:v>
                </c:pt>
                <c:pt idx="4539">
                  <c:v>1.9628614157527418</c:v>
                </c:pt>
                <c:pt idx="4540">
                  <c:v>1.9503988035892323</c:v>
                </c:pt>
                <c:pt idx="4541">
                  <c:v>1.8993020937188436</c:v>
                </c:pt>
                <c:pt idx="4542">
                  <c:v>1.9130109670987039</c:v>
                </c:pt>
                <c:pt idx="4543">
                  <c:v>1.8880857427716851</c:v>
                </c:pt>
                <c:pt idx="4544">
                  <c:v>1.8743768693918246</c:v>
                </c:pt>
                <c:pt idx="4545">
                  <c:v>1.8831006979062812</c:v>
                </c:pt>
                <c:pt idx="4546">
                  <c:v>1.8307577268195414</c:v>
                </c:pt>
                <c:pt idx="4547">
                  <c:v>1.8818544366899304</c:v>
                </c:pt>
                <c:pt idx="4548">
                  <c:v>1.8743768693918246</c:v>
                </c:pt>
                <c:pt idx="4549">
                  <c:v>1.8108175473579262</c:v>
                </c:pt>
                <c:pt idx="4550">
                  <c:v>1.7996011964107677</c:v>
                </c:pt>
                <c:pt idx="4551">
                  <c:v>1.7734297108673978</c:v>
                </c:pt>
                <c:pt idx="4552">
                  <c:v>1.7634596211365903</c:v>
                </c:pt>
                <c:pt idx="4553">
                  <c:v>1.7647058823529411</c:v>
                </c:pt>
                <c:pt idx="4554">
                  <c:v>1.7809072781655035</c:v>
                </c:pt>
                <c:pt idx="4555">
                  <c:v>1.7809072781655035</c:v>
                </c:pt>
                <c:pt idx="4556">
                  <c:v>1.7435194416749751</c:v>
                </c:pt>
                <c:pt idx="4557">
                  <c:v>1.7547357926221336</c:v>
                </c:pt>
                <c:pt idx="4558">
                  <c:v>1.7559820538384845</c:v>
                </c:pt>
                <c:pt idx="4559">
                  <c:v>1.722333000997009</c:v>
                </c:pt>
                <c:pt idx="4560">
                  <c:v>1.7447657028913262</c:v>
                </c:pt>
                <c:pt idx="4561">
                  <c:v>1.6861914257228316</c:v>
                </c:pt>
                <c:pt idx="4562">
                  <c:v>1.7111166500498505</c:v>
                </c:pt>
                <c:pt idx="4563">
                  <c:v>1.7073778664007977</c:v>
                </c:pt>
                <c:pt idx="4564">
                  <c:v>1.7485044865403789</c:v>
                </c:pt>
                <c:pt idx="4565">
                  <c:v>1.724825523429711</c:v>
                </c:pt>
                <c:pt idx="4566">
                  <c:v>1.6924227318045864</c:v>
                </c:pt>
                <c:pt idx="4567">
                  <c:v>1.6562811565304087</c:v>
                </c:pt>
                <c:pt idx="4568">
                  <c:v>1.6787138584247259</c:v>
                </c:pt>
                <c:pt idx="4569">
                  <c:v>1.6575274177467598</c:v>
                </c:pt>
                <c:pt idx="4570">
                  <c:v>1.7073778664007977</c:v>
                </c:pt>
                <c:pt idx="4571">
                  <c:v>1.7260717846460618</c:v>
                </c:pt>
                <c:pt idx="4572">
                  <c:v>1.7298105682951148</c:v>
                </c:pt>
                <c:pt idx="4573">
                  <c:v>1.7522432701894317</c:v>
                </c:pt>
                <c:pt idx="4574">
                  <c:v>1.769690927218345</c:v>
                </c:pt>
                <c:pt idx="4575">
                  <c:v>1.7771684945164508</c:v>
                </c:pt>
                <c:pt idx="4576">
                  <c:v>1.7572283150548356</c:v>
                </c:pt>
                <c:pt idx="4577">
                  <c:v>1.7846460618145563</c:v>
                </c:pt>
                <c:pt idx="4578">
                  <c:v>1.794616151545364</c:v>
                </c:pt>
                <c:pt idx="4579">
                  <c:v>1.7996011964107677</c:v>
                </c:pt>
                <c:pt idx="4580">
                  <c:v>1.8270189431704886</c:v>
                </c:pt>
                <c:pt idx="4581">
                  <c:v>1.8544366899302094</c:v>
                </c:pt>
                <c:pt idx="4582">
                  <c:v>1.8195413758723828</c:v>
                </c:pt>
                <c:pt idx="4583">
                  <c:v>1.8282652043868395</c:v>
                </c:pt>
                <c:pt idx="4584">
                  <c:v>1.8419740777667</c:v>
                </c:pt>
                <c:pt idx="4585">
                  <c:v>1.8444666001994019</c:v>
                </c:pt>
                <c:pt idx="4586">
                  <c:v>1.8457128614157527</c:v>
                </c:pt>
                <c:pt idx="4587">
                  <c:v>1.8482053838484547</c:v>
                </c:pt>
                <c:pt idx="4588">
                  <c:v>1.8382352941176472</c:v>
                </c:pt>
                <c:pt idx="4589">
                  <c:v>1.7833998005982055</c:v>
                </c:pt>
                <c:pt idx="4590">
                  <c:v>1.7771684945164508</c:v>
                </c:pt>
                <c:pt idx="4591">
                  <c:v>1.8045862412761715</c:v>
                </c:pt>
                <c:pt idx="4592">
                  <c:v>1.8020937188434696</c:v>
                </c:pt>
                <c:pt idx="4593">
                  <c:v>1.8195413758723828</c:v>
                </c:pt>
                <c:pt idx="4594">
                  <c:v>1.8145563310069792</c:v>
                </c:pt>
                <c:pt idx="4595">
                  <c:v>1.8070787637088734</c:v>
                </c:pt>
                <c:pt idx="4596">
                  <c:v>1.793369890329013</c:v>
                </c:pt>
                <c:pt idx="4597">
                  <c:v>1.7572283150548356</c:v>
                </c:pt>
                <c:pt idx="4598">
                  <c:v>1.7273180458624129</c:v>
                </c:pt>
                <c:pt idx="4599">
                  <c:v>1.7372881355932204</c:v>
                </c:pt>
                <c:pt idx="4600">
                  <c:v>1.7235792622133599</c:v>
                </c:pt>
                <c:pt idx="4601">
                  <c:v>1.6999002991026919</c:v>
                </c:pt>
                <c:pt idx="4602">
                  <c:v>1.6999002991026919</c:v>
                </c:pt>
                <c:pt idx="4603">
                  <c:v>1.7098703888334996</c:v>
                </c:pt>
                <c:pt idx="4604">
                  <c:v>1.7547357926221336</c:v>
                </c:pt>
                <c:pt idx="4605">
                  <c:v>1.7709371884346961</c:v>
                </c:pt>
                <c:pt idx="4606">
                  <c:v>1.7522432701894317</c:v>
                </c:pt>
                <c:pt idx="4607">
                  <c:v>1.7609670987038883</c:v>
                </c:pt>
                <c:pt idx="4608">
                  <c:v>1.7647058823529411</c:v>
                </c:pt>
                <c:pt idx="4609">
                  <c:v>1.7721834496510469</c:v>
                </c:pt>
                <c:pt idx="4610">
                  <c:v>1.7684446660019941</c:v>
                </c:pt>
                <c:pt idx="4611">
                  <c:v>1.7036390827517449</c:v>
                </c:pt>
                <c:pt idx="4612">
                  <c:v>1.6824526420737786</c:v>
                </c:pt>
                <c:pt idx="4613">
                  <c:v>1.6824526420737786</c:v>
                </c:pt>
                <c:pt idx="4614">
                  <c:v>1.7347956131605184</c:v>
                </c:pt>
                <c:pt idx="4615">
                  <c:v>1.7098703888334996</c:v>
                </c:pt>
                <c:pt idx="4616">
                  <c:v>1.7198404785643071</c:v>
                </c:pt>
                <c:pt idx="4617">
                  <c:v>1.7572283150548356</c:v>
                </c:pt>
                <c:pt idx="4618">
                  <c:v>1.7809072781655035</c:v>
                </c:pt>
                <c:pt idx="4619">
                  <c:v>1.797108673978066</c:v>
                </c:pt>
                <c:pt idx="4620">
                  <c:v>1.8133100697906281</c:v>
                </c:pt>
                <c:pt idx="4621">
                  <c:v>1.8083250249252243</c:v>
                </c:pt>
                <c:pt idx="4622">
                  <c:v>1.8170488534396809</c:v>
                </c:pt>
                <c:pt idx="4623">
                  <c:v>1.7784147557328016</c:v>
                </c:pt>
                <c:pt idx="4624">
                  <c:v>1.8220338983050848</c:v>
                </c:pt>
                <c:pt idx="4625">
                  <c:v>1.8307577268195414</c:v>
                </c:pt>
                <c:pt idx="4626">
                  <c:v>1.8170488534396809</c:v>
                </c:pt>
                <c:pt idx="4627">
                  <c:v>1.8332502492522433</c:v>
                </c:pt>
                <c:pt idx="4628">
                  <c:v>1.8344965104685942</c:v>
                </c:pt>
                <c:pt idx="4629">
                  <c:v>1.8270189431704886</c:v>
                </c:pt>
                <c:pt idx="4630">
                  <c:v>1.8170488534396809</c:v>
                </c:pt>
                <c:pt idx="4631">
                  <c:v>1.8045862412761715</c:v>
                </c:pt>
                <c:pt idx="4632">
                  <c:v>1.839481555333998</c:v>
                </c:pt>
                <c:pt idx="4633">
                  <c:v>1.8594217347956132</c:v>
                </c:pt>
                <c:pt idx="4634">
                  <c:v>1.8793619142572284</c:v>
                </c:pt>
                <c:pt idx="4635">
                  <c:v>1.8706380857427718</c:v>
                </c:pt>
                <c:pt idx="4636">
                  <c:v>1.8644067796610171</c:v>
                </c:pt>
                <c:pt idx="4637">
                  <c:v>1.8469591226321038</c:v>
                </c:pt>
                <c:pt idx="4638">
                  <c:v>1.8270189431704886</c:v>
                </c:pt>
                <c:pt idx="4639">
                  <c:v>1.8407278165503489</c:v>
                </c:pt>
                <c:pt idx="4640">
                  <c:v>1.8444666001994019</c:v>
                </c:pt>
                <c:pt idx="4641">
                  <c:v>1.8344965104685942</c:v>
                </c:pt>
                <c:pt idx="4642">
                  <c:v>1.8008474576271187</c:v>
                </c:pt>
                <c:pt idx="4643">
                  <c:v>1.8344965104685942</c:v>
                </c:pt>
                <c:pt idx="4644">
                  <c:v>1.8295114656031906</c:v>
                </c:pt>
                <c:pt idx="4645">
                  <c:v>1.818295114656032</c:v>
                </c:pt>
                <c:pt idx="4646">
                  <c:v>1.8108175473579262</c:v>
                </c:pt>
                <c:pt idx="4647">
                  <c:v>1.8232801595214359</c:v>
                </c:pt>
                <c:pt idx="4648">
                  <c:v>1.8494516450648055</c:v>
                </c:pt>
                <c:pt idx="4649">
                  <c:v>1.8619142572283152</c:v>
                </c:pt>
                <c:pt idx="4650">
                  <c:v>1.8569292123629113</c:v>
                </c:pt>
                <c:pt idx="4651">
                  <c:v>1.8544366899302094</c:v>
                </c:pt>
                <c:pt idx="4652">
                  <c:v>1.8606679960119641</c:v>
                </c:pt>
                <c:pt idx="4653">
                  <c:v>1.8432203389830508</c:v>
                </c:pt>
                <c:pt idx="4654">
                  <c:v>1.8432203389830508</c:v>
                </c:pt>
                <c:pt idx="4655">
                  <c:v>1.8245264207377867</c:v>
                </c:pt>
                <c:pt idx="4656">
                  <c:v>1.8282652043868395</c:v>
                </c:pt>
                <c:pt idx="4657">
                  <c:v>1.8295114656031906</c:v>
                </c:pt>
                <c:pt idx="4658">
                  <c:v>1.818295114656032</c:v>
                </c:pt>
                <c:pt idx="4659">
                  <c:v>1.8083250249252243</c:v>
                </c:pt>
                <c:pt idx="4660">
                  <c:v>1.8020937188434696</c:v>
                </c:pt>
                <c:pt idx="4661">
                  <c:v>1.7996011964107677</c:v>
                </c:pt>
                <c:pt idx="4662">
                  <c:v>1.7896311066799602</c:v>
                </c:pt>
                <c:pt idx="4663">
                  <c:v>1.7746759720837488</c:v>
                </c:pt>
                <c:pt idx="4664">
                  <c:v>1.7771684945164508</c:v>
                </c:pt>
                <c:pt idx="4665">
                  <c:v>1.797108673978066</c:v>
                </c:pt>
                <c:pt idx="4666">
                  <c:v>1.7958624127617149</c:v>
                </c:pt>
                <c:pt idx="4667">
                  <c:v>1.8295114656031906</c:v>
                </c:pt>
                <c:pt idx="4668">
                  <c:v>1.8482053838484547</c:v>
                </c:pt>
                <c:pt idx="4669">
                  <c:v>1.8644067796610171</c:v>
                </c:pt>
                <c:pt idx="4670">
                  <c:v>1.8656530408773679</c:v>
                </c:pt>
                <c:pt idx="4671">
                  <c:v>1.8544366899302094</c:v>
                </c:pt>
                <c:pt idx="4672">
                  <c:v>1.863160518444666</c:v>
                </c:pt>
                <c:pt idx="4673">
                  <c:v>1.863160518444666</c:v>
                </c:pt>
                <c:pt idx="4674">
                  <c:v>1.8706380857427718</c:v>
                </c:pt>
                <c:pt idx="4675">
                  <c:v>1.8756231306081754</c:v>
                </c:pt>
                <c:pt idx="4676">
                  <c:v>1.8693918245264207</c:v>
                </c:pt>
                <c:pt idx="4677">
                  <c:v>1.8855932203389831</c:v>
                </c:pt>
                <c:pt idx="4678">
                  <c:v>1.9130109670987039</c:v>
                </c:pt>
                <c:pt idx="4679">
                  <c:v>1.9192422731804586</c:v>
                </c:pt>
                <c:pt idx="4680">
                  <c:v>1.9042871385842473</c:v>
                </c:pt>
                <c:pt idx="4681">
                  <c:v>1.8731306081754737</c:v>
                </c:pt>
                <c:pt idx="4682">
                  <c:v>1.8855932203389831</c:v>
                </c:pt>
                <c:pt idx="4683">
                  <c:v>1.8831006979062812</c:v>
                </c:pt>
                <c:pt idx="4684">
                  <c:v>1.8619142572283152</c:v>
                </c:pt>
                <c:pt idx="4685">
                  <c:v>1.8656530408773679</c:v>
                </c:pt>
                <c:pt idx="4686">
                  <c:v>1.8681455633100699</c:v>
                </c:pt>
                <c:pt idx="4687">
                  <c:v>1.8693918245264207</c:v>
                </c:pt>
                <c:pt idx="4688">
                  <c:v>1.8731306081754737</c:v>
                </c:pt>
                <c:pt idx="4689">
                  <c:v>1.8943170488534398</c:v>
                </c:pt>
                <c:pt idx="4690">
                  <c:v>1.9067796610169492</c:v>
                </c:pt>
                <c:pt idx="4691">
                  <c:v>1.9080259222333003</c:v>
                </c:pt>
                <c:pt idx="4692">
                  <c:v>1.8943170488534398</c:v>
                </c:pt>
                <c:pt idx="4693">
                  <c:v>1.9042871385842473</c:v>
                </c:pt>
                <c:pt idx="4694">
                  <c:v>1.8768693918245265</c:v>
                </c:pt>
                <c:pt idx="4695">
                  <c:v>1.886839481555334</c:v>
                </c:pt>
                <c:pt idx="4696">
                  <c:v>1.8893320039880359</c:v>
                </c:pt>
                <c:pt idx="4697">
                  <c:v>1.8544366899302094</c:v>
                </c:pt>
                <c:pt idx="4698">
                  <c:v>1.8644067796610171</c:v>
                </c:pt>
                <c:pt idx="4699">
                  <c:v>1.8943170488534398</c:v>
                </c:pt>
                <c:pt idx="4700">
                  <c:v>1.8968095712861417</c:v>
                </c:pt>
                <c:pt idx="4701">
                  <c:v>1.8893320039880359</c:v>
                </c:pt>
                <c:pt idx="4702">
                  <c:v>1.8893320039880359</c:v>
                </c:pt>
                <c:pt idx="4703">
                  <c:v>1.8793619142572284</c:v>
                </c:pt>
                <c:pt idx="4704">
                  <c:v>1.8943170488534398</c:v>
                </c:pt>
                <c:pt idx="4705">
                  <c:v>1.8930707876370887</c:v>
                </c:pt>
                <c:pt idx="4706">
                  <c:v>1.8818544366899304</c:v>
                </c:pt>
                <c:pt idx="4707">
                  <c:v>1.8980558325024925</c:v>
                </c:pt>
                <c:pt idx="4708">
                  <c:v>1.8743768693918246</c:v>
                </c:pt>
                <c:pt idx="4709">
                  <c:v>1.8843469591226321</c:v>
                </c:pt>
                <c:pt idx="4710">
                  <c:v>1.890578265204387</c:v>
                </c:pt>
                <c:pt idx="4711">
                  <c:v>1.8968095712861417</c:v>
                </c:pt>
                <c:pt idx="4712">
                  <c:v>1.8943170488534398</c:v>
                </c:pt>
                <c:pt idx="4713">
                  <c:v>1.8768693918245265</c:v>
                </c:pt>
                <c:pt idx="4714">
                  <c:v>1.8668993020937188</c:v>
                </c:pt>
                <c:pt idx="4715">
                  <c:v>1.8594217347956132</c:v>
                </c:pt>
                <c:pt idx="4716">
                  <c:v>1.8843469591226321</c:v>
                </c:pt>
                <c:pt idx="4717">
                  <c:v>1.8880857427716851</c:v>
                </c:pt>
                <c:pt idx="4718">
                  <c:v>1.8668993020937188</c:v>
                </c:pt>
                <c:pt idx="4719">
                  <c:v>1.8681455633100699</c:v>
                </c:pt>
                <c:pt idx="4720">
                  <c:v>1.8457128614157527</c:v>
                </c:pt>
                <c:pt idx="4721">
                  <c:v>1.8494516450648055</c:v>
                </c:pt>
                <c:pt idx="4722">
                  <c:v>1.8693918245264207</c:v>
                </c:pt>
                <c:pt idx="4723">
                  <c:v>1.8693918245264207</c:v>
                </c:pt>
                <c:pt idx="4724">
                  <c:v>1.8494516450648055</c:v>
                </c:pt>
                <c:pt idx="4725">
                  <c:v>1.8220338983050848</c:v>
                </c:pt>
                <c:pt idx="4726">
                  <c:v>1.8145563310069792</c:v>
                </c:pt>
                <c:pt idx="4727">
                  <c:v>1.8020937188434696</c:v>
                </c:pt>
                <c:pt idx="4728">
                  <c:v>1.8120638085742773</c:v>
                </c:pt>
                <c:pt idx="4729">
                  <c:v>1.8195413758723828</c:v>
                </c:pt>
                <c:pt idx="4730">
                  <c:v>1.8245264207377867</c:v>
                </c:pt>
                <c:pt idx="4731">
                  <c:v>1.8045862412761715</c:v>
                </c:pt>
                <c:pt idx="4732">
                  <c:v>1.7734297108673978</c:v>
                </c:pt>
                <c:pt idx="4733">
                  <c:v>1.7684446660019941</c:v>
                </c:pt>
                <c:pt idx="4734">
                  <c:v>1.7559820538384845</c:v>
                </c:pt>
                <c:pt idx="4735">
                  <c:v>1.7784147557328016</c:v>
                </c:pt>
                <c:pt idx="4736">
                  <c:v>1.7771684945164508</c:v>
                </c:pt>
                <c:pt idx="4737">
                  <c:v>1.8083250249252243</c:v>
                </c:pt>
                <c:pt idx="4738">
                  <c:v>1.8594217347956132</c:v>
                </c:pt>
                <c:pt idx="4739">
                  <c:v>1.8531904287138585</c:v>
                </c:pt>
                <c:pt idx="4740">
                  <c:v>1.8494516450648055</c:v>
                </c:pt>
                <c:pt idx="4741">
                  <c:v>1.8494516450648055</c:v>
                </c:pt>
                <c:pt idx="4742">
                  <c:v>1.8731306081754737</c:v>
                </c:pt>
                <c:pt idx="4743">
                  <c:v>1.8843469591226321</c:v>
                </c:pt>
                <c:pt idx="4744">
                  <c:v>1.8893320039880359</c:v>
                </c:pt>
                <c:pt idx="4745">
                  <c:v>1.8768693918245265</c:v>
                </c:pt>
                <c:pt idx="4746">
                  <c:v>1.8619142572283152</c:v>
                </c:pt>
                <c:pt idx="4747">
                  <c:v>1.863160518444666</c:v>
                </c:pt>
                <c:pt idx="4748">
                  <c:v>1.7796610169491527</c:v>
                </c:pt>
                <c:pt idx="4749">
                  <c:v>1.8033399800598207</c:v>
                </c:pt>
                <c:pt idx="4750">
                  <c:v>1.8033399800598207</c:v>
                </c:pt>
                <c:pt idx="4751">
                  <c:v>1.8095712861415754</c:v>
                </c:pt>
                <c:pt idx="4752">
                  <c:v>1.8195413758723828</c:v>
                </c:pt>
                <c:pt idx="4753">
                  <c:v>1.8070787637088734</c:v>
                </c:pt>
                <c:pt idx="4754">
                  <c:v>1.794616151545364</c:v>
                </c:pt>
                <c:pt idx="4755">
                  <c:v>1.7958624127617149</c:v>
                </c:pt>
                <c:pt idx="4756">
                  <c:v>1.8008474576271187</c:v>
                </c:pt>
                <c:pt idx="4757">
                  <c:v>1.7958624127617149</c:v>
                </c:pt>
                <c:pt idx="4758">
                  <c:v>1.797108673978066</c:v>
                </c:pt>
                <c:pt idx="4759">
                  <c:v>1.8083250249252243</c:v>
                </c:pt>
                <c:pt idx="4760">
                  <c:v>1.7896311066799602</c:v>
                </c:pt>
                <c:pt idx="4761">
                  <c:v>1.7871385842472582</c:v>
                </c:pt>
                <c:pt idx="4762">
                  <c:v>1.7871385842472582</c:v>
                </c:pt>
                <c:pt idx="4763">
                  <c:v>1.7684446660019941</c:v>
                </c:pt>
                <c:pt idx="4764">
                  <c:v>1.7497507477567298</c:v>
                </c:pt>
                <c:pt idx="4765">
                  <c:v>1.7260717846460618</c:v>
                </c:pt>
                <c:pt idx="4766">
                  <c:v>1.7298105682951148</c:v>
                </c:pt>
                <c:pt idx="4767">
                  <c:v>1.7497507477567298</c:v>
                </c:pt>
                <c:pt idx="4768">
                  <c:v>1.7597208374875375</c:v>
                </c:pt>
                <c:pt idx="4769">
                  <c:v>1.7634596211365903</c:v>
                </c:pt>
                <c:pt idx="4770">
                  <c:v>1.793369890329013</c:v>
                </c:pt>
                <c:pt idx="4771">
                  <c:v>1.8045862412761715</c:v>
                </c:pt>
                <c:pt idx="4772">
                  <c:v>1.7846460618145563</c:v>
                </c:pt>
                <c:pt idx="4773">
                  <c:v>1.7746759720837488</c:v>
                </c:pt>
                <c:pt idx="4774">
                  <c:v>1.7883848454636093</c:v>
                </c:pt>
                <c:pt idx="4775">
                  <c:v>1.7721834496510469</c:v>
                </c:pt>
                <c:pt idx="4776">
                  <c:v>1.7148554336989033</c:v>
                </c:pt>
                <c:pt idx="4777">
                  <c:v>1.7086241276171485</c:v>
                </c:pt>
                <c:pt idx="4778">
                  <c:v>1.7347956131605184</c:v>
                </c:pt>
                <c:pt idx="4779">
                  <c:v>1.7921236291126621</c:v>
                </c:pt>
                <c:pt idx="4780">
                  <c:v>1.8382352941176472</c:v>
                </c:pt>
                <c:pt idx="4781">
                  <c:v>1.8943170488534398</c:v>
                </c:pt>
                <c:pt idx="4782">
                  <c:v>1.9067796610169492</c:v>
                </c:pt>
                <c:pt idx="4783">
                  <c:v>1.9466600199401796</c:v>
                </c:pt>
                <c:pt idx="4784">
                  <c:v>1.9641076769690928</c:v>
                </c:pt>
                <c:pt idx="4785">
                  <c:v>1.9641076769690928</c:v>
                </c:pt>
                <c:pt idx="4786">
                  <c:v>1.9441674975074776</c:v>
                </c:pt>
                <c:pt idx="4787">
                  <c:v>2.0114656031904286</c:v>
                </c:pt>
                <c:pt idx="4788">
                  <c:v>2.1186440677966103</c:v>
                </c:pt>
                <c:pt idx="4789">
                  <c:v>2.0762711864406782</c:v>
                </c:pt>
                <c:pt idx="4790">
                  <c:v>2.1734795613160518</c:v>
                </c:pt>
                <c:pt idx="4791">
                  <c:v>2.128614157527418</c:v>
                </c:pt>
                <c:pt idx="4792">
                  <c:v>2.1335992023928214</c:v>
                </c:pt>
                <c:pt idx="4793">
                  <c:v>2.1161515453639081</c:v>
                </c:pt>
                <c:pt idx="4794">
                  <c:v>2.0613160518444666</c:v>
                </c:pt>
                <c:pt idx="4795">
                  <c:v>2.0887337986041876</c:v>
                </c:pt>
                <c:pt idx="4796">
                  <c:v>2.0812562313060816</c:v>
                </c:pt>
                <c:pt idx="4797">
                  <c:v>2.0687936191425722</c:v>
                </c:pt>
                <c:pt idx="4798">
                  <c:v>2.128614157527418</c:v>
                </c:pt>
                <c:pt idx="4799">
                  <c:v>2.1385842472582253</c:v>
                </c:pt>
                <c:pt idx="4800">
                  <c:v>2.1984047856430711</c:v>
                </c:pt>
                <c:pt idx="4801">
                  <c:v>2.2582253240279164</c:v>
                </c:pt>
                <c:pt idx="4802">
                  <c:v>2.265702891326022</c:v>
                </c:pt>
                <c:pt idx="4803">
                  <c:v>2.242023928215354</c:v>
                </c:pt>
                <c:pt idx="4804">
                  <c:v>2.1984047856430711</c:v>
                </c:pt>
                <c:pt idx="4805">
                  <c:v>2.2432701894317049</c:v>
                </c:pt>
                <c:pt idx="4806">
                  <c:v>2.2058823529411766</c:v>
                </c:pt>
                <c:pt idx="4807">
                  <c:v>2.2283150548354937</c:v>
                </c:pt>
                <c:pt idx="4808">
                  <c:v>2.2283150548354937</c:v>
                </c:pt>
                <c:pt idx="4809">
                  <c:v>2.2021435692921236</c:v>
                </c:pt>
                <c:pt idx="4810">
                  <c:v>2.1934197407776672</c:v>
                </c:pt>
                <c:pt idx="4811">
                  <c:v>2.1074277168494517</c:v>
                </c:pt>
                <c:pt idx="4812">
                  <c:v>2.0500997008973081</c:v>
                </c:pt>
                <c:pt idx="4813">
                  <c:v>2.0638085742771684</c:v>
                </c:pt>
                <c:pt idx="4814">
                  <c:v>2.1572781655034894</c:v>
                </c:pt>
                <c:pt idx="4815">
                  <c:v>2.1709870388833501</c:v>
                </c:pt>
                <c:pt idx="4816">
                  <c:v>2.1871884346959125</c:v>
                </c:pt>
                <c:pt idx="4817">
                  <c:v>2.1547856430707877</c:v>
                </c:pt>
                <c:pt idx="4818">
                  <c:v>2.1560319042871385</c:v>
                </c:pt>
                <c:pt idx="4819">
                  <c:v>2.2333000997008972</c:v>
                </c:pt>
                <c:pt idx="4820">
                  <c:v>2.242023928215354</c:v>
                </c:pt>
                <c:pt idx="4821">
                  <c:v>2.1984047856430711</c:v>
                </c:pt>
                <c:pt idx="4822">
                  <c:v>2.1697407776669992</c:v>
                </c:pt>
                <c:pt idx="4823">
                  <c:v>2.1672482552342971</c:v>
                </c:pt>
                <c:pt idx="4824">
                  <c:v>2.1186440677966103</c:v>
                </c:pt>
                <c:pt idx="4825">
                  <c:v>2.1460618145563313</c:v>
                </c:pt>
                <c:pt idx="4826">
                  <c:v>2.1086739780658026</c:v>
                </c:pt>
                <c:pt idx="4827">
                  <c:v>2.1186440677966103</c:v>
                </c:pt>
                <c:pt idx="4828">
                  <c:v>2.1149052841475573</c:v>
                </c:pt>
                <c:pt idx="4829">
                  <c:v>2.0862412761714855</c:v>
                </c:pt>
                <c:pt idx="4830">
                  <c:v>2.0675473579262214</c:v>
                </c:pt>
                <c:pt idx="4831">
                  <c:v>2.0787637088733799</c:v>
                </c:pt>
                <c:pt idx="4832">
                  <c:v>2.0463609172482551</c:v>
                </c:pt>
                <c:pt idx="4833">
                  <c:v>1.9990029910269194</c:v>
                </c:pt>
                <c:pt idx="4834">
                  <c:v>1.9578763708873381</c:v>
                </c:pt>
                <c:pt idx="4835">
                  <c:v>1.9940179461615155</c:v>
                </c:pt>
                <c:pt idx="4836">
                  <c:v>2.0239282153539384</c:v>
                </c:pt>
                <c:pt idx="4837">
                  <c:v>2.0139581256231307</c:v>
                </c:pt>
                <c:pt idx="4838">
                  <c:v>2.0264207377866401</c:v>
                </c:pt>
                <c:pt idx="4839">
                  <c:v>2.0463609172482551</c:v>
                </c:pt>
                <c:pt idx="4840">
                  <c:v>2.0438683948155534</c:v>
                </c:pt>
                <c:pt idx="4841">
                  <c:v>1.9204885343968097</c:v>
                </c:pt>
                <c:pt idx="4842">
                  <c:v>1.8257726819541376</c:v>
                </c:pt>
                <c:pt idx="4843">
                  <c:v>1.7896311066799602</c:v>
                </c:pt>
                <c:pt idx="4844">
                  <c:v>1.7958624127617149</c:v>
                </c:pt>
                <c:pt idx="4845">
                  <c:v>1.839481555333998</c:v>
                </c:pt>
                <c:pt idx="4846">
                  <c:v>1.8195413758723828</c:v>
                </c:pt>
                <c:pt idx="4847">
                  <c:v>1.794616151545364</c:v>
                </c:pt>
                <c:pt idx="4848">
                  <c:v>1.8070787637088734</c:v>
                </c:pt>
                <c:pt idx="4849">
                  <c:v>1.8070787637088734</c:v>
                </c:pt>
                <c:pt idx="4850">
                  <c:v>1.7896311066799602</c:v>
                </c:pt>
                <c:pt idx="4851">
                  <c:v>1.7921236291126621</c:v>
                </c:pt>
                <c:pt idx="4852">
                  <c:v>1.7796610169491527</c:v>
                </c:pt>
                <c:pt idx="4853">
                  <c:v>1.8083250249252243</c:v>
                </c:pt>
                <c:pt idx="4854">
                  <c:v>1.7846460618145563</c:v>
                </c:pt>
                <c:pt idx="4855">
                  <c:v>1.7796610169491527</c:v>
                </c:pt>
                <c:pt idx="4856">
                  <c:v>1.7397806580259223</c:v>
                </c:pt>
                <c:pt idx="4857">
                  <c:v>1.7198404785643071</c:v>
                </c:pt>
                <c:pt idx="4858">
                  <c:v>1.7285643070787637</c:v>
                </c:pt>
                <c:pt idx="4859">
                  <c:v>1.7048853439680958</c:v>
                </c:pt>
                <c:pt idx="4860">
                  <c:v>1.6999002991026919</c:v>
                </c:pt>
                <c:pt idx="4861">
                  <c:v>1.7422731804586242</c:v>
                </c:pt>
                <c:pt idx="4862">
                  <c:v>1.7410269192422732</c:v>
                </c:pt>
                <c:pt idx="4863">
                  <c:v>1.7634596211365903</c:v>
                </c:pt>
                <c:pt idx="4864">
                  <c:v>1.7871385842472582</c:v>
                </c:pt>
                <c:pt idx="4865">
                  <c:v>1.8656530408773679</c:v>
                </c:pt>
                <c:pt idx="4866">
                  <c:v>1.8344965104685942</c:v>
                </c:pt>
                <c:pt idx="4867">
                  <c:v>1.8531904287138585</c:v>
                </c:pt>
                <c:pt idx="4868">
                  <c:v>1.8594217347956132</c:v>
                </c:pt>
                <c:pt idx="4869">
                  <c:v>1.8469591226321038</c:v>
                </c:pt>
                <c:pt idx="4870">
                  <c:v>1.8594217347956132</c:v>
                </c:pt>
                <c:pt idx="4871">
                  <c:v>1.8718843469591226</c:v>
                </c:pt>
                <c:pt idx="4872">
                  <c:v>1.8656530408773679</c:v>
                </c:pt>
                <c:pt idx="4873">
                  <c:v>1.8556829511465605</c:v>
                </c:pt>
                <c:pt idx="4874">
                  <c:v>1.8544366899302094</c:v>
                </c:pt>
                <c:pt idx="4875">
                  <c:v>1.9292123629112663</c:v>
                </c:pt>
                <c:pt idx="4876">
                  <c:v>1.9503988035892323</c:v>
                </c:pt>
                <c:pt idx="4877">
                  <c:v>1.9317048853439682</c:v>
                </c:pt>
                <c:pt idx="4878">
                  <c:v>1.935443668993021</c:v>
                </c:pt>
                <c:pt idx="4879">
                  <c:v>1.9192422731804586</c:v>
                </c:pt>
                <c:pt idx="4880">
                  <c:v>1.9279661016949152</c:v>
                </c:pt>
                <c:pt idx="4881">
                  <c:v>1.9690927218344965</c:v>
                </c:pt>
                <c:pt idx="4882">
                  <c:v>1.9603688933200398</c:v>
                </c:pt>
                <c:pt idx="4883">
                  <c:v>1.8943170488534398</c:v>
                </c:pt>
                <c:pt idx="4884">
                  <c:v>1.9852941176470589</c:v>
                </c:pt>
                <c:pt idx="4885">
                  <c:v>1.980309072781655</c:v>
                </c:pt>
                <c:pt idx="4886">
                  <c:v>1.959122632103689</c:v>
                </c:pt>
                <c:pt idx="4887">
                  <c:v>1.9553838484546362</c:v>
                </c:pt>
                <c:pt idx="4888">
                  <c:v>1.9628614157527418</c:v>
                </c:pt>
                <c:pt idx="4889">
                  <c:v>1.9466600199401796</c:v>
                </c:pt>
                <c:pt idx="4890">
                  <c:v>1.9292123629112663</c:v>
                </c:pt>
                <c:pt idx="4891">
                  <c:v>1.935443668993021</c:v>
                </c:pt>
                <c:pt idx="4892">
                  <c:v>1.9379361914257229</c:v>
                </c:pt>
                <c:pt idx="4893">
                  <c:v>1.9304586241276172</c:v>
                </c:pt>
                <c:pt idx="4894">
                  <c:v>1.9329511465603191</c:v>
                </c:pt>
                <c:pt idx="4895">
                  <c:v>1.9130109670987039</c:v>
                </c:pt>
                <c:pt idx="4896">
                  <c:v>1.9254735792622135</c:v>
                </c:pt>
                <c:pt idx="4897">
                  <c:v>1.9466600199401796</c:v>
                </c:pt>
                <c:pt idx="4898">
                  <c:v>1.9429212362911268</c:v>
                </c:pt>
                <c:pt idx="4899">
                  <c:v>1.9366899302093719</c:v>
                </c:pt>
                <c:pt idx="4900">
                  <c:v>1.9130109670987039</c:v>
                </c:pt>
                <c:pt idx="4901">
                  <c:v>1.9055333998005983</c:v>
                </c:pt>
                <c:pt idx="4902">
                  <c:v>1.8880857427716851</c:v>
                </c:pt>
                <c:pt idx="4903">
                  <c:v>1.8681455633100699</c:v>
                </c:pt>
                <c:pt idx="4904">
                  <c:v>1.8768693918245265</c:v>
                </c:pt>
                <c:pt idx="4905">
                  <c:v>1.8606679960119641</c:v>
                </c:pt>
                <c:pt idx="4906">
                  <c:v>1.8818544366899304</c:v>
                </c:pt>
                <c:pt idx="4907">
                  <c:v>1.8731306081754737</c:v>
                </c:pt>
                <c:pt idx="4908">
                  <c:v>1.8706380857427718</c:v>
                </c:pt>
                <c:pt idx="4909">
                  <c:v>1.8482053838484547</c:v>
                </c:pt>
                <c:pt idx="4910">
                  <c:v>1.8320039880358925</c:v>
                </c:pt>
                <c:pt idx="4911">
                  <c:v>1.8444666001994019</c:v>
                </c:pt>
                <c:pt idx="4912">
                  <c:v>1.8257726819541376</c:v>
                </c:pt>
                <c:pt idx="4913">
                  <c:v>1.8369890329012961</c:v>
                </c:pt>
                <c:pt idx="4914">
                  <c:v>1.8369890329012961</c:v>
                </c:pt>
                <c:pt idx="4915">
                  <c:v>1.8444666001994019</c:v>
                </c:pt>
                <c:pt idx="4916">
                  <c:v>1.8295114656031906</c:v>
                </c:pt>
                <c:pt idx="4917">
                  <c:v>1.8070787637088734</c:v>
                </c:pt>
                <c:pt idx="4918">
                  <c:v>1.8469591226321038</c:v>
                </c:pt>
                <c:pt idx="4919">
                  <c:v>1.8619142572283152</c:v>
                </c:pt>
                <c:pt idx="4920">
                  <c:v>1.8519441674975075</c:v>
                </c:pt>
                <c:pt idx="4921">
                  <c:v>1.8369890329012961</c:v>
                </c:pt>
                <c:pt idx="4922">
                  <c:v>1.8207876370887339</c:v>
                </c:pt>
                <c:pt idx="4923">
                  <c:v>1.8270189431704886</c:v>
                </c:pt>
                <c:pt idx="4924">
                  <c:v>1.8195413758723828</c:v>
                </c:pt>
                <c:pt idx="4925">
                  <c:v>1.8133100697906281</c:v>
                </c:pt>
                <c:pt idx="4926">
                  <c:v>1.7796610169491527</c:v>
                </c:pt>
                <c:pt idx="4927">
                  <c:v>1.8369890329012961</c:v>
                </c:pt>
                <c:pt idx="4928">
                  <c:v>1.8257726819541376</c:v>
                </c:pt>
                <c:pt idx="4929">
                  <c:v>1.9329511465603191</c:v>
                </c:pt>
                <c:pt idx="4930">
                  <c:v>1.9429212362911268</c:v>
                </c:pt>
                <c:pt idx="4931">
                  <c:v>1.9292123629112663</c:v>
                </c:pt>
                <c:pt idx="4932">
                  <c:v>1.9254735792622135</c:v>
                </c:pt>
                <c:pt idx="4933">
                  <c:v>1.9341974077766702</c:v>
                </c:pt>
                <c:pt idx="4934">
                  <c:v>1.9366899302093719</c:v>
                </c:pt>
                <c:pt idx="4935">
                  <c:v>1.935443668993021</c:v>
                </c:pt>
                <c:pt idx="4936">
                  <c:v>1.9366899302093719</c:v>
                </c:pt>
                <c:pt idx="4937">
                  <c:v>1.9441674975074776</c:v>
                </c:pt>
                <c:pt idx="4938">
                  <c:v>1.9366899302093719</c:v>
                </c:pt>
                <c:pt idx="4939">
                  <c:v>1.9304586241276172</c:v>
                </c:pt>
                <c:pt idx="4940">
                  <c:v>1.9503988035892323</c:v>
                </c:pt>
                <c:pt idx="4941">
                  <c:v>1.9242273180458624</c:v>
                </c:pt>
                <c:pt idx="4942">
                  <c:v>1.9192422731804586</c:v>
                </c:pt>
                <c:pt idx="4943">
                  <c:v>1.9167497507477569</c:v>
                </c:pt>
                <c:pt idx="4944">
                  <c:v>1.914257228315055</c:v>
                </c:pt>
                <c:pt idx="4945">
                  <c:v>1.9092721834496511</c:v>
                </c:pt>
                <c:pt idx="4946">
                  <c:v>1.9229810568295116</c:v>
                </c:pt>
                <c:pt idx="4947">
                  <c:v>1.9404287138584249</c:v>
                </c:pt>
                <c:pt idx="4948">
                  <c:v>1.9391824526420738</c:v>
                </c:pt>
                <c:pt idx="4949">
                  <c:v>1.9292123629112663</c:v>
                </c:pt>
                <c:pt idx="4950">
                  <c:v>1.8743768693918246</c:v>
                </c:pt>
                <c:pt idx="4951">
                  <c:v>1.9391824526420738</c:v>
                </c:pt>
                <c:pt idx="4952">
                  <c:v>1.9304586241276172</c:v>
                </c:pt>
                <c:pt idx="4953">
                  <c:v>1.935443668993021</c:v>
                </c:pt>
                <c:pt idx="4954">
                  <c:v>1.9616151545363909</c:v>
                </c:pt>
                <c:pt idx="4955">
                  <c:v>1.9267198404785644</c:v>
                </c:pt>
                <c:pt idx="4956">
                  <c:v>1.8993020937188436</c:v>
                </c:pt>
                <c:pt idx="4957">
                  <c:v>1.9192422731804586</c:v>
                </c:pt>
                <c:pt idx="4958">
                  <c:v>1.914257228315055</c:v>
                </c:pt>
                <c:pt idx="4959">
                  <c:v>1.8930707876370887</c:v>
                </c:pt>
                <c:pt idx="4960">
                  <c:v>1.9005483549351945</c:v>
                </c:pt>
                <c:pt idx="4961">
                  <c:v>1.8855932203389831</c:v>
                </c:pt>
                <c:pt idx="4962">
                  <c:v>1.9042871385842473</c:v>
                </c:pt>
                <c:pt idx="4963">
                  <c:v>1.8968095712861417</c:v>
                </c:pt>
                <c:pt idx="4964">
                  <c:v>1.8930707876370887</c:v>
                </c:pt>
                <c:pt idx="4965">
                  <c:v>1.9080259222333003</c:v>
                </c:pt>
                <c:pt idx="4966">
                  <c:v>1.8993020937188436</c:v>
                </c:pt>
                <c:pt idx="4967">
                  <c:v>1.8918245264207378</c:v>
                </c:pt>
                <c:pt idx="4968">
                  <c:v>1.9042871385842473</c:v>
                </c:pt>
                <c:pt idx="4969">
                  <c:v>1.8918245264207378</c:v>
                </c:pt>
                <c:pt idx="4970">
                  <c:v>1.8831006979062812</c:v>
                </c:pt>
                <c:pt idx="4971">
                  <c:v>1.9055333998005983</c:v>
                </c:pt>
                <c:pt idx="4972">
                  <c:v>1.8955633100697906</c:v>
                </c:pt>
                <c:pt idx="4973">
                  <c:v>1.8855932203389831</c:v>
                </c:pt>
                <c:pt idx="4974">
                  <c:v>1.8768693918245265</c:v>
                </c:pt>
                <c:pt idx="4975">
                  <c:v>1.8556829511465605</c:v>
                </c:pt>
                <c:pt idx="4976">
                  <c:v>1.8544366899302094</c:v>
                </c:pt>
                <c:pt idx="4977">
                  <c:v>1.8444666001994019</c:v>
                </c:pt>
                <c:pt idx="4978">
                  <c:v>1.8170488534396809</c:v>
                </c:pt>
                <c:pt idx="4979">
                  <c:v>1.8594217347956132</c:v>
                </c:pt>
                <c:pt idx="4980">
                  <c:v>1.8693918245264207</c:v>
                </c:pt>
                <c:pt idx="4981">
                  <c:v>1.8993020937188436</c:v>
                </c:pt>
                <c:pt idx="4982">
                  <c:v>1.9304586241276172</c:v>
                </c:pt>
                <c:pt idx="4983">
                  <c:v>1.914257228315055</c:v>
                </c:pt>
                <c:pt idx="4984">
                  <c:v>1.8843469591226321</c:v>
                </c:pt>
                <c:pt idx="4985">
                  <c:v>1.8731306081754737</c:v>
                </c:pt>
                <c:pt idx="4986">
                  <c:v>1.8968095712861417</c:v>
                </c:pt>
                <c:pt idx="4987">
                  <c:v>1.886839481555334</c:v>
                </c:pt>
                <c:pt idx="4988">
                  <c:v>1.8444666001994019</c:v>
                </c:pt>
                <c:pt idx="4989">
                  <c:v>1.8581754735792622</c:v>
                </c:pt>
                <c:pt idx="4990">
                  <c:v>1.7734297108673978</c:v>
                </c:pt>
                <c:pt idx="4991">
                  <c:v>1.7098703888334996</c:v>
                </c:pt>
                <c:pt idx="4992">
                  <c:v>1.677467597208375</c:v>
                </c:pt>
                <c:pt idx="4993">
                  <c:v>1.7198404785643071</c:v>
                </c:pt>
                <c:pt idx="4994">
                  <c:v>1.7086241276171485</c:v>
                </c:pt>
                <c:pt idx="4995">
                  <c:v>1.7098703888334996</c:v>
                </c:pt>
                <c:pt idx="4996">
                  <c:v>1.7298105682951148</c:v>
                </c:pt>
                <c:pt idx="4997">
                  <c:v>1.7397806580259223</c:v>
                </c:pt>
                <c:pt idx="4998">
                  <c:v>1.7385343968095712</c:v>
                </c:pt>
                <c:pt idx="4999">
                  <c:v>1.7210867397806582</c:v>
                </c:pt>
                <c:pt idx="5000">
                  <c:v>1.701146560319043</c:v>
                </c:pt>
                <c:pt idx="5001">
                  <c:v>1.7023928215353938</c:v>
                </c:pt>
                <c:pt idx="5002">
                  <c:v>1.6699900299102692</c:v>
                </c:pt>
                <c:pt idx="5003">
                  <c:v>1.6637587238285145</c:v>
                </c:pt>
                <c:pt idx="5004">
                  <c:v>1.650049850448654</c:v>
                </c:pt>
                <c:pt idx="5005">
                  <c:v>1.6388334995014955</c:v>
                </c:pt>
                <c:pt idx="5006">
                  <c:v>1.652542372881356</c:v>
                </c:pt>
                <c:pt idx="5007">
                  <c:v>1.650049850448654</c:v>
                </c:pt>
                <c:pt idx="5008">
                  <c:v>1.6550348953140579</c:v>
                </c:pt>
                <c:pt idx="5009">
                  <c:v>1.652542372881356</c:v>
                </c:pt>
                <c:pt idx="5010">
                  <c:v>1.6263708873379861</c:v>
                </c:pt>
                <c:pt idx="5011">
                  <c:v>1.5914755732801595</c:v>
                </c:pt>
                <c:pt idx="5012">
                  <c:v>1.5914755732801595</c:v>
                </c:pt>
                <c:pt idx="5013">
                  <c:v>1.6101694915254239</c:v>
                </c:pt>
                <c:pt idx="5014">
                  <c:v>1.5640578265204388</c:v>
                </c:pt>
                <c:pt idx="5015">
                  <c:v>1.5416251246261217</c:v>
                </c:pt>
                <c:pt idx="5016">
                  <c:v>1.580259222333001</c:v>
                </c:pt>
                <c:pt idx="5017">
                  <c:v>1.5902293120638087</c:v>
                </c:pt>
                <c:pt idx="5018">
                  <c:v>1.5765204386839482</c:v>
                </c:pt>
                <c:pt idx="5019">
                  <c:v>1.5166999002991028</c:v>
                </c:pt>
                <c:pt idx="5020">
                  <c:v>1.5054835493519443</c:v>
                </c:pt>
                <c:pt idx="5021">
                  <c:v>1.5216849451645065</c:v>
                </c:pt>
                <c:pt idx="5022">
                  <c:v>1.5603190428713858</c:v>
                </c:pt>
                <c:pt idx="5023">
                  <c:v>1.5491026919242274</c:v>
                </c:pt>
                <c:pt idx="5024">
                  <c:v>1.5453639082751744</c:v>
                </c:pt>
                <c:pt idx="5025">
                  <c:v>1.5628115653040877</c:v>
                </c:pt>
                <c:pt idx="5026">
                  <c:v>1.5528414755732802</c:v>
                </c:pt>
                <c:pt idx="5027">
                  <c:v>1.5752741774675973</c:v>
                </c:pt>
                <c:pt idx="5028">
                  <c:v>1.5902293120638087</c:v>
                </c:pt>
                <c:pt idx="5029">
                  <c:v>1.5902293120638087</c:v>
                </c:pt>
                <c:pt idx="5030">
                  <c:v>1.6176470588235294</c:v>
                </c:pt>
                <c:pt idx="5031">
                  <c:v>1.6014456630109672</c:v>
                </c:pt>
                <c:pt idx="5032">
                  <c:v>1.5964606181455634</c:v>
                </c:pt>
                <c:pt idx="5033">
                  <c:v>1.5902293120638087</c:v>
                </c:pt>
                <c:pt idx="5034">
                  <c:v>1.5989531405782653</c:v>
                </c:pt>
                <c:pt idx="5035">
                  <c:v>1.6014456630109672</c:v>
                </c:pt>
                <c:pt idx="5036">
                  <c:v>1.5939680957128615</c:v>
                </c:pt>
                <c:pt idx="5037">
                  <c:v>1.583998005982054</c:v>
                </c:pt>
                <c:pt idx="5038">
                  <c:v>1.5815054835493521</c:v>
                </c:pt>
                <c:pt idx="5039">
                  <c:v>1.5927218344965106</c:v>
                </c:pt>
                <c:pt idx="5040">
                  <c:v>1.5977068793619142</c:v>
                </c:pt>
                <c:pt idx="5041">
                  <c:v>1.6313559322033899</c:v>
                </c:pt>
                <c:pt idx="5042">
                  <c:v>1.6201395812562314</c:v>
                </c:pt>
                <c:pt idx="5043">
                  <c:v>1.6126620139581256</c:v>
                </c:pt>
                <c:pt idx="5044">
                  <c:v>1.6164007976071786</c:v>
                </c:pt>
                <c:pt idx="5045">
                  <c:v>1.6164007976071786</c:v>
                </c:pt>
                <c:pt idx="5046">
                  <c:v>1.6388334995014955</c:v>
                </c:pt>
                <c:pt idx="5047">
                  <c:v>1.6550348953140579</c:v>
                </c:pt>
                <c:pt idx="5048">
                  <c:v>1.6612662013958126</c:v>
                </c:pt>
                <c:pt idx="5049">
                  <c:v>1.6313559322033899</c:v>
                </c:pt>
                <c:pt idx="5050">
                  <c:v>1.628863409770688</c:v>
                </c:pt>
                <c:pt idx="5051">
                  <c:v>1.6413260219341974</c:v>
                </c:pt>
                <c:pt idx="5052">
                  <c:v>1.6450648055832502</c:v>
                </c:pt>
                <c:pt idx="5053">
                  <c:v>1.6425722831505485</c:v>
                </c:pt>
                <c:pt idx="5054">
                  <c:v>1.6375872382851446</c:v>
                </c:pt>
                <c:pt idx="5055">
                  <c:v>1.6438185443668993</c:v>
                </c:pt>
                <c:pt idx="5056">
                  <c:v>1.6463110667996013</c:v>
                </c:pt>
                <c:pt idx="5057">
                  <c:v>1.6575274177467598</c:v>
                </c:pt>
                <c:pt idx="5058">
                  <c:v>1.6350947158524427</c:v>
                </c:pt>
                <c:pt idx="5059">
                  <c:v>1.6164007976071786</c:v>
                </c:pt>
                <c:pt idx="5060">
                  <c:v>1.6139082751744767</c:v>
                </c:pt>
                <c:pt idx="5061">
                  <c:v>1.5790129611166501</c:v>
                </c:pt>
                <c:pt idx="5062">
                  <c:v>1.580259222333001</c:v>
                </c:pt>
                <c:pt idx="5063">
                  <c:v>1.6226321036889333</c:v>
                </c:pt>
                <c:pt idx="5064">
                  <c:v>1.6886839481555334</c:v>
                </c:pt>
                <c:pt idx="5065">
                  <c:v>1.7323030907278165</c:v>
                </c:pt>
                <c:pt idx="5066">
                  <c:v>1.7073778664007977</c:v>
                </c:pt>
                <c:pt idx="5067">
                  <c:v>1.7285643070787637</c:v>
                </c:pt>
                <c:pt idx="5068">
                  <c:v>1.7198404785643071</c:v>
                </c:pt>
                <c:pt idx="5069">
                  <c:v>1.7360418743768695</c:v>
                </c:pt>
                <c:pt idx="5070">
                  <c:v>1.7534895314057828</c:v>
                </c:pt>
                <c:pt idx="5071">
                  <c:v>1.6986540378863411</c:v>
                </c:pt>
                <c:pt idx="5072">
                  <c:v>1.6749750747756731</c:v>
                </c:pt>
                <c:pt idx="5073">
                  <c:v>1.6687437686939184</c:v>
                </c:pt>
                <c:pt idx="5074">
                  <c:v>1.6251246261216352</c:v>
                </c:pt>
                <c:pt idx="5075">
                  <c:v>1.6463110667996013</c:v>
                </c:pt>
                <c:pt idx="5076">
                  <c:v>1.6600199401794618</c:v>
                </c:pt>
                <c:pt idx="5077">
                  <c:v>1.6350947158524427</c:v>
                </c:pt>
                <c:pt idx="5078">
                  <c:v>1.6101694915254239</c:v>
                </c:pt>
                <c:pt idx="5079">
                  <c:v>1.6326021934197408</c:v>
                </c:pt>
                <c:pt idx="5080">
                  <c:v>1.6350947158524427</c:v>
                </c:pt>
                <c:pt idx="5081">
                  <c:v>1.6276171485543371</c:v>
                </c:pt>
                <c:pt idx="5082">
                  <c:v>1.6201395812562314</c:v>
                </c:pt>
                <c:pt idx="5083">
                  <c:v>1.5952143569292123</c:v>
                </c:pt>
                <c:pt idx="5084">
                  <c:v>1.5727816550348954</c:v>
                </c:pt>
                <c:pt idx="5085">
                  <c:v>1.5727816550348954</c:v>
                </c:pt>
                <c:pt idx="5086">
                  <c:v>1.5702891326021935</c:v>
                </c:pt>
                <c:pt idx="5087">
                  <c:v>1.5827517447657029</c:v>
                </c:pt>
                <c:pt idx="5088">
                  <c:v>1.5378863409770689</c:v>
                </c:pt>
                <c:pt idx="5089">
                  <c:v>1.5466101694915255</c:v>
                </c:pt>
                <c:pt idx="5090">
                  <c:v>1.5515952143569292</c:v>
                </c:pt>
                <c:pt idx="5091">
                  <c:v>1.5304087736789631</c:v>
                </c:pt>
                <c:pt idx="5092">
                  <c:v>1.5491026919242274</c:v>
                </c:pt>
                <c:pt idx="5093">
                  <c:v>1.5528414755732802</c:v>
                </c:pt>
                <c:pt idx="5094">
                  <c:v>1.5677966101694916</c:v>
                </c:pt>
                <c:pt idx="5095">
                  <c:v>1.6201395812562314</c:v>
                </c:pt>
                <c:pt idx="5096">
                  <c:v>1.6126620139581256</c:v>
                </c:pt>
                <c:pt idx="5097">
                  <c:v>1.6475573280159521</c:v>
                </c:pt>
                <c:pt idx="5098">
                  <c:v>1.628863409770688</c:v>
                </c:pt>
                <c:pt idx="5099">
                  <c:v>1.6176470588235294</c:v>
                </c:pt>
                <c:pt idx="5100">
                  <c:v>1.6176470588235294</c:v>
                </c:pt>
                <c:pt idx="5101">
                  <c:v>1.6313559322033899</c:v>
                </c:pt>
                <c:pt idx="5102">
                  <c:v>1.6550348953140579</c:v>
                </c:pt>
                <c:pt idx="5103">
                  <c:v>1.6961615154536391</c:v>
                </c:pt>
                <c:pt idx="5104">
                  <c:v>1.69740777666999</c:v>
                </c:pt>
                <c:pt idx="5105">
                  <c:v>1.7086241276171485</c:v>
                </c:pt>
                <c:pt idx="5106">
                  <c:v>1.7073778664007977</c:v>
                </c:pt>
                <c:pt idx="5107">
                  <c:v>1.7385343968095712</c:v>
                </c:pt>
                <c:pt idx="5108">
                  <c:v>1.7397806580259223</c:v>
                </c:pt>
                <c:pt idx="5109">
                  <c:v>1.7435194416749751</c:v>
                </c:pt>
                <c:pt idx="5110">
                  <c:v>1.7161016949152543</c:v>
                </c:pt>
                <c:pt idx="5111">
                  <c:v>1.7298105682951148</c:v>
                </c:pt>
                <c:pt idx="5112">
                  <c:v>1.7447657028913262</c:v>
                </c:pt>
                <c:pt idx="5113">
                  <c:v>1.7447657028913262</c:v>
                </c:pt>
                <c:pt idx="5114">
                  <c:v>1.7833998005982055</c:v>
                </c:pt>
                <c:pt idx="5115">
                  <c:v>1.8245264207377867</c:v>
                </c:pt>
                <c:pt idx="5116">
                  <c:v>1.8108175473579262</c:v>
                </c:pt>
                <c:pt idx="5117">
                  <c:v>1.8245264207377867</c:v>
                </c:pt>
                <c:pt idx="5118">
                  <c:v>1.8531904287138585</c:v>
                </c:pt>
                <c:pt idx="5119">
                  <c:v>1.8681455633100699</c:v>
                </c:pt>
                <c:pt idx="5120">
                  <c:v>1.8843469591226321</c:v>
                </c:pt>
                <c:pt idx="5121">
                  <c:v>1.8444666001994019</c:v>
                </c:pt>
                <c:pt idx="5122">
                  <c:v>1.8382352941176472</c:v>
                </c:pt>
                <c:pt idx="5123">
                  <c:v>1.8369890329012961</c:v>
                </c:pt>
                <c:pt idx="5124">
                  <c:v>1.8108175473579262</c:v>
                </c:pt>
                <c:pt idx="5125">
                  <c:v>1.818295114656032</c:v>
                </c:pt>
                <c:pt idx="5126">
                  <c:v>1.8257726819541376</c:v>
                </c:pt>
                <c:pt idx="5127">
                  <c:v>1.8145563310069792</c:v>
                </c:pt>
                <c:pt idx="5128">
                  <c:v>1.8843469591226321</c:v>
                </c:pt>
                <c:pt idx="5129">
                  <c:v>1.9042871385842473</c:v>
                </c:pt>
                <c:pt idx="5130">
                  <c:v>1.8893320039880359</c:v>
                </c:pt>
                <c:pt idx="5131">
                  <c:v>1.8893320039880359</c:v>
                </c:pt>
                <c:pt idx="5132">
                  <c:v>1.9179960119641077</c:v>
                </c:pt>
                <c:pt idx="5133">
                  <c:v>1.9379361914257229</c:v>
                </c:pt>
                <c:pt idx="5134">
                  <c:v>1.9292123629112663</c:v>
                </c:pt>
                <c:pt idx="5135">
                  <c:v>1.9641076769690928</c:v>
                </c:pt>
                <c:pt idx="5136">
                  <c:v>1.9391824526420738</c:v>
                </c:pt>
                <c:pt idx="5137">
                  <c:v>1.9491525423728815</c:v>
                </c:pt>
                <c:pt idx="5138">
                  <c:v>1.9740777666999003</c:v>
                </c:pt>
                <c:pt idx="5139">
                  <c:v>2.0127118644067798</c:v>
                </c:pt>
                <c:pt idx="5140">
                  <c:v>2.003988035892323</c:v>
                </c:pt>
                <c:pt idx="5141">
                  <c:v>2.0152043868394816</c:v>
                </c:pt>
                <c:pt idx="5142">
                  <c:v>2.0363908275174478</c:v>
                </c:pt>
                <c:pt idx="5143">
                  <c:v>2.0638085742771684</c:v>
                </c:pt>
                <c:pt idx="5144">
                  <c:v>2.0725324027916252</c:v>
                </c:pt>
                <c:pt idx="5145">
                  <c:v>2.0937188434695915</c:v>
                </c:pt>
                <c:pt idx="5146">
                  <c:v>2.0787637088733799</c:v>
                </c:pt>
                <c:pt idx="5147">
                  <c:v>2.0712861415752744</c:v>
                </c:pt>
                <c:pt idx="5148">
                  <c:v>1.9990029910269194</c:v>
                </c:pt>
                <c:pt idx="5149">
                  <c:v>1.9815553339980061</c:v>
                </c:pt>
                <c:pt idx="5150">
                  <c:v>1.9865403788634097</c:v>
                </c:pt>
                <c:pt idx="5151">
                  <c:v>1.9740777666999003</c:v>
                </c:pt>
                <c:pt idx="5152">
                  <c:v>1.9940179461615155</c:v>
                </c:pt>
                <c:pt idx="5153">
                  <c:v>2.0139581256231307</c:v>
                </c:pt>
                <c:pt idx="5154">
                  <c:v>2.0338983050847457</c:v>
                </c:pt>
                <c:pt idx="5155">
                  <c:v>2.027666999002991</c:v>
                </c:pt>
                <c:pt idx="5156">
                  <c:v>2.0289132602193418</c:v>
                </c:pt>
                <c:pt idx="5157">
                  <c:v>2.1086739780658026</c:v>
                </c:pt>
                <c:pt idx="5158">
                  <c:v>2.0787637088733799</c:v>
                </c:pt>
                <c:pt idx="5159">
                  <c:v>2.0326520438683948</c:v>
                </c:pt>
                <c:pt idx="5160">
                  <c:v>2.0438683948155534</c:v>
                </c:pt>
                <c:pt idx="5161">
                  <c:v>2.0737786640079761</c:v>
                </c:pt>
                <c:pt idx="5162">
                  <c:v>2.0912263210368893</c:v>
                </c:pt>
                <c:pt idx="5163">
                  <c:v>2.1186440677966103</c:v>
                </c:pt>
                <c:pt idx="5164">
                  <c:v>2.1049351944167496</c:v>
                </c:pt>
                <c:pt idx="5165">
                  <c:v>2.1086739780658026</c:v>
                </c:pt>
                <c:pt idx="5166">
                  <c:v>2.1261216350947159</c:v>
                </c:pt>
                <c:pt idx="5167">
                  <c:v>2.1236291126620142</c:v>
                </c:pt>
                <c:pt idx="5168">
                  <c:v>2.0937188434695915</c:v>
                </c:pt>
                <c:pt idx="5169">
                  <c:v>2.1236291126620142</c:v>
                </c:pt>
                <c:pt idx="5170">
                  <c:v>2.0924725822532402</c:v>
                </c:pt>
                <c:pt idx="5171">
                  <c:v>2.0638085742771684</c:v>
                </c:pt>
                <c:pt idx="5172">
                  <c:v>2.0849950149551346</c:v>
                </c:pt>
                <c:pt idx="5173">
                  <c:v>2.1049351944167496</c:v>
                </c:pt>
                <c:pt idx="5174">
                  <c:v>2.0762711864406782</c:v>
                </c:pt>
                <c:pt idx="5175">
                  <c:v>2.0874875373878368</c:v>
                </c:pt>
                <c:pt idx="5176">
                  <c:v>2.0762711864406782</c:v>
                </c:pt>
                <c:pt idx="5177">
                  <c:v>2.1049351944167496</c:v>
                </c:pt>
                <c:pt idx="5178">
                  <c:v>2.0962113659022932</c:v>
                </c:pt>
                <c:pt idx="5179">
                  <c:v>2.1161515453639081</c:v>
                </c:pt>
                <c:pt idx="5180">
                  <c:v>2.1036889332003987</c:v>
                </c:pt>
                <c:pt idx="5181">
                  <c:v>2.1186440677966103</c:v>
                </c:pt>
                <c:pt idx="5182">
                  <c:v>2.1273678963110667</c:v>
                </c:pt>
                <c:pt idx="5183">
                  <c:v>2.1547856430707877</c:v>
                </c:pt>
                <c:pt idx="5184">
                  <c:v>2.1784646061814557</c:v>
                </c:pt>
                <c:pt idx="5185">
                  <c:v>2.1934197407776672</c:v>
                </c:pt>
                <c:pt idx="5186">
                  <c:v>2.2058823529411766</c:v>
                </c:pt>
                <c:pt idx="5187">
                  <c:v>2.2283150548354937</c:v>
                </c:pt>
                <c:pt idx="5188">
                  <c:v>2.245762711864407</c:v>
                </c:pt>
                <c:pt idx="5189">
                  <c:v>2.2769192422731805</c:v>
                </c:pt>
                <c:pt idx="5190">
                  <c:v>2.3242771684945165</c:v>
                </c:pt>
                <c:pt idx="5191">
                  <c:v>2.362911266201396</c:v>
                </c:pt>
                <c:pt idx="5192">
                  <c:v>2.4214855433698905</c:v>
                </c:pt>
                <c:pt idx="5193">
                  <c:v>2.4165004985044867</c:v>
                </c:pt>
                <c:pt idx="5194">
                  <c:v>2.4576271186440679</c:v>
                </c:pt>
                <c:pt idx="5195">
                  <c:v>2.4713359920239282</c:v>
                </c:pt>
                <c:pt idx="5196">
                  <c:v>2.4626121635094718</c:v>
                </c:pt>
                <c:pt idx="5197">
                  <c:v>2.4775672981056829</c:v>
                </c:pt>
                <c:pt idx="5198">
                  <c:v>2.4489032901296111</c:v>
                </c:pt>
                <c:pt idx="5199">
                  <c:v>2.5785144566301099</c:v>
                </c:pt>
                <c:pt idx="5200">
                  <c:v>2.6134097706879365</c:v>
                </c:pt>
                <c:pt idx="5201">
                  <c:v>2.6620139581256232</c:v>
                </c:pt>
                <c:pt idx="5202">
                  <c:v>2.6433200398803591</c:v>
                </c:pt>
                <c:pt idx="5203">
                  <c:v>2.617148554336989</c:v>
                </c:pt>
                <c:pt idx="5204">
                  <c:v>2.6121635094715852</c:v>
                </c:pt>
                <c:pt idx="5205">
                  <c:v>2.4950149551345961</c:v>
                </c:pt>
                <c:pt idx="5206">
                  <c:v>2.5473579262213359</c:v>
                </c:pt>
                <c:pt idx="5207">
                  <c:v>2.6458125623130608</c:v>
                </c:pt>
                <c:pt idx="5208">
                  <c:v>2.6545363908275177</c:v>
                </c:pt>
                <c:pt idx="5209">
                  <c:v>2.6620139581256232</c:v>
                </c:pt>
                <c:pt idx="5210">
                  <c:v>2.7280658025922233</c:v>
                </c:pt>
                <c:pt idx="5211">
                  <c:v>2.741774675972084</c:v>
                </c:pt>
                <c:pt idx="5212">
                  <c:v>2.7056331006979062</c:v>
                </c:pt>
                <c:pt idx="5213">
                  <c:v>2.7504985044865404</c:v>
                </c:pt>
                <c:pt idx="5214">
                  <c:v>2.738035892323031</c:v>
                </c:pt>
                <c:pt idx="5215">
                  <c:v>2.7367896311066802</c:v>
                </c:pt>
                <c:pt idx="5216">
                  <c:v>2.8153040877367896</c:v>
                </c:pt>
                <c:pt idx="5217">
                  <c:v>2.7704386839481554</c:v>
                </c:pt>
                <c:pt idx="5218">
                  <c:v>2.6545363908275177</c:v>
                </c:pt>
                <c:pt idx="5219">
                  <c:v>2.6906779661016951</c:v>
                </c:pt>
                <c:pt idx="5220">
                  <c:v>2.6894317048853442</c:v>
                </c:pt>
                <c:pt idx="5221">
                  <c:v>2.7504985044865404</c:v>
                </c:pt>
                <c:pt idx="5222">
                  <c:v>2.7542372881355934</c:v>
                </c:pt>
                <c:pt idx="5223">
                  <c:v>2.7405284147557327</c:v>
                </c:pt>
                <c:pt idx="5224">
                  <c:v>2.7068793619142575</c:v>
                </c:pt>
                <c:pt idx="5225">
                  <c:v>2.7455134596211366</c:v>
                </c:pt>
                <c:pt idx="5226">
                  <c:v>2.761714855433699</c:v>
                </c:pt>
                <c:pt idx="5227">
                  <c:v>2.7866400797607178</c:v>
                </c:pt>
                <c:pt idx="5228">
                  <c:v>2.761714855433699</c:v>
                </c:pt>
                <c:pt idx="5229">
                  <c:v>2.7741774675972084</c:v>
                </c:pt>
                <c:pt idx="5230">
                  <c:v>2.7268195413758725</c:v>
                </c:pt>
                <c:pt idx="5231">
                  <c:v>2.7941176470588238</c:v>
                </c:pt>
                <c:pt idx="5232">
                  <c:v>2.741774675972084</c:v>
                </c:pt>
                <c:pt idx="5233">
                  <c:v>2.7230807577268195</c:v>
                </c:pt>
                <c:pt idx="5234">
                  <c:v>2.8140578265204388</c:v>
                </c:pt>
                <c:pt idx="5235">
                  <c:v>2.8190428713858426</c:v>
                </c:pt>
                <c:pt idx="5236">
                  <c:v>2.8015952143569294</c:v>
                </c:pt>
                <c:pt idx="5237">
                  <c:v>2.7293120638085742</c:v>
                </c:pt>
                <c:pt idx="5238">
                  <c:v>2.741774675972084</c:v>
                </c:pt>
                <c:pt idx="5239">
                  <c:v>2.714356929212363</c:v>
                </c:pt>
                <c:pt idx="5240">
                  <c:v>2.7318045862412763</c:v>
                </c:pt>
                <c:pt idx="5241">
                  <c:v>2.7592223330009973</c:v>
                </c:pt>
                <c:pt idx="5242">
                  <c:v>2.7729312063808575</c:v>
                </c:pt>
                <c:pt idx="5243">
                  <c:v>2.7230807577268195</c:v>
                </c:pt>
                <c:pt idx="5244">
                  <c:v>2.7754237288135593</c:v>
                </c:pt>
                <c:pt idx="5245">
                  <c:v>2.7455134596211366</c:v>
                </c:pt>
                <c:pt idx="5246">
                  <c:v>2.7504985044865404</c:v>
                </c:pt>
                <c:pt idx="5247">
                  <c:v>2.7542372881355934</c:v>
                </c:pt>
                <c:pt idx="5248">
                  <c:v>2.7243270189431708</c:v>
                </c:pt>
                <c:pt idx="5249">
                  <c:v>2.7517447657028913</c:v>
                </c:pt>
                <c:pt idx="5250">
                  <c:v>2.7205882352941178</c:v>
                </c:pt>
                <c:pt idx="5251">
                  <c:v>2.6807078763708874</c:v>
                </c:pt>
                <c:pt idx="5252">
                  <c:v>2.8128115653040879</c:v>
                </c:pt>
                <c:pt idx="5253">
                  <c:v>2.7866400797607178</c:v>
                </c:pt>
                <c:pt idx="5254">
                  <c:v>2.7542372881355934</c:v>
                </c:pt>
                <c:pt idx="5255">
                  <c:v>2.765453639082752</c:v>
                </c:pt>
                <c:pt idx="5256">
                  <c:v>2.7991026919242272</c:v>
                </c:pt>
                <c:pt idx="5257">
                  <c:v>2.8875872382851449</c:v>
                </c:pt>
                <c:pt idx="5258">
                  <c:v>2.8713858424725824</c:v>
                </c:pt>
                <c:pt idx="5259">
                  <c:v>2.8302592223330012</c:v>
                </c:pt>
                <c:pt idx="5260">
                  <c:v>2.8925722831505483</c:v>
                </c:pt>
                <c:pt idx="5261">
                  <c:v>2.9623629112662013</c:v>
                </c:pt>
                <c:pt idx="5262">
                  <c:v>2.9424227318045864</c:v>
                </c:pt>
                <c:pt idx="5263">
                  <c:v>2.9249750747756731</c:v>
                </c:pt>
                <c:pt idx="5264">
                  <c:v>2.9536390827517449</c:v>
                </c:pt>
                <c:pt idx="5265">
                  <c:v>3.0296610169491527</c:v>
                </c:pt>
                <c:pt idx="5266">
                  <c:v>3.1144067796610169</c:v>
                </c:pt>
                <c:pt idx="5267">
                  <c:v>3.2427716849451644</c:v>
                </c:pt>
                <c:pt idx="5268">
                  <c:v>3.2801595214356931</c:v>
                </c:pt>
                <c:pt idx="5269">
                  <c:v>3.3923230309072783</c:v>
                </c:pt>
                <c:pt idx="5270">
                  <c:v>3.488285144566301</c:v>
                </c:pt>
                <c:pt idx="5271">
                  <c:v>3.39481555333998</c:v>
                </c:pt>
                <c:pt idx="5272">
                  <c:v>3.5019940179461617</c:v>
                </c:pt>
                <c:pt idx="5273">
                  <c:v>3.6839481555333999</c:v>
                </c:pt>
                <c:pt idx="5274">
                  <c:v>3.6590229312063811</c:v>
                </c:pt>
                <c:pt idx="5275">
                  <c:v>3.7138584247258226</c:v>
                </c:pt>
                <c:pt idx="5276">
                  <c:v>3.7612163509471586</c:v>
                </c:pt>
                <c:pt idx="5277">
                  <c:v>3.7936191425722834</c:v>
                </c:pt>
                <c:pt idx="5278">
                  <c:v>3.8484546360917249</c:v>
                </c:pt>
                <c:pt idx="5279">
                  <c:v>3.726321036889332</c:v>
                </c:pt>
                <c:pt idx="5280">
                  <c:v>3.7936191425722834</c:v>
                </c:pt>
                <c:pt idx="5281">
                  <c:v>3.7749252243270193</c:v>
                </c:pt>
                <c:pt idx="5282">
                  <c:v>3.6340977068793618</c:v>
                </c:pt>
                <c:pt idx="5283">
                  <c:v>3.4147557328015954</c:v>
                </c:pt>
                <c:pt idx="5284">
                  <c:v>3.2502492522432704</c:v>
                </c:pt>
                <c:pt idx="5285">
                  <c:v>3.2863908275174478</c:v>
                </c:pt>
                <c:pt idx="5286">
                  <c:v>3.2951146560319042</c:v>
                </c:pt>
                <c:pt idx="5287">
                  <c:v>3.3063310069790628</c:v>
                </c:pt>
                <c:pt idx="5288">
                  <c:v>3.2726819541375871</c:v>
                </c:pt>
                <c:pt idx="5289">
                  <c:v>3.2801595214356931</c:v>
                </c:pt>
                <c:pt idx="5290">
                  <c:v>3.0944666001994019</c:v>
                </c:pt>
                <c:pt idx="5291">
                  <c:v>3.1144067796610169</c:v>
                </c:pt>
                <c:pt idx="5292">
                  <c:v>3.3125623130608175</c:v>
                </c:pt>
                <c:pt idx="5293">
                  <c:v>3.2701894317048854</c:v>
                </c:pt>
                <c:pt idx="5294">
                  <c:v>3.4259720837487539</c:v>
                </c:pt>
                <c:pt idx="5295">
                  <c:v>3.3649052841475573</c:v>
                </c:pt>
                <c:pt idx="5296">
                  <c:v>3.2901296111665004</c:v>
                </c:pt>
                <c:pt idx="5297">
                  <c:v>3.39481555333998</c:v>
                </c:pt>
                <c:pt idx="5298">
                  <c:v>3.3773678963110667</c:v>
                </c:pt>
                <c:pt idx="5299">
                  <c:v>3.4010468594217347</c:v>
                </c:pt>
                <c:pt idx="5300">
                  <c:v>3.4359421734795612</c:v>
                </c:pt>
                <c:pt idx="5301">
                  <c:v>3.4833000997008976</c:v>
                </c:pt>
                <c:pt idx="5302">
                  <c:v>3.4147557328015954</c:v>
                </c:pt>
                <c:pt idx="5303">
                  <c:v>3.2838983050847457</c:v>
                </c:pt>
                <c:pt idx="5304">
                  <c:v>3.3212861415752744</c:v>
                </c:pt>
                <c:pt idx="5305">
                  <c:v>3.3437188434695915</c:v>
                </c:pt>
                <c:pt idx="5306">
                  <c:v>3.1555333998005981</c:v>
                </c:pt>
                <c:pt idx="5307">
                  <c:v>3.2789132602193423</c:v>
                </c:pt>
                <c:pt idx="5308">
                  <c:v>3.2926221335992025</c:v>
                </c:pt>
                <c:pt idx="5309">
                  <c:v>3.2926221335992025</c:v>
                </c:pt>
                <c:pt idx="5310">
                  <c:v>3.3013459621136589</c:v>
                </c:pt>
                <c:pt idx="5311">
                  <c:v>3.257726819541376</c:v>
                </c:pt>
                <c:pt idx="5312">
                  <c:v>3.1792123629112661</c:v>
                </c:pt>
                <c:pt idx="5313">
                  <c:v>3.3661515453639081</c:v>
                </c:pt>
                <c:pt idx="5314">
                  <c:v>3.4596211365902296</c:v>
                </c:pt>
                <c:pt idx="5315">
                  <c:v>3.5904785643070789</c:v>
                </c:pt>
                <c:pt idx="5316">
                  <c:v>3.589232303090728</c:v>
                </c:pt>
                <c:pt idx="5317">
                  <c:v>3.4758225324027916</c:v>
                </c:pt>
                <c:pt idx="5318">
                  <c:v>3.2826520438683948</c:v>
                </c:pt>
                <c:pt idx="5319">
                  <c:v>3.2514955134596213</c:v>
                </c:pt>
                <c:pt idx="5320">
                  <c:v>3.1704885343968097</c:v>
                </c:pt>
                <c:pt idx="5321">
                  <c:v>3.1256231306081754</c:v>
                </c:pt>
                <c:pt idx="5322">
                  <c:v>3.3200398803589235</c:v>
                </c:pt>
                <c:pt idx="5323">
                  <c:v>3.4309571286141578</c:v>
                </c:pt>
                <c:pt idx="5324">
                  <c:v>3.4160019940179462</c:v>
                </c:pt>
                <c:pt idx="5325">
                  <c:v>2.8040877367896311</c:v>
                </c:pt>
                <c:pt idx="5326">
                  <c:v>2.7642073778664007</c:v>
                </c:pt>
                <c:pt idx="5327">
                  <c:v>2.7716849451645067</c:v>
                </c:pt>
                <c:pt idx="5328">
                  <c:v>2.851445663010967</c:v>
                </c:pt>
                <c:pt idx="5329">
                  <c:v>2.8477068793619145</c:v>
                </c:pt>
                <c:pt idx="5330">
                  <c:v>2.8190428713858426</c:v>
                </c:pt>
                <c:pt idx="5331">
                  <c:v>2.7268195413758725</c:v>
                </c:pt>
                <c:pt idx="5332">
                  <c:v>2.7392821535393819</c:v>
                </c:pt>
                <c:pt idx="5333">
                  <c:v>2.738035892323031</c:v>
                </c:pt>
                <c:pt idx="5334">
                  <c:v>2.741774675972084</c:v>
                </c:pt>
                <c:pt idx="5335">
                  <c:v>2.7779162512462614</c:v>
                </c:pt>
                <c:pt idx="5336">
                  <c:v>2.7255732801595216</c:v>
                </c:pt>
                <c:pt idx="5337">
                  <c:v>2.781655034895314</c:v>
                </c:pt>
                <c:pt idx="5338">
                  <c:v>2.7467597208374874</c:v>
                </c:pt>
                <c:pt idx="5339">
                  <c:v>2.7330508474576272</c:v>
                </c:pt>
                <c:pt idx="5340">
                  <c:v>2.7704386839481554</c:v>
                </c:pt>
                <c:pt idx="5341">
                  <c:v>2.7679461615154537</c:v>
                </c:pt>
                <c:pt idx="5342">
                  <c:v>2.7455134596211366</c:v>
                </c:pt>
                <c:pt idx="5343">
                  <c:v>2.7405284147557327</c:v>
                </c:pt>
                <c:pt idx="5344">
                  <c:v>2.7691924227318045</c:v>
                </c:pt>
                <c:pt idx="5345">
                  <c:v>2.8177966101694918</c:v>
                </c:pt>
                <c:pt idx="5346">
                  <c:v>2.8315054835493521</c:v>
                </c:pt>
                <c:pt idx="5347">
                  <c:v>2.8177966101694918</c:v>
                </c:pt>
                <c:pt idx="5348">
                  <c:v>2.78913260219342</c:v>
                </c:pt>
                <c:pt idx="5349">
                  <c:v>2.7941176470588238</c:v>
                </c:pt>
                <c:pt idx="5350">
                  <c:v>2.7442671984047857</c:v>
                </c:pt>
                <c:pt idx="5351">
                  <c:v>2.6856929212362912</c:v>
                </c:pt>
                <c:pt idx="5352">
                  <c:v>2.6844466600199404</c:v>
                </c:pt>
                <c:pt idx="5353">
                  <c:v>2.7118644067796609</c:v>
                </c:pt>
                <c:pt idx="5354">
                  <c:v>2.7517447657028913</c:v>
                </c:pt>
                <c:pt idx="5355">
                  <c:v>2.7804087736789631</c:v>
                </c:pt>
                <c:pt idx="5356">
                  <c:v>2.6931704885343968</c:v>
                </c:pt>
                <c:pt idx="5357">
                  <c:v>2.6570289132602194</c:v>
                </c:pt>
                <c:pt idx="5358">
                  <c:v>2.5672981056829514</c:v>
                </c:pt>
                <c:pt idx="5359">
                  <c:v>2.5672981056829514</c:v>
                </c:pt>
                <c:pt idx="5360">
                  <c:v>2.5373878364905287</c:v>
                </c:pt>
                <c:pt idx="5361">
                  <c:v>2.472582253240279</c:v>
                </c:pt>
                <c:pt idx="5362">
                  <c:v>2.4837986041874376</c:v>
                </c:pt>
                <c:pt idx="5363">
                  <c:v>2.4750747756729812</c:v>
                </c:pt>
                <c:pt idx="5364">
                  <c:v>2.5074775672981056</c:v>
                </c:pt>
                <c:pt idx="5365">
                  <c:v>2.4788135593220342</c:v>
                </c:pt>
                <c:pt idx="5366">
                  <c:v>2.503738783649053</c:v>
                </c:pt>
                <c:pt idx="5367">
                  <c:v>2.664506480558325</c:v>
                </c:pt>
                <c:pt idx="5368">
                  <c:v>2.6395812562313061</c:v>
                </c:pt>
                <c:pt idx="5369">
                  <c:v>2.6308574277168497</c:v>
                </c:pt>
                <c:pt idx="5370">
                  <c:v>2.6021934197407779</c:v>
                </c:pt>
                <c:pt idx="5371">
                  <c:v>2.5747756729810569</c:v>
                </c:pt>
                <c:pt idx="5372">
                  <c:v>2.617148554336989</c:v>
                </c:pt>
                <c:pt idx="5373">
                  <c:v>2.6383349950149553</c:v>
                </c:pt>
                <c:pt idx="5374">
                  <c:v>2.6196410767696912</c:v>
                </c:pt>
                <c:pt idx="5375">
                  <c:v>2.6881854436689929</c:v>
                </c:pt>
                <c:pt idx="5376">
                  <c:v>2.6557826520438685</c:v>
                </c:pt>
                <c:pt idx="5377">
                  <c:v>2.6881854436689929</c:v>
                </c:pt>
                <c:pt idx="5378">
                  <c:v>2.6794616151545365</c:v>
                </c:pt>
                <c:pt idx="5379">
                  <c:v>2.7018943170488536</c:v>
                </c:pt>
                <c:pt idx="5380">
                  <c:v>2.6969092721834498</c:v>
                </c:pt>
                <c:pt idx="5381">
                  <c:v>2.6769690927218344</c:v>
                </c:pt>
                <c:pt idx="5382">
                  <c:v>2.6557826520438685</c:v>
                </c:pt>
                <c:pt idx="5383">
                  <c:v>2.6607676969092724</c:v>
                </c:pt>
                <c:pt idx="5384">
                  <c:v>2.6420737786640078</c:v>
                </c:pt>
                <c:pt idx="5385">
                  <c:v>2.6570289132602194</c:v>
                </c:pt>
                <c:pt idx="5386">
                  <c:v>2.6109172482552343</c:v>
                </c:pt>
                <c:pt idx="5387">
                  <c:v>2.5486041874376868</c:v>
                </c:pt>
                <c:pt idx="5388">
                  <c:v>2.5747756729810569</c:v>
                </c:pt>
                <c:pt idx="5389">
                  <c:v>2.6271186440677967</c:v>
                </c:pt>
                <c:pt idx="5390">
                  <c:v>2.6557826520438685</c:v>
                </c:pt>
                <c:pt idx="5391">
                  <c:v>2.6420737786640078</c:v>
                </c:pt>
                <c:pt idx="5392">
                  <c:v>2.6906779661016951</c:v>
                </c:pt>
                <c:pt idx="5393">
                  <c:v>2.6545363908275177</c:v>
                </c:pt>
                <c:pt idx="5394">
                  <c:v>2.6832003988035895</c:v>
                </c:pt>
                <c:pt idx="5395">
                  <c:v>2.6819541375872382</c:v>
                </c:pt>
                <c:pt idx="5396">
                  <c:v>2.7043868394815553</c:v>
                </c:pt>
                <c:pt idx="5397">
                  <c:v>2.7804087736789631</c:v>
                </c:pt>
                <c:pt idx="5398">
                  <c:v>2.8065802592223332</c:v>
                </c:pt>
                <c:pt idx="5399">
                  <c:v>2.8364905284147559</c:v>
                </c:pt>
                <c:pt idx="5400">
                  <c:v>2.8863409770687936</c:v>
                </c:pt>
                <c:pt idx="5401">
                  <c:v>2.8539381854436692</c:v>
                </c:pt>
                <c:pt idx="5402">
                  <c:v>2.8090727816550349</c:v>
                </c:pt>
                <c:pt idx="5403">
                  <c:v>2.7878863409770687</c:v>
                </c:pt>
                <c:pt idx="5404">
                  <c:v>2.7554835493519443</c:v>
                </c:pt>
                <c:pt idx="5405">
                  <c:v>2.7517447657028913</c:v>
                </c:pt>
                <c:pt idx="5406">
                  <c:v>2.7691924227318045</c:v>
                </c:pt>
                <c:pt idx="5407">
                  <c:v>2.8327517447657029</c:v>
                </c:pt>
                <c:pt idx="5408">
                  <c:v>2.8389830508474576</c:v>
                </c:pt>
                <c:pt idx="5409">
                  <c:v>2.878863409770688</c:v>
                </c:pt>
                <c:pt idx="5410">
                  <c:v>2.8713858424725824</c:v>
                </c:pt>
                <c:pt idx="5411">
                  <c:v>2.8427218344965106</c:v>
                </c:pt>
                <c:pt idx="5412">
                  <c:v>2.8676470588235294</c:v>
                </c:pt>
                <c:pt idx="5413">
                  <c:v>2.8564307078763709</c:v>
                </c:pt>
                <c:pt idx="5414">
                  <c:v>2.8439680957128615</c:v>
                </c:pt>
                <c:pt idx="5415">
                  <c:v>2.8738783649052841</c:v>
                </c:pt>
                <c:pt idx="5416">
                  <c:v>2.8963110667996013</c:v>
                </c:pt>
                <c:pt idx="5417">
                  <c:v>2.8875872382851449</c:v>
                </c:pt>
                <c:pt idx="5418">
                  <c:v>2.9224825523429714</c:v>
                </c:pt>
                <c:pt idx="5419">
                  <c:v>2.9012961116650051</c:v>
                </c:pt>
                <c:pt idx="5420">
                  <c:v>2.8315054835493521</c:v>
                </c:pt>
                <c:pt idx="5421">
                  <c:v>2.8439680957128615</c:v>
                </c:pt>
                <c:pt idx="5422">
                  <c:v>2.8776171485543371</c:v>
                </c:pt>
                <c:pt idx="5423">
                  <c:v>2.9237288135593222</c:v>
                </c:pt>
                <c:pt idx="5424">
                  <c:v>2.9087736789631107</c:v>
                </c:pt>
                <c:pt idx="5425">
                  <c:v>2.9212362911266201</c:v>
                </c:pt>
                <c:pt idx="5426">
                  <c:v>2.9112662013958128</c:v>
                </c:pt>
                <c:pt idx="5427">
                  <c:v>2.9336989032901295</c:v>
                </c:pt>
                <c:pt idx="5428">
                  <c:v>2.9336989032901295</c:v>
                </c:pt>
                <c:pt idx="5429">
                  <c:v>2.9012961116650051</c:v>
                </c:pt>
                <c:pt idx="5430">
                  <c:v>2.9312063808574278</c:v>
                </c:pt>
                <c:pt idx="5431">
                  <c:v>2.9224825523429714</c:v>
                </c:pt>
                <c:pt idx="5432">
                  <c:v>2.9461615154536394</c:v>
                </c:pt>
                <c:pt idx="5433">
                  <c:v>2.9536390827517449</c:v>
                </c:pt>
                <c:pt idx="5434">
                  <c:v>2.9474077766699902</c:v>
                </c:pt>
                <c:pt idx="5435">
                  <c:v>2.9810568295114659</c:v>
                </c:pt>
                <c:pt idx="5436">
                  <c:v>3.0034895314057826</c:v>
                </c:pt>
                <c:pt idx="5437">
                  <c:v>3.0246759720837488</c:v>
                </c:pt>
                <c:pt idx="5438">
                  <c:v>3.0633100697906284</c:v>
                </c:pt>
                <c:pt idx="5439">
                  <c:v>3.0109670987038886</c:v>
                </c:pt>
                <c:pt idx="5440">
                  <c:v>3.019690927218345</c:v>
                </c:pt>
                <c:pt idx="5441">
                  <c:v>2.9673479561316052</c:v>
                </c:pt>
                <c:pt idx="5442">
                  <c:v>2.9536390827517449</c:v>
                </c:pt>
                <c:pt idx="5443">
                  <c:v>2.9411764705882355</c:v>
                </c:pt>
                <c:pt idx="5444">
                  <c:v>3.0371385842472582</c:v>
                </c:pt>
                <c:pt idx="5445">
                  <c:v>3.0034895314057826</c:v>
                </c:pt>
                <c:pt idx="5446">
                  <c:v>3.0134596211365903</c:v>
                </c:pt>
                <c:pt idx="5447">
                  <c:v>3.023429710867398</c:v>
                </c:pt>
                <c:pt idx="5448">
                  <c:v>2.9872881355932206</c:v>
                </c:pt>
                <c:pt idx="5449">
                  <c:v>2.996011964107677</c:v>
                </c:pt>
                <c:pt idx="5450">
                  <c:v>2.9823030907278167</c:v>
                </c:pt>
                <c:pt idx="5451">
                  <c:v>2.9249750747756731</c:v>
                </c:pt>
                <c:pt idx="5452">
                  <c:v>2.9810568295114659</c:v>
                </c:pt>
                <c:pt idx="5453">
                  <c:v>2.992273180458624</c:v>
                </c:pt>
                <c:pt idx="5454">
                  <c:v>3.043369890329013</c:v>
                </c:pt>
                <c:pt idx="5455">
                  <c:v>3.0421236291126621</c:v>
                </c:pt>
                <c:pt idx="5456">
                  <c:v>3.0807577268195416</c:v>
                </c:pt>
                <c:pt idx="5457">
                  <c:v>3.0969591226321036</c:v>
                </c:pt>
                <c:pt idx="5458">
                  <c:v>3.0869890329012963</c:v>
                </c:pt>
                <c:pt idx="5459">
                  <c:v>3.1218843469591229</c:v>
                </c:pt>
                <c:pt idx="5460">
                  <c:v>3.1106679960119643</c:v>
                </c:pt>
                <c:pt idx="5461">
                  <c:v>3.1717347956131605</c:v>
                </c:pt>
                <c:pt idx="5462">
                  <c:v>3.1144067796610169</c:v>
                </c:pt>
                <c:pt idx="5463">
                  <c:v>3.1630109670987041</c:v>
                </c:pt>
                <c:pt idx="5464">
                  <c:v>3.1019441674975075</c:v>
                </c:pt>
                <c:pt idx="5465">
                  <c:v>3.0757726819541378</c:v>
                </c:pt>
                <c:pt idx="5466">
                  <c:v>3.0994516450648057</c:v>
                </c:pt>
                <c:pt idx="5467">
                  <c:v>3.1729810568295114</c:v>
                </c:pt>
                <c:pt idx="5468">
                  <c:v>3.1517946161515455</c:v>
                </c:pt>
                <c:pt idx="5469">
                  <c:v>3.2215852442671986</c:v>
                </c:pt>
                <c:pt idx="5470">
                  <c:v>3.1991525423728815</c:v>
                </c:pt>
                <c:pt idx="5471">
                  <c:v>3.2402791625124627</c:v>
                </c:pt>
                <c:pt idx="5472">
                  <c:v>3.2739282153539384</c:v>
                </c:pt>
                <c:pt idx="5473">
                  <c:v>3.1754735792622135</c:v>
                </c:pt>
                <c:pt idx="5474">
                  <c:v>3.2190927218344965</c:v>
                </c:pt>
                <c:pt idx="5475">
                  <c:v>3.2328015952143572</c:v>
                </c:pt>
                <c:pt idx="5476">
                  <c:v>3.2639581256231307</c:v>
                </c:pt>
                <c:pt idx="5477">
                  <c:v>3.371136590229312</c:v>
                </c:pt>
                <c:pt idx="5478">
                  <c:v>3.398554336989033</c:v>
                </c:pt>
                <c:pt idx="5479">
                  <c:v>3.4421734795613164</c:v>
                </c:pt>
                <c:pt idx="5480">
                  <c:v>3.2901296111665004</c:v>
                </c:pt>
                <c:pt idx="5481">
                  <c:v>3.4745762711864407</c:v>
                </c:pt>
                <c:pt idx="5482">
                  <c:v>3.6876869391824529</c:v>
                </c:pt>
                <c:pt idx="5483">
                  <c:v>3.6739780658025922</c:v>
                </c:pt>
                <c:pt idx="5484">
                  <c:v>3.7288135593220342</c:v>
                </c:pt>
                <c:pt idx="5485">
                  <c:v>3.7761714855433701</c:v>
                </c:pt>
                <c:pt idx="5486">
                  <c:v>3.7437686939182453</c:v>
                </c:pt>
                <c:pt idx="5487">
                  <c:v>3.7512462612163509</c:v>
                </c:pt>
                <c:pt idx="5488">
                  <c:v>3.6839481555333999</c:v>
                </c:pt>
                <c:pt idx="5489">
                  <c:v>3.7873878364905287</c:v>
                </c:pt>
                <c:pt idx="5490">
                  <c:v>3.8048354935194419</c:v>
                </c:pt>
                <c:pt idx="5491">
                  <c:v>3.6166500498504486</c:v>
                </c:pt>
                <c:pt idx="5492">
                  <c:v>3.777417746759721</c:v>
                </c:pt>
                <c:pt idx="5493">
                  <c:v>3.6415752741774678</c:v>
                </c:pt>
                <c:pt idx="5494">
                  <c:v>3.7549850448654039</c:v>
                </c:pt>
                <c:pt idx="5495">
                  <c:v>3.6951645064805585</c:v>
                </c:pt>
                <c:pt idx="5496">
                  <c:v>3.7724327018943171</c:v>
                </c:pt>
                <c:pt idx="5497">
                  <c:v>3.7475074775672983</c:v>
                </c:pt>
                <c:pt idx="5498">
                  <c:v>3.7724327018943171</c:v>
                </c:pt>
                <c:pt idx="5499">
                  <c:v>3.7275672981056829</c:v>
                </c:pt>
                <c:pt idx="5500">
                  <c:v>3.757477567298106</c:v>
                </c:pt>
                <c:pt idx="5501">
                  <c:v>3.7225822532402795</c:v>
                </c:pt>
                <c:pt idx="5502">
                  <c:v>3.6291126620139584</c:v>
                </c:pt>
                <c:pt idx="5503">
                  <c:v>3.6814556331006978</c:v>
                </c:pt>
                <c:pt idx="5504">
                  <c:v>3.726321036889332</c:v>
                </c:pt>
                <c:pt idx="5505">
                  <c:v>3.6552841475573281</c:v>
                </c:pt>
                <c:pt idx="5506">
                  <c:v>3.7350448654037889</c:v>
                </c:pt>
                <c:pt idx="5507">
                  <c:v>3.7911266201395812</c:v>
                </c:pt>
                <c:pt idx="5508">
                  <c:v>3.7674476570289133</c:v>
                </c:pt>
                <c:pt idx="5509">
                  <c:v>3.7799102691924227</c:v>
                </c:pt>
                <c:pt idx="5510">
                  <c:v>3.8285144566301099</c:v>
                </c:pt>
                <c:pt idx="5511">
                  <c:v>3.8110667996011967</c:v>
                </c:pt>
                <c:pt idx="5512">
                  <c:v>3.8621635094715852</c:v>
                </c:pt>
                <c:pt idx="5513">
                  <c:v>3.9095214356929215</c:v>
                </c:pt>
                <c:pt idx="5514">
                  <c:v>3.9431704885343968</c:v>
                </c:pt>
                <c:pt idx="5515">
                  <c:v>4.0491026919242277</c:v>
                </c:pt>
                <c:pt idx="5516">
                  <c:v>4.0029910269192426</c:v>
                </c:pt>
                <c:pt idx="5517">
                  <c:v>4.0628115653040879</c:v>
                </c:pt>
                <c:pt idx="5518">
                  <c:v>3.9805583250249255</c:v>
                </c:pt>
                <c:pt idx="5519">
                  <c:v>3.9469092721834498</c:v>
                </c:pt>
                <c:pt idx="5520">
                  <c:v>3.9867896311066802</c:v>
                </c:pt>
                <c:pt idx="5521">
                  <c:v>4.0067298105682951</c:v>
                </c:pt>
                <c:pt idx="5522">
                  <c:v>4.0777666999002991</c:v>
                </c:pt>
                <c:pt idx="5523">
                  <c:v>4.0628115653040879</c:v>
                </c:pt>
                <c:pt idx="5524">
                  <c:v>4.0790129611166499</c:v>
                </c:pt>
                <c:pt idx="5525">
                  <c:v>4.0515952143569294</c:v>
                </c:pt>
                <c:pt idx="5526">
                  <c:v>3.988035892323031</c:v>
                </c:pt>
                <c:pt idx="5527">
                  <c:v>3.9793120638085746</c:v>
                </c:pt>
                <c:pt idx="5528">
                  <c:v>4.0054835493519443</c:v>
                </c:pt>
                <c:pt idx="5529">
                  <c:v>3.9481555333998006</c:v>
                </c:pt>
                <c:pt idx="5530">
                  <c:v>3.8995513459621138</c:v>
                </c:pt>
                <c:pt idx="5531">
                  <c:v>3.918245264207378</c:v>
                </c:pt>
                <c:pt idx="5532">
                  <c:v>3.9867896311066802</c:v>
                </c:pt>
                <c:pt idx="5533">
                  <c:v>4.0578265204386836</c:v>
                </c:pt>
                <c:pt idx="5534">
                  <c:v>4.0279162512462614</c:v>
                </c:pt>
                <c:pt idx="5535">
                  <c:v>4.0304087736789631</c:v>
                </c:pt>
                <c:pt idx="5536">
                  <c:v>3.9967597208374879</c:v>
                </c:pt>
                <c:pt idx="5537">
                  <c:v>3.9007976071784647</c:v>
                </c:pt>
                <c:pt idx="5538">
                  <c:v>3.8995513459621138</c:v>
                </c:pt>
                <c:pt idx="5539">
                  <c:v>3.8796111665004984</c:v>
                </c:pt>
                <c:pt idx="5540">
                  <c:v>3.918245264207378</c:v>
                </c:pt>
                <c:pt idx="5541">
                  <c:v>3.8384845463609172</c:v>
                </c:pt>
                <c:pt idx="5542">
                  <c:v>3.8422233300099702</c:v>
                </c:pt>
                <c:pt idx="5543">
                  <c:v>3.8060817547357928</c:v>
                </c:pt>
                <c:pt idx="5544">
                  <c:v>3.8696410767696912</c:v>
                </c:pt>
                <c:pt idx="5545">
                  <c:v>3.753738783649053</c:v>
                </c:pt>
                <c:pt idx="5546">
                  <c:v>3.6378364905284148</c:v>
                </c:pt>
                <c:pt idx="5547">
                  <c:v>3.632851445663011</c:v>
                </c:pt>
                <c:pt idx="5548">
                  <c:v>3.6266201395812563</c:v>
                </c:pt>
                <c:pt idx="5549">
                  <c:v>3.7038883349950149</c:v>
                </c:pt>
                <c:pt idx="5550">
                  <c:v>3.7749252243270193</c:v>
                </c:pt>
                <c:pt idx="5551">
                  <c:v>3.8060817547357928</c:v>
                </c:pt>
                <c:pt idx="5552">
                  <c:v>3.8497008973080757</c:v>
                </c:pt>
                <c:pt idx="5553">
                  <c:v>3.8546859421734796</c:v>
                </c:pt>
                <c:pt idx="5554">
                  <c:v>3.8185443668993022</c:v>
                </c:pt>
                <c:pt idx="5555">
                  <c:v>3.8235294117647061</c:v>
                </c:pt>
                <c:pt idx="5556">
                  <c:v>3.8609172482552343</c:v>
                </c:pt>
                <c:pt idx="5557">
                  <c:v>3.9269690927218348</c:v>
                </c:pt>
                <c:pt idx="5558">
                  <c:v>3.914506480558325</c:v>
                </c:pt>
                <c:pt idx="5559">
                  <c:v>3.7911266201395812</c:v>
                </c:pt>
                <c:pt idx="5560">
                  <c:v>3.8197906281156531</c:v>
                </c:pt>
                <c:pt idx="5561">
                  <c:v>3.7076271186440679</c:v>
                </c:pt>
                <c:pt idx="5562">
                  <c:v>3.7362911266201397</c:v>
                </c:pt>
                <c:pt idx="5563">
                  <c:v>3.7051345962113662</c:v>
                </c:pt>
                <c:pt idx="5564">
                  <c:v>3.7711864406779663</c:v>
                </c:pt>
                <c:pt idx="5565">
                  <c:v>3.8397308075772685</c:v>
                </c:pt>
                <c:pt idx="5566">
                  <c:v>3.7387836490528414</c:v>
                </c:pt>
                <c:pt idx="5567">
                  <c:v>3.7425224327018944</c:v>
                </c:pt>
                <c:pt idx="5568">
                  <c:v>3.6764705882352944</c:v>
                </c:pt>
                <c:pt idx="5569">
                  <c:v>3.7437686939182453</c:v>
                </c:pt>
                <c:pt idx="5570">
                  <c:v>3.7138584247258226</c:v>
                </c:pt>
                <c:pt idx="5571">
                  <c:v>3.8796111665004984</c:v>
                </c:pt>
                <c:pt idx="5572">
                  <c:v>3.8920737786640083</c:v>
                </c:pt>
                <c:pt idx="5573">
                  <c:v>3.6490528414755734</c:v>
                </c:pt>
                <c:pt idx="5574">
                  <c:v>3.6914257228315055</c:v>
                </c:pt>
                <c:pt idx="5575">
                  <c:v>3.4596211365902296</c:v>
                </c:pt>
                <c:pt idx="5576">
                  <c:v>3.0221834496510471</c:v>
                </c:pt>
                <c:pt idx="5577">
                  <c:v>3.0483549351944168</c:v>
                </c:pt>
                <c:pt idx="5578">
                  <c:v>2.976071784646062</c:v>
                </c:pt>
                <c:pt idx="5579">
                  <c:v>2.9548853439680958</c:v>
                </c:pt>
                <c:pt idx="5580">
                  <c:v>2.8664007976071786</c:v>
                </c:pt>
                <c:pt idx="5581">
                  <c:v>2.8028414755732802</c:v>
                </c:pt>
                <c:pt idx="5582">
                  <c:v>2.8838484546360919</c:v>
                </c:pt>
                <c:pt idx="5583">
                  <c:v>2.9698404785643073</c:v>
                </c:pt>
                <c:pt idx="5584">
                  <c:v>2.99975074775673</c:v>
                </c:pt>
                <c:pt idx="5585">
                  <c:v>3.0645563310069792</c:v>
                </c:pt>
                <c:pt idx="5586">
                  <c:v>3.0832502492522433</c:v>
                </c:pt>
                <c:pt idx="5587">
                  <c:v>3.0296610169491527</c:v>
                </c:pt>
                <c:pt idx="5588">
                  <c:v>2.9411764705882355</c:v>
                </c:pt>
                <c:pt idx="5589">
                  <c:v>2.9449152542372881</c:v>
                </c:pt>
                <c:pt idx="5590">
                  <c:v>3.0022432701894317</c:v>
                </c:pt>
                <c:pt idx="5591">
                  <c:v>3.0358923230309074</c:v>
                </c:pt>
                <c:pt idx="5592">
                  <c:v>3.0383848454636091</c:v>
                </c:pt>
                <c:pt idx="5593">
                  <c:v>3.0695413758723831</c:v>
                </c:pt>
                <c:pt idx="5594">
                  <c:v>3.0994516450648057</c:v>
                </c:pt>
                <c:pt idx="5595">
                  <c:v>3.1380857427716848</c:v>
                </c:pt>
                <c:pt idx="5596">
                  <c:v>3.1729810568295114</c:v>
                </c:pt>
                <c:pt idx="5597">
                  <c:v>3.1218843469591229</c:v>
                </c:pt>
                <c:pt idx="5598">
                  <c:v>3.047108673978066</c:v>
                </c:pt>
                <c:pt idx="5599">
                  <c:v>3.0695413758723831</c:v>
                </c:pt>
                <c:pt idx="5600">
                  <c:v>3.085742771684945</c:v>
                </c:pt>
                <c:pt idx="5601">
                  <c:v>3.1256231306081754</c:v>
                </c:pt>
                <c:pt idx="5602">
                  <c:v>3.1530408773678964</c:v>
                </c:pt>
                <c:pt idx="5603">
                  <c:v>3.2913758723828517</c:v>
                </c:pt>
                <c:pt idx="5604">
                  <c:v>3.3113160518444666</c:v>
                </c:pt>
                <c:pt idx="5605">
                  <c:v>3.2801595214356931</c:v>
                </c:pt>
                <c:pt idx="5606">
                  <c:v>3.3412263210368893</c:v>
                </c:pt>
                <c:pt idx="5607">
                  <c:v>3.4060319042871385</c:v>
                </c:pt>
                <c:pt idx="5608">
                  <c:v>3.3973080757726821</c:v>
                </c:pt>
                <c:pt idx="5609">
                  <c:v>3.3561814556331009</c:v>
                </c:pt>
                <c:pt idx="5610">
                  <c:v>3.2838983050847457</c:v>
                </c:pt>
                <c:pt idx="5611">
                  <c:v>3.3312562313060821</c:v>
                </c:pt>
                <c:pt idx="5612">
                  <c:v>3.3998005982053838</c:v>
                </c:pt>
                <c:pt idx="5613">
                  <c:v>3.3723828514456633</c:v>
                </c:pt>
                <c:pt idx="5614">
                  <c:v>3.3649052841475573</c:v>
                </c:pt>
                <c:pt idx="5615">
                  <c:v>3.4770687936191425</c:v>
                </c:pt>
                <c:pt idx="5616">
                  <c:v>3.5618145563310071</c:v>
                </c:pt>
                <c:pt idx="5617">
                  <c:v>3.5505982053838485</c:v>
                </c:pt>
                <c:pt idx="5618">
                  <c:v>3.5343968095712861</c:v>
                </c:pt>
                <c:pt idx="5619">
                  <c:v>3.3723828514456633</c:v>
                </c:pt>
                <c:pt idx="5620">
                  <c:v>3.3860917248255236</c:v>
                </c:pt>
                <c:pt idx="5621">
                  <c:v>3.3798604187437689</c:v>
                </c:pt>
                <c:pt idx="5622">
                  <c:v>3.4471585244267198</c:v>
                </c:pt>
                <c:pt idx="5623">
                  <c:v>3.4184945164506479</c:v>
                </c:pt>
                <c:pt idx="5624">
                  <c:v>3.4247258225324031</c:v>
                </c:pt>
                <c:pt idx="5625">
                  <c:v>3.3649052841475573</c:v>
                </c:pt>
                <c:pt idx="5626">
                  <c:v>3.3200398803589235</c:v>
                </c:pt>
                <c:pt idx="5627">
                  <c:v>3.3325024925224329</c:v>
                </c:pt>
                <c:pt idx="5628">
                  <c:v>3.3437188434695915</c:v>
                </c:pt>
                <c:pt idx="5629">
                  <c:v>3.3374875373878368</c:v>
                </c:pt>
                <c:pt idx="5630">
                  <c:v>3.3798604187437689</c:v>
                </c:pt>
                <c:pt idx="5631">
                  <c:v>3.3935692921236291</c:v>
                </c:pt>
                <c:pt idx="5632">
                  <c:v>3.4097706879361915</c:v>
                </c:pt>
                <c:pt idx="5633">
                  <c:v>3.4097706879361915</c:v>
                </c:pt>
                <c:pt idx="5634">
                  <c:v>3.3686440677966103</c:v>
                </c:pt>
                <c:pt idx="5635">
                  <c:v>3.4047856430707877</c:v>
                </c:pt>
                <c:pt idx="5636">
                  <c:v>3.4745762711864407</c:v>
                </c:pt>
                <c:pt idx="5637">
                  <c:v>3.4546360917248258</c:v>
                </c:pt>
                <c:pt idx="5638">
                  <c:v>3.4546360917248258</c:v>
                </c:pt>
                <c:pt idx="5639">
                  <c:v>3.4783150548354937</c:v>
                </c:pt>
                <c:pt idx="5640">
                  <c:v>3.4434197407776672</c:v>
                </c:pt>
                <c:pt idx="5641">
                  <c:v>3.4035393818544368</c:v>
                </c:pt>
                <c:pt idx="5642">
                  <c:v>3.398554336989033</c:v>
                </c:pt>
                <c:pt idx="5643">
                  <c:v>3.3811066799601197</c:v>
                </c:pt>
                <c:pt idx="5644">
                  <c:v>3.4085244267198407</c:v>
                </c:pt>
                <c:pt idx="5645">
                  <c:v>3.4072781655034898</c:v>
                </c:pt>
                <c:pt idx="5646">
                  <c:v>3.398554336989033</c:v>
                </c:pt>
                <c:pt idx="5647">
                  <c:v>3.4122632103688932</c:v>
                </c:pt>
                <c:pt idx="5648">
                  <c:v>3.4172482552342971</c:v>
                </c:pt>
                <c:pt idx="5649">
                  <c:v>3.398554336989033</c:v>
                </c:pt>
                <c:pt idx="5650">
                  <c:v>3.3885842472582253</c:v>
                </c:pt>
                <c:pt idx="5651">
                  <c:v>3.4334496510468595</c:v>
                </c:pt>
                <c:pt idx="5652">
                  <c:v>3.4733300099700899</c:v>
                </c:pt>
                <c:pt idx="5653">
                  <c:v>3.4222333000997009</c:v>
                </c:pt>
                <c:pt idx="5654">
                  <c:v>3.3835992023928214</c:v>
                </c:pt>
                <c:pt idx="5655">
                  <c:v>3.3910767696909274</c:v>
                </c:pt>
                <c:pt idx="5656">
                  <c:v>3.3673978065802594</c:v>
                </c:pt>
                <c:pt idx="5657">
                  <c:v>3.3237786640079761</c:v>
                </c:pt>
                <c:pt idx="5658">
                  <c:v>3.3100697906281158</c:v>
                </c:pt>
                <c:pt idx="5659">
                  <c:v>3.2552342971086743</c:v>
                </c:pt>
                <c:pt idx="5660">
                  <c:v>3.277666999002991</c:v>
                </c:pt>
                <c:pt idx="5661">
                  <c:v>3.2764207377866401</c:v>
                </c:pt>
                <c:pt idx="5662">
                  <c:v>3.3225324027916252</c:v>
                </c:pt>
                <c:pt idx="5663">
                  <c:v>3.3150548354935196</c:v>
                </c:pt>
                <c:pt idx="5664">
                  <c:v>3.3287637088733799</c:v>
                </c:pt>
                <c:pt idx="5665">
                  <c:v>3.3250249252243269</c:v>
                </c:pt>
                <c:pt idx="5666">
                  <c:v>3.2901296111665004</c:v>
                </c:pt>
                <c:pt idx="5667">
                  <c:v>3.277666999002991</c:v>
                </c:pt>
                <c:pt idx="5668">
                  <c:v>3.3038384845463611</c:v>
                </c:pt>
                <c:pt idx="5669">
                  <c:v>3.3262711864406782</c:v>
                </c:pt>
                <c:pt idx="5670">
                  <c:v>3.3337487537387838</c:v>
                </c:pt>
                <c:pt idx="5671">
                  <c:v>3.3200398803589235</c:v>
                </c:pt>
                <c:pt idx="5672">
                  <c:v>3.2901296111665004</c:v>
                </c:pt>
                <c:pt idx="5673">
                  <c:v>3.2253240279162512</c:v>
                </c:pt>
                <c:pt idx="5674">
                  <c:v>3.167996011964108</c:v>
                </c:pt>
                <c:pt idx="5675">
                  <c:v>3.1343469591226323</c:v>
                </c:pt>
                <c:pt idx="5676">
                  <c:v>3.1193918245264207</c:v>
                </c:pt>
                <c:pt idx="5677">
                  <c:v>3.1293619142572284</c:v>
                </c:pt>
                <c:pt idx="5678">
                  <c:v>3.1505483549351947</c:v>
                </c:pt>
                <c:pt idx="5679">
                  <c:v>3.160518444666002</c:v>
                </c:pt>
                <c:pt idx="5680">
                  <c:v>3.1954137587238285</c:v>
                </c:pt>
                <c:pt idx="5681">
                  <c:v>3.1954137587238285</c:v>
                </c:pt>
                <c:pt idx="5682">
                  <c:v>3.1854436689930212</c:v>
                </c:pt>
                <c:pt idx="5683">
                  <c:v>3.2602193419740777</c:v>
                </c:pt>
                <c:pt idx="5684">
                  <c:v>3.257726819541376</c:v>
                </c:pt>
                <c:pt idx="5685">
                  <c:v>3.2278165503489533</c:v>
                </c:pt>
                <c:pt idx="5686">
                  <c:v>3.2502492522432704</c:v>
                </c:pt>
                <c:pt idx="5687">
                  <c:v>3.3038384845463611</c:v>
                </c:pt>
                <c:pt idx="5688">
                  <c:v>3.2901296111665004</c:v>
                </c:pt>
                <c:pt idx="5689">
                  <c:v>3.3200398803589235</c:v>
                </c:pt>
                <c:pt idx="5690">
                  <c:v>3.3599202392821534</c:v>
                </c:pt>
                <c:pt idx="5691">
                  <c:v>3.4047856430707877</c:v>
                </c:pt>
                <c:pt idx="5692">
                  <c:v>3.3885842472582253</c:v>
                </c:pt>
                <c:pt idx="5693">
                  <c:v>3.3823529411764706</c:v>
                </c:pt>
                <c:pt idx="5694">
                  <c:v>3.351196410767697</c:v>
                </c:pt>
                <c:pt idx="5695">
                  <c:v>3.2639581256231307</c:v>
                </c:pt>
                <c:pt idx="5696">
                  <c:v>3.2589730807577268</c:v>
                </c:pt>
                <c:pt idx="5697">
                  <c:v>3.2564805583250251</c:v>
                </c:pt>
                <c:pt idx="5698">
                  <c:v>3.2527417746759721</c:v>
                </c:pt>
                <c:pt idx="5699">
                  <c:v>3.2652043868394816</c:v>
                </c:pt>
                <c:pt idx="5700">
                  <c:v>3.2726819541375871</c:v>
                </c:pt>
                <c:pt idx="5701">
                  <c:v>3.351196410767697</c:v>
                </c:pt>
                <c:pt idx="5702">
                  <c:v>3.3686440677966103</c:v>
                </c:pt>
                <c:pt idx="5703">
                  <c:v>3.4209870388833501</c:v>
                </c:pt>
                <c:pt idx="5704">
                  <c:v>3.3910767696909274</c:v>
                </c:pt>
                <c:pt idx="5705">
                  <c:v>3.371136590229312</c:v>
                </c:pt>
                <c:pt idx="5706">
                  <c:v>3.374875373878365</c:v>
                </c:pt>
                <c:pt idx="5707">
                  <c:v>3.3237786640079761</c:v>
                </c:pt>
                <c:pt idx="5708">
                  <c:v>3.3761216350947159</c:v>
                </c:pt>
                <c:pt idx="5709">
                  <c:v>3.3599202392821534</c:v>
                </c:pt>
                <c:pt idx="5710">
                  <c:v>3.398554336989033</c:v>
                </c:pt>
                <c:pt idx="5711">
                  <c:v>3.4072781655034898</c:v>
                </c:pt>
                <c:pt idx="5712">
                  <c:v>3.4085244267198407</c:v>
                </c:pt>
                <c:pt idx="5713">
                  <c:v>3.3860917248255236</c:v>
                </c:pt>
                <c:pt idx="5714">
                  <c:v>3.39481555333998</c:v>
                </c:pt>
                <c:pt idx="5715">
                  <c:v>3.3624127617148556</c:v>
                </c:pt>
                <c:pt idx="5716">
                  <c:v>3.374875373878365</c:v>
                </c:pt>
                <c:pt idx="5717">
                  <c:v>3.3798604187437689</c:v>
                </c:pt>
                <c:pt idx="5718">
                  <c:v>3.3599202392821534</c:v>
                </c:pt>
                <c:pt idx="5719">
                  <c:v>3.3823529411764706</c:v>
                </c:pt>
                <c:pt idx="5720">
                  <c:v>3.3437188434695915</c:v>
                </c:pt>
                <c:pt idx="5721">
                  <c:v>3.3935692921236291</c:v>
                </c:pt>
                <c:pt idx="5722">
                  <c:v>3.4135094715852445</c:v>
                </c:pt>
                <c:pt idx="5723">
                  <c:v>3.4010468594217347</c:v>
                </c:pt>
                <c:pt idx="5724">
                  <c:v>3.3698903290129611</c:v>
                </c:pt>
                <c:pt idx="5725">
                  <c:v>3.3673978065802594</c:v>
                </c:pt>
                <c:pt idx="5726">
                  <c:v>3.378614157527418</c:v>
                </c:pt>
                <c:pt idx="5727">
                  <c:v>3.39481555333998</c:v>
                </c:pt>
                <c:pt idx="5728">
                  <c:v>3.3649052841475573</c:v>
                </c:pt>
                <c:pt idx="5729">
                  <c:v>3.2951146560319042</c:v>
                </c:pt>
                <c:pt idx="5730">
                  <c:v>3.2402791625124627</c:v>
                </c:pt>
                <c:pt idx="5731">
                  <c:v>3.2028913260219345</c:v>
                </c:pt>
                <c:pt idx="5732">
                  <c:v>3.140578265204387</c:v>
                </c:pt>
                <c:pt idx="5733">
                  <c:v>3.1941674975074776</c:v>
                </c:pt>
                <c:pt idx="5734">
                  <c:v>3.1792123629112661</c:v>
                </c:pt>
                <c:pt idx="5735">
                  <c:v>3.2290628115653042</c:v>
                </c:pt>
                <c:pt idx="5736">
                  <c:v>3.2116151545363909</c:v>
                </c:pt>
                <c:pt idx="5737">
                  <c:v>3.2103688933200401</c:v>
                </c:pt>
                <c:pt idx="5738">
                  <c:v>3.164257228315055</c:v>
                </c:pt>
                <c:pt idx="5739">
                  <c:v>3.0820039880358925</c:v>
                </c:pt>
                <c:pt idx="5740">
                  <c:v>3.1243768693918246</c:v>
                </c:pt>
                <c:pt idx="5741">
                  <c:v>3.1193918245264207</c:v>
                </c:pt>
                <c:pt idx="5742">
                  <c:v>3.1281156530408776</c:v>
                </c:pt>
                <c:pt idx="5743">
                  <c:v>3.116899302093719</c:v>
                </c:pt>
                <c:pt idx="5744">
                  <c:v>3.1505483549351947</c:v>
                </c:pt>
                <c:pt idx="5745">
                  <c:v>3.164257228315055</c:v>
                </c:pt>
                <c:pt idx="5746">
                  <c:v>3.1542871385842473</c:v>
                </c:pt>
                <c:pt idx="5747">
                  <c:v>3.1380857427716848</c:v>
                </c:pt>
                <c:pt idx="5748">
                  <c:v>3.1580259222333003</c:v>
                </c:pt>
                <c:pt idx="5749">
                  <c:v>3.14431704885344</c:v>
                </c:pt>
                <c:pt idx="5750">
                  <c:v>3.2128614157527418</c:v>
                </c:pt>
                <c:pt idx="5751">
                  <c:v>3.2265702891326025</c:v>
                </c:pt>
                <c:pt idx="5752">
                  <c:v>3.2240777666999003</c:v>
                </c:pt>
                <c:pt idx="5753">
                  <c:v>3.2440179461615157</c:v>
                </c:pt>
                <c:pt idx="5754">
                  <c:v>3.237786640079761</c:v>
                </c:pt>
                <c:pt idx="5755">
                  <c:v>3.2826520438683948</c:v>
                </c:pt>
                <c:pt idx="5756">
                  <c:v>3.2751744765702893</c:v>
                </c:pt>
                <c:pt idx="5757">
                  <c:v>3.257726819541376</c:v>
                </c:pt>
                <c:pt idx="5758">
                  <c:v>3.2490029910269191</c:v>
                </c:pt>
                <c:pt idx="5759">
                  <c:v>3.2103688933200401</c:v>
                </c:pt>
                <c:pt idx="5760">
                  <c:v>3.2639581256231307</c:v>
                </c:pt>
                <c:pt idx="5761">
                  <c:v>3.2490029910269191</c:v>
                </c:pt>
                <c:pt idx="5762">
                  <c:v>3.2714356929212363</c:v>
                </c:pt>
                <c:pt idx="5763">
                  <c:v>3.2552342971086743</c:v>
                </c:pt>
                <c:pt idx="5764">
                  <c:v>3.3287637088733799</c:v>
                </c:pt>
                <c:pt idx="5765">
                  <c:v>3.371136590229312</c:v>
                </c:pt>
                <c:pt idx="5766">
                  <c:v>3.3723828514456633</c:v>
                </c:pt>
                <c:pt idx="5767">
                  <c:v>3.3536889332003987</c:v>
                </c:pt>
                <c:pt idx="5768">
                  <c:v>3.3100697906281158</c:v>
                </c:pt>
                <c:pt idx="5769">
                  <c:v>3.2988534396809572</c:v>
                </c:pt>
                <c:pt idx="5770">
                  <c:v>3.2390329012961119</c:v>
                </c:pt>
                <c:pt idx="5771">
                  <c:v>3.2290628115653042</c:v>
                </c:pt>
                <c:pt idx="5772">
                  <c:v>3.2016450648055832</c:v>
                </c:pt>
                <c:pt idx="5773">
                  <c:v>3.1318544366899301</c:v>
                </c:pt>
                <c:pt idx="5774">
                  <c:v>3.164257228315055</c:v>
                </c:pt>
                <c:pt idx="5775">
                  <c:v>3.1954137587238285</c:v>
                </c:pt>
                <c:pt idx="5776">
                  <c:v>3.1779661016949152</c:v>
                </c:pt>
                <c:pt idx="5777">
                  <c:v>3.2166001994017948</c:v>
                </c:pt>
                <c:pt idx="5778">
                  <c:v>3.2290628115653042</c:v>
                </c:pt>
                <c:pt idx="5779">
                  <c:v>3.2490029910269191</c:v>
                </c:pt>
                <c:pt idx="5780">
                  <c:v>3.2739282153539384</c:v>
                </c:pt>
                <c:pt idx="5781">
                  <c:v>3.2078763708873379</c:v>
                </c:pt>
                <c:pt idx="5782">
                  <c:v>3.2153539381854439</c:v>
                </c:pt>
                <c:pt idx="5783">
                  <c:v>3.1854436689930212</c:v>
                </c:pt>
                <c:pt idx="5784">
                  <c:v>3.1630109670987041</c:v>
                </c:pt>
                <c:pt idx="5785">
                  <c:v>2.9573778664007975</c:v>
                </c:pt>
                <c:pt idx="5786">
                  <c:v>2.9000498504486543</c:v>
                </c:pt>
                <c:pt idx="5787">
                  <c:v>2.7978564307078764</c:v>
                </c:pt>
                <c:pt idx="5788">
                  <c:v>2.761714855433699</c:v>
                </c:pt>
                <c:pt idx="5789">
                  <c:v>2.7729312063808575</c:v>
                </c:pt>
                <c:pt idx="5790">
                  <c:v>2.8439680957128615</c:v>
                </c:pt>
                <c:pt idx="5791">
                  <c:v>2.8801096709870389</c:v>
                </c:pt>
                <c:pt idx="5792">
                  <c:v>2.9299601196410769</c:v>
                </c:pt>
                <c:pt idx="5793">
                  <c:v>2.9474077766699902</c:v>
                </c:pt>
                <c:pt idx="5794">
                  <c:v>3.0159521435692924</c:v>
                </c:pt>
                <c:pt idx="5795">
                  <c:v>2.9611166500498505</c:v>
                </c:pt>
                <c:pt idx="5796">
                  <c:v>2.9561316051844466</c:v>
                </c:pt>
                <c:pt idx="5797">
                  <c:v>2.9586241276171488</c:v>
                </c:pt>
                <c:pt idx="5798">
                  <c:v>3.0296610169491527</c:v>
                </c:pt>
                <c:pt idx="5799">
                  <c:v>2.976071784646062</c:v>
                </c:pt>
                <c:pt idx="5800">
                  <c:v>3.0284147557328018</c:v>
                </c:pt>
                <c:pt idx="5801">
                  <c:v>2.99975074775673</c:v>
                </c:pt>
                <c:pt idx="5802">
                  <c:v>3.0358923230309074</c:v>
                </c:pt>
                <c:pt idx="5803">
                  <c:v>3.0134596211365903</c:v>
                </c:pt>
                <c:pt idx="5804">
                  <c:v>3.0770189431704886</c:v>
                </c:pt>
                <c:pt idx="5805">
                  <c:v>3.0483549351944168</c:v>
                </c:pt>
                <c:pt idx="5806">
                  <c:v>3.0309072781655035</c:v>
                </c:pt>
                <c:pt idx="5807">
                  <c:v>3.1044366899302096</c:v>
                </c:pt>
                <c:pt idx="5808">
                  <c:v>3.1879361914257229</c:v>
                </c:pt>
                <c:pt idx="5809">
                  <c:v>3.2041375872382853</c:v>
                </c:pt>
                <c:pt idx="5810">
                  <c:v>3.3462113659022932</c:v>
                </c:pt>
                <c:pt idx="5811">
                  <c:v>3.2838983050847457</c:v>
                </c:pt>
                <c:pt idx="5812">
                  <c:v>3.1393320039880361</c:v>
                </c:pt>
                <c:pt idx="5813">
                  <c:v>3.1792123629112661</c:v>
                </c:pt>
                <c:pt idx="5814">
                  <c:v>3.1144067796610169</c:v>
                </c:pt>
                <c:pt idx="5815">
                  <c:v>2.9523928215353941</c:v>
                </c:pt>
                <c:pt idx="5816">
                  <c:v>2.882602193419741</c:v>
                </c:pt>
                <c:pt idx="5817">
                  <c:v>2.7729312063808575</c:v>
                </c:pt>
                <c:pt idx="5818">
                  <c:v>2.7691924227318045</c:v>
                </c:pt>
                <c:pt idx="5819">
                  <c:v>2.7193419740777669</c:v>
                </c:pt>
                <c:pt idx="5820">
                  <c:v>2.8339980059820538</c:v>
                </c:pt>
                <c:pt idx="5821">
                  <c:v>2.7916251246261217</c:v>
                </c:pt>
                <c:pt idx="5822">
                  <c:v>2.851445663010967</c:v>
                </c:pt>
                <c:pt idx="5823">
                  <c:v>2.8614157527417747</c:v>
                </c:pt>
                <c:pt idx="5824">
                  <c:v>2.7691924227318045</c:v>
                </c:pt>
                <c:pt idx="5825">
                  <c:v>2.9561316051844466</c:v>
                </c:pt>
                <c:pt idx="5826">
                  <c:v>3.0309072781655035</c:v>
                </c:pt>
                <c:pt idx="5827">
                  <c:v>2.4875373878364906</c:v>
                </c:pt>
                <c:pt idx="5828">
                  <c:v>2.6271186440677967</c:v>
                </c:pt>
                <c:pt idx="5829">
                  <c:v>2.7193419740777669</c:v>
                </c:pt>
                <c:pt idx="5830">
                  <c:v>2.6769690927218344</c:v>
                </c:pt>
                <c:pt idx="5831">
                  <c:v>2.6321036889332006</c:v>
                </c:pt>
                <c:pt idx="5832">
                  <c:v>2.7966101694915255</c:v>
                </c:pt>
                <c:pt idx="5833">
                  <c:v>2.781655034895314</c:v>
                </c:pt>
                <c:pt idx="5834">
                  <c:v>2.6956630109670989</c:v>
                </c:pt>
                <c:pt idx="5835">
                  <c:v>2.6557826520438685</c:v>
                </c:pt>
                <c:pt idx="5836">
                  <c:v>2.6021934197407779</c:v>
                </c:pt>
                <c:pt idx="5837">
                  <c:v>2.5062313060817547</c:v>
                </c:pt>
                <c:pt idx="5838">
                  <c:v>2.480059820538385</c:v>
                </c:pt>
                <c:pt idx="5839">
                  <c:v>2.4302093718843469</c:v>
                </c:pt>
                <c:pt idx="5840">
                  <c:v>2.4027916251246264</c:v>
                </c:pt>
                <c:pt idx="5841">
                  <c:v>2.4165004985044867</c:v>
                </c:pt>
                <c:pt idx="5842">
                  <c:v>2.4127617148554337</c:v>
                </c:pt>
                <c:pt idx="5843">
                  <c:v>2.4264705882352944</c:v>
                </c:pt>
                <c:pt idx="5844">
                  <c:v>2.4052841475573281</c:v>
                </c:pt>
                <c:pt idx="5845">
                  <c:v>2.4077766699900298</c:v>
                </c:pt>
                <c:pt idx="5846">
                  <c:v>2.3703888334995016</c:v>
                </c:pt>
                <c:pt idx="5847">
                  <c:v>2.3666500498504486</c:v>
                </c:pt>
                <c:pt idx="5848">
                  <c:v>2.3043369890329015</c:v>
                </c:pt>
                <c:pt idx="5849">
                  <c:v>2.3429710867397806</c:v>
                </c:pt>
                <c:pt idx="5850">
                  <c:v>2.359172482552343</c:v>
                </c:pt>
                <c:pt idx="5851">
                  <c:v>2.3878364905284148</c:v>
                </c:pt>
                <c:pt idx="5852">
                  <c:v>2.3367397806580259</c:v>
                </c:pt>
                <c:pt idx="5853">
                  <c:v>2.3230309072781656</c:v>
                </c:pt>
                <c:pt idx="5854">
                  <c:v>2.3716350947158524</c:v>
                </c:pt>
                <c:pt idx="5855">
                  <c:v>2.3541874376869392</c:v>
                </c:pt>
                <c:pt idx="5856">
                  <c:v>2.3404785643070789</c:v>
                </c:pt>
                <c:pt idx="5857">
                  <c:v>2.3890827517447657</c:v>
                </c:pt>
                <c:pt idx="5858">
                  <c:v>2.3417248255234298</c:v>
                </c:pt>
                <c:pt idx="5859">
                  <c:v>2.2981056829511468</c:v>
                </c:pt>
                <c:pt idx="5860">
                  <c:v>2.2993519441674977</c:v>
                </c:pt>
                <c:pt idx="5861">
                  <c:v>2.3192921236291126</c:v>
                </c:pt>
                <c:pt idx="5862">
                  <c:v>2.3516949152542375</c:v>
                </c:pt>
                <c:pt idx="5863">
                  <c:v>2.3529411764705883</c:v>
                </c:pt>
                <c:pt idx="5864">
                  <c:v>2.3479561316051845</c:v>
                </c:pt>
                <c:pt idx="5865">
                  <c:v>2.335493519441675</c:v>
                </c:pt>
                <c:pt idx="5866">
                  <c:v>2.3504486540378866</c:v>
                </c:pt>
                <c:pt idx="5867">
                  <c:v>2.3068295114656032</c:v>
                </c:pt>
                <c:pt idx="5868">
                  <c:v>2.3055832502492524</c:v>
                </c:pt>
                <c:pt idx="5869">
                  <c:v>2.2881355932203391</c:v>
                </c:pt>
                <c:pt idx="5870">
                  <c:v>2.3691425722831507</c:v>
                </c:pt>
                <c:pt idx="5871">
                  <c:v>2.3504486540378866</c:v>
                </c:pt>
                <c:pt idx="5872">
                  <c:v>2.3728813559322033</c:v>
                </c:pt>
                <c:pt idx="5873">
                  <c:v>2.4002991026919243</c:v>
                </c:pt>
                <c:pt idx="5874">
                  <c:v>2.3678963110667999</c:v>
                </c:pt>
                <c:pt idx="5875">
                  <c:v>2.3816051844466601</c:v>
                </c:pt>
                <c:pt idx="5876">
                  <c:v>2.4015453639082751</c:v>
                </c:pt>
                <c:pt idx="5877">
                  <c:v>2.3903290129611166</c:v>
                </c:pt>
                <c:pt idx="5878">
                  <c:v>2.4165004985044867</c:v>
                </c:pt>
                <c:pt idx="5879">
                  <c:v>2.4376869391824525</c:v>
                </c:pt>
                <c:pt idx="5880">
                  <c:v>2.3728813559322033</c:v>
                </c:pt>
                <c:pt idx="5881">
                  <c:v>2.4339481555333999</c:v>
                </c:pt>
                <c:pt idx="5882">
                  <c:v>2.4314556331006978</c:v>
                </c:pt>
                <c:pt idx="5883">
                  <c:v>2.4227318045862414</c:v>
                </c:pt>
                <c:pt idx="5884">
                  <c:v>2.4738285144566303</c:v>
                </c:pt>
                <c:pt idx="5885">
                  <c:v>2.4551345962113658</c:v>
                </c:pt>
                <c:pt idx="5886">
                  <c:v>2.4339481555333999</c:v>
                </c:pt>
                <c:pt idx="5887">
                  <c:v>2.4227318045862414</c:v>
                </c:pt>
                <c:pt idx="5888">
                  <c:v>2.4327018943170491</c:v>
                </c:pt>
                <c:pt idx="5889">
                  <c:v>2.4688434695912265</c:v>
                </c:pt>
                <c:pt idx="5890">
                  <c:v>2.4626121635094718</c:v>
                </c:pt>
                <c:pt idx="5891">
                  <c:v>2.4414257228315055</c:v>
                </c:pt>
                <c:pt idx="5892">
                  <c:v>2.4364406779661016</c:v>
                </c:pt>
                <c:pt idx="5893">
                  <c:v>2.4563808574277171</c:v>
                </c:pt>
                <c:pt idx="5894">
                  <c:v>2.5186939182452641</c:v>
                </c:pt>
                <c:pt idx="5895">
                  <c:v>2.4700897308075773</c:v>
                </c:pt>
                <c:pt idx="5896">
                  <c:v>2.4464107676969093</c:v>
                </c:pt>
                <c:pt idx="5897">
                  <c:v>2.4090229312063811</c:v>
                </c:pt>
                <c:pt idx="5898">
                  <c:v>2.3953140578265204</c:v>
                </c:pt>
                <c:pt idx="5899">
                  <c:v>2.3915752741774678</c:v>
                </c:pt>
                <c:pt idx="5900">
                  <c:v>2.4002991026919243</c:v>
                </c:pt>
                <c:pt idx="5901">
                  <c:v>2.3853439680957131</c:v>
                </c:pt>
                <c:pt idx="5902">
                  <c:v>2.3878364905284148</c:v>
                </c:pt>
                <c:pt idx="5903">
                  <c:v>2.3703888334995016</c:v>
                </c:pt>
                <c:pt idx="5904">
                  <c:v>2.3429710867397806</c:v>
                </c:pt>
                <c:pt idx="5905">
                  <c:v>2.382851445663011</c:v>
                </c:pt>
                <c:pt idx="5906">
                  <c:v>2.3816051844466601</c:v>
                </c:pt>
                <c:pt idx="5907">
                  <c:v>2.3379860418743768</c:v>
                </c:pt>
                <c:pt idx="5908">
                  <c:v>2.3678963110667999</c:v>
                </c:pt>
                <c:pt idx="5909">
                  <c:v>2.335493519441675</c:v>
                </c:pt>
                <c:pt idx="5910">
                  <c:v>2.3130608175473579</c:v>
                </c:pt>
                <c:pt idx="5911">
                  <c:v>2.3766201395812563</c:v>
                </c:pt>
                <c:pt idx="5912">
                  <c:v>2.3853439680957131</c:v>
                </c:pt>
                <c:pt idx="5913">
                  <c:v>2.3504486540378866</c:v>
                </c:pt>
                <c:pt idx="5914">
                  <c:v>2.362911266201396</c:v>
                </c:pt>
                <c:pt idx="5915">
                  <c:v>2.3330009970089733</c:v>
                </c:pt>
                <c:pt idx="5916">
                  <c:v>2.3417248255234298</c:v>
                </c:pt>
                <c:pt idx="5917">
                  <c:v>2.3442173479561315</c:v>
                </c:pt>
                <c:pt idx="5918">
                  <c:v>2.335493519441675</c:v>
                </c:pt>
                <c:pt idx="5919">
                  <c:v>2.3118145563310071</c:v>
                </c:pt>
                <c:pt idx="5920">
                  <c:v>2.2731804586241275</c:v>
                </c:pt>
                <c:pt idx="5921">
                  <c:v>2.2532402791625126</c:v>
                </c:pt>
                <c:pt idx="5922">
                  <c:v>2.2407776669990032</c:v>
                </c:pt>
                <c:pt idx="5923">
                  <c:v>2.2956131605184447</c:v>
                </c:pt>
                <c:pt idx="5924">
                  <c:v>2.3155533399800601</c:v>
                </c:pt>
                <c:pt idx="5925">
                  <c:v>2.2968594217347955</c:v>
                </c:pt>
                <c:pt idx="5926">
                  <c:v>2.335493519441675</c:v>
                </c:pt>
                <c:pt idx="5927">
                  <c:v>2.3167996011964109</c:v>
                </c:pt>
                <c:pt idx="5928">
                  <c:v>2.339232303090728</c:v>
                </c:pt>
                <c:pt idx="5929">
                  <c:v>2.3242771684945165</c:v>
                </c:pt>
                <c:pt idx="5930">
                  <c:v>2.3018444666001994</c:v>
                </c:pt>
                <c:pt idx="5931">
                  <c:v>2.3080757726819541</c:v>
                </c:pt>
                <c:pt idx="5932">
                  <c:v>2.2943668993020938</c:v>
                </c:pt>
                <c:pt idx="5933">
                  <c:v>2.2769192422731805</c:v>
                </c:pt>
                <c:pt idx="5934">
                  <c:v>2.4052841475573281</c:v>
                </c:pt>
                <c:pt idx="5935">
                  <c:v>2.379112662013958</c:v>
                </c:pt>
                <c:pt idx="5936">
                  <c:v>2.3566799601196413</c:v>
                </c:pt>
                <c:pt idx="5937">
                  <c:v>2.3442173479561315</c:v>
                </c:pt>
                <c:pt idx="5938">
                  <c:v>2.35543369890329</c:v>
                </c:pt>
                <c:pt idx="5939">
                  <c:v>2.3566799601196413</c:v>
                </c:pt>
                <c:pt idx="5940">
                  <c:v>2.3953140578265204</c:v>
                </c:pt>
                <c:pt idx="5941">
                  <c:v>2.3753738783649054</c:v>
                </c:pt>
                <c:pt idx="5942">
                  <c:v>2.3641575274177469</c:v>
                </c:pt>
                <c:pt idx="5943">
                  <c:v>2.3467098703888336</c:v>
                </c:pt>
                <c:pt idx="5944">
                  <c:v>2.3155533399800601</c:v>
                </c:pt>
                <c:pt idx="5945">
                  <c:v>2.3180458624127618</c:v>
                </c:pt>
                <c:pt idx="5946">
                  <c:v>2.3267696909272182</c:v>
                </c:pt>
                <c:pt idx="5947">
                  <c:v>2.3018444666001994</c:v>
                </c:pt>
                <c:pt idx="5948">
                  <c:v>2.265702891326022</c:v>
                </c:pt>
                <c:pt idx="5949">
                  <c:v>2.2881355932203391</c:v>
                </c:pt>
                <c:pt idx="5950">
                  <c:v>2.2881355932203391</c:v>
                </c:pt>
                <c:pt idx="5951">
                  <c:v>2.2794117647058822</c:v>
                </c:pt>
                <c:pt idx="5952">
                  <c:v>2.2370388833499502</c:v>
                </c:pt>
                <c:pt idx="5953">
                  <c:v>2.2108673978065805</c:v>
                </c:pt>
                <c:pt idx="5954">
                  <c:v>2.2033898305084745</c:v>
                </c:pt>
                <c:pt idx="5955">
                  <c:v>2.2121136590229313</c:v>
                </c:pt>
                <c:pt idx="5956">
                  <c:v>2.2195912263210369</c:v>
                </c:pt>
                <c:pt idx="5957">
                  <c:v>2.2208374875373877</c:v>
                </c:pt>
                <c:pt idx="5958">
                  <c:v>2.2270687936191425</c:v>
                </c:pt>
                <c:pt idx="5959">
                  <c:v>2.2519940179461617</c:v>
                </c:pt>
                <c:pt idx="5960">
                  <c:v>2.2482552342971087</c:v>
                </c:pt>
                <c:pt idx="5961">
                  <c:v>2.2258225324027916</c:v>
                </c:pt>
                <c:pt idx="5962">
                  <c:v>2.1921734795613159</c:v>
                </c:pt>
                <c:pt idx="5963">
                  <c:v>2.2320538384845463</c:v>
                </c:pt>
                <c:pt idx="5964">
                  <c:v>2.2333000997008972</c:v>
                </c:pt>
                <c:pt idx="5965">
                  <c:v>2.2258225324027916</c:v>
                </c:pt>
                <c:pt idx="5966">
                  <c:v>2.2071286141575275</c:v>
                </c:pt>
                <c:pt idx="5967">
                  <c:v>2.2083748753738783</c:v>
                </c:pt>
                <c:pt idx="5968">
                  <c:v>2.1846959122632104</c:v>
                </c:pt>
                <c:pt idx="5969">
                  <c:v>2.1672482552342971</c:v>
                </c:pt>
                <c:pt idx="5970">
                  <c:v>2.1597706879361915</c:v>
                </c:pt>
                <c:pt idx="5971">
                  <c:v>2.1460618145563313</c:v>
                </c:pt>
                <c:pt idx="5972">
                  <c:v>2.1473080757726821</c:v>
                </c:pt>
                <c:pt idx="5973">
                  <c:v>2.1510468594217347</c:v>
                </c:pt>
                <c:pt idx="5974">
                  <c:v>2.1136590229312064</c:v>
                </c:pt>
                <c:pt idx="5975">
                  <c:v>2.0825024925224329</c:v>
                </c:pt>
                <c:pt idx="5976">
                  <c:v>2.0762711864406782</c:v>
                </c:pt>
                <c:pt idx="5977">
                  <c:v>2.0887337986041876</c:v>
                </c:pt>
                <c:pt idx="5978">
                  <c:v>2.0451146560319042</c:v>
                </c:pt>
                <c:pt idx="5979">
                  <c:v>2.027666999002991</c:v>
                </c:pt>
                <c:pt idx="5980">
                  <c:v>1.9927716849451647</c:v>
                </c:pt>
                <c:pt idx="5981">
                  <c:v>2.0301595214356931</c:v>
                </c:pt>
                <c:pt idx="5982">
                  <c:v>2.0401296111665004</c:v>
                </c:pt>
                <c:pt idx="5983">
                  <c:v>2.0675473579262214</c:v>
                </c:pt>
                <c:pt idx="5984">
                  <c:v>2.0775174476570291</c:v>
                </c:pt>
                <c:pt idx="5985">
                  <c:v>2.0550847457627119</c:v>
                </c:pt>
                <c:pt idx="5986">
                  <c:v>2.0849950149551346</c:v>
                </c:pt>
                <c:pt idx="5987">
                  <c:v>2.0588235294117649</c:v>
                </c:pt>
                <c:pt idx="5988">
                  <c:v>2.0712861415752744</c:v>
                </c:pt>
                <c:pt idx="5989">
                  <c:v>2.1236291126620142</c:v>
                </c:pt>
                <c:pt idx="5990">
                  <c:v>2.1236291126620142</c:v>
                </c:pt>
                <c:pt idx="5991">
                  <c:v>2.1360917248255236</c:v>
                </c:pt>
                <c:pt idx="5992">
                  <c:v>2.1398305084745761</c:v>
                </c:pt>
                <c:pt idx="5993">
                  <c:v>2.1560319042871385</c:v>
                </c:pt>
                <c:pt idx="5994">
                  <c:v>2.1086739780658026</c:v>
                </c:pt>
                <c:pt idx="5995">
                  <c:v>2.1834496510468595</c:v>
                </c:pt>
                <c:pt idx="5996">
                  <c:v>2.1759720837487539</c:v>
                </c:pt>
                <c:pt idx="5997">
                  <c:v>2.1896809571286142</c:v>
                </c:pt>
                <c:pt idx="5998">
                  <c:v>2.1909272183449651</c:v>
                </c:pt>
                <c:pt idx="5999">
                  <c:v>2.1984047856430711</c:v>
                </c:pt>
                <c:pt idx="6000">
                  <c:v>2.1909272183449651</c:v>
                </c:pt>
                <c:pt idx="6001">
                  <c:v>2.1797108673978065</c:v>
                </c:pt>
                <c:pt idx="6002">
                  <c:v>2.1547856430707877</c:v>
                </c:pt>
                <c:pt idx="6003">
                  <c:v>2.1261216350947159</c:v>
                </c:pt>
                <c:pt idx="6004">
                  <c:v>2.2046360917248258</c:v>
                </c:pt>
                <c:pt idx="6005">
                  <c:v>2.1734795613160518</c:v>
                </c:pt>
                <c:pt idx="6006">
                  <c:v>2.1323529411764706</c:v>
                </c:pt>
                <c:pt idx="6007">
                  <c:v>2.1547856430707877</c:v>
                </c:pt>
                <c:pt idx="6008">
                  <c:v>2.1709870388833501</c:v>
                </c:pt>
                <c:pt idx="6009">
                  <c:v>2.1622632103688932</c:v>
                </c:pt>
                <c:pt idx="6010">
                  <c:v>2.1709870388833501</c:v>
                </c:pt>
                <c:pt idx="6011">
                  <c:v>2.1498005982053838</c:v>
                </c:pt>
                <c:pt idx="6012">
                  <c:v>2.1622632103688932</c:v>
                </c:pt>
                <c:pt idx="6013">
                  <c:v>2.1360917248255236</c:v>
                </c:pt>
                <c:pt idx="6014">
                  <c:v>2.1672482552342971</c:v>
                </c:pt>
                <c:pt idx="6015">
                  <c:v>2.1498005982053838</c:v>
                </c:pt>
                <c:pt idx="6016">
                  <c:v>2.148554336989033</c:v>
                </c:pt>
                <c:pt idx="6017">
                  <c:v>2.1460618145563313</c:v>
                </c:pt>
                <c:pt idx="6018">
                  <c:v>2.1298604187437689</c:v>
                </c:pt>
                <c:pt idx="6019">
                  <c:v>2.1610169491525424</c:v>
                </c:pt>
                <c:pt idx="6020">
                  <c:v>2.1934197407776672</c:v>
                </c:pt>
                <c:pt idx="6021">
                  <c:v>2.2083748753738783</c:v>
                </c:pt>
                <c:pt idx="6022">
                  <c:v>2.1809571286141578</c:v>
                </c:pt>
                <c:pt idx="6023">
                  <c:v>2.1996510468594219</c:v>
                </c:pt>
                <c:pt idx="6024">
                  <c:v>2.1934197407776672</c:v>
                </c:pt>
                <c:pt idx="6025">
                  <c:v>2.1921734795613159</c:v>
                </c:pt>
                <c:pt idx="6026">
                  <c:v>2.1971585244267198</c:v>
                </c:pt>
                <c:pt idx="6027">
                  <c:v>2.2083748753738783</c:v>
                </c:pt>
                <c:pt idx="6028">
                  <c:v>2.2495014955134596</c:v>
                </c:pt>
                <c:pt idx="6029">
                  <c:v>2.2283150548354937</c:v>
                </c:pt>
                <c:pt idx="6030">
                  <c:v>2.2781655034895314</c:v>
                </c:pt>
                <c:pt idx="6031">
                  <c:v>2.261964107676969</c:v>
                </c:pt>
                <c:pt idx="6032">
                  <c:v>2.2208374875373877</c:v>
                </c:pt>
                <c:pt idx="6033">
                  <c:v>2.2071286141575275</c:v>
                </c:pt>
                <c:pt idx="6034">
                  <c:v>2.269441674975075</c:v>
                </c:pt>
                <c:pt idx="6035">
                  <c:v>2.3005982053838485</c:v>
                </c:pt>
                <c:pt idx="6036">
                  <c:v>2.2719341974077767</c:v>
                </c:pt>
                <c:pt idx="6037">
                  <c:v>2.3080757726819541</c:v>
                </c:pt>
                <c:pt idx="6038">
                  <c:v>2.2794117647058822</c:v>
                </c:pt>
                <c:pt idx="6039">
                  <c:v>2.2569790628115656</c:v>
                </c:pt>
                <c:pt idx="6040">
                  <c:v>2.2943668993020938</c:v>
                </c:pt>
                <c:pt idx="6041">
                  <c:v>2.2831505483549352</c:v>
                </c:pt>
                <c:pt idx="6042">
                  <c:v>2.2981056829511468</c:v>
                </c:pt>
                <c:pt idx="6043">
                  <c:v>2.3155533399800601</c:v>
                </c:pt>
                <c:pt idx="6044">
                  <c:v>2.3180458624127618</c:v>
                </c:pt>
                <c:pt idx="6045">
                  <c:v>2.3093220338983054</c:v>
                </c:pt>
                <c:pt idx="6046">
                  <c:v>2.2706879361914258</c:v>
                </c:pt>
                <c:pt idx="6047">
                  <c:v>2.2357926221335993</c:v>
                </c:pt>
                <c:pt idx="6048">
                  <c:v>2.222083748753739</c:v>
                </c:pt>
                <c:pt idx="6049">
                  <c:v>2.2083748753738783</c:v>
                </c:pt>
                <c:pt idx="6050">
                  <c:v>2.2033898305084745</c:v>
                </c:pt>
                <c:pt idx="6051">
                  <c:v>2.1896809571286142</c:v>
                </c:pt>
                <c:pt idx="6052">
                  <c:v>2.2594715852442673</c:v>
                </c:pt>
                <c:pt idx="6053">
                  <c:v>2.238285144566301</c:v>
                </c:pt>
                <c:pt idx="6054">
                  <c:v>2.2482552342971087</c:v>
                </c:pt>
                <c:pt idx="6055">
                  <c:v>2.2395314057826523</c:v>
                </c:pt>
                <c:pt idx="6056">
                  <c:v>2.2594715852442673</c:v>
                </c:pt>
                <c:pt idx="6057">
                  <c:v>2.2843968095712861</c:v>
                </c:pt>
                <c:pt idx="6058">
                  <c:v>2.2357926221335993</c:v>
                </c:pt>
                <c:pt idx="6059">
                  <c:v>2.2121136590229313</c:v>
                </c:pt>
                <c:pt idx="6060">
                  <c:v>2.2333000997008972</c:v>
                </c:pt>
                <c:pt idx="6061">
                  <c:v>2.1921734795613159</c:v>
                </c:pt>
                <c:pt idx="6062">
                  <c:v>2.1697407776669992</c:v>
                </c:pt>
                <c:pt idx="6063">
                  <c:v>2.1597706879361915</c:v>
                </c:pt>
                <c:pt idx="6064">
                  <c:v>2.1124127617148556</c:v>
                </c:pt>
                <c:pt idx="6065">
                  <c:v>2.0887337986041876</c:v>
                </c:pt>
                <c:pt idx="6066">
                  <c:v>2.0687936191425722</c:v>
                </c:pt>
                <c:pt idx="6067">
                  <c:v>1.984047856430708</c:v>
                </c:pt>
                <c:pt idx="6068">
                  <c:v>1.9877866400797608</c:v>
                </c:pt>
                <c:pt idx="6069">
                  <c:v>2.0064805583250251</c:v>
                </c:pt>
                <c:pt idx="6070">
                  <c:v>2.0127118644067798</c:v>
                </c:pt>
                <c:pt idx="6071">
                  <c:v>2.0538384845463611</c:v>
                </c:pt>
                <c:pt idx="6072">
                  <c:v>1.9852941176470589</c:v>
                </c:pt>
                <c:pt idx="6073">
                  <c:v>1.9927716849451647</c:v>
                </c:pt>
                <c:pt idx="6074">
                  <c:v>2.0226819541375871</c:v>
                </c:pt>
                <c:pt idx="6075">
                  <c:v>2.0388833499501495</c:v>
                </c:pt>
                <c:pt idx="6076">
                  <c:v>1.9940179461615155</c:v>
                </c:pt>
                <c:pt idx="6077">
                  <c:v>1.9429212362911268</c:v>
                </c:pt>
                <c:pt idx="6078">
                  <c:v>1.9740777666999003</c:v>
                </c:pt>
                <c:pt idx="6079">
                  <c:v>1.9890329012961117</c:v>
                </c:pt>
                <c:pt idx="6080">
                  <c:v>1.9516450648055832</c:v>
                </c:pt>
                <c:pt idx="6081">
                  <c:v>1.9516450648055832</c:v>
                </c:pt>
                <c:pt idx="6082">
                  <c:v>1.9965104685942174</c:v>
                </c:pt>
                <c:pt idx="6083">
                  <c:v>2.003988035892323</c:v>
                </c:pt>
                <c:pt idx="6084">
                  <c:v>2.0127118644067798</c:v>
                </c:pt>
                <c:pt idx="6085">
                  <c:v>2.0264207377866401</c:v>
                </c:pt>
                <c:pt idx="6086">
                  <c:v>1.9678464606181456</c:v>
                </c:pt>
                <c:pt idx="6087">
                  <c:v>1.9778165503489531</c:v>
                </c:pt>
                <c:pt idx="6088">
                  <c:v>1.9329511465603191</c:v>
                </c:pt>
                <c:pt idx="6089">
                  <c:v>1.9067796610169492</c:v>
                </c:pt>
                <c:pt idx="6090">
                  <c:v>1.911764705882353</c:v>
                </c:pt>
                <c:pt idx="6091">
                  <c:v>1.9292123629112663</c:v>
                </c:pt>
                <c:pt idx="6092">
                  <c:v>1.9503988035892323</c:v>
                </c:pt>
                <c:pt idx="6093">
                  <c:v>1.9329511465603191</c:v>
                </c:pt>
                <c:pt idx="6094">
                  <c:v>1.9155034895314058</c:v>
                </c:pt>
                <c:pt idx="6095">
                  <c:v>1.8880857427716851</c:v>
                </c:pt>
                <c:pt idx="6096">
                  <c:v>1.8793619142572284</c:v>
                </c:pt>
                <c:pt idx="6097">
                  <c:v>1.911764705882353</c:v>
                </c:pt>
                <c:pt idx="6098">
                  <c:v>1.8818544366899304</c:v>
                </c:pt>
                <c:pt idx="6099">
                  <c:v>1.8993020937188436</c:v>
                </c:pt>
                <c:pt idx="6100">
                  <c:v>1.8693918245264207</c:v>
                </c:pt>
                <c:pt idx="6101">
                  <c:v>1.8457128614157527</c:v>
                </c:pt>
                <c:pt idx="6102">
                  <c:v>1.8855932203389831</c:v>
                </c:pt>
                <c:pt idx="6103">
                  <c:v>1.8718843469591226</c:v>
                </c:pt>
                <c:pt idx="6104">
                  <c:v>1.8743768693918246</c:v>
                </c:pt>
                <c:pt idx="6105">
                  <c:v>1.8482053838484547</c:v>
                </c:pt>
                <c:pt idx="6106">
                  <c:v>1.8332502492522433</c:v>
                </c:pt>
                <c:pt idx="6107">
                  <c:v>1.8045862412761715</c:v>
                </c:pt>
                <c:pt idx="6108">
                  <c:v>1.8307577268195414</c:v>
                </c:pt>
                <c:pt idx="6109">
                  <c:v>1.8207876370887339</c:v>
                </c:pt>
                <c:pt idx="6110">
                  <c:v>1.8469591226321038</c:v>
                </c:pt>
                <c:pt idx="6111">
                  <c:v>1.886839481555334</c:v>
                </c:pt>
                <c:pt idx="6112">
                  <c:v>1.9204885343968097</c:v>
                </c:pt>
                <c:pt idx="6113">
                  <c:v>1.9503988035892323</c:v>
                </c:pt>
                <c:pt idx="6114">
                  <c:v>1.9441674975074776</c:v>
                </c:pt>
                <c:pt idx="6115">
                  <c:v>1.9092721834496511</c:v>
                </c:pt>
                <c:pt idx="6116">
                  <c:v>1.9155034895314058</c:v>
                </c:pt>
                <c:pt idx="6117">
                  <c:v>1.8993020937188436</c:v>
                </c:pt>
                <c:pt idx="6118">
                  <c:v>1.8993020937188436</c:v>
                </c:pt>
                <c:pt idx="6119">
                  <c:v>1.9317048853439682</c:v>
                </c:pt>
                <c:pt idx="6120">
                  <c:v>1.9641076769690928</c:v>
                </c:pt>
                <c:pt idx="6121">
                  <c:v>2.0451146560319042</c:v>
                </c:pt>
                <c:pt idx="6122">
                  <c:v>2.0550847457627119</c:v>
                </c:pt>
                <c:pt idx="6123">
                  <c:v>2.0550847457627119</c:v>
                </c:pt>
                <c:pt idx="6124">
                  <c:v>2.0226819541375871</c:v>
                </c:pt>
                <c:pt idx="6125">
                  <c:v>2.0014955134596213</c:v>
                </c:pt>
                <c:pt idx="6126">
                  <c:v>2.0588235294117649</c:v>
                </c:pt>
                <c:pt idx="6127">
                  <c:v>2.0525922233300102</c:v>
                </c:pt>
                <c:pt idx="6128">
                  <c:v>2.0687936191425722</c:v>
                </c:pt>
                <c:pt idx="6129">
                  <c:v>2.0588235294117649</c:v>
                </c:pt>
                <c:pt idx="6130">
                  <c:v>2.0812562313060816</c:v>
                </c:pt>
                <c:pt idx="6131">
                  <c:v>2.1136590229312064</c:v>
                </c:pt>
                <c:pt idx="6132">
                  <c:v>2.1360917248255236</c:v>
                </c:pt>
                <c:pt idx="6133">
                  <c:v>2.152293120638086</c:v>
                </c:pt>
                <c:pt idx="6134">
                  <c:v>2.1335992023928214</c:v>
                </c:pt>
                <c:pt idx="6135">
                  <c:v>2.1198903290129611</c:v>
                </c:pt>
                <c:pt idx="6136">
                  <c:v>2.1261216350947159</c:v>
                </c:pt>
                <c:pt idx="6137">
                  <c:v>2.097457627118644</c:v>
                </c:pt>
                <c:pt idx="6138">
                  <c:v>2.0999501495513462</c:v>
                </c:pt>
                <c:pt idx="6139">
                  <c:v>2.0849950149551346</c:v>
                </c:pt>
                <c:pt idx="6140">
                  <c:v>2.0762711864406782</c:v>
                </c:pt>
                <c:pt idx="6141">
                  <c:v>2.0326520438683948</c:v>
                </c:pt>
                <c:pt idx="6142">
                  <c:v>2.0014955134596213</c:v>
                </c:pt>
                <c:pt idx="6143">
                  <c:v>2.0164506480558324</c:v>
                </c:pt>
                <c:pt idx="6144">
                  <c:v>2.027666999002991</c:v>
                </c:pt>
                <c:pt idx="6145">
                  <c:v>2.0139581256231307</c:v>
                </c:pt>
                <c:pt idx="6146">
                  <c:v>2.0413758723828517</c:v>
                </c:pt>
                <c:pt idx="6147">
                  <c:v>2.0762711864406782</c:v>
                </c:pt>
                <c:pt idx="6148">
                  <c:v>2.0887337986041876</c:v>
                </c:pt>
                <c:pt idx="6149">
                  <c:v>2.101196410767697</c:v>
                </c:pt>
                <c:pt idx="6150">
                  <c:v>2.0725324027916252</c:v>
                </c:pt>
                <c:pt idx="6151">
                  <c:v>2.0451146560319042</c:v>
                </c:pt>
                <c:pt idx="6152">
                  <c:v>2.0625623130608175</c:v>
                </c:pt>
                <c:pt idx="6153">
                  <c:v>2.0513459621136589</c:v>
                </c:pt>
                <c:pt idx="6154">
                  <c:v>2.0500997008973081</c:v>
                </c:pt>
                <c:pt idx="6155">
                  <c:v>2.0675473579262214</c:v>
                </c:pt>
                <c:pt idx="6156">
                  <c:v>2.0750249252243269</c:v>
                </c:pt>
                <c:pt idx="6157">
                  <c:v>2.0862412761714855</c:v>
                </c:pt>
                <c:pt idx="6158">
                  <c:v>2.1261216350947159</c:v>
                </c:pt>
                <c:pt idx="6159">
                  <c:v>2.1348454636091727</c:v>
                </c:pt>
                <c:pt idx="6160">
                  <c:v>2.1498005982053838</c:v>
                </c:pt>
                <c:pt idx="6161">
                  <c:v>2.1410767696909274</c:v>
                </c:pt>
                <c:pt idx="6162">
                  <c:v>2.1385842472582253</c:v>
                </c:pt>
                <c:pt idx="6163">
                  <c:v>2.1236291126620142</c:v>
                </c:pt>
                <c:pt idx="6164">
                  <c:v>2.0874875373878368</c:v>
                </c:pt>
                <c:pt idx="6165">
                  <c:v>2.1136590229312064</c:v>
                </c:pt>
                <c:pt idx="6166">
                  <c:v>2.1398305084745761</c:v>
                </c:pt>
                <c:pt idx="6167">
                  <c:v>2.1298604187437689</c:v>
                </c:pt>
                <c:pt idx="6168">
                  <c:v>2.14481555333998</c:v>
                </c:pt>
                <c:pt idx="6169">
                  <c:v>2.128614157527418</c:v>
                </c:pt>
                <c:pt idx="6170">
                  <c:v>2.1236291126620142</c:v>
                </c:pt>
                <c:pt idx="6171">
                  <c:v>2.1198903290129611</c:v>
                </c:pt>
                <c:pt idx="6172">
                  <c:v>2.0912263210368893</c:v>
                </c:pt>
                <c:pt idx="6173">
                  <c:v>2.0687936191425722</c:v>
                </c:pt>
                <c:pt idx="6174">
                  <c:v>2.1099202392821534</c:v>
                </c:pt>
                <c:pt idx="6175">
                  <c:v>2.1198903290129611</c:v>
                </c:pt>
                <c:pt idx="6176">
                  <c:v>2.1111665004985047</c:v>
                </c:pt>
                <c:pt idx="6177">
                  <c:v>2.1049351944167496</c:v>
                </c:pt>
                <c:pt idx="6178">
                  <c:v>2.1223828514456629</c:v>
                </c:pt>
                <c:pt idx="6179">
                  <c:v>2.1498005982053838</c:v>
                </c:pt>
                <c:pt idx="6180">
                  <c:v>2.1610169491525424</c:v>
                </c:pt>
                <c:pt idx="6181">
                  <c:v>2.1959122632103689</c:v>
                </c:pt>
                <c:pt idx="6182">
                  <c:v>2.1909272183449651</c:v>
                </c:pt>
                <c:pt idx="6183">
                  <c:v>2.1572781655034894</c:v>
                </c:pt>
                <c:pt idx="6184">
                  <c:v>2.1535393818544368</c:v>
                </c:pt>
                <c:pt idx="6185">
                  <c:v>2.218344965104686</c:v>
                </c:pt>
                <c:pt idx="6186">
                  <c:v>2.2108673978065805</c:v>
                </c:pt>
                <c:pt idx="6187">
                  <c:v>2.1809571286141578</c:v>
                </c:pt>
                <c:pt idx="6188">
                  <c:v>2.1959122632103689</c:v>
                </c:pt>
                <c:pt idx="6189">
                  <c:v>2.2233300099700899</c:v>
                </c:pt>
                <c:pt idx="6190">
                  <c:v>2.2320538384845463</c:v>
                </c:pt>
                <c:pt idx="6191">
                  <c:v>2.2357926221335993</c:v>
                </c:pt>
                <c:pt idx="6192">
                  <c:v>2.261964107676969</c:v>
                </c:pt>
                <c:pt idx="6193">
                  <c:v>2.261964107676969</c:v>
                </c:pt>
                <c:pt idx="6194">
                  <c:v>2.2569790628115656</c:v>
                </c:pt>
                <c:pt idx="6195">
                  <c:v>2.2868893320039883</c:v>
                </c:pt>
                <c:pt idx="6196">
                  <c:v>2.2906281156530408</c:v>
                </c:pt>
                <c:pt idx="6197">
                  <c:v>2.2482552342971087</c:v>
                </c:pt>
                <c:pt idx="6198">
                  <c:v>2.2769192422731805</c:v>
                </c:pt>
                <c:pt idx="6199">
                  <c:v>2.2819042871385844</c:v>
                </c:pt>
                <c:pt idx="6200">
                  <c:v>2.2632103688933203</c:v>
                </c:pt>
                <c:pt idx="6201">
                  <c:v>2.2769192422731805</c:v>
                </c:pt>
                <c:pt idx="6202">
                  <c:v>2.3479561316051845</c:v>
                </c:pt>
                <c:pt idx="6203">
                  <c:v>2.3716350947158524</c:v>
                </c:pt>
                <c:pt idx="6204">
                  <c:v>2.3654037886340977</c:v>
                </c:pt>
                <c:pt idx="6205">
                  <c:v>2.386590229312064</c:v>
                </c:pt>
                <c:pt idx="6206">
                  <c:v>2.3654037886340977</c:v>
                </c:pt>
                <c:pt idx="6207">
                  <c:v>2.4165004985044867</c:v>
                </c:pt>
                <c:pt idx="6208">
                  <c:v>2.4401794616151546</c:v>
                </c:pt>
                <c:pt idx="6209">
                  <c:v>2.4140079760717845</c:v>
                </c:pt>
                <c:pt idx="6210">
                  <c:v>2.4389332003988038</c:v>
                </c:pt>
                <c:pt idx="6211">
                  <c:v>2.4214855433698905</c:v>
                </c:pt>
                <c:pt idx="6212">
                  <c:v>2.4040378863409773</c:v>
                </c:pt>
                <c:pt idx="6213">
                  <c:v>2.4189930209371884</c:v>
                </c:pt>
                <c:pt idx="6214">
                  <c:v>2.4738285144566303</c:v>
                </c:pt>
                <c:pt idx="6215">
                  <c:v>2.4426719840478563</c:v>
                </c:pt>
                <c:pt idx="6216">
                  <c:v>2.406530408773679</c:v>
                </c:pt>
                <c:pt idx="6217">
                  <c:v>2.4327018943170491</c:v>
                </c:pt>
                <c:pt idx="6218">
                  <c:v>2.4626121635094718</c:v>
                </c:pt>
                <c:pt idx="6219">
                  <c:v>2.4588733798604188</c:v>
                </c:pt>
                <c:pt idx="6220">
                  <c:v>2.4700897308075773</c:v>
                </c:pt>
                <c:pt idx="6221">
                  <c:v>2.4302093718843469</c:v>
                </c:pt>
                <c:pt idx="6222">
                  <c:v>2.4513958125623132</c:v>
                </c:pt>
                <c:pt idx="6223">
                  <c:v>2.410269192422732</c:v>
                </c:pt>
                <c:pt idx="6224">
                  <c:v>2.4464107676969093</c:v>
                </c:pt>
                <c:pt idx="6225">
                  <c:v>2.4588733798604188</c:v>
                </c:pt>
                <c:pt idx="6226">
                  <c:v>2.4750747756729812</c:v>
                </c:pt>
                <c:pt idx="6227">
                  <c:v>2.5024925224327021</c:v>
                </c:pt>
                <c:pt idx="6228">
                  <c:v>2.4813060817547359</c:v>
                </c:pt>
                <c:pt idx="6229">
                  <c:v>2.480059820538385</c:v>
                </c:pt>
                <c:pt idx="6230">
                  <c:v>2.4451645064805585</c:v>
                </c:pt>
                <c:pt idx="6231">
                  <c:v>2.406530408773679</c:v>
                </c:pt>
                <c:pt idx="6232">
                  <c:v>2.3953140578265204</c:v>
                </c:pt>
                <c:pt idx="6233">
                  <c:v>2.3878364905284148</c:v>
                </c:pt>
                <c:pt idx="6234">
                  <c:v>2.3130608175473579</c:v>
                </c:pt>
                <c:pt idx="6235">
                  <c:v>2.2582253240279164</c:v>
                </c:pt>
                <c:pt idx="6236">
                  <c:v>2.1959122632103689</c:v>
                </c:pt>
                <c:pt idx="6237">
                  <c:v>2.1784646061814557</c:v>
                </c:pt>
                <c:pt idx="6238">
                  <c:v>2.1996510468594219</c:v>
                </c:pt>
                <c:pt idx="6239">
                  <c:v>2.2395314057826523</c:v>
                </c:pt>
                <c:pt idx="6240">
                  <c:v>2.2706879361914258</c:v>
                </c:pt>
                <c:pt idx="6241">
                  <c:v>2.2831505483549352</c:v>
                </c:pt>
                <c:pt idx="6242">
                  <c:v>2.293120638085743</c:v>
                </c:pt>
                <c:pt idx="6243">
                  <c:v>2.2395314057826523</c:v>
                </c:pt>
                <c:pt idx="6244">
                  <c:v>2.2681954137587237</c:v>
                </c:pt>
                <c:pt idx="6245">
                  <c:v>2.2096211365902292</c:v>
                </c:pt>
                <c:pt idx="6246">
                  <c:v>2.2956131605184447</c:v>
                </c:pt>
                <c:pt idx="6247">
                  <c:v>2.2819042871385844</c:v>
                </c:pt>
                <c:pt idx="6248">
                  <c:v>2.3030907278165502</c:v>
                </c:pt>
                <c:pt idx="6249">
                  <c:v>2.331754735792622</c:v>
                </c:pt>
                <c:pt idx="6250">
                  <c:v>2.3080757726819541</c:v>
                </c:pt>
                <c:pt idx="6251">
                  <c:v>2.3155533399800601</c:v>
                </c:pt>
                <c:pt idx="6252">
                  <c:v>2.285643070787637</c:v>
                </c:pt>
                <c:pt idx="6253">
                  <c:v>2.2507477567298104</c:v>
                </c:pt>
                <c:pt idx="6254">
                  <c:v>2.2432701894317049</c:v>
                </c:pt>
                <c:pt idx="6255">
                  <c:v>2.2582253240279164</c:v>
                </c:pt>
                <c:pt idx="6256">
                  <c:v>2.2819042871385844</c:v>
                </c:pt>
                <c:pt idx="6257">
                  <c:v>2.2943668993020938</c:v>
                </c:pt>
                <c:pt idx="6258">
                  <c:v>2.2806580259222335</c:v>
                </c:pt>
                <c:pt idx="6259">
                  <c:v>2.285643070787637</c:v>
                </c:pt>
                <c:pt idx="6260">
                  <c:v>2.2956131605184447</c:v>
                </c:pt>
                <c:pt idx="6261">
                  <c:v>2.3155533399800601</c:v>
                </c:pt>
                <c:pt idx="6262">
                  <c:v>2.3379860418743768</c:v>
                </c:pt>
                <c:pt idx="6263">
                  <c:v>2.3604187437686939</c:v>
                </c:pt>
                <c:pt idx="6264">
                  <c:v>2.4052841475573281</c:v>
                </c:pt>
                <c:pt idx="6265">
                  <c:v>2.4401794616151546</c:v>
                </c:pt>
                <c:pt idx="6266">
                  <c:v>2.4140079760717845</c:v>
                </c:pt>
                <c:pt idx="6267">
                  <c:v>2.3965603190428713</c:v>
                </c:pt>
                <c:pt idx="6268">
                  <c:v>2.4115154536390828</c:v>
                </c:pt>
                <c:pt idx="6269">
                  <c:v>2.4052841475573281</c:v>
                </c:pt>
                <c:pt idx="6270">
                  <c:v>2.4027916251246264</c:v>
                </c:pt>
                <c:pt idx="6271">
                  <c:v>2.3678963110667999</c:v>
                </c:pt>
                <c:pt idx="6272">
                  <c:v>2.3529411764705883</c:v>
                </c:pt>
                <c:pt idx="6273">
                  <c:v>2.3766201395812563</c:v>
                </c:pt>
                <c:pt idx="6274">
                  <c:v>2.379112662013958</c:v>
                </c:pt>
                <c:pt idx="6275">
                  <c:v>2.3691425722831507</c:v>
                </c:pt>
                <c:pt idx="6276">
                  <c:v>2.2993519441674977</c:v>
                </c:pt>
                <c:pt idx="6277">
                  <c:v>2.3280159521435695</c:v>
                </c:pt>
                <c:pt idx="6278">
                  <c:v>2.3118145563310071</c:v>
                </c:pt>
                <c:pt idx="6279">
                  <c:v>2.2968594217347955</c:v>
                </c:pt>
                <c:pt idx="6280">
                  <c:v>2.2308075772681955</c:v>
                </c:pt>
                <c:pt idx="6281">
                  <c:v>2.2333000997008972</c:v>
                </c:pt>
                <c:pt idx="6282">
                  <c:v>2.2033898305084745</c:v>
                </c:pt>
                <c:pt idx="6283">
                  <c:v>2.1946660019940181</c:v>
                </c:pt>
                <c:pt idx="6284">
                  <c:v>2.2058823529411766</c:v>
                </c:pt>
                <c:pt idx="6285">
                  <c:v>2.1934197407776672</c:v>
                </c:pt>
                <c:pt idx="6286">
                  <c:v>2.1660019940179462</c:v>
                </c:pt>
                <c:pt idx="6287">
                  <c:v>2.1859421734795612</c:v>
                </c:pt>
                <c:pt idx="6288">
                  <c:v>2.2345463609172485</c:v>
                </c:pt>
                <c:pt idx="6289">
                  <c:v>2.2083748753738783</c:v>
                </c:pt>
                <c:pt idx="6290">
                  <c:v>2.2283150548354937</c:v>
                </c:pt>
                <c:pt idx="6291">
                  <c:v>2.265702891326022</c:v>
                </c:pt>
                <c:pt idx="6292">
                  <c:v>2.293120638085743</c:v>
                </c:pt>
                <c:pt idx="6293">
                  <c:v>2.3068295114656032</c:v>
                </c:pt>
                <c:pt idx="6294">
                  <c:v>2.2881355932203391</c:v>
                </c:pt>
                <c:pt idx="6295">
                  <c:v>2.2843968095712861</c:v>
                </c:pt>
                <c:pt idx="6296">
                  <c:v>2.2470089730807579</c:v>
                </c:pt>
                <c:pt idx="6297">
                  <c:v>2.2283150548354937</c:v>
                </c:pt>
                <c:pt idx="6298">
                  <c:v>2.2108673978065805</c:v>
                </c:pt>
                <c:pt idx="6299">
                  <c:v>2.1846959122632104</c:v>
                </c:pt>
                <c:pt idx="6300">
                  <c:v>2.1846959122632104</c:v>
                </c:pt>
                <c:pt idx="6301">
                  <c:v>2.1834496510468595</c:v>
                </c:pt>
                <c:pt idx="6302">
                  <c:v>2.1846959122632104</c:v>
                </c:pt>
                <c:pt idx="6303">
                  <c:v>2.2033898305084745</c:v>
                </c:pt>
                <c:pt idx="6304">
                  <c:v>2.1585244267198407</c:v>
                </c:pt>
                <c:pt idx="6305">
                  <c:v>2.1884346959122634</c:v>
                </c:pt>
                <c:pt idx="6306">
                  <c:v>2.1759720837487539</c:v>
                </c:pt>
                <c:pt idx="6307">
                  <c:v>2.1859421734795612</c:v>
                </c:pt>
                <c:pt idx="6308">
                  <c:v>2.2170987038883352</c:v>
                </c:pt>
                <c:pt idx="6309">
                  <c:v>2.1647557328015954</c:v>
                </c:pt>
                <c:pt idx="6310">
                  <c:v>2.1473080757726821</c:v>
                </c:pt>
                <c:pt idx="6311">
                  <c:v>2.1572781655034894</c:v>
                </c:pt>
                <c:pt idx="6312">
                  <c:v>2.1385842472582253</c:v>
                </c:pt>
                <c:pt idx="6313">
                  <c:v>2.0862412761714855</c:v>
                </c:pt>
                <c:pt idx="6314">
                  <c:v>2.0687936191425722</c:v>
                </c:pt>
                <c:pt idx="6315">
                  <c:v>2.0463609172482551</c:v>
                </c:pt>
                <c:pt idx="6316">
                  <c:v>2.0388833499501495</c:v>
                </c:pt>
                <c:pt idx="6317">
                  <c:v>2.0812562313060816</c:v>
                </c:pt>
                <c:pt idx="6318">
                  <c:v>2.0987038883349949</c:v>
                </c:pt>
                <c:pt idx="6319">
                  <c:v>2.0937188434695915</c:v>
                </c:pt>
                <c:pt idx="6320">
                  <c:v>2.14481555333998</c:v>
                </c:pt>
                <c:pt idx="6321">
                  <c:v>2.1585244267198407</c:v>
                </c:pt>
                <c:pt idx="6322">
                  <c:v>2.0949651046859423</c:v>
                </c:pt>
                <c:pt idx="6323">
                  <c:v>2.0550847457627119</c:v>
                </c:pt>
                <c:pt idx="6324">
                  <c:v>2.0625623130608175</c:v>
                </c:pt>
                <c:pt idx="6325">
                  <c:v>2.035144566301097</c:v>
                </c:pt>
                <c:pt idx="6326">
                  <c:v>2.0426221335992025</c:v>
                </c:pt>
                <c:pt idx="6327">
                  <c:v>2.0575772681954136</c:v>
                </c:pt>
                <c:pt idx="6328">
                  <c:v>1.9977567298105683</c:v>
                </c:pt>
                <c:pt idx="6329">
                  <c:v>2.0251744765702893</c:v>
                </c:pt>
                <c:pt idx="6330">
                  <c:v>2.0027417746759721</c:v>
                </c:pt>
                <c:pt idx="6331">
                  <c:v>2.0388833499501495</c:v>
                </c:pt>
                <c:pt idx="6332">
                  <c:v>2.0139581256231307</c:v>
                </c:pt>
                <c:pt idx="6333">
                  <c:v>1.9890329012961117</c:v>
                </c:pt>
                <c:pt idx="6334">
                  <c:v>1.9890329012961117</c:v>
                </c:pt>
                <c:pt idx="6335">
                  <c:v>2.0027417746759721</c:v>
                </c:pt>
                <c:pt idx="6336">
                  <c:v>1.9915254237288136</c:v>
                </c:pt>
                <c:pt idx="6337">
                  <c:v>1.9578763708873381</c:v>
                </c:pt>
                <c:pt idx="6338">
                  <c:v>1.9404287138584249</c:v>
                </c:pt>
                <c:pt idx="6339">
                  <c:v>1.9528913260219343</c:v>
                </c:pt>
                <c:pt idx="6340">
                  <c:v>1.9641076769690928</c:v>
                </c:pt>
                <c:pt idx="6341">
                  <c:v>1.9429212362911268</c:v>
                </c:pt>
                <c:pt idx="6342">
                  <c:v>1.9292123629112663</c:v>
                </c:pt>
                <c:pt idx="6343">
                  <c:v>1.8980558325024925</c:v>
                </c:pt>
                <c:pt idx="6344">
                  <c:v>1.8955633100697906</c:v>
                </c:pt>
                <c:pt idx="6345">
                  <c:v>1.9179960119641077</c:v>
                </c:pt>
                <c:pt idx="6346">
                  <c:v>1.910518444666002</c:v>
                </c:pt>
                <c:pt idx="6347">
                  <c:v>1.9192422731804586</c:v>
                </c:pt>
                <c:pt idx="6348">
                  <c:v>1.8506979062811566</c:v>
                </c:pt>
                <c:pt idx="6349">
                  <c:v>1.8581754735792622</c:v>
                </c:pt>
                <c:pt idx="6350">
                  <c:v>1.8781156530408774</c:v>
                </c:pt>
                <c:pt idx="6351">
                  <c:v>1.9155034895314058</c:v>
                </c:pt>
                <c:pt idx="6352">
                  <c:v>1.9092721834496511</c:v>
                </c:pt>
                <c:pt idx="6353">
                  <c:v>1.890578265204387</c:v>
                </c:pt>
                <c:pt idx="6354">
                  <c:v>1.8943170488534398</c:v>
                </c:pt>
                <c:pt idx="6355">
                  <c:v>1.935443668993021</c:v>
                </c:pt>
                <c:pt idx="6356">
                  <c:v>1.935443668993021</c:v>
                </c:pt>
                <c:pt idx="6357">
                  <c:v>1.9416749750747757</c:v>
                </c:pt>
                <c:pt idx="6358">
                  <c:v>1.9292123629112663</c:v>
                </c:pt>
                <c:pt idx="6359">
                  <c:v>1.9080259222333003</c:v>
                </c:pt>
                <c:pt idx="6360">
                  <c:v>1.9304586241276172</c:v>
                </c:pt>
                <c:pt idx="6361">
                  <c:v>1.9852941176470589</c:v>
                </c:pt>
                <c:pt idx="6362">
                  <c:v>2.0127118644067798</c:v>
                </c:pt>
                <c:pt idx="6363">
                  <c:v>1.9852941176470589</c:v>
                </c:pt>
                <c:pt idx="6364">
                  <c:v>1.9952642073778664</c:v>
                </c:pt>
                <c:pt idx="6365">
                  <c:v>1.980309072781655</c:v>
                </c:pt>
                <c:pt idx="6366">
                  <c:v>2.0127118644067798</c:v>
                </c:pt>
                <c:pt idx="6367">
                  <c:v>1.9990029910269194</c:v>
                </c:pt>
                <c:pt idx="6368">
                  <c:v>1.9877866400797608</c:v>
                </c:pt>
                <c:pt idx="6369">
                  <c:v>1.9790628115653042</c:v>
                </c:pt>
                <c:pt idx="6370">
                  <c:v>1.9865403788634097</c:v>
                </c:pt>
                <c:pt idx="6371">
                  <c:v>2.1124127617148556</c:v>
                </c:pt>
                <c:pt idx="6372">
                  <c:v>2.1385842472582253</c:v>
                </c:pt>
                <c:pt idx="6373">
                  <c:v>2.128614157527418</c:v>
                </c:pt>
                <c:pt idx="6374">
                  <c:v>2.1161515453639081</c:v>
                </c:pt>
                <c:pt idx="6375">
                  <c:v>2.1149052841475573</c:v>
                </c:pt>
                <c:pt idx="6376">
                  <c:v>2.1024426719840479</c:v>
                </c:pt>
                <c:pt idx="6377">
                  <c:v>2.1223828514456629</c:v>
                </c:pt>
                <c:pt idx="6378">
                  <c:v>2.1136590229312064</c:v>
                </c:pt>
                <c:pt idx="6379">
                  <c:v>2.1173978065802594</c:v>
                </c:pt>
                <c:pt idx="6380">
                  <c:v>2.101196410767697</c:v>
                </c:pt>
                <c:pt idx="6381">
                  <c:v>2.101196410767697</c:v>
                </c:pt>
                <c:pt idx="6382">
                  <c:v>2.0737786640079761</c:v>
                </c:pt>
                <c:pt idx="6383">
                  <c:v>2.0849950149551346</c:v>
                </c:pt>
                <c:pt idx="6384">
                  <c:v>2.0999501495513462</c:v>
                </c:pt>
                <c:pt idx="6385">
                  <c:v>2.0912263210368893</c:v>
                </c:pt>
                <c:pt idx="6386">
                  <c:v>2.1024426719840479</c:v>
                </c:pt>
                <c:pt idx="6387">
                  <c:v>2.0949651046859423</c:v>
                </c:pt>
                <c:pt idx="6388">
                  <c:v>2.1036889332003987</c:v>
                </c:pt>
                <c:pt idx="6389">
                  <c:v>2.0862412761714855</c:v>
                </c:pt>
                <c:pt idx="6390">
                  <c:v>2.0613160518444666</c:v>
                </c:pt>
                <c:pt idx="6391">
                  <c:v>2.0463609172482551</c:v>
                </c:pt>
                <c:pt idx="6392">
                  <c:v>2.0600697906281158</c:v>
                </c:pt>
                <c:pt idx="6393">
                  <c:v>2.0800099700897308</c:v>
                </c:pt>
                <c:pt idx="6394">
                  <c:v>2.1036889332003987</c:v>
                </c:pt>
                <c:pt idx="6395">
                  <c:v>2.1086739780658026</c:v>
                </c:pt>
                <c:pt idx="6396">
                  <c:v>2.1136590229312064</c:v>
                </c:pt>
                <c:pt idx="6397">
                  <c:v>2.0924725822532402</c:v>
                </c:pt>
                <c:pt idx="6398">
                  <c:v>2.1124127617148556</c:v>
                </c:pt>
                <c:pt idx="6399">
                  <c:v>2.1323529411764706</c:v>
                </c:pt>
                <c:pt idx="6400">
                  <c:v>2.1136590229312064</c:v>
                </c:pt>
                <c:pt idx="6401">
                  <c:v>2.1335992023928214</c:v>
                </c:pt>
                <c:pt idx="6402">
                  <c:v>2.152293120638086</c:v>
                </c:pt>
                <c:pt idx="6403">
                  <c:v>2.1660019940179462</c:v>
                </c:pt>
                <c:pt idx="6404">
                  <c:v>2.1410767696909274</c:v>
                </c:pt>
                <c:pt idx="6405">
                  <c:v>2.148554336989033</c:v>
                </c:pt>
                <c:pt idx="6406">
                  <c:v>2.1672482552342971</c:v>
                </c:pt>
                <c:pt idx="6407">
                  <c:v>2.1473080757726821</c:v>
                </c:pt>
                <c:pt idx="6408">
                  <c:v>2.1684945164506479</c:v>
                </c:pt>
                <c:pt idx="6409">
                  <c:v>2.1373379860418744</c:v>
                </c:pt>
                <c:pt idx="6410">
                  <c:v>2.1273678963110667</c:v>
                </c:pt>
                <c:pt idx="6411">
                  <c:v>2.1398305084745761</c:v>
                </c:pt>
                <c:pt idx="6412">
                  <c:v>2.1535393818544368</c:v>
                </c:pt>
                <c:pt idx="6413">
                  <c:v>2.1709870388833501</c:v>
                </c:pt>
                <c:pt idx="6414">
                  <c:v>2.2046360917248258</c:v>
                </c:pt>
                <c:pt idx="6415">
                  <c:v>2.14481555333998</c:v>
                </c:pt>
                <c:pt idx="6416">
                  <c:v>2.1672482552342971</c:v>
                </c:pt>
                <c:pt idx="6417">
                  <c:v>2.1709870388833501</c:v>
                </c:pt>
                <c:pt idx="6418">
                  <c:v>2.1423230309072783</c:v>
                </c:pt>
                <c:pt idx="6419">
                  <c:v>2.1261216350947159</c:v>
                </c:pt>
                <c:pt idx="6420">
                  <c:v>2.1223828514456629</c:v>
                </c:pt>
                <c:pt idx="6421">
                  <c:v>2.1149052841475573</c:v>
                </c:pt>
                <c:pt idx="6422">
                  <c:v>2.1124127617148556</c:v>
                </c:pt>
                <c:pt idx="6423">
                  <c:v>2.1597706879361915</c:v>
                </c:pt>
                <c:pt idx="6424">
                  <c:v>2.1697407776669992</c:v>
                </c:pt>
                <c:pt idx="6425">
                  <c:v>2.1572781655034894</c:v>
                </c:pt>
                <c:pt idx="6426">
                  <c:v>2.1822033898305087</c:v>
                </c:pt>
                <c:pt idx="6427">
                  <c:v>2.1535393818544368</c:v>
                </c:pt>
                <c:pt idx="6428">
                  <c:v>2.1797108673978065</c:v>
                </c:pt>
                <c:pt idx="6429">
                  <c:v>2.1784646061814557</c:v>
                </c:pt>
                <c:pt idx="6430">
                  <c:v>2.1672482552342971</c:v>
                </c:pt>
                <c:pt idx="6431">
                  <c:v>2.2008973080757728</c:v>
                </c:pt>
                <c:pt idx="6432">
                  <c:v>2.1660019940179462</c:v>
                </c:pt>
                <c:pt idx="6433">
                  <c:v>2.1809571286141578</c:v>
                </c:pt>
                <c:pt idx="6434">
                  <c:v>2.1560319042871385</c:v>
                </c:pt>
                <c:pt idx="6435">
                  <c:v>2.1909272183449651</c:v>
                </c:pt>
                <c:pt idx="6436">
                  <c:v>2.1734795613160518</c:v>
                </c:pt>
                <c:pt idx="6437">
                  <c:v>2.1971585244267198</c:v>
                </c:pt>
                <c:pt idx="6438">
                  <c:v>2.2133599202392822</c:v>
                </c:pt>
                <c:pt idx="6439">
                  <c:v>2.2096211365902292</c:v>
                </c:pt>
                <c:pt idx="6440">
                  <c:v>2.2270687936191425</c:v>
                </c:pt>
                <c:pt idx="6441">
                  <c:v>2.2295613160518446</c:v>
                </c:pt>
                <c:pt idx="6442">
                  <c:v>2.245762711864407</c:v>
                </c:pt>
                <c:pt idx="6443">
                  <c:v>2.2407776669990032</c:v>
                </c:pt>
                <c:pt idx="6444">
                  <c:v>2.2058823529411766</c:v>
                </c:pt>
                <c:pt idx="6445">
                  <c:v>2.1959122632103689</c:v>
                </c:pt>
                <c:pt idx="6446">
                  <c:v>2.1984047856430711</c:v>
                </c:pt>
                <c:pt idx="6447">
                  <c:v>2.1784646061814557</c:v>
                </c:pt>
                <c:pt idx="6448">
                  <c:v>2.2158524426719839</c:v>
                </c:pt>
                <c:pt idx="6449">
                  <c:v>2.2121136590229313</c:v>
                </c:pt>
                <c:pt idx="6450">
                  <c:v>2.2245762711864407</c:v>
                </c:pt>
                <c:pt idx="6451">
                  <c:v>2.222083748753739</c:v>
                </c:pt>
                <c:pt idx="6452">
                  <c:v>2.2195912263210369</c:v>
                </c:pt>
                <c:pt idx="6453">
                  <c:v>2.1024426719840479</c:v>
                </c:pt>
                <c:pt idx="6454">
                  <c:v>2.0949651046859423</c:v>
                </c:pt>
                <c:pt idx="6455">
                  <c:v>2.1049351944167496</c:v>
                </c:pt>
                <c:pt idx="6456">
                  <c:v>2.0949651046859423</c:v>
                </c:pt>
                <c:pt idx="6457">
                  <c:v>2.1186440677966103</c:v>
                </c:pt>
                <c:pt idx="6458">
                  <c:v>2.1136590229312064</c:v>
                </c:pt>
                <c:pt idx="6459">
                  <c:v>2.1024426719840479</c:v>
                </c:pt>
                <c:pt idx="6460">
                  <c:v>2.1136590229312064</c:v>
                </c:pt>
                <c:pt idx="6461">
                  <c:v>2.1473080757726821</c:v>
                </c:pt>
                <c:pt idx="6462">
                  <c:v>2.1360917248255236</c:v>
                </c:pt>
                <c:pt idx="6463">
                  <c:v>2.1261216350947159</c:v>
                </c:pt>
                <c:pt idx="6464">
                  <c:v>2.1473080757726821</c:v>
                </c:pt>
                <c:pt idx="6465">
                  <c:v>2.148554336989033</c:v>
                </c:pt>
                <c:pt idx="6466">
                  <c:v>2.1348454636091727</c:v>
                </c:pt>
                <c:pt idx="6467">
                  <c:v>2.121136590229312</c:v>
                </c:pt>
                <c:pt idx="6468">
                  <c:v>2.1373379860418744</c:v>
                </c:pt>
                <c:pt idx="6469">
                  <c:v>2.1385842472582253</c:v>
                </c:pt>
                <c:pt idx="6470">
                  <c:v>2.1697407776669992</c:v>
                </c:pt>
                <c:pt idx="6471">
                  <c:v>2.1473080757726821</c:v>
                </c:pt>
                <c:pt idx="6472">
                  <c:v>2.1360917248255236</c:v>
                </c:pt>
                <c:pt idx="6473">
                  <c:v>2.1373379860418744</c:v>
                </c:pt>
                <c:pt idx="6474">
                  <c:v>2.1323529411764706</c:v>
                </c:pt>
                <c:pt idx="6475">
                  <c:v>2.1498005982053838</c:v>
                </c:pt>
                <c:pt idx="6476">
                  <c:v>2.152293120638086</c:v>
                </c:pt>
                <c:pt idx="6477">
                  <c:v>2.1261216350947159</c:v>
                </c:pt>
                <c:pt idx="6478">
                  <c:v>2.1261216350947159</c:v>
                </c:pt>
                <c:pt idx="6479">
                  <c:v>2.124875373878365</c:v>
                </c:pt>
                <c:pt idx="6480">
                  <c:v>2.1335992023928214</c:v>
                </c:pt>
                <c:pt idx="6481">
                  <c:v>2.1323529411764706</c:v>
                </c:pt>
                <c:pt idx="6482">
                  <c:v>2.1373379860418744</c:v>
                </c:pt>
                <c:pt idx="6483">
                  <c:v>2.1498005982053838</c:v>
                </c:pt>
                <c:pt idx="6484">
                  <c:v>2.1622632103688932</c:v>
                </c:pt>
                <c:pt idx="6485">
                  <c:v>2.1846959122632104</c:v>
                </c:pt>
                <c:pt idx="6486">
                  <c:v>2.1585244267198407</c:v>
                </c:pt>
                <c:pt idx="6487">
                  <c:v>2.1660019940179462</c:v>
                </c:pt>
                <c:pt idx="6488">
                  <c:v>2.152293120638086</c:v>
                </c:pt>
                <c:pt idx="6489">
                  <c:v>2.2021435692921236</c:v>
                </c:pt>
                <c:pt idx="6490">
                  <c:v>2.2295613160518446</c:v>
                </c:pt>
                <c:pt idx="6491">
                  <c:v>2.1884346959122634</c:v>
                </c:pt>
                <c:pt idx="6492">
                  <c:v>2.1759720837487539</c:v>
                </c:pt>
                <c:pt idx="6493">
                  <c:v>2.218344965104686</c:v>
                </c:pt>
                <c:pt idx="6494">
                  <c:v>2.2432701894317049</c:v>
                </c:pt>
                <c:pt idx="6495">
                  <c:v>2.2607178464606181</c:v>
                </c:pt>
                <c:pt idx="6496">
                  <c:v>2.2669491525423728</c:v>
                </c:pt>
                <c:pt idx="6497">
                  <c:v>2.265702891326022</c:v>
                </c:pt>
                <c:pt idx="6498">
                  <c:v>2.3105682951146562</c:v>
                </c:pt>
                <c:pt idx="6499">
                  <c:v>2.3429710867397806</c:v>
                </c:pt>
                <c:pt idx="6500">
                  <c:v>2.3242771684945165</c:v>
                </c:pt>
                <c:pt idx="6501">
                  <c:v>2.2956131605184447</c:v>
                </c:pt>
                <c:pt idx="6502">
                  <c:v>2.3043369890329015</c:v>
                </c:pt>
                <c:pt idx="6503">
                  <c:v>2.3305084745762712</c:v>
                </c:pt>
                <c:pt idx="6504">
                  <c:v>2.3242771684945165</c:v>
                </c:pt>
                <c:pt idx="6505">
                  <c:v>2.3018444666001994</c:v>
                </c:pt>
                <c:pt idx="6506">
                  <c:v>2.269441674975075</c:v>
                </c:pt>
                <c:pt idx="6507">
                  <c:v>2.285643070787637</c:v>
                </c:pt>
                <c:pt idx="6508">
                  <c:v>2.2582253240279164</c:v>
                </c:pt>
                <c:pt idx="6509">
                  <c:v>2.2532402791625126</c:v>
                </c:pt>
                <c:pt idx="6510">
                  <c:v>2.261964107676969</c:v>
                </c:pt>
                <c:pt idx="6511">
                  <c:v>2.2370388833499502</c:v>
                </c:pt>
                <c:pt idx="6512">
                  <c:v>2.2295613160518446</c:v>
                </c:pt>
                <c:pt idx="6513">
                  <c:v>2.2158524426719839</c:v>
                </c:pt>
                <c:pt idx="6514">
                  <c:v>2.1971585244267198</c:v>
                </c:pt>
                <c:pt idx="6515">
                  <c:v>2.1984047856430711</c:v>
                </c:pt>
                <c:pt idx="6516">
                  <c:v>2.2083748753738783</c:v>
                </c:pt>
                <c:pt idx="6517">
                  <c:v>2.2519940179461617</c:v>
                </c:pt>
                <c:pt idx="6518">
                  <c:v>2.2370388833499502</c:v>
                </c:pt>
                <c:pt idx="6519">
                  <c:v>2.2333000997008972</c:v>
                </c:pt>
                <c:pt idx="6520">
                  <c:v>2.2532402791625126</c:v>
                </c:pt>
                <c:pt idx="6521">
                  <c:v>2.261964107676969</c:v>
                </c:pt>
                <c:pt idx="6522">
                  <c:v>2.2644566301096711</c:v>
                </c:pt>
                <c:pt idx="6523">
                  <c:v>2.2744267198404788</c:v>
                </c:pt>
                <c:pt idx="6524">
                  <c:v>2.2681954137587237</c:v>
                </c:pt>
                <c:pt idx="6525">
                  <c:v>2.2981056829511468</c:v>
                </c:pt>
                <c:pt idx="6526">
                  <c:v>2.3205383848454635</c:v>
                </c:pt>
                <c:pt idx="6527">
                  <c:v>2.3242771684945165</c:v>
                </c:pt>
                <c:pt idx="6528">
                  <c:v>2.3093220338983054</c:v>
                </c:pt>
                <c:pt idx="6529">
                  <c:v>2.331754735792622</c:v>
                </c:pt>
                <c:pt idx="6530">
                  <c:v>2.362911266201396</c:v>
                </c:pt>
                <c:pt idx="6531">
                  <c:v>2.3205383848454635</c:v>
                </c:pt>
                <c:pt idx="6532">
                  <c:v>2.2569790628115656</c:v>
                </c:pt>
                <c:pt idx="6533">
                  <c:v>2.2569790628115656</c:v>
                </c:pt>
                <c:pt idx="6534">
                  <c:v>2.2794117647058822</c:v>
                </c:pt>
                <c:pt idx="6535">
                  <c:v>2.2981056829511468</c:v>
                </c:pt>
                <c:pt idx="6536">
                  <c:v>2.3267696909272182</c:v>
                </c:pt>
                <c:pt idx="6537">
                  <c:v>2.3404785643070789</c:v>
                </c:pt>
                <c:pt idx="6538">
                  <c:v>2.2731804586241275</c:v>
                </c:pt>
                <c:pt idx="6539">
                  <c:v>2.269441674975075</c:v>
                </c:pt>
                <c:pt idx="6540">
                  <c:v>2.379112662013958</c:v>
                </c:pt>
                <c:pt idx="6541">
                  <c:v>2.3691425722831507</c:v>
                </c:pt>
                <c:pt idx="6542">
                  <c:v>2.3217846460618148</c:v>
                </c:pt>
                <c:pt idx="6543">
                  <c:v>2.3068295114656032</c:v>
                </c:pt>
                <c:pt idx="6544">
                  <c:v>2.3118145563310071</c:v>
                </c:pt>
                <c:pt idx="6545">
                  <c:v>2.2831505483549352</c:v>
                </c:pt>
                <c:pt idx="6546">
                  <c:v>2.2532402791625126</c:v>
                </c:pt>
                <c:pt idx="6547">
                  <c:v>2.2744267198404788</c:v>
                </c:pt>
                <c:pt idx="6548">
                  <c:v>2.2283150548354937</c:v>
                </c:pt>
                <c:pt idx="6549">
                  <c:v>2.2158524426719839</c:v>
                </c:pt>
                <c:pt idx="6550">
                  <c:v>2.1934197407776672</c:v>
                </c:pt>
                <c:pt idx="6551">
                  <c:v>2.1473080757726821</c:v>
                </c:pt>
                <c:pt idx="6552">
                  <c:v>2.1111665004985047</c:v>
                </c:pt>
                <c:pt idx="6553">
                  <c:v>2.0837487537387838</c:v>
                </c:pt>
                <c:pt idx="6554">
                  <c:v>2.0837487537387838</c:v>
                </c:pt>
                <c:pt idx="6555">
                  <c:v>2.0937188434695915</c:v>
                </c:pt>
                <c:pt idx="6556">
                  <c:v>2.0899800598205385</c:v>
                </c:pt>
                <c:pt idx="6557">
                  <c:v>2.0488534396809572</c:v>
                </c:pt>
                <c:pt idx="6558">
                  <c:v>2.0600697906281158</c:v>
                </c:pt>
                <c:pt idx="6559">
                  <c:v>2.0712861415752744</c:v>
                </c:pt>
                <c:pt idx="6560">
                  <c:v>2.0650548354935196</c:v>
                </c:pt>
                <c:pt idx="6561">
                  <c:v>2.0999501495513462</c:v>
                </c:pt>
              </c:numCache>
            </c:numRef>
          </c:val>
          <c:smooth val="0"/>
          <c:extLst>
            <c:ext xmlns:c16="http://schemas.microsoft.com/office/drawing/2014/chart" uri="{C3380CC4-5D6E-409C-BE32-E72D297353CC}">
              <c16:uniqueId val="{00000001-B7CA-4A56-BC24-522C4808EC01}"/>
            </c:ext>
          </c:extLst>
        </c:ser>
        <c:ser>
          <c:idx val="2"/>
          <c:order val="2"/>
          <c:tx>
            <c:strRef>
              <c:f>'期货收盘价(连续)_NYBOT 11号糖'!$H$1</c:f>
              <c:strCache>
                <c:ptCount val="1"/>
                <c:pt idx="0">
                  <c:v>CBOT小麦，标准化</c:v>
                </c:pt>
              </c:strCache>
            </c:strRef>
          </c:tx>
          <c:spPr>
            <a:ln w="19050" cap="rnd">
              <a:solidFill>
                <a:srgbClr val="7C80C8"/>
              </a:solidFill>
              <a:round/>
            </a:ln>
            <a:effectLst/>
          </c:spPr>
          <c:marker>
            <c:symbol val="none"/>
          </c:marker>
          <c:cat>
            <c:strRef>
              <c:f>'期货收盘价(连续)_NYBOT 11号糖'!$A$2:$A$6565</c:f>
              <c:strCache>
                <c:ptCount val="6564"/>
                <c:pt idx="0">
                  <c:v>2000-01-03</c:v>
                </c:pt>
                <c:pt idx="1">
                  <c:v>2000-01-04</c:v>
                </c:pt>
                <c:pt idx="2">
                  <c:v>2000-01-05</c:v>
                </c:pt>
                <c:pt idx="3">
                  <c:v>2000-01-06</c:v>
                </c:pt>
                <c:pt idx="4">
                  <c:v>2000-01-07</c:v>
                </c:pt>
                <c:pt idx="5">
                  <c:v>2000-01-10</c:v>
                </c:pt>
                <c:pt idx="6">
                  <c:v>2000-01-11</c:v>
                </c:pt>
                <c:pt idx="7">
                  <c:v>2000-01-12</c:v>
                </c:pt>
                <c:pt idx="8">
                  <c:v>2000-01-13</c:v>
                </c:pt>
                <c:pt idx="9">
                  <c:v>2000-01-14</c:v>
                </c:pt>
                <c:pt idx="10">
                  <c:v>2000-01-18</c:v>
                </c:pt>
                <c:pt idx="11">
                  <c:v>2000-01-19</c:v>
                </c:pt>
                <c:pt idx="12">
                  <c:v>2000-01-20</c:v>
                </c:pt>
                <c:pt idx="13">
                  <c:v>2000-01-21</c:v>
                </c:pt>
                <c:pt idx="14">
                  <c:v>2000-01-24</c:v>
                </c:pt>
                <c:pt idx="15">
                  <c:v>2000-01-25</c:v>
                </c:pt>
                <c:pt idx="16">
                  <c:v>2000-01-26</c:v>
                </c:pt>
                <c:pt idx="17">
                  <c:v>2000-01-27</c:v>
                </c:pt>
                <c:pt idx="18">
                  <c:v>2000-01-28</c:v>
                </c:pt>
                <c:pt idx="19">
                  <c:v>2000-01-31</c:v>
                </c:pt>
                <c:pt idx="20">
                  <c:v>2000-02-01</c:v>
                </c:pt>
                <c:pt idx="21">
                  <c:v>2000-02-02</c:v>
                </c:pt>
                <c:pt idx="22">
                  <c:v>2000-02-03</c:v>
                </c:pt>
                <c:pt idx="23">
                  <c:v>2000-02-04</c:v>
                </c:pt>
                <c:pt idx="24">
                  <c:v>2000-02-07</c:v>
                </c:pt>
                <c:pt idx="25">
                  <c:v>2000-02-08</c:v>
                </c:pt>
                <c:pt idx="26">
                  <c:v>2000-02-09</c:v>
                </c:pt>
                <c:pt idx="27">
                  <c:v>2000-02-10</c:v>
                </c:pt>
                <c:pt idx="28">
                  <c:v>2000-02-11</c:v>
                </c:pt>
                <c:pt idx="29">
                  <c:v>2000-02-14</c:v>
                </c:pt>
                <c:pt idx="30">
                  <c:v>2000-02-15</c:v>
                </c:pt>
                <c:pt idx="31">
                  <c:v>2000-02-16</c:v>
                </c:pt>
                <c:pt idx="32">
                  <c:v>2000-02-17</c:v>
                </c:pt>
                <c:pt idx="33">
                  <c:v>2000-02-18</c:v>
                </c:pt>
                <c:pt idx="34">
                  <c:v>2000-02-22</c:v>
                </c:pt>
                <c:pt idx="35">
                  <c:v>2000-02-23</c:v>
                </c:pt>
                <c:pt idx="36">
                  <c:v>2000-02-24</c:v>
                </c:pt>
                <c:pt idx="37">
                  <c:v>2000-02-25</c:v>
                </c:pt>
                <c:pt idx="38">
                  <c:v>2000-02-28</c:v>
                </c:pt>
                <c:pt idx="39">
                  <c:v>2000-02-29</c:v>
                </c:pt>
                <c:pt idx="40">
                  <c:v>2000-03-01</c:v>
                </c:pt>
                <c:pt idx="41">
                  <c:v>2000-03-02</c:v>
                </c:pt>
                <c:pt idx="42">
                  <c:v>2000-03-03</c:v>
                </c:pt>
                <c:pt idx="43">
                  <c:v>2000-03-06</c:v>
                </c:pt>
                <c:pt idx="44">
                  <c:v>2000-03-07</c:v>
                </c:pt>
                <c:pt idx="45">
                  <c:v>2000-03-08</c:v>
                </c:pt>
                <c:pt idx="46">
                  <c:v>2000-03-09</c:v>
                </c:pt>
                <c:pt idx="47">
                  <c:v>2000-03-10</c:v>
                </c:pt>
                <c:pt idx="48">
                  <c:v>2000-03-13</c:v>
                </c:pt>
                <c:pt idx="49">
                  <c:v>2000-03-14</c:v>
                </c:pt>
                <c:pt idx="50">
                  <c:v>2000-03-15</c:v>
                </c:pt>
                <c:pt idx="51">
                  <c:v>2000-03-16</c:v>
                </c:pt>
                <c:pt idx="52">
                  <c:v>2000-03-17</c:v>
                </c:pt>
                <c:pt idx="53">
                  <c:v>2000-03-20</c:v>
                </c:pt>
                <c:pt idx="54">
                  <c:v>2000-03-21</c:v>
                </c:pt>
                <c:pt idx="55">
                  <c:v>2000-03-22</c:v>
                </c:pt>
                <c:pt idx="56">
                  <c:v>2000-03-23</c:v>
                </c:pt>
                <c:pt idx="57">
                  <c:v>2000-03-24</c:v>
                </c:pt>
                <c:pt idx="58">
                  <c:v>2000-03-27</c:v>
                </c:pt>
                <c:pt idx="59">
                  <c:v>2000-03-28</c:v>
                </c:pt>
                <c:pt idx="60">
                  <c:v>2000-03-29</c:v>
                </c:pt>
                <c:pt idx="61">
                  <c:v>2000-03-30</c:v>
                </c:pt>
                <c:pt idx="62">
                  <c:v>2000-03-31</c:v>
                </c:pt>
                <c:pt idx="63">
                  <c:v>2000-04-03</c:v>
                </c:pt>
                <c:pt idx="64">
                  <c:v>2000-04-04</c:v>
                </c:pt>
                <c:pt idx="65">
                  <c:v>2000-04-05</c:v>
                </c:pt>
                <c:pt idx="66">
                  <c:v>2000-04-06</c:v>
                </c:pt>
                <c:pt idx="67">
                  <c:v>2000-04-07</c:v>
                </c:pt>
                <c:pt idx="68">
                  <c:v>2000-04-10</c:v>
                </c:pt>
                <c:pt idx="69">
                  <c:v>2000-04-11</c:v>
                </c:pt>
                <c:pt idx="70">
                  <c:v>2000-04-12</c:v>
                </c:pt>
                <c:pt idx="71">
                  <c:v>2000-04-13</c:v>
                </c:pt>
                <c:pt idx="72">
                  <c:v>2000-04-14</c:v>
                </c:pt>
                <c:pt idx="73">
                  <c:v>2000-04-17</c:v>
                </c:pt>
                <c:pt idx="74">
                  <c:v>2000-04-18</c:v>
                </c:pt>
                <c:pt idx="75">
                  <c:v>2000-04-19</c:v>
                </c:pt>
                <c:pt idx="76">
                  <c:v>2000-04-20</c:v>
                </c:pt>
                <c:pt idx="77">
                  <c:v>2000-04-24</c:v>
                </c:pt>
                <c:pt idx="78">
                  <c:v>2000-04-25</c:v>
                </c:pt>
                <c:pt idx="79">
                  <c:v>2000-04-26</c:v>
                </c:pt>
                <c:pt idx="80">
                  <c:v>2000-04-27</c:v>
                </c:pt>
                <c:pt idx="81">
                  <c:v>2000-04-28</c:v>
                </c:pt>
                <c:pt idx="82">
                  <c:v>2000-05-01</c:v>
                </c:pt>
                <c:pt idx="83">
                  <c:v>2000-05-02</c:v>
                </c:pt>
                <c:pt idx="84">
                  <c:v>2000-05-03</c:v>
                </c:pt>
                <c:pt idx="85">
                  <c:v>2000-05-04</c:v>
                </c:pt>
                <c:pt idx="86">
                  <c:v>2000-05-05</c:v>
                </c:pt>
                <c:pt idx="87">
                  <c:v>2000-05-08</c:v>
                </c:pt>
                <c:pt idx="88">
                  <c:v>2000-05-09</c:v>
                </c:pt>
                <c:pt idx="89">
                  <c:v>2000-05-10</c:v>
                </c:pt>
                <c:pt idx="90">
                  <c:v>2000-05-11</c:v>
                </c:pt>
                <c:pt idx="91">
                  <c:v>2000-05-12</c:v>
                </c:pt>
                <c:pt idx="92">
                  <c:v>2000-05-15</c:v>
                </c:pt>
                <c:pt idx="93">
                  <c:v>2000-05-16</c:v>
                </c:pt>
                <c:pt idx="94">
                  <c:v>2000-05-17</c:v>
                </c:pt>
                <c:pt idx="95">
                  <c:v>2000-05-18</c:v>
                </c:pt>
                <c:pt idx="96">
                  <c:v>2000-05-19</c:v>
                </c:pt>
                <c:pt idx="97">
                  <c:v>2000-05-22</c:v>
                </c:pt>
                <c:pt idx="98">
                  <c:v>2000-05-23</c:v>
                </c:pt>
                <c:pt idx="99">
                  <c:v>2000-05-24</c:v>
                </c:pt>
                <c:pt idx="100">
                  <c:v>2000-05-25</c:v>
                </c:pt>
                <c:pt idx="101">
                  <c:v>2000-05-26</c:v>
                </c:pt>
                <c:pt idx="102">
                  <c:v>2000-05-30</c:v>
                </c:pt>
                <c:pt idx="103">
                  <c:v>2000-05-31</c:v>
                </c:pt>
                <c:pt idx="104">
                  <c:v>2000-06-01</c:v>
                </c:pt>
                <c:pt idx="105">
                  <c:v>2000-06-02</c:v>
                </c:pt>
                <c:pt idx="106">
                  <c:v>2000-06-05</c:v>
                </c:pt>
                <c:pt idx="107">
                  <c:v>2000-06-06</c:v>
                </c:pt>
                <c:pt idx="108">
                  <c:v>2000-06-07</c:v>
                </c:pt>
                <c:pt idx="109">
                  <c:v>2000-06-08</c:v>
                </c:pt>
                <c:pt idx="110">
                  <c:v>2000-06-09</c:v>
                </c:pt>
                <c:pt idx="111">
                  <c:v>2000-06-12</c:v>
                </c:pt>
                <c:pt idx="112">
                  <c:v>2000-06-13</c:v>
                </c:pt>
                <c:pt idx="113">
                  <c:v>2000-06-14</c:v>
                </c:pt>
                <c:pt idx="114">
                  <c:v>2000-06-15</c:v>
                </c:pt>
                <c:pt idx="115">
                  <c:v>2000-06-16</c:v>
                </c:pt>
                <c:pt idx="116">
                  <c:v>2000-06-19</c:v>
                </c:pt>
                <c:pt idx="117">
                  <c:v>2000-06-20</c:v>
                </c:pt>
                <c:pt idx="118">
                  <c:v>2000-06-21</c:v>
                </c:pt>
                <c:pt idx="119">
                  <c:v>2000-06-22</c:v>
                </c:pt>
                <c:pt idx="120">
                  <c:v>2000-06-23</c:v>
                </c:pt>
                <c:pt idx="121">
                  <c:v>2000-06-26</c:v>
                </c:pt>
                <c:pt idx="122">
                  <c:v>2000-06-27</c:v>
                </c:pt>
                <c:pt idx="123">
                  <c:v>2000-06-28</c:v>
                </c:pt>
                <c:pt idx="124">
                  <c:v>2000-06-29</c:v>
                </c:pt>
                <c:pt idx="125">
                  <c:v>2000-06-30</c:v>
                </c:pt>
                <c:pt idx="126">
                  <c:v>2000-07-05</c:v>
                </c:pt>
                <c:pt idx="127">
                  <c:v>2000-07-06</c:v>
                </c:pt>
                <c:pt idx="128">
                  <c:v>2000-07-07</c:v>
                </c:pt>
                <c:pt idx="129">
                  <c:v>2000-07-10</c:v>
                </c:pt>
                <c:pt idx="130">
                  <c:v>2000-07-11</c:v>
                </c:pt>
                <c:pt idx="131">
                  <c:v>2000-07-12</c:v>
                </c:pt>
                <c:pt idx="132">
                  <c:v>2000-07-13</c:v>
                </c:pt>
                <c:pt idx="133">
                  <c:v>2000-07-14</c:v>
                </c:pt>
                <c:pt idx="134">
                  <c:v>2000-07-17</c:v>
                </c:pt>
                <c:pt idx="135">
                  <c:v>2000-07-18</c:v>
                </c:pt>
                <c:pt idx="136">
                  <c:v>2000-07-19</c:v>
                </c:pt>
                <c:pt idx="137">
                  <c:v>2000-07-20</c:v>
                </c:pt>
                <c:pt idx="138">
                  <c:v>2000-07-21</c:v>
                </c:pt>
                <c:pt idx="139">
                  <c:v>2000-07-24</c:v>
                </c:pt>
                <c:pt idx="140">
                  <c:v>2000-07-25</c:v>
                </c:pt>
                <c:pt idx="141">
                  <c:v>2000-07-26</c:v>
                </c:pt>
                <c:pt idx="142">
                  <c:v>2000-07-27</c:v>
                </c:pt>
                <c:pt idx="143">
                  <c:v>2000-07-28</c:v>
                </c:pt>
                <c:pt idx="144">
                  <c:v>2000-07-31</c:v>
                </c:pt>
                <c:pt idx="145">
                  <c:v>2000-08-01</c:v>
                </c:pt>
                <c:pt idx="146">
                  <c:v>2000-08-02</c:v>
                </c:pt>
                <c:pt idx="147">
                  <c:v>2000-08-03</c:v>
                </c:pt>
                <c:pt idx="148">
                  <c:v>2000-08-04</c:v>
                </c:pt>
                <c:pt idx="149">
                  <c:v>2000-08-07</c:v>
                </c:pt>
                <c:pt idx="150">
                  <c:v>2000-08-08</c:v>
                </c:pt>
                <c:pt idx="151">
                  <c:v>2000-08-09</c:v>
                </c:pt>
                <c:pt idx="152">
                  <c:v>2000-08-10</c:v>
                </c:pt>
                <c:pt idx="153">
                  <c:v>2000-08-11</c:v>
                </c:pt>
                <c:pt idx="154">
                  <c:v>2000-08-14</c:v>
                </c:pt>
                <c:pt idx="155">
                  <c:v>2000-08-15</c:v>
                </c:pt>
                <c:pt idx="156">
                  <c:v>2000-08-16</c:v>
                </c:pt>
                <c:pt idx="157">
                  <c:v>2000-08-17</c:v>
                </c:pt>
                <c:pt idx="158">
                  <c:v>2000-08-18</c:v>
                </c:pt>
                <c:pt idx="159">
                  <c:v>2000-08-21</c:v>
                </c:pt>
                <c:pt idx="160">
                  <c:v>2000-08-22</c:v>
                </c:pt>
                <c:pt idx="161">
                  <c:v>2000-08-23</c:v>
                </c:pt>
                <c:pt idx="162">
                  <c:v>2000-08-24</c:v>
                </c:pt>
                <c:pt idx="163">
                  <c:v>2000-08-25</c:v>
                </c:pt>
                <c:pt idx="164">
                  <c:v>2000-08-28</c:v>
                </c:pt>
                <c:pt idx="165">
                  <c:v>2000-08-29</c:v>
                </c:pt>
                <c:pt idx="166">
                  <c:v>2000-08-30</c:v>
                </c:pt>
                <c:pt idx="167">
                  <c:v>2000-08-31</c:v>
                </c:pt>
                <c:pt idx="168">
                  <c:v>2000-09-01</c:v>
                </c:pt>
                <c:pt idx="169">
                  <c:v>2000-09-05</c:v>
                </c:pt>
                <c:pt idx="170">
                  <c:v>2000-09-06</c:v>
                </c:pt>
                <c:pt idx="171">
                  <c:v>2000-09-07</c:v>
                </c:pt>
                <c:pt idx="172">
                  <c:v>2000-09-08</c:v>
                </c:pt>
                <c:pt idx="173">
                  <c:v>2000-09-11</c:v>
                </c:pt>
                <c:pt idx="174">
                  <c:v>2000-09-12</c:v>
                </c:pt>
                <c:pt idx="175">
                  <c:v>2000-09-13</c:v>
                </c:pt>
                <c:pt idx="176">
                  <c:v>2000-09-14</c:v>
                </c:pt>
                <c:pt idx="177">
                  <c:v>2000-09-15</c:v>
                </c:pt>
                <c:pt idx="178">
                  <c:v>2000-09-18</c:v>
                </c:pt>
                <c:pt idx="179">
                  <c:v>2000-09-19</c:v>
                </c:pt>
                <c:pt idx="180">
                  <c:v>2000-09-20</c:v>
                </c:pt>
                <c:pt idx="181">
                  <c:v>2000-09-21</c:v>
                </c:pt>
                <c:pt idx="182">
                  <c:v>2000-09-22</c:v>
                </c:pt>
                <c:pt idx="183">
                  <c:v>2000-09-25</c:v>
                </c:pt>
                <c:pt idx="184">
                  <c:v>2000-09-26</c:v>
                </c:pt>
                <c:pt idx="185">
                  <c:v>2000-09-27</c:v>
                </c:pt>
                <c:pt idx="186">
                  <c:v>2000-09-28</c:v>
                </c:pt>
                <c:pt idx="187">
                  <c:v>2000-09-29</c:v>
                </c:pt>
                <c:pt idx="188">
                  <c:v>2000-10-02</c:v>
                </c:pt>
                <c:pt idx="189">
                  <c:v>2000-10-03</c:v>
                </c:pt>
                <c:pt idx="190">
                  <c:v>2000-10-04</c:v>
                </c:pt>
                <c:pt idx="191">
                  <c:v>2000-10-05</c:v>
                </c:pt>
                <c:pt idx="192">
                  <c:v>2000-10-06</c:v>
                </c:pt>
                <c:pt idx="193">
                  <c:v>2000-10-09</c:v>
                </c:pt>
                <c:pt idx="194">
                  <c:v>2000-10-10</c:v>
                </c:pt>
                <c:pt idx="195">
                  <c:v>2000-10-11</c:v>
                </c:pt>
                <c:pt idx="196">
                  <c:v>2000-10-12</c:v>
                </c:pt>
                <c:pt idx="197">
                  <c:v>2000-10-13</c:v>
                </c:pt>
                <c:pt idx="198">
                  <c:v>2000-10-16</c:v>
                </c:pt>
                <c:pt idx="199">
                  <c:v>2000-10-17</c:v>
                </c:pt>
                <c:pt idx="200">
                  <c:v>2000-10-18</c:v>
                </c:pt>
                <c:pt idx="201">
                  <c:v>2000-10-19</c:v>
                </c:pt>
                <c:pt idx="202">
                  <c:v>2000-10-20</c:v>
                </c:pt>
                <c:pt idx="203">
                  <c:v>2000-10-23</c:v>
                </c:pt>
                <c:pt idx="204">
                  <c:v>2000-10-24</c:v>
                </c:pt>
                <c:pt idx="205">
                  <c:v>2000-10-25</c:v>
                </c:pt>
                <c:pt idx="206">
                  <c:v>2000-10-26</c:v>
                </c:pt>
                <c:pt idx="207">
                  <c:v>2000-10-27</c:v>
                </c:pt>
                <c:pt idx="208">
                  <c:v>2000-10-30</c:v>
                </c:pt>
                <c:pt idx="209">
                  <c:v>2000-10-31</c:v>
                </c:pt>
                <c:pt idx="210">
                  <c:v>2000-11-01</c:v>
                </c:pt>
                <c:pt idx="211">
                  <c:v>2000-11-02</c:v>
                </c:pt>
                <c:pt idx="212">
                  <c:v>2000-11-03</c:v>
                </c:pt>
                <c:pt idx="213">
                  <c:v>2000-11-06</c:v>
                </c:pt>
                <c:pt idx="214">
                  <c:v>2000-11-07</c:v>
                </c:pt>
                <c:pt idx="215">
                  <c:v>2000-11-08</c:v>
                </c:pt>
                <c:pt idx="216">
                  <c:v>2000-11-09</c:v>
                </c:pt>
                <c:pt idx="217">
                  <c:v>2000-11-10</c:v>
                </c:pt>
                <c:pt idx="218">
                  <c:v>2000-11-13</c:v>
                </c:pt>
                <c:pt idx="219">
                  <c:v>2000-11-14</c:v>
                </c:pt>
                <c:pt idx="220">
                  <c:v>2000-11-15</c:v>
                </c:pt>
                <c:pt idx="221">
                  <c:v>2000-11-16</c:v>
                </c:pt>
                <c:pt idx="222">
                  <c:v>2000-11-17</c:v>
                </c:pt>
                <c:pt idx="223">
                  <c:v>2000-11-20</c:v>
                </c:pt>
                <c:pt idx="224">
                  <c:v>2000-11-21</c:v>
                </c:pt>
                <c:pt idx="225">
                  <c:v>2000-11-22</c:v>
                </c:pt>
                <c:pt idx="226">
                  <c:v>2000-11-27</c:v>
                </c:pt>
                <c:pt idx="227">
                  <c:v>2000-11-28</c:v>
                </c:pt>
                <c:pt idx="228">
                  <c:v>2000-11-29</c:v>
                </c:pt>
                <c:pt idx="229">
                  <c:v>2000-11-30</c:v>
                </c:pt>
                <c:pt idx="230">
                  <c:v>2000-12-01</c:v>
                </c:pt>
                <c:pt idx="231">
                  <c:v>2000-12-04</c:v>
                </c:pt>
                <c:pt idx="232">
                  <c:v>2000-12-05</c:v>
                </c:pt>
                <c:pt idx="233">
                  <c:v>2000-12-06</c:v>
                </c:pt>
                <c:pt idx="234">
                  <c:v>2000-12-07</c:v>
                </c:pt>
                <c:pt idx="235">
                  <c:v>2000-12-08</c:v>
                </c:pt>
                <c:pt idx="236">
                  <c:v>2000-12-11</c:v>
                </c:pt>
                <c:pt idx="237">
                  <c:v>2000-12-12</c:v>
                </c:pt>
                <c:pt idx="238">
                  <c:v>2000-12-13</c:v>
                </c:pt>
                <c:pt idx="239">
                  <c:v>2000-12-14</c:v>
                </c:pt>
                <c:pt idx="240">
                  <c:v>2000-12-15</c:v>
                </c:pt>
                <c:pt idx="241">
                  <c:v>2000-12-18</c:v>
                </c:pt>
                <c:pt idx="242">
                  <c:v>2000-12-19</c:v>
                </c:pt>
                <c:pt idx="243">
                  <c:v>2000-12-20</c:v>
                </c:pt>
                <c:pt idx="244">
                  <c:v>2000-12-21</c:v>
                </c:pt>
                <c:pt idx="245">
                  <c:v>2000-12-22</c:v>
                </c:pt>
                <c:pt idx="246">
                  <c:v>2000-12-26</c:v>
                </c:pt>
                <c:pt idx="247">
                  <c:v>2000-12-27</c:v>
                </c:pt>
                <c:pt idx="248">
                  <c:v>2000-12-28</c:v>
                </c:pt>
                <c:pt idx="249">
                  <c:v>2000-12-29</c:v>
                </c:pt>
                <c:pt idx="250">
                  <c:v>2001-01-02</c:v>
                </c:pt>
                <c:pt idx="251">
                  <c:v>2001-01-03</c:v>
                </c:pt>
                <c:pt idx="252">
                  <c:v>2001-01-04</c:v>
                </c:pt>
                <c:pt idx="253">
                  <c:v>2001-01-05</c:v>
                </c:pt>
                <c:pt idx="254">
                  <c:v>2001-01-08</c:v>
                </c:pt>
                <c:pt idx="255">
                  <c:v>2001-01-09</c:v>
                </c:pt>
                <c:pt idx="256">
                  <c:v>2001-01-10</c:v>
                </c:pt>
                <c:pt idx="257">
                  <c:v>2001-01-11</c:v>
                </c:pt>
                <c:pt idx="258">
                  <c:v>2001-01-12</c:v>
                </c:pt>
                <c:pt idx="259">
                  <c:v>2001-01-16</c:v>
                </c:pt>
                <c:pt idx="260">
                  <c:v>2001-01-17</c:v>
                </c:pt>
                <c:pt idx="261">
                  <c:v>2001-01-18</c:v>
                </c:pt>
                <c:pt idx="262">
                  <c:v>2001-01-19</c:v>
                </c:pt>
                <c:pt idx="263">
                  <c:v>2001-01-22</c:v>
                </c:pt>
                <c:pt idx="264">
                  <c:v>2001-01-23</c:v>
                </c:pt>
                <c:pt idx="265">
                  <c:v>2001-01-24</c:v>
                </c:pt>
                <c:pt idx="266">
                  <c:v>2001-01-25</c:v>
                </c:pt>
                <c:pt idx="267">
                  <c:v>2001-01-26</c:v>
                </c:pt>
                <c:pt idx="268">
                  <c:v>2001-01-29</c:v>
                </c:pt>
                <c:pt idx="269">
                  <c:v>2001-01-30</c:v>
                </c:pt>
                <c:pt idx="270">
                  <c:v>2001-01-31</c:v>
                </c:pt>
                <c:pt idx="271">
                  <c:v>2001-02-01</c:v>
                </c:pt>
                <c:pt idx="272">
                  <c:v>2001-02-02</c:v>
                </c:pt>
                <c:pt idx="273">
                  <c:v>2001-02-05</c:v>
                </c:pt>
                <c:pt idx="274">
                  <c:v>2001-02-06</c:v>
                </c:pt>
                <c:pt idx="275">
                  <c:v>2001-02-07</c:v>
                </c:pt>
                <c:pt idx="276">
                  <c:v>2001-02-08</c:v>
                </c:pt>
                <c:pt idx="277">
                  <c:v>2001-02-09</c:v>
                </c:pt>
                <c:pt idx="278">
                  <c:v>2001-02-12</c:v>
                </c:pt>
                <c:pt idx="279">
                  <c:v>2001-02-13</c:v>
                </c:pt>
                <c:pt idx="280">
                  <c:v>2001-02-14</c:v>
                </c:pt>
                <c:pt idx="281">
                  <c:v>2001-02-15</c:v>
                </c:pt>
                <c:pt idx="282">
                  <c:v>2001-02-16</c:v>
                </c:pt>
                <c:pt idx="283">
                  <c:v>2001-02-20</c:v>
                </c:pt>
                <c:pt idx="284">
                  <c:v>2001-02-21</c:v>
                </c:pt>
                <c:pt idx="285">
                  <c:v>2001-02-22</c:v>
                </c:pt>
                <c:pt idx="286">
                  <c:v>2001-02-23</c:v>
                </c:pt>
                <c:pt idx="287">
                  <c:v>2001-02-26</c:v>
                </c:pt>
                <c:pt idx="288">
                  <c:v>2001-02-27</c:v>
                </c:pt>
                <c:pt idx="289">
                  <c:v>2001-02-28</c:v>
                </c:pt>
                <c:pt idx="290">
                  <c:v>2001-03-01</c:v>
                </c:pt>
                <c:pt idx="291">
                  <c:v>2001-03-02</c:v>
                </c:pt>
                <c:pt idx="292">
                  <c:v>2001-03-05</c:v>
                </c:pt>
                <c:pt idx="293">
                  <c:v>2001-03-06</c:v>
                </c:pt>
                <c:pt idx="294">
                  <c:v>2001-03-07</c:v>
                </c:pt>
                <c:pt idx="295">
                  <c:v>2001-03-08</c:v>
                </c:pt>
                <c:pt idx="296">
                  <c:v>2001-03-09</c:v>
                </c:pt>
                <c:pt idx="297">
                  <c:v>2001-03-12</c:v>
                </c:pt>
                <c:pt idx="298">
                  <c:v>2001-03-13</c:v>
                </c:pt>
                <c:pt idx="299">
                  <c:v>2001-03-14</c:v>
                </c:pt>
                <c:pt idx="300">
                  <c:v>2001-03-15</c:v>
                </c:pt>
                <c:pt idx="301">
                  <c:v>2001-03-16</c:v>
                </c:pt>
                <c:pt idx="302">
                  <c:v>2001-03-19</c:v>
                </c:pt>
                <c:pt idx="303">
                  <c:v>2001-03-20</c:v>
                </c:pt>
                <c:pt idx="304">
                  <c:v>2001-03-21</c:v>
                </c:pt>
                <c:pt idx="305">
                  <c:v>2001-03-22</c:v>
                </c:pt>
                <c:pt idx="306">
                  <c:v>2001-03-23</c:v>
                </c:pt>
                <c:pt idx="307">
                  <c:v>2001-03-26</c:v>
                </c:pt>
                <c:pt idx="308">
                  <c:v>2001-03-27</c:v>
                </c:pt>
                <c:pt idx="309">
                  <c:v>2001-03-28</c:v>
                </c:pt>
                <c:pt idx="310">
                  <c:v>2001-03-29</c:v>
                </c:pt>
                <c:pt idx="311">
                  <c:v>2001-03-30</c:v>
                </c:pt>
                <c:pt idx="312">
                  <c:v>2001-04-02</c:v>
                </c:pt>
                <c:pt idx="313">
                  <c:v>2001-04-03</c:v>
                </c:pt>
                <c:pt idx="314">
                  <c:v>2001-04-04</c:v>
                </c:pt>
                <c:pt idx="315">
                  <c:v>2001-04-05</c:v>
                </c:pt>
                <c:pt idx="316">
                  <c:v>2001-04-06</c:v>
                </c:pt>
                <c:pt idx="317">
                  <c:v>2001-04-09</c:v>
                </c:pt>
                <c:pt idx="318">
                  <c:v>2001-04-10</c:v>
                </c:pt>
                <c:pt idx="319">
                  <c:v>2001-04-11</c:v>
                </c:pt>
                <c:pt idx="320">
                  <c:v>2001-04-12</c:v>
                </c:pt>
                <c:pt idx="321">
                  <c:v>2001-04-16</c:v>
                </c:pt>
                <c:pt idx="322">
                  <c:v>2001-04-17</c:v>
                </c:pt>
                <c:pt idx="323">
                  <c:v>2001-04-18</c:v>
                </c:pt>
                <c:pt idx="324">
                  <c:v>2001-04-19</c:v>
                </c:pt>
                <c:pt idx="325">
                  <c:v>2001-04-20</c:v>
                </c:pt>
                <c:pt idx="326">
                  <c:v>2001-04-23</c:v>
                </c:pt>
                <c:pt idx="327">
                  <c:v>2001-04-24</c:v>
                </c:pt>
                <c:pt idx="328">
                  <c:v>2001-04-25</c:v>
                </c:pt>
                <c:pt idx="329">
                  <c:v>2001-04-26</c:v>
                </c:pt>
                <c:pt idx="330">
                  <c:v>2001-04-27</c:v>
                </c:pt>
                <c:pt idx="331">
                  <c:v>2001-04-30</c:v>
                </c:pt>
                <c:pt idx="332">
                  <c:v>2001-05-01</c:v>
                </c:pt>
                <c:pt idx="333">
                  <c:v>2001-05-02</c:v>
                </c:pt>
                <c:pt idx="334">
                  <c:v>2001-05-03</c:v>
                </c:pt>
                <c:pt idx="335">
                  <c:v>2001-05-04</c:v>
                </c:pt>
                <c:pt idx="336">
                  <c:v>2001-05-07</c:v>
                </c:pt>
                <c:pt idx="337">
                  <c:v>2001-05-08</c:v>
                </c:pt>
                <c:pt idx="338">
                  <c:v>2001-05-09</c:v>
                </c:pt>
                <c:pt idx="339">
                  <c:v>2001-05-10</c:v>
                </c:pt>
                <c:pt idx="340">
                  <c:v>2001-05-11</c:v>
                </c:pt>
                <c:pt idx="341">
                  <c:v>2001-05-14</c:v>
                </c:pt>
                <c:pt idx="342">
                  <c:v>2001-05-15</c:v>
                </c:pt>
                <c:pt idx="343">
                  <c:v>2001-05-16</c:v>
                </c:pt>
                <c:pt idx="344">
                  <c:v>2001-05-17</c:v>
                </c:pt>
                <c:pt idx="345">
                  <c:v>2001-05-18</c:v>
                </c:pt>
                <c:pt idx="346">
                  <c:v>2001-05-21</c:v>
                </c:pt>
                <c:pt idx="347">
                  <c:v>2001-05-22</c:v>
                </c:pt>
                <c:pt idx="348">
                  <c:v>2001-05-23</c:v>
                </c:pt>
                <c:pt idx="349">
                  <c:v>2001-05-24</c:v>
                </c:pt>
                <c:pt idx="350">
                  <c:v>2001-05-25</c:v>
                </c:pt>
                <c:pt idx="351">
                  <c:v>2001-05-29</c:v>
                </c:pt>
                <c:pt idx="352">
                  <c:v>2001-05-30</c:v>
                </c:pt>
                <c:pt idx="353">
                  <c:v>2001-05-31</c:v>
                </c:pt>
                <c:pt idx="354">
                  <c:v>2001-06-01</c:v>
                </c:pt>
                <c:pt idx="355">
                  <c:v>2001-06-04</c:v>
                </c:pt>
                <c:pt idx="356">
                  <c:v>2001-06-05</c:v>
                </c:pt>
                <c:pt idx="357">
                  <c:v>2001-06-06</c:v>
                </c:pt>
                <c:pt idx="358">
                  <c:v>2001-06-07</c:v>
                </c:pt>
                <c:pt idx="359">
                  <c:v>2001-06-08</c:v>
                </c:pt>
                <c:pt idx="360">
                  <c:v>2001-06-11</c:v>
                </c:pt>
                <c:pt idx="361">
                  <c:v>2001-06-12</c:v>
                </c:pt>
                <c:pt idx="362">
                  <c:v>2001-06-13</c:v>
                </c:pt>
                <c:pt idx="363">
                  <c:v>2001-06-14</c:v>
                </c:pt>
                <c:pt idx="364">
                  <c:v>2001-06-15</c:v>
                </c:pt>
                <c:pt idx="365">
                  <c:v>2001-06-18</c:v>
                </c:pt>
                <c:pt idx="366">
                  <c:v>2001-06-19</c:v>
                </c:pt>
                <c:pt idx="367">
                  <c:v>2001-06-20</c:v>
                </c:pt>
                <c:pt idx="368">
                  <c:v>2001-06-21</c:v>
                </c:pt>
                <c:pt idx="369">
                  <c:v>2001-06-22</c:v>
                </c:pt>
                <c:pt idx="370">
                  <c:v>2001-06-25</c:v>
                </c:pt>
                <c:pt idx="371">
                  <c:v>2001-06-26</c:v>
                </c:pt>
                <c:pt idx="372">
                  <c:v>2001-06-27</c:v>
                </c:pt>
                <c:pt idx="373">
                  <c:v>2001-06-28</c:v>
                </c:pt>
                <c:pt idx="374">
                  <c:v>2001-06-29</c:v>
                </c:pt>
                <c:pt idx="375">
                  <c:v>2001-07-02</c:v>
                </c:pt>
                <c:pt idx="376">
                  <c:v>2001-07-03</c:v>
                </c:pt>
                <c:pt idx="377">
                  <c:v>2001-07-05</c:v>
                </c:pt>
                <c:pt idx="378">
                  <c:v>2001-07-06</c:v>
                </c:pt>
                <c:pt idx="379">
                  <c:v>2001-07-09</c:v>
                </c:pt>
                <c:pt idx="380">
                  <c:v>2001-07-10</c:v>
                </c:pt>
                <c:pt idx="381">
                  <c:v>2001-07-11</c:v>
                </c:pt>
                <c:pt idx="382">
                  <c:v>2001-07-12</c:v>
                </c:pt>
                <c:pt idx="383">
                  <c:v>2001-07-13</c:v>
                </c:pt>
                <c:pt idx="384">
                  <c:v>2001-07-16</c:v>
                </c:pt>
                <c:pt idx="385">
                  <c:v>2001-07-17</c:v>
                </c:pt>
                <c:pt idx="386">
                  <c:v>2001-07-18</c:v>
                </c:pt>
                <c:pt idx="387">
                  <c:v>2001-07-19</c:v>
                </c:pt>
                <c:pt idx="388">
                  <c:v>2001-07-20</c:v>
                </c:pt>
                <c:pt idx="389">
                  <c:v>2001-07-23</c:v>
                </c:pt>
                <c:pt idx="390">
                  <c:v>2001-07-24</c:v>
                </c:pt>
                <c:pt idx="391">
                  <c:v>2001-07-25</c:v>
                </c:pt>
                <c:pt idx="392">
                  <c:v>2001-07-26</c:v>
                </c:pt>
                <c:pt idx="393">
                  <c:v>2001-07-27</c:v>
                </c:pt>
                <c:pt idx="394">
                  <c:v>2001-07-30</c:v>
                </c:pt>
                <c:pt idx="395">
                  <c:v>2001-07-31</c:v>
                </c:pt>
                <c:pt idx="396">
                  <c:v>2001-08-01</c:v>
                </c:pt>
                <c:pt idx="397">
                  <c:v>2001-08-02</c:v>
                </c:pt>
                <c:pt idx="398">
                  <c:v>2001-08-03</c:v>
                </c:pt>
                <c:pt idx="399">
                  <c:v>2001-08-06</c:v>
                </c:pt>
                <c:pt idx="400">
                  <c:v>2001-08-07</c:v>
                </c:pt>
                <c:pt idx="401">
                  <c:v>2001-08-08</c:v>
                </c:pt>
                <c:pt idx="402">
                  <c:v>2001-08-09</c:v>
                </c:pt>
                <c:pt idx="403">
                  <c:v>2001-08-10</c:v>
                </c:pt>
                <c:pt idx="404">
                  <c:v>2001-08-13</c:v>
                </c:pt>
                <c:pt idx="405">
                  <c:v>2001-08-14</c:v>
                </c:pt>
                <c:pt idx="406">
                  <c:v>2001-08-15</c:v>
                </c:pt>
                <c:pt idx="407">
                  <c:v>2001-08-16</c:v>
                </c:pt>
                <c:pt idx="408">
                  <c:v>2001-08-17</c:v>
                </c:pt>
                <c:pt idx="409">
                  <c:v>2001-08-20</c:v>
                </c:pt>
                <c:pt idx="410">
                  <c:v>2001-08-21</c:v>
                </c:pt>
                <c:pt idx="411">
                  <c:v>2001-08-22</c:v>
                </c:pt>
                <c:pt idx="412">
                  <c:v>2001-08-23</c:v>
                </c:pt>
                <c:pt idx="413">
                  <c:v>2001-08-24</c:v>
                </c:pt>
                <c:pt idx="414">
                  <c:v>2001-08-27</c:v>
                </c:pt>
                <c:pt idx="415">
                  <c:v>2001-08-28</c:v>
                </c:pt>
                <c:pt idx="416">
                  <c:v>2001-08-29</c:v>
                </c:pt>
                <c:pt idx="417">
                  <c:v>2001-08-30</c:v>
                </c:pt>
                <c:pt idx="418">
                  <c:v>2001-08-31</c:v>
                </c:pt>
                <c:pt idx="419">
                  <c:v>2001-09-04</c:v>
                </c:pt>
                <c:pt idx="420">
                  <c:v>2001-09-05</c:v>
                </c:pt>
                <c:pt idx="421">
                  <c:v>2001-09-06</c:v>
                </c:pt>
                <c:pt idx="422">
                  <c:v>2001-09-07</c:v>
                </c:pt>
                <c:pt idx="423">
                  <c:v>2001-09-10</c:v>
                </c:pt>
                <c:pt idx="424">
                  <c:v>2001-09-17</c:v>
                </c:pt>
                <c:pt idx="425">
                  <c:v>2001-09-18</c:v>
                </c:pt>
                <c:pt idx="426">
                  <c:v>2001-09-19</c:v>
                </c:pt>
                <c:pt idx="427">
                  <c:v>2001-09-20</c:v>
                </c:pt>
                <c:pt idx="428">
                  <c:v>2001-09-21</c:v>
                </c:pt>
                <c:pt idx="429">
                  <c:v>2001-09-24</c:v>
                </c:pt>
                <c:pt idx="430">
                  <c:v>2001-09-25</c:v>
                </c:pt>
                <c:pt idx="431">
                  <c:v>2001-09-26</c:v>
                </c:pt>
                <c:pt idx="432">
                  <c:v>2001-09-27</c:v>
                </c:pt>
                <c:pt idx="433">
                  <c:v>2001-09-28</c:v>
                </c:pt>
                <c:pt idx="434">
                  <c:v>2001-10-01</c:v>
                </c:pt>
                <c:pt idx="435">
                  <c:v>2001-10-02</c:v>
                </c:pt>
                <c:pt idx="436">
                  <c:v>2001-10-03</c:v>
                </c:pt>
                <c:pt idx="437">
                  <c:v>2001-10-04</c:v>
                </c:pt>
                <c:pt idx="438">
                  <c:v>2001-10-05</c:v>
                </c:pt>
                <c:pt idx="439">
                  <c:v>2001-10-08</c:v>
                </c:pt>
                <c:pt idx="440">
                  <c:v>2001-10-09</c:v>
                </c:pt>
                <c:pt idx="441">
                  <c:v>2001-10-10</c:v>
                </c:pt>
                <c:pt idx="442">
                  <c:v>2001-10-11</c:v>
                </c:pt>
                <c:pt idx="443">
                  <c:v>2001-10-12</c:v>
                </c:pt>
                <c:pt idx="444">
                  <c:v>2001-10-15</c:v>
                </c:pt>
                <c:pt idx="445">
                  <c:v>2001-10-16</c:v>
                </c:pt>
                <c:pt idx="446">
                  <c:v>2001-10-17</c:v>
                </c:pt>
                <c:pt idx="447">
                  <c:v>2001-10-18</c:v>
                </c:pt>
                <c:pt idx="448">
                  <c:v>2001-10-19</c:v>
                </c:pt>
                <c:pt idx="449">
                  <c:v>2001-10-22</c:v>
                </c:pt>
                <c:pt idx="450">
                  <c:v>2001-10-23</c:v>
                </c:pt>
                <c:pt idx="451">
                  <c:v>2001-10-24</c:v>
                </c:pt>
                <c:pt idx="452">
                  <c:v>2001-10-25</c:v>
                </c:pt>
                <c:pt idx="453">
                  <c:v>2001-10-26</c:v>
                </c:pt>
                <c:pt idx="454">
                  <c:v>2001-10-29</c:v>
                </c:pt>
                <c:pt idx="455">
                  <c:v>2001-10-30</c:v>
                </c:pt>
                <c:pt idx="456">
                  <c:v>2001-10-31</c:v>
                </c:pt>
                <c:pt idx="457">
                  <c:v>2001-11-01</c:v>
                </c:pt>
                <c:pt idx="458">
                  <c:v>2001-11-02</c:v>
                </c:pt>
                <c:pt idx="459">
                  <c:v>2001-11-05</c:v>
                </c:pt>
                <c:pt idx="460">
                  <c:v>2001-11-06</c:v>
                </c:pt>
                <c:pt idx="461">
                  <c:v>2001-11-07</c:v>
                </c:pt>
                <c:pt idx="462">
                  <c:v>2001-11-08</c:v>
                </c:pt>
                <c:pt idx="463">
                  <c:v>2001-11-09</c:v>
                </c:pt>
                <c:pt idx="464">
                  <c:v>2001-11-12</c:v>
                </c:pt>
                <c:pt idx="465">
                  <c:v>2001-11-13</c:v>
                </c:pt>
                <c:pt idx="466">
                  <c:v>2001-11-14</c:v>
                </c:pt>
                <c:pt idx="467">
                  <c:v>2001-11-15</c:v>
                </c:pt>
                <c:pt idx="468">
                  <c:v>2001-11-16</c:v>
                </c:pt>
                <c:pt idx="469">
                  <c:v>2001-11-19</c:v>
                </c:pt>
                <c:pt idx="470">
                  <c:v>2001-11-20</c:v>
                </c:pt>
                <c:pt idx="471">
                  <c:v>2001-11-21</c:v>
                </c:pt>
                <c:pt idx="472">
                  <c:v>2001-11-26</c:v>
                </c:pt>
                <c:pt idx="473">
                  <c:v>2001-11-27</c:v>
                </c:pt>
                <c:pt idx="474">
                  <c:v>2001-11-28</c:v>
                </c:pt>
                <c:pt idx="475">
                  <c:v>2001-11-29</c:v>
                </c:pt>
                <c:pt idx="476">
                  <c:v>2001-11-30</c:v>
                </c:pt>
                <c:pt idx="477">
                  <c:v>2001-12-03</c:v>
                </c:pt>
                <c:pt idx="478">
                  <c:v>2001-12-04</c:v>
                </c:pt>
                <c:pt idx="479">
                  <c:v>2001-12-05</c:v>
                </c:pt>
                <c:pt idx="480">
                  <c:v>2001-12-06</c:v>
                </c:pt>
                <c:pt idx="481">
                  <c:v>2001-12-07</c:v>
                </c:pt>
                <c:pt idx="482">
                  <c:v>2001-12-10</c:v>
                </c:pt>
                <c:pt idx="483">
                  <c:v>2001-12-11</c:v>
                </c:pt>
                <c:pt idx="484">
                  <c:v>2001-12-12</c:v>
                </c:pt>
                <c:pt idx="485">
                  <c:v>2001-12-13</c:v>
                </c:pt>
                <c:pt idx="486">
                  <c:v>2001-12-14</c:v>
                </c:pt>
                <c:pt idx="487">
                  <c:v>2001-12-17</c:v>
                </c:pt>
                <c:pt idx="488">
                  <c:v>2001-12-18</c:v>
                </c:pt>
                <c:pt idx="489">
                  <c:v>2001-12-19</c:v>
                </c:pt>
                <c:pt idx="490">
                  <c:v>2001-12-20</c:v>
                </c:pt>
                <c:pt idx="491">
                  <c:v>2001-12-21</c:v>
                </c:pt>
                <c:pt idx="492">
                  <c:v>2001-12-27</c:v>
                </c:pt>
                <c:pt idx="493">
                  <c:v>2001-12-28</c:v>
                </c:pt>
                <c:pt idx="494">
                  <c:v>2002-01-02</c:v>
                </c:pt>
                <c:pt idx="495">
                  <c:v>2002-01-03</c:v>
                </c:pt>
                <c:pt idx="496">
                  <c:v>2002-01-04</c:v>
                </c:pt>
                <c:pt idx="497">
                  <c:v>2002-01-07</c:v>
                </c:pt>
                <c:pt idx="498">
                  <c:v>2002-01-08</c:v>
                </c:pt>
                <c:pt idx="499">
                  <c:v>2002-01-09</c:v>
                </c:pt>
                <c:pt idx="500">
                  <c:v>2002-01-10</c:v>
                </c:pt>
                <c:pt idx="501">
                  <c:v>2002-01-11</c:v>
                </c:pt>
                <c:pt idx="502">
                  <c:v>2002-01-14</c:v>
                </c:pt>
                <c:pt idx="503">
                  <c:v>2002-01-15</c:v>
                </c:pt>
                <c:pt idx="504">
                  <c:v>2002-01-16</c:v>
                </c:pt>
                <c:pt idx="505">
                  <c:v>2002-01-17</c:v>
                </c:pt>
                <c:pt idx="506">
                  <c:v>2002-01-18</c:v>
                </c:pt>
                <c:pt idx="507">
                  <c:v>2002-01-22</c:v>
                </c:pt>
                <c:pt idx="508">
                  <c:v>2002-01-23</c:v>
                </c:pt>
                <c:pt idx="509">
                  <c:v>2002-01-24</c:v>
                </c:pt>
                <c:pt idx="510">
                  <c:v>2002-01-25</c:v>
                </c:pt>
                <c:pt idx="511">
                  <c:v>2002-01-28</c:v>
                </c:pt>
                <c:pt idx="512">
                  <c:v>2002-01-29</c:v>
                </c:pt>
                <c:pt idx="513">
                  <c:v>2002-01-30</c:v>
                </c:pt>
                <c:pt idx="514">
                  <c:v>2002-01-31</c:v>
                </c:pt>
                <c:pt idx="515">
                  <c:v>2002-02-01</c:v>
                </c:pt>
                <c:pt idx="516">
                  <c:v>2002-02-04</c:v>
                </c:pt>
                <c:pt idx="517">
                  <c:v>2002-02-05</c:v>
                </c:pt>
                <c:pt idx="518">
                  <c:v>2002-02-06</c:v>
                </c:pt>
                <c:pt idx="519">
                  <c:v>2002-02-07</c:v>
                </c:pt>
                <c:pt idx="520">
                  <c:v>2002-02-08</c:v>
                </c:pt>
                <c:pt idx="521">
                  <c:v>2002-02-11</c:v>
                </c:pt>
                <c:pt idx="522">
                  <c:v>2002-02-12</c:v>
                </c:pt>
                <c:pt idx="523">
                  <c:v>2002-02-13</c:v>
                </c:pt>
                <c:pt idx="524">
                  <c:v>2002-02-14</c:v>
                </c:pt>
                <c:pt idx="525">
                  <c:v>2002-02-15</c:v>
                </c:pt>
                <c:pt idx="526">
                  <c:v>2002-02-19</c:v>
                </c:pt>
                <c:pt idx="527">
                  <c:v>2002-02-20</c:v>
                </c:pt>
                <c:pt idx="528">
                  <c:v>2002-02-21</c:v>
                </c:pt>
                <c:pt idx="529">
                  <c:v>2002-02-22</c:v>
                </c:pt>
                <c:pt idx="530">
                  <c:v>2002-02-25</c:v>
                </c:pt>
                <c:pt idx="531">
                  <c:v>2002-02-26</c:v>
                </c:pt>
                <c:pt idx="532">
                  <c:v>2002-02-27</c:v>
                </c:pt>
                <c:pt idx="533">
                  <c:v>2002-02-28</c:v>
                </c:pt>
                <c:pt idx="534">
                  <c:v>2002-03-01</c:v>
                </c:pt>
                <c:pt idx="535">
                  <c:v>2002-03-04</c:v>
                </c:pt>
                <c:pt idx="536">
                  <c:v>2002-03-05</c:v>
                </c:pt>
                <c:pt idx="537">
                  <c:v>2002-03-06</c:v>
                </c:pt>
                <c:pt idx="538">
                  <c:v>2002-03-07</c:v>
                </c:pt>
                <c:pt idx="539">
                  <c:v>2002-03-08</c:v>
                </c:pt>
                <c:pt idx="540">
                  <c:v>2002-03-11</c:v>
                </c:pt>
                <c:pt idx="541">
                  <c:v>2002-03-12</c:v>
                </c:pt>
                <c:pt idx="542">
                  <c:v>2002-03-13</c:v>
                </c:pt>
                <c:pt idx="543">
                  <c:v>2002-03-14</c:v>
                </c:pt>
                <c:pt idx="544">
                  <c:v>2002-03-15</c:v>
                </c:pt>
                <c:pt idx="545">
                  <c:v>2002-03-18</c:v>
                </c:pt>
                <c:pt idx="546">
                  <c:v>2002-03-19</c:v>
                </c:pt>
                <c:pt idx="547">
                  <c:v>2002-03-20</c:v>
                </c:pt>
                <c:pt idx="548">
                  <c:v>2002-03-21</c:v>
                </c:pt>
                <c:pt idx="549">
                  <c:v>2002-03-22</c:v>
                </c:pt>
                <c:pt idx="550">
                  <c:v>2002-03-25</c:v>
                </c:pt>
                <c:pt idx="551">
                  <c:v>2002-03-26</c:v>
                </c:pt>
                <c:pt idx="552">
                  <c:v>2002-03-27</c:v>
                </c:pt>
                <c:pt idx="553">
                  <c:v>2002-03-28</c:v>
                </c:pt>
                <c:pt idx="554">
                  <c:v>2002-04-01</c:v>
                </c:pt>
                <c:pt idx="555">
                  <c:v>2002-04-02</c:v>
                </c:pt>
                <c:pt idx="556">
                  <c:v>2002-04-03</c:v>
                </c:pt>
                <c:pt idx="557">
                  <c:v>2002-04-04</c:v>
                </c:pt>
                <c:pt idx="558">
                  <c:v>2002-04-05</c:v>
                </c:pt>
                <c:pt idx="559">
                  <c:v>2002-04-08</c:v>
                </c:pt>
                <c:pt idx="560">
                  <c:v>2002-04-09</c:v>
                </c:pt>
                <c:pt idx="561">
                  <c:v>2002-04-10</c:v>
                </c:pt>
                <c:pt idx="562">
                  <c:v>2002-04-11</c:v>
                </c:pt>
                <c:pt idx="563">
                  <c:v>2002-04-12</c:v>
                </c:pt>
                <c:pt idx="564">
                  <c:v>2002-04-15</c:v>
                </c:pt>
                <c:pt idx="565">
                  <c:v>2002-04-16</c:v>
                </c:pt>
                <c:pt idx="566">
                  <c:v>2002-04-17</c:v>
                </c:pt>
                <c:pt idx="567">
                  <c:v>2002-04-18</c:v>
                </c:pt>
                <c:pt idx="568">
                  <c:v>2002-04-19</c:v>
                </c:pt>
                <c:pt idx="569">
                  <c:v>2002-04-22</c:v>
                </c:pt>
                <c:pt idx="570">
                  <c:v>2002-04-23</c:v>
                </c:pt>
                <c:pt idx="571">
                  <c:v>2002-04-24</c:v>
                </c:pt>
                <c:pt idx="572">
                  <c:v>2002-04-25</c:v>
                </c:pt>
                <c:pt idx="573">
                  <c:v>2002-04-26</c:v>
                </c:pt>
                <c:pt idx="574">
                  <c:v>2002-04-29</c:v>
                </c:pt>
                <c:pt idx="575">
                  <c:v>2002-04-30</c:v>
                </c:pt>
                <c:pt idx="576">
                  <c:v>2002-05-01</c:v>
                </c:pt>
                <c:pt idx="577">
                  <c:v>2002-05-02</c:v>
                </c:pt>
                <c:pt idx="578">
                  <c:v>2002-05-03</c:v>
                </c:pt>
                <c:pt idx="579">
                  <c:v>2002-05-06</c:v>
                </c:pt>
                <c:pt idx="580">
                  <c:v>2002-05-07</c:v>
                </c:pt>
                <c:pt idx="581">
                  <c:v>2002-05-08</c:v>
                </c:pt>
                <c:pt idx="582">
                  <c:v>2002-05-09</c:v>
                </c:pt>
                <c:pt idx="583">
                  <c:v>2002-05-10</c:v>
                </c:pt>
                <c:pt idx="584">
                  <c:v>2002-05-13</c:v>
                </c:pt>
                <c:pt idx="585">
                  <c:v>2002-05-14</c:v>
                </c:pt>
                <c:pt idx="586">
                  <c:v>2002-05-15</c:v>
                </c:pt>
                <c:pt idx="587">
                  <c:v>2002-05-16</c:v>
                </c:pt>
                <c:pt idx="588">
                  <c:v>2002-05-17</c:v>
                </c:pt>
                <c:pt idx="589">
                  <c:v>2002-05-20</c:v>
                </c:pt>
                <c:pt idx="590">
                  <c:v>2002-05-21</c:v>
                </c:pt>
                <c:pt idx="591">
                  <c:v>2002-05-22</c:v>
                </c:pt>
                <c:pt idx="592">
                  <c:v>2002-05-23</c:v>
                </c:pt>
                <c:pt idx="593">
                  <c:v>2002-05-24</c:v>
                </c:pt>
                <c:pt idx="594">
                  <c:v>2002-05-28</c:v>
                </c:pt>
                <c:pt idx="595">
                  <c:v>2002-05-29</c:v>
                </c:pt>
                <c:pt idx="596">
                  <c:v>2002-05-30</c:v>
                </c:pt>
                <c:pt idx="597">
                  <c:v>2002-05-31</c:v>
                </c:pt>
                <c:pt idx="598">
                  <c:v>2002-06-03</c:v>
                </c:pt>
                <c:pt idx="599">
                  <c:v>2002-06-04</c:v>
                </c:pt>
                <c:pt idx="600">
                  <c:v>2002-06-05</c:v>
                </c:pt>
                <c:pt idx="601">
                  <c:v>2002-06-06</c:v>
                </c:pt>
                <c:pt idx="602">
                  <c:v>2002-06-07</c:v>
                </c:pt>
                <c:pt idx="603">
                  <c:v>2002-06-10</c:v>
                </c:pt>
                <c:pt idx="604">
                  <c:v>2002-06-11</c:v>
                </c:pt>
                <c:pt idx="605">
                  <c:v>2002-06-12</c:v>
                </c:pt>
                <c:pt idx="606">
                  <c:v>2002-06-13</c:v>
                </c:pt>
                <c:pt idx="607">
                  <c:v>2002-06-14</c:v>
                </c:pt>
                <c:pt idx="608">
                  <c:v>2002-06-17</c:v>
                </c:pt>
                <c:pt idx="609">
                  <c:v>2002-06-18</c:v>
                </c:pt>
                <c:pt idx="610">
                  <c:v>2002-06-19</c:v>
                </c:pt>
                <c:pt idx="611">
                  <c:v>2002-06-20</c:v>
                </c:pt>
                <c:pt idx="612">
                  <c:v>2002-06-21</c:v>
                </c:pt>
                <c:pt idx="613">
                  <c:v>2002-06-24</c:v>
                </c:pt>
                <c:pt idx="614">
                  <c:v>2002-06-25</c:v>
                </c:pt>
                <c:pt idx="615">
                  <c:v>2002-06-26</c:v>
                </c:pt>
                <c:pt idx="616">
                  <c:v>2002-06-27</c:v>
                </c:pt>
                <c:pt idx="617">
                  <c:v>2002-06-28</c:v>
                </c:pt>
                <c:pt idx="618">
                  <c:v>2002-10-01</c:v>
                </c:pt>
                <c:pt idx="619">
                  <c:v>2002-10-02</c:v>
                </c:pt>
                <c:pt idx="620">
                  <c:v>2002-10-03</c:v>
                </c:pt>
                <c:pt idx="621">
                  <c:v>2002-10-04</c:v>
                </c:pt>
                <c:pt idx="622">
                  <c:v>2002-10-07</c:v>
                </c:pt>
                <c:pt idx="623">
                  <c:v>2002-10-08</c:v>
                </c:pt>
                <c:pt idx="624">
                  <c:v>2002-10-09</c:v>
                </c:pt>
                <c:pt idx="625">
                  <c:v>2002-10-10</c:v>
                </c:pt>
                <c:pt idx="626">
                  <c:v>2002-10-11</c:v>
                </c:pt>
                <c:pt idx="627">
                  <c:v>2002-10-14</c:v>
                </c:pt>
                <c:pt idx="628">
                  <c:v>2002-10-15</c:v>
                </c:pt>
                <c:pt idx="629">
                  <c:v>2002-10-16</c:v>
                </c:pt>
                <c:pt idx="630">
                  <c:v>2002-10-17</c:v>
                </c:pt>
                <c:pt idx="631">
                  <c:v>2002-10-18</c:v>
                </c:pt>
                <c:pt idx="632">
                  <c:v>2002-10-21</c:v>
                </c:pt>
                <c:pt idx="633">
                  <c:v>2002-10-22</c:v>
                </c:pt>
                <c:pt idx="634">
                  <c:v>2002-10-23</c:v>
                </c:pt>
                <c:pt idx="635">
                  <c:v>2002-10-24</c:v>
                </c:pt>
                <c:pt idx="636">
                  <c:v>2002-10-25</c:v>
                </c:pt>
                <c:pt idx="637">
                  <c:v>2002-10-28</c:v>
                </c:pt>
                <c:pt idx="638">
                  <c:v>2002-10-29</c:v>
                </c:pt>
                <c:pt idx="639">
                  <c:v>2002-10-30</c:v>
                </c:pt>
                <c:pt idx="640">
                  <c:v>2002-10-31</c:v>
                </c:pt>
                <c:pt idx="641">
                  <c:v>2002-11-01</c:v>
                </c:pt>
                <c:pt idx="642">
                  <c:v>2002-11-04</c:v>
                </c:pt>
                <c:pt idx="643">
                  <c:v>2002-11-05</c:v>
                </c:pt>
                <c:pt idx="644">
                  <c:v>2002-11-06</c:v>
                </c:pt>
                <c:pt idx="645">
                  <c:v>2002-11-07</c:v>
                </c:pt>
                <c:pt idx="646">
                  <c:v>2002-11-08</c:v>
                </c:pt>
                <c:pt idx="647">
                  <c:v>2002-11-11</c:v>
                </c:pt>
                <c:pt idx="648">
                  <c:v>2002-11-12</c:v>
                </c:pt>
                <c:pt idx="649">
                  <c:v>2002-11-13</c:v>
                </c:pt>
                <c:pt idx="650">
                  <c:v>2002-11-14</c:v>
                </c:pt>
                <c:pt idx="651">
                  <c:v>2002-11-15</c:v>
                </c:pt>
                <c:pt idx="652">
                  <c:v>2002-11-18</c:v>
                </c:pt>
                <c:pt idx="653">
                  <c:v>2002-11-19</c:v>
                </c:pt>
                <c:pt idx="654">
                  <c:v>2002-11-20</c:v>
                </c:pt>
                <c:pt idx="655">
                  <c:v>2002-11-21</c:v>
                </c:pt>
                <c:pt idx="656">
                  <c:v>2002-11-22</c:v>
                </c:pt>
                <c:pt idx="657">
                  <c:v>2002-11-25</c:v>
                </c:pt>
                <c:pt idx="658">
                  <c:v>2002-11-26</c:v>
                </c:pt>
                <c:pt idx="659">
                  <c:v>2002-11-27</c:v>
                </c:pt>
                <c:pt idx="660">
                  <c:v>2002-12-02</c:v>
                </c:pt>
                <c:pt idx="661">
                  <c:v>2002-12-03</c:v>
                </c:pt>
                <c:pt idx="662">
                  <c:v>2002-12-04</c:v>
                </c:pt>
                <c:pt idx="663">
                  <c:v>2002-12-05</c:v>
                </c:pt>
                <c:pt idx="664">
                  <c:v>2002-12-06</c:v>
                </c:pt>
                <c:pt idx="665">
                  <c:v>2002-12-09</c:v>
                </c:pt>
                <c:pt idx="666">
                  <c:v>2002-12-10</c:v>
                </c:pt>
                <c:pt idx="667">
                  <c:v>2002-12-11</c:v>
                </c:pt>
                <c:pt idx="668">
                  <c:v>2002-12-12</c:v>
                </c:pt>
                <c:pt idx="669">
                  <c:v>2002-12-13</c:v>
                </c:pt>
                <c:pt idx="670">
                  <c:v>2002-12-16</c:v>
                </c:pt>
                <c:pt idx="671">
                  <c:v>2002-12-17</c:v>
                </c:pt>
                <c:pt idx="672">
                  <c:v>2002-12-18</c:v>
                </c:pt>
                <c:pt idx="673">
                  <c:v>2002-12-19</c:v>
                </c:pt>
                <c:pt idx="674">
                  <c:v>2002-12-20</c:v>
                </c:pt>
                <c:pt idx="675">
                  <c:v>2002-12-23</c:v>
                </c:pt>
                <c:pt idx="676">
                  <c:v>2002-12-24</c:v>
                </c:pt>
                <c:pt idx="677">
                  <c:v>2002-12-27</c:v>
                </c:pt>
                <c:pt idx="678">
                  <c:v>2002-12-30</c:v>
                </c:pt>
                <c:pt idx="679">
                  <c:v>2002-12-31</c:v>
                </c:pt>
                <c:pt idx="680">
                  <c:v>2003-01-02</c:v>
                </c:pt>
                <c:pt idx="681">
                  <c:v>2003-01-03</c:v>
                </c:pt>
                <c:pt idx="682">
                  <c:v>2003-01-06</c:v>
                </c:pt>
                <c:pt idx="683">
                  <c:v>2003-01-07</c:v>
                </c:pt>
                <c:pt idx="684">
                  <c:v>2003-01-08</c:v>
                </c:pt>
                <c:pt idx="685">
                  <c:v>2003-01-09</c:v>
                </c:pt>
                <c:pt idx="686">
                  <c:v>2003-01-10</c:v>
                </c:pt>
                <c:pt idx="687">
                  <c:v>2003-01-13</c:v>
                </c:pt>
                <c:pt idx="688">
                  <c:v>2003-01-14</c:v>
                </c:pt>
                <c:pt idx="689">
                  <c:v>2003-01-15</c:v>
                </c:pt>
                <c:pt idx="690">
                  <c:v>2003-01-16</c:v>
                </c:pt>
                <c:pt idx="691">
                  <c:v>2003-01-17</c:v>
                </c:pt>
                <c:pt idx="692">
                  <c:v>2003-01-21</c:v>
                </c:pt>
                <c:pt idx="693">
                  <c:v>2003-01-22</c:v>
                </c:pt>
                <c:pt idx="694">
                  <c:v>2003-01-23</c:v>
                </c:pt>
                <c:pt idx="695">
                  <c:v>2003-01-24</c:v>
                </c:pt>
                <c:pt idx="696">
                  <c:v>2003-01-27</c:v>
                </c:pt>
                <c:pt idx="697">
                  <c:v>2003-01-28</c:v>
                </c:pt>
                <c:pt idx="698">
                  <c:v>2003-01-29</c:v>
                </c:pt>
                <c:pt idx="699">
                  <c:v>2003-01-30</c:v>
                </c:pt>
                <c:pt idx="700">
                  <c:v>2003-01-31</c:v>
                </c:pt>
                <c:pt idx="701">
                  <c:v>2003-02-03</c:v>
                </c:pt>
                <c:pt idx="702">
                  <c:v>2003-02-04</c:v>
                </c:pt>
                <c:pt idx="703">
                  <c:v>2003-02-05</c:v>
                </c:pt>
                <c:pt idx="704">
                  <c:v>2003-02-06</c:v>
                </c:pt>
                <c:pt idx="705">
                  <c:v>2003-02-07</c:v>
                </c:pt>
                <c:pt idx="706">
                  <c:v>2003-02-10</c:v>
                </c:pt>
                <c:pt idx="707">
                  <c:v>2003-02-11</c:v>
                </c:pt>
                <c:pt idx="708">
                  <c:v>2003-02-12</c:v>
                </c:pt>
                <c:pt idx="709">
                  <c:v>2003-02-13</c:v>
                </c:pt>
                <c:pt idx="710">
                  <c:v>2003-02-14</c:v>
                </c:pt>
                <c:pt idx="711">
                  <c:v>2003-02-19</c:v>
                </c:pt>
                <c:pt idx="712">
                  <c:v>2003-02-20</c:v>
                </c:pt>
                <c:pt idx="713">
                  <c:v>2003-02-21</c:v>
                </c:pt>
                <c:pt idx="714">
                  <c:v>2003-02-24</c:v>
                </c:pt>
                <c:pt idx="715">
                  <c:v>2003-02-25</c:v>
                </c:pt>
                <c:pt idx="716">
                  <c:v>2003-02-26</c:v>
                </c:pt>
                <c:pt idx="717">
                  <c:v>2003-02-27</c:v>
                </c:pt>
                <c:pt idx="718">
                  <c:v>2003-02-28</c:v>
                </c:pt>
                <c:pt idx="719">
                  <c:v>2003-03-03</c:v>
                </c:pt>
                <c:pt idx="720">
                  <c:v>2003-03-04</c:v>
                </c:pt>
                <c:pt idx="721">
                  <c:v>2003-03-05</c:v>
                </c:pt>
                <c:pt idx="722">
                  <c:v>2003-03-06</c:v>
                </c:pt>
                <c:pt idx="723">
                  <c:v>2003-03-07</c:v>
                </c:pt>
                <c:pt idx="724">
                  <c:v>2003-03-10</c:v>
                </c:pt>
                <c:pt idx="725">
                  <c:v>2003-03-11</c:v>
                </c:pt>
                <c:pt idx="726">
                  <c:v>2003-03-12</c:v>
                </c:pt>
                <c:pt idx="727">
                  <c:v>2003-03-13</c:v>
                </c:pt>
                <c:pt idx="728">
                  <c:v>2003-03-14</c:v>
                </c:pt>
                <c:pt idx="729">
                  <c:v>2003-03-17</c:v>
                </c:pt>
                <c:pt idx="730">
                  <c:v>2003-03-18</c:v>
                </c:pt>
                <c:pt idx="731">
                  <c:v>2003-03-19</c:v>
                </c:pt>
                <c:pt idx="732">
                  <c:v>2003-03-20</c:v>
                </c:pt>
                <c:pt idx="733">
                  <c:v>2003-03-21</c:v>
                </c:pt>
                <c:pt idx="734">
                  <c:v>2003-03-24</c:v>
                </c:pt>
                <c:pt idx="735">
                  <c:v>2003-03-25</c:v>
                </c:pt>
                <c:pt idx="736">
                  <c:v>2003-03-26</c:v>
                </c:pt>
                <c:pt idx="737">
                  <c:v>2003-03-27</c:v>
                </c:pt>
                <c:pt idx="738">
                  <c:v>2003-03-28</c:v>
                </c:pt>
                <c:pt idx="739">
                  <c:v>2003-03-31</c:v>
                </c:pt>
                <c:pt idx="740">
                  <c:v>2003-04-01</c:v>
                </c:pt>
                <c:pt idx="741">
                  <c:v>2003-04-02</c:v>
                </c:pt>
                <c:pt idx="742">
                  <c:v>2003-04-03</c:v>
                </c:pt>
                <c:pt idx="743">
                  <c:v>2003-04-04</c:v>
                </c:pt>
                <c:pt idx="744">
                  <c:v>2003-04-07</c:v>
                </c:pt>
                <c:pt idx="745">
                  <c:v>2003-04-08</c:v>
                </c:pt>
                <c:pt idx="746">
                  <c:v>2003-04-09</c:v>
                </c:pt>
                <c:pt idx="747">
                  <c:v>2003-04-10</c:v>
                </c:pt>
                <c:pt idx="748">
                  <c:v>2003-04-11</c:v>
                </c:pt>
                <c:pt idx="749">
                  <c:v>2003-04-14</c:v>
                </c:pt>
                <c:pt idx="750">
                  <c:v>2003-04-15</c:v>
                </c:pt>
                <c:pt idx="751">
                  <c:v>2003-04-16</c:v>
                </c:pt>
                <c:pt idx="752">
                  <c:v>2003-04-17</c:v>
                </c:pt>
                <c:pt idx="753">
                  <c:v>2003-04-21</c:v>
                </c:pt>
                <c:pt idx="754">
                  <c:v>2003-04-22</c:v>
                </c:pt>
                <c:pt idx="755">
                  <c:v>2003-04-23</c:v>
                </c:pt>
                <c:pt idx="756">
                  <c:v>2003-04-24</c:v>
                </c:pt>
                <c:pt idx="757">
                  <c:v>2003-04-25</c:v>
                </c:pt>
                <c:pt idx="758">
                  <c:v>2003-04-28</c:v>
                </c:pt>
                <c:pt idx="759">
                  <c:v>2003-04-29</c:v>
                </c:pt>
                <c:pt idx="760">
                  <c:v>2003-04-30</c:v>
                </c:pt>
                <c:pt idx="761">
                  <c:v>2003-05-01</c:v>
                </c:pt>
                <c:pt idx="762">
                  <c:v>2003-05-02</c:v>
                </c:pt>
                <c:pt idx="763">
                  <c:v>2003-05-05</c:v>
                </c:pt>
                <c:pt idx="764">
                  <c:v>2003-05-06</c:v>
                </c:pt>
                <c:pt idx="765">
                  <c:v>2003-05-07</c:v>
                </c:pt>
                <c:pt idx="766">
                  <c:v>2003-05-08</c:v>
                </c:pt>
                <c:pt idx="767">
                  <c:v>2003-05-09</c:v>
                </c:pt>
                <c:pt idx="768">
                  <c:v>2003-05-12</c:v>
                </c:pt>
                <c:pt idx="769">
                  <c:v>2003-05-13</c:v>
                </c:pt>
                <c:pt idx="770">
                  <c:v>2003-05-14</c:v>
                </c:pt>
                <c:pt idx="771">
                  <c:v>2003-05-15</c:v>
                </c:pt>
                <c:pt idx="772">
                  <c:v>2003-05-16</c:v>
                </c:pt>
                <c:pt idx="773">
                  <c:v>2003-05-19</c:v>
                </c:pt>
                <c:pt idx="774">
                  <c:v>2003-05-20</c:v>
                </c:pt>
                <c:pt idx="775">
                  <c:v>2003-05-21</c:v>
                </c:pt>
                <c:pt idx="776">
                  <c:v>2003-05-22</c:v>
                </c:pt>
                <c:pt idx="777">
                  <c:v>2003-05-23</c:v>
                </c:pt>
                <c:pt idx="778">
                  <c:v>2003-05-27</c:v>
                </c:pt>
                <c:pt idx="779">
                  <c:v>2003-05-28</c:v>
                </c:pt>
                <c:pt idx="780">
                  <c:v>2003-05-29</c:v>
                </c:pt>
                <c:pt idx="781">
                  <c:v>2003-05-30</c:v>
                </c:pt>
                <c:pt idx="782">
                  <c:v>2003-06-02</c:v>
                </c:pt>
                <c:pt idx="783">
                  <c:v>2003-06-03</c:v>
                </c:pt>
                <c:pt idx="784">
                  <c:v>2003-06-04</c:v>
                </c:pt>
                <c:pt idx="785">
                  <c:v>2003-06-05</c:v>
                </c:pt>
                <c:pt idx="786">
                  <c:v>2003-06-06</c:v>
                </c:pt>
                <c:pt idx="787">
                  <c:v>2003-06-09</c:v>
                </c:pt>
                <c:pt idx="788">
                  <c:v>2003-06-10</c:v>
                </c:pt>
                <c:pt idx="789">
                  <c:v>2003-06-11</c:v>
                </c:pt>
                <c:pt idx="790">
                  <c:v>2003-06-12</c:v>
                </c:pt>
                <c:pt idx="791">
                  <c:v>2003-06-13</c:v>
                </c:pt>
                <c:pt idx="792">
                  <c:v>2003-06-16</c:v>
                </c:pt>
                <c:pt idx="793">
                  <c:v>2003-06-17</c:v>
                </c:pt>
                <c:pt idx="794">
                  <c:v>2003-06-18</c:v>
                </c:pt>
                <c:pt idx="795">
                  <c:v>2003-06-19</c:v>
                </c:pt>
                <c:pt idx="796">
                  <c:v>2003-06-20</c:v>
                </c:pt>
                <c:pt idx="797">
                  <c:v>2003-06-23</c:v>
                </c:pt>
                <c:pt idx="798">
                  <c:v>2003-06-24</c:v>
                </c:pt>
                <c:pt idx="799">
                  <c:v>2003-06-25</c:v>
                </c:pt>
                <c:pt idx="800">
                  <c:v>2003-06-26</c:v>
                </c:pt>
                <c:pt idx="801">
                  <c:v>2003-06-27</c:v>
                </c:pt>
                <c:pt idx="802">
                  <c:v>2003-06-30</c:v>
                </c:pt>
                <c:pt idx="803">
                  <c:v>2003-07-01</c:v>
                </c:pt>
                <c:pt idx="804">
                  <c:v>2003-07-02</c:v>
                </c:pt>
                <c:pt idx="805">
                  <c:v>2003-07-03</c:v>
                </c:pt>
                <c:pt idx="806">
                  <c:v>2003-07-07</c:v>
                </c:pt>
                <c:pt idx="807">
                  <c:v>2003-07-08</c:v>
                </c:pt>
                <c:pt idx="808">
                  <c:v>2003-07-09</c:v>
                </c:pt>
                <c:pt idx="809">
                  <c:v>2003-07-10</c:v>
                </c:pt>
                <c:pt idx="810">
                  <c:v>2003-07-11</c:v>
                </c:pt>
                <c:pt idx="811">
                  <c:v>2003-07-14</c:v>
                </c:pt>
                <c:pt idx="812">
                  <c:v>2003-07-15</c:v>
                </c:pt>
                <c:pt idx="813">
                  <c:v>2003-07-16</c:v>
                </c:pt>
                <c:pt idx="814">
                  <c:v>2003-07-17</c:v>
                </c:pt>
                <c:pt idx="815">
                  <c:v>2003-07-18</c:v>
                </c:pt>
                <c:pt idx="816">
                  <c:v>2003-07-21</c:v>
                </c:pt>
                <c:pt idx="817">
                  <c:v>2003-07-22</c:v>
                </c:pt>
                <c:pt idx="818">
                  <c:v>2003-07-23</c:v>
                </c:pt>
                <c:pt idx="819">
                  <c:v>2003-07-24</c:v>
                </c:pt>
                <c:pt idx="820">
                  <c:v>2003-07-25</c:v>
                </c:pt>
                <c:pt idx="821">
                  <c:v>2003-07-28</c:v>
                </c:pt>
                <c:pt idx="822">
                  <c:v>2003-07-29</c:v>
                </c:pt>
                <c:pt idx="823">
                  <c:v>2003-07-30</c:v>
                </c:pt>
                <c:pt idx="824">
                  <c:v>2003-07-31</c:v>
                </c:pt>
                <c:pt idx="825">
                  <c:v>2003-08-01</c:v>
                </c:pt>
                <c:pt idx="826">
                  <c:v>2003-08-04</c:v>
                </c:pt>
                <c:pt idx="827">
                  <c:v>2003-08-05</c:v>
                </c:pt>
                <c:pt idx="828">
                  <c:v>2003-08-06</c:v>
                </c:pt>
                <c:pt idx="829">
                  <c:v>2003-08-07</c:v>
                </c:pt>
                <c:pt idx="830">
                  <c:v>2003-08-08</c:v>
                </c:pt>
                <c:pt idx="831">
                  <c:v>2003-08-11</c:v>
                </c:pt>
                <c:pt idx="832">
                  <c:v>2003-08-12</c:v>
                </c:pt>
                <c:pt idx="833">
                  <c:v>2003-08-13</c:v>
                </c:pt>
                <c:pt idx="834">
                  <c:v>2003-08-14</c:v>
                </c:pt>
                <c:pt idx="835">
                  <c:v>2003-08-15</c:v>
                </c:pt>
                <c:pt idx="836">
                  <c:v>2003-08-18</c:v>
                </c:pt>
                <c:pt idx="837">
                  <c:v>2003-08-19</c:v>
                </c:pt>
                <c:pt idx="838">
                  <c:v>2003-08-20</c:v>
                </c:pt>
                <c:pt idx="839">
                  <c:v>2003-08-21</c:v>
                </c:pt>
                <c:pt idx="840">
                  <c:v>2003-08-22</c:v>
                </c:pt>
                <c:pt idx="841">
                  <c:v>2003-08-25</c:v>
                </c:pt>
                <c:pt idx="842">
                  <c:v>2003-08-26</c:v>
                </c:pt>
                <c:pt idx="843">
                  <c:v>2003-08-27</c:v>
                </c:pt>
                <c:pt idx="844">
                  <c:v>2003-08-28</c:v>
                </c:pt>
                <c:pt idx="845">
                  <c:v>2003-08-29</c:v>
                </c:pt>
                <c:pt idx="846">
                  <c:v>2003-09-02</c:v>
                </c:pt>
                <c:pt idx="847">
                  <c:v>2003-09-03</c:v>
                </c:pt>
                <c:pt idx="848">
                  <c:v>2003-09-04</c:v>
                </c:pt>
                <c:pt idx="849">
                  <c:v>2003-09-05</c:v>
                </c:pt>
                <c:pt idx="850">
                  <c:v>2003-09-08</c:v>
                </c:pt>
                <c:pt idx="851">
                  <c:v>2003-09-09</c:v>
                </c:pt>
                <c:pt idx="852">
                  <c:v>2003-09-10</c:v>
                </c:pt>
                <c:pt idx="853">
                  <c:v>2003-09-11</c:v>
                </c:pt>
                <c:pt idx="854">
                  <c:v>2003-09-12</c:v>
                </c:pt>
                <c:pt idx="855">
                  <c:v>2003-09-15</c:v>
                </c:pt>
                <c:pt idx="856">
                  <c:v>2003-09-16</c:v>
                </c:pt>
                <c:pt idx="857">
                  <c:v>2003-09-17</c:v>
                </c:pt>
                <c:pt idx="858">
                  <c:v>2003-09-18</c:v>
                </c:pt>
                <c:pt idx="859">
                  <c:v>2003-09-19</c:v>
                </c:pt>
                <c:pt idx="860">
                  <c:v>2003-09-22</c:v>
                </c:pt>
                <c:pt idx="861">
                  <c:v>2003-09-23</c:v>
                </c:pt>
                <c:pt idx="862">
                  <c:v>2003-09-24</c:v>
                </c:pt>
                <c:pt idx="863">
                  <c:v>2003-09-25</c:v>
                </c:pt>
                <c:pt idx="864">
                  <c:v>2003-09-26</c:v>
                </c:pt>
                <c:pt idx="865">
                  <c:v>2003-09-29</c:v>
                </c:pt>
                <c:pt idx="866">
                  <c:v>2003-09-30</c:v>
                </c:pt>
                <c:pt idx="867">
                  <c:v>2003-10-01</c:v>
                </c:pt>
                <c:pt idx="868">
                  <c:v>2003-10-02</c:v>
                </c:pt>
                <c:pt idx="869">
                  <c:v>2003-10-03</c:v>
                </c:pt>
                <c:pt idx="870">
                  <c:v>2003-10-06</c:v>
                </c:pt>
                <c:pt idx="871">
                  <c:v>2003-10-07</c:v>
                </c:pt>
                <c:pt idx="872">
                  <c:v>2003-10-08</c:v>
                </c:pt>
                <c:pt idx="873">
                  <c:v>2003-10-09</c:v>
                </c:pt>
                <c:pt idx="874">
                  <c:v>2003-10-10</c:v>
                </c:pt>
                <c:pt idx="875">
                  <c:v>2003-10-13</c:v>
                </c:pt>
                <c:pt idx="876">
                  <c:v>2003-10-14</c:v>
                </c:pt>
                <c:pt idx="877">
                  <c:v>2003-10-15</c:v>
                </c:pt>
                <c:pt idx="878">
                  <c:v>2003-10-16</c:v>
                </c:pt>
                <c:pt idx="879">
                  <c:v>2003-10-17</c:v>
                </c:pt>
                <c:pt idx="880">
                  <c:v>2003-10-20</c:v>
                </c:pt>
                <c:pt idx="881">
                  <c:v>2003-10-21</c:v>
                </c:pt>
                <c:pt idx="882">
                  <c:v>2003-10-22</c:v>
                </c:pt>
                <c:pt idx="883">
                  <c:v>2003-10-23</c:v>
                </c:pt>
                <c:pt idx="884">
                  <c:v>2003-10-24</c:v>
                </c:pt>
                <c:pt idx="885">
                  <c:v>2003-10-27</c:v>
                </c:pt>
                <c:pt idx="886">
                  <c:v>2003-10-28</c:v>
                </c:pt>
                <c:pt idx="887">
                  <c:v>2003-10-29</c:v>
                </c:pt>
                <c:pt idx="888">
                  <c:v>2003-10-30</c:v>
                </c:pt>
                <c:pt idx="889">
                  <c:v>2003-10-31</c:v>
                </c:pt>
                <c:pt idx="890">
                  <c:v>2003-11-03</c:v>
                </c:pt>
                <c:pt idx="891">
                  <c:v>2003-11-04</c:v>
                </c:pt>
                <c:pt idx="892">
                  <c:v>2003-11-05</c:v>
                </c:pt>
                <c:pt idx="893">
                  <c:v>2003-11-06</c:v>
                </c:pt>
                <c:pt idx="894">
                  <c:v>2003-11-07</c:v>
                </c:pt>
                <c:pt idx="895">
                  <c:v>2003-11-10</c:v>
                </c:pt>
                <c:pt idx="896">
                  <c:v>2003-11-11</c:v>
                </c:pt>
                <c:pt idx="897">
                  <c:v>2003-11-12</c:v>
                </c:pt>
                <c:pt idx="898">
                  <c:v>2003-11-13</c:v>
                </c:pt>
                <c:pt idx="899">
                  <c:v>2003-11-14</c:v>
                </c:pt>
                <c:pt idx="900">
                  <c:v>2003-11-17</c:v>
                </c:pt>
                <c:pt idx="901">
                  <c:v>2003-11-18</c:v>
                </c:pt>
                <c:pt idx="902">
                  <c:v>2003-11-19</c:v>
                </c:pt>
                <c:pt idx="903">
                  <c:v>2003-11-20</c:v>
                </c:pt>
                <c:pt idx="904">
                  <c:v>2003-11-21</c:v>
                </c:pt>
                <c:pt idx="905">
                  <c:v>2003-11-24</c:v>
                </c:pt>
                <c:pt idx="906">
                  <c:v>2003-11-25</c:v>
                </c:pt>
                <c:pt idx="907">
                  <c:v>2003-11-26</c:v>
                </c:pt>
                <c:pt idx="908">
                  <c:v>2003-12-01</c:v>
                </c:pt>
                <c:pt idx="909">
                  <c:v>2003-12-02</c:v>
                </c:pt>
                <c:pt idx="910">
                  <c:v>2003-12-03</c:v>
                </c:pt>
                <c:pt idx="911">
                  <c:v>2003-12-04</c:v>
                </c:pt>
                <c:pt idx="912">
                  <c:v>2003-12-05</c:v>
                </c:pt>
                <c:pt idx="913">
                  <c:v>2003-12-08</c:v>
                </c:pt>
                <c:pt idx="914">
                  <c:v>2003-12-09</c:v>
                </c:pt>
                <c:pt idx="915">
                  <c:v>2003-12-10</c:v>
                </c:pt>
                <c:pt idx="916">
                  <c:v>2003-12-11</c:v>
                </c:pt>
                <c:pt idx="917">
                  <c:v>2003-12-12</c:v>
                </c:pt>
                <c:pt idx="918">
                  <c:v>2003-12-15</c:v>
                </c:pt>
                <c:pt idx="919">
                  <c:v>2003-12-16</c:v>
                </c:pt>
                <c:pt idx="920">
                  <c:v>2003-12-17</c:v>
                </c:pt>
                <c:pt idx="921">
                  <c:v>2003-12-18</c:v>
                </c:pt>
                <c:pt idx="922">
                  <c:v>2003-12-19</c:v>
                </c:pt>
                <c:pt idx="923">
                  <c:v>2003-12-22</c:v>
                </c:pt>
                <c:pt idx="924">
                  <c:v>2003-12-23</c:v>
                </c:pt>
                <c:pt idx="925">
                  <c:v>2003-12-24</c:v>
                </c:pt>
                <c:pt idx="926">
                  <c:v>2003-12-29</c:v>
                </c:pt>
                <c:pt idx="927">
                  <c:v>2003-12-30</c:v>
                </c:pt>
                <c:pt idx="928">
                  <c:v>2003-12-31</c:v>
                </c:pt>
                <c:pt idx="929">
                  <c:v>2004-01-05</c:v>
                </c:pt>
                <c:pt idx="930">
                  <c:v>2004-01-06</c:v>
                </c:pt>
                <c:pt idx="931">
                  <c:v>2004-01-07</c:v>
                </c:pt>
                <c:pt idx="932">
                  <c:v>2004-01-08</c:v>
                </c:pt>
                <c:pt idx="933">
                  <c:v>2004-01-09</c:v>
                </c:pt>
                <c:pt idx="934">
                  <c:v>2004-01-12</c:v>
                </c:pt>
                <c:pt idx="935">
                  <c:v>2004-01-13</c:v>
                </c:pt>
                <c:pt idx="936">
                  <c:v>2004-01-14</c:v>
                </c:pt>
                <c:pt idx="937">
                  <c:v>2004-01-15</c:v>
                </c:pt>
                <c:pt idx="938">
                  <c:v>2004-01-16</c:v>
                </c:pt>
                <c:pt idx="939">
                  <c:v>2004-01-20</c:v>
                </c:pt>
                <c:pt idx="940">
                  <c:v>2004-01-21</c:v>
                </c:pt>
                <c:pt idx="941">
                  <c:v>2004-01-22</c:v>
                </c:pt>
                <c:pt idx="942">
                  <c:v>2004-01-23</c:v>
                </c:pt>
                <c:pt idx="943">
                  <c:v>2004-01-26</c:v>
                </c:pt>
                <c:pt idx="944">
                  <c:v>2004-01-27</c:v>
                </c:pt>
                <c:pt idx="945">
                  <c:v>2004-01-28</c:v>
                </c:pt>
                <c:pt idx="946">
                  <c:v>2004-01-29</c:v>
                </c:pt>
                <c:pt idx="947">
                  <c:v>2004-01-30</c:v>
                </c:pt>
                <c:pt idx="948">
                  <c:v>2004-02-02</c:v>
                </c:pt>
                <c:pt idx="949">
                  <c:v>2004-02-03</c:v>
                </c:pt>
                <c:pt idx="950">
                  <c:v>2004-02-04</c:v>
                </c:pt>
                <c:pt idx="951">
                  <c:v>2004-02-05</c:v>
                </c:pt>
                <c:pt idx="952">
                  <c:v>2004-02-06</c:v>
                </c:pt>
                <c:pt idx="953">
                  <c:v>2004-02-09</c:v>
                </c:pt>
                <c:pt idx="954">
                  <c:v>2004-02-10</c:v>
                </c:pt>
                <c:pt idx="955">
                  <c:v>2004-02-11</c:v>
                </c:pt>
                <c:pt idx="956">
                  <c:v>2004-02-12</c:v>
                </c:pt>
                <c:pt idx="957">
                  <c:v>2004-02-13</c:v>
                </c:pt>
                <c:pt idx="958">
                  <c:v>2004-02-17</c:v>
                </c:pt>
                <c:pt idx="959">
                  <c:v>2004-02-18</c:v>
                </c:pt>
                <c:pt idx="960">
                  <c:v>2004-02-19</c:v>
                </c:pt>
                <c:pt idx="961">
                  <c:v>2004-02-20</c:v>
                </c:pt>
                <c:pt idx="962">
                  <c:v>2004-02-23</c:v>
                </c:pt>
                <c:pt idx="963">
                  <c:v>2004-02-24</c:v>
                </c:pt>
                <c:pt idx="964">
                  <c:v>2004-02-25</c:v>
                </c:pt>
                <c:pt idx="965">
                  <c:v>2004-02-26</c:v>
                </c:pt>
                <c:pt idx="966">
                  <c:v>2004-02-27</c:v>
                </c:pt>
                <c:pt idx="967">
                  <c:v>2004-03-01</c:v>
                </c:pt>
                <c:pt idx="968">
                  <c:v>2004-03-02</c:v>
                </c:pt>
                <c:pt idx="969">
                  <c:v>2004-03-03</c:v>
                </c:pt>
                <c:pt idx="970">
                  <c:v>2004-03-04</c:v>
                </c:pt>
                <c:pt idx="971">
                  <c:v>2004-03-05</c:v>
                </c:pt>
                <c:pt idx="972">
                  <c:v>2004-03-08</c:v>
                </c:pt>
                <c:pt idx="973">
                  <c:v>2004-03-09</c:v>
                </c:pt>
                <c:pt idx="974">
                  <c:v>2004-03-10</c:v>
                </c:pt>
                <c:pt idx="975">
                  <c:v>2004-03-11</c:v>
                </c:pt>
                <c:pt idx="976">
                  <c:v>2004-03-12</c:v>
                </c:pt>
                <c:pt idx="977">
                  <c:v>2004-03-15</c:v>
                </c:pt>
                <c:pt idx="978">
                  <c:v>2004-03-16</c:v>
                </c:pt>
                <c:pt idx="979">
                  <c:v>2004-03-17</c:v>
                </c:pt>
                <c:pt idx="980">
                  <c:v>2004-03-18</c:v>
                </c:pt>
                <c:pt idx="981">
                  <c:v>2004-03-19</c:v>
                </c:pt>
                <c:pt idx="982">
                  <c:v>2004-03-22</c:v>
                </c:pt>
                <c:pt idx="983">
                  <c:v>2004-03-23</c:v>
                </c:pt>
                <c:pt idx="984">
                  <c:v>2004-03-24</c:v>
                </c:pt>
                <c:pt idx="985">
                  <c:v>2004-03-25</c:v>
                </c:pt>
                <c:pt idx="986">
                  <c:v>2004-03-26</c:v>
                </c:pt>
                <c:pt idx="987">
                  <c:v>2004-03-29</c:v>
                </c:pt>
                <c:pt idx="988">
                  <c:v>2004-03-30</c:v>
                </c:pt>
                <c:pt idx="989">
                  <c:v>2004-03-31</c:v>
                </c:pt>
                <c:pt idx="990">
                  <c:v>2004-04-01</c:v>
                </c:pt>
                <c:pt idx="991">
                  <c:v>2004-04-02</c:v>
                </c:pt>
                <c:pt idx="992">
                  <c:v>2004-04-05</c:v>
                </c:pt>
                <c:pt idx="993">
                  <c:v>2004-04-06</c:v>
                </c:pt>
                <c:pt idx="994">
                  <c:v>2004-04-07</c:v>
                </c:pt>
                <c:pt idx="995">
                  <c:v>2004-04-08</c:v>
                </c:pt>
                <c:pt idx="996">
                  <c:v>2004-04-12</c:v>
                </c:pt>
                <c:pt idx="997">
                  <c:v>2004-04-13</c:v>
                </c:pt>
                <c:pt idx="998">
                  <c:v>2004-04-14</c:v>
                </c:pt>
                <c:pt idx="999">
                  <c:v>2004-04-15</c:v>
                </c:pt>
                <c:pt idx="1000">
                  <c:v>2004-04-16</c:v>
                </c:pt>
                <c:pt idx="1001">
                  <c:v>2004-04-19</c:v>
                </c:pt>
                <c:pt idx="1002">
                  <c:v>2004-04-20</c:v>
                </c:pt>
                <c:pt idx="1003">
                  <c:v>2004-04-21</c:v>
                </c:pt>
                <c:pt idx="1004">
                  <c:v>2004-04-22</c:v>
                </c:pt>
                <c:pt idx="1005">
                  <c:v>2004-04-23</c:v>
                </c:pt>
                <c:pt idx="1006">
                  <c:v>2004-04-26</c:v>
                </c:pt>
                <c:pt idx="1007">
                  <c:v>2004-04-27</c:v>
                </c:pt>
                <c:pt idx="1008">
                  <c:v>2004-04-28</c:v>
                </c:pt>
                <c:pt idx="1009">
                  <c:v>2004-04-29</c:v>
                </c:pt>
                <c:pt idx="1010">
                  <c:v>2004-04-30</c:v>
                </c:pt>
                <c:pt idx="1011">
                  <c:v>2004-05-03</c:v>
                </c:pt>
                <c:pt idx="1012">
                  <c:v>2004-05-04</c:v>
                </c:pt>
                <c:pt idx="1013">
                  <c:v>2004-05-05</c:v>
                </c:pt>
                <c:pt idx="1014">
                  <c:v>2004-05-06</c:v>
                </c:pt>
                <c:pt idx="1015">
                  <c:v>2004-05-07</c:v>
                </c:pt>
                <c:pt idx="1016">
                  <c:v>2004-05-10</c:v>
                </c:pt>
                <c:pt idx="1017">
                  <c:v>2004-05-11</c:v>
                </c:pt>
                <c:pt idx="1018">
                  <c:v>2004-05-12</c:v>
                </c:pt>
                <c:pt idx="1019">
                  <c:v>2004-05-13</c:v>
                </c:pt>
                <c:pt idx="1020">
                  <c:v>2004-05-14</c:v>
                </c:pt>
                <c:pt idx="1021">
                  <c:v>2004-05-17</c:v>
                </c:pt>
                <c:pt idx="1022">
                  <c:v>2004-05-18</c:v>
                </c:pt>
                <c:pt idx="1023">
                  <c:v>2004-05-19</c:v>
                </c:pt>
                <c:pt idx="1024">
                  <c:v>2004-05-20</c:v>
                </c:pt>
                <c:pt idx="1025">
                  <c:v>2004-05-21</c:v>
                </c:pt>
                <c:pt idx="1026">
                  <c:v>2004-05-24</c:v>
                </c:pt>
                <c:pt idx="1027">
                  <c:v>2004-05-25</c:v>
                </c:pt>
                <c:pt idx="1028">
                  <c:v>2004-05-26</c:v>
                </c:pt>
                <c:pt idx="1029">
                  <c:v>2004-05-27</c:v>
                </c:pt>
                <c:pt idx="1030">
                  <c:v>2004-05-28</c:v>
                </c:pt>
                <c:pt idx="1031">
                  <c:v>2004-06-01</c:v>
                </c:pt>
                <c:pt idx="1032">
                  <c:v>2004-06-02</c:v>
                </c:pt>
                <c:pt idx="1033">
                  <c:v>2004-06-03</c:v>
                </c:pt>
                <c:pt idx="1034">
                  <c:v>2004-06-04</c:v>
                </c:pt>
                <c:pt idx="1035">
                  <c:v>2004-06-07</c:v>
                </c:pt>
                <c:pt idx="1036">
                  <c:v>2004-06-08</c:v>
                </c:pt>
                <c:pt idx="1037">
                  <c:v>2004-06-09</c:v>
                </c:pt>
                <c:pt idx="1038">
                  <c:v>2004-06-10</c:v>
                </c:pt>
                <c:pt idx="1039">
                  <c:v>2004-06-14</c:v>
                </c:pt>
                <c:pt idx="1040">
                  <c:v>2004-06-15</c:v>
                </c:pt>
                <c:pt idx="1041">
                  <c:v>2004-06-16</c:v>
                </c:pt>
                <c:pt idx="1042">
                  <c:v>2004-06-17</c:v>
                </c:pt>
                <c:pt idx="1043">
                  <c:v>2004-06-18</c:v>
                </c:pt>
                <c:pt idx="1044">
                  <c:v>2004-06-21</c:v>
                </c:pt>
                <c:pt idx="1045">
                  <c:v>2004-06-22</c:v>
                </c:pt>
                <c:pt idx="1046">
                  <c:v>2004-06-23</c:v>
                </c:pt>
                <c:pt idx="1047">
                  <c:v>2004-06-24</c:v>
                </c:pt>
                <c:pt idx="1048">
                  <c:v>2004-06-25</c:v>
                </c:pt>
                <c:pt idx="1049">
                  <c:v>2004-06-28</c:v>
                </c:pt>
                <c:pt idx="1050">
                  <c:v>2004-06-29</c:v>
                </c:pt>
                <c:pt idx="1051">
                  <c:v>2004-06-30</c:v>
                </c:pt>
                <c:pt idx="1052">
                  <c:v>2004-07-01</c:v>
                </c:pt>
                <c:pt idx="1053">
                  <c:v>2004-07-02</c:v>
                </c:pt>
                <c:pt idx="1054">
                  <c:v>2004-07-06</c:v>
                </c:pt>
                <c:pt idx="1055">
                  <c:v>2004-07-07</c:v>
                </c:pt>
                <c:pt idx="1056">
                  <c:v>2004-07-08</c:v>
                </c:pt>
                <c:pt idx="1057">
                  <c:v>2004-07-09</c:v>
                </c:pt>
                <c:pt idx="1058">
                  <c:v>2004-07-12</c:v>
                </c:pt>
                <c:pt idx="1059">
                  <c:v>2004-07-13</c:v>
                </c:pt>
                <c:pt idx="1060">
                  <c:v>2004-07-14</c:v>
                </c:pt>
                <c:pt idx="1061">
                  <c:v>2004-07-15</c:v>
                </c:pt>
                <c:pt idx="1062">
                  <c:v>2004-07-16</c:v>
                </c:pt>
                <c:pt idx="1063">
                  <c:v>2004-07-19</c:v>
                </c:pt>
                <c:pt idx="1064">
                  <c:v>2004-07-20</c:v>
                </c:pt>
                <c:pt idx="1065">
                  <c:v>2004-07-21</c:v>
                </c:pt>
                <c:pt idx="1066">
                  <c:v>2004-07-22</c:v>
                </c:pt>
                <c:pt idx="1067">
                  <c:v>2004-07-23</c:v>
                </c:pt>
                <c:pt idx="1068">
                  <c:v>2004-07-26</c:v>
                </c:pt>
                <c:pt idx="1069">
                  <c:v>2004-07-27</c:v>
                </c:pt>
                <c:pt idx="1070">
                  <c:v>2004-07-28</c:v>
                </c:pt>
                <c:pt idx="1071">
                  <c:v>2004-07-29</c:v>
                </c:pt>
                <c:pt idx="1072">
                  <c:v>2004-07-30</c:v>
                </c:pt>
                <c:pt idx="1073">
                  <c:v>2004-08-02</c:v>
                </c:pt>
                <c:pt idx="1074">
                  <c:v>2004-08-03</c:v>
                </c:pt>
                <c:pt idx="1075">
                  <c:v>2004-08-04</c:v>
                </c:pt>
                <c:pt idx="1076">
                  <c:v>2004-08-05</c:v>
                </c:pt>
                <c:pt idx="1077">
                  <c:v>2004-08-06</c:v>
                </c:pt>
                <c:pt idx="1078">
                  <c:v>2004-08-09</c:v>
                </c:pt>
                <c:pt idx="1079">
                  <c:v>2004-08-10</c:v>
                </c:pt>
                <c:pt idx="1080">
                  <c:v>2004-08-11</c:v>
                </c:pt>
                <c:pt idx="1081">
                  <c:v>2004-08-12</c:v>
                </c:pt>
                <c:pt idx="1082">
                  <c:v>2004-08-13</c:v>
                </c:pt>
                <c:pt idx="1083">
                  <c:v>2004-08-16</c:v>
                </c:pt>
                <c:pt idx="1084">
                  <c:v>2004-08-17</c:v>
                </c:pt>
                <c:pt idx="1085">
                  <c:v>2004-08-18</c:v>
                </c:pt>
                <c:pt idx="1086">
                  <c:v>2004-08-19</c:v>
                </c:pt>
                <c:pt idx="1087">
                  <c:v>2004-08-20</c:v>
                </c:pt>
                <c:pt idx="1088">
                  <c:v>2004-08-23</c:v>
                </c:pt>
                <c:pt idx="1089">
                  <c:v>2004-08-24</c:v>
                </c:pt>
                <c:pt idx="1090">
                  <c:v>2004-08-25</c:v>
                </c:pt>
                <c:pt idx="1091">
                  <c:v>2004-08-26</c:v>
                </c:pt>
                <c:pt idx="1092">
                  <c:v>2004-08-27</c:v>
                </c:pt>
                <c:pt idx="1093">
                  <c:v>2004-08-30</c:v>
                </c:pt>
                <c:pt idx="1094">
                  <c:v>2004-08-31</c:v>
                </c:pt>
                <c:pt idx="1095">
                  <c:v>2004-09-01</c:v>
                </c:pt>
                <c:pt idx="1096">
                  <c:v>2004-09-02</c:v>
                </c:pt>
                <c:pt idx="1097">
                  <c:v>2004-09-03</c:v>
                </c:pt>
                <c:pt idx="1098">
                  <c:v>2004-09-07</c:v>
                </c:pt>
                <c:pt idx="1099">
                  <c:v>2004-09-08</c:v>
                </c:pt>
                <c:pt idx="1100">
                  <c:v>2004-09-09</c:v>
                </c:pt>
                <c:pt idx="1101">
                  <c:v>2004-09-10</c:v>
                </c:pt>
                <c:pt idx="1102">
                  <c:v>2004-09-13</c:v>
                </c:pt>
                <c:pt idx="1103">
                  <c:v>2004-09-14</c:v>
                </c:pt>
                <c:pt idx="1104">
                  <c:v>2004-09-15</c:v>
                </c:pt>
                <c:pt idx="1105">
                  <c:v>2004-09-16</c:v>
                </c:pt>
                <c:pt idx="1106">
                  <c:v>2004-09-17</c:v>
                </c:pt>
                <c:pt idx="1107">
                  <c:v>2004-09-20</c:v>
                </c:pt>
                <c:pt idx="1108">
                  <c:v>2004-09-21</c:v>
                </c:pt>
                <c:pt idx="1109">
                  <c:v>2004-09-22</c:v>
                </c:pt>
                <c:pt idx="1110">
                  <c:v>2004-09-23</c:v>
                </c:pt>
                <c:pt idx="1111">
                  <c:v>2004-09-24</c:v>
                </c:pt>
                <c:pt idx="1112">
                  <c:v>2004-09-27</c:v>
                </c:pt>
                <c:pt idx="1113">
                  <c:v>2004-09-28</c:v>
                </c:pt>
                <c:pt idx="1114">
                  <c:v>2004-09-29</c:v>
                </c:pt>
                <c:pt idx="1115">
                  <c:v>2004-09-30</c:v>
                </c:pt>
                <c:pt idx="1116">
                  <c:v>2004-10-01</c:v>
                </c:pt>
                <c:pt idx="1117">
                  <c:v>2004-10-04</c:v>
                </c:pt>
                <c:pt idx="1118">
                  <c:v>2004-10-05</c:v>
                </c:pt>
                <c:pt idx="1119">
                  <c:v>2004-10-06</c:v>
                </c:pt>
                <c:pt idx="1120">
                  <c:v>2004-10-07</c:v>
                </c:pt>
                <c:pt idx="1121">
                  <c:v>2004-10-08</c:v>
                </c:pt>
                <c:pt idx="1122">
                  <c:v>2004-10-11</c:v>
                </c:pt>
                <c:pt idx="1123">
                  <c:v>2004-10-12</c:v>
                </c:pt>
                <c:pt idx="1124">
                  <c:v>2004-10-13</c:v>
                </c:pt>
                <c:pt idx="1125">
                  <c:v>2004-10-14</c:v>
                </c:pt>
                <c:pt idx="1126">
                  <c:v>2004-10-15</c:v>
                </c:pt>
                <c:pt idx="1127">
                  <c:v>2004-10-18</c:v>
                </c:pt>
                <c:pt idx="1128">
                  <c:v>2004-10-19</c:v>
                </c:pt>
                <c:pt idx="1129">
                  <c:v>2004-10-20</c:v>
                </c:pt>
                <c:pt idx="1130">
                  <c:v>2004-10-21</c:v>
                </c:pt>
                <c:pt idx="1131">
                  <c:v>2004-10-22</c:v>
                </c:pt>
                <c:pt idx="1132">
                  <c:v>2004-10-25</c:v>
                </c:pt>
                <c:pt idx="1133">
                  <c:v>2004-10-26</c:v>
                </c:pt>
                <c:pt idx="1134">
                  <c:v>2004-10-27</c:v>
                </c:pt>
                <c:pt idx="1135">
                  <c:v>2004-10-28</c:v>
                </c:pt>
                <c:pt idx="1136">
                  <c:v>2004-10-29</c:v>
                </c:pt>
                <c:pt idx="1137">
                  <c:v>2004-11-01</c:v>
                </c:pt>
                <c:pt idx="1138">
                  <c:v>2004-11-02</c:v>
                </c:pt>
                <c:pt idx="1139">
                  <c:v>2004-11-03</c:v>
                </c:pt>
                <c:pt idx="1140">
                  <c:v>2004-11-04</c:v>
                </c:pt>
                <c:pt idx="1141">
                  <c:v>2004-11-05</c:v>
                </c:pt>
                <c:pt idx="1142">
                  <c:v>2004-11-08</c:v>
                </c:pt>
                <c:pt idx="1143">
                  <c:v>2004-11-09</c:v>
                </c:pt>
                <c:pt idx="1144">
                  <c:v>2004-11-10</c:v>
                </c:pt>
                <c:pt idx="1145">
                  <c:v>2004-11-11</c:v>
                </c:pt>
                <c:pt idx="1146">
                  <c:v>2004-11-12</c:v>
                </c:pt>
                <c:pt idx="1147">
                  <c:v>2004-11-15</c:v>
                </c:pt>
                <c:pt idx="1148">
                  <c:v>2004-11-16</c:v>
                </c:pt>
                <c:pt idx="1149">
                  <c:v>2004-11-17</c:v>
                </c:pt>
                <c:pt idx="1150">
                  <c:v>2004-11-18</c:v>
                </c:pt>
                <c:pt idx="1151">
                  <c:v>2004-11-19</c:v>
                </c:pt>
                <c:pt idx="1152">
                  <c:v>2004-11-22</c:v>
                </c:pt>
                <c:pt idx="1153">
                  <c:v>2004-11-23</c:v>
                </c:pt>
                <c:pt idx="1154">
                  <c:v>2004-11-24</c:v>
                </c:pt>
                <c:pt idx="1155">
                  <c:v>2004-11-29</c:v>
                </c:pt>
                <c:pt idx="1156">
                  <c:v>2004-11-30</c:v>
                </c:pt>
                <c:pt idx="1157">
                  <c:v>2004-12-01</c:v>
                </c:pt>
                <c:pt idx="1158">
                  <c:v>2004-12-02</c:v>
                </c:pt>
                <c:pt idx="1159">
                  <c:v>2004-12-03</c:v>
                </c:pt>
                <c:pt idx="1160">
                  <c:v>2004-12-06</c:v>
                </c:pt>
                <c:pt idx="1161">
                  <c:v>2004-12-07</c:v>
                </c:pt>
                <c:pt idx="1162">
                  <c:v>2004-12-08</c:v>
                </c:pt>
                <c:pt idx="1163">
                  <c:v>2004-12-09</c:v>
                </c:pt>
                <c:pt idx="1164">
                  <c:v>2004-12-10</c:v>
                </c:pt>
                <c:pt idx="1165">
                  <c:v>2004-12-13</c:v>
                </c:pt>
                <c:pt idx="1166">
                  <c:v>2004-12-14</c:v>
                </c:pt>
                <c:pt idx="1167">
                  <c:v>2004-12-15</c:v>
                </c:pt>
                <c:pt idx="1168">
                  <c:v>2004-12-16</c:v>
                </c:pt>
                <c:pt idx="1169">
                  <c:v>2004-12-17</c:v>
                </c:pt>
                <c:pt idx="1170">
                  <c:v>2004-12-20</c:v>
                </c:pt>
                <c:pt idx="1171">
                  <c:v>2004-12-21</c:v>
                </c:pt>
                <c:pt idx="1172">
                  <c:v>2004-12-22</c:v>
                </c:pt>
                <c:pt idx="1173">
                  <c:v>2004-12-23</c:v>
                </c:pt>
                <c:pt idx="1174">
                  <c:v>2004-12-27</c:v>
                </c:pt>
                <c:pt idx="1175">
                  <c:v>2004-12-28</c:v>
                </c:pt>
                <c:pt idx="1176">
                  <c:v>2004-12-29</c:v>
                </c:pt>
                <c:pt idx="1177">
                  <c:v>2004-12-30</c:v>
                </c:pt>
                <c:pt idx="1178">
                  <c:v>2005-01-03</c:v>
                </c:pt>
                <c:pt idx="1179">
                  <c:v>2005-01-04</c:v>
                </c:pt>
                <c:pt idx="1180">
                  <c:v>2005-01-05</c:v>
                </c:pt>
                <c:pt idx="1181">
                  <c:v>2005-01-06</c:v>
                </c:pt>
                <c:pt idx="1182">
                  <c:v>2005-01-07</c:v>
                </c:pt>
                <c:pt idx="1183">
                  <c:v>2005-01-10</c:v>
                </c:pt>
                <c:pt idx="1184">
                  <c:v>2005-01-11</c:v>
                </c:pt>
                <c:pt idx="1185">
                  <c:v>2005-01-12</c:v>
                </c:pt>
                <c:pt idx="1186">
                  <c:v>2005-01-13</c:v>
                </c:pt>
                <c:pt idx="1187">
                  <c:v>2005-01-14</c:v>
                </c:pt>
                <c:pt idx="1188">
                  <c:v>2005-01-18</c:v>
                </c:pt>
                <c:pt idx="1189">
                  <c:v>2005-01-19</c:v>
                </c:pt>
                <c:pt idx="1190">
                  <c:v>2005-01-20</c:v>
                </c:pt>
                <c:pt idx="1191">
                  <c:v>2005-01-21</c:v>
                </c:pt>
                <c:pt idx="1192">
                  <c:v>2005-01-24</c:v>
                </c:pt>
                <c:pt idx="1193">
                  <c:v>2005-01-25</c:v>
                </c:pt>
                <c:pt idx="1194">
                  <c:v>2005-01-26</c:v>
                </c:pt>
                <c:pt idx="1195">
                  <c:v>2005-01-27</c:v>
                </c:pt>
                <c:pt idx="1196">
                  <c:v>2005-01-28</c:v>
                </c:pt>
                <c:pt idx="1197">
                  <c:v>2005-01-31</c:v>
                </c:pt>
                <c:pt idx="1198">
                  <c:v>2005-02-01</c:v>
                </c:pt>
                <c:pt idx="1199">
                  <c:v>2005-02-02</c:v>
                </c:pt>
                <c:pt idx="1200">
                  <c:v>2005-02-03</c:v>
                </c:pt>
                <c:pt idx="1201">
                  <c:v>2005-02-04</c:v>
                </c:pt>
                <c:pt idx="1202">
                  <c:v>2005-02-07</c:v>
                </c:pt>
                <c:pt idx="1203">
                  <c:v>2005-02-08</c:v>
                </c:pt>
                <c:pt idx="1204">
                  <c:v>2005-02-09</c:v>
                </c:pt>
                <c:pt idx="1205">
                  <c:v>2005-02-10</c:v>
                </c:pt>
                <c:pt idx="1206">
                  <c:v>2005-02-11</c:v>
                </c:pt>
                <c:pt idx="1207">
                  <c:v>2005-02-14</c:v>
                </c:pt>
                <c:pt idx="1208">
                  <c:v>2005-02-15</c:v>
                </c:pt>
                <c:pt idx="1209">
                  <c:v>2005-02-16</c:v>
                </c:pt>
                <c:pt idx="1210">
                  <c:v>2005-02-17</c:v>
                </c:pt>
                <c:pt idx="1211">
                  <c:v>2005-02-18</c:v>
                </c:pt>
                <c:pt idx="1212">
                  <c:v>2005-02-22</c:v>
                </c:pt>
                <c:pt idx="1213">
                  <c:v>2005-02-23</c:v>
                </c:pt>
                <c:pt idx="1214">
                  <c:v>2005-02-24</c:v>
                </c:pt>
                <c:pt idx="1215">
                  <c:v>2005-02-25</c:v>
                </c:pt>
                <c:pt idx="1216">
                  <c:v>2005-02-28</c:v>
                </c:pt>
                <c:pt idx="1217">
                  <c:v>2005-03-01</c:v>
                </c:pt>
                <c:pt idx="1218">
                  <c:v>2005-03-02</c:v>
                </c:pt>
                <c:pt idx="1219">
                  <c:v>2005-03-03</c:v>
                </c:pt>
                <c:pt idx="1220">
                  <c:v>2005-03-04</c:v>
                </c:pt>
                <c:pt idx="1221">
                  <c:v>2005-03-07</c:v>
                </c:pt>
                <c:pt idx="1222">
                  <c:v>2005-03-08</c:v>
                </c:pt>
                <c:pt idx="1223">
                  <c:v>2005-03-09</c:v>
                </c:pt>
                <c:pt idx="1224">
                  <c:v>2005-03-10</c:v>
                </c:pt>
                <c:pt idx="1225">
                  <c:v>2005-03-11</c:v>
                </c:pt>
                <c:pt idx="1226">
                  <c:v>2005-03-14</c:v>
                </c:pt>
                <c:pt idx="1227">
                  <c:v>2005-03-15</c:v>
                </c:pt>
                <c:pt idx="1228">
                  <c:v>2005-03-16</c:v>
                </c:pt>
                <c:pt idx="1229">
                  <c:v>2005-03-17</c:v>
                </c:pt>
                <c:pt idx="1230">
                  <c:v>2005-03-18</c:v>
                </c:pt>
                <c:pt idx="1231">
                  <c:v>2005-03-21</c:v>
                </c:pt>
                <c:pt idx="1232">
                  <c:v>2005-03-22</c:v>
                </c:pt>
                <c:pt idx="1233">
                  <c:v>2005-03-23</c:v>
                </c:pt>
                <c:pt idx="1234">
                  <c:v>2005-03-24</c:v>
                </c:pt>
                <c:pt idx="1235">
                  <c:v>2005-03-28</c:v>
                </c:pt>
                <c:pt idx="1236">
                  <c:v>2005-03-29</c:v>
                </c:pt>
                <c:pt idx="1237">
                  <c:v>2005-03-30</c:v>
                </c:pt>
                <c:pt idx="1238">
                  <c:v>2005-03-31</c:v>
                </c:pt>
                <c:pt idx="1239">
                  <c:v>2005-04-01</c:v>
                </c:pt>
                <c:pt idx="1240">
                  <c:v>2005-04-04</c:v>
                </c:pt>
                <c:pt idx="1241">
                  <c:v>2005-04-05</c:v>
                </c:pt>
                <c:pt idx="1242">
                  <c:v>2005-04-06</c:v>
                </c:pt>
                <c:pt idx="1243">
                  <c:v>2005-04-07</c:v>
                </c:pt>
                <c:pt idx="1244">
                  <c:v>2005-04-08</c:v>
                </c:pt>
                <c:pt idx="1245">
                  <c:v>2005-04-11</c:v>
                </c:pt>
                <c:pt idx="1246">
                  <c:v>2005-04-12</c:v>
                </c:pt>
                <c:pt idx="1247">
                  <c:v>2005-04-13</c:v>
                </c:pt>
                <c:pt idx="1248">
                  <c:v>2005-04-14</c:v>
                </c:pt>
                <c:pt idx="1249">
                  <c:v>2005-04-15</c:v>
                </c:pt>
                <c:pt idx="1250">
                  <c:v>2005-04-18</c:v>
                </c:pt>
                <c:pt idx="1251">
                  <c:v>2005-04-19</c:v>
                </c:pt>
                <c:pt idx="1252">
                  <c:v>2005-04-20</c:v>
                </c:pt>
                <c:pt idx="1253">
                  <c:v>2005-04-21</c:v>
                </c:pt>
                <c:pt idx="1254">
                  <c:v>2005-04-22</c:v>
                </c:pt>
                <c:pt idx="1255">
                  <c:v>2005-04-25</c:v>
                </c:pt>
                <c:pt idx="1256">
                  <c:v>2005-04-26</c:v>
                </c:pt>
                <c:pt idx="1257">
                  <c:v>2005-04-27</c:v>
                </c:pt>
                <c:pt idx="1258">
                  <c:v>2005-04-28</c:v>
                </c:pt>
                <c:pt idx="1259">
                  <c:v>2005-04-29</c:v>
                </c:pt>
                <c:pt idx="1260">
                  <c:v>2005-05-02</c:v>
                </c:pt>
                <c:pt idx="1261">
                  <c:v>2005-05-03</c:v>
                </c:pt>
                <c:pt idx="1262">
                  <c:v>2005-05-04</c:v>
                </c:pt>
                <c:pt idx="1263">
                  <c:v>2005-05-05</c:v>
                </c:pt>
                <c:pt idx="1264">
                  <c:v>2005-05-06</c:v>
                </c:pt>
                <c:pt idx="1265">
                  <c:v>2005-05-09</c:v>
                </c:pt>
                <c:pt idx="1266">
                  <c:v>2005-05-10</c:v>
                </c:pt>
                <c:pt idx="1267">
                  <c:v>2005-05-11</c:v>
                </c:pt>
                <c:pt idx="1268">
                  <c:v>2005-05-12</c:v>
                </c:pt>
                <c:pt idx="1269">
                  <c:v>2005-05-13</c:v>
                </c:pt>
                <c:pt idx="1270">
                  <c:v>2005-05-16</c:v>
                </c:pt>
                <c:pt idx="1271">
                  <c:v>2005-05-17</c:v>
                </c:pt>
                <c:pt idx="1272">
                  <c:v>2005-05-18</c:v>
                </c:pt>
                <c:pt idx="1273">
                  <c:v>2005-05-19</c:v>
                </c:pt>
                <c:pt idx="1274">
                  <c:v>2005-05-20</c:v>
                </c:pt>
                <c:pt idx="1275">
                  <c:v>2005-05-23</c:v>
                </c:pt>
                <c:pt idx="1276">
                  <c:v>2005-05-24</c:v>
                </c:pt>
                <c:pt idx="1277">
                  <c:v>2005-05-25</c:v>
                </c:pt>
                <c:pt idx="1278">
                  <c:v>2005-05-26</c:v>
                </c:pt>
                <c:pt idx="1279">
                  <c:v>2005-05-27</c:v>
                </c:pt>
                <c:pt idx="1280">
                  <c:v>2005-05-31</c:v>
                </c:pt>
                <c:pt idx="1281">
                  <c:v>2005-06-01</c:v>
                </c:pt>
                <c:pt idx="1282">
                  <c:v>2005-06-02</c:v>
                </c:pt>
                <c:pt idx="1283">
                  <c:v>2005-06-03</c:v>
                </c:pt>
                <c:pt idx="1284">
                  <c:v>2005-06-06</c:v>
                </c:pt>
                <c:pt idx="1285">
                  <c:v>2005-06-07</c:v>
                </c:pt>
                <c:pt idx="1286">
                  <c:v>2005-06-08</c:v>
                </c:pt>
                <c:pt idx="1287">
                  <c:v>2005-06-09</c:v>
                </c:pt>
                <c:pt idx="1288">
                  <c:v>2005-06-10</c:v>
                </c:pt>
                <c:pt idx="1289">
                  <c:v>2005-06-13</c:v>
                </c:pt>
                <c:pt idx="1290">
                  <c:v>2005-06-14</c:v>
                </c:pt>
                <c:pt idx="1291">
                  <c:v>2005-06-15</c:v>
                </c:pt>
                <c:pt idx="1292">
                  <c:v>2005-06-16</c:v>
                </c:pt>
                <c:pt idx="1293">
                  <c:v>2005-06-17</c:v>
                </c:pt>
                <c:pt idx="1294">
                  <c:v>2005-06-20</c:v>
                </c:pt>
                <c:pt idx="1295">
                  <c:v>2005-06-21</c:v>
                </c:pt>
                <c:pt idx="1296">
                  <c:v>2005-06-22</c:v>
                </c:pt>
                <c:pt idx="1297">
                  <c:v>2005-06-23</c:v>
                </c:pt>
                <c:pt idx="1298">
                  <c:v>2005-06-24</c:v>
                </c:pt>
                <c:pt idx="1299">
                  <c:v>2005-06-27</c:v>
                </c:pt>
                <c:pt idx="1300">
                  <c:v>2005-06-28</c:v>
                </c:pt>
                <c:pt idx="1301">
                  <c:v>2005-06-29</c:v>
                </c:pt>
                <c:pt idx="1302">
                  <c:v>2005-06-30</c:v>
                </c:pt>
                <c:pt idx="1303">
                  <c:v>2005-07-01</c:v>
                </c:pt>
                <c:pt idx="1304">
                  <c:v>2005-07-05</c:v>
                </c:pt>
                <c:pt idx="1305">
                  <c:v>2005-07-06</c:v>
                </c:pt>
                <c:pt idx="1306">
                  <c:v>2005-07-07</c:v>
                </c:pt>
                <c:pt idx="1307">
                  <c:v>2005-07-08</c:v>
                </c:pt>
                <c:pt idx="1308">
                  <c:v>2005-07-11</c:v>
                </c:pt>
                <c:pt idx="1309">
                  <c:v>2005-07-12</c:v>
                </c:pt>
                <c:pt idx="1310">
                  <c:v>2005-07-13</c:v>
                </c:pt>
                <c:pt idx="1311">
                  <c:v>2005-07-14</c:v>
                </c:pt>
                <c:pt idx="1312">
                  <c:v>2005-07-15</c:v>
                </c:pt>
                <c:pt idx="1313">
                  <c:v>2005-07-18</c:v>
                </c:pt>
                <c:pt idx="1314">
                  <c:v>2005-07-19</c:v>
                </c:pt>
                <c:pt idx="1315">
                  <c:v>2005-07-20</c:v>
                </c:pt>
                <c:pt idx="1316">
                  <c:v>2005-07-21</c:v>
                </c:pt>
                <c:pt idx="1317">
                  <c:v>2005-07-22</c:v>
                </c:pt>
                <c:pt idx="1318">
                  <c:v>2005-07-25</c:v>
                </c:pt>
                <c:pt idx="1319">
                  <c:v>2005-07-26</c:v>
                </c:pt>
                <c:pt idx="1320">
                  <c:v>2005-07-27</c:v>
                </c:pt>
                <c:pt idx="1321">
                  <c:v>2005-07-28</c:v>
                </c:pt>
                <c:pt idx="1322">
                  <c:v>2005-07-29</c:v>
                </c:pt>
                <c:pt idx="1323">
                  <c:v>2005-08-01</c:v>
                </c:pt>
                <c:pt idx="1324">
                  <c:v>2005-08-02</c:v>
                </c:pt>
                <c:pt idx="1325">
                  <c:v>2005-08-03</c:v>
                </c:pt>
                <c:pt idx="1326">
                  <c:v>2005-08-04</c:v>
                </c:pt>
                <c:pt idx="1327">
                  <c:v>2005-08-05</c:v>
                </c:pt>
                <c:pt idx="1328">
                  <c:v>2005-08-08</c:v>
                </c:pt>
                <c:pt idx="1329">
                  <c:v>2005-08-09</c:v>
                </c:pt>
                <c:pt idx="1330">
                  <c:v>2005-08-10</c:v>
                </c:pt>
                <c:pt idx="1331">
                  <c:v>2005-08-11</c:v>
                </c:pt>
                <c:pt idx="1332">
                  <c:v>2005-08-12</c:v>
                </c:pt>
                <c:pt idx="1333">
                  <c:v>2005-08-15</c:v>
                </c:pt>
                <c:pt idx="1334">
                  <c:v>2005-08-16</c:v>
                </c:pt>
                <c:pt idx="1335">
                  <c:v>2005-08-17</c:v>
                </c:pt>
                <c:pt idx="1336">
                  <c:v>2005-08-18</c:v>
                </c:pt>
                <c:pt idx="1337">
                  <c:v>2005-08-19</c:v>
                </c:pt>
                <c:pt idx="1338">
                  <c:v>2005-08-22</c:v>
                </c:pt>
                <c:pt idx="1339">
                  <c:v>2005-08-23</c:v>
                </c:pt>
                <c:pt idx="1340">
                  <c:v>2005-08-24</c:v>
                </c:pt>
                <c:pt idx="1341">
                  <c:v>2005-08-25</c:v>
                </c:pt>
                <c:pt idx="1342">
                  <c:v>2005-08-26</c:v>
                </c:pt>
                <c:pt idx="1343">
                  <c:v>2005-08-29</c:v>
                </c:pt>
                <c:pt idx="1344">
                  <c:v>2005-08-30</c:v>
                </c:pt>
                <c:pt idx="1345">
                  <c:v>2005-08-31</c:v>
                </c:pt>
                <c:pt idx="1346">
                  <c:v>2005-09-01</c:v>
                </c:pt>
                <c:pt idx="1347">
                  <c:v>2005-09-02</c:v>
                </c:pt>
                <c:pt idx="1348">
                  <c:v>2005-09-06</c:v>
                </c:pt>
                <c:pt idx="1349">
                  <c:v>2005-09-07</c:v>
                </c:pt>
                <c:pt idx="1350">
                  <c:v>2005-09-08</c:v>
                </c:pt>
                <c:pt idx="1351">
                  <c:v>2005-09-09</c:v>
                </c:pt>
                <c:pt idx="1352">
                  <c:v>2005-09-12</c:v>
                </c:pt>
                <c:pt idx="1353">
                  <c:v>2005-09-13</c:v>
                </c:pt>
                <c:pt idx="1354">
                  <c:v>2005-09-14</c:v>
                </c:pt>
                <c:pt idx="1355">
                  <c:v>2005-09-15</c:v>
                </c:pt>
                <c:pt idx="1356">
                  <c:v>2005-09-16</c:v>
                </c:pt>
                <c:pt idx="1357">
                  <c:v>2005-09-19</c:v>
                </c:pt>
                <c:pt idx="1358">
                  <c:v>2005-09-20</c:v>
                </c:pt>
                <c:pt idx="1359">
                  <c:v>2005-09-21</c:v>
                </c:pt>
                <c:pt idx="1360">
                  <c:v>2005-09-22</c:v>
                </c:pt>
                <c:pt idx="1361">
                  <c:v>2005-09-23</c:v>
                </c:pt>
                <c:pt idx="1362">
                  <c:v>2005-09-26</c:v>
                </c:pt>
                <c:pt idx="1363">
                  <c:v>2005-09-27</c:v>
                </c:pt>
                <c:pt idx="1364">
                  <c:v>2005-09-28</c:v>
                </c:pt>
                <c:pt idx="1365">
                  <c:v>2005-09-29</c:v>
                </c:pt>
                <c:pt idx="1366">
                  <c:v>2005-09-30</c:v>
                </c:pt>
                <c:pt idx="1367">
                  <c:v>2005-10-03</c:v>
                </c:pt>
                <c:pt idx="1368">
                  <c:v>2005-10-04</c:v>
                </c:pt>
                <c:pt idx="1369">
                  <c:v>2005-10-05</c:v>
                </c:pt>
                <c:pt idx="1370">
                  <c:v>2005-10-06</c:v>
                </c:pt>
                <c:pt idx="1371">
                  <c:v>2005-10-07</c:v>
                </c:pt>
                <c:pt idx="1372">
                  <c:v>2005-10-10</c:v>
                </c:pt>
                <c:pt idx="1373">
                  <c:v>2005-10-11</c:v>
                </c:pt>
                <c:pt idx="1374">
                  <c:v>2005-10-12</c:v>
                </c:pt>
                <c:pt idx="1375">
                  <c:v>2005-10-13</c:v>
                </c:pt>
                <c:pt idx="1376">
                  <c:v>2005-10-14</c:v>
                </c:pt>
                <c:pt idx="1377">
                  <c:v>2005-10-17</c:v>
                </c:pt>
                <c:pt idx="1378">
                  <c:v>2005-10-18</c:v>
                </c:pt>
                <c:pt idx="1379">
                  <c:v>2005-10-19</c:v>
                </c:pt>
                <c:pt idx="1380">
                  <c:v>2005-10-20</c:v>
                </c:pt>
                <c:pt idx="1381">
                  <c:v>2005-10-21</c:v>
                </c:pt>
                <c:pt idx="1382">
                  <c:v>2005-10-24</c:v>
                </c:pt>
                <c:pt idx="1383">
                  <c:v>2005-10-25</c:v>
                </c:pt>
                <c:pt idx="1384">
                  <c:v>2005-10-26</c:v>
                </c:pt>
                <c:pt idx="1385">
                  <c:v>2005-10-27</c:v>
                </c:pt>
                <c:pt idx="1386">
                  <c:v>2005-10-28</c:v>
                </c:pt>
                <c:pt idx="1387">
                  <c:v>2005-10-31</c:v>
                </c:pt>
                <c:pt idx="1388">
                  <c:v>2005-11-01</c:v>
                </c:pt>
                <c:pt idx="1389">
                  <c:v>2005-11-02</c:v>
                </c:pt>
                <c:pt idx="1390">
                  <c:v>2005-11-03</c:v>
                </c:pt>
                <c:pt idx="1391">
                  <c:v>2005-11-04</c:v>
                </c:pt>
                <c:pt idx="1392">
                  <c:v>2005-11-07</c:v>
                </c:pt>
                <c:pt idx="1393">
                  <c:v>2005-11-08</c:v>
                </c:pt>
                <c:pt idx="1394">
                  <c:v>2005-11-09</c:v>
                </c:pt>
                <c:pt idx="1395">
                  <c:v>2005-11-10</c:v>
                </c:pt>
                <c:pt idx="1396">
                  <c:v>2005-11-11</c:v>
                </c:pt>
                <c:pt idx="1397">
                  <c:v>2005-11-14</c:v>
                </c:pt>
                <c:pt idx="1398">
                  <c:v>2005-11-15</c:v>
                </c:pt>
                <c:pt idx="1399">
                  <c:v>2005-11-16</c:v>
                </c:pt>
                <c:pt idx="1400">
                  <c:v>2005-11-17</c:v>
                </c:pt>
                <c:pt idx="1401">
                  <c:v>2005-11-18</c:v>
                </c:pt>
                <c:pt idx="1402">
                  <c:v>2005-11-21</c:v>
                </c:pt>
                <c:pt idx="1403">
                  <c:v>2005-11-22</c:v>
                </c:pt>
                <c:pt idx="1404">
                  <c:v>2005-11-23</c:v>
                </c:pt>
                <c:pt idx="1405">
                  <c:v>2005-11-28</c:v>
                </c:pt>
                <c:pt idx="1406">
                  <c:v>2005-11-29</c:v>
                </c:pt>
                <c:pt idx="1407">
                  <c:v>2005-11-30</c:v>
                </c:pt>
                <c:pt idx="1408">
                  <c:v>2005-12-01</c:v>
                </c:pt>
                <c:pt idx="1409">
                  <c:v>2005-12-02</c:v>
                </c:pt>
                <c:pt idx="1410">
                  <c:v>2005-12-05</c:v>
                </c:pt>
                <c:pt idx="1411">
                  <c:v>2005-12-06</c:v>
                </c:pt>
                <c:pt idx="1412">
                  <c:v>2005-12-07</c:v>
                </c:pt>
                <c:pt idx="1413">
                  <c:v>2005-12-08</c:v>
                </c:pt>
                <c:pt idx="1414">
                  <c:v>2005-12-09</c:v>
                </c:pt>
                <c:pt idx="1415">
                  <c:v>2005-12-12</c:v>
                </c:pt>
                <c:pt idx="1416">
                  <c:v>2005-12-13</c:v>
                </c:pt>
                <c:pt idx="1417">
                  <c:v>2005-12-14</c:v>
                </c:pt>
                <c:pt idx="1418">
                  <c:v>2005-12-15</c:v>
                </c:pt>
                <c:pt idx="1419">
                  <c:v>2005-12-16</c:v>
                </c:pt>
                <c:pt idx="1420">
                  <c:v>2005-12-19</c:v>
                </c:pt>
                <c:pt idx="1421">
                  <c:v>2005-12-20</c:v>
                </c:pt>
                <c:pt idx="1422">
                  <c:v>2005-12-21</c:v>
                </c:pt>
                <c:pt idx="1423">
                  <c:v>2005-12-22</c:v>
                </c:pt>
                <c:pt idx="1424">
                  <c:v>2005-12-23</c:v>
                </c:pt>
                <c:pt idx="1425">
                  <c:v>2005-12-27</c:v>
                </c:pt>
                <c:pt idx="1426">
                  <c:v>2005-12-28</c:v>
                </c:pt>
                <c:pt idx="1427">
                  <c:v>2005-12-29</c:v>
                </c:pt>
                <c:pt idx="1428">
                  <c:v>2005-12-30</c:v>
                </c:pt>
                <c:pt idx="1429">
                  <c:v>2006-01-03</c:v>
                </c:pt>
                <c:pt idx="1430">
                  <c:v>2006-01-04</c:v>
                </c:pt>
                <c:pt idx="1431">
                  <c:v>2006-01-05</c:v>
                </c:pt>
                <c:pt idx="1432">
                  <c:v>2006-01-06</c:v>
                </c:pt>
                <c:pt idx="1433">
                  <c:v>2006-01-09</c:v>
                </c:pt>
                <c:pt idx="1434">
                  <c:v>2006-01-10</c:v>
                </c:pt>
                <c:pt idx="1435">
                  <c:v>2006-01-11</c:v>
                </c:pt>
                <c:pt idx="1436">
                  <c:v>2006-01-12</c:v>
                </c:pt>
                <c:pt idx="1437">
                  <c:v>2006-01-13</c:v>
                </c:pt>
                <c:pt idx="1438">
                  <c:v>2006-01-17</c:v>
                </c:pt>
                <c:pt idx="1439">
                  <c:v>2006-01-18</c:v>
                </c:pt>
                <c:pt idx="1440">
                  <c:v>2006-01-19</c:v>
                </c:pt>
                <c:pt idx="1441">
                  <c:v>2006-01-20</c:v>
                </c:pt>
                <c:pt idx="1442">
                  <c:v>2006-01-23</c:v>
                </c:pt>
                <c:pt idx="1443">
                  <c:v>2006-01-24</c:v>
                </c:pt>
                <c:pt idx="1444">
                  <c:v>2006-01-25</c:v>
                </c:pt>
                <c:pt idx="1445">
                  <c:v>2006-01-26</c:v>
                </c:pt>
                <c:pt idx="1446">
                  <c:v>2006-01-27</c:v>
                </c:pt>
                <c:pt idx="1447">
                  <c:v>2006-01-30</c:v>
                </c:pt>
                <c:pt idx="1448">
                  <c:v>2006-01-31</c:v>
                </c:pt>
                <c:pt idx="1449">
                  <c:v>2006-02-01</c:v>
                </c:pt>
                <c:pt idx="1450">
                  <c:v>2006-02-02</c:v>
                </c:pt>
                <c:pt idx="1451">
                  <c:v>2006-02-03</c:v>
                </c:pt>
                <c:pt idx="1452">
                  <c:v>2006-02-06</c:v>
                </c:pt>
                <c:pt idx="1453">
                  <c:v>2006-02-07</c:v>
                </c:pt>
                <c:pt idx="1454">
                  <c:v>2006-02-08</c:v>
                </c:pt>
                <c:pt idx="1455">
                  <c:v>2006-02-09</c:v>
                </c:pt>
                <c:pt idx="1456">
                  <c:v>2006-02-10</c:v>
                </c:pt>
                <c:pt idx="1457">
                  <c:v>2006-02-13</c:v>
                </c:pt>
                <c:pt idx="1458">
                  <c:v>2006-02-14</c:v>
                </c:pt>
                <c:pt idx="1459">
                  <c:v>2006-02-15</c:v>
                </c:pt>
                <c:pt idx="1460">
                  <c:v>2006-02-16</c:v>
                </c:pt>
                <c:pt idx="1461">
                  <c:v>2006-02-17</c:v>
                </c:pt>
                <c:pt idx="1462">
                  <c:v>2006-02-21</c:v>
                </c:pt>
                <c:pt idx="1463">
                  <c:v>2006-02-22</c:v>
                </c:pt>
                <c:pt idx="1464">
                  <c:v>2006-02-23</c:v>
                </c:pt>
                <c:pt idx="1465">
                  <c:v>2006-02-24</c:v>
                </c:pt>
                <c:pt idx="1466">
                  <c:v>2006-02-27</c:v>
                </c:pt>
                <c:pt idx="1467">
                  <c:v>2006-02-28</c:v>
                </c:pt>
                <c:pt idx="1468">
                  <c:v>2006-03-01</c:v>
                </c:pt>
                <c:pt idx="1469">
                  <c:v>2006-03-02</c:v>
                </c:pt>
                <c:pt idx="1470">
                  <c:v>2006-03-03</c:v>
                </c:pt>
                <c:pt idx="1471">
                  <c:v>2006-03-06</c:v>
                </c:pt>
                <c:pt idx="1472">
                  <c:v>2006-03-07</c:v>
                </c:pt>
                <c:pt idx="1473">
                  <c:v>2006-03-08</c:v>
                </c:pt>
                <c:pt idx="1474">
                  <c:v>2006-03-09</c:v>
                </c:pt>
                <c:pt idx="1475">
                  <c:v>2006-03-10</c:v>
                </c:pt>
                <c:pt idx="1476">
                  <c:v>2006-03-13</c:v>
                </c:pt>
                <c:pt idx="1477">
                  <c:v>2006-03-14</c:v>
                </c:pt>
                <c:pt idx="1478">
                  <c:v>2006-03-15</c:v>
                </c:pt>
                <c:pt idx="1479">
                  <c:v>2006-03-16</c:v>
                </c:pt>
                <c:pt idx="1480">
                  <c:v>2006-03-17</c:v>
                </c:pt>
                <c:pt idx="1481">
                  <c:v>2006-03-20</c:v>
                </c:pt>
                <c:pt idx="1482">
                  <c:v>2006-03-21</c:v>
                </c:pt>
                <c:pt idx="1483">
                  <c:v>2006-03-22</c:v>
                </c:pt>
                <c:pt idx="1484">
                  <c:v>2006-03-23</c:v>
                </c:pt>
                <c:pt idx="1485">
                  <c:v>2006-03-24</c:v>
                </c:pt>
                <c:pt idx="1486">
                  <c:v>2006-03-27</c:v>
                </c:pt>
                <c:pt idx="1487">
                  <c:v>2006-03-28</c:v>
                </c:pt>
                <c:pt idx="1488">
                  <c:v>2006-03-29</c:v>
                </c:pt>
                <c:pt idx="1489">
                  <c:v>2006-03-30</c:v>
                </c:pt>
                <c:pt idx="1490">
                  <c:v>2006-03-31</c:v>
                </c:pt>
                <c:pt idx="1491">
                  <c:v>2006-04-03</c:v>
                </c:pt>
                <c:pt idx="1492">
                  <c:v>2006-04-04</c:v>
                </c:pt>
                <c:pt idx="1493">
                  <c:v>2006-04-05</c:v>
                </c:pt>
                <c:pt idx="1494">
                  <c:v>2006-04-06</c:v>
                </c:pt>
                <c:pt idx="1495">
                  <c:v>2006-04-07</c:v>
                </c:pt>
                <c:pt idx="1496">
                  <c:v>2006-04-10</c:v>
                </c:pt>
                <c:pt idx="1497">
                  <c:v>2006-04-11</c:v>
                </c:pt>
                <c:pt idx="1498">
                  <c:v>2006-04-12</c:v>
                </c:pt>
                <c:pt idx="1499">
                  <c:v>2006-04-13</c:v>
                </c:pt>
                <c:pt idx="1500">
                  <c:v>2006-04-17</c:v>
                </c:pt>
                <c:pt idx="1501">
                  <c:v>2006-04-18</c:v>
                </c:pt>
                <c:pt idx="1502">
                  <c:v>2006-04-19</c:v>
                </c:pt>
                <c:pt idx="1503">
                  <c:v>2006-04-20</c:v>
                </c:pt>
                <c:pt idx="1504">
                  <c:v>2006-04-21</c:v>
                </c:pt>
                <c:pt idx="1505">
                  <c:v>2006-04-24</c:v>
                </c:pt>
                <c:pt idx="1506">
                  <c:v>2006-04-25</c:v>
                </c:pt>
                <c:pt idx="1507">
                  <c:v>2006-04-26</c:v>
                </c:pt>
                <c:pt idx="1508">
                  <c:v>2006-04-27</c:v>
                </c:pt>
                <c:pt idx="1509">
                  <c:v>2006-04-28</c:v>
                </c:pt>
                <c:pt idx="1510">
                  <c:v>2006-05-01</c:v>
                </c:pt>
                <c:pt idx="1511">
                  <c:v>2006-05-02</c:v>
                </c:pt>
                <c:pt idx="1512">
                  <c:v>2006-05-03</c:v>
                </c:pt>
                <c:pt idx="1513">
                  <c:v>2006-05-04</c:v>
                </c:pt>
                <c:pt idx="1514">
                  <c:v>2006-05-05</c:v>
                </c:pt>
                <c:pt idx="1515">
                  <c:v>2006-05-08</c:v>
                </c:pt>
                <c:pt idx="1516">
                  <c:v>2006-05-09</c:v>
                </c:pt>
                <c:pt idx="1517">
                  <c:v>2006-05-10</c:v>
                </c:pt>
                <c:pt idx="1518">
                  <c:v>2006-05-11</c:v>
                </c:pt>
                <c:pt idx="1519">
                  <c:v>2006-05-12</c:v>
                </c:pt>
                <c:pt idx="1520">
                  <c:v>2006-05-15</c:v>
                </c:pt>
                <c:pt idx="1521">
                  <c:v>2006-05-16</c:v>
                </c:pt>
                <c:pt idx="1522">
                  <c:v>2006-05-17</c:v>
                </c:pt>
                <c:pt idx="1523">
                  <c:v>2006-05-18</c:v>
                </c:pt>
                <c:pt idx="1524">
                  <c:v>2006-05-19</c:v>
                </c:pt>
                <c:pt idx="1525">
                  <c:v>2006-05-22</c:v>
                </c:pt>
                <c:pt idx="1526">
                  <c:v>2006-05-23</c:v>
                </c:pt>
                <c:pt idx="1527">
                  <c:v>2006-05-24</c:v>
                </c:pt>
                <c:pt idx="1528">
                  <c:v>2006-05-25</c:v>
                </c:pt>
                <c:pt idx="1529">
                  <c:v>2006-05-26</c:v>
                </c:pt>
                <c:pt idx="1530">
                  <c:v>2006-05-30</c:v>
                </c:pt>
                <c:pt idx="1531">
                  <c:v>2006-05-31</c:v>
                </c:pt>
                <c:pt idx="1532">
                  <c:v>2006-06-01</c:v>
                </c:pt>
                <c:pt idx="1533">
                  <c:v>2006-06-02</c:v>
                </c:pt>
                <c:pt idx="1534">
                  <c:v>2006-06-05</c:v>
                </c:pt>
                <c:pt idx="1535">
                  <c:v>2006-06-06</c:v>
                </c:pt>
                <c:pt idx="1536">
                  <c:v>2006-06-07</c:v>
                </c:pt>
                <c:pt idx="1537">
                  <c:v>2006-06-08</c:v>
                </c:pt>
                <c:pt idx="1538">
                  <c:v>2006-06-09</c:v>
                </c:pt>
                <c:pt idx="1539">
                  <c:v>2006-06-12</c:v>
                </c:pt>
                <c:pt idx="1540">
                  <c:v>2006-06-13</c:v>
                </c:pt>
                <c:pt idx="1541">
                  <c:v>2006-06-14</c:v>
                </c:pt>
                <c:pt idx="1542">
                  <c:v>2006-06-15</c:v>
                </c:pt>
                <c:pt idx="1543">
                  <c:v>2006-06-16</c:v>
                </c:pt>
                <c:pt idx="1544">
                  <c:v>2006-06-19</c:v>
                </c:pt>
                <c:pt idx="1545">
                  <c:v>2006-06-20</c:v>
                </c:pt>
                <c:pt idx="1546">
                  <c:v>2006-06-21</c:v>
                </c:pt>
                <c:pt idx="1547">
                  <c:v>2006-06-22</c:v>
                </c:pt>
                <c:pt idx="1548">
                  <c:v>2006-06-23</c:v>
                </c:pt>
                <c:pt idx="1549">
                  <c:v>2006-06-26</c:v>
                </c:pt>
                <c:pt idx="1550">
                  <c:v>2006-06-27</c:v>
                </c:pt>
                <c:pt idx="1551">
                  <c:v>2006-06-28</c:v>
                </c:pt>
                <c:pt idx="1552">
                  <c:v>2006-06-29</c:v>
                </c:pt>
                <c:pt idx="1553">
                  <c:v>2006-06-30</c:v>
                </c:pt>
                <c:pt idx="1554">
                  <c:v>2006-07-03</c:v>
                </c:pt>
                <c:pt idx="1555">
                  <c:v>2006-07-05</c:v>
                </c:pt>
                <c:pt idx="1556">
                  <c:v>2006-07-06</c:v>
                </c:pt>
                <c:pt idx="1557">
                  <c:v>2006-07-07</c:v>
                </c:pt>
                <c:pt idx="1558">
                  <c:v>2006-07-10</c:v>
                </c:pt>
                <c:pt idx="1559">
                  <c:v>2006-07-11</c:v>
                </c:pt>
                <c:pt idx="1560">
                  <c:v>2006-07-12</c:v>
                </c:pt>
                <c:pt idx="1561">
                  <c:v>2006-07-13</c:v>
                </c:pt>
                <c:pt idx="1562">
                  <c:v>2006-07-14</c:v>
                </c:pt>
                <c:pt idx="1563">
                  <c:v>2006-07-17</c:v>
                </c:pt>
                <c:pt idx="1564">
                  <c:v>2006-07-18</c:v>
                </c:pt>
                <c:pt idx="1565">
                  <c:v>2006-07-19</c:v>
                </c:pt>
                <c:pt idx="1566">
                  <c:v>2006-07-20</c:v>
                </c:pt>
                <c:pt idx="1567">
                  <c:v>2006-07-21</c:v>
                </c:pt>
                <c:pt idx="1568">
                  <c:v>2006-07-24</c:v>
                </c:pt>
                <c:pt idx="1569">
                  <c:v>2006-07-25</c:v>
                </c:pt>
                <c:pt idx="1570">
                  <c:v>2006-07-26</c:v>
                </c:pt>
                <c:pt idx="1571">
                  <c:v>2006-07-27</c:v>
                </c:pt>
                <c:pt idx="1572">
                  <c:v>2006-07-28</c:v>
                </c:pt>
                <c:pt idx="1573">
                  <c:v>2006-07-31</c:v>
                </c:pt>
                <c:pt idx="1574">
                  <c:v>2006-08-01</c:v>
                </c:pt>
                <c:pt idx="1575">
                  <c:v>2006-08-02</c:v>
                </c:pt>
                <c:pt idx="1576">
                  <c:v>2006-08-03</c:v>
                </c:pt>
                <c:pt idx="1577">
                  <c:v>2006-08-04</c:v>
                </c:pt>
                <c:pt idx="1578">
                  <c:v>2006-08-07</c:v>
                </c:pt>
                <c:pt idx="1579">
                  <c:v>2006-08-08</c:v>
                </c:pt>
                <c:pt idx="1580">
                  <c:v>2006-08-09</c:v>
                </c:pt>
                <c:pt idx="1581">
                  <c:v>2006-08-10</c:v>
                </c:pt>
                <c:pt idx="1582">
                  <c:v>2006-08-11</c:v>
                </c:pt>
                <c:pt idx="1583">
                  <c:v>2006-08-14</c:v>
                </c:pt>
                <c:pt idx="1584">
                  <c:v>2006-08-15</c:v>
                </c:pt>
                <c:pt idx="1585">
                  <c:v>2006-08-16</c:v>
                </c:pt>
                <c:pt idx="1586">
                  <c:v>2006-08-17</c:v>
                </c:pt>
                <c:pt idx="1587">
                  <c:v>2006-08-18</c:v>
                </c:pt>
                <c:pt idx="1588">
                  <c:v>2006-08-21</c:v>
                </c:pt>
                <c:pt idx="1589">
                  <c:v>2006-08-22</c:v>
                </c:pt>
                <c:pt idx="1590">
                  <c:v>2006-08-23</c:v>
                </c:pt>
                <c:pt idx="1591">
                  <c:v>2006-08-24</c:v>
                </c:pt>
                <c:pt idx="1592">
                  <c:v>2006-08-25</c:v>
                </c:pt>
                <c:pt idx="1593">
                  <c:v>2006-08-28</c:v>
                </c:pt>
                <c:pt idx="1594">
                  <c:v>2006-08-29</c:v>
                </c:pt>
                <c:pt idx="1595">
                  <c:v>2006-08-30</c:v>
                </c:pt>
                <c:pt idx="1596">
                  <c:v>2006-08-31</c:v>
                </c:pt>
                <c:pt idx="1597">
                  <c:v>2006-09-01</c:v>
                </c:pt>
                <c:pt idx="1598">
                  <c:v>2006-09-05</c:v>
                </c:pt>
                <c:pt idx="1599">
                  <c:v>2006-09-06</c:v>
                </c:pt>
                <c:pt idx="1600">
                  <c:v>2006-09-07</c:v>
                </c:pt>
                <c:pt idx="1601">
                  <c:v>2006-09-08</c:v>
                </c:pt>
                <c:pt idx="1602">
                  <c:v>2006-09-11</c:v>
                </c:pt>
                <c:pt idx="1603">
                  <c:v>2006-09-12</c:v>
                </c:pt>
                <c:pt idx="1604">
                  <c:v>2006-09-13</c:v>
                </c:pt>
                <c:pt idx="1605">
                  <c:v>2006-09-14</c:v>
                </c:pt>
                <c:pt idx="1606">
                  <c:v>2006-09-15</c:v>
                </c:pt>
                <c:pt idx="1607">
                  <c:v>2006-09-18</c:v>
                </c:pt>
                <c:pt idx="1608">
                  <c:v>2006-09-19</c:v>
                </c:pt>
                <c:pt idx="1609">
                  <c:v>2006-09-20</c:v>
                </c:pt>
                <c:pt idx="1610">
                  <c:v>2006-09-21</c:v>
                </c:pt>
                <c:pt idx="1611">
                  <c:v>2006-09-22</c:v>
                </c:pt>
                <c:pt idx="1612">
                  <c:v>2006-09-25</c:v>
                </c:pt>
                <c:pt idx="1613">
                  <c:v>2006-09-26</c:v>
                </c:pt>
                <c:pt idx="1614">
                  <c:v>2006-09-27</c:v>
                </c:pt>
                <c:pt idx="1615">
                  <c:v>2006-09-28</c:v>
                </c:pt>
                <c:pt idx="1616">
                  <c:v>2006-09-29</c:v>
                </c:pt>
                <c:pt idx="1617">
                  <c:v>2006-10-02</c:v>
                </c:pt>
                <c:pt idx="1618">
                  <c:v>2006-10-03</c:v>
                </c:pt>
                <c:pt idx="1619">
                  <c:v>2006-10-04</c:v>
                </c:pt>
                <c:pt idx="1620">
                  <c:v>2006-10-05</c:v>
                </c:pt>
                <c:pt idx="1621">
                  <c:v>2006-10-06</c:v>
                </c:pt>
                <c:pt idx="1622">
                  <c:v>2006-10-09</c:v>
                </c:pt>
                <c:pt idx="1623">
                  <c:v>2006-10-10</c:v>
                </c:pt>
                <c:pt idx="1624">
                  <c:v>2006-10-11</c:v>
                </c:pt>
                <c:pt idx="1625">
                  <c:v>2006-10-12</c:v>
                </c:pt>
                <c:pt idx="1626">
                  <c:v>2006-10-13</c:v>
                </c:pt>
                <c:pt idx="1627">
                  <c:v>2006-10-16</c:v>
                </c:pt>
                <c:pt idx="1628">
                  <c:v>2006-10-17</c:v>
                </c:pt>
                <c:pt idx="1629">
                  <c:v>2006-10-18</c:v>
                </c:pt>
                <c:pt idx="1630">
                  <c:v>2006-10-19</c:v>
                </c:pt>
                <c:pt idx="1631">
                  <c:v>2006-10-20</c:v>
                </c:pt>
                <c:pt idx="1632">
                  <c:v>2006-10-23</c:v>
                </c:pt>
                <c:pt idx="1633">
                  <c:v>2006-10-24</c:v>
                </c:pt>
                <c:pt idx="1634">
                  <c:v>2006-10-25</c:v>
                </c:pt>
                <c:pt idx="1635">
                  <c:v>2006-10-26</c:v>
                </c:pt>
                <c:pt idx="1636">
                  <c:v>2006-10-27</c:v>
                </c:pt>
                <c:pt idx="1637">
                  <c:v>2006-10-30</c:v>
                </c:pt>
                <c:pt idx="1638">
                  <c:v>2006-10-31</c:v>
                </c:pt>
                <c:pt idx="1639">
                  <c:v>2006-11-01</c:v>
                </c:pt>
                <c:pt idx="1640">
                  <c:v>2006-11-02</c:v>
                </c:pt>
                <c:pt idx="1641">
                  <c:v>2006-11-03</c:v>
                </c:pt>
                <c:pt idx="1642">
                  <c:v>2006-11-06</c:v>
                </c:pt>
                <c:pt idx="1643">
                  <c:v>2006-11-07</c:v>
                </c:pt>
                <c:pt idx="1644">
                  <c:v>2006-11-08</c:v>
                </c:pt>
                <c:pt idx="1645">
                  <c:v>2006-11-09</c:v>
                </c:pt>
                <c:pt idx="1646">
                  <c:v>2006-11-10</c:v>
                </c:pt>
                <c:pt idx="1647">
                  <c:v>2006-11-13</c:v>
                </c:pt>
                <c:pt idx="1648">
                  <c:v>2006-11-14</c:v>
                </c:pt>
                <c:pt idx="1649">
                  <c:v>2006-11-15</c:v>
                </c:pt>
                <c:pt idx="1650">
                  <c:v>2006-11-16</c:v>
                </c:pt>
                <c:pt idx="1651">
                  <c:v>2006-11-17</c:v>
                </c:pt>
                <c:pt idx="1652">
                  <c:v>2006-11-20</c:v>
                </c:pt>
                <c:pt idx="1653">
                  <c:v>2006-11-21</c:v>
                </c:pt>
                <c:pt idx="1654">
                  <c:v>2006-11-22</c:v>
                </c:pt>
                <c:pt idx="1655">
                  <c:v>2006-11-27</c:v>
                </c:pt>
                <c:pt idx="1656">
                  <c:v>2006-11-28</c:v>
                </c:pt>
                <c:pt idx="1657">
                  <c:v>2006-11-29</c:v>
                </c:pt>
                <c:pt idx="1658">
                  <c:v>2006-11-30</c:v>
                </c:pt>
                <c:pt idx="1659">
                  <c:v>2006-12-01</c:v>
                </c:pt>
                <c:pt idx="1660">
                  <c:v>2006-12-04</c:v>
                </c:pt>
                <c:pt idx="1661">
                  <c:v>2006-12-05</c:v>
                </c:pt>
                <c:pt idx="1662">
                  <c:v>2006-12-06</c:v>
                </c:pt>
                <c:pt idx="1663">
                  <c:v>2006-12-07</c:v>
                </c:pt>
                <c:pt idx="1664">
                  <c:v>2006-12-08</c:v>
                </c:pt>
                <c:pt idx="1665">
                  <c:v>2006-12-11</c:v>
                </c:pt>
                <c:pt idx="1666">
                  <c:v>2006-12-12</c:v>
                </c:pt>
                <c:pt idx="1667">
                  <c:v>2006-12-13</c:v>
                </c:pt>
                <c:pt idx="1668">
                  <c:v>2006-12-14</c:v>
                </c:pt>
                <c:pt idx="1669">
                  <c:v>2006-12-15</c:v>
                </c:pt>
                <c:pt idx="1670">
                  <c:v>2006-12-18</c:v>
                </c:pt>
                <c:pt idx="1671">
                  <c:v>2006-12-19</c:v>
                </c:pt>
                <c:pt idx="1672">
                  <c:v>2006-12-20</c:v>
                </c:pt>
                <c:pt idx="1673">
                  <c:v>2006-12-21</c:v>
                </c:pt>
                <c:pt idx="1674">
                  <c:v>2006-12-22</c:v>
                </c:pt>
                <c:pt idx="1675">
                  <c:v>2006-12-26</c:v>
                </c:pt>
                <c:pt idx="1676">
                  <c:v>2006-12-27</c:v>
                </c:pt>
                <c:pt idx="1677">
                  <c:v>2006-12-28</c:v>
                </c:pt>
                <c:pt idx="1678">
                  <c:v>2006-12-29</c:v>
                </c:pt>
                <c:pt idx="1679">
                  <c:v>2007-01-03</c:v>
                </c:pt>
                <c:pt idx="1680">
                  <c:v>2007-01-04</c:v>
                </c:pt>
                <c:pt idx="1681">
                  <c:v>2007-01-05</c:v>
                </c:pt>
                <c:pt idx="1682">
                  <c:v>2007-01-08</c:v>
                </c:pt>
                <c:pt idx="1683">
                  <c:v>2007-01-09</c:v>
                </c:pt>
                <c:pt idx="1684">
                  <c:v>2007-01-10</c:v>
                </c:pt>
                <c:pt idx="1685">
                  <c:v>2007-01-11</c:v>
                </c:pt>
                <c:pt idx="1686">
                  <c:v>2007-01-12</c:v>
                </c:pt>
                <c:pt idx="1687">
                  <c:v>2007-01-16</c:v>
                </c:pt>
                <c:pt idx="1688">
                  <c:v>2007-01-17</c:v>
                </c:pt>
                <c:pt idx="1689">
                  <c:v>2007-01-18</c:v>
                </c:pt>
                <c:pt idx="1690">
                  <c:v>2007-01-19</c:v>
                </c:pt>
                <c:pt idx="1691">
                  <c:v>2007-01-22</c:v>
                </c:pt>
                <c:pt idx="1692">
                  <c:v>2007-01-23</c:v>
                </c:pt>
                <c:pt idx="1693">
                  <c:v>2007-01-24</c:v>
                </c:pt>
                <c:pt idx="1694">
                  <c:v>2007-01-25</c:v>
                </c:pt>
                <c:pt idx="1695">
                  <c:v>2007-01-26</c:v>
                </c:pt>
                <c:pt idx="1696">
                  <c:v>2007-01-29</c:v>
                </c:pt>
                <c:pt idx="1697">
                  <c:v>2007-01-30</c:v>
                </c:pt>
                <c:pt idx="1698">
                  <c:v>2007-01-31</c:v>
                </c:pt>
                <c:pt idx="1699">
                  <c:v>2007-02-01</c:v>
                </c:pt>
                <c:pt idx="1700">
                  <c:v>2007-02-02</c:v>
                </c:pt>
                <c:pt idx="1701">
                  <c:v>2007-02-05</c:v>
                </c:pt>
                <c:pt idx="1702">
                  <c:v>2007-02-06</c:v>
                </c:pt>
                <c:pt idx="1703">
                  <c:v>2007-02-07</c:v>
                </c:pt>
                <c:pt idx="1704">
                  <c:v>2007-02-08</c:v>
                </c:pt>
                <c:pt idx="1705">
                  <c:v>2007-02-09</c:v>
                </c:pt>
                <c:pt idx="1706">
                  <c:v>2007-02-12</c:v>
                </c:pt>
                <c:pt idx="1707">
                  <c:v>2007-02-13</c:v>
                </c:pt>
                <c:pt idx="1708">
                  <c:v>2007-02-14</c:v>
                </c:pt>
                <c:pt idx="1709">
                  <c:v>2007-02-15</c:v>
                </c:pt>
                <c:pt idx="1710">
                  <c:v>2007-02-16</c:v>
                </c:pt>
                <c:pt idx="1711">
                  <c:v>2007-02-20</c:v>
                </c:pt>
                <c:pt idx="1712">
                  <c:v>2007-02-21</c:v>
                </c:pt>
                <c:pt idx="1713">
                  <c:v>2007-02-22</c:v>
                </c:pt>
                <c:pt idx="1714">
                  <c:v>2007-02-23</c:v>
                </c:pt>
                <c:pt idx="1715">
                  <c:v>2007-02-26</c:v>
                </c:pt>
                <c:pt idx="1716">
                  <c:v>2007-02-27</c:v>
                </c:pt>
                <c:pt idx="1717">
                  <c:v>2007-02-28</c:v>
                </c:pt>
                <c:pt idx="1718">
                  <c:v>2007-03-01</c:v>
                </c:pt>
                <c:pt idx="1719">
                  <c:v>2007-03-02</c:v>
                </c:pt>
                <c:pt idx="1720">
                  <c:v>2007-03-05</c:v>
                </c:pt>
                <c:pt idx="1721">
                  <c:v>2007-03-06</c:v>
                </c:pt>
                <c:pt idx="1722">
                  <c:v>2007-03-07</c:v>
                </c:pt>
                <c:pt idx="1723">
                  <c:v>2007-03-08</c:v>
                </c:pt>
                <c:pt idx="1724">
                  <c:v>2007-03-09</c:v>
                </c:pt>
                <c:pt idx="1725">
                  <c:v>2007-03-12</c:v>
                </c:pt>
                <c:pt idx="1726">
                  <c:v>2007-03-13</c:v>
                </c:pt>
                <c:pt idx="1727">
                  <c:v>2007-03-14</c:v>
                </c:pt>
                <c:pt idx="1728">
                  <c:v>2007-03-15</c:v>
                </c:pt>
                <c:pt idx="1729">
                  <c:v>2007-03-16</c:v>
                </c:pt>
                <c:pt idx="1730">
                  <c:v>2007-03-19</c:v>
                </c:pt>
                <c:pt idx="1731">
                  <c:v>2007-03-20</c:v>
                </c:pt>
                <c:pt idx="1732">
                  <c:v>2007-03-21</c:v>
                </c:pt>
                <c:pt idx="1733">
                  <c:v>2007-03-22</c:v>
                </c:pt>
                <c:pt idx="1734">
                  <c:v>2007-03-23</c:v>
                </c:pt>
                <c:pt idx="1735">
                  <c:v>2007-03-26</c:v>
                </c:pt>
                <c:pt idx="1736">
                  <c:v>2007-03-27</c:v>
                </c:pt>
                <c:pt idx="1737">
                  <c:v>2007-03-28</c:v>
                </c:pt>
                <c:pt idx="1738">
                  <c:v>2007-03-29</c:v>
                </c:pt>
                <c:pt idx="1739">
                  <c:v>2007-03-30</c:v>
                </c:pt>
                <c:pt idx="1740">
                  <c:v>2007-04-02</c:v>
                </c:pt>
                <c:pt idx="1741">
                  <c:v>2007-04-03</c:v>
                </c:pt>
                <c:pt idx="1742">
                  <c:v>2007-04-04</c:v>
                </c:pt>
                <c:pt idx="1743">
                  <c:v>2007-04-05</c:v>
                </c:pt>
                <c:pt idx="1744">
                  <c:v>2007-04-09</c:v>
                </c:pt>
                <c:pt idx="1745">
                  <c:v>2007-04-10</c:v>
                </c:pt>
                <c:pt idx="1746">
                  <c:v>2007-04-11</c:v>
                </c:pt>
                <c:pt idx="1747">
                  <c:v>2007-04-12</c:v>
                </c:pt>
                <c:pt idx="1748">
                  <c:v>2007-04-13</c:v>
                </c:pt>
                <c:pt idx="1749">
                  <c:v>2007-04-16</c:v>
                </c:pt>
                <c:pt idx="1750">
                  <c:v>2007-04-17</c:v>
                </c:pt>
                <c:pt idx="1751">
                  <c:v>2007-04-18</c:v>
                </c:pt>
                <c:pt idx="1752">
                  <c:v>2007-04-19</c:v>
                </c:pt>
                <c:pt idx="1753">
                  <c:v>2007-04-20</c:v>
                </c:pt>
                <c:pt idx="1754">
                  <c:v>2007-04-23</c:v>
                </c:pt>
                <c:pt idx="1755">
                  <c:v>2007-04-24</c:v>
                </c:pt>
                <c:pt idx="1756">
                  <c:v>2007-04-25</c:v>
                </c:pt>
                <c:pt idx="1757">
                  <c:v>2007-04-26</c:v>
                </c:pt>
                <c:pt idx="1758">
                  <c:v>2007-04-27</c:v>
                </c:pt>
                <c:pt idx="1759">
                  <c:v>2007-04-30</c:v>
                </c:pt>
                <c:pt idx="1760">
                  <c:v>2007-05-01</c:v>
                </c:pt>
                <c:pt idx="1761">
                  <c:v>2007-05-02</c:v>
                </c:pt>
                <c:pt idx="1762">
                  <c:v>2007-05-03</c:v>
                </c:pt>
                <c:pt idx="1763">
                  <c:v>2007-05-04</c:v>
                </c:pt>
                <c:pt idx="1764">
                  <c:v>2007-05-07</c:v>
                </c:pt>
                <c:pt idx="1765">
                  <c:v>2007-05-08</c:v>
                </c:pt>
                <c:pt idx="1766">
                  <c:v>2007-05-09</c:v>
                </c:pt>
                <c:pt idx="1767">
                  <c:v>2007-05-10</c:v>
                </c:pt>
                <c:pt idx="1768">
                  <c:v>2007-05-11</c:v>
                </c:pt>
                <c:pt idx="1769">
                  <c:v>2007-05-14</c:v>
                </c:pt>
                <c:pt idx="1770">
                  <c:v>2007-05-15</c:v>
                </c:pt>
                <c:pt idx="1771">
                  <c:v>2007-05-16</c:v>
                </c:pt>
                <c:pt idx="1772">
                  <c:v>2007-05-17</c:v>
                </c:pt>
                <c:pt idx="1773">
                  <c:v>2007-05-18</c:v>
                </c:pt>
                <c:pt idx="1774">
                  <c:v>2007-05-21</c:v>
                </c:pt>
                <c:pt idx="1775">
                  <c:v>2007-05-22</c:v>
                </c:pt>
                <c:pt idx="1776">
                  <c:v>2007-05-23</c:v>
                </c:pt>
                <c:pt idx="1777">
                  <c:v>2007-05-24</c:v>
                </c:pt>
                <c:pt idx="1778">
                  <c:v>2007-05-25</c:v>
                </c:pt>
                <c:pt idx="1779">
                  <c:v>2007-05-29</c:v>
                </c:pt>
                <c:pt idx="1780">
                  <c:v>2007-05-30</c:v>
                </c:pt>
                <c:pt idx="1781">
                  <c:v>2007-05-31</c:v>
                </c:pt>
                <c:pt idx="1782">
                  <c:v>2007-06-01</c:v>
                </c:pt>
                <c:pt idx="1783">
                  <c:v>2007-06-04</c:v>
                </c:pt>
                <c:pt idx="1784">
                  <c:v>2007-06-05</c:v>
                </c:pt>
                <c:pt idx="1785">
                  <c:v>2007-06-06</c:v>
                </c:pt>
                <c:pt idx="1786">
                  <c:v>2007-06-07</c:v>
                </c:pt>
                <c:pt idx="1787">
                  <c:v>2007-06-08</c:v>
                </c:pt>
                <c:pt idx="1788">
                  <c:v>2007-06-11</c:v>
                </c:pt>
                <c:pt idx="1789">
                  <c:v>2007-06-12</c:v>
                </c:pt>
                <c:pt idx="1790">
                  <c:v>2007-06-13</c:v>
                </c:pt>
                <c:pt idx="1791">
                  <c:v>2007-06-14</c:v>
                </c:pt>
                <c:pt idx="1792">
                  <c:v>2007-06-15</c:v>
                </c:pt>
                <c:pt idx="1793">
                  <c:v>2007-06-18</c:v>
                </c:pt>
                <c:pt idx="1794">
                  <c:v>2007-06-19</c:v>
                </c:pt>
                <c:pt idx="1795">
                  <c:v>2007-06-20</c:v>
                </c:pt>
                <c:pt idx="1796">
                  <c:v>2007-06-21</c:v>
                </c:pt>
                <c:pt idx="1797">
                  <c:v>2007-06-22</c:v>
                </c:pt>
                <c:pt idx="1798">
                  <c:v>2007-06-25</c:v>
                </c:pt>
                <c:pt idx="1799">
                  <c:v>2007-06-26</c:v>
                </c:pt>
                <c:pt idx="1800">
                  <c:v>2007-06-27</c:v>
                </c:pt>
                <c:pt idx="1801">
                  <c:v>2007-06-28</c:v>
                </c:pt>
                <c:pt idx="1802">
                  <c:v>2007-06-29</c:v>
                </c:pt>
                <c:pt idx="1803">
                  <c:v>2007-07-02</c:v>
                </c:pt>
                <c:pt idx="1804">
                  <c:v>2007-07-03</c:v>
                </c:pt>
                <c:pt idx="1805">
                  <c:v>2007-07-05</c:v>
                </c:pt>
                <c:pt idx="1806">
                  <c:v>2007-07-06</c:v>
                </c:pt>
                <c:pt idx="1807">
                  <c:v>2007-07-09</c:v>
                </c:pt>
                <c:pt idx="1808">
                  <c:v>2007-07-10</c:v>
                </c:pt>
                <c:pt idx="1809">
                  <c:v>2007-07-11</c:v>
                </c:pt>
                <c:pt idx="1810">
                  <c:v>2007-07-12</c:v>
                </c:pt>
                <c:pt idx="1811">
                  <c:v>2007-07-13</c:v>
                </c:pt>
                <c:pt idx="1812">
                  <c:v>2007-07-16</c:v>
                </c:pt>
                <c:pt idx="1813">
                  <c:v>2007-07-17</c:v>
                </c:pt>
                <c:pt idx="1814">
                  <c:v>2007-07-18</c:v>
                </c:pt>
                <c:pt idx="1815">
                  <c:v>2007-07-19</c:v>
                </c:pt>
                <c:pt idx="1816">
                  <c:v>2007-07-20</c:v>
                </c:pt>
                <c:pt idx="1817">
                  <c:v>2007-07-23</c:v>
                </c:pt>
                <c:pt idx="1818">
                  <c:v>2007-07-24</c:v>
                </c:pt>
                <c:pt idx="1819">
                  <c:v>2007-07-25</c:v>
                </c:pt>
                <c:pt idx="1820">
                  <c:v>2007-07-26</c:v>
                </c:pt>
                <c:pt idx="1821">
                  <c:v>2007-07-27</c:v>
                </c:pt>
                <c:pt idx="1822">
                  <c:v>2007-07-30</c:v>
                </c:pt>
                <c:pt idx="1823">
                  <c:v>2007-07-31</c:v>
                </c:pt>
                <c:pt idx="1824">
                  <c:v>2007-08-01</c:v>
                </c:pt>
                <c:pt idx="1825">
                  <c:v>2007-08-02</c:v>
                </c:pt>
                <c:pt idx="1826">
                  <c:v>2007-08-03</c:v>
                </c:pt>
                <c:pt idx="1827">
                  <c:v>2007-08-06</c:v>
                </c:pt>
                <c:pt idx="1828">
                  <c:v>2007-08-07</c:v>
                </c:pt>
                <c:pt idx="1829">
                  <c:v>2007-08-08</c:v>
                </c:pt>
                <c:pt idx="1830">
                  <c:v>2007-08-09</c:v>
                </c:pt>
                <c:pt idx="1831">
                  <c:v>2007-08-10</c:v>
                </c:pt>
                <c:pt idx="1832">
                  <c:v>2007-08-13</c:v>
                </c:pt>
                <c:pt idx="1833">
                  <c:v>2007-08-14</c:v>
                </c:pt>
                <c:pt idx="1834">
                  <c:v>2007-08-15</c:v>
                </c:pt>
                <c:pt idx="1835">
                  <c:v>2007-08-16</c:v>
                </c:pt>
                <c:pt idx="1836">
                  <c:v>2007-08-17</c:v>
                </c:pt>
                <c:pt idx="1837">
                  <c:v>2007-08-20</c:v>
                </c:pt>
                <c:pt idx="1838">
                  <c:v>2007-08-21</c:v>
                </c:pt>
                <c:pt idx="1839">
                  <c:v>2007-08-22</c:v>
                </c:pt>
                <c:pt idx="1840">
                  <c:v>2007-08-23</c:v>
                </c:pt>
                <c:pt idx="1841">
                  <c:v>2007-08-24</c:v>
                </c:pt>
                <c:pt idx="1842">
                  <c:v>2007-08-27</c:v>
                </c:pt>
                <c:pt idx="1843">
                  <c:v>2007-08-28</c:v>
                </c:pt>
                <c:pt idx="1844">
                  <c:v>2007-08-29</c:v>
                </c:pt>
                <c:pt idx="1845">
                  <c:v>2007-08-30</c:v>
                </c:pt>
                <c:pt idx="1846">
                  <c:v>2007-08-31</c:v>
                </c:pt>
                <c:pt idx="1847">
                  <c:v>2007-09-04</c:v>
                </c:pt>
                <c:pt idx="1848">
                  <c:v>2007-09-05</c:v>
                </c:pt>
                <c:pt idx="1849">
                  <c:v>2007-09-06</c:v>
                </c:pt>
                <c:pt idx="1850">
                  <c:v>2007-09-07</c:v>
                </c:pt>
                <c:pt idx="1851">
                  <c:v>2007-09-10</c:v>
                </c:pt>
                <c:pt idx="1852">
                  <c:v>2007-09-11</c:v>
                </c:pt>
                <c:pt idx="1853">
                  <c:v>2007-09-12</c:v>
                </c:pt>
                <c:pt idx="1854">
                  <c:v>2007-09-13</c:v>
                </c:pt>
                <c:pt idx="1855">
                  <c:v>2007-09-14</c:v>
                </c:pt>
                <c:pt idx="1856">
                  <c:v>2007-09-17</c:v>
                </c:pt>
                <c:pt idx="1857">
                  <c:v>2007-09-18</c:v>
                </c:pt>
                <c:pt idx="1858">
                  <c:v>2007-09-19</c:v>
                </c:pt>
                <c:pt idx="1859">
                  <c:v>2007-09-20</c:v>
                </c:pt>
                <c:pt idx="1860">
                  <c:v>2007-09-21</c:v>
                </c:pt>
                <c:pt idx="1861">
                  <c:v>2007-09-24</c:v>
                </c:pt>
                <c:pt idx="1862">
                  <c:v>2007-09-25</c:v>
                </c:pt>
                <c:pt idx="1863">
                  <c:v>2007-09-26</c:v>
                </c:pt>
                <c:pt idx="1864">
                  <c:v>2007-09-27</c:v>
                </c:pt>
                <c:pt idx="1865">
                  <c:v>2007-09-28</c:v>
                </c:pt>
                <c:pt idx="1866">
                  <c:v>2007-10-01</c:v>
                </c:pt>
                <c:pt idx="1867">
                  <c:v>2007-10-02</c:v>
                </c:pt>
                <c:pt idx="1868">
                  <c:v>2007-10-03</c:v>
                </c:pt>
                <c:pt idx="1869">
                  <c:v>2007-10-04</c:v>
                </c:pt>
                <c:pt idx="1870">
                  <c:v>2007-10-05</c:v>
                </c:pt>
                <c:pt idx="1871">
                  <c:v>2007-10-08</c:v>
                </c:pt>
                <c:pt idx="1872">
                  <c:v>2007-10-09</c:v>
                </c:pt>
                <c:pt idx="1873">
                  <c:v>2007-10-10</c:v>
                </c:pt>
                <c:pt idx="1874">
                  <c:v>2007-10-11</c:v>
                </c:pt>
                <c:pt idx="1875">
                  <c:v>2007-10-12</c:v>
                </c:pt>
                <c:pt idx="1876">
                  <c:v>2007-10-15</c:v>
                </c:pt>
                <c:pt idx="1877">
                  <c:v>2007-10-16</c:v>
                </c:pt>
                <c:pt idx="1878">
                  <c:v>2007-10-17</c:v>
                </c:pt>
                <c:pt idx="1879">
                  <c:v>2007-10-18</c:v>
                </c:pt>
                <c:pt idx="1880">
                  <c:v>2007-10-19</c:v>
                </c:pt>
                <c:pt idx="1881">
                  <c:v>2007-10-22</c:v>
                </c:pt>
                <c:pt idx="1882">
                  <c:v>2007-10-23</c:v>
                </c:pt>
                <c:pt idx="1883">
                  <c:v>2007-10-24</c:v>
                </c:pt>
                <c:pt idx="1884">
                  <c:v>2007-10-25</c:v>
                </c:pt>
                <c:pt idx="1885">
                  <c:v>2007-10-26</c:v>
                </c:pt>
                <c:pt idx="1886">
                  <c:v>2007-10-29</c:v>
                </c:pt>
                <c:pt idx="1887">
                  <c:v>2007-10-30</c:v>
                </c:pt>
                <c:pt idx="1888">
                  <c:v>2007-10-31</c:v>
                </c:pt>
                <c:pt idx="1889">
                  <c:v>2007-11-01</c:v>
                </c:pt>
                <c:pt idx="1890">
                  <c:v>2007-11-02</c:v>
                </c:pt>
                <c:pt idx="1891">
                  <c:v>2007-11-05</c:v>
                </c:pt>
                <c:pt idx="1892">
                  <c:v>2007-11-06</c:v>
                </c:pt>
                <c:pt idx="1893">
                  <c:v>2007-11-07</c:v>
                </c:pt>
                <c:pt idx="1894">
                  <c:v>2007-11-08</c:v>
                </c:pt>
                <c:pt idx="1895">
                  <c:v>2007-11-09</c:v>
                </c:pt>
                <c:pt idx="1896">
                  <c:v>2007-11-12</c:v>
                </c:pt>
                <c:pt idx="1897">
                  <c:v>2007-11-13</c:v>
                </c:pt>
                <c:pt idx="1898">
                  <c:v>2007-11-14</c:v>
                </c:pt>
                <c:pt idx="1899">
                  <c:v>2007-11-15</c:v>
                </c:pt>
                <c:pt idx="1900">
                  <c:v>2007-11-16</c:v>
                </c:pt>
                <c:pt idx="1901">
                  <c:v>2007-11-19</c:v>
                </c:pt>
                <c:pt idx="1902">
                  <c:v>2007-11-20</c:v>
                </c:pt>
                <c:pt idx="1903">
                  <c:v>2007-11-21</c:v>
                </c:pt>
                <c:pt idx="1904">
                  <c:v>2007-11-26</c:v>
                </c:pt>
                <c:pt idx="1905">
                  <c:v>2007-11-27</c:v>
                </c:pt>
                <c:pt idx="1906">
                  <c:v>2007-11-28</c:v>
                </c:pt>
                <c:pt idx="1907">
                  <c:v>2007-11-29</c:v>
                </c:pt>
                <c:pt idx="1908">
                  <c:v>2007-11-30</c:v>
                </c:pt>
                <c:pt idx="1909">
                  <c:v>2007-12-03</c:v>
                </c:pt>
                <c:pt idx="1910">
                  <c:v>2007-12-04</c:v>
                </c:pt>
                <c:pt idx="1911">
                  <c:v>2007-12-05</c:v>
                </c:pt>
                <c:pt idx="1912">
                  <c:v>2007-12-06</c:v>
                </c:pt>
                <c:pt idx="1913">
                  <c:v>2007-12-07</c:v>
                </c:pt>
                <c:pt idx="1914">
                  <c:v>2007-12-10</c:v>
                </c:pt>
                <c:pt idx="1915">
                  <c:v>2007-12-11</c:v>
                </c:pt>
                <c:pt idx="1916">
                  <c:v>2007-12-12</c:v>
                </c:pt>
                <c:pt idx="1917">
                  <c:v>2007-12-13</c:v>
                </c:pt>
                <c:pt idx="1918">
                  <c:v>2007-12-14</c:v>
                </c:pt>
                <c:pt idx="1919">
                  <c:v>2007-12-17</c:v>
                </c:pt>
                <c:pt idx="1920">
                  <c:v>2007-12-18</c:v>
                </c:pt>
                <c:pt idx="1921">
                  <c:v>2007-12-19</c:v>
                </c:pt>
                <c:pt idx="1922">
                  <c:v>2007-12-20</c:v>
                </c:pt>
                <c:pt idx="1923">
                  <c:v>2007-12-21</c:v>
                </c:pt>
                <c:pt idx="1924">
                  <c:v>2007-12-26</c:v>
                </c:pt>
                <c:pt idx="1925">
                  <c:v>2007-12-27</c:v>
                </c:pt>
                <c:pt idx="1926">
                  <c:v>2007-12-28</c:v>
                </c:pt>
                <c:pt idx="1927">
                  <c:v>2007-12-31</c:v>
                </c:pt>
                <c:pt idx="1928">
                  <c:v>2008-01-02</c:v>
                </c:pt>
                <c:pt idx="1929">
                  <c:v>2008-01-03</c:v>
                </c:pt>
                <c:pt idx="1930">
                  <c:v>2008-01-04</c:v>
                </c:pt>
                <c:pt idx="1931">
                  <c:v>2008-01-07</c:v>
                </c:pt>
                <c:pt idx="1932">
                  <c:v>2008-01-08</c:v>
                </c:pt>
                <c:pt idx="1933">
                  <c:v>2008-01-09</c:v>
                </c:pt>
                <c:pt idx="1934">
                  <c:v>2008-01-10</c:v>
                </c:pt>
                <c:pt idx="1935">
                  <c:v>2008-01-11</c:v>
                </c:pt>
                <c:pt idx="1936">
                  <c:v>2008-01-14</c:v>
                </c:pt>
                <c:pt idx="1937">
                  <c:v>2008-01-15</c:v>
                </c:pt>
                <c:pt idx="1938">
                  <c:v>2008-01-16</c:v>
                </c:pt>
                <c:pt idx="1939">
                  <c:v>2008-01-17</c:v>
                </c:pt>
                <c:pt idx="1940">
                  <c:v>2008-01-18</c:v>
                </c:pt>
                <c:pt idx="1941">
                  <c:v>2008-01-22</c:v>
                </c:pt>
                <c:pt idx="1942">
                  <c:v>2008-01-23</c:v>
                </c:pt>
                <c:pt idx="1943">
                  <c:v>2008-01-24</c:v>
                </c:pt>
                <c:pt idx="1944">
                  <c:v>2008-01-25</c:v>
                </c:pt>
                <c:pt idx="1945">
                  <c:v>2008-01-28</c:v>
                </c:pt>
                <c:pt idx="1946">
                  <c:v>2008-01-29</c:v>
                </c:pt>
                <c:pt idx="1947">
                  <c:v>2008-01-30</c:v>
                </c:pt>
                <c:pt idx="1948">
                  <c:v>2008-01-31</c:v>
                </c:pt>
                <c:pt idx="1949">
                  <c:v>2008-02-01</c:v>
                </c:pt>
                <c:pt idx="1950">
                  <c:v>2008-02-04</c:v>
                </c:pt>
                <c:pt idx="1951">
                  <c:v>2008-02-05</c:v>
                </c:pt>
                <c:pt idx="1952">
                  <c:v>2008-02-06</c:v>
                </c:pt>
                <c:pt idx="1953">
                  <c:v>2008-02-07</c:v>
                </c:pt>
                <c:pt idx="1954">
                  <c:v>2008-02-08</c:v>
                </c:pt>
                <c:pt idx="1955">
                  <c:v>2008-02-11</c:v>
                </c:pt>
                <c:pt idx="1956">
                  <c:v>2008-02-12</c:v>
                </c:pt>
                <c:pt idx="1957">
                  <c:v>2008-02-13</c:v>
                </c:pt>
                <c:pt idx="1958">
                  <c:v>2008-02-14</c:v>
                </c:pt>
                <c:pt idx="1959">
                  <c:v>2008-02-15</c:v>
                </c:pt>
                <c:pt idx="1960">
                  <c:v>2008-02-19</c:v>
                </c:pt>
                <c:pt idx="1961">
                  <c:v>2008-02-20</c:v>
                </c:pt>
                <c:pt idx="1962">
                  <c:v>2008-02-21</c:v>
                </c:pt>
                <c:pt idx="1963">
                  <c:v>2008-02-22</c:v>
                </c:pt>
                <c:pt idx="1964">
                  <c:v>2008-02-25</c:v>
                </c:pt>
                <c:pt idx="1965">
                  <c:v>2008-02-26</c:v>
                </c:pt>
                <c:pt idx="1966">
                  <c:v>2008-02-27</c:v>
                </c:pt>
                <c:pt idx="1967">
                  <c:v>2008-02-28</c:v>
                </c:pt>
                <c:pt idx="1968">
                  <c:v>2008-02-29</c:v>
                </c:pt>
                <c:pt idx="1969">
                  <c:v>2008-03-03</c:v>
                </c:pt>
                <c:pt idx="1970">
                  <c:v>2008-03-04</c:v>
                </c:pt>
                <c:pt idx="1971">
                  <c:v>2008-03-05</c:v>
                </c:pt>
                <c:pt idx="1972">
                  <c:v>2008-03-06</c:v>
                </c:pt>
                <c:pt idx="1973">
                  <c:v>2008-03-07</c:v>
                </c:pt>
                <c:pt idx="1974">
                  <c:v>2008-03-10</c:v>
                </c:pt>
                <c:pt idx="1975">
                  <c:v>2008-03-11</c:v>
                </c:pt>
                <c:pt idx="1976">
                  <c:v>2008-03-12</c:v>
                </c:pt>
                <c:pt idx="1977">
                  <c:v>2008-03-13</c:v>
                </c:pt>
                <c:pt idx="1978">
                  <c:v>2008-03-14</c:v>
                </c:pt>
                <c:pt idx="1979">
                  <c:v>2008-03-17</c:v>
                </c:pt>
                <c:pt idx="1980">
                  <c:v>2008-03-18</c:v>
                </c:pt>
                <c:pt idx="1981">
                  <c:v>2008-03-19</c:v>
                </c:pt>
                <c:pt idx="1982">
                  <c:v>2008-03-20</c:v>
                </c:pt>
                <c:pt idx="1983">
                  <c:v>2008-03-24</c:v>
                </c:pt>
                <c:pt idx="1984">
                  <c:v>2008-03-25</c:v>
                </c:pt>
                <c:pt idx="1985">
                  <c:v>2008-03-26</c:v>
                </c:pt>
                <c:pt idx="1986">
                  <c:v>2008-03-27</c:v>
                </c:pt>
                <c:pt idx="1987">
                  <c:v>2008-03-28</c:v>
                </c:pt>
                <c:pt idx="1988">
                  <c:v>2008-03-31</c:v>
                </c:pt>
                <c:pt idx="1989">
                  <c:v>2008-04-01</c:v>
                </c:pt>
                <c:pt idx="1990">
                  <c:v>2008-04-02</c:v>
                </c:pt>
                <c:pt idx="1991">
                  <c:v>2008-04-03</c:v>
                </c:pt>
                <c:pt idx="1992">
                  <c:v>2008-04-04</c:v>
                </c:pt>
                <c:pt idx="1993">
                  <c:v>2008-04-07</c:v>
                </c:pt>
                <c:pt idx="1994">
                  <c:v>2008-04-08</c:v>
                </c:pt>
                <c:pt idx="1995">
                  <c:v>2008-04-09</c:v>
                </c:pt>
                <c:pt idx="1996">
                  <c:v>2008-04-10</c:v>
                </c:pt>
                <c:pt idx="1997">
                  <c:v>2008-04-11</c:v>
                </c:pt>
                <c:pt idx="1998">
                  <c:v>2008-04-14</c:v>
                </c:pt>
                <c:pt idx="1999">
                  <c:v>2008-04-15</c:v>
                </c:pt>
                <c:pt idx="2000">
                  <c:v>2008-04-16</c:v>
                </c:pt>
                <c:pt idx="2001">
                  <c:v>2008-04-17</c:v>
                </c:pt>
                <c:pt idx="2002">
                  <c:v>2008-04-18</c:v>
                </c:pt>
                <c:pt idx="2003">
                  <c:v>2008-04-21</c:v>
                </c:pt>
                <c:pt idx="2004">
                  <c:v>2008-04-22</c:v>
                </c:pt>
                <c:pt idx="2005">
                  <c:v>2008-04-23</c:v>
                </c:pt>
                <c:pt idx="2006">
                  <c:v>2008-04-24</c:v>
                </c:pt>
                <c:pt idx="2007">
                  <c:v>2008-04-25</c:v>
                </c:pt>
                <c:pt idx="2008">
                  <c:v>2008-04-28</c:v>
                </c:pt>
                <c:pt idx="2009">
                  <c:v>2008-04-29</c:v>
                </c:pt>
                <c:pt idx="2010">
                  <c:v>2008-04-30</c:v>
                </c:pt>
                <c:pt idx="2011">
                  <c:v>2008-05-01</c:v>
                </c:pt>
                <c:pt idx="2012">
                  <c:v>2008-05-02</c:v>
                </c:pt>
                <c:pt idx="2013">
                  <c:v>2008-05-05</c:v>
                </c:pt>
                <c:pt idx="2014">
                  <c:v>2008-05-06</c:v>
                </c:pt>
                <c:pt idx="2015">
                  <c:v>2008-05-07</c:v>
                </c:pt>
                <c:pt idx="2016">
                  <c:v>2008-05-08</c:v>
                </c:pt>
                <c:pt idx="2017">
                  <c:v>2008-05-09</c:v>
                </c:pt>
                <c:pt idx="2018">
                  <c:v>2008-05-12</c:v>
                </c:pt>
                <c:pt idx="2019">
                  <c:v>2008-05-13</c:v>
                </c:pt>
                <c:pt idx="2020">
                  <c:v>2008-05-14</c:v>
                </c:pt>
                <c:pt idx="2021">
                  <c:v>2008-05-15</c:v>
                </c:pt>
                <c:pt idx="2022">
                  <c:v>2008-05-16</c:v>
                </c:pt>
                <c:pt idx="2023">
                  <c:v>2008-05-19</c:v>
                </c:pt>
                <c:pt idx="2024">
                  <c:v>2008-05-20</c:v>
                </c:pt>
                <c:pt idx="2025">
                  <c:v>2008-05-21</c:v>
                </c:pt>
                <c:pt idx="2026">
                  <c:v>2008-05-22</c:v>
                </c:pt>
                <c:pt idx="2027">
                  <c:v>2008-05-23</c:v>
                </c:pt>
                <c:pt idx="2028">
                  <c:v>2008-05-27</c:v>
                </c:pt>
                <c:pt idx="2029">
                  <c:v>2008-05-28</c:v>
                </c:pt>
                <c:pt idx="2030">
                  <c:v>2008-05-29</c:v>
                </c:pt>
                <c:pt idx="2031">
                  <c:v>2008-05-30</c:v>
                </c:pt>
                <c:pt idx="2032">
                  <c:v>2008-06-02</c:v>
                </c:pt>
                <c:pt idx="2033">
                  <c:v>2008-06-03</c:v>
                </c:pt>
                <c:pt idx="2034">
                  <c:v>2008-06-04</c:v>
                </c:pt>
                <c:pt idx="2035">
                  <c:v>2008-06-05</c:v>
                </c:pt>
                <c:pt idx="2036">
                  <c:v>2008-06-06</c:v>
                </c:pt>
                <c:pt idx="2037">
                  <c:v>2008-06-09</c:v>
                </c:pt>
                <c:pt idx="2038">
                  <c:v>2008-06-10</c:v>
                </c:pt>
                <c:pt idx="2039">
                  <c:v>2008-06-11</c:v>
                </c:pt>
                <c:pt idx="2040">
                  <c:v>2008-06-12</c:v>
                </c:pt>
                <c:pt idx="2041">
                  <c:v>2008-06-13</c:v>
                </c:pt>
                <c:pt idx="2042">
                  <c:v>2008-06-16</c:v>
                </c:pt>
                <c:pt idx="2043">
                  <c:v>2008-06-17</c:v>
                </c:pt>
                <c:pt idx="2044">
                  <c:v>2008-06-18</c:v>
                </c:pt>
                <c:pt idx="2045">
                  <c:v>2008-06-19</c:v>
                </c:pt>
                <c:pt idx="2046">
                  <c:v>2008-06-20</c:v>
                </c:pt>
                <c:pt idx="2047">
                  <c:v>2008-06-23</c:v>
                </c:pt>
                <c:pt idx="2048">
                  <c:v>2008-06-24</c:v>
                </c:pt>
                <c:pt idx="2049">
                  <c:v>2008-06-25</c:v>
                </c:pt>
                <c:pt idx="2050">
                  <c:v>2008-06-26</c:v>
                </c:pt>
                <c:pt idx="2051">
                  <c:v>2008-06-27</c:v>
                </c:pt>
                <c:pt idx="2052">
                  <c:v>2008-06-30</c:v>
                </c:pt>
                <c:pt idx="2053">
                  <c:v>2008-07-01</c:v>
                </c:pt>
                <c:pt idx="2054">
                  <c:v>2008-07-02</c:v>
                </c:pt>
                <c:pt idx="2055">
                  <c:v>2008-07-03</c:v>
                </c:pt>
                <c:pt idx="2056">
                  <c:v>2008-07-07</c:v>
                </c:pt>
                <c:pt idx="2057">
                  <c:v>2008-07-08</c:v>
                </c:pt>
                <c:pt idx="2058">
                  <c:v>2008-07-09</c:v>
                </c:pt>
                <c:pt idx="2059">
                  <c:v>2008-07-10</c:v>
                </c:pt>
                <c:pt idx="2060">
                  <c:v>2008-07-11</c:v>
                </c:pt>
                <c:pt idx="2061">
                  <c:v>2008-07-14</c:v>
                </c:pt>
                <c:pt idx="2062">
                  <c:v>2008-07-15</c:v>
                </c:pt>
                <c:pt idx="2063">
                  <c:v>2008-07-16</c:v>
                </c:pt>
                <c:pt idx="2064">
                  <c:v>2008-07-17</c:v>
                </c:pt>
                <c:pt idx="2065">
                  <c:v>2008-07-18</c:v>
                </c:pt>
                <c:pt idx="2066">
                  <c:v>2008-07-21</c:v>
                </c:pt>
                <c:pt idx="2067">
                  <c:v>2008-07-22</c:v>
                </c:pt>
                <c:pt idx="2068">
                  <c:v>2008-07-23</c:v>
                </c:pt>
                <c:pt idx="2069">
                  <c:v>2008-07-24</c:v>
                </c:pt>
                <c:pt idx="2070">
                  <c:v>2008-07-25</c:v>
                </c:pt>
                <c:pt idx="2071">
                  <c:v>2008-07-28</c:v>
                </c:pt>
                <c:pt idx="2072">
                  <c:v>2008-07-29</c:v>
                </c:pt>
                <c:pt idx="2073">
                  <c:v>2008-07-30</c:v>
                </c:pt>
                <c:pt idx="2074">
                  <c:v>2008-07-31</c:v>
                </c:pt>
                <c:pt idx="2075">
                  <c:v>2008-08-01</c:v>
                </c:pt>
                <c:pt idx="2076">
                  <c:v>2008-08-04</c:v>
                </c:pt>
                <c:pt idx="2077">
                  <c:v>2008-08-05</c:v>
                </c:pt>
                <c:pt idx="2078">
                  <c:v>2008-08-06</c:v>
                </c:pt>
                <c:pt idx="2079">
                  <c:v>2008-08-07</c:v>
                </c:pt>
                <c:pt idx="2080">
                  <c:v>2008-08-08</c:v>
                </c:pt>
                <c:pt idx="2081">
                  <c:v>2008-08-11</c:v>
                </c:pt>
                <c:pt idx="2082">
                  <c:v>2008-08-12</c:v>
                </c:pt>
                <c:pt idx="2083">
                  <c:v>2008-08-13</c:v>
                </c:pt>
                <c:pt idx="2084">
                  <c:v>2008-08-14</c:v>
                </c:pt>
                <c:pt idx="2085">
                  <c:v>2008-08-15</c:v>
                </c:pt>
                <c:pt idx="2086">
                  <c:v>2008-08-18</c:v>
                </c:pt>
                <c:pt idx="2087">
                  <c:v>2008-08-19</c:v>
                </c:pt>
                <c:pt idx="2088">
                  <c:v>2008-08-20</c:v>
                </c:pt>
                <c:pt idx="2089">
                  <c:v>2008-08-21</c:v>
                </c:pt>
                <c:pt idx="2090">
                  <c:v>2008-08-22</c:v>
                </c:pt>
                <c:pt idx="2091">
                  <c:v>2008-08-25</c:v>
                </c:pt>
                <c:pt idx="2092">
                  <c:v>2008-08-26</c:v>
                </c:pt>
                <c:pt idx="2093">
                  <c:v>2008-08-27</c:v>
                </c:pt>
                <c:pt idx="2094">
                  <c:v>2008-08-28</c:v>
                </c:pt>
                <c:pt idx="2095">
                  <c:v>2008-08-29</c:v>
                </c:pt>
                <c:pt idx="2096">
                  <c:v>2008-09-02</c:v>
                </c:pt>
                <c:pt idx="2097">
                  <c:v>2008-09-03</c:v>
                </c:pt>
                <c:pt idx="2098">
                  <c:v>2008-09-04</c:v>
                </c:pt>
                <c:pt idx="2099">
                  <c:v>2008-09-05</c:v>
                </c:pt>
                <c:pt idx="2100">
                  <c:v>2008-09-08</c:v>
                </c:pt>
                <c:pt idx="2101">
                  <c:v>2008-09-09</c:v>
                </c:pt>
                <c:pt idx="2102">
                  <c:v>2008-09-10</c:v>
                </c:pt>
                <c:pt idx="2103">
                  <c:v>2008-09-11</c:v>
                </c:pt>
                <c:pt idx="2104">
                  <c:v>2008-09-12</c:v>
                </c:pt>
                <c:pt idx="2105">
                  <c:v>2008-09-15</c:v>
                </c:pt>
                <c:pt idx="2106">
                  <c:v>2008-09-16</c:v>
                </c:pt>
                <c:pt idx="2107">
                  <c:v>2008-09-17</c:v>
                </c:pt>
                <c:pt idx="2108">
                  <c:v>2008-09-18</c:v>
                </c:pt>
                <c:pt idx="2109">
                  <c:v>2008-09-19</c:v>
                </c:pt>
                <c:pt idx="2110">
                  <c:v>2008-09-22</c:v>
                </c:pt>
                <c:pt idx="2111">
                  <c:v>2008-09-23</c:v>
                </c:pt>
                <c:pt idx="2112">
                  <c:v>2008-09-24</c:v>
                </c:pt>
                <c:pt idx="2113">
                  <c:v>2008-09-25</c:v>
                </c:pt>
                <c:pt idx="2114">
                  <c:v>2008-09-26</c:v>
                </c:pt>
                <c:pt idx="2115">
                  <c:v>2008-09-29</c:v>
                </c:pt>
                <c:pt idx="2116">
                  <c:v>2008-09-30</c:v>
                </c:pt>
                <c:pt idx="2117">
                  <c:v>2008-10-01</c:v>
                </c:pt>
                <c:pt idx="2118">
                  <c:v>2008-10-02</c:v>
                </c:pt>
                <c:pt idx="2119">
                  <c:v>2008-10-03</c:v>
                </c:pt>
                <c:pt idx="2120">
                  <c:v>2008-10-06</c:v>
                </c:pt>
                <c:pt idx="2121">
                  <c:v>2008-10-07</c:v>
                </c:pt>
                <c:pt idx="2122">
                  <c:v>2008-10-08</c:v>
                </c:pt>
                <c:pt idx="2123">
                  <c:v>2008-10-09</c:v>
                </c:pt>
                <c:pt idx="2124">
                  <c:v>2008-10-10</c:v>
                </c:pt>
                <c:pt idx="2125">
                  <c:v>2008-10-13</c:v>
                </c:pt>
                <c:pt idx="2126">
                  <c:v>2008-10-14</c:v>
                </c:pt>
                <c:pt idx="2127">
                  <c:v>2008-10-15</c:v>
                </c:pt>
                <c:pt idx="2128">
                  <c:v>2008-10-16</c:v>
                </c:pt>
                <c:pt idx="2129">
                  <c:v>2008-10-17</c:v>
                </c:pt>
                <c:pt idx="2130">
                  <c:v>2008-10-20</c:v>
                </c:pt>
                <c:pt idx="2131">
                  <c:v>2008-10-21</c:v>
                </c:pt>
                <c:pt idx="2132">
                  <c:v>2008-10-22</c:v>
                </c:pt>
                <c:pt idx="2133">
                  <c:v>2008-10-23</c:v>
                </c:pt>
                <c:pt idx="2134">
                  <c:v>2008-10-24</c:v>
                </c:pt>
                <c:pt idx="2135">
                  <c:v>2008-10-27</c:v>
                </c:pt>
                <c:pt idx="2136">
                  <c:v>2008-10-28</c:v>
                </c:pt>
                <c:pt idx="2137">
                  <c:v>2008-10-29</c:v>
                </c:pt>
                <c:pt idx="2138">
                  <c:v>2008-10-30</c:v>
                </c:pt>
                <c:pt idx="2139">
                  <c:v>2008-10-31</c:v>
                </c:pt>
                <c:pt idx="2140">
                  <c:v>2008-11-03</c:v>
                </c:pt>
                <c:pt idx="2141">
                  <c:v>2008-11-04</c:v>
                </c:pt>
                <c:pt idx="2142">
                  <c:v>2008-11-05</c:v>
                </c:pt>
                <c:pt idx="2143">
                  <c:v>2008-11-06</c:v>
                </c:pt>
                <c:pt idx="2144">
                  <c:v>2008-11-07</c:v>
                </c:pt>
                <c:pt idx="2145">
                  <c:v>2008-11-10</c:v>
                </c:pt>
                <c:pt idx="2146">
                  <c:v>2008-11-11</c:v>
                </c:pt>
                <c:pt idx="2147">
                  <c:v>2008-11-12</c:v>
                </c:pt>
                <c:pt idx="2148">
                  <c:v>2008-11-13</c:v>
                </c:pt>
                <c:pt idx="2149">
                  <c:v>2008-11-14</c:v>
                </c:pt>
                <c:pt idx="2150">
                  <c:v>2008-11-17</c:v>
                </c:pt>
                <c:pt idx="2151">
                  <c:v>2008-11-18</c:v>
                </c:pt>
                <c:pt idx="2152">
                  <c:v>2008-11-19</c:v>
                </c:pt>
                <c:pt idx="2153">
                  <c:v>2008-11-20</c:v>
                </c:pt>
                <c:pt idx="2154">
                  <c:v>2008-11-21</c:v>
                </c:pt>
                <c:pt idx="2155">
                  <c:v>2008-11-24</c:v>
                </c:pt>
                <c:pt idx="2156">
                  <c:v>2008-11-25</c:v>
                </c:pt>
                <c:pt idx="2157">
                  <c:v>2008-11-26</c:v>
                </c:pt>
                <c:pt idx="2158">
                  <c:v>2008-11-28</c:v>
                </c:pt>
                <c:pt idx="2159">
                  <c:v>2008-12-01</c:v>
                </c:pt>
                <c:pt idx="2160">
                  <c:v>2008-12-02</c:v>
                </c:pt>
                <c:pt idx="2161">
                  <c:v>2008-12-03</c:v>
                </c:pt>
                <c:pt idx="2162">
                  <c:v>2008-12-04</c:v>
                </c:pt>
                <c:pt idx="2163">
                  <c:v>2008-12-05</c:v>
                </c:pt>
                <c:pt idx="2164">
                  <c:v>2008-12-08</c:v>
                </c:pt>
                <c:pt idx="2165">
                  <c:v>2008-12-09</c:v>
                </c:pt>
                <c:pt idx="2166">
                  <c:v>2008-12-10</c:v>
                </c:pt>
                <c:pt idx="2167">
                  <c:v>2008-12-11</c:v>
                </c:pt>
                <c:pt idx="2168">
                  <c:v>2008-12-12</c:v>
                </c:pt>
                <c:pt idx="2169">
                  <c:v>2008-12-15</c:v>
                </c:pt>
                <c:pt idx="2170">
                  <c:v>2008-12-16</c:v>
                </c:pt>
                <c:pt idx="2171">
                  <c:v>2008-12-17</c:v>
                </c:pt>
                <c:pt idx="2172">
                  <c:v>2008-12-18</c:v>
                </c:pt>
                <c:pt idx="2173">
                  <c:v>2008-12-19</c:v>
                </c:pt>
                <c:pt idx="2174">
                  <c:v>2008-12-22</c:v>
                </c:pt>
                <c:pt idx="2175">
                  <c:v>2008-12-23</c:v>
                </c:pt>
                <c:pt idx="2176">
                  <c:v>2008-12-24</c:v>
                </c:pt>
                <c:pt idx="2177">
                  <c:v>2008-12-26</c:v>
                </c:pt>
                <c:pt idx="2178">
                  <c:v>2008-12-29</c:v>
                </c:pt>
                <c:pt idx="2179">
                  <c:v>2008-12-30</c:v>
                </c:pt>
                <c:pt idx="2180">
                  <c:v>2008-12-31</c:v>
                </c:pt>
                <c:pt idx="2181">
                  <c:v>2009-01-02</c:v>
                </c:pt>
                <c:pt idx="2182">
                  <c:v>2009-01-05</c:v>
                </c:pt>
                <c:pt idx="2183">
                  <c:v>2009-01-06</c:v>
                </c:pt>
                <c:pt idx="2184">
                  <c:v>2009-01-07</c:v>
                </c:pt>
                <c:pt idx="2185">
                  <c:v>2009-01-08</c:v>
                </c:pt>
                <c:pt idx="2186">
                  <c:v>2009-01-09</c:v>
                </c:pt>
                <c:pt idx="2187">
                  <c:v>2009-01-12</c:v>
                </c:pt>
                <c:pt idx="2188">
                  <c:v>2009-01-13</c:v>
                </c:pt>
                <c:pt idx="2189">
                  <c:v>2009-01-14</c:v>
                </c:pt>
                <c:pt idx="2190">
                  <c:v>2009-01-15</c:v>
                </c:pt>
                <c:pt idx="2191">
                  <c:v>2009-01-16</c:v>
                </c:pt>
                <c:pt idx="2192">
                  <c:v>2009-01-20</c:v>
                </c:pt>
                <c:pt idx="2193">
                  <c:v>2009-01-21</c:v>
                </c:pt>
                <c:pt idx="2194">
                  <c:v>2009-01-22</c:v>
                </c:pt>
                <c:pt idx="2195">
                  <c:v>2009-01-23</c:v>
                </c:pt>
                <c:pt idx="2196">
                  <c:v>2009-01-26</c:v>
                </c:pt>
                <c:pt idx="2197">
                  <c:v>2009-01-27</c:v>
                </c:pt>
                <c:pt idx="2198">
                  <c:v>2009-01-28</c:v>
                </c:pt>
                <c:pt idx="2199">
                  <c:v>2009-01-29</c:v>
                </c:pt>
                <c:pt idx="2200">
                  <c:v>2009-01-30</c:v>
                </c:pt>
                <c:pt idx="2201">
                  <c:v>2009-02-02</c:v>
                </c:pt>
                <c:pt idx="2202">
                  <c:v>2009-02-03</c:v>
                </c:pt>
                <c:pt idx="2203">
                  <c:v>2009-02-04</c:v>
                </c:pt>
                <c:pt idx="2204">
                  <c:v>2009-02-05</c:v>
                </c:pt>
                <c:pt idx="2205">
                  <c:v>2009-02-06</c:v>
                </c:pt>
                <c:pt idx="2206">
                  <c:v>2009-02-09</c:v>
                </c:pt>
                <c:pt idx="2207">
                  <c:v>2009-02-10</c:v>
                </c:pt>
                <c:pt idx="2208">
                  <c:v>2009-02-11</c:v>
                </c:pt>
                <c:pt idx="2209">
                  <c:v>2009-02-12</c:v>
                </c:pt>
                <c:pt idx="2210">
                  <c:v>2009-02-13</c:v>
                </c:pt>
                <c:pt idx="2211">
                  <c:v>2009-02-17</c:v>
                </c:pt>
                <c:pt idx="2212">
                  <c:v>2009-02-18</c:v>
                </c:pt>
                <c:pt idx="2213">
                  <c:v>2009-02-19</c:v>
                </c:pt>
                <c:pt idx="2214">
                  <c:v>2009-02-20</c:v>
                </c:pt>
                <c:pt idx="2215">
                  <c:v>2009-02-23</c:v>
                </c:pt>
                <c:pt idx="2216">
                  <c:v>2009-02-24</c:v>
                </c:pt>
                <c:pt idx="2217">
                  <c:v>2009-02-25</c:v>
                </c:pt>
                <c:pt idx="2218">
                  <c:v>2009-02-26</c:v>
                </c:pt>
                <c:pt idx="2219">
                  <c:v>2009-02-27</c:v>
                </c:pt>
                <c:pt idx="2220">
                  <c:v>2009-03-02</c:v>
                </c:pt>
                <c:pt idx="2221">
                  <c:v>2009-03-03</c:v>
                </c:pt>
                <c:pt idx="2222">
                  <c:v>2009-03-04</c:v>
                </c:pt>
                <c:pt idx="2223">
                  <c:v>2009-03-05</c:v>
                </c:pt>
                <c:pt idx="2224">
                  <c:v>2009-03-06</c:v>
                </c:pt>
                <c:pt idx="2225">
                  <c:v>2009-03-09</c:v>
                </c:pt>
                <c:pt idx="2226">
                  <c:v>2009-03-10</c:v>
                </c:pt>
                <c:pt idx="2227">
                  <c:v>2009-03-11</c:v>
                </c:pt>
                <c:pt idx="2228">
                  <c:v>2009-03-12</c:v>
                </c:pt>
                <c:pt idx="2229">
                  <c:v>2009-03-13</c:v>
                </c:pt>
                <c:pt idx="2230">
                  <c:v>2009-03-16</c:v>
                </c:pt>
                <c:pt idx="2231">
                  <c:v>2009-03-17</c:v>
                </c:pt>
                <c:pt idx="2232">
                  <c:v>2009-03-18</c:v>
                </c:pt>
                <c:pt idx="2233">
                  <c:v>2009-03-19</c:v>
                </c:pt>
                <c:pt idx="2234">
                  <c:v>2009-03-20</c:v>
                </c:pt>
                <c:pt idx="2235">
                  <c:v>2009-03-23</c:v>
                </c:pt>
                <c:pt idx="2236">
                  <c:v>2009-03-24</c:v>
                </c:pt>
                <c:pt idx="2237">
                  <c:v>2009-03-25</c:v>
                </c:pt>
                <c:pt idx="2238">
                  <c:v>2009-03-26</c:v>
                </c:pt>
                <c:pt idx="2239">
                  <c:v>2009-03-27</c:v>
                </c:pt>
                <c:pt idx="2240">
                  <c:v>2009-03-30</c:v>
                </c:pt>
                <c:pt idx="2241">
                  <c:v>2009-03-31</c:v>
                </c:pt>
                <c:pt idx="2242">
                  <c:v>2009-04-01</c:v>
                </c:pt>
                <c:pt idx="2243">
                  <c:v>2009-04-02</c:v>
                </c:pt>
                <c:pt idx="2244">
                  <c:v>2009-04-03</c:v>
                </c:pt>
                <c:pt idx="2245">
                  <c:v>2009-04-06</c:v>
                </c:pt>
                <c:pt idx="2246">
                  <c:v>2009-04-07</c:v>
                </c:pt>
                <c:pt idx="2247">
                  <c:v>2009-04-08</c:v>
                </c:pt>
                <c:pt idx="2248">
                  <c:v>2009-04-09</c:v>
                </c:pt>
                <c:pt idx="2249">
                  <c:v>2009-04-13</c:v>
                </c:pt>
                <c:pt idx="2250">
                  <c:v>2009-04-14</c:v>
                </c:pt>
                <c:pt idx="2251">
                  <c:v>2009-04-15</c:v>
                </c:pt>
                <c:pt idx="2252">
                  <c:v>2009-04-16</c:v>
                </c:pt>
                <c:pt idx="2253">
                  <c:v>2009-04-17</c:v>
                </c:pt>
                <c:pt idx="2254">
                  <c:v>2009-04-20</c:v>
                </c:pt>
                <c:pt idx="2255">
                  <c:v>2009-04-21</c:v>
                </c:pt>
                <c:pt idx="2256">
                  <c:v>2009-04-22</c:v>
                </c:pt>
                <c:pt idx="2257">
                  <c:v>2009-04-23</c:v>
                </c:pt>
                <c:pt idx="2258">
                  <c:v>2009-04-24</c:v>
                </c:pt>
                <c:pt idx="2259">
                  <c:v>2009-04-27</c:v>
                </c:pt>
                <c:pt idx="2260">
                  <c:v>2009-04-28</c:v>
                </c:pt>
                <c:pt idx="2261">
                  <c:v>2009-04-29</c:v>
                </c:pt>
                <c:pt idx="2262">
                  <c:v>2009-04-30</c:v>
                </c:pt>
                <c:pt idx="2263">
                  <c:v>2009-05-01</c:v>
                </c:pt>
                <c:pt idx="2264">
                  <c:v>2009-05-04</c:v>
                </c:pt>
                <c:pt idx="2265">
                  <c:v>2009-05-05</c:v>
                </c:pt>
                <c:pt idx="2266">
                  <c:v>2009-05-06</c:v>
                </c:pt>
                <c:pt idx="2267">
                  <c:v>2009-05-07</c:v>
                </c:pt>
                <c:pt idx="2268">
                  <c:v>2009-05-08</c:v>
                </c:pt>
                <c:pt idx="2269">
                  <c:v>2009-05-11</c:v>
                </c:pt>
                <c:pt idx="2270">
                  <c:v>2009-05-12</c:v>
                </c:pt>
                <c:pt idx="2271">
                  <c:v>2009-05-13</c:v>
                </c:pt>
                <c:pt idx="2272">
                  <c:v>2009-05-14</c:v>
                </c:pt>
                <c:pt idx="2273">
                  <c:v>2009-05-15</c:v>
                </c:pt>
                <c:pt idx="2274">
                  <c:v>2009-05-18</c:v>
                </c:pt>
                <c:pt idx="2275">
                  <c:v>2009-05-19</c:v>
                </c:pt>
                <c:pt idx="2276">
                  <c:v>2009-05-20</c:v>
                </c:pt>
                <c:pt idx="2277">
                  <c:v>2009-05-21</c:v>
                </c:pt>
                <c:pt idx="2278">
                  <c:v>2009-05-22</c:v>
                </c:pt>
                <c:pt idx="2279">
                  <c:v>2009-05-26</c:v>
                </c:pt>
                <c:pt idx="2280">
                  <c:v>2009-05-27</c:v>
                </c:pt>
                <c:pt idx="2281">
                  <c:v>2009-05-28</c:v>
                </c:pt>
                <c:pt idx="2282">
                  <c:v>2009-05-29</c:v>
                </c:pt>
                <c:pt idx="2283">
                  <c:v>2009-06-01</c:v>
                </c:pt>
                <c:pt idx="2284">
                  <c:v>2009-06-02</c:v>
                </c:pt>
                <c:pt idx="2285">
                  <c:v>2009-06-03</c:v>
                </c:pt>
                <c:pt idx="2286">
                  <c:v>2009-06-04</c:v>
                </c:pt>
                <c:pt idx="2287">
                  <c:v>2009-06-05</c:v>
                </c:pt>
                <c:pt idx="2288">
                  <c:v>2009-06-08</c:v>
                </c:pt>
                <c:pt idx="2289">
                  <c:v>2009-06-09</c:v>
                </c:pt>
                <c:pt idx="2290">
                  <c:v>2009-06-10</c:v>
                </c:pt>
                <c:pt idx="2291">
                  <c:v>2009-06-11</c:v>
                </c:pt>
                <c:pt idx="2292">
                  <c:v>2009-06-12</c:v>
                </c:pt>
                <c:pt idx="2293">
                  <c:v>2009-06-15</c:v>
                </c:pt>
                <c:pt idx="2294">
                  <c:v>2009-06-16</c:v>
                </c:pt>
                <c:pt idx="2295">
                  <c:v>2009-06-17</c:v>
                </c:pt>
                <c:pt idx="2296">
                  <c:v>2009-06-18</c:v>
                </c:pt>
                <c:pt idx="2297">
                  <c:v>2009-06-19</c:v>
                </c:pt>
                <c:pt idx="2298">
                  <c:v>2009-06-22</c:v>
                </c:pt>
                <c:pt idx="2299">
                  <c:v>2009-06-23</c:v>
                </c:pt>
                <c:pt idx="2300">
                  <c:v>2009-06-24</c:v>
                </c:pt>
                <c:pt idx="2301">
                  <c:v>2009-06-25</c:v>
                </c:pt>
                <c:pt idx="2302">
                  <c:v>2009-06-26</c:v>
                </c:pt>
                <c:pt idx="2303">
                  <c:v>2009-06-29</c:v>
                </c:pt>
                <c:pt idx="2304">
                  <c:v>2009-06-30</c:v>
                </c:pt>
                <c:pt idx="2305">
                  <c:v>2009-07-01</c:v>
                </c:pt>
                <c:pt idx="2306">
                  <c:v>2009-07-02</c:v>
                </c:pt>
                <c:pt idx="2307">
                  <c:v>2009-07-06</c:v>
                </c:pt>
                <c:pt idx="2308">
                  <c:v>2009-07-07</c:v>
                </c:pt>
                <c:pt idx="2309">
                  <c:v>2009-07-08</c:v>
                </c:pt>
                <c:pt idx="2310">
                  <c:v>2009-07-09</c:v>
                </c:pt>
                <c:pt idx="2311">
                  <c:v>2009-07-10</c:v>
                </c:pt>
                <c:pt idx="2312">
                  <c:v>2009-07-13</c:v>
                </c:pt>
                <c:pt idx="2313">
                  <c:v>2009-07-14</c:v>
                </c:pt>
                <c:pt idx="2314">
                  <c:v>2009-07-15</c:v>
                </c:pt>
                <c:pt idx="2315">
                  <c:v>2009-07-16</c:v>
                </c:pt>
                <c:pt idx="2316">
                  <c:v>2009-07-17</c:v>
                </c:pt>
                <c:pt idx="2317">
                  <c:v>2009-07-20</c:v>
                </c:pt>
                <c:pt idx="2318">
                  <c:v>2009-07-21</c:v>
                </c:pt>
                <c:pt idx="2319">
                  <c:v>2009-07-22</c:v>
                </c:pt>
                <c:pt idx="2320">
                  <c:v>2009-07-23</c:v>
                </c:pt>
                <c:pt idx="2321">
                  <c:v>2009-07-24</c:v>
                </c:pt>
                <c:pt idx="2322">
                  <c:v>2009-07-27</c:v>
                </c:pt>
                <c:pt idx="2323">
                  <c:v>2009-07-28</c:v>
                </c:pt>
                <c:pt idx="2324">
                  <c:v>2009-07-29</c:v>
                </c:pt>
                <c:pt idx="2325">
                  <c:v>2009-07-30</c:v>
                </c:pt>
                <c:pt idx="2326">
                  <c:v>2009-07-31</c:v>
                </c:pt>
                <c:pt idx="2327">
                  <c:v>2009-08-03</c:v>
                </c:pt>
                <c:pt idx="2328">
                  <c:v>2009-08-04</c:v>
                </c:pt>
                <c:pt idx="2329">
                  <c:v>2009-08-05</c:v>
                </c:pt>
                <c:pt idx="2330">
                  <c:v>2009-08-06</c:v>
                </c:pt>
                <c:pt idx="2331">
                  <c:v>2009-08-07</c:v>
                </c:pt>
                <c:pt idx="2332">
                  <c:v>2009-08-10</c:v>
                </c:pt>
                <c:pt idx="2333">
                  <c:v>2009-08-11</c:v>
                </c:pt>
                <c:pt idx="2334">
                  <c:v>2009-08-12</c:v>
                </c:pt>
                <c:pt idx="2335">
                  <c:v>2009-08-13</c:v>
                </c:pt>
                <c:pt idx="2336">
                  <c:v>2009-08-14</c:v>
                </c:pt>
                <c:pt idx="2337">
                  <c:v>2009-08-17</c:v>
                </c:pt>
                <c:pt idx="2338">
                  <c:v>2009-08-18</c:v>
                </c:pt>
                <c:pt idx="2339">
                  <c:v>2009-08-19</c:v>
                </c:pt>
                <c:pt idx="2340">
                  <c:v>2009-08-20</c:v>
                </c:pt>
                <c:pt idx="2341">
                  <c:v>2009-08-21</c:v>
                </c:pt>
                <c:pt idx="2342">
                  <c:v>2009-08-24</c:v>
                </c:pt>
                <c:pt idx="2343">
                  <c:v>2009-08-25</c:v>
                </c:pt>
                <c:pt idx="2344">
                  <c:v>2009-08-26</c:v>
                </c:pt>
                <c:pt idx="2345">
                  <c:v>2009-08-27</c:v>
                </c:pt>
                <c:pt idx="2346">
                  <c:v>2009-08-28</c:v>
                </c:pt>
                <c:pt idx="2347">
                  <c:v>2009-08-31</c:v>
                </c:pt>
                <c:pt idx="2348">
                  <c:v>2009-09-01</c:v>
                </c:pt>
                <c:pt idx="2349">
                  <c:v>2009-09-02</c:v>
                </c:pt>
                <c:pt idx="2350">
                  <c:v>2009-09-03</c:v>
                </c:pt>
                <c:pt idx="2351">
                  <c:v>2009-09-04</c:v>
                </c:pt>
                <c:pt idx="2352">
                  <c:v>2009-09-08</c:v>
                </c:pt>
                <c:pt idx="2353">
                  <c:v>2009-09-09</c:v>
                </c:pt>
                <c:pt idx="2354">
                  <c:v>2009-09-10</c:v>
                </c:pt>
                <c:pt idx="2355">
                  <c:v>2009-09-11</c:v>
                </c:pt>
                <c:pt idx="2356">
                  <c:v>2009-09-14</c:v>
                </c:pt>
                <c:pt idx="2357">
                  <c:v>2009-09-15</c:v>
                </c:pt>
                <c:pt idx="2358">
                  <c:v>2009-09-16</c:v>
                </c:pt>
                <c:pt idx="2359">
                  <c:v>2009-09-17</c:v>
                </c:pt>
                <c:pt idx="2360">
                  <c:v>2009-09-18</c:v>
                </c:pt>
                <c:pt idx="2361">
                  <c:v>2009-09-21</c:v>
                </c:pt>
                <c:pt idx="2362">
                  <c:v>2009-09-22</c:v>
                </c:pt>
                <c:pt idx="2363">
                  <c:v>2009-09-23</c:v>
                </c:pt>
                <c:pt idx="2364">
                  <c:v>2009-09-24</c:v>
                </c:pt>
                <c:pt idx="2365">
                  <c:v>2009-09-25</c:v>
                </c:pt>
                <c:pt idx="2366">
                  <c:v>2009-09-28</c:v>
                </c:pt>
                <c:pt idx="2367">
                  <c:v>2009-09-29</c:v>
                </c:pt>
                <c:pt idx="2368">
                  <c:v>2009-09-30</c:v>
                </c:pt>
                <c:pt idx="2369">
                  <c:v>2009-10-01</c:v>
                </c:pt>
                <c:pt idx="2370">
                  <c:v>2009-10-02</c:v>
                </c:pt>
                <c:pt idx="2371">
                  <c:v>2009-10-05</c:v>
                </c:pt>
                <c:pt idx="2372">
                  <c:v>2009-10-06</c:v>
                </c:pt>
                <c:pt idx="2373">
                  <c:v>2009-10-08</c:v>
                </c:pt>
                <c:pt idx="2374">
                  <c:v>2009-10-09</c:v>
                </c:pt>
                <c:pt idx="2375">
                  <c:v>2009-10-12</c:v>
                </c:pt>
                <c:pt idx="2376">
                  <c:v>2009-10-13</c:v>
                </c:pt>
                <c:pt idx="2377">
                  <c:v>2009-10-14</c:v>
                </c:pt>
                <c:pt idx="2378">
                  <c:v>2009-10-15</c:v>
                </c:pt>
                <c:pt idx="2379">
                  <c:v>2009-10-16</c:v>
                </c:pt>
                <c:pt idx="2380">
                  <c:v>2009-10-19</c:v>
                </c:pt>
                <c:pt idx="2381">
                  <c:v>2009-10-20</c:v>
                </c:pt>
                <c:pt idx="2382">
                  <c:v>2009-10-21</c:v>
                </c:pt>
                <c:pt idx="2383">
                  <c:v>2009-10-22</c:v>
                </c:pt>
                <c:pt idx="2384">
                  <c:v>2009-10-23</c:v>
                </c:pt>
                <c:pt idx="2385">
                  <c:v>2009-10-26</c:v>
                </c:pt>
                <c:pt idx="2386">
                  <c:v>2009-10-27</c:v>
                </c:pt>
                <c:pt idx="2387">
                  <c:v>2009-10-28</c:v>
                </c:pt>
                <c:pt idx="2388">
                  <c:v>2009-10-29</c:v>
                </c:pt>
                <c:pt idx="2389">
                  <c:v>2009-10-30</c:v>
                </c:pt>
                <c:pt idx="2390">
                  <c:v>2009-11-02</c:v>
                </c:pt>
                <c:pt idx="2391">
                  <c:v>2009-11-03</c:v>
                </c:pt>
                <c:pt idx="2392">
                  <c:v>2009-11-04</c:v>
                </c:pt>
                <c:pt idx="2393">
                  <c:v>2009-11-05</c:v>
                </c:pt>
                <c:pt idx="2394">
                  <c:v>2009-11-06</c:v>
                </c:pt>
                <c:pt idx="2395">
                  <c:v>2009-11-09</c:v>
                </c:pt>
                <c:pt idx="2396">
                  <c:v>2009-11-10</c:v>
                </c:pt>
                <c:pt idx="2397">
                  <c:v>2009-11-11</c:v>
                </c:pt>
                <c:pt idx="2398">
                  <c:v>2009-11-12</c:v>
                </c:pt>
                <c:pt idx="2399">
                  <c:v>2009-11-13</c:v>
                </c:pt>
                <c:pt idx="2400">
                  <c:v>2009-11-16</c:v>
                </c:pt>
                <c:pt idx="2401">
                  <c:v>2009-11-17</c:v>
                </c:pt>
                <c:pt idx="2402">
                  <c:v>2009-11-18</c:v>
                </c:pt>
                <c:pt idx="2403">
                  <c:v>2009-11-19</c:v>
                </c:pt>
                <c:pt idx="2404">
                  <c:v>2009-11-20</c:v>
                </c:pt>
                <c:pt idx="2405">
                  <c:v>2009-11-23</c:v>
                </c:pt>
                <c:pt idx="2406">
                  <c:v>2009-11-24</c:v>
                </c:pt>
                <c:pt idx="2407">
                  <c:v>2009-11-25</c:v>
                </c:pt>
                <c:pt idx="2408">
                  <c:v>2009-11-27</c:v>
                </c:pt>
                <c:pt idx="2409">
                  <c:v>2009-11-30</c:v>
                </c:pt>
                <c:pt idx="2410">
                  <c:v>2009-12-01</c:v>
                </c:pt>
                <c:pt idx="2411">
                  <c:v>2009-12-02</c:v>
                </c:pt>
                <c:pt idx="2412">
                  <c:v>2009-12-03</c:v>
                </c:pt>
                <c:pt idx="2413">
                  <c:v>2009-12-04</c:v>
                </c:pt>
                <c:pt idx="2414">
                  <c:v>2009-12-07</c:v>
                </c:pt>
                <c:pt idx="2415">
                  <c:v>2009-12-08</c:v>
                </c:pt>
                <c:pt idx="2416">
                  <c:v>2009-12-09</c:v>
                </c:pt>
                <c:pt idx="2417">
                  <c:v>2009-12-10</c:v>
                </c:pt>
                <c:pt idx="2418">
                  <c:v>2009-12-11</c:v>
                </c:pt>
                <c:pt idx="2419">
                  <c:v>2009-12-14</c:v>
                </c:pt>
                <c:pt idx="2420">
                  <c:v>2009-12-15</c:v>
                </c:pt>
                <c:pt idx="2421">
                  <c:v>2009-12-16</c:v>
                </c:pt>
                <c:pt idx="2422">
                  <c:v>2009-12-17</c:v>
                </c:pt>
                <c:pt idx="2423">
                  <c:v>2009-12-18</c:v>
                </c:pt>
                <c:pt idx="2424">
                  <c:v>2009-12-21</c:v>
                </c:pt>
                <c:pt idx="2425">
                  <c:v>2009-12-23</c:v>
                </c:pt>
                <c:pt idx="2426">
                  <c:v>2009-12-24</c:v>
                </c:pt>
                <c:pt idx="2427">
                  <c:v>2009-12-28</c:v>
                </c:pt>
                <c:pt idx="2428">
                  <c:v>2009-12-29</c:v>
                </c:pt>
                <c:pt idx="2429">
                  <c:v>2009-12-30</c:v>
                </c:pt>
                <c:pt idx="2430">
                  <c:v>2009-12-31</c:v>
                </c:pt>
                <c:pt idx="2431">
                  <c:v>2010-01-04</c:v>
                </c:pt>
                <c:pt idx="2432">
                  <c:v>2010-01-05</c:v>
                </c:pt>
                <c:pt idx="2433">
                  <c:v>2010-01-06</c:v>
                </c:pt>
                <c:pt idx="2434">
                  <c:v>2010-01-07</c:v>
                </c:pt>
                <c:pt idx="2435">
                  <c:v>2010-01-08</c:v>
                </c:pt>
                <c:pt idx="2436">
                  <c:v>2010-01-11</c:v>
                </c:pt>
                <c:pt idx="2437">
                  <c:v>2010-01-12</c:v>
                </c:pt>
                <c:pt idx="2438">
                  <c:v>2010-01-13</c:v>
                </c:pt>
                <c:pt idx="2439">
                  <c:v>2010-01-14</c:v>
                </c:pt>
                <c:pt idx="2440">
                  <c:v>2010-01-15</c:v>
                </c:pt>
                <c:pt idx="2441">
                  <c:v>2010-01-19</c:v>
                </c:pt>
                <c:pt idx="2442">
                  <c:v>2010-01-20</c:v>
                </c:pt>
                <c:pt idx="2443">
                  <c:v>2010-01-21</c:v>
                </c:pt>
                <c:pt idx="2444">
                  <c:v>2010-01-22</c:v>
                </c:pt>
                <c:pt idx="2445">
                  <c:v>2010-01-25</c:v>
                </c:pt>
                <c:pt idx="2446">
                  <c:v>2010-01-26</c:v>
                </c:pt>
                <c:pt idx="2447">
                  <c:v>2010-01-27</c:v>
                </c:pt>
                <c:pt idx="2448">
                  <c:v>2010-01-28</c:v>
                </c:pt>
                <c:pt idx="2449">
                  <c:v>2010-01-29</c:v>
                </c:pt>
                <c:pt idx="2450">
                  <c:v>2010-02-01</c:v>
                </c:pt>
                <c:pt idx="2451">
                  <c:v>2010-02-02</c:v>
                </c:pt>
                <c:pt idx="2452">
                  <c:v>2010-02-03</c:v>
                </c:pt>
                <c:pt idx="2453">
                  <c:v>2010-02-04</c:v>
                </c:pt>
                <c:pt idx="2454">
                  <c:v>2010-02-05</c:v>
                </c:pt>
                <c:pt idx="2455">
                  <c:v>2010-02-08</c:v>
                </c:pt>
                <c:pt idx="2456">
                  <c:v>2010-02-09</c:v>
                </c:pt>
                <c:pt idx="2457">
                  <c:v>2010-02-10</c:v>
                </c:pt>
                <c:pt idx="2458">
                  <c:v>2010-02-11</c:v>
                </c:pt>
                <c:pt idx="2459">
                  <c:v>2010-02-12</c:v>
                </c:pt>
                <c:pt idx="2460">
                  <c:v>2010-02-16</c:v>
                </c:pt>
                <c:pt idx="2461">
                  <c:v>2010-02-17</c:v>
                </c:pt>
                <c:pt idx="2462">
                  <c:v>2010-02-18</c:v>
                </c:pt>
                <c:pt idx="2463">
                  <c:v>2010-02-19</c:v>
                </c:pt>
                <c:pt idx="2464">
                  <c:v>2010-02-22</c:v>
                </c:pt>
                <c:pt idx="2465">
                  <c:v>2010-02-23</c:v>
                </c:pt>
                <c:pt idx="2466">
                  <c:v>2010-02-24</c:v>
                </c:pt>
                <c:pt idx="2467">
                  <c:v>2010-02-25</c:v>
                </c:pt>
                <c:pt idx="2468">
                  <c:v>2010-02-26</c:v>
                </c:pt>
                <c:pt idx="2469">
                  <c:v>2010-03-01</c:v>
                </c:pt>
                <c:pt idx="2470">
                  <c:v>2010-03-02</c:v>
                </c:pt>
                <c:pt idx="2471">
                  <c:v>2010-03-03</c:v>
                </c:pt>
                <c:pt idx="2472">
                  <c:v>2010-03-04</c:v>
                </c:pt>
                <c:pt idx="2473">
                  <c:v>2010-03-05</c:v>
                </c:pt>
                <c:pt idx="2474">
                  <c:v>2010-03-08</c:v>
                </c:pt>
                <c:pt idx="2475">
                  <c:v>2010-03-09</c:v>
                </c:pt>
                <c:pt idx="2476">
                  <c:v>2010-03-10</c:v>
                </c:pt>
                <c:pt idx="2477">
                  <c:v>2010-03-11</c:v>
                </c:pt>
                <c:pt idx="2478">
                  <c:v>2010-03-12</c:v>
                </c:pt>
                <c:pt idx="2479">
                  <c:v>2010-03-16</c:v>
                </c:pt>
                <c:pt idx="2480">
                  <c:v>2010-03-17</c:v>
                </c:pt>
                <c:pt idx="2481">
                  <c:v>2010-03-18</c:v>
                </c:pt>
                <c:pt idx="2482">
                  <c:v>2010-03-19</c:v>
                </c:pt>
                <c:pt idx="2483">
                  <c:v>2010-03-22</c:v>
                </c:pt>
                <c:pt idx="2484">
                  <c:v>2010-03-23</c:v>
                </c:pt>
                <c:pt idx="2485">
                  <c:v>2010-03-24</c:v>
                </c:pt>
                <c:pt idx="2486">
                  <c:v>2010-03-25</c:v>
                </c:pt>
                <c:pt idx="2487">
                  <c:v>2010-03-26</c:v>
                </c:pt>
                <c:pt idx="2488">
                  <c:v>2010-03-29</c:v>
                </c:pt>
                <c:pt idx="2489">
                  <c:v>2010-03-30</c:v>
                </c:pt>
                <c:pt idx="2490">
                  <c:v>2010-03-31</c:v>
                </c:pt>
                <c:pt idx="2491">
                  <c:v>2010-04-01</c:v>
                </c:pt>
                <c:pt idx="2492">
                  <c:v>2010-04-05</c:v>
                </c:pt>
                <c:pt idx="2493">
                  <c:v>2010-04-06</c:v>
                </c:pt>
                <c:pt idx="2494">
                  <c:v>2010-04-07</c:v>
                </c:pt>
                <c:pt idx="2495">
                  <c:v>2010-04-08</c:v>
                </c:pt>
                <c:pt idx="2496">
                  <c:v>2010-04-09</c:v>
                </c:pt>
                <c:pt idx="2497">
                  <c:v>2010-04-12</c:v>
                </c:pt>
                <c:pt idx="2498">
                  <c:v>2010-04-13</c:v>
                </c:pt>
                <c:pt idx="2499">
                  <c:v>2010-04-14</c:v>
                </c:pt>
                <c:pt idx="2500">
                  <c:v>2010-04-15</c:v>
                </c:pt>
                <c:pt idx="2501">
                  <c:v>2010-04-16</c:v>
                </c:pt>
                <c:pt idx="2502">
                  <c:v>2010-04-19</c:v>
                </c:pt>
                <c:pt idx="2503">
                  <c:v>2010-04-20</c:v>
                </c:pt>
                <c:pt idx="2504">
                  <c:v>2010-04-21</c:v>
                </c:pt>
                <c:pt idx="2505">
                  <c:v>2010-04-22</c:v>
                </c:pt>
                <c:pt idx="2506">
                  <c:v>2010-04-23</c:v>
                </c:pt>
                <c:pt idx="2507">
                  <c:v>2010-04-26</c:v>
                </c:pt>
                <c:pt idx="2508">
                  <c:v>2010-04-27</c:v>
                </c:pt>
                <c:pt idx="2509">
                  <c:v>2010-04-28</c:v>
                </c:pt>
                <c:pt idx="2510">
                  <c:v>2010-04-29</c:v>
                </c:pt>
                <c:pt idx="2511">
                  <c:v>2010-04-30</c:v>
                </c:pt>
                <c:pt idx="2512">
                  <c:v>2010-05-03</c:v>
                </c:pt>
                <c:pt idx="2513">
                  <c:v>2010-05-04</c:v>
                </c:pt>
                <c:pt idx="2514">
                  <c:v>2010-05-05</c:v>
                </c:pt>
                <c:pt idx="2515">
                  <c:v>2010-05-06</c:v>
                </c:pt>
                <c:pt idx="2516">
                  <c:v>2010-05-07</c:v>
                </c:pt>
                <c:pt idx="2517">
                  <c:v>2010-05-10</c:v>
                </c:pt>
                <c:pt idx="2518">
                  <c:v>2010-05-11</c:v>
                </c:pt>
                <c:pt idx="2519">
                  <c:v>2010-05-12</c:v>
                </c:pt>
                <c:pt idx="2520">
                  <c:v>2010-05-13</c:v>
                </c:pt>
                <c:pt idx="2521">
                  <c:v>2010-05-14</c:v>
                </c:pt>
                <c:pt idx="2522">
                  <c:v>2010-05-17</c:v>
                </c:pt>
                <c:pt idx="2523">
                  <c:v>2010-05-18</c:v>
                </c:pt>
                <c:pt idx="2524">
                  <c:v>2010-05-19</c:v>
                </c:pt>
                <c:pt idx="2525">
                  <c:v>2010-05-20</c:v>
                </c:pt>
                <c:pt idx="2526">
                  <c:v>2010-05-21</c:v>
                </c:pt>
                <c:pt idx="2527">
                  <c:v>2010-05-24</c:v>
                </c:pt>
                <c:pt idx="2528">
                  <c:v>2010-05-25</c:v>
                </c:pt>
                <c:pt idx="2529">
                  <c:v>2010-05-26</c:v>
                </c:pt>
                <c:pt idx="2530">
                  <c:v>2010-05-27</c:v>
                </c:pt>
                <c:pt idx="2531">
                  <c:v>2010-05-28</c:v>
                </c:pt>
                <c:pt idx="2532">
                  <c:v>2010-06-01</c:v>
                </c:pt>
                <c:pt idx="2533">
                  <c:v>2010-06-02</c:v>
                </c:pt>
                <c:pt idx="2534">
                  <c:v>2010-06-03</c:v>
                </c:pt>
                <c:pt idx="2535">
                  <c:v>2010-06-04</c:v>
                </c:pt>
                <c:pt idx="2536">
                  <c:v>2010-06-07</c:v>
                </c:pt>
                <c:pt idx="2537">
                  <c:v>2010-06-08</c:v>
                </c:pt>
                <c:pt idx="2538">
                  <c:v>2010-06-09</c:v>
                </c:pt>
                <c:pt idx="2539">
                  <c:v>2010-06-10</c:v>
                </c:pt>
                <c:pt idx="2540">
                  <c:v>2010-06-11</c:v>
                </c:pt>
                <c:pt idx="2541">
                  <c:v>2010-06-14</c:v>
                </c:pt>
                <c:pt idx="2542">
                  <c:v>2010-06-15</c:v>
                </c:pt>
                <c:pt idx="2543">
                  <c:v>2010-06-16</c:v>
                </c:pt>
                <c:pt idx="2544">
                  <c:v>2010-06-17</c:v>
                </c:pt>
                <c:pt idx="2545">
                  <c:v>2010-06-18</c:v>
                </c:pt>
                <c:pt idx="2546">
                  <c:v>2010-06-21</c:v>
                </c:pt>
                <c:pt idx="2547">
                  <c:v>2010-06-22</c:v>
                </c:pt>
                <c:pt idx="2548">
                  <c:v>2010-06-23</c:v>
                </c:pt>
                <c:pt idx="2549">
                  <c:v>2010-06-24</c:v>
                </c:pt>
                <c:pt idx="2550">
                  <c:v>2010-06-25</c:v>
                </c:pt>
                <c:pt idx="2551">
                  <c:v>2010-06-28</c:v>
                </c:pt>
                <c:pt idx="2552">
                  <c:v>2010-06-29</c:v>
                </c:pt>
                <c:pt idx="2553">
                  <c:v>2010-06-30</c:v>
                </c:pt>
                <c:pt idx="2554">
                  <c:v>2010-07-01</c:v>
                </c:pt>
                <c:pt idx="2555">
                  <c:v>2010-07-02</c:v>
                </c:pt>
                <c:pt idx="2556">
                  <c:v>2010-07-06</c:v>
                </c:pt>
                <c:pt idx="2557">
                  <c:v>2010-07-07</c:v>
                </c:pt>
                <c:pt idx="2558">
                  <c:v>2010-07-08</c:v>
                </c:pt>
                <c:pt idx="2559">
                  <c:v>2010-07-09</c:v>
                </c:pt>
                <c:pt idx="2560">
                  <c:v>2010-07-12</c:v>
                </c:pt>
                <c:pt idx="2561">
                  <c:v>2010-07-13</c:v>
                </c:pt>
                <c:pt idx="2562">
                  <c:v>2010-07-14</c:v>
                </c:pt>
                <c:pt idx="2563">
                  <c:v>2010-07-15</c:v>
                </c:pt>
                <c:pt idx="2564">
                  <c:v>2010-07-16</c:v>
                </c:pt>
                <c:pt idx="2565">
                  <c:v>2010-07-19</c:v>
                </c:pt>
                <c:pt idx="2566">
                  <c:v>2010-07-20</c:v>
                </c:pt>
                <c:pt idx="2567">
                  <c:v>2010-07-21</c:v>
                </c:pt>
                <c:pt idx="2568">
                  <c:v>2010-07-22</c:v>
                </c:pt>
                <c:pt idx="2569">
                  <c:v>2010-07-23</c:v>
                </c:pt>
                <c:pt idx="2570">
                  <c:v>2010-07-26</c:v>
                </c:pt>
                <c:pt idx="2571">
                  <c:v>2010-07-27</c:v>
                </c:pt>
                <c:pt idx="2572">
                  <c:v>2010-07-28</c:v>
                </c:pt>
                <c:pt idx="2573">
                  <c:v>2010-07-29</c:v>
                </c:pt>
                <c:pt idx="2574">
                  <c:v>2010-07-30</c:v>
                </c:pt>
                <c:pt idx="2575">
                  <c:v>2010-08-02</c:v>
                </c:pt>
                <c:pt idx="2576">
                  <c:v>2010-08-03</c:v>
                </c:pt>
                <c:pt idx="2577">
                  <c:v>2010-08-04</c:v>
                </c:pt>
                <c:pt idx="2578">
                  <c:v>2010-08-05</c:v>
                </c:pt>
                <c:pt idx="2579">
                  <c:v>2010-08-06</c:v>
                </c:pt>
                <c:pt idx="2580">
                  <c:v>2010-08-09</c:v>
                </c:pt>
                <c:pt idx="2581">
                  <c:v>2010-08-10</c:v>
                </c:pt>
                <c:pt idx="2582">
                  <c:v>2010-08-11</c:v>
                </c:pt>
                <c:pt idx="2583">
                  <c:v>2010-08-12</c:v>
                </c:pt>
                <c:pt idx="2584">
                  <c:v>2010-08-13</c:v>
                </c:pt>
                <c:pt idx="2585">
                  <c:v>2010-08-16</c:v>
                </c:pt>
                <c:pt idx="2586">
                  <c:v>2010-08-17</c:v>
                </c:pt>
                <c:pt idx="2587">
                  <c:v>2010-08-18</c:v>
                </c:pt>
                <c:pt idx="2588">
                  <c:v>2010-08-19</c:v>
                </c:pt>
                <c:pt idx="2589">
                  <c:v>2010-08-20</c:v>
                </c:pt>
                <c:pt idx="2590">
                  <c:v>2010-08-23</c:v>
                </c:pt>
                <c:pt idx="2591">
                  <c:v>2010-08-24</c:v>
                </c:pt>
                <c:pt idx="2592">
                  <c:v>2010-08-25</c:v>
                </c:pt>
                <c:pt idx="2593">
                  <c:v>2010-08-26</c:v>
                </c:pt>
                <c:pt idx="2594">
                  <c:v>2010-08-27</c:v>
                </c:pt>
                <c:pt idx="2595">
                  <c:v>2010-08-30</c:v>
                </c:pt>
                <c:pt idx="2596">
                  <c:v>2010-08-31</c:v>
                </c:pt>
                <c:pt idx="2597">
                  <c:v>2010-09-01</c:v>
                </c:pt>
                <c:pt idx="2598">
                  <c:v>2010-09-02</c:v>
                </c:pt>
                <c:pt idx="2599">
                  <c:v>2010-09-03</c:v>
                </c:pt>
                <c:pt idx="2600">
                  <c:v>2010-09-07</c:v>
                </c:pt>
                <c:pt idx="2601">
                  <c:v>2010-09-08</c:v>
                </c:pt>
                <c:pt idx="2602">
                  <c:v>2010-09-09</c:v>
                </c:pt>
                <c:pt idx="2603">
                  <c:v>2010-09-10</c:v>
                </c:pt>
                <c:pt idx="2604">
                  <c:v>2010-09-13</c:v>
                </c:pt>
                <c:pt idx="2605">
                  <c:v>2010-09-14</c:v>
                </c:pt>
                <c:pt idx="2606">
                  <c:v>2010-09-15</c:v>
                </c:pt>
                <c:pt idx="2607">
                  <c:v>2010-09-16</c:v>
                </c:pt>
                <c:pt idx="2608">
                  <c:v>2010-09-17</c:v>
                </c:pt>
                <c:pt idx="2609">
                  <c:v>2010-09-20</c:v>
                </c:pt>
                <c:pt idx="2610">
                  <c:v>2010-09-21</c:v>
                </c:pt>
                <c:pt idx="2611">
                  <c:v>2010-09-22</c:v>
                </c:pt>
                <c:pt idx="2612">
                  <c:v>2010-09-23</c:v>
                </c:pt>
                <c:pt idx="2613">
                  <c:v>2010-09-24</c:v>
                </c:pt>
                <c:pt idx="2614">
                  <c:v>2010-09-27</c:v>
                </c:pt>
                <c:pt idx="2615">
                  <c:v>2010-09-28</c:v>
                </c:pt>
                <c:pt idx="2616">
                  <c:v>2010-09-29</c:v>
                </c:pt>
                <c:pt idx="2617">
                  <c:v>2010-09-30</c:v>
                </c:pt>
                <c:pt idx="2618">
                  <c:v>2010-10-01</c:v>
                </c:pt>
                <c:pt idx="2619">
                  <c:v>2010-10-04</c:v>
                </c:pt>
                <c:pt idx="2620">
                  <c:v>2010-10-05</c:v>
                </c:pt>
                <c:pt idx="2621">
                  <c:v>2010-10-06</c:v>
                </c:pt>
                <c:pt idx="2622">
                  <c:v>2010-10-07</c:v>
                </c:pt>
                <c:pt idx="2623">
                  <c:v>2010-10-08</c:v>
                </c:pt>
                <c:pt idx="2624">
                  <c:v>2010-10-11</c:v>
                </c:pt>
                <c:pt idx="2625">
                  <c:v>2010-10-12</c:v>
                </c:pt>
                <c:pt idx="2626">
                  <c:v>2010-10-13</c:v>
                </c:pt>
                <c:pt idx="2627">
                  <c:v>2010-10-14</c:v>
                </c:pt>
                <c:pt idx="2628">
                  <c:v>2010-10-15</c:v>
                </c:pt>
                <c:pt idx="2629">
                  <c:v>2010-10-18</c:v>
                </c:pt>
                <c:pt idx="2630">
                  <c:v>2010-10-19</c:v>
                </c:pt>
                <c:pt idx="2631">
                  <c:v>2010-10-20</c:v>
                </c:pt>
                <c:pt idx="2632">
                  <c:v>2010-10-21</c:v>
                </c:pt>
                <c:pt idx="2633">
                  <c:v>2010-10-22</c:v>
                </c:pt>
                <c:pt idx="2634">
                  <c:v>2010-10-25</c:v>
                </c:pt>
                <c:pt idx="2635">
                  <c:v>2010-10-26</c:v>
                </c:pt>
                <c:pt idx="2636">
                  <c:v>2010-10-27</c:v>
                </c:pt>
                <c:pt idx="2637">
                  <c:v>2010-10-28</c:v>
                </c:pt>
                <c:pt idx="2638">
                  <c:v>2010-10-29</c:v>
                </c:pt>
                <c:pt idx="2639">
                  <c:v>2010-11-01</c:v>
                </c:pt>
                <c:pt idx="2640">
                  <c:v>2010-11-02</c:v>
                </c:pt>
                <c:pt idx="2641">
                  <c:v>2010-11-03</c:v>
                </c:pt>
                <c:pt idx="2642">
                  <c:v>2010-11-04</c:v>
                </c:pt>
                <c:pt idx="2643">
                  <c:v>2010-11-05</c:v>
                </c:pt>
                <c:pt idx="2644">
                  <c:v>2010-11-08</c:v>
                </c:pt>
                <c:pt idx="2645">
                  <c:v>2010-11-09</c:v>
                </c:pt>
                <c:pt idx="2646">
                  <c:v>2010-11-10</c:v>
                </c:pt>
                <c:pt idx="2647">
                  <c:v>2010-11-11</c:v>
                </c:pt>
                <c:pt idx="2648">
                  <c:v>2010-11-12</c:v>
                </c:pt>
                <c:pt idx="2649">
                  <c:v>2010-11-15</c:v>
                </c:pt>
                <c:pt idx="2650">
                  <c:v>2010-11-16</c:v>
                </c:pt>
                <c:pt idx="2651">
                  <c:v>2010-11-17</c:v>
                </c:pt>
                <c:pt idx="2652">
                  <c:v>2010-11-18</c:v>
                </c:pt>
                <c:pt idx="2653">
                  <c:v>2010-11-19</c:v>
                </c:pt>
                <c:pt idx="2654">
                  <c:v>2010-11-22</c:v>
                </c:pt>
                <c:pt idx="2655">
                  <c:v>2010-11-23</c:v>
                </c:pt>
                <c:pt idx="2656">
                  <c:v>2010-11-24</c:v>
                </c:pt>
                <c:pt idx="2657">
                  <c:v>2010-11-26</c:v>
                </c:pt>
                <c:pt idx="2658">
                  <c:v>2010-11-29</c:v>
                </c:pt>
                <c:pt idx="2659">
                  <c:v>2010-11-30</c:v>
                </c:pt>
                <c:pt idx="2660">
                  <c:v>2010-12-01</c:v>
                </c:pt>
                <c:pt idx="2661">
                  <c:v>2010-12-02</c:v>
                </c:pt>
                <c:pt idx="2662">
                  <c:v>2010-12-03</c:v>
                </c:pt>
                <c:pt idx="2663">
                  <c:v>2010-12-06</c:v>
                </c:pt>
                <c:pt idx="2664">
                  <c:v>2010-12-07</c:v>
                </c:pt>
                <c:pt idx="2665">
                  <c:v>2010-12-08</c:v>
                </c:pt>
                <c:pt idx="2666">
                  <c:v>2010-12-09</c:v>
                </c:pt>
                <c:pt idx="2667">
                  <c:v>2010-12-10</c:v>
                </c:pt>
                <c:pt idx="2668">
                  <c:v>2010-12-13</c:v>
                </c:pt>
                <c:pt idx="2669">
                  <c:v>2010-12-14</c:v>
                </c:pt>
                <c:pt idx="2670">
                  <c:v>2010-12-15</c:v>
                </c:pt>
                <c:pt idx="2671">
                  <c:v>2010-12-16</c:v>
                </c:pt>
                <c:pt idx="2672">
                  <c:v>2010-12-17</c:v>
                </c:pt>
                <c:pt idx="2673">
                  <c:v>2010-12-20</c:v>
                </c:pt>
                <c:pt idx="2674">
                  <c:v>2010-12-21</c:v>
                </c:pt>
                <c:pt idx="2675">
                  <c:v>2010-12-22</c:v>
                </c:pt>
                <c:pt idx="2676">
                  <c:v>2010-12-23</c:v>
                </c:pt>
                <c:pt idx="2677">
                  <c:v>2010-12-27</c:v>
                </c:pt>
                <c:pt idx="2678">
                  <c:v>2010-12-28</c:v>
                </c:pt>
                <c:pt idx="2679">
                  <c:v>2010-12-29</c:v>
                </c:pt>
                <c:pt idx="2680">
                  <c:v>2010-12-30</c:v>
                </c:pt>
                <c:pt idx="2681">
                  <c:v>2010-12-31</c:v>
                </c:pt>
                <c:pt idx="2682">
                  <c:v>2011-01-04</c:v>
                </c:pt>
                <c:pt idx="2683">
                  <c:v>2011-01-05</c:v>
                </c:pt>
                <c:pt idx="2684">
                  <c:v>2011-01-06</c:v>
                </c:pt>
                <c:pt idx="2685">
                  <c:v>2011-01-07</c:v>
                </c:pt>
                <c:pt idx="2686">
                  <c:v>2011-01-10</c:v>
                </c:pt>
                <c:pt idx="2687">
                  <c:v>2011-01-11</c:v>
                </c:pt>
                <c:pt idx="2688">
                  <c:v>2011-01-12</c:v>
                </c:pt>
                <c:pt idx="2689">
                  <c:v>2011-01-13</c:v>
                </c:pt>
                <c:pt idx="2690">
                  <c:v>2011-01-14</c:v>
                </c:pt>
                <c:pt idx="2691">
                  <c:v>2011-01-18</c:v>
                </c:pt>
                <c:pt idx="2692">
                  <c:v>2011-01-19</c:v>
                </c:pt>
                <c:pt idx="2693">
                  <c:v>2011-01-20</c:v>
                </c:pt>
                <c:pt idx="2694">
                  <c:v>2011-01-21</c:v>
                </c:pt>
                <c:pt idx="2695">
                  <c:v>2011-01-24</c:v>
                </c:pt>
                <c:pt idx="2696">
                  <c:v>2011-01-25</c:v>
                </c:pt>
                <c:pt idx="2697">
                  <c:v>2011-01-26</c:v>
                </c:pt>
                <c:pt idx="2698">
                  <c:v>2011-01-27</c:v>
                </c:pt>
                <c:pt idx="2699">
                  <c:v>2011-01-28</c:v>
                </c:pt>
                <c:pt idx="2700">
                  <c:v>2011-01-31</c:v>
                </c:pt>
                <c:pt idx="2701">
                  <c:v>2011-02-01</c:v>
                </c:pt>
                <c:pt idx="2702">
                  <c:v>2011-02-02</c:v>
                </c:pt>
                <c:pt idx="2703">
                  <c:v>2011-02-03</c:v>
                </c:pt>
                <c:pt idx="2704">
                  <c:v>2011-02-04</c:v>
                </c:pt>
                <c:pt idx="2705">
                  <c:v>2011-02-07</c:v>
                </c:pt>
                <c:pt idx="2706">
                  <c:v>2011-02-08</c:v>
                </c:pt>
                <c:pt idx="2707">
                  <c:v>2011-02-09</c:v>
                </c:pt>
                <c:pt idx="2708">
                  <c:v>2011-02-10</c:v>
                </c:pt>
                <c:pt idx="2709">
                  <c:v>2011-02-11</c:v>
                </c:pt>
                <c:pt idx="2710">
                  <c:v>2011-02-14</c:v>
                </c:pt>
                <c:pt idx="2711">
                  <c:v>2011-02-15</c:v>
                </c:pt>
                <c:pt idx="2712">
                  <c:v>2011-02-16</c:v>
                </c:pt>
                <c:pt idx="2713">
                  <c:v>2011-02-17</c:v>
                </c:pt>
                <c:pt idx="2714">
                  <c:v>2011-02-18</c:v>
                </c:pt>
                <c:pt idx="2715">
                  <c:v>2011-02-22</c:v>
                </c:pt>
                <c:pt idx="2716">
                  <c:v>2011-02-23</c:v>
                </c:pt>
                <c:pt idx="2717">
                  <c:v>2011-02-24</c:v>
                </c:pt>
                <c:pt idx="2718">
                  <c:v>2011-02-25</c:v>
                </c:pt>
                <c:pt idx="2719">
                  <c:v>2011-02-28</c:v>
                </c:pt>
                <c:pt idx="2720">
                  <c:v>2011-03-01</c:v>
                </c:pt>
                <c:pt idx="2721">
                  <c:v>2011-03-02</c:v>
                </c:pt>
                <c:pt idx="2722">
                  <c:v>2011-03-03</c:v>
                </c:pt>
                <c:pt idx="2723">
                  <c:v>2011-03-04</c:v>
                </c:pt>
                <c:pt idx="2724">
                  <c:v>2011-03-07</c:v>
                </c:pt>
                <c:pt idx="2725">
                  <c:v>2011-03-08</c:v>
                </c:pt>
                <c:pt idx="2726">
                  <c:v>2011-03-09</c:v>
                </c:pt>
                <c:pt idx="2727">
                  <c:v>2011-03-10</c:v>
                </c:pt>
                <c:pt idx="2728">
                  <c:v>2011-03-11</c:v>
                </c:pt>
                <c:pt idx="2729">
                  <c:v>2011-03-14</c:v>
                </c:pt>
                <c:pt idx="2730">
                  <c:v>2011-03-15</c:v>
                </c:pt>
                <c:pt idx="2731">
                  <c:v>2011-03-16</c:v>
                </c:pt>
                <c:pt idx="2732">
                  <c:v>2011-03-17</c:v>
                </c:pt>
                <c:pt idx="2733">
                  <c:v>2011-03-18</c:v>
                </c:pt>
                <c:pt idx="2734">
                  <c:v>2011-03-21</c:v>
                </c:pt>
                <c:pt idx="2735">
                  <c:v>2011-03-22</c:v>
                </c:pt>
                <c:pt idx="2736">
                  <c:v>2011-03-23</c:v>
                </c:pt>
                <c:pt idx="2737">
                  <c:v>2011-03-24</c:v>
                </c:pt>
                <c:pt idx="2738">
                  <c:v>2011-03-25</c:v>
                </c:pt>
                <c:pt idx="2739">
                  <c:v>2011-03-28</c:v>
                </c:pt>
                <c:pt idx="2740">
                  <c:v>2011-03-29</c:v>
                </c:pt>
                <c:pt idx="2741">
                  <c:v>2011-03-30</c:v>
                </c:pt>
                <c:pt idx="2742">
                  <c:v>2011-03-31</c:v>
                </c:pt>
                <c:pt idx="2743">
                  <c:v>2011-04-01</c:v>
                </c:pt>
                <c:pt idx="2744">
                  <c:v>2011-04-04</c:v>
                </c:pt>
                <c:pt idx="2745">
                  <c:v>2011-04-05</c:v>
                </c:pt>
                <c:pt idx="2746">
                  <c:v>2011-04-06</c:v>
                </c:pt>
                <c:pt idx="2747">
                  <c:v>2011-04-07</c:v>
                </c:pt>
                <c:pt idx="2748">
                  <c:v>2011-04-08</c:v>
                </c:pt>
                <c:pt idx="2749">
                  <c:v>2011-04-11</c:v>
                </c:pt>
                <c:pt idx="2750">
                  <c:v>2011-04-12</c:v>
                </c:pt>
                <c:pt idx="2751">
                  <c:v>2011-04-13</c:v>
                </c:pt>
                <c:pt idx="2752">
                  <c:v>2011-04-14</c:v>
                </c:pt>
                <c:pt idx="2753">
                  <c:v>2011-04-15</c:v>
                </c:pt>
                <c:pt idx="2754">
                  <c:v>2011-04-18</c:v>
                </c:pt>
                <c:pt idx="2755">
                  <c:v>2011-04-19</c:v>
                </c:pt>
                <c:pt idx="2756">
                  <c:v>2011-04-20</c:v>
                </c:pt>
                <c:pt idx="2757">
                  <c:v>2011-04-21</c:v>
                </c:pt>
                <c:pt idx="2758">
                  <c:v>2011-04-25</c:v>
                </c:pt>
                <c:pt idx="2759">
                  <c:v>2011-04-26</c:v>
                </c:pt>
                <c:pt idx="2760">
                  <c:v>2011-04-27</c:v>
                </c:pt>
                <c:pt idx="2761">
                  <c:v>2011-04-28</c:v>
                </c:pt>
                <c:pt idx="2762">
                  <c:v>2011-04-29</c:v>
                </c:pt>
                <c:pt idx="2763">
                  <c:v>2011-05-02</c:v>
                </c:pt>
                <c:pt idx="2764">
                  <c:v>2011-05-03</c:v>
                </c:pt>
                <c:pt idx="2765">
                  <c:v>2011-05-04</c:v>
                </c:pt>
                <c:pt idx="2766">
                  <c:v>2011-05-05</c:v>
                </c:pt>
                <c:pt idx="2767">
                  <c:v>2011-05-06</c:v>
                </c:pt>
                <c:pt idx="2768">
                  <c:v>2011-05-09</c:v>
                </c:pt>
                <c:pt idx="2769">
                  <c:v>2011-05-10</c:v>
                </c:pt>
                <c:pt idx="2770">
                  <c:v>2011-05-11</c:v>
                </c:pt>
                <c:pt idx="2771">
                  <c:v>2011-05-12</c:v>
                </c:pt>
                <c:pt idx="2772">
                  <c:v>2011-05-13</c:v>
                </c:pt>
                <c:pt idx="2773">
                  <c:v>2011-05-16</c:v>
                </c:pt>
                <c:pt idx="2774">
                  <c:v>2011-05-17</c:v>
                </c:pt>
                <c:pt idx="2775">
                  <c:v>2011-05-18</c:v>
                </c:pt>
                <c:pt idx="2776">
                  <c:v>2011-05-19</c:v>
                </c:pt>
                <c:pt idx="2777">
                  <c:v>2011-05-20</c:v>
                </c:pt>
                <c:pt idx="2778">
                  <c:v>2011-05-23</c:v>
                </c:pt>
                <c:pt idx="2779">
                  <c:v>2011-05-24</c:v>
                </c:pt>
                <c:pt idx="2780">
                  <c:v>2011-05-25</c:v>
                </c:pt>
                <c:pt idx="2781">
                  <c:v>2011-05-26</c:v>
                </c:pt>
                <c:pt idx="2782">
                  <c:v>2011-05-27</c:v>
                </c:pt>
                <c:pt idx="2783">
                  <c:v>2011-05-31</c:v>
                </c:pt>
                <c:pt idx="2784">
                  <c:v>2011-06-01</c:v>
                </c:pt>
                <c:pt idx="2785">
                  <c:v>2011-06-02</c:v>
                </c:pt>
                <c:pt idx="2786">
                  <c:v>2011-06-03</c:v>
                </c:pt>
                <c:pt idx="2787">
                  <c:v>2011-06-06</c:v>
                </c:pt>
                <c:pt idx="2788">
                  <c:v>2011-06-07</c:v>
                </c:pt>
                <c:pt idx="2789">
                  <c:v>2011-06-08</c:v>
                </c:pt>
                <c:pt idx="2790">
                  <c:v>2011-06-09</c:v>
                </c:pt>
                <c:pt idx="2791">
                  <c:v>2011-06-10</c:v>
                </c:pt>
                <c:pt idx="2792">
                  <c:v>2011-06-13</c:v>
                </c:pt>
                <c:pt idx="2793">
                  <c:v>2011-06-14</c:v>
                </c:pt>
                <c:pt idx="2794">
                  <c:v>2011-06-15</c:v>
                </c:pt>
                <c:pt idx="2795">
                  <c:v>2011-06-16</c:v>
                </c:pt>
                <c:pt idx="2796">
                  <c:v>2011-06-17</c:v>
                </c:pt>
                <c:pt idx="2797">
                  <c:v>2011-06-20</c:v>
                </c:pt>
                <c:pt idx="2798">
                  <c:v>2011-06-21</c:v>
                </c:pt>
                <c:pt idx="2799">
                  <c:v>2011-06-22</c:v>
                </c:pt>
                <c:pt idx="2800">
                  <c:v>2011-06-23</c:v>
                </c:pt>
                <c:pt idx="2801">
                  <c:v>2011-06-24</c:v>
                </c:pt>
                <c:pt idx="2802">
                  <c:v>2011-06-27</c:v>
                </c:pt>
                <c:pt idx="2803">
                  <c:v>2011-06-28</c:v>
                </c:pt>
                <c:pt idx="2804">
                  <c:v>2011-06-29</c:v>
                </c:pt>
                <c:pt idx="2805">
                  <c:v>2011-06-30</c:v>
                </c:pt>
                <c:pt idx="2806">
                  <c:v>2011-07-01</c:v>
                </c:pt>
                <c:pt idx="2807">
                  <c:v>2011-07-05</c:v>
                </c:pt>
                <c:pt idx="2808">
                  <c:v>2011-07-06</c:v>
                </c:pt>
                <c:pt idx="2809">
                  <c:v>2011-07-07</c:v>
                </c:pt>
                <c:pt idx="2810">
                  <c:v>2011-07-08</c:v>
                </c:pt>
                <c:pt idx="2811">
                  <c:v>2011-07-11</c:v>
                </c:pt>
                <c:pt idx="2812">
                  <c:v>2011-07-12</c:v>
                </c:pt>
                <c:pt idx="2813">
                  <c:v>2011-07-13</c:v>
                </c:pt>
                <c:pt idx="2814">
                  <c:v>2011-07-14</c:v>
                </c:pt>
                <c:pt idx="2815">
                  <c:v>2011-07-15</c:v>
                </c:pt>
                <c:pt idx="2816">
                  <c:v>2011-07-18</c:v>
                </c:pt>
                <c:pt idx="2817">
                  <c:v>2011-07-19</c:v>
                </c:pt>
                <c:pt idx="2818">
                  <c:v>2011-07-20</c:v>
                </c:pt>
                <c:pt idx="2819">
                  <c:v>2011-07-21</c:v>
                </c:pt>
                <c:pt idx="2820">
                  <c:v>2011-07-22</c:v>
                </c:pt>
                <c:pt idx="2821">
                  <c:v>2011-07-25</c:v>
                </c:pt>
                <c:pt idx="2822">
                  <c:v>2011-07-26</c:v>
                </c:pt>
                <c:pt idx="2823">
                  <c:v>2011-07-27</c:v>
                </c:pt>
                <c:pt idx="2824">
                  <c:v>2011-07-28</c:v>
                </c:pt>
                <c:pt idx="2825">
                  <c:v>2011-07-29</c:v>
                </c:pt>
                <c:pt idx="2826">
                  <c:v>2011-08-01</c:v>
                </c:pt>
                <c:pt idx="2827">
                  <c:v>2011-08-02</c:v>
                </c:pt>
                <c:pt idx="2828">
                  <c:v>2011-08-03</c:v>
                </c:pt>
                <c:pt idx="2829">
                  <c:v>2011-08-04</c:v>
                </c:pt>
                <c:pt idx="2830">
                  <c:v>2011-08-05</c:v>
                </c:pt>
                <c:pt idx="2831">
                  <c:v>2011-08-08</c:v>
                </c:pt>
                <c:pt idx="2832">
                  <c:v>2011-08-09</c:v>
                </c:pt>
                <c:pt idx="2833">
                  <c:v>2011-08-10</c:v>
                </c:pt>
                <c:pt idx="2834">
                  <c:v>2011-08-11</c:v>
                </c:pt>
                <c:pt idx="2835">
                  <c:v>2011-08-12</c:v>
                </c:pt>
                <c:pt idx="2836">
                  <c:v>2011-08-15</c:v>
                </c:pt>
                <c:pt idx="2837">
                  <c:v>2011-08-16</c:v>
                </c:pt>
                <c:pt idx="2838">
                  <c:v>2011-08-17</c:v>
                </c:pt>
                <c:pt idx="2839">
                  <c:v>2011-08-18</c:v>
                </c:pt>
                <c:pt idx="2840">
                  <c:v>2011-08-19</c:v>
                </c:pt>
                <c:pt idx="2841">
                  <c:v>2011-08-22</c:v>
                </c:pt>
                <c:pt idx="2842">
                  <c:v>2011-08-23</c:v>
                </c:pt>
                <c:pt idx="2843">
                  <c:v>2011-08-24</c:v>
                </c:pt>
                <c:pt idx="2844">
                  <c:v>2011-08-25</c:v>
                </c:pt>
                <c:pt idx="2845">
                  <c:v>2011-08-26</c:v>
                </c:pt>
                <c:pt idx="2846">
                  <c:v>2011-08-29</c:v>
                </c:pt>
                <c:pt idx="2847">
                  <c:v>2011-08-30</c:v>
                </c:pt>
                <c:pt idx="2848">
                  <c:v>2011-08-31</c:v>
                </c:pt>
                <c:pt idx="2849">
                  <c:v>2011-09-01</c:v>
                </c:pt>
                <c:pt idx="2850">
                  <c:v>2011-09-02</c:v>
                </c:pt>
                <c:pt idx="2851">
                  <c:v>2011-09-06</c:v>
                </c:pt>
                <c:pt idx="2852">
                  <c:v>2011-09-07</c:v>
                </c:pt>
                <c:pt idx="2853">
                  <c:v>2011-09-08</c:v>
                </c:pt>
                <c:pt idx="2854">
                  <c:v>2011-09-09</c:v>
                </c:pt>
                <c:pt idx="2855">
                  <c:v>2011-09-12</c:v>
                </c:pt>
                <c:pt idx="2856">
                  <c:v>2011-09-13</c:v>
                </c:pt>
                <c:pt idx="2857">
                  <c:v>2011-09-14</c:v>
                </c:pt>
                <c:pt idx="2858">
                  <c:v>2011-09-15</c:v>
                </c:pt>
                <c:pt idx="2859">
                  <c:v>2011-09-16</c:v>
                </c:pt>
                <c:pt idx="2860">
                  <c:v>2011-09-19</c:v>
                </c:pt>
                <c:pt idx="2861">
                  <c:v>2011-09-20</c:v>
                </c:pt>
                <c:pt idx="2862">
                  <c:v>2011-09-21</c:v>
                </c:pt>
                <c:pt idx="2863">
                  <c:v>2011-09-22</c:v>
                </c:pt>
                <c:pt idx="2864">
                  <c:v>2011-09-23</c:v>
                </c:pt>
                <c:pt idx="2865">
                  <c:v>2011-09-26</c:v>
                </c:pt>
                <c:pt idx="2866">
                  <c:v>2011-09-27</c:v>
                </c:pt>
                <c:pt idx="2867">
                  <c:v>2011-09-28</c:v>
                </c:pt>
                <c:pt idx="2868">
                  <c:v>2011-09-29</c:v>
                </c:pt>
                <c:pt idx="2869">
                  <c:v>2011-09-30</c:v>
                </c:pt>
                <c:pt idx="2870">
                  <c:v>2011-10-03</c:v>
                </c:pt>
                <c:pt idx="2871">
                  <c:v>2011-10-04</c:v>
                </c:pt>
                <c:pt idx="2872">
                  <c:v>2011-10-05</c:v>
                </c:pt>
                <c:pt idx="2873">
                  <c:v>2011-10-06</c:v>
                </c:pt>
                <c:pt idx="2874">
                  <c:v>2011-10-07</c:v>
                </c:pt>
                <c:pt idx="2875">
                  <c:v>2011-10-10</c:v>
                </c:pt>
                <c:pt idx="2876">
                  <c:v>2011-10-11</c:v>
                </c:pt>
                <c:pt idx="2877">
                  <c:v>2011-10-12</c:v>
                </c:pt>
                <c:pt idx="2878">
                  <c:v>2011-10-13</c:v>
                </c:pt>
                <c:pt idx="2879">
                  <c:v>2011-10-14</c:v>
                </c:pt>
                <c:pt idx="2880">
                  <c:v>2011-10-17</c:v>
                </c:pt>
                <c:pt idx="2881">
                  <c:v>2011-10-18</c:v>
                </c:pt>
                <c:pt idx="2882">
                  <c:v>2011-10-19</c:v>
                </c:pt>
                <c:pt idx="2883">
                  <c:v>2011-10-20</c:v>
                </c:pt>
                <c:pt idx="2884">
                  <c:v>2011-10-21</c:v>
                </c:pt>
                <c:pt idx="2885">
                  <c:v>2011-10-24</c:v>
                </c:pt>
                <c:pt idx="2886">
                  <c:v>2011-10-25</c:v>
                </c:pt>
                <c:pt idx="2887">
                  <c:v>2011-10-26</c:v>
                </c:pt>
                <c:pt idx="2888">
                  <c:v>2011-10-27</c:v>
                </c:pt>
                <c:pt idx="2889">
                  <c:v>2011-10-28</c:v>
                </c:pt>
                <c:pt idx="2890">
                  <c:v>2011-10-31</c:v>
                </c:pt>
                <c:pt idx="2891">
                  <c:v>2011-11-01</c:v>
                </c:pt>
                <c:pt idx="2892">
                  <c:v>2011-11-02</c:v>
                </c:pt>
                <c:pt idx="2893">
                  <c:v>2011-11-03</c:v>
                </c:pt>
                <c:pt idx="2894">
                  <c:v>2011-11-04</c:v>
                </c:pt>
                <c:pt idx="2895">
                  <c:v>2011-11-07</c:v>
                </c:pt>
                <c:pt idx="2896">
                  <c:v>2011-11-08</c:v>
                </c:pt>
                <c:pt idx="2897">
                  <c:v>2011-11-09</c:v>
                </c:pt>
                <c:pt idx="2898">
                  <c:v>2011-11-10</c:v>
                </c:pt>
                <c:pt idx="2899">
                  <c:v>2011-11-11</c:v>
                </c:pt>
                <c:pt idx="2900">
                  <c:v>2011-11-14</c:v>
                </c:pt>
                <c:pt idx="2901">
                  <c:v>2011-11-15</c:v>
                </c:pt>
                <c:pt idx="2902">
                  <c:v>2011-11-16</c:v>
                </c:pt>
                <c:pt idx="2903">
                  <c:v>2011-11-17</c:v>
                </c:pt>
                <c:pt idx="2904">
                  <c:v>2011-11-18</c:v>
                </c:pt>
                <c:pt idx="2905">
                  <c:v>2011-11-21</c:v>
                </c:pt>
                <c:pt idx="2906">
                  <c:v>2011-11-22</c:v>
                </c:pt>
                <c:pt idx="2907">
                  <c:v>2011-11-23</c:v>
                </c:pt>
                <c:pt idx="2908">
                  <c:v>2011-11-25</c:v>
                </c:pt>
                <c:pt idx="2909">
                  <c:v>2011-11-28</c:v>
                </c:pt>
                <c:pt idx="2910">
                  <c:v>2011-11-29</c:v>
                </c:pt>
                <c:pt idx="2911">
                  <c:v>2011-11-30</c:v>
                </c:pt>
                <c:pt idx="2912">
                  <c:v>2011-12-01</c:v>
                </c:pt>
                <c:pt idx="2913">
                  <c:v>2011-12-02</c:v>
                </c:pt>
                <c:pt idx="2914">
                  <c:v>2011-12-05</c:v>
                </c:pt>
                <c:pt idx="2915">
                  <c:v>2011-12-06</c:v>
                </c:pt>
                <c:pt idx="2916">
                  <c:v>2011-12-07</c:v>
                </c:pt>
                <c:pt idx="2917">
                  <c:v>2011-12-08</c:v>
                </c:pt>
                <c:pt idx="2918">
                  <c:v>2011-12-09</c:v>
                </c:pt>
                <c:pt idx="2919">
                  <c:v>2011-12-12</c:v>
                </c:pt>
                <c:pt idx="2920">
                  <c:v>2011-12-13</c:v>
                </c:pt>
                <c:pt idx="2921">
                  <c:v>2011-12-14</c:v>
                </c:pt>
                <c:pt idx="2922">
                  <c:v>2011-12-15</c:v>
                </c:pt>
                <c:pt idx="2923">
                  <c:v>2011-12-16</c:v>
                </c:pt>
                <c:pt idx="2924">
                  <c:v>2011-12-19</c:v>
                </c:pt>
                <c:pt idx="2925">
                  <c:v>2011-12-20</c:v>
                </c:pt>
                <c:pt idx="2926">
                  <c:v>2011-12-21</c:v>
                </c:pt>
                <c:pt idx="2927">
                  <c:v>2011-12-22</c:v>
                </c:pt>
                <c:pt idx="2928">
                  <c:v>2011-12-23</c:v>
                </c:pt>
                <c:pt idx="2929">
                  <c:v>2011-12-27</c:v>
                </c:pt>
                <c:pt idx="2930">
                  <c:v>2011-12-28</c:v>
                </c:pt>
                <c:pt idx="2931">
                  <c:v>2011-12-29</c:v>
                </c:pt>
                <c:pt idx="2932">
                  <c:v>2011-12-30</c:v>
                </c:pt>
                <c:pt idx="2933">
                  <c:v>2012-01-03</c:v>
                </c:pt>
                <c:pt idx="2934">
                  <c:v>2012-01-04</c:v>
                </c:pt>
                <c:pt idx="2935">
                  <c:v>2012-01-05</c:v>
                </c:pt>
                <c:pt idx="2936">
                  <c:v>2012-01-06</c:v>
                </c:pt>
                <c:pt idx="2937">
                  <c:v>2012-01-09</c:v>
                </c:pt>
                <c:pt idx="2938">
                  <c:v>2012-01-10</c:v>
                </c:pt>
                <c:pt idx="2939">
                  <c:v>2012-01-11</c:v>
                </c:pt>
                <c:pt idx="2940">
                  <c:v>2012-01-12</c:v>
                </c:pt>
                <c:pt idx="2941">
                  <c:v>2012-01-13</c:v>
                </c:pt>
                <c:pt idx="2942">
                  <c:v>2012-01-17</c:v>
                </c:pt>
                <c:pt idx="2943">
                  <c:v>2012-01-18</c:v>
                </c:pt>
                <c:pt idx="2944">
                  <c:v>2012-01-19</c:v>
                </c:pt>
                <c:pt idx="2945">
                  <c:v>2012-01-20</c:v>
                </c:pt>
                <c:pt idx="2946">
                  <c:v>2012-01-23</c:v>
                </c:pt>
                <c:pt idx="2947">
                  <c:v>2012-01-24</c:v>
                </c:pt>
                <c:pt idx="2948">
                  <c:v>2012-01-25</c:v>
                </c:pt>
                <c:pt idx="2949">
                  <c:v>2012-01-26</c:v>
                </c:pt>
                <c:pt idx="2950">
                  <c:v>2012-01-27</c:v>
                </c:pt>
                <c:pt idx="2951">
                  <c:v>2012-01-30</c:v>
                </c:pt>
                <c:pt idx="2952">
                  <c:v>2012-01-31</c:v>
                </c:pt>
                <c:pt idx="2953">
                  <c:v>2012-02-01</c:v>
                </c:pt>
                <c:pt idx="2954">
                  <c:v>2012-02-02</c:v>
                </c:pt>
                <c:pt idx="2955">
                  <c:v>2012-02-03</c:v>
                </c:pt>
                <c:pt idx="2956">
                  <c:v>2012-02-06</c:v>
                </c:pt>
                <c:pt idx="2957">
                  <c:v>2012-02-07</c:v>
                </c:pt>
                <c:pt idx="2958">
                  <c:v>2012-02-08</c:v>
                </c:pt>
                <c:pt idx="2959">
                  <c:v>2012-02-09</c:v>
                </c:pt>
                <c:pt idx="2960">
                  <c:v>2012-02-10</c:v>
                </c:pt>
                <c:pt idx="2961">
                  <c:v>2012-02-13</c:v>
                </c:pt>
                <c:pt idx="2962">
                  <c:v>2012-02-14</c:v>
                </c:pt>
                <c:pt idx="2963">
                  <c:v>2012-02-15</c:v>
                </c:pt>
                <c:pt idx="2964">
                  <c:v>2012-02-16</c:v>
                </c:pt>
                <c:pt idx="2965">
                  <c:v>2012-02-17</c:v>
                </c:pt>
                <c:pt idx="2966">
                  <c:v>2012-02-21</c:v>
                </c:pt>
                <c:pt idx="2967">
                  <c:v>2012-02-22</c:v>
                </c:pt>
                <c:pt idx="2968">
                  <c:v>2012-02-23</c:v>
                </c:pt>
                <c:pt idx="2969">
                  <c:v>2012-02-24</c:v>
                </c:pt>
                <c:pt idx="2970">
                  <c:v>2012-02-27</c:v>
                </c:pt>
                <c:pt idx="2971">
                  <c:v>2012-02-28</c:v>
                </c:pt>
                <c:pt idx="2972">
                  <c:v>2012-02-29</c:v>
                </c:pt>
                <c:pt idx="2973">
                  <c:v>2012-03-01</c:v>
                </c:pt>
                <c:pt idx="2974">
                  <c:v>2012-03-02</c:v>
                </c:pt>
                <c:pt idx="2975">
                  <c:v>2012-03-05</c:v>
                </c:pt>
                <c:pt idx="2976">
                  <c:v>2012-03-06</c:v>
                </c:pt>
                <c:pt idx="2977">
                  <c:v>2012-03-07</c:v>
                </c:pt>
                <c:pt idx="2978">
                  <c:v>2012-03-08</c:v>
                </c:pt>
                <c:pt idx="2979">
                  <c:v>2012-03-09</c:v>
                </c:pt>
                <c:pt idx="2980">
                  <c:v>2012-03-12</c:v>
                </c:pt>
                <c:pt idx="2981">
                  <c:v>2012-03-13</c:v>
                </c:pt>
                <c:pt idx="2982">
                  <c:v>2012-03-14</c:v>
                </c:pt>
                <c:pt idx="2983">
                  <c:v>2012-03-15</c:v>
                </c:pt>
                <c:pt idx="2984">
                  <c:v>2012-03-16</c:v>
                </c:pt>
                <c:pt idx="2985">
                  <c:v>2012-03-19</c:v>
                </c:pt>
                <c:pt idx="2986">
                  <c:v>2012-03-20</c:v>
                </c:pt>
                <c:pt idx="2987">
                  <c:v>2012-03-21</c:v>
                </c:pt>
                <c:pt idx="2988">
                  <c:v>2012-03-22</c:v>
                </c:pt>
                <c:pt idx="2989">
                  <c:v>2012-03-23</c:v>
                </c:pt>
                <c:pt idx="2990">
                  <c:v>2012-03-26</c:v>
                </c:pt>
                <c:pt idx="2991">
                  <c:v>2012-03-27</c:v>
                </c:pt>
                <c:pt idx="2992">
                  <c:v>2012-03-28</c:v>
                </c:pt>
                <c:pt idx="2993">
                  <c:v>2012-03-29</c:v>
                </c:pt>
                <c:pt idx="2994">
                  <c:v>2012-03-30</c:v>
                </c:pt>
                <c:pt idx="2995">
                  <c:v>2012-04-02</c:v>
                </c:pt>
                <c:pt idx="2996">
                  <c:v>2012-04-03</c:v>
                </c:pt>
                <c:pt idx="2997">
                  <c:v>2012-04-04</c:v>
                </c:pt>
                <c:pt idx="2998">
                  <c:v>2012-04-05</c:v>
                </c:pt>
                <c:pt idx="2999">
                  <c:v>2012-04-09</c:v>
                </c:pt>
                <c:pt idx="3000">
                  <c:v>2012-04-10</c:v>
                </c:pt>
                <c:pt idx="3001">
                  <c:v>2012-04-11</c:v>
                </c:pt>
                <c:pt idx="3002">
                  <c:v>2012-04-12</c:v>
                </c:pt>
                <c:pt idx="3003">
                  <c:v>2012-04-13</c:v>
                </c:pt>
                <c:pt idx="3004">
                  <c:v>2012-04-16</c:v>
                </c:pt>
                <c:pt idx="3005">
                  <c:v>2012-04-17</c:v>
                </c:pt>
                <c:pt idx="3006">
                  <c:v>2012-04-18</c:v>
                </c:pt>
                <c:pt idx="3007">
                  <c:v>2012-04-19</c:v>
                </c:pt>
                <c:pt idx="3008">
                  <c:v>2012-04-20</c:v>
                </c:pt>
                <c:pt idx="3009">
                  <c:v>2012-04-23</c:v>
                </c:pt>
                <c:pt idx="3010">
                  <c:v>2012-04-24</c:v>
                </c:pt>
                <c:pt idx="3011">
                  <c:v>2012-04-25</c:v>
                </c:pt>
                <c:pt idx="3012">
                  <c:v>2012-04-26</c:v>
                </c:pt>
                <c:pt idx="3013">
                  <c:v>2012-04-27</c:v>
                </c:pt>
                <c:pt idx="3014">
                  <c:v>2012-04-30</c:v>
                </c:pt>
                <c:pt idx="3015">
                  <c:v>2012-05-01</c:v>
                </c:pt>
                <c:pt idx="3016">
                  <c:v>2012-05-02</c:v>
                </c:pt>
                <c:pt idx="3017">
                  <c:v>2012-05-03</c:v>
                </c:pt>
                <c:pt idx="3018">
                  <c:v>2012-05-04</c:v>
                </c:pt>
                <c:pt idx="3019">
                  <c:v>2012-05-07</c:v>
                </c:pt>
                <c:pt idx="3020">
                  <c:v>2012-05-08</c:v>
                </c:pt>
                <c:pt idx="3021">
                  <c:v>2012-05-09</c:v>
                </c:pt>
                <c:pt idx="3022">
                  <c:v>2012-05-10</c:v>
                </c:pt>
                <c:pt idx="3023">
                  <c:v>2012-05-11</c:v>
                </c:pt>
                <c:pt idx="3024">
                  <c:v>2012-05-14</c:v>
                </c:pt>
                <c:pt idx="3025">
                  <c:v>2012-05-15</c:v>
                </c:pt>
                <c:pt idx="3026">
                  <c:v>2012-05-16</c:v>
                </c:pt>
                <c:pt idx="3027">
                  <c:v>2012-05-17</c:v>
                </c:pt>
                <c:pt idx="3028">
                  <c:v>2012-05-18</c:v>
                </c:pt>
                <c:pt idx="3029">
                  <c:v>2012-05-21</c:v>
                </c:pt>
                <c:pt idx="3030">
                  <c:v>2012-05-22</c:v>
                </c:pt>
                <c:pt idx="3031">
                  <c:v>2012-05-23</c:v>
                </c:pt>
                <c:pt idx="3032">
                  <c:v>2012-05-24</c:v>
                </c:pt>
                <c:pt idx="3033">
                  <c:v>2012-05-25</c:v>
                </c:pt>
                <c:pt idx="3034">
                  <c:v>2012-05-29</c:v>
                </c:pt>
                <c:pt idx="3035">
                  <c:v>2012-05-30</c:v>
                </c:pt>
                <c:pt idx="3036">
                  <c:v>2012-05-31</c:v>
                </c:pt>
                <c:pt idx="3037">
                  <c:v>2012-06-01</c:v>
                </c:pt>
                <c:pt idx="3038">
                  <c:v>2012-06-04</c:v>
                </c:pt>
                <c:pt idx="3039">
                  <c:v>2012-06-05</c:v>
                </c:pt>
                <c:pt idx="3040">
                  <c:v>2012-06-06</c:v>
                </c:pt>
                <c:pt idx="3041">
                  <c:v>2012-06-07</c:v>
                </c:pt>
                <c:pt idx="3042">
                  <c:v>2012-06-08</c:v>
                </c:pt>
                <c:pt idx="3043">
                  <c:v>2012-06-11</c:v>
                </c:pt>
                <c:pt idx="3044">
                  <c:v>2012-06-12</c:v>
                </c:pt>
                <c:pt idx="3045">
                  <c:v>2012-06-13</c:v>
                </c:pt>
                <c:pt idx="3046">
                  <c:v>2012-06-14</c:v>
                </c:pt>
                <c:pt idx="3047">
                  <c:v>2012-06-15</c:v>
                </c:pt>
                <c:pt idx="3048">
                  <c:v>2012-06-18</c:v>
                </c:pt>
                <c:pt idx="3049">
                  <c:v>2012-06-19</c:v>
                </c:pt>
                <c:pt idx="3050">
                  <c:v>2012-06-20</c:v>
                </c:pt>
                <c:pt idx="3051">
                  <c:v>2012-06-21</c:v>
                </c:pt>
                <c:pt idx="3052">
                  <c:v>2012-06-22</c:v>
                </c:pt>
                <c:pt idx="3053">
                  <c:v>2012-06-25</c:v>
                </c:pt>
                <c:pt idx="3054">
                  <c:v>2012-06-26</c:v>
                </c:pt>
                <c:pt idx="3055">
                  <c:v>2012-06-27</c:v>
                </c:pt>
                <c:pt idx="3056">
                  <c:v>2012-06-28</c:v>
                </c:pt>
                <c:pt idx="3057">
                  <c:v>2012-06-29</c:v>
                </c:pt>
                <c:pt idx="3058">
                  <c:v>2012-07-02</c:v>
                </c:pt>
                <c:pt idx="3059">
                  <c:v>2012-07-03</c:v>
                </c:pt>
                <c:pt idx="3060">
                  <c:v>2012-07-05</c:v>
                </c:pt>
                <c:pt idx="3061">
                  <c:v>2012-07-06</c:v>
                </c:pt>
                <c:pt idx="3062">
                  <c:v>2012-07-09</c:v>
                </c:pt>
                <c:pt idx="3063">
                  <c:v>2012-07-10</c:v>
                </c:pt>
                <c:pt idx="3064">
                  <c:v>2012-07-11</c:v>
                </c:pt>
                <c:pt idx="3065">
                  <c:v>2012-07-12</c:v>
                </c:pt>
                <c:pt idx="3066">
                  <c:v>2012-07-13</c:v>
                </c:pt>
                <c:pt idx="3067">
                  <c:v>2012-07-16</c:v>
                </c:pt>
                <c:pt idx="3068">
                  <c:v>2012-07-17</c:v>
                </c:pt>
                <c:pt idx="3069">
                  <c:v>2012-07-18</c:v>
                </c:pt>
                <c:pt idx="3070">
                  <c:v>2012-07-19</c:v>
                </c:pt>
                <c:pt idx="3071">
                  <c:v>2012-07-20</c:v>
                </c:pt>
                <c:pt idx="3072">
                  <c:v>2012-07-23</c:v>
                </c:pt>
                <c:pt idx="3073">
                  <c:v>2012-07-24</c:v>
                </c:pt>
                <c:pt idx="3074">
                  <c:v>2012-07-25</c:v>
                </c:pt>
                <c:pt idx="3075">
                  <c:v>2012-07-26</c:v>
                </c:pt>
                <c:pt idx="3076">
                  <c:v>2012-07-27</c:v>
                </c:pt>
                <c:pt idx="3077">
                  <c:v>2012-07-30</c:v>
                </c:pt>
                <c:pt idx="3078">
                  <c:v>2012-07-31</c:v>
                </c:pt>
                <c:pt idx="3079">
                  <c:v>2012-08-01</c:v>
                </c:pt>
                <c:pt idx="3080">
                  <c:v>2012-08-02</c:v>
                </c:pt>
                <c:pt idx="3081">
                  <c:v>2012-08-03</c:v>
                </c:pt>
                <c:pt idx="3082">
                  <c:v>2012-08-06</c:v>
                </c:pt>
                <c:pt idx="3083">
                  <c:v>2012-08-07</c:v>
                </c:pt>
                <c:pt idx="3084">
                  <c:v>2012-08-08</c:v>
                </c:pt>
                <c:pt idx="3085">
                  <c:v>2012-08-09</c:v>
                </c:pt>
                <c:pt idx="3086">
                  <c:v>2012-08-10</c:v>
                </c:pt>
                <c:pt idx="3087">
                  <c:v>2012-08-13</c:v>
                </c:pt>
                <c:pt idx="3088">
                  <c:v>2012-08-14</c:v>
                </c:pt>
                <c:pt idx="3089">
                  <c:v>2012-08-15</c:v>
                </c:pt>
                <c:pt idx="3090">
                  <c:v>2012-08-16</c:v>
                </c:pt>
                <c:pt idx="3091">
                  <c:v>2012-08-17</c:v>
                </c:pt>
                <c:pt idx="3092">
                  <c:v>2012-08-20</c:v>
                </c:pt>
                <c:pt idx="3093">
                  <c:v>2012-08-21</c:v>
                </c:pt>
                <c:pt idx="3094">
                  <c:v>2012-08-22</c:v>
                </c:pt>
                <c:pt idx="3095">
                  <c:v>2012-08-23</c:v>
                </c:pt>
                <c:pt idx="3096">
                  <c:v>2012-08-24</c:v>
                </c:pt>
                <c:pt idx="3097">
                  <c:v>2012-08-27</c:v>
                </c:pt>
                <c:pt idx="3098">
                  <c:v>2012-08-28</c:v>
                </c:pt>
                <c:pt idx="3099">
                  <c:v>2012-08-29</c:v>
                </c:pt>
                <c:pt idx="3100">
                  <c:v>2012-08-30</c:v>
                </c:pt>
                <c:pt idx="3101">
                  <c:v>2012-08-31</c:v>
                </c:pt>
                <c:pt idx="3102">
                  <c:v>2012-09-04</c:v>
                </c:pt>
                <c:pt idx="3103">
                  <c:v>2012-09-05</c:v>
                </c:pt>
                <c:pt idx="3104">
                  <c:v>2012-09-06</c:v>
                </c:pt>
                <c:pt idx="3105">
                  <c:v>2012-09-07</c:v>
                </c:pt>
                <c:pt idx="3106">
                  <c:v>2012-09-10</c:v>
                </c:pt>
                <c:pt idx="3107">
                  <c:v>2012-09-11</c:v>
                </c:pt>
                <c:pt idx="3108">
                  <c:v>2012-09-12</c:v>
                </c:pt>
                <c:pt idx="3109">
                  <c:v>2012-09-13</c:v>
                </c:pt>
                <c:pt idx="3110">
                  <c:v>2012-09-14</c:v>
                </c:pt>
                <c:pt idx="3111">
                  <c:v>2012-09-17</c:v>
                </c:pt>
                <c:pt idx="3112">
                  <c:v>2012-09-18</c:v>
                </c:pt>
                <c:pt idx="3113">
                  <c:v>2012-09-19</c:v>
                </c:pt>
                <c:pt idx="3114">
                  <c:v>2012-09-20</c:v>
                </c:pt>
                <c:pt idx="3115">
                  <c:v>2012-09-21</c:v>
                </c:pt>
                <c:pt idx="3116">
                  <c:v>2012-09-24</c:v>
                </c:pt>
                <c:pt idx="3117">
                  <c:v>2012-09-25</c:v>
                </c:pt>
                <c:pt idx="3118">
                  <c:v>2012-09-26</c:v>
                </c:pt>
                <c:pt idx="3119">
                  <c:v>2012-09-27</c:v>
                </c:pt>
                <c:pt idx="3120">
                  <c:v>2012-09-28</c:v>
                </c:pt>
                <c:pt idx="3121">
                  <c:v>2012-10-01</c:v>
                </c:pt>
                <c:pt idx="3122">
                  <c:v>2012-10-02</c:v>
                </c:pt>
                <c:pt idx="3123">
                  <c:v>2012-10-03</c:v>
                </c:pt>
                <c:pt idx="3124">
                  <c:v>2012-10-04</c:v>
                </c:pt>
                <c:pt idx="3125">
                  <c:v>2012-10-05</c:v>
                </c:pt>
                <c:pt idx="3126">
                  <c:v>2012-10-08</c:v>
                </c:pt>
                <c:pt idx="3127">
                  <c:v>2012-10-09</c:v>
                </c:pt>
                <c:pt idx="3128">
                  <c:v>2012-10-10</c:v>
                </c:pt>
                <c:pt idx="3129">
                  <c:v>2012-10-11</c:v>
                </c:pt>
                <c:pt idx="3130">
                  <c:v>2012-10-12</c:v>
                </c:pt>
                <c:pt idx="3131">
                  <c:v>2012-10-15</c:v>
                </c:pt>
                <c:pt idx="3132">
                  <c:v>2012-10-16</c:v>
                </c:pt>
                <c:pt idx="3133">
                  <c:v>2012-10-17</c:v>
                </c:pt>
                <c:pt idx="3134">
                  <c:v>2012-10-18</c:v>
                </c:pt>
                <c:pt idx="3135">
                  <c:v>2012-10-19</c:v>
                </c:pt>
                <c:pt idx="3136">
                  <c:v>2012-10-22</c:v>
                </c:pt>
                <c:pt idx="3137">
                  <c:v>2012-10-23</c:v>
                </c:pt>
                <c:pt idx="3138">
                  <c:v>2012-10-24</c:v>
                </c:pt>
                <c:pt idx="3139">
                  <c:v>2012-10-25</c:v>
                </c:pt>
                <c:pt idx="3140">
                  <c:v>2012-10-26</c:v>
                </c:pt>
                <c:pt idx="3141">
                  <c:v>2012-10-29</c:v>
                </c:pt>
                <c:pt idx="3142">
                  <c:v>2012-10-30</c:v>
                </c:pt>
                <c:pt idx="3143">
                  <c:v>2012-10-31</c:v>
                </c:pt>
                <c:pt idx="3144">
                  <c:v>2012-11-01</c:v>
                </c:pt>
                <c:pt idx="3145">
                  <c:v>2012-11-02</c:v>
                </c:pt>
                <c:pt idx="3146">
                  <c:v>2012-11-05</c:v>
                </c:pt>
                <c:pt idx="3147">
                  <c:v>2012-11-06</c:v>
                </c:pt>
                <c:pt idx="3148">
                  <c:v>2012-11-07</c:v>
                </c:pt>
                <c:pt idx="3149">
                  <c:v>2012-11-08</c:v>
                </c:pt>
                <c:pt idx="3150">
                  <c:v>2012-11-09</c:v>
                </c:pt>
                <c:pt idx="3151">
                  <c:v>2012-11-12</c:v>
                </c:pt>
                <c:pt idx="3152">
                  <c:v>2012-11-13</c:v>
                </c:pt>
                <c:pt idx="3153">
                  <c:v>2012-11-14</c:v>
                </c:pt>
                <c:pt idx="3154">
                  <c:v>2012-11-15</c:v>
                </c:pt>
                <c:pt idx="3155">
                  <c:v>2012-11-16</c:v>
                </c:pt>
                <c:pt idx="3156">
                  <c:v>2012-11-19</c:v>
                </c:pt>
                <c:pt idx="3157">
                  <c:v>2012-11-20</c:v>
                </c:pt>
                <c:pt idx="3158">
                  <c:v>2012-11-21</c:v>
                </c:pt>
                <c:pt idx="3159">
                  <c:v>2012-11-23</c:v>
                </c:pt>
                <c:pt idx="3160">
                  <c:v>2012-11-26</c:v>
                </c:pt>
                <c:pt idx="3161">
                  <c:v>2012-11-27</c:v>
                </c:pt>
                <c:pt idx="3162">
                  <c:v>2012-11-28</c:v>
                </c:pt>
                <c:pt idx="3163">
                  <c:v>2012-11-29</c:v>
                </c:pt>
                <c:pt idx="3164">
                  <c:v>2012-11-30</c:v>
                </c:pt>
                <c:pt idx="3165">
                  <c:v>2012-12-03</c:v>
                </c:pt>
                <c:pt idx="3166">
                  <c:v>2012-12-04</c:v>
                </c:pt>
                <c:pt idx="3167">
                  <c:v>2012-12-05</c:v>
                </c:pt>
                <c:pt idx="3168">
                  <c:v>2012-12-06</c:v>
                </c:pt>
                <c:pt idx="3169">
                  <c:v>2012-12-07</c:v>
                </c:pt>
                <c:pt idx="3170">
                  <c:v>2012-12-10</c:v>
                </c:pt>
                <c:pt idx="3171">
                  <c:v>2012-12-11</c:v>
                </c:pt>
                <c:pt idx="3172">
                  <c:v>2012-12-12</c:v>
                </c:pt>
                <c:pt idx="3173">
                  <c:v>2012-12-13</c:v>
                </c:pt>
                <c:pt idx="3174">
                  <c:v>2012-12-14</c:v>
                </c:pt>
                <c:pt idx="3175">
                  <c:v>2012-12-17</c:v>
                </c:pt>
                <c:pt idx="3176">
                  <c:v>2012-12-18</c:v>
                </c:pt>
                <c:pt idx="3177">
                  <c:v>2012-12-19</c:v>
                </c:pt>
                <c:pt idx="3178">
                  <c:v>2012-12-20</c:v>
                </c:pt>
                <c:pt idx="3179">
                  <c:v>2012-12-21</c:v>
                </c:pt>
                <c:pt idx="3180">
                  <c:v>2012-12-24</c:v>
                </c:pt>
                <c:pt idx="3181">
                  <c:v>2012-12-26</c:v>
                </c:pt>
                <c:pt idx="3182">
                  <c:v>2012-12-27</c:v>
                </c:pt>
                <c:pt idx="3183">
                  <c:v>2012-12-28</c:v>
                </c:pt>
                <c:pt idx="3184">
                  <c:v>2012-12-31</c:v>
                </c:pt>
                <c:pt idx="3185">
                  <c:v>2013-01-02</c:v>
                </c:pt>
                <c:pt idx="3186">
                  <c:v>2013-01-03</c:v>
                </c:pt>
                <c:pt idx="3187">
                  <c:v>2013-01-04</c:v>
                </c:pt>
                <c:pt idx="3188">
                  <c:v>2013-01-07</c:v>
                </c:pt>
                <c:pt idx="3189">
                  <c:v>2013-01-08</c:v>
                </c:pt>
                <c:pt idx="3190">
                  <c:v>2013-01-09</c:v>
                </c:pt>
                <c:pt idx="3191">
                  <c:v>2013-01-10</c:v>
                </c:pt>
                <c:pt idx="3192">
                  <c:v>2013-01-11</c:v>
                </c:pt>
                <c:pt idx="3193">
                  <c:v>2013-01-14</c:v>
                </c:pt>
                <c:pt idx="3194">
                  <c:v>2013-01-15</c:v>
                </c:pt>
                <c:pt idx="3195">
                  <c:v>2013-01-16</c:v>
                </c:pt>
                <c:pt idx="3196">
                  <c:v>2013-01-17</c:v>
                </c:pt>
                <c:pt idx="3197">
                  <c:v>2013-01-18</c:v>
                </c:pt>
                <c:pt idx="3198">
                  <c:v>2013-01-22</c:v>
                </c:pt>
                <c:pt idx="3199">
                  <c:v>2013-01-23</c:v>
                </c:pt>
                <c:pt idx="3200">
                  <c:v>2013-01-24</c:v>
                </c:pt>
                <c:pt idx="3201">
                  <c:v>2013-01-25</c:v>
                </c:pt>
                <c:pt idx="3202">
                  <c:v>2013-01-28</c:v>
                </c:pt>
                <c:pt idx="3203">
                  <c:v>2013-01-29</c:v>
                </c:pt>
                <c:pt idx="3204">
                  <c:v>2013-01-30</c:v>
                </c:pt>
                <c:pt idx="3205">
                  <c:v>2013-01-31</c:v>
                </c:pt>
                <c:pt idx="3206">
                  <c:v>2013-02-01</c:v>
                </c:pt>
                <c:pt idx="3207">
                  <c:v>2013-02-04</c:v>
                </c:pt>
                <c:pt idx="3208">
                  <c:v>2013-02-05</c:v>
                </c:pt>
                <c:pt idx="3209">
                  <c:v>2013-02-06</c:v>
                </c:pt>
                <c:pt idx="3210">
                  <c:v>2013-02-07</c:v>
                </c:pt>
                <c:pt idx="3211">
                  <c:v>2013-02-08</c:v>
                </c:pt>
                <c:pt idx="3212">
                  <c:v>2013-02-11</c:v>
                </c:pt>
                <c:pt idx="3213">
                  <c:v>2013-02-12</c:v>
                </c:pt>
                <c:pt idx="3214">
                  <c:v>2013-02-13</c:v>
                </c:pt>
                <c:pt idx="3215">
                  <c:v>2013-02-14</c:v>
                </c:pt>
                <c:pt idx="3216">
                  <c:v>2013-02-15</c:v>
                </c:pt>
                <c:pt idx="3217">
                  <c:v>2013-02-19</c:v>
                </c:pt>
                <c:pt idx="3218">
                  <c:v>2013-02-20</c:v>
                </c:pt>
                <c:pt idx="3219">
                  <c:v>2013-02-21</c:v>
                </c:pt>
                <c:pt idx="3220">
                  <c:v>2013-02-22</c:v>
                </c:pt>
                <c:pt idx="3221">
                  <c:v>2013-02-25</c:v>
                </c:pt>
                <c:pt idx="3222">
                  <c:v>2013-02-26</c:v>
                </c:pt>
                <c:pt idx="3223">
                  <c:v>2013-02-27</c:v>
                </c:pt>
                <c:pt idx="3224">
                  <c:v>2013-02-28</c:v>
                </c:pt>
                <c:pt idx="3225">
                  <c:v>2013-03-01</c:v>
                </c:pt>
                <c:pt idx="3226">
                  <c:v>2013-03-04</c:v>
                </c:pt>
                <c:pt idx="3227">
                  <c:v>2013-03-05</c:v>
                </c:pt>
                <c:pt idx="3228">
                  <c:v>2013-03-06</c:v>
                </c:pt>
                <c:pt idx="3229">
                  <c:v>2013-03-07</c:v>
                </c:pt>
                <c:pt idx="3230">
                  <c:v>2013-03-08</c:v>
                </c:pt>
                <c:pt idx="3231">
                  <c:v>2013-03-11</c:v>
                </c:pt>
                <c:pt idx="3232">
                  <c:v>2013-03-12</c:v>
                </c:pt>
                <c:pt idx="3233">
                  <c:v>2013-03-13</c:v>
                </c:pt>
                <c:pt idx="3234">
                  <c:v>2013-03-14</c:v>
                </c:pt>
                <c:pt idx="3235">
                  <c:v>2013-03-15</c:v>
                </c:pt>
                <c:pt idx="3236">
                  <c:v>2013-03-18</c:v>
                </c:pt>
                <c:pt idx="3237">
                  <c:v>2013-03-19</c:v>
                </c:pt>
                <c:pt idx="3238">
                  <c:v>2013-03-20</c:v>
                </c:pt>
                <c:pt idx="3239">
                  <c:v>2013-03-21</c:v>
                </c:pt>
                <c:pt idx="3240">
                  <c:v>2013-03-22</c:v>
                </c:pt>
                <c:pt idx="3241">
                  <c:v>2013-03-25</c:v>
                </c:pt>
                <c:pt idx="3242">
                  <c:v>2013-03-26</c:v>
                </c:pt>
                <c:pt idx="3243">
                  <c:v>2013-03-27</c:v>
                </c:pt>
                <c:pt idx="3244">
                  <c:v>2013-03-28</c:v>
                </c:pt>
                <c:pt idx="3245">
                  <c:v>2013-04-01</c:v>
                </c:pt>
                <c:pt idx="3246">
                  <c:v>2013-04-02</c:v>
                </c:pt>
                <c:pt idx="3247">
                  <c:v>2013-04-03</c:v>
                </c:pt>
                <c:pt idx="3248">
                  <c:v>2013-04-04</c:v>
                </c:pt>
                <c:pt idx="3249">
                  <c:v>2013-04-05</c:v>
                </c:pt>
                <c:pt idx="3250">
                  <c:v>2013-04-08</c:v>
                </c:pt>
                <c:pt idx="3251">
                  <c:v>2013-04-09</c:v>
                </c:pt>
                <c:pt idx="3252">
                  <c:v>2013-04-10</c:v>
                </c:pt>
                <c:pt idx="3253">
                  <c:v>2013-04-11</c:v>
                </c:pt>
                <c:pt idx="3254">
                  <c:v>2013-04-12</c:v>
                </c:pt>
                <c:pt idx="3255">
                  <c:v>2013-04-15</c:v>
                </c:pt>
                <c:pt idx="3256">
                  <c:v>2013-04-16</c:v>
                </c:pt>
                <c:pt idx="3257">
                  <c:v>2013-04-17</c:v>
                </c:pt>
                <c:pt idx="3258">
                  <c:v>2013-04-18</c:v>
                </c:pt>
                <c:pt idx="3259">
                  <c:v>2013-04-19</c:v>
                </c:pt>
                <c:pt idx="3260">
                  <c:v>2013-04-22</c:v>
                </c:pt>
                <c:pt idx="3261">
                  <c:v>2013-04-23</c:v>
                </c:pt>
                <c:pt idx="3262">
                  <c:v>2013-04-24</c:v>
                </c:pt>
                <c:pt idx="3263">
                  <c:v>2013-04-25</c:v>
                </c:pt>
                <c:pt idx="3264">
                  <c:v>2013-04-26</c:v>
                </c:pt>
                <c:pt idx="3265">
                  <c:v>2013-04-29</c:v>
                </c:pt>
                <c:pt idx="3266">
                  <c:v>2013-04-30</c:v>
                </c:pt>
                <c:pt idx="3267">
                  <c:v>2013-05-01</c:v>
                </c:pt>
                <c:pt idx="3268">
                  <c:v>2013-05-02</c:v>
                </c:pt>
                <c:pt idx="3269">
                  <c:v>2013-05-03</c:v>
                </c:pt>
                <c:pt idx="3270">
                  <c:v>2013-05-06</c:v>
                </c:pt>
                <c:pt idx="3271">
                  <c:v>2013-05-07</c:v>
                </c:pt>
                <c:pt idx="3272">
                  <c:v>2013-05-08</c:v>
                </c:pt>
                <c:pt idx="3273">
                  <c:v>2013-05-09</c:v>
                </c:pt>
                <c:pt idx="3274">
                  <c:v>2013-05-10</c:v>
                </c:pt>
                <c:pt idx="3275">
                  <c:v>2013-05-13</c:v>
                </c:pt>
                <c:pt idx="3276">
                  <c:v>2013-05-14</c:v>
                </c:pt>
                <c:pt idx="3277">
                  <c:v>2013-05-15</c:v>
                </c:pt>
                <c:pt idx="3278">
                  <c:v>2013-05-16</c:v>
                </c:pt>
                <c:pt idx="3279">
                  <c:v>2013-05-17</c:v>
                </c:pt>
                <c:pt idx="3280">
                  <c:v>2013-05-20</c:v>
                </c:pt>
                <c:pt idx="3281">
                  <c:v>2013-05-21</c:v>
                </c:pt>
                <c:pt idx="3282">
                  <c:v>2013-05-22</c:v>
                </c:pt>
                <c:pt idx="3283">
                  <c:v>2013-05-23</c:v>
                </c:pt>
                <c:pt idx="3284">
                  <c:v>2013-05-24</c:v>
                </c:pt>
                <c:pt idx="3285">
                  <c:v>2013-05-28</c:v>
                </c:pt>
                <c:pt idx="3286">
                  <c:v>2013-05-29</c:v>
                </c:pt>
                <c:pt idx="3287">
                  <c:v>2013-05-30</c:v>
                </c:pt>
                <c:pt idx="3288">
                  <c:v>2013-05-31</c:v>
                </c:pt>
                <c:pt idx="3289">
                  <c:v>2013-06-03</c:v>
                </c:pt>
                <c:pt idx="3290">
                  <c:v>2013-06-04</c:v>
                </c:pt>
                <c:pt idx="3291">
                  <c:v>2013-06-05</c:v>
                </c:pt>
                <c:pt idx="3292">
                  <c:v>2013-06-06</c:v>
                </c:pt>
                <c:pt idx="3293">
                  <c:v>2013-06-07</c:v>
                </c:pt>
                <c:pt idx="3294">
                  <c:v>2013-06-10</c:v>
                </c:pt>
                <c:pt idx="3295">
                  <c:v>2013-06-11</c:v>
                </c:pt>
                <c:pt idx="3296">
                  <c:v>2013-06-12</c:v>
                </c:pt>
                <c:pt idx="3297">
                  <c:v>2013-06-13</c:v>
                </c:pt>
                <c:pt idx="3298">
                  <c:v>2013-06-14</c:v>
                </c:pt>
                <c:pt idx="3299">
                  <c:v>2013-06-17</c:v>
                </c:pt>
                <c:pt idx="3300">
                  <c:v>2013-06-18</c:v>
                </c:pt>
                <c:pt idx="3301">
                  <c:v>2013-06-19</c:v>
                </c:pt>
                <c:pt idx="3302">
                  <c:v>2013-06-20</c:v>
                </c:pt>
                <c:pt idx="3303">
                  <c:v>2013-06-21</c:v>
                </c:pt>
                <c:pt idx="3304">
                  <c:v>2013-06-24</c:v>
                </c:pt>
                <c:pt idx="3305">
                  <c:v>2013-06-25</c:v>
                </c:pt>
                <c:pt idx="3306">
                  <c:v>2013-06-26</c:v>
                </c:pt>
                <c:pt idx="3307">
                  <c:v>2013-06-27</c:v>
                </c:pt>
                <c:pt idx="3308">
                  <c:v>2013-06-28</c:v>
                </c:pt>
                <c:pt idx="3309">
                  <c:v>2013-07-01</c:v>
                </c:pt>
                <c:pt idx="3310">
                  <c:v>2013-07-02</c:v>
                </c:pt>
                <c:pt idx="3311">
                  <c:v>2013-07-03</c:v>
                </c:pt>
                <c:pt idx="3312">
                  <c:v>2013-07-05</c:v>
                </c:pt>
                <c:pt idx="3313">
                  <c:v>2013-07-08</c:v>
                </c:pt>
                <c:pt idx="3314">
                  <c:v>2013-07-09</c:v>
                </c:pt>
                <c:pt idx="3315">
                  <c:v>2013-07-10</c:v>
                </c:pt>
                <c:pt idx="3316">
                  <c:v>2013-07-11</c:v>
                </c:pt>
                <c:pt idx="3317">
                  <c:v>2013-07-12</c:v>
                </c:pt>
                <c:pt idx="3318">
                  <c:v>2013-07-15</c:v>
                </c:pt>
                <c:pt idx="3319">
                  <c:v>2013-07-16</c:v>
                </c:pt>
                <c:pt idx="3320">
                  <c:v>2013-07-17</c:v>
                </c:pt>
                <c:pt idx="3321">
                  <c:v>2013-07-18</c:v>
                </c:pt>
                <c:pt idx="3322">
                  <c:v>2013-07-19</c:v>
                </c:pt>
                <c:pt idx="3323">
                  <c:v>2013-07-22</c:v>
                </c:pt>
                <c:pt idx="3324">
                  <c:v>2013-07-23</c:v>
                </c:pt>
                <c:pt idx="3325">
                  <c:v>2013-07-24</c:v>
                </c:pt>
                <c:pt idx="3326">
                  <c:v>2013-07-25</c:v>
                </c:pt>
                <c:pt idx="3327">
                  <c:v>2013-07-26</c:v>
                </c:pt>
                <c:pt idx="3328">
                  <c:v>2013-07-29</c:v>
                </c:pt>
                <c:pt idx="3329">
                  <c:v>2013-07-30</c:v>
                </c:pt>
                <c:pt idx="3330">
                  <c:v>2013-07-31</c:v>
                </c:pt>
                <c:pt idx="3331">
                  <c:v>2013-08-01</c:v>
                </c:pt>
                <c:pt idx="3332">
                  <c:v>2013-08-02</c:v>
                </c:pt>
                <c:pt idx="3333">
                  <c:v>2013-08-05</c:v>
                </c:pt>
                <c:pt idx="3334">
                  <c:v>2013-08-06</c:v>
                </c:pt>
                <c:pt idx="3335">
                  <c:v>2013-08-07</c:v>
                </c:pt>
                <c:pt idx="3336">
                  <c:v>2013-08-08</c:v>
                </c:pt>
                <c:pt idx="3337">
                  <c:v>2013-08-09</c:v>
                </c:pt>
                <c:pt idx="3338">
                  <c:v>2013-08-12</c:v>
                </c:pt>
                <c:pt idx="3339">
                  <c:v>2013-08-13</c:v>
                </c:pt>
                <c:pt idx="3340">
                  <c:v>2013-08-14</c:v>
                </c:pt>
                <c:pt idx="3341">
                  <c:v>2013-08-15</c:v>
                </c:pt>
                <c:pt idx="3342">
                  <c:v>2013-08-16</c:v>
                </c:pt>
                <c:pt idx="3343">
                  <c:v>2013-08-19</c:v>
                </c:pt>
                <c:pt idx="3344">
                  <c:v>2013-08-20</c:v>
                </c:pt>
                <c:pt idx="3345">
                  <c:v>2013-08-21</c:v>
                </c:pt>
                <c:pt idx="3346">
                  <c:v>2013-08-22</c:v>
                </c:pt>
                <c:pt idx="3347">
                  <c:v>2013-08-23</c:v>
                </c:pt>
                <c:pt idx="3348">
                  <c:v>2013-08-26</c:v>
                </c:pt>
                <c:pt idx="3349">
                  <c:v>2013-08-27</c:v>
                </c:pt>
                <c:pt idx="3350">
                  <c:v>2013-08-28</c:v>
                </c:pt>
                <c:pt idx="3351">
                  <c:v>2013-08-29</c:v>
                </c:pt>
                <c:pt idx="3352">
                  <c:v>2013-08-30</c:v>
                </c:pt>
                <c:pt idx="3353">
                  <c:v>2013-09-03</c:v>
                </c:pt>
                <c:pt idx="3354">
                  <c:v>2013-09-04</c:v>
                </c:pt>
                <c:pt idx="3355">
                  <c:v>2013-09-05</c:v>
                </c:pt>
                <c:pt idx="3356">
                  <c:v>2013-09-06</c:v>
                </c:pt>
                <c:pt idx="3357">
                  <c:v>2013-09-09</c:v>
                </c:pt>
                <c:pt idx="3358">
                  <c:v>2013-09-10</c:v>
                </c:pt>
                <c:pt idx="3359">
                  <c:v>2013-09-11</c:v>
                </c:pt>
                <c:pt idx="3360">
                  <c:v>2013-09-12</c:v>
                </c:pt>
                <c:pt idx="3361">
                  <c:v>2013-09-13</c:v>
                </c:pt>
                <c:pt idx="3362">
                  <c:v>2013-09-16</c:v>
                </c:pt>
                <c:pt idx="3363">
                  <c:v>2013-09-17</c:v>
                </c:pt>
                <c:pt idx="3364">
                  <c:v>2013-09-18</c:v>
                </c:pt>
                <c:pt idx="3365">
                  <c:v>2013-09-19</c:v>
                </c:pt>
                <c:pt idx="3366">
                  <c:v>2013-09-20</c:v>
                </c:pt>
                <c:pt idx="3367">
                  <c:v>2013-09-23</c:v>
                </c:pt>
                <c:pt idx="3368">
                  <c:v>2013-09-24</c:v>
                </c:pt>
                <c:pt idx="3369">
                  <c:v>2013-09-25</c:v>
                </c:pt>
                <c:pt idx="3370">
                  <c:v>2013-09-26</c:v>
                </c:pt>
                <c:pt idx="3371">
                  <c:v>2013-09-27</c:v>
                </c:pt>
                <c:pt idx="3372">
                  <c:v>2013-09-30</c:v>
                </c:pt>
                <c:pt idx="3373">
                  <c:v>2013-10-01</c:v>
                </c:pt>
                <c:pt idx="3374">
                  <c:v>2013-10-02</c:v>
                </c:pt>
                <c:pt idx="3375">
                  <c:v>2013-10-03</c:v>
                </c:pt>
                <c:pt idx="3376">
                  <c:v>2013-10-04</c:v>
                </c:pt>
                <c:pt idx="3377">
                  <c:v>2013-10-07</c:v>
                </c:pt>
                <c:pt idx="3378">
                  <c:v>2013-10-08</c:v>
                </c:pt>
                <c:pt idx="3379">
                  <c:v>2013-10-09</c:v>
                </c:pt>
                <c:pt idx="3380">
                  <c:v>2013-10-10</c:v>
                </c:pt>
                <c:pt idx="3381">
                  <c:v>2013-10-11</c:v>
                </c:pt>
                <c:pt idx="3382">
                  <c:v>2013-10-14</c:v>
                </c:pt>
                <c:pt idx="3383">
                  <c:v>2013-10-15</c:v>
                </c:pt>
                <c:pt idx="3384">
                  <c:v>2013-10-16</c:v>
                </c:pt>
                <c:pt idx="3385">
                  <c:v>2013-10-17</c:v>
                </c:pt>
                <c:pt idx="3386">
                  <c:v>2013-10-18</c:v>
                </c:pt>
                <c:pt idx="3387">
                  <c:v>2013-10-21</c:v>
                </c:pt>
                <c:pt idx="3388">
                  <c:v>2013-10-22</c:v>
                </c:pt>
                <c:pt idx="3389">
                  <c:v>2013-10-23</c:v>
                </c:pt>
                <c:pt idx="3390">
                  <c:v>2013-10-24</c:v>
                </c:pt>
                <c:pt idx="3391">
                  <c:v>2013-10-25</c:v>
                </c:pt>
                <c:pt idx="3392">
                  <c:v>2013-10-28</c:v>
                </c:pt>
                <c:pt idx="3393">
                  <c:v>2013-10-29</c:v>
                </c:pt>
                <c:pt idx="3394">
                  <c:v>2013-10-30</c:v>
                </c:pt>
                <c:pt idx="3395">
                  <c:v>2013-10-31</c:v>
                </c:pt>
                <c:pt idx="3396">
                  <c:v>2013-11-01</c:v>
                </c:pt>
                <c:pt idx="3397">
                  <c:v>2013-11-04</c:v>
                </c:pt>
                <c:pt idx="3398">
                  <c:v>2013-11-05</c:v>
                </c:pt>
                <c:pt idx="3399">
                  <c:v>2013-11-06</c:v>
                </c:pt>
                <c:pt idx="3400">
                  <c:v>2013-11-07</c:v>
                </c:pt>
                <c:pt idx="3401">
                  <c:v>2013-11-08</c:v>
                </c:pt>
                <c:pt idx="3402">
                  <c:v>2013-11-11</c:v>
                </c:pt>
                <c:pt idx="3403">
                  <c:v>2013-11-12</c:v>
                </c:pt>
                <c:pt idx="3404">
                  <c:v>2013-11-13</c:v>
                </c:pt>
                <c:pt idx="3405">
                  <c:v>2013-11-14</c:v>
                </c:pt>
                <c:pt idx="3406">
                  <c:v>2013-11-15</c:v>
                </c:pt>
                <c:pt idx="3407">
                  <c:v>2013-11-18</c:v>
                </c:pt>
                <c:pt idx="3408">
                  <c:v>2013-11-19</c:v>
                </c:pt>
                <c:pt idx="3409">
                  <c:v>2013-11-20</c:v>
                </c:pt>
                <c:pt idx="3410">
                  <c:v>2013-11-21</c:v>
                </c:pt>
                <c:pt idx="3411">
                  <c:v>2013-11-22</c:v>
                </c:pt>
                <c:pt idx="3412">
                  <c:v>2013-11-25</c:v>
                </c:pt>
                <c:pt idx="3413">
                  <c:v>2013-11-26</c:v>
                </c:pt>
                <c:pt idx="3414">
                  <c:v>2013-11-27</c:v>
                </c:pt>
                <c:pt idx="3415">
                  <c:v>2013-11-29</c:v>
                </c:pt>
                <c:pt idx="3416">
                  <c:v>2013-12-02</c:v>
                </c:pt>
                <c:pt idx="3417">
                  <c:v>2013-12-03</c:v>
                </c:pt>
                <c:pt idx="3418">
                  <c:v>2013-12-04</c:v>
                </c:pt>
                <c:pt idx="3419">
                  <c:v>2013-12-05</c:v>
                </c:pt>
                <c:pt idx="3420">
                  <c:v>2013-12-06</c:v>
                </c:pt>
                <c:pt idx="3421">
                  <c:v>2013-12-09</c:v>
                </c:pt>
                <c:pt idx="3422">
                  <c:v>2013-12-10</c:v>
                </c:pt>
                <c:pt idx="3423">
                  <c:v>2013-12-11</c:v>
                </c:pt>
                <c:pt idx="3424">
                  <c:v>2013-12-12</c:v>
                </c:pt>
                <c:pt idx="3425">
                  <c:v>2013-12-13</c:v>
                </c:pt>
                <c:pt idx="3426">
                  <c:v>2013-12-16</c:v>
                </c:pt>
                <c:pt idx="3427">
                  <c:v>2013-12-17</c:v>
                </c:pt>
                <c:pt idx="3428">
                  <c:v>2013-12-18</c:v>
                </c:pt>
                <c:pt idx="3429">
                  <c:v>2013-12-19</c:v>
                </c:pt>
                <c:pt idx="3430">
                  <c:v>2013-12-20</c:v>
                </c:pt>
                <c:pt idx="3431">
                  <c:v>2013-12-23</c:v>
                </c:pt>
                <c:pt idx="3432">
                  <c:v>2013-12-24</c:v>
                </c:pt>
                <c:pt idx="3433">
                  <c:v>2013-12-26</c:v>
                </c:pt>
                <c:pt idx="3434">
                  <c:v>2013-12-27</c:v>
                </c:pt>
                <c:pt idx="3435">
                  <c:v>2013-12-30</c:v>
                </c:pt>
                <c:pt idx="3436">
                  <c:v>2013-12-31</c:v>
                </c:pt>
                <c:pt idx="3437">
                  <c:v>2014-01-02</c:v>
                </c:pt>
                <c:pt idx="3438">
                  <c:v>2014-01-03</c:v>
                </c:pt>
                <c:pt idx="3439">
                  <c:v>2014-01-06</c:v>
                </c:pt>
                <c:pt idx="3440">
                  <c:v>2014-01-07</c:v>
                </c:pt>
                <c:pt idx="3441">
                  <c:v>2014-01-08</c:v>
                </c:pt>
                <c:pt idx="3442">
                  <c:v>2014-01-09</c:v>
                </c:pt>
                <c:pt idx="3443">
                  <c:v>2014-01-10</c:v>
                </c:pt>
                <c:pt idx="3444">
                  <c:v>2014-01-13</c:v>
                </c:pt>
                <c:pt idx="3445">
                  <c:v>2014-01-14</c:v>
                </c:pt>
                <c:pt idx="3446">
                  <c:v>2014-01-15</c:v>
                </c:pt>
                <c:pt idx="3447">
                  <c:v>2014-01-16</c:v>
                </c:pt>
                <c:pt idx="3448">
                  <c:v>2014-01-17</c:v>
                </c:pt>
                <c:pt idx="3449">
                  <c:v>2014-01-21</c:v>
                </c:pt>
                <c:pt idx="3450">
                  <c:v>2014-01-22</c:v>
                </c:pt>
                <c:pt idx="3451">
                  <c:v>2014-01-23</c:v>
                </c:pt>
                <c:pt idx="3452">
                  <c:v>2014-01-24</c:v>
                </c:pt>
                <c:pt idx="3453">
                  <c:v>2014-01-27</c:v>
                </c:pt>
                <c:pt idx="3454">
                  <c:v>2014-01-28</c:v>
                </c:pt>
                <c:pt idx="3455">
                  <c:v>2014-01-29</c:v>
                </c:pt>
                <c:pt idx="3456">
                  <c:v>2014-01-30</c:v>
                </c:pt>
                <c:pt idx="3457">
                  <c:v>2014-01-31</c:v>
                </c:pt>
                <c:pt idx="3458">
                  <c:v>2014-02-03</c:v>
                </c:pt>
                <c:pt idx="3459">
                  <c:v>2014-02-04</c:v>
                </c:pt>
                <c:pt idx="3460">
                  <c:v>2014-02-05</c:v>
                </c:pt>
                <c:pt idx="3461">
                  <c:v>2014-02-06</c:v>
                </c:pt>
                <c:pt idx="3462">
                  <c:v>2014-02-07</c:v>
                </c:pt>
                <c:pt idx="3463">
                  <c:v>2014-02-10</c:v>
                </c:pt>
                <c:pt idx="3464">
                  <c:v>2014-02-11</c:v>
                </c:pt>
                <c:pt idx="3465">
                  <c:v>2014-02-12</c:v>
                </c:pt>
                <c:pt idx="3466">
                  <c:v>2014-02-13</c:v>
                </c:pt>
                <c:pt idx="3467">
                  <c:v>2014-02-14</c:v>
                </c:pt>
                <c:pt idx="3468">
                  <c:v>2014-02-18</c:v>
                </c:pt>
                <c:pt idx="3469">
                  <c:v>2014-02-19</c:v>
                </c:pt>
                <c:pt idx="3470">
                  <c:v>2014-02-20</c:v>
                </c:pt>
                <c:pt idx="3471">
                  <c:v>2014-02-21</c:v>
                </c:pt>
                <c:pt idx="3472">
                  <c:v>2014-02-24</c:v>
                </c:pt>
                <c:pt idx="3473">
                  <c:v>2014-02-25</c:v>
                </c:pt>
                <c:pt idx="3474">
                  <c:v>2014-02-26</c:v>
                </c:pt>
                <c:pt idx="3475">
                  <c:v>2014-02-27</c:v>
                </c:pt>
                <c:pt idx="3476">
                  <c:v>2014-02-28</c:v>
                </c:pt>
                <c:pt idx="3477">
                  <c:v>2014-03-03</c:v>
                </c:pt>
                <c:pt idx="3478">
                  <c:v>2014-03-04</c:v>
                </c:pt>
                <c:pt idx="3479">
                  <c:v>2014-03-05</c:v>
                </c:pt>
                <c:pt idx="3480">
                  <c:v>2014-03-06</c:v>
                </c:pt>
                <c:pt idx="3481">
                  <c:v>2014-03-07</c:v>
                </c:pt>
                <c:pt idx="3482">
                  <c:v>2014-03-10</c:v>
                </c:pt>
                <c:pt idx="3483">
                  <c:v>2014-03-11</c:v>
                </c:pt>
                <c:pt idx="3484">
                  <c:v>2014-03-12</c:v>
                </c:pt>
                <c:pt idx="3485">
                  <c:v>2014-03-13</c:v>
                </c:pt>
                <c:pt idx="3486">
                  <c:v>2014-03-14</c:v>
                </c:pt>
                <c:pt idx="3487">
                  <c:v>2014-03-17</c:v>
                </c:pt>
                <c:pt idx="3488">
                  <c:v>2014-03-18</c:v>
                </c:pt>
                <c:pt idx="3489">
                  <c:v>2014-03-19</c:v>
                </c:pt>
                <c:pt idx="3490">
                  <c:v>2014-03-20</c:v>
                </c:pt>
                <c:pt idx="3491">
                  <c:v>2014-03-21</c:v>
                </c:pt>
                <c:pt idx="3492">
                  <c:v>2014-03-24</c:v>
                </c:pt>
                <c:pt idx="3493">
                  <c:v>2014-03-25</c:v>
                </c:pt>
                <c:pt idx="3494">
                  <c:v>2014-03-26</c:v>
                </c:pt>
                <c:pt idx="3495">
                  <c:v>2014-03-27</c:v>
                </c:pt>
                <c:pt idx="3496">
                  <c:v>2014-03-28</c:v>
                </c:pt>
                <c:pt idx="3497">
                  <c:v>2014-03-31</c:v>
                </c:pt>
                <c:pt idx="3498">
                  <c:v>2014-04-01</c:v>
                </c:pt>
                <c:pt idx="3499">
                  <c:v>2014-04-02</c:v>
                </c:pt>
                <c:pt idx="3500">
                  <c:v>2014-04-03</c:v>
                </c:pt>
                <c:pt idx="3501">
                  <c:v>2014-04-04</c:v>
                </c:pt>
                <c:pt idx="3502">
                  <c:v>2014-04-07</c:v>
                </c:pt>
                <c:pt idx="3503">
                  <c:v>2014-04-08</c:v>
                </c:pt>
                <c:pt idx="3504">
                  <c:v>2014-04-09</c:v>
                </c:pt>
                <c:pt idx="3505">
                  <c:v>2014-04-10</c:v>
                </c:pt>
                <c:pt idx="3506">
                  <c:v>2014-04-11</c:v>
                </c:pt>
                <c:pt idx="3507">
                  <c:v>2014-04-14</c:v>
                </c:pt>
                <c:pt idx="3508">
                  <c:v>2014-04-15</c:v>
                </c:pt>
                <c:pt idx="3509">
                  <c:v>2014-04-16</c:v>
                </c:pt>
                <c:pt idx="3510">
                  <c:v>2014-04-17</c:v>
                </c:pt>
                <c:pt idx="3511">
                  <c:v>2014-04-21</c:v>
                </c:pt>
                <c:pt idx="3512">
                  <c:v>2014-04-22</c:v>
                </c:pt>
                <c:pt idx="3513">
                  <c:v>2014-04-23</c:v>
                </c:pt>
                <c:pt idx="3514">
                  <c:v>2014-04-24</c:v>
                </c:pt>
                <c:pt idx="3515">
                  <c:v>2014-04-25</c:v>
                </c:pt>
                <c:pt idx="3516">
                  <c:v>2014-04-28</c:v>
                </c:pt>
                <c:pt idx="3517">
                  <c:v>2014-04-29</c:v>
                </c:pt>
                <c:pt idx="3518">
                  <c:v>2014-04-30</c:v>
                </c:pt>
                <c:pt idx="3519">
                  <c:v>2014-05-01</c:v>
                </c:pt>
                <c:pt idx="3520">
                  <c:v>2014-05-02</c:v>
                </c:pt>
                <c:pt idx="3521">
                  <c:v>2014-05-05</c:v>
                </c:pt>
                <c:pt idx="3522">
                  <c:v>2014-05-06</c:v>
                </c:pt>
                <c:pt idx="3523">
                  <c:v>2014-05-07</c:v>
                </c:pt>
                <c:pt idx="3524">
                  <c:v>2014-05-08</c:v>
                </c:pt>
                <c:pt idx="3525">
                  <c:v>2014-05-09</c:v>
                </c:pt>
                <c:pt idx="3526">
                  <c:v>2014-05-12</c:v>
                </c:pt>
                <c:pt idx="3527">
                  <c:v>2014-05-13</c:v>
                </c:pt>
                <c:pt idx="3528">
                  <c:v>2014-05-14</c:v>
                </c:pt>
                <c:pt idx="3529">
                  <c:v>2014-05-15</c:v>
                </c:pt>
                <c:pt idx="3530">
                  <c:v>2014-05-16</c:v>
                </c:pt>
                <c:pt idx="3531">
                  <c:v>2014-05-19</c:v>
                </c:pt>
                <c:pt idx="3532">
                  <c:v>2014-05-20</c:v>
                </c:pt>
                <c:pt idx="3533">
                  <c:v>2014-05-21</c:v>
                </c:pt>
                <c:pt idx="3534">
                  <c:v>2014-05-22</c:v>
                </c:pt>
                <c:pt idx="3535">
                  <c:v>2014-05-23</c:v>
                </c:pt>
                <c:pt idx="3536">
                  <c:v>2014-05-27</c:v>
                </c:pt>
                <c:pt idx="3537">
                  <c:v>2014-05-28</c:v>
                </c:pt>
                <c:pt idx="3538">
                  <c:v>2014-05-29</c:v>
                </c:pt>
                <c:pt idx="3539">
                  <c:v>2014-05-30</c:v>
                </c:pt>
                <c:pt idx="3540">
                  <c:v>2014-06-02</c:v>
                </c:pt>
                <c:pt idx="3541">
                  <c:v>2014-06-03</c:v>
                </c:pt>
                <c:pt idx="3542">
                  <c:v>2014-06-04</c:v>
                </c:pt>
                <c:pt idx="3543">
                  <c:v>2014-06-05</c:v>
                </c:pt>
                <c:pt idx="3544">
                  <c:v>2014-06-06</c:v>
                </c:pt>
                <c:pt idx="3545">
                  <c:v>2014-06-09</c:v>
                </c:pt>
                <c:pt idx="3546">
                  <c:v>2014-06-10</c:v>
                </c:pt>
                <c:pt idx="3547">
                  <c:v>2014-06-11</c:v>
                </c:pt>
                <c:pt idx="3548">
                  <c:v>2014-06-12</c:v>
                </c:pt>
                <c:pt idx="3549">
                  <c:v>2014-06-13</c:v>
                </c:pt>
                <c:pt idx="3550">
                  <c:v>2014-06-16</c:v>
                </c:pt>
                <c:pt idx="3551">
                  <c:v>2014-06-17</c:v>
                </c:pt>
                <c:pt idx="3552">
                  <c:v>2014-06-18</c:v>
                </c:pt>
                <c:pt idx="3553">
                  <c:v>2014-06-19</c:v>
                </c:pt>
                <c:pt idx="3554">
                  <c:v>2014-06-20</c:v>
                </c:pt>
                <c:pt idx="3555">
                  <c:v>2014-06-23</c:v>
                </c:pt>
                <c:pt idx="3556">
                  <c:v>2014-06-24</c:v>
                </c:pt>
                <c:pt idx="3557">
                  <c:v>2014-06-25</c:v>
                </c:pt>
                <c:pt idx="3558">
                  <c:v>2014-06-26</c:v>
                </c:pt>
                <c:pt idx="3559">
                  <c:v>2014-06-27</c:v>
                </c:pt>
                <c:pt idx="3560">
                  <c:v>2014-06-30</c:v>
                </c:pt>
                <c:pt idx="3561">
                  <c:v>2014-07-01</c:v>
                </c:pt>
                <c:pt idx="3562">
                  <c:v>2014-07-02</c:v>
                </c:pt>
                <c:pt idx="3563">
                  <c:v>2014-07-03</c:v>
                </c:pt>
                <c:pt idx="3564">
                  <c:v>2014-07-07</c:v>
                </c:pt>
                <c:pt idx="3565">
                  <c:v>2014-07-08</c:v>
                </c:pt>
                <c:pt idx="3566">
                  <c:v>2014-07-09</c:v>
                </c:pt>
                <c:pt idx="3567">
                  <c:v>2014-07-10</c:v>
                </c:pt>
                <c:pt idx="3568">
                  <c:v>2014-07-11</c:v>
                </c:pt>
                <c:pt idx="3569">
                  <c:v>2014-07-14</c:v>
                </c:pt>
                <c:pt idx="3570">
                  <c:v>2014-07-15</c:v>
                </c:pt>
                <c:pt idx="3571">
                  <c:v>2014-07-16</c:v>
                </c:pt>
                <c:pt idx="3572">
                  <c:v>2014-07-17</c:v>
                </c:pt>
                <c:pt idx="3573">
                  <c:v>2014-07-18</c:v>
                </c:pt>
                <c:pt idx="3574">
                  <c:v>2014-07-21</c:v>
                </c:pt>
                <c:pt idx="3575">
                  <c:v>2014-07-22</c:v>
                </c:pt>
                <c:pt idx="3576">
                  <c:v>2014-07-23</c:v>
                </c:pt>
                <c:pt idx="3577">
                  <c:v>2014-07-24</c:v>
                </c:pt>
                <c:pt idx="3578">
                  <c:v>2014-07-25</c:v>
                </c:pt>
                <c:pt idx="3579">
                  <c:v>2014-07-28</c:v>
                </c:pt>
                <c:pt idx="3580">
                  <c:v>2014-07-29</c:v>
                </c:pt>
                <c:pt idx="3581">
                  <c:v>2014-07-30</c:v>
                </c:pt>
                <c:pt idx="3582">
                  <c:v>2014-07-31</c:v>
                </c:pt>
                <c:pt idx="3583">
                  <c:v>2014-08-01</c:v>
                </c:pt>
                <c:pt idx="3584">
                  <c:v>2014-08-04</c:v>
                </c:pt>
                <c:pt idx="3585">
                  <c:v>2014-08-05</c:v>
                </c:pt>
                <c:pt idx="3586">
                  <c:v>2014-08-06</c:v>
                </c:pt>
                <c:pt idx="3587">
                  <c:v>2014-08-07</c:v>
                </c:pt>
                <c:pt idx="3588">
                  <c:v>2014-08-08</c:v>
                </c:pt>
                <c:pt idx="3589">
                  <c:v>2014-08-11</c:v>
                </c:pt>
                <c:pt idx="3590">
                  <c:v>2014-08-12</c:v>
                </c:pt>
                <c:pt idx="3591">
                  <c:v>2014-08-13</c:v>
                </c:pt>
                <c:pt idx="3592">
                  <c:v>2014-08-14</c:v>
                </c:pt>
                <c:pt idx="3593">
                  <c:v>2014-08-15</c:v>
                </c:pt>
                <c:pt idx="3594">
                  <c:v>2014-08-18</c:v>
                </c:pt>
                <c:pt idx="3595">
                  <c:v>2014-08-19</c:v>
                </c:pt>
                <c:pt idx="3596">
                  <c:v>2014-08-20</c:v>
                </c:pt>
                <c:pt idx="3597">
                  <c:v>2014-08-21</c:v>
                </c:pt>
                <c:pt idx="3598">
                  <c:v>2014-08-22</c:v>
                </c:pt>
                <c:pt idx="3599">
                  <c:v>2014-08-25</c:v>
                </c:pt>
                <c:pt idx="3600">
                  <c:v>2014-08-26</c:v>
                </c:pt>
                <c:pt idx="3601">
                  <c:v>2014-08-27</c:v>
                </c:pt>
                <c:pt idx="3602">
                  <c:v>2014-08-28</c:v>
                </c:pt>
                <c:pt idx="3603">
                  <c:v>2014-08-29</c:v>
                </c:pt>
                <c:pt idx="3604">
                  <c:v>2014-09-02</c:v>
                </c:pt>
                <c:pt idx="3605">
                  <c:v>2014-09-03</c:v>
                </c:pt>
                <c:pt idx="3606">
                  <c:v>2014-09-04</c:v>
                </c:pt>
                <c:pt idx="3607">
                  <c:v>2014-09-05</c:v>
                </c:pt>
                <c:pt idx="3608">
                  <c:v>2014-09-08</c:v>
                </c:pt>
                <c:pt idx="3609">
                  <c:v>2014-09-09</c:v>
                </c:pt>
                <c:pt idx="3610">
                  <c:v>2014-09-10</c:v>
                </c:pt>
                <c:pt idx="3611">
                  <c:v>2014-09-11</c:v>
                </c:pt>
                <c:pt idx="3612">
                  <c:v>2014-09-12</c:v>
                </c:pt>
                <c:pt idx="3613">
                  <c:v>2014-09-15</c:v>
                </c:pt>
                <c:pt idx="3614">
                  <c:v>2014-09-16</c:v>
                </c:pt>
                <c:pt idx="3615">
                  <c:v>2014-09-17</c:v>
                </c:pt>
                <c:pt idx="3616">
                  <c:v>2014-09-18</c:v>
                </c:pt>
                <c:pt idx="3617">
                  <c:v>2014-09-19</c:v>
                </c:pt>
                <c:pt idx="3618">
                  <c:v>2014-09-22</c:v>
                </c:pt>
                <c:pt idx="3619">
                  <c:v>2014-09-23</c:v>
                </c:pt>
                <c:pt idx="3620">
                  <c:v>2014-09-24</c:v>
                </c:pt>
                <c:pt idx="3621">
                  <c:v>2014-09-25</c:v>
                </c:pt>
                <c:pt idx="3622">
                  <c:v>2014-09-26</c:v>
                </c:pt>
                <c:pt idx="3623">
                  <c:v>2014-09-29</c:v>
                </c:pt>
                <c:pt idx="3624">
                  <c:v>2014-09-30</c:v>
                </c:pt>
                <c:pt idx="3625">
                  <c:v>2014-10-01</c:v>
                </c:pt>
                <c:pt idx="3626">
                  <c:v>2014-10-02</c:v>
                </c:pt>
                <c:pt idx="3627">
                  <c:v>2014-10-03</c:v>
                </c:pt>
                <c:pt idx="3628">
                  <c:v>2014-10-06</c:v>
                </c:pt>
                <c:pt idx="3629">
                  <c:v>2014-10-07</c:v>
                </c:pt>
                <c:pt idx="3630">
                  <c:v>2014-10-08</c:v>
                </c:pt>
                <c:pt idx="3631">
                  <c:v>2014-10-09</c:v>
                </c:pt>
                <c:pt idx="3632">
                  <c:v>2014-10-10</c:v>
                </c:pt>
                <c:pt idx="3633">
                  <c:v>2014-10-13</c:v>
                </c:pt>
                <c:pt idx="3634">
                  <c:v>2014-10-14</c:v>
                </c:pt>
                <c:pt idx="3635">
                  <c:v>2014-10-15</c:v>
                </c:pt>
                <c:pt idx="3636">
                  <c:v>2014-10-16</c:v>
                </c:pt>
                <c:pt idx="3637">
                  <c:v>2014-10-17</c:v>
                </c:pt>
                <c:pt idx="3638">
                  <c:v>2014-10-20</c:v>
                </c:pt>
                <c:pt idx="3639">
                  <c:v>2014-10-21</c:v>
                </c:pt>
                <c:pt idx="3640">
                  <c:v>2014-10-22</c:v>
                </c:pt>
                <c:pt idx="3641">
                  <c:v>2014-10-23</c:v>
                </c:pt>
                <c:pt idx="3642">
                  <c:v>2014-10-24</c:v>
                </c:pt>
                <c:pt idx="3643">
                  <c:v>2014-10-27</c:v>
                </c:pt>
                <c:pt idx="3644">
                  <c:v>2014-10-28</c:v>
                </c:pt>
                <c:pt idx="3645">
                  <c:v>2014-10-29</c:v>
                </c:pt>
                <c:pt idx="3646">
                  <c:v>2014-10-30</c:v>
                </c:pt>
                <c:pt idx="3647">
                  <c:v>2014-10-31</c:v>
                </c:pt>
                <c:pt idx="3648">
                  <c:v>2014-11-03</c:v>
                </c:pt>
                <c:pt idx="3649">
                  <c:v>2014-11-04</c:v>
                </c:pt>
                <c:pt idx="3650">
                  <c:v>2014-11-05</c:v>
                </c:pt>
                <c:pt idx="3651">
                  <c:v>2014-11-06</c:v>
                </c:pt>
                <c:pt idx="3652">
                  <c:v>2014-11-07</c:v>
                </c:pt>
                <c:pt idx="3653">
                  <c:v>2014-11-10</c:v>
                </c:pt>
                <c:pt idx="3654">
                  <c:v>2014-11-11</c:v>
                </c:pt>
                <c:pt idx="3655">
                  <c:v>2014-11-12</c:v>
                </c:pt>
                <c:pt idx="3656">
                  <c:v>2014-11-13</c:v>
                </c:pt>
                <c:pt idx="3657">
                  <c:v>2014-11-14</c:v>
                </c:pt>
                <c:pt idx="3658">
                  <c:v>2014-11-17</c:v>
                </c:pt>
                <c:pt idx="3659">
                  <c:v>2014-11-18</c:v>
                </c:pt>
                <c:pt idx="3660">
                  <c:v>2014-11-19</c:v>
                </c:pt>
                <c:pt idx="3661">
                  <c:v>2014-11-20</c:v>
                </c:pt>
                <c:pt idx="3662">
                  <c:v>2014-11-21</c:v>
                </c:pt>
                <c:pt idx="3663">
                  <c:v>2014-11-24</c:v>
                </c:pt>
                <c:pt idx="3664">
                  <c:v>2014-11-25</c:v>
                </c:pt>
                <c:pt idx="3665">
                  <c:v>2014-11-26</c:v>
                </c:pt>
                <c:pt idx="3666">
                  <c:v>2014-11-28</c:v>
                </c:pt>
                <c:pt idx="3667">
                  <c:v>2014-12-01</c:v>
                </c:pt>
                <c:pt idx="3668">
                  <c:v>2014-12-02</c:v>
                </c:pt>
                <c:pt idx="3669">
                  <c:v>2014-12-03</c:v>
                </c:pt>
                <c:pt idx="3670">
                  <c:v>2014-12-04</c:v>
                </c:pt>
                <c:pt idx="3671">
                  <c:v>2014-12-05</c:v>
                </c:pt>
                <c:pt idx="3672">
                  <c:v>2014-12-08</c:v>
                </c:pt>
                <c:pt idx="3673">
                  <c:v>2014-12-09</c:v>
                </c:pt>
                <c:pt idx="3674">
                  <c:v>2014-12-10</c:v>
                </c:pt>
                <c:pt idx="3675">
                  <c:v>2014-12-11</c:v>
                </c:pt>
                <c:pt idx="3676">
                  <c:v>2014-12-12</c:v>
                </c:pt>
                <c:pt idx="3677">
                  <c:v>2014-12-15</c:v>
                </c:pt>
                <c:pt idx="3678">
                  <c:v>2014-12-16</c:v>
                </c:pt>
                <c:pt idx="3679">
                  <c:v>2014-12-17</c:v>
                </c:pt>
                <c:pt idx="3680">
                  <c:v>2014-12-18</c:v>
                </c:pt>
                <c:pt idx="3681">
                  <c:v>2014-12-19</c:v>
                </c:pt>
                <c:pt idx="3682">
                  <c:v>2014-12-22</c:v>
                </c:pt>
                <c:pt idx="3683">
                  <c:v>2014-12-23</c:v>
                </c:pt>
                <c:pt idx="3684">
                  <c:v>2014-12-24</c:v>
                </c:pt>
                <c:pt idx="3685">
                  <c:v>2014-12-26</c:v>
                </c:pt>
                <c:pt idx="3686">
                  <c:v>2014-12-29</c:v>
                </c:pt>
                <c:pt idx="3687">
                  <c:v>2014-12-30</c:v>
                </c:pt>
                <c:pt idx="3688">
                  <c:v>2014-12-31</c:v>
                </c:pt>
                <c:pt idx="3689">
                  <c:v>2015-01-02</c:v>
                </c:pt>
                <c:pt idx="3690">
                  <c:v>2015-01-05</c:v>
                </c:pt>
                <c:pt idx="3691">
                  <c:v>2015-01-06</c:v>
                </c:pt>
                <c:pt idx="3692">
                  <c:v>2015-01-07</c:v>
                </c:pt>
                <c:pt idx="3693">
                  <c:v>2015-01-08</c:v>
                </c:pt>
                <c:pt idx="3694">
                  <c:v>2015-01-09</c:v>
                </c:pt>
                <c:pt idx="3695">
                  <c:v>2015-01-12</c:v>
                </c:pt>
                <c:pt idx="3696">
                  <c:v>2015-01-13</c:v>
                </c:pt>
                <c:pt idx="3697">
                  <c:v>2015-01-14</c:v>
                </c:pt>
                <c:pt idx="3698">
                  <c:v>2015-01-15</c:v>
                </c:pt>
                <c:pt idx="3699">
                  <c:v>2015-01-16</c:v>
                </c:pt>
                <c:pt idx="3700">
                  <c:v>2015-01-20</c:v>
                </c:pt>
                <c:pt idx="3701">
                  <c:v>2015-01-21</c:v>
                </c:pt>
                <c:pt idx="3702">
                  <c:v>2015-01-22</c:v>
                </c:pt>
                <c:pt idx="3703">
                  <c:v>2015-01-23</c:v>
                </c:pt>
                <c:pt idx="3704">
                  <c:v>2015-01-26</c:v>
                </c:pt>
                <c:pt idx="3705">
                  <c:v>2015-01-27</c:v>
                </c:pt>
                <c:pt idx="3706">
                  <c:v>2015-01-28</c:v>
                </c:pt>
                <c:pt idx="3707">
                  <c:v>2015-01-29</c:v>
                </c:pt>
                <c:pt idx="3708">
                  <c:v>2015-01-30</c:v>
                </c:pt>
                <c:pt idx="3709">
                  <c:v>2015-02-04</c:v>
                </c:pt>
                <c:pt idx="3710">
                  <c:v>2015-02-05</c:v>
                </c:pt>
                <c:pt idx="3711">
                  <c:v>2015-02-06</c:v>
                </c:pt>
                <c:pt idx="3712">
                  <c:v>2015-02-09</c:v>
                </c:pt>
                <c:pt idx="3713">
                  <c:v>2015-02-11</c:v>
                </c:pt>
                <c:pt idx="3714">
                  <c:v>2015-02-12</c:v>
                </c:pt>
                <c:pt idx="3715">
                  <c:v>2015-02-13</c:v>
                </c:pt>
                <c:pt idx="3716">
                  <c:v>2015-02-17</c:v>
                </c:pt>
                <c:pt idx="3717">
                  <c:v>2015-02-18</c:v>
                </c:pt>
                <c:pt idx="3718">
                  <c:v>2015-02-19</c:v>
                </c:pt>
                <c:pt idx="3719">
                  <c:v>2015-02-20</c:v>
                </c:pt>
                <c:pt idx="3720">
                  <c:v>2015-02-23</c:v>
                </c:pt>
                <c:pt idx="3721">
                  <c:v>2015-02-24</c:v>
                </c:pt>
                <c:pt idx="3722">
                  <c:v>2015-02-25</c:v>
                </c:pt>
                <c:pt idx="3723">
                  <c:v>2015-02-26</c:v>
                </c:pt>
                <c:pt idx="3724">
                  <c:v>2015-02-27</c:v>
                </c:pt>
                <c:pt idx="3725">
                  <c:v>2015-03-02</c:v>
                </c:pt>
                <c:pt idx="3726">
                  <c:v>2015-03-03</c:v>
                </c:pt>
                <c:pt idx="3727">
                  <c:v>2015-03-04</c:v>
                </c:pt>
                <c:pt idx="3728">
                  <c:v>2015-03-05</c:v>
                </c:pt>
                <c:pt idx="3729">
                  <c:v>2015-03-09</c:v>
                </c:pt>
                <c:pt idx="3730">
                  <c:v>2015-03-10</c:v>
                </c:pt>
                <c:pt idx="3731">
                  <c:v>2015-03-11</c:v>
                </c:pt>
                <c:pt idx="3732">
                  <c:v>2015-03-12</c:v>
                </c:pt>
                <c:pt idx="3733">
                  <c:v>2015-03-13</c:v>
                </c:pt>
                <c:pt idx="3734">
                  <c:v>2015-03-16</c:v>
                </c:pt>
                <c:pt idx="3735">
                  <c:v>2015-03-17</c:v>
                </c:pt>
                <c:pt idx="3736">
                  <c:v>2015-03-18</c:v>
                </c:pt>
                <c:pt idx="3737">
                  <c:v>2015-03-19</c:v>
                </c:pt>
                <c:pt idx="3738">
                  <c:v>2015-03-20</c:v>
                </c:pt>
                <c:pt idx="3739">
                  <c:v>2015-03-23</c:v>
                </c:pt>
                <c:pt idx="3740">
                  <c:v>2015-03-24</c:v>
                </c:pt>
                <c:pt idx="3741">
                  <c:v>2015-03-25</c:v>
                </c:pt>
                <c:pt idx="3742">
                  <c:v>2015-03-26</c:v>
                </c:pt>
                <c:pt idx="3743">
                  <c:v>2015-03-27</c:v>
                </c:pt>
                <c:pt idx="3744">
                  <c:v>2015-03-30</c:v>
                </c:pt>
                <c:pt idx="3745">
                  <c:v>2015-03-31</c:v>
                </c:pt>
                <c:pt idx="3746">
                  <c:v>2015-04-01</c:v>
                </c:pt>
                <c:pt idx="3747">
                  <c:v>2015-04-02</c:v>
                </c:pt>
                <c:pt idx="3748">
                  <c:v>2015-04-06</c:v>
                </c:pt>
                <c:pt idx="3749">
                  <c:v>2015-04-07</c:v>
                </c:pt>
                <c:pt idx="3750">
                  <c:v>2015-04-08</c:v>
                </c:pt>
                <c:pt idx="3751">
                  <c:v>2015-04-09</c:v>
                </c:pt>
                <c:pt idx="3752">
                  <c:v>2015-04-10</c:v>
                </c:pt>
                <c:pt idx="3753">
                  <c:v>2015-04-13</c:v>
                </c:pt>
                <c:pt idx="3754">
                  <c:v>2015-04-14</c:v>
                </c:pt>
                <c:pt idx="3755">
                  <c:v>2015-04-15</c:v>
                </c:pt>
                <c:pt idx="3756">
                  <c:v>2015-04-16</c:v>
                </c:pt>
                <c:pt idx="3757">
                  <c:v>2015-04-17</c:v>
                </c:pt>
                <c:pt idx="3758">
                  <c:v>2015-04-20</c:v>
                </c:pt>
                <c:pt idx="3759">
                  <c:v>2015-04-21</c:v>
                </c:pt>
                <c:pt idx="3760">
                  <c:v>2015-04-22</c:v>
                </c:pt>
                <c:pt idx="3761">
                  <c:v>2015-04-23</c:v>
                </c:pt>
                <c:pt idx="3762">
                  <c:v>2015-04-24</c:v>
                </c:pt>
                <c:pt idx="3763">
                  <c:v>2015-04-27</c:v>
                </c:pt>
                <c:pt idx="3764">
                  <c:v>2015-04-28</c:v>
                </c:pt>
                <c:pt idx="3765">
                  <c:v>2015-04-29</c:v>
                </c:pt>
                <c:pt idx="3766">
                  <c:v>2015-04-30</c:v>
                </c:pt>
                <c:pt idx="3767">
                  <c:v>2015-05-01</c:v>
                </c:pt>
                <c:pt idx="3768">
                  <c:v>2015-05-04</c:v>
                </c:pt>
                <c:pt idx="3769">
                  <c:v>2015-05-05</c:v>
                </c:pt>
                <c:pt idx="3770">
                  <c:v>2015-05-06</c:v>
                </c:pt>
                <c:pt idx="3771">
                  <c:v>2015-05-07</c:v>
                </c:pt>
                <c:pt idx="3772">
                  <c:v>2015-05-08</c:v>
                </c:pt>
                <c:pt idx="3773">
                  <c:v>2015-05-11</c:v>
                </c:pt>
                <c:pt idx="3774">
                  <c:v>2015-05-13</c:v>
                </c:pt>
                <c:pt idx="3775">
                  <c:v>2015-05-14</c:v>
                </c:pt>
                <c:pt idx="3776">
                  <c:v>2015-05-15</c:v>
                </c:pt>
                <c:pt idx="3777">
                  <c:v>2015-05-18</c:v>
                </c:pt>
                <c:pt idx="3778">
                  <c:v>2015-05-19</c:v>
                </c:pt>
                <c:pt idx="3779">
                  <c:v>2015-05-20</c:v>
                </c:pt>
                <c:pt idx="3780">
                  <c:v>2015-05-21</c:v>
                </c:pt>
                <c:pt idx="3781">
                  <c:v>2015-05-22</c:v>
                </c:pt>
                <c:pt idx="3782">
                  <c:v>2015-05-26</c:v>
                </c:pt>
                <c:pt idx="3783">
                  <c:v>2015-05-27</c:v>
                </c:pt>
                <c:pt idx="3784">
                  <c:v>2015-05-28</c:v>
                </c:pt>
                <c:pt idx="3785">
                  <c:v>2015-05-29</c:v>
                </c:pt>
                <c:pt idx="3786">
                  <c:v>2015-06-01</c:v>
                </c:pt>
                <c:pt idx="3787">
                  <c:v>2015-06-02</c:v>
                </c:pt>
                <c:pt idx="3788">
                  <c:v>2015-06-03</c:v>
                </c:pt>
                <c:pt idx="3789">
                  <c:v>2015-06-04</c:v>
                </c:pt>
                <c:pt idx="3790">
                  <c:v>2015-06-05</c:v>
                </c:pt>
                <c:pt idx="3791">
                  <c:v>2015-06-08</c:v>
                </c:pt>
                <c:pt idx="3792">
                  <c:v>2015-06-09</c:v>
                </c:pt>
                <c:pt idx="3793">
                  <c:v>2015-06-10</c:v>
                </c:pt>
                <c:pt idx="3794">
                  <c:v>2015-06-11</c:v>
                </c:pt>
                <c:pt idx="3795">
                  <c:v>2015-06-12</c:v>
                </c:pt>
                <c:pt idx="3796">
                  <c:v>2015-06-15</c:v>
                </c:pt>
                <c:pt idx="3797">
                  <c:v>2015-06-16</c:v>
                </c:pt>
                <c:pt idx="3798">
                  <c:v>2015-06-17</c:v>
                </c:pt>
                <c:pt idx="3799">
                  <c:v>2015-06-18</c:v>
                </c:pt>
                <c:pt idx="3800">
                  <c:v>2015-06-19</c:v>
                </c:pt>
                <c:pt idx="3801">
                  <c:v>2015-06-22</c:v>
                </c:pt>
                <c:pt idx="3802">
                  <c:v>2015-06-23</c:v>
                </c:pt>
                <c:pt idx="3803">
                  <c:v>2015-06-24</c:v>
                </c:pt>
                <c:pt idx="3804">
                  <c:v>2015-06-25</c:v>
                </c:pt>
                <c:pt idx="3805">
                  <c:v>2015-06-26</c:v>
                </c:pt>
                <c:pt idx="3806">
                  <c:v>2015-06-29</c:v>
                </c:pt>
                <c:pt idx="3807">
                  <c:v>2015-06-30</c:v>
                </c:pt>
                <c:pt idx="3808">
                  <c:v>2015-07-01</c:v>
                </c:pt>
                <c:pt idx="3809">
                  <c:v>2015-07-02</c:v>
                </c:pt>
                <c:pt idx="3810">
                  <c:v>2015-07-06</c:v>
                </c:pt>
                <c:pt idx="3811">
                  <c:v>2015-07-07</c:v>
                </c:pt>
                <c:pt idx="3812">
                  <c:v>2015-07-08</c:v>
                </c:pt>
                <c:pt idx="3813">
                  <c:v>2015-07-09</c:v>
                </c:pt>
                <c:pt idx="3814">
                  <c:v>2015-07-10</c:v>
                </c:pt>
                <c:pt idx="3815">
                  <c:v>2015-07-13</c:v>
                </c:pt>
                <c:pt idx="3816">
                  <c:v>2015-07-14</c:v>
                </c:pt>
                <c:pt idx="3817">
                  <c:v>2015-07-15</c:v>
                </c:pt>
                <c:pt idx="3818">
                  <c:v>2015-07-16</c:v>
                </c:pt>
                <c:pt idx="3819">
                  <c:v>2015-07-17</c:v>
                </c:pt>
                <c:pt idx="3820">
                  <c:v>2015-07-20</c:v>
                </c:pt>
                <c:pt idx="3821">
                  <c:v>2015-07-21</c:v>
                </c:pt>
                <c:pt idx="3822">
                  <c:v>2015-07-22</c:v>
                </c:pt>
                <c:pt idx="3823">
                  <c:v>2015-07-23</c:v>
                </c:pt>
                <c:pt idx="3824">
                  <c:v>2015-07-24</c:v>
                </c:pt>
                <c:pt idx="3825">
                  <c:v>2015-07-27</c:v>
                </c:pt>
                <c:pt idx="3826">
                  <c:v>2015-07-28</c:v>
                </c:pt>
                <c:pt idx="3827">
                  <c:v>2015-07-29</c:v>
                </c:pt>
                <c:pt idx="3828">
                  <c:v>2015-07-30</c:v>
                </c:pt>
                <c:pt idx="3829">
                  <c:v>2015-07-31</c:v>
                </c:pt>
                <c:pt idx="3830">
                  <c:v>2015-08-03</c:v>
                </c:pt>
                <c:pt idx="3831">
                  <c:v>2015-08-04</c:v>
                </c:pt>
                <c:pt idx="3832">
                  <c:v>2015-08-05</c:v>
                </c:pt>
                <c:pt idx="3833">
                  <c:v>2015-08-06</c:v>
                </c:pt>
                <c:pt idx="3834">
                  <c:v>2015-08-07</c:v>
                </c:pt>
                <c:pt idx="3835">
                  <c:v>2015-08-10</c:v>
                </c:pt>
                <c:pt idx="3836">
                  <c:v>2015-08-11</c:v>
                </c:pt>
                <c:pt idx="3837">
                  <c:v>2015-08-12</c:v>
                </c:pt>
                <c:pt idx="3838">
                  <c:v>2015-08-13</c:v>
                </c:pt>
                <c:pt idx="3839">
                  <c:v>2015-08-14</c:v>
                </c:pt>
                <c:pt idx="3840">
                  <c:v>2015-08-17</c:v>
                </c:pt>
                <c:pt idx="3841">
                  <c:v>2015-08-18</c:v>
                </c:pt>
                <c:pt idx="3842">
                  <c:v>2015-08-19</c:v>
                </c:pt>
                <c:pt idx="3843">
                  <c:v>2015-08-20</c:v>
                </c:pt>
                <c:pt idx="3844">
                  <c:v>2015-08-21</c:v>
                </c:pt>
                <c:pt idx="3845">
                  <c:v>2015-08-24</c:v>
                </c:pt>
                <c:pt idx="3846">
                  <c:v>2015-08-25</c:v>
                </c:pt>
                <c:pt idx="3847">
                  <c:v>2015-08-26</c:v>
                </c:pt>
                <c:pt idx="3848">
                  <c:v>2015-08-27</c:v>
                </c:pt>
                <c:pt idx="3849">
                  <c:v>2015-08-28</c:v>
                </c:pt>
                <c:pt idx="3850">
                  <c:v>2015-08-31</c:v>
                </c:pt>
                <c:pt idx="3851">
                  <c:v>2015-09-01</c:v>
                </c:pt>
                <c:pt idx="3852">
                  <c:v>2015-09-02</c:v>
                </c:pt>
                <c:pt idx="3853">
                  <c:v>2015-09-03</c:v>
                </c:pt>
                <c:pt idx="3854">
                  <c:v>2015-09-04</c:v>
                </c:pt>
                <c:pt idx="3855">
                  <c:v>2015-09-08</c:v>
                </c:pt>
                <c:pt idx="3856">
                  <c:v>2015-09-09</c:v>
                </c:pt>
                <c:pt idx="3857">
                  <c:v>2015-09-10</c:v>
                </c:pt>
                <c:pt idx="3858">
                  <c:v>2015-09-11</c:v>
                </c:pt>
                <c:pt idx="3859">
                  <c:v>2015-09-14</c:v>
                </c:pt>
                <c:pt idx="3860">
                  <c:v>2015-09-15</c:v>
                </c:pt>
                <c:pt idx="3861">
                  <c:v>2015-09-16</c:v>
                </c:pt>
                <c:pt idx="3862">
                  <c:v>2015-09-17</c:v>
                </c:pt>
                <c:pt idx="3863">
                  <c:v>2015-09-18</c:v>
                </c:pt>
                <c:pt idx="3864">
                  <c:v>2015-09-21</c:v>
                </c:pt>
                <c:pt idx="3865">
                  <c:v>2015-09-22</c:v>
                </c:pt>
                <c:pt idx="3866">
                  <c:v>2015-09-23</c:v>
                </c:pt>
                <c:pt idx="3867">
                  <c:v>2015-09-24</c:v>
                </c:pt>
                <c:pt idx="3868">
                  <c:v>2015-09-25</c:v>
                </c:pt>
                <c:pt idx="3869">
                  <c:v>2015-09-28</c:v>
                </c:pt>
                <c:pt idx="3870">
                  <c:v>2015-09-29</c:v>
                </c:pt>
                <c:pt idx="3871">
                  <c:v>2015-09-30</c:v>
                </c:pt>
                <c:pt idx="3872">
                  <c:v>2015-10-01</c:v>
                </c:pt>
                <c:pt idx="3873">
                  <c:v>2015-10-02</c:v>
                </c:pt>
                <c:pt idx="3874">
                  <c:v>2015-10-05</c:v>
                </c:pt>
                <c:pt idx="3875">
                  <c:v>2015-10-06</c:v>
                </c:pt>
                <c:pt idx="3876">
                  <c:v>2015-10-07</c:v>
                </c:pt>
                <c:pt idx="3877">
                  <c:v>2015-10-08</c:v>
                </c:pt>
                <c:pt idx="3878">
                  <c:v>2015-10-09</c:v>
                </c:pt>
                <c:pt idx="3879">
                  <c:v>2015-10-12</c:v>
                </c:pt>
                <c:pt idx="3880">
                  <c:v>2015-10-13</c:v>
                </c:pt>
                <c:pt idx="3881">
                  <c:v>2015-10-14</c:v>
                </c:pt>
                <c:pt idx="3882">
                  <c:v>2015-10-15</c:v>
                </c:pt>
                <c:pt idx="3883">
                  <c:v>2015-10-16</c:v>
                </c:pt>
                <c:pt idx="3884">
                  <c:v>2015-10-19</c:v>
                </c:pt>
                <c:pt idx="3885">
                  <c:v>2015-10-20</c:v>
                </c:pt>
                <c:pt idx="3886">
                  <c:v>2015-10-21</c:v>
                </c:pt>
                <c:pt idx="3887">
                  <c:v>2015-10-22</c:v>
                </c:pt>
                <c:pt idx="3888">
                  <c:v>2015-10-23</c:v>
                </c:pt>
                <c:pt idx="3889">
                  <c:v>2015-10-26</c:v>
                </c:pt>
                <c:pt idx="3890">
                  <c:v>2015-10-27</c:v>
                </c:pt>
                <c:pt idx="3891">
                  <c:v>2015-10-28</c:v>
                </c:pt>
                <c:pt idx="3892">
                  <c:v>2015-10-29</c:v>
                </c:pt>
                <c:pt idx="3893">
                  <c:v>2015-10-30</c:v>
                </c:pt>
                <c:pt idx="3894">
                  <c:v>2015-11-02</c:v>
                </c:pt>
                <c:pt idx="3895">
                  <c:v>2015-11-03</c:v>
                </c:pt>
                <c:pt idx="3896">
                  <c:v>2015-11-04</c:v>
                </c:pt>
                <c:pt idx="3897">
                  <c:v>2015-11-05</c:v>
                </c:pt>
                <c:pt idx="3898">
                  <c:v>2015-11-06</c:v>
                </c:pt>
                <c:pt idx="3899">
                  <c:v>2015-11-09</c:v>
                </c:pt>
                <c:pt idx="3900">
                  <c:v>2015-11-10</c:v>
                </c:pt>
                <c:pt idx="3901">
                  <c:v>2015-11-11</c:v>
                </c:pt>
                <c:pt idx="3902">
                  <c:v>2015-11-12</c:v>
                </c:pt>
                <c:pt idx="3903">
                  <c:v>2015-11-13</c:v>
                </c:pt>
                <c:pt idx="3904">
                  <c:v>2015-11-16</c:v>
                </c:pt>
                <c:pt idx="3905">
                  <c:v>2015-11-17</c:v>
                </c:pt>
                <c:pt idx="3906">
                  <c:v>2015-11-18</c:v>
                </c:pt>
                <c:pt idx="3907">
                  <c:v>2015-11-19</c:v>
                </c:pt>
                <c:pt idx="3908">
                  <c:v>2015-11-20</c:v>
                </c:pt>
                <c:pt idx="3909">
                  <c:v>2015-11-23</c:v>
                </c:pt>
                <c:pt idx="3910">
                  <c:v>2015-11-24</c:v>
                </c:pt>
                <c:pt idx="3911">
                  <c:v>2015-11-25</c:v>
                </c:pt>
                <c:pt idx="3912">
                  <c:v>2015-11-27</c:v>
                </c:pt>
                <c:pt idx="3913">
                  <c:v>2015-11-30</c:v>
                </c:pt>
                <c:pt idx="3914">
                  <c:v>2015-12-01</c:v>
                </c:pt>
                <c:pt idx="3915">
                  <c:v>2015-12-02</c:v>
                </c:pt>
                <c:pt idx="3916">
                  <c:v>2015-12-03</c:v>
                </c:pt>
                <c:pt idx="3917">
                  <c:v>2015-12-04</c:v>
                </c:pt>
                <c:pt idx="3918">
                  <c:v>2015-12-07</c:v>
                </c:pt>
                <c:pt idx="3919">
                  <c:v>2015-12-08</c:v>
                </c:pt>
                <c:pt idx="3920">
                  <c:v>2015-12-09</c:v>
                </c:pt>
                <c:pt idx="3921">
                  <c:v>2015-12-10</c:v>
                </c:pt>
                <c:pt idx="3922">
                  <c:v>2015-12-11</c:v>
                </c:pt>
                <c:pt idx="3923">
                  <c:v>2015-12-14</c:v>
                </c:pt>
                <c:pt idx="3924">
                  <c:v>2015-12-15</c:v>
                </c:pt>
                <c:pt idx="3925">
                  <c:v>2015-12-16</c:v>
                </c:pt>
                <c:pt idx="3926">
                  <c:v>2015-12-17</c:v>
                </c:pt>
                <c:pt idx="3927">
                  <c:v>2015-12-18</c:v>
                </c:pt>
                <c:pt idx="3928">
                  <c:v>2015-12-21</c:v>
                </c:pt>
                <c:pt idx="3929">
                  <c:v>2015-12-22</c:v>
                </c:pt>
                <c:pt idx="3930">
                  <c:v>2015-12-23</c:v>
                </c:pt>
                <c:pt idx="3931">
                  <c:v>2015-12-24</c:v>
                </c:pt>
                <c:pt idx="3932">
                  <c:v>2015-12-28</c:v>
                </c:pt>
                <c:pt idx="3933">
                  <c:v>2015-12-29</c:v>
                </c:pt>
                <c:pt idx="3934">
                  <c:v>2015-12-30</c:v>
                </c:pt>
                <c:pt idx="3935">
                  <c:v>2015-12-31</c:v>
                </c:pt>
                <c:pt idx="3936">
                  <c:v>2016-01-04</c:v>
                </c:pt>
                <c:pt idx="3937">
                  <c:v>2016-01-05</c:v>
                </c:pt>
                <c:pt idx="3938">
                  <c:v>2016-01-06</c:v>
                </c:pt>
                <c:pt idx="3939">
                  <c:v>2016-01-07</c:v>
                </c:pt>
                <c:pt idx="3940">
                  <c:v>2016-01-08</c:v>
                </c:pt>
                <c:pt idx="3941">
                  <c:v>2016-01-11</c:v>
                </c:pt>
                <c:pt idx="3942">
                  <c:v>2016-01-12</c:v>
                </c:pt>
                <c:pt idx="3943">
                  <c:v>2016-01-13</c:v>
                </c:pt>
                <c:pt idx="3944">
                  <c:v>2016-01-14</c:v>
                </c:pt>
                <c:pt idx="3945">
                  <c:v>2016-01-15</c:v>
                </c:pt>
                <c:pt idx="3946">
                  <c:v>2016-01-19</c:v>
                </c:pt>
                <c:pt idx="3947">
                  <c:v>2016-01-20</c:v>
                </c:pt>
                <c:pt idx="3948">
                  <c:v>2016-01-21</c:v>
                </c:pt>
                <c:pt idx="3949">
                  <c:v>2016-01-22</c:v>
                </c:pt>
                <c:pt idx="3950">
                  <c:v>2016-01-25</c:v>
                </c:pt>
                <c:pt idx="3951">
                  <c:v>2016-01-26</c:v>
                </c:pt>
                <c:pt idx="3952">
                  <c:v>2016-01-27</c:v>
                </c:pt>
                <c:pt idx="3953">
                  <c:v>2016-01-28</c:v>
                </c:pt>
                <c:pt idx="3954">
                  <c:v>2016-01-29</c:v>
                </c:pt>
                <c:pt idx="3955">
                  <c:v>2016-02-01</c:v>
                </c:pt>
                <c:pt idx="3956">
                  <c:v>2016-02-02</c:v>
                </c:pt>
                <c:pt idx="3957">
                  <c:v>2016-02-03</c:v>
                </c:pt>
                <c:pt idx="3958">
                  <c:v>2016-02-04</c:v>
                </c:pt>
                <c:pt idx="3959">
                  <c:v>2016-02-05</c:v>
                </c:pt>
                <c:pt idx="3960">
                  <c:v>2016-02-08</c:v>
                </c:pt>
                <c:pt idx="3961">
                  <c:v>2016-02-09</c:v>
                </c:pt>
                <c:pt idx="3962">
                  <c:v>2016-02-10</c:v>
                </c:pt>
                <c:pt idx="3963">
                  <c:v>2016-02-11</c:v>
                </c:pt>
                <c:pt idx="3964">
                  <c:v>2016-02-12</c:v>
                </c:pt>
                <c:pt idx="3965">
                  <c:v>2016-02-16</c:v>
                </c:pt>
                <c:pt idx="3966">
                  <c:v>2016-02-17</c:v>
                </c:pt>
                <c:pt idx="3967">
                  <c:v>2016-02-18</c:v>
                </c:pt>
                <c:pt idx="3968">
                  <c:v>2016-02-19</c:v>
                </c:pt>
                <c:pt idx="3969">
                  <c:v>2016-02-22</c:v>
                </c:pt>
                <c:pt idx="3970">
                  <c:v>2016-02-23</c:v>
                </c:pt>
                <c:pt idx="3971">
                  <c:v>2016-02-24</c:v>
                </c:pt>
                <c:pt idx="3972">
                  <c:v>2016-02-25</c:v>
                </c:pt>
                <c:pt idx="3973">
                  <c:v>2016-02-26</c:v>
                </c:pt>
                <c:pt idx="3974">
                  <c:v>2016-02-29</c:v>
                </c:pt>
                <c:pt idx="3975">
                  <c:v>2016-03-01</c:v>
                </c:pt>
                <c:pt idx="3976">
                  <c:v>2016-03-02</c:v>
                </c:pt>
                <c:pt idx="3977">
                  <c:v>2016-03-03</c:v>
                </c:pt>
                <c:pt idx="3978">
                  <c:v>2016-03-04</c:v>
                </c:pt>
                <c:pt idx="3979">
                  <c:v>2016-03-07</c:v>
                </c:pt>
                <c:pt idx="3980">
                  <c:v>2016-03-08</c:v>
                </c:pt>
                <c:pt idx="3981">
                  <c:v>2016-03-09</c:v>
                </c:pt>
                <c:pt idx="3982">
                  <c:v>2016-03-10</c:v>
                </c:pt>
                <c:pt idx="3983">
                  <c:v>2016-03-11</c:v>
                </c:pt>
                <c:pt idx="3984">
                  <c:v>2016-03-14</c:v>
                </c:pt>
                <c:pt idx="3985">
                  <c:v>2016-03-15</c:v>
                </c:pt>
                <c:pt idx="3986">
                  <c:v>2016-03-16</c:v>
                </c:pt>
                <c:pt idx="3987">
                  <c:v>2016-03-17</c:v>
                </c:pt>
                <c:pt idx="3988">
                  <c:v>2016-03-18</c:v>
                </c:pt>
                <c:pt idx="3989">
                  <c:v>2016-03-21</c:v>
                </c:pt>
                <c:pt idx="3990">
                  <c:v>2016-03-22</c:v>
                </c:pt>
                <c:pt idx="3991">
                  <c:v>2016-03-23</c:v>
                </c:pt>
                <c:pt idx="3992">
                  <c:v>2016-03-24</c:v>
                </c:pt>
                <c:pt idx="3993">
                  <c:v>2016-03-28</c:v>
                </c:pt>
                <c:pt idx="3994">
                  <c:v>2016-03-29</c:v>
                </c:pt>
                <c:pt idx="3995">
                  <c:v>2016-03-30</c:v>
                </c:pt>
                <c:pt idx="3996">
                  <c:v>2016-03-31</c:v>
                </c:pt>
                <c:pt idx="3997">
                  <c:v>2016-04-01</c:v>
                </c:pt>
                <c:pt idx="3998">
                  <c:v>2016-04-04</c:v>
                </c:pt>
                <c:pt idx="3999">
                  <c:v>2016-04-05</c:v>
                </c:pt>
                <c:pt idx="4000">
                  <c:v>2016-04-06</c:v>
                </c:pt>
                <c:pt idx="4001">
                  <c:v>2016-04-07</c:v>
                </c:pt>
                <c:pt idx="4002">
                  <c:v>2016-04-08</c:v>
                </c:pt>
                <c:pt idx="4003">
                  <c:v>2016-04-11</c:v>
                </c:pt>
                <c:pt idx="4004">
                  <c:v>2016-04-12</c:v>
                </c:pt>
                <c:pt idx="4005">
                  <c:v>2016-04-13</c:v>
                </c:pt>
                <c:pt idx="4006">
                  <c:v>2016-04-14</c:v>
                </c:pt>
                <c:pt idx="4007">
                  <c:v>2016-04-15</c:v>
                </c:pt>
                <c:pt idx="4008">
                  <c:v>2016-04-18</c:v>
                </c:pt>
                <c:pt idx="4009">
                  <c:v>2016-04-19</c:v>
                </c:pt>
                <c:pt idx="4010">
                  <c:v>2016-04-20</c:v>
                </c:pt>
                <c:pt idx="4011">
                  <c:v>2016-04-21</c:v>
                </c:pt>
                <c:pt idx="4012">
                  <c:v>2016-04-22</c:v>
                </c:pt>
                <c:pt idx="4013">
                  <c:v>2016-04-25</c:v>
                </c:pt>
                <c:pt idx="4014">
                  <c:v>2016-04-26</c:v>
                </c:pt>
                <c:pt idx="4015">
                  <c:v>2016-04-27</c:v>
                </c:pt>
                <c:pt idx="4016">
                  <c:v>2016-04-28</c:v>
                </c:pt>
                <c:pt idx="4017">
                  <c:v>2016-04-29</c:v>
                </c:pt>
                <c:pt idx="4018">
                  <c:v>2016-05-02</c:v>
                </c:pt>
                <c:pt idx="4019">
                  <c:v>2016-05-03</c:v>
                </c:pt>
                <c:pt idx="4020">
                  <c:v>2016-05-04</c:v>
                </c:pt>
                <c:pt idx="4021">
                  <c:v>2016-05-05</c:v>
                </c:pt>
                <c:pt idx="4022">
                  <c:v>2016-05-06</c:v>
                </c:pt>
                <c:pt idx="4023">
                  <c:v>2016-05-09</c:v>
                </c:pt>
                <c:pt idx="4024">
                  <c:v>2016-05-10</c:v>
                </c:pt>
                <c:pt idx="4025">
                  <c:v>2016-05-11</c:v>
                </c:pt>
                <c:pt idx="4026">
                  <c:v>2016-05-12</c:v>
                </c:pt>
                <c:pt idx="4027">
                  <c:v>2016-05-13</c:v>
                </c:pt>
                <c:pt idx="4028">
                  <c:v>2016-05-16</c:v>
                </c:pt>
                <c:pt idx="4029">
                  <c:v>2016-05-17</c:v>
                </c:pt>
                <c:pt idx="4030">
                  <c:v>2016-05-18</c:v>
                </c:pt>
                <c:pt idx="4031">
                  <c:v>2016-05-19</c:v>
                </c:pt>
                <c:pt idx="4032">
                  <c:v>2016-05-20</c:v>
                </c:pt>
                <c:pt idx="4033">
                  <c:v>2016-05-23</c:v>
                </c:pt>
                <c:pt idx="4034">
                  <c:v>2016-05-24</c:v>
                </c:pt>
                <c:pt idx="4035">
                  <c:v>2016-05-25</c:v>
                </c:pt>
                <c:pt idx="4036">
                  <c:v>2016-05-26</c:v>
                </c:pt>
                <c:pt idx="4037">
                  <c:v>2016-05-27</c:v>
                </c:pt>
                <c:pt idx="4038">
                  <c:v>2016-05-31</c:v>
                </c:pt>
                <c:pt idx="4039">
                  <c:v>2016-06-01</c:v>
                </c:pt>
                <c:pt idx="4040">
                  <c:v>2016-06-02</c:v>
                </c:pt>
                <c:pt idx="4041">
                  <c:v>2016-06-03</c:v>
                </c:pt>
                <c:pt idx="4042">
                  <c:v>2016-06-06</c:v>
                </c:pt>
                <c:pt idx="4043">
                  <c:v>2016-06-07</c:v>
                </c:pt>
                <c:pt idx="4044">
                  <c:v>2016-06-08</c:v>
                </c:pt>
                <c:pt idx="4045">
                  <c:v>2016-06-09</c:v>
                </c:pt>
                <c:pt idx="4046">
                  <c:v>2016-06-10</c:v>
                </c:pt>
                <c:pt idx="4047">
                  <c:v>2016-06-13</c:v>
                </c:pt>
                <c:pt idx="4048">
                  <c:v>2016-06-14</c:v>
                </c:pt>
                <c:pt idx="4049">
                  <c:v>2016-06-15</c:v>
                </c:pt>
                <c:pt idx="4050">
                  <c:v>2016-06-16</c:v>
                </c:pt>
                <c:pt idx="4051">
                  <c:v>2016-06-17</c:v>
                </c:pt>
                <c:pt idx="4052">
                  <c:v>2016-06-20</c:v>
                </c:pt>
                <c:pt idx="4053">
                  <c:v>2016-06-21</c:v>
                </c:pt>
                <c:pt idx="4054">
                  <c:v>2016-06-22</c:v>
                </c:pt>
                <c:pt idx="4055">
                  <c:v>2016-06-23</c:v>
                </c:pt>
                <c:pt idx="4056">
                  <c:v>2016-06-24</c:v>
                </c:pt>
                <c:pt idx="4057">
                  <c:v>2016-06-27</c:v>
                </c:pt>
                <c:pt idx="4058">
                  <c:v>2016-06-28</c:v>
                </c:pt>
                <c:pt idx="4059">
                  <c:v>2016-06-29</c:v>
                </c:pt>
                <c:pt idx="4060">
                  <c:v>2016-06-30</c:v>
                </c:pt>
                <c:pt idx="4061">
                  <c:v>2016-07-01</c:v>
                </c:pt>
                <c:pt idx="4062">
                  <c:v>2016-07-05</c:v>
                </c:pt>
                <c:pt idx="4063">
                  <c:v>2016-07-06</c:v>
                </c:pt>
                <c:pt idx="4064">
                  <c:v>2016-07-07</c:v>
                </c:pt>
                <c:pt idx="4065">
                  <c:v>2016-07-08</c:v>
                </c:pt>
                <c:pt idx="4066">
                  <c:v>2016-07-11</c:v>
                </c:pt>
                <c:pt idx="4067">
                  <c:v>2016-07-12</c:v>
                </c:pt>
                <c:pt idx="4068">
                  <c:v>2016-07-13</c:v>
                </c:pt>
                <c:pt idx="4069">
                  <c:v>2016-07-14</c:v>
                </c:pt>
                <c:pt idx="4070">
                  <c:v>2016-07-15</c:v>
                </c:pt>
                <c:pt idx="4071">
                  <c:v>2016-07-18</c:v>
                </c:pt>
                <c:pt idx="4072">
                  <c:v>2016-07-19</c:v>
                </c:pt>
                <c:pt idx="4073">
                  <c:v>2016-07-20</c:v>
                </c:pt>
                <c:pt idx="4074">
                  <c:v>2016-07-21</c:v>
                </c:pt>
                <c:pt idx="4075">
                  <c:v>2016-07-22</c:v>
                </c:pt>
                <c:pt idx="4076">
                  <c:v>2016-07-25</c:v>
                </c:pt>
                <c:pt idx="4077">
                  <c:v>2016-07-26</c:v>
                </c:pt>
                <c:pt idx="4078">
                  <c:v>2016-07-27</c:v>
                </c:pt>
                <c:pt idx="4079">
                  <c:v>2016-07-28</c:v>
                </c:pt>
                <c:pt idx="4080">
                  <c:v>2016-07-29</c:v>
                </c:pt>
                <c:pt idx="4081">
                  <c:v>2016-08-01</c:v>
                </c:pt>
                <c:pt idx="4082">
                  <c:v>2016-08-02</c:v>
                </c:pt>
                <c:pt idx="4083">
                  <c:v>2016-08-03</c:v>
                </c:pt>
                <c:pt idx="4084">
                  <c:v>2016-08-04</c:v>
                </c:pt>
                <c:pt idx="4085">
                  <c:v>2016-08-05</c:v>
                </c:pt>
                <c:pt idx="4086">
                  <c:v>2016-08-08</c:v>
                </c:pt>
                <c:pt idx="4087">
                  <c:v>2016-08-09</c:v>
                </c:pt>
                <c:pt idx="4088">
                  <c:v>2016-08-10</c:v>
                </c:pt>
                <c:pt idx="4089">
                  <c:v>2016-08-11</c:v>
                </c:pt>
                <c:pt idx="4090">
                  <c:v>2016-08-12</c:v>
                </c:pt>
                <c:pt idx="4091">
                  <c:v>2016-08-15</c:v>
                </c:pt>
                <c:pt idx="4092">
                  <c:v>2016-08-16</c:v>
                </c:pt>
                <c:pt idx="4093">
                  <c:v>2016-08-17</c:v>
                </c:pt>
                <c:pt idx="4094">
                  <c:v>2016-08-18</c:v>
                </c:pt>
                <c:pt idx="4095">
                  <c:v>2016-08-22</c:v>
                </c:pt>
                <c:pt idx="4096">
                  <c:v>2016-08-23</c:v>
                </c:pt>
                <c:pt idx="4097">
                  <c:v>2016-08-24</c:v>
                </c:pt>
                <c:pt idx="4098">
                  <c:v>2016-08-25</c:v>
                </c:pt>
                <c:pt idx="4099">
                  <c:v>2016-08-26</c:v>
                </c:pt>
                <c:pt idx="4100">
                  <c:v>2016-08-29</c:v>
                </c:pt>
                <c:pt idx="4101">
                  <c:v>2016-08-30</c:v>
                </c:pt>
                <c:pt idx="4102">
                  <c:v>2016-08-31</c:v>
                </c:pt>
                <c:pt idx="4103">
                  <c:v>2016-09-01</c:v>
                </c:pt>
                <c:pt idx="4104">
                  <c:v>2016-09-02</c:v>
                </c:pt>
                <c:pt idx="4105">
                  <c:v>2016-09-06</c:v>
                </c:pt>
                <c:pt idx="4106">
                  <c:v>2016-09-07</c:v>
                </c:pt>
                <c:pt idx="4107">
                  <c:v>2016-09-08</c:v>
                </c:pt>
                <c:pt idx="4108">
                  <c:v>2016-09-09</c:v>
                </c:pt>
                <c:pt idx="4109">
                  <c:v>2016-09-12</c:v>
                </c:pt>
                <c:pt idx="4110">
                  <c:v>2016-09-13</c:v>
                </c:pt>
                <c:pt idx="4111">
                  <c:v>2016-09-14</c:v>
                </c:pt>
                <c:pt idx="4112">
                  <c:v>2016-09-15</c:v>
                </c:pt>
                <c:pt idx="4113">
                  <c:v>2016-09-16</c:v>
                </c:pt>
                <c:pt idx="4114">
                  <c:v>2016-09-19</c:v>
                </c:pt>
                <c:pt idx="4115">
                  <c:v>2016-09-20</c:v>
                </c:pt>
                <c:pt idx="4116">
                  <c:v>2016-09-21</c:v>
                </c:pt>
                <c:pt idx="4117">
                  <c:v>2016-09-22</c:v>
                </c:pt>
                <c:pt idx="4118">
                  <c:v>2016-09-23</c:v>
                </c:pt>
                <c:pt idx="4119">
                  <c:v>2016-09-26</c:v>
                </c:pt>
                <c:pt idx="4120">
                  <c:v>2016-09-27</c:v>
                </c:pt>
                <c:pt idx="4121">
                  <c:v>2016-09-28</c:v>
                </c:pt>
                <c:pt idx="4122">
                  <c:v>2016-09-29</c:v>
                </c:pt>
                <c:pt idx="4123">
                  <c:v>2016-09-30</c:v>
                </c:pt>
                <c:pt idx="4124">
                  <c:v>2016-10-03</c:v>
                </c:pt>
                <c:pt idx="4125">
                  <c:v>2016-10-04</c:v>
                </c:pt>
                <c:pt idx="4126">
                  <c:v>2016-10-05</c:v>
                </c:pt>
                <c:pt idx="4127">
                  <c:v>2016-10-06</c:v>
                </c:pt>
                <c:pt idx="4128">
                  <c:v>2016-10-07</c:v>
                </c:pt>
                <c:pt idx="4129">
                  <c:v>2016-10-10</c:v>
                </c:pt>
                <c:pt idx="4130">
                  <c:v>2016-10-11</c:v>
                </c:pt>
                <c:pt idx="4131">
                  <c:v>2016-10-12</c:v>
                </c:pt>
                <c:pt idx="4132">
                  <c:v>2016-10-13</c:v>
                </c:pt>
                <c:pt idx="4133">
                  <c:v>2016-10-14</c:v>
                </c:pt>
                <c:pt idx="4134">
                  <c:v>2016-10-17</c:v>
                </c:pt>
                <c:pt idx="4135">
                  <c:v>2016-10-18</c:v>
                </c:pt>
                <c:pt idx="4136">
                  <c:v>2016-10-19</c:v>
                </c:pt>
                <c:pt idx="4137">
                  <c:v>2016-10-20</c:v>
                </c:pt>
                <c:pt idx="4138">
                  <c:v>2016-10-21</c:v>
                </c:pt>
                <c:pt idx="4139">
                  <c:v>2016-10-24</c:v>
                </c:pt>
                <c:pt idx="4140">
                  <c:v>2016-10-25</c:v>
                </c:pt>
                <c:pt idx="4141">
                  <c:v>2016-10-26</c:v>
                </c:pt>
                <c:pt idx="4142">
                  <c:v>2016-10-27</c:v>
                </c:pt>
                <c:pt idx="4143">
                  <c:v>2016-10-28</c:v>
                </c:pt>
                <c:pt idx="4144">
                  <c:v>2016-10-31</c:v>
                </c:pt>
                <c:pt idx="4145">
                  <c:v>2016-11-01</c:v>
                </c:pt>
                <c:pt idx="4146">
                  <c:v>2016-11-02</c:v>
                </c:pt>
                <c:pt idx="4147">
                  <c:v>2016-11-03</c:v>
                </c:pt>
                <c:pt idx="4148">
                  <c:v>2016-11-04</c:v>
                </c:pt>
                <c:pt idx="4149">
                  <c:v>2016-11-07</c:v>
                </c:pt>
                <c:pt idx="4150">
                  <c:v>2016-11-09</c:v>
                </c:pt>
                <c:pt idx="4151">
                  <c:v>2016-11-10</c:v>
                </c:pt>
                <c:pt idx="4152">
                  <c:v>2016-11-11</c:v>
                </c:pt>
                <c:pt idx="4153">
                  <c:v>2016-11-14</c:v>
                </c:pt>
                <c:pt idx="4154">
                  <c:v>2016-11-15</c:v>
                </c:pt>
                <c:pt idx="4155">
                  <c:v>2016-11-16</c:v>
                </c:pt>
                <c:pt idx="4156">
                  <c:v>2016-11-17</c:v>
                </c:pt>
                <c:pt idx="4157">
                  <c:v>2016-11-18</c:v>
                </c:pt>
                <c:pt idx="4158">
                  <c:v>2016-11-21</c:v>
                </c:pt>
                <c:pt idx="4159">
                  <c:v>2016-11-22</c:v>
                </c:pt>
                <c:pt idx="4160">
                  <c:v>2016-11-23</c:v>
                </c:pt>
                <c:pt idx="4161">
                  <c:v>2016-11-25</c:v>
                </c:pt>
                <c:pt idx="4162">
                  <c:v>2016-11-28</c:v>
                </c:pt>
                <c:pt idx="4163">
                  <c:v>2016-11-29</c:v>
                </c:pt>
                <c:pt idx="4164">
                  <c:v>2016-11-30</c:v>
                </c:pt>
                <c:pt idx="4165">
                  <c:v>2016-12-01</c:v>
                </c:pt>
                <c:pt idx="4166">
                  <c:v>2016-12-02</c:v>
                </c:pt>
                <c:pt idx="4167">
                  <c:v>2016-12-05</c:v>
                </c:pt>
                <c:pt idx="4168">
                  <c:v>2016-12-06</c:v>
                </c:pt>
                <c:pt idx="4169">
                  <c:v>2016-12-07</c:v>
                </c:pt>
                <c:pt idx="4170">
                  <c:v>2016-12-08</c:v>
                </c:pt>
                <c:pt idx="4171">
                  <c:v>2016-12-09</c:v>
                </c:pt>
                <c:pt idx="4172">
                  <c:v>2016-12-12</c:v>
                </c:pt>
                <c:pt idx="4173">
                  <c:v>2016-12-13</c:v>
                </c:pt>
                <c:pt idx="4174">
                  <c:v>2016-12-14</c:v>
                </c:pt>
                <c:pt idx="4175">
                  <c:v>2016-12-15</c:v>
                </c:pt>
                <c:pt idx="4176">
                  <c:v>2016-12-16</c:v>
                </c:pt>
                <c:pt idx="4177">
                  <c:v>2016-12-19</c:v>
                </c:pt>
                <c:pt idx="4178">
                  <c:v>2016-12-20</c:v>
                </c:pt>
                <c:pt idx="4179">
                  <c:v>2016-12-21</c:v>
                </c:pt>
                <c:pt idx="4180">
                  <c:v>2016-12-22</c:v>
                </c:pt>
                <c:pt idx="4181">
                  <c:v>2016-12-23</c:v>
                </c:pt>
                <c:pt idx="4182">
                  <c:v>2016-12-27</c:v>
                </c:pt>
                <c:pt idx="4183">
                  <c:v>2016-12-28</c:v>
                </c:pt>
                <c:pt idx="4184">
                  <c:v>2016-12-29</c:v>
                </c:pt>
                <c:pt idx="4185">
                  <c:v>2016-12-30</c:v>
                </c:pt>
                <c:pt idx="4186">
                  <c:v>2017-01-03</c:v>
                </c:pt>
                <c:pt idx="4187">
                  <c:v>2017-01-04</c:v>
                </c:pt>
                <c:pt idx="4188">
                  <c:v>2017-01-05</c:v>
                </c:pt>
                <c:pt idx="4189">
                  <c:v>2017-01-06</c:v>
                </c:pt>
                <c:pt idx="4190">
                  <c:v>2017-01-09</c:v>
                </c:pt>
                <c:pt idx="4191">
                  <c:v>2017-01-10</c:v>
                </c:pt>
                <c:pt idx="4192">
                  <c:v>2017-01-11</c:v>
                </c:pt>
                <c:pt idx="4193">
                  <c:v>2017-01-12</c:v>
                </c:pt>
                <c:pt idx="4194">
                  <c:v>2017-01-13</c:v>
                </c:pt>
                <c:pt idx="4195">
                  <c:v>2017-01-17</c:v>
                </c:pt>
                <c:pt idx="4196">
                  <c:v>2017-01-18</c:v>
                </c:pt>
                <c:pt idx="4197">
                  <c:v>2017-01-19</c:v>
                </c:pt>
                <c:pt idx="4198">
                  <c:v>2017-01-20</c:v>
                </c:pt>
                <c:pt idx="4199">
                  <c:v>2017-01-23</c:v>
                </c:pt>
                <c:pt idx="4200">
                  <c:v>2017-01-24</c:v>
                </c:pt>
                <c:pt idx="4201">
                  <c:v>2017-01-25</c:v>
                </c:pt>
                <c:pt idx="4202">
                  <c:v>2017-01-26</c:v>
                </c:pt>
                <c:pt idx="4203">
                  <c:v>2017-01-27</c:v>
                </c:pt>
                <c:pt idx="4204">
                  <c:v>2017-01-30</c:v>
                </c:pt>
                <c:pt idx="4205">
                  <c:v>2017-01-31</c:v>
                </c:pt>
                <c:pt idx="4206">
                  <c:v>2017-02-01</c:v>
                </c:pt>
                <c:pt idx="4207">
                  <c:v>2017-02-02</c:v>
                </c:pt>
                <c:pt idx="4208">
                  <c:v>2017-02-03</c:v>
                </c:pt>
                <c:pt idx="4209">
                  <c:v>2017-02-06</c:v>
                </c:pt>
                <c:pt idx="4210">
                  <c:v>2017-02-07</c:v>
                </c:pt>
                <c:pt idx="4211">
                  <c:v>2017-02-08</c:v>
                </c:pt>
                <c:pt idx="4212">
                  <c:v>2017-02-09</c:v>
                </c:pt>
                <c:pt idx="4213">
                  <c:v>2017-02-10</c:v>
                </c:pt>
                <c:pt idx="4214">
                  <c:v>2017-02-13</c:v>
                </c:pt>
                <c:pt idx="4215">
                  <c:v>2017-02-14</c:v>
                </c:pt>
                <c:pt idx="4216">
                  <c:v>2017-02-15</c:v>
                </c:pt>
                <c:pt idx="4217">
                  <c:v>2017-02-16</c:v>
                </c:pt>
                <c:pt idx="4218">
                  <c:v>2017-02-17</c:v>
                </c:pt>
                <c:pt idx="4219">
                  <c:v>2017-02-21</c:v>
                </c:pt>
                <c:pt idx="4220">
                  <c:v>2017-02-22</c:v>
                </c:pt>
                <c:pt idx="4221">
                  <c:v>2017-02-23</c:v>
                </c:pt>
                <c:pt idx="4222">
                  <c:v>2017-02-24</c:v>
                </c:pt>
                <c:pt idx="4223">
                  <c:v>2017-02-27</c:v>
                </c:pt>
                <c:pt idx="4224">
                  <c:v>2017-02-28</c:v>
                </c:pt>
                <c:pt idx="4225">
                  <c:v>2017-03-01</c:v>
                </c:pt>
                <c:pt idx="4226">
                  <c:v>2017-03-02</c:v>
                </c:pt>
                <c:pt idx="4227">
                  <c:v>2017-03-03</c:v>
                </c:pt>
                <c:pt idx="4228">
                  <c:v>2017-03-06</c:v>
                </c:pt>
                <c:pt idx="4229">
                  <c:v>2017-03-07</c:v>
                </c:pt>
                <c:pt idx="4230">
                  <c:v>2017-03-08</c:v>
                </c:pt>
                <c:pt idx="4231">
                  <c:v>2017-03-09</c:v>
                </c:pt>
                <c:pt idx="4232">
                  <c:v>2017-03-10</c:v>
                </c:pt>
                <c:pt idx="4233">
                  <c:v>2017-03-13</c:v>
                </c:pt>
                <c:pt idx="4234">
                  <c:v>2017-03-14</c:v>
                </c:pt>
                <c:pt idx="4235">
                  <c:v>2017-03-15</c:v>
                </c:pt>
                <c:pt idx="4236">
                  <c:v>2017-03-16</c:v>
                </c:pt>
                <c:pt idx="4237">
                  <c:v>2017-03-17</c:v>
                </c:pt>
                <c:pt idx="4238">
                  <c:v>2017-03-20</c:v>
                </c:pt>
                <c:pt idx="4239">
                  <c:v>2017-03-21</c:v>
                </c:pt>
                <c:pt idx="4240">
                  <c:v>2017-03-22</c:v>
                </c:pt>
                <c:pt idx="4241">
                  <c:v>2017-03-23</c:v>
                </c:pt>
                <c:pt idx="4242">
                  <c:v>2017-03-24</c:v>
                </c:pt>
                <c:pt idx="4243">
                  <c:v>2017-03-27</c:v>
                </c:pt>
                <c:pt idx="4244">
                  <c:v>2017-03-28</c:v>
                </c:pt>
                <c:pt idx="4245">
                  <c:v>2017-03-29</c:v>
                </c:pt>
                <c:pt idx="4246">
                  <c:v>2017-03-30</c:v>
                </c:pt>
                <c:pt idx="4247">
                  <c:v>2017-03-31</c:v>
                </c:pt>
                <c:pt idx="4248">
                  <c:v>2017-04-03</c:v>
                </c:pt>
                <c:pt idx="4249">
                  <c:v>2017-04-04</c:v>
                </c:pt>
                <c:pt idx="4250">
                  <c:v>2017-04-05</c:v>
                </c:pt>
                <c:pt idx="4251">
                  <c:v>2017-04-06</c:v>
                </c:pt>
                <c:pt idx="4252">
                  <c:v>2017-04-07</c:v>
                </c:pt>
                <c:pt idx="4253">
                  <c:v>2017-04-10</c:v>
                </c:pt>
                <c:pt idx="4254">
                  <c:v>2017-04-11</c:v>
                </c:pt>
                <c:pt idx="4255">
                  <c:v>2017-04-12</c:v>
                </c:pt>
                <c:pt idx="4256">
                  <c:v>2017-04-13</c:v>
                </c:pt>
                <c:pt idx="4257">
                  <c:v>2017-04-17</c:v>
                </c:pt>
                <c:pt idx="4258">
                  <c:v>2017-04-18</c:v>
                </c:pt>
                <c:pt idx="4259">
                  <c:v>2017-04-19</c:v>
                </c:pt>
                <c:pt idx="4260">
                  <c:v>2017-04-21</c:v>
                </c:pt>
                <c:pt idx="4261">
                  <c:v>2017-04-24</c:v>
                </c:pt>
                <c:pt idx="4262">
                  <c:v>2017-04-25</c:v>
                </c:pt>
                <c:pt idx="4263">
                  <c:v>2017-04-26</c:v>
                </c:pt>
                <c:pt idx="4264">
                  <c:v>2017-04-27</c:v>
                </c:pt>
                <c:pt idx="4265">
                  <c:v>2017-04-28</c:v>
                </c:pt>
                <c:pt idx="4266">
                  <c:v>2017-05-01</c:v>
                </c:pt>
                <c:pt idx="4267">
                  <c:v>2017-05-02</c:v>
                </c:pt>
                <c:pt idx="4268">
                  <c:v>2017-05-03</c:v>
                </c:pt>
                <c:pt idx="4269">
                  <c:v>2017-05-04</c:v>
                </c:pt>
                <c:pt idx="4270">
                  <c:v>2017-05-05</c:v>
                </c:pt>
                <c:pt idx="4271">
                  <c:v>2017-05-08</c:v>
                </c:pt>
                <c:pt idx="4272">
                  <c:v>2017-05-09</c:v>
                </c:pt>
                <c:pt idx="4273">
                  <c:v>2017-05-10</c:v>
                </c:pt>
                <c:pt idx="4274">
                  <c:v>2017-05-11</c:v>
                </c:pt>
                <c:pt idx="4275">
                  <c:v>2017-05-12</c:v>
                </c:pt>
                <c:pt idx="4276">
                  <c:v>2017-05-15</c:v>
                </c:pt>
                <c:pt idx="4277">
                  <c:v>2017-05-16</c:v>
                </c:pt>
                <c:pt idx="4278">
                  <c:v>2017-05-17</c:v>
                </c:pt>
                <c:pt idx="4279">
                  <c:v>2017-05-18</c:v>
                </c:pt>
                <c:pt idx="4280">
                  <c:v>2017-05-19</c:v>
                </c:pt>
                <c:pt idx="4281">
                  <c:v>2017-05-22</c:v>
                </c:pt>
                <c:pt idx="4282">
                  <c:v>2017-05-23</c:v>
                </c:pt>
                <c:pt idx="4283">
                  <c:v>2017-05-24</c:v>
                </c:pt>
                <c:pt idx="4284">
                  <c:v>2017-05-25</c:v>
                </c:pt>
                <c:pt idx="4285">
                  <c:v>2017-05-26</c:v>
                </c:pt>
                <c:pt idx="4286">
                  <c:v>2017-05-30</c:v>
                </c:pt>
                <c:pt idx="4287">
                  <c:v>2017-05-31</c:v>
                </c:pt>
                <c:pt idx="4288">
                  <c:v>2017-06-01</c:v>
                </c:pt>
                <c:pt idx="4289">
                  <c:v>2017-06-02</c:v>
                </c:pt>
                <c:pt idx="4290">
                  <c:v>2017-06-05</c:v>
                </c:pt>
                <c:pt idx="4291">
                  <c:v>2017-06-06</c:v>
                </c:pt>
                <c:pt idx="4292">
                  <c:v>2017-06-07</c:v>
                </c:pt>
                <c:pt idx="4293">
                  <c:v>2017-06-08</c:v>
                </c:pt>
                <c:pt idx="4294">
                  <c:v>2017-06-09</c:v>
                </c:pt>
                <c:pt idx="4295">
                  <c:v>2017-06-12</c:v>
                </c:pt>
                <c:pt idx="4296">
                  <c:v>2017-06-13</c:v>
                </c:pt>
                <c:pt idx="4297">
                  <c:v>2017-06-14</c:v>
                </c:pt>
                <c:pt idx="4298">
                  <c:v>2017-06-15</c:v>
                </c:pt>
                <c:pt idx="4299">
                  <c:v>2017-06-16</c:v>
                </c:pt>
                <c:pt idx="4300">
                  <c:v>2017-06-19</c:v>
                </c:pt>
                <c:pt idx="4301">
                  <c:v>2017-06-20</c:v>
                </c:pt>
                <c:pt idx="4302">
                  <c:v>2017-06-21</c:v>
                </c:pt>
                <c:pt idx="4303">
                  <c:v>2017-06-22</c:v>
                </c:pt>
                <c:pt idx="4304">
                  <c:v>2017-06-23</c:v>
                </c:pt>
                <c:pt idx="4305">
                  <c:v>2017-06-26</c:v>
                </c:pt>
                <c:pt idx="4306">
                  <c:v>2017-06-27</c:v>
                </c:pt>
                <c:pt idx="4307">
                  <c:v>2017-06-28</c:v>
                </c:pt>
                <c:pt idx="4308">
                  <c:v>2017-06-29</c:v>
                </c:pt>
                <c:pt idx="4309">
                  <c:v>2017-06-30</c:v>
                </c:pt>
                <c:pt idx="4310">
                  <c:v>2017-07-03</c:v>
                </c:pt>
                <c:pt idx="4311">
                  <c:v>2017-07-05</c:v>
                </c:pt>
                <c:pt idx="4312">
                  <c:v>2017-07-06</c:v>
                </c:pt>
                <c:pt idx="4313">
                  <c:v>2017-07-07</c:v>
                </c:pt>
                <c:pt idx="4314">
                  <c:v>2017-07-10</c:v>
                </c:pt>
                <c:pt idx="4315">
                  <c:v>2017-07-11</c:v>
                </c:pt>
                <c:pt idx="4316">
                  <c:v>2017-07-12</c:v>
                </c:pt>
                <c:pt idx="4317">
                  <c:v>2017-07-13</c:v>
                </c:pt>
                <c:pt idx="4318">
                  <c:v>2017-07-14</c:v>
                </c:pt>
                <c:pt idx="4319">
                  <c:v>2017-07-17</c:v>
                </c:pt>
                <c:pt idx="4320">
                  <c:v>2017-07-18</c:v>
                </c:pt>
                <c:pt idx="4321">
                  <c:v>2017-07-19</c:v>
                </c:pt>
                <c:pt idx="4322">
                  <c:v>2017-07-20</c:v>
                </c:pt>
                <c:pt idx="4323">
                  <c:v>2017-07-21</c:v>
                </c:pt>
                <c:pt idx="4324">
                  <c:v>2017-07-24</c:v>
                </c:pt>
                <c:pt idx="4325">
                  <c:v>2017-07-25</c:v>
                </c:pt>
                <c:pt idx="4326">
                  <c:v>2017-07-26</c:v>
                </c:pt>
                <c:pt idx="4327">
                  <c:v>2017-07-27</c:v>
                </c:pt>
                <c:pt idx="4328">
                  <c:v>2017-07-28</c:v>
                </c:pt>
                <c:pt idx="4329">
                  <c:v>2017-07-31</c:v>
                </c:pt>
                <c:pt idx="4330">
                  <c:v>2017-08-01</c:v>
                </c:pt>
                <c:pt idx="4331">
                  <c:v>2017-08-02</c:v>
                </c:pt>
                <c:pt idx="4332">
                  <c:v>2017-08-03</c:v>
                </c:pt>
                <c:pt idx="4333">
                  <c:v>2017-08-04</c:v>
                </c:pt>
                <c:pt idx="4334">
                  <c:v>2017-08-07</c:v>
                </c:pt>
                <c:pt idx="4335">
                  <c:v>2017-08-08</c:v>
                </c:pt>
                <c:pt idx="4336">
                  <c:v>2017-08-09</c:v>
                </c:pt>
                <c:pt idx="4337">
                  <c:v>2017-08-10</c:v>
                </c:pt>
                <c:pt idx="4338">
                  <c:v>2017-08-11</c:v>
                </c:pt>
                <c:pt idx="4339">
                  <c:v>2017-08-14</c:v>
                </c:pt>
                <c:pt idx="4340">
                  <c:v>2017-08-15</c:v>
                </c:pt>
                <c:pt idx="4341">
                  <c:v>2017-08-16</c:v>
                </c:pt>
                <c:pt idx="4342">
                  <c:v>2017-08-17</c:v>
                </c:pt>
                <c:pt idx="4343">
                  <c:v>2017-08-18</c:v>
                </c:pt>
                <c:pt idx="4344">
                  <c:v>2017-08-21</c:v>
                </c:pt>
                <c:pt idx="4345">
                  <c:v>2017-08-22</c:v>
                </c:pt>
                <c:pt idx="4346">
                  <c:v>2017-08-23</c:v>
                </c:pt>
                <c:pt idx="4347">
                  <c:v>2017-08-24</c:v>
                </c:pt>
                <c:pt idx="4348">
                  <c:v>2017-08-25</c:v>
                </c:pt>
                <c:pt idx="4349">
                  <c:v>2017-08-28</c:v>
                </c:pt>
                <c:pt idx="4350">
                  <c:v>2017-08-29</c:v>
                </c:pt>
                <c:pt idx="4351">
                  <c:v>2017-08-30</c:v>
                </c:pt>
                <c:pt idx="4352">
                  <c:v>2017-08-31</c:v>
                </c:pt>
                <c:pt idx="4353">
                  <c:v>2017-09-01</c:v>
                </c:pt>
                <c:pt idx="4354">
                  <c:v>2017-09-05</c:v>
                </c:pt>
                <c:pt idx="4355">
                  <c:v>2017-09-06</c:v>
                </c:pt>
                <c:pt idx="4356">
                  <c:v>2017-09-07</c:v>
                </c:pt>
                <c:pt idx="4357">
                  <c:v>2017-09-08</c:v>
                </c:pt>
                <c:pt idx="4358">
                  <c:v>2017-09-11</c:v>
                </c:pt>
                <c:pt idx="4359">
                  <c:v>2017-09-12</c:v>
                </c:pt>
                <c:pt idx="4360">
                  <c:v>2017-09-13</c:v>
                </c:pt>
                <c:pt idx="4361">
                  <c:v>2017-09-14</c:v>
                </c:pt>
                <c:pt idx="4362">
                  <c:v>2017-09-15</c:v>
                </c:pt>
                <c:pt idx="4363">
                  <c:v>2017-09-18</c:v>
                </c:pt>
                <c:pt idx="4364">
                  <c:v>2017-09-19</c:v>
                </c:pt>
                <c:pt idx="4365">
                  <c:v>2017-09-20</c:v>
                </c:pt>
                <c:pt idx="4366">
                  <c:v>2017-09-21</c:v>
                </c:pt>
                <c:pt idx="4367">
                  <c:v>2017-09-22</c:v>
                </c:pt>
                <c:pt idx="4368">
                  <c:v>2017-09-25</c:v>
                </c:pt>
                <c:pt idx="4369">
                  <c:v>2017-09-26</c:v>
                </c:pt>
                <c:pt idx="4370">
                  <c:v>2017-09-27</c:v>
                </c:pt>
                <c:pt idx="4371">
                  <c:v>2017-09-28</c:v>
                </c:pt>
                <c:pt idx="4372">
                  <c:v>2017-09-29</c:v>
                </c:pt>
                <c:pt idx="4373">
                  <c:v>2017-10-02</c:v>
                </c:pt>
                <c:pt idx="4374">
                  <c:v>2017-10-03</c:v>
                </c:pt>
                <c:pt idx="4375">
                  <c:v>2017-10-04</c:v>
                </c:pt>
                <c:pt idx="4376">
                  <c:v>2017-10-05</c:v>
                </c:pt>
                <c:pt idx="4377">
                  <c:v>2017-10-06</c:v>
                </c:pt>
                <c:pt idx="4378">
                  <c:v>2017-10-09</c:v>
                </c:pt>
                <c:pt idx="4379">
                  <c:v>2017-10-10</c:v>
                </c:pt>
                <c:pt idx="4380">
                  <c:v>2017-10-11</c:v>
                </c:pt>
                <c:pt idx="4381">
                  <c:v>2017-10-12</c:v>
                </c:pt>
                <c:pt idx="4382">
                  <c:v>2017-10-13</c:v>
                </c:pt>
                <c:pt idx="4383">
                  <c:v>2017-10-16</c:v>
                </c:pt>
                <c:pt idx="4384">
                  <c:v>2017-10-17</c:v>
                </c:pt>
                <c:pt idx="4385">
                  <c:v>2017-10-18</c:v>
                </c:pt>
                <c:pt idx="4386">
                  <c:v>2017-10-19</c:v>
                </c:pt>
                <c:pt idx="4387">
                  <c:v>2017-10-20</c:v>
                </c:pt>
                <c:pt idx="4388">
                  <c:v>2017-10-23</c:v>
                </c:pt>
                <c:pt idx="4389">
                  <c:v>2017-10-24</c:v>
                </c:pt>
                <c:pt idx="4390">
                  <c:v>2017-10-25</c:v>
                </c:pt>
                <c:pt idx="4391">
                  <c:v>2017-10-26</c:v>
                </c:pt>
                <c:pt idx="4392">
                  <c:v>2017-10-27</c:v>
                </c:pt>
                <c:pt idx="4393">
                  <c:v>2017-10-30</c:v>
                </c:pt>
                <c:pt idx="4394">
                  <c:v>2017-10-31</c:v>
                </c:pt>
                <c:pt idx="4395">
                  <c:v>2017-11-01</c:v>
                </c:pt>
                <c:pt idx="4396">
                  <c:v>2017-11-02</c:v>
                </c:pt>
                <c:pt idx="4397">
                  <c:v>2017-11-03</c:v>
                </c:pt>
                <c:pt idx="4398">
                  <c:v>2017-11-06</c:v>
                </c:pt>
                <c:pt idx="4399">
                  <c:v>2017-11-07</c:v>
                </c:pt>
                <c:pt idx="4400">
                  <c:v>2017-11-08</c:v>
                </c:pt>
                <c:pt idx="4401">
                  <c:v>2017-11-09</c:v>
                </c:pt>
                <c:pt idx="4402">
                  <c:v>2017-11-10</c:v>
                </c:pt>
                <c:pt idx="4403">
                  <c:v>2017-11-13</c:v>
                </c:pt>
                <c:pt idx="4404">
                  <c:v>2017-11-14</c:v>
                </c:pt>
                <c:pt idx="4405">
                  <c:v>2017-11-15</c:v>
                </c:pt>
                <c:pt idx="4406">
                  <c:v>2017-11-16</c:v>
                </c:pt>
                <c:pt idx="4407">
                  <c:v>2017-11-17</c:v>
                </c:pt>
                <c:pt idx="4408">
                  <c:v>2017-11-20</c:v>
                </c:pt>
                <c:pt idx="4409">
                  <c:v>2017-11-21</c:v>
                </c:pt>
                <c:pt idx="4410">
                  <c:v>2017-11-22</c:v>
                </c:pt>
                <c:pt idx="4411">
                  <c:v>2017-11-24</c:v>
                </c:pt>
                <c:pt idx="4412">
                  <c:v>2017-11-27</c:v>
                </c:pt>
                <c:pt idx="4413">
                  <c:v>2017-11-28</c:v>
                </c:pt>
                <c:pt idx="4414">
                  <c:v>2017-11-29</c:v>
                </c:pt>
                <c:pt idx="4415">
                  <c:v>2017-11-30</c:v>
                </c:pt>
                <c:pt idx="4416">
                  <c:v>2017-12-01</c:v>
                </c:pt>
                <c:pt idx="4417">
                  <c:v>2017-12-04</c:v>
                </c:pt>
                <c:pt idx="4418">
                  <c:v>2017-12-05</c:v>
                </c:pt>
                <c:pt idx="4419">
                  <c:v>2017-12-06</c:v>
                </c:pt>
                <c:pt idx="4420">
                  <c:v>2017-12-07</c:v>
                </c:pt>
                <c:pt idx="4421">
                  <c:v>2017-12-08</c:v>
                </c:pt>
                <c:pt idx="4422">
                  <c:v>2017-12-11</c:v>
                </c:pt>
                <c:pt idx="4423">
                  <c:v>2017-12-12</c:v>
                </c:pt>
                <c:pt idx="4424">
                  <c:v>2017-12-13</c:v>
                </c:pt>
                <c:pt idx="4425">
                  <c:v>2017-12-14</c:v>
                </c:pt>
                <c:pt idx="4426">
                  <c:v>2017-12-15</c:v>
                </c:pt>
                <c:pt idx="4427">
                  <c:v>2017-12-18</c:v>
                </c:pt>
                <c:pt idx="4428">
                  <c:v>2017-12-19</c:v>
                </c:pt>
                <c:pt idx="4429">
                  <c:v>2017-12-20</c:v>
                </c:pt>
                <c:pt idx="4430">
                  <c:v>2017-12-21</c:v>
                </c:pt>
                <c:pt idx="4431">
                  <c:v>2017-12-22</c:v>
                </c:pt>
                <c:pt idx="4432">
                  <c:v>2017-12-26</c:v>
                </c:pt>
                <c:pt idx="4433">
                  <c:v>2017-12-27</c:v>
                </c:pt>
                <c:pt idx="4434">
                  <c:v>2017-12-28</c:v>
                </c:pt>
                <c:pt idx="4435">
                  <c:v>2017-12-29</c:v>
                </c:pt>
                <c:pt idx="4436">
                  <c:v>2018-01-02</c:v>
                </c:pt>
                <c:pt idx="4437">
                  <c:v>2018-01-03</c:v>
                </c:pt>
                <c:pt idx="4438">
                  <c:v>2018-01-04</c:v>
                </c:pt>
                <c:pt idx="4439">
                  <c:v>2018-01-05</c:v>
                </c:pt>
                <c:pt idx="4440">
                  <c:v>2018-01-08</c:v>
                </c:pt>
                <c:pt idx="4441">
                  <c:v>2018-01-09</c:v>
                </c:pt>
                <c:pt idx="4442">
                  <c:v>2018-01-10</c:v>
                </c:pt>
                <c:pt idx="4443">
                  <c:v>2018-01-11</c:v>
                </c:pt>
                <c:pt idx="4444">
                  <c:v>2018-01-12</c:v>
                </c:pt>
                <c:pt idx="4445">
                  <c:v>2018-01-16</c:v>
                </c:pt>
                <c:pt idx="4446">
                  <c:v>2018-01-17</c:v>
                </c:pt>
                <c:pt idx="4447">
                  <c:v>2018-01-18</c:v>
                </c:pt>
                <c:pt idx="4448">
                  <c:v>2018-01-19</c:v>
                </c:pt>
                <c:pt idx="4449">
                  <c:v>2018-01-22</c:v>
                </c:pt>
                <c:pt idx="4450">
                  <c:v>2018-01-23</c:v>
                </c:pt>
                <c:pt idx="4451">
                  <c:v>2018-01-24</c:v>
                </c:pt>
                <c:pt idx="4452">
                  <c:v>2018-01-25</c:v>
                </c:pt>
                <c:pt idx="4453">
                  <c:v>2018-01-26</c:v>
                </c:pt>
                <c:pt idx="4454">
                  <c:v>2018-01-29</c:v>
                </c:pt>
                <c:pt idx="4455">
                  <c:v>2018-01-30</c:v>
                </c:pt>
                <c:pt idx="4456">
                  <c:v>2018-01-31</c:v>
                </c:pt>
                <c:pt idx="4457">
                  <c:v>2018-02-01</c:v>
                </c:pt>
                <c:pt idx="4458">
                  <c:v>2018-02-02</c:v>
                </c:pt>
                <c:pt idx="4459">
                  <c:v>2018-02-05</c:v>
                </c:pt>
                <c:pt idx="4460">
                  <c:v>2018-02-06</c:v>
                </c:pt>
                <c:pt idx="4461">
                  <c:v>2018-02-07</c:v>
                </c:pt>
                <c:pt idx="4462">
                  <c:v>2018-02-08</c:v>
                </c:pt>
                <c:pt idx="4463">
                  <c:v>2018-02-09</c:v>
                </c:pt>
                <c:pt idx="4464">
                  <c:v>2018-02-12</c:v>
                </c:pt>
                <c:pt idx="4465">
                  <c:v>2018-02-13</c:v>
                </c:pt>
                <c:pt idx="4466">
                  <c:v>2018-02-14</c:v>
                </c:pt>
                <c:pt idx="4467">
                  <c:v>2018-02-15</c:v>
                </c:pt>
                <c:pt idx="4468">
                  <c:v>2018-02-16</c:v>
                </c:pt>
                <c:pt idx="4469">
                  <c:v>2018-02-20</c:v>
                </c:pt>
                <c:pt idx="4470">
                  <c:v>2018-02-21</c:v>
                </c:pt>
                <c:pt idx="4471">
                  <c:v>2018-02-22</c:v>
                </c:pt>
                <c:pt idx="4472">
                  <c:v>2018-02-23</c:v>
                </c:pt>
                <c:pt idx="4473">
                  <c:v>2018-02-26</c:v>
                </c:pt>
                <c:pt idx="4474">
                  <c:v>2018-02-27</c:v>
                </c:pt>
                <c:pt idx="4475">
                  <c:v>2018-02-28</c:v>
                </c:pt>
                <c:pt idx="4476">
                  <c:v>2018-03-01</c:v>
                </c:pt>
                <c:pt idx="4477">
                  <c:v>2018-03-02</c:v>
                </c:pt>
                <c:pt idx="4478">
                  <c:v>2018-03-05</c:v>
                </c:pt>
                <c:pt idx="4479">
                  <c:v>2018-03-06</c:v>
                </c:pt>
                <c:pt idx="4480">
                  <c:v>2018-03-07</c:v>
                </c:pt>
                <c:pt idx="4481">
                  <c:v>2018-03-08</c:v>
                </c:pt>
                <c:pt idx="4482">
                  <c:v>2018-03-09</c:v>
                </c:pt>
                <c:pt idx="4483">
                  <c:v>2018-03-12</c:v>
                </c:pt>
                <c:pt idx="4484">
                  <c:v>2018-03-13</c:v>
                </c:pt>
                <c:pt idx="4485">
                  <c:v>2018-03-14</c:v>
                </c:pt>
                <c:pt idx="4486">
                  <c:v>2018-03-15</c:v>
                </c:pt>
                <c:pt idx="4487">
                  <c:v>2018-03-16</c:v>
                </c:pt>
                <c:pt idx="4488">
                  <c:v>2018-03-19</c:v>
                </c:pt>
                <c:pt idx="4489">
                  <c:v>2018-03-20</c:v>
                </c:pt>
                <c:pt idx="4490">
                  <c:v>2018-03-21</c:v>
                </c:pt>
                <c:pt idx="4491">
                  <c:v>2018-03-22</c:v>
                </c:pt>
                <c:pt idx="4492">
                  <c:v>2018-03-23</c:v>
                </c:pt>
                <c:pt idx="4493">
                  <c:v>2018-03-26</c:v>
                </c:pt>
                <c:pt idx="4494">
                  <c:v>2018-03-27</c:v>
                </c:pt>
                <c:pt idx="4495">
                  <c:v>2018-03-28</c:v>
                </c:pt>
                <c:pt idx="4496">
                  <c:v>2018-03-29</c:v>
                </c:pt>
                <c:pt idx="4497">
                  <c:v>2018-04-02</c:v>
                </c:pt>
                <c:pt idx="4498">
                  <c:v>2018-04-03</c:v>
                </c:pt>
                <c:pt idx="4499">
                  <c:v>2018-04-04</c:v>
                </c:pt>
                <c:pt idx="4500">
                  <c:v>2018-04-05</c:v>
                </c:pt>
                <c:pt idx="4501">
                  <c:v>2018-04-06</c:v>
                </c:pt>
                <c:pt idx="4502">
                  <c:v>2018-04-09</c:v>
                </c:pt>
                <c:pt idx="4503">
                  <c:v>2018-04-10</c:v>
                </c:pt>
                <c:pt idx="4504">
                  <c:v>2018-04-11</c:v>
                </c:pt>
                <c:pt idx="4505">
                  <c:v>2018-04-12</c:v>
                </c:pt>
                <c:pt idx="4506">
                  <c:v>2018-04-13</c:v>
                </c:pt>
                <c:pt idx="4507">
                  <c:v>2018-04-16</c:v>
                </c:pt>
                <c:pt idx="4508">
                  <c:v>2018-04-17</c:v>
                </c:pt>
                <c:pt idx="4509">
                  <c:v>2018-04-18</c:v>
                </c:pt>
                <c:pt idx="4510">
                  <c:v>2018-04-19</c:v>
                </c:pt>
                <c:pt idx="4511">
                  <c:v>2018-04-20</c:v>
                </c:pt>
                <c:pt idx="4512">
                  <c:v>2018-04-23</c:v>
                </c:pt>
                <c:pt idx="4513">
                  <c:v>2018-04-24</c:v>
                </c:pt>
                <c:pt idx="4514">
                  <c:v>2018-04-25</c:v>
                </c:pt>
                <c:pt idx="4515">
                  <c:v>2018-04-26</c:v>
                </c:pt>
                <c:pt idx="4516">
                  <c:v>2018-04-27</c:v>
                </c:pt>
                <c:pt idx="4517">
                  <c:v>2018-04-30</c:v>
                </c:pt>
                <c:pt idx="4518">
                  <c:v>2018-05-01</c:v>
                </c:pt>
                <c:pt idx="4519">
                  <c:v>2018-05-02</c:v>
                </c:pt>
                <c:pt idx="4520">
                  <c:v>2018-05-03</c:v>
                </c:pt>
                <c:pt idx="4521">
                  <c:v>2018-05-04</c:v>
                </c:pt>
                <c:pt idx="4522">
                  <c:v>2018-05-07</c:v>
                </c:pt>
                <c:pt idx="4523">
                  <c:v>2018-05-08</c:v>
                </c:pt>
                <c:pt idx="4524">
                  <c:v>2018-05-09</c:v>
                </c:pt>
                <c:pt idx="4525">
                  <c:v>2018-05-10</c:v>
                </c:pt>
                <c:pt idx="4526">
                  <c:v>2018-05-11</c:v>
                </c:pt>
                <c:pt idx="4527">
                  <c:v>2018-05-14</c:v>
                </c:pt>
                <c:pt idx="4528">
                  <c:v>2018-05-15</c:v>
                </c:pt>
                <c:pt idx="4529">
                  <c:v>2018-05-16</c:v>
                </c:pt>
                <c:pt idx="4530">
                  <c:v>2018-05-17</c:v>
                </c:pt>
                <c:pt idx="4531">
                  <c:v>2018-05-18</c:v>
                </c:pt>
                <c:pt idx="4532">
                  <c:v>2018-05-21</c:v>
                </c:pt>
                <c:pt idx="4533">
                  <c:v>2018-05-22</c:v>
                </c:pt>
                <c:pt idx="4534">
                  <c:v>2018-05-23</c:v>
                </c:pt>
                <c:pt idx="4535">
                  <c:v>2018-05-24</c:v>
                </c:pt>
                <c:pt idx="4536">
                  <c:v>2018-05-25</c:v>
                </c:pt>
                <c:pt idx="4537">
                  <c:v>2018-05-29</c:v>
                </c:pt>
                <c:pt idx="4538">
                  <c:v>2018-05-30</c:v>
                </c:pt>
                <c:pt idx="4539">
                  <c:v>2018-05-31</c:v>
                </c:pt>
                <c:pt idx="4540">
                  <c:v>2018-06-01</c:v>
                </c:pt>
                <c:pt idx="4541">
                  <c:v>2018-06-04</c:v>
                </c:pt>
                <c:pt idx="4542">
                  <c:v>2018-06-05</c:v>
                </c:pt>
                <c:pt idx="4543">
                  <c:v>2018-06-06</c:v>
                </c:pt>
                <c:pt idx="4544">
                  <c:v>2018-06-07</c:v>
                </c:pt>
                <c:pt idx="4545">
                  <c:v>2018-06-08</c:v>
                </c:pt>
                <c:pt idx="4546">
                  <c:v>2018-06-11</c:v>
                </c:pt>
                <c:pt idx="4547">
                  <c:v>2018-06-12</c:v>
                </c:pt>
                <c:pt idx="4548">
                  <c:v>2018-06-13</c:v>
                </c:pt>
                <c:pt idx="4549">
                  <c:v>2018-06-14</c:v>
                </c:pt>
                <c:pt idx="4550">
                  <c:v>2018-06-15</c:v>
                </c:pt>
                <c:pt idx="4551">
                  <c:v>2018-06-18</c:v>
                </c:pt>
                <c:pt idx="4552">
                  <c:v>2018-06-19</c:v>
                </c:pt>
                <c:pt idx="4553">
                  <c:v>2018-06-20</c:v>
                </c:pt>
                <c:pt idx="4554">
                  <c:v>2018-06-21</c:v>
                </c:pt>
                <c:pt idx="4555">
                  <c:v>2018-06-22</c:v>
                </c:pt>
                <c:pt idx="4556">
                  <c:v>2018-06-25</c:v>
                </c:pt>
                <c:pt idx="4557">
                  <c:v>2018-06-26</c:v>
                </c:pt>
                <c:pt idx="4558">
                  <c:v>2018-06-27</c:v>
                </c:pt>
                <c:pt idx="4559">
                  <c:v>2018-06-28</c:v>
                </c:pt>
                <c:pt idx="4560">
                  <c:v>2018-06-29</c:v>
                </c:pt>
                <c:pt idx="4561">
                  <c:v>2018-07-02</c:v>
                </c:pt>
                <c:pt idx="4562">
                  <c:v>2018-07-03</c:v>
                </c:pt>
                <c:pt idx="4563">
                  <c:v>2018-07-05</c:v>
                </c:pt>
                <c:pt idx="4564">
                  <c:v>2018-07-06</c:v>
                </c:pt>
                <c:pt idx="4565">
                  <c:v>2018-07-09</c:v>
                </c:pt>
                <c:pt idx="4566">
                  <c:v>2018-07-10</c:v>
                </c:pt>
                <c:pt idx="4567">
                  <c:v>2018-07-11</c:v>
                </c:pt>
                <c:pt idx="4568">
                  <c:v>2018-07-12</c:v>
                </c:pt>
                <c:pt idx="4569">
                  <c:v>2018-07-13</c:v>
                </c:pt>
                <c:pt idx="4570">
                  <c:v>2018-07-16</c:v>
                </c:pt>
                <c:pt idx="4571">
                  <c:v>2018-07-17</c:v>
                </c:pt>
                <c:pt idx="4572">
                  <c:v>2018-07-18</c:v>
                </c:pt>
                <c:pt idx="4573">
                  <c:v>2018-07-19</c:v>
                </c:pt>
                <c:pt idx="4574">
                  <c:v>2018-07-20</c:v>
                </c:pt>
                <c:pt idx="4575">
                  <c:v>2018-07-23</c:v>
                </c:pt>
                <c:pt idx="4576">
                  <c:v>2018-07-24</c:v>
                </c:pt>
                <c:pt idx="4577">
                  <c:v>2018-07-25</c:v>
                </c:pt>
                <c:pt idx="4578">
                  <c:v>2018-07-26</c:v>
                </c:pt>
                <c:pt idx="4579">
                  <c:v>2018-07-27</c:v>
                </c:pt>
                <c:pt idx="4580">
                  <c:v>2018-07-30</c:v>
                </c:pt>
                <c:pt idx="4581">
                  <c:v>2018-07-31</c:v>
                </c:pt>
                <c:pt idx="4582">
                  <c:v>2018-08-01</c:v>
                </c:pt>
                <c:pt idx="4583">
                  <c:v>2018-08-02</c:v>
                </c:pt>
                <c:pt idx="4584">
                  <c:v>2018-08-03</c:v>
                </c:pt>
                <c:pt idx="4585">
                  <c:v>2018-08-06</c:v>
                </c:pt>
                <c:pt idx="4586">
                  <c:v>2018-08-07</c:v>
                </c:pt>
                <c:pt idx="4587">
                  <c:v>2018-08-08</c:v>
                </c:pt>
                <c:pt idx="4588">
                  <c:v>2018-08-09</c:v>
                </c:pt>
                <c:pt idx="4589">
                  <c:v>2018-08-10</c:v>
                </c:pt>
                <c:pt idx="4590">
                  <c:v>2018-08-13</c:v>
                </c:pt>
                <c:pt idx="4591">
                  <c:v>2018-08-14</c:v>
                </c:pt>
                <c:pt idx="4592">
                  <c:v>2018-08-15</c:v>
                </c:pt>
                <c:pt idx="4593">
                  <c:v>2018-08-16</c:v>
                </c:pt>
                <c:pt idx="4594">
                  <c:v>2018-08-17</c:v>
                </c:pt>
                <c:pt idx="4595">
                  <c:v>2018-08-20</c:v>
                </c:pt>
                <c:pt idx="4596">
                  <c:v>2018-08-21</c:v>
                </c:pt>
                <c:pt idx="4597">
                  <c:v>2018-08-22</c:v>
                </c:pt>
                <c:pt idx="4598">
                  <c:v>2018-08-23</c:v>
                </c:pt>
                <c:pt idx="4599">
                  <c:v>2018-08-24</c:v>
                </c:pt>
                <c:pt idx="4600">
                  <c:v>2018-08-27</c:v>
                </c:pt>
                <c:pt idx="4601">
                  <c:v>2018-08-28</c:v>
                </c:pt>
                <c:pt idx="4602">
                  <c:v>2018-08-29</c:v>
                </c:pt>
                <c:pt idx="4603">
                  <c:v>2018-08-30</c:v>
                </c:pt>
                <c:pt idx="4604">
                  <c:v>2018-08-31</c:v>
                </c:pt>
                <c:pt idx="4605">
                  <c:v>2018-09-04</c:v>
                </c:pt>
                <c:pt idx="4606">
                  <c:v>2018-09-05</c:v>
                </c:pt>
                <c:pt idx="4607">
                  <c:v>2018-09-06</c:v>
                </c:pt>
                <c:pt idx="4608">
                  <c:v>2018-09-07</c:v>
                </c:pt>
                <c:pt idx="4609">
                  <c:v>2018-09-10</c:v>
                </c:pt>
                <c:pt idx="4610">
                  <c:v>2018-09-11</c:v>
                </c:pt>
                <c:pt idx="4611">
                  <c:v>2018-09-12</c:v>
                </c:pt>
                <c:pt idx="4612">
                  <c:v>2018-09-13</c:v>
                </c:pt>
                <c:pt idx="4613">
                  <c:v>2018-09-14</c:v>
                </c:pt>
                <c:pt idx="4614">
                  <c:v>2018-09-17</c:v>
                </c:pt>
                <c:pt idx="4615">
                  <c:v>2018-09-18</c:v>
                </c:pt>
                <c:pt idx="4616">
                  <c:v>2018-09-19</c:v>
                </c:pt>
                <c:pt idx="4617">
                  <c:v>2018-09-20</c:v>
                </c:pt>
                <c:pt idx="4618">
                  <c:v>2018-09-21</c:v>
                </c:pt>
                <c:pt idx="4619">
                  <c:v>2018-09-24</c:v>
                </c:pt>
                <c:pt idx="4620">
                  <c:v>2018-09-25</c:v>
                </c:pt>
                <c:pt idx="4621">
                  <c:v>2018-09-26</c:v>
                </c:pt>
                <c:pt idx="4622">
                  <c:v>2018-09-27</c:v>
                </c:pt>
                <c:pt idx="4623">
                  <c:v>2018-09-28</c:v>
                </c:pt>
                <c:pt idx="4624">
                  <c:v>2018-10-01</c:v>
                </c:pt>
                <c:pt idx="4625">
                  <c:v>2018-10-02</c:v>
                </c:pt>
                <c:pt idx="4626">
                  <c:v>2018-10-03</c:v>
                </c:pt>
                <c:pt idx="4627">
                  <c:v>2018-10-04</c:v>
                </c:pt>
                <c:pt idx="4628">
                  <c:v>2018-10-05</c:v>
                </c:pt>
                <c:pt idx="4629">
                  <c:v>2018-10-08</c:v>
                </c:pt>
                <c:pt idx="4630">
                  <c:v>2018-10-09</c:v>
                </c:pt>
                <c:pt idx="4631">
                  <c:v>2018-10-10</c:v>
                </c:pt>
                <c:pt idx="4632">
                  <c:v>2018-10-11</c:v>
                </c:pt>
                <c:pt idx="4633">
                  <c:v>2018-10-12</c:v>
                </c:pt>
                <c:pt idx="4634">
                  <c:v>2018-10-15</c:v>
                </c:pt>
                <c:pt idx="4635">
                  <c:v>2018-10-16</c:v>
                </c:pt>
                <c:pt idx="4636">
                  <c:v>2018-10-17</c:v>
                </c:pt>
                <c:pt idx="4637">
                  <c:v>2018-10-18</c:v>
                </c:pt>
                <c:pt idx="4638">
                  <c:v>2018-10-19</c:v>
                </c:pt>
                <c:pt idx="4639">
                  <c:v>2018-10-22</c:v>
                </c:pt>
                <c:pt idx="4640">
                  <c:v>2018-10-23</c:v>
                </c:pt>
                <c:pt idx="4641">
                  <c:v>2018-10-24</c:v>
                </c:pt>
                <c:pt idx="4642">
                  <c:v>2018-10-25</c:v>
                </c:pt>
                <c:pt idx="4643">
                  <c:v>2018-10-26</c:v>
                </c:pt>
                <c:pt idx="4644">
                  <c:v>2018-10-29</c:v>
                </c:pt>
                <c:pt idx="4645">
                  <c:v>2018-10-30</c:v>
                </c:pt>
                <c:pt idx="4646">
                  <c:v>2018-10-31</c:v>
                </c:pt>
                <c:pt idx="4647">
                  <c:v>2018-11-01</c:v>
                </c:pt>
                <c:pt idx="4648">
                  <c:v>2018-11-02</c:v>
                </c:pt>
                <c:pt idx="4649">
                  <c:v>2018-11-05</c:v>
                </c:pt>
                <c:pt idx="4650">
                  <c:v>2018-11-06</c:v>
                </c:pt>
                <c:pt idx="4651">
                  <c:v>2018-11-07</c:v>
                </c:pt>
                <c:pt idx="4652">
                  <c:v>2018-11-08</c:v>
                </c:pt>
                <c:pt idx="4653">
                  <c:v>2018-11-09</c:v>
                </c:pt>
                <c:pt idx="4654">
                  <c:v>2018-11-12</c:v>
                </c:pt>
                <c:pt idx="4655">
                  <c:v>2018-11-13</c:v>
                </c:pt>
                <c:pt idx="4656">
                  <c:v>2018-11-14</c:v>
                </c:pt>
                <c:pt idx="4657">
                  <c:v>2018-11-15</c:v>
                </c:pt>
                <c:pt idx="4658">
                  <c:v>2018-11-16</c:v>
                </c:pt>
                <c:pt idx="4659">
                  <c:v>2018-11-19</c:v>
                </c:pt>
                <c:pt idx="4660">
                  <c:v>2018-11-20</c:v>
                </c:pt>
                <c:pt idx="4661">
                  <c:v>2018-11-21</c:v>
                </c:pt>
                <c:pt idx="4662">
                  <c:v>2018-11-23</c:v>
                </c:pt>
                <c:pt idx="4663">
                  <c:v>2018-11-26</c:v>
                </c:pt>
                <c:pt idx="4664">
                  <c:v>2018-11-27</c:v>
                </c:pt>
                <c:pt idx="4665">
                  <c:v>2018-11-28</c:v>
                </c:pt>
                <c:pt idx="4666">
                  <c:v>2018-11-29</c:v>
                </c:pt>
                <c:pt idx="4667">
                  <c:v>2018-11-30</c:v>
                </c:pt>
                <c:pt idx="4668">
                  <c:v>2018-12-03</c:v>
                </c:pt>
                <c:pt idx="4669">
                  <c:v>2018-12-04</c:v>
                </c:pt>
                <c:pt idx="4670">
                  <c:v>2018-12-05</c:v>
                </c:pt>
                <c:pt idx="4671">
                  <c:v>2018-12-06</c:v>
                </c:pt>
                <c:pt idx="4672">
                  <c:v>2018-12-07</c:v>
                </c:pt>
                <c:pt idx="4673">
                  <c:v>2018-12-10</c:v>
                </c:pt>
                <c:pt idx="4674">
                  <c:v>2018-12-11</c:v>
                </c:pt>
                <c:pt idx="4675">
                  <c:v>2018-12-12</c:v>
                </c:pt>
                <c:pt idx="4676">
                  <c:v>2018-12-13</c:v>
                </c:pt>
                <c:pt idx="4677">
                  <c:v>2018-12-14</c:v>
                </c:pt>
                <c:pt idx="4678">
                  <c:v>2018-12-17</c:v>
                </c:pt>
                <c:pt idx="4679">
                  <c:v>2018-12-18</c:v>
                </c:pt>
                <c:pt idx="4680">
                  <c:v>2018-12-19</c:v>
                </c:pt>
                <c:pt idx="4681">
                  <c:v>2018-12-20</c:v>
                </c:pt>
                <c:pt idx="4682">
                  <c:v>2018-12-21</c:v>
                </c:pt>
                <c:pt idx="4683">
                  <c:v>2018-12-24</c:v>
                </c:pt>
                <c:pt idx="4684">
                  <c:v>2018-12-26</c:v>
                </c:pt>
                <c:pt idx="4685">
                  <c:v>2018-12-27</c:v>
                </c:pt>
                <c:pt idx="4686">
                  <c:v>2018-12-28</c:v>
                </c:pt>
                <c:pt idx="4687">
                  <c:v>2018-12-31</c:v>
                </c:pt>
                <c:pt idx="4688">
                  <c:v>2019-01-02</c:v>
                </c:pt>
                <c:pt idx="4689">
                  <c:v>2019-01-03</c:v>
                </c:pt>
                <c:pt idx="4690">
                  <c:v>2019-01-04</c:v>
                </c:pt>
                <c:pt idx="4691">
                  <c:v>2019-01-07</c:v>
                </c:pt>
                <c:pt idx="4692">
                  <c:v>2019-01-08</c:v>
                </c:pt>
                <c:pt idx="4693">
                  <c:v>2019-01-09</c:v>
                </c:pt>
                <c:pt idx="4694">
                  <c:v>2019-01-10</c:v>
                </c:pt>
                <c:pt idx="4695">
                  <c:v>2019-01-11</c:v>
                </c:pt>
                <c:pt idx="4696">
                  <c:v>2019-01-14</c:v>
                </c:pt>
                <c:pt idx="4697">
                  <c:v>2019-01-15</c:v>
                </c:pt>
                <c:pt idx="4698">
                  <c:v>2019-01-16</c:v>
                </c:pt>
                <c:pt idx="4699">
                  <c:v>2019-01-17</c:v>
                </c:pt>
                <c:pt idx="4700">
                  <c:v>2019-01-18</c:v>
                </c:pt>
                <c:pt idx="4701">
                  <c:v>2019-01-22</c:v>
                </c:pt>
                <c:pt idx="4702">
                  <c:v>2019-01-23</c:v>
                </c:pt>
                <c:pt idx="4703">
                  <c:v>2019-01-24</c:v>
                </c:pt>
                <c:pt idx="4704">
                  <c:v>2019-01-25</c:v>
                </c:pt>
                <c:pt idx="4705">
                  <c:v>2019-01-28</c:v>
                </c:pt>
                <c:pt idx="4706">
                  <c:v>2019-01-29</c:v>
                </c:pt>
                <c:pt idx="4707">
                  <c:v>2019-01-30</c:v>
                </c:pt>
                <c:pt idx="4708">
                  <c:v>2019-01-31</c:v>
                </c:pt>
                <c:pt idx="4709">
                  <c:v>2019-02-01</c:v>
                </c:pt>
                <c:pt idx="4710">
                  <c:v>2019-02-04</c:v>
                </c:pt>
                <c:pt idx="4711">
                  <c:v>2019-02-05</c:v>
                </c:pt>
                <c:pt idx="4712">
                  <c:v>2019-02-06</c:v>
                </c:pt>
                <c:pt idx="4713">
                  <c:v>2019-02-07</c:v>
                </c:pt>
                <c:pt idx="4714">
                  <c:v>2019-02-08</c:v>
                </c:pt>
                <c:pt idx="4715">
                  <c:v>2019-02-11</c:v>
                </c:pt>
                <c:pt idx="4716">
                  <c:v>2019-02-12</c:v>
                </c:pt>
                <c:pt idx="4717">
                  <c:v>2019-02-13</c:v>
                </c:pt>
                <c:pt idx="4718">
                  <c:v>2019-02-14</c:v>
                </c:pt>
                <c:pt idx="4719">
                  <c:v>2019-02-15</c:v>
                </c:pt>
                <c:pt idx="4720">
                  <c:v>2019-02-19</c:v>
                </c:pt>
                <c:pt idx="4721">
                  <c:v>2019-02-20</c:v>
                </c:pt>
                <c:pt idx="4722">
                  <c:v>2019-02-21</c:v>
                </c:pt>
                <c:pt idx="4723">
                  <c:v>2019-02-22</c:v>
                </c:pt>
                <c:pt idx="4724">
                  <c:v>2019-02-25</c:v>
                </c:pt>
                <c:pt idx="4725">
                  <c:v>2019-02-26</c:v>
                </c:pt>
                <c:pt idx="4726">
                  <c:v>2019-02-27</c:v>
                </c:pt>
                <c:pt idx="4727">
                  <c:v>2019-02-28</c:v>
                </c:pt>
                <c:pt idx="4728">
                  <c:v>2019-03-01</c:v>
                </c:pt>
                <c:pt idx="4729">
                  <c:v>2019-03-04</c:v>
                </c:pt>
                <c:pt idx="4730">
                  <c:v>2019-03-05</c:v>
                </c:pt>
                <c:pt idx="4731">
                  <c:v>2019-03-06</c:v>
                </c:pt>
                <c:pt idx="4732">
                  <c:v>2019-03-07</c:v>
                </c:pt>
                <c:pt idx="4733">
                  <c:v>2019-03-08</c:v>
                </c:pt>
                <c:pt idx="4734">
                  <c:v>2019-03-11</c:v>
                </c:pt>
                <c:pt idx="4735">
                  <c:v>2019-03-12</c:v>
                </c:pt>
                <c:pt idx="4736">
                  <c:v>2019-03-13</c:v>
                </c:pt>
                <c:pt idx="4737">
                  <c:v>2019-03-14</c:v>
                </c:pt>
                <c:pt idx="4738">
                  <c:v>2019-03-15</c:v>
                </c:pt>
                <c:pt idx="4739">
                  <c:v>2019-03-18</c:v>
                </c:pt>
                <c:pt idx="4740">
                  <c:v>2019-03-19</c:v>
                </c:pt>
                <c:pt idx="4741">
                  <c:v>2019-03-20</c:v>
                </c:pt>
                <c:pt idx="4742">
                  <c:v>2019-03-21</c:v>
                </c:pt>
                <c:pt idx="4743">
                  <c:v>2019-03-22</c:v>
                </c:pt>
                <c:pt idx="4744">
                  <c:v>2019-03-25</c:v>
                </c:pt>
                <c:pt idx="4745">
                  <c:v>2019-03-26</c:v>
                </c:pt>
                <c:pt idx="4746">
                  <c:v>2019-03-27</c:v>
                </c:pt>
                <c:pt idx="4747">
                  <c:v>2019-03-28</c:v>
                </c:pt>
                <c:pt idx="4748">
                  <c:v>2019-03-29</c:v>
                </c:pt>
                <c:pt idx="4749">
                  <c:v>2019-04-01</c:v>
                </c:pt>
                <c:pt idx="4750">
                  <c:v>2019-04-02</c:v>
                </c:pt>
                <c:pt idx="4751">
                  <c:v>2019-04-03</c:v>
                </c:pt>
                <c:pt idx="4752">
                  <c:v>2019-04-04</c:v>
                </c:pt>
                <c:pt idx="4753">
                  <c:v>2019-04-05</c:v>
                </c:pt>
                <c:pt idx="4754">
                  <c:v>2019-04-08</c:v>
                </c:pt>
                <c:pt idx="4755">
                  <c:v>2019-04-09</c:v>
                </c:pt>
                <c:pt idx="4756">
                  <c:v>2019-04-10</c:v>
                </c:pt>
                <c:pt idx="4757">
                  <c:v>2019-04-11</c:v>
                </c:pt>
                <c:pt idx="4758">
                  <c:v>2019-04-12</c:v>
                </c:pt>
                <c:pt idx="4759">
                  <c:v>2019-04-15</c:v>
                </c:pt>
                <c:pt idx="4760">
                  <c:v>2019-04-16</c:v>
                </c:pt>
                <c:pt idx="4761">
                  <c:v>2019-04-17</c:v>
                </c:pt>
                <c:pt idx="4762">
                  <c:v>2019-04-18</c:v>
                </c:pt>
                <c:pt idx="4763">
                  <c:v>2019-04-22</c:v>
                </c:pt>
                <c:pt idx="4764">
                  <c:v>2019-04-23</c:v>
                </c:pt>
                <c:pt idx="4765">
                  <c:v>2019-04-24</c:v>
                </c:pt>
                <c:pt idx="4766">
                  <c:v>2019-04-25</c:v>
                </c:pt>
                <c:pt idx="4767">
                  <c:v>2019-04-26</c:v>
                </c:pt>
                <c:pt idx="4768">
                  <c:v>2019-04-29</c:v>
                </c:pt>
                <c:pt idx="4769">
                  <c:v>2019-04-30</c:v>
                </c:pt>
                <c:pt idx="4770">
                  <c:v>2019-05-01</c:v>
                </c:pt>
                <c:pt idx="4771">
                  <c:v>2019-05-02</c:v>
                </c:pt>
                <c:pt idx="4772">
                  <c:v>2019-05-03</c:v>
                </c:pt>
                <c:pt idx="4773">
                  <c:v>2019-05-06</c:v>
                </c:pt>
                <c:pt idx="4774">
                  <c:v>2019-05-07</c:v>
                </c:pt>
                <c:pt idx="4775">
                  <c:v>2019-05-08</c:v>
                </c:pt>
                <c:pt idx="4776">
                  <c:v>2019-05-09</c:v>
                </c:pt>
                <c:pt idx="4777">
                  <c:v>2019-05-10</c:v>
                </c:pt>
                <c:pt idx="4778">
                  <c:v>2019-05-13</c:v>
                </c:pt>
                <c:pt idx="4779">
                  <c:v>2019-05-14</c:v>
                </c:pt>
                <c:pt idx="4780">
                  <c:v>2019-05-15</c:v>
                </c:pt>
                <c:pt idx="4781">
                  <c:v>2019-05-16</c:v>
                </c:pt>
                <c:pt idx="4782">
                  <c:v>2019-05-17</c:v>
                </c:pt>
                <c:pt idx="4783">
                  <c:v>2019-05-20</c:v>
                </c:pt>
                <c:pt idx="4784">
                  <c:v>2019-05-21</c:v>
                </c:pt>
                <c:pt idx="4785">
                  <c:v>2019-05-22</c:v>
                </c:pt>
                <c:pt idx="4786">
                  <c:v>2019-05-23</c:v>
                </c:pt>
                <c:pt idx="4787">
                  <c:v>2019-05-24</c:v>
                </c:pt>
                <c:pt idx="4788">
                  <c:v>2019-05-28</c:v>
                </c:pt>
                <c:pt idx="4789">
                  <c:v>2019-05-29</c:v>
                </c:pt>
                <c:pt idx="4790">
                  <c:v>2019-05-30</c:v>
                </c:pt>
                <c:pt idx="4791">
                  <c:v>2019-05-31</c:v>
                </c:pt>
                <c:pt idx="4792">
                  <c:v>2019-06-03</c:v>
                </c:pt>
                <c:pt idx="4793">
                  <c:v>2019-06-04</c:v>
                </c:pt>
                <c:pt idx="4794">
                  <c:v>2019-06-05</c:v>
                </c:pt>
                <c:pt idx="4795">
                  <c:v>2019-06-06</c:v>
                </c:pt>
                <c:pt idx="4796">
                  <c:v>2019-06-07</c:v>
                </c:pt>
                <c:pt idx="4797">
                  <c:v>2019-06-10</c:v>
                </c:pt>
                <c:pt idx="4798">
                  <c:v>2019-06-11</c:v>
                </c:pt>
                <c:pt idx="4799">
                  <c:v>2019-06-12</c:v>
                </c:pt>
                <c:pt idx="4800">
                  <c:v>2019-06-13</c:v>
                </c:pt>
                <c:pt idx="4801">
                  <c:v>2019-06-14</c:v>
                </c:pt>
                <c:pt idx="4802">
                  <c:v>2019-06-17</c:v>
                </c:pt>
                <c:pt idx="4803">
                  <c:v>2019-06-18</c:v>
                </c:pt>
                <c:pt idx="4804">
                  <c:v>2019-06-19</c:v>
                </c:pt>
                <c:pt idx="4805">
                  <c:v>2019-06-20</c:v>
                </c:pt>
                <c:pt idx="4806">
                  <c:v>2019-06-21</c:v>
                </c:pt>
                <c:pt idx="4807">
                  <c:v>2019-06-24</c:v>
                </c:pt>
                <c:pt idx="4808">
                  <c:v>2019-06-25</c:v>
                </c:pt>
                <c:pt idx="4809">
                  <c:v>2019-06-26</c:v>
                </c:pt>
                <c:pt idx="4810">
                  <c:v>2019-06-27</c:v>
                </c:pt>
                <c:pt idx="4811">
                  <c:v>2019-06-28</c:v>
                </c:pt>
                <c:pt idx="4812">
                  <c:v>2019-07-01</c:v>
                </c:pt>
                <c:pt idx="4813">
                  <c:v>2019-07-02</c:v>
                </c:pt>
                <c:pt idx="4814">
                  <c:v>2019-07-03</c:v>
                </c:pt>
                <c:pt idx="4815">
                  <c:v>2019-07-05</c:v>
                </c:pt>
                <c:pt idx="4816">
                  <c:v>2019-07-08</c:v>
                </c:pt>
                <c:pt idx="4817">
                  <c:v>2019-07-09</c:v>
                </c:pt>
                <c:pt idx="4818">
                  <c:v>2019-07-10</c:v>
                </c:pt>
                <c:pt idx="4819">
                  <c:v>2019-07-11</c:v>
                </c:pt>
                <c:pt idx="4820">
                  <c:v>2019-07-12</c:v>
                </c:pt>
                <c:pt idx="4821">
                  <c:v>2019-07-15</c:v>
                </c:pt>
                <c:pt idx="4822">
                  <c:v>2019-07-16</c:v>
                </c:pt>
                <c:pt idx="4823">
                  <c:v>2019-07-17</c:v>
                </c:pt>
                <c:pt idx="4824">
                  <c:v>2019-07-18</c:v>
                </c:pt>
                <c:pt idx="4825">
                  <c:v>2019-07-19</c:v>
                </c:pt>
                <c:pt idx="4826">
                  <c:v>2019-07-22</c:v>
                </c:pt>
                <c:pt idx="4827">
                  <c:v>2019-07-23</c:v>
                </c:pt>
                <c:pt idx="4828">
                  <c:v>2019-07-24</c:v>
                </c:pt>
                <c:pt idx="4829">
                  <c:v>2019-07-25</c:v>
                </c:pt>
                <c:pt idx="4830">
                  <c:v>2019-07-26</c:v>
                </c:pt>
                <c:pt idx="4831">
                  <c:v>2019-07-29</c:v>
                </c:pt>
                <c:pt idx="4832">
                  <c:v>2019-07-30</c:v>
                </c:pt>
                <c:pt idx="4833">
                  <c:v>2019-07-31</c:v>
                </c:pt>
                <c:pt idx="4834">
                  <c:v>2019-08-01</c:v>
                </c:pt>
                <c:pt idx="4835">
                  <c:v>2019-08-02</c:v>
                </c:pt>
                <c:pt idx="4836">
                  <c:v>2019-08-05</c:v>
                </c:pt>
                <c:pt idx="4837">
                  <c:v>2019-08-06</c:v>
                </c:pt>
                <c:pt idx="4838">
                  <c:v>2019-08-07</c:v>
                </c:pt>
                <c:pt idx="4839">
                  <c:v>2019-08-08</c:v>
                </c:pt>
                <c:pt idx="4840">
                  <c:v>2019-08-09</c:v>
                </c:pt>
                <c:pt idx="4841">
                  <c:v>2019-08-12</c:v>
                </c:pt>
                <c:pt idx="4842">
                  <c:v>2019-08-13</c:v>
                </c:pt>
                <c:pt idx="4843">
                  <c:v>2019-08-14</c:v>
                </c:pt>
                <c:pt idx="4844">
                  <c:v>2019-08-15</c:v>
                </c:pt>
                <c:pt idx="4845">
                  <c:v>2019-08-16</c:v>
                </c:pt>
                <c:pt idx="4846">
                  <c:v>2019-08-19</c:v>
                </c:pt>
                <c:pt idx="4847">
                  <c:v>2019-08-20</c:v>
                </c:pt>
                <c:pt idx="4848">
                  <c:v>2019-08-21</c:v>
                </c:pt>
                <c:pt idx="4849">
                  <c:v>2019-08-22</c:v>
                </c:pt>
                <c:pt idx="4850">
                  <c:v>2019-08-23</c:v>
                </c:pt>
                <c:pt idx="4851">
                  <c:v>2019-08-26</c:v>
                </c:pt>
                <c:pt idx="4852">
                  <c:v>2019-08-27</c:v>
                </c:pt>
                <c:pt idx="4853">
                  <c:v>2019-08-28</c:v>
                </c:pt>
                <c:pt idx="4854">
                  <c:v>2019-08-29</c:v>
                </c:pt>
                <c:pt idx="4855">
                  <c:v>2019-08-30</c:v>
                </c:pt>
                <c:pt idx="4856">
                  <c:v>2019-09-03</c:v>
                </c:pt>
                <c:pt idx="4857">
                  <c:v>2019-09-04</c:v>
                </c:pt>
                <c:pt idx="4858">
                  <c:v>2019-09-05</c:v>
                </c:pt>
                <c:pt idx="4859">
                  <c:v>2019-09-06</c:v>
                </c:pt>
                <c:pt idx="4860">
                  <c:v>2019-09-09</c:v>
                </c:pt>
                <c:pt idx="4861">
                  <c:v>2019-09-10</c:v>
                </c:pt>
                <c:pt idx="4862">
                  <c:v>2019-09-11</c:v>
                </c:pt>
                <c:pt idx="4863">
                  <c:v>2019-09-12</c:v>
                </c:pt>
                <c:pt idx="4864">
                  <c:v>2019-09-13</c:v>
                </c:pt>
                <c:pt idx="4865">
                  <c:v>2019-09-16</c:v>
                </c:pt>
                <c:pt idx="4866">
                  <c:v>2019-09-17</c:v>
                </c:pt>
                <c:pt idx="4867">
                  <c:v>2019-09-18</c:v>
                </c:pt>
                <c:pt idx="4868">
                  <c:v>2019-09-19</c:v>
                </c:pt>
                <c:pt idx="4869">
                  <c:v>2019-09-20</c:v>
                </c:pt>
                <c:pt idx="4870">
                  <c:v>2019-09-23</c:v>
                </c:pt>
                <c:pt idx="4871">
                  <c:v>2019-09-24</c:v>
                </c:pt>
                <c:pt idx="4872">
                  <c:v>2019-09-25</c:v>
                </c:pt>
                <c:pt idx="4873">
                  <c:v>2019-09-26</c:v>
                </c:pt>
                <c:pt idx="4874">
                  <c:v>2019-09-27</c:v>
                </c:pt>
                <c:pt idx="4875">
                  <c:v>2019-09-30</c:v>
                </c:pt>
                <c:pt idx="4876">
                  <c:v>2019-10-01</c:v>
                </c:pt>
                <c:pt idx="4877">
                  <c:v>2019-10-02</c:v>
                </c:pt>
                <c:pt idx="4878">
                  <c:v>2019-10-03</c:v>
                </c:pt>
                <c:pt idx="4879">
                  <c:v>2019-10-04</c:v>
                </c:pt>
                <c:pt idx="4880">
                  <c:v>2019-10-07</c:v>
                </c:pt>
                <c:pt idx="4881">
                  <c:v>2019-10-08</c:v>
                </c:pt>
                <c:pt idx="4882">
                  <c:v>2019-10-09</c:v>
                </c:pt>
                <c:pt idx="4883">
                  <c:v>2019-10-10</c:v>
                </c:pt>
                <c:pt idx="4884">
                  <c:v>2019-10-11</c:v>
                </c:pt>
                <c:pt idx="4885">
                  <c:v>2019-10-14</c:v>
                </c:pt>
                <c:pt idx="4886">
                  <c:v>2019-10-15</c:v>
                </c:pt>
                <c:pt idx="4887">
                  <c:v>2019-10-16</c:v>
                </c:pt>
                <c:pt idx="4888">
                  <c:v>2019-10-17</c:v>
                </c:pt>
                <c:pt idx="4889">
                  <c:v>2019-10-18</c:v>
                </c:pt>
                <c:pt idx="4890">
                  <c:v>2019-10-21</c:v>
                </c:pt>
                <c:pt idx="4891">
                  <c:v>2019-10-22</c:v>
                </c:pt>
                <c:pt idx="4892">
                  <c:v>2019-10-23</c:v>
                </c:pt>
                <c:pt idx="4893">
                  <c:v>2019-10-24</c:v>
                </c:pt>
                <c:pt idx="4894">
                  <c:v>2019-10-25</c:v>
                </c:pt>
                <c:pt idx="4895">
                  <c:v>2019-10-28</c:v>
                </c:pt>
                <c:pt idx="4896">
                  <c:v>2019-10-29</c:v>
                </c:pt>
                <c:pt idx="4897">
                  <c:v>2019-10-30</c:v>
                </c:pt>
                <c:pt idx="4898">
                  <c:v>2019-10-31</c:v>
                </c:pt>
                <c:pt idx="4899">
                  <c:v>2019-11-01</c:v>
                </c:pt>
                <c:pt idx="4900">
                  <c:v>2019-11-04</c:v>
                </c:pt>
                <c:pt idx="4901">
                  <c:v>2019-11-05</c:v>
                </c:pt>
                <c:pt idx="4902">
                  <c:v>2019-11-06</c:v>
                </c:pt>
                <c:pt idx="4903">
                  <c:v>2019-11-07</c:v>
                </c:pt>
                <c:pt idx="4904">
                  <c:v>2019-11-08</c:v>
                </c:pt>
                <c:pt idx="4905">
                  <c:v>2019-11-11</c:v>
                </c:pt>
                <c:pt idx="4906">
                  <c:v>2019-11-12</c:v>
                </c:pt>
                <c:pt idx="4907">
                  <c:v>2019-11-13</c:v>
                </c:pt>
                <c:pt idx="4908">
                  <c:v>2019-11-14</c:v>
                </c:pt>
                <c:pt idx="4909">
                  <c:v>2019-11-15</c:v>
                </c:pt>
                <c:pt idx="4910">
                  <c:v>2019-11-18</c:v>
                </c:pt>
                <c:pt idx="4911">
                  <c:v>2019-11-19</c:v>
                </c:pt>
                <c:pt idx="4912">
                  <c:v>2019-11-20</c:v>
                </c:pt>
                <c:pt idx="4913">
                  <c:v>2019-11-21</c:v>
                </c:pt>
                <c:pt idx="4914">
                  <c:v>2019-11-22</c:v>
                </c:pt>
                <c:pt idx="4915">
                  <c:v>2019-11-25</c:v>
                </c:pt>
                <c:pt idx="4916">
                  <c:v>2019-11-26</c:v>
                </c:pt>
                <c:pt idx="4917">
                  <c:v>2019-11-27</c:v>
                </c:pt>
                <c:pt idx="4918">
                  <c:v>2019-11-29</c:v>
                </c:pt>
                <c:pt idx="4919">
                  <c:v>2019-12-02</c:v>
                </c:pt>
                <c:pt idx="4920">
                  <c:v>2019-12-03</c:v>
                </c:pt>
                <c:pt idx="4921">
                  <c:v>2019-12-04</c:v>
                </c:pt>
                <c:pt idx="4922">
                  <c:v>2019-12-05</c:v>
                </c:pt>
                <c:pt idx="4923">
                  <c:v>2019-12-06</c:v>
                </c:pt>
                <c:pt idx="4924">
                  <c:v>2019-12-09</c:v>
                </c:pt>
                <c:pt idx="4925">
                  <c:v>2019-12-10</c:v>
                </c:pt>
                <c:pt idx="4926">
                  <c:v>2019-12-11</c:v>
                </c:pt>
                <c:pt idx="4927">
                  <c:v>2019-12-12</c:v>
                </c:pt>
                <c:pt idx="4928">
                  <c:v>2019-12-13</c:v>
                </c:pt>
                <c:pt idx="4929">
                  <c:v>2019-12-16</c:v>
                </c:pt>
                <c:pt idx="4930">
                  <c:v>2019-12-17</c:v>
                </c:pt>
                <c:pt idx="4931">
                  <c:v>2019-12-18</c:v>
                </c:pt>
                <c:pt idx="4932">
                  <c:v>2019-12-19</c:v>
                </c:pt>
                <c:pt idx="4933">
                  <c:v>2019-12-20</c:v>
                </c:pt>
                <c:pt idx="4934">
                  <c:v>2019-12-23</c:v>
                </c:pt>
                <c:pt idx="4935">
                  <c:v>2019-12-24</c:v>
                </c:pt>
                <c:pt idx="4936">
                  <c:v>2019-12-26</c:v>
                </c:pt>
                <c:pt idx="4937">
                  <c:v>2019-12-27</c:v>
                </c:pt>
                <c:pt idx="4938">
                  <c:v>2019-12-30</c:v>
                </c:pt>
                <c:pt idx="4939">
                  <c:v>2019-12-31</c:v>
                </c:pt>
                <c:pt idx="4940">
                  <c:v>2020-01-02</c:v>
                </c:pt>
                <c:pt idx="4941">
                  <c:v>2020-01-03</c:v>
                </c:pt>
                <c:pt idx="4942">
                  <c:v>2020-01-06</c:v>
                </c:pt>
                <c:pt idx="4943">
                  <c:v>2020-01-07</c:v>
                </c:pt>
                <c:pt idx="4944">
                  <c:v>2020-01-08</c:v>
                </c:pt>
                <c:pt idx="4945">
                  <c:v>2020-01-09</c:v>
                </c:pt>
                <c:pt idx="4946">
                  <c:v>2020-01-10</c:v>
                </c:pt>
                <c:pt idx="4947">
                  <c:v>2020-01-13</c:v>
                </c:pt>
                <c:pt idx="4948">
                  <c:v>2020-01-14</c:v>
                </c:pt>
                <c:pt idx="4949">
                  <c:v>2020-01-15</c:v>
                </c:pt>
                <c:pt idx="4950">
                  <c:v>2020-01-16</c:v>
                </c:pt>
                <c:pt idx="4951">
                  <c:v>2020-01-17</c:v>
                </c:pt>
                <c:pt idx="4952">
                  <c:v>2020-01-21</c:v>
                </c:pt>
                <c:pt idx="4953">
                  <c:v>2020-01-22</c:v>
                </c:pt>
                <c:pt idx="4954">
                  <c:v>2020-01-23</c:v>
                </c:pt>
                <c:pt idx="4955">
                  <c:v>2020-01-24</c:v>
                </c:pt>
                <c:pt idx="4956">
                  <c:v>2020-01-27</c:v>
                </c:pt>
                <c:pt idx="4957">
                  <c:v>2020-01-28</c:v>
                </c:pt>
                <c:pt idx="4958">
                  <c:v>2020-01-29</c:v>
                </c:pt>
                <c:pt idx="4959">
                  <c:v>2020-01-30</c:v>
                </c:pt>
                <c:pt idx="4960">
                  <c:v>2020-01-31</c:v>
                </c:pt>
                <c:pt idx="4961">
                  <c:v>2020-02-03</c:v>
                </c:pt>
                <c:pt idx="4962">
                  <c:v>2020-02-04</c:v>
                </c:pt>
                <c:pt idx="4963">
                  <c:v>2020-02-05</c:v>
                </c:pt>
                <c:pt idx="4964">
                  <c:v>2020-02-06</c:v>
                </c:pt>
                <c:pt idx="4965">
                  <c:v>2020-02-07</c:v>
                </c:pt>
                <c:pt idx="4966">
                  <c:v>2020-02-10</c:v>
                </c:pt>
                <c:pt idx="4967">
                  <c:v>2020-02-11</c:v>
                </c:pt>
                <c:pt idx="4968">
                  <c:v>2020-02-12</c:v>
                </c:pt>
                <c:pt idx="4969">
                  <c:v>2020-02-13</c:v>
                </c:pt>
                <c:pt idx="4970">
                  <c:v>2020-02-14</c:v>
                </c:pt>
                <c:pt idx="4971">
                  <c:v>2020-02-18</c:v>
                </c:pt>
                <c:pt idx="4972">
                  <c:v>2020-02-19</c:v>
                </c:pt>
                <c:pt idx="4973">
                  <c:v>2020-02-20</c:v>
                </c:pt>
                <c:pt idx="4974">
                  <c:v>2020-02-21</c:v>
                </c:pt>
                <c:pt idx="4975">
                  <c:v>2020-02-24</c:v>
                </c:pt>
                <c:pt idx="4976">
                  <c:v>2020-02-25</c:v>
                </c:pt>
                <c:pt idx="4977">
                  <c:v>2020-02-26</c:v>
                </c:pt>
                <c:pt idx="4978">
                  <c:v>2020-02-27</c:v>
                </c:pt>
                <c:pt idx="4979">
                  <c:v>2020-02-28</c:v>
                </c:pt>
                <c:pt idx="4980">
                  <c:v>2020-03-02</c:v>
                </c:pt>
                <c:pt idx="4981">
                  <c:v>2020-03-03</c:v>
                </c:pt>
                <c:pt idx="4982">
                  <c:v>2020-03-04</c:v>
                </c:pt>
                <c:pt idx="4983">
                  <c:v>2020-03-05</c:v>
                </c:pt>
                <c:pt idx="4984">
                  <c:v>2020-03-06</c:v>
                </c:pt>
                <c:pt idx="4985">
                  <c:v>2020-03-09</c:v>
                </c:pt>
                <c:pt idx="4986">
                  <c:v>2020-03-10</c:v>
                </c:pt>
                <c:pt idx="4987">
                  <c:v>2020-03-11</c:v>
                </c:pt>
                <c:pt idx="4988">
                  <c:v>2020-03-12</c:v>
                </c:pt>
                <c:pt idx="4989">
                  <c:v>2020-03-13</c:v>
                </c:pt>
                <c:pt idx="4990">
                  <c:v>2020-03-16</c:v>
                </c:pt>
                <c:pt idx="4991">
                  <c:v>2020-03-17</c:v>
                </c:pt>
                <c:pt idx="4992">
                  <c:v>2020-03-18</c:v>
                </c:pt>
                <c:pt idx="4993">
                  <c:v>2020-03-19</c:v>
                </c:pt>
                <c:pt idx="4994">
                  <c:v>2020-03-20</c:v>
                </c:pt>
                <c:pt idx="4995">
                  <c:v>2020-03-23</c:v>
                </c:pt>
                <c:pt idx="4996">
                  <c:v>2020-03-24</c:v>
                </c:pt>
                <c:pt idx="4997">
                  <c:v>2020-03-25</c:v>
                </c:pt>
                <c:pt idx="4998">
                  <c:v>2020-03-26</c:v>
                </c:pt>
                <c:pt idx="4999">
                  <c:v>2020-03-27</c:v>
                </c:pt>
                <c:pt idx="5000">
                  <c:v>2020-03-30</c:v>
                </c:pt>
                <c:pt idx="5001">
                  <c:v>2020-03-31</c:v>
                </c:pt>
                <c:pt idx="5002">
                  <c:v>2020-04-01</c:v>
                </c:pt>
                <c:pt idx="5003">
                  <c:v>2020-04-02</c:v>
                </c:pt>
                <c:pt idx="5004">
                  <c:v>2020-04-03</c:v>
                </c:pt>
                <c:pt idx="5005">
                  <c:v>2020-04-06</c:v>
                </c:pt>
                <c:pt idx="5006">
                  <c:v>2020-04-07</c:v>
                </c:pt>
                <c:pt idx="5007">
                  <c:v>2020-04-08</c:v>
                </c:pt>
                <c:pt idx="5008">
                  <c:v>2020-04-09</c:v>
                </c:pt>
                <c:pt idx="5009">
                  <c:v>2020-04-13</c:v>
                </c:pt>
                <c:pt idx="5010">
                  <c:v>2020-04-14</c:v>
                </c:pt>
                <c:pt idx="5011">
                  <c:v>2020-04-15</c:v>
                </c:pt>
                <c:pt idx="5012">
                  <c:v>2020-04-16</c:v>
                </c:pt>
                <c:pt idx="5013">
                  <c:v>2020-04-17</c:v>
                </c:pt>
                <c:pt idx="5014">
                  <c:v>2020-04-20</c:v>
                </c:pt>
                <c:pt idx="5015">
                  <c:v>2020-04-21</c:v>
                </c:pt>
                <c:pt idx="5016">
                  <c:v>2020-04-22</c:v>
                </c:pt>
                <c:pt idx="5017">
                  <c:v>2020-04-23</c:v>
                </c:pt>
                <c:pt idx="5018">
                  <c:v>2020-04-24</c:v>
                </c:pt>
                <c:pt idx="5019">
                  <c:v>2020-04-27</c:v>
                </c:pt>
                <c:pt idx="5020">
                  <c:v>2020-04-28</c:v>
                </c:pt>
                <c:pt idx="5021">
                  <c:v>2020-04-29</c:v>
                </c:pt>
                <c:pt idx="5022">
                  <c:v>2020-04-30</c:v>
                </c:pt>
                <c:pt idx="5023">
                  <c:v>2020-05-01</c:v>
                </c:pt>
                <c:pt idx="5024">
                  <c:v>2020-05-04</c:v>
                </c:pt>
                <c:pt idx="5025">
                  <c:v>2020-05-05</c:v>
                </c:pt>
                <c:pt idx="5026">
                  <c:v>2020-05-06</c:v>
                </c:pt>
                <c:pt idx="5027">
                  <c:v>2020-05-07</c:v>
                </c:pt>
                <c:pt idx="5028">
                  <c:v>2020-05-08</c:v>
                </c:pt>
                <c:pt idx="5029">
                  <c:v>2020-05-11</c:v>
                </c:pt>
                <c:pt idx="5030">
                  <c:v>2020-05-12</c:v>
                </c:pt>
                <c:pt idx="5031">
                  <c:v>2020-05-13</c:v>
                </c:pt>
                <c:pt idx="5032">
                  <c:v>2020-05-14</c:v>
                </c:pt>
                <c:pt idx="5033">
                  <c:v>2020-05-15</c:v>
                </c:pt>
                <c:pt idx="5034">
                  <c:v>2020-05-18</c:v>
                </c:pt>
                <c:pt idx="5035">
                  <c:v>2020-05-19</c:v>
                </c:pt>
                <c:pt idx="5036">
                  <c:v>2020-05-20</c:v>
                </c:pt>
                <c:pt idx="5037">
                  <c:v>2020-05-21</c:v>
                </c:pt>
                <c:pt idx="5038">
                  <c:v>2020-05-22</c:v>
                </c:pt>
                <c:pt idx="5039">
                  <c:v>2020-05-26</c:v>
                </c:pt>
                <c:pt idx="5040">
                  <c:v>2020-05-27</c:v>
                </c:pt>
                <c:pt idx="5041">
                  <c:v>2020-05-28</c:v>
                </c:pt>
                <c:pt idx="5042">
                  <c:v>2020-05-29</c:v>
                </c:pt>
                <c:pt idx="5043">
                  <c:v>2020-06-01</c:v>
                </c:pt>
                <c:pt idx="5044">
                  <c:v>2020-06-02</c:v>
                </c:pt>
                <c:pt idx="5045">
                  <c:v>2020-06-03</c:v>
                </c:pt>
                <c:pt idx="5046">
                  <c:v>2020-06-04</c:v>
                </c:pt>
                <c:pt idx="5047">
                  <c:v>2020-06-05</c:v>
                </c:pt>
                <c:pt idx="5048">
                  <c:v>2020-06-08</c:v>
                </c:pt>
                <c:pt idx="5049">
                  <c:v>2020-06-09</c:v>
                </c:pt>
                <c:pt idx="5050">
                  <c:v>2020-06-10</c:v>
                </c:pt>
                <c:pt idx="5051">
                  <c:v>2020-06-11</c:v>
                </c:pt>
                <c:pt idx="5052">
                  <c:v>2020-06-12</c:v>
                </c:pt>
                <c:pt idx="5053">
                  <c:v>2020-06-15</c:v>
                </c:pt>
                <c:pt idx="5054">
                  <c:v>2020-06-16</c:v>
                </c:pt>
                <c:pt idx="5055">
                  <c:v>2020-06-17</c:v>
                </c:pt>
                <c:pt idx="5056">
                  <c:v>2020-06-18</c:v>
                </c:pt>
                <c:pt idx="5057">
                  <c:v>2020-06-19</c:v>
                </c:pt>
                <c:pt idx="5058">
                  <c:v>2020-06-22</c:v>
                </c:pt>
                <c:pt idx="5059">
                  <c:v>2020-06-23</c:v>
                </c:pt>
                <c:pt idx="5060">
                  <c:v>2020-06-24</c:v>
                </c:pt>
                <c:pt idx="5061">
                  <c:v>2020-06-25</c:v>
                </c:pt>
                <c:pt idx="5062">
                  <c:v>2020-06-26</c:v>
                </c:pt>
                <c:pt idx="5063">
                  <c:v>2020-06-29</c:v>
                </c:pt>
                <c:pt idx="5064">
                  <c:v>2020-06-30</c:v>
                </c:pt>
                <c:pt idx="5065">
                  <c:v>2020-07-01</c:v>
                </c:pt>
                <c:pt idx="5066">
                  <c:v>2020-07-02</c:v>
                </c:pt>
                <c:pt idx="5067">
                  <c:v>2020-07-06</c:v>
                </c:pt>
                <c:pt idx="5068">
                  <c:v>2020-07-07</c:v>
                </c:pt>
                <c:pt idx="5069">
                  <c:v>2020-07-08</c:v>
                </c:pt>
                <c:pt idx="5070">
                  <c:v>2020-07-09</c:v>
                </c:pt>
                <c:pt idx="5071">
                  <c:v>2020-07-10</c:v>
                </c:pt>
                <c:pt idx="5072">
                  <c:v>2020-07-13</c:v>
                </c:pt>
                <c:pt idx="5073">
                  <c:v>2020-07-14</c:v>
                </c:pt>
                <c:pt idx="5074">
                  <c:v>2020-07-15</c:v>
                </c:pt>
                <c:pt idx="5075">
                  <c:v>2020-07-16</c:v>
                </c:pt>
                <c:pt idx="5076">
                  <c:v>2020-07-17</c:v>
                </c:pt>
                <c:pt idx="5077">
                  <c:v>2020-07-20</c:v>
                </c:pt>
                <c:pt idx="5078">
                  <c:v>2020-07-21</c:v>
                </c:pt>
                <c:pt idx="5079">
                  <c:v>2020-07-22</c:v>
                </c:pt>
                <c:pt idx="5080">
                  <c:v>2020-07-23</c:v>
                </c:pt>
                <c:pt idx="5081">
                  <c:v>2020-07-24</c:v>
                </c:pt>
                <c:pt idx="5082">
                  <c:v>2020-07-27</c:v>
                </c:pt>
                <c:pt idx="5083">
                  <c:v>2020-07-28</c:v>
                </c:pt>
                <c:pt idx="5084">
                  <c:v>2020-07-29</c:v>
                </c:pt>
                <c:pt idx="5085">
                  <c:v>2020-07-30</c:v>
                </c:pt>
                <c:pt idx="5086">
                  <c:v>2020-07-31</c:v>
                </c:pt>
                <c:pt idx="5087">
                  <c:v>2020-08-03</c:v>
                </c:pt>
                <c:pt idx="5088">
                  <c:v>2020-08-04</c:v>
                </c:pt>
                <c:pt idx="5089">
                  <c:v>2020-08-05</c:v>
                </c:pt>
                <c:pt idx="5090">
                  <c:v>2020-08-06</c:v>
                </c:pt>
                <c:pt idx="5091">
                  <c:v>2020-08-07</c:v>
                </c:pt>
                <c:pt idx="5092">
                  <c:v>2020-08-10</c:v>
                </c:pt>
                <c:pt idx="5093">
                  <c:v>2020-08-11</c:v>
                </c:pt>
                <c:pt idx="5094">
                  <c:v>2020-08-12</c:v>
                </c:pt>
                <c:pt idx="5095">
                  <c:v>2020-08-13</c:v>
                </c:pt>
                <c:pt idx="5096">
                  <c:v>2020-08-14</c:v>
                </c:pt>
                <c:pt idx="5097">
                  <c:v>2020-08-17</c:v>
                </c:pt>
                <c:pt idx="5098">
                  <c:v>2020-08-18</c:v>
                </c:pt>
                <c:pt idx="5099">
                  <c:v>2020-08-19</c:v>
                </c:pt>
                <c:pt idx="5100">
                  <c:v>2020-08-20</c:v>
                </c:pt>
                <c:pt idx="5101">
                  <c:v>2020-08-21</c:v>
                </c:pt>
                <c:pt idx="5102">
                  <c:v>2020-08-24</c:v>
                </c:pt>
                <c:pt idx="5103">
                  <c:v>2020-08-25</c:v>
                </c:pt>
                <c:pt idx="5104">
                  <c:v>2020-08-26</c:v>
                </c:pt>
                <c:pt idx="5105">
                  <c:v>2020-08-27</c:v>
                </c:pt>
                <c:pt idx="5106">
                  <c:v>2020-08-28</c:v>
                </c:pt>
                <c:pt idx="5107">
                  <c:v>2020-08-31</c:v>
                </c:pt>
                <c:pt idx="5108">
                  <c:v>2020-09-01</c:v>
                </c:pt>
                <c:pt idx="5109">
                  <c:v>2020-09-02</c:v>
                </c:pt>
                <c:pt idx="5110">
                  <c:v>2020-09-03</c:v>
                </c:pt>
                <c:pt idx="5111">
                  <c:v>2020-09-04</c:v>
                </c:pt>
                <c:pt idx="5112">
                  <c:v>2020-09-08</c:v>
                </c:pt>
                <c:pt idx="5113">
                  <c:v>2020-09-09</c:v>
                </c:pt>
                <c:pt idx="5114">
                  <c:v>2020-09-10</c:v>
                </c:pt>
                <c:pt idx="5115">
                  <c:v>2020-09-11</c:v>
                </c:pt>
                <c:pt idx="5116">
                  <c:v>2020-09-14</c:v>
                </c:pt>
                <c:pt idx="5117">
                  <c:v>2020-09-15</c:v>
                </c:pt>
                <c:pt idx="5118">
                  <c:v>2020-09-16</c:v>
                </c:pt>
                <c:pt idx="5119">
                  <c:v>2020-09-17</c:v>
                </c:pt>
                <c:pt idx="5120">
                  <c:v>2020-09-18</c:v>
                </c:pt>
                <c:pt idx="5121">
                  <c:v>2020-09-21</c:v>
                </c:pt>
                <c:pt idx="5122">
                  <c:v>2020-09-22</c:v>
                </c:pt>
                <c:pt idx="5123">
                  <c:v>2020-09-23</c:v>
                </c:pt>
                <c:pt idx="5124">
                  <c:v>2020-09-24</c:v>
                </c:pt>
                <c:pt idx="5125">
                  <c:v>2020-09-25</c:v>
                </c:pt>
                <c:pt idx="5126">
                  <c:v>2020-09-28</c:v>
                </c:pt>
                <c:pt idx="5127">
                  <c:v>2020-09-29</c:v>
                </c:pt>
                <c:pt idx="5128">
                  <c:v>2020-09-30</c:v>
                </c:pt>
                <c:pt idx="5129">
                  <c:v>2020-10-01</c:v>
                </c:pt>
                <c:pt idx="5130">
                  <c:v>2020-10-02</c:v>
                </c:pt>
                <c:pt idx="5131">
                  <c:v>2020-10-05</c:v>
                </c:pt>
                <c:pt idx="5132">
                  <c:v>2020-10-06</c:v>
                </c:pt>
                <c:pt idx="5133">
                  <c:v>2020-10-07</c:v>
                </c:pt>
                <c:pt idx="5134">
                  <c:v>2020-10-08</c:v>
                </c:pt>
                <c:pt idx="5135">
                  <c:v>2020-10-09</c:v>
                </c:pt>
                <c:pt idx="5136">
                  <c:v>2020-10-12</c:v>
                </c:pt>
                <c:pt idx="5137">
                  <c:v>2020-10-13</c:v>
                </c:pt>
                <c:pt idx="5138">
                  <c:v>2020-10-14</c:v>
                </c:pt>
                <c:pt idx="5139">
                  <c:v>2020-10-15</c:v>
                </c:pt>
                <c:pt idx="5140">
                  <c:v>2020-10-16</c:v>
                </c:pt>
                <c:pt idx="5141">
                  <c:v>2020-10-19</c:v>
                </c:pt>
                <c:pt idx="5142">
                  <c:v>2020-10-20</c:v>
                </c:pt>
                <c:pt idx="5143">
                  <c:v>2020-10-21</c:v>
                </c:pt>
                <c:pt idx="5144">
                  <c:v>2020-10-22</c:v>
                </c:pt>
                <c:pt idx="5145">
                  <c:v>2020-10-23</c:v>
                </c:pt>
                <c:pt idx="5146">
                  <c:v>2020-10-26</c:v>
                </c:pt>
                <c:pt idx="5147">
                  <c:v>2020-10-27</c:v>
                </c:pt>
                <c:pt idx="5148">
                  <c:v>2020-10-28</c:v>
                </c:pt>
                <c:pt idx="5149">
                  <c:v>2020-10-29</c:v>
                </c:pt>
                <c:pt idx="5150">
                  <c:v>2020-10-30</c:v>
                </c:pt>
                <c:pt idx="5151">
                  <c:v>2020-11-02</c:v>
                </c:pt>
                <c:pt idx="5152">
                  <c:v>2020-11-03</c:v>
                </c:pt>
                <c:pt idx="5153">
                  <c:v>2020-11-04</c:v>
                </c:pt>
                <c:pt idx="5154">
                  <c:v>2020-11-05</c:v>
                </c:pt>
                <c:pt idx="5155">
                  <c:v>2020-11-06</c:v>
                </c:pt>
                <c:pt idx="5156">
                  <c:v>2020-11-09</c:v>
                </c:pt>
                <c:pt idx="5157">
                  <c:v>2020-11-10</c:v>
                </c:pt>
                <c:pt idx="5158">
                  <c:v>2020-11-11</c:v>
                </c:pt>
                <c:pt idx="5159">
                  <c:v>2020-11-12</c:v>
                </c:pt>
                <c:pt idx="5160">
                  <c:v>2020-11-13</c:v>
                </c:pt>
                <c:pt idx="5161">
                  <c:v>2020-11-16</c:v>
                </c:pt>
                <c:pt idx="5162">
                  <c:v>2020-11-17</c:v>
                </c:pt>
                <c:pt idx="5163">
                  <c:v>2020-11-18</c:v>
                </c:pt>
                <c:pt idx="5164">
                  <c:v>2020-11-19</c:v>
                </c:pt>
                <c:pt idx="5165">
                  <c:v>2020-11-20</c:v>
                </c:pt>
                <c:pt idx="5166">
                  <c:v>2020-11-23</c:v>
                </c:pt>
                <c:pt idx="5167">
                  <c:v>2020-11-24</c:v>
                </c:pt>
                <c:pt idx="5168">
                  <c:v>2020-11-25</c:v>
                </c:pt>
                <c:pt idx="5169">
                  <c:v>2020-11-27</c:v>
                </c:pt>
                <c:pt idx="5170">
                  <c:v>2020-11-30</c:v>
                </c:pt>
                <c:pt idx="5171">
                  <c:v>2020-12-01</c:v>
                </c:pt>
                <c:pt idx="5172">
                  <c:v>2020-12-02</c:v>
                </c:pt>
                <c:pt idx="5173">
                  <c:v>2020-12-03</c:v>
                </c:pt>
                <c:pt idx="5174">
                  <c:v>2020-12-04</c:v>
                </c:pt>
                <c:pt idx="5175">
                  <c:v>2020-12-07</c:v>
                </c:pt>
                <c:pt idx="5176">
                  <c:v>2020-12-08</c:v>
                </c:pt>
                <c:pt idx="5177">
                  <c:v>2020-12-09</c:v>
                </c:pt>
                <c:pt idx="5178">
                  <c:v>2020-12-10</c:v>
                </c:pt>
                <c:pt idx="5179">
                  <c:v>2020-12-11</c:v>
                </c:pt>
                <c:pt idx="5180">
                  <c:v>2020-12-14</c:v>
                </c:pt>
                <c:pt idx="5181">
                  <c:v>2020-12-15</c:v>
                </c:pt>
                <c:pt idx="5182">
                  <c:v>2020-12-16</c:v>
                </c:pt>
                <c:pt idx="5183">
                  <c:v>2020-12-17</c:v>
                </c:pt>
                <c:pt idx="5184">
                  <c:v>2020-12-18</c:v>
                </c:pt>
                <c:pt idx="5185">
                  <c:v>2020-12-21</c:v>
                </c:pt>
                <c:pt idx="5186">
                  <c:v>2020-12-22</c:v>
                </c:pt>
                <c:pt idx="5187">
                  <c:v>2020-12-23</c:v>
                </c:pt>
                <c:pt idx="5188">
                  <c:v>2020-12-24</c:v>
                </c:pt>
                <c:pt idx="5189">
                  <c:v>2020-12-28</c:v>
                </c:pt>
                <c:pt idx="5190">
                  <c:v>2020-12-29</c:v>
                </c:pt>
                <c:pt idx="5191">
                  <c:v>2020-12-30</c:v>
                </c:pt>
                <c:pt idx="5192">
                  <c:v>2020-12-31</c:v>
                </c:pt>
                <c:pt idx="5193">
                  <c:v>2021-01-04</c:v>
                </c:pt>
                <c:pt idx="5194">
                  <c:v>2021-01-05</c:v>
                </c:pt>
                <c:pt idx="5195">
                  <c:v>2021-01-06</c:v>
                </c:pt>
                <c:pt idx="5196">
                  <c:v>2021-01-07</c:v>
                </c:pt>
                <c:pt idx="5197">
                  <c:v>2021-01-08</c:v>
                </c:pt>
                <c:pt idx="5198">
                  <c:v>2021-01-11</c:v>
                </c:pt>
                <c:pt idx="5199">
                  <c:v>2021-01-12</c:v>
                </c:pt>
                <c:pt idx="5200">
                  <c:v>2021-01-13</c:v>
                </c:pt>
                <c:pt idx="5201">
                  <c:v>2021-01-14</c:v>
                </c:pt>
                <c:pt idx="5202">
                  <c:v>2021-01-15</c:v>
                </c:pt>
                <c:pt idx="5203">
                  <c:v>2021-01-19</c:v>
                </c:pt>
                <c:pt idx="5204">
                  <c:v>2021-01-21</c:v>
                </c:pt>
                <c:pt idx="5205">
                  <c:v>2021-01-22</c:v>
                </c:pt>
                <c:pt idx="5206">
                  <c:v>2021-01-25</c:v>
                </c:pt>
                <c:pt idx="5207">
                  <c:v>2021-01-26</c:v>
                </c:pt>
                <c:pt idx="5208">
                  <c:v>2021-01-27</c:v>
                </c:pt>
                <c:pt idx="5209">
                  <c:v>2021-01-28</c:v>
                </c:pt>
                <c:pt idx="5210">
                  <c:v>2021-01-29</c:v>
                </c:pt>
                <c:pt idx="5211">
                  <c:v>2021-02-01</c:v>
                </c:pt>
                <c:pt idx="5212">
                  <c:v>2021-02-02</c:v>
                </c:pt>
                <c:pt idx="5213">
                  <c:v>2021-02-03</c:v>
                </c:pt>
                <c:pt idx="5214">
                  <c:v>2021-02-04</c:v>
                </c:pt>
                <c:pt idx="5215">
                  <c:v>2021-02-05</c:v>
                </c:pt>
                <c:pt idx="5216">
                  <c:v>2021-02-08</c:v>
                </c:pt>
                <c:pt idx="5217">
                  <c:v>2021-02-09</c:v>
                </c:pt>
                <c:pt idx="5218">
                  <c:v>2021-02-10</c:v>
                </c:pt>
                <c:pt idx="5219">
                  <c:v>2021-02-11</c:v>
                </c:pt>
                <c:pt idx="5220">
                  <c:v>2021-02-12</c:v>
                </c:pt>
                <c:pt idx="5221">
                  <c:v>2021-02-16</c:v>
                </c:pt>
                <c:pt idx="5222">
                  <c:v>2021-02-17</c:v>
                </c:pt>
                <c:pt idx="5223">
                  <c:v>2021-02-18</c:v>
                </c:pt>
                <c:pt idx="5224">
                  <c:v>2021-02-19</c:v>
                </c:pt>
                <c:pt idx="5225">
                  <c:v>2021-02-22</c:v>
                </c:pt>
                <c:pt idx="5226">
                  <c:v>2021-02-23</c:v>
                </c:pt>
                <c:pt idx="5227">
                  <c:v>2021-02-24</c:v>
                </c:pt>
                <c:pt idx="5228">
                  <c:v>2021-02-25</c:v>
                </c:pt>
                <c:pt idx="5229">
                  <c:v>2021-02-26</c:v>
                </c:pt>
                <c:pt idx="5230">
                  <c:v>2021-03-01</c:v>
                </c:pt>
                <c:pt idx="5231">
                  <c:v>2021-03-02</c:v>
                </c:pt>
                <c:pt idx="5232">
                  <c:v>2021-03-03</c:v>
                </c:pt>
                <c:pt idx="5233">
                  <c:v>2021-03-04</c:v>
                </c:pt>
                <c:pt idx="5234">
                  <c:v>2021-03-05</c:v>
                </c:pt>
                <c:pt idx="5235">
                  <c:v>2021-03-08</c:v>
                </c:pt>
                <c:pt idx="5236">
                  <c:v>2021-03-09</c:v>
                </c:pt>
                <c:pt idx="5237">
                  <c:v>2021-03-10</c:v>
                </c:pt>
                <c:pt idx="5238">
                  <c:v>2021-03-11</c:v>
                </c:pt>
                <c:pt idx="5239">
                  <c:v>2021-03-12</c:v>
                </c:pt>
                <c:pt idx="5240">
                  <c:v>2021-03-15</c:v>
                </c:pt>
                <c:pt idx="5241">
                  <c:v>2021-03-16</c:v>
                </c:pt>
                <c:pt idx="5242">
                  <c:v>2021-03-17</c:v>
                </c:pt>
                <c:pt idx="5243">
                  <c:v>2021-03-18</c:v>
                </c:pt>
                <c:pt idx="5244">
                  <c:v>2021-03-19</c:v>
                </c:pt>
                <c:pt idx="5245">
                  <c:v>2021-03-22</c:v>
                </c:pt>
                <c:pt idx="5246">
                  <c:v>2021-03-23</c:v>
                </c:pt>
                <c:pt idx="5247">
                  <c:v>2021-03-24</c:v>
                </c:pt>
                <c:pt idx="5248">
                  <c:v>2021-03-25</c:v>
                </c:pt>
                <c:pt idx="5249">
                  <c:v>2021-03-26</c:v>
                </c:pt>
                <c:pt idx="5250">
                  <c:v>2021-03-29</c:v>
                </c:pt>
                <c:pt idx="5251">
                  <c:v>2021-03-30</c:v>
                </c:pt>
                <c:pt idx="5252">
                  <c:v>2021-03-31</c:v>
                </c:pt>
                <c:pt idx="5253">
                  <c:v>2021-04-01</c:v>
                </c:pt>
                <c:pt idx="5254">
                  <c:v>2021-04-05</c:v>
                </c:pt>
                <c:pt idx="5255">
                  <c:v>2021-04-06</c:v>
                </c:pt>
                <c:pt idx="5256">
                  <c:v>2021-04-07</c:v>
                </c:pt>
                <c:pt idx="5257">
                  <c:v>2021-04-08</c:v>
                </c:pt>
                <c:pt idx="5258">
                  <c:v>2021-04-09</c:v>
                </c:pt>
                <c:pt idx="5259">
                  <c:v>2021-04-12</c:v>
                </c:pt>
                <c:pt idx="5260">
                  <c:v>2021-04-13</c:v>
                </c:pt>
                <c:pt idx="5261">
                  <c:v>2021-04-14</c:v>
                </c:pt>
                <c:pt idx="5262">
                  <c:v>2021-04-15</c:v>
                </c:pt>
                <c:pt idx="5263">
                  <c:v>2021-04-16</c:v>
                </c:pt>
                <c:pt idx="5264">
                  <c:v>2021-04-19</c:v>
                </c:pt>
                <c:pt idx="5265">
                  <c:v>2021-04-20</c:v>
                </c:pt>
                <c:pt idx="5266">
                  <c:v>2021-04-21</c:v>
                </c:pt>
                <c:pt idx="5267">
                  <c:v>2021-04-22</c:v>
                </c:pt>
                <c:pt idx="5268">
                  <c:v>2021-04-23</c:v>
                </c:pt>
                <c:pt idx="5269">
                  <c:v>2021-04-26</c:v>
                </c:pt>
                <c:pt idx="5270">
                  <c:v>2021-04-27</c:v>
                </c:pt>
                <c:pt idx="5271">
                  <c:v>2021-04-28</c:v>
                </c:pt>
                <c:pt idx="5272">
                  <c:v>2021-04-29</c:v>
                </c:pt>
                <c:pt idx="5273">
                  <c:v>2021-04-30</c:v>
                </c:pt>
                <c:pt idx="5274">
                  <c:v>2021-05-03</c:v>
                </c:pt>
                <c:pt idx="5275">
                  <c:v>2021-05-04</c:v>
                </c:pt>
                <c:pt idx="5276">
                  <c:v>2021-05-05</c:v>
                </c:pt>
                <c:pt idx="5277">
                  <c:v>2021-05-06</c:v>
                </c:pt>
                <c:pt idx="5278">
                  <c:v>2021-05-07</c:v>
                </c:pt>
                <c:pt idx="5279">
                  <c:v>2021-05-10</c:v>
                </c:pt>
                <c:pt idx="5280">
                  <c:v>2021-05-11</c:v>
                </c:pt>
                <c:pt idx="5281">
                  <c:v>2021-05-12</c:v>
                </c:pt>
                <c:pt idx="5282">
                  <c:v>2021-05-13</c:v>
                </c:pt>
                <c:pt idx="5283">
                  <c:v>2021-05-14</c:v>
                </c:pt>
                <c:pt idx="5284">
                  <c:v>2021-05-17</c:v>
                </c:pt>
                <c:pt idx="5285">
                  <c:v>2021-05-18</c:v>
                </c:pt>
                <c:pt idx="5286">
                  <c:v>2021-05-19</c:v>
                </c:pt>
                <c:pt idx="5287">
                  <c:v>2021-05-20</c:v>
                </c:pt>
                <c:pt idx="5288">
                  <c:v>2021-05-21</c:v>
                </c:pt>
                <c:pt idx="5289">
                  <c:v>2021-05-24</c:v>
                </c:pt>
                <c:pt idx="5290">
                  <c:v>2021-05-25</c:v>
                </c:pt>
                <c:pt idx="5291">
                  <c:v>2021-05-26</c:v>
                </c:pt>
                <c:pt idx="5292">
                  <c:v>2021-05-27</c:v>
                </c:pt>
                <c:pt idx="5293">
                  <c:v>2021-05-28</c:v>
                </c:pt>
                <c:pt idx="5294">
                  <c:v>2021-06-01</c:v>
                </c:pt>
                <c:pt idx="5295">
                  <c:v>2021-06-02</c:v>
                </c:pt>
                <c:pt idx="5296">
                  <c:v>2021-06-03</c:v>
                </c:pt>
                <c:pt idx="5297">
                  <c:v>2021-06-04</c:v>
                </c:pt>
                <c:pt idx="5298">
                  <c:v>2021-06-07</c:v>
                </c:pt>
                <c:pt idx="5299">
                  <c:v>2021-06-08</c:v>
                </c:pt>
                <c:pt idx="5300">
                  <c:v>2021-06-09</c:v>
                </c:pt>
                <c:pt idx="5301">
                  <c:v>2021-06-10</c:v>
                </c:pt>
                <c:pt idx="5302">
                  <c:v>2021-06-11</c:v>
                </c:pt>
                <c:pt idx="5303">
                  <c:v>2021-06-14</c:v>
                </c:pt>
                <c:pt idx="5304">
                  <c:v>2021-06-15</c:v>
                </c:pt>
                <c:pt idx="5305">
                  <c:v>2021-06-16</c:v>
                </c:pt>
                <c:pt idx="5306">
                  <c:v>2021-06-17</c:v>
                </c:pt>
                <c:pt idx="5307">
                  <c:v>2021-06-18</c:v>
                </c:pt>
                <c:pt idx="5308">
                  <c:v>2021-06-21</c:v>
                </c:pt>
                <c:pt idx="5309">
                  <c:v>2021-06-22</c:v>
                </c:pt>
                <c:pt idx="5310">
                  <c:v>2021-06-23</c:v>
                </c:pt>
                <c:pt idx="5311">
                  <c:v>2021-06-24</c:v>
                </c:pt>
                <c:pt idx="5312">
                  <c:v>2021-06-25</c:v>
                </c:pt>
                <c:pt idx="5313">
                  <c:v>2021-06-28</c:v>
                </c:pt>
                <c:pt idx="5314">
                  <c:v>2021-06-29</c:v>
                </c:pt>
                <c:pt idx="5315">
                  <c:v>2021-06-30</c:v>
                </c:pt>
                <c:pt idx="5316">
                  <c:v>2021-07-01</c:v>
                </c:pt>
                <c:pt idx="5317">
                  <c:v>2021-07-02</c:v>
                </c:pt>
                <c:pt idx="5318">
                  <c:v>2021-07-06</c:v>
                </c:pt>
                <c:pt idx="5319">
                  <c:v>2021-07-07</c:v>
                </c:pt>
                <c:pt idx="5320">
                  <c:v>2021-07-08</c:v>
                </c:pt>
                <c:pt idx="5321">
                  <c:v>2021-07-09</c:v>
                </c:pt>
                <c:pt idx="5322">
                  <c:v>2021-07-12</c:v>
                </c:pt>
                <c:pt idx="5323">
                  <c:v>2021-07-13</c:v>
                </c:pt>
                <c:pt idx="5324">
                  <c:v>2021-07-14</c:v>
                </c:pt>
                <c:pt idx="5325">
                  <c:v>2021-07-15</c:v>
                </c:pt>
                <c:pt idx="5326">
                  <c:v>2021-07-16</c:v>
                </c:pt>
                <c:pt idx="5327">
                  <c:v>2021-07-19</c:v>
                </c:pt>
                <c:pt idx="5328">
                  <c:v>2021-07-20</c:v>
                </c:pt>
                <c:pt idx="5329">
                  <c:v>2021-07-21</c:v>
                </c:pt>
                <c:pt idx="5330">
                  <c:v>2021-07-22</c:v>
                </c:pt>
                <c:pt idx="5331">
                  <c:v>2021-07-23</c:v>
                </c:pt>
                <c:pt idx="5332">
                  <c:v>2021-07-26</c:v>
                </c:pt>
                <c:pt idx="5333">
                  <c:v>2021-07-27</c:v>
                </c:pt>
                <c:pt idx="5334">
                  <c:v>2021-07-28</c:v>
                </c:pt>
                <c:pt idx="5335">
                  <c:v>2021-07-29</c:v>
                </c:pt>
                <c:pt idx="5336">
                  <c:v>2021-07-30</c:v>
                </c:pt>
                <c:pt idx="5337">
                  <c:v>2021-08-02</c:v>
                </c:pt>
                <c:pt idx="5338">
                  <c:v>2021-08-03</c:v>
                </c:pt>
                <c:pt idx="5339">
                  <c:v>2021-08-04</c:v>
                </c:pt>
                <c:pt idx="5340">
                  <c:v>2021-08-05</c:v>
                </c:pt>
                <c:pt idx="5341">
                  <c:v>2021-08-06</c:v>
                </c:pt>
                <c:pt idx="5342">
                  <c:v>2021-08-09</c:v>
                </c:pt>
                <c:pt idx="5343">
                  <c:v>2021-08-10</c:v>
                </c:pt>
                <c:pt idx="5344">
                  <c:v>2021-08-11</c:v>
                </c:pt>
                <c:pt idx="5345">
                  <c:v>2021-08-12</c:v>
                </c:pt>
                <c:pt idx="5346">
                  <c:v>2021-08-13</c:v>
                </c:pt>
                <c:pt idx="5347">
                  <c:v>2021-08-16</c:v>
                </c:pt>
                <c:pt idx="5348">
                  <c:v>2021-08-17</c:v>
                </c:pt>
                <c:pt idx="5349">
                  <c:v>2021-08-18</c:v>
                </c:pt>
                <c:pt idx="5350">
                  <c:v>2021-08-19</c:v>
                </c:pt>
                <c:pt idx="5351">
                  <c:v>2021-08-20</c:v>
                </c:pt>
                <c:pt idx="5352">
                  <c:v>2021-08-23</c:v>
                </c:pt>
                <c:pt idx="5353">
                  <c:v>2021-08-24</c:v>
                </c:pt>
                <c:pt idx="5354">
                  <c:v>2021-08-26</c:v>
                </c:pt>
                <c:pt idx="5355">
                  <c:v>2021-08-27</c:v>
                </c:pt>
                <c:pt idx="5356">
                  <c:v>2021-08-30</c:v>
                </c:pt>
                <c:pt idx="5357">
                  <c:v>2021-08-31</c:v>
                </c:pt>
                <c:pt idx="5358">
                  <c:v>2021-09-01</c:v>
                </c:pt>
                <c:pt idx="5359">
                  <c:v>2021-09-02</c:v>
                </c:pt>
                <c:pt idx="5360">
                  <c:v>2021-09-03</c:v>
                </c:pt>
                <c:pt idx="5361">
                  <c:v>2021-09-07</c:v>
                </c:pt>
                <c:pt idx="5362">
                  <c:v>2021-09-08</c:v>
                </c:pt>
                <c:pt idx="5363">
                  <c:v>2021-09-09</c:v>
                </c:pt>
                <c:pt idx="5364">
                  <c:v>2021-09-10</c:v>
                </c:pt>
                <c:pt idx="5365">
                  <c:v>2021-09-13</c:v>
                </c:pt>
                <c:pt idx="5366">
                  <c:v>2021-09-14</c:v>
                </c:pt>
                <c:pt idx="5367">
                  <c:v>2021-09-15</c:v>
                </c:pt>
                <c:pt idx="5368">
                  <c:v>2021-09-16</c:v>
                </c:pt>
                <c:pt idx="5369">
                  <c:v>2021-09-17</c:v>
                </c:pt>
                <c:pt idx="5370">
                  <c:v>2021-09-20</c:v>
                </c:pt>
                <c:pt idx="5371">
                  <c:v>2021-09-21</c:v>
                </c:pt>
                <c:pt idx="5372">
                  <c:v>2021-09-22</c:v>
                </c:pt>
                <c:pt idx="5373">
                  <c:v>2021-09-23</c:v>
                </c:pt>
                <c:pt idx="5374">
                  <c:v>2021-09-24</c:v>
                </c:pt>
                <c:pt idx="5375">
                  <c:v>2021-09-27</c:v>
                </c:pt>
                <c:pt idx="5376">
                  <c:v>2021-09-28</c:v>
                </c:pt>
                <c:pt idx="5377">
                  <c:v>2021-09-29</c:v>
                </c:pt>
                <c:pt idx="5378">
                  <c:v>2021-09-30</c:v>
                </c:pt>
                <c:pt idx="5379">
                  <c:v>2021-10-01</c:v>
                </c:pt>
                <c:pt idx="5380">
                  <c:v>2021-10-04</c:v>
                </c:pt>
                <c:pt idx="5381">
                  <c:v>2021-10-05</c:v>
                </c:pt>
                <c:pt idx="5382">
                  <c:v>2021-10-06</c:v>
                </c:pt>
                <c:pt idx="5383">
                  <c:v>2021-10-07</c:v>
                </c:pt>
                <c:pt idx="5384">
                  <c:v>2021-10-08</c:v>
                </c:pt>
                <c:pt idx="5385">
                  <c:v>2021-10-11</c:v>
                </c:pt>
                <c:pt idx="5386">
                  <c:v>2021-10-12</c:v>
                </c:pt>
                <c:pt idx="5387">
                  <c:v>2021-10-13</c:v>
                </c:pt>
                <c:pt idx="5388">
                  <c:v>2021-10-14</c:v>
                </c:pt>
                <c:pt idx="5389">
                  <c:v>2021-10-15</c:v>
                </c:pt>
                <c:pt idx="5390">
                  <c:v>2021-10-18</c:v>
                </c:pt>
                <c:pt idx="5391">
                  <c:v>2021-10-19</c:v>
                </c:pt>
                <c:pt idx="5392">
                  <c:v>2021-10-20</c:v>
                </c:pt>
                <c:pt idx="5393">
                  <c:v>2021-10-21</c:v>
                </c:pt>
                <c:pt idx="5394">
                  <c:v>2021-10-22</c:v>
                </c:pt>
                <c:pt idx="5395">
                  <c:v>2021-10-25</c:v>
                </c:pt>
                <c:pt idx="5396">
                  <c:v>2021-10-26</c:v>
                </c:pt>
                <c:pt idx="5397">
                  <c:v>2021-10-27</c:v>
                </c:pt>
                <c:pt idx="5398">
                  <c:v>2021-10-28</c:v>
                </c:pt>
                <c:pt idx="5399">
                  <c:v>2021-10-29</c:v>
                </c:pt>
                <c:pt idx="5400">
                  <c:v>2021-11-01</c:v>
                </c:pt>
                <c:pt idx="5401">
                  <c:v>2021-11-02</c:v>
                </c:pt>
                <c:pt idx="5402">
                  <c:v>2021-11-03</c:v>
                </c:pt>
                <c:pt idx="5403">
                  <c:v>2021-11-04</c:v>
                </c:pt>
                <c:pt idx="5404">
                  <c:v>2021-11-05</c:v>
                </c:pt>
                <c:pt idx="5405">
                  <c:v>2021-11-08</c:v>
                </c:pt>
                <c:pt idx="5406">
                  <c:v>2021-11-09</c:v>
                </c:pt>
                <c:pt idx="5407">
                  <c:v>2021-11-10</c:v>
                </c:pt>
                <c:pt idx="5408">
                  <c:v>2021-11-11</c:v>
                </c:pt>
                <c:pt idx="5409">
                  <c:v>2021-11-12</c:v>
                </c:pt>
                <c:pt idx="5410">
                  <c:v>2021-11-15</c:v>
                </c:pt>
                <c:pt idx="5411">
                  <c:v>2021-11-16</c:v>
                </c:pt>
                <c:pt idx="5412">
                  <c:v>2021-11-17</c:v>
                </c:pt>
                <c:pt idx="5413">
                  <c:v>2021-11-18</c:v>
                </c:pt>
                <c:pt idx="5414">
                  <c:v>2021-11-19</c:v>
                </c:pt>
                <c:pt idx="5415">
                  <c:v>2021-11-22</c:v>
                </c:pt>
                <c:pt idx="5416">
                  <c:v>2021-11-23</c:v>
                </c:pt>
                <c:pt idx="5417">
                  <c:v>2021-11-24</c:v>
                </c:pt>
                <c:pt idx="5418">
                  <c:v>2021-11-26</c:v>
                </c:pt>
                <c:pt idx="5419">
                  <c:v>2021-11-29</c:v>
                </c:pt>
                <c:pt idx="5420">
                  <c:v>2021-11-30</c:v>
                </c:pt>
                <c:pt idx="5421">
                  <c:v>2021-12-01</c:v>
                </c:pt>
                <c:pt idx="5422">
                  <c:v>2021-12-02</c:v>
                </c:pt>
                <c:pt idx="5423">
                  <c:v>2021-12-03</c:v>
                </c:pt>
                <c:pt idx="5424">
                  <c:v>2021-12-06</c:v>
                </c:pt>
                <c:pt idx="5425">
                  <c:v>2021-12-07</c:v>
                </c:pt>
                <c:pt idx="5426">
                  <c:v>2021-12-08</c:v>
                </c:pt>
                <c:pt idx="5427">
                  <c:v>2021-12-09</c:v>
                </c:pt>
                <c:pt idx="5428">
                  <c:v>2021-12-10</c:v>
                </c:pt>
                <c:pt idx="5429">
                  <c:v>2021-12-13</c:v>
                </c:pt>
                <c:pt idx="5430">
                  <c:v>2021-12-14</c:v>
                </c:pt>
                <c:pt idx="5431">
                  <c:v>2021-12-15</c:v>
                </c:pt>
                <c:pt idx="5432">
                  <c:v>2021-12-16</c:v>
                </c:pt>
                <c:pt idx="5433">
                  <c:v>2021-12-17</c:v>
                </c:pt>
                <c:pt idx="5434">
                  <c:v>2021-12-20</c:v>
                </c:pt>
                <c:pt idx="5435">
                  <c:v>2021-12-21</c:v>
                </c:pt>
                <c:pt idx="5436">
                  <c:v>2021-12-22</c:v>
                </c:pt>
                <c:pt idx="5437">
                  <c:v>2021-12-23</c:v>
                </c:pt>
                <c:pt idx="5438">
                  <c:v>2021-12-27</c:v>
                </c:pt>
                <c:pt idx="5439">
                  <c:v>2021-12-28</c:v>
                </c:pt>
                <c:pt idx="5440">
                  <c:v>2021-12-29</c:v>
                </c:pt>
                <c:pt idx="5441">
                  <c:v>2021-12-30</c:v>
                </c:pt>
                <c:pt idx="5442">
                  <c:v>2021-12-31</c:v>
                </c:pt>
                <c:pt idx="5443">
                  <c:v>2022-01-03</c:v>
                </c:pt>
                <c:pt idx="5444">
                  <c:v>2022-01-04</c:v>
                </c:pt>
                <c:pt idx="5445">
                  <c:v>2022-01-05</c:v>
                </c:pt>
                <c:pt idx="5446">
                  <c:v>2022-01-06</c:v>
                </c:pt>
                <c:pt idx="5447">
                  <c:v>2022-01-07</c:v>
                </c:pt>
                <c:pt idx="5448">
                  <c:v>2022-01-10</c:v>
                </c:pt>
                <c:pt idx="5449">
                  <c:v>2022-01-11</c:v>
                </c:pt>
                <c:pt idx="5450">
                  <c:v>2022-01-12</c:v>
                </c:pt>
                <c:pt idx="5451">
                  <c:v>2022-01-13</c:v>
                </c:pt>
                <c:pt idx="5452">
                  <c:v>2022-01-14</c:v>
                </c:pt>
                <c:pt idx="5453">
                  <c:v>2022-01-18</c:v>
                </c:pt>
                <c:pt idx="5454">
                  <c:v>2022-01-19</c:v>
                </c:pt>
                <c:pt idx="5455">
                  <c:v>2022-01-20</c:v>
                </c:pt>
                <c:pt idx="5456">
                  <c:v>2022-01-21</c:v>
                </c:pt>
                <c:pt idx="5457">
                  <c:v>2022-01-24</c:v>
                </c:pt>
                <c:pt idx="5458">
                  <c:v>2022-01-25</c:v>
                </c:pt>
                <c:pt idx="5459">
                  <c:v>2022-01-26</c:v>
                </c:pt>
                <c:pt idx="5460">
                  <c:v>2022-01-27</c:v>
                </c:pt>
                <c:pt idx="5461">
                  <c:v>2022-01-28</c:v>
                </c:pt>
                <c:pt idx="5462">
                  <c:v>2022-01-31</c:v>
                </c:pt>
                <c:pt idx="5463">
                  <c:v>2022-02-01</c:v>
                </c:pt>
                <c:pt idx="5464">
                  <c:v>2022-02-02</c:v>
                </c:pt>
                <c:pt idx="5465">
                  <c:v>2022-02-03</c:v>
                </c:pt>
                <c:pt idx="5466">
                  <c:v>2022-02-04</c:v>
                </c:pt>
                <c:pt idx="5467">
                  <c:v>2022-02-07</c:v>
                </c:pt>
                <c:pt idx="5468">
                  <c:v>2022-02-08</c:v>
                </c:pt>
                <c:pt idx="5469">
                  <c:v>2022-02-09</c:v>
                </c:pt>
                <c:pt idx="5470">
                  <c:v>2022-02-10</c:v>
                </c:pt>
                <c:pt idx="5471">
                  <c:v>2022-02-11</c:v>
                </c:pt>
                <c:pt idx="5472">
                  <c:v>2022-02-14</c:v>
                </c:pt>
                <c:pt idx="5473">
                  <c:v>2022-02-15</c:v>
                </c:pt>
                <c:pt idx="5474">
                  <c:v>2022-02-16</c:v>
                </c:pt>
                <c:pt idx="5475">
                  <c:v>2022-02-17</c:v>
                </c:pt>
                <c:pt idx="5476">
                  <c:v>2022-02-18</c:v>
                </c:pt>
                <c:pt idx="5477">
                  <c:v>2022-02-22</c:v>
                </c:pt>
                <c:pt idx="5478">
                  <c:v>2022-02-23</c:v>
                </c:pt>
                <c:pt idx="5479">
                  <c:v>2022-02-24</c:v>
                </c:pt>
                <c:pt idx="5480">
                  <c:v>2022-02-25</c:v>
                </c:pt>
                <c:pt idx="5481">
                  <c:v>2022-02-28</c:v>
                </c:pt>
                <c:pt idx="5482">
                  <c:v>2022-03-01</c:v>
                </c:pt>
                <c:pt idx="5483">
                  <c:v>2022-03-02</c:v>
                </c:pt>
                <c:pt idx="5484">
                  <c:v>2022-03-03</c:v>
                </c:pt>
                <c:pt idx="5485">
                  <c:v>2022-03-04</c:v>
                </c:pt>
                <c:pt idx="5486">
                  <c:v>2022-03-07</c:v>
                </c:pt>
                <c:pt idx="5487">
                  <c:v>2022-03-08</c:v>
                </c:pt>
                <c:pt idx="5488">
                  <c:v>2022-03-09</c:v>
                </c:pt>
                <c:pt idx="5489">
                  <c:v>2022-03-10</c:v>
                </c:pt>
                <c:pt idx="5490">
                  <c:v>2022-03-11</c:v>
                </c:pt>
                <c:pt idx="5491">
                  <c:v>2022-03-14</c:v>
                </c:pt>
                <c:pt idx="5492">
                  <c:v>2022-03-15</c:v>
                </c:pt>
                <c:pt idx="5493">
                  <c:v>2022-03-16</c:v>
                </c:pt>
                <c:pt idx="5494">
                  <c:v>2022-03-17</c:v>
                </c:pt>
                <c:pt idx="5495">
                  <c:v>2022-03-18</c:v>
                </c:pt>
                <c:pt idx="5496">
                  <c:v>2022-03-21</c:v>
                </c:pt>
                <c:pt idx="5497">
                  <c:v>2022-03-22</c:v>
                </c:pt>
                <c:pt idx="5498">
                  <c:v>2022-03-23</c:v>
                </c:pt>
                <c:pt idx="5499">
                  <c:v>2022-03-24</c:v>
                </c:pt>
                <c:pt idx="5500">
                  <c:v>2022-03-25</c:v>
                </c:pt>
                <c:pt idx="5501">
                  <c:v>2022-03-28</c:v>
                </c:pt>
                <c:pt idx="5502">
                  <c:v>2022-03-29</c:v>
                </c:pt>
                <c:pt idx="5503">
                  <c:v>2022-03-30</c:v>
                </c:pt>
                <c:pt idx="5504">
                  <c:v>2022-03-31</c:v>
                </c:pt>
                <c:pt idx="5505">
                  <c:v>2022-04-01</c:v>
                </c:pt>
                <c:pt idx="5506">
                  <c:v>2022-04-04</c:v>
                </c:pt>
                <c:pt idx="5507">
                  <c:v>2022-04-05</c:v>
                </c:pt>
                <c:pt idx="5508">
                  <c:v>2022-04-06</c:v>
                </c:pt>
                <c:pt idx="5509">
                  <c:v>2022-04-07</c:v>
                </c:pt>
                <c:pt idx="5510">
                  <c:v>2022-04-08</c:v>
                </c:pt>
                <c:pt idx="5511">
                  <c:v>2022-04-11</c:v>
                </c:pt>
                <c:pt idx="5512">
                  <c:v>2022-04-12</c:v>
                </c:pt>
                <c:pt idx="5513">
                  <c:v>2022-04-13</c:v>
                </c:pt>
                <c:pt idx="5514">
                  <c:v>2022-04-14</c:v>
                </c:pt>
                <c:pt idx="5515">
                  <c:v>2022-04-18</c:v>
                </c:pt>
                <c:pt idx="5516">
                  <c:v>2022-04-19</c:v>
                </c:pt>
                <c:pt idx="5517">
                  <c:v>2022-04-20</c:v>
                </c:pt>
                <c:pt idx="5518">
                  <c:v>2022-04-21</c:v>
                </c:pt>
                <c:pt idx="5519">
                  <c:v>2022-04-22</c:v>
                </c:pt>
                <c:pt idx="5520">
                  <c:v>2022-04-25</c:v>
                </c:pt>
                <c:pt idx="5521">
                  <c:v>2022-04-26</c:v>
                </c:pt>
                <c:pt idx="5522">
                  <c:v>2022-04-27</c:v>
                </c:pt>
                <c:pt idx="5523">
                  <c:v>2022-04-28</c:v>
                </c:pt>
                <c:pt idx="5524">
                  <c:v>2022-04-29</c:v>
                </c:pt>
                <c:pt idx="5525">
                  <c:v>2022-05-02</c:v>
                </c:pt>
                <c:pt idx="5526">
                  <c:v>2022-05-03</c:v>
                </c:pt>
                <c:pt idx="5527">
                  <c:v>2022-05-04</c:v>
                </c:pt>
                <c:pt idx="5528">
                  <c:v>2022-05-05</c:v>
                </c:pt>
                <c:pt idx="5529">
                  <c:v>2022-05-06</c:v>
                </c:pt>
                <c:pt idx="5530">
                  <c:v>2022-05-09</c:v>
                </c:pt>
                <c:pt idx="5531">
                  <c:v>2022-05-10</c:v>
                </c:pt>
                <c:pt idx="5532">
                  <c:v>2022-05-11</c:v>
                </c:pt>
                <c:pt idx="5533">
                  <c:v>2022-05-12</c:v>
                </c:pt>
                <c:pt idx="5534">
                  <c:v>2022-05-13</c:v>
                </c:pt>
                <c:pt idx="5535">
                  <c:v>2022-05-16</c:v>
                </c:pt>
                <c:pt idx="5536">
                  <c:v>2022-05-17</c:v>
                </c:pt>
                <c:pt idx="5537">
                  <c:v>2022-05-18</c:v>
                </c:pt>
                <c:pt idx="5538">
                  <c:v>2022-05-19</c:v>
                </c:pt>
                <c:pt idx="5539">
                  <c:v>2022-05-20</c:v>
                </c:pt>
                <c:pt idx="5540">
                  <c:v>2022-05-23</c:v>
                </c:pt>
                <c:pt idx="5541">
                  <c:v>2022-05-24</c:v>
                </c:pt>
                <c:pt idx="5542">
                  <c:v>2022-05-25</c:v>
                </c:pt>
                <c:pt idx="5543">
                  <c:v>2022-05-26</c:v>
                </c:pt>
                <c:pt idx="5544">
                  <c:v>2022-05-27</c:v>
                </c:pt>
                <c:pt idx="5545">
                  <c:v>2022-05-31</c:v>
                </c:pt>
                <c:pt idx="5546">
                  <c:v>2022-06-01</c:v>
                </c:pt>
                <c:pt idx="5547">
                  <c:v>2022-06-02</c:v>
                </c:pt>
                <c:pt idx="5548">
                  <c:v>2022-06-03</c:v>
                </c:pt>
                <c:pt idx="5549">
                  <c:v>2022-06-06</c:v>
                </c:pt>
                <c:pt idx="5550">
                  <c:v>2022-06-07</c:v>
                </c:pt>
                <c:pt idx="5551">
                  <c:v>2022-06-08</c:v>
                </c:pt>
                <c:pt idx="5552">
                  <c:v>2022-06-09</c:v>
                </c:pt>
                <c:pt idx="5553">
                  <c:v>2022-06-10</c:v>
                </c:pt>
                <c:pt idx="5554">
                  <c:v>2022-06-13</c:v>
                </c:pt>
                <c:pt idx="5555">
                  <c:v>2022-06-14</c:v>
                </c:pt>
                <c:pt idx="5556">
                  <c:v>2022-06-15</c:v>
                </c:pt>
                <c:pt idx="5557">
                  <c:v>2022-06-16</c:v>
                </c:pt>
                <c:pt idx="5558">
                  <c:v>2022-06-17</c:v>
                </c:pt>
                <c:pt idx="5559">
                  <c:v>2022-06-21</c:v>
                </c:pt>
                <c:pt idx="5560">
                  <c:v>2022-06-22</c:v>
                </c:pt>
                <c:pt idx="5561">
                  <c:v>2022-06-23</c:v>
                </c:pt>
                <c:pt idx="5562">
                  <c:v>2022-06-24</c:v>
                </c:pt>
                <c:pt idx="5563">
                  <c:v>2022-06-27</c:v>
                </c:pt>
                <c:pt idx="5564">
                  <c:v>2022-06-28</c:v>
                </c:pt>
                <c:pt idx="5565">
                  <c:v>2022-06-29</c:v>
                </c:pt>
                <c:pt idx="5566">
                  <c:v>2022-06-30</c:v>
                </c:pt>
                <c:pt idx="5567">
                  <c:v>2022-07-01</c:v>
                </c:pt>
                <c:pt idx="5568">
                  <c:v>2022-07-05</c:v>
                </c:pt>
                <c:pt idx="5569">
                  <c:v>2022-07-06</c:v>
                </c:pt>
                <c:pt idx="5570">
                  <c:v>2022-07-07</c:v>
                </c:pt>
                <c:pt idx="5571">
                  <c:v>2022-07-08</c:v>
                </c:pt>
                <c:pt idx="5572">
                  <c:v>2022-07-11</c:v>
                </c:pt>
                <c:pt idx="5573">
                  <c:v>2022-07-12</c:v>
                </c:pt>
                <c:pt idx="5574">
                  <c:v>2022-07-13</c:v>
                </c:pt>
                <c:pt idx="5575">
                  <c:v>2022-07-14</c:v>
                </c:pt>
                <c:pt idx="5576">
                  <c:v>2022-07-15</c:v>
                </c:pt>
                <c:pt idx="5577">
                  <c:v>2022-07-18</c:v>
                </c:pt>
                <c:pt idx="5578">
                  <c:v>2022-07-19</c:v>
                </c:pt>
                <c:pt idx="5579">
                  <c:v>2022-07-20</c:v>
                </c:pt>
                <c:pt idx="5580">
                  <c:v>2022-07-21</c:v>
                </c:pt>
                <c:pt idx="5581">
                  <c:v>2022-07-22</c:v>
                </c:pt>
                <c:pt idx="5582">
                  <c:v>2022-07-25</c:v>
                </c:pt>
                <c:pt idx="5583">
                  <c:v>2022-07-26</c:v>
                </c:pt>
                <c:pt idx="5584">
                  <c:v>2022-07-27</c:v>
                </c:pt>
                <c:pt idx="5585">
                  <c:v>2022-07-28</c:v>
                </c:pt>
                <c:pt idx="5586">
                  <c:v>2022-07-29</c:v>
                </c:pt>
                <c:pt idx="5587">
                  <c:v>2022-08-01</c:v>
                </c:pt>
                <c:pt idx="5588">
                  <c:v>2022-08-02</c:v>
                </c:pt>
                <c:pt idx="5589">
                  <c:v>2022-08-03</c:v>
                </c:pt>
                <c:pt idx="5590">
                  <c:v>2022-08-04</c:v>
                </c:pt>
                <c:pt idx="5591">
                  <c:v>2022-08-05</c:v>
                </c:pt>
                <c:pt idx="5592">
                  <c:v>2022-08-08</c:v>
                </c:pt>
                <c:pt idx="5593">
                  <c:v>2022-08-09</c:v>
                </c:pt>
                <c:pt idx="5594">
                  <c:v>2022-08-10</c:v>
                </c:pt>
                <c:pt idx="5595">
                  <c:v>2022-08-11</c:v>
                </c:pt>
                <c:pt idx="5596">
                  <c:v>2022-08-12</c:v>
                </c:pt>
                <c:pt idx="5597">
                  <c:v>2022-08-15</c:v>
                </c:pt>
                <c:pt idx="5598">
                  <c:v>2022-08-16</c:v>
                </c:pt>
                <c:pt idx="5599">
                  <c:v>2022-08-17</c:v>
                </c:pt>
                <c:pt idx="5600">
                  <c:v>2022-08-18</c:v>
                </c:pt>
                <c:pt idx="5601">
                  <c:v>2022-08-19</c:v>
                </c:pt>
                <c:pt idx="5602">
                  <c:v>2022-08-22</c:v>
                </c:pt>
                <c:pt idx="5603">
                  <c:v>2022-08-23</c:v>
                </c:pt>
                <c:pt idx="5604">
                  <c:v>2022-08-24</c:v>
                </c:pt>
                <c:pt idx="5605">
                  <c:v>2022-08-25</c:v>
                </c:pt>
                <c:pt idx="5606">
                  <c:v>2022-08-26</c:v>
                </c:pt>
                <c:pt idx="5607">
                  <c:v>2022-08-29</c:v>
                </c:pt>
                <c:pt idx="5608">
                  <c:v>2022-08-30</c:v>
                </c:pt>
                <c:pt idx="5609">
                  <c:v>2022-08-31</c:v>
                </c:pt>
                <c:pt idx="5610">
                  <c:v>2022-09-01</c:v>
                </c:pt>
                <c:pt idx="5611">
                  <c:v>2022-09-02</c:v>
                </c:pt>
                <c:pt idx="5612">
                  <c:v>2022-09-06</c:v>
                </c:pt>
                <c:pt idx="5613">
                  <c:v>2022-09-07</c:v>
                </c:pt>
                <c:pt idx="5614">
                  <c:v>2022-09-08</c:v>
                </c:pt>
                <c:pt idx="5615">
                  <c:v>2022-09-09</c:v>
                </c:pt>
                <c:pt idx="5616">
                  <c:v>2022-09-12</c:v>
                </c:pt>
                <c:pt idx="5617">
                  <c:v>2022-09-13</c:v>
                </c:pt>
                <c:pt idx="5618">
                  <c:v>2022-09-14</c:v>
                </c:pt>
                <c:pt idx="5619">
                  <c:v>2022-09-15</c:v>
                </c:pt>
                <c:pt idx="5620">
                  <c:v>2022-09-16</c:v>
                </c:pt>
                <c:pt idx="5621">
                  <c:v>2022-09-19</c:v>
                </c:pt>
                <c:pt idx="5622">
                  <c:v>2022-09-20</c:v>
                </c:pt>
                <c:pt idx="5623">
                  <c:v>2022-09-21</c:v>
                </c:pt>
                <c:pt idx="5624">
                  <c:v>2022-09-22</c:v>
                </c:pt>
                <c:pt idx="5625">
                  <c:v>2022-09-23</c:v>
                </c:pt>
                <c:pt idx="5626">
                  <c:v>2022-09-26</c:v>
                </c:pt>
                <c:pt idx="5627">
                  <c:v>2022-09-27</c:v>
                </c:pt>
                <c:pt idx="5628">
                  <c:v>2022-09-28</c:v>
                </c:pt>
                <c:pt idx="5629">
                  <c:v>2022-09-29</c:v>
                </c:pt>
                <c:pt idx="5630">
                  <c:v>2022-09-30</c:v>
                </c:pt>
                <c:pt idx="5631">
                  <c:v>2022-10-03</c:v>
                </c:pt>
                <c:pt idx="5632">
                  <c:v>2022-10-04</c:v>
                </c:pt>
                <c:pt idx="5633">
                  <c:v>2022-10-05</c:v>
                </c:pt>
                <c:pt idx="5634">
                  <c:v>2022-10-06</c:v>
                </c:pt>
                <c:pt idx="5635">
                  <c:v>2022-10-07</c:v>
                </c:pt>
                <c:pt idx="5636">
                  <c:v>2022-10-10</c:v>
                </c:pt>
                <c:pt idx="5637">
                  <c:v>2022-10-11</c:v>
                </c:pt>
                <c:pt idx="5638">
                  <c:v>2022-10-12</c:v>
                </c:pt>
                <c:pt idx="5639">
                  <c:v>2022-10-13</c:v>
                </c:pt>
                <c:pt idx="5640">
                  <c:v>2022-10-14</c:v>
                </c:pt>
                <c:pt idx="5641">
                  <c:v>2022-10-17</c:v>
                </c:pt>
                <c:pt idx="5642">
                  <c:v>2022-10-18</c:v>
                </c:pt>
                <c:pt idx="5643">
                  <c:v>2022-10-19</c:v>
                </c:pt>
                <c:pt idx="5644">
                  <c:v>2022-10-20</c:v>
                </c:pt>
                <c:pt idx="5645">
                  <c:v>2022-10-21</c:v>
                </c:pt>
                <c:pt idx="5646">
                  <c:v>2022-10-24</c:v>
                </c:pt>
                <c:pt idx="5647">
                  <c:v>2022-10-25</c:v>
                </c:pt>
                <c:pt idx="5648">
                  <c:v>2022-10-26</c:v>
                </c:pt>
                <c:pt idx="5649">
                  <c:v>2022-10-27</c:v>
                </c:pt>
                <c:pt idx="5650">
                  <c:v>2022-10-28</c:v>
                </c:pt>
                <c:pt idx="5651">
                  <c:v>2022-10-31</c:v>
                </c:pt>
                <c:pt idx="5652">
                  <c:v>2022-11-01</c:v>
                </c:pt>
                <c:pt idx="5653">
                  <c:v>2022-11-02</c:v>
                </c:pt>
                <c:pt idx="5654">
                  <c:v>2022-11-03</c:v>
                </c:pt>
                <c:pt idx="5655">
                  <c:v>2022-11-04</c:v>
                </c:pt>
                <c:pt idx="5656">
                  <c:v>2022-11-07</c:v>
                </c:pt>
                <c:pt idx="5657">
                  <c:v>2022-11-08</c:v>
                </c:pt>
                <c:pt idx="5658">
                  <c:v>2022-11-09</c:v>
                </c:pt>
                <c:pt idx="5659">
                  <c:v>2022-11-10</c:v>
                </c:pt>
                <c:pt idx="5660">
                  <c:v>2022-11-11</c:v>
                </c:pt>
                <c:pt idx="5661">
                  <c:v>2022-11-14</c:v>
                </c:pt>
                <c:pt idx="5662">
                  <c:v>2022-11-15</c:v>
                </c:pt>
                <c:pt idx="5663">
                  <c:v>2022-11-16</c:v>
                </c:pt>
                <c:pt idx="5664">
                  <c:v>2022-11-17</c:v>
                </c:pt>
                <c:pt idx="5665">
                  <c:v>2022-11-18</c:v>
                </c:pt>
                <c:pt idx="5666">
                  <c:v>2022-11-21</c:v>
                </c:pt>
                <c:pt idx="5667">
                  <c:v>2022-11-22</c:v>
                </c:pt>
                <c:pt idx="5668">
                  <c:v>2022-11-23</c:v>
                </c:pt>
                <c:pt idx="5669">
                  <c:v>2022-11-25</c:v>
                </c:pt>
                <c:pt idx="5670">
                  <c:v>2022-11-28</c:v>
                </c:pt>
                <c:pt idx="5671">
                  <c:v>2022-11-29</c:v>
                </c:pt>
                <c:pt idx="5672">
                  <c:v>2022-11-30</c:v>
                </c:pt>
                <c:pt idx="5673">
                  <c:v>2022-12-01</c:v>
                </c:pt>
                <c:pt idx="5674">
                  <c:v>2022-12-02</c:v>
                </c:pt>
                <c:pt idx="5675">
                  <c:v>2022-12-05</c:v>
                </c:pt>
                <c:pt idx="5676">
                  <c:v>2022-12-06</c:v>
                </c:pt>
                <c:pt idx="5677">
                  <c:v>2022-12-07</c:v>
                </c:pt>
                <c:pt idx="5678">
                  <c:v>2022-12-08</c:v>
                </c:pt>
                <c:pt idx="5679">
                  <c:v>2022-12-09</c:v>
                </c:pt>
                <c:pt idx="5680">
                  <c:v>2022-12-12</c:v>
                </c:pt>
                <c:pt idx="5681">
                  <c:v>2022-12-13</c:v>
                </c:pt>
                <c:pt idx="5682">
                  <c:v>2022-12-14</c:v>
                </c:pt>
                <c:pt idx="5683">
                  <c:v>2022-12-15</c:v>
                </c:pt>
                <c:pt idx="5684">
                  <c:v>2022-12-16</c:v>
                </c:pt>
                <c:pt idx="5685">
                  <c:v>2022-12-19</c:v>
                </c:pt>
                <c:pt idx="5686">
                  <c:v>2022-12-20</c:v>
                </c:pt>
                <c:pt idx="5687">
                  <c:v>2022-12-21</c:v>
                </c:pt>
                <c:pt idx="5688">
                  <c:v>2022-12-22</c:v>
                </c:pt>
                <c:pt idx="5689">
                  <c:v>2022-12-23</c:v>
                </c:pt>
                <c:pt idx="5690">
                  <c:v>2022-12-27</c:v>
                </c:pt>
                <c:pt idx="5691">
                  <c:v>2022-12-28</c:v>
                </c:pt>
                <c:pt idx="5692">
                  <c:v>2022-12-29</c:v>
                </c:pt>
                <c:pt idx="5693">
                  <c:v>2022-12-30</c:v>
                </c:pt>
                <c:pt idx="5694">
                  <c:v>2023-01-03</c:v>
                </c:pt>
                <c:pt idx="5695">
                  <c:v>2023-01-04</c:v>
                </c:pt>
                <c:pt idx="5696">
                  <c:v>2023-01-05</c:v>
                </c:pt>
                <c:pt idx="5697">
                  <c:v>2023-01-06</c:v>
                </c:pt>
                <c:pt idx="5698">
                  <c:v>2023-01-09</c:v>
                </c:pt>
                <c:pt idx="5699">
                  <c:v>2023-01-10</c:v>
                </c:pt>
                <c:pt idx="5700">
                  <c:v>2023-01-11</c:v>
                </c:pt>
                <c:pt idx="5701">
                  <c:v>2023-01-12</c:v>
                </c:pt>
                <c:pt idx="5702">
                  <c:v>2023-01-13</c:v>
                </c:pt>
                <c:pt idx="5703">
                  <c:v>2023-01-17</c:v>
                </c:pt>
                <c:pt idx="5704">
                  <c:v>2023-01-18</c:v>
                </c:pt>
                <c:pt idx="5705">
                  <c:v>2023-01-19</c:v>
                </c:pt>
                <c:pt idx="5706">
                  <c:v>2023-01-20</c:v>
                </c:pt>
                <c:pt idx="5707">
                  <c:v>2023-01-23</c:v>
                </c:pt>
                <c:pt idx="5708">
                  <c:v>2023-01-24</c:v>
                </c:pt>
                <c:pt idx="5709">
                  <c:v>2023-01-25</c:v>
                </c:pt>
                <c:pt idx="5710">
                  <c:v>2023-01-26</c:v>
                </c:pt>
                <c:pt idx="5711">
                  <c:v>2023-01-27</c:v>
                </c:pt>
                <c:pt idx="5712">
                  <c:v>2023-01-30</c:v>
                </c:pt>
                <c:pt idx="5713">
                  <c:v>2023-01-31</c:v>
                </c:pt>
                <c:pt idx="5714">
                  <c:v>2023-02-01</c:v>
                </c:pt>
                <c:pt idx="5715">
                  <c:v>2023-02-02</c:v>
                </c:pt>
                <c:pt idx="5716">
                  <c:v>2023-02-03</c:v>
                </c:pt>
                <c:pt idx="5717">
                  <c:v>2023-02-06</c:v>
                </c:pt>
                <c:pt idx="5718">
                  <c:v>2023-02-07</c:v>
                </c:pt>
                <c:pt idx="5719">
                  <c:v>2023-02-08</c:v>
                </c:pt>
                <c:pt idx="5720">
                  <c:v>2023-02-09</c:v>
                </c:pt>
                <c:pt idx="5721">
                  <c:v>2023-02-10</c:v>
                </c:pt>
                <c:pt idx="5722">
                  <c:v>2023-02-13</c:v>
                </c:pt>
                <c:pt idx="5723">
                  <c:v>2023-02-14</c:v>
                </c:pt>
                <c:pt idx="5724">
                  <c:v>2023-02-15</c:v>
                </c:pt>
                <c:pt idx="5725">
                  <c:v>2023-02-16</c:v>
                </c:pt>
                <c:pt idx="5726">
                  <c:v>2023-02-17</c:v>
                </c:pt>
                <c:pt idx="5727">
                  <c:v>2023-02-21</c:v>
                </c:pt>
                <c:pt idx="5728">
                  <c:v>2023-02-22</c:v>
                </c:pt>
                <c:pt idx="5729">
                  <c:v>2023-02-23</c:v>
                </c:pt>
                <c:pt idx="5730">
                  <c:v>2023-02-24</c:v>
                </c:pt>
                <c:pt idx="5731">
                  <c:v>2023-02-27</c:v>
                </c:pt>
                <c:pt idx="5732">
                  <c:v>2023-02-28</c:v>
                </c:pt>
                <c:pt idx="5733">
                  <c:v>2023-03-01</c:v>
                </c:pt>
                <c:pt idx="5734">
                  <c:v>2023-03-02</c:v>
                </c:pt>
                <c:pt idx="5735">
                  <c:v>2023-03-03</c:v>
                </c:pt>
                <c:pt idx="5736">
                  <c:v>2023-03-06</c:v>
                </c:pt>
                <c:pt idx="5737">
                  <c:v>2023-03-07</c:v>
                </c:pt>
                <c:pt idx="5738">
                  <c:v>2023-03-08</c:v>
                </c:pt>
                <c:pt idx="5739">
                  <c:v>2023-03-09</c:v>
                </c:pt>
                <c:pt idx="5740">
                  <c:v>2023-03-10</c:v>
                </c:pt>
                <c:pt idx="5741">
                  <c:v>2023-03-13</c:v>
                </c:pt>
                <c:pt idx="5742">
                  <c:v>2023-03-14</c:v>
                </c:pt>
                <c:pt idx="5743">
                  <c:v>2023-03-15</c:v>
                </c:pt>
                <c:pt idx="5744">
                  <c:v>2023-03-16</c:v>
                </c:pt>
                <c:pt idx="5745">
                  <c:v>2023-03-17</c:v>
                </c:pt>
                <c:pt idx="5746">
                  <c:v>2023-03-20</c:v>
                </c:pt>
                <c:pt idx="5747">
                  <c:v>2023-03-21</c:v>
                </c:pt>
                <c:pt idx="5748">
                  <c:v>2023-03-22</c:v>
                </c:pt>
                <c:pt idx="5749">
                  <c:v>2023-03-23</c:v>
                </c:pt>
                <c:pt idx="5750">
                  <c:v>2023-03-24</c:v>
                </c:pt>
                <c:pt idx="5751">
                  <c:v>2023-03-27</c:v>
                </c:pt>
                <c:pt idx="5752">
                  <c:v>2023-03-28</c:v>
                </c:pt>
                <c:pt idx="5753">
                  <c:v>2023-03-29</c:v>
                </c:pt>
                <c:pt idx="5754">
                  <c:v>2023-03-30</c:v>
                </c:pt>
                <c:pt idx="5755">
                  <c:v>2023-03-31</c:v>
                </c:pt>
                <c:pt idx="5756">
                  <c:v>2023-04-03</c:v>
                </c:pt>
                <c:pt idx="5757">
                  <c:v>2023-04-04</c:v>
                </c:pt>
                <c:pt idx="5758">
                  <c:v>2023-04-05</c:v>
                </c:pt>
                <c:pt idx="5759">
                  <c:v>2023-04-06</c:v>
                </c:pt>
                <c:pt idx="5760">
                  <c:v>2023-04-10</c:v>
                </c:pt>
                <c:pt idx="5761">
                  <c:v>2023-04-11</c:v>
                </c:pt>
                <c:pt idx="5762">
                  <c:v>2023-04-12</c:v>
                </c:pt>
                <c:pt idx="5763">
                  <c:v>2023-04-13</c:v>
                </c:pt>
                <c:pt idx="5764">
                  <c:v>2023-04-14</c:v>
                </c:pt>
                <c:pt idx="5765">
                  <c:v>2023-04-17</c:v>
                </c:pt>
                <c:pt idx="5766">
                  <c:v>2023-04-18</c:v>
                </c:pt>
                <c:pt idx="5767">
                  <c:v>2023-04-19</c:v>
                </c:pt>
                <c:pt idx="5768">
                  <c:v>2023-04-20</c:v>
                </c:pt>
                <c:pt idx="5769">
                  <c:v>2023-04-21</c:v>
                </c:pt>
                <c:pt idx="5770">
                  <c:v>2023-04-24</c:v>
                </c:pt>
                <c:pt idx="5771">
                  <c:v>2023-04-25</c:v>
                </c:pt>
                <c:pt idx="5772">
                  <c:v>2023-04-26</c:v>
                </c:pt>
                <c:pt idx="5773">
                  <c:v>2023-04-27</c:v>
                </c:pt>
                <c:pt idx="5774">
                  <c:v>2023-04-28</c:v>
                </c:pt>
                <c:pt idx="5775">
                  <c:v>2023-05-01</c:v>
                </c:pt>
                <c:pt idx="5776">
                  <c:v>2023-05-02</c:v>
                </c:pt>
                <c:pt idx="5777">
                  <c:v>2023-05-03</c:v>
                </c:pt>
                <c:pt idx="5778">
                  <c:v>2023-05-04</c:v>
                </c:pt>
                <c:pt idx="5779">
                  <c:v>2023-05-05</c:v>
                </c:pt>
                <c:pt idx="5780">
                  <c:v>2023-05-08</c:v>
                </c:pt>
                <c:pt idx="5781">
                  <c:v>2023-05-09</c:v>
                </c:pt>
                <c:pt idx="5782">
                  <c:v>2023-05-10</c:v>
                </c:pt>
                <c:pt idx="5783">
                  <c:v>2023-05-11</c:v>
                </c:pt>
                <c:pt idx="5784">
                  <c:v>2023-05-12</c:v>
                </c:pt>
                <c:pt idx="5785">
                  <c:v>2023-05-15</c:v>
                </c:pt>
                <c:pt idx="5786">
                  <c:v>2023-05-16</c:v>
                </c:pt>
                <c:pt idx="5787">
                  <c:v>2023-05-17</c:v>
                </c:pt>
                <c:pt idx="5788">
                  <c:v>2023-05-18</c:v>
                </c:pt>
                <c:pt idx="5789">
                  <c:v>2023-05-19</c:v>
                </c:pt>
                <c:pt idx="5790">
                  <c:v>2023-05-22</c:v>
                </c:pt>
                <c:pt idx="5791">
                  <c:v>2023-05-23</c:v>
                </c:pt>
                <c:pt idx="5792">
                  <c:v>2023-05-24</c:v>
                </c:pt>
                <c:pt idx="5793">
                  <c:v>2023-05-25</c:v>
                </c:pt>
                <c:pt idx="5794">
                  <c:v>2023-05-26</c:v>
                </c:pt>
                <c:pt idx="5795">
                  <c:v>2023-05-30</c:v>
                </c:pt>
                <c:pt idx="5796">
                  <c:v>2023-05-31</c:v>
                </c:pt>
                <c:pt idx="5797">
                  <c:v>2023-06-01</c:v>
                </c:pt>
                <c:pt idx="5798">
                  <c:v>2023-06-02</c:v>
                </c:pt>
                <c:pt idx="5799">
                  <c:v>2023-06-05</c:v>
                </c:pt>
                <c:pt idx="5800">
                  <c:v>2023-06-06</c:v>
                </c:pt>
                <c:pt idx="5801">
                  <c:v>2023-06-07</c:v>
                </c:pt>
                <c:pt idx="5802">
                  <c:v>2023-06-08</c:v>
                </c:pt>
                <c:pt idx="5803">
                  <c:v>2023-06-09</c:v>
                </c:pt>
                <c:pt idx="5804">
                  <c:v>2023-06-12</c:v>
                </c:pt>
                <c:pt idx="5805">
                  <c:v>2023-06-13</c:v>
                </c:pt>
                <c:pt idx="5806">
                  <c:v>2023-06-14</c:v>
                </c:pt>
                <c:pt idx="5807">
                  <c:v>2023-06-15</c:v>
                </c:pt>
                <c:pt idx="5808">
                  <c:v>2023-06-16</c:v>
                </c:pt>
                <c:pt idx="5809">
                  <c:v>2023-06-20</c:v>
                </c:pt>
                <c:pt idx="5810">
                  <c:v>2023-06-21</c:v>
                </c:pt>
                <c:pt idx="5811">
                  <c:v>2023-06-22</c:v>
                </c:pt>
                <c:pt idx="5812">
                  <c:v>2023-06-23</c:v>
                </c:pt>
                <c:pt idx="5813">
                  <c:v>2023-06-26</c:v>
                </c:pt>
                <c:pt idx="5814">
                  <c:v>2023-06-27</c:v>
                </c:pt>
                <c:pt idx="5815">
                  <c:v>2023-06-28</c:v>
                </c:pt>
                <c:pt idx="5816">
                  <c:v>2023-06-29</c:v>
                </c:pt>
                <c:pt idx="5817">
                  <c:v>2023-06-30</c:v>
                </c:pt>
                <c:pt idx="5818">
                  <c:v>2023-07-03</c:v>
                </c:pt>
                <c:pt idx="5819">
                  <c:v>2023-07-05</c:v>
                </c:pt>
                <c:pt idx="5820">
                  <c:v>2023-07-06</c:v>
                </c:pt>
                <c:pt idx="5821">
                  <c:v>2023-07-07</c:v>
                </c:pt>
                <c:pt idx="5822">
                  <c:v>2023-07-10</c:v>
                </c:pt>
                <c:pt idx="5823">
                  <c:v>2023-07-11</c:v>
                </c:pt>
                <c:pt idx="5824">
                  <c:v>2023-07-12</c:v>
                </c:pt>
                <c:pt idx="5825">
                  <c:v>2023-07-13</c:v>
                </c:pt>
                <c:pt idx="5826">
                  <c:v>2023-07-14</c:v>
                </c:pt>
                <c:pt idx="5827">
                  <c:v>2023-07-17</c:v>
                </c:pt>
                <c:pt idx="5828">
                  <c:v>2023-07-18</c:v>
                </c:pt>
                <c:pt idx="5829">
                  <c:v>2023-07-19</c:v>
                </c:pt>
                <c:pt idx="5830">
                  <c:v>2023-07-20</c:v>
                </c:pt>
                <c:pt idx="5831">
                  <c:v>2023-07-21</c:v>
                </c:pt>
                <c:pt idx="5832">
                  <c:v>2023-07-24</c:v>
                </c:pt>
                <c:pt idx="5833">
                  <c:v>2023-07-25</c:v>
                </c:pt>
                <c:pt idx="5834">
                  <c:v>2023-07-26</c:v>
                </c:pt>
                <c:pt idx="5835">
                  <c:v>2023-07-27</c:v>
                </c:pt>
                <c:pt idx="5836">
                  <c:v>2023-07-28</c:v>
                </c:pt>
                <c:pt idx="5837">
                  <c:v>2023-07-31</c:v>
                </c:pt>
                <c:pt idx="5838">
                  <c:v>2023-08-01</c:v>
                </c:pt>
                <c:pt idx="5839">
                  <c:v>2023-08-02</c:v>
                </c:pt>
                <c:pt idx="5840">
                  <c:v>2023-08-03</c:v>
                </c:pt>
                <c:pt idx="5841">
                  <c:v>2023-08-04</c:v>
                </c:pt>
                <c:pt idx="5842">
                  <c:v>2023-08-07</c:v>
                </c:pt>
                <c:pt idx="5843">
                  <c:v>2023-08-08</c:v>
                </c:pt>
                <c:pt idx="5844">
                  <c:v>2023-08-09</c:v>
                </c:pt>
                <c:pt idx="5845">
                  <c:v>2023-08-10</c:v>
                </c:pt>
                <c:pt idx="5846">
                  <c:v>2023-08-11</c:v>
                </c:pt>
                <c:pt idx="5847">
                  <c:v>2023-08-14</c:v>
                </c:pt>
                <c:pt idx="5848">
                  <c:v>2023-08-15</c:v>
                </c:pt>
                <c:pt idx="5849">
                  <c:v>2023-08-16</c:v>
                </c:pt>
                <c:pt idx="5850">
                  <c:v>2023-08-17</c:v>
                </c:pt>
                <c:pt idx="5851">
                  <c:v>2023-08-18</c:v>
                </c:pt>
                <c:pt idx="5852">
                  <c:v>2023-08-21</c:v>
                </c:pt>
                <c:pt idx="5853">
                  <c:v>2023-08-22</c:v>
                </c:pt>
                <c:pt idx="5854">
                  <c:v>2023-08-23</c:v>
                </c:pt>
                <c:pt idx="5855">
                  <c:v>2023-08-24</c:v>
                </c:pt>
                <c:pt idx="5856">
                  <c:v>2023-08-25</c:v>
                </c:pt>
                <c:pt idx="5857">
                  <c:v>2023-08-28</c:v>
                </c:pt>
                <c:pt idx="5858">
                  <c:v>2023-08-29</c:v>
                </c:pt>
                <c:pt idx="5859">
                  <c:v>2023-08-30</c:v>
                </c:pt>
                <c:pt idx="5860">
                  <c:v>2023-08-31</c:v>
                </c:pt>
                <c:pt idx="5861">
                  <c:v>2023-09-01</c:v>
                </c:pt>
                <c:pt idx="5862">
                  <c:v>2023-09-05</c:v>
                </c:pt>
                <c:pt idx="5863">
                  <c:v>2023-09-06</c:v>
                </c:pt>
                <c:pt idx="5864">
                  <c:v>2023-09-07</c:v>
                </c:pt>
                <c:pt idx="5865">
                  <c:v>2023-09-08</c:v>
                </c:pt>
                <c:pt idx="5866">
                  <c:v>2023-09-11</c:v>
                </c:pt>
                <c:pt idx="5867">
                  <c:v>2023-09-12</c:v>
                </c:pt>
                <c:pt idx="5868">
                  <c:v>2023-09-13</c:v>
                </c:pt>
                <c:pt idx="5869">
                  <c:v>2023-09-14</c:v>
                </c:pt>
                <c:pt idx="5870">
                  <c:v>2023-09-15</c:v>
                </c:pt>
                <c:pt idx="5871">
                  <c:v>2023-09-18</c:v>
                </c:pt>
                <c:pt idx="5872">
                  <c:v>2023-09-19</c:v>
                </c:pt>
                <c:pt idx="5873">
                  <c:v>2023-09-20</c:v>
                </c:pt>
                <c:pt idx="5874">
                  <c:v>2023-09-21</c:v>
                </c:pt>
                <c:pt idx="5875">
                  <c:v>2023-09-22</c:v>
                </c:pt>
                <c:pt idx="5876">
                  <c:v>2023-09-25</c:v>
                </c:pt>
                <c:pt idx="5877">
                  <c:v>2023-09-26</c:v>
                </c:pt>
                <c:pt idx="5878">
                  <c:v>2023-09-27</c:v>
                </c:pt>
                <c:pt idx="5879">
                  <c:v>2023-09-28</c:v>
                </c:pt>
                <c:pt idx="5880">
                  <c:v>2023-09-29</c:v>
                </c:pt>
                <c:pt idx="5881">
                  <c:v>2023-10-02</c:v>
                </c:pt>
                <c:pt idx="5882">
                  <c:v>2023-10-03</c:v>
                </c:pt>
                <c:pt idx="5883">
                  <c:v>2023-10-04</c:v>
                </c:pt>
                <c:pt idx="5884">
                  <c:v>2023-10-05</c:v>
                </c:pt>
                <c:pt idx="5885">
                  <c:v>2023-10-06</c:v>
                </c:pt>
                <c:pt idx="5886">
                  <c:v>2023-10-09</c:v>
                </c:pt>
                <c:pt idx="5887">
                  <c:v>2023-10-10</c:v>
                </c:pt>
                <c:pt idx="5888">
                  <c:v>2023-10-11</c:v>
                </c:pt>
                <c:pt idx="5889">
                  <c:v>2023-10-12</c:v>
                </c:pt>
                <c:pt idx="5890">
                  <c:v>2023-10-13</c:v>
                </c:pt>
                <c:pt idx="5891">
                  <c:v>2023-10-16</c:v>
                </c:pt>
                <c:pt idx="5892">
                  <c:v>2023-10-17</c:v>
                </c:pt>
                <c:pt idx="5893">
                  <c:v>2023-10-18</c:v>
                </c:pt>
                <c:pt idx="5894">
                  <c:v>2023-10-19</c:v>
                </c:pt>
                <c:pt idx="5895">
                  <c:v>2023-10-20</c:v>
                </c:pt>
                <c:pt idx="5896">
                  <c:v>2023-10-23</c:v>
                </c:pt>
                <c:pt idx="5897">
                  <c:v>2023-10-24</c:v>
                </c:pt>
                <c:pt idx="5898">
                  <c:v>2023-10-25</c:v>
                </c:pt>
                <c:pt idx="5899">
                  <c:v>2023-10-26</c:v>
                </c:pt>
                <c:pt idx="5900">
                  <c:v>2023-10-27</c:v>
                </c:pt>
                <c:pt idx="5901">
                  <c:v>2023-10-30</c:v>
                </c:pt>
                <c:pt idx="5902">
                  <c:v>2023-10-31</c:v>
                </c:pt>
                <c:pt idx="5903">
                  <c:v>2023-11-01</c:v>
                </c:pt>
                <c:pt idx="5904">
                  <c:v>2023-11-02</c:v>
                </c:pt>
                <c:pt idx="5905">
                  <c:v>2023-11-03</c:v>
                </c:pt>
                <c:pt idx="5906">
                  <c:v>2023-11-06</c:v>
                </c:pt>
                <c:pt idx="5907">
                  <c:v>2023-11-07</c:v>
                </c:pt>
                <c:pt idx="5908">
                  <c:v>2023-11-08</c:v>
                </c:pt>
                <c:pt idx="5909">
                  <c:v>2023-11-09</c:v>
                </c:pt>
                <c:pt idx="5910">
                  <c:v>2023-11-10</c:v>
                </c:pt>
                <c:pt idx="5911">
                  <c:v>2023-11-13</c:v>
                </c:pt>
                <c:pt idx="5912">
                  <c:v>2023-11-14</c:v>
                </c:pt>
                <c:pt idx="5913">
                  <c:v>2023-11-15</c:v>
                </c:pt>
                <c:pt idx="5914">
                  <c:v>2023-11-16</c:v>
                </c:pt>
                <c:pt idx="5915">
                  <c:v>2023-11-17</c:v>
                </c:pt>
                <c:pt idx="5916">
                  <c:v>2023-11-20</c:v>
                </c:pt>
                <c:pt idx="5917">
                  <c:v>2023-11-21</c:v>
                </c:pt>
                <c:pt idx="5918">
                  <c:v>2023-11-22</c:v>
                </c:pt>
                <c:pt idx="5919">
                  <c:v>2023-11-24</c:v>
                </c:pt>
                <c:pt idx="5920">
                  <c:v>2023-11-27</c:v>
                </c:pt>
                <c:pt idx="5921">
                  <c:v>2023-11-28</c:v>
                </c:pt>
                <c:pt idx="5922">
                  <c:v>2023-11-29</c:v>
                </c:pt>
                <c:pt idx="5923">
                  <c:v>2023-11-30</c:v>
                </c:pt>
                <c:pt idx="5924">
                  <c:v>2023-12-01</c:v>
                </c:pt>
                <c:pt idx="5925">
                  <c:v>2023-12-04</c:v>
                </c:pt>
                <c:pt idx="5926">
                  <c:v>2023-12-05</c:v>
                </c:pt>
                <c:pt idx="5927">
                  <c:v>2023-12-06</c:v>
                </c:pt>
                <c:pt idx="5928">
                  <c:v>2023-12-07</c:v>
                </c:pt>
                <c:pt idx="5929">
                  <c:v>2023-12-08</c:v>
                </c:pt>
                <c:pt idx="5930">
                  <c:v>2023-12-11</c:v>
                </c:pt>
                <c:pt idx="5931">
                  <c:v>2023-12-12</c:v>
                </c:pt>
                <c:pt idx="5932">
                  <c:v>2023-12-13</c:v>
                </c:pt>
                <c:pt idx="5933">
                  <c:v>2023-12-14</c:v>
                </c:pt>
                <c:pt idx="5934">
                  <c:v>2023-12-15</c:v>
                </c:pt>
                <c:pt idx="5935">
                  <c:v>2023-12-18</c:v>
                </c:pt>
                <c:pt idx="5936">
                  <c:v>2023-12-19</c:v>
                </c:pt>
                <c:pt idx="5937">
                  <c:v>2023-12-20</c:v>
                </c:pt>
                <c:pt idx="5938">
                  <c:v>2023-12-21</c:v>
                </c:pt>
                <c:pt idx="5939">
                  <c:v>2023-12-22</c:v>
                </c:pt>
                <c:pt idx="5940">
                  <c:v>2023-12-26</c:v>
                </c:pt>
                <c:pt idx="5941">
                  <c:v>2023-12-27</c:v>
                </c:pt>
                <c:pt idx="5942">
                  <c:v>2023-12-28</c:v>
                </c:pt>
                <c:pt idx="5943">
                  <c:v>2023-12-29</c:v>
                </c:pt>
                <c:pt idx="5944">
                  <c:v>2024-01-02</c:v>
                </c:pt>
                <c:pt idx="5945">
                  <c:v>2024-01-03</c:v>
                </c:pt>
                <c:pt idx="5946">
                  <c:v>2024-01-04</c:v>
                </c:pt>
                <c:pt idx="5947">
                  <c:v>2024-01-05</c:v>
                </c:pt>
                <c:pt idx="5948">
                  <c:v>2024-01-08</c:v>
                </c:pt>
                <c:pt idx="5949">
                  <c:v>2024-01-09</c:v>
                </c:pt>
                <c:pt idx="5950">
                  <c:v>2024-01-10</c:v>
                </c:pt>
                <c:pt idx="5951">
                  <c:v>2024-01-11</c:v>
                </c:pt>
                <c:pt idx="5952">
                  <c:v>2024-01-12</c:v>
                </c:pt>
                <c:pt idx="5953">
                  <c:v>2024-01-16</c:v>
                </c:pt>
                <c:pt idx="5954">
                  <c:v>2024-01-17</c:v>
                </c:pt>
                <c:pt idx="5955">
                  <c:v>2024-01-18</c:v>
                </c:pt>
                <c:pt idx="5956">
                  <c:v>2024-01-19</c:v>
                </c:pt>
                <c:pt idx="5957">
                  <c:v>2024-01-22</c:v>
                </c:pt>
                <c:pt idx="5958">
                  <c:v>2024-01-23</c:v>
                </c:pt>
                <c:pt idx="5959">
                  <c:v>2024-01-24</c:v>
                </c:pt>
                <c:pt idx="5960">
                  <c:v>2024-01-25</c:v>
                </c:pt>
                <c:pt idx="5961">
                  <c:v>2024-01-26</c:v>
                </c:pt>
                <c:pt idx="5962">
                  <c:v>2024-01-29</c:v>
                </c:pt>
                <c:pt idx="5963">
                  <c:v>2024-01-30</c:v>
                </c:pt>
                <c:pt idx="5964">
                  <c:v>2024-01-31</c:v>
                </c:pt>
                <c:pt idx="5965">
                  <c:v>2024-02-01</c:v>
                </c:pt>
                <c:pt idx="5966">
                  <c:v>2024-02-02</c:v>
                </c:pt>
                <c:pt idx="5967">
                  <c:v>2024-02-05</c:v>
                </c:pt>
                <c:pt idx="5968">
                  <c:v>2024-02-06</c:v>
                </c:pt>
                <c:pt idx="5969">
                  <c:v>2024-02-07</c:v>
                </c:pt>
                <c:pt idx="5970">
                  <c:v>2024-02-08</c:v>
                </c:pt>
                <c:pt idx="5971">
                  <c:v>2024-02-09</c:v>
                </c:pt>
                <c:pt idx="5972">
                  <c:v>2024-02-12</c:v>
                </c:pt>
                <c:pt idx="5973">
                  <c:v>2024-02-13</c:v>
                </c:pt>
                <c:pt idx="5974">
                  <c:v>2024-02-14</c:v>
                </c:pt>
                <c:pt idx="5975">
                  <c:v>2024-02-15</c:v>
                </c:pt>
                <c:pt idx="5976">
                  <c:v>2024-02-16</c:v>
                </c:pt>
                <c:pt idx="5977">
                  <c:v>2024-02-20</c:v>
                </c:pt>
                <c:pt idx="5978">
                  <c:v>2024-02-21</c:v>
                </c:pt>
                <c:pt idx="5979">
                  <c:v>2024-02-22</c:v>
                </c:pt>
                <c:pt idx="5980">
                  <c:v>2024-02-23</c:v>
                </c:pt>
                <c:pt idx="5981">
                  <c:v>2024-02-26</c:v>
                </c:pt>
                <c:pt idx="5982">
                  <c:v>2024-02-27</c:v>
                </c:pt>
                <c:pt idx="5983">
                  <c:v>2024-02-28</c:v>
                </c:pt>
                <c:pt idx="5984">
                  <c:v>2024-02-29</c:v>
                </c:pt>
                <c:pt idx="5985">
                  <c:v>2024-03-01</c:v>
                </c:pt>
                <c:pt idx="5986">
                  <c:v>2024-03-04</c:v>
                </c:pt>
                <c:pt idx="5987">
                  <c:v>2024-03-05</c:v>
                </c:pt>
                <c:pt idx="5988">
                  <c:v>2024-03-06</c:v>
                </c:pt>
                <c:pt idx="5989">
                  <c:v>2024-03-07</c:v>
                </c:pt>
                <c:pt idx="5990">
                  <c:v>2024-03-08</c:v>
                </c:pt>
                <c:pt idx="5991">
                  <c:v>2024-03-11</c:v>
                </c:pt>
                <c:pt idx="5992">
                  <c:v>2024-03-12</c:v>
                </c:pt>
                <c:pt idx="5993">
                  <c:v>2024-03-13</c:v>
                </c:pt>
                <c:pt idx="5994">
                  <c:v>2024-03-14</c:v>
                </c:pt>
                <c:pt idx="5995">
                  <c:v>2024-03-15</c:v>
                </c:pt>
                <c:pt idx="5996">
                  <c:v>2024-03-18</c:v>
                </c:pt>
                <c:pt idx="5997">
                  <c:v>2024-03-19</c:v>
                </c:pt>
                <c:pt idx="5998">
                  <c:v>2024-03-20</c:v>
                </c:pt>
                <c:pt idx="5999">
                  <c:v>2024-03-21</c:v>
                </c:pt>
                <c:pt idx="6000">
                  <c:v>2024-03-22</c:v>
                </c:pt>
                <c:pt idx="6001">
                  <c:v>2024-03-25</c:v>
                </c:pt>
                <c:pt idx="6002">
                  <c:v>2024-03-26</c:v>
                </c:pt>
                <c:pt idx="6003">
                  <c:v>2024-03-27</c:v>
                </c:pt>
                <c:pt idx="6004">
                  <c:v>2024-03-28</c:v>
                </c:pt>
                <c:pt idx="6005">
                  <c:v>2024-04-01</c:v>
                </c:pt>
                <c:pt idx="6006">
                  <c:v>2024-04-02</c:v>
                </c:pt>
                <c:pt idx="6007">
                  <c:v>2024-04-03</c:v>
                </c:pt>
                <c:pt idx="6008">
                  <c:v>2024-04-04</c:v>
                </c:pt>
                <c:pt idx="6009">
                  <c:v>2024-04-05</c:v>
                </c:pt>
                <c:pt idx="6010">
                  <c:v>2024-04-08</c:v>
                </c:pt>
                <c:pt idx="6011">
                  <c:v>2024-04-09</c:v>
                </c:pt>
                <c:pt idx="6012">
                  <c:v>2024-04-10</c:v>
                </c:pt>
                <c:pt idx="6013">
                  <c:v>2024-04-11</c:v>
                </c:pt>
                <c:pt idx="6014">
                  <c:v>2024-04-12</c:v>
                </c:pt>
                <c:pt idx="6015">
                  <c:v>2024-04-15</c:v>
                </c:pt>
                <c:pt idx="6016">
                  <c:v>2024-04-16</c:v>
                </c:pt>
                <c:pt idx="6017">
                  <c:v>2024-04-17</c:v>
                </c:pt>
                <c:pt idx="6018">
                  <c:v>2024-04-18</c:v>
                </c:pt>
                <c:pt idx="6019">
                  <c:v>2024-04-19</c:v>
                </c:pt>
                <c:pt idx="6020">
                  <c:v>2024-04-22</c:v>
                </c:pt>
                <c:pt idx="6021">
                  <c:v>2024-04-23</c:v>
                </c:pt>
                <c:pt idx="6022">
                  <c:v>2024-04-24</c:v>
                </c:pt>
                <c:pt idx="6023">
                  <c:v>2024-04-25</c:v>
                </c:pt>
                <c:pt idx="6024">
                  <c:v>2024-04-26</c:v>
                </c:pt>
                <c:pt idx="6025">
                  <c:v>2024-04-29</c:v>
                </c:pt>
                <c:pt idx="6026">
                  <c:v>2024-04-30</c:v>
                </c:pt>
                <c:pt idx="6027">
                  <c:v>2024-05-01</c:v>
                </c:pt>
                <c:pt idx="6028">
                  <c:v>2024-05-02</c:v>
                </c:pt>
                <c:pt idx="6029">
                  <c:v>2024-05-03</c:v>
                </c:pt>
                <c:pt idx="6030">
                  <c:v>2024-05-06</c:v>
                </c:pt>
                <c:pt idx="6031">
                  <c:v>2024-05-07</c:v>
                </c:pt>
                <c:pt idx="6032">
                  <c:v>2024-05-08</c:v>
                </c:pt>
                <c:pt idx="6033">
                  <c:v>2024-05-09</c:v>
                </c:pt>
                <c:pt idx="6034">
                  <c:v>2024-05-10</c:v>
                </c:pt>
                <c:pt idx="6035">
                  <c:v>2024-05-13</c:v>
                </c:pt>
                <c:pt idx="6036">
                  <c:v>2024-05-14</c:v>
                </c:pt>
                <c:pt idx="6037">
                  <c:v>2024-05-15</c:v>
                </c:pt>
                <c:pt idx="6038">
                  <c:v>2024-05-16</c:v>
                </c:pt>
                <c:pt idx="6039">
                  <c:v>2024-05-17</c:v>
                </c:pt>
                <c:pt idx="6040">
                  <c:v>2024-05-20</c:v>
                </c:pt>
                <c:pt idx="6041">
                  <c:v>2024-05-21</c:v>
                </c:pt>
                <c:pt idx="6042">
                  <c:v>2024-05-22</c:v>
                </c:pt>
                <c:pt idx="6043">
                  <c:v>2024-05-23</c:v>
                </c:pt>
                <c:pt idx="6044">
                  <c:v>2024-05-24</c:v>
                </c:pt>
                <c:pt idx="6045">
                  <c:v>2024-05-28</c:v>
                </c:pt>
                <c:pt idx="6046">
                  <c:v>2024-05-29</c:v>
                </c:pt>
                <c:pt idx="6047">
                  <c:v>2024-05-30</c:v>
                </c:pt>
                <c:pt idx="6048">
                  <c:v>2024-05-31</c:v>
                </c:pt>
                <c:pt idx="6049">
                  <c:v>2024-06-03</c:v>
                </c:pt>
                <c:pt idx="6050">
                  <c:v>2024-06-04</c:v>
                </c:pt>
                <c:pt idx="6051">
                  <c:v>2024-06-05</c:v>
                </c:pt>
                <c:pt idx="6052">
                  <c:v>2024-06-06</c:v>
                </c:pt>
                <c:pt idx="6053">
                  <c:v>2024-06-07</c:v>
                </c:pt>
                <c:pt idx="6054">
                  <c:v>2024-06-10</c:v>
                </c:pt>
                <c:pt idx="6055">
                  <c:v>2024-06-11</c:v>
                </c:pt>
                <c:pt idx="6056">
                  <c:v>2024-06-12</c:v>
                </c:pt>
                <c:pt idx="6057">
                  <c:v>2024-06-13</c:v>
                </c:pt>
                <c:pt idx="6058">
                  <c:v>2024-06-14</c:v>
                </c:pt>
                <c:pt idx="6059">
                  <c:v>2024-06-17</c:v>
                </c:pt>
                <c:pt idx="6060">
                  <c:v>2024-06-18</c:v>
                </c:pt>
                <c:pt idx="6061">
                  <c:v>2024-06-20</c:v>
                </c:pt>
                <c:pt idx="6062">
                  <c:v>2024-06-21</c:v>
                </c:pt>
                <c:pt idx="6063">
                  <c:v>2024-06-24</c:v>
                </c:pt>
                <c:pt idx="6064">
                  <c:v>2024-06-25</c:v>
                </c:pt>
                <c:pt idx="6065">
                  <c:v>2024-06-26</c:v>
                </c:pt>
                <c:pt idx="6066">
                  <c:v>2024-06-27</c:v>
                </c:pt>
                <c:pt idx="6067">
                  <c:v>2024-06-28</c:v>
                </c:pt>
                <c:pt idx="6068">
                  <c:v>2024-07-01</c:v>
                </c:pt>
                <c:pt idx="6069">
                  <c:v>2024-07-02</c:v>
                </c:pt>
                <c:pt idx="6070">
                  <c:v>2024-07-03</c:v>
                </c:pt>
                <c:pt idx="6071">
                  <c:v>2024-07-05</c:v>
                </c:pt>
                <c:pt idx="6072">
                  <c:v>2024-07-08</c:v>
                </c:pt>
                <c:pt idx="6073">
                  <c:v>2024-07-09</c:v>
                </c:pt>
                <c:pt idx="6074">
                  <c:v>2024-07-10</c:v>
                </c:pt>
                <c:pt idx="6075">
                  <c:v>2024-07-11</c:v>
                </c:pt>
                <c:pt idx="6076">
                  <c:v>2024-07-12</c:v>
                </c:pt>
                <c:pt idx="6077">
                  <c:v>2024-07-15</c:v>
                </c:pt>
                <c:pt idx="6078">
                  <c:v>2024-07-16</c:v>
                </c:pt>
                <c:pt idx="6079">
                  <c:v>2024-07-17</c:v>
                </c:pt>
                <c:pt idx="6080">
                  <c:v>2024-07-18</c:v>
                </c:pt>
                <c:pt idx="6081">
                  <c:v>2024-07-19</c:v>
                </c:pt>
                <c:pt idx="6082">
                  <c:v>2024-07-22</c:v>
                </c:pt>
                <c:pt idx="6083">
                  <c:v>2024-07-23</c:v>
                </c:pt>
                <c:pt idx="6084">
                  <c:v>2024-07-24</c:v>
                </c:pt>
                <c:pt idx="6085">
                  <c:v>2024-07-25</c:v>
                </c:pt>
                <c:pt idx="6086">
                  <c:v>2024-07-26</c:v>
                </c:pt>
                <c:pt idx="6087">
                  <c:v>2024-07-29</c:v>
                </c:pt>
                <c:pt idx="6088">
                  <c:v>2024-07-30</c:v>
                </c:pt>
                <c:pt idx="6089">
                  <c:v>2024-07-31</c:v>
                </c:pt>
                <c:pt idx="6090">
                  <c:v>2024-08-01</c:v>
                </c:pt>
                <c:pt idx="6091">
                  <c:v>2024-08-02</c:v>
                </c:pt>
                <c:pt idx="6092">
                  <c:v>2024-08-05</c:v>
                </c:pt>
                <c:pt idx="6093">
                  <c:v>2024-08-06</c:v>
                </c:pt>
                <c:pt idx="6094">
                  <c:v>2024-08-07</c:v>
                </c:pt>
                <c:pt idx="6095">
                  <c:v>2024-08-08</c:v>
                </c:pt>
                <c:pt idx="6096">
                  <c:v>2024-08-09</c:v>
                </c:pt>
                <c:pt idx="6097">
                  <c:v>2024-08-12</c:v>
                </c:pt>
                <c:pt idx="6098">
                  <c:v>2024-08-13</c:v>
                </c:pt>
                <c:pt idx="6099">
                  <c:v>2024-08-14</c:v>
                </c:pt>
                <c:pt idx="6100">
                  <c:v>2024-08-15</c:v>
                </c:pt>
                <c:pt idx="6101">
                  <c:v>2024-08-16</c:v>
                </c:pt>
                <c:pt idx="6102">
                  <c:v>2024-08-19</c:v>
                </c:pt>
                <c:pt idx="6103">
                  <c:v>2024-08-20</c:v>
                </c:pt>
                <c:pt idx="6104">
                  <c:v>2024-08-21</c:v>
                </c:pt>
                <c:pt idx="6105">
                  <c:v>2024-08-22</c:v>
                </c:pt>
                <c:pt idx="6106">
                  <c:v>2024-08-23</c:v>
                </c:pt>
                <c:pt idx="6107">
                  <c:v>2024-08-26</c:v>
                </c:pt>
                <c:pt idx="6108">
                  <c:v>2024-08-27</c:v>
                </c:pt>
                <c:pt idx="6109">
                  <c:v>2024-08-28</c:v>
                </c:pt>
                <c:pt idx="6110">
                  <c:v>2024-08-29</c:v>
                </c:pt>
                <c:pt idx="6111">
                  <c:v>2024-08-30</c:v>
                </c:pt>
                <c:pt idx="6112">
                  <c:v>2024-09-03</c:v>
                </c:pt>
                <c:pt idx="6113">
                  <c:v>2024-09-04</c:v>
                </c:pt>
                <c:pt idx="6114">
                  <c:v>2024-09-05</c:v>
                </c:pt>
                <c:pt idx="6115">
                  <c:v>2024-09-06</c:v>
                </c:pt>
                <c:pt idx="6116">
                  <c:v>2024-09-09</c:v>
                </c:pt>
                <c:pt idx="6117">
                  <c:v>2024-09-10</c:v>
                </c:pt>
                <c:pt idx="6118">
                  <c:v>2024-09-11</c:v>
                </c:pt>
                <c:pt idx="6119">
                  <c:v>2024-09-12</c:v>
                </c:pt>
                <c:pt idx="6120">
                  <c:v>2024-09-13</c:v>
                </c:pt>
                <c:pt idx="6121">
                  <c:v>2024-09-16</c:v>
                </c:pt>
                <c:pt idx="6122">
                  <c:v>2024-09-17</c:v>
                </c:pt>
                <c:pt idx="6123">
                  <c:v>2024-09-18</c:v>
                </c:pt>
                <c:pt idx="6124">
                  <c:v>2024-09-19</c:v>
                </c:pt>
                <c:pt idx="6125">
                  <c:v>2024-09-20</c:v>
                </c:pt>
                <c:pt idx="6126">
                  <c:v>2024-09-23</c:v>
                </c:pt>
                <c:pt idx="6127">
                  <c:v>2024-09-24</c:v>
                </c:pt>
                <c:pt idx="6128">
                  <c:v>2024-09-25</c:v>
                </c:pt>
                <c:pt idx="6129">
                  <c:v>2024-09-26</c:v>
                </c:pt>
                <c:pt idx="6130">
                  <c:v>2024-09-27</c:v>
                </c:pt>
                <c:pt idx="6131">
                  <c:v>2024-09-30</c:v>
                </c:pt>
                <c:pt idx="6132">
                  <c:v>2024-10-01</c:v>
                </c:pt>
                <c:pt idx="6133">
                  <c:v>2024-10-02</c:v>
                </c:pt>
                <c:pt idx="6134">
                  <c:v>2024-10-03</c:v>
                </c:pt>
                <c:pt idx="6135">
                  <c:v>2024-10-04</c:v>
                </c:pt>
                <c:pt idx="6136">
                  <c:v>2024-10-07</c:v>
                </c:pt>
                <c:pt idx="6137">
                  <c:v>2024-10-08</c:v>
                </c:pt>
                <c:pt idx="6138">
                  <c:v>2024-10-09</c:v>
                </c:pt>
                <c:pt idx="6139">
                  <c:v>2024-10-10</c:v>
                </c:pt>
                <c:pt idx="6140">
                  <c:v>2024-10-11</c:v>
                </c:pt>
                <c:pt idx="6141">
                  <c:v>2024-10-14</c:v>
                </c:pt>
                <c:pt idx="6142">
                  <c:v>2024-10-15</c:v>
                </c:pt>
                <c:pt idx="6143">
                  <c:v>2024-10-16</c:v>
                </c:pt>
                <c:pt idx="6144">
                  <c:v>2024-10-17</c:v>
                </c:pt>
                <c:pt idx="6145">
                  <c:v>2024-10-18</c:v>
                </c:pt>
                <c:pt idx="6146">
                  <c:v>2024-10-21</c:v>
                </c:pt>
                <c:pt idx="6147">
                  <c:v>2024-10-22</c:v>
                </c:pt>
                <c:pt idx="6148">
                  <c:v>2024-10-23</c:v>
                </c:pt>
                <c:pt idx="6149">
                  <c:v>2024-10-24</c:v>
                </c:pt>
                <c:pt idx="6150">
                  <c:v>2024-10-25</c:v>
                </c:pt>
                <c:pt idx="6151">
                  <c:v>2024-10-28</c:v>
                </c:pt>
                <c:pt idx="6152">
                  <c:v>2024-10-29</c:v>
                </c:pt>
                <c:pt idx="6153">
                  <c:v>2024-10-30</c:v>
                </c:pt>
                <c:pt idx="6154">
                  <c:v>2024-10-31</c:v>
                </c:pt>
                <c:pt idx="6155">
                  <c:v>2024-11-01</c:v>
                </c:pt>
                <c:pt idx="6156">
                  <c:v>2024-11-04</c:v>
                </c:pt>
                <c:pt idx="6157">
                  <c:v>2024-11-05</c:v>
                </c:pt>
                <c:pt idx="6158">
                  <c:v>2024-11-06</c:v>
                </c:pt>
                <c:pt idx="6159">
                  <c:v>2024-11-07</c:v>
                </c:pt>
                <c:pt idx="6160">
                  <c:v>2024-11-08</c:v>
                </c:pt>
                <c:pt idx="6161">
                  <c:v>2024-11-11</c:v>
                </c:pt>
                <c:pt idx="6162">
                  <c:v>2024-11-12</c:v>
                </c:pt>
                <c:pt idx="6163">
                  <c:v>2024-11-13</c:v>
                </c:pt>
                <c:pt idx="6164">
                  <c:v>2024-11-14</c:v>
                </c:pt>
                <c:pt idx="6165">
                  <c:v>2024-11-15</c:v>
                </c:pt>
                <c:pt idx="6166">
                  <c:v>2024-11-18</c:v>
                </c:pt>
                <c:pt idx="6167">
                  <c:v>2024-11-19</c:v>
                </c:pt>
                <c:pt idx="6168">
                  <c:v>2024-11-20</c:v>
                </c:pt>
                <c:pt idx="6169">
                  <c:v>2024-11-21</c:v>
                </c:pt>
                <c:pt idx="6170">
                  <c:v>2024-11-22</c:v>
                </c:pt>
                <c:pt idx="6171">
                  <c:v>2024-11-25</c:v>
                </c:pt>
                <c:pt idx="6172">
                  <c:v>2024-11-26</c:v>
                </c:pt>
                <c:pt idx="6173">
                  <c:v>2024-11-27</c:v>
                </c:pt>
                <c:pt idx="6174">
                  <c:v>2024-11-29</c:v>
                </c:pt>
                <c:pt idx="6175">
                  <c:v>2024-12-02</c:v>
                </c:pt>
                <c:pt idx="6176">
                  <c:v>2024-12-03</c:v>
                </c:pt>
                <c:pt idx="6177">
                  <c:v>2024-12-04</c:v>
                </c:pt>
                <c:pt idx="6178">
                  <c:v>2024-12-05</c:v>
                </c:pt>
                <c:pt idx="6179">
                  <c:v>2024-12-06</c:v>
                </c:pt>
                <c:pt idx="6180">
                  <c:v>2024-12-09</c:v>
                </c:pt>
                <c:pt idx="6181">
                  <c:v>2024-12-10</c:v>
                </c:pt>
                <c:pt idx="6182">
                  <c:v>2024-12-11</c:v>
                </c:pt>
                <c:pt idx="6183">
                  <c:v>2024-12-12</c:v>
                </c:pt>
                <c:pt idx="6184">
                  <c:v>2024-12-13</c:v>
                </c:pt>
                <c:pt idx="6185">
                  <c:v>2024-12-16</c:v>
                </c:pt>
                <c:pt idx="6186">
                  <c:v>2024-12-17</c:v>
                </c:pt>
                <c:pt idx="6187">
                  <c:v>2024-12-18</c:v>
                </c:pt>
                <c:pt idx="6188">
                  <c:v>2024-12-19</c:v>
                </c:pt>
                <c:pt idx="6189">
                  <c:v>2024-12-20</c:v>
                </c:pt>
                <c:pt idx="6190">
                  <c:v>2024-12-23</c:v>
                </c:pt>
                <c:pt idx="6191">
                  <c:v>2024-12-24</c:v>
                </c:pt>
                <c:pt idx="6192">
                  <c:v>2024-12-26</c:v>
                </c:pt>
                <c:pt idx="6193">
                  <c:v>2024-12-27</c:v>
                </c:pt>
                <c:pt idx="6194">
                  <c:v>2024-12-30</c:v>
                </c:pt>
                <c:pt idx="6195">
                  <c:v>2024-12-31</c:v>
                </c:pt>
                <c:pt idx="6196">
                  <c:v>2025-01-02</c:v>
                </c:pt>
                <c:pt idx="6197">
                  <c:v>2025-01-03</c:v>
                </c:pt>
                <c:pt idx="6198">
                  <c:v>2025-01-06</c:v>
                </c:pt>
                <c:pt idx="6199">
                  <c:v>2025-01-07</c:v>
                </c:pt>
                <c:pt idx="6200">
                  <c:v>2025-01-08</c:v>
                </c:pt>
                <c:pt idx="6201">
                  <c:v>2025-01-09</c:v>
                </c:pt>
                <c:pt idx="6202">
                  <c:v>2025-01-10</c:v>
                </c:pt>
                <c:pt idx="6203">
                  <c:v>2025-01-13</c:v>
                </c:pt>
                <c:pt idx="6204">
                  <c:v>2025-01-14</c:v>
                </c:pt>
                <c:pt idx="6205">
                  <c:v>2025-01-15</c:v>
                </c:pt>
                <c:pt idx="6206">
                  <c:v>2025-01-16</c:v>
                </c:pt>
                <c:pt idx="6207">
                  <c:v>2025-01-17</c:v>
                </c:pt>
                <c:pt idx="6208">
                  <c:v>2025-01-21</c:v>
                </c:pt>
                <c:pt idx="6209">
                  <c:v>2025-01-22</c:v>
                </c:pt>
                <c:pt idx="6210">
                  <c:v>2025-01-23</c:v>
                </c:pt>
                <c:pt idx="6211">
                  <c:v>2025-01-24</c:v>
                </c:pt>
                <c:pt idx="6212">
                  <c:v>2025-01-27</c:v>
                </c:pt>
                <c:pt idx="6213">
                  <c:v>2025-01-28</c:v>
                </c:pt>
                <c:pt idx="6214">
                  <c:v>2025-01-29</c:v>
                </c:pt>
                <c:pt idx="6215">
                  <c:v>2025-01-30</c:v>
                </c:pt>
                <c:pt idx="6216">
                  <c:v>2025-01-31</c:v>
                </c:pt>
                <c:pt idx="6217">
                  <c:v>2025-02-03</c:v>
                </c:pt>
                <c:pt idx="6218">
                  <c:v>2025-02-04</c:v>
                </c:pt>
                <c:pt idx="6219">
                  <c:v>2025-02-05</c:v>
                </c:pt>
                <c:pt idx="6220">
                  <c:v>2025-02-06</c:v>
                </c:pt>
                <c:pt idx="6221">
                  <c:v>2025-02-07</c:v>
                </c:pt>
                <c:pt idx="6222">
                  <c:v>2025-02-10</c:v>
                </c:pt>
                <c:pt idx="6223">
                  <c:v>2025-02-11</c:v>
                </c:pt>
                <c:pt idx="6224">
                  <c:v>2025-02-12</c:v>
                </c:pt>
                <c:pt idx="6225">
                  <c:v>2025-02-13</c:v>
                </c:pt>
                <c:pt idx="6226">
                  <c:v>2025-02-14</c:v>
                </c:pt>
                <c:pt idx="6227">
                  <c:v>2025-02-18</c:v>
                </c:pt>
                <c:pt idx="6228">
                  <c:v>2025-02-19</c:v>
                </c:pt>
                <c:pt idx="6229">
                  <c:v>2025-02-20</c:v>
                </c:pt>
                <c:pt idx="6230">
                  <c:v>2025-02-21</c:v>
                </c:pt>
                <c:pt idx="6231">
                  <c:v>2025-02-24</c:v>
                </c:pt>
                <c:pt idx="6232">
                  <c:v>2025-02-25</c:v>
                </c:pt>
                <c:pt idx="6233">
                  <c:v>2025-02-26</c:v>
                </c:pt>
                <c:pt idx="6234">
                  <c:v>2025-02-27</c:v>
                </c:pt>
                <c:pt idx="6235">
                  <c:v>2025-02-28</c:v>
                </c:pt>
                <c:pt idx="6236">
                  <c:v>2025-03-03</c:v>
                </c:pt>
                <c:pt idx="6237">
                  <c:v>2025-03-04</c:v>
                </c:pt>
                <c:pt idx="6238">
                  <c:v>2025-03-05</c:v>
                </c:pt>
                <c:pt idx="6239">
                  <c:v>2025-03-06</c:v>
                </c:pt>
                <c:pt idx="6240">
                  <c:v>2025-03-07</c:v>
                </c:pt>
                <c:pt idx="6241">
                  <c:v>2025-03-10</c:v>
                </c:pt>
                <c:pt idx="6242">
                  <c:v>2025-03-11</c:v>
                </c:pt>
                <c:pt idx="6243">
                  <c:v>2025-03-12</c:v>
                </c:pt>
                <c:pt idx="6244">
                  <c:v>2025-03-13</c:v>
                </c:pt>
                <c:pt idx="6245">
                  <c:v>2025-03-14</c:v>
                </c:pt>
                <c:pt idx="6246">
                  <c:v>2025-03-17</c:v>
                </c:pt>
                <c:pt idx="6247">
                  <c:v>2025-03-18</c:v>
                </c:pt>
                <c:pt idx="6248">
                  <c:v>2025-03-19</c:v>
                </c:pt>
                <c:pt idx="6249">
                  <c:v>2025-03-20</c:v>
                </c:pt>
                <c:pt idx="6250">
                  <c:v>2025-03-21</c:v>
                </c:pt>
                <c:pt idx="6251">
                  <c:v>2025-03-24</c:v>
                </c:pt>
                <c:pt idx="6252">
                  <c:v>2025-03-25</c:v>
                </c:pt>
                <c:pt idx="6253">
                  <c:v>2025-03-26</c:v>
                </c:pt>
                <c:pt idx="6254">
                  <c:v>2025-03-27</c:v>
                </c:pt>
                <c:pt idx="6255">
                  <c:v>2025-03-28</c:v>
                </c:pt>
                <c:pt idx="6256">
                  <c:v>2025-03-31</c:v>
                </c:pt>
                <c:pt idx="6257">
                  <c:v>2025-04-01</c:v>
                </c:pt>
                <c:pt idx="6258">
                  <c:v>2025-04-02</c:v>
                </c:pt>
                <c:pt idx="6259">
                  <c:v>2025-04-03</c:v>
                </c:pt>
                <c:pt idx="6260">
                  <c:v>2025-04-04</c:v>
                </c:pt>
                <c:pt idx="6261">
                  <c:v>2025-04-07</c:v>
                </c:pt>
                <c:pt idx="6262">
                  <c:v>2025-04-08</c:v>
                </c:pt>
                <c:pt idx="6263">
                  <c:v>2025-04-09</c:v>
                </c:pt>
                <c:pt idx="6264">
                  <c:v>2025-04-10</c:v>
                </c:pt>
                <c:pt idx="6265">
                  <c:v>2025-04-11</c:v>
                </c:pt>
                <c:pt idx="6266">
                  <c:v>2025-04-14</c:v>
                </c:pt>
                <c:pt idx="6267">
                  <c:v>2025-04-15</c:v>
                </c:pt>
                <c:pt idx="6268">
                  <c:v>2025-04-16</c:v>
                </c:pt>
                <c:pt idx="6269">
                  <c:v>2025-04-17</c:v>
                </c:pt>
                <c:pt idx="6270">
                  <c:v>2025-04-21</c:v>
                </c:pt>
                <c:pt idx="6271">
                  <c:v>2025-04-22</c:v>
                </c:pt>
                <c:pt idx="6272">
                  <c:v>2025-04-23</c:v>
                </c:pt>
                <c:pt idx="6273">
                  <c:v>2025-04-24</c:v>
                </c:pt>
                <c:pt idx="6274">
                  <c:v>2025-04-25</c:v>
                </c:pt>
                <c:pt idx="6275">
                  <c:v>2025-04-28</c:v>
                </c:pt>
                <c:pt idx="6276">
                  <c:v>2025-04-29</c:v>
                </c:pt>
                <c:pt idx="6277">
                  <c:v>2025-04-30</c:v>
                </c:pt>
                <c:pt idx="6278">
                  <c:v>2025-05-01</c:v>
                </c:pt>
                <c:pt idx="6279">
                  <c:v>2025-05-02</c:v>
                </c:pt>
                <c:pt idx="6280">
                  <c:v>2025-05-05</c:v>
                </c:pt>
                <c:pt idx="6281">
                  <c:v>2025-05-06</c:v>
                </c:pt>
                <c:pt idx="6282">
                  <c:v>2025-05-07</c:v>
                </c:pt>
                <c:pt idx="6283">
                  <c:v>2025-05-08</c:v>
                </c:pt>
                <c:pt idx="6284">
                  <c:v>2025-05-09</c:v>
                </c:pt>
                <c:pt idx="6285">
                  <c:v>2025-05-12</c:v>
                </c:pt>
                <c:pt idx="6286">
                  <c:v>2025-05-13</c:v>
                </c:pt>
                <c:pt idx="6287">
                  <c:v>2025-05-14</c:v>
                </c:pt>
                <c:pt idx="6288">
                  <c:v>2025-05-15</c:v>
                </c:pt>
                <c:pt idx="6289">
                  <c:v>2025-05-16</c:v>
                </c:pt>
                <c:pt idx="6290">
                  <c:v>2025-05-19</c:v>
                </c:pt>
                <c:pt idx="6291">
                  <c:v>2025-05-20</c:v>
                </c:pt>
                <c:pt idx="6292">
                  <c:v>2025-05-21</c:v>
                </c:pt>
                <c:pt idx="6293">
                  <c:v>2025-05-22</c:v>
                </c:pt>
                <c:pt idx="6294">
                  <c:v>2025-05-23</c:v>
                </c:pt>
                <c:pt idx="6295">
                  <c:v>2025-05-27</c:v>
                </c:pt>
                <c:pt idx="6296">
                  <c:v>2025-05-28</c:v>
                </c:pt>
                <c:pt idx="6297">
                  <c:v>2025-05-29</c:v>
                </c:pt>
                <c:pt idx="6298">
                  <c:v>2025-05-30</c:v>
                </c:pt>
                <c:pt idx="6299">
                  <c:v>2025-06-02</c:v>
                </c:pt>
                <c:pt idx="6300">
                  <c:v>2025-06-03</c:v>
                </c:pt>
                <c:pt idx="6301">
                  <c:v>2025-06-04</c:v>
                </c:pt>
                <c:pt idx="6302">
                  <c:v>2025-06-05</c:v>
                </c:pt>
                <c:pt idx="6303">
                  <c:v>2025-06-06</c:v>
                </c:pt>
                <c:pt idx="6304">
                  <c:v>2025-06-09</c:v>
                </c:pt>
                <c:pt idx="6305">
                  <c:v>2025-06-10</c:v>
                </c:pt>
                <c:pt idx="6306">
                  <c:v>2025-06-11</c:v>
                </c:pt>
                <c:pt idx="6307">
                  <c:v>2025-06-12</c:v>
                </c:pt>
                <c:pt idx="6308">
                  <c:v>2025-06-13</c:v>
                </c:pt>
                <c:pt idx="6309">
                  <c:v>2025-06-16</c:v>
                </c:pt>
                <c:pt idx="6310">
                  <c:v>2025-06-17</c:v>
                </c:pt>
                <c:pt idx="6311">
                  <c:v>2025-06-18</c:v>
                </c:pt>
                <c:pt idx="6312">
                  <c:v>2025-06-20</c:v>
                </c:pt>
                <c:pt idx="6313">
                  <c:v>2025-06-23</c:v>
                </c:pt>
                <c:pt idx="6314">
                  <c:v>2025-06-24</c:v>
                </c:pt>
                <c:pt idx="6315">
                  <c:v>2025-06-25</c:v>
                </c:pt>
                <c:pt idx="6316">
                  <c:v>2025-06-26</c:v>
                </c:pt>
                <c:pt idx="6317">
                  <c:v>2025-06-27</c:v>
                </c:pt>
                <c:pt idx="6318">
                  <c:v>2025-06-30</c:v>
                </c:pt>
                <c:pt idx="6319">
                  <c:v>2025-07-01</c:v>
                </c:pt>
                <c:pt idx="6320">
                  <c:v>2025-07-02</c:v>
                </c:pt>
                <c:pt idx="6321">
                  <c:v>2025-07-03</c:v>
                </c:pt>
                <c:pt idx="6322">
                  <c:v>2025-07-07</c:v>
                </c:pt>
                <c:pt idx="6323">
                  <c:v>2025-07-08</c:v>
                </c:pt>
                <c:pt idx="6324">
                  <c:v>2025-07-09</c:v>
                </c:pt>
                <c:pt idx="6325">
                  <c:v>2025-07-10</c:v>
                </c:pt>
                <c:pt idx="6326">
                  <c:v>2025-07-11</c:v>
                </c:pt>
                <c:pt idx="6327">
                  <c:v>2025-07-14</c:v>
                </c:pt>
                <c:pt idx="6328">
                  <c:v>2025-07-15</c:v>
                </c:pt>
                <c:pt idx="6329">
                  <c:v>2025-07-16</c:v>
                </c:pt>
                <c:pt idx="6330">
                  <c:v>2025-07-17</c:v>
                </c:pt>
                <c:pt idx="6331">
                  <c:v>2025-07-18</c:v>
                </c:pt>
                <c:pt idx="6332">
                  <c:v>2025-07-21</c:v>
                </c:pt>
                <c:pt idx="6333">
                  <c:v>2025-07-22</c:v>
                </c:pt>
                <c:pt idx="6334">
                  <c:v>2025-07-23</c:v>
                </c:pt>
                <c:pt idx="6335">
                  <c:v>2025-07-24</c:v>
                </c:pt>
                <c:pt idx="6336">
                  <c:v>2025-07-25</c:v>
                </c:pt>
                <c:pt idx="6337">
                  <c:v>2025-07-28</c:v>
                </c:pt>
                <c:pt idx="6338">
                  <c:v>2025-07-29</c:v>
                </c:pt>
                <c:pt idx="6339">
                  <c:v>2025-07-30</c:v>
                </c:pt>
                <c:pt idx="6340">
                  <c:v>2025-07-31</c:v>
                </c:pt>
                <c:pt idx="6341">
                  <c:v>2025-08-01</c:v>
                </c:pt>
                <c:pt idx="6342">
                  <c:v>2025-08-04</c:v>
                </c:pt>
                <c:pt idx="6343">
                  <c:v>2025-08-05</c:v>
                </c:pt>
                <c:pt idx="6344">
                  <c:v>2025-08-06</c:v>
                </c:pt>
                <c:pt idx="6345">
                  <c:v>2025-08-07</c:v>
                </c:pt>
                <c:pt idx="6346">
                  <c:v>2025-08-08</c:v>
                </c:pt>
                <c:pt idx="6347">
                  <c:v>2025-08-11</c:v>
                </c:pt>
                <c:pt idx="6348">
                  <c:v>2025-08-12</c:v>
                </c:pt>
                <c:pt idx="6349">
                  <c:v>2025-08-13</c:v>
                </c:pt>
                <c:pt idx="6350">
                  <c:v>2025-08-14</c:v>
                </c:pt>
                <c:pt idx="6351">
                  <c:v>2025-08-15</c:v>
                </c:pt>
                <c:pt idx="6352">
                  <c:v>2025-08-18</c:v>
                </c:pt>
                <c:pt idx="6353">
                  <c:v>2025-08-19</c:v>
                </c:pt>
                <c:pt idx="6354">
                  <c:v>2025-08-20</c:v>
                </c:pt>
                <c:pt idx="6355">
                  <c:v>2025-08-21</c:v>
                </c:pt>
                <c:pt idx="6356">
                  <c:v>2025-08-22</c:v>
                </c:pt>
                <c:pt idx="6357">
                  <c:v>2025-08-25</c:v>
                </c:pt>
                <c:pt idx="6358">
                  <c:v>2025-08-26</c:v>
                </c:pt>
                <c:pt idx="6359">
                  <c:v>2025-08-27</c:v>
                </c:pt>
                <c:pt idx="6360">
                  <c:v>2025-08-28</c:v>
                </c:pt>
                <c:pt idx="6361">
                  <c:v>2025-08-29</c:v>
                </c:pt>
                <c:pt idx="6362">
                  <c:v>2025-09-02</c:v>
                </c:pt>
                <c:pt idx="6363">
                  <c:v>2025-09-03</c:v>
                </c:pt>
                <c:pt idx="6364">
                  <c:v>2025-09-04</c:v>
                </c:pt>
                <c:pt idx="6365">
                  <c:v>2025-09-05</c:v>
                </c:pt>
                <c:pt idx="6366">
                  <c:v>2025-09-08</c:v>
                </c:pt>
                <c:pt idx="6367">
                  <c:v>2025-09-09</c:v>
                </c:pt>
                <c:pt idx="6368">
                  <c:v>2025-09-10</c:v>
                </c:pt>
                <c:pt idx="6369">
                  <c:v>2025-09-11</c:v>
                </c:pt>
                <c:pt idx="6370">
                  <c:v>2025-09-12</c:v>
                </c:pt>
                <c:pt idx="6371">
                  <c:v>2025-09-15</c:v>
                </c:pt>
                <c:pt idx="6372">
                  <c:v>2025-09-16</c:v>
                </c:pt>
                <c:pt idx="6373">
                  <c:v>2025-09-17</c:v>
                </c:pt>
                <c:pt idx="6374">
                  <c:v>2025-09-18</c:v>
                </c:pt>
                <c:pt idx="6375">
                  <c:v>2025-09-19</c:v>
                </c:pt>
                <c:pt idx="6376">
                  <c:v>2025-09-22</c:v>
                </c:pt>
                <c:pt idx="6377">
                  <c:v>2025-09-23</c:v>
                </c:pt>
                <c:pt idx="6378">
                  <c:v>2025-09-24</c:v>
                </c:pt>
                <c:pt idx="6379">
                  <c:v>2025-09-25</c:v>
                </c:pt>
                <c:pt idx="6380">
                  <c:v>2025-09-26</c:v>
                </c:pt>
                <c:pt idx="6381">
                  <c:v>2025-09-29</c:v>
                </c:pt>
                <c:pt idx="6382">
                  <c:v>2025-09-30</c:v>
                </c:pt>
                <c:pt idx="6383">
                  <c:v>2025-10-01</c:v>
                </c:pt>
                <c:pt idx="6384">
                  <c:v>2025-10-02</c:v>
                </c:pt>
                <c:pt idx="6385">
                  <c:v>2025-10-03</c:v>
                </c:pt>
                <c:pt idx="6386">
                  <c:v>2025-10-06</c:v>
                </c:pt>
                <c:pt idx="6387">
                  <c:v>2025-10-07</c:v>
                </c:pt>
                <c:pt idx="6388">
                  <c:v>2025-10-08</c:v>
                </c:pt>
                <c:pt idx="6389">
                  <c:v>2025-10-09</c:v>
                </c:pt>
                <c:pt idx="6390">
                  <c:v>2025-10-10</c:v>
                </c:pt>
                <c:pt idx="6391">
                  <c:v>2025-10-13</c:v>
                </c:pt>
                <c:pt idx="6392">
                  <c:v>2025-10-14</c:v>
                </c:pt>
                <c:pt idx="6393">
                  <c:v>2025-10-15</c:v>
                </c:pt>
                <c:pt idx="6394">
                  <c:v>2025-10-16</c:v>
                </c:pt>
                <c:pt idx="6395">
                  <c:v>2025-10-17</c:v>
                </c:pt>
                <c:pt idx="6396">
                  <c:v>2025-10-20</c:v>
                </c:pt>
                <c:pt idx="6397">
                  <c:v>2025-10-21</c:v>
                </c:pt>
                <c:pt idx="6398">
                  <c:v>2025-10-22</c:v>
                </c:pt>
                <c:pt idx="6399">
                  <c:v>2025-10-23</c:v>
                </c:pt>
                <c:pt idx="6400">
                  <c:v>2025-10-24</c:v>
                </c:pt>
                <c:pt idx="6401">
                  <c:v>2025-10-27</c:v>
                </c:pt>
                <c:pt idx="6402">
                  <c:v>2025-10-28</c:v>
                </c:pt>
                <c:pt idx="6403">
                  <c:v>2025-10-29</c:v>
                </c:pt>
                <c:pt idx="6404">
                  <c:v>2025-10-30</c:v>
                </c:pt>
                <c:pt idx="6405">
                  <c:v>2025-10-31</c:v>
                </c:pt>
                <c:pt idx="6406">
                  <c:v>2025-11-03</c:v>
                </c:pt>
                <c:pt idx="6407">
                  <c:v>2025-11-04</c:v>
                </c:pt>
                <c:pt idx="6408">
                  <c:v>2025-11-05</c:v>
                </c:pt>
                <c:pt idx="6409">
                  <c:v>2025-11-06</c:v>
                </c:pt>
                <c:pt idx="6410">
                  <c:v>2025-11-07</c:v>
                </c:pt>
                <c:pt idx="6411">
                  <c:v>2025-11-10</c:v>
                </c:pt>
                <c:pt idx="6412">
                  <c:v>2025-11-11</c:v>
                </c:pt>
                <c:pt idx="6413">
                  <c:v>2025-11-12</c:v>
                </c:pt>
                <c:pt idx="6414">
                  <c:v>2025-11-13</c:v>
                </c:pt>
                <c:pt idx="6415">
                  <c:v>2025-11-14</c:v>
                </c:pt>
                <c:pt idx="6416">
                  <c:v>2025-11-17</c:v>
                </c:pt>
                <c:pt idx="6417">
                  <c:v>2025-11-18</c:v>
                </c:pt>
                <c:pt idx="6418">
                  <c:v>2025-11-19</c:v>
                </c:pt>
                <c:pt idx="6419">
                  <c:v>2025-11-20</c:v>
                </c:pt>
                <c:pt idx="6420">
                  <c:v>2025-11-21</c:v>
                </c:pt>
                <c:pt idx="6421">
                  <c:v>2025-11-24</c:v>
                </c:pt>
                <c:pt idx="6422">
                  <c:v>2025-11-25</c:v>
                </c:pt>
                <c:pt idx="6423">
                  <c:v>2025-11-26</c:v>
                </c:pt>
                <c:pt idx="6424">
                  <c:v>2025-11-28</c:v>
                </c:pt>
                <c:pt idx="6425">
                  <c:v>2025-12-01</c:v>
                </c:pt>
                <c:pt idx="6426">
                  <c:v>2025-12-02</c:v>
                </c:pt>
                <c:pt idx="6427">
                  <c:v>2025-12-03</c:v>
                </c:pt>
                <c:pt idx="6428">
                  <c:v>2025-12-04</c:v>
                </c:pt>
                <c:pt idx="6429">
                  <c:v>2025-12-05</c:v>
                </c:pt>
                <c:pt idx="6430">
                  <c:v>2025-12-08</c:v>
                </c:pt>
                <c:pt idx="6431">
                  <c:v>2025-12-09</c:v>
                </c:pt>
                <c:pt idx="6432">
                  <c:v>2025-12-10</c:v>
                </c:pt>
                <c:pt idx="6433">
                  <c:v>2025-12-11</c:v>
                </c:pt>
                <c:pt idx="6434">
                  <c:v>2025-12-12</c:v>
                </c:pt>
                <c:pt idx="6435">
                  <c:v>2025-12-15</c:v>
                </c:pt>
                <c:pt idx="6436">
                  <c:v>2025-12-16</c:v>
                </c:pt>
                <c:pt idx="6437">
                  <c:v>2025-12-17</c:v>
                </c:pt>
                <c:pt idx="6438">
                  <c:v>2025-12-18</c:v>
                </c:pt>
                <c:pt idx="6439">
                  <c:v>2025-12-19</c:v>
                </c:pt>
                <c:pt idx="6440">
                  <c:v>2025-12-22</c:v>
                </c:pt>
                <c:pt idx="6441">
                  <c:v>2025-12-23</c:v>
                </c:pt>
                <c:pt idx="6442">
                  <c:v>2025-12-24</c:v>
                </c:pt>
                <c:pt idx="6443">
                  <c:v>2025-12-26</c:v>
                </c:pt>
                <c:pt idx="6444">
                  <c:v>2025-12-29</c:v>
                </c:pt>
                <c:pt idx="6445">
                  <c:v>2025-12-30</c:v>
                </c:pt>
                <c:pt idx="6446">
                  <c:v>2025-12-31</c:v>
                </c:pt>
                <c:pt idx="6447">
                  <c:v>2026-01-02</c:v>
                </c:pt>
                <c:pt idx="6448">
                  <c:v>2026-01-05</c:v>
                </c:pt>
                <c:pt idx="6449">
                  <c:v>2026-01-06</c:v>
                </c:pt>
                <c:pt idx="6450">
                  <c:v>2026-01-07</c:v>
                </c:pt>
                <c:pt idx="6451">
                  <c:v>2026-01-08</c:v>
                </c:pt>
                <c:pt idx="6452">
                  <c:v>2026-01-09</c:v>
                </c:pt>
                <c:pt idx="6453">
                  <c:v>2026-01-12</c:v>
                </c:pt>
                <c:pt idx="6454">
                  <c:v>2026-01-13</c:v>
                </c:pt>
                <c:pt idx="6455">
                  <c:v>2026-01-14</c:v>
                </c:pt>
                <c:pt idx="6456">
                  <c:v>2026-01-15</c:v>
                </c:pt>
                <c:pt idx="6457">
                  <c:v>2026-01-16</c:v>
                </c:pt>
                <c:pt idx="6458">
                  <c:v>2026-01-20</c:v>
                </c:pt>
                <c:pt idx="6459">
                  <c:v>2026-01-21</c:v>
                </c:pt>
                <c:pt idx="6460">
                  <c:v>2026-01-22</c:v>
                </c:pt>
                <c:pt idx="6461">
                  <c:v>2026-01-23</c:v>
                </c:pt>
                <c:pt idx="6462">
                  <c:v>2026-01-26</c:v>
                </c:pt>
                <c:pt idx="6463">
                  <c:v>2026-01-27</c:v>
                </c:pt>
                <c:pt idx="6464">
                  <c:v>2026-01-28</c:v>
                </c:pt>
                <c:pt idx="6465">
                  <c:v>2026-01-29</c:v>
                </c:pt>
                <c:pt idx="6466">
                  <c:v>2026-01-30</c:v>
                </c:pt>
                <c:pt idx="6467">
                  <c:v>2026-02-02</c:v>
                </c:pt>
                <c:pt idx="6468">
                  <c:v>2026-02-03</c:v>
                </c:pt>
                <c:pt idx="6469">
                  <c:v>2026-02-04</c:v>
                </c:pt>
                <c:pt idx="6470">
                  <c:v>2026-02-05</c:v>
                </c:pt>
                <c:pt idx="6471">
                  <c:v>2026-02-06</c:v>
                </c:pt>
                <c:pt idx="6472">
                  <c:v>2026-02-09</c:v>
                </c:pt>
                <c:pt idx="6473">
                  <c:v>2026-02-10</c:v>
                </c:pt>
                <c:pt idx="6474">
                  <c:v>2026-02-11</c:v>
                </c:pt>
                <c:pt idx="6475">
                  <c:v>2026-02-12</c:v>
                </c:pt>
                <c:pt idx="6476">
                  <c:v>2026-02-13</c:v>
                </c:pt>
                <c:pt idx="6477">
                  <c:v>2026-02-17</c:v>
                </c:pt>
                <c:pt idx="6478">
                  <c:v>2026-02-18</c:v>
                </c:pt>
                <c:pt idx="6479">
                  <c:v>2026-02-19</c:v>
                </c:pt>
                <c:pt idx="6480">
                  <c:v>2026-02-20</c:v>
                </c:pt>
                <c:pt idx="6481">
                  <c:v>2026-02-23</c:v>
                </c:pt>
                <c:pt idx="6482">
                  <c:v>2026-02-24</c:v>
                </c:pt>
                <c:pt idx="6483">
                  <c:v>2026-02-25</c:v>
                </c:pt>
                <c:pt idx="6484">
                  <c:v>2026-02-26</c:v>
                </c:pt>
                <c:pt idx="6485">
                  <c:v>2026-02-27</c:v>
                </c:pt>
                <c:pt idx="6486">
                  <c:v>2026-03-02</c:v>
                </c:pt>
                <c:pt idx="6487">
                  <c:v>2026-03-03</c:v>
                </c:pt>
                <c:pt idx="6488">
                  <c:v>2026-03-04</c:v>
                </c:pt>
                <c:pt idx="6489">
                  <c:v>2026-03-05</c:v>
                </c:pt>
                <c:pt idx="6490">
                  <c:v>2026-03-06</c:v>
                </c:pt>
                <c:pt idx="6491">
                  <c:v>2026-03-09</c:v>
                </c:pt>
                <c:pt idx="6492">
                  <c:v>2026-03-10</c:v>
                </c:pt>
                <c:pt idx="6493">
                  <c:v>2026-03-11</c:v>
                </c:pt>
                <c:pt idx="6494">
                  <c:v>2026-03-12</c:v>
                </c:pt>
                <c:pt idx="6495">
                  <c:v>2026-03-13</c:v>
                </c:pt>
                <c:pt idx="6496">
                  <c:v>2026-03-16</c:v>
                </c:pt>
                <c:pt idx="6497">
                  <c:v>2026-03-17</c:v>
                </c:pt>
                <c:pt idx="6498">
                  <c:v>2026-03-18</c:v>
                </c:pt>
                <c:pt idx="6499">
                  <c:v>2026-03-19</c:v>
                </c:pt>
                <c:pt idx="6500">
                  <c:v>2026-03-20</c:v>
                </c:pt>
                <c:pt idx="6501">
                  <c:v>2026-03-23</c:v>
                </c:pt>
                <c:pt idx="6502">
                  <c:v>2026-03-24</c:v>
                </c:pt>
                <c:pt idx="6503">
                  <c:v>2026-03-25</c:v>
                </c:pt>
                <c:pt idx="6504">
                  <c:v>2026-03-26</c:v>
                </c:pt>
                <c:pt idx="6505">
                  <c:v>2026-03-27</c:v>
                </c:pt>
                <c:pt idx="6506">
                  <c:v>2026-03-30</c:v>
                </c:pt>
                <c:pt idx="6507">
                  <c:v>2026-03-31</c:v>
                </c:pt>
                <c:pt idx="6508">
                  <c:v>2026-04-01</c:v>
                </c:pt>
                <c:pt idx="6509">
                  <c:v>2026-04-02</c:v>
                </c:pt>
                <c:pt idx="6510">
                  <c:v>2026-04-06</c:v>
                </c:pt>
                <c:pt idx="6511">
                  <c:v>2026-04-07</c:v>
                </c:pt>
                <c:pt idx="6512">
                  <c:v>2026-04-08</c:v>
                </c:pt>
                <c:pt idx="6513">
                  <c:v>2026-04-09</c:v>
                </c:pt>
                <c:pt idx="6514">
                  <c:v>2026-04-10</c:v>
                </c:pt>
                <c:pt idx="6515">
                  <c:v>2026-04-13</c:v>
                </c:pt>
                <c:pt idx="6516">
                  <c:v>2026-04-14</c:v>
                </c:pt>
                <c:pt idx="6517">
                  <c:v>2026-04-15</c:v>
                </c:pt>
                <c:pt idx="6518">
                  <c:v>2026-04-16</c:v>
                </c:pt>
                <c:pt idx="6519">
                  <c:v>2026-04-17</c:v>
                </c:pt>
                <c:pt idx="6520">
                  <c:v>2026-04-20</c:v>
                </c:pt>
                <c:pt idx="6521">
                  <c:v>2026-04-21</c:v>
                </c:pt>
                <c:pt idx="6522">
                  <c:v>2026-04-22</c:v>
                </c:pt>
                <c:pt idx="6523">
                  <c:v>2026-04-23</c:v>
                </c:pt>
                <c:pt idx="6524">
                  <c:v>2026-04-24</c:v>
                </c:pt>
                <c:pt idx="6525">
                  <c:v>2026-04-27</c:v>
                </c:pt>
                <c:pt idx="6526">
                  <c:v>2026-04-28</c:v>
                </c:pt>
                <c:pt idx="6527">
                  <c:v>2026-04-29</c:v>
                </c:pt>
                <c:pt idx="6528">
                  <c:v>2026-04-30</c:v>
                </c:pt>
                <c:pt idx="6529">
                  <c:v>2026-05-01</c:v>
                </c:pt>
                <c:pt idx="6530">
                  <c:v>2026-05-04</c:v>
                </c:pt>
                <c:pt idx="6531">
                  <c:v>2026-05-05</c:v>
                </c:pt>
                <c:pt idx="6532">
                  <c:v>2026-05-06</c:v>
                </c:pt>
                <c:pt idx="6533">
                  <c:v>2026-05-07</c:v>
                </c:pt>
                <c:pt idx="6534">
                  <c:v>2026-05-08</c:v>
                </c:pt>
                <c:pt idx="6535">
                  <c:v>2026-05-11</c:v>
                </c:pt>
                <c:pt idx="6536">
                  <c:v>2026-05-12</c:v>
                </c:pt>
                <c:pt idx="6537">
                  <c:v>2026-05-13</c:v>
                </c:pt>
                <c:pt idx="6538">
                  <c:v>2026-05-14</c:v>
                </c:pt>
                <c:pt idx="6539">
                  <c:v>2026-05-15</c:v>
                </c:pt>
                <c:pt idx="6540">
                  <c:v>2026-05-18</c:v>
                </c:pt>
                <c:pt idx="6541">
                  <c:v>2026-05-19</c:v>
                </c:pt>
                <c:pt idx="6542">
                  <c:v>2026-05-20</c:v>
                </c:pt>
                <c:pt idx="6543">
                  <c:v>2026-05-21</c:v>
                </c:pt>
                <c:pt idx="6544">
                  <c:v>2026-05-22</c:v>
                </c:pt>
                <c:pt idx="6545">
                  <c:v>2026-05-26</c:v>
                </c:pt>
                <c:pt idx="6546">
                  <c:v>2026-05-27</c:v>
                </c:pt>
                <c:pt idx="6547">
                  <c:v>2026-05-28</c:v>
                </c:pt>
                <c:pt idx="6548">
                  <c:v>2026-05-29</c:v>
                </c:pt>
                <c:pt idx="6549">
                  <c:v>2026-06-01</c:v>
                </c:pt>
                <c:pt idx="6550">
                  <c:v>2026-06-02</c:v>
                </c:pt>
                <c:pt idx="6551">
                  <c:v>2026-06-03</c:v>
                </c:pt>
                <c:pt idx="6552">
                  <c:v>2026-06-04</c:v>
                </c:pt>
                <c:pt idx="6553">
                  <c:v>2026-06-05</c:v>
                </c:pt>
                <c:pt idx="6554">
                  <c:v>2026-06-08</c:v>
                </c:pt>
                <c:pt idx="6555">
                  <c:v>2026-06-09</c:v>
                </c:pt>
                <c:pt idx="6556">
                  <c:v>2026-06-10</c:v>
                </c:pt>
                <c:pt idx="6557">
                  <c:v>2026-06-11</c:v>
                </c:pt>
                <c:pt idx="6558">
                  <c:v>2026-06-12</c:v>
                </c:pt>
                <c:pt idx="6559">
                  <c:v>2026-06-15</c:v>
                </c:pt>
                <c:pt idx="6560">
                  <c:v>2026-06-16</c:v>
                </c:pt>
                <c:pt idx="6561">
                  <c:v>2026-06-17</c:v>
                </c:pt>
                <c:pt idx="6563">
                  <c:v>数据来源：Wind</c:v>
                </c:pt>
              </c:strCache>
            </c:strRef>
          </c:cat>
          <c:val>
            <c:numRef>
              <c:f>'期货收盘价(连续)_NYBOT 11号糖'!$H$2:$H$6565</c:f>
              <c:numCache>
                <c:formatCode>General</c:formatCode>
                <c:ptCount val="6564"/>
                <c:pt idx="0">
                  <c:v>1</c:v>
                </c:pt>
                <c:pt idx="1">
                  <c:v>0.99919159256265155</c:v>
                </c:pt>
                <c:pt idx="2">
                  <c:v>1.0088924818108327</c:v>
                </c:pt>
                <c:pt idx="3">
                  <c:v>1.004042037186742</c:v>
                </c:pt>
                <c:pt idx="4">
                  <c:v>1.0169765561843169</c:v>
                </c:pt>
                <c:pt idx="5">
                  <c:v>1.0242522231204527</c:v>
                </c:pt>
                <c:pt idx="6">
                  <c:v>1.0250606305578012</c:v>
                </c:pt>
                <c:pt idx="7">
                  <c:v>1.0452708164915119</c:v>
                </c:pt>
                <c:pt idx="8">
                  <c:v>1.0646725949878737</c:v>
                </c:pt>
                <c:pt idx="9">
                  <c:v>1.0711398544866613</c:v>
                </c:pt>
                <c:pt idx="10">
                  <c:v>1.0687146321746159</c:v>
                </c:pt>
                <c:pt idx="11">
                  <c:v>1.0751818916734033</c:v>
                </c:pt>
                <c:pt idx="12">
                  <c:v>1.0711398544866613</c:v>
                </c:pt>
                <c:pt idx="13">
                  <c:v>1.0679062247372675</c:v>
                </c:pt>
                <c:pt idx="14">
                  <c:v>1.0751818916734033</c:v>
                </c:pt>
                <c:pt idx="15">
                  <c:v>1.0695230396119646</c:v>
                </c:pt>
                <c:pt idx="16">
                  <c:v>1.0509296685529506</c:v>
                </c:pt>
                <c:pt idx="17">
                  <c:v>1.0646725949878737</c:v>
                </c:pt>
                <c:pt idx="18">
                  <c:v>1.0493128536782539</c:v>
                </c:pt>
                <c:pt idx="19">
                  <c:v>1.0355699272433305</c:v>
                </c:pt>
                <c:pt idx="20">
                  <c:v>1.0428455941794663</c:v>
                </c:pt>
                <c:pt idx="21">
                  <c:v>1.0396119644300728</c:v>
                </c:pt>
                <c:pt idx="22">
                  <c:v>1.0250606305578012</c:v>
                </c:pt>
                <c:pt idx="23">
                  <c:v>1.0388035569927243</c:v>
                </c:pt>
                <c:pt idx="24">
                  <c:v>1.0452708164915119</c:v>
                </c:pt>
                <c:pt idx="25">
                  <c:v>1.047696038803557</c:v>
                </c:pt>
                <c:pt idx="26">
                  <c:v>1.0727566693613579</c:v>
                </c:pt>
                <c:pt idx="27">
                  <c:v>1.0978172999191593</c:v>
                </c:pt>
                <c:pt idx="28">
                  <c:v>1.0889248181083264</c:v>
                </c:pt>
                <c:pt idx="29">
                  <c:v>1.0856911883589331</c:v>
                </c:pt>
                <c:pt idx="30">
                  <c:v>1.0751818916734033</c:v>
                </c:pt>
                <c:pt idx="31">
                  <c:v>1.0719482619240097</c:v>
                </c:pt>
                <c:pt idx="32">
                  <c:v>1.0606305578011317</c:v>
                </c:pt>
                <c:pt idx="33">
                  <c:v>1.0695230396119646</c:v>
                </c:pt>
                <c:pt idx="34">
                  <c:v>1.0598221503637832</c:v>
                </c:pt>
                <c:pt idx="35">
                  <c:v>1.0291026677445432</c:v>
                </c:pt>
                <c:pt idx="36">
                  <c:v>1.0291026677445432</c:v>
                </c:pt>
                <c:pt idx="37">
                  <c:v>1.0024252223120453</c:v>
                </c:pt>
                <c:pt idx="38">
                  <c:v>0.98787388843977364</c:v>
                </c:pt>
                <c:pt idx="39">
                  <c:v>0.99838318512530311</c:v>
                </c:pt>
                <c:pt idx="40">
                  <c:v>1.0008084074373484</c:v>
                </c:pt>
                <c:pt idx="41">
                  <c:v>0.99919159256265155</c:v>
                </c:pt>
                <c:pt idx="42">
                  <c:v>1</c:v>
                </c:pt>
                <c:pt idx="43">
                  <c:v>1.0088924818108327</c:v>
                </c:pt>
                <c:pt idx="44">
                  <c:v>1.0105092966855296</c:v>
                </c:pt>
                <c:pt idx="45">
                  <c:v>1.0185933710590138</c:v>
                </c:pt>
                <c:pt idx="46">
                  <c:v>1.0274858528698463</c:v>
                </c:pt>
                <c:pt idx="47">
                  <c:v>1.0105092966855296</c:v>
                </c:pt>
                <c:pt idx="48">
                  <c:v>1.0250606305578012</c:v>
                </c:pt>
                <c:pt idx="49">
                  <c:v>1.0485044462409052</c:v>
                </c:pt>
                <c:pt idx="50">
                  <c:v>1.0856911883589331</c:v>
                </c:pt>
                <c:pt idx="51">
                  <c:v>1.0759902991107517</c:v>
                </c:pt>
                <c:pt idx="52">
                  <c:v>1.1002425222312044</c:v>
                </c:pt>
                <c:pt idx="53">
                  <c:v>1.0759902991107517</c:v>
                </c:pt>
                <c:pt idx="54">
                  <c:v>1.051738075990299</c:v>
                </c:pt>
                <c:pt idx="55">
                  <c:v>1.0573969280517381</c:v>
                </c:pt>
                <c:pt idx="56">
                  <c:v>1.0355699272433305</c:v>
                </c:pt>
                <c:pt idx="57">
                  <c:v>1.0210185933710589</c:v>
                </c:pt>
                <c:pt idx="58">
                  <c:v>1.0282942603071947</c:v>
                </c:pt>
                <c:pt idx="59">
                  <c:v>1.0088924818108327</c:v>
                </c:pt>
                <c:pt idx="60">
                  <c:v>1.01535974130962</c:v>
                </c:pt>
                <c:pt idx="61">
                  <c:v>1.032336297493937</c:v>
                </c:pt>
                <c:pt idx="62">
                  <c:v>1.0598221503637832</c:v>
                </c:pt>
                <c:pt idx="63">
                  <c:v>1.0412287793047696</c:v>
                </c:pt>
                <c:pt idx="64">
                  <c:v>1.0331447049312854</c:v>
                </c:pt>
                <c:pt idx="65">
                  <c:v>1.0355699272433305</c:v>
                </c:pt>
                <c:pt idx="66">
                  <c:v>1.0250606305578012</c:v>
                </c:pt>
                <c:pt idx="67">
                  <c:v>1.0444624090541632</c:v>
                </c:pt>
                <c:pt idx="68">
                  <c:v>1.0210185933710589</c:v>
                </c:pt>
                <c:pt idx="69">
                  <c:v>1.0210185933710589</c:v>
                </c:pt>
                <c:pt idx="70">
                  <c:v>1.032336297493937</c:v>
                </c:pt>
                <c:pt idx="71">
                  <c:v>1.0412287793047696</c:v>
                </c:pt>
                <c:pt idx="72">
                  <c:v>1.0331447049312854</c:v>
                </c:pt>
                <c:pt idx="73">
                  <c:v>1.0234438156831043</c:v>
                </c:pt>
                <c:pt idx="74">
                  <c:v>1.019401778496362</c:v>
                </c:pt>
                <c:pt idx="75">
                  <c:v>1.0226354082457558</c:v>
                </c:pt>
                <c:pt idx="76">
                  <c:v>1.0145513338722716</c:v>
                </c:pt>
                <c:pt idx="77">
                  <c:v>1.0129345189975747</c:v>
                </c:pt>
                <c:pt idx="78">
                  <c:v>1.019401778496362</c:v>
                </c:pt>
                <c:pt idx="79">
                  <c:v>1.004042037186742</c:v>
                </c:pt>
                <c:pt idx="80">
                  <c:v>0.97413096200485039</c:v>
                </c:pt>
                <c:pt idx="81">
                  <c:v>0.97898140662894095</c:v>
                </c:pt>
                <c:pt idx="82">
                  <c:v>1.0145513338722716</c:v>
                </c:pt>
                <c:pt idx="83">
                  <c:v>1.0274858528698463</c:v>
                </c:pt>
                <c:pt idx="84">
                  <c:v>1.0509296685529506</c:v>
                </c:pt>
                <c:pt idx="85">
                  <c:v>1.0727566693613579</c:v>
                </c:pt>
                <c:pt idx="86">
                  <c:v>1.0573969280517381</c:v>
                </c:pt>
                <c:pt idx="87">
                  <c:v>1.0428455941794663</c:v>
                </c:pt>
                <c:pt idx="88">
                  <c:v>1.0412287793047696</c:v>
                </c:pt>
                <c:pt idx="89">
                  <c:v>1.0711398544866613</c:v>
                </c:pt>
                <c:pt idx="90">
                  <c:v>1.1010509296685529</c:v>
                </c:pt>
                <c:pt idx="91">
                  <c:v>1.095392077607114</c:v>
                </c:pt>
                <c:pt idx="92">
                  <c:v>1.1406628940986256</c:v>
                </c:pt>
                <c:pt idx="93">
                  <c:v>1.1366208569118834</c:v>
                </c:pt>
                <c:pt idx="94">
                  <c:v>1.1196443007275667</c:v>
                </c:pt>
                <c:pt idx="95">
                  <c:v>1.099434114793856</c:v>
                </c:pt>
                <c:pt idx="96">
                  <c:v>1.1164106709781729</c:v>
                </c:pt>
                <c:pt idx="97">
                  <c:v>1.1325788197251414</c:v>
                </c:pt>
                <c:pt idx="98">
                  <c:v>1.1366208569118834</c:v>
                </c:pt>
                <c:pt idx="99">
                  <c:v>1.1293451899757476</c:v>
                </c:pt>
                <c:pt idx="100">
                  <c:v>1.1293451899757476</c:v>
                </c:pt>
                <c:pt idx="101">
                  <c:v>1.1341956345998383</c:v>
                </c:pt>
                <c:pt idx="102">
                  <c:v>1.1083265966046887</c:v>
                </c:pt>
                <c:pt idx="103">
                  <c:v>1.1099434114793856</c:v>
                </c:pt>
                <c:pt idx="104">
                  <c:v>1.0929668552950687</c:v>
                </c:pt>
                <c:pt idx="105">
                  <c:v>1.0962004850444624</c:v>
                </c:pt>
                <c:pt idx="106">
                  <c:v>1.0751818916734033</c:v>
                </c:pt>
                <c:pt idx="107">
                  <c:v>1.0792239288601455</c:v>
                </c:pt>
                <c:pt idx="108">
                  <c:v>1.0679062247372675</c:v>
                </c:pt>
                <c:pt idx="109">
                  <c:v>1.0767987065481002</c:v>
                </c:pt>
                <c:pt idx="110">
                  <c:v>1.0897332255456751</c:v>
                </c:pt>
                <c:pt idx="111">
                  <c:v>1.0735650767987066</c:v>
                </c:pt>
                <c:pt idx="112">
                  <c:v>1.0695230396119646</c:v>
                </c:pt>
                <c:pt idx="113">
                  <c:v>1.0557801131770412</c:v>
                </c:pt>
                <c:pt idx="114">
                  <c:v>1.0614389652384804</c:v>
                </c:pt>
                <c:pt idx="115">
                  <c:v>1.063055780113177</c:v>
                </c:pt>
                <c:pt idx="116">
                  <c:v>1.0856911883589331</c:v>
                </c:pt>
                <c:pt idx="117">
                  <c:v>1.1059013742926436</c:v>
                </c:pt>
                <c:pt idx="118">
                  <c:v>1.1196443007275667</c:v>
                </c:pt>
                <c:pt idx="119">
                  <c:v>1.1212611156022634</c:v>
                </c:pt>
                <c:pt idx="120">
                  <c:v>1.1002425222312044</c:v>
                </c:pt>
                <c:pt idx="121">
                  <c:v>1.1075181891673402</c:v>
                </c:pt>
                <c:pt idx="122">
                  <c:v>1.1059013742926436</c:v>
                </c:pt>
                <c:pt idx="123">
                  <c:v>1.0970088924818107</c:v>
                </c:pt>
                <c:pt idx="124">
                  <c:v>1.0978172999191593</c:v>
                </c:pt>
                <c:pt idx="125">
                  <c:v>1.0485044462409052</c:v>
                </c:pt>
                <c:pt idx="126">
                  <c:v>1.0024252223120453</c:v>
                </c:pt>
                <c:pt idx="127">
                  <c:v>0.98787388843977364</c:v>
                </c:pt>
                <c:pt idx="128">
                  <c:v>0.99191592562651576</c:v>
                </c:pt>
                <c:pt idx="129">
                  <c:v>0.99919159256265155</c:v>
                </c:pt>
                <c:pt idx="130">
                  <c:v>0.99838318512530311</c:v>
                </c:pt>
                <c:pt idx="131">
                  <c:v>0.98221503637833463</c:v>
                </c:pt>
                <c:pt idx="132">
                  <c:v>0.99029911075181887</c:v>
                </c:pt>
                <c:pt idx="133">
                  <c:v>0.9797898140662894</c:v>
                </c:pt>
                <c:pt idx="134">
                  <c:v>0.98706548100242519</c:v>
                </c:pt>
                <c:pt idx="135">
                  <c:v>0.97493936944219883</c:v>
                </c:pt>
                <c:pt idx="136">
                  <c:v>0.98787388843977364</c:v>
                </c:pt>
                <c:pt idx="137">
                  <c:v>0.99676637025060622</c:v>
                </c:pt>
                <c:pt idx="138">
                  <c:v>0.99919159256265155</c:v>
                </c:pt>
                <c:pt idx="139">
                  <c:v>0.99191592562651576</c:v>
                </c:pt>
                <c:pt idx="140">
                  <c:v>0.99191592562651576</c:v>
                </c:pt>
                <c:pt idx="141">
                  <c:v>0.98706548100242519</c:v>
                </c:pt>
                <c:pt idx="142">
                  <c:v>0.9927243330638641</c:v>
                </c:pt>
                <c:pt idx="143">
                  <c:v>1.0024252223120453</c:v>
                </c:pt>
                <c:pt idx="144">
                  <c:v>0.99514955537590943</c:v>
                </c:pt>
                <c:pt idx="145">
                  <c:v>0.99029911075181887</c:v>
                </c:pt>
                <c:pt idx="146">
                  <c:v>0.99514955537590943</c:v>
                </c:pt>
                <c:pt idx="147">
                  <c:v>0.97898140662894095</c:v>
                </c:pt>
                <c:pt idx="148">
                  <c:v>0.95796281325788191</c:v>
                </c:pt>
                <c:pt idx="149">
                  <c:v>0.94341147938561032</c:v>
                </c:pt>
                <c:pt idx="150">
                  <c:v>0.95553759094583668</c:v>
                </c:pt>
                <c:pt idx="151">
                  <c:v>0.95149555375909456</c:v>
                </c:pt>
                <c:pt idx="152">
                  <c:v>0.95230396119644301</c:v>
                </c:pt>
                <c:pt idx="153">
                  <c:v>0.95634599838318513</c:v>
                </c:pt>
                <c:pt idx="154">
                  <c:v>0.96362166531932092</c:v>
                </c:pt>
                <c:pt idx="155">
                  <c:v>0.97170573969280516</c:v>
                </c:pt>
                <c:pt idx="156">
                  <c:v>0.98383185125303152</c:v>
                </c:pt>
                <c:pt idx="157">
                  <c:v>0.96766370250606304</c:v>
                </c:pt>
                <c:pt idx="158">
                  <c:v>0.96443007275666937</c:v>
                </c:pt>
                <c:pt idx="159">
                  <c:v>0.95472918350848823</c:v>
                </c:pt>
                <c:pt idx="160">
                  <c:v>0.94826192400970089</c:v>
                </c:pt>
                <c:pt idx="161">
                  <c:v>0.94421988682295876</c:v>
                </c:pt>
                <c:pt idx="162">
                  <c:v>0.97008892481810827</c:v>
                </c:pt>
                <c:pt idx="163">
                  <c:v>0.97574777687954728</c:v>
                </c:pt>
                <c:pt idx="164">
                  <c:v>0.9797898140662894</c:v>
                </c:pt>
                <c:pt idx="165">
                  <c:v>1.0113177041228778</c:v>
                </c:pt>
                <c:pt idx="166">
                  <c:v>0.99514955537590943</c:v>
                </c:pt>
                <c:pt idx="167">
                  <c:v>1.0129345189975747</c:v>
                </c:pt>
                <c:pt idx="168">
                  <c:v>1.0113177041228778</c:v>
                </c:pt>
                <c:pt idx="169">
                  <c:v>1.0226354082457558</c:v>
                </c:pt>
                <c:pt idx="170">
                  <c:v>1</c:v>
                </c:pt>
                <c:pt idx="171">
                  <c:v>1.0080840743734842</c:v>
                </c:pt>
                <c:pt idx="172">
                  <c:v>1.0121261115602262</c:v>
                </c:pt>
                <c:pt idx="173">
                  <c:v>1.0072756669361358</c:v>
                </c:pt>
                <c:pt idx="174">
                  <c:v>0.99029911075181887</c:v>
                </c:pt>
                <c:pt idx="175">
                  <c:v>0.97817299919159251</c:v>
                </c:pt>
                <c:pt idx="176">
                  <c:v>0.97817299919159251</c:v>
                </c:pt>
                <c:pt idx="177">
                  <c:v>1.019401778496362</c:v>
                </c:pt>
                <c:pt idx="178">
                  <c:v>1.0355699272433305</c:v>
                </c:pt>
                <c:pt idx="179">
                  <c:v>1.0072756669361358</c:v>
                </c:pt>
                <c:pt idx="180">
                  <c:v>1.0088924818108327</c:v>
                </c:pt>
                <c:pt idx="181">
                  <c:v>1</c:v>
                </c:pt>
                <c:pt idx="182">
                  <c:v>1.0129345189975747</c:v>
                </c:pt>
                <c:pt idx="183">
                  <c:v>1.0242522231204527</c:v>
                </c:pt>
                <c:pt idx="184">
                  <c:v>1.0282942603071947</c:v>
                </c:pt>
                <c:pt idx="185">
                  <c:v>1.0444624090541632</c:v>
                </c:pt>
                <c:pt idx="186">
                  <c:v>1.047696038803557</c:v>
                </c:pt>
                <c:pt idx="187">
                  <c:v>1.0711398544866613</c:v>
                </c:pt>
                <c:pt idx="188">
                  <c:v>1.0792239288601455</c:v>
                </c:pt>
                <c:pt idx="189">
                  <c:v>1.0856911883589331</c:v>
                </c:pt>
                <c:pt idx="190">
                  <c:v>1.080032336297494</c:v>
                </c:pt>
                <c:pt idx="191">
                  <c:v>1.080032336297494</c:v>
                </c:pt>
                <c:pt idx="192">
                  <c:v>1.0832659660468875</c:v>
                </c:pt>
                <c:pt idx="193">
                  <c:v>1.080032336297494</c:v>
                </c:pt>
                <c:pt idx="194">
                  <c:v>1.1123686337914309</c:v>
                </c:pt>
                <c:pt idx="195">
                  <c:v>1.1180274858528698</c:v>
                </c:pt>
                <c:pt idx="196">
                  <c:v>1.1050929668552949</c:v>
                </c:pt>
                <c:pt idx="197">
                  <c:v>1.080032336297494</c:v>
                </c:pt>
                <c:pt idx="198">
                  <c:v>1.0937752627324171</c:v>
                </c:pt>
                <c:pt idx="199">
                  <c:v>1.0848827809215844</c:v>
                </c:pt>
                <c:pt idx="200">
                  <c:v>1.0654810024252224</c:v>
                </c:pt>
                <c:pt idx="201">
                  <c:v>1.051738075990299</c:v>
                </c:pt>
                <c:pt idx="202">
                  <c:v>1.0557801131770412</c:v>
                </c:pt>
                <c:pt idx="203">
                  <c:v>1.0371867421180276</c:v>
                </c:pt>
                <c:pt idx="204">
                  <c:v>1.0355699272433305</c:v>
                </c:pt>
                <c:pt idx="205">
                  <c:v>1.032336297493937</c:v>
                </c:pt>
                <c:pt idx="206">
                  <c:v>1.0355699272433305</c:v>
                </c:pt>
                <c:pt idx="207">
                  <c:v>1.0468876313662085</c:v>
                </c:pt>
                <c:pt idx="208">
                  <c:v>1.032336297493937</c:v>
                </c:pt>
                <c:pt idx="209">
                  <c:v>1.0291026677445432</c:v>
                </c:pt>
                <c:pt idx="210">
                  <c:v>1.0291026677445432</c:v>
                </c:pt>
                <c:pt idx="211">
                  <c:v>1.0493128536782539</c:v>
                </c:pt>
                <c:pt idx="212">
                  <c:v>1.067097817299919</c:v>
                </c:pt>
                <c:pt idx="213">
                  <c:v>1.0614389652384804</c:v>
                </c:pt>
                <c:pt idx="214">
                  <c:v>1.0598221503637832</c:v>
                </c:pt>
                <c:pt idx="215">
                  <c:v>1.0719482619240097</c:v>
                </c:pt>
                <c:pt idx="216">
                  <c:v>1.0436540016168148</c:v>
                </c:pt>
                <c:pt idx="217">
                  <c:v>1.0371867421180276</c:v>
                </c:pt>
                <c:pt idx="218">
                  <c:v>1.0412287793047696</c:v>
                </c:pt>
                <c:pt idx="219">
                  <c:v>1.0331447049312854</c:v>
                </c:pt>
                <c:pt idx="220">
                  <c:v>1.0282942603071947</c:v>
                </c:pt>
                <c:pt idx="221">
                  <c:v>1.0282942603071947</c:v>
                </c:pt>
                <c:pt idx="222">
                  <c:v>1.0347615198059823</c:v>
                </c:pt>
                <c:pt idx="223">
                  <c:v>1.0347615198059823</c:v>
                </c:pt>
                <c:pt idx="224">
                  <c:v>1.0291026677445432</c:v>
                </c:pt>
                <c:pt idx="225">
                  <c:v>1.040420371867421</c:v>
                </c:pt>
                <c:pt idx="226">
                  <c:v>1.0396119644300728</c:v>
                </c:pt>
                <c:pt idx="227">
                  <c:v>1.032336297493937</c:v>
                </c:pt>
                <c:pt idx="228">
                  <c:v>1.0161681487469685</c:v>
                </c:pt>
                <c:pt idx="229">
                  <c:v>1.0347615198059823</c:v>
                </c:pt>
                <c:pt idx="230">
                  <c:v>1.051738075990299</c:v>
                </c:pt>
                <c:pt idx="231">
                  <c:v>1.0590137429264348</c:v>
                </c:pt>
                <c:pt idx="232">
                  <c:v>1.047696038803557</c:v>
                </c:pt>
                <c:pt idx="233">
                  <c:v>1.0509296685529506</c:v>
                </c:pt>
                <c:pt idx="234">
                  <c:v>1.0291026677445432</c:v>
                </c:pt>
                <c:pt idx="235">
                  <c:v>1.040420371867421</c:v>
                </c:pt>
                <c:pt idx="236">
                  <c:v>1.0307194826192401</c:v>
                </c:pt>
                <c:pt idx="237">
                  <c:v>1.0282942603071947</c:v>
                </c:pt>
                <c:pt idx="238">
                  <c:v>1.0307194826192401</c:v>
                </c:pt>
                <c:pt idx="239">
                  <c:v>1.0226354082457558</c:v>
                </c:pt>
                <c:pt idx="240">
                  <c:v>1.0719482619240097</c:v>
                </c:pt>
                <c:pt idx="241">
                  <c:v>1.0856911883589331</c:v>
                </c:pt>
                <c:pt idx="242">
                  <c:v>1.1010509296685529</c:v>
                </c:pt>
                <c:pt idx="243">
                  <c:v>1.095392077607114</c:v>
                </c:pt>
                <c:pt idx="244">
                  <c:v>1.1018593371059013</c:v>
                </c:pt>
                <c:pt idx="245">
                  <c:v>1.1139854486661278</c:v>
                </c:pt>
                <c:pt idx="246">
                  <c:v>1.1091350040420371</c:v>
                </c:pt>
                <c:pt idx="247">
                  <c:v>1.1018593371059013</c:v>
                </c:pt>
                <c:pt idx="248">
                  <c:v>1.0978172999191593</c:v>
                </c:pt>
                <c:pt idx="249">
                  <c:v>1.1293451899757476</c:v>
                </c:pt>
                <c:pt idx="250">
                  <c:v>1.1164106709781729</c:v>
                </c:pt>
                <c:pt idx="251">
                  <c:v>1.1447049312853677</c:v>
                </c:pt>
                <c:pt idx="252">
                  <c:v>1.1487469684721099</c:v>
                </c:pt>
                <c:pt idx="253">
                  <c:v>1.1438965238480194</c:v>
                </c:pt>
                <c:pt idx="254">
                  <c:v>1.1438965238480194</c:v>
                </c:pt>
                <c:pt idx="255">
                  <c:v>1.1519805982215037</c:v>
                </c:pt>
                <c:pt idx="256">
                  <c:v>1.1681487469684722</c:v>
                </c:pt>
                <c:pt idx="257">
                  <c:v>1.1705739692805175</c:v>
                </c:pt>
                <c:pt idx="258">
                  <c:v>1.1681487469684722</c:v>
                </c:pt>
                <c:pt idx="259">
                  <c:v>1.1527890056588519</c:v>
                </c:pt>
                <c:pt idx="260">
                  <c:v>1.1414713015359741</c:v>
                </c:pt>
                <c:pt idx="261">
                  <c:v>1.1495553759094583</c:v>
                </c:pt>
                <c:pt idx="262">
                  <c:v>1.1535974130962003</c:v>
                </c:pt>
                <c:pt idx="263">
                  <c:v>1.1527890056588519</c:v>
                </c:pt>
                <c:pt idx="264">
                  <c:v>1.154405820533549</c:v>
                </c:pt>
                <c:pt idx="265">
                  <c:v>1.1535974130962003</c:v>
                </c:pt>
                <c:pt idx="266">
                  <c:v>1.127728375101051</c:v>
                </c:pt>
                <c:pt idx="267">
                  <c:v>1.1164106709781729</c:v>
                </c:pt>
                <c:pt idx="268">
                  <c:v>1.0881164106709782</c:v>
                </c:pt>
                <c:pt idx="269">
                  <c:v>1.0929668552950687</c:v>
                </c:pt>
                <c:pt idx="270">
                  <c:v>1.1034761519805982</c:v>
                </c:pt>
                <c:pt idx="271">
                  <c:v>1.0921584478577202</c:v>
                </c:pt>
                <c:pt idx="272">
                  <c:v>1.099434114793856</c:v>
                </c:pt>
                <c:pt idx="273">
                  <c:v>1.0848827809215844</c:v>
                </c:pt>
                <c:pt idx="274">
                  <c:v>1.0792239288601455</c:v>
                </c:pt>
                <c:pt idx="275">
                  <c:v>1.0792239288601455</c:v>
                </c:pt>
                <c:pt idx="276">
                  <c:v>1.0776071139854488</c:v>
                </c:pt>
                <c:pt idx="277">
                  <c:v>1.0759902991107517</c:v>
                </c:pt>
                <c:pt idx="278">
                  <c:v>1.0573969280517381</c:v>
                </c:pt>
                <c:pt idx="279">
                  <c:v>1.063055780113177</c:v>
                </c:pt>
                <c:pt idx="280">
                  <c:v>1.0808407437348422</c:v>
                </c:pt>
                <c:pt idx="281">
                  <c:v>1.0808407437348422</c:v>
                </c:pt>
                <c:pt idx="282">
                  <c:v>1.0679062247372675</c:v>
                </c:pt>
                <c:pt idx="283">
                  <c:v>1.0759902991107517</c:v>
                </c:pt>
                <c:pt idx="284">
                  <c:v>1.0598221503637832</c:v>
                </c:pt>
                <c:pt idx="285">
                  <c:v>1.0444624090541632</c:v>
                </c:pt>
                <c:pt idx="286">
                  <c:v>1.047696038803557</c:v>
                </c:pt>
                <c:pt idx="287">
                  <c:v>1.0468876313662085</c:v>
                </c:pt>
                <c:pt idx="288">
                  <c:v>1.040420371867421</c:v>
                </c:pt>
                <c:pt idx="289">
                  <c:v>1.0711398544866613</c:v>
                </c:pt>
                <c:pt idx="290">
                  <c:v>1.0776071139854488</c:v>
                </c:pt>
                <c:pt idx="291">
                  <c:v>1.0929668552950687</c:v>
                </c:pt>
                <c:pt idx="292">
                  <c:v>1.1059013742926436</c:v>
                </c:pt>
                <c:pt idx="293">
                  <c:v>1.1002425222312044</c:v>
                </c:pt>
                <c:pt idx="294">
                  <c:v>1.0913500404203718</c:v>
                </c:pt>
                <c:pt idx="295">
                  <c:v>1.0929668552950687</c:v>
                </c:pt>
                <c:pt idx="296">
                  <c:v>1.0921584478577202</c:v>
                </c:pt>
                <c:pt idx="297">
                  <c:v>1.1196443007275667</c:v>
                </c:pt>
                <c:pt idx="298">
                  <c:v>1.1156022635408245</c:v>
                </c:pt>
                <c:pt idx="299">
                  <c:v>1.1180274858528698</c:v>
                </c:pt>
                <c:pt idx="300">
                  <c:v>1.1059013742926436</c:v>
                </c:pt>
                <c:pt idx="301">
                  <c:v>1.0929668552950687</c:v>
                </c:pt>
                <c:pt idx="302">
                  <c:v>1.0856911883589331</c:v>
                </c:pt>
                <c:pt idx="303">
                  <c:v>1.0937752627324171</c:v>
                </c:pt>
                <c:pt idx="304">
                  <c:v>1.0767987065481002</c:v>
                </c:pt>
                <c:pt idx="305">
                  <c:v>1.0493128536782539</c:v>
                </c:pt>
                <c:pt idx="306">
                  <c:v>1.0598221503637832</c:v>
                </c:pt>
                <c:pt idx="307">
                  <c:v>1.0792239288601455</c:v>
                </c:pt>
                <c:pt idx="308">
                  <c:v>1.0792239288601455</c:v>
                </c:pt>
                <c:pt idx="309">
                  <c:v>1.0679062247372675</c:v>
                </c:pt>
                <c:pt idx="310">
                  <c:v>1.0711398544866613</c:v>
                </c:pt>
                <c:pt idx="311">
                  <c:v>1.0307194826192401</c:v>
                </c:pt>
                <c:pt idx="312">
                  <c:v>1.0468876313662085</c:v>
                </c:pt>
                <c:pt idx="313">
                  <c:v>1.0573969280517381</c:v>
                </c:pt>
                <c:pt idx="314">
                  <c:v>1.0719482619240097</c:v>
                </c:pt>
                <c:pt idx="315">
                  <c:v>1.0711398544866613</c:v>
                </c:pt>
                <c:pt idx="316">
                  <c:v>1.0590137429264348</c:v>
                </c:pt>
                <c:pt idx="317">
                  <c:v>1.0509296685529506</c:v>
                </c:pt>
                <c:pt idx="318">
                  <c:v>1.0396119644300728</c:v>
                </c:pt>
                <c:pt idx="319">
                  <c:v>1.0533548908649961</c:v>
                </c:pt>
                <c:pt idx="320">
                  <c:v>1.0776071139854488</c:v>
                </c:pt>
                <c:pt idx="321">
                  <c:v>1.0889248181083264</c:v>
                </c:pt>
                <c:pt idx="322">
                  <c:v>1.0735650767987066</c:v>
                </c:pt>
                <c:pt idx="323">
                  <c:v>1.084074373484236</c:v>
                </c:pt>
                <c:pt idx="324">
                  <c:v>1.0808407437348422</c:v>
                </c:pt>
                <c:pt idx="325">
                  <c:v>1.0792239288601455</c:v>
                </c:pt>
                <c:pt idx="326">
                  <c:v>1.0687146321746159</c:v>
                </c:pt>
                <c:pt idx="327">
                  <c:v>1.0654810024252224</c:v>
                </c:pt>
                <c:pt idx="328">
                  <c:v>1.0856911883589331</c:v>
                </c:pt>
                <c:pt idx="329">
                  <c:v>1.0897332255456751</c:v>
                </c:pt>
                <c:pt idx="330">
                  <c:v>1.0695230396119646</c:v>
                </c:pt>
                <c:pt idx="331">
                  <c:v>1.1018593371059013</c:v>
                </c:pt>
                <c:pt idx="332">
                  <c:v>1.095392077607114</c:v>
                </c:pt>
                <c:pt idx="333">
                  <c:v>1.084074373484236</c:v>
                </c:pt>
                <c:pt idx="334">
                  <c:v>1.063055780113177</c:v>
                </c:pt>
                <c:pt idx="335">
                  <c:v>1.067097817299919</c:v>
                </c:pt>
                <c:pt idx="336">
                  <c:v>1.0485044462409052</c:v>
                </c:pt>
                <c:pt idx="337">
                  <c:v>1.0412287793047696</c:v>
                </c:pt>
                <c:pt idx="338">
                  <c:v>1.0388035569927243</c:v>
                </c:pt>
                <c:pt idx="339">
                  <c:v>1.0509296685529506</c:v>
                </c:pt>
                <c:pt idx="340">
                  <c:v>1.0606305578011317</c:v>
                </c:pt>
                <c:pt idx="341">
                  <c:v>1.0889248181083264</c:v>
                </c:pt>
                <c:pt idx="342">
                  <c:v>1.1212611156022634</c:v>
                </c:pt>
                <c:pt idx="343">
                  <c:v>1.1139854486661278</c:v>
                </c:pt>
                <c:pt idx="344">
                  <c:v>1.1139854486661278</c:v>
                </c:pt>
                <c:pt idx="345">
                  <c:v>1.0978172999191593</c:v>
                </c:pt>
                <c:pt idx="346">
                  <c:v>1.063055780113177</c:v>
                </c:pt>
                <c:pt idx="347">
                  <c:v>1.0493128536782539</c:v>
                </c:pt>
                <c:pt idx="348">
                  <c:v>1.0509296685529506</c:v>
                </c:pt>
                <c:pt idx="349">
                  <c:v>1.0573969280517381</c:v>
                </c:pt>
                <c:pt idx="350">
                  <c:v>1.0493128536782539</c:v>
                </c:pt>
                <c:pt idx="351">
                  <c:v>1.0695230396119646</c:v>
                </c:pt>
                <c:pt idx="352">
                  <c:v>1.067097817299919</c:v>
                </c:pt>
                <c:pt idx="353">
                  <c:v>1.0792239288601455</c:v>
                </c:pt>
                <c:pt idx="354">
                  <c:v>1.0937752627324171</c:v>
                </c:pt>
                <c:pt idx="355">
                  <c:v>1.0646725949878737</c:v>
                </c:pt>
                <c:pt idx="356">
                  <c:v>1.0525464834276475</c:v>
                </c:pt>
                <c:pt idx="357">
                  <c:v>1.0565885206143895</c:v>
                </c:pt>
                <c:pt idx="358">
                  <c:v>1.0679062247372675</c:v>
                </c:pt>
                <c:pt idx="359">
                  <c:v>1.067097817299919</c:v>
                </c:pt>
                <c:pt idx="360">
                  <c:v>1.0573969280517381</c:v>
                </c:pt>
                <c:pt idx="361">
                  <c:v>1.0638641875505255</c:v>
                </c:pt>
                <c:pt idx="362">
                  <c:v>1.0590137429264348</c:v>
                </c:pt>
                <c:pt idx="363">
                  <c:v>1.047696038803557</c:v>
                </c:pt>
                <c:pt idx="364">
                  <c:v>1.0331447049312854</c:v>
                </c:pt>
                <c:pt idx="365">
                  <c:v>1.0614389652384804</c:v>
                </c:pt>
                <c:pt idx="366">
                  <c:v>1.0565885206143895</c:v>
                </c:pt>
                <c:pt idx="367">
                  <c:v>1.0347615198059823</c:v>
                </c:pt>
                <c:pt idx="368">
                  <c:v>1.0315278900565885</c:v>
                </c:pt>
                <c:pt idx="369">
                  <c:v>1.0145513338722716</c:v>
                </c:pt>
                <c:pt idx="370">
                  <c:v>0.9927243330638641</c:v>
                </c:pt>
                <c:pt idx="371">
                  <c:v>1.0032336297493936</c:v>
                </c:pt>
                <c:pt idx="372">
                  <c:v>1</c:v>
                </c:pt>
                <c:pt idx="373">
                  <c:v>0.98059822150363773</c:v>
                </c:pt>
                <c:pt idx="374">
                  <c:v>0.99676637025060622</c:v>
                </c:pt>
                <c:pt idx="375">
                  <c:v>1.01535974130962</c:v>
                </c:pt>
                <c:pt idx="376">
                  <c:v>1.0242522231204527</c:v>
                </c:pt>
                <c:pt idx="377">
                  <c:v>1.0388035569927243</c:v>
                </c:pt>
                <c:pt idx="378">
                  <c:v>1.0452708164915119</c:v>
                </c:pt>
                <c:pt idx="379">
                  <c:v>1.0436540016168148</c:v>
                </c:pt>
                <c:pt idx="380">
                  <c:v>1.0590137429264348</c:v>
                </c:pt>
                <c:pt idx="381">
                  <c:v>1.0792239288601455</c:v>
                </c:pt>
                <c:pt idx="382">
                  <c:v>1.1358124494745352</c:v>
                </c:pt>
                <c:pt idx="383">
                  <c:v>1.1196443007275667</c:v>
                </c:pt>
                <c:pt idx="384">
                  <c:v>1.1398544866612772</c:v>
                </c:pt>
                <c:pt idx="385">
                  <c:v>1.1721907841552142</c:v>
                </c:pt>
                <c:pt idx="386">
                  <c:v>1.1665319320937753</c:v>
                </c:pt>
                <c:pt idx="387">
                  <c:v>1.1681487469684722</c:v>
                </c:pt>
                <c:pt idx="388">
                  <c:v>1.1447049312853677</c:v>
                </c:pt>
                <c:pt idx="389">
                  <c:v>1.1455133387227161</c:v>
                </c:pt>
                <c:pt idx="390">
                  <c:v>1.1414713015359741</c:v>
                </c:pt>
                <c:pt idx="391">
                  <c:v>1.1414713015359741</c:v>
                </c:pt>
                <c:pt idx="392">
                  <c:v>1.1358124494745352</c:v>
                </c:pt>
                <c:pt idx="393">
                  <c:v>1.1325788197251414</c:v>
                </c:pt>
                <c:pt idx="394">
                  <c:v>1.1196443007275667</c:v>
                </c:pt>
                <c:pt idx="395">
                  <c:v>1.1253031527890056</c:v>
                </c:pt>
                <c:pt idx="396">
                  <c:v>1.1091350040420371</c:v>
                </c:pt>
                <c:pt idx="397">
                  <c:v>1.0889248181083264</c:v>
                </c:pt>
                <c:pt idx="398">
                  <c:v>1.0695230396119646</c:v>
                </c:pt>
                <c:pt idx="399">
                  <c:v>1.0711398544866613</c:v>
                </c:pt>
                <c:pt idx="400">
                  <c:v>1.0792239288601455</c:v>
                </c:pt>
                <c:pt idx="401">
                  <c:v>1.0848827809215844</c:v>
                </c:pt>
                <c:pt idx="402">
                  <c:v>1.095392077607114</c:v>
                </c:pt>
                <c:pt idx="403">
                  <c:v>1.0921584478577202</c:v>
                </c:pt>
                <c:pt idx="404">
                  <c:v>1.0970088924818107</c:v>
                </c:pt>
                <c:pt idx="405">
                  <c:v>1.0856911883589331</c:v>
                </c:pt>
                <c:pt idx="406">
                  <c:v>1.0767987065481002</c:v>
                </c:pt>
                <c:pt idx="407">
                  <c:v>1.0792239288601455</c:v>
                </c:pt>
                <c:pt idx="408">
                  <c:v>1.080032336297494</c:v>
                </c:pt>
                <c:pt idx="409">
                  <c:v>1.0759902991107517</c:v>
                </c:pt>
                <c:pt idx="410">
                  <c:v>1.0832659660468875</c:v>
                </c:pt>
                <c:pt idx="411">
                  <c:v>1.0921584478577202</c:v>
                </c:pt>
                <c:pt idx="412">
                  <c:v>1.1204527081649149</c:v>
                </c:pt>
                <c:pt idx="413">
                  <c:v>1.1083265966046887</c:v>
                </c:pt>
                <c:pt idx="414">
                  <c:v>1.1050929668552949</c:v>
                </c:pt>
                <c:pt idx="415">
                  <c:v>1.0889248181083264</c:v>
                </c:pt>
                <c:pt idx="416">
                  <c:v>1.1115602263540825</c:v>
                </c:pt>
                <c:pt idx="417">
                  <c:v>1.0970088924818107</c:v>
                </c:pt>
                <c:pt idx="418">
                  <c:v>1.1236863379143087</c:v>
                </c:pt>
                <c:pt idx="419">
                  <c:v>1.1172190784155214</c:v>
                </c:pt>
                <c:pt idx="420">
                  <c:v>1.1099434114793856</c:v>
                </c:pt>
                <c:pt idx="421">
                  <c:v>1.0929668552950687</c:v>
                </c:pt>
                <c:pt idx="422">
                  <c:v>1.0881164106709782</c:v>
                </c:pt>
                <c:pt idx="423">
                  <c:v>1.095392077607114</c:v>
                </c:pt>
                <c:pt idx="424">
                  <c:v>1.1091350040420371</c:v>
                </c:pt>
                <c:pt idx="425">
                  <c:v>1.0808407437348422</c:v>
                </c:pt>
                <c:pt idx="426">
                  <c:v>1.0614389652384804</c:v>
                </c:pt>
                <c:pt idx="427">
                  <c:v>1.0735650767987066</c:v>
                </c:pt>
                <c:pt idx="428">
                  <c:v>1.0751818916734033</c:v>
                </c:pt>
                <c:pt idx="429">
                  <c:v>1.0776071139854488</c:v>
                </c:pt>
                <c:pt idx="430">
                  <c:v>1.0937752627324171</c:v>
                </c:pt>
                <c:pt idx="431">
                  <c:v>1.1131770412287791</c:v>
                </c:pt>
                <c:pt idx="432">
                  <c:v>1.1091350040420371</c:v>
                </c:pt>
                <c:pt idx="433">
                  <c:v>1.0937752627324171</c:v>
                </c:pt>
                <c:pt idx="434">
                  <c:v>1.0759902991107517</c:v>
                </c:pt>
                <c:pt idx="435">
                  <c:v>1.0646725949878737</c:v>
                </c:pt>
                <c:pt idx="436">
                  <c:v>1.0889248181083264</c:v>
                </c:pt>
                <c:pt idx="437">
                  <c:v>1.1018593371059013</c:v>
                </c:pt>
                <c:pt idx="438">
                  <c:v>1.1042845594179467</c:v>
                </c:pt>
                <c:pt idx="439">
                  <c:v>1.0978172999191593</c:v>
                </c:pt>
                <c:pt idx="440">
                  <c:v>1.1083265966046887</c:v>
                </c:pt>
                <c:pt idx="441">
                  <c:v>1.127728375101051</c:v>
                </c:pt>
                <c:pt idx="442">
                  <c:v>1.1285367825383992</c:v>
                </c:pt>
                <c:pt idx="443">
                  <c:v>1.1164106709781729</c:v>
                </c:pt>
                <c:pt idx="444">
                  <c:v>1.1050929668552949</c:v>
                </c:pt>
                <c:pt idx="445">
                  <c:v>1.122069523039612</c:v>
                </c:pt>
                <c:pt idx="446">
                  <c:v>1.1503637833468068</c:v>
                </c:pt>
                <c:pt idx="447">
                  <c:v>1.1438965238480194</c:v>
                </c:pt>
                <c:pt idx="448">
                  <c:v>1.1600646725949879</c:v>
                </c:pt>
                <c:pt idx="449">
                  <c:v>1.1398544866612772</c:v>
                </c:pt>
                <c:pt idx="450">
                  <c:v>1.1535974130962003</c:v>
                </c:pt>
                <c:pt idx="451">
                  <c:v>1.1463217461600648</c:v>
                </c:pt>
                <c:pt idx="452">
                  <c:v>1.1681487469684722</c:v>
                </c:pt>
                <c:pt idx="453">
                  <c:v>1.1924009700889249</c:v>
                </c:pt>
                <c:pt idx="454">
                  <c:v>1.1770412287793046</c:v>
                </c:pt>
                <c:pt idx="455">
                  <c:v>1.1940177849636215</c:v>
                </c:pt>
                <c:pt idx="456">
                  <c:v>1.1851253031527889</c:v>
                </c:pt>
                <c:pt idx="457">
                  <c:v>1.1665319320937753</c:v>
                </c:pt>
                <c:pt idx="458">
                  <c:v>1.1535974130962003</c:v>
                </c:pt>
                <c:pt idx="459">
                  <c:v>1.1487469684721099</c:v>
                </c:pt>
                <c:pt idx="460">
                  <c:v>1.1535974130962003</c:v>
                </c:pt>
                <c:pt idx="461">
                  <c:v>1.1600646725949879</c:v>
                </c:pt>
                <c:pt idx="462">
                  <c:v>1.1463217461600648</c:v>
                </c:pt>
                <c:pt idx="463">
                  <c:v>1.1560226354082457</c:v>
                </c:pt>
                <c:pt idx="464">
                  <c:v>1.1438965238480194</c:v>
                </c:pt>
                <c:pt idx="465">
                  <c:v>1.1236863379143087</c:v>
                </c:pt>
                <c:pt idx="466">
                  <c:v>1.1341956345998383</c:v>
                </c:pt>
                <c:pt idx="467">
                  <c:v>1.1325788197251414</c:v>
                </c:pt>
                <c:pt idx="468">
                  <c:v>1.1689571544058204</c:v>
                </c:pt>
                <c:pt idx="469">
                  <c:v>1.1689571544058204</c:v>
                </c:pt>
                <c:pt idx="470">
                  <c:v>1.158447857720291</c:v>
                </c:pt>
                <c:pt idx="471">
                  <c:v>1.1600646725949879</c:v>
                </c:pt>
                <c:pt idx="472">
                  <c:v>1.1196443007275667</c:v>
                </c:pt>
                <c:pt idx="473">
                  <c:v>1.1293451899757476</c:v>
                </c:pt>
                <c:pt idx="474">
                  <c:v>1.1091350040420371</c:v>
                </c:pt>
                <c:pt idx="475">
                  <c:v>1.1042845594179467</c:v>
                </c:pt>
                <c:pt idx="476">
                  <c:v>1.1374292643492319</c:v>
                </c:pt>
                <c:pt idx="477">
                  <c:v>1.1301535974130963</c:v>
                </c:pt>
                <c:pt idx="478">
                  <c:v>1.1123686337914309</c:v>
                </c:pt>
                <c:pt idx="479">
                  <c:v>1.1204527081649149</c:v>
                </c:pt>
                <c:pt idx="480">
                  <c:v>1.1034761519805982</c:v>
                </c:pt>
                <c:pt idx="481">
                  <c:v>1.1131770412287791</c:v>
                </c:pt>
                <c:pt idx="482">
                  <c:v>1.1059013742926436</c:v>
                </c:pt>
                <c:pt idx="483">
                  <c:v>1.122069523039612</c:v>
                </c:pt>
                <c:pt idx="484">
                  <c:v>1.1196443007275667</c:v>
                </c:pt>
                <c:pt idx="485">
                  <c:v>1.1075181891673402</c:v>
                </c:pt>
                <c:pt idx="486">
                  <c:v>1.1115602263540825</c:v>
                </c:pt>
                <c:pt idx="487">
                  <c:v>1.1568310428455941</c:v>
                </c:pt>
                <c:pt idx="488">
                  <c:v>1.154405820533549</c:v>
                </c:pt>
                <c:pt idx="489">
                  <c:v>1.1843168957154406</c:v>
                </c:pt>
                <c:pt idx="490">
                  <c:v>1.1616814874696846</c:v>
                </c:pt>
                <c:pt idx="491">
                  <c:v>1.1665319320937753</c:v>
                </c:pt>
                <c:pt idx="492">
                  <c:v>1.1762328213419564</c:v>
                </c:pt>
                <c:pt idx="493">
                  <c:v>1.1729991915925626</c:v>
                </c:pt>
                <c:pt idx="494">
                  <c:v>1.1802748585286984</c:v>
                </c:pt>
                <c:pt idx="495">
                  <c:v>1.2126111560226354</c:v>
                </c:pt>
                <c:pt idx="496">
                  <c:v>1.2409054163298303</c:v>
                </c:pt>
                <c:pt idx="497">
                  <c:v>1.2312045270816492</c:v>
                </c:pt>
                <c:pt idx="498">
                  <c:v>1.2328213419563461</c:v>
                </c:pt>
                <c:pt idx="499">
                  <c:v>1.2231204527081649</c:v>
                </c:pt>
                <c:pt idx="500">
                  <c:v>1.2263540824575585</c:v>
                </c:pt>
                <c:pt idx="501">
                  <c:v>1.2457558609539208</c:v>
                </c:pt>
                <c:pt idx="502">
                  <c:v>1.2392886014551334</c:v>
                </c:pt>
                <c:pt idx="503">
                  <c:v>1.2206952303961196</c:v>
                </c:pt>
                <c:pt idx="504">
                  <c:v>1.2263540824575585</c:v>
                </c:pt>
                <c:pt idx="505">
                  <c:v>1.2150363783346807</c:v>
                </c:pt>
                <c:pt idx="506">
                  <c:v>1.2045270816491511</c:v>
                </c:pt>
                <c:pt idx="507">
                  <c:v>1.1932093775262731</c:v>
                </c:pt>
                <c:pt idx="508">
                  <c:v>1.2004850444624091</c:v>
                </c:pt>
                <c:pt idx="509">
                  <c:v>1.2061438965238478</c:v>
                </c:pt>
                <c:pt idx="510">
                  <c:v>1.2085691188358934</c:v>
                </c:pt>
                <c:pt idx="511">
                  <c:v>1.1770412287793046</c:v>
                </c:pt>
                <c:pt idx="512">
                  <c:v>1.1697655618431688</c:v>
                </c:pt>
                <c:pt idx="513">
                  <c:v>1.1527890056588519</c:v>
                </c:pt>
                <c:pt idx="514">
                  <c:v>1.1560226354082457</c:v>
                </c:pt>
                <c:pt idx="515">
                  <c:v>1.1600646725949879</c:v>
                </c:pt>
                <c:pt idx="516">
                  <c:v>1.1341956345998383</c:v>
                </c:pt>
                <c:pt idx="517">
                  <c:v>1.1438965238480194</c:v>
                </c:pt>
                <c:pt idx="518">
                  <c:v>1.1325788197251414</c:v>
                </c:pt>
                <c:pt idx="519">
                  <c:v>1.1358124494745352</c:v>
                </c:pt>
                <c:pt idx="520">
                  <c:v>1.1382376717865805</c:v>
                </c:pt>
                <c:pt idx="521">
                  <c:v>1.1358124494745352</c:v>
                </c:pt>
                <c:pt idx="522">
                  <c:v>1.1341956345998383</c:v>
                </c:pt>
                <c:pt idx="523">
                  <c:v>1.1406628940986256</c:v>
                </c:pt>
                <c:pt idx="524">
                  <c:v>1.1341956345998383</c:v>
                </c:pt>
                <c:pt idx="525">
                  <c:v>1.1123686337914309</c:v>
                </c:pt>
                <c:pt idx="526">
                  <c:v>1.122069523039612</c:v>
                </c:pt>
                <c:pt idx="527">
                  <c:v>1.131770412287793</c:v>
                </c:pt>
                <c:pt idx="528">
                  <c:v>1.1261115602263541</c:v>
                </c:pt>
                <c:pt idx="529">
                  <c:v>1.1325788197251414</c:v>
                </c:pt>
                <c:pt idx="530">
                  <c:v>1.1244947453516572</c:v>
                </c:pt>
                <c:pt idx="531">
                  <c:v>1.1139854486661278</c:v>
                </c:pt>
                <c:pt idx="532">
                  <c:v>1.0970088924818107</c:v>
                </c:pt>
                <c:pt idx="533">
                  <c:v>1.080032336297494</c:v>
                </c:pt>
                <c:pt idx="534">
                  <c:v>1.0913500404203718</c:v>
                </c:pt>
                <c:pt idx="535">
                  <c:v>1.0937752627324171</c:v>
                </c:pt>
                <c:pt idx="536">
                  <c:v>1.1083265966046887</c:v>
                </c:pt>
                <c:pt idx="537">
                  <c:v>1.1091350040420371</c:v>
                </c:pt>
                <c:pt idx="538">
                  <c:v>1.1010509296685529</c:v>
                </c:pt>
                <c:pt idx="539">
                  <c:v>1.095392077607114</c:v>
                </c:pt>
                <c:pt idx="540">
                  <c:v>1.080032336297494</c:v>
                </c:pt>
                <c:pt idx="541">
                  <c:v>1.0832659660468875</c:v>
                </c:pt>
                <c:pt idx="542">
                  <c:v>1.0913500404203718</c:v>
                </c:pt>
                <c:pt idx="543">
                  <c:v>1.099434114793856</c:v>
                </c:pt>
                <c:pt idx="544">
                  <c:v>1.1406628940986256</c:v>
                </c:pt>
                <c:pt idx="545">
                  <c:v>1.122069523039612</c:v>
                </c:pt>
                <c:pt idx="546">
                  <c:v>1.1374292643492319</c:v>
                </c:pt>
                <c:pt idx="547">
                  <c:v>1.1204527081649149</c:v>
                </c:pt>
                <c:pt idx="548">
                  <c:v>1.1398544866612772</c:v>
                </c:pt>
                <c:pt idx="549">
                  <c:v>1.1382376717865805</c:v>
                </c:pt>
                <c:pt idx="550">
                  <c:v>1.1463217461600648</c:v>
                </c:pt>
                <c:pt idx="551">
                  <c:v>1.1608730800323361</c:v>
                </c:pt>
                <c:pt idx="552">
                  <c:v>1.1891673403395311</c:v>
                </c:pt>
                <c:pt idx="553">
                  <c:v>1.1519805982215037</c:v>
                </c:pt>
                <c:pt idx="554">
                  <c:v>1.1527890056588519</c:v>
                </c:pt>
                <c:pt idx="555">
                  <c:v>1.1447049312853677</c:v>
                </c:pt>
                <c:pt idx="556">
                  <c:v>1.1455133387227161</c:v>
                </c:pt>
                <c:pt idx="557">
                  <c:v>1.1333872271624899</c:v>
                </c:pt>
                <c:pt idx="558">
                  <c:v>1.1204527081649149</c:v>
                </c:pt>
                <c:pt idx="559">
                  <c:v>1.1034761519805982</c:v>
                </c:pt>
                <c:pt idx="560">
                  <c:v>1.0921584478577202</c:v>
                </c:pt>
                <c:pt idx="561">
                  <c:v>1.1010509296685529</c:v>
                </c:pt>
                <c:pt idx="562">
                  <c:v>1.0962004850444624</c:v>
                </c:pt>
                <c:pt idx="563">
                  <c:v>1.1010509296685529</c:v>
                </c:pt>
                <c:pt idx="564">
                  <c:v>1.0978172999191593</c:v>
                </c:pt>
                <c:pt idx="565">
                  <c:v>1.1115602263540825</c:v>
                </c:pt>
                <c:pt idx="566">
                  <c:v>1.1139854486661278</c:v>
                </c:pt>
                <c:pt idx="567">
                  <c:v>1.084074373484236</c:v>
                </c:pt>
                <c:pt idx="568">
                  <c:v>1.0792239288601455</c:v>
                </c:pt>
                <c:pt idx="569">
                  <c:v>1.0695230396119646</c:v>
                </c:pt>
                <c:pt idx="570">
                  <c:v>1.0687146321746159</c:v>
                </c:pt>
                <c:pt idx="571">
                  <c:v>1.0646725949878737</c:v>
                </c:pt>
                <c:pt idx="572">
                  <c:v>1.0549717057396928</c:v>
                </c:pt>
                <c:pt idx="573">
                  <c:v>1.0412287793047696</c:v>
                </c:pt>
                <c:pt idx="574">
                  <c:v>1.0347615198059823</c:v>
                </c:pt>
                <c:pt idx="575">
                  <c:v>1.0573969280517381</c:v>
                </c:pt>
                <c:pt idx="576">
                  <c:v>1.0759902991107517</c:v>
                </c:pt>
                <c:pt idx="577">
                  <c:v>1.0444624090541632</c:v>
                </c:pt>
                <c:pt idx="578">
                  <c:v>1.051738075990299</c:v>
                </c:pt>
                <c:pt idx="579">
                  <c:v>1.063055780113177</c:v>
                </c:pt>
                <c:pt idx="580">
                  <c:v>1.0792239288601455</c:v>
                </c:pt>
                <c:pt idx="581">
                  <c:v>1.067097817299919</c:v>
                </c:pt>
                <c:pt idx="582">
                  <c:v>1.0776071139854488</c:v>
                </c:pt>
                <c:pt idx="583">
                  <c:v>1.0711398544866613</c:v>
                </c:pt>
                <c:pt idx="584">
                  <c:v>1.1050929668552949</c:v>
                </c:pt>
                <c:pt idx="585">
                  <c:v>1.1034761519805982</c:v>
                </c:pt>
                <c:pt idx="586">
                  <c:v>1.1455133387227161</c:v>
                </c:pt>
                <c:pt idx="587">
                  <c:v>1.1172190784155214</c:v>
                </c:pt>
                <c:pt idx="588">
                  <c:v>1.1059013742926436</c:v>
                </c:pt>
                <c:pt idx="589">
                  <c:v>1.1180274858528698</c:v>
                </c:pt>
                <c:pt idx="590">
                  <c:v>1.1034761519805982</c:v>
                </c:pt>
                <c:pt idx="591">
                  <c:v>1.0873080032336297</c:v>
                </c:pt>
                <c:pt idx="592">
                  <c:v>1.0970088924818107</c:v>
                </c:pt>
                <c:pt idx="593">
                  <c:v>1.0881164106709782</c:v>
                </c:pt>
                <c:pt idx="594">
                  <c:v>1.099434114793856</c:v>
                </c:pt>
                <c:pt idx="595">
                  <c:v>1.1164106709781729</c:v>
                </c:pt>
                <c:pt idx="596">
                  <c:v>1.1172190784155214</c:v>
                </c:pt>
                <c:pt idx="597">
                  <c:v>1.1406628940986256</c:v>
                </c:pt>
                <c:pt idx="598">
                  <c:v>1.158447857720291</c:v>
                </c:pt>
                <c:pt idx="599">
                  <c:v>1.1398544866612772</c:v>
                </c:pt>
                <c:pt idx="600">
                  <c:v>1.1447049312853677</c:v>
                </c:pt>
                <c:pt idx="601">
                  <c:v>1.1333872271624899</c:v>
                </c:pt>
                <c:pt idx="602">
                  <c:v>1.1115602263540825</c:v>
                </c:pt>
                <c:pt idx="603">
                  <c:v>1.1244947453516572</c:v>
                </c:pt>
                <c:pt idx="604">
                  <c:v>1.1293451899757476</c:v>
                </c:pt>
                <c:pt idx="605">
                  <c:v>1.1455133387227161</c:v>
                </c:pt>
                <c:pt idx="606">
                  <c:v>1.1940177849636215</c:v>
                </c:pt>
                <c:pt idx="607">
                  <c:v>1.1891673403395311</c:v>
                </c:pt>
                <c:pt idx="608">
                  <c:v>1.1689571544058204</c:v>
                </c:pt>
                <c:pt idx="609">
                  <c:v>1.1689571544058204</c:v>
                </c:pt>
                <c:pt idx="610">
                  <c:v>1.1778496362166531</c:v>
                </c:pt>
                <c:pt idx="611">
                  <c:v>1.1770412287793046</c:v>
                </c:pt>
                <c:pt idx="612">
                  <c:v>1.1608730800323361</c:v>
                </c:pt>
                <c:pt idx="613">
                  <c:v>1.1786580436540017</c:v>
                </c:pt>
                <c:pt idx="614">
                  <c:v>1.1762328213419564</c:v>
                </c:pt>
                <c:pt idx="615">
                  <c:v>1.1843168957154406</c:v>
                </c:pt>
                <c:pt idx="616">
                  <c:v>1.2384801940177848</c:v>
                </c:pt>
                <c:pt idx="617">
                  <c:v>1.2409054163298303</c:v>
                </c:pt>
                <c:pt idx="618">
                  <c:v>1.6022635408245756</c:v>
                </c:pt>
                <c:pt idx="619">
                  <c:v>1.5497170573969279</c:v>
                </c:pt>
                <c:pt idx="620">
                  <c:v>1.5141471301535974</c:v>
                </c:pt>
                <c:pt idx="621">
                  <c:v>1.5206143896523847</c:v>
                </c:pt>
                <c:pt idx="622">
                  <c:v>1.5424413904607923</c:v>
                </c:pt>
                <c:pt idx="623">
                  <c:v>1.5424413904607923</c:v>
                </c:pt>
                <c:pt idx="624">
                  <c:v>1.5044462409054162</c:v>
                </c:pt>
                <c:pt idx="625">
                  <c:v>1.4777687954729184</c:v>
                </c:pt>
                <c:pt idx="626">
                  <c:v>1.4769603880355697</c:v>
                </c:pt>
                <c:pt idx="627">
                  <c:v>1.4680679062247373</c:v>
                </c:pt>
                <c:pt idx="628">
                  <c:v>1.5893290218270006</c:v>
                </c:pt>
                <c:pt idx="629">
                  <c:v>1.6499595796281326</c:v>
                </c:pt>
                <c:pt idx="630">
                  <c:v>1.6410670978172999</c:v>
                </c:pt>
                <c:pt idx="631">
                  <c:v>1.6693613581244946</c:v>
                </c:pt>
                <c:pt idx="632">
                  <c:v>1.6515763945028294</c:v>
                </c:pt>
                <c:pt idx="633">
                  <c:v>1.631366208569119</c:v>
                </c:pt>
                <c:pt idx="634">
                  <c:v>1.6022635408245756</c:v>
                </c:pt>
                <c:pt idx="635">
                  <c:v>1.6637025060630559</c:v>
                </c:pt>
                <c:pt idx="636">
                  <c:v>1.658852061438965</c:v>
                </c:pt>
                <c:pt idx="637">
                  <c:v>1.6790622473726757</c:v>
                </c:pt>
                <c:pt idx="638">
                  <c:v>1.6798706548100244</c:v>
                </c:pt>
                <c:pt idx="639">
                  <c:v>1.6434923201293452</c:v>
                </c:pt>
                <c:pt idx="640">
                  <c:v>1.6257073565076798</c:v>
                </c:pt>
                <c:pt idx="641">
                  <c:v>1.6709781729991915</c:v>
                </c:pt>
                <c:pt idx="642">
                  <c:v>1.6499595796281326</c:v>
                </c:pt>
                <c:pt idx="643">
                  <c:v>1.6192400970088925</c:v>
                </c:pt>
                <c:pt idx="644">
                  <c:v>1.5941794664510913</c:v>
                </c:pt>
                <c:pt idx="645">
                  <c:v>1.6046887631366209</c:v>
                </c:pt>
                <c:pt idx="646">
                  <c:v>1.5456750202101859</c:v>
                </c:pt>
                <c:pt idx="647">
                  <c:v>1.5497170573969279</c:v>
                </c:pt>
                <c:pt idx="648">
                  <c:v>1.5133387227162489</c:v>
                </c:pt>
                <c:pt idx="649">
                  <c:v>1.540016168148747</c:v>
                </c:pt>
                <c:pt idx="650">
                  <c:v>1.5812449474535164</c:v>
                </c:pt>
                <c:pt idx="651">
                  <c:v>1.5747776879547293</c:v>
                </c:pt>
                <c:pt idx="652">
                  <c:v>1.5448666127728374</c:v>
                </c:pt>
                <c:pt idx="653">
                  <c:v>1.5561843168957155</c:v>
                </c:pt>
                <c:pt idx="654">
                  <c:v>1.5133387227162489</c:v>
                </c:pt>
                <c:pt idx="655">
                  <c:v>1.5125303152789005</c:v>
                </c:pt>
                <c:pt idx="656">
                  <c:v>1.5101050929668554</c:v>
                </c:pt>
                <c:pt idx="657">
                  <c:v>1.5448666127728374</c:v>
                </c:pt>
                <c:pt idx="658">
                  <c:v>1.5133387227162489</c:v>
                </c:pt>
                <c:pt idx="659">
                  <c:v>1.5375909458367016</c:v>
                </c:pt>
                <c:pt idx="660">
                  <c:v>1.5036378334680678</c:v>
                </c:pt>
                <c:pt idx="661">
                  <c:v>1.4405820533548908</c:v>
                </c:pt>
                <c:pt idx="662">
                  <c:v>1.4413904607922394</c:v>
                </c:pt>
                <c:pt idx="663">
                  <c:v>1.4025869037995149</c:v>
                </c:pt>
                <c:pt idx="664">
                  <c:v>1.4114793856103476</c:v>
                </c:pt>
                <c:pt idx="665">
                  <c:v>1.4066289409862571</c:v>
                </c:pt>
                <c:pt idx="666">
                  <c:v>1.3718674211802748</c:v>
                </c:pt>
                <c:pt idx="667">
                  <c:v>1.4042037186742118</c:v>
                </c:pt>
                <c:pt idx="668">
                  <c:v>1.3961196443007275</c:v>
                </c:pt>
                <c:pt idx="669">
                  <c:v>1.3920776071139853</c:v>
                </c:pt>
                <c:pt idx="670">
                  <c:v>1.4349232012934519</c:v>
                </c:pt>
                <c:pt idx="671">
                  <c:v>1.4607922392886012</c:v>
                </c:pt>
                <c:pt idx="672">
                  <c:v>1.4389652384801941</c:v>
                </c:pt>
                <c:pt idx="673">
                  <c:v>1.4155214227970896</c:v>
                </c:pt>
                <c:pt idx="674">
                  <c:v>1.3848019401778497</c:v>
                </c:pt>
                <c:pt idx="675">
                  <c:v>1.396928051738076</c:v>
                </c:pt>
                <c:pt idx="676">
                  <c:v>1.396928051738076</c:v>
                </c:pt>
                <c:pt idx="677">
                  <c:v>1.3459983831851252</c:v>
                </c:pt>
                <c:pt idx="678">
                  <c:v>1.3298302344381567</c:v>
                </c:pt>
                <c:pt idx="679">
                  <c:v>1.3136620856911883</c:v>
                </c:pt>
                <c:pt idx="680">
                  <c:v>1.3282134195634601</c:v>
                </c:pt>
                <c:pt idx="681">
                  <c:v>1.3354890864995956</c:v>
                </c:pt>
                <c:pt idx="682">
                  <c:v>1.3395311236863379</c:v>
                </c:pt>
                <c:pt idx="683">
                  <c:v>1.3241713823767178</c:v>
                </c:pt>
                <c:pt idx="684">
                  <c:v>1.3621665319320937</c:v>
                </c:pt>
                <c:pt idx="685">
                  <c:v>1.3298302344381567</c:v>
                </c:pt>
                <c:pt idx="686">
                  <c:v>1.290218270008084</c:v>
                </c:pt>
                <c:pt idx="687">
                  <c:v>1.257881972514147</c:v>
                </c:pt>
                <c:pt idx="688">
                  <c:v>1.2700080840743735</c:v>
                </c:pt>
                <c:pt idx="689">
                  <c:v>1.2635408245755861</c:v>
                </c:pt>
                <c:pt idx="690">
                  <c:v>1.2570735650767986</c:v>
                </c:pt>
                <c:pt idx="691">
                  <c:v>1.278900565885206</c:v>
                </c:pt>
                <c:pt idx="692">
                  <c:v>1.290218270008084</c:v>
                </c:pt>
                <c:pt idx="693">
                  <c:v>1.2708164915117217</c:v>
                </c:pt>
                <c:pt idx="694">
                  <c:v>1.2594987873888441</c:v>
                </c:pt>
                <c:pt idx="695">
                  <c:v>1.2869846402586902</c:v>
                </c:pt>
                <c:pt idx="696">
                  <c:v>1.2546483427647532</c:v>
                </c:pt>
                <c:pt idx="697">
                  <c:v>1.2813257881972513</c:v>
                </c:pt>
                <c:pt idx="698">
                  <c:v>1.2651576394502828</c:v>
                </c:pt>
                <c:pt idx="699">
                  <c:v>1.2732417138237671</c:v>
                </c:pt>
                <c:pt idx="700">
                  <c:v>1.2950687146321744</c:v>
                </c:pt>
                <c:pt idx="701">
                  <c:v>1.3071948261924009</c:v>
                </c:pt>
                <c:pt idx="702">
                  <c:v>1.3096200485044462</c:v>
                </c:pt>
                <c:pt idx="703">
                  <c:v>1.3096200485044462</c:v>
                </c:pt>
                <c:pt idx="704">
                  <c:v>1.3217461600646725</c:v>
                </c:pt>
                <c:pt idx="705">
                  <c:v>1.337914308811641</c:v>
                </c:pt>
                <c:pt idx="706">
                  <c:v>1.3524656426839128</c:v>
                </c:pt>
                <c:pt idx="707">
                  <c:v>1.333872271624899</c:v>
                </c:pt>
                <c:pt idx="708">
                  <c:v>1.3152789005658851</c:v>
                </c:pt>
                <c:pt idx="709">
                  <c:v>1.3193209377526272</c:v>
                </c:pt>
                <c:pt idx="710">
                  <c:v>1.3508488278092157</c:v>
                </c:pt>
                <c:pt idx="711">
                  <c:v>1.3241713823767178</c:v>
                </c:pt>
                <c:pt idx="712">
                  <c:v>1.3419563459983832</c:v>
                </c:pt>
                <c:pt idx="713">
                  <c:v>1.3274050121261114</c:v>
                </c:pt>
                <c:pt idx="714">
                  <c:v>1.2991107518189167</c:v>
                </c:pt>
                <c:pt idx="715">
                  <c:v>1.2950687146321744</c:v>
                </c:pt>
                <c:pt idx="716">
                  <c:v>1.2918350848827811</c:v>
                </c:pt>
                <c:pt idx="717">
                  <c:v>1.2489894907033143</c:v>
                </c:pt>
                <c:pt idx="718">
                  <c:v>1.2627324171382375</c:v>
                </c:pt>
                <c:pt idx="719">
                  <c:v>1.286176232821342</c:v>
                </c:pt>
                <c:pt idx="720">
                  <c:v>1.3193209377526272</c:v>
                </c:pt>
                <c:pt idx="721">
                  <c:v>1.2991107518189167</c:v>
                </c:pt>
                <c:pt idx="722">
                  <c:v>1.2974939369442198</c:v>
                </c:pt>
                <c:pt idx="723">
                  <c:v>1.2651576394502828</c:v>
                </c:pt>
                <c:pt idx="724">
                  <c:v>1.2594987873888441</c:v>
                </c:pt>
                <c:pt idx="725">
                  <c:v>1.2530315278900566</c:v>
                </c:pt>
                <c:pt idx="726">
                  <c:v>1.2384801940177848</c:v>
                </c:pt>
                <c:pt idx="727">
                  <c:v>1.2546483427647532</c:v>
                </c:pt>
                <c:pt idx="728">
                  <c:v>1.2570735650767986</c:v>
                </c:pt>
                <c:pt idx="729">
                  <c:v>1.1827000808407437</c:v>
                </c:pt>
                <c:pt idx="730">
                  <c:v>1.1964430072756669</c:v>
                </c:pt>
                <c:pt idx="731">
                  <c:v>1.190784155214228</c:v>
                </c:pt>
                <c:pt idx="732">
                  <c:v>1.190784155214228</c:v>
                </c:pt>
                <c:pt idx="733">
                  <c:v>1.1560226354082457</c:v>
                </c:pt>
                <c:pt idx="734">
                  <c:v>1.1358124494745352</c:v>
                </c:pt>
                <c:pt idx="735">
                  <c:v>1.1358124494745352</c:v>
                </c:pt>
                <c:pt idx="736">
                  <c:v>1.1487469684721099</c:v>
                </c:pt>
                <c:pt idx="737">
                  <c:v>1.1455133387227161</c:v>
                </c:pt>
                <c:pt idx="738">
                  <c:v>1.1285367825383992</c:v>
                </c:pt>
                <c:pt idx="739">
                  <c:v>1.158447857720291</c:v>
                </c:pt>
                <c:pt idx="740">
                  <c:v>1.1438965238480194</c:v>
                </c:pt>
                <c:pt idx="741">
                  <c:v>1.1616814874696846</c:v>
                </c:pt>
                <c:pt idx="742">
                  <c:v>1.1374292643492319</c:v>
                </c:pt>
                <c:pt idx="743">
                  <c:v>1.1519805982215037</c:v>
                </c:pt>
                <c:pt idx="744">
                  <c:v>1.1729991915925626</c:v>
                </c:pt>
                <c:pt idx="745">
                  <c:v>1.1455133387227161</c:v>
                </c:pt>
                <c:pt idx="746">
                  <c:v>1.1600646725949879</c:v>
                </c:pt>
                <c:pt idx="747">
                  <c:v>1.1535974130962003</c:v>
                </c:pt>
                <c:pt idx="748">
                  <c:v>1.1487469684721099</c:v>
                </c:pt>
                <c:pt idx="749">
                  <c:v>1.1341956345998383</c:v>
                </c:pt>
                <c:pt idx="750">
                  <c:v>1.1560226354082457</c:v>
                </c:pt>
                <c:pt idx="751">
                  <c:v>1.1382376717865805</c:v>
                </c:pt>
                <c:pt idx="752">
                  <c:v>1.1560226354082457</c:v>
                </c:pt>
                <c:pt idx="753">
                  <c:v>1.1729991915925626</c:v>
                </c:pt>
                <c:pt idx="754">
                  <c:v>1.1649151172190784</c:v>
                </c:pt>
                <c:pt idx="755">
                  <c:v>1.1891673403395311</c:v>
                </c:pt>
                <c:pt idx="756">
                  <c:v>1.1827000808407437</c:v>
                </c:pt>
                <c:pt idx="757">
                  <c:v>1.1818916734033953</c:v>
                </c:pt>
                <c:pt idx="758">
                  <c:v>1.1527890056588519</c:v>
                </c:pt>
                <c:pt idx="759">
                  <c:v>1.131770412287793</c:v>
                </c:pt>
                <c:pt idx="760">
                  <c:v>1.1293451899757476</c:v>
                </c:pt>
                <c:pt idx="761">
                  <c:v>1.1131770412287791</c:v>
                </c:pt>
                <c:pt idx="762">
                  <c:v>1.1212611156022634</c:v>
                </c:pt>
                <c:pt idx="763">
                  <c:v>1.1406628940986256</c:v>
                </c:pt>
                <c:pt idx="764">
                  <c:v>1.1600646725949879</c:v>
                </c:pt>
                <c:pt idx="765">
                  <c:v>1.1964430072756669</c:v>
                </c:pt>
                <c:pt idx="766">
                  <c:v>1.1859337105901373</c:v>
                </c:pt>
                <c:pt idx="767">
                  <c:v>1.2813257881972513</c:v>
                </c:pt>
                <c:pt idx="768">
                  <c:v>1.3177041228779305</c:v>
                </c:pt>
                <c:pt idx="769">
                  <c:v>1.3177041228779305</c:v>
                </c:pt>
                <c:pt idx="770">
                  <c:v>1.301535974130962</c:v>
                </c:pt>
                <c:pt idx="771">
                  <c:v>1.3686337914308813</c:v>
                </c:pt>
                <c:pt idx="772">
                  <c:v>1.3678253839935326</c:v>
                </c:pt>
                <c:pt idx="773">
                  <c:v>1.3274050121261114</c:v>
                </c:pt>
                <c:pt idx="774">
                  <c:v>1.3540824575586095</c:v>
                </c:pt>
                <c:pt idx="775">
                  <c:v>1.3427647534357314</c:v>
                </c:pt>
                <c:pt idx="776">
                  <c:v>1.3152789005658851</c:v>
                </c:pt>
                <c:pt idx="777">
                  <c:v>1.3039611964430073</c:v>
                </c:pt>
                <c:pt idx="778">
                  <c:v>1.3233629749393694</c:v>
                </c:pt>
                <c:pt idx="779">
                  <c:v>1.2894098625707355</c:v>
                </c:pt>
                <c:pt idx="780">
                  <c:v>1.3096200485044462</c:v>
                </c:pt>
                <c:pt idx="781">
                  <c:v>1.3104284559417947</c:v>
                </c:pt>
                <c:pt idx="782">
                  <c:v>1.2877930476960389</c:v>
                </c:pt>
                <c:pt idx="783">
                  <c:v>1.2910266774454324</c:v>
                </c:pt>
                <c:pt idx="784">
                  <c:v>1.2667744543249797</c:v>
                </c:pt>
                <c:pt idx="785">
                  <c:v>1.2950687146321744</c:v>
                </c:pt>
                <c:pt idx="786">
                  <c:v>1.2950687146321744</c:v>
                </c:pt>
                <c:pt idx="787">
                  <c:v>1.3225545675020209</c:v>
                </c:pt>
                <c:pt idx="788">
                  <c:v>1.3484236054971706</c:v>
                </c:pt>
                <c:pt idx="789">
                  <c:v>1.3354890864995956</c:v>
                </c:pt>
                <c:pt idx="790">
                  <c:v>1.3621665319320937</c:v>
                </c:pt>
                <c:pt idx="791">
                  <c:v>1.2837510105092969</c:v>
                </c:pt>
                <c:pt idx="792">
                  <c:v>1.2772837510105093</c:v>
                </c:pt>
                <c:pt idx="793">
                  <c:v>1.2797089733225546</c:v>
                </c:pt>
                <c:pt idx="794">
                  <c:v>1.278900565885206</c:v>
                </c:pt>
                <c:pt idx="795">
                  <c:v>1.2756669361358126</c:v>
                </c:pt>
                <c:pt idx="796">
                  <c:v>1.2594987873888441</c:v>
                </c:pt>
                <c:pt idx="797">
                  <c:v>1.2409054163298303</c:v>
                </c:pt>
                <c:pt idx="798">
                  <c:v>1.221503637833468</c:v>
                </c:pt>
                <c:pt idx="799">
                  <c:v>1.2166531932093776</c:v>
                </c:pt>
                <c:pt idx="800">
                  <c:v>1.2061438965238478</c:v>
                </c:pt>
                <c:pt idx="801">
                  <c:v>1.1932093775262731</c:v>
                </c:pt>
                <c:pt idx="802">
                  <c:v>1.2190784155214229</c:v>
                </c:pt>
                <c:pt idx="803">
                  <c:v>1.2376717865804365</c:v>
                </c:pt>
                <c:pt idx="804">
                  <c:v>1.2384801940177848</c:v>
                </c:pt>
                <c:pt idx="805">
                  <c:v>1.2255456750202101</c:v>
                </c:pt>
                <c:pt idx="806">
                  <c:v>1.2053354890864996</c:v>
                </c:pt>
                <c:pt idx="807">
                  <c:v>1.2126111560226354</c:v>
                </c:pt>
                <c:pt idx="808">
                  <c:v>1.2530315278900566</c:v>
                </c:pt>
                <c:pt idx="809">
                  <c:v>1.2514147130153599</c:v>
                </c:pt>
                <c:pt idx="810">
                  <c:v>1.2708164915117217</c:v>
                </c:pt>
                <c:pt idx="811">
                  <c:v>1.2748585286984639</c:v>
                </c:pt>
                <c:pt idx="812">
                  <c:v>1.2740501212611155</c:v>
                </c:pt>
                <c:pt idx="813">
                  <c:v>1.2958771220695231</c:v>
                </c:pt>
                <c:pt idx="814">
                  <c:v>1.3233629749393694</c:v>
                </c:pt>
                <c:pt idx="815">
                  <c:v>1.3556992724333063</c:v>
                </c:pt>
                <c:pt idx="816">
                  <c:v>1.3516572352465641</c:v>
                </c:pt>
                <c:pt idx="817">
                  <c:v>1.3468067906224737</c:v>
                </c:pt>
                <c:pt idx="818">
                  <c:v>1.3993532740501211</c:v>
                </c:pt>
                <c:pt idx="819">
                  <c:v>1.3880355699272433</c:v>
                </c:pt>
                <c:pt idx="820">
                  <c:v>1.3839935327405011</c:v>
                </c:pt>
                <c:pt idx="821">
                  <c:v>1.4122877930476958</c:v>
                </c:pt>
                <c:pt idx="822">
                  <c:v>1.4033953112368633</c:v>
                </c:pt>
                <c:pt idx="823">
                  <c:v>1.3710590137429264</c:v>
                </c:pt>
                <c:pt idx="824">
                  <c:v>1.4082457558609538</c:v>
                </c:pt>
                <c:pt idx="825">
                  <c:v>1.4187550525464834</c:v>
                </c:pt>
                <c:pt idx="826">
                  <c:v>1.4308811641067098</c:v>
                </c:pt>
                <c:pt idx="827">
                  <c:v>1.4130962004850445</c:v>
                </c:pt>
                <c:pt idx="828">
                  <c:v>1.448666127728375</c:v>
                </c:pt>
                <c:pt idx="829">
                  <c:v>1.4438156831042845</c:v>
                </c:pt>
                <c:pt idx="830">
                  <c:v>1.4446240905416328</c:v>
                </c:pt>
                <c:pt idx="831">
                  <c:v>1.448666127728375</c:v>
                </c:pt>
                <c:pt idx="832">
                  <c:v>1.4616006467259499</c:v>
                </c:pt>
                <c:pt idx="833">
                  <c:v>1.4753435731608731</c:v>
                </c:pt>
                <c:pt idx="834">
                  <c:v>1.4882780921584478</c:v>
                </c:pt>
                <c:pt idx="835">
                  <c:v>1.5295068714632174</c:v>
                </c:pt>
                <c:pt idx="836">
                  <c:v>1.5497170573969279</c:v>
                </c:pt>
                <c:pt idx="837">
                  <c:v>1.49232012934519</c:v>
                </c:pt>
                <c:pt idx="838">
                  <c:v>1.4793856103476151</c:v>
                </c:pt>
                <c:pt idx="839">
                  <c:v>1.4672594987873888</c:v>
                </c:pt>
                <c:pt idx="840">
                  <c:v>1.4656426839126921</c:v>
                </c:pt>
                <c:pt idx="841">
                  <c:v>1.4478577202910266</c:v>
                </c:pt>
                <c:pt idx="842">
                  <c:v>1.4591754244139046</c:v>
                </c:pt>
                <c:pt idx="843">
                  <c:v>1.4575586095392079</c:v>
                </c:pt>
                <c:pt idx="844">
                  <c:v>1.4494745351657237</c:v>
                </c:pt>
                <c:pt idx="845">
                  <c:v>1.485044462409054</c:v>
                </c:pt>
                <c:pt idx="846">
                  <c:v>1.4680679062247373</c:v>
                </c:pt>
                <c:pt idx="847">
                  <c:v>1.448666127728375</c:v>
                </c:pt>
                <c:pt idx="848">
                  <c:v>1.4308811641067098</c:v>
                </c:pt>
                <c:pt idx="849">
                  <c:v>1.3945028294260307</c:v>
                </c:pt>
                <c:pt idx="850">
                  <c:v>1.4082457558609538</c:v>
                </c:pt>
                <c:pt idx="851">
                  <c:v>1.4025869037995149</c:v>
                </c:pt>
                <c:pt idx="852">
                  <c:v>1.3945028294260307</c:v>
                </c:pt>
                <c:pt idx="853">
                  <c:v>1.3742926434923202</c:v>
                </c:pt>
                <c:pt idx="854">
                  <c:v>1.3678253839935326</c:v>
                </c:pt>
                <c:pt idx="855">
                  <c:v>1.4397736459175423</c:v>
                </c:pt>
                <c:pt idx="856">
                  <c:v>1.4284559417946643</c:v>
                </c:pt>
                <c:pt idx="857">
                  <c:v>1.4122877930476958</c:v>
                </c:pt>
                <c:pt idx="858">
                  <c:v>1.3767178658043655</c:v>
                </c:pt>
                <c:pt idx="859">
                  <c:v>1.4033953112368633</c:v>
                </c:pt>
                <c:pt idx="860">
                  <c:v>1.3961196443007275</c:v>
                </c:pt>
                <c:pt idx="861">
                  <c:v>1.392886014551334</c:v>
                </c:pt>
                <c:pt idx="862">
                  <c:v>1.4268391269199676</c:v>
                </c:pt>
                <c:pt idx="863">
                  <c:v>1.4567502021018592</c:v>
                </c:pt>
                <c:pt idx="864">
                  <c:v>1.452708164915117</c:v>
                </c:pt>
                <c:pt idx="865">
                  <c:v>1.4357316087308003</c:v>
                </c:pt>
                <c:pt idx="866">
                  <c:v>1.4559417946645108</c:v>
                </c:pt>
                <c:pt idx="867">
                  <c:v>1.4721099434114793</c:v>
                </c:pt>
                <c:pt idx="868">
                  <c:v>1.4510913500404203</c:v>
                </c:pt>
                <c:pt idx="869">
                  <c:v>1.4236054971705738</c:v>
                </c:pt>
                <c:pt idx="870">
                  <c:v>1.3783346806790622</c:v>
                </c:pt>
                <c:pt idx="871">
                  <c:v>1.3435731608730799</c:v>
                </c:pt>
                <c:pt idx="872">
                  <c:v>1.3241713823767178</c:v>
                </c:pt>
                <c:pt idx="873">
                  <c:v>1.3225545675020209</c:v>
                </c:pt>
                <c:pt idx="874">
                  <c:v>1.3201293451899758</c:v>
                </c:pt>
                <c:pt idx="875">
                  <c:v>1.3500404203718674</c:v>
                </c:pt>
                <c:pt idx="876">
                  <c:v>1.3152789005658851</c:v>
                </c:pt>
                <c:pt idx="877">
                  <c:v>1.3516572352465641</c:v>
                </c:pt>
                <c:pt idx="878">
                  <c:v>1.3589329021826999</c:v>
                </c:pt>
                <c:pt idx="879">
                  <c:v>1.3265966046887632</c:v>
                </c:pt>
                <c:pt idx="880">
                  <c:v>1.3484236054971706</c:v>
                </c:pt>
                <c:pt idx="881">
                  <c:v>1.3759094583670168</c:v>
                </c:pt>
                <c:pt idx="882">
                  <c:v>1.4324979789814065</c:v>
                </c:pt>
                <c:pt idx="883">
                  <c:v>1.4931285367825382</c:v>
                </c:pt>
                <c:pt idx="884">
                  <c:v>1.49232012934519</c:v>
                </c:pt>
                <c:pt idx="885">
                  <c:v>1.4842360549717057</c:v>
                </c:pt>
                <c:pt idx="886">
                  <c:v>1.5246564268391269</c:v>
                </c:pt>
                <c:pt idx="887">
                  <c:v>1.5181891673403396</c:v>
                </c:pt>
                <c:pt idx="888">
                  <c:v>1.4915117219078415</c:v>
                </c:pt>
                <c:pt idx="889">
                  <c:v>1.4931285367825382</c:v>
                </c:pt>
                <c:pt idx="890">
                  <c:v>1.4753435731608731</c:v>
                </c:pt>
                <c:pt idx="891">
                  <c:v>1.4688763136620855</c:v>
                </c:pt>
                <c:pt idx="892">
                  <c:v>1.5278900565885205</c:v>
                </c:pt>
                <c:pt idx="893">
                  <c:v>1.5173807599029909</c:v>
                </c:pt>
                <c:pt idx="894">
                  <c:v>1.5278900565885205</c:v>
                </c:pt>
                <c:pt idx="895">
                  <c:v>1.5481002425222312</c:v>
                </c:pt>
                <c:pt idx="896">
                  <c:v>1.5723524656426839</c:v>
                </c:pt>
                <c:pt idx="897">
                  <c:v>1.6305578011317703</c:v>
                </c:pt>
                <c:pt idx="898">
                  <c:v>1.6394502829426032</c:v>
                </c:pt>
                <c:pt idx="899">
                  <c:v>1.6386418755052545</c:v>
                </c:pt>
                <c:pt idx="900">
                  <c:v>1.6151980598221505</c:v>
                </c:pt>
                <c:pt idx="901">
                  <c:v>1.5691188358932902</c:v>
                </c:pt>
                <c:pt idx="902">
                  <c:v>1.4688763136620855</c:v>
                </c:pt>
                <c:pt idx="903">
                  <c:v>1.5092966855295067</c:v>
                </c:pt>
                <c:pt idx="904">
                  <c:v>1.5489086499595794</c:v>
                </c:pt>
                <c:pt idx="905">
                  <c:v>1.5335489086499594</c:v>
                </c:pt>
                <c:pt idx="906">
                  <c:v>1.5691188358932902</c:v>
                </c:pt>
                <c:pt idx="907">
                  <c:v>1.5618431689571544</c:v>
                </c:pt>
                <c:pt idx="908">
                  <c:v>1.599029911075182</c:v>
                </c:pt>
                <c:pt idx="909">
                  <c:v>1.599029911075182</c:v>
                </c:pt>
                <c:pt idx="910">
                  <c:v>1.6248989490703314</c:v>
                </c:pt>
                <c:pt idx="911">
                  <c:v>1.6143896523848018</c:v>
                </c:pt>
                <c:pt idx="912">
                  <c:v>1.5804365400161682</c:v>
                </c:pt>
                <c:pt idx="913">
                  <c:v>1.6022635408245756</c:v>
                </c:pt>
                <c:pt idx="914">
                  <c:v>1.5966046887631367</c:v>
                </c:pt>
                <c:pt idx="915">
                  <c:v>1.5618431689571544</c:v>
                </c:pt>
                <c:pt idx="916">
                  <c:v>1.5278900565885205</c:v>
                </c:pt>
                <c:pt idx="917">
                  <c:v>1.5375909458367016</c:v>
                </c:pt>
                <c:pt idx="918">
                  <c:v>1.5618431689571544</c:v>
                </c:pt>
                <c:pt idx="919">
                  <c:v>1.5739692805173806</c:v>
                </c:pt>
                <c:pt idx="920">
                  <c:v>1.5602263540824575</c:v>
                </c:pt>
                <c:pt idx="921">
                  <c:v>1.5893290218270006</c:v>
                </c:pt>
                <c:pt idx="922">
                  <c:v>1.5933710590137429</c:v>
                </c:pt>
                <c:pt idx="923">
                  <c:v>1.5578011317704121</c:v>
                </c:pt>
                <c:pt idx="924">
                  <c:v>1.4971705739692804</c:v>
                </c:pt>
                <c:pt idx="925">
                  <c:v>1.4672594987873888</c:v>
                </c:pt>
                <c:pt idx="926">
                  <c:v>1.4713015359741308</c:v>
                </c:pt>
                <c:pt idx="927">
                  <c:v>1.4761519805982215</c:v>
                </c:pt>
                <c:pt idx="928">
                  <c:v>1.5238480194017785</c:v>
                </c:pt>
                <c:pt idx="929">
                  <c:v>1.6103476151980598</c:v>
                </c:pt>
                <c:pt idx="930">
                  <c:v>1.5941794664510913</c:v>
                </c:pt>
                <c:pt idx="931">
                  <c:v>1.5982215036378333</c:v>
                </c:pt>
                <c:pt idx="932">
                  <c:v>1.5925626515763944</c:v>
                </c:pt>
                <c:pt idx="933">
                  <c:v>1.5578011317704121</c:v>
                </c:pt>
                <c:pt idx="934">
                  <c:v>1.6135812449474534</c:v>
                </c:pt>
                <c:pt idx="935">
                  <c:v>1.5844785772029102</c:v>
                </c:pt>
                <c:pt idx="936">
                  <c:v>1.5974130962004849</c:v>
                </c:pt>
                <c:pt idx="937">
                  <c:v>1.5610347615198059</c:v>
                </c:pt>
                <c:pt idx="938">
                  <c:v>1.6087308003233629</c:v>
                </c:pt>
                <c:pt idx="939">
                  <c:v>1.5982215036378333</c:v>
                </c:pt>
                <c:pt idx="940">
                  <c:v>1.5844785772029102</c:v>
                </c:pt>
                <c:pt idx="941">
                  <c:v>1.5642683912691997</c:v>
                </c:pt>
                <c:pt idx="942">
                  <c:v>1.5416329830234436</c:v>
                </c:pt>
                <c:pt idx="943">
                  <c:v>1.5408245755860952</c:v>
                </c:pt>
                <c:pt idx="944">
                  <c:v>1.5359741309620047</c:v>
                </c:pt>
                <c:pt idx="945">
                  <c:v>1.5141471301535974</c:v>
                </c:pt>
                <c:pt idx="946">
                  <c:v>1.5367825383993532</c:v>
                </c:pt>
                <c:pt idx="947">
                  <c:v>1.5723524656426839</c:v>
                </c:pt>
                <c:pt idx="948">
                  <c:v>1.5561843168957155</c:v>
                </c:pt>
                <c:pt idx="949">
                  <c:v>1.5375909458367016</c:v>
                </c:pt>
                <c:pt idx="950">
                  <c:v>1.5198059822150363</c:v>
                </c:pt>
                <c:pt idx="951">
                  <c:v>1.540016168148747</c:v>
                </c:pt>
                <c:pt idx="952">
                  <c:v>1.5295068714632174</c:v>
                </c:pt>
                <c:pt idx="953">
                  <c:v>1.5448666127728374</c:v>
                </c:pt>
                <c:pt idx="954">
                  <c:v>1.5537590945836701</c:v>
                </c:pt>
                <c:pt idx="955">
                  <c:v>1.5699272433306386</c:v>
                </c:pt>
                <c:pt idx="956">
                  <c:v>1.5626515763945028</c:v>
                </c:pt>
                <c:pt idx="957">
                  <c:v>1.5367825383993532</c:v>
                </c:pt>
                <c:pt idx="958">
                  <c:v>1.5165723524656427</c:v>
                </c:pt>
                <c:pt idx="959">
                  <c:v>1.4729183508488277</c:v>
                </c:pt>
                <c:pt idx="960">
                  <c:v>1.5060630557801131</c:v>
                </c:pt>
                <c:pt idx="961">
                  <c:v>1.5012126111560224</c:v>
                </c:pt>
                <c:pt idx="962">
                  <c:v>1.5804365400161682</c:v>
                </c:pt>
                <c:pt idx="963">
                  <c:v>1.5860953920776071</c:v>
                </c:pt>
                <c:pt idx="964">
                  <c:v>1.5650767987065479</c:v>
                </c:pt>
                <c:pt idx="965">
                  <c:v>1.5658852061438964</c:v>
                </c:pt>
                <c:pt idx="966">
                  <c:v>1.5383993532740501</c:v>
                </c:pt>
                <c:pt idx="967">
                  <c:v>1.5157639450282943</c:v>
                </c:pt>
                <c:pt idx="968">
                  <c:v>1.511721907841552</c:v>
                </c:pt>
                <c:pt idx="969">
                  <c:v>1.4931285367825382</c:v>
                </c:pt>
                <c:pt idx="970">
                  <c:v>1.4979789814066291</c:v>
                </c:pt>
                <c:pt idx="971">
                  <c:v>1.481002425222312</c:v>
                </c:pt>
                <c:pt idx="972">
                  <c:v>1.4559417946645108</c:v>
                </c:pt>
                <c:pt idx="973">
                  <c:v>1.4672594987873888</c:v>
                </c:pt>
                <c:pt idx="974">
                  <c:v>1.4510913500404203</c:v>
                </c:pt>
                <c:pt idx="975">
                  <c:v>1.4349232012934519</c:v>
                </c:pt>
                <c:pt idx="976">
                  <c:v>1.4430072756669361</c:v>
                </c:pt>
                <c:pt idx="977">
                  <c:v>1.50767987065481</c:v>
                </c:pt>
                <c:pt idx="978">
                  <c:v>1.5036378334680678</c:v>
                </c:pt>
                <c:pt idx="979">
                  <c:v>1.5820533548908648</c:v>
                </c:pt>
                <c:pt idx="980">
                  <c:v>1.6087308003233629</c:v>
                </c:pt>
                <c:pt idx="981">
                  <c:v>1.5869037995149555</c:v>
                </c:pt>
                <c:pt idx="982">
                  <c:v>1.7081649151172191</c:v>
                </c:pt>
                <c:pt idx="983">
                  <c:v>1.6693613581244946</c:v>
                </c:pt>
                <c:pt idx="984">
                  <c:v>1.6653193209377526</c:v>
                </c:pt>
                <c:pt idx="985">
                  <c:v>1.6491511721907841</c:v>
                </c:pt>
                <c:pt idx="986">
                  <c:v>1.6378334680679061</c:v>
                </c:pt>
                <c:pt idx="987">
                  <c:v>1.6394502829426032</c:v>
                </c:pt>
                <c:pt idx="988">
                  <c:v>1.6782538399353273</c:v>
                </c:pt>
                <c:pt idx="989">
                  <c:v>1.6491511721907841</c:v>
                </c:pt>
                <c:pt idx="990">
                  <c:v>1.658852061438965</c:v>
                </c:pt>
                <c:pt idx="991">
                  <c:v>1.6822958771220695</c:v>
                </c:pt>
                <c:pt idx="992">
                  <c:v>1.6734033953112368</c:v>
                </c:pt>
                <c:pt idx="993">
                  <c:v>1.6831042845594177</c:v>
                </c:pt>
                <c:pt idx="994">
                  <c:v>1.6774454324979788</c:v>
                </c:pt>
                <c:pt idx="995">
                  <c:v>1.6750202101859335</c:v>
                </c:pt>
                <c:pt idx="996">
                  <c:v>1.6467259498787388</c:v>
                </c:pt>
                <c:pt idx="997">
                  <c:v>1.5885206143896524</c:v>
                </c:pt>
                <c:pt idx="998">
                  <c:v>1.6216653193209376</c:v>
                </c:pt>
                <c:pt idx="999">
                  <c:v>1.5481002425222312</c:v>
                </c:pt>
                <c:pt idx="1000">
                  <c:v>1.5699272433306386</c:v>
                </c:pt>
                <c:pt idx="1001">
                  <c:v>1.5925626515763944</c:v>
                </c:pt>
                <c:pt idx="1002">
                  <c:v>1.6046887631366209</c:v>
                </c:pt>
                <c:pt idx="1003">
                  <c:v>1.5561843168957155</c:v>
                </c:pt>
                <c:pt idx="1004">
                  <c:v>1.5319320937752627</c:v>
                </c:pt>
                <c:pt idx="1005">
                  <c:v>1.50767987065481</c:v>
                </c:pt>
                <c:pt idx="1006">
                  <c:v>1.511721907841552</c:v>
                </c:pt>
                <c:pt idx="1007">
                  <c:v>1.528698464025869</c:v>
                </c:pt>
                <c:pt idx="1008">
                  <c:v>1.5052546483427647</c:v>
                </c:pt>
                <c:pt idx="1009">
                  <c:v>1.5359741309620047</c:v>
                </c:pt>
                <c:pt idx="1010">
                  <c:v>1.5416329830234436</c:v>
                </c:pt>
                <c:pt idx="1011">
                  <c:v>1.5650767987065479</c:v>
                </c:pt>
                <c:pt idx="1012">
                  <c:v>1.6305578011317703</c:v>
                </c:pt>
                <c:pt idx="1013">
                  <c:v>1.6127728375101051</c:v>
                </c:pt>
                <c:pt idx="1014">
                  <c:v>1.5941794664510913</c:v>
                </c:pt>
                <c:pt idx="1015">
                  <c:v>1.5901374292643491</c:v>
                </c:pt>
                <c:pt idx="1016">
                  <c:v>1.5295068714632174</c:v>
                </c:pt>
                <c:pt idx="1017">
                  <c:v>1.4955537590945835</c:v>
                </c:pt>
                <c:pt idx="1018">
                  <c:v>1.4632174616006466</c:v>
                </c:pt>
                <c:pt idx="1019">
                  <c:v>1.464025869037995</c:v>
                </c:pt>
                <c:pt idx="1020">
                  <c:v>1.4308811641067098</c:v>
                </c:pt>
                <c:pt idx="1021">
                  <c:v>1.4858528698464026</c:v>
                </c:pt>
                <c:pt idx="1022">
                  <c:v>1.4971705739692804</c:v>
                </c:pt>
                <c:pt idx="1023">
                  <c:v>1.5238480194017785</c:v>
                </c:pt>
                <c:pt idx="1024">
                  <c:v>1.496362166531932</c:v>
                </c:pt>
                <c:pt idx="1025">
                  <c:v>1.4882780921584478</c:v>
                </c:pt>
                <c:pt idx="1026">
                  <c:v>1.5295068714632174</c:v>
                </c:pt>
                <c:pt idx="1027">
                  <c:v>1.5278900565885205</c:v>
                </c:pt>
                <c:pt idx="1028">
                  <c:v>1.5416329830234436</c:v>
                </c:pt>
                <c:pt idx="1029">
                  <c:v>1.49232012934519</c:v>
                </c:pt>
                <c:pt idx="1030">
                  <c:v>1.4632174616006466</c:v>
                </c:pt>
                <c:pt idx="1031">
                  <c:v>1.5691188358932902</c:v>
                </c:pt>
                <c:pt idx="1032">
                  <c:v>1.5157639450282943</c:v>
                </c:pt>
                <c:pt idx="1033">
                  <c:v>1.4842360549717057</c:v>
                </c:pt>
                <c:pt idx="1034">
                  <c:v>1.4955537590945835</c:v>
                </c:pt>
                <c:pt idx="1035">
                  <c:v>1.4672594987873888</c:v>
                </c:pt>
                <c:pt idx="1036">
                  <c:v>1.4672594987873888</c:v>
                </c:pt>
                <c:pt idx="1037">
                  <c:v>1.4551333872271626</c:v>
                </c:pt>
                <c:pt idx="1038">
                  <c:v>1.416329830234438</c:v>
                </c:pt>
                <c:pt idx="1039">
                  <c:v>1.4405820533548908</c:v>
                </c:pt>
                <c:pt idx="1040">
                  <c:v>1.4187550525464834</c:v>
                </c:pt>
                <c:pt idx="1041">
                  <c:v>1.4227970897332256</c:v>
                </c:pt>
                <c:pt idx="1042">
                  <c:v>1.4244139046079223</c:v>
                </c:pt>
                <c:pt idx="1043">
                  <c:v>1.4252223120452709</c:v>
                </c:pt>
                <c:pt idx="1044">
                  <c:v>1.4316895715440581</c:v>
                </c:pt>
                <c:pt idx="1045">
                  <c:v>1.3888439773645918</c:v>
                </c:pt>
                <c:pt idx="1046">
                  <c:v>1.3953112368633791</c:v>
                </c:pt>
                <c:pt idx="1047">
                  <c:v>1.3718674211802748</c:v>
                </c:pt>
                <c:pt idx="1048">
                  <c:v>1.3791430881164106</c:v>
                </c:pt>
                <c:pt idx="1049">
                  <c:v>1.3678253839935326</c:v>
                </c:pt>
                <c:pt idx="1050">
                  <c:v>1.3637833468067906</c:v>
                </c:pt>
                <c:pt idx="1051">
                  <c:v>1.3662085691188359</c:v>
                </c:pt>
                <c:pt idx="1052">
                  <c:v>1.3354890864995956</c:v>
                </c:pt>
                <c:pt idx="1053">
                  <c:v>1.3540824575586095</c:v>
                </c:pt>
                <c:pt idx="1054">
                  <c:v>1.3678253839935326</c:v>
                </c:pt>
                <c:pt idx="1055">
                  <c:v>1.3783346806790622</c:v>
                </c:pt>
                <c:pt idx="1056">
                  <c:v>1.3500404203718674</c:v>
                </c:pt>
                <c:pt idx="1057">
                  <c:v>1.333872271624899</c:v>
                </c:pt>
                <c:pt idx="1058">
                  <c:v>1.3702506063055779</c:v>
                </c:pt>
                <c:pt idx="1059">
                  <c:v>1.3459983831851252</c:v>
                </c:pt>
                <c:pt idx="1060">
                  <c:v>1.3621665319320937</c:v>
                </c:pt>
                <c:pt idx="1061">
                  <c:v>1.3468067906224737</c:v>
                </c:pt>
                <c:pt idx="1062">
                  <c:v>1.3468067906224737</c:v>
                </c:pt>
                <c:pt idx="1063">
                  <c:v>1.3556992724333063</c:v>
                </c:pt>
                <c:pt idx="1064">
                  <c:v>1.3387227162489894</c:v>
                </c:pt>
                <c:pt idx="1065">
                  <c:v>1.3096200485044462</c:v>
                </c:pt>
                <c:pt idx="1066">
                  <c:v>1.3039611964430073</c:v>
                </c:pt>
                <c:pt idx="1067">
                  <c:v>1.3282134195634601</c:v>
                </c:pt>
                <c:pt idx="1068">
                  <c:v>1.3080032336297494</c:v>
                </c:pt>
                <c:pt idx="1069">
                  <c:v>1.2983023443815682</c:v>
                </c:pt>
                <c:pt idx="1070">
                  <c:v>1.2716248989490704</c:v>
                </c:pt>
                <c:pt idx="1071">
                  <c:v>1.2635408245755861</c:v>
                </c:pt>
                <c:pt idx="1072">
                  <c:v>1.2619240097008892</c:v>
                </c:pt>
                <c:pt idx="1073">
                  <c:v>1.2813257881972513</c:v>
                </c:pt>
                <c:pt idx="1074">
                  <c:v>1.2813257881972513</c:v>
                </c:pt>
                <c:pt idx="1075">
                  <c:v>1.2869846402586902</c:v>
                </c:pt>
                <c:pt idx="1076">
                  <c:v>1.2991107518189167</c:v>
                </c:pt>
                <c:pt idx="1077">
                  <c:v>1.2756669361358126</c:v>
                </c:pt>
                <c:pt idx="1078">
                  <c:v>1.2772837510105093</c:v>
                </c:pt>
                <c:pt idx="1079">
                  <c:v>1.2611156022635408</c:v>
                </c:pt>
                <c:pt idx="1080">
                  <c:v>1.2312045270816492</c:v>
                </c:pt>
                <c:pt idx="1081">
                  <c:v>1.21018593371059</c:v>
                </c:pt>
                <c:pt idx="1082">
                  <c:v>1.21018593371059</c:v>
                </c:pt>
                <c:pt idx="1083">
                  <c:v>1.2231204527081649</c:v>
                </c:pt>
                <c:pt idx="1084">
                  <c:v>1.2473726758286177</c:v>
                </c:pt>
                <c:pt idx="1085">
                  <c:v>1.2190784155214229</c:v>
                </c:pt>
                <c:pt idx="1086">
                  <c:v>1.2506063055780112</c:v>
                </c:pt>
                <c:pt idx="1087">
                  <c:v>1.2611156022635408</c:v>
                </c:pt>
                <c:pt idx="1088">
                  <c:v>1.2974939369442198</c:v>
                </c:pt>
                <c:pt idx="1089">
                  <c:v>1.2586903799514955</c:v>
                </c:pt>
                <c:pt idx="1090">
                  <c:v>1.2368633791430881</c:v>
                </c:pt>
                <c:pt idx="1091">
                  <c:v>1.2352465642683914</c:v>
                </c:pt>
                <c:pt idx="1092">
                  <c:v>1.2182700080840743</c:v>
                </c:pt>
                <c:pt idx="1093">
                  <c:v>1.2255456750202101</c:v>
                </c:pt>
                <c:pt idx="1094">
                  <c:v>1.2514147130153599</c:v>
                </c:pt>
                <c:pt idx="1095">
                  <c:v>1.2829426030719482</c:v>
                </c:pt>
                <c:pt idx="1096">
                  <c:v>1.257881972514147</c:v>
                </c:pt>
                <c:pt idx="1097">
                  <c:v>1.2449474535165723</c:v>
                </c:pt>
                <c:pt idx="1098">
                  <c:v>1.2352465642683914</c:v>
                </c:pt>
                <c:pt idx="1099">
                  <c:v>1.2497978981406628</c:v>
                </c:pt>
                <c:pt idx="1100">
                  <c:v>1.2586903799514955</c:v>
                </c:pt>
                <c:pt idx="1101">
                  <c:v>1.305578011317704</c:v>
                </c:pt>
                <c:pt idx="1102">
                  <c:v>1.3274050121261114</c:v>
                </c:pt>
                <c:pt idx="1103">
                  <c:v>1.3225545675020209</c:v>
                </c:pt>
                <c:pt idx="1104">
                  <c:v>1.3629749393694421</c:v>
                </c:pt>
                <c:pt idx="1105">
                  <c:v>1.3670169765561841</c:v>
                </c:pt>
                <c:pt idx="1106">
                  <c:v>1.3468067906224737</c:v>
                </c:pt>
                <c:pt idx="1107">
                  <c:v>1.3282134195634601</c:v>
                </c:pt>
                <c:pt idx="1108">
                  <c:v>1.3524656426839128</c:v>
                </c:pt>
                <c:pt idx="1109">
                  <c:v>1.3160873080032336</c:v>
                </c:pt>
                <c:pt idx="1110">
                  <c:v>1.3144704931285367</c:v>
                </c:pt>
                <c:pt idx="1111">
                  <c:v>1.2999191592562651</c:v>
                </c:pt>
                <c:pt idx="1112">
                  <c:v>1.2950687146321744</c:v>
                </c:pt>
                <c:pt idx="1113">
                  <c:v>1.2756669361358126</c:v>
                </c:pt>
                <c:pt idx="1114">
                  <c:v>1.2918350848827811</c:v>
                </c:pt>
                <c:pt idx="1115">
                  <c:v>1.2392886014551334</c:v>
                </c:pt>
                <c:pt idx="1116">
                  <c:v>1.2271624898949072</c:v>
                </c:pt>
                <c:pt idx="1117">
                  <c:v>1.2223120452708163</c:v>
                </c:pt>
                <c:pt idx="1118">
                  <c:v>1.2376717865804365</c:v>
                </c:pt>
                <c:pt idx="1119">
                  <c:v>1.2206952303961196</c:v>
                </c:pt>
                <c:pt idx="1120">
                  <c:v>1.2231204527081649</c:v>
                </c:pt>
                <c:pt idx="1121">
                  <c:v>1.2255456750202101</c:v>
                </c:pt>
                <c:pt idx="1122">
                  <c:v>1.2247372675828618</c:v>
                </c:pt>
                <c:pt idx="1123">
                  <c:v>1.2570735650767986</c:v>
                </c:pt>
                <c:pt idx="1124">
                  <c:v>1.2611156022635408</c:v>
                </c:pt>
                <c:pt idx="1125">
                  <c:v>1.269199676637025</c:v>
                </c:pt>
                <c:pt idx="1126">
                  <c:v>1.290218270008084</c:v>
                </c:pt>
                <c:pt idx="1127">
                  <c:v>1.2716248989490704</c:v>
                </c:pt>
                <c:pt idx="1128">
                  <c:v>1.290218270008084</c:v>
                </c:pt>
                <c:pt idx="1129">
                  <c:v>1.2667744543249797</c:v>
                </c:pt>
                <c:pt idx="1130">
                  <c:v>1.2594987873888441</c:v>
                </c:pt>
                <c:pt idx="1131">
                  <c:v>1.246564268391269</c:v>
                </c:pt>
                <c:pt idx="1132">
                  <c:v>1.2772837510105093</c:v>
                </c:pt>
                <c:pt idx="1133">
                  <c:v>1.2748585286984639</c:v>
                </c:pt>
                <c:pt idx="1134">
                  <c:v>1.290218270008084</c:v>
                </c:pt>
                <c:pt idx="1135">
                  <c:v>1.3023443815683104</c:v>
                </c:pt>
                <c:pt idx="1136">
                  <c:v>1.278900565885206</c:v>
                </c:pt>
                <c:pt idx="1137">
                  <c:v>1.2376717865804365</c:v>
                </c:pt>
                <c:pt idx="1138">
                  <c:v>1.221503637833468</c:v>
                </c:pt>
                <c:pt idx="1139">
                  <c:v>1.2134195634599838</c:v>
                </c:pt>
                <c:pt idx="1140">
                  <c:v>1.2247372675828618</c:v>
                </c:pt>
                <c:pt idx="1141">
                  <c:v>1.2384801940177848</c:v>
                </c:pt>
                <c:pt idx="1142">
                  <c:v>1.2473726758286177</c:v>
                </c:pt>
                <c:pt idx="1143">
                  <c:v>1.2303961196443005</c:v>
                </c:pt>
                <c:pt idx="1144">
                  <c:v>1.2263540824575585</c:v>
                </c:pt>
                <c:pt idx="1145">
                  <c:v>1.2231204527081649</c:v>
                </c:pt>
                <c:pt idx="1146">
                  <c:v>1.2231204527081649</c:v>
                </c:pt>
                <c:pt idx="1147">
                  <c:v>1.2376717865804365</c:v>
                </c:pt>
                <c:pt idx="1148">
                  <c:v>1.2554567502021019</c:v>
                </c:pt>
                <c:pt idx="1149">
                  <c:v>1.2869846402586902</c:v>
                </c:pt>
                <c:pt idx="1150">
                  <c:v>1.2780921584478577</c:v>
                </c:pt>
                <c:pt idx="1151">
                  <c:v>1.2514147130153599</c:v>
                </c:pt>
                <c:pt idx="1152">
                  <c:v>1.2206952303961196</c:v>
                </c:pt>
                <c:pt idx="1153">
                  <c:v>1.214227970897332</c:v>
                </c:pt>
                <c:pt idx="1154">
                  <c:v>1.2093775262732416</c:v>
                </c:pt>
                <c:pt idx="1155">
                  <c:v>1.1600646725949879</c:v>
                </c:pt>
                <c:pt idx="1156">
                  <c:v>1.1705739692805175</c:v>
                </c:pt>
                <c:pt idx="1157">
                  <c:v>1.1560226354082457</c:v>
                </c:pt>
                <c:pt idx="1158">
                  <c:v>1.1455133387227161</c:v>
                </c:pt>
                <c:pt idx="1159">
                  <c:v>1.1762328213419564</c:v>
                </c:pt>
                <c:pt idx="1160">
                  <c:v>1.1843168957154406</c:v>
                </c:pt>
                <c:pt idx="1161">
                  <c:v>1.1600646725949879</c:v>
                </c:pt>
                <c:pt idx="1162">
                  <c:v>1.1608730800323361</c:v>
                </c:pt>
                <c:pt idx="1163">
                  <c:v>1.1721907841552142</c:v>
                </c:pt>
                <c:pt idx="1164">
                  <c:v>1.1479385610347614</c:v>
                </c:pt>
                <c:pt idx="1165">
                  <c:v>1.158447857720291</c:v>
                </c:pt>
                <c:pt idx="1166">
                  <c:v>1.1519805982215037</c:v>
                </c:pt>
                <c:pt idx="1167">
                  <c:v>1.2223120452708163</c:v>
                </c:pt>
                <c:pt idx="1168">
                  <c:v>1.2021018593371058</c:v>
                </c:pt>
                <c:pt idx="1169">
                  <c:v>1.2295877122069523</c:v>
                </c:pt>
                <c:pt idx="1170">
                  <c:v>1.2368633791430881</c:v>
                </c:pt>
                <c:pt idx="1171">
                  <c:v>1.2344381568310427</c:v>
                </c:pt>
                <c:pt idx="1172">
                  <c:v>1.2409054163298303</c:v>
                </c:pt>
                <c:pt idx="1173">
                  <c:v>1.2506063055780112</c:v>
                </c:pt>
                <c:pt idx="1174">
                  <c:v>1.2328213419563461</c:v>
                </c:pt>
                <c:pt idx="1175">
                  <c:v>1.2328213419563461</c:v>
                </c:pt>
                <c:pt idx="1176">
                  <c:v>1.2263540824575585</c:v>
                </c:pt>
                <c:pt idx="1177">
                  <c:v>1.242522231204527</c:v>
                </c:pt>
                <c:pt idx="1178">
                  <c:v>1.221503637833468</c:v>
                </c:pt>
                <c:pt idx="1179">
                  <c:v>1.1964430072756669</c:v>
                </c:pt>
                <c:pt idx="1180">
                  <c:v>1.2109943411479387</c:v>
                </c:pt>
                <c:pt idx="1181">
                  <c:v>1.2457558609539208</c:v>
                </c:pt>
                <c:pt idx="1182">
                  <c:v>1.2514147130153599</c:v>
                </c:pt>
                <c:pt idx="1183">
                  <c:v>1.2433306386418757</c:v>
                </c:pt>
                <c:pt idx="1184">
                  <c:v>1.2384801940177848</c:v>
                </c:pt>
                <c:pt idx="1185">
                  <c:v>1.2417138237671785</c:v>
                </c:pt>
                <c:pt idx="1186">
                  <c:v>1.242522231204527</c:v>
                </c:pt>
                <c:pt idx="1187">
                  <c:v>1.2021018593371058</c:v>
                </c:pt>
                <c:pt idx="1188">
                  <c:v>1.1980598221503638</c:v>
                </c:pt>
                <c:pt idx="1189">
                  <c:v>1.2085691188358934</c:v>
                </c:pt>
                <c:pt idx="1190">
                  <c:v>1.190784155214228</c:v>
                </c:pt>
                <c:pt idx="1191">
                  <c:v>1.1948261924009702</c:v>
                </c:pt>
                <c:pt idx="1192">
                  <c:v>1.1932093775262731</c:v>
                </c:pt>
                <c:pt idx="1193">
                  <c:v>1.2004850444624091</c:v>
                </c:pt>
                <c:pt idx="1194">
                  <c:v>1.1932093775262731</c:v>
                </c:pt>
                <c:pt idx="1195">
                  <c:v>1.1697655618431688</c:v>
                </c:pt>
                <c:pt idx="1196">
                  <c:v>1.1721907841552142</c:v>
                </c:pt>
                <c:pt idx="1197">
                  <c:v>1.1762328213419564</c:v>
                </c:pt>
                <c:pt idx="1198">
                  <c:v>1.1810832659660468</c:v>
                </c:pt>
                <c:pt idx="1199">
                  <c:v>1.1649151172190784</c:v>
                </c:pt>
                <c:pt idx="1200">
                  <c:v>1.1705739692805175</c:v>
                </c:pt>
                <c:pt idx="1201">
                  <c:v>1.1624898949070332</c:v>
                </c:pt>
                <c:pt idx="1202">
                  <c:v>1.1818916734033953</c:v>
                </c:pt>
                <c:pt idx="1203">
                  <c:v>1.1786580436540017</c:v>
                </c:pt>
                <c:pt idx="1204">
                  <c:v>1.1721907841552142</c:v>
                </c:pt>
                <c:pt idx="1205">
                  <c:v>1.1972514147130153</c:v>
                </c:pt>
                <c:pt idx="1206">
                  <c:v>1.1899757477768795</c:v>
                </c:pt>
                <c:pt idx="1207">
                  <c:v>1.2190784155214229</c:v>
                </c:pt>
                <c:pt idx="1208">
                  <c:v>1.2093775262732416</c:v>
                </c:pt>
                <c:pt idx="1209">
                  <c:v>1.1818916734033953</c:v>
                </c:pt>
                <c:pt idx="1210">
                  <c:v>1.1940177849636215</c:v>
                </c:pt>
                <c:pt idx="1211">
                  <c:v>1.1964430072756669</c:v>
                </c:pt>
                <c:pt idx="1212">
                  <c:v>1.2627324171382375</c:v>
                </c:pt>
                <c:pt idx="1213">
                  <c:v>1.2772837510105093</c:v>
                </c:pt>
                <c:pt idx="1214">
                  <c:v>1.2635408245755861</c:v>
                </c:pt>
                <c:pt idx="1215">
                  <c:v>1.3063864187550525</c:v>
                </c:pt>
                <c:pt idx="1216">
                  <c:v>1.3629749393694421</c:v>
                </c:pt>
                <c:pt idx="1217">
                  <c:v>1.333872271624899</c:v>
                </c:pt>
                <c:pt idx="1218">
                  <c:v>1.3419563459983832</c:v>
                </c:pt>
                <c:pt idx="1219">
                  <c:v>1.333872271624899</c:v>
                </c:pt>
                <c:pt idx="1220">
                  <c:v>1.3298302344381567</c:v>
                </c:pt>
                <c:pt idx="1221">
                  <c:v>1.3063864187550525</c:v>
                </c:pt>
                <c:pt idx="1222">
                  <c:v>1.3298302344381567</c:v>
                </c:pt>
                <c:pt idx="1223">
                  <c:v>1.3476151980598221</c:v>
                </c:pt>
                <c:pt idx="1224">
                  <c:v>1.3742926434923202</c:v>
                </c:pt>
                <c:pt idx="1225">
                  <c:v>1.42037186742118</c:v>
                </c:pt>
                <c:pt idx="1226">
                  <c:v>1.4066289409862571</c:v>
                </c:pt>
                <c:pt idx="1227">
                  <c:v>1.4874696847210993</c:v>
                </c:pt>
                <c:pt idx="1228">
                  <c:v>1.4591754244139046</c:v>
                </c:pt>
                <c:pt idx="1229">
                  <c:v>1.481002425222312</c:v>
                </c:pt>
                <c:pt idx="1230">
                  <c:v>1.4405820533548908</c:v>
                </c:pt>
                <c:pt idx="1231">
                  <c:v>1.3839935327405011</c:v>
                </c:pt>
                <c:pt idx="1232">
                  <c:v>1.3920776071139853</c:v>
                </c:pt>
                <c:pt idx="1233">
                  <c:v>1.360549717057397</c:v>
                </c:pt>
                <c:pt idx="1234">
                  <c:v>1.3678253839935326</c:v>
                </c:pt>
                <c:pt idx="1235">
                  <c:v>1.3581244947453517</c:v>
                </c:pt>
                <c:pt idx="1236">
                  <c:v>1.3516572352465641</c:v>
                </c:pt>
                <c:pt idx="1237">
                  <c:v>1.3476151980598221</c:v>
                </c:pt>
                <c:pt idx="1238">
                  <c:v>1.337914308811641</c:v>
                </c:pt>
                <c:pt idx="1239">
                  <c:v>1.3031527890056587</c:v>
                </c:pt>
                <c:pt idx="1240">
                  <c:v>1.278900565885206</c:v>
                </c:pt>
                <c:pt idx="1241">
                  <c:v>1.257881972514147</c:v>
                </c:pt>
                <c:pt idx="1242">
                  <c:v>1.2700080840743735</c:v>
                </c:pt>
                <c:pt idx="1243">
                  <c:v>1.2700080840743735</c:v>
                </c:pt>
                <c:pt idx="1244">
                  <c:v>1.2530315278900566</c:v>
                </c:pt>
                <c:pt idx="1245">
                  <c:v>1.2667744543249797</c:v>
                </c:pt>
                <c:pt idx="1246">
                  <c:v>1.2570735650767986</c:v>
                </c:pt>
                <c:pt idx="1247">
                  <c:v>1.2546483427647532</c:v>
                </c:pt>
                <c:pt idx="1248">
                  <c:v>1.2489894907033143</c:v>
                </c:pt>
                <c:pt idx="1249">
                  <c:v>1.2336297493936943</c:v>
                </c:pt>
                <c:pt idx="1250">
                  <c:v>1.2190784155214229</c:v>
                </c:pt>
                <c:pt idx="1251">
                  <c:v>1.2449474535165723</c:v>
                </c:pt>
                <c:pt idx="1252">
                  <c:v>1.2554567502021019</c:v>
                </c:pt>
                <c:pt idx="1253">
                  <c:v>1.2570735650767986</c:v>
                </c:pt>
                <c:pt idx="1254">
                  <c:v>1.2497978981406628</c:v>
                </c:pt>
                <c:pt idx="1255">
                  <c:v>1.2958771220695231</c:v>
                </c:pt>
                <c:pt idx="1256">
                  <c:v>1.3039611964430073</c:v>
                </c:pt>
                <c:pt idx="1257">
                  <c:v>1.2910266774454324</c:v>
                </c:pt>
                <c:pt idx="1258">
                  <c:v>1.2821341956345997</c:v>
                </c:pt>
                <c:pt idx="1259">
                  <c:v>1.2853678253839935</c:v>
                </c:pt>
                <c:pt idx="1260">
                  <c:v>1.2708164915117217</c:v>
                </c:pt>
                <c:pt idx="1261">
                  <c:v>1.2457558609539208</c:v>
                </c:pt>
                <c:pt idx="1262">
                  <c:v>1.2457558609539208</c:v>
                </c:pt>
                <c:pt idx="1263">
                  <c:v>1.2328213419563461</c:v>
                </c:pt>
                <c:pt idx="1264">
                  <c:v>1.2506063055780112</c:v>
                </c:pt>
                <c:pt idx="1265">
                  <c:v>1.2344381568310427</c:v>
                </c:pt>
                <c:pt idx="1266">
                  <c:v>1.2627324171382375</c:v>
                </c:pt>
                <c:pt idx="1267">
                  <c:v>1.2368633791430881</c:v>
                </c:pt>
                <c:pt idx="1268">
                  <c:v>1.2182700080840743</c:v>
                </c:pt>
                <c:pt idx="1269">
                  <c:v>1.1980598221503638</c:v>
                </c:pt>
                <c:pt idx="1270">
                  <c:v>1.2376717865804365</c:v>
                </c:pt>
                <c:pt idx="1271">
                  <c:v>1.2530315278900566</c:v>
                </c:pt>
                <c:pt idx="1272">
                  <c:v>1.2732417138237671</c:v>
                </c:pt>
                <c:pt idx="1273">
                  <c:v>1.2506063055780112</c:v>
                </c:pt>
                <c:pt idx="1274">
                  <c:v>1.2651576394502828</c:v>
                </c:pt>
                <c:pt idx="1275">
                  <c:v>1.3484236054971706</c:v>
                </c:pt>
                <c:pt idx="1276">
                  <c:v>1.3419563459983832</c:v>
                </c:pt>
                <c:pt idx="1277">
                  <c:v>1.3346806790622472</c:v>
                </c:pt>
                <c:pt idx="1278">
                  <c:v>1.364591754244139</c:v>
                </c:pt>
                <c:pt idx="1279">
                  <c:v>1.3540824575586095</c:v>
                </c:pt>
                <c:pt idx="1280">
                  <c:v>1.3403395311236863</c:v>
                </c:pt>
                <c:pt idx="1281">
                  <c:v>1.3395311236863379</c:v>
                </c:pt>
                <c:pt idx="1282">
                  <c:v>1.3071948261924009</c:v>
                </c:pt>
                <c:pt idx="1283">
                  <c:v>1.3063864187550525</c:v>
                </c:pt>
                <c:pt idx="1284">
                  <c:v>1.3031527890056587</c:v>
                </c:pt>
                <c:pt idx="1285">
                  <c:v>1.290218270008084</c:v>
                </c:pt>
                <c:pt idx="1286">
                  <c:v>1.2659660468876313</c:v>
                </c:pt>
                <c:pt idx="1287">
                  <c:v>1.2700080840743735</c:v>
                </c:pt>
                <c:pt idx="1288">
                  <c:v>1.2667744543249797</c:v>
                </c:pt>
                <c:pt idx="1289">
                  <c:v>1.2675828617623284</c:v>
                </c:pt>
                <c:pt idx="1290">
                  <c:v>1.2772837510105093</c:v>
                </c:pt>
                <c:pt idx="1291">
                  <c:v>1.305578011317704</c:v>
                </c:pt>
                <c:pt idx="1292">
                  <c:v>1.3071948261924009</c:v>
                </c:pt>
                <c:pt idx="1293">
                  <c:v>1.3233629749393694</c:v>
                </c:pt>
                <c:pt idx="1294">
                  <c:v>1.3702506063055779</c:v>
                </c:pt>
                <c:pt idx="1295">
                  <c:v>1.3540824575586095</c:v>
                </c:pt>
                <c:pt idx="1296">
                  <c:v>1.3581244947453517</c:v>
                </c:pt>
                <c:pt idx="1297">
                  <c:v>1.3403395311236863</c:v>
                </c:pt>
                <c:pt idx="1298">
                  <c:v>1.3718674211802748</c:v>
                </c:pt>
                <c:pt idx="1299">
                  <c:v>1.337914308811641</c:v>
                </c:pt>
                <c:pt idx="1300">
                  <c:v>1.3241713823767178</c:v>
                </c:pt>
                <c:pt idx="1301">
                  <c:v>1.3274050121261114</c:v>
                </c:pt>
                <c:pt idx="1302">
                  <c:v>1.2991107518189167</c:v>
                </c:pt>
                <c:pt idx="1303">
                  <c:v>1.3104284559417947</c:v>
                </c:pt>
                <c:pt idx="1304">
                  <c:v>1.3621665319320937</c:v>
                </c:pt>
                <c:pt idx="1305">
                  <c:v>1.3419563459983832</c:v>
                </c:pt>
                <c:pt idx="1306">
                  <c:v>1.3524656426839128</c:v>
                </c:pt>
                <c:pt idx="1307">
                  <c:v>1.3274050121261114</c:v>
                </c:pt>
                <c:pt idx="1308">
                  <c:v>1.3217461600646725</c:v>
                </c:pt>
                <c:pt idx="1309">
                  <c:v>1.3080032336297494</c:v>
                </c:pt>
                <c:pt idx="1310">
                  <c:v>1.3419563459983832</c:v>
                </c:pt>
                <c:pt idx="1311">
                  <c:v>1.3662085691188359</c:v>
                </c:pt>
                <c:pt idx="1312">
                  <c:v>1.4082457558609538</c:v>
                </c:pt>
                <c:pt idx="1313">
                  <c:v>1.4236054971705738</c:v>
                </c:pt>
                <c:pt idx="1314">
                  <c:v>1.3678253839935326</c:v>
                </c:pt>
                <c:pt idx="1315">
                  <c:v>1.3468067906224737</c:v>
                </c:pt>
                <c:pt idx="1316">
                  <c:v>1.3217461600646725</c:v>
                </c:pt>
                <c:pt idx="1317">
                  <c:v>1.3354890864995956</c:v>
                </c:pt>
                <c:pt idx="1318">
                  <c:v>1.3160873080032336</c:v>
                </c:pt>
                <c:pt idx="1319">
                  <c:v>1.3274050121261114</c:v>
                </c:pt>
                <c:pt idx="1320">
                  <c:v>1.3354890864995956</c:v>
                </c:pt>
                <c:pt idx="1321">
                  <c:v>1.3459983831851252</c:v>
                </c:pt>
                <c:pt idx="1322">
                  <c:v>1.3241713823767178</c:v>
                </c:pt>
                <c:pt idx="1323">
                  <c:v>1.3354890864995956</c:v>
                </c:pt>
                <c:pt idx="1324">
                  <c:v>1.3419563459983832</c:v>
                </c:pt>
                <c:pt idx="1325">
                  <c:v>1.3177041228779305</c:v>
                </c:pt>
                <c:pt idx="1326">
                  <c:v>1.3136620856911883</c:v>
                </c:pt>
                <c:pt idx="1327">
                  <c:v>1.2934518997574778</c:v>
                </c:pt>
                <c:pt idx="1328">
                  <c:v>1.3023443815683104</c:v>
                </c:pt>
                <c:pt idx="1329">
                  <c:v>1.2910266774454324</c:v>
                </c:pt>
                <c:pt idx="1330">
                  <c:v>1.3071948261924009</c:v>
                </c:pt>
                <c:pt idx="1331">
                  <c:v>1.3185125303152789</c:v>
                </c:pt>
                <c:pt idx="1332">
                  <c:v>1.2983023443815682</c:v>
                </c:pt>
                <c:pt idx="1333">
                  <c:v>1.2756669361358126</c:v>
                </c:pt>
                <c:pt idx="1334">
                  <c:v>1.253839935327405</c:v>
                </c:pt>
                <c:pt idx="1335">
                  <c:v>1.2700080840743735</c:v>
                </c:pt>
                <c:pt idx="1336">
                  <c:v>1.2958771220695231</c:v>
                </c:pt>
                <c:pt idx="1337">
                  <c:v>1.3144704931285367</c:v>
                </c:pt>
                <c:pt idx="1338">
                  <c:v>1.305578011317704</c:v>
                </c:pt>
                <c:pt idx="1339">
                  <c:v>1.2821341956345997</c:v>
                </c:pt>
                <c:pt idx="1340">
                  <c:v>1.269199676637025</c:v>
                </c:pt>
                <c:pt idx="1341">
                  <c:v>1.2756669361358126</c:v>
                </c:pt>
                <c:pt idx="1342">
                  <c:v>1.2619240097008892</c:v>
                </c:pt>
                <c:pt idx="1343">
                  <c:v>1.2546483427647532</c:v>
                </c:pt>
                <c:pt idx="1344">
                  <c:v>1.2417138237671785</c:v>
                </c:pt>
                <c:pt idx="1345">
                  <c:v>1.2182700080840743</c:v>
                </c:pt>
                <c:pt idx="1346">
                  <c:v>1.2392886014551334</c:v>
                </c:pt>
                <c:pt idx="1347">
                  <c:v>1.2328213419563461</c:v>
                </c:pt>
                <c:pt idx="1348">
                  <c:v>1.2344381568310427</c:v>
                </c:pt>
                <c:pt idx="1349">
                  <c:v>1.2263540824575585</c:v>
                </c:pt>
                <c:pt idx="1350">
                  <c:v>1.2489894907033143</c:v>
                </c:pt>
                <c:pt idx="1351">
                  <c:v>1.2651576394502828</c:v>
                </c:pt>
                <c:pt idx="1352">
                  <c:v>1.2651576394502828</c:v>
                </c:pt>
                <c:pt idx="1353">
                  <c:v>1.278900565885206</c:v>
                </c:pt>
                <c:pt idx="1354">
                  <c:v>1.2586903799514955</c:v>
                </c:pt>
                <c:pt idx="1355">
                  <c:v>1.3039611964430073</c:v>
                </c:pt>
                <c:pt idx="1356">
                  <c:v>1.3104284559417947</c:v>
                </c:pt>
                <c:pt idx="1357">
                  <c:v>1.2942603071948262</c:v>
                </c:pt>
                <c:pt idx="1358">
                  <c:v>1.2983023443815682</c:v>
                </c:pt>
                <c:pt idx="1359">
                  <c:v>1.3144704931285367</c:v>
                </c:pt>
                <c:pt idx="1360">
                  <c:v>1.3427647534357314</c:v>
                </c:pt>
                <c:pt idx="1361">
                  <c:v>1.3476151980598221</c:v>
                </c:pt>
                <c:pt idx="1362">
                  <c:v>1.3306386418755052</c:v>
                </c:pt>
                <c:pt idx="1363">
                  <c:v>1.3217461600646725</c:v>
                </c:pt>
                <c:pt idx="1364">
                  <c:v>1.3282134195634601</c:v>
                </c:pt>
                <c:pt idx="1365">
                  <c:v>1.3476151980598221</c:v>
                </c:pt>
                <c:pt idx="1366">
                  <c:v>1.3993532740501211</c:v>
                </c:pt>
                <c:pt idx="1367">
                  <c:v>1.4090541632983025</c:v>
                </c:pt>
                <c:pt idx="1368">
                  <c:v>1.4033953112368633</c:v>
                </c:pt>
                <c:pt idx="1369">
                  <c:v>1.3945028294260307</c:v>
                </c:pt>
                <c:pt idx="1370">
                  <c:v>1.3953112368633791</c:v>
                </c:pt>
                <c:pt idx="1371">
                  <c:v>1.3662085691188359</c:v>
                </c:pt>
                <c:pt idx="1372">
                  <c:v>1.3726758286176233</c:v>
                </c:pt>
                <c:pt idx="1373">
                  <c:v>1.3848019401778497</c:v>
                </c:pt>
                <c:pt idx="1374">
                  <c:v>1.4042037186742118</c:v>
                </c:pt>
                <c:pt idx="1375">
                  <c:v>1.3880355699272433</c:v>
                </c:pt>
                <c:pt idx="1376">
                  <c:v>1.3702506063055779</c:v>
                </c:pt>
                <c:pt idx="1377">
                  <c:v>1.3589329021826999</c:v>
                </c:pt>
                <c:pt idx="1378">
                  <c:v>1.3282134195634601</c:v>
                </c:pt>
                <c:pt idx="1379">
                  <c:v>1.3241713823767178</c:v>
                </c:pt>
                <c:pt idx="1380">
                  <c:v>1.3427647534357314</c:v>
                </c:pt>
                <c:pt idx="1381">
                  <c:v>1.333872271624899</c:v>
                </c:pt>
                <c:pt idx="1382">
                  <c:v>1.3063864187550525</c:v>
                </c:pt>
                <c:pt idx="1383">
                  <c:v>1.3152789005658851</c:v>
                </c:pt>
                <c:pt idx="1384">
                  <c:v>1.3071948261924009</c:v>
                </c:pt>
                <c:pt idx="1385">
                  <c:v>1.3112368633791429</c:v>
                </c:pt>
                <c:pt idx="1386">
                  <c:v>1.2837510105092969</c:v>
                </c:pt>
                <c:pt idx="1387">
                  <c:v>1.2813257881972513</c:v>
                </c:pt>
                <c:pt idx="1388">
                  <c:v>1.2813257881972513</c:v>
                </c:pt>
                <c:pt idx="1389">
                  <c:v>1.2651576394502828</c:v>
                </c:pt>
                <c:pt idx="1390">
                  <c:v>1.2659660468876313</c:v>
                </c:pt>
                <c:pt idx="1391">
                  <c:v>1.257881972514147</c:v>
                </c:pt>
                <c:pt idx="1392">
                  <c:v>1.2530315278900566</c:v>
                </c:pt>
                <c:pt idx="1393">
                  <c:v>1.2651576394502828</c:v>
                </c:pt>
                <c:pt idx="1394">
                  <c:v>1.2732417138237671</c:v>
                </c:pt>
                <c:pt idx="1395">
                  <c:v>1.2514147130153599</c:v>
                </c:pt>
                <c:pt idx="1396">
                  <c:v>1.2586903799514955</c:v>
                </c:pt>
                <c:pt idx="1397">
                  <c:v>1.2594987873888441</c:v>
                </c:pt>
                <c:pt idx="1398">
                  <c:v>1.2409054163298303</c:v>
                </c:pt>
                <c:pt idx="1399">
                  <c:v>1.2392886014551334</c:v>
                </c:pt>
                <c:pt idx="1400">
                  <c:v>1.2312045270816492</c:v>
                </c:pt>
                <c:pt idx="1401">
                  <c:v>1.2206952303961196</c:v>
                </c:pt>
                <c:pt idx="1402">
                  <c:v>1.2061438965238478</c:v>
                </c:pt>
                <c:pt idx="1403">
                  <c:v>1.2004850444624091</c:v>
                </c:pt>
                <c:pt idx="1404">
                  <c:v>1.2004850444624091</c:v>
                </c:pt>
                <c:pt idx="1405">
                  <c:v>1.2021018593371058</c:v>
                </c:pt>
                <c:pt idx="1406">
                  <c:v>1.214227970897332</c:v>
                </c:pt>
                <c:pt idx="1407">
                  <c:v>1.2287793047696038</c:v>
                </c:pt>
                <c:pt idx="1408">
                  <c:v>1.2344381568310427</c:v>
                </c:pt>
                <c:pt idx="1409">
                  <c:v>1.2263540824575585</c:v>
                </c:pt>
                <c:pt idx="1410">
                  <c:v>1.2303961196443005</c:v>
                </c:pt>
                <c:pt idx="1411">
                  <c:v>1.2109943411479387</c:v>
                </c:pt>
                <c:pt idx="1412">
                  <c:v>1.2012934518997573</c:v>
                </c:pt>
                <c:pt idx="1413">
                  <c:v>1.1940177849636215</c:v>
                </c:pt>
                <c:pt idx="1414">
                  <c:v>1.1843168957154406</c:v>
                </c:pt>
                <c:pt idx="1415">
                  <c:v>1.21018593371059</c:v>
                </c:pt>
                <c:pt idx="1416">
                  <c:v>1.2287793047696038</c:v>
                </c:pt>
                <c:pt idx="1417">
                  <c:v>1.2506063055780112</c:v>
                </c:pt>
                <c:pt idx="1418">
                  <c:v>1.2877930476960389</c:v>
                </c:pt>
                <c:pt idx="1419">
                  <c:v>1.2918350848827811</c:v>
                </c:pt>
                <c:pt idx="1420">
                  <c:v>1.3063864187550525</c:v>
                </c:pt>
                <c:pt idx="1421">
                  <c:v>1.3257881972514147</c:v>
                </c:pt>
                <c:pt idx="1422">
                  <c:v>1.3233629749393694</c:v>
                </c:pt>
                <c:pt idx="1423">
                  <c:v>1.3362974939369443</c:v>
                </c:pt>
                <c:pt idx="1424">
                  <c:v>1.3516572352465641</c:v>
                </c:pt>
                <c:pt idx="1425">
                  <c:v>1.3742926434923202</c:v>
                </c:pt>
                <c:pt idx="1426">
                  <c:v>1.3961196443007275</c:v>
                </c:pt>
                <c:pt idx="1427">
                  <c:v>1.3629749393694421</c:v>
                </c:pt>
                <c:pt idx="1428">
                  <c:v>1.3710590137429264</c:v>
                </c:pt>
                <c:pt idx="1429">
                  <c:v>1.3985448666127729</c:v>
                </c:pt>
                <c:pt idx="1430">
                  <c:v>1.3993532740501211</c:v>
                </c:pt>
                <c:pt idx="1431">
                  <c:v>1.3726758286176233</c:v>
                </c:pt>
                <c:pt idx="1432">
                  <c:v>1.3362974939369443</c:v>
                </c:pt>
                <c:pt idx="1433">
                  <c:v>1.3193209377526272</c:v>
                </c:pt>
                <c:pt idx="1434">
                  <c:v>1.3306386418755052</c:v>
                </c:pt>
                <c:pt idx="1435">
                  <c:v>1.3354890864995956</c:v>
                </c:pt>
                <c:pt idx="1436">
                  <c:v>1.3468067906224737</c:v>
                </c:pt>
                <c:pt idx="1437">
                  <c:v>1.3524656426839128</c:v>
                </c:pt>
                <c:pt idx="1438">
                  <c:v>1.3282134195634601</c:v>
                </c:pt>
                <c:pt idx="1439">
                  <c:v>1.3031527890056587</c:v>
                </c:pt>
                <c:pt idx="1440">
                  <c:v>1.3193209377526272</c:v>
                </c:pt>
                <c:pt idx="1441">
                  <c:v>1.3193209377526272</c:v>
                </c:pt>
                <c:pt idx="1442">
                  <c:v>1.3177041228779305</c:v>
                </c:pt>
                <c:pt idx="1443">
                  <c:v>1.3435731608730799</c:v>
                </c:pt>
                <c:pt idx="1444">
                  <c:v>1.3823767178658044</c:v>
                </c:pt>
                <c:pt idx="1445">
                  <c:v>1.3920776071139853</c:v>
                </c:pt>
                <c:pt idx="1446">
                  <c:v>1.3880355699272433</c:v>
                </c:pt>
                <c:pt idx="1447">
                  <c:v>1.3953112368633791</c:v>
                </c:pt>
                <c:pt idx="1448">
                  <c:v>1.3872271624898949</c:v>
                </c:pt>
                <c:pt idx="1449">
                  <c:v>1.3710590137429264</c:v>
                </c:pt>
                <c:pt idx="1450">
                  <c:v>1.4033953112368633</c:v>
                </c:pt>
                <c:pt idx="1451">
                  <c:v>1.4405820533548908</c:v>
                </c:pt>
                <c:pt idx="1452">
                  <c:v>1.4349232012934519</c:v>
                </c:pt>
                <c:pt idx="1453">
                  <c:v>1.4211802748585287</c:v>
                </c:pt>
                <c:pt idx="1454">
                  <c:v>1.4413904607922394</c:v>
                </c:pt>
                <c:pt idx="1455">
                  <c:v>1.4680679062247373</c:v>
                </c:pt>
                <c:pt idx="1456">
                  <c:v>1.4357316087308003</c:v>
                </c:pt>
                <c:pt idx="1457">
                  <c:v>1.4066289409862571</c:v>
                </c:pt>
                <c:pt idx="1458">
                  <c:v>1.4033953112368633</c:v>
                </c:pt>
                <c:pt idx="1459">
                  <c:v>1.4227970897332256</c:v>
                </c:pt>
                <c:pt idx="1460">
                  <c:v>1.4510913500404203</c:v>
                </c:pt>
                <c:pt idx="1461">
                  <c:v>1.4874696847210993</c:v>
                </c:pt>
                <c:pt idx="1462">
                  <c:v>1.5052546483427647</c:v>
                </c:pt>
                <c:pt idx="1463">
                  <c:v>1.4769603880355697</c:v>
                </c:pt>
                <c:pt idx="1464">
                  <c:v>1.4801940177849635</c:v>
                </c:pt>
                <c:pt idx="1465">
                  <c:v>1.4882780921584478</c:v>
                </c:pt>
                <c:pt idx="1466">
                  <c:v>1.5084882780921585</c:v>
                </c:pt>
                <c:pt idx="1467">
                  <c:v>1.496362166531932</c:v>
                </c:pt>
                <c:pt idx="1468">
                  <c:v>1.4656426839126921</c:v>
                </c:pt>
                <c:pt idx="1469">
                  <c:v>1.4915117219078415</c:v>
                </c:pt>
                <c:pt idx="1470">
                  <c:v>1.5092966855295067</c:v>
                </c:pt>
                <c:pt idx="1471">
                  <c:v>1.4955537590945835</c:v>
                </c:pt>
                <c:pt idx="1472">
                  <c:v>1.4971705739692804</c:v>
                </c:pt>
                <c:pt idx="1473">
                  <c:v>1.5198059822150363</c:v>
                </c:pt>
                <c:pt idx="1474">
                  <c:v>1.4979789814066291</c:v>
                </c:pt>
                <c:pt idx="1475">
                  <c:v>1.5133387227162489</c:v>
                </c:pt>
                <c:pt idx="1476">
                  <c:v>1.4551333872271626</c:v>
                </c:pt>
                <c:pt idx="1477">
                  <c:v>1.4227970897332256</c:v>
                </c:pt>
                <c:pt idx="1478">
                  <c:v>1.4632174616006466</c:v>
                </c:pt>
                <c:pt idx="1479">
                  <c:v>1.4252223120452709</c:v>
                </c:pt>
                <c:pt idx="1480">
                  <c:v>1.4446240905416328</c:v>
                </c:pt>
                <c:pt idx="1481">
                  <c:v>1.4155214227970896</c:v>
                </c:pt>
                <c:pt idx="1482">
                  <c:v>1.4244139046079223</c:v>
                </c:pt>
                <c:pt idx="1483">
                  <c:v>1.4114793856103476</c:v>
                </c:pt>
                <c:pt idx="1484">
                  <c:v>1.3904607922392886</c:v>
                </c:pt>
                <c:pt idx="1485">
                  <c:v>1.3839935327405011</c:v>
                </c:pt>
                <c:pt idx="1486">
                  <c:v>1.3726758286176233</c:v>
                </c:pt>
                <c:pt idx="1487">
                  <c:v>1.3791430881164106</c:v>
                </c:pt>
                <c:pt idx="1488">
                  <c:v>1.3807599029911075</c:v>
                </c:pt>
                <c:pt idx="1489">
                  <c:v>1.3920776071139853</c:v>
                </c:pt>
                <c:pt idx="1490">
                  <c:v>1.4050121261115602</c:v>
                </c:pt>
                <c:pt idx="1491">
                  <c:v>1.3823767178658044</c:v>
                </c:pt>
                <c:pt idx="1492">
                  <c:v>1.3848019401778497</c:v>
                </c:pt>
                <c:pt idx="1493">
                  <c:v>1.4025869037995149</c:v>
                </c:pt>
                <c:pt idx="1494">
                  <c:v>1.4244139046079223</c:v>
                </c:pt>
                <c:pt idx="1495">
                  <c:v>1.4195634599838318</c:v>
                </c:pt>
                <c:pt idx="1496">
                  <c:v>1.4591754244139046</c:v>
                </c:pt>
                <c:pt idx="1497">
                  <c:v>1.485044462409054</c:v>
                </c:pt>
                <c:pt idx="1498">
                  <c:v>1.4567502021018592</c:v>
                </c:pt>
                <c:pt idx="1499">
                  <c:v>1.4446240905416328</c:v>
                </c:pt>
                <c:pt idx="1500">
                  <c:v>1.4122877930476958</c:v>
                </c:pt>
                <c:pt idx="1501">
                  <c:v>1.4349232012934519</c:v>
                </c:pt>
                <c:pt idx="1502">
                  <c:v>1.4333063864187552</c:v>
                </c:pt>
                <c:pt idx="1503">
                  <c:v>1.4268391269199676</c:v>
                </c:pt>
                <c:pt idx="1504">
                  <c:v>1.4252223120452709</c:v>
                </c:pt>
                <c:pt idx="1505">
                  <c:v>1.4171382376717867</c:v>
                </c:pt>
                <c:pt idx="1506">
                  <c:v>1.4147130153597414</c:v>
                </c:pt>
                <c:pt idx="1507">
                  <c:v>1.4082457558609538</c:v>
                </c:pt>
                <c:pt idx="1508">
                  <c:v>1.3839935327405011</c:v>
                </c:pt>
                <c:pt idx="1509">
                  <c:v>1.3993532740501211</c:v>
                </c:pt>
                <c:pt idx="1510">
                  <c:v>1.4276475343573161</c:v>
                </c:pt>
                <c:pt idx="1511">
                  <c:v>1.4357316087308003</c:v>
                </c:pt>
                <c:pt idx="1512">
                  <c:v>1.4308811641067098</c:v>
                </c:pt>
                <c:pt idx="1513">
                  <c:v>1.4236054971705738</c:v>
                </c:pt>
                <c:pt idx="1514">
                  <c:v>1.459983831851253</c:v>
                </c:pt>
                <c:pt idx="1515">
                  <c:v>1.4688763136620855</c:v>
                </c:pt>
                <c:pt idx="1516">
                  <c:v>1.5173807599029909</c:v>
                </c:pt>
                <c:pt idx="1517">
                  <c:v>1.5254648342764752</c:v>
                </c:pt>
                <c:pt idx="1518">
                  <c:v>1.5456750202101859</c:v>
                </c:pt>
                <c:pt idx="1519">
                  <c:v>1.5925626515763944</c:v>
                </c:pt>
                <c:pt idx="1520">
                  <c:v>1.6143896523848018</c:v>
                </c:pt>
                <c:pt idx="1521">
                  <c:v>1.6305578011317703</c:v>
                </c:pt>
                <c:pt idx="1522">
                  <c:v>1.7097817299919158</c:v>
                </c:pt>
                <c:pt idx="1523">
                  <c:v>1.691188358932902</c:v>
                </c:pt>
                <c:pt idx="1524">
                  <c:v>1.6822958771220695</c:v>
                </c:pt>
                <c:pt idx="1525">
                  <c:v>1.7227162489894907</c:v>
                </c:pt>
                <c:pt idx="1526">
                  <c:v>1.6960388035569929</c:v>
                </c:pt>
                <c:pt idx="1527">
                  <c:v>1.6637025060630559</c:v>
                </c:pt>
                <c:pt idx="1528">
                  <c:v>1.654810024252223</c:v>
                </c:pt>
                <c:pt idx="1529">
                  <c:v>1.6790622473726757</c:v>
                </c:pt>
                <c:pt idx="1530">
                  <c:v>1.6653193209377526</c:v>
                </c:pt>
                <c:pt idx="1531">
                  <c:v>1.5901374292643491</c:v>
                </c:pt>
                <c:pt idx="1532">
                  <c:v>1.5844785772029102</c:v>
                </c:pt>
                <c:pt idx="1533">
                  <c:v>1.631366208569119</c:v>
                </c:pt>
                <c:pt idx="1534">
                  <c:v>1.6103476151980598</c:v>
                </c:pt>
                <c:pt idx="1535">
                  <c:v>1.5561843168957155</c:v>
                </c:pt>
                <c:pt idx="1536">
                  <c:v>1.566693613581245</c:v>
                </c:pt>
                <c:pt idx="1537">
                  <c:v>1.5497170573969279</c:v>
                </c:pt>
                <c:pt idx="1538">
                  <c:v>1.5052546483427647</c:v>
                </c:pt>
                <c:pt idx="1539">
                  <c:v>1.5101050929668554</c:v>
                </c:pt>
                <c:pt idx="1540">
                  <c:v>1.4939369442198869</c:v>
                </c:pt>
                <c:pt idx="1541">
                  <c:v>1.459983831851253</c:v>
                </c:pt>
                <c:pt idx="1542">
                  <c:v>1.4607922392886012</c:v>
                </c:pt>
                <c:pt idx="1543">
                  <c:v>1.4510913500404203</c:v>
                </c:pt>
                <c:pt idx="1544">
                  <c:v>1.448666127728375</c:v>
                </c:pt>
                <c:pt idx="1545">
                  <c:v>1.4834276475343573</c:v>
                </c:pt>
                <c:pt idx="1546">
                  <c:v>1.5036378334680678</c:v>
                </c:pt>
                <c:pt idx="1547">
                  <c:v>1.4769603880355697</c:v>
                </c:pt>
                <c:pt idx="1548">
                  <c:v>1.4680679062247373</c:v>
                </c:pt>
                <c:pt idx="1549">
                  <c:v>1.4890864995957962</c:v>
                </c:pt>
                <c:pt idx="1550">
                  <c:v>1.528698464025869</c:v>
                </c:pt>
                <c:pt idx="1551">
                  <c:v>1.5036378334680678</c:v>
                </c:pt>
                <c:pt idx="1552">
                  <c:v>1.511721907841552</c:v>
                </c:pt>
                <c:pt idx="1553">
                  <c:v>1.5012126111560224</c:v>
                </c:pt>
                <c:pt idx="1554">
                  <c:v>1.5529506871463217</c:v>
                </c:pt>
                <c:pt idx="1555">
                  <c:v>1.5618431689571544</c:v>
                </c:pt>
                <c:pt idx="1556">
                  <c:v>1.5763945028294259</c:v>
                </c:pt>
                <c:pt idx="1557">
                  <c:v>1.5416329830234436</c:v>
                </c:pt>
                <c:pt idx="1558">
                  <c:v>1.5456750202101859</c:v>
                </c:pt>
                <c:pt idx="1559">
                  <c:v>1.6087308003233629</c:v>
                </c:pt>
                <c:pt idx="1560">
                  <c:v>1.5763945028294259</c:v>
                </c:pt>
                <c:pt idx="1561">
                  <c:v>1.5198059822150363</c:v>
                </c:pt>
                <c:pt idx="1562">
                  <c:v>1.4793856103476151</c:v>
                </c:pt>
                <c:pt idx="1563">
                  <c:v>1.5885206143896524</c:v>
                </c:pt>
                <c:pt idx="1564">
                  <c:v>1.6087308003233629</c:v>
                </c:pt>
                <c:pt idx="1565">
                  <c:v>1.5885206143896524</c:v>
                </c:pt>
                <c:pt idx="1566">
                  <c:v>1.6426839126919965</c:v>
                </c:pt>
                <c:pt idx="1567">
                  <c:v>1.6459175424413903</c:v>
                </c:pt>
                <c:pt idx="1568">
                  <c:v>1.6184316895715438</c:v>
                </c:pt>
                <c:pt idx="1569">
                  <c:v>1.5893290218270006</c:v>
                </c:pt>
                <c:pt idx="1570">
                  <c:v>1.544058205335489</c:v>
                </c:pt>
                <c:pt idx="1571">
                  <c:v>1.566693613581245</c:v>
                </c:pt>
                <c:pt idx="1572">
                  <c:v>1.5699272433306386</c:v>
                </c:pt>
                <c:pt idx="1573">
                  <c:v>1.6063055780113176</c:v>
                </c:pt>
                <c:pt idx="1574">
                  <c:v>1.5860953920776071</c:v>
                </c:pt>
                <c:pt idx="1575">
                  <c:v>1.6224737267582861</c:v>
                </c:pt>
                <c:pt idx="1576">
                  <c:v>1.5974130962004849</c:v>
                </c:pt>
                <c:pt idx="1577">
                  <c:v>1.6006467259498787</c:v>
                </c:pt>
                <c:pt idx="1578">
                  <c:v>1.5885206143896524</c:v>
                </c:pt>
                <c:pt idx="1579">
                  <c:v>1.5521422797089732</c:v>
                </c:pt>
                <c:pt idx="1580">
                  <c:v>1.5683104284559417</c:v>
                </c:pt>
                <c:pt idx="1581">
                  <c:v>1.5618431689571544</c:v>
                </c:pt>
                <c:pt idx="1582">
                  <c:v>1.5101050929668554</c:v>
                </c:pt>
                <c:pt idx="1583">
                  <c:v>1.511721907841552</c:v>
                </c:pt>
                <c:pt idx="1584">
                  <c:v>1.5222312045270816</c:v>
                </c:pt>
                <c:pt idx="1585">
                  <c:v>1.5012126111560224</c:v>
                </c:pt>
                <c:pt idx="1586">
                  <c:v>1.4688763136620855</c:v>
                </c:pt>
                <c:pt idx="1587">
                  <c:v>1.4729183508488277</c:v>
                </c:pt>
                <c:pt idx="1588">
                  <c:v>1.4777687954729184</c:v>
                </c:pt>
                <c:pt idx="1589">
                  <c:v>1.4535165723524657</c:v>
                </c:pt>
                <c:pt idx="1590">
                  <c:v>1.4793856103476151</c:v>
                </c:pt>
                <c:pt idx="1591">
                  <c:v>1.5173807599029909</c:v>
                </c:pt>
                <c:pt idx="1592">
                  <c:v>1.5295068714632174</c:v>
                </c:pt>
                <c:pt idx="1593">
                  <c:v>1.5545675020210186</c:v>
                </c:pt>
                <c:pt idx="1594">
                  <c:v>1.5375909458367016</c:v>
                </c:pt>
                <c:pt idx="1595">
                  <c:v>1.6063055780113176</c:v>
                </c:pt>
                <c:pt idx="1596">
                  <c:v>1.6329830234438156</c:v>
                </c:pt>
                <c:pt idx="1597">
                  <c:v>1.6216653193209376</c:v>
                </c:pt>
                <c:pt idx="1598">
                  <c:v>1.6329830234438156</c:v>
                </c:pt>
                <c:pt idx="1599">
                  <c:v>1.6127728375101051</c:v>
                </c:pt>
                <c:pt idx="1600">
                  <c:v>1.6305578011317703</c:v>
                </c:pt>
                <c:pt idx="1601">
                  <c:v>1.6168148746968471</c:v>
                </c:pt>
                <c:pt idx="1602">
                  <c:v>1.6087308003233629</c:v>
                </c:pt>
                <c:pt idx="1603">
                  <c:v>1.570735650767987</c:v>
                </c:pt>
                <c:pt idx="1604">
                  <c:v>1.5416329830234436</c:v>
                </c:pt>
                <c:pt idx="1605">
                  <c:v>1.5238480194017785</c:v>
                </c:pt>
                <c:pt idx="1606">
                  <c:v>1.5860953920776071</c:v>
                </c:pt>
                <c:pt idx="1607">
                  <c:v>1.5982215036378333</c:v>
                </c:pt>
                <c:pt idx="1608">
                  <c:v>1.6531932093775263</c:v>
                </c:pt>
                <c:pt idx="1609">
                  <c:v>1.6475343573160874</c:v>
                </c:pt>
                <c:pt idx="1610">
                  <c:v>1.7033144704931285</c:v>
                </c:pt>
                <c:pt idx="1611">
                  <c:v>1.6936135812449473</c:v>
                </c:pt>
                <c:pt idx="1612">
                  <c:v>1.6717865804365402</c:v>
                </c:pt>
                <c:pt idx="1613">
                  <c:v>1.7097817299919158</c:v>
                </c:pt>
                <c:pt idx="1614">
                  <c:v>1.7146321746160065</c:v>
                </c:pt>
                <c:pt idx="1615">
                  <c:v>1.8003233629749393</c:v>
                </c:pt>
                <c:pt idx="1616">
                  <c:v>1.7906224737267582</c:v>
                </c:pt>
                <c:pt idx="1617">
                  <c:v>1.8027485852869847</c:v>
                </c:pt>
                <c:pt idx="1618">
                  <c:v>1.7760711398544866</c:v>
                </c:pt>
                <c:pt idx="1619">
                  <c:v>1.8795472918350848</c:v>
                </c:pt>
                <c:pt idx="1620">
                  <c:v>1.8755052546483426</c:v>
                </c:pt>
                <c:pt idx="1621">
                  <c:v>1.8755052546483426</c:v>
                </c:pt>
                <c:pt idx="1622">
                  <c:v>1.9967663702506062</c:v>
                </c:pt>
                <c:pt idx="1623">
                  <c:v>2.0250606305578009</c:v>
                </c:pt>
                <c:pt idx="1624">
                  <c:v>2.1463217461600648</c:v>
                </c:pt>
                <c:pt idx="1625">
                  <c:v>2.0832659660468873</c:v>
                </c:pt>
                <c:pt idx="1626">
                  <c:v>2.1236863379143087</c:v>
                </c:pt>
                <c:pt idx="1627">
                  <c:v>2.1924009700889249</c:v>
                </c:pt>
                <c:pt idx="1628">
                  <c:v>2.1463217461600648</c:v>
                </c:pt>
                <c:pt idx="1629">
                  <c:v>2.071139854486661</c:v>
                </c:pt>
                <c:pt idx="1630">
                  <c:v>2.0735650767987064</c:v>
                </c:pt>
                <c:pt idx="1631">
                  <c:v>2.0412287793047694</c:v>
                </c:pt>
                <c:pt idx="1632">
                  <c:v>2.0897332255456749</c:v>
                </c:pt>
                <c:pt idx="1633">
                  <c:v>2.1115602263540825</c:v>
                </c:pt>
                <c:pt idx="1634">
                  <c:v>2.0881164106709784</c:v>
                </c:pt>
                <c:pt idx="1635">
                  <c:v>2.0509296685529503</c:v>
                </c:pt>
                <c:pt idx="1636">
                  <c:v>2.0549717057396926</c:v>
                </c:pt>
                <c:pt idx="1637">
                  <c:v>2.0250606305578009</c:v>
                </c:pt>
                <c:pt idx="1638">
                  <c:v>1.952303961196443</c:v>
                </c:pt>
                <c:pt idx="1639">
                  <c:v>1.9700889248181082</c:v>
                </c:pt>
                <c:pt idx="1640">
                  <c:v>1.9862570735650766</c:v>
                </c:pt>
                <c:pt idx="1641">
                  <c:v>1.9902991107518189</c:v>
                </c:pt>
                <c:pt idx="1642">
                  <c:v>2.0129345189975747</c:v>
                </c:pt>
                <c:pt idx="1643">
                  <c:v>2.0088924818108325</c:v>
                </c:pt>
                <c:pt idx="1644">
                  <c:v>2.0371867421180276</c:v>
                </c:pt>
                <c:pt idx="1645">
                  <c:v>1.9725141471301535</c:v>
                </c:pt>
                <c:pt idx="1646">
                  <c:v>1.9417946645109134</c:v>
                </c:pt>
                <c:pt idx="1647">
                  <c:v>1.9280517380759903</c:v>
                </c:pt>
                <c:pt idx="1648">
                  <c:v>1.9660468876313661</c:v>
                </c:pt>
                <c:pt idx="1649">
                  <c:v>1.9458367016976554</c:v>
                </c:pt>
                <c:pt idx="1650">
                  <c:v>1.8940986257073567</c:v>
                </c:pt>
                <c:pt idx="1651">
                  <c:v>1.9159256265157638</c:v>
                </c:pt>
                <c:pt idx="1652">
                  <c:v>1.919967663702506</c:v>
                </c:pt>
                <c:pt idx="1653">
                  <c:v>1.9385610347615199</c:v>
                </c:pt>
                <c:pt idx="1654">
                  <c:v>1.9652384801940177</c:v>
                </c:pt>
                <c:pt idx="1655">
                  <c:v>1.9814066289409862</c:v>
                </c:pt>
                <c:pt idx="1656">
                  <c:v>1.9692805173807597</c:v>
                </c:pt>
                <c:pt idx="1657">
                  <c:v>1.9822150363783346</c:v>
                </c:pt>
                <c:pt idx="1658">
                  <c:v>2.0291026677445432</c:v>
                </c:pt>
                <c:pt idx="1659">
                  <c:v>2.0210185933710592</c:v>
                </c:pt>
                <c:pt idx="1660">
                  <c:v>2.0185933710590138</c:v>
                </c:pt>
                <c:pt idx="1661">
                  <c:v>2.0129345189975747</c:v>
                </c:pt>
                <c:pt idx="1662">
                  <c:v>1.919967663702506</c:v>
                </c:pt>
                <c:pt idx="1663">
                  <c:v>1.929668552950687</c:v>
                </c:pt>
                <c:pt idx="1664">
                  <c:v>1.8957154405820533</c:v>
                </c:pt>
                <c:pt idx="1665">
                  <c:v>1.919967663702506</c:v>
                </c:pt>
                <c:pt idx="1666">
                  <c:v>1.8795472918350848</c:v>
                </c:pt>
                <c:pt idx="1667">
                  <c:v>1.9094583670169765</c:v>
                </c:pt>
                <c:pt idx="1668">
                  <c:v>1.9280517380759903</c:v>
                </c:pt>
                <c:pt idx="1669">
                  <c:v>1.9975747776879547</c:v>
                </c:pt>
                <c:pt idx="1670">
                  <c:v>1.9700889248181082</c:v>
                </c:pt>
                <c:pt idx="1671">
                  <c:v>1.988682295877122</c:v>
                </c:pt>
                <c:pt idx="1672">
                  <c:v>1.9951495553759095</c:v>
                </c:pt>
                <c:pt idx="1673">
                  <c:v>2.0339531123686339</c:v>
                </c:pt>
                <c:pt idx="1674">
                  <c:v>2.0776071139854486</c:v>
                </c:pt>
                <c:pt idx="1675">
                  <c:v>2.0881164106709784</c:v>
                </c:pt>
                <c:pt idx="1676">
                  <c:v>2.0493128536782539</c:v>
                </c:pt>
                <c:pt idx="1677">
                  <c:v>2.0379951495553756</c:v>
                </c:pt>
                <c:pt idx="1678">
                  <c:v>2.0250606305578009</c:v>
                </c:pt>
                <c:pt idx="1679">
                  <c:v>1.9256265157639449</c:v>
                </c:pt>
                <c:pt idx="1680">
                  <c:v>1.8892481810832658</c:v>
                </c:pt>
                <c:pt idx="1681">
                  <c:v>1.9005658852061438</c:v>
                </c:pt>
                <c:pt idx="1682">
                  <c:v>1.8755052546483426</c:v>
                </c:pt>
                <c:pt idx="1683">
                  <c:v>1.8310428455941794</c:v>
                </c:pt>
                <c:pt idx="1684">
                  <c:v>1.8164915117219078</c:v>
                </c:pt>
                <c:pt idx="1685">
                  <c:v>1.8447857720291025</c:v>
                </c:pt>
                <c:pt idx="1686">
                  <c:v>1.9377526273241712</c:v>
                </c:pt>
                <c:pt idx="1687">
                  <c:v>1.8755052546483426</c:v>
                </c:pt>
                <c:pt idx="1688">
                  <c:v>1.9280517380759903</c:v>
                </c:pt>
                <c:pt idx="1689">
                  <c:v>1.9037995149555376</c:v>
                </c:pt>
                <c:pt idx="1690">
                  <c:v>1.8876313662085691</c:v>
                </c:pt>
                <c:pt idx="1691">
                  <c:v>1.8795472918350848</c:v>
                </c:pt>
                <c:pt idx="1692">
                  <c:v>1.940986257073565</c:v>
                </c:pt>
                <c:pt idx="1693">
                  <c:v>1.8835893290218269</c:v>
                </c:pt>
                <c:pt idx="1694">
                  <c:v>1.8940986257073567</c:v>
                </c:pt>
                <c:pt idx="1695">
                  <c:v>1.8730800323362973</c:v>
                </c:pt>
                <c:pt idx="1696">
                  <c:v>1.8447857720291025</c:v>
                </c:pt>
                <c:pt idx="1697">
                  <c:v>1.8569118835893288</c:v>
                </c:pt>
                <c:pt idx="1698">
                  <c:v>1.8892481810832658</c:v>
                </c:pt>
                <c:pt idx="1699">
                  <c:v>1.8601455133387226</c:v>
                </c:pt>
                <c:pt idx="1700">
                  <c:v>1.8641875505254648</c:v>
                </c:pt>
                <c:pt idx="1701">
                  <c:v>1.8528698464025868</c:v>
                </c:pt>
                <c:pt idx="1702">
                  <c:v>1.8229587712206952</c:v>
                </c:pt>
                <c:pt idx="1703">
                  <c:v>1.8270008084074374</c:v>
                </c:pt>
                <c:pt idx="1704">
                  <c:v>1.8472109943411479</c:v>
                </c:pt>
                <c:pt idx="1705">
                  <c:v>1.8601455133387226</c:v>
                </c:pt>
                <c:pt idx="1706">
                  <c:v>1.841552142279709</c:v>
                </c:pt>
                <c:pt idx="1707">
                  <c:v>1.8552950687146321</c:v>
                </c:pt>
                <c:pt idx="1708">
                  <c:v>1.8229587712206952</c:v>
                </c:pt>
                <c:pt idx="1709">
                  <c:v>1.8318512530315278</c:v>
                </c:pt>
                <c:pt idx="1710">
                  <c:v>1.8916734033953111</c:v>
                </c:pt>
                <c:pt idx="1711">
                  <c:v>1.8771220695230395</c:v>
                </c:pt>
                <c:pt idx="1712">
                  <c:v>1.9240097008892481</c:v>
                </c:pt>
                <c:pt idx="1713">
                  <c:v>1.9781729991915924</c:v>
                </c:pt>
                <c:pt idx="1714">
                  <c:v>1.9571544058205335</c:v>
                </c:pt>
                <c:pt idx="1715">
                  <c:v>1.952303961196443</c:v>
                </c:pt>
                <c:pt idx="1716">
                  <c:v>1.9005658852061438</c:v>
                </c:pt>
                <c:pt idx="1717">
                  <c:v>1.9175424413904607</c:v>
                </c:pt>
                <c:pt idx="1718">
                  <c:v>1.8916734033953111</c:v>
                </c:pt>
                <c:pt idx="1719">
                  <c:v>1.8569118835893288</c:v>
                </c:pt>
                <c:pt idx="1720">
                  <c:v>1.8916734033953111</c:v>
                </c:pt>
                <c:pt idx="1721">
                  <c:v>1.8569118835893288</c:v>
                </c:pt>
                <c:pt idx="1722">
                  <c:v>1.8852061438965237</c:v>
                </c:pt>
                <c:pt idx="1723">
                  <c:v>1.8755052546483426</c:v>
                </c:pt>
                <c:pt idx="1724">
                  <c:v>1.8811641067097815</c:v>
                </c:pt>
                <c:pt idx="1725">
                  <c:v>1.8593371059013744</c:v>
                </c:pt>
                <c:pt idx="1726">
                  <c:v>1.8431689571544059</c:v>
                </c:pt>
                <c:pt idx="1727">
                  <c:v>1.8027485852869847</c:v>
                </c:pt>
                <c:pt idx="1728">
                  <c:v>1.8407437348423603</c:v>
                </c:pt>
                <c:pt idx="1729">
                  <c:v>1.8617623282134197</c:v>
                </c:pt>
                <c:pt idx="1730">
                  <c:v>1.8391269199676636</c:v>
                </c:pt>
                <c:pt idx="1731">
                  <c:v>1.8698464025869039</c:v>
                </c:pt>
                <c:pt idx="1732">
                  <c:v>1.8811641067097815</c:v>
                </c:pt>
                <c:pt idx="1733">
                  <c:v>1.8876313662085691</c:v>
                </c:pt>
                <c:pt idx="1734">
                  <c:v>1.864995957962813</c:v>
                </c:pt>
                <c:pt idx="1735">
                  <c:v>1.8512530315278901</c:v>
                </c:pt>
                <c:pt idx="1736">
                  <c:v>1.8350848827809216</c:v>
                </c:pt>
                <c:pt idx="1737">
                  <c:v>1.8447857720291025</c:v>
                </c:pt>
                <c:pt idx="1738">
                  <c:v>1.8633791430881164</c:v>
                </c:pt>
                <c:pt idx="1739">
                  <c:v>1.7704122877930477</c:v>
                </c:pt>
                <c:pt idx="1740">
                  <c:v>1.7299919159256265</c:v>
                </c:pt>
                <c:pt idx="1741">
                  <c:v>1.6936135812449473</c:v>
                </c:pt>
                <c:pt idx="1742">
                  <c:v>1.7429264349232012</c:v>
                </c:pt>
                <c:pt idx="1743">
                  <c:v>1.7987065481002424</c:v>
                </c:pt>
                <c:pt idx="1744">
                  <c:v>1.8084074373484236</c:v>
                </c:pt>
                <c:pt idx="1745">
                  <c:v>1.8496362166531932</c:v>
                </c:pt>
                <c:pt idx="1746">
                  <c:v>1.8439773645917541</c:v>
                </c:pt>
                <c:pt idx="1747">
                  <c:v>1.8512530315278901</c:v>
                </c:pt>
                <c:pt idx="1748">
                  <c:v>1.9337105901374292</c:v>
                </c:pt>
                <c:pt idx="1749">
                  <c:v>1.9207760711398545</c:v>
                </c:pt>
                <c:pt idx="1750">
                  <c:v>1.929668552950687</c:v>
                </c:pt>
                <c:pt idx="1751">
                  <c:v>1.9175424413904607</c:v>
                </c:pt>
                <c:pt idx="1752">
                  <c:v>2.0048504446240907</c:v>
                </c:pt>
                <c:pt idx="1753">
                  <c:v>2.0291026677445432</c:v>
                </c:pt>
                <c:pt idx="1754">
                  <c:v>1.9967663702506062</c:v>
                </c:pt>
                <c:pt idx="1755">
                  <c:v>1.9539207760711397</c:v>
                </c:pt>
                <c:pt idx="1756">
                  <c:v>2.0460792239288601</c:v>
                </c:pt>
                <c:pt idx="1757">
                  <c:v>2.0493128536782539</c:v>
                </c:pt>
                <c:pt idx="1758">
                  <c:v>2.0226354082457556</c:v>
                </c:pt>
                <c:pt idx="1759">
                  <c:v>1.9620048504446239</c:v>
                </c:pt>
                <c:pt idx="1760">
                  <c:v>1.9741309620048504</c:v>
                </c:pt>
                <c:pt idx="1761">
                  <c:v>1.9377526273241712</c:v>
                </c:pt>
                <c:pt idx="1762">
                  <c:v>1.9442198868229588</c:v>
                </c:pt>
                <c:pt idx="1763">
                  <c:v>1.9482619240097008</c:v>
                </c:pt>
                <c:pt idx="1764">
                  <c:v>1.9482619240097008</c:v>
                </c:pt>
                <c:pt idx="1765">
                  <c:v>1.8957154405820533</c:v>
                </c:pt>
                <c:pt idx="1766">
                  <c:v>1.9037995149555376</c:v>
                </c:pt>
                <c:pt idx="1767">
                  <c:v>1.9118835893290218</c:v>
                </c:pt>
                <c:pt idx="1768">
                  <c:v>1.952303961196443</c:v>
                </c:pt>
                <c:pt idx="1769">
                  <c:v>1.9765561843168957</c:v>
                </c:pt>
                <c:pt idx="1770">
                  <c:v>2.0291026677445432</c:v>
                </c:pt>
                <c:pt idx="1771">
                  <c:v>2.007275666936136</c:v>
                </c:pt>
                <c:pt idx="1772">
                  <c:v>1.9620048504446239</c:v>
                </c:pt>
                <c:pt idx="1773">
                  <c:v>1.904607922392886</c:v>
                </c:pt>
                <c:pt idx="1774">
                  <c:v>1.9377526273241712</c:v>
                </c:pt>
                <c:pt idx="1775">
                  <c:v>1.9037995149555376</c:v>
                </c:pt>
                <c:pt idx="1776">
                  <c:v>1.9256265157639449</c:v>
                </c:pt>
                <c:pt idx="1777">
                  <c:v>1.98464025869038</c:v>
                </c:pt>
                <c:pt idx="1778">
                  <c:v>2.0250606305578009</c:v>
                </c:pt>
                <c:pt idx="1779">
                  <c:v>1.98464025869038</c:v>
                </c:pt>
                <c:pt idx="1780">
                  <c:v>2.0638641875505255</c:v>
                </c:pt>
                <c:pt idx="1781">
                  <c:v>2.0897332255456749</c:v>
                </c:pt>
                <c:pt idx="1782">
                  <c:v>2.1042845594179469</c:v>
                </c:pt>
                <c:pt idx="1783">
                  <c:v>2.10266774454325</c:v>
                </c:pt>
                <c:pt idx="1784">
                  <c:v>2.1309620048504447</c:v>
                </c:pt>
                <c:pt idx="1785">
                  <c:v>2.1002425222312047</c:v>
                </c:pt>
                <c:pt idx="1786">
                  <c:v>2.1196443007275665</c:v>
                </c:pt>
                <c:pt idx="1787">
                  <c:v>2.1317704122877927</c:v>
                </c:pt>
                <c:pt idx="1788">
                  <c:v>2.2473726758286174</c:v>
                </c:pt>
                <c:pt idx="1789">
                  <c:v>2.2837510105092966</c:v>
                </c:pt>
                <c:pt idx="1790">
                  <c:v>2.3823767178658044</c:v>
                </c:pt>
                <c:pt idx="1791">
                  <c:v>2.4510913500404201</c:v>
                </c:pt>
                <c:pt idx="1792">
                  <c:v>2.4510913500404201</c:v>
                </c:pt>
                <c:pt idx="1793">
                  <c:v>2.429264349232013</c:v>
                </c:pt>
                <c:pt idx="1794">
                  <c:v>2.3484236054971706</c:v>
                </c:pt>
                <c:pt idx="1795">
                  <c:v>2.4454324979789814</c:v>
                </c:pt>
                <c:pt idx="1796">
                  <c:v>2.4494745351657237</c:v>
                </c:pt>
                <c:pt idx="1797">
                  <c:v>2.3936944219886822</c:v>
                </c:pt>
                <c:pt idx="1798">
                  <c:v>2.3823767178658044</c:v>
                </c:pt>
                <c:pt idx="1799">
                  <c:v>2.4591754244139046</c:v>
                </c:pt>
                <c:pt idx="1800">
                  <c:v>2.4494745351657237</c:v>
                </c:pt>
                <c:pt idx="1801">
                  <c:v>2.4616006467259499</c:v>
                </c:pt>
                <c:pt idx="1802">
                  <c:v>2.3524656426839128</c:v>
                </c:pt>
                <c:pt idx="1803">
                  <c:v>2.301535974130962</c:v>
                </c:pt>
                <c:pt idx="1804">
                  <c:v>2.309620048504446</c:v>
                </c:pt>
                <c:pt idx="1805">
                  <c:v>2.3888439773645915</c:v>
                </c:pt>
                <c:pt idx="1806">
                  <c:v>2.4268391269199676</c:v>
                </c:pt>
                <c:pt idx="1807">
                  <c:v>2.3783346806790622</c:v>
                </c:pt>
                <c:pt idx="1808">
                  <c:v>2.3928860145513338</c:v>
                </c:pt>
                <c:pt idx="1809">
                  <c:v>2.4696847210994339</c:v>
                </c:pt>
                <c:pt idx="1810">
                  <c:v>2.4713015359741308</c:v>
                </c:pt>
                <c:pt idx="1811">
                  <c:v>2.4818108326596606</c:v>
                </c:pt>
                <c:pt idx="1812">
                  <c:v>2.4316895715440583</c:v>
                </c:pt>
                <c:pt idx="1813">
                  <c:v>2.4300727566693614</c:v>
                </c:pt>
                <c:pt idx="1814">
                  <c:v>2.5198059822150363</c:v>
                </c:pt>
                <c:pt idx="1815">
                  <c:v>2.5060630557801131</c:v>
                </c:pt>
                <c:pt idx="1816">
                  <c:v>2.4907033144704931</c:v>
                </c:pt>
                <c:pt idx="1817">
                  <c:v>2.5068714632174616</c:v>
                </c:pt>
                <c:pt idx="1818">
                  <c:v>2.5949878738884395</c:v>
                </c:pt>
                <c:pt idx="1819">
                  <c:v>2.5626515763945026</c:v>
                </c:pt>
                <c:pt idx="1820">
                  <c:v>2.6313662085691187</c:v>
                </c:pt>
                <c:pt idx="1821">
                  <c:v>2.6402586903799516</c:v>
                </c:pt>
                <c:pt idx="1822">
                  <c:v>2.5763945028294257</c:v>
                </c:pt>
                <c:pt idx="1823">
                  <c:v>2.5464834276475341</c:v>
                </c:pt>
                <c:pt idx="1824">
                  <c:v>2.570735650767987</c:v>
                </c:pt>
                <c:pt idx="1825">
                  <c:v>2.5933710590137431</c:v>
                </c:pt>
                <c:pt idx="1826">
                  <c:v>2.6273241713823765</c:v>
                </c:pt>
                <c:pt idx="1827">
                  <c:v>2.6839126919967664</c:v>
                </c:pt>
                <c:pt idx="1828">
                  <c:v>2.6774454324979788</c:v>
                </c:pt>
                <c:pt idx="1829">
                  <c:v>2.7445432497978981</c:v>
                </c:pt>
                <c:pt idx="1830">
                  <c:v>2.721907841552142</c:v>
                </c:pt>
                <c:pt idx="1831">
                  <c:v>2.6960388035569927</c:v>
                </c:pt>
                <c:pt idx="1832">
                  <c:v>2.6936135812449473</c:v>
                </c:pt>
                <c:pt idx="1833">
                  <c:v>2.7987065481002422</c:v>
                </c:pt>
                <c:pt idx="1834">
                  <c:v>2.7421180274858528</c:v>
                </c:pt>
                <c:pt idx="1835">
                  <c:v>2.7202910266774452</c:v>
                </c:pt>
                <c:pt idx="1836">
                  <c:v>2.7162489894907034</c:v>
                </c:pt>
                <c:pt idx="1837">
                  <c:v>2.7283751010509296</c:v>
                </c:pt>
                <c:pt idx="1838">
                  <c:v>2.7946645109135004</c:v>
                </c:pt>
                <c:pt idx="1839">
                  <c:v>2.9037995149555376</c:v>
                </c:pt>
                <c:pt idx="1840">
                  <c:v>2.919967663702506</c:v>
                </c:pt>
                <c:pt idx="1841">
                  <c:v>2.9329021827000807</c:v>
                </c:pt>
                <c:pt idx="1842">
                  <c:v>2.9191592562651576</c:v>
                </c:pt>
                <c:pt idx="1843">
                  <c:v>2.9118835893290216</c:v>
                </c:pt>
                <c:pt idx="1844">
                  <c:v>2.9991915925626516</c:v>
                </c:pt>
                <c:pt idx="1845">
                  <c:v>3.1123686337914309</c:v>
                </c:pt>
                <c:pt idx="1846">
                  <c:v>3.1002425222312047</c:v>
                </c:pt>
                <c:pt idx="1847">
                  <c:v>3.261924009700889</c:v>
                </c:pt>
                <c:pt idx="1848">
                  <c:v>3.40501212611156</c:v>
                </c:pt>
                <c:pt idx="1849">
                  <c:v>3.2983023443815682</c:v>
                </c:pt>
                <c:pt idx="1850">
                  <c:v>3.3953112368633791</c:v>
                </c:pt>
                <c:pt idx="1851">
                  <c:v>3.4316895715440583</c:v>
                </c:pt>
                <c:pt idx="1852">
                  <c:v>3.5206143896523847</c:v>
                </c:pt>
                <c:pt idx="1853">
                  <c:v>3.3953112368633791</c:v>
                </c:pt>
                <c:pt idx="1854">
                  <c:v>3.3362974939369439</c:v>
                </c:pt>
                <c:pt idx="1855">
                  <c:v>3.3872271624898946</c:v>
                </c:pt>
                <c:pt idx="1856">
                  <c:v>3.5367825383993532</c:v>
                </c:pt>
                <c:pt idx="1857">
                  <c:v>3.5125303152789007</c:v>
                </c:pt>
                <c:pt idx="1858">
                  <c:v>3.4155214227970898</c:v>
                </c:pt>
                <c:pt idx="1859">
                  <c:v>3.4357316087308001</c:v>
                </c:pt>
                <c:pt idx="1860">
                  <c:v>3.532740501212611</c:v>
                </c:pt>
                <c:pt idx="1861">
                  <c:v>3.547291835084883</c:v>
                </c:pt>
                <c:pt idx="1862">
                  <c:v>3.5860953920776071</c:v>
                </c:pt>
                <c:pt idx="1863">
                  <c:v>3.7073565076798709</c:v>
                </c:pt>
                <c:pt idx="1864">
                  <c:v>3.7712206952303959</c:v>
                </c:pt>
                <c:pt idx="1865">
                  <c:v>3.7954729183508489</c:v>
                </c:pt>
                <c:pt idx="1866">
                  <c:v>3.849636216653193</c:v>
                </c:pt>
                <c:pt idx="1867">
                  <c:v>3.7283751010509296</c:v>
                </c:pt>
                <c:pt idx="1868">
                  <c:v>3.7469684721099434</c:v>
                </c:pt>
                <c:pt idx="1869">
                  <c:v>3.6620856911883588</c:v>
                </c:pt>
                <c:pt idx="1870">
                  <c:v>3.5974130962004849</c:v>
                </c:pt>
                <c:pt idx="1871">
                  <c:v>3.4761519805982215</c:v>
                </c:pt>
                <c:pt idx="1872">
                  <c:v>3.4171382376717863</c:v>
                </c:pt>
                <c:pt idx="1873">
                  <c:v>3.4478577202910268</c:v>
                </c:pt>
                <c:pt idx="1874">
                  <c:v>3.5691188358932902</c:v>
                </c:pt>
                <c:pt idx="1875">
                  <c:v>3.4656426839126917</c:v>
                </c:pt>
                <c:pt idx="1876">
                  <c:v>3.3686337914308808</c:v>
                </c:pt>
                <c:pt idx="1877">
                  <c:v>3.3484236054971706</c:v>
                </c:pt>
                <c:pt idx="1878">
                  <c:v>3.3160873080032336</c:v>
                </c:pt>
                <c:pt idx="1879">
                  <c:v>3.3362974939369439</c:v>
                </c:pt>
                <c:pt idx="1880">
                  <c:v>3.4575586095392077</c:v>
                </c:pt>
                <c:pt idx="1881">
                  <c:v>3.5206143896523847</c:v>
                </c:pt>
                <c:pt idx="1882">
                  <c:v>3.3993532740501213</c:v>
                </c:pt>
                <c:pt idx="1883">
                  <c:v>3.2780921584478575</c:v>
                </c:pt>
                <c:pt idx="1884">
                  <c:v>3.2417138237671788</c:v>
                </c:pt>
                <c:pt idx="1885">
                  <c:v>3.2336297493936943</c:v>
                </c:pt>
                <c:pt idx="1886">
                  <c:v>3.3484236054971706</c:v>
                </c:pt>
                <c:pt idx="1887">
                  <c:v>3.2902182700080842</c:v>
                </c:pt>
                <c:pt idx="1888">
                  <c:v>3.2659660468876313</c:v>
                </c:pt>
                <c:pt idx="1889">
                  <c:v>3.1455133387227163</c:v>
                </c:pt>
                <c:pt idx="1890">
                  <c:v>3.1463217461600643</c:v>
                </c:pt>
                <c:pt idx="1891">
                  <c:v>3.1729991915925626</c:v>
                </c:pt>
                <c:pt idx="1892">
                  <c:v>3.221503637833468</c:v>
                </c:pt>
                <c:pt idx="1893">
                  <c:v>3.183508488278092</c:v>
                </c:pt>
                <c:pt idx="1894">
                  <c:v>3.080032336297494</c:v>
                </c:pt>
                <c:pt idx="1895">
                  <c:v>3.080032336297494</c:v>
                </c:pt>
                <c:pt idx="1896">
                  <c:v>3.0759902991107517</c:v>
                </c:pt>
                <c:pt idx="1897">
                  <c:v>3.0234438156831041</c:v>
                </c:pt>
                <c:pt idx="1898">
                  <c:v>3.0412287793047694</c:v>
                </c:pt>
                <c:pt idx="1899">
                  <c:v>3.0937752627324171</c:v>
                </c:pt>
                <c:pt idx="1900">
                  <c:v>3.0291026677445432</c:v>
                </c:pt>
                <c:pt idx="1901">
                  <c:v>3.0565885206143899</c:v>
                </c:pt>
                <c:pt idx="1902">
                  <c:v>3.1261115602263541</c:v>
                </c:pt>
                <c:pt idx="1903">
                  <c:v>3.2473726758286174</c:v>
                </c:pt>
                <c:pt idx="1904">
                  <c:v>3.2902182700080842</c:v>
                </c:pt>
                <c:pt idx="1905">
                  <c:v>3.3508488278092159</c:v>
                </c:pt>
                <c:pt idx="1906">
                  <c:v>3.4721099434114793</c:v>
                </c:pt>
                <c:pt idx="1907">
                  <c:v>3.5125303152789007</c:v>
                </c:pt>
                <c:pt idx="1908">
                  <c:v>3.5044462409054162</c:v>
                </c:pt>
                <c:pt idx="1909">
                  <c:v>3.4559417946645108</c:v>
                </c:pt>
                <c:pt idx="1910">
                  <c:v>3.5367825383993532</c:v>
                </c:pt>
                <c:pt idx="1911">
                  <c:v>3.4907033144704931</c:v>
                </c:pt>
                <c:pt idx="1912">
                  <c:v>3.5206143896523847</c:v>
                </c:pt>
                <c:pt idx="1913">
                  <c:v>3.6515763945028294</c:v>
                </c:pt>
                <c:pt idx="1914">
                  <c:v>3.6742118027485851</c:v>
                </c:pt>
                <c:pt idx="1915">
                  <c:v>3.6135812449474534</c:v>
                </c:pt>
                <c:pt idx="1916">
                  <c:v>3.7752627324171382</c:v>
                </c:pt>
                <c:pt idx="1917">
                  <c:v>3.7752627324171382</c:v>
                </c:pt>
                <c:pt idx="1918">
                  <c:v>3.7954729183508489</c:v>
                </c:pt>
                <c:pt idx="1919">
                  <c:v>3.904607922392886</c:v>
                </c:pt>
                <c:pt idx="1920">
                  <c:v>3.8480194017784961</c:v>
                </c:pt>
                <c:pt idx="1921">
                  <c:v>3.9345189975747776</c:v>
                </c:pt>
                <c:pt idx="1922">
                  <c:v>3.8561034761519806</c:v>
                </c:pt>
                <c:pt idx="1923">
                  <c:v>3.8358932902182699</c:v>
                </c:pt>
                <c:pt idx="1924">
                  <c:v>3.8043654001616818</c:v>
                </c:pt>
                <c:pt idx="1925">
                  <c:v>3.698464025869038</c:v>
                </c:pt>
                <c:pt idx="1926">
                  <c:v>3.5772029102667742</c:v>
                </c:pt>
                <c:pt idx="1927">
                  <c:v>3.5772029102667742</c:v>
                </c:pt>
                <c:pt idx="1928">
                  <c:v>3.698464025869038</c:v>
                </c:pt>
                <c:pt idx="1929">
                  <c:v>3.8197251414713014</c:v>
                </c:pt>
                <c:pt idx="1930">
                  <c:v>3.7647534357316084</c:v>
                </c:pt>
                <c:pt idx="1931">
                  <c:v>3.6499595796281326</c:v>
                </c:pt>
                <c:pt idx="1932">
                  <c:v>3.6677445432497979</c:v>
                </c:pt>
                <c:pt idx="1933">
                  <c:v>3.5949878738884395</c:v>
                </c:pt>
                <c:pt idx="1934">
                  <c:v>3.5666936135812448</c:v>
                </c:pt>
                <c:pt idx="1935">
                  <c:v>3.6750202101859339</c:v>
                </c:pt>
                <c:pt idx="1936">
                  <c:v>3.706548100242522</c:v>
                </c:pt>
                <c:pt idx="1937">
                  <c:v>3.7671786580436537</c:v>
                </c:pt>
                <c:pt idx="1938">
                  <c:v>3.7445432497978981</c:v>
                </c:pt>
                <c:pt idx="1939">
                  <c:v>3.8011317704122876</c:v>
                </c:pt>
                <c:pt idx="1940">
                  <c:v>3.8900565885206144</c:v>
                </c:pt>
                <c:pt idx="1941">
                  <c:v>3.7752627324171382</c:v>
                </c:pt>
                <c:pt idx="1942">
                  <c:v>3.6580436540016166</c:v>
                </c:pt>
                <c:pt idx="1943">
                  <c:v>3.6742118027485851</c:v>
                </c:pt>
                <c:pt idx="1944">
                  <c:v>3.7712206952303959</c:v>
                </c:pt>
                <c:pt idx="1945">
                  <c:v>3.8924818108326598</c:v>
                </c:pt>
                <c:pt idx="1946">
                  <c:v>3.8156831042845591</c:v>
                </c:pt>
                <c:pt idx="1947">
                  <c:v>3.7283751010509296</c:v>
                </c:pt>
                <c:pt idx="1948">
                  <c:v>3.7566693613581243</c:v>
                </c:pt>
                <c:pt idx="1949">
                  <c:v>3.8116410670978174</c:v>
                </c:pt>
                <c:pt idx="1950">
                  <c:v>3.9329021827000807</c:v>
                </c:pt>
                <c:pt idx="1951">
                  <c:v>4.0541632983023446</c:v>
                </c:pt>
                <c:pt idx="1952">
                  <c:v>4.1754244139046079</c:v>
                </c:pt>
                <c:pt idx="1953">
                  <c:v>4.2966855295068713</c:v>
                </c:pt>
                <c:pt idx="1954">
                  <c:v>4.4179466451091347</c:v>
                </c:pt>
                <c:pt idx="1955">
                  <c:v>4.2360549717057392</c:v>
                </c:pt>
                <c:pt idx="1956">
                  <c:v>4.0703314470493126</c:v>
                </c:pt>
                <c:pt idx="1957">
                  <c:v>4.0072756669361356</c:v>
                </c:pt>
                <c:pt idx="1958">
                  <c:v>4.1713823767178653</c:v>
                </c:pt>
                <c:pt idx="1959">
                  <c:v>4.1527890056588523</c:v>
                </c:pt>
                <c:pt idx="1960">
                  <c:v>4.1875505254648342</c:v>
                </c:pt>
                <c:pt idx="1961">
                  <c:v>4.1228779304769603</c:v>
                </c:pt>
                <c:pt idx="1962">
                  <c:v>4.1608730800323368</c:v>
                </c:pt>
                <c:pt idx="1963">
                  <c:v>4.2417138237671788</c:v>
                </c:pt>
                <c:pt idx="1964">
                  <c:v>4.4842360549717064</c:v>
                </c:pt>
                <c:pt idx="1965">
                  <c:v>4.8480194017784966</c:v>
                </c:pt>
                <c:pt idx="1966">
                  <c:v>5.1738075990299111</c:v>
                </c:pt>
                <c:pt idx="1967">
                  <c:v>4.7251414713015363</c:v>
                </c:pt>
                <c:pt idx="1968">
                  <c:v>4.3371059013742927</c:v>
                </c:pt>
                <c:pt idx="1969">
                  <c:v>4.4179466451091347</c:v>
                </c:pt>
                <c:pt idx="1970">
                  <c:v>4.3548908649959586</c:v>
                </c:pt>
                <c:pt idx="1971">
                  <c:v>4.430072756669361</c:v>
                </c:pt>
                <c:pt idx="1972">
                  <c:v>4.5028294260307193</c:v>
                </c:pt>
                <c:pt idx="1973">
                  <c:v>4.4155214227970898</c:v>
                </c:pt>
                <c:pt idx="1974">
                  <c:v>4.6079223928860147</c:v>
                </c:pt>
                <c:pt idx="1975">
                  <c:v>5.0121261115602262</c:v>
                </c:pt>
                <c:pt idx="1976">
                  <c:v>5.1333872271624896</c:v>
                </c:pt>
                <c:pt idx="1977">
                  <c:v>4.9878738884397738</c:v>
                </c:pt>
                <c:pt idx="1978">
                  <c:v>4.6887631366208566</c:v>
                </c:pt>
                <c:pt idx="1979">
                  <c:v>4.5731608730800328</c:v>
                </c:pt>
                <c:pt idx="1980">
                  <c:v>4.7049312853678256</c:v>
                </c:pt>
                <c:pt idx="1981">
                  <c:v>4.3411479385610345</c:v>
                </c:pt>
                <c:pt idx="1982">
                  <c:v>3.9911075181891671</c:v>
                </c:pt>
                <c:pt idx="1983">
                  <c:v>4.1228779304769603</c:v>
                </c:pt>
                <c:pt idx="1984">
                  <c:v>4.3144704931285371</c:v>
                </c:pt>
                <c:pt idx="1985">
                  <c:v>4.1754244139046079</c:v>
                </c:pt>
                <c:pt idx="1986">
                  <c:v>4.0986257073565078</c:v>
                </c:pt>
                <c:pt idx="1987">
                  <c:v>3.9975747776879547</c:v>
                </c:pt>
                <c:pt idx="1988">
                  <c:v>3.7550525464834275</c:v>
                </c:pt>
                <c:pt idx="1989">
                  <c:v>3.6176232821341956</c:v>
                </c:pt>
                <c:pt idx="1990">
                  <c:v>3.7849636216653191</c:v>
                </c:pt>
                <c:pt idx="1991">
                  <c:v>3.7873888439773644</c:v>
                </c:pt>
                <c:pt idx="1992">
                  <c:v>3.9377526273241714</c:v>
                </c:pt>
                <c:pt idx="1993">
                  <c:v>3.7235246564268394</c:v>
                </c:pt>
                <c:pt idx="1994">
                  <c:v>3.7752627324171382</c:v>
                </c:pt>
                <c:pt idx="1995">
                  <c:v>3.7752627324171382</c:v>
                </c:pt>
                <c:pt idx="1996">
                  <c:v>3.730800323362975</c:v>
                </c:pt>
                <c:pt idx="1997">
                  <c:v>3.6232821341956343</c:v>
                </c:pt>
                <c:pt idx="1998">
                  <c:v>3.6216653193209378</c:v>
                </c:pt>
                <c:pt idx="1999">
                  <c:v>3.6200485044462409</c:v>
                </c:pt>
                <c:pt idx="2000">
                  <c:v>3.7364591754244136</c:v>
                </c:pt>
                <c:pt idx="2001">
                  <c:v>3.6903799514955535</c:v>
                </c:pt>
                <c:pt idx="2002">
                  <c:v>3.5165723524656425</c:v>
                </c:pt>
                <c:pt idx="2003">
                  <c:v>3.4179466451091352</c:v>
                </c:pt>
                <c:pt idx="2004">
                  <c:v>3.4421988682295876</c:v>
                </c:pt>
                <c:pt idx="2005">
                  <c:v>3.3047696038803558</c:v>
                </c:pt>
                <c:pt idx="2006">
                  <c:v>3.2708164915117219</c:v>
                </c:pt>
                <c:pt idx="2007">
                  <c:v>3.2352465642683912</c:v>
                </c:pt>
                <c:pt idx="2008">
                  <c:v>3.3387227162489892</c:v>
                </c:pt>
                <c:pt idx="2009">
                  <c:v>3.2093775262732418</c:v>
                </c:pt>
                <c:pt idx="2010">
                  <c:v>3.1818916734033955</c:v>
                </c:pt>
                <c:pt idx="2011">
                  <c:v>3.1382376717865803</c:v>
                </c:pt>
                <c:pt idx="2012">
                  <c:v>3.2174616006467258</c:v>
                </c:pt>
                <c:pt idx="2013">
                  <c:v>3.2029102667744542</c:v>
                </c:pt>
                <c:pt idx="2014">
                  <c:v>3.2578819725141472</c:v>
                </c:pt>
                <c:pt idx="2015">
                  <c:v>3.2134195634599836</c:v>
                </c:pt>
                <c:pt idx="2016">
                  <c:v>3.2700080840743735</c:v>
                </c:pt>
                <c:pt idx="2017">
                  <c:v>3.198868229587712</c:v>
                </c:pt>
                <c:pt idx="2018">
                  <c:v>3.2069523039611965</c:v>
                </c:pt>
                <c:pt idx="2019">
                  <c:v>3.1746160064672595</c:v>
                </c:pt>
                <c:pt idx="2020">
                  <c:v>3.0759902991107517</c:v>
                </c:pt>
                <c:pt idx="2021">
                  <c:v>3.1180274858528696</c:v>
                </c:pt>
                <c:pt idx="2022">
                  <c:v>3.1341956345998381</c:v>
                </c:pt>
                <c:pt idx="2023">
                  <c:v>3.1972514147130151</c:v>
                </c:pt>
                <c:pt idx="2024">
                  <c:v>3.1689571544058204</c:v>
                </c:pt>
                <c:pt idx="2025">
                  <c:v>3.1447049312853679</c:v>
                </c:pt>
                <c:pt idx="2026">
                  <c:v>3.0113177041228778</c:v>
                </c:pt>
                <c:pt idx="2027">
                  <c:v>3.0412287793047694</c:v>
                </c:pt>
                <c:pt idx="2028">
                  <c:v>3.0679062247372677</c:v>
                </c:pt>
                <c:pt idx="2029">
                  <c:v>3.0679062247372677</c:v>
                </c:pt>
                <c:pt idx="2030">
                  <c:v>3.0048504446240902</c:v>
                </c:pt>
                <c:pt idx="2031">
                  <c:v>3.0776071139854486</c:v>
                </c:pt>
                <c:pt idx="2032">
                  <c:v>3.1624898949070328</c:v>
                </c:pt>
                <c:pt idx="2033">
                  <c:v>3.0331447049312854</c:v>
                </c:pt>
                <c:pt idx="2034">
                  <c:v>3.0436540016168148</c:v>
                </c:pt>
                <c:pt idx="2035">
                  <c:v>3.1746160064672595</c:v>
                </c:pt>
                <c:pt idx="2036">
                  <c:v>3.2780921584478575</c:v>
                </c:pt>
                <c:pt idx="2037">
                  <c:v>3.1867421180274857</c:v>
                </c:pt>
                <c:pt idx="2038">
                  <c:v>3.2700080840743735</c:v>
                </c:pt>
                <c:pt idx="2039">
                  <c:v>3.5125303152789007</c:v>
                </c:pt>
                <c:pt idx="2040">
                  <c:v>3.4397736459175423</c:v>
                </c:pt>
                <c:pt idx="2041">
                  <c:v>3.5650767987065479</c:v>
                </c:pt>
                <c:pt idx="2042">
                  <c:v>3.5424413904607919</c:v>
                </c:pt>
                <c:pt idx="2043">
                  <c:v>3.6305578011317707</c:v>
                </c:pt>
                <c:pt idx="2044">
                  <c:v>3.6540016168148748</c:v>
                </c:pt>
                <c:pt idx="2045">
                  <c:v>3.5610347615198057</c:v>
                </c:pt>
                <c:pt idx="2046">
                  <c:v>3.5020210185933709</c:v>
                </c:pt>
                <c:pt idx="2047">
                  <c:v>3.5012126111560229</c:v>
                </c:pt>
                <c:pt idx="2048">
                  <c:v>3.5165723524656425</c:v>
                </c:pt>
                <c:pt idx="2049">
                  <c:v>3.6443007275666934</c:v>
                </c:pt>
                <c:pt idx="2050">
                  <c:v>3.7348423605497172</c:v>
                </c:pt>
                <c:pt idx="2051">
                  <c:v>3.6192400970088925</c:v>
                </c:pt>
                <c:pt idx="2052">
                  <c:v>3.4090541632983022</c:v>
                </c:pt>
                <c:pt idx="2053">
                  <c:v>3.4341147938561036</c:v>
                </c:pt>
                <c:pt idx="2054">
                  <c:v>3.4971705739692807</c:v>
                </c:pt>
                <c:pt idx="2055">
                  <c:v>3.5270816491511723</c:v>
                </c:pt>
                <c:pt idx="2056">
                  <c:v>3.3225545675020212</c:v>
                </c:pt>
                <c:pt idx="2057">
                  <c:v>3.3274050121261118</c:v>
                </c:pt>
                <c:pt idx="2058">
                  <c:v>3.2902182700080842</c:v>
                </c:pt>
                <c:pt idx="2059">
                  <c:v>3.2594987873888437</c:v>
                </c:pt>
                <c:pt idx="2060">
                  <c:v>3.3104284559417945</c:v>
                </c:pt>
                <c:pt idx="2061">
                  <c:v>3.2740501212611157</c:v>
                </c:pt>
                <c:pt idx="2062">
                  <c:v>3.2780921584478575</c:v>
                </c:pt>
                <c:pt idx="2063">
                  <c:v>3.3710590137429262</c:v>
                </c:pt>
                <c:pt idx="2064">
                  <c:v>3.2716248989490704</c:v>
                </c:pt>
                <c:pt idx="2065">
                  <c:v>3.2497978981406628</c:v>
                </c:pt>
                <c:pt idx="2066">
                  <c:v>3.1972514147130151</c:v>
                </c:pt>
                <c:pt idx="2067">
                  <c:v>3.2198868229587712</c:v>
                </c:pt>
                <c:pt idx="2068">
                  <c:v>3.165723524656427</c:v>
                </c:pt>
                <c:pt idx="2069">
                  <c:v>3.183508488278092</c:v>
                </c:pt>
                <c:pt idx="2070">
                  <c:v>3.2780921584478575</c:v>
                </c:pt>
                <c:pt idx="2071">
                  <c:v>3.2239288601455134</c:v>
                </c:pt>
                <c:pt idx="2072">
                  <c:v>3.2012934518997573</c:v>
                </c:pt>
                <c:pt idx="2073">
                  <c:v>3.183508488278092</c:v>
                </c:pt>
                <c:pt idx="2074">
                  <c:v>3.1673403395311239</c:v>
                </c:pt>
                <c:pt idx="2075">
                  <c:v>3.2093775262732418</c:v>
                </c:pt>
                <c:pt idx="2076">
                  <c:v>3.0662894098625708</c:v>
                </c:pt>
                <c:pt idx="2077">
                  <c:v>3.1527890056588519</c:v>
                </c:pt>
                <c:pt idx="2078">
                  <c:v>3.0945836701697655</c:v>
                </c:pt>
                <c:pt idx="2079">
                  <c:v>3.3233629749393696</c:v>
                </c:pt>
                <c:pt idx="2080">
                  <c:v>3.0929668552950687</c:v>
                </c:pt>
                <c:pt idx="2081">
                  <c:v>3.2077607113985449</c:v>
                </c:pt>
                <c:pt idx="2082">
                  <c:v>3.1940177849636218</c:v>
                </c:pt>
                <c:pt idx="2083">
                  <c:v>3.436540016168149</c:v>
                </c:pt>
                <c:pt idx="2084">
                  <c:v>3.4939369442198864</c:v>
                </c:pt>
                <c:pt idx="2085">
                  <c:v>3.3314470493128536</c:v>
                </c:pt>
                <c:pt idx="2086">
                  <c:v>3.4745351657235246</c:v>
                </c:pt>
                <c:pt idx="2087">
                  <c:v>3.4163298302344383</c:v>
                </c:pt>
                <c:pt idx="2088">
                  <c:v>3.5351657235246563</c:v>
                </c:pt>
                <c:pt idx="2089">
                  <c:v>3.6265157639450285</c:v>
                </c:pt>
                <c:pt idx="2090">
                  <c:v>3.4979789814066287</c:v>
                </c:pt>
                <c:pt idx="2091">
                  <c:v>3.3961196443007275</c:v>
                </c:pt>
                <c:pt idx="2092">
                  <c:v>3.3565076798706546</c:v>
                </c:pt>
                <c:pt idx="2093">
                  <c:v>3.2441390460792241</c:v>
                </c:pt>
                <c:pt idx="2094">
                  <c:v>3.1891673403395311</c:v>
                </c:pt>
                <c:pt idx="2095">
                  <c:v>3.1495553759094586</c:v>
                </c:pt>
                <c:pt idx="2096">
                  <c:v>3.0080840743734845</c:v>
                </c:pt>
                <c:pt idx="2097">
                  <c:v>3.0404203718674214</c:v>
                </c:pt>
                <c:pt idx="2098">
                  <c:v>3.0525464834276477</c:v>
                </c:pt>
                <c:pt idx="2099">
                  <c:v>2.9490703314470492</c:v>
                </c:pt>
                <c:pt idx="2100">
                  <c:v>2.9207760711398545</c:v>
                </c:pt>
                <c:pt idx="2101">
                  <c:v>2.8755052546483424</c:v>
                </c:pt>
                <c:pt idx="2102">
                  <c:v>2.8561034761519806</c:v>
                </c:pt>
                <c:pt idx="2103">
                  <c:v>2.8585286984640259</c:v>
                </c:pt>
                <c:pt idx="2104">
                  <c:v>2.8439773645917543</c:v>
                </c:pt>
                <c:pt idx="2105">
                  <c:v>2.9385610347615199</c:v>
                </c:pt>
                <c:pt idx="2106">
                  <c:v>2.7890056588520613</c:v>
                </c:pt>
                <c:pt idx="2107">
                  <c:v>2.9329021827000807</c:v>
                </c:pt>
                <c:pt idx="2108">
                  <c:v>2.7995149555375911</c:v>
                </c:pt>
                <c:pt idx="2109">
                  <c:v>2.9021827000808407</c:v>
                </c:pt>
                <c:pt idx="2110">
                  <c:v>2.9814066289409862</c:v>
                </c:pt>
                <c:pt idx="2111">
                  <c:v>3.0331447049312854</c:v>
                </c:pt>
                <c:pt idx="2112">
                  <c:v>2.9514955537590946</c:v>
                </c:pt>
                <c:pt idx="2113">
                  <c:v>2.9757477768795475</c:v>
                </c:pt>
                <c:pt idx="2114">
                  <c:v>2.8940986257073567</c:v>
                </c:pt>
                <c:pt idx="2115">
                  <c:v>2.7000808407437349</c:v>
                </c:pt>
                <c:pt idx="2116">
                  <c:v>2.7485852869846403</c:v>
                </c:pt>
                <c:pt idx="2117">
                  <c:v>2.7065481002425225</c:v>
                </c:pt>
                <c:pt idx="2118">
                  <c:v>2.570735650767987</c:v>
                </c:pt>
                <c:pt idx="2119">
                  <c:v>2.587712206952304</c:v>
                </c:pt>
                <c:pt idx="2120">
                  <c:v>2.4058205335489089</c:v>
                </c:pt>
                <c:pt idx="2121">
                  <c:v>2.4381568310428459</c:v>
                </c:pt>
                <c:pt idx="2122">
                  <c:v>2.4575586095392077</c:v>
                </c:pt>
                <c:pt idx="2123">
                  <c:v>2.4438156831042845</c:v>
                </c:pt>
                <c:pt idx="2124">
                  <c:v>2.2772837510105091</c:v>
                </c:pt>
                <c:pt idx="2125">
                  <c:v>2.3783346806790622</c:v>
                </c:pt>
                <c:pt idx="2126">
                  <c:v>2.3160873080032336</c:v>
                </c:pt>
                <c:pt idx="2127">
                  <c:v>2.245755860953921</c:v>
                </c:pt>
                <c:pt idx="2128">
                  <c:v>2.2441390460792241</c:v>
                </c:pt>
                <c:pt idx="2129">
                  <c:v>2.2886014551333873</c:v>
                </c:pt>
                <c:pt idx="2130">
                  <c:v>2.2772837510105091</c:v>
                </c:pt>
                <c:pt idx="2131">
                  <c:v>2.2190784155214227</c:v>
                </c:pt>
                <c:pt idx="2132">
                  <c:v>2.0921584478577202</c:v>
                </c:pt>
                <c:pt idx="2133">
                  <c:v>2.1139854486661278</c:v>
                </c:pt>
                <c:pt idx="2134">
                  <c:v>2.0864995957962815</c:v>
                </c:pt>
                <c:pt idx="2135">
                  <c:v>2.1398544866612772</c:v>
                </c:pt>
                <c:pt idx="2136">
                  <c:v>2.0776071139854486</c:v>
                </c:pt>
                <c:pt idx="2137">
                  <c:v>2.2683912691996766</c:v>
                </c:pt>
                <c:pt idx="2138">
                  <c:v>2.1746160064672595</c:v>
                </c:pt>
                <c:pt idx="2139">
                  <c:v>2.1673403395311239</c:v>
                </c:pt>
                <c:pt idx="2140">
                  <c:v>2.2716248989490704</c:v>
                </c:pt>
                <c:pt idx="2141">
                  <c:v>2.3136620856911883</c:v>
                </c:pt>
                <c:pt idx="2142">
                  <c:v>2.1713823767178662</c:v>
                </c:pt>
                <c:pt idx="2143">
                  <c:v>2.1119644300727565</c:v>
                </c:pt>
                <c:pt idx="2144">
                  <c:v>2.1059013742926433</c:v>
                </c:pt>
                <c:pt idx="2145">
                  <c:v>2.1018593371059011</c:v>
                </c:pt>
                <c:pt idx="2146">
                  <c:v>2.114995957962813</c:v>
                </c:pt>
                <c:pt idx="2147">
                  <c:v>2.1544058205335488</c:v>
                </c:pt>
                <c:pt idx="2148">
                  <c:v>2.1756265157639452</c:v>
                </c:pt>
                <c:pt idx="2149">
                  <c:v>2.2402991107518186</c:v>
                </c:pt>
                <c:pt idx="2150">
                  <c:v>2.1574373484236053</c:v>
                </c:pt>
                <c:pt idx="2151">
                  <c:v>2.1412691996766369</c:v>
                </c:pt>
                <c:pt idx="2152">
                  <c:v>2.1301535974130963</c:v>
                </c:pt>
                <c:pt idx="2153">
                  <c:v>2.0685125303152789</c:v>
                </c:pt>
                <c:pt idx="2154">
                  <c:v>2.0169765561843169</c:v>
                </c:pt>
                <c:pt idx="2155">
                  <c:v>2.1725949878738886</c:v>
                </c:pt>
                <c:pt idx="2156">
                  <c:v>2.158447857720291</c:v>
                </c:pt>
                <c:pt idx="2157">
                  <c:v>2.1645109135004041</c:v>
                </c:pt>
                <c:pt idx="2158">
                  <c:v>2.1928051738075989</c:v>
                </c:pt>
                <c:pt idx="2159">
                  <c:v>2.0604284559417945</c:v>
                </c:pt>
                <c:pt idx="2160">
                  <c:v>2.0604284559417945</c:v>
                </c:pt>
                <c:pt idx="2161">
                  <c:v>2.0240501212611157</c:v>
                </c:pt>
                <c:pt idx="2162">
                  <c:v>1.8906628940986256</c:v>
                </c:pt>
                <c:pt idx="2163">
                  <c:v>1.8502425222312044</c:v>
                </c:pt>
                <c:pt idx="2164">
                  <c:v>1.9118835893290218</c:v>
                </c:pt>
                <c:pt idx="2165">
                  <c:v>1.9088520614389652</c:v>
                </c:pt>
                <c:pt idx="2166">
                  <c:v>1.9907033144704931</c:v>
                </c:pt>
                <c:pt idx="2167">
                  <c:v>1.9856507679870654</c:v>
                </c:pt>
                <c:pt idx="2168">
                  <c:v>2.0483023443815682</c:v>
                </c:pt>
                <c:pt idx="2169">
                  <c:v>2.1018593371059011</c:v>
                </c:pt>
                <c:pt idx="2170">
                  <c:v>2.198868229587712</c:v>
                </c:pt>
                <c:pt idx="2171">
                  <c:v>2.2534357316087306</c:v>
                </c:pt>
                <c:pt idx="2172">
                  <c:v>2.3100242522231205</c:v>
                </c:pt>
                <c:pt idx="2173">
                  <c:v>2.2766774454324978</c:v>
                </c:pt>
                <c:pt idx="2174">
                  <c:v>2.2999191592562651</c:v>
                </c:pt>
                <c:pt idx="2175">
                  <c:v>2.3251818916734033</c:v>
                </c:pt>
                <c:pt idx="2176">
                  <c:v>2.353476151980598</c:v>
                </c:pt>
                <c:pt idx="2177">
                  <c:v>2.4221907841552142</c:v>
                </c:pt>
                <c:pt idx="2178">
                  <c:v>2.3928860145513338</c:v>
                </c:pt>
                <c:pt idx="2179">
                  <c:v>2.4444219886822958</c:v>
                </c:pt>
                <c:pt idx="2180">
                  <c:v>2.4686742118027487</c:v>
                </c:pt>
                <c:pt idx="2181">
                  <c:v>2.4696847210994339</c:v>
                </c:pt>
                <c:pt idx="2182">
                  <c:v>2.4929264349232012</c:v>
                </c:pt>
                <c:pt idx="2183">
                  <c:v>2.6010509296685527</c:v>
                </c:pt>
                <c:pt idx="2184">
                  <c:v>2.4787793047696036</c:v>
                </c:pt>
                <c:pt idx="2185">
                  <c:v>2.4757477768795471</c:v>
                </c:pt>
                <c:pt idx="2186">
                  <c:v>2.5444624090541632</c:v>
                </c:pt>
                <c:pt idx="2187">
                  <c:v>2.3029506871463217</c:v>
                </c:pt>
                <c:pt idx="2188">
                  <c:v>2.3069927243330639</c:v>
                </c:pt>
                <c:pt idx="2189">
                  <c:v>2.321139854486661</c:v>
                </c:pt>
                <c:pt idx="2190">
                  <c:v>2.2989086499595794</c:v>
                </c:pt>
                <c:pt idx="2191">
                  <c:v>2.3373080032336295</c:v>
                </c:pt>
                <c:pt idx="2192">
                  <c:v>2.2231204527081649</c:v>
                </c:pt>
                <c:pt idx="2193">
                  <c:v>2.3110347615198061</c:v>
                </c:pt>
                <c:pt idx="2194">
                  <c:v>2.2908245755860954</c:v>
                </c:pt>
                <c:pt idx="2195">
                  <c:v>2.3554971705739693</c:v>
                </c:pt>
                <c:pt idx="2196">
                  <c:v>2.3949070331447047</c:v>
                </c:pt>
                <c:pt idx="2197">
                  <c:v>2.3635812449474534</c:v>
                </c:pt>
                <c:pt idx="2198">
                  <c:v>2.4060226354082457</c:v>
                </c:pt>
                <c:pt idx="2199">
                  <c:v>2.3362974939369443</c:v>
                </c:pt>
                <c:pt idx="2200">
                  <c:v>2.2958771220695229</c:v>
                </c:pt>
                <c:pt idx="2201">
                  <c:v>2.2786984640258692</c:v>
                </c:pt>
                <c:pt idx="2202">
                  <c:v>2.2332255456750203</c:v>
                </c:pt>
                <c:pt idx="2203">
                  <c:v>2.1917946645109136</c:v>
                </c:pt>
                <c:pt idx="2204">
                  <c:v>2.2706143896523847</c:v>
                </c:pt>
                <c:pt idx="2205">
                  <c:v>2.2514147130153597</c:v>
                </c:pt>
                <c:pt idx="2206">
                  <c:v>2.2837510105092966</c:v>
                </c:pt>
                <c:pt idx="2207">
                  <c:v>2.2473726758286174</c:v>
                </c:pt>
                <c:pt idx="2208">
                  <c:v>2.1958367016976554</c:v>
                </c:pt>
                <c:pt idx="2209">
                  <c:v>2.1776475343573161</c:v>
                </c:pt>
                <c:pt idx="2210">
                  <c:v>2.1645109135004041</c:v>
                </c:pt>
                <c:pt idx="2211">
                  <c:v>2.0836701697655617</c:v>
                </c:pt>
                <c:pt idx="2212">
                  <c:v>2.0644704931285367</c:v>
                </c:pt>
                <c:pt idx="2213">
                  <c:v>2.0644704931285367</c:v>
                </c:pt>
                <c:pt idx="2214">
                  <c:v>2.0988278092158446</c:v>
                </c:pt>
                <c:pt idx="2215">
                  <c:v>2.063459983831851</c:v>
                </c:pt>
                <c:pt idx="2216">
                  <c:v>2.0826596604688761</c:v>
                </c:pt>
                <c:pt idx="2217">
                  <c:v>2.1210590137429266</c:v>
                </c:pt>
                <c:pt idx="2218">
                  <c:v>2.0776071139854486</c:v>
                </c:pt>
                <c:pt idx="2219">
                  <c:v>2.063459983831851</c:v>
                </c:pt>
                <c:pt idx="2220">
                  <c:v>1.9997978981406628</c:v>
                </c:pt>
                <c:pt idx="2221">
                  <c:v>1.9816087308003234</c:v>
                </c:pt>
                <c:pt idx="2222">
                  <c:v>2.0685125303152789</c:v>
                </c:pt>
                <c:pt idx="2223">
                  <c:v>2.0371867421180276</c:v>
                </c:pt>
                <c:pt idx="2224">
                  <c:v>2.0867016976556183</c:v>
                </c:pt>
                <c:pt idx="2225">
                  <c:v>2.0735650767987064</c:v>
                </c:pt>
                <c:pt idx="2226">
                  <c:v>2.1129749393694421</c:v>
                </c:pt>
                <c:pt idx="2227">
                  <c:v>2.0159660468876313</c:v>
                </c:pt>
                <c:pt idx="2228">
                  <c:v>2.0826596604688761</c:v>
                </c:pt>
                <c:pt idx="2229">
                  <c:v>2.0472918350848825</c:v>
                </c:pt>
                <c:pt idx="2230">
                  <c:v>2.1998787388843977</c:v>
                </c:pt>
                <c:pt idx="2231">
                  <c:v>2.2332255456750203</c:v>
                </c:pt>
                <c:pt idx="2232">
                  <c:v>2.1422797089733225</c:v>
                </c:pt>
                <c:pt idx="2233">
                  <c:v>2.2443411479385609</c:v>
                </c:pt>
                <c:pt idx="2234">
                  <c:v>2.2241309620048506</c:v>
                </c:pt>
                <c:pt idx="2235">
                  <c:v>2.2200889248181084</c:v>
                </c:pt>
                <c:pt idx="2236">
                  <c:v>2.1624898949070332</c:v>
                </c:pt>
                <c:pt idx="2237">
                  <c:v>2.0533548908649961</c:v>
                </c:pt>
                <c:pt idx="2238">
                  <c:v>2.0796281325788195</c:v>
                </c:pt>
                <c:pt idx="2239">
                  <c:v>2.0503233629749391</c:v>
                </c:pt>
                <c:pt idx="2240">
                  <c:v>2.0715440582053355</c:v>
                </c:pt>
                <c:pt idx="2241">
                  <c:v>2.1533953112368631</c:v>
                </c:pt>
                <c:pt idx="2242">
                  <c:v>2.1240905416329832</c:v>
                </c:pt>
                <c:pt idx="2243">
                  <c:v>2.2251414713015358</c:v>
                </c:pt>
                <c:pt idx="2244">
                  <c:v>2.2776879547291835</c:v>
                </c:pt>
                <c:pt idx="2245">
                  <c:v>2.2514147130153597</c:v>
                </c:pt>
                <c:pt idx="2246">
                  <c:v>2.1816895715440583</c:v>
                </c:pt>
                <c:pt idx="2247">
                  <c:v>2.1503637833468066</c:v>
                </c:pt>
                <c:pt idx="2248">
                  <c:v>2.1099434114793856</c:v>
                </c:pt>
                <c:pt idx="2249">
                  <c:v>2.114995957962813</c:v>
                </c:pt>
                <c:pt idx="2250">
                  <c:v>2.1109539207760712</c:v>
                </c:pt>
                <c:pt idx="2251">
                  <c:v>2.0826596604688761</c:v>
                </c:pt>
                <c:pt idx="2252">
                  <c:v>2.1210590137429266</c:v>
                </c:pt>
                <c:pt idx="2253">
                  <c:v>2.1139854486661278</c:v>
                </c:pt>
                <c:pt idx="2254">
                  <c:v>2.0392077607113985</c:v>
                </c:pt>
                <c:pt idx="2255">
                  <c:v>2.0594179466451092</c:v>
                </c:pt>
                <c:pt idx="2256">
                  <c:v>2.0887227162489896</c:v>
                </c:pt>
                <c:pt idx="2257">
                  <c:v>2.139248181083266</c:v>
                </c:pt>
                <c:pt idx="2258">
                  <c:v>2.1513742926434922</c:v>
                </c:pt>
                <c:pt idx="2259">
                  <c:v>2.0533548908649961</c:v>
                </c:pt>
                <c:pt idx="2260">
                  <c:v>2.063459983831851</c:v>
                </c:pt>
                <c:pt idx="2261">
                  <c:v>2.1048908649959581</c:v>
                </c:pt>
                <c:pt idx="2262">
                  <c:v>2.1190379951495553</c:v>
                </c:pt>
                <c:pt idx="2263">
                  <c:v>2.2524252223120453</c:v>
                </c:pt>
                <c:pt idx="2264">
                  <c:v>2.1766370250606304</c:v>
                </c:pt>
                <c:pt idx="2265">
                  <c:v>2.1887631366208566</c:v>
                </c:pt>
                <c:pt idx="2266">
                  <c:v>2.2140258690379953</c:v>
                </c:pt>
                <c:pt idx="2267">
                  <c:v>2.2594987873888441</c:v>
                </c:pt>
                <c:pt idx="2268">
                  <c:v>2.3464025869037997</c:v>
                </c:pt>
                <c:pt idx="2269">
                  <c:v>2.3464025869037997</c:v>
                </c:pt>
                <c:pt idx="2270">
                  <c:v>2.3544866612772837</c:v>
                </c:pt>
                <c:pt idx="2271">
                  <c:v>2.3393290218270009</c:v>
                </c:pt>
                <c:pt idx="2272">
                  <c:v>2.3504446240905414</c:v>
                </c:pt>
                <c:pt idx="2273">
                  <c:v>2.334276475343573</c:v>
                </c:pt>
                <c:pt idx="2274">
                  <c:v>2.3868229587712206</c:v>
                </c:pt>
                <c:pt idx="2275">
                  <c:v>2.3797493936944218</c:v>
                </c:pt>
                <c:pt idx="2276">
                  <c:v>2.416127728375101</c:v>
                </c:pt>
                <c:pt idx="2277">
                  <c:v>2.3989490703314469</c:v>
                </c:pt>
                <c:pt idx="2278">
                  <c:v>2.4757477768795471</c:v>
                </c:pt>
                <c:pt idx="2279">
                  <c:v>2.4737267582861762</c:v>
                </c:pt>
                <c:pt idx="2280">
                  <c:v>2.5293047696038804</c:v>
                </c:pt>
                <c:pt idx="2281">
                  <c:v>2.5485044462409054</c:v>
                </c:pt>
                <c:pt idx="2282">
                  <c:v>2.5757881972514145</c:v>
                </c:pt>
                <c:pt idx="2283">
                  <c:v>2.7263540824575587</c:v>
                </c:pt>
                <c:pt idx="2284">
                  <c:v>2.706143896523848</c:v>
                </c:pt>
                <c:pt idx="2285">
                  <c:v>2.4959579628132578</c:v>
                </c:pt>
                <c:pt idx="2286">
                  <c:v>2.5677041228779305</c:v>
                </c:pt>
                <c:pt idx="2287">
                  <c:v>2.5181891673403394</c:v>
                </c:pt>
                <c:pt idx="2288">
                  <c:v>2.4171382376717867</c:v>
                </c:pt>
                <c:pt idx="2289">
                  <c:v>2.480800323362975</c:v>
                </c:pt>
                <c:pt idx="2290">
                  <c:v>2.4141067097817301</c:v>
                </c:pt>
                <c:pt idx="2291">
                  <c:v>2.4040016168148748</c:v>
                </c:pt>
                <c:pt idx="2292">
                  <c:v>2.3635812449474534</c:v>
                </c:pt>
                <c:pt idx="2293">
                  <c:v>2.3251818916734033</c:v>
                </c:pt>
                <c:pt idx="2294">
                  <c:v>2.2867825383993532</c:v>
                </c:pt>
                <c:pt idx="2295">
                  <c:v>2.2877930476960389</c:v>
                </c:pt>
                <c:pt idx="2296">
                  <c:v>2.2645513338722716</c:v>
                </c:pt>
                <c:pt idx="2297">
                  <c:v>2.2443411479385609</c:v>
                </c:pt>
                <c:pt idx="2298">
                  <c:v>2.2069523039611965</c:v>
                </c:pt>
                <c:pt idx="2299">
                  <c:v>2.209983831851253</c:v>
                </c:pt>
                <c:pt idx="2300">
                  <c:v>2.1816895715440583</c:v>
                </c:pt>
                <c:pt idx="2301">
                  <c:v>2.1544058205335488</c:v>
                </c:pt>
                <c:pt idx="2302">
                  <c:v>2.1594583670169767</c:v>
                </c:pt>
                <c:pt idx="2303">
                  <c:v>2.1362166531932094</c:v>
                </c:pt>
                <c:pt idx="2304">
                  <c:v>2.0664915117219076</c:v>
                </c:pt>
                <c:pt idx="2305">
                  <c:v>2.0462813257881973</c:v>
                </c:pt>
                <c:pt idx="2306">
                  <c:v>2.0220291026677444</c:v>
                </c:pt>
                <c:pt idx="2307">
                  <c:v>1.9826192400970089</c:v>
                </c:pt>
                <c:pt idx="2308">
                  <c:v>1.9553354890864996</c:v>
                </c:pt>
                <c:pt idx="2309">
                  <c:v>1.9745351657235246</c:v>
                </c:pt>
                <c:pt idx="2310">
                  <c:v>1.9977768795472919</c:v>
                </c:pt>
                <c:pt idx="2311">
                  <c:v>1.9876717865804365</c:v>
                </c:pt>
                <c:pt idx="2312">
                  <c:v>2.0846806790622474</c:v>
                </c:pt>
                <c:pt idx="2313">
                  <c:v>2.0280921584478575</c:v>
                </c:pt>
                <c:pt idx="2314">
                  <c:v>2.1614793856103476</c:v>
                </c:pt>
                <c:pt idx="2315">
                  <c:v>2.1554163298302345</c:v>
                </c:pt>
                <c:pt idx="2316">
                  <c:v>2.1897736459175423</c:v>
                </c:pt>
                <c:pt idx="2317">
                  <c:v>2.1917946645109136</c:v>
                </c:pt>
                <c:pt idx="2318">
                  <c:v>2.1614793856103476</c:v>
                </c:pt>
                <c:pt idx="2319">
                  <c:v>2.1099434114793856</c:v>
                </c:pt>
                <c:pt idx="2320">
                  <c:v>2.1493532740501213</c:v>
                </c:pt>
                <c:pt idx="2321">
                  <c:v>2.0867016976556183</c:v>
                </c:pt>
                <c:pt idx="2322">
                  <c:v>2.1038803556992725</c:v>
                </c:pt>
                <c:pt idx="2323">
                  <c:v>2.0867016976556183</c:v>
                </c:pt>
                <c:pt idx="2324">
                  <c:v>2.0675020210185933</c:v>
                </c:pt>
                <c:pt idx="2325">
                  <c:v>2.0867016976556183</c:v>
                </c:pt>
                <c:pt idx="2326">
                  <c:v>2.1352061438965237</c:v>
                </c:pt>
                <c:pt idx="2327">
                  <c:v>2.2200889248181084</c:v>
                </c:pt>
                <c:pt idx="2328">
                  <c:v>2.1917946645109136</c:v>
                </c:pt>
                <c:pt idx="2329">
                  <c:v>2.1372271624898946</c:v>
                </c:pt>
                <c:pt idx="2330">
                  <c:v>2.0220291026677444</c:v>
                </c:pt>
                <c:pt idx="2331">
                  <c:v>1.9785772029102666</c:v>
                </c:pt>
                <c:pt idx="2332">
                  <c:v>1.9977768795472919</c:v>
                </c:pt>
                <c:pt idx="2333">
                  <c:v>1.9613985448666127</c:v>
                </c:pt>
                <c:pt idx="2334">
                  <c:v>1.9816087308003234</c:v>
                </c:pt>
                <c:pt idx="2335">
                  <c:v>1.9462409054163299</c:v>
                </c:pt>
                <c:pt idx="2336">
                  <c:v>1.9472514147130153</c:v>
                </c:pt>
                <c:pt idx="2337">
                  <c:v>1.9068310428455941</c:v>
                </c:pt>
                <c:pt idx="2338">
                  <c:v>1.9017784963621664</c:v>
                </c:pt>
                <c:pt idx="2339">
                  <c:v>1.8835893290218269</c:v>
                </c:pt>
                <c:pt idx="2340">
                  <c:v>1.8957154405820533</c:v>
                </c:pt>
                <c:pt idx="2341">
                  <c:v>1.8603476151980598</c:v>
                </c:pt>
                <c:pt idx="2342">
                  <c:v>1.9068310428455941</c:v>
                </c:pt>
                <c:pt idx="2343">
                  <c:v>1.9037995149555376</c:v>
                </c:pt>
                <c:pt idx="2344">
                  <c:v>1.9351253031527889</c:v>
                </c:pt>
                <c:pt idx="2345">
                  <c:v>1.919967663702506</c:v>
                </c:pt>
                <c:pt idx="2346">
                  <c:v>1.8876313662085691</c:v>
                </c:pt>
                <c:pt idx="2347">
                  <c:v>1.9037995149555376</c:v>
                </c:pt>
                <c:pt idx="2348">
                  <c:v>1.8563055780113176</c:v>
                </c:pt>
                <c:pt idx="2349">
                  <c:v>1.8472109943411479</c:v>
                </c:pt>
                <c:pt idx="2350">
                  <c:v>1.8239692805173806</c:v>
                </c:pt>
                <c:pt idx="2351">
                  <c:v>1.7946645109135004</c:v>
                </c:pt>
                <c:pt idx="2352">
                  <c:v>1.7441390460792239</c:v>
                </c:pt>
                <c:pt idx="2353">
                  <c:v>1.7340339531123685</c:v>
                </c:pt>
                <c:pt idx="2354">
                  <c:v>1.7491915925626516</c:v>
                </c:pt>
                <c:pt idx="2355">
                  <c:v>1.7855699272433305</c:v>
                </c:pt>
                <c:pt idx="2356">
                  <c:v>1.7421180274858528</c:v>
                </c:pt>
                <c:pt idx="2357">
                  <c:v>1.9017784963621664</c:v>
                </c:pt>
                <c:pt idx="2358">
                  <c:v>1.8886418755052545</c:v>
                </c:pt>
                <c:pt idx="2359">
                  <c:v>1.8664106709781729</c:v>
                </c:pt>
                <c:pt idx="2360">
                  <c:v>1.8482215036378333</c:v>
                </c:pt>
                <c:pt idx="2361">
                  <c:v>1.8431689571544059</c:v>
                </c:pt>
                <c:pt idx="2362">
                  <c:v>1.8421584478577202</c:v>
                </c:pt>
                <c:pt idx="2363">
                  <c:v>1.8593371059013744</c:v>
                </c:pt>
                <c:pt idx="2364">
                  <c:v>1.9118835893290218</c:v>
                </c:pt>
                <c:pt idx="2365">
                  <c:v>1.8179062247372675</c:v>
                </c:pt>
                <c:pt idx="2366">
                  <c:v>1.8421584478577202</c:v>
                </c:pt>
                <c:pt idx="2367">
                  <c:v>1.8088116410670978</c:v>
                </c:pt>
                <c:pt idx="2368">
                  <c:v>1.849232012934519</c:v>
                </c:pt>
                <c:pt idx="2369">
                  <c:v>1.830032336297494</c:v>
                </c:pt>
                <c:pt idx="2370">
                  <c:v>1.7835489086499596</c:v>
                </c:pt>
                <c:pt idx="2371">
                  <c:v>1.7896119644300728</c:v>
                </c:pt>
                <c:pt idx="2372">
                  <c:v>1.8603476151980598</c:v>
                </c:pt>
                <c:pt idx="2373">
                  <c:v>1.9159256265157638</c:v>
                </c:pt>
                <c:pt idx="2374">
                  <c:v>1.8916734033953111</c:v>
                </c:pt>
                <c:pt idx="2375">
                  <c:v>1.9977768795472919</c:v>
                </c:pt>
                <c:pt idx="2376">
                  <c:v>2.0664915117219076</c:v>
                </c:pt>
                <c:pt idx="2377">
                  <c:v>2.0735650767987064</c:v>
                </c:pt>
                <c:pt idx="2378">
                  <c:v>2.0412287793047694</c:v>
                </c:pt>
                <c:pt idx="2379">
                  <c:v>2.0159660468876313</c:v>
                </c:pt>
                <c:pt idx="2380">
                  <c:v>2.0927647534357314</c:v>
                </c:pt>
                <c:pt idx="2381">
                  <c:v>2.0917542441390462</c:v>
                </c:pt>
                <c:pt idx="2382">
                  <c:v>2.1928051738075989</c:v>
                </c:pt>
                <c:pt idx="2383">
                  <c:v>2.2301940177849637</c:v>
                </c:pt>
                <c:pt idx="2384">
                  <c:v>2.2140258690379953</c:v>
                </c:pt>
                <c:pt idx="2385">
                  <c:v>2.1301535974130963</c:v>
                </c:pt>
                <c:pt idx="2386">
                  <c:v>2.0341552142279706</c:v>
                </c:pt>
                <c:pt idx="2387">
                  <c:v>1.9997978981406628</c:v>
                </c:pt>
                <c:pt idx="2388">
                  <c:v>2.036176232821342</c:v>
                </c:pt>
                <c:pt idx="2389">
                  <c:v>1.9977768795472919</c:v>
                </c:pt>
                <c:pt idx="2390">
                  <c:v>2.0887227162489896</c:v>
                </c:pt>
                <c:pt idx="2391">
                  <c:v>2.0846806790622474</c:v>
                </c:pt>
                <c:pt idx="2392">
                  <c:v>2.1059013742926433</c:v>
                </c:pt>
                <c:pt idx="2393">
                  <c:v>2.0705335489086498</c:v>
                </c:pt>
                <c:pt idx="2394">
                  <c:v>2.0099029911075181</c:v>
                </c:pt>
                <c:pt idx="2395">
                  <c:v>2.1018593371059011</c:v>
                </c:pt>
                <c:pt idx="2396">
                  <c:v>2.1139854486661278</c:v>
                </c:pt>
                <c:pt idx="2397">
                  <c:v>2.1493532740501213</c:v>
                </c:pt>
                <c:pt idx="2398">
                  <c:v>2.1493532740501213</c:v>
                </c:pt>
                <c:pt idx="2399">
                  <c:v>2.1786580436540017</c:v>
                </c:pt>
                <c:pt idx="2400">
                  <c:v>2.2726354082457556</c:v>
                </c:pt>
                <c:pt idx="2401">
                  <c:v>2.3231608730800324</c:v>
                </c:pt>
                <c:pt idx="2402">
                  <c:v>2.2888035569927241</c:v>
                </c:pt>
                <c:pt idx="2403">
                  <c:v>2.2736459175424413</c:v>
                </c:pt>
                <c:pt idx="2404">
                  <c:v>2.2564672594987871</c:v>
                </c:pt>
                <c:pt idx="2405">
                  <c:v>2.2493936944219888</c:v>
                </c:pt>
                <c:pt idx="2406">
                  <c:v>2.166531932093775</c:v>
                </c:pt>
                <c:pt idx="2407">
                  <c:v>2.2150363783346805</c:v>
                </c:pt>
                <c:pt idx="2408">
                  <c:v>2.2200889248181084</c:v>
                </c:pt>
                <c:pt idx="2409">
                  <c:v>2.2776879547291835</c:v>
                </c:pt>
                <c:pt idx="2410">
                  <c:v>2.2645513338722716</c:v>
                </c:pt>
                <c:pt idx="2411">
                  <c:v>2.2584882780921585</c:v>
                </c:pt>
                <c:pt idx="2412">
                  <c:v>2.2049312853678251</c:v>
                </c:pt>
                <c:pt idx="2413">
                  <c:v>2.1705739692805173</c:v>
                </c:pt>
                <c:pt idx="2414">
                  <c:v>2.128132578819725</c:v>
                </c:pt>
                <c:pt idx="2415">
                  <c:v>2.0887227162489896</c:v>
                </c:pt>
                <c:pt idx="2416">
                  <c:v>2.095796281325788</c:v>
                </c:pt>
                <c:pt idx="2417">
                  <c:v>2.0735650767987064</c:v>
                </c:pt>
                <c:pt idx="2418">
                  <c:v>2.1139854486661278</c:v>
                </c:pt>
                <c:pt idx="2419">
                  <c:v>2.1331851253031529</c:v>
                </c:pt>
                <c:pt idx="2420">
                  <c:v>2.1624898949070332</c:v>
                </c:pt>
                <c:pt idx="2421">
                  <c:v>2.1564268391269201</c:v>
                </c:pt>
                <c:pt idx="2422">
                  <c:v>2.1129749393694421</c:v>
                </c:pt>
                <c:pt idx="2423">
                  <c:v>2.1331851253031529</c:v>
                </c:pt>
                <c:pt idx="2424">
                  <c:v>2.1059013742926433</c:v>
                </c:pt>
                <c:pt idx="2425">
                  <c:v>2.1412691996766369</c:v>
                </c:pt>
                <c:pt idx="2426">
                  <c:v>2.1220695230396118</c:v>
                </c:pt>
                <c:pt idx="2427">
                  <c:v>2.2059417946645108</c:v>
                </c:pt>
                <c:pt idx="2428">
                  <c:v>2.1948261924009702</c:v>
                </c:pt>
                <c:pt idx="2429">
                  <c:v>2.2059417946645108</c:v>
                </c:pt>
                <c:pt idx="2430">
                  <c:v>2.1857316087308001</c:v>
                </c:pt>
                <c:pt idx="2431">
                  <c:v>2.2605092966855294</c:v>
                </c:pt>
                <c:pt idx="2432">
                  <c:v>2.2473726758286174</c:v>
                </c:pt>
                <c:pt idx="2433">
                  <c:v>2.2594987873888441</c:v>
                </c:pt>
                <c:pt idx="2434">
                  <c:v>2.2231204527081649</c:v>
                </c:pt>
                <c:pt idx="2435">
                  <c:v>2.2958771220695229</c:v>
                </c:pt>
                <c:pt idx="2436">
                  <c:v>2.2948666127728377</c:v>
                </c:pt>
                <c:pt idx="2437">
                  <c:v>2.1645109135004041</c:v>
                </c:pt>
                <c:pt idx="2438">
                  <c:v>2.1513742926434922</c:v>
                </c:pt>
                <c:pt idx="2439">
                  <c:v>2.1170169765561844</c:v>
                </c:pt>
                <c:pt idx="2440">
                  <c:v>2.0624494745351658</c:v>
                </c:pt>
                <c:pt idx="2441">
                  <c:v>2.0008084074373484</c:v>
                </c:pt>
                <c:pt idx="2442">
                  <c:v>2.0068714632174616</c:v>
                </c:pt>
                <c:pt idx="2443">
                  <c:v>1.9876717865804365</c:v>
                </c:pt>
                <c:pt idx="2444">
                  <c:v>2.0149555375909456</c:v>
                </c:pt>
                <c:pt idx="2445">
                  <c:v>2.011924009700889</c:v>
                </c:pt>
                <c:pt idx="2446">
                  <c:v>1.9947453516572351</c:v>
                </c:pt>
                <c:pt idx="2447">
                  <c:v>1.9644300727566693</c:v>
                </c:pt>
                <c:pt idx="2448">
                  <c:v>1.9613985448666127</c:v>
                </c:pt>
                <c:pt idx="2449">
                  <c:v>1.9118835893290218</c:v>
                </c:pt>
                <c:pt idx="2450">
                  <c:v>1.9209781729991915</c:v>
                </c:pt>
                <c:pt idx="2451">
                  <c:v>1.971503637833468</c:v>
                </c:pt>
                <c:pt idx="2452">
                  <c:v>1.9149151172190784</c:v>
                </c:pt>
                <c:pt idx="2453">
                  <c:v>1.9169361358124495</c:v>
                </c:pt>
                <c:pt idx="2454">
                  <c:v>1.9159256265157638</c:v>
                </c:pt>
                <c:pt idx="2455">
                  <c:v>1.9553354890864996</c:v>
                </c:pt>
                <c:pt idx="2456">
                  <c:v>1.9543249797898141</c:v>
                </c:pt>
                <c:pt idx="2457">
                  <c:v>2.0109135004042038</c:v>
                </c:pt>
                <c:pt idx="2458">
                  <c:v>1.9876717865804365</c:v>
                </c:pt>
                <c:pt idx="2459">
                  <c:v>1.9644300727566693</c:v>
                </c:pt>
                <c:pt idx="2460">
                  <c:v>2.0371867421180276</c:v>
                </c:pt>
                <c:pt idx="2461">
                  <c:v>2.0028294260307193</c:v>
                </c:pt>
                <c:pt idx="2462">
                  <c:v>1.9361358124494745</c:v>
                </c:pt>
                <c:pt idx="2463">
                  <c:v>1.9745351657235246</c:v>
                </c:pt>
                <c:pt idx="2464">
                  <c:v>2.0250606305578009</c:v>
                </c:pt>
                <c:pt idx="2465">
                  <c:v>1.9957558609539208</c:v>
                </c:pt>
                <c:pt idx="2466">
                  <c:v>2.0048504446240907</c:v>
                </c:pt>
                <c:pt idx="2467">
                  <c:v>1.9937348423605497</c:v>
                </c:pt>
                <c:pt idx="2468">
                  <c:v>2.0472918350848825</c:v>
                </c:pt>
                <c:pt idx="2469">
                  <c:v>1.9826192400970089</c:v>
                </c:pt>
                <c:pt idx="2470">
                  <c:v>1.9917138237671785</c:v>
                </c:pt>
                <c:pt idx="2471">
                  <c:v>2.0179870654810026</c:v>
                </c:pt>
                <c:pt idx="2472">
                  <c:v>1.9816087308003234</c:v>
                </c:pt>
                <c:pt idx="2473">
                  <c:v>1.9492724333063864</c:v>
                </c:pt>
                <c:pt idx="2474">
                  <c:v>1.9472514147130153</c:v>
                </c:pt>
                <c:pt idx="2475">
                  <c:v>1.9341147938561034</c:v>
                </c:pt>
                <c:pt idx="2476">
                  <c:v>1.9037995149555376</c:v>
                </c:pt>
                <c:pt idx="2477">
                  <c:v>1.8977364591754244</c:v>
                </c:pt>
                <c:pt idx="2478">
                  <c:v>1.904810024252223</c:v>
                </c:pt>
                <c:pt idx="2479">
                  <c:v>1.9401778496362165</c:v>
                </c:pt>
                <c:pt idx="2480">
                  <c:v>1.9684721099434115</c:v>
                </c:pt>
                <c:pt idx="2481">
                  <c:v>1.9664510913500404</c:v>
                </c:pt>
                <c:pt idx="2482">
                  <c:v>1.9583670169765561</c:v>
                </c:pt>
                <c:pt idx="2483">
                  <c:v>1.9593775262732416</c:v>
                </c:pt>
                <c:pt idx="2484">
                  <c:v>1.9189571544058206</c:v>
                </c:pt>
                <c:pt idx="2485">
                  <c:v>1.9270412287793046</c:v>
                </c:pt>
                <c:pt idx="2486">
                  <c:v>1.8876313662085691</c:v>
                </c:pt>
                <c:pt idx="2487">
                  <c:v>1.8775262732417137</c:v>
                </c:pt>
                <c:pt idx="2488">
                  <c:v>1.8805578011317703</c:v>
                </c:pt>
                <c:pt idx="2489">
                  <c:v>1.900767987065481</c:v>
                </c:pt>
                <c:pt idx="2490">
                  <c:v>1.8371059013742925</c:v>
                </c:pt>
                <c:pt idx="2491">
                  <c:v>1.8441794664510913</c:v>
                </c:pt>
                <c:pt idx="2492">
                  <c:v>1.8310428455941794</c:v>
                </c:pt>
                <c:pt idx="2493">
                  <c:v>1.8704527081649152</c:v>
                </c:pt>
                <c:pt idx="2494">
                  <c:v>1.9058205335489087</c:v>
                </c:pt>
                <c:pt idx="2495">
                  <c:v>1.9017784963621664</c:v>
                </c:pt>
                <c:pt idx="2496">
                  <c:v>1.8835893290218269</c:v>
                </c:pt>
                <c:pt idx="2497">
                  <c:v>1.8835893290218269</c:v>
                </c:pt>
                <c:pt idx="2498">
                  <c:v>1.9088520614389652</c:v>
                </c:pt>
                <c:pt idx="2499">
                  <c:v>1.9179466451091349</c:v>
                </c:pt>
                <c:pt idx="2500">
                  <c:v>1.9310832659660468</c:v>
                </c:pt>
                <c:pt idx="2501">
                  <c:v>1.9361358124494745</c:v>
                </c:pt>
                <c:pt idx="2502">
                  <c:v>1.9108730800323364</c:v>
                </c:pt>
                <c:pt idx="2503">
                  <c:v>1.9634195634599838</c:v>
                </c:pt>
                <c:pt idx="2504">
                  <c:v>1.9603880355699272</c:v>
                </c:pt>
                <c:pt idx="2505">
                  <c:v>2.003839935327405</c:v>
                </c:pt>
                <c:pt idx="2506">
                  <c:v>1.9876717865804365</c:v>
                </c:pt>
                <c:pt idx="2507">
                  <c:v>1.933104284559418</c:v>
                </c:pt>
                <c:pt idx="2508">
                  <c:v>1.933104284559418</c:v>
                </c:pt>
                <c:pt idx="2509">
                  <c:v>1.933104284559418</c:v>
                </c:pt>
                <c:pt idx="2510">
                  <c:v>1.9664510913500404</c:v>
                </c:pt>
                <c:pt idx="2511">
                  <c:v>1.9957558609539208</c:v>
                </c:pt>
                <c:pt idx="2512">
                  <c:v>1.9765561843168957</c:v>
                </c:pt>
                <c:pt idx="2513">
                  <c:v>2.0159660468876313</c:v>
                </c:pt>
                <c:pt idx="2514">
                  <c:v>2.0280921584478575</c:v>
                </c:pt>
                <c:pt idx="2515">
                  <c:v>2.0008084074373484</c:v>
                </c:pt>
                <c:pt idx="2516">
                  <c:v>2.0139450282942604</c:v>
                </c:pt>
                <c:pt idx="2517">
                  <c:v>1.9502829426030719</c:v>
                </c:pt>
                <c:pt idx="2518">
                  <c:v>1.9593775262732416</c:v>
                </c:pt>
                <c:pt idx="2519">
                  <c:v>1.9411883589329022</c:v>
                </c:pt>
                <c:pt idx="2520">
                  <c:v>1.9027890056588521</c:v>
                </c:pt>
                <c:pt idx="2521">
                  <c:v>1.8734842360549717</c:v>
                </c:pt>
                <c:pt idx="2522">
                  <c:v>1.8977364591754244</c:v>
                </c:pt>
                <c:pt idx="2523">
                  <c:v>1.8936944219886822</c:v>
                </c:pt>
                <c:pt idx="2524">
                  <c:v>1.9027890056588521</c:v>
                </c:pt>
                <c:pt idx="2525">
                  <c:v>1.8936944219886822</c:v>
                </c:pt>
                <c:pt idx="2526">
                  <c:v>1.9098625707356507</c:v>
                </c:pt>
                <c:pt idx="2527">
                  <c:v>1.8755052546483426</c:v>
                </c:pt>
                <c:pt idx="2528">
                  <c:v>1.8654001616814875</c:v>
                </c:pt>
                <c:pt idx="2529">
                  <c:v>1.8734842360549717</c:v>
                </c:pt>
                <c:pt idx="2530">
                  <c:v>1.8947049312853679</c:v>
                </c:pt>
                <c:pt idx="2531">
                  <c:v>1.849232012934519</c:v>
                </c:pt>
                <c:pt idx="2532">
                  <c:v>1.8249797898140663</c:v>
                </c:pt>
                <c:pt idx="2533">
                  <c:v>1.7987065481002424</c:v>
                </c:pt>
                <c:pt idx="2534">
                  <c:v>1.7865804365400162</c:v>
                </c:pt>
                <c:pt idx="2535">
                  <c:v>1.7592966855295069</c:v>
                </c:pt>
                <c:pt idx="2536">
                  <c:v>1.7532336297493936</c:v>
                </c:pt>
                <c:pt idx="2537">
                  <c:v>1.750202101859337</c:v>
                </c:pt>
                <c:pt idx="2538">
                  <c:v>1.7340339531123685</c:v>
                </c:pt>
                <c:pt idx="2539">
                  <c:v>1.7562651576394503</c:v>
                </c:pt>
                <c:pt idx="2540">
                  <c:v>1.7855699272433305</c:v>
                </c:pt>
                <c:pt idx="2541">
                  <c:v>1.8199272433306386</c:v>
                </c:pt>
                <c:pt idx="2542">
                  <c:v>1.8360953920776071</c:v>
                </c:pt>
                <c:pt idx="2543">
                  <c:v>1.8542845594179467</c:v>
                </c:pt>
                <c:pt idx="2544">
                  <c:v>1.8704527081649152</c:v>
                </c:pt>
                <c:pt idx="2545">
                  <c:v>1.8593371059013744</c:v>
                </c:pt>
                <c:pt idx="2546">
                  <c:v>1.8613581244947452</c:v>
                </c:pt>
                <c:pt idx="2547">
                  <c:v>1.8542845594179467</c:v>
                </c:pt>
                <c:pt idx="2548">
                  <c:v>1.8755052546483426</c:v>
                </c:pt>
                <c:pt idx="2549">
                  <c:v>1.8765157639450283</c:v>
                </c:pt>
                <c:pt idx="2550">
                  <c:v>1.8421584478577202</c:v>
                </c:pt>
                <c:pt idx="2551">
                  <c:v>1.8027485852869847</c:v>
                </c:pt>
                <c:pt idx="2552">
                  <c:v>1.7896119644300728</c:v>
                </c:pt>
                <c:pt idx="2553">
                  <c:v>1.8805578011317703</c:v>
                </c:pt>
                <c:pt idx="2554">
                  <c:v>1.9492724333063864</c:v>
                </c:pt>
                <c:pt idx="2555">
                  <c:v>1.971503637833468</c:v>
                </c:pt>
                <c:pt idx="2556">
                  <c:v>1.9967663702506062</c:v>
                </c:pt>
                <c:pt idx="2557">
                  <c:v>2.0765966046887629</c:v>
                </c:pt>
                <c:pt idx="2558">
                  <c:v>2.1574373484236053</c:v>
                </c:pt>
                <c:pt idx="2559">
                  <c:v>2.1230800323362975</c:v>
                </c:pt>
                <c:pt idx="2560">
                  <c:v>2.0988278092158446</c:v>
                </c:pt>
                <c:pt idx="2561">
                  <c:v>2.1564268391269201</c:v>
                </c:pt>
                <c:pt idx="2562">
                  <c:v>2.2120048504446239</c:v>
                </c:pt>
                <c:pt idx="2563">
                  <c:v>2.4080436540016166</c:v>
                </c:pt>
                <c:pt idx="2564">
                  <c:v>2.3787388843977366</c:v>
                </c:pt>
                <c:pt idx="2565">
                  <c:v>2.3362974939369443</c:v>
                </c:pt>
                <c:pt idx="2566">
                  <c:v>2.3241713823767176</c:v>
                </c:pt>
                <c:pt idx="2567">
                  <c:v>2.3686337914308813</c:v>
                </c:pt>
                <c:pt idx="2568">
                  <c:v>2.4060226354082457</c:v>
                </c:pt>
                <c:pt idx="2569">
                  <c:v>2.4090541632983022</c:v>
                </c:pt>
                <c:pt idx="2570">
                  <c:v>2.364591754244139</c:v>
                </c:pt>
                <c:pt idx="2571">
                  <c:v>2.4009700889248182</c:v>
                </c:pt>
                <c:pt idx="2572">
                  <c:v>2.5020210185933709</c:v>
                </c:pt>
                <c:pt idx="2573">
                  <c:v>2.5575990299110751</c:v>
                </c:pt>
                <c:pt idx="2574">
                  <c:v>2.6677445432497979</c:v>
                </c:pt>
                <c:pt idx="2575">
                  <c:v>2.8142683912691995</c:v>
                </c:pt>
                <c:pt idx="2576">
                  <c:v>2.7718270008084072</c:v>
                </c:pt>
                <c:pt idx="2577">
                  <c:v>2.9688763136620855</c:v>
                </c:pt>
                <c:pt idx="2578">
                  <c:v>3.3609539207760712</c:v>
                </c:pt>
                <c:pt idx="2579">
                  <c:v>2.9385610347615199</c:v>
                </c:pt>
                <c:pt idx="2580">
                  <c:v>2.88197251414713</c:v>
                </c:pt>
                <c:pt idx="2581">
                  <c:v>2.8526677445432496</c:v>
                </c:pt>
                <c:pt idx="2582">
                  <c:v>2.8294260307194827</c:v>
                </c:pt>
                <c:pt idx="2583">
                  <c:v>2.9042037186742116</c:v>
                </c:pt>
                <c:pt idx="2584">
                  <c:v>2.8344785772029102</c:v>
                </c:pt>
                <c:pt idx="2585">
                  <c:v>2.7233225545675022</c:v>
                </c:pt>
                <c:pt idx="2586">
                  <c:v>2.6323767178658044</c:v>
                </c:pt>
                <c:pt idx="2587">
                  <c:v>2.7132174616006468</c:v>
                </c:pt>
                <c:pt idx="2588">
                  <c:v>2.7819320937752625</c:v>
                </c:pt>
                <c:pt idx="2589">
                  <c:v>2.7455537590945838</c:v>
                </c:pt>
                <c:pt idx="2590">
                  <c:v>2.7647534357316088</c:v>
                </c:pt>
                <c:pt idx="2591">
                  <c:v>2.7273645917542439</c:v>
                </c:pt>
                <c:pt idx="2592">
                  <c:v>2.6455133387227163</c:v>
                </c:pt>
                <c:pt idx="2593">
                  <c:v>2.6717865804365402</c:v>
                </c:pt>
                <c:pt idx="2594">
                  <c:v>2.6687550525464832</c:v>
                </c:pt>
                <c:pt idx="2595">
                  <c:v>2.6980598221503636</c:v>
                </c:pt>
                <c:pt idx="2596">
                  <c:v>2.6647130153597414</c:v>
                </c:pt>
                <c:pt idx="2597">
                  <c:v>2.7314066289409862</c:v>
                </c:pt>
                <c:pt idx="2598">
                  <c:v>2.7708164915117219</c:v>
                </c:pt>
                <c:pt idx="2599">
                  <c:v>2.8658043654001615</c:v>
                </c:pt>
                <c:pt idx="2600">
                  <c:v>2.8334680679062245</c:v>
                </c:pt>
                <c:pt idx="2601">
                  <c:v>2.7516168148746969</c:v>
                </c:pt>
                <c:pt idx="2602">
                  <c:v>2.8435731608730799</c:v>
                </c:pt>
                <c:pt idx="2603">
                  <c:v>2.8455941794664512</c:v>
                </c:pt>
                <c:pt idx="2604">
                  <c:v>2.8870250606305579</c:v>
                </c:pt>
                <c:pt idx="2605">
                  <c:v>2.849636216653193</c:v>
                </c:pt>
                <c:pt idx="2606">
                  <c:v>2.9587712206952301</c:v>
                </c:pt>
                <c:pt idx="2607">
                  <c:v>2.9426030719482617</c:v>
                </c:pt>
                <c:pt idx="2608">
                  <c:v>2.9830234438156831</c:v>
                </c:pt>
                <c:pt idx="2609">
                  <c:v>2.9516976556184318</c:v>
                </c:pt>
                <c:pt idx="2610">
                  <c:v>2.9193613581244948</c:v>
                </c:pt>
                <c:pt idx="2611">
                  <c:v>2.8668148746968471</c:v>
                </c:pt>
                <c:pt idx="2612">
                  <c:v>2.8344785772029102</c:v>
                </c:pt>
                <c:pt idx="2613">
                  <c:v>2.9102667744543251</c:v>
                </c:pt>
                <c:pt idx="2614">
                  <c:v>2.849636216653193</c:v>
                </c:pt>
                <c:pt idx="2615">
                  <c:v>2.7738480194017785</c:v>
                </c:pt>
                <c:pt idx="2616">
                  <c:v>2.7586903799514957</c:v>
                </c:pt>
                <c:pt idx="2617">
                  <c:v>2.7273645917542439</c:v>
                </c:pt>
                <c:pt idx="2618">
                  <c:v>2.6424818108326598</c:v>
                </c:pt>
                <c:pt idx="2619">
                  <c:v>2.611156022635408</c:v>
                </c:pt>
                <c:pt idx="2620">
                  <c:v>2.706143896523848</c:v>
                </c:pt>
                <c:pt idx="2621">
                  <c:v>2.6727970897332254</c:v>
                </c:pt>
                <c:pt idx="2622">
                  <c:v>2.6899757477768795</c:v>
                </c:pt>
                <c:pt idx="2623">
                  <c:v>2.9072352465642681</c:v>
                </c:pt>
                <c:pt idx="2624">
                  <c:v>2.8779304769603882</c:v>
                </c:pt>
                <c:pt idx="2625">
                  <c:v>2.8698464025869037</c:v>
                </c:pt>
                <c:pt idx="2626">
                  <c:v>2.8708569118835894</c:v>
                </c:pt>
                <c:pt idx="2627">
                  <c:v>2.8526677445432496</c:v>
                </c:pt>
                <c:pt idx="2628">
                  <c:v>2.841552142279709</c:v>
                </c:pt>
                <c:pt idx="2629">
                  <c:v>2.8132578819725143</c:v>
                </c:pt>
                <c:pt idx="2630">
                  <c:v>2.7354486661277284</c:v>
                </c:pt>
                <c:pt idx="2631">
                  <c:v>2.7546483427647535</c:v>
                </c:pt>
                <c:pt idx="2632">
                  <c:v>2.7122069523039611</c:v>
                </c:pt>
                <c:pt idx="2633">
                  <c:v>2.7071544058205337</c:v>
                </c:pt>
                <c:pt idx="2634">
                  <c:v>2.7223120452708165</c:v>
                </c:pt>
                <c:pt idx="2635">
                  <c:v>2.7930476960388035</c:v>
                </c:pt>
                <c:pt idx="2636">
                  <c:v>2.8435731608730799</c:v>
                </c:pt>
                <c:pt idx="2637">
                  <c:v>2.8920776071139853</c:v>
                </c:pt>
                <c:pt idx="2638">
                  <c:v>2.8951091350040419</c:v>
                </c:pt>
                <c:pt idx="2639">
                  <c:v>2.8567097817299918</c:v>
                </c:pt>
                <c:pt idx="2640">
                  <c:v>2.8132578819725143</c:v>
                </c:pt>
                <c:pt idx="2641">
                  <c:v>2.8102263540824577</c:v>
                </c:pt>
                <c:pt idx="2642">
                  <c:v>2.9163298302344383</c:v>
                </c:pt>
                <c:pt idx="2643">
                  <c:v>2.9486661277283752</c:v>
                </c:pt>
                <c:pt idx="2644">
                  <c:v>3.0052546483427647</c:v>
                </c:pt>
                <c:pt idx="2645">
                  <c:v>2.8567097817299918</c:v>
                </c:pt>
                <c:pt idx="2646">
                  <c:v>2.893088116410671</c:v>
                </c:pt>
                <c:pt idx="2647">
                  <c:v>2.7890056588520613</c:v>
                </c:pt>
                <c:pt idx="2648">
                  <c:v>2.7041228779304771</c:v>
                </c:pt>
                <c:pt idx="2649">
                  <c:v>2.7192805173807599</c:v>
                </c:pt>
                <c:pt idx="2650">
                  <c:v>2.5181891673403394</c:v>
                </c:pt>
                <c:pt idx="2651">
                  <c:v>2.5959983831851252</c:v>
                </c:pt>
                <c:pt idx="2652">
                  <c:v>2.6050929668552949</c:v>
                </c:pt>
                <c:pt idx="2653">
                  <c:v>2.5990299110751818</c:v>
                </c:pt>
                <c:pt idx="2654">
                  <c:v>2.6242926434923199</c:v>
                </c:pt>
                <c:pt idx="2655">
                  <c:v>2.6202506063055782</c:v>
                </c:pt>
                <c:pt idx="2656">
                  <c:v>2.6182295877122068</c:v>
                </c:pt>
                <c:pt idx="2657">
                  <c:v>2.6141875505254646</c:v>
                </c:pt>
                <c:pt idx="2658">
                  <c:v>2.6172190784155211</c:v>
                </c:pt>
                <c:pt idx="2659">
                  <c:v>2.6465238480194015</c:v>
                </c:pt>
                <c:pt idx="2660">
                  <c:v>2.8041632983023441</c:v>
                </c:pt>
                <c:pt idx="2661">
                  <c:v>2.8809620048504447</c:v>
                </c:pt>
                <c:pt idx="2662">
                  <c:v>2.952708164915117</c:v>
                </c:pt>
                <c:pt idx="2663">
                  <c:v>3.0749797898140661</c:v>
                </c:pt>
                <c:pt idx="2664">
                  <c:v>2.9476556184316896</c:v>
                </c:pt>
                <c:pt idx="2665">
                  <c:v>3.0163702506063057</c:v>
                </c:pt>
                <c:pt idx="2666">
                  <c:v>3.0183912691996766</c:v>
                </c:pt>
                <c:pt idx="2667">
                  <c:v>2.9860549717057396</c:v>
                </c:pt>
                <c:pt idx="2668">
                  <c:v>2.9991915925626516</c:v>
                </c:pt>
                <c:pt idx="2669">
                  <c:v>2.92037186742118</c:v>
                </c:pt>
                <c:pt idx="2670">
                  <c:v>3.0840743734842362</c:v>
                </c:pt>
                <c:pt idx="2671">
                  <c:v>3.0436540016168148</c:v>
                </c:pt>
                <c:pt idx="2672">
                  <c:v>3.0608326596604689</c:v>
                </c:pt>
                <c:pt idx="2673">
                  <c:v>3.1042845594179465</c:v>
                </c:pt>
                <c:pt idx="2674">
                  <c:v>3.0739692805173808</c:v>
                </c:pt>
                <c:pt idx="2675">
                  <c:v>3.1770412287793048</c:v>
                </c:pt>
                <c:pt idx="2676">
                  <c:v>3.1628940986257073</c:v>
                </c:pt>
                <c:pt idx="2677">
                  <c:v>3.169967663702506</c:v>
                </c:pt>
                <c:pt idx="2678">
                  <c:v>3.2245351657235246</c:v>
                </c:pt>
                <c:pt idx="2679">
                  <c:v>3.2093775262732418</c:v>
                </c:pt>
                <c:pt idx="2680">
                  <c:v>3.1740097008892483</c:v>
                </c:pt>
                <c:pt idx="2681">
                  <c:v>3.2033144704931287</c:v>
                </c:pt>
                <c:pt idx="2682">
                  <c:v>3.1558205335489085</c:v>
                </c:pt>
                <c:pt idx="2683">
                  <c:v>3.2497978981406628</c:v>
                </c:pt>
                <c:pt idx="2684">
                  <c:v>3.1770412287793048</c:v>
                </c:pt>
                <c:pt idx="2685">
                  <c:v>3.1275262732417137</c:v>
                </c:pt>
                <c:pt idx="2686">
                  <c:v>3.1133791430881161</c:v>
                </c:pt>
                <c:pt idx="2687">
                  <c:v>3.0780113177041226</c:v>
                </c:pt>
                <c:pt idx="2688">
                  <c:v>3.1467259498787388</c:v>
                </c:pt>
                <c:pt idx="2689">
                  <c:v>3.1497574777687953</c:v>
                </c:pt>
                <c:pt idx="2690">
                  <c:v>3.1265157639450281</c:v>
                </c:pt>
                <c:pt idx="2691">
                  <c:v>3.2376717865804365</c:v>
                </c:pt>
                <c:pt idx="2692">
                  <c:v>3.2305982215036377</c:v>
                </c:pt>
                <c:pt idx="2693">
                  <c:v>3.253839935327405</c:v>
                </c:pt>
                <c:pt idx="2694">
                  <c:v>3.3326596604688761</c:v>
                </c:pt>
                <c:pt idx="2695">
                  <c:v>3.3397332255456749</c:v>
                </c:pt>
                <c:pt idx="2696">
                  <c:v>3.4135004042037185</c:v>
                </c:pt>
                <c:pt idx="2697">
                  <c:v>3.4822150363783346</c:v>
                </c:pt>
                <c:pt idx="2698">
                  <c:v>3.4236054971705738</c:v>
                </c:pt>
                <c:pt idx="2699">
                  <c:v>3.3346806790622474</c:v>
                </c:pt>
                <c:pt idx="2700">
                  <c:v>3.3801535974130963</c:v>
                </c:pt>
                <c:pt idx="2701">
                  <c:v>3.4155214227970898</c:v>
                </c:pt>
                <c:pt idx="2702">
                  <c:v>3.511519805982215</c:v>
                </c:pt>
                <c:pt idx="2703">
                  <c:v>3.4832255456750203</c:v>
                </c:pt>
                <c:pt idx="2704">
                  <c:v>3.4498787388843977</c:v>
                </c:pt>
                <c:pt idx="2705">
                  <c:v>3.4801940177849637</c:v>
                </c:pt>
                <c:pt idx="2706">
                  <c:v>3.5529506871463217</c:v>
                </c:pt>
                <c:pt idx="2707">
                  <c:v>3.5701293451899758</c:v>
                </c:pt>
                <c:pt idx="2708">
                  <c:v>3.5064672594987871</c:v>
                </c:pt>
                <c:pt idx="2709">
                  <c:v>3.5084882780921585</c:v>
                </c:pt>
                <c:pt idx="2710">
                  <c:v>3.5125303152789007</c:v>
                </c:pt>
                <c:pt idx="2711">
                  <c:v>3.4104688763136619</c:v>
                </c:pt>
                <c:pt idx="2712">
                  <c:v>3.4104688763136619</c:v>
                </c:pt>
                <c:pt idx="2713">
                  <c:v>3.4337105901374292</c:v>
                </c:pt>
                <c:pt idx="2714">
                  <c:v>3.3245755860953921</c:v>
                </c:pt>
                <c:pt idx="2715">
                  <c:v>3.0507275666936136</c:v>
                </c:pt>
                <c:pt idx="2716">
                  <c:v>3.0941794664510911</c:v>
                </c:pt>
                <c:pt idx="2717">
                  <c:v>3.0487065481002427</c:v>
                </c:pt>
                <c:pt idx="2718">
                  <c:v>3.1467259498787388</c:v>
                </c:pt>
                <c:pt idx="2719">
                  <c:v>3.1649151172190781</c:v>
                </c:pt>
                <c:pt idx="2720">
                  <c:v>3.1244947453516572</c:v>
                </c:pt>
                <c:pt idx="2721">
                  <c:v>3.1406628940986256</c:v>
                </c:pt>
                <c:pt idx="2722">
                  <c:v>3.221503637833468</c:v>
                </c:pt>
                <c:pt idx="2723">
                  <c:v>3.2184721099434115</c:v>
                </c:pt>
                <c:pt idx="2724">
                  <c:v>3.1052950687146321</c:v>
                </c:pt>
                <c:pt idx="2725">
                  <c:v>3.0345594179466451</c:v>
                </c:pt>
                <c:pt idx="2726">
                  <c:v>3.0032336297493938</c:v>
                </c:pt>
                <c:pt idx="2727">
                  <c:v>2.8890460792239288</c:v>
                </c:pt>
                <c:pt idx="2728">
                  <c:v>2.8324575586095393</c:v>
                </c:pt>
                <c:pt idx="2729">
                  <c:v>2.8314470493128536</c:v>
                </c:pt>
                <c:pt idx="2730">
                  <c:v>2.7172594987873886</c:v>
                </c:pt>
                <c:pt idx="2731">
                  <c:v>2.7172594987873886</c:v>
                </c:pt>
                <c:pt idx="2732">
                  <c:v>2.9567502021018592</c:v>
                </c:pt>
                <c:pt idx="2733">
                  <c:v>2.9284559417946645</c:v>
                </c:pt>
                <c:pt idx="2734">
                  <c:v>2.8920776071139853</c:v>
                </c:pt>
                <c:pt idx="2735">
                  <c:v>2.9193613581244948</c:v>
                </c:pt>
                <c:pt idx="2736">
                  <c:v>2.8789409862570734</c:v>
                </c:pt>
                <c:pt idx="2737">
                  <c:v>3.004244139046079</c:v>
                </c:pt>
                <c:pt idx="2738">
                  <c:v>2.9678658043654003</c:v>
                </c:pt>
                <c:pt idx="2739">
                  <c:v>2.9385610347615199</c:v>
                </c:pt>
                <c:pt idx="2740">
                  <c:v>2.9789814066289408</c:v>
                </c:pt>
                <c:pt idx="2741">
                  <c:v>2.9274454324979788</c:v>
                </c:pt>
                <c:pt idx="2742">
                  <c:v>3.0567906224737267</c:v>
                </c:pt>
                <c:pt idx="2743">
                  <c:v>3.0739692805173808</c:v>
                </c:pt>
                <c:pt idx="2744">
                  <c:v>3.1962409054163299</c:v>
                </c:pt>
                <c:pt idx="2745">
                  <c:v>3.1861358124494745</c:v>
                </c:pt>
                <c:pt idx="2746">
                  <c:v>3.1517784963621667</c:v>
                </c:pt>
                <c:pt idx="2747">
                  <c:v>3.1325788197251412</c:v>
                </c:pt>
                <c:pt idx="2748">
                  <c:v>3.2316087308003234</c:v>
                </c:pt>
                <c:pt idx="2749">
                  <c:v>3.1578415521422798</c:v>
                </c:pt>
                <c:pt idx="2750">
                  <c:v>3.0588116410670976</c:v>
                </c:pt>
                <c:pt idx="2751">
                  <c:v>3.0578011317704124</c:v>
                </c:pt>
                <c:pt idx="2752">
                  <c:v>3.0103071948261921</c:v>
                </c:pt>
                <c:pt idx="2753">
                  <c:v>3.0113177041228778</c:v>
                </c:pt>
                <c:pt idx="2754">
                  <c:v>3.1548100242522232</c:v>
                </c:pt>
                <c:pt idx="2755">
                  <c:v>3.1952303961196442</c:v>
                </c:pt>
                <c:pt idx="2756">
                  <c:v>3.1891673403395311</c:v>
                </c:pt>
                <c:pt idx="2757">
                  <c:v>3.2305982215036377</c:v>
                </c:pt>
                <c:pt idx="2758">
                  <c:v>3.2740501212611157</c:v>
                </c:pt>
                <c:pt idx="2759">
                  <c:v>3.2578819725141472</c:v>
                </c:pt>
                <c:pt idx="2760">
                  <c:v>3.1487469684721097</c:v>
                </c:pt>
                <c:pt idx="2761">
                  <c:v>2.9890864995957962</c:v>
                </c:pt>
                <c:pt idx="2762">
                  <c:v>3.1224737267582863</c:v>
                </c:pt>
                <c:pt idx="2763">
                  <c:v>3.0931689571544059</c:v>
                </c:pt>
                <c:pt idx="2764">
                  <c:v>3.0638641875505255</c:v>
                </c:pt>
                <c:pt idx="2765">
                  <c:v>3.0022231204527081</c:v>
                </c:pt>
                <c:pt idx="2766">
                  <c:v>2.92037186742118</c:v>
                </c:pt>
                <c:pt idx="2767">
                  <c:v>2.9183508488278092</c:v>
                </c:pt>
                <c:pt idx="2768">
                  <c:v>3.0770008084074374</c:v>
                </c:pt>
                <c:pt idx="2769">
                  <c:v>3.1002425222312047</c:v>
                </c:pt>
                <c:pt idx="2770">
                  <c:v>3.0002021018593372</c:v>
                </c:pt>
                <c:pt idx="2771">
                  <c:v>2.8334680679062245</c:v>
                </c:pt>
                <c:pt idx="2772">
                  <c:v>2.8162894098625708</c:v>
                </c:pt>
                <c:pt idx="2773">
                  <c:v>2.9607922392886015</c:v>
                </c:pt>
                <c:pt idx="2774">
                  <c:v>3.1244947453516572</c:v>
                </c:pt>
                <c:pt idx="2775">
                  <c:v>3.2902182700080842</c:v>
                </c:pt>
                <c:pt idx="2776">
                  <c:v>3.2760711398544866</c:v>
                </c:pt>
                <c:pt idx="2777">
                  <c:v>3.2588924818108325</c:v>
                </c:pt>
                <c:pt idx="2778">
                  <c:v>3.2487873888439771</c:v>
                </c:pt>
                <c:pt idx="2779">
                  <c:v>3.183104284559418</c:v>
                </c:pt>
                <c:pt idx="2780">
                  <c:v>3.2497978981406628</c:v>
                </c:pt>
                <c:pt idx="2781">
                  <c:v>3.305375909458367</c:v>
                </c:pt>
                <c:pt idx="2782">
                  <c:v>3.3144704931285367</c:v>
                </c:pt>
                <c:pt idx="2783">
                  <c:v>3.1709781729991917</c:v>
                </c:pt>
                <c:pt idx="2784">
                  <c:v>3.0739692805173808</c:v>
                </c:pt>
                <c:pt idx="2785">
                  <c:v>3.1285367825383994</c:v>
                </c:pt>
                <c:pt idx="2786">
                  <c:v>3.1214632174616006</c:v>
                </c:pt>
                <c:pt idx="2787">
                  <c:v>3.0194017784963623</c:v>
                </c:pt>
                <c:pt idx="2788">
                  <c:v>2.9618027485852871</c:v>
                </c:pt>
                <c:pt idx="2789">
                  <c:v>3.0426434923201291</c:v>
                </c:pt>
                <c:pt idx="2790">
                  <c:v>3.0244543249797897</c:v>
                </c:pt>
                <c:pt idx="2791">
                  <c:v>3.0729587712206952</c:v>
                </c:pt>
                <c:pt idx="2792">
                  <c:v>3.0123282134195635</c:v>
                </c:pt>
                <c:pt idx="2793">
                  <c:v>2.9597817299919158</c:v>
                </c:pt>
                <c:pt idx="2794">
                  <c:v>2.8779304769603882</c:v>
                </c:pt>
                <c:pt idx="2795">
                  <c:v>2.6899757477768795</c:v>
                </c:pt>
                <c:pt idx="2796">
                  <c:v>2.714227970897332</c:v>
                </c:pt>
                <c:pt idx="2797">
                  <c:v>2.6758286176232819</c:v>
                </c:pt>
                <c:pt idx="2798">
                  <c:v>2.7445432497978981</c:v>
                </c:pt>
                <c:pt idx="2799">
                  <c:v>2.5747776879547293</c:v>
                </c:pt>
                <c:pt idx="2800">
                  <c:v>2.6141875505254646</c:v>
                </c:pt>
                <c:pt idx="2801">
                  <c:v>2.5525464834276477</c:v>
                </c:pt>
                <c:pt idx="2802">
                  <c:v>2.5262732417138238</c:v>
                </c:pt>
                <c:pt idx="2803">
                  <c:v>2.6333872271624896</c:v>
                </c:pt>
                <c:pt idx="2804">
                  <c:v>2.6162085691188359</c:v>
                </c:pt>
                <c:pt idx="2805">
                  <c:v>2.3524656426839128</c:v>
                </c:pt>
                <c:pt idx="2806">
                  <c:v>2.3595392077607111</c:v>
                </c:pt>
                <c:pt idx="2807">
                  <c:v>2.4818108326596606</c:v>
                </c:pt>
                <c:pt idx="2808">
                  <c:v>2.467663702506063</c:v>
                </c:pt>
                <c:pt idx="2809">
                  <c:v>2.4575586095392077</c:v>
                </c:pt>
                <c:pt idx="2810">
                  <c:v>3.1810832659660466</c:v>
                </c:pt>
                <c:pt idx="2811">
                  <c:v>2.5383993532740501</c:v>
                </c:pt>
                <c:pt idx="2812">
                  <c:v>2.654607922392886</c:v>
                </c:pt>
                <c:pt idx="2813">
                  <c:v>2.809215844785772</c:v>
                </c:pt>
                <c:pt idx="2814">
                  <c:v>2.8334680679062245</c:v>
                </c:pt>
                <c:pt idx="2815">
                  <c:v>2.8112368633791429</c:v>
                </c:pt>
                <c:pt idx="2816">
                  <c:v>2.8031527890056589</c:v>
                </c:pt>
                <c:pt idx="2817">
                  <c:v>2.8455941794664512</c:v>
                </c:pt>
                <c:pt idx="2818">
                  <c:v>2.817299919159256</c:v>
                </c:pt>
                <c:pt idx="2819">
                  <c:v>2.7374696847210993</c:v>
                </c:pt>
                <c:pt idx="2820">
                  <c:v>2.798100242522231</c:v>
                </c:pt>
                <c:pt idx="2821">
                  <c:v>2.7829426030719482</c:v>
                </c:pt>
                <c:pt idx="2822">
                  <c:v>2.8001212611156023</c:v>
                </c:pt>
                <c:pt idx="2823">
                  <c:v>2.8375101050929668</c:v>
                </c:pt>
                <c:pt idx="2824">
                  <c:v>2.8152789005658851</c:v>
                </c:pt>
                <c:pt idx="2825">
                  <c:v>2.7930476960388035</c:v>
                </c:pt>
                <c:pt idx="2826">
                  <c:v>2.7526273241713821</c:v>
                </c:pt>
                <c:pt idx="2827">
                  <c:v>2.8961196443007275</c:v>
                </c:pt>
                <c:pt idx="2828">
                  <c:v>2.8466046887631364</c:v>
                </c:pt>
                <c:pt idx="2829">
                  <c:v>2.7687954729183506</c:v>
                </c:pt>
                <c:pt idx="2830">
                  <c:v>2.7314066289409862</c:v>
                </c:pt>
                <c:pt idx="2831">
                  <c:v>2.6707760711398545</c:v>
                </c:pt>
                <c:pt idx="2832">
                  <c:v>2.7586903799514957</c:v>
                </c:pt>
                <c:pt idx="2833">
                  <c:v>2.746564268391269</c:v>
                </c:pt>
                <c:pt idx="2834">
                  <c:v>2.8344785772029102</c:v>
                </c:pt>
                <c:pt idx="2835">
                  <c:v>2.8395311236863376</c:v>
                </c:pt>
                <c:pt idx="2836">
                  <c:v>2.8799514955537591</c:v>
                </c:pt>
                <c:pt idx="2837">
                  <c:v>2.9294664510913502</c:v>
                </c:pt>
                <c:pt idx="2838">
                  <c:v>2.9405820533548908</c:v>
                </c:pt>
                <c:pt idx="2839">
                  <c:v>2.860751818916734</c:v>
                </c:pt>
                <c:pt idx="2840">
                  <c:v>2.9537186742118027</c:v>
                </c:pt>
                <c:pt idx="2841">
                  <c:v>2.9729183508488277</c:v>
                </c:pt>
                <c:pt idx="2842">
                  <c:v>3.0608326596604689</c:v>
                </c:pt>
                <c:pt idx="2843">
                  <c:v>3.028496362166532</c:v>
                </c:pt>
                <c:pt idx="2844">
                  <c:v>3.0608326596604689</c:v>
                </c:pt>
                <c:pt idx="2845">
                  <c:v>3.0810428455941792</c:v>
                </c:pt>
                <c:pt idx="2846">
                  <c:v>3.0608326596604689</c:v>
                </c:pt>
                <c:pt idx="2847">
                  <c:v>3.0325383993532742</c:v>
                </c:pt>
                <c:pt idx="2848">
                  <c:v>3.0123282134195635</c:v>
                </c:pt>
                <c:pt idx="2849">
                  <c:v>2.8920776071139853</c:v>
                </c:pt>
                <c:pt idx="2850">
                  <c:v>2.9506871463217461</c:v>
                </c:pt>
                <c:pt idx="2851">
                  <c:v>2.8951091350040419</c:v>
                </c:pt>
                <c:pt idx="2852">
                  <c:v>2.8890460792239288</c:v>
                </c:pt>
                <c:pt idx="2853">
                  <c:v>2.8668148746968471</c:v>
                </c:pt>
                <c:pt idx="2854">
                  <c:v>2.8334680679062245</c:v>
                </c:pt>
                <c:pt idx="2855">
                  <c:v>2.8284155214227971</c:v>
                </c:pt>
                <c:pt idx="2856">
                  <c:v>2.7839531123686339</c:v>
                </c:pt>
                <c:pt idx="2857">
                  <c:v>2.8364995957962811</c:v>
                </c:pt>
                <c:pt idx="2858">
                  <c:v>2.8132578819725143</c:v>
                </c:pt>
                <c:pt idx="2859">
                  <c:v>2.7819320937752625</c:v>
                </c:pt>
                <c:pt idx="2860">
                  <c:v>2.7202910266774452</c:v>
                </c:pt>
                <c:pt idx="2861">
                  <c:v>2.7273645917542439</c:v>
                </c:pt>
                <c:pt idx="2862">
                  <c:v>2.695028294260307</c:v>
                </c:pt>
                <c:pt idx="2863">
                  <c:v>2.5616410670978174</c:v>
                </c:pt>
                <c:pt idx="2864">
                  <c:v>2.5767987065481002</c:v>
                </c:pt>
                <c:pt idx="2865">
                  <c:v>2.6202506063055782</c:v>
                </c:pt>
                <c:pt idx="2866">
                  <c:v>2.6606709781729991</c:v>
                </c:pt>
                <c:pt idx="2867">
                  <c:v>2.5818512530315276</c:v>
                </c:pt>
                <c:pt idx="2868">
                  <c:v>2.6445028294260307</c:v>
                </c:pt>
                <c:pt idx="2869">
                  <c:v>2.4626111560226351</c:v>
                </c:pt>
                <c:pt idx="2870">
                  <c:v>2.5040420371867422</c:v>
                </c:pt>
                <c:pt idx="2871">
                  <c:v>2.4413904607922392</c:v>
                </c:pt>
                <c:pt idx="2872">
                  <c:v>2.5272837510105091</c:v>
                </c:pt>
                <c:pt idx="2873">
                  <c:v>2.4898949070331446</c:v>
                </c:pt>
                <c:pt idx="2874">
                  <c:v>2.4555375909458368</c:v>
                </c:pt>
                <c:pt idx="2875">
                  <c:v>2.4717057396928053</c:v>
                </c:pt>
                <c:pt idx="2876">
                  <c:v>2.6707760711398545</c:v>
                </c:pt>
                <c:pt idx="2877">
                  <c:v>2.6707760711398545</c:v>
                </c:pt>
                <c:pt idx="2878">
                  <c:v>2.4979789814066287</c:v>
                </c:pt>
                <c:pt idx="2879">
                  <c:v>2.5171786580436541</c:v>
                </c:pt>
                <c:pt idx="2880">
                  <c:v>2.5232417138237673</c:v>
                </c:pt>
                <c:pt idx="2881">
                  <c:v>2.5272837510105091</c:v>
                </c:pt>
                <c:pt idx="2882">
                  <c:v>2.5040420371867422</c:v>
                </c:pt>
                <c:pt idx="2883">
                  <c:v>2.5495149555375907</c:v>
                </c:pt>
                <c:pt idx="2884">
                  <c:v>2.5545675020210186</c:v>
                </c:pt>
                <c:pt idx="2885">
                  <c:v>2.5970088924818109</c:v>
                </c:pt>
                <c:pt idx="2886">
                  <c:v>2.5889248181083264</c:v>
                </c:pt>
                <c:pt idx="2887">
                  <c:v>2.4979789814066287</c:v>
                </c:pt>
                <c:pt idx="2888">
                  <c:v>2.603071948261924</c:v>
                </c:pt>
                <c:pt idx="2889">
                  <c:v>2.6151980598221503</c:v>
                </c:pt>
                <c:pt idx="2890">
                  <c:v>2.5394098625707358</c:v>
                </c:pt>
                <c:pt idx="2891">
                  <c:v>2.5464834276475341</c:v>
                </c:pt>
                <c:pt idx="2892">
                  <c:v>2.5202101859337107</c:v>
                </c:pt>
                <c:pt idx="2893">
                  <c:v>2.570735650767987</c:v>
                </c:pt>
                <c:pt idx="2894">
                  <c:v>2.5737671786580436</c:v>
                </c:pt>
                <c:pt idx="2895">
                  <c:v>2.5818512530315276</c:v>
                </c:pt>
                <c:pt idx="2896">
                  <c:v>2.6556184316895717</c:v>
                </c:pt>
                <c:pt idx="2897">
                  <c:v>2.5990299110751818</c:v>
                </c:pt>
                <c:pt idx="2898">
                  <c:v>2.5060630557801131</c:v>
                </c:pt>
                <c:pt idx="2899">
                  <c:v>2.4929264349232012</c:v>
                </c:pt>
                <c:pt idx="2900">
                  <c:v>2.488884397736459</c:v>
                </c:pt>
                <c:pt idx="2901">
                  <c:v>2.5575990299110751</c:v>
                </c:pt>
                <c:pt idx="2902">
                  <c:v>2.4929264349232012</c:v>
                </c:pt>
                <c:pt idx="2903">
                  <c:v>2.3949070331447047</c:v>
                </c:pt>
                <c:pt idx="2904">
                  <c:v>2.4181487469684719</c:v>
                </c:pt>
                <c:pt idx="2905">
                  <c:v>2.3908649959579629</c:v>
                </c:pt>
                <c:pt idx="2906">
                  <c:v>2.3746968472109944</c:v>
                </c:pt>
                <c:pt idx="2907">
                  <c:v>2.3413500404203718</c:v>
                </c:pt>
                <c:pt idx="2908">
                  <c:v>2.3221503637833467</c:v>
                </c:pt>
                <c:pt idx="2909">
                  <c:v>2.3231608730800324</c:v>
                </c:pt>
                <c:pt idx="2910">
                  <c:v>2.4029911075181891</c:v>
                </c:pt>
                <c:pt idx="2911">
                  <c:v>2.4080436540016166</c:v>
                </c:pt>
                <c:pt idx="2912">
                  <c:v>2.4316895715440583</c:v>
                </c:pt>
                <c:pt idx="2913">
                  <c:v>2.4777687954729184</c:v>
                </c:pt>
                <c:pt idx="2914">
                  <c:v>2.4219886822958774</c:v>
                </c:pt>
                <c:pt idx="2915">
                  <c:v>2.4201697655618433</c:v>
                </c:pt>
                <c:pt idx="2916">
                  <c:v>2.3548908649959581</c:v>
                </c:pt>
                <c:pt idx="2917">
                  <c:v>2.3225545675020212</c:v>
                </c:pt>
                <c:pt idx="2918">
                  <c:v>2.3181083265966045</c:v>
                </c:pt>
                <c:pt idx="2919">
                  <c:v>2.3322554567502021</c:v>
                </c:pt>
                <c:pt idx="2920">
                  <c:v>2.4147130153597414</c:v>
                </c:pt>
                <c:pt idx="2921">
                  <c:v>2.3831851253031529</c:v>
                </c:pt>
                <c:pt idx="2922">
                  <c:v>2.3413500404203718</c:v>
                </c:pt>
                <c:pt idx="2923">
                  <c:v>2.3605497170573968</c:v>
                </c:pt>
                <c:pt idx="2924">
                  <c:v>2.4242118027485851</c:v>
                </c:pt>
                <c:pt idx="2925">
                  <c:v>2.4551333872271623</c:v>
                </c:pt>
                <c:pt idx="2926">
                  <c:v>2.4939369442198869</c:v>
                </c:pt>
                <c:pt idx="2927">
                  <c:v>2.50767987065481</c:v>
                </c:pt>
                <c:pt idx="2928">
                  <c:v>2.5117219078415518</c:v>
                </c:pt>
                <c:pt idx="2929">
                  <c:v>2.6014551333872271</c:v>
                </c:pt>
                <c:pt idx="2930">
                  <c:v>2.6281325788197254</c:v>
                </c:pt>
                <c:pt idx="2931">
                  <c:v>2.6079223928860147</c:v>
                </c:pt>
                <c:pt idx="2932">
                  <c:v>2.6402586903799516</c:v>
                </c:pt>
                <c:pt idx="2933">
                  <c:v>2.6556184316895717</c:v>
                </c:pt>
                <c:pt idx="2934">
                  <c:v>2.6273241713823765</c:v>
                </c:pt>
                <c:pt idx="2935">
                  <c:v>2.547291835084883</c:v>
                </c:pt>
                <c:pt idx="2936">
                  <c:v>2.5246564268391269</c:v>
                </c:pt>
                <c:pt idx="2937">
                  <c:v>2.5893290218270009</c:v>
                </c:pt>
                <c:pt idx="2938">
                  <c:v>2.5852869846402586</c:v>
                </c:pt>
                <c:pt idx="2939">
                  <c:v>2.5909458367016978</c:v>
                </c:pt>
                <c:pt idx="2940">
                  <c:v>2.4454324979789814</c:v>
                </c:pt>
                <c:pt idx="2941">
                  <c:v>2.429264349232013</c:v>
                </c:pt>
                <c:pt idx="2942">
                  <c:v>2.4462409054163299</c:v>
                </c:pt>
                <c:pt idx="2943">
                  <c:v>2.3945028294260307</c:v>
                </c:pt>
                <c:pt idx="2944">
                  <c:v>2.4462409054163299</c:v>
                </c:pt>
                <c:pt idx="2945">
                  <c:v>2.4696847210994339</c:v>
                </c:pt>
                <c:pt idx="2946">
                  <c:v>2.5036378334680678</c:v>
                </c:pt>
                <c:pt idx="2947">
                  <c:v>2.5602263540824572</c:v>
                </c:pt>
                <c:pt idx="2948">
                  <c:v>2.5925626515763942</c:v>
                </c:pt>
                <c:pt idx="2949">
                  <c:v>2.6394502829426032</c:v>
                </c:pt>
                <c:pt idx="2950">
                  <c:v>2.6160064672594987</c:v>
                </c:pt>
                <c:pt idx="2951">
                  <c:v>2.6014551333872271</c:v>
                </c:pt>
                <c:pt idx="2952">
                  <c:v>2.6928051738075993</c:v>
                </c:pt>
                <c:pt idx="2953">
                  <c:v>2.7267582861762327</c:v>
                </c:pt>
                <c:pt idx="2954">
                  <c:v>2.6734033953112366</c:v>
                </c:pt>
                <c:pt idx="2955">
                  <c:v>2.6685529506871464</c:v>
                </c:pt>
                <c:pt idx="2956">
                  <c:v>2.7008892481810833</c:v>
                </c:pt>
                <c:pt idx="2957">
                  <c:v>2.6701697655618433</c:v>
                </c:pt>
                <c:pt idx="2958">
                  <c:v>2.6725949878738886</c:v>
                </c:pt>
                <c:pt idx="2959">
                  <c:v>2.6087308003233627</c:v>
                </c:pt>
                <c:pt idx="2960">
                  <c:v>2.5432497978981408</c:v>
                </c:pt>
                <c:pt idx="2961">
                  <c:v>2.5917542441390462</c:v>
                </c:pt>
                <c:pt idx="2962">
                  <c:v>2.5626515763945026</c:v>
                </c:pt>
                <c:pt idx="2963">
                  <c:v>2.5311236863379145</c:v>
                </c:pt>
                <c:pt idx="2964">
                  <c:v>2.5303152789005656</c:v>
                </c:pt>
                <c:pt idx="2965">
                  <c:v>2.603071948261924</c:v>
                </c:pt>
                <c:pt idx="2966">
                  <c:v>2.5602263540824572</c:v>
                </c:pt>
                <c:pt idx="2967">
                  <c:v>2.6071139854486662</c:v>
                </c:pt>
                <c:pt idx="2968">
                  <c:v>2.5909458367016978</c:v>
                </c:pt>
                <c:pt idx="2969">
                  <c:v>2.5966046887631364</c:v>
                </c:pt>
                <c:pt idx="2970">
                  <c:v>2.6160064672594987</c:v>
                </c:pt>
                <c:pt idx="2971">
                  <c:v>2.6725949878738886</c:v>
                </c:pt>
                <c:pt idx="2972">
                  <c:v>2.6847210994341149</c:v>
                </c:pt>
                <c:pt idx="2973">
                  <c:v>2.6612772837510104</c:v>
                </c:pt>
                <c:pt idx="2974">
                  <c:v>2.7122069523039611</c:v>
                </c:pt>
                <c:pt idx="2975">
                  <c:v>2.6919967663702504</c:v>
                </c:pt>
                <c:pt idx="2976">
                  <c:v>2.6402586903799516</c:v>
                </c:pt>
                <c:pt idx="2977">
                  <c:v>2.555375909458367</c:v>
                </c:pt>
                <c:pt idx="2978">
                  <c:v>2.5464834276475341</c:v>
                </c:pt>
                <c:pt idx="2979">
                  <c:v>2.5723524656426839</c:v>
                </c:pt>
                <c:pt idx="2980">
                  <c:v>2.6384397736459175</c:v>
                </c:pt>
                <c:pt idx="2981">
                  <c:v>2.6333872271624896</c:v>
                </c:pt>
                <c:pt idx="2982">
                  <c:v>2.6343977364591753</c:v>
                </c:pt>
                <c:pt idx="2983">
                  <c:v>2.686944219886823</c:v>
                </c:pt>
                <c:pt idx="2984">
                  <c:v>2.7162489894907034</c:v>
                </c:pt>
                <c:pt idx="2985">
                  <c:v>2.6364187550525466</c:v>
                </c:pt>
                <c:pt idx="2986">
                  <c:v>2.5966046887631364</c:v>
                </c:pt>
                <c:pt idx="2987">
                  <c:v>2.5715440582053355</c:v>
                </c:pt>
                <c:pt idx="2988">
                  <c:v>2.6121665319320937</c:v>
                </c:pt>
                <c:pt idx="2989">
                  <c:v>2.6445028294260307</c:v>
                </c:pt>
                <c:pt idx="2990">
                  <c:v>2.6657235246564266</c:v>
                </c:pt>
                <c:pt idx="2991">
                  <c:v>2.5852869846402586</c:v>
                </c:pt>
                <c:pt idx="2992">
                  <c:v>2.5495149555375907</c:v>
                </c:pt>
                <c:pt idx="2993">
                  <c:v>2.4753435731608731</c:v>
                </c:pt>
                <c:pt idx="2994">
                  <c:v>2.6620856911883588</c:v>
                </c:pt>
                <c:pt idx="2995">
                  <c:v>2.6564268391269201</c:v>
                </c:pt>
                <c:pt idx="2996">
                  <c:v>2.6612772837510104</c:v>
                </c:pt>
                <c:pt idx="2997">
                  <c:v>2.5869037995149555</c:v>
                </c:pt>
                <c:pt idx="2998">
                  <c:v>2.580436540016168</c:v>
                </c:pt>
                <c:pt idx="2999">
                  <c:v>2.5990299110751818</c:v>
                </c:pt>
                <c:pt idx="3000">
                  <c:v>2.5262732417138238</c:v>
                </c:pt>
                <c:pt idx="3001">
                  <c:v>2.5383993532740501</c:v>
                </c:pt>
                <c:pt idx="3002">
                  <c:v>2.5828617623282133</c:v>
                </c:pt>
                <c:pt idx="3003">
                  <c:v>2.5165723524656429</c:v>
                </c:pt>
                <c:pt idx="3004">
                  <c:v>2.4882780921584478</c:v>
                </c:pt>
                <c:pt idx="3005">
                  <c:v>2.4874696847210993</c:v>
                </c:pt>
                <c:pt idx="3006">
                  <c:v>2.4696847210994339</c:v>
                </c:pt>
                <c:pt idx="3007">
                  <c:v>2.5238480194017785</c:v>
                </c:pt>
                <c:pt idx="3008">
                  <c:v>2.4915117219078415</c:v>
                </c:pt>
                <c:pt idx="3009">
                  <c:v>2.5189975747776883</c:v>
                </c:pt>
                <c:pt idx="3010">
                  <c:v>2.5222312045270816</c:v>
                </c:pt>
                <c:pt idx="3011">
                  <c:v>2.4915117219078415</c:v>
                </c:pt>
                <c:pt idx="3012">
                  <c:v>2.5319320937752625</c:v>
                </c:pt>
                <c:pt idx="3013">
                  <c:v>2.5909458367016978</c:v>
                </c:pt>
                <c:pt idx="3014">
                  <c:v>2.6168148746968471</c:v>
                </c:pt>
                <c:pt idx="3015">
                  <c:v>2.5691188358932902</c:v>
                </c:pt>
                <c:pt idx="3016">
                  <c:v>2.4551333872271623</c:v>
                </c:pt>
                <c:pt idx="3017">
                  <c:v>2.4585691188358934</c:v>
                </c:pt>
                <c:pt idx="3018">
                  <c:v>2.4454324979789814</c:v>
                </c:pt>
                <c:pt idx="3019">
                  <c:v>2.4494745351657237</c:v>
                </c:pt>
                <c:pt idx="3020">
                  <c:v>2.4680679062247375</c:v>
                </c:pt>
                <c:pt idx="3021">
                  <c:v>2.3898544866612772</c:v>
                </c:pt>
                <c:pt idx="3022">
                  <c:v>2.3993532740501213</c:v>
                </c:pt>
                <c:pt idx="3023">
                  <c:v>2.3896523848019404</c:v>
                </c:pt>
                <c:pt idx="3024">
                  <c:v>2.4155214227970898</c:v>
                </c:pt>
                <c:pt idx="3025">
                  <c:v>2.4535165723524655</c:v>
                </c:pt>
                <c:pt idx="3026">
                  <c:v>2.5812449474535164</c:v>
                </c:pt>
                <c:pt idx="3027">
                  <c:v>2.6564268391269201</c:v>
                </c:pt>
                <c:pt idx="3028">
                  <c:v>2.8075990299110751</c:v>
                </c:pt>
                <c:pt idx="3029">
                  <c:v>2.849636216653193</c:v>
                </c:pt>
                <c:pt idx="3030">
                  <c:v>2.7809215844785773</c:v>
                </c:pt>
                <c:pt idx="3031">
                  <c:v>2.6976556184316896</c:v>
                </c:pt>
                <c:pt idx="3032">
                  <c:v>2.6863379143088117</c:v>
                </c:pt>
                <c:pt idx="3033">
                  <c:v>2.7421180274858528</c:v>
                </c:pt>
                <c:pt idx="3034">
                  <c:v>2.6620856911883588</c:v>
                </c:pt>
                <c:pt idx="3035">
                  <c:v>2.6370250606305579</c:v>
                </c:pt>
                <c:pt idx="3036">
                  <c:v>2.6079223928860147</c:v>
                </c:pt>
                <c:pt idx="3037">
                  <c:v>2.4747372675828618</c:v>
                </c:pt>
                <c:pt idx="3038">
                  <c:v>2.5373888439773644</c:v>
                </c:pt>
                <c:pt idx="3039">
                  <c:v>2.4882780921584478</c:v>
                </c:pt>
                <c:pt idx="3040">
                  <c:v>2.5171786580436541</c:v>
                </c:pt>
                <c:pt idx="3041">
                  <c:v>2.5788197251414711</c:v>
                </c:pt>
                <c:pt idx="3042">
                  <c:v>2.5489086499595794</c:v>
                </c:pt>
                <c:pt idx="3043">
                  <c:v>2.5489086499595794</c:v>
                </c:pt>
                <c:pt idx="3044">
                  <c:v>2.4979789814066287</c:v>
                </c:pt>
                <c:pt idx="3045">
                  <c:v>2.4898949070331446</c:v>
                </c:pt>
                <c:pt idx="3046">
                  <c:v>2.515763945028294</c:v>
                </c:pt>
                <c:pt idx="3047">
                  <c:v>2.4636216653193208</c:v>
                </c:pt>
                <c:pt idx="3048">
                  <c:v>2.5464834276475341</c:v>
                </c:pt>
                <c:pt idx="3049">
                  <c:v>2.6257073565076801</c:v>
                </c:pt>
                <c:pt idx="3050">
                  <c:v>2.6798706548100242</c:v>
                </c:pt>
                <c:pt idx="3051">
                  <c:v>2.6742118027485855</c:v>
                </c:pt>
                <c:pt idx="3052">
                  <c:v>2.7340339531123683</c:v>
                </c:pt>
                <c:pt idx="3053">
                  <c:v>2.8916734033953109</c:v>
                </c:pt>
                <c:pt idx="3054">
                  <c:v>2.9466451091350039</c:v>
                </c:pt>
                <c:pt idx="3055">
                  <c:v>2.9587712206952301</c:v>
                </c:pt>
                <c:pt idx="3056">
                  <c:v>2.9345189975747776</c:v>
                </c:pt>
                <c:pt idx="3057">
                  <c:v>2.9725141471301533</c:v>
                </c:pt>
                <c:pt idx="3058">
                  <c:v>3.0315278900565885</c:v>
                </c:pt>
                <c:pt idx="3059">
                  <c:v>3.1618835893290216</c:v>
                </c:pt>
                <c:pt idx="3060">
                  <c:v>3.3245755860953921</c:v>
                </c:pt>
                <c:pt idx="3061">
                  <c:v>3.1982619240097008</c:v>
                </c:pt>
                <c:pt idx="3062">
                  <c:v>3.2829426030719482</c:v>
                </c:pt>
                <c:pt idx="3063">
                  <c:v>3.2627324171382379</c:v>
                </c:pt>
                <c:pt idx="3064">
                  <c:v>3.2093775262732418</c:v>
                </c:pt>
                <c:pt idx="3065">
                  <c:v>3.4009700889248178</c:v>
                </c:pt>
                <c:pt idx="3066">
                  <c:v>3.4033953112368631</c:v>
                </c:pt>
                <c:pt idx="3067">
                  <c:v>3.5869037995149555</c:v>
                </c:pt>
                <c:pt idx="3068">
                  <c:v>3.5383993532740501</c:v>
                </c:pt>
                <c:pt idx="3069">
                  <c:v>3.6071139854486658</c:v>
                </c:pt>
                <c:pt idx="3070">
                  <c:v>3.7251414713015358</c:v>
                </c:pt>
                <c:pt idx="3071">
                  <c:v>3.8003233629749396</c:v>
                </c:pt>
                <c:pt idx="3072">
                  <c:v>3.6893694421988683</c:v>
                </c:pt>
                <c:pt idx="3073">
                  <c:v>3.5497170573969283</c:v>
                </c:pt>
                <c:pt idx="3074">
                  <c:v>3.6588520614389655</c:v>
                </c:pt>
                <c:pt idx="3075">
                  <c:v>3.5772029102667742</c:v>
                </c:pt>
                <c:pt idx="3076">
                  <c:v>3.6297493936944218</c:v>
                </c:pt>
                <c:pt idx="3077">
                  <c:v>3.7081649151172189</c:v>
                </c:pt>
                <c:pt idx="3078">
                  <c:v>3.5903395311236861</c:v>
                </c:pt>
                <c:pt idx="3079">
                  <c:v>3.5549717057396926</c:v>
                </c:pt>
                <c:pt idx="3080">
                  <c:v>3.5343573160873079</c:v>
                </c:pt>
                <c:pt idx="3081">
                  <c:v>3.6024656426839128</c:v>
                </c:pt>
                <c:pt idx="3082">
                  <c:v>3.6105497170573968</c:v>
                </c:pt>
                <c:pt idx="3083">
                  <c:v>3.5933710590137427</c:v>
                </c:pt>
                <c:pt idx="3084">
                  <c:v>3.6176232821341956</c:v>
                </c:pt>
                <c:pt idx="3085">
                  <c:v>3.6903799514955535</c:v>
                </c:pt>
                <c:pt idx="3086">
                  <c:v>3.5782134195634598</c:v>
                </c:pt>
                <c:pt idx="3087">
                  <c:v>3.4630153597413096</c:v>
                </c:pt>
                <c:pt idx="3088">
                  <c:v>3.3943007275666934</c:v>
                </c:pt>
                <c:pt idx="3089">
                  <c:v>3.4225949878738882</c:v>
                </c:pt>
                <c:pt idx="3090">
                  <c:v>3.4832255456750203</c:v>
                </c:pt>
                <c:pt idx="3091">
                  <c:v>3.5347615198059823</c:v>
                </c:pt>
                <c:pt idx="3092">
                  <c:v>3.5586095392077604</c:v>
                </c:pt>
                <c:pt idx="3093">
                  <c:v>3.6362166531932094</c:v>
                </c:pt>
                <c:pt idx="3094">
                  <c:v>3.6151980598221503</c:v>
                </c:pt>
                <c:pt idx="3095">
                  <c:v>3.5347615198059823</c:v>
                </c:pt>
                <c:pt idx="3096">
                  <c:v>3.5125303152789007</c:v>
                </c:pt>
                <c:pt idx="3097">
                  <c:v>3.4826192400970091</c:v>
                </c:pt>
                <c:pt idx="3098">
                  <c:v>3.4624090541632984</c:v>
                </c:pt>
                <c:pt idx="3099">
                  <c:v>3.5747776879547288</c:v>
                </c:pt>
                <c:pt idx="3100">
                  <c:v>3.5917542441390462</c:v>
                </c:pt>
                <c:pt idx="3101">
                  <c:v>3.5246564268391269</c:v>
                </c:pt>
                <c:pt idx="3102">
                  <c:v>3.4721099434114793</c:v>
                </c:pt>
                <c:pt idx="3103">
                  <c:v>3.4357316087308001</c:v>
                </c:pt>
                <c:pt idx="3104">
                  <c:v>3.5181891673403394</c:v>
                </c:pt>
                <c:pt idx="3105">
                  <c:v>3.5761924009700889</c:v>
                </c:pt>
                <c:pt idx="3106">
                  <c:v>3.5230396119644301</c:v>
                </c:pt>
                <c:pt idx="3107">
                  <c:v>3.4882780921584478</c:v>
                </c:pt>
                <c:pt idx="3108">
                  <c:v>3.5044462409054162</c:v>
                </c:pt>
                <c:pt idx="3109">
                  <c:v>3.5392077607113985</c:v>
                </c:pt>
                <c:pt idx="3110">
                  <c:v>3.627728375101051</c:v>
                </c:pt>
                <c:pt idx="3111">
                  <c:v>3.5822554567502021</c:v>
                </c:pt>
                <c:pt idx="3112">
                  <c:v>3.4983831851253031</c:v>
                </c:pt>
                <c:pt idx="3113">
                  <c:v>3.563055780113177</c:v>
                </c:pt>
                <c:pt idx="3114">
                  <c:v>3.5600242522231205</c:v>
                </c:pt>
                <c:pt idx="3115">
                  <c:v>3.6176232821341956</c:v>
                </c:pt>
                <c:pt idx="3116">
                  <c:v>3.6054971705739693</c:v>
                </c:pt>
                <c:pt idx="3117">
                  <c:v>3.5691188358932902</c:v>
                </c:pt>
                <c:pt idx="3118">
                  <c:v>3.5206143896523847</c:v>
                </c:pt>
                <c:pt idx="3119">
                  <c:v>3.4454324979789814</c:v>
                </c:pt>
                <c:pt idx="3120">
                  <c:v>3.6479385610347612</c:v>
                </c:pt>
                <c:pt idx="3121">
                  <c:v>3.5594179466451092</c:v>
                </c:pt>
                <c:pt idx="3122">
                  <c:v>3.5226354082457556</c:v>
                </c:pt>
                <c:pt idx="3123">
                  <c:v>3.5286984640258692</c:v>
                </c:pt>
                <c:pt idx="3124">
                  <c:v>3.5135408245755859</c:v>
                </c:pt>
                <c:pt idx="3125">
                  <c:v>3.4721099434114793</c:v>
                </c:pt>
                <c:pt idx="3126">
                  <c:v>3.4801940177849637</c:v>
                </c:pt>
                <c:pt idx="3127">
                  <c:v>3.4933306386418752</c:v>
                </c:pt>
                <c:pt idx="3128">
                  <c:v>3.5155618431689573</c:v>
                </c:pt>
                <c:pt idx="3129">
                  <c:v>3.5812449474535164</c:v>
                </c:pt>
                <c:pt idx="3130">
                  <c:v>3.5812449474535164</c:v>
                </c:pt>
                <c:pt idx="3131">
                  <c:v>3.4236054971705738</c:v>
                </c:pt>
                <c:pt idx="3132">
                  <c:v>3.4211802748585285</c:v>
                </c:pt>
                <c:pt idx="3133">
                  <c:v>3.4486661277283752</c:v>
                </c:pt>
                <c:pt idx="3134">
                  <c:v>3.5105092966855294</c:v>
                </c:pt>
                <c:pt idx="3135">
                  <c:v>3.5266774454324978</c:v>
                </c:pt>
                <c:pt idx="3136">
                  <c:v>3.5499191592562651</c:v>
                </c:pt>
                <c:pt idx="3137">
                  <c:v>3.511519805982215</c:v>
                </c:pt>
                <c:pt idx="3138">
                  <c:v>3.5731608730800324</c:v>
                </c:pt>
                <c:pt idx="3139">
                  <c:v>3.5343573160873079</c:v>
                </c:pt>
                <c:pt idx="3140">
                  <c:v>3.4963621665319322</c:v>
                </c:pt>
                <c:pt idx="3141">
                  <c:v>3.468067906224737</c:v>
                </c:pt>
                <c:pt idx="3142">
                  <c:v>3.4630153597413096</c:v>
                </c:pt>
                <c:pt idx="3143">
                  <c:v>3.4971705739692807</c:v>
                </c:pt>
                <c:pt idx="3144">
                  <c:v>3.5060630557801131</c:v>
                </c:pt>
                <c:pt idx="3145">
                  <c:v>3.5020210185933709</c:v>
                </c:pt>
                <c:pt idx="3146">
                  <c:v>3.4979789814066287</c:v>
                </c:pt>
                <c:pt idx="3147">
                  <c:v>3.5295068714632176</c:v>
                </c:pt>
                <c:pt idx="3148">
                  <c:v>3.6135812449474534</c:v>
                </c:pt>
                <c:pt idx="3149">
                  <c:v>3.6479385610347612</c:v>
                </c:pt>
                <c:pt idx="3150">
                  <c:v>3.5832659660468877</c:v>
                </c:pt>
                <c:pt idx="3151">
                  <c:v>3.4670573969280518</c:v>
                </c:pt>
                <c:pt idx="3152">
                  <c:v>3.4397736459175423</c:v>
                </c:pt>
                <c:pt idx="3153">
                  <c:v>3.4306790622473726</c:v>
                </c:pt>
                <c:pt idx="3154">
                  <c:v>3.4203718674211805</c:v>
                </c:pt>
                <c:pt idx="3155">
                  <c:v>3.3839935327405013</c:v>
                </c:pt>
                <c:pt idx="3156">
                  <c:v>3.4023848019401779</c:v>
                </c:pt>
                <c:pt idx="3157">
                  <c:v>3.4155214227970898</c:v>
                </c:pt>
                <c:pt idx="3158">
                  <c:v>3.416531932093775</c:v>
                </c:pt>
                <c:pt idx="3159">
                  <c:v>3.4266370250606304</c:v>
                </c:pt>
                <c:pt idx="3160">
                  <c:v>3.4316895715440583</c:v>
                </c:pt>
                <c:pt idx="3161">
                  <c:v>3.5101050929668549</c:v>
                </c:pt>
                <c:pt idx="3162">
                  <c:v>3.5464834276475341</c:v>
                </c:pt>
                <c:pt idx="3163">
                  <c:v>3.500404203718674</c:v>
                </c:pt>
                <c:pt idx="3164">
                  <c:v>3.429264349232013</c:v>
                </c:pt>
                <c:pt idx="3165">
                  <c:v>3.404203718674212</c:v>
                </c:pt>
                <c:pt idx="3166">
                  <c:v>3.3791430881164106</c:v>
                </c:pt>
                <c:pt idx="3167">
                  <c:v>3.4179466451091352</c:v>
                </c:pt>
                <c:pt idx="3168">
                  <c:v>3.3953112368633791</c:v>
                </c:pt>
                <c:pt idx="3169">
                  <c:v>3.4124898949070332</c:v>
                </c:pt>
                <c:pt idx="3170">
                  <c:v>3.3660064672594987</c:v>
                </c:pt>
                <c:pt idx="3171">
                  <c:v>3.2568714632174616</c:v>
                </c:pt>
                <c:pt idx="3172">
                  <c:v>3.2124090541632984</c:v>
                </c:pt>
                <c:pt idx="3173">
                  <c:v>3.2053354890864996</c:v>
                </c:pt>
                <c:pt idx="3174">
                  <c:v>3.2053354890864996</c:v>
                </c:pt>
                <c:pt idx="3175">
                  <c:v>3.2667744543249797</c:v>
                </c:pt>
                <c:pt idx="3176">
                  <c:v>3.2791026677445432</c:v>
                </c:pt>
                <c:pt idx="3177">
                  <c:v>3.2568714632174616</c:v>
                </c:pt>
                <c:pt idx="3178">
                  <c:v>3.1915925626515764</c:v>
                </c:pt>
                <c:pt idx="3179">
                  <c:v>3.1972514147130151</c:v>
                </c:pt>
                <c:pt idx="3180">
                  <c:v>3.2083670169765561</c:v>
                </c:pt>
                <c:pt idx="3181">
                  <c:v>3.1366208569118834</c:v>
                </c:pt>
                <c:pt idx="3182">
                  <c:v>3.110751818916734</c:v>
                </c:pt>
                <c:pt idx="3183">
                  <c:v>3.143088116410671</c:v>
                </c:pt>
                <c:pt idx="3184">
                  <c:v>3.1447049312853679</c:v>
                </c:pt>
                <c:pt idx="3185">
                  <c:v>3.0527485852869845</c:v>
                </c:pt>
                <c:pt idx="3186">
                  <c:v>3.0614389652384801</c:v>
                </c:pt>
                <c:pt idx="3187">
                  <c:v>3.0161681487469685</c:v>
                </c:pt>
                <c:pt idx="3188">
                  <c:v>3.036580436540016</c:v>
                </c:pt>
                <c:pt idx="3189">
                  <c:v>3.0335489086499594</c:v>
                </c:pt>
                <c:pt idx="3190">
                  <c:v>3.0250606305578009</c:v>
                </c:pt>
                <c:pt idx="3191">
                  <c:v>3.0123282134195635</c:v>
                </c:pt>
                <c:pt idx="3192">
                  <c:v>3.0507275666936136</c:v>
                </c:pt>
                <c:pt idx="3193">
                  <c:v>3.1002425222312047</c:v>
                </c:pt>
                <c:pt idx="3194">
                  <c:v>3.1649151172190781</c:v>
                </c:pt>
                <c:pt idx="3195">
                  <c:v>3.1810832659660466</c:v>
                </c:pt>
                <c:pt idx="3196">
                  <c:v>3.1628940986257073</c:v>
                </c:pt>
                <c:pt idx="3197">
                  <c:v>3.2033144704931287</c:v>
                </c:pt>
                <c:pt idx="3198">
                  <c:v>3.150767987065481</c:v>
                </c:pt>
                <c:pt idx="3199">
                  <c:v>3.1325788197251412</c:v>
                </c:pt>
                <c:pt idx="3200">
                  <c:v>3.1022635408245756</c:v>
                </c:pt>
                <c:pt idx="3201">
                  <c:v>3.1325788197251412</c:v>
                </c:pt>
                <c:pt idx="3202">
                  <c:v>3.1467259498787388</c:v>
                </c:pt>
                <c:pt idx="3203">
                  <c:v>3.1406628940986256</c:v>
                </c:pt>
                <c:pt idx="3204">
                  <c:v>3.183104284559418</c:v>
                </c:pt>
                <c:pt idx="3205">
                  <c:v>3.1608730800323364</c:v>
                </c:pt>
                <c:pt idx="3206">
                  <c:v>3.0941794664510911</c:v>
                </c:pt>
                <c:pt idx="3207">
                  <c:v>3.0820533548908648</c:v>
                </c:pt>
                <c:pt idx="3208">
                  <c:v>3.0638641875505255</c:v>
                </c:pt>
                <c:pt idx="3209">
                  <c:v>3.0739692805173808</c:v>
                </c:pt>
                <c:pt idx="3210">
                  <c:v>3.0517380759902992</c:v>
                </c:pt>
                <c:pt idx="3211">
                  <c:v>3.0578011317704124</c:v>
                </c:pt>
                <c:pt idx="3212">
                  <c:v>2.9971705739692807</c:v>
                </c:pt>
                <c:pt idx="3213">
                  <c:v>2.9547291835084883</c:v>
                </c:pt>
                <c:pt idx="3214">
                  <c:v>2.9729183508488277</c:v>
                </c:pt>
                <c:pt idx="3215">
                  <c:v>2.9587712206952301</c:v>
                </c:pt>
                <c:pt idx="3216">
                  <c:v>3.0052546483427647</c:v>
                </c:pt>
                <c:pt idx="3217">
                  <c:v>2.9567502021018592</c:v>
                </c:pt>
                <c:pt idx="3218">
                  <c:v>2.9820129345189974</c:v>
                </c:pt>
                <c:pt idx="3219">
                  <c:v>2.9143088116410669</c:v>
                </c:pt>
                <c:pt idx="3220">
                  <c:v>2.8900565885206144</c:v>
                </c:pt>
                <c:pt idx="3221">
                  <c:v>2.8294260307194827</c:v>
                </c:pt>
                <c:pt idx="3222">
                  <c:v>2.8284155214227971</c:v>
                </c:pt>
                <c:pt idx="3223">
                  <c:v>2.841552142279709</c:v>
                </c:pt>
                <c:pt idx="3224">
                  <c:v>2.8617623282134197</c:v>
                </c:pt>
                <c:pt idx="3225">
                  <c:v>2.8839935327405013</c:v>
                </c:pt>
                <c:pt idx="3226">
                  <c:v>2.8213419563459983</c:v>
                </c:pt>
                <c:pt idx="3227">
                  <c:v>2.8193209377526274</c:v>
                </c:pt>
                <c:pt idx="3228">
                  <c:v>2.7324171382376718</c:v>
                </c:pt>
                <c:pt idx="3229">
                  <c:v>2.7617219078415522</c:v>
                </c:pt>
                <c:pt idx="3230">
                  <c:v>2.7930476960388035</c:v>
                </c:pt>
                <c:pt idx="3231">
                  <c:v>2.8067906224737267</c:v>
                </c:pt>
                <c:pt idx="3232">
                  <c:v>2.8310428455941792</c:v>
                </c:pt>
                <c:pt idx="3233">
                  <c:v>2.841552142279709</c:v>
                </c:pt>
                <c:pt idx="3234">
                  <c:v>2.8789409862570734</c:v>
                </c:pt>
                <c:pt idx="3235">
                  <c:v>2.9183508488278092</c:v>
                </c:pt>
                <c:pt idx="3236">
                  <c:v>2.8839935327405013</c:v>
                </c:pt>
                <c:pt idx="3237">
                  <c:v>2.9163298302344383</c:v>
                </c:pt>
                <c:pt idx="3238">
                  <c:v>2.9749393694421986</c:v>
                </c:pt>
                <c:pt idx="3239">
                  <c:v>2.9466451091350039</c:v>
                </c:pt>
                <c:pt idx="3240">
                  <c:v>2.9496766370250604</c:v>
                </c:pt>
                <c:pt idx="3241">
                  <c:v>2.9426030719482617</c:v>
                </c:pt>
                <c:pt idx="3242">
                  <c:v>2.9547291835084883</c:v>
                </c:pt>
                <c:pt idx="3243">
                  <c:v>2.9769603880355699</c:v>
                </c:pt>
                <c:pt idx="3244">
                  <c:v>2.7930476960388035</c:v>
                </c:pt>
                <c:pt idx="3245">
                  <c:v>2.6899757477768795</c:v>
                </c:pt>
                <c:pt idx="3246">
                  <c:v>2.7202910266774452</c:v>
                </c:pt>
                <c:pt idx="3247">
                  <c:v>2.8132578819725143</c:v>
                </c:pt>
                <c:pt idx="3248">
                  <c:v>2.7970897332255458</c:v>
                </c:pt>
                <c:pt idx="3249">
                  <c:v>2.8294260307194827</c:v>
                </c:pt>
                <c:pt idx="3250">
                  <c:v>2.8779304769603882</c:v>
                </c:pt>
                <c:pt idx="3251">
                  <c:v>2.8617623282134197</c:v>
                </c:pt>
                <c:pt idx="3252">
                  <c:v>2.8162894098625708</c:v>
                </c:pt>
                <c:pt idx="3253">
                  <c:v>2.8213419563459983</c:v>
                </c:pt>
                <c:pt idx="3254">
                  <c:v>2.88197251414713</c:v>
                </c:pt>
                <c:pt idx="3255">
                  <c:v>2.8051738075990298</c:v>
                </c:pt>
                <c:pt idx="3256">
                  <c:v>2.841552142279709</c:v>
                </c:pt>
                <c:pt idx="3257">
                  <c:v>2.849636216653193</c:v>
                </c:pt>
                <c:pt idx="3258">
                  <c:v>2.8476151980598221</c:v>
                </c:pt>
                <c:pt idx="3259">
                  <c:v>2.8637833468067906</c:v>
                </c:pt>
                <c:pt idx="3260">
                  <c:v>2.8142683912691995</c:v>
                </c:pt>
                <c:pt idx="3261">
                  <c:v>2.817299919159256</c:v>
                </c:pt>
                <c:pt idx="3262">
                  <c:v>2.8031527890056589</c:v>
                </c:pt>
                <c:pt idx="3263">
                  <c:v>2.8314470493128536</c:v>
                </c:pt>
                <c:pt idx="3264">
                  <c:v>2.7768795472918351</c:v>
                </c:pt>
                <c:pt idx="3265">
                  <c:v>2.8617623282134197</c:v>
                </c:pt>
                <c:pt idx="3266">
                  <c:v>2.9163298302344383</c:v>
                </c:pt>
                <c:pt idx="3267">
                  <c:v>2.8718674211802746</c:v>
                </c:pt>
                <c:pt idx="3268">
                  <c:v>2.901172190784155</c:v>
                </c:pt>
                <c:pt idx="3269">
                  <c:v>2.9143088116410669</c:v>
                </c:pt>
                <c:pt idx="3270">
                  <c:v>2.817299919159256</c:v>
                </c:pt>
                <c:pt idx="3271">
                  <c:v>2.8152789005658851</c:v>
                </c:pt>
                <c:pt idx="3272">
                  <c:v>2.817299919159256</c:v>
                </c:pt>
                <c:pt idx="3273">
                  <c:v>2.8850040420371865</c:v>
                </c:pt>
                <c:pt idx="3274">
                  <c:v>2.8243734842360548</c:v>
                </c:pt>
                <c:pt idx="3275">
                  <c:v>2.8516572352465643</c:v>
                </c:pt>
                <c:pt idx="3276">
                  <c:v>2.8334680679062245</c:v>
                </c:pt>
                <c:pt idx="3277">
                  <c:v>2.8031527890056589</c:v>
                </c:pt>
                <c:pt idx="3278">
                  <c:v>2.7829426030719482</c:v>
                </c:pt>
                <c:pt idx="3279">
                  <c:v>2.7586903799514957</c:v>
                </c:pt>
                <c:pt idx="3280">
                  <c:v>2.7890056588520613</c:v>
                </c:pt>
                <c:pt idx="3281">
                  <c:v>2.7506063055780112</c:v>
                </c:pt>
                <c:pt idx="3282">
                  <c:v>2.7768795472918351</c:v>
                </c:pt>
                <c:pt idx="3283">
                  <c:v>2.8455941794664512</c:v>
                </c:pt>
                <c:pt idx="3284">
                  <c:v>2.817299919159256</c:v>
                </c:pt>
                <c:pt idx="3285">
                  <c:v>2.8031527890056589</c:v>
                </c:pt>
                <c:pt idx="3286">
                  <c:v>2.8354890864995959</c:v>
                </c:pt>
                <c:pt idx="3287">
                  <c:v>2.8233629749393692</c:v>
                </c:pt>
                <c:pt idx="3288">
                  <c:v>2.8536782538399352</c:v>
                </c:pt>
                <c:pt idx="3289">
                  <c:v>2.8658043654001615</c:v>
                </c:pt>
                <c:pt idx="3290">
                  <c:v>2.8678253839935328</c:v>
                </c:pt>
                <c:pt idx="3291">
                  <c:v>2.8375101050929668</c:v>
                </c:pt>
                <c:pt idx="3292">
                  <c:v>2.8183104284559417</c:v>
                </c:pt>
                <c:pt idx="3293">
                  <c:v>2.817299919159256</c:v>
                </c:pt>
                <c:pt idx="3294">
                  <c:v>2.7849636216653191</c:v>
                </c:pt>
                <c:pt idx="3295">
                  <c:v>2.8152789005658851</c:v>
                </c:pt>
                <c:pt idx="3296">
                  <c:v>2.7607113985448666</c:v>
                </c:pt>
                <c:pt idx="3297">
                  <c:v>2.7708164915117219</c:v>
                </c:pt>
                <c:pt idx="3298">
                  <c:v>2.7516168148746969</c:v>
                </c:pt>
                <c:pt idx="3299">
                  <c:v>2.7627324171382375</c:v>
                </c:pt>
                <c:pt idx="3300">
                  <c:v>2.7768795472918351</c:v>
                </c:pt>
                <c:pt idx="3301">
                  <c:v>2.849636216653193</c:v>
                </c:pt>
                <c:pt idx="3302">
                  <c:v>2.8294260307194827</c:v>
                </c:pt>
                <c:pt idx="3303">
                  <c:v>2.8253839935327405</c:v>
                </c:pt>
                <c:pt idx="3304">
                  <c:v>2.7425222312045272</c:v>
                </c:pt>
                <c:pt idx="3305">
                  <c:v>2.7344381568310427</c:v>
                </c:pt>
                <c:pt idx="3306">
                  <c:v>2.6919967663702504</c:v>
                </c:pt>
                <c:pt idx="3307">
                  <c:v>2.6818916734033951</c:v>
                </c:pt>
                <c:pt idx="3308">
                  <c:v>2.6192400970088925</c:v>
                </c:pt>
                <c:pt idx="3309">
                  <c:v>2.6232821341956347</c:v>
                </c:pt>
                <c:pt idx="3310">
                  <c:v>2.6192400970088925</c:v>
                </c:pt>
                <c:pt idx="3311">
                  <c:v>2.6576394502829426</c:v>
                </c:pt>
                <c:pt idx="3312">
                  <c:v>2.654607922392886</c:v>
                </c:pt>
                <c:pt idx="3313">
                  <c:v>2.6758286176232819</c:v>
                </c:pt>
                <c:pt idx="3314">
                  <c:v>2.7303961196443005</c:v>
                </c:pt>
                <c:pt idx="3315">
                  <c:v>2.7172594987873886</c:v>
                </c:pt>
                <c:pt idx="3316">
                  <c:v>2.7516168148746969</c:v>
                </c:pt>
                <c:pt idx="3317">
                  <c:v>2.7455537590945838</c:v>
                </c:pt>
                <c:pt idx="3318">
                  <c:v>2.706143896523848</c:v>
                </c:pt>
                <c:pt idx="3319">
                  <c:v>2.7041228779304771</c:v>
                </c:pt>
                <c:pt idx="3320">
                  <c:v>2.6859337105901373</c:v>
                </c:pt>
                <c:pt idx="3321">
                  <c:v>2.6697655618431688</c:v>
                </c:pt>
                <c:pt idx="3322">
                  <c:v>2.6859337105901373</c:v>
                </c:pt>
                <c:pt idx="3323">
                  <c:v>2.6657235246564266</c:v>
                </c:pt>
                <c:pt idx="3324">
                  <c:v>2.6455133387227163</c:v>
                </c:pt>
                <c:pt idx="3325">
                  <c:v>2.6414713015359741</c:v>
                </c:pt>
                <c:pt idx="3326">
                  <c:v>2.6212611156022634</c:v>
                </c:pt>
                <c:pt idx="3327">
                  <c:v>2.6273241713823765</c:v>
                </c:pt>
                <c:pt idx="3328">
                  <c:v>2.6333872271624896</c:v>
                </c:pt>
                <c:pt idx="3329">
                  <c:v>2.6455133387227163</c:v>
                </c:pt>
                <c:pt idx="3330">
                  <c:v>2.6849232012934516</c:v>
                </c:pt>
                <c:pt idx="3331">
                  <c:v>2.6596604688763135</c:v>
                </c:pt>
                <c:pt idx="3332">
                  <c:v>2.6697655618431688</c:v>
                </c:pt>
                <c:pt idx="3333">
                  <c:v>2.6071139854486662</c:v>
                </c:pt>
                <c:pt idx="3334">
                  <c:v>2.6263136620856913</c:v>
                </c:pt>
                <c:pt idx="3335">
                  <c:v>2.5990299110751818</c:v>
                </c:pt>
                <c:pt idx="3336">
                  <c:v>2.5909458367016978</c:v>
                </c:pt>
                <c:pt idx="3337">
                  <c:v>2.5586095392077608</c:v>
                </c:pt>
                <c:pt idx="3338">
                  <c:v>2.5646725949878739</c:v>
                </c:pt>
                <c:pt idx="3339">
                  <c:v>2.540420371867421</c:v>
                </c:pt>
                <c:pt idx="3340">
                  <c:v>2.5424413904607923</c:v>
                </c:pt>
                <c:pt idx="3341">
                  <c:v>2.5616410670978174</c:v>
                </c:pt>
                <c:pt idx="3342">
                  <c:v>2.5505254648342763</c:v>
                </c:pt>
                <c:pt idx="3343">
                  <c:v>2.591956345998383</c:v>
                </c:pt>
                <c:pt idx="3344">
                  <c:v>2.5747776879547293</c:v>
                </c:pt>
                <c:pt idx="3345">
                  <c:v>2.5828617623282133</c:v>
                </c:pt>
                <c:pt idx="3346">
                  <c:v>2.5464834276475341</c:v>
                </c:pt>
                <c:pt idx="3347">
                  <c:v>2.5687146321746162</c:v>
                </c:pt>
                <c:pt idx="3348">
                  <c:v>2.6475343573160872</c:v>
                </c:pt>
                <c:pt idx="3349">
                  <c:v>2.6333872271624896</c:v>
                </c:pt>
                <c:pt idx="3350">
                  <c:v>2.6192400970088925</c:v>
                </c:pt>
                <c:pt idx="3351">
                  <c:v>2.5869037995149555</c:v>
                </c:pt>
                <c:pt idx="3352">
                  <c:v>2.6071139854486662</c:v>
                </c:pt>
                <c:pt idx="3353">
                  <c:v>2.5677041228779305</c:v>
                </c:pt>
                <c:pt idx="3354">
                  <c:v>2.5535569927243329</c:v>
                </c:pt>
                <c:pt idx="3355">
                  <c:v>2.5313257881972513</c:v>
                </c:pt>
                <c:pt idx="3356">
                  <c:v>2.5687146321746162</c:v>
                </c:pt>
                <c:pt idx="3357">
                  <c:v>2.5394098625707358</c:v>
                </c:pt>
                <c:pt idx="3358">
                  <c:v>2.5636620856911883</c:v>
                </c:pt>
                <c:pt idx="3359">
                  <c:v>2.5575990299110751</c:v>
                </c:pt>
                <c:pt idx="3360">
                  <c:v>2.5788197251414711</c:v>
                </c:pt>
                <c:pt idx="3361">
                  <c:v>2.5555780113177042</c:v>
                </c:pt>
                <c:pt idx="3362">
                  <c:v>2.5949878738884395</c:v>
                </c:pt>
                <c:pt idx="3363">
                  <c:v>2.5990299110751818</c:v>
                </c:pt>
                <c:pt idx="3364">
                  <c:v>2.611156022635408</c:v>
                </c:pt>
                <c:pt idx="3365">
                  <c:v>2.6556184316895717</c:v>
                </c:pt>
                <c:pt idx="3366">
                  <c:v>2.611156022635408</c:v>
                </c:pt>
                <c:pt idx="3367">
                  <c:v>2.643492320129345</c:v>
                </c:pt>
                <c:pt idx="3368">
                  <c:v>2.6596604688763135</c:v>
                </c:pt>
                <c:pt idx="3369">
                  <c:v>2.7081649151172189</c:v>
                </c:pt>
                <c:pt idx="3370">
                  <c:v>2.7394907033144706</c:v>
                </c:pt>
                <c:pt idx="3371">
                  <c:v>2.7485852869846403</c:v>
                </c:pt>
                <c:pt idx="3372">
                  <c:v>2.7425222312045272</c:v>
                </c:pt>
                <c:pt idx="3373">
                  <c:v>2.7546483427647535</c:v>
                </c:pt>
                <c:pt idx="3374">
                  <c:v>2.7728375101050928</c:v>
                </c:pt>
                <c:pt idx="3375">
                  <c:v>2.7809215844785773</c:v>
                </c:pt>
                <c:pt idx="3376">
                  <c:v>2.7768795472918351</c:v>
                </c:pt>
                <c:pt idx="3377">
                  <c:v>2.8071948261924011</c:v>
                </c:pt>
                <c:pt idx="3378">
                  <c:v>2.7991107518189167</c:v>
                </c:pt>
                <c:pt idx="3379">
                  <c:v>2.7890056588520613</c:v>
                </c:pt>
                <c:pt idx="3380">
                  <c:v>2.7708164915117219</c:v>
                </c:pt>
                <c:pt idx="3381">
                  <c:v>2.7970897332255458</c:v>
                </c:pt>
                <c:pt idx="3382">
                  <c:v>2.8011317704122876</c:v>
                </c:pt>
                <c:pt idx="3383">
                  <c:v>2.7728375101050928</c:v>
                </c:pt>
                <c:pt idx="3384">
                  <c:v>2.7526273241713821</c:v>
                </c:pt>
                <c:pt idx="3385">
                  <c:v>2.7708164915117219</c:v>
                </c:pt>
                <c:pt idx="3386">
                  <c:v>2.8476151980598221</c:v>
                </c:pt>
                <c:pt idx="3387">
                  <c:v>2.8284155214227971</c:v>
                </c:pt>
                <c:pt idx="3388">
                  <c:v>2.8354890864995959</c:v>
                </c:pt>
                <c:pt idx="3389">
                  <c:v>2.8435731608730799</c:v>
                </c:pt>
                <c:pt idx="3390">
                  <c:v>2.8152789005658851</c:v>
                </c:pt>
                <c:pt idx="3391">
                  <c:v>2.7930476960388035</c:v>
                </c:pt>
                <c:pt idx="3392">
                  <c:v>2.7526273241713821</c:v>
                </c:pt>
                <c:pt idx="3393">
                  <c:v>2.7546483427647535</c:v>
                </c:pt>
                <c:pt idx="3394">
                  <c:v>2.7263540824575587</c:v>
                </c:pt>
                <c:pt idx="3395">
                  <c:v>2.6960388035569927</c:v>
                </c:pt>
                <c:pt idx="3396">
                  <c:v>2.7000808407437349</c:v>
                </c:pt>
                <c:pt idx="3397">
                  <c:v>2.6808811641067098</c:v>
                </c:pt>
                <c:pt idx="3398">
                  <c:v>2.6515763945028294</c:v>
                </c:pt>
                <c:pt idx="3399">
                  <c:v>2.6414713015359741</c:v>
                </c:pt>
                <c:pt idx="3400">
                  <c:v>2.643492320129345</c:v>
                </c:pt>
                <c:pt idx="3401">
                  <c:v>2.6273241713823765</c:v>
                </c:pt>
                <c:pt idx="3402">
                  <c:v>2.6192400970088925</c:v>
                </c:pt>
                <c:pt idx="3403">
                  <c:v>2.6071139854486662</c:v>
                </c:pt>
                <c:pt idx="3404">
                  <c:v>2.6071139854486662</c:v>
                </c:pt>
                <c:pt idx="3405">
                  <c:v>2.6071139854486662</c:v>
                </c:pt>
                <c:pt idx="3406">
                  <c:v>2.6010509296685527</c:v>
                </c:pt>
                <c:pt idx="3407">
                  <c:v>2.5949878738884395</c:v>
                </c:pt>
                <c:pt idx="3408">
                  <c:v>2.6273241713823765</c:v>
                </c:pt>
                <c:pt idx="3409">
                  <c:v>2.6192400970088925</c:v>
                </c:pt>
                <c:pt idx="3410">
                  <c:v>2.6263136620856913</c:v>
                </c:pt>
                <c:pt idx="3411">
                  <c:v>2.6192400970088925</c:v>
                </c:pt>
                <c:pt idx="3412">
                  <c:v>2.635408245755861</c:v>
                </c:pt>
                <c:pt idx="3413">
                  <c:v>2.6232821341956347</c:v>
                </c:pt>
                <c:pt idx="3414">
                  <c:v>2.6202506063055782</c:v>
                </c:pt>
                <c:pt idx="3415">
                  <c:v>2.6475343573160872</c:v>
                </c:pt>
                <c:pt idx="3416">
                  <c:v>2.6283346806790622</c:v>
                </c:pt>
                <c:pt idx="3417">
                  <c:v>2.6323767178658044</c:v>
                </c:pt>
                <c:pt idx="3418">
                  <c:v>2.6202506063055782</c:v>
                </c:pt>
                <c:pt idx="3419">
                  <c:v>2.5767987065481002</c:v>
                </c:pt>
                <c:pt idx="3420">
                  <c:v>2.5757881972514145</c:v>
                </c:pt>
                <c:pt idx="3421">
                  <c:v>2.5858932902182699</c:v>
                </c:pt>
                <c:pt idx="3422">
                  <c:v>2.5485044462409054</c:v>
                </c:pt>
                <c:pt idx="3423">
                  <c:v>2.5363783346806792</c:v>
                </c:pt>
                <c:pt idx="3424">
                  <c:v>2.5333468067906226</c:v>
                </c:pt>
                <c:pt idx="3425">
                  <c:v>2.5050525464834275</c:v>
                </c:pt>
                <c:pt idx="3426">
                  <c:v>2.5131366208569119</c:v>
                </c:pt>
                <c:pt idx="3427">
                  <c:v>2.5030315278900566</c:v>
                </c:pt>
                <c:pt idx="3428">
                  <c:v>2.4777687954729184</c:v>
                </c:pt>
                <c:pt idx="3429">
                  <c:v>2.467663702506063</c:v>
                </c:pt>
                <c:pt idx="3430">
                  <c:v>2.4858528698464024</c:v>
                </c:pt>
                <c:pt idx="3431">
                  <c:v>2.4636216653193208</c:v>
                </c:pt>
                <c:pt idx="3432">
                  <c:v>2.4514955537590946</c:v>
                </c:pt>
                <c:pt idx="3433">
                  <c:v>2.4494745351657237</c:v>
                </c:pt>
                <c:pt idx="3434">
                  <c:v>2.4575586095392077</c:v>
                </c:pt>
                <c:pt idx="3435">
                  <c:v>2.4262328213419564</c:v>
                </c:pt>
                <c:pt idx="3436">
                  <c:v>2.437348423605497</c:v>
                </c:pt>
                <c:pt idx="3437">
                  <c:v>2.40501212611156</c:v>
                </c:pt>
                <c:pt idx="3438">
                  <c:v>2.4494745351657237</c:v>
                </c:pt>
                <c:pt idx="3439">
                  <c:v>2.4494745351657237</c:v>
                </c:pt>
                <c:pt idx="3440">
                  <c:v>2.437348423605497</c:v>
                </c:pt>
                <c:pt idx="3441">
                  <c:v>2.3716653193209378</c:v>
                </c:pt>
                <c:pt idx="3442">
                  <c:v>2.3605497170573968</c:v>
                </c:pt>
                <c:pt idx="3443">
                  <c:v>2.2978981406628942</c:v>
                </c:pt>
                <c:pt idx="3444">
                  <c:v>2.3160873080032336</c:v>
                </c:pt>
                <c:pt idx="3445">
                  <c:v>2.3403395311236861</c:v>
                </c:pt>
                <c:pt idx="3446">
                  <c:v>2.293856103476152</c:v>
                </c:pt>
                <c:pt idx="3447">
                  <c:v>2.3160873080032336</c:v>
                </c:pt>
                <c:pt idx="3448">
                  <c:v>2.2797089733225544</c:v>
                </c:pt>
                <c:pt idx="3449">
                  <c:v>2.2716248989490704</c:v>
                </c:pt>
                <c:pt idx="3450">
                  <c:v>2.2675828617623282</c:v>
                </c:pt>
                <c:pt idx="3451">
                  <c:v>2.3039611964430073</c:v>
                </c:pt>
                <c:pt idx="3452">
                  <c:v>2.2877930476960389</c:v>
                </c:pt>
                <c:pt idx="3453">
                  <c:v>2.2797089733225544</c:v>
                </c:pt>
                <c:pt idx="3454">
                  <c:v>2.2958771220695229</c:v>
                </c:pt>
                <c:pt idx="3455">
                  <c:v>2.2271624898949072</c:v>
                </c:pt>
                <c:pt idx="3456">
                  <c:v>2.2372675828617621</c:v>
                </c:pt>
                <c:pt idx="3457">
                  <c:v>2.2534357316087306</c:v>
                </c:pt>
                <c:pt idx="3458">
                  <c:v>2.2776879547291835</c:v>
                </c:pt>
                <c:pt idx="3459">
                  <c:v>2.364591754244139</c:v>
                </c:pt>
                <c:pt idx="3460">
                  <c:v>2.3666127728375099</c:v>
                </c:pt>
                <c:pt idx="3461">
                  <c:v>2.3464025869037997</c:v>
                </c:pt>
                <c:pt idx="3462">
                  <c:v>2.334276475343573</c:v>
                </c:pt>
                <c:pt idx="3463">
                  <c:v>2.3656022635408247</c:v>
                </c:pt>
                <c:pt idx="3464">
                  <c:v>2.3827809215844784</c:v>
                </c:pt>
                <c:pt idx="3465">
                  <c:v>2.3696443007275665</c:v>
                </c:pt>
                <c:pt idx="3466">
                  <c:v>2.40501212611156</c:v>
                </c:pt>
                <c:pt idx="3467">
                  <c:v>2.4151172190784154</c:v>
                </c:pt>
                <c:pt idx="3468">
                  <c:v>2.4555375909458368</c:v>
                </c:pt>
                <c:pt idx="3469">
                  <c:v>2.5070735650767988</c:v>
                </c:pt>
                <c:pt idx="3470">
                  <c:v>2.5</c:v>
                </c:pt>
                <c:pt idx="3471">
                  <c:v>2.4656426839126921</c:v>
                </c:pt>
                <c:pt idx="3472">
                  <c:v>2.4989894907033143</c:v>
                </c:pt>
                <c:pt idx="3473">
                  <c:v>2.4818108326596606</c:v>
                </c:pt>
                <c:pt idx="3474">
                  <c:v>2.4221907841552142</c:v>
                </c:pt>
                <c:pt idx="3475">
                  <c:v>2.3565076798706546</c:v>
                </c:pt>
                <c:pt idx="3476">
                  <c:v>2.4141067097817301</c:v>
                </c:pt>
                <c:pt idx="3477">
                  <c:v>2.5434518997574775</c:v>
                </c:pt>
                <c:pt idx="3478">
                  <c:v>2.5869037995149555</c:v>
                </c:pt>
                <c:pt idx="3479">
                  <c:v>2.5717461600646727</c:v>
                </c:pt>
                <c:pt idx="3480">
                  <c:v>2.6010509296685527</c:v>
                </c:pt>
                <c:pt idx="3481">
                  <c:v>2.6404607922392884</c:v>
                </c:pt>
                <c:pt idx="3482">
                  <c:v>2.6000404203718674</c:v>
                </c:pt>
                <c:pt idx="3483">
                  <c:v>2.7152384801940177</c:v>
                </c:pt>
                <c:pt idx="3484">
                  <c:v>2.7687954729183506</c:v>
                </c:pt>
                <c:pt idx="3485">
                  <c:v>2.7728375101050928</c:v>
                </c:pt>
                <c:pt idx="3486">
                  <c:v>2.8142683912691995</c:v>
                </c:pt>
                <c:pt idx="3487">
                  <c:v>2.7303961196443005</c:v>
                </c:pt>
                <c:pt idx="3488">
                  <c:v>2.7991107518189167</c:v>
                </c:pt>
                <c:pt idx="3489">
                  <c:v>2.8900565885206144</c:v>
                </c:pt>
                <c:pt idx="3490">
                  <c:v>2.8556992724333061</c:v>
                </c:pt>
                <c:pt idx="3491">
                  <c:v>2.7930476960388035</c:v>
                </c:pt>
                <c:pt idx="3492">
                  <c:v>2.8829830234438156</c:v>
                </c:pt>
                <c:pt idx="3493">
                  <c:v>2.8658043654001615</c:v>
                </c:pt>
                <c:pt idx="3494">
                  <c:v>2.817299919159256</c:v>
                </c:pt>
                <c:pt idx="3495">
                  <c:v>2.8718674211802746</c:v>
                </c:pt>
                <c:pt idx="3496">
                  <c:v>2.8132578819725143</c:v>
                </c:pt>
                <c:pt idx="3497">
                  <c:v>2.8193209377526274</c:v>
                </c:pt>
                <c:pt idx="3498">
                  <c:v>2.7728375101050928</c:v>
                </c:pt>
                <c:pt idx="3499">
                  <c:v>2.7041228779304771</c:v>
                </c:pt>
                <c:pt idx="3500">
                  <c:v>2.7303961196443005</c:v>
                </c:pt>
                <c:pt idx="3501">
                  <c:v>2.7101859337105902</c:v>
                </c:pt>
                <c:pt idx="3502">
                  <c:v>2.7344381568310427</c:v>
                </c:pt>
                <c:pt idx="3503">
                  <c:v>2.7526273241713821</c:v>
                </c:pt>
                <c:pt idx="3504">
                  <c:v>2.7000808407437349</c:v>
                </c:pt>
                <c:pt idx="3505">
                  <c:v>2.6758286176232819</c:v>
                </c:pt>
                <c:pt idx="3506">
                  <c:v>2.6657235246564266</c:v>
                </c:pt>
                <c:pt idx="3507">
                  <c:v>2.7415117219078415</c:v>
                </c:pt>
                <c:pt idx="3508">
                  <c:v>2.8375101050929668</c:v>
                </c:pt>
                <c:pt idx="3509">
                  <c:v>2.7890056588520613</c:v>
                </c:pt>
                <c:pt idx="3510">
                  <c:v>2.7890056588520613</c:v>
                </c:pt>
                <c:pt idx="3511">
                  <c:v>2.7041228779304771</c:v>
                </c:pt>
                <c:pt idx="3512">
                  <c:v>2.7182700080840743</c:v>
                </c:pt>
                <c:pt idx="3513">
                  <c:v>2.7405012126111559</c:v>
                </c:pt>
                <c:pt idx="3514">
                  <c:v>2.7910266774454326</c:v>
                </c:pt>
                <c:pt idx="3515">
                  <c:v>2.830436540016168</c:v>
                </c:pt>
                <c:pt idx="3516">
                  <c:v>2.8274050121261114</c:v>
                </c:pt>
                <c:pt idx="3517">
                  <c:v>2.8536782538399352</c:v>
                </c:pt>
                <c:pt idx="3518">
                  <c:v>2.88197251414713</c:v>
                </c:pt>
                <c:pt idx="3519">
                  <c:v>2.8274050121261114</c:v>
                </c:pt>
                <c:pt idx="3520">
                  <c:v>2.8617623282134197</c:v>
                </c:pt>
                <c:pt idx="3521">
                  <c:v>2.9375505254648342</c:v>
                </c:pt>
                <c:pt idx="3522">
                  <c:v>2.9547291835084883</c:v>
                </c:pt>
                <c:pt idx="3523">
                  <c:v>2.9365400161681485</c:v>
                </c:pt>
                <c:pt idx="3524">
                  <c:v>2.9395715440582051</c:v>
                </c:pt>
                <c:pt idx="3525">
                  <c:v>2.8961196443007275</c:v>
                </c:pt>
                <c:pt idx="3526">
                  <c:v>2.8486257073565078</c:v>
                </c:pt>
                <c:pt idx="3527">
                  <c:v>2.8233629749393692</c:v>
                </c:pt>
                <c:pt idx="3528">
                  <c:v>2.7566693613581243</c:v>
                </c:pt>
                <c:pt idx="3529">
                  <c:v>2.7405012126111559</c:v>
                </c:pt>
                <c:pt idx="3530">
                  <c:v>2.7283751010509296</c:v>
                </c:pt>
                <c:pt idx="3531">
                  <c:v>2.7283751010509296</c:v>
                </c:pt>
                <c:pt idx="3532">
                  <c:v>2.7071544058205337</c:v>
                </c:pt>
                <c:pt idx="3533">
                  <c:v>2.6818916734033951</c:v>
                </c:pt>
                <c:pt idx="3534">
                  <c:v>2.6616814874696848</c:v>
                </c:pt>
                <c:pt idx="3535">
                  <c:v>2.6394502829426032</c:v>
                </c:pt>
                <c:pt idx="3536">
                  <c:v>2.5909458367016978</c:v>
                </c:pt>
                <c:pt idx="3537">
                  <c:v>2.5808407437348424</c:v>
                </c:pt>
                <c:pt idx="3538">
                  <c:v>2.5545675020210186</c:v>
                </c:pt>
                <c:pt idx="3539">
                  <c:v>2.5363783346806792</c:v>
                </c:pt>
                <c:pt idx="3540">
                  <c:v>2.5060630557801131</c:v>
                </c:pt>
                <c:pt idx="3541">
                  <c:v>2.4777687954729184</c:v>
                </c:pt>
                <c:pt idx="3542">
                  <c:v>2.4838318512530315</c:v>
                </c:pt>
                <c:pt idx="3543">
                  <c:v>2.4535165723524655</c:v>
                </c:pt>
                <c:pt idx="3544">
                  <c:v>2.5010105092966857</c:v>
                </c:pt>
                <c:pt idx="3545">
                  <c:v>2.4797898140662893</c:v>
                </c:pt>
                <c:pt idx="3546">
                  <c:v>2.429264349232013</c:v>
                </c:pt>
                <c:pt idx="3547">
                  <c:v>2.3827809215844784</c:v>
                </c:pt>
                <c:pt idx="3548">
                  <c:v>2.3605497170573968</c:v>
                </c:pt>
                <c:pt idx="3549">
                  <c:v>2.3686337914308813</c:v>
                </c:pt>
                <c:pt idx="3550">
                  <c:v>2.3504446240905414</c:v>
                </c:pt>
                <c:pt idx="3551">
                  <c:v>2.3504446240905414</c:v>
                </c:pt>
                <c:pt idx="3552">
                  <c:v>2.3696443007275665</c:v>
                </c:pt>
                <c:pt idx="3553">
                  <c:v>2.3989490703314469</c:v>
                </c:pt>
                <c:pt idx="3554">
                  <c:v>2.364591754244139</c:v>
                </c:pt>
                <c:pt idx="3555">
                  <c:v>2.3403395311236861</c:v>
                </c:pt>
                <c:pt idx="3556">
                  <c:v>2.3100242522231205</c:v>
                </c:pt>
                <c:pt idx="3557">
                  <c:v>2.3261924009700889</c:v>
                </c:pt>
                <c:pt idx="3558">
                  <c:v>2.3443815683104283</c:v>
                </c:pt>
                <c:pt idx="3559">
                  <c:v>2.364591754244139</c:v>
                </c:pt>
                <c:pt idx="3560">
                  <c:v>2.2847615198059823</c:v>
                </c:pt>
                <c:pt idx="3561">
                  <c:v>2.2625303152789007</c:v>
                </c:pt>
                <c:pt idx="3562">
                  <c:v>2.2726354082457556</c:v>
                </c:pt>
                <c:pt idx="3563">
                  <c:v>2.2948666127728377</c:v>
                </c:pt>
                <c:pt idx="3564">
                  <c:v>2.2453516572352465</c:v>
                </c:pt>
                <c:pt idx="3565">
                  <c:v>2.2130153597413096</c:v>
                </c:pt>
                <c:pt idx="3566">
                  <c:v>2.1736054971705738</c:v>
                </c:pt>
                <c:pt idx="3567">
                  <c:v>2.1675424413904607</c:v>
                </c:pt>
                <c:pt idx="3568">
                  <c:v>2.0947857720291028</c:v>
                </c:pt>
                <c:pt idx="3569">
                  <c:v>2.2089733225545674</c:v>
                </c:pt>
                <c:pt idx="3570">
                  <c:v>2.1736054971705738</c:v>
                </c:pt>
                <c:pt idx="3571">
                  <c:v>2.1736054971705738</c:v>
                </c:pt>
                <c:pt idx="3572">
                  <c:v>2.2251414713015358</c:v>
                </c:pt>
                <c:pt idx="3573">
                  <c:v>2.1523848019401779</c:v>
                </c:pt>
                <c:pt idx="3574">
                  <c:v>2.1382376717865803</c:v>
                </c:pt>
                <c:pt idx="3575">
                  <c:v>2.1240905416329832</c:v>
                </c:pt>
                <c:pt idx="3576">
                  <c:v>2.1382376717865803</c:v>
                </c:pt>
                <c:pt idx="3577">
                  <c:v>2.1382376717865803</c:v>
                </c:pt>
                <c:pt idx="3578">
                  <c:v>2.1746160064672595</c:v>
                </c:pt>
                <c:pt idx="3579">
                  <c:v>2.1645109135004041</c:v>
                </c:pt>
                <c:pt idx="3580">
                  <c:v>2.1059013742926433</c:v>
                </c:pt>
                <c:pt idx="3581">
                  <c:v>2.1311641067097815</c:v>
                </c:pt>
                <c:pt idx="3582">
                  <c:v>2.1422797089733225</c:v>
                </c:pt>
                <c:pt idx="3583">
                  <c:v>2.158447857720291</c:v>
                </c:pt>
                <c:pt idx="3584">
                  <c:v>2.198868229587712</c:v>
                </c:pt>
                <c:pt idx="3585">
                  <c:v>2.2332255456750203</c:v>
                </c:pt>
                <c:pt idx="3586">
                  <c:v>2.2898140662894098</c:v>
                </c:pt>
                <c:pt idx="3587">
                  <c:v>2.269603880355699</c:v>
                </c:pt>
                <c:pt idx="3588">
                  <c:v>2.2089733225545674</c:v>
                </c:pt>
                <c:pt idx="3589">
                  <c:v>2.2079628132578821</c:v>
                </c:pt>
                <c:pt idx="3590">
                  <c:v>2.1756265157639452</c:v>
                </c:pt>
                <c:pt idx="3591">
                  <c:v>2.1341956345998381</c:v>
                </c:pt>
                <c:pt idx="3592">
                  <c:v>2.1685529506871464</c:v>
                </c:pt>
                <c:pt idx="3593">
                  <c:v>2.2271624898949072</c:v>
                </c:pt>
                <c:pt idx="3594">
                  <c:v>2.1897736459175423</c:v>
                </c:pt>
                <c:pt idx="3595">
                  <c:v>2.2089733225545674</c:v>
                </c:pt>
                <c:pt idx="3596">
                  <c:v>2.1786580436540017</c:v>
                </c:pt>
                <c:pt idx="3597">
                  <c:v>2.2089733225545674</c:v>
                </c:pt>
                <c:pt idx="3598">
                  <c:v>2.2200889248181084</c:v>
                </c:pt>
                <c:pt idx="3599">
                  <c:v>2.1948261924009702</c:v>
                </c:pt>
                <c:pt idx="3600">
                  <c:v>2.1857316087308001</c:v>
                </c:pt>
                <c:pt idx="3601">
                  <c:v>2.2130153597413096</c:v>
                </c:pt>
                <c:pt idx="3602">
                  <c:v>2.2463621665319322</c:v>
                </c:pt>
                <c:pt idx="3603">
                  <c:v>2.2271624898949072</c:v>
                </c:pt>
                <c:pt idx="3604">
                  <c:v>2.1928051738075989</c:v>
                </c:pt>
                <c:pt idx="3605">
                  <c:v>2.1139854486661278</c:v>
                </c:pt>
                <c:pt idx="3606">
                  <c:v>2.1210590137429266</c:v>
                </c:pt>
                <c:pt idx="3607">
                  <c:v>2.1533953112368631</c:v>
                </c:pt>
                <c:pt idx="3608">
                  <c:v>2.1483427647534357</c:v>
                </c:pt>
                <c:pt idx="3609">
                  <c:v>2.1261115602263541</c:v>
                </c:pt>
                <c:pt idx="3610">
                  <c:v>2.1028698464025868</c:v>
                </c:pt>
                <c:pt idx="3611">
                  <c:v>2.0210185933710592</c:v>
                </c:pt>
                <c:pt idx="3612">
                  <c:v>2.0088924818108325</c:v>
                </c:pt>
                <c:pt idx="3613">
                  <c:v>2.0210185933710592</c:v>
                </c:pt>
                <c:pt idx="3614">
                  <c:v>2.0250606305578009</c:v>
                </c:pt>
                <c:pt idx="3615">
                  <c:v>2.0189975747776878</c:v>
                </c:pt>
                <c:pt idx="3616">
                  <c:v>1.9725141471301535</c:v>
                </c:pt>
                <c:pt idx="3617">
                  <c:v>1.919967663702506</c:v>
                </c:pt>
                <c:pt idx="3618">
                  <c:v>1.9240097008892481</c:v>
                </c:pt>
                <c:pt idx="3619">
                  <c:v>1.9219886822958772</c:v>
                </c:pt>
                <c:pt idx="3620">
                  <c:v>1.9411883589329022</c:v>
                </c:pt>
                <c:pt idx="3621">
                  <c:v>1.9169361358124495</c:v>
                </c:pt>
                <c:pt idx="3622">
                  <c:v>1.9189571544058206</c:v>
                </c:pt>
                <c:pt idx="3623">
                  <c:v>1.9442198868229588</c:v>
                </c:pt>
                <c:pt idx="3624">
                  <c:v>1.9320937752627323</c:v>
                </c:pt>
                <c:pt idx="3625">
                  <c:v>1.9361358124494745</c:v>
                </c:pt>
                <c:pt idx="3626">
                  <c:v>1.956345998383185</c:v>
                </c:pt>
                <c:pt idx="3627">
                  <c:v>1.9654405820533549</c:v>
                </c:pt>
                <c:pt idx="3628">
                  <c:v>1.9856507679870654</c:v>
                </c:pt>
                <c:pt idx="3629">
                  <c:v>2.0472918350848825</c:v>
                </c:pt>
                <c:pt idx="3630">
                  <c:v>2.0523443815683104</c:v>
                </c:pt>
                <c:pt idx="3631">
                  <c:v>1.9967663702506062</c:v>
                </c:pt>
                <c:pt idx="3632">
                  <c:v>2.0149555375909456</c:v>
                </c:pt>
                <c:pt idx="3633">
                  <c:v>2.0422392886014551</c:v>
                </c:pt>
                <c:pt idx="3634">
                  <c:v>2.0594179466451092</c:v>
                </c:pt>
                <c:pt idx="3635">
                  <c:v>2.0493128536782539</c:v>
                </c:pt>
                <c:pt idx="3636">
                  <c:v>2.0897332255456749</c:v>
                </c:pt>
                <c:pt idx="3637">
                  <c:v>2.0836701697655617</c:v>
                </c:pt>
                <c:pt idx="3638">
                  <c:v>2.0765966046887629</c:v>
                </c:pt>
                <c:pt idx="3639">
                  <c:v>2.1018593371059011</c:v>
                </c:pt>
                <c:pt idx="3640">
                  <c:v>2.1099434114793856</c:v>
                </c:pt>
                <c:pt idx="3641">
                  <c:v>2.1321746160064672</c:v>
                </c:pt>
                <c:pt idx="3642">
                  <c:v>2.0917542441390462</c:v>
                </c:pt>
                <c:pt idx="3643">
                  <c:v>2.1139854486661278</c:v>
                </c:pt>
                <c:pt idx="3644">
                  <c:v>2.1503637833468066</c:v>
                </c:pt>
                <c:pt idx="3645">
                  <c:v>2.1827000808407435</c:v>
                </c:pt>
                <c:pt idx="3646">
                  <c:v>2.1655214227970898</c:v>
                </c:pt>
                <c:pt idx="3647">
                  <c:v>2.1503637833468066</c:v>
                </c:pt>
                <c:pt idx="3648">
                  <c:v>2.1746160064672595</c:v>
                </c:pt>
                <c:pt idx="3649">
                  <c:v>2.1463217461600648</c:v>
                </c:pt>
                <c:pt idx="3650">
                  <c:v>2.1220695230396118</c:v>
                </c:pt>
                <c:pt idx="3651">
                  <c:v>2.1038803556992725</c:v>
                </c:pt>
                <c:pt idx="3652">
                  <c:v>2.0776071139854486</c:v>
                </c:pt>
                <c:pt idx="3653">
                  <c:v>2.0937752627324171</c:v>
                </c:pt>
                <c:pt idx="3654">
                  <c:v>2.0816491511721908</c:v>
                </c:pt>
                <c:pt idx="3655">
                  <c:v>2.190784155214228</c:v>
                </c:pt>
                <c:pt idx="3656">
                  <c:v>2.2382780921584478</c:v>
                </c:pt>
                <c:pt idx="3657">
                  <c:v>2.2665723524656425</c:v>
                </c:pt>
                <c:pt idx="3658">
                  <c:v>2.2332255456750203</c:v>
                </c:pt>
                <c:pt idx="3659">
                  <c:v>2.2221099434114793</c:v>
                </c:pt>
                <c:pt idx="3660">
                  <c:v>2.1746160064672595</c:v>
                </c:pt>
                <c:pt idx="3661">
                  <c:v>2.2130153597413096</c:v>
                </c:pt>
                <c:pt idx="3662">
                  <c:v>2.2150363783346805</c:v>
                </c:pt>
                <c:pt idx="3663">
                  <c:v>2.2109943411479387</c:v>
                </c:pt>
                <c:pt idx="3664">
                  <c:v>2.2200889248181084</c:v>
                </c:pt>
                <c:pt idx="3665">
                  <c:v>2.269603880355699</c:v>
                </c:pt>
                <c:pt idx="3666">
                  <c:v>2.3383185125303152</c:v>
                </c:pt>
                <c:pt idx="3667">
                  <c:v>2.4535165723524655</c:v>
                </c:pt>
                <c:pt idx="3668">
                  <c:v>2.4454324979789814</c:v>
                </c:pt>
                <c:pt idx="3669">
                  <c:v>2.4090541632983022</c:v>
                </c:pt>
                <c:pt idx="3670">
                  <c:v>2.4252223120452707</c:v>
                </c:pt>
                <c:pt idx="3671">
                  <c:v>2.4595796281325786</c:v>
                </c:pt>
                <c:pt idx="3672">
                  <c:v>2.4757477768795471</c:v>
                </c:pt>
                <c:pt idx="3673">
                  <c:v>2.4221907841552142</c:v>
                </c:pt>
                <c:pt idx="3674">
                  <c:v>2.3848019401778497</c:v>
                </c:pt>
                <c:pt idx="3675">
                  <c:v>2.456548100242522</c:v>
                </c:pt>
                <c:pt idx="3676">
                  <c:v>2.5363783346806792</c:v>
                </c:pt>
                <c:pt idx="3677">
                  <c:v>2.5020210185933709</c:v>
                </c:pt>
                <c:pt idx="3678">
                  <c:v>2.508084074373484</c:v>
                </c:pt>
                <c:pt idx="3679">
                  <c:v>2.6192400970088925</c:v>
                </c:pt>
                <c:pt idx="3680">
                  <c:v>2.6414713015359741</c:v>
                </c:pt>
                <c:pt idx="3681">
                  <c:v>2.5586095392077608</c:v>
                </c:pt>
                <c:pt idx="3682">
                  <c:v>2.5343573160873079</c:v>
                </c:pt>
                <c:pt idx="3683">
                  <c:v>2.5697251414713014</c:v>
                </c:pt>
                <c:pt idx="3684">
                  <c:v>2.4696847210994339</c:v>
                </c:pt>
                <c:pt idx="3685">
                  <c:v>2.4656426839126921</c:v>
                </c:pt>
                <c:pt idx="3686">
                  <c:v>2.4838318512530315</c:v>
                </c:pt>
                <c:pt idx="3687">
                  <c:v>2.4353274050121261</c:v>
                </c:pt>
                <c:pt idx="3688">
                  <c:v>2.3827809215844784</c:v>
                </c:pt>
                <c:pt idx="3689">
                  <c:v>2.3443815683104283</c:v>
                </c:pt>
                <c:pt idx="3690">
                  <c:v>2.3807599029911075</c:v>
                </c:pt>
                <c:pt idx="3691">
                  <c:v>2.3746968472109944</c:v>
                </c:pt>
                <c:pt idx="3692">
                  <c:v>2.3443815683104283</c:v>
                </c:pt>
                <c:pt idx="3693">
                  <c:v>2.2918350848827806</c:v>
                </c:pt>
                <c:pt idx="3694">
                  <c:v>2.2857720291026675</c:v>
                </c:pt>
                <c:pt idx="3695">
                  <c:v>2.2453516572352465</c:v>
                </c:pt>
                <c:pt idx="3696">
                  <c:v>2.2160468876313661</c:v>
                </c:pt>
                <c:pt idx="3697">
                  <c:v>2.1746160064672595</c:v>
                </c:pt>
                <c:pt idx="3698">
                  <c:v>2.158447857720291</c:v>
                </c:pt>
                <c:pt idx="3699">
                  <c:v>2.1503637833468066</c:v>
                </c:pt>
                <c:pt idx="3700">
                  <c:v>2.166531932093775</c:v>
                </c:pt>
                <c:pt idx="3701">
                  <c:v>2.1685529506871464</c:v>
                </c:pt>
                <c:pt idx="3702">
                  <c:v>2.1594583670169767</c:v>
                </c:pt>
                <c:pt idx="3703">
                  <c:v>2.1432902182700082</c:v>
                </c:pt>
                <c:pt idx="3704">
                  <c:v>2.1018593371059011</c:v>
                </c:pt>
                <c:pt idx="3705">
                  <c:v>2.0968067906224737</c:v>
                </c:pt>
                <c:pt idx="3706">
                  <c:v>2.0765966046887629</c:v>
                </c:pt>
                <c:pt idx="3707">
                  <c:v>2.0533548908649961</c:v>
                </c:pt>
                <c:pt idx="3708">
                  <c:v>2.0291026677445432</c:v>
                </c:pt>
                <c:pt idx="3709">
                  <c:v>2.0705335489086498</c:v>
                </c:pt>
                <c:pt idx="3710">
                  <c:v>2.1271220695230397</c:v>
                </c:pt>
                <c:pt idx="3711">
                  <c:v>2.1331851253031529</c:v>
                </c:pt>
                <c:pt idx="3712">
                  <c:v>2.1382376717865803</c:v>
                </c:pt>
                <c:pt idx="3713">
                  <c:v>2.1220695230396118</c:v>
                </c:pt>
                <c:pt idx="3714">
                  <c:v>2.1038803556992725</c:v>
                </c:pt>
                <c:pt idx="3715">
                  <c:v>2.1574373484236053</c:v>
                </c:pt>
                <c:pt idx="3716">
                  <c:v>2.166531932093775</c:v>
                </c:pt>
                <c:pt idx="3717">
                  <c:v>2.1331851253031529</c:v>
                </c:pt>
                <c:pt idx="3718">
                  <c:v>2.1362166531932094</c:v>
                </c:pt>
                <c:pt idx="3719">
                  <c:v>2.0614389652384801</c:v>
                </c:pt>
                <c:pt idx="3720">
                  <c:v>2.0432497978981408</c:v>
                </c:pt>
                <c:pt idx="3721">
                  <c:v>2.0432497978981408</c:v>
                </c:pt>
                <c:pt idx="3722">
                  <c:v>2.0169765561843169</c:v>
                </c:pt>
                <c:pt idx="3723">
                  <c:v>2.0371867421180276</c:v>
                </c:pt>
                <c:pt idx="3724">
                  <c:v>2.087712206952304</c:v>
                </c:pt>
                <c:pt idx="3725">
                  <c:v>2.0503233629749391</c:v>
                </c:pt>
                <c:pt idx="3726">
                  <c:v>2.0462813257881973</c:v>
                </c:pt>
                <c:pt idx="3727">
                  <c:v>1.9987873888439773</c:v>
                </c:pt>
                <c:pt idx="3728">
                  <c:v>1.9442198868229588</c:v>
                </c:pt>
                <c:pt idx="3729">
                  <c:v>1.9967663702506062</c:v>
                </c:pt>
                <c:pt idx="3730">
                  <c:v>1.9896928051738076</c:v>
                </c:pt>
                <c:pt idx="3731">
                  <c:v>2.0351657235246563</c:v>
                </c:pt>
                <c:pt idx="3732">
                  <c:v>2.0816491511721908</c:v>
                </c:pt>
                <c:pt idx="3733">
                  <c:v>2.0543654001616813</c:v>
                </c:pt>
                <c:pt idx="3734">
                  <c:v>2.0816491511721908</c:v>
                </c:pt>
                <c:pt idx="3735">
                  <c:v>2.0381972514147129</c:v>
                </c:pt>
                <c:pt idx="3736">
                  <c:v>2.0654810024252224</c:v>
                </c:pt>
                <c:pt idx="3737">
                  <c:v>2.0715440582053355</c:v>
                </c:pt>
                <c:pt idx="3738">
                  <c:v>2.1422797089733225</c:v>
                </c:pt>
                <c:pt idx="3739">
                  <c:v>2.1614793856103476</c:v>
                </c:pt>
                <c:pt idx="3740">
                  <c:v>2.114995957962813</c:v>
                </c:pt>
                <c:pt idx="3741">
                  <c:v>2.1038803556992725</c:v>
                </c:pt>
                <c:pt idx="3742">
                  <c:v>2.0189975747776878</c:v>
                </c:pt>
                <c:pt idx="3743">
                  <c:v>2.0513338722716248</c:v>
                </c:pt>
                <c:pt idx="3744">
                  <c:v>2.1463217461600648</c:v>
                </c:pt>
                <c:pt idx="3745">
                  <c:v>2.0675020210185933</c:v>
                </c:pt>
                <c:pt idx="3746">
                  <c:v>2.1362166531932094</c:v>
                </c:pt>
                <c:pt idx="3747">
                  <c:v>2.1624898949070332</c:v>
                </c:pt>
                <c:pt idx="3748">
                  <c:v>2.1362166531932094</c:v>
                </c:pt>
                <c:pt idx="3749">
                  <c:v>2.1261115602263541</c:v>
                </c:pt>
                <c:pt idx="3750">
                  <c:v>2.1291430881164106</c:v>
                </c:pt>
                <c:pt idx="3751">
                  <c:v>2.0978172999191593</c:v>
                </c:pt>
                <c:pt idx="3752">
                  <c:v>2.1261115602263541</c:v>
                </c:pt>
                <c:pt idx="3753">
                  <c:v>2.0270816491511723</c:v>
                </c:pt>
                <c:pt idx="3754">
                  <c:v>2.0099029911075181</c:v>
                </c:pt>
                <c:pt idx="3755">
                  <c:v>1.98464025869038</c:v>
                </c:pt>
                <c:pt idx="3756">
                  <c:v>1.9957558609539208</c:v>
                </c:pt>
                <c:pt idx="3757">
                  <c:v>1.9937348423605497</c:v>
                </c:pt>
                <c:pt idx="3758">
                  <c:v>2.0149555375909456</c:v>
                </c:pt>
                <c:pt idx="3759">
                  <c:v>2.0240501212611157</c:v>
                </c:pt>
                <c:pt idx="3760">
                  <c:v>2.0210185933710592</c:v>
                </c:pt>
                <c:pt idx="3761">
                  <c:v>2.0149555375909456</c:v>
                </c:pt>
                <c:pt idx="3762">
                  <c:v>1.9644300727566693</c:v>
                </c:pt>
                <c:pt idx="3763">
                  <c:v>1.9027890056588521</c:v>
                </c:pt>
                <c:pt idx="3764">
                  <c:v>1.904810024252223</c:v>
                </c:pt>
                <c:pt idx="3765">
                  <c:v>1.919967663702506</c:v>
                </c:pt>
                <c:pt idx="3766">
                  <c:v>1.8926839126919968</c:v>
                </c:pt>
                <c:pt idx="3767">
                  <c:v>1.881568310428456</c:v>
                </c:pt>
                <c:pt idx="3768">
                  <c:v>1.8997574777687953</c:v>
                </c:pt>
                <c:pt idx="3769">
                  <c:v>1.8755052546483426</c:v>
                </c:pt>
                <c:pt idx="3770">
                  <c:v>1.9229991915925626</c:v>
                </c:pt>
                <c:pt idx="3771">
                  <c:v>1.8997574777687953</c:v>
                </c:pt>
                <c:pt idx="3772">
                  <c:v>1.8916734033953111</c:v>
                </c:pt>
                <c:pt idx="3773">
                  <c:v>1.9250202101859337</c:v>
                </c:pt>
                <c:pt idx="3774">
                  <c:v>1.9472514147130153</c:v>
                </c:pt>
                <c:pt idx="3775">
                  <c:v>1.9977768795472919</c:v>
                </c:pt>
                <c:pt idx="3776">
                  <c:v>2.0604284559417945</c:v>
                </c:pt>
                <c:pt idx="3777">
                  <c:v>2.1099434114793856</c:v>
                </c:pt>
                <c:pt idx="3778">
                  <c:v>2.063459983831851</c:v>
                </c:pt>
                <c:pt idx="3779">
                  <c:v>2.0715440582053355</c:v>
                </c:pt>
                <c:pt idx="3780">
                  <c:v>2.1059013742926433</c:v>
                </c:pt>
                <c:pt idx="3781">
                  <c:v>2.0806386418755052</c:v>
                </c:pt>
                <c:pt idx="3782">
                  <c:v>1.9917138237671785</c:v>
                </c:pt>
                <c:pt idx="3783">
                  <c:v>1.9745351657235246</c:v>
                </c:pt>
                <c:pt idx="3784">
                  <c:v>1.9664510913500404</c:v>
                </c:pt>
                <c:pt idx="3785">
                  <c:v>1.9320937752627323</c:v>
                </c:pt>
                <c:pt idx="3786">
                  <c:v>1.9937348423605497</c:v>
                </c:pt>
                <c:pt idx="3787">
                  <c:v>2.0715440582053355</c:v>
                </c:pt>
                <c:pt idx="3788">
                  <c:v>2.0573969280517379</c:v>
                </c:pt>
                <c:pt idx="3789">
                  <c:v>2.1119644300727565</c:v>
                </c:pt>
                <c:pt idx="3790">
                  <c:v>2.0907437348423605</c:v>
                </c:pt>
                <c:pt idx="3791">
                  <c:v>2.1331851253031529</c:v>
                </c:pt>
                <c:pt idx="3792">
                  <c:v>2.1523848019401779</c:v>
                </c:pt>
                <c:pt idx="3793">
                  <c:v>2.0735650767987064</c:v>
                </c:pt>
                <c:pt idx="3794">
                  <c:v>2.0311236863379141</c:v>
                </c:pt>
                <c:pt idx="3795">
                  <c:v>2.0331447049312854</c:v>
                </c:pt>
                <c:pt idx="3796">
                  <c:v>1.9745351657235246</c:v>
                </c:pt>
                <c:pt idx="3797">
                  <c:v>1.9765561843168957</c:v>
                </c:pt>
                <c:pt idx="3798">
                  <c:v>1.988682295877122</c:v>
                </c:pt>
                <c:pt idx="3799">
                  <c:v>1.9725141471301535</c:v>
                </c:pt>
                <c:pt idx="3800">
                  <c:v>1.9745351657235246</c:v>
                </c:pt>
                <c:pt idx="3801">
                  <c:v>2.0210185933710592</c:v>
                </c:pt>
                <c:pt idx="3802">
                  <c:v>2.1059013742926433</c:v>
                </c:pt>
                <c:pt idx="3803">
                  <c:v>2.0998383185125302</c:v>
                </c:pt>
                <c:pt idx="3804">
                  <c:v>2.1503637833468066</c:v>
                </c:pt>
                <c:pt idx="3805">
                  <c:v>2.2635408245755859</c:v>
                </c:pt>
                <c:pt idx="3806">
                  <c:v>2.3282134195634598</c:v>
                </c:pt>
                <c:pt idx="3807">
                  <c:v>2.4787793047696036</c:v>
                </c:pt>
                <c:pt idx="3808">
                  <c:v>2.3746968472109944</c:v>
                </c:pt>
                <c:pt idx="3809">
                  <c:v>2.3716653193209378</c:v>
                </c:pt>
                <c:pt idx="3810">
                  <c:v>2.3767178658043653</c:v>
                </c:pt>
                <c:pt idx="3811">
                  <c:v>2.3433710590137427</c:v>
                </c:pt>
                <c:pt idx="3812">
                  <c:v>2.313055780113177</c:v>
                </c:pt>
                <c:pt idx="3813">
                  <c:v>2.3362974939369443</c:v>
                </c:pt>
                <c:pt idx="3814">
                  <c:v>2.3403395311236861</c:v>
                </c:pt>
                <c:pt idx="3815">
                  <c:v>2.3686337914308813</c:v>
                </c:pt>
                <c:pt idx="3816">
                  <c:v>2.3544866612772837</c:v>
                </c:pt>
                <c:pt idx="3817">
                  <c:v>2.2898140662894098</c:v>
                </c:pt>
                <c:pt idx="3818">
                  <c:v>2.2736459175424413</c:v>
                </c:pt>
                <c:pt idx="3819">
                  <c:v>2.2413096200485043</c:v>
                </c:pt>
                <c:pt idx="3820">
                  <c:v>2.1533953112368631</c:v>
                </c:pt>
                <c:pt idx="3821">
                  <c:v>2.1210590137429266</c:v>
                </c:pt>
                <c:pt idx="3822">
                  <c:v>2.0867016976556183</c:v>
                </c:pt>
                <c:pt idx="3823">
                  <c:v>2.1059013742926433</c:v>
                </c:pt>
                <c:pt idx="3824">
                  <c:v>2.0675020210185933</c:v>
                </c:pt>
                <c:pt idx="3825">
                  <c:v>2.0311236863379141</c:v>
                </c:pt>
                <c:pt idx="3826">
                  <c:v>2.0705335489086498</c:v>
                </c:pt>
                <c:pt idx="3827">
                  <c:v>2.003839935327405</c:v>
                </c:pt>
                <c:pt idx="3828">
                  <c:v>2.0048504446240907</c:v>
                </c:pt>
                <c:pt idx="3829">
                  <c:v>2.0139450282942604</c:v>
                </c:pt>
                <c:pt idx="3830">
                  <c:v>2.0240501212611157</c:v>
                </c:pt>
                <c:pt idx="3831">
                  <c:v>1.9947453516572351</c:v>
                </c:pt>
                <c:pt idx="3832">
                  <c:v>2.0311236863379141</c:v>
                </c:pt>
                <c:pt idx="3833">
                  <c:v>2.0493128536782539</c:v>
                </c:pt>
                <c:pt idx="3834">
                  <c:v>2.0735650767987064</c:v>
                </c:pt>
                <c:pt idx="3835">
                  <c:v>2.1170169765561844</c:v>
                </c:pt>
                <c:pt idx="3836">
                  <c:v>2.0493128536782539</c:v>
                </c:pt>
                <c:pt idx="3837">
                  <c:v>1.9967663702506062</c:v>
                </c:pt>
                <c:pt idx="3838">
                  <c:v>2.0321341956345997</c:v>
                </c:pt>
                <c:pt idx="3839">
                  <c:v>2.0452708164915117</c:v>
                </c:pt>
                <c:pt idx="3840">
                  <c:v>2.0210185933710592</c:v>
                </c:pt>
                <c:pt idx="3841">
                  <c:v>1.9957558609539208</c:v>
                </c:pt>
                <c:pt idx="3842">
                  <c:v>2.0048504446240907</c:v>
                </c:pt>
                <c:pt idx="3843">
                  <c:v>2.036176232821342</c:v>
                </c:pt>
                <c:pt idx="3844">
                  <c:v>2.0169765561843169</c:v>
                </c:pt>
                <c:pt idx="3845">
                  <c:v>2.0321341956345997</c:v>
                </c:pt>
                <c:pt idx="3846">
                  <c:v>1.9967663702506062</c:v>
                </c:pt>
                <c:pt idx="3847">
                  <c:v>1.9866612772837509</c:v>
                </c:pt>
                <c:pt idx="3848">
                  <c:v>1.9684721099434115</c:v>
                </c:pt>
                <c:pt idx="3849">
                  <c:v>1.9310832659660468</c:v>
                </c:pt>
                <c:pt idx="3850">
                  <c:v>1.956345998383185</c:v>
                </c:pt>
                <c:pt idx="3851">
                  <c:v>1.952303961196443</c:v>
                </c:pt>
                <c:pt idx="3852">
                  <c:v>1.9260307194826192</c:v>
                </c:pt>
                <c:pt idx="3853">
                  <c:v>1.8431689571544059</c:v>
                </c:pt>
                <c:pt idx="3854">
                  <c:v>1.8522635408245756</c:v>
                </c:pt>
                <c:pt idx="3855">
                  <c:v>1.8795472918350848</c:v>
                </c:pt>
                <c:pt idx="3856">
                  <c:v>1.8785367825383994</c:v>
                </c:pt>
                <c:pt idx="3857">
                  <c:v>1.8916734033953111</c:v>
                </c:pt>
                <c:pt idx="3858">
                  <c:v>1.9169361358124495</c:v>
                </c:pt>
                <c:pt idx="3859">
                  <c:v>1.9927243330638642</c:v>
                </c:pt>
                <c:pt idx="3860">
                  <c:v>2.0048504446240907</c:v>
                </c:pt>
                <c:pt idx="3861">
                  <c:v>1.9704931285367826</c:v>
                </c:pt>
                <c:pt idx="3862">
                  <c:v>1.9512934518997573</c:v>
                </c:pt>
                <c:pt idx="3863">
                  <c:v>1.9684721099434115</c:v>
                </c:pt>
                <c:pt idx="3864">
                  <c:v>2.0048504446240907</c:v>
                </c:pt>
                <c:pt idx="3865">
                  <c:v>1.9997978981406628</c:v>
                </c:pt>
                <c:pt idx="3866">
                  <c:v>2.0513338722716248</c:v>
                </c:pt>
                <c:pt idx="3867">
                  <c:v>2.0099029911075181</c:v>
                </c:pt>
                <c:pt idx="3868">
                  <c:v>2.0533548908649961</c:v>
                </c:pt>
                <c:pt idx="3869">
                  <c:v>2.0472918350848825</c:v>
                </c:pt>
                <c:pt idx="3870">
                  <c:v>2.0331447049312854</c:v>
                </c:pt>
                <c:pt idx="3871">
                  <c:v>2.0735650767987064</c:v>
                </c:pt>
                <c:pt idx="3872">
                  <c:v>2.0968067906224737</c:v>
                </c:pt>
                <c:pt idx="3873">
                  <c:v>2.0705335489086498</c:v>
                </c:pt>
                <c:pt idx="3874">
                  <c:v>2.0786176232821343</c:v>
                </c:pt>
                <c:pt idx="3875">
                  <c:v>2.1261115602263541</c:v>
                </c:pt>
                <c:pt idx="3876">
                  <c:v>2.087712206952304</c:v>
                </c:pt>
                <c:pt idx="3877">
                  <c:v>2.0695230396119646</c:v>
                </c:pt>
                <c:pt idx="3878">
                  <c:v>2.0543654001616813</c:v>
                </c:pt>
                <c:pt idx="3879">
                  <c:v>2.0483023443815682</c:v>
                </c:pt>
                <c:pt idx="3880">
                  <c:v>2.0978172999191593</c:v>
                </c:pt>
                <c:pt idx="3881">
                  <c:v>2.0533548908649961</c:v>
                </c:pt>
                <c:pt idx="3882">
                  <c:v>2.0311236863379141</c:v>
                </c:pt>
                <c:pt idx="3883">
                  <c:v>1.9896928051738076</c:v>
                </c:pt>
                <c:pt idx="3884">
                  <c:v>1.9644300727566693</c:v>
                </c:pt>
                <c:pt idx="3885">
                  <c:v>1.98464025869038</c:v>
                </c:pt>
                <c:pt idx="3886">
                  <c:v>2.0099029911075181</c:v>
                </c:pt>
                <c:pt idx="3887">
                  <c:v>1.9856507679870654</c:v>
                </c:pt>
                <c:pt idx="3888">
                  <c:v>1.9816087308003234</c:v>
                </c:pt>
                <c:pt idx="3889">
                  <c:v>2.0604284559417945</c:v>
                </c:pt>
                <c:pt idx="3890">
                  <c:v>2.0513338722716248</c:v>
                </c:pt>
                <c:pt idx="3891">
                  <c:v>2.0452708164915117</c:v>
                </c:pt>
                <c:pt idx="3892">
                  <c:v>2.0846806790622474</c:v>
                </c:pt>
                <c:pt idx="3893">
                  <c:v>2.1129749393694421</c:v>
                </c:pt>
                <c:pt idx="3894">
                  <c:v>2.0513338722716248</c:v>
                </c:pt>
                <c:pt idx="3895">
                  <c:v>2.0856911883589326</c:v>
                </c:pt>
                <c:pt idx="3896">
                  <c:v>2.1301535974130963</c:v>
                </c:pt>
                <c:pt idx="3897">
                  <c:v>2.1251010509296684</c:v>
                </c:pt>
                <c:pt idx="3898">
                  <c:v>2.1109539207760712</c:v>
                </c:pt>
                <c:pt idx="3899">
                  <c:v>2.0291026677445432</c:v>
                </c:pt>
                <c:pt idx="3900">
                  <c:v>1.9856507679870654</c:v>
                </c:pt>
                <c:pt idx="3901">
                  <c:v>2.0048504446240907</c:v>
                </c:pt>
                <c:pt idx="3902">
                  <c:v>2.0149555375909456</c:v>
                </c:pt>
                <c:pt idx="3903">
                  <c:v>2.0028294260307193</c:v>
                </c:pt>
                <c:pt idx="3904">
                  <c:v>1.9947453516572351</c:v>
                </c:pt>
                <c:pt idx="3905">
                  <c:v>1.971503637833468</c:v>
                </c:pt>
                <c:pt idx="3906">
                  <c:v>1.9553354890864996</c:v>
                </c:pt>
                <c:pt idx="3907">
                  <c:v>1.9826192400970089</c:v>
                </c:pt>
                <c:pt idx="3908">
                  <c:v>1.9694826192400969</c:v>
                </c:pt>
                <c:pt idx="3909">
                  <c:v>1.9997978981406628</c:v>
                </c:pt>
                <c:pt idx="3910">
                  <c:v>1.9543249797898141</c:v>
                </c:pt>
                <c:pt idx="3911">
                  <c:v>1.9361358124494745</c:v>
                </c:pt>
                <c:pt idx="3912">
                  <c:v>1.8825788197251414</c:v>
                </c:pt>
                <c:pt idx="3913">
                  <c:v>1.8603476151980598</c:v>
                </c:pt>
                <c:pt idx="3914">
                  <c:v>1.8462004850444624</c:v>
                </c:pt>
                <c:pt idx="3915">
                  <c:v>1.8290218270008083</c:v>
                </c:pt>
                <c:pt idx="3916">
                  <c:v>1.8785367825383994</c:v>
                </c:pt>
                <c:pt idx="3917">
                  <c:v>1.900767987065481</c:v>
                </c:pt>
                <c:pt idx="3918">
                  <c:v>1.904810024252223</c:v>
                </c:pt>
                <c:pt idx="3919">
                  <c:v>1.900767987065481</c:v>
                </c:pt>
                <c:pt idx="3920">
                  <c:v>1.9240097008892481</c:v>
                </c:pt>
                <c:pt idx="3921">
                  <c:v>1.971503637833468</c:v>
                </c:pt>
                <c:pt idx="3922">
                  <c:v>1.9421988682295876</c:v>
                </c:pt>
                <c:pt idx="3923">
                  <c:v>1.9755456750202101</c:v>
                </c:pt>
                <c:pt idx="3924">
                  <c:v>1.9927243330638642</c:v>
                </c:pt>
                <c:pt idx="3925">
                  <c:v>1.956345998383185</c:v>
                </c:pt>
                <c:pt idx="3926">
                  <c:v>1.9603880355699272</c:v>
                </c:pt>
                <c:pt idx="3927">
                  <c:v>1.9674616006467258</c:v>
                </c:pt>
                <c:pt idx="3928">
                  <c:v>1.9411883589329022</c:v>
                </c:pt>
                <c:pt idx="3929">
                  <c:v>1.9108730800323364</c:v>
                </c:pt>
                <c:pt idx="3930">
                  <c:v>1.8936944219886822</c:v>
                </c:pt>
                <c:pt idx="3931">
                  <c:v>1.8926839126919968</c:v>
                </c:pt>
                <c:pt idx="3932">
                  <c:v>1.885610347615198</c:v>
                </c:pt>
                <c:pt idx="3933">
                  <c:v>1.9240097008892481</c:v>
                </c:pt>
                <c:pt idx="3934">
                  <c:v>1.8967259498787388</c:v>
                </c:pt>
                <c:pt idx="3935">
                  <c:v>1.8997574777687953</c:v>
                </c:pt>
                <c:pt idx="3936">
                  <c:v>1.8583265966046887</c:v>
                </c:pt>
                <c:pt idx="3937">
                  <c:v>1.8633791430881164</c:v>
                </c:pt>
                <c:pt idx="3938">
                  <c:v>1.8704527081649152</c:v>
                </c:pt>
                <c:pt idx="3939">
                  <c:v>1.8876313662085691</c:v>
                </c:pt>
                <c:pt idx="3940">
                  <c:v>1.9401778496362165</c:v>
                </c:pt>
                <c:pt idx="3941">
                  <c:v>1.8987469684721099</c:v>
                </c:pt>
                <c:pt idx="3942">
                  <c:v>1.9381568310428456</c:v>
                </c:pt>
                <c:pt idx="3943">
                  <c:v>1.9320937752627323</c:v>
                </c:pt>
                <c:pt idx="3944">
                  <c:v>1.8957154405820533</c:v>
                </c:pt>
                <c:pt idx="3945">
                  <c:v>1.9118835893290218</c:v>
                </c:pt>
                <c:pt idx="3946">
                  <c:v>1.9098625707356507</c:v>
                </c:pt>
                <c:pt idx="3947">
                  <c:v>1.904810024252223</c:v>
                </c:pt>
                <c:pt idx="3948">
                  <c:v>1.9219886822958772</c:v>
                </c:pt>
                <c:pt idx="3949">
                  <c:v>1.9300727566693614</c:v>
                </c:pt>
                <c:pt idx="3950">
                  <c:v>1.9381568310428456</c:v>
                </c:pt>
                <c:pt idx="3951">
                  <c:v>1.956345998383185</c:v>
                </c:pt>
                <c:pt idx="3952">
                  <c:v>1.9260307194826192</c:v>
                </c:pt>
                <c:pt idx="3953">
                  <c:v>1.9108730800323364</c:v>
                </c:pt>
                <c:pt idx="3954">
                  <c:v>1.9290622473726757</c:v>
                </c:pt>
                <c:pt idx="3955">
                  <c:v>1.9270412287793046</c:v>
                </c:pt>
                <c:pt idx="3956">
                  <c:v>1.9270412287793046</c:v>
                </c:pt>
                <c:pt idx="3957">
                  <c:v>1.9300727566693614</c:v>
                </c:pt>
                <c:pt idx="3958">
                  <c:v>1.9139046079223929</c:v>
                </c:pt>
                <c:pt idx="3959">
                  <c:v>1.8866208569118836</c:v>
                </c:pt>
                <c:pt idx="3960">
                  <c:v>1.8583265966046887</c:v>
                </c:pt>
                <c:pt idx="3961">
                  <c:v>1.8502425222312044</c:v>
                </c:pt>
                <c:pt idx="3962">
                  <c:v>1.8593371059013744</c:v>
                </c:pt>
                <c:pt idx="3963">
                  <c:v>1.8512530315278901</c:v>
                </c:pt>
                <c:pt idx="3964">
                  <c:v>1.8512530315278901</c:v>
                </c:pt>
                <c:pt idx="3965">
                  <c:v>1.8734842360549717</c:v>
                </c:pt>
                <c:pt idx="3966">
                  <c:v>1.8957154405820533</c:v>
                </c:pt>
                <c:pt idx="3967">
                  <c:v>1.8674211802748586</c:v>
                </c:pt>
                <c:pt idx="3968">
                  <c:v>1.8643896523848018</c:v>
                </c:pt>
                <c:pt idx="3969">
                  <c:v>1.8512530315278901</c:v>
                </c:pt>
                <c:pt idx="3970">
                  <c:v>1.8189167340339532</c:v>
                </c:pt>
                <c:pt idx="3971">
                  <c:v>1.7886014551333871</c:v>
                </c:pt>
                <c:pt idx="3972">
                  <c:v>1.7936540016168148</c:v>
                </c:pt>
                <c:pt idx="3973">
                  <c:v>1.7916329830234439</c:v>
                </c:pt>
                <c:pt idx="3974">
                  <c:v>1.797696038803557</c:v>
                </c:pt>
                <c:pt idx="3975">
                  <c:v>1.7724333063864186</c:v>
                </c:pt>
                <c:pt idx="3976">
                  <c:v>1.7906224737267582</c:v>
                </c:pt>
                <c:pt idx="3977">
                  <c:v>1.8310428455941794</c:v>
                </c:pt>
                <c:pt idx="3978">
                  <c:v>1.8330638641875505</c:v>
                </c:pt>
                <c:pt idx="3979">
                  <c:v>1.8522635408245756</c:v>
                </c:pt>
                <c:pt idx="3980">
                  <c:v>1.8643896523848018</c:v>
                </c:pt>
                <c:pt idx="3981">
                  <c:v>1.8734842360549717</c:v>
                </c:pt>
                <c:pt idx="3982">
                  <c:v>1.900767987065481</c:v>
                </c:pt>
                <c:pt idx="3983">
                  <c:v>1.8987469684721099</c:v>
                </c:pt>
                <c:pt idx="3984">
                  <c:v>1.9128940986257073</c:v>
                </c:pt>
                <c:pt idx="3985">
                  <c:v>1.9280517380759903</c:v>
                </c:pt>
                <c:pt idx="3986">
                  <c:v>1.9098625707356507</c:v>
                </c:pt>
                <c:pt idx="3987">
                  <c:v>1.8714632174616006</c:v>
                </c:pt>
                <c:pt idx="3988">
                  <c:v>1.8724737267582861</c:v>
                </c:pt>
                <c:pt idx="3989">
                  <c:v>1.8866208569118836</c:v>
                </c:pt>
                <c:pt idx="3990">
                  <c:v>1.8906628940986256</c:v>
                </c:pt>
                <c:pt idx="3991">
                  <c:v>1.8744947453516572</c:v>
                </c:pt>
                <c:pt idx="3992">
                  <c:v>1.8704527081649152</c:v>
                </c:pt>
                <c:pt idx="3993">
                  <c:v>1.9037995149555376</c:v>
                </c:pt>
                <c:pt idx="3994">
                  <c:v>1.9229991915925626</c:v>
                </c:pt>
                <c:pt idx="3995">
                  <c:v>1.8724737267582861</c:v>
                </c:pt>
                <c:pt idx="3996">
                  <c:v>1.9128940986257073</c:v>
                </c:pt>
                <c:pt idx="3997">
                  <c:v>1.9159256265157638</c:v>
                </c:pt>
                <c:pt idx="3998">
                  <c:v>1.919967663702506</c:v>
                </c:pt>
                <c:pt idx="3999">
                  <c:v>1.9159256265157638</c:v>
                </c:pt>
                <c:pt idx="4000">
                  <c:v>1.8714632174616006</c:v>
                </c:pt>
                <c:pt idx="4001">
                  <c:v>1.8502425222312044</c:v>
                </c:pt>
                <c:pt idx="4002">
                  <c:v>1.8593371059013744</c:v>
                </c:pt>
                <c:pt idx="4003">
                  <c:v>1.8078011317704124</c:v>
                </c:pt>
                <c:pt idx="4004">
                  <c:v>1.8290218270008083</c:v>
                </c:pt>
                <c:pt idx="4005">
                  <c:v>1.8633791430881164</c:v>
                </c:pt>
                <c:pt idx="4006">
                  <c:v>1.853274050121261</c:v>
                </c:pt>
                <c:pt idx="4007">
                  <c:v>1.8583265966046887</c:v>
                </c:pt>
                <c:pt idx="4008">
                  <c:v>1.9108730800323364</c:v>
                </c:pt>
                <c:pt idx="4009">
                  <c:v>1.9593775262732416</c:v>
                </c:pt>
                <c:pt idx="4010">
                  <c:v>2.0371867421180276</c:v>
                </c:pt>
                <c:pt idx="4011">
                  <c:v>1.9947453516572351</c:v>
                </c:pt>
                <c:pt idx="4012">
                  <c:v>1.8825788197251414</c:v>
                </c:pt>
                <c:pt idx="4013">
                  <c:v>1.9027890056588521</c:v>
                </c:pt>
                <c:pt idx="4014">
                  <c:v>1.9341147938561034</c:v>
                </c:pt>
                <c:pt idx="4015">
                  <c:v>1.9209781729991915</c:v>
                </c:pt>
                <c:pt idx="4016">
                  <c:v>1.9159256265157638</c:v>
                </c:pt>
                <c:pt idx="4017">
                  <c:v>1.9361358124494745</c:v>
                </c:pt>
                <c:pt idx="4018">
                  <c:v>1.9149151172190784</c:v>
                </c:pt>
                <c:pt idx="4019">
                  <c:v>1.8613581244947452</c:v>
                </c:pt>
                <c:pt idx="4020">
                  <c:v>1.8593371059013744</c:v>
                </c:pt>
                <c:pt idx="4021">
                  <c:v>1.830032336297494</c:v>
                </c:pt>
                <c:pt idx="4022">
                  <c:v>1.8330638641875505</c:v>
                </c:pt>
                <c:pt idx="4023">
                  <c:v>1.8067906224737267</c:v>
                </c:pt>
                <c:pt idx="4024">
                  <c:v>1.8310428455941794</c:v>
                </c:pt>
                <c:pt idx="4025">
                  <c:v>1.8270008084074374</c:v>
                </c:pt>
                <c:pt idx="4026">
                  <c:v>1.8522635408245756</c:v>
                </c:pt>
                <c:pt idx="4027">
                  <c:v>1.8835893290218269</c:v>
                </c:pt>
                <c:pt idx="4028">
                  <c:v>1.9128940986257073</c:v>
                </c:pt>
                <c:pt idx="4029">
                  <c:v>1.9482619240097008</c:v>
                </c:pt>
                <c:pt idx="4030">
                  <c:v>1.9341147938561034</c:v>
                </c:pt>
                <c:pt idx="4031">
                  <c:v>1.8906628940986256</c:v>
                </c:pt>
                <c:pt idx="4032">
                  <c:v>1.8886418755052545</c:v>
                </c:pt>
                <c:pt idx="4033">
                  <c:v>1.8714632174616006</c:v>
                </c:pt>
                <c:pt idx="4034">
                  <c:v>1.8734842360549717</c:v>
                </c:pt>
                <c:pt idx="4035">
                  <c:v>1.8835893290218269</c:v>
                </c:pt>
                <c:pt idx="4036">
                  <c:v>1.9452303961196442</c:v>
                </c:pt>
                <c:pt idx="4037">
                  <c:v>1.9452303961196442</c:v>
                </c:pt>
                <c:pt idx="4038">
                  <c:v>1.8785367825383994</c:v>
                </c:pt>
                <c:pt idx="4039">
                  <c:v>1.9149151172190784</c:v>
                </c:pt>
                <c:pt idx="4040">
                  <c:v>1.952303961196443</c:v>
                </c:pt>
                <c:pt idx="4041">
                  <c:v>2.0048504446240907</c:v>
                </c:pt>
                <c:pt idx="4042">
                  <c:v>2.0503233629749391</c:v>
                </c:pt>
                <c:pt idx="4043">
                  <c:v>2.055375909458367</c:v>
                </c:pt>
                <c:pt idx="4044">
                  <c:v>2.0887227162489896</c:v>
                </c:pt>
                <c:pt idx="4045">
                  <c:v>2.0584074373484236</c:v>
                </c:pt>
                <c:pt idx="4046">
                  <c:v>2.0028294260307193</c:v>
                </c:pt>
                <c:pt idx="4047">
                  <c:v>1.988682295877122</c:v>
                </c:pt>
                <c:pt idx="4048">
                  <c:v>1.9674616006467258</c:v>
                </c:pt>
                <c:pt idx="4049">
                  <c:v>1.933104284559418</c:v>
                </c:pt>
                <c:pt idx="4050">
                  <c:v>1.9128940986257073</c:v>
                </c:pt>
                <c:pt idx="4051">
                  <c:v>1.9401778496362165</c:v>
                </c:pt>
                <c:pt idx="4052">
                  <c:v>1.9088520614389652</c:v>
                </c:pt>
                <c:pt idx="4053">
                  <c:v>1.8583265966046887</c:v>
                </c:pt>
                <c:pt idx="4054">
                  <c:v>1.8401374292643491</c:v>
                </c:pt>
                <c:pt idx="4055">
                  <c:v>1.8381164106709782</c:v>
                </c:pt>
                <c:pt idx="4056">
                  <c:v>1.8350848827809216</c:v>
                </c:pt>
                <c:pt idx="4057">
                  <c:v>1.8067906224737267</c:v>
                </c:pt>
                <c:pt idx="4058">
                  <c:v>1.7865804365400162</c:v>
                </c:pt>
                <c:pt idx="4059">
                  <c:v>1.7320129345189976</c:v>
                </c:pt>
                <c:pt idx="4060">
                  <c:v>1.7431285367825384</c:v>
                </c:pt>
                <c:pt idx="4061">
                  <c:v>1.6824979789814065</c:v>
                </c:pt>
                <c:pt idx="4062">
                  <c:v>1.6905820533548908</c:v>
                </c:pt>
                <c:pt idx="4063">
                  <c:v>1.6905820533548908</c:v>
                </c:pt>
                <c:pt idx="4064">
                  <c:v>1.6602667744543249</c:v>
                </c:pt>
                <c:pt idx="4065">
                  <c:v>1.7047291835084883</c:v>
                </c:pt>
                <c:pt idx="4066">
                  <c:v>1.6824979789814065</c:v>
                </c:pt>
                <c:pt idx="4067">
                  <c:v>1.67946645109135</c:v>
                </c:pt>
                <c:pt idx="4068">
                  <c:v>1.7360549717057396</c:v>
                </c:pt>
                <c:pt idx="4069">
                  <c:v>1.7431285367825384</c:v>
                </c:pt>
                <c:pt idx="4070">
                  <c:v>1.7168552950687146</c:v>
                </c:pt>
                <c:pt idx="4071">
                  <c:v>1.7360549717057396</c:v>
                </c:pt>
                <c:pt idx="4072">
                  <c:v>1.6895715440582053</c:v>
                </c:pt>
                <c:pt idx="4073">
                  <c:v>1.6693613581244946</c:v>
                </c:pt>
                <c:pt idx="4074">
                  <c:v>1.6865400161681487</c:v>
                </c:pt>
                <c:pt idx="4075">
                  <c:v>1.7178658043654</c:v>
                </c:pt>
                <c:pt idx="4076">
                  <c:v>1.7229183508488277</c:v>
                </c:pt>
                <c:pt idx="4077">
                  <c:v>1.6814874696847211</c:v>
                </c:pt>
                <c:pt idx="4078">
                  <c:v>1.6734033953112368</c:v>
                </c:pt>
                <c:pt idx="4079">
                  <c:v>1.6653193209377526</c:v>
                </c:pt>
                <c:pt idx="4080">
                  <c:v>1.647130153597413</c:v>
                </c:pt>
                <c:pt idx="4081">
                  <c:v>1.6360145513338722</c:v>
                </c:pt>
                <c:pt idx="4082">
                  <c:v>1.6238884397736459</c:v>
                </c:pt>
                <c:pt idx="4083">
                  <c:v>1.6562247372675829</c:v>
                </c:pt>
                <c:pt idx="4084">
                  <c:v>1.6309620048504445</c:v>
                </c:pt>
                <c:pt idx="4085">
                  <c:v>1.6754244139046079</c:v>
                </c:pt>
                <c:pt idx="4086">
                  <c:v>1.6814874696847211</c:v>
                </c:pt>
                <c:pt idx="4087">
                  <c:v>1.6855295068714631</c:v>
                </c:pt>
                <c:pt idx="4088">
                  <c:v>1.6996766370250607</c:v>
                </c:pt>
                <c:pt idx="4089">
                  <c:v>1.6824979789814065</c:v>
                </c:pt>
                <c:pt idx="4090">
                  <c:v>1.7077607113985449</c:v>
                </c:pt>
                <c:pt idx="4091">
                  <c:v>1.7047291835084883</c:v>
                </c:pt>
                <c:pt idx="4092">
                  <c:v>1.7077607113985449</c:v>
                </c:pt>
                <c:pt idx="4093">
                  <c:v>1.7118027485852869</c:v>
                </c:pt>
                <c:pt idx="4094">
                  <c:v>1.7279708973322554</c:v>
                </c:pt>
                <c:pt idx="4095">
                  <c:v>1.6774454324979788</c:v>
                </c:pt>
                <c:pt idx="4096">
                  <c:v>1.6481406628940987</c:v>
                </c:pt>
                <c:pt idx="4097">
                  <c:v>1.6339935327405011</c:v>
                </c:pt>
                <c:pt idx="4098">
                  <c:v>1.6218674211802748</c:v>
                </c:pt>
                <c:pt idx="4099">
                  <c:v>1.5450687146321747</c:v>
                </c:pt>
                <c:pt idx="4100">
                  <c:v>1.4965642683912692</c:v>
                </c:pt>
                <c:pt idx="4101">
                  <c:v>1.4662489894907034</c:v>
                </c:pt>
                <c:pt idx="4102">
                  <c:v>1.4662489894907034</c:v>
                </c:pt>
                <c:pt idx="4103">
                  <c:v>1.488480194017785</c:v>
                </c:pt>
                <c:pt idx="4104">
                  <c:v>1.5086903799514955</c:v>
                </c:pt>
                <c:pt idx="4105">
                  <c:v>1.4995957962813258</c:v>
                </c:pt>
                <c:pt idx="4106">
                  <c:v>1.5198059822150363</c:v>
                </c:pt>
                <c:pt idx="4107">
                  <c:v>1.5177849636216654</c:v>
                </c:pt>
                <c:pt idx="4108">
                  <c:v>1.5097008892481811</c:v>
                </c:pt>
                <c:pt idx="4109">
                  <c:v>1.5541632983023443</c:v>
                </c:pt>
                <c:pt idx="4110">
                  <c:v>1.5329426030719482</c:v>
                </c:pt>
                <c:pt idx="4111">
                  <c:v>1.5228375101050928</c:v>
                </c:pt>
                <c:pt idx="4112">
                  <c:v>1.6117623282134195</c:v>
                </c:pt>
                <c:pt idx="4113">
                  <c:v>1.6309620048504445</c:v>
                </c:pt>
                <c:pt idx="4114">
                  <c:v>1.6329830234438156</c:v>
                </c:pt>
                <c:pt idx="4115">
                  <c:v>1.6370250606305579</c:v>
                </c:pt>
                <c:pt idx="4116">
                  <c:v>1.643088116410671</c:v>
                </c:pt>
                <c:pt idx="4117">
                  <c:v>1.6360145513338722</c:v>
                </c:pt>
                <c:pt idx="4118">
                  <c:v>1.6319725141471302</c:v>
                </c:pt>
                <c:pt idx="4119">
                  <c:v>1.6016572352465643</c:v>
                </c:pt>
                <c:pt idx="4120">
                  <c:v>1.6248989490703314</c:v>
                </c:pt>
                <c:pt idx="4121">
                  <c:v>1.6248989490703314</c:v>
                </c:pt>
                <c:pt idx="4122">
                  <c:v>1.6158043654001617</c:v>
                </c:pt>
                <c:pt idx="4123">
                  <c:v>1.6248989490703314</c:v>
                </c:pt>
                <c:pt idx="4124">
                  <c:v>1.6006467259498787</c:v>
                </c:pt>
                <c:pt idx="4125">
                  <c:v>1.5945836701697655</c:v>
                </c:pt>
                <c:pt idx="4126">
                  <c:v>1.643088116410671</c:v>
                </c:pt>
                <c:pt idx="4127">
                  <c:v>1.6036782538399352</c:v>
                </c:pt>
                <c:pt idx="4128">
                  <c:v>1.5996362166531932</c:v>
                </c:pt>
                <c:pt idx="4129">
                  <c:v>1.6309620048504445</c:v>
                </c:pt>
                <c:pt idx="4130">
                  <c:v>1.6461196443007275</c:v>
                </c:pt>
                <c:pt idx="4131">
                  <c:v>1.6036782538399352</c:v>
                </c:pt>
                <c:pt idx="4132">
                  <c:v>1.6814874696847211</c:v>
                </c:pt>
                <c:pt idx="4133">
                  <c:v>1.6996766370250607</c:v>
                </c:pt>
                <c:pt idx="4134">
                  <c:v>1.7097817299919158</c:v>
                </c:pt>
                <c:pt idx="4135">
                  <c:v>1.694624090541633</c:v>
                </c:pt>
                <c:pt idx="4136">
                  <c:v>1.698666127728375</c:v>
                </c:pt>
                <c:pt idx="4137">
                  <c:v>1.6835084882780922</c:v>
                </c:pt>
                <c:pt idx="4138">
                  <c:v>1.6734033953112368</c:v>
                </c:pt>
                <c:pt idx="4139">
                  <c:v>1.6299514955537591</c:v>
                </c:pt>
                <c:pt idx="4140">
                  <c:v>1.6329830234438156</c:v>
                </c:pt>
                <c:pt idx="4141">
                  <c:v>1.6632983023443815</c:v>
                </c:pt>
                <c:pt idx="4142">
                  <c:v>1.6754244139046079</c:v>
                </c:pt>
                <c:pt idx="4143">
                  <c:v>1.6531932093775263</c:v>
                </c:pt>
                <c:pt idx="4144">
                  <c:v>1.67946645109135</c:v>
                </c:pt>
                <c:pt idx="4145">
                  <c:v>1.6754244139046079</c:v>
                </c:pt>
                <c:pt idx="4146">
                  <c:v>1.6875505254648342</c:v>
                </c:pt>
                <c:pt idx="4147">
                  <c:v>1.6683508488278092</c:v>
                </c:pt>
                <c:pt idx="4148">
                  <c:v>1.6703718674211803</c:v>
                </c:pt>
                <c:pt idx="4149">
                  <c:v>1.6592562651576395</c:v>
                </c:pt>
                <c:pt idx="4150">
                  <c:v>1.6461196443007275</c:v>
                </c:pt>
                <c:pt idx="4151">
                  <c:v>1.6360145513338722</c:v>
                </c:pt>
                <c:pt idx="4152">
                  <c:v>1.6299514955537591</c:v>
                </c:pt>
                <c:pt idx="4153">
                  <c:v>1.595594179466451</c:v>
                </c:pt>
                <c:pt idx="4154">
                  <c:v>1.614793856103476</c:v>
                </c:pt>
                <c:pt idx="4155">
                  <c:v>1.6046887631366209</c:v>
                </c:pt>
                <c:pt idx="4156">
                  <c:v>1.6319725141471302</c:v>
                </c:pt>
                <c:pt idx="4157">
                  <c:v>1.6451091350040421</c:v>
                </c:pt>
                <c:pt idx="4158">
                  <c:v>1.6572352465642683</c:v>
                </c:pt>
                <c:pt idx="4159">
                  <c:v>1.6491511721907841</c:v>
                </c:pt>
                <c:pt idx="4160">
                  <c:v>1.6248989490703314</c:v>
                </c:pt>
                <c:pt idx="4161">
                  <c:v>1.595594179466451</c:v>
                </c:pt>
                <c:pt idx="4162">
                  <c:v>1.5723524656426839</c:v>
                </c:pt>
                <c:pt idx="4163">
                  <c:v>1.5501212611156023</c:v>
                </c:pt>
                <c:pt idx="4164">
                  <c:v>1.5359741309620047</c:v>
                </c:pt>
                <c:pt idx="4165">
                  <c:v>1.4965642683912692</c:v>
                </c:pt>
                <c:pt idx="4166">
                  <c:v>1.5662894098625706</c:v>
                </c:pt>
                <c:pt idx="4167">
                  <c:v>1.5804365400161682</c:v>
                </c:pt>
                <c:pt idx="4168">
                  <c:v>1.5774050121261116</c:v>
                </c:pt>
                <c:pt idx="4169">
                  <c:v>1.5561843168957155</c:v>
                </c:pt>
                <c:pt idx="4170">
                  <c:v>1.5753839935327405</c:v>
                </c:pt>
                <c:pt idx="4171">
                  <c:v>1.5986257073565076</c:v>
                </c:pt>
                <c:pt idx="4172">
                  <c:v>1.6188358932902183</c:v>
                </c:pt>
                <c:pt idx="4173">
                  <c:v>1.6259094583670168</c:v>
                </c:pt>
                <c:pt idx="4174">
                  <c:v>1.6056992724333063</c:v>
                </c:pt>
                <c:pt idx="4175">
                  <c:v>1.6531932093775263</c:v>
                </c:pt>
                <c:pt idx="4176">
                  <c:v>1.6582457558609538</c:v>
                </c:pt>
                <c:pt idx="4177">
                  <c:v>1.6390460792239288</c:v>
                </c:pt>
                <c:pt idx="4178">
                  <c:v>1.6289409862570736</c:v>
                </c:pt>
                <c:pt idx="4179">
                  <c:v>1.6056992724333063</c:v>
                </c:pt>
                <c:pt idx="4180">
                  <c:v>1.6046887631366209</c:v>
                </c:pt>
                <c:pt idx="4181">
                  <c:v>1.5945836701697655</c:v>
                </c:pt>
                <c:pt idx="4182">
                  <c:v>1.6501616814874696</c:v>
                </c:pt>
                <c:pt idx="4183">
                  <c:v>1.6228779304769603</c:v>
                </c:pt>
                <c:pt idx="4184">
                  <c:v>1.6370250606305579</c:v>
                </c:pt>
                <c:pt idx="4185">
                  <c:v>1.6521827000808407</c:v>
                </c:pt>
                <c:pt idx="4186">
                  <c:v>1.6461196443007275</c:v>
                </c:pt>
                <c:pt idx="4187">
                  <c:v>1.6895715440582053</c:v>
                </c:pt>
                <c:pt idx="4188">
                  <c:v>1.7178658043654</c:v>
                </c:pt>
                <c:pt idx="4189">
                  <c:v>1.7097817299919158</c:v>
                </c:pt>
                <c:pt idx="4190">
                  <c:v>1.7249393694421988</c:v>
                </c:pt>
                <c:pt idx="4191">
                  <c:v>1.7219078415521423</c:v>
                </c:pt>
                <c:pt idx="4192">
                  <c:v>1.6895715440582053</c:v>
                </c:pt>
                <c:pt idx="4193">
                  <c:v>1.7208973322554566</c:v>
                </c:pt>
                <c:pt idx="4194">
                  <c:v>1.7188763136620857</c:v>
                </c:pt>
                <c:pt idx="4195">
                  <c:v>1.7532336297493936</c:v>
                </c:pt>
                <c:pt idx="4196">
                  <c:v>1.7380759902991108</c:v>
                </c:pt>
                <c:pt idx="4197">
                  <c:v>1.7097817299919158</c:v>
                </c:pt>
                <c:pt idx="4198">
                  <c:v>1.731002425222312</c:v>
                </c:pt>
                <c:pt idx="4199">
                  <c:v>1.7512126111560227</c:v>
                </c:pt>
                <c:pt idx="4200">
                  <c:v>1.7239288601455134</c:v>
                </c:pt>
                <c:pt idx="4201">
                  <c:v>1.7178658043654</c:v>
                </c:pt>
                <c:pt idx="4202">
                  <c:v>1.7259498787388843</c:v>
                </c:pt>
                <c:pt idx="4203">
                  <c:v>1.6996766370250607</c:v>
                </c:pt>
                <c:pt idx="4204">
                  <c:v>1.6774454324979788</c:v>
                </c:pt>
                <c:pt idx="4205">
                  <c:v>1.6996766370250607</c:v>
                </c:pt>
                <c:pt idx="4206">
                  <c:v>1.750202101859337</c:v>
                </c:pt>
                <c:pt idx="4207">
                  <c:v>1.7552546483427647</c:v>
                </c:pt>
                <c:pt idx="4208">
                  <c:v>1.7360549717057396</c:v>
                </c:pt>
                <c:pt idx="4209">
                  <c:v>1.7077607113985449</c:v>
                </c:pt>
                <c:pt idx="4210">
                  <c:v>1.7400970088924819</c:v>
                </c:pt>
                <c:pt idx="4211">
                  <c:v>1.7481810832659661</c:v>
                </c:pt>
                <c:pt idx="4212">
                  <c:v>1.7875909458367016</c:v>
                </c:pt>
                <c:pt idx="4213">
                  <c:v>1.8088116410670978</c:v>
                </c:pt>
                <c:pt idx="4214">
                  <c:v>1.8239692805173806</c:v>
                </c:pt>
                <c:pt idx="4215">
                  <c:v>1.8158852061438966</c:v>
                </c:pt>
                <c:pt idx="4216">
                  <c:v>1.8310428455941794</c:v>
                </c:pt>
                <c:pt idx="4217">
                  <c:v>1.7997170573969281</c:v>
                </c:pt>
                <c:pt idx="4218">
                  <c:v>1.7886014551333871</c:v>
                </c:pt>
                <c:pt idx="4219">
                  <c:v>1.7633387227162489</c:v>
                </c:pt>
                <c:pt idx="4220">
                  <c:v>1.7865804365400162</c:v>
                </c:pt>
                <c:pt idx="4221">
                  <c:v>1.7744543249797897</c:v>
                </c:pt>
                <c:pt idx="4222">
                  <c:v>1.7421180274858528</c:v>
                </c:pt>
                <c:pt idx="4223">
                  <c:v>1.6956345998383184</c:v>
                </c:pt>
                <c:pt idx="4224">
                  <c:v>1.7188763136620857</c:v>
                </c:pt>
                <c:pt idx="4225">
                  <c:v>1.7592966855295069</c:v>
                </c:pt>
                <c:pt idx="4226">
                  <c:v>1.7491915925626516</c:v>
                </c:pt>
                <c:pt idx="4227">
                  <c:v>1.7552546483427647</c:v>
                </c:pt>
                <c:pt idx="4228">
                  <c:v>1.7764753435731608</c:v>
                </c:pt>
                <c:pt idx="4229">
                  <c:v>1.7572756669361358</c:v>
                </c:pt>
                <c:pt idx="4230">
                  <c:v>1.7219078415521423</c:v>
                </c:pt>
                <c:pt idx="4231">
                  <c:v>1.7249393694421988</c:v>
                </c:pt>
                <c:pt idx="4232">
                  <c:v>1.7128132578819726</c:v>
                </c:pt>
                <c:pt idx="4233">
                  <c:v>1.6703718674211803</c:v>
                </c:pt>
                <c:pt idx="4234">
                  <c:v>1.6693613581244946</c:v>
                </c:pt>
                <c:pt idx="4235">
                  <c:v>1.7623282134195635</c:v>
                </c:pt>
                <c:pt idx="4236">
                  <c:v>1.7603071948261924</c:v>
                </c:pt>
                <c:pt idx="4237">
                  <c:v>1.7643492320129346</c:v>
                </c:pt>
                <c:pt idx="4238">
                  <c:v>1.7390864995957962</c:v>
                </c:pt>
                <c:pt idx="4239">
                  <c:v>1.7219078415521423</c:v>
                </c:pt>
                <c:pt idx="4240">
                  <c:v>1.7037186742118027</c:v>
                </c:pt>
                <c:pt idx="4241">
                  <c:v>1.7016976556184316</c:v>
                </c:pt>
                <c:pt idx="4242">
                  <c:v>1.7188763136620857</c:v>
                </c:pt>
                <c:pt idx="4243">
                  <c:v>1.6976556184316896</c:v>
                </c:pt>
                <c:pt idx="4244">
                  <c:v>1.713823767178658</c:v>
                </c:pt>
                <c:pt idx="4245">
                  <c:v>1.7208973322554566</c:v>
                </c:pt>
                <c:pt idx="4246">
                  <c:v>1.698666127728375</c:v>
                </c:pt>
                <c:pt idx="4247">
                  <c:v>1.7239288601455134</c:v>
                </c:pt>
                <c:pt idx="4248">
                  <c:v>1.7279708973322554</c:v>
                </c:pt>
                <c:pt idx="4249">
                  <c:v>1.7259498787388843</c:v>
                </c:pt>
                <c:pt idx="4250">
                  <c:v>1.7340339531123685</c:v>
                </c:pt>
                <c:pt idx="4251">
                  <c:v>1.7077607113985449</c:v>
                </c:pt>
                <c:pt idx="4252">
                  <c:v>1.7168552950687146</c:v>
                </c:pt>
                <c:pt idx="4253">
                  <c:v>1.731002425222312</c:v>
                </c:pt>
                <c:pt idx="4254">
                  <c:v>1.7471705739692804</c:v>
                </c:pt>
                <c:pt idx="4255">
                  <c:v>1.7512126111560227</c:v>
                </c:pt>
                <c:pt idx="4256">
                  <c:v>1.7350444624090542</c:v>
                </c:pt>
                <c:pt idx="4257">
                  <c:v>1.7016976556184316</c:v>
                </c:pt>
                <c:pt idx="4258">
                  <c:v>1.7027081649151172</c:v>
                </c:pt>
                <c:pt idx="4259">
                  <c:v>1.6926030719482619</c:v>
                </c:pt>
                <c:pt idx="4260">
                  <c:v>1.6370250606305579</c:v>
                </c:pt>
                <c:pt idx="4261">
                  <c:v>1.6259094583670168</c:v>
                </c:pt>
                <c:pt idx="4262">
                  <c:v>1.6542037186742118</c:v>
                </c:pt>
                <c:pt idx="4263">
                  <c:v>1.6451091350040421</c:v>
                </c:pt>
                <c:pt idx="4264">
                  <c:v>1.6754244139046079</c:v>
                </c:pt>
                <c:pt idx="4265">
                  <c:v>1.6915925626515764</c:v>
                </c:pt>
                <c:pt idx="4266">
                  <c:v>1.782538399353274</c:v>
                </c:pt>
                <c:pt idx="4267">
                  <c:v>1.7865804365400162</c:v>
                </c:pt>
                <c:pt idx="4268">
                  <c:v>1.7865804365400162</c:v>
                </c:pt>
                <c:pt idx="4269">
                  <c:v>1.7208973322554566</c:v>
                </c:pt>
                <c:pt idx="4270">
                  <c:v>1.7299919159256265</c:v>
                </c:pt>
                <c:pt idx="4271">
                  <c:v>1.7027081649151172</c:v>
                </c:pt>
                <c:pt idx="4272">
                  <c:v>1.6996766370250607</c:v>
                </c:pt>
                <c:pt idx="4273">
                  <c:v>1.7006871463217461</c:v>
                </c:pt>
                <c:pt idx="4274">
                  <c:v>1.7289814066289408</c:v>
                </c:pt>
                <c:pt idx="4275">
                  <c:v>1.6824979789814065</c:v>
                </c:pt>
                <c:pt idx="4276">
                  <c:v>1.7087712206952304</c:v>
                </c:pt>
                <c:pt idx="4277">
                  <c:v>1.7128132578819726</c:v>
                </c:pt>
                <c:pt idx="4278">
                  <c:v>1.7370654810024251</c:v>
                </c:pt>
                <c:pt idx="4279">
                  <c:v>1.7219078415521423</c:v>
                </c:pt>
                <c:pt idx="4280">
                  <c:v>1.7592966855295069</c:v>
                </c:pt>
                <c:pt idx="4281">
                  <c:v>1.7582861762328212</c:v>
                </c:pt>
                <c:pt idx="4282">
                  <c:v>1.7370654810024251</c:v>
                </c:pt>
                <c:pt idx="4283">
                  <c:v>1.7451495553759093</c:v>
                </c:pt>
                <c:pt idx="4284">
                  <c:v>1.7380759902991108</c:v>
                </c:pt>
                <c:pt idx="4285">
                  <c:v>1.7704122877930477</c:v>
                </c:pt>
                <c:pt idx="4286">
                  <c:v>1.7411075181891673</c:v>
                </c:pt>
                <c:pt idx="4287">
                  <c:v>1.7370654810024251</c:v>
                </c:pt>
                <c:pt idx="4288">
                  <c:v>1.7360549717057396</c:v>
                </c:pt>
                <c:pt idx="4289">
                  <c:v>1.7340339531123685</c:v>
                </c:pt>
                <c:pt idx="4290">
                  <c:v>1.7370654810024251</c:v>
                </c:pt>
                <c:pt idx="4291">
                  <c:v>1.7623282134195635</c:v>
                </c:pt>
                <c:pt idx="4292">
                  <c:v>1.7997170573969281</c:v>
                </c:pt>
                <c:pt idx="4293">
                  <c:v>1.8108326596604689</c:v>
                </c:pt>
                <c:pt idx="4294">
                  <c:v>1.8007275666936136</c:v>
                </c:pt>
                <c:pt idx="4295">
                  <c:v>1.7542441390460792</c:v>
                </c:pt>
                <c:pt idx="4296">
                  <c:v>1.7916329830234439</c:v>
                </c:pt>
                <c:pt idx="4297">
                  <c:v>1.7906224737267582</c:v>
                </c:pt>
                <c:pt idx="4298">
                  <c:v>1.8310428455941794</c:v>
                </c:pt>
                <c:pt idx="4299">
                  <c:v>1.8805578011317703</c:v>
                </c:pt>
                <c:pt idx="4300">
                  <c:v>1.8744947453516572</c:v>
                </c:pt>
                <c:pt idx="4301">
                  <c:v>1.9078415521422796</c:v>
                </c:pt>
                <c:pt idx="4302">
                  <c:v>1.8674211802748586</c:v>
                </c:pt>
                <c:pt idx="4303">
                  <c:v>1.8643896523848018</c:v>
                </c:pt>
                <c:pt idx="4304">
                  <c:v>1.8552950687146321</c:v>
                </c:pt>
                <c:pt idx="4305">
                  <c:v>1.8229587712206952</c:v>
                </c:pt>
                <c:pt idx="4306">
                  <c:v>1.8219482619240097</c:v>
                </c:pt>
                <c:pt idx="4307">
                  <c:v>1.8431689571544059</c:v>
                </c:pt>
                <c:pt idx="4308">
                  <c:v>1.9442198868229588</c:v>
                </c:pt>
                <c:pt idx="4309">
                  <c:v>2.0654810024252224</c:v>
                </c:pt>
                <c:pt idx="4310">
                  <c:v>2.158447857720291</c:v>
                </c:pt>
                <c:pt idx="4311">
                  <c:v>2.1847210994341149</c:v>
                </c:pt>
                <c:pt idx="4312">
                  <c:v>2.1038803556992725</c:v>
                </c:pt>
                <c:pt idx="4313">
                  <c:v>2.0907437348423605</c:v>
                </c:pt>
                <c:pt idx="4314">
                  <c:v>2.1463217461600648</c:v>
                </c:pt>
                <c:pt idx="4315">
                  <c:v>2.1554163298302345</c:v>
                </c:pt>
                <c:pt idx="4316">
                  <c:v>2.1079223928860147</c:v>
                </c:pt>
                <c:pt idx="4317">
                  <c:v>2.0048504446240907</c:v>
                </c:pt>
                <c:pt idx="4318">
                  <c:v>1.9997978981406628</c:v>
                </c:pt>
                <c:pt idx="4319">
                  <c:v>2.0452708164915117</c:v>
                </c:pt>
                <c:pt idx="4320">
                  <c:v>2.0392077607113985</c:v>
                </c:pt>
                <c:pt idx="4321">
                  <c:v>2.0381972514147129</c:v>
                </c:pt>
                <c:pt idx="4322">
                  <c:v>2.0483023443815682</c:v>
                </c:pt>
                <c:pt idx="4323">
                  <c:v>2.0169765561843169</c:v>
                </c:pt>
                <c:pt idx="4324">
                  <c:v>1.9745351657235246</c:v>
                </c:pt>
                <c:pt idx="4325">
                  <c:v>1.9462409054163299</c:v>
                </c:pt>
                <c:pt idx="4326">
                  <c:v>1.933104284559418</c:v>
                </c:pt>
                <c:pt idx="4327">
                  <c:v>1.93714632174616</c:v>
                </c:pt>
                <c:pt idx="4328">
                  <c:v>1.9462409054163299</c:v>
                </c:pt>
                <c:pt idx="4329">
                  <c:v>1.9209781729991915</c:v>
                </c:pt>
                <c:pt idx="4330">
                  <c:v>1.8593371059013744</c:v>
                </c:pt>
                <c:pt idx="4331">
                  <c:v>1.8603476151980598</c:v>
                </c:pt>
                <c:pt idx="4332">
                  <c:v>1.8502425222312044</c:v>
                </c:pt>
                <c:pt idx="4333">
                  <c:v>1.8411479385610348</c:v>
                </c:pt>
                <c:pt idx="4334">
                  <c:v>1.8714632174616006</c:v>
                </c:pt>
                <c:pt idx="4335">
                  <c:v>1.8482215036378333</c:v>
                </c:pt>
                <c:pt idx="4336">
                  <c:v>1.853274050121261</c:v>
                </c:pt>
                <c:pt idx="4337">
                  <c:v>1.7865804365400162</c:v>
                </c:pt>
                <c:pt idx="4338">
                  <c:v>1.7704122877930477</c:v>
                </c:pt>
                <c:pt idx="4339">
                  <c:v>1.7805173807599028</c:v>
                </c:pt>
                <c:pt idx="4340">
                  <c:v>1.7380759902991108</c:v>
                </c:pt>
                <c:pt idx="4341">
                  <c:v>1.694624090541633</c:v>
                </c:pt>
                <c:pt idx="4342">
                  <c:v>1.6734033953112368</c:v>
                </c:pt>
                <c:pt idx="4343">
                  <c:v>1.6875505254648342</c:v>
                </c:pt>
                <c:pt idx="4344">
                  <c:v>1.6572352465642683</c:v>
                </c:pt>
                <c:pt idx="4345">
                  <c:v>1.6218674211802748</c:v>
                </c:pt>
                <c:pt idx="4346">
                  <c:v>1.6299514955537591</c:v>
                </c:pt>
                <c:pt idx="4347">
                  <c:v>1.6531932093775263</c:v>
                </c:pt>
                <c:pt idx="4348">
                  <c:v>1.6309620048504445</c:v>
                </c:pt>
                <c:pt idx="4349">
                  <c:v>1.6158043654001617</c:v>
                </c:pt>
                <c:pt idx="4350">
                  <c:v>1.6299514955537591</c:v>
                </c:pt>
                <c:pt idx="4351">
                  <c:v>1.6350040420371867</c:v>
                </c:pt>
                <c:pt idx="4352">
                  <c:v>1.6572352465642683</c:v>
                </c:pt>
                <c:pt idx="4353">
                  <c:v>1.7047291835084883</c:v>
                </c:pt>
                <c:pt idx="4354">
                  <c:v>1.7289814066289408</c:v>
                </c:pt>
                <c:pt idx="4355">
                  <c:v>1.7016976556184316</c:v>
                </c:pt>
                <c:pt idx="4356">
                  <c:v>1.6835084882780922</c:v>
                </c:pt>
                <c:pt idx="4357">
                  <c:v>1.6673403395311237</c:v>
                </c:pt>
                <c:pt idx="4358">
                  <c:v>1.6713823767178657</c:v>
                </c:pt>
                <c:pt idx="4359">
                  <c:v>1.6926030719482619</c:v>
                </c:pt>
                <c:pt idx="4360">
                  <c:v>1.7219078415521423</c:v>
                </c:pt>
                <c:pt idx="4361">
                  <c:v>1.731002425222312</c:v>
                </c:pt>
                <c:pt idx="4362">
                  <c:v>1.8108326596604689</c:v>
                </c:pt>
                <c:pt idx="4363">
                  <c:v>1.7896119644300728</c:v>
                </c:pt>
                <c:pt idx="4364">
                  <c:v>1.7936540016168148</c:v>
                </c:pt>
                <c:pt idx="4365">
                  <c:v>1.8249797898140663</c:v>
                </c:pt>
                <c:pt idx="4366">
                  <c:v>1.820937752627324</c:v>
                </c:pt>
                <c:pt idx="4367">
                  <c:v>1.8148746968472109</c:v>
                </c:pt>
                <c:pt idx="4368">
                  <c:v>1.8310428455941794</c:v>
                </c:pt>
                <c:pt idx="4369">
                  <c:v>1.8350848827809216</c:v>
                </c:pt>
                <c:pt idx="4370">
                  <c:v>1.8643896523848018</c:v>
                </c:pt>
                <c:pt idx="4371">
                  <c:v>1.8391269199676636</c:v>
                </c:pt>
                <c:pt idx="4372">
                  <c:v>1.8148746968472109</c:v>
                </c:pt>
                <c:pt idx="4373">
                  <c:v>1.797696038803557</c:v>
                </c:pt>
                <c:pt idx="4374">
                  <c:v>1.8108326596604689</c:v>
                </c:pt>
                <c:pt idx="4375">
                  <c:v>1.7865804365400162</c:v>
                </c:pt>
                <c:pt idx="4376">
                  <c:v>1.7845594179466451</c:v>
                </c:pt>
                <c:pt idx="4377">
                  <c:v>1.7926434923201293</c:v>
                </c:pt>
                <c:pt idx="4378">
                  <c:v>1.7582861762328212</c:v>
                </c:pt>
                <c:pt idx="4379">
                  <c:v>1.7592966855295069</c:v>
                </c:pt>
                <c:pt idx="4380">
                  <c:v>1.7552546483427647</c:v>
                </c:pt>
                <c:pt idx="4381">
                  <c:v>1.7370654810024251</c:v>
                </c:pt>
                <c:pt idx="4382">
                  <c:v>1.7744543249797897</c:v>
                </c:pt>
                <c:pt idx="4383">
                  <c:v>1.7643492320129346</c:v>
                </c:pt>
                <c:pt idx="4384">
                  <c:v>1.7572756669361358</c:v>
                </c:pt>
                <c:pt idx="4385">
                  <c:v>1.7400970088924819</c:v>
                </c:pt>
                <c:pt idx="4386">
                  <c:v>1.7522231204527081</c:v>
                </c:pt>
                <c:pt idx="4387">
                  <c:v>1.7219078415521423</c:v>
                </c:pt>
                <c:pt idx="4388">
                  <c:v>1.7633387227162489</c:v>
                </c:pt>
                <c:pt idx="4389">
                  <c:v>1.7744543249797897</c:v>
                </c:pt>
                <c:pt idx="4390">
                  <c:v>1.7572756669361358</c:v>
                </c:pt>
                <c:pt idx="4391">
                  <c:v>1.7441390460792239</c:v>
                </c:pt>
                <c:pt idx="4392">
                  <c:v>1.7259498787388843</c:v>
                </c:pt>
                <c:pt idx="4393">
                  <c:v>1.7178658043654</c:v>
                </c:pt>
                <c:pt idx="4394">
                  <c:v>1.6956345998383184</c:v>
                </c:pt>
                <c:pt idx="4395">
                  <c:v>1.6885610347615199</c:v>
                </c:pt>
                <c:pt idx="4396">
                  <c:v>1.7249393694421988</c:v>
                </c:pt>
                <c:pt idx="4397">
                  <c:v>1.7269603880355699</c:v>
                </c:pt>
                <c:pt idx="4398">
                  <c:v>1.7400970088924819</c:v>
                </c:pt>
                <c:pt idx="4399">
                  <c:v>1.7269603880355699</c:v>
                </c:pt>
                <c:pt idx="4400">
                  <c:v>1.7229183508488277</c:v>
                </c:pt>
                <c:pt idx="4401">
                  <c:v>1.7360549717057396</c:v>
                </c:pt>
                <c:pt idx="4402">
                  <c:v>1.7411075181891673</c:v>
                </c:pt>
                <c:pt idx="4403">
                  <c:v>1.7016976556184316</c:v>
                </c:pt>
                <c:pt idx="4404">
                  <c:v>1.7279708973322554</c:v>
                </c:pt>
                <c:pt idx="4405">
                  <c:v>1.7006871463217461</c:v>
                </c:pt>
                <c:pt idx="4406">
                  <c:v>1.7047291835084883</c:v>
                </c:pt>
                <c:pt idx="4407">
                  <c:v>1.7279708973322554</c:v>
                </c:pt>
                <c:pt idx="4408">
                  <c:v>1.7037186742118027</c:v>
                </c:pt>
                <c:pt idx="4409">
                  <c:v>1.7168552950687146</c:v>
                </c:pt>
                <c:pt idx="4410">
                  <c:v>1.7097817299919158</c:v>
                </c:pt>
                <c:pt idx="4411">
                  <c:v>1.6764349232012934</c:v>
                </c:pt>
                <c:pt idx="4412">
                  <c:v>1.6552142279708972</c:v>
                </c:pt>
                <c:pt idx="4413">
                  <c:v>1.6592562651576395</c:v>
                </c:pt>
                <c:pt idx="4414">
                  <c:v>1.6855295068714631</c:v>
                </c:pt>
                <c:pt idx="4415">
                  <c:v>1.6542037186742118</c:v>
                </c:pt>
                <c:pt idx="4416">
                  <c:v>1.6764349232012934</c:v>
                </c:pt>
                <c:pt idx="4417">
                  <c:v>1.6582457558609538</c:v>
                </c:pt>
                <c:pt idx="4418">
                  <c:v>1.6400565885206144</c:v>
                </c:pt>
                <c:pt idx="4419">
                  <c:v>1.6137833468067906</c:v>
                </c:pt>
                <c:pt idx="4420">
                  <c:v>1.5925626515763944</c:v>
                </c:pt>
                <c:pt idx="4421">
                  <c:v>1.5844785772029102</c:v>
                </c:pt>
                <c:pt idx="4422">
                  <c:v>1.5652789005658851</c:v>
                </c:pt>
                <c:pt idx="4423">
                  <c:v>1.5652789005658851</c:v>
                </c:pt>
                <c:pt idx="4424">
                  <c:v>1.5854890864995959</c:v>
                </c:pt>
                <c:pt idx="4425">
                  <c:v>1.5966046887631367</c:v>
                </c:pt>
                <c:pt idx="4426">
                  <c:v>1.6915925626515764</c:v>
                </c:pt>
                <c:pt idx="4427">
                  <c:v>1.6996766370250607</c:v>
                </c:pt>
                <c:pt idx="4428">
                  <c:v>1.6936135812449473</c:v>
                </c:pt>
                <c:pt idx="4429">
                  <c:v>1.713823767178658</c:v>
                </c:pt>
                <c:pt idx="4430">
                  <c:v>1.7259498787388843</c:v>
                </c:pt>
                <c:pt idx="4431">
                  <c:v>1.7178658043654</c:v>
                </c:pt>
                <c:pt idx="4432">
                  <c:v>1.7057396928051738</c:v>
                </c:pt>
                <c:pt idx="4433">
                  <c:v>1.7269603880355699</c:v>
                </c:pt>
                <c:pt idx="4434">
                  <c:v>1.7249393694421988</c:v>
                </c:pt>
                <c:pt idx="4435">
                  <c:v>1.7269603880355699</c:v>
                </c:pt>
                <c:pt idx="4436">
                  <c:v>1.7542441390460792</c:v>
                </c:pt>
                <c:pt idx="4437">
                  <c:v>1.7582861762328212</c:v>
                </c:pt>
                <c:pt idx="4438">
                  <c:v>1.7522231204527081</c:v>
                </c:pt>
                <c:pt idx="4439">
                  <c:v>1.7421180274858528</c:v>
                </c:pt>
                <c:pt idx="4440">
                  <c:v>1.7259498787388843</c:v>
                </c:pt>
                <c:pt idx="4441">
                  <c:v>1.7441390460792239</c:v>
                </c:pt>
                <c:pt idx="4442">
                  <c:v>1.7542441390460792</c:v>
                </c:pt>
                <c:pt idx="4443">
                  <c:v>1.7512126111560227</c:v>
                </c:pt>
                <c:pt idx="4444">
                  <c:v>1.7016976556184316</c:v>
                </c:pt>
                <c:pt idx="4445">
                  <c:v>1.6875505254648342</c:v>
                </c:pt>
                <c:pt idx="4446">
                  <c:v>1.7037186742118027</c:v>
                </c:pt>
                <c:pt idx="4447">
                  <c:v>1.7168552950687146</c:v>
                </c:pt>
                <c:pt idx="4448">
                  <c:v>1.7107922392886015</c:v>
                </c:pt>
                <c:pt idx="4449">
                  <c:v>1.7178658043654</c:v>
                </c:pt>
                <c:pt idx="4450">
                  <c:v>1.7037186742118027</c:v>
                </c:pt>
                <c:pt idx="4451">
                  <c:v>1.7481810832659661</c:v>
                </c:pt>
                <c:pt idx="4452">
                  <c:v>1.7572756669361358</c:v>
                </c:pt>
                <c:pt idx="4453">
                  <c:v>1.7835489086499596</c:v>
                </c:pt>
                <c:pt idx="4454">
                  <c:v>1.8138641875505255</c:v>
                </c:pt>
                <c:pt idx="4455">
                  <c:v>1.8472109943411479</c:v>
                </c:pt>
                <c:pt idx="4456">
                  <c:v>1.8249797898140663</c:v>
                </c:pt>
                <c:pt idx="4457">
                  <c:v>1.8219482619240097</c:v>
                </c:pt>
                <c:pt idx="4458">
                  <c:v>1.8057801131770412</c:v>
                </c:pt>
                <c:pt idx="4459">
                  <c:v>1.7865804365400162</c:v>
                </c:pt>
                <c:pt idx="4460">
                  <c:v>1.8057801131770412</c:v>
                </c:pt>
                <c:pt idx="4461">
                  <c:v>1.8633791430881164</c:v>
                </c:pt>
                <c:pt idx="4462">
                  <c:v>1.8431689571544059</c:v>
                </c:pt>
                <c:pt idx="4463">
                  <c:v>1.816895715440582</c:v>
                </c:pt>
                <c:pt idx="4464">
                  <c:v>1.8765157639450283</c:v>
                </c:pt>
                <c:pt idx="4465">
                  <c:v>1.8563055780113176</c:v>
                </c:pt>
                <c:pt idx="4466">
                  <c:v>1.8421584478577202</c:v>
                </c:pt>
                <c:pt idx="4467">
                  <c:v>1.8633791430881164</c:v>
                </c:pt>
                <c:pt idx="4468">
                  <c:v>1.8472109943411479</c:v>
                </c:pt>
                <c:pt idx="4469">
                  <c:v>1.8158852061438966</c:v>
                </c:pt>
                <c:pt idx="4470">
                  <c:v>1.8088116410670978</c:v>
                </c:pt>
                <c:pt idx="4471">
                  <c:v>1.8219482619240097</c:v>
                </c:pt>
                <c:pt idx="4472">
                  <c:v>1.8239692805173806</c:v>
                </c:pt>
                <c:pt idx="4473">
                  <c:v>1.8391269199676636</c:v>
                </c:pt>
                <c:pt idx="4474">
                  <c:v>1.8775262732417137</c:v>
                </c:pt>
                <c:pt idx="4475">
                  <c:v>1.9512934518997573</c:v>
                </c:pt>
                <c:pt idx="4476">
                  <c:v>2.0462813257881973</c:v>
                </c:pt>
                <c:pt idx="4477">
                  <c:v>1.9856507679870654</c:v>
                </c:pt>
                <c:pt idx="4478">
                  <c:v>2.0210185933710592</c:v>
                </c:pt>
                <c:pt idx="4479">
                  <c:v>2.0250606305578009</c:v>
                </c:pt>
                <c:pt idx="4480">
                  <c:v>1.9927243330638642</c:v>
                </c:pt>
                <c:pt idx="4481">
                  <c:v>1.98464025869038</c:v>
                </c:pt>
                <c:pt idx="4482">
                  <c:v>1.9856507679870654</c:v>
                </c:pt>
                <c:pt idx="4483">
                  <c:v>1.9583670169765561</c:v>
                </c:pt>
                <c:pt idx="4484">
                  <c:v>1.9927243330638642</c:v>
                </c:pt>
                <c:pt idx="4485">
                  <c:v>2.003839935327405</c:v>
                </c:pt>
                <c:pt idx="4486">
                  <c:v>1.9391673403395311</c:v>
                </c:pt>
                <c:pt idx="4487">
                  <c:v>1.8947049312853679</c:v>
                </c:pt>
                <c:pt idx="4488">
                  <c:v>1.830032336297494</c:v>
                </c:pt>
                <c:pt idx="4489">
                  <c:v>1.8381164106709782</c:v>
                </c:pt>
                <c:pt idx="4490">
                  <c:v>1.8360953920776071</c:v>
                </c:pt>
                <c:pt idx="4491">
                  <c:v>1.8451899757477768</c:v>
                </c:pt>
                <c:pt idx="4492">
                  <c:v>1.8583265966046887</c:v>
                </c:pt>
                <c:pt idx="4493">
                  <c:v>1.8360953920776071</c:v>
                </c:pt>
                <c:pt idx="4494">
                  <c:v>1.8138641875505255</c:v>
                </c:pt>
                <c:pt idx="4495">
                  <c:v>1.8027485852869847</c:v>
                </c:pt>
                <c:pt idx="4496">
                  <c:v>1.8259902991107517</c:v>
                </c:pt>
                <c:pt idx="4497">
                  <c:v>1.8088116410670978</c:v>
                </c:pt>
                <c:pt idx="4498">
                  <c:v>1.8441794664510913</c:v>
                </c:pt>
                <c:pt idx="4499">
                  <c:v>1.8411479385610348</c:v>
                </c:pt>
                <c:pt idx="4500">
                  <c:v>1.8714632174616006</c:v>
                </c:pt>
                <c:pt idx="4501">
                  <c:v>1.9078415521422796</c:v>
                </c:pt>
                <c:pt idx="4502">
                  <c:v>1.9836297493936943</c:v>
                </c:pt>
                <c:pt idx="4503">
                  <c:v>1.9826192400970089</c:v>
                </c:pt>
                <c:pt idx="4504">
                  <c:v>1.9553354890864996</c:v>
                </c:pt>
                <c:pt idx="4505">
                  <c:v>1.9432093775262731</c:v>
                </c:pt>
                <c:pt idx="4506">
                  <c:v>1.9159256265157638</c:v>
                </c:pt>
                <c:pt idx="4507">
                  <c:v>1.8714632174616006</c:v>
                </c:pt>
                <c:pt idx="4508">
                  <c:v>1.8845998383185125</c:v>
                </c:pt>
                <c:pt idx="4509">
                  <c:v>1.9209781729991915</c:v>
                </c:pt>
                <c:pt idx="4510">
                  <c:v>1.9270412287793046</c:v>
                </c:pt>
                <c:pt idx="4511">
                  <c:v>1.8734842360549717</c:v>
                </c:pt>
                <c:pt idx="4512">
                  <c:v>1.8674211802748586</c:v>
                </c:pt>
                <c:pt idx="4513">
                  <c:v>1.9098625707356507</c:v>
                </c:pt>
                <c:pt idx="4514">
                  <c:v>1.9613985448666127</c:v>
                </c:pt>
                <c:pt idx="4515">
                  <c:v>1.9421988682295876</c:v>
                </c:pt>
                <c:pt idx="4516">
                  <c:v>2.0008084074373484</c:v>
                </c:pt>
                <c:pt idx="4517">
                  <c:v>2.0836701697655617</c:v>
                </c:pt>
                <c:pt idx="4518">
                  <c:v>2.128132578819725</c:v>
                </c:pt>
                <c:pt idx="4519">
                  <c:v>2.1129749393694421</c:v>
                </c:pt>
                <c:pt idx="4520">
                  <c:v>2.1827000808407435</c:v>
                </c:pt>
                <c:pt idx="4521">
                  <c:v>2.1402586903799516</c:v>
                </c:pt>
                <c:pt idx="4522">
                  <c:v>2.0816491511721908</c:v>
                </c:pt>
                <c:pt idx="4523">
                  <c:v>2.087712206952304</c:v>
                </c:pt>
                <c:pt idx="4524">
                  <c:v>2.0654810024252224</c:v>
                </c:pt>
                <c:pt idx="4525">
                  <c:v>2.0846806790622474</c:v>
                </c:pt>
                <c:pt idx="4526">
                  <c:v>2.0088924818108325</c:v>
                </c:pt>
                <c:pt idx="4527">
                  <c:v>1.93714632174616</c:v>
                </c:pt>
                <c:pt idx="4528">
                  <c:v>1.9977768795472919</c:v>
                </c:pt>
                <c:pt idx="4529">
                  <c:v>2.0048504446240907</c:v>
                </c:pt>
                <c:pt idx="4530">
                  <c:v>1.9927243330638642</c:v>
                </c:pt>
                <c:pt idx="4531">
                  <c:v>2.0947857720291028</c:v>
                </c:pt>
                <c:pt idx="4532">
                  <c:v>2.0493128536782539</c:v>
                </c:pt>
                <c:pt idx="4533">
                  <c:v>2.1038803556992725</c:v>
                </c:pt>
                <c:pt idx="4534">
                  <c:v>2.1463217461600648</c:v>
                </c:pt>
                <c:pt idx="4535">
                  <c:v>2.1382376717865803</c:v>
                </c:pt>
                <c:pt idx="4536">
                  <c:v>2.1948261924009702</c:v>
                </c:pt>
                <c:pt idx="4537">
                  <c:v>2.1685529506871464</c:v>
                </c:pt>
                <c:pt idx="4538">
                  <c:v>2.1129749393694421</c:v>
                </c:pt>
                <c:pt idx="4539">
                  <c:v>2.1261115602263541</c:v>
                </c:pt>
                <c:pt idx="4540">
                  <c:v>2.1139854486661278</c:v>
                </c:pt>
                <c:pt idx="4541">
                  <c:v>2.0462813257881973</c:v>
                </c:pt>
                <c:pt idx="4542">
                  <c:v>2.0594179466451092</c:v>
                </c:pt>
                <c:pt idx="4543">
                  <c:v>2.1099434114793856</c:v>
                </c:pt>
                <c:pt idx="4544">
                  <c:v>2.1261115602263541</c:v>
                </c:pt>
                <c:pt idx="4545">
                  <c:v>2.1119644300727565</c:v>
                </c:pt>
                <c:pt idx="4546">
                  <c:v>2.0776071139854486</c:v>
                </c:pt>
                <c:pt idx="4547">
                  <c:v>2.158447857720291</c:v>
                </c:pt>
                <c:pt idx="4548">
                  <c:v>2.0917542441390462</c:v>
                </c:pt>
                <c:pt idx="4549">
                  <c:v>2.0381972514147129</c:v>
                </c:pt>
                <c:pt idx="4550">
                  <c:v>2.003839935327405</c:v>
                </c:pt>
                <c:pt idx="4551">
                  <c:v>1.9725141471301535</c:v>
                </c:pt>
                <c:pt idx="4552">
                  <c:v>1.9361358124494745</c:v>
                </c:pt>
                <c:pt idx="4553">
                  <c:v>1.9785772029102666</c:v>
                </c:pt>
                <c:pt idx="4554">
                  <c:v>2.0058609539207759</c:v>
                </c:pt>
                <c:pt idx="4555">
                  <c:v>1.9785772029102666</c:v>
                </c:pt>
                <c:pt idx="4556">
                  <c:v>1.9270412287793046</c:v>
                </c:pt>
                <c:pt idx="4557">
                  <c:v>1.9037995149555376</c:v>
                </c:pt>
                <c:pt idx="4558">
                  <c:v>1.93714632174616</c:v>
                </c:pt>
                <c:pt idx="4559">
                  <c:v>1.9320937752627323</c:v>
                </c:pt>
                <c:pt idx="4560">
                  <c:v>2.0088924818108325</c:v>
                </c:pt>
                <c:pt idx="4561">
                  <c:v>1.9391673403395311</c:v>
                </c:pt>
                <c:pt idx="4562">
                  <c:v>1.98464025869038</c:v>
                </c:pt>
                <c:pt idx="4563">
                  <c:v>2.0452708164915117</c:v>
                </c:pt>
                <c:pt idx="4564">
                  <c:v>2.0745755860953921</c:v>
                </c:pt>
                <c:pt idx="4565">
                  <c:v>2.0462813257881973</c:v>
                </c:pt>
                <c:pt idx="4566">
                  <c:v>1.9785772029102666</c:v>
                </c:pt>
                <c:pt idx="4567">
                  <c:v>1.9250202101859337</c:v>
                </c:pt>
                <c:pt idx="4568">
                  <c:v>1.9573565076798707</c:v>
                </c:pt>
                <c:pt idx="4569">
                  <c:v>1.9462409054163299</c:v>
                </c:pt>
                <c:pt idx="4570">
                  <c:v>1.9684721099434115</c:v>
                </c:pt>
                <c:pt idx="4571">
                  <c:v>2.011924009700889</c:v>
                </c:pt>
                <c:pt idx="4572">
                  <c:v>1.9957558609539208</c:v>
                </c:pt>
                <c:pt idx="4573">
                  <c:v>2.0331447049312854</c:v>
                </c:pt>
                <c:pt idx="4574">
                  <c:v>2.0816491511721908</c:v>
                </c:pt>
                <c:pt idx="4575">
                  <c:v>2.0745755860953921</c:v>
                </c:pt>
                <c:pt idx="4576">
                  <c:v>2.0573969280517379</c:v>
                </c:pt>
                <c:pt idx="4577">
                  <c:v>2.190784155214228</c:v>
                </c:pt>
                <c:pt idx="4578">
                  <c:v>2.1614793856103476</c:v>
                </c:pt>
                <c:pt idx="4579">
                  <c:v>2.1382376717865803</c:v>
                </c:pt>
                <c:pt idx="4580">
                  <c:v>2.2029102667744542</c:v>
                </c:pt>
                <c:pt idx="4581">
                  <c:v>2.2402991107518186</c:v>
                </c:pt>
                <c:pt idx="4582">
                  <c:v>2.2554567502021019</c:v>
                </c:pt>
                <c:pt idx="4583">
                  <c:v>2.2655618431689573</c:v>
                </c:pt>
                <c:pt idx="4584">
                  <c:v>2.2493936944219888</c:v>
                </c:pt>
                <c:pt idx="4585">
                  <c:v>2.313055780113177</c:v>
                </c:pt>
                <c:pt idx="4586">
                  <c:v>2.2898140662894098</c:v>
                </c:pt>
                <c:pt idx="4587">
                  <c:v>2.3039611964430073</c:v>
                </c:pt>
                <c:pt idx="4588">
                  <c:v>2.2756669361358126</c:v>
                </c:pt>
                <c:pt idx="4589">
                  <c:v>2.2039207760711399</c:v>
                </c:pt>
                <c:pt idx="4590">
                  <c:v>2.1645109135004041</c:v>
                </c:pt>
                <c:pt idx="4591">
                  <c:v>2.190784155214228</c:v>
                </c:pt>
                <c:pt idx="4592">
                  <c:v>2.1523848019401779</c:v>
                </c:pt>
                <c:pt idx="4593">
                  <c:v>2.190784155214228</c:v>
                </c:pt>
                <c:pt idx="4594">
                  <c:v>2.2635408245755859</c:v>
                </c:pt>
                <c:pt idx="4595">
                  <c:v>2.2271624898949072</c:v>
                </c:pt>
                <c:pt idx="4596">
                  <c:v>2.1382376717865803</c:v>
                </c:pt>
                <c:pt idx="4597">
                  <c:v>2.1352061438965237</c:v>
                </c:pt>
                <c:pt idx="4598">
                  <c:v>2.114995957962813</c:v>
                </c:pt>
                <c:pt idx="4599">
                  <c:v>2.0755860953920777</c:v>
                </c:pt>
                <c:pt idx="4600">
                  <c:v>2.0250606305578009</c:v>
                </c:pt>
                <c:pt idx="4601">
                  <c:v>2.0129345189975747</c:v>
                </c:pt>
                <c:pt idx="4602">
                  <c:v>2.0836701697655617</c:v>
                </c:pt>
                <c:pt idx="4603">
                  <c:v>2.0533548908649961</c:v>
                </c:pt>
                <c:pt idx="4604">
                  <c:v>2.0978172999191593</c:v>
                </c:pt>
                <c:pt idx="4605">
                  <c:v>2.0301131770412288</c:v>
                </c:pt>
                <c:pt idx="4606">
                  <c:v>2.0008084074373484</c:v>
                </c:pt>
                <c:pt idx="4607">
                  <c:v>1.9725141471301535</c:v>
                </c:pt>
                <c:pt idx="4608">
                  <c:v>1.9694826192400969</c:v>
                </c:pt>
                <c:pt idx="4609">
                  <c:v>2.0210185933710592</c:v>
                </c:pt>
                <c:pt idx="4610">
                  <c:v>2.0099029911075181</c:v>
                </c:pt>
                <c:pt idx="4611">
                  <c:v>1.9341147938561034</c:v>
                </c:pt>
                <c:pt idx="4612">
                  <c:v>1.9118835893290218</c:v>
                </c:pt>
                <c:pt idx="4613">
                  <c:v>1.9381568310428456</c:v>
                </c:pt>
                <c:pt idx="4614">
                  <c:v>2.0523443815683104</c:v>
                </c:pt>
                <c:pt idx="4615">
                  <c:v>2.0654810024252224</c:v>
                </c:pt>
                <c:pt idx="4616">
                  <c:v>2.1170169765561844</c:v>
                </c:pt>
                <c:pt idx="4617">
                  <c:v>2.1059013742926433</c:v>
                </c:pt>
                <c:pt idx="4618">
                  <c:v>2.1119644300727565</c:v>
                </c:pt>
                <c:pt idx="4619">
                  <c:v>2.1301535974130963</c:v>
                </c:pt>
                <c:pt idx="4620">
                  <c:v>2.1099434114793856</c:v>
                </c:pt>
                <c:pt idx="4621">
                  <c:v>2.0947857720291028</c:v>
                </c:pt>
                <c:pt idx="4622">
                  <c:v>2.0816491511721908</c:v>
                </c:pt>
                <c:pt idx="4623">
                  <c:v>2.063459983831851</c:v>
                </c:pt>
                <c:pt idx="4624">
                  <c:v>2.0644704931285367</c:v>
                </c:pt>
                <c:pt idx="4625">
                  <c:v>2.1028698464025868</c:v>
                </c:pt>
                <c:pt idx="4626">
                  <c:v>2.0887227162489896</c:v>
                </c:pt>
                <c:pt idx="4627">
                  <c:v>2.0978172999191593</c:v>
                </c:pt>
                <c:pt idx="4628">
                  <c:v>2.1139854486661278</c:v>
                </c:pt>
                <c:pt idx="4629">
                  <c:v>2.0745755860953921</c:v>
                </c:pt>
                <c:pt idx="4630">
                  <c:v>2.0856911883589326</c:v>
                </c:pt>
                <c:pt idx="4631">
                  <c:v>2.0624494745351658</c:v>
                </c:pt>
                <c:pt idx="4632">
                  <c:v>2.0523443815683104</c:v>
                </c:pt>
                <c:pt idx="4633">
                  <c:v>2.0907437348423605</c:v>
                </c:pt>
                <c:pt idx="4634">
                  <c:v>2.1220695230396118</c:v>
                </c:pt>
                <c:pt idx="4635">
                  <c:v>2.1210590137429266</c:v>
                </c:pt>
                <c:pt idx="4636">
                  <c:v>2.0856911883589326</c:v>
                </c:pt>
                <c:pt idx="4637">
                  <c:v>2.0715440582053355</c:v>
                </c:pt>
                <c:pt idx="4638">
                  <c:v>2.0765966046887629</c:v>
                </c:pt>
                <c:pt idx="4639">
                  <c:v>2.055375909458367</c:v>
                </c:pt>
                <c:pt idx="4640">
                  <c:v>2.0573969280517379</c:v>
                </c:pt>
                <c:pt idx="4641">
                  <c:v>2.0220291026677444</c:v>
                </c:pt>
                <c:pt idx="4642">
                  <c:v>1.9654405820533549</c:v>
                </c:pt>
                <c:pt idx="4643">
                  <c:v>2.0402182700080842</c:v>
                </c:pt>
                <c:pt idx="4644">
                  <c:v>2.0503233629749391</c:v>
                </c:pt>
                <c:pt idx="4645">
                  <c:v>2.0200080840743735</c:v>
                </c:pt>
                <c:pt idx="4646">
                  <c:v>2.0210185933710592</c:v>
                </c:pt>
                <c:pt idx="4647">
                  <c:v>2.0432497978981408</c:v>
                </c:pt>
                <c:pt idx="4648">
                  <c:v>2.055375909458367</c:v>
                </c:pt>
                <c:pt idx="4649">
                  <c:v>2.0483023443815682</c:v>
                </c:pt>
                <c:pt idx="4650">
                  <c:v>2.0664915117219076</c:v>
                </c:pt>
                <c:pt idx="4651">
                  <c:v>2.0594179466451092</c:v>
                </c:pt>
                <c:pt idx="4652">
                  <c:v>2.0513338722716248</c:v>
                </c:pt>
                <c:pt idx="4653">
                  <c:v>2.0301131770412288</c:v>
                </c:pt>
                <c:pt idx="4654">
                  <c:v>2.0988278092158446</c:v>
                </c:pt>
                <c:pt idx="4655">
                  <c:v>2.0543654001616813</c:v>
                </c:pt>
                <c:pt idx="4656">
                  <c:v>2.0432497978981408</c:v>
                </c:pt>
                <c:pt idx="4657">
                  <c:v>2.0432497978981408</c:v>
                </c:pt>
                <c:pt idx="4658">
                  <c:v>2.0483023443815682</c:v>
                </c:pt>
                <c:pt idx="4659">
                  <c:v>2.0129345189975747</c:v>
                </c:pt>
                <c:pt idx="4660">
                  <c:v>2.0240501212611157</c:v>
                </c:pt>
                <c:pt idx="4661">
                  <c:v>2.0129345189975747</c:v>
                </c:pt>
                <c:pt idx="4662">
                  <c:v>2.0200080840743735</c:v>
                </c:pt>
                <c:pt idx="4663">
                  <c:v>2.0513338722716248</c:v>
                </c:pt>
                <c:pt idx="4664">
                  <c:v>2.0109135004042038</c:v>
                </c:pt>
                <c:pt idx="4665">
                  <c:v>2.0099029911075181</c:v>
                </c:pt>
                <c:pt idx="4666">
                  <c:v>2.0058609539207759</c:v>
                </c:pt>
                <c:pt idx="4667">
                  <c:v>2.0836701697655617</c:v>
                </c:pt>
                <c:pt idx="4668">
                  <c:v>2.0816491511721908</c:v>
                </c:pt>
                <c:pt idx="4669">
                  <c:v>2.1028698464025868</c:v>
                </c:pt>
                <c:pt idx="4670">
                  <c:v>2.0836701697655617</c:v>
                </c:pt>
                <c:pt idx="4671">
                  <c:v>2.0432497978981408</c:v>
                </c:pt>
                <c:pt idx="4672">
                  <c:v>2.0897332255456749</c:v>
                </c:pt>
                <c:pt idx="4673">
                  <c:v>2.1089329021826999</c:v>
                </c:pt>
                <c:pt idx="4674">
                  <c:v>2.0654810024252224</c:v>
                </c:pt>
                <c:pt idx="4675">
                  <c:v>2.0927647534357314</c:v>
                </c:pt>
                <c:pt idx="4676">
                  <c:v>2.1271220695230397</c:v>
                </c:pt>
                <c:pt idx="4677">
                  <c:v>2.1331851253031529</c:v>
                </c:pt>
                <c:pt idx="4678">
                  <c:v>2.1624898949070332</c:v>
                </c:pt>
                <c:pt idx="4679">
                  <c:v>2.1544058205335488</c:v>
                </c:pt>
                <c:pt idx="4680">
                  <c:v>2.1170169765561844</c:v>
                </c:pt>
                <c:pt idx="4681">
                  <c:v>2.1220695230396118</c:v>
                </c:pt>
                <c:pt idx="4682">
                  <c:v>2.0755860953920777</c:v>
                </c:pt>
                <c:pt idx="4683">
                  <c:v>2.0856911883589326</c:v>
                </c:pt>
                <c:pt idx="4684">
                  <c:v>2.0715440582053355</c:v>
                </c:pt>
                <c:pt idx="4685">
                  <c:v>2.0594179466451092</c:v>
                </c:pt>
                <c:pt idx="4686">
                  <c:v>2.0664915117219076</c:v>
                </c:pt>
                <c:pt idx="4687">
                  <c:v>2.0331447049312854</c:v>
                </c:pt>
                <c:pt idx="4688">
                  <c:v>2.0493128536782539</c:v>
                </c:pt>
                <c:pt idx="4689">
                  <c:v>2.0765966046887629</c:v>
                </c:pt>
                <c:pt idx="4690">
                  <c:v>2.0856911883589326</c:v>
                </c:pt>
                <c:pt idx="4691">
                  <c:v>2.087712206952304</c:v>
                </c:pt>
                <c:pt idx="4692">
                  <c:v>2.0988278092158446</c:v>
                </c:pt>
                <c:pt idx="4693">
                  <c:v>2.0998383185125302</c:v>
                </c:pt>
                <c:pt idx="4694">
                  <c:v>2.0765966046887629</c:v>
                </c:pt>
                <c:pt idx="4695">
                  <c:v>2.1008488278092159</c:v>
                </c:pt>
                <c:pt idx="4696">
                  <c:v>2.0806386418755052</c:v>
                </c:pt>
                <c:pt idx="4697">
                  <c:v>2.0675020210185933</c:v>
                </c:pt>
                <c:pt idx="4698">
                  <c:v>2.0675020210185933</c:v>
                </c:pt>
                <c:pt idx="4699">
                  <c:v>2.0927647534357314</c:v>
                </c:pt>
                <c:pt idx="4700">
                  <c:v>2.0917542441390462</c:v>
                </c:pt>
                <c:pt idx="4701">
                  <c:v>2.106911883589329</c:v>
                </c:pt>
                <c:pt idx="4702">
                  <c:v>2.128132578819725</c:v>
                </c:pt>
                <c:pt idx="4703">
                  <c:v>2.1059013742926433</c:v>
                </c:pt>
                <c:pt idx="4704">
                  <c:v>2.1059013742926433</c:v>
                </c:pt>
                <c:pt idx="4705">
                  <c:v>2.095796281325788</c:v>
                </c:pt>
                <c:pt idx="4706">
                  <c:v>2.0806386418755052</c:v>
                </c:pt>
                <c:pt idx="4707">
                  <c:v>2.0917542441390462</c:v>
                </c:pt>
                <c:pt idx="4708">
                  <c:v>2.087712206952304</c:v>
                </c:pt>
                <c:pt idx="4709">
                  <c:v>2.1200485044462409</c:v>
                </c:pt>
                <c:pt idx="4710">
                  <c:v>2.1230800323362975</c:v>
                </c:pt>
                <c:pt idx="4711">
                  <c:v>2.1301535974130963</c:v>
                </c:pt>
                <c:pt idx="4712">
                  <c:v>2.1261115602263541</c:v>
                </c:pt>
                <c:pt idx="4713">
                  <c:v>2.0735650767987064</c:v>
                </c:pt>
                <c:pt idx="4714">
                  <c:v>2.0937752627324171</c:v>
                </c:pt>
                <c:pt idx="4715">
                  <c:v>2.0947857720291028</c:v>
                </c:pt>
                <c:pt idx="4716">
                  <c:v>2.1018593371059011</c:v>
                </c:pt>
                <c:pt idx="4717">
                  <c:v>2.1079223928860147</c:v>
                </c:pt>
                <c:pt idx="4718">
                  <c:v>2.0503233629749391</c:v>
                </c:pt>
                <c:pt idx="4719">
                  <c:v>2.0341552142279706</c:v>
                </c:pt>
                <c:pt idx="4720">
                  <c:v>1.9816087308003234</c:v>
                </c:pt>
                <c:pt idx="4721">
                  <c:v>1.9391673403395311</c:v>
                </c:pt>
                <c:pt idx="4722">
                  <c:v>1.9684721099434115</c:v>
                </c:pt>
                <c:pt idx="4723">
                  <c:v>1.9674616006467258</c:v>
                </c:pt>
                <c:pt idx="4724">
                  <c:v>1.8845998383185125</c:v>
                </c:pt>
                <c:pt idx="4725">
                  <c:v>1.8603476151980598</c:v>
                </c:pt>
                <c:pt idx="4726">
                  <c:v>1.8573160873080032</c:v>
                </c:pt>
                <c:pt idx="4727">
                  <c:v>1.830032336297494</c:v>
                </c:pt>
                <c:pt idx="4728">
                  <c:v>1.8350848827809216</c:v>
                </c:pt>
                <c:pt idx="4729">
                  <c:v>1.8118431689571544</c:v>
                </c:pt>
                <c:pt idx="4730">
                  <c:v>1.834074373484236</c:v>
                </c:pt>
                <c:pt idx="4731">
                  <c:v>1.7926434923201293</c:v>
                </c:pt>
                <c:pt idx="4732">
                  <c:v>1.7592966855295069</c:v>
                </c:pt>
                <c:pt idx="4733">
                  <c:v>1.7663702506063055</c:v>
                </c:pt>
                <c:pt idx="4734">
                  <c:v>1.7188763136620857</c:v>
                </c:pt>
                <c:pt idx="4735">
                  <c:v>1.7966855295068713</c:v>
                </c:pt>
                <c:pt idx="4736">
                  <c:v>1.7845594179466451</c:v>
                </c:pt>
                <c:pt idx="4737">
                  <c:v>1.8098221503637832</c:v>
                </c:pt>
                <c:pt idx="4738">
                  <c:v>1.8603476151980598</c:v>
                </c:pt>
                <c:pt idx="4739">
                  <c:v>1.8472109943411479</c:v>
                </c:pt>
                <c:pt idx="4740">
                  <c:v>1.8451899757477768</c:v>
                </c:pt>
                <c:pt idx="4741">
                  <c:v>1.8785367825383994</c:v>
                </c:pt>
                <c:pt idx="4742">
                  <c:v>1.8845998383185125</c:v>
                </c:pt>
                <c:pt idx="4743">
                  <c:v>1.8795472918350848</c:v>
                </c:pt>
                <c:pt idx="4744">
                  <c:v>1.8947049312853679</c:v>
                </c:pt>
                <c:pt idx="4745">
                  <c:v>1.8987469684721099</c:v>
                </c:pt>
                <c:pt idx="4746">
                  <c:v>1.8977364591754244</c:v>
                </c:pt>
                <c:pt idx="4747">
                  <c:v>1.8744947453516572</c:v>
                </c:pt>
                <c:pt idx="4748">
                  <c:v>1.8563055780113176</c:v>
                </c:pt>
                <c:pt idx="4749">
                  <c:v>1.8704527081649152</c:v>
                </c:pt>
                <c:pt idx="4750">
                  <c:v>1.8755052546483426</c:v>
                </c:pt>
                <c:pt idx="4751">
                  <c:v>1.9017784963621664</c:v>
                </c:pt>
                <c:pt idx="4752">
                  <c:v>1.9027890056588521</c:v>
                </c:pt>
                <c:pt idx="4753">
                  <c:v>1.8906628940986256</c:v>
                </c:pt>
                <c:pt idx="4754">
                  <c:v>1.8451899757477768</c:v>
                </c:pt>
                <c:pt idx="4755">
                  <c:v>1.8573160873080032</c:v>
                </c:pt>
                <c:pt idx="4756">
                  <c:v>1.8502425222312044</c:v>
                </c:pt>
                <c:pt idx="4757">
                  <c:v>1.8664106709781729</c:v>
                </c:pt>
                <c:pt idx="4758">
                  <c:v>1.8775262732417137</c:v>
                </c:pt>
                <c:pt idx="4759">
                  <c:v>1.8674211802748586</c:v>
                </c:pt>
                <c:pt idx="4760">
                  <c:v>1.7987065481002424</c:v>
                </c:pt>
                <c:pt idx="4761">
                  <c:v>1.8088116410670978</c:v>
                </c:pt>
                <c:pt idx="4762">
                  <c:v>1.8007275666936136</c:v>
                </c:pt>
                <c:pt idx="4763">
                  <c:v>1.76535974130962</c:v>
                </c:pt>
                <c:pt idx="4764">
                  <c:v>1.769401778496362</c:v>
                </c:pt>
                <c:pt idx="4765">
                  <c:v>1.7441390460792239</c:v>
                </c:pt>
                <c:pt idx="4766">
                  <c:v>1.7542441390460792</c:v>
                </c:pt>
                <c:pt idx="4767">
                  <c:v>1.7582861762328212</c:v>
                </c:pt>
                <c:pt idx="4768">
                  <c:v>1.7178658043654</c:v>
                </c:pt>
                <c:pt idx="4769">
                  <c:v>1.6915925626515764</c:v>
                </c:pt>
                <c:pt idx="4770">
                  <c:v>1.7208973322554566</c:v>
                </c:pt>
                <c:pt idx="4771">
                  <c:v>1.7542441390460792</c:v>
                </c:pt>
                <c:pt idx="4772">
                  <c:v>1.7299919159256265</c:v>
                </c:pt>
                <c:pt idx="4773">
                  <c:v>1.7299919159256265</c:v>
                </c:pt>
                <c:pt idx="4774">
                  <c:v>1.7421180274858528</c:v>
                </c:pt>
                <c:pt idx="4775">
                  <c:v>1.7380759902991108</c:v>
                </c:pt>
                <c:pt idx="4776">
                  <c:v>1.7148342764753435</c:v>
                </c:pt>
                <c:pt idx="4777">
                  <c:v>1.6885610347615199</c:v>
                </c:pt>
                <c:pt idx="4778">
                  <c:v>1.7320129345189976</c:v>
                </c:pt>
                <c:pt idx="4779">
                  <c:v>1.7754648342764754</c:v>
                </c:pt>
                <c:pt idx="4780">
                  <c:v>1.8108326596604689</c:v>
                </c:pt>
                <c:pt idx="4781">
                  <c:v>1.8906628940986256</c:v>
                </c:pt>
                <c:pt idx="4782">
                  <c:v>1.8714632174616006</c:v>
                </c:pt>
                <c:pt idx="4783">
                  <c:v>1.9401778496362165</c:v>
                </c:pt>
                <c:pt idx="4784">
                  <c:v>1.9240097008892481</c:v>
                </c:pt>
                <c:pt idx="4785">
                  <c:v>1.9149151172190784</c:v>
                </c:pt>
                <c:pt idx="4786">
                  <c:v>1.8967259498787388</c:v>
                </c:pt>
                <c:pt idx="4787">
                  <c:v>1.9816087308003234</c:v>
                </c:pt>
                <c:pt idx="4788">
                  <c:v>2.0371867421180276</c:v>
                </c:pt>
                <c:pt idx="4789">
                  <c:v>1.9826192400970089</c:v>
                </c:pt>
                <c:pt idx="4790">
                  <c:v>2.0776071139854486</c:v>
                </c:pt>
                <c:pt idx="4791">
                  <c:v>2.044260307194826</c:v>
                </c:pt>
                <c:pt idx="4792">
                  <c:v>2.1018593371059011</c:v>
                </c:pt>
                <c:pt idx="4793">
                  <c:v>2.0432497978981408</c:v>
                </c:pt>
                <c:pt idx="4794">
                  <c:v>1.9836297493936943</c:v>
                </c:pt>
                <c:pt idx="4795">
                  <c:v>2.0614389652384801</c:v>
                </c:pt>
                <c:pt idx="4796">
                  <c:v>2.0351657235246563</c:v>
                </c:pt>
                <c:pt idx="4797">
                  <c:v>2.0452708164915117</c:v>
                </c:pt>
                <c:pt idx="4798">
                  <c:v>2.0947857720291028</c:v>
                </c:pt>
                <c:pt idx="4799">
                  <c:v>2.1251010509296684</c:v>
                </c:pt>
                <c:pt idx="4800">
                  <c:v>2.1645109135004041</c:v>
                </c:pt>
                <c:pt idx="4801">
                  <c:v>2.1806790622473726</c:v>
                </c:pt>
                <c:pt idx="4802">
                  <c:v>2.1786580436540017</c:v>
                </c:pt>
                <c:pt idx="4803">
                  <c:v>2.1463217461600648</c:v>
                </c:pt>
                <c:pt idx="4804">
                  <c:v>2.1109539207760712</c:v>
                </c:pt>
                <c:pt idx="4805">
                  <c:v>2.1321746160064672</c:v>
                </c:pt>
                <c:pt idx="4806">
                  <c:v>2.1261115602263541</c:v>
                </c:pt>
                <c:pt idx="4807">
                  <c:v>2.1756265157639452</c:v>
                </c:pt>
                <c:pt idx="4808">
                  <c:v>2.1624898949070332</c:v>
                </c:pt>
                <c:pt idx="4809">
                  <c:v>2.1948261924009702</c:v>
                </c:pt>
                <c:pt idx="4810">
                  <c:v>2.2120048504446239</c:v>
                </c:pt>
                <c:pt idx="4811">
                  <c:v>2.1301535974130963</c:v>
                </c:pt>
                <c:pt idx="4812">
                  <c:v>2.0725545675020212</c:v>
                </c:pt>
                <c:pt idx="4813">
                  <c:v>2.0341552142279706</c:v>
                </c:pt>
                <c:pt idx="4814">
                  <c:v>2.095796281325788</c:v>
                </c:pt>
                <c:pt idx="4815">
                  <c:v>2.0947857720291028</c:v>
                </c:pt>
                <c:pt idx="4816">
                  <c:v>2.0816491511721908</c:v>
                </c:pt>
                <c:pt idx="4817">
                  <c:v>2.0614389652384801</c:v>
                </c:pt>
                <c:pt idx="4818">
                  <c:v>2.0533548908649961</c:v>
                </c:pt>
                <c:pt idx="4819">
                  <c:v>2.1645109135004041</c:v>
                </c:pt>
                <c:pt idx="4820">
                  <c:v>2.1675424413904607</c:v>
                </c:pt>
                <c:pt idx="4821">
                  <c:v>2.0594179466451092</c:v>
                </c:pt>
                <c:pt idx="4822">
                  <c:v>2.0523443815683104</c:v>
                </c:pt>
                <c:pt idx="4823">
                  <c:v>2.0462813257881973</c:v>
                </c:pt>
                <c:pt idx="4824">
                  <c:v>2.0028294260307193</c:v>
                </c:pt>
                <c:pt idx="4825">
                  <c:v>2.0371867421180276</c:v>
                </c:pt>
                <c:pt idx="4826">
                  <c:v>1.9755456750202101</c:v>
                </c:pt>
                <c:pt idx="4827">
                  <c:v>1.9795877122069523</c:v>
                </c:pt>
                <c:pt idx="4828">
                  <c:v>2.011924009700889</c:v>
                </c:pt>
                <c:pt idx="4829">
                  <c:v>2.0169765561843169</c:v>
                </c:pt>
                <c:pt idx="4830">
                  <c:v>2.0048504446240907</c:v>
                </c:pt>
                <c:pt idx="4831">
                  <c:v>2.0311236863379141</c:v>
                </c:pt>
                <c:pt idx="4832">
                  <c:v>2.0088924818108325</c:v>
                </c:pt>
                <c:pt idx="4833">
                  <c:v>1.9664510913500404</c:v>
                </c:pt>
                <c:pt idx="4834">
                  <c:v>1.9391673403395311</c:v>
                </c:pt>
                <c:pt idx="4835">
                  <c:v>1.9785772029102666</c:v>
                </c:pt>
                <c:pt idx="4836">
                  <c:v>1.9967663702506062</c:v>
                </c:pt>
                <c:pt idx="4837">
                  <c:v>1.9583670169765561</c:v>
                </c:pt>
                <c:pt idx="4838">
                  <c:v>1.971503637833468</c:v>
                </c:pt>
                <c:pt idx="4839">
                  <c:v>2.0139450282942604</c:v>
                </c:pt>
                <c:pt idx="4840">
                  <c:v>2.0200080840743735</c:v>
                </c:pt>
                <c:pt idx="4841">
                  <c:v>1.904810024252223</c:v>
                </c:pt>
                <c:pt idx="4842">
                  <c:v>1.9078415521422796</c:v>
                </c:pt>
                <c:pt idx="4843">
                  <c:v>1.919967663702506</c:v>
                </c:pt>
                <c:pt idx="4844">
                  <c:v>1.8997574777687953</c:v>
                </c:pt>
                <c:pt idx="4845">
                  <c:v>1.904810024252223</c:v>
                </c:pt>
                <c:pt idx="4846">
                  <c:v>1.8775262732417137</c:v>
                </c:pt>
                <c:pt idx="4847">
                  <c:v>1.8542845594179467</c:v>
                </c:pt>
                <c:pt idx="4848">
                  <c:v>1.8704527081649152</c:v>
                </c:pt>
                <c:pt idx="4849">
                  <c:v>1.8896523848019402</c:v>
                </c:pt>
                <c:pt idx="4850">
                  <c:v>1.9209781729991915</c:v>
                </c:pt>
                <c:pt idx="4851">
                  <c:v>1.9118835893290218</c:v>
                </c:pt>
                <c:pt idx="4852">
                  <c:v>1.9118835893290218</c:v>
                </c:pt>
                <c:pt idx="4853">
                  <c:v>1.9149151172190784</c:v>
                </c:pt>
                <c:pt idx="4854">
                  <c:v>1.8997574777687953</c:v>
                </c:pt>
                <c:pt idx="4855">
                  <c:v>1.8189167340339532</c:v>
                </c:pt>
                <c:pt idx="4856">
                  <c:v>1.7987065481002424</c:v>
                </c:pt>
                <c:pt idx="4857">
                  <c:v>1.8522635408245756</c:v>
                </c:pt>
                <c:pt idx="4858">
                  <c:v>1.8744947453516572</c:v>
                </c:pt>
                <c:pt idx="4859">
                  <c:v>1.8593371059013744</c:v>
                </c:pt>
                <c:pt idx="4860">
                  <c:v>1.9189571544058206</c:v>
                </c:pt>
                <c:pt idx="4861">
                  <c:v>1.9613985448666127</c:v>
                </c:pt>
                <c:pt idx="4862">
                  <c:v>1.9432093775262731</c:v>
                </c:pt>
                <c:pt idx="4863">
                  <c:v>1.9765561843168957</c:v>
                </c:pt>
                <c:pt idx="4864">
                  <c:v>1.9634195634599838</c:v>
                </c:pt>
                <c:pt idx="4865">
                  <c:v>1.971503637833468</c:v>
                </c:pt>
                <c:pt idx="4866">
                  <c:v>1.9593775262732416</c:v>
                </c:pt>
                <c:pt idx="4867">
                  <c:v>1.9785772029102666</c:v>
                </c:pt>
                <c:pt idx="4868">
                  <c:v>1.9674616006467258</c:v>
                </c:pt>
                <c:pt idx="4869">
                  <c:v>1.9593775262732416</c:v>
                </c:pt>
                <c:pt idx="4870">
                  <c:v>1.9462409054163299</c:v>
                </c:pt>
                <c:pt idx="4871">
                  <c:v>1.9432093775262731</c:v>
                </c:pt>
                <c:pt idx="4872">
                  <c:v>1.9310832659660468</c:v>
                </c:pt>
                <c:pt idx="4873">
                  <c:v>1.9634195634599838</c:v>
                </c:pt>
                <c:pt idx="4874">
                  <c:v>1.9684721099434115</c:v>
                </c:pt>
                <c:pt idx="4875">
                  <c:v>2.0028294260307193</c:v>
                </c:pt>
                <c:pt idx="4876">
                  <c:v>2.0099029911075181</c:v>
                </c:pt>
                <c:pt idx="4877">
                  <c:v>1.9735246564268392</c:v>
                </c:pt>
                <c:pt idx="4878">
                  <c:v>1.9755456750202101</c:v>
                </c:pt>
                <c:pt idx="4879">
                  <c:v>1.9836297493936943</c:v>
                </c:pt>
                <c:pt idx="4880">
                  <c:v>1.9795877122069523</c:v>
                </c:pt>
                <c:pt idx="4881">
                  <c:v>2.0230396119644301</c:v>
                </c:pt>
                <c:pt idx="4882">
                  <c:v>2.0260711398544866</c:v>
                </c:pt>
                <c:pt idx="4883">
                  <c:v>1.9856507679870654</c:v>
                </c:pt>
                <c:pt idx="4884">
                  <c:v>2.0594179466451092</c:v>
                </c:pt>
                <c:pt idx="4885">
                  <c:v>2.0654810024252224</c:v>
                </c:pt>
                <c:pt idx="4886">
                  <c:v>2.0503233629749391</c:v>
                </c:pt>
                <c:pt idx="4887">
                  <c:v>2.0786176232821343</c:v>
                </c:pt>
                <c:pt idx="4888">
                  <c:v>2.1220695230396118</c:v>
                </c:pt>
                <c:pt idx="4889">
                  <c:v>2.1443007275666934</c:v>
                </c:pt>
                <c:pt idx="4890">
                  <c:v>2.1190379951495553</c:v>
                </c:pt>
                <c:pt idx="4891">
                  <c:v>2.0917542441390462</c:v>
                </c:pt>
                <c:pt idx="4892">
                  <c:v>2.1079223928860147</c:v>
                </c:pt>
                <c:pt idx="4893">
                  <c:v>2.0897332255456749</c:v>
                </c:pt>
                <c:pt idx="4894">
                  <c:v>2.0867016976556183</c:v>
                </c:pt>
                <c:pt idx="4895">
                  <c:v>2.0725545675020212</c:v>
                </c:pt>
                <c:pt idx="4896">
                  <c:v>2.0675020210185933</c:v>
                </c:pt>
                <c:pt idx="4897">
                  <c:v>2.0604284559417945</c:v>
                </c:pt>
                <c:pt idx="4898">
                  <c:v>2.0563864187550527</c:v>
                </c:pt>
                <c:pt idx="4899">
                  <c:v>2.0806386418755052</c:v>
                </c:pt>
                <c:pt idx="4900">
                  <c:v>2.0624494745351658</c:v>
                </c:pt>
                <c:pt idx="4901">
                  <c:v>2.0836701697655617</c:v>
                </c:pt>
                <c:pt idx="4902">
                  <c:v>2.0897332255456749</c:v>
                </c:pt>
                <c:pt idx="4903">
                  <c:v>2.0705335489086498</c:v>
                </c:pt>
                <c:pt idx="4904">
                  <c:v>2.0604284559417945</c:v>
                </c:pt>
                <c:pt idx="4905">
                  <c:v>2.0472918350848825</c:v>
                </c:pt>
                <c:pt idx="4906">
                  <c:v>2.087712206952304</c:v>
                </c:pt>
                <c:pt idx="4907">
                  <c:v>2.0563864187550527</c:v>
                </c:pt>
                <c:pt idx="4908">
                  <c:v>2.0513338722716248</c:v>
                </c:pt>
                <c:pt idx="4909">
                  <c:v>2.0321341956345997</c:v>
                </c:pt>
                <c:pt idx="4910">
                  <c:v>2.0503233629749391</c:v>
                </c:pt>
                <c:pt idx="4911">
                  <c:v>2.0675020210185933</c:v>
                </c:pt>
                <c:pt idx="4912">
                  <c:v>2.0816491511721908</c:v>
                </c:pt>
                <c:pt idx="4913">
                  <c:v>2.0543654001616813</c:v>
                </c:pt>
                <c:pt idx="4914">
                  <c:v>2.0776071139854486</c:v>
                </c:pt>
                <c:pt idx="4915">
                  <c:v>2.1432902182700082</c:v>
                </c:pt>
                <c:pt idx="4916">
                  <c:v>2.1412691996766369</c:v>
                </c:pt>
                <c:pt idx="4917">
                  <c:v>2.1271220695230397</c:v>
                </c:pt>
                <c:pt idx="4918">
                  <c:v>2.2120048504446239</c:v>
                </c:pt>
                <c:pt idx="4919">
                  <c:v>2.2069523039611965</c:v>
                </c:pt>
                <c:pt idx="4920">
                  <c:v>2.1503637833468066</c:v>
                </c:pt>
                <c:pt idx="4921">
                  <c:v>2.1645109135004041</c:v>
                </c:pt>
                <c:pt idx="4922">
                  <c:v>2.1493532740501213</c:v>
                </c:pt>
                <c:pt idx="4923">
                  <c:v>2.1382376717865803</c:v>
                </c:pt>
                <c:pt idx="4924">
                  <c:v>2.1503637833468066</c:v>
                </c:pt>
                <c:pt idx="4925">
                  <c:v>2.1624898949070332</c:v>
                </c:pt>
                <c:pt idx="4926">
                  <c:v>2.1382376717865803</c:v>
                </c:pt>
                <c:pt idx="4927">
                  <c:v>2.1786580436540017</c:v>
                </c:pt>
                <c:pt idx="4928">
                  <c:v>2.179668552950687</c:v>
                </c:pt>
                <c:pt idx="4929">
                  <c:v>2.2200889248181084</c:v>
                </c:pt>
                <c:pt idx="4930">
                  <c:v>2.2392886014551334</c:v>
                </c:pt>
                <c:pt idx="4931">
                  <c:v>2.2140258690379953</c:v>
                </c:pt>
                <c:pt idx="4932">
                  <c:v>2.2049312853678251</c:v>
                </c:pt>
                <c:pt idx="4933">
                  <c:v>2.1938156831042845</c:v>
                </c:pt>
                <c:pt idx="4934">
                  <c:v>2.1827000808407435</c:v>
                </c:pt>
                <c:pt idx="4935">
                  <c:v>2.1867421180274857</c:v>
                </c:pt>
                <c:pt idx="4936">
                  <c:v>2.2241309620048506</c:v>
                </c:pt>
                <c:pt idx="4937">
                  <c:v>2.2534357316087306</c:v>
                </c:pt>
                <c:pt idx="4938">
                  <c:v>2.2453516572352465</c:v>
                </c:pt>
                <c:pt idx="4939">
                  <c:v>2.261519805982215</c:v>
                </c:pt>
                <c:pt idx="4940">
                  <c:v>2.2645513338722716</c:v>
                </c:pt>
                <c:pt idx="4941">
                  <c:v>2.2514147130153597</c:v>
                </c:pt>
                <c:pt idx="4942">
                  <c:v>2.2251414713015358</c:v>
                </c:pt>
                <c:pt idx="4943">
                  <c:v>2.2251414713015358</c:v>
                </c:pt>
                <c:pt idx="4944">
                  <c:v>2.2291835084882781</c:v>
                </c:pt>
                <c:pt idx="4945">
                  <c:v>2.2776879547291835</c:v>
                </c:pt>
                <c:pt idx="4946">
                  <c:v>2.2797089733225544</c:v>
                </c:pt>
                <c:pt idx="4947">
                  <c:v>2.2675828617623282</c:v>
                </c:pt>
                <c:pt idx="4948">
                  <c:v>2.2989086499595794</c:v>
                </c:pt>
                <c:pt idx="4949">
                  <c:v>2.3191188358932902</c:v>
                </c:pt>
                <c:pt idx="4950">
                  <c:v>2.2857720291026675</c:v>
                </c:pt>
                <c:pt idx="4951">
                  <c:v>2.3080032336297491</c:v>
                </c:pt>
                <c:pt idx="4952">
                  <c:v>2.3514551333872271</c:v>
                </c:pt>
                <c:pt idx="4953">
                  <c:v>2.3352869846402586</c:v>
                </c:pt>
                <c:pt idx="4954">
                  <c:v>2.3524656426839128</c:v>
                </c:pt>
                <c:pt idx="4955">
                  <c:v>2.3231608730800324</c:v>
                </c:pt>
                <c:pt idx="4956">
                  <c:v>2.313055780113177</c:v>
                </c:pt>
                <c:pt idx="4957">
                  <c:v>2.3029506871463217</c:v>
                </c:pt>
                <c:pt idx="4958">
                  <c:v>2.2706143896523847</c:v>
                </c:pt>
                <c:pt idx="4959">
                  <c:v>2.269603880355699</c:v>
                </c:pt>
                <c:pt idx="4960">
                  <c:v>2.2332255456750203</c:v>
                </c:pt>
                <c:pt idx="4961">
                  <c:v>2.2382780921584478</c:v>
                </c:pt>
                <c:pt idx="4962">
                  <c:v>2.2534357316087306</c:v>
                </c:pt>
                <c:pt idx="4963">
                  <c:v>2.2685933710590138</c:v>
                </c:pt>
                <c:pt idx="4964">
                  <c:v>2.2483831851253031</c:v>
                </c:pt>
                <c:pt idx="4965">
                  <c:v>2.2534357316087306</c:v>
                </c:pt>
                <c:pt idx="4966">
                  <c:v>2.2271624898949072</c:v>
                </c:pt>
                <c:pt idx="4967">
                  <c:v>2.1877526273241714</c:v>
                </c:pt>
                <c:pt idx="4968">
                  <c:v>2.2130153597413096</c:v>
                </c:pt>
                <c:pt idx="4969">
                  <c:v>2.2018997574777686</c:v>
                </c:pt>
                <c:pt idx="4970">
                  <c:v>2.2008892481810833</c:v>
                </c:pt>
                <c:pt idx="4971">
                  <c:v>2.2908245755860954</c:v>
                </c:pt>
                <c:pt idx="4972">
                  <c:v>2.2857720291026675</c:v>
                </c:pt>
                <c:pt idx="4973">
                  <c:v>2.2635408245755859</c:v>
                </c:pt>
                <c:pt idx="4974">
                  <c:v>2.231204527081649</c:v>
                </c:pt>
                <c:pt idx="4975">
                  <c:v>2.1746160064672595</c:v>
                </c:pt>
                <c:pt idx="4976">
                  <c:v>2.1857316087308001</c:v>
                </c:pt>
                <c:pt idx="4977">
                  <c:v>2.1827000808407435</c:v>
                </c:pt>
                <c:pt idx="4978">
                  <c:v>2.1372271624898946</c:v>
                </c:pt>
                <c:pt idx="4979">
                  <c:v>2.1372271624898946</c:v>
                </c:pt>
                <c:pt idx="4980">
                  <c:v>2.1271220695230397</c:v>
                </c:pt>
                <c:pt idx="4981">
                  <c:v>2.1432902182700082</c:v>
                </c:pt>
                <c:pt idx="4982">
                  <c:v>2.1079223928860147</c:v>
                </c:pt>
                <c:pt idx="4983">
                  <c:v>2.1291430881164106</c:v>
                </c:pt>
                <c:pt idx="4984">
                  <c:v>2.1129749393694421</c:v>
                </c:pt>
                <c:pt idx="4985">
                  <c:v>2.1180274858528696</c:v>
                </c:pt>
                <c:pt idx="4986">
                  <c:v>2.0988278092158446</c:v>
                </c:pt>
                <c:pt idx="4987">
                  <c:v>2.1230800323362975</c:v>
                </c:pt>
                <c:pt idx="4988">
                  <c:v>2.0563864187550527</c:v>
                </c:pt>
                <c:pt idx="4989">
                  <c:v>2.0573969280517379</c:v>
                </c:pt>
                <c:pt idx="4990">
                  <c:v>2.011924009700889</c:v>
                </c:pt>
                <c:pt idx="4991">
                  <c:v>2.0159660468876313</c:v>
                </c:pt>
                <c:pt idx="4992">
                  <c:v>2.0462813257881973</c:v>
                </c:pt>
                <c:pt idx="4993">
                  <c:v>2.1604688763136619</c:v>
                </c:pt>
                <c:pt idx="4994">
                  <c:v>2.1827000808407435</c:v>
                </c:pt>
                <c:pt idx="4995">
                  <c:v>2.2665723524656425</c:v>
                </c:pt>
                <c:pt idx="4996">
                  <c:v>2.2635408245755859</c:v>
                </c:pt>
                <c:pt idx="4997">
                  <c:v>2.3433710590137427</c:v>
                </c:pt>
                <c:pt idx="4998">
                  <c:v>2.2999191592562651</c:v>
                </c:pt>
                <c:pt idx="4999">
                  <c:v>2.3150767987065479</c:v>
                </c:pt>
                <c:pt idx="5000">
                  <c:v>2.3049717057396926</c:v>
                </c:pt>
                <c:pt idx="5001">
                  <c:v>2.2958771220695229</c:v>
                </c:pt>
                <c:pt idx="5002">
                  <c:v>2.231204527081649</c:v>
                </c:pt>
                <c:pt idx="5003">
                  <c:v>2.190784155214228</c:v>
                </c:pt>
                <c:pt idx="5004">
                  <c:v>2.2291835084882781</c:v>
                </c:pt>
                <c:pt idx="5005">
                  <c:v>2.2453516572352465</c:v>
                </c:pt>
                <c:pt idx="5006">
                  <c:v>2.2200889248181084</c:v>
                </c:pt>
                <c:pt idx="5007">
                  <c:v>2.209983831851253</c:v>
                </c:pt>
                <c:pt idx="5008">
                  <c:v>2.2564672594987871</c:v>
                </c:pt>
                <c:pt idx="5009">
                  <c:v>2.24232012934519</c:v>
                </c:pt>
                <c:pt idx="5010">
                  <c:v>2.2160468876313661</c:v>
                </c:pt>
                <c:pt idx="5011">
                  <c:v>2.1847210994341149</c:v>
                </c:pt>
                <c:pt idx="5012">
                  <c:v>2.1422797089733225</c:v>
                </c:pt>
                <c:pt idx="5013">
                  <c:v>2.1635004042037185</c:v>
                </c:pt>
                <c:pt idx="5014">
                  <c:v>2.2150363783346805</c:v>
                </c:pt>
                <c:pt idx="5015">
                  <c:v>2.2120048504446239</c:v>
                </c:pt>
                <c:pt idx="5016">
                  <c:v>2.1968472109943411</c:v>
                </c:pt>
                <c:pt idx="5017">
                  <c:v>2.2150363783346805</c:v>
                </c:pt>
                <c:pt idx="5018">
                  <c:v>2.1362166531932094</c:v>
                </c:pt>
                <c:pt idx="5019">
                  <c:v>2.1038803556992725</c:v>
                </c:pt>
                <c:pt idx="5020">
                  <c:v>2.1240905416329832</c:v>
                </c:pt>
                <c:pt idx="5021">
                  <c:v>2.0947857720291028</c:v>
                </c:pt>
                <c:pt idx="5022">
                  <c:v>2.1321746160064672</c:v>
                </c:pt>
                <c:pt idx="5023">
                  <c:v>2.1059013742926433</c:v>
                </c:pt>
                <c:pt idx="5024">
                  <c:v>2.1291430881164106</c:v>
                </c:pt>
                <c:pt idx="5025">
                  <c:v>2.1271220695230397</c:v>
                </c:pt>
                <c:pt idx="5026">
                  <c:v>2.1180274858528696</c:v>
                </c:pt>
                <c:pt idx="5027">
                  <c:v>2.1453112368633791</c:v>
                </c:pt>
                <c:pt idx="5028">
                  <c:v>2.1544058205335488</c:v>
                </c:pt>
                <c:pt idx="5029">
                  <c:v>2.1382376717865803</c:v>
                </c:pt>
                <c:pt idx="5030">
                  <c:v>2.1089329021826999</c:v>
                </c:pt>
                <c:pt idx="5031">
                  <c:v>2.1008488278092159</c:v>
                </c:pt>
                <c:pt idx="5032">
                  <c:v>2.063459983831851</c:v>
                </c:pt>
                <c:pt idx="5033">
                  <c:v>2.0200080840743735</c:v>
                </c:pt>
                <c:pt idx="5034">
                  <c:v>2.0099029911075181</c:v>
                </c:pt>
                <c:pt idx="5035">
                  <c:v>2.0159660468876313</c:v>
                </c:pt>
                <c:pt idx="5036">
                  <c:v>2.0806386418755052</c:v>
                </c:pt>
                <c:pt idx="5037">
                  <c:v>2.0846806790622474</c:v>
                </c:pt>
                <c:pt idx="5038">
                  <c:v>2.0563864187550527</c:v>
                </c:pt>
                <c:pt idx="5039">
                  <c:v>2.0513338722716248</c:v>
                </c:pt>
                <c:pt idx="5040">
                  <c:v>2.0392077607113985</c:v>
                </c:pt>
                <c:pt idx="5041">
                  <c:v>2.0765966046887629</c:v>
                </c:pt>
                <c:pt idx="5042">
                  <c:v>2.1008488278092159</c:v>
                </c:pt>
                <c:pt idx="5043">
                  <c:v>2.0826596604688761</c:v>
                </c:pt>
                <c:pt idx="5044">
                  <c:v>2.0573969280517379</c:v>
                </c:pt>
                <c:pt idx="5045">
                  <c:v>2.0705335489086498</c:v>
                </c:pt>
                <c:pt idx="5046">
                  <c:v>2.1190379951495553</c:v>
                </c:pt>
                <c:pt idx="5047">
                  <c:v>2.0826596604688761</c:v>
                </c:pt>
                <c:pt idx="5048">
                  <c:v>2.0685125303152789</c:v>
                </c:pt>
                <c:pt idx="5049">
                  <c:v>2.0371867421180276</c:v>
                </c:pt>
                <c:pt idx="5050">
                  <c:v>2.0563864187550527</c:v>
                </c:pt>
                <c:pt idx="5051">
                  <c:v>2.0179870654810026</c:v>
                </c:pt>
                <c:pt idx="5052">
                  <c:v>2.0250606305578009</c:v>
                </c:pt>
                <c:pt idx="5053">
                  <c:v>2.0371867421180276</c:v>
                </c:pt>
                <c:pt idx="5054">
                  <c:v>2.0068714632174616</c:v>
                </c:pt>
                <c:pt idx="5055">
                  <c:v>1.9694826192400969</c:v>
                </c:pt>
                <c:pt idx="5056">
                  <c:v>1.9533144704931285</c:v>
                </c:pt>
                <c:pt idx="5057">
                  <c:v>1.9452303961196442</c:v>
                </c:pt>
                <c:pt idx="5058">
                  <c:v>1.9624090541632984</c:v>
                </c:pt>
                <c:pt idx="5059">
                  <c:v>1.9664510913500404</c:v>
                </c:pt>
                <c:pt idx="5060">
                  <c:v>1.9401778496362165</c:v>
                </c:pt>
                <c:pt idx="5061">
                  <c:v>1.9603880355699272</c:v>
                </c:pt>
                <c:pt idx="5062">
                  <c:v>1.9149151172190784</c:v>
                </c:pt>
                <c:pt idx="5063">
                  <c:v>1.9603880355699272</c:v>
                </c:pt>
                <c:pt idx="5064">
                  <c:v>1.9836297493936943</c:v>
                </c:pt>
                <c:pt idx="5065">
                  <c:v>2.0159660468876313</c:v>
                </c:pt>
                <c:pt idx="5066">
                  <c:v>1.9684721099434115</c:v>
                </c:pt>
                <c:pt idx="5067">
                  <c:v>1.9745351657235246</c:v>
                </c:pt>
                <c:pt idx="5068">
                  <c:v>1.9866612772837509</c:v>
                </c:pt>
                <c:pt idx="5069">
                  <c:v>2.0755860953920777</c:v>
                </c:pt>
                <c:pt idx="5070">
                  <c:v>2.1463217461600648</c:v>
                </c:pt>
                <c:pt idx="5071">
                  <c:v>2.1867421180274857</c:v>
                </c:pt>
                <c:pt idx="5072">
                  <c:v>2.1341956345998381</c:v>
                </c:pt>
                <c:pt idx="5073">
                  <c:v>2.1210590137429266</c:v>
                </c:pt>
                <c:pt idx="5074">
                  <c:v>2.2261519805982215</c:v>
                </c:pt>
                <c:pt idx="5075">
                  <c:v>2.1635004042037185</c:v>
                </c:pt>
                <c:pt idx="5076">
                  <c:v>2.1624898949070332</c:v>
                </c:pt>
                <c:pt idx="5077">
                  <c:v>2.106911883589329</c:v>
                </c:pt>
                <c:pt idx="5078">
                  <c:v>2.1301535974130963</c:v>
                </c:pt>
                <c:pt idx="5079">
                  <c:v>2.1574373484236053</c:v>
                </c:pt>
                <c:pt idx="5080">
                  <c:v>2.1412691996766369</c:v>
                </c:pt>
                <c:pt idx="5081">
                  <c:v>2.1806790622473726</c:v>
                </c:pt>
                <c:pt idx="5082">
                  <c:v>2.128132578819725</c:v>
                </c:pt>
                <c:pt idx="5083">
                  <c:v>2.1160064672594987</c:v>
                </c:pt>
                <c:pt idx="5084">
                  <c:v>2.1523848019401779</c:v>
                </c:pt>
                <c:pt idx="5085">
                  <c:v>2.1372271624898946</c:v>
                </c:pt>
                <c:pt idx="5086">
                  <c:v>2.1443007275666934</c:v>
                </c:pt>
                <c:pt idx="5087">
                  <c:v>2.1028698464025868</c:v>
                </c:pt>
                <c:pt idx="5088">
                  <c:v>2.0543654001616813</c:v>
                </c:pt>
                <c:pt idx="5089">
                  <c:v>2.0614389652384801</c:v>
                </c:pt>
                <c:pt idx="5090">
                  <c:v>2.0311236863379141</c:v>
                </c:pt>
                <c:pt idx="5091">
                  <c:v>2.0048504446240907</c:v>
                </c:pt>
                <c:pt idx="5092">
                  <c:v>1.9866612772837509</c:v>
                </c:pt>
                <c:pt idx="5093">
                  <c:v>2.0008084074373484</c:v>
                </c:pt>
                <c:pt idx="5094">
                  <c:v>1.98464025869038</c:v>
                </c:pt>
                <c:pt idx="5095">
                  <c:v>2.0018189167340341</c:v>
                </c:pt>
                <c:pt idx="5096">
                  <c:v>2.0220291026677444</c:v>
                </c:pt>
                <c:pt idx="5097">
                  <c:v>2.087712206952304</c:v>
                </c:pt>
                <c:pt idx="5098">
                  <c:v>2.0513338722716248</c:v>
                </c:pt>
                <c:pt idx="5099">
                  <c:v>2.0685125303152789</c:v>
                </c:pt>
                <c:pt idx="5100">
                  <c:v>2.1018593371059011</c:v>
                </c:pt>
                <c:pt idx="5101">
                  <c:v>2.1271220695230397</c:v>
                </c:pt>
                <c:pt idx="5102">
                  <c:v>2.1059013742926433</c:v>
                </c:pt>
                <c:pt idx="5103">
                  <c:v>2.1311641067097815</c:v>
                </c:pt>
                <c:pt idx="5104">
                  <c:v>2.1503637833468066</c:v>
                </c:pt>
                <c:pt idx="5105">
                  <c:v>2.1928051738075989</c:v>
                </c:pt>
                <c:pt idx="5106">
                  <c:v>2.1806790622473726</c:v>
                </c:pt>
                <c:pt idx="5107">
                  <c:v>2.198868229587712</c:v>
                </c:pt>
                <c:pt idx="5108">
                  <c:v>2.2534357316087306</c:v>
                </c:pt>
                <c:pt idx="5109">
                  <c:v>2.2170573969280518</c:v>
                </c:pt>
                <c:pt idx="5110">
                  <c:v>2.1948261924009702</c:v>
                </c:pt>
                <c:pt idx="5111">
                  <c:v>2.1877526273241714</c:v>
                </c:pt>
                <c:pt idx="5112">
                  <c:v>2.1564268391269201</c:v>
                </c:pt>
                <c:pt idx="5113">
                  <c:v>2.1655214227970898</c:v>
                </c:pt>
                <c:pt idx="5114">
                  <c:v>2.1806790622473726</c:v>
                </c:pt>
                <c:pt idx="5115">
                  <c:v>2.1645109135004041</c:v>
                </c:pt>
                <c:pt idx="5116">
                  <c:v>2.2200889248181084</c:v>
                </c:pt>
                <c:pt idx="5117">
                  <c:v>2.1756265157639452</c:v>
                </c:pt>
                <c:pt idx="5118">
                  <c:v>2.1928051738075989</c:v>
                </c:pt>
                <c:pt idx="5119">
                  <c:v>2.2493936944219888</c:v>
                </c:pt>
                <c:pt idx="5120">
                  <c:v>2.3292239288601455</c:v>
                </c:pt>
                <c:pt idx="5121">
                  <c:v>2.2382780921584478</c:v>
                </c:pt>
                <c:pt idx="5122">
                  <c:v>2.2574777687954728</c:v>
                </c:pt>
                <c:pt idx="5123">
                  <c:v>2.2160468876313661</c:v>
                </c:pt>
                <c:pt idx="5124">
                  <c:v>2.2271624898949072</c:v>
                </c:pt>
                <c:pt idx="5125">
                  <c:v>2.198868229587712</c:v>
                </c:pt>
                <c:pt idx="5126">
                  <c:v>2.2210994341147936</c:v>
                </c:pt>
                <c:pt idx="5127">
                  <c:v>2.2190784155214227</c:v>
                </c:pt>
                <c:pt idx="5128">
                  <c:v>2.3181083265966045</c:v>
                </c:pt>
                <c:pt idx="5129">
                  <c:v>2.3029506871463217</c:v>
                </c:pt>
                <c:pt idx="5130">
                  <c:v>2.3160873080032336</c:v>
                </c:pt>
                <c:pt idx="5131">
                  <c:v>2.3635812449474534</c:v>
                </c:pt>
                <c:pt idx="5132">
                  <c:v>2.3878334680679063</c:v>
                </c:pt>
                <c:pt idx="5133">
                  <c:v>2.4575586095392077</c:v>
                </c:pt>
                <c:pt idx="5134">
                  <c:v>2.4070331447049313</c:v>
                </c:pt>
                <c:pt idx="5135">
                  <c:v>2.3938965238480194</c:v>
                </c:pt>
                <c:pt idx="5136">
                  <c:v>2.4090541632983022</c:v>
                </c:pt>
                <c:pt idx="5137">
                  <c:v>2.4029911075181891</c:v>
                </c:pt>
                <c:pt idx="5138">
                  <c:v>2.4110751818916731</c:v>
                </c:pt>
                <c:pt idx="5139">
                  <c:v>2.5030315278900566</c:v>
                </c:pt>
                <c:pt idx="5140">
                  <c:v>2.532336297493937</c:v>
                </c:pt>
                <c:pt idx="5141">
                  <c:v>2.5333468067906226</c:v>
                </c:pt>
                <c:pt idx="5142">
                  <c:v>2.5606305578011317</c:v>
                </c:pt>
                <c:pt idx="5143">
                  <c:v>2.5434518997574775</c:v>
                </c:pt>
                <c:pt idx="5144">
                  <c:v>2.5121261115602262</c:v>
                </c:pt>
                <c:pt idx="5145">
                  <c:v>2.5646725949878739</c:v>
                </c:pt>
                <c:pt idx="5146">
                  <c:v>2.5040420371867422</c:v>
                </c:pt>
                <c:pt idx="5147">
                  <c:v>2.4858528698464024</c:v>
                </c:pt>
                <c:pt idx="5148">
                  <c:v>2.4666531932093774</c:v>
                </c:pt>
                <c:pt idx="5149">
                  <c:v>2.4403799514955535</c:v>
                </c:pt>
                <c:pt idx="5150">
                  <c:v>2.4191592562651576</c:v>
                </c:pt>
                <c:pt idx="5151">
                  <c:v>2.456548100242522</c:v>
                </c:pt>
                <c:pt idx="5152">
                  <c:v>2.4434114793856101</c:v>
                </c:pt>
                <c:pt idx="5153">
                  <c:v>2.4514955537590946</c:v>
                </c:pt>
                <c:pt idx="5154">
                  <c:v>2.4616006467259499</c:v>
                </c:pt>
                <c:pt idx="5155">
                  <c:v>2.4322958771220695</c:v>
                </c:pt>
                <c:pt idx="5156">
                  <c:v>2.4100646725949879</c:v>
                </c:pt>
                <c:pt idx="5157">
                  <c:v>2.4555375909458368</c:v>
                </c:pt>
                <c:pt idx="5158">
                  <c:v>2.416127728375101</c:v>
                </c:pt>
                <c:pt idx="5159">
                  <c:v>2.3757073565076796</c:v>
                </c:pt>
                <c:pt idx="5160">
                  <c:v>2.3959175424413903</c:v>
                </c:pt>
                <c:pt idx="5161">
                  <c:v>2.4191592562651576</c:v>
                </c:pt>
                <c:pt idx="5162">
                  <c:v>2.4060226354082457</c:v>
                </c:pt>
                <c:pt idx="5163">
                  <c:v>2.4181487469684719</c:v>
                </c:pt>
                <c:pt idx="5164">
                  <c:v>2.396928051738076</c:v>
                </c:pt>
                <c:pt idx="5165">
                  <c:v>2.3979385610347617</c:v>
                </c:pt>
                <c:pt idx="5166">
                  <c:v>2.4232012934518998</c:v>
                </c:pt>
                <c:pt idx="5167">
                  <c:v>2.4696847210994339</c:v>
                </c:pt>
                <c:pt idx="5168">
                  <c:v>2.3736863379143087</c:v>
                </c:pt>
                <c:pt idx="5169">
                  <c:v>2.4080436540016166</c:v>
                </c:pt>
                <c:pt idx="5170">
                  <c:v>2.3443815683104283</c:v>
                </c:pt>
                <c:pt idx="5171">
                  <c:v>2.2888035569927241</c:v>
                </c:pt>
                <c:pt idx="5172">
                  <c:v>2.3312449474535164</c:v>
                </c:pt>
                <c:pt idx="5173">
                  <c:v>2.3120452708164914</c:v>
                </c:pt>
                <c:pt idx="5174">
                  <c:v>2.2817299919159257</c:v>
                </c:pt>
                <c:pt idx="5175">
                  <c:v>2.3100242522231205</c:v>
                </c:pt>
                <c:pt idx="5176">
                  <c:v>2.293856103476152</c:v>
                </c:pt>
                <c:pt idx="5177">
                  <c:v>2.3484236054971706</c:v>
                </c:pt>
                <c:pt idx="5178">
                  <c:v>2.3949070331447047</c:v>
                </c:pt>
                <c:pt idx="5179">
                  <c:v>2.4585691188358934</c:v>
                </c:pt>
                <c:pt idx="5180">
                  <c:v>2.4878738884397738</c:v>
                </c:pt>
                <c:pt idx="5181">
                  <c:v>2.4272433306386416</c:v>
                </c:pt>
                <c:pt idx="5182">
                  <c:v>2.4171382376717867</c:v>
                </c:pt>
                <c:pt idx="5183">
                  <c:v>2.4626111560226351</c:v>
                </c:pt>
                <c:pt idx="5184">
                  <c:v>2.4575586095392077</c:v>
                </c:pt>
                <c:pt idx="5185">
                  <c:v>2.4706952303961196</c:v>
                </c:pt>
                <c:pt idx="5186">
                  <c:v>2.4898949070331446</c:v>
                </c:pt>
                <c:pt idx="5187">
                  <c:v>2.5495149555375907</c:v>
                </c:pt>
                <c:pt idx="5188">
                  <c:v>2.5373888439773644</c:v>
                </c:pt>
                <c:pt idx="5189">
                  <c:v>2.4848423605497172</c:v>
                </c:pt>
                <c:pt idx="5190">
                  <c:v>2.5030315278900566</c:v>
                </c:pt>
                <c:pt idx="5191">
                  <c:v>2.5848827809215846</c:v>
                </c:pt>
                <c:pt idx="5192">
                  <c:v>2.5939773645917543</c:v>
                </c:pt>
                <c:pt idx="5193">
                  <c:v>2.6000404203718674</c:v>
                </c:pt>
                <c:pt idx="5194">
                  <c:v>2.6404607922392884</c:v>
                </c:pt>
                <c:pt idx="5195">
                  <c:v>2.6172190784155211</c:v>
                </c:pt>
                <c:pt idx="5196">
                  <c:v>2.6010509296685527</c:v>
                </c:pt>
                <c:pt idx="5197">
                  <c:v>2.5788197251414711</c:v>
                </c:pt>
                <c:pt idx="5198">
                  <c:v>2.5737671786580436</c:v>
                </c:pt>
                <c:pt idx="5199">
                  <c:v>2.6697655618431688</c:v>
                </c:pt>
                <c:pt idx="5200">
                  <c:v>2.6647130153597414</c:v>
                </c:pt>
                <c:pt idx="5201">
                  <c:v>2.7111964430072755</c:v>
                </c:pt>
                <c:pt idx="5202">
                  <c:v>2.7273645917542439</c:v>
                </c:pt>
                <c:pt idx="5203">
                  <c:v>2.7233225545675022</c:v>
                </c:pt>
                <c:pt idx="5204">
                  <c:v>2.66269199676637</c:v>
                </c:pt>
                <c:pt idx="5205">
                  <c:v>2.5666936135812448</c:v>
                </c:pt>
                <c:pt idx="5206">
                  <c:v>2.6232821341956347</c:v>
                </c:pt>
                <c:pt idx="5207">
                  <c:v>2.686944219886823</c:v>
                </c:pt>
                <c:pt idx="5208">
                  <c:v>2.654607922392886</c:v>
                </c:pt>
                <c:pt idx="5209">
                  <c:v>2.6162085691188359</c:v>
                </c:pt>
                <c:pt idx="5210">
                  <c:v>2.6778496362166533</c:v>
                </c:pt>
                <c:pt idx="5211">
                  <c:v>2.6384397736459175</c:v>
                </c:pt>
                <c:pt idx="5212">
                  <c:v>2.6061034761519806</c:v>
                </c:pt>
                <c:pt idx="5213">
                  <c:v>2.6182295877122068</c:v>
                </c:pt>
                <c:pt idx="5214">
                  <c:v>2.5697251414713014</c:v>
                </c:pt>
                <c:pt idx="5215">
                  <c:v>2.5909458367016978</c:v>
                </c:pt>
                <c:pt idx="5216">
                  <c:v>2.6566289409862569</c:v>
                </c:pt>
                <c:pt idx="5217">
                  <c:v>2.6333872271624896</c:v>
                </c:pt>
                <c:pt idx="5218">
                  <c:v>2.5636620856911883</c:v>
                </c:pt>
                <c:pt idx="5219">
                  <c:v>2.5545675020210186</c:v>
                </c:pt>
                <c:pt idx="5220">
                  <c:v>2.5767987065481002</c:v>
                </c:pt>
                <c:pt idx="5221">
                  <c:v>2.6687550525464832</c:v>
                </c:pt>
                <c:pt idx="5222">
                  <c:v>2.603071948261924</c:v>
                </c:pt>
                <c:pt idx="5223">
                  <c:v>2.6859337105901373</c:v>
                </c:pt>
                <c:pt idx="5224">
                  <c:v>2.6394502829426032</c:v>
                </c:pt>
                <c:pt idx="5225">
                  <c:v>2.6849232012934516</c:v>
                </c:pt>
                <c:pt idx="5226">
                  <c:v>2.695028294260307</c:v>
                </c:pt>
                <c:pt idx="5227">
                  <c:v>2.7354486661277284</c:v>
                </c:pt>
                <c:pt idx="5228">
                  <c:v>2.7091754244139046</c:v>
                </c:pt>
                <c:pt idx="5229">
                  <c:v>2.6394502829426032</c:v>
                </c:pt>
                <c:pt idx="5230">
                  <c:v>2.5990299110751818</c:v>
                </c:pt>
                <c:pt idx="5231">
                  <c:v>2.6788601455133385</c:v>
                </c:pt>
                <c:pt idx="5232">
                  <c:v>2.6404607922392884</c:v>
                </c:pt>
                <c:pt idx="5233">
                  <c:v>2.6242926434923199</c:v>
                </c:pt>
                <c:pt idx="5234">
                  <c:v>2.6404607922392884</c:v>
                </c:pt>
                <c:pt idx="5235">
                  <c:v>2.6263136620856913</c:v>
                </c:pt>
                <c:pt idx="5236">
                  <c:v>2.6303556992724331</c:v>
                </c:pt>
                <c:pt idx="5237">
                  <c:v>2.635408245755861</c:v>
                </c:pt>
                <c:pt idx="5238">
                  <c:v>2.5737671786580436</c:v>
                </c:pt>
                <c:pt idx="5239">
                  <c:v>2.5535569927243329</c:v>
                </c:pt>
                <c:pt idx="5240">
                  <c:v>2.6020614389652383</c:v>
                </c:pt>
                <c:pt idx="5241">
                  <c:v>2.6131770412287794</c:v>
                </c:pt>
                <c:pt idx="5242">
                  <c:v>2.5848827809215846</c:v>
                </c:pt>
                <c:pt idx="5243">
                  <c:v>2.5424413904607923</c:v>
                </c:pt>
                <c:pt idx="5244">
                  <c:v>2.532336297493937</c:v>
                </c:pt>
                <c:pt idx="5245">
                  <c:v>2.5424413904607923</c:v>
                </c:pt>
                <c:pt idx="5246">
                  <c:v>2.5666936135812448</c:v>
                </c:pt>
                <c:pt idx="5247">
                  <c:v>2.5252627324171382</c:v>
                </c:pt>
                <c:pt idx="5248">
                  <c:v>2.4706952303961196</c:v>
                </c:pt>
                <c:pt idx="5249">
                  <c:v>2.4858528698464024</c:v>
                </c:pt>
                <c:pt idx="5250">
                  <c:v>2.4919159256265155</c:v>
                </c:pt>
                <c:pt idx="5251">
                  <c:v>2.4282538399353273</c:v>
                </c:pt>
                <c:pt idx="5252">
                  <c:v>2.5010105092966857</c:v>
                </c:pt>
                <c:pt idx="5253">
                  <c:v>2.4585691188358934</c:v>
                </c:pt>
                <c:pt idx="5254">
                  <c:v>2.4989894907033143</c:v>
                </c:pt>
                <c:pt idx="5255">
                  <c:v>2.4909054163298303</c:v>
                </c:pt>
                <c:pt idx="5256">
                  <c:v>2.4929264349232012</c:v>
                </c:pt>
                <c:pt idx="5257">
                  <c:v>2.5424413904607923</c:v>
                </c:pt>
                <c:pt idx="5258">
                  <c:v>2.5828617623282133</c:v>
                </c:pt>
                <c:pt idx="5259">
                  <c:v>2.5373888439773644</c:v>
                </c:pt>
                <c:pt idx="5260">
                  <c:v>2.5495149555375907</c:v>
                </c:pt>
                <c:pt idx="5261">
                  <c:v>2.6192400970088925</c:v>
                </c:pt>
                <c:pt idx="5262">
                  <c:v>2.6374292643492319</c:v>
                </c:pt>
                <c:pt idx="5263">
                  <c:v>2.6394502829426032</c:v>
                </c:pt>
                <c:pt idx="5264">
                  <c:v>2.6333872271624896</c:v>
                </c:pt>
                <c:pt idx="5265">
                  <c:v>2.6637025060630557</c:v>
                </c:pt>
                <c:pt idx="5266">
                  <c:v>2.7223120452708165</c:v>
                </c:pt>
                <c:pt idx="5267">
                  <c:v>2.8708569118835894</c:v>
                </c:pt>
                <c:pt idx="5268">
                  <c:v>2.8799514955537591</c:v>
                </c:pt>
                <c:pt idx="5269">
                  <c:v>2.9820129345189974</c:v>
                </c:pt>
                <c:pt idx="5270">
                  <c:v>2.9668552950687146</c:v>
                </c:pt>
                <c:pt idx="5271">
                  <c:v>2.9163298302344383</c:v>
                </c:pt>
                <c:pt idx="5272">
                  <c:v>2.9698868229587712</c:v>
                </c:pt>
                <c:pt idx="5273">
                  <c:v>3.0032336297493938</c:v>
                </c:pt>
                <c:pt idx="5274">
                  <c:v>2.944624090541633</c:v>
                </c:pt>
                <c:pt idx="5275">
                  <c:v>2.9739288601455134</c:v>
                </c:pt>
                <c:pt idx="5276">
                  <c:v>3.0497170573969279</c:v>
                </c:pt>
                <c:pt idx="5277">
                  <c:v>3.0860953920776071</c:v>
                </c:pt>
                <c:pt idx="5278">
                  <c:v>3.0739692805173808</c:v>
                </c:pt>
                <c:pt idx="5279">
                  <c:v>3.0295068714632172</c:v>
                </c:pt>
                <c:pt idx="5280">
                  <c:v>3.0749797898140661</c:v>
                </c:pt>
                <c:pt idx="5281">
                  <c:v>3.0547696038803558</c:v>
                </c:pt>
                <c:pt idx="5282">
                  <c:v>2.9789814066289408</c:v>
                </c:pt>
                <c:pt idx="5283">
                  <c:v>2.9395715440582051</c:v>
                </c:pt>
                <c:pt idx="5284">
                  <c:v>2.8354890864995959</c:v>
                </c:pt>
                <c:pt idx="5285">
                  <c:v>2.8203314470493126</c:v>
                </c:pt>
                <c:pt idx="5286">
                  <c:v>2.7607113985448666</c:v>
                </c:pt>
                <c:pt idx="5287">
                  <c:v>2.7324171382376718</c:v>
                </c:pt>
                <c:pt idx="5288">
                  <c:v>2.7192805173807599</c:v>
                </c:pt>
                <c:pt idx="5289">
                  <c:v>2.6768391269199676</c:v>
                </c:pt>
                <c:pt idx="5290">
                  <c:v>2.6556184316895717</c:v>
                </c:pt>
                <c:pt idx="5291">
                  <c:v>2.6232821341956347</c:v>
                </c:pt>
                <c:pt idx="5292">
                  <c:v>2.7253435731608731</c:v>
                </c:pt>
                <c:pt idx="5293">
                  <c:v>2.6829021827000807</c:v>
                </c:pt>
                <c:pt idx="5294">
                  <c:v>2.7960792239288601</c:v>
                </c:pt>
                <c:pt idx="5295">
                  <c:v>2.7738480194017785</c:v>
                </c:pt>
                <c:pt idx="5296">
                  <c:v>2.7364591754244136</c:v>
                </c:pt>
                <c:pt idx="5297">
                  <c:v>2.7687954729183506</c:v>
                </c:pt>
                <c:pt idx="5298">
                  <c:v>2.7495957962813256</c:v>
                </c:pt>
                <c:pt idx="5299">
                  <c:v>2.7728375101050928</c:v>
                </c:pt>
                <c:pt idx="5300">
                  <c:v>2.7506063055780112</c:v>
                </c:pt>
                <c:pt idx="5301">
                  <c:v>2.7586903799514957</c:v>
                </c:pt>
                <c:pt idx="5302">
                  <c:v>2.7526273241713821</c:v>
                </c:pt>
                <c:pt idx="5303">
                  <c:v>2.7223120452708165</c:v>
                </c:pt>
                <c:pt idx="5304">
                  <c:v>2.6707760711398545</c:v>
                </c:pt>
                <c:pt idx="5305">
                  <c:v>2.6859337105901373</c:v>
                </c:pt>
                <c:pt idx="5306">
                  <c:v>2.5858932902182699</c:v>
                </c:pt>
                <c:pt idx="5307">
                  <c:v>2.6758286176232819</c:v>
                </c:pt>
                <c:pt idx="5308">
                  <c:v>2.6788601455133385</c:v>
                </c:pt>
                <c:pt idx="5309">
                  <c:v>2.635408245755861</c:v>
                </c:pt>
                <c:pt idx="5310">
                  <c:v>2.6768391269199676</c:v>
                </c:pt>
                <c:pt idx="5311">
                  <c:v>2.6293451899757478</c:v>
                </c:pt>
                <c:pt idx="5312">
                  <c:v>2.5656831042845591</c:v>
                </c:pt>
                <c:pt idx="5313">
                  <c:v>2.6010509296685527</c:v>
                </c:pt>
                <c:pt idx="5314">
                  <c:v>2.5858932902182699</c:v>
                </c:pt>
                <c:pt idx="5315">
                  <c:v>2.7192805173807599</c:v>
                </c:pt>
                <c:pt idx="5316">
                  <c:v>2.686944219886823</c:v>
                </c:pt>
                <c:pt idx="5317">
                  <c:v>2.6151980598221503</c:v>
                </c:pt>
                <c:pt idx="5318">
                  <c:v>2.5252627324171382</c:v>
                </c:pt>
                <c:pt idx="5319">
                  <c:v>2.480800323362975</c:v>
                </c:pt>
                <c:pt idx="5320">
                  <c:v>2.4727162489894905</c:v>
                </c:pt>
                <c:pt idx="5321">
                  <c:v>2.4666531932093774</c:v>
                </c:pt>
                <c:pt idx="5322">
                  <c:v>2.5616410670978174</c:v>
                </c:pt>
                <c:pt idx="5323">
                  <c:v>2.5687146321746162</c:v>
                </c:pt>
                <c:pt idx="5324">
                  <c:v>2.6071139854486662</c:v>
                </c:pt>
                <c:pt idx="5325">
                  <c:v>2.7162489894907034</c:v>
                </c:pt>
                <c:pt idx="5326">
                  <c:v>2.8041632983023441</c:v>
                </c:pt>
                <c:pt idx="5327">
                  <c:v>2.8314470493128536</c:v>
                </c:pt>
                <c:pt idx="5328">
                  <c:v>2.8364995957962811</c:v>
                </c:pt>
                <c:pt idx="5329">
                  <c:v>2.8728779304769603</c:v>
                </c:pt>
                <c:pt idx="5330">
                  <c:v>2.798100242522231</c:v>
                </c:pt>
                <c:pt idx="5331">
                  <c:v>2.7445432497978981</c:v>
                </c:pt>
                <c:pt idx="5332">
                  <c:v>2.738480194017785</c:v>
                </c:pt>
                <c:pt idx="5333">
                  <c:v>2.7253435731608731</c:v>
                </c:pt>
                <c:pt idx="5334">
                  <c:v>2.7910266774454326</c:v>
                </c:pt>
                <c:pt idx="5335">
                  <c:v>2.8506467259498787</c:v>
                </c:pt>
                <c:pt idx="5336">
                  <c:v>2.8435731608730799</c:v>
                </c:pt>
                <c:pt idx="5337">
                  <c:v>2.9547291835084883</c:v>
                </c:pt>
                <c:pt idx="5338">
                  <c:v>2.9294664510913502</c:v>
                </c:pt>
                <c:pt idx="5339">
                  <c:v>2.8971301535974132</c:v>
                </c:pt>
                <c:pt idx="5340">
                  <c:v>2.88197251414713</c:v>
                </c:pt>
                <c:pt idx="5341">
                  <c:v>2.9132983023443817</c:v>
                </c:pt>
                <c:pt idx="5342">
                  <c:v>2.8779304769603882</c:v>
                </c:pt>
                <c:pt idx="5343">
                  <c:v>2.9405820533548908</c:v>
                </c:pt>
                <c:pt idx="5344">
                  <c:v>2.9294664510913502</c:v>
                </c:pt>
                <c:pt idx="5345">
                  <c:v>3.0355699272433307</c:v>
                </c:pt>
                <c:pt idx="5346">
                  <c:v>3.0790218270008083</c:v>
                </c:pt>
                <c:pt idx="5347">
                  <c:v>3.0759902991107517</c:v>
                </c:pt>
                <c:pt idx="5348">
                  <c:v>2.9648342764753437</c:v>
                </c:pt>
                <c:pt idx="5349">
                  <c:v>2.9729183508488277</c:v>
                </c:pt>
                <c:pt idx="5350">
                  <c:v>2.9395715440582051</c:v>
                </c:pt>
                <c:pt idx="5351">
                  <c:v>2.8910670978172996</c:v>
                </c:pt>
                <c:pt idx="5352">
                  <c:v>2.912287793047696</c:v>
                </c:pt>
                <c:pt idx="5353">
                  <c:v>2.9031932093775263</c:v>
                </c:pt>
                <c:pt idx="5354">
                  <c:v>2.9375505254648342</c:v>
                </c:pt>
                <c:pt idx="5355">
                  <c:v>2.9042037186742116</c:v>
                </c:pt>
                <c:pt idx="5356">
                  <c:v>2.8668148746968471</c:v>
                </c:pt>
                <c:pt idx="5357">
                  <c:v>2.8567097817299918</c:v>
                </c:pt>
                <c:pt idx="5358">
                  <c:v>2.8354890864995959</c:v>
                </c:pt>
                <c:pt idx="5359">
                  <c:v>2.8506467259498787</c:v>
                </c:pt>
                <c:pt idx="5360">
                  <c:v>2.8860145513338722</c:v>
                </c:pt>
                <c:pt idx="5361">
                  <c:v>2.8516572352465643</c:v>
                </c:pt>
                <c:pt idx="5362">
                  <c:v>2.8314470493128536</c:v>
                </c:pt>
                <c:pt idx="5363">
                  <c:v>2.7627324171382375</c:v>
                </c:pt>
                <c:pt idx="5364">
                  <c:v>2.7213015359741308</c:v>
                </c:pt>
                <c:pt idx="5365">
                  <c:v>2.714227970897332</c:v>
                </c:pt>
                <c:pt idx="5366">
                  <c:v>2.7374696847210993</c:v>
                </c:pt>
                <c:pt idx="5367">
                  <c:v>2.8769199676637025</c:v>
                </c:pt>
                <c:pt idx="5368">
                  <c:v>2.88197251414713</c:v>
                </c:pt>
                <c:pt idx="5369">
                  <c:v>2.8587308003233631</c:v>
                </c:pt>
                <c:pt idx="5370">
                  <c:v>2.830436540016168</c:v>
                </c:pt>
                <c:pt idx="5371">
                  <c:v>2.7869846402586904</c:v>
                </c:pt>
                <c:pt idx="5372">
                  <c:v>2.8536782538399352</c:v>
                </c:pt>
                <c:pt idx="5373">
                  <c:v>2.9062247372675829</c:v>
                </c:pt>
                <c:pt idx="5374">
                  <c:v>2.9223928860145514</c:v>
                </c:pt>
                <c:pt idx="5375">
                  <c:v>2.9223928860145514</c:v>
                </c:pt>
                <c:pt idx="5376">
                  <c:v>2.8647938561034763</c:v>
                </c:pt>
                <c:pt idx="5377">
                  <c:v>2.8738884397736459</c:v>
                </c:pt>
                <c:pt idx="5378">
                  <c:v>2.933508488278092</c:v>
                </c:pt>
                <c:pt idx="5379">
                  <c:v>3.0628536782538398</c:v>
                </c:pt>
                <c:pt idx="5380">
                  <c:v>3.0578011317704124</c:v>
                </c:pt>
                <c:pt idx="5381">
                  <c:v>3.0113177041228778</c:v>
                </c:pt>
                <c:pt idx="5382">
                  <c:v>3.0082861762328212</c:v>
                </c:pt>
                <c:pt idx="5383">
                  <c:v>2.9951495553759093</c:v>
                </c:pt>
                <c:pt idx="5384">
                  <c:v>2.9628132578819724</c:v>
                </c:pt>
                <c:pt idx="5385">
                  <c:v>2.9587712206952301</c:v>
                </c:pt>
                <c:pt idx="5386">
                  <c:v>2.971907841552142</c:v>
                </c:pt>
                <c:pt idx="5387">
                  <c:v>2.901172190784155</c:v>
                </c:pt>
                <c:pt idx="5388">
                  <c:v>2.9274454324979788</c:v>
                </c:pt>
                <c:pt idx="5389">
                  <c:v>2.9648342764753437</c:v>
                </c:pt>
                <c:pt idx="5390">
                  <c:v>2.9749393694421986</c:v>
                </c:pt>
                <c:pt idx="5391">
                  <c:v>2.985044462409054</c:v>
                </c:pt>
                <c:pt idx="5392">
                  <c:v>3.0305173807599028</c:v>
                </c:pt>
                <c:pt idx="5393">
                  <c:v>2.9981810832659659</c:v>
                </c:pt>
                <c:pt idx="5394">
                  <c:v>3.0648746968472111</c:v>
                </c:pt>
                <c:pt idx="5395">
                  <c:v>3.0739692805173808</c:v>
                </c:pt>
                <c:pt idx="5396">
                  <c:v>3.0315278900565885</c:v>
                </c:pt>
                <c:pt idx="5397">
                  <c:v>3.0749797898140661</c:v>
                </c:pt>
                <c:pt idx="5398">
                  <c:v>3.1265157639450281</c:v>
                </c:pt>
                <c:pt idx="5399">
                  <c:v>3.1244947453516572</c:v>
                </c:pt>
                <c:pt idx="5400">
                  <c:v>3.2265561843168955</c:v>
                </c:pt>
                <c:pt idx="5401">
                  <c:v>3.1932093775262733</c:v>
                </c:pt>
                <c:pt idx="5402">
                  <c:v>3.1568310428455941</c:v>
                </c:pt>
                <c:pt idx="5403">
                  <c:v>3.1305578011317703</c:v>
                </c:pt>
                <c:pt idx="5404">
                  <c:v>3.1032740501212612</c:v>
                </c:pt>
                <c:pt idx="5405">
                  <c:v>3.1032740501212612</c:v>
                </c:pt>
                <c:pt idx="5406">
                  <c:v>3.1608730800323364</c:v>
                </c:pt>
                <c:pt idx="5407">
                  <c:v>3.2457558609539205</c:v>
                </c:pt>
                <c:pt idx="5408">
                  <c:v>3.2892077607113985</c:v>
                </c:pt>
                <c:pt idx="5409">
                  <c:v>3.3023443815683104</c:v>
                </c:pt>
                <c:pt idx="5410">
                  <c:v>3.3437752627324171</c:v>
                </c:pt>
                <c:pt idx="5411">
                  <c:v>3.2780921584478575</c:v>
                </c:pt>
                <c:pt idx="5412">
                  <c:v>3.3316491511721908</c:v>
                </c:pt>
                <c:pt idx="5413">
                  <c:v>3.3185125303152789</c:v>
                </c:pt>
                <c:pt idx="5414">
                  <c:v>3.3276071139854486</c:v>
                </c:pt>
                <c:pt idx="5415">
                  <c:v>3.4246160064672595</c:v>
                </c:pt>
                <c:pt idx="5416">
                  <c:v>3.4609943411479387</c:v>
                </c:pt>
                <c:pt idx="5417">
                  <c:v>3.3943007275666934</c:v>
                </c:pt>
                <c:pt idx="5418">
                  <c:v>3.3559013742926433</c:v>
                </c:pt>
                <c:pt idx="5419">
                  <c:v>3.261924009700889</c:v>
                </c:pt>
                <c:pt idx="5420">
                  <c:v>3.1386418755052548</c:v>
                </c:pt>
                <c:pt idx="5421">
                  <c:v>3.1386418755052548</c:v>
                </c:pt>
                <c:pt idx="5422">
                  <c:v>3.261924009700889</c:v>
                </c:pt>
                <c:pt idx="5423">
                  <c:v>3.2295877122069521</c:v>
                </c:pt>
                <c:pt idx="5424">
                  <c:v>3.2184721099434115</c:v>
                </c:pt>
                <c:pt idx="5425">
                  <c:v>3.2275666936135812</c:v>
                </c:pt>
                <c:pt idx="5426">
                  <c:v>3.1841147938561032</c:v>
                </c:pt>
                <c:pt idx="5427">
                  <c:v>3.1467259498787388</c:v>
                </c:pt>
                <c:pt idx="5428">
                  <c:v>3.1659256265157638</c:v>
                </c:pt>
                <c:pt idx="5429">
                  <c:v>3.1972514147130151</c:v>
                </c:pt>
                <c:pt idx="5430">
                  <c:v>3.1750202101859335</c:v>
                </c:pt>
                <c:pt idx="5431">
                  <c:v>3.055780113177041</c:v>
                </c:pt>
                <c:pt idx="5432">
                  <c:v>3.107316087308003</c:v>
                </c:pt>
                <c:pt idx="5433">
                  <c:v>3.131568310428456</c:v>
                </c:pt>
                <c:pt idx="5434">
                  <c:v>3.1436944219886822</c:v>
                </c:pt>
                <c:pt idx="5435">
                  <c:v>3.2204931285367824</c:v>
                </c:pt>
                <c:pt idx="5436">
                  <c:v>3.2881972514147129</c:v>
                </c:pt>
                <c:pt idx="5437">
                  <c:v>3.2952708164915117</c:v>
                </c:pt>
                <c:pt idx="5438">
                  <c:v>3.2568714632174616</c:v>
                </c:pt>
                <c:pt idx="5439">
                  <c:v>3.1689571544058204</c:v>
                </c:pt>
                <c:pt idx="5440">
                  <c:v>3.1901778496362168</c:v>
                </c:pt>
                <c:pt idx="5441">
                  <c:v>3.1548100242522232</c:v>
                </c:pt>
                <c:pt idx="5442">
                  <c:v>3.1133791430881161</c:v>
                </c:pt>
                <c:pt idx="5443">
                  <c:v>3.0638641875505255</c:v>
                </c:pt>
                <c:pt idx="5444">
                  <c:v>3.107316087308003</c:v>
                </c:pt>
                <c:pt idx="5445">
                  <c:v>3.0729587712206952</c:v>
                </c:pt>
                <c:pt idx="5446">
                  <c:v>3.0173807599029909</c:v>
                </c:pt>
                <c:pt idx="5447">
                  <c:v>3.0739692805173808</c:v>
                </c:pt>
                <c:pt idx="5448">
                  <c:v>3.0770008084074374</c:v>
                </c:pt>
                <c:pt idx="5449">
                  <c:v>3.107316087308003</c:v>
                </c:pt>
                <c:pt idx="5450">
                  <c:v>3.0608326596604689</c:v>
                </c:pt>
                <c:pt idx="5451">
                  <c:v>3.0133387227162491</c:v>
                </c:pt>
                <c:pt idx="5452">
                  <c:v>3.0022231204527081</c:v>
                </c:pt>
                <c:pt idx="5453">
                  <c:v>3.1123686337914309</c:v>
                </c:pt>
                <c:pt idx="5454">
                  <c:v>3.2134195634599836</c:v>
                </c:pt>
                <c:pt idx="5455">
                  <c:v>3.191188358932902</c:v>
                </c:pt>
                <c:pt idx="5456">
                  <c:v>3.1467259498787388</c:v>
                </c:pt>
                <c:pt idx="5457">
                  <c:v>3.2396928051738074</c:v>
                </c:pt>
                <c:pt idx="5458">
                  <c:v>3.2993128536782539</c:v>
                </c:pt>
                <c:pt idx="5459">
                  <c:v>3.2043249797898139</c:v>
                </c:pt>
                <c:pt idx="5460">
                  <c:v>3.1376313662085691</c:v>
                </c:pt>
                <c:pt idx="5461">
                  <c:v>3.1820937752627323</c:v>
                </c:pt>
                <c:pt idx="5462">
                  <c:v>3.0759902991107517</c:v>
                </c:pt>
                <c:pt idx="5463">
                  <c:v>3.1103476151980596</c:v>
                </c:pt>
                <c:pt idx="5464">
                  <c:v>3.0537590945836701</c:v>
                </c:pt>
                <c:pt idx="5465">
                  <c:v>3.0436540016168148</c:v>
                </c:pt>
                <c:pt idx="5466">
                  <c:v>3.0931689571544059</c:v>
                </c:pt>
                <c:pt idx="5467">
                  <c:v>3.1123686337914309</c:v>
                </c:pt>
                <c:pt idx="5468">
                  <c:v>3.150767987065481</c:v>
                </c:pt>
                <c:pt idx="5469">
                  <c:v>3.1709781729991917</c:v>
                </c:pt>
                <c:pt idx="5470">
                  <c:v>3.1174211802748584</c:v>
                </c:pt>
                <c:pt idx="5471">
                  <c:v>3.2265561843168955</c:v>
                </c:pt>
                <c:pt idx="5472">
                  <c:v>3.2356507679870652</c:v>
                </c:pt>
                <c:pt idx="5473">
                  <c:v>3.1457154405820531</c:v>
                </c:pt>
                <c:pt idx="5474">
                  <c:v>3.1487469684721097</c:v>
                </c:pt>
                <c:pt idx="5475">
                  <c:v>3.2204931285367824</c:v>
                </c:pt>
                <c:pt idx="5476">
                  <c:v>3.2083670169765561</c:v>
                </c:pt>
                <c:pt idx="5477">
                  <c:v>3.3943007275666934</c:v>
                </c:pt>
                <c:pt idx="5478">
                  <c:v>3.5347615198059823</c:v>
                </c:pt>
                <c:pt idx="5479">
                  <c:v>3.7419159256265155</c:v>
                </c:pt>
                <c:pt idx="5480">
                  <c:v>3.4185529506871464</c:v>
                </c:pt>
                <c:pt idx="5481">
                  <c:v>3.75</c:v>
                </c:pt>
                <c:pt idx="5482">
                  <c:v>4.0602263540824577</c:v>
                </c:pt>
                <c:pt idx="5483">
                  <c:v>4.2572756669361356</c:v>
                </c:pt>
                <c:pt idx="5484">
                  <c:v>4.9353274050121261</c:v>
                </c:pt>
                <c:pt idx="5485">
                  <c:v>4.8565076798706546</c:v>
                </c:pt>
                <c:pt idx="5486">
                  <c:v>5.3001212611156019</c:v>
                </c:pt>
                <c:pt idx="5487">
                  <c:v>5.3001212611156019</c:v>
                </c:pt>
                <c:pt idx="5488">
                  <c:v>4.8484236054971701</c:v>
                </c:pt>
                <c:pt idx="5489">
                  <c:v>4.3401374292643489</c:v>
                </c:pt>
                <c:pt idx="5490">
                  <c:v>4.2158447857720294</c:v>
                </c:pt>
                <c:pt idx="5491">
                  <c:v>4.4058205335489085</c:v>
                </c:pt>
                <c:pt idx="5492">
                  <c:v>4.6776475343573161</c:v>
                </c:pt>
                <c:pt idx="5493">
                  <c:v>4.3219482619240095</c:v>
                </c:pt>
                <c:pt idx="5494">
                  <c:v>4.4149151172190786</c:v>
                </c:pt>
                <c:pt idx="5495">
                  <c:v>4.2845594179466451</c:v>
                </c:pt>
                <c:pt idx="5496">
                  <c:v>4.5139450282942599</c:v>
                </c:pt>
                <c:pt idx="5497">
                  <c:v>4.5270816491511718</c:v>
                </c:pt>
                <c:pt idx="5498">
                  <c:v>4.4654405820533549</c:v>
                </c:pt>
                <c:pt idx="5499">
                  <c:v>4.3886418755052548</c:v>
                </c:pt>
                <c:pt idx="5500">
                  <c:v>4.4452303961196442</c:v>
                </c:pt>
                <c:pt idx="5501">
                  <c:v>4.2451495553759093</c:v>
                </c:pt>
                <c:pt idx="5502">
                  <c:v>4.0925626515763947</c:v>
                </c:pt>
                <c:pt idx="5503">
                  <c:v>4.1643088116410674</c:v>
                </c:pt>
                <c:pt idx="5504">
                  <c:v>4.0743734842360553</c:v>
                </c:pt>
                <c:pt idx="5505">
                  <c:v>3.9743330638641874</c:v>
                </c:pt>
                <c:pt idx="5506">
                  <c:v>4.0895311236863376</c:v>
                </c:pt>
                <c:pt idx="5507">
                  <c:v>4.2421180274858532</c:v>
                </c:pt>
                <c:pt idx="5508">
                  <c:v>4.2037186742118022</c:v>
                </c:pt>
                <c:pt idx="5509">
                  <c:v>4.1279304769603877</c:v>
                </c:pt>
                <c:pt idx="5510">
                  <c:v>4.243128536782538</c:v>
                </c:pt>
                <c:pt idx="5511">
                  <c:v>4.3674211802748584</c:v>
                </c:pt>
                <c:pt idx="5512">
                  <c:v>4.4563459983831848</c:v>
                </c:pt>
                <c:pt idx="5513">
                  <c:v>4.4997978981406632</c:v>
                </c:pt>
                <c:pt idx="5514">
                  <c:v>4.4290622473726753</c:v>
                </c:pt>
                <c:pt idx="5515">
                  <c:v>4.5270816491511718</c:v>
                </c:pt>
                <c:pt idx="5516">
                  <c:v>4.4310832659660466</c:v>
                </c:pt>
                <c:pt idx="5517">
                  <c:v>4.4179466451091347</c:v>
                </c:pt>
                <c:pt idx="5518">
                  <c:v>4.3158852061438964</c:v>
                </c:pt>
                <c:pt idx="5519">
                  <c:v>4.3057801131770415</c:v>
                </c:pt>
                <c:pt idx="5520">
                  <c:v>4.2916329830234439</c:v>
                </c:pt>
                <c:pt idx="5521">
                  <c:v>4.381568310428456</c:v>
                </c:pt>
                <c:pt idx="5522">
                  <c:v>4.3623686337914309</c:v>
                </c:pt>
                <c:pt idx="5523">
                  <c:v>4.3330638641875501</c:v>
                </c:pt>
                <c:pt idx="5524">
                  <c:v>4.2198868229587712</c:v>
                </c:pt>
                <c:pt idx="5525">
                  <c:v>4.1774454324979793</c:v>
                </c:pt>
                <c:pt idx="5526">
                  <c:v>4.2016976556184318</c:v>
                </c:pt>
                <c:pt idx="5527">
                  <c:v>4.3098221503637832</c:v>
                </c:pt>
                <c:pt idx="5528">
                  <c:v>4.3947049312853679</c:v>
                </c:pt>
                <c:pt idx="5529">
                  <c:v>4.4401778496362168</c:v>
                </c:pt>
                <c:pt idx="5530">
                  <c:v>4.3896523848019404</c:v>
                </c:pt>
                <c:pt idx="5531">
                  <c:v>4.4139046079223929</c:v>
                </c:pt>
                <c:pt idx="5532">
                  <c:v>4.4907033144704931</c:v>
                </c:pt>
                <c:pt idx="5533">
                  <c:v>4.5563864187550527</c:v>
                </c:pt>
                <c:pt idx="5534">
                  <c:v>4.7180679062247375</c:v>
                </c:pt>
                <c:pt idx="5535">
                  <c:v>5.0424413904607919</c:v>
                </c:pt>
                <c:pt idx="5536">
                  <c:v>5.1727970897332254</c:v>
                </c:pt>
                <c:pt idx="5537">
                  <c:v>4.9737267582861762</c:v>
                </c:pt>
                <c:pt idx="5538">
                  <c:v>4.8595392077607116</c:v>
                </c:pt>
                <c:pt idx="5539">
                  <c:v>4.7312045270816494</c:v>
                </c:pt>
                <c:pt idx="5540">
                  <c:v>4.8231608730800319</c:v>
                </c:pt>
                <c:pt idx="5541">
                  <c:v>4.6665319320937755</c:v>
                </c:pt>
                <c:pt idx="5542">
                  <c:v>4.6473322554567504</c:v>
                </c:pt>
                <c:pt idx="5543">
                  <c:v>4.6160064672594983</c:v>
                </c:pt>
                <c:pt idx="5544">
                  <c:v>4.6766370250606304</c:v>
                </c:pt>
                <c:pt idx="5545">
                  <c:v>4.397736459175424</c:v>
                </c:pt>
                <c:pt idx="5546">
                  <c:v>4.2087712206952306</c:v>
                </c:pt>
                <c:pt idx="5547">
                  <c:v>4.2906224737267582</c:v>
                </c:pt>
                <c:pt idx="5548">
                  <c:v>4.2077607113985449</c:v>
                </c:pt>
                <c:pt idx="5549">
                  <c:v>4.4341147938561036</c:v>
                </c:pt>
                <c:pt idx="5550">
                  <c:v>4.3451899757477772</c:v>
                </c:pt>
                <c:pt idx="5551">
                  <c:v>4.3451899757477772</c:v>
                </c:pt>
                <c:pt idx="5552">
                  <c:v>4.3371059013742927</c:v>
                </c:pt>
                <c:pt idx="5553">
                  <c:v>4.3340743734842357</c:v>
                </c:pt>
                <c:pt idx="5554">
                  <c:v>4.3158852061438964</c:v>
                </c:pt>
                <c:pt idx="5555">
                  <c:v>4.2441390460792237</c:v>
                </c:pt>
                <c:pt idx="5556">
                  <c:v>4.243128536782538</c:v>
                </c:pt>
                <c:pt idx="5557">
                  <c:v>4.3643896523848023</c:v>
                </c:pt>
                <c:pt idx="5558">
                  <c:v>4.1754244139046079</c:v>
                </c:pt>
                <c:pt idx="5559">
                  <c:v>3.9510913500404201</c:v>
                </c:pt>
                <c:pt idx="5560">
                  <c:v>3.9339126919967664</c:v>
                </c:pt>
                <c:pt idx="5561">
                  <c:v>3.7954729183508489</c:v>
                </c:pt>
                <c:pt idx="5562">
                  <c:v>3.7348423605497172</c:v>
                </c:pt>
                <c:pt idx="5563">
                  <c:v>3.6600646725949879</c:v>
                </c:pt>
                <c:pt idx="5564">
                  <c:v>3.717663702506063</c:v>
                </c:pt>
                <c:pt idx="5565">
                  <c:v>3.7055375909458368</c:v>
                </c:pt>
                <c:pt idx="5566">
                  <c:v>3.5297089733225544</c:v>
                </c:pt>
                <c:pt idx="5567">
                  <c:v>3.3660064672594987</c:v>
                </c:pt>
                <c:pt idx="5568">
                  <c:v>3.2356507679870652</c:v>
                </c:pt>
                <c:pt idx="5569">
                  <c:v>3.2063459983831852</c:v>
                </c:pt>
                <c:pt idx="5570">
                  <c:v>3.3306386418755052</c:v>
                </c:pt>
                <c:pt idx="5571">
                  <c:v>3.5256669361358122</c:v>
                </c:pt>
                <c:pt idx="5572">
                  <c:v>3.4327000808407435</c:v>
                </c:pt>
                <c:pt idx="5573">
                  <c:v>3.2629345189975747</c:v>
                </c:pt>
                <c:pt idx="5574">
                  <c:v>3.3114389652384801</c:v>
                </c:pt>
                <c:pt idx="5575">
                  <c:v>3.210388035569927</c:v>
                </c:pt>
                <c:pt idx="5576">
                  <c:v>3.1568310428455941</c:v>
                </c:pt>
                <c:pt idx="5577">
                  <c:v>3.2649555375909456</c:v>
                </c:pt>
                <c:pt idx="5578">
                  <c:v>3.2811236863379141</c:v>
                </c:pt>
                <c:pt idx="5579">
                  <c:v>3.3276071139854486</c:v>
                </c:pt>
                <c:pt idx="5580">
                  <c:v>3.2689975747776878</c:v>
                </c:pt>
                <c:pt idx="5581">
                  <c:v>3.0537590945836701</c:v>
                </c:pt>
                <c:pt idx="5582">
                  <c:v>3.1103476151980596</c:v>
                </c:pt>
                <c:pt idx="5583">
                  <c:v>3.2528294260307193</c:v>
                </c:pt>
                <c:pt idx="5584">
                  <c:v>3.1901778496362168</c:v>
                </c:pt>
                <c:pt idx="5585">
                  <c:v>3.3003233629749391</c:v>
                </c:pt>
                <c:pt idx="5586">
                  <c:v>3.2811236863379141</c:v>
                </c:pt>
                <c:pt idx="5587">
                  <c:v>3.2316087308003234</c:v>
                </c:pt>
                <c:pt idx="5588">
                  <c:v>3.1285367825383994</c:v>
                </c:pt>
                <c:pt idx="5589">
                  <c:v>3.0982215036378333</c:v>
                </c:pt>
                <c:pt idx="5590">
                  <c:v>3.1598625707356507</c:v>
                </c:pt>
                <c:pt idx="5591">
                  <c:v>3.1386418755052548</c:v>
                </c:pt>
                <c:pt idx="5592">
                  <c:v>3.158852061438965</c:v>
                </c:pt>
                <c:pt idx="5593">
                  <c:v>3.1598625707356507</c:v>
                </c:pt>
                <c:pt idx="5594">
                  <c:v>3.2477768795472919</c:v>
                </c:pt>
                <c:pt idx="5595">
                  <c:v>3.2801131770412288</c:v>
                </c:pt>
                <c:pt idx="5596">
                  <c:v>3.2518189167340337</c:v>
                </c:pt>
                <c:pt idx="5597">
                  <c:v>3.2305982215036377</c:v>
                </c:pt>
                <c:pt idx="5598">
                  <c:v>3.1740097008892483</c:v>
                </c:pt>
                <c:pt idx="5599">
                  <c:v>3.0840743734842362</c:v>
                </c:pt>
                <c:pt idx="5600">
                  <c:v>2.952708164915117</c:v>
                </c:pt>
                <c:pt idx="5601">
                  <c:v>3.0517380759902992</c:v>
                </c:pt>
                <c:pt idx="5602">
                  <c:v>3.107316087308003</c:v>
                </c:pt>
                <c:pt idx="5603">
                  <c:v>3.1649151172190781</c:v>
                </c:pt>
                <c:pt idx="5604">
                  <c:v>3.2144300727566693</c:v>
                </c:pt>
                <c:pt idx="5605">
                  <c:v>3.1002425222312047</c:v>
                </c:pt>
                <c:pt idx="5606">
                  <c:v>3.1932093775262733</c:v>
                </c:pt>
                <c:pt idx="5607">
                  <c:v>3.313459983831851</c:v>
                </c:pt>
                <c:pt idx="5608">
                  <c:v>3.2194826192400972</c:v>
                </c:pt>
                <c:pt idx="5609">
                  <c:v>3.2679870654810022</c:v>
                </c:pt>
                <c:pt idx="5610">
                  <c:v>3.1416734033953113</c:v>
                </c:pt>
                <c:pt idx="5611">
                  <c:v>3.2144300727566693</c:v>
                </c:pt>
                <c:pt idx="5612">
                  <c:v>3.2366612772837509</c:v>
                </c:pt>
                <c:pt idx="5613">
                  <c:v>3.3771220695230397</c:v>
                </c:pt>
                <c:pt idx="5614">
                  <c:v>3.2740501212611157</c:v>
                </c:pt>
                <c:pt idx="5615">
                  <c:v>3.4347210994341149</c:v>
                </c:pt>
                <c:pt idx="5616">
                  <c:v>3.3831851253031529</c:v>
                </c:pt>
                <c:pt idx="5617">
                  <c:v>3.3912691996766369</c:v>
                </c:pt>
                <c:pt idx="5618">
                  <c:v>3.4508892481810833</c:v>
                </c:pt>
                <c:pt idx="5619">
                  <c:v>3.4114793856103476</c:v>
                </c:pt>
                <c:pt idx="5620">
                  <c:v>3.4700889248181084</c:v>
                </c:pt>
                <c:pt idx="5621">
                  <c:v>3.3518593371059011</c:v>
                </c:pt>
                <c:pt idx="5622">
                  <c:v>3.5974130962004849</c:v>
                </c:pt>
                <c:pt idx="5623">
                  <c:v>3.6418755052546481</c:v>
                </c:pt>
                <c:pt idx="5624">
                  <c:v>3.6742118027485851</c:v>
                </c:pt>
                <c:pt idx="5625">
                  <c:v>3.5448666127728372</c:v>
                </c:pt>
                <c:pt idx="5626">
                  <c:v>3.4660468876313661</c:v>
                </c:pt>
                <c:pt idx="5627">
                  <c:v>3.5206143896523847</c:v>
                </c:pt>
                <c:pt idx="5628">
                  <c:v>3.6519805982215034</c:v>
                </c:pt>
                <c:pt idx="5629">
                  <c:v>3.6186337914308813</c:v>
                </c:pt>
                <c:pt idx="5630">
                  <c:v>3.7318108326596602</c:v>
                </c:pt>
                <c:pt idx="5631">
                  <c:v>3.687348423605497</c:v>
                </c:pt>
                <c:pt idx="5632">
                  <c:v>3.6570331447049313</c:v>
                </c:pt>
                <c:pt idx="5633">
                  <c:v>3.6560226354082457</c:v>
                </c:pt>
                <c:pt idx="5634">
                  <c:v>3.5721503637833467</c:v>
                </c:pt>
                <c:pt idx="5635">
                  <c:v>3.5701293451899758</c:v>
                </c:pt>
                <c:pt idx="5636">
                  <c:v>3.7752627324171382</c:v>
                </c:pt>
                <c:pt idx="5637">
                  <c:v>3.6428860145513338</c:v>
                </c:pt>
                <c:pt idx="5638">
                  <c:v>3.5721503637833467</c:v>
                </c:pt>
                <c:pt idx="5639">
                  <c:v>3.6014551333872271</c:v>
                </c:pt>
                <c:pt idx="5640">
                  <c:v>3.481204527081649</c:v>
                </c:pt>
                <c:pt idx="5641">
                  <c:v>3.4721099434114793</c:v>
                </c:pt>
                <c:pt idx="5642">
                  <c:v>3.440784155214228</c:v>
                </c:pt>
                <c:pt idx="5643">
                  <c:v>3.4003637833468066</c:v>
                </c:pt>
                <c:pt idx="5644">
                  <c:v>3.4397736459175423</c:v>
                </c:pt>
                <c:pt idx="5645">
                  <c:v>3.4276475343573161</c:v>
                </c:pt>
                <c:pt idx="5646">
                  <c:v>3.3932902182700082</c:v>
                </c:pt>
                <c:pt idx="5647">
                  <c:v>3.3660064672594987</c:v>
                </c:pt>
                <c:pt idx="5648">
                  <c:v>3.4044058205335488</c:v>
                </c:pt>
                <c:pt idx="5649">
                  <c:v>3.3902586903799512</c:v>
                </c:pt>
                <c:pt idx="5650">
                  <c:v>3.3559013742926433</c:v>
                </c:pt>
                <c:pt idx="5651">
                  <c:v>3.5499191592562651</c:v>
                </c:pt>
                <c:pt idx="5652">
                  <c:v>3.6317704122877932</c:v>
                </c:pt>
                <c:pt idx="5653">
                  <c:v>3.4155214227970898</c:v>
                </c:pt>
                <c:pt idx="5654">
                  <c:v>3.3953112368633791</c:v>
                </c:pt>
                <c:pt idx="5655">
                  <c:v>3.4256265157639452</c:v>
                </c:pt>
                <c:pt idx="5656">
                  <c:v>3.4256265157639452</c:v>
                </c:pt>
                <c:pt idx="5657">
                  <c:v>3.3488278092158446</c:v>
                </c:pt>
                <c:pt idx="5658">
                  <c:v>3.2558609539207759</c:v>
                </c:pt>
                <c:pt idx="5659">
                  <c:v>3.2447453516572353</c:v>
                </c:pt>
                <c:pt idx="5660">
                  <c:v>3.2892077607113985</c:v>
                </c:pt>
                <c:pt idx="5661">
                  <c:v>3.3084074373484236</c:v>
                </c:pt>
                <c:pt idx="5662">
                  <c:v>3.345796281325788</c:v>
                </c:pt>
                <c:pt idx="5663">
                  <c:v>3.2972918350848825</c:v>
                </c:pt>
                <c:pt idx="5664">
                  <c:v>3.2599029911075181</c:v>
                </c:pt>
                <c:pt idx="5665">
                  <c:v>3.2417138237671788</c:v>
                </c:pt>
                <c:pt idx="5666">
                  <c:v>3.2316087308003234</c:v>
                </c:pt>
                <c:pt idx="5667">
                  <c:v>3.2033144704931287</c:v>
                </c:pt>
                <c:pt idx="5668">
                  <c:v>3.2033144704931287</c:v>
                </c:pt>
                <c:pt idx="5669">
                  <c:v>3.118431689571544</c:v>
                </c:pt>
                <c:pt idx="5670">
                  <c:v>3.0567906224737267</c:v>
                </c:pt>
                <c:pt idx="5671">
                  <c:v>3.0658852061438964</c:v>
                </c:pt>
                <c:pt idx="5672">
                  <c:v>3.1164106709781731</c:v>
                </c:pt>
                <c:pt idx="5673">
                  <c:v>3.066895715440582</c:v>
                </c:pt>
                <c:pt idx="5674">
                  <c:v>2.985044462409054</c:v>
                </c:pt>
                <c:pt idx="5675">
                  <c:v>2.952708164915117</c:v>
                </c:pt>
                <c:pt idx="5676">
                  <c:v>2.8526677445432496</c:v>
                </c:pt>
                <c:pt idx="5677">
                  <c:v>2.9456345998383187</c:v>
                </c:pt>
                <c:pt idx="5678">
                  <c:v>2.9274454324979788</c:v>
                </c:pt>
                <c:pt idx="5679">
                  <c:v>2.8809620048504447</c:v>
                </c:pt>
                <c:pt idx="5680">
                  <c:v>2.9628132578819724</c:v>
                </c:pt>
                <c:pt idx="5681">
                  <c:v>3.0012126111560224</c:v>
                </c:pt>
                <c:pt idx="5682">
                  <c:v>2.9436135812449473</c:v>
                </c:pt>
                <c:pt idx="5683">
                  <c:v>3.0628536782538398</c:v>
                </c:pt>
                <c:pt idx="5684">
                  <c:v>3.0638641875505255</c:v>
                </c:pt>
                <c:pt idx="5685">
                  <c:v>3.0254648342764754</c:v>
                </c:pt>
                <c:pt idx="5686">
                  <c:v>3.0305173807599028</c:v>
                </c:pt>
                <c:pt idx="5687">
                  <c:v>3.1022635408245756</c:v>
                </c:pt>
                <c:pt idx="5688">
                  <c:v>3.0759902991107517</c:v>
                </c:pt>
                <c:pt idx="5689">
                  <c:v>3.1305578011317703</c:v>
                </c:pt>
                <c:pt idx="5690">
                  <c:v>3.1406628940986256</c:v>
                </c:pt>
                <c:pt idx="5691">
                  <c:v>3.1750202101859335</c:v>
                </c:pt>
                <c:pt idx="5692">
                  <c:v>3.1305578011317703</c:v>
                </c:pt>
                <c:pt idx="5693">
                  <c:v>3.1972514147130151</c:v>
                </c:pt>
                <c:pt idx="5694">
                  <c:v>3.150767987065481</c:v>
                </c:pt>
                <c:pt idx="5695">
                  <c:v>3.01535974130962</c:v>
                </c:pt>
                <c:pt idx="5696">
                  <c:v>3.0183912691996766</c:v>
                </c:pt>
                <c:pt idx="5697">
                  <c:v>3.0032336297493938</c:v>
                </c:pt>
                <c:pt idx="5698">
                  <c:v>2.996160064672595</c:v>
                </c:pt>
                <c:pt idx="5699">
                  <c:v>2.944624090541633</c:v>
                </c:pt>
                <c:pt idx="5700">
                  <c:v>2.9870654810024253</c:v>
                </c:pt>
                <c:pt idx="5701">
                  <c:v>3.0082861762328212</c:v>
                </c:pt>
                <c:pt idx="5702">
                  <c:v>3.0062651576394503</c:v>
                </c:pt>
                <c:pt idx="5703">
                  <c:v>3.0254648342764754</c:v>
                </c:pt>
                <c:pt idx="5704">
                  <c:v>2.996160064672595</c:v>
                </c:pt>
                <c:pt idx="5705">
                  <c:v>2.9658447857720289</c:v>
                </c:pt>
                <c:pt idx="5706">
                  <c:v>3.0022231204527081</c:v>
                </c:pt>
                <c:pt idx="5707">
                  <c:v>2.9173403395311235</c:v>
                </c:pt>
                <c:pt idx="5708">
                  <c:v>2.9648342764753437</c:v>
                </c:pt>
                <c:pt idx="5709">
                  <c:v>2.9890864995957962</c:v>
                </c:pt>
                <c:pt idx="5710">
                  <c:v>3.0406224737267582</c:v>
                </c:pt>
                <c:pt idx="5711">
                  <c:v>3.0274858528698463</c:v>
                </c:pt>
                <c:pt idx="5712">
                  <c:v>3.0406224737267582</c:v>
                </c:pt>
                <c:pt idx="5713">
                  <c:v>3.080032336297494</c:v>
                </c:pt>
                <c:pt idx="5714">
                  <c:v>3.0638641875505255</c:v>
                </c:pt>
                <c:pt idx="5715">
                  <c:v>3.0719482619240095</c:v>
                </c:pt>
                <c:pt idx="5716">
                  <c:v>3.0598221503637832</c:v>
                </c:pt>
                <c:pt idx="5717">
                  <c:v>3.0295068714632172</c:v>
                </c:pt>
                <c:pt idx="5718">
                  <c:v>3.0325383993532742</c:v>
                </c:pt>
                <c:pt idx="5719">
                  <c:v>3.0921584478577202</c:v>
                </c:pt>
                <c:pt idx="5720">
                  <c:v>3.0537590945836701</c:v>
                </c:pt>
                <c:pt idx="5721">
                  <c:v>3.1891673403395311</c:v>
                </c:pt>
                <c:pt idx="5722">
                  <c:v>3.1942198868229585</c:v>
                </c:pt>
                <c:pt idx="5723">
                  <c:v>3.1719886822958769</c:v>
                </c:pt>
                <c:pt idx="5724">
                  <c:v>3.1063055780113178</c:v>
                </c:pt>
                <c:pt idx="5725">
                  <c:v>3.0911479385610345</c:v>
                </c:pt>
                <c:pt idx="5726">
                  <c:v>3.0931689571544059</c:v>
                </c:pt>
                <c:pt idx="5727">
                  <c:v>3.0345594179466451</c:v>
                </c:pt>
                <c:pt idx="5728">
                  <c:v>2.9779708973322552</c:v>
                </c:pt>
                <c:pt idx="5729">
                  <c:v>2.9880759902991105</c:v>
                </c:pt>
                <c:pt idx="5730">
                  <c:v>2.8516572352465643</c:v>
                </c:pt>
                <c:pt idx="5731">
                  <c:v>2.8132578819725143</c:v>
                </c:pt>
                <c:pt idx="5732">
                  <c:v>2.8041632983023441</c:v>
                </c:pt>
                <c:pt idx="5733">
                  <c:v>2.8122473726758286</c:v>
                </c:pt>
                <c:pt idx="5734">
                  <c:v>2.8546887631366209</c:v>
                </c:pt>
                <c:pt idx="5735">
                  <c:v>2.8162894098625708</c:v>
                </c:pt>
                <c:pt idx="5736">
                  <c:v>2.7677849636216654</c:v>
                </c:pt>
                <c:pt idx="5737">
                  <c:v>2.7677849636216654</c:v>
                </c:pt>
                <c:pt idx="5738">
                  <c:v>2.7263540824575587</c:v>
                </c:pt>
                <c:pt idx="5739">
                  <c:v>2.6414713015359741</c:v>
                </c:pt>
                <c:pt idx="5740">
                  <c:v>2.6768391269199676</c:v>
                </c:pt>
                <c:pt idx="5741">
                  <c:v>2.6707760711398545</c:v>
                </c:pt>
                <c:pt idx="5742">
                  <c:v>2.7748585286984642</c:v>
                </c:pt>
                <c:pt idx="5743">
                  <c:v>2.8354890864995959</c:v>
                </c:pt>
                <c:pt idx="5744">
                  <c:v>2.8203314470493126</c:v>
                </c:pt>
                <c:pt idx="5745">
                  <c:v>2.8668148746968471</c:v>
                </c:pt>
                <c:pt idx="5746">
                  <c:v>2.8263945028294262</c:v>
                </c:pt>
                <c:pt idx="5747">
                  <c:v>2.7506063055780112</c:v>
                </c:pt>
                <c:pt idx="5748">
                  <c:v>2.6788601455133385</c:v>
                </c:pt>
                <c:pt idx="5749">
                  <c:v>2.6616814874696848</c:v>
                </c:pt>
                <c:pt idx="5750">
                  <c:v>2.7890056588520613</c:v>
                </c:pt>
                <c:pt idx="5751">
                  <c:v>2.8193209377526274</c:v>
                </c:pt>
                <c:pt idx="5752">
                  <c:v>2.8263945028294262</c:v>
                </c:pt>
                <c:pt idx="5753">
                  <c:v>2.8486257073565078</c:v>
                </c:pt>
                <c:pt idx="5754">
                  <c:v>2.7930476960388035</c:v>
                </c:pt>
                <c:pt idx="5755">
                  <c:v>2.7970897332255458</c:v>
                </c:pt>
                <c:pt idx="5756">
                  <c:v>2.8132578819725143</c:v>
                </c:pt>
                <c:pt idx="5757">
                  <c:v>2.7950687146321744</c:v>
                </c:pt>
                <c:pt idx="5758">
                  <c:v>2.7495957962813256</c:v>
                </c:pt>
                <c:pt idx="5759">
                  <c:v>2.7303961196443005</c:v>
                </c:pt>
                <c:pt idx="5760">
                  <c:v>2.7485852869846403</c:v>
                </c:pt>
                <c:pt idx="5761">
                  <c:v>2.7223120452708165</c:v>
                </c:pt>
                <c:pt idx="5762">
                  <c:v>2.7425222312045272</c:v>
                </c:pt>
                <c:pt idx="5763">
                  <c:v>2.6970493128536783</c:v>
                </c:pt>
                <c:pt idx="5764">
                  <c:v>2.7687954729183506</c:v>
                </c:pt>
                <c:pt idx="5765">
                  <c:v>2.8102263540824577</c:v>
                </c:pt>
                <c:pt idx="5766">
                  <c:v>2.8183104284559417</c:v>
                </c:pt>
                <c:pt idx="5767">
                  <c:v>2.7546483427647535</c:v>
                </c:pt>
                <c:pt idx="5768">
                  <c:v>2.7000808407437349</c:v>
                </c:pt>
                <c:pt idx="5769">
                  <c:v>2.6808811641067098</c:v>
                </c:pt>
                <c:pt idx="5770">
                  <c:v>2.603071948261924</c:v>
                </c:pt>
                <c:pt idx="5771">
                  <c:v>2.583872271624899</c:v>
                </c:pt>
                <c:pt idx="5772">
                  <c:v>2.5363783346806792</c:v>
                </c:pt>
                <c:pt idx="5773">
                  <c:v>2.4868633791430881</c:v>
                </c:pt>
                <c:pt idx="5774">
                  <c:v>2.5181891673403394</c:v>
                </c:pt>
                <c:pt idx="5775">
                  <c:v>2.4413904607922392</c:v>
                </c:pt>
                <c:pt idx="5776">
                  <c:v>2.4110751818916731</c:v>
                </c:pt>
                <c:pt idx="5777">
                  <c:v>2.5090945836701697</c:v>
                </c:pt>
                <c:pt idx="5778">
                  <c:v>2.5272837510105091</c:v>
                </c:pt>
                <c:pt idx="5779">
                  <c:v>2.6151980598221503</c:v>
                </c:pt>
                <c:pt idx="5780">
                  <c:v>2.5909458367016978</c:v>
                </c:pt>
                <c:pt idx="5781">
                  <c:v>2.5383993532740501</c:v>
                </c:pt>
                <c:pt idx="5782">
                  <c:v>2.5394098625707358</c:v>
                </c:pt>
                <c:pt idx="5783">
                  <c:v>2.4959579628132578</c:v>
                </c:pt>
                <c:pt idx="5784">
                  <c:v>2.5242522231204525</c:v>
                </c:pt>
                <c:pt idx="5785">
                  <c:v>2.6778496362166533</c:v>
                </c:pt>
                <c:pt idx="5786">
                  <c:v>2.6172190784155211</c:v>
                </c:pt>
                <c:pt idx="5787">
                  <c:v>2.5202101859337107</c:v>
                </c:pt>
                <c:pt idx="5788">
                  <c:v>2.4696847210994339</c:v>
                </c:pt>
                <c:pt idx="5789">
                  <c:v>2.4444219886822958</c:v>
                </c:pt>
                <c:pt idx="5790">
                  <c:v>2.4474535165723523</c:v>
                </c:pt>
                <c:pt idx="5791">
                  <c:v>2.5181891673403394</c:v>
                </c:pt>
                <c:pt idx="5792">
                  <c:v>2.4474535165723523</c:v>
                </c:pt>
                <c:pt idx="5793">
                  <c:v>2.4504850444624089</c:v>
                </c:pt>
                <c:pt idx="5794">
                  <c:v>2.4939369442198869</c:v>
                </c:pt>
                <c:pt idx="5795">
                  <c:v>2.385812449474535</c:v>
                </c:pt>
                <c:pt idx="5796">
                  <c:v>2.3999595796281326</c:v>
                </c:pt>
                <c:pt idx="5797">
                  <c:v>2.4706952303961196</c:v>
                </c:pt>
                <c:pt idx="5798">
                  <c:v>2.5060630557801131</c:v>
                </c:pt>
                <c:pt idx="5799">
                  <c:v>2.5232417138237673</c:v>
                </c:pt>
                <c:pt idx="5800">
                  <c:v>2.5353678253839935</c:v>
                </c:pt>
                <c:pt idx="5801">
                  <c:v>2.488884397736459</c:v>
                </c:pt>
                <c:pt idx="5802">
                  <c:v>2.5293047696038804</c:v>
                </c:pt>
                <c:pt idx="5803">
                  <c:v>2.5505254648342763</c:v>
                </c:pt>
                <c:pt idx="5804">
                  <c:v>2.5666936135812448</c:v>
                </c:pt>
                <c:pt idx="5805">
                  <c:v>2.5697251414713014</c:v>
                </c:pt>
                <c:pt idx="5806">
                  <c:v>2.5474939369442198</c:v>
                </c:pt>
                <c:pt idx="5807">
                  <c:v>2.6778496362166533</c:v>
                </c:pt>
                <c:pt idx="5808">
                  <c:v>2.7768795472918351</c:v>
                </c:pt>
                <c:pt idx="5809">
                  <c:v>2.8122473726758286</c:v>
                </c:pt>
                <c:pt idx="5810">
                  <c:v>2.9678658043654003</c:v>
                </c:pt>
                <c:pt idx="5811">
                  <c:v>2.9880759902991105</c:v>
                </c:pt>
                <c:pt idx="5812">
                  <c:v>2.952708164915117</c:v>
                </c:pt>
                <c:pt idx="5813">
                  <c:v>2.9213823767178657</c:v>
                </c:pt>
                <c:pt idx="5814">
                  <c:v>2.765763945028294</c:v>
                </c:pt>
                <c:pt idx="5815">
                  <c:v>2.6465238480194015</c:v>
                </c:pt>
                <c:pt idx="5816">
                  <c:v>2.6424818108326598</c:v>
                </c:pt>
                <c:pt idx="5817">
                  <c:v>2.570735650767987</c:v>
                </c:pt>
                <c:pt idx="5818">
                  <c:v>2.5394098625707358</c:v>
                </c:pt>
                <c:pt idx="5819">
                  <c:v>2.654607922392886</c:v>
                </c:pt>
                <c:pt idx="5820">
                  <c:v>2.5899353274050121</c:v>
                </c:pt>
                <c:pt idx="5821">
                  <c:v>2.6000404203718674</c:v>
                </c:pt>
                <c:pt idx="5822">
                  <c:v>2.5767987065481002</c:v>
                </c:pt>
                <c:pt idx="5823">
                  <c:v>2.6081244947453515</c:v>
                </c:pt>
                <c:pt idx="5824">
                  <c:v>2.5444624090541632</c:v>
                </c:pt>
                <c:pt idx="5825">
                  <c:v>2.5262732417138238</c:v>
                </c:pt>
                <c:pt idx="5826">
                  <c:v>2.5929668552950687</c:v>
                </c:pt>
                <c:pt idx="5827">
                  <c:v>2.643492320129345</c:v>
                </c:pt>
                <c:pt idx="5828">
                  <c:v>2.7051333872271623</c:v>
                </c:pt>
                <c:pt idx="5829">
                  <c:v>2.9324979789814067</c:v>
                </c:pt>
                <c:pt idx="5830">
                  <c:v>2.9405820533548908</c:v>
                </c:pt>
                <c:pt idx="5831">
                  <c:v>2.8152789005658851</c:v>
                </c:pt>
                <c:pt idx="5832">
                  <c:v>3.0618431689571541</c:v>
                </c:pt>
                <c:pt idx="5833">
                  <c:v>3.0780113177041226</c:v>
                </c:pt>
                <c:pt idx="5834">
                  <c:v>2.9092562651576395</c:v>
                </c:pt>
                <c:pt idx="5835">
                  <c:v>2.8829830234438156</c:v>
                </c:pt>
                <c:pt idx="5836">
                  <c:v>2.8455941794664512</c:v>
                </c:pt>
                <c:pt idx="5837">
                  <c:v>2.695028294260307</c:v>
                </c:pt>
                <c:pt idx="5838">
                  <c:v>2.6384397736459175</c:v>
                </c:pt>
                <c:pt idx="5839">
                  <c:v>2.5889248181083264</c:v>
                </c:pt>
                <c:pt idx="5840">
                  <c:v>2.5394098625707358</c:v>
                </c:pt>
                <c:pt idx="5841">
                  <c:v>2.5666936135812448</c:v>
                </c:pt>
                <c:pt idx="5842">
                  <c:v>2.6566289409862569</c:v>
                </c:pt>
                <c:pt idx="5843">
                  <c:v>2.6465238480194015</c:v>
                </c:pt>
                <c:pt idx="5844">
                  <c:v>2.5717461600646727</c:v>
                </c:pt>
                <c:pt idx="5845">
                  <c:v>2.5778092158447858</c:v>
                </c:pt>
                <c:pt idx="5846">
                  <c:v>2.5343573160873079</c:v>
                </c:pt>
                <c:pt idx="5847">
                  <c:v>2.4818108326596606</c:v>
                </c:pt>
                <c:pt idx="5848">
                  <c:v>2.4181487469684719</c:v>
                </c:pt>
                <c:pt idx="5849">
                  <c:v>2.4191592562651576</c:v>
                </c:pt>
                <c:pt idx="5850">
                  <c:v>2.3827809215844784</c:v>
                </c:pt>
                <c:pt idx="5851">
                  <c:v>2.4828213419563459</c:v>
                </c:pt>
                <c:pt idx="5852">
                  <c:v>2.4221907841552142</c:v>
                </c:pt>
                <c:pt idx="5853">
                  <c:v>2.4353274050121261</c:v>
                </c:pt>
                <c:pt idx="5854">
                  <c:v>2.4757477768795471</c:v>
                </c:pt>
                <c:pt idx="5855">
                  <c:v>2.4454324979789814</c:v>
                </c:pt>
                <c:pt idx="5856">
                  <c:v>2.3938965238480194</c:v>
                </c:pt>
                <c:pt idx="5857">
                  <c:v>2.3787388843977366</c:v>
                </c:pt>
                <c:pt idx="5858">
                  <c:v>2.3029506871463217</c:v>
                </c:pt>
                <c:pt idx="5859">
                  <c:v>2.3251818916734033</c:v>
                </c:pt>
                <c:pt idx="5860">
                  <c:v>2.3201293451899758</c:v>
                </c:pt>
                <c:pt idx="5861">
                  <c:v>2.3080032336297491</c:v>
                </c:pt>
                <c:pt idx="5862">
                  <c:v>2.3140662894098627</c:v>
                </c:pt>
                <c:pt idx="5863">
                  <c:v>2.3524656426839128</c:v>
                </c:pt>
                <c:pt idx="5864">
                  <c:v>2.3554971705739693</c:v>
                </c:pt>
                <c:pt idx="5865">
                  <c:v>2.2928455941794663</c:v>
                </c:pt>
                <c:pt idx="5866">
                  <c:v>2.2554567502021019</c:v>
                </c:pt>
                <c:pt idx="5867">
                  <c:v>2.2150363783346805</c:v>
                </c:pt>
                <c:pt idx="5868">
                  <c:v>2.2857720291026675</c:v>
                </c:pt>
                <c:pt idx="5869">
                  <c:v>2.293856103476152</c:v>
                </c:pt>
                <c:pt idx="5870">
                  <c:v>2.4403799514955535</c:v>
                </c:pt>
                <c:pt idx="5871">
                  <c:v>2.3797493936944218</c:v>
                </c:pt>
                <c:pt idx="5872">
                  <c:v>2.3595392077607111</c:v>
                </c:pt>
                <c:pt idx="5873">
                  <c:v>2.377728375101051</c:v>
                </c:pt>
                <c:pt idx="5874">
                  <c:v>2.3261924009700889</c:v>
                </c:pt>
                <c:pt idx="5875">
                  <c:v>2.3423605497170574</c:v>
                </c:pt>
                <c:pt idx="5876">
                  <c:v>2.3817704122877932</c:v>
                </c:pt>
                <c:pt idx="5877">
                  <c:v>2.3827809215844784</c:v>
                </c:pt>
                <c:pt idx="5878">
                  <c:v>2.3433710590137427</c:v>
                </c:pt>
                <c:pt idx="5879">
                  <c:v>2.3383185125303152</c:v>
                </c:pt>
                <c:pt idx="5880">
                  <c:v>2.1847210994341149</c:v>
                </c:pt>
                <c:pt idx="5881">
                  <c:v>2.2898140662894098</c:v>
                </c:pt>
                <c:pt idx="5882">
                  <c:v>2.2978981406628942</c:v>
                </c:pt>
                <c:pt idx="5883">
                  <c:v>2.2594987873888441</c:v>
                </c:pt>
                <c:pt idx="5884">
                  <c:v>2.3322554567502021</c:v>
                </c:pt>
                <c:pt idx="5885">
                  <c:v>2.2999191592562651</c:v>
                </c:pt>
                <c:pt idx="5886">
                  <c:v>2.3120452708164914</c:v>
                </c:pt>
                <c:pt idx="5887">
                  <c:v>2.2564672594987871</c:v>
                </c:pt>
                <c:pt idx="5888">
                  <c:v>2.250404203718674</c:v>
                </c:pt>
                <c:pt idx="5889">
                  <c:v>2.3150767987065479</c:v>
                </c:pt>
                <c:pt idx="5890">
                  <c:v>2.3433710590137427</c:v>
                </c:pt>
                <c:pt idx="5891">
                  <c:v>2.3383185125303152</c:v>
                </c:pt>
                <c:pt idx="5892">
                  <c:v>2.3090137429264348</c:v>
                </c:pt>
                <c:pt idx="5893">
                  <c:v>2.3494341147938562</c:v>
                </c:pt>
                <c:pt idx="5894">
                  <c:v>2.4009700889248182</c:v>
                </c:pt>
                <c:pt idx="5895">
                  <c:v>2.3615602263540825</c:v>
                </c:pt>
                <c:pt idx="5896">
                  <c:v>2.3716653193209378</c:v>
                </c:pt>
                <c:pt idx="5897">
                  <c:v>2.3393290218270009</c:v>
                </c:pt>
                <c:pt idx="5898">
                  <c:v>2.2968876313662085</c:v>
                </c:pt>
                <c:pt idx="5899">
                  <c:v>2.3464025869037997</c:v>
                </c:pt>
                <c:pt idx="5900">
                  <c:v>2.3272029102667746</c:v>
                </c:pt>
                <c:pt idx="5901">
                  <c:v>2.2867825383993532</c:v>
                </c:pt>
                <c:pt idx="5902">
                  <c:v>2.2554567502021019</c:v>
                </c:pt>
                <c:pt idx="5903">
                  <c:v>2.269603880355699</c:v>
                </c:pt>
                <c:pt idx="5904">
                  <c:v>2.2807194826192401</c:v>
                </c:pt>
                <c:pt idx="5905">
                  <c:v>2.3160873080032336</c:v>
                </c:pt>
                <c:pt idx="5906">
                  <c:v>2.3261924009700889</c:v>
                </c:pt>
                <c:pt idx="5907">
                  <c:v>2.3120452708164914</c:v>
                </c:pt>
                <c:pt idx="5908">
                  <c:v>2.3848019401778497</c:v>
                </c:pt>
                <c:pt idx="5909">
                  <c:v>2.3514551333872271</c:v>
                </c:pt>
                <c:pt idx="5910">
                  <c:v>2.3282134195634598</c:v>
                </c:pt>
                <c:pt idx="5911">
                  <c:v>2.3423605497170574</c:v>
                </c:pt>
                <c:pt idx="5912">
                  <c:v>2.313055780113177</c:v>
                </c:pt>
                <c:pt idx="5913">
                  <c:v>2.2675828617623282</c:v>
                </c:pt>
                <c:pt idx="5914">
                  <c:v>2.2402991107518186</c:v>
                </c:pt>
                <c:pt idx="5915">
                  <c:v>2.2332255456750203</c:v>
                </c:pt>
                <c:pt idx="5916">
                  <c:v>2.2008892481810833</c:v>
                </c:pt>
                <c:pt idx="5917">
                  <c:v>2.2453516572352465</c:v>
                </c:pt>
                <c:pt idx="5918">
                  <c:v>2.2544462409054162</c:v>
                </c:pt>
                <c:pt idx="5919">
                  <c:v>2.2241309620048506</c:v>
                </c:pt>
                <c:pt idx="5920">
                  <c:v>2.1554163298302345</c:v>
                </c:pt>
                <c:pt idx="5921">
                  <c:v>2.2008892481810833</c:v>
                </c:pt>
                <c:pt idx="5922">
                  <c:v>2.2483831851253031</c:v>
                </c:pt>
                <c:pt idx="5923">
                  <c:v>2.3049717057396926</c:v>
                </c:pt>
                <c:pt idx="5924">
                  <c:v>2.334276475343573</c:v>
                </c:pt>
                <c:pt idx="5925">
                  <c:v>2.3565076798706546</c:v>
                </c:pt>
                <c:pt idx="5926">
                  <c:v>2.488884397736459</c:v>
                </c:pt>
                <c:pt idx="5927">
                  <c:v>2.5131366208569119</c:v>
                </c:pt>
                <c:pt idx="5928">
                  <c:v>2.5171786580436541</c:v>
                </c:pt>
                <c:pt idx="5929">
                  <c:v>2.5</c:v>
                </c:pt>
                <c:pt idx="5930">
                  <c:v>2.3898544866612772</c:v>
                </c:pt>
                <c:pt idx="5931">
                  <c:v>2.4535165723524655</c:v>
                </c:pt>
                <c:pt idx="5932">
                  <c:v>2.3656022635408247</c:v>
                </c:pt>
                <c:pt idx="5933">
                  <c:v>2.4009700889248182</c:v>
                </c:pt>
                <c:pt idx="5934">
                  <c:v>2.5444624090541632</c:v>
                </c:pt>
                <c:pt idx="5935">
                  <c:v>2.4989894907033143</c:v>
                </c:pt>
                <c:pt idx="5936">
                  <c:v>2.5202101859337107</c:v>
                </c:pt>
                <c:pt idx="5937">
                  <c:v>2.4706952303961196</c:v>
                </c:pt>
                <c:pt idx="5938">
                  <c:v>2.4767582861762327</c:v>
                </c:pt>
                <c:pt idx="5939">
                  <c:v>2.4919159256265155</c:v>
                </c:pt>
                <c:pt idx="5940">
                  <c:v>2.5757881972514145</c:v>
                </c:pt>
                <c:pt idx="5941">
                  <c:v>2.5212206952303959</c:v>
                </c:pt>
                <c:pt idx="5942">
                  <c:v>2.5555780113177042</c:v>
                </c:pt>
                <c:pt idx="5943">
                  <c:v>2.5414308811641066</c:v>
                </c:pt>
                <c:pt idx="5944">
                  <c:v>2.456548100242522</c:v>
                </c:pt>
                <c:pt idx="5945">
                  <c:v>2.4302748585286986</c:v>
                </c:pt>
                <c:pt idx="5946">
                  <c:v>2.4757477768795471</c:v>
                </c:pt>
                <c:pt idx="5947">
                  <c:v>2.4939369442198869</c:v>
                </c:pt>
                <c:pt idx="5948">
                  <c:v>2.4110751818916731</c:v>
                </c:pt>
                <c:pt idx="5949">
                  <c:v>2.4626111560226351</c:v>
                </c:pt>
                <c:pt idx="5950">
                  <c:v>2.4656426839126921</c:v>
                </c:pt>
                <c:pt idx="5951">
                  <c:v>2.4424009700889249</c:v>
                </c:pt>
                <c:pt idx="5952">
                  <c:v>2.4130962004850445</c:v>
                </c:pt>
                <c:pt idx="5953">
                  <c:v>2.3514551333872271</c:v>
                </c:pt>
                <c:pt idx="5954">
                  <c:v>2.3504446240905414</c:v>
                </c:pt>
                <c:pt idx="5955">
                  <c:v>2.3625707356507681</c:v>
                </c:pt>
                <c:pt idx="5956">
                  <c:v>2.3979385610347617</c:v>
                </c:pt>
                <c:pt idx="5957">
                  <c:v>2.4040016168148748</c:v>
                </c:pt>
                <c:pt idx="5958">
                  <c:v>2.4181487469684719</c:v>
                </c:pt>
                <c:pt idx="5959">
                  <c:v>2.4706952303961196</c:v>
                </c:pt>
                <c:pt idx="5960">
                  <c:v>2.4737267582861762</c:v>
                </c:pt>
                <c:pt idx="5961">
                  <c:v>2.4312853678253838</c:v>
                </c:pt>
                <c:pt idx="5962">
                  <c:v>2.4029911075181891</c:v>
                </c:pt>
                <c:pt idx="5963">
                  <c:v>2.4444219886822958</c:v>
                </c:pt>
                <c:pt idx="5964">
                  <c:v>2.4080436540016166</c:v>
                </c:pt>
                <c:pt idx="5965">
                  <c:v>2.4282538399353273</c:v>
                </c:pt>
                <c:pt idx="5966">
                  <c:v>2.4322958771220695</c:v>
                </c:pt>
                <c:pt idx="5967">
                  <c:v>2.3898544866612772</c:v>
                </c:pt>
                <c:pt idx="5968">
                  <c:v>2.40501212611156</c:v>
                </c:pt>
                <c:pt idx="5969">
                  <c:v>2.4282538399353273</c:v>
                </c:pt>
                <c:pt idx="5970">
                  <c:v>2.3888439773645915</c:v>
                </c:pt>
                <c:pt idx="5971">
                  <c:v>2.416127728375101</c:v>
                </c:pt>
                <c:pt idx="5972">
                  <c:v>2.416127728375101</c:v>
                </c:pt>
                <c:pt idx="5973">
                  <c:v>2.4191592562651576</c:v>
                </c:pt>
                <c:pt idx="5974">
                  <c:v>2.3676232821341956</c:v>
                </c:pt>
                <c:pt idx="5975">
                  <c:v>2.2857720291026675</c:v>
                </c:pt>
                <c:pt idx="5976">
                  <c:v>2.269603880355699</c:v>
                </c:pt>
                <c:pt idx="5977">
                  <c:v>2.3494341147938562</c:v>
                </c:pt>
                <c:pt idx="5978">
                  <c:v>2.3554971705739693</c:v>
                </c:pt>
                <c:pt idx="5979">
                  <c:v>2.3585286984640259</c:v>
                </c:pt>
                <c:pt idx="5980">
                  <c:v>2.3181083265966045</c:v>
                </c:pt>
                <c:pt idx="5981">
                  <c:v>2.3292239288601455</c:v>
                </c:pt>
                <c:pt idx="5982">
                  <c:v>2.3686337914308813</c:v>
                </c:pt>
                <c:pt idx="5983">
                  <c:v>2.3140662894098627</c:v>
                </c:pt>
                <c:pt idx="5984">
                  <c:v>2.3261924009700889</c:v>
                </c:pt>
                <c:pt idx="5985">
                  <c:v>2.2564672594987871</c:v>
                </c:pt>
                <c:pt idx="5986">
                  <c:v>2.2797089733225544</c:v>
                </c:pt>
                <c:pt idx="5987">
                  <c:v>2.2130153597413096</c:v>
                </c:pt>
                <c:pt idx="5988">
                  <c:v>2.1008488278092159</c:v>
                </c:pt>
                <c:pt idx="5989">
                  <c:v>2.114995957962813</c:v>
                </c:pt>
                <c:pt idx="5990">
                  <c:v>2.1362166531932094</c:v>
                </c:pt>
                <c:pt idx="5991">
                  <c:v>2.1261115602263541</c:v>
                </c:pt>
                <c:pt idx="5992">
                  <c:v>2.1746160064672595</c:v>
                </c:pt>
                <c:pt idx="5993">
                  <c:v>2.1635004042037185</c:v>
                </c:pt>
                <c:pt idx="5994">
                  <c:v>2.0998383185125302</c:v>
                </c:pt>
                <c:pt idx="5995">
                  <c:v>2.1402586903799516</c:v>
                </c:pt>
                <c:pt idx="5996">
                  <c:v>2.1917946645109136</c:v>
                </c:pt>
                <c:pt idx="5997">
                  <c:v>2.2372675828617621</c:v>
                </c:pt>
                <c:pt idx="5998">
                  <c:v>2.2059417946645108</c:v>
                </c:pt>
                <c:pt idx="5999">
                  <c:v>2.2150363783346805</c:v>
                </c:pt>
                <c:pt idx="6000">
                  <c:v>2.2483831851253031</c:v>
                </c:pt>
                <c:pt idx="6001">
                  <c:v>2.2463621665319322</c:v>
                </c:pt>
                <c:pt idx="6002">
                  <c:v>2.1948261924009702</c:v>
                </c:pt>
                <c:pt idx="6003">
                  <c:v>2.2130153597413096</c:v>
                </c:pt>
                <c:pt idx="6004">
                  <c:v>2.269603880355699</c:v>
                </c:pt>
                <c:pt idx="6005">
                  <c:v>2.2554567502021019</c:v>
                </c:pt>
                <c:pt idx="6006">
                  <c:v>2.2049312853678251</c:v>
                </c:pt>
                <c:pt idx="6007">
                  <c:v>2.2473726758286174</c:v>
                </c:pt>
                <c:pt idx="6008">
                  <c:v>2.2514147130153597</c:v>
                </c:pt>
                <c:pt idx="6009">
                  <c:v>2.2968876313662085</c:v>
                </c:pt>
                <c:pt idx="6010">
                  <c:v>2.2857720291026675</c:v>
                </c:pt>
                <c:pt idx="6011">
                  <c:v>2.2544462409054162</c:v>
                </c:pt>
                <c:pt idx="6012">
                  <c:v>2.2554567502021019</c:v>
                </c:pt>
                <c:pt idx="6013">
                  <c:v>2.2322150363783346</c:v>
                </c:pt>
                <c:pt idx="6014">
                  <c:v>2.2443411479385609</c:v>
                </c:pt>
                <c:pt idx="6015">
                  <c:v>2.2301940177849637</c:v>
                </c:pt>
                <c:pt idx="6016">
                  <c:v>2.2251414713015358</c:v>
                </c:pt>
                <c:pt idx="6017">
                  <c:v>2.1756265157639452</c:v>
                </c:pt>
                <c:pt idx="6018">
                  <c:v>2.1685529506871464</c:v>
                </c:pt>
                <c:pt idx="6019">
                  <c:v>2.2271624898949072</c:v>
                </c:pt>
                <c:pt idx="6020">
                  <c:v>2.3080032336297491</c:v>
                </c:pt>
                <c:pt idx="6021">
                  <c:v>2.3605497170573968</c:v>
                </c:pt>
                <c:pt idx="6022">
                  <c:v>2.4070331447049313</c:v>
                </c:pt>
                <c:pt idx="6023">
                  <c:v>2.4343168957154404</c:v>
                </c:pt>
                <c:pt idx="6024">
                  <c:v>2.4413904607922392</c:v>
                </c:pt>
                <c:pt idx="6025">
                  <c:v>2.3837914308811641</c:v>
                </c:pt>
                <c:pt idx="6026">
                  <c:v>2.3666127728375099</c:v>
                </c:pt>
                <c:pt idx="6027">
                  <c:v>2.353476151980598</c:v>
                </c:pt>
                <c:pt idx="6028">
                  <c:v>2.3474130962004849</c:v>
                </c:pt>
                <c:pt idx="6029">
                  <c:v>2.4494745351657237</c:v>
                </c:pt>
                <c:pt idx="6030">
                  <c:v>2.5414308811641066</c:v>
                </c:pt>
                <c:pt idx="6031">
                  <c:v>2.5575990299110751</c:v>
                </c:pt>
                <c:pt idx="6032">
                  <c:v>2.4898949070331446</c:v>
                </c:pt>
                <c:pt idx="6033">
                  <c:v>2.5222312045270816</c:v>
                </c:pt>
                <c:pt idx="6034">
                  <c:v>2.6151980598221503</c:v>
                </c:pt>
                <c:pt idx="6035">
                  <c:v>2.6101455133387228</c:v>
                </c:pt>
                <c:pt idx="6036">
                  <c:v>2.6556184316895717</c:v>
                </c:pt>
                <c:pt idx="6037">
                  <c:v>2.6960388035569927</c:v>
                </c:pt>
                <c:pt idx="6038">
                  <c:v>2.6798706548100242</c:v>
                </c:pt>
                <c:pt idx="6039">
                  <c:v>2.6293451899757478</c:v>
                </c:pt>
                <c:pt idx="6040">
                  <c:v>2.7809215844785773</c:v>
                </c:pt>
                <c:pt idx="6041">
                  <c:v>2.8233629749393692</c:v>
                </c:pt>
                <c:pt idx="6042">
                  <c:v>2.8082053354890864</c:v>
                </c:pt>
                <c:pt idx="6043">
                  <c:v>2.8314470493128536</c:v>
                </c:pt>
                <c:pt idx="6044">
                  <c:v>2.8405416329830233</c:v>
                </c:pt>
                <c:pt idx="6045">
                  <c:v>2.8405416329830233</c:v>
                </c:pt>
                <c:pt idx="6046">
                  <c:v>2.8021422797089732</c:v>
                </c:pt>
                <c:pt idx="6047">
                  <c:v>2.7506063055780112</c:v>
                </c:pt>
                <c:pt idx="6048">
                  <c:v>2.7475747776879547</c:v>
                </c:pt>
                <c:pt idx="6049">
                  <c:v>2.7202910266774452</c:v>
                </c:pt>
                <c:pt idx="6050">
                  <c:v>2.6606709781729991</c:v>
                </c:pt>
                <c:pt idx="6051">
                  <c:v>2.6091350040420371</c:v>
                </c:pt>
                <c:pt idx="6052">
                  <c:v>2.5828617623282133</c:v>
                </c:pt>
                <c:pt idx="6053">
                  <c:v>2.5333468067906226</c:v>
                </c:pt>
                <c:pt idx="6054">
                  <c:v>2.4535165723524655</c:v>
                </c:pt>
                <c:pt idx="6055">
                  <c:v>2.5293047696038804</c:v>
                </c:pt>
                <c:pt idx="6056">
                  <c:v>2.4838318512530315</c:v>
                </c:pt>
                <c:pt idx="6057">
                  <c:v>2.5020210185933709</c:v>
                </c:pt>
                <c:pt idx="6058">
                  <c:v>2.4727162489894905</c:v>
                </c:pt>
                <c:pt idx="6059">
                  <c:v>2.3888439773645915</c:v>
                </c:pt>
                <c:pt idx="6060">
                  <c:v>2.3464025869037997</c:v>
                </c:pt>
                <c:pt idx="6061">
                  <c:v>2.3059822150363782</c:v>
                </c:pt>
                <c:pt idx="6062">
                  <c:v>2.2756669361358126</c:v>
                </c:pt>
                <c:pt idx="6063">
                  <c:v>2.2352465642683912</c:v>
                </c:pt>
                <c:pt idx="6064">
                  <c:v>2.1816895715440583</c:v>
                </c:pt>
                <c:pt idx="6065">
                  <c:v>2.179668552950687</c:v>
                </c:pt>
                <c:pt idx="6066">
                  <c:v>2.2645513338722716</c:v>
                </c:pt>
                <c:pt idx="6067">
                  <c:v>2.2433306386418757</c:v>
                </c:pt>
                <c:pt idx="6068">
                  <c:v>2.2958771220695229</c:v>
                </c:pt>
                <c:pt idx="6069">
                  <c:v>2.2716248989490704</c:v>
                </c:pt>
                <c:pt idx="6070">
                  <c:v>2.261519805982215</c:v>
                </c:pt>
                <c:pt idx="6071">
                  <c:v>2.3160873080032336</c:v>
                </c:pt>
                <c:pt idx="6072">
                  <c:v>2.2352465642683912</c:v>
                </c:pt>
                <c:pt idx="6073">
                  <c:v>2.2402991107518186</c:v>
                </c:pt>
                <c:pt idx="6074">
                  <c:v>2.1968472109943411</c:v>
                </c:pt>
                <c:pt idx="6075">
                  <c:v>2.2685933710590138</c:v>
                </c:pt>
                <c:pt idx="6076">
                  <c:v>2.1746160064672595</c:v>
                </c:pt>
                <c:pt idx="6077">
                  <c:v>2.1463217461600648</c:v>
                </c:pt>
                <c:pt idx="6078">
                  <c:v>2.1422797089733225</c:v>
                </c:pt>
                <c:pt idx="6079">
                  <c:v>2.1897736459175423</c:v>
                </c:pt>
                <c:pt idx="6080">
                  <c:v>2.1614793856103476</c:v>
                </c:pt>
                <c:pt idx="6081">
                  <c:v>2.2018997574777686</c:v>
                </c:pt>
                <c:pt idx="6082">
                  <c:v>2.2150363783346805</c:v>
                </c:pt>
                <c:pt idx="6083">
                  <c:v>2.190784155214228</c:v>
                </c:pt>
                <c:pt idx="6084">
                  <c:v>2.2130153597413096</c:v>
                </c:pt>
                <c:pt idx="6085">
                  <c:v>2.1705739692805173</c:v>
                </c:pt>
                <c:pt idx="6086">
                  <c:v>2.1129749393694421</c:v>
                </c:pt>
                <c:pt idx="6087">
                  <c:v>2.1432902182700082</c:v>
                </c:pt>
                <c:pt idx="6088">
                  <c:v>2.1119644300727565</c:v>
                </c:pt>
                <c:pt idx="6089">
                  <c:v>2.1311641067097815</c:v>
                </c:pt>
                <c:pt idx="6090">
                  <c:v>2.1564268391269201</c:v>
                </c:pt>
                <c:pt idx="6091">
                  <c:v>2.1827000808407435</c:v>
                </c:pt>
                <c:pt idx="6092">
                  <c:v>2.1857316087308001</c:v>
                </c:pt>
                <c:pt idx="6093">
                  <c:v>2.2008892481810833</c:v>
                </c:pt>
                <c:pt idx="6094">
                  <c:v>2.179668552950687</c:v>
                </c:pt>
                <c:pt idx="6095">
                  <c:v>2.1685529506871464</c:v>
                </c:pt>
                <c:pt idx="6096">
                  <c:v>2.190784155214228</c:v>
                </c:pt>
                <c:pt idx="6097">
                  <c:v>2.1675424413904607</c:v>
                </c:pt>
                <c:pt idx="6098">
                  <c:v>2.1372271624898946</c:v>
                </c:pt>
                <c:pt idx="6099">
                  <c:v>2.1675424413904607</c:v>
                </c:pt>
                <c:pt idx="6100">
                  <c:v>2.1311641067097815</c:v>
                </c:pt>
                <c:pt idx="6101">
                  <c:v>2.1362166531932094</c:v>
                </c:pt>
                <c:pt idx="6102">
                  <c:v>2.1362166531932094</c:v>
                </c:pt>
                <c:pt idx="6103">
                  <c:v>2.1574373484236053</c:v>
                </c:pt>
                <c:pt idx="6104">
                  <c:v>2.1059013742926433</c:v>
                </c:pt>
                <c:pt idx="6105">
                  <c:v>2.0624494745351658</c:v>
                </c:pt>
                <c:pt idx="6106">
                  <c:v>2.0402182700080842</c:v>
                </c:pt>
                <c:pt idx="6107">
                  <c:v>2.0099029911075181</c:v>
                </c:pt>
                <c:pt idx="6108">
                  <c:v>2.0523443815683104</c:v>
                </c:pt>
                <c:pt idx="6109">
                  <c:v>2.0786176232821343</c:v>
                </c:pt>
                <c:pt idx="6110">
                  <c:v>2.1180274858528696</c:v>
                </c:pt>
                <c:pt idx="6111">
                  <c:v>2.14733225545675</c:v>
                </c:pt>
                <c:pt idx="6112">
                  <c:v>2.2221099434114793</c:v>
                </c:pt>
                <c:pt idx="6113">
                  <c:v>2.2968876313662085</c:v>
                </c:pt>
                <c:pt idx="6114">
                  <c:v>2.2675828617623282</c:v>
                </c:pt>
                <c:pt idx="6115">
                  <c:v>2.2322150363783346</c:v>
                </c:pt>
                <c:pt idx="6116">
                  <c:v>2.2453516572352465</c:v>
                </c:pt>
                <c:pt idx="6117">
                  <c:v>2.24232012934519</c:v>
                </c:pt>
                <c:pt idx="6118">
                  <c:v>2.2786984640258692</c:v>
                </c:pt>
                <c:pt idx="6119">
                  <c:v>2.2756669361358126</c:v>
                </c:pt>
                <c:pt idx="6120">
                  <c:v>2.3090137429264348</c:v>
                </c:pt>
                <c:pt idx="6121">
                  <c:v>2.3373080032336295</c:v>
                </c:pt>
                <c:pt idx="6122">
                  <c:v>2.3302344381568312</c:v>
                </c:pt>
                <c:pt idx="6123">
                  <c:v>2.3282134195634598</c:v>
                </c:pt>
                <c:pt idx="6124">
                  <c:v>2.2898140662894098</c:v>
                </c:pt>
                <c:pt idx="6125">
                  <c:v>2.301940177849636</c:v>
                </c:pt>
                <c:pt idx="6126">
                  <c:v>2.3504446240905414</c:v>
                </c:pt>
                <c:pt idx="6127">
                  <c:v>2.3393290218270009</c:v>
                </c:pt>
                <c:pt idx="6128">
                  <c:v>2.3848019401778497</c:v>
                </c:pt>
                <c:pt idx="6129">
                  <c:v>2.3585286984640259</c:v>
                </c:pt>
                <c:pt idx="6130">
                  <c:v>2.3443815683104283</c:v>
                </c:pt>
                <c:pt idx="6131">
                  <c:v>2.3585286984640259</c:v>
                </c:pt>
                <c:pt idx="6132">
                  <c:v>2.4141067097817301</c:v>
                </c:pt>
                <c:pt idx="6133">
                  <c:v>2.4787793047696036</c:v>
                </c:pt>
                <c:pt idx="6134">
                  <c:v>2.4413904607922392</c:v>
                </c:pt>
                <c:pt idx="6135">
                  <c:v>2.385812449474535</c:v>
                </c:pt>
                <c:pt idx="6136">
                  <c:v>2.3989490703314469</c:v>
                </c:pt>
                <c:pt idx="6137">
                  <c:v>2.4019805982215034</c:v>
                </c:pt>
                <c:pt idx="6138">
                  <c:v>2.4282538399353273</c:v>
                </c:pt>
                <c:pt idx="6139">
                  <c:v>2.4363379143088117</c:v>
                </c:pt>
                <c:pt idx="6140">
                  <c:v>2.4232012934518998</c:v>
                </c:pt>
                <c:pt idx="6141">
                  <c:v>2.3706548100242522</c:v>
                </c:pt>
                <c:pt idx="6142">
                  <c:v>2.3494341147938562</c:v>
                </c:pt>
                <c:pt idx="6143">
                  <c:v>2.3615602263540825</c:v>
                </c:pt>
                <c:pt idx="6144">
                  <c:v>2.3848019401778497</c:v>
                </c:pt>
                <c:pt idx="6145">
                  <c:v>2.3160873080032336</c:v>
                </c:pt>
                <c:pt idx="6146">
                  <c:v>2.3150767987065479</c:v>
                </c:pt>
                <c:pt idx="6147">
                  <c:v>2.3282134195634598</c:v>
                </c:pt>
                <c:pt idx="6148">
                  <c:v>2.3383185125303152</c:v>
                </c:pt>
                <c:pt idx="6149">
                  <c:v>2.3514551333872271</c:v>
                </c:pt>
                <c:pt idx="6150">
                  <c:v>2.301940177849636</c:v>
                </c:pt>
                <c:pt idx="6151">
                  <c:v>2.2605092966855294</c:v>
                </c:pt>
                <c:pt idx="6152">
                  <c:v>2.3110347615198061</c:v>
                </c:pt>
                <c:pt idx="6153">
                  <c:v>2.3150767987065479</c:v>
                </c:pt>
                <c:pt idx="6154">
                  <c:v>2.3120452708164914</c:v>
                </c:pt>
                <c:pt idx="6155">
                  <c:v>2.2928455941794663</c:v>
                </c:pt>
                <c:pt idx="6156">
                  <c:v>2.301940177849636</c:v>
                </c:pt>
                <c:pt idx="6157">
                  <c:v>2.313055780113177</c:v>
                </c:pt>
                <c:pt idx="6158">
                  <c:v>2.321139854486661</c:v>
                </c:pt>
                <c:pt idx="6159">
                  <c:v>2.3110347615198061</c:v>
                </c:pt>
                <c:pt idx="6160">
                  <c:v>2.3120452708164914</c:v>
                </c:pt>
                <c:pt idx="6161">
                  <c:v>2.282740501212611</c:v>
                </c:pt>
                <c:pt idx="6162">
                  <c:v>2.2372675828617621</c:v>
                </c:pt>
                <c:pt idx="6163">
                  <c:v>2.1857316087308001</c:v>
                </c:pt>
                <c:pt idx="6164">
                  <c:v>2.1493532740501213</c:v>
                </c:pt>
                <c:pt idx="6165">
                  <c:v>2.1705739692805173</c:v>
                </c:pt>
                <c:pt idx="6166">
                  <c:v>2.209983831851253</c:v>
                </c:pt>
                <c:pt idx="6167">
                  <c:v>2.2221099434114793</c:v>
                </c:pt>
                <c:pt idx="6168">
                  <c:v>2.2322150363783346</c:v>
                </c:pt>
                <c:pt idx="6169">
                  <c:v>2.2150363783346805</c:v>
                </c:pt>
                <c:pt idx="6170">
                  <c:v>2.1968472109943411</c:v>
                </c:pt>
                <c:pt idx="6171">
                  <c:v>2.1695634599838316</c:v>
                </c:pt>
                <c:pt idx="6172">
                  <c:v>2.1806790622473726</c:v>
                </c:pt>
                <c:pt idx="6173">
                  <c:v>2.1624898949070332</c:v>
                </c:pt>
                <c:pt idx="6174">
                  <c:v>2.1493532740501213</c:v>
                </c:pt>
                <c:pt idx="6175">
                  <c:v>2.1766370250606304</c:v>
                </c:pt>
                <c:pt idx="6176">
                  <c:v>2.2018997574777686</c:v>
                </c:pt>
                <c:pt idx="6177">
                  <c:v>2.1655214227970898</c:v>
                </c:pt>
                <c:pt idx="6178">
                  <c:v>2.1645109135004041</c:v>
                </c:pt>
                <c:pt idx="6179">
                  <c:v>2.2069523039611965</c:v>
                </c:pt>
                <c:pt idx="6180">
                  <c:v>2.1877526273241714</c:v>
                </c:pt>
                <c:pt idx="6181">
                  <c:v>2.2029102667744542</c:v>
                </c:pt>
                <c:pt idx="6182">
                  <c:v>2.2332255456750203</c:v>
                </c:pt>
                <c:pt idx="6183">
                  <c:v>2.1554163298302345</c:v>
                </c:pt>
                <c:pt idx="6184">
                  <c:v>2.128132578819725</c:v>
                </c:pt>
                <c:pt idx="6185">
                  <c:v>2.2200889248181084</c:v>
                </c:pt>
                <c:pt idx="6186">
                  <c:v>2.2018997574777686</c:v>
                </c:pt>
                <c:pt idx="6187">
                  <c:v>2.1877526273241714</c:v>
                </c:pt>
                <c:pt idx="6188">
                  <c:v>2.1513742926434922</c:v>
                </c:pt>
                <c:pt idx="6189">
                  <c:v>2.1533953112368631</c:v>
                </c:pt>
                <c:pt idx="6190">
                  <c:v>2.1837105901374292</c:v>
                </c:pt>
                <c:pt idx="6191">
                  <c:v>2.1624898949070332</c:v>
                </c:pt>
                <c:pt idx="6192">
                  <c:v>2.1897736459175423</c:v>
                </c:pt>
                <c:pt idx="6193">
                  <c:v>2.2130153597413096</c:v>
                </c:pt>
                <c:pt idx="6194">
                  <c:v>2.218067906224737</c:v>
                </c:pt>
                <c:pt idx="6195">
                  <c:v>2.2271624898949072</c:v>
                </c:pt>
                <c:pt idx="6196">
                  <c:v>2.2049312853678251</c:v>
                </c:pt>
                <c:pt idx="6197">
                  <c:v>2.1362166531932094</c:v>
                </c:pt>
                <c:pt idx="6198">
                  <c:v>2.1827000808407435</c:v>
                </c:pt>
                <c:pt idx="6199">
                  <c:v>2.1938156831042845</c:v>
                </c:pt>
                <c:pt idx="6200">
                  <c:v>2.1645109135004041</c:v>
                </c:pt>
                <c:pt idx="6201">
                  <c:v>2.1513742926434922</c:v>
                </c:pt>
                <c:pt idx="6202">
                  <c:v>2.1412691996766369</c:v>
                </c:pt>
                <c:pt idx="6203">
                  <c:v>2.2039207760711399</c:v>
                </c:pt>
                <c:pt idx="6204">
                  <c:v>2.209983831851253</c:v>
                </c:pt>
                <c:pt idx="6205">
                  <c:v>2.2120048504446239</c:v>
                </c:pt>
                <c:pt idx="6206">
                  <c:v>2.1725949878738886</c:v>
                </c:pt>
                <c:pt idx="6207">
                  <c:v>2.179668552950687</c:v>
                </c:pt>
                <c:pt idx="6208">
                  <c:v>2.2554567502021019</c:v>
                </c:pt>
                <c:pt idx="6209">
                  <c:v>2.2382780921584478</c:v>
                </c:pt>
                <c:pt idx="6210">
                  <c:v>2.2413096200485043</c:v>
                </c:pt>
                <c:pt idx="6211">
                  <c:v>2.1978577202910268</c:v>
                </c:pt>
                <c:pt idx="6212">
                  <c:v>2.1655214227970898</c:v>
                </c:pt>
                <c:pt idx="6213">
                  <c:v>2.2029102667744542</c:v>
                </c:pt>
                <c:pt idx="6214">
                  <c:v>2.2665723524656425</c:v>
                </c:pt>
                <c:pt idx="6215">
                  <c:v>2.2888035569927241</c:v>
                </c:pt>
                <c:pt idx="6216">
                  <c:v>2.2665723524656425</c:v>
                </c:pt>
                <c:pt idx="6217">
                  <c:v>2.2908245755860954</c:v>
                </c:pt>
                <c:pt idx="6218">
                  <c:v>2.3352869846402586</c:v>
                </c:pt>
                <c:pt idx="6219">
                  <c:v>2.3110347615198061</c:v>
                </c:pt>
                <c:pt idx="6220">
                  <c:v>2.377728375101051</c:v>
                </c:pt>
                <c:pt idx="6221">
                  <c:v>2.3524656426839128</c:v>
                </c:pt>
                <c:pt idx="6222">
                  <c:v>2.3423605497170574</c:v>
                </c:pt>
                <c:pt idx="6223">
                  <c:v>2.3302344381568312</c:v>
                </c:pt>
                <c:pt idx="6224">
                  <c:v>2.321139854486661</c:v>
                </c:pt>
                <c:pt idx="6225">
                  <c:v>2.334276475343573</c:v>
                </c:pt>
                <c:pt idx="6226">
                  <c:v>2.4312853678253838</c:v>
                </c:pt>
                <c:pt idx="6227">
                  <c:v>2.4514955537590946</c:v>
                </c:pt>
                <c:pt idx="6228">
                  <c:v>2.3918755052546481</c:v>
                </c:pt>
                <c:pt idx="6229">
                  <c:v>2.3656022635408247</c:v>
                </c:pt>
                <c:pt idx="6230">
                  <c:v>2.385812449474535</c:v>
                </c:pt>
                <c:pt idx="6231">
                  <c:v>2.3403395311236861</c:v>
                </c:pt>
                <c:pt idx="6232">
                  <c:v>2.3221503637833467</c:v>
                </c:pt>
                <c:pt idx="6233">
                  <c:v>2.2857720291026675</c:v>
                </c:pt>
                <c:pt idx="6234">
                  <c:v>2.2130153597413096</c:v>
                </c:pt>
                <c:pt idx="6235">
                  <c:v>2.1786580436540017</c:v>
                </c:pt>
                <c:pt idx="6236">
                  <c:v>2.158447857720291</c:v>
                </c:pt>
                <c:pt idx="6237">
                  <c:v>2.0968067906224737</c:v>
                </c:pt>
                <c:pt idx="6238">
                  <c:v>2.1422797089733225</c:v>
                </c:pt>
                <c:pt idx="6239">
                  <c:v>2.1705739692805173</c:v>
                </c:pt>
                <c:pt idx="6240">
                  <c:v>2.1574373484236053</c:v>
                </c:pt>
                <c:pt idx="6241">
                  <c:v>2.2029102667744542</c:v>
                </c:pt>
                <c:pt idx="6242">
                  <c:v>2.1928051738075989</c:v>
                </c:pt>
                <c:pt idx="6243">
                  <c:v>2.158447857720291</c:v>
                </c:pt>
                <c:pt idx="6244">
                  <c:v>2.2190784155214227</c:v>
                </c:pt>
                <c:pt idx="6245">
                  <c:v>2.2059417946645108</c:v>
                </c:pt>
                <c:pt idx="6246">
                  <c:v>2.2968876313662085</c:v>
                </c:pt>
                <c:pt idx="6247">
                  <c:v>2.2797089733225544</c:v>
                </c:pt>
                <c:pt idx="6248">
                  <c:v>2.2797089733225544</c:v>
                </c:pt>
                <c:pt idx="6249">
                  <c:v>2.2483831851253031</c:v>
                </c:pt>
                <c:pt idx="6250">
                  <c:v>2.2564672594987871</c:v>
                </c:pt>
                <c:pt idx="6251">
                  <c:v>2.2130153597413096</c:v>
                </c:pt>
                <c:pt idx="6252">
                  <c:v>2.1978577202910268</c:v>
                </c:pt>
                <c:pt idx="6253">
                  <c:v>2.1645109135004041</c:v>
                </c:pt>
                <c:pt idx="6254">
                  <c:v>2.1483427647534357</c:v>
                </c:pt>
                <c:pt idx="6255">
                  <c:v>2.1362166531932094</c:v>
                </c:pt>
                <c:pt idx="6256">
                  <c:v>2.1725949878738886</c:v>
                </c:pt>
                <c:pt idx="6257">
                  <c:v>2.1827000808407435</c:v>
                </c:pt>
                <c:pt idx="6258">
                  <c:v>2.1736054971705738</c:v>
                </c:pt>
                <c:pt idx="6259">
                  <c:v>2.1715844785772029</c:v>
                </c:pt>
                <c:pt idx="6260">
                  <c:v>2.1422797089733225</c:v>
                </c:pt>
                <c:pt idx="6261">
                  <c:v>2.166531932093775</c:v>
                </c:pt>
                <c:pt idx="6262">
                  <c:v>2.1806790622473726</c:v>
                </c:pt>
                <c:pt idx="6263">
                  <c:v>2.1917946645109136</c:v>
                </c:pt>
                <c:pt idx="6264">
                  <c:v>2.1715844785772029</c:v>
                </c:pt>
                <c:pt idx="6265">
                  <c:v>2.2413096200485043</c:v>
                </c:pt>
                <c:pt idx="6266">
                  <c:v>2.209983831851253</c:v>
                </c:pt>
                <c:pt idx="6267">
                  <c:v>2.1917946645109136</c:v>
                </c:pt>
                <c:pt idx="6268">
                  <c:v>2.2109943411479387</c:v>
                </c:pt>
                <c:pt idx="6269">
                  <c:v>2.2150363783346805</c:v>
                </c:pt>
                <c:pt idx="6270">
                  <c:v>2.1786580436540017</c:v>
                </c:pt>
                <c:pt idx="6271">
                  <c:v>2.158447857720291</c:v>
                </c:pt>
                <c:pt idx="6272">
                  <c:v>2.1372271624898946</c:v>
                </c:pt>
                <c:pt idx="6273">
                  <c:v>2.139248181083266</c:v>
                </c:pt>
                <c:pt idx="6274">
                  <c:v>2.1422797089733225</c:v>
                </c:pt>
                <c:pt idx="6275">
                  <c:v>2.0927647534357314</c:v>
                </c:pt>
                <c:pt idx="6276">
                  <c:v>2.0422392886014551</c:v>
                </c:pt>
                <c:pt idx="6277">
                  <c:v>2.0735650767987064</c:v>
                </c:pt>
                <c:pt idx="6278">
                  <c:v>2.1008488278092159</c:v>
                </c:pt>
                <c:pt idx="6279">
                  <c:v>2.1311641067097815</c:v>
                </c:pt>
                <c:pt idx="6280">
                  <c:v>2.1230800323362975</c:v>
                </c:pt>
                <c:pt idx="6281">
                  <c:v>2.0998383185125302</c:v>
                </c:pt>
                <c:pt idx="6282">
                  <c:v>2.095796281325788</c:v>
                </c:pt>
                <c:pt idx="6283">
                  <c:v>2.0654810024252224</c:v>
                </c:pt>
                <c:pt idx="6284">
                  <c:v>2.0432497978981408</c:v>
                </c:pt>
                <c:pt idx="6285">
                  <c:v>2.0169765561843169</c:v>
                </c:pt>
                <c:pt idx="6286">
                  <c:v>2.0270816491511723</c:v>
                </c:pt>
                <c:pt idx="6287">
                  <c:v>2.0563864187550527</c:v>
                </c:pt>
                <c:pt idx="6288">
                  <c:v>2.1513742926434922</c:v>
                </c:pt>
                <c:pt idx="6289">
                  <c:v>2.1210590137429266</c:v>
                </c:pt>
                <c:pt idx="6290">
                  <c:v>2.1402586903799516</c:v>
                </c:pt>
                <c:pt idx="6291">
                  <c:v>2.2120048504446239</c:v>
                </c:pt>
                <c:pt idx="6292">
                  <c:v>2.2160468876313661</c:v>
                </c:pt>
                <c:pt idx="6293">
                  <c:v>2.2029102667744542</c:v>
                </c:pt>
                <c:pt idx="6294">
                  <c:v>2.1968472109943411</c:v>
                </c:pt>
                <c:pt idx="6295">
                  <c:v>2.1362166531932094</c:v>
                </c:pt>
                <c:pt idx="6296">
                  <c:v>2.1443007275666934</c:v>
                </c:pt>
                <c:pt idx="6297">
                  <c:v>2.158447857720291</c:v>
                </c:pt>
                <c:pt idx="6298">
                  <c:v>2.1554163298302345</c:v>
                </c:pt>
                <c:pt idx="6299">
                  <c:v>2.1736054971705738</c:v>
                </c:pt>
                <c:pt idx="6300">
                  <c:v>2.1655214227970898</c:v>
                </c:pt>
                <c:pt idx="6301">
                  <c:v>2.1978577202910268</c:v>
                </c:pt>
                <c:pt idx="6302">
                  <c:v>2.2039207760711399</c:v>
                </c:pt>
                <c:pt idx="6303">
                  <c:v>2.2463621665319322</c:v>
                </c:pt>
                <c:pt idx="6304">
                  <c:v>2.1917946645109136</c:v>
                </c:pt>
                <c:pt idx="6305">
                  <c:v>2.1635004042037185</c:v>
                </c:pt>
                <c:pt idx="6306">
                  <c:v>2.158447857720291</c:v>
                </c:pt>
                <c:pt idx="6307">
                  <c:v>2.1291430881164106</c:v>
                </c:pt>
                <c:pt idx="6308">
                  <c:v>2.1948261924009702</c:v>
                </c:pt>
                <c:pt idx="6309">
                  <c:v>2.1705739692805173</c:v>
                </c:pt>
                <c:pt idx="6310">
                  <c:v>2.2190784155214227</c:v>
                </c:pt>
                <c:pt idx="6311">
                  <c:v>2.3191188358932902</c:v>
                </c:pt>
                <c:pt idx="6312">
                  <c:v>2.2928455941794663</c:v>
                </c:pt>
                <c:pt idx="6313">
                  <c:v>2.2372675828617621</c:v>
                </c:pt>
                <c:pt idx="6314">
                  <c:v>2.1635004042037185</c:v>
                </c:pt>
                <c:pt idx="6315">
                  <c:v>2.1341956345998381</c:v>
                </c:pt>
                <c:pt idx="6316">
                  <c:v>2.1038803556992725</c:v>
                </c:pt>
                <c:pt idx="6317">
                  <c:v>2.1220695230396118</c:v>
                </c:pt>
                <c:pt idx="6318">
                  <c:v>2.139248181083266</c:v>
                </c:pt>
                <c:pt idx="6319">
                  <c:v>2.1655214227970898</c:v>
                </c:pt>
                <c:pt idx="6320">
                  <c:v>2.2382780921584478</c:v>
                </c:pt>
                <c:pt idx="6321">
                  <c:v>2.2493936944219888</c:v>
                </c:pt>
                <c:pt idx="6322">
                  <c:v>2.1897736459175423</c:v>
                </c:pt>
                <c:pt idx="6323">
                  <c:v>2.2109943411479387</c:v>
                </c:pt>
                <c:pt idx="6324">
                  <c:v>2.1948261924009702</c:v>
                </c:pt>
                <c:pt idx="6325">
                  <c:v>2.2251414713015358</c:v>
                </c:pt>
                <c:pt idx="6326">
                  <c:v>2.2069523039611965</c:v>
                </c:pt>
                <c:pt idx="6327">
                  <c:v>2.158447857720291</c:v>
                </c:pt>
                <c:pt idx="6328">
                  <c:v>2.1766370250606304</c:v>
                </c:pt>
                <c:pt idx="6329">
                  <c:v>2.1917946645109136</c:v>
                </c:pt>
                <c:pt idx="6330">
                  <c:v>2.158447857720291</c:v>
                </c:pt>
                <c:pt idx="6331">
                  <c:v>2.2109943411479387</c:v>
                </c:pt>
                <c:pt idx="6332">
                  <c:v>2.1897736459175423</c:v>
                </c:pt>
                <c:pt idx="6333">
                  <c:v>2.2210994341147936</c:v>
                </c:pt>
                <c:pt idx="6334">
                  <c:v>2.1867421180274857</c:v>
                </c:pt>
                <c:pt idx="6335">
                  <c:v>2.1897736459175423</c:v>
                </c:pt>
                <c:pt idx="6336">
                  <c:v>2.179668552950687</c:v>
                </c:pt>
                <c:pt idx="6337">
                  <c:v>2.1756265157639452</c:v>
                </c:pt>
                <c:pt idx="6338">
                  <c:v>2.1412691996766369</c:v>
                </c:pt>
                <c:pt idx="6339">
                  <c:v>2.1170169765561844</c:v>
                </c:pt>
                <c:pt idx="6340">
                  <c:v>2.1180274858528696</c:v>
                </c:pt>
                <c:pt idx="6341">
                  <c:v>2.0887227162489896</c:v>
                </c:pt>
                <c:pt idx="6342">
                  <c:v>2.087712206952304</c:v>
                </c:pt>
                <c:pt idx="6343">
                  <c:v>2.0543654001616813</c:v>
                </c:pt>
                <c:pt idx="6344">
                  <c:v>2.0543654001616813</c:v>
                </c:pt>
                <c:pt idx="6345">
                  <c:v>2.0947857720291028</c:v>
                </c:pt>
                <c:pt idx="6346">
                  <c:v>2.0836701697655617</c:v>
                </c:pt>
                <c:pt idx="6347">
                  <c:v>2.0796281325788195</c:v>
                </c:pt>
                <c:pt idx="6348">
                  <c:v>2.0402182700080842</c:v>
                </c:pt>
                <c:pt idx="6349">
                  <c:v>2.0493128536782539</c:v>
                </c:pt>
                <c:pt idx="6350">
                  <c:v>2.0371867421180276</c:v>
                </c:pt>
                <c:pt idx="6351">
                  <c:v>2.0493128536782539</c:v>
                </c:pt>
                <c:pt idx="6352">
                  <c:v>2.0301131770412288</c:v>
                </c:pt>
                <c:pt idx="6353">
                  <c:v>2.0139450282942604</c:v>
                </c:pt>
                <c:pt idx="6354">
                  <c:v>2.044260307194826</c:v>
                </c:pt>
                <c:pt idx="6355">
                  <c:v>2.0503233629749391</c:v>
                </c:pt>
                <c:pt idx="6356">
                  <c:v>2.0402182700080842</c:v>
                </c:pt>
                <c:pt idx="6357">
                  <c:v>2.0493128536782539</c:v>
                </c:pt>
                <c:pt idx="6358">
                  <c:v>2.0584074373484236</c:v>
                </c:pt>
                <c:pt idx="6359">
                  <c:v>2.0311236863379141</c:v>
                </c:pt>
                <c:pt idx="6360">
                  <c:v>2.0654810024252224</c:v>
                </c:pt>
                <c:pt idx="6361">
                  <c:v>2.087712206952304</c:v>
                </c:pt>
                <c:pt idx="6362">
                  <c:v>2.0664915117219076</c:v>
                </c:pt>
                <c:pt idx="6363">
                  <c:v>2.0371867421180276</c:v>
                </c:pt>
                <c:pt idx="6364">
                  <c:v>2.0189975747776878</c:v>
                </c:pt>
                <c:pt idx="6365">
                  <c:v>2.0452708164915117</c:v>
                </c:pt>
                <c:pt idx="6366">
                  <c:v>2.0291026677445432</c:v>
                </c:pt>
                <c:pt idx="6367">
                  <c:v>2.0331447049312854</c:v>
                </c:pt>
                <c:pt idx="6368">
                  <c:v>2.0129345189975747</c:v>
                </c:pt>
                <c:pt idx="6369">
                  <c:v>2.0058609539207759</c:v>
                </c:pt>
                <c:pt idx="6370">
                  <c:v>2.0331447049312854</c:v>
                </c:pt>
                <c:pt idx="6371">
                  <c:v>2.1240905416329832</c:v>
                </c:pt>
                <c:pt idx="6372">
                  <c:v>2.1564268391269201</c:v>
                </c:pt>
                <c:pt idx="6373">
                  <c:v>2.1362166531932094</c:v>
                </c:pt>
                <c:pt idx="6374">
                  <c:v>2.1220695230396118</c:v>
                </c:pt>
                <c:pt idx="6375">
                  <c:v>2.1109539207760712</c:v>
                </c:pt>
                <c:pt idx="6376">
                  <c:v>2.0614389652384801</c:v>
                </c:pt>
                <c:pt idx="6377">
                  <c:v>2.1048908649959581</c:v>
                </c:pt>
                <c:pt idx="6378">
                  <c:v>2.0998383185125302</c:v>
                </c:pt>
                <c:pt idx="6379">
                  <c:v>2.1271220695230397</c:v>
                </c:pt>
                <c:pt idx="6380">
                  <c:v>2.0978172999191593</c:v>
                </c:pt>
                <c:pt idx="6381">
                  <c:v>2.0968067906224737</c:v>
                </c:pt>
                <c:pt idx="6382">
                  <c:v>2.0513338722716248</c:v>
                </c:pt>
                <c:pt idx="6383">
                  <c:v>2.0614389652384801</c:v>
                </c:pt>
                <c:pt idx="6384">
                  <c:v>2.0786176232821343</c:v>
                </c:pt>
                <c:pt idx="6385">
                  <c:v>2.0806386418755052</c:v>
                </c:pt>
                <c:pt idx="6386">
                  <c:v>2.0715440582053355</c:v>
                </c:pt>
                <c:pt idx="6387">
                  <c:v>2.0543654001616813</c:v>
                </c:pt>
                <c:pt idx="6388">
                  <c:v>2.0513338722716248</c:v>
                </c:pt>
                <c:pt idx="6389">
                  <c:v>2.0533548908649961</c:v>
                </c:pt>
                <c:pt idx="6390">
                  <c:v>2.0159660468876313</c:v>
                </c:pt>
                <c:pt idx="6391">
                  <c:v>2.0078819725141472</c:v>
                </c:pt>
                <c:pt idx="6392">
                  <c:v>2.0220291026677444</c:v>
                </c:pt>
                <c:pt idx="6393">
                  <c:v>2.0159660468876313</c:v>
                </c:pt>
                <c:pt idx="6394">
                  <c:v>2.0311236863379141</c:v>
                </c:pt>
                <c:pt idx="6395">
                  <c:v>2.0392077607113985</c:v>
                </c:pt>
                <c:pt idx="6396">
                  <c:v>2.0432497978981408</c:v>
                </c:pt>
                <c:pt idx="6397">
                  <c:v>2.0230396119644301</c:v>
                </c:pt>
                <c:pt idx="6398">
                  <c:v>2.036176232821342</c:v>
                </c:pt>
                <c:pt idx="6399">
                  <c:v>2.0735650767987064</c:v>
                </c:pt>
                <c:pt idx="6400">
                  <c:v>2.0735650767987064</c:v>
                </c:pt>
                <c:pt idx="6401">
                  <c:v>2.1261115602263541</c:v>
                </c:pt>
                <c:pt idx="6402">
                  <c:v>2.1432902182700082</c:v>
                </c:pt>
                <c:pt idx="6403">
                  <c:v>2.1564268391269201</c:v>
                </c:pt>
                <c:pt idx="6404">
                  <c:v>2.1190379951495553</c:v>
                </c:pt>
                <c:pt idx="6405">
                  <c:v>2.1574373484236053</c:v>
                </c:pt>
                <c:pt idx="6406">
                  <c:v>2.2018997574777686</c:v>
                </c:pt>
                <c:pt idx="6407">
                  <c:v>2.2231204527081649</c:v>
                </c:pt>
                <c:pt idx="6408">
                  <c:v>2.2392886014551334</c:v>
                </c:pt>
                <c:pt idx="6409">
                  <c:v>2.166531932093775</c:v>
                </c:pt>
                <c:pt idx="6410">
                  <c:v>2.1291430881164106</c:v>
                </c:pt>
                <c:pt idx="6411">
                  <c:v>2.1645109135004041</c:v>
                </c:pt>
                <c:pt idx="6412">
                  <c:v>2.1655214227970898</c:v>
                </c:pt>
                <c:pt idx="6413">
                  <c:v>2.1675424413904607</c:v>
                </c:pt>
                <c:pt idx="6414">
                  <c:v>2.1635004042037185</c:v>
                </c:pt>
                <c:pt idx="6415">
                  <c:v>2.1291430881164106</c:v>
                </c:pt>
                <c:pt idx="6416">
                  <c:v>2.2029102667744542</c:v>
                </c:pt>
                <c:pt idx="6417">
                  <c:v>2.2089733225545674</c:v>
                </c:pt>
                <c:pt idx="6418">
                  <c:v>2.1705739692805173</c:v>
                </c:pt>
                <c:pt idx="6419">
                  <c:v>2.1341956345998381</c:v>
                </c:pt>
                <c:pt idx="6420">
                  <c:v>2.1412691996766369</c:v>
                </c:pt>
                <c:pt idx="6421">
                  <c:v>2.1129749393694421</c:v>
                </c:pt>
                <c:pt idx="6422">
                  <c:v>2.128132578819725</c:v>
                </c:pt>
                <c:pt idx="6423">
                  <c:v>2.1382376717865803</c:v>
                </c:pt>
                <c:pt idx="6424">
                  <c:v>2.1422797089733225</c:v>
                </c:pt>
                <c:pt idx="6425">
                  <c:v>2.139248181083266</c:v>
                </c:pt>
                <c:pt idx="6426">
                  <c:v>2.166531932093775</c:v>
                </c:pt>
                <c:pt idx="6427">
                  <c:v>2.1725949878738886</c:v>
                </c:pt>
                <c:pt idx="6428">
                  <c:v>2.1867421180274857</c:v>
                </c:pt>
                <c:pt idx="6429">
                  <c:v>2.1715844785772029</c:v>
                </c:pt>
                <c:pt idx="6430">
                  <c:v>2.1756265157639452</c:v>
                </c:pt>
                <c:pt idx="6431">
                  <c:v>2.1624898949070332</c:v>
                </c:pt>
                <c:pt idx="6432">
                  <c:v>2.1432902182700082</c:v>
                </c:pt>
                <c:pt idx="6433">
                  <c:v>2.1604688763136619</c:v>
                </c:pt>
                <c:pt idx="6434">
                  <c:v>2.1604688763136619</c:v>
                </c:pt>
                <c:pt idx="6435">
                  <c:v>2.1048908649959581</c:v>
                </c:pt>
                <c:pt idx="6436">
                  <c:v>2.0573969280517379</c:v>
                </c:pt>
                <c:pt idx="6437">
                  <c:v>2.0462813257881973</c:v>
                </c:pt>
                <c:pt idx="6438">
                  <c:v>2.0533548908649961</c:v>
                </c:pt>
                <c:pt idx="6439">
                  <c:v>2.0594179466451092</c:v>
                </c:pt>
                <c:pt idx="6440">
                  <c:v>2.0826596604688761</c:v>
                </c:pt>
                <c:pt idx="6441">
                  <c:v>2.0927647534357314</c:v>
                </c:pt>
                <c:pt idx="6442">
                  <c:v>2.1119644300727565</c:v>
                </c:pt>
                <c:pt idx="6443">
                  <c:v>2.1028698464025868</c:v>
                </c:pt>
                <c:pt idx="6444">
                  <c:v>2.0725545675020212</c:v>
                </c:pt>
                <c:pt idx="6445">
                  <c:v>2.0624494745351658</c:v>
                </c:pt>
                <c:pt idx="6446">
                  <c:v>2.0472918350848825</c:v>
                </c:pt>
                <c:pt idx="6447">
                  <c:v>2.0472918350848825</c:v>
                </c:pt>
                <c:pt idx="6448">
                  <c:v>2.0735650767987064</c:v>
                </c:pt>
                <c:pt idx="6449">
                  <c:v>2.063459983831851</c:v>
                </c:pt>
                <c:pt idx="6450">
                  <c:v>2.095796281325788</c:v>
                </c:pt>
                <c:pt idx="6451">
                  <c:v>2.0937752627324171</c:v>
                </c:pt>
                <c:pt idx="6452">
                  <c:v>2.0937752627324171</c:v>
                </c:pt>
                <c:pt idx="6453">
                  <c:v>2.0705335489086498</c:v>
                </c:pt>
                <c:pt idx="6454">
                  <c:v>2.063459983831851</c:v>
                </c:pt>
                <c:pt idx="6455">
                  <c:v>2.0725545675020212</c:v>
                </c:pt>
                <c:pt idx="6456">
                  <c:v>2.0614389652384801</c:v>
                </c:pt>
                <c:pt idx="6457">
                  <c:v>2.0937752627324171</c:v>
                </c:pt>
                <c:pt idx="6458">
                  <c:v>2.063459983831851</c:v>
                </c:pt>
                <c:pt idx="6459">
                  <c:v>2.0543654001616813</c:v>
                </c:pt>
                <c:pt idx="6460">
                  <c:v>2.0846806790622474</c:v>
                </c:pt>
                <c:pt idx="6461">
                  <c:v>2.1432902182700082</c:v>
                </c:pt>
                <c:pt idx="6462">
                  <c:v>2.1119644300727565</c:v>
                </c:pt>
                <c:pt idx="6463">
                  <c:v>2.1160064672594987</c:v>
                </c:pt>
                <c:pt idx="6464">
                  <c:v>2.1635004042037185</c:v>
                </c:pt>
                <c:pt idx="6465">
                  <c:v>2.1897736459175423</c:v>
                </c:pt>
                <c:pt idx="6466">
                  <c:v>2.1766370250606304</c:v>
                </c:pt>
                <c:pt idx="6467">
                  <c:v>2.1321746160064672</c:v>
                </c:pt>
                <c:pt idx="6468">
                  <c:v>2.139248181083266</c:v>
                </c:pt>
                <c:pt idx="6469">
                  <c:v>2.1291430881164106</c:v>
                </c:pt>
                <c:pt idx="6470">
                  <c:v>2.1614793856103476</c:v>
                </c:pt>
                <c:pt idx="6471">
                  <c:v>2.1453112368633791</c:v>
                </c:pt>
                <c:pt idx="6472">
                  <c:v>2.1352061438965237</c:v>
                </c:pt>
                <c:pt idx="6473">
                  <c:v>2.1402586903799516</c:v>
                </c:pt>
                <c:pt idx="6474">
                  <c:v>2.1705739692805173</c:v>
                </c:pt>
                <c:pt idx="6475">
                  <c:v>2.231204527081649</c:v>
                </c:pt>
                <c:pt idx="6476">
                  <c:v>2.2190784155214227</c:v>
                </c:pt>
                <c:pt idx="6477">
                  <c:v>2.1786580436540017</c:v>
                </c:pt>
                <c:pt idx="6478">
                  <c:v>2.2221099434114793</c:v>
                </c:pt>
                <c:pt idx="6479">
                  <c:v>2.2756669361358126</c:v>
                </c:pt>
                <c:pt idx="6480">
                  <c:v>2.3241713823767176</c:v>
                </c:pt>
                <c:pt idx="6481">
                  <c:v>2.2989086499595794</c:v>
                </c:pt>
                <c:pt idx="6482">
                  <c:v>2.2918350848827806</c:v>
                </c:pt>
                <c:pt idx="6483">
                  <c:v>2.2867825383993532</c:v>
                </c:pt>
                <c:pt idx="6484">
                  <c:v>2.3080032336297491</c:v>
                </c:pt>
                <c:pt idx="6485">
                  <c:v>2.3848019401778497</c:v>
                </c:pt>
                <c:pt idx="6486">
                  <c:v>2.3241713823767176</c:v>
                </c:pt>
                <c:pt idx="6487">
                  <c:v>2.3100242522231205</c:v>
                </c:pt>
                <c:pt idx="6488">
                  <c:v>2.3009296685529508</c:v>
                </c:pt>
                <c:pt idx="6489">
                  <c:v>2.3443815683104283</c:v>
                </c:pt>
                <c:pt idx="6490">
                  <c:v>2.4585691188358934</c:v>
                </c:pt>
                <c:pt idx="6491">
                  <c:v>2.4646321746160065</c:v>
                </c:pt>
                <c:pt idx="6492">
                  <c:v>2.3716653193209378</c:v>
                </c:pt>
                <c:pt idx="6493">
                  <c:v>2.3787388843977366</c:v>
                </c:pt>
                <c:pt idx="6494">
                  <c:v>2.4151172190784154</c:v>
                </c:pt>
                <c:pt idx="6495">
                  <c:v>2.5</c:v>
                </c:pt>
                <c:pt idx="6496">
                  <c:v>2.4130962004850445</c:v>
                </c:pt>
                <c:pt idx="6497">
                  <c:v>2.3868229587712206</c:v>
                </c:pt>
                <c:pt idx="6498">
                  <c:v>2.4474535165723523</c:v>
                </c:pt>
                <c:pt idx="6499">
                  <c:v>2.4666531932093774</c:v>
                </c:pt>
                <c:pt idx="6500">
                  <c:v>2.4080436540016166</c:v>
                </c:pt>
                <c:pt idx="6501">
                  <c:v>2.3817704122877932</c:v>
                </c:pt>
                <c:pt idx="6502">
                  <c:v>2.3918755052546481</c:v>
                </c:pt>
                <c:pt idx="6503">
                  <c:v>2.4232012934518998</c:v>
                </c:pt>
                <c:pt idx="6504">
                  <c:v>2.4464430072756667</c:v>
                </c:pt>
                <c:pt idx="6505">
                  <c:v>2.448464025869038</c:v>
                </c:pt>
                <c:pt idx="6506">
                  <c:v>2.4555375909458368</c:v>
                </c:pt>
                <c:pt idx="6507">
                  <c:v>2.4989894907033143</c:v>
                </c:pt>
                <c:pt idx="6508">
                  <c:v>2.4151172190784154</c:v>
                </c:pt>
                <c:pt idx="6509">
                  <c:v>2.416127728375101</c:v>
                </c:pt>
                <c:pt idx="6510">
                  <c:v>2.4080436540016166</c:v>
                </c:pt>
                <c:pt idx="6511">
                  <c:v>2.416127728375101</c:v>
                </c:pt>
                <c:pt idx="6512">
                  <c:v>2.3443815683104283</c:v>
                </c:pt>
                <c:pt idx="6513">
                  <c:v>2.3181083265966045</c:v>
                </c:pt>
                <c:pt idx="6514">
                  <c:v>2.3039611964430073</c:v>
                </c:pt>
                <c:pt idx="6515">
                  <c:v>2.3514551333872271</c:v>
                </c:pt>
                <c:pt idx="6516">
                  <c:v>2.3979385610347617</c:v>
                </c:pt>
                <c:pt idx="6517">
                  <c:v>2.3979385610347617</c:v>
                </c:pt>
                <c:pt idx="6518">
                  <c:v>2.4272433306386416</c:v>
                </c:pt>
                <c:pt idx="6519">
                  <c:v>2.3837914308811641</c:v>
                </c:pt>
                <c:pt idx="6520">
                  <c:v>2.4080436540016166</c:v>
                </c:pt>
                <c:pt idx="6521">
                  <c:v>2.4474535165723523</c:v>
                </c:pt>
                <c:pt idx="6522">
                  <c:v>2.4211802748585285</c:v>
                </c:pt>
                <c:pt idx="6523">
                  <c:v>2.4767582861762327</c:v>
                </c:pt>
                <c:pt idx="6524">
                  <c:v>2.4555375909458368</c:v>
                </c:pt>
                <c:pt idx="6525">
                  <c:v>2.5171786580436541</c:v>
                </c:pt>
                <c:pt idx="6526">
                  <c:v>2.6253031527890056</c:v>
                </c:pt>
                <c:pt idx="6527">
                  <c:v>2.5980194017784961</c:v>
                </c:pt>
                <c:pt idx="6528">
                  <c:v>2.5141471301535971</c:v>
                </c:pt>
                <c:pt idx="6529">
                  <c:v>2.5333468067906226</c:v>
                </c:pt>
                <c:pt idx="6530">
                  <c:v>2.5464834276475341</c:v>
                </c:pt>
                <c:pt idx="6531">
                  <c:v>2.4848423605497172</c:v>
                </c:pt>
                <c:pt idx="6532">
                  <c:v>2.4474535165723523</c:v>
                </c:pt>
                <c:pt idx="6533">
                  <c:v>2.4060226354082457</c:v>
                </c:pt>
                <c:pt idx="6534">
                  <c:v>2.4514955537590946</c:v>
                </c:pt>
                <c:pt idx="6535">
                  <c:v>2.4787793047696036</c:v>
                </c:pt>
                <c:pt idx="6536">
                  <c:v>2.5454729183508489</c:v>
                </c:pt>
                <c:pt idx="6537">
                  <c:v>2.7031123686337915</c:v>
                </c:pt>
                <c:pt idx="6538">
                  <c:v>2.6151980598221503</c:v>
                </c:pt>
                <c:pt idx="6539">
                  <c:v>2.5687146321746162</c:v>
                </c:pt>
                <c:pt idx="6540">
                  <c:v>2.686944219886823</c:v>
                </c:pt>
                <c:pt idx="6541">
                  <c:v>2.7000808407437349</c:v>
                </c:pt>
                <c:pt idx="6542">
                  <c:v>2.6717865804365402</c:v>
                </c:pt>
                <c:pt idx="6543">
                  <c:v>2.6182295877122068</c:v>
                </c:pt>
                <c:pt idx="6544">
                  <c:v>2.6151980598221503</c:v>
                </c:pt>
                <c:pt idx="6545">
                  <c:v>2.5666936135812448</c:v>
                </c:pt>
                <c:pt idx="6546">
                  <c:v>2.5131366208569119</c:v>
                </c:pt>
                <c:pt idx="6547">
                  <c:v>2.5222312045270816</c:v>
                </c:pt>
                <c:pt idx="6548">
                  <c:v>2.4666531932093774</c:v>
                </c:pt>
                <c:pt idx="6549">
                  <c:v>2.4585691188358934</c:v>
                </c:pt>
                <c:pt idx="6550">
                  <c:v>2.4353274050121261</c:v>
                </c:pt>
                <c:pt idx="6551">
                  <c:v>2.3716653193209378</c:v>
                </c:pt>
                <c:pt idx="6552">
                  <c:v>2.353476151980598</c:v>
                </c:pt>
                <c:pt idx="6553">
                  <c:v>2.345392077607114</c:v>
                </c:pt>
                <c:pt idx="6554">
                  <c:v>2.3514551333872271</c:v>
                </c:pt>
                <c:pt idx="6555">
                  <c:v>2.364591754244139</c:v>
                </c:pt>
                <c:pt idx="6556">
                  <c:v>2.3736863379143087</c:v>
                </c:pt>
                <c:pt idx="6557">
                  <c:v>2.3696443007275665</c:v>
                </c:pt>
                <c:pt idx="6558">
                  <c:v>2.3656022635408247</c:v>
                </c:pt>
                <c:pt idx="6559">
                  <c:v>2.3848019401778497</c:v>
                </c:pt>
                <c:pt idx="6560">
                  <c:v>2.4080436540016166</c:v>
                </c:pt>
                <c:pt idx="6561">
                  <c:v>2.4797898140662893</c:v>
                </c:pt>
              </c:numCache>
            </c:numRef>
          </c:val>
          <c:smooth val="0"/>
          <c:extLst>
            <c:ext xmlns:c16="http://schemas.microsoft.com/office/drawing/2014/chart" uri="{C3380CC4-5D6E-409C-BE32-E72D297353CC}">
              <c16:uniqueId val="{00000002-B7CA-4A56-BC24-522C4808EC01}"/>
            </c:ext>
          </c:extLst>
        </c:ser>
        <c:ser>
          <c:idx val="3"/>
          <c:order val="3"/>
          <c:tx>
            <c:strRef>
              <c:f>'期货收盘价(连续)_NYBOT 11号糖'!$I$1</c:f>
              <c:strCache>
                <c:ptCount val="1"/>
                <c:pt idx="0">
                  <c:v>橡胶，标准化</c:v>
                </c:pt>
              </c:strCache>
            </c:strRef>
          </c:tx>
          <c:spPr>
            <a:ln w="19050" cap="rnd">
              <a:solidFill>
                <a:srgbClr val="8064A2"/>
              </a:solidFill>
              <a:round/>
            </a:ln>
            <a:effectLst/>
          </c:spPr>
          <c:marker>
            <c:symbol val="none"/>
          </c:marker>
          <c:val>
            <c:numRef>
              <c:f>'期货收盘价(连续)_NYBOT 11号糖'!$I$2:$I$6563</c:f>
              <c:numCache>
                <c:formatCode>General</c:formatCode>
                <c:ptCount val="6562"/>
                <c:pt idx="0">
                  <c:v>1</c:v>
                </c:pt>
                <c:pt idx="1">
                  <c:v>1.0090377458798512</c:v>
                </c:pt>
                <c:pt idx="2">
                  <c:v>1.0132908027644869</c:v>
                </c:pt>
                <c:pt idx="3">
                  <c:v>1.0164805954279639</c:v>
                </c:pt>
                <c:pt idx="4">
                  <c:v>1.0244550770866561</c:v>
                </c:pt>
                <c:pt idx="5">
                  <c:v>1.0244550770866561</c:v>
                </c:pt>
                <c:pt idx="6">
                  <c:v>1.0281765018607123</c:v>
                </c:pt>
                <c:pt idx="7">
                  <c:v>1.0292397660818713</c:v>
                </c:pt>
                <c:pt idx="8">
                  <c:v>1.0419989367357789</c:v>
                </c:pt>
                <c:pt idx="9">
                  <c:v>1.0499734183944711</c:v>
                </c:pt>
                <c:pt idx="10">
                  <c:v>1.0425305688463584</c:v>
                </c:pt>
                <c:pt idx="11">
                  <c:v>1.06113769271664</c:v>
                </c:pt>
                <c:pt idx="12">
                  <c:v>1.0600744284954811</c:v>
                </c:pt>
                <c:pt idx="13">
                  <c:v>1.0579479000531633</c:v>
                </c:pt>
                <c:pt idx="14">
                  <c:v>1.037745879851143</c:v>
                </c:pt>
                <c:pt idx="15">
                  <c:v>1.0255183413078151</c:v>
                </c:pt>
                <c:pt idx="16">
                  <c:v>1.0244550770866561</c:v>
                </c:pt>
                <c:pt idx="17">
                  <c:v>1.0340244550770867</c:v>
                </c:pt>
                <c:pt idx="18">
                  <c:v>1.035619351408825</c:v>
                </c:pt>
                <c:pt idx="19">
                  <c:v>1.0393407761828815</c:v>
                </c:pt>
                <c:pt idx="20">
                  <c:v>1.0489101541733121</c:v>
                </c:pt>
                <c:pt idx="21">
                  <c:v>1.0329611908559277</c:v>
                </c:pt>
                <c:pt idx="22">
                  <c:v>1.0329611908559277</c:v>
                </c:pt>
                <c:pt idx="23">
                  <c:v>1.0329611908559277</c:v>
                </c:pt>
                <c:pt idx="24">
                  <c:v>1.0329611908559277</c:v>
                </c:pt>
                <c:pt idx="25">
                  <c:v>1.0329611908559277</c:v>
                </c:pt>
                <c:pt idx="26">
                  <c:v>1.0329611908559277</c:v>
                </c:pt>
                <c:pt idx="27">
                  <c:v>1.0329611908559277</c:v>
                </c:pt>
                <c:pt idx="28">
                  <c:v>1.0329611908559277</c:v>
                </c:pt>
                <c:pt idx="29">
                  <c:v>1.063264221158958</c:v>
                </c:pt>
                <c:pt idx="30">
                  <c:v>1.0579479000531633</c:v>
                </c:pt>
                <c:pt idx="31">
                  <c:v>1.0462519936204147</c:v>
                </c:pt>
                <c:pt idx="32">
                  <c:v>1.0499734183944711</c:v>
                </c:pt>
                <c:pt idx="33">
                  <c:v>1.0478468899521531</c:v>
                </c:pt>
                <c:pt idx="34">
                  <c:v>1.0409356725146199</c:v>
                </c:pt>
                <c:pt idx="35">
                  <c:v>1.0398724082934609</c:v>
                </c:pt>
                <c:pt idx="36">
                  <c:v>1.0430622009569377</c:v>
                </c:pt>
                <c:pt idx="37">
                  <c:v>1.0313662945241893</c:v>
                </c:pt>
                <c:pt idx="38">
                  <c:v>1.0372142477405635</c:v>
                </c:pt>
                <c:pt idx="39">
                  <c:v>1.0159489633173844</c:v>
                </c:pt>
                <c:pt idx="40">
                  <c:v>1.0207336523125996</c:v>
                </c:pt>
                <c:pt idx="41">
                  <c:v>1.0233918128654971</c:v>
                </c:pt>
                <c:pt idx="42">
                  <c:v>1.0207336523125996</c:v>
                </c:pt>
                <c:pt idx="43">
                  <c:v>1.0148856990962254</c:v>
                </c:pt>
                <c:pt idx="44">
                  <c:v>1.0207336523125996</c:v>
                </c:pt>
                <c:pt idx="45">
                  <c:v>1.0239234449760766</c:v>
                </c:pt>
                <c:pt idx="46">
                  <c:v>1.0207336523125996</c:v>
                </c:pt>
                <c:pt idx="47">
                  <c:v>1.0186071238702818</c:v>
                </c:pt>
                <c:pt idx="48">
                  <c:v>1.0159489633173844</c:v>
                </c:pt>
                <c:pt idx="49">
                  <c:v>1.0175438596491229</c:v>
                </c:pt>
                <c:pt idx="50">
                  <c:v>1.0090377458798512</c:v>
                </c:pt>
                <c:pt idx="51">
                  <c:v>1.0148856990962254</c:v>
                </c:pt>
                <c:pt idx="52">
                  <c:v>1.0138224348750664</c:v>
                </c:pt>
                <c:pt idx="53">
                  <c:v>1.0122275385433279</c:v>
                </c:pt>
                <c:pt idx="54">
                  <c:v>1.0132908027644869</c:v>
                </c:pt>
                <c:pt idx="55">
                  <c:v>0.99415204678362568</c:v>
                </c:pt>
                <c:pt idx="56">
                  <c:v>0.97979797979797978</c:v>
                </c:pt>
                <c:pt idx="57">
                  <c:v>0.97607655502392343</c:v>
                </c:pt>
                <c:pt idx="58">
                  <c:v>0.97607655502392343</c:v>
                </c:pt>
                <c:pt idx="59">
                  <c:v>0.96650717703349287</c:v>
                </c:pt>
                <c:pt idx="60">
                  <c:v>0.96012759170653905</c:v>
                </c:pt>
                <c:pt idx="61">
                  <c:v>0.95959595959595956</c:v>
                </c:pt>
                <c:pt idx="62">
                  <c:v>0.95374800637958534</c:v>
                </c:pt>
                <c:pt idx="63">
                  <c:v>0.94736842105263153</c:v>
                </c:pt>
                <c:pt idx="64">
                  <c:v>0.9569377990430622</c:v>
                </c:pt>
                <c:pt idx="65">
                  <c:v>0.95055821371610849</c:v>
                </c:pt>
                <c:pt idx="66">
                  <c:v>0.9569377990430622</c:v>
                </c:pt>
                <c:pt idx="67">
                  <c:v>0.9569377990430622</c:v>
                </c:pt>
                <c:pt idx="68">
                  <c:v>0.95374800637958534</c:v>
                </c:pt>
                <c:pt idx="69">
                  <c:v>0.95268474215842636</c:v>
                </c:pt>
                <c:pt idx="70">
                  <c:v>0.95481127060074433</c:v>
                </c:pt>
                <c:pt idx="71">
                  <c:v>0.95162147793726737</c:v>
                </c:pt>
                <c:pt idx="72">
                  <c:v>0.94630515683147265</c:v>
                </c:pt>
                <c:pt idx="73">
                  <c:v>0.93673577884104198</c:v>
                </c:pt>
                <c:pt idx="74">
                  <c:v>0.94205209994683681</c:v>
                </c:pt>
                <c:pt idx="75">
                  <c:v>0.93992557150451883</c:v>
                </c:pt>
                <c:pt idx="76">
                  <c:v>0.94152046783625731</c:v>
                </c:pt>
                <c:pt idx="77">
                  <c:v>0.9425837320574163</c:v>
                </c:pt>
                <c:pt idx="78">
                  <c:v>0.95587453482190321</c:v>
                </c:pt>
                <c:pt idx="79">
                  <c:v>0.96650717703349287</c:v>
                </c:pt>
                <c:pt idx="80">
                  <c:v>0.9638490164805954</c:v>
                </c:pt>
                <c:pt idx="81">
                  <c:v>0.96331738437001591</c:v>
                </c:pt>
                <c:pt idx="82">
                  <c:v>0.96331738437001591</c:v>
                </c:pt>
                <c:pt idx="83">
                  <c:v>0.96331738437001591</c:v>
                </c:pt>
                <c:pt idx="84">
                  <c:v>0.96331738437001591</c:v>
                </c:pt>
                <c:pt idx="85">
                  <c:v>0.96331738437001591</c:v>
                </c:pt>
                <c:pt idx="86">
                  <c:v>0.96331738437001591</c:v>
                </c:pt>
                <c:pt idx="87">
                  <c:v>0.96916533758639023</c:v>
                </c:pt>
                <c:pt idx="88">
                  <c:v>0.95800106326422119</c:v>
                </c:pt>
                <c:pt idx="89">
                  <c:v>0.95108984582668799</c:v>
                </c:pt>
                <c:pt idx="90">
                  <c:v>0.94843168527379051</c:v>
                </c:pt>
                <c:pt idx="91">
                  <c:v>0.9494949494949495</c:v>
                </c:pt>
                <c:pt idx="92">
                  <c:v>0.93195108984582664</c:v>
                </c:pt>
                <c:pt idx="93">
                  <c:v>0.93567251461988299</c:v>
                </c:pt>
                <c:pt idx="94">
                  <c:v>0.93514088250930361</c:v>
                </c:pt>
                <c:pt idx="95">
                  <c:v>0.93248272195640614</c:v>
                </c:pt>
                <c:pt idx="96">
                  <c:v>0.93195108984582664</c:v>
                </c:pt>
                <c:pt idx="97">
                  <c:v>0.92982456140350878</c:v>
                </c:pt>
                <c:pt idx="98">
                  <c:v>0.92929292929292928</c:v>
                </c:pt>
                <c:pt idx="99">
                  <c:v>0.93673577884104198</c:v>
                </c:pt>
                <c:pt idx="100">
                  <c:v>0.92929292929292928</c:v>
                </c:pt>
                <c:pt idx="101">
                  <c:v>0.92503987240829344</c:v>
                </c:pt>
                <c:pt idx="102">
                  <c:v>0.91653375863902176</c:v>
                </c:pt>
                <c:pt idx="103">
                  <c:v>0.91653375863902176</c:v>
                </c:pt>
                <c:pt idx="104">
                  <c:v>0.91972355130249872</c:v>
                </c:pt>
                <c:pt idx="105">
                  <c:v>0.93407761828814462</c:v>
                </c:pt>
                <c:pt idx="106">
                  <c:v>0.92557150451887293</c:v>
                </c:pt>
                <c:pt idx="107">
                  <c:v>0.92769803296119091</c:v>
                </c:pt>
                <c:pt idx="108">
                  <c:v>0.92503987240829344</c:v>
                </c:pt>
                <c:pt idx="109">
                  <c:v>0.91759702286018074</c:v>
                </c:pt>
                <c:pt idx="110">
                  <c:v>0.91653375863902176</c:v>
                </c:pt>
                <c:pt idx="111">
                  <c:v>0.91174906964380653</c:v>
                </c:pt>
                <c:pt idx="112">
                  <c:v>0.91547049441786288</c:v>
                </c:pt>
                <c:pt idx="113">
                  <c:v>0.9069643806485912</c:v>
                </c:pt>
                <c:pt idx="114">
                  <c:v>0.90909090909090906</c:v>
                </c:pt>
                <c:pt idx="115">
                  <c:v>0.90324295587453485</c:v>
                </c:pt>
                <c:pt idx="116">
                  <c:v>0.90590111642743221</c:v>
                </c:pt>
                <c:pt idx="117">
                  <c:v>0.90909090909090906</c:v>
                </c:pt>
                <c:pt idx="118">
                  <c:v>0.90962254120148855</c:v>
                </c:pt>
                <c:pt idx="119">
                  <c:v>0.90962254120148855</c:v>
                </c:pt>
                <c:pt idx="120">
                  <c:v>0.90962254120148855</c:v>
                </c:pt>
                <c:pt idx="121">
                  <c:v>0.91121743753322704</c:v>
                </c:pt>
                <c:pt idx="122">
                  <c:v>0.91068580542264754</c:v>
                </c:pt>
                <c:pt idx="123">
                  <c:v>0.91228070175438591</c:v>
                </c:pt>
                <c:pt idx="124">
                  <c:v>0.91228070175438591</c:v>
                </c:pt>
                <c:pt idx="125">
                  <c:v>0.91653375863902176</c:v>
                </c:pt>
                <c:pt idx="126">
                  <c:v>0.90483785220627322</c:v>
                </c:pt>
                <c:pt idx="127">
                  <c:v>0.9064327485380117</c:v>
                </c:pt>
                <c:pt idx="128">
                  <c:v>0.90483785220627322</c:v>
                </c:pt>
                <c:pt idx="129">
                  <c:v>0.9069643806485912</c:v>
                </c:pt>
                <c:pt idx="130">
                  <c:v>0.91281233386496541</c:v>
                </c:pt>
                <c:pt idx="131">
                  <c:v>0.91493886230728338</c:v>
                </c:pt>
                <c:pt idx="132">
                  <c:v>0.91653375863902176</c:v>
                </c:pt>
                <c:pt idx="133">
                  <c:v>0.92185007974481659</c:v>
                </c:pt>
                <c:pt idx="134">
                  <c:v>0.93088782562466776</c:v>
                </c:pt>
                <c:pt idx="135">
                  <c:v>0.93195108984582664</c:v>
                </c:pt>
                <c:pt idx="136">
                  <c:v>0.93035619351408827</c:v>
                </c:pt>
                <c:pt idx="137">
                  <c:v>0.93407761828814462</c:v>
                </c:pt>
                <c:pt idx="138">
                  <c:v>0.93514088250930361</c:v>
                </c:pt>
                <c:pt idx="139">
                  <c:v>0.92822966507177029</c:v>
                </c:pt>
                <c:pt idx="140">
                  <c:v>0.92397660818713445</c:v>
                </c:pt>
                <c:pt idx="141">
                  <c:v>0.92769803296119091</c:v>
                </c:pt>
                <c:pt idx="142">
                  <c:v>0.92716640085061142</c:v>
                </c:pt>
                <c:pt idx="143">
                  <c:v>0.94577352472089316</c:v>
                </c:pt>
                <c:pt idx="144">
                  <c:v>0.95906432748538006</c:v>
                </c:pt>
                <c:pt idx="145">
                  <c:v>0.96491228070175439</c:v>
                </c:pt>
                <c:pt idx="146">
                  <c:v>0.97022860180754922</c:v>
                </c:pt>
                <c:pt idx="147">
                  <c:v>0.97501329080276444</c:v>
                </c:pt>
                <c:pt idx="148">
                  <c:v>0.98192450824029776</c:v>
                </c:pt>
                <c:pt idx="149">
                  <c:v>0.98989898989898994</c:v>
                </c:pt>
                <c:pt idx="150">
                  <c:v>1.0005316321105795</c:v>
                </c:pt>
                <c:pt idx="151">
                  <c:v>0.98830409356725146</c:v>
                </c:pt>
                <c:pt idx="152">
                  <c:v>0.98086124401913877</c:v>
                </c:pt>
                <c:pt idx="153">
                  <c:v>0.9861775651249336</c:v>
                </c:pt>
                <c:pt idx="154">
                  <c:v>0.98139287612971826</c:v>
                </c:pt>
                <c:pt idx="155">
                  <c:v>0.98139287612971826</c:v>
                </c:pt>
                <c:pt idx="156">
                  <c:v>0.98298777246145663</c:v>
                </c:pt>
                <c:pt idx="157">
                  <c:v>0.98298777246145663</c:v>
                </c:pt>
                <c:pt idx="158">
                  <c:v>0.98405103668261562</c:v>
                </c:pt>
                <c:pt idx="159">
                  <c:v>0.98192450824029776</c:v>
                </c:pt>
                <c:pt idx="160">
                  <c:v>0.97182349813928759</c:v>
                </c:pt>
                <c:pt idx="161">
                  <c:v>0.97607655502392343</c:v>
                </c:pt>
                <c:pt idx="162">
                  <c:v>0.97713981924508242</c:v>
                </c:pt>
                <c:pt idx="163">
                  <c:v>0.97873471557682079</c:v>
                </c:pt>
                <c:pt idx="164">
                  <c:v>0.9712918660287081</c:v>
                </c:pt>
                <c:pt idx="165">
                  <c:v>0.97235513024986708</c:v>
                </c:pt>
                <c:pt idx="166">
                  <c:v>0.97182349813928759</c:v>
                </c:pt>
                <c:pt idx="167">
                  <c:v>0.96650717703349287</c:v>
                </c:pt>
                <c:pt idx="168">
                  <c:v>0.96757044125465175</c:v>
                </c:pt>
                <c:pt idx="169">
                  <c:v>0.97767145135566191</c:v>
                </c:pt>
                <c:pt idx="170">
                  <c:v>0.97235513024986708</c:v>
                </c:pt>
                <c:pt idx="171">
                  <c:v>0.97554492291334394</c:v>
                </c:pt>
                <c:pt idx="172">
                  <c:v>0.97554492291334394</c:v>
                </c:pt>
                <c:pt idx="173">
                  <c:v>0.97235513024986708</c:v>
                </c:pt>
                <c:pt idx="174">
                  <c:v>0.9707602339181286</c:v>
                </c:pt>
                <c:pt idx="175">
                  <c:v>0.97182349813928759</c:v>
                </c:pt>
                <c:pt idx="176">
                  <c:v>0.97182349813928759</c:v>
                </c:pt>
                <c:pt idx="177">
                  <c:v>0.97501329080276444</c:v>
                </c:pt>
                <c:pt idx="178">
                  <c:v>0.97288676236044658</c:v>
                </c:pt>
                <c:pt idx="179">
                  <c:v>0.97235513024986708</c:v>
                </c:pt>
                <c:pt idx="180">
                  <c:v>0.95906432748538006</c:v>
                </c:pt>
                <c:pt idx="181">
                  <c:v>0.95587453482190321</c:v>
                </c:pt>
                <c:pt idx="182">
                  <c:v>0.97501329080276444</c:v>
                </c:pt>
                <c:pt idx="183">
                  <c:v>0.96650717703349287</c:v>
                </c:pt>
                <c:pt idx="184">
                  <c:v>0.96916533758639023</c:v>
                </c:pt>
                <c:pt idx="185">
                  <c:v>0.96703880914407225</c:v>
                </c:pt>
                <c:pt idx="186">
                  <c:v>0.96278575225943652</c:v>
                </c:pt>
                <c:pt idx="187">
                  <c:v>0.9638490164805954</c:v>
                </c:pt>
                <c:pt idx="188">
                  <c:v>0.9638490164805954</c:v>
                </c:pt>
                <c:pt idx="189">
                  <c:v>0.9638490164805954</c:v>
                </c:pt>
                <c:pt idx="190">
                  <c:v>0.9638490164805954</c:v>
                </c:pt>
                <c:pt idx="191">
                  <c:v>0.9638490164805954</c:v>
                </c:pt>
                <c:pt idx="192">
                  <c:v>0.9638490164805954</c:v>
                </c:pt>
                <c:pt idx="193">
                  <c:v>0.95108984582668799</c:v>
                </c:pt>
                <c:pt idx="194">
                  <c:v>0.9494949494949495</c:v>
                </c:pt>
                <c:pt idx="195">
                  <c:v>0.95427963849016484</c:v>
                </c:pt>
                <c:pt idx="196">
                  <c:v>0.9494949494949495</c:v>
                </c:pt>
                <c:pt idx="197">
                  <c:v>0.95374800637958534</c:v>
                </c:pt>
                <c:pt idx="198">
                  <c:v>0.9569377990430622</c:v>
                </c:pt>
                <c:pt idx="199">
                  <c:v>0.96012759170653905</c:v>
                </c:pt>
                <c:pt idx="200">
                  <c:v>0.95906432748538006</c:v>
                </c:pt>
                <c:pt idx="201">
                  <c:v>0.95587453482190321</c:v>
                </c:pt>
                <c:pt idx="202">
                  <c:v>0.95746943115364169</c:v>
                </c:pt>
                <c:pt idx="203">
                  <c:v>0.95800106326422119</c:v>
                </c:pt>
                <c:pt idx="204">
                  <c:v>0.95534290271132372</c:v>
                </c:pt>
                <c:pt idx="205">
                  <c:v>0.95268474215842636</c:v>
                </c:pt>
                <c:pt idx="206">
                  <c:v>0.96438064859117489</c:v>
                </c:pt>
                <c:pt idx="207">
                  <c:v>0.97607655502392343</c:v>
                </c:pt>
                <c:pt idx="208">
                  <c:v>0.97341839447102607</c:v>
                </c:pt>
                <c:pt idx="209">
                  <c:v>0.97182349813928759</c:v>
                </c:pt>
                <c:pt idx="210">
                  <c:v>0.96863370547581074</c:v>
                </c:pt>
                <c:pt idx="211">
                  <c:v>0.97022860180754922</c:v>
                </c:pt>
                <c:pt idx="212">
                  <c:v>0.96863370547581074</c:v>
                </c:pt>
                <c:pt idx="213">
                  <c:v>0.95746943115364169</c:v>
                </c:pt>
                <c:pt idx="214">
                  <c:v>0.95055821371610849</c:v>
                </c:pt>
                <c:pt idx="215">
                  <c:v>0.94630515683147265</c:v>
                </c:pt>
                <c:pt idx="216">
                  <c:v>0.94577352472089316</c:v>
                </c:pt>
                <c:pt idx="217">
                  <c:v>0.94790005316321102</c:v>
                </c:pt>
                <c:pt idx="218">
                  <c:v>0.950026581605529</c:v>
                </c:pt>
                <c:pt idx="219">
                  <c:v>0.94736842105263153</c:v>
                </c:pt>
                <c:pt idx="220">
                  <c:v>0.94843168527379051</c:v>
                </c:pt>
                <c:pt idx="221">
                  <c:v>0.95055821371610849</c:v>
                </c:pt>
                <c:pt idx="222">
                  <c:v>0.95162147793726737</c:v>
                </c:pt>
                <c:pt idx="223">
                  <c:v>0.9494949494949495</c:v>
                </c:pt>
                <c:pt idx="224">
                  <c:v>0.9494949494949495</c:v>
                </c:pt>
                <c:pt idx="225">
                  <c:v>0.95215311004784686</c:v>
                </c:pt>
                <c:pt idx="226">
                  <c:v>0.97873471557682079</c:v>
                </c:pt>
                <c:pt idx="227">
                  <c:v>0.97395002658160557</c:v>
                </c:pt>
                <c:pt idx="228">
                  <c:v>0.98458266879319511</c:v>
                </c:pt>
                <c:pt idx="229">
                  <c:v>0.98883572567783096</c:v>
                </c:pt>
                <c:pt idx="230">
                  <c:v>0.99468367889420517</c:v>
                </c:pt>
                <c:pt idx="231">
                  <c:v>0.99468367889420517</c:v>
                </c:pt>
                <c:pt idx="232">
                  <c:v>0.98883572567783096</c:v>
                </c:pt>
                <c:pt idx="233">
                  <c:v>0.99946836788942051</c:v>
                </c:pt>
                <c:pt idx="234">
                  <c:v>1.0053163211057947</c:v>
                </c:pt>
                <c:pt idx="235">
                  <c:v>1.0095693779904307</c:v>
                </c:pt>
                <c:pt idx="236">
                  <c:v>1.0318979266347688</c:v>
                </c:pt>
                <c:pt idx="237">
                  <c:v>1.0435938330675172</c:v>
                </c:pt>
                <c:pt idx="238">
                  <c:v>1.0116959064327486</c:v>
                </c:pt>
                <c:pt idx="239">
                  <c:v>0.9707602339181286</c:v>
                </c:pt>
                <c:pt idx="240">
                  <c:v>0.92238171185539608</c:v>
                </c:pt>
                <c:pt idx="241">
                  <c:v>0.85220627325890486</c:v>
                </c:pt>
                <c:pt idx="242">
                  <c:v>0.87134502923976609</c:v>
                </c:pt>
                <c:pt idx="243">
                  <c:v>0.86762360446570974</c:v>
                </c:pt>
                <c:pt idx="244">
                  <c:v>0.86443381180223289</c:v>
                </c:pt>
                <c:pt idx="245">
                  <c:v>0.86656034024455075</c:v>
                </c:pt>
                <c:pt idx="246">
                  <c:v>0.86975013290802761</c:v>
                </c:pt>
                <c:pt idx="247">
                  <c:v>0.87293992557150457</c:v>
                </c:pt>
                <c:pt idx="248">
                  <c:v>0.86975013290802761</c:v>
                </c:pt>
                <c:pt idx="249">
                  <c:v>0.87081339712918659</c:v>
                </c:pt>
                <c:pt idx="250">
                  <c:v>0.86656034024455075</c:v>
                </c:pt>
                <c:pt idx="251">
                  <c:v>0.85752259436469958</c:v>
                </c:pt>
                <c:pt idx="252">
                  <c:v>0.86496544391281238</c:v>
                </c:pt>
                <c:pt idx="253">
                  <c:v>0.86443381180223289</c:v>
                </c:pt>
                <c:pt idx="254">
                  <c:v>0.8633705475810739</c:v>
                </c:pt>
                <c:pt idx="255">
                  <c:v>0.86390217969165339</c:v>
                </c:pt>
                <c:pt idx="256">
                  <c:v>0.86124401913875603</c:v>
                </c:pt>
                <c:pt idx="257">
                  <c:v>0.86071238702817654</c:v>
                </c:pt>
                <c:pt idx="258">
                  <c:v>0.86549707602339176</c:v>
                </c:pt>
                <c:pt idx="259">
                  <c:v>0.86390217969165339</c:v>
                </c:pt>
                <c:pt idx="260">
                  <c:v>0.86283891547049441</c:v>
                </c:pt>
                <c:pt idx="261">
                  <c:v>0.86443381180223289</c:v>
                </c:pt>
                <c:pt idx="262">
                  <c:v>0.86602870813397126</c:v>
                </c:pt>
                <c:pt idx="263">
                  <c:v>0.86602870813397126</c:v>
                </c:pt>
                <c:pt idx="264">
                  <c:v>0.86602870813397126</c:v>
                </c:pt>
                <c:pt idx="265">
                  <c:v>0.86602870813397126</c:v>
                </c:pt>
                <c:pt idx="266">
                  <c:v>0.86602870813397126</c:v>
                </c:pt>
                <c:pt idx="267">
                  <c:v>0.86602870813397126</c:v>
                </c:pt>
                <c:pt idx="268">
                  <c:v>0.86602870813397126</c:v>
                </c:pt>
                <c:pt idx="269">
                  <c:v>0.86602870813397126</c:v>
                </c:pt>
                <c:pt idx="270">
                  <c:v>0.85752259436469958</c:v>
                </c:pt>
                <c:pt idx="271">
                  <c:v>0.8564593301435407</c:v>
                </c:pt>
                <c:pt idx="272">
                  <c:v>0.85699096225412019</c:v>
                </c:pt>
                <c:pt idx="273">
                  <c:v>0.86230728335991491</c:v>
                </c:pt>
                <c:pt idx="274">
                  <c:v>0.86656034024455075</c:v>
                </c:pt>
                <c:pt idx="275">
                  <c:v>0.86868686868686873</c:v>
                </c:pt>
                <c:pt idx="276">
                  <c:v>0.86549707602339176</c:v>
                </c:pt>
                <c:pt idx="277">
                  <c:v>0.86709197235513025</c:v>
                </c:pt>
                <c:pt idx="278">
                  <c:v>0.86656034024455075</c:v>
                </c:pt>
                <c:pt idx="279">
                  <c:v>0.86868686868686873</c:v>
                </c:pt>
                <c:pt idx="280">
                  <c:v>0.86815523657628924</c:v>
                </c:pt>
                <c:pt idx="281">
                  <c:v>0.86762360446570974</c:v>
                </c:pt>
                <c:pt idx="282">
                  <c:v>0.86656034024455075</c:v>
                </c:pt>
                <c:pt idx="283">
                  <c:v>0.86390217969165339</c:v>
                </c:pt>
                <c:pt idx="284">
                  <c:v>0.85061137692716637</c:v>
                </c:pt>
                <c:pt idx="285">
                  <c:v>0.85433280170122272</c:v>
                </c:pt>
                <c:pt idx="286">
                  <c:v>0.8495481127060075</c:v>
                </c:pt>
                <c:pt idx="287">
                  <c:v>0.83785220627325896</c:v>
                </c:pt>
                <c:pt idx="288">
                  <c:v>0.83147262094630514</c:v>
                </c:pt>
                <c:pt idx="289">
                  <c:v>0.83359914938862312</c:v>
                </c:pt>
                <c:pt idx="290">
                  <c:v>0.83997873471557682</c:v>
                </c:pt>
                <c:pt idx="291">
                  <c:v>0.83678894205209997</c:v>
                </c:pt>
                <c:pt idx="292">
                  <c:v>0.83997873471557682</c:v>
                </c:pt>
                <c:pt idx="293">
                  <c:v>0.84051036682615632</c:v>
                </c:pt>
                <c:pt idx="294">
                  <c:v>0.83997873471557682</c:v>
                </c:pt>
                <c:pt idx="295">
                  <c:v>0.84157363104731531</c:v>
                </c:pt>
                <c:pt idx="296">
                  <c:v>0.84316852737905368</c:v>
                </c:pt>
                <c:pt idx="297">
                  <c:v>0.84051036682615632</c:v>
                </c:pt>
                <c:pt idx="298">
                  <c:v>0.83997873471557682</c:v>
                </c:pt>
                <c:pt idx="299">
                  <c:v>0.84157363104731531</c:v>
                </c:pt>
                <c:pt idx="300">
                  <c:v>0.83891547049441784</c:v>
                </c:pt>
                <c:pt idx="301">
                  <c:v>0.83732057416267947</c:v>
                </c:pt>
                <c:pt idx="302">
                  <c:v>0.83785220627325896</c:v>
                </c:pt>
                <c:pt idx="303">
                  <c:v>0.83785220627325896</c:v>
                </c:pt>
                <c:pt idx="304">
                  <c:v>0.83572567783094098</c:v>
                </c:pt>
                <c:pt idx="305">
                  <c:v>0.8272195640616693</c:v>
                </c:pt>
                <c:pt idx="306">
                  <c:v>0.8133971291866029</c:v>
                </c:pt>
                <c:pt idx="307">
                  <c:v>0.81871345029239762</c:v>
                </c:pt>
                <c:pt idx="308">
                  <c:v>0.82349813928761295</c:v>
                </c:pt>
                <c:pt idx="309">
                  <c:v>0.81392876129718239</c:v>
                </c:pt>
                <c:pt idx="310">
                  <c:v>0.81552365762892076</c:v>
                </c:pt>
                <c:pt idx="311">
                  <c:v>0.82243487506645396</c:v>
                </c:pt>
                <c:pt idx="312">
                  <c:v>0.81871345029239762</c:v>
                </c:pt>
                <c:pt idx="313">
                  <c:v>0.81765018607123874</c:v>
                </c:pt>
                <c:pt idx="314">
                  <c:v>0.81765018607123874</c:v>
                </c:pt>
                <c:pt idx="315">
                  <c:v>0.82190324295587458</c:v>
                </c:pt>
                <c:pt idx="316">
                  <c:v>0.82296650717703346</c:v>
                </c:pt>
                <c:pt idx="317">
                  <c:v>0.81658692185007975</c:v>
                </c:pt>
                <c:pt idx="318">
                  <c:v>0.81658692185007975</c:v>
                </c:pt>
                <c:pt idx="319">
                  <c:v>0.8133971291866029</c:v>
                </c:pt>
                <c:pt idx="320">
                  <c:v>0.81073896863370543</c:v>
                </c:pt>
                <c:pt idx="321">
                  <c:v>0.8128654970760234</c:v>
                </c:pt>
                <c:pt idx="322">
                  <c:v>0.8128654970760234</c:v>
                </c:pt>
                <c:pt idx="323">
                  <c:v>0.81605528973950026</c:v>
                </c:pt>
                <c:pt idx="324">
                  <c:v>0.81711855396065924</c:v>
                </c:pt>
                <c:pt idx="325">
                  <c:v>0.81446039340776177</c:v>
                </c:pt>
                <c:pt idx="326">
                  <c:v>0.81658692185007975</c:v>
                </c:pt>
                <c:pt idx="327">
                  <c:v>0.81392876129718239</c:v>
                </c:pt>
                <c:pt idx="328">
                  <c:v>0.8128654970760234</c:v>
                </c:pt>
                <c:pt idx="329">
                  <c:v>0.8133971291866029</c:v>
                </c:pt>
                <c:pt idx="330">
                  <c:v>0.81392876129718239</c:v>
                </c:pt>
                <c:pt idx="331">
                  <c:v>0.8059542796384902</c:v>
                </c:pt>
                <c:pt idx="332">
                  <c:v>0.8059542796384902</c:v>
                </c:pt>
                <c:pt idx="333">
                  <c:v>0.8059542796384902</c:v>
                </c:pt>
                <c:pt idx="334">
                  <c:v>0.8059542796384902</c:v>
                </c:pt>
                <c:pt idx="335">
                  <c:v>0.8059542796384902</c:v>
                </c:pt>
                <c:pt idx="336">
                  <c:v>0.8059542796384902</c:v>
                </c:pt>
                <c:pt idx="337">
                  <c:v>0.80010632642211588</c:v>
                </c:pt>
                <c:pt idx="338">
                  <c:v>0.79851143009037751</c:v>
                </c:pt>
                <c:pt idx="339">
                  <c:v>0.79744816586921852</c:v>
                </c:pt>
                <c:pt idx="340">
                  <c:v>0.79213184476342369</c:v>
                </c:pt>
                <c:pt idx="341">
                  <c:v>0.79213184476342369</c:v>
                </c:pt>
                <c:pt idx="342">
                  <c:v>0.79000531632110582</c:v>
                </c:pt>
                <c:pt idx="343">
                  <c:v>0.79213184476342369</c:v>
                </c:pt>
                <c:pt idx="344">
                  <c:v>0.78468899521531099</c:v>
                </c:pt>
                <c:pt idx="345">
                  <c:v>0.79000531632110582</c:v>
                </c:pt>
                <c:pt idx="346">
                  <c:v>0.78575225943646998</c:v>
                </c:pt>
                <c:pt idx="347">
                  <c:v>0.78628389154704947</c:v>
                </c:pt>
                <c:pt idx="348">
                  <c:v>0.78894205209994683</c:v>
                </c:pt>
                <c:pt idx="349">
                  <c:v>0.78787878787878785</c:v>
                </c:pt>
                <c:pt idx="350">
                  <c:v>0.78787878787878785</c:v>
                </c:pt>
                <c:pt idx="351">
                  <c:v>0.78468899521531099</c:v>
                </c:pt>
                <c:pt idx="352">
                  <c:v>0.78309409888357262</c:v>
                </c:pt>
                <c:pt idx="353">
                  <c:v>0.78309409888357262</c:v>
                </c:pt>
                <c:pt idx="354">
                  <c:v>0.78203083466241363</c:v>
                </c:pt>
                <c:pt idx="355">
                  <c:v>0.78256246677299313</c:v>
                </c:pt>
                <c:pt idx="356">
                  <c:v>0.78468899521531099</c:v>
                </c:pt>
                <c:pt idx="357">
                  <c:v>0.783625730994152</c:v>
                </c:pt>
                <c:pt idx="358">
                  <c:v>0.78149920255183414</c:v>
                </c:pt>
                <c:pt idx="359">
                  <c:v>0.78149920255183414</c:v>
                </c:pt>
                <c:pt idx="360">
                  <c:v>0.78681552365762897</c:v>
                </c:pt>
                <c:pt idx="361">
                  <c:v>0.78149920255183414</c:v>
                </c:pt>
                <c:pt idx="362">
                  <c:v>0.783625730994152</c:v>
                </c:pt>
                <c:pt idx="363">
                  <c:v>0.7772461456671983</c:v>
                </c:pt>
                <c:pt idx="364">
                  <c:v>0.77990430622009566</c:v>
                </c:pt>
                <c:pt idx="365">
                  <c:v>0.78149920255183414</c:v>
                </c:pt>
                <c:pt idx="366">
                  <c:v>0.77458798511430094</c:v>
                </c:pt>
                <c:pt idx="367">
                  <c:v>0.77458798511430094</c:v>
                </c:pt>
                <c:pt idx="368">
                  <c:v>0.76927166400850611</c:v>
                </c:pt>
                <c:pt idx="369">
                  <c:v>0.76927166400850611</c:v>
                </c:pt>
                <c:pt idx="370">
                  <c:v>0.76820839978734712</c:v>
                </c:pt>
                <c:pt idx="371">
                  <c:v>0.76608187134502925</c:v>
                </c:pt>
                <c:pt idx="372">
                  <c:v>0.78149920255183414</c:v>
                </c:pt>
                <c:pt idx="373">
                  <c:v>0.78043593833067515</c:v>
                </c:pt>
                <c:pt idx="374">
                  <c:v>0.77458798511430094</c:v>
                </c:pt>
                <c:pt idx="375">
                  <c:v>0.77618288144603931</c:v>
                </c:pt>
                <c:pt idx="376">
                  <c:v>0.77458798511430094</c:v>
                </c:pt>
                <c:pt idx="377">
                  <c:v>0.77352472089314195</c:v>
                </c:pt>
                <c:pt idx="378">
                  <c:v>0.77405635300372144</c:v>
                </c:pt>
                <c:pt idx="379">
                  <c:v>0.76874003189792661</c:v>
                </c:pt>
                <c:pt idx="380">
                  <c:v>0.76767676767676762</c:v>
                </c:pt>
                <c:pt idx="381">
                  <c:v>0.76129718234981392</c:v>
                </c:pt>
                <c:pt idx="382">
                  <c:v>0.78628389154704947</c:v>
                </c:pt>
                <c:pt idx="383">
                  <c:v>0.79000531632110582</c:v>
                </c:pt>
                <c:pt idx="384">
                  <c:v>0.77990430622009566</c:v>
                </c:pt>
                <c:pt idx="385">
                  <c:v>0.76342371079213189</c:v>
                </c:pt>
                <c:pt idx="386">
                  <c:v>0.77033492822966509</c:v>
                </c:pt>
                <c:pt idx="387">
                  <c:v>0.75917065390749605</c:v>
                </c:pt>
                <c:pt idx="388">
                  <c:v>0.77246145667198296</c:v>
                </c:pt>
                <c:pt idx="389">
                  <c:v>0.76555023923444976</c:v>
                </c:pt>
                <c:pt idx="390">
                  <c:v>0.76023391812865493</c:v>
                </c:pt>
                <c:pt idx="391">
                  <c:v>0.74428495481127055</c:v>
                </c:pt>
                <c:pt idx="392">
                  <c:v>0.74534821903242954</c:v>
                </c:pt>
                <c:pt idx="393">
                  <c:v>0.74375332270069117</c:v>
                </c:pt>
                <c:pt idx="394">
                  <c:v>0.74641148325358853</c:v>
                </c:pt>
                <c:pt idx="395">
                  <c:v>0.75279106858054223</c:v>
                </c:pt>
                <c:pt idx="396">
                  <c:v>0.75598086124401909</c:v>
                </c:pt>
                <c:pt idx="397">
                  <c:v>0.75917065390749605</c:v>
                </c:pt>
                <c:pt idx="398">
                  <c:v>0.75917065390749605</c:v>
                </c:pt>
                <c:pt idx="399">
                  <c:v>0.74641148325358853</c:v>
                </c:pt>
                <c:pt idx="400">
                  <c:v>0.7410951621477937</c:v>
                </c:pt>
                <c:pt idx="401">
                  <c:v>0.733652312599681</c:v>
                </c:pt>
                <c:pt idx="402">
                  <c:v>0.73896863370547583</c:v>
                </c:pt>
                <c:pt idx="403">
                  <c:v>0.72408293460925044</c:v>
                </c:pt>
                <c:pt idx="404">
                  <c:v>0.73471557682083999</c:v>
                </c:pt>
                <c:pt idx="405">
                  <c:v>0.73896863370547583</c:v>
                </c:pt>
                <c:pt idx="406">
                  <c:v>0.73896863370547583</c:v>
                </c:pt>
                <c:pt idx="407">
                  <c:v>0.72089314194577347</c:v>
                </c:pt>
                <c:pt idx="408">
                  <c:v>0.72727272727272729</c:v>
                </c:pt>
                <c:pt idx="409">
                  <c:v>0.72514619883040932</c:v>
                </c:pt>
                <c:pt idx="410">
                  <c:v>0.72408293460925044</c:v>
                </c:pt>
                <c:pt idx="411">
                  <c:v>0.7198298777246146</c:v>
                </c:pt>
                <c:pt idx="412">
                  <c:v>0.72514619883040932</c:v>
                </c:pt>
                <c:pt idx="413">
                  <c:v>0.72301967038809145</c:v>
                </c:pt>
                <c:pt idx="414">
                  <c:v>0.71770334928229662</c:v>
                </c:pt>
                <c:pt idx="415">
                  <c:v>0.72195640616693246</c:v>
                </c:pt>
                <c:pt idx="416">
                  <c:v>0.72514619883040932</c:v>
                </c:pt>
                <c:pt idx="417">
                  <c:v>0.72939925571504516</c:v>
                </c:pt>
                <c:pt idx="418">
                  <c:v>0.72833599149388628</c:v>
                </c:pt>
                <c:pt idx="419">
                  <c:v>0.72939925571504516</c:v>
                </c:pt>
                <c:pt idx="420">
                  <c:v>0.72301967038809145</c:v>
                </c:pt>
                <c:pt idx="421">
                  <c:v>0.74003189792663482</c:v>
                </c:pt>
                <c:pt idx="422">
                  <c:v>0.72301967038809145</c:v>
                </c:pt>
                <c:pt idx="423">
                  <c:v>0.74534821903242954</c:v>
                </c:pt>
                <c:pt idx="424">
                  <c:v>0.72939925571504516</c:v>
                </c:pt>
                <c:pt idx="425">
                  <c:v>0.733652312599681</c:v>
                </c:pt>
                <c:pt idx="426">
                  <c:v>0.75225943646996274</c:v>
                </c:pt>
                <c:pt idx="427">
                  <c:v>0.74747474747474751</c:v>
                </c:pt>
                <c:pt idx="428">
                  <c:v>0.74853801169590639</c:v>
                </c:pt>
                <c:pt idx="429">
                  <c:v>0.75491759702286021</c:v>
                </c:pt>
                <c:pt idx="430">
                  <c:v>0.75385433280170122</c:v>
                </c:pt>
                <c:pt idx="431">
                  <c:v>0.74747474747474751</c:v>
                </c:pt>
                <c:pt idx="432">
                  <c:v>0.75491759702286021</c:v>
                </c:pt>
                <c:pt idx="433">
                  <c:v>0.75279106858054223</c:v>
                </c:pt>
                <c:pt idx="434">
                  <c:v>0.75279106858054223</c:v>
                </c:pt>
                <c:pt idx="435">
                  <c:v>0.75279106858054223</c:v>
                </c:pt>
                <c:pt idx="436">
                  <c:v>0.75279106858054223</c:v>
                </c:pt>
                <c:pt idx="437">
                  <c:v>0.75279106858054223</c:v>
                </c:pt>
                <c:pt idx="438">
                  <c:v>0.75279106858054223</c:v>
                </c:pt>
                <c:pt idx="439">
                  <c:v>0.75172780435938336</c:v>
                </c:pt>
                <c:pt idx="440">
                  <c:v>0.75704412546517807</c:v>
                </c:pt>
                <c:pt idx="441">
                  <c:v>0.75704412546517807</c:v>
                </c:pt>
                <c:pt idx="442">
                  <c:v>0.75598086124401909</c:v>
                </c:pt>
                <c:pt idx="443">
                  <c:v>0.75172780435938336</c:v>
                </c:pt>
                <c:pt idx="444">
                  <c:v>0.75119617224880386</c:v>
                </c:pt>
                <c:pt idx="445">
                  <c:v>0.76023391812865493</c:v>
                </c:pt>
                <c:pt idx="446">
                  <c:v>0.75810738968633706</c:v>
                </c:pt>
                <c:pt idx="447">
                  <c:v>0.76448697501329077</c:v>
                </c:pt>
                <c:pt idx="448">
                  <c:v>0.76448697501329077</c:v>
                </c:pt>
                <c:pt idx="449">
                  <c:v>0.75491759702286021</c:v>
                </c:pt>
                <c:pt idx="450">
                  <c:v>0.75810738968633706</c:v>
                </c:pt>
                <c:pt idx="451">
                  <c:v>0.76236044657097291</c:v>
                </c:pt>
                <c:pt idx="452">
                  <c:v>0.75810738968633706</c:v>
                </c:pt>
                <c:pt idx="453">
                  <c:v>0.75066454013822437</c:v>
                </c:pt>
                <c:pt idx="454">
                  <c:v>0.76555023923444976</c:v>
                </c:pt>
                <c:pt idx="455">
                  <c:v>0.77086656034024459</c:v>
                </c:pt>
                <c:pt idx="456">
                  <c:v>0.77937267410951616</c:v>
                </c:pt>
                <c:pt idx="457">
                  <c:v>0.78149920255183414</c:v>
                </c:pt>
                <c:pt idx="458">
                  <c:v>0.79319510898458268</c:v>
                </c:pt>
                <c:pt idx="459">
                  <c:v>0.78787878787878785</c:v>
                </c:pt>
                <c:pt idx="460">
                  <c:v>0.78043593833067515</c:v>
                </c:pt>
                <c:pt idx="461">
                  <c:v>0.76342371079213189</c:v>
                </c:pt>
                <c:pt idx="462">
                  <c:v>0.77139819245082408</c:v>
                </c:pt>
                <c:pt idx="463">
                  <c:v>0.76555023923444976</c:v>
                </c:pt>
                <c:pt idx="464">
                  <c:v>0.78043593833067515</c:v>
                </c:pt>
                <c:pt idx="465">
                  <c:v>0.76023391812865493</c:v>
                </c:pt>
                <c:pt idx="466">
                  <c:v>0.77830940988835728</c:v>
                </c:pt>
                <c:pt idx="467">
                  <c:v>0.76661350345560875</c:v>
                </c:pt>
                <c:pt idx="468">
                  <c:v>0.76342371079213189</c:v>
                </c:pt>
                <c:pt idx="469">
                  <c:v>0.74003189792663482</c:v>
                </c:pt>
                <c:pt idx="470">
                  <c:v>0.74641148325358853</c:v>
                </c:pt>
                <c:pt idx="471">
                  <c:v>0.74534821903242954</c:v>
                </c:pt>
                <c:pt idx="472">
                  <c:v>0.72939925571504516</c:v>
                </c:pt>
                <c:pt idx="473">
                  <c:v>0.74641148325358853</c:v>
                </c:pt>
                <c:pt idx="474">
                  <c:v>0.72833599149388628</c:v>
                </c:pt>
                <c:pt idx="475">
                  <c:v>0.71664008506113774</c:v>
                </c:pt>
                <c:pt idx="476">
                  <c:v>0.72939925571504516</c:v>
                </c:pt>
                <c:pt idx="477">
                  <c:v>0.72727272727272729</c:v>
                </c:pt>
                <c:pt idx="478">
                  <c:v>0.73046251993620415</c:v>
                </c:pt>
                <c:pt idx="479">
                  <c:v>0.73577884104199898</c:v>
                </c:pt>
                <c:pt idx="480">
                  <c:v>0.72514619883040932</c:v>
                </c:pt>
                <c:pt idx="481">
                  <c:v>0.72727272727272729</c:v>
                </c:pt>
                <c:pt idx="482">
                  <c:v>0.71770334928229662</c:v>
                </c:pt>
                <c:pt idx="483">
                  <c:v>0.72089314194577347</c:v>
                </c:pt>
                <c:pt idx="484">
                  <c:v>0.70707070707070707</c:v>
                </c:pt>
                <c:pt idx="485">
                  <c:v>0.6975013290802764</c:v>
                </c:pt>
                <c:pt idx="486">
                  <c:v>0.70494417862838921</c:v>
                </c:pt>
                <c:pt idx="487">
                  <c:v>0.68793195108984584</c:v>
                </c:pt>
                <c:pt idx="488">
                  <c:v>0.69324827219564067</c:v>
                </c:pt>
                <c:pt idx="489">
                  <c:v>0.68793195108984584</c:v>
                </c:pt>
                <c:pt idx="490">
                  <c:v>0.68580542264752786</c:v>
                </c:pt>
                <c:pt idx="491">
                  <c:v>0.68474215842636899</c:v>
                </c:pt>
                <c:pt idx="492">
                  <c:v>0.69537480063795853</c:v>
                </c:pt>
                <c:pt idx="493">
                  <c:v>0.70813397129186606</c:v>
                </c:pt>
                <c:pt idx="494">
                  <c:v>0.70707070707070707</c:v>
                </c:pt>
                <c:pt idx="495">
                  <c:v>0.70707070707070707</c:v>
                </c:pt>
                <c:pt idx="496">
                  <c:v>0.70707070707070707</c:v>
                </c:pt>
                <c:pt idx="497">
                  <c:v>0.70281765018607123</c:v>
                </c:pt>
                <c:pt idx="498">
                  <c:v>0.71770334928229662</c:v>
                </c:pt>
                <c:pt idx="499">
                  <c:v>0.72514619883040932</c:v>
                </c:pt>
                <c:pt idx="500">
                  <c:v>0.71451355661881977</c:v>
                </c:pt>
                <c:pt idx="501">
                  <c:v>0.73046251993620415</c:v>
                </c:pt>
                <c:pt idx="502">
                  <c:v>0.74587985114300903</c:v>
                </c:pt>
                <c:pt idx="503">
                  <c:v>0.74481658692185004</c:v>
                </c:pt>
                <c:pt idx="504">
                  <c:v>0.74003189792663482</c:v>
                </c:pt>
                <c:pt idx="505">
                  <c:v>0.73790536948431684</c:v>
                </c:pt>
                <c:pt idx="506">
                  <c:v>0.73471557682083999</c:v>
                </c:pt>
                <c:pt idx="507">
                  <c:v>0.73471557682083999</c:v>
                </c:pt>
                <c:pt idx="508">
                  <c:v>0.73152578415736313</c:v>
                </c:pt>
                <c:pt idx="509">
                  <c:v>0.733652312599681</c:v>
                </c:pt>
                <c:pt idx="510">
                  <c:v>0.73790536948431684</c:v>
                </c:pt>
                <c:pt idx="511">
                  <c:v>0.74641148325358853</c:v>
                </c:pt>
                <c:pt idx="512">
                  <c:v>0.733652312599681</c:v>
                </c:pt>
                <c:pt idx="513">
                  <c:v>0.72408293460925044</c:v>
                </c:pt>
                <c:pt idx="514">
                  <c:v>0.7262094630515683</c:v>
                </c:pt>
                <c:pt idx="515">
                  <c:v>0.73471557682083999</c:v>
                </c:pt>
                <c:pt idx="516">
                  <c:v>0.73471557682083999</c:v>
                </c:pt>
                <c:pt idx="517">
                  <c:v>0.73152578415736313</c:v>
                </c:pt>
                <c:pt idx="518">
                  <c:v>0.73099415204678364</c:v>
                </c:pt>
                <c:pt idx="519">
                  <c:v>0.73152578415736313</c:v>
                </c:pt>
                <c:pt idx="520">
                  <c:v>0.73152578415736313</c:v>
                </c:pt>
                <c:pt idx="521">
                  <c:v>0.73152578415736313</c:v>
                </c:pt>
                <c:pt idx="522">
                  <c:v>0.73152578415736313</c:v>
                </c:pt>
                <c:pt idx="523">
                  <c:v>0.73152578415736313</c:v>
                </c:pt>
                <c:pt idx="524">
                  <c:v>0.73152578415736313</c:v>
                </c:pt>
                <c:pt idx="525">
                  <c:v>0.73152578415736313</c:v>
                </c:pt>
                <c:pt idx="526">
                  <c:v>0.75066454013822437</c:v>
                </c:pt>
                <c:pt idx="527">
                  <c:v>0.75279106858054223</c:v>
                </c:pt>
                <c:pt idx="528">
                  <c:v>0.74003189792663482</c:v>
                </c:pt>
                <c:pt idx="529">
                  <c:v>0.74747474747474751</c:v>
                </c:pt>
                <c:pt idx="530">
                  <c:v>0.74960127591706538</c:v>
                </c:pt>
                <c:pt idx="531">
                  <c:v>0.75385433280170122</c:v>
                </c:pt>
                <c:pt idx="532">
                  <c:v>0.76023391812865493</c:v>
                </c:pt>
                <c:pt idx="533">
                  <c:v>0.76342371079213189</c:v>
                </c:pt>
                <c:pt idx="534">
                  <c:v>0.76129718234981392</c:v>
                </c:pt>
                <c:pt idx="535">
                  <c:v>0.75385433280170122</c:v>
                </c:pt>
                <c:pt idx="536">
                  <c:v>0.75598086124401909</c:v>
                </c:pt>
                <c:pt idx="537">
                  <c:v>0.77299308878256245</c:v>
                </c:pt>
                <c:pt idx="538">
                  <c:v>0.74428495481127055</c:v>
                </c:pt>
                <c:pt idx="539">
                  <c:v>0.74641148325358853</c:v>
                </c:pt>
                <c:pt idx="540">
                  <c:v>0.76342371079213189</c:v>
                </c:pt>
                <c:pt idx="541">
                  <c:v>0.78681552365762897</c:v>
                </c:pt>
                <c:pt idx="542">
                  <c:v>0.77192982456140347</c:v>
                </c:pt>
                <c:pt idx="543">
                  <c:v>0.79797979797979801</c:v>
                </c:pt>
                <c:pt idx="544">
                  <c:v>0.78468899521531099</c:v>
                </c:pt>
                <c:pt idx="545">
                  <c:v>0.77618288144603931</c:v>
                </c:pt>
                <c:pt idx="546">
                  <c:v>0.82296650717703346</c:v>
                </c:pt>
                <c:pt idx="547">
                  <c:v>0.83466241360978199</c:v>
                </c:pt>
                <c:pt idx="548">
                  <c:v>0.83785220627325896</c:v>
                </c:pt>
                <c:pt idx="549">
                  <c:v>0.84848484848484851</c:v>
                </c:pt>
                <c:pt idx="550">
                  <c:v>0.83519404572036149</c:v>
                </c:pt>
                <c:pt idx="551">
                  <c:v>0.86124401913875603</c:v>
                </c:pt>
                <c:pt idx="552">
                  <c:v>0.85805422647527907</c:v>
                </c:pt>
                <c:pt idx="553">
                  <c:v>0.8559276980329612</c:v>
                </c:pt>
                <c:pt idx="554">
                  <c:v>0.85911749069643806</c:v>
                </c:pt>
                <c:pt idx="555">
                  <c:v>0.85805422647527907</c:v>
                </c:pt>
                <c:pt idx="556">
                  <c:v>0.88463583200425311</c:v>
                </c:pt>
                <c:pt idx="557">
                  <c:v>0.86975013290802761</c:v>
                </c:pt>
                <c:pt idx="558">
                  <c:v>0.86656034024455075</c:v>
                </c:pt>
                <c:pt idx="559">
                  <c:v>0.8495481127060075</c:v>
                </c:pt>
                <c:pt idx="560">
                  <c:v>0.86762360446570974</c:v>
                </c:pt>
                <c:pt idx="561">
                  <c:v>0.84635832004253053</c:v>
                </c:pt>
                <c:pt idx="562">
                  <c:v>0.8559276980329612</c:v>
                </c:pt>
                <c:pt idx="563">
                  <c:v>0.84104199893673581</c:v>
                </c:pt>
                <c:pt idx="564">
                  <c:v>0.82402977139819245</c:v>
                </c:pt>
                <c:pt idx="565">
                  <c:v>0.82083997873471559</c:v>
                </c:pt>
                <c:pt idx="566">
                  <c:v>0.82402977139819245</c:v>
                </c:pt>
                <c:pt idx="567">
                  <c:v>0.82615629984051042</c:v>
                </c:pt>
                <c:pt idx="568">
                  <c:v>0.82296650717703346</c:v>
                </c:pt>
                <c:pt idx="569">
                  <c:v>0.80489101541733121</c:v>
                </c:pt>
                <c:pt idx="570">
                  <c:v>0.82509303561935143</c:v>
                </c:pt>
                <c:pt idx="571">
                  <c:v>0.8272195640616693</c:v>
                </c:pt>
                <c:pt idx="572">
                  <c:v>0.84316852737905368</c:v>
                </c:pt>
                <c:pt idx="573">
                  <c:v>0.83891547049441784</c:v>
                </c:pt>
                <c:pt idx="574">
                  <c:v>0.83732057416267947</c:v>
                </c:pt>
                <c:pt idx="575">
                  <c:v>0.82402977139819245</c:v>
                </c:pt>
                <c:pt idx="576">
                  <c:v>0.82402977139819245</c:v>
                </c:pt>
                <c:pt idx="577">
                  <c:v>0.82402977139819245</c:v>
                </c:pt>
                <c:pt idx="578">
                  <c:v>0.82402977139819245</c:v>
                </c:pt>
                <c:pt idx="579">
                  <c:v>0.82402977139819245</c:v>
                </c:pt>
                <c:pt idx="580">
                  <c:v>0.82402977139819245</c:v>
                </c:pt>
                <c:pt idx="581">
                  <c:v>0.83997873471557682</c:v>
                </c:pt>
                <c:pt idx="582">
                  <c:v>0.81765018607123874</c:v>
                </c:pt>
                <c:pt idx="583">
                  <c:v>0.83094098883572565</c:v>
                </c:pt>
                <c:pt idx="584">
                  <c:v>0.8197767145135566</c:v>
                </c:pt>
                <c:pt idx="585">
                  <c:v>0.79638490164805953</c:v>
                </c:pt>
                <c:pt idx="586">
                  <c:v>0.79319510898458268</c:v>
                </c:pt>
                <c:pt idx="587">
                  <c:v>0.81127060074428492</c:v>
                </c:pt>
                <c:pt idx="588">
                  <c:v>0.81871345029239762</c:v>
                </c:pt>
                <c:pt idx="589">
                  <c:v>0.80489101541733121</c:v>
                </c:pt>
                <c:pt idx="590">
                  <c:v>0.8272195640616693</c:v>
                </c:pt>
                <c:pt idx="591">
                  <c:v>0.81765018607123874</c:v>
                </c:pt>
                <c:pt idx="592">
                  <c:v>0.80914407230196705</c:v>
                </c:pt>
                <c:pt idx="593">
                  <c:v>0.79532163742690054</c:v>
                </c:pt>
                <c:pt idx="594">
                  <c:v>0.8272195640616693</c:v>
                </c:pt>
                <c:pt idx="595">
                  <c:v>0.84210526315789469</c:v>
                </c:pt>
                <c:pt idx="596">
                  <c:v>0.88835725677830946</c:v>
                </c:pt>
                <c:pt idx="597">
                  <c:v>0.89686337054758103</c:v>
                </c:pt>
                <c:pt idx="598">
                  <c:v>0.91706539074960125</c:v>
                </c:pt>
                <c:pt idx="599">
                  <c:v>0.92291334396597557</c:v>
                </c:pt>
                <c:pt idx="600">
                  <c:v>0.93460925039872411</c:v>
                </c:pt>
                <c:pt idx="601">
                  <c:v>0.95268474215842636</c:v>
                </c:pt>
                <c:pt idx="602">
                  <c:v>0.96331738437001591</c:v>
                </c:pt>
                <c:pt idx="603">
                  <c:v>0.98883572567783096</c:v>
                </c:pt>
                <c:pt idx="604">
                  <c:v>1.0069112174375332</c:v>
                </c:pt>
                <c:pt idx="605">
                  <c:v>0.97288676236044658</c:v>
                </c:pt>
                <c:pt idx="606">
                  <c:v>0.98883572567783096</c:v>
                </c:pt>
                <c:pt idx="607">
                  <c:v>0.9856459330143541</c:v>
                </c:pt>
                <c:pt idx="608">
                  <c:v>1.0127591706539074</c:v>
                </c:pt>
                <c:pt idx="609">
                  <c:v>1.0164805954279639</c:v>
                </c:pt>
                <c:pt idx="610">
                  <c:v>1.0313662945241893</c:v>
                </c:pt>
                <c:pt idx="611">
                  <c:v>1.026581605528974</c:v>
                </c:pt>
                <c:pt idx="612">
                  <c:v>1.0132908027644869</c:v>
                </c:pt>
                <c:pt idx="613">
                  <c:v>1.0191387559808613</c:v>
                </c:pt>
                <c:pt idx="614">
                  <c:v>1.0116959064327486</c:v>
                </c:pt>
                <c:pt idx="615">
                  <c:v>1.0132908027644869</c:v>
                </c:pt>
                <c:pt idx="616">
                  <c:v>1.0015948963317385</c:v>
                </c:pt>
                <c:pt idx="617">
                  <c:v>1.001063264221159</c:v>
                </c:pt>
                <c:pt idx="618">
                  <c:v>1.0419989367357789</c:v>
                </c:pt>
                <c:pt idx="619">
                  <c:v>1.0419989367357789</c:v>
                </c:pt>
                <c:pt idx="620">
                  <c:v>1.0419989367357789</c:v>
                </c:pt>
                <c:pt idx="621">
                  <c:v>1.0419989367357789</c:v>
                </c:pt>
                <c:pt idx="622">
                  <c:v>1.0419989367357789</c:v>
                </c:pt>
                <c:pt idx="623">
                  <c:v>1.0148856990962254</c:v>
                </c:pt>
                <c:pt idx="624">
                  <c:v>1.0138224348750664</c:v>
                </c:pt>
                <c:pt idx="625">
                  <c:v>1.0037214247740565</c:v>
                </c:pt>
                <c:pt idx="626">
                  <c:v>1.0063795853269537</c:v>
                </c:pt>
                <c:pt idx="627">
                  <c:v>1.0005316321105795</c:v>
                </c:pt>
                <c:pt idx="628">
                  <c:v>1.0069112174375332</c:v>
                </c:pt>
                <c:pt idx="629">
                  <c:v>1.0063795853269537</c:v>
                </c:pt>
                <c:pt idx="630">
                  <c:v>1.0053163211057947</c:v>
                </c:pt>
                <c:pt idx="631">
                  <c:v>1.0132908027644869</c:v>
                </c:pt>
                <c:pt idx="632">
                  <c:v>1.0116959064327486</c:v>
                </c:pt>
                <c:pt idx="633">
                  <c:v>1.0090377458798512</c:v>
                </c:pt>
                <c:pt idx="634">
                  <c:v>1.0271132376395535</c:v>
                </c:pt>
                <c:pt idx="635">
                  <c:v>1.0260499734183945</c:v>
                </c:pt>
                <c:pt idx="636">
                  <c:v>1.0372142477405635</c:v>
                </c:pt>
                <c:pt idx="637">
                  <c:v>1.0340244550770867</c:v>
                </c:pt>
                <c:pt idx="638">
                  <c:v>1.0313662945241893</c:v>
                </c:pt>
                <c:pt idx="639">
                  <c:v>1.0361509835194045</c:v>
                </c:pt>
                <c:pt idx="640">
                  <c:v>1.0419989367357789</c:v>
                </c:pt>
                <c:pt idx="641">
                  <c:v>1.0685805422647527</c:v>
                </c:pt>
                <c:pt idx="642">
                  <c:v>1.0824029771398191</c:v>
                </c:pt>
                <c:pt idx="643">
                  <c:v>1.0818713450292399</c:v>
                </c:pt>
                <c:pt idx="644">
                  <c:v>1.0914407230196703</c:v>
                </c:pt>
                <c:pt idx="645">
                  <c:v>1.0765550239234449</c:v>
                </c:pt>
                <c:pt idx="646">
                  <c:v>1.0707070707070707</c:v>
                </c:pt>
                <c:pt idx="647">
                  <c:v>1.0786815523657629</c:v>
                </c:pt>
                <c:pt idx="648">
                  <c:v>1.0760233918128654</c:v>
                </c:pt>
                <c:pt idx="649">
                  <c:v>1.0850611376927166</c:v>
                </c:pt>
                <c:pt idx="650">
                  <c:v>1.0877192982456141</c:v>
                </c:pt>
                <c:pt idx="651">
                  <c:v>1.0818713450292399</c:v>
                </c:pt>
                <c:pt idx="652">
                  <c:v>1.0850611376927166</c:v>
                </c:pt>
                <c:pt idx="653">
                  <c:v>1.0930356193514088</c:v>
                </c:pt>
                <c:pt idx="654">
                  <c:v>1.0792131844763424</c:v>
                </c:pt>
                <c:pt idx="655">
                  <c:v>1.0877192982456141</c:v>
                </c:pt>
                <c:pt idx="656">
                  <c:v>1.0866560340244551</c:v>
                </c:pt>
                <c:pt idx="657">
                  <c:v>1.0877192982456141</c:v>
                </c:pt>
                <c:pt idx="658">
                  <c:v>1.0855927698032961</c:v>
                </c:pt>
                <c:pt idx="659">
                  <c:v>1.0962254120148858</c:v>
                </c:pt>
                <c:pt idx="660">
                  <c:v>1.1259968102073366</c:v>
                </c:pt>
                <c:pt idx="661">
                  <c:v>1.1190855927698034</c:v>
                </c:pt>
                <c:pt idx="662">
                  <c:v>1.1105794790005317</c:v>
                </c:pt>
                <c:pt idx="663">
                  <c:v>1.1169590643274854</c:v>
                </c:pt>
                <c:pt idx="664">
                  <c:v>1.104199893673578</c:v>
                </c:pt>
                <c:pt idx="665">
                  <c:v>1.126528442317916</c:v>
                </c:pt>
                <c:pt idx="666">
                  <c:v>1.1291866028708133</c:v>
                </c:pt>
                <c:pt idx="667">
                  <c:v>1.1313131313131313</c:v>
                </c:pt>
                <c:pt idx="668">
                  <c:v>1.1297182349813928</c:v>
                </c:pt>
                <c:pt idx="669">
                  <c:v>1.1307814992025518</c:v>
                </c:pt>
                <c:pt idx="670">
                  <c:v>1.1360978203083467</c:v>
                </c:pt>
                <c:pt idx="671">
                  <c:v>1.1259968102073366</c:v>
                </c:pt>
                <c:pt idx="672">
                  <c:v>1.1254651780967571</c:v>
                </c:pt>
                <c:pt idx="673">
                  <c:v>1.1297182349813928</c:v>
                </c:pt>
                <c:pt idx="674">
                  <c:v>1.127591706539075</c:v>
                </c:pt>
                <c:pt idx="675">
                  <c:v>1.1371610845295055</c:v>
                </c:pt>
                <c:pt idx="676">
                  <c:v>1.1355661881977672</c:v>
                </c:pt>
                <c:pt idx="677">
                  <c:v>1.1695906432748537</c:v>
                </c:pt>
                <c:pt idx="678">
                  <c:v>1.166400850611377</c:v>
                </c:pt>
                <c:pt idx="679">
                  <c:v>1.166400850611377</c:v>
                </c:pt>
                <c:pt idx="680">
                  <c:v>1.199893673577884</c:v>
                </c:pt>
                <c:pt idx="681">
                  <c:v>1.2551834130781498</c:v>
                </c:pt>
                <c:pt idx="682">
                  <c:v>1.2753854332801702</c:v>
                </c:pt>
                <c:pt idx="683">
                  <c:v>1.2429558745348219</c:v>
                </c:pt>
                <c:pt idx="684">
                  <c:v>1.264221158958001</c:v>
                </c:pt>
                <c:pt idx="685">
                  <c:v>1.3035619351408825</c:v>
                </c:pt>
                <c:pt idx="686">
                  <c:v>1.3211057947900053</c:v>
                </c:pt>
                <c:pt idx="687">
                  <c:v>1.3248272195640616</c:v>
                </c:pt>
                <c:pt idx="688">
                  <c:v>1.3195108984582669</c:v>
                </c:pt>
                <c:pt idx="689">
                  <c:v>1.3269537480063796</c:v>
                </c:pt>
                <c:pt idx="690">
                  <c:v>1.3221690590111643</c:v>
                </c:pt>
                <c:pt idx="691">
                  <c:v>1.3232323232323233</c:v>
                </c:pt>
                <c:pt idx="692">
                  <c:v>1.3716108452950557</c:v>
                </c:pt>
                <c:pt idx="693">
                  <c:v>1.3864965443912813</c:v>
                </c:pt>
                <c:pt idx="694">
                  <c:v>1.3790536948431684</c:v>
                </c:pt>
                <c:pt idx="695">
                  <c:v>1.3960659223817118</c:v>
                </c:pt>
                <c:pt idx="696">
                  <c:v>1.3864965443912813</c:v>
                </c:pt>
                <c:pt idx="697">
                  <c:v>1.392876129718235</c:v>
                </c:pt>
                <c:pt idx="698">
                  <c:v>1.3976608187134503</c:v>
                </c:pt>
                <c:pt idx="699">
                  <c:v>1.3976608187134503</c:v>
                </c:pt>
                <c:pt idx="700">
                  <c:v>1.3976608187134503</c:v>
                </c:pt>
                <c:pt idx="701">
                  <c:v>1.3976608187134503</c:v>
                </c:pt>
                <c:pt idx="702">
                  <c:v>1.3976608187134503</c:v>
                </c:pt>
                <c:pt idx="703">
                  <c:v>1.3976608187134503</c:v>
                </c:pt>
                <c:pt idx="704">
                  <c:v>1.3976608187134503</c:v>
                </c:pt>
                <c:pt idx="705">
                  <c:v>1.3976608187134503</c:v>
                </c:pt>
                <c:pt idx="706">
                  <c:v>1.393939393939394</c:v>
                </c:pt>
                <c:pt idx="707">
                  <c:v>1.3912812333864966</c:v>
                </c:pt>
                <c:pt idx="708">
                  <c:v>1.4019138755980862</c:v>
                </c:pt>
                <c:pt idx="709">
                  <c:v>1.4354066985645932</c:v>
                </c:pt>
                <c:pt idx="710">
                  <c:v>1.5045188729399255</c:v>
                </c:pt>
                <c:pt idx="711">
                  <c:v>1.5800106326422116</c:v>
                </c:pt>
                <c:pt idx="712">
                  <c:v>1.6055289739500265</c:v>
                </c:pt>
                <c:pt idx="713">
                  <c:v>1.6512493354598619</c:v>
                </c:pt>
                <c:pt idx="714">
                  <c:v>1.6363636363636365</c:v>
                </c:pt>
                <c:pt idx="715">
                  <c:v>1.6007442849548112</c:v>
                </c:pt>
                <c:pt idx="716">
                  <c:v>1.5741626794258374</c:v>
                </c:pt>
                <c:pt idx="717">
                  <c:v>1.5688463583200425</c:v>
                </c:pt>
                <c:pt idx="718">
                  <c:v>1.5736310473152579</c:v>
                </c:pt>
                <c:pt idx="719">
                  <c:v>1.5273790536948431</c:v>
                </c:pt>
                <c:pt idx="720">
                  <c:v>1.5454545454545454</c:v>
                </c:pt>
                <c:pt idx="721">
                  <c:v>1.5523657628920786</c:v>
                </c:pt>
                <c:pt idx="722">
                  <c:v>1.5736310473152579</c:v>
                </c:pt>
                <c:pt idx="723">
                  <c:v>1.5699096225412015</c:v>
                </c:pt>
                <c:pt idx="724">
                  <c:v>1.5380116959064327</c:v>
                </c:pt>
                <c:pt idx="725">
                  <c:v>1.5544922913343966</c:v>
                </c:pt>
                <c:pt idx="726">
                  <c:v>1.5996810207336523</c:v>
                </c:pt>
                <c:pt idx="727">
                  <c:v>1.6225412014885698</c:v>
                </c:pt>
                <c:pt idx="728">
                  <c:v>1.6517809675704413</c:v>
                </c:pt>
                <c:pt idx="729">
                  <c:v>1.6629452418926103</c:v>
                </c:pt>
                <c:pt idx="730">
                  <c:v>1.6422115895800107</c:v>
                </c:pt>
                <c:pt idx="731">
                  <c:v>1.6432748538011697</c:v>
                </c:pt>
                <c:pt idx="732">
                  <c:v>1.6289207868155235</c:v>
                </c:pt>
                <c:pt idx="733">
                  <c:v>1.6353003721424775</c:v>
                </c:pt>
                <c:pt idx="734">
                  <c:v>1.6485911749069644</c:v>
                </c:pt>
                <c:pt idx="735">
                  <c:v>1.6539074960127591</c:v>
                </c:pt>
                <c:pt idx="736">
                  <c:v>1.6640085061137693</c:v>
                </c:pt>
                <c:pt idx="737">
                  <c:v>1.6650717703349283</c:v>
                </c:pt>
                <c:pt idx="738">
                  <c:v>1.6586921850079746</c:v>
                </c:pt>
                <c:pt idx="739">
                  <c:v>1.6485911749069644</c:v>
                </c:pt>
                <c:pt idx="740">
                  <c:v>1.6788942052099947</c:v>
                </c:pt>
                <c:pt idx="741">
                  <c:v>1.7076023391812865</c:v>
                </c:pt>
                <c:pt idx="742">
                  <c:v>1.7123870281765019</c:v>
                </c:pt>
                <c:pt idx="743">
                  <c:v>1.6581605528973951</c:v>
                </c:pt>
                <c:pt idx="744">
                  <c:v>1.5741626794258374</c:v>
                </c:pt>
                <c:pt idx="745">
                  <c:v>1.4859117490696439</c:v>
                </c:pt>
                <c:pt idx="746">
                  <c:v>1.3343965975544922</c:v>
                </c:pt>
                <c:pt idx="747">
                  <c:v>1.3078149920255184</c:v>
                </c:pt>
                <c:pt idx="748">
                  <c:v>1.2567783094098883</c:v>
                </c:pt>
                <c:pt idx="749">
                  <c:v>1.2339181286549707</c:v>
                </c:pt>
                <c:pt idx="750">
                  <c:v>1.2110579479000532</c:v>
                </c:pt>
                <c:pt idx="751">
                  <c:v>1.2541201488569909</c:v>
                </c:pt>
                <c:pt idx="752">
                  <c:v>1.262094630515683</c:v>
                </c:pt>
                <c:pt idx="753">
                  <c:v>1.2195640616693249</c:v>
                </c:pt>
                <c:pt idx="754">
                  <c:v>1.2456140350877194</c:v>
                </c:pt>
                <c:pt idx="755">
                  <c:v>1.2525252525252526</c:v>
                </c:pt>
                <c:pt idx="756">
                  <c:v>1.2365762892078682</c:v>
                </c:pt>
                <c:pt idx="757">
                  <c:v>1.238702817650186</c:v>
                </c:pt>
                <c:pt idx="758">
                  <c:v>1.2307283359914938</c:v>
                </c:pt>
                <c:pt idx="759">
                  <c:v>1.2131844763423711</c:v>
                </c:pt>
                <c:pt idx="760">
                  <c:v>1.2259436469962786</c:v>
                </c:pt>
                <c:pt idx="761">
                  <c:v>1.2259436469962786</c:v>
                </c:pt>
                <c:pt idx="762">
                  <c:v>1.2259436469962786</c:v>
                </c:pt>
                <c:pt idx="763">
                  <c:v>1.2259436469962786</c:v>
                </c:pt>
                <c:pt idx="764">
                  <c:v>1.2259436469962786</c:v>
                </c:pt>
                <c:pt idx="765">
                  <c:v>1.2259436469962786</c:v>
                </c:pt>
                <c:pt idx="766">
                  <c:v>1.2259436469962786</c:v>
                </c:pt>
                <c:pt idx="767">
                  <c:v>1.2259436469962786</c:v>
                </c:pt>
                <c:pt idx="768">
                  <c:v>1.1940457203615098</c:v>
                </c:pt>
                <c:pt idx="769">
                  <c:v>1.227538543328017</c:v>
                </c:pt>
                <c:pt idx="770">
                  <c:v>1.2328548644338118</c:v>
                </c:pt>
                <c:pt idx="771">
                  <c:v>1.2365762892078682</c:v>
                </c:pt>
                <c:pt idx="772">
                  <c:v>1.2429558745348219</c:v>
                </c:pt>
                <c:pt idx="773">
                  <c:v>1.262094630515683</c:v>
                </c:pt>
                <c:pt idx="774">
                  <c:v>1.2232854864433811</c:v>
                </c:pt>
                <c:pt idx="775">
                  <c:v>1.2185007974481659</c:v>
                </c:pt>
                <c:pt idx="776">
                  <c:v>1.2174375332270069</c:v>
                </c:pt>
                <c:pt idx="777">
                  <c:v>1.2046783625730995</c:v>
                </c:pt>
                <c:pt idx="778">
                  <c:v>1.1956406166932483</c:v>
                </c:pt>
                <c:pt idx="779">
                  <c:v>1.2126528442317916</c:v>
                </c:pt>
                <c:pt idx="780">
                  <c:v>1.1679957469431153</c:v>
                </c:pt>
                <c:pt idx="781">
                  <c:v>1.2046783625730995</c:v>
                </c:pt>
                <c:pt idx="782">
                  <c:v>1.2142477405635301</c:v>
                </c:pt>
                <c:pt idx="783">
                  <c:v>1.1940457203615098</c:v>
                </c:pt>
                <c:pt idx="784">
                  <c:v>1.1897926634768741</c:v>
                </c:pt>
                <c:pt idx="785">
                  <c:v>1.1908559276980331</c:v>
                </c:pt>
                <c:pt idx="786">
                  <c:v>1.1759702286018074</c:v>
                </c:pt>
                <c:pt idx="787">
                  <c:v>1.1446039340776182</c:v>
                </c:pt>
                <c:pt idx="788">
                  <c:v>1.1137692716640084</c:v>
                </c:pt>
                <c:pt idx="789">
                  <c:v>1.1073896863370547</c:v>
                </c:pt>
                <c:pt idx="790">
                  <c:v>1.1047315257841575</c:v>
                </c:pt>
                <c:pt idx="791">
                  <c:v>1.0877192982456141</c:v>
                </c:pt>
                <c:pt idx="792">
                  <c:v>1.0691121743753322</c:v>
                </c:pt>
                <c:pt idx="793">
                  <c:v>1.1089845826687932</c:v>
                </c:pt>
                <c:pt idx="794">
                  <c:v>1.1052631578947369</c:v>
                </c:pt>
                <c:pt idx="795">
                  <c:v>1.1036682615629985</c:v>
                </c:pt>
                <c:pt idx="796">
                  <c:v>1.1026049973418395</c:v>
                </c:pt>
                <c:pt idx="797">
                  <c:v>1.0861244019138756</c:v>
                </c:pt>
                <c:pt idx="798">
                  <c:v>1.0664540138224348</c:v>
                </c:pt>
                <c:pt idx="799">
                  <c:v>1.0839978734715576</c:v>
                </c:pt>
                <c:pt idx="800">
                  <c:v>1.0765550239234449</c:v>
                </c:pt>
                <c:pt idx="801">
                  <c:v>1.0717703349282297</c:v>
                </c:pt>
                <c:pt idx="802">
                  <c:v>1.0776182881446039</c:v>
                </c:pt>
                <c:pt idx="803">
                  <c:v>1.074428495481127</c:v>
                </c:pt>
                <c:pt idx="804">
                  <c:v>1.0770866560340244</c:v>
                </c:pt>
                <c:pt idx="805">
                  <c:v>1.0813397129186604</c:v>
                </c:pt>
                <c:pt idx="806">
                  <c:v>1.0648591174906965</c:v>
                </c:pt>
                <c:pt idx="807">
                  <c:v>1.0792131844763424</c:v>
                </c:pt>
                <c:pt idx="808">
                  <c:v>1.0738968633705477</c:v>
                </c:pt>
                <c:pt idx="809">
                  <c:v>1.0792131844763424</c:v>
                </c:pt>
                <c:pt idx="810">
                  <c:v>1.0760233918128654</c:v>
                </c:pt>
                <c:pt idx="811">
                  <c:v>1.0946305156831473</c:v>
                </c:pt>
                <c:pt idx="812">
                  <c:v>1.0940988835725678</c:v>
                </c:pt>
                <c:pt idx="813">
                  <c:v>1.0940988835725678</c:v>
                </c:pt>
                <c:pt idx="814">
                  <c:v>1.1026049973418395</c:v>
                </c:pt>
                <c:pt idx="815">
                  <c:v>1.104199893673578</c:v>
                </c:pt>
                <c:pt idx="816">
                  <c:v>1.1079213184476342</c:v>
                </c:pt>
                <c:pt idx="817">
                  <c:v>1.1057947900053162</c:v>
                </c:pt>
                <c:pt idx="818">
                  <c:v>1.1084529505582137</c:v>
                </c:pt>
                <c:pt idx="819">
                  <c:v>1.1185539606592239</c:v>
                </c:pt>
                <c:pt idx="820">
                  <c:v>1.1329080276448698</c:v>
                </c:pt>
                <c:pt idx="821">
                  <c:v>1.1472620946305156</c:v>
                </c:pt>
                <c:pt idx="822">
                  <c:v>1.1408825093035619</c:v>
                </c:pt>
                <c:pt idx="823">
                  <c:v>1.1632110579479</c:v>
                </c:pt>
                <c:pt idx="824">
                  <c:v>1.1823498139287614</c:v>
                </c:pt>
                <c:pt idx="825">
                  <c:v>1.1839447102604996</c:v>
                </c:pt>
                <c:pt idx="826">
                  <c:v>1.2174375332270069</c:v>
                </c:pt>
                <c:pt idx="827">
                  <c:v>1.2408293460925039</c:v>
                </c:pt>
                <c:pt idx="828">
                  <c:v>1.2371079213184477</c:v>
                </c:pt>
                <c:pt idx="829">
                  <c:v>1.2860180754917596</c:v>
                </c:pt>
                <c:pt idx="830">
                  <c:v>1.3179160021265284</c:v>
                </c:pt>
                <c:pt idx="831">
                  <c:v>1.3567251461988303</c:v>
                </c:pt>
                <c:pt idx="832">
                  <c:v>1.3386496544391282</c:v>
                </c:pt>
                <c:pt idx="833">
                  <c:v>1.3530037214247741</c:v>
                </c:pt>
                <c:pt idx="834">
                  <c:v>1.4109516214779372</c:v>
                </c:pt>
                <c:pt idx="835">
                  <c:v>1.431685273790537</c:v>
                </c:pt>
                <c:pt idx="836">
                  <c:v>1.4332801701222755</c:v>
                </c:pt>
                <c:pt idx="837">
                  <c:v>1.4269005847953216</c:v>
                </c:pt>
                <c:pt idx="838">
                  <c:v>1.4449760765550239</c:v>
                </c:pt>
                <c:pt idx="839">
                  <c:v>1.4417862838915469</c:v>
                </c:pt>
                <c:pt idx="840">
                  <c:v>1.4093567251461989</c:v>
                </c:pt>
                <c:pt idx="841">
                  <c:v>1.4263689526847421</c:v>
                </c:pt>
                <c:pt idx="842">
                  <c:v>1.3827751196172249</c:v>
                </c:pt>
                <c:pt idx="843">
                  <c:v>1.4215842636895268</c:v>
                </c:pt>
                <c:pt idx="844">
                  <c:v>1.4167995746943116</c:v>
                </c:pt>
                <c:pt idx="845">
                  <c:v>1.3886230728335991</c:v>
                </c:pt>
                <c:pt idx="846">
                  <c:v>1.4471026049973419</c:v>
                </c:pt>
                <c:pt idx="847">
                  <c:v>1.4401913875598087</c:v>
                </c:pt>
                <c:pt idx="848">
                  <c:v>1.4290271132376395</c:v>
                </c:pt>
                <c:pt idx="849">
                  <c:v>1.4210526315789473</c:v>
                </c:pt>
                <c:pt idx="850">
                  <c:v>1.4322169059011165</c:v>
                </c:pt>
                <c:pt idx="851">
                  <c:v>1.4561403508771931</c:v>
                </c:pt>
                <c:pt idx="852">
                  <c:v>1.4529505582137161</c:v>
                </c:pt>
                <c:pt idx="853">
                  <c:v>1.4630515683147263</c:v>
                </c:pt>
                <c:pt idx="854">
                  <c:v>1.4742158426368952</c:v>
                </c:pt>
                <c:pt idx="855">
                  <c:v>1.4720893141945774</c:v>
                </c:pt>
                <c:pt idx="856">
                  <c:v>1.4720893141945774</c:v>
                </c:pt>
                <c:pt idx="857">
                  <c:v>1.4731525784157362</c:v>
                </c:pt>
                <c:pt idx="858">
                  <c:v>1.4832535885167464</c:v>
                </c:pt>
                <c:pt idx="859">
                  <c:v>1.4827219564061669</c:v>
                </c:pt>
                <c:pt idx="860">
                  <c:v>1.4901648059542796</c:v>
                </c:pt>
                <c:pt idx="861">
                  <c:v>1.4875066454013823</c:v>
                </c:pt>
                <c:pt idx="862">
                  <c:v>1.5034556087187667</c:v>
                </c:pt>
                <c:pt idx="863">
                  <c:v>1.5066454013822435</c:v>
                </c:pt>
                <c:pt idx="864">
                  <c:v>1.5592769803296118</c:v>
                </c:pt>
                <c:pt idx="865">
                  <c:v>1.5497076023391814</c:v>
                </c:pt>
                <c:pt idx="866">
                  <c:v>1.5619351408825093</c:v>
                </c:pt>
                <c:pt idx="867">
                  <c:v>1.5619351408825093</c:v>
                </c:pt>
                <c:pt idx="868">
                  <c:v>1.5619351408825093</c:v>
                </c:pt>
                <c:pt idx="869">
                  <c:v>1.5619351408825093</c:v>
                </c:pt>
                <c:pt idx="870">
                  <c:v>1.5619351408825093</c:v>
                </c:pt>
                <c:pt idx="871">
                  <c:v>1.5619351408825093</c:v>
                </c:pt>
                <c:pt idx="872">
                  <c:v>1.6055289739500265</c:v>
                </c:pt>
                <c:pt idx="873">
                  <c:v>1.6039340776182882</c:v>
                </c:pt>
                <c:pt idx="874">
                  <c:v>1.5885167464114833</c:v>
                </c:pt>
                <c:pt idx="875">
                  <c:v>1.6283891547049443</c:v>
                </c:pt>
                <c:pt idx="876">
                  <c:v>1.7086656034024454</c:v>
                </c:pt>
                <c:pt idx="877">
                  <c:v>1.695906432748538</c:v>
                </c:pt>
                <c:pt idx="878">
                  <c:v>1.7331206804891015</c:v>
                </c:pt>
                <c:pt idx="879">
                  <c:v>1.7416267942583732</c:v>
                </c:pt>
                <c:pt idx="880">
                  <c:v>1.7410951621477937</c:v>
                </c:pt>
                <c:pt idx="881">
                  <c:v>1.7033492822966507</c:v>
                </c:pt>
                <c:pt idx="882">
                  <c:v>1.731525784157363</c:v>
                </c:pt>
                <c:pt idx="883">
                  <c:v>1.7570441254651781</c:v>
                </c:pt>
                <c:pt idx="884">
                  <c:v>1.7565124933545986</c:v>
                </c:pt>
                <c:pt idx="885">
                  <c:v>1.7777777777777777</c:v>
                </c:pt>
                <c:pt idx="886">
                  <c:v>1.7543859649122806</c:v>
                </c:pt>
                <c:pt idx="887">
                  <c:v>1.7559808612440191</c:v>
                </c:pt>
                <c:pt idx="888">
                  <c:v>1.7884104199893673</c:v>
                </c:pt>
                <c:pt idx="889">
                  <c:v>1.8256246677299308</c:v>
                </c:pt>
                <c:pt idx="890">
                  <c:v>1.832535885167464</c:v>
                </c:pt>
                <c:pt idx="891">
                  <c:v>1.7687400318979267</c:v>
                </c:pt>
                <c:pt idx="892">
                  <c:v>1.736842105263158</c:v>
                </c:pt>
                <c:pt idx="893">
                  <c:v>1.6757044125465179</c:v>
                </c:pt>
                <c:pt idx="894">
                  <c:v>1.6023391812865497</c:v>
                </c:pt>
                <c:pt idx="895">
                  <c:v>1.6283891547049443</c:v>
                </c:pt>
                <c:pt idx="896">
                  <c:v>1.6124401913875599</c:v>
                </c:pt>
                <c:pt idx="897">
                  <c:v>1.569377990430622</c:v>
                </c:pt>
                <c:pt idx="898">
                  <c:v>1.5555555555555556</c:v>
                </c:pt>
                <c:pt idx="899">
                  <c:v>1.5454545454545454</c:v>
                </c:pt>
                <c:pt idx="900">
                  <c:v>1.5300372142477405</c:v>
                </c:pt>
                <c:pt idx="901">
                  <c:v>1.5162147793726741</c:v>
                </c:pt>
                <c:pt idx="902">
                  <c:v>1.5332270069112175</c:v>
                </c:pt>
                <c:pt idx="903">
                  <c:v>1.5215311004784688</c:v>
                </c:pt>
                <c:pt idx="904">
                  <c:v>1.5645933014354068</c:v>
                </c:pt>
                <c:pt idx="905">
                  <c:v>1.5534290271132376</c:v>
                </c:pt>
                <c:pt idx="906">
                  <c:v>1.5029239766081872</c:v>
                </c:pt>
                <c:pt idx="907">
                  <c:v>1.4790005316321106</c:v>
                </c:pt>
                <c:pt idx="908">
                  <c:v>1.5045188729399255</c:v>
                </c:pt>
                <c:pt idx="909">
                  <c:v>1.5204678362573099</c:v>
                </c:pt>
                <c:pt idx="910">
                  <c:v>1.5528973950026581</c:v>
                </c:pt>
                <c:pt idx="911">
                  <c:v>1.6166932482721956</c:v>
                </c:pt>
                <c:pt idx="912">
                  <c:v>1.6108452950558214</c:v>
                </c:pt>
                <c:pt idx="913">
                  <c:v>1.5964912280701755</c:v>
                </c:pt>
                <c:pt idx="914">
                  <c:v>1.6119085592769804</c:v>
                </c:pt>
                <c:pt idx="915">
                  <c:v>1.6065922381711855</c:v>
                </c:pt>
                <c:pt idx="916">
                  <c:v>1.6246677299308878</c:v>
                </c:pt>
                <c:pt idx="917">
                  <c:v>1.6321105794790005</c:v>
                </c:pt>
                <c:pt idx="918">
                  <c:v>1.6321105794790005</c:v>
                </c:pt>
                <c:pt idx="919">
                  <c:v>1.6145667198298777</c:v>
                </c:pt>
                <c:pt idx="920">
                  <c:v>1.6214779372674109</c:v>
                </c:pt>
                <c:pt idx="921">
                  <c:v>1.6161616161616161</c:v>
                </c:pt>
                <c:pt idx="922">
                  <c:v>1.6076555023923444</c:v>
                </c:pt>
                <c:pt idx="923">
                  <c:v>1.6081871345029239</c:v>
                </c:pt>
                <c:pt idx="924">
                  <c:v>1.6257309941520468</c:v>
                </c:pt>
                <c:pt idx="925">
                  <c:v>1.6135034556087187</c:v>
                </c:pt>
                <c:pt idx="926">
                  <c:v>1.6459330143540669</c:v>
                </c:pt>
                <c:pt idx="927">
                  <c:v>1.6427432216905902</c:v>
                </c:pt>
                <c:pt idx="928">
                  <c:v>1.6533758639021796</c:v>
                </c:pt>
                <c:pt idx="929">
                  <c:v>1.7065390749601277</c:v>
                </c:pt>
                <c:pt idx="930">
                  <c:v>1.6985645933014355</c:v>
                </c:pt>
                <c:pt idx="931">
                  <c:v>1.696969696969697</c:v>
                </c:pt>
                <c:pt idx="932">
                  <c:v>1.6820839978734716</c:v>
                </c:pt>
                <c:pt idx="933">
                  <c:v>1.6937799043062201</c:v>
                </c:pt>
                <c:pt idx="934">
                  <c:v>1.6735778841041999</c:v>
                </c:pt>
                <c:pt idx="935">
                  <c:v>1.6820839978734716</c:v>
                </c:pt>
                <c:pt idx="936">
                  <c:v>1.6794258373205742</c:v>
                </c:pt>
                <c:pt idx="937">
                  <c:v>1.6852737905369484</c:v>
                </c:pt>
                <c:pt idx="938">
                  <c:v>1.6772993088782562</c:v>
                </c:pt>
                <c:pt idx="939">
                  <c:v>1.6772993088782562</c:v>
                </c:pt>
                <c:pt idx="940">
                  <c:v>1.6772993088782562</c:v>
                </c:pt>
                <c:pt idx="941">
                  <c:v>1.6772993088782562</c:v>
                </c:pt>
                <c:pt idx="942">
                  <c:v>1.6772993088782562</c:v>
                </c:pt>
                <c:pt idx="943">
                  <c:v>1.6772993088782562</c:v>
                </c:pt>
                <c:pt idx="944">
                  <c:v>1.6772993088782562</c:v>
                </c:pt>
                <c:pt idx="945">
                  <c:v>1.6772993088782562</c:v>
                </c:pt>
                <c:pt idx="946">
                  <c:v>1.7006911217437533</c:v>
                </c:pt>
                <c:pt idx="947">
                  <c:v>1.7161084529505581</c:v>
                </c:pt>
                <c:pt idx="948">
                  <c:v>1.7171717171717171</c:v>
                </c:pt>
                <c:pt idx="949">
                  <c:v>1.6831472620946306</c:v>
                </c:pt>
                <c:pt idx="950">
                  <c:v>1.6927166400850611</c:v>
                </c:pt>
                <c:pt idx="951">
                  <c:v>1.6671982987772462</c:v>
                </c:pt>
                <c:pt idx="952">
                  <c:v>1.6390217969165337</c:v>
                </c:pt>
                <c:pt idx="953">
                  <c:v>1.6331738437001595</c:v>
                </c:pt>
                <c:pt idx="954">
                  <c:v>1.5991493886230728</c:v>
                </c:pt>
                <c:pt idx="955">
                  <c:v>1.6411483253588517</c:v>
                </c:pt>
                <c:pt idx="956">
                  <c:v>1.6677299308878257</c:v>
                </c:pt>
                <c:pt idx="957">
                  <c:v>1.6884635832004253</c:v>
                </c:pt>
                <c:pt idx="958">
                  <c:v>1.7405635300372142</c:v>
                </c:pt>
                <c:pt idx="959">
                  <c:v>1.8181818181818181</c:v>
                </c:pt>
                <c:pt idx="960">
                  <c:v>1.7894736842105263</c:v>
                </c:pt>
                <c:pt idx="961">
                  <c:v>1.8229665071770336</c:v>
                </c:pt>
                <c:pt idx="962">
                  <c:v>1.8155236576289209</c:v>
                </c:pt>
                <c:pt idx="963">
                  <c:v>1.8165869218500796</c:v>
                </c:pt>
                <c:pt idx="964">
                  <c:v>1.8341307814992025</c:v>
                </c:pt>
                <c:pt idx="965">
                  <c:v>1.8282828282828283</c:v>
                </c:pt>
                <c:pt idx="966">
                  <c:v>1.8362573099415205</c:v>
                </c:pt>
                <c:pt idx="967">
                  <c:v>1.797979797979798</c:v>
                </c:pt>
                <c:pt idx="968">
                  <c:v>1.7644869750132908</c:v>
                </c:pt>
                <c:pt idx="969">
                  <c:v>1.7799043062200957</c:v>
                </c:pt>
                <c:pt idx="970">
                  <c:v>1.7756512493354599</c:v>
                </c:pt>
                <c:pt idx="971">
                  <c:v>1.7708665603402445</c:v>
                </c:pt>
                <c:pt idx="972">
                  <c:v>1.7246145667198298</c:v>
                </c:pt>
                <c:pt idx="973">
                  <c:v>1.7405635300372142</c:v>
                </c:pt>
                <c:pt idx="974">
                  <c:v>1.7320574162679425</c:v>
                </c:pt>
                <c:pt idx="975">
                  <c:v>1.731525784157363</c:v>
                </c:pt>
                <c:pt idx="976">
                  <c:v>1.7293992557150453</c:v>
                </c:pt>
                <c:pt idx="977">
                  <c:v>1.7395002658160552</c:v>
                </c:pt>
                <c:pt idx="978">
                  <c:v>1.7161084529505581</c:v>
                </c:pt>
                <c:pt idx="979">
                  <c:v>1.7272727272727273</c:v>
                </c:pt>
                <c:pt idx="980">
                  <c:v>1.7331206804891015</c:v>
                </c:pt>
                <c:pt idx="981">
                  <c:v>1.7804359383306751</c:v>
                </c:pt>
                <c:pt idx="982">
                  <c:v>1.7804359383306751</c:v>
                </c:pt>
                <c:pt idx="983">
                  <c:v>1.760233918128655</c:v>
                </c:pt>
                <c:pt idx="984">
                  <c:v>1.7655502392344498</c:v>
                </c:pt>
                <c:pt idx="985">
                  <c:v>1.7400318979266347</c:v>
                </c:pt>
                <c:pt idx="986">
                  <c:v>1.7384370015948962</c:v>
                </c:pt>
                <c:pt idx="987">
                  <c:v>1.7049441786283892</c:v>
                </c:pt>
                <c:pt idx="988">
                  <c:v>1.7235513024986708</c:v>
                </c:pt>
                <c:pt idx="989">
                  <c:v>1.7246145667198298</c:v>
                </c:pt>
                <c:pt idx="990">
                  <c:v>1.737905369484317</c:v>
                </c:pt>
                <c:pt idx="991">
                  <c:v>1.7150451887293992</c:v>
                </c:pt>
                <c:pt idx="992">
                  <c:v>1.7320574162679425</c:v>
                </c:pt>
                <c:pt idx="993">
                  <c:v>1.7309941520467835</c:v>
                </c:pt>
                <c:pt idx="994">
                  <c:v>1.7208931419457736</c:v>
                </c:pt>
                <c:pt idx="995">
                  <c:v>1.7161084529505581</c:v>
                </c:pt>
                <c:pt idx="996">
                  <c:v>1.7262094630515683</c:v>
                </c:pt>
                <c:pt idx="997">
                  <c:v>1.7171717171717171</c:v>
                </c:pt>
                <c:pt idx="998">
                  <c:v>1.7187666135034556</c:v>
                </c:pt>
                <c:pt idx="999">
                  <c:v>1.7267410951621478</c:v>
                </c:pt>
                <c:pt idx="1000">
                  <c:v>1.7049441786283892</c:v>
                </c:pt>
                <c:pt idx="1001">
                  <c:v>1.7166400850611376</c:v>
                </c:pt>
                <c:pt idx="1002">
                  <c:v>1.6650717703349283</c:v>
                </c:pt>
                <c:pt idx="1003">
                  <c:v>1.631578947368421</c:v>
                </c:pt>
                <c:pt idx="1004">
                  <c:v>1.5412014885699097</c:v>
                </c:pt>
                <c:pt idx="1005">
                  <c:v>1.4486975013290804</c:v>
                </c:pt>
                <c:pt idx="1006">
                  <c:v>1.493886230728336</c:v>
                </c:pt>
                <c:pt idx="1007">
                  <c:v>1.5661881977671452</c:v>
                </c:pt>
                <c:pt idx="1008">
                  <c:v>1.5215311004784688</c:v>
                </c:pt>
                <c:pt idx="1009">
                  <c:v>1.5353535353535352</c:v>
                </c:pt>
                <c:pt idx="1010">
                  <c:v>1.5571504518872941</c:v>
                </c:pt>
                <c:pt idx="1011">
                  <c:v>1.5571504518872941</c:v>
                </c:pt>
                <c:pt idx="1012">
                  <c:v>1.5571504518872941</c:v>
                </c:pt>
                <c:pt idx="1013">
                  <c:v>1.5571504518872941</c:v>
                </c:pt>
                <c:pt idx="1014">
                  <c:v>1.5571504518872941</c:v>
                </c:pt>
                <c:pt idx="1015">
                  <c:v>1.5571504518872941</c:v>
                </c:pt>
                <c:pt idx="1016">
                  <c:v>1.5502392344497609</c:v>
                </c:pt>
                <c:pt idx="1017">
                  <c:v>1.5396065922381712</c:v>
                </c:pt>
                <c:pt idx="1018">
                  <c:v>1.5390749601275917</c:v>
                </c:pt>
                <c:pt idx="1019">
                  <c:v>1.5449229133439659</c:v>
                </c:pt>
                <c:pt idx="1020">
                  <c:v>1.5369484316852737</c:v>
                </c:pt>
                <c:pt idx="1021">
                  <c:v>1.5215311004784688</c:v>
                </c:pt>
                <c:pt idx="1022">
                  <c:v>1.471557682083998</c:v>
                </c:pt>
                <c:pt idx="1023">
                  <c:v>1.5273790536948431</c:v>
                </c:pt>
                <c:pt idx="1024">
                  <c:v>1.5257841573631048</c:v>
                </c:pt>
                <c:pt idx="1025">
                  <c:v>1.5566188197767146</c:v>
                </c:pt>
                <c:pt idx="1026">
                  <c:v>1.595959595959596</c:v>
                </c:pt>
                <c:pt idx="1027">
                  <c:v>1.6576289207868156</c:v>
                </c:pt>
                <c:pt idx="1028">
                  <c:v>1.6501860712387029</c:v>
                </c:pt>
                <c:pt idx="1029">
                  <c:v>1.6454013822434874</c:v>
                </c:pt>
                <c:pt idx="1030">
                  <c:v>1.6852737905369484</c:v>
                </c:pt>
                <c:pt idx="1031">
                  <c:v>1.6512493354598619</c:v>
                </c:pt>
                <c:pt idx="1032">
                  <c:v>1.6507177033492824</c:v>
                </c:pt>
                <c:pt idx="1033">
                  <c:v>1.6677299308878257</c:v>
                </c:pt>
                <c:pt idx="1034">
                  <c:v>1.6533758639021796</c:v>
                </c:pt>
                <c:pt idx="1035">
                  <c:v>1.6576289207868156</c:v>
                </c:pt>
                <c:pt idx="1036">
                  <c:v>1.6512493354598619</c:v>
                </c:pt>
                <c:pt idx="1037">
                  <c:v>1.6618819776714513</c:v>
                </c:pt>
                <c:pt idx="1038">
                  <c:v>1.668261562998405</c:v>
                </c:pt>
                <c:pt idx="1039">
                  <c:v>1.695906432748538</c:v>
                </c:pt>
                <c:pt idx="1040">
                  <c:v>1.699096225412015</c:v>
                </c:pt>
                <c:pt idx="1041">
                  <c:v>1.7022860180754917</c:v>
                </c:pt>
                <c:pt idx="1042">
                  <c:v>1.7006911217437533</c:v>
                </c:pt>
                <c:pt idx="1043">
                  <c:v>1.7049441786283892</c:v>
                </c:pt>
                <c:pt idx="1044">
                  <c:v>1.6533758639021796</c:v>
                </c:pt>
                <c:pt idx="1045">
                  <c:v>1.7278043593833068</c:v>
                </c:pt>
                <c:pt idx="1046">
                  <c:v>1.7272727272727273</c:v>
                </c:pt>
                <c:pt idx="1047">
                  <c:v>1.7698032961190855</c:v>
                </c:pt>
                <c:pt idx="1048">
                  <c:v>1.7118553960659224</c:v>
                </c:pt>
                <c:pt idx="1049">
                  <c:v>1.7187666135034556</c:v>
                </c:pt>
                <c:pt idx="1050">
                  <c:v>1.7490696438064859</c:v>
                </c:pt>
                <c:pt idx="1051">
                  <c:v>1.7437533227006912</c:v>
                </c:pt>
                <c:pt idx="1052">
                  <c:v>1.733652312599681</c:v>
                </c:pt>
                <c:pt idx="1053">
                  <c:v>1.7118553960659224</c:v>
                </c:pt>
                <c:pt idx="1054">
                  <c:v>1.4758107389686337</c:v>
                </c:pt>
                <c:pt idx="1055">
                  <c:v>1.4742158426368952</c:v>
                </c:pt>
                <c:pt idx="1056">
                  <c:v>1.4827219564061669</c:v>
                </c:pt>
                <c:pt idx="1057">
                  <c:v>1.4843168527379054</c:v>
                </c:pt>
                <c:pt idx="1058">
                  <c:v>1.5066454013822435</c:v>
                </c:pt>
                <c:pt idx="1059">
                  <c:v>1.5029239766081872</c:v>
                </c:pt>
                <c:pt idx="1060">
                  <c:v>1.4827219564061669</c:v>
                </c:pt>
                <c:pt idx="1061">
                  <c:v>1.4912280701754386</c:v>
                </c:pt>
                <c:pt idx="1062">
                  <c:v>1.5135566188197767</c:v>
                </c:pt>
                <c:pt idx="1063">
                  <c:v>1.5077086656034024</c:v>
                </c:pt>
                <c:pt idx="1064">
                  <c:v>1.4976076555023923</c:v>
                </c:pt>
                <c:pt idx="1065">
                  <c:v>1.4534821903242956</c:v>
                </c:pt>
                <c:pt idx="1066">
                  <c:v>1.4322169059011165</c:v>
                </c:pt>
                <c:pt idx="1067">
                  <c:v>1.4641148325358853</c:v>
                </c:pt>
                <c:pt idx="1068">
                  <c:v>1.4603934077618288</c:v>
                </c:pt>
                <c:pt idx="1069">
                  <c:v>1.4566719829877726</c:v>
                </c:pt>
                <c:pt idx="1070">
                  <c:v>1.4460393407761829</c:v>
                </c:pt>
                <c:pt idx="1071">
                  <c:v>1.4492291334396596</c:v>
                </c:pt>
                <c:pt idx="1072">
                  <c:v>1.4598617756512493</c:v>
                </c:pt>
                <c:pt idx="1073">
                  <c:v>1.3508771929824561</c:v>
                </c:pt>
                <c:pt idx="1074">
                  <c:v>1.3540669856459331</c:v>
                </c:pt>
                <c:pt idx="1075">
                  <c:v>1.3482190324295587</c:v>
                </c:pt>
                <c:pt idx="1076">
                  <c:v>1.340776182881446</c:v>
                </c:pt>
                <c:pt idx="1077">
                  <c:v>1.3290802764486975</c:v>
                </c:pt>
                <c:pt idx="1078">
                  <c:v>1.2982456140350878</c:v>
                </c:pt>
                <c:pt idx="1079">
                  <c:v>1.2982456140350878</c:v>
                </c:pt>
                <c:pt idx="1080">
                  <c:v>1.2977139819245083</c:v>
                </c:pt>
                <c:pt idx="1081">
                  <c:v>1.3003721424774057</c:v>
                </c:pt>
                <c:pt idx="1082">
                  <c:v>1.3003721424774057</c:v>
                </c:pt>
                <c:pt idx="1083">
                  <c:v>1.3067517278043594</c:v>
                </c:pt>
                <c:pt idx="1084">
                  <c:v>1.3078149920255184</c:v>
                </c:pt>
                <c:pt idx="1085">
                  <c:v>1.3083466241360979</c:v>
                </c:pt>
                <c:pt idx="1086">
                  <c:v>1.3094098883572567</c:v>
                </c:pt>
                <c:pt idx="1087">
                  <c:v>1.3280170122275385</c:v>
                </c:pt>
                <c:pt idx="1088">
                  <c:v>1.340776182881446</c:v>
                </c:pt>
                <c:pt idx="1089">
                  <c:v>1.3450292397660819</c:v>
                </c:pt>
                <c:pt idx="1090">
                  <c:v>1.331738437001595</c:v>
                </c:pt>
                <c:pt idx="1091">
                  <c:v>1.3397129186602872</c:v>
                </c:pt>
                <c:pt idx="1092">
                  <c:v>1.3338649654439128</c:v>
                </c:pt>
                <c:pt idx="1093">
                  <c:v>1.3333333333333333</c:v>
                </c:pt>
                <c:pt idx="1094">
                  <c:v>1.330675172780436</c:v>
                </c:pt>
                <c:pt idx="1095">
                  <c:v>1.3184476342371079</c:v>
                </c:pt>
                <c:pt idx="1096">
                  <c:v>1.3227006911217438</c:v>
                </c:pt>
                <c:pt idx="1097">
                  <c:v>1.3088782562466772</c:v>
                </c:pt>
                <c:pt idx="1098">
                  <c:v>1.3120680489101542</c:v>
                </c:pt>
                <c:pt idx="1099">
                  <c:v>1.3184476342371079</c:v>
                </c:pt>
                <c:pt idx="1100">
                  <c:v>1.3072833599149389</c:v>
                </c:pt>
                <c:pt idx="1101">
                  <c:v>1.3163211057947901</c:v>
                </c:pt>
                <c:pt idx="1102">
                  <c:v>1.3242955874534821</c:v>
                </c:pt>
                <c:pt idx="1103">
                  <c:v>1.3136629452418926</c:v>
                </c:pt>
                <c:pt idx="1104">
                  <c:v>1.3184476342371079</c:v>
                </c:pt>
                <c:pt idx="1105">
                  <c:v>1.3179160021265284</c:v>
                </c:pt>
                <c:pt idx="1106">
                  <c:v>1.3147262094630516</c:v>
                </c:pt>
                <c:pt idx="1107">
                  <c:v>1.3152578415736311</c:v>
                </c:pt>
                <c:pt idx="1108">
                  <c:v>1.3157894736842106</c:v>
                </c:pt>
                <c:pt idx="1109">
                  <c:v>1.3482190324295587</c:v>
                </c:pt>
                <c:pt idx="1110">
                  <c:v>1.3343965975544922</c:v>
                </c:pt>
                <c:pt idx="1111">
                  <c:v>1.3301435406698565</c:v>
                </c:pt>
                <c:pt idx="1112">
                  <c:v>1.3375863902179692</c:v>
                </c:pt>
                <c:pt idx="1113">
                  <c:v>1.3450292397660819</c:v>
                </c:pt>
                <c:pt idx="1114">
                  <c:v>1.3397129186602872</c:v>
                </c:pt>
                <c:pt idx="1115">
                  <c:v>1.3338649654439128</c:v>
                </c:pt>
                <c:pt idx="1116">
                  <c:v>1.3338649654439128</c:v>
                </c:pt>
                <c:pt idx="1117">
                  <c:v>1.3338649654439128</c:v>
                </c:pt>
                <c:pt idx="1118">
                  <c:v>1.3338649654439128</c:v>
                </c:pt>
                <c:pt idx="1119">
                  <c:v>1.3338649654439128</c:v>
                </c:pt>
                <c:pt idx="1120">
                  <c:v>1.3338649654439128</c:v>
                </c:pt>
                <c:pt idx="1121">
                  <c:v>1.3375863902179692</c:v>
                </c:pt>
                <c:pt idx="1122">
                  <c:v>1.3354598617756512</c:v>
                </c:pt>
                <c:pt idx="1123">
                  <c:v>1.3343965975544922</c:v>
                </c:pt>
                <c:pt idx="1124">
                  <c:v>1.3343965975544922</c:v>
                </c:pt>
                <c:pt idx="1125">
                  <c:v>1.3242955874534821</c:v>
                </c:pt>
                <c:pt idx="1126">
                  <c:v>1.3290802764486975</c:v>
                </c:pt>
                <c:pt idx="1127">
                  <c:v>1.3338649654439128</c:v>
                </c:pt>
                <c:pt idx="1128">
                  <c:v>1.3354598617756512</c:v>
                </c:pt>
                <c:pt idx="1129">
                  <c:v>1.3359914938862307</c:v>
                </c:pt>
                <c:pt idx="1130">
                  <c:v>1.3365231259968102</c:v>
                </c:pt>
                <c:pt idx="1131">
                  <c:v>1.3375863902179692</c:v>
                </c:pt>
                <c:pt idx="1132">
                  <c:v>1.3354598617756512</c:v>
                </c:pt>
                <c:pt idx="1133">
                  <c:v>1.3354598617756512</c:v>
                </c:pt>
                <c:pt idx="1134">
                  <c:v>1.3397129186602872</c:v>
                </c:pt>
                <c:pt idx="1135">
                  <c:v>1.3444976076555024</c:v>
                </c:pt>
                <c:pt idx="1136">
                  <c:v>1.405103668261563</c:v>
                </c:pt>
                <c:pt idx="1137">
                  <c:v>1.3965975544922913</c:v>
                </c:pt>
                <c:pt idx="1138">
                  <c:v>1.4008506113769272</c:v>
                </c:pt>
                <c:pt idx="1139">
                  <c:v>1.405103668261563</c:v>
                </c:pt>
                <c:pt idx="1140">
                  <c:v>1.4003189792663477</c:v>
                </c:pt>
                <c:pt idx="1141">
                  <c:v>1.4035087719298245</c:v>
                </c:pt>
                <c:pt idx="1142">
                  <c:v>1.4024455077086655</c:v>
                </c:pt>
                <c:pt idx="1143">
                  <c:v>1.4066985645933014</c:v>
                </c:pt>
                <c:pt idx="1144">
                  <c:v>1.402977139819245</c:v>
                </c:pt>
                <c:pt idx="1145">
                  <c:v>1.3864965443912813</c:v>
                </c:pt>
                <c:pt idx="1146">
                  <c:v>1.3577884104199893</c:v>
                </c:pt>
                <c:pt idx="1147">
                  <c:v>1.3646996278575225</c:v>
                </c:pt>
                <c:pt idx="1148">
                  <c:v>1.366294524189261</c:v>
                </c:pt>
                <c:pt idx="1149">
                  <c:v>1.3864965443912813</c:v>
                </c:pt>
                <c:pt idx="1150">
                  <c:v>1.3811802232854864</c:v>
                </c:pt>
                <c:pt idx="1151">
                  <c:v>1.366294524189261</c:v>
                </c:pt>
                <c:pt idx="1152">
                  <c:v>1.370547581073897</c:v>
                </c:pt>
                <c:pt idx="1153">
                  <c:v>1.3657628920786815</c:v>
                </c:pt>
                <c:pt idx="1154">
                  <c:v>1.3498139287612971</c:v>
                </c:pt>
                <c:pt idx="1155">
                  <c:v>1.3583200425305688</c:v>
                </c:pt>
                <c:pt idx="1156">
                  <c:v>1.3540669856459331</c:v>
                </c:pt>
                <c:pt idx="1157">
                  <c:v>1.3482190324295587</c:v>
                </c:pt>
                <c:pt idx="1158">
                  <c:v>1.3508771929824561</c:v>
                </c:pt>
                <c:pt idx="1159">
                  <c:v>1.3535353535353536</c:v>
                </c:pt>
                <c:pt idx="1160">
                  <c:v>1.3503455608718766</c:v>
                </c:pt>
                <c:pt idx="1161">
                  <c:v>1.3482190324295587</c:v>
                </c:pt>
                <c:pt idx="1162">
                  <c:v>1.3476874003189792</c:v>
                </c:pt>
                <c:pt idx="1163">
                  <c:v>1.3471557682083999</c:v>
                </c:pt>
                <c:pt idx="1164">
                  <c:v>1.3471557682083999</c:v>
                </c:pt>
                <c:pt idx="1165">
                  <c:v>1.340776182881446</c:v>
                </c:pt>
                <c:pt idx="1166">
                  <c:v>1.3423710792131844</c:v>
                </c:pt>
                <c:pt idx="1167">
                  <c:v>1.3492822966507176</c:v>
                </c:pt>
                <c:pt idx="1168">
                  <c:v>1.340776182881446</c:v>
                </c:pt>
                <c:pt idx="1169">
                  <c:v>1.3349282296650717</c:v>
                </c:pt>
                <c:pt idx="1170">
                  <c:v>1.3141945773524721</c:v>
                </c:pt>
                <c:pt idx="1171">
                  <c:v>1.3056884635832005</c:v>
                </c:pt>
                <c:pt idx="1172">
                  <c:v>1.3110047846889952</c:v>
                </c:pt>
                <c:pt idx="1173">
                  <c:v>1.304093567251462</c:v>
                </c:pt>
                <c:pt idx="1174">
                  <c:v>1.2913343965975546</c:v>
                </c:pt>
                <c:pt idx="1175">
                  <c:v>1.2764486975013292</c:v>
                </c:pt>
                <c:pt idx="1176">
                  <c:v>1.2801701222753854</c:v>
                </c:pt>
                <c:pt idx="1177">
                  <c:v>1.2833599149388624</c:v>
                </c:pt>
                <c:pt idx="1178">
                  <c:v>1.2817650186071239</c:v>
                </c:pt>
                <c:pt idx="1179">
                  <c:v>1.2785752259436469</c:v>
                </c:pt>
                <c:pt idx="1180">
                  <c:v>1.2807017543859649</c:v>
                </c:pt>
                <c:pt idx="1181">
                  <c:v>1.2849548112706008</c:v>
                </c:pt>
                <c:pt idx="1182">
                  <c:v>1.2759170653907497</c:v>
                </c:pt>
                <c:pt idx="1183">
                  <c:v>1.2769803296119087</c:v>
                </c:pt>
                <c:pt idx="1184">
                  <c:v>1.2727272727272727</c:v>
                </c:pt>
                <c:pt idx="1185">
                  <c:v>1.2993088782562467</c:v>
                </c:pt>
                <c:pt idx="1186">
                  <c:v>1.2939925571504518</c:v>
                </c:pt>
                <c:pt idx="1187">
                  <c:v>1.2934609250398723</c:v>
                </c:pt>
                <c:pt idx="1188">
                  <c:v>1.2753854332801702</c:v>
                </c:pt>
                <c:pt idx="1189">
                  <c:v>1.2759170653907497</c:v>
                </c:pt>
                <c:pt idx="1190">
                  <c:v>1.2780435938330674</c:v>
                </c:pt>
                <c:pt idx="1191">
                  <c:v>1.2881446039340776</c:v>
                </c:pt>
                <c:pt idx="1192">
                  <c:v>1.2817650186071239</c:v>
                </c:pt>
                <c:pt idx="1193">
                  <c:v>1.2791068580542264</c:v>
                </c:pt>
                <c:pt idx="1194">
                  <c:v>1.2764486975013292</c:v>
                </c:pt>
                <c:pt idx="1195">
                  <c:v>1.2801701222753854</c:v>
                </c:pt>
                <c:pt idx="1196">
                  <c:v>1.2854864433811801</c:v>
                </c:pt>
                <c:pt idx="1197">
                  <c:v>1.2876129718234981</c:v>
                </c:pt>
                <c:pt idx="1198">
                  <c:v>1.2908027644869751</c:v>
                </c:pt>
                <c:pt idx="1199">
                  <c:v>1.3067517278043594</c:v>
                </c:pt>
                <c:pt idx="1200">
                  <c:v>1.3141945773524721</c:v>
                </c:pt>
                <c:pt idx="1201">
                  <c:v>1.3216374269005848</c:v>
                </c:pt>
                <c:pt idx="1202">
                  <c:v>1.3216374269005848</c:v>
                </c:pt>
                <c:pt idx="1203">
                  <c:v>1.3216374269005848</c:v>
                </c:pt>
                <c:pt idx="1204">
                  <c:v>1.3216374269005848</c:v>
                </c:pt>
                <c:pt idx="1205">
                  <c:v>1.3216374269005848</c:v>
                </c:pt>
                <c:pt idx="1206">
                  <c:v>1.3216374269005848</c:v>
                </c:pt>
                <c:pt idx="1207">
                  <c:v>1.3216374269005848</c:v>
                </c:pt>
                <c:pt idx="1208">
                  <c:v>1.3216374269005848</c:v>
                </c:pt>
                <c:pt idx="1209">
                  <c:v>1.3354598617756512</c:v>
                </c:pt>
                <c:pt idx="1210">
                  <c:v>1.3227006911217438</c:v>
                </c:pt>
                <c:pt idx="1211">
                  <c:v>1.3498139287612971</c:v>
                </c:pt>
                <c:pt idx="1212">
                  <c:v>1.3748006379585327</c:v>
                </c:pt>
                <c:pt idx="1213">
                  <c:v>1.370547581073897</c:v>
                </c:pt>
                <c:pt idx="1214">
                  <c:v>1.3923444976076556</c:v>
                </c:pt>
                <c:pt idx="1215">
                  <c:v>1.3992557150451888</c:v>
                </c:pt>
                <c:pt idx="1216">
                  <c:v>1.4045720361509835</c:v>
                </c:pt>
                <c:pt idx="1217">
                  <c:v>1.3923444976076556</c:v>
                </c:pt>
                <c:pt idx="1218">
                  <c:v>1.4056353003721425</c:v>
                </c:pt>
                <c:pt idx="1219">
                  <c:v>1.392876129718235</c:v>
                </c:pt>
                <c:pt idx="1220">
                  <c:v>1.3886230728335991</c:v>
                </c:pt>
                <c:pt idx="1221">
                  <c:v>1.3822434875066454</c:v>
                </c:pt>
                <c:pt idx="1222">
                  <c:v>1.3843700159489634</c:v>
                </c:pt>
                <c:pt idx="1223">
                  <c:v>1.3992557150451888</c:v>
                </c:pt>
                <c:pt idx="1224">
                  <c:v>1.3981924508240298</c:v>
                </c:pt>
                <c:pt idx="1225">
                  <c:v>1.3827751196172249</c:v>
                </c:pt>
                <c:pt idx="1226">
                  <c:v>1.3981924508240298</c:v>
                </c:pt>
                <c:pt idx="1227">
                  <c:v>1.4300903774587985</c:v>
                </c:pt>
                <c:pt idx="1228">
                  <c:v>1.5055821371610845</c:v>
                </c:pt>
                <c:pt idx="1229">
                  <c:v>1.506113769271664</c:v>
                </c:pt>
                <c:pt idx="1230">
                  <c:v>1.4736842105263157</c:v>
                </c:pt>
                <c:pt idx="1231">
                  <c:v>1.4066985645933014</c:v>
                </c:pt>
                <c:pt idx="1232">
                  <c:v>1.392876129718235</c:v>
                </c:pt>
                <c:pt idx="1233">
                  <c:v>1.3779904306220097</c:v>
                </c:pt>
                <c:pt idx="1234">
                  <c:v>1.3918128654970761</c:v>
                </c:pt>
                <c:pt idx="1235">
                  <c:v>1.3817118553960659</c:v>
                </c:pt>
                <c:pt idx="1236">
                  <c:v>1.4210526315789473</c:v>
                </c:pt>
                <c:pt idx="1237">
                  <c:v>1.4391281233386497</c:v>
                </c:pt>
                <c:pt idx="1238">
                  <c:v>1.4173312068048911</c:v>
                </c:pt>
                <c:pt idx="1239">
                  <c:v>1.4210526315789473</c:v>
                </c:pt>
                <c:pt idx="1240">
                  <c:v>1.4263689526847421</c:v>
                </c:pt>
                <c:pt idx="1241">
                  <c:v>1.4263689526847421</c:v>
                </c:pt>
                <c:pt idx="1242">
                  <c:v>1.4199893673577884</c:v>
                </c:pt>
                <c:pt idx="1243">
                  <c:v>1.4263689526847421</c:v>
                </c:pt>
                <c:pt idx="1244">
                  <c:v>1.3833067517278044</c:v>
                </c:pt>
                <c:pt idx="1245">
                  <c:v>1.3971291866028708</c:v>
                </c:pt>
                <c:pt idx="1246">
                  <c:v>1.3886230728335991</c:v>
                </c:pt>
                <c:pt idx="1247">
                  <c:v>1.3551302498670921</c:v>
                </c:pt>
                <c:pt idx="1248">
                  <c:v>1.3588516746411483</c:v>
                </c:pt>
                <c:pt idx="1249">
                  <c:v>1.3551302498670921</c:v>
                </c:pt>
                <c:pt idx="1250">
                  <c:v>1.3636363636363635</c:v>
                </c:pt>
                <c:pt idx="1251">
                  <c:v>1.3806485911749069</c:v>
                </c:pt>
                <c:pt idx="1252">
                  <c:v>1.3849016480595429</c:v>
                </c:pt>
                <c:pt idx="1253">
                  <c:v>1.3503455608718766</c:v>
                </c:pt>
                <c:pt idx="1254">
                  <c:v>1.3530037214247741</c:v>
                </c:pt>
                <c:pt idx="1255">
                  <c:v>1.3535353535353536</c:v>
                </c:pt>
                <c:pt idx="1256">
                  <c:v>1.3333333333333333</c:v>
                </c:pt>
                <c:pt idx="1257">
                  <c:v>1.3402445507708665</c:v>
                </c:pt>
                <c:pt idx="1258">
                  <c:v>1.3482190324295587</c:v>
                </c:pt>
                <c:pt idx="1259">
                  <c:v>1.3423710792131844</c:v>
                </c:pt>
                <c:pt idx="1260">
                  <c:v>1.3423710792131844</c:v>
                </c:pt>
                <c:pt idx="1261">
                  <c:v>1.3423710792131844</c:v>
                </c:pt>
                <c:pt idx="1262">
                  <c:v>1.3423710792131844</c:v>
                </c:pt>
                <c:pt idx="1263">
                  <c:v>1.3423710792131844</c:v>
                </c:pt>
                <c:pt idx="1264">
                  <c:v>1.3423710792131844</c:v>
                </c:pt>
                <c:pt idx="1265">
                  <c:v>1.3657628920786815</c:v>
                </c:pt>
                <c:pt idx="1266">
                  <c:v>1.3583200425305688</c:v>
                </c:pt>
                <c:pt idx="1267">
                  <c:v>1.3508771929824561</c:v>
                </c:pt>
                <c:pt idx="1268">
                  <c:v>1.3551302498670921</c:v>
                </c:pt>
                <c:pt idx="1269">
                  <c:v>1.3625730994152048</c:v>
                </c:pt>
                <c:pt idx="1270">
                  <c:v>1.3737373737373737</c:v>
                </c:pt>
                <c:pt idx="1271">
                  <c:v>1.3774587985114302</c:v>
                </c:pt>
                <c:pt idx="1272">
                  <c:v>1.393939393939394</c:v>
                </c:pt>
                <c:pt idx="1273">
                  <c:v>1.3822434875066454</c:v>
                </c:pt>
                <c:pt idx="1274">
                  <c:v>1.3849016480595429</c:v>
                </c:pt>
                <c:pt idx="1275">
                  <c:v>1.3992557150451888</c:v>
                </c:pt>
                <c:pt idx="1276">
                  <c:v>1.4120148856990962</c:v>
                </c:pt>
                <c:pt idx="1277">
                  <c:v>1.4008506113769272</c:v>
                </c:pt>
                <c:pt idx="1278">
                  <c:v>1.4332801701222755</c:v>
                </c:pt>
                <c:pt idx="1279">
                  <c:v>1.4412546517809677</c:v>
                </c:pt>
                <c:pt idx="1280">
                  <c:v>1.4396597554492292</c:v>
                </c:pt>
                <c:pt idx="1281">
                  <c:v>1.4486975013290804</c:v>
                </c:pt>
                <c:pt idx="1282">
                  <c:v>1.4566719829877726</c:v>
                </c:pt>
                <c:pt idx="1283">
                  <c:v>1.465178096757044</c:v>
                </c:pt>
                <c:pt idx="1284">
                  <c:v>1.5023923444976077</c:v>
                </c:pt>
                <c:pt idx="1285">
                  <c:v>1.5045188729399255</c:v>
                </c:pt>
                <c:pt idx="1286">
                  <c:v>1.496012759170654</c:v>
                </c:pt>
                <c:pt idx="1287">
                  <c:v>1.4758107389686337</c:v>
                </c:pt>
                <c:pt idx="1288">
                  <c:v>1.5055821371610845</c:v>
                </c:pt>
                <c:pt idx="1289">
                  <c:v>1.4896331738437001</c:v>
                </c:pt>
                <c:pt idx="1290">
                  <c:v>1.4843168527379054</c:v>
                </c:pt>
                <c:pt idx="1291">
                  <c:v>1.4763423710792132</c:v>
                </c:pt>
                <c:pt idx="1292">
                  <c:v>1.4678362573099415</c:v>
                </c:pt>
                <c:pt idx="1293">
                  <c:v>1.4800637958532696</c:v>
                </c:pt>
                <c:pt idx="1294">
                  <c:v>1.5023923444976077</c:v>
                </c:pt>
                <c:pt idx="1295">
                  <c:v>1.4970760233918128</c:v>
                </c:pt>
                <c:pt idx="1296">
                  <c:v>1.5156831472620946</c:v>
                </c:pt>
                <c:pt idx="1297">
                  <c:v>1.5167464114832536</c:v>
                </c:pt>
                <c:pt idx="1298">
                  <c:v>1.529505582137161</c:v>
                </c:pt>
                <c:pt idx="1299">
                  <c:v>1.531632110579479</c:v>
                </c:pt>
                <c:pt idx="1300">
                  <c:v>1.532695374800638</c:v>
                </c:pt>
                <c:pt idx="1301">
                  <c:v>1.5412014885699097</c:v>
                </c:pt>
                <c:pt idx="1302">
                  <c:v>1.5380116959064327</c:v>
                </c:pt>
                <c:pt idx="1303">
                  <c:v>1.567251461988304</c:v>
                </c:pt>
                <c:pt idx="1304">
                  <c:v>1.6018075491759702</c:v>
                </c:pt>
                <c:pt idx="1305">
                  <c:v>1.6241360978203083</c:v>
                </c:pt>
                <c:pt idx="1306">
                  <c:v>1.6650717703349283</c:v>
                </c:pt>
                <c:pt idx="1307">
                  <c:v>1.6937799043062201</c:v>
                </c:pt>
                <c:pt idx="1308">
                  <c:v>1.6852737905369484</c:v>
                </c:pt>
                <c:pt idx="1309">
                  <c:v>1.7182349813928761</c:v>
                </c:pt>
                <c:pt idx="1310">
                  <c:v>1.6730462519936204</c:v>
                </c:pt>
                <c:pt idx="1311">
                  <c:v>1.6964380648591175</c:v>
                </c:pt>
                <c:pt idx="1312">
                  <c:v>1.7012227538543327</c:v>
                </c:pt>
                <c:pt idx="1313">
                  <c:v>1.7293992557150453</c:v>
                </c:pt>
                <c:pt idx="1314">
                  <c:v>1.7389686337054757</c:v>
                </c:pt>
                <c:pt idx="1315">
                  <c:v>1.7267410951621478</c:v>
                </c:pt>
                <c:pt idx="1316">
                  <c:v>1.733652312599681</c:v>
                </c:pt>
                <c:pt idx="1317">
                  <c:v>1.7655502392344498</c:v>
                </c:pt>
                <c:pt idx="1318">
                  <c:v>1.799043062200957</c:v>
                </c:pt>
                <c:pt idx="1319">
                  <c:v>1.8208399787347156</c:v>
                </c:pt>
                <c:pt idx="1320">
                  <c:v>1.7921318447634238</c:v>
                </c:pt>
                <c:pt idx="1321">
                  <c:v>1.8250930356193513</c:v>
                </c:pt>
                <c:pt idx="1322">
                  <c:v>1.7836257309941521</c:v>
                </c:pt>
                <c:pt idx="1323">
                  <c:v>1.770334928229665</c:v>
                </c:pt>
                <c:pt idx="1324">
                  <c:v>1.731525784157363</c:v>
                </c:pt>
                <c:pt idx="1325">
                  <c:v>1.7511961722488039</c:v>
                </c:pt>
                <c:pt idx="1326">
                  <c:v>1.7150451887293992</c:v>
                </c:pt>
                <c:pt idx="1327">
                  <c:v>1.7389686337054757</c:v>
                </c:pt>
                <c:pt idx="1328">
                  <c:v>1.7320574162679425</c:v>
                </c:pt>
                <c:pt idx="1329">
                  <c:v>1.707070707070707</c:v>
                </c:pt>
                <c:pt idx="1330">
                  <c:v>1.6858054226475279</c:v>
                </c:pt>
                <c:pt idx="1331">
                  <c:v>1.7086656034024454</c:v>
                </c:pt>
                <c:pt idx="1332">
                  <c:v>1.6778309409888357</c:v>
                </c:pt>
                <c:pt idx="1333">
                  <c:v>1.669324827219564</c:v>
                </c:pt>
                <c:pt idx="1334">
                  <c:v>1.696969696969697</c:v>
                </c:pt>
                <c:pt idx="1335">
                  <c:v>1.6836788942052099</c:v>
                </c:pt>
                <c:pt idx="1336">
                  <c:v>1.6884635832004253</c:v>
                </c:pt>
                <c:pt idx="1337">
                  <c:v>1.6698564593301435</c:v>
                </c:pt>
                <c:pt idx="1338">
                  <c:v>1.6868686868686869</c:v>
                </c:pt>
                <c:pt idx="1339">
                  <c:v>1.694843168527379</c:v>
                </c:pt>
                <c:pt idx="1340">
                  <c:v>1.7086656034024454</c:v>
                </c:pt>
                <c:pt idx="1341">
                  <c:v>1.7091972355130249</c:v>
                </c:pt>
                <c:pt idx="1342">
                  <c:v>1.6937799043062201</c:v>
                </c:pt>
                <c:pt idx="1343">
                  <c:v>1.7129186602870814</c:v>
                </c:pt>
                <c:pt idx="1344">
                  <c:v>1.7107921318447634</c:v>
                </c:pt>
                <c:pt idx="1345">
                  <c:v>1.7511961722488039</c:v>
                </c:pt>
                <c:pt idx="1346">
                  <c:v>1.7554492291334396</c:v>
                </c:pt>
                <c:pt idx="1347">
                  <c:v>1.7644869750132908</c:v>
                </c:pt>
                <c:pt idx="1348">
                  <c:v>1.8075491759702287</c:v>
                </c:pt>
                <c:pt idx="1349">
                  <c:v>1.7995746943115365</c:v>
                </c:pt>
                <c:pt idx="1350">
                  <c:v>1.8266879319510898</c:v>
                </c:pt>
                <c:pt idx="1351">
                  <c:v>1.8208399787347156</c:v>
                </c:pt>
                <c:pt idx="1352">
                  <c:v>1.7788410419989367</c:v>
                </c:pt>
                <c:pt idx="1353">
                  <c:v>1.7448165869218502</c:v>
                </c:pt>
                <c:pt idx="1354">
                  <c:v>1.7538543328017013</c:v>
                </c:pt>
                <c:pt idx="1355">
                  <c:v>1.7628920786815523</c:v>
                </c:pt>
                <c:pt idx="1356">
                  <c:v>1.736842105263158</c:v>
                </c:pt>
                <c:pt idx="1357">
                  <c:v>1.7256778309409888</c:v>
                </c:pt>
                <c:pt idx="1358">
                  <c:v>1.7846889952153111</c:v>
                </c:pt>
                <c:pt idx="1359">
                  <c:v>1.8006379585326955</c:v>
                </c:pt>
                <c:pt idx="1360">
                  <c:v>1.8309409888357258</c:v>
                </c:pt>
                <c:pt idx="1361">
                  <c:v>1.8181818181818181</c:v>
                </c:pt>
                <c:pt idx="1362">
                  <c:v>1.8197767145135566</c:v>
                </c:pt>
                <c:pt idx="1363">
                  <c:v>1.8389154704944179</c:v>
                </c:pt>
                <c:pt idx="1364">
                  <c:v>1.862307283359915</c:v>
                </c:pt>
                <c:pt idx="1365">
                  <c:v>1.8904837852206273</c:v>
                </c:pt>
                <c:pt idx="1366">
                  <c:v>1.871345029239766</c:v>
                </c:pt>
                <c:pt idx="1367">
                  <c:v>1.871345029239766</c:v>
                </c:pt>
                <c:pt idx="1368">
                  <c:v>1.871345029239766</c:v>
                </c:pt>
                <c:pt idx="1369">
                  <c:v>1.871345029239766</c:v>
                </c:pt>
                <c:pt idx="1370">
                  <c:v>1.871345029239766</c:v>
                </c:pt>
                <c:pt idx="1371">
                  <c:v>1.871345029239766</c:v>
                </c:pt>
                <c:pt idx="1372">
                  <c:v>1.9340776182881445</c:v>
                </c:pt>
                <c:pt idx="1373">
                  <c:v>1.9271664008506113</c:v>
                </c:pt>
                <c:pt idx="1374">
                  <c:v>1.9330143540669857</c:v>
                </c:pt>
                <c:pt idx="1375">
                  <c:v>1.9330143540669857</c:v>
                </c:pt>
                <c:pt idx="1376">
                  <c:v>1.9144072301967039</c:v>
                </c:pt>
                <c:pt idx="1377">
                  <c:v>1.9393939393939394</c:v>
                </c:pt>
                <c:pt idx="1378">
                  <c:v>1.9250398724082936</c:v>
                </c:pt>
                <c:pt idx="1379">
                  <c:v>1.9186602870813396</c:v>
                </c:pt>
                <c:pt idx="1380">
                  <c:v>1.9229133439659756</c:v>
                </c:pt>
                <c:pt idx="1381">
                  <c:v>1.8755980861244019</c:v>
                </c:pt>
                <c:pt idx="1382">
                  <c:v>1.8803827751196172</c:v>
                </c:pt>
                <c:pt idx="1383">
                  <c:v>1.8872939925571504</c:v>
                </c:pt>
                <c:pt idx="1384">
                  <c:v>1.8798511430090377</c:v>
                </c:pt>
                <c:pt idx="1385">
                  <c:v>1.8564593301435406</c:v>
                </c:pt>
                <c:pt idx="1386">
                  <c:v>1.8819776714513556</c:v>
                </c:pt>
                <c:pt idx="1387">
                  <c:v>1.8670919723551302</c:v>
                </c:pt>
                <c:pt idx="1388">
                  <c:v>1.8851674641148326</c:v>
                </c:pt>
                <c:pt idx="1389">
                  <c:v>1.8856990962254121</c:v>
                </c:pt>
                <c:pt idx="1390">
                  <c:v>1.8798511430090377</c:v>
                </c:pt>
                <c:pt idx="1391">
                  <c:v>1.8660287081339713</c:v>
                </c:pt>
                <c:pt idx="1392">
                  <c:v>1.8219032429558746</c:v>
                </c:pt>
                <c:pt idx="1393">
                  <c:v>1.8075491759702287</c:v>
                </c:pt>
                <c:pt idx="1394">
                  <c:v>1.799043062200957</c:v>
                </c:pt>
                <c:pt idx="1395">
                  <c:v>1.8022328548644337</c:v>
                </c:pt>
                <c:pt idx="1396">
                  <c:v>1.8139287612971824</c:v>
                </c:pt>
                <c:pt idx="1397">
                  <c:v>1.8171185539606591</c:v>
                </c:pt>
                <c:pt idx="1398">
                  <c:v>1.8043593833067517</c:v>
                </c:pt>
                <c:pt idx="1399">
                  <c:v>1.8064859117490697</c:v>
                </c:pt>
                <c:pt idx="1400">
                  <c:v>1.8107389686337054</c:v>
                </c:pt>
                <c:pt idx="1401">
                  <c:v>1.7825624667729931</c:v>
                </c:pt>
                <c:pt idx="1402">
                  <c:v>1.8043593833067517</c:v>
                </c:pt>
                <c:pt idx="1403">
                  <c:v>1.8373205741626795</c:v>
                </c:pt>
                <c:pt idx="1404">
                  <c:v>1.8282828282828283</c:v>
                </c:pt>
                <c:pt idx="1405">
                  <c:v>1.8091440723019669</c:v>
                </c:pt>
                <c:pt idx="1406">
                  <c:v>1.7995746943115365</c:v>
                </c:pt>
                <c:pt idx="1407">
                  <c:v>1.7985114300903775</c:v>
                </c:pt>
                <c:pt idx="1408">
                  <c:v>1.794790005316321</c:v>
                </c:pt>
                <c:pt idx="1409">
                  <c:v>1.8091440723019669</c:v>
                </c:pt>
                <c:pt idx="1410">
                  <c:v>1.8405103668261562</c:v>
                </c:pt>
                <c:pt idx="1411">
                  <c:v>1.8351940457203615</c:v>
                </c:pt>
                <c:pt idx="1412">
                  <c:v>1.8670919723551302</c:v>
                </c:pt>
                <c:pt idx="1413">
                  <c:v>1.8543328017012228</c:v>
                </c:pt>
                <c:pt idx="1414">
                  <c:v>1.8798511430090377</c:v>
                </c:pt>
                <c:pt idx="1415">
                  <c:v>1.9303561935140883</c:v>
                </c:pt>
                <c:pt idx="1416">
                  <c:v>1.8750664540138224</c:v>
                </c:pt>
                <c:pt idx="1417">
                  <c:v>1.8660287081339713</c:v>
                </c:pt>
                <c:pt idx="1418">
                  <c:v>1.8670919723551302</c:v>
                </c:pt>
                <c:pt idx="1419">
                  <c:v>1.873471557682084</c:v>
                </c:pt>
                <c:pt idx="1420">
                  <c:v>1.8904837852206273</c:v>
                </c:pt>
                <c:pt idx="1421">
                  <c:v>1.8872939925571504</c:v>
                </c:pt>
                <c:pt idx="1422">
                  <c:v>1.8952684742158425</c:v>
                </c:pt>
                <c:pt idx="1423">
                  <c:v>1.9048378522062732</c:v>
                </c:pt>
                <c:pt idx="1424">
                  <c:v>1.9085592769803297</c:v>
                </c:pt>
                <c:pt idx="1425">
                  <c:v>1.9223817118553961</c:v>
                </c:pt>
                <c:pt idx="1426">
                  <c:v>1.9436469962785752</c:v>
                </c:pt>
                <c:pt idx="1427">
                  <c:v>1.9393939393939394</c:v>
                </c:pt>
                <c:pt idx="1428">
                  <c:v>1.9569377990430623</c:v>
                </c:pt>
                <c:pt idx="1429">
                  <c:v>1.9569377990430623</c:v>
                </c:pt>
                <c:pt idx="1430">
                  <c:v>1.9893673577884103</c:v>
                </c:pt>
                <c:pt idx="1431">
                  <c:v>1.9835194045720361</c:v>
                </c:pt>
                <c:pt idx="1432">
                  <c:v>2.0037214247740565</c:v>
                </c:pt>
                <c:pt idx="1433">
                  <c:v>1.998936735778841</c:v>
                </c:pt>
                <c:pt idx="1434">
                  <c:v>2.0095693779904304</c:v>
                </c:pt>
                <c:pt idx="1435">
                  <c:v>2.0005316321105795</c:v>
                </c:pt>
                <c:pt idx="1436">
                  <c:v>2.0308346624136098</c:v>
                </c:pt>
                <c:pt idx="1437">
                  <c:v>2.0616693248272195</c:v>
                </c:pt>
                <c:pt idx="1438">
                  <c:v>2.0893141945773523</c:v>
                </c:pt>
                <c:pt idx="1439">
                  <c:v>2.0691121743753325</c:v>
                </c:pt>
                <c:pt idx="1440">
                  <c:v>2.1185539606592236</c:v>
                </c:pt>
                <c:pt idx="1441">
                  <c:v>2.1488569909622539</c:v>
                </c:pt>
                <c:pt idx="1442">
                  <c:v>2.1594896331738438</c:v>
                </c:pt>
                <c:pt idx="1443">
                  <c:v>2.2200956937799043</c:v>
                </c:pt>
                <c:pt idx="1444">
                  <c:v>2.268474215842637</c:v>
                </c:pt>
                <c:pt idx="1445">
                  <c:v>2.3083466241360977</c:v>
                </c:pt>
                <c:pt idx="1446">
                  <c:v>2.3689526847421583</c:v>
                </c:pt>
                <c:pt idx="1447">
                  <c:v>2.3689526847421583</c:v>
                </c:pt>
                <c:pt idx="1448">
                  <c:v>2.3689526847421583</c:v>
                </c:pt>
                <c:pt idx="1449">
                  <c:v>2.3689526847421583</c:v>
                </c:pt>
                <c:pt idx="1450">
                  <c:v>2.3689526847421583</c:v>
                </c:pt>
                <c:pt idx="1451">
                  <c:v>2.3689526847421583</c:v>
                </c:pt>
                <c:pt idx="1452">
                  <c:v>2.4300903774587983</c:v>
                </c:pt>
                <c:pt idx="1453">
                  <c:v>2.5427963849016479</c:v>
                </c:pt>
                <c:pt idx="1454">
                  <c:v>2.4146730462519934</c:v>
                </c:pt>
                <c:pt idx="1455">
                  <c:v>2.5279106858054226</c:v>
                </c:pt>
                <c:pt idx="1456">
                  <c:v>2.4529505582137161</c:v>
                </c:pt>
                <c:pt idx="1457">
                  <c:v>2.4471026049973417</c:v>
                </c:pt>
                <c:pt idx="1458">
                  <c:v>2.3088782562466772</c:v>
                </c:pt>
                <c:pt idx="1459">
                  <c:v>2.3795853269537481</c:v>
                </c:pt>
                <c:pt idx="1460">
                  <c:v>2.3030303030303032</c:v>
                </c:pt>
                <c:pt idx="1461">
                  <c:v>2.2323232323232323</c:v>
                </c:pt>
                <c:pt idx="1462">
                  <c:v>2.3094098883572567</c:v>
                </c:pt>
                <c:pt idx="1463">
                  <c:v>2.2923976608187133</c:v>
                </c:pt>
                <c:pt idx="1464">
                  <c:v>2.2349813928761297</c:v>
                </c:pt>
                <c:pt idx="1465">
                  <c:v>2.2860180754917598</c:v>
                </c:pt>
                <c:pt idx="1466">
                  <c:v>2.2477405635300372</c:v>
                </c:pt>
                <c:pt idx="1467">
                  <c:v>2.267410951621478</c:v>
                </c:pt>
                <c:pt idx="1468">
                  <c:v>2.2519936204146731</c:v>
                </c:pt>
                <c:pt idx="1469">
                  <c:v>2.3062200956937797</c:v>
                </c:pt>
                <c:pt idx="1470">
                  <c:v>2.328548644338118</c:v>
                </c:pt>
                <c:pt idx="1471">
                  <c:v>2.3147262094630516</c:v>
                </c:pt>
                <c:pt idx="1472">
                  <c:v>2.3179160021265286</c:v>
                </c:pt>
                <c:pt idx="1473">
                  <c:v>2.2429558745348217</c:v>
                </c:pt>
                <c:pt idx="1474">
                  <c:v>2.2434875066454012</c:v>
                </c:pt>
                <c:pt idx="1475">
                  <c:v>2.1706539074960127</c:v>
                </c:pt>
                <c:pt idx="1476">
                  <c:v>2.1765018607123872</c:v>
                </c:pt>
                <c:pt idx="1477">
                  <c:v>2.1812865497076022</c:v>
                </c:pt>
                <c:pt idx="1478">
                  <c:v>2.1770334928229667</c:v>
                </c:pt>
                <c:pt idx="1479">
                  <c:v>2.1360978203083465</c:v>
                </c:pt>
                <c:pt idx="1480">
                  <c:v>2.1440723019670389</c:v>
                </c:pt>
                <c:pt idx="1481">
                  <c:v>2.1360978203083465</c:v>
                </c:pt>
                <c:pt idx="1482">
                  <c:v>2.1291866028708135</c:v>
                </c:pt>
                <c:pt idx="1483">
                  <c:v>2.1477937267410954</c:v>
                </c:pt>
                <c:pt idx="1484">
                  <c:v>2.134502923976608</c:v>
                </c:pt>
                <c:pt idx="1485">
                  <c:v>2.1568314726209463</c:v>
                </c:pt>
                <c:pt idx="1486">
                  <c:v>2.1791600212652846</c:v>
                </c:pt>
                <c:pt idx="1487">
                  <c:v>2.1727804359383307</c:v>
                </c:pt>
                <c:pt idx="1488">
                  <c:v>2.1594896331738438</c:v>
                </c:pt>
                <c:pt idx="1489">
                  <c:v>2.1552365762892078</c:v>
                </c:pt>
                <c:pt idx="1490">
                  <c:v>2.1547049441786283</c:v>
                </c:pt>
                <c:pt idx="1491">
                  <c:v>2.1637426900584797</c:v>
                </c:pt>
                <c:pt idx="1492">
                  <c:v>2.199893673577884</c:v>
                </c:pt>
                <c:pt idx="1493">
                  <c:v>2.134502923976608</c:v>
                </c:pt>
                <c:pt idx="1494">
                  <c:v>2.1669324827219563</c:v>
                </c:pt>
                <c:pt idx="1495">
                  <c:v>2.1669324827219563</c:v>
                </c:pt>
                <c:pt idx="1496">
                  <c:v>2.1743753322700692</c:v>
                </c:pt>
                <c:pt idx="1497">
                  <c:v>2.2296650717703348</c:v>
                </c:pt>
                <c:pt idx="1498">
                  <c:v>2.2604997341839446</c:v>
                </c:pt>
                <c:pt idx="1499">
                  <c:v>2.2589048378522061</c:v>
                </c:pt>
                <c:pt idx="1500">
                  <c:v>2.3657628920786817</c:v>
                </c:pt>
                <c:pt idx="1501">
                  <c:v>2.3040935672514622</c:v>
                </c:pt>
                <c:pt idx="1502">
                  <c:v>2.329611908559277</c:v>
                </c:pt>
                <c:pt idx="1503">
                  <c:v>2.3593833067517278</c:v>
                </c:pt>
                <c:pt idx="1504">
                  <c:v>2.2908027644869748</c:v>
                </c:pt>
                <c:pt idx="1505">
                  <c:v>2.3370547581073895</c:v>
                </c:pt>
                <c:pt idx="1506">
                  <c:v>2.2807017543859649</c:v>
                </c:pt>
                <c:pt idx="1507">
                  <c:v>2.2961190855927698</c:v>
                </c:pt>
                <c:pt idx="1508">
                  <c:v>2.2828282828282829</c:v>
                </c:pt>
                <c:pt idx="1509">
                  <c:v>2.2971823498139288</c:v>
                </c:pt>
                <c:pt idx="1510">
                  <c:v>2.2971823498139288</c:v>
                </c:pt>
                <c:pt idx="1511">
                  <c:v>2.2971823498139288</c:v>
                </c:pt>
                <c:pt idx="1512">
                  <c:v>2.2971823498139288</c:v>
                </c:pt>
                <c:pt idx="1513">
                  <c:v>2.2971823498139288</c:v>
                </c:pt>
                <c:pt idx="1514">
                  <c:v>2.2971823498139288</c:v>
                </c:pt>
                <c:pt idx="1515">
                  <c:v>2.3545986177565124</c:v>
                </c:pt>
                <c:pt idx="1516">
                  <c:v>2.4082934609250399</c:v>
                </c:pt>
                <c:pt idx="1517">
                  <c:v>2.5826687931951091</c:v>
                </c:pt>
                <c:pt idx="1518">
                  <c:v>2.6315789473684212</c:v>
                </c:pt>
                <c:pt idx="1519">
                  <c:v>2.7134502923976607</c:v>
                </c:pt>
                <c:pt idx="1520">
                  <c:v>2.8043593833067519</c:v>
                </c:pt>
                <c:pt idx="1521">
                  <c:v>2.6422115895800107</c:v>
                </c:pt>
                <c:pt idx="1522">
                  <c:v>2.7708665603402447</c:v>
                </c:pt>
                <c:pt idx="1523">
                  <c:v>2.6975013290802763</c:v>
                </c:pt>
                <c:pt idx="1524">
                  <c:v>2.7171717171717171</c:v>
                </c:pt>
                <c:pt idx="1525">
                  <c:v>2.6156299840510369</c:v>
                </c:pt>
                <c:pt idx="1526">
                  <c:v>2.7517278043593834</c:v>
                </c:pt>
                <c:pt idx="1527">
                  <c:v>2.7963849016480595</c:v>
                </c:pt>
                <c:pt idx="1528">
                  <c:v>2.9191919191919191</c:v>
                </c:pt>
                <c:pt idx="1529">
                  <c:v>2.9404572036150984</c:v>
                </c:pt>
                <c:pt idx="1530">
                  <c:v>3.0303030303030303</c:v>
                </c:pt>
                <c:pt idx="1531">
                  <c:v>3.0281765018607123</c:v>
                </c:pt>
                <c:pt idx="1532">
                  <c:v>2.9133439659755451</c:v>
                </c:pt>
                <c:pt idx="1533">
                  <c:v>2.9239766081871346</c:v>
                </c:pt>
                <c:pt idx="1534">
                  <c:v>2.9893673577884106</c:v>
                </c:pt>
                <c:pt idx="1535">
                  <c:v>2.9122807017543861</c:v>
                </c:pt>
                <c:pt idx="1536">
                  <c:v>2.930356193514088</c:v>
                </c:pt>
                <c:pt idx="1537">
                  <c:v>2.9261031366294525</c:v>
                </c:pt>
                <c:pt idx="1538">
                  <c:v>2.8708133971291865</c:v>
                </c:pt>
                <c:pt idx="1539">
                  <c:v>2.9090909090909092</c:v>
                </c:pt>
                <c:pt idx="1540">
                  <c:v>2.7692716640085062</c:v>
                </c:pt>
                <c:pt idx="1541">
                  <c:v>2.6608187134502925</c:v>
                </c:pt>
                <c:pt idx="1542">
                  <c:v>2.5730994152046782</c:v>
                </c:pt>
                <c:pt idx="1543">
                  <c:v>2.6214779372674109</c:v>
                </c:pt>
                <c:pt idx="1544">
                  <c:v>2.5672514619883042</c:v>
                </c:pt>
                <c:pt idx="1545">
                  <c:v>2.5746943115364167</c:v>
                </c:pt>
                <c:pt idx="1546">
                  <c:v>2.5911749069643806</c:v>
                </c:pt>
                <c:pt idx="1547">
                  <c:v>2.6863370547581074</c:v>
                </c:pt>
                <c:pt idx="1548">
                  <c:v>2.6198830409356724</c:v>
                </c:pt>
                <c:pt idx="1549">
                  <c:v>2.6166932482721958</c:v>
                </c:pt>
                <c:pt idx="1550">
                  <c:v>2.6507177033492821</c:v>
                </c:pt>
                <c:pt idx="1551">
                  <c:v>2.6193514088250929</c:v>
                </c:pt>
                <c:pt idx="1552">
                  <c:v>2.6225412014885698</c:v>
                </c:pt>
                <c:pt idx="1553">
                  <c:v>2.733652312599681</c:v>
                </c:pt>
                <c:pt idx="1554">
                  <c:v>2.8325358851674642</c:v>
                </c:pt>
                <c:pt idx="1555">
                  <c:v>2.7134502923976607</c:v>
                </c:pt>
                <c:pt idx="1556">
                  <c:v>2.7006911217437533</c:v>
                </c:pt>
                <c:pt idx="1557">
                  <c:v>2.7783094098883572</c:v>
                </c:pt>
                <c:pt idx="1558">
                  <c:v>2.6656034024455075</c:v>
                </c:pt>
                <c:pt idx="1559">
                  <c:v>2.7203615098351941</c:v>
                </c:pt>
                <c:pt idx="1560">
                  <c:v>2.7113237639553427</c:v>
                </c:pt>
                <c:pt idx="1561">
                  <c:v>2.6406166932482722</c:v>
                </c:pt>
                <c:pt idx="1562">
                  <c:v>2.6156299840510369</c:v>
                </c:pt>
                <c:pt idx="1563">
                  <c:v>2.6321105794790007</c:v>
                </c:pt>
                <c:pt idx="1564">
                  <c:v>2.5614035087719298</c:v>
                </c:pt>
                <c:pt idx="1565">
                  <c:v>2.5401382243487505</c:v>
                </c:pt>
                <c:pt idx="1566">
                  <c:v>2.5332270069112175</c:v>
                </c:pt>
                <c:pt idx="1567">
                  <c:v>2.5263157894736841</c:v>
                </c:pt>
                <c:pt idx="1568">
                  <c:v>2.5374800637958534</c:v>
                </c:pt>
                <c:pt idx="1569">
                  <c:v>2.5236576289207866</c:v>
                </c:pt>
                <c:pt idx="1570">
                  <c:v>2.4375332270069112</c:v>
                </c:pt>
                <c:pt idx="1571">
                  <c:v>2.4152046783625729</c:v>
                </c:pt>
                <c:pt idx="1572">
                  <c:v>2.4189261031366294</c:v>
                </c:pt>
                <c:pt idx="1573">
                  <c:v>2.5029239766081872</c:v>
                </c:pt>
                <c:pt idx="1574">
                  <c:v>2.4859117490696439</c:v>
                </c:pt>
                <c:pt idx="1575">
                  <c:v>2.5178096757044126</c:v>
                </c:pt>
                <c:pt idx="1576">
                  <c:v>2.4837852206273259</c:v>
                </c:pt>
                <c:pt idx="1577">
                  <c:v>2.4253056884635833</c:v>
                </c:pt>
                <c:pt idx="1578">
                  <c:v>2.4226475279106858</c:v>
                </c:pt>
                <c:pt idx="1579">
                  <c:v>2.4098883572567784</c:v>
                </c:pt>
                <c:pt idx="1580">
                  <c:v>2.4215842636895268</c:v>
                </c:pt>
                <c:pt idx="1581">
                  <c:v>2.4768740031897925</c:v>
                </c:pt>
                <c:pt idx="1582">
                  <c:v>2.4412546517809677</c:v>
                </c:pt>
                <c:pt idx="1583">
                  <c:v>2.3503455608718768</c:v>
                </c:pt>
                <c:pt idx="1584">
                  <c:v>2.3487506645401384</c:v>
                </c:pt>
                <c:pt idx="1585">
                  <c:v>2.3179160021265286</c:v>
                </c:pt>
                <c:pt idx="1586">
                  <c:v>2.2987772461456673</c:v>
                </c:pt>
                <c:pt idx="1587">
                  <c:v>2.3035619351408827</c:v>
                </c:pt>
                <c:pt idx="1588">
                  <c:v>2.2636895268474215</c:v>
                </c:pt>
                <c:pt idx="1589">
                  <c:v>2.2121212121212119</c:v>
                </c:pt>
                <c:pt idx="1590">
                  <c:v>2.1860712387028176</c:v>
                </c:pt>
                <c:pt idx="1591">
                  <c:v>2.2190324295587454</c:v>
                </c:pt>
                <c:pt idx="1592">
                  <c:v>2.1876661350345561</c:v>
                </c:pt>
                <c:pt idx="1593">
                  <c:v>2.1584263689526848</c:v>
                </c:pt>
                <c:pt idx="1594">
                  <c:v>2.0946305156831473</c:v>
                </c:pt>
                <c:pt idx="1595">
                  <c:v>2.0871876661350344</c:v>
                </c:pt>
                <c:pt idx="1596">
                  <c:v>2.0680489101541735</c:v>
                </c:pt>
                <c:pt idx="1597">
                  <c:v>2.1148325358851676</c:v>
                </c:pt>
                <c:pt idx="1598">
                  <c:v>2.0069112174375334</c:v>
                </c:pt>
                <c:pt idx="1599">
                  <c:v>1.9606592238171185</c:v>
                </c:pt>
                <c:pt idx="1600">
                  <c:v>1.9234449760765551</c:v>
                </c:pt>
                <c:pt idx="1601">
                  <c:v>1.9287612971823498</c:v>
                </c:pt>
                <c:pt idx="1602">
                  <c:v>1.9314194577352473</c:v>
                </c:pt>
                <c:pt idx="1603">
                  <c:v>2.001063264221159</c:v>
                </c:pt>
                <c:pt idx="1604">
                  <c:v>2.0287081339712918</c:v>
                </c:pt>
                <c:pt idx="1605">
                  <c:v>2.0637958532695375</c:v>
                </c:pt>
                <c:pt idx="1606">
                  <c:v>2.0616693248272195</c:v>
                </c:pt>
                <c:pt idx="1607">
                  <c:v>2.1041998936735777</c:v>
                </c:pt>
                <c:pt idx="1608">
                  <c:v>2.0404040404040402</c:v>
                </c:pt>
                <c:pt idx="1609">
                  <c:v>1.9994683678894205</c:v>
                </c:pt>
                <c:pt idx="1610">
                  <c:v>1.9829877724614566</c:v>
                </c:pt>
                <c:pt idx="1611">
                  <c:v>1.9420520999468367</c:v>
                </c:pt>
                <c:pt idx="1612">
                  <c:v>1.9314194577352473</c:v>
                </c:pt>
                <c:pt idx="1613">
                  <c:v>1.9728867623604465</c:v>
                </c:pt>
                <c:pt idx="1614">
                  <c:v>1.996810207336523</c:v>
                </c:pt>
                <c:pt idx="1615">
                  <c:v>1.9627857522594365</c:v>
                </c:pt>
                <c:pt idx="1616">
                  <c:v>2.0095693779904304</c:v>
                </c:pt>
                <c:pt idx="1617">
                  <c:v>2.0095693779904304</c:v>
                </c:pt>
                <c:pt idx="1618">
                  <c:v>2.0095693779904304</c:v>
                </c:pt>
                <c:pt idx="1619">
                  <c:v>2.0095693779904304</c:v>
                </c:pt>
                <c:pt idx="1620">
                  <c:v>2.0095693779904304</c:v>
                </c:pt>
                <c:pt idx="1621">
                  <c:v>2.0095693779904304</c:v>
                </c:pt>
                <c:pt idx="1622">
                  <c:v>2.0552897395002656</c:v>
                </c:pt>
                <c:pt idx="1623">
                  <c:v>2.0191387559808613</c:v>
                </c:pt>
                <c:pt idx="1624">
                  <c:v>2.0159489633173844</c:v>
                </c:pt>
                <c:pt idx="1625">
                  <c:v>2.0637958532695375</c:v>
                </c:pt>
                <c:pt idx="1626">
                  <c:v>2.0547581073896861</c:v>
                </c:pt>
                <c:pt idx="1627">
                  <c:v>2.0861244019138754</c:v>
                </c:pt>
                <c:pt idx="1628">
                  <c:v>2.1541733120680489</c:v>
                </c:pt>
                <c:pt idx="1629">
                  <c:v>2.1259968102073366</c:v>
                </c:pt>
                <c:pt idx="1630">
                  <c:v>2.1679957469431153</c:v>
                </c:pt>
                <c:pt idx="1631">
                  <c:v>2.1903242955874536</c:v>
                </c:pt>
                <c:pt idx="1632">
                  <c:v>2.2254120148856993</c:v>
                </c:pt>
                <c:pt idx="1633">
                  <c:v>2.1945773524720895</c:v>
                </c:pt>
                <c:pt idx="1634">
                  <c:v>2.2126528442317914</c:v>
                </c:pt>
                <c:pt idx="1635">
                  <c:v>2.2025518341307815</c:v>
                </c:pt>
                <c:pt idx="1636">
                  <c:v>2.1302498670919725</c:v>
                </c:pt>
                <c:pt idx="1637">
                  <c:v>2.0797448165869219</c:v>
                </c:pt>
                <c:pt idx="1638">
                  <c:v>2.0015948963317385</c:v>
                </c:pt>
                <c:pt idx="1639">
                  <c:v>2.0202020202020203</c:v>
                </c:pt>
                <c:pt idx="1640">
                  <c:v>1.9829877724614566</c:v>
                </c:pt>
                <c:pt idx="1641">
                  <c:v>1.9696969696969697</c:v>
                </c:pt>
                <c:pt idx="1642">
                  <c:v>2.0005316321105795</c:v>
                </c:pt>
                <c:pt idx="1643">
                  <c:v>2.0085061137692715</c:v>
                </c:pt>
                <c:pt idx="1644">
                  <c:v>1.9867091972355131</c:v>
                </c:pt>
                <c:pt idx="1645">
                  <c:v>2.0085061137692715</c:v>
                </c:pt>
                <c:pt idx="1646">
                  <c:v>2.0372142477405637</c:v>
                </c:pt>
                <c:pt idx="1647">
                  <c:v>2.0111642743221689</c:v>
                </c:pt>
                <c:pt idx="1648">
                  <c:v>1.9362041467304625</c:v>
                </c:pt>
                <c:pt idx="1649">
                  <c:v>1.9266347687400318</c:v>
                </c:pt>
                <c:pt idx="1650">
                  <c:v>1.9128123338649654</c:v>
                </c:pt>
                <c:pt idx="1651">
                  <c:v>1.8463583200425306</c:v>
                </c:pt>
                <c:pt idx="1652">
                  <c:v>1.8256246677299308</c:v>
                </c:pt>
                <c:pt idx="1653">
                  <c:v>1.8394471026049974</c:v>
                </c:pt>
                <c:pt idx="1654">
                  <c:v>1.8793195108984582</c:v>
                </c:pt>
                <c:pt idx="1655">
                  <c:v>1.8761297182349814</c:v>
                </c:pt>
                <c:pt idx="1656">
                  <c:v>1.8809144072301966</c:v>
                </c:pt>
                <c:pt idx="1657">
                  <c:v>1.8782562466772994</c:v>
                </c:pt>
                <c:pt idx="1658">
                  <c:v>1.895800106326422</c:v>
                </c:pt>
                <c:pt idx="1659">
                  <c:v>1.8245614035087718</c:v>
                </c:pt>
                <c:pt idx="1660">
                  <c:v>1.8511430090377459</c:v>
                </c:pt>
                <c:pt idx="1661">
                  <c:v>1.8926103136629453</c:v>
                </c:pt>
                <c:pt idx="1662">
                  <c:v>1.8771929824561404</c:v>
                </c:pt>
                <c:pt idx="1663">
                  <c:v>1.8899521531100478</c:v>
                </c:pt>
                <c:pt idx="1664">
                  <c:v>1.9484316852737906</c:v>
                </c:pt>
                <c:pt idx="1665">
                  <c:v>1.9436469962785752</c:v>
                </c:pt>
                <c:pt idx="1666">
                  <c:v>1.9553429027113238</c:v>
                </c:pt>
                <c:pt idx="1667">
                  <c:v>1.937799043062201</c:v>
                </c:pt>
                <c:pt idx="1668">
                  <c:v>1.9505582137161084</c:v>
                </c:pt>
                <c:pt idx="1669">
                  <c:v>1.9415204678362572</c:v>
                </c:pt>
                <c:pt idx="1670">
                  <c:v>1.9601275917065391</c:v>
                </c:pt>
                <c:pt idx="1671">
                  <c:v>1.9606592238171185</c:v>
                </c:pt>
                <c:pt idx="1672">
                  <c:v>2.0095693779904304</c:v>
                </c:pt>
                <c:pt idx="1673">
                  <c:v>2.0074428495481129</c:v>
                </c:pt>
                <c:pt idx="1674">
                  <c:v>2.0765550239234449</c:v>
                </c:pt>
                <c:pt idx="1675">
                  <c:v>2.127591706539075</c:v>
                </c:pt>
                <c:pt idx="1676">
                  <c:v>2.1382243487506645</c:v>
                </c:pt>
                <c:pt idx="1677">
                  <c:v>2.1520467836257309</c:v>
                </c:pt>
                <c:pt idx="1678">
                  <c:v>2.1063264221158957</c:v>
                </c:pt>
                <c:pt idx="1679">
                  <c:v>2.1063264221158957</c:v>
                </c:pt>
                <c:pt idx="1680">
                  <c:v>2.0313662945241893</c:v>
                </c:pt>
                <c:pt idx="1681">
                  <c:v>1.9782030834662414</c:v>
                </c:pt>
                <c:pt idx="1682">
                  <c:v>1.973418394471026</c:v>
                </c:pt>
                <c:pt idx="1683">
                  <c:v>2.0584795321637426</c:v>
                </c:pt>
                <c:pt idx="1684">
                  <c:v>2.0834662413609784</c:v>
                </c:pt>
                <c:pt idx="1685">
                  <c:v>2.0914407230196703</c:v>
                </c:pt>
                <c:pt idx="1686">
                  <c:v>2.0749601275917064</c:v>
                </c:pt>
                <c:pt idx="1687">
                  <c:v>2.126528442317916</c:v>
                </c:pt>
                <c:pt idx="1688">
                  <c:v>2.1515151515151514</c:v>
                </c:pt>
                <c:pt idx="1689">
                  <c:v>2.1616161616161618</c:v>
                </c:pt>
                <c:pt idx="1690">
                  <c:v>2.1206804891015416</c:v>
                </c:pt>
                <c:pt idx="1691">
                  <c:v>2.1456671982987774</c:v>
                </c:pt>
                <c:pt idx="1692">
                  <c:v>2.1871345029239766</c:v>
                </c:pt>
                <c:pt idx="1693">
                  <c:v>2.2328548644338118</c:v>
                </c:pt>
                <c:pt idx="1694">
                  <c:v>2.2493354598617756</c:v>
                </c:pt>
                <c:pt idx="1695">
                  <c:v>2.2541201488569911</c:v>
                </c:pt>
                <c:pt idx="1696">
                  <c:v>2.334928229665072</c:v>
                </c:pt>
                <c:pt idx="1697">
                  <c:v>2.3083466241360977</c:v>
                </c:pt>
                <c:pt idx="1698">
                  <c:v>2.3354598617756515</c:v>
                </c:pt>
                <c:pt idx="1699">
                  <c:v>2.3195108984582671</c:v>
                </c:pt>
                <c:pt idx="1700">
                  <c:v>2.2472089314194577</c:v>
                </c:pt>
                <c:pt idx="1701">
                  <c:v>2.2286018075491758</c:v>
                </c:pt>
                <c:pt idx="1702">
                  <c:v>2.2636895268474215</c:v>
                </c:pt>
                <c:pt idx="1703">
                  <c:v>2.334928229665072</c:v>
                </c:pt>
                <c:pt idx="1704">
                  <c:v>2.3051568314726207</c:v>
                </c:pt>
                <c:pt idx="1705">
                  <c:v>2.328548644338118</c:v>
                </c:pt>
                <c:pt idx="1706">
                  <c:v>2.333864965443913</c:v>
                </c:pt>
                <c:pt idx="1707">
                  <c:v>2.328548644338118</c:v>
                </c:pt>
                <c:pt idx="1708">
                  <c:v>2.3354598617756515</c:v>
                </c:pt>
                <c:pt idx="1709">
                  <c:v>2.2817650186071239</c:v>
                </c:pt>
                <c:pt idx="1710">
                  <c:v>2.33652312599681</c:v>
                </c:pt>
                <c:pt idx="1711">
                  <c:v>2.33652312599681</c:v>
                </c:pt>
                <c:pt idx="1712">
                  <c:v>2.33652312599681</c:v>
                </c:pt>
                <c:pt idx="1713">
                  <c:v>2.33652312599681</c:v>
                </c:pt>
                <c:pt idx="1714">
                  <c:v>2.33652312599681</c:v>
                </c:pt>
                <c:pt idx="1715">
                  <c:v>2.3827751196172251</c:v>
                </c:pt>
                <c:pt idx="1716">
                  <c:v>2.3354598617756515</c:v>
                </c:pt>
                <c:pt idx="1717">
                  <c:v>2.257309941520468</c:v>
                </c:pt>
                <c:pt idx="1718">
                  <c:v>2.2844231791600214</c:v>
                </c:pt>
                <c:pt idx="1719">
                  <c:v>2.2764486975013289</c:v>
                </c:pt>
                <c:pt idx="1720">
                  <c:v>2.203083466241361</c:v>
                </c:pt>
                <c:pt idx="1721">
                  <c:v>2.2456140350877192</c:v>
                </c:pt>
                <c:pt idx="1722">
                  <c:v>2.2126528442317914</c:v>
                </c:pt>
                <c:pt idx="1723">
                  <c:v>2.2216905901116428</c:v>
                </c:pt>
                <c:pt idx="1724">
                  <c:v>2.2349813928761297</c:v>
                </c:pt>
                <c:pt idx="1725">
                  <c:v>2.2413609782030837</c:v>
                </c:pt>
                <c:pt idx="1726">
                  <c:v>2.2307283359914938</c:v>
                </c:pt>
                <c:pt idx="1727">
                  <c:v>2.1887293992557151</c:v>
                </c:pt>
                <c:pt idx="1728">
                  <c:v>2.1897926634768741</c:v>
                </c:pt>
                <c:pt idx="1729">
                  <c:v>2.1897926634768741</c:v>
                </c:pt>
                <c:pt idx="1730">
                  <c:v>2.1834130781499201</c:v>
                </c:pt>
                <c:pt idx="1731">
                  <c:v>2.2711323763955344</c:v>
                </c:pt>
                <c:pt idx="1732">
                  <c:v>2.2535885167464116</c:v>
                </c:pt>
                <c:pt idx="1733">
                  <c:v>2.26528442317916</c:v>
                </c:pt>
                <c:pt idx="1734">
                  <c:v>2.2578415736310471</c:v>
                </c:pt>
                <c:pt idx="1735">
                  <c:v>2.2923976608187133</c:v>
                </c:pt>
                <c:pt idx="1736">
                  <c:v>2.3227006911217436</c:v>
                </c:pt>
                <c:pt idx="1737">
                  <c:v>2.331738437001595</c:v>
                </c:pt>
                <c:pt idx="1738">
                  <c:v>2.3179160021265286</c:v>
                </c:pt>
                <c:pt idx="1739">
                  <c:v>2.3753322700691122</c:v>
                </c:pt>
                <c:pt idx="1740">
                  <c:v>2.3801169590643276</c:v>
                </c:pt>
                <c:pt idx="1741">
                  <c:v>2.3705475810738967</c:v>
                </c:pt>
                <c:pt idx="1742">
                  <c:v>2.3583200425305688</c:v>
                </c:pt>
                <c:pt idx="1743">
                  <c:v>2.3413078149920254</c:v>
                </c:pt>
                <c:pt idx="1744">
                  <c:v>2.4380648591174907</c:v>
                </c:pt>
                <c:pt idx="1745">
                  <c:v>2.4194577352472089</c:v>
                </c:pt>
                <c:pt idx="1746">
                  <c:v>2.4646464646464645</c:v>
                </c:pt>
                <c:pt idx="1747">
                  <c:v>2.5300372142477405</c:v>
                </c:pt>
                <c:pt idx="1748">
                  <c:v>2.4869750132908028</c:v>
                </c:pt>
                <c:pt idx="1749">
                  <c:v>2.534821903242956</c:v>
                </c:pt>
                <c:pt idx="1750">
                  <c:v>2.5007974481658692</c:v>
                </c:pt>
                <c:pt idx="1751">
                  <c:v>2.5077086656034027</c:v>
                </c:pt>
                <c:pt idx="1752">
                  <c:v>2.3976608187134505</c:v>
                </c:pt>
                <c:pt idx="1753">
                  <c:v>2.3269537480063796</c:v>
                </c:pt>
                <c:pt idx="1754">
                  <c:v>2.2748538011695905</c:v>
                </c:pt>
                <c:pt idx="1755">
                  <c:v>2.2860180754917598</c:v>
                </c:pt>
                <c:pt idx="1756">
                  <c:v>2.202020202020202</c:v>
                </c:pt>
                <c:pt idx="1757">
                  <c:v>2.2110579479000529</c:v>
                </c:pt>
                <c:pt idx="1758">
                  <c:v>2.1834130781499201</c:v>
                </c:pt>
                <c:pt idx="1759">
                  <c:v>2.1956406166932481</c:v>
                </c:pt>
                <c:pt idx="1760">
                  <c:v>2.1956406166932481</c:v>
                </c:pt>
                <c:pt idx="1761">
                  <c:v>2.1956406166932481</c:v>
                </c:pt>
                <c:pt idx="1762">
                  <c:v>2.1956406166932481</c:v>
                </c:pt>
                <c:pt idx="1763">
                  <c:v>2.1956406166932481</c:v>
                </c:pt>
                <c:pt idx="1764">
                  <c:v>2.1956406166932481</c:v>
                </c:pt>
                <c:pt idx="1765">
                  <c:v>2.2498670919723551</c:v>
                </c:pt>
                <c:pt idx="1766">
                  <c:v>2.20414673046252</c:v>
                </c:pt>
                <c:pt idx="1767">
                  <c:v>2.1323763955342905</c:v>
                </c:pt>
                <c:pt idx="1768">
                  <c:v>2.1031366294524187</c:v>
                </c:pt>
                <c:pt idx="1769">
                  <c:v>2.0967570441254653</c:v>
                </c:pt>
                <c:pt idx="1770">
                  <c:v>2.0478468899521531</c:v>
                </c:pt>
                <c:pt idx="1771">
                  <c:v>2.1270600744284955</c:v>
                </c:pt>
                <c:pt idx="1772">
                  <c:v>2.1105794790005317</c:v>
                </c:pt>
                <c:pt idx="1773">
                  <c:v>2.1313131313131315</c:v>
                </c:pt>
                <c:pt idx="1774">
                  <c:v>2.2105263157894739</c:v>
                </c:pt>
                <c:pt idx="1775">
                  <c:v>2.1982987772461455</c:v>
                </c:pt>
                <c:pt idx="1776">
                  <c:v>2.1754385964912282</c:v>
                </c:pt>
                <c:pt idx="1777">
                  <c:v>2.2317916002126528</c:v>
                </c:pt>
                <c:pt idx="1778">
                  <c:v>2.20414673046252</c:v>
                </c:pt>
                <c:pt idx="1779">
                  <c:v>2.0994152046783627</c:v>
                </c:pt>
                <c:pt idx="1780">
                  <c:v>2.1052631578947367</c:v>
                </c:pt>
                <c:pt idx="1781">
                  <c:v>2.1121743753322701</c:v>
                </c:pt>
                <c:pt idx="1782">
                  <c:v>2.1057947900053162</c:v>
                </c:pt>
                <c:pt idx="1783">
                  <c:v>2.1244019138755981</c:v>
                </c:pt>
                <c:pt idx="1784">
                  <c:v>2.1690590111642742</c:v>
                </c:pt>
                <c:pt idx="1785">
                  <c:v>2.1573631047315258</c:v>
                </c:pt>
                <c:pt idx="1786">
                  <c:v>2.0877192982456139</c:v>
                </c:pt>
                <c:pt idx="1787">
                  <c:v>2.0659223817118555</c:v>
                </c:pt>
                <c:pt idx="1788">
                  <c:v>2.0515683147262096</c:v>
                </c:pt>
                <c:pt idx="1789">
                  <c:v>2.0127591706539074</c:v>
                </c:pt>
                <c:pt idx="1790">
                  <c:v>2.0101010101010099</c:v>
                </c:pt>
                <c:pt idx="1791">
                  <c:v>2.007974481658692</c:v>
                </c:pt>
                <c:pt idx="1792">
                  <c:v>1.9851143009037746</c:v>
                </c:pt>
                <c:pt idx="1793">
                  <c:v>2.0244550770866558</c:v>
                </c:pt>
                <c:pt idx="1794">
                  <c:v>2.0388091440723022</c:v>
                </c:pt>
                <c:pt idx="1795">
                  <c:v>1.9936204146730463</c:v>
                </c:pt>
                <c:pt idx="1796">
                  <c:v>1.998936735778841</c:v>
                </c:pt>
                <c:pt idx="1797">
                  <c:v>1.9984051036682615</c:v>
                </c:pt>
                <c:pt idx="1798">
                  <c:v>1.9994683678894205</c:v>
                </c:pt>
                <c:pt idx="1799">
                  <c:v>1.9883040935672514</c:v>
                </c:pt>
                <c:pt idx="1800">
                  <c:v>1.9128123338649654</c:v>
                </c:pt>
                <c:pt idx="1801">
                  <c:v>1.902179691653376</c:v>
                </c:pt>
                <c:pt idx="1802">
                  <c:v>1.9064327485380117</c:v>
                </c:pt>
                <c:pt idx="1803">
                  <c:v>1.9032429558745347</c:v>
                </c:pt>
                <c:pt idx="1804">
                  <c:v>1.936735778841042</c:v>
                </c:pt>
                <c:pt idx="1805">
                  <c:v>1.9441786283891547</c:v>
                </c:pt>
                <c:pt idx="1806">
                  <c:v>1.8899521531100478</c:v>
                </c:pt>
                <c:pt idx="1807">
                  <c:v>1.9245082402977141</c:v>
                </c:pt>
                <c:pt idx="1808">
                  <c:v>1.9160021265284424</c:v>
                </c:pt>
                <c:pt idx="1809">
                  <c:v>1.9181286549707601</c:v>
                </c:pt>
                <c:pt idx="1810">
                  <c:v>1.9250398724082936</c:v>
                </c:pt>
                <c:pt idx="1811">
                  <c:v>1.9138755980861244</c:v>
                </c:pt>
                <c:pt idx="1812">
                  <c:v>1.9250398724082936</c:v>
                </c:pt>
                <c:pt idx="1813">
                  <c:v>1.9144072301967039</c:v>
                </c:pt>
                <c:pt idx="1814">
                  <c:v>1.9319510898458268</c:v>
                </c:pt>
                <c:pt idx="1815">
                  <c:v>1.9468367889420521</c:v>
                </c:pt>
                <c:pt idx="1816">
                  <c:v>2.0202020202020203</c:v>
                </c:pt>
                <c:pt idx="1817">
                  <c:v>2.0111642743221689</c:v>
                </c:pt>
                <c:pt idx="1818">
                  <c:v>2.0101010101010099</c:v>
                </c:pt>
                <c:pt idx="1819">
                  <c:v>2.0148856990962254</c:v>
                </c:pt>
                <c:pt idx="1820">
                  <c:v>2.0627325890483785</c:v>
                </c:pt>
                <c:pt idx="1821">
                  <c:v>2.0435938330675172</c:v>
                </c:pt>
                <c:pt idx="1822">
                  <c:v>2.0850611376927168</c:v>
                </c:pt>
                <c:pt idx="1823">
                  <c:v>2.0866560340244549</c:v>
                </c:pt>
                <c:pt idx="1824">
                  <c:v>2.0409356725146197</c:v>
                </c:pt>
                <c:pt idx="1825">
                  <c:v>2.0595427963849016</c:v>
                </c:pt>
                <c:pt idx="1826">
                  <c:v>2.069643806485912</c:v>
                </c:pt>
                <c:pt idx="1827">
                  <c:v>2.0356193514088252</c:v>
                </c:pt>
                <c:pt idx="1828">
                  <c:v>2.0318979266347688</c:v>
                </c:pt>
                <c:pt idx="1829">
                  <c:v>2.0318979266347688</c:v>
                </c:pt>
                <c:pt idx="1830">
                  <c:v>2.0717703349282295</c:v>
                </c:pt>
                <c:pt idx="1831">
                  <c:v>2.0404040404040402</c:v>
                </c:pt>
                <c:pt idx="1832">
                  <c:v>2.063264221158958</c:v>
                </c:pt>
                <c:pt idx="1833">
                  <c:v>2.0568846358320041</c:v>
                </c:pt>
                <c:pt idx="1834">
                  <c:v>2.0069112174375334</c:v>
                </c:pt>
                <c:pt idx="1835">
                  <c:v>1.9782030834662414</c:v>
                </c:pt>
                <c:pt idx="1836">
                  <c:v>1.9197235513024986</c:v>
                </c:pt>
                <c:pt idx="1837">
                  <c:v>1.9569377990430623</c:v>
                </c:pt>
                <c:pt idx="1838">
                  <c:v>1.9500265816055289</c:v>
                </c:pt>
                <c:pt idx="1839">
                  <c:v>1.9548112706007443</c:v>
                </c:pt>
                <c:pt idx="1840">
                  <c:v>1.9707602339181287</c:v>
                </c:pt>
                <c:pt idx="1841">
                  <c:v>1.9510898458266879</c:v>
                </c:pt>
                <c:pt idx="1842">
                  <c:v>1.9702286018075492</c:v>
                </c:pt>
                <c:pt idx="1843">
                  <c:v>1.9824561403508771</c:v>
                </c:pt>
                <c:pt idx="1844">
                  <c:v>1.9755449229133439</c:v>
                </c:pt>
                <c:pt idx="1845">
                  <c:v>1.9914938862307283</c:v>
                </c:pt>
                <c:pt idx="1846">
                  <c:v>2.0318979266347688</c:v>
                </c:pt>
                <c:pt idx="1847">
                  <c:v>2.1504518872939924</c:v>
                </c:pt>
                <c:pt idx="1848">
                  <c:v>2.1706539074960127</c:v>
                </c:pt>
                <c:pt idx="1849">
                  <c:v>2.1881977671451356</c:v>
                </c:pt>
                <c:pt idx="1850">
                  <c:v>2.1791600212652846</c:v>
                </c:pt>
                <c:pt idx="1851">
                  <c:v>2.1472620946305159</c:v>
                </c:pt>
                <c:pt idx="1852">
                  <c:v>2.1446039340776184</c:v>
                </c:pt>
                <c:pt idx="1853">
                  <c:v>2.1339712918660285</c:v>
                </c:pt>
                <c:pt idx="1854">
                  <c:v>2.1499202551834129</c:v>
                </c:pt>
                <c:pt idx="1855">
                  <c:v>2.1637426900584797</c:v>
                </c:pt>
                <c:pt idx="1856">
                  <c:v>2.203083466241361</c:v>
                </c:pt>
                <c:pt idx="1857">
                  <c:v>2.2636895268474215</c:v>
                </c:pt>
                <c:pt idx="1858">
                  <c:v>2.2939925571504518</c:v>
                </c:pt>
                <c:pt idx="1859">
                  <c:v>2.2807017543859649</c:v>
                </c:pt>
                <c:pt idx="1860">
                  <c:v>2.2844231791600214</c:v>
                </c:pt>
                <c:pt idx="1861">
                  <c:v>2.3301435406698565</c:v>
                </c:pt>
                <c:pt idx="1862">
                  <c:v>2.3466241360978204</c:v>
                </c:pt>
                <c:pt idx="1863">
                  <c:v>2.3168527379053696</c:v>
                </c:pt>
                <c:pt idx="1864">
                  <c:v>2.2902711323763953</c:v>
                </c:pt>
                <c:pt idx="1865">
                  <c:v>2.3099415204678362</c:v>
                </c:pt>
                <c:pt idx="1866">
                  <c:v>2.3099415204678362</c:v>
                </c:pt>
                <c:pt idx="1867">
                  <c:v>2.3099415204678362</c:v>
                </c:pt>
                <c:pt idx="1868">
                  <c:v>2.3099415204678362</c:v>
                </c:pt>
                <c:pt idx="1869">
                  <c:v>2.3099415204678362</c:v>
                </c:pt>
                <c:pt idx="1870">
                  <c:v>2.3099415204678362</c:v>
                </c:pt>
                <c:pt idx="1871">
                  <c:v>2.3774587985114302</c:v>
                </c:pt>
                <c:pt idx="1872">
                  <c:v>2.3572567783094098</c:v>
                </c:pt>
                <c:pt idx="1873">
                  <c:v>2.3923444976076556</c:v>
                </c:pt>
                <c:pt idx="1874">
                  <c:v>2.3875598086124401</c:v>
                </c:pt>
                <c:pt idx="1875">
                  <c:v>2.3625730994152048</c:v>
                </c:pt>
                <c:pt idx="1876">
                  <c:v>2.3833067517278042</c:v>
                </c:pt>
                <c:pt idx="1877">
                  <c:v>2.3976608187134505</c:v>
                </c:pt>
                <c:pt idx="1878">
                  <c:v>2.3758639021796917</c:v>
                </c:pt>
                <c:pt idx="1879">
                  <c:v>2.3710792131844762</c:v>
                </c:pt>
                <c:pt idx="1880">
                  <c:v>2.3524720893141944</c:v>
                </c:pt>
                <c:pt idx="1881">
                  <c:v>2.269537480063796</c:v>
                </c:pt>
                <c:pt idx="1882">
                  <c:v>2.2865497076023393</c:v>
                </c:pt>
                <c:pt idx="1883">
                  <c:v>2.2812333864965444</c:v>
                </c:pt>
                <c:pt idx="1884">
                  <c:v>2.2908027644869748</c:v>
                </c:pt>
                <c:pt idx="1885">
                  <c:v>2.3737373737373737</c:v>
                </c:pt>
                <c:pt idx="1886">
                  <c:v>2.4284954811270603</c:v>
                </c:pt>
                <c:pt idx="1887">
                  <c:v>2.4066985645933014</c:v>
                </c:pt>
                <c:pt idx="1888">
                  <c:v>2.4013822434875065</c:v>
                </c:pt>
                <c:pt idx="1889">
                  <c:v>2.4332801701222753</c:v>
                </c:pt>
                <c:pt idx="1890">
                  <c:v>2.4003189792663475</c:v>
                </c:pt>
                <c:pt idx="1891">
                  <c:v>2.3843700159489631</c:v>
                </c:pt>
                <c:pt idx="1892">
                  <c:v>2.4136097820308349</c:v>
                </c:pt>
                <c:pt idx="1893">
                  <c:v>2.4290271132376398</c:v>
                </c:pt>
                <c:pt idx="1894">
                  <c:v>2.4136097820308349</c:v>
                </c:pt>
                <c:pt idx="1895">
                  <c:v>2.406166932482722</c:v>
                </c:pt>
                <c:pt idx="1896">
                  <c:v>2.3083466241360977</c:v>
                </c:pt>
                <c:pt idx="1897">
                  <c:v>2.2854864433811803</c:v>
                </c:pt>
                <c:pt idx="1898">
                  <c:v>2.2977139819245083</c:v>
                </c:pt>
                <c:pt idx="1899">
                  <c:v>2.2232854864433813</c:v>
                </c:pt>
                <c:pt idx="1900">
                  <c:v>2.2232854864433813</c:v>
                </c:pt>
                <c:pt idx="1901">
                  <c:v>2.264221158958001</c:v>
                </c:pt>
                <c:pt idx="1902">
                  <c:v>2.2727272727272729</c:v>
                </c:pt>
                <c:pt idx="1903">
                  <c:v>2.2466772993088782</c:v>
                </c:pt>
                <c:pt idx="1904">
                  <c:v>2.3110047846889952</c:v>
                </c:pt>
                <c:pt idx="1905">
                  <c:v>2.3551302498670919</c:v>
                </c:pt>
                <c:pt idx="1906">
                  <c:v>2.3232323232323231</c:v>
                </c:pt>
                <c:pt idx="1907">
                  <c:v>2.3290802764486975</c:v>
                </c:pt>
                <c:pt idx="1908">
                  <c:v>2.3370547581073895</c:v>
                </c:pt>
                <c:pt idx="1909">
                  <c:v>2.2939925571504518</c:v>
                </c:pt>
                <c:pt idx="1910">
                  <c:v>2.3067517278043592</c:v>
                </c:pt>
                <c:pt idx="1911">
                  <c:v>2.3030303030303032</c:v>
                </c:pt>
                <c:pt idx="1912">
                  <c:v>2.3040935672514622</c:v>
                </c:pt>
                <c:pt idx="1913">
                  <c:v>2.329611908559277</c:v>
                </c:pt>
                <c:pt idx="1914">
                  <c:v>2.3918128654970761</c:v>
                </c:pt>
                <c:pt idx="1915">
                  <c:v>2.400850611376927</c:v>
                </c:pt>
                <c:pt idx="1916">
                  <c:v>2.3864965443912811</c:v>
                </c:pt>
                <c:pt idx="1917">
                  <c:v>2.39819245082403</c:v>
                </c:pt>
                <c:pt idx="1918">
                  <c:v>2.395002658160553</c:v>
                </c:pt>
                <c:pt idx="1919">
                  <c:v>2.397129186602871</c:v>
                </c:pt>
                <c:pt idx="1920">
                  <c:v>2.4035087719298245</c:v>
                </c:pt>
                <c:pt idx="1921">
                  <c:v>2.4284954811270603</c:v>
                </c:pt>
                <c:pt idx="1922">
                  <c:v>2.4152046783625729</c:v>
                </c:pt>
                <c:pt idx="1923">
                  <c:v>2.4237107921318448</c:v>
                </c:pt>
                <c:pt idx="1924">
                  <c:v>2.4928229665071768</c:v>
                </c:pt>
                <c:pt idx="1925">
                  <c:v>2.4790005316321104</c:v>
                </c:pt>
                <c:pt idx="1926">
                  <c:v>2.465178096757044</c:v>
                </c:pt>
                <c:pt idx="1927">
                  <c:v>2.465178096757044</c:v>
                </c:pt>
                <c:pt idx="1928">
                  <c:v>2.4609250398724085</c:v>
                </c:pt>
                <c:pt idx="1929">
                  <c:v>2.4710260499734185</c:v>
                </c:pt>
                <c:pt idx="1930">
                  <c:v>2.5592769803296118</c:v>
                </c:pt>
                <c:pt idx="1931">
                  <c:v>2.4832535885167464</c:v>
                </c:pt>
                <c:pt idx="1932">
                  <c:v>2.53056884635832</c:v>
                </c:pt>
                <c:pt idx="1933">
                  <c:v>2.5374800637958534</c:v>
                </c:pt>
                <c:pt idx="1934">
                  <c:v>2.5917065390749601</c:v>
                </c:pt>
                <c:pt idx="1935">
                  <c:v>2.6113769271664009</c:v>
                </c:pt>
                <c:pt idx="1936">
                  <c:v>2.6384901648059542</c:v>
                </c:pt>
                <c:pt idx="1937">
                  <c:v>2.6241360978203083</c:v>
                </c:pt>
                <c:pt idx="1938">
                  <c:v>2.534821903242956</c:v>
                </c:pt>
                <c:pt idx="1939">
                  <c:v>2.5385433280170124</c:v>
                </c:pt>
                <c:pt idx="1940">
                  <c:v>2.5055821371610847</c:v>
                </c:pt>
                <c:pt idx="1941">
                  <c:v>2.4242424242424243</c:v>
                </c:pt>
                <c:pt idx="1942">
                  <c:v>2.4625199362041466</c:v>
                </c:pt>
                <c:pt idx="1943">
                  <c:v>2.4800637958532694</c:v>
                </c:pt>
                <c:pt idx="1944">
                  <c:v>2.5215311004784691</c:v>
                </c:pt>
                <c:pt idx="1945">
                  <c:v>2.4880382775119618</c:v>
                </c:pt>
                <c:pt idx="1946">
                  <c:v>2.5162147793726741</c:v>
                </c:pt>
                <c:pt idx="1947">
                  <c:v>2.5077086656034027</c:v>
                </c:pt>
                <c:pt idx="1948">
                  <c:v>2.5119617224880382</c:v>
                </c:pt>
                <c:pt idx="1949">
                  <c:v>2.541733120680489</c:v>
                </c:pt>
                <c:pt idx="1950">
                  <c:v>2.5635300372142478</c:v>
                </c:pt>
                <c:pt idx="1951">
                  <c:v>2.5661881977671452</c:v>
                </c:pt>
                <c:pt idx="1952">
                  <c:v>2.5661881977671452</c:v>
                </c:pt>
                <c:pt idx="1953">
                  <c:v>2.5661881977671452</c:v>
                </c:pt>
                <c:pt idx="1954">
                  <c:v>2.5661881977671452</c:v>
                </c:pt>
                <c:pt idx="1955">
                  <c:v>2.5661881977671452</c:v>
                </c:pt>
                <c:pt idx="1956">
                  <c:v>2.5661881977671452</c:v>
                </c:pt>
                <c:pt idx="1957">
                  <c:v>2.5550239234449759</c:v>
                </c:pt>
                <c:pt idx="1958">
                  <c:v>2.5342902711323765</c:v>
                </c:pt>
                <c:pt idx="1959">
                  <c:v>2.5311004784688995</c:v>
                </c:pt>
                <c:pt idx="1960">
                  <c:v>2.5683147262094632</c:v>
                </c:pt>
                <c:pt idx="1961">
                  <c:v>2.5555555555555554</c:v>
                </c:pt>
                <c:pt idx="1962">
                  <c:v>2.6353003721424773</c:v>
                </c:pt>
                <c:pt idx="1963">
                  <c:v>2.6135034556087189</c:v>
                </c:pt>
                <c:pt idx="1964">
                  <c:v>2.6182881446039339</c:v>
                </c:pt>
                <c:pt idx="1965">
                  <c:v>2.5268474215842636</c:v>
                </c:pt>
                <c:pt idx="1966">
                  <c:v>2.5013290802764487</c:v>
                </c:pt>
                <c:pt idx="1967">
                  <c:v>2.5050505050505052</c:v>
                </c:pt>
                <c:pt idx="1968">
                  <c:v>2.5300372142477405</c:v>
                </c:pt>
                <c:pt idx="1969">
                  <c:v>2.6294524189261033</c:v>
                </c:pt>
                <c:pt idx="1970">
                  <c:v>2.5443912812333864</c:v>
                </c:pt>
                <c:pt idx="1971">
                  <c:v>2.5050505050505052</c:v>
                </c:pt>
                <c:pt idx="1972">
                  <c:v>2.4970760233918128</c:v>
                </c:pt>
                <c:pt idx="1973">
                  <c:v>2.4875066454013823</c:v>
                </c:pt>
                <c:pt idx="1974">
                  <c:v>2.4997341839447103</c:v>
                </c:pt>
                <c:pt idx="1975">
                  <c:v>2.4816586921850079</c:v>
                </c:pt>
                <c:pt idx="1976">
                  <c:v>2.4136097820308349</c:v>
                </c:pt>
                <c:pt idx="1977">
                  <c:v>2.3561935140882508</c:v>
                </c:pt>
                <c:pt idx="1978">
                  <c:v>2.4237107921318448</c:v>
                </c:pt>
                <c:pt idx="1979">
                  <c:v>2.4529505582137161</c:v>
                </c:pt>
                <c:pt idx="1980">
                  <c:v>2.4242424242424243</c:v>
                </c:pt>
                <c:pt idx="1981">
                  <c:v>2.3673577884104198</c:v>
                </c:pt>
                <c:pt idx="1982">
                  <c:v>2.3072833599149387</c:v>
                </c:pt>
                <c:pt idx="1983">
                  <c:v>2.3354598617756515</c:v>
                </c:pt>
                <c:pt idx="1984">
                  <c:v>2.3912812333864966</c:v>
                </c:pt>
                <c:pt idx="1985">
                  <c:v>2.3763955342902712</c:v>
                </c:pt>
                <c:pt idx="1986">
                  <c:v>2.3833067517278042</c:v>
                </c:pt>
                <c:pt idx="1987">
                  <c:v>2.3790536948431686</c:v>
                </c:pt>
                <c:pt idx="1988">
                  <c:v>2.4178628389154704</c:v>
                </c:pt>
                <c:pt idx="1989">
                  <c:v>2.3540669856459329</c:v>
                </c:pt>
                <c:pt idx="1990">
                  <c:v>2.3652312599681022</c:v>
                </c:pt>
                <c:pt idx="1991">
                  <c:v>2.3774587985114302</c:v>
                </c:pt>
                <c:pt idx="1992">
                  <c:v>2.3774587985114302</c:v>
                </c:pt>
                <c:pt idx="1993">
                  <c:v>2.3641679957469433</c:v>
                </c:pt>
                <c:pt idx="1994">
                  <c:v>2.3094098883572567</c:v>
                </c:pt>
                <c:pt idx="1995">
                  <c:v>2.3046251993620417</c:v>
                </c:pt>
                <c:pt idx="1996">
                  <c:v>2.2668793195108985</c:v>
                </c:pt>
                <c:pt idx="1997">
                  <c:v>2.2519936204146731</c:v>
                </c:pt>
                <c:pt idx="1998">
                  <c:v>2.2764486975013289</c:v>
                </c:pt>
                <c:pt idx="1999">
                  <c:v>2.2716640085061139</c:v>
                </c:pt>
                <c:pt idx="2000">
                  <c:v>2.2780435938330674</c:v>
                </c:pt>
                <c:pt idx="2001">
                  <c:v>2.3046251993620417</c:v>
                </c:pt>
                <c:pt idx="2002">
                  <c:v>2.3003721424774057</c:v>
                </c:pt>
                <c:pt idx="2003">
                  <c:v>2.2169059011164274</c:v>
                </c:pt>
                <c:pt idx="2004">
                  <c:v>2.1765018607123872</c:v>
                </c:pt>
                <c:pt idx="2005">
                  <c:v>2.1956406166932481</c:v>
                </c:pt>
                <c:pt idx="2006">
                  <c:v>2.2142477405635299</c:v>
                </c:pt>
                <c:pt idx="2007">
                  <c:v>2.2073365231259969</c:v>
                </c:pt>
                <c:pt idx="2008">
                  <c:v>2.2950558213716108</c:v>
                </c:pt>
                <c:pt idx="2009">
                  <c:v>2.2966507177033493</c:v>
                </c:pt>
                <c:pt idx="2010">
                  <c:v>2.327485380116959</c:v>
                </c:pt>
                <c:pt idx="2011">
                  <c:v>2.327485380116959</c:v>
                </c:pt>
                <c:pt idx="2012">
                  <c:v>2.327485380116959</c:v>
                </c:pt>
                <c:pt idx="2013">
                  <c:v>2.3801169590643276</c:v>
                </c:pt>
                <c:pt idx="2014">
                  <c:v>2.4003189792663475</c:v>
                </c:pt>
                <c:pt idx="2015">
                  <c:v>2.3694843168527377</c:v>
                </c:pt>
                <c:pt idx="2016">
                  <c:v>2.3785220627325891</c:v>
                </c:pt>
                <c:pt idx="2017">
                  <c:v>2.3864965443912811</c:v>
                </c:pt>
                <c:pt idx="2018">
                  <c:v>2.4790005316321104</c:v>
                </c:pt>
                <c:pt idx="2019">
                  <c:v>2.5055821371610847</c:v>
                </c:pt>
                <c:pt idx="2020">
                  <c:v>2.5513024986709198</c:v>
                </c:pt>
                <c:pt idx="2021">
                  <c:v>2.5497076023391814</c:v>
                </c:pt>
                <c:pt idx="2022">
                  <c:v>2.6166932482721958</c:v>
                </c:pt>
                <c:pt idx="2023">
                  <c:v>2.5199362041467306</c:v>
                </c:pt>
                <c:pt idx="2024">
                  <c:v>2.533758639021797</c:v>
                </c:pt>
                <c:pt idx="2025">
                  <c:v>2.5151515151515151</c:v>
                </c:pt>
                <c:pt idx="2026">
                  <c:v>2.5465178096757044</c:v>
                </c:pt>
                <c:pt idx="2027">
                  <c:v>2.6411483253588517</c:v>
                </c:pt>
                <c:pt idx="2028">
                  <c:v>2.799043062200957</c:v>
                </c:pt>
                <c:pt idx="2029">
                  <c:v>2.7910685805422646</c:v>
                </c:pt>
                <c:pt idx="2030">
                  <c:v>2.7884104199893676</c:v>
                </c:pt>
                <c:pt idx="2031">
                  <c:v>2.6836788942052099</c:v>
                </c:pt>
                <c:pt idx="2032">
                  <c:v>2.6193514088250929</c:v>
                </c:pt>
                <c:pt idx="2033">
                  <c:v>2.6523125996810206</c:v>
                </c:pt>
                <c:pt idx="2034">
                  <c:v>2.5890483785220626</c:v>
                </c:pt>
                <c:pt idx="2035">
                  <c:v>2.6177565124933544</c:v>
                </c:pt>
                <c:pt idx="2036">
                  <c:v>2.6528442317916001</c:v>
                </c:pt>
                <c:pt idx="2037">
                  <c:v>2.6528442317916001</c:v>
                </c:pt>
                <c:pt idx="2038">
                  <c:v>2.7044125465178097</c:v>
                </c:pt>
                <c:pt idx="2039">
                  <c:v>2.7963849016480595</c:v>
                </c:pt>
                <c:pt idx="2040">
                  <c:v>2.8086124401913874</c:v>
                </c:pt>
                <c:pt idx="2041">
                  <c:v>2.7889420520999471</c:v>
                </c:pt>
                <c:pt idx="2042">
                  <c:v>2.8729399255715045</c:v>
                </c:pt>
                <c:pt idx="2043">
                  <c:v>2.8825093035619354</c:v>
                </c:pt>
                <c:pt idx="2044">
                  <c:v>2.8394471026049972</c:v>
                </c:pt>
                <c:pt idx="2045">
                  <c:v>2.8506113769271666</c:v>
                </c:pt>
                <c:pt idx="2046">
                  <c:v>2.8165869218500799</c:v>
                </c:pt>
                <c:pt idx="2047">
                  <c:v>2.9170653907496011</c:v>
                </c:pt>
                <c:pt idx="2048">
                  <c:v>2.9383306751727805</c:v>
                </c:pt>
                <c:pt idx="2049">
                  <c:v>2.997873471557682</c:v>
                </c:pt>
                <c:pt idx="2050">
                  <c:v>2.9436469962785754</c:v>
                </c:pt>
                <c:pt idx="2051">
                  <c:v>2.9558745348219033</c:v>
                </c:pt>
                <c:pt idx="2052">
                  <c:v>2.9564061669324828</c:v>
                </c:pt>
                <c:pt idx="2053">
                  <c:v>2.9479000531632109</c:v>
                </c:pt>
                <c:pt idx="2054">
                  <c:v>2.9808612440191387</c:v>
                </c:pt>
                <c:pt idx="2055">
                  <c:v>2.8500797448165871</c:v>
                </c:pt>
                <c:pt idx="2056">
                  <c:v>2.9128123338649656</c:v>
                </c:pt>
                <c:pt idx="2057">
                  <c:v>2.8835725677830939</c:v>
                </c:pt>
                <c:pt idx="2058">
                  <c:v>2.8490164805954281</c:v>
                </c:pt>
                <c:pt idx="2059">
                  <c:v>2.8463583200425306</c:v>
                </c:pt>
                <c:pt idx="2060">
                  <c:v>2.9548112706007443</c:v>
                </c:pt>
                <c:pt idx="2061">
                  <c:v>2.9250398724082936</c:v>
                </c:pt>
                <c:pt idx="2062">
                  <c:v>2.8867623604465709</c:v>
                </c:pt>
                <c:pt idx="2063">
                  <c:v>2.8314726209463053</c:v>
                </c:pt>
                <c:pt idx="2064">
                  <c:v>2.8676236044657095</c:v>
                </c:pt>
                <c:pt idx="2065">
                  <c:v>2.863370547581074</c:v>
                </c:pt>
                <c:pt idx="2066">
                  <c:v>2.8968633705475813</c:v>
                </c:pt>
                <c:pt idx="2067">
                  <c:v>2.8803827751196174</c:v>
                </c:pt>
                <c:pt idx="2068">
                  <c:v>2.8553960659223816</c:v>
                </c:pt>
                <c:pt idx="2069">
                  <c:v>2.8867623604465709</c:v>
                </c:pt>
                <c:pt idx="2070">
                  <c:v>2.9175970228601806</c:v>
                </c:pt>
                <c:pt idx="2071">
                  <c:v>2.9207868155236576</c:v>
                </c:pt>
                <c:pt idx="2072">
                  <c:v>2.6895268474215843</c:v>
                </c:pt>
                <c:pt idx="2073">
                  <c:v>2.6990962254120148</c:v>
                </c:pt>
                <c:pt idx="2074">
                  <c:v>2.7352472089314195</c:v>
                </c:pt>
                <c:pt idx="2075">
                  <c:v>2.6751727804359384</c:v>
                </c:pt>
                <c:pt idx="2076">
                  <c:v>2.6251993620414673</c:v>
                </c:pt>
                <c:pt idx="2077">
                  <c:v>2.539606592238171</c:v>
                </c:pt>
                <c:pt idx="2078">
                  <c:v>2.5427963849016479</c:v>
                </c:pt>
                <c:pt idx="2079">
                  <c:v>2.4901648059542798</c:v>
                </c:pt>
                <c:pt idx="2080">
                  <c:v>2.4625199362041466</c:v>
                </c:pt>
                <c:pt idx="2081">
                  <c:v>2.3732057416267942</c:v>
                </c:pt>
                <c:pt idx="2082">
                  <c:v>2.3748006379585327</c:v>
                </c:pt>
                <c:pt idx="2083">
                  <c:v>2.4343434343434343</c:v>
                </c:pt>
                <c:pt idx="2084">
                  <c:v>2.3758639021796917</c:v>
                </c:pt>
                <c:pt idx="2085">
                  <c:v>2.3152578415736311</c:v>
                </c:pt>
                <c:pt idx="2086">
                  <c:v>2.3774587985114302</c:v>
                </c:pt>
                <c:pt idx="2087">
                  <c:v>2.2950558213716108</c:v>
                </c:pt>
                <c:pt idx="2088">
                  <c:v>2.3413078149920254</c:v>
                </c:pt>
                <c:pt idx="2089">
                  <c:v>2.4167995746943114</c:v>
                </c:pt>
                <c:pt idx="2090">
                  <c:v>2.4540138224348751</c:v>
                </c:pt>
                <c:pt idx="2091">
                  <c:v>2.4667729930887825</c:v>
                </c:pt>
                <c:pt idx="2092">
                  <c:v>2.4284954811270603</c:v>
                </c:pt>
                <c:pt idx="2093">
                  <c:v>2.4859117490696439</c:v>
                </c:pt>
                <c:pt idx="2094">
                  <c:v>2.4864433811802233</c:v>
                </c:pt>
                <c:pt idx="2095">
                  <c:v>2.465178096757044</c:v>
                </c:pt>
                <c:pt idx="2096">
                  <c:v>2.3732057416267942</c:v>
                </c:pt>
                <c:pt idx="2097">
                  <c:v>2.3838383838383836</c:v>
                </c:pt>
                <c:pt idx="2098">
                  <c:v>2.3944710260499735</c:v>
                </c:pt>
                <c:pt idx="2099">
                  <c:v>2.4449760765550241</c:v>
                </c:pt>
                <c:pt idx="2100">
                  <c:v>2.404040404040404</c:v>
                </c:pt>
                <c:pt idx="2101">
                  <c:v>2.3609782030834663</c:v>
                </c:pt>
                <c:pt idx="2102">
                  <c:v>2.3551302498670919</c:v>
                </c:pt>
                <c:pt idx="2103">
                  <c:v>2.3498139287612974</c:v>
                </c:pt>
                <c:pt idx="2104">
                  <c:v>2.3801169590643276</c:v>
                </c:pt>
                <c:pt idx="2105">
                  <c:v>2.3801169590643276</c:v>
                </c:pt>
                <c:pt idx="2106">
                  <c:v>2.2732589048378524</c:v>
                </c:pt>
                <c:pt idx="2107">
                  <c:v>2.2413609782030837</c:v>
                </c:pt>
                <c:pt idx="2108">
                  <c:v>2.1525784157363104</c:v>
                </c:pt>
                <c:pt idx="2109">
                  <c:v>2.1754385964912282</c:v>
                </c:pt>
                <c:pt idx="2110">
                  <c:v>2.2115895800106324</c:v>
                </c:pt>
                <c:pt idx="2111">
                  <c:v>2.1887293992557151</c:v>
                </c:pt>
                <c:pt idx="2112">
                  <c:v>2.130781499202552</c:v>
                </c:pt>
                <c:pt idx="2113">
                  <c:v>2.1084529505582137</c:v>
                </c:pt>
                <c:pt idx="2114">
                  <c:v>2.0223285486443383</c:v>
                </c:pt>
                <c:pt idx="2115">
                  <c:v>2.0223285486443383</c:v>
                </c:pt>
                <c:pt idx="2116">
                  <c:v>2.0223285486443383</c:v>
                </c:pt>
                <c:pt idx="2117">
                  <c:v>2.0223285486443383</c:v>
                </c:pt>
                <c:pt idx="2118">
                  <c:v>2.0223285486443383</c:v>
                </c:pt>
                <c:pt idx="2119">
                  <c:v>2.0223285486443383</c:v>
                </c:pt>
                <c:pt idx="2120">
                  <c:v>1.9282296650717703</c:v>
                </c:pt>
                <c:pt idx="2121">
                  <c:v>1.8123338649654439</c:v>
                </c:pt>
                <c:pt idx="2122">
                  <c:v>1.8123338649654439</c:v>
                </c:pt>
                <c:pt idx="2123">
                  <c:v>1.7395002658160552</c:v>
                </c:pt>
                <c:pt idx="2124">
                  <c:v>1.634768740031898</c:v>
                </c:pt>
                <c:pt idx="2125">
                  <c:v>1.5374800637958532</c:v>
                </c:pt>
                <c:pt idx="2126">
                  <c:v>1.5204678362573099</c:v>
                </c:pt>
                <c:pt idx="2127">
                  <c:v>1.4912280701754386</c:v>
                </c:pt>
                <c:pt idx="2128">
                  <c:v>1.4013822434875067</c:v>
                </c:pt>
                <c:pt idx="2129">
                  <c:v>1.4178628389154706</c:v>
                </c:pt>
                <c:pt idx="2130">
                  <c:v>1.4476342371079214</c:v>
                </c:pt>
                <c:pt idx="2131">
                  <c:v>1.4253056884635833</c:v>
                </c:pt>
                <c:pt idx="2132">
                  <c:v>1.3811802232854864</c:v>
                </c:pt>
                <c:pt idx="2133">
                  <c:v>1.3950026581605528</c:v>
                </c:pt>
                <c:pt idx="2134">
                  <c:v>1.3902179691653376</c:v>
                </c:pt>
                <c:pt idx="2135">
                  <c:v>1.3354598617756512</c:v>
                </c:pt>
                <c:pt idx="2136">
                  <c:v>1.4104199893673577</c:v>
                </c:pt>
                <c:pt idx="2137">
                  <c:v>1.4082934609250399</c:v>
                </c:pt>
                <c:pt idx="2138">
                  <c:v>1.4566719829877726</c:v>
                </c:pt>
                <c:pt idx="2139">
                  <c:v>1.4173312068048911</c:v>
                </c:pt>
                <c:pt idx="2140">
                  <c:v>1.4731525784157362</c:v>
                </c:pt>
                <c:pt idx="2141">
                  <c:v>1.4742158426368952</c:v>
                </c:pt>
                <c:pt idx="2142">
                  <c:v>1.4832535885167464</c:v>
                </c:pt>
                <c:pt idx="2143">
                  <c:v>1.4348750664540137</c:v>
                </c:pt>
                <c:pt idx="2144">
                  <c:v>1.4502923976608186</c:v>
                </c:pt>
                <c:pt idx="2145">
                  <c:v>1.4747474747474747</c:v>
                </c:pt>
                <c:pt idx="2146">
                  <c:v>1.4024455077086655</c:v>
                </c:pt>
                <c:pt idx="2147">
                  <c:v>1.4120148856990962</c:v>
                </c:pt>
                <c:pt idx="2148">
                  <c:v>1.3912812333864966</c:v>
                </c:pt>
                <c:pt idx="2149">
                  <c:v>1.4109516214779372</c:v>
                </c:pt>
                <c:pt idx="2150">
                  <c:v>1.4269005847953216</c:v>
                </c:pt>
                <c:pt idx="2151">
                  <c:v>1.4221158958001063</c:v>
                </c:pt>
                <c:pt idx="2152">
                  <c:v>1.3891547049441786</c:v>
                </c:pt>
                <c:pt idx="2153">
                  <c:v>1.3460925039872409</c:v>
                </c:pt>
                <c:pt idx="2154">
                  <c:v>1.2658160552897395</c:v>
                </c:pt>
                <c:pt idx="2155">
                  <c:v>1.205209994683679</c:v>
                </c:pt>
                <c:pt idx="2156">
                  <c:v>1.2211589580010633</c:v>
                </c:pt>
                <c:pt idx="2157">
                  <c:v>1.2121212121212122</c:v>
                </c:pt>
                <c:pt idx="2158">
                  <c:v>1.162147793726741</c:v>
                </c:pt>
                <c:pt idx="2159">
                  <c:v>1.1414141414141414</c:v>
                </c:pt>
                <c:pt idx="2160">
                  <c:v>1.0909090909090908</c:v>
                </c:pt>
                <c:pt idx="2161">
                  <c:v>1.0547581073896863</c:v>
                </c:pt>
                <c:pt idx="2162">
                  <c:v>1.0255183413078151</c:v>
                </c:pt>
                <c:pt idx="2163">
                  <c:v>0.97288676236044658</c:v>
                </c:pt>
                <c:pt idx="2164">
                  <c:v>0.99893673577884101</c:v>
                </c:pt>
                <c:pt idx="2165">
                  <c:v>0.94790005316321102</c:v>
                </c:pt>
                <c:pt idx="2166">
                  <c:v>0.99734183944710264</c:v>
                </c:pt>
                <c:pt idx="2167">
                  <c:v>0.99946836788942051</c:v>
                </c:pt>
                <c:pt idx="2168">
                  <c:v>0.96650717703349287</c:v>
                </c:pt>
                <c:pt idx="2169">
                  <c:v>1.0313662945241893</c:v>
                </c:pt>
                <c:pt idx="2170">
                  <c:v>1.0531632110579479</c:v>
                </c:pt>
                <c:pt idx="2171">
                  <c:v>1.0765550239234449</c:v>
                </c:pt>
                <c:pt idx="2172">
                  <c:v>1.0473152578415736</c:v>
                </c:pt>
                <c:pt idx="2173">
                  <c:v>1.0505050505050506</c:v>
                </c:pt>
                <c:pt idx="2174">
                  <c:v>1.0829346092503986</c:v>
                </c:pt>
                <c:pt idx="2175">
                  <c:v>1.0935672514619883</c:v>
                </c:pt>
                <c:pt idx="2176">
                  <c:v>1.0675172780435938</c:v>
                </c:pt>
                <c:pt idx="2177">
                  <c:v>1.0866560340244551</c:v>
                </c:pt>
                <c:pt idx="2178">
                  <c:v>1.1270600744284955</c:v>
                </c:pt>
                <c:pt idx="2179">
                  <c:v>1.1345029239766082</c:v>
                </c:pt>
                <c:pt idx="2180">
                  <c:v>1.165337586390218</c:v>
                </c:pt>
                <c:pt idx="2181">
                  <c:v>1.165337586390218</c:v>
                </c:pt>
                <c:pt idx="2182">
                  <c:v>1.2179691653375864</c:v>
                </c:pt>
                <c:pt idx="2183">
                  <c:v>1.2908027644869751</c:v>
                </c:pt>
                <c:pt idx="2184">
                  <c:v>1.2908027644869751</c:v>
                </c:pt>
                <c:pt idx="2185">
                  <c:v>1.2791068580542264</c:v>
                </c:pt>
                <c:pt idx="2186">
                  <c:v>1.3184476342371079</c:v>
                </c:pt>
                <c:pt idx="2187">
                  <c:v>1.3125996810207337</c:v>
                </c:pt>
                <c:pt idx="2188">
                  <c:v>1.2971823498139288</c:v>
                </c:pt>
                <c:pt idx="2189">
                  <c:v>1.3577884104199893</c:v>
                </c:pt>
                <c:pt idx="2190">
                  <c:v>1.3227006911217438</c:v>
                </c:pt>
                <c:pt idx="2191">
                  <c:v>1.3519404572036151</c:v>
                </c:pt>
                <c:pt idx="2192">
                  <c:v>1.3896863370547581</c:v>
                </c:pt>
                <c:pt idx="2193">
                  <c:v>1.3822434875066454</c:v>
                </c:pt>
                <c:pt idx="2194">
                  <c:v>1.3636363636363635</c:v>
                </c:pt>
                <c:pt idx="2195">
                  <c:v>1.3450292397660819</c:v>
                </c:pt>
                <c:pt idx="2196">
                  <c:v>1.3450292397660819</c:v>
                </c:pt>
                <c:pt idx="2197">
                  <c:v>1.3450292397660819</c:v>
                </c:pt>
                <c:pt idx="2198">
                  <c:v>1.3450292397660819</c:v>
                </c:pt>
                <c:pt idx="2199">
                  <c:v>1.3450292397660819</c:v>
                </c:pt>
                <c:pt idx="2200">
                  <c:v>1.3450292397660819</c:v>
                </c:pt>
                <c:pt idx="2201">
                  <c:v>1.3322700691121743</c:v>
                </c:pt>
                <c:pt idx="2202">
                  <c:v>1.3859649122807018</c:v>
                </c:pt>
                <c:pt idx="2203">
                  <c:v>1.4253056884635833</c:v>
                </c:pt>
                <c:pt idx="2204">
                  <c:v>1.3992557150451888</c:v>
                </c:pt>
                <c:pt idx="2205">
                  <c:v>1.4359383306751727</c:v>
                </c:pt>
                <c:pt idx="2206">
                  <c:v>1.465178096757044</c:v>
                </c:pt>
                <c:pt idx="2207">
                  <c:v>1.4641148325358853</c:v>
                </c:pt>
                <c:pt idx="2208">
                  <c:v>1.4279638490164805</c:v>
                </c:pt>
                <c:pt idx="2209">
                  <c:v>1.4269005847953216</c:v>
                </c:pt>
                <c:pt idx="2210">
                  <c:v>1.4710260499734185</c:v>
                </c:pt>
                <c:pt idx="2211">
                  <c:v>1.4763423710792132</c:v>
                </c:pt>
                <c:pt idx="2212">
                  <c:v>1.4189261031366294</c:v>
                </c:pt>
                <c:pt idx="2213">
                  <c:v>1.3498139287612971</c:v>
                </c:pt>
                <c:pt idx="2214">
                  <c:v>1.3625730994152048</c:v>
                </c:pt>
                <c:pt idx="2215">
                  <c:v>1.393939393939394</c:v>
                </c:pt>
                <c:pt idx="2216">
                  <c:v>1.3386496544391282</c:v>
                </c:pt>
                <c:pt idx="2217">
                  <c:v>1.36735778841042</c:v>
                </c:pt>
                <c:pt idx="2218">
                  <c:v>1.4157363104731526</c:v>
                </c:pt>
                <c:pt idx="2219">
                  <c:v>1.3290802764486975</c:v>
                </c:pt>
                <c:pt idx="2220">
                  <c:v>1.3072833599149389</c:v>
                </c:pt>
                <c:pt idx="2221">
                  <c:v>1.3078149920255184</c:v>
                </c:pt>
                <c:pt idx="2222">
                  <c:v>1.3375863902179692</c:v>
                </c:pt>
                <c:pt idx="2223">
                  <c:v>1.3322700691121743</c:v>
                </c:pt>
                <c:pt idx="2224">
                  <c:v>1.3110047846889952</c:v>
                </c:pt>
                <c:pt idx="2225">
                  <c:v>1.2865497076023391</c:v>
                </c:pt>
                <c:pt idx="2226">
                  <c:v>1.3014354066985645</c:v>
                </c:pt>
                <c:pt idx="2227">
                  <c:v>1.2908027644869751</c:v>
                </c:pt>
                <c:pt idx="2228">
                  <c:v>1.2721956406166932</c:v>
                </c:pt>
                <c:pt idx="2229">
                  <c:v>1.2775119617224879</c:v>
                </c:pt>
                <c:pt idx="2230">
                  <c:v>1.3078149920255184</c:v>
                </c:pt>
                <c:pt idx="2231">
                  <c:v>1.3184476342371079</c:v>
                </c:pt>
                <c:pt idx="2232">
                  <c:v>1.3216374269005848</c:v>
                </c:pt>
                <c:pt idx="2233">
                  <c:v>1.3450292397660819</c:v>
                </c:pt>
                <c:pt idx="2234">
                  <c:v>1.405103668261563</c:v>
                </c:pt>
                <c:pt idx="2235">
                  <c:v>1.4853801169590644</c:v>
                </c:pt>
                <c:pt idx="2236">
                  <c:v>1.4518872939925571</c:v>
                </c:pt>
                <c:pt idx="2237">
                  <c:v>1.4550770866560341</c:v>
                </c:pt>
                <c:pt idx="2238">
                  <c:v>1.5241892610313663</c:v>
                </c:pt>
                <c:pt idx="2239">
                  <c:v>1.4556087187666136</c:v>
                </c:pt>
                <c:pt idx="2240">
                  <c:v>1.4407230196703882</c:v>
                </c:pt>
                <c:pt idx="2241">
                  <c:v>1.4641148325358853</c:v>
                </c:pt>
                <c:pt idx="2242">
                  <c:v>1.4529505582137161</c:v>
                </c:pt>
                <c:pt idx="2243">
                  <c:v>1.4970760233918128</c:v>
                </c:pt>
                <c:pt idx="2244">
                  <c:v>1.5098351940457204</c:v>
                </c:pt>
                <c:pt idx="2245">
                  <c:v>1.5098351940457204</c:v>
                </c:pt>
                <c:pt idx="2246">
                  <c:v>1.5954279638490165</c:v>
                </c:pt>
                <c:pt idx="2247">
                  <c:v>1.5311004784688995</c:v>
                </c:pt>
                <c:pt idx="2248">
                  <c:v>1.5794790005316321</c:v>
                </c:pt>
                <c:pt idx="2249">
                  <c:v>1.6161616161616161</c:v>
                </c:pt>
                <c:pt idx="2250">
                  <c:v>1.5778841041998937</c:v>
                </c:pt>
                <c:pt idx="2251">
                  <c:v>1.629452418926103</c:v>
                </c:pt>
                <c:pt idx="2252">
                  <c:v>1.6671982987772462</c:v>
                </c:pt>
                <c:pt idx="2253">
                  <c:v>1.6586921850079746</c:v>
                </c:pt>
                <c:pt idx="2254">
                  <c:v>1.607123870281765</c:v>
                </c:pt>
                <c:pt idx="2255">
                  <c:v>1.5412014885699097</c:v>
                </c:pt>
                <c:pt idx="2256">
                  <c:v>1.5087719298245614</c:v>
                </c:pt>
                <c:pt idx="2257">
                  <c:v>1.534821903242956</c:v>
                </c:pt>
                <c:pt idx="2258">
                  <c:v>1.4742158426368952</c:v>
                </c:pt>
                <c:pt idx="2259">
                  <c:v>1.5013290802764487</c:v>
                </c:pt>
                <c:pt idx="2260">
                  <c:v>1.505050505050505</c:v>
                </c:pt>
                <c:pt idx="2261">
                  <c:v>1.5374800637958532</c:v>
                </c:pt>
                <c:pt idx="2262">
                  <c:v>1.5539606592238171</c:v>
                </c:pt>
                <c:pt idx="2263">
                  <c:v>1.5539606592238171</c:v>
                </c:pt>
                <c:pt idx="2264">
                  <c:v>1.6406166932482722</c:v>
                </c:pt>
                <c:pt idx="2265">
                  <c:v>1.6156299840510366</c:v>
                </c:pt>
                <c:pt idx="2266">
                  <c:v>1.669324827219564</c:v>
                </c:pt>
                <c:pt idx="2267">
                  <c:v>1.6544391281233386</c:v>
                </c:pt>
                <c:pt idx="2268">
                  <c:v>1.6772993088782562</c:v>
                </c:pt>
                <c:pt idx="2269">
                  <c:v>1.6007442849548112</c:v>
                </c:pt>
                <c:pt idx="2270">
                  <c:v>1.6321105794790005</c:v>
                </c:pt>
                <c:pt idx="2271">
                  <c:v>1.6730462519936204</c:v>
                </c:pt>
                <c:pt idx="2272">
                  <c:v>1.6193514088250931</c:v>
                </c:pt>
                <c:pt idx="2273">
                  <c:v>1.6177565124933546</c:v>
                </c:pt>
                <c:pt idx="2274">
                  <c:v>1.5544922913343966</c:v>
                </c:pt>
                <c:pt idx="2275">
                  <c:v>1.6028708133971292</c:v>
                </c:pt>
                <c:pt idx="2276">
                  <c:v>1.5741626794258374</c:v>
                </c:pt>
                <c:pt idx="2277">
                  <c:v>1.5539606592238171</c:v>
                </c:pt>
                <c:pt idx="2278">
                  <c:v>1.569377990430622</c:v>
                </c:pt>
                <c:pt idx="2279">
                  <c:v>1.5502392344497609</c:v>
                </c:pt>
                <c:pt idx="2280">
                  <c:v>1.5688463583200425</c:v>
                </c:pt>
                <c:pt idx="2281">
                  <c:v>1.5688463583200425</c:v>
                </c:pt>
                <c:pt idx="2282">
                  <c:v>1.5688463583200425</c:v>
                </c:pt>
                <c:pt idx="2283">
                  <c:v>1.6427432216905902</c:v>
                </c:pt>
                <c:pt idx="2284">
                  <c:v>1.63264221158958</c:v>
                </c:pt>
                <c:pt idx="2285">
                  <c:v>1.6480595427963849</c:v>
                </c:pt>
                <c:pt idx="2286">
                  <c:v>1.6236044657097288</c:v>
                </c:pt>
                <c:pt idx="2287">
                  <c:v>1.6767676767676767</c:v>
                </c:pt>
                <c:pt idx="2288">
                  <c:v>1.659223817118554</c:v>
                </c:pt>
                <c:pt idx="2289">
                  <c:v>1.6677299308878257</c:v>
                </c:pt>
                <c:pt idx="2290">
                  <c:v>1.669324827219564</c:v>
                </c:pt>
                <c:pt idx="2291">
                  <c:v>1.6517809675704413</c:v>
                </c:pt>
                <c:pt idx="2292">
                  <c:v>1.6156299840510366</c:v>
                </c:pt>
                <c:pt idx="2293">
                  <c:v>1.5975544922913345</c:v>
                </c:pt>
                <c:pt idx="2294">
                  <c:v>1.6097820308346624</c:v>
                </c:pt>
                <c:pt idx="2295">
                  <c:v>1.6076555023923444</c:v>
                </c:pt>
                <c:pt idx="2296">
                  <c:v>1.6012759170653907</c:v>
                </c:pt>
                <c:pt idx="2297">
                  <c:v>1.6135034556087187</c:v>
                </c:pt>
                <c:pt idx="2298">
                  <c:v>1.5996810207336523</c:v>
                </c:pt>
                <c:pt idx="2299">
                  <c:v>1.5746943115364167</c:v>
                </c:pt>
                <c:pt idx="2300">
                  <c:v>1.5757575757575757</c:v>
                </c:pt>
                <c:pt idx="2301">
                  <c:v>1.6278575225943648</c:v>
                </c:pt>
                <c:pt idx="2302">
                  <c:v>1.6517809675704413</c:v>
                </c:pt>
                <c:pt idx="2303">
                  <c:v>1.634768740031898</c:v>
                </c:pt>
                <c:pt idx="2304">
                  <c:v>1.6555023923444976</c:v>
                </c:pt>
                <c:pt idx="2305">
                  <c:v>1.6459330143540669</c:v>
                </c:pt>
                <c:pt idx="2306">
                  <c:v>1.6119085592769804</c:v>
                </c:pt>
                <c:pt idx="2307">
                  <c:v>1.6002126528442318</c:v>
                </c:pt>
                <c:pt idx="2308">
                  <c:v>1.6443381180223287</c:v>
                </c:pt>
                <c:pt idx="2309">
                  <c:v>1.6246677299308878</c:v>
                </c:pt>
                <c:pt idx="2310">
                  <c:v>1.6485911749069644</c:v>
                </c:pt>
                <c:pt idx="2311">
                  <c:v>1.6432748538011697</c:v>
                </c:pt>
                <c:pt idx="2312">
                  <c:v>1.6198830409356726</c:v>
                </c:pt>
                <c:pt idx="2313">
                  <c:v>1.6427432216905902</c:v>
                </c:pt>
                <c:pt idx="2314">
                  <c:v>1.7022860180754917</c:v>
                </c:pt>
                <c:pt idx="2315">
                  <c:v>1.7102604997341839</c:v>
                </c:pt>
                <c:pt idx="2316">
                  <c:v>1.7506645401382244</c:v>
                </c:pt>
                <c:pt idx="2317">
                  <c:v>1.7740563530037214</c:v>
                </c:pt>
                <c:pt idx="2318">
                  <c:v>1.7474747474747474</c:v>
                </c:pt>
                <c:pt idx="2319">
                  <c:v>1.736842105263158</c:v>
                </c:pt>
                <c:pt idx="2320">
                  <c:v>1.7304625199362043</c:v>
                </c:pt>
                <c:pt idx="2321">
                  <c:v>1.8814460393407761</c:v>
                </c:pt>
                <c:pt idx="2322">
                  <c:v>1.9032429558745347</c:v>
                </c:pt>
                <c:pt idx="2323">
                  <c:v>1.9032429558745347</c:v>
                </c:pt>
                <c:pt idx="2324">
                  <c:v>1.8654970760233918</c:v>
                </c:pt>
                <c:pt idx="2325">
                  <c:v>1.8947368421052631</c:v>
                </c:pt>
                <c:pt idx="2326">
                  <c:v>1.9739500265816055</c:v>
                </c:pt>
                <c:pt idx="2327">
                  <c:v>2.0047846889952154</c:v>
                </c:pt>
                <c:pt idx="2328">
                  <c:v>1.9909622541201488</c:v>
                </c:pt>
                <c:pt idx="2329">
                  <c:v>1.9861775651249336</c:v>
                </c:pt>
                <c:pt idx="2330">
                  <c:v>2.004253056884636</c:v>
                </c:pt>
                <c:pt idx="2331">
                  <c:v>1.962254120148857</c:v>
                </c:pt>
                <c:pt idx="2332">
                  <c:v>2.0170122275385434</c:v>
                </c:pt>
                <c:pt idx="2333">
                  <c:v>2.062200956937799</c:v>
                </c:pt>
                <c:pt idx="2334">
                  <c:v>2.0366826156299842</c:v>
                </c:pt>
                <c:pt idx="2335">
                  <c:v>2.0824029771398194</c:v>
                </c:pt>
                <c:pt idx="2336">
                  <c:v>2.0457203615098352</c:v>
                </c:pt>
                <c:pt idx="2337">
                  <c:v>1.9553429027113238</c:v>
                </c:pt>
                <c:pt idx="2338">
                  <c:v>1.9330143540669857</c:v>
                </c:pt>
                <c:pt idx="2339">
                  <c:v>1.8926103136629453</c:v>
                </c:pt>
                <c:pt idx="2340">
                  <c:v>1.9516214779372674</c:v>
                </c:pt>
                <c:pt idx="2341">
                  <c:v>1.9245082402977141</c:v>
                </c:pt>
                <c:pt idx="2342">
                  <c:v>2.0047846889952154</c:v>
                </c:pt>
                <c:pt idx="2343">
                  <c:v>1.9707602339181287</c:v>
                </c:pt>
                <c:pt idx="2344">
                  <c:v>1.9952153110047848</c:v>
                </c:pt>
                <c:pt idx="2345">
                  <c:v>1.9898989898989898</c:v>
                </c:pt>
                <c:pt idx="2346">
                  <c:v>2.0132908027644869</c:v>
                </c:pt>
                <c:pt idx="2347">
                  <c:v>1.9213184476342371</c:v>
                </c:pt>
                <c:pt idx="2348">
                  <c:v>1.925571504518873</c:v>
                </c:pt>
                <c:pt idx="2349">
                  <c:v>1.8564593301435406</c:v>
                </c:pt>
                <c:pt idx="2350">
                  <c:v>1.9117490696438064</c:v>
                </c:pt>
                <c:pt idx="2351">
                  <c:v>1.9292929292929293</c:v>
                </c:pt>
                <c:pt idx="2352">
                  <c:v>1.9649122807017543</c:v>
                </c:pt>
                <c:pt idx="2353">
                  <c:v>1.9851143009037746</c:v>
                </c:pt>
                <c:pt idx="2354">
                  <c:v>1.9925571504518873</c:v>
                </c:pt>
                <c:pt idx="2355">
                  <c:v>1.9744816586921849</c:v>
                </c:pt>
                <c:pt idx="2356">
                  <c:v>1.8830409356725146</c:v>
                </c:pt>
                <c:pt idx="2357">
                  <c:v>1.8543328017012228</c:v>
                </c:pt>
                <c:pt idx="2358">
                  <c:v>1.8825093035619351</c:v>
                </c:pt>
                <c:pt idx="2359">
                  <c:v>1.8628389154704945</c:v>
                </c:pt>
                <c:pt idx="2360">
                  <c:v>1.837852206273259</c:v>
                </c:pt>
                <c:pt idx="2361">
                  <c:v>1.8543328017012228</c:v>
                </c:pt>
                <c:pt idx="2362">
                  <c:v>1.835725677830941</c:v>
                </c:pt>
                <c:pt idx="2363">
                  <c:v>1.7841573631047316</c:v>
                </c:pt>
                <c:pt idx="2364">
                  <c:v>1.8102073365231259</c:v>
                </c:pt>
                <c:pt idx="2365">
                  <c:v>1.8102073365231259</c:v>
                </c:pt>
                <c:pt idx="2366">
                  <c:v>1.7517278043593834</c:v>
                </c:pt>
                <c:pt idx="2367">
                  <c:v>1.79585326953748</c:v>
                </c:pt>
                <c:pt idx="2368">
                  <c:v>1.9032429558745347</c:v>
                </c:pt>
                <c:pt idx="2369">
                  <c:v>1.9032429558745347</c:v>
                </c:pt>
                <c:pt idx="2370">
                  <c:v>1.9032429558745347</c:v>
                </c:pt>
                <c:pt idx="2371">
                  <c:v>1.9032429558745347</c:v>
                </c:pt>
                <c:pt idx="2372">
                  <c:v>1.9032429558745347</c:v>
                </c:pt>
                <c:pt idx="2373">
                  <c:v>1.9032429558745347</c:v>
                </c:pt>
                <c:pt idx="2374">
                  <c:v>1.9766081871345029</c:v>
                </c:pt>
                <c:pt idx="2375">
                  <c:v>1.9808612440191387</c:v>
                </c:pt>
                <c:pt idx="2376">
                  <c:v>2.0063795853269539</c:v>
                </c:pt>
                <c:pt idx="2377">
                  <c:v>1.9984051036682615</c:v>
                </c:pt>
                <c:pt idx="2378">
                  <c:v>1.9712918660287082</c:v>
                </c:pt>
                <c:pt idx="2379">
                  <c:v>1.9872408293460926</c:v>
                </c:pt>
                <c:pt idx="2380">
                  <c:v>2.0313662945241893</c:v>
                </c:pt>
                <c:pt idx="2381">
                  <c:v>2.0451887293992557</c:v>
                </c:pt>
                <c:pt idx="2382">
                  <c:v>2.0191387559808613</c:v>
                </c:pt>
                <c:pt idx="2383">
                  <c:v>1.9994683678894205</c:v>
                </c:pt>
                <c:pt idx="2384">
                  <c:v>2.0441254651780967</c:v>
                </c:pt>
                <c:pt idx="2385">
                  <c:v>2.0409356725146197</c:v>
                </c:pt>
                <c:pt idx="2386">
                  <c:v>2.0388091440723022</c:v>
                </c:pt>
                <c:pt idx="2387">
                  <c:v>2.0542264752791071</c:v>
                </c:pt>
                <c:pt idx="2388">
                  <c:v>2.0127591706539074</c:v>
                </c:pt>
                <c:pt idx="2389">
                  <c:v>2.0563530037214246</c:v>
                </c:pt>
                <c:pt idx="2390">
                  <c:v>2.0276448697501328</c:v>
                </c:pt>
                <c:pt idx="2391">
                  <c:v>2.0249867091972353</c:v>
                </c:pt>
                <c:pt idx="2392">
                  <c:v>2.0303030303030303</c:v>
                </c:pt>
                <c:pt idx="2393">
                  <c:v>2.009037745879851</c:v>
                </c:pt>
                <c:pt idx="2394">
                  <c:v>2.0244550770866558</c:v>
                </c:pt>
                <c:pt idx="2395">
                  <c:v>2.0345560871876662</c:v>
                </c:pt>
                <c:pt idx="2396">
                  <c:v>2.0297713981924508</c:v>
                </c:pt>
                <c:pt idx="2397">
                  <c:v>2.064327485380117</c:v>
                </c:pt>
                <c:pt idx="2398">
                  <c:v>2.1924508240297715</c:v>
                </c:pt>
                <c:pt idx="2399">
                  <c:v>2.200956937799043</c:v>
                </c:pt>
                <c:pt idx="2400">
                  <c:v>2.2073365231259969</c:v>
                </c:pt>
                <c:pt idx="2401">
                  <c:v>2.2131844763423709</c:v>
                </c:pt>
                <c:pt idx="2402">
                  <c:v>2.27538543328017</c:v>
                </c:pt>
                <c:pt idx="2403">
                  <c:v>2.3009037745879852</c:v>
                </c:pt>
                <c:pt idx="2404">
                  <c:v>2.2881446039340778</c:v>
                </c:pt>
                <c:pt idx="2405">
                  <c:v>2.328548644338118</c:v>
                </c:pt>
                <c:pt idx="2406">
                  <c:v>2.3003721424774057</c:v>
                </c:pt>
                <c:pt idx="2407">
                  <c:v>2.3561935140882508</c:v>
                </c:pt>
                <c:pt idx="2408">
                  <c:v>2.2578415736310471</c:v>
                </c:pt>
                <c:pt idx="2409">
                  <c:v>2.3014354066985647</c:v>
                </c:pt>
                <c:pt idx="2410">
                  <c:v>2.3115364167995747</c:v>
                </c:pt>
                <c:pt idx="2411">
                  <c:v>2.3423710792131844</c:v>
                </c:pt>
                <c:pt idx="2412">
                  <c:v>2.3732057416267942</c:v>
                </c:pt>
                <c:pt idx="2413">
                  <c:v>2.406166932482722</c:v>
                </c:pt>
                <c:pt idx="2414">
                  <c:v>2.3641679957469433</c:v>
                </c:pt>
                <c:pt idx="2415">
                  <c:v>2.3636363636363638</c:v>
                </c:pt>
                <c:pt idx="2416">
                  <c:v>2.3083466241360977</c:v>
                </c:pt>
                <c:pt idx="2417">
                  <c:v>2.2876129718234983</c:v>
                </c:pt>
                <c:pt idx="2418">
                  <c:v>2.3019670388091442</c:v>
                </c:pt>
                <c:pt idx="2419">
                  <c:v>2.3046251993620417</c:v>
                </c:pt>
                <c:pt idx="2420">
                  <c:v>2.3088782562466772</c:v>
                </c:pt>
                <c:pt idx="2421">
                  <c:v>2.4199893673577884</c:v>
                </c:pt>
                <c:pt idx="2422">
                  <c:v>2.4412546517809677</c:v>
                </c:pt>
                <c:pt idx="2423">
                  <c:v>2.4800637958532694</c:v>
                </c:pt>
                <c:pt idx="2424">
                  <c:v>2.460393407761829</c:v>
                </c:pt>
                <c:pt idx="2425">
                  <c:v>2.4577352472089316</c:v>
                </c:pt>
                <c:pt idx="2426">
                  <c:v>2.4853801169590644</c:v>
                </c:pt>
                <c:pt idx="2427">
                  <c:v>2.4970760233918128</c:v>
                </c:pt>
                <c:pt idx="2428">
                  <c:v>2.4811270600744284</c:v>
                </c:pt>
                <c:pt idx="2429">
                  <c:v>2.5725677830940987</c:v>
                </c:pt>
                <c:pt idx="2430">
                  <c:v>2.6007442849548115</c:v>
                </c:pt>
                <c:pt idx="2431">
                  <c:v>2.5890483785220626</c:v>
                </c:pt>
                <c:pt idx="2432">
                  <c:v>2.6267942583732058</c:v>
                </c:pt>
                <c:pt idx="2433">
                  <c:v>2.66347687400319</c:v>
                </c:pt>
                <c:pt idx="2434">
                  <c:v>2.6427432216905902</c:v>
                </c:pt>
                <c:pt idx="2435">
                  <c:v>2.6959064327485378</c:v>
                </c:pt>
                <c:pt idx="2436">
                  <c:v>2.7687400318979267</c:v>
                </c:pt>
                <c:pt idx="2437">
                  <c:v>2.7496012759170654</c:v>
                </c:pt>
                <c:pt idx="2438">
                  <c:v>2.6905901116427433</c:v>
                </c:pt>
                <c:pt idx="2439">
                  <c:v>2.730462519936204</c:v>
                </c:pt>
                <c:pt idx="2440">
                  <c:v>2.66347687400319</c:v>
                </c:pt>
                <c:pt idx="2441">
                  <c:v>2.6964380648591173</c:v>
                </c:pt>
                <c:pt idx="2442">
                  <c:v>2.6868686868686869</c:v>
                </c:pt>
                <c:pt idx="2443">
                  <c:v>2.735778841041999</c:v>
                </c:pt>
                <c:pt idx="2444">
                  <c:v>2.6023391812865495</c:v>
                </c:pt>
                <c:pt idx="2445">
                  <c:v>2.6145667198298779</c:v>
                </c:pt>
                <c:pt idx="2446">
                  <c:v>2.5587453482190323</c:v>
                </c:pt>
                <c:pt idx="2447">
                  <c:v>2.528442317916002</c:v>
                </c:pt>
                <c:pt idx="2448">
                  <c:v>2.463051568314726</c:v>
                </c:pt>
                <c:pt idx="2449">
                  <c:v>2.4439128123338651</c:v>
                </c:pt>
                <c:pt idx="2450">
                  <c:v>2.4455077086656032</c:v>
                </c:pt>
                <c:pt idx="2451">
                  <c:v>2.4407230196703882</c:v>
                </c:pt>
                <c:pt idx="2452">
                  <c:v>2.5013290802764487</c:v>
                </c:pt>
                <c:pt idx="2453">
                  <c:v>2.4433811802232857</c:v>
                </c:pt>
                <c:pt idx="2454">
                  <c:v>2.3423710792131844</c:v>
                </c:pt>
                <c:pt idx="2455">
                  <c:v>2.3370547581073895</c:v>
                </c:pt>
                <c:pt idx="2456">
                  <c:v>2.3795853269537481</c:v>
                </c:pt>
                <c:pt idx="2457">
                  <c:v>2.4752791068580544</c:v>
                </c:pt>
                <c:pt idx="2458">
                  <c:v>2.535885167464115</c:v>
                </c:pt>
                <c:pt idx="2459">
                  <c:v>2.5869218500797446</c:v>
                </c:pt>
                <c:pt idx="2460">
                  <c:v>2.5869218500797446</c:v>
                </c:pt>
                <c:pt idx="2461">
                  <c:v>2.5869218500797446</c:v>
                </c:pt>
                <c:pt idx="2462">
                  <c:v>2.5869218500797446</c:v>
                </c:pt>
                <c:pt idx="2463">
                  <c:v>2.5869218500797446</c:v>
                </c:pt>
                <c:pt idx="2464">
                  <c:v>2.6459330143540671</c:v>
                </c:pt>
                <c:pt idx="2465">
                  <c:v>2.669324827219564</c:v>
                </c:pt>
                <c:pt idx="2466">
                  <c:v>2.6735778841041999</c:v>
                </c:pt>
                <c:pt idx="2467">
                  <c:v>2.6241360978203083</c:v>
                </c:pt>
                <c:pt idx="2468">
                  <c:v>2.6406166932482722</c:v>
                </c:pt>
                <c:pt idx="2469">
                  <c:v>2.6241360978203083</c:v>
                </c:pt>
                <c:pt idx="2470">
                  <c:v>2.5619351408825093</c:v>
                </c:pt>
                <c:pt idx="2471">
                  <c:v>2.5816055289739501</c:v>
                </c:pt>
                <c:pt idx="2472">
                  <c:v>2.5225943646996281</c:v>
                </c:pt>
                <c:pt idx="2473">
                  <c:v>2.5539606592238173</c:v>
                </c:pt>
                <c:pt idx="2474">
                  <c:v>2.6368952684742157</c:v>
                </c:pt>
                <c:pt idx="2475">
                  <c:v>2.6081871345029239</c:v>
                </c:pt>
                <c:pt idx="2476">
                  <c:v>2.6108452950558214</c:v>
                </c:pt>
                <c:pt idx="2477">
                  <c:v>2.5614035087719298</c:v>
                </c:pt>
                <c:pt idx="2478">
                  <c:v>2.5231259968102075</c:v>
                </c:pt>
                <c:pt idx="2479">
                  <c:v>2.4784688995215309</c:v>
                </c:pt>
                <c:pt idx="2480">
                  <c:v>2.5390749601275915</c:v>
                </c:pt>
                <c:pt idx="2481">
                  <c:v>2.5156831472620946</c:v>
                </c:pt>
                <c:pt idx="2482">
                  <c:v>2.5730994152046782</c:v>
                </c:pt>
                <c:pt idx="2483">
                  <c:v>2.5523657628920788</c:v>
                </c:pt>
                <c:pt idx="2484">
                  <c:v>2.5050505050505052</c:v>
                </c:pt>
                <c:pt idx="2485">
                  <c:v>2.5252525252525251</c:v>
                </c:pt>
                <c:pt idx="2486">
                  <c:v>2.6236044657097288</c:v>
                </c:pt>
                <c:pt idx="2487">
                  <c:v>2.6427432216905902</c:v>
                </c:pt>
                <c:pt idx="2488">
                  <c:v>2.6533758639021796</c:v>
                </c:pt>
                <c:pt idx="2489">
                  <c:v>2.6491228070175437</c:v>
                </c:pt>
                <c:pt idx="2490">
                  <c:v>2.6065922381711855</c:v>
                </c:pt>
                <c:pt idx="2491">
                  <c:v>2.6135034556087189</c:v>
                </c:pt>
                <c:pt idx="2492">
                  <c:v>2.6347687400318978</c:v>
                </c:pt>
                <c:pt idx="2493">
                  <c:v>2.6996278575225943</c:v>
                </c:pt>
                <c:pt idx="2494">
                  <c:v>2.7118553960659222</c:v>
                </c:pt>
                <c:pt idx="2495">
                  <c:v>2.66347687400319</c:v>
                </c:pt>
                <c:pt idx="2496">
                  <c:v>2.6868686868686869</c:v>
                </c:pt>
                <c:pt idx="2497">
                  <c:v>2.7097288676236047</c:v>
                </c:pt>
                <c:pt idx="2498">
                  <c:v>2.6996278575225943</c:v>
                </c:pt>
                <c:pt idx="2499">
                  <c:v>2.7214247740563531</c:v>
                </c:pt>
                <c:pt idx="2500">
                  <c:v>2.72461456671983</c:v>
                </c:pt>
                <c:pt idx="2501">
                  <c:v>2.6927166400850613</c:v>
                </c:pt>
                <c:pt idx="2502">
                  <c:v>2.5863902179691651</c:v>
                </c:pt>
                <c:pt idx="2503">
                  <c:v>2.6299840510366828</c:v>
                </c:pt>
                <c:pt idx="2504">
                  <c:v>2.6150983519404574</c:v>
                </c:pt>
                <c:pt idx="2505">
                  <c:v>2.5890483785220626</c:v>
                </c:pt>
                <c:pt idx="2506">
                  <c:v>2.5853269537480066</c:v>
                </c:pt>
                <c:pt idx="2507">
                  <c:v>2.6055289739500265</c:v>
                </c:pt>
                <c:pt idx="2508">
                  <c:v>2.5374800637958534</c:v>
                </c:pt>
                <c:pt idx="2509">
                  <c:v>2.4986709197235513</c:v>
                </c:pt>
                <c:pt idx="2510">
                  <c:v>2.4912280701754388</c:v>
                </c:pt>
                <c:pt idx="2511">
                  <c:v>2.5013290802764487</c:v>
                </c:pt>
                <c:pt idx="2512">
                  <c:v>2.5013290802764487</c:v>
                </c:pt>
                <c:pt idx="2513">
                  <c:v>2.4736842105263159</c:v>
                </c:pt>
                <c:pt idx="2514">
                  <c:v>2.4354066985645932</c:v>
                </c:pt>
                <c:pt idx="2515">
                  <c:v>2.4104199893673579</c:v>
                </c:pt>
                <c:pt idx="2516">
                  <c:v>2.3540669856459329</c:v>
                </c:pt>
                <c:pt idx="2517">
                  <c:v>2.399787347155768</c:v>
                </c:pt>
                <c:pt idx="2518">
                  <c:v>2.3391812865497075</c:v>
                </c:pt>
                <c:pt idx="2519">
                  <c:v>2.3694843168527377</c:v>
                </c:pt>
                <c:pt idx="2520">
                  <c:v>2.3854332801701221</c:v>
                </c:pt>
                <c:pt idx="2521">
                  <c:v>2.3120680489101542</c:v>
                </c:pt>
                <c:pt idx="2522">
                  <c:v>2.2408293460925042</c:v>
                </c:pt>
                <c:pt idx="2523">
                  <c:v>2.3205741626794256</c:v>
                </c:pt>
                <c:pt idx="2524">
                  <c:v>2.3237639553429026</c:v>
                </c:pt>
                <c:pt idx="2525">
                  <c:v>2.3141945773524721</c:v>
                </c:pt>
                <c:pt idx="2526">
                  <c:v>2.3009037745879852</c:v>
                </c:pt>
                <c:pt idx="2527">
                  <c:v>2.3567251461988303</c:v>
                </c:pt>
                <c:pt idx="2528">
                  <c:v>2.3343965975544925</c:v>
                </c:pt>
                <c:pt idx="2529">
                  <c:v>2.3859649122807016</c:v>
                </c:pt>
                <c:pt idx="2530">
                  <c:v>2.4300903774587983</c:v>
                </c:pt>
                <c:pt idx="2531">
                  <c:v>2.4401913875598087</c:v>
                </c:pt>
                <c:pt idx="2532">
                  <c:v>2.399787347155768</c:v>
                </c:pt>
                <c:pt idx="2533">
                  <c:v>2.339712918660287</c:v>
                </c:pt>
                <c:pt idx="2534">
                  <c:v>2.3216374269005846</c:v>
                </c:pt>
                <c:pt idx="2535">
                  <c:v>2.3211057947900051</c:v>
                </c:pt>
                <c:pt idx="2536">
                  <c:v>2.1860712387028176</c:v>
                </c:pt>
                <c:pt idx="2537">
                  <c:v>2.2232854864433813</c:v>
                </c:pt>
                <c:pt idx="2538">
                  <c:v>2.2727272727272729</c:v>
                </c:pt>
                <c:pt idx="2539">
                  <c:v>2.2876129718234983</c:v>
                </c:pt>
                <c:pt idx="2540">
                  <c:v>2.3482190324295589</c:v>
                </c:pt>
                <c:pt idx="2541">
                  <c:v>2.3482190324295589</c:v>
                </c:pt>
                <c:pt idx="2542">
                  <c:v>2.3482190324295589</c:v>
                </c:pt>
                <c:pt idx="2543">
                  <c:v>2.3482190324295589</c:v>
                </c:pt>
                <c:pt idx="2544">
                  <c:v>2.3471557682083999</c:v>
                </c:pt>
                <c:pt idx="2545">
                  <c:v>2.3476874003189794</c:v>
                </c:pt>
                <c:pt idx="2546">
                  <c:v>2.3886230728335991</c:v>
                </c:pt>
                <c:pt idx="2547">
                  <c:v>2.2833599149388624</c:v>
                </c:pt>
                <c:pt idx="2548">
                  <c:v>2.2897395002658159</c:v>
                </c:pt>
                <c:pt idx="2549">
                  <c:v>2.3200425305688466</c:v>
                </c:pt>
                <c:pt idx="2550">
                  <c:v>2.3290802764486975</c:v>
                </c:pt>
                <c:pt idx="2551">
                  <c:v>2.3604465709728868</c:v>
                </c:pt>
                <c:pt idx="2552">
                  <c:v>2.2945241892610313</c:v>
                </c:pt>
                <c:pt idx="2553">
                  <c:v>2.2950558213716108</c:v>
                </c:pt>
                <c:pt idx="2554">
                  <c:v>2.2514619883040936</c:v>
                </c:pt>
                <c:pt idx="2555">
                  <c:v>2.2923976608187133</c:v>
                </c:pt>
                <c:pt idx="2556">
                  <c:v>2.2971823498139288</c:v>
                </c:pt>
                <c:pt idx="2557">
                  <c:v>2.3168527379053696</c:v>
                </c:pt>
                <c:pt idx="2558">
                  <c:v>2.3343965975544925</c:v>
                </c:pt>
                <c:pt idx="2559">
                  <c:v>2.3514088250930358</c:v>
                </c:pt>
                <c:pt idx="2560">
                  <c:v>2.2764486975013289</c:v>
                </c:pt>
                <c:pt idx="2561">
                  <c:v>2.2312599681020733</c:v>
                </c:pt>
                <c:pt idx="2562">
                  <c:v>2.2589048378522061</c:v>
                </c:pt>
                <c:pt idx="2563">
                  <c:v>2.2732589048378524</c:v>
                </c:pt>
                <c:pt idx="2564">
                  <c:v>2.2945241892610313</c:v>
                </c:pt>
                <c:pt idx="2565">
                  <c:v>2.274322169059011</c:v>
                </c:pt>
                <c:pt idx="2566">
                  <c:v>2.3120680489101542</c:v>
                </c:pt>
                <c:pt idx="2567">
                  <c:v>2.3094098883572567</c:v>
                </c:pt>
                <c:pt idx="2568">
                  <c:v>2.3099415204678362</c:v>
                </c:pt>
                <c:pt idx="2569">
                  <c:v>2.393939393939394</c:v>
                </c:pt>
                <c:pt idx="2570">
                  <c:v>2.3689526847421583</c:v>
                </c:pt>
                <c:pt idx="2571">
                  <c:v>2.3583200425305688</c:v>
                </c:pt>
                <c:pt idx="2572">
                  <c:v>2.4322169059011163</c:v>
                </c:pt>
                <c:pt idx="2573">
                  <c:v>2.4795321637426899</c:v>
                </c:pt>
                <c:pt idx="2574">
                  <c:v>2.5481127060074429</c:v>
                </c:pt>
                <c:pt idx="2575">
                  <c:v>2.6007442849548115</c:v>
                </c:pt>
                <c:pt idx="2576">
                  <c:v>2.5906432748538011</c:v>
                </c:pt>
                <c:pt idx="2577">
                  <c:v>2.6464646464646466</c:v>
                </c:pt>
                <c:pt idx="2578">
                  <c:v>2.5986177565124935</c:v>
                </c:pt>
                <c:pt idx="2579">
                  <c:v>2.6251993620414673</c:v>
                </c:pt>
                <c:pt idx="2580">
                  <c:v>2.6485911749069642</c:v>
                </c:pt>
                <c:pt idx="2581">
                  <c:v>2.6432748538011697</c:v>
                </c:pt>
                <c:pt idx="2582">
                  <c:v>2.6246677299308878</c:v>
                </c:pt>
                <c:pt idx="2583">
                  <c:v>2.602870813397129</c:v>
                </c:pt>
                <c:pt idx="2584">
                  <c:v>2.6416799574694312</c:v>
                </c:pt>
                <c:pt idx="2585">
                  <c:v>2.6315789473684212</c:v>
                </c:pt>
                <c:pt idx="2586">
                  <c:v>2.6911217437533228</c:v>
                </c:pt>
                <c:pt idx="2587">
                  <c:v>2.6980329611908558</c:v>
                </c:pt>
                <c:pt idx="2588">
                  <c:v>2.7453482190324294</c:v>
                </c:pt>
                <c:pt idx="2589">
                  <c:v>2.6868686868686869</c:v>
                </c:pt>
                <c:pt idx="2590">
                  <c:v>2.668261562998405</c:v>
                </c:pt>
                <c:pt idx="2591">
                  <c:v>2.6034024455077085</c:v>
                </c:pt>
                <c:pt idx="2592">
                  <c:v>2.6416799574694312</c:v>
                </c:pt>
                <c:pt idx="2593">
                  <c:v>2.7134502923976607</c:v>
                </c:pt>
                <c:pt idx="2594">
                  <c:v>2.7251461988304095</c:v>
                </c:pt>
                <c:pt idx="2595">
                  <c:v>2.7458798511430089</c:v>
                </c:pt>
                <c:pt idx="2596">
                  <c:v>2.6921850079744818</c:v>
                </c:pt>
                <c:pt idx="2597">
                  <c:v>2.730462519936204</c:v>
                </c:pt>
                <c:pt idx="2598">
                  <c:v>2.7878787878787881</c:v>
                </c:pt>
                <c:pt idx="2599">
                  <c:v>2.7884104199893676</c:v>
                </c:pt>
                <c:pt idx="2600">
                  <c:v>2.80595427963849</c:v>
                </c:pt>
                <c:pt idx="2601">
                  <c:v>2.8123338649654439</c:v>
                </c:pt>
                <c:pt idx="2602">
                  <c:v>2.7054758107389687</c:v>
                </c:pt>
                <c:pt idx="2603">
                  <c:v>2.6863370547581074</c:v>
                </c:pt>
                <c:pt idx="2604">
                  <c:v>2.7373737373737375</c:v>
                </c:pt>
                <c:pt idx="2605">
                  <c:v>2.7272727272727271</c:v>
                </c:pt>
                <c:pt idx="2606">
                  <c:v>2.6884635832004253</c:v>
                </c:pt>
                <c:pt idx="2607">
                  <c:v>2.6762360446570974</c:v>
                </c:pt>
                <c:pt idx="2608">
                  <c:v>2.7628920786815523</c:v>
                </c:pt>
                <c:pt idx="2609">
                  <c:v>2.8320042530568847</c:v>
                </c:pt>
                <c:pt idx="2610">
                  <c:v>2.8500797448165871</c:v>
                </c:pt>
                <c:pt idx="2611">
                  <c:v>2.8500797448165871</c:v>
                </c:pt>
                <c:pt idx="2612">
                  <c:v>2.8500797448165871</c:v>
                </c:pt>
                <c:pt idx="2613">
                  <c:v>2.8500797448165871</c:v>
                </c:pt>
                <c:pt idx="2614">
                  <c:v>2.8250930356193513</c:v>
                </c:pt>
                <c:pt idx="2615">
                  <c:v>2.8373205741626792</c:v>
                </c:pt>
                <c:pt idx="2616">
                  <c:v>2.861244019138756</c:v>
                </c:pt>
                <c:pt idx="2617">
                  <c:v>2.8575225943646996</c:v>
                </c:pt>
                <c:pt idx="2618">
                  <c:v>2.8575225943646996</c:v>
                </c:pt>
                <c:pt idx="2619">
                  <c:v>2.8575225943646996</c:v>
                </c:pt>
                <c:pt idx="2620">
                  <c:v>2.8575225943646996</c:v>
                </c:pt>
                <c:pt idx="2621">
                  <c:v>2.8575225943646996</c:v>
                </c:pt>
                <c:pt idx="2622">
                  <c:v>2.8575225943646996</c:v>
                </c:pt>
                <c:pt idx="2623">
                  <c:v>2.9404572036150984</c:v>
                </c:pt>
                <c:pt idx="2624">
                  <c:v>3.0903774587985113</c:v>
                </c:pt>
                <c:pt idx="2625">
                  <c:v>3.1190855927698031</c:v>
                </c:pt>
                <c:pt idx="2626">
                  <c:v>3.2615629984051036</c:v>
                </c:pt>
                <c:pt idx="2627">
                  <c:v>3.3567251461988303</c:v>
                </c:pt>
                <c:pt idx="2628">
                  <c:v>3.4066985645933014</c:v>
                </c:pt>
                <c:pt idx="2629">
                  <c:v>3.3577884104199893</c:v>
                </c:pt>
                <c:pt idx="2630">
                  <c:v>3.3726741095162147</c:v>
                </c:pt>
                <c:pt idx="2631">
                  <c:v>3.3795853269537481</c:v>
                </c:pt>
                <c:pt idx="2632">
                  <c:v>3.3141945773524721</c:v>
                </c:pt>
                <c:pt idx="2633">
                  <c:v>3.2961190855927698</c:v>
                </c:pt>
                <c:pt idx="2634">
                  <c:v>3.467304625199362</c:v>
                </c:pt>
                <c:pt idx="2635">
                  <c:v>3.4726209463051569</c:v>
                </c:pt>
                <c:pt idx="2636">
                  <c:v>3.3184476342371081</c:v>
                </c:pt>
                <c:pt idx="2637">
                  <c:v>3.4364699627857522</c:v>
                </c:pt>
                <c:pt idx="2638">
                  <c:v>3.268474215842637</c:v>
                </c:pt>
                <c:pt idx="2639">
                  <c:v>3.340776182881446</c:v>
                </c:pt>
                <c:pt idx="2640">
                  <c:v>3.4082934609250399</c:v>
                </c:pt>
                <c:pt idx="2641">
                  <c:v>3.4710260499734185</c:v>
                </c:pt>
                <c:pt idx="2642">
                  <c:v>3.6289207868155238</c:v>
                </c:pt>
                <c:pt idx="2643">
                  <c:v>3.7240829346092506</c:v>
                </c:pt>
                <c:pt idx="2644">
                  <c:v>3.8133971291866029</c:v>
                </c:pt>
                <c:pt idx="2645">
                  <c:v>3.9734183944710262</c:v>
                </c:pt>
                <c:pt idx="2646">
                  <c:v>4.0186071238702814</c:v>
                </c:pt>
                <c:pt idx="2647">
                  <c:v>3.9080276448697502</c:v>
                </c:pt>
                <c:pt idx="2648">
                  <c:v>3.8054226475279105</c:v>
                </c:pt>
                <c:pt idx="2649">
                  <c:v>3.5885167464114831</c:v>
                </c:pt>
                <c:pt idx="2650">
                  <c:v>3.5640616693248273</c:v>
                </c:pt>
                <c:pt idx="2651">
                  <c:v>3.4556087187666136</c:v>
                </c:pt>
                <c:pt idx="2652">
                  <c:v>3.532695374800638</c:v>
                </c:pt>
                <c:pt idx="2653">
                  <c:v>3.659223817118554</c:v>
                </c:pt>
                <c:pt idx="2654">
                  <c:v>3.531632110579479</c:v>
                </c:pt>
                <c:pt idx="2655">
                  <c:v>3.4258373205741628</c:v>
                </c:pt>
                <c:pt idx="2656">
                  <c:v>3.4327485380116958</c:v>
                </c:pt>
                <c:pt idx="2657">
                  <c:v>3.2296650717703348</c:v>
                </c:pt>
                <c:pt idx="2658">
                  <c:v>3.2589048378522061</c:v>
                </c:pt>
                <c:pt idx="2659">
                  <c:v>3.2833599149388624</c:v>
                </c:pt>
                <c:pt idx="2660">
                  <c:v>3.3131313131313131</c:v>
                </c:pt>
                <c:pt idx="2661">
                  <c:v>3.3705475810738967</c:v>
                </c:pt>
                <c:pt idx="2662">
                  <c:v>3.4412546517809677</c:v>
                </c:pt>
                <c:pt idx="2663">
                  <c:v>3.4912280701754388</c:v>
                </c:pt>
                <c:pt idx="2664">
                  <c:v>3.532695374800638</c:v>
                </c:pt>
                <c:pt idx="2665">
                  <c:v>3.4237107921318448</c:v>
                </c:pt>
                <c:pt idx="2666">
                  <c:v>3.5194045720361511</c:v>
                </c:pt>
                <c:pt idx="2667">
                  <c:v>3.5943646996278575</c:v>
                </c:pt>
                <c:pt idx="2668">
                  <c:v>3.7554492291334398</c:v>
                </c:pt>
                <c:pt idx="2669">
                  <c:v>3.7783094098883572</c:v>
                </c:pt>
                <c:pt idx="2670">
                  <c:v>3.6932482721956408</c:v>
                </c:pt>
                <c:pt idx="2671">
                  <c:v>3.7267410951621476</c:v>
                </c:pt>
                <c:pt idx="2672">
                  <c:v>3.8431685273790537</c:v>
                </c:pt>
                <c:pt idx="2673">
                  <c:v>3.9681020733652312</c:v>
                </c:pt>
                <c:pt idx="2674">
                  <c:v>4.0069112174375334</c:v>
                </c:pt>
                <c:pt idx="2675">
                  <c:v>3.8899521531100478</c:v>
                </c:pt>
                <c:pt idx="2676">
                  <c:v>3.9526847421584264</c:v>
                </c:pt>
                <c:pt idx="2677">
                  <c:v>3.9457735247208929</c:v>
                </c:pt>
                <c:pt idx="2678">
                  <c:v>3.8309409888357258</c:v>
                </c:pt>
                <c:pt idx="2679">
                  <c:v>3.8548644338118021</c:v>
                </c:pt>
                <c:pt idx="2680">
                  <c:v>3.8856990962254119</c:v>
                </c:pt>
                <c:pt idx="2681">
                  <c:v>3.9542796384901648</c:v>
                </c:pt>
                <c:pt idx="2682">
                  <c:v>3.998936735778841</c:v>
                </c:pt>
                <c:pt idx="2683">
                  <c:v>4.0510366826156297</c:v>
                </c:pt>
                <c:pt idx="2684">
                  <c:v>4.079213184476342</c:v>
                </c:pt>
                <c:pt idx="2685">
                  <c:v>3.9112174375332271</c:v>
                </c:pt>
                <c:pt idx="2686">
                  <c:v>3.9595959595959598</c:v>
                </c:pt>
                <c:pt idx="2687">
                  <c:v>4.002126528442318</c:v>
                </c:pt>
                <c:pt idx="2688">
                  <c:v>4.0701754385964914</c:v>
                </c:pt>
                <c:pt idx="2689">
                  <c:v>4.0467836257309946</c:v>
                </c:pt>
                <c:pt idx="2690">
                  <c:v>4.1010101010101012</c:v>
                </c:pt>
                <c:pt idx="2691">
                  <c:v>4.0536948431685271</c:v>
                </c:pt>
                <c:pt idx="2692">
                  <c:v>4.2445507708665602</c:v>
                </c:pt>
                <c:pt idx="2693">
                  <c:v>4.266879319510898</c:v>
                </c:pt>
                <c:pt idx="2694">
                  <c:v>4.3221690590111645</c:v>
                </c:pt>
                <c:pt idx="2695">
                  <c:v>4.3024986709197233</c:v>
                </c:pt>
                <c:pt idx="2696">
                  <c:v>4.2174375332270069</c:v>
                </c:pt>
                <c:pt idx="2697">
                  <c:v>4.1765018607123867</c:v>
                </c:pt>
                <c:pt idx="2698">
                  <c:v>4.3115364167995747</c:v>
                </c:pt>
                <c:pt idx="2699">
                  <c:v>4.3530037214247743</c:v>
                </c:pt>
                <c:pt idx="2700">
                  <c:v>4.3508771929824563</c:v>
                </c:pt>
                <c:pt idx="2701">
                  <c:v>4.4348750664540137</c:v>
                </c:pt>
                <c:pt idx="2702">
                  <c:v>4.4348750664540137</c:v>
                </c:pt>
                <c:pt idx="2703">
                  <c:v>4.4348750664540137</c:v>
                </c:pt>
                <c:pt idx="2704">
                  <c:v>4.4348750664540137</c:v>
                </c:pt>
                <c:pt idx="2705">
                  <c:v>4.4348750664540137</c:v>
                </c:pt>
                <c:pt idx="2706">
                  <c:v>4.4348750664540137</c:v>
                </c:pt>
                <c:pt idx="2707">
                  <c:v>4.4885699096225409</c:v>
                </c:pt>
                <c:pt idx="2708">
                  <c:v>4.5470494417862835</c:v>
                </c:pt>
                <c:pt idx="2709">
                  <c:v>4.5385433280170124</c:v>
                </c:pt>
                <c:pt idx="2710">
                  <c:v>4.5571504518872938</c:v>
                </c:pt>
                <c:pt idx="2711">
                  <c:v>4.4556087187666131</c:v>
                </c:pt>
                <c:pt idx="2712">
                  <c:v>4.4497607655502396</c:v>
                </c:pt>
                <c:pt idx="2713">
                  <c:v>4.3918128654970756</c:v>
                </c:pt>
                <c:pt idx="2714">
                  <c:v>4.2860180754917598</c:v>
                </c:pt>
                <c:pt idx="2715">
                  <c:v>4.2211589580010633</c:v>
                </c:pt>
                <c:pt idx="2716">
                  <c:v>4.2030834662413614</c:v>
                </c:pt>
                <c:pt idx="2717">
                  <c:v>4.078149920255183</c:v>
                </c:pt>
                <c:pt idx="2718">
                  <c:v>4.0707070707070709</c:v>
                </c:pt>
                <c:pt idx="2719">
                  <c:v>4.1802232854864432</c:v>
                </c:pt>
                <c:pt idx="2720">
                  <c:v>4.1855396065922381</c:v>
                </c:pt>
                <c:pt idx="2721">
                  <c:v>4.131844763423711</c:v>
                </c:pt>
                <c:pt idx="2722">
                  <c:v>4.0893141945773523</c:v>
                </c:pt>
                <c:pt idx="2723">
                  <c:v>4.0435938330675176</c:v>
                </c:pt>
                <c:pt idx="2724">
                  <c:v>4.1121743753322697</c:v>
                </c:pt>
                <c:pt idx="2725">
                  <c:v>3.8495481127060076</c:v>
                </c:pt>
                <c:pt idx="2726">
                  <c:v>3.8670919723551305</c:v>
                </c:pt>
                <c:pt idx="2727">
                  <c:v>3.8479532163742691</c:v>
                </c:pt>
                <c:pt idx="2728">
                  <c:v>3.7421584263689529</c:v>
                </c:pt>
                <c:pt idx="2729">
                  <c:v>3.5598086124401913</c:v>
                </c:pt>
                <c:pt idx="2730">
                  <c:v>3.5252525252525251</c:v>
                </c:pt>
                <c:pt idx="2731">
                  <c:v>3.6411483253588517</c:v>
                </c:pt>
                <c:pt idx="2732">
                  <c:v>3.6384901648059542</c:v>
                </c:pt>
                <c:pt idx="2733">
                  <c:v>3.7182349813928761</c:v>
                </c:pt>
                <c:pt idx="2734">
                  <c:v>3.73471557682084</c:v>
                </c:pt>
                <c:pt idx="2735">
                  <c:v>3.7729930887825627</c:v>
                </c:pt>
                <c:pt idx="2736">
                  <c:v>3.8452950558213717</c:v>
                </c:pt>
                <c:pt idx="2737">
                  <c:v>3.8149920255183414</c:v>
                </c:pt>
                <c:pt idx="2738">
                  <c:v>3.7804359383306751</c:v>
                </c:pt>
                <c:pt idx="2739">
                  <c:v>3.6310473152578417</c:v>
                </c:pt>
                <c:pt idx="2740">
                  <c:v>3.6485911749069642</c:v>
                </c:pt>
                <c:pt idx="2741">
                  <c:v>3.7320574162679425</c:v>
                </c:pt>
                <c:pt idx="2742">
                  <c:v>3.7102604997341841</c:v>
                </c:pt>
                <c:pt idx="2743">
                  <c:v>3.6826156299840509</c:v>
                </c:pt>
                <c:pt idx="2744">
                  <c:v>3.6826156299840509</c:v>
                </c:pt>
                <c:pt idx="2745">
                  <c:v>3.6826156299840509</c:v>
                </c:pt>
                <c:pt idx="2746">
                  <c:v>3.8213716108452949</c:v>
                </c:pt>
                <c:pt idx="2747">
                  <c:v>3.8054226475279105</c:v>
                </c:pt>
                <c:pt idx="2748">
                  <c:v>3.9000531632110578</c:v>
                </c:pt>
                <c:pt idx="2749">
                  <c:v>3.9409888357256779</c:v>
                </c:pt>
                <c:pt idx="2750">
                  <c:v>3.8761297182349814</c:v>
                </c:pt>
                <c:pt idx="2751">
                  <c:v>3.8867623604465709</c:v>
                </c:pt>
                <c:pt idx="2752">
                  <c:v>3.7926634768740031</c:v>
                </c:pt>
                <c:pt idx="2753">
                  <c:v>3.7527910685805423</c:v>
                </c:pt>
                <c:pt idx="2754">
                  <c:v>3.7171717171717171</c:v>
                </c:pt>
                <c:pt idx="2755">
                  <c:v>3.601275917065391</c:v>
                </c:pt>
                <c:pt idx="2756">
                  <c:v>3.7081339712918662</c:v>
                </c:pt>
                <c:pt idx="2757">
                  <c:v>3.669324827219564</c:v>
                </c:pt>
                <c:pt idx="2758">
                  <c:v>3.5374800637958534</c:v>
                </c:pt>
                <c:pt idx="2759">
                  <c:v>3.4981392876129718</c:v>
                </c:pt>
                <c:pt idx="2760">
                  <c:v>3.4194577352472089</c:v>
                </c:pt>
                <c:pt idx="2761">
                  <c:v>3.4800637958532694</c:v>
                </c:pt>
                <c:pt idx="2762">
                  <c:v>3.3875598086124401</c:v>
                </c:pt>
                <c:pt idx="2763">
                  <c:v>3.3875598086124401</c:v>
                </c:pt>
                <c:pt idx="2764">
                  <c:v>3.3769271664008507</c:v>
                </c:pt>
                <c:pt idx="2765">
                  <c:v>3.3115364167995747</c:v>
                </c:pt>
                <c:pt idx="2766">
                  <c:v>3.2301967038809143</c:v>
                </c:pt>
                <c:pt idx="2767">
                  <c:v>3.2206273258904838</c:v>
                </c:pt>
                <c:pt idx="2768">
                  <c:v>3.2913343965975543</c:v>
                </c:pt>
                <c:pt idx="2769">
                  <c:v>3.3471557682083999</c:v>
                </c:pt>
                <c:pt idx="2770">
                  <c:v>3.3099415204678362</c:v>
                </c:pt>
                <c:pt idx="2771">
                  <c:v>3.1626794258373208</c:v>
                </c:pt>
                <c:pt idx="2772">
                  <c:v>3.3503455608718768</c:v>
                </c:pt>
                <c:pt idx="2773">
                  <c:v>3.3179160021265286</c:v>
                </c:pt>
                <c:pt idx="2774">
                  <c:v>3.3567251461988303</c:v>
                </c:pt>
                <c:pt idx="2775">
                  <c:v>3.3301435406698565</c:v>
                </c:pt>
                <c:pt idx="2776">
                  <c:v>3.3577884104199893</c:v>
                </c:pt>
                <c:pt idx="2777">
                  <c:v>3.3476874003189794</c:v>
                </c:pt>
                <c:pt idx="2778">
                  <c:v>3.2780435938330674</c:v>
                </c:pt>
                <c:pt idx="2779">
                  <c:v>3.3615098351940458</c:v>
                </c:pt>
                <c:pt idx="2780">
                  <c:v>3.4338118022328548</c:v>
                </c:pt>
                <c:pt idx="2781">
                  <c:v>3.4758107389686339</c:v>
                </c:pt>
                <c:pt idx="2782">
                  <c:v>3.4821903242955874</c:v>
                </c:pt>
                <c:pt idx="2783">
                  <c:v>3.4928229665071768</c:v>
                </c:pt>
                <c:pt idx="2784">
                  <c:v>3.4646464646464645</c:v>
                </c:pt>
                <c:pt idx="2785">
                  <c:v>3.4502923976608186</c:v>
                </c:pt>
                <c:pt idx="2786">
                  <c:v>3.5475810738968634</c:v>
                </c:pt>
                <c:pt idx="2787">
                  <c:v>3.5475810738968634</c:v>
                </c:pt>
                <c:pt idx="2788">
                  <c:v>3.5523657628920788</c:v>
                </c:pt>
                <c:pt idx="2789">
                  <c:v>3.5130249867091972</c:v>
                </c:pt>
                <c:pt idx="2790">
                  <c:v>3.5124933545986177</c:v>
                </c:pt>
                <c:pt idx="2791">
                  <c:v>3.5135566188197767</c:v>
                </c:pt>
                <c:pt idx="2792">
                  <c:v>3.4752791068580544</c:v>
                </c:pt>
                <c:pt idx="2793">
                  <c:v>3.4843168527379054</c:v>
                </c:pt>
                <c:pt idx="2794">
                  <c:v>3.5619351408825093</c:v>
                </c:pt>
                <c:pt idx="2795">
                  <c:v>3.5204678362573101</c:v>
                </c:pt>
                <c:pt idx="2796">
                  <c:v>3.5518341307814993</c:v>
                </c:pt>
                <c:pt idx="2797">
                  <c:v>3.539606592238171</c:v>
                </c:pt>
                <c:pt idx="2798">
                  <c:v>3.541733120680489</c:v>
                </c:pt>
                <c:pt idx="2799">
                  <c:v>3.4439128123338651</c:v>
                </c:pt>
                <c:pt idx="2800">
                  <c:v>3.4120148856990964</c:v>
                </c:pt>
                <c:pt idx="2801">
                  <c:v>3.4183944710260499</c:v>
                </c:pt>
                <c:pt idx="2802">
                  <c:v>3.2668793195108985</c:v>
                </c:pt>
                <c:pt idx="2803">
                  <c:v>3.264221158958001</c:v>
                </c:pt>
                <c:pt idx="2804">
                  <c:v>3.3024986709197237</c:v>
                </c:pt>
                <c:pt idx="2805">
                  <c:v>3.3880914407230196</c:v>
                </c:pt>
                <c:pt idx="2806">
                  <c:v>3.3955342902711325</c:v>
                </c:pt>
                <c:pt idx="2807">
                  <c:v>3.5901116427432216</c:v>
                </c:pt>
                <c:pt idx="2808">
                  <c:v>3.6220095693779903</c:v>
                </c:pt>
                <c:pt idx="2809">
                  <c:v>3.6342371079213183</c:v>
                </c:pt>
                <c:pt idx="2810">
                  <c:v>3.6517809675704411</c:v>
                </c:pt>
                <c:pt idx="2811">
                  <c:v>3.5794790005316321</c:v>
                </c:pt>
                <c:pt idx="2812">
                  <c:v>3.5964912280701755</c:v>
                </c:pt>
                <c:pt idx="2813">
                  <c:v>3.7214247740563531</c:v>
                </c:pt>
                <c:pt idx="2814">
                  <c:v>3.7618288144603933</c:v>
                </c:pt>
                <c:pt idx="2815">
                  <c:v>3.7607655502392343</c:v>
                </c:pt>
                <c:pt idx="2816">
                  <c:v>3.733652312599681</c:v>
                </c:pt>
                <c:pt idx="2817">
                  <c:v>3.8123338649654439</c:v>
                </c:pt>
                <c:pt idx="2818">
                  <c:v>3.8139287612971824</c:v>
                </c:pt>
                <c:pt idx="2819">
                  <c:v>3.8240297713981923</c:v>
                </c:pt>
                <c:pt idx="2820">
                  <c:v>3.8394471026049972</c:v>
                </c:pt>
                <c:pt idx="2821">
                  <c:v>3.794790005316321</c:v>
                </c:pt>
                <c:pt idx="2822">
                  <c:v>3.8639021796916535</c:v>
                </c:pt>
                <c:pt idx="2823">
                  <c:v>3.8575225943646996</c:v>
                </c:pt>
                <c:pt idx="2824">
                  <c:v>3.7788410419989367</c:v>
                </c:pt>
                <c:pt idx="2825">
                  <c:v>3.7692716640085062</c:v>
                </c:pt>
                <c:pt idx="2826">
                  <c:v>3.8479532163742691</c:v>
                </c:pt>
                <c:pt idx="2827">
                  <c:v>3.7985114300903775</c:v>
                </c:pt>
                <c:pt idx="2828">
                  <c:v>3.7942583732057416</c:v>
                </c:pt>
                <c:pt idx="2829">
                  <c:v>3.7937267410951621</c:v>
                </c:pt>
                <c:pt idx="2830">
                  <c:v>3.5837320574162681</c:v>
                </c:pt>
                <c:pt idx="2831">
                  <c:v>3.5821371610845296</c:v>
                </c:pt>
                <c:pt idx="2832">
                  <c:v>3.4859117490696439</c:v>
                </c:pt>
                <c:pt idx="2833">
                  <c:v>3.5119617224880382</c:v>
                </c:pt>
                <c:pt idx="2834">
                  <c:v>3.6331738437001593</c:v>
                </c:pt>
                <c:pt idx="2835">
                  <c:v>3.6464646464646466</c:v>
                </c:pt>
                <c:pt idx="2836">
                  <c:v>3.6480595427963851</c:v>
                </c:pt>
                <c:pt idx="2837">
                  <c:v>3.5922381711855396</c:v>
                </c:pt>
                <c:pt idx="2838">
                  <c:v>3.6257309941520468</c:v>
                </c:pt>
                <c:pt idx="2839">
                  <c:v>3.5879851143009036</c:v>
                </c:pt>
                <c:pt idx="2840">
                  <c:v>3.5608718766613503</c:v>
                </c:pt>
                <c:pt idx="2841">
                  <c:v>3.4928229665071768</c:v>
                </c:pt>
                <c:pt idx="2842">
                  <c:v>3.5215311004784691</c:v>
                </c:pt>
                <c:pt idx="2843">
                  <c:v>3.5199362041467306</c:v>
                </c:pt>
                <c:pt idx="2844">
                  <c:v>3.5279106858054226</c:v>
                </c:pt>
                <c:pt idx="2845">
                  <c:v>3.5135566188197767</c:v>
                </c:pt>
                <c:pt idx="2846">
                  <c:v>3.5252525252525251</c:v>
                </c:pt>
                <c:pt idx="2847">
                  <c:v>3.6230728335991493</c:v>
                </c:pt>
                <c:pt idx="2848">
                  <c:v>3.6406166932482722</c:v>
                </c:pt>
                <c:pt idx="2849">
                  <c:v>3.6087187666135034</c:v>
                </c:pt>
                <c:pt idx="2850">
                  <c:v>3.5885167464114831</c:v>
                </c:pt>
                <c:pt idx="2851">
                  <c:v>3.4992025518341308</c:v>
                </c:pt>
                <c:pt idx="2852">
                  <c:v>3.5975544922913345</c:v>
                </c:pt>
                <c:pt idx="2853">
                  <c:v>3.5901116427432216</c:v>
                </c:pt>
                <c:pt idx="2854">
                  <c:v>3.6251993620414673</c:v>
                </c:pt>
                <c:pt idx="2855">
                  <c:v>3.6251993620414673</c:v>
                </c:pt>
                <c:pt idx="2856">
                  <c:v>3.5810738968633706</c:v>
                </c:pt>
                <c:pt idx="2857">
                  <c:v>3.5034556087187667</c:v>
                </c:pt>
                <c:pt idx="2858">
                  <c:v>3.5156831472620946</c:v>
                </c:pt>
                <c:pt idx="2859">
                  <c:v>3.5810738968633706</c:v>
                </c:pt>
                <c:pt idx="2860">
                  <c:v>3.3944710260499735</c:v>
                </c:pt>
                <c:pt idx="2861">
                  <c:v>3.3817118553960661</c:v>
                </c:pt>
                <c:pt idx="2862">
                  <c:v>3.4088250930356194</c:v>
                </c:pt>
                <c:pt idx="2863">
                  <c:v>3.2323232323232323</c:v>
                </c:pt>
                <c:pt idx="2864">
                  <c:v>3.0552897395002656</c:v>
                </c:pt>
                <c:pt idx="2865">
                  <c:v>2.9202551834130781</c:v>
                </c:pt>
                <c:pt idx="2866">
                  <c:v>3.0037214247740565</c:v>
                </c:pt>
                <c:pt idx="2867">
                  <c:v>2.9282296650717705</c:v>
                </c:pt>
                <c:pt idx="2868">
                  <c:v>2.8320042530568847</c:v>
                </c:pt>
                <c:pt idx="2869">
                  <c:v>2.9532163742690059</c:v>
                </c:pt>
                <c:pt idx="2870">
                  <c:v>2.9532163742690059</c:v>
                </c:pt>
                <c:pt idx="2871">
                  <c:v>2.9532163742690059</c:v>
                </c:pt>
                <c:pt idx="2872">
                  <c:v>2.9532163742690059</c:v>
                </c:pt>
                <c:pt idx="2873">
                  <c:v>2.9532163742690059</c:v>
                </c:pt>
                <c:pt idx="2874">
                  <c:v>2.9532163742690059</c:v>
                </c:pt>
                <c:pt idx="2875">
                  <c:v>2.9585326953748008</c:v>
                </c:pt>
                <c:pt idx="2876">
                  <c:v>3.0005316321105795</c:v>
                </c:pt>
                <c:pt idx="2877">
                  <c:v>3.0728335991493885</c:v>
                </c:pt>
                <c:pt idx="2878">
                  <c:v>3.0340244550770867</c:v>
                </c:pt>
                <c:pt idx="2879">
                  <c:v>3.069643806485912</c:v>
                </c:pt>
                <c:pt idx="2880">
                  <c:v>3.0515683147262096</c:v>
                </c:pt>
                <c:pt idx="2881">
                  <c:v>2.9027113237639552</c:v>
                </c:pt>
                <c:pt idx="2882">
                  <c:v>2.8298777246145668</c:v>
                </c:pt>
                <c:pt idx="2883">
                  <c:v>2.7054758107389687</c:v>
                </c:pt>
                <c:pt idx="2884">
                  <c:v>2.6278575225943648</c:v>
                </c:pt>
                <c:pt idx="2885">
                  <c:v>2.7985114300903775</c:v>
                </c:pt>
                <c:pt idx="2886">
                  <c:v>2.8335991493886232</c:v>
                </c:pt>
                <c:pt idx="2887">
                  <c:v>2.8548644338118021</c:v>
                </c:pt>
                <c:pt idx="2888">
                  <c:v>2.9362041467304625</c:v>
                </c:pt>
                <c:pt idx="2889">
                  <c:v>2.9574694311536418</c:v>
                </c:pt>
                <c:pt idx="2890">
                  <c:v>2.8819776714513559</c:v>
                </c:pt>
                <c:pt idx="2891">
                  <c:v>2.808080808080808</c:v>
                </c:pt>
                <c:pt idx="2892">
                  <c:v>2.8676236044657095</c:v>
                </c:pt>
                <c:pt idx="2893">
                  <c:v>2.7442849548112704</c:v>
                </c:pt>
                <c:pt idx="2894">
                  <c:v>2.9144072301967037</c:v>
                </c:pt>
                <c:pt idx="2895">
                  <c:v>2.8219032429558744</c:v>
                </c:pt>
                <c:pt idx="2896">
                  <c:v>2.7698032961190857</c:v>
                </c:pt>
                <c:pt idx="2897">
                  <c:v>2.7283359914938861</c:v>
                </c:pt>
                <c:pt idx="2898">
                  <c:v>2.603934077618288</c:v>
                </c:pt>
                <c:pt idx="2899">
                  <c:v>2.5667198298777247</c:v>
                </c:pt>
                <c:pt idx="2900">
                  <c:v>2.7299308878256245</c:v>
                </c:pt>
                <c:pt idx="2901">
                  <c:v>2.7272727272727271</c:v>
                </c:pt>
                <c:pt idx="2902">
                  <c:v>2.6586921850079746</c:v>
                </c:pt>
                <c:pt idx="2903">
                  <c:v>2.7485380116959064</c:v>
                </c:pt>
                <c:pt idx="2904">
                  <c:v>2.6921850079744818</c:v>
                </c:pt>
                <c:pt idx="2905">
                  <c:v>2.6156299840510369</c:v>
                </c:pt>
                <c:pt idx="2906">
                  <c:v>2.6400850611376927</c:v>
                </c:pt>
                <c:pt idx="2907">
                  <c:v>2.6267942583732058</c:v>
                </c:pt>
                <c:pt idx="2908">
                  <c:v>2.600212652844232</c:v>
                </c:pt>
                <c:pt idx="2909">
                  <c:v>2.667198298777246</c:v>
                </c:pt>
                <c:pt idx="2910">
                  <c:v>2.6751727804359384</c:v>
                </c:pt>
                <c:pt idx="2911">
                  <c:v>2.6358320042530567</c:v>
                </c:pt>
                <c:pt idx="2912">
                  <c:v>2.7565124933545988</c:v>
                </c:pt>
                <c:pt idx="2913">
                  <c:v>2.7538543328017013</c:v>
                </c:pt>
                <c:pt idx="2914">
                  <c:v>2.7671451355661882</c:v>
                </c:pt>
                <c:pt idx="2915">
                  <c:v>2.7740563530037212</c:v>
                </c:pt>
                <c:pt idx="2916">
                  <c:v>2.8421052631578947</c:v>
                </c:pt>
                <c:pt idx="2917">
                  <c:v>2.8298777246145668</c:v>
                </c:pt>
                <c:pt idx="2918">
                  <c:v>2.7735247208931417</c:v>
                </c:pt>
                <c:pt idx="2919">
                  <c:v>2.7363104731525785</c:v>
                </c:pt>
                <c:pt idx="2920">
                  <c:v>2.7006911217437533</c:v>
                </c:pt>
                <c:pt idx="2921">
                  <c:v>2.7081339712918662</c:v>
                </c:pt>
                <c:pt idx="2922">
                  <c:v>2.593833067517278</c:v>
                </c:pt>
                <c:pt idx="2923">
                  <c:v>2.6549707602339181</c:v>
                </c:pt>
                <c:pt idx="2924">
                  <c:v>2.6246677299308878</c:v>
                </c:pt>
                <c:pt idx="2925">
                  <c:v>2.6491228070175437</c:v>
                </c:pt>
                <c:pt idx="2926">
                  <c:v>2.6874003189792663</c:v>
                </c:pt>
                <c:pt idx="2927">
                  <c:v>2.6820839978734714</c:v>
                </c:pt>
                <c:pt idx="2928">
                  <c:v>2.7192982456140351</c:v>
                </c:pt>
                <c:pt idx="2929">
                  <c:v>2.6459330143540671</c:v>
                </c:pt>
                <c:pt idx="2930">
                  <c:v>2.6464646464646466</c:v>
                </c:pt>
                <c:pt idx="2931">
                  <c:v>2.5858585858585861</c:v>
                </c:pt>
                <c:pt idx="2932">
                  <c:v>2.5688463583200427</c:v>
                </c:pt>
                <c:pt idx="2933">
                  <c:v>2.5688463583200427</c:v>
                </c:pt>
                <c:pt idx="2934">
                  <c:v>2.5151515151515151</c:v>
                </c:pt>
                <c:pt idx="2935">
                  <c:v>2.5964912280701755</c:v>
                </c:pt>
                <c:pt idx="2936">
                  <c:v>2.6166932482721958</c:v>
                </c:pt>
                <c:pt idx="2937">
                  <c:v>2.6145667198298779</c:v>
                </c:pt>
                <c:pt idx="2938">
                  <c:v>2.6517809675704411</c:v>
                </c:pt>
                <c:pt idx="2939">
                  <c:v>2.6874003189792663</c:v>
                </c:pt>
                <c:pt idx="2940">
                  <c:v>2.6916533758639023</c:v>
                </c:pt>
                <c:pt idx="2941">
                  <c:v>2.66347687400319</c:v>
                </c:pt>
                <c:pt idx="2942">
                  <c:v>2.7910685805422646</c:v>
                </c:pt>
                <c:pt idx="2943">
                  <c:v>2.8234981392876128</c:v>
                </c:pt>
                <c:pt idx="2944">
                  <c:v>2.8649654439128125</c:v>
                </c:pt>
                <c:pt idx="2945">
                  <c:v>2.9707602339181287</c:v>
                </c:pt>
                <c:pt idx="2946">
                  <c:v>2.9707602339181287</c:v>
                </c:pt>
                <c:pt idx="2947">
                  <c:v>2.9707602339181287</c:v>
                </c:pt>
                <c:pt idx="2948">
                  <c:v>2.9707602339181287</c:v>
                </c:pt>
                <c:pt idx="2949">
                  <c:v>2.9707602339181287</c:v>
                </c:pt>
                <c:pt idx="2950">
                  <c:v>2.9707602339181287</c:v>
                </c:pt>
                <c:pt idx="2951">
                  <c:v>2.8920786815523658</c:v>
                </c:pt>
                <c:pt idx="2952">
                  <c:v>2.9431153641679959</c:v>
                </c:pt>
                <c:pt idx="2953">
                  <c:v>2.9005847953216373</c:v>
                </c:pt>
                <c:pt idx="2954">
                  <c:v>2.9064327485380117</c:v>
                </c:pt>
                <c:pt idx="2955">
                  <c:v>2.9484316852737904</c:v>
                </c:pt>
                <c:pt idx="2956">
                  <c:v>3.0414673046251992</c:v>
                </c:pt>
                <c:pt idx="2957">
                  <c:v>3.0143540669856459</c:v>
                </c:pt>
                <c:pt idx="2958">
                  <c:v>3.1015417331206807</c:v>
                </c:pt>
                <c:pt idx="2959">
                  <c:v>3.0616693248272195</c:v>
                </c:pt>
                <c:pt idx="2960">
                  <c:v>3.0106326422115894</c:v>
                </c:pt>
                <c:pt idx="2961">
                  <c:v>3.0191387559808613</c:v>
                </c:pt>
                <c:pt idx="2962">
                  <c:v>3.004253056884636</c:v>
                </c:pt>
                <c:pt idx="2963">
                  <c:v>3.0478468899521531</c:v>
                </c:pt>
                <c:pt idx="2964">
                  <c:v>2.937799043062201</c:v>
                </c:pt>
                <c:pt idx="2965">
                  <c:v>2.9622541201488568</c:v>
                </c:pt>
                <c:pt idx="2966">
                  <c:v>3.0738968633705475</c:v>
                </c:pt>
                <c:pt idx="2967">
                  <c:v>3.0940988835725678</c:v>
                </c:pt>
                <c:pt idx="2968">
                  <c:v>3.1084529505582137</c:v>
                </c:pt>
                <c:pt idx="2969">
                  <c:v>3.1063264221158957</c:v>
                </c:pt>
                <c:pt idx="2970">
                  <c:v>3.0738968633705475</c:v>
                </c:pt>
                <c:pt idx="2971">
                  <c:v>3.1169590643274856</c:v>
                </c:pt>
                <c:pt idx="2972">
                  <c:v>3.1291866028708135</c:v>
                </c:pt>
                <c:pt idx="2973">
                  <c:v>3.0871876661350344</c:v>
                </c:pt>
                <c:pt idx="2974">
                  <c:v>3.1206804891015416</c:v>
                </c:pt>
                <c:pt idx="2975">
                  <c:v>3.0749601275917064</c:v>
                </c:pt>
                <c:pt idx="2976">
                  <c:v>3.0334928229665072</c:v>
                </c:pt>
                <c:pt idx="2977">
                  <c:v>2.9861775651249336</c:v>
                </c:pt>
                <c:pt idx="2978">
                  <c:v>2.9776714513556617</c:v>
                </c:pt>
                <c:pt idx="2979">
                  <c:v>3.0579479000531631</c:v>
                </c:pt>
                <c:pt idx="2980">
                  <c:v>3.0616693248272195</c:v>
                </c:pt>
                <c:pt idx="2981">
                  <c:v>3.0930356193514088</c:v>
                </c:pt>
                <c:pt idx="2982">
                  <c:v>3.0701754385964914</c:v>
                </c:pt>
                <c:pt idx="2983">
                  <c:v>3.0377458798511432</c:v>
                </c:pt>
                <c:pt idx="2984">
                  <c:v>3.0292397660818713</c:v>
                </c:pt>
                <c:pt idx="2985">
                  <c:v>2.9973418394471025</c:v>
                </c:pt>
                <c:pt idx="2986">
                  <c:v>2.9840510366826156</c:v>
                </c:pt>
                <c:pt idx="2987">
                  <c:v>3.0244550770866558</c:v>
                </c:pt>
                <c:pt idx="2988">
                  <c:v>2.9888357256778311</c:v>
                </c:pt>
                <c:pt idx="2989">
                  <c:v>3.0074428495481129</c:v>
                </c:pt>
                <c:pt idx="2990">
                  <c:v>3.009037745879851</c:v>
                </c:pt>
                <c:pt idx="2991">
                  <c:v>3.0356193514088252</c:v>
                </c:pt>
                <c:pt idx="2992">
                  <c:v>3.0015948963317385</c:v>
                </c:pt>
                <c:pt idx="2993">
                  <c:v>2.9659755449229133</c:v>
                </c:pt>
                <c:pt idx="2994">
                  <c:v>2.9750132908027647</c:v>
                </c:pt>
                <c:pt idx="2995">
                  <c:v>2.9750132908027647</c:v>
                </c:pt>
                <c:pt idx="2996">
                  <c:v>2.9750132908027647</c:v>
                </c:pt>
                <c:pt idx="2997">
                  <c:v>2.9750132908027647</c:v>
                </c:pt>
                <c:pt idx="2998">
                  <c:v>2.9877724614566721</c:v>
                </c:pt>
                <c:pt idx="2999">
                  <c:v>2.8920786815523658</c:v>
                </c:pt>
                <c:pt idx="3000">
                  <c:v>2.9048378522062732</c:v>
                </c:pt>
                <c:pt idx="3001">
                  <c:v>2.8367889420520997</c:v>
                </c:pt>
                <c:pt idx="3002">
                  <c:v>2.8548644338118021</c:v>
                </c:pt>
                <c:pt idx="3003">
                  <c:v>2.8341307814992027</c:v>
                </c:pt>
                <c:pt idx="3004">
                  <c:v>2.8197767145135568</c:v>
                </c:pt>
                <c:pt idx="3005">
                  <c:v>2.8102073365231259</c:v>
                </c:pt>
                <c:pt idx="3006">
                  <c:v>2.8926103136629453</c:v>
                </c:pt>
                <c:pt idx="3007">
                  <c:v>2.8968633705475813</c:v>
                </c:pt>
                <c:pt idx="3008">
                  <c:v>2.8952684742158428</c:v>
                </c:pt>
                <c:pt idx="3009">
                  <c:v>2.8814460393407764</c:v>
                </c:pt>
                <c:pt idx="3010">
                  <c:v>2.8506113769271666</c:v>
                </c:pt>
                <c:pt idx="3011">
                  <c:v>2.8447634237107922</c:v>
                </c:pt>
                <c:pt idx="3012">
                  <c:v>2.8846358320042529</c:v>
                </c:pt>
                <c:pt idx="3013">
                  <c:v>2.8936735778841043</c:v>
                </c:pt>
                <c:pt idx="3014">
                  <c:v>2.8936735778841043</c:v>
                </c:pt>
                <c:pt idx="3015">
                  <c:v>2.8936735778841043</c:v>
                </c:pt>
                <c:pt idx="3016">
                  <c:v>2.9032429558745347</c:v>
                </c:pt>
                <c:pt idx="3017">
                  <c:v>2.8538011695906431</c:v>
                </c:pt>
                <c:pt idx="3018">
                  <c:v>2.861244019138756</c:v>
                </c:pt>
                <c:pt idx="3019">
                  <c:v>2.8304093567251463</c:v>
                </c:pt>
                <c:pt idx="3020">
                  <c:v>2.8399787347155767</c:v>
                </c:pt>
                <c:pt idx="3021">
                  <c:v>2.7751196172248802</c:v>
                </c:pt>
                <c:pt idx="3022">
                  <c:v>2.7884104199893676</c:v>
                </c:pt>
                <c:pt idx="3023">
                  <c:v>2.7155768208399786</c:v>
                </c:pt>
                <c:pt idx="3024">
                  <c:v>2.6432748538011697</c:v>
                </c:pt>
                <c:pt idx="3025">
                  <c:v>2.6246677299308878</c:v>
                </c:pt>
                <c:pt idx="3026">
                  <c:v>2.5507708665603404</c:v>
                </c:pt>
                <c:pt idx="3027">
                  <c:v>2.602870813397129</c:v>
                </c:pt>
                <c:pt idx="3028">
                  <c:v>2.5614035087719298</c:v>
                </c:pt>
                <c:pt idx="3029">
                  <c:v>2.6299840510366828</c:v>
                </c:pt>
                <c:pt idx="3030">
                  <c:v>2.6166932482721958</c:v>
                </c:pt>
                <c:pt idx="3031">
                  <c:v>2.5656565656565657</c:v>
                </c:pt>
                <c:pt idx="3032">
                  <c:v>2.5736310473152577</c:v>
                </c:pt>
                <c:pt idx="3033">
                  <c:v>2.5805422647527911</c:v>
                </c:pt>
                <c:pt idx="3034">
                  <c:v>2.6230728335991493</c:v>
                </c:pt>
                <c:pt idx="3035">
                  <c:v>2.5890483785220626</c:v>
                </c:pt>
                <c:pt idx="3036">
                  <c:v>2.5491759702286019</c:v>
                </c:pt>
                <c:pt idx="3037">
                  <c:v>2.5103668261562997</c:v>
                </c:pt>
                <c:pt idx="3038">
                  <c:v>2.3716108452950557</c:v>
                </c:pt>
                <c:pt idx="3039">
                  <c:v>2.3864965443912811</c:v>
                </c:pt>
                <c:pt idx="3040">
                  <c:v>2.4056353003721425</c:v>
                </c:pt>
                <c:pt idx="3041">
                  <c:v>2.4098883572567784</c:v>
                </c:pt>
                <c:pt idx="3042">
                  <c:v>2.3450292397660819</c:v>
                </c:pt>
                <c:pt idx="3043">
                  <c:v>2.4210526315789473</c:v>
                </c:pt>
                <c:pt idx="3044">
                  <c:v>2.3710792131844762</c:v>
                </c:pt>
                <c:pt idx="3045">
                  <c:v>2.3753322700691122</c:v>
                </c:pt>
                <c:pt idx="3046">
                  <c:v>2.3668261562998407</c:v>
                </c:pt>
                <c:pt idx="3047">
                  <c:v>2.4370015948963317</c:v>
                </c:pt>
                <c:pt idx="3048">
                  <c:v>2.4678362573099415</c:v>
                </c:pt>
                <c:pt idx="3049">
                  <c:v>2.4502923976608186</c:v>
                </c:pt>
                <c:pt idx="3050">
                  <c:v>2.4827219564061669</c:v>
                </c:pt>
                <c:pt idx="3051">
                  <c:v>2.399787347155768</c:v>
                </c:pt>
                <c:pt idx="3052">
                  <c:v>2.399787347155768</c:v>
                </c:pt>
                <c:pt idx="3053">
                  <c:v>2.3748006379585327</c:v>
                </c:pt>
                <c:pt idx="3054">
                  <c:v>2.3774587985114302</c:v>
                </c:pt>
                <c:pt idx="3055">
                  <c:v>2.3896863370547581</c:v>
                </c:pt>
                <c:pt idx="3056">
                  <c:v>2.4098883572567784</c:v>
                </c:pt>
                <c:pt idx="3057">
                  <c:v>2.4518872939925571</c:v>
                </c:pt>
                <c:pt idx="3058">
                  <c:v>2.4747474747474749</c:v>
                </c:pt>
                <c:pt idx="3059">
                  <c:v>2.5390749601275915</c:v>
                </c:pt>
                <c:pt idx="3060">
                  <c:v>2.5693779904306222</c:v>
                </c:pt>
                <c:pt idx="3061">
                  <c:v>2.5507708665603404</c:v>
                </c:pt>
                <c:pt idx="3062">
                  <c:v>2.5475810738968634</c:v>
                </c:pt>
                <c:pt idx="3063">
                  <c:v>2.534821903242956</c:v>
                </c:pt>
                <c:pt idx="3064">
                  <c:v>2.5390749601275915</c:v>
                </c:pt>
                <c:pt idx="3065">
                  <c:v>2.5390749601275915</c:v>
                </c:pt>
                <c:pt idx="3066">
                  <c:v>2.6034024455077085</c:v>
                </c:pt>
                <c:pt idx="3067">
                  <c:v>2.6172248803827749</c:v>
                </c:pt>
                <c:pt idx="3068">
                  <c:v>2.5805422647527911</c:v>
                </c:pt>
                <c:pt idx="3069">
                  <c:v>2.5332270069112175</c:v>
                </c:pt>
                <c:pt idx="3070">
                  <c:v>2.5608718766613503</c:v>
                </c:pt>
                <c:pt idx="3071">
                  <c:v>2.5364167995746945</c:v>
                </c:pt>
                <c:pt idx="3072">
                  <c:v>2.4253056884635833</c:v>
                </c:pt>
                <c:pt idx="3073">
                  <c:v>2.3705475810738967</c:v>
                </c:pt>
                <c:pt idx="3074">
                  <c:v>2.3450292397660819</c:v>
                </c:pt>
                <c:pt idx="3075">
                  <c:v>2.3615098351940458</c:v>
                </c:pt>
                <c:pt idx="3076">
                  <c:v>2.4183944710260499</c:v>
                </c:pt>
                <c:pt idx="3077">
                  <c:v>2.3779904306220097</c:v>
                </c:pt>
                <c:pt idx="3078">
                  <c:v>2.3864965443912811</c:v>
                </c:pt>
                <c:pt idx="3079">
                  <c:v>2.3923444976076556</c:v>
                </c:pt>
                <c:pt idx="3080">
                  <c:v>2.4035087719298245</c:v>
                </c:pt>
                <c:pt idx="3081">
                  <c:v>2.3891547049441786</c:v>
                </c:pt>
                <c:pt idx="3082">
                  <c:v>2.4024455077086655</c:v>
                </c:pt>
                <c:pt idx="3083">
                  <c:v>2.4130781499202554</c:v>
                </c:pt>
                <c:pt idx="3084">
                  <c:v>2.3535353535353534</c:v>
                </c:pt>
                <c:pt idx="3085">
                  <c:v>2.3886230728335991</c:v>
                </c:pt>
                <c:pt idx="3086">
                  <c:v>2.3710792131844762</c:v>
                </c:pt>
                <c:pt idx="3087">
                  <c:v>2.3014354066985647</c:v>
                </c:pt>
                <c:pt idx="3088">
                  <c:v>2.2732589048378524</c:v>
                </c:pt>
                <c:pt idx="3089">
                  <c:v>2.268474215842637</c:v>
                </c:pt>
                <c:pt idx="3090">
                  <c:v>2.2759170653907494</c:v>
                </c:pt>
                <c:pt idx="3091">
                  <c:v>2.3136629452418926</c:v>
                </c:pt>
                <c:pt idx="3092">
                  <c:v>2.2769803296119084</c:v>
                </c:pt>
                <c:pt idx="3093">
                  <c:v>2.2923976608187133</c:v>
                </c:pt>
                <c:pt idx="3094">
                  <c:v>2.2748538011695905</c:v>
                </c:pt>
                <c:pt idx="3095">
                  <c:v>2.3264221158958001</c:v>
                </c:pt>
                <c:pt idx="3096">
                  <c:v>2.3147262094630516</c:v>
                </c:pt>
                <c:pt idx="3097">
                  <c:v>2.397129186602871</c:v>
                </c:pt>
                <c:pt idx="3098">
                  <c:v>2.3779904306220097</c:v>
                </c:pt>
                <c:pt idx="3099">
                  <c:v>2.2977139819245083</c:v>
                </c:pt>
                <c:pt idx="3100">
                  <c:v>2.3147262094630516</c:v>
                </c:pt>
                <c:pt idx="3101">
                  <c:v>2.2849548112706008</c:v>
                </c:pt>
                <c:pt idx="3102">
                  <c:v>2.3195108984582671</c:v>
                </c:pt>
                <c:pt idx="3103">
                  <c:v>2.2971823498139288</c:v>
                </c:pt>
                <c:pt idx="3104">
                  <c:v>2.3423710792131844</c:v>
                </c:pt>
                <c:pt idx="3105">
                  <c:v>2.3567251461988303</c:v>
                </c:pt>
                <c:pt idx="3106">
                  <c:v>2.4502923976608186</c:v>
                </c:pt>
                <c:pt idx="3107">
                  <c:v>2.4763423710792134</c:v>
                </c:pt>
                <c:pt idx="3108">
                  <c:v>2.4880382775119618</c:v>
                </c:pt>
                <c:pt idx="3109">
                  <c:v>2.4540138224348751</c:v>
                </c:pt>
                <c:pt idx="3110">
                  <c:v>2.5911749069643806</c:v>
                </c:pt>
                <c:pt idx="3111">
                  <c:v>2.5927698032961191</c:v>
                </c:pt>
                <c:pt idx="3112">
                  <c:v>2.5842636895268476</c:v>
                </c:pt>
                <c:pt idx="3113">
                  <c:v>2.6087187666135034</c:v>
                </c:pt>
                <c:pt idx="3114">
                  <c:v>2.5390749601275915</c:v>
                </c:pt>
                <c:pt idx="3115">
                  <c:v>2.5667198298777247</c:v>
                </c:pt>
                <c:pt idx="3116">
                  <c:v>2.5055821371610847</c:v>
                </c:pt>
                <c:pt idx="3117">
                  <c:v>2.5151515151515151</c:v>
                </c:pt>
                <c:pt idx="3118">
                  <c:v>2.534821903242956</c:v>
                </c:pt>
                <c:pt idx="3119">
                  <c:v>2.5603402445507708</c:v>
                </c:pt>
                <c:pt idx="3120">
                  <c:v>2.6581605528973951</c:v>
                </c:pt>
                <c:pt idx="3121">
                  <c:v>2.6581605528973951</c:v>
                </c:pt>
                <c:pt idx="3122">
                  <c:v>2.6581605528973951</c:v>
                </c:pt>
                <c:pt idx="3123">
                  <c:v>2.6581605528973951</c:v>
                </c:pt>
                <c:pt idx="3124">
                  <c:v>2.6581605528973951</c:v>
                </c:pt>
                <c:pt idx="3125">
                  <c:v>2.6581605528973951</c:v>
                </c:pt>
                <c:pt idx="3126">
                  <c:v>2.6193514088250929</c:v>
                </c:pt>
                <c:pt idx="3127">
                  <c:v>2.733652312599681</c:v>
                </c:pt>
                <c:pt idx="3128">
                  <c:v>2.730462519936204</c:v>
                </c:pt>
                <c:pt idx="3129">
                  <c:v>2.7208931419457736</c:v>
                </c:pt>
                <c:pt idx="3130">
                  <c:v>2.6985645933014353</c:v>
                </c:pt>
                <c:pt idx="3131">
                  <c:v>2.6772993088782564</c:v>
                </c:pt>
                <c:pt idx="3132">
                  <c:v>2.6810207336523124</c:v>
                </c:pt>
                <c:pt idx="3133">
                  <c:v>2.6900584795321638</c:v>
                </c:pt>
                <c:pt idx="3134">
                  <c:v>2.7230196703880916</c:v>
                </c:pt>
                <c:pt idx="3135">
                  <c:v>2.6432748538011697</c:v>
                </c:pt>
                <c:pt idx="3136">
                  <c:v>2.6416799574694312</c:v>
                </c:pt>
                <c:pt idx="3137">
                  <c:v>2.5640616693248273</c:v>
                </c:pt>
                <c:pt idx="3138">
                  <c:v>2.5975544922913345</c:v>
                </c:pt>
                <c:pt idx="3139">
                  <c:v>2.6454013822434876</c:v>
                </c:pt>
                <c:pt idx="3140">
                  <c:v>2.6331738437001593</c:v>
                </c:pt>
                <c:pt idx="3141">
                  <c:v>2.6145667198298779</c:v>
                </c:pt>
                <c:pt idx="3142">
                  <c:v>2.604997341839447</c:v>
                </c:pt>
                <c:pt idx="3143">
                  <c:v>2.6347687400318978</c:v>
                </c:pt>
                <c:pt idx="3144">
                  <c:v>2.6400850611376927</c:v>
                </c:pt>
                <c:pt idx="3145">
                  <c:v>2.6007442849548115</c:v>
                </c:pt>
                <c:pt idx="3146">
                  <c:v>2.5257841573631046</c:v>
                </c:pt>
                <c:pt idx="3147">
                  <c:v>2.531632110579479</c:v>
                </c:pt>
                <c:pt idx="3148">
                  <c:v>2.5523657628920788</c:v>
                </c:pt>
                <c:pt idx="3149">
                  <c:v>2.4949494949494948</c:v>
                </c:pt>
                <c:pt idx="3150">
                  <c:v>2.5465178096757044</c:v>
                </c:pt>
                <c:pt idx="3151">
                  <c:v>2.5481127060074429</c:v>
                </c:pt>
                <c:pt idx="3152">
                  <c:v>2.5199362041467306</c:v>
                </c:pt>
                <c:pt idx="3153">
                  <c:v>2.5513024986709198</c:v>
                </c:pt>
                <c:pt idx="3154">
                  <c:v>2.5725677830940987</c:v>
                </c:pt>
                <c:pt idx="3155">
                  <c:v>2.5677830940988837</c:v>
                </c:pt>
                <c:pt idx="3156">
                  <c:v>2.6044657097288675</c:v>
                </c:pt>
                <c:pt idx="3157">
                  <c:v>2.5917065390749601</c:v>
                </c:pt>
                <c:pt idx="3158">
                  <c:v>2.5885167464114831</c:v>
                </c:pt>
                <c:pt idx="3159">
                  <c:v>2.6023391812865495</c:v>
                </c:pt>
                <c:pt idx="3160">
                  <c:v>2.5762892078681552</c:v>
                </c:pt>
                <c:pt idx="3161">
                  <c:v>2.536948431685274</c:v>
                </c:pt>
                <c:pt idx="3162">
                  <c:v>2.5209994683678896</c:v>
                </c:pt>
                <c:pt idx="3163">
                  <c:v>2.5156831472620946</c:v>
                </c:pt>
                <c:pt idx="3164">
                  <c:v>2.5459861775651249</c:v>
                </c:pt>
                <c:pt idx="3165">
                  <c:v>2.5837320574162681</c:v>
                </c:pt>
                <c:pt idx="3166">
                  <c:v>2.5863902179691651</c:v>
                </c:pt>
                <c:pt idx="3167">
                  <c:v>2.6166932482721958</c:v>
                </c:pt>
                <c:pt idx="3168">
                  <c:v>2.5895800106326421</c:v>
                </c:pt>
                <c:pt idx="3169">
                  <c:v>2.594896331738437</c:v>
                </c:pt>
                <c:pt idx="3170">
                  <c:v>2.6501860712387026</c:v>
                </c:pt>
                <c:pt idx="3171">
                  <c:v>2.6166932482721958</c:v>
                </c:pt>
                <c:pt idx="3172">
                  <c:v>2.6475279106858056</c:v>
                </c:pt>
                <c:pt idx="3173">
                  <c:v>2.6236044657097288</c:v>
                </c:pt>
                <c:pt idx="3174">
                  <c:v>2.6677299308878255</c:v>
                </c:pt>
                <c:pt idx="3175">
                  <c:v>2.6948431685273793</c:v>
                </c:pt>
                <c:pt idx="3176">
                  <c:v>2.6889952153110048</c:v>
                </c:pt>
                <c:pt idx="3177">
                  <c:v>2.6879319510898458</c:v>
                </c:pt>
                <c:pt idx="3178">
                  <c:v>2.6469962785752261</c:v>
                </c:pt>
                <c:pt idx="3179">
                  <c:v>2.6539074960127591</c:v>
                </c:pt>
                <c:pt idx="3180">
                  <c:v>2.665071770334928</c:v>
                </c:pt>
                <c:pt idx="3181">
                  <c:v>2.6921850079744818</c:v>
                </c:pt>
                <c:pt idx="3182">
                  <c:v>2.7581073896863368</c:v>
                </c:pt>
                <c:pt idx="3183">
                  <c:v>2.7836257309941521</c:v>
                </c:pt>
                <c:pt idx="3184">
                  <c:v>2.8187134502923978</c:v>
                </c:pt>
                <c:pt idx="3185">
                  <c:v>2.8187134502923978</c:v>
                </c:pt>
                <c:pt idx="3186">
                  <c:v>2.8187134502923978</c:v>
                </c:pt>
                <c:pt idx="3187">
                  <c:v>2.8017012227538545</c:v>
                </c:pt>
                <c:pt idx="3188">
                  <c:v>2.7724614566719832</c:v>
                </c:pt>
                <c:pt idx="3189">
                  <c:v>2.7836257309941521</c:v>
                </c:pt>
                <c:pt idx="3190">
                  <c:v>2.7682083997873472</c:v>
                </c:pt>
                <c:pt idx="3191">
                  <c:v>2.7862838915470496</c:v>
                </c:pt>
                <c:pt idx="3192">
                  <c:v>2.733652312599681</c:v>
                </c:pt>
                <c:pt idx="3193">
                  <c:v>2.7474747474747474</c:v>
                </c:pt>
                <c:pt idx="3194">
                  <c:v>2.7091972355130252</c:v>
                </c:pt>
                <c:pt idx="3195">
                  <c:v>2.7107921318447636</c:v>
                </c:pt>
                <c:pt idx="3196">
                  <c:v>2.7203615098351941</c:v>
                </c:pt>
                <c:pt idx="3197">
                  <c:v>2.7602339181286548</c:v>
                </c:pt>
                <c:pt idx="3198">
                  <c:v>2.7761828814460392</c:v>
                </c:pt>
                <c:pt idx="3199">
                  <c:v>2.7735247208931417</c:v>
                </c:pt>
                <c:pt idx="3200">
                  <c:v>2.7262094630515685</c:v>
                </c:pt>
                <c:pt idx="3201">
                  <c:v>2.7182349813928761</c:v>
                </c:pt>
                <c:pt idx="3202">
                  <c:v>2.7214247740563531</c:v>
                </c:pt>
                <c:pt idx="3203">
                  <c:v>2.7597022860180753</c:v>
                </c:pt>
                <c:pt idx="3204">
                  <c:v>2.7836257309941521</c:v>
                </c:pt>
                <c:pt idx="3205">
                  <c:v>2.794790005316321</c:v>
                </c:pt>
                <c:pt idx="3206">
                  <c:v>2.8139287612971824</c:v>
                </c:pt>
                <c:pt idx="3207">
                  <c:v>2.8474215842636896</c:v>
                </c:pt>
                <c:pt idx="3208">
                  <c:v>2.8506113769271666</c:v>
                </c:pt>
                <c:pt idx="3209">
                  <c:v>2.8341307814992027</c:v>
                </c:pt>
                <c:pt idx="3210">
                  <c:v>2.8149920255183414</c:v>
                </c:pt>
                <c:pt idx="3211">
                  <c:v>2.7937267410951621</c:v>
                </c:pt>
                <c:pt idx="3212">
                  <c:v>2.7937267410951621</c:v>
                </c:pt>
                <c:pt idx="3213">
                  <c:v>2.7937267410951621</c:v>
                </c:pt>
                <c:pt idx="3214">
                  <c:v>2.7937267410951621</c:v>
                </c:pt>
                <c:pt idx="3215">
                  <c:v>2.7937267410951621</c:v>
                </c:pt>
                <c:pt idx="3216">
                  <c:v>2.7937267410951621</c:v>
                </c:pt>
                <c:pt idx="3217">
                  <c:v>2.7740563530037212</c:v>
                </c:pt>
                <c:pt idx="3218">
                  <c:v>2.7437533227006909</c:v>
                </c:pt>
                <c:pt idx="3219">
                  <c:v>2.667198298777246</c:v>
                </c:pt>
                <c:pt idx="3220">
                  <c:v>2.6618819776714515</c:v>
                </c:pt>
                <c:pt idx="3221">
                  <c:v>2.6209463051568314</c:v>
                </c:pt>
                <c:pt idx="3222">
                  <c:v>2.5683147262094632</c:v>
                </c:pt>
                <c:pt idx="3223">
                  <c:v>2.6065922381711855</c:v>
                </c:pt>
                <c:pt idx="3224">
                  <c:v>2.6273258904837853</c:v>
                </c:pt>
                <c:pt idx="3225">
                  <c:v>2.5481127060074429</c:v>
                </c:pt>
                <c:pt idx="3226">
                  <c:v>2.5449229133439659</c:v>
                </c:pt>
                <c:pt idx="3227">
                  <c:v>2.5837320574162681</c:v>
                </c:pt>
                <c:pt idx="3228">
                  <c:v>2.5645933014354068</c:v>
                </c:pt>
                <c:pt idx="3229">
                  <c:v>2.5433280170122274</c:v>
                </c:pt>
                <c:pt idx="3230">
                  <c:v>2.5677830940988837</c:v>
                </c:pt>
                <c:pt idx="3231">
                  <c:v>2.5513024986709198</c:v>
                </c:pt>
                <c:pt idx="3232">
                  <c:v>2.4710260499734185</c:v>
                </c:pt>
                <c:pt idx="3233">
                  <c:v>2.4284954811270603</c:v>
                </c:pt>
                <c:pt idx="3234">
                  <c:v>2.4226475279106858</c:v>
                </c:pt>
                <c:pt idx="3235">
                  <c:v>2.4572036150983521</c:v>
                </c:pt>
                <c:pt idx="3236">
                  <c:v>2.3668261562998407</c:v>
                </c:pt>
                <c:pt idx="3237">
                  <c:v>2.3891547049441786</c:v>
                </c:pt>
                <c:pt idx="3238">
                  <c:v>2.4253056884635833</c:v>
                </c:pt>
                <c:pt idx="3239">
                  <c:v>2.4348750664540137</c:v>
                </c:pt>
                <c:pt idx="3240">
                  <c:v>2.4247740563530038</c:v>
                </c:pt>
                <c:pt idx="3241">
                  <c:v>2.4359383306751727</c:v>
                </c:pt>
                <c:pt idx="3242">
                  <c:v>2.4199893673577884</c:v>
                </c:pt>
                <c:pt idx="3243">
                  <c:v>2.4072301967038809</c:v>
                </c:pt>
                <c:pt idx="3244">
                  <c:v>2.3498139287612974</c:v>
                </c:pt>
                <c:pt idx="3245">
                  <c:v>2.2817650186071239</c:v>
                </c:pt>
                <c:pt idx="3246">
                  <c:v>2.2950558213716108</c:v>
                </c:pt>
                <c:pt idx="3247">
                  <c:v>2.2690058479532165</c:v>
                </c:pt>
                <c:pt idx="3248">
                  <c:v>2.2690058479532165</c:v>
                </c:pt>
                <c:pt idx="3249">
                  <c:v>2.2690058479532165</c:v>
                </c:pt>
                <c:pt idx="3250">
                  <c:v>2.3110047846889952</c:v>
                </c:pt>
                <c:pt idx="3251">
                  <c:v>2.3056884635832002</c:v>
                </c:pt>
                <c:pt idx="3252">
                  <c:v>2.3200425305688466</c:v>
                </c:pt>
                <c:pt idx="3253">
                  <c:v>2.2817650186071239</c:v>
                </c:pt>
                <c:pt idx="3254">
                  <c:v>2.2700691121743755</c:v>
                </c:pt>
                <c:pt idx="3255">
                  <c:v>2.1642743221690588</c:v>
                </c:pt>
                <c:pt idx="3256">
                  <c:v>2.1174906964380646</c:v>
                </c:pt>
                <c:pt idx="3257">
                  <c:v>2.0446570972886762</c:v>
                </c:pt>
                <c:pt idx="3258">
                  <c:v>1.9909622541201488</c:v>
                </c:pt>
                <c:pt idx="3259">
                  <c:v>2.0547581073896861</c:v>
                </c:pt>
                <c:pt idx="3260">
                  <c:v>1.9792663476874004</c:v>
                </c:pt>
                <c:pt idx="3261">
                  <c:v>1.963317384370016</c:v>
                </c:pt>
                <c:pt idx="3262">
                  <c:v>2.0164805954279639</c:v>
                </c:pt>
                <c:pt idx="3263">
                  <c:v>2.0345560871876662</c:v>
                </c:pt>
                <c:pt idx="3264">
                  <c:v>2.0287081339712918</c:v>
                </c:pt>
                <c:pt idx="3265">
                  <c:v>2.0287081339712918</c:v>
                </c:pt>
                <c:pt idx="3266">
                  <c:v>2.0287081339712918</c:v>
                </c:pt>
                <c:pt idx="3267">
                  <c:v>2.0287081339712918</c:v>
                </c:pt>
                <c:pt idx="3268">
                  <c:v>2.0329611908559277</c:v>
                </c:pt>
                <c:pt idx="3269">
                  <c:v>2.0967570441254653</c:v>
                </c:pt>
                <c:pt idx="3270">
                  <c:v>2.1212121212121211</c:v>
                </c:pt>
                <c:pt idx="3271">
                  <c:v>2.1079213184476342</c:v>
                </c:pt>
                <c:pt idx="3272">
                  <c:v>2.1802232854864432</c:v>
                </c:pt>
                <c:pt idx="3273">
                  <c:v>2.1621477937267413</c:v>
                </c:pt>
                <c:pt idx="3274">
                  <c:v>2.2195640616693249</c:v>
                </c:pt>
                <c:pt idx="3275">
                  <c:v>2.1812865497076022</c:v>
                </c:pt>
                <c:pt idx="3276">
                  <c:v>2.1557682083997873</c:v>
                </c:pt>
                <c:pt idx="3277">
                  <c:v>2.1132376395534291</c:v>
                </c:pt>
                <c:pt idx="3278">
                  <c:v>2.1238702817650186</c:v>
                </c:pt>
                <c:pt idx="3279">
                  <c:v>2.1897926634768741</c:v>
                </c:pt>
                <c:pt idx="3280">
                  <c:v>2.1807549175970227</c:v>
                </c:pt>
                <c:pt idx="3281">
                  <c:v>2.1780967570441256</c:v>
                </c:pt>
                <c:pt idx="3282">
                  <c:v>2.1754385964912282</c:v>
                </c:pt>
                <c:pt idx="3283">
                  <c:v>2.0616693248272195</c:v>
                </c:pt>
                <c:pt idx="3284">
                  <c:v>2.0584795321637426</c:v>
                </c:pt>
                <c:pt idx="3285">
                  <c:v>2.0366826156299842</c:v>
                </c:pt>
                <c:pt idx="3286">
                  <c:v>1.996810207336523</c:v>
                </c:pt>
                <c:pt idx="3287">
                  <c:v>2.0026581605528975</c:v>
                </c:pt>
                <c:pt idx="3288">
                  <c:v>1.9925571504518873</c:v>
                </c:pt>
                <c:pt idx="3289">
                  <c:v>2.0154173312068049</c:v>
                </c:pt>
                <c:pt idx="3290">
                  <c:v>2.0366826156299842</c:v>
                </c:pt>
                <c:pt idx="3291">
                  <c:v>2.001063264221159</c:v>
                </c:pt>
                <c:pt idx="3292">
                  <c:v>1.9393939393939394</c:v>
                </c:pt>
                <c:pt idx="3293">
                  <c:v>1.9489633173843701</c:v>
                </c:pt>
                <c:pt idx="3294">
                  <c:v>1.9489633173843701</c:v>
                </c:pt>
                <c:pt idx="3295">
                  <c:v>1.9489633173843701</c:v>
                </c:pt>
                <c:pt idx="3296">
                  <c:v>1.9489633173843701</c:v>
                </c:pt>
                <c:pt idx="3297">
                  <c:v>1.8872939925571504</c:v>
                </c:pt>
                <c:pt idx="3298">
                  <c:v>1.9096225412014887</c:v>
                </c:pt>
                <c:pt idx="3299">
                  <c:v>1.925571504518873</c:v>
                </c:pt>
                <c:pt idx="3300">
                  <c:v>1.9340776182881445</c:v>
                </c:pt>
                <c:pt idx="3301">
                  <c:v>1.9457735247208932</c:v>
                </c:pt>
                <c:pt idx="3302">
                  <c:v>1.8888888888888888</c:v>
                </c:pt>
                <c:pt idx="3303">
                  <c:v>1.8607123870281765</c:v>
                </c:pt>
                <c:pt idx="3304">
                  <c:v>1.7974481658692185</c:v>
                </c:pt>
                <c:pt idx="3305">
                  <c:v>1.8474215842636896</c:v>
                </c:pt>
                <c:pt idx="3306">
                  <c:v>1.8011695906432748</c:v>
                </c:pt>
                <c:pt idx="3307">
                  <c:v>1.8128654970760234</c:v>
                </c:pt>
                <c:pt idx="3308">
                  <c:v>1.8856990962254121</c:v>
                </c:pt>
                <c:pt idx="3309">
                  <c:v>1.9276980329611908</c:v>
                </c:pt>
                <c:pt idx="3310">
                  <c:v>1.9319510898458268</c:v>
                </c:pt>
                <c:pt idx="3311">
                  <c:v>1.9181286549707601</c:v>
                </c:pt>
                <c:pt idx="3312">
                  <c:v>1.9069643806485912</c:v>
                </c:pt>
                <c:pt idx="3313">
                  <c:v>1.8389154704944179</c:v>
                </c:pt>
                <c:pt idx="3314">
                  <c:v>1.8266879319510898</c:v>
                </c:pt>
                <c:pt idx="3315">
                  <c:v>1.8373205741626795</c:v>
                </c:pt>
                <c:pt idx="3316">
                  <c:v>1.9138755980861244</c:v>
                </c:pt>
                <c:pt idx="3317">
                  <c:v>1.8591174906964381</c:v>
                </c:pt>
                <c:pt idx="3318">
                  <c:v>1.8447634237107922</c:v>
                </c:pt>
                <c:pt idx="3319">
                  <c:v>1.8740031897926634</c:v>
                </c:pt>
                <c:pt idx="3320">
                  <c:v>1.9415204678362572</c:v>
                </c:pt>
                <c:pt idx="3321">
                  <c:v>1.9505582137161084</c:v>
                </c:pt>
                <c:pt idx="3322">
                  <c:v>1.9627857522594365</c:v>
                </c:pt>
                <c:pt idx="3323">
                  <c:v>1.9845826687931951</c:v>
                </c:pt>
                <c:pt idx="3324">
                  <c:v>1.9542796384901648</c:v>
                </c:pt>
                <c:pt idx="3325">
                  <c:v>1.9766081871345029</c:v>
                </c:pt>
                <c:pt idx="3326">
                  <c:v>1.9728867623604465</c:v>
                </c:pt>
                <c:pt idx="3327">
                  <c:v>1.9314194577352473</c:v>
                </c:pt>
                <c:pt idx="3328">
                  <c:v>1.8729399255715045</c:v>
                </c:pt>
                <c:pt idx="3329">
                  <c:v>1.8628389154704945</c:v>
                </c:pt>
                <c:pt idx="3330">
                  <c:v>1.9048378522062732</c:v>
                </c:pt>
                <c:pt idx="3331">
                  <c:v>1.925571504518873</c:v>
                </c:pt>
                <c:pt idx="3332">
                  <c:v>1.9144072301967039</c:v>
                </c:pt>
                <c:pt idx="3333">
                  <c:v>1.9436469962785752</c:v>
                </c:pt>
                <c:pt idx="3334">
                  <c:v>1.9564061669324828</c:v>
                </c:pt>
                <c:pt idx="3335">
                  <c:v>1.9436469962785752</c:v>
                </c:pt>
                <c:pt idx="3336">
                  <c:v>2.0276448697501328</c:v>
                </c:pt>
                <c:pt idx="3337">
                  <c:v>2.0552897395002656</c:v>
                </c:pt>
                <c:pt idx="3338">
                  <c:v>2.0967570441254653</c:v>
                </c:pt>
                <c:pt idx="3339">
                  <c:v>2.1111111111111112</c:v>
                </c:pt>
                <c:pt idx="3340">
                  <c:v>2.0925039872408293</c:v>
                </c:pt>
                <c:pt idx="3341">
                  <c:v>2.0760233918128654</c:v>
                </c:pt>
                <c:pt idx="3342">
                  <c:v>2.1137692716640086</c:v>
                </c:pt>
                <c:pt idx="3343">
                  <c:v>2.1111111111111112</c:v>
                </c:pt>
                <c:pt idx="3344">
                  <c:v>2.0701754385964914</c:v>
                </c:pt>
                <c:pt idx="3345">
                  <c:v>2.0770866560340244</c:v>
                </c:pt>
                <c:pt idx="3346">
                  <c:v>2.1121743753322701</c:v>
                </c:pt>
                <c:pt idx="3347">
                  <c:v>2.1578947368421053</c:v>
                </c:pt>
                <c:pt idx="3348">
                  <c:v>2.200956937799043</c:v>
                </c:pt>
                <c:pt idx="3349">
                  <c:v>2.1993620414673045</c:v>
                </c:pt>
                <c:pt idx="3350">
                  <c:v>2.1430090377458799</c:v>
                </c:pt>
                <c:pt idx="3351">
                  <c:v>2.1408825093035619</c:v>
                </c:pt>
                <c:pt idx="3352">
                  <c:v>2.126528442317916</c:v>
                </c:pt>
                <c:pt idx="3353">
                  <c:v>2.2344497607655502</c:v>
                </c:pt>
                <c:pt idx="3354">
                  <c:v>2.199893673577884</c:v>
                </c:pt>
                <c:pt idx="3355">
                  <c:v>2.2110579479000529</c:v>
                </c:pt>
                <c:pt idx="3356">
                  <c:v>2.2126528442317914</c:v>
                </c:pt>
                <c:pt idx="3357">
                  <c:v>2.2190324295587454</c:v>
                </c:pt>
                <c:pt idx="3358">
                  <c:v>2.1850079744816586</c:v>
                </c:pt>
                <c:pt idx="3359">
                  <c:v>2.2046783625730995</c:v>
                </c:pt>
                <c:pt idx="3360">
                  <c:v>2.1520467836257309</c:v>
                </c:pt>
                <c:pt idx="3361">
                  <c:v>2.1499202551834129</c:v>
                </c:pt>
                <c:pt idx="3362">
                  <c:v>2.1371610845295055</c:v>
                </c:pt>
                <c:pt idx="3363">
                  <c:v>2.1679957469431153</c:v>
                </c:pt>
                <c:pt idx="3364">
                  <c:v>2.2110579479000529</c:v>
                </c:pt>
                <c:pt idx="3365">
                  <c:v>2.2110579479000529</c:v>
                </c:pt>
                <c:pt idx="3366">
                  <c:v>2.2110579479000529</c:v>
                </c:pt>
                <c:pt idx="3367">
                  <c:v>2.2222222222222223</c:v>
                </c:pt>
                <c:pt idx="3368">
                  <c:v>2.19404572036151</c:v>
                </c:pt>
                <c:pt idx="3369">
                  <c:v>2.1876661350345561</c:v>
                </c:pt>
                <c:pt idx="3370">
                  <c:v>2.1924508240297715</c:v>
                </c:pt>
                <c:pt idx="3371">
                  <c:v>2.1541733120680489</c:v>
                </c:pt>
                <c:pt idx="3372">
                  <c:v>2.1350345560871875</c:v>
                </c:pt>
                <c:pt idx="3373">
                  <c:v>2.1350345560871875</c:v>
                </c:pt>
                <c:pt idx="3374">
                  <c:v>2.1350345560871875</c:v>
                </c:pt>
                <c:pt idx="3375">
                  <c:v>2.1350345560871875</c:v>
                </c:pt>
                <c:pt idx="3376">
                  <c:v>2.1350345560871875</c:v>
                </c:pt>
                <c:pt idx="3377">
                  <c:v>2.1350345560871875</c:v>
                </c:pt>
                <c:pt idx="3378">
                  <c:v>2.1887293992557151</c:v>
                </c:pt>
                <c:pt idx="3379">
                  <c:v>2.1844763423710791</c:v>
                </c:pt>
                <c:pt idx="3380">
                  <c:v>2.1584263689526848</c:v>
                </c:pt>
                <c:pt idx="3381">
                  <c:v>2.1961722488038276</c:v>
                </c:pt>
                <c:pt idx="3382">
                  <c:v>2.2514619883040936</c:v>
                </c:pt>
                <c:pt idx="3383">
                  <c:v>2.2514619883040936</c:v>
                </c:pt>
                <c:pt idx="3384">
                  <c:v>2.2158426368952684</c:v>
                </c:pt>
                <c:pt idx="3385">
                  <c:v>2.1695906432748537</c:v>
                </c:pt>
                <c:pt idx="3386">
                  <c:v>2.1738437001594897</c:v>
                </c:pt>
                <c:pt idx="3387">
                  <c:v>2.1908559276980331</c:v>
                </c:pt>
                <c:pt idx="3388">
                  <c:v>2.1749069643806487</c:v>
                </c:pt>
                <c:pt idx="3389">
                  <c:v>2.137692716640085</c:v>
                </c:pt>
                <c:pt idx="3390">
                  <c:v>2.1419457735247209</c:v>
                </c:pt>
                <c:pt idx="3391">
                  <c:v>2.063264221158958</c:v>
                </c:pt>
                <c:pt idx="3392">
                  <c:v>2.0584795321637426</c:v>
                </c:pt>
                <c:pt idx="3393">
                  <c:v>2.069643806485912</c:v>
                </c:pt>
                <c:pt idx="3394">
                  <c:v>2.0824029771398194</c:v>
                </c:pt>
                <c:pt idx="3395">
                  <c:v>2.0558213716108451</c:v>
                </c:pt>
                <c:pt idx="3396">
                  <c:v>2.06113769271664</c:v>
                </c:pt>
                <c:pt idx="3397">
                  <c:v>2.0972886762360448</c:v>
                </c:pt>
                <c:pt idx="3398">
                  <c:v>2.07123870281765</c:v>
                </c:pt>
                <c:pt idx="3399">
                  <c:v>2.065390749601276</c:v>
                </c:pt>
                <c:pt idx="3400">
                  <c:v>2.0855927698032963</c:v>
                </c:pt>
                <c:pt idx="3401">
                  <c:v>2.0701754385964914</c:v>
                </c:pt>
                <c:pt idx="3402">
                  <c:v>2.0637958532695375</c:v>
                </c:pt>
                <c:pt idx="3403">
                  <c:v>2.0478468899521531</c:v>
                </c:pt>
                <c:pt idx="3404">
                  <c:v>2.0467836257309941</c:v>
                </c:pt>
                <c:pt idx="3405">
                  <c:v>2.0542264752791071</c:v>
                </c:pt>
                <c:pt idx="3406">
                  <c:v>2.0361509835194047</c:v>
                </c:pt>
                <c:pt idx="3407">
                  <c:v>2.0340244550770867</c:v>
                </c:pt>
                <c:pt idx="3408">
                  <c:v>2.0446570972886762</c:v>
                </c:pt>
                <c:pt idx="3409">
                  <c:v>2.0590111642743221</c:v>
                </c:pt>
                <c:pt idx="3410">
                  <c:v>2.0409356725146197</c:v>
                </c:pt>
                <c:pt idx="3411">
                  <c:v>2.0303030303030303</c:v>
                </c:pt>
                <c:pt idx="3412">
                  <c:v>2.004253056884636</c:v>
                </c:pt>
                <c:pt idx="3413">
                  <c:v>2.0132908027644869</c:v>
                </c:pt>
                <c:pt idx="3414">
                  <c:v>2.0180754917597024</c:v>
                </c:pt>
                <c:pt idx="3415">
                  <c:v>2.0940988835725678</c:v>
                </c:pt>
                <c:pt idx="3416">
                  <c:v>2.0935672514619883</c:v>
                </c:pt>
                <c:pt idx="3417">
                  <c:v>2.0680489101541735</c:v>
                </c:pt>
                <c:pt idx="3418">
                  <c:v>2.0855927698032963</c:v>
                </c:pt>
                <c:pt idx="3419">
                  <c:v>2.0637958532695375</c:v>
                </c:pt>
                <c:pt idx="3420">
                  <c:v>2.0781499202551834</c:v>
                </c:pt>
                <c:pt idx="3421">
                  <c:v>2.1084529505582137</c:v>
                </c:pt>
                <c:pt idx="3422">
                  <c:v>2.1047315257841572</c:v>
                </c:pt>
                <c:pt idx="3423">
                  <c:v>2.0877192982456139</c:v>
                </c:pt>
                <c:pt idx="3424">
                  <c:v>2.1403508771929824</c:v>
                </c:pt>
                <c:pt idx="3425">
                  <c:v>2.1143009037745881</c:v>
                </c:pt>
                <c:pt idx="3426">
                  <c:v>2.1047315257841572</c:v>
                </c:pt>
                <c:pt idx="3427">
                  <c:v>2.0637958532695375</c:v>
                </c:pt>
                <c:pt idx="3428">
                  <c:v>2.0361509835194047</c:v>
                </c:pt>
                <c:pt idx="3429">
                  <c:v>2.0260499734183943</c:v>
                </c:pt>
                <c:pt idx="3430">
                  <c:v>2.004253056884636</c:v>
                </c:pt>
                <c:pt idx="3431">
                  <c:v>1.9691653375863902</c:v>
                </c:pt>
                <c:pt idx="3432">
                  <c:v>1.9468367889420521</c:v>
                </c:pt>
                <c:pt idx="3433">
                  <c:v>1.9526847421584264</c:v>
                </c:pt>
                <c:pt idx="3434">
                  <c:v>1.9595959595959596</c:v>
                </c:pt>
                <c:pt idx="3435">
                  <c:v>1.9420520999468367</c:v>
                </c:pt>
                <c:pt idx="3436">
                  <c:v>1.9287612971823498</c:v>
                </c:pt>
                <c:pt idx="3437">
                  <c:v>1.9282296650717703</c:v>
                </c:pt>
                <c:pt idx="3438">
                  <c:v>1.8740031897926634</c:v>
                </c:pt>
                <c:pt idx="3439">
                  <c:v>1.833599149388623</c:v>
                </c:pt>
                <c:pt idx="3440">
                  <c:v>1.7878787878787878</c:v>
                </c:pt>
                <c:pt idx="3441">
                  <c:v>1.7793726741095162</c:v>
                </c:pt>
                <c:pt idx="3442">
                  <c:v>1.7921318447634238</c:v>
                </c:pt>
                <c:pt idx="3443">
                  <c:v>1.799043062200957</c:v>
                </c:pt>
                <c:pt idx="3444">
                  <c:v>1.7373737373737375</c:v>
                </c:pt>
                <c:pt idx="3445">
                  <c:v>1.7809675704412546</c:v>
                </c:pt>
                <c:pt idx="3446">
                  <c:v>1.7729930887825625</c:v>
                </c:pt>
                <c:pt idx="3447">
                  <c:v>1.7814992025518341</c:v>
                </c:pt>
                <c:pt idx="3448">
                  <c:v>1.7682083997873472</c:v>
                </c:pt>
                <c:pt idx="3449">
                  <c:v>1.7464114832535884</c:v>
                </c:pt>
                <c:pt idx="3450">
                  <c:v>1.7639553429027113</c:v>
                </c:pt>
                <c:pt idx="3451">
                  <c:v>1.7607655502392345</c:v>
                </c:pt>
                <c:pt idx="3452">
                  <c:v>1.7618288144603933</c:v>
                </c:pt>
                <c:pt idx="3453">
                  <c:v>1.695906432748538</c:v>
                </c:pt>
                <c:pt idx="3454">
                  <c:v>1.6597554492291335</c:v>
                </c:pt>
                <c:pt idx="3455">
                  <c:v>1.6624136097820308</c:v>
                </c:pt>
                <c:pt idx="3456">
                  <c:v>1.6459330143540669</c:v>
                </c:pt>
                <c:pt idx="3457">
                  <c:v>1.6459330143540669</c:v>
                </c:pt>
                <c:pt idx="3458">
                  <c:v>1.6459330143540669</c:v>
                </c:pt>
                <c:pt idx="3459">
                  <c:v>1.6459330143540669</c:v>
                </c:pt>
                <c:pt idx="3460">
                  <c:v>1.6459330143540669</c:v>
                </c:pt>
                <c:pt idx="3461">
                  <c:v>1.6459330143540669</c:v>
                </c:pt>
                <c:pt idx="3462">
                  <c:v>1.6363636363636365</c:v>
                </c:pt>
                <c:pt idx="3463">
                  <c:v>1.6884635832004253</c:v>
                </c:pt>
                <c:pt idx="3464">
                  <c:v>1.6804891015417331</c:v>
                </c:pt>
                <c:pt idx="3465">
                  <c:v>1.6751727804359384</c:v>
                </c:pt>
                <c:pt idx="3466">
                  <c:v>1.6576289207868156</c:v>
                </c:pt>
                <c:pt idx="3467">
                  <c:v>1.6608187134502923</c:v>
                </c:pt>
                <c:pt idx="3468">
                  <c:v>1.7161084529505581</c:v>
                </c:pt>
                <c:pt idx="3469">
                  <c:v>1.7214247740563531</c:v>
                </c:pt>
                <c:pt idx="3470">
                  <c:v>1.6555023923444976</c:v>
                </c:pt>
                <c:pt idx="3471">
                  <c:v>1.6544391281233386</c:v>
                </c:pt>
                <c:pt idx="3472">
                  <c:v>1.5741626794258374</c:v>
                </c:pt>
                <c:pt idx="3473">
                  <c:v>1.5513024986709196</c:v>
                </c:pt>
                <c:pt idx="3474">
                  <c:v>1.5619351408825093</c:v>
                </c:pt>
                <c:pt idx="3475">
                  <c:v>1.5236576289207868</c:v>
                </c:pt>
                <c:pt idx="3476">
                  <c:v>1.5927698032961191</c:v>
                </c:pt>
                <c:pt idx="3477">
                  <c:v>1.5773524720893142</c:v>
                </c:pt>
                <c:pt idx="3478">
                  <c:v>1.5624667729930888</c:v>
                </c:pt>
                <c:pt idx="3479">
                  <c:v>1.6156299840510366</c:v>
                </c:pt>
                <c:pt idx="3480">
                  <c:v>1.6135034556087187</c:v>
                </c:pt>
                <c:pt idx="3481">
                  <c:v>1.5933014354066986</c:v>
                </c:pt>
                <c:pt idx="3482">
                  <c:v>1.5380116959064327</c:v>
                </c:pt>
                <c:pt idx="3483">
                  <c:v>1.6177565124933546</c:v>
                </c:pt>
                <c:pt idx="3484">
                  <c:v>1.6762360446570972</c:v>
                </c:pt>
                <c:pt idx="3485">
                  <c:v>1.6842105263157894</c:v>
                </c:pt>
                <c:pt idx="3486">
                  <c:v>1.6735778841041999</c:v>
                </c:pt>
                <c:pt idx="3487">
                  <c:v>1.5933014354066986</c:v>
                </c:pt>
                <c:pt idx="3488">
                  <c:v>1.5858585858585859</c:v>
                </c:pt>
                <c:pt idx="3489">
                  <c:v>1.6225412014885698</c:v>
                </c:pt>
                <c:pt idx="3490">
                  <c:v>1.6135034556087187</c:v>
                </c:pt>
                <c:pt idx="3491">
                  <c:v>1.5980861244019138</c:v>
                </c:pt>
                <c:pt idx="3492">
                  <c:v>1.6182881446039341</c:v>
                </c:pt>
                <c:pt idx="3493">
                  <c:v>1.6491228070175439</c:v>
                </c:pt>
                <c:pt idx="3494">
                  <c:v>1.6501860712387029</c:v>
                </c:pt>
                <c:pt idx="3495">
                  <c:v>1.634768740031898</c:v>
                </c:pt>
                <c:pt idx="3496">
                  <c:v>1.6671982987772462</c:v>
                </c:pt>
                <c:pt idx="3497">
                  <c:v>1.6741095162147794</c:v>
                </c:pt>
                <c:pt idx="3498">
                  <c:v>1.6783625730994152</c:v>
                </c:pt>
                <c:pt idx="3499">
                  <c:v>1.6512493354598619</c:v>
                </c:pt>
                <c:pt idx="3500">
                  <c:v>1.6400850611376927</c:v>
                </c:pt>
                <c:pt idx="3501">
                  <c:v>1.6427432216905902</c:v>
                </c:pt>
                <c:pt idx="3502">
                  <c:v>1.6427432216905902</c:v>
                </c:pt>
                <c:pt idx="3503">
                  <c:v>1.6741095162147794</c:v>
                </c:pt>
                <c:pt idx="3504">
                  <c:v>1.629452418926103</c:v>
                </c:pt>
                <c:pt idx="3505">
                  <c:v>1.607123870281765</c:v>
                </c:pt>
                <c:pt idx="3506">
                  <c:v>1.595959595959596</c:v>
                </c:pt>
                <c:pt idx="3507">
                  <c:v>1.5890483785220628</c:v>
                </c:pt>
                <c:pt idx="3508">
                  <c:v>1.5991493886230728</c:v>
                </c:pt>
                <c:pt idx="3509">
                  <c:v>1.5975544922913345</c:v>
                </c:pt>
                <c:pt idx="3510">
                  <c:v>1.5736310473152579</c:v>
                </c:pt>
                <c:pt idx="3511">
                  <c:v>1.4805954279638489</c:v>
                </c:pt>
                <c:pt idx="3512">
                  <c:v>1.4891015417331206</c:v>
                </c:pt>
                <c:pt idx="3513">
                  <c:v>1.4901648059542796</c:v>
                </c:pt>
                <c:pt idx="3514">
                  <c:v>1.494949494949495</c:v>
                </c:pt>
                <c:pt idx="3515">
                  <c:v>1.4891015417331206</c:v>
                </c:pt>
                <c:pt idx="3516">
                  <c:v>1.5311004784688995</c:v>
                </c:pt>
                <c:pt idx="3517">
                  <c:v>1.5470494417862839</c:v>
                </c:pt>
                <c:pt idx="3518">
                  <c:v>1.5247208931419458</c:v>
                </c:pt>
                <c:pt idx="3519">
                  <c:v>1.5247208931419458</c:v>
                </c:pt>
                <c:pt idx="3520">
                  <c:v>1.5247208931419458</c:v>
                </c:pt>
                <c:pt idx="3521">
                  <c:v>1.5273790536948431</c:v>
                </c:pt>
                <c:pt idx="3522">
                  <c:v>1.4976076555023923</c:v>
                </c:pt>
                <c:pt idx="3523">
                  <c:v>1.4981392876129718</c:v>
                </c:pt>
                <c:pt idx="3524">
                  <c:v>1.4795321637426901</c:v>
                </c:pt>
                <c:pt idx="3525">
                  <c:v>1.4641148325358853</c:v>
                </c:pt>
                <c:pt idx="3526">
                  <c:v>1.496012759170654</c:v>
                </c:pt>
                <c:pt idx="3527">
                  <c:v>1.5034556087187667</c:v>
                </c:pt>
                <c:pt idx="3528">
                  <c:v>1.5209994683678894</c:v>
                </c:pt>
                <c:pt idx="3529">
                  <c:v>1.4992025518341308</c:v>
                </c:pt>
                <c:pt idx="3530">
                  <c:v>1.46943115364168</c:v>
                </c:pt>
                <c:pt idx="3531">
                  <c:v>1.5470494417862839</c:v>
                </c:pt>
                <c:pt idx="3532">
                  <c:v>1.5406698564593302</c:v>
                </c:pt>
                <c:pt idx="3533">
                  <c:v>1.5188729399255716</c:v>
                </c:pt>
                <c:pt idx="3534">
                  <c:v>1.528442317916002</c:v>
                </c:pt>
                <c:pt idx="3535">
                  <c:v>1.5353535353535352</c:v>
                </c:pt>
                <c:pt idx="3536">
                  <c:v>1.5449229133439659</c:v>
                </c:pt>
                <c:pt idx="3537">
                  <c:v>1.5396065922381712</c:v>
                </c:pt>
                <c:pt idx="3538">
                  <c:v>1.5204678362573099</c:v>
                </c:pt>
                <c:pt idx="3539">
                  <c:v>1.5018607123870282</c:v>
                </c:pt>
                <c:pt idx="3540">
                  <c:v>1.5018607123870282</c:v>
                </c:pt>
                <c:pt idx="3541">
                  <c:v>1.4997341839447103</c:v>
                </c:pt>
                <c:pt idx="3542">
                  <c:v>1.4997341839447103</c:v>
                </c:pt>
                <c:pt idx="3543">
                  <c:v>1.5108984582668794</c:v>
                </c:pt>
                <c:pt idx="3544">
                  <c:v>1.5098351940457204</c:v>
                </c:pt>
                <c:pt idx="3545">
                  <c:v>1.5140882509303561</c:v>
                </c:pt>
                <c:pt idx="3546">
                  <c:v>1.5172780435938331</c:v>
                </c:pt>
                <c:pt idx="3547">
                  <c:v>1.5268474215842638</c:v>
                </c:pt>
                <c:pt idx="3548">
                  <c:v>1.5007974481658692</c:v>
                </c:pt>
                <c:pt idx="3549">
                  <c:v>1.5300372142477405</c:v>
                </c:pt>
                <c:pt idx="3550">
                  <c:v>1.5156831472620946</c:v>
                </c:pt>
                <c:pt idx="3551">
                  <c:v>1.5220627325890483</c:v>
                </c:pt>
                <c:pt idx="3552">
                  <c:v>1.5257841573631048</c:v>
                </c:pt>
                <c:pt idx="3553">
                  <c:v>1.5454545454545454</c:v>
                </c:pt>
                <c:pt idx="3554">
                  <c:v>1.5911749069643806</c:v>
                </c:pt>
                <c:pt idx="3555">
                  <c:v>1.6273258904837853</c:v>
                </c:pt>
                <c:pt idx="3556">
                  <c:v>1.6251993620414673</c:v>
                </c:pt>
                <c:pt idx="3557">
                  <c:v>1.6182881446039341</c:v>
                </c:pt>
                <c:pt idx="3558">
                  <c:v>1.6331738437001595</c:v>
                </c:pt>
                <c:pt idx="3559">
                  <c:v>1.6097820308346624</c:v>
                </c:pt>
                <c:pt idx="3560">
                  <c:v>1.5826687931951089</c:v>
                </c:pt>
                <c:pt idx="3561">
                  <c:v>1.5800106326422116</c:v>
                </c:pt>
                <c:pt idx="3562">
                  <c:v>1.5752259436469962</c:v>
                </c:pt>
                <c:pt idx="3563">
                  <c:v>1.5725677830940989</c:v>
                </c:pt>
                <c:pt idx="3564">
                  <c:v>1.4885699096225411</c:v>
                </c:pt>
                <c:pt idx="3565">
                  <c:v>1.4896331738437001</c:v>
                </c:pt>
                <c:pt idx="3566">
                  <c:v>1.4853801169590644</c:v>
                </c:pt>
                <c:pt idx="3567">
                  <c:v>1.4811270600744284</c:v>
                </c:pt>
                <c:pt idx="3568">
                  <c:v>1.4784688995215312</c:v>
                </c:pt>
                <c:pt idx="3569">
                  <c:v>1.4896331738437001</c:v>
                </c:pt>
                <c:pt idx="3570">
                  <c:v>1.4875066454013823</c:v>
                </c:pt>
                <c:pt idx="3571">
                  <c:v>1.4933545986177565</c:v>
                </c:pt>
                <c:pt idx="3572">
                  <c:v>1.5135566188197767</c:v>
                </c:pt>
                <c:pt idx="3573">
                  <c:v>1.4954811270600745</c:v>
                </c:pt>
                <c:pt idx="3574">
                  <c:v>1.493886230728336</c:v>
                </c:pt>
                <c:pt idx="3575">
                  <c:v>1.5023923444976077</c:v>
                </c:pt>
                <c:pt idx="3576">
                  <c:v>1.6469962785752259</c:v>
                </c:pt>
                <c:pt idx="3577">
                  <c:v>1.669324827219564</c:v>
                </c:pt>
                <c:pt idx="3578">
                  <c:v>1.6709197235513025</c:v>
                </c:pt>
                <c:pt idx="3579">
                  <c:v>1.659223817118554</c:v>
                </c:pt>
                <c:pt idx="3580">
                  <c:v>1.7049441786283892</c:v>
                </c:pt>
                <c:pt idx="3581">
                  <c:v>1.6826156299840511</c:v>
                </c:pt>
                <c:pt idx="3582">
                  <c:v>1.6794258373205742</c:v>
                </c:pt>
                <c:pt idx="3583">
                  <c:v>1.6464646464646464</c:v>
                </c:pt>
                <c:pt idx="3584">
                  <c:v>1.6602870813397128</c:v>
                </c:pt>
                <c:pt idx="3585">
                  <c:v>1.6459330143540669</c:v>
                </c:pt>
                <c:pt idx="3586">
                  <c:v>1.6411483253588517</c:v>
                </c:pt>
                <c:pt idx="3587">
                  <c:v>1.6544391281233386</c:v>
                </c:pt>
                <c:pt idx="3588">
                  <c:v>1.6512493354598619</c:v>
                </c:pt>
                <c:pt idx="3589">
                  <c:v>1.6384901648059542</c:v>
                </c:pt>
                <c:pt idx="3590">
                  <c:v>1.6150983519404571</c:v>
                </c:pt>
                <c:pt idx="3591">
                  <c:v>1.6097820308346624</c:v>
                </c:pt>
                <c:pt idx="3592">
                  <c:v>1.5869218500797448</c:v>
                </c:pt>
                <c:pt idx="3593">
                  <c:v>1.5794790005316321</c:v>
                </c:pt>
                <c:pt idx="3594">
                  <c:v>1.5853269537480064</c:v>
                </c:pt>
                <c:pt idx="3595">
                  <c:v>1.5927698032961191</c:v>
                </c:pt>
                <c:pt idx="3596">
                  <c:v>1.5911749069643806</c:v>
                </c:pt>
                <c:pt idx="3597">
                  <c:v>1.5917065390749601</c:v>
                </c:pt>
                <c:pt idx="3598">
                  <c:v>1.606060606060606</c:v>
                </c:pt>
                <c:pt idx="3599">
                  <c:v>1.5964912280701755</c:v>
                </c:pt>
                <c:pt idx="3600">
                  <c:v>1.5699096225412015</c:v>
                </c:pt>
                <c:pt idx="3601">
                  <c:v>1.5773524720893142</c:v>
                </c:pt>
                <c:pt idx="3602">
                  <c:v>1.5566188197767146</c:v>
                </c:pt>
                <c:pt idx="3603">
                  <c:v>1.5406698564593302</c:v>
                </c:pt>
                <c:pt idx="3604">
                  <c:v>1.5374800637958532</c:v>
                </c:pt>
                <c:pt idx="3605">
                  <c:v>1.5252525252525253</c:v>
                </c:pt>
                <c:pt idx="3606">
                  <c:v>1.5385433280170122</c:v>
                </c:pt>
                <c:pt idx="3607">
                  <c:v>1.4992025518341308</c:v>
                </c:pt>
                <c:pt idx="3608">
                  <c:v>1.4992025518341308</c:v>
                </c:pt>
                <c:pt idx="3609">
                  <c:v>1.4385964912280702</c:v>
                </c:pt>
                <c:pt idx="3610">
                  <c:v>1.4332801701222755</c:v>
                </c:pt>
                <c:pt idx="3611">
                  <c:v>1.4258373205741626</c:v>
                </c:pt>
                <c:pt idx="3612">
                  <c:v>1.4375332270069112</c:v>
                </c:pt>
                <c:pt idx="3613">
                  <c:v>1.4423179160021264</c:v>
                </c:pt>
                <c:pt idx="3614">
                  <c:v>1.4401913875598087</c:v>
                </c:pt>
                <c:pt idx="3615">
                  <c:v>1.4439128123338649</c:v>
                </c:pt>
                <c:pt idx="3616">
                  <c:v>1.4167995746943116</c:v>
                </c:pt>
                <c:pt idx="3617">
                  <c:v>1.3646996278575225</c:v>
                </c:pt>
                <c:pt idx="3618">
                  <c:v>1.3221690590111643</c:v>
                </c:pt>
                <c:pt idx="3619">
                  <c:v>1.2982456140350878</c:v>
                </c:pt>
                <c:pt idx="3620">
                  <c:v>1.305156831472621</c:v>
                </c:pt>
                <c:pt idx="3621">
                  <c:v>1.2822966507177034</c:v>
                </c:pt>
                <c:pt idx="3622">
                  <c:v>1.3200425305688464</c:v>
                </c:pt>
                <c:pt idx="3623">
                  <c:v>1.2886762360446571</c:v>
                </c:pt>
                <c:pt idx="3624">
                  <c:v>1.2993088782562467</c:v>
                </c:pt>
                <c:pt idx="3625">
                  <c:v>1.2993088782562467</c:v>
                </c:pt>
                <c:pt idx="3626">
                  <c:v>1.2993088782562467</c:v>
                </c:pt>
                <c:pt idx="3627">
                  <c:v>1.2993088782562467</c:v>
                </c:pt>
                <c:pt idx="3628">
                  <c:v>1.2993088782562467</c:v>
                </c:pt>
                <c:pt idx="3629">
                  <c:v>1.2993088782562467</c:v>
                </c:pt>
                <c:pt idx="3630">
                  <c:v>1.3375863902179692</c:v>
                </c:pt>
                <c:pt idx="3631">
                  <c:v>1.3375863902179692</c:v>
                </c:pt>
                <c:pt idx="3632">
                  <c:v>1.3072833599149389</c:v>
                </c:pt>
                <c:pt idx="3633">
                  <c:v>1.3450292397660819</c:v>
                </c:pt>
                <c:pt idx="3634">
                  <c:v>1.3450292397660819</c:v>
                </c:pt>
                <c:pt idx="3635">
                  <c:v>1.3429027113237639</c:v>
                </c:pt>
                <c:pt idx="3636">
                  <c:v>1.3269537480063796</c:v>
                </c:pt>
                <c:pt idx="3637">
                  <c:v>1.3508771929824561</c:v>
                </c:pt>
                <c:pt idx="3638">
                  <c:v>1.3572567783094098</c:v>
                </c:pt>
                <c:pt idx="3639">
                  <c:v>1.3625730994152048</c:v>
                </c:pt>
                <c:pt idx="3640">
                  <c:v>1.369484316852738</c:v>
                </c:pt>
                <c:pt idx="3641">
                  <c:v>1.4066985645933014</c:v>
                </c:pt>
                <c:pt idx="3642">
                  <c:v>1.4221158958001063</c:v>
                </c:pt>
                <c:pt idx="3643">
                  <c:v>1.3907496012759171</c:v>
                </c:pt>
                <c:pt idx="3644">
                  <c:v>1.405103668261563</c:v>
                </c:pt>
                <c:pt idx="3645">
                  <c:v>1.4343434343434343</c:v>
                </c:pt>
                <c:pt idx="3646">
                  <c:v>1.4167995746943116</c:v>
                </c:pt>
                <c:pt idx="3647">
                  <c:v>1.4152046783625731</c:v>
                </c:pt>
                <c:pt idx="3648">
                  <c:v>1.3987240829346093</c:v>
                </c:pt>
                <c:pt idx="3649">
                  <c:v>1.365231259968102</c:v>
                </c:pt>
                <c:pt idx="3650">
                  <c:v>1.304093567251462</c:v>
                </c:pt>
                <c:pt idx="3651">
                  <c:v>1.3078149920255184</c:v>
                </c:pt>
                <c:pt idx="3652">
                  <c:v>1.3413078149920254</c:v>
                </c:pt>
                <c:pt idx="3653">
                  <c:v>1.3498139287612971</c:v>
                </c:pt>
                <c:pt idx="3654">
                  <c:v>1.3455608718766614</c:v>
                </c:pt>
                <c:pt idx="3655">
                  <c:v>1.3838383838383839</c:v>
                </c:pt>
                <c:pt idx="3656">
                  <c:v>1.3870281765018606</c:v>
                </c:pt>
                <c:pt idx="3657">
                  <c:v>1.3753322700691122</c:v>
                </c:pt>
                <c:pt idx="3658">
                  <c:v>1.3700159489633175</c:v>
                </c:pt>
                <c:pt idx="3659">
                  <c:v>1.330675172780436</c:v>
                </c:pt>
                <c:pt idx="3660">
                  <c:v>1.3519404572036151</c:v>
                </c:pt>
                <c:pt idx="3661">
                  <c:v>1.3646996278575225</c:v>
                </c:pt>
                <c:pt idx="3662">
                  <c:v>1.3471557682083999</c:v>
                </c:pt>
                <c:pt idx="3663">
                  <c:v>1.3530037214247741</c:v>
                </c:pt>
                <c:pt idx="3664">
                  <c:v>1.3657628920786815</c:v>
                </c:pt>
                <c:pt idx="3665">
                  <c:v>1.3418394471026049</c:v>
                </c:pt>
                <c:pt idx="3666">
                  <c:v>1.3535353535353536</c:v>
                </c:pt>
                <c:pt idx="3667">
                  <c:v>1.3131313131313131</c:v>
                </c:pt>
                <c:pt idx="3668">
                  <c:v>1.3343965975544922</c:v>
                </c:pt>
                <c:pt idx="3669">
                  <c:v>1.330675172780436</c:v>
                </c:pt>
                <c:pt idx="3670">
                  <c:v>1.3482190324295587</c:v>
                </c:pt>
                <c:pt idx="3671">
                  <c:v>1.3413078149920254</c:v>
                </c:pt>
                <c:pt idx="3672">
                  <c:v>1.3078149920255184</c:v>
                </c:pt>
                <c:pt idx="3673">
                  <c:v>1.3062200956937799</c:v>
                </c:pt>
                <c:pt idx="3674">
                  <c:v>1.2721956406166932</c:v>
                </c:pt>
                <c:pt idx="3675">
                  <c:v>1.266347687400319</c:v>
                </c:pt>
                <c:pt idx="3676">
                  <c:v>1.300903774587985</c:v>
                </c:pt>
                <c:pt idx="3677">
                  <c:v>1.3242955874534821</c:v>
                </c:pt>
                <c:pt idx="3678">
                  <c:v>1.3232323232323233</c:v>
                </c:pt>
                <c:pt idx="3679">
                  <c:v>1.3227006911217438</c:v>
                </c:pt>
                <c:pt idx="3680">
                  <c:v>1.3227006911217438</c:v>
                </c:pt>
                <c:pt idx="3681">
                  <c:v>1.3216374269005848</c:v>
                </c:pt>
                <c:pt idx="3682">
                  <c:v>1.3163211057947901</c:v>
                </c:pt>
                <c:pt idx="3683">
                  <c:v>1.2939925571504518</c:v>
                </c:pt>
                <c:pt idx="3684">
                  <c:v>1.3099415204678362</c:v>
                </c:pt>
                <c:pt idx="3685">
                  <c:v>1.3312068048910155</c:v>
                </c:pt>
                <c:pt idx="3686">
                  <c:v>1.3514088250930356</c:v>
                </c:pt>
                <c:pt idx="3687">
                  <c:v>1.4157363104731526</c:v>
                </c:pt>
                <c:pt idx="3688">
                  <c:v>1.4449760765550239</c:v>
                </c:pt>
                <c:pt idx="3689">
                  <c:v>1.4449760765550239</c:v>
                </c:pt>
                <c:pt idx="3690">
                  <c:v>1.4210526315789473</c:v>
                </c:pt>
                <c:pt idx="3691">
                  <c:v>1.4486975013290804</c:v>
                </c:pt>
                <c:pt idx="3692">
                  <c:v>1.4194577352472089</c:v>
                </c:pt>
                <c:pt idx="3693">
                  <c:v>1.4035087719298245</c:v>
                </c:pt>
                <c:pt idx="3694">
                  <c:v>1.4088250930356194</c:v>
                </c:pt>
                <c:pt idx="3695">
                  <c:v>1.4125465178096757</c:v>
                </c:pt>
                <c:pt idx="3696">
                  <c:v>1.3737373737373737</c:v>
                </c:pt>
                <c:pt idx="3697">
                  <c:v>1.3211057947900053</c:v>
                </c:pt>
                <c:pt idx="3698">
                  <c:v>1.3423710792131844</c:v>
                </c:pt>
                <c:pt idx="3699">
                  <c:v>1.3450292397660819</c:v>
                </c:pt>
                <c:pt idx="3700">
                  <c:v>1.3476874003189792</c:v>
                </c:pt>
                <c:pt idx="3701">
                  <c:v>1.3806485911749069</c:v>
                </c:pt>
                <c:pt idx="3702">
                  <c:v>1.405103668261563</c:v>
                </c:pt>
                <c:pt idx="3703">
                  <c:v>1.4024455077086655</c:v>
                </c:pt>
                <c:pt idx="3704">
                  <c:v>1.3896863370547581</c:v>
                </c:pt>
                <c:pt idx="3705">
                  <c:v>1.4162679425837321</c:v>
                </c:pt>
                <c:pt idx="3706">
                  <c:v>1.4120148856990962</c:v>
                </c:pt>
                <c:pt idx="3707">
                  <c:v>1.3976608187134503</c:v>
                </c:pt>
                <c:pt idx="3708">
                  <c:v>1.3689526847421585</c:v>
                </c:pt>
                <c:pt idx="3709">
                  <c:v>1.4354066985645932</c:v>
                </c:pt>
                <c:pt idx="3710">
                  <c:v>1.4167995746943116</c:v>
                </c:pt>
                <c:pt idx="3711">
                  <c:v>1.4614566719829878</c:v>
                </c:pt>
                <c:pt idx="3712">
                  <c:v>1.4545454545454546</c:v>
                </c:pt>
                <c:pt idx="3713">
                  <c:v>1.4513556618819776</c:v>
                </c:pt>
                <c:pt idx="3714">
                  <c:v>1.4481658692185009</c:v>
                </c:pt>
                <c:pt idx="3715">
                  <c:v>1.4805954279638489</c:v>
                </c:pt>
                <c:pt idx="3716">
                  <c:v>1.4752791068580542</c:v>
                </c:pt>
                <c:pt idx="3717">
                  <c:v>1.4752791068580542</c:v>
                </c:pt>
                <c:pt idx="3718">
                  <c:v>1.4752791068580542</c:v>
                </c:pt>
                <c:pt idx="3719">
                  <c:v>1.4752791068580542</c:v>
                </c:pt>
                <c:pt idx="3720">
                  <c:v>1.4752791068580542</c:v>
                </c:pt>
                <c:pt idx="3721">
                  <c:v>1.4752791068580542</c:v>
                </c:pt>
                <c:pt idx="3722">
                  <c:v>1.3965975544922913</c:v>
                </c:pt>
                <c:pt idx="3723">
                  <c:v>1.4433811802232854</c:v>
                </c:pt>
                <c:pt idx="3724">
                  <c:v>1.4290271132376395</c:v>
                </c:pt>
                <c:pt idx="3725">
                  <c:v>1.4088250930356194</c:v>
                </c:pt>
                <c:pt idx="3726">
                  <c:v>1.3710792131844765</c:v>
                </c:pt>
                <c:pt idx="3727">
                  <c:v>1.3753322700691122</c:v>
                </c:pt>
                <c:pt idx="3728">
                  <c:v>1.3620414673046253</c:v>
                </c:pt>
                <c:pt idx="3729">
                  <c:v>1.3625730994152048</c:v>
                </c:pt>
                <c:pt idx="3730">
                  <c:v>1.3280170122275385</c:v>
                </c:pt>
                <c:pt idx="3731">
                  <c:v>1.3508771929824561</c:v>
                </c:pt>
                <c:pt idx="3732">
                  <c:v>1.3678894205209995</c:v>
                </c:pt>
                <c:pt idx="3733">
                  <c:v>1.3540669856459331</c:v>
                </c:pt>
                <c:pt idx="3734">
                  <c:v>1.3375863902179692</c:v>
                </c:pt>
                <c:pt idx="3735">
                  <c:v>1.3349282296650717</c:v>
                </c:pt>
                <c:pt idx="3736">
                  <c:v>1.328548644338118</c:v>
                </c:pt>
                <c:pt idx="3737">
                  <c:v>1.3333333333333333</c:v>
                </c:pt>
                <c:pt idx="3738">
                  <c:v>1.3354598617756512</c:v>
                </c:pt>
                <c:pt idx="3739">
                  <c:v>1.3811802232854864</c:v>
                </c:pt>
                <c:pt idx="3740">
                  <c:v>1.3875598086124401</c:v>
                </c:pt>
                <c:pt idx="3741">
                  <c:v>1.3748006379585327</c:v>
                </c:pt>
                <c:pt idx="3742">
                  <c:v>1.3891547049441786</c:v>
                </c:pt>
                <c:pt idx="3743">
                  <c:v>1.3625730994152048</c:v>
                </c:pt>
                <c:pt idx="3744">
                  <c:v>1.3439659755449229</c:v>
                </c:pt>
                <c:pt idx="3745">
                  <c:v>1.3333333333333333</c:v>
                </c:pt>
                <c:pt idx="3746">
                  <c:v>1.3391812865497077</c:v>
                </c:pt>
                <c:pt idx="3747">
                  <c:v>1.3577884104199893</c:v>
                </c:pt>
                <c:pt idx="3748">
                  <c:v>1.3583200425305688</c:v>
                </c:pt>
                <c:pt idx="3749">
                  <c:v>1.369484316852738</c:v>
                </c:pt>
                <c:pt idx="3750">
                  <c:v>1.3429027113237639</c:v>
                </c:pt>
                <c:pt idx="3751">
                  <c:v>1.3078149920255184</c:v>
                </c:pt>
                <c:pt idx="3752">
                  <c:v>1.3131313131313131</c:v>
                </c:pt>
                <c:pt idx="3753">
                  <c:v>1.3455608718766614</c:v>
                </c:pt>
                <c:pt idx="3754">
                  <c:v>1.3471557682083999</c:v>
                </c:pt>
                <c:pt idx="3755">
                  <c:v>1.3444976076555024</c:v>
                </c:pt>
                <c:pt idx="3756">
                  <c:v>1.3567251461988303</c:v>
                </c:pt>
                <c:pt idx="3757">
                  <c:v>1.3530037214247741</c:v>
                </c:pt>
                <c:pt idx="3758">
                  <c:v>1.3519404572036151</c:v>
                </c:pt>
                <c:pt idx="3759">
                  <c:v>1.4066985645933014</c:v>
                </c:pt>
                <c:pt idx="3760">
                  <c:v>1.406166932482722</c:v>
                </c:pt>
                <c:pt idx="3761">
                  <c:v>1.4178628389154706</c:v>
                </c:pt>
                <c:pt idx="3762">
                  <c:v>1.4311536416799575</c:v>
                </c:pt>
                <c:pt idx="3763">
                  <c:v>1.5093035619351409</c:v>
                </c:pt>
                <c:pt idx="3764">
                  <c:v>1.5183413078149921</c:v>
                </c:pt>
                <c:pt idx="3765">
                  <c:v>1.494949494949495</c:v>
                </c:pt>
                <c:pt idx="3766">
                  <c:v>1.5385433280170122</c:v>
                </c:pt>
                <c:pt idx="3767">
                  <c:v>1.5385433280170122</c:v>
                </c:pt>
                <c:pt idx="3768">
                  <c:v>1.5954279638490165</c:v>
                </c:pt>
                <c:pt idx="3769">
                  <c:v>1.5954279638490165</c:v>
                </c:pt>
                <c:pt idx="3770">
                  <c:v>1.5943646996278575</c:v>
                </c:pt>
                <c:pt idx="3771">
                  <c:v>1.5635300372142478</c:v>
                </c:pt>
                <c:pt idx="3772">
                  <c:v>1.5576820839978736</c:v>
                </c:pt>
                <c:pt idx="3773">
                  <c:v>1.569377990430622</c:v>
                </c:pt>
                <c:pt idx="3774">
                  <c:v>1.5640616693248273</c:v>
                </c:pt>
                <c:pt idx="3775">
                  <c:v>1.5140882509303561</c:v>
                </c:pt>
                <c:pt idx="3776">
                  <c:v>1.5225943646996278</c:v>
                </c:pt>
                <c:pt idx="3777">
                  <c:v>1.5401382243487507</c:v>
                </c:pt>
                <c:pt idx="3778">
                  <c:v>1.5247208931419458</c:v>
                </c:pt>
                <c:pt idx="3779">
                  <c:v>1.4476342371079214</c:v>
                </c:pt>
                <c:pt idx="3780">
                  <c:v>1.468367889420521</c:v>
                </c:pt>
                <c:pt idx="3781">
                  <c:v>1.4774056353003722</c:v>
                </c:pt>
                <c:pt idx="3782">
                  <c:v>1.5279106858054226</c:v>
                </c:pt>
                <c:pt idx="3783">
                  <c:v>1.5470494417862839</c:v>
                </c:pt>
                <c:pt idx="3784">
                  <c:v>1.5629984051036683</c:v>
                </c:pt>
                <c:pt idx="3785">
                  <c:v>1.595959595959596</c:v>
                </c:pt>
                <c:pt idx="3786">
                  <c:v>1.568314726209463</c:v>
                </c:pt>
                <c:pt idx="3787">
                  <c:v>1.5661881977671452</c:v>
                </c:pt>
                <c:pt idx="3788">
                  <c:v>1.529505582137161</c:v>
                </c:pt>
                <c:pt idx="3789">
                  <c:v>1.5406698564593302</c:v>
                </c:pt>
                <c:pt idx="3790">
                  <c:v>1.5257841573631048</c:v>
                </c:pt>
                <c:pt idx="3791">
                  <c:v>1.5178096757044126</c:v>
                </c:pt>
                <c:pt idx="3792">
                  <c:v>1.5178096757044126</c:v>
                </c:pt>
                <c:pt idx="3793">
                  <c:v>1.533758639021797</c:v>
                </c:pt>
                <c:pt idx="3794">
                  <c:v>1.5401382243487507</c:v>
                </c:pt>
                <c:pt idx="3795">
                  <c:v>1.4763423710792132</c:v>
                </c:pt>
                <c:pt idx="3796">
                  <c:v>1.4774056353003722</c:v>
                </c:pt>
                <c:pt idx="3797">
                  <c:v>1.4901648059542796</c:v>
                </c:pt>
                <c:pt idx="3798">
                  <c:v>1.4779372674109517</c:v>
                </c:pt>
                <c:pt idx="3799">
                  <c:v>1.4550770866560341</c:v>
                </c:pt>
                <c:pt idx="3800">
                  <c:v>1.4593301435406698</c:v>
                </c:pt>
                <c:pt idx="3801">
                  <c:v>1.4593301435406698</c:v>
                </c:pt>
                <c:pt idx="3802">
                  <c:v>1.4758107389686337</c:v>
                </c:pt>
                <c:pt idx="3803">
                  <c:v>1.4710260499734185</c:v>
                </c:pt>
                <c:pt idx="3804">
                  <c:v>1.4215842636895268</c:v>
                </c:pt>
                <c:pt idx="3805">
                  <c:v>1.4226475279106858</c:v>
                </c:pt>
                <c:pt idx="3806">
                  <c:v>1.4173312068048911</c:v>
                </c:pt>
                <c:pt idx="3807">
                  <c:v>1.3609782030834663</c:v>
                </c:pt>
                <c:pt idx="3808">
                  <c:v>1.406166932482722</c:v>
                </c:pt>
                <c:pt idx="3809">
                  <c:v>1.4146730462519936</c:v>
                </c:pt>
                <c:pt idx="3810">
                  <c:v>1.3540669856459331</c:v>
                </c:pt>
                <c:pt idx="3811">
                  <c:v>1.330675172780436</c:v>
                </c:pt>
                <c:pt idx="3812">
                  <c:v>1.266347687400319</c:v>
                </c:pt>
                <c:pt idx="3813">
                  <c:v>1.300903774587985</c:v>
                </c:pt>
                <c:pt idx="3814">
                  <c:v>1.2934609250398723</c:v>
                </c:pt>
                <c:pt idx="3815">
                  <c:v>1.2918660287081341</c:v>
                </c:pt>
                <c:pt idx="3816">
                  <c:v>1.2886762360446571</c:v>
                </c:pt>
                <c:pt idx="3817">
                  <c:v>1.2977139819245083</c:v>
                </c:pt>
                <c:pt idx="3818">
                  <c:v>1.4178628389154706</c:v>
                </c:pt>
                <c:pt idx="3819">
                  <c:v>1.4056353003721425</c:v>
                </c:pt>
                <c:pt idx="3820">
                  <c:v>1.4114832535885167</c:v>
                </c:pt>
                <c:pt idx="3821">
                  <c:v>1.4332801701222755</c:v>
                </c:pt>
                <c:pt idx="3822">
                  <c:v>1.4114832535885167</c:v>
                </c:pt>
                <c:pt idx="3823">
                  <c:v>1.4136097820308346</c:v>
                </c:pt>
                <c:pt idx="3824">
                  <c:v>1.3524720893141946</c:v>
                </c:pt>
                <c:pt idx="3825">
                  <c:v>1.3242955874534821</c:v>
                </c:pt>
                <c:pt idx="3826">
                  <c:v>1.3460925039872409</c:v>
                </c:pt>
                <c:pt idx="3827">
                  <c:v>1.3498139287612971</c:v>
                </c:pt>
                <c:pt idx="3828">
                  <c:v>1.3498139287612971</c:v>
                </c:pt>
                <c:pt idx="3829">
                  <c:v>1.3418394471026049</c:v>
                </c:pt>
                <c:pt idx="3830">
                  <c:v>1.3200425305688464</c:v>
                </c:pt>
                <c:pt idx="3831">
                  <c:v>1.3067517278043594</c:v>
                </c:pt>
                <c:pt idx="3832">
                  <c:v>1.303030303030303</c:v>
                </c:pt>
                <c:pt idx="3833">
                  <c:v>1.2844231791600214</c:v>
                </c:pt>
                <c:pt idx="3834">
                  <c:v>1.2876129718234981</c:v>
                </c:pt>
                <c:pt idx="3835">
                  <c:v>1.3024986709197235</c:v>
                </c:pt>
                <c:pt idx="3836">
                  <c:v>1.2945241892610313</c:v>
                </c:pt>
                <c:pt idx="3837">
                  <c:v>1.3088782562466772</c:v>
                </c:pt>
                <c:pt idx="3838">
                  <c:v>1.3280170122275385</c:v>
                </c:pt>
                <c:pt idx="3839">
                  <c:v>1.3056884635832005</c:v>
                </c:pt>
                <c:pt idx="3840">
                  <c:v>1.2918660287081341</c:v>
                </c:pt>
                <c:pt idx="3841">
                  <c:v>1.2785752259436469</c:v>
                </c:pt>
                <c:pt idx="3842">
                  <c:v>1.2838915470494419</c:v>
                </c:pt>
                <c:pt idx="3843">
                  <c:v>1.263157894736842</c:v>
                </c:pt>
                <c:pt idx="3844">
                  <c:v>1.2796384901648059</c:v>
                </c:pt>
                <c:pt idx="3845">
                  <c:v>1.2036150983519405</c:v>
                </c:pt>
                <c:pt idx="3846">
                  <c:v>1.200956937799043</c:v>
                </c:pt>
                <c:pt idx="3847">
                  <c:v>1.1876661350345561</c:v>
                </c:pt>
                <c:pt idx="3848">
                  <c:v>1.2163742690058479</c:v>
                </c:pt>
                <c:pt idx="3849">
                  <c:v>1.229665071770335</c:v>
                </c:pt>
                <c:pt idx="3850">
                  <c:v>1.2153110047846889</c:v>
                </c:pt>
                <c:pt idx="3851">
                  <c:v>1.2174375332270069</c:v>
                </c:pt>
                <c:pt idx="3852">
                  <c:v>1.1929824561403508</c:v>
                </c:pt>
                <c:pt idx="3853">
                  <c:v>1.1929824561403508</c:v>
                </c:pt>
                <c:pt idx="3854">
                  <c:v>1.1929824561403508</c:v>
                </c:pt>
                <c:pt idx="3855">
                  <c:v>1.2333864965443913</c:v>
                </c:pt>
                <c:pt idx="3856">
                  <c:v>1.2360446570972887</c:v>
                </c:pt>
                <c:pt idx="3857">
                  <c:v>1.2509303561935141</c:v>
                </c:pt>
                <c:pt idx="3858">
                  <c:v>1.2610313662945243</c:v>
                </c:pt>
                <c:pt idx="3859">
                  <c:v>1.2408293460925039</c:v>
                </c:pt>
                <c:pt idx="3860">
                  <c:v>1.2227538543328016</c:v>
                </c:pt>
                <c:pt idx="3861">
                  <c:v>1.2472089314194577</c:v>
                </c:pt>
                <c:pt idx="3862">
                  <c:v>1.2381711855396067</c:v>
                </c:pt>
                <c:pt idx="3863">
                  <c:v>1.228601807549176</c:v>
                </c:pt>
                <c:pt idx="3864">
                  <c:v>1.2376395534290272</c:v>
                </c:pt>
                <c:pt idx="3865">
                  <c:v>1.2222222222222223</c:v>
                </c:pt>
                <c:pt idx="3866">
                  <c:v>1.2216905901116428</c:v>
                </c:pt>
                <c:pt idx="3867">
                  <c:v>1.2227538543328016</c:v>
                </c:pt>
                <c:pt idx="3868">
                  <c:v>1.2402977139819245</c:v>
                </c:pt>
                <c:pt idx="3869">
                  <c:v>1.2312599681020733</c:v>
                </c:pt>
                <c:pt idx="3870">
                  <c:v>1.1967038809144073</c:v>
                </c:pt>
                <c:pt idx="3871">
                  <c:v>1.1993620414673045</c:v>
                </c:pt>
                <c:pt idx="3872">
                  <c:v>1.1993620414673045</c:v>
                </c:pt>
                <c:pt idx="3873">
                  <c:v>1.1993620414673045</c:v>
                </c:pt>
                <c:pt idx="3874">
                  <c:v>1.1993620414673045</c:v>
                </c:pt>
                <c:pt idx="3875">
                  <c:v>1.1993620414673045</c:v>
                </c:pt>
                <c:pt idx="3876">
                  <c:v>1.1993620414673045</c:v>
                </c:pt>
                <c:pt idx="3877">
                  <c:v>1.2110579479000532</c:v>
                </c:pt>
                <c:pt idx="3878">
                  <c:v>1.2604997341839448</c:v>
                </c:pt>
                <c:pt idx="3879">
                  <c:v>1.2546517809675704</c:v>
                </c:pt>
                <c:pt idx="3880">
                  <c:v>1.2567783094098883</c:v>
                </c:pt>
                <c:pt idx="3881">
                  <c:v>1.2450824029771399</c:v>
                </c:pt>
                <c:pt idx="3882">
                  <c:v>1.2466772993088782</c:v>
                </c:pt>
                <c:pt idx="3883">
                  <c:v>1.2344497607655502</c:v>
                </c:pt>
                <c:pt idx="3884">
                  <c:v>1.2083997873471557</c:v>
                </c:pt>
                <c:pt idx="3885">
                  <c:v>1.2094630515683147</c:v>
                </c:pt>
                <c:pt idx="3886">
                  <c:v>1.1850079744816586</c:v>
                </c:pt>
                <c:pt idx="3887">
                  <c:v>1.1919191919191918</c:v>
                </c:pt>
                <c:pt idx="3888">
                  <c:v>1.2025518341307815</c:v>
                </c:pt>
                <c:pt idx="3889">
                  <c:v>1.167464114832536</c:v>
                </c:pt>
                <c:pt idx="3890">
                  <c:v>1.1488569909622541</c:v>
                </c:pt>
                <c:pt idx="3891">
                  <c:v>1.1515151515151516</c:v>
                </c:pt>
                <c:pt idx="3892">
                  <c:v>1.1610845295055821</c:v>
                </c:pt>
                <c:pt idx="3893">
                  <c:v>1.1493886230728336</c:v>
                </c:pt>
                <c:pt idx="3894">
                  <c:v>1.1578947368421053</c:v>
                </c:pt>
                <c:pt idx="3895">
                  <c:v>1.128654970760234</c:v>
                </c:pt>
                <c:pt idx="3896">
                  <c:v>1.1382243487506645</c:v>
                </c:pt>
                <c:pt idx="3897">
                  <c:v>1.1206804891015418</c:v>
                </c:pt>
                <c:pt idx="3898">
                  <c:v>1.1212121212121211</c:v>
                </c:pt>
                <c:pt idx="3899">
                  <c:v>1.1164274322169059</c:v>
                </c:pt>
                <c:pt idx="3900">
                  <c:v>1.1419457735247209</c:v>
                </c:pt>
                <c:pt idx="3901">
                  <c:v>1.1350345560871877</c:v>
                </c:pt>
                <c:pt idx="3902">
                  <c:v>1.1440723019670389</c:v>
                </c:pt>
                <c:pt idx="3903">
                  <c:v>1.1557682083997873</c:v>
                </c:pt>
                <c:pt idx="3904">
                  <c:v>1.1185539606592239</c:v>
                </c:pt>
                <c:pt idx="3905">
                  <c:v>1.1185539606592239</c:v>
                </c:pt>
                <c:pt idx="3906">
                  <c:v>1.1143009037745879</c:v>
                </c:pt>
                <c:pt idx="3907">
                  <c:v>1.0951621477937268</c:v>
                </c:pt>
                <c:pt idx="3908">
                  <c:v>1.0994152046783625</c:v>
                </c:pt>
                <c:pt idx="3909">
                  <c:v>1.1052631578947369</c:v>
                </c:pt>
                <c:pt idx="3910">
                  <c:v>1.0287081339712918</c:v>
                </c:pt>
                <c:pt idx="3911">
                  <c:v>1.0467836257309941</c:v>
                </c:pt>
                <c:pt idx="3912">
                  <c:v>1.065390749601276</c:v>
                </c:pt>
                <c:pt idx="3913">
                  <c:v>1.0505050505050506</c:v>
                </c:pt>
                <c:pt idx="3914">
                  <c:v>1.0797448165869219</c:v>
                </c:pt>
                <c:pt idx="3915">
                  <c:v>1.104199893673578</c:v>
                </c:pt>
                <c:pt idx="3916">
                  <c:v>1.0866560340244551</c:v>
                </c:pt>
                <c:pt idx="3917">
                  <c:v>1.0834662413609781</c:v>
                </c:pt>
                <c:pt idx="3918">
                  <c:v>1.1127060074428496</c:v>
                </c:pt>
                <c:pt idx="3919">
                  <c:v>1.0845295055821371</c:v>
                </c:pt>
                <c:pt idx="3920">
                  <c:v>1.0850611376927166</c:v>
                </c:pt>
                <c:pt idx="3921">
                  <c:v>1.0590111642743221</c:v>
                </c:pt>
                <c:pt idx="3922">
                  <c:v>1.0882509303561936</c:v>
                </c:pt>
                <c:pt idx="3923">
                  <c:v>1.0877192982456141</c:v>
                </c:pt>
                <c:pt idx="3924">
                  <c:v>1.0760233918128654</c:v>
                </c:pt>
                <c:pt idx="3925">
                  <c:v>1.0824029771398191</c:v>
                </c:pt>
                <c:pt idx="3926">
                  <c:v>1.074428495481127</c:v>
                </c:pt>
                <c:pt idx="3927">
                  <c:v>1.0919723551302498</c:v>
                </c:pt>
                <c:pt idx="3928">
                  <c:v>1.1435406698564594</c:v>
                </c:pt>
                <c:pt idx="3929">
                  <c:v>1.1371610845295055</c:v>
                </c:pt>
                <c:pt idx="3930">
                  <c:v>1.1339712918660287</c:v>
                </c:pt>
                <c:pt idx="3931">
                  <c:v>1.1259968102073366</c:v>
                </c:pt>
                <c:pt idx="3932">
                  <c:v>1.098883572567783</c:v>
                </c:pt>
                <c:pt idx="3933">
                  <c:v>1.1185539606592239</c:v>
                </c:pt>
                <c:pt idx="3934">
                  <c:v>1.1281233386496545</c:v>
                </c:pt>
                <c:pt idx="3935">
                  <c:v>1.1206804891015418</c:v>
                </c:pt>
                <c:pt idx="3936">
                  <c:v>1.0802764486975014</c:v>
                </c:pt>
                <c:pt idx="3937">
                  <c:v>1.0834662413609781</c:v>
                </c:pt>
                <c:pt idx="3938">
                  <c:v>1.0707070707070707</c:v>
                </c:pt>
                <c:pt idx="3939">
                  <c:v>1.0717703349282297</c:v>
                </c:pt>
                <c:pt idx="3940">
                  <c:v>1.0728335991493887</c:v>
                </c:pt>
                <c:pt idx="3941">
                  <c:v>1.0313662945241893</c:v>
                </c:pt>
                <c:pt idx="3942">
                  <c:v>1.0249867091972356</c:v>
                </c:pt>
                <c:pt idx="3943">
                  <c:v>1.0473152578415736</c:v>
                </c:pt>
                <c:pt idx="3944">
                  <c:v>1.0510366826156299</c:v>
                </c:pt>
                <c:pt idx="3945">
                  <c:v>1.0414673046251994</c:v>
                </c:pt>
                <c:pt idx="3946">
                  <c:v>1.099946836788942</c:v>
                </c:pt>
                <c:pt idx="3947">
                  <c:v>1.0914407230196703</c:v>
                </c:pt>
                <c:pt idx="3948">
                  <c:v>1.0845295055821371</c:v>
                </c:pt>
                <c:pt idx="3949">
                  <c:v>1.104199893673578</c:v>
                </c:pt>
                <c:pt idx="3950">
                  <c:v>1.0972886762360448</c:v>
                </c:pt>
                <c:pt idx="3951">
                  <c:v>1.0797448165869219</c:v>
                </c:pt>
                <c:pt idx="3952">
                  <c:v>1.1057947900053162</c:v>
                </c:pt>
                <c:pt idx="3953">
                  <c:v>1.0834662413609781</c:v>
                </c:pt>
                <c:pt idx="3954">
                  <c:v>1.0855927698032961</c:v>
                </c:pt>
                <c:pt idx="3955">
                  <c:v>1.0834662413609781</c:v>
                </c:pt>
                <c:pt idx="3956">
                  <c:v>1.0845295055821371</c:v>
                </c:pt>
                <c:pt idx="3957">
                  <c:v>1.0797448165869219</c:v>
                </c:pt>
                <c:pt idx="3958">
                  <c:v>1.098883572567783</c:v>
                </c:pt>
                <c:pt idx="3959">
                  <c:v>1.0839978734715576</c:v>
                </c:pt>
                <c:pt idx="3960">
                  <c:v>1.0839978734715576</c:v>
                </c:pt>
                <c:pt idx="3961">
                  <c:v>1.0839978734715576</c:v>
                </c:pt>
                <c:pt idx="3962">
                  <c:v>1.0839978734715576</c:v>
                </c:pt>
                <c:pt idx="3963">
                  <c:v>1.0839978734715576</c:v>
                </c:pt>
                <c:pt idx="3964">
                  <c:v>1.0839978734715576</c:v>
                </c:pt>
                <c:pt idx="3965">
                  <c:v>1.1201488569909623</c:v>
                </c:pt>
                <c:pt idx="3966">
                  <c:v>1.1111111111111112</c:v>
                </c:pt>
                <c:pt idx="3967">
                  <c:v>1.1132376395534291</c:v>
                </c:pt>
                <c:pt idx="3968">
                  <c:v>1.128654970760234</c:v>
                </c:pt>
                <c:pt idx="3969">
                  <c:v>1.1382243487506645</c:v>
                </c:pt>
                <c:pt idx="3970">
                  <c:v>1.1318447634237108</c:v>
                </c:pt>
                <c:pt idx="3971">
                  <c:v>1.1254651780967571</c:v>
                </c:pt>
                <c:pt idx="3972">
                  <c:v>1.1206804891015418</c:v>
                </c:pt>
                <c:pt idx="3973">
                  <c:v>1.1015417331206805</c:v>
                </c:pt>
                <c:pt idx="3974">
                  <c:v>1.0930356193514088</c:v>
                </c:pt>
                <c:pt idx="3975">
                  <c:v>1.101010101010101</c:v>
                </c:pt>
                <c:pt idx="3976">
                  <c:v>1.1228070175438596</c:v>
                </c:pt>
                <c:pt idx="3977">
                  <c:v>1.1350345560871877</c:v>
                </c:pt>
                <c:pt idx="3978">
                  <c:v>1.2025518341307815</c:v>
                </c:pt>
                <c:pt idx="3979">
                  <c:v>1.2445507708665604</c:v>
                </c:pt>
                <c:pt idx="3980">
                  <c:v>1.2344497607655502</c:v>
                </c:pt>
                <c:pt idx="3981">
                  <c:v>1.2068048910154174</c:v>
                </c:pt>
                <c:pt idx="3982">
                  <c:v>1.1892610313662946</c:v>
                </c:pt>
                <c:pt idx="3983">
                  <c:v>1.2062732589048379</c:v>
                </c:pt>
                <c:pt idx="3984">
                  <c:v>1.1982987772461458</c:v>
                </c:pt>
                <c:pt idx="3985">
                  <c:v>1.1786283891547049</c:v>
                </c:pt>
                <c:pt idx="3986">
                  <c:v>1.1982987772461458</c:v>
                </c:pt>
                <c:pt idx="3987">
                  <c:v>1.2519936204146731</c:v>
                </c:pt>
                <c:pt idx="3988">
                  <c:v>1.2440191387559809</c:v>
                </c:pt>
                <c:pt idx="3989">
                  <c:v>1.2594364699627858</c:v>
                </c:pt>
                <c:pt idx="3990">
                  <c:v>1.2519936204146731</c:v>
                </c:pt>
                <c:pt idx="3991">
                  <c:v>1.2280701754385965</c:v>
                </c:pt>
                <c:pt idx="3992">
                  <c:v>1.2232854864433811</c:v>
                </c:pt>
                <c:pt idx="3993">
                  <c:v>1.2270069112174375</c:v>
                </c:pt>
                <c:pt idx="3994">
                  <c:v>1.2025518341307815</c:v>
                </c:pt>
                <c:pt idx="3995">
                  <c:v>1.2089314194577352</c:v>
                </c:pt>
                <c:pt idx="3996">
                  <c:v>1.2089314194577352</c:v>
                </c:pt>
                <c:pt idx="3997">
                  <c:v>1.2163742690058479</c:v>
                </c:pt>
                <c:pt idx="3998">
                  <c:v>1.2163742690058479</c:v>
                </c:pt>
                <c:pt idx="3999">
                  <c:v>1.2461456671982987</c:v>
                </c:pt>
                <c:pt idx="4000">
                  <c:v>1.2349813928761297</c:v>
                </c:pt>
                <c:pt idx="4001">
                  <c:v>1.2323232323232323</c:v>
                </c:pt>
                <c:pt idx="4002">
                  <c:v>1.238702817650186</c:v>
                </c:pt>
                <c:pt idx="4003">
                  <c:v>1.2993088782562467</c:v>
                </c:pt>
                <c:pt idx="4004">
                  <c:v>1.3211057947900053</c:v>
                </c:pt>
                <c:pt idx="4005">
                  <c:v>1.331738437001595</c:v>
                </c:pt>
                <c:pt idx="4006">
                  <c:v>1.3343965975544922</c:v>
                </c:pt>
                <c:pt idx="4007">
                  <c:v>1.3131313131313131</c:v>
                </c:pt>
                <c:pt idx="4008">
                  <c:v>1.3301435406698565</c:v>
                </c:pt>
                <c:pt idx="4009">
                  <c:v>1.3545986177565126</c:v>
                </c:pt>
                <c:pt idx="4010">
                  <c:v>1.4003189792663477</c:v>
                </c:pt>
                <c:pt idx="4011">
                  <c:v>1.429558745348219</c:v>
                </c:pt>
                <c:pt idx="4012">
                  <c:v>1.3748006379585327</c:v>
                </c:pt>
                <c:pt idx="4013">
                  <c:v>1.3880914407230196</c:v>
                </c:pt>
                <c:pt idx="4014">
                  <c:v>1.3838383838383839</c:v>
                </c:pt>
                <c:pt idx="4015">
                  <c:v>1.3763955342902712</c:v>
                </c:pt>
                <c:pt idx="4016">
                  <c:v>1.3514088250930356</c:v>
                </c:pt>
                <c:pt idx="4017">
                  <c:v>1.3561935140882508</c:v>
                </c:pt>
                <c:pt idx="4018">
                  <c:v>1.3561935140882508</c:v>
                </c:pt>
                <c:pt idx="4019">
                  <c:v>1.3822434875066454</c:v>
                </c:pt>
                <c:pt idx="4020">
                  <c:v>1.3530037214247741</c:v>
                </c:pt>
                <c:pt idx="4021">
                  <c:v>1.3141945773524721</c:v>
                </c:pt>
                <c:pt idx="4022">
                  <c:v>1.3035619351408825</c:v>
                </c:pt>
                <c:pt idx="4023">
                  <c:v>1.2530568846358321</c:v>
                </c:pt>
                <c:pt idx="4024">
                  <c:v>1.2647527910685805</c:v>
                </c:pt>
                <c:pt idx="4025">
                  <c:v>1.2626262626262625</c:v>
                </c:pt>
                <c:pt idx="4026">
                  <c:v>1.2546517809675704</c:v>
                </c:pt>
                <c:pt idx="4027">
                  <c:v>1.1956406166932483</c:v>
                </c:pt>
                <c:pt idx="4028">
                  <c:v>1.1951089845826688</c:v>
                </c:pt>
                <c:pt idx="4029">
                  <c:v>1.2073365231259967</c:v>
                </c:pt>
                <c:pt idx="4030">
                  <c:v>1.1802232854864434</c:v>
                </c:pt>
                <c:pt idx="4031">
                  <c:v>1.1531100478468899</c:v>
                </c:pt>
                <c:pt idx="4032">
                  <c:v>1.1547049441786283</c:v>
                </c:pt>
                <c:pt idx="4033">
                  <c:v>1.0946305156831473</c:v>
                </c:pt>
                <c:pt idx="4034">
                  <c:v>1.0983519404572035</c:v>
                </c:pt>
                <c:pt idx="4035">
                  <c:v>1.0903774587985113</c:v>
                </c:pt>
                <c:pt idx="4036">
                  <c:v>1.1270600744284955</c:v>
                </c:pt>
                <c:pt idx="4037">
                  <c:v>1.1201488569909623</c:v>
                </c:pt>
                <c:pt idx="4038">
                  <c:v>1.1116427432216907</c:v>
                </c:pt>
                <c:pt idx="4039">
                  <c:v>1.0893141945773526</c:v>
                </c:pt>
                <c:pt idx="4040">
                  <c:v>1.1105794790005317</c:v>
                </c:pt>
                <c:pt idx="4041">
                  <c:v>1.1180223285486444</c:v>
                </c:pt>
                <c:pt idx="4042">
                  <c:v>1.1382243487506645</c:v>
                </c:pt>
                <c:pt idx="4043">
                  <c:v>1.1228070175438596</c:v>
                </c:pt>
                <c:pt idx="4044">
                  <c:v>1.1116427432216907</c:v>
                </c:pt>
                <c:pt idx="4045">
                  <c:v>1.1116427432216907</c:v>
                </c:pt>
                <c:pt idx="4046">
                  <c:v>1.1116427432216907</c:v>
                </c:pt>
                <c:pt idx="4047">
                  <c:v>1.1201488569909623</c:v>
                </c:pt>
                <c:pt idx="4048">
                  <c:v>1.101010101010101</c:v>
                </c:pt>
                <c:pt idx="4049">
                  <c:v>1.1068580542264752</c:v>
                </c:pt>
                <c:pt idx="4050">
                  <c:v>1.1164274322169059</c:v>
                </c:pt>
                <c:pt idx="4051">
                  <c:v>1.1626794258373205</c:v>
                </c:pt>
                <c:pt idx="4052">
                  <c:v>1.1669324827219565</c:v>
                </c:pt>
                <c:pt idx="4053">
                  <c:v>1.1520467836257311</c:v>
                </c:pt>
                <c:pt idx="4054">
                  <c:v>1.1855396065922381</c:v>
                </c:pt>
                <c:pt idx="4055">
                  <c:v>1.1733120680489102</c:v>
                </c:pt>
                <c:pt idx="4056">
                  <c:v>1.1531100478468899</c:v>
                </c:pt>
                <c:pt idx="4057">
                  <c:v>1.1982987772461458</c:v>
                </c:pt>
                <c:pt idx="4058">
                  <c:v>1.2025518341307815</c:v>
                </c:pt>
                <c:pt idx="4059">
                  <c:v>1.1961722488038278</c:v>
                </c:pt>
                <c:pt idx="4060">
                  <c:v>1.2147793726741096</c:v>
                </c:pt>
                <c:pt idx="4061">
                  <c:v>1.2174375332270069</c:v>
                </c:pt>
                <c:pt idx="4062">
                  <c:v>1.2589048378522063</c:v>
                </c:pt>
                <c:pt idx="4063">
                  <c:v>1.1876661350345561</c:v>
                </c:pt>
                <c:pt idx="4064">
                  <c:v>1.1679957469431153</c:v>
                </c:pt>
                <c:pt idx="4065">
                  <c:v>1.1355661881977672</c:v>
                </c:pt>
                <c:pt idx="4066">
                  <c:v>1.1568314726209463</c:v>
                </c:pt>
                <c:pt idx="4067">
                  <c:v>1.1695906432748537</c:v>
                </c:pt>
                <c:pt idx="4068">
                  <c:v>1.1844763423710791</c:v>
                </c:pt>
                <c:pt idx="4069">
                  <c:v>1.1919191919191918</c:v>
                </c:pt>
                <c:pt idx="4070">
                  <c:v>1.2126528442317916</c:v>
                </c:pt>
                <c:pt idx="4071">
                  <c:v>1.1892610313662946</c:v>
                </c:pt>
                <c:pt idx="4072">
                  <c:v>1.2073365231259967</c:v>
                </c:pt>
                <c:pt idx="4073">
                  <c:v>1.2169059011164274</c:v>
                </c:pt>
                <c:pt idx="4074">
                  <c:v>1.2365762892078682</c:v>
                </c:pt>
                <c:pt idx="4075">
                  <c:v>1.2142477405635301</c:v>
                </c:pt>
                <c:pt idx="4076">
                  <c:v>1.1881977671451356</c:v>
                </c:pt>
                <c:pt idx="4077">
                  <c:v>1.1850079744816586</c:v>
                </c:pt>
                <c:pt idx="4078">
                  <c:v>1.1887293992557151</c:v>
                </c:pt>
                <c:pt idx="4079">
                  <c:v>1.1967038809144073</c:v>
                </c:pt>
                <c:pt idx="4080">
                  <c:v>1.1531100478468899</c:v>
                </c:pt>
                <c:pt idx="4081">
                  <c:v>1.1679957469431153</c:v>
                </c:pt>
                <c:pt idx="4082">
                  <c:v>1.162147793726741</c:v>
                </c:pt>
                <c:pt idx="4083">
                  <c:v>1.3466241360978204</c:v>
                </c:pt>
                <c:pt idx="4084">
                  <c:v>1.3328017012227538</c:v>
                </c:pt>
                <c:pt idx="4085">
                  <c:v>1.3503455608718766</c:v>
                </c:pt>
                <c:pt idx="4086">
                  <c:v>1.3620414673046253</c:v>
                </c:pt>
                <c:pt idx="4087">
                  <c:v>1.3413078149920254</c:v>
                </c:pt>
                <c:pt idx="4088">
                  <c:v>1.3460925039872409</c:v>
                </c:pt>
                <c:pt idx="4089">
                  <c:v>1.3492822966507176</c:v>
                </c:pt>
                <c:pt idx="4090">
                  <c:v>1.3859649122807018</c:v>
                </c:pt>
                <c:pt idx="4091">
                  <c:v>1.3971291866028708</c:v>
                </c:pt>
                <c:pt idx="4092">
                  <c:v>1.392876129718235</c:v>
                </c:pt>
                <c:pt idx="4093">
                  <c:v>1.3891547049441786</c:v>
                </c:pt>
                <c:pt idx="4094">
                  <c:v>1.3795853269537479</c:v>
                </c:pt>
                <c:pt idx="4095">
                  <c:v>1.3429027113237639</c:v>
                </c:pt>
                <c:pt idx="4096">
                  <c:v>1.3322700691121743</c:v>
                </c:pt>
                <c:pt idx="4097">
                  <c:v>1.3413078149920254</c:v>
                </c:pt>
                <c:pt idx="4098">
                  <c:v>1.3094098883572567</c:v>
                </c:pt>
                <c:pt idx="4099">
                  <c:v>1.3078149920255184</c:v>
                </c:pt>
                <c:pt idx="4100">
                  <c:v>1.3136629452418926</c:v>
                </c:pt>
                <c:pt idx="4101">
                  <c:v>1.3035619351408825</c:v>
                </c:pt>
                <c:pt idx="4102">
                  <c:v>1.2817650186071239</c:v>
                </c:pt>
                <c:pt idx="4103">
                  <c:v>1.3157894736842106</c:v>
                </c:pt>
                <c:pt idx="4104">
                  <c:v>1.3173843700159489</c:v>
                </c:pt>
                <c:pt idx="4105">
                  <c:v>1.3375863902179692</c:v>
                </c:pt>
                <c:pt idx="4106">
                  <c:v>1.3444976076555024</c:v>
                </c:pt>
                <c:pt idx="4107">
                  <c:v>1.3583200425305688</c:v>
                </c:pt>
                <c:pt idx="4108">
                  <c:v>1.3583200425305688</c:v>
                </c:pt>
                <c:pt idx="4109">
                  <c:v>1.3141945773524721</c:v>
                </c:pt>
                <c:pt idx="4110">
                  <c:v>1.3227006911217438</c:v>
                </c:pt>
                <c:pt idx="4111">
                  <c:v>1.3322700691121743</c:v>
                </c:pt>
                <c:pt idx="4112">
                  <c:v>1.3322700691121743</c:v>
                </c:pt>
                <c:pt idx="4113">
                  <c:v>1.3322700691121743</c:v>
                </c:pt>
                <c:pt idx="4114">
                  <c:v>1.3833067517278044</c:v>
                </c:pt>
                <c:pt idx="4115">
                  <c:v>1.406166932482722</c:v>
                </c:pt>
                <c:pt idx="4116">
                  <c:v>1.406166932482722</c:v>
                </c:pt>
                <c:pt idx="4117">
                  <c:v>1.432748538011696</c:v>
                </c:pt>
                <c:pt idx="4118">
                  <c:v>1.4407230196703882</c:v>
                </c:pt>
                <c:pt idx="4119">
                  <c:v>1.4300903774587985</c:v>
                </c:pt>
                <c:pt idx="4120">
                  <c:v>1.4136097820308346</c:v>
                </c:pt>
                <c:pt idx="4121">
                  <c:v>1.4311536416799575</c:v>
                </c:pt>
                <c:pt idx="4122">
                  <c:v>1.4167995746943116</c:v>
                </c:pt>
                <c:pt idx="4123">
                  <c:v>1.4093567251461989</c:v>
                </c:pt>
                <c:pt idx="4124">
                  <c:v>1.4093567251461989</c:v>
                </c:pt>
                <c:pt idx="4125">
                  <c:v>1.4093567251461989</c:v>
                </c:pt>
                <c:pt idx="4126">
                  <c:v>1.4093567251461989</c:v>
                </c:pt>
                <c:pt idx="4127">
                  <c:v>1.4093567251461989</c:v>
                </c:pt>
                <c:pt idx="4128">
                  <c:v>1.4093567251461989</c:v>
                </c:pt>
                <c:pt idx="4129">
                  <c:v>1.4710260499734185</c:v>
                </c:pt>
                <c:pt idx="4130">
                  <c:v>1.5103668261562999</c:v>
                </c:pt>
                <c:pt idx="4131">
                  <c:v>1.506113769271664</c:v>
                </c:pt>
                <c:pt idx="4132">
                  <c:v>1.4912280701754386</c:v>
                </c:pt>
                <c:pt idx="4133">
                  <c:v>1.529505582137161</c:v>
                </c:pt>
                <c:pt idx="4134">
                  <c:v>1.5204678362573099</c:v>
                </c:pt>
                <c:pt idx="4135">
                  <c:v>1.5247208931419458</c:v>
                </c:pt>
                <c:pt idx="4136">
                  <c:v>1.4630515683147263</c:v>
                </c:pt>
                <c:pt idx="4137">
                  <c:v>1.4667729930887825</c:v>
                </c:pt>
                <c:pt idx="4138">
                  <c:v>1.4524189261031366</c:v>
                </c:pt>
                <c:pt idx="4139">
                  <c:v>1.4784688995215312</c:v>
                </c:pt>
                <c:pt idx="4140">
                  <c:v>1.4869750132908028</c:v>
                </c:pt>
                <c:pt idx="4141">
                  <c:v>1.4906964380648591</c:v>
                </c:pt>
                <c:pt idx="4142">
                  <c:v>1.505050505050505</c:v>
                </c:pt>
                <c:pt idx="4143">
                  <c:v>1.505050505050505</c:v>
                </c:pt>
                <c:pt idx="4144">
                  <c:v>1.5124933545986177</c:v>
                </c:pt>
                <c:pt idx="4145">
                  <c:v>1.4992025518341308</c:v>
                </c:pt>
                <c:pt idx="4146">
                  <c:v>1.4657097288676235</c:v>
                </c:pt>
                <c:pt idx="4147">
                  <c:v>1.4742158426368952</c:v>
                </c:pt>
                <c:pt idx="4148">
                  <c:v>1.4630515683147263</c:v>
                </c:pt>
                <c:pt idx="4149">
                  <c:v>1.5422647527910687</c:v>
                </c:pt>
                <c:pt idx="4150">
                  <c:v>1.6257309941520468</c:v>
                </c:pt>
                <c:pt idx="4151">
                  <c:v>1.6927166400850611</c:v>
                </c:pt>
                <c:pt idx="4152">
                  <c:v>1.7426900584795322</c:v>
                </c:pt>
                <c:pt idx="4153">
                  <c:v>1.630515683147262</c:v>
                </c:pt>
                <c:pt idx="4154">
                  <c:v>1.6608187134502923</c:v>
                </c:pt>
                <c:pt idx="4155">
                  <c:v>1.7586390217969166</c:v>
                </c:pt>
                <c:pt idx="4156">
                  <c:v>1.7549175970228601</c:v>
                </c:pt>
                <c:pt idx="4157">
                  <c:v>1.7208931419457736</c:v>
                </c:pt>
                <c:pt idx="4158">
                  <c:v>1.8761297182349814</c:v>
                </c:pt>
                <c:pt idx="4159">
                  <c:v>1.9207868155236576</c:v>
                </c:pt>
                <c:pt idx="4160">
                  <c:v>1.9229133439659756</c:v>
                </c:pt>
                <c:pt idx="4161">
                  <c:v>1.9585326953748006</c:v>
                </c:pt>
                <c:pt idx="4162">
                  <c:v>2.0616693248272195</c:v>
                </c:pt>
                <c:pt idx="4163">
                  <c:v>1.9925571504518873</c:v>
                </c:pt>
                <c:pt idx="4164">
                  <c:v>1.8899521531100478</c:v>
                </c:pt>
                <c:pt idx="4165">
                  <c:v>1.9229133439659756</c:v>
                </c:pt>
                <c:pt idx="4166">
                  <c:v>1.9154704944178629</c:v>
                </c:pt>
                <c:pt idx="4167">
                  <c:v>1.9766081871345029</c:v>
                </c:pt>
                <c:pt idx="4168">
                  <c:v>1.9739500265816055</c:v>
                </c:pt>
                <c:pt idx="4169">
                  <c:v>2.0233918128654973</c:v>
                </c:pt>
                <c:pt idx="4170">
                  <c:v>1.9808612440191387</c:v>
                </c:pt>
                <c:pt idx="4171">
                  <c:v>2.0292397660818713</c:v>
                </c:pt>
                <c:pt idx="4172">
                  <c:v>2.0568846358320041</c:v>
                </c:pt>
                <c:pt idx="4173">
                  <c:v>2.1382243487506645</c:v>
                </c:pt>
                <c:pt idx="4174">
                  <c:v>2.1594896331738438</c:v>
                </c:pt>
                <c:pt idx="4175">
                  <c:v>2.1281233386496545</c:v>
                </c:pt>
                <c:pt idx="4176">
                  <c:v>2.0946305156831473</c:v>
                </c:pt>
                <c:pt idx="4177">
                  <c:v>2.0754917597022859</c:v>
                </c:pt>
                <c:pt idx="4178">
                  <c:v>2.0297713981924508</c:v>
                </c:pt>
                <c:pt idx="4179">
                  <c:v>2.0584795321637426</c:v>
                </c:pt>
                <c:pt idx="4180">
                  <c:v>1.9712918660287082</c:v>
                </c:pt>
                <c:pt idx="4181">
                  <c:v>1.9845826687931951</c:v>
                </c:pt>
                <c:pt idx="4182">
                  <c:v>1.9064327485380117</c:v>
                </c:pt>
                <c:pt idx="4183">
                  <c:v>1.8825093035619351</c:v>
                </c:pt>
                <c:pt idx="4184">
                  <c:v>1.9473684210526316</c:v>
                </c:pt>
                <c:pt idx="4185">
                  <c:v>1.9510898458266879</c:v>
                </c:pt>
                <c:pt idx="4186">
                  <c:v>1.9521531100478469</c:v>
                </c:pt>
                <c:pt idx="4187">
                  <c:v>1.9702286018075492</c:v>
                </c:pt>
                <c:pt idx="4188">
                  <c:v>1.9218500797448166</c:v>
                </c:pt>
                <c:pt idx="4189">
                  <c:v>1.8984582668793195</c:v>
                </c:pt>
                <c:pt idx="4190">
                  <c:v>2.0170122275385434</c:v>
                </c:pt>
                <c:pt idx="4191">
                  <c:v>2.0489101541733121</c:v>
                </c:pt>
                <c:pt idx="4192">
                  <c:v>2.0792131844763424</c:v>
                </c:pt>
                <c:pt idx="4193">
                  <c:v>2.1578947368421053</c:v>
                </c:pt>
                <c:pt idx="4194">
                  <c:v>2.1616161616161618</c:v>
                </c:pt>
                <c:pt idx="4195">
                  <c:v>2.2594364699627856</c:v>
                </c:pt>
                <c:pt idx="4196">
                  <c:v>2.264221158958001</c:v>
                </c:pt>
                <c:pt idx="4197">
                  <c:v>2.2493354598617756</c:v>
                </c:pt>
                <c:pt idx="4198">
                  <c:v>2.0983519404572037</c:v>
                </c:pt>
                <c:pt idx="4199">
                  <c:v>2.1100478468899522</c:v>
                </c:pt>
                <c:pt idx="4200">
                  <c:v>2.1520467836257309</c:v>
                </c:pt>
                <c:pt idx="4201">
                  <c:v>2.1499202551834129</c:v>
                </c:pt>
                <c:pt idx="4202">
                  <c:v>2.2833599149388624</c:v>
                </c:pt>
                <c:pt idx="4203">
                  <c:v>2.2833599149388624</c:v>
                </c:pt>
                <c:pt idx="4204">
                  <c:v>2.2833599149388624</c:v>
                </c:pt>
                <c:pt idx="4205">
                  <c:v>2.2833599149388624</c:v>
                </c:pt>
                <c:pt idx="4206">
                  <c:v>2.2833599149388624</c:v>
                </c:pt>
                <c:pt idx="4207">
                  <c:v>2.2833599149388624</c:v>
                </c:pt>
                <c:pt idx="4208">
                  <c:v>2.1451355661881979</c:v>
                </c:pt>
                <c:pt idx="4209">
                  <c:v>2.1350345560871875</c:v>
                </c:pt>
                <c:pt idx="4210">
                  <c:v>2.198830409356725</c:v>
                </c:pt>
                <c:pt idx="4211">
                  <c:v>2.2036150983519405</c:v>
                </c:pt>
                <c:pt idx="4212">
                  <c:v>2.1887293992557151</c:v>
                </c:pt>
                <c:pt idx="4213">
                  <c:v>2.2296650717703348</c:v>
                </c:pt>
                <c:pt idx="4214">
                  <c:v>2.339712918660287</c:v>
                </c:pt>
                <c:pt idx="4215">
                  <c:v>2.340776182881446</c:v>
                </c:pt>
                <c:pt idx="4216">
                  <c:v>2.2913343965975543</c:v>
                </c:pt>
                <c:pt idx="4217">
                  <c:v>2.1605528973950028</c:v>
                </c:pt>
                <c:pt idx="4218">
                  <c:v>2.1669324827219563</c:v>
                </c:pt>
                <c:pt idx="4219">
                  <c:v>2.1360978203083465</c:v>
                </c:pt>
                <c:pt idx="4220">
                  <c:v>2.130781499202552</c:v>
                </c:pt>
                <c:pt idx="4221">
                  <c:v>1.9872408293460926</c:v>
                </c:pt>
                <c:pt idx="4222">
                  <c:v>1.998936735778841</c:v>
                </c:pt>
                <c:pt idx="4223">
                  <c:v>1.9973418394471025</c:v>
                </c:pt>
                <c:pt idx="4224">
                  <c:v>1.9659755449229133</c:v>
                </c:pt>
                <c:pt idx="4225">
                  <c:v>1.9930887825624668</c:v>
                </c:pt>
                <c:pt idx="4226">
                  <c:v>2.0047846889952154</c:v>
                </c:pt>
                <c:pt idx="4227">
                  <c:v>2.0308346624136098</c:v>
                </c:pt>
                <c:pt idx="4228">
                  <c:v>1.9893673577884103</c:v>
                </c:pt>
                <c:pt idx="4229">
                  <c:v>1.9803296119085594</c:v>
                </c:pt>
                <c:pt idx="4230">
                  <c:v>1.8904837852206273</c:v>
                </c:pt>
                <c:pt idx="4231">
                  <c:v>1.8665603402445508</c:v>
                </c:pt>
                <c:pt idx="4232">
                  <c:v>1.8755980861244019</c:v>
                </c:pt>
                <c:pt idx="4233">
                  <c:v>1.8947368421052631</c:v>
                </c:pt>
                <c:pt idx="4234">
                  <c:v>1.862307283359915</c:v>
                </c:pt>
                <c:pt idx="4235">
                  <c:v>1.8835725677830941</c:v>
                </c:pt>
                <c:pt idx="4236">
                  <c:v>1.8947368421052631</c:v>
                </c:pt>
                <c:pt idx="4237">
                  <c:v>1.9383306751727805</c:v>
                </c:pt>
                <c:pt idx="4238">
                  <c:v>1.901116427432217</c:v>
                </c:pt>
                <c:pt idx="4239">
                  <c:v>1.8617756512493355</c:v>
                </c:pt>
                <c:pt idx="4240">
                  <c:v>1.7607655502392345</c:v>
                </c:pt>
                <c:pt idx="4241">
                  <c:v>1.7628920786815523</c:v>
                </c:pt>
                <c:pt idx="4242">
                  <c:v>1.7931951089845826</c:v>
                </c:pt>
                <c:pt idx="4243">
                  <c:v>1.7171717171717171</c:v>
                </c:pt>
                <c:pt idx="4244">
                  <c:v>1.7262094630515683</c:v>
                </c:pt>
                <c:pt idx="4245">
                  <c:v>1.7666135034556087</c:v>
                </c:pt>
                <c:pt idx="4246">
                  <c:v>1.7331206804891015</c:v>
                </c:pt>
                <c:pt idx="4247">
                  <c:v>1.736842105263158</c:v>
                </c:pt>
                <c:pt idx="4248">
                  <c:v>1.736842105263158</c:v>
                </c:pt>
                <c:pt idx="4249">
                  <c:v>1.736842105263158</c:v>
                </c:pt>
                <c:pt idx="4250">
                  <c:v>1.8043593833067517</c:v>
                </c:pt>
                <c:pt idx="4251">
                  <c:v>1.7878787878787878</c:v>
                </c:pt>
                <c:pt idx="4252">
                  <c:v>1.6666666666666667</c:v>
                </c:pt>
                <c:pt idx="4253">
                  <c:v>1.6501860712387029</c:v>
                </c:pt>
                <c:pt idx="4254">
                  <c:v>1.6384901648059542</c:v>
                </c:pt>
                <c:pt idx="4255">
                  <c:v>1.570441254651781</c:v>
                </c:pt>
                <c:pt idx="4256">
                  <c:v>1.5933014354066986</c:v>
                </c:pt>
                <c:pt idx="4257">
                  <c:v>1.5847953216374269</c:v>
                </c:pt>
                <c:pt idx="4258">
                  <c:v>1.5534290271132376</c:v>
                </c:pt>
                <c:pt idx="4259">
                  <c:v>1.529505582137161</c:v>
                </c:pt>
                <c:pt idx="4260">
                  <c:v>1.5741626794258374</c:v>
                </c:pt>
                <c:pt idx="4261">
                  <c:v>1.5752259436469962</c:v>
                </c:pt>
                <c:pt idx="4262">
                  <c:v>1.5598086124401913</c:v>
                </c:pt>
                <c:pt idx="4263">
                  <c:v>1.5427963849016482</c:v>
                </c:pt>
                <c:pt idx="4264">
                  <c:v>1.5534290271132376</c:v>
                </c:pt>
                <c:pt idx="4265">
                  <c:v>1.569377990430622</c:v>
                </c:pt>
                <c:pt idx="4266">
                  <c:v>1.569377990430622</c:v>
                </c:pt>
                <c:pt idx="4267">
                  <c:v>1.6209463051568316</c:v>
                </c:pt>
                <c:pt idx="4268">
                  <c:v>1.6049973418394472</c:v>
                </c:pt>
                <c:pt idx="4269">
                  <c:v>1.4970760233918128</c:v>
                </c:pt>
                <c:pt idx="4270">
                  <c:v>1.4460393407761829</c:v>
                </c:pt>
                <c:pt idx="4271">
                  <c:v>1.4423179160021264</c:v>
                </c:pt>
                <c:pt idx="4272">
                  <c:v>1.4492291334396596</c:v>
                </c:pt>
                <c:pt idx="4273">
                  <c:v>1.4146730462519936</c:v>
                </c:pt>
                <c:pt idx="4274">
                  <c:v>1.4593301435406698</c:v>
                </c:pt>
                <c:pt idx="4275">
                  <c:v>1.4396597554492292</c:v>
                </c:pt>
                <c:pt idx="4276">
                  <c:v>1.4582668793195108</c:v>
                </c:pt>
                <c:pt idx="4277">
                  <c:v>1.4805954279638489</c:v>
                </c:pt>
                <c:pt idx="4278">
                  <c:v>1.4657097288676235</c:v>
                </c:pt>
                <c:pt idx="4279">
                  <c:v>1.4343434343434343</c:v>
                </c:pt>
                <c:pt idx="4280">
                  <c:v>1.4646464646464648</c:v>
                </c:pt>
                <c:pt idx="4281">
                  <c:v>1.4726209463051569</c:v>
                </c:pt>
                <c:pt idx="4282">
                  <c:v>1.4843168527379054</c:v>
                </c:pt>
                <c:pt idx="4283">
                  <c:v>1.4566719829877726</c:v>
                </c:pt>
                <c:pt idx="4284">
                  <c:v>1.4619883040935673</c:v>
                </c:pt>
                <c:pt idx="4285">
                  <c:v>1.431685273790537</c:v>
                </c:pt>
                <c:pt idx="4286">
                  <c:v>1.431685273790537</c:v>
                </c:pt>
                <c:pt idx="4287">
                  <c:v>1.3301435406698565</c:v>
                </c:pt>
                <c:pt idx="4288">
                  <c:v>1.3269537480063796</c:v>
                </c:pt>
                <c:pt idx="4289">
                  <c:v>1.3189792663476874</c:v>
                </c:pt>
                <c:pt idx="4290">
                  <c:v>1.3322700691121743</c:v>
                </c:pt>
                <c:pt idx="4291">
                  <c:v>1.3242955874534821</c:v>
                </c:pt>
                <c:pt idx="4292">
                  <c:v>1.3343965975544922</c:v>
                </c:pt>
                <c:pt idx="4293">
                  <c:v>1.3189792663476874</c:v>
                </c:pt>
                <c:pt idx="4294">
                  <c:v>1.3264221158958001</c:v>
                </c:pt>
                <c:pt idx="4295">
                  <c:v>1.3476874003189792</c:v>
                </c:pt>
                <c:pt idx="4296">
                  <c:v>1.3104731525784157</c:v>
                </c:pt>
                <c:pt idx="4297">
                  <c:v>1.3716108452950557</c:v>
                </c:pt>
                <c:pt idx="4298">
                  <c:v>1.3657628920786815</c:v>
                </c:pt>
                <c:pt idx="4299">
                  <c:v>1.3689526847421585</c:v>
                </c:pt>
                <c:pt idx="4300">
                  <c:v>1.3492822966507176</c:v>
                </c:pt>
                <c:pt idx="4301">
                  <c:v>1.3429027113237639</c:v>
                </c:pt>
                <c:pt idx="4302">
                  <c:v>1.3359914938862307</c:v>
                </c:pt>
                <c:pt idx="4303">
                  <c:v>1.3195108984582669</c:v>
                </c:pt>
                <c:pt idx="4304">
                  <c:v>1.3471557682083999</c:v>
                </c:pt>
                <c:pt idx="4305">
                  <c:v>1.3535353535353536</c:v>
                </c:pt>
                <c:pt idx="4306">
                  <c:v>1.3774587985114302</c:v>
                </c:pt>
                <c:pt idx="4307">
                  <c:v>1.3907496012759171</c:v>
                </c:pt>
                <c:pt idx="4308">
                  <c:v>1.4354066985645932</c:v>
                </c:pt>
                <c:pt idx="4309">
                  <c:v>1.4178628389154706</c:v>
                </c:pt>
                <c:pt idx="4310">
                  <c:v>1.4354066985645932</c:v>
                </c:pt>
                <c:pt idx="4311">
                  <c:v>1.364167995746943</c:v>
                </c:pt>
                <c:pt idx="4312">
                  <c:v>1.3716108452950557</c:v>
                </c:pt>
                <c:pt idx="4313">
                  <c:v>1.3700159489633175</c:v>
                </c:pt>
                <c:pt idx="4314">
                  <c:v>1.3492822966507176</c:v>
                </c:pt>
                <c:pt idx="4315">
                  <c:v>1.3726741095162147</c:v>
                </c:pt>
                <c:pt idx="4316">
                  <c:v>1.4072301967038809</c:v>
                </c:pt>
                <c:pt idx="4317">
                  <c:v>1.4082934609250399</c:v>
                </c:pt>
                <c:pt idx="4318">
                  <c:v>1.430622009569378</c:v>
                </c:pt>
                <c:pt idx="4319">
                  <c:v>1.4348750664540137</c:v>
                </c:pt>
                <c:pt idx="4320">
                  <c:v>1.4311536416799575</c:v>
                </c:pt>
                <c:pt idx="4321">
                  <c:v>1.4933545986177565</c:v>
                </c:pt>
                <c:pt idx="4322">
                  <c:v>1.4922913343965976</c:v>
                </c:pt>
                <c:pt idx="4323">
                  <c:v>1.4853801169590644</c:v>
                </c:pt>
                <c:pt idx="4324">
                  <c:v>1.4370015948963317</c:v>
                </c:pt>
                <c:pt idx="4325">
                  <c:v>1.4502923976608186</c:v>
                </c:pt>
                <c:pt idx="4326">
                  <c:v>1.4269005847953216</c:v>
                </c:pt>
                <c:pt idx="4327">
                  <c:v>1.4332801701222755</c:v>
                </c:pt>
                <c:pt idx="4328">
                  <c:v>1.3290802764486975</c:v>
                </c:pt>
                <c:pt idx="4329">
                  <c:v>1.3338649654439128</c:v>
                </c:pt>
                <c:pt idx="4330">
                  <c:v>1.3216374269005848</c:v>
                </c:pt>
                <c:pt idx="4331">
                  <c:v>1.6198830409356726</c:v>
                </c:pt>
                <c:pt idx="4332">
                  <c:v>1.6209463051568316</c:v>
                </c:pt>
                <c:pt idx="4333">
                  <c:v>1.6698564593301435</c:v>
                </c:pt>
                <c:pt idx="4334">
                  <c:v>1.7044125465178097</c:v>
                </c:pt>
                <c:pt idx="4335">
                  <c:v>1.7086656034024454</c:v>
                </c:pt>
                <c:pt idx="4336">
                  <c:v>1.7666135034556087</c:v>
                </c:pt>
                <c:pt idx="4337">
                  <c:v>1.7501329080276449</c:v>
                </c:pt>
                <c:pt idx="4338">
                  <c:v>1.6943115364167995</c:v>
                </c:pt>
                <c:pt idx="4339">
                  <c:v>1.6927166400850611</c:v>
                </c:pt>
                <c:pt idx="4340">
                  <c:v>1.7240829346092503</c:v>
                </c:pt>
                <c:pt idx="4341">
                  <c:v>1.7293992557150453</c:v>
                </c:pt>
                <c:pt idx="4342">
                  <c:v>1.7474747474747474</c:v>
                </c:pt>
                <c:pt idx="4343">
                  <c:v>1.7628920786815523</c:v>
                </c:pt>
                <c:pt idx="4344">
                  <c:v>1.7634237107921318</c:v>
                </c:pt>
                <c:pt idx="4345">
                  <c:v>1.7756512493354599</c:v>
                </c:pt>
                <c:pt idx="4346">
                  <c:v>1.7517278043593834</c:v>
                </c:pt>
                <c:pt idx="4347">
                  <c:v>1.7458798511430091</c:v>
                </c:pt>
                <c:pt idx="4348">
                  <c:v>1.7777777777777777</c:v>
                </c:pt>
                <c:pt idx="4349">
                  <c:v>1.7698032961190855</c:v>
                </c:pt>
                <c:pt idx="4350">
                  <c:v>1.7485380116959064</c:v>
                </c:pt>
                <c:pt idx="4351">
                  <c:v>1.7432216905901117</c:v>
                </c:pt>
                <c:pt idx="4352">
                  <c:v>1.7591706539074961</c:v>
                </c:pt>
                <c:pt idx="4353">
                  <c:v>1.7671451355661882</c:v>
                </c:pt>
                <c:pt idx="4354">
                  <c:v>1.8431685273790537</c:v>
                </c:pt>
                <c:pt idx="4355">
                  <c:v>1.8681552365762892</c:v>
                </c:pt>
                <c:pt idx="4356">
                  <c:v>1.8596491228070176</c:v>
                </c:pt>
                <c:pt idx="4357">
                  <c:v>1.7820308346624136</c:v>
                </c:pt>
                <c:pt idx="4358">
                  <c:v>1.7719298245614035</c:v>
                </c:pt>
                <c:pt idx="4359">
                  <c:v>1.7809675704412546</c:v>
                </c:pt>
                <c:pt idx="4360">
                  <c:v>1.7836257309941521</c:v>
                </c:pt>
                <c:pt idx="4361">
                  <c:v>1.7458798511430091</c:v>
                </c:pt>
                <c:pt idx="4362">
                  <c:v>1.6719829877724615</c:v>
                </c:pt>
                <c:pt idx="4363">
                  <c:v>1.6172248803827751</c:v>
                </c:pt>
                <c:pt idx="4364">
                  <c:v>1.5906432748538011</c:v>
                </c:pt>
                <c:pt idx="4365">
                  <c:v>1.6039340776182882</c:v>
                </c:pt>
                <c:pt idx="4366">
                  <c:v>1.5433280170122274</c:v>
                </c:pt>
                <c:pt idx="4367">
                  <c:v>1.5486443381180224</c:v>
                </c:pt>
                <c:pt idx="4368">
                  <c:v>1.5502392344497609</c:v>
                </c:pt>
                <c:pt idx="4369">
                  <c:v>1.5550239234449761</c:v>
                </c:pt>
                <c:pt idx="4370">
                  <c:v>1.5582137161084531</c:v>
                </c:pt>
                <c:pt idx="4371">
                  <c:v>1.4465709728867624</c:v>
                </c:pt>
                <c:pt idx="4372">
                  <c:v>1.4348750664540137</c:v>
                </c:pt>
                <c:pt idx="4373">
                  <c:v>1.4348750664540137</c:v>
                </c:pt>
                <c:pt idx="4374">
                  <c:v>1.4348750664540137</c:v>
                </c:pt>
                <c:pt idx="4375">
                  <c:v>1.4348750664540137</c:v>
                </c:pt>
                <c:pt idx="4376">
                  <c:v>1.4348750664540137</c:v>
                </c:pt>
                <c:pt idx="4377">
                  <c:v>1.4348750664540137</c:v>
                </c:pt>
                <c:pt idx="4378">
                  <c:v>1.4194577352472089</c:v>
                </c:pt>
                <c:pt idx="4379">
                  <c:v>1.4157363104731526</c:v>
                </c:pt>
                <c:pt idx="4380">
                  <c:v>1.4082934609250399</c:v>
                </c:pt>
                <c:pt idx="4381">
                  <c:v>1.4221158958001063</c:v>
                </c:pt>
                <c:pt idx="4382">
                  <c:v>1.4433811802232854</c:v>
                </c:pt>
                <c:pt idx="4383">
                  <c:v>1.4439128123338649</c:v>
                </c:pt>
                <c:pt idx="4384">
                  <c:v>1.4385964912280702</c:v>
                </c:pt>
                <c:pt idx="4385">
                  <c:v>1.4428495481127059</c:v>
                </c:pt>
                <c:pt idx="4386">
                  <c:v>1.4210526315789473</c:v>
                </c:pt>
                <c:pt idx="4387">
                  <c:v>1.4566719829877726</c:v>
                </c:pt>
                <c:pt idx="4388">
                  <c:v>1.4354066985645932</c:v>
                </c:pt>
                <c:pt idx="4389">
                  <c:v>1.4274322169059011</c:v>
                </c:pt>
                <c:pt idx="4390">
                  <c:v>1.4391281233386497</c:v>
                </c:pt>
                <c:pt idx="4391">
                  <c:v>1.4412546517809677</c:v>
                </c:pt>
                <c:pt idx="4392">
                  <c:v>1.4173312068048911</c:v>
                </c:pt>
                <c:pt idx="4393">
                  <c:v>1.4125465178096757</c:v>
                </c:pt>
                <c:pt idx="4394">
                  <c:v>1.4098883572567784</c:v>
                </c:pt>
                <c:pt idx="4395">
                  <c:v>1.4455077086656034</c:v>
                </c:pt>
                <c:pt idx="4396">
                  <c:v>1.4657097288676235</c:v>
                </c:pt>
                <c:pt idx="4397">
                  <c:v>1.4556087187666136</c:v>
                </c:pt>
                <c:pt idx="4398">
                  <c:v>1.5029239766081872</c:v>
                </c:pt>
                <c:pt idx="4399">
                  <c:v>1.4875066454013823</c:v>
                </c:pt>
                <c:pt idx="4400">
                  <c:v>1.46943115364168</c:v>
                </c:pt>
                <c:pt idx="4401">
                  <c:v>1.4678362573099415</c:v>
                </c:pt>
                <c:pt idx="4402">
                  <c:v>1.4731525784157362</c:v>
                </c:pt>
                <c:pt idx="4403">
                  <c:v>1.505050505050505</c:v>
                </c:pt>
                <c:pt idx="4404">
                  <c:v>1.4997341839447103</c:v>
                </c:pt>
                <c:pt idx="4405">
                  <c:v>1.4109516214779372</c:v>
                </c:pt>
                <c:pt idx="4406">
                  <c:v>1.4109516214779372</c:v>
                </c:pt>
                <c:pt idx="4407">
                  <c:v>1.4136097820308346</c:v>
                </c:pt>
                <c:pt idx="4408">
                  <c:v>1.4231791600212653</c:v>
                </c:pt>
                <c:pt idx="4409">
                  <c:v>1.4178628389154706</c:v>
                </c:pt>
                <c:pt idx="4410">
                  <c:v>1.4237107921318448</c:v>
                </c:pt>
                <c:pt idx="4411">
                  <c:v>1.4720893141945774</c:v>
                </c:pt>
                <c:pt idx="4412">
                  <c:v>1.4258373205741626</c:v>
                </c:pt>
                <c:pt idx="4413">
                  <c:v>1.4864433811802233</c:v>
                </c:pt>
                <c:pt idx="4414">
                  <c:v>1.5108984582668794</c:v>
                </c:pt>
                <c:pt idx="4415">
                  <c:v>1.4795321637426901</c:v>
                </c:pt>
                <c:pt idx="4416">
                  <c:v>1.5443912812333864</c:v>
                </c:pt>
                <c:pt idx="4417">
                  <c:v>1.5869218500797448</c:v>
                </c:pt>
                <c:pt idx="4418">
                  <c:v>1.5645933014354068</c:v>
                </c:pt>
                <c:pt idx="4419">
                  <c:v>1.5236576289207868</c:v>
                </c:pt>
                <c:pt idx="4420">
                  <c:v>1.4853801169590644</c:v>
                </c:pt>
                <c:pt idx="4421">
                  <c:v>1.4954811270600745</c:v>
                </c:pt>
                <c:pt idx="4422">
                  <c:v>1.4906964380648591</c:v>
                </c:pt>
                <c:pt idx="4423">
                  <c:v>1.506113769271664</c:v>
                </c:pt>
                <c:pt idx="4424">
                  <c:v>1.4970760233918128</c:v>
                </c:pt>
                <c:pt idx="4425">
                  <c:v>1.5183413078149921</c:v>
                </c:pt>
                <c:pt idx="4426">
                  <c:v>1.532695374800638</c:v>
                </c:pt>
                <c:pt idx="4427">
                  <c:v>1.5481127060074429</c:v>
                </c:pt>
                <c:pt idx="4428">
                  <c:v>1.5332270069112175</c:v>
                </c:pt>
                <c:pt idx="4429">
                  <c:v>1.5385433280170122</c:v>
                </c:pt>
                <c:pt idx="4430">
                  <c:v>1.5273790536948431</c:v>
                </c:pt>
                <c:pt idx="4431">
                  <c:v>1.4891015417331206</c:v>
                </c:pt>
                <c:pt idx="4432">
                  <c:v>1.5220627325890483</c:v>
                </c:pt>
                <c:pt idx="4433">
                  <c:v>1.5066454013822435</c:v>
                </c:pt>
                <c:pt idx="4434">
                  <c:v>1.5098351940457204</c:v>
                </c:pt>
                <c:pt idx="4435">
                  <c:v>1.4997341839447103</c:v>
                </c:pt>
                <c:pt idx="4436">
                  <c:v>1.5247208931419458</c:v>
                </c:pt>
                <c:pt idx="4437">
                  <c:v>1.5199362041467304</c:v>
                </c:pt>
                <c:pt idx="4438">
                  <c:v>1.5007974481658692</c:v>
                </c:pt>
                <c:pt idx="4439">
                  <c:v>1.4981392876129718</c:v>
                </c:pt>
                <c:pt idx="4440">
                  <c:v>1.4965443912812333</c:v>
                </c:pt>
                <c:pt idx="4441">
                  <c:v>1.4965443912812333</c:v>
                </c:pt>
                <c:pt idx="4442">
                  <c:v>1.4922913343965976</c:v>
                </c:pt>
                <c:pt idx="4443">
                  <c:v>1.5066454013822435</c:v>
                </c:pt>
                <c:pt idx="4444">
                  <c:v>1.5199362041467304</c:v>
                </c:pt>
                <c:pt idx="4445">
                  <c:v>1.5124933545986177</c:v>
                </c:pt>
                <c:pt idx="4446">
                  <c:v>1.503987240829346</c:v>
                </c:pt>
                <c:pt idx="4447">
                  <c:v>1.506113769271664</c:v>
                </c:pt>
                <c:pt idx="4448">
                  <c:v>1.4954811270600745</c:v>
                </c:pt>
                <c:pt idx="4449">
                  <c:v>1.4965443912812333</c:v>
                </c:pt>
                <c:pt idx="4450">
                  <c:v>1.4667729930887825</c:v>
                </c:pt>
                <c:pt idx="4451">
                  <c:v>1.4646464646464648</c:v>
                </c:pt>
                <c:pt idx="4452">
                  <c:v>1.4625199362041468</c:v>
                </c:pt>
                <c:pt idx="4453">
                  <c:v>1.4641148325358853</c:v>
                </c:pt>
                <c:pt idx="4454">
                  <c:v>1.4641148325358853</c:v>
                </c:pt>
                <c:pt idx="4455">
                  <c:v>1.4242424242424243</c:v>
                </c:pt>
                <c:pt idx="4456">
                  <c:v>1.3950026581605528</c:v>
                </c:pt>
                <c:pt idx="4457">
                  <c:v>1.3774587985114302</c:v>
                </c:pt>
                <c:pt idx="4458">
                  <c:v>1.3827751196172249</c:v>
                </c:pt>
                <c:pt idx="4459">
                  <c:v>1.3880914407230196</c:v>
                </c:pt>
                <c:pt idx="4460">
                  <c:v>1.3381180223285487</c:v>
                </c:pt>
                <c:pt idx="4461">
                  <c:v>1.3455608718766614</c:v>
                </c:pt>
                <c:pt idx="4462">
                  <c:v>1.3173843700159489</c:v>
                </c:pt>
                <c:pt idx="4463">
                  <c:v>1.3237639553429028</c:v>
                </c:pt>
                <c:pt idx="4464">
                  <c:v>1.3312068048910155</c:v>
                </c:pt>
                <c:pt idx="4465">
                  <c:v>1.3237639553429028</c:v>
                </c:pt>
                <c:pt idx="4466">
                  <c:v>1.3290802764486975</c:v>
                </c:pt>
                <c:pt idx="4467">
                  <c:v>1.3290802764486975</c:v>
                </c:pt>
                <c:pt idx="4468">
                  <c:v>1.3290802764486975</c:v>
                </c:pt>
                <c:pt idx="4469">
                  <c:v>1.3290802764486975</c:v>
                </c:pt>
                <c:pt idx="4470">
                  <c:v>1.3290802764486975</c:v>
                </c:pt>
                <c:pt idx="4471">
                  <c:v>1.3290802764486975</c:v>
                </c:pt>
                <c:pt idx="4472">
                  <c:v>1.366294524189261</c:v>
                </c:pt>
                <c:pt idx="4473">
                  <c:v>1.3753322700691122</c:v>
                </c:pt>
                <c:pt idx="4474">
                  <c:v>1.3700159489633175</c:v>
                </c:pt>
                <c:pt idx="4475">
                  <c:v>1.3854332801701223</c:v>
                </c:pt>
                <c:pt idx="4476">
                  <c:v>1.3833067517278044</c:v>
                </c:pt>
                <c:pt idx="4477">
                  <c:v>1.3769271664008507</c:v>
                </c:pt>
                <c:pt idx="4478">
                  <c:v>1.3880914407230196</c:v>
                </c:pt>
                <c:pt idx="4479">
                  <c:v>1.3748006379585327</c:v>
                </c:pt>
                <c:pt idx="4480">
                  <c:v>1.3678894205209995</c:v>
                </c:pt>
                <c:pt idx="4481">
                  <c:v>1.3726741095162147</c:v>
                </c:pt>
                <c:pt idx="4482">
                  <c:v>1.3418394471026049</c:v>
                </c:pt>
                <c:pt idx="4483">
                  <c:v>1.3498139287612971</c:v>
                </c:pt>
                <c:pt idx="4484">
                  <c:v>1.3498139287612971</c:v>
                </c:pt>
                <c:pt idx="4485">
                  <c:v>1.3583200425305688</c:v>
                </c:pt>
                <c:pt idx="4486">
                  <c:v>1.3620414673046253</c:v>
                </c:pt>
                <c:pt idx="4487">
                  <c:v>1.3375863902179692</c:v>
                </c:pt>
                <c:pt idx="4488">
                  <c:v>1.3301435406698565</c:v>
                </c:pt>
                <c:pt idx="4489">
                  <c:v>1.3014354066985645</c:v>
                </c:pt>
                <c:pt idx="4490">
                  <c:v>1.2897395002658161</c:v>
                </c:pt>
                <c:pt idx="4491">
                  <c:v>1.2897395002658161</c:v>
                </c:pt>
                <c:pt idx="4492">
                  <c:v>1.202020202020202</c:v>
                </c:pt>
                <c:pt idx="4493">
                  <c:v>1.1717171717171717</c:v>
                </c:pt>
                <c:pt idx="4494">
                  <c:v>1.1881977671451356</c:v>
                </c:pt>
                <c:pt idx="4495">
                  <c:v>1.1775651249335459</c:v>
                </c:pt>
                <c:pt idx="4496">
                  <c:v>1.2200956937799043</c:v>
                </c:pt>
                <c:pt idx="4497">
                  <c:v>1.2307283359914938</c:v>
                </c:pt>
                <c:pt idx="4498">
                  <c:v>1.2153110047846889</c:v>
                </c:pt>
                <c:pt idx="4499">
                  <c:v>1.2057416267942584</c:v>
                </c:pt>
                <c:pt idx="4500">
                  <c:v>1.2057416267942584</c:v>
                </c:pt>
                <c:pt idx="4501">
                  <c:v>1.2057416267942584</c:v>
                </c:pt>
                <c:pt idx="4502">
                  <c:v>1.2174375332270069</c:v>
                </c:pt>
                <c:pt idx="4503">
                  <c:v>1.2312599681020733</c:v>
                </c:pt>
                <c:pt idx="4504">
                  <c:v>1.2206273258904838</c:v>
                </c:pt>
                <c:pt idx="4505">
                  <c:v>1.2206273258904838</c:v>
                </c:pt>
                <c:pt idx="4506">
                  <c:v>1.2232854864433811</c:v>
                </c:pt>
                <c:pt idx="4507">
                  <c:v>1.1839447102604996</c:v>
                </c:pt>
                <c:pt idx="4508">
                  <c:v>1.1791600212652844</c:v>
                </c:pt>
                <c:pt idx="4509">
                  <c:v>1.1897926634768741</c:v>
                </c:pt>
                <c:pt idx="4510">
                  <c:v>1.2525252525252526</c:v>
                </c:pt>
                <c:pt idx="4511">
                  <c:v>1.228601807549176</c:v>
                </c:pt>
                <c:pt idx="4512">
                  <c:v>1.2418926103136629</c:v>
                </c:pt>
                <c:pt idx="4513">
                  <c:v>1.2259436469962786</c:v>
                </c:pt>
                <c:pt idx="4514">
                  <c:v>1.2339181286549707</c:v>
                </c:pt>
                <c:pt idx="4515">
                  <c:v>1.2142477405635301</c:v>
                </c:pt>
                <c:pt idx="4516">
                  <c:v>1.2004253056884635</c:v>
                </c:pt>
                <c:pt idx="4517">
                  <c:v>1.2004253056884635</c:v>
                </c:pt>
                <c:pt idx="4518">
                  <c:v>1.2004253056884635</c:v>
                </c:pt>
                <c:pt idx="4519">
                  <c:v>1.2254120148856991</c:v>
                </c:pt>
                <c:pt idx="4520">
                  <c:v>1.2339181286549707</c:v>
                </c:pt>
                <c:pt idx="4521">
                  <c:v>1.2349813928761297</c:v>
                </c:pt>
                <c:pt idx="4522">
                  <c:v>1.2509303561935141</c:v>
                </c:pt>
                <c:pt idx="4523">
                  <c:v>1.2477405635300372</c:v>
                </c:pt>
                <c:pt idx="4524">
                  <c:v>1.2339181286549707</c:v>
                </c:pt>
                <c:pt idx="4525">
                  <c:v>1.2418926103136629</c:v>
                </c:pt>
                <c:pt idx="4526">
                  <c:v>1.2418926103136629</c:v>
                </c:pt>
                <c:pt idx="4527">
                  <c:v>1.2333864965443913</c:v>
                </c:pt>
                <c:pt idx="4528">
                  <c:v>1.2163742690058479</c:v>
                </c:pt>
                <c:pt idx="4529">
                  <c:v>1.2179691653375864</c:v>
                </c:pt>
                <c:pt idx="4530">
                  <c:v>1.2169059011164274</c:v>
                </c:pt>
                <c:pt idx="4531">
                  <c:v>1.2509303561935141</c:v>
                </c:pt>
                <c:pt idx="4532">
                  <c:v>1.3003721424774057</c:v>
                </c:pt>
                <c:pt idx="4533">
                  <c:v>1.2923976608187135</c:v>
                </c:pt>
                <c:pt idx="4534">
                  <c:v>1.2610313662945243</c:v>
                </c:pt>
                <c:pt idx="4535">
                  <c:v>1.2604997341839448</c:v>
                </c:pt>
                <c:pt idx="4536">
                  <c:v>1.2626262626262625</c:v>
                </c:pt>
                <c:pt idx="4537">
                  <c:v>1.268474215842637</c:v>
                </c:pt>
                <c:pt idx="4538">
                  <c:v>1.2392344497607655</c:v>
                </c:pt>
                <c:pt idx="4539">
                  <c:v>1.2408293460925039</c:v>
                </c:pt>
                <c:pt idx="4540">
                  <c:v>1.2418926103136629</c:v>
                </c:pt>
                <c:pt idx="4541">
                  <c:v>1.2434875066454014</c:v>
                </c:pt>
                <c:pt idx="4542">
                  <c:v>1.2339181286549707</c:v>
                </c:pt>
                <c:pt idx="4543">
                  <c:v>1.2355130249867092</c:v>
                </c:pt>
                <c:pt idx="4544">
                  <c:v>1.2424242424242424</c:v>
                </c:pt>
                <c:pt idx="4545">
                  <c:v>1.2137161084529506</c:v>
                </c:pt>
                <c:pt idx="4546">
                  <c:v>1.2121212121212122</c:v>
                </c:pt>
                <c:pt idx="4547">
                  <c:v>1.2121212121212122</c:v>
                </c:pt>
                <c:pt idx="4548">
                  <c:v>1.1520467836257311</c:v>
                </c:pt>
                <c:pt idx="4549">
                  <c:v>1.1493886230728336</c:v>
                </c:pt>
                <c:pt idx="4550">
                  <c:v>1.1472620946305156</c:v>
                </c:pt>
                <c:pt idx="4551">
                  <c:v>1.1472620946305156</c:v>
                </c:pt>
                <c:pt idx="4552">
                  <c:v>1.0834662413609781</c:v>
                </c:pt>
                <c:pt idx="4553">
                  <c:v>1.1004784688995215</c:v>
                </c:pt>
                <c:pt idx="4554">
                  <c:v>1.0994152046783625</c:v>
                </c:pt>
                <c:pt idx="4555">
                  <c:v>1.1143009037745879</c:v>
                </c:pt>
                <c:pt idx="4556">
                  <c:v>1.1132376395534291</c:v>
                </c:pt>
                <c:pt idx="4557">
                  <c:v>1.1148325358851674</c:v>
                </c:pt>
                <c:pt idx="4558">
                  <c:v>1.1153641679957469</c:v>
                </c:pt>
                <c:pt idx="4559">
                  <c:v>1.1116427432216907</c:v>
                </c:pt>
                <c:pt idx="4560">
                  <c:v>1.1244019138755981</c:v>
                </c:pt>
                <c:pt idx="4561">
                  <c:v>1.1105794790005317</c:v>
                </c:pt>
                <c:pt idx="4562">
                  <c:v>1.1201488569909623</c:v>
                </c:pt>
                <c:pt idx="4563">
                  <c:v>1.1063264221158957</c:v>
                </c:pt>
                <c:pt idx="4564">
                  <c:v>1.098883572567783</c:v>
                </c:pt>
                <c:pt idx="4565">
                  <c:v>1.1158958001063264</c:v>
                </c:pt>
                <c:pt idx="4566">
                  <c:v>1.098883572567783</c:v>
                </c:pt>
                <c:pt idx="4567">
                  <c:v>1.0967570441254653</c:v>
                </c:pt>
                <c:pt idx="4568">
                  <c:v>1.101010101010101</c:v>
                </c:pt>
                <c:pt idx="4569">
                  <c:v>1.097820308346624</c:v>
                </c:pt>
                <c:pt idx="4570">
                  <c:v>1.0925039872408293</c:v>
                </c:pt>
                <c:pt idx="4571">
                  <c:v>1.098883572567783</c:v>
                </c:pt>
                <c:pt idx="4572">
                  <c:v>1.1063264221158957</c:v>
                </c:pt>
                <c:pt idx="4573">
                  <c:v>1.0956937799043063</c:v>
                </c:pt>
                <c:pt idx="4574">
                  <c:v>1.0935672514619883</c:v>
                </c:pt>
                <c:pt idx="4575">
                  <c:v>1.0802764486975014</c:v>
                </c:pt>
                <c:pt idx="4576">
                  <c:v>1.0749601275917064</c:v>
                </c:pt>
                <c:pt idx="4577">
                  <c:v>1.0972886762360448</c:v>
                </c:pt>
                <c:pt idx="4578">
                  <c:v>1.0946305156831473</c:v>
                </c:pt>
                <c:pt idx="4579">
                  <c:v>1.0935672514619883</c:v>
                </c:pt>
                <c:pt idx="4580">
                  <c:v>1.0951621477937268</c:v>
                </c:pt>
                <c:pt idx="4581">
                  <c:v>1.0994152046783625</c:v>
                </c:pt>
                <c:pt idx="4582">
                  <c:v>1.0866560340244551</c:v>
                </c:pt>
                <c:pt idx="4583">
                  <c:v>1.0882509303561936</c:v>
                </c:pt>
                <c:pt idx="4584">
                  <c:v>1.0797448165869219</c:v>
                </c:pt>
                <c:pt idx="4585">
                  <c:v>1.097820308346624</c:v>
                </c:pt>
                <c:pt idx="4586">
                  <c:v>1.1148325358851674</c:v>
                </c:pt>
                <c:pt idx="4587">
                  <c:v>1.3290802764486975</c:v>
                </c:pt>
                <c:pt idx="4588">
                  <c:v>1.3375863902179692</c:v>
                </c:pt>
                <c:pt idx="4589">
                  <c:v>1.3163211057947901</c:v>
                </c:pt>
                <c:pt idx="4590">
                  <c:v>1.3264221158958001</c:v>
                </c:pt>
                <c:pt idx="4591">
                  <c:v>1.3125996810207337</c:v>
                </c:pt>
                <c:pt idx="4592">
                  <c:v>1.3136629452418926</c:v>
                </c:pt>
                <c:pt idx="4593">
                  <c:v>1.264221158958001</c:v>
                </c:pt>
                <c:pt idx="4594">
                  <c:v>1.2466772993088782</c:v>
                </c:pt>
                <c:pt idx="4595">
                  <c:v>1.2668793195108985</c:v>
                </c:pt>
                <c:pt idx="4596">
                  <c:v>1.3450292397660819</c:v>
                </c:pt>
                <c:pt idx="4597">
                  <c:v>1.3375863902179692</c:v>
                </c:pt>
                <c:pt idx="4598">
                  <c:v>1.3157894736842106</c:v>
                </c:pt>
                <c:pt idx="4599">
                  <c:v>1.3269537480063796</c:v>
                </c:pt>
                <c:pt idx="4600">
                  <c:v>1.330675172780436</c:v>
                </c:pt>
                <c:pt idx="4601">
                  <c:v>1.305156831472621</c:v>
                </c:pt>
                <c:pt idx="4602">
                  <c:v>1.3120680489101542</c:v>
                </c:pt>
                <c:pt idx="4603">
                  <c:v>1.3242955874534821</c:v>
                </c:pt>
                <c:pt idx="4604">
                  <c:v>1.3141945773524721</c:v>
                </c:pt>
                <c:pt idx="4605">
                  <c:v>1.2732589048378522</c:v>
                </c:pt>
                <c:pt idx="4606">
                  <c:v>1.2769803296119087</c:v>
                </c:pt>
                <c:pt idx="4607">
                  <c:v>1.2822966507177034</c:v>
                </c:pt>
                <c:pt idx="4608">
                  <c:v>1.2732589048378522</c:v>
                </c:pt>
                <c:pt idx="4609">
                  <c:v>1.2801701222753854</c:v>
                </c:pt>
                <c:pt idx="4610">
                  <c:v>1.268474215842637</c:v>
                </c:pt>
                <c:pt idx="4611">
                  <c:v>1.3046251993620415</c:v>
                </c:pt>
                <c:pt idx="4612">
                  <c:v>1.3205741626794258</c:v>
                </c:pt>
                <c:pt idx="4613">
                  <c:v>1.3110047846889952</c:v>
                </c:pt>
                <c:pt idx="4614">
                  <c:v>1.2892078681552366</c:v>
                </c:pt>
                <c:pt idx="4615">
                  <c:v>1.2902711323763956</c:v>
                </c:pt>
                <c:pt idx="4616">
                  <c:v>1.2902711323763956</c:v>
                </c:pt>
                <c:pt idx="4617">
                  <c:v>1.3365231259968102</c:v>
                </c:pt>
                <c:pt idx="4618">
                  <c:v>1.3253588516746411</c:v>
                </c:pt>
                <c:pt idx="4619">
                  <c:v>1.3253588516746411</c:v>
                </c:pt>
                <c:pt idx="4620">
                  <c:v>1.330675172780436</c:v>
                </c:pt>
                <c:pt idx="4621">
                  <c:v>1.329611908559277</c:v>
                </c:pt>
                <c:pt idx="4622">
                  <c:v>1.3062200956937799</c:v>
                </c:pt>
                <c:pt idx="4623">
                  <c:v>1.3141945773524721</c:v>
                </c:pt>
                <c:pt idx="4624">
                  <c:v>1.3141945773524721</c:v>
                </c:pt>
                <c:pt idx="4625">
                  <c:v>1.3141945773524721</c:v>
                </c:pt>
                <c:pt idx="4626">
                  <c:v>1.3141945773524721</c:v>
                </c:pt>
                <c:pt idx="4627">
                  <c:v>1.3141945773524721</c:v>
                </c:pt>
                <c:pt idx="4628">
                  <c:v>1.3141945773524721</c:v>
                </c:pt>
                <c:pt idx="4629">
                  <c:v>1.3110047846889952</c:v>
                </c:pt>
                <c:pt idx="4630">
                  <c:v>1.3556618819776713</c:v>
                </c:pt>
                <c:pt idx="4631">
                  <c:v>1.3381180223285487</c:v>
                </c:pt>
                <c:pt idx="4632">
                  <c:v>1.292929292929293</c:v>
                </c:pt>
                <c:pt idx="4633">
                  <c:v>1.3083466241360979</c:v>
                </c:pt>
                <c:pt idx="4634">
                  <c:v>1.2977139819245083</c:v>
                </c:pt>
                <c:pt idx="4635">
                  <c:v>1.2870813397129186</c:v>
                </c:pt>
                <c:pt idx="4636">
                  <c:v>1.3046251993620415</c:v>
                </c:pt>
                <c:pt idx="4637">
                  <c:v>1.2748538011695907</c:v>
                </c:pt>
                <c:pt idx="4638">
                  <c:v>1.2775119617224879</c:v>
                </c:pt>
                <c:pt idx="4639">
                  <c:v>1.2822966507177034</c:v>
                </c:pt>
                <c:pt idx="4640">
                  <c:v>1.2690058479532165</c:v>
                </c:pt>
                <c:pt idx="4641">
                  <c:v>1.2700691121743752</c:v>
                </c:pt>
                <c:pt idx="4642">
                  <c:v>1.2530568846358321</c:v>
                </c:pt>
                <c:pt idx="4643">
                  <c:v>1.2583732057416268</c:v>
                </c:pt>
                <c:pt idx="4644">
                  <c:v>1.2057416267942584</c:v>
                </c:pt>
                <c:pt idx="4645">
                  <c:v>1.2068048910154174</c:v>
                </c:pt>
                <c:pt idx="4646">
                  <c:v>1.1940457203615098</c:v>
                </c:pt>
                <c:pt idx="4647">
                  <c:v>1.1977671451355663</c:v>
                </c:pt>
                <c:pt idx="4648">
                  <c:v>1.2089314194577352</c:v>
                </c:pt>
                <c:pt idx="4649">
                  <c:v>1.1828814460393409</c:v>
                </c:pt>
                <c:pt idx="4650">
                  <c:v>1.1945773524720893</c:v>
                </c:pt>
                <c:pt idx="4651">
                  <c:v>1.2036150983519405</c:v>
                </c:pt>
                <c:pt idx="4652">
                  <c:v>1.2046783625730995</c:v>
                </c:pt>
                <c:pt idx="4653">
                  <c:v>1.2014885699096225</c:v>
                </c:pt>
                <c:pt idx="4654">
                  <c:v>1.1866028708133971</c:v>
                </c:pt>
                <c:pt idx="4655">
                  <c:v>1.1935140882509303</c:v>
                </c:pt>
                <c:pt idx="4656">
                  <c:v>1.199893673577884</c:v>
                </c:pt>
                <c:pt idx="4657">
                  <c:v>1.1887293992557151</c:v>
                </c:pt>
                <c:pt idx="4658">
                  <c:v>1.1935140882509303</c:v>
                </c:pt>
                <c:pt idx="4659">
                  <c:v>1.1818181818181819</c:v>
                </c:pt>
                <c:pt idx="4660">
                  <c:v>1.1573631047315258</c:v>
                </c:pt>
                <c:pt idx="4661">
                  <c:v>1.1541733120680489</c:v>
                </c:pt>
                <c:pt idx="4662">
                  <c:v>1.1408825093035619</c:v>
                </c:pt>
                <c:pt idx="4663">
                  <c:v>1.1632110579479</c:v>
                </c:pt>
                <c:pt idx="4664">
                  <c:v>1.1446039340776182</c:v>
                </c:pt>
                <c:pt idx="4665">
                  <c:v>1.1557682083997873</c:v>
                </c:pt>
                <c:pt idx="4666">
                  <c:v>1.1557682083997873</c:v>
                </c:pt>
                <c:pt idx="4667">
                  <c:v>1.1903242955874536</c:v>
                </c:pt>
                <c:pt idx="4668">
                  <c:v>1.1844763423710791</c:v>
                </c:pt>
                <c:pt idx="4669">
                  <c:v>1.1866028708133971</c:v>
                </c:pt>
                <c:pt idx="4670">
                  <c:v>1.1924508240297713</c:v>
                </c:pt>
                <c:pt idx="4671">
                  <c:v>1.1913875598086126</c:v>
                </c:pt>
                <c:pt idx="4672">
                  <c:v>1.1956406166932483</c:v>
                </c:pt>
                <c:pt idx="4673">
                  <c:v>1.1924508240297713</c:v>
                </c:pt>
                <c:pt idx="4674">
                  <c:v>1.1844763423710791</c:v>
                </c:pt>
                <c:pt idx="4675">
                  <c:v>1.1956406166932483</c:v>
                </c:pt>
                <c:pt idx="4676">
                  <c:v>1.2083997873471557</c:v>
                </c:pt>
                <c:pt idx="4677">
                  <c:v>1.200956937799043</c:v>
                </c:pt>
                <c:pt idx="4678">
                  <c:v>1.2057416267942584</c:v>
                </c:pt>
                <c:pt idx="4679">
                  <c:v>1.2147793726741096</c:v>
                </c:pt>
                <c:pt idx="4680">
                  <c:v>1.202020202020202</c:v>
                </c:pt>
                <c:pt idx="4681">
                  <c:v>1.2216905901116428</c:v>
                </c:pt>
                <c:pt idx="4682">
                  <c:v>1.20414673046252</c:v>
                </c:pt>
                <c:pt idx="4683">
                  <c:v>1.2068048910154174</c:v>
                </c:pt>
                <c:pt idx="4684">
                  <c:v>1.1738437001594897</c:v>
                </c:pt>
                <c:pt idx="4685">
                  <c:v>1.1967038809144073</c:v>
                </c:pt>
                <c:pt idx="4686">
                  <c:v>1.202020202020202</c:v>
                </c:pt>
                <c:pt idx="4687">
                  <c:v>1.202020202020202</c:v>
                </c:pt>
                <c:pt idx="4688">
                  <c:v>1.2004253056884635</c:v>
                </c:pt>
                <c:pt idx="4689">
                  <c:v>1.2174375332270069</c:v>
                </c:pt>
                <c:pt idx="4690">
                  <c:v>1.2594364699627858</c:v>
                </c:pt>
                <c:pt idx="4691">
                  <c:v>1.2413609782030834</c:v>
                </c:pt>
                <c:pt idx="4692">
                  <c:v>1.2413609782030834</c:v>
                </c:pt>
                <c:pt idx="4693">
                  <c:v>1.2530568846358321</c:v>
                </c:pt>
                <c:pt idx="4694">
                  <c:v>1.2376395534290272</c:v>
                </c:pt>
                <c:pt idx="4695">
                  <c:v>1.2376395534290272</c:v>
                </c:pt>
                <c:pt idx="4696">
                  <c:v>1.2232854864433811</c:v>
                </c:pt>
                <c:pt idx="4697">
                  <c:v>1.2232854864433811</c:v>
                </c:pt>
                <c:pt idx="4698">
                  <c:v>1.2376395534290272</c:v>
                </c:pt>
                <c:pt idx="4699">
                  <c:v>1.2307283359914938</c:v>
                </c:pt>
                <c:pt idx="4700">
                  <c:v>1.239766081871345</c:v>
                </c:pt>
                <c:pt idx="4701">
                  <c:v>1.2312599681020733</c:v>
                </c:pt>
                <c:pt idx="4702">
                  <c:v>1.2349813928761297</c:v>
                </c:pt>
                <c:pt idx="4703">
                  <c:v>1.2344497607655502</c:v>
                </c:pt>
                <c:pt idx="4704">
                  <c:v>1.2344497607655502</c:v>
                </c:pt>
                <c:pt idx="4705">
                  <c:v>1.228601807549176</c:v>
                </c:pt>
                <c:pt idx="4706">
                  <c:v>1.2185007974481659</c:v>
                </c:pt>
                <c:pt idx="4707">
                  <c:v>1.2094630515683147</c:v>
                </c:pt>
                <c:pt idx="4708">
                  <c:v>1.2046783625730995</c:v>
                </c:pt>
                <c:pt idx="4709">
                  <c:v>1.2142477405635301</c:v>
                </c:pt>
                <c:pt idx="4710">
                  <c:v>1.2142477405635301</c:v>
                </c:pt>
                <c:pt idx="4711">
                  <c:v>1.2142477405635301</c:v>
                </c:pt>
                <c:pt idx="4712">
                  <c:v>1.2142477405635301</c:v>
                </c:pt>
                <c:pt idx="4713">
                  <c:v>1.2142477405635301</c:v>
                </c:pt>
                <c:pt idx="4714">
                  <c:v>1.2142477405635301</c:v>
                </c:pt>
                <c:pt idx="4715">
                  <c:v>1.202020202020202</c:v>
                </c:pt>
                <c:pt idx="4716">
                  <c:v>1.2349813928761297</c:v>
                </c:pt>
                <c:pt idx="4717">
                  <c:v>1.2413609782030834</c:v>
                </c:pt>
                <c:pt idx="4718">
                  <c:v>1.2530568846358321</c:v>
                </c:pt>
                <c:pt idx="4719">
                  <c:v>1.2376395534290272</c:v>
                </c:pt>
                <c:pt idx="4720">
                  <c:v>1.3157894736842106</c:v>
                </c:pt>
                <c:pt idx="4721">
                  <c:v>1.3248272195640616</c:v>
                </c:pt>
                <c:pt idx="4722">
                  <c:v>1.3104731525784157</c:v>
                </c:pt>
                <c:pt idx="4723">
                  <c:v>1.330675172780436</c:v>
                </c:pt>
                <c:pt idx="4724">
                  <c:v>1.3232323232323233</c:v>
                </c:pt>
                <c:pt idx="4725">
                  <c:v>1.3184476342371079</c:v>
                </c:pt>
                <c:pt idx="4726">
                  <c:v>1.3189792663476874</c:v>
                </c:pt>
                <c:pt idx="4727">
                  <c:v>1.3290802764486975</c:v>
                </c:pt>
                <c:pt idx="4728">
                  <c:v>1.3577884104199893</c:v>
                </c:pt>
                <c:pt idx="4729">
                  <c:v>1.328548644338118</c:v>
                </c:pt>
                <c:pt idx="4730">
                  <c:v>1.3253588516746411</c:v>
                </c:pt>
                <c:pt idx="4731">
                  <c:v>1.3232323232323233</c:v>
                </c:pt>
                <c:pt idx="4732">
                  <c:v>1.2987772461456673</c:v>
                </c:pt>
                <c:pt idx="4733">
                  <c:v>1.2860180754917596</c:v>
                </c:pt>
                <c:pt idx="4734">
                  <c:v>1.2892078681552366</c:v>
                </c:pt>
                <c:pt idx="4735">
                  <c:v>1.2934609250398723</c:v>
                </c:pt>
                <c:pt idx="4736">
                  <c:v>1.2764486975013292</c:v>
                </c:pt>
                <c:pt idx="4737">
                  <c:v>1.2791068580542264</c:v>
                </c:pt>
                <c:pt idx="4738">
                  <c:v>1.2599681020733653</c:v>
                </c:pt>
                <c:pt idx="4739">
                  <c:v>1.2668793195108985</c:v>
                </c:pt>
                <c:pt idx="4740">
                  <c:v>1.2743221690590112</c:v>
                </c:pt>
                <c:pt idx="4741">
                  <c:v>1.2706007442849547</c:v>
                </c:pt>
                <c:pt idx="4742">
                  <c:v>1.2695374800637957</c:v>
                </c:pt>
                <c:pt idx="4743">
                  <c:v>1.292929292929293</c:v>
                </c:pt>
                <c:pt idx="4744">
                  <c:v>1.2546517809675704</c:v>
                </c:pt>
                <c:pt idx="4745">
                  <c:v>1.2541201488569909</c:v>
                </c:pt>
                <c:pt idx="4746">
                  <c:v>1.2376395534290272</c:v>
                </c:pt>
                <c:pt idx="4747">
                  <c:v>1.2195640616693249</c:v>
                </c:pt>
                <c:pt idx="4748">
                  <c:v>1.229665071770335</c:v>
                </c:pt>
                <c:pt idx="4749">
                  <c:v>1.2456140350877194</c:v>
                </c:pt>
                <c:pt idx="4750">
                  <c:v>1.2418926103136629</c:v>
                </c:pt>
                <c:pt idx="4751">
                  <c:v>1.2514619883040936</c:v>
                </c:pt>
                <c:pt idx="4752">
                  <c:v>1.2541201488569909</c:v>
                </c:pt>
                <c:pt idx="4753">
                  <c:v>1.2541201488569909</c:v>
                </c:pt>
                <c:pt idx="4754">
                  <c:v>1.2583732057416268</c:v>
                </c:pt>
                <c:pt idx="4755">
                  <c:v>1.2440191387559809</c:v>
                </c:pt>
                <c:pt idx="4756">
                  <c:v>1.2711323763955342</c:v>
                </c:pt>
                <c:pt idx="4757">
                  <c:v>1.266347687400319</c:v>
                </c:pt>
                <c:pt idx="4758">
                  <c:v>1.268474215842637</c:v>
                </c:pt>
                <c:pt idx="4759">
                  <c:v>1.2589048378522063</c:v>
                </c:pt>
                <c:pt idx="4760">
                  <c:v>1.2424242424242424</c:v>
                </c:pt>
                <c:pt idx="4761">
                  <c:v>1.2381711855396067</c:v>
                </c:pt>
                <c:pt idx="4762">
                  <c:v>1.2121212121212122</c:v>
                </c:pt>
                <c:pt idx="4763">
                  <c:v>1.2206273258904838</c:v>
                </c:pt>
                <c:pt idx="4764">
                  <c:v>1.2270069112174375</c:v>
                </c:pt>
                <c:pt idx="4765">
                  <c:v>1.2200956937799043</c:v>
                </c:pt>
                <c:pt idx="4766">
                  <c:v>1.2222222222222223</c:v>
                </c:pt>
                <c:pt idx="4767">
                  <c:v>1.1982987772461458</c:v>
                </c:pt>
                <c:pt idx="4768">
                  <c:v>1.1967038809144073</c:v>
                </c:pt>
                <c:pt idx="4769">
                  <c:v>1.2440191387559809</c:v>
                </c:pt>
                <c:pt idx="4770">
                  <c:v>1.2440191387559809</c:v>
                </c:pt>
                <c:pt idx="4771">
                  <c:v>1.2440191387559809</c:v>
                </c:pt>
                <c:pt idx="4772">
                  <c:v>1.2440191387559809</c:v>
                </c:pt>
                <c:pt idx="4773">
                  <c:v>1.2402977139819245</c:v>
                </c:pt>
                <c:pt idx="4774">
                  <c:v>1.2615629984051038</c:v>
                </c:pt>
                <c:pt idx="4775">
                  <c:v>1.2594364699627858</c:v>
                </c:pt>
                <c:pt idx="4776">
                  <c:v>1.2535885167464116</c:v>
                </c:pt>
                <c:pt idx="4777">
                  <c:v>1.2519936204146731</c:v>
                </c:pt>
                <c:pt idx="4778">
                  <c:v>1.2658160552897395</c:v>
                </c:pt>
                <c:pt idx="4779">
                  <c:v>1.2270069112174375</c:v>
                </c:pt>
                <c:pt idx="4780">
                  <c:v>1.2488038277511961</c:v>
                </c:pt>
                <c:pt idx="4781">
                  <c:v>1.3024986709197235</c:v>
                </c:pt>
                <c:pt idx="4782">
                  <c:v>1.2977139819245083</c:v>
                </c:pt>
                <c:pt idx="4783">
                  <c:v>1.2807017543859649</c:v>
                </c:pt>
                <c:pt idx="4784">
                  <c:v>1.3157894736842106</c:v>
                </c:pt>
                <c:pt idx="4785">
                  <c:v>1.2658160552897395</c:v>
                </c:pt>
                <c:pt idx="4786">
                  <c:v>1.2461456671982987</c:v>
                </c:pt>
                <c:pt idx="4787">
                  <c:v>1.2599681020733653</c:v>
                </c:pt>
                <c:pt idx="4788">
                  <c:v>1.2711323763955342</c:v>
                </c:pt>
                <c:pt idx="4789">
                  <c:v>1.2977139819245083</c:v>
                </c:pt>
                <c:pt idx="4790">
                  <c:v>1.2791068580542264</c:v>
                </c:pt>
                <c:pt idx="4791">
                  <c:v>1.3024986709197235</c:v>
                </c:pt>
                <c:pt idx="4792">
                  <c:v>1.26528442317916</c:v>
                </c:pt>
                <c:pt idx="4793">
                  <c:v>1.266347687400319</c:v>
                </c:pt>
                <c:pt idx="4794">
                  <c:v>1.2892078681552366</c:v>
                </c:pt>
                <c:pt idx="4795">
                  <c:v>1.300903774587985</c:v>
                </c:pt>
                <c:pt idx="4796">
                  <c:v>1.300903774587985</c:v>
                </c:pt>
                <c:pt idx="4797">
                  <c:v>1.3067517278043594</c:v>
                </c:pt>
                <c:pt idx="4798">
                  <c:v>1.3258904837852206</c:v>
                </c:pt>
                <c:pt idx="4799">
                  <c:v>1.2961190855927698</c:v>
                </c:pt>
                <c:pt idx="4800">
                  <c:v>1.3035619351408825</c:v>
                </c:pt>
                <c:pt idx="4801">
                  <c:v>1.2727272727272727</c:v>
                </c:pt>
                <c:pt idx="4802">
                  <c:v>1.2503987240829346</c:v>
                </c:pt>
                <c:pt idx="4803">
                  <c:v>1.2610313662945243</c:v>
                </c:pt>
                <c:pt idx="4804">
                  <c:v>1.2482721956406166</c:v>
                </c:pt>
                <c:pt idx="4805">
                  <c:v>1.2509303561935141</c:v>
                </c:pt>
                <c:pt idx="4806">
                  <c:v>1.2477405635300372</c:v>
                </c:pt>
                <c:pt idx="4807">
                  <c:v>1.2333864965443913</c:v>
                </c:pt>
                <c:pt idx="4808">
                  <c:v>1.2376395534290272</c:v>
                </c:pt>
                <c:pt idx="4809">
                  <c:v>1.2349813928761297</c:v>
                </c:pt>
                <c:pt idx="4810">
                  <c:v>1.2323232323232323</c:v>
                </c:pt>
                <c:pt idx="4811">
                  <c:v>1.2073365231259967</c:v>
                </c:pt>
                <c:pt idx="4812">
                  <c:v>1.2131844763423711</c:v>
                </c:pt>
                <c:pt idx="4813">
                  <c:v>1.20414673046252</c:v>
                </c:pt>
                <c:pt idx="4814">
                  <c:v>1.1866028708133971</c:v>
                </c:pt>
                <c:pt idx="4815">
                  <c:v>1.2025518341307815</c:v>
                </c:pt>
                <c:pt idx="4816">
                  <c:v>1.1717171717171717</c:v>
                </c:pt>
                <c:pt idx="4817">
                  <c:v>1.1307814992025518</c:v>
                </c:pt>
                <c:pt idx="4818">
                  <c:v>1.1414141414141414</c:v>
                </c:pt>
                <c:pt idx="4819">
                  <c:v>1.1414141414141414</c:v>
                </c:pt>
                <c:pt idx="4820">
                  <c:v>1.1281233386496545</c:v>
                </c:pt>
                <c:pt idx="4821">
                  <c:v>1.1318447634237108</c:v>
                </c:pt>
                <c:pt idx="4822">
                  <c:v>1.1148325358851674</c:v>
                </c:pt>
                <c:pt idx="4823">
                  <c:v>1.1233386496544391</c:v>
                </c:pt>
                <c:pt idx="4824">
                  <c:v>1.1334396597554492</c:v>
                </c:pt>
                <c:pt idx="4825">
                  <c:v>1.1392876129718235</c:v>
                </c:pt>
                <c:pt idx="4826">
                  <c:v>1.1392876129718235</c:v>
                </c:pt>
                <c:pt idx="4827">
                  <c:v>1.1371610845295055</c:v>
                </c:pt>
                <c:pt idx="4828">
                  <c:v>1.1360978203083467</c:v>
                </c:pt>
                <c:pt idx="4829">
                  <c:v>1.1547049441786283</c:v>
                </c:pt>
                <c:pt idx="4830">
                  <c:v>1.1446039340776182</c:v>
                </c:pt>
                <c:pt idx="4831">
                  <c:v>1.1360978203083467</c:v>
                </c:pt>
                <c:pt idx="4832">
                  <c:v>1.1307814992025518</c:v>
                </c:pt>
                <c:pt idx="4833">
                  <c:v>1.1419457735247209</c:v>
                </c:pt>
                <c:pt idx="4834">
                  <c:v>1.1233386496544391</c:v>
                </c:pt>
                <c:pt idx="4835">
                  <c:v>1.0994152046783625</c:v>
                </c:pt>
                <c:pt idx="4836">
                  <c:v>1.0930356193514088</c:v>
                </c:pt>
                <c:pt idx="4837">
                  <c:v>1.1233386496544391</c:v>
                </c:pt>
                <c:pt idx="4838">
                  <c:v>1.1190855927698034</c:v>
                </c:pt>
                <c:pt idx="4839">
                  <c:v>1.2307283359914938</c:v>
                </c:pt>
                <c:pt idx="4840">
                  <c:v>1.2360446570972887</c:v>
                </c:pt>
                <c:pt idx="4841">
                  <c:v>1.2216905901116428</c:v>
                </c:pt>
                <c:pt idx="4842">
                  <c:v>1.2078681552365762</c:v>
                </c:pt>
                <c:pt idx="4843">
                  <c:v>1.2254120148856991</c:v>
                </c:pt>
                <c:pt idx="4844">
                  <c:v>1.2094630515683147</c:v>
                </c:pt>
                <c:pt idx="4845">
                  <c:v>1.2094630515683147</c:v>
                </c:pt>
                <c:pt idx="4846">
                  <c:v>1.2371079213184477</c:v>
                </c:pt>
                <c:pt idx="4847">
                  <c:v>1.229665071770335</c:v>
                </c:pt>
                <c:pt idx="4848">
                  <c:v>1.2110579479000532</c:v>
                </c:pt>
                <c:pt idx="4849">
                  <c:v>1.2158426368952684</c:v>
                </c:pt>
                <c:pt idx="4850">
                  <c:v>1.2105263157894737</c:v>
                </c:pt>
                <c:pt idx="4851">
                  <c:v>1.2227538543328016</c:v>
                </c:pt>
                <c:pt idx="4852">
                  <c:v>1.2264752791068581</c:v>
                </c:pt>
                <c:pt idx="4853">
                  <c:v>1.2418926103136629</c:v>
                </c:pt>
                <c:pt idx="4854">
                  <c:v>1.2376395534290272</c:v>
                </c:pt>
                <c:pt idx="4855">
                  <c:v>1.2562466772993088</c:v>
                </c:pt>
                <c:pt idx="4856">
                  <c:v>1.2690058479532165</c:v>
                </c:pt>
                <c:pt idx="4857">
                  <c:v>1.2876129718234981</c:v>
                </c:pt>
                <c:pt idx="4858">
                  <c:v>1.2822966507177034</c:v>
                </c:pt>
                <c:pt idx="4859">
                  <c:v>1.268474215842637</c:v>
                </c:pt>
                <c:pt idx="4860">
                  <c:v>1.2833599149388624</c:v>
                </c:pt>
                <c:pt idx="4861">
                  <c:v>1.2817650186071239</c:v>
                </c:pt>
                <c:pt idx="4862">
                  <c:v>1.2759170653907497</c:v>
                </c:pt>
                <c:pt idx="4863">
                  <c:v>1.2668793195108985</c:v>
                </c:pt>
                <c:pt idx="4864">
                  <c:v>1.2668793195108985</c:v>
                </c:pt>
                <c:pt idx="4865">
                  <c:v>1.2796384901648059</c:v>
                </c:pt>
                <c:pt idx="4866">
                  <c:v>1.2822966507177034</c:v>
                </c:pt>
                <c:pt idx="4867">
                  <c:v>1.2658160552897395</c:v>
                </c:pt>
                <c:pt idx="4868">
                  <c:v>1.2562466772993088</c:v>
                </c:pt>
                <c:pt idx="4869">
                  <c:v>1.262094630515683</c:v>
                </c:pt>
                <c:pt idx="4870">
                  <c:v>1.2759170653907497</c:v>
                </c:pt>
                <c:pt idx="4871">
                  <c:v>1.2583732057416268</c:v>
                </c:pt>
                <c:pt idx="4872">
                  <c:v>1.2488038277511961</c:v>
                </c:pt>
                <c:pt idx="4873">
                  <c:v>1.2381711855396067</c:v>
                </c:pt>
                <c:pt idx="4874">
                  <c:v>1.2147793726741096</c:v>
                </c:pt>
                <c:pt idx="4875">
                  <c:v>1.2195640616693249</c:v>
                </c:pt>
                <c:pt idx="4876">
                  <c:v>1.2195640616693249</c:v>
                </c:pt>
                <c:pt idx="4877">
                  <c:v>1.2195640616693249</c:v>
                </c:pt>
                <c:pt idx="4878">
                  <c:v>1.2195640616693249</c:v>
                </c:pt>
                <c:pt idx="4879">
                  <c:v>1.2195640616693249</c:v>
                </c:pt>
                <c:pt idx="4880">
                  <c:v>1.2195640616693249</c:v>
                </c:pt>
                <c:pt idx="4881">
                  <c:v>1.2153110047846889</c:v>
                </c:pt>
                <c:pt idx="4882">
                  <c:v>1.2248803827751196</c:v>
                </c:pt>
                <c:pt idx="4883">
                  <c:v>1.2355130249867092</c:v>
                </c:pt>
                <c:pt idx="4884">
                  <c:v>1.2349813928761297</c:v>
                </c:pt>
                <c:pt idx="4885">
                  <c:v>1.2434875066454014</c:v>
                </c:pt>
                <c:pt idx="4886">
                  <c:v>1.2259436469962786</c:v>
                </c:pt>
                <c:pt idx="4887">
                  <c:v>1.2259436469962786</c:v>
                </c:pt>
                <c:pt idx="4888">
                  <c:v>1.229665071770335</c:v>
                </c:pt>
                <c:pt idx="4889">
                  <c:v>1.2509303561935141</c:v>
                </c:pt>
                <c:pt idx="4890">
                  <c:v>1.2466772993088782</c:v>
                </c:pt>
                <c:pt idx="4891">
                  <c:v>1.2594364699627858</c:v>
                </c:pt>
                <c:pt idx="4892">
                  <c:v>1.2589048378522063</c:v>
                </c:pt>
                <c:pt idx="4893">
                  <c:v>1.2573099415204678</c:v>
                </c:pt>
                <c:pt idx="4894">
                  <c:v>1.2604997341839448</c:v>
                </c:pt>
                <c:pt idx="4895">
                  <c:v>1.2450824029771399</c:v>
                </c:pt>
                <c:pt idx="4896">
                  <c:v>1.2535885167464116</c:v>
                </c:pt>
                <c:pt idx="4897">
                  <c:v>1.2711323763955342</c:v>
                </c:pt>
                <c:pt idx="4898">
                  <c:v>1.2775119617224879</c:v>
                </c:pt>
                <c:pt idx="4899">
                  <c:v>1.2636895268474215</c:v>
                </c:pt>
                <c:pt idx="4900">
                  <c:v>1.2573099415204678</c:v>
                </c:pt>
                <c:pt idx="4901">
                  <c:v>1.2971823498139288</c:v>
                </c:pt>
                <c:pt idx="4902">
                  <c:v>1.2876129718234981</c:v>
                </c:pt>
                <c:pt idx="4903">
                  <c:v>1.2870813397129186</c:v>
                </c:pt>
                <c:pt idx="4904">
                  <c:v>1.2727272727272727</c:v>
                </c:pt>
                <c:pt idx="4905">
                  <c:v>1.2690058479532165</c:v>
                </c:pt>
                <c:pt idx="4906">
                  <c:v>1.2844231791600214</c:v>
                </c:pt>
                <c:pt idx="4907">
                  <c:v>1.2796384901648059</c:v>
                </c:pt>
                <c:pt idx="4908">
                  <c:v>1.2961190855927698</c:v>
                </c:pt>
                <c:pt idx="4909">
                  <c:v>1.266347687400319</c:v>
                </c:pt>
                <c:pt idx="4910">
                  <c:v>1.2865497076023391</c:v>
                </c:pt>
                <c:pt idx="4911">
                  <c:v>1.2897395002658161</c:v>
                </c:pt>
                <c:pt idx="4912">
                  <c:v>1.3322700691121743</c:v>
                </c:pt>
                <c:pt idx="4913">
                  <c:v>1.3391812865497077</c:v>
                </c:pt>
                <c:pt idx="4914">
                  <c:v>1.3423710792131844</c:v>
                </c:pt>
                <c:pt idx="4915">
                  <c:v>1.3609782030834663</c:v>
                </c:pt>
                <c:pt idx="4916">
                  <c:v>1.3381180223285487</c:v>
                </c:pt>
                <c:pt idx="4917">
                  <c:v>1.3450292397660819</c:v>
                </c:pt>
                <c:pt idx="4918">
                  <c:v>1.3370547581073897</c:v>
                </c:pt>
                <c:pt idx="4919">
                  <c:v>1.3439659755449229</c:v>
                </c:pt>
                <c:pt idx="4920">
                  <c:v>1.3551302498670921</c:v>
                </c:pt>
                <c:pt idx="4921">
                  <c:v>1.36735778841042</c:v>
                </c:pt>
                <c:pt idx="4922">
                  <c:v>1.4035087719298245</c:v>
                </c:pt>
                <c:pt idx="4923">
                  <c:v>1.4120148856990962</c:v>
                </c:pt>
                <c:pt idx="4924">
                  <c:v>1.4035087719298245</c:v>
                </c:pt>
                <c:pt idx="4925">
                  <c:v>1.4066985645933014</c:v>
                </c:pt>
                <c:pt idx="4926">
                  <c:v>1.4114832535885167</c:v>
                </c:pt>
                <c:pt idx="4927">
                  <c:v>1.4088250930356194</c:v>
                </c:pt>
                <c:pt idx="4928">
                  <c:v>1.3950026581605528</c:v>
                </c:pt>
                <c:pt idx="4929">
                  <c:v>1.3918128654970761</c:v>
                </c:pt>
                <c:pt idx="4930">
                  <c:v>1.4104199893673577</c:v>
                </c:pt>
                <c:pt idx="4931">
                  <c:v>1.3875598086124401</c:v>
                </c:pt>
                <c:pt idx="4932">
                  <c:v>1.3588516746411483</c:v>
                </c:pt>
                <c:pt idx="4933">
                  <c:v>1.3615098351940458</c:v>
                </c:pt>
                <c:pt idx="4934">
                  <c:v>1.3519404572036151</c:v>
                </c:pt>
                <c:pt idx="4935">
                  <c:v>1.3620414673046253</c:v>
                </c:pt>
                <c:pt idx="4936">
                  <c:v>1.3620414673046253</c:v>
                </c:pt>
                <c:pt idx="4937">
                  <c:v>1.366294524189261</c:v>
                </c:pt>
                <c:pt idx="4938">
                  <c:v>1.3806485911749069</c:v>
                </c:pt>
                <c:pt idx="4939">
                  <c:v>1.3779904306220097</c:v>
                </c:pt>
                <c:pt idx="4940">
                  <c:v>1.3615098351940458</c:v>
                </c:pt>
                <c:pt idx="4941">
                  <c:v>1.3620414673046253</c:v>
                </c:pt>
                <c:pt idx="4942">
                  <c:v>1.3923444976076556</c:v>
                </c:pt>
                <c:pt idx="4943">
                  <c:v>1.4019138755980862</c:v>
                </c:pt>
                <c:pt idx="4944">
                  <c:v>1.4024455077086655</c:v>
                </c:pt>
                <c:pt idx="4945">
                  <c:v>1.3785220627325891</c:v>
                </c:pt>
                <c:pt idx="4946">
                  <c:v>1.392876129718235</c:v>
                </c:pt>
                <c:pt idx="4947">
                  <c:v>1.4210526315789473</c:v>
                </c:pt>
                <c:pt idx="4948">
                  <c:v>1.4088250930356194</c:v>
                </c:pt>
                <c:pt idx="4949">
                  <c:v>1.402977139819245</c:v>
                </c:pt>
                <c:pt idx="4950">
                  <c:v>1.3981924508240298</c:v>
                </c:pt>
                <c:pt idx="4951">
                  <c:v>1.3902179691653376</c:v>
                </c:pt>
                <c:pt idx="4952">
                  <c:v>1.3418394471026049</c:v>
                </c:pt>
                <c:pt idx="4953">
                  <c:v>1.3205741626794258</c:v>
                </c:pt>
                <c:pt idx="4954">
                  <c:v>1.2849548112706008</c:v>
                </c:pt>
                <c:pt idx="4955">
                  <c:v>1.2849548112706008</c:v>
                </c:pt>
                <c:pt idx="4956">
                  <c:v>1.2849548112706008</c:v>
                </c:pt>
                <c:pt idx="4957">
                  <c:v>1.2849548112706008</c:v>
                </c:pt>
                <c:pt idx="4958">
                  <c:v>1.2849548112706008</c:v>
                </c:pt>
                <c:pt idx="4959">
                  <c:v>1.2849548112706008</c:v>
                </c:pt>
                <c:pt idx="4960">
                  <c:v>1.2849548112706008</c:v>
                </c:pt>
                <c:pt idx="4961">
                  <c:v>1.1850079744816586</c:v>
                </c:pt>
                <c:pt idx="4962">
                  <c:v>1.1738437001594897</c:v>
                </c:pt>
                <c:pt idx="4963">
                  <c:v>1.1924508240297713</c:v>
                </c:pt>
                <c:pt idx="4964">
                  <c:v>1.2057416267942584</c:v>
                </c:pt>
                <c:pt idx="4965">
                  <c:v>1.2046783625730995</c:v>
                </c:pt>
                <c:pt idx="4966">
                  <c:v>1.2062732589048379</c:v>
                </c:pt>
                <c:pt idx="4967">
                  <c:v>1.2227538543328016</c:v>
                </c:pt>
                <c:pt idx="4968">
                  <c:v>1.2174375332270069</c:v>
                </c:pt>
                <c:pt idx="4969">
                  <c:v>1.2153110047846889</c:v>
                </c:pt>
                <c:pt idx="4970">
                  <c:v>1.2211589580010633</c:v>
                </c:pt>
                <c:pt idx="4971">
                  <c:v>1.2376395534290272</c:v>
                </c:pt>
                <c:pt idx="4972">
                  <c:v>1.2333864965443913</c:v>
                </c:pt>
                <c:pt idx="4973">
                  <c:v>1.2429558745348219</c:v>
                </c:pt>
                <c:pt idx="4974">
                  <c:v>1.2461456671982987</c:v>
                </c:pt>
                <c:pt idx="4975">
                  <c:v>1.2121212121212122</c:v>
                </c:pt>
                <c:pt idx="4976">
                  <c:v>1.227538543328017</c:v>
                </c:pt>
                <c:pt idx="4977">
                  <c:v>1.20414673046252</c:v>
                </c:pt>
                <c:pt idx="4978">
                  <c:v>1.1945773524720893</c:v>
                </c:pt>
                <c:pt idx="4979">
                  <c:v>1.1217437533227006</c:v>
                </c:pt>
                <c:pt idx="4980">
                  <c:v>1.1685273790536947</c:v>
                </c:pt>
                <c:pt idx="4981">
                  <c:v>1.1722488038277512</c:v>
                </c:pt>
                <c:pt idx="4982">
                  <c:v>1.1759702286018074</c:v>
                </c:pt>
                <c:pt idx="4983">
                  <c:v>1.1823498139287614</c:v>
                </c:pt>
                <c:pt idx="4984">
                  <c:v>1.1589580010632643</c:v>
                </c:pt>
                <c:pt idx="4985">
                  <c:v>1.0940988835725678</c:v>
                </c:pt>
                <c:pt idx="4986">
                  <c:v>1.137692716640085</c:v>
                </c:pt>
                <c:pt idx="4987">
                  <c:v>1.1190855927698034</c:v>
                </c:pt>
                <c:pt idx="4988">
                  <c:v>1.1121743753322701</c:v>
                </c:pt>
                <c:pt idx="4989">
                  <c:v>1.1206804891015418</c:v>
                </c:pt>
                <c:pt idx="4990">
                  <c:v>1.0962254120148858</c:v>
                </c:pt>
                <c:pt idx="4991">
                  <c:v>1.098883572567783</c:v>
                </c:pt>
                <c:pt idx="4992">
                  <c:v>1.0595427963849016</c:v>
                </c:pt>
                <c:pt idx="4993">
                  <c:v>1.0292397660818713</c:v>
                </c:pt>
                <c:pt idx="4994">
                  <c:v>1.0691121743753322</c:v>
                </c:pt>
                <c:pt idx="4995">
                  <c:v>1.0239234449760766</c:v>
                </c:pt>
                <c:pt idx="4996">
                  <c:v>1.037745879851143</c:v>
                </c:pt>
                <c:pt idx="4997">
                  <c:v>1.0542264752791068</c:v>
                </c:pt>
                <c:pt idx="4998">
                  <c:v>1.0478468899521531</c:v>
                </c:pt>
                <c:pt idx="4999">
                  <c:v>1.0313662945241893</c:v>
                </c:pt>
                <c:pt idx="5000">
                  <c:v>1.0074428495481127</c:v>
                </c:pt>
                <c:pt idx="5001">
                  <c:v>1.0292397660818713</c:v>
                </c:pt>
                <c:pt idx="5002">
                  <c:v>1.0079744816586922</c:v>
                </c:pt>
                <c:pt idx="5003">
                  <c:v>1.0361509835194045</c:v>
                </c:pt>
                <c:pt idx="5004">
                  <c:v>1.0281765018607123</c:v>
                </c:pt>
                <c:pt idx="5005">
                  <c:v>1.0281765018607123</c:v>
                </c:pt>
                <c:pt idx="5006">
                  <c:v>1.0489101541733121</c:v>
                </c:pt>
                <c:pt idx="5007">
                  <c:v>1.0707070707070707</c:v>
                </c:pt>
                <c:pt idx="5008">
                  <c:v>1.0738968633705477</c:v>
                </c:pt>
                <c:pt idx="5009">
                  <c:v>1.0568846358320043</c:v>
                </c:pt>
                <c:pt idx="5010">
                  <c:v>1.0696438064859117</c:v>
                </c:pt>
                <c:pt idx="5011">
                  <c:v>1.0669856459330143</c:v>
                </c:pt>
                <c:pt idx="5012">
                  <c:v>1.0505050505050506</c:v>
                </c:pt>
                <c:pt idx="5013">
                  <c:v>1.0685805422647527</c:v>
                </c:pt>
                <c:pt idx="5014">
                  <c:v>1.0781499202551834</c:v>
                </c:pt>
                <c:pt idx="5015">
                  <c:v>1.0419989367357789</c:v>
                </c:pt>
                <c:pt idx="5016">
                  <c:v>1.0329611908559277</c:v>
                </c:pt>
                <c:pt idx="5017">
                  <c:v>1.0659223817118555</c:v>
                </c:pt>
                <c:pt idx="5018">
                  <c:v>1.0590111642743221</c:v>
                </c:pt>
                <c:pt idx="5019">
                  <c:v>1.0563530037214248</c:v>
                </c:pt>
                <c:pt idx="5020">
                  <c:v>1.0515683147262094</c:v>
                </c:pt>
                <c:pt idx="5021">
                  <c:v>1.0473152578415736</c:v>
                </c:pt>
                <c:pt idx="5022">
                  <c:v>1.0595427963849016</c:v>
                </c:pt>
                <c:pt idx="5023">
                  <c:v>1.0595427963849016</c:v>
                </c:pt>
                <c:pt idx="5024">
                  <c:v>1.0595427963849016</c:v>
                </c:pt>
                <c:pt idx="5025">
                  <c:v>1.0595427963849016</c:v>
                </c:pt>
                <c:pt idx="5026">
                  <c:v>1.0951621477937268</c:v>
                </c:pt>
                <c:pt idx="5027">
                  <c:v>1.1036682615629985</c:v>
                </c:pt>
                <c:pt idx="5028">
                  <c:v>1.099946836788942</c:v>
                </c:pt>
                <c:pt idx="5029">
                  <c:v>1.098883572567783</c:v>
                </c:pt>
                <c:pt idx="5030">
                  <c:v>1.0882509303561936</c:v>
                </c:pt>
                <c:pt idx="5031">
                  <c:v>1.0893141945773526</c:v>
                </c:pt>
                <c:pt idx="5032">
                  <c:v>1.0781499202551834</c:v>
                </c:pt>
                <c:pt idx="5033">
                  <c:v>1.0946305156831473</c:v>
                </c:pt>
                <c:pt idx="5034">
                  <c:v>1.0893141945773526</c:v>
                </c:pt>
                <c:pt idx="5035">
                  <c:v>1.0983519404572035</c:v>
                </c:pt>
                <c:pt idx="5036">
                  <c:v>1.1079213184476342</c:v>
                </c:pt>
                <c:pt idx="5037">
                  <c:v>1.1095162147793727</c:v>
                </c:pt>
                <c:pt idx="5038">
                  <c:v>1.0834662413609781</c:v>
                </c:pt>
                <c:pt idx="5039">
                  <c:v>1.097820308346624</c:v>
                </c:pt>
                <c:pt idx="5040">
                  <c:v>1.0898458266879318</c:v>
                </c:pt>
                <c:pt idx="5041">
                  <c:v>1.0919723551302498</c:v>
                </c:pt>
                <c:pt idx="5042">
                  <c:v>1.0808080808080809</c:v>
                </c:pt>
                <c:pt idx="5043">
                  <c:v>1.0967570441254653</c:v>
                </c:pt>
                <c:pt idx="5044">
                  <c:v>1.0951621477937268</c:v>
                </c:pt>
                <c:pt idx="5045">
                  <c:v>1.1089845826687932</c:v>
                </c:pt>
                <c:pt idx="5046">
                  <c:v>1.0940988835725678</c:v>
                </c:pt>
                <c:pt idx="5047">
                  <c:v>1.1318447634237108</c:v>
                </c:pt>
                <c:pt idx="5048">
                  <c:v>1.1270600744284955</c:v>
                </c:pt>
                <c:pt idx="5049">
                  <c:v>1.1313131313131313</c:v>
                </c:pt>
                <c:pt idx="5050">
                  <c:v>1.1254651780967571</c:v>
                </c:pt>
                <c:pt idx="5051">
                  <c:v>1.1212121212121211</c:v>
                </c:pt>
                <c:pt idx="5052">
                  <c:v>1.103136629452419</c:v>
                </c:pt>
                <c:pt idx="5053">
                  <c:v>1.0855927698032961</c:v>
                </c:pt>
                <c:pt idx="5054">
                  <c:v>1.098883572567783</c:v>
                </c:pt>
                <c:pt idx="5055">
                  <c:v>1.097820308346624</c:v>
                </c:pt>
                <c:pt idx="5056">
                  <c:v>1.0967570441254653</c:v>
                </c:pt>
                <c:pt idx="5057">
                  <c:v>1.1137692716640084</c:v>
                </c:pt>
                <c:pt idx="5058">
                  <c:v>1.1004784688995215</c:v>
                </c:pt>
                <c:pt idx="5059">
                  <c:v>1.1057947900053162</c:v>
                </c:pt>
                <c:pt idx="5060">
                  <c:v>1.097820308346624</c:v>
                </c:pt>
                <c:pt idx="5061">
                  <c:v>1.097820308346624</c:v>
                </c:pt>
                <c:pt idx="5062">
                  <c:v>1.097820308346624</c:v>
                </c:pt>
                <c:pt idx="5063">
                  <c:v>1.0696438064859117</c:v>
                </c:pt>
                <c:pt idx="5064">
                  <c:v>1.0824029771398191</c:v>
                </c:pt>
                <c:pt idx="5065">
                  <c:v>1.0871876661350346</c:v>
                </c:pt>
                <c:pt idx="5066">
                  <c:v>1.103136629452419</c:v>
                </c:pt>
                <c:pt idx="5067">
                  <c:v>1.1281233386496545</c:v>
                </c:pt>
                <c:pt idx="5068">
                  <c:v>1.1206804891015418</c:v>
                </c:pt>
                <c:pt idx="5069">
                  <c:v>1.1323763955342903</c:v>
                </c:pt>
                <c:pt idx="5070">
                  <c:v>1.1366294524189262</c:v>
                </c:pt>
                <c:pt idx="5071">
                  <c:v>1.1158958001063264</c:v>
                </c:pt>
                <c:pt idx="5072">
                  <c:v>1.1270600744284955</c:v>
                </c:pt>
                <c:pt idx="5073">
                  <c:v>1.1270600744284955</c:v>
                </c:pt>
                <c:pt idx="5074">
                  <c:v>1.1313131313131313</c:v>
                </c:pt>
                <c:pt idx="5075">
                  <c:v>1.1201488569909623</c:v>
                </c:pt>
                <c:pt idx="5076">
                  <c:v>1.1281233386496545</c:v>
                </c:pt>
                <c:pt idx="5077">
                  <c:v>1.1169590643274854</c:v>
                </c:pt>
                <c:pt idx="5078">
                  <c:v>1.1355661881977672</c:v>
                </c:pt>
                <c:pt idx="5079">
                  <c:v>1.1334396597554492</c:v>
                </c:pt>
                <c:pt idx="5080">
                  <c:v>1.128654970760234</c:v>
                </c:pt>
                <c:pt idx="5081">
                  <c:v>1.1201488569909623</c:v>
                </c:pt>
                <c:pt idx="5082">
                  <c:v>1.1345029239766082</c:v>
                </c:pt>
                <c:pt idx="5083">
                  <c:v>1.1366294524189262</c:v>
                </c:pt>
                <c:pt idx="5084">
                  <c:v>1.1541733120680489</c:v>
                </c:pt>
                <c:pt idx="5085">
                  <c:v>1.1573631047315258</c:v>
                </c:pt>
                <c:pt idx="5086">
                  <c:v>1.1525784157363104</c:v>
                </c:pt>
                <c:pt idx="5087">
                  <c:v>1.1547049441786283</c:v>
                </c:pt>
                <c:pt idx="5088">
                  <c:v>1.1509835194045721</c:v>
                </c:pt>
                <c:pt idx="5089">
                  <c:v>1.1584263689526848</c:v>
                </c:pt>
                <c:pt idx="5090">
                  <c:v>1.3237639553429028</c:v>
                </c:pt>
                <c:pt idx="5091">
                  <c:v>1.3328017012227538</c:v>
                </c:pt>
                <c:pt idx="5092">
                  <c:v>1.3200425305688464</c:v>
                </c:pt>
                <c:pt idx="5093">
                  <c:v>1.3147262094630516</c:v>
                </c:pt>
                <c:pt idx="5094">
                  <c:v>1.3094098883572567</c:v>
                </c:pt>
                <c:pt idx="5095">
                  <c:v>1.305156831472621</c:v>
                </c:pt>
                <c:pt idx="5096">
                  <c:v>1.3221690590111643</c:v>
                </c:pt>
                <c:pt idx="5097">
                  <c:v>1.3264221158958001</c:v>
                </c:pt>
                <c:pt idx="5098">
                  <c:v>1.3227006911217438</c:v>
                </c:pt>
                <c:pt idx="5099">
                  <c:v>1.3195108984582669</c:v>
                </c:pt>
                <c:pt idx="5100">
                  <c:v>1.3141945773524721</c:v>
                </c:pt>
                <c:pt idx="5101">
                  <c:v>1.3163211057947901</c:v>
                </c:pt>
                <c:pt idx="5102">
                  <c:v>1.3476874003189792</c:v>
                </c:pt>
                <c:pt idx="5103">
                  <c:v>1.3338649654439128</c:v>
                </c:pt>
                <c:pt idx="5104">
                  <c:v>1.3370547581073897</c:v>
                </c:pt>
                <c:pt idx="5105">
                  <c:v>1.3413078149920254</c:v>
                </c:pt>
                <c:pt idx="5106">
                  <c:v>1.3460925039872409</c:v>
                </c:pt>
                <c:pt idx="5107">
                  <c:v>1.3620414673046253</c:v>
                </c:pt>
                <c:pt idx="5108">
                  <c:v>1.3631047315257843</c:v>
                </c:pt>
                <c:pt idx="5109">
                  <c:v>1.364167995746943</c:v>
                </c:pt>
                <c:pt idx="5110">
                  <c:v>1.3391812865497077</c:v>
                </c:pt>
                <c:pt idx="5111">
                  <c:v>1.3375863902179692</c:v>
                </c:pt>
                <c:pt idx="5112">
                  <c:v>1.3301435406698565</c:v>
                </c:pt>
                <c:pt idx="5113">
                  <c:v>1.2886762360446571</c:v>
                </c:pt>
                <c:pt idx="5114">
                  <c:v>1.2971823498139288</c:v>
                </c:pt>
                <c:pt idx="5115">
                  <c:v>1.2982456140350878</c:v>
                </c:pt>
                <c:pt idx="5116">
                  <c:v>1.3115364167995747</c:v>
                </c:pt>
                <c:pt idx="5117">
                  <c:v>1.3141945773524721</c:v>
                </c:pt>
                <c:pt idx="5118">
                  <c:v>1.3264221158958001</c:v>
                </c:pt>
                <c:pt idx="5119">
                  <c:v>1.3141945773524721</c:v>
                </c:pt>
                <c:pt idx="5120">
                  <c:v>1.3343965975544922</c:v>
                </c:pt>
                <c:pt idx="5121">
                  <c:v>1.3413078149920254</c:v>
                </c:pt>
                <c:pt idx="5122">
                  <c:v>1.3184476342371079</c:v>
                </c:pt>
                <c:pt idx="5123">
                  <c:v>1.3099415204678362</c:v>
                </c:pt>
                <c:pt idx="5124">
                  <c:v>1.3173843700159489</c:v>
                </c:pt>
                <c:pt idx="5125">
                  <c:v>1.3434343434343434</c:v>
                </c:pt>
                <c:pt idx="5126">
                  <c:v>1.3476874003189792</c:v>
                </c:pt>
                <c:pt idx="5127">
                  <c:v>1.3423710792131844</c:v>
                </c:pt>
                <c:pt idx="5128">
                  <c:v>1.3131313131313131</c:v>
                </c:pt>
                <c:pt idx="5129">
                  <c:v>1.3131313131313131</c:v>
                </c:pt>
                <c:pt idx="5130">
                  <c:v>1.3131313131313131</c:v>
                </c:pt>
                <c:pt idx="5131">
                  <c:v>1.3131313131313131</c:v>
                </c:pt>
                <c:pt idx="5132">
                  <c:v>1.3131313131313131</c:v>
                </c:pt>
                <c:pt idx="5133">
                  <c:v>1.3131313131313131</c:v>
                </c:pt>
                <c:pt idx="5134">
                  <c:v>1.3131313131313131</c:v>
                </c:pt>
                <c:pt idx="5135">
                  <c:v>1.3716108452950557</c:v>
                </c:pt>
                <c:pt idx="5136">
                  <c:v>1.3997873471557682</c:v>
                </c:pt>
                <c:pt idx="5137">
                  <c:v>1.404040404040404</c:v>
                </c:pt>
                <c:pt idx="5138">
                  <c:v>1.4205209994683679</c:v>
                </c:pt>
                <c:pt idx="5139">
                  <c:v>1.4162679425837321</c:v>
                </c:pt>
                <c:pt idx="5140">
                  <c:v>1.4699627857522595</c:v>
                </c:pt>
                <c:pt idx="5141">
                  <c:v>1.4965443912812333</c:v>
                </c:pt>
                <c:pt idx="5142">
                  <c:v>1.5619351408825093</c:v>
                </c:pt>
                <c:pt idx="5143">
                  <c:v>1.568314726209463</c:v>
                </c:pt>
                <c:pt idx="5144">
                  <c:v>1.5800106326422116</c:v>
                </c:pt>
                <c:pt idx="5145">
                  <c:v>1.5778841041998937</c:v>
                </c:pt>
                <c:pt idx="5146">
                  <c:v>1.6321105794790005</c:v>
                </c:pt>
                <c:pt idx="5147">
                  <c:v>1.6719829877724615</c:v>
                </c:pt>
                <c:pt idx="5148">
                  <c:v>1.7581073896863371</c:v>
                </c:pt>
                <c:pt idx="5149">
                  <c:v>1.6767676767676767</c:v>
                </c:pt>
                <c:pt idx="5150">
                  <c:v>1.6671982987772462</c:v>
                </c:pt>
                <c:pt idx="5151">
                  <c:v>1.6220095693779903</c:v>
                </c:pt>
                <c:pt idx="5152">
                  <c:v>1.6049973418394472</c:v>
                </c:pt>
                <c:pt idx="5153">
                  <c:v>1.5784157363104732</c:v>
                </c:pt>
                <c:pt idx="5154">
                  <c:v>1.595959595959596</c:v>
                </c:pt>
                <c:pt idx="5155">
                  <c:v>1.5677830940988835</c:v>
                </c:pt>
                <c:pt idx="5156">
                  <c:v>1.5140882509303561</c:v>
                </c:pt>
                <c:pt idx="5157">
                  <c:v>1.4800637958532696</c:v>
                </c:pt>
                <c:pt idx="5158">
                  <c:v>1.503987240829346</c:v>
                </c:pt>
                <c:pt idx="5159">
                  <c:v>1.5406698564593302</c:v>
                </c:pt>
                <c:pt idx="5160">
                  <c:v>1.529505582137161</c:v>
                </c:pt>
                <c:pt idx="5161">
                  <c:v>1.5582137161084531</c:v>
                </c:pt>
                <c:pt idx="5162">
                  <c:v>1.5273790536948431</c:v>
                </c:pt>
                <c:pt idx="5163">
                  <c:v>1.5029239766081872</c:v>
                </c:pt>
                <c:pt idx="5164">
                  <c:v>1.5241892610313663</c:v>
                </c:pt>
                <c:pt idx="5165">
                  <c:v>1.5130249867091972</c:v>
                </c:pt>
                <c:pt idx="5166">
                  <c:v>1.5534290271132376</c:v>
                </c:pt>
                <c:pt idx="5167">
                  <c:v>1.5603402445507708</c:v>
                </c:pt>
                <c:pt idx="5168">
                  <c:v>1.5667198298777245</c:v>
                </c:pt>
                <c:pt idx="5169">
                  <c:v>1.6193514088250931</c:v>
                </c:pt>
                <c:pt idx="5170">
                  <c:v>1.6108452950558214</c:v>
                </c:pt>
                <c:pt idx="5171">
                  <c:v>1.6140350877192982</c:v>
                </c:pt>
                <c:pt idx="5172">
                  <c:v>1.6772993088782562</c:v>
                </c:pt>
                <c:pt idx="5173">
                  <c:v>1.6613503455608718</c:v>
                </c:pt>
                <c:pt idx="5174">
                  <c:v>1.5821371610845294</c:v>
                </c:pt>
                <c:pt idx="5175">
                  <c:v>1.5885167464114833</c:v>
                </c:pt>
                <c:pt idx="5176">
                  <c:v>1.5528973950026581</c:v>
                </c:pt>
                <c:pt idx="5177">
                  <c:v>1.5162147793726741</c:v>
                </c:pt>
                <c:pt idx="5178">
                  <c:v>1.5108984582668794</c:v>
                </c:pt>
                <c:pt idx="5179">
                  <c:v>1.5412014885699097</c:v>
                </c:pt>
                <c:pt idx="5180">
                  <c:v>1.5582137161084531</c:v>
                </c:pt>
                <c:pt idx="5181">
                  <c:v>1.5534290271132376</c:v>
                </c:pt>
                <c:pt idx="5182">
                  <c:v>1.5289739500265815</c:v>
                </c:pt>
                <c:pt idx="5183">
                  <c:v>1.5544922913343966</c:v>
                </c:pt>
                <c:pt idx="5184">
                  <c:v>1.5778841041998937</c:v>
                </c:pt>
                <c:pt idx="5185">
                  <c:v>1.5911749069643806</c:v>
                </c:pt>
                <c:pt idx="5186">
                  <c:v>1.4784688995215312</c:v>
                </c:pt>
                <c:pt idx="5187">
                  <c:v>1.4997341839447103</c:v>
                </c:pt>
                <c:pt idx="5188">
                  <c:v>1.5119617224880382</c:v>
                </c:pt>
                <c:pt idx="5189">
                  <c:v>1.4901648059542796</c:v>
                </c:pt>
                <c:pt idx="5190">
                  <c:v>1.4582668793195108</c:v>
                </c:pt>
                <c:pt idx="5191">
                  <c:v>1.4625199362041468</c:v>
                </c:pt>
                <c:pt idx="5192">
                  <c:v>1.4779372674109517</c:v>
                </c:pt>
                <c:pt idx="5193">
                  <c:v>1.5146198830409356</c:v>
                </c:pt>
                <c:pt idx="5194">
                  <c:v>1.532695374800638</c:v>
                </c:pt>
                <c:pt idx="5195">
                  <c:v>1.528442317916002</c:v>
                </c:pt>
                <c:pt idx="5196">
                  <c:v>1.5816055289739501</c:v>
                </c:pt>
                <c:pt idx="5197">
                  <c:v>1.5757575757575757</c:v>
                </c:pt>
                <c:pt idx="5198">
                  <c:v>1.4976076555023923</c:v>
                </c:pt>
                <c:pt idx="5199">
                  <c:v>1.505050505050505</c:v>
                </c:pt>
                <c:pt idx="5200">
                  <c:v>1.5231259968102073</c:v>
                </c:pt>
                <c:pt idx="5201">
                  <c:v>1.5167464114832536</c:v>
                </c:pt>
                <c:pt idx="5202">
                  <c:v>1.5497076023391814</c:v>
                </c:pt>
                <c:pt idx="5203">
                  <c:v>1.5592769803296118</c:v>
                </c:pt>
                <c:pt idx="5204">
                  <c:v>1.5677830940988835</c:v>
                </c:pt>
                <c:pt idx="5205">
                  <c:v>1.5289739500265815</c:v>
                </c:pt>
                <c:pt idx="5206">
                  <c:v>1.5162147793726741</c:v>
                </c:pt>
                <c:pt idx="5207">
                  <c:v>1.494949494949495</c:v>
                </c:pt>
                <c:pt idx="5208">
                  <c:v>1.5215311004784688</c:v>
                </c:pt>
                <c:pt idx="5209">
                  <c:v>1.5045188729399255</c:v>
                </c:pt>
                <c:pt idx="5210">
                  <c:v>1.531632110579479</c:v>
                </c:pt>
                <c:pt idx="5211">
                  <c:v>1.5582137161084531</c:v>
                </c:pt>
                <c:pt idx="5212">
                  <c:v>1.5491759702286019</c:v>
                </c:pt>
                <c:pt idx="5213">
                  <c:v>1.5204678362573099</c:v>
                </c:pt>
                <c:pt idx="5214">
                  <c:v>1.5539606592238171</c:v>
                </c:pt>
                <c:pt idx="5215">
                  <c:v>1.5661881977671452</c:v>
                </c:pt>
                <c:pt idx="5216">
                  <c:v>1.5699096225412015</c:v>
                </c:pt>
                <c:pt idx="5217">
                  <c:v>1.5794790005316321</c:v>
                </c:pt>
                <c:pt idx="5218">
                  <c:v>1.5608718766613503</c:v>
                </c:pt>
                <c:pt idx="5219">
                  <c:v>1.5608718766613503</c:v>
                </c:pt>
                <c:pt idx="5220">
                  <c:v>1.5608718766613503</c:v>
                </c:pt>
                <c:pt idx="5221">
                  <c:v>1.5608718766613503</c:v>
                </c:pt>
                <c:pt idx="5222">
                  <c:v>1.5608718766613503</c:v>
                </c:pt>
                <c:pt idx="5223">
                  <c:v>1.6166932482721956</c:v>
                </c:pt>
                <c:pt idx="5224">
                  <c:v>1.6640085061137693</c:v>
                </c:pt>
                <c:pt idx="5225">
                  <c:v>1.6842105263157894</c:v>
                </c:pt>
                <c:pt idx="5226">
                  <c:v>1.7033492822966507</c:v>
                </c:pt>
                <c:pt idx="5227">
                  <c:v>1.7182349813928761</c:v>
                </c:pt>
                <c:pt idx="5228">
                  <c:v>1.8027644869750132</c:v>
                </c:pt>
                <c:pt idx="5229">
                  <c:v>1.7001594896331738</c:v>
                </c:pt>
                <c:pt idx="5230">
                  <c:v>1.6900584795321638</c:v>
                </c:pt>
                <c:pt idx="5231">
                  <c:v>1.6422115895800107</c:v>
                </c:pt>
                <c:pt idx="5232">
                  <c:v>1.6523125996810208</c:v>
                </c:pt>
                <c:pt idx="5233">
                  <c:v>1.6161616161616161</c:v>
                </c:pt>
                <c:pt idx="5234">
                  <c:v>1.6331738437001595</c:v>
                </c:pt>
                <c:pt idx="5235">
                  <c:v>1.6119085592769804</c:v>
                </c:pt>
                <c:pt idx="5236">
                  <c:v>1.597022860180755</c:v>
                </c:pt>
                <c:pt idx="5237">
                  <c:v>1.6289207868155235</c:v>
                </c:pt>
                <c:pt idx="5238">
                  <c:v>1.635832004253057</c:v>
                </c:pt>
                <c:pt idx="5239">
                  <c:v>1.6230728335991493</c:v>
                </c:pt>
                <c:pt idx="5240">
                  <c:v>1.607123870281765</c:v>
                </c:pt>
                <c:pt idx="5241">
                  <c:v>1.6108452950558214</c:v>
                </c:pt>
                <c:pt idx="5242">
                  <c:v>1.6267942583732058</c:v>
                </c:pt>
                <c:pt idx="5243">
                  <c:v>1.6135034556087187</c:v>
                </c:pt>
                <c:pt idx="5244">
                  <c:v>1.5273790536948431</c:v>
                </c:pt>
                <c:pt idx="5245">
                  <c:v>1.5449229133439659</c:v>
                </c:pt>
                <c:pt idx="5246">
                  <c:v>1.5406698564593302</c:v>
                </c:pt>
                <c:pt idx="5247">
                  <c:v>1.5252525252525253</c:v>
                </c:pt>
                <c:pt idx="5248">
                  <c:v>1.5018607123870282</c:v>
                </c:pt>
                <c:pt idx="5249">
                  <c:v>1.5013290802764487</c:v>
                </c:pt>
                <c:pt idx="5250">
                  <c:v>1.5055821371610845</c:v>
                </c:pt>
                <c:pt idx="5251">
                  <c:v>1.4901648059542796</c:v>
                </c:pt>
                <c:pt idx="5252">
                  <c:v>1.4561403508771931</c:v>
                </c:pt>
                <c:pt idx="5253">
                  <c:v>1.4726209463051569</c:v>
                </c:pt>
                <c:pt idx="5254">
                  <c:v>1.5045188729399255</c:v>
                </c:pt>
                <c:pt idx="5255">
                  <c:v>1.5220627325890483</c:v>
                </c:pt>
                <c:pt idx="5256">
                  <c:v>1.5220627325890483</c:v>
                </c:pt>
                <c:pt idx="5257">
                  <c:v>1.4853801169590644</c:v>
                </c:pt>
                <c:pt idx="5258">
                  <c:v>1.4646464646464648</c:v>
                </c:pt>
                <c:pt idx="5259">
                  <c:v>1.4311536416799575</c:v>
                </c:pt>
                <c:pt idx="5260">
                  <c:v>1.4385964912280702</c:v>
                </c:pt>
                <c:pt idx="5261">
                  <c:v>1.4486975013290804</c:v>
                </c:pt>
                <c:pt idx="5262">
                  <c:v>1.4598617756512493</c:v>
                </c:pt>
                <c:pt idx="5263">
                  <c:v>1.4646464646464648</c:v>
                </c:pt>
                <c:pt idx="5264">
                  <c:v>1.4518872939925571</c:v>
                </c:pt>
                <c:pt idx="5265">
                  <c:v>1.4795321637426901</c:v>
                </c:pt>
                <c:pt idx="5266">
                  <c:v>1.4790005316321106</c:v>
                </c:pt>
                <c:pt idx="5267">
                  <c:v>1.4875066454013823</c:v>
                </c:pt>
                <c:pt idx="5268">
                  <c:v>1.4997341839447103</c:v>
                </c:pt>
                <c:pt idx="5269">
                  <c:v>1.468367889420521</c:v>
                </c:pt>
                <c:pt idx="5270">
                  <c:v>1.468367889420521</c:v>
                </c:pt>
                <c:pt idx="5271">
                  <c:v>1.4843168527379054</c:v>
                </c:pt>
                <c:pt idx="5272">
                  <c:v>1.4917597022860181</c:v>
                </c:pt>
                <c:pt idx="5273">
                  <c:v>1.4768740031897927</c:v>
                </c:pt>
                <c:pt idx="5274">
                  <c:v>1.4768740031897927</c:v>
                </c:pt>
                <c:pt idx="5275">
                  <c:v>1.4768740031897927</c:v>
                </c:pt>
                <c:pt idx="5276">
                  <c:v>1.4768740031897927</c:v>
                </c:pt>
                <c:pt idx="5277">
                  <c:v>1.528442317916002</c:v>
                </c:pt>
                <c:pt idx="5278">
                  <c:v>1.5358851674641147</c:v>
                </c:pt>
                <c:pt idx="5279">
                  <c:v>1.5518341307814991</c:v>
                </c:pt>
                <c:pt idx="5280">
                  <c:v>1.506113769271664</c:v>
                </c:pt>
                <c:pt idx="5281">
                  <c:v>1.5194045720361511</c:v>
                </c:pt>
                <c:pt idx="5282">
                  <c:v>1.4582668793195108</c:v>
                </c:pt>
                <c:pt idx="5283">
                  <c:v>1.4120148856990962</c:v>
                </c:pt>
                <c:pt idx="5284">
                  <c:v>1.4205209994683679</c:v>
                </c:pt>
                <c:pt idx="5285">
                  <c:v>1.4237107921318448</c:v>
                </c:pt>
                <c:pt idx="5286">
                  <c:v>1.4130781499202552</c:v>
                </c:pt>
                <c:pt idx="5287">
                  <c:v>1.4253056884635833</c:v>
                </c:pt>
                <c:pt idx="5288">
                  <c:v>1.4540138224348751</c:v>
                </c:pt>
                <c:pt idx="5289">
                  <c:v>1.4561403508771931</c:v>
                </c:pt>
                <c:pt idx="5290">
                  <c:v>1.4603934077618288</c:v>
                </c:pt>
                <c:pt idx="5291">
                  <c:v>1.4625199362041468</c:v>
                </c:pt>
                <c:pt idx="5292">
                  <c:v>1.4529505582137161</c:v>
                </c:pt>
                <c:pt idx="5293">
                  <c:v>1.4524189261031366</c:v>
                </c:pt>
                <c:pt idx="5294">
                  <c:v>1.4189261031366294</c:v>
                </c:pt>
                <c:pt idx="5295">
                  <c:v>1.3997873471557682</c:v>
                </c:pt>
                <c:pt idx="5296">
                  <c:v>1.4221158958001063</c:v>
                </c:pt>
                <c:pt idx="5297">
                  <c:v>1.4210526315789473</c:v>
                </c:pt>
                <c:pt idx="5298">
                  <c:v>1.3896863370547581</c:v>
                </c:pt>
                <c:pt idx="5299">
                  <c:v>1.3870281765018606</c:v>
                </c:pt>
                <c:pt idx="5300">
                  <c:v>1.3827751196172249</c:v>
                </c:pt>
                <c:pt idx="5301">
                  <c:v>1.3609782030834663</c:v>
                </c:pt>
                <c:pt idx="5302">
                  <c:v>1.3545986177565126</c:v>
                </c:pt>
                <c:pt idx="5303">
                  <c:v>1.3545986177565126</c:v>
                </c:pt>
                <c:pt idx="5304">
                  <c:v>1.3540669856459331</c:v>
                </c:pt>
                <c:pt idx="5305">
                  <c:v>1.3556618819776713</c:v>
                </c:pt>
                <c:pt idx="5306">
                  <c:v>1.3588516746411483</c:v>
                </c:pt>
                <c:pt idx="5307">
                  <c:v>1.3604465709728868</c:v>
                </c:pt>
                <c:pt idx="5308">
                  <c:v>1.3402445507708665</c:v>
                </c:pt>
                <c:pt idx="5309">
                  <c:v>1.3471557682083999</c:v>
                </c:pt>
                <c:pt idx="5310">
                  <c:v>1.3753322700691122</c:v>
                </c:pt>
                <c:pt idx="5311">
                  <c:v>1.3833067517278044</c:v>
                </c:pt>
                <c:pt idx="5312">
                  <c:v>1.4066985645933014</c:v>
                </c:pt>
                <c:pt idx="5313">
                  <c:v>1.3981924508240298</c:v>
                </c:pt>
                <c:pt idx="5314">
                  <c:v>1.3657628920786815</c:v>
                </c:pt>
                <c:pt idx="5315">
                  <c:v>1.3609782030834663</c:v>
                </c:pt>
                <c:pt idx="5316">
                  <c:v>1.3508771929824561</c:v>
                </c:pt>
                <c:pt idx="5317">
                  <c:v>1.3508771929824561</c:v>
                </c:pt>
                <c:pt idx="5318">
                  <c:v>1.4226475279106858</c:v>
                </c:pt>
                <c:pt idx="5319">
                  <c:v>1.4263689526847421</c:v>
                </c:pt>
                <c:pt idx="5320">
                  <c:v>1.4242424242424243</c:v>
                </c:pt>
                <c:pt idx="5321">
                  <c:v>1.4157363104731526</c:v>
                </c:pt>
                <c:pt idx="5322">
                  <c:v>1.4152046783625731</c:v>
                </c:pt>
                <c:pt idx="5323">
                  <c:v>1.4157363104731526</c:v>
                </c:pt>
                <c:pt idx="5324">
                  <c:v>1.4088250930356194</c:v>
                </c:pt>
                <c:pt idx="5325">
                  <c:v>1.4215842636895268</c:v>
                </c:pt>
                <c:pt idx="5326">
                  <c:v>1.4428495481127059</c:v>
                </c:pt>
                <c:pt idx="5327">
                  <c:v>1.4354066985645932</c:v>
                </c:pt>
                <c:pt idx="5328">
                  <c:v>1.3737373737373737</c:v>
                </c:pt>
                <c:pt idx="5329">
                  <c:v>1.3774587985114302</c:v>
                </c:pt>
                <c:pt idx="5330">
                  <c:v>1.3950026581605528</c:v>
                </c:pt>
                <c:pt idx="5331">
                  <c:v>1.4125465178096757</c:v>
                </c:pt>
                <c:pt idx="5332">
                  <c:v>1.4019138755980862</c:v>
                </c:pt>
                <c:pt idx="5333">
                  <c:v>1.4013822434875067</c:v>
                </c:pt>
                <c:pt idx="5334">
                  <c:v>1.404040404040404</c:v>
                </c:pt>
                <c:pt idx="5335">
                  <c:v>1.4215842636895268</c:v>
                </c:pt>
                <c:pt idx="5336">
                  <c:v>1.4269005847953216</c:v>
                </c:pt>
                <c:pt idx="5337">
                  <c:v>1.4364699627857522</c:v>
                </c:pt>
                <c:pt idx="5338">
                  <c:v>1.4167995746943116</c:v>
                </c:pt>
                <c:pt idx="5339">
                  <c:v>1.4359383306751727</c:v>
                </c:pt>
                <c:pt idx="5340">
                  <c:v>1.4231791600212653</c:v>
                </c:pt>
                <c:pt idx="5341">
                  <c:v>1.4508240297713981</c:v>
                </c:pt>
                <c:pt idx="5342">
                  <c:v>1.4481658692185009</c:v>
                </c:pt>
                <c:pt idx="5343">
                  <c:v>1.5853269537480064</c:v>
                </c:pt>
                <c:pt idx="5344">
                  <c:v>1.5757575757575757</c:v>
                </c:pt>
                <c:pt idx="5345">
                  <c:v>1.5550239234449761</c:v>
                </c:pt>
                <c:pt idx="5346">
                  <c:v>1.5688463583200425</c:v>
                </c:pt>
                <c:pt idx="5347">
                  <c:v>1.5619351408825093</c:v>
                </c:pt>
                <c:pt idx="5348">
                  <c:v>1.5858585858585859</c:v>
                </c:pt>
                <c:pt idx="5349">
                  <c:v>1.5927698032961191</c:v>
                </c:pt>
                <c:pt idx="5350">
                  <c:v>1.5406698564593302</c:v>
                </c:pt>
                <c:pt idx="5351">
                  <c:v>1.5140882509303561</c:v>
                </c:pt>
                <c:pt idx="5352">
                  <c:v>1.5268474215842638</c:v>
                </c:pt>
                <c:pt idx="5353">
                  <c:v>1.5311004784688995</c:v>
                </c:pt>
                <c:pt idx="5354">
                  <c:v>1.4944178628389155</c:v>
                </c:pt>
                <c:pt idx="5355">
                  <c:v>1.468367889420521</c:v>
                </c:pt>
                <c:pt idx="5356">
                  <c:v>1.4752791068580542</c:v>
                </c:pt>
                <c:pt idx="5357">
                  <c:v>1.4720893141945774</c:v>
                </c:pt>
                <c:pt idx="5358">
                  <c:v>1.4720893141945774</c:v>
                </c:pt>
                <c:pt idx="5359">
                  <c:v>1.4582668793195108</c:v>
                </c:pt>
                <c:pt idx="5360">
                  <c:v>1.468367889420521</c:v>
                </c:pt>
                <c:pt idx="5361">
                  <c:v>1.4587985114300903</c:v>
                </c:pt>
                <c:pt idx="5362">
                  <c:v>1.4157363104731526</c:v>
                </c:pt>
                <c:pt idx="5363">
                  <c:v>1.4162679425837321</c:v>
                </c:pt>
                <c:pt idx="5364">
                  <c:v>1.42849548112706</c:v>
                </c:pt>
                <c:pt idx="5365">
                  <c:v>1.4380648591174907</c:v>
                </c:pt>
                <c:pt idx="5366">
                  <c:v>1.465178096757044</c:v>
                </c:pt>
                <c:pt idx="5367">
                  <c:v>1.4646464646464648</c:v>
                </c:pt>
                <c:pt idx="5368">
                  <c:v>1.470494417862839</c:v>
                </c:pt>
                <c:pt idx="5369">
                  <c:v>1.4609250398724083</c:v>
                </c:pt>
                <c:pt idx="5370">
                  <c:v>1.4609250398724083</c:v>
                </c:pt>
                <c:pt idx="5371">
                  <c:v>1.4609250398724083</c:v>
                </c:pt>
                <c:pt idx="5372">
                  <c:v>1.4141414141414141</c:v>
                </c:pt>
                <c:pt idx="5373">
                  <c:v>1.4183944710260499</c:v>
                </c:pt>
                <c:pt idx="5374">
                  <c:v>1.4210526315789473</c:v>
                </c:pt>
                <c:pt idx="5375">
                  <c:v>1.4572036150983518</c:v>
                </c:pt>
                <c:pt idx="5376">
                  <c:v>1.471557682083998</c:v>
                </c:pt>
                <c:pt idx="5377">
                  <c:v>1.4688995215311005</c:v>
                </c:pt>
                <c:pt idx="5378">
                  <c:v>1.5087719298245614</c:v>
                </c:pt>
                <c:pt idx="5379">
                  <c:v>1.5087719298245614</c:v>
                </c:pt>
                <c:pt idx="5380">
                  <c:v>1.5087719298245614</c:v>
                </c:pt>
                <c:pt idx="5381">
                  <c:v>1.5087719298245614</c:v>
                </c:pt>
                <c:pt idx="5382">
                  <c:v>1.5087719298245614</c:v>
                </c:pt>
                <c:pt idx="5383">
                  <c:v>1.5087719298245614</c:v>
                </c:pt>
                <c:pt idx="5384">
                  <c:v>1.53056884635832</c:v>
                </c:pt>
                <c:pt idx="5385">
                  <c:v>1.5709728867623605</c:v>
                </c:pt>
                <c:pt idx="5386">
                  <c:v>1.5720361509835195</c:v>
                </c:pt>
                <c:pt idx="5387">
                  <c:v>1.534821903242956</c:v>
                </c:pt>
                <c:pt idx="5388">
                  <c:v>1.5433280170122274</c:v>
                </c:pt>
                <c:pt idx="5389">
                  <c:v>1.568314726209463</c:v>
                </c:pt>
                <c:pt idx="5390">
                  <c:v>1.5619351408825093</c:v>
                </c:pt>
                <c:pt idx="5391">
                  <c:v>1.6220095693779903</c:v>
                </c:pt>
                <c:pt idx="5392">
                  <c:v>1.6230728335991493</c:v>
                </c:pt>
                <c:pt idx="5393">
                  <c:v>1.6198830409356726</c:v>
                </c:pt>
                <c:pt idx="5394">
                  <c:v>1.568314726209463</c:v>
                </c:pt>
                <c:pt idx="5395">
                  <c:v>1.5528973950026581</c:v>
                </c:pt>
                <c:pt idx="5396">
                  <c:v>1.5789473684210527</c:v>
                </c:pt>
                <c:pt idx="5397">
                  <c:v>1.5805422647527911</c:v>
                </c:pt>
                <c:pt idx="5398">
                  <c:v>1.6129718234981394</c:v>
                </c:pt>
                <c:pt idx="5399">
                  <c:v>1.5821371610845294</c:v>
                </c:pt>
                <c:pt idx="5400">
                  <c:v>1.5523657628920786</c:v>
                </c:pt>
                <c:pt idx="5401">
                  <c:v>1.5300372142477405</c:v>
                </c:pt>
                <c:pt idx="5402">
                  <c:v>1.5502392344497609</c:v>
                </c:pt>
                <c:pt idx="5403">
                  <c:v>1.4752791068580542</c:v>
                </c:pt>
                <c:pt idx="5404">
                  <c:v>1.4816586921850079</c:v>
                </c:pt>
                <c:pt idx="5405">
                  <c:v>1.4869750132908028</c:v>
                </c:pt>
                <c:pt idx="5406">
                  <c:v>1.4805954279638489</c:v>
                </c:pt>
                <c:pt idx="5407">
                  <c:v>1.4970760233918128</c:v>
                </c:pt>
                <c:pt idx="5408">
                  <c:v>1.503987240829346</c:v>
                </c:pt>
                <c:pt idx="5409">
                  <c:v>1.53056884635832</c:v>
                </c:pt>
                <c:pt idx="5410">
                  <c:v>1.5459861775651249</c:v>
                </c:pt>
                <c:pt idx="5411">
                  <c:v>1.5624667729930888</c:v>
                </c:pt>
                <c:pt idx="5412">
                  <c:v>1.5539606592238171</c:v>
                </c:pt>
                <c:pt idx="5413">
                  <c:v>1.5300372142477405</c:v>
                </c:pt>
                <c:pt idx="5414">
                  <c:v>1.5943646996278575</c:v>
                </c:pt>
                <c:pt idx="5415">
                  <c:v>1.6448697501329079</c:v>
                </c:pt>
                <c:pt idx="5416">
                  <c:v>1.6283891547049443</c:v>
                </c:pt>
                <c:pt idx="5417">
                  <c:v>1.6448697501329079</c:v>
                </c:pt>
                <c:pt idx="5418">
                  <c:v>1.6204146730462521</c:v>
                </c:pt>
                <c:pt idx="5419">
                  <c:v>1.6411483253588517</c:v>
                </c:pt>
                <c:pt idx="5420">
                  <c:v>1.5879851143009038</c:v>
                </c:pt>
                <c:pt idx="5421">
                  <c:v>1.6182881446039341</c:v>
                </c:pt>
                <c:pt idx="5422">
                  <c:v>1.5677830940988835</c:v>
                </c:pt>
                <c:pt idx="5423">
                  <c:v>1.5651249335459863</c:v>
                </c:pt>
                <c:pt idx="5424">
                  <c:v>1.5555555555555556</c:v>
                </c:pt>
                <c:pt idx="5425">
                  <c:v>1.5427963849016482</c:v>
                </c:pt>
                <c:pt idx="5426">
                  <c:v>1.5544922913343966</c:v>
                </c:pt>
                <c:pt idx="5427">
                  <c:v>1.528442317916002</c:v>
                </c:pt>
                <c:pt idx="5428">
                  <c:v>1.5406698564593302</c:v>
                </c:pt>
                <c:pt idx="5429">
                  <c:v>1.569377990430622</c:v>
                </c:pt>
                <c:pt idx="5430">
                  <c:v>1.568314726209463</c:v>
                </c:pt>
                <c:pt idx="5431">
                  <c:v>1.5528973950026581</c:v>
                </c:pt>
                <c:pt idx="5432">
                  <c:v>1.5677830940988835</c:v>
                </c:pt>
                <c:pt idx="5433">
                  <c:v>1.5528973950026581</c:v>
                </c:pt>
                <c:pt idx="5434">
                  <c:v>1.5108984582668794</c:v>
                </c:pt>
                <c:pt idx="5435">
                  <c:v>1.5172780435938331</c:v>
                </c:pt>
                <c:pt idx="5436">
                  <c:v>1.531632110579479</c:v>
                </c:pt>
                <c:pt idx="5437">
                  <c:v>1.5433280170122274</c:v>
                </c:pt>
                <c:pt idx="5438">
                  <c:v>1.5369484316852737</c:v>
                </c:pt>
                <c:pt idx="5439">
                  <c:v>1.5677830940988835</c:v>
                </c:pt>
                <c:pt idx="5440">
                  <c:v>1.5757575757575757</c:v>
                </c:pt>
                <c:pt idx="5441">
                  <c:v>1.5757575757575757</c:v>
                </c:pt>
                <c:pt idx="5442">
                  <c:v>1.5794790005316321</c:v>
                </c:pt>
                <c:pt idx="5443">
                  <c:v>1.5794790005316321</c:v>
                </c:pt>
                <c:pt idx="5444">
                  <c:v>1.5624667729930888</c:v>
                </c:pt>
                <c:pt idx="5445">
                  <c:v>1.568314726209463</c:v>
                </c:pt>
                <c:pt idx="5446">
                  <c:v>1.5465178096757044</c:v>
                </c:pt>
                <c:pt idx="5447">
                  <c:v>1.5853269537480064</c:v>
                </c:pt>
                <c:pt idx="5448">
                  <c:v>1.6002126528442318</c:v>
                </c:pt>
                <c:pt idx="5449">
                  <c:v>1.597022860180755</c:v>
                </c:pt>
                <c:pt idx="5450">
                  <c:v>1.6044657097288677</c:v>
                </c:pt>
                <c:pt idx="5451">
                  <c:v>1.5869218500797448</c:v>
                </c:pt>
                <c:pt idx="5452">
                  <c:v>1.6145667198298777</c:v>
                </c:pt>
                <c:pt idx="5453">
                  <c:v>1.5778841041998937</c:v>
                </c:pt>
                <c:pt idx="5454">
                  <c:v>1.5842636895268474</c:v>
                </c:pt>
                <c:pt idx="5455">
                  <c:v>1.5885167464114833</c:v>
                </c:pt>
                <c:pt idx="5456">
                  <c:v>1.5539606592238171</c:v>
                </c:pt>
                <c:pt idx="5457">
                  <c:v>1.5247208931419458</c:v>
                </c:pt>
                <c:pt idx="5458">
                  <c:v>1.5215311004784688</c:v>
                </c:pt>
                <c:pt idx="5459">
                  <c:v>1.5268474215842638</c:v>
                </c:pt>
                <c:pt idx="5460">
                  <c:v>1.4997341839447103</c:v>
                </c:pt>
                <c:pt idx="5461">
                  <c:v>1.5045188729399255</c:v>
                </c:pt>
                <c:pt idx="5462">
                  <c:v>1.5045188729399255</c:v>
                </c:pt>
                <c:pt idx="5463">
                  <c:v>1.5045188729399255</c:v>
                </c:pt>
                <c:pt idx="5464">
                  <c:v>1.5045188729399255</c:v>
                </c:pt>
                <c:pt idx="5465">
                  <c:v>1.5045188729399255</c:v>
                </c:pt>
                <c:pt idx="5466">
                  <c:v>1.5045188729399255</c:v>
                </c:pt>
                <c:pt idx="5467">
                  <c:v>1.5385433280170122</c:v>
                </c:pt>
                <c:pt idx="5468">
                  <c:v>1.5576820839978736</c:v>
                </c:pt>
                <c:pt idx="5469">
                  <c:v>1.5582137161084531</c:v>
                </c:pt>
                <c:pt idx="5470">
                  <c:v>1.5709728867623605</c:v>
                </c:pt>
                <c:pt idx="5471">
                  <c:v>1.5401382243487507</c:v>
                </c:pt>
                <c:pt idx="5472">
                  <c:v>1.5539606592238171</c:v>
                </c:pt>
                <c:pt idx="5473">
                  <c:v>1.5263157894736843</c:v>
                </c:pt>
                <c:pt idx="5474">
                  <c:v>1.5188729399255716</c:v>
                </c:pt>
                <c:pt idx="5475">
                  <c:v>1.493886230728336</c:v>
                </c:pt>
                <c:pt idx="5476">
                  <c:v>1.5215311004784688</c:v>
                </c:pt>
                <c:pt idx="5477">
                  <c:v>1.4875066454013823</c:v>
                </c:pt>
                <c:pt idx="5478">
                  <c:v>1.4901648059542796</c:v>
                </c:pt>
                <c:pt idx="5479">
                  <c:v>1.496012759170654</c:v>
                </c:pt>
                <c:pt idx="5480">
                  <c:v>1.4837852206273259</c:v>
                </c:pt>
                <c:pt idx="5481">
                  <c:v>1.4747474747474747</c:v>
                </c:pt>
                <c:pt idx="5482">
                  <c:v>1.4593301435406698</c:v>
                </c:pt>
                <c:pt idx="5483">
                  <c:v>1.4821903242955874</c:v>
                </c:pt>
                <c:pt idx="5484">
                  <c:v>1.4864433811802233</c:v>
                </c:pt>
                <c:pt idx="5485">
                  <c:v>1.4593301435406698</c:v>
                </c:pt>
                <c:pt idx="5486">
                  <c:v>1.4657097288676235</c:v>
                </c:pt>
                <c:pt idx="5487">
                  <c:v>1.4502923976608186</c:v>
                </c:pt>
                <c:pt idx="5488">
                  <c:v>1.5087719298245614</c:v>
                </c:pt>
                <c:pt idx="5489">
                  <c:v>1.4933545986177565</c:v>
                </c:pt>
                <c:pt idx="5490">
                  <c:v>1.4699627857522595</c:v>
                </c:pt>
                <c:pt idx="5491">
                  <c:v>1.430622009569378</c:v>
                </c:pt>
                <c:pt idx="5492">
                  <c:v>1.4194577352472089</c:v>
                </c:pt>
                <c:pt idx="5493">
                  <c:v>1.4178628389154706</c:v>
                </c:pt>
                <c:pt idx="5494">
                  <c:v>1.4130781499202552</c:v>
                </c:pt>
                <c:pt idx="5495">
                  <c:v>1.4300903774587985</c:v>
                </c:pt>
                <c:pt idx="5496">
                  <c:v>1.4348750664540137</c:v>
                </c:pt>
                <c:pt idx="5497">
                  <c:v>1.4258373205741626</c:v>
                </c:pt>
                <c:pt idx="5498">
                  <c:v>1.4205209994683679</c:v>
                </c:pt>
                <c:pt idx="5499">
                  <c:v>1.431685273790537</c:v>
                </c:pt>
                <c:pt idx="5500">
                  <c:v>1.4364699627857522</c:v>
                </c:pt>
                <c:pt idx="5501">
                  <c:v>1.4258373205741626</c:v>
                </c:pt>
                <c:pt idx="5502">
                  <c:v>1.4205209994683679</c:v>
                </c:pt>
                <c:pt idx="5503">
                  <c:v>1.4444444444444444</c:v>
                </c:pt>
                <c:pt idx="5504">
                  <c:v>1.4572036150983518</c:v>
                </c:pt>
                <c:pt idx="5505">
                  <c:v>1.470494417862839</c:v>
                </c:pt>
                <c:pt idx="5506">
                  <c:v>1.470494417862839</c:v>
                </c:pt>
                <c:pt idx="5507">
                  <c:v>1.470494417862839</c:v>
                </c:pt>
                <c:pt idx="5508">
                  <c:v>1.4720893141945774</c:v>
                </c:pt>
                <c:pt idx="5509">
                  <c:v>1.4412546517809677</c:v>
                </c:pt>
                <c:pt idx="5510">
                  <c:v>1.4401913875598087</c:v>
                </c:pt>
                <c:pt idx="5511">
                  <c:v>1.4396597554492292</c:v>
                </c:pt>
                <c:pt idx="5512">
                  <c:v>1.4401913875598087</c:v>
                </c:pt>
                <c:pt idx="5513">
                  <c:v>1.4189261031366294</c:v>
                </c:pt>
                <c:pt idx="5514">
                  <c:v>1.4311536416799575</c:v>
                </c:pt>
                <c:pt idx="5515">
                  <c:v>1.432748538011696</c:v>
                </c:pt>
                <c:pt idx="5516">
                  <c:v>1.4348750664540137</c:v>
                </c:pt>
                <c:pt idx="5517">
                  <c:v>1.4247740563530038</c:v>
                </c:pt>
                <c:pt idx="5518">
                  <c:v>1.4109516214779372</c:v>
                </c:pt>
                <c:pt idx="5519">
                  <c:v>1.3838383838383839</c:v>
                </c:pt>
                <c:pt idx="5520">
                  <c:v>1.3466241360978204</c:v>
                </c:pt>
                <c:pt idx="5521">
                  <c:v>1.3434343434343434</c:v>
                </c:pt>
                <c:pt idx="5522">
                  <c:v>1.3503455608718766</c:v>
                </c:pt>
                <c:pt idx="5523">
                  <c:v>1.340776182881446</c:v>
                </c:pt>
                <c:pt idx="5524">
                  <c:v>1.3732057416267942</c:v>
                </c:pt>
                <c:pt idx="5525">
                  <c:v>1.3732057416267942</c:v>
                </c:pt>
                <c:pt idx="5526">
                  <c:v>1.3732057416267942</c:v>
                </c:pt>
                <c:pt idx="5527">
                  <c:v>1.3732057416267942</c:v>
                </c:pt>
                <c:pt idx="5528">
                  <c:v>1.3721424774056352</c:v>
                </c:pt>
                <c:pt idx="5529">
                  <c:v>1.3551302498670921</c:v>
                </c:pt>
                <c:pt idx="5530">
                  <c:v>1.3221690590111643</c:v>
                </c:pt>
                <c:pt idx="5531">
                  <c:v>1.3572567783094098</c:v>
                </c:pt>
                <c:pt idx="5532">
                  <c:v>1.3588516746411483</c:v>
                </c:pt>
                <c:pt idx="5533">
                  <c:v>1.3535353535353536</c:v>
                </c:pt>
                <c:pt idx="5534">
                  <c:v>1.3646996278575225</c:v>
                </c:pt>
                <c:pt idx="5535">
                  <c:v>1.3896863370547581</c:v>
                </c:pt>
                <c:pt idx="5536">
                  <c:v>1.3896863370547581</c:v>
                </c:pt>
                <c:pt idx="5537">
                  <c:v>1.3801169590643274</c:v>
                </c:pt>
                <c:pt idx="5538">
                  <c:v>1.3896863370547581</c:v>
                </c:pt>
                <c:pt idx="5539">
                  <c:v>1.3912812333864966</c:v>
                </c:pt>
                <c:pt idx="5540">
                  <c:v>1.3870281765018606</c:v>
                </c:pt>
                <c:pt idx="5541">
                  <c:v>1.3843700159489634</c:v>
                </c:pt>
                <c:pt idx="5542">
                  <c:v>1.3976608187134503</c:v>
                </c:pt>
                <c:pt idx="5543">
                  <c:v>1.4093567251461989</c:v>
                </c:pt>
                <c:pt idx="5544">
                  <c:v>1.4056353003721425</c:v>
                </c:pt>
                <c:pt idx="5545">
                  <c:v>1.4066985645933014</c:v>
                </c:pt>
                <c:pt idx="5546">
                  <c:v>1.4162679425837321</c:v>
                </c:pt>
                <c:pt idx="5547">
                  <c:v>1.4226475279106858</c:v>
                </c:pt>
                <c:pt idx="5548">
                  <c:v>1.4226475279106858</c:v>
                </c:pt>
                <c:pt idx="5549">
                  <c:v>1.4194577352472089</c:v>
                </c:pt>
                <c:pt idx="5550">
                  <c:v>1.402977139819245</c:v>
                </c:pt>
                <c:pt idx="5551">
                  <c:v>1.4109516214779372</c:v>
                </c:pt>
                <c:pt idx="5552">
                  <c:v>1.4242424242424243</c:v>
                </c:pt>
                <c:pt idx="5553">
                  <c:v>1.4226475279106858</c:v>
                </c:pt>
                <c:pt idx="5554">
                  <c:v>1.3801169590643274</c:v>
                </c:pt>
                <c:pt idx="5555">
                  <c:v>1.3689526847421585</c:v>
                </c:pt>
                <c:pt idx="5556">
                  <c:v>1.3631047315257843</c:v>
                </c:pt>
                <c:pt idx="5557">
                  <c:v>1.365231259968102</c:v>
                </c:pt>
                <c:pt idx="5558">
                  <c:v>1.3577884104199893</c:v>
                </c:pt>
                <c:pt idx="5559">
                  <c:v>1.3482190324295587</c:v>
                </c:pt>
                <c:pt idx="5560">
                  <c:v>1.3290802764486975</c:v>
                </c:pt>
                <c:pt idx="5561">
                  <c:v>1.3561935140882508</c:v>
                </c:pt>
                <c:pt idx="5562">
                  <c:v>1.3609782030834663</c:v>
                </c:pt>
                <c:pt idx="5563">
                  <c:v>1.366294524189261</c:v>
                </c:pt>
                <c:pt idx="5564">
                  <c:v>1.3748006379585327</c:v>
                </c:pt>
                <c:pt idx="5565">
                  <c:v>1.3700159489633175</c:v>
                </c:pt>
                <c:pt idx="5566">
                  <c:v>1.3689526847421585</c:v>
                </c:pt>
                <c:pt idx="5567">
                  <c:v>1.3817118553960659</c:v>
                </c:pt>
                <c:pt idx="5568">
                  <c:v>1.3716108452950557</c:v>
                </c:pt>
                <c:pt idx="5569">
                  <c:v>1.3455608718766614</c:v>
                </c:pt>
                <c:pt idx="5570">
                  <c:v>1.3471557682083999</c:v>
                </c:pt>
                <c:pt idx="5571">
                  <c:v>1.3476874003189792</c:v>
                </c:pt>
                <c:pt idx="5572">
                  <c:v>1.3444976076555024</c:v>
                </c:pt>
                <c:pt idx="5573">
                  <c:v>1.3487506645401381</c:v>
                </c:pt>
                <c:pt idx="5574">
                  <c:v>1.2961190855927698</c:v>
                </c:pt>
                <c:pt idx="5575">
                  <c:v>1.2817650186071239</c:v>
                </c:pt>
                <c:pt idx="5576">
                  <c:v>1.2445507708665604</c:v>
                </c:pt>
                <c:pt idx="5577">
                  <c:v>1.2721956406166932</c:v>
                </c:pt>
                <c:pt idx="5578">
                  <c:v>1.2695374800637957</c:v>
                </c:pt>
                <c:pt idx="5579">
                  <c:v>1.264221158958001</c:v>
                </c:pt>
                <c:pt idx="5580">
                  <c:v>1.2503987240829346</c:v>
                </c:pt>
                <c:pt idx="5581">
                  <c:v>1.2402977139819245</c:v>
                </c:pt>
                <c:pt idx="5582">
                  <c:v>1.2892078681552366</c:v>
                </c:pt>
                <c:pt idx="5583">
                  <c:v>1.2918660287081341</c:v>
                </c:pt>
                <c:pt idx="5584">
                  <c:v>1.2892078681552366</c:v>
                </c:pt>
                <c:pt idx="5585">
                  <c:v>1.2913343965975546</c:v>
                </c:pt>
                <c:pt idx="5586">
                  <c:v>1.3003721424774057</c:v>
                </c:pt>
                <c:pt idx="5587">
                  <c:v>1.2892078681552366</c:v>
                </c:pt>
                <c:pt idx="5588">
                  <c:v>1.2838915470494419</c:v>
                </c:pt>
                <c:pt idx="5589">
                  <c:v>1.2833599149388624</c:v>
                </c:pt>
                <c:pt idx="5590">
                  <c:v>1.2716640085061137</c:v>
                </c:pt>
                <c:pt idx="5591">
                  <c:v>1.2844231791600214</c:v>
                </c:pt>
                <c:pt idx="5592">
                  <c:v>1.303030303030303</c:v>
                </c:pt>
                <c:pt idx="5593">
                  <c:v>1.2998405103668262</c:v>
                </c:pt>
                <c:pt idx="5594">
                  <c:v>1.3737373737373737</c:v>
                </c:pt>
                <c:pt idx="5595">
                  <c:v>1.3806485911749069</c:v>
                </c:pt>
                <c:pt idx="5596">
                  <c:v>1.3833067517278044</c:v>
                </c:pt>
                <c:pt idx="5597">
                  <c:v>1.3646996278575225</c:v>
                </c:pt>
                <c:pt idx="5598">
                  <c:v>1.3620414673046253</c:v>
                </c:pt>
                <c:pt idx="5599">
                  <c:v>1.370547581073897</c:v>
                </c:pt>
                <c:pt idx="5600">
                  <c:v>1.3668261562998405</c:v>
                </c:pt>
                <c:pt idx="5601">
                  <c:v>1.3503455608718766</c:v>
                </c:pt>
                <c:pt idx="5602">
                  <c:v>1.3689526847421585</c:v>
                </c:pt>
                <c:pt idx="5603">
                  <c:v>1.368421052631579</c:v>
                </c:pt>
                <c:pt idx="5604">
                  <c:v>1.3508771929824561</c:v>
                </c:pt>
                <c:pt idx="5605">
                  <c:v>1.3460925039872409</c:v>
                </c:pt>
                <c:pt idx="5606">
                  <c:v>1.3471557682083999</c:v>
                </c:pt>
                <c:pt idx="5607">
                  <c:v>1.3577884104199893</c:v>
                </c:pt>
                <c:pt idx="5608">
                  <c:v>1.3434343434343434</c:v>
                </c:pt>
                <c:pt idx="5609">
                  <c:v>1.3359914938862307</c:v>
                </c:pt>
                <c:pt idx="5610">
                  <c:v>1.3125996810207337</c:v>
                </c:pt>
                <c:pt idx="5611">
                  <c:v>1.3056884635832005</c:v>
                </c:pt>
                <c:pt idx="5612">
                  <c:v>1.3088782562466772</c:v>
                </c:pt>
                <c:pt idx="5613">
                  <c:v>1.3035619351408825</c:v>
                </c:pt>
                <c:pt idx="5614">
                  <c:v>1.3120680489101542</c:v>
                </c:pt>
                <c:pt idx="5615">
                  <c:v>1.3163211057947901</c:v>
                </c:pt>
                <c:pt idx="5616">
                  <c:v>1.3163211057947901</c:v>
                </c:pt>
                <c:pt idx="5617">
                  <c:v>1.3503455608718766</c:v>
                </c:pt>
                <c:pt idx="5618">
                  <c:v>1.3535353535353536</c:v>
                </c:pt>
                <c:pt idx="5619">
                  <c:v>1.3721424774056352</c:v>
                </c:pt>
                <c:pt idx="5620">
                  <c:v>1.3790536948431684</c:v>
                </c:pt>
                <c:pt idx="5621">
                  <c:v>1.3700159489633175</c:v>
                </c:pt>
                <c:pt idx="5622">
                  <c:v>1.3965975544922913</c:v>
                </c:pt>
                <c:pt idx="5623">
                  <c:v>1.4066985645933014</c:v>
                </c:pt>
                <c:pt idx="5624">
                  <c:v>1.404040404040404</c:v>
                </c:pt>
                <c:pt idx="5625">
                  <c:v>1.3912812333864966</c:v>
                </c:pt>
                <c:pt idx="5626">
                  <c:v>1.3827751196172249</c:v>
                </c:pt>
                <c:pt idx="5627">
                  <c:v>1.4226475279106858</c:v>
                </c:pt>
                <c:pt idx="5628">
                  <c:v>1.406166932482722</c:v>
                </c:pt>
                <c:pt idx="5629">
                  <c:v>1.4125465178096757</c:v>
                </c:pt>
                <c:pt idx="5630">
                  <c:v>1.3965975544922913</c:v>
                </c:pt>
                <c:pt idx="5631">
                  <c:v>1.3965975544922913</c:v>
                </c:pt>
                <c:pt idx="5632">
                  <c:v>1.3965975544922913</c:v>
                </c:pt>
                <c:pt idx="5633">
                  <c:v>1.3965975544922913</c:v>
                </c:pt>
                <c:pt idx="5634">
                  <c:v>1.3965975544922913</c:v>
                </c:pt>
                <c:pt idx="5635">
                  <c:v>1.3965975544922913</c:v>
                </c:pt>
                <c:pt idx="5636">
                  <c:v>1.3870281765018606</c:v>
                </c:pt>
                <c:pt idx="5637">
                  <c:v>1.3689526847421585</c:v>
                </c:pt>
                <c:pt idx="5638">
                  <c:v>1.364167995746943</c:v>
                </c:pt>
                <c:pt idx="5639">
                  <c:v>1.3625730994152048</c:v>
                </c:pt>
                <c:pt idx="5640">
                  <c:v>1.364167995746943</c:v>
                </c:pt>
                <c:pt idx="5641">
                  <c:v>1.365231259968102</c:v>
                </c:pt>
                <c:pt idx="5642">
                  <c:v>1.3503455608718766</c:v>
                </c:pt>
                <c:pt idx="5643">
                  <c:v>1.3455608718766614</c:v>
                </c:pt>
                <c:pt idx="5644">
                  <c:v>1.3157894736842106</c:v>
                </c:pt>
                <c:pt idx="5645">
                  <c:v>1.3120680489101542</c:v>
                </c:pt>
                <c:pt idx="5646">
                  <c:v>1.3083466241360979</c:v>
                </c:pt>
                <c:pt idx="5647">
                  <c:v>1.3152578415736311</c:v>
                </c:pt>
                <c:pt idx="5648">
                  <c:v>1.2955874534821903</c:v>
                </c:pt>
                <c:pt idx="5649">
                  <c:v>1.2817650186071239</c:v>
                </c:pt>
                <c:pt idx="5650">
                  <c:v>1.2583732057416268</c:v>
                </c:pt>
                <c:pt idx="5651">
                  <c:v>1.2493354598617756</c:v>
                </c:pt>
                <c:pt idx="5652">
                  <c:v>1.2961190855927698</c:v>
                </c:pt>
                <c:pt idx="5653">
                  <c:v>1.2977139819245083</c:v>
                </c:pt>
                <c:pt idx="5654">
                  <c:v>1.2950558213716108</c:v>
                </c:pt>
                <c:pt idx="5655">
                  <c:v>1.3062200956937799</c:v>
                </c:pt>
                <c:pt idx="5656">
                  <c:v>1.3056884635832005</c:v>
                </c:pt>
                <c:pt idx="5657">
                  <c:v>1.3386496544391282</c:v>
                </c:pt>
                <c:pt idx="5658">
                  <c:v>1.3413078149920254</c:v>
                </c:pt>
                <c:pt idx="5659">
                  <c:v>1.331738437001595</c:v>
                </c:pt>
                <c:pt idx="5660">
                  <c:v>1.3386496544391282</c:v>
                </c:pt>
                <c:pt idx="5661">
                  <c:v>1.3375863902179692</c:v>
                </c:pt>
                <c:pt idx="5662">
                  <c:v>1.3450292397660819</c:v>
                </c:pt>
                <c:pt idx="5663">
                  <c:v>1.3487506645401381</c:v>
                </c:pt>
                <c:pt idx="5664">
                  <c:v>1.3620414673046253</c:v>
                </c:pt>
                <c:pt idx="5665">
                  <c:v>1.3561935140882508</c:v>
                </c:pt>
                <c:pt idx="5666">
                  <c:v>1.3136629452418926</c:v>
                </c:pt>
                <c:pt idx="5667">
                  <c:v>1.3593833067517278</c:v>
                </c:pt>
                <c:pt idx="5668">
                  <c:v>1.3599149388623073</c:v>
                </c:pt>
                <c:pt idx="5669">
                  <c:v>1.3540669856459331</c:v>
                </c:pt>
                <c:pt idx="5670">
                  <c:v>1.3668261562998405</c:v>
                </c:pt>
                <c:pt idx="5671">
                  <c:v>1.365231259968102</c:v>
                </c:pt>
                <c:pt idx="5672">
                  <c:v>1.3567251461988303</c:v>
                </c:pt>
                <c:pt idx="5673">
                  <c:v>1.368421052631579</c:v>
                </c:pt>
                <c:pt idx="5674">
                  <c:v>1.3769271664008507</c:v>
                </c:pt>
                <c:pt idx="5675">
                  <c:v>1.3726741095162147</c:v>
                </c:pt>
                <c:pt idx="5676">
                  <c:v>1.3753322700691122</c:v>
                </c:pt>
                <c:pt idx="5677">
                  <c:v>1.3758639021796917</c:v>
                </c:pt>
                <c:pt idx="5678">
                  <c:v>1.3997873471557682</c:v>
                </c:pt>
                <c:pt idx="5679">
                  <c:v>1.405103668261563</c:v>
                </c:pt>
                <c:pt idx="5680">
                  <c:v>1.3790536948431684</c:v>
                </c:pt>
                <c:pt idx="5681">
                  <c:v>1.3806485911749069</c:v>
                </c:pt>
                <c:pt idx="5682">
                  <c:v>1.3971291866028708</c:v>
                </c:pt>
                <c:pt idx="5683">
                  <c:v>1.3843700159489634</c:v>
                </c:pt>
                <c:pt idx="5684">
                  <c:v>1.3918128654970761</c:v>
                </c:pt>
                <c:pt idx="5685">
                  <c:v>1.3588516746411483</c:v>
                </c:pt>
                <c:pt idx="5686">
                  <c:v>1.3524720893141946</c:v>
                </c:pt>
                <c:pt idx="5687">
                  <c:v>1.3604465709728868</c:v>
                </c:pt>
                <c:pt idx="5688">
                  <c:v>1.3498139287612971</c:v>
                </c:pt>
                <c:pt idx="5689">
                  <c:v>1.3370547581073897</c:v>
                </c:pt>
                <c:pt idx="5690">
                  <c:v>1.3609782030834663</c:v>
                </c:pt>
                <c:pt idx="5691">
                  <c:v>1.3625730994152048</c:v>
                </c:pt>
                <c:pt idx="5692">
                  <c:v>1.3487506645401381</c:v>
                </c:pt>
                <c:pt idx="5693">
                  <c:v>1.3498139287612971</c:v>
                </c:pt>
                <c:pt idx="5694">
                  <c:v>1.3896863370547581</c:v>
                </c:pt>
                <c:pt idx="5695">
                  <c:v>1.3907496012759171</c:v>
                </c:pt>
                <c:pt idx="5696">
                  <c:v>1.3833067517278044</c:v>
                </c:pt>
                <c:pt idx="5697">
                  <c:v>1.3710792131844765</c:v>
                </c:pt>
                <c:pt idx="5698">
                  <c:v>1.370547581073897</c:v>
                </c:pt>
                <c:pt idx="5699">
                  <c:v>1.3737373737373737</c:v>
                </c:pt>
                <c:pt idx="5700">
                  <c:v>1.3923444976076556</c:v>
                </c:pt>
                <c:pt idx="5701">
                  <c:v>1.3790536948431684</c:v>
                </c:pt>
                <c:pt idx="5702">
                  <c:v>1.3822434875066454</c:v>
                </c:pt>
                <c:pt idx="5703">
                  <c:v>1.4157363104731526</c:v>
                </c:pt>
                <c:pt idx="5704">
                  <c:v>1.4279638490164805</c:v>
                </c:pt>
                <c:pt idx="5705">
                  <c:v>1.4146730462519936</c:v>
                </c:pt>
                <c:pt idx="5706">
                  <c:v>1.4237107921318448</c:v>
                </c:pt>
                <c:pt idx="5707">
                  <c:v>1.4237107921318448</c:v>
                </c:pt>
                <c:pt idx="5708">
                  <c:v>1.4237107921318448</c:v>
                </c:pt>
                <c:pt idx="5709">
                  <c:v>1.4237107921318448</c:v>
                </c:pt>
                <c:pt idx="5710">
                  <c:v>1.4237107921318448</c:v>
                </c:pt>
                <c:pt idx="5711">
                  <c:v>1.4237107921318448</c:v>
                </c:pt>
                <c:pt idx="5712">
                  <c:v>1.4189261031366294</c:v>
                </c:pt>
                <c:pt idx="5713">
                  <c:v>1.4056353003721425</c:v>
                </c:pt>
                <c:pt idx="5714">
                  <c:v>1.4013822434875067</c:v>
                </c:pt>
                <c:pt idx="5715">
                  <c:v>1.3572567783094098</c:v>
                </c:pt>
                <c:pt idx="5716">
                  <c:v>1.3487506645401381</c:v>
                </c:pt>
                <c:pt idx="5717">
                  <c:v>1.3540669856459331</c:v>
                </c:pt>
                <c:pt idx="5718">
                  <c:v>1.3519404572036151</c:v>
                </c:pt>
                <c:pt idx="5719">
                  <c:v>1.3450292397660819</c:v>
                </c:pt>
                <c:pt idx="5720">
                  <c:v>1.3444976076555024</c:v>
                </c:pt>
                <c:pt idx="5721">
                  <c:v>1.3338649654439128</c:v>
                </c:pt>
                <c:pt idx="5722">
                  <c:v>1.3333333333333333</c:v>
                </c:pt>
                <c:pt idx="5723">
                  <c:v>1.3381180223285487</c:v>
                </c:pt>
                <c:pt idx="5724">
                  <c:v>1.3322700691121743</c:v>
                </c:pt>
                <c:pt idx="5725">
                  <c:v>1.3359914938862307</c:v>
                </c:pt>
                <c:pt idx="5726">
                  <c:v>1.3280170122275385</c:v>
                </c:pt>
                <c:pt idx="5727">
                  <c:v>1.3375863902179692</c:v>
                </c:pt>
                <c:pt idx="5728">
                  <c:v>1.3322700691121743</c:v>
                </c:pt>
                <c:pt idx="5729">
                  <c:v>1.3365231259968102</c:v>
                </c:pt>
                <c:pt idx="5730">
                  <c:v>1.3386496544391282</c:v>
                </c:pt>
                <c:pt idx="5731">
                  <c:v>1.328548644338118</c:v>
                </c:pt>
                <c:pt idx="5732">
                  <c:v>1.3237639553429028</c:v>
                </c:pt>
                <c:pt idx="5733">
                  <c:v>1.3354598617756512</c:v>
                </c:pt>
                <c:pt idx="5734">
                  <c:v>1.3429027113237639</c:v>
                </c:pt>
                <c:pt idx="5735">
                  <c:v>1.3402445507708665</c:v>
                </c:pt>
                <c:pt idx="5736">
                  <c:v>1.3216374269005848</c:v>
                </c:pt>
                <c:pt idx="5737">
                  <c:v>1.3232323232323233</c:v>
                </c:pt>
                <c:pt idx="5738">
                  <c:v>1.3067517278043594</c:v>
                </c:pt>
                <c:pt idx="5739">
                  <c:v>1.2961190855927698</c:v>
                </c:pt>
                <c:pt idx="5740">
                  <c:v>1.2748538011695907</c:v>
                </c:pt>
                <c:pt idx="5741">
                  <c:v>1.2727272727272727</c:v>
                </c:pt>
                <c:pt idx="5742">
                  <c:v>1.2711323763955342</c:v>
                </c:pt>
                <c:pt idx="5743">
                  <c:v>1.2695374800637957</c:v>
                </c:pt>
                <c:pt idx="5744">
                  <c:v>1.2301967038809145</c:v>
                </c:pt>
                <c:pt idx="5745">
                  <c:v>1.2413609782030834</c:v>
                </c:pt>
                <c:pt idx="5746">
                  <c:v>1.2392344497607655</c:v>
                </c:pt>
                <c:pt idx="5747">
                  <c:v>1.2450824029771399</c:v>
                </c:pt>
                <c:pt idx="5748">
                  <c:v>1.2440191387559809</c:v>
                </c:pt>
                <c:pt idx="5749">
                  <c:v>1.2413609782030834</c:v>
                </c:pt>
                <c:pt idx="5750">
                  <c:v>1.2461456671982987</c:v>
                </c:pt>
                <c:pt idx="5751">
                  <c:v>1.2626262626262625</c:v>
                </c:pt>
                <c:pt idx="5752">
                  <c:v>1.268474215842637</c:v>
                </c:pt>
                <c:pt idx="5753">
                  <c:v>1.2615629984051038</c:v>
                </c:pt>
                <c:pt idx="5754">
                  <c:v>1.26528442317916</c:v>
                </c:pt>
                <c:pt idx="5755">
                  <c:v>1.268474215842637</c:v>
                </c:pt>
                <c:pt idx="5756">
                  <c:v>1.262094630515683</c:v>
                </c:pt>
                <c:pt idx="5757">
                  <c:v>1.2541201488569909</c:v>
                </c:pt>
                <c:pt idx="5758">
                  <c:v>1.2541201488569909</c:v>
                </c:pt>
                <c:pt idx="5759">
                  <c:v>1.239766081871345</c:v>
                </c:pt>
                <c:pt idx="5760">
                  <c:v>1.2418926103136629</c:v>
                </c:pt>
                <c:pt idx="5761">
                  <c:v>1.2472089314194577</c:v>
                </c:pt>
                <c:pt idx="5762">
                  <c:v>1.2477405635300372</c:v>
                </c:pt>
                <c:pt idx="5763">
                  <c:v>1.2418926103136629</c:v>
                </c:pt>
                <c:pt idx="5764">
                  <c:v>1.2376395534290272</c:v>
                </c:pt>
                <c:pt idx="5765">
                  <c:v>1.2658160552897395</c:v>
                </c:pt>
                <c:pt idx="5766">
                  <c:v>1.2658160552897395</c:v>
                </c:pt>
                <c:pt idx="5767">
                  <c:v>1.2737905369484317</c:v>
                </c:pt>
                <c:pt idx="5768">
                  <c:v>1.2801701222753854</c:v>
                </c:pt>
                <c:pt idx="5769">
                  <c:v>1.2610313662945243</c:v>
                </c:pt>
                <c:pt idx="5770">
                  <c:v>1.2434875066454014</c:v>
                </c:pt>
                <c:pt idx="5771">
                  <c:v>1.2748538011695907</c:v>
                </c:pt>
                <c:pt idx="5772">
                  <c:v>1.2764486975013292</c:v>
                </c:pt>
                <c:pt idx="5773">
                  <c:v>1.2482721956406166</c:v>
                </c:pt>
                <c:pt idx="5774">
                  <c:v>1.2514619883040936</c:v>
                </c:pt>
                <c:pt idx="5775">
                  <c:v>1.2514619883040936</c:v>
                </c:pt>
                <c:pt idx="5776">
                  <c:v>1.2514619883040936</c:v>
                </c:pt>
                <c:pt idx="5777">
                  <c:v>1.2514619883040936</c:v>
                </c:pt>
                <c:pt idx="5778">
                  <c:v>1.2546517809675704</c:v>
                </c:pt>
                <c:pt idx="5779">
                  <c:v>1.2472089314194577</c:v>
                </c:pt>
                <c:pt idx="5780">
                  <c:v>1.2833599149388624</c:v>
                </c:pt>
                <c:pt idx="5781">
                  <c:v>1.2769803296119087</c:v>
                </c:pt>
                <c:pt idx="5782">
                  <c:v>1.2892078681552366</c:v>
                </c:pt>
                <c:pt idx="5783">
                  <c:v>1.292929292929293</c:v>
                </c:pt>
                <c:pt idx="5784">
                  <c:v>1.2775119617224879</c:v>
                </c:pt>
                <c:pt idx="5785">
                  <c:v>1.3083466241360979</c:v>
                </c:pt>
                <c:pt idx="5786">
                  <c:v>1.2971823498139288</c:v>
                </c:pt>
                <c:pt idx="5787">
                  <c:v>1.303030303030303</c:v>
                </c:pt>
                <c:pt idx="5788">
                  <c:v>1.2966507177033493</c:v>
                </c:pt>
                <c:pt idx="5789">
                  <c:v>1.2987772461456673</c:v>
                </c:pt>
                <c:pt idx="5790">
                  <c:v>1.2945241892610313</c:v>
                </c:pt>
                <c:pt idx="5791">
                  <c:v>1.2732589048378522</c:v>
                </c:pt>
                <c:pt idx="5792">
                  <c:v>1.2546517809675704</c:v>
                </c:pt>
                <c:pt idx="5793">
                  <c:v>1.2493354598617756</c:v>
                </c:pt>
                <c:pt idx="5794">
                  <c:v>1.2626262626262625</c:v>
                </c:pt>
                <c:pt idx="5795">
                  <c:v>1.2647527910685805</c:v>
                </c:pt>
                <c:pt idx="5796">
                  <c:v>1.2578415736310473</c:v>
                </c:pt>
                <c:pt idx="5797">
                  <c:v>1.2599681020733653</c:v>
                </c:pt>
                <c:pt idx="5798">
                  <c:v>1.2759170653907497</c:v>
                </c:pt>
                <c:pt idx="5799">
                  <c:v>1.2727272727272727</c:v>
                </c:pt>
                <c:pt idx="5800">
                  <c:v>1.2573099415204678</c:v>
                </c:pt>
                <c:pt idx="5801">
                  <c:v>1.2849548112706008</c:v>
                </c:pt>
                <c:pt idx="5802">
                  <c:v>1.2897395002658161</c:v>
                </c:pt>
                <c:pt idx="5803">
                  <c:v>1.2822966507177034</c:v>
                </c:pt>
                <c:pt idx="5804">
                  <c:v>1.2647527910685805</c:v>
                </c:pt>
                <c:pt idx="5805">
                  <c:v>1.2716640085061137</c:v>
                </c:pt>
                <c:pt idx="5806">
                  <c:v>1.2849548112706008</c:v>
                </c:pt>
                <c:pt idx="5807">
                  <c:v>1.2923976608187135</c:v>
                </c:pt>
                <c:pt idx="5808">
                  <c:v>1.2897395002658161</c:v>
                </c:pt>
                <c:pt idx="5809">
                  <c:v>1.2817650186071239</c:v>
                </c:pt>
                <c:pt idx="5810">
                  <c:v>1.2796384901648059</c:v>
                </c:pt>
                <c:pt idx="5811">
                  <c:v>1.2796384901648059</c:v>
                </c:pt>
                <c:pt idx="5812">
                  <c:v>1.2796384901648059</c:v>
                </c:pt>
                <c:pt idx="5813">
                  <c:v>1.2610313662945243</c:v>
                </c:pt>
                <c:pt idx="5814">
                  <c:v>1.2706007442849547</c:v>
                </c:pt>
                <c:pt idx="5815">
                  <c:v>1.2690058479532165</c:v>
                </c:pt>
                <c:pt idx="5816">
                  <c:v>1.2636895268474215</c:v>
                </c:pt>
                <c:pt idx="5817">
                  <c:v>1.2844231791600214</c:v>
                </c:pt>
                <c:pt idx="5818">
                  <c:v>1.2860180754917596</c:v>
                </c:pt>
                <c:pt idx="5819">
                  <c:v>1.2945241892610313</c:v>
                </c:pt>
                <c:pt idx="5820">
                  <c:v>1.327485380116959</c:v>
                </c:pt>
                <c:pt idx="5821">
                  <c:v>1.3248272195640616</c:v>
                </c:pt>
                <c:pt idx="5822">
                  <c:v>1.3120680489101542</c:v>
                </c:pt>
                <c:pt idx="5823">
                  <c:v>1.3120680489101542</c:v>
                </c:pt>
                <c:pt idx="5824">
                  <c:v>1.3163211057947901</c:v>
                </c:pt>
                <c:pt idx="5825">
                  <c:v>1.3216374269005848</c:v>
                </c:pt>
                <c:pt idx="5826">
                  <c:v>1.3269537480063796</c:v>
                </c:pt>
                <c:pt idx="5827">
                  <c:v>1.2892078681552366</c:v>
                </c:pt>
                <c:pt idx="5828">
                  <c:v>1.292929292929293</c:v>
                </c:pt>
                <c:pt idx="5829">
                  <c:v>1.2971823498139288</c:v>
                </c:pt>
                <c:pt idx="5830">
                  <c:v>1.3035619351408825</c:v>
                </c:pt>
                <c:pt idx="5831">
                  <c:v>1.2881446039340776</c:v>
                </c:pt>
                <c:pt idx="5832">
                  <c:v>1.2812333864965444</c:v>
                </c:pt>
                <c:pt idx="5833">
                  <c:v>1.2908027644869751</c:v>
                </c:pt>
                <c:pt idx="5834">
                  <c:v>1.2971823498139288</c:v>
                </c:pt>
                <c:pt idx="5835">
                  <c:v>1.2945241892610313</c:v>
                </c:pt>
                <c:pt idx="5836">
                  <c:v>1.2977139819245083</c:v>
                </c:pt>
                <c:pt idx="5837">
                  <c:v>1.3078149920255184</c:v>
                </c:pt>
                <c:pt idx="5838">
                  <c:v>1.2955874534821903</c:v>
                </c:pt>
                <c:pt idx="5839">
                  <c:v>1.2982456140350878</c:v>
                </c:pt>
                <c:pt idx="5840">
                  <c:v>1.2732589048378522</c:v>
                </c:pt>
                <c:pt idx="5841">
                  <c:v>1.2748538011695907</c:v>
                </c:pt>
                <c:pt idx="5842">
                  <c:v>1.2716640085061137</c:v>
                </c:pt>
                <c:pt idx="5843">
                  <c:v>1.2716640085061137</c:v>
                </c:pt>
                <c:pt idx="5844">
                  <c:v>1.3801169590643274</c:v>
                </c:pt>
                <c:pt idx="5845">
                  <c:v>1.3806485911749069</c:v>
                </c:pt>
                <c:pt idx="5846">
                  <c:v>1.3833067517278044</c:v>
                </c:pt>
                <c:pt idx="5847">
                  <c:v>1.364167995746943</c:v>
                </c:pt>
                <c:pt idx="5848">
                  <c:v>1.3615098351940458</c:v>
                </c:pt>
                <c:pt idx="5849">
                  <c:v>1.3561935140882508</c:v>
                </c:pt>
                <c:pt idx="5850">
                  <c:v>1.3631047315257843</c:v>
                </c:pt>
                <c:pt idx="5851">
                  <c:v>1.3604465709728868</c:v>
                </c:pt>
                <c:pt idx="5852">
                  <c:v>1.3822434875066454</c:v>
                </c:pt>
                <c:pt idx="5853">
                  <c:v>1.3875598086124401</c:v>
                </c:pt>
                <c:pt idx="5854">
                  <c:v>1.406166932482722</c:v>
                </c:pt>
                <c:pt idx="5855">
                  <c:v>1.4045720361509835</c:v>
                </c:pt>
                <c:pt idx="5856">
                  <c:v>1.4109516214779372</c:v>
                </c:pt>
                <c:pt idx="5857">
                  <c:v>1.404040404040404</c:v>
                </c:pt>
                <c:pt idx="5858">
                  <c:v>1.4013822434875067</c:v>
                </c:pt>
                <c:pt idx="5859">
                  <c:v>1.4146730462519936</c:v>
                </c:pt>
                <c:pt idx="5860">
                  <c:v>1.4173312068048911</c:v>
                </c:pt>
                <c:pt idx="5861">
                  <c:v>1.5055821371610845</c:v>
                </c:pt>
                <c:pt idx="5862">
                  <c:v>1.5023923444976077</c:v>
                </c:pt>
                <c:pt idx="5863">
                  <c:v>1.5130249867091972</c:v>
                </c:pt>
                <c:pt idx="5864">
                  <c:v>1.5332270069112175</c:v>
                </c:pt>
                <c:pt idx="5865">
                  <c:v>1.5156831472620946</c:v>
                </c:pt>
                <c:pt idx="5866">
                  <c:v>1.5263157894736843</c:v>
                </c:pt>
                <c:pt idx="5867">
                  <c:v>1.5279106858054226</c:v>
                </c:pt>
                <c:pt idx="5868">
                  <c:v>1.5199362041467304</c:v>
                </c:pt>
                <c:pt idx="5869">
                  <c:v>1.5353535353535352</c:v>
                </c:pt>
                <c:pt idx="5870">
                  <c:v>1.5369484316852737</c:v>
                </c:pt>
                <c:pt idx="5871">
                  <c:v>1.5188729399255716</c:v>
                </c:pt>
                <c:pt idx="5872">
                  <c:v>1.5135566188197767</c:v>
                </c:pt>
                <c:pt idx="5873">
                  <c:v>1.5108984582668794</c:v>
                </c:pt>
                <c:pt idx="5874">
                  <c:v>1.4885699096225411</c:v>
                </c:pt>
                <c:pt idx="5875">
                  <c:v>1.5167464114832536</c:v>
                </c:pt>
                <c:pt idx="5876">
                  <c:v>1.5013290802764487</c:v>
                </c:pt>
                <c:pt idx="5877">
                  <c:v>1.4710260499734185</c:v>
                </c:pt>
                <c:pt idx="5878">
                  <c:v>1.467304625199362</c:v>
                </c:pt>
                <c:pt idx="5879">
                  <c:v>1.4811270600744284</c:v>
                </c:pt>
                <c:pt idx="5880">
                  <c:v>1.4811270600744284</c:v>
                </c:pt>
                <c:pt idx="5881">
                  <c:v>1.4811270600744284</c:v>
                </c:pt>
                <c:pt idx="5882">
                  <c:v>1.4811270600744284</c:v>
                </c:pt>
                <c:pt idx="5883">
                  <c:v>1.4811270600744284</c:v>
                </c:pt>
                <c:pt idx="5884">
                  <c:v>1.4811270600744284</c:v>
                </c:pt>
                <c:pt idx="5885">
                  <c:v>1.4811270600744284</c:v>
                </c:pt>
                <c:pt idx="5886">
                  <c:v>1.4896331738437001</c:v>
                </c:pt>
                <c:pt idx="5887">
                  <c:v>1.4843168527379054</c:v>
                </c:pt>
                <c:pt idx="5888">
                  <c:v>1.5252525252525253</c:v>
                </c:pt>
                <c:pt idx="5889">
                  <c:v>1.5592769803296118</c:v>
                </c:pt>
                <c:pt idx="5890">
                  <c:v>1.5778841041998937</c:v>
                </c:pt>
                <c:pt idx="5891">
                  <c:v>1.568314726209463</c:v>
                </c:pt>
                <c:pt idx="5892">
                  <c:v>1.5709728867623605</c:v>
                </c:pt>
                <c:pt idx="5893">
                  <c:v>1.5592769803296118</c:v>
                </c:pt>
                <c:pt idx="5894">
                  <c:v>1.5534290271132376</c:v>
                </c:pt>
                <c:pt idx="5895">
                  <c:v>1.5369484316852737</c:v>
                </c:pt>
                <c:pt idx="5896">
                  <c:v>1.5396065922381712</c:v>
                </c:pt>
                <c:pt idx="5897">
                  <c:v>1.5443912812333864</c:v>
                </c:pt>
                <c:pt idx="5898">
                  <c:v>1.5677830940988835</c:v>
                </c:pt>
                <c:pt idx="5899">
                  <c:v>1.5528973950026581</c:v>
                </c:pt>
                <c:pt idx="5900">
                  <c:v>1.5374800637958532</c:v>
                </c:pt>
                <c:pt idx="5901">
                  <c:v>1.5103668261562999</c:v>
                </c:pt>
                <c:pt idx="5902">
                  <c:v>1.5071770334928229</c:v>
                </c:pt>
                <c:pt idx="5903">
                  <c:v>1.5077086656034024</c:v>
                </c:pt>
                <c:pt idx="5904">
                  <c:v>1.5098351940457204</c:v>
                </c:pt>
                <c:pt idx="5905">
                  <c:v>1.5146198830409356</c:v>
                </c:pt>
                <c:pt idx="5906">
                  <c:v>1.506113769271664</c:v>
                </c:pt>
                <c:pt idx="5907">
                  <c:v>1.4933545986177565</c:v>
                </c:pt>
                <c:pt idx="5908">
                  <c:v>1.5066454013822435</c:v>
                </c:pt>
                <c:pt idx="5909">
                  <c:v>1.5098351940457204</c:v>
                </c:pt>
                <c:pt idx="5910">
                  <c:v>1.5263157894736843</c:v>
                </c:pt>
                <c:pt idx="5911">
                  <c:v>1.5220627325890483</c:v>
                </c:pt>
                <c:pt idx="5912">
                  <c:v>1.5364167995746942</c:v>
                </c:pt>
                <c:pt idx="5913">
                  <c:v>1.5412014885699097</c:v>
                </c:pt>
                <c:pt idx="5914">
                  <c:v>1.5507708665603404</c:v>
                </c:pt>
                <c:pt idx="5915">
                  <c:v>1.5098351940457204</c:v>
                </c:pt>
                <c:pt idx="5916">
                  <c:v>1.5279106858054226</c:v>
                </c:pt>
                <c:pt idx="5917">
                  <c:v>1.4981392876129718</c:v>
                </c:pt>
                <c:pt idx="5918">
                  <c:v>1.4805954279638489</c:v>
                </c:pt>
                <c:pt idx="5919">
                  <c:v>1.4848484848484849</c:v>
                </c:pt>
                <c:pt idx="5920">
                  <c:v>1.4816586921850079</c:v>
                </c:pt>
                <c:pt idx="5921">
                  <c:v>1.4832535885167464</c:v>
                </c:pt>
                <c:pt idx="5922">
                  <c:v>1.4486975013290804</c:v>
                </c:pt>
                <c:pt idx="5923">
                  <c:v>1.4481658692185009</c:v>
                </c:pt>
                <c:pt idx="5924">
                  <c:v>1.4242424242424243</c:v>
                </c:pt>
                <c:pt idx="5925">
                  <c:v>1.4141414141414141</c:v>
                </c:pt>
                <c:pt idx="5926">
                  <c:v>1.4098883572567784</c:v>
                </c:pt>
                <c:pt idx="5927">
                  <c:v>1.4173312068048911</c:v>
                </c:pt>
                <c:pt idx="5928">
                  <c:v>1.4199893673577884</c:v>
                </c:pt>
                <c:pt idx="5929">
                  <c:v>1.4476342371079214</c:v>
                </c:pt>
                <c:pt idx="5930">
                  <c:v>1.4423179160021264</c:v>
                </c:pt>
                <c:pt idx="5931">
                  <c:v>1.4449760765550239</c:v>
                </c:pt>
                <c:pt idx="5932">
                  <c:v>1.4253056884635833</c:v>
                </c:pt>
                <c:pt idx="5933">
                  <c:v>1.4322169059011165</c:v>
                </c:pt>
                <c:pt idx="5934">
                  <c:v>1.4375332270069112</c:v>
                </c:pt>
                <c:pt idx="5935">
                  <c:v>1.4465709728867624</c:v>
                </c:pt>
                <c:pt idx="5936">
                  <c:v>1.4439128123338649</c:v>
                </c:pt>
                <c:pt idx="5937">
                  <c:v>1.4582668793195108</c:v>
                </c:pt>
                <c:pt idx="5938">
                  <c:v>1.4667729930887825</c:v>
                </c:pt>
                <c:pt idx="5939">
                  <c:v>1.4790005316321106</c:v>
                </c:pt>
                <c:pt idx="5940">
                  <c:v>1.471557682083998</c:v>
                </c:pt>
                <c:pt idx="5941">
                  <c:v>1.4816586921850079</c:v>
                </c:pt>
                <c:pt idx="5942">
                  <c:v>1.4811270600744284</c:v>
                </c:pt>
                <c:pt idx="5943">
                  <c:v>1.5066454013822435</c:v>
                </c:pt>
                <c:pt idx="5944">
                  <c:v>1.5103668261562999</c:v>
                </c:pt>
                <c:pt idx="5945">
                  <c:v>1.5007974481658692</c:v>
                </c:pt>
                <c:pt idx="5946">
                  <c:v>1.4752791068580542</c:v>
                </c:pt>
                <c:pt idx="5947">
                  <c:v>1.4726209463051569</c:v>
                </c:pt>
                <c:pt idx="5948">
                  <c:v>1.4322169059011165</c:v>
                </c:pt>
                <c:pt idx="5949">
                  <c:v>1.429558745348219</c:v>
                </c:pt>
                <c:pt idx="5950">
                  <c:v>1.4322169059011165</c:v>
                </c:pt>
                <c:pt idx="5951">
                  <c:v>1.4561403508771931</c:v>
                </c:pt>
                <c:pt idx="5952">
                  <c:v>1.4641148325358853</c:v>
                </c:pt>
                <c:pt idx="5953">
                  <c:v>1.4752791068580542</c:v>
                </c:pt>
                <c:pt idx="5954">
                  <c:v>1.4646464646464648</c:v>
                </c:pt>
                <c:pt idx="5955">
                  <c:v>1.4736842105263157</c:v>
                </c:pt>
                <c:pt idx="5956">
                  <c:v>1.4752791068580542</c:v>
                </c:pt>
                <c:pt idx="5957">
                  <c:v>1.4401913875598087</c:v>
                </c:pt>
                <c:pt idx="5958">
                  <c:v>1.4391281233386497</c:v>
                </c:pt>
                <c:pt idx="5959">
                  <c:v>1.4492291334396596</c:v>
                </c:pt>
                <c:pt idx="5960">
                  <c:v>1.4630515683147263</c:v>
                </c:pt>
                <c:pt idx="5961">
                  <c:v>1.4529505582137161</c:v>
                </c:pt>
                <c:pt idx="5962">
                  <c:v>1.4417862838915469</c:v>
                </c:pt>
                <c:pt idx="5963">
                  <c:v>1.4364699627857522</c:v>
                </c:pt>
                <c:pt idx="5964">
                  <c:v>1.4380648591174907</c:v>
                </c:pt>
                <c:pt idx="5965">
                  <c:v>1.4231791600212653</c:v>
                </c:pt>
                <c:pt idx="5966">
                  <c:v>1.4130781499202552</c:v>
                </c:pt>
                <c:pt idx="5967">
                  <c:v>1.4231791600212653</c:v>
                </c:pt>
                <c:pt idx="5968">
                  <c:v>1.4199893673577884</c:v>
                </c:pt>
                <c:pt idx="5969">
                  <c:v>1.4077618288144604</c:v>
                </c:pt>
                <c:pt idx="5970">
                  <c:v>1.4210526315789473</c:v>
                </c:pt>
                <c:pt idx="5971">
                  <c:v>1.4210526315789473</c:v>
                </c:pt>
                <c:pt idx="5972">
                  <c:v>1.4210526315789473</c:v>
                </c:pt>
                <c:pt idx="5973">
                  <c:v>1.4210526315789473</c:v>
                </c:pt>
                <c:pt idx="5974">
                  <c:v>1.4210526315789473</c:v>
                </c:pt>
                <c:pt idx="5975">
                  <c:v>1.4210526315789473</c:v>
                </c:pt>
                <c:pt idx="5976">
                  <c:v>1.4210526315789473</c:v>
                </c:pt>
                <c:pt idx="5977">
                  <c:v>1.4412546517809677</c:v>
                </c:pt>
                <c:pt idx="5978">
                  <c:v>1.4407230196703882</c:v>
                </c:pt>
                <c:pt idx="5979">
                  <c:v>1.4630515683147263</c:v>
                </c:pt>
                <c:pt idx="5980">
                  <c:v>1.468367889420521</c:v>
                </c:pt>
                <c:pt idx="5981">
                  <c:v>1.4619883040935673</c:v>
                </c:pt>
                <c:pt idx="5982">
                  <c:v>1.4848484848484849</c:v>
                </c:pt>
                <c:pt idx="5983">
                  <c:v>1.4848484848484849</c:v>
                </c:pt>
                <c:pt idx="5984">
                  <c:v>1.4843168527379054</c:v>
                </c:pt>
                <c:pt idx="5985">
                  <c:v>1.4795321637426901</c:v>
                </c:pt>
                <c:pt idx="5986">
                  <c:v>1.4726209463051569</c:v>
                </c:pt>
                <c:pt idx="5987">
                  <c:v>1.465178096757044</c:v>
                </c:pt>
                <c:pt idx="5988">
                  <c:v>1.4678362573099415</c:v>
                </c:pt>
                <c:pt idx="5989">
                  <c:v>1.4593301435406698</c:v>
                </c:pt>
                <c:pt idx="5990">
                  <c:v>1.5151515151515151</c:v>
                </c:pt>
                <c:pt idx="5991">
                  <c:v>1.4970760233918128</c:v>
                </c:pt>
                <c:pt idx="5992">
                  <c:v>1.5029239766081872</c:v>
                </c:pt>
                <c:pt idx="5993">
                  <c:v>1.5098351940457204</c:v>
                </c:pt>
                <c:pt idx="5994">
                  <c:v>1.5289739500265815</c:v>
                </c:pt>
                <c:pt idx="5995">
                  <c:v>1.5725677830940989</c:v>
                </c:pt>
                <c:pt idx="5996">
                  <c:v>1.6480595427963849</c:v>
                </c:pt>
                <c:pt idx="5997">
                  <c:v>1.6368952684742157</c:v>
                </c:pt>
                <c:pt idx="5998">
                  <c:v>1.6363636363636365</c:v>
                </c:pt>
                <c:pt idx="5999">
                  <c:v>1.5885167464114833</c:v>
                </c:pt>
                <c:pt idx="6000">
                  <c:v>1.5427963849016482</c:v>
                </c:pt>
                <c:pt idx="6001">
                  <c:v>1.5353535353535352</c:v>
                </c:pt>
                <c:pt idx="6002">
                  <c:v>1.5454545454545454</c:v>
                </c:pt>
                <c:pt idx="6003">
                  <c:v>1.5183413078149921</c:v>
                </c:pt>
                <c:pt idx="6004">
                  <c:v>1.5582137161084531</c:v>
                </c:pt>
                <c:pt idx="6005">
                  <c:v>1.57150451887294</c:v>
                </c:pt>
                <c:pt idx="6006">
                  <c:v>1.5539606592238171</c:v>
                </c:pt>
                <c:pt idx="6007">
                  <c:v>1.5427963849016482</c:v>
                </c:pt>
                <c:pt idx="6008">
                  <c:v>1.5427963849016482</c:v>
                </c:pt>
                <c:pt idx="6009">
                  <c:v>1.5427963849016482</c:v>
                </c:pt>
                <c:pt idx="6010">
                  <c:v>1.5789473684210527</c:v>
                </c:pt>
                <c:pt idx="6011">
                  <c:v>1.6097820308346624</c:v>
                </c:pt>
                <c:pt idx="6012">
                  <c:v>1.6023391812865497</c:v>
                </c:pt>
                <c:pt idx="6013">
                  <c:v>1.5858585858585859</c:v>
                </c:pt>
                <c:pt idx="6014">
                  <c:v>1.5624667729930888</c:v>
                </c:pt>
                <c:pt idx="6015">
                  <c:v>1.5640616693248273</c:v>
                </c:pt>
                <c:pt idx="6016">
                  <c:v>1.5433280170122274</c:v>
                </c:pt>
                <c:pt idx="6017">
                  <c:v>1.5481127060074429</c:v>
                </c:pt>
                <c:pt idx="6018">
                  <c:v>1.5513024986709196</c:v>
                </c:pt>
                <c:pt idx="6019">
                  <c:v>1.5486443381180224</c:v>
                </c:pt>
                <c:pt idx="6020">
                  <c:v>1.532695374800638</c:v>
                </c:pt>
                <c:pt idx="6021">
                  <c:v>1.5183413078149921</c:v>
                </c:pt>
                <c:pt idx="6022">
                  <c:v>1.5114300903774589</c:v>
                </c:pt>
                <c:pt idx="6023">
                  <c:v>1.4933545986177565</c:v>
                </c:pt>
                <c:pt idx="6024">
                  <c:v>1.5093035619351409</c:v>
                </c:pt>
                <c:pt idx="6025">
                  <c:v>1.5114300903774589</c:v>
                </c:pt>
                <c:pt idx="6026">
                  <c:v>1.4933545986177565</c:v>
                </c:pt>
                <c:pt idx="6027">
                  <c:v>1.4933545986177565</c:v>
                </c:pt>
                <c:pt idx="6028">
                  <c:v>1.4933545986177565</c:v>
                </c:pt>
                <c:pt idx="6029">
                  <c:v>1.4933545986177565</c:v>
                </c:pt>
                <c:pt idx="6030">
                  <c:v>1.5045188729399255</c:v>
                </c:pt>
                <c:pt idx="6031">
                  <c:v>1.5188729399255716</c:v>
                </c:pt>
                <c:pt idx="6032">
                  <c:v>1.5156831472620946</c:v>
                </c:pt>
                <c:pt idx="6033">
                  <c:v>1.5140882509303561</c:v>
                </c:pt>
                <c:pt idx="6034">
                  <c:v>1.5023923444976077</c:v>
                </c:pt>
                <c:pt idx="6035">
                  <c:v>1.531632110579479</c:v>
                </c:pt>
                <c:pt idx="6036">
                  <c:v>1.5215311004784688</c:v>
                </c:pt>
                <c:pt idx="6037">
                  <c:v>1.5342902711323765</c:v>
                </c:pt>
                <c:pt idx="6038">
                  <c:v>1.5640616693248273</c:v>
                </c:pt>
                <c:pt idx="6039">
                  <c:v>1.5614035087719298</c:v>
                </c:pt>
                <c:pt idx="6040">
                  <c:v>1.5805422647527911</c:v>
                </c:pt>
                <c:pt idx="6041">
                  <c:v>1.5656565656565657</c:v>
                </c:pt>
                <c:pt idx="6042">
                  <c:v>1.5773524720893142</c:v>
                </c:pt>
                <c:pt idx="6043">
                  <c:v>1.5805422647527911</c:v>
                </c:pt>
                <c:pt idx="6044">
                  <c:v>1.5975544922913345</c:v>
                </c:pt>
                <c:pt idx="6045">
                  <c:v>1.6135034556087187</c:v>
                </c:pt>
                <c:pt idx="6046">
                  <c:v>1.6422115895800107</c:v>
                </c:pt>
                <c:pt idx="6047">
                  <c:v>1.6661350345560872</c:v>
                </c:pt>
                <c:pt idx="6048">
                  <c:v>1.6321105794790005</c:v>
                </c:pt>
                <c:pt idx="6049">
                  <c:v>1.6103136629452419</c:v>
                </c:pt>
                <c:pt idx="6050">
                  <c:v>1.5954279638490165</c:v>
                </c:pt>
                <c:pt idx="6051">
                  <c:v>1.6002126528442318</c:v>
                </c:pt>
                <c:pt idx="6052">
                  <c:v>1.6544391281233386</c:v>
                </c:pt>
                <c:pt idx="6053">
                  <c:v>1.7033492822966507</c:v>
                </c:pt>
                <c:pt idx="6054">
                  <c:v>1.7033492822966507</c:v>
                </c:pt>
                <c:pt idx="6055">
                  <c:v>1.6517809675704413</c:v>
                </c:pt>
                <c:pt idx="6056">
                  <c:v>1.6804891015417331</c:v>
                </c:pt>
                <c:pt idx="6057">
                  <c:v>1.6464646464646464</c:v>
                </c:pt>
                <c:pt idx="6058">
                  <c:v>1.6198830409356726</c:v>
                </c:pt>
                <c:pt idx="6059">
                  <c:v>1.5826687931951089</c:v>
                </c:pt>
                <c:pt idx="6060">
                  <c:v>1.5858585858585859</c:v>
                </c:pt>
                <c:pt idx="6061">
                  <c:v>1.6039340776182882</c:v>
                </c:pt>
                <c:pt idx="6062">
                  <c:v>1.5842636895268474</c:v>
                </c:pt>
                <c:pt idx="6063">
                  <c:v>1.5847953216374269</c:v>
                </c:pt>
                <c:pt idx="6064">
                  <c:v>1.6257309941520468</c:v>
                </c:pt>
                <c:pt idx="6065">
                  <c:v>1.6055289739500265</c:v>
                </c:pt>
                <c:pt idx="6066">
                  <c:v>1.5869218500797448</c:v>
                </c:pt>
                <c:pt idx="6067">
                  <c:v>1.5901116427432216</c:v>
                </c:pt>
                <c:pt idx="6068">
                  <c:v>1.595959595959596</c:v>
                </c:pt>
                <c:pt idx="6069">
                  <c:v>1.6103136629452419</c:v>
                </c:pt>
                <c:pt idx="6070">
                  <c:v>1.606060606060606</c:v>
                </c:pt>
                <c:pt idx="6071">
                  <c:v>1.5502392344497609</c:v>
                </c:pt>
                <c:pt idx="6072">
                  <c:v>1.5534290271132376</c:v>
                </c:pt>
                <c:pt idx="6073">
                  <c:v>1.5645933014354068</c:v>
                </c:pt>
                <c:pt idx="6074">
                  <c:v>1.5550239234449761</c:v>
                </c:pt>
                <c:pt idx="6075">
                  <c:v>1.5614035087719298</c:v>
                </c:pt>
                <c:pt idx="6076">
                  <c:v>1.5513024986709196</c:v>
                </c:pt>
                <c:pt idx="6077">
                  <c:v>1.528442317916002</c:v>
                </c:pt>
                <c:pt idx="6078">
                  <c:v>1.5380116959064327</c:v>
                </c:pt>
                <c:pt idx="6079">
                  <c:v>1.5438596491228069</c:v>
                </c:pt>
                <c:pt idx="6080">
                  <c:v>1.5539606592238171</c:v>
                </c:pt>
                <c:pt idx="6081">
                  <c:v>1.5518341307814991</c:v>
                </c:pt>
                <c:pt idx="6082">
                  <c:v>1.5470494417862839</c:v>
                </c:pt>
                <c:pt idx="6083">
                  <c:v>1.5279106858054226</c:v>
                </c:pt>
                <c:pt idx="6084">
                  <c:v>1.5465178096757044</c:v>
                </c:pt>
                <c:pt idx="6085">
                  <c:v>1.5151515151515151</c:v>
                </c:pt>
                <c:pt idx="6086">
                  <c:v>1.5273790536948431</c:v>
                </c:pt>
                <c:pt idx="6087">
                  <c:v>1.5252525252525253</c:v>
                </c:pt>
                <c:pt idx="6088">
                  <c:v>1.5029239766081872</c:v>
                </c:pt>
                <c:pt idx="6089">
                  <c:v>1.5204678362573099</c:v>
                </c:pt>
                <c:pt idx="6090">
                  <c:v>1.5162147793726741</c:v>
                </c:pt>
                <c:pt idx="6091">
                  <c:v>1.529505582137161</c:v>
                </c:pt>
                <c:pt idx="6092">
                  <c:v>1.5263157894736843</c:v>
                </c:pt>
                <c:pt idx="6093">
                  <c:v>1.6602870813397128</c:v>
                </c:pt>
                <c:pt idx="6094">
                  <c:v>1.669324827219564</c:v>
                </c:pt>
                <c:pt idx="6095">
                  <c:v>1.6810207336523126</c:v>
                </c:pt>
                <c:pt idx="6096">
                  <c:v>1.6932482721956406</c:v>
                </c:pt>
                <c:pt idx="6097">
                  <c:v>1.6964380648591175</c:v>
                </c:pt>
                <c:pt idx="6098">
                  <c:v>1.7017543859649122</c:v>
                </c:pt>
                <c:pt idx="6099">
                  <c:v>1.6804891015417331</c:v>
                </c:pt>
                <c:pt idx="6100">
                  <c:v>1.7038809144072302</c:v>
                </c:pt>
                <c:pt idx="6101">
                  <c:v>1.7076023391812865</c:v>
                </c:pt>
                <c:pt idx="6102">
                  <c:v>1.7177033492822966</c:v>
                </c:pt>
                <c:pt idx="6103">
                  <c:v>1.7262094630515683</c:v>
                </c:pt>
                <c:pt idx="6104">
                  <c:v>1.7320574162679425</c:v>
                </c:pt>
                <c:pt idx="6105">
                  <c:v>1.7235513024986708</c:v>
                </c:pt>
                <c:pt idx="6106">
                  <c:v>1.7384370015948962</c:v>
                </c:pt>
                <c:pt idx="6107">
                  <c:v>1.7480063795853269</c:v>
                </c:pt>
                <c:pt idx="6108">
                  <c:v>1.7543859649122806</c:v>
                </c:pt>
                <c:pt idx="6109">
                  <c:v>1.7814992025518341</c:v>
                </c:pt>
                <c:pt idx="6110">
                  <c:v>1.7692716640085062</c:v>
                </c:pt>
                <c:pt idx="6111">
                  <c:v>1.7692716640085062</c:v>
                </c:pt>
                <c:pt idx="6112">
                  <c:v>1.731525784157363</c:v>
                </c:pt>
                <c:pt idx="6113">
                  <c:v>1.7091972355130249</c:v>
                </c:pt>
                <c:pt idx="6114">
                  <c:v>1.7203615098351941</c:v>
                </c:pt>
                <c:pt idx="6115">
                  <c:v>1.7591706539074961</c:v>
                </c:pt>
                <c:pt idx="6116">
                  <c:v>1.794790005316321</c:v>
                </c:pt>
                <c:pt idx="6117">
                  <c:v>1.7841573631047316</c:v>
                </c:pt>
                <c:pt idx="6118">
                  <c:v>1.7804359383306751</c:v>
                </c:pt>
                <c:pt idx="6119">
                  <c:v>1.8123338649654439</c:v>
                </c:pt>
                <c:pt idx="6120">
                  <c:v>1.8102073365231259</c:v>
                </c:pt>
                <c:pt idx="6121">
                  <c:v>1.8102073365231259</c:v>
                </c:pt>
                <c:pt idx="6122">
                  <c:v>1.8102073365231259</c:v>
                </c:pt>
                <c:pt idx="6123">
                  <c:v>1.8835725677830941</c:v>
                </c:pt>
                <c:pt idx="6124">
                  <c:v>1.9160021265284424</c:v>
                </c:pt>
                <c:pt idx="6125">
                  <c:v>1.9005847953216375</c:v>
                </c:pt>
                <c:pt idx="6126">
                  <c:v>1.8564593301435406</c:v>
                </c:pt>
                <c:pt idx="6127">
                  <c:v>1.936735778841042</c:v>
                </c:pt>
                <c:pt idx="6128">
                  <c:v>1.9457735247208932</c:v>
                </c:pt>
                <c:pt idx="6129">
                  <c:v>1.9606592238171185</c:v>
                </c:pt>
                <c:pt idx="6130">
                  <c:v>1.9728867623604465</c:v>
                </c:pt>
                <c:pt idx="6131">
                  <c:v>2.0887825624667729</c:v>
                </c:pt>
                <c:pt idx="6132">
                  <c:v>2.0887825624667729</c:v>
                </c:pt>
                <c:pt idx="6133">
                  <c:v>2.0887825624667729</c:v>
                </c:pt>
                <c:pt idx="6134">
                  <c:v>2.0887825624667729</c:v>
                </c:pt>
                <c:pt idx="6135">
                  <c:v>2.0887825624667729</c:v>
                </c:pt>
                <c:pt idx="6136">
                  <c:v>2.0887825624667729</c:v>
                </c:pt>
                <c:pt idx="6137">
                  <c:v>2.0085061137692715</c:v>
                </c:pt>
                <c:pt idx="6138">
                  <c:v>2.0116959064327484</c:v>
                </c:pt>
                <c:pt idx="6139">
                  <c:v>1.9186602870813396</c:v>
                </c:pt>
                <c:pt idx="6140">
                  <c:v>1.9245082402977141</c:v>
                </c:pt>
                <c:pt idx="6141">
                  <c:v>1.9330143540669857</c:v>
                </c:pt>
                <c:pt idx="6142">
                  <c:v>1.9537480063795853</c:v>
                </c:pt>
                <c:pt idx="6143">
                  <c:v>1.8883572567783093</c:v>
                </c:pt>
                <c:pt idx="6144">
                  <c:v>1.8862307283359916</c:v>
                </c:pt>
                <c:pt idx="6145">
                  <c:v>1.9452418926103137</c:v>
                </c:pt>
                <c:pt idx="6146">
                  <c:v>1.9319510898458268</c:v>
                </c:pt>
                <c:pt idx="6147">
                  <c:v>1.9542796384901648</c:v>
                </c:pt>
                <c:pt idx="6148">
                  <c:v>1.9186602870813396</c:v>
                </c:pt>
                <c:pt idx="6149">
                  <c:v>1.9319510898458268</c:v>
                </c:pt>
                <c:pt idx="6150">
                  <c:v>1.8883572567783093</c:v>
                </c:pt>
                <c:pt idx="6151">
                  <c:v>1.9043062200956937</c:v>
                </c:pt>
                <c:pt idx="6152">
                  <c:v>1.8872939925571504</c:v>
                </c:pt>
                <c:pt idx="6153">
                  <c:v>1.8973950026581605</c:v>
                </c:pt>
                <c:pt idx="6154">
                  <c:v>1.8963317384370015</c:v>
                </c:pt>
                <c:pt idx="6155">
                  <c:v>1.8910154173312068</c:v>
                </c:pt>
                <c:pt idx="6156">
                  <c:v>1.8777246145667199</c:v>
                </c:pt>
                <c:pt idx="6157">
                  <c:v>1.901116427432217</c:v>
                </c:pt>
                <c:pt idx="6158">
                  <c:v>1.9271664008506113</c:v>
                </c:pt>
                <c:pt idx="6159">
                  <c:v>1.9441786283891547</c:v>
                </c:pt>
                <c:pt idx="6160">
                  <c:v>1.9516214779372674</c:v>
                </c:pt>
                <c:pt idx="6161">
                  <c:v>1.9372674109516215</c:v>
                </c:pt>
                <c:pt idx="6162">
                  <c:v>1.9037745879851142</c:v>
                </c:pt>
                <c:pt idx="6163">
                  <c:v>1.8942052099946838</c:v>
                </c:pt>
                <c:pt idx="6164">
                  <c:v>1.873471557682084</c:v>
                </c:pt>
                <c:pt idx="6165">
                  <c:v>1.8766613503455609</c:v>
                </c:pt>
                <c:pt idx="6166">
                  <c:v>1.8511430090377459</c:v>
                </c:pt>
                <c:pt idx="6167">
                  <c:v>1.8564593301435406</c:v>
                </c:pt>
                <c:pt idx="6168">
                  <c:v>1.8888888888888888</c:v>
                </c:pt>
                <c:pt idx="6169">
                  <c:v>1.8841041998936736</c:v>
                </c:pt>
                <c:pt idx="6170">
                  <c:v>1.8421052631578947</c:v>
                </c:pt>
                <c:pt idx="6171">
                  <c:v>1.8564593301435406</c:v>
                </c:pt>
                <c:pt idx="6172">
                  <c:v>1.8575225943646996</c:v>
                </c:pt>
                <c:pt idx="6173">
                  <c:v>1.8814460393407761</c:v>
                </c:pt>
                <c:pt idx="6174">
                  <c:v>1.9415204678362572</c:v>
                </c:pt>
                <c:pt idx="6175">
                  <c:v>1.9362041467304625</c:v>
                </c:pt>
                <c:pt idx="6176">
                  <c:v>1.9952153110047848</c:v>
                </c:pt>
                <c:pt idx="6177">
                  <c:v>1.9867091972355131</c:v>
                </c:pt>
                <c:pt idx="6178">
                  <c:v>1.9819245082402976</c:v>
                </c:pt>
                <c:pt idx="6179">
                  <c:v>2.0233918128654973</c:v>
                </c:pt>
                <c:pt idx="6180">
                  <c:v>1.9925571504518873</c:v>
                </c:pt>
                <c:pt idx="6181">
                  <c:v>1.9702286018075492</c:v>
                </c:pt>
                <c:pt idx="6182">
                  <c:v>2.002126528442318</c:v>
                </c:pt>
                <c:pt idx="6183">
                  <c:v>1.9936204146730463</c:v>
                </c:pt>
                <c:pt idx="6184">
                  <c:v>1.9696969696969697</c:v>
                </c:pt>
                <c:pt idx="6185">
                  <c:v>1.9649122807017543</c:v>
                </c:pt>
                <c:pt idx="6186">
                  <c:v>1.9479000531632111</c:v>
                </c:pt>
                <c:pt idx="6187">
                  <c:v>1.8952684742158425</c:v>
                </c:pt>
                <c:pt idx="6188">
                  <c:v>1.8708133971291867</c:v>
                </c:pt>
                <c:pt idx="6189">
                  <c:v>1.8777246145667199</c:v>
                </c:pt>
                <c:pt idx="6190">
                  <c:v>1.860180754917597</c:v>
                </c:pt>
                <c:pt idx="6191">
                  <c:v>1.8740031897926634</c:v>
                </c:pt>
                <c:pt idx="6192">
                  <c:v>1.861244019138756</c:v>
                </c:pt>
                <c:pt idx="6193">
                  <c:v>1.8761297182349814</c:v>
                </c:pt>
                <c:pt idx="6194">
                  <c:v>1.9016480595427965</c:v>
                </c:pt>
                <c:pt idx="6195">
                  <c:v>1.8947368421052631</c:v>
                </c:pt>
                <c:pt idx="6196">
                  <c:v>1.8686868686868687</c:v>
                </c:pt>
                <c:pt idx="6197">
                  <c:v>1.7905369484316853</c:v>
                </c:pt>
                <c:pt idx="6198">
                  <c:v>1.7809675704412546</c:v>
                </c:pt>
                <c:pt idx="6199">
                  <c:v>1.7682083997873472</c:v>
                </c:pt>
                <c:pt idx="6200">
                  <c:v>1.7857522594364699</c:v>
                </c:pt>
                <c:pt idx="6201">
                  <c:v>1.797979797979798</c:v>
                </c:pt>
                <c:pt idx="6202">
                  <c:v>1.8054226475279107</c:v>
                </c:pt>
                <c:pt idx="6203">
                  <c:v>1.8096757044125464</c:v>
                </c:pt>
                <c:pt idx="6204">
                  <c:v>1.8458266879319511</c:v>
                </c:pt>
                <c:pt idx="6205">
                  <c:v>1.8527379053694844</c:v>
                </c:pt>
                <c:pt idx="6206">
                  <c:v>1.8670919723551302</c:v>
                </c:pt>
                <c:pt idx="6207">
                  <c:v>1.8580542264752791</c:v>
                </c:pt>
                <c:pt idx="6208">
                  <c:v>1.8490164805954279</c:v>
                </c:pt>
                <c:pt idx="6209">
                  <c:v>1.8538011695906433</c:v>
                </c:pt>
                <c:pt idx="6210">
                  <c:v>1.8405103668261562</c:v>
                </c:pt>
                <c:pt idx="6211">
                  <c:v>1.8532695374800638</c:v>
                </c:pt>
                <c:pt idx="6212">
                  <c:v>1.8553960659223818</c:v>
                </c:pt>
                <c:pt idx="6213">
                  <c:v>1.8553960659223818</c:v>
                </c:pt>
                <c:pt idx="6214">
                  <c:v>1.8553960659223818</c:v>
                </c:pt>
                <c:pt idx="6215">
                  <c:v>1.8553960659223818</c:v>
                </c:pt>
                <c:pt idx="6216">
                  <c:v>1.8553960659223818</c:v>
                </c:pt>
                <c:pt idx="6217">
                  <c:v>1.8553960659223818</c:v>
                </c:pt>
                <c:pt idx="6218">
                  <c:v>1.8553960659223818</c:v>
                </c:pt>
                <c:pt idx="6219">
                  <c:v>1.8144603934077619</c:v>
                </c:pt>
                <c:pt idx="6220">
                  <c:v>1.8383838383838385</c:v>
                </c:pt>
                <c:pt idx="6221">
                  <c:v>1.8607123870281765</c:v>
                </c:pt>
                <c:pt idx="6222">
                  <c:v>1.8628389154704945</c:v>
                </c:pt>
                <c:pt idx="6223">
                  <c:v>1.8484848484848484</c:v>
                </c:pt>
                <c:pt idx="6224">
                  <c:v>1.8952684742158425</c:v>
                </c:pt>
                <c:pt idx="6225">
                  <c:v>1.8718766613503455</c:v>
                </c:pt>
                <c:pt idx="6226">
                  <c:v>1.9069643806485912</c:v>
                </c:pt>
                <c:pt idx="6227">
                  <c:v>1.900053163211058</c:v>
                </c:pt>
                <c:pt idx="6228">
                  <c:v>1.8904837852206273</c:v>
                </c:pt>
                <c:pt idx="6229">
                  <c:v>1.9085592769803297</c:v>
                </c:pt>
                <c:pt idx="6230">
                  <c:v>1.8973950026581605</c:v>
                </c:pt>
                <c:pt idx="6231">
                  <c:v>1.9027113237639552</c:v>
                </c:pt>
                <c:pt idx="6232">
                  <c:v>1.8766613503455609</c:v>
                </c:pt>
                <c:pt idx="6233">
                  <c:v>1.871345029239766</c:v>
                </c:pt>
                <c:pt idx="6234">
                  <c:v>1.8803827751196172</c:v>
                </c:pt>
                <c:pt idx="6235">
                  <c:v>1.8830409356725146</c:v>
                </c:pt>
                <c:pt idx="6236">
                  <c:v>1.8878256246677299</c:v>
                </c:pt>
                <c:pt idx="6237">
                  <c:v>1.8782562466772994</c:v>
                </c:pt>
                <c:pt idx="6238">
                  <c:v>1.8474215842636896</c:v>
                </c:pt>
                <c:pt idx="6239">
                  <c:v>1.8676236044657097</c:v>
                </c:pt>
                <c:pt idx="6240">
                  <c:v>1.8479532163742689</c:v>
                </c:pt>
                <c:pt idx="6241">
                  <c:v>1.8181818181818181</c:v>
                </c:pt>
                <c:pt idx="6242">
                  <c:v>1.8229665071770336</c:v>
                </c:pt>
                <c:pt idx="6243">
                  <c:v>1.833599149388623</c:v>
                </c:pt>
                <c:pt idx="6244">
                  <c:v>1.8155236576289209</c:v>
                </c:pt>
                <c:pt idx="6245">
                  <c:v>1.8266879319510898</c:v>
                </c:pt>
                <c:pt idx="6246">
                  <c:v>1.799043062200957</c:v>
                </c:pt>
                <c:pt idx="6247">
                  <c:v>1.8038277511961722</c:v>
                </c:pt>
                <c:pt idx="6248">
                  <c:v>1.7931951089845826</c:v>
                </c:pt>
                <c:pt idx="6249">
                  <c:v>1.8123338649654439</c:v>
                </c:pt>
                <c:pt idx="6250">
                  <c:v>1.8011695906432748</c:v>
                </c:pt>
                <c:pt idx="6251">
                  <c:v>1.8176501860712386</c:v>
                </c:pt>
                <c:pt idx="6252">
                  <c:v>1.8176501860712386</c:v>
                </c:pt>
                <c:pt idx="6253">
                  <c:v>1.7974481658692185</c:v>
                </c:pt>
                <c:pt idx="6254">
                  <c:v>1.8048910154173312</c:v>
                </c:pt>
                <c:pt idx="6255">
                  <c:v>1.772461456671983</c:v>
                </c:pt>
                <c:pt idx="6256">
                  <c:v>1.7607655502392345</c:v>
                </c:pt>
                <c:pt idx="6257">
                  <c:v>1.7634237107921318</c:v>
                </c:pt>
                <c:pt idx="6258">
                  <c:v>1.7783094098883572</c:v>
                </c:pt>
                <c:pt idx="6259">
                  <c:v>1.732589048378522</c:v>
                </c:pt>
                <c:pt idx="6260">
                  <c:v>1.732589048378522</c:v>
                </c:pt>
                <c:pt idx="6261">
                  <c:v>1.6565656565656566</c:v>
                </c:pt>
                <c:pt idx="6262">
                  <c:v>1.5874534821903243</c:v>
                </c:pt>
                <c:pt idx="6263">
                  <c:v>1.5236576289207868</c:v>
                </c:pt>
                <c:pt idx="6264">
                  <c:v>1.5922381711855396</c:v>
                </c:pt>
                <c:pt idx="6265">
                  <c:v>1.5943646996278575</c:v>
                </c:pt>
                <c:pt idx="6266">
                  <c:v>1.6034024455077087</c:v>
                </c:pt>
                <c:pt idx="6267">
                  <c:v>1.5640616693248273</c:v>
                </c:pt>
                <c:pt idx="6268">
                  <c:v>1.5560871876661351</c:v>
                </c:pt>
                <c:pt idx="6269">
                  <c:v>1.5566188197767146</c:v>
                </c:pt>
                <c:pt idx="6270">
                  <c:v>1.5730994152046784</c:v>
                </c:pt>
                <c:pt idx="6271">
                  <c:v>1.5454545454545454</c:v>
                </c:pt>
                <c:pt idx="6272">
                  <c:v>1.5624667729930888</c:v>
                </c:pt>
                <c:pt idx="6273">
                  <c:v>1.5667198298777245</c:v>
                </c:pt>
                <c:pt idx="6274">
                  <c:v>1.5651249335459863</c:v>
                </c:pt>
                <c:pt idx="6275">
                  <c:v>1.5661881977671452</c:v>
                </c:pt>
                <c:pt idx="6276">
                  <c:v>1.5560871876661351</c:v>
                </c:pt>
                <c:pt idx="6277">
                  <c:v>1.5475810738968634</c:v>
                </c:pt>
                <c:pt idx="6278">
                  <c:v>1.5475810738968634</c:v>
                </c:pt>
                <c:pt idx="6279">
                  <c:v>1.5475810738968634</c:v>
                </c:pt>
                <c:pt idx="6280">
                  <c:v>1.5475810738968634</c:v>
                </c:pt>
                <c:pt idx="6281">
                  <c:v>1.5752259436469962</c:v>
                </c:pt>
                <c:pt idx="6282">
                  <c:v>1.5746943115364167</c:v>
                </c:pt>
                <c:pt idx="6283">
                  <c:v>1.5640616693248273</c:v>
                </c:pt>
                <c:pt idx="6284">
                  <c:v>1.5544922913343966</c:v>
                </c:pt>
                <c:pt idx="6285">
                  <c:v>1.5975544922913345</c:v>
                </c:pt>
                <c:pt idx="6286">
                  <c:v>1.5943646996278575</c:v>
                </c:pt>
                <c:pt idx="6287">
                  <c:v>1.6198830409356726</c:v>
                </c:pt>
                <c:pt idx="6288">
                  <c:v>1.6044657097288677</c:v>
                </c:pt>
                <c:pt idx="6289">
                  <c:v>1.5847953216374269</c:v>
                </c:pt>
                <c:pt idx="6290">
                  <c:v>1.5954279638490165</c:v>
                </c:pt>
                <c:pt idx="6291">
                  <c:v>1.5885167464114833</c:v>
                </c:pt>
                <c:pt idx="6292">
                  <c:v>1.5757575757575757</c:v>
                </c:pt>
                <c:pt idx="6293">
                  <c:v>1.5746943115364167</c:v>
                </c:pt>
                <c:pt idx="6294">
                  <c:v>1.5454545454545454</c:v>
                </c:pt>
                <c:pt idx="6295">
                  <c:v>1.5412014885699097</c:v>
                </c:pt>
                <c:pt idx="6296">
                  <c:v>1.4678362573099415</c:v>
                </c:pt>
                <c:pt idx="6297">
                  <c:v>1.4758107389686337</c:v>
                </c:pt>
                <c:pt idx="6298">
                  <c:v>1.4253056884635833</c:v>
                </c:pt>
                <c:pt idx="6299">
                  <c:v>1.4253056884635833</c:v>
                </c:pt>
                <c:pt idx="6300">
                  <c:v>1.4300903774587985</c:v>
                </c:pt>
                <c:pt idx="6301">
                  <c:v>1.4518872939925571</c:v>
                </c:pt>
                <c:pt idx="6302">
                  <c:v>1.4401913875598087</c:v>
                </c:pt>
                <c:pt idx="6303">
                  <c:v>1.4513556618819776</c:v>
                </c:pt>
                <c:pt idx="6304">
                  <c:v>1.4593301435406698</c:v>
                </c:pt>
                <c:pt idx="6305">
                  <c:v>1.4678362573099415</c:v>
                </c:pt>
                <c:pt idx="6306">
                  <c:v>1.4768740031897927</c:v>
                </c:pt>
                <c:pt idx="6307">
                  <c:v>1.4444444444444444</c:v>
                </c:pt>
                <c:pt idx="6308">
                  <c:v>1.4752791068580542</c:v>
                </c:pt>
                <c:pt idx="6309">
                  <c:v>1.4790005316321106</c:v>
                </c:pt>
                <c:pt idx="6310">
                  <c:v>1.4747474747474747</c:v>
                </c:pt>
                <c:pt idx="6311">
                  <c:v>1.4896331738437001</c:v>
                </c:pt>
                <c:pt idx="6312">
                  <c:v>1.4779372674109517</c:v>
                </c:pt>
                <c:pt idx="6313">
                  <c:v>1.4832535885167464</c:v>
                </c:pt>
                <c:pt idx="6314">
                  <c:v>1.4529505582137161</c:v>
                </c:pt>
                <c:pt idx="6315">
                  <c:v>1.4641148325358853</c:v>
                </c:pt>
                <c:pt idx="6316">
                  <c:v>1.4928229665071771</c:v>
                </c:pt>
                <c:pt idx="6317">
                  <c:v>1.4933545986177565</c:v>
                </c:pt>
                <c:pt idx="6318">
                  <c:v>1.4869750132908028</c:v>
                </c:pt>
                <c:pt idx="6319">
                  <c:v>1.4986709197235513</c:v>
                </c:pt>
                <c:pt idx="6320">
                  <c:v>1.5018607123870282</c:v>
                </c:pt>
                <c:pt idx="6321">
                  <c:v>1.4901648059542796</c:v>
                </c:pt>
                <c:pt idx="6322">
                  <c:v>1.4853801169590644</c:v>
                </c:pt>
                <c:pt idx="6323">
                  <c:v>1.4869750132908028</c:v>
                </c:pt>
                <c:pt idx="6324">
                  <c:v>1.4933545986177565</c:v>
                </c:pt>
                <c:pt idx="6325">
                  <c:v>1.531632110579479</c:v>
                </c:pt>
                <c:pt idx="6326">
                  <c:v>1.5268474215842638</c:v>
                </c:pt>
                <c:pt idx="6327">
                  <c:v>1.5268474215842638</c:v>
                </c:pt>
                <c:pt idx="6328">
                  <c:v>1.53056884635832</c:v>
                </c:pt>
                <c:pt idx="6329">
                  <c:v>1.5417331206804892</c:v>
                </c:pt>
                <c:pt idx="6330">
                  <c:v>1.5592769803296118</c:v>
                </c:pt>
                <c:pt idx="6331">
                  <c:v>1.5746943115364167</c:v>
                </c:pt>
                <c:pt idx="6332">
                  <c:v>1.5837320574162679</c:v>
                </c:pt>
                <c:pt idx="6333">
                  <c:v>1.6012759170653907</c:v>
                </c:pt>
                <c:pt idx="6334">
                  <c:v>1.5954279638490165</c:v>
                </c:pt>
                <c:pt idx="6335">
                  <c:v>1.6209463051568316</c:v>
                </c:pt>
                <c:pt idx="6336">
                  <c:v>1.6570972886762361</c:v>
                </c:pt>
                <c:pt idx="6337">
                  <c:v>1.6018075491759702</c:v>
                </c:pt>
                <c:pt idx="6338">
                  <c:v>1.595959595959596</c:v>
                </c:pt>
                <c:pt idx="6339">
                  <c:v>1.5890483785220628</c:v>
                </c:pt>
                <c:pt idx="6340">
                  <c:v>1.5481127060074429</c:v>
                </c:pt>
                <c:pt idx="6341">
                  <c:v>1.5215311004784688</c:v>
                </c:pt>
                <c:pt idx="6342">
                  <c:v>1.5273790536948431</c:v>
                </c:pt>
                <c:pt idx="6343">
                  <c:v>1.5465178096757044</c:v>
                </c:pt>
                <c:pt idx="6344">
                  <c:v>1.6475279106858054</c:v>
                </c:pt>
                <c:pt idx="6345">
                  <c:v>1.6507177033492824</c:v>
                </c:pt>
                <c:pt idx="6346">
                  <c:v>1.6533758639021796</c:v>
                </c:pt>
                <c:pt idx="6347">
                  <c:v>1.6751727804359384</c:v>
                </c:pt>
                <c:pt idx="6348">
                  <c:v>1.6863370547581074</c:v>
                </c:pt>
                <c:pt idx="6349">
                  <c:v>1.6799574694311536</c:v>
                </c:pt>
                <c:pt idx="6350">
                  <c:v>1.6624136097820308</c:v>
                </c:pt>
                <c:pt idx="6351">
                  <c:v>1.6911217437533228</c:v>
                </c:pt>
                <c:pt idx="6352">
                  <c:v>1.6820839978734716</c:v>
                </c:pt>
                <c:pt idx="6353">
                  <c:v>1.6879319510898458</c:v>
                </c:pt>
                <c:pt idx="6354">
                  <c:v>1.6666666666666667</c:v>
                </c:pt>
                <c:pt idx="6355">
                  <c:v>1.671451355661882</c:v>
                </c:pt>
                <c:pt idx="6356">
                  <c:v>1.6613503455608718</c:v>
                </c:pt>
                <c:pt idx="6357">
                  <c:v>1.6911217437533228</c:v>
                </c:pt>
                <c:pt idx="6358">
                  <c:v>1.6889952153110048</c:v>
                </c:pt>
                <c:pt idx="6359">
                  <c:v>1.6757044125465179</c:v>
                </c:pt>
                <c:pt idx="6360">
                  <c:v>1.6953748006379585</c:v>
                </c:pt>
                <c:pt idx="6361">
                  <c:v>1.6863370547581074</c:v>
                </c:pt>
                <c:pt idx="6362">
                  <c:v>1.6874003189792663</c:v>
                </c:pt>
                <c:pt idx="6363">
                  <c:v>1.6889952153110048</c:v>
                </c:pt>
                <c:pt idx="6364">
                  <c:v>1.696969696969697</c:v>
                </c:pt>
                <c:pt idx="6365">
                  <c:v>1.735778841041999</c:v>
                </c:pt>
                <c:pt idx="6366">
                  <c:v>1.7288676236044658</c:v>
                </c:pt>
                <c:pt idx="6367">
                  <c:v>1.694843168527379</c:v>
                </c:pt>
                <c:pt idx="6368">
                  <c:v>1.699096225412015</c:v>
                </c:pt>
                <c:pt idx="6369">
                  <c:v>1.6911217437533228</c:v>
                </c:pt>
                <c:pt idx="6370">
                  <c:v>1.6820839978734716</c:v>
                </c:pt>
                <c:pt idx="6371">
                  <c:v>1.7006911217437533</c:v>
                </c:pt>
                <c:pt idx="6372">
                  <c:v>1.7054758107389687</c:v>
                </c:pt>
                <c:pt idx="6373">
                  <c:v>1.6884635832004253</c:v>
                </c:pt>
                <c:pt idx="6374">
                  <c:v>1.6555023923444976</c:v>
                </c:pt>
                <c:pt idx="6375">
                  <c:v>1.6517809675704413</c:v>
                </c:pt>
                <c:pt idx="6376">
                  <c:v>1.6602870813397128</c:v>
                </c:pt>
                <c:pt idx="6377">
                  <c:v>1.6507177033492824</c:v>
                </c:pt>
                <c:pt idx="6378">
                  <c:v>1.6608187134502923</c:v>
                </c:pt>
                <c:pt idx="6379">
                  <c:v>1.6555023923444976</c:v>
                </c:pt>
                <c:pt idx="6380">
                  <c:v>1.6448697501329079</c:v>
                </c:pt>
                <c:pt idx="6381">
                  <c:v>1.634768740031898</c:v>
                </c:pt>
                <c:pt idx="6382">
                  <c:v>1.5980861244019138</c:v>
                </c:pt>
                <c:pt idx="6383">
                  <c:v>1.5980861244019138</c:v>
                </c:pt>
                <c:pt idx="6384">
                  <c:v>1.5980861244019138</c:v>
                </c:pt>
                <c:pt idx="6385">
                  <c:v>1.5980861244019138</c:v>
                </c:pt>
                <c:pt idx="6386">
                  <c:v>1.5980861244019138</c:v>
                </c:pt>
                <c:pt idx="6387">
                  <c:v>1.5980861244019138</c:v>
                </c:pt>
                <c:pt idx="6388">
                  <c:v>1.5980861244019138</c:v>
                </c:pt>
                <c:pt idx="6389">
                  <c:v>1.6390217969165337</c:v>
                </c:pt>
                <c:pt idx="6390">
                  <c:v>1.6283891547049443</c:v>
                </c:pt>
                <c:pt idx="6391">
                  <c:v>1.5885167464114833</c:v>
                </c:pt>
                <c:pt idx="6392">
                  <c:v>1.5784157363104732</c:v>
                </c:pt>
                <c:pt idx="6393">
                  <c:v>1.5837320574162679</c:v>
                </c:pt>
                <c:pt idx="6394">
                  <c:v>1.5842636895268474</c:v>
                </c:pt>
                <c:pt idx="6395">
                  <c:v>1.5624667729930888</c:v>
                </c:pt>
                <c:pt idx="6396">
                  <c:v>1.5746943115364167</c:v>
                </c:pt>
                <c:pt idx="6397">
                  <c:v>1.6108452950558214</c:v>
                </c:pt>
                <c:pt idx="6398">
                  <c:v>1.6108452950558214</c:v>
                </c:pt>
                <c:pt idx="6399">
                  <c:v>1.6209463051568316</c:v>
                </c:pt>
                <c:pt idx="6400">
                  <c:v>1.630515683147262</c:v>
                </c:pt>
                <c:pt idx="6401">
                  <c:v>1.6353003721424775</c:v>
                </c:pt>
                <c:pt idx="6402">
                  <c:v>1.6331738437001595</c:v>
                </c:pt>
                <c:pt idx="6403">
                  <c:v>1.6613503455608718</c:v>
                </c:pt>
                <c:pt idx="6404">
                  <c:v>1.6374269005847952</c:v>
                </c:pt>
                <c:pt idx="6405">
                  <c:v>1.6039340776182882</c:v>
                </c:pt>
                <c:pt idx="6406">
                  <c:v>1.6049973418394472</c:v>
                </c:pt>
                <c:pt idx="6407">
                  <c:v>1.5816055289739501</c:v>
                </c:pt>
                <c:pt idx="6408">
                  <c:v>1.5789473684210527</c:v>
                </c:pt>
                <c:pt idx="6409">
                  <c:v>1.5996810207336523</c:v>
                </c:pt>
                <c:pt idx="6410">
                  <c:v>1.5943646996278575</c:v>
                </c:pt>
                <c:pt idx="6411">
                  <c:v>1.6065922381711855</c:v>
                </c:pt>
                <c:pt idx="6412">
                  <c:v>1.6049973418394472</c:v>
                </c:pt>
                <c:pt idx="6413">
                  <c:v>1.6182881446039341</c:v>
                </c:pt>
                <c:pt idx="6414">
                  <c:v>1.6363636363636365</c:v>
                </c:pt>
                <c:pt idx="6415">
                  <c:v>1.6177565124933546</c:v>
                </c:pt>
                <c:pt idx="6416">
                  <c:v>1.6283891547049443</c:v>
                </c:pt>
                <c:pt idx="6417">
                  <c:v>1.6262626262626263</c:v>
                </c:pt>
                <c:pt idx="6418">
                  <c:v>1.6416799574694312</c:v>
                </c:pt>
                <c:pt idx="6419">
                  <c:v>1.6214779372674109</c:v>
                </c:pt>
                <c:pt idx="6420">
                  <c:v>1.6204146730462521</c:v>
                </c:pt>
                <c:pt idx="6421">
                  <c:v>1.6289207868155235</c:v>
                </c:pt>
                <c:pt idx="6422">
                  <c:v>1.6081871345029239</c:v>
                </c:pt>
                <c:pt idx="6423">
                  <c:v>1.6156299840510366</c:v>
                </c:pt>
                <c:pt idx="6424">
                  <c:v>1.6384901648059542</c:v>
                </c:pt>
                <c:pt idx="6425">
                  <c:v>1.6214779372674109</c:v>
                </c:pt>
                <c:pt idx="6426">
                  <c:v>1.6331738437001595</c:v>
                </c:pt>
                <c:pt idx="6427">
                  <c:v>1.6172248803827751</c:v>
                </c:pt>
                <c:pt idx="6428">
                  <c:v>1.5991493886230728</c:v>
                </c:pt>
                <c:pt idx="6429">
                  <c:v>1.6018075491759702</c:v>
                </c:pt>
                <c:pt idx="6430">
                  <c:v>1.6018075491759702</c:v>
                </c:pt>
                <c:pt idx="6431">
                  <c:v>1.5933014354066986</c:v>
                </c:pt>
                <c:pt idx="6432">
                  <c:v>1.6177565124933546</c:v>
                </c:pt>
                <c:pt idx="6433">
                  <c:v>1.6145667198298777</c:v>
                </c:pt>
                <c:pt idx="6434">
                  <c:v>1.6193514088250931</c:v>
                </c:pt>
                <c:pt idx="6435">
                  <c:v>1.6161616161616161</c:v>
                </c:pt>
                <c:pt idx="6436">
                  <c:v>1.6129718234981394</c:v>
                </c:pt>
                <c:pt idx="6437">
                  <c:v>1.6363636363636365</c:v>
                </c:pt>
                <c:pt idx="6438">
                  <c:v>1.6289207868155235</c:v>
                </c:pt>
                <c:pt idx="6439">
                  <c:v>1.6150983519404571</c:v>
                </c:pt>
                <c:pt idx="6440">
                  <c:v>1.6166932482721956</c:v>
                </c:pt>
                <c:pt idx="6441">
                  <c:v>1.6257309941520468</c:v>
                </c:pt>
                <c:pt idx="6442">
                  <c:v>1.6640085061137693</c:v>
                </c:pt>
                <c:pt idx="6443">
                  <c:v>1.6778309409888357</c:v>
                </c:pt>
                <c:pt idx="6444">
                  <c:v>1.6656034024455078</c:v>
                </c:pt>
                <c:pt idx="6445">
                  <c:v>1.6661350345560872</c:v>
                </c:pt>
                <c:pt idx="6446">
                  <c:v>1.659223817118554</c:v>
                </c:pt>
                <c:pt idx="6447">
                  <c:v>1.659223817118554</c:v>
                </c:pt>
                <c:pt idx="6448">
                  <c:v>1.6788942052099947</c:v>
                </c:pt>
                <c:pt idx="6449">
                  <c:v>1.7065390749601277</c:v>
                </c:pt>
                <c:pt idx="6450">
                  <c:v>1.7203615098351941</c:v>
                </c:pt>
                <c:pt idx="6451">
                  <c:v>1.7139819245082404</c:v>
                </c:pt>
                <c:pt idx="6452">
                  <c:v>1.7044125465178097</c:v>
                </c:pt>
                <c:pt idx="6453">
                  <c:v>1.7150451887293992</c:v>
                </c:pt>
                <c:pt idx="6454">
                  <c:v>1.6985645933014355</c:v>
                </c:pt>
                <c:pt idx="6455">
                  <c:v>1.7182349813928761</c:v>
                </c:pt>
                <c:pt idx="6456">
                  <c:v>1.7006911217437533</c:v>
                </c:pt>
                <c:pt idx="6457">
                  <c:v>1.6836788942052099</c:v>
                </c:pt>
                <c:pt idx="6458">
                  <c:v>1.6608187134502923</c:v>
                </c:pt>
                <c:pt idx="6459">
                  <c:v>1.6741095162147794</c:v>
                </c:pt>
                <c:pt idx="6460">
                  <c:v>1.6852737905369484</c:v>
                </c:pt>
                <c:pt idx="6461">
                  <c:v>1.73471557682084</c:v>
                </c:pt>
                <c:pt idx="6462">
                  <c:v>1.7256778309409888</c:v>
                </c:pt>
                <c:pt idx="6463">
                  <c:v>1.7230196703880913</c:v>
                </c:pt>
                <c:pt idx="6464">
                  <c:v>1.7395002658160552</c:v>
                </c:pt>
                <c:pt idx="6465">
                  <c:v>1.7745879851143009</c:v>
                </c:pt>
                <c:pt idx="6466">
                  <c:v>1.7395002658160552</c:v>
                </c:pt>
                <c:pt idx="6467">
                  <c:v>1.699096225412015</c:v>
                </c:pt>
                <c:pt idx="6468">
                  <c:v>1.7203615098351941</c:v>
                </c:pt>
                <c:pt idx="6469">
                  <c:v>1.7421584263689527</c:v>
                </c:pt>
                <c:pt idx="6470">
                  <c:v>1.7198298777246146</c:v>
                </c:pt>
                <c:pt idx="6471">
                  <c:v>1.7097288676236044</c:v>
                </c:pt>
                <c:pt idx="6472">
                  <c:v>1.7272727272727273</c:v>
                </c:pt>
                <c:pt idx="6473">
                  <c:v>1.736842105263158</c:v>
                </c:pt>
                <c:pt idx="6474">
                  <c:v>1.7623604465709728</c:v>
                </c:pt>
                <c:pt idx="6475">
                  <c:v>1.7490696438064859</c:v>
                </c:pt>
                <c:pt idx="6476">
                  <c:v>1.73471557682084</c:v>
                </c:pt>
                <c:pt idx="6477">
                  <c:v>1.73471557682084</c:v>
                </c:pt>
                <c:pt idx="6478">
                  <c:v>1.73471557682084</c:v>
                </c:pt>
                <c:pt idx="6479">
                  <c:v>1.73471557682084</c:v>
                </c:pt>
                <c:pt idx="6480">
                  <c:v>1.73471557682084</c:v>
                </c:pt>
                <c:pt idx="6481">
                  <c:v>1.73471557682084</c:v>
                </c:pt>
                <c:pt idx="6482">
                  <c:v>1.8107389686337054</c:v>
                </c:pt>
                <c:pt idx="6483">
                  <c:v>1.8330675172780435</c:v>
                </c:pt>
                <c:pt idx="6484">
                  <c:v>1.8208399787347156</c:v>
                </c:pt>
                <c:pt idx="6485">
                  <c:v>1.8240297713981926</c:v>
                </c:pt>
                <c:pt idx="6486">
                  <c:v>1.833599149388623</c:v>
                </c:pt>
                <c:pt idx="6487">
                  <c:v>1.7900053163211058</c:v>
                </c:pt>
                <c:pt idx="6488">
                  <c:v>1.7799043062200957</c:v>
                </c:pt>
                <c:pt idx="6489">
                  <c:v>1.760233918128655</c:v>
                </c:pt>
                <c:pt idx="6490">
                  <c:v>1.7900053163211058</c:v>
                </c:pt>
                <c:pt idx="6491">
                  <c:v>1.7963849016480595</c:v>
                </c:pt>
                <c:pt idx="6492">
                  <c:v>1.8197767145135566</c:v>
                </c:pt>
                <c:pt idx="6493">
                  <c:v>1.8266879319510898</c:v>
                </c:pt>
                <c:pt idx="6494">
                  <c:v>1.8155236576289209</c:v>
                </c:pt>
                <c:pt idx="6495">
                  <c:v>1.7825624667729931</c:v>
                </c:pt>
                <c:pt idx="6496">
                  <c:v>1.7937267410951621</c:v>
                </c:pt>
                <c:pt idx="6497">
                  <c:v>1.7862838915470494</c:v>
                </c:pt>
                <c:pt idx="6498">
                  <c:v>1.7437533227006912</c:v>
                </c:pt>
                <c:pt idx="6499">
                  <c:v>1.7107921318447634</c:v>
                </c:pt>
                <c:pt idx="6500">
                  <c:v>1.7012227538543327</c:v>
                </c:pt>
                <c:pt idx="6501">
                  <c:v>1.7166400850611376</c:v>
                </c:pt>
                <c:pt idx="6502">
                  <c:v>1.7251461988304093</c:v>
                </c:pt>
                <c:pt idx="6503">
                  <c:v>1.7469431153641679</c:v>
                </c:pt>
                <c:pt idx="6504">
                  <c:v>1.7501329080276449</c:v>
                </c:pt>
                <c:pt idx="6505">
                  <c:v>1.7554492291334396</c:v>
                </c:pt>
                <c:pt idx="6506">
                  <c:v>1.7586390217969166</c:v>
                </c:pt>
                <c:pt idx="6507">
                  <c:v>1.737905369484317</c:v>
                </c:pt>
                <c:pt idx="6508">
                  <c:v>1.7453482190324296</c:v>
                </c:pt>
                <c:pt idx="6509">
                  <c:v>1.7756512493354599</c:v>
                </c:pt>
                <c:pt idx="6510">
                  <c:v>1.7910685805422648</c:v>
                </c:pt>
                <c:pt idx="6511">
                  <c:v>1.7995746943115365</c:v>
                </c:pt>
                <c:pt idx="6512">
                  <c:v>1.8059542796384902</c:v>
                </c:pt>
                <c:pt idx="6513">
                  <c:v>1.8224348750664541</c:v>
                </c:pt>
                <c:pt idx="6514">
                  <c:v>1.7878787878787878</c:v>
                </c:pt>
                <c:pt idx="6515">
                  <c:v>1.7857522594364699</c:v>
                </c:pt>
                <c:pt idx="6516">
                  <c:v>1.7799043062200957</c:v>
                </c:pt>
                <c:pt idx="6517">
                  <c:v>1.7862838915470494</c:v>
                </c:pt>
                <c:pt idx="6518">
                  <c:v>1.7868155236576289</c:v>
                </c:pt>
                <c:pt idx="6519">
                  <c:v>1.7682083997873472</c:v>
                </c:pt>
                <c:pt idx="6520">
                  <c:v>1.8160552897395004</c:v>
                </c:pt>
                <c:pt idx="6521">
                  <c:v>1.8144603934077619</c:v>
                </c:pt>
                <c:pt idx="6522">
                  <c:v>1.8309409888357258</c:v>
                </c:pt>
                <c:pt idx="6523">
                  <c:v>1.8203083466241361</c:v>
                </c:pt>
                <c:pt idx="6524">
                  <c:v>1.8139287612971824</c:v>
                </c:pt>
                <c:pt idx="6525">
                  <c:v>1.8314726209463053</c:v>
                </c:pt>
                <c:pt idx="6526">
                  <c:v>1.8495481127060074</c:v>
                </c:pt>
                <c:pt idx="6527">
                  <c:v>1.8750664540138224</c:v>
                </c:pt>
                <c:pt idx="6528">
                  <c:v>1.8702817650186072</c:v>
                </c:pt>
                <c:pt idx="6529">
                  <c:v>1.8702817650186072</c:v>
                </c:pt>
                <c:pt idx="6530">
                  <c:v>1.8702817650186072</c:v>
                </c:pt>
                <c:pt idx="6531">
                  <c:v>1.8702817650186072</c:v>
                </c:pt>
                <c:pt idx="6532">
                  <c:v>1.8894205209994683</c:v>
                </c:pt>
                <c:pt idx="6533">
                  <c:v>1.9080276448697502</c:v>
                </c:pt>
                <c:pt idx="6534">
                  <c:v>1.895800106326422</c:v>
                </c:pt>
                <c:pt idx="6535">
                  <c:v>1.8995215311004785</c:v>
                </c:pt>
                <c:pt idx="6536">
                  <c:v>1.8872939925571504</c:v>
                </c:pt>
                <c:pt idx="6537">
                  <c:v>1.9484316852737906</c:v>
                </c:pt>
                <c:pt idx="6538">
                  <c:v>1.8888888888888888</c:v>
                </c:pt>
                <c:pt idx="6539">
                  <c:v>1.8697501329080277</c:v>
                </c:pt>
                <c:pt idx="6540">
                  <c:v>1.8809144072301966</c:v>
                </c:pt>
                <c:pt idx="6541">
                  <c:v>1.8862307283359916</c:v>
                </c:pt>
                <c:pt idx="6542">
                  <c:v>1.8649654439128123</c:v>
                </c:pt>
                <c:pt idx="6543">
                  <c:v>1.8442317916002127</c:v>
                </c:pt>
                <c:pt idx="6544">
                  <c:v>1.8522062732589049</c:v>
                </c:pt>
                <c:pt idx="6545">
                  <c:v>1.8463583200425306</c:v>
                </c:pt>
                <c:pt idx="6546">
                  <c:v>1.8495481127060074</c:v>
                </c:pt>
                <c:pt idx="6547">
                  <c:v>1.89792663476874</c:v>
                </c:pt>
                <c:pt idx="6548">
                  <c:v>1.89792663476874</c:v>
                </c:pt>
                <c:pt idx="6549">
                  <c:v>1.9207868155236576</c:v>
                </c:pt>
                <c:pt idx="6550">
                  <c:v>1.9319510898458268</c:v>
                </c:pt>
                <c:pt idx="6551">
                  <c:v>1.9314194577352473</c:v>
                </c:pt>
                <c:pt idx="6552">
                  <c:v>1.9059011164274322</c:v>
                </c:pt>
                <c:pt idx="6553">
                  <c:v>1.898989898989899</c:v>
                </c:pt>
                <c:pt idx="6554">
                  <c:v>1.8676236044657097</c:v>
                </c:pt>
                <c:pt idx="6555">
                  <c:v>1.8702817650186072</c:v>
                </c:pt>
                <c:pt idx="6556">
                  <c:v>1.8426368952684742</c:v>
                </c:pt>
                <c:pt idx="6557">
                  <c:v>1.8575225943646996</c:v>
                </c:pt>
                <c:pt idx="6558">
                  <c:v>1.8676236044657097</c:v>
                </c:pt>
                <c:pt idx="6559">
                  <c:v>1.8883572567783093</c:v>
                </c:pt>
                <c:pt idx="6560">
                  <c:v>1.9282296650717703</c:v>
                </c:pt>
                <c:pt idx="6561">
                  <c:v>1.902179691653376</c:v>
                </c:pt>
              </c:numCache>
            </c:numRef>
          </c:val>
          <c:smooth val="0"/>
          <c:extLst>
            <c:ext xmlns:c16="http://schemas.microsoft.com/office/drawing/2014/chart" uri="{C3380CC4-5D6E-409C-BE32-E72D297353CC}">
              <c16:uniqueId val="{00000003-B7CA-4A56-BC24-522C4808EC01}"/>
            </c:ext>
          </c:extLst>
        </c:ser>
        <c:dLbls>
          <c:showLegendKey val="0"/>
          <c:showVal val="0"/>
          <c:showCatName val="0"/>
          <c:showSerName val="0"/>
          <c:showPercent val="0"/>
          <c:showBubbleSize val="0"/>
        </c:dLbls>
        <c:smooth val="0"/>
        <c:axId val="2000003040"/>
        <c:axId val="2000003041"/>
      </c:lineChart>
      <c:catAx>
        <c:axId val="2000003040"/>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Normal" panose="020B0400000000000000" pitchFamily="34" charset="-122"/>
                <a:cs typeface="+mn-cs"/>
              </a:defRPr>
            </a:pPr>
            <a:endParaRPr lang="zh-CN"/>
          </a:p>
        </c:txPr>
        <c:crossAx val="2000003041"/>
        <c:crosses val="autoZero"/>
        <c:auto val="1"/>
        <c:lblAlgn val="ctr"/>
        <c:lblOffset val="100"/>
        <c:tickLblSkip val="365"/>
        <c:tickMarkSkip val="365"/>
        <c:noMultiLvlLbl val="0"/>
      </c:catAx>
      <c:valAx>
        <c:axId val="2000003041"/>
        <c:scaling>
          <c:orientation val="minMax"/>
        </c:scaling>
        <c:delete val="0"/>
        <c:axPos val="l"/>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Normal" panose="020B0400000000000000" pitchFamily="34" charset="-122"/>
                <a:cs typeface="+mn-cs"/>
              </a:defRPr>
            </a:pPr>
            <a:endParaRPr lang="zh-CN"/>
          </a:p>
        </c:txPr>
        <c:crossAx val="2000003040"/>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思源黑体 CN Normal" panose="020B0400000000000000" pitchFamily="34" charset="-122"/>
              <a:cs typeface="+mn-cs"/>
            </a:defRPr>
          </a:pPr>
          <a:endParaRPr lang="zh-CN"/>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bg1"/>
    </a:solidFill>
    <a:ln w="9525" cap="flat" cmpd="sng" algn="ctr">
      <a:noFill/>
      <a:round/>
    </a:ln>
    <a:effectLst/>
  </c:spPr>
  <c:txPr>
    <a:bodyPr/>
    <a:lstStyle/>
    <a:p>
      <a:pPr>
        <a:defRPr sz="700" baseline="0">
          <a:latin typeface="Arial" panose="020B0604020202020204" pitchFamily="34" charset="0"/>
          <a:ea typeface="思源黑体 CN Normal" panose="020B0400000000000000" pitchFamily="34" charset="-122"/>
        </a:defRPr>
      </a:pPr>
      <a:endParaRPr lang="zh-CN"/>
    </a:p>
  </c:txPr>
  <c:externalData r:id="rId1">
    <c:autoUpdate val="0"/>
  </c:externalData>
  <c:userShapes r:id="rId4"/>
</c:chartSpac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10028">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10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0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0">
      <cs:styleClr val="auto"/>
    </cs:fillRef>
    <cs:effectRef idx="0"/>
    <cs:fontRef idx="minor">
      <a:schemeClr val="dk1"/>
    </cs:fontRef>
    <cs:spPr>
      <a:ln w="28575" cap="rnd">
        <a:solidFill>
          <a:schemeClr val="phClr"/>
        </a:solidFill>
        <a:round/>
      </a:ln>
      <a:effectLst/>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lt1">
            <a:lumMod val="902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75000"/>
        <a:lumOff val="25000"/>
      </a:schemeClr>
    </cs:fontRef>
    <cs:defRPr sz="1400" b="1" kern="120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drawings/drawing3.xml><?xml version="1.0" encoding="utf-8"?>
<c:userShapes xmlns:c="http://schemas.openxmlformats.org/drawingml/2006/chart">
  <cdr:relSizeAnchor xmlns:cdr="http://schemas.openxmlformats.org/drawingml/2006/chartDrawing">
    <cdr:from>
      <cdr:x>0.87065</cdr:x>
      <cdr:y>0.38413</cdr:y>
    </cdr:from>
    <cdr:to>
      <cdr:x>0.91642</cdr:x>
      <cdr:y>0.44762</cdr:y>
    </cdr:to>
    <cdr:cxnSp macro="">
      <cdr:nvCxnSpPr>
        <cdr:cNvPr id="3" name="直线箭头连接符 2">
          <a:extLst xmlns:a="http://schemas.openxmlformats.org/drawingml/2006/main">
            <a:ext uri="{FF2B5EF4-FFF2-40B4-BE49-F238E27FC236}">
              <a16:creationId xmlns:a16="http://schemas.microsoft.com/office/drawing/2014/main" id="{FCF8CB3F-47DD-4A23-5F61-E819007C5820}"/>
            </a:ext>
          </a:extLst>
        </cdr:cNvPr>
        <cdr:cNvCxnSpPr/>
      </cdr:nvCxnSpPr>
      <cdr:spPr>
        <a:xfrm xmlns:a="http://schemas.openxmlformats.org/drawingml/2006/main">
          <a:off x="4445000" y="1229360"/>
          <a:ext cx="233680" cy="203200"/>
        </a:xfrm>
        <a:prstGeom xmlns:a="http://schemas.openxmlformats.org/drawingml/2006/main" prst="straightConnector1">
          <a:avLst/>
        </a:prstGeom>
        <a:ln xmlns:a="http://schemas.openxmlformats.org/drawingml/2006/main">
          <a:solidFill>
            <a:srgbClr val="002060"/>
          </a:solidFill>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0.88358</cdr:x>
      <cdr:y>0.53333</cdr:y>
    </cdr:from>
    <cdr:to>
      <cdr:x>0.91642</cdr:x>
      <cdr:y>0.57143</cdr:y>
    </cdr:to>
    <cdr:cxnSp macro="">
      <cdr:nvCxnSpPr>
        <cdr:cNvPr id="4" name="直线箭头连接符 3">
          <a:extLst xmlns:a="http://schemas.openxmlformats.org/drawingml/2006/main">
            <a:ext uri="{FF2B5EF4-FFF2-40B4-BE49-F238E27FC236}">
              <a16:creationId xmlns:a16="http://schemas.microsoft.com/office/drawing/2014/main" id="{66EC83D4-9057-DF5A-1603-746C4B2D9DAB}"/>
            </a:ext>
          </a:extLst>
        </cdr:cNvPr>
        <cdr:cNvCxnSpPr/>
      </cdr:nvCxnSpPr>
      <cdr:spPr>
        <a:xfrm xmlns:a="http://schemas.openxmlformats.org/drawingml/2006/main" flipV="1">
          <a:off x="4511040" y="1706880"/>
          <a:ext cx="167640" cy="121920"/>
        </a:xfrm>
        <a:prstGeom xmlns:a="http://schemas.openxmlformats.org/drawingml/2006/main" prst="straightConnector1">
          <a:avLst/>
        </a:prstGeom>
        <a:ln xmlns:a="http://schemas.openxmlformats.org/drawingml/2006/main">
          <a:solidFill>
            <a:srgbClr val="7030A0"/>
          </a:solidFill>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userShapes>
</file>

<file path=ppt/drawings/drawing4.xml><?xml version="1.0" encoding="utf-8"?>
<c:userShapes xmlns:c="http://schemas.openxmlformats.org/drawingml/2006/chart">
  <cdr:relSizeAnchor xmlns:cdr="http://schemas.openxmlformats.org/drawingml/2006/chartDrawing">
    <cdr:from>
      <cdr:x>0.37363</cdr:x>
      <cdr:y>0.16107</cdr:y>
    </cdr:from>
    <cdr:to>
      <cdr:x>0.37464</cdr:x>
      <cdr:y>0.89165</cdr:y>
    </cdr:to>
    <cdr:cxnSp macro="">
      <cdr:nvCxnSpPr>
        <cdr:cNvPr id="3" name="直线连接符 2">
          <a:extLst xmlns:a="http://schemas.openxmlformats.org/drawingml/2006/main">
            <a:ext uri="{FF2B5EF4-FFF2-40B4-BE49-F238E27FC236}">
              <a16:creationId xmlns:a16="http://schemas.microsoft.com/office/drawing/2014/main" id="{BA6AE4ED-A6E9-9849-9D2D-16C98186ECFD}"/>
            </a:ext>
          </a:extLst>
        </cdr:cNvPr>
        <cdr:cNvCxnSpPr/>
      </cdr:nvCxnSpPr>
      <cdr:spPr>
        <a:xfrm xmlns:a="http://schemas.openxmlformats.org/drawingml/2006/main">
          <a:off x="2131199" y="571964"/>
          <a:ext cx="5752" cy="2594297"/>
        </a:xfrm>
        <a:prstGeom xmlns:a="http://schemas.openxmlformats.org/drawingml/2006/main" prst="line">
          <a:avLst/>
        </a:prstGeom>
        <a:ln xmlns:a="http://schemas.openxmlformats.org/drawingml/2006/main" w="19050">
          <a:solidFill>
            <a:schemeClr val="bg1">
              <a:lumMod val="50000"/>
            </a:schemeClr>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0.50049</cdr:x>
      <cdr:y>0.16692</cdr:y>
    </cdr:from>
    <cdr:to>
      <cdr:x>0.50216</cdr:x>
      <cdr:y>0.89165</cdr:y>
    </cdr:to>
    <cdr:cxnSp macro="">
      <cdr:nvCxnSpPr>
        <cdr:cNvPr id="8" name="直线连接符 7">
          <a:extLst xmlns:a="http://schemas.openxmlformats.org/drawingml/2006/main">
            <a:ext uri="{FF2B5EF4-FFF2-40B4-BE49-F238E27FC236}">
              <a16:creationId xmlns:a16="http://schemas.microsoft.com/office/drawing/2014/main" id="{FD101D1A-B219-8054-A654-004F9431CBCF}"/>
            </a:ext>
          </a:extLst>
        </cdr:cNvPr>
        <cdr:cNvCxnSpPr/>
      </cdr:nvCxnSpPr>
      <cdr:spPr>
        <a:xfrm xmlns:a="http://schemas.openxmlformats.org/drawingml/2006/main">
          <a:off x="2854813" y="592738"/>
          <a:ext cx="9502" cy="2573523"/>
        </a:xfrm>
        <a:prstGeom xmlns:a="http://schemas.openxmlformats.org/drawingml/2006/main" prst="line">
          <a:avLst/>
        </a:prstGeom>
        <a:ln xmlns:a="http://schemas.openxmlformats.org/drawingml/2006/main" w="19050">
          <a:solidFill>
            <a:schemeClr val="bg1">
              <a:lumMod val="50000"/>
            </a:schemeClr>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0.35211</cdr:x>
      <cdr:y>0.16388</cdr:y>
    </cdr:from>
    <cdr:to>
      <cdr:x>0.35263</cdr:x>
      <cdr:y>0.89287</cdr:y>
    </cdr:to>
    <cdr:cxnSp macro="">
      <cdr:nvCxnSpPr>
        <cdr:cNvPr id="9" name="直线连接符 8">
          <a:extLst xmlns:a="http://schemas.openxmlformats.org/drawingml/2006/main">
            <a:ext uri="{FF2B5EF4-FFF2-40B4-BE49-F238E27FC236}">
              <a16:creationId xmlns:a16="http://schemas.microsoft.com/office/drawing/2014/main" id="{420CFA2C-20CC-5F71-9A94-0BAC7E03B25C}"/>
            </a:ext>
          </a:extLst>
        </cdr:cNvPr>
        <cdr:cNvCxnSpPr/>
      </cdr:nvCxnSpPr>
      <cdr:spPr>
        <a:xfrm xmlns:a="http://schemas.openxmlformats.org/drawingml/2006/main">
          <a:off x="2008448" y="581943"/>
          <a:ext cx="2946" cy="2588647"/>
        </a:xfrm>
        <a:prstGeom xmlns:a="http://schemas.openxmlformats.org/drawingml/2006/main" prst="line">
          <a:avLst/>
        </a:prstGeom>
        <a:ln xmlns:a="http://schemas.openxmlformats.org/drawingml/2006/main" w="19050">
          <a:solidFill>
            <a:schemeClr val="bg1">
              <a:lumMod val="50000"/>
            </a:schemeClr>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0.53328</cdr:x>
      <cdr:y>0.16716</cdr:y>
    </cdr:from>
    <cdr:to>
      <cdr:x>0.53503</cdr:x>
      <cdr:y>0.89165</cdr:y>
    </cdr:to>
    <cdr:cxnSp macro="">
      <cdr:nvCxnSpPr>
        <cdr:cNvPr id="4" name="直线连接符 3">
          <a:extLst xmlns:a="http://schemas.openxmlformats.org/drawingml/2006/main">
            <a:ext uri="{FF2B5EF4-FFF2-40B4-BE49-F238E27FC236}">
              <a16:creationId xmlns:a16="http://schemas.microsoft.com/office/drawing/2014/main" id="{E0651AEA-DB17-81B8-5ADA-D010E379A68C}"/>
            </a:ext>
          </a:extLst>
        </cdr:cNvPr>
        <cdr:cNvCxnSpPr/>
      </cdr:nvCxnSpPr>
      <cdr:spPr>
        <a:xfrm xmlns:a="http://schemas.openxmlformats.org/drawingml/2006/main" flipH="1">
          <a:off x="3041826" y="593590"/>
          <a:ext cx="10004" cy="2572671"/>
        </a:xfrm>
        <a:prstGeom xmlns:a="http://schemas.openxmlformats.org/drawingml/2006/main" prst="line">
          <a:avLst/>
        </a:prstGeom>
        <a:ln xmlns:a="http://schemas.openxmlformats.org/drawingml/2006/main" w="19050">
          <a:solidFill>
            <a:srgbClr val="C00000"/>
          </a:solidFill>
        </a:ln>
      </cdr:spPr>
      <cdr:style>
        <a:lnRef xmlns:a="http://schemas.openxmlformats.org/drawingml/2006/main" idx="1">
          <a:schemeClr val="accent2"/>
        </a:lnRef>
        <a:fillRef xmlns:a="http://schemas.openxmlformats.org/drawingml/2006/main" idx="0">
          <a:schemeClr val="accent2"/>
        </a:fillRef>
        <a:effectRef xmlns:a="http://schemas.openxmlformats.org/drawingml/2006/main" idx="0">
          <a:schemeClr val="accent2"/>
        </a:effectRef>
        <a:fontRef xmlns:a="http://schemas.openxmlformats.org/drawingml/2006/main" idx="minor">
          <a:schemeClr val="tx1"/>
        </a:fontRef>
      </cdr:style>
    </cdr:cxnSp>
  </cdr:relSizeAnchor>
</c:userShapes>
</file>

<file path=ppt/drawings/drawing5.xml><?xml version="1.0" encoding="utf-8"?>
<c:userShapes xmlns:c="http://schemas.openxmlformats.org/drawingml/2006/chart">
  <cdr:relSizeAnchor xmlns:cdr="http://schemas.openxmlformats.org/drawingml/2006/chartDrawing">
    <cdr:from>
      <cdr:x>0.26488</cdr:x>
      <cdr:y>0.29977</cdr:y>
    </cdr:from>
    <cdr:to>
      <cdr:x>0.93118</cdr:x>
      <cdr:y>0.30548</cdr:y>
    </cdr:to>
    <cdr:cxnSp macro="">
      <cdr:nvCxnSpPr>
        <cdr:cNvPr id="2" name="直线连接符 1">
          <a:extLst xmlns:a="http://schemas.openxmlformats.org/drawingml/2006/main">
            <a:ext uri="{FF2B5EF4-FFF2-40B4-BE49-F238E27FC236}">
              <a16:creationId xmlns:a16="http://schemas.microsoft.com/office/drawing/2014/main" id="{B46840F6-BEF8-0C65-D80B-1EAD51682F1C}"/>
            </a:ext>
          </a:extLst>
        </cdr:cNvPr>
        <cdr:cNvCxnSpPr/>
      </cdr:nvCxnSpPr>
      <cdr:spPr>
        <a:xfrm xmlns:a="http://schemas.openxmlformats.org/drawingml/2006/main" flipH="1">
          <a:off x="1209059" y="818351"/>
          <a:ext cx="3041403" cy="15584"/>
        </a:xfrm>
        <a:prstGeom xmlns:a="http://schemas.openxmlformats.org/drawingml/2006/main" prst="line">
          <a:avLst/>
        </a:prstGeom>
        <a:ln xmlns:a="http://schemas.openxmlformats.org/drawingml/2006/main">
          <a:solidFill>
            <a:srgbClr val="7030A0"/>
          </a:solidFill>
          <a:prstDash val="dash"/>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dr:relSizeAnchor xmlns:cdr="http://schemas.openxmlformats.org/drawingml/2006/chartDrawing">
    <cdr:from>
      <cdr:x>0.26072</cdr:x>
      <cdr:y>0.13884</cdr:y>
    </cdr:from>
    <cdr:to>
      <cdr:x>0.28356</cdr:x>
      <cdr:y>0.84815</cdr:y>
    </cdr:to>
    <cdr:sp macro="" textlink="">
      <cdr:nvSpPr>
        <cdr:cNvPr id="4" name="矩形 3">
          <a:extLst xmlns:a="http://schemas.openxmlformats.org/drawingml/2006/main">
            <a:ext uri="{FF2B5EF4-FFF2-40B4-BE49-F238E27FC236}">
              <a16:creationId xmlns:a16="http://schemas.microsoft.com/office/drawing/2014/main" id="{E551605B-9593-48FA-8294-6FE76C23278A}"/>
            </a:ext>
          </a:extLst>
        </cdr:cNvPr>
        <cdr:cNvSpPr/>
      </cdr:nvSpPr>
      <cdr:spPr>
        <a:xfrm xmlns:a="http://schemas.openxmlformats.org/drawingml/2006/main">
          <a:off x="1190104" y="379010"/>
          <a:ext cx="104253" cy="1936371"/>
        </a:xfrm>
        <a:prstGeom xmlns:a="http://schemas.openxmlformats.org/drawingml/2006/main" prst="rect">
          <a:avLst/>
        </a:prstGeom>
        <a:solidFill xmlns:a="http://schemas.openxmlformats.org/drawingml/2006/main">
          <a:schemeClr val="bg1">
            <a:lumMod val="75000"/>
            <a:alpha val="29000"/>
          </a:scheme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zh-CN" altLang="en-US" sz="1100"/>
        </a:p>
      </cdr:txBody>
    </cdr:sp>
  </cdr:relSizeAnchor>
  <cdr:relSizeAnchor xmlns:cdr="http://schemas.openxmlformats.org/drawingml/2006/chartDrawing">
    <cdr:from>
      <cdr:x>0.18139</cdr:x>
      <cdr:y>0.09152</cdr:y>
    </cdr:from>
    <cdr:to>
      <cdr:x>0.40953</cdr:x>
      <cdr:y>0.21247</cdr:y>
    </cdr:to>
    <cdr:sp macro="" textlink="">
      <cdr:nvSpPr>
        <cdr:cNvPr id="5" name="文本框 11">
          <a:extLst xmlns:a="http://schemas.openxmlformats.org/drawingml/2006/main">
            <a:ext uri="{FF2B5EF4-FFF2-40B4-BE49-F238E27FC236}">
              <a16:creationId xmlns:a16="http://schemas.microsoft.com/office/drawing/2014/main" id="{56D0F161-0DA8-C2A3-0B0B-1E38A7F7884D}"/>
            </a:ext>
          </a:extLst>
        </cdr:cNvPr>
        <cdr:cNvSpPr txBox="1"/>
      </cdr:nvSpPr>
      <cdr:spPr>
        <a:xfrm xmlns:a="http://schemas.openxmlformats.org/drawingml/2006/main">
          <a:off x="827964" y="249830"/>
          <a:ext cx="1041400" cy="330200"/>
        </a:xfrm>
        <a:prstGeom xmlns:a="http://schemas.openxmlformats.org/drawingml/2006/main" prst="rect">
          <a:avLst/>
        </a:prstGeom>
        <a:noFill xmlns:a="http://schemas.openxmlformats.org/drawingml/2006/main"/>
        <a:ln xmlns:a="http://schemas.openxmlformats.org/drawingml/2006/main" w="9525" cmpd="sng">
          <a:noFill/>
        </a:ln>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dk1"/>
        </a:fontRef>
      </cdr:style>
      <cdr:txBody>
        <a:bodyPr xmlns:a="http://schemas.openxmlformats.org/drawingml/2006/main" wrap="square" rtlCol="0" anchor="t"/>
        <a:lstStyle xmlns:a="http://schemas.openxmlformats.org/drawingml/2006/main">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xmlns:a="http://schemas.openxmlformats.org/drawingml/2006/main">
          <a:r>
            <a:rPr lang="en-US" altLang="zh-CN" sz="800" b="1" i="1">
              <a:latin typeface="Arial" panose="020B0604020202020204" pitchFamily="34" charset="0"/>
              <a:ea typeface="Source Han Sans CN Regular" panose="020B0500000000000000" pitchFamily="34" charset="-128"/>
              <a:cs typeface="Arial" panose="020B0604020202020204" pitchFamily="34" charset="0"/>
            </a:rPr>
            <a:t>1998-1999</a:t>
          </a:r>
          <a:r>
            <a:rPr lang="zh-CN" altLang="en-US" sz="800" b="1" i="1">
              <a:latin typeface="Arial" panose="020B0604020202020204" pitchFamily="34" charset="0"/>
              <a:ea typeface="Source Han Sans CN Regular" panose="020B0500000000000000" pitchFamily="34" charset="-128"/>
              <a:cs typeface="Arial" panose="020B0604020202020204" pitchFamily="34" charset="0"/>
            </a:rPr>
            <a:t>年</a:t>
          </a:r>
        </a:p>
      </cdr:txBody>
    </cdr:sp>
  </cdr:relSizeAnchor>
</c:userShapes>
</file>

<file path=ppt/drawings/drawing6.xml><?xml version="1.0" encoding="utf-8"?>
<c:userShapes xmlns:c="http://schemas.openxmlformats.org/drawingml/2006/chart">
  <cdr:relSizeAnchor xmlns:cdr="http://schemas.openxmlformats.org/drawingml/2006/chartDrawing">
    <cdr:from>
      <cdr:x>0.05703</cdr:x>
      <cdr:y>0.14834</cdr:y>
    </cdr:from>
    <cdr:to>
      <cdr:x>0.95283</cdr:x>
      <cdr:y>0.85961</cdr:y>
    </cdr:to>
    <cdr:grpSp>
      <cdr:nvGrpSpPr>
        <cdr:cNvPr id="8" name="组合 7">
          <a:extLst xmlns:a="http://schemas.openxmlformats.org/drawingml/2006/main">
            <a:ext uri="{FF2B5EF4-FFF2-40B4-BE49-F238E27FC236}">
              <a16:creationId xmlns:a16="http://schemas.microsoft.com/office/drawing/2014/main" id="{D23F7D11-8B22-744E-3DAF-DF81A3EE72AF}"/>
            </a:ext>
          </a:extLst>
        </cdr:cNvPr>
        <cdr:cNvGrpSpPr/>
      </cdr:nvGrpSpPr>
      <cdr:grpSpPr>
        <a:xfrm xmlns:a="http://schemas.openxmlformats.org/drawingml/2006/main">
          <a:off x="283733" y="451578"/>
          <a:ext cx="4456803" cy="2165246"/>
          <a:chOff x="304800" y="508000"/>
          <a:chExt cx="4787537" cy="2435705"/>
        </a:xfrm>
      </cdr:grpSpPr>
      <cdr:cxnSp macro="">
        <cdr:nvCxnSpPr>
          <cdr:cNvPr id="2" name="直线连接符 1">
            <a:extLst xmlns:a="http://schemas.openxmlformats.org/drawingml/2006/main">
              <a:ext uri="{FF2B5EF4-FFF2-40B4-BE49-F238E27FC236}">
                <a16:creationId xmlns:a16="http://schemas.microsoft.com/office/drawing/2014/main" id="{D5B5440E-857F-3DF7-58FF-2DCF60C5CA67}"/>
              </a:ext>
            </a:extLst>
          </cdr:cNvPr>
          <cdr:cNvCxnSpPr/>
        </cdr:nvCxnSpPr>
        <cdr:spPr>
          <a:xfrm xmlns:a="http://schemas.openxmlformats.org/drawingml/2006/main" flipH="1">
            <a:off x="506886" y="1940270"/>
            <a:ext cx="4585451" cy="45562"/>
          </a:xfrm>
          <a:prstGeom xmlns:a="http://schemas.openxmlformats.org/drawingml/2006/main" prst="line">
            <a:avLst/>
          </a:prstGeom>
          <a:ln xmlns:a="http://schemas.openxmlformats.org/drawingml/2006/main">
            <a:solidFill>
              <a:schemeClr val="tx2">
                <a:lumMod val="50000"/>
                <a:lumOff val="50000"/>
              </a:schemeClr>
            </a:solidFill>
            <a:prstDash val="dash"/>
          </a:l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sp macro="" textlink="">
        <cdr:nvSpPr>
          <cdr:cNvPr id="6" name="矩形 5">
            <a:extLst xmlns:a="http://schemas.openxmlformats.org/drawingml/2006/main">
              <a:ext uri="{FF2B5EF4-FFF2-40B4-BE49-F238E27FC236}">
                <a16:creationId xmlns:a16="http://schemas.microsoft.com/office/drawing/2014/main" id="{3435A596-A1E3-0A00-7004-0D94212F073B}"/>
              </a:ext>
            </a:extLst>
          </cdr:cNvPr>
          <cdr:cNvSpPr/>
        </cdr:nvSpPr>
        <cdr:spPr>
          <a:xfrm xmlns:a="http://schemas.openxmlformats.org/drawingml/2006/main">
            <a:off x="558800" y="596900"/>
            <a:ext cx="127000" cy="2346805"/>
          </a:xfrm>
          <a:prstGeom xmlns:a="http://schemas.openxmlformats.org/drawingml/2006/main" prst="rect">
            <a:avLst/>
          </a:prstGeom>
          <a:solidFill xmlns:a="http://schemas.openxmlformats.org/drawingml/2006/main">
            <a:schemeClr val="bg1">
              <a:lumMod val="75000"/>
              <a:alpha val="29000"/>
            </a:scheme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zh-CN" altLang="en-US" sz="1100"/>
          </a:p>
        </cdr:txBody>
      </cdr:sp>
      <cdr:sp macro="" textlink="">
        <cdr:nvSpPr>
          <cdr:cNvPr id="7" name="文本框 11">
            <a:extLst xmlns:a="http://schemas.openxmlformats.org/drawingml/2006/main">
              <a:ext uri="{FF2B5EF4-FFF2-40B4-BE49-F238E27FC236}">
                <a16:creationId xmlns:a16="http://schemas.microsoft.com/office/drawing/2014/main" id="{02675093-CFE5-9626-5F72-F9EB5162C9D5}"/>
              </a:ext>
            </a:extLst>
          </cdr:cNvPr>
          <cdr:cNvSpPr txBox="1"/>
        </cdr:nvSpPr>
        <cdr:spPr>
          <a:xfrm xmlns:a="http://schemas.openxmlformats.org/drawingml/2006/main">
            <a:off x="304800" y="508000"/>
            <a:ext cx="1041400" cy="330200"/>
          </a:xfrm>
          <a:prstGeom xmlns:a="http://schemas.openxmlformats.org/drawingml/2006/main" prst="rect">
            <a:avLst/>
          </a:prstGeom>
          <a:noFill xmlns:a="http://schemas.openxmlformats.org/drawingml/2006/main"/>
          <a:ln xmlns:a="http://schemas.openxmlformats.org/drawingml/2006/main" w="9525" cmpd="sng">
            <a:noFill/>
          </a:ln>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dk1"/>
          </a:fontRef>
        </cdr:style>
        <cdr:txBody>
          <a:bodyPr xmlns:a="http://schemas.openxmlformats.org/drawingml/2006/main" wrap="square" rtlCol="0" anchor="t"/>
          <a:lstStyle xmlns:a="http://schemas.openxmlformats.org/drawingml/2006/main">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xmlns:a="http://schemas.openxmlformats.org/drawingml/2006/main">
            <a:r>
              <a:rPr lang="en-US" altLang="zh-CN" sz="800" b="1" i="1">
                <a:latin typeface="Arial" panose="020B0604020202020204" pitchFamily="34" charset="0"/>
                <a:ea typeface="Source Han Sans CN Regular" panose="020B0500000000000000" pitchFamily="34" charset="-128"/>
                <a:cs typeface="Arial" panose="020B0604020202020204" pitchFamily="34" charset="0"/>
              </a:rPr>
              <a:t>1990</a:t>
            </a:r>
            <a:r>
              <a:rPr lang="zh-CN" altLang="en-US" sz="800" b="1" i="1">
                <a:latin typeface="Arial" panose="020B0604020202020204" pitchFamily="34" charset="0"/>
                <a:ea typeface="Source Han Sans CN Regular" panose="020B0500000000000000" pitchFamily="34" charset="-128"/>
                <a:cs typeface="Arial" panose="020B0604020202020204" pitchFamily="34" charset="0"/>
              </a:rPr>
              <a:t>年代初期</a:t>
            </a:r>
          </a:p>
        </cdr:txBody>
      </cdr:sp>
    </cdr:grpSp>
  </cdr:relSizeAnchor>
</c:userShapes>
</file>

<file path=ppt/drawings/drawing7.xml><?xml version="1.0" encoding="utf-8"?>
<c:userShapes xmlns:c="http://schemas.openxmlformats.org/drawingml/2006/chart">
  <cdr:relSizeAnchor xmlns:cdr="http://schemas.openxmlformats.org/drawingml/2006/chartDrawing">
    <cdr:from>
      <cdr:x>0.19924</cdr:x>
      <cdr:y>0.45266</cdr:y>
    </cdr:from>
    <cdr:to>
      <cdr:x>0.27919</cdr:x>
      <cdr:y>0.82679</cdr:y>
    </cdr:to>
    <cdr:cxnSp macro="">
      <cdr:nvCxnSpPr>
        <cdr:cNvPr id="3" name="直接箭头连接符 2">
          <a:extLst xmlns:a="http://schemas.openxmlformats.org/drawingml/2006/main">
            <a:ext uri="{FF2B5EF4-FFF2-40B4-BE49-F238E27FC236}">
              <a16:creationId xmlns:a16="http://schemas.microsoft.com/office/drawing/2014/main" id="{9BA3D79E-A178-AEBE-8A3E-F0CCBDBCFBFD}"/>
            </a:ext>
          </a:extLst>
        </cdr:cNvPr>
        <cdr:cNvCxnSpPr/>
      </cdr:nvCxnSpPr>
      <cdr:spPr>
        <a:xfrm xmlns:a="http://schemas.openxmlformats.org/drawingml/2006/main">
          <a:off x="996950" y="1244600"/>
          <a:ext cx="400050" cy="1028700"/>
        </a:xfrm>
        <a:prstGeom xmlns:a="http://schemas.openxmlformats.org/drawingml/2006/main" prst="straightConnector1">
          <a:avLst/>
        </a:prstGeom>
        <a:ln xmlns:a="http://schemas.openxmlformats.org/drawingml/2006/main" w="22225">
          <a:solidFill>
            <a:srgbClr val="C00000"/>
          </a:solidFill>
          <a:prstDash val="dash"/>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0.33122</cdr:x>
      <cdr:y>0.50115</cdr:y>
    </cdr:from>
    <cdr:to>
      <cdr:x>0.41117</cdr:x>
      <cdr:y>0.87529</cdr:y>
    </cdr:to>
    <cdr:cxnSp macro="">
      <cdr:nvCxnSpPr>
        <cdr:cNvPr id="4" name="直接箭头连接符 3">
          <a:extLst xmlns:a="http://schemas.openxmlformats.org/drawingml/2006/main">
            <a:ext uri="{FF2B5EF4-FFF2-40B4-BE49-F238E27FC236}">
              <a16:creationId xmlns:a16="http://schemas.microsoft.com/office/drawing/2014/main" id="{07C297F9-A669-7FFF-356A-FF0D53DF79E2}"/>
            </a:ext>
          </a:extLst>
        </cdr:cNvPr>
        <cdr:cNvCxnSpPr/>
      </cdr:nvCxnSpPr>
      <cdr:spPr>
        <a:xfrm xmlns:a="http://schemas.openxmlformats.org/drawingml/2006/main">
          <a:off x="1657350" y="1377950"/>
          <a:ext cx="400050" cy="1028700"/>
        </a:xfrm>
        <a:prstGeom xmlns:a="http://schemas.openxmlformats.org/drawingml/2006/main" prst="straightConnector1">
          <a:avLst/>
        </a:prstGeom>
        <a:ln xmlns:a="http://schemas.openxmlformats.org/drawingml/2006/main" w="22225">
          <a:solidFill>
            <a:srgbClr val="C00000"/>
          </a:solidFill>
          <a:prstDash val="dash"/>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0.62563</cdr:x>
      <cdr:y>0.56351</cdr:y>
    </cdr:from>
    <cdr:to>
      <cdr:x>0.67893</cdr:x>
      <cdr:y>0.86374</cdr:y>
    </cdr:to>
    <cdr:cxnSp macro="">
      <cdr:nvCxnSpPr>
        <cdr:cNvPr id="5" name="直接箭头连接符 4">
          <a:extLst xmlns:a="http://schemas.openxmlformats.org/drawingml/2006/main">
            <a:ext uri="{FF2B5EF4-FFF2-40B4-BE49-F238E27FC236}">
              <a16:creationId xmlns:a16="http://schemas.microsoft.com/office/drawing/2014/main" id="{2002FF25-B93D-2A4F-021A-C1511D005D22}"/>
            </a:ext>
          </a:extLst>
        </cdr:cNvPr>
        <cdr:cNvCxnSpPr/>
      </cdr:nvCxnSpPr>
      <cdr:spPr>
        <a:xfrm xmlns:a="http://schemas.openxmlformats.org/drawingml/2006/main">
          <a:off x="3130550" y="1549400"/>
          <a:ext cx="266700" cy="825500"/>
        </a:xfrm>
        <a:prstGeom xmlns:a="http://schemas.openxmlformats.org/drawingml/2006/main" prst="straightConnector1">
          <a:avLst/>
        </a:prstGeom>
        <a:ln xmlns:a="http://schemas.openxmlformats.org/drawingml/2006/main" w="22225">
          <a:solidFill>
            <a:srgbClr val="C00000"/>
          </a:solidFill>
          <a:prstDash val="dash"/>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0.76523</cdr:x>
      <cdr:y>0.44804</cdr:y>
    </cdr:from>
    <cdr:to>
      <cdr:x>0.84518</cdr:x>
      <cdr:y>0.76443</cdr:y>
    </cdr:to>
    <cdr:cxnSp macro="">
      <cdr:nvCxnSpPr>
        <cdr:cNvPr id="7" name="直接箭头连接符 6">
          <a:extLst xmlns:a="http://schemas.openxmlformats.org/drawingml/2006/main">
            <a:ext uri="{FF2B5EF4-FFF2-40B4-BE49-F238E27FC236}">
              <a16:creationId xmlns:a16="http://schemas.microsoft.com/office/drawing/2014/main" id="{2B3854C6-7582-B960-D49D-17B544D95455}"/>
            </a:ext>
          </a:extLst>
        </cdr:cNvPr>
        <cdr:cNvCxnSpPr/>
      </cdr:nvCxnSpPr>
      <cdr:spPr>
        <a:xfrm xmlns:a="http://schemas.openxmlformats.org/drawingml/2006/main">
          <a:off x="3829050" y="1231900"/>
          <a:ext cx="400050" cy="869950"/>
        </a:xfrm>
        <a:prstGeom xmlns:a="http://schemas.openxmlformats.org/drawingml/2006/main" prst="straightConnector1">
          <a:avLst/>
        </a:prstGeom>
        <a:ln xmlns:a="http://schemas.openxmlformats.org/drawingml/2006/main" w="22225">
          <a:solidFill>
            <a:srgbClr val="C00000"/>
          </a:solidFill>
          <a:prstDash val="dash"/>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0.55711</cdr:x>
      <cdr:y>0.16397</cdr:y>
    </cdr:from>
    <cdr:to>
      <cdr:x>0.8769</cdr:x>
      <cdr:y>0.34642</cdr:y>
    </cdr:to>
    <cdr:sp macro="" textlink="">
      <cdr:nvSpPr>
        <cdr:cNvPr id="9" name="文本框 8">
          <a:extLst xmlns:a="http://schemas.openxmlformats.org/drawingml/2006/main">
            <a:ext uri="{FF2B5EF4-FFF2-40B4-BE49-F238E27FC236}">
              <a16:creationId xmlns:a16="http://schemas.microsoft.com/office/drawing/2014/main" id="{558309C2-A65B-4366-4B93-6807C17FDBC6}"/>
            </a:ext>
          </a:extLst>
        </cdr:cNvPr>
        <cdr:cNvSpPr txBox="1"/>
      </cdr:nvSpPr>
      <cdr:spPr>
        <a:xfrm xmlns:a="http://schemas.openxmlformats.org/drawingml/2006/main">
          <a:off x="2787650" y="450850"/>
          <a:ext cx="1600200" cy="501650"/>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zh-CN" altLang="en-US" sz="800" b="1" kern="1200">
              <a:solidFill>
                <a:srgbClr val="C00000"/>
              </a:solidFill>
              <a:latin typeface="Arial" panose="020B0604020202020204" pitchFamily="34" charset="0"/>
              <a:ea typeface="思源黑体 CN Regular" panose="020B0500000000000000" pitchFamily="34" charset="-122"/>
              <a:cs typeface="Arial" panose="020B0604020202020204" pitchFamily="34" charset="0"/>
            </a:rPr>
            <a:t>最近一年美元指数几轮回撤，恒科都偏向于震荡</a:t>
          </a:r>
        </a:p>
      </cdr:txBody>
    </cdr:sp>
  </cdr:relSizeAnchor>
</c:userShapes>
</file>

<file path=ppt/drawings/drawing8.xml><?xml version="1.0" encoding="utf-8"?>
<c:userShapes xmlns:c="http://schemas.openxmlformats.org/drawingml/2006/chart">
  <cdr:relSizeAnchor xmlns:cdr="http://schemas.openxmlformats.org/drawingml/2006/chartDrawing">
    <cdr:from>
      <cdr:x>0.57431</cdr:x>
      <cdr:y>0.28951</cdr:y>
    </cdr:from>
    <cdr:to>
      <cdr:x>0.62529</cdr:x>
      <cdr:y>0.38951</cdr:y>
    </cdr:to>
    <cdr:sp macro="" textlink="">
      <cdr:nvSpPr>
        <cdr:cNvPr id="2" name="椭圆 1">
          <a:extLst xmlns:a="http://schemas.openxmlformats.org/drawingml/2006/main">
            <a:ext uri="{FF2B5EF4-FFF2-40B4-BE49-F238E27FC236}">
              <a16:creationId xmlns:a16="http://schemas.microsoft.com/office/drawing/2014/main" id="{20154FFE-0120-53ED-1479-83FFA9875A2F}"/>
            </a:ext>
          </a:extLst>
        </cdr:cNvPr>
        <cdr:cNvSpPr/>
      </cdr:nvSpPr>
      <cdr:spPr>
        <a:xfrm xmlns:a="http://schemas.openxmlformats.org/drawingml/2006/main">
          <a:off x="5816798" y="1516656"/>
          <a:ext cx="516339" cy="523875"/>
        </a:xfrm>
        <a:prstGeom xmlns:a="http://schemas.openxmlformats.org/drawingml/2006/main" prst="ellipse">
          <a:avLst/>
        </a:prstGeom>
        <a:solidFill xmlns:a="http://schemas.openxmlformats.org/drawingml/2006/main">
          <a:srgbClr val="C0000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zh-CN" altLang="en-US" kern="1200"/>
        </a:p>
      </cdr:txBody>
    </cdr:sp>
  </cdr:relSizeAnchor>
  <cdr:relSizeAnchor xmlns:cdr="http://schemas.openxmlformats.org/drawingml/2006/chartDrawing">
    <cdr:from>
      <cdr:x>0.36246</cdr:x>
      <cdr:y>0.23067</cdr:y>
    </cdr:from>
    <cdr:to>
      <cdr:x>0.41345</cdr:x>
      <cdr:y>0.33067</cdr:y>
    </cdr:to>
    <cdr:sp macro="" textlink="">
      <cdr:nvSpPr>
        <cdr:cNvPr id="3" name="椭圆 2">
          <a:extLst xmlns:a="http://schemas.openxmlformats.org/drawingml/2006/main">
            <a:ext uri="{FF2B5EF4-FFF2-40B4-BE49-F238E27FC236}">
              <a16:creationId xmlns:a16="http://schemas.microsoft.com/office/drawing/2014/main" id="{88CDFFC7-4678-F07E-D920-6B1F3DDE1160}"/>
            </a:ext>
          </a:extLst>
        </cdr:cNvPr>
        <cdr:cNvSpPr/>
      </cdr:nvSpPr>
      <cdr:spPr>
        <a:xfrm xmlns:a="http://schemas.openxmlformats.org/drawingml/2006/main">
          <a:off x="3671094" y="1208407"/>
          <a:ext cx="516439" cy="523875"/>
        </a:xfrm>
        <a:prstGeom xmlns:a="http://schemas.openxmlformats.org/drawingml/2006/main" prst="ellipse">
          <a:avLst/>
        </a:prstGeom>
        <a:solidFill xmlns:a="http://schemas.openxmlformats.org/drawingml/2006/main">
          <a:srgbClr val="C0000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0.61879</cdr:x>
      <cdr:y>0.22662</cdr:y>
    </cdr:from>
    <cdr:to>
      <cdr:x>0.66978</cdr:x>
      <cdr:y>0.32662</cdr:y>
    </cdr:to>
    <cdr:sp macro="" textlink="">
      <cdr:nvSpPr>
        <cdr:cNvPr id="4" name="椭圆 3">
          <a:extLst xmlns:a="http://schemas.openxmlformats.org/drawingml/2006/main">
            <a:ext uri="{FF2B5EF4-FFF2-40B4-BE49-F238E27FC236}">
              <a16:creationId xmlns:a16="http://schemas.microsoft.com/office/drawing/2014/main" id="{88CDFFC7-4678-F07E-D920-6B1F3DDE1160}"/>
            </a:ext>
          </a:extLst>
        </cdr:cNvPr>
        <cdr:cNvSpPr/>
      </cdr:nvSpPr>
      <cdr:spPr>
        <a:xfrm xmlns:a="http://schemas.openxmlformats.org/drawingml/2006/main">
          <a:off x="6267298" y="1187183"/>
          <a:ext cx="516440" cy="523875"/>
        </a:xfrm>
        <a:prstGeom xmlns:a="http://schemas.openxmlformats.org/drawingml/2006/main" prst="ellipse">
          <a:avLst/>
        </a:prstGeom>
        <a:solidFill xmlns:a="http://schemas.openxmlformats.org/drawingml/2006/main">
          <a:srgbClr val="C0000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0.70891</cdr:x>
      <cdr:y>0.21856</cdr:y>
    </cdr:from>
    <cdr:to>
      <cdr:x>0.7599</cdr:x>
      <cdr:y>0.31856</cdr:y>
    </cdr:to>
    <cdr:sp macro="" textlink="">
      <cdr:nvSpPr>
        <cdr:cNvPr id="5" name="椭圆 4">
          <a:extLst xmlns:a="http://schemas.openxmlformats.org/drawingml/2006/main">
            <a:ext uri="{FF2B5EF4-FFF2-40B4-BE49-F238E27FC236}">
              <a16:creationId xmlns:a16="http://schemas.microsoft.com/office/drawing/2014/main" id="{F41021AE-A7D4-8085-8A80-6C1EDCE704AA}"/>
            </a:ext>
          </a:extLst>
        </cdr:cNvPr>
        <cdr:cNvSpPr/>
      </cdr:nvSpPr>
      <cdr:spPr>
        <a:xfrm xmlns:a="http://schemas.openxmlformats.org/drawingml/2006/main">
          <a:off x="7179973" y="1144995"/>
          <a:ext cx="516439" cy="523875"/>
        </a:xfrm>
        <a:prstGeom xmlns:a="http://schemas.openxmlformats.org/drawingml/2006/main" prst="ellipse">
          <a:avLst/>
        </a:prstGeom>
        <a:solidFill xmlns:a="http://schemas.openxmlformats.org/drawingml/2006/main">
          <a:srgbClr val="C0000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0.85307</cdr:x>
      <cdr:y>0.19988</cdr:y>
    </cdr:from>
    <cdr:to>
      <cdr:x>0.90406</cdr:x>
      <cdr:y>0.29988</cdr:y>
    </cdr:to>
    <cdr:sp macro="" textlink="">
      <cdr:nvSpPr>
        <cdr:cNvPr id="6" name="椭圆 5">
          <a:extLst xmlns:a="http://schemas.openxmlformats.org/drawingml/2006/main">
            <a:ext uri="{FF2B5EF4-FFF2-40B4-BE49-F238E27FC236}">
              <a16:creationId xmlns:a16="http://schemas.microsoft.com/office/drawing/2014/main" id="{F41021AE-A7D4-8085-8A80-6C1EDCE704AA}"/>
            </a:ext>
          </a:extLst>
        </cdr:cNvPr>
        <cdr:cNvSpPr/>
      </cdr:nvSpPr>
      <cdr:spPr>
        <a:xfrm xmlns:a="http://schemas.openxmlformats.org/drawingml/2006/main">
          <a:off x="8640110" y="1047129"/>
          <a:ext cx="516440" cy="523875"/>
        </a:xfrm>
        <a:prstGeom xmlns:a="http://schemas.openxmlformats.org/drawingml/2006/main" prst="ellipse">
          <a:avLst/>
        </a:prstGeom>
        <a:solidFill xmlns:a="http://schemas.openxmlformats.org/drawingml/2006/main">
          <a:srgbClr val="C0000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0.37299</cdr:x>
      <cdr:y>0.88065</cdr:y>
    </cdr:from>
    <cdr:to>
      <cdr:x>0.42398</cdr:x>
      <cdr:y>0.98065</cdr:y>
    </cdr:to>
    <cdr:sp macro="" textlink="">
      <cdr:nvSpPr>
        <cdr:cNvPr id="7" name="椭圆 6">
          <a:extLst xmlns:a="http://schemas.openxmlformats.org/drawingml/2006/main">
            <a:ext uri="{FF2B5EF4-FFF2-40B4-BE49-F238E27FC236}">
              <a16:creationId xmlns:a16="http://schemas.microsoft.com/office/drawing/2014/main" id="{33E6B273-6640-4993-CC51-7B5A827FF9D6}"/>
            </a:ext>
          </a:extLst>
        </cdr:cNvPr>
        <cdr:cNvSpPr/>
      </cdr:nvSpPr>
      <cdr:spPr>
        <a:xfrm xmlns:a="http://schemas.openxmlformats.org/drawingml/2006/main">
          <a:off x="2958249" y="3467101"/>
          <a:ext cx="404409" cy="393700"/>
        </a:xfrm>
        <a:prstGeom xmlns:a="http://schemas.openxmlformats.org/drawingml/2006/main" prst="ellipse">
          <a:avLst/>
        </a:prstGeom>
        <a:solidFill xmlns:a="http://schemas.openxmlformats.org/drawingml/2006/main">
          <a:srgbClr val="00B05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0.57954</cdr:x>
      <cdr:y>0.81799</cdr:y>
    </cdr:from>
    <cdr:to>
      <cdr:x>0.63052</cdr:x>
      <cdr:y>0.91799</cdr:y>
    </cdr:to>
    <cdr:sp macro="" textlink="">
      <cdr:nvSpPr>
        <cdr:cNvPr id="8" name="椭圆 7">
          <a:extLst xmlns:a="http://schemas.openxmlformats.org/drawingml/2006/main">
            <a:ext uri="{FF2B5EF4-FFF2-40B4-BE49-F238E27FC236}">
              <a16:creationId xmlns:a16="http://schemas.microsoft.com/office/drawing/2014/main" id="{05FF3013-E101-3CD7-3150-D6ADA09DB931}"/>
            </a:ext>
          </a:extLst>
        </cdr:cNvPr>
        <cdr:cNvSpPr/>
      </cdr:nvSpPr>
      <cdr:spPr>
        <a:xfrm xmlns:a="http://schemas.openxmlformats.org/drawingml/2006/main">
          <a:off x="2920885" y="2061335"/>
          <a:ext cx="256939" cy="252000"/>
        </a:xfrm>
        <a:prstGeom xmlns:a="http://schemas.openxmlformats.org/drawingml/2006/main" prst="ellipse">
          <a:avLst/>
        </a:prstGeom>
        <a:solidFill xmlns:a="http://schemas.openxmlformats.org/drawingml/2006/main">
          <a:srgbClr val="00B05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0.63807</cdr:x>
      <cdr:y>0.77923</cdr:y>
    </cdr:from>
    <cdr:to>
      <cdr:x>0.68906</cdr:x>
      <cdr:y>0.87923</cdr:y>
    </cdr:to>
    <cdr:sp macro="" textlink="">
      <cdr:nvSpPr>
        <cdr:cNvPr id="9" name="椭圆 8">
          <a:extLst xmlns:a="http://schemas.openxmlformats.org/drawingml/2006/main">
            <a:ext uri="{FF2B5EF4-FFF2-40B4-BE49-F238E27FC236}">
              <a16:creationId xmlns:a16="http://schemas.microsoft.com/office/drawing/2014/main" id="{05FF3013-E101-3CD7-3150-D6ADA09DB931}"/>
            </a:ext>
          </a:extLst>
        </cdr:cNvPr>
        <cdr:cNvSpPr/>
      </cdr:nvSpPr>
      <cdr:spPr>
        <a:xfrm xmlns:a="http://schemas.openxmlformats.org/drawingml/2006/main">
          <a:off x="3215878" y="1963659"/>
          <a:ext cx="256990" cy="252000"/>
        </a:xfrm>
        <a:prstGeom xmlns:a="http://schemas.openxmlformats.org/drawingml/2006/main" prst="ellipse">
          <a:avLst/>
        </a:prstGeom>
        <a:solidFill xmlns:a="http://schemas.openxmlformats.org/drawingml/2006/main">
          <a:srgbClr val="00B05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0.71</cdr:x>
      <cdr:y>0.62505</cdr:y>
    </cdr:from>
    <cdr:to>
      <cdr:x>0.76098</cdr:x>
      <cdr:y>0.72505</cdr:y>
    </cdr:to>
    <cdr:sp macro="" textlink="">
      <cdr:nvSpPr>
        <cdr:cNvPr id="10" name="椭圆 9">
          <a:extLst xmlns:a="http://schemas.openxmlformats.org/drawingml/2006/main">
            <a:ext uri="{FF2B5EF4-FFF2-40B4-BE49-F238E27FC236}">
              <a16:creationId xmlns:a16="http://schemas.microsoft.com/office/drawing/2014/main" id="{05FF3013-E101-3CD7-3150-D6ADA09DB931}"/>
            </a:ext>
          </a:extLst>
        </cdr:cNvPr>
        <cdr:cNvSpPr/>
      </cdr:nvSpPr>
      <cdr:spPr>
        <a:xfrm xmlns:a="http://schemas.openxmlformats.org/drawingml/2006/main">
          <a:off x="3578407" y="1575124"/>
          <a:ext cx="256939" cy="252000"/>
        </a:xfrm>
        <a:prstGeom xmlns:a="http://schemas.openxmlformats.org/drawingml/2006/main" prst="ellipse">
          <a:avLst/>
        </a:prstGeom>
        <a:solidFill xmlns:a="http://schemas.openxmlformats.org/drawingml/2006/main">
          <a:srgbClr val="00B05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0.79866</cdr:x>
      <cdr:y>0.44875</cdr:y>
    </cdr:from>
    <cdr:to>
      <cdr:x>0.84965</cdr:x>
      <cdr:y>0.54875</cdr:y>
    </cdr:to>
    <cdr:sp macro="" textlink="">
      <cdr:nvSpPr>
        <cdr:cNvPr id="11" name="椭圆 10">
          <a:extLst xmlns:a="http://schemas.openxmlformats.org/drawingml/2006/main">
            <a:ext uri="{FF2B5EF4-FFF2-40B4-BE49-F238E27FC236}">
              <a16:creationId xmlns:a16="http://schemas.microsoft.com/office/drawing/2014/main" id="{05FF3013-E101-3CD7-3150-D6ADA09DB931}"/>
            </a:ext>
          </a:extLst>
        </cdr:cNvPr>
        <cdr:cNvSpPr/>
      </cdr:nvSpPr>
      <cdr:spPr>
        <a:xfrm xmlns:a="http://schemas.openxmlformats.org/drawingml/2006/main">
          <a:off x="3973492" y="1116162"/>
          <a:ext cx="253687" cy="248730"/>
        </a:xfrm>
        <a:prstGeom xmlns:a="http://schemas.openxmlformats.org/drawingml/2006/main" prst="ellipse">
          <a:avLst/>
        </a:prstGeom>
        <a:solidFill xmlns:a="http://schemas.openxmlformats.org/drawingml/2006/main">
          <a:srgbClr val="00B05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0.05385</cdr:x>
      <cdr:y>0.29701</cdr:y>
    </cdr:from>
    <cdr:to>
      <cdr:x>0.91981</cdr:x>
      <cdr:y>0.29701</cdr:y>
    </cdr:to>
    <cdr:cxnSp macro="">
      <cdr:nvCxnSpPr>
        <cdr:cNvPr id="12" name="直接连接符 11">
          <a:extLst xmlns:a="http://schemas.openxmlformats.org/drawingml/2006/main">
            <a:ext uri="{FF2B5EF4-FFF2-40B4-BE49-F238E27FC236}">
              <a16:creationId xmlns:a16="http://schemas.microsoft.com/office/drawing/2014/main" id="{6F1BAA3B-53C7-45FD-FBE2-5B799A2A3344}"/>
            </a:ext>
          </a:extLst>
        </cdr:cNvPr>
        <cdr:cNvCxnSpPr/>
      </cdr:nvCxnSpPr>
      <cdr:spPr>
        <a:xfrm xmlns:a="http://schemas.openxmlformats.org/drawingml/2006/main">
          <a:off x="545410" y="1555964"/>
          <a:ext cx="8770660" cy="0"/>
        </a:xfrm>
        <a:prstGeom xmlns:a="http://schemas.openxmlformats.org/drawingml/2006/main" prst="line">
          <a:avLst/>
        </a:prstGeom>
        <a:ln xmlns:a="http://schemas.openxmlformats.org/drawingml/2006/main" w="38100">
          <a:solidFill>
            <a:srgbClr val="C00000"/>
          </a:solidFill>
          <a:prstDash val="dash"/>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0.04969</cdr:x>
      <cdr:y>0.84668</cdr:y>
    </cdr:from>
    <cdr:to>
      <cdr:x>0.91564</cdr:x>
      <cdr:y>0.84668</cdr:y>
    </cdr:to>
    <cdr:cxnSp macro="">
      <cdr:nvCxnSpPr>
        <cdr:cNvPr id="13" name="直接连接符 12">
          <a:extLst xmlns:a="http://schemas.openxmlformats.org/drawingml/2006/main">
            <a:ext uri="{FF2B5EF4-FFF2-40B4-BE49-F238E27FC236}">
              <a16:creationId xmlns:a16="http://schemas.microsoft.com/office/drawing/2014/main" id="{EAAF1E06-0EEC-4956-9736-5F3165336E9E}"/>
            </a:ext>
          </a:extLst>
        </cdr:cNvPr>
        <cdr:cNvCxnSpPr/>
      </cdr:nvCxnSpPr>
      <cdr:spPr>
        <a:xfrm xmlns:a="http://schemas.openxmlformats.org/drawingml/2006/main">
          <a:off x="250436" y="2133633"/>
          <a:ext cx="4364388" cy="0"/>
        </a:xfrm>
        <a:prstGeom xmlns:a="http://schemas.openxmlformats.org/drawingml/2006/main" prst="line">
          <a:avLst/>
        </a:prstGeom>
        <a:ln xmlns:a="http://schemas.openxmlformats.org/drawingml/2006/main" w="38100">
          <a:solidFill>
            <a:srgbClr val="C00000"/>
          </a:solidFill>
          <a:prstDash val="dash"/>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0.38816</cdr:x>
      <cdr:y>0.07258</cdr:y>
    </cdr:from>
    <cdr:to>
      <cdr:x>0.82484</cdr:x>
      <cdr:y>0.2219</cdr:y>
    </cdr:to>
    <cdr:sp macro="" textlink="">
      <cdr:nvSpPr>
        <cdr:cNvPr id="14" name="文本框 13">
          <a:extLst xmlns:a="http://schemas.openxmlformats.org/drawingml/2006/main">
            <a:ext uri="{FF2B5EF4-FFF2-40B4-BE49-F238E27FC236}">
              <a16:creationId xmlns:a16="http://schemas.microsoft.com/office/drawing/2014/main" id="{68CC7159-6D87-9269-E395-CA376353FC70}"/>
            </a:ext>
          </a:extLst>
        </cdr:cNvPr>
        <cdr:cNvSpPr txBox="1"/>
      </cdr:nvSpPr>
      <cdr:spPr>
        <a:xfrm xmlns:a="http://schemas.openxmlformats.org/drawingml/2006/main">
          <a:off x="3931382" y="315705"/>
          <a:ext cx="4422804" cy="649495"/>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zh-CN" altLang="en-US" sz="1200" b="1" i="1" kern="1200">
              <a:solidFill>
                <a:srgbClr val="C00000"/>
              </a:solidFill>
              <a:latin typeface="思源黑体 CN Regular" panose="020B0500000000000000" pitchFamily="34" charset="-122"/>
              <a:ea typeface="思源黑体 CN Regular" panose="020B0500000000000000" pitchFamily="34" charset="-122"/>
              <a:cs typeface="Arial" panose="020B0604020202020204" pitchFamily="34" charset="0"/>
            </a:rPr>
            <a:t>港股上涨，逼空行情</a:t>
          </a:r>
        </a:p>
      </cdr:txBody>
    </cdr:sp>
  </cdr:relSizeAnchor>
  <cdr:relSizeAnchor xmlns:cdr="http://schemas.openxmlformats.org/drawingml/2006/chartDrawing">
    <cdr:from>
      <cdr:x>0.67913</cdr:x>
      <cdr:y>0.28605</cdr:y>
    </cdr:from>
    <cdr:to>
      <cdr:x>0.73012</cdr:x>
      <cdr:y>0.38605</cdr:y>
    </cdr:to>
    <cdr:sp macro="" textlink="">
      <cdr:nvSpPr>
        <cdr:cNvPr id="15" name="椭圆 14">
          <a:extLst xmlns:a="http://schemas.openxmlformats.org/drawingml/2006/main">
            <a:ext uri="{FF2B5EF4-FFF2-40B4-BE49-F238E27FC236}">
              <a16:creationId xmlns:a16="http://schemas.microsoft.com/office/drawing/2014/main" id="{EB50B1FB-1F1A-73D2-4FCB-835A5CA997A5}"/>
            </a:ext>
          </a:extLst>
        </cdr:cNvPr>
        <cdr:cNvSpPr/>
      </cdr:nvSpPr>
      <cdr:spPr>
        <a:xfrm xmlns:a="http://schemas.openxmlformats.org/drawingml/2006/main">
          <a:off x="6878442" y="1498537"/>
          <a:ext cx="516439" cy="523875"/>
        </a:xfrm>
        <a:prstGeom xmlns:a="http://schemas.openxmlformats.org/drawingml/2006/main" prst="ellipse">
          <a:avLst/>
        </a:prstGeom>
        <a:solidFill xmlns:a="http://schemas.openxmlformats.org/drawingml/2006/main">
          <a:srgbClr val="C0000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0.6724</cdr:x>
      <cdr:y>0.70344</cdr:y>
    </cdr:from>
    <cdr:to>
      <cdr:x>0.72338</cdr:x>
      <cdr:y>0.80344</cdr:y>
    </cdr:to>
    <cdr:sp macro="" textlink="">
      <cdr:nvSpPr>
        <cdr:cNvPr id="16" name="椭圆 15">
          <a:extLst xmlns:a="http://schemas.openxmlformats.org/drawingml/2006/main">
            <a:ext uri="{FF2B5EF4-FFF2-40B4-BE49-F238E27FC236}">
              <a16:creationId xmlns:a16="http://schemas.microsoft.com/office/drawing/2014/main" id="{9F9518DA-5D5D-8520-8603-903B9494F6C1}"/>
            </a:ext>
          </a:extLst>
        </cdr:cNvPr>
        <cdr:cNvSpPr/>
      </cdr:nvSpPr>
      <cdr:spPr>
        <a:xfrm xmlns:a="http://schemas.openxmlformats.org/drawingml/2006/main">
          <a:off x="3388902" y="1772668"/>
          <a:ext cx="256939" cy="252000"/>
        </a:xfrm>
        <a:prstGeom xmlns:a="http://schemas.openxmlformats.org/drawingml/2006/main" prst="ellipse">
          <a:avLst/>
        </a:prstGeom>
        <a:solidFill xmlns:a="http://schemas.openxmlformats.org/drawingml/2006/main">
          <a:srgbClr val="00B05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0.79687</cdr:x>
      <cdr:y>0.237</cdr:y>
    </cdr:from>
    <cdr:to>
      <cdr:x>0.84786</cdr:x>
      <cdr:y>0.337</cdr:y>
    </cdr:to>
    <cdr:sp macro="" textlink="">
      <cdr:nvSpPr>
        <cdr:cNvPr id="17" name="椭圆 16">
          <a:extLst xmlns:a="http://schemas.openxmlformats.org/drawingml/2006/main">
            <a:ext uri="{FF2B5EF4-FFF2-40B4-BE49-F238E27FC236}">
              <a16:creationId xmlns:a16="http://schemas.microsoft.com/office/drawing/2014/main" id="{6E9A195E-E021-38BD-3536-3D5E6AAA3CC5}"/>
            </a:ext>
          </a:extLst>
        </cdr:cNvPr>
        <cdr:cNvSpPr/>
      </cdr:nvSpPr>
      <cdr:spPr>
        <a:xfrm xmlns:a="http://schemas.openxmlformats.org/drawingml/2006/main">
          <a:off x="8070849" y="1241562"/>
          <a:ext cx="516440" cy="523875"/>
        </a:xfrm>
        <a:prstGeom xmlns:a="http://schemas.openxmlformats.org/drawingml/2006/main" prst="ellipse">
          <a:avLst/>
        </a:prstGeom>
        <a:solidFill xmlns:a="http://schemas.openxmlformats.org/drawingml/2006/main">
          <a:srgbClr val="C0000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0.84588</cdr:x>
      <cdr:y>0.45385</cdr:y>
    </cdr:from>
    <cdr:to>
      <cdr:x>0.89687</cdr:x>
      <cdr:y>0.55385</cdr:y>
    </cdr:to>
    <cdr:sp macro="" textlink="">
      <cdr:nvSpPr>
        <cdr:cNvPr id="18" name="椭圆 17"/>
        <cdr:cNvSpPr/>
      </cdr:nvSpPr>
      <cdr:spPr>
        <a:xfrm xmlns:a="http://schemas.openxmlformats.org/drawingml/2006/main">
          <a:off x="4208442" y="1128862"/>
          <a:ext cx="253687" cy="248730"/>
        </a:xfrm>
        <a:prstGeom xmlns:a="http://schemas.openxmlformats.org/drawingml/2006/main" prst="ellipse">
          <a:avLst/>
        </a:prstGeom>
        <a:solidFill xmlns:a="http://schemas.openxmlformats.org/drawingml/2006/main">
          <a:srgbClr val="00B05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userShapes>
</file>

<file path=ppt/drawings/drawing9.xml><?xml version="1.0" encoding="utf-8"?>
<c:userShapes xmlns:c="http://schemas.openxmlformats.org/drawingml/2006/chart">
  <cdr:relSizeAnchor xmlns:cdr="http://schemas.openxmlformats.org/drawingml/2006/chartDrawing">
    <cdr:from>
      <cdr:x>0.07136</cdr:x>
      <cdr:y>0.72374</cdr:y>
    </cdr:from>
    <cdr:to>
      <cdr:x>0.92938</cdr:x>
      <cdr:y>0.7266</cdr:y>
    </cdr:to>
    <cdr:cxnSp macro="">
      <cdr:nvCxnSpPr>
        <cdr:cNvPr id="3" name="直接连接符 2">
          <a:extLst xmlns:a="http://schemas.openxmlformats.org/drawingml/2006/main">
            <a:ext uri="{FF2B5EF4-FFF2-40B4-BE49-F238E27FC236}">
              <a16:creationId xmlns:a16="http://schemas.microsoft.com/office/drawing/2014/main" id="{20587C2A-F96B-B49C-28BE-012F11CA6133}"/>
            </a:ext>
          </a:extLst>
        </cdr:cNvPr>
        <cdr:cNvCxnSpPr/>
      </cdr:nvCxnSpPr>
      <cdr:spPr>
        <a:xfrm xmlns:a="http://schemas.openxmlformats.org/drawingml/2006/main">
          <a:off x="360333" y="1828837"/>
          <a:ext cx="4332316" cy="7220"/>
        </a:xfrm>
        <a:prstGeom xmlns:a="http://schemas.openxmlformats.org/drawingml/2006/main" prst="line">
          <a:avLst/>
        </a:prstGeom>
        <a:ln xmlns:a="http://schemas.openxmlformats.org/drawingml/2006/main" w="31750">
          <a:solidFill>
            <a:srgbClr val="C00000"/>
          </a:solidFill>
          <a:prstDash val="dash"/>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0.06454</cdr:x>
      <cdr:y>0.66945</cdr:y>
    </cdr:from>
    <cdr:to>
      <cdr:x>0.12129</cdr:x>
      <cdr:y>0.74483</cdr:y>
    </cdr:to>
    <cdr:sp macro="" textlink="">
      <cdr:nvSpPr>
        <cdr:cNvPr id="4" name="椭圆 3">
          <a:extLst xmlns:a="http://schemas.openxmlformats.org/drawingml/2006/main">
            <a:ext uri="{FF2B5EF4-FFF2-40B4-BE49-F238E27FC236}">
              <a16:creationId xmlns:a16="http://schemas.microsoft.com/office/drawing/2014/main" id="{A201F827-AA7C-DF79-5690-1C982E929820}"/>
            </a:ext>
          </a:extLst>
        </cdr:cNvPr>
        <cdr:cNvSpPr/>
      </cdr:nvSpPr>
      <cdr:spPr>
        <a:xfrm xmlns:a="http://schemas.openxmlformats.org/drawingml/2006/main">
          <a:off x="669636" y="4819403"/>
          <a:ext cx="588818" cy="542636"/>
        </a:xfrm>
        <a:prstGeom xmlns:a="http://schemas.openxmlformats.org/drawingml/2006/main" prst="ellipse">
          <a:avLst/>
        </a:prstGeom>
        <a:solidFill xmlns:a="http://schemas.openxmlformats.org/drawingml/2006/main">
          <a:srgbClr val="C0000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zh-CN" altLang="en-US" kern="1200"/>
        </a:p>
      </cdr:txBody>
    </cdr:sp>
  </cdr:relSizeAnchor>
  <cdr:relSizeAnchor xmlns:cdr="http://schemas.openxmlformats.org/drawingml/2006/chartDrawing">
    <cdr:from>
      <cdr:x>0.14176</cdr:x>
      <cdr:y>0.6662</cdr:y>
    </cdr:from>
    <cdr:to>
      <cdr:x>0.19851</cdr:x>
      <cdr:y>0.74158</cdr:y>
    </cdr:to>
    <cdr:sp macro="" textlink="">
      <cdr:nvSpPr>
        <cdr:cNvPr id="5" name="椭圆 4">
          <a:extLst xmlns:a="http://schemas.openxmlformats.org/drawingml/2006/main">
            <a:ext uri="{FF2B5EF4-FFF2-40B4-BE49-F238E27FC236}">
              <a16:creationId xmlns:a16="http://schemas.microsoft.com/office/drawing/2014/main" id="{A86048ED-F137-4CD6-FE3A-231307E0A814}"/>
            </a:ext>
          </a:extLst>
        </cdr:cNvPr>
        <cdr:cNvSpPr/>
      </cdr:nvSpPr>
      <cdr:spPr>
        <a:xfrm xmlns:a="http://schemas.openxmlformats.org/drawingml/2006/main">
          <a:off x="1470890" y="4795982"/>
          <a:ext cx="588818" cy="542636"/>
        </a:xfrm>
        <a:prstGeom xmlns:a="http://schemas.openxmlformats.org/drawingml/2006/main" prst="ellipse">
          <a:avLst/>
        </a:prstGeom>
        <a:solidFill xmlns:a="http://schemas.openxmlformats.org/drawingml/2006/main">
          <a:srgbClr val="C0000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0.29203</cdr:x>
      <cdr:y>0.72779</cdr:y>
    </cdr:from>
    <cdr:to>
      <cdr:x>0.34878</cdr:x>
      <cdr:y>0.80316</cdr:y>
    </cdr:to>
    <cdr:sp macro="" textlink="">
      <cdr:nvSpPr>
        <cdr:cNvPr id="6" name="椭圆 5">
          <a:extLst xmlns:a="http://schemas.openxmlformats.org/drawingml/2006/main">
            <a:ext uri="{FF2B5EF4-FFF2-40B4-BE49-F238E27FC236}">
              <a16:creationId xmlns:a16="http://schemas.microsoft.com/office/drawing/2014/main" id="{A86048ED-F137-4CD6-FE3A-231307E0A814}"/>
            </a:ext>
          </a:extLst>
        </cdr:cNvPr>
        <cdr:cNvSpPr/>
      </cdr:nvSpPr>
      <cdr:spPr>
        <a:xfrm xmlns:a="http://schemas.openxmlformats.org/drawingml/2006/main">
          <a:off x="1474533" y="1839066"/>
          <a:ext cx="286544" cy="190455"/>
        </a:xfrm>
        <a:prstGeom xmlns:a="http://schemas.openxmlformats.org/drawingml/2006/main" prst="ellipse">
          <a:avLst/>
        </a:prstGeom>
        <a:solidFill xmlns:a="http://schemas.openxmlformats.org/drawingml/2006/main">
          <a:srgbClr val="C0000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0.3647</cdr:x>
      <cdr:y>0.68812</cdr:y>
    </cdr:from>
    <cdr:to>
      <cdr:x>0.42144</cdr:x>
      <cdr:y>0.7635</cdr:y>
    </cdr:to>
    <cdr:sp macro="" textlink="">
      <cdr:nvSpPr>
        <cdr:cNvPr id="7" name="椭圆 6">
          <a:extLst xmlns:a="http://schemas.openxmlformats.org/drawingml/2006/main">
            <a:ext uri="{FF2B5EF4-FFF2-40B4-BE49-F238E27FC236}">
              <a16:creationId xmlns:a16="http://schemas.microsoft.com/office/drawing/2014/main" id="{A86048ED-F137-4CD6-FE3A-231307E0A814}"/>
            </a:ext>
          </a:extLst>
        </cdr:cNvPr>
        <cdr:cNvSpPr/>
      </cdr:nvSpPr>
      <cdr:spPr>
        <a:xfrm xmlns:a="http://schemas.openxmlformats.org/drawingml/2006/main">
          <a:off x="1841466" y="1738827"/>
          <a:ext cx="286494" cy="190480"/>
        </a:xfrm>
        <a:prstGeom xmlns:a="http://schemas.openxmlformats.org/drawingml/2006/main" prst="ellipse">
          <a:avLst/>
        </a:prstGeom>
        <a:solidFill xmlns:a="http://schemas.openxmlformats.org/drawingml/2006/main">
          <a:srgbClr val="C0000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0.54603</cdr:x>
      <cdr:y>0.70459</cdr:y>
    </cdr:from>
    <cdr:to>
      <cdr:x>0.60278</cdr:x>
      <cdr:y>0.77996</cdr:y>
    </cdr:to>
    <cdr:sp macro="" textlink="">
      <cdr:nvSpPr>
        <cdr:cNvPr id="8" name="椭圆 7">
          <a:extLst xmlns:a="http://schemas.openxmlformats.org/drawingml/2006/main">
            <a:ext uri="{FF2B5EF4-FFF2-40B4-BE49-F238E27FC236}">
              <a16:creationId xmlns:a16="http://schemas.microsoft.com/office/drawing/2014/main" id="{A86048ED-F137-4CD6-FE3A-231307E0A814}"/>
            </a:ext>
          </a:extLst>
        </cdr:cNvPr>
        <cdr:cNvSpPr/>
      </cdr:nvSpPr>
      <cdr:spPr>
        <a:xfrm xmlns:a="http://schemas.openxmlformats.org/drawingml/2006/main">
          <a:off x="2757039" y="1780450"/>
          <a:ext cx="286544" cy="190455"/>
        </a:xfrm>
        <a:prstGeom xmlns:a="http://schemas.openxmlformats.org/drawingml/2006/main" prst="ellipse">
          <a:avLst/>
        </a:prstGeom>
        <a:solidFill xmlns:a="http://schemas.openxmlformats.org/drawingml/2006/main">
          <a:srgbClr val="C0000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0.75667</cdr:x>
      <cdr:y>0.66843</cdr:y>
    </cdr:from>
    <cdr:to>
      <cdr:x>0.81342</cdr:x>
      <cdr:y>0.7438</cdr:y>
    </cdr:to>
    <cdr:sp macro="" textlink="">
      <cdr:nvSpPr>
        <cdr:cNvPr id="9" name="椭圆 8">
          <a:extLst xmlns:a="http://schemas.openxmlformats.org/drawingml/2006/main">
            <a:ext uri="{FF2B5EF4-FFF2-40B4-BE49-F238E27FC236}">
              <a16:creationId xmlns:a16="http://schemas.microsoft.com/office/drawing/2014/main" id="{A86048ED-F137-4CD6-FE3A-231307E0A814}"/>
            </a:ext>
          </a:extLst>
        </cdr:cNvPr>
        <cdr:cNvSpPr/>
      </cdr:nvSpPr>
      <cdr:spPr>
        <a:xfrm xmlns:a="http://schemas.openxmlformats.org/drawingml/2006/main">
          <a:off x="3820582" y="1689081"/>
          <a:ext cx="286544" cy="190455"/>
        </a:xfrm>
        <a:prstGeom xmlns:a="http://schemas.openxmlformats.org/drawingml/2006/main" prst="ellipse">
          <a:avLst/>
        </a:prstGeom>
        <a:solidFill xmlns:a="http://schemas.openxmlformats.org/drawingml/2006/main">
          <a:srgbClr val="C0000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userShapes>
</file>

<file path=ppt/drawings/drawing10.xml><?xml version="1.0" encoding="utf-8"?>
<c:userShapes xmlns:c="http://schemas.openxmlformats.org/drawingml/2006/chart">
  <cdr:relSizeAnchor xmlns:cdr="http://schemas.openxmlformats.org/drawingml/2006/chartDrawing">
    <cdr:from>
      <cdr:x>0.19277</cdr:x>
      <cdr:y>0.32045</cdr:y>
    </cdr:from>
    <cdr:to>
      <cdr:x>0.72068</cdr:x>
      <cdr:y>0.93864</cdr:y>
    </cdr:to>
    <cdr:cxnSp macro="">
      <cdr:nvCxnSpPr>
        <cdr:cNvPr id="4" name="直接连接符 3">
          <a:extLst xmlns:a="http://schemas.openxmlformats.org/drawingml/2006/main">
            <a:ext uri="{FF2B5EF4-FFF2-40B4-BE49-F238E27FC236}">
              <a16:creationId xmlns:a16="http://schemas.microsoft.com/office/drawing/2014/main" id="{0689355A-2D83-6554-F983-15519CF77CB8}"/>
            </a:ext>
          </a:extLst>
        </cdr:cNvPr>
        <cdr:cNvCxnSpPr/>
      </cdr:nvCxnSpPr>
      <cdr:spPr>
        <a:xfrm xmlns:a="http://schemas.openxmlformats.org/drawingml/2006/main" flipV="1">
          <a:off x="971550" y="895350"/>
          <a:ext cx="2660650" cy="1727200"/>
        </a:xfrm>
        <a:prstGeom xmlns:a="http://schemas.openxmlformats.org/drawingml/2006/main" prst="line">
          <a:avLst/>
        </a:prstGeom>
        <a:ln xmlns:a="http://schemas.openxmlformats.org/drawingml/2006/main" w="22225">
          <a:solidFill>
            <a:srgbClr val="9E4F4F"/>
          </a:solidFill>
          <a:prstDash val="dash"/>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0.14489</cdr:x>
      <cdr:y>0.18864</cdr:y>
    </cdr:from>
    <cdr:to>
      <cdr:x>0.6791</cdr:x>
      <cdr:y>0.76818</cdr:y>
    </cdr:to>
    <cdr:cxnSp macro="">
      <cdr:nvCxnSpPr>
        <cdr:cNvPr id="5" name="直接连接符 4">
          <a:extLst xmlns:a="http://schemas.openxmlformats.org/drawingml/2006/main">
            <a:ext uri="{FF2B5EF4-FFF2-40B4-BE49-F238E27FC236}">
              <a16:creationId xmlns:a16="http://schemas.microsoft.com/office/drawing/2014/main" id="{809BA4A1-E869-3916-D303-73AE39D37358}"/>
            </a:ext>
          </a:extLst>
        </cdr:cNvPr>
        <cdr:cNvCxnSpPr/>
      </cdr:nvCxnSpPr>
      <cdr:spPr>
        <a:xfrm xmlns:a="http://schemas.openxmlformats.org/drawingml/2006/main" flipV="1">
          <a:off x="730250" y="527050"/>
          <a:ext cx="2692400" cy="1619250"/>
        </a:xfrm>
        <a:prstGeom xmlns:a="http://schemas.openxmlformats.org/drawingml/2006/main" prst="line">
          <a:avLst/>
        </a:prstGeom>
        <a:ln xmlns:a="http://schemas.openxmlformats.org/drawingml/2006/main" w="22225">
          <a:solidFill>
            <a:srgbClr val="9E4F4F"/>
          </a:solidFill>
          <a:prstDash val="dash"/>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0.1375</cdr:x>
      <cdr:y>0.3742</cdr:y>
    </cdr:from>
    <cdr:to>
      <cdr:x>0.78128</cdr:x>
      <cdr:y>0.67872</cdr:y>
    </cdr:to>
    <cdr:sp macro="" textlink="">
      <cdr:nvSpPr>
        <cdr:cNvPr id="6" name="箭头: 右 5">
          <a:extLst xmlns:a="http://schemas.openxmlformats.org/drawingml/2006/main">
            <a:ext uri="{FF2B5EF4-FFF2-40B4-BE49-F238E27FC236}">
              <a16:creationId xmlns:a16="http://schemas.microsoft.com/office/drawing/2014/main" id="{F65AFFB8-EEF9-8C87-3CC2-C4FCE465957A}"/>
            </a:ext>
          </a:extLst>
        </cdr:cNvPr>
        <cdr:cNvSpPr/>
      </cdr:nvSpPr>
      <cdr:spPr>
        <a:xfrm xmlns:a="http://schemas.openxmlformats.org/drawingml/2006/main" rot="19665596">
          <a:off x="692996" y="1045520"/>
          <a:ext cx="3244648" cy="850829"/>
        </a:xfrm>
        <a:prstGeom xmlns:a="http://schemas.openxmlformats.org/drawingml/2006/main" prst="rightArrow">
          <a:avLst/>
        </a:prstGeom>
        <a:solidFill xmlns:a="http://schemas.openxmlformats.org/drawingml/2006/main">
          <a:srgbClr val="C0000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0.76351</cdr:x>
      <cdr:y>0.45837</cdr:y>
    </cdr:from>
    <cdr:to>
      <cdr:x>0.91839</cdr:x>
      <cdr:y>0.45837</cdr:y>
    </cdr:to>
    <cdr:cxnSp macro="">
      <cdr:nvCxnSpPr>
        <cdr:cNvPr id="7" name="直接连接符 6">
          <a:extLst xmlns:a="http://schemas.openxmlformats.org/drawingml/2006/main">
            <a:ext uri="{FF2B5EF4-FFF2-40B4-BE49-F238E27FC236}">
              <a16:creationId xmlns:a16="http://schemas.microsoft.com/office/drawing/2014/main" id="{63127B31-B394-C497-7075-7F399F804312}"/>
            </a:ext>
          </a:extLst>
        </cdr:cNvPr>
        <cdr:cNvCxnSpPr/>
      </cdr:nvCxnSpPr>
      <cdr:spPr>
        <a:xfrm xmlns:a="http://schemas.openxmlformats.org/drawingml/2006/main">
          <a:off x="3848100" y="1280686"/>
          <a:ext cx="780581" cy="0"/>
        </a:xfrm>
        <a:prstGeom xmlns:a="http://schemas.openxmlformats.org/drawingml/2006/main" prst="line">
          <a:avLst/>
        </a:prstGeom>
        <a:ln xmlns:a="http://schemas.openxmlformats.org/drawingml/2006/main" w="22225">
          <a:solidFill>
            <a:srgbClr val="9E4F4F"/>
          </a:solidFill>
          <a:prstDash val="dash"/>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0.77107</cdr:x>
      <cdr:y>0.3527</cdr:y>
    </cdr:from>
    <cdr:to>
      <cdr:x>0.91736</cdr:x>
      <cdr:y>0.36364</cdr:y>
    </cdr:to>
    <cdr:cxnSp macro="">
      <cdr:nvCxnSpPr>
        <cdr:cNvPr id="8" name="直接连接符 7">
          <a:extLst xmlns:a="http://schemas.openxmlformats.org/drawingml/2006/main">
            <a:ext uri="{FF2B5EF4-FFF2-40B4-BE49-F238E27FC236}">
              <a16:creationId xmlns:a16="http://schemas.microsoft.com/office/drawing/2014/main" id="{1096616E-42B9-9E5E-F4A1-C4562948D529}"/>
            </a:ext>
          </a:extLst>
        </cdr:cNvPr>
        <cdr:cNvCxnSpPr/>
      </cdr:nvCxnSpPr>
      <cdr:spPr>
        <a:xfrm xmlns:a="http://schemas.openxmlformats.org/drawingml/2006/main" flipV="1">
          <a:off x="3886200" y="985434"/>
          <a:ext cx="737291" cy="30566"/>
        </a:xfrm>
        <a:prstGeom xmlns:a="http://schemas.openxmlformats.org/drawingml/2006/main" prst="line">
          <a:avLst/>
        </a:prstGeom>
        <a:ln xmlns:a="http://schemas.openxmlformats.org/drawingml/2006/main" w="22225">
          <a:solidFill>
            <a:srgbClr val="9E4F4F"/>
          </a:solidFill>
          <a:prstDash val="dash"/>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0.75782</cdr:x>
      <cdr:y>0.3193</cdr:y>
    </cdr:from>
    <cdr:to>
      <cdr:x>0.93987</cdr:x>
      <cdr:y>0.51281</cdr:y>
    </cdr:to>
    <cdr:sp macro="" textlink="">
      <cdr:nvSpPr>
        <cdr:cNvPr id="9" name="箭头: 右 8">
          <a:extLst xmlns:a="http://schemas.openxmlformats.org/drawingml/2006/main">
            <a:ext uri="{FF2B5EF4-FFF2-40B4-BE49-F238E27FC236}">
              <a16:creationId xmlns:a16="http://schemas.microsoft.com/office/drawing/2014/main" id="{9DB7154B-31A5-36B4-FE83-9CAEE0C54A6B}"/>
            </a:ext>
          </a:extLst>
        </cdr:cNvPr>
        <cdr:cNvSpPr/>
      </cdr:nvSpPr>
      <cdr:spPr>
        <a:xfrm xmlns:a="http://schemas.openxmlformats.org/drawingml/2006/main">
          <a:off x="3819407" y="892137"/>
          <a:ext cx="917531" cy="540667"/>
        </a:xfrm>
        <a:prstGeom xmlns:a="http://schemas.openxmlformats.org/drawingml/2006/main" prst="rightArrow">
          <a:avLst/>
        </a:prstGeom>
        <a:solidFill xmlns:a="http://schemas.openxmlformats.org/drawingml/2006/main">
          <a:srgbClr val="C0000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0.25951</cdr:x>
      <cdr:y>0.06449</cdr:y>
    </cdr:from>
    <cdr:to>
      <cdr:x>0.60914</cdr:x>
      <cdr:y>0.28765</cdr:y>
    </cdr:to>
    <cdr:sp macro="" textlink="">
      <cdr:nvSpPr>
        <cdr:cNvPr id="10" name="文本框 9">
          <a:extLst xmlns:a="http://schemas.openxmlformats.org/drawingml/2006/main">
            <a:ext uri="{FF2B5EF4-FFF2-40B4-BE49-F238E27FC236}">
              <a16:creationId xmlns:a16="http://schemas.microsoft.com/office/drawing/2014/main" id="{A9D885D8-8A3C-7AE4-8A2B-5FCEB9BB3061}"/>
            </a:ext>
          </a:extLst>
        </cdr:cNvPr>
        <cdr:cNvSpPr txBox="1"/>
      </cdr:nvSpPr>
      <cdr:spPr>
        <a:xfrm xmlns:a="http://schemas.openxmlformats.org/drawingml/2006/main">
          <a:off x="1307915" y="180190"/>
          <a:ext cx="1762133" cy="623509"/>
        </a:xfrm>
        <a:prstGeom xmlns:a="http://schemas.openxmlformats.org/drawingml/2006/main" prst="rect">
          <a:avLst/>
        </a:prstGeom>
      </cdr:spPr>
      <cdr:txBody>
        <a:bodyPr xmlns:a="http://schemas.openxmlformats.org/drawingml/2006/main" wrap="non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pPr algn="ctr"/>
          <a:r>
            <a:rPr lang="en-US" altLang="zh-CN" sz="1100" b="1" kern="1200">
              <a:solidFill>
                <a:srgbClr val="C00000"/>
              </a:solidFill>
              <a:latin typeface="思源黑体 CN Regular" panose="020B0500000000000000" pitchFamily="34" charset="-122"/>
              <a:ea typeface="思源黑体 CN Regular" panose="020B0500000000000000" pitchFamily="34" charset="-122"/>
              <a:cs typeface="Arial" panose="020B0604020202020204" pitchFamily="34" charset="0"/>
            </a:rPr>
            <a:t>2000~2019</a:t>
          </a:r>
          <a:r>
            <a:rPr lang="zh-CN" altLang="en-US" sz="1100" b="1" kern="1200">
              <a:solidFill>
                <a:srgbClr val="C00000"/>
              </a:solidFill>
              <a:latin typeface="思源黑体 CN Regular" panose="020B0500000000000000" pitchFamily="34" charset="-122"/>
              <a:ea typeface="思源黑体 CN Regular" panose="020B0500000000000000" pitchFamily="34" charset="-122"/>
              <a:cs typeface="Arial" panose="020B0604020202020204" pitchFamily="34" charset="0"/>
            </a:rPr>
            <a:t>年，盈利上行有斜率：</a:t>
          </a:r>
          <a:endParaRPr lang="en-US" altLang="zh-CN" sz="1100" b="1" kern="1200">
            <a:solidFill>
              <a:srgbClr val="C00000"/>
            </a:solidFill>
            <a:latin typeface="思源黑体 CN Regular" panose="020B0500000000000000" pitchFamily="34" charset="-122"/>
            <a:ea typeface="思源黑体 CN Regular" panose="020B0500000000000000" pitchFamily="34" charset="-122"/>
            <a:cs typeface="Arial" panose="020B0604020202020204" pitchFamily="34" charset="0"/>
          </a:endParaRPr>
        </a:p>
        <a:p xmlns:a="http://schemas.openxmlformats.org/drawingml/2006/main">
          <a:pPr algn="ctr"/>
          <a:r>
            <a:rPr lang="zh-CN" altLang="en-US" sz="1100" b="1" kern="1200">
              <a:solidFill>
                <a:srgbClr val="C00000"/>
              </a:solidFill>
              <a:latin typeface="思源黑体 CN Regular" panose="020B0500000000000000" pitchFamily="34" charset="-122"/>
              <a:ea typeface="思源黑体 CN Regular" panose="020B0500000000000000" pitchFamily="34" charset="-122"/>
              <a:cs typeface="Arial" panose="020B0604020202020204" pitchFamily="34" charset="0"/>
            </a:rPr>
            <a:t>指数重心上移</a:t>
          </a:r>
          <a:endParaRPr lang="en-US" altLang="zh-CN" sz="1100" b="1" kern="1200">
            <a:solidFill>
              <a:srgbClr val="C00000"/>
            </a:solidFill>
            <a:latin typeface="思源黑体 CN Regular" panose="020B0500000000000000" pitchFamily="34" charset="-122"/>
            <a:ea typeface="思源黑体 CN Regular" panose="020B0500000000000000" pitchFamily="34" charset="-122"/>
            <a:cs typeface="Arial" panose="020B0604020202020204" pitchFamily="34" charset="0"/>
          </a:endParaRPr>
        </a:p>
      </cdr:txBody>
    </cdr:sp>
  </cdr:relSizeAnchor>
  <cdr:relSizeAnchor xmlns:cdr="http://schemas.openxmlformats.org/drawingml/2006/chartDrawing">
    <cdr:from>
      <cdr:x>0.43593</cdr:x>
      <cdr:y>0.71359</cdr:y>
    </cdr:from>
    <cdr:to>
      <cdr:x>0.78556</cdr:x>
      <cdr:y>0.92818</cdr:y>
    </cdr:to>
    <cdr:sp macro="" textlink="">
      <cdr:nvSpPr>
        <cdr:cNvPr id="11" name="文本框 1">
          <a:extLst xmlns:a="http://schemas.openxmlformats.org/drawingml/2006/main">
            <a:ext uri="{FF2B5EF4-FFF2-40B4-BE49-F238E27FC236}">
              <a16:creationId xmlns:a16="http://schemas.microsoft.com/office/drawing/2014/main" id="{A4ED9EE0-10C8-069A-2959-C5B9B7567130}"/>
            </a:ext>
          </a:extLst>
        </cdr:cNvPr>
        <cdr:cNvSpPr txBox="1"/>
      </cdr:nvSpPr>
      <cdr:spPr>
        <a:xfrm xmlns:a="http://schemas.openxmlformats.org/drawingml/2006/main">
          <a:off x="2197100" y="1993760"/>
          <a:ext cx="1762134" cy="599565"/>
        </a:xfrm>
        <a:prstGeom xmlns:a="http://schemas.openxmlformats.org/drawingml/2006/main" prst="rect">
          <a:avLst/>
        </a:prstGeom>
      </cdr:spPr>
      <cdr:txBody>
        <a:bodyPr xmlns:a="http://schemas.openxmlformats.org/drawingml/2006/main" wrap="non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altLang="zh-CN" sz="1100" b="1" kern="1200">
              <a:solidFill>
                <a:srgbClr val="C00000"/>
              </a:solidFill>
              <a:latin typeface="思源黑体 CN Regular" panose="020B0500000000000000" pitchFamily="34" charset="-122"/>
              <a:ea typeface="思源黑体 CN Regular" panose="020B0500000000000000" pitchFamily="34" charset="-122"/>
              <a:cs typeface="Arial" panose="020B0604020202020204" pitchFamily="34" charset="0"/>
            </a:rPr>
            <a:t>2023</a:t>
          </a:r>
          <a:r>
            <a:rPr lang="zh-CN" altLang="en-US" sz="1100" b="1" kern="1200">
              <a:solidFill>
                <a:srgbClr val="C00000"/>
              </a:solidFill>
              <a:latin typeface="思源黑体 CN Regular" panose="020B0500000000000000" pitchFamily="34" charset="-122"/>
              <a:ea typeface="思源黑体 CN Regular" panose="020B0500000000000000" pitchFamily="34" charset="-122"/>
              <a:cs typeface="Arial" panose="020B0604020202020204" pitchFamily="34" charset="0"/>
            </a:rPr>
            <a:t>年之后，盈利上行无斜率：</a:t>
          </a:r>
          <a:endParaRPr lang="en-US" altLang="zh-CN" sz="1100" b="1" kern="1200">
            <a:solidFill>
              <a:srgbClr val="C00000"/>
            </a:solidFill>
            <a:latin typeface="思源黑体 CN Regular" panose="020B0500000000000000" pitchFamily="34" charset="-122"/>
            <a:ea typeface="思源黑体 CN Regular" panose="020B0500000000000000" pitchFamily="34" charset="-122"/>
            <a:cs typeface="Arial" panose="020B0604020202020204" pitchFamily="34" charset="0"/>
          </a:endParaRPr>
        </a:p>
        <a:p xmlns:a="http://schemas.openxmlformats.org/drawingml/2006/main">
          <a:r>
            <a:rPr lang="zh-CN" altLang="en-US" sz="1100" b="1" kern="1200">
              <a:solidFill>
                <a:srgbClr val="C00000"/>
              </a:solidFill>
              <a:latin typeface="思源黑体 CN Regular" panose="020B0500000000000000" pitchFamily="34" charset="-122"/>
              <a:ea typeface="思源黑体 CN Regular" panose="020B0500000000000000" pitchFamily="34" charset="-122"/>
              <a:cs typeface="Arial" panose="020B0604020202020204" pitchFamily="34" charset="0"/>
            </a:rPr>
            <a:t>流动性主导，港股走势内部分化</a:t>
          </a:r>
        </a:p>
      </cdr:txBody>
    </cdr:sp>
  </cdr:relSizeAnchor>
</c:userShapes>
</file>

<file path=ppt/drawings/drawing11.xml><?xml version="1.0" encoding="utf-8"?>
<c:userShapes xmlns:c="http://schemas.openxmlformats.org/drawingml/2006/chart">
  <cdr:relSizeAnchor xmlns:cdr="http://schemas.openxmlformats.org/drawingml/2006/chartDrawing">
    <cdr:from>
      <cdr:x>0.0756</cdr:x>
      <cdr:y>0.08981</cdr:y>
    </cdr:from>
    <cdr:to>
      <cdr:x>0.65369</cdr:x>
      <cdr:y>0.46602</cdr:y>
    </cdr:to>
    <cdr:sp macro="" textlink="">
      <cdr:nvSpPr>
        <cdr:cNvPr id="4" name="文本框 1">
          <a:extLst xmlns:a="http://schemas.openxmlformats.org/drawingml/2006/main">
            <a:ext uri="{FF2B5EF4-FFF2-40B4-BE49-F238E27FC236}">
              <a16:creationId xmlns:a16="http://schemas.microsoft.com/office/drawing/2014/main" id="{13984F06-6CBC-37A1-45FE-FE05B0E50DF3}"/>
            </a:ext>
          </a:extLst>
        </cdr:cNvPr>
        <cdr:cNvSpPr txBox="1"/>
      </cdr:nvSpPr>
      <cdr:spPr>
        <a:xfrm xmlns:a="http://schemas.openxmlformats.org/drawingml/2006/main">
          <a:off x="381000" y="234950"/>
          <a:ext cx="2913612" cy="984261"/>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zh-CN" altLang="en-US"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备注：</a:t>
          </a:r>
          <a:endParaRPr lang="en-US"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endParaRPr>
        </a:p>
        <a:p xmlns:a="http://schemas.openxmlformats.org/drawingml/2006/main">
          <a:r>
            <a:rPr lang="en-US"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2026</a:t>
          </a:r>
          <a:r>
            <a:rPr lang="zh-CN" altLang="en-US"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年</a:t>
          </a:r>
          <a:r>
            <a:rPr lang="en-US"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7</a:t>
          </a:r>
          <a:r>
            <a:rPr lang="zh-CN" altLang="en-US"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月：集中在</a:t>
          </a:r>
          <a:r>
            <a:rPr lang="en-US"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AI</a:t>
          </a:r>
          <a:r>
            <a:rPr lang="zh-CN" altLang="en-US"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大模型、</a:t>
          </a:r>
          <a:r>
            <a:rPr lang="en-US"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GPU</a:t>
          </a:r>
          <a:r>
            <a:rPr lang="zh-CN" altLang="en-US"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等行业的</a:t>
          </a:r>
          <a:r>
            <a:rPr lang="en-US"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a:t>
          </a:r>
          <a:r>
            <a:rPr lang="zh-CN" altLang="en-US"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基石投资者解禁</a:t>
          </a:r>
          <a:r>
            <a:rPr lang="en-US"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a:t>
          </a:r>
          <a:r>
            <a:rPr lang="zh-CN" altLang="en-US"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a:t>
          </a:r>
          <a:endParaRPr lang="en-US"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endParaRPr>
        </a:p>
        <a:p xmlns:a="http://schemas.openxmlformats.org/drawingml/2006/main">
          <a:pPr marL="0" marR="0" lvl="0" indent="0" defTabSz="914400" eaLnBrk="1" fontAlgn="auto" latinLnBrk="0" hangingPunct="1">
            <a:lnSpc>
              <a:spcPct val="100000"/>
            </a:lnSpc>
            <a:spcBef>
              <a:spcPts val="0"/>
            </a:spcBef>
            <a:spcAft>
              <a:spcPts val="0"/>
            </a:spcAft>
            <a:buClrTx/>
            <a:buSzTx/>
            <a:buFontTx/>
            <a:buNone/>
            <a:tabLst/>
            <a:defRPr/>
          </a:pPr>
          <a:r>
            <a:rPr lang="en-US"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2027Q1</a:t>
          </a:r>
          <a:r>
            <a:rPr lang="zh-CN"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解禁规模尚未包含</a:t>
          </a:r>
          <a:r>
            <a:rPr lang="en-US"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26Q3</a:t>
          </a:r>
          <a:r>
            <a:rPr lang="zh-CN"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港股</a:t>
          </a:r>
          <a:r>
            <a:rPr lang="en-US"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IPO</a:t>
          </a:r>
          <a:r>
            <a:rPr lang="zh-CN"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之后</a:t>
          </a:r>
          <a:r>
            <a:rPr lang="en-US"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6</a:t>
          </a:r>
          <a:r>
            <a:rPr lang="zh-CN"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个月的基石投资者解禁。</a:t>
          </a:r>
        </a:p>
        <a:p xmlns:a="http://schemas.openxmlformats.org/drawingml/2006/main">
          <a:endParaRPr lang="en-US"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endParaRPr>
        </a:p>
        <a:p xmlns:a="http://schemas.openxmlformats.org/drawingml/2006/main">
          <a:r>
            <a:rPr lang="zh-CN" altLang="en-US"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解禁规模会随股价变化而时时变动。</a:t>
          </a:r>
        </a:p>
      </cdr:txBody>
    </cdr:sp>
  </cdr:relSizeAnchor>
  <cdr:relSizeAnchor xmlns:cdr="http://schemas.openxmlformats.org/drawingml/2006/chartDrawing">
    <cdr:from>
      <cdr:x>0.54177</cdr:x>
      <cdr:y>0.47087</cdr:y>
    </cdr:from>
    <cdr:to>
      <cdr:x>0.69548</cdr:x>
      <cdr:y>0.84709</cdr:y>
    </cdr:to>
    <cdr:sp macro="" textlink="">
      <cdr:nvSpPr>
        <cdr:cNvPr id="5" name="文本框 1">
          <a:extLst xmlns:a="http://schemas.openxmlformats.org/drawingml/2006/main">
            <a:ext uri="{FF2B5EF4-FFF2-40B4-BE49-F238E27FC236}">
              <a16:creationId xmlns:a16="http://schemas.microsoft.com/office/drawing/2014/main" id="{113C426A-E9A3-825A-0681-4FC85BB0C3BE}"/>
            </a:ext>
          </a:extLst>
        </cdr:cNvPr>
        <cdr:cNvSpPr txBox="1"/>
      </cdr:nvSpPr>
      <cdr:spPr>
        <a:xfrm xmlns:a="http://schemas.openxmlformats.org/drawingml/2006/main">
          <a:off x="2730500" y="1231900"/>
          <a:ext cx="774700" cy="984261"/>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9</a:t>
          </a:r>
          <a:r>
            <a:rPr lang="zh-CN" altLang="en-US"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月剔除紫金黄金国际控股股东解禁</a:t>
          </a:r>
          <a:r>
            <a:rPr lang="en-US"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2402</a:t>
          </a:r>
          <a:r>
            <a:rPr lang="zh-CN" altLang="en-US"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亿港元。</a:t>
          </a:r>
        </a:p>
      </cdr:txBody>
    </cdr:sp>
  </cdr:relSizeAnchor>
</c:userShapes>
</file>

<file path=ppt/drawings/drawing12.xml><?xml version="1.0" encoding="utf-8"?>
<c:userShapes xmlns:c="http://schemas.openxmlformats.org/drawingml/2006/chart">
  <cdr:relSizeAnchor xmlns:cdr="http://schemas.openxmlformats.org/drawingml/2006/chartDrawing">
    <cdr:from>
      <cdr:x>0.08084</cdr:x>
      <cdr:y>0.06068</cdr:y>
    </cdr:from>
    <cdr:to>
      <cdr:x>0.65894</cdr:x>
      <cdr:y>0.43689</cdr:y>
    </cdr:to>
    <cdr:sp macro="" textlink="">
      <cdr:nvSpPr>
        <cdr:cNvPr id="3" name="文本框 1">
          <a:extLst xmlns:a="http://schemas.openxmlformats.org/drawingml/2006/main">
            <a:ext uri="{FF2B5EF4-FFF2-40B4-BE49-F238E27FC236}">
              <a16:creationId xmlns:a16="http://schemas.microsoft.com/office/drawing/2014/main" id="{70255468-24FE-ED9B-858B-B291698D6666}"/>
            </a:ext>
          </a:extLst>
        </cdr:cNvPr>
        <cdr:cNvSpPr txBox="1"/>
      </cdr:nvSpPr>
      <cdr:spPr>
        <a:xfrm xmlns:a="http://schemas.openxmlformats.org/drawingml/2006/main">
          <a:off x="407438" y="158738"/>
          <a:ext cx="2913612" cy="984261"/>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zh-CN" altLang="en-US"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备注：</a:t>
          </a:r>
          <a:endParaRPr lang="en-US"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endParaRPr>
        </a:p>
        <a:p xmlns:a="http://schemas.openxmlformats.org/drawingml/2006/main">
          <a:r>
            <a:rPr lang="en-US"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2026</a:t>
          </a:r>
          <a:r>
            <a:rPr lang="zh-CN" altLang="en-US"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年</a:t>
          </a:r>
          <a:r>
            <a:rPr lang="en-US"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7</a:t>
          </a:r>
          <a:r>
            <a:rPr lang="zh-CN" altLang="en-US"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月：集中在</a:t>
          </a:r>
          <a:r>
            <a:rPr lang="en-US"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AI</a:t>
          </a:r>
          <a:r>
            <a:rPr lang="zh-CN" altLang="en-US"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大模型、</a:t>
          </a:r>
          <a:r>
            <a:rPr lang="en-US"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GPU</a:t>
          </a:r>
          <a:r>
            <a:rPr lang="zh-CN" altLang="en-US"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等行业的</a:t>
          </a:r>
          <a:r>
            <a:rPr lang="en-US"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a:t>
          </a:r>
          <a:r>
            <a:rPr lang="zh-CN" altLang="en-US"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基石投资者解禁</a:t>
          </a:r>
          <a:r>
            <a:rPr lang="en-US"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a:t>
          </a:r>
          <a:r>
            <a:rPr lang="zh-CN" altLang="en-US"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a:t>
          </a:r>
          <a:endParaRPr lang="en-US"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endParaRPr>
        </a:p>
        <a:p xmlns:a="http://schemas.openxmlformats.org/drawingml/2006/main">
          <a:pPr marL="0" marR="0" lvl="0" indent="0" defTabSz="914400" eaLnBrk="1" fontAlgn="auto" latinLnBrk="0" hangingPunct="1">
            <a:lnSpc>
              <a:spcPct val="100000"/>
            </a:lnSpc>
            <a:spcBef>
              <a:spcPts val="0"/>
            </a:spcBef>
            <a:spcAft>
              <a:spcPts val="0"/>
            </a:spcAft>
            <a:buClrTx/>
            <a:buSzTx/>
            <a:buFontTx/>
            <a:buNone/>
            <a:tabLst/>
            <a:defRPr/>
          </a:pPr>
          <a:r>
            <a:rPr lang="en-US"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2027Q1</a:t>
          </a:r>
          <a:r>
            <a:rPr lang="zh-CN"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解禁规模尚未包含</a:t>
          </a:r>
          <a:r>
            <a:rPr lang="en-US"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26Q3</a:t>
          </a:r>
          <a:r>
            <a:rPr lang="zh-CN"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港股</a:t>
          </a:r>
          <a:r>
            <a:rPr lang="en-US"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IPO</a:t>
          </a:r>
          <a:r>
            <a:rPr lang="zh-CN"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之后</a:t>
          </a:r>
          <a:r>
            <a:rPr lang="en-US"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6</a:t>
          </a:r>
          <a:r>
            <a:rPr lang="zh-CN"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个月的基石投资者解禁。</a:t>
          </a:r>
        </a:p>
        <a:p xmlns:a="http://schemas.openxmlformats.org/drawingml/2006/main">
          <a:endParaRPr lang="en-US"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endParaRPr>
        </a:p>
        <a:p xmlns:a="http://schemas.openxmlformats.org/drawingml/2006/main">
          <a:r>
            <a:rPr lang="zh-CN" altLang="en-US"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解禁规模会随股价变化而时时变动。</a:t>
          </a:r>
        </a:p>
      </cdr:txBody>
    </cdr:sp>
  </cdr:relSizeAnchor>
  <cdr:relSizeAnchor xmlns:cdr="http://schemas.openxmlformats.org/drawingml/2006/chartDrawing">
    <cdr:from>
      <cdr:x>0.10583</cdr:x>
      <cdr:y>0.34709</cdr:y>
    </cdr:from>
    <cdr:to>
      <cdr:x>0.37487</cdr:x>
      <cdr:y>0.51456</cdr:y>
    </cdr:to>
    <cdr:sp macro="" textlink="">
      <cdr:nvSpPr>
        <cdr:cNvPr id="2" name="文本框 1">
          <a:extLst xmlns:a="http://schemas.openxmlformats.org/drawingml/2006/main">
            <a:ext uri="{FF2B5EF4-FFF2-40B4-BE49-F238E27FC236}">
              <a16:creationId xmlns:a16="http://schemas.microsoft.com/office/drawing/2014/main" id="{9411CB6F-114A-F375-DF76-401181E7E0DC}"/>
            </a:ext>
          </a:extLst>
        </cdr:cNvPr>
        <cdr:cNvSpPr txBox="1"/>
      </cdr:nvSpPr>
      <cdr:spPr>
        <a:xfrm xmlns:a="http://schemas.openxmlformats.org/drawingml/2006/main">
          <a:off x="533400" y="908050"/>
          <a:ext cx="1355962" cy="438150"/>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endParaRPr lang="zh-CN" altLang="en-US"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endParaRPr>
        </a:p>
      </cdr:txBody>
    </cdr:sp>
  </cdr:relSizeAnchor>
  <cdr:relSizeAnchor xmlns:cdr="http://schemas.openxmlformats.org/drawingml/2006/chartDrawing">
    <cdr:from>
      <cdr:x>0.53043</cdr:x>
      <cdr:y>0.33252</cdr:y>
    </cdr:from>
    <cdr:to>
      <cdr:x>0.6762</cdr:x>
      <cdr:y>0.70874</cdr:y>
    </cdr:to>
    <cdr:sp macro="" textlink="">
      <cdr:nvSpPr>
        <cdr:cNvPr id="4" name="文本框 1">
          <a:extLst xmlns:a="http://schemas.openxmlformats.org/drawingml/2006/main">
            <a:ext uri="{FF2B5EF4-FFF2-40B4-BE49-F238E27FC236}">
              <a16:creationId xmlns:a16="http://schemas.microsoft.com/office/drawing/2014/main" id="{5965DA29-E6BC-7E5D-7239-7C6F7D963E94}"/>
            </a:ext>
          </a:extLst>
        </cdr:cNvPr>
        <cdr:cNvSpPr txBox="1"/>
      </cdr:nvSpPr>
      <cdr:spPr>
        <a:xfrm xmlns:a="http://schemas.openxmlformats.org/drawingml/2006/main">
          <a:off x="2673350" y="869950"/>
          <a:ext cx="734700" cy="984261"/>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9</a:t>
          </a:r>
          <a:r>
            <a:rPr lang="zh-CN" altLang="en-US"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月剔除紫金黄金国际控股股东解禁</a:t>
          </a:r>
          <a:r>
            <a:rPr lang="en-US" altLang="zh-CN"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2402</a:t>
          </a:r>
          <a:r>
            <a:rPr lang="zh-CN" altLang="en-US" sz="600" b="1" i="1" kern="1200">
              <a:solidFill>
                <a:srgbClr val="C00000"/>
              </a:solidFill>
              <a:latin typeface="Arial" panose="020B0604020202020204" pitchFamily="34" charset="0"/>
              <a:ea typeface="思源黑体 CN Medium" panose="020B0600000000000000" pitchFamily="34" charset="-122"/>
              <a:cs typeface="Arial" panose="020B0604020202020204" pitchFamily="34" charset="0"/>
            </a:rPr>
            <a:t>亿港元。</a:t>
          </a:r>
        </a:p>
      </cdr:txBody>
    </cdr:sp>
  </cdr:relSizeAnchor>
</c:userShapes>
</file>

<file path=ppt/drawings/drawing13.xml><?xml version="1.0" encoding="utf-8"?>
<c:userShapes xmlns:c="http://schemas.openxmlformats.org/drawingml/2006/chart">
  <cdr:relSizeAnchor xmlns:cdr="http://schemas.openxmlformats.org/drawingml/2006/chartDrawing">
    <cdr:from>
      <cdr:x>0.51422</cdr:x>
      <cdr:y>0.0665</cdr:y>
    </cdr:from>
    <cdr:to>
      <cdr:x>0.87372</cdr:x>
      <cdr:y>0.89901</cdr:y>
    </cdr:to>
    <cdr:sp macro="" textlink="">
      <cdr:nvSpPr>
        <cdr:cNvPr id="2" name="矩形 1">
          <a:extLst xmlns:a="http://schemas.openxmlformats.org/drawingml/2006/main">
            <a:ext uri="{FF2B5EF4-FFF2-40B4-BE49-F238E27FC236}">
              <a16:creationId xmlns:a16="http://schemas.microsoft.com/office/drawing/2014/main" id="{3E9AF558-F11C-1E94-FE77-BBD7E54443EF}"/>
            </a:ext>
          </a:extLst>
        </cdr:cNvPr>
        <cdr:cNvSpPr/>
      </cdr:nvSpPr>
      <cdr:spPr>
        <a:xfrm xmlns:a="http://schemas.openxmlformats.org/drawingml/2006/main">
          <a:off x="2870200" y="171450"/>
          <a:ext cx="2006600" cy="2146300"/>
        </a:xfrm>
        <a:prstGeom xmlns:a="http://schemas.openxmlformats.org/drawingml/2006/main" prst="rect">
          <a:avLst/>
        </a:prstGeom>
        <a:solidFill xmlns:a="http://schemas.openxmlformats.org/drawingml/2006/main">
          <a:srgbClr val="C00000">
            <a:alpha val="10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zh-CN" altLang="en-US" kern="1200">
            <a:latin typeface="Arial" panose="020B0604020202020204" pitchFamily="34" charset="0"/>
            <a:ea typeface="思源黑体 CN Regular" panose="020B0500000000000000" pitchFamily="34" charset="-122"/>
            <a:cs typeface="Arial" panose="020B0604020202020204" pitchFamily="34" charset="0"/>
          </a:endParaRPr>
        </a:p>
      </cdr:txBody>
    </cdr:sp>
  </cdr:relSizeAnchor>
  <cdr:relSizeAnchor xmlns:cdr="http://schemas.openxmlformats.org/drawingml/2006/chartDrawing">
    <cdr:from>
      <cdr:x>0.5529</cdr:x>
      <cdr:y>0.71429</cdr:y>
    </cdr:from>
    <cdr:to>
      <cdr:x>0.81002</cdr:x>
      <cdr:y>0.80542</cdr:y>
    </cdr:to>
    <cdr:cxnSp macro="">
      <cdr:nvCxnSpPr>
        <cdr:cNvPr id="3" name="直接箭头连接符 2">
          <a:extLst xmlns:a="http://schemas.openxmlformats.org/drawingml/2006/main">
            <a:ext uri="{FF2B5EF4-FFF2-40B4-BE49-F238E27FC236}">
              <a16:creationId xmlns:a16="http://schemas.microsoft.com/office/drawing/2014/main" id="{5F70D50B-77D1-5684-AED5-00E073EF2AD9}"/>
            </a:ext>
          </a:extLst>
        </cdr:cNvPr>
        <cdr:cNvCxnSpPr/>
      </cdr:nvCxnSpPr>
      <cdr:spPr>
        <a:xfrm xmlns:a="http://schemas.openxmlformats.org/drawingml/2006/main">
          <a:off x="3086072" y="1841505"/>
          <a:ext cx="1435153" cy="234942"/>
        </a:xfrm>
        <a:prstGeom xmlns:a="http://schemas.openxmlformats.org/drawingml/2006/main" prst="straightConnector1">
          <a:avLst/>
        </a:prstGeom>
        <a:ln xmlns:a="http://schemas.openxmlformats.org/drawingml/2006/main" w="19050">
          <a:solidFill>
            <a:srgbClr val="2E3160"/>
          </a:solidFill>
          <a:prstDash val="dash"/>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0.61547</cdr:x>
      <cdr:y>0.11084</cdr:y>
    </cdr:from>
    <cdr:to>
      <cdr:x>0.89078</cdr:x>
      <cdr:y>0.23645</cdr:y>
    </cdr:to>
    <cdr:cxnSp macro="">
      <cdr:nvCxnSpPr>
        <cdr:cNvPr id="4" name="直接箭头连接符 3">
          <a:extLst xmlns:a="http://schemas.openxmlformats.org/drawingml/2006/main">
            <a:ext uri="{FF2B5EF4-FFF2-40B4-BE49-F238E27FC236}">
              <a16:creationId xmlns:a16="http://schemas.microsoft.com/office/drawing/2014/main" id="{01D140C9-01A6-E633-BEDA-F1FD3A080E22}"/>
            </a:ext>
          </a:extLst>
        </cdr:cNvPr>
        <cdr:cNvCxnSpPr/>
      </cdr:nvCxnSpPr>
      <cdr:spPr>
        <a:xfrm xmlns:a="http://schemas.openxmlformats.org/drawingml/2006/main" flipV="1">
          <a:off x="3435350" y="285757"/>
          <a:ext cx="1536672" cy="323843"/>
        </a:xfrm>
        <a:prstGeom xmlns:a="http://schemas.openxmlformats.org/drawingml/2006/main" prst="straightConnector1">
          <a:avLst/>
        </a:prstGeom>
        <a:ln xmlns:a="http://schemas.openxmlformats.org/drawingml/2006/main" w="19050">
          <a:solidFill>
            <a:srgbClr val="C00000"/>
          </a:solidFill>
          <a:prstDash val="dash"/>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0.62798</cdr:x>
      <cdr:y>0.44335</cdr:y>
    </cdr:from>
    <cdr:to>
      <cdr:x>0.86462</cdr:x>
      <cdr:y>0.4532</cdr:y>
    </cdr:to>
    <cdr:cxnSp macro="">
      <cdr:nvCxnSpPr>
        <cdr:cNvPr id="7" name="直接箭头连接符 6">
          <a:extLst xmlns:a="http://schemas.openxmlformats.org/drawingml/2006/main">
            <a:ext uri="{FF2B5EF4-FFF2-40B4-BE49-F238E27FC236}">
              <a16:creationId xmlns:a16="http://schemas.microsoft.com/office/drawing/2014/main" id="{0D38AFE2-12FC-6A84-0BB4-8CB690382AD2}"/>
            </a:ext>
          </a:extLst>
        </cdr:cNvPr>
        <cdr:cNvCxnSpPr/>
      </cdr:nvCxnSpPr>
      <cdr:spPr>
        <a:xfrm xmlns:a="http://schemas.openxmlformats.org/drawingml/2006/main" flipV="1">
          <a:off x="3505169" y="1142994"/>
          <a:ext cx="1320842" cy="25394"/>
        </a:xfrm>
        <a:prstGeom xmlns:a="http://schemas.openxmlformats.org/drawingml/2006/main" prst="straightConnector1">
          <a:avLst/>
        </a:prstGeom>
        <a:ln xmlns:a="http://schemas.openxmlformats.org/drawingml/2006/main" w="19050">
          <a:solidFill>
            <a:srgbClr val="7C80C8"/>
          </a:solidFill>
          <a:prstDash val="dash"/>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0.52559</cdr:x>
      <cdr:y>0.77587</cdr:y>
    </cdr:from>
    <cdr:to>
      <cdr:x>0.9033</cdr:x>
      <cdr:y>0.87931</cdr:y>
    </cdr:to>
    <cdr:sp macro="" textlink="">
      <cdr:nvSpPr>
        <cdr:cNvPr id="10" name="文本框 9">
          <a:extLst xmlns:a="http://schemas.openxmlformats.org/drawingml/2006/main">
            <a:ext uri="{FF2B5EF4-FFF2-40B4-BE49-F238E27FC236}">
              <a16:creationId xmlns:a16="http://schemas.microsoft.com/office/drawing/2014/main" id="{F3C0ECA8-E774-9584-B8CC-8F9C357CD28A}"/>
            </a:ext>
          </a:extLst>
        </cdr:cNvPr>
        <cdr:cNvSpPr txBox="1"/>
      </cdr:nvSpPr>
      <cdr:spPr>
        <a:xfrm xmlns:a="http://schemas.openxmlformats.org/drawingml/2006/main">
          <a:off x="2933675" y="2000263"/>
          <a:ext cx="2108225" cy="266679"/>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zh-CN" altLang="en-US" sz="800" b="1" kern="1200">
              <a:solidFill>
                <a:srgbClr val="2E3160"/>
              </a:solidFill>
              <a:latin typeface="Arial" panose="020B0604020202020204" pitchFamily="34" charset="0"/>
              <a:ea typeface="思源黑体 CN Regular" panose="020B0500000000000000" pitchFamily="34" charset="-122"/>
              <a:cs typeface="Arial" panose="020B0604020202020204" pitchFamily="34" charset="0"/>
            </a:rPr>
            <a:t>去年</a:t>
          </a:r>
          <a:r>
            <a:rPr lang="en-US" altLang="zh-CN" sz="800" b="1" kern="1200">
              <a:solidFill>
                <a:srgbClr val="2E3160"/>
              </a:solidFill>
              <a:latin typeface="Arial" panose="020B0604020202020204" pitchFamily="34" charset="0"/>
              <a:ea typeface="思源黑体 CN Regular" panose="020B0500000000000000" pitchFamily="34" charset="-122"/>
              <a:cs typeface="Arial" panose="020B0604020202020204" pitchFamily="34" charset="0"/>
            </a:rPr>
            <a:t>9</a:t>
          </a:r>
          <a:r>
            <a:rPr lang="zh-CN" altLang="en-US" sz="800" b="1" kern="1200">
              <a:solidFill>
                <a:srgbClr val="2E3160"/>
              </a:solidFill>
              <a:latin typeface="Arial" panose="020B0604020202020204" pitchFamily="34" charset="0"/>
              <a:ea typeface="思源黑体 CN Regular" panose="020B0500000000000000" pitchFamily="34" charset="-122"/>
              <a:cs typeface="Arial" panose="020B0604020202020204" pitchFamily="34" charset="0"/>
            </a:rPr>
            <a:t>月至今年</a:t>
          </a:r>
          <a:r>
            <a:rPr lang="en-US" altLang="zh-CN" sz="800" b="1" kern="1200">
              <a:solidFill>
                <a:srgbClr val="2E3160"/>
              </a:solidFill>
              <a:latin typeface="Arial" panose="020B0604020202020204" pitchFamily="34" charset="0"/>
              <a:ea typeface="思源黑体 CN Regular" panose="020B0500000000000000" pitchFamily="34" charset="-122"/>
              <a:cs typeface="Arial" panose="020B0604020202020204" pitchFamily="34" charset="0"/>
            </a:rPr>
            <a:t>5</a:t>
          </a:r>
          <a:r>
            <a:rPr lang="zh-CN" altLang="en-US" sz="800" b="1" kern="1200">
              <a:solidFill>
                <a:srgbClr val="2E3160"/>
              </a:solidFill>
              <a:latin typeface="Arial" panose="020B0604020202020204" pitchFamily="34" charset="0"/>
              <a:ea typeface="思源黑体 CN Regular" panose="020B0500000000000000" pitchFamily="34" charset="-122"/>
              <a:cs typeface="Arial" panose="020B0604020202020204" pitchFamily="34" charset="0"/>
            </a:rPr>
            <a:t>月末，最大回撤</a:t>
          </a:r>
          <a:r>
            <a:rPr lang="en-US" altLang="zh-CN" sz="800" b="1" kern="1200">
              <a:solidFill>
                <a:srgbClr val="2E3160"/>
              </a:solidFill>
              <a:latin typeface="Arial" panose="020B0604020202020204" pitchFamily="34" charset="0"/>
              <a:ea typeface="思源黑体 CN Regular" panose="020B0500000000000000" pitchFamily="34" charset="-122"/>
              <a:cs typeface="Arial" panose="020B0604020202020204" pitchFamily="34" charset="0"/>
            </a:rPr>
            <a:t>30%</a:t>
          </a:r>
          <a:endParaRPr lang="zh-CN" altLang="en-US" sz="800" b="1" kern="1200">
            <a:solidFill>
              <a:srgbClr val="2E3160"/>
            </a:solidFill>
            <a:latin typeface="Arial" panose="020B0604020202020204" pitchFamily="34" charset="0"/>
            <a:ea typeface="思源黑体 CN Regular" panose="020B0500000000000000" pitchFamily="34" charset="-122"/>
            <a:cs typeface="Arial" panose="020B0604020202020204" pitchFamily="34" charset="0"/>
          </a:endParaRPr>
        </a:p>
      </cdr:txBody>
    </cdr:sp>
  </cdr:relSizeAnchor>
  <cdr:relSizeAnchor xmlns:cdr="http://schemas.openxmlformats.org/drawingml/2006/chartDrawing">
    <cdr:from>
      <cdr:x>0.69852</cdr:x>
      <cdr:y>0.06404</cdr:y>
    </cdr:from>
    <cdr:to>
      <cdr:x>0.94198</cdr:x>
      <cdr:y>0.16749</cdr:y>
    </cdr:to>
    <cdr:sp macro="" textlink="">
      <cdr:nvSpPr>
        <cdr:cNvPr id="11" name="文本框 1">
          <a:extLst xmlns:a="http://schemas.openxmlformats.org/drawingml/2006/main">
            <a:ext uri="{FF2B5EF4-FFF2-40B4-BE49-F238E27FC236}">
              <a16:creationId xmlns:a16="http://schemas.microsoft.com/office/drawing/2014/main" id="{B030165F-4622-7EB8-C275-519554FD6C04}"/>
            </a:ext>
          </a:extLst>
        </cdr:cNvPr>
        <cdr:cNvSpPr txBox="1"/>
      </cdr:nvSpPr>
      <cdr:spPr>
        <a:xfrm xmlns:a="http://schemas.openxmlformats.org/drawingml/2006/main">
          <a:off x="3898877" y="165102"/>
          <a:ext cx="1358908" cy="266705"/>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zh-CN" altLang="en-US" sz="800" b="1" kern="1200">
              <a:solidFill>
                <a:srgbClr val="C00000"/>
              </a:solidFill>
              <a:latin typeface="Arial" panose="020B0604020202020204" pitchFamily="34" charset="0"/>
              <a:ea typeface="思源黑体 CN Regular" panose="020B0500000000000000" pitchFamily="34" charset="-122"/>
              <a:cs typeface="Arial" panose="020B0604020202020204" pitchFamily="34" charset="0"/>
            </a:rPr>
            <a:t>创新高</a:t>
          </a:r>
        </a:p>
      </cdr:txBody>
    </cdr:sp>
  </cdr:relSizeAnchor>
  <cdr:relSizeAnchor xmlns:cdr="http://schemas.openxmlformats.org/drawingml/2006/chartDrawing">
    <cdr:from>
      <cdr:x>0.55973</cdr:x>
      <cdr:y>0.4532</cdr:y>
    </cdr:from>
    <cdr:to>
      <cdr:x>0.84073</cdr:x>
      <cdr:y>0.5862</cdr:y>
    </cdr:to>
    <cdr:sp macro="" textlink="">
      <cdr:nvSpPr>
        <cdr:cNvPr id="12" name="文本框 1">
          <a:extLst xmlns:a="http://schemas.openxmlformats.org/drawingml/2006/main">
            <a:ext uri="{FF2B5EF4-FFF2-40B4-BE49-F238E27FC236}">
              <a16:creationId xmlns:a16="http://schemas.microsoft.com/office/drawing/2014/main" id="{23E63760-E559-F7C0-F612-A8D66E6DBAC7}"/>
            </a:ext>
          </a:extLst>
        </cdr:cNvPr>
        <cdr:cNvSpPr txBox="1"/>
      </cdr:nvSpPr>
      <cdr:spPr>
        <a:xfrm xmlns:a="http://schemas.openxmlformats.org/drawingml/2006/main">
          <a:off x="3124213" y="1168401"/>
          <a:ext cx="1568437" cy="342887"/>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zh-CN" altLang="en-US" sz="800" b="1" kern="1200">
              <a:solidFill>
                <a:srgbClr val="7C80C8"/>
              </a:solidFill>
              <a:latin typeface="Arial" panose="020B0604020202020204" pitchFamily="34" charset="0"/>
              <a:ea typeface="思源黑体 CN Regular" panose="020B0500000000000000" pitchFamily="34" charset="-122"/>
              <a:cs typeface="Arial" panose="020B0604020202020204" pitchFamily="34" charset="0"/>
            </a:rPr>
            <a:t>截至</a:t>
          </a:r>
          <a:r>
            <a:rPr lang="en-US" altLang="zh-CN" sz="800" b="1" kern="1200">
              <a:solidFill>
                <a:srgbClr val="7C80C8"/>
              </a:solidFill>
              <a:latin typeface="Arial" panose="020B0604020202020204" pitchFamily="34" charset="0"/>
              <a:ea typeface="思源黑体 CN Regular" panose="020B0500000000000000" pitchFamily="34" charset="-122"/>
              <a:cs typeface="Arial" panose="020B0604020202020204" pitchFamily="34" charset="0"/>
            </a:rPr>
            <a:t>5</a:t>
          </a:r>
          <a:r>
            <a:rPr lang="zh-CN" altLang="en-US" sz="800" b="1" kern="1200">
              <a:solidFill>
                <a:srgbClr val="7C80C8"/>
              </a:solidFill>
              <a:latin typeface="Arial" panose="020B0604020202020204" pitchFamily="34" charset="0"/>
              <a:ea typeface="思源黑体 CN Regular" panose="020B0500000000000000" pitchFamily="34" charset="-122"/>
              <a:cs typeface="Arial" panose="020B0604020202020204" pitchFamily="34" charset="0"/>
            </a:rPr>
            <a:t>月末，较去年基本走平，今年最大回撤</a:t>
          </a:r>
          <a:r>
            <a:rPr lang="en-US" altLang="zh-CN" sz="800" b="1" kern="1200">
              <a:solidFill>
                <a:srgbClr val="7C80C8"/>
              </a:solidFill>
              <a:latin typeface="Arial" panose="020B0604020202020204" pitchFamily="34" charset="0"/>
              <a:ea typeface="思源黑体 CN Regular" panose="020B0500000000000000" pitchFamily="34" charset="-122"/>
              <a:cs typeface="Arial" panose="020B0604020202020204" pitchFamily="34" charset="0"/>
            </a:rPr>
            <a:t>12.6%</a:t>
          </a:r>
          <a:endParaRPr lang="zh-CN" altLang="en-US" sz="800" b="1" kern="1200">
            <a:solidFill>
              <a:srgbClr val="7C80C8"/>
            </a:solidFill>
            <a:latin typeface="Arial" panose="020B0604020202020204" pitchFamily="34" charset="0"/>
            <a:ea typeface="思源黑体 CN Regular" panose="020B0500000000000000" pitchFamily="34" charset="-122"/>
            <a:cs typeface="Arial" panose="020B0604020202020204" pitchFamily="34" charset="0"/>
          </a:endParaRPr>
        </a:p>
      </cdr:txBody>
    </cdr:sp>
  </cdr:relSizeAnchor>
</c:userShapes>
</file>

<file path=ppt/drawings/drawing14.xml><?xml version="1.0" encoding="utf-8"?>
<c:userShapes xmlns:c="http://schemas.openxmlformats.org/drawingml/2006/chart">
  <cdr:relSizeAnchor xmlns:cdr="http://schemas.openxmlformats.org/drawingml/2006/chartDrawing">
    <cdr:from>
      <cdr:x>0.36513</cdr:x>
      <cdr:y>0.77056</cdr:y>
    </cdr:from>
    <cdr:to>
      <cdr:x>0.41957</cdr:x>
      <cdr:y>0.85043</cdr:y>
    </cdr:to>
    <cdr:sp macro="" textlink="">
      <cdr:nvSpPr>
        <cdr:cNvPr id="2" name="椭圆 1">
          <a:extLst xmlns:a="http://schemas.openxmlformats.org/drawingml/2006/main">
            <a:ext uri="{FF2B5EF4-FFF2-40B4-BE49-F238E27FC236}">
              <a16:creationId xmlns:a16="http://schemas.microsoft.com/office/drawing/2014/main" id="{51C98654-BC5B-4C7B-3678-82AB8F4F3E04}"/>
            </a:ext>
          </a:extLst>
        </cdr:cNvPr>
        <cdr:cNvSpPr/>
      </cdr:nvSpPr>
      <cdr:spPr>
        <a:xfrm xmlns:a="http://schemas.openxmlformats.org/drawingml/2006/main">
          <a:off x="919274" y="1620653"/>
          <a:ext cx="137060" cy="167983"/>
        </a:xfrm>
        <a:prstGeom xmlns:a="http://schemas.openxmlformats.org/drawingml/2006/main" prst="ellipse">
          <a:avLst/>
        </a:prstGeom>
        <a:solidFill xmlns:a="http://schemas.openxmlformats.org/drawingml/2006/main">
          <a:srgbClr val="2A3C54">
            <a:alpha val="50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zh-CN" altLang="en-US" kern="1200"/>
        </a:p>
      </cdr:txBody>
    </cdr:sp>
  </cdr:relSizeAnchor>
  <cdr:relSizeAnchor xmlns:cdr="http://schemas.openxmlformats.org/drawingml/2006/chartDrawing">
    <cdr:from>
      <cdr:x>0.62329</cdr:x>
      <cdr:y>0.77417</cdr:y>
    </cdr:from>
    <cdr:to>
      <cdr:x>0.67772</cdr:x>
      <cdr:y>0.85403</cdr:y>
    </cdr:to>
    <cdr:sp macro="" textlink="">
      <cdr:nvSpPr>
        <cdr:cNvPr id="3" name="椭圆 2">
          <a:extLst xmlns:a="http://schemas.openxmlformats.org/drawingml/2006/main">
            <a:ext uri="{FF2B5EF4-FFF2-40B4-BE49-F238E27FC236}">
              <a16:creationId xmlns:a16="http://schemas.microsoft.com/office/drawing/2014/main" id="{9C36D9A9-A31C-4BD8-51A9-4D485FA6EB74}"/>
            </a:ext>
          </a:extLst>
        </cdr:cNvPr>
        <cdr:cNvSpPr/>
      </cdr:nvSpPr>
      <cdr:spPr>
        <a:xfrm xmlns:a="http://schemas.openxmlformats.org/drawingml/2006/main">
          <a:off x="1427223" y="1755012"/>
          <a:ext cx="124634" cy="181039"/>
        </a:xfrm>
        <a:prstGeom xmlns:a="http://schemas.openxmlformats.org/drawingml/2006/main" prst="ellipse">
          <a:avLst/>
        </a:prstGeom>
        <a:solidFill xmlns:a="http://schemas.openxmlformats.org/drawingml/2006/main">
          <a:srgbClr val="2A3C54">
            <a:alpha val="50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0.27771</cdr:x>
      <cdr:y>0.82075</cdr:y>
    </cdr:from>
    <cdr:to>
      <cdr:x>0.33215</cdr:x>
      <cdr:y>0.90062</cdr:y>
    </cdr:to>
    <cdr:sp macro="" textlink="">
      <cdr:nvSpPr>
        <cdr:cNvPr id="4" name="椭圆 3">
          <a:extLst xmlns:a="http://schemas.openxmlformats.org/drawingml/2006/main">
            <a:ext uri="{FF2B5EF4-FFF2-40B4-BE49-F238E27FC236}">
              <a16:creationId xmlns:a16="http://schemas.microsoft.com/office/drawing/2014/main" id="{9C36D9A9-A31C-4BD8-51A9-4D485FA6EB74}"/>
            </a:ext>
          </a:extLst>
        </cdr:cNvPr>
        <cdr:cNvSpPr/>
      </cdr:nvSpPr>
      <cdr:spPr>
        <a:xfrm xmlns:a="http://schemas.openxmlformats.org/drawingml/2006/main">
          <a:off x="699165" y="1726198"/>
          <a:ext cx="137060" cy="167983"/>
        </a:xfrm>
        <a:prstGeom xmlns:a="http://schemas.openxmlformats.org/drawingml/2006/main" prst="ellipse">
          <a:avLst/>
        </a:prstGeom>
        <a:solidFill xmlns:a="http://schemas.openxmlformats.org/drawingml/2006/main">
          <a:srgbClr val="2A3C54">
            <a:alpha val="50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0.52681</cdr:x>
      <cdr:y>0.66475</cdr:y>
    </cdr:from>
    <cdr:to>
      <cdr:x>0.58125</cdr:x>
      <cdr:y>0.74462</cdr:y>
    </cdr:to>
    <cdr:sp macro="" textlink="">
      <cdr:nvSpPr>
        <cdr:cNvPr id="5" name="椭圆 4">
          <a:extLst xmlns:a="http://schemas.openxmlformats.org/drawingml/2006/main">
            <a:ext uri="{FF2B5EF4-FFF2-40B4-BE49-F238E27FC236}">
              <a16:creationId xmlns:a16="http://schemas.microsoft.com/office/drawing/2014/main" id="{C6D8488D-0EAE-D0DD-42F7-54E6BC89AA4F}"/>
            </a:ext>
          </a:extLst>
        </cdr:cNvPr>
        <cdr:cNvSpPr/>
      </cdr:nvSpPr>
      <cdr:spPr>
        <a:xfrm xmlns:a="http://schemas.openxmlformats.org/drawingml/2006/main">
          <a:off x="1326322" y="1398105"/>
          <a:ext cx="137060" cy="167983"/>
        </a:xfrm>
        <a:prstGeom xmlns:a="http://schemas.openxmlformats.org/drawingml/2006/main" prst="ellipse">
          <a:avLst/>
        </a:prstGeom>
        <a:solidFill xmlns:a="http://schemas.openxmlformats.org/drawingml/2006/main">
          <a:srgbClr val="2A3C54">
            <a:alpha val="50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userShapes>
</file>

<file path=ppt/drawings/drawing15.xml><?xml version="1.0" encoding="utf-8"?>
<c:userShapes xmlns:c="http://schemas.openxmlformats.org/drawingml/2006/chart">
  <cdr:relSizeAnchor xmlns:cdr="http://schemas.openxmlformats.org/drawingml/2006/chartDrawing">
    <cdr:from>
      <cdr:x>0.35676</cdr:x>
      <cdr:y>0.76638</cdr:y>
    </cdr:from>
    <cdr:to>
      <cdr:x>0.41729</cdr:x>
      <cdr:y>0.85197</cdr:y>
    </cdr:to>
    <cdr:sp macro="" textlink="">
      <cdr:nvSpPr>
        <cdr:cNvPr id="2" name="椭圆 1">
          <a:extLst xmlns:a="http://schemas.openxmlformats.org/drawingml/2006/main">
            <a:ext uri="{FF2B5EF4-FFF2-40B4-BE49-F238E27FC236}">
              <a16:creationId xmlns:a16="http://schemas.microsoft.com/office/drawing/2014/main" id="{AB196105-74FC-F77E-6047-EF9DADB8FD4D}"/>
            </a:ext>
          </a:extLst>
        </cdr:cNvPr>
        <cdr:cNvSpPr/>
      </cdr:nvSpPr>
      <cdr:spPr>
        <a:xfrm xmlns:a="http://schemas.openxmlformats.org/drawingml/2006/main">
          <a:off x="897337" y="1611863"/>
          <a:ext cx="152249" cy="180000"/>
        </a:xfrm>
        <a:prstGeom xmlns:a="http://schemas.openxmlformats.org/drawingml/2006/main" prst="ellipse">
          <a:avLst/>
        </a:prstGeom>
        <a:solidFill xmlns:a="http://schemas.openxmlformats.org/drawingml/2006/main">
          <a:srgbClr val="2A3C54">
            <a:alpha val="50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0.62521</cdr:x>
      <cdr:y>0.66456</cdr:y>
    </cdr:from>
    <cdr:to>
      <cdr:x>0.68574</cdr:x>
      <cdr:y>0.75014</cdr:y>
    </cdr:to>
    <cdr:sp macro="" textlink="">
      <cdr:nvSpPr>
        <cdr:cNvPr id="3" name="椭圆 2">
          <a:extLst xmlns:a="http://schemas.openxmlformats.org/drawingml/2006/main">
            <a:ext uri="{FF2B5EF4-FFF2-40B4-BE49-F238E27FC236}">
              <a16:creationId xmlns:a16="http://schemas.microsoft.com/office/drawing/2014/main" id="{AB196105-74FC-F77E-6047-EF9DADB8FD4D}"/>
            </a:ext>
          </a:extLst>
        </cdr:cNvPr>
        <cdr:cNvSpPr/>
      </cdr:nvSpPr>
      <cdr:spPr>
        <a:xfrm xmlns:a="http://schemas.openxmlformats.org/drawingml/2006/main">
          <a:off x="1572569" y="1397706"/>
          <a:ext cx="152250" cy="180000"/>
        </a:xfrm>
        <a:prstGeom xmlns:a="http://schemas.openxmlformats.org/drawingml/2006/main" prst="ellipse">
          <a:avLst/>
        </a:prstGeom>
        <a:solidFill xmlns:a="http://schemas.openxmlformats.org/drawingml/2006/main">
          <a:srgbClr val="2A3C54">
            <a:alpha val="50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0.77939</cdr:x>
      <cdr:y>0.36737</cdr:y>
    </cdr:from>
    <cdr:to>
      <cdr:x>0.83992</cdr:x>
      <cdr:y>0.45296</cdr:y>
    </cdr:to>
    <cdr:sp macro="" textlink="">
      <cdr:nvSpPr>
        <cdr:cNvPr id="4" name="椭圆 3">
          <a:extLst xmlns:a="http://schemas.openxmlformats.org/drawingml/2006/main">
            <a:ext uri="{FF2B5EF4-FFF2-40B4-BE49-F238E27FC236}">
              <a16:creationId xmlns:a16="http://schemas.microsoft.com/office/drawing/2014/main" id="{AB196105-74FC-F77E-6047-EF9DADB8FD4D}"/>
            </a:ext>
          </a:extLst>
        </cdr:cNvPr>
        <cdr:cNvSpPr/>
      </cdr:nvSpPr>
      <cdr:spPr>
        <a:xfrm xmlns:a="http://schemas.openxmlformats.org/drawingml/2006/main">
          <a:off x="1960363" y="772662"/>
          <a:ext cx="152249" cy="180000"/>
        </a:xfrm>
        <a:prstGeom xmlns:a="http://schemas.openxmlformats.org/drawingml/2006/main" prst="ellipse">
          <a:avLst/>
        </a:prstGeom>
        <a:solidFill xmlns:a="http://schemas.openxmlformats.org/drawingml/2006/main">
          <a:srgbClr val="2A3C54">
            <a:alpha val="50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0.342</cdr:x>
      <cdr:y>0.43417</cdr:y>
    </cdr:from>
    <cdr:to>
      <cdr:x>0.40253</cdr:x>
      <cdr:y>0.51976</cdr:y>
    </cdr:to>
    <cdr:sp macro="" textlink="">
      <cdr:nvSpPr>
        <cdr:cNvPr id="5" name="椭圆 4">
          <a:extLst xmlns:a="http://schemas.openxmlformats.org/drawingml/2006/main">
            <a:ext uri="{FF2B5EF4-FFF2-40B4-BE49-F238E27FC236}">
              <a16:creationId xmlns:a16="http://schemas.microsoft.com/office/drawing/2014/main" id="{27D55428-34B0-A5C7-76B6-8E19A85D2DCA}"/>
            </a:ext>
          </a:extLst>
        </cdr:cNvPr>
        <cdr:cNvSpPr/>
      </cdr:nvSpPr>
      <cdr:spPr>
        <a:xfrm xmlns:a="http://schemas.openxmlformats.org/drawingml/2006/main">
          <a:off x="797893" y="956677"/>
          <a:ext cx="141216" cy="188593"/>
        </a:xfrm>
        <a:prstGeom xmlns:a="http://schemas.openxmlformats.org/drawingml/2006/main" prst="ellipse">
          <a:avLst/>
        </a:prstGeom>
        <a:solidFill xmlns:a="http://schemas.openxmlformats.org/drawingml/2006/main">
          <a:srgbClr val="9E4F4F">
            <a:alpha val="50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0.6304</cdr:x>
      <cdr:y>0.14577</cdr:y>
    </cdr:from>
    <cdr:to>
      <cdr:x>0.69093</cdr:x>
      <cdr:y>0.23135</cdr:y>
    </cdr:to>
    <cdr:sp macro="" textlink="">
      <cdr:nvSpPr>
        <cdr:cNvPr id="6" name="椭圆 5">
          <a:extLst xmlns:a="http://schemas.openxmlformats.org/drawingml/2006/main">
            <a:ext uri="{FF2B5EF4-FFF2-40B4-BE49-F238E27FC236}">
              <a16:creationId xmlns:a16="http://schemas.microsoft.com/office/drawing/2014/main" id="{6C981C95-A2FD-B1E1-DE0E-86046B70A9C0}"/>
            </a:ext>
          </a:extLst>
        </cdr:cNvPr>
        <cdr:cNvSpPr/>
      </cdr:nvSpPr>
      <cdr:spPr>
        <a:xfrm xmlns:a="http://schemas.openxmlformats.org/drawingml/2006/main">
          <a:off x="1470725" y="321200"/>
          <a:ext cx="141216" cy="188571"/>
        </a:xfrm>
        <a:prstGeom xmlns:a="http://schemas.openxmlformats.org/drawingml/2006/main" prst="ellipse">
          <a:avLst/>
        </a:prstGeom>
        <a:solidFill xmlns:a="http://schemas.openxmlformats.org/drawingml/2006/main">
          <a:srgbClr val="9E4F4F">
            <a:alpha val="50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0.80229</cdr:x>
      <cdr:y>0.51623</cdr:y>
    </cdr:from>
    <cdr:to>
      <cdr:x>0.86282</cdr:x>
      <cdr:y>0.60181</cdr:y>
    </cdr:to>
    <cdr:sp macro="" textlink="">
      <cdr:nvSpPr>
        <cdr:cNvPr id="7" name="椭圆 6">
          <a:extLst xmlns:a="http://schemas.openxmlformats.org/drawingml/2006/main">
            <a:ext uri="{FF2B5EF4-FFF2-40B4-BE49-F238E27FC236}">
              <a16:creationId xmlns:a16="http://schemas.microsoft.com/office/drawing/2014/main" id="{6C981C95-A2FD-B1E1-DE0E-86046B70A9C0}"/>
            </a:ext>
          </a:extLst>
        </cdr:cNvPr>
        <cdr:cNvSpPr/>
      </cdr:nvSpPr>
      <cdr:spPr>
        <a:xfrm xmlns:a="http://schemas.openxmlformats.org/drawingml/2006/main">
          <a:off x="1871734" y="1137490"/>
          <a:ext cx="141216" cy="188572"/>
        </a:xfrm>
        <a:prstGeom xmlns:a="http://schemas.openxmlformats.org/drawingml/2006/main" prst="ellipse">
          <a:avLst/>
        </a:prstGeom>
        <a:solidFill xmlns:a="http://schemas.openxmlformats.org/drawingml/2006/main">
          <a:srgbClr val="9E4F4F">
            <a:alpha val="50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userShapes>
</file>

<file path=ppt/drawings/drawing16.xml><?xml version="1.0" encoding="utf-8"?>
<c:userShapes xmlns:c="http://schemas.openxmlformats.org/drawingml/2006/chart">
  <cdr:relSizeAnchor xmlns:cdr="http://schemas.openxmlformats.org/drawingml/2006/chartDrawing">
    <cdr:from>
      <cdr:x>0.2803</cdr:x>
      <cdr:y>0.27063</cdr:y>
    </cdr:from>
    <cdr:to>
      <cdr:x>0.55606</cdr:x>
      <cdr:y>0.45215</cdr:y>
    </cdr:to>
    <cdr:sp macro="" textlink="">
      <cdr:nvSpPr>
        <cdr:cNvPr id="2" name="文本框 1">
          <a:extLst xmlns:a="http://schemas.openxmlformats.org/drawingml/2006/main">
            <a:ext uri="{FF2B5EF4-FFF2-40B4-BE49-F238E27FC236}">
              <a16:creationId xmlns:a16="http://schemas.microsoft.com/office/drawing/2014/main" id="{8B087051-C373-DAD7-10C0-8D09558D1542}"/>
            </a:ext>
          </a:extLst>
        </cdr:cNvPr>
        <cdr:cNvSpPr txBox="1"/>
      </cdr:nvSpPr>
      <cdr:spPr>
        <a:xfrm xmlns:a="http://schemas.openxmlformats.org/drawingml/2006/main">
          <a:off x="1174750" y="1041400"/>
          <a:ext cx="1155700" cy="698500"/>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endParaRPr lang="zh-CN" altLang="en-US" sz="1100" kern="1200"/>
        </a:p>
      </cdr:txBody>
    </cdr:sp>
  </cdr:relSizeAnchor>
  <cdr:relSizeAnchor xmlns:cdr="http://schemas.openxmlformats.org/drawingml/2006/chartDrawing">
    <cdr:from>
      <cdr:x>0.13523</cdr:x>
      <cdr:y>0.17933</cdr:y>
    </cdr:from>
    <cdr:to>
      <cdr:x>0.62618</cdr:x>
      <cdr:y>0.50758</cdr:y>
    </cdr:to>
    <cdr:sp macro="" textlink="">
      <cdr:nvSpPr>
        <cdr:cNvPr id="4" name="文本框 1">
          <a:extLst xmlns:a="http://schemas.openxmlformats.org/drawingml/2006/main">
            <a:ext uri="{FF2B5EF4-FFF2-40B4-BE49-F238E27FC236}">
              <a16:creationId xmlns:a16="http://schemas.microsoft.com/office/drawing/2014/main" id="{AE02745B-98A2-5C9E-FF2A-75FD18F8699B}"/>
            </a:ext>
          </a:extLst>
        </cdr:cNvPr>
        <cdr:cNvSpPr txBox="1"/>
      </cdr:nvSpPr>
      <cdr:spPr>
        <a:xfrm xmlns:a="http://schemas.openxmlformats.org/drawingml/2006/main">
          <a:off x="292097" y="387353"/>
          <a:ext cx="1060453" cy="709020"/>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altLang="zh-CN" sz="800" kern="1200">
              <a:solidFill>
                <a:srgbClr val="C00000"/>
              </a:solidFill>
              <a:latin typeface="思源黑体 CN Regular" panose="020B0500000000000000" pitchFamily="34" charset="-122"/>
              <a:ea typeface="思源黑体 CN Regular" panose="020B0500000000000000" pitchFamily="34" charset="-122"/>
            </a:rPr>
            <a:t>1</a:t>
          </a:r>
          <a:r>
            <a:rPr lang="zh-CN" altLang="en-US" sz="800" kern="1200">
              <a:solidFill>
                <a:srgbClr val="C00000"/>
              </a:solidFill>
              <a:latin typeface="思源黑体 CN Regular" panose="020B0500000000000000" pitchFamily="34" charset="-122"/>
              <a:ea typeface="思源黑体 CN Regular" panose="020B0500000000000000" pitchFamily="34" charset="-122"/>
            </a:rPr>
            <a:t>年内，港股股息率与</a:t>
          </a:r>
          <a:r>
            <a:rPr lang="en-US" altLang="zh-CN" sz="800" kern="1200">
              <a:solidFill>
                <a:srgbClr val="C00000"/>
              </a:solidFill>
              <a:latin typeface="思源黑体 CN Regular" panose="020B0500000000000000" pitchFamily="34" charset="-122"/>
              <a:ea typeface="思源黑体 CN Regular" panose="020B0500000000000000" pitchFamily="34" charset="-122"/>
            </a:rPr>
            <a:t>A</a:t>
          </a:r>
          <a:r>
            <a:rPr lang="zh-CN" altLang="en-US" sz="800" kern="1200">
              <a:solidFill>
                <a:srgbClr val="C00000"/>
              </a:solidFill>
              <a:latin typeface="思源黑体 CN Regular" panose="020B0500000000000000" pitchFamily="34" charset="-122"/>
              <a:ea typeface="思源黑体 CN Regular" panose="020B0500000000000000" pitchFamily="34" charset="-122"/>
            </a:rPr>
            <a:t>股股息率的差值，从</a:t>
          </a:r>
          <a:r>
            <a:rPr lang="en-US" altLang="zh-CN" sz="800" kern="1200">
              <a:solidFill>
                <a:srgbClr val="C00000"/>
              </a:solidFill>
              <a:latin typeface="思源黑体 CN Regular" panose="020B0500000000000000" pitchFamily="34" charset="-122"/>
              <a:ea typeface="思源黑体 CN Regular" panose="020B0500000000000000" pitchFamily="34" charset="-122"/>
            </a:rPr>
            <a:t>2%</a:t>
          </a:r>
          <a:r>
            <a:rPr lang="zh-CN" altLang="en-US" sz="800" kern="1200">
              <a:solidFill>
                <a:srgbClr val="C00000"/>
              </a:solidFill>
              <a:latin typeface="思源黑体 CN Regular" panose="020B0500000000000000" pitchFamily="34" charset="-122"/>
              <a:ea typeface="思源黑体 CN Regular" panose="020B0500000000000000" pitchFamily="34" charset="-122"/>
            </a:rPr>
            <a:t>收缩至</a:t>
          </a:r>
          <a:r>
            <a:rPr lang="en-US" altLang="zh-CN" sz="800" kern="1200">
              <a:solidFill>
                <a:srgbClr val="C00000"/>
              </a:solidFill>
              <a:latin typeface="思源黑体 CN Regular" panose="020B0500000000000000" pitchFamily="34" charset="-122"/>
              <a:ea typeface="思源黑体 CN Regular" panose="020B0500000000000000" pitchFamily="34" charset="-122"/>
            </a:rPr>
            <a:t>-0.4%</a:t>
          </a:r>
          <a:endParaRPr lang="zh-CN" altLang="en-US" sz="800" kern="1200">
            <a:solidFill>
              <a:srgbClr val="C00000"/>
            </a:solidFill>
            <a:latin typeface="思源黑体 CN Regular" panose="020B0500000000000000" pitchFamily="34" charset="-122"/>
            <a:ea typeface="思源黑体 CN Regular" panose="020B0500000000000000" pitchFamily="34" charset="-122"/>
          </a:endParaRPr>
        </a:p>
      </cdr:txBody>
    </cdr:sp>
  </cdr:relSizeAnchor>
</c:userShapes>
</file>

<file path=ppt/drawings/drawing17.xml><?xml version="1.0" encoding="utf-8"?>
<c:userShapes xmlns:c="http://schemas.openxmlformats.org/drawingml/2006/chart">
  <cdr:relSizeAnchor xmlns:cdr="http://schemas.openxmlformats.org/drawingml/2006/chartDrawing">
    <cdr:from>
      <cdr:x>0.12053</cdr:x>
      <cdr:y>0.21461</cdr:y>
    </cdr:from>
    <cdr:to>
      <cdr:x>0.61148</cdr:x>
      <cdr:y>0.54286</cdr:y>
    </cdr:to>
    <cdr:sp macro="" textlink="">
      <cdr:nvSpPr>
        <cdr:cNvPr id="3" name="文本框 1">
          <a:extLst xmlns:a="http://schemas.openxmlformats.org/drawingml/2006/main">
            <a:ext uri="{FF2B5EF4-FFF2-40B4-BE49-F238E27FC236}">
              <a16:creationId xmlns:a16="http://schemas.microsoft.com/office/drawing/2014/main" id="{382CF41C-7A0E-E56D-3C98-DAF77097BE03}"/>
            </a:ext>
          </a:extLst>
        </cdr:cNvPr>
        <cdr:cNvSpPr txBox="1"/>
      </cdr:nvSpPr>
      <cdr:spPr>
        <a:xfrm xmlns:a="http://schemas.openxmlformats.org/drawingml/2006/main">
          <a:off x="260350" y="463550"/>
          <a:ext cx="1060453" cy="709020"/>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altLang="zh-CN" sz="800" kern="1200">
              <a:solidFill>
                <a:srgbClr val="C00000"/>
              </a:solidFill>
              <a:latin typeface="思源黑体 CN Regular" panose="020B0500000000000000" pitchFamily="34" charset="-122"/>
              <a:ea typeface="思源黑体 CN Regular" panose="020B0500000000000000" pitchFamily="34" charset="-122"/>
            </a:rPr>
            <a:t>1</a:t>
          </a:r>
          <a:r>
            <a:rPr lang="zh-CN" altLang="en-US" sz="800" kern="1200">
              <a:solidFill>
                <a:srgbClr val="C00000"/>
              </a:solidFill>
              <a:latin typeface="思源黑体 CN Regular" panose="020B0500000000000000" pitchFamily="34" charset="-122"/>
              <a:ea typeface="思源黑体 CN Regular" panose="020B0500000000000000" pitchFamily="34" charset="-122"/>
            </a:rPr>
            <a:t>年内，港股股息率与</a:t>
          </a:r>
          <a:r>
            <a:rPr lang="en-US" altLang="zh-CN" sz="800" kern="1200">
              <a:solidFill>
                <a:srgbClr val="C00000"/>
              </a:solidFill>
              <a:latin typeface="思源黑体 CN Regular" panose="020B0500000000000000" pitchFamily="34" charset="-122"/>
              <a:ea typeface="思源黑体 CN Regular" panose="020B0500000000000000" pitchFamily="34" charset="-122"/>
            </a:rPr>
            <a:t>A</a:t>
          </a:r>
          <a:r>
            <a:rPr lang="zh-CN" altLang="en-US" sz="800" kern="1200">
              <a:solidFill>
                <a:srgbClr val="C00000"/>
              </a:solidFill>
              <a:latin typeface="思源黑体 CN Regular" panose="020B0500000000000000" pitchFamily="34" charset="-122"/>
              <a:ea typeface="思源黑体 CN Regular" panose="020B0500000000000000" pitchFamily="34" charset="-122"/>
            </a:rPr>
            <a:t>股股息率的差值，从</a:t>
          </a:r>
          <a:r>
            <a:rPr lang="en-US" altLang="zh-CN" sz="800" kern="1200">
              <a:solidFill>
                <a:srgbClr val="C00000"/>
              </a:solidFill>
              <a:latin typeface="思源黑体 CN Regular" panose="020B0500000000000000" pitchFamily="34" charset="-122"/>
              <a:ea typeface="思源黑体 CN Regular" panose="020B0500000000000000" pitchFamily="34" charset="-122"/>
            </a:rPr>
            <a:t>2.6%</a:t>
          </a:r>
          <a:r>
            <a:rPr lang="zh-CN" altLang="en-US" sz="800" kern="1200">
              <a:solidFill>
                <a:srgbClr val="C00000"/>
              </a:solidFill>
              <a:latin typeface="思源黑体 CN Regular" panose="020B0500000000000000" pitchFamily="34" charset="-122"/>
              <a:ea typeface="思源黑体 CN Regular" panose="020B0500000000000000" pitchFamily="34" charset="-122"/>
            </a:rPr>
            <a:t>收缩至</a:t>
          </a:r>
          <a:r>
            <a:rPr lang="en-US" altLang="zh-CN" sz="800" kern="1200">
              <a:solidFill>
                <a:srgbClr val="C00000"/>
              </a:solidFill>
              <a:latin typeface="思源黑体 CN Regular" panose="020B0500000000000000" pitchFamily="34" charset="-122"/>
              <a:ea typeface="思源黑体 CN Regular" panose="020B0500000000000000" pitchFamily="34" charset="-122"/>
            </a:rPr>
            <a:t>-0.08%</a:t>
          </a:r>
          <a:endParaRPr lang="zh-CN" altLang="en-US" sz="800" kern="1200">
            <a:solidFill>
              <a:srgbClr val="C00000"/>
            </a:solidFill>
            <a:latin typeface="思源黑体 CN Regular" panose="020B0500000000000000" pitchFamily="34" charset="-122"/>
            <a:ea typeface="思源黑体 CN Regular" panose="020B0500000000000000" pitchFamily="34" charset="-122"/>
          </a:endParaRPr>
        </a:p>
      </cdr:txBody>
    </cdr:sp>
  </cdr:relSizeAnchor>
</c:userShapes>
</file>

<file path=ppt/drawings/drawing18.xml><?xml version="1.0" encoding="utf-8"?>
<c:userShapes xmlns:c="http://schemas.openxmlformats.org/drawingml/2006/chart">
  <cdr:relSizeAnchor xmlns:cdr="http://schemas.openxmlformats.org/drawingml/2006/chartDrawing">
    <cdr:from>
      <cdr:x>0.04644</cdr:x>
      <cdr:y>0.17214</cdr:y>
    </cdr:from>
    <cdr:to>
      <cdr:x>0.19795</cdr:x>
      <cdr:y>0.30868</cdr:y>
    </cdr:to>
    <cdr:sp macro="" textlink="">
      <cdr:nvSpPr>
        <cdr:cNvPr id="2" name="文本框 1">
          <a:extLst xmlns:a="http://schemas.openxmlformats.org/drawingml/2006/main">
            <a:ext uri="{FF2B5EF4-FFF2-40B4-BE49-F238E27FC236}">
              <a16:creationId xmlns:a16="http://schemas.microsoft.com/office/drawing/2014/main" id="{1420951E-0E16-FDD7-89DC-0A83DF2A3207}"/>
            </a:ext>
          </a:extLst>
        </cdr:cNvPr>
        <cdr:cNvSpPr txBox="1"/>
      </cdr:nvSpPr>
      <cdr:spPr>
        <a:xfrm xmlns:a="http://schemas.openxmlformats.org/drawingml/2006/main">
          <a:off x="150466" y="371818"/>
          <a:ext cx="490883" cy="294931"/>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zh-CN" altLang="en-US" sz="600" kern="1200">
              <a:latin typeface="Arial" panose="020B0604020202020204" pitchFamily="34" charset="0"/>
              <a:cs typeface="Arial" panose="020B0604020202020204" pitchFamily="34" charset="0"/>
            </a:rPr>
            <a:t>（</a:t>
          </a:r>
          <a:r>
            <a:rPr lang="en-US" altLang="zh-CN" sz="600" kern="1200">
              <a:latin typeface="Arial" panose="020B0604020202020204" pitchFamily="34" charset="0"/>
              <a:cs typeface="Arial" panose="020B0604020202020204" pitchFamily="34" charset="0"/>
            </a:rPr>
            <a:t>%</a:t>
          </a:r>
          <a:r>
            <a:rPr lang="zh-CN" altLang="en-US" sz="600" kern="1200">
              <a:latin typeface="Arial" panose="020B0604020202020204" pitchFamily="34" charset="0"/>
              <a:cs typeface="Arial" panose="020B0604020202020204" pitchFamily="34" charset="0"/>
            </a:rPr>
            <a:t>）</a:t>
          </a:r>
        </a:p>
      </cdr:txBody>
    </cdr:sp>
  </cdr:relSizeAnchor>
  <cdr:relSizeAnchor xmlns:cdr="http://schemas.openxmlformats.org/drawingml/2006/chartDrawing">
    <cdr:from>
      <cdr:x>0.64284</cdr:x>
      <cdr:y>0.17933</cdr:y>
    </cdr:from>
    <cdr:to>
      <cdr:x>0.96622</cdr:x>
      <cdr:y>0.43803</cdr:y>
    </cdr:to>
    <cdr:sp macro="" textlink="">
      <cdr:nvSpPr>
        <cdr:cNvPr id="3" name="文本框 1">
          <a:extLst xmlns:a="http://schemas.openxmlformats.org/drawingml/2006/main">
            <a:ext uri="{FF2B5EF4-FFF2-40B4-BE49-F238E27FC236}">
              <a16:creationId xmlns:a16="http://schemas.microsoft.com/office/drawing/2014/main" id="{AA9F7AE1-1E51-9AB7-E0E8-1573EAE248B3}"/>
            </a:ext>
          </a:extLst>
        </cdr:cNvPr>
        <cdr:cNvSpPr txBox="1"/>
      </cdr:nvSpPr>
      <cdr:spPr>
        <a:xfrm xmlns:a="http://schemas.openxmlformats.org/drawingml/2006/main">
          <a:off x="2082800" y="387350"/>
          <a:ext cx="1047750" cy="558800"/>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zh-CN" altLang="en-US" sz="600" b="1" kern="1200">
              <a:solidFill>
                <a:srgbClr val="C00000"/>
              </a:solidFill>
              <a:latin typeface="思源黑体 CN Regular" panose="020B0500000000000000" pitchFamily="34" charset="-122"/>
              <a:ea typeface="思源黑体 CN Regular" panose="020B0500000000000000" pitchFamily="34" charset="-122"/>
            </a:rPr>
            <a:t>欧洲央行于</a:t>
          </a:r>
          <a:r>
            <a:rPr lang="en-US" altLang="zh-CN" sz="600" b="1" kern="1200">
              <a:solidFill>
                <a:srgbClr val="C00000"/>
              </a:solidFill>
              <a:latin typeface="思源黑体 CN Regular" panose="020B0500000000000000" pitchFamily="34" charset="-122"/>
              <a:ea typeface="思源黑体 CN Regular" panose="020B0500000000000000" pitchFamily="34" charset="-122"/>
            </a:rPr>
            <a:t>2026</a:t>
          </a:r>
          <a:r>
            <a:rPr lang="zh-CN" altLang="en-US" sz="600" b="1" kern="1200">
              <a:solidFill>
                <a:srgbClr val="C00000"/>
              </a:solidFill>
              <a:latin typeface="思源黑体 CN Regular" panose="020B0500000000000000" pitchFamily="34" charset="-122"/>
              <a:ea typeface="思源黑体 CN Regular" panose="020B0500000000000000" pitchFamily="34" charset="-122"/>
            </a:rPr>
            <a:t>年</a:t>
          </a:r>
          <a:r>
            <a:rPr lang="en-US" altLang="zh-CN" sz="600" b="1" kern="1200">
              <a:solidFill>
                <a:srgbClr val="C00000"/>
              </a:solidFill>
              <a:latin typeface="思源黑体 CN Regular" panose="020B0500000000000000" pitchFamily="34" charset="-122"/>
              <a:ea typeface="思源黑体 CN Regular" panose="020B0500000000000000" pitchFamily="34" charset="-122"/>
            </a:rPr>
            <a:t>6</a:t>
          </a:r>
          <a:r>
            <a:rPr lang="zh-CN" altLang="en-US" sz="600" b="1" kern="1200">
              <a:solidFill>
                <a:srgbClr val="C00000"/>
              </a:solidFill>
              <a:latin typeface="思源黑体 CN Regular" panose="020B0500000000000000" pitchFamily="34" charset="-122"/>
              <a:ea typeface="思源黑体 CN Regular" panose="020B0500000000000000" pitchFamily="34" charset="-122"/>
            </a:rPr>
            <a:t>月</a:t>
          </a:r>
          <a:r>
            <a:rPr lang="en-US" altLang="zh-CN" sz="600" b="1" kern="1200">
              <a:solidFill>
                <a:srgbClr val="C00000"/>
              </a:solidFill>
              <a:latin typeface="思源黑体 CN Regular" panose="020B0500000000000000" pitchFamily="34" charset="-122"/>
              <a:ea typeface="思源黑体 CN Regular" panose="020B0500000000000000" pitchFamily="34" charset="-122"/>
            </a:rPr>
            <a:t>17</a:t>
          </a:r>
          <a:r>
            <a:rPr lang="zh-CN" altLang="en-US" sz="600" b="1" kern="1200">
              <a:solidFill>
                <a:srgbClr val="C00000"/>
              </a:solidFill>
              <a:latin typeface="思源黑体 CN Regular" panose="020B0500000000000000" pitchFamily="34" charset="-122"/>
              <a:ea typeface="思源黑体 CN Regular" panose="020B0500000000000000" pitchFamily="34" charset="-122"/>
            </a:rPr>
            <a:t>日提升</a:t>
          </a:r>
          <a:r>
            <a:rPr lang="en-US" altLang="zh-CN" sz="600" b="1" kern="1200">
              <a:solidFill>
                <a:srgbClr val="C00000"/>
              </a:solidFill>
              <a:latin typeface="思源黑体 CN Regular" panose="020B0500000000000000" pitchFamily="34" charset="-122"/>
              <a:ea typeface="思源黑体 CN Regular" panose="020B0500000000000000" pitchFamily="34" charset="-122"/>
            </a:rPr>
            <a:t>25BP</a:t>
          </a:r>
          <a:r>
            <a:rPr lang="zh-CN" altLang="en-US" sz="600" b="1" kern="1200">
              <a:solidFill>
                <a:srgbClr val="C00000"/>
              </a:solidFill>
              <a:latin typeface="思源黑体 CN Regular" panose="020B0500000000000000" pitchFamily="34" charset="-122"/>
              <a:ea typeface="思源黑体 CN Regular" panose="020B0500000000000000" pitchFamily="34" charset="-122"/>
            </a:rPr>
            <a:t>基准利率</a:t>
          </a:r>
        </a:p>
      </cdr:txBody>
    </cdr:sp>
  </cdr:relSizeAnchor>
  <cdr:relSizeAnchor xmlns:cdr="http://schemas.openxmlformats.org/drawingml/2006/chartDrawing">
    <cdr:from>
      <cdr:x>0.86431</cdr:x>
      <cdr:y>0.43215</cdr:y>
    </cdr:from>
    <cdr:to>
      <cdr:x>0.97994</cdr:x>
      <cdr:y>0.74083</cdr:y>
    </cdr:to>
    <cdr:cxnSp macro="">
      <cdr:nvCxnSpPr>
        <cdr:cNvPr id="5" name="直接箭头连接符 4">
          <a:extLst xmlns:a="http://schemas.openxmlformats.org/drawingml/2006/main">
            <a:ext uri="{FF2B5EF4-FFF2-40B4-BE49-F238E27FC236}">
              <a16:creationId xmlns:a16="http://schemas.microsoft.com/office/drawing/2014/main" id="{400E8D13-6585-3B94-C407-A5EEAC42C61C}"/>
            </a:ext>
          </a:extLst>
        </cdr:cNvPr>
        <cdr:cNvCxnSpPr/>
      </cdr:nvCxnSpPr>
      <cdr:spPr>
        <a:xfrm xmlns:a="http://schemas.openxmlformats.org/drawingml/2006/main" flipV="1">
          <a:off x="1866908" y="933441"/>
          <a:ext cx="249761" cy="666749"/>
        </a:xfrm>
        <a:prstGeom xmlns:a="http://schemas.openxmlformats.org/drawingml/2006/main" prst="straightConnector1">
          <a:avLst/>
        </a:prstGeom>
        <a:ln xmlns:a="http://schemas.openxmlformats.org/drawingml/2006/main" w="19050">
          <a:solidFill>
            <a:srgbClr val="C00000"/>
          </a:solidFill>
          <a:prstDash val="dash"/>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userShapes>
</file>

<file path=ppt/drawings/drawing19.xml><?xml version="1.0" encoding="utf-8"?>
<c:userShapes xmlns:c="http://schemas.openxmlformats.org/drawingml/2006/chart">
  <cdr:relSizeAnchor xmlns:cdr="http://schemas.openxmlformats.org/drawingml/2006/chartDrawing">
    <cdr:from>
      <cdr:x>0.09643</cdr:x>
      <cdr:y>0.11224</cdr:y>
    </cdr:from>
    <cdr:to>
      <cdr:x>0.3028</cdr:x>
      <cdr:y>0.23073</cdr:y>
    </cdr:to>
    <cdr:sp macro="" textlink="">
      <cdr:nvSpPr>
        <cdr:cNvPr id="2" name="文本框 1">
          <a:extLst xmlns:a="http://schemas.openxmlformats.org/drawingml/2006/main">
            <a:ext uri="{FF2B5EF4-FFF2-40B4-BE49-F238E27FC236}">
              <a16:creationId xmlns:a16="http://schemas.microsoft.com/office/drawing/2014/main" id="{FE091594-60AD-163F-049D-E7F49EA392E4}"/>
            </a:ext>
          </a:extLst>
        </cdr:cNvPr>
        <cdr:cNvSpPr txBox="1"/>
      </cdr:nvSpPr>
      <cdr:spPr>
        <a:xfrm xmlns:a="http://schemas.openxmlformats.org/drawingml/2006/main">
          <a:off x="208286" y="242449"/>
          <a:ext cx="445764" cy="255922"/>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zh-CN" altLang="en-US" sz="600" kern="1200">
              <a:latin typeface="Arial" panose="020B0604020202020204" pitchFamily="34" charset="0"/>
              <a:cs typeface="Arial" panose="020B0604020202020204" pitchFamily="34" charset="0"/>
            </a:rPr>
            <a:t>（</a:t>
          </a:r>
          <a:r>
            <a:rPr lang="en-US" altLang="zh-CN" sz="600" kern="1200">
              <a:latin typeface="Arial" panose="020B0604020202020204" pitchFamily="34" charset="0"/>
              <a:cs typeface="Arial" panose="020B0604020202020204" pitchFamily="34" charset="0"/>
            </a:rPr>
            <a:t>%</a:t>
          </a:r>
          <a:r>
            <a:rPr lang="zh-CN" altLang="en-US" sz="600" kern="1200">
              <a:latin typeface="Arial" panose="020B0604020202020204" pitchFamily="34" charset="0"/>
              <a:cs typeface="Arial" panose="020B0604020202020204" pitchFamily="34" charset="0"/>
            </a:rPr>
            <a:t>）</a:t>
          </a:r>
        </a:p>
      </cdr:txBody>
    </cdr:sp>
  </cdr:relSizeAnchor>
  <cdr:relSizeAnchor xmlns:cdr="http://schemas.openxmlformats.org/drawingml/2006/chartDrawing">
    <cdr:from>
      <cdr:x>0.49389</cdr:x>
      <cdr:y>0.15051</cdr:y>
    </cdr:from>
    <cdr:to>
      <cdr:x>0.94464</cdr:x>
      <cdr:y>0.375</cdr:y>
    </cdr:to>
    <cdr:sp macro="" textlink="">
      <cdr:nvSpPr>
        <cdr:cNvPr id="3" name="文本框 2">
          <a:extLst xmlns:a="http://schemas.openxmlformats.org/drawingml/2006/main">
            <a:ext uri="{FF2B5EF4-FFF2-40B4-BE49-F238E27FC236}">
              <a16:creationId xmlns:a16="http://schemas.microsoft.com/office/drawing/2014/main" id="{673E0678-646B-A62F-549A-26513E11545C}"/>
            </a:ext>
          </a:extLst>
        </cdr:cNvPr>
        <cdr:cNvSpPr txBox="1"/>
      </cdr:nvSpPr>
      <cdr:spPr>
        <a:xfrm xmlns:a="http://schemas.openxmlformats.org/drawingml/2006/main">
          <a:off x="1066800" y="325102"/>
          <a:ext cx="973622" cy="484898"/>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zh-CN" altLang="en-US" sz="600" b="1" kern="1200">
              <a:solidFill>
                <a:srgbClr val="C00000"/>
              </a:solidFill>
              <a:latin typeface="思源黑体 CN Regular" panose="020B0500000000000000" pitchFamily="34" charset="-122"/>
              <a:ea typeface="思源黑体 CN Regular" panose="020B0500000000000000" pitchFamily="34" charset="-122"/>
            </a:rPr>
            <a:t>日本央行</a:t>
          </a:r>
          <a:r>
            <a:rPr lang="en-US" altLang="zh-CN" sz="600" b="1" kern="1200">
              <a:solidFill>
                <a:srgbClr val="C00000"/>
              </a:solidFill>
              <a:latin typeface="思源黑体 CN Regular" panose="020B0500000000000000" pitchFamily="34" charset="-122"/>
              <a:ea typeface="思源黑体 CN Regular" panose="020B0500000000000000" pitchFamily="34" charset="-122"/>
            </a:rPr>
            <a:t>2026</a:t>
          </a:r>
          <a:r>
            <a:rPr lang="zh-CN" altLang="en-US" sz="600" b="1" kern="1200">
              <a:solidFill>
                <a:srgbClr val="C00000"/>
              </a:solidFill>
              <a:latin typeface="思源黑体 CN Regular" panose="020B0500000000000000" pitchFamily="34" charset="-122"/>
              <a:ea typeface="思源黑体 CN Regular" panose="020B0500000000000000" pitchFamily="34" charset="-122"/>
            </a:rPr>
            <a:t>年</a:t>
          </a:r>
          <a:r>
            <a:rPr lang="en-US" altLang="zh-CN" sz="600" b="1" kern="1200">
              <a:solidFill>
                <a:srgbClr val="C00000"/>
              </a:solidFill>
              <a:latin typeface="思源黑体 CN Regular" panose="020B0500000000000000" pitchFamily="34" charset="-122"/>
              <a:ea typeface="思源黑体 CN Regular" panose="020B0500000000000000" pitchFamily="34" charset="-122"/>
            </a:rPr>
            <a:t>6</a:t>
          </a:r>
          <a:r>
            <a:rPr lang="zh-CN" altLang="en-US" sz="600" b="1" kern="1200">
              <a:solidFill>
                <a:srgbClr val="C00000"/>
              </a:solidFill>
              <a:latin typeface="思源黑体 CN Regular" panose="020B0500000000000000" pitchFamily="34" charset="-122"/>
              <a:ea typeface="思源黑体 CN Regular" panose="020B0500000000000000" pitchFamily="34" charset="-122"/>
            </a:rPr>
            <a:t>月</a:t>
          </a:r>
          <a:r>
            <a:rPr lang="en-US" altLang="zh-CN" sz="600" b="1" kern="1200">
              <a:solidFill>
                <a:srgbClr val="C00000"/>
              </a:solidFill>
              <a:latin typeface="思源黑体 CN Regular" panose="020B0500000000000000" pitchFamily="34" charset="-122"/>
              <a:ea typeface="思源黑体 CN Regular" panose="020B0500000000000000" pitchFamily="34" charset="-122"/>
            </a:rPr>
            <a:t>17</a:t>
          </a:r>
          <a:r>
            <a:rPr lang="zh-CN" altLang="en-US" sz="600" b="1" kern="1200">
              <a:solidFill>
                <a:srgbClr val="C00000"/>
              </a:solidFill>
              <a:latin typeface="思源黑体 CN Regular" panose="020B0500000000000000" pitchFamily="34" charset="-122"/>
              <a:ea typeface="思源黑体 CN Regular" panose="020B0500000000000000" pitchFamily="34" charset="-122"/>
            </a:rPr>
            <a:t>日提升</a:t>
          </a:r>
          <a:r>
            <a:rPr lang="en-US" altLang="zh-CN" sz="600" b="1" kern="1200">
              <a:solidFill>
                <a:srgbClr val="C00000"/>
              </a:solidFill>
              <a:latin typeface="思源黑体 CN Regular" panose="020B0500000000000000" pitchFamily="34" charset="-122"/>
              <a:ea typeface="思源黑体 CN Regular" panose="020B0500000000000000" pitchFamily="34" charset="-122"/>
            </a:rPr>
            <a:t>25BP</a:t>
          </a:r>
          <a:r>
            <a:rPr lang="zh-CN" altLang="en-US" sz="600" b="1" kern="1200">
              <a:solidFill>
                <a:srgbClr val="C00000"/>
              </a:solidFill>
              <a:latin typeface="思源黑体 CN Regular" panose="020B0500000000000000" pitchFamily="34" charset="-122"/>
              <a:ea typeface="思源黑体 CN Regular" panose="020B0500000000000000" pitchFamily="34" charset="-122"/>
            </a:rPr>
            <a:t>基准利率</a:t>
          </a:r>
        </a:p>
      </cdr:txBody>
    </cdr:sp>
  </cdr:relSizeAnchor>
  <cdr:relSizeAnchor xmlns:cdr="http://schemas.openxmlformats.org/drawingml/2006/chartDrawing">
    <cdr:from>
      <cdr:x>0.89464</cdr:x>
      <cdr:y>0.20663</cdr:y>
    </cdr:from>
    <cdr:to>
      <cdr:x>1</cdr:x>
      <cdr:y>0.47449</cdr:y>
    </cdr:to>
    <cdr:cxnSp macro="">
      <cdr:nvCxnSpPr>
        <cdr:cNvPr id="4" name="直接箭头连接符 3">
          <a:extLst xmlns:a="http://schemas.openxmlformats.org/drawingml/2006/main">
            <a:ext uri="{FF2B5EF4-FFF2-40B4-BE49-F238E27FC236}">
              <a16:creationId xmlns:a16="http://schemas.microsoft.com/office/drawing/2014/main" id="{E410A3E3-2681-D44D-6548-AB3E1FB00642}"/>
            </a:ext>
          </a:extLst>
        </cdr:cNvPr>
        <cdr:cNvCxnSpPr/>
      </cdr:nvCxnSpPr>
      <cdr:spPr>
        <a:xfrm xmlns:a="http://schemas.openxmlformats.org/drawingml/2006/main" flipV="1">
          <a:off x="3181350" y="514350"/>
          <a:ext cx="374650" cy="666750"/>
        </a:xfrm>
        <a:prstGeom xmlns:a="http://schemas.openxmlformats.org/drawingml/2006/main" prst="straightConnector1">
          <a:avLst/>
        </a:prstGeom>
        <a:ln xmlns:a="http://schemas.openxmlformats.org/drawingml/2006/main" w="19050">
          <a:solidFill>
            <a:srgbClr val="C00000"/>
          </a:solidFill>
          <a:prstDash val="dash"/>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userShapes>
</file>

<file path=ppt/drawings/drawing20.xml><?xml version="1.0" encoding="utf-8"?>
<c:userShapes xmlns:c="http://schemas.openxmlformats.org/drawingml/2006/chart">
  <cdr:relSizeAnchor xmlns:cdr="http://schemas.openxmlformats.org/drawingml/2006/chartDrawing">
    <cdr:from>
      <cdr:x>0.08878</cdr:x>
      <cdr:y>0.37563</cdr:y>
    </cdr:from>
    <cdr:to>
      <cdr:x>0.1449</cdr:x>
      <cdr:y>0.62267</cdr:y>
    </cdr:to>
    <cdr:cxnSp macro="">
      <cdr:nvCxnSpPr>
        <cdr:cNvPr id="3" name="直接箭头连接符 2">
          <a:extLst xmlns:a="http://schemas.openxmlformats.org/drawingml/2006/main">
            <a:ext uri="{FF2B5EF4-FFF2-40B4-BE49-F238E27FC236}">
              <a16:creationId xmlns:a16="http://schemas.microsoft.com/office/drawing/2014/main" id="{94BCB1BD-BD77-20C4-6EF8-56D912AADFF1}"/>
            </a:ext>
          </a:extLst>
        </cdr:cNvPr>
        <cdr:cNvCxnSpPr/>
      </cdr:nvCxnSpPr>
      <cdr:spPr>
        <a:xfrm xmlns:a="http://schemas.openxmlformats.org/drawingml/2006/main" flipV="1">
          <a:off x="649940" y="1658471"/>
          <a:ext cx="410883" cy="1090706"/>
        </a:xfrm>
        <a:prstGeom xmlns:a="http://schemas.openxmlformats.org/drawingml/2006/main" prst="straightConnector1">
          <a:avLst/>
        </a:prstGeom>
        <a:ln xmlns:a="http://schemas.openxmlformats.org/drawingml/2006/main" w="19050">
          <a:solidFill>
            <a:srgbClr val="C00000"/>
          </a:solidFill>
          <a:prstDash val="dash"/>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0.24163</cdr:x>
      <cdr:y>0.45313</cdr:y>
    </cdr:from>
    <cdr:to>
      <cdr:x>0.29776</cdr:x>
      <cdr:y>0.70017</cdr:y>
    </cdr:to>
    <cdr:cxnSp macro="">
      <cdr:nvCxnSpPr>
        <cdr:cNvPr id="4" name="直接箭头连接符 3">
          <a:extLst xmlns:a="http://schemas.openxmlformats.org/drawingml/2006/main">
            <a:ext uri="{FF2B5EF4-FFF2-40B4-BE49-F238E27FC236}">
              <a16:creationId xmlns:a16="http://schemas.microsoft.com/office/drawing/2014/main" id="{BD957B3E-F9DA-544A-B0C1-1E3846383B98}"/>
            </a:ext>
          </a:extLst>
        </cdr:cNvPr>
        <cdr:cNvCxnSpPr/>
      </cdr:nvCxnSpPr>
      <cdr:spPr>
        <a:xfrm xmlns:a="http://schemas.openxmlformats.org/drawingml/2006/main" flipV="1">
          <a:off x="1769036" y="2000624"/>
          <a:ext cx="410883" cy="1090706"/>
        </a:xfrm>
        <a:prstGeom xmlns:a="http://schemas.openxmlformats.org/drawingml/2006/main" prst="straightConnector1">
          <a:avLst/>
        </a:prstGeom>
        <a:ln xmlns:a="http://schemas.openxmlformats.org/drawingml/2006/main" w="19050">
          <a:solidFill>
            <a:srgbClr val="C00000"/>
          </a:solidFill>
          <a:prstDash val="dash"/>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0.4498</cdr:x>
      <cdr:y>0.44332</cdr:y>
    </cdr:from>
    <cdr:to>
      <cdr:x>0.53367</cdr:x>
      <cdr:y>0.66464</cdr:y>
    </cdr:to>
    <cdr:cxnSp macro="">
      <cdr:nvCxnSpPr>
        <cdr:cNvPr id="5" name="直接箭头连接符 4">
          <a:extLst xmlns:a="http://schemas.openxmlformats.org/drawingml/2006/main">
            <a:ext uri="{FF2B5EF4-FFF2-40B4-BE49-F238E27FC236}">
              <a16:creationId xmlns:a16="http://schemas.microsoft.com/office/drawing/2014/main" id="{BD957B3E-F9DA-544A-B0C1-1E3846383B98}"/>
            </a:ext>
          </a:extLst>
        </cdr:cNvPr>
        <cdr:cNvCxnSpPr/>
      </cdr:nvCxnSpPr>
      <cdr:spPr>
        <a:xfrm xmlns:a="http://schemas.openxmlformats.org/drawingml/2006/main" flipV="1">
          <a:off x="3293035" y="1957294"/>
          <a:ext cx="614082" cy="977154"/>
        </a:xfrm>
        <a:prstGeom xmlns:a="http://schemas.openxmlformats.org/drawingml/2006/main" prst="straightConnector1">
          <a:avLst/>
        </a:prstGeom>
        <a:ln xmlns:a="http://schemas.openxmlformats.org/drawingml/2006/main" w="19050">
          <a:solidFill>
            <a:srgbClr val="C00000"/>
          </a:solidFill>
          <a:prstDash val="dash"/>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0.62531</cdr:x>
      <cdr:y>0.24873</cdr:y>
    </cdr:from>
    <cdr:to>
      <cdr:x>0.75102</cdr:x>
      <cdr:y>0.68291</cdr:y>
    </cdr:to>
    <cdr:cxnSp macro="">
      <cdr:nvCxnSpPr>
        <cdr:cNvPr id="7" name="直接箭头连接符 6">
          <a:extLst xmlns:a="http://schemas.openxmlformats.org/drawingml/2006/main">
            <a:ext uri="{FF2B5EF4-FFF2-40B4-BE49-F238E27FC236}">
              <a16:creationId xmlns:a16="http://schemas.microsoft.com/office/drawing/2014/main" id="{09ED6477-B4C8-4C4A-A3E5-978A2856E4A3}"/>
            </a:ext>
          </a:extLst>
        </cdr:cNvPr>
        <cdr:cNvCxnSpPr/>
      </cdr:nvCxnSpPr>
      <cdr:spPr>
        <a:xfrm xmlns:a="http://schemas.openxmlformats.org/drawingml/2006/main" flipV="1">
          <a:off x="4577977" y="1098177"/>
          <a:ext cx="920375" cy="1916953"/>
        </a:xfrm>
        <a:prstGeom xmlns:a="http://schemas.openxmlformats.org/drawingml/2006/main" prst="straightConnector1">
          <a:avLst/>
        </a:prstGeom>
        <a:ln xmlns:a="http://schemas.openxmlformats.org/drawingml/2006/main" w="19050">
          <a:solidFill>
            <a:srgbClr val="C00000"/>
          </a:solidFill>
          <a:prstDash val="dash"/>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userShapes>
</file>

<file path=ppt/drawings/drawing21.xml><?xml version="1.0" encoding="utf-8"?>
<c:userShapes xmlns:c="http://schemas.openxmlformats.org/drawingml/2006/chart">
  <cdr:relSizeAnchor xmlns:cdr="http://schemas.openxmlformats.org/drawingml/2006/chartDrawing">
    <cdr:from>
      <cdr:x>0.15507</cdr:x>
      <cdr:y>0.13389</cdr:y>
    </cdr:from>
    <cdr:to>
      <cdr:x>0.30673</cdr:x>
      <cdr:y>0.91004</cdr:y>
    </cdr:to>
    <cdr:sp macro="" textlink="">
      <cdr:nvSpPr>
        <cdr:cNvPr id="2" name="矩形 1">
          <a:extLst xmlns:a="http://schemas.openxmlformats.org/drawingml/2006/main">
            <a:ext uri="{FF2B5EF4-FFF2-40B4-BE49-F238E27FC236}">
              <a16:creationId xmlns:a16="http://schemas.microsoft.com/office/drawing/2014/main" id="{1AF75B01-45AB-10F6-B5B2-544F3D9B1106}"/>
            </a:ext>
          </a:extLst>
        </cdr:cNvPr>
        <cdr:cNvSpPr/>
      </cdr:nvSpPr>
      <cdr:spPr>
        <a:xfrm xmlns:a="http://schemas.openxmlformats.org/drawingml/2006/main">
          <a:off x="863600" y="406400"/>
          <a:ext cx="844550" cy="2355850"/>
        </a:xfrm>
        <a:prstGeom xmlns:a="http://schemas.openxmlformats.org/drawingml/2006/main" prst="rect">
          <a:avLst/>
        </a:prstGeom>
        <a:solidFill xmlns:a="http://schemas.openxmlformats.org/drawingml/2006/main">
          <a:srgbClr val="C00000">
            <a:alpha val="10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zh-CN" altLang="en-US" kern="1200"/>
        </a:p>
      </cdr:txBody>
    </cdr:sp>
  </cdr:relSizeAnchor>
  <cdr:relSizeAnchor xmlns:cdr="http://schemas.openxmlformats.org/drawingml/2006/chartDrawing">
    <cdr:from>
      <cdr:x>0.17332</cdr:x>
      <cdr:y>0.04393</cdr:y>
    </cdr:from>
    <cdr:to>
      <cdr:x>0.32383</cdr:x>
      <cdr:y>0.1569</cdr:y>
    </cdr:to>
    <cdr:sp macro="" textlink="">
      <cdr:nvSpPr>
        <cdr:cNvPr id="3" name="文本框 2">
          <a:extLst xmlns:a="http://schemas.openxmlformats.org/drawingml/2006/main">
            <a:ext uri="{FF2B5EF4-FFF2-40B4-BE49-F238E27FC236}">
              <a16:creationId xmlns:a16="http://schemas.microsoft.com/office/drawing/2014/main" id="{54D6536A-DF59-84C7-2F40-D132B88C7F23}"/>
            </a:ext>
          </a:extLst>
        </cdr:cNvPr>
        <cdr:cNvSpPr txBox="1"/>
      </cdr:nvSpPr>
      <cdr:spPr>
        <a:xfrm xmlns:a="http://schemas.openxmlformats.org/drawingml/2006/main">
          <a:off x="965200" y="133350"/>
          <a:ext cx="838200" cy="342900"/>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en-US" altLang="zh-CN" sz="1000" b="1" kern="1200">
              <a:solidFill>
                <a:srgbClr val="C00000"/>
              </a:solidFill>
              <a:latin typeface="思源黑体 CN Regular" panose="020B0500000000000000" pitchFamily="34" charset="-122"/>
              <a:ea typeface="思源黑体 CN Regular" panose="020B0500000000000000" pitchFamily="34" charset="-122"/>
            </a:rPr>
            <a:t>A</a:t>
          </a:r>
          <a:r>
            <a:rPr lang="zh-CN" altLang="en-US" sz="1000" b="1" kern="1200">
              <a:solidFill>
                <a:srgbClr val="C00000"/>
              </a:solidFill>
              <a:latin typeface="思源黑体 CN Regular" panose="020B0500000000000000" pitchFamily="34" charset="-122"/>
              <a:ea typeface="思源黑体 CN Regular" panose="020B0500000000000000" pitchFamily="34" charset="-122"/>
            </a:rPr>
            <a:t>股占优</a:t>
          </a:r>
        </a:p>
      </cdr:txBody>
    </cdr:sp>
  </cdr:relSizeAnchor>
  <cdr:relSizeAnchor xmlns:cdr="http://schemas.openxmlformats.org/drawingml/2006/chartDrawing">
    <cdr:from>
      <cdr:x>0.30559</cdr:x>
      <cdr:y>0.13808</cdr:y>
    </cdr:from>
    <cdr:to>
      <cdr:x>0.40365</cdr:x>
      <cdr:y>0.91841</cdr:y>
    </cdr:to>
    <cdr:sp macro="" textlink="">
      <cdr:nvSpPr>
        <cdr:cNvPr id="4" name="矩形 3">
          <a:extLst xmlns:a="http://schemas.openxmlformats.org/drawingml/2006/main">
            <a:ext uri="{FF2B5EF4-FFF2-40B4-BE49-F238E27FC236}">
              <a16:creationId xmlns:a16="http://schemas.microsoft.com/office/drawing/2014/main" id="{2AF8CDFE-6037-9477-BBD0-A7C0B69449B9}"/>
            </a:ext>
          </a:extLst>
        </cdr:cNvPr>
        <cdr:cNvSpPr/>
      </cdr:nvSpPr>
      <cdr:spPr>
        <a:xfrm xmlns:a="http://schemas.openxmlformats.org/drawingml/2006/main">
          <a:off x="1701800" y="419100"/>
          <a:ext cx="546100" cy="2368550"/>
        </a:xfrm>
        <a:prstGeom xmlns:a="http://schemas.openxmlformats.org/drawingml/2006/main" prst="rect">
          <a:avLst/>
        </a:prstGeom>
        <a:solidFill xmlns:a="http://schemas.openxmlformats.org/drawingml/2006/main">
          <a:srgbClr val="2E3160">
            <a:alpha val="10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0.29304</cdr:x>
      <cdr:y>0.04184</cdr:y>
    </cdr:from>
    <cdr:to>
      <cdr:x>0.44356</cdr:x>
      <cdr:y>0.15481</cdr:y>
    </cdr:to>
    <cdr:sp macro="" textlink="">
      <cdr:nvSpPr>
        <cdr:cNvPr id="5" name="文本框 1">
          <a:extLst xmlns:a="http://schemas.openxmlformats.org/drawingml/2006/main">
            <a:ext uri="{FF2B5EF4-FFF2-40B4-BE49-F238E27FC236}">
              <a16:creationId xmlns:a16="http://schemas.microsoft.com/office/drawing/2014/main" id="{63D62092-737C-7AEC-CC0A-24DE49BF4A95}"/>
            </a:ext>
          </a:extLst>
        </cdr:cNvPr>
        <cdr:cNvSpPr txBox="1"/>
      </cdr:nvSpPr>
      <cdr:spPr>
        <a:xfrm xmlns:a="http://schemas.openxmlformats.org/drawingml/2006/main">
          <a:off x="1631950" y="127000"/>
          <a:ext cx="838200" cy="342900"/>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zh-CN" altLang="en-US" sz="1000" b="1" kern="1200">
              <a:solidFill>
                <a:srgbClr val="2E3160"/>
              </a:solidFill>
              <a:latin typeface="思源黑体 CN Regular" panose="020B0500000000000000" pitchFamily="34" charset="-122"/>
              <a:ea typeface="思源黑体 CN Regular" panose="020B0500000000000000" pitchFamily="34" charset="-122"/>
            </a:rPr>
            <a:t>港股占优</a:t>
          </a:r>
        </a:p>
      </cdr:txBody>
    </cdr:sp>
  </cdr:relSizeAnchor>
  <cdr:relSizeAnchor xmlns:cdr="http://schemas.openxmlformats.org/drawingml/2006/chartDrawing">
    <cdr:from>
      <cdr:x>0.18586</cdr:x>
      <cdr:y>0.11506</cdr:y>
    </cdr:from>
    <cdr:to>
      <cdr:x>0.33637</cdr:x>
      <cdr:y>0.22803</cdr:y>
    </cdr:to>
    <cdr:sp macro="" textlink="">
      <cdr:nvSpPr>
        <cdr:cNvPr id="6" name="文本框 1">
          <a:extLst xmlns:a="http://schemas.openxmlformats.org/drawingml/2006/main">
            <a:ext uri="{FF2B5EF4-FFF2-40B4-BE49-F238E27FC236}">
              <a16:creationId xmlns:a16="http://schemas.microsoft.com/office/drawing/2014/main" id="{BB1E1DDC-C71A-3D9B-B73E-0BC8CF28038E}"/>
            </a:ext>
          </a:extLst>
        </cdr:cNvPr>
        <cdr:cNvSpPr txBox="1"/>
      </cdr:nvSpPr>
      <cdr:spPr>
        <a:xfrm xmlns:a="http://schemas.openxmlformats.org/drawingml/2006/main">
          <a:off x="1035050" y="349250"/>
          <a:ext cx="838200" cy="342900"/>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altLang="zh-CN" sz="800" b="1" kern="1200">
              <a:solidFill>
                <a:schemeClr val="tx1"/>
              </a:solidFill>
              <a:latin typeface="思源黑体 CN Regular" panose="020B0500000000000000" pitchFamily="34" charset="-122"/>
              <a:ea typeface="思源黑体 CN Regular" panose="020B0500000000000000" pitchFamily="34" charset="-122"/>
            </a:rPr>
            <a:t>96~01</a:t>
          </a:r>
          <a:r>
            <a:rPr lang="zh-CN" altLang="en-US" sz="800" b="1" kern="1200">
              <a:solidFill>
                <a:schemeClr val="tx1"/>
              </a:solidFill>
              <a:latin typeface="思源黑体 CN Regular" panose="020B0500000000000000" pitchFamily="34" charset="-122"/>
              <a:ea typeface="思源黑体 CN Regular" panose="020B0500000000000000" pitchFamily="34" charset="-122"/>
            </a:rPr>
            <a:t>年</a:t>
          </a:r>
        </a:p>
      </cdr:txBody>
    </cdr:sp>
  </cdr:relSizeAnchor>
  <cdr:relSizeAnchor xmlns:cdr="http://schemas.openxmlformats.org/drawingml/2006/chartDrawing">
    <cdr:from>
      <cdr:x>0.30673</cdr:x>
      <cdr:y>0.11297</cdr:y>
    </cdr:from>
    <cdr:to>
      <cdr:x>0.45724</cdr:x>
      <cdr:y>0.22594</cdr:y>
    </cdr:to>
    <cdr:sp macro="" textlink="">
      <cdr:nvSpPr>
        <cdr:cNvPr id="7" name="文本框 1">
          <a:extLst xmlns:a="http://schemas.openxmlformats.org/drawingml/2006/main">
            <a:ext uri="{FF2B5EF4-FFF2-40B4-BE49-F238E27FC236}">
              <a16:creationId xmlns:a16="http://schemas.microsoft.com/office/drawing/2014/main" id="{33337BC8-CFD8-9BB0-46E5-4D69524A9526}"/>
            </a:ext>
          </a:extLst>
        </cdr:cNvPr>
        <cdr:cNvSpPr txBox="1"/>
      </cdr:nvSpPr>
      <cdr:spPr>
        <a:xfrm xmlns:a="http://schemas.openxmlformats.org/drawingml/2006/main">
          <a:off x="1708150" y="342900"/>
          <a:ext cx="838200" cy="342900"/>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altLang="zh-CN" sz="800" b="1" kern="1200">
              <a:solidFill>
                <a:schemeClr val="tx1"/>
              </a:solidFill>
              <a:latin typeface="思源黑体 CN Regular" panose="020B0500000000000000" pitchFamily="34" charset="-122"/>
              <a:ea typeface="思源黑体 CN Regular" panose="020B0500000000000000" pitchFamily="34" charset="-122"/>
            </a:rPr>
            <a:t>02~05</a:t>
          </a:r>
          <a:r>
            <a:rPr lang="zh-CN" altLang="en-US" sz="800" b="1" kern="1200">
              <a:solidFill>
                <a:schemeClr val="tx1"/>
              </a:solidFill>
              <a:latin typeface="思源黑体 CN Regular" panose="020B0500000000000000" pitchFamily="34" charset="-122"/>
              <a:ea typeface="思源黑体 CN Regular" panose="020B0500000000000000" pitchFamily="34" charset="-122"/>
            </a:rPr>
            <a:t>年</a:t>
          </a:r>
        </a:p>
      </cdr:txBody>
    </cdr:sp>
  </cdr:relSizeAnchor>
  <cdr:relSizeAnchor xmlns:cdr="http://schemas.openxmlformats.org/drawingml/2006/chartDrawing">
    <cdr:from>
      <cdr:x>0.48233</cdr:x>
      <cdr:y>0.15481</cdr:y>
    </cdr:from>
    <cdr:to>
      <cdr:x>0.49829</cdr:x>
      <cdr:y>0.93096</cdr:y>
    </cdr:to>
    <cdr:sp macro="" textlink="">
      <cdr:nvSpPr>
        <cdr:cNvPr id="8" name="矩形 7">
          <a:extLst xmlns:a="http://schemas.openxmlformats.org/drawingml/2006/main">
            <a:ext uri="{FF2B5EF4-FFF2-40B4-BE49-F238E27FC236}">
              <a16:creationId xmlns:a16="http://schemas.microsoft.com/office/drawing/2014/main" id="{0F668083-9EC8-7960-E6E6-B363306BA20E}"/>
            </a:ext>
          </a:extLst>
        </cdr:cNvPr>
        <cdr:cNvSpPr/>
      </cdr:nvSpPr>
      <cdr:spPr>
        <a:xfrm xmlns:a="http://schemas.openxmlformats.org/drawingml/2006/main">
          <a:off x="2686050" y="469900"/>
          <a:ext cx="88900" cy="2355850"/>
        </a:xfrm>
        <a:prstGeom xmlns:a="http://schemas.openxmlformats.org/drawingml/2006/main" prst="rect">
          <a:avLst/>
        </a:prstGeom>
        <a:solidFill xmlns:a="http://schemas.openxmlformats.org/drawingml/2006/main">
          <a:srgbClr val="C39B64">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0.60319</cdr:x>
      <cdr:y>0.13389</cdr:y>
    </cdr:from>
    <cdr:to>
      <cdr:x>0.67047</cdr:x>
      <cdr:y>0.91004</cdr:y>
    </cdr:to>
    <cdr:sp macro="" textlink="">
      <cdr:nvSpPr>
        <cdr:cNvPr id="9" name="矩形 8">
          <a:extLst xmlns:a="http://schemas.openxmlformats.org/drawingml/2006/main">
            <a:ext uri="{FF2B5EF4-FFF2-40B4-BE49-F238E27FC236}">
              <a16:creationId xmlns:a16="http://schemas.microsoft.com/office/drawing/2014/main" id="{D0C34330-1005-ACD1-C41E-09331CE07377}"/>
            </a:ext>
          </a:extLst>
        </cdr:cNvPr>
        <cdr:cNvSpPr/>
      </cdr:nvSpPr>
      <cdr:spPr>
        <a:xfrm xmlns:a="http://schemas.openxmlformats.org/drawingml/2006/main">
          <a:off x="3359150" y="406400"/>
          <a:ext cx="374650" cy="2355850"/>
        </a:xfrm>
        <a:prstGeom xmlns:a="http://schemas.openxmlformats.org/drawingml/2006/main" prst="rect">
          <a:avLst/>
        </a:prstGeom>
        <a:solidFill xmlns:a="http://schemas.openxmlformats.org/drawingml/2006/main">
          <a:srgbClr val="C00000">
            <a:alpha val="10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0.58495</cdr:x>
      <cdr:y>0.12343</cdr:y>
    </cdr:from>
    <cdr:to>
      <cdr:x>0.73546</cdr:x>
      <cdr:y>0.2364</cdr:y>
    </cdr:to>
    <cdr:sp macro="" textlink="">
      <cdr:nvSpPr>
        <cdr:cNvPr id="10" name="文本框 1">
          <a:extLst xmlns:a="http://schemas.openxmlformats.org/drawingml/2006/main">
            <a:ext uri="{FF2B5EF4-FFF2-40B4-BE49-F238E27FC236}">
              <a16:creationId xmlns:a16="http://schemas.microsoft.com/office/drawing/2014/main" id="{2B450326-748C-B57A-CE62-667D41DD7B82}"/>
            </a:ext>
          </a:extLst>
        </cdr:cNvPr>
        <cdr:cNvSpPr txBox="1"/>
      </cdr:nvSpPr>
      <cdr:spPr>
        <a:xfrm xmlns:a="http://schemas.openxmlformats.org/drawingml/2006/main">
          <a:off x="3257550" y="374650"/>
          <a:ext cx="838200" cy="342900"/>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altLang="zh-CN" sz="800" b="1" kern="1200">
              <a:solidFill>
                <a:schemeClr val="tx1"/>
              </a:solidFill>
              <a:latin typeface="思源黑体 CN Regular" panose="020B0500000000000000" pitchFamily="34" charset="-122"/>
              <a:ea typeface="思源黑体 CN Regular" panose="020B0500000000000000" pitchFamily="34" charset="-122"/>
            </a:rPr>
            <a:t>14-15</a:t>
          </a:r>
          <a:r>
            <a:rPr lang="zh-CN" altLang="en-US" sz="800" b="1" kern="1200">
              <a:solidFill>
                <a:schemeClr val="tx1"/>
              </a:solidFill>
              <a:latin typeface="思源黑体 CN Regular" panose="020B0500000000000000" pitchFamily="34" charset="-122"/>
              <a:ea typeface="思源黑体 CN Regular" panose="020B0500000000000000" pitchFamily="34" charset="-122"/>
            </a:rPr>
            <a:t>年</a:t>
          </a:r>
        </a:p>
      </cdr:txBody>
    </cdr:sp>
  </cdr:relSizeAnchor>
  <cdr:relSizeAnchor xmlns:cdr="http://schemas.openxmlformats.org/drawingml/2006/chartDrawing">
    <cdr:from>
      <cdr:x>0.57241</cdr:x>
      <cdr:y>0.03556</cdr:y>
    </cdr:from>
    <cdr:to>
      <cdr:x>0.72292</cdr:x>
      <cdr:y>0.14854</cdr:y>
    </cdr:to>
    <cdr:sp macro="" textlink="">
      <cdr:nvSpPr>
        <cdr:cNvPr id="11" name="文本框 1">
          <a:extLst xmlns:a="http://schemas.openxmlformats.org/drawingml/2006/main">
            <a:ext uri="{FF2B5EF4-FFF2-40B4-BE49-F238E27FC236}">
              <a16:creationId xmlns:a16="http://schemas.microsoft.com/office/drawing/2014/main" id="{2E08CBA2-1FEA-099C-6FDF-C2240D465094}"/>
            </a:ext>
          </a:extLst>
        </cdr:cNvPr>
        <cdr:cNvSpPr txBox="1"/>
      </cdr:nvSpPr>
      <cdr:spPr>
        <a:xfrm xmlns:a="http://schemas.openxmlformats.org/drawingml/2006/main">
          <a:off x="3187700" y="107950"/>
          <a:ext cx="838200" cy="342900"/>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altLang="zh-CN" sz="1000" b="1" kern="1200">
              <a:solidFill>
                <a:srgbClr val="C00000"/>
              </a:solidFill>
              <a:latin typeface="思源黑体 CN Regular" panose="020B0500000000000000" pitchFamily="34" charset="-122"/>
              <a:ea typeface="思源黑体 CN Regular" panose="020B0500000000000000" pitchFamily="34" charset="-122"/>
            </a:rPr>
            <a:t>A</a:t>
          </a:r>
          <a:r>
            <a:rPr lang="zh-CN" altLang="en-US" sz="1000" b="1" kern="1200">
              <a:solidFill>
                <a:srgbClr val="C00000"/>
              </a:solidFill>
              <a:latin typeface="思源黑体 CN Regular" panose="020B0500000000000000" pitchFamily="34" charset="-122"/>
              <a:ea typeface="思源黑体 CN Regular" panose="020B0500000000000000" pitchFamily="34" charset="-122"/>
            </a:rPr>
            <a:t>股占优</a:t>
          </a:r>
        </a:p>
      </cdr:txBody>
    </cdr:sp>
  </cdr:relSizeAnchor>
  <cdr:relSizeAnchor xmlns:cdr="http://schemas.openxmlformats.org/drawingml/2006/chartDrawing">
    <cdr:from>
      <cdr:x>0.69327</cdr:x>
      <cdr:y>0.14017</cdr:y>
    </cdr:from>
    <cdr:to>
      <cdr:x>0.75143</cdr:x>
      <cdr:y>0.9205</cdr:y>
    </cdr:to>
    <cdr:sp macro="" textlink="">
      <cdr:nvSpPr>
        <cdr:cNvPr id="12" name="矩形 11">
          <a:extLst xmlns:a="http://schemas.openxmlformats.org/drawingml/2006/main">
            <a:ext uri="{FF2B5EF4-FFF2-40B4-BE49-F238E27FC236}">
              <a16:creationId xmlns:a16="http://schemas.microsoft.com/office/drawing/2014/main" id="{022F39C0-0ADF-DC71-0FC1-80816F230B68}"/>
            </a:ext>
          </a:extLst>
        </cdr:cNvPr>
        <cdr:cNvSpPr/>
      </cdr:nvSpPr>
      <cdr:spPr>
        <a:xfrm xmlns:a="http://schemas.openxmlformats.org/drawingml/2006/main">
          <a:off x="3860800" y="425450"/>
          <a:ext cx="323850" cy="2368550"/>
        </a:xfrm>
        <a:prstGeom xmlns:a="http://schemas.openxmlformats.org/drawingml/2006/main" prst="rect">
          <a:avLst/>
        </a:prstGeom>
        <a:solidFill xmlns:a="http://schemas.openxmlformats.org/drawingml/2006/main">
          <a:srgbClr val="2E3160">
            <a:alpha val="10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0.67389</cdr:x>
      <cdr:y>0.03556</cdr:y>
    </cdr:from>
    <cdr:to>
      <cdr:x>0.8244</cdr:x>
      <cdr:y>0.14854</cdr:y>
    </cdr:to>
    <cdr:sp macro="" textlink="">
      <cdr:nvSpPr>
        <cdr:cNvPr id="13" name="文本框 1">
          <a:extLst xmlns:a="http://schemas.openxmlformats.org/drawingml/2006/main">
            <a:ext uri="{FF2B5EF4-FFF2-40B4-BE49-F238E27FC236}">
              <a16:creationId xmlns:a16="http://schemas.microsoft.com/office/drawing/2014/main" id="{EB1FAE7E-B2A6-2266-7073-4651B990B53E}"/>
            </a:ext>
          </a:extLst>
        </cdr:cNvPr>
        <cdr:cNvSpPr txBox="1"/>
      </cdr:nvSpPr>
      <cdr:spPr>
        <a:xfrm xmlns:a="http://schemas.openxmlformats.org/drawingml/2006/main">
          <a:off x="3752850" y="107950"/>
          <a:ext cx="838200" cy="342900"/>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zh-CN" altLang="en-US" sz="1000" b="1" kern="1200">
              <a:solidFill>
                <a:srgbClr val="2E3160"/>
              </a:solidFill>
              <a:latin typeface="思源黑体 CN Regular" panose="020B0500000000000000" pitchFamily="34" charset="-122"/>
              <a:ea typeface="思源黑体 CN Regular" panose="020B0500000000000000" pitchFamily="34" charset="-122"/>
            </a:rPr>
            <a:t>港股占优</a:t>
          </a:r>
        </a:p>
      </cdr:txBody>
    </cdr:sp>
  </cdr:relSizeAnchor>
  <cdr:relSizeAnchor xmlns:cdr="http://schemas.openxmlformats.org/drawingml/2006/chartDrawing">
    <cdr:from>
      <cdr:x>0.67959</cdr:x>
      <cdr:y>0.12134</cdr:y>
    </cdr:from>
    <cdr:to>
      <cdr:x>0.8301</cdr:x>
      <cdr:y>0.23431</cdr:y>
    </cdr:to>
    <cdr:sp macro="" textlink="">
      <cdr:nvSpPr>
        <cdr:cNvPr id="14" name="文本框 1">
          <a:extLst xmlns:a="http://schemas.openxmlformats.org/drawingml/2006/main">
            <a:ext uri="{FF2B5EF4-FFF2-40B4-BE49-F238E27FC236}">
              <a16:creationId xmlns:a16="http://schemas.microsoft.com/office/drawing/2014/main" id="{51DE3C06-A43B-741D-19CF-6CE9AC4B674A}"/>
            </a:ext>
          </a:extLst>
        </cdr:cNvPr>
        <cdr:cNvSpPr txBox="1"/>
      </cdr:nvSpPr>
      <cdr:spPr>
        <a:xfrm xmlns:a="http://schemas.openxmlformats.org/drawingml/2006/main">
          <a:off x="3784600" y="368300"/>
          <a:ext cx="838200" cy="342900"/>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altLang="zh-CN" sz="800" b="1" kern="1200">
              <a:solidFill>
                <a:schemeClr val="tx1"/>
              </a:solidFill>
              <a:latin typeface="思源黑体 CN Regular" panose="020B0500000000000000" pitchFamily="34" charset="-122"/>
              <a:ea typeface="思源黑体 CN Regular" panose="020B0500000000000000" pitchFamily="34" charset="-122"/>
            </a:rPr>
            <a:t>17-18</a:t>
          </a:r>
          <a:r>
            <a:rPr lang="zh-CN" altLang="en-US" sz="800" b="1" kern="1200">
              <a:solidFill>
                <a:schemeClr val="tx1"/>
              </a:solidFill>
              <a:latin typeface="思源黑体 CN Regular" panose="020B0500000000000000" pitchFamily="34" charset="-122"/>
              <a:ea typeface="思源黑体 CN Regular" panose="020B0500000000000000" pitchFamily="34" charset="-122"/>
            </a:rPr>
            <a:t>年</a:t>
          </a:r>
        </a:p>
      </cdr:txBody>
    </cdr:sp>
  </cdr:relSizeAnchor>
  <cdr:relSizeAnchor xmlns:cdr="http://schemas.openxmlformats.org/drawingml/2006/chartDrawing">
    <cdr:from>
      <cdr:x>0.79932</cdr:x>
      <cdr:y>0.14017</cdr:y>
    </cdr:from>
    <cdr:to>
      <cdr:x>0.85405</cdr:x>
      <cdr:y>0.91632</cdr:y>
    </cdr:to>
    <cdr:sp macro="" textlink="">
      <cdr:nvSpPr>
        <cdr:cNvPr id="15" name="矩形 14">
          <a:extLst xmlns:a="http://schemas.openxmlformats.org/drawingml/2006/main">
            <a:ext uri="{FF2B5EF4-FFF2-40B4-BE49-F238E27FC236}">
              <a16:creationId xmlns:a16="http://schemas.microsoft.com/office/drawing/2014/main" id="{53E2E2D2-44E5-5A4F-4CE9-D377709FE25E}"/>
            </a:ext>
          </a:extLst>
        </cdr:cNvPr>
        <cdr:cNvSpPr/>
      </cdr:nvSpPr>
      <cdr:spPr>
        <a:xfrm xmlns:a="http://schemas.openxmlformats.org/drawingml/2006/main">
          <a:off x="4451350" y="425450"/>
          <a:ext cx="304800" cy="2355850"/>
        </a:xfrm>
        <a:prstGeom xmlns:a="http://schemas.openxmlformats.org/drawingml/2006/main" prst="rect">
          <a:avLst/>
        </a:prstGeom>
        <a:solidFill xmlns:a="http://schemas.openxmlformats.org/drawingml/2006/main">
          <a:srgbClr val="C00000">
            <a:alpha val="10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0.77651</cdr:x>
      <cdr:y>0.118</cdr:y>
    </cdr:from>
    <cdr:to>
      <cdr:x>0.90917</cdr:x>
      <cdr:y>0.23097</cdr:y>
    </cdr:to>
    <cdr:sp macro="" textlink="">
      <cdr:nvSpPr>
        <cdr:cNvPr id="16" name="文本框 1">
          <a:extLst xmlns:a="http://schemas.openxmlformats.org/drawingml/2006/main">
            <a:ext uri="{FF2B5EF4-FFF2-40B4-BE49-F238E27FC236}">
              <a16:creationId xmlns:a16="http://schemas.microsoft.com/office/drawing/2014/main" id="{60B48637-3618-BB0C-5A24-B2ABFE1F2093}"/>
            </a:ext>
          </a:extLst>
        </cdr:cNvPr>
        <cdr:cNvSpPr txBox="1"/>
      </cdr:nvSpPr>
      <cdr:spPr>
        <a:xfrm xmlns:a="http://schemas.openxmlformats.org/drawingml/2006/main">
          <a:off x="3863312" y="319952"/>
          <a:ext cx="660013" cy="306313"/>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altLang="zh-CN" sz="800" b="1" kern="1200">
              <a:solidFill>
                <a:schemeClr val="tx1"/>
              </a:solidFill>
              <a:latin typeface="思源黑体 CN Regular" panose="020B0500000000000000" pitchFamily="34" charset="-122"/>
              <a:ea typeface="思源黑体 CN Regular" panose="020B0500000000000000" pitchFamily="34" charset="-122"/>
            </a:rPr>
            <a:t>21-22</a:t>
          </a:r>
          <a:r>
            <a:rPr lang="zh-CN" altLang="en-US" sz="800" b="1" kern="1200">
              <a:solidFill>
                <a:schemeClr val="tx1"/>
              </a:solidFill>
              <a:latin typeface="思源黑体 CN Regular" panose="020B0500000000000000" pitchFamily="34" charset="-122"/>
              <a:ea typeface="思源黑体 CN Regular" panose="020B0500000000000000" pitchFamily="34" charset="-122"/>
            </a:rPr>
            <a:t>年</a:t>
          </a:r>
        </a:p>
      </cdr:txBody>
    </cdr:sp>
  </cdr:relSizeAnchor>
  <cdr:relSizeAnchor xmlns:cdr="http://schemas.openxmlformats.org/drawingml/2006/chartDrawing">
    <cdr:from>
      <cdr:x>0.77765</cdr:x>
      <cdr:y>0.03766</cdr:y>
    </cdr:from>
    <cdr:to>
      <cdr:x>0.91031</cdr:x>
      <cdr:y>0.15063</cdr:y>
    </cdr:to>
    <cdr:sp macro="" textlink="">
      <cdr:nvSpPr>
        <cdr:cNvPr id="17" name="文本框 1">
          <a:extLst xmlns:a="http://schemas.openxmlformats.org/drawingml/2006/main">
            <a:ext uri="{FF2B5EF4-FFF2-40B4-BE49-F238E27FC236}">
              <a16:creationId xmlns:a16="http://schemas.microsoft.com/office/drawing/2014/main" id="{ED9BFCBC-FE52-2242-D17C-6FB58A7B4C56}"/>
            </a:ext>
          </a:extLst>
        </cdr:cNvPr>
        <cdr:cNvSpPr txBox="1"/>
      </cdr:nvSpPr>
      <cdr:spPr>
        <a:xfrm xmlns:a="http://schemas.openxmlformats.org/drawingml/2006/main">
          <a:off x="4330700" y="114300"/>
          <a:ext cx="738753" cy="342900"/>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altLang="zh-CN" sz="1000" b="1" kern="1200">
              <a:solidFill>
                <a:srgbClr val="C00000"/>
              </a:solidFill>
              <a:latin typeface="思源黑体 CN Regular" panose="020B0500000000000000" pitchFamily="34" charset="-122"/>
              <a:ea typeface="思源黑体 CN Regular" panose="020B0500000000000000" pitchFamily="34" charset="-122"/>
            </a:rPr>
            <a:t>A</a:t>
          </a:r>
          <a:r>
            <a:rPr lang="zh-CN" altLang="en-US" sz="1000" b="1" kern="1200">
              <a:solidFill>
                <a:srgbClr val="C00000"/>
              </a:solidFill>
              <a:latin typeface="思源黑体 CN Regular" panose="020B0500000000000000" pitchFamily="34" charset="-122"/>
              <a:ea typeface="思源黑体 CN Regular" panose="020B0500000000000000" pitchFamily="34" charset="-122"/>
            </a:rPr>
            <a:t>股占优</a:t>
          </a:r>
        </a:p>
      </cdr:txBody>
    </cdr:sp>
  </cdr:relSizeAnchor>
  <cdr:relSizeAnchor xmlns:cdr="http://schemas.openxmlformats.org/drawingml/2006/chartDrawing">
    <cdr:from>
      <cdr:x>0.42303</cdr:x>
      <cdr:y>0.13808</cdr:y>
    </cdr:from>
    <cdr:to>
      <cdr:x>0.45952</cdr:x>
      <cdr:y>0.91423</cdr:y>
    </cdr:to>
    <cdr:sp macro="" textlink="">
      <cdr:nvSpPr>
        <cdr:cNvPr id="18" name="矩形 17">
          <a:extLst xmlns:a="http://schemas.openxmlformats.org/drawingml/2006/main">
            <a:ext uri="{FF2B5EF4-FFF2-40B4-BE49-F238E27FC236}">
              <a16:creationId xmlns:a16="http://schemas.microsoft.com/office/drawing/2014/main" id="{F2AC4283-9AC6-284A-1165-4C26198F7B0D}"/>
            </a:ext>
          </a:extLst>
        </cdr:cNvPr>
        <cdr:cNvSpPr/>
      </cdr:nvSpPr>
      <cdr:spPr>
        <a:xfrm xmlns:a="http://schemas.openxmlformats.org/drawingml/2006/main">
          <a:off x="2355850" y="419100"/>
          <a:ext cx="203200" cy="2355850"/>
        </a:xfrm>
        <a:prstGeom xmlns:a="http://schemas.openxmlformats.org/drawingml/2006/main" prst="rect">
          <a:avLst/>
        </a:prstGeom>
        <a:solidFill xmlns:a="http://schemas.openxmlformats.org/drawingml/2006/main">
          <a:srgbClr val="C39B64">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0.38997</cdr:x>
      <cdr:y>0.11715</cdr:y>
    </cdr:from>
    <cdr:to>
      <cdr:x>0.54048</cdr:x>
      <cdr:y>0.23013</cdr:y>
    </cdr:to>
    <cdr:sp macro="" textlink="">
      <cdr:nvSpPr>
        <cdr:cNvPr id="20" name="文本框 1">
          <a:extLst xmlns:a="http://schemas.openxmlformats.org/drawingml/2006/main">
            <a:ext uri="{FF2B5EF4-FFF2-40B4-BE49-F238E27FC236}">
              <a16:creationId xmlns:a16="http://schemas.microsoft.com/office/drawing/2014/main" id="{1C44A622-D0C0-CBB3-F099-440158312748}"/>
            </a:ext>
          </a:extLst>
        </cdr:cNvPr>
        <cdr:cNvSpPr txBox="1"/>
      </cdr:nvSpPr>
      <cdr:spPr>
        <a:xfrm xmlns:a="http://schemas.openxmlformats.org/drawingml/2006/main">
          <a:off x="2171700" y="355600"/>
          <a:ext cx="838200" cy="342900"/>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altLang="zh-CN" sz="800" b="1" kern="1200">
              <a:solidFill>
                <a:schemeClr val="tx1"/>
              </a:solidFill>
              <a:latin typeface="思源黑体 CN Regular" panose="020B0500000000000000" pitchFamily="34" charset="-122"/>
              <a:ea typeface="思源黑体 CN Regular" panose="020B0500000000000000" pitchFamily="34" charset="-122"/>
            </a:rPr>
            <a:t>06~07</a:t>
          </a:r>
          <a:r>
            <a:rPr lang="zh-CN" altLang="en-US" sz="800" b="1" kern="1200">
              <a:solidFill>
                <a:schemeClr val="tx1"/>
              </a:solidFill>
              <a:latin typeface="思源黑体 CN Regular" panose="020B0500000000000000" pitchFamily="34" charset="-122"/>
              <a:ea typeface="思源黑体 CN Regular" panose="020B0500000000000000" pitchFamily="34" charset="-122"/>
            </a:rPr>
            <a:t>年</a:t>
          </a:r>
        </a:p>
      </cdr:txBody>
    </cdr:sp>
  </cdr:relSizeAnchor>
  <cdr:relSizeAnchor xmlns:cdr="http://schemas.openxmlformats.org/drawingml/2006/chartDrawing">
    <cdr:from>
      <cdr:x>0.47315</cdr:x>
      <cdr:y>0.11715</cdr:y>
    </cdr:from>
    <cdr:to>
      <cdr:x>0.62366</cdr:x>
      <cdr:y>0.23013</cdr:y>
    </cdr:to>
    <cdr:sp macro="" textlink="">
      <cdr:nvSpPr>
        <cdr:cNvPr id="21" name="文本框 1">
          <a:extLst xmlns:a="http://schemas.openxmlformats.org/drawingml/2006/main">
            <a:ext uri="{FF2B5EF4-FFF2-40B4-BE49-F238E27FC236}">
              <a16:creationId xmlns:a16="http://schemas.microsoft.com/office/drawing/2014/main" id="{7283AE96-E605-82F0-0BBA-FB9CBA1E427C}"/>
            </a:ext>
          </a:extLst>
        </cdr:cNvPr>
        <cdr:cNvSpPr txBox="1"/>
      </cdr:nvSpPr>
      <cdr:spPr>
        <a:xfrm xmlns:a="http://schemas.openxmlformats.org/drawingml/2006/main">
          <a:off x="2354031" y="317646"/>
          <a:ext cx="748821" cy="306340"/>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altLang="zh-CN" sz="800" b="1" kern="1200">
              <a:solidFill>
                <a:schemeClr val="tx1"/>
              </a:solidFill>
              <a:latin typeface="思源黑体 CN Regular" panose="020B0500000000000000" pitchFamily="34" charset="-122"/>
              <a:ea typeface="思源黑体 CN Regular" panose="020B0500000000000000" pitchFamily="34" charset="-122"/>
            </a:rPr>
            <a:t>09</a:t>
          </a:r>
          <a:r>
            <a:rPr lang="zh-CN" altLang="en-US" sz="800" b="1" kern="1200">
              <a:solidFill>
                <a:schemeClr val="tx1"/>
              </a:solidFill>
              <a:latin typeface="思源黑体 CN Regular" panose="020B0500000000000000" pitchFamily="34" charset="-122"/>
              <a:ea typeface="思源黑体 CN Regular" panose="020B0500000000000000" pitchFamily="34" charset="-122"/>
            </a:rPr>
            <a:t>年</a:t>
          </a:r>
        </a:p>
      </cdr:txBody>
    </cdr:sp>
  </cdr:relSizeAnchor>
  <cdr:relSizeAnchor xmlns:cdr="http://schemas.openxmlformats.org/drawingml/2006/chartDrawing">
    <cdr:from>
      <cdr:x>0.40707</cdr:x>
      <cdr:y>0.21339</cdr:y>
    </cdr:from>
    <cdr:to>
      <cdr:x>0.57241</cdr:x>
      <cdr:y>0.5272</cdr:y>
    </cdr:to>
    <cdr:sp macro="" textlink="">
      <cdr:nvSpPr>
        <cdr:cNvPr id="23" name="文本框 1">
          <a:extLst xmlns:a="http://schemas.openxmlformats.org/drawingml/2006/main">
            <a:ext uri="{FF2B5EF4-FFF2-40B4-BE49-F238E27FC236}">
              <a16:creationId xmlns:a16="http://schemas.microsoft.com/office/drawing/2014/main" id="{95BBB641-554A-3C69-DE33-C9D352161954}"/>
            </a:ext>
          </a:extLst>
        </cdr:cNvPr>
        <cdr:cNvSpPr txBox="1"/>
      </cdr:nvSpPr>
      <cdr:spPr>
        <a:xfrm xmlns:a="http://schemas.openxmlformats.org/drawingml/2006/main">
          <a:off x="2266950" y="647700"/>
          <a:ext cx="920750" cy="952500"/>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altLang="zh-CN" sz="600" b="1" kern="1200">
              <a:solidFill>
                <a:srgbClr val="C00000"/>
              </a:solidFill>
              <a:latin typeface="思源黑体 CN Regular" panose="020B0500000000000000" pitchFamily="34" charset="-122"/>
              <a:ea typeface="思源黑体 CN Regular" panose="020B0500000000000000" pitchFamily="34" charset="-122"/>
            </a:rPr>
            <a:t>06-07</a:t>
          </a:r>
          <a:r>
            <a:rPr lang="zh-CN" altLang="en-US" sz="600" b="1" kern="1200">
              <a:solidFill>
                <a:srgbClr val="C00000"/>
              </a:solidFill>
              <a:latin typeface="思源黑体 CN Regular" panose="020B0500000000000000" pitchFamily="34" charset="-122"/>
              <a:ea typeface="思源黑体 CN Regular" panose="020B0500000000000000" pitchFamily="34" charset="-122"/>
            </a:rPr>
            <a:t>年股权分置改革、</a:t>
          </a:r>
          <a:r>
            <a:rPr lang="en-US" altLang="zh-CN" sz="600" b="1" kern="1200">
              <a:solidFill>
                <a:srgbClr val="C00000"/>
              </a:solidFill>
              <a:latin typeface="思源黑体 CN Regular" panose="020B0500000000000000" pitchFamily="34" charset="-122"/>
              <a:ea typeface="思源黑体 CN Regular" panose="020B0500000000000000" pitchFamily="34" charset="-122"/>
            </a:rPr>
            <a:t>09</a:t>
          </a:r>
          <a:r>
            <a:rPr lang="zh-CN" altLang="en-US" sz="600" b="1" kern="1200">
              <a:solidFill>
                <a:srgbClr val="C00000"/>
              </a:solidFill>
              <a:latin typeface="思源黑体 CN Regular" panose="020B0500000000000000" pitchFamily="34" charset="-122"/>
              <a:ea typeface="思源黑体 CN Regular" panose="020B0500000000000000" pitchFamily="34" charset="-122"/>
            </a:rPr>
            <a:t>年四万亿，</a:t>
          </a:r>
          <a:r>
            <a:rPr lang="en-US" altLang="zh-CN" sz="600" b="1" kern="1200">
              <a:solidFill>
                <a:srgbClr val="C00000"/>
              </a:solidFill>
              <a:latin typeface="思源黑体 CN Regular" panose="020B0500000000000000" pitchFamily="34" charset="-122"/>
              <a:ea typeface="思源黑体 CN Regular" panose="020B0500000000000000" pitchFamily="34" charset="-122"/>
            </a:rPr>
            <a:t>A</a:t>
          </a:r>
          <a:r>
            <a:rPr lang="zh-CN" altLang="en-US" sz="600" b="1" kern="1200">
              <a:solidFill>
                <a:srgbClr val="C00000"/>
              </a:solidFill>
              <a:latin typeface="思源黑体 CN Regular" panose="020B0500000000000000" pitchFamily="34" charset="-122"/>
              <a:ea typeface="思源黑体 CN Regular" panose="020B0500000000000000" pitchFamily="34" charset="-122"/>
            </a:rPr>
            <a:t>股流动性充裕</a:t>
          </a:r>
        </a:p>
      </cdr:txBody>
    </cdr:sp>
  </cdr:relSizeAnchor>
  <cdr:relSizeAnchor xmlns:cdr="http://schemas.openxmlformats.org/drawingml/2006/chartDrawing">
    <cdr:from>
      <cdr:x>0.41277</cdr:x>
      <cdr:y>0.04184</cdr:y>
    </cdr:from>
    <cdr:to>
      <cdr:x>0.56328</cdr:x>
      <cdr:y>0.15481</cdr:y>
    </cdr:to>
    <cdr:sp macro="" textlink="">
      <cdr:nvSpPr>
        <cdr:cNvPr id="24" name="文本框 1">
          <a:extLst xmlns:a="http://schemas.openxmlformats.org/drawingml/2006/main">
            <a:ext uri="{FF2B5EF4-FFF2-40B4-BE49-F238E27FC236}">
              <a16:creationId xmlns:a16="http://schemas.microsoft.com/office/drawing/2014/main" id="{E18D1352-D755-B153-1F85-A1ED16F7DF46}"/>
            </a:ext>
          </a:extLst>
        </cdr:cNvPr>
        <cdr:cNvSpPr txBox="1"/>
      </cdr:nvSpPr>
      <cdr:spPr>
        <a:xfrm xmlns:a="http://schemas.openxmlformats.org/drawingml/2006/main">
          <a:off x="2298700" y="127000"/>
          <a:ext cx="838200" cy="342900"/>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altLang="zh-CN" sz="1000" b="1" kern="1200">
              <a:solidFill>
                <a:srgbClr val="C00000"/>
              </a:solidFill>
              <a:latin typeface="思源黑体 CN Regular" panose="020B0500000000000000" pitchFamily="34" charset="-122"/>
              <a:ea typeface="思源黑体 CN Regular" panose="020B0500000000000000" pitchFamily="34" charset="-122"/>
            </a:rPr>
            <a:t>A</a:t>
          </a:r>
          <a:r>
            <a:rPr lang="zh-CN" altLang="en-US" sz="1000" b="1" kern="1200">
              <a:solidFill>
                <a:srgbClr val="C00000"/>
              </a:solidFill>
              <a:latin typeface="思源黑体 CN Regular" panose="020B0500000000000000" pitchFamily="34" charset="-122"/>
              <a:ea typeface="思源黑体 CN Regular" panose="020B0500000000000000" pitchFamily="34" charset="-122"/>
            </a:rPr>
            <a:t>股占优</a:t>
          </a:r>
        </a:p>
      </cdr:txBody>
    </cdr:sp>
  </cdr:relSizeAnchor>
</c:userShapes>
</file>

<file path=ppt/drawings/drawing22.xml><?xml version="1.0" encoding="utf-8"?>
<c:userShapes xmlns:c="http://schemas.openxmlformats.org/drawingml/2006/chart">
  <cdr:relSizeAnchor xmlns:cdr="http://schemas.openxmlformats.org/drawingml/2006/chartDrawing">
    <cdr:from>
      <cdr:x>0.55396</cdr:x>
      <cdr:y>0.22734</cdr:y>
    </cdr:from>
    <cdr:to>
      <cdr:x>0.74504</cdr:x>
      <cdr:y>0.55465</cdr:y>
    </cdr:to>
    <cdr:cxnSp macro="">
      <cdr:nvCxnSpPr>
        <cdr:cNvPr id="2" name="直接箭头连接符 1">
          <a:extLst xmlns:a="http://schemas.openxmlformats.org/drawingml/2006/main">
            <a:ext uri="{FF2B5EF4-FFF2-40B4-BE49-F238E27FC236}">
              <a16:creationId xmlns:a16="http://schemas.microsoft.com/office/drawing/2014/main" id="{903E90D6-0CE6-F42D-E463-F52C9D23F901}"/>
            </a:ext>
          </a:extLst>
        </cdr:cNvPr>
        <cdr:cNvCxnSpPr/>
      </cdr:nvCxnSpPr>
      <cdr:spPr>
        <a:xfrm xmlns:a="http://schemas.openxmlformats.org/drawingml/2006/main">
          <a:off x="3725158" y="736594"/>
          <a:ext cx="1284992" cy="1060456"/>
        </a:xfrm>
        <a:prstGeom xmlns:a="http://schemas.openxmlformats.org/drawingml/2006/main" prst="straightConnector1">
          <a:avLst/>
        </a:prstGeom>
        <a:ln xmlns:a="http://schemas.openxmlformats.org/drawingml/2006/main" w="19050">
          <a:solidFill>
            <a:srgbClr val="00B050"/>
          </a:solidFill>
          <a:prstDash val="dash"/>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0.54739</cdr:x>
      <cdr:y>0.59776</cdr:y>
    </cdr:from>
    <cdr:to>
      <cdr:x>0.74976</cdr:x>
      <cdr:y>0.75064</cdr:y>
    </cdr:to>
    <cdr:cxnSp macro="">
      <cdr:nvCxnSpPr>
        <cdr:cNvPr id="9" name="直接箭头连接符 8">
          <a:extLst xmlns:a="http://schemas.openxmlformats.org/drawingml/2006/main">
            <a:ext uri="{FF2B5EF4-FFF2-40B4-BE49-F238E27FC236}">
              <a16:creationId xmlns:a16="http://schemas.microsoft.com/office/drawing/2014/main" id="{27373EF8-2388-F353-4F31-459A7F03DACA}"/>
            </a:ext>
          </a:extLst>
        </cdr:cNvPr>
        <cdr:cNvCxnSpPr/>
      </cdr:nvCxnSpPr>
      <cdr:spPr>
        <a:xfrm xmlns:a="http://schemas.openxmlformats.org/drawingml/2006/main" flipV="1">
          <a:off x="3681008" y="1936750"/>
          <a:ext cx="1360892" cy="495310"/>
        </a:xfrm>
        <a:prstGeom xmlns:a="http://schemas.openxmlformats.org/drawingml/2006/main" prst="straightConnector1">
          <a:avLst/>
        </a:prstGeom>
        <a:ln xmlns:a="http://schemas.openxmlformats.org/drawingml/2006/main" w="19050">
          <a:solidFill>
            <a:srgbClr val="C00000"/>
          </a:solidFill>
          <a:prstDash val="dash"/>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0.06989</cdr:x>
      <cdr:y>0.0382</cdr:y>
    </cdr:from>
    <cdr:to>
      <cdr:x>0.411</cdr:x>
      <cdr:y>0.32042</cdr:y>
    </cdr:to>
    <cdr:sp macro="" textlink="">
      <cdr:nvSpPr>
        <cdr:cNvPr id="12" name="文本框 1">
          <a:extLst xmlns:a="http://schemas.openxmlformats.org/drawingml/2006/main">
            <a:ext uri="{FF2B5EF4-FFF2-40B4-BE49-F238E27FC236}">
              <a16:creationId xmlns:a16="http://schemas.microsoft.com/office/drawing/2014/main" id="{7BD11BB5-7739-3332-6A6D-D43F1105074A}"/>
            </a:ext>
          </a:extLst>
        </cdr:cNvPr>
        <cdr:cNvSpPr txBox="1"/>
      </cdr:nvSpPr>
      <cdr:spPr>
        <a:xfrm xmlns:a="http://schemas.openxmlformats.org/drawingml/2006/main">
          <a:off x="347883" y="91625"/>
          <a:ext cx="1697966" cy="676875"/>
        </a:xfrm>
        <a:prstGeom xmlns:a="http://schemas.openxmlformats.org/drawingml/2006/main" prst="rect">
          <a:avLst/>
        </a:prstGeom>
      </cdr:spPr>
      <cdr:txBody>
        <a:bodyPr xmlns:a="http://schemas.openxmlformats.org/drawingml/2006/main" wrap="non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altLang="zh-CN" sz="800" b="1" kern="1200">
              <a:solidFill>
                <a:srgbClr val="00B050"/>
              </a:solidFill>
              <a:latin typeface="思源黑体 CN Medium" panose="020B0600000000000000" pitchFamily="34" charset="-122"/>
              <a:ea typeface="思源黑体 CN Medium" panose="020B0600000000000000" pitchFamily="34" charset="-122"/>
              <a:cs typeface="Arial" panose="020B0604020202020204" pitchFamily="34" charset="0"/>
            </a:rPr>
            <a:t>【AI</a:t>
          </a:r>
          <a:r>
            <a:rPr lang="zh-CN" altLang="en-US" sz="800" b="1" kern="1200">
              <a:solidFill>
                <a:srgbClr val="00B050"/>
              </a:solidFill>
              <a:latin typeface="思源黑体 CN Medium" panose="020B0600000000000000" pitchFamily="34" charset="-122"/>
              <a:ea typeface="思源黑体 CN Medium" panose="020B0600000000000000" pitchFamily="34" charset="-122"/>
              <a:cs typeface="Arial" panose="020B0604020202020204" pitchFamily="34" charset="0"/>
            </a:rPr>
            <a:t>上游通胀，下游通缩</a:t>
          </a:r>
          <a:r>
            <a:rPr lang="en-US" altLang="zh-CN" sz="800" b="1" kern="1200">
              <a:solidFill>
                <a:srgbClr val="00B050"/>
              </a:solidFill>
              <a:latin typeface="思源黑体 CN Medium" panose="020B0600000000000000" pitchFamily="34" charset="-122"/>
              <a:ea typeface="思源黑体 CN Medium" panose="020B0600000000000000" pitchFamily="34" charset="-122"/>
              <a:cs typeface="Arial" panose="020B0604020202020204" pitchFamily="34" charset="0"/>
            </a:rPr>
            <a:t>】</a:t>
          </a:r>
        </a:p>
        <a:p xmlns:a="http://schemas.openxmlformats.org/drawingml/2006/main">
          <a:r>
            <a:rPr lang="en-US" altLang="zh-CN" sz="800" b="1" kern="1200">
              <a:solidFill>
                <a:srgbClr val="00B050"/>
              </a:solidFill>
              <a:latin typeface="思源黑体 CN Medium" panose="020B0600000000000000" pitchFamily="34" charset="-122"/>
              <a:ea typeface="思源黑体 CN Medium" panose="020B0600000000000000" pitchFamily="34" charset="-122"/>
              <a:cs typeface="Arial" panose="020B0604020202020204" pitchFamily="34" charset="0"/>
            </a:rPr>
            <a:t>AI</a:t>
          </a:r>
          <a:r>
            <a:rPr lang="zh-CN" altLang="en-US" sz="800" b="1" kern="1200">
              <a:solidFill>
                <a:srgbClr val="00B050"/>
              </a:solidFill>
              <a:latin typeface="思源黑体 CN Medium" panose="020B0600000000000000" pitchFamily="34" charset="-122"/>
              <a:ea typeface="思源黑体 CN Medium" panose="020B0600000000000000" pitchFamily="34" charset="-122"/>
              <a:cs typeface="Arial" panose="020B0604020202020204" pitchFamily="34" charset="0"/>
            </a:rPr>
            <a:t>上游硬件涨价挤压下游软件利润</a:t>
          </a:r>
          <a:endParaRPr lang="en-US" altLang="zh-CN" sz="800" b="1" kern="1200">
            <a:solidFill>
              <a:srgbClr val="00B050"/>
            </a:solidFill>
            <a:latin typeface="思源黑体 CN Medium" panose="020B0600000000000000" pitchFamily="34" charset="-122"/>
            <a:ea typeface="思源黑体 CN Medium" panose="020B0600000000000000" pitchFamily="34" charset="-122"/>
            <a:cs typeface="Arial" panose="020B0604020202020204" pitchFamily="34" charset="0"/>
          </a:endParaRPr>
        </a:p>
        <a:p xmlns:a="http://schemas.openxmlformats.org/drawingml/2006/main">
          <a:r>
            <a:rPr lang="zh-CN" altLang="en-US" sz="800" b="1" kern="1200">
              <a:solidFill>
                <a:srgbClr val="00B050"/>
              </a:solidFill>
              <a:latin typeface="思源黑体 CN Medium" panose="020B0600000000000000" pitchFamily="34" charset="-122"/>
              <a:ea typeface="思源黑体 CN Medium" panose="020B0600000000000000" pitchFamily="34" charset="-122"/>
              <a:cs typeface="Arial" panose="020B0604020202020204" pitchFamily="34" charset="0"/>
            </a:rPr>
            <a:t>可能会导致港股互联网、美股软件下跌 </a:t>
          </a:r>
        </a:p>
      </cdr:txBody>
    </cdr:sp>
  </cdr:relSizeAnchor>
  <cdr:relSizeAnchor xmlns:cdr="http://schemas.openxmlformats.org/drawingml/2006/chartDrawing">
    <cdr:from>
      <cdr:x>0.83486</cdr:x>
      <cdr:y>0.14307</cdr:y>
    </cdr:from>
    <cdr:to>
      <cdr:x>0.88585</cdr:x>
      <cdr:y>0.2881</cdr:y>
    </cdr:to>
    <cdr:cxnSp macro="">
      <cdr:nvCxnSpPr>
        <cdr:cNvPr id="13" name="直接箭头连接符 12">
          <a:extLst xmlns:a="http://schemas.openxmlformats.org/drawingml/2006/main">
            <a:ext uri="{FF2B5EF4-FFF2-40B4-BE49-F238E27FC236}">
              <a16:creationId xmlns:a16="http://schemas.microsoft.com/office/drawing/2014/main" id="{F15A52C5-9A62-544F-D8ED-28AB8099978B}"/>
            </a:ext>
          </a:extLst>
        </cdr:cNvPr>
        <cdr:cNvCxnSpPr/>
      </cdr:nvCxnSpPr>
      <cdr:spPr>
        <a:xfrm xmlns:a="http://schemas.openxmlformats.org/drawingml/2006/main" flipV="1">
          <a:off x="4155748" y="343138"/>
          <a:ext cx="253817" cy="347840"/>
        </a:xfrm>
        <a:prstGeom xmlns:a="http://schemas.openxmlformats.org/drawingml/2006/main" prst="straightConnector1">
          <a:avLst/>
        </a:prstGeom>
        <a:ln xmlns:a="http://schemas.openxmlformats.org/drawingml/2006/main" w="19050">
          <a:solidFill>
            <a:srgbClr val="C00000"/>
          </a:solidFill>
          <a:prstDash val="dash"/>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0.87015</cdr:x>
      <cdr:y>0.50167</cdr:y>
    </cdr:from>
    <cdr:to>
      <cdr:x>0.90938</cdr:x>
      <cdr:y>0.67218</cdr:y>
    </cdr:to>
    <cdr:cxnSp macro="">
      <cdr:nvCxnSpPr>
        <cdr:cNvPr id="14" name="直接箭头连接符 13">
          <a:extLst xmlns:a="http://schemas.openxmlformats.org/drawingml/2006/main">
            <a:ext uri="{FF2B5EF4-FFF2-40B4-BE49-F238E27FC236}">
              <a16:creationId xmlns:a16="http://schemas.microsoft.com/office/drawing/2014/main" id="{40C57F32-3BFE-0D7F-E7EC-D254860F17A3}"/>
            </a:ext>
          </a:extLst>
        </cdr:cNvPr>
        <cdr:cNvCxnSpPr/>
      </cdr:nvCxnSpPr>
      <cdr:spPr>
        <a:xfrm xmlns:a="http://schemas.openxmlformats.org/drawingml/2006/main">
          <a:off x="4331400" y="1203207"/>
          <a:ext cx="195278" cy="408951"/>
        </a:xfrm>
        <a:prstGeom xmlns:a="http://schemas.openxmlformats.org/drawingml/2006/main" prst="straightConnector1">
          <a:avLst/>
        </a:prstGeom>
        <a:ln xmlns:a="http://schemas.openxmlformats.org/drawingml/2006/main" w="19050">
          <a:solidFill>
            <a:srgbClr val="00B050"/>
          </a:solidFill>
          <a:prstDash val="dash"/>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userShapes>
</file>

<file path=ppt/drawings/drawing23.xml><?xml version="1.0" encoding="utf-8"?>
<c:userShapes xmlns:c="http://schemas.openxmlformats.org/drawingml/2006/chart">
  <cdr:relSizeAnchor xmlns:cdr="http://schemas.openxmlformats.org/drawingml/2006/chartDrawing">
    <cdr:from>
      <cdr:x>0.54681</cdr:x>
      <cdr:y>0.36748</cdr:y>
    </cdr:from>
    <cdr:to>
      <cdr:x>0.70808</cdr:x>
      <cdr:y>0.39981</cdr:y>
    </cdr:to>
    <cdr:cxnSp macro="">
      <cdr:nvCxnSpPr>
        <cdr:cNvPr id="3" name="直接箭头连接符 2">
          <a:extLst xmlns:a="http://schemas.openxmlformats.org/drawingml/2006/main">
            <a:ext uri="{FF2B5EF4-FFF2-40B4-BE49-F238E27FC236}">
              <a16:creationId xmlns:a16="http://schemas.microsoft.com/office/drawing/2014/main" id="{7F9626DD-76A5-012E-8230-A114B0DE5FA8}"/>
            </a:ext>
          </a:extLst>
        </cdr:cNvPr>
        <cdr:cNvCxnSpPr/>
      </cdr:nvCxnSpPr>
      <cdr:spPr>
        <a:xfrm xmlns:a="http://schemas.openxmlformats.org/drawingml/2006/main" flipV="1">
          <a:off x="1377950" y="793750"/>
          <a:ext cx="406400" cy="69850"/>
        </a:xfrm>
        <a:prstGeom xmlns:a="http://schemas.openxmlformats.org/drawingml/2006/main" prst="straightConnector1">
          <a:avLst/>
        </a:prstGeom>
        <a:ln xmlns:a="http://schemas.openxmlformats.org/drawingml/2006/main" w="19050">
          <a:solidFill>
            <a:srgbClr val="C00000"/>
          </a:solidFill>
          <a:prstDash val="dash"/>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0.14411</cdr:x>
      <cdr:y>0.28073</cdr:y>
    </cdr:from>
    <cdr:to>
      <cdr:x>0.64615</cdr:x>
      <cdr:y>0.48875</cdr:y>
    </cdr:to>
    <cdr:sp macro="" textlink="">
      <cdr:nvSpPr>
        <cdr:cNvPr id="5" name="文本框 4">
          <a:extLst xmlns:a="http://schemas.openxmlformats.org/drawingml/2006/main">
            <a:ext uri="{FF2B5EF4-FFF2-40B4-BE49-F238E27FC236}">
              <a16:creationId xmlns:a16="http://schemas.microsoft.com/office/drawing/2014/main" id="{24240091-428D-8D0A-1B2B-7F51D609B87F}"/>
            </a:ext>
          </a:extLst>
        </cdr:cNvPr>
        <cdr:cNvSpPr txBox="1"/>
      </cdr:nvSpPr>
      <cdr:spPr>
        <a:xfrm xmlns:a="http://schemas.openxmlformats.org/drawingml/2006/main">
          <a:off x="329992" y="641932"/>
          <a:ext cx="1149558" cy="475668"/>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zh-CN" altLang="en-US" sz="800" b="1" i="1" kern="1200">
              <a:solidFill>
                <a:srgbClr val="C00000"/>
              </a:solidFill>
              <a:latin typeface="Arial" panose="020B0604020202020204" pitchFamily="34" charset="0"/>
              <a:ea typeface="楷体_GB2312" panose="02010609030101010101" pitchFamily="49" charset="-122"/>
              <a:cs typeface="Arial" panose="020B0604020202020204" pitchFamily="34" charset="0"/>
            </a:rPr>
            <a:t>宁德时代</a:t>
          </a:r>
          <a:r>
            <a:rPr lang="en-US" altLang="zh-CN" sz="800" b="1" i="1" kern="1200">
              <a:solidFill>
                <a:srgbClr val="C00000"/>
              </a:solidFill>
              <a:latin typeface="Arial" panose="020B0604020202020204" pitchFamily="34" charset="0"/>
              <a:ea typeface="楷体_GB2312" panose="02010609030101010101" pitchFamily="49" charset="-122"/>
              <a:cs typeface="Arial" panose="020B0604020202020204" pitchFamily="34" charset="0"/>
            </a:rPr>
            <a:t>H</a:t>
          </a:r>
          <a:r>
            <a:rPr lang="zh-CN" altLang="en-US" sz="800" b="1" i="1" kern="1200">
              <a:solidFill>
                <a:srgbClr val="C00000"/>
              </a:solidFill>
              <a:latin typeface="Arial" panose="020B0604020202020204" pitchFamily="34" charset="0"/>
              <a:ea typeface="楷体_GB2312" panose="02010609030101010101" pitchFamily="49" charset="-122"/>
              <a:cs typeface="Arial" panose="020B0604020202020204" pitchFamily="34" charset="0"/>
            </a:rPr>
            <a:t>股</a:t>
          </a:r>
          <a:r>
            <a:rPr lang="en-US" altLang="zh-CN" sz="800" b="1" i="1" kern="1200">
              <a:solidFill>
                <a:srgbClr val="C00000"/>
              </a:solidFill>
              <a:latin typeface="Arial" panose="020B0604020202020204" pitchFamily="34" charset="0"/>
              <a:ea typeface="楷体_GB2312" panose="02010609030101010101" pitchFamily="49" charset="-122"/>
              <a:cs typeface="Arial" panose="020B0604020202020204" pitchFamily="34" charset="0"/>
            </a:rPr>
            <a:t>2025.11.20</a:t>
          </a:r>
          <a:r>
            <a:rPr lang="zh-CN" altLang="en-US" sz="800" b="1" i="1" kern="1200">
              <a:solidFill>
                <a:srgbClr val="C00000"/>
              </a:solidFill>
              <a:latin typeface="Arial" panose="020B0604020202020204" pitchFamily="34" charset="0"/>
              <a:ea typeface="楷体_GB2312" panose="02010609030101010101" pitchFamily="49" charset="-122"/>
              <a:cs typeface="Arial" panose="020B0604020202020204" pitchFamily="34" charset="0"/>
            </a:rPr>
            <a:t>解禁</a:t>
          </a:r>
        </a:p>
      </cdr:txBody>
    </cdr:sp>
  </cdr:relSizeAnchor>
  <cdr:relSizeAnchor xmlns:cdr="http://schemas.openxmlformats.org/drawingml/2006/chartDrawing">
    <cdr:from>
      <cdr:x>0.10795</cdr:x>
      <cdr:y>0.11765</cdr:y>
    </cdr:from>
    <cdr:to>
      <cdr:x>0.24588</cdr:x>
      <cdr:y>0.23262</cdr:y>
    </cdr:to>
    <cdr:sp macro="" textlink="">
      <cdr:nvSpPr>
        <cdr:cNvPr id="6" name="文本框 5">
          <a:extLst xmlns:a="http://schemas.openxmlformats.org/drawingml/2006/main">
            <a:ext uri="{FF2B5EF4-FFF2-40B4-BE49-F238E27FC236}">
              <a16:creationId xmlns:a16="http://schemas.microsoft.com/office/drawing/2014/main" id="{454646D3-288A-7231-EF8D-0F4CE9438E1D}"/>
            </a:ext>
          </a:extLst>
        </cdr:cNvPr>
        <cdr:cNvSpPr txBox="1"/>
      </cdr:nvSpPr>
      <cdr:spPr>
        <a:xfrm xmlns:a="http://schemas.openxmlformats.org/drawingml/2006/main">
          <a:off x="457200" y="279400"/>
          <a:ext cx="584200" cy="273050"/>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endParaRPr lang="zh-CN" altLang="en-US" sz="1100" kern="1200"/>
        </a:p>
      </cdr:txBody>
    </cdr:sp>
  </cdr:relSizeAnchor>
</c:userShapes>
</file>

<file path=ppt/drawings/drawing24.xml><?xml version="1.0" encoding="utf-8"?>
<c:userShapes xmlns:c="http://schemas.openxmlformats.org/drawingml/2006/chart">
  <cdr:relSizeAnchor xmlns:cdr="http://schemas.openxmlformats.org/drawingml/2006/chartDrawing">
    <cdr:from>
      <cdr:x>0.72784</cdr:x>
      <cdr:y>0.26204</cdr:y>
    </cdr:from>
    <cdr:to>
      <cdr:x>0.773</cdr:x>
      <cdr:y>0.49077</cdr:y>
    </cdr:to>
    <cdr:cxnSp macro="">
      <cdr:nvCxnSpPr>
        <cdr:cNvPr id="2" name="直接箭头连接符 1">
          <a:extLst xmlns:a="http://schemas.openxmlformats.org/drawingml/2006/main">
            <a:ext uri="{FF2B5EF4-FFF2-40B4-BE49-F238E27FC236}">
              <a16:creationId xmlns:a16="http://schemas.microsoft.com/office/drawing/2014/main" id="{7A365ECC-534C-6EDC-5B9D-C5F7DBA2677B}"/>
            </a:ext>
          </a:extLst>
        </cdr:cNvPr>
        <cdr:cNvCxnSpPr/>
      </cdr:nvCxnSpPr>
      <cdr:spPr>
        <a:xfrm xmlns:a="http://schemas.openxmlformats.org/drawingml/2006/main">
          <a:off x="1698043" y="630639"/>
          <a:ext cx="105357" cy="550461"/>
        </a:xfrm>
        <a:prstGeom xmlns:a="http://schemas.openxmlformats.org/drawingml/2006/main" prst="straightConnector1">
          <a:avLst/>
        </a:prstGeom>
        <a:ln xmlns:a="http://schemas.openxmlformats.org/drawingml/2006/main" w="19050">
          <a:solidFill>
            <a:srgbClr val="C00000"/>
          </a:solidFill>
          <a:prstDash val="dash"/>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0.58792</cdr:x>
      <cdr:y>0.12064</cdr:y>
    </cdr:from>
    <cdr:to>
      <cdr:x>0.98512</cdr:x>
      <cdr:y>0.25594</cdr:y>
    </cdr:to>
    <cdr:sp macro="" textlink="">
      <cdr:nvSpPr>
        <cdr:cNvPr id="3" name="文本框 2">
          <a:extLst xmlns:a="http://schemas.openxmlformats.org/drawingml/2006/main">
            <a:ext uri="{FF2B5EF4-FFF2-40B4-BE49-F238E27FC236}">
              <a16:creationId xmlns:a16="http://schemas.microsoft.com/office/drawing/2014/main" id="{47956FB8-687F-E28B-D050-338DB83EFA49}"/>
            </a:ext>
          </a:extLst>
        </cdr:cNvPr>
        <cdr:cNvSpPr txBox="1"/>
      </cdr:nvSpPr>
      <cdr:spPr>
        <a:xfrm xmlns:a="http://schemas.openxmlformats.org/drawingml/2006/main">
          <a:off x="1371600" y="290346"/>
          <a:ext cx="926673" cy="325603"/>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zh-CN" altLang="en-US" sz="800" b="1" i="1" kern="1200">
              <a:solidFill>
                <a:srgbClr val="C00000"/>
              </a:solidFill>
              <a:latin typeface="Arial" panose="020B0604020202020204" pitchFamily="34" charset="0"/>
              <a:ea typeface="楷体_GB2312" panose="02010609030101010101" pitchFamily="49" charset="-122"/>
              <a:cs typeface="Arial" panose="020B0604020202020204" pitchFamily="34" charset="0"/>
            </a:rPr>
            <a:t>恒瑞医药</a:t>
          </a:r>
          <a:r>
            <a:rPr lang="en-US" altLang="zh-CN" sz="800" b="1" i="1" kern="1200">
              <a:solidFill>
                <a:srgbClr val="C00000"/>
              </a:solidFill>
              <a:latin typeface="Arial" panose="020B0604020202020204" pitchFamily="34" charset="0"/>
              <a:ea typeface="楷体_GB2312" panose="02010609030101010101" pitchFamily="49" charset="-122"/>
              <a:cs typeface="Arial" panose="020B0604020202020204" pitchFamily="34" charset="0"/>
            </a:rPr>
            <a:t>H</a:t>
          </a:r>
          <a:r>
            <a:rPr lang="zh-CN" altLang="en-US" sz="800" b="1" i="1" kern="1200">
              <a:solidFill>
                <a:srgbClr val="C00000"/>
              </a:solidFill>
              <a:latin typeface="Arial" panose="020B0604020202020204" pitchFamily="34" charset="0"/>
              <a:ea typeface="楷体_GB2312" panose="02010609030101010101" pitchFamily="49" charset="-122"/>
              <a:cs typeface="Arial" panose="020B0604020202020204" pitchFamily="34" charset="0"/>
            </a:rPr>
            <a:t>股</a:t>
          </a:r>
          <a:r>
            <a:rPr lang="en-US" altLang="zh-CN" sz="800" b="1" i="1" kern="1200">
              <a:solidFill>
                <a:srgbClr val="C00000"/>
              </a:solidFill>
              <a:latin typeface="Arial" panose="020B0604020202020204" pitchFamily="34" charset="0"/>
              <a:ea typeface="楷体_GB2312" panose="02010609030101010101" pitchFamily="49" charset="-122"/>
              <a:cs typeface="Arial" panose="020B0604020202020204" pitchFamily="34" charset="0"/>
            </a:rPr>
            <a:t>2025.11.23</a:t>
          </a:r>
          <a:r>
            <a:rPr lang="zh-CN" altLang="en-US" sz="800" b="1" i="1" kern="1200">
              <a:solidFill>
                <a:srgbClr val="C00000"/>
              </a:solidFill>
              <a:latin typeface="Arial" panose="020B0604020202020204" pitchFamily="34" charset="0"/>
              <a:ea typeface="楷体_GB2312" panose="02010609030101010101" pitchFamily="49" charset="-122"/>
              <a:cs typeface="Arial" panose="020B0604020202020204" pitchFamily="34" charset="0"/>
            </a:rPr>
            <a:t>解禁</a:t>
          </a:r>
        </a:p>
      </cdr:txBody>
    </cdr:sp>
  </cdr:relSizeAnchor>
</c:userShapes>
</file>

<file path=ppt/drawings/drawing25.xml><?xml version="1.0" encoding="utf-8"?>
<c:userShapes xmlns:c="http://schemas.openxmlformats.org/drawingml/2006/chart">
  <cdr:relSizeAnchor xmlns:cdr="http://schemas.openxmlformats.org/drawingml/2006/chartDrawing">
    <cdr:from>
      <cdr:x>0.0495</cdr:x>
      <cdr:y>0.1025</cdr:y>
    </cdr:from>
    <cdr:to>
      <cdr:x>0.24126</cdr:x>
      <cdr:y>0.22465</cdr:y>
    </cdr:to>
    <cdr:sp macro="" textlink="">
      <cdr:nvSpPr>
        <cdr:cNvPr id="2" name="文本框 1">
          <a:extLst xmlns:a="http://schemas.openxmlformats.org/drawingml/2006/main">
            <a:ext uri="{FF2B5EF4-FFF2-40B4-BE49-F238E27FC236}">
              <a16:creationId xmlns:a16="http://schemas.microsoft.com/office/drawing/2014/main" id="{CBED30B2-797E-459D-AF08-CCDDA4932352}"/>
            </a:ext>
          </a:extLst>
        </cdr:cNvPr>
        <cdr:cNvSpPr txBox="1"/>
      </cdr:nvSpPr>
      <cdr:spPr>
        <a:xfrm xmlns:a="http://schemas.openxmlformats.org/drawingml/2006/main">
          <a:off x="113346" y="208604"/>
          <a:ext cx="439104" cy="248595"/>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zh-CN" altLang="en-US" sz="600">
              <a:latin typeface="Arial" panose="020B0604020202020204" pitchFamily="34" charset="0"/>
              <a:ea typeface="思源黑体 CN Regular" panose="020B0500000000000000" pitchFamily="34" charset="-122"/>
              <a:cs typeface="Arial" panose="020B0604020202020204" pitchFamily="34" charset="0"/>
            </a:rPr>
            <a:t>（点）</a:t>
          </a:r>
        </a:p>
      </cdr:txBody>
    </cdr:sp>
  </cdr:relSizeAnchor>
  <cdr:relSizeAnchor xmlns:cdr="http://schemas.openxmlformats.org/drawingml/2006/chartDrawing">
    <cdr:from>
      <cdr:x>0.73633</cdr:x>
      <cdr:y>0.11784</cdr:y>
    </cdr:from>
    <cdr:to>
      <cdr:x>0.92808</cdr:x>
      <cdr:y>0.23999</cdr:y>
    </cdr:to>
    <cdr:sp macro="" textlink="">
      <cdr:nvSpPr>
        <cdr:cNvPr id="4" name="文本框 1">
          <a:extLst xmlns:a="http://schemas.openxmlformats.org/drawingml/2006/main">
            <a:ext uri="{FF2B5EF4-FFF2-40B4-BE49-F238E27FC236}">
              <a16:creationId xmlns:a16="http://schemas.microsoft.com/office/drawing/2014/main" id="{6AE15BFB-4D14-E549-F689-356C715626BC}"/>
            </a:ext>
          </a:extLst>
        </cdr:cNvPr>
        <cdr:cNvSpPr txBox="1"/>
      </cdr:nvSpPr>
      <cdr:spPr>
        <a:xfrm xmlns:a="http://schemas.openxmlformats.org/drawingml/2006/main">
          <a:off x="1686056" y="239825"/>
          <a:ext cx="439070" cy="248594"/>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zh-CN" altLang="en-US" sz="600">
              <a:latin typeface="Arial" panose="020B0604020202020204" pitchFamily="34" charset="0"/>
              <a:ea typeface="思源黑体 CN Regular" panose="020B0500000000000000" pitchFamily="34" charset="-122"/>
              <a:cs typeface="Arial" panose="020B0604020202020204" pitchFamily="34" charset="0"/>
            </a:rPr>
            <a:t>（点）</a:t>
          </a:r>
        </a:p>
      </cdr:txBody>
    </cdr:sp>
  </cdr:relSizeAnchor>
  <cdr:relSizeAnchor xmlns:cdr="http://schemas.openxmlformats.org/drawingml/2006/chartDrawing">
    <cdr:from>
      <cdr:x>0.06577</cdr:x>
      <cdr:y>0.42285</cdr:y>
    </cdr:from>
    <cdr:to>
      <cdr:x>0.18687</cdr:x>
      <cdr:y>0.85258</cdr:y>
    </cdr:to>
    <cdr:cxnSp macro="">
      <cdr:nvCxnSpPr>
        <cdr:cNvPr id="3" name="直接箭头连接符 2">
          <a:extLst xmlns:a="http://schemas.openxmlformats.org/drawingml/2006/main">
            <a:ext uri="{FF2B5EF4-FFF2-40B4-BE49-F238E27FC236}">
              <a16:creationId xmlns:a16="http://schemas.microsoft.com/office/drawing/2014/main" id="{3E11B4A1-7145-F1AA-7711-EBA222E86364}"/>
            </a:ext>
          </a:extLst>
        </cdr:cNvPr>
        <cdr:cNvCxnSpPr/>
      </cdr:nvCxnSpPr>
      <cdr:spPr>
        <a:xfrm xmlns:a="http://schemas.openxmlformats.org/drawingml/2006/main" flipV="1">
          <a:off x="213106" y="1217820"/>
          <a:ext cx="392352" cy="1237598"/>
        </a:xfrm>
        <a:prstGeom xmlns:a="http://schemas.openxmlformats.org/drawingml/2006/main" prst="straightConnector1">
          <a:avLst/>
        </a:prstGeom>
        <a:ln xmlns:a="http://schemas.openxmlformats.org/drawingml/2006/main" w="19050">
          <a:solidFill>
            <a:srgbClr val="C00000"/>
          </a:solidFill>
          <a:prstDash val="dash"/>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0.34629</cdr:x>
      <cdr:y>0.32124</cdr:y>
    </cdr:from>
    <cdr:to>
      <cdr:x>0.41353</cdr:x>
      <cdr:y>0.8341</cdr:y>
    </cdr:to>
    <cdr:cxnSp macro="">
      <cdr:nvCxnSpPr>
        <cdr:cNvPr id="5" name="直接箭头连接符 4">
          <a:extLst xmlns:a="http://schemas.openxmlformats.org/drawingml/2006/main">
            <a:ext uri="{FF2B5EF4-FFF2-40B4-BE49-F238E27FC236}">
              <a16:creationId xmlns:a16="http://schemas.microsoft.com/office/drawing/2014/main" id="{3E11B4A1-7145-F1AA-7711-EBA222E86364}"/>
            </a:ext>
          </a:extLst>
        </cdr:cNvPr>
        <cdr:cNvCxnSpPr/>
      </cdr:nvCxnSpPr>
      <cdr:spPr>
        <a:xfrm xmlns:a="http://schemas.openxmlformats.org/drawingml/2006/main" flipV="1">
          <a:off x="1121982" y="925168"/>
          <a:ext cx="217867" cy="1477031"/>
        </a:xfrm>
        <a:prstGeom xmlns:a="http://schemas.openxmlformats.org/drawingml/2006/main" prst="straightConnector1">
          <a:avLst/>
        </a:prstGeom>
        <a:ln xmlns:a="http://schemas.openxmlformats.org/drawingml/2006/main" w="19050">
          <a:solidFill>
            <a:srgbClr val="C00000"/>
          </a:solidFill>
          <a:prstDash val="dash"/>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0.24114</cdr:x>
      <cdr:y>0.3609</cdr:y>
    </cdr:from>
    <cdr:to>
      <cdr:x>0.33173</cdr:x>
      <cdr:y>0.79672</cdr:y>
    </cdr:to>
    <cdr:cxnSp macro="">
      <cdr:nvCxnSpPr>
        <cdr:cNvPr id="7" name="直接箭头连接符 6">
          <a:extLst xmlns:a="http://schemas.openxmlformats.org/drawingml/2006/main">
            <a:ext uri="{FF2B5EF4-FFF2-40B4-BE49-F238E27FC236}">
              <a16:creationId xmlns:a16="http://schemas.microsoft.com/office/drawing/2014/main" id="{3E11B4A1-7145-F1AA-7711-EBA222E86364}"/>
            </a:ext>
          </a:extLst>
        </cdr:cNvPr>
        <cdr:cNvCxnSpPr/>
      </cdr:nvCxnSpPr>
      <cdr:spPr>
        <a:xfrm xmlns:a="http://schemas.openxmlformats.org/drawingml/2006/main">
          <a:off x="781307" y="1039400"/>
          <a:ext cx="293499" cy="1255160"/>
        </a:xfrm>
        <a:prstGeom xmlns:a="http://schemas.openxmlformats.org/drawingml/2006/main" prst="straightConnector1">
          <a:avLst/>
        </a:prstGeom>
        <a:ln xmlns:a="http://schemas.openxmlformats.org/drawingml/2006/main" w="19050">
          <a:solidFill>
            <a:srgbClr val="C00000"/>
          </a:solidFill>
          <a:prstDash val="dash"/>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0.46645</cdr:x>
      <cdr:y>0.28432</cdr:y>
    </cdr:from>
    <cdr:to>
      <cdr:x>0.66188</cdr:x>
      <cdr:y>0.70432</cdr:y>
    </cdr:to>
    <cdr:cxnSp macro="">
      <cdr:nvCxnSpPr>
        <cdr:cNvPr id="10" name="直接箭头连接符 9">
          <a:extLst xmlns:a="http://schemas.openxmlformats.org/drawingml/2006/main">
            <a:ext uri="{FF2B5EF4-FFF2-40B4-BE49-F238E27FC236}">
              <a16:creationId xmlns:a16="http://schemas.microsoft.com/office/drawing/2014/main" id="{3E11B4A1-7145-F1AA-7711-EBA222E86364}"/>
            </a:ext>
          </a:extLst>
        </cdr:cNvPr>
        <cdr:cNvCxnSpPr/>
      </cdr:nvCxnSpPr>
      <cdr:spPr>
        <a:xfrm xmlns:a="http://schemas.openxmlformats.org/drawingml/2006/main">
          <a:off x="1511296" y="818851"/>
          <a:ext cx="633193" cy="1209600"/>
        </a:xfrm>
        <a:prstGeom xmlns:a="http://schemas.openxmlformats.org/drawingml/2006/main" prst="straightConnector1">
          <a:avLst/>
        </a:prstGeom>
        <a:ln xmlns:a="http://schemas.openxmlformats.org/drawingml/2006/main" w="19050">
          <a:solidFill>
            <a:srgbClr val="C00000"/>
          </a:solidFill>
          <a:prstDash val="dash"/>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0.7311</cdr:x>
      <cdr:y>0.54748</cdr:y>
    </cdr:from>
    <cdr:to>
      <cdr:x>0.84471</cdr:x>
      <cdr:y>0.7919</cdr:y>
    </cdr:to>
    <cdr:cxnSp macro="">
      <cdr:nvCxnSpPr>
        <cdr:cNvPr id="8" name="直接箭头连接符 7">
          <a:extLst xmlns:a="http://schemas.openxmlformats.org/drawingml/2006/main">
            <a:ext uri="{FF2B5EF4-FFF2-40B4-BE49-F238E27FC236}">
              <a16:creationId xmlns:a16="http://schemas.microsoft.com/office/drawing/2014/main" id="{8CFED7A1-38B2-07F2-8F82-2DA011E77735}"/>
            </a:ext>
          </a:extLst>
        </cdr:cNvPr>
        <cdr:cNvCxnSpPr/>
      </cdr:nvCxnSpPr>
      <cdr:spPr>
        <a:xfrm xmlns:a="http://schemas.openxmlformats.org/drawingml/2006/main" flipV="1">
          <a:off x="2368773" y="1576733"/>
          <a:ext cx="368076" cy="703934"/>
        </a:xfrm>
        <a:prstGeom xmlns:a="http://schemas.openxmlformats.org/drawingml/2006/main" prst="straightConnector1">
          <a:avLst/>
        </a:prstGeom>
        <a:ln xmlns:a="http://schemas.openxmlformats.org/drawingml/2006/main" w="19050">
          <a:solidFill>
            <a:srgbClr val="C00000"/>
          </a:solidFill>
          <a:prstDash val="sysDash"/>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userShapes>
</file>

<file path=ppt/drawings/drawing26.xml><?xml version="1.0" encoding="utf-8"?>
<c:userShapes xmlns:c="http://schemas.openxmlformats.org/drawingml/2006/chart">
  <cdr:relSizeAnchor xmlns:cdr="http://schemas.openxmlformats.org/drawingml/2006/chartDrawing">
    <cdr:from>
      <cdr:x>0.0067</cdr:x>
      <cdr:y>0.1025</cdr:y>
    </cdr:from>
    <cdr:to>
      <cdr:x>0.18009</cdr:x>
      <cdr:y>0.23576</cdr:y>
    </cdr:to>
    <cdr:sp macro="" textlink="">
      <cdr:nvSpPr>
        <cdr:cNvPr id="2" name="文本框 1">
          <a:extLst xmlns:a="http://schemas.openxmlformats.org/drawingml/2006/main">
            <a:ext uri="{FF2B5EF4-FFF2-40B4-BE49-F238E27FC236}">
              <a16:creationId xmlns:a16="http://schemas.microsoft.com/office/drawing/2014/main" id="{CBED30B2-797E-459D-AF08-CCDDA4932352}"/>
            </a:ext>
          </a:extLst>
        </cdr:cNvPr>
        <cdr:cNvSpPr txBox="1"/>
      </cdr:nvSpPr>
      <cdr:spPr>
        <a:xfrm xmlns:a="http://schemas.openxmlformats.org/drawingml/2006/main">
          <a:off x="15629" y="212576"/>
          <a:ext cx="404519" cy="276374"/>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zh-CN" altLang="en-US" sz="600">
              <a:latin typeface="思源黑体 CN Regular" panose="020B0500000000000000" pitchFamily="34" charset="-122"/>
              <a:ea typeface="思源黑体 CN Regular" panose="020B0500000000000000" pitchFamily="34" charset="-122"/>
            </a:rPr>
            <a:t>（点）</a:t>
          </a:r>
        </a:p>
      </cdr:txBody>
    </cdr:sp>
  </cdr:relSizeAnchor>
  <cdr:relSizeAnchor xmlns:cdr="http://schemas.openxmlformats.org/drawingml/2006/chartDrawing">
    <cdr:from>
      <cdr:x>0.71312</cdr:x>
      <cdr:y>0.1025</cdr:y>
    </cdr:from>
    <cdr:to>
      <cdr:x>0.88651</cdr:x>
      <cdr:y>0.23576</cdr:y>
    </cdr:to>
    <cdr:sp macro="" textlink="">
      <cdr:nvSpPr>
        <cdr:cNvPr id="4" name="文本框 1">
          <a:extLst xmlns:a="http://schemas.openxmlformats.org/drawingml/2006/main">
            <a:ext uri="{FF2B5EF4-FFF2-40B4-BE49-F238E27FC236}">
              <a16:creationId xmlns:a16="http://schemas.microsoft.com/office/drawing/2014/main" id="{6AE15BFB-4D14-E549-F689-356C715626BC}"/>
            </a:ext>
          </a:extLst>
        </cdr:cNvPr>
        <cdr:cNvSpPr txBox="1"/>
      </cdr:nvSpPr>
      <cdr:spPr>
        <a:xfrm xmlns:a="http://schemas.openxmlformats.org/drawingml/2006/main">
          <a:off x="1663700" y="212576"/>
          <a:ext cx="404519" cy="276374"/>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zh-CN" altLang="en-US" sz="600">
              <a:latin typeface="思源黑体 CN Regular" panose="020B0500000000000000" pitchFamily="34" charset="-122"/>
              <a:ea typeface="思源黑体 CN Regular" panose="020B0500000000000000" pitchFamily="34" charset="-122"/>
            </a:rPr>
            <a:t>（点）</a:t>
          </a:r>
        </a:p>
      </cdr:txBody>
    </cdr:sp>
  </cdr:relSizeAnchor>
  <cdr:relSizeAnchor xmlns:cdr="http://schemas.openxmlformats.org/drawingml/2006/chartDrawing">
    <cdr:from>
      <cdr:x>0.12156</cdr:x>
      <cdr:y>0.36601</cdr:y>
    </cdr:from>
    <cdr:to>
      <cdr:x>0.19991</cdr:x>
      <cdr:y>0.83995</cdr:y>
    </cdr:to>
    <cdr:cxnSp macro="">
      <cdr:nvCxnSpPr>
        <cdr:cNvPr id="3" name="直接箭头连接符 2">
          <a:extLst xmlns:a="http://schemas.openxmlformats.org/drawingml/2006/main">
            <a:ext uri="{FF2B5EF4-FFF2-40B4-BE49-F238E27FC236}">
              <a16:creationId xmlns:a16="http://schemas.microsoft.com/office/drawing/2014/main" id="{C157A066-E9A5-3F3F-470F-42597A3429CE}"/>
            </a:ext>
          </a:extLst>
        </cdr:cNvPr>
        <cdr:cNvCxnSpPr/>
      </cdr:nvCxnSpPr>
      <cdr:spPr>
        <a:xfrm xmlns:a="http://schemas.openxmlformats.org/drawingml/2006/main" flipV="1">
          <a:off x="283598" y="759072"/>
          <a:ext cx="182790" cy="982909"/>
        </a:xfrm>
        <a:prstGeom xmlns:a="http://schemas.openxmlformats.org/drawingml/2006/main" prst="straightConnector1">
          <a:avLst/>
        </a:prstGeom>
        <a:ln xmlns:a="http://schemas.openxmlformats.org/drawingml/2006/main" w="19050">
          <a:solidFill>
            <a:srgbClr val="C00000"/>
          </a:solidFill>
          <a:prstDash val="sysDash"/>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0.22931</cdr:x>
      <cdr:y>0.33063</cdr:y>
    </cdr:from>
    <cdr:to>
      <cdr:x>0.41941</cdr:x>
      <cdr:y>0.78273</cdr:y>
    </cdr:to>
    <cdr:cxnSp macro="">
      <cdr:nvCxnSpPr>
        <cdr:cNvPr id="6" name="直接箭头连接符 5">
          <a:extLst xmlns:a="http://schemas.openxmlformats.org/drawingml/2006/main">
            <a:ext uri="{FF2B5EF4-FFF2-40B4-BE49-F238E27FC236}">
              <a16:creationId xmlns:a16="http://schemas.microsoft.com/office/drawing/2014/main" id="{1FABDEAB-3EEE-A2FC-48AD-BE6792687C89}"/>
            </a:ext>
          </a:extLst>
        </cdr:cNvPr>
        <cdr:cNvCxnSpPr/>
      </cdr:nvCxnSpPr>
      <cdr:spPr>
        <a:xfrm xmlns:a="http://schemas.openxmlformats.org/drawingml/2006/main">
          <a:off x="534978" y="685697"/>
          <a:ext cx="443501" cy="937615"/>
        </a:xfrm>
        <a:prstGeom xmlns:a="http://schemas.openxmlformats.org/drawingml/2006/main" prst="straightConnector1">
          <a:avLst/>
        </a:prstGeom>
        <a:ln xmlns:a="http://schemas.openxmlformats.org/drawingml/2006/main" w="19050">
          <a:solidFill>
            <a:srgbClr val="C00000"/>
          </a:solidFill>
          <a:prstDash val="sysDash"/>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0.47821</cdr:x>
      <cdr:y>0.23592</cdr:y>
    </cdr:from>
    <cdr:to>
      <cdr:x>0.60364</cdr:x>
      <cdr:y>0.79816</cdr:y>
    </cdr:to>
    <cdr:cxnSp macro="">
      <cdr:nvCxnSpPr>
        <cdr:cNvPr id="9" name="直接箭头连接符 8">
          <a:extLst xmlns:a="http://schemas.openxmlformats.org/drawingml/2006/main">
            <a:ext uri="{FF2B5EF4-FFF2-40B4-BE49-F238E27FC236}">
              <a16:creationId xmlns:a16="http://schemas.microsoft.com/office/drawing/2014/main" id="{09508BC3-56FA-826B-8AEA-58B6B2D096A3}"/>
            </a:ext>
          </a:extLst>
        </cdr:cNvPr>
        <cdr:cNvCxnSpPr/>
      </cdr:nvCxnSpPr>
      <cdr:spPr>
        <a:xfrm xmlns:a="http://schemas.openxmlformats.org/drawingml/2006/main" flipV="1">
          <a:off x="1115659" y="489277"/>
          <a:ext cx="292627" cy="1166035"/>
        </a:xfrm>
        <a:prstGeom xmlns:a="http://schemas.openxmlformats.org/drawingml/2006/main" prst="straightConnector1">
          <a:avLst/>
        </a:prstGeom>
        <a:ln xmlns:a="http://schemas.openxmlformats.org/drawingml/2006/main" w="19050">
          <a:solidFill>
            <a:srgbClr val="C00000"/>
          </a:solidFill>
          <a:prstDash val="sysDash"/>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0.69968</cdr:x>
      <cdr:y>0.26679</cdr:y>
    </cdr:from>
    <cdr:to>
      <cdr:x>0.78787</cdr:x>
      <cdr:y>0.83785</cdr:y>
    </cdr:to>
    <cdr:cxnSp macro="">
      <cdr:nvCxnSpPr>
        <cdr:cNvPr id="12" name="直接箭头连接符 11">
          <a:extLst xmlns:a="http://schemas.openxmlformats.org/drawingml/2006/main">
            <a:ext uri="{FF2B5EF4-FFF2-40B4-BE49-F238E27FC236}">
              <a16:creationId xmlns:a16="http://schemas.microsoft.com/office/drawing/2014/main" id="{D881C425-C92F-6B55-2738-20205D2A93E8}"/>
            </a:ext>
          </a:extLst>
        </cdr:cNvPr>
        <cdr:cNvCxnSpPr/>
      </cdr:nvCxnSpPr>
      <cdr:spPr>
        <a:xfrm xmlns:a="http://schemas.openxmlformats.org/drawingml/2006/main">
          <a:off x="1632346" y="553298"/>
          <a:ext cx="205747" cy="1184327"/>
        </a:xfrm>
        <a:prstGeom xmlns:a="http://schemas.openxmlformats.org/drawingml/2006/main" prst="straightConnector1">
          <a:avLst/>
        </a:prstGeom>
        <a:ln xmlns:a="http://schemas.openxmlformats.org/drawingml/2006/main" w="19050">
          <a:solidFill>
            <a:srgbClr val="C00000"/>
          </a:solidFill>
          <a:prstDash val="sysDash"/>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userShapes>
</file>

<file path=ppt/drawings/drawing27.xml><?xml version="1.0" encoding="utf-8"?>
<c:userShapes xmlns:c="http://schemas.openxmlformats.org/drawingml/2006/chart">
  <cdr:relSizeAnchor xmlns:cdr="http://schemas.openxmlformats.org/drawingml/2006/chartDrawing">
    <cdr:from>
      <cdr:x>0.57431</cdr:x>
      <cdr:y>0.28951</cdr:y>
    </cdr:from>
    <cdr:to>
      <cdr:x>0.62529</cdr:x>
      <cdr:y>0.38951</cdr:y>
    </cdr:to>
    <cdr:sp macro="" textlink="">
      <cdr:nvSpPr>
        <cdr:cNvPr id="2" name="椭圆 1">
          <a:extLst xmlns:a="http://schemas.openxmlformats.org/drawingml/2006/main">
            <a:ext uri="{FF2B5EF4-FFF2-40B4-BE49-F238E27FC236}">
              <a16:creationId xmlns:a16="http://schemas.microsoft.com/office/drawing/2014/main" id="{20154FFE-0120-53ED-1479-83FFA9875A2F}"/>
            </a:ext>
          </a:extLst>
        </cdr:cNvPr>
        <cdr:cNvSpPr/>
      </cdr:nvSpPr>
      <cdr:spPr>
        <a:xfrm xmlns:a="http://schemas.openxmlformats.org/drawingml/2006/main">
          <a:off x="5816798" y="1516656"/>
          <a:ext cx="516339" cy="523875"/>
        </a:xfrm>
        <a:prstGeom xmlns:a="http://schemas.openxmlformats.org/drawingml/2006/main" prst="ellipse">
          <a:avLst/>
        </a:prstGeom>
        <a:solidFill xmlns:a="http://schemas.openxmlformats.org/drawingml/2006/main">
          <a:srgbClr val="C0000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zh-CN" altLang="en-US" kern="1200"/>
        </a:p>
      </cdr:txBody>
    </cdr:sp>
  </cdr:relSizeAnchor>
  <cdr:relSizeAnchor xmlns:cdr="http://schemas.openxmlformats.org/drawingml/2006/chartDrawing">
    <cdr:from>
      <cdr:x>0.36246</cdr:x>
      <cdr:y>0.23067</cdr:y>
    </cdr:from>
    <cdr:to>
      <cdr:x>0.41345</cdr:x>
      <cdr:y>0.33067</cdr:y>
    </cdr:to>
    <cdr:sp macro="" textlink="">
      <cdr:nvSpPr>
        <cdr:cNvPr id="3" name="椭圆 2">
          <a:extLst xmlns:a="http://schemas.openxmlformats.org/drawingml/2006/main">
            <a:ext uri="{FF2B5EF4-FFF2-40B4-BE49-F238E27FC236}">
              <a16:creationId xmlns:a16="http://schemas.microsoft.com/office/drawing/2014/main" id="{88CDFFC7-4678-F07E-D920-6B1F3DDE1160}"/>
            </a:ext>
          </a:extLst>
        </cdr:cNvPr>
        <cdr:cNvSpPr/>
      </cdr:nvSpPr>
      <cdr:spPr>
        <a:xfrm xmlns:a="http://schemas.openxmlformats.org/drawingml/2006/main">
          <a:off x="3671094" y="1208407"/>
          <a:ext cx="516439" cy="523875"/>
        </a:xfrm>
        <a:prstGeom xmlns:a="http://schemas.openxmlformats.org/drawingml/2006/main" prst="ellipse">
          <a:avLst/>
        </a:prstGeom>
        <a:solidFill xmlns:a="http://schemas.openxmlformats.org/drawingml/2006/main">
          <a:srgbClr val="C0000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0.61879</cdr:x>
      <cdr:y>0.22662</cdr:y>
    </cdr:from>
    <cdr:to>
      <cdr:x>0.66978</cdr:x>
      <cdr:y>0.32662</cdr:y>
    </cdr:to>
    <cdr:sp macro="" textlink="">
      <cdr:nvSpPr>
        <cdr:cNvPr id="4" name="椭圆 3">
          <a:extLst xmlns:a="http://schemas.openxmlformats.org/drawingml/2006/main">
            <a:ext uri="{FF2B5EF4-FFF2-40B4-BE49-F238E27FC236}">
              <a16:creationId xmlns:a16="http://schemas.microsoft.com/office/drawing/2014/main" id="{88CDFFC7-4678-F07E-D920-6B1F3DDE1160}"/>
            </a:ext>
          </a:extLst>
        </cdr:cNvPr>
        <cdr:cNvSpPr/>
      </cdr:nvSpPr>
      <cdr:spPr>
        <a:xfrm xmlns:a="http://schemas.openxmlformats.org/drawingml/2006/main">
          <a:off x="6267298" y="1187183"/>
          <a:ext cx="516440" cy="523875"/>
        </a:xfrm>
        <a:prstGeom xmlns:a="http://schemas.openxmlformats.org/drawingml/2006/main" prst="ellipse">
          <a:avLst/>
        </a:prstGeom>
        <a:solidFill xmlns:a="http://schemas.openxmlformats.org/drawingml/2006/main">
          <a:srgbClr val="C0000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0.70891</cdr:x>
      <cdr:y>0.21856</cdr:y>
    </cdr:from>
    <cdr:to>
      <cdr:x>0.7599</cdr:x>
      <cdr:y>0.31856</cdr:y>
    </cdr:to>
    <cdr:sp macro="" textlink="">
      <cdr:nvSpPr>
        <cdr:cNvPr id="5" name="椭圆 4">
          <a:extLst xmlns:a="http://schemas.openxmlformats.org/drawingml/2006/main">
            <a:ext uri="{FF2B5EF4-FFF2-40B4-BE49-F238E27FC236}">
              <a16:creationId xmlns:a16="http://schemas.microsoft.com/office/drawing/2014/main" id="{F41021AE-A7D4-8085-8A80-6C1EDCE704AA}"/>
            </a:ext>
          </a:extLst>
        </cdr:cNvPr>
        <cdr:cNvSpPr/>
      </cdr:nvSpPr>
      <cdr:spPr>
        <a:xfrm xmlns:a="http://schemas.openxmlformats.org/drawingml/2006/main">
          <a:off x="7179973" y="1144995"/>
          <a:ext cx="516439" cy="523875"/>
        </a:xfrm>
        <a:prstGeom xmlns:a="http://schemas.openxmlformats.org/drawingml/2006/main" prst="ellipse">
          <a:avLst/>
        </a:prstGeom>
        <a:solidFill xmlns:a="http://schemas.openxmlformats.org/drawingml/2006/main">
          <a:srgbClr val="C0000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0.85307</cdr:x>
      <cdr:y>0.19988</cdr:y>
    </cdr:from>
    <cdr:to>
      <cdr:x>0.90406</cdr:x>
      <cdr:y>0.29988</cdr:y>
    </cdr:to>
    <cdr:sp macro="" textlink="">
      <cdr:nvSpPr>
        <cdr:cNvPr id="6" name="椭圆 5">
          <a:extLst xmlns:a="http://schemas.openxmlformats.org/drawingml/2006/main">
            <a:ext uri="{FF2B5EF4-FFF2-40B4-BE49-F238E27FC236}">
              <a16:creationId xmlns:a16="http://schemas.microsoft.com/office/drawing/2014/main" id="{F41021AE-A7D4-8085-8A80-6C1EDCE704AA}"/>
            </a:ext>
          </a:extLst>
        </cdr:cNvPr>
        <cdr:cNvSpPr/>
      </cdr:nvSpPr>
      <cdr:spPr>
        <a:xfrm xmlns:a="http://schemas.openxmlformats.org/drawingml/2006/main">
          <a:off x="8640110" y="1047129"/>
          <a:ext cx="516440" cy="523875"/>
        </a:xfrm>
        <a:prstGeom xmlns:a="http://schemas.openxmlformats.org/drawingml/2006/main" prst="ellipse">
          <a:avLst/>
        </a:prstGeom>
        <a:solidFill xmlns:a="http://schemas.openxmlformats.org/drawingml/2006/main">
          <a:srgbClr val="C0000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0.31737</cdr:x>
      <cdr:y>0.80476</cdr:y>
    </cdr:from>
    <cdr:to>
      <cdr:x>0.36836</cdr:x>
      <cdr:y>0.90476</cdr:y>
    </cdr:to>
    <cdr:sp macro="" textlink="">
      <cdr:nvSpPr>
        <cdr:cNvPr id="7" name="椭圆 6">
          <a:extLst xmlns:a="http://schemas.openxmlformats.org/drawingml/2006/main">
            <a:ext uri="{FF2B5EF4-FFF2-40B4-BE49-F238E27FC236}">
              <a16:creationId xmlns:a16="http://schemas.microsoft.com/office/drawing/2014/main" id="{33E6B273-6640-4993-CC51-7B5A827FF9D6}"/>
            </a:ext>
          </a:extLst>
        </cdr:cNvPr>
        <cdr:cNvSpPr/>
      </cdr:nvSpPr>
      <cdr:spPr>
        <a:xfrm xmlns:a="http://schemas.openxmlformats.org/drawingml/2006/main">
          <a:off x="1519148" y="1963860"/>
          <a:ext cx="244070" cy="244030"/>
        </a:xfrm>
        <a:prstGeom xmlns:a="http://schemas.openxmlformats.org/drawingml/2006/main" prst="ellipse">
          <a:avLst/>
        </a:prstGeom>
        <a:solidFill xmlns:a="http://schemas.openxmlformats.org/drawingml/2006/main">
          <a:srgbClr val="00B05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0.51062</cdr:x>
      <cdr:y>0.80376</cdr:y>
    </cdr:from>
    <cdr:to>
      <cdr:x>0.5616</cdr:x>
      <cdr:y>0.90376</cdr:y>
    </cdr:to>
    <cdr:sp macro="" textlink="">
      <cdr:nvSpPr>
        <cdr:cNvPr id="8" name="椭圆 7">
          <a:extLst xmlns:a="http://schemas.openxmlformats.org/drawingml/2006/main">
            <a:ext uri="{FF2B5EF4-FFF2-40B4-BE49-F238E27FC236}">
              <a16:creationId xmlns:a16="http://schemas.microsoft.com/office/drawing/2014/main" id="{05FF3013-E101-3CD7-3150-D6ADA09DB931}"/>
            </a:ext>
          </a:extLst>
        </cdr:cNvPr>
        <cdr:cNvSpPr/>
      </cdr:nvSpPr>
      <cdr:spPr>
        <a:xfrm xmlns:a="http://schemas.openxmlformats.org/drawingml/2006/main">
          <a:off x="2444166" y="1961421"/>
          <a:ext cx="244022" cy="244031"/>
        </a:xfrm>
        <a:prstGeom xmlns:a="http://schemas.openxmlformats.org/drawingml/2006/main" prst="ellipse">
          <a:avLst/>
        </a:prstGeom>
        <a:solidFill xmlns:a="http://schemas.openxmlformats.org/drawingml/2006/main">
          <a:srgbClr val="00B05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0.58608</cdr:x>
      <cdr:y>0.74704</cdr:y>
    </cdr:from>
    <cdr:to>
      <cdr:x>0.63707</cdr:x>
      <cdr:y>0.82943</cdr:y>
    </cdr:to>
    <cdr:sp macro="" textlink="">
      <cdr:nvSpPr>
        <cdr:cNvPr id="9" name="椭圆 8">
          <a:extLst xmlns:a="http://schemas.openxmlformats.org/drawingml/2006/main">
            <a:ext uri="{FF2B5EF4-FFF2-40B4-BE49-F238E27FC236}">
              <a16:creationId xmlns:a16="http://schemas.microsoft.com/office/drawing/2014/main" id="{05FF3013-E101-3CD7-3150-D6ADA09DB931}"/>
            </a:ext>
          </a:extLst>
        </cdr:cNvPr>
        <cdr:cNvSpPr/>
      </cdr:nvSpPr>
      <cdr:spPr>
        <a:xfrm xmlns:a="http://schemas.openxmlformats.org/drawingml/2006/main">
          <a:off x="2805350" y="1823011"/>
          <a:ext cx="244070" cy="201043"/>
        </a:xfrm>
        <a:prstGeom xmlns:a="http://schemas.openxmlformats.org/drawingml/2006/main" prst="ellipse">
          <a:avLst/>
        </a:prstGeom>
        <a:solidFill xmlns:a="http://schemas.openxmlformats.org/drawingml/2006/main">
          <a:srgbClr val="00B05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0.6834</cdr:x>
      <cdr:y>0.49699</cdr:y>
    </cdr:from>
    <cdr:to>
      <cdr:x>0.73438</cdr:x>
      <cdr:y>0.59699</cdr:y>
    </cdr:to>
    <cdr:sp macro="" textlink="">
      <cdr:nvSpPr>
        <cdr:cNvPr id="10" name="椭圆 9">
          <a:extLst xmlns:a="http://schemas.openxmlformats.org/drawingml/2006/main">
            <a:ext uri="{FF2B5EF4-FFF2-40B4-BE49-F238E27FC236}">
              <a16:creationId xmlns:a16="http://schemas.microsoft.com/office/drawing/2014/main" id="{05FF3013-E101-3CD7-3150-D6ADA09DB931}"/>
            </a:ext>
          </a:extLst>
        </cdr:cNvPr>
        <cdr:cNvSpPr/>
      </cdr:nvSpPr>
      <cdr:spPr>
        <a:xfrm xmlns:a="http://schemas.openxmlformats.org/drawingml/2006/main">
          <a:off x="3271186" y="1212796"/>
          <a:ext cx="244023" cy="244030"/>
        </a:xfrm>
        <a:prstGeom xmlns:a="http://schemas.openxmlformats.org/drawingml/2006/main" prst="ellipse">
          <a:avLst/>
        </a:prstGeom>
        <a:solidFill xmlns:a="http://schemas.openxmlformats.org/drawingml/2006/main">
          <a:srgbClr val="00B05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0.74062</cdr:x>
      <cdr:y>0.65745</cdr:y>
    </cdr:from>
    <cdr:to>
      <cdr:x>0.79161</cdr:x>
      <cdr:y>0.75745</cdr:y>
    </cdr:to>
    <cdr:sp macro="" textlink="">
      <cdr:nvSpPr>
        <cdr:cNvPr id="11" name="椭圆 10">
          <a:extLst xmlns:a="http://schemas.openxmlformats.org/drawingml/2006/main">
            <a:ext uri="{FF2B5EF4-FFF2-40B4-BE49-F238E27FC236}">
              <a16:creationId xmlns:a16="http://schemas.microsoft.com/office/drawing/2014/main" id="{05FF3013-E101-3CD7-3150-D6ADA09DB931}"/>
            </a:ext>
          </a:extLst>
        </cdr:cNvPr>
        <cdr:cNvSpPr/>
      </cdr:nvSpPr>
      <cdr:spPr>
        <a:xfrm xmlns:a="http://schemas.openxmlformats.org/drawingml/2006/main">
          <a:off x="3545097" y="1604373"/>
          <a:ext cx="244070" cy="244030"/>
        </a:xfrm>
        <a:prstGeom xmlns:a="http://schemas.openxmlformats.org/drawingml/2006/main" prst="ellipse">
          <a:avLst/>
        </a:prstGeom>
        <a:solidFill xmlns:a="http://schemas.openxmlformats.org/drawingml/2006/main">
          <a:srgbClr val="00B05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0.05385</cdr:x>
      <cdr:y>0.29701</cdr:y>
    </cdr:from>
    <cdr:to>
      <cdr:x>0.91981</cdr:x>
      <cdr:y>0.29701</cdr:y>
    </cdr:to>
    <cdr:cxnSp macro="">
      <cdr:nvCxnSpPr>
        <cdr:cNvPr id="12" name="直接连接符 11">
          <a:extLst xmlns:a="http://schemas.openxmlformats.org/drawingml/2006/main">
            <a:ext uri="{FF2B5EF4-FFF2-40B4-BE49-F238E27FC236}">
              <a16:creationId xmlns:a16="http://schemas.microsoft.com/office/drawing/2014/main" id="{6F1BAA3B-53C7-45FD-FBE2-5B799A2A3344}"/>
            </a:ext>
          </a:extLst>
        </cdr:cNvPr>
        <cdr:cNvCxnSpPr/>
      </cdr:nvCxnSpPr>
      <cdr:spPr>
        <a:xfrm xmlns:a="http://schemas.openxmlformats.org/drawingml/2006/main">
          <a:off x="545410" y="1555964"/>
          <a:ext cx="8770660" cy="0"/>
        </a:xfrm>
        <a:prstGeom xmlns:a="http://schemas.openxmlformats.org/drawingml/2006/main" prst="line">
          <a:avLst/>
        </a:prstGeom>
        <a:ln xmlns:a="http://schemas.openxmlformats.org/drawingml/2006/main" w="38100">
          <a:solidFill>
            <a:srgbClr val="C00000"/>
          </a:solidFill>
          <a:prstDash val="dash"/>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0.04179</cdr:x>
      <cdr:y>0.83245</cdr:y>
    </cdr:from>
    <cdr:to>
      <cdr:x>0.90774</cdr:x>
      <cdr:y>0.83245</cdr:y>
    </cdr:to>
    <cdr:cxnSp macro="">
      <cdr:nvCxnSpPr>
        <cdr:cNvPr id="13" name="直接连接符 12">
          <a:extLst xmlns:a="http://schemas.openxmlformats.org/drawingml/2006/main">
            <a:ext uri="{FF2B5EF4-FFF2-40B4-BE49-F238E27FC236}">
              <a16:creationId xmlns:a16="http://schemas.microsoft.com/office/drawing/2014/main" id="{EAAF1E06-0EEC-4956-9736-5F3165336E9E}"/>
            </a:ext>
          </a:extLst>
        </cdr:cNvPr>
        <cdr:cNvCxnSpPr/>
      </cdr:nvCxnSpPr>
      <cdr:spPr>
        <a:xfrm xmlns:a="http://schemas.openxmlformats.org/drawingml/2006/main">
          <a:off x="200018" y="2031433"/>
          <a:ext cx="4144982" cy="0"/>
        </a:xfrm>
        <a:prstGeom xmlns:a="http://schemas.openxmlformats.org/drawingml/2006/main" prst="line">
          <a:avLst/>
        </a:prstGeom>
        <a:ln xmlns:a="http://schemas.openxmlformats.org/drawingml/2006/main" w="38100">
          <a:solidFill>
            <a:srgbClr val="C00000"/>
          </a:solidFill>
          <a:prstDash val="dash"/>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0.38816</cdr:x>
      <cdr:y>0.07258</cdr:y>
    </cdr:from>
    <cdr:to>
      <cdr:x>0.82484</cdr:x>
      <cdr:y>0.2219</cdr:y>
    </cdr:to>
    <cdr:sp macro="" textlink="">
      <cdr:nvSpPr>
        <cdr:cNvPr id="14" name="文本框 13">
          <a:extLst xmlns:a="http://schemas.openxmlformats.org/drawingml/2006/main">
            <a:ext uri="{FF2B5EF4-FFF2-40B4-BE49-F238E27FC236}">
              <a16:creationId xmlns:a16="http://schemas.microsoft.com/office/drawing/2014/main" id="{68CC7159-6D87-9269-E395-CA376353FC70}"/>
            </a:ext>
          </a:extLst>
        </cdr:cNvPr>
        <cdr:cNvSpPr txBox="1"/>
      </cdr:nvSpPr>
      <cdr:spPr>
        <a:xfrm xmlns:a="http://schemas.openxmlformats.org/drawingml/2006/main">
          <a:off x="3931382" y="315705"/>
          <a:ext cx="4422804" cy="649495"/>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zh-CN" altLang="en-US" sz="1200" b="1" i="1" kern="1200">
              <a:solidFill>
                <a:srgbClr val="C00000"/>
              </a:solidFill>
              <a:latin typeface="思源黑体 CN Regular" panose="020B0500000000000000" pitchFamily="34" charset="-122"/>
              <a:ea typeface="思源黑体 CN Regular" panose="020B0500000000000000" pitchFamily="34" charset="-122"/>
              <a:cs typeface="Arial" panose="020B0604020202020204" pitchFamily="34" charset="0"/>
            </a:rPr>
            <a:t>港股上涨，逼空行情</a:t>
          </a:r>
        </a:p>
      </cdr:txBody>
    </cdr:sp>
  </cdr:relSizeAnchor>
  <cdr:relSizeAnchor xmlns:cdr="http://schemas.openxmlformats.org/drawingml/2006/chartDrawing">
    <cdr:from>
      <cdr:x>0.67913</cdr:x>
      <cdr:y>0.28605</cdr:y>
    </cdr:from>
    <cdr:to>
      <cdr:x>0.73012</cdr:x>
      <cdr:y>0.38605</cdr:y>
    </cdr:to>
    <cdr:sp macro="" textlink="">
      <cdr:nvSpPr>
        <cdr:cNvPr id="15" name="椭圆 14">
          <a:extLst xmlns:a="http://schemas.openxmlformats.org/drawingml/2006/main">
            <a:ext uri="{FF2B5EF4-FFF2-40B4-BE49-F238E27FC236}">
              <a16:creationId xmlns:a16="http://schemas.microsoft.com/office/drawing/2014/main" id="{EB50B1FB-1F1A-73D2-4FCB-835A5CA997A5}"/>
            </a:ext>
          </a:extLst>
        </cdr:cNvPr>
        <cdr:cNvSpPr/>
      </cdr:nvSpPr>
      <cdr:spPr>
        <a:xfrm xmlns:a="http://schemas.openxmlformats.org/drawingml/2006/main">
          <a:off x="6878442" y="1498537"/>
          <a:ext cx="516439" cy="523875"/>
        </a:xfrm>
        <a:prstGeom xmlns:a="http://schemas.openxmlformats.org/drawingml/2006/main" prst="ellipse">
          <a:avLst/>
        </a:prstGeom>
        <a:solidFill xmlns:a="http://schemas.openxmlformats.org/drawingml/2006/main">
          <a:srgbClr val="C0000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0.62766</cdr:x>
      <cdr:y>0.64415</cdr:y>
    </cdr:from>
    <cdr:to>
      <cdr:x>0.67864</cdr:x>
      <cdr:y>0.74415</cdr:y>
    </cdr:to>
    <cdr:sp macro="" textlink="">
      <cdr:nvSpPr>
        <cdr:cNvPr id="16" name="椭圆 15">
          <a:extLst xmlns:a="http://schemas.openxmlformats.org/drawingml/2006/main">
            <a:ext uri="{FF2B5EF4-FFF2-40B4-BE49-F238E27FC236}">
              <a16:creationId xmlns:a16="http://schemas.microsoft.com/office/drawing/2014/main" id="{9F9518DA-5D5D-8520-8603-903B9494F6C1}"/>
            </a:ext>
          </a:extLst>
        </cdr:cNvPr>
        <cdr:cNvSpPr/>
      </cdr:nvSpPr>
      <cdr:spPr>
        <a:xfrm xmlns:a="http://schemas.openxmlformats.org/drawingml/2006/main">
          <a:off x="3004398" y="1571924"/>
          <a:ext cx="244022" cy="244031"/>
        </a:xfrm>
        <a:prstGeom xmlns:a="http://schemas.openxmlformats.org/drawingml/2006/main" prst="ellipse">
          <a:avLst/>
        </a:prstGeom>
        <a:solidFill xmlns:a="http://schemas.openxmlformats.org/drawingml/2006/main">
          <a:srgbClr val="00B05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0.79687</cdr:x>
      <cdr:y>0.237</cdr:y>
    </cdr:from>
    <cdr:to>
      <cdr:x>0.84786</cdr:x>
      <cdr:y>0.337</cdr:y>
    </cdr:to>
    <cdr:sp macro="" textlink="">
      <cdr:nvSpPr>
        <cdr:cNvPr id="17" name="椭圆 16">
          <a:extLst xmlns:a="http://schemas.openxmlformats.org/drawingml/2006/main">
            <a:ext uri="{FF2B5EF4-FFF2-40B4-BE49-F238E27FC236}">
              <a16:creationId xmlns:a16="http://schemas.microsoft.com/office/drawing/2014/main" id="{6E9A195E-E021-38BD-3536-3D5E6AAA3CC5}"/>
            </a:ext>
          </a:extLst>
        </cdr:cNvPr>
        <cdr:cNvSpPr/>
      </cdr:nvSpPr>
      <cdr:spPr>
        <a:xfrm xmlns:a="http://schemas.openxmlformats.org/drawingml/2006/main">
          <a:off x="8070849" y="1241562"/>
          <a:ext cx="516440" cy="523875"/>
        </a:xfrm>
        <a:prstGeom xmlns:a="http://schemas.openxmlformats.org/drawingml/2006/main" prst="ellipse">
          <a:avLst/>
        </a:prstGeom>
        <a:solidFill xmlns:a="http://schemas.openxmlformats.org/drawingml/2006/main">
          <a:srgbClr val="C0000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0.82412</cdr:x>
      <cdr:y>0.5582</cdr:y>
    </cdr:from>
    <cdr:to>
      <cdr:x>0.87511</cdr:x>
      <cdr:y>0.6582</cdr:y>
    </cdr:to>
    <cdr:sp macro="" textlink="">
      <cdr:nvSpPr>
        <cdr:cNvPr id="18" name="椭圆 17"/>
        <cdr:cNvSpPr/>
      </cdr:nvSpPr>
      <cdr:spPr>
        <a:xfrm xmlns:a="http://schemas.openxmlformats.org/drawingml/2006/main">
          <a:off x="3944743" y="1362175"/>
          <a:ext cx="244070" cy="244031"/>
        </a:xfrm>
        <a:prstGeom xmlns:a="http://schemas.openxmlformats.org/drawingml/2006/main" prst="ellipse">
          <a:avLst/>
        </a:prstGeom>
        <a:solidFill xmlns:a="http://schemas.openxmlformats.org/drawingml/2006/main">
          <a:srgbClr val="00B05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userShapes>
</file>

<file path=ppt/drawings/drawing28.xml><?xml version="1.0" encoding="utf-8"?>
<c:userShapes xmlns:c="http://schemas.openxmlformats.org/drawingml/2006/chart">
  <cdr:relSizeAnchor xmlns:cdr="http://schemas.openxmlformats.org/drawingml/2006/chartDrawing">
    <cdr:from>
      <cdr:x>0.19277</cdr:x>
      <cdr:y>0.32045</cdr:y>
    </cdr:from>
    <cdr:to>
      <cdr:x>0.72068</cdr:x>
      <cdr:y>0.93864</cdr:y>
    </cdr:to>
    <cdr:cxnSp macro="">
      <cdr:nvCxnSpPr>
        <cdr:cNvPr id="4" name="直接连接符 3">
          <a:extLst xmlns:a="http://schemas.openxmlformats.org/drawingml/2006/main">
            <a:ext uri="{FF2B5EF4-FFF2-40B4-BE49-F238E27FC236}">
              <a16:creationId xmlns:a16="http://schemas.microsoft.com/office/drawing/2014/main" id="{0689355A-2D83-6554-F983-15519CF77CB8}"/>
            </a:ext>
          </a:extLst>
        </cdr:cNvPr>
        <cdr:cNvCxnSpPr/>
      </cdr:nvCxnSpPr>
      <cdr:spPr>
        <a:xfrm xmlns:a="http://schemas.openxmlformats.org/drawingml/2006/main" flipV="1">
          <a:off x="971550" y="895350"/>
          <a:ext cx="2660650" cy="1727200"/>
        </a:xfrm>
        <a:prstGeom xmlns:a="http://schemas.openxmlformats.org/drawingml/2006/main" prst="line">
          <a:avLst/>
        </a:prstGeom>
        <a:ln xmlns:a="http://schemas.openxmlformats.org/drawingml/2006/main" w="22225">
          <a:solidFill>
            <a:srgbClr val="9E4F4F"/>
          </a:solidFill>
          <a:prstDash val="dash"/>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0.14489</cdr:x>
      <cdr:y>0.18864</cdr:y>
    </cdr:from>
    <cdr:to>
      <cdr:x>0.6791</cdr:x>
      <cdr:y>0.76818</cdr:y>
    </cdr:to>
    <cdr:cxnSp macro="">
      <cdr:nvCxnSpPr>
        <cdr:cNvPr id="5" name="直接连接符 4">
          <a:extLst xmlns:a="http://schemas.openxmlformats.org/drawingml/2006/main">
            <a:ext uri="{FF2B5EF4-FFF2-40B4-BE49-F238E27FC236}">
              <a16:creationId xmlns:a16="http://schemas.microsoft.com/office/drawing/2014/main" id="{809BA4A1-E869-3916-D303-73AE39D37358}"/>
            </a:ext>
          </a:extLst>
        </cdr:cNvPr>
        <cdr:cNvCxnSpPr/>
      </cdr:nvCxnSpPr>
      <cdr:spPr>
        <a:xfrm xmlns:a="http://schemas.openxmlformats.org/drawingml/2006/main" flipV="1">
          <a:off x="730250" y="527050"/>
          <a:ext cx="2692400" cy="1619250"/>
        </a:xfrm>
        <a:prstGeom xmlns:a="http://schemas.openxmlformats.org/drawingml/2006/main" prst="line">
          <a:avLst/>
        </a:prstGeom>
        <a:ln xmlns:a="http://schemas.openxmlformats.org/drawingml/2006/main" w="22225">
          <a:solidFill>
            <a:srgbClr val="9E4F4F"/>
          </a:solidFill>
          <a:prstDash val="dash"/>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0.1375</cdr:x>
      <cdr:y>0.3742</cdr:y>
    </cdr:from>
    <cdr:to>
      <cdr:x>0.78128</cdr:x>
      <cdr:y>0.67872</cdr:y>
    </cdr:to>
    <cdr:sp macro="" textlink="">
      <cdr:nvSpPr>
        <cdr:cNvPr id="6" name="箭头: 右 5">
          <a:extLst xmlns:a="http://schemas.openxmlformats.org/drawingml/2006/main">
            <a:ext uri="{FF2B5EF4-FFF2-40B4-BE49-F238E27FC236}">
              <a16:creationId xmlns:a16="http://schemas.microsoft.com/office/drawing/2014/main" id="{F65AFFB8-EEF9-8C87-3CC2-C4FCE465957A}"/>
            </a:ext>
          </a:extLst>
        </cdr:cNvPr>
        <cdr:cNvSpPr/>
      </cdr:nvSpPr>
      <cdr:spPr>
        <a:xfrm xmlns:a="http://schemas.openxmlformats.org/drawingml/2006/main" rot="19665596">
          <a:off x="692996" y="1045520"/>
          <a:ext cx="3244648" cy="850829"/>
        </a:xfrm>
        <a:prstGeom xmlns:a="http://schemas.openxmlformats.org/drawingml/2006/main" prst="rightArrow">
          <a:avLst/>
        </a:prstGeom>
        <a:solidFill xmlns:a="http://schemas.openxmlformats.org/drawingml/2006/main">
          <a:srgbClr val="C0000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0.76351</cdr:x>
      <cdr:y>0.45837</cdr:y>
    </cdr:from>
    <cdr:to>
      <cdr:x>0.91839</cdr:x>
      <cdr:y>0.45837</cdr:y>
    </cdr:to>
    <cdr:cxnSp macro="">
      <cdr:nvCxnSpPr>
        <cdr:cNvPr id="7" name="直接连接符 6">
          <a:extLst xmlns:a="http://schemas.openxmlformats.org/drawingml/2006/main">
            <a:ext uri="{FF2B5EF4-FFF2-40B4-BE49-F238E27FC236}">
              <a16:creationId xmlns:a16="http://schemas.microsoft.com/office/drawing/2014/main" id="{63127B31-B394-C497-7075-7F399F804312}"/>
            </a:ext>
          </a:extLst>
        </cdr:cNvPr>
        <cdr:cNvCxnSpPr/>
      </cdr:nvCxnSpPr>
      <cdr:spPr>
        <a:xfrm xmlns:a="http://schemas.openxmlformats.org/drawingml/2006/main">
          <a:off x="3848100" y="1280686"/>
          <a:ext cx="780581" cy="0"/>
        </a:xfrm>
        <a:prstGeom xmlns:a="http://schemas.openxmlformats.org/drawingml/2006/main" prst="line">
          <a:avLst/>
        </a:prstGeom>
        <a:ln xmlns:a="http://schemas.openxmlformats.org/drawingml/2006/main" w="22225">
          <a:solidFill>
            <a:srgbClr val="9E4F4F"/>
          </a:solidFill>
          <a:prstDash val="dash"/>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0.77107</cdr:x>
      <cdr:y>0.3527</cdr:y>
    </cdr:from>
    <cdr:to>
      <cdr:x>0.91736</cdr:x>
      <cdr:y>0.36364</cdr:y>
    </cdr:to>
    <cdr:cxnSp macro="">
      <cdr:nvCxnSpPr>
        <cdr:cNvPr id="8" name="直接连接符 7">
          <a:extLst xmlns:a="http://schemas.openxmlformats.org/drawingml/2006/main">
            <a:ext uri="{FF2B5EF4-FFF2-40B4-BE49-F238E27FC236}">
              <a16:creationId xmlns:a16="http://schemas.microsoft.com/office/drawing/2014/main" id="{1096616E-42B9-9E5E-F4A1-C4562948D529}"/>
            </a:ext>
          </a:extLst>
        </cdr:cNvPr>
        <cdr:cNvCxnSpPr/>
      </cdr:nvCxnSpPr>
      <cdr:spPr>
        <a:xfrm xmlns:a="http://schemas.openxmlformats.org/drawingml/2006/main" flipV="1">
          <a:off x="3886200" y="985434"/>
          <a:ext cx="737291" cy="30566"/>
        </a:xfrm>
        <a:prstGeom xmlns:a="http://schemas.openxmlformats.org/drawingml/2006/main" prst="line">
          <a:avLst/>
        </a:prstGeom>
        <a:ln xmlns:a="http://schemas.openxmlformats.org/drawingml/2006/main" w="22225">
          <a:solidFill>
            <a:srgbClr val="9E4F4F"/>
          </a:solidFill>
          <a:prstDash val="dash"/>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0.75782</cdr:x>
      <cdr:y>0.3193</cdr:y>
    </cdr:from>
    <cdr:to>
      <cdr:x>0.93987</cdr:x>
      <cdr:y>0.51281</cdr:y>
    </cdr:to>
    <cdr:sp macro="" textlink="">
      <cdr:nvSpPr>
        <cdr:cNvPr id="9" name="箭头: 右 8">
          <a:extLst xmlns:a="http://schemas.openxmlformats.org/drawingml/2006/main">
            <a:ext uri="{FF2B5EF4-FFF2-40B4-BE49-F238E27FC236}">
              <a16:creationId xmlns:a16="http://schemas.microsoft.com/office/drawing/2014/main" id="{9DB7154B-31A5-36B4-FE83-9CAEE0C54A6B}"/>
            </a:ext>
          </a:extLst>
        </cdr:cNvPr>
        <cdr:cNvSpPr/>
      </cdr:nvSpPr>
      <cdr:spPr>
        <a:xfrm xmlns:a="http://schemas.openxmlformats.org/drawingml/2006/main">
          <a:off x="3819407" y="892137"/>
          <a:ext cx="917531" cy="540667"/>
        </a:xfrm>
        <a:prstGeom xmlns:a="http://schemas.openxmlformats.org/drawingml/2006/main" prst="rightArrow">
          <a:avLst/>
        </a:prstGeom>
        <a:solidFill xmlns:a="http://schemas.openxmlformats.org/drawingml/2006/main">
          <a:srgbClr val="C00000">
            <a:alpha val="25000"/>
          </a:srgb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0.25951</cdr:x>
      <cdr:y>0.06449</cdr:y>
    </cdr:from>
    <cdr:to>
      <cdr:x>0.60914</cdr:x>
      <cdr:y>0.28765</cdr:y>
    </cdr:to>
    <cdr:sp macro="" textlink="">
      <cdr:nvSpPr>
        <cdr:cNvPr id="10" name="文本框 9">
          <a:extLst xmlns:a="http://schemas.openxmlformats.org/drawingml/2006/main">
            <a:ext uri="{FF2B5EF4-FFF2-40B4-BE49-F238E27FC236}">
              <a16:creationId xmlns:a16="http://schemas.microsoft.com/office/drawing/2014/main" id="{A9D885D8-8A3C-7AE4-8A2B-5FCEB9BB3061}"/>
            </a:ext>
          </a:extLst>
        </cdr:cNvPr>
        <cdr:cNvSpPr txBox="1"/>
      </cdr:nvSpPr>
      <cdr:spPr>
        <a:xfrm xmlns:a="http://schemas.openxmlformats.org/drawingml/2006/main">
          <a:off x="1307915" y="180190"/>
          <a:ext cx="1762133" cy="623509"/>
        </a:xfrm>
        <a:prstGeom xmlns:a="http://schemas.openxmlformats.org/drawingml/2006/main" prst="rect">
          <a:avLst/>
        </a:prstGeom>
      </cdr:spPr>
      <cdr:txBody>
        <a:bodyPr xmlns:a="http://schemas.openxmlformats.org/drawingml/2006/main" wrap="non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pPr algn="ctr"/>
          <a:r>
            <a:rPr lang="en-US" altLang="zh-CN" sz="1100" b="1" kern="1200">
              <a:solidFill>
                <a:srgbClr val="C00000"/>
              </a:solidFill>
              <a:latin typeface="思源黑体 CN Regular" panose="020B0500000000000000" pitchFamily="34" charset="-122"/>
              <a:ea typeface="思源黑体 CN Regular" panose="020B0500000000000000" pitchFamily="34" charset="-122"/>
              <a:cs typeface="Arial" panose="020B0604020202020204" pitchFamily="34" charset="0"/>
            </a:rPr>
            <a:t>2000~2019</a:t>
          </a:r>
          <a:r>
            <a:rPr lang="zh-CN" altLang="en-US" sz="1100" b="1" kern="1200">
              <a:solidFill>
                <a:srgbClr val="C00000"/>
              </a:solidFill>
              <a:latin typeface="思源黑体 CN Regular" panose="020B0500000000000000" pitchFamily="34" charset="-122"/>
              <a:ea typeface="思源黑体 CN Regular" panose="020B0500000000000000" pitchFamily="34" charset="-122"/>
              <a:cs typeface="Arial" panose="020B0604020202020204" pitchFamily="34" charset="0"/>
            </a:rPr>
            <a:t>年，盈利上行有斜率：</a:t>
          </a:r>
          <a:endParaRPr lang="en-US" altLang="zh-CN" sz="1100" b="1" kern="1200">
            <a:solidFill>
              <a:srgbClr val="C00000"/>
            </a:solidFill>
            <a:latin typeface="思源黑体 CN Regular" panose="020B0500000000000000" pitchFamily="34" charset="-122"/>
            <a:ea typeface="思源黑体 CN Regular" panose="020B0500000000000000" pitchFamily="34" charset="-122"/>
            <a:cs typeface="Arial" panose="020B0604020202020204" pitchFamily="34" charset="0"/>
          </a:endParaRPr>
        </a:p>
        <a:p xmlns:a="http://schemas.openxmlformats.org/drawingml/2006/main">
          <a:pPr algn="ctr"/>
          <a:r>
            <a:rPr lang="zh-CN" altLang="en-US" sz="1100" b="1" kern="1200">
              <a:solidFill>
                <a:srgbClr val="C00000"/>
              </a:solidFill>
              <a:latin typeface="思源黑体 CN Regular" panose="020B0500000000000000" pitchFamily="34" charset="-122"/>
              <a:ea typeface="思源黑体 CN Regular" panose="020B0500000000000000" pitchFamily="34" charset="-122"/>
              <a:cs typeface="Arial" panose="020B0604020202020204" pitchFamily="34" charset="0"/>
            </a:rPr>
            <a:t>指数重心上移</a:t>
          </a:r>
          <a:endParaRPr lang="en-US" altLang="zh-CN" sz="1100" b="1" kern="1200">
            <a:solidFill>
              <a:srgbClr val="C00000"/>
            </a:solidFill>
            <a:latin typeface="思源黑体 CN Regular" panose="020B0500000000000000" pitchFamily="34" charset="-122"/>
            <a:ea typeface="思源黑体 CN Regular" panose="020B0500000000000000" pitchFamily="34" charset="-122"/>
            <a:cs typeface="Arial" panose="020B0604020202020204" pitchFamily="34" charset="0"/>
          </a:endParaRPr>
        </a:p>
      </cdr:txBody>
    </cdr:sp>
  </cdr:relSizeAnchor>
  <cdr:relSizeAnchor xmlns:cdr="http://schemas.openxmlformats.org/drawingml/2006/chartDrawing">
    <cdr:from>
      <cdr:x>0.43593</cdr:x>
      <cdr:y>0.71359</cdr:y>
    </cdr:from>
    <cdr:to>
      <cdr:x>0.78556</cdr:x>
      <cdr:y>0.92818</cdr:y>
    </cdr:to>
    <cdr:sp macro="" textlink="">
      <cdr:nvSpPr>
        <cdr:cNvPr id="11" name="文本框 1">
          <a:extLst xmlns:a="http://schemas.openxmlformats.org/drawingml/2006/main">
            <a:ext uri="{FF2B5EF4-FFF2-40B4-BE49-F238E27FC236}">
              <a16:creationId xmlns:a16="http://schemas.microsoft.com/office/drawing/2014/main" id="{A4ED9EE0-10C8-069A-2959-C5B9B7567130}"/>
            </a:ext>
          </a:extLst>
        </cdr:cNvPr>
        <cdr:cNvSpPr txBox="1"/>
      </cdr:nvSpPr>
      <cdr:spPr>
        <a:xfrm xmlns:a="http://schemas.openxmlformats.org/drawingml/2006/main">
          <a:off x="2197100" y="1993760"/>
          <a:ext cx="1762134" cy="599565"/>
        </a:xfrm>
        <a:prstGeom xmlns:a="http://schemas.openxmlformats.org/drawingml/2006/main" prst="rect">
          <a:avLst/>
        </a:prstGeom>
      </cdr:spPr>
      <cdr:txBody>
        <a:bodyPr xmlns:a="http://schemas.openxmlformats.org/drawingml/2006/main" wrap="non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altLang="zh-CN" sz="1100" b="1" kern="1200">
              <a:solidFill>
                <a:srgbClr val="C00000"/>
              </a:solidFill>
              <a:latin typeface="思源黑体 CN Regular" panose="020B0500000000000000" pitchFamily="34" charset="-122"/>
              <a:ea typeface="思源黑体 CN Regular" panose="020B0500000000000000" pitchFamily="34" charset="-122"/>
              <a:cs typeface="Arial" panose="020B0604020202020204" pitchFamily="34" charset="0"/>
            </a:rPr>
            <a:t>2023</a:t>
          </a:r>
          <a:r>
            <a:rPr lang="zh-CN" altLang="en-US" sz="1100" b="1" kern="1200">
              <a:solidFill>
                <a:srgbClr val="C00000"/>
              </a:solidFill>
              <a:latin typeface="思源黑体 CN Regular" panose="020B0500000000000000" pitchFamily="34" charset="-122"/>
              <a:ea typeface="思源黑体 CN Regular" panose="020B0500000000000000" pitchFamily="34" charset="-122"/>
              <a:cs typeface="Arial" panose="020B0604020202020204" pitchFamily="34" charset="0"/>
            </a:rPr>
            <a:t>年之后，盈利上行无斜率：</a:t>
          </a:r>
          <a:endParaRPr lang="en-US" altLang="zh-CN" sz="1100" b="1" kern="1200">
            <a:solidFill>
              <a:srgbClr val="C00000"/>
            </a:solidFill>
            <a:latin typeface="思源黑体 CN Regular" panose="020B0500000000000000" pitchFamily="34" charset="-122"/>
            <a:ea typeface="思源黑体 CN Regular" panose="020B0500000000000000" pitchFamily="34" charset="-122"/>
            <a:cs typeface="Arial" panose="020B0604020202020204" pitchFamily="34" charset="0"/>
          </a:endParaRPr>
        </a:p>
        <a:p xmlns:a="http://schemas.openxmlformats.org/drawingml/2006/main">
          <a:r>
            <a:rPr lang="zh-CN" altLang="en-US" sz="1100" b="1" kern="1200">
              <a:solidFill>
                <a:srgbClr val="C00000"/>
              </a:solidFill>
              <a:latin typeface="思源黑体 CN Regular" panose="020B0500000000000000" pitchFamily="34" charset="-122"/>
              <a:ea typeface="思源黑体 CN Regular" panose="020B0500000000000000" pitchFamily="34" charset="-122"/>
              <a:cs typeface="Arial" panose="020B0604020202020204" pitchFamily="34" charset="0"/>
            </a:rPr>
            <a:t>流动性主导，港股走势内部分化</a:t>
          </a:r>
        </a:p>
      </cdr:txBody>
    </cdr:sp>
  </cdr:relSizeAnchor>
</c:userShapes>
</file>

<file path=ppt/drawings/drawing29.xml><?xml version="1.0" encoding="utf-8"?>
<c:userShapes xmlns:c="http://schemas.openxmlformats.org/drawingml/2006/chart">
  <cdr:relSizeAnchor xmlns:cdr="http://schemas.openxmlformats.org/drawingml/2006/chartDrawing">
    <cdr:from>
      <cdr:x>0.08878</cdr:x>
      <cdr:y>0.37563</cdr:y>
    </cdr:from>
    <cdr:to>
      <cdr:x>0.1449</cdr:x>
      <cdr:y>0.62267</cdr:y>
    </cdr:to>
    <cdr:cxnSp macro="">
      <cdr:nvCxnSpPr>
        <cdr:cNvPr id="3" name="直接箭头连接符 2">
          <a:extLst xmlns:a="http://schemas.openxmlformats.org/drawingml/2006/main">
            <a:ext uri="{FF2B5EF4-FFF2-40B4-BE49-F238E27FC236}">
              <a16:creationId xmlns:a16="http://schemas.microsoft.com/office/drawing/2014/main" id="{94BCB1BD-BD77-20C4-6EF8-56D912AADFF1}"/>
            </a:ext>
          </a:extLst>
        </cdr:cNvPr>
        <cdr:cNvCxnSpPr/>
      </cdr:nvCxnSpPr>
      <cdr:spPr>
        <a:xfrm xmlns:a="http://schemas.openxmlformats.org/drawingml/2006/main" flipV="1">
          <a:off x="649940" y="1658471"/>
          <a:ext cx="410883" cy="1090706"/>
        </a:xfrm>
        <a:prstGeom xmlns:a="http://schemas.openxmlformats.org/drawingml/2006/main" prst="straightConnector1">
          <a:avLst/>
        </a:prstGeom>
        <a:ln xmlns:a="http://schemas.openxmlformats.org/drawingml/2006/main" w="19050">
          <a:solidFill>
            <a:srgbClr val="C00000"/>
          </a:solidFill>
          <a:prstDash val="dash"/>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0.24163</cdr:x>
      <cdr:y>0.45313</cdr:y>
    </cdr:from>
    <cdr:to>
      <cdr:x>0.29776</cdr:x>
      <cdr:y>0.70017</cdr:y>
    </cdr:to>
    <cdr:cxnSp macro="">
      <cdr:nvCxnSpPr>
        <cdr:cNvPr id="4" name="直接箭头连接符 3">
          <a:extLst xmlns:a="http://schemas.openxmlformats.org/drawingml/2006/main">
            <a:ext uri="{FF2B5EF4-FFF2-40B4-BE49-F238E27FC236}">
              <a16:creationId xmlns:a16="http://schemas.microsoft.com/office/drawing/2014/main" id="{BD957B3E-F9DA-544A-B0C1-1E3846383B98}"/>
            </a:ext>
          </a:extLst>
        </cdr:cNvPr>
        <cdr:cNvCxnSpPr/>
      </cdr:nvCxnSpPr>
      <cdr:spPr>
        <a:xfrm xmlns:a="http://schemas.openxmlformats.org/drawingml/2006/main" flipV="1">
          <a:off x="1769036" y="2000624"/>
          <a:ext cx="410883" cy="1090706"/>
        </a:xfrm>
        <a:prstGeom xmlns:a="http://schemas.openxmlformats.org/drawingml/2006/main" prst="straightConnector1">
          <a:avLst/>
        </a:prstGeom>
        <a:ln xmlns:a="http://schemas.openxmlformats.org/drawingml/2006/main" w="19050">
          <a:solidFill>
            <a:srgbClr val="C00000"/>
          </a:solidFill>
          <a:prstDash val="dash"/>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0.4498</cdr:x>
      <cdr:y>0.44332</cdr:y>
    </cdr:from>
    <cdr:to>
      <cdr:x>0.53367</cdr:x>
      <cdr:y>0.66464</cdr:y>
    </cdr:to>
    <cdr:cxnSp macro="">
      <cdr:nvCxnSpPr>
        <cdr:cNvPr id="5" name="直接箭头连接符 4">
          <a:extLst xmlns:a="http://schemas.openxmlformats.org/drawingml/2006/main">
            <a:ext uri="{FF2B5EF4-FFF2-40B4-BE49-F238E27FC236}">
              <a16:creationId xmlns:a16="http://schemas.microsoft.com/office/drawing/2014/main" id="{BD957B3E-F9DA-544A-B0C1-1E3846383B98}"/>
            </a:ext>
          </a:extLst>
        </cdr:cNvPr>
        <cdr:cNvCxnSpPr/>
      </cdr:nvCxnSpPr>
      <cdr:spPr>
        <a:xfrm xmlns:a="http://schemas.openxmlformats.org/drawingml/2006/main" flipV="1">
          <a:off x="3293035" y="1957294"/>
          <a:ext cx="614082" cy="977154"/>
        </a:xfrm>
        <a:prstGeom xmlns:a="http://schemas.openxmlformats.org/drawingml/2006/main" prst="straightConnector1">
          <a:avLst/>
        </a:prstGeom>
        <a:ln xmlns:a="http://schemas.openxmlformats.org/drawingml/2006/main" w="19050">
          <a:solidFill>
            <a:srgbClr val="C00000"/>
          </a:solidFill>
          <a:prstDash val="dash"/>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0.62531</cdr:x>
      <cdr:y>0.24873</cdr:y>
    </cdr:from>
    <cdr:to>
      <cdr:x>0.75102</cdr:x>
      <cdr:y>0.68291</cdr:y>
    </cdr:to>
    <cdr:cxnSp macro="">
      <cdr:nvCxnSpPr>
        <cdr:cNvPr id="7" name="直接箭头连接符 6">
          <a:extLst xmlns:a="http://schemas.openxmlformats.org/drawingml/2006/main">
            <a:ext uri="{FF2B5EF4-FFF2-40B4-BE49-F238E27FC236}">
              <a16:creationId xmlns:a16="http://schemas.microsoft.com/office/drawing/2014/main" id="{09ED6477-B4C8-4C4A-A3E5-978A2856E4A3}"/>
            </a:ext>
          </a:extLst>
        </cdr:cNvPr>
        <cdr:cNvCxnSpPr/>
      </cdr:nvCxnSpPr>
      <cdr:spPr>
        <a:xfrm xmlns:a="http://schemas.openxmlformats.org/drawingml/2006/main" flipV="1">
          <a:off x="4577977" y="1098177"/>
          <a:ext cx="920375" cy="1916953"/>
        </a:xfrm>
        <a:prstGeom xmlns:a="http://schemas.openxmlformats.org/drawingml/2006/main" prst="straightConnector1">
          <a:avLst/>
        </a:prstGeom>
        <a:ln xmlns:a="http://schemas.openxmlformats.org/drawingml/2006/main" w="19050">
          <a:solidFill>
            <a:srgbClr val="C00000"/>
          </a:solidFill>
          <a:prstDash val="dash"/>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userShapes>
</file>

<file path=ppt/drawings/drawing30.xml><?xml version="1.0" encoding="utf-8"?>
<c:userShapes xmlns:c="http://schemas.openxmlformats.org/drawingml/2006/chart">
  <cdr:relSizeAnchor xmlns:cdr="http://schemas.openxmlformats.org/drawingml/2006/chartDrawing">
    <cdr:from>
      <cdr:x>0.16729</cdr:x>
      <cdr:y>0.84317</cdr:y>
    </cdr:from>
    <cdr:to>
      <cdr:x>0.90495</cdr:x>
      <cdr:y>0.98189</cdr:y>
    </cdr:to>
    <cdr:sp macro="" textlink="">
      <cdr:nvSpPr>
        <cdr:cNvPr id="2" name="文本框 1">
          <a:extLst xmlns:a="http://schemas.openxmlformats.org/drawingml/2006/main">
            <a:ext uri="{FF2B5EF4-FFF2-40B4-BE49-F238E27FC236}">
              <a16:creationId xmlns:a16="http://schemas.microsoft.com/office/drawing/2014/main" id="{11FA8B15-5FDF-35CE-D111-5513BDE6FB8E}"/>
            </a:ext>
          </a:extLst>
        </cdr:cNvPr>
        <cdr:cNvSpPr txBox="1"/>
      </cdr:nvSpPr>
      <cdr:spPr>
        <a:xfrm xmlns:a="http://schemas.openxmlformats.org/drawingml/2006/main">
          <a:off x="390489" y="2015292"/>
          <a:ext cx="1721891" cy="331561"/>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zh-CN" altLang="en-US" sz="700" baseline="0">
              <a:solidFill>
                <a:srgbClr val="B8BEE4"/>
              </a:solidFill>
              <a:latin typeface="Arial" panose="020B0604020202020204" pitchFamily="34" charset="0"/>
              <a:ea typeface="思源黑体 CN Normal" panose="020B0400000000000000" pitchFamily="34" charset="-122"/>
            </a:rPr>
            <a:t>当前黄金的下跌对实际利率极度敏感</a:t>
          </a:r>
        </a:p>
      </cdr:txBody>
    </cdr:sp>
  </cdr:relSizeAnchor>
  <cdr:relSizeAnchor xmlns:cdr="http://schemas.openxmlformats.org/drawingml/2006/chartDrawing">
    <cdr:from>
      <cdr:x>0.06473</cdr:x>
      <cdr:y>0.0061</cdr:y>
    </cdr:from>
    <cdr:to>
      <cdr:x>0.19585</cdr:x>
      <cdr:y>0.08079</cdr:y>
    </cdr:to>
    <cdr:sp macro="" textlink="">
      <cdr:nvSpPr>
        <cdr:cNvPr id="3" name="文本框 2">
          <a:extLst xmlns:a="http://schemas.openxmlformats.org/drawingml/2006/main">
            <a:ext uri="{FF2B5EF4-FFF2-40B4-BE49-F238E27FC236}">
              <a16:creationId xmlns:a16="http://schemas.microsoft.com/office/drawing/2014/main" id="{BE8D68F8-C935-14FA-56BD-90369D389E2A}"/>
            </a:ext>
          </a:extLst>
        </cdr:cNvPr>
        <cdr:cNvSpPr txBox="1"/>
      </cdr:nvSpPr>
      <cdr:spPr>
        <a:xfrm xmlns:a="http://schemas.openxmlformats.org/drawingml/2006/main">
          <a:off x="495300" y="25400"/>
          <a:ext cx="1003300" cy="311150"/>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endParaRPr lang="zh-CN" altLang="en-US" sz="1100"/>
        </a:p>
      </cdr:txBody>
    </cdr:sp>
  </cdr:relSizeAnchor>
  <cdr:relSizeAnchor xmlns:cdr="http://schemas.openxmlformats.org/drawingml/2006/chartDrawing">
    <cdr:from>
      <cdr:x>0</cdr:x>
      <cdr:y>0.01937</cdr:y>
    </cdr:from>
    <cdr:to>
      <cdr:x>0.2415</cdr:x>
      <cdr:y>0.21066</cdr:y>
    </cdr:to>
    <cdr:sp macro="" textlink="">
      <cdr:nvSpPr>
        <cdr:cNvPr id="4" name="文本框 3">
          <a:extLst xmlns:a="http://schemas.openxmlformats.org/drawingml/2006/main">
            <a:ext uri="{FF2B5EF4-FFF2-40B4-BE49-F238E27FC236}">
              <a16:creationId xmlns:a16="http://schemas.microsoft.com/office/drawing/2014/main" id="{03ECC318-08B7-023F-A8FB-32687C7F9A44}"/>
            </a:ext>
          </a:extLst>
        </cdr:cNvPr>
        <cdr:cNvSpPr txBox="1"/>
      </cdr:nvSpPr>
      <cdr:spPr>
        <a:xfrm xmlns:a="http://schemas.openxmlformats.org/drawingml/2006/main">
          <a:off x="-4757195" y="46298"/>
          <a:ext cx="563724" cy="457200"/>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en-US" altLang="zh-CN" sz="700" baseline="0">
              <a:latin typeface="Arial" panose="020B0604020202020204" pitchFamily="34" charset="0"/>
              <a:ea typeface="思源黑体 CN Normal" panose="020B0400000000000000" pitchFamily="34" charset="-122"/>
            </a:rPr>
            <a:t>22</a:t>
          </a:r>
          <a:r>
            <a:rPr lang="zh-CN" altLang="en-US" sz="700" baseline="0">
              <a:latin typeface="Arial" panose="020B0604020202020204" pitchFamily="34" charset="0"/>
              <a:ea typeface="思源黑体 CN Normal" panose="020B0400000000000000" pitchFamily="34" charset="-122"/>
            </a:rPr>
            <a:t>日黄金涨跌幅（</a:t>
          </a:r>
          <a:r>
            <a:rPr lang="en-US" altLang="zh-CN" sz="700" baseline="0">
              <a:latin typeface="Arial" panose="020B0604020202020204" pitchFamily="34" charset="0"/>
              <a:ea typeface="思源黑体 CN Normal" panose="020B0400000000000000" pitchFamily="34" charset="-122"/>
            </a:rPr>
            <a:t>%</a:t>
          </a:r>
          <a:r>
            <a:rPr lang="zh-CN" altLang="en-US" sz="700" baseline="0">
              <a:latin typeface="Arial" panose="020B0604020202020204" pitchFamily="34" charset="0"/>
              <a:ea typeface="思源黑体 CN Normal" panose="020B0400000000000000" pitchFamily="34" charset="-122"/>
            </a:rPr>
            <a:t>）</a:t>
          </a:r>
        </a:p>
      </cdr:txBody>
    </cdr:sp>
  </cdr:relSizeAnchor>
  <cdr:relSizeAnchor xmlns:cdr="http://schemas.openxmlformats.org/drawingml/2006/chartDrawing">
    <cdr:from>
      <cdr:x>0.50578</cdr:x>
      <cdr:y>0.23752</cdr:y>
    </cdr:from>
    <cdr:to>
      <cdr:x>1</cdr:x>
      <cdr:y>0.32688</cdr:y>
    </cdr:to>
    <cdr:sp macro="" textlink="">
      <cdr:nvSpPr>
        <cdr:cNvPr id="5" name="文本框 1">
          <a:extLst xmlns:a="http://schemas.openxmlformats.org/drawingml/2006/main">
            <a:ext uri="{FF2B5EF4-FFF2-40B4-BE49-F238E27FC236}">
              <a16:creationId xmlns:a16="http://schemas.microsoft.com/office/drawing/2014/main" id="{96DF741C-15F8-4331-29DD-38A1AB2248BC}"/>
            </a:ext>
          </a:extLst>
        </cdr:cNvPr>
        <cdr:cNvSpPr txBox="1"/>
      </cdr:nvSpPr>
      <cdr:spPr>
        <a:xfrm xmlns:a="http://schemas.openxmlformats.org/drawingml/2006/main">
          <a:off x="1180618" y="567717"/>
          <a:ext cx="1153642" cy="213575"/>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altLang="zh-CN" sz="700" baseline="0">
              <a:latin typeface="Arial" panose="020B0604020202020204" pitchFamily="34" charset="0"/>
              <a:ea typeface="思源黑体 CN Normal" panose="020B0400000000000000" pitchFamily="34" charset="-122"/>
            </a:rPr>
            <a:t>22</a:t>
          </a:r>
          <a:r>
            <a:rPr lang="zh-CN" altLang="en-US" sz="700" baseline="0">
              <a:latin typeface="Arial" panose="020B0604020202020204" pitchFamily="34" charset="0"/>
              <a:ea typeface="思源黑体 CN Normal" panose="020B0400000000000000" pitchFamily="34" charset="-122"/>
            </a:rPr>
            <a:t>日</a:t>
          </a:r>
          <a:r>
            <a:rPr lang="en-US" altLang="zh-CN" sz="700" baseline="0">
              <a:latin typeface="Arial" panose="020B0604020202020204" pitchFamily="34" charset="0"/>
              <a:ea typeface="思源黑体 CN Normal" panose="020B0400000000000000" pitchFamily="34" charset="-122"/>
            </a:rPr>
            <a:t>10y TIPS</a:t>
          </a:r>
          <a:r>
            <a:rPr lang="zh-CN" altLang="en-US" sz="700" baseline="0">
              <a:latin typeface="Arial" panose="020B0604020202020204" pitchFamily="34" charset="0"/>
              <a:ea typeface="思源黑体 CN Normal" panose="020B0400000000000000" pitchFamily="34" charset="-122"/>
            </a:rPr>
            <a:t>涨跌幅（</a:t>
          </a:r>
          <a:r>
            <a:rPr lang="en-US" altLang="zh-CN" sz="700" baseline="0">
              <a:latin typeface="Arial" panose="020B0604020202020204" pitchFamily="34" charset="0"/>
              <a:ea typeface="思源黑体 CN Normal" panose="020B0400000000000000" pitchFamily="34" charset="-122"/>
            </a:rPr>
            <a:t>%</a:t>
          </a:r>
          <a:r>
            <a:rPr lang="zh-CN" altLang="en-US" sz="700" baseline="0">
              <a:latin typeface="Arial" panose="020B0604020202020204" pitchFamily="34" charset="0"/>
              <a:ea typeface="思源黑体 CN Normal" panose="020B0400000000000000" pitchFamily="34" charset="-122"/>
            </a:rPr>
            <a:t>）</a:t>
          </a:r>
        </a:p>
      </cdr:txBody>
    </cdr:sp>
  </cdr:relSizeAnchor>
</c:userShapes>
</file>

<file path=ppt/drawings/drawing31.xml><?xml version="1.0" encoding="utf-8"?>
<c:userShapes xmlns:c="http://schemas.openxmlformats.org/drawingml/2006/chart">
  <cdr:relSizeAnchor xmlns:cdr="http://schemas.openxmlformats.org/drawingml/2006/chartDrawing">
    <cdr:from>
      <cdr:x>0.38456</cdr:x>
      <cdr:y>0.24546</cdr:y>
    </cdr:from>
    <cdr:to>
      <cdr:x>0.45017</cdr:x>
      <cdr:y>0.79238</cdr:y>
    </cdr:to>
    <cdr:sp macro="" textlink="">
      <cdr:nvSpPr>
        <cdr:cNvPr id="2" name="矩形 1"/>
        <cdr:cNvSpPr/>
      </cdr:nvSpPr>
      <cdr:spPr>
        <a:xfrm xmlns:a="http://schemas.openxmlformats.org/drawingml/2006/main">
          <a:off x="1913292" y="625033"/>
          <a:ext cx="326409" cy="1392640"/>
        </a:xfrm>
        <a:prstGeom xmlns:a="http://schemas.openxmlformats.org/drawingml/2006/main" prst="rect">
          <a:avLst/>
        </a:prstGeom>
        <a:solidFill xmlns:a="http://schemas.openxmlformats.org/drawingml/2006/main">
          <a:schemeClr val="accent1">
            <a:alpha val="28000"/>
          </a:scheme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0.58671</cdr:x>
      <cdr:y>0.24496</cdr:y>
    </cdr:from>
    <cdr:to>
      <cdr:x>0.65955</cdr:x>
      <cdr:y>0.79187</cdr:y>
    </cdr:to>
    <cdr:sp macro="" textlink="">
      <cdr:nvSpPr>
        <cdr:cNvPr id="3" name="矩形 2"/>
        <cdr:cNvSpPr/>
      </cdr:nvSpPr>
      <cdr:spPr>
        <a:xfrm xmlns:a="http://schemas.openxmlformats.org/drawingml/2006/main">
          <a:off x="2919003" y="623747"/>
          <a:ext cx="362420" cy="1392640"/>
        </a:xfrm>
        <a:prstGeom xmlns:a="http://schemas.openxmlformats.org/drawingml/2006/main" prst="rect">
          <a:avLst/>
        </a:prstGeom>
        <a:solidFill xmlns:a="http://schemas.openxmlformats.org/drawingml/2006/main">
          <a:schemeClr val="accent1">
            <a:alpha val="28000"/>
          </a:scheme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dr:relSizeAnchor xmlns:cdr="http://schemas.openxmlformats.org/drawingml/2006/chartDrawing">
    <cdr:from>
      <cdr:x>0.8284</cdr:x>
      <cdr:y>0.25127</cdr:y>
    </cdr:from>
    <cdr:to>
      <cdr:x>0.90125</cdr:x>
      <cdr:y>0.79819</cdr:y>
    </cdr:to>
    <cdr:sp macro="" textlink="">
      <cdr:nvSpPr>
        <cdr:cNvPr id="5" name="矩形 4"/>
        <cdr:cNvSpPr/>
      </cdr:nvSpPr>
      <cdr:spPr>
        <a:xfrm xmlns:a="http://schemas.openxmlformats.org/drawingml/2006/main">
          <a:off x="4121485" y="639823"/>
          <a:ext cx="362420" cy="1392640"/>
        </a:xfrm>
        <a:prstGeom xmlns:a="http://schemas.openxmlformats.org/drawingml/2006/main" prst="rect">
          <a:avLst/>
        </a:prstGeom>
        <a:solidFill xmlns:a="http://schemas.openxmlformats.org/drawingml/2006/main">
          <a:schemeClr val="accent1">
            <a:alpha val="28000"/>
          </a:schemeClr>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zh-CN" altLang="en-US" kern="1200"/>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F6AC2DEA-CA8E-4A22-9740-4A16BBE5577D}" type="datetimeFigureOut">
              <a:rPr lang="zh-CN" altLang="en-US" smtClean="0"/>
              <a:t>2026/6/21</a:t>
            </a:fld>
            <a:endParaRPr lang="zh-CN" altLang="en-US"/>
          </a:p>
        </p:txBody>
      </p:sp>
      <p:sp>
        <p:nvSpPr>
          <p:cNvPr id="4" name="页脚占位符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5" name="灯片编号占位符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5D4073C1-C63B-4B26-B0C8-F19FC8C9E6B0}" type="slidenum">
              <a:rPr lang="zh-CN" altLang="en-US" smtClean="0"/>
              <a:t>‹#›</a:t>
            </a:fld>
            <a:endParaRPr lang="zh-CN" altLang="en-US"/>
          </a:p>
        </p:txBody>
      </p:sp>
    </p:spTree>
    <p:extLst>
      <p:ext uri="{BB962C8B-B14F-4D97-AF65-F5344CB8AC3E}">
        <p14:creationId xmlns:p14="http://schemas.microsoft.com/office/powerpoint/2010/main" val="205964121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2A48B96-639E-45A3-A0BA-2464DFDB1FAA}" type="datetimeFigureOut">
              <a:rPr lang="zh-CN" altLang="en-US" smtClean="0"/>
              <a:t>2026/6/21</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A6837353-30EB-4A48-80EB-173D804AEFBD}" type="slidenum">
              <a:rPr lang="zh-CN" altLang="en-US" smtClean="0"/>
              <a:t>‹#›</a:t>
            </a:fld>
            <a:endParaRPr lang="zh-CN" altLang="en-US"/>
          </a:p>
        </p:txBody>
      </p:sp>
    </p:spTree>
    <p:extLst>
      <p:ext uri="{BB962C8B-B14F-4D97-AF65-F5344CB8AC3E}">
        <p14:creationId xmlns:p14="http://schemas.microsoft.com/office/powerpoint/2010/main" val="357996300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2.jpe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microsoft.com/office/2007/relationships/hdphoto" Target="../media/hdphoto1.wdp"/></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jpe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eg"/><Relationship Id="rId3" Type="http://schemas.openxmlformats.org/officeDocument/2006/relationships/image" Target="../media/image6.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eg"/><Relationship Id="rId3" Type="http://schemas.openxmlformats.org/officeDocument/2006/relationships/image" Target="../media/image6.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jpe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eg"/><Relationship Id="rId3" Type="http://schemas.openxmlformats.org/officeDocument/2006/relationships/image" Target="../media/image6.png"/></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2_封面">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35355E76-BFE8-E545-9D3E-FD5F635502AB}" type="datetimeFigureOut">
              <a:rPr kumimoji="1" lang="zh-CN" altLang="en-US" smtClean="0"/>
              <a:t>2026/6/21</a:t>
            </a:fld>
            <a:endParaRPr kumimoji="1" lang="zh-CN" altLang="en-US"/>
          </a:p>
        </p:txBody>
      </p:sp>
      <p:sp>
        <p:nvSpPr>
          <p:cNvPr id="5" name="页脚占位符 4"/>
          <p:cNvSpPr>
            <a:spLocks noGrp="1"/>
          </p:cNvSpPr>
          <p:nvPr>
            <p:ph type="ftr" sz="quarter" idx="11"/>
          </p:nvPr>
        </p:nvSpPr>
        <p:spPr/>
        <p:txBody>
          <a:bodyPr/>
          <a:lstStyle/>
          <a:p>
            <a:endParaRPr kumimoji="1" lang="zh-CN" altLang="en-US"/>
          </a:p>
        </p:txBody>
      </p:sp>
      <p:sp>
        <p:nvSpPr>
          <p:cNvPr id="6" name="灯片编号占位符 5"/>
          <p:cNvSpPr>
            <a:spLocks noGrp="1"/>
          </p:cNvSpPr>
          <p:nvPr>
            <p:ph type="sldNum" sz="quarter" idx="12"/>
          </p:nvPr>
        </p:nvSpPr>
        <p:spPr/>
        <p:txBody>
          <a:bodyPr/>
          <a:lstStyle/>
          <a:p>
            <a:fld id="{CF8E9B99-A7A3-BA46-8A72-109BAC10AE12}" type="slidenum">
              <a:rPr kumimoji="1" lang="zh-CN" altLang="en-US" smtClean="0"/>
              <a:t>‹#›</a:t>
            </a:fld>
            <a:endParaRPr kumimoji="1" lang="zh-CN" altLang="en-US"/>
          </a:p>
        </p:txBody>
      </p:sp>
      <p:pic>
        <p:nvPicPr>
          <p:cNvPr id="8" name="图片 7"/>
          <p:cNvPicPr>
            <a:picLocks noChangeAspect="1"/>
          </p:cNvPicPr>
          <p:nvPr userDrawn="1"/>
        </p:nvPicPr>
        <p:blipFill>
          <a:blip r:embed="rId2"/>
          <a:stretch>
            <a:fillRect/>
          </a:stretch>
        </p:blipFill>
        <p:spPr>
          <a:xfrm>
            <a:off x="1050472" y="5396863"/>
            <a:ext cx="2438218" cy="508635"/>
          </a:xfrm>
          <a:prstGeom prst="rect">
            <a:avLst/>
          </a:prstGeom>
        </p:spPr>
      </p:pic>
      <p:pic>
        <p:nvPicPr>
          <p:cNvPr id="9" name="图片 8" descr="d0616134d66ac0f0576075dd41ed0894"/>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0" y="0"/>
            <a:ext cx="12192000" cy="6858000"/>
          </a:xfrm>
          <a:prstGeom prst="rect">
            <a:avLst/>
          </a:prstGeom>
        </p:spPr>
      </p:pic>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目录">
    <p:spTree>
      <p:nvGrpSpPr>
        <p:cNvPr id="1" name=""/>
        <p:cNvGrpSpPr/>
        <p:nvPr/>
      </p:nvGrpSpPr>
      <p:grpSpPr>
        <a:xfrm>
          <a:off x="0" y="0"/>
          <a:ext cx="0" cy="0"/>
          <a:chOff x="0" y="0"/>
          <a:chExt cx="0" cy="0"/>
        </a:xfrm>
      </p:grpSpPr>
      <p:pic>
        <p:nvPicPr>
          <p:cNvPr id="12" name="图片 11"/>
          <p:cNvPicPr>
            <a:picLocks noChangeAspect="1"/>
          </p:cNvPicPr>
          <p:nvPr userDrawn="1"/>
        </p:nvPicPr>
        <p:blipFill>
          <a:blip r:embed="rId2" cstate="email">
            <a:extLst>
              <a:ext uri="{BEBA8EAE-BF5A-486C-A8C5-ECC9F3942E4B}">
                <a14:imgProps xmlns:a14="http://schemas.microsoft.com/office/drawing/2010/main">
                  <a14:imgLayer r:embed="rId3">
                    <a14:imgEffect>
                      <a14:sharpenSoften amount="2000"/>
                    </a14:imgEffect>
                  </a14:imgLayer>
                </a14:imgProps>
              </a:ext>
              <a:ext uri="{28A0092B-C50C-407E-A947-70E740481C1C}">
                <a14:useLocalDpi xmlns:a14="http://schemas.microsoft.com/office/drawing/2010/main"/>
              </a:ext>
            </a:extLst>
          </a:blip>
          <a:stretch>
            <a:fillRect/>
          </a:stretch>
        </p:blipFill>
        <p:spPr>
          <a:xfrm>
            <a:off x="0" y="0"/>
            <a:ext cx="12192000" cy="6858000"/>
          </a:xfrm>
          <a:prstGeom prst="rect">
            <a:avLst/>
          </a:prstGeom>
        </p:spPr>
      </p:pic>
      <p:sp>
        <p:nvSpPr>
          <p:cNvPr id="3" name="文本占位符 2"/>
          <p:cNvSpPr>
            <a:spLocks noGrp="1"/>
          </p:cNvSpPr>
          <p:nvPr>
            <p:ph type="body" idx="1" hasCustomPrompt="1"/>
          </p:nvPr>
        </p:nvSpPr>
        <p:spPr>
          <a:xfrm>
            <a:off x="5856715" y="3041138"/>
            <a:ext cx="5254628" cy="2874753"/>
          </a:xfrm>
        </p:spPr>
        <p:txBody>
          <a:bodyPr>
            <a:normAutofit/>
          </a:bodyPr>
          <a:lstStyle>
            <a:lvl1pPr marL="0" marR="0" indent="0" algn="l" defTabSz="914400" rtl="0" eaLnBrk="1" fontAlgn="auto" latinLnBrk="0" hangingPunct="1">
              <a:lnSpc>
                <a:spcPts val="3300"/>
              </a:lnSpc>
              <a:spcBef>
                <a:spcPts val="600"/>
              </a:spcBef>
              <a:spcAft>
                <a:spcPts val="0"/>
              </a:spcAft>
              <a:buClrTx/>
              <a:buSzTx/>
              <a:buFont typeface="Arial" panose="020B0704020202090204" pitchFamily="34" charset="0"/>
              <a:buNone/>
              <a:defRPr sz="1600" b="0" i="0">
                <a:solidFill>
                  <a:schemeClr val="bg1">
                    <a:lumMod val="75000"/>
                  </a:schemeClr>
                </a:solidFill>
                <a:latin typeface="Source Han Sans CN Light" panose="020B0800000000000000" pitchFamily="34" charset="-128"/>
                <a:ea typeface="Source Han Sans CN Light" panose="020B0800000000000000" pitchFamily="34" charset="-128"/>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kumimoji="1" lang="zh-CN" altLang="en-US" dirty="0"/>
              <a:t>｜单击此处编辑母版文本样式</a:t>
            </a:r>
            <a:endParaRPr kumimoji="1" lang="en-US" altLang="zh-CN" dirty="0"/>
          </a:p>
          <a:p>
            <a:pPr marL="0" marR="0" lvl="0" indent="0" algn="l" defTabSz="914400" rtl="0" eaLnBrk="1" fontAlgn="auto" latinLnBrk="0" hangingPunct="1">
              <a:lnSpc>
                <a:spcPct val="90000"/>
              </a:lnSpc>
              <a:spcBef>
                <a:spcPts val="1000"/>
              </a:spcBef>
              <a:spcAft>
                <a:spcPts val="0"/>
              </a:spcAft>
              <a:buClrTx/>
              <a:buSzTx/>
              <a:buFont typeface="Arial" panose="020B0704020202090204" pitchFamily="34" charset="0"/>
              <a:buNone/>
              <a:defRPr/>
            </a:pPr>
            <a:r>
              <a:rPr kumimoji="1" lang="zh-CN" altLang="en-US" dirty="0"/>
              <a:t>｜单击此处编辑母版文本样式</a:t>
            </a:r>
          </a:p>
          <a:p>
            <a:pPr marL="0" marR="0" lvl="0" indent="0" algn="l" defTabSz="914400" rtl="0" eaLnBrk="1" fontAlgn="auto" latinLnBrk="0" hangingPunct="1">
              <a:lnSpc>
                <a:spcPct val="90000"/>
              </a:lnSpc>
              <a:spcBef>
                <a:spcPts val="1000"/>
              </a:spcBef>
              <a:spcAft>
                <a:spcPts val="0"/>
              </a:spcAft>
              <a:buClrTx/>
              <a:buSzTx/>
              <a:buFont typeface="Arial" panose="020B0704020202090204" pitchFamily="34" charset="0"/>
              <a:buNone/>
              <a:defRPr/>
            </a:pPr>
            <a:r>
              <a:rPr kumimoji="1" lang="zh-CN" altLang="en-US" dirty="0"/>
              <a:t>｜单击此处编辑母版文本样式</a:t>
            </a:r>
          </a:p>
          <a:p>
            <a:pPr marL="0" marR="0" lvl="0" indent="0" algn="l" defTabSz="914400" rtl="0" eaLnBrk="1" fontAlgn="auto" latinLnBrk="0" hangingPunct="1">
              <a:lnSpc>
                <a:spcPct val="90000"/>
              </a:lnSpc>
              <a:spcBef>
                <a:spcPts val="1000"/>
              </a:spcBef>
              <a:spcAft>
                <a:spcPts val="0"/>
              </a:spcAft>
              <a:buClrTx/>
              <a:buSzTx/>
              <a:buFont typeface="Arial" panose="020B0704020202090204" pitchFamily="34" charset="0"/>
              <a:buNone/>
              <a:defRPr/>
            </a:pPr>
            <a:r>
              <a:rPr kumimoji="1" lang="zh-CN" altLang="en-US" dirty="0"/>
              <a:t>｜单击此处编辑母版文本样式</a:t>
            </a:r>
          </a:p>
          <a:p>
            <a:pPr marL="0" marR="0" lvl="0" indent="0" algn="l" defTabSz="914400" rtl="0" eaLnBrk="1" fontAlgn="auto" latinLnBrk="0" hangingPunct="1">
              <a:lnSpc>
                <a:spcPct val="90000"/>
              </a:lnSpc>
              <a:spcBef>
                <a:spcPts val="1000"/>
              </a:spcBef>
              <a:spcAft>
                <a:spcPts val="0"/>
              </a:spcAft>
              <a:buClrTx/>
              <a:buSzTx/>
              <a:buFont typeface="Arial" panose="020B0704020202090204" pitchFamily="34" charset="0"/>
              <a:buNone/>
              <a:defRPr/>
            </a:pPr>
            <a:r>
              <a:rPr kumimoji="1" lang="zh-CN" altLang="en-US" dirty="0"/>
              <a:t>｜单击此处编辑母版文本样式</a:t>
            </a:r>
          </a:p>
        </p:txBody>
      </p:sp>
      <p:sp>
        <p:nvSpPr>
          <p:cNvPr id="9" name="标题 1"/>
          <p:cNvSpPr txBox="1"/>
          <p:nvPr userDrawn="1"/>
        </p:nvSpPr>
        <p:spPr>
          <a:xfrm>
            <a:off x="901125" y="2662961"/>
            <a:ext cx="2008332" cy="922622"/>
          </a:xfrm>
          <a:prstGeom prst="rect">
            <a:avLst/>
          </a:prstGeom>
        </p:spPr>
        <p:txBody>
          <a:bodyPr vert="horz" lIns="91440" tIns="45720" rIns="91440" bIns="45720" rtlCol="0" anchor="t">
            <a:normAutofit/>
          </a:bodyPr>
          <a:lstStyle>
            <a:lvl1pPr algn="l" defTabSz="914400" rtl="0" eaLnBrk="1" latinLnBrk="0" hangingPunct="1">
              <a:lnSpc>
                <a:spcPct val="90000"/>
              </a:lnSpc>
              <a:spcBef>
                <a:spcPct val="0"/>
              </a:spcBef>
              <a:buNone/>
              <a:defRPr sz="4500" b="0" i="0" kern="1200">
                <a:solidFill>
                  <a:srgbClr val="353160"/>
                </a:solidFill>
                <a:latin typeface="Source Han Sans CN Medium" panose="020B0800000000000000" pitchFamily="34" charset="-128"/>
                <a:ea typeface="Source Han Sans CN Medium" panose="020B0800000000000000" pitchFamily="34" charset="-128"/>
                <a:cs typeface="+mj-cs"/>
              </a:defRPr>
            </a:lvl1pPr>
          </a:lstStyle>
          <a:p>
            <a:r>
              <a:rPr kumimoji="1" lang="en-US" altLang="zh-CN" sz="2800" dirty="0">
                <a:solidFill>
                  <a:schemeClr val="bg1">
                    <a:lumMod val="75000"/>
                  </a:schemeClr>
                </a:solidFill>
              </a:rPr>
              <a:t>Contents</a:t>
            </a:r>
            <a:endParaRPr kumimoji="1" lang="zh-CN" altLang="en-US" sz="2800" dirty="0">
              <a:solidFill>
                <a:schemeClr val="bg1">
                  <a:lumMod val="75000"/>
                </a:schemeClr>
              </a:solidFill>
            </a:endParaRPr>
          </a:p>
        </p:txBody>
      </p:sp>
      <p:sp>
        <p:nvSpPr>
          <p:cNvPr id="10" name="文本占位符 2"/>
          <p:cNvSpPr>
            <a:spLocks noGrp="1"/>
          </p:cNvSpPr>
          <p:nvPr>
            <p:ph type="body" idx="13" hasCustomPrompt="1"/>
          </p:nvPr>
        </p:nvSpPr>
        <p:spPr>
          <a:xfrm>
            <a:off x="5593483" y="3041138"/>
            <a:ext cx="429779" cy="2874753"/>
          </a:xfrm>
        </p:spPr>
        <p:txBody>
          <a:bodyPr>
            <a:normAutofit/>
          </a:bodyPr>
          <a:lstStyle>
            <a:lvl1pPr marL="0" marR="0" indent="0" algn="r" defTabSz="914400" rtl="0" eaLnBrk="1" fontAlgn="auto" latinLnBrk="0" hangingPunct="1">
              <a:lnSpc>
                <a:spcPts val="3300"/>
              </a:lnSpc>
              <a:spcBef>
                <a:spcPts val="600"/>
              </a:spcBef>
              <a:spcAft>
                <a:spcPts val="0"/>
              </a:spcAft>
              <a:buClrTx/>
              <a:buSzTx/>
              <a:buFont typeface="Arial" panose="020B0704020202090204" pitchFamily="34" charset="0"/>
              <a:buNone/>
              <a:defRPr sz="1600" b="0" i="0">
                <a:solidFill>
                  <a:schemeClr val="bg1"/>
                </a:solidFill>
                <a:latin typeface="Source Han Sans CN Medium" panose="020B0800000000000000" pitchFamily="34" charset="-128"/>
                <a:ea typeface="Source Han Sans CN Medium" panose="020B0800000000000000" pitchFamily="34" charset="-128"/>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kumimoji="1" lang="en-US" altLang="zh-CN" dirty="0"/>
              <a:t>03</a:t>
            </a:r>
          </a:p>
          <a:p>
            <a:pPr marL="0" marR="0" lvl="0" indent="0" algn="l" defTabSz="914400" rtl="0" eaLnBrk="1" fontAlgn="auto" latinLnBrk="0" hangingPunct="1">
              <a:lnSpc>
                <a:spcPct val="90000"/>
              </a:lnSpc>
              <a:spcBef>
                <a:spcPts val="1000"/>
              </a:spcBef>
              <a:spcAft>
                <a:spcPts val="0"/>
              </a:spcAft>
              <a:buClrTx/>
              <a:buSzTx/>
              <a:buFont typeface="Arial" panose="020B0704020202090204" pitchFamily="34" charset="0"/>
              <a:buNone/>
              <a:defRPr/>
            </a:pPr>
            <a:r>
              <a:rPr kumimoji="1" lang="en-US" altLang="zh-CN" dirty="0"/>
              <a:t>06</a:t>
            </a:r>
            <a:endParaRPr kumimoji="1" lang="zh-CN" altLang="en-US" dirty="0"/>
          </a:p>
          <a:p>
            <a:pPr marL="0" marR="0" lvl="0" indent="0" algn="l" defTabSz="914400" rtl="0" eaLnBrk="1" fontAlgn="auto" latinLnBrk="0" hangingPunct="1">
              <a:lnSpc>
                <a:spcPct val="90000"/>
              </a:lnSpc>
              <a:spcBef>
                <a:spcPts val="1000"/>
              </a:spcBef>
              <a:spcAft>
                <a:spcPts val="0"/>
              </a:spcAft>
              <a:buClrTx/>
              <a:buSzTx/>
              <a:buFont typeface="Arial" panose="020B0704020202090204" pitchFamily="34" charset="0"/>
              <a:buNone/>
              <a:defRPr/>
            </a:pPr>
            <a:r>
              <a:rPr kumimoji="1" lang="en-US" altLang="zh-CN" dirty="0"/>
              <a:t>12</a:t>
            </a:r>
            <a:endParaRPr kumimoji="1" lang="zh-CN" altLang="en-US" dirty="0"/>
          </a:p>
          <a:p>
            <a:pPr marL="0" marR="0" lvl="0" indent="0" algn="l" defTabSz="914400" rtl="0" eaLnBrk="1" fontAlgn="auto" latinLnBrk="0" hangingPunct="1">
              <a:lnSpc>
                <a:spcPct val="90000"/>
              </a:lnSpc>
              <a:spcBef>
                <a:spcPts val="1000"/>
              </a:spcBef>
              <a:spcAft>
                <a:spcPts val="0"/>
              </a:spcAft>
              <a:buClrTx/>
              <a:buSzTx/>
              <a:buFont typeface="Arial" panose="020B0704020202090204" pitchFamily="34" charset="0"/>
              <a:buNone/>
              <a:defRPr/>
            </a:pPr>
            <a:r>
              <a:rPr kumimoji="1" lang="en-US" altLang="zh-CN" dirty="0"/>
              <a:t>16</a:t>
            </a:r>
            <a:endParaRPr kumimoji="1" lang="zh-CN" altLang="en-US" dirty="0"/>
          </a:p>
          <a:p>
            <a:pPr marL="0" marR="0" lvl="0" indent="0" algn="l" defTabSz="914400" rtl="0" eaLnBrk="1" fontAlgn="auto" latinLnBrk="0" hangingPunct="1">
              <a:lnSpc>
                <a:spcPct val="90000"/>
              </a:lnSpc>
              <a:spcBef>
                <a:spcPts val="1000"/>
              </a:spcBef>
              <a:spcAft>
                <a:spcPts val="0"/>
              </a:spcAft>
              <a:buClrTx/>
              <a:buSzTx/>
              <a:buFont typeface="Arial" panose="020B0704020202090204" pitchFamily="34" charset="0"/>
              <a:buNone/>
              <a:defRPr/>
            </a:pPr>
            <a:r>
              <a:rPr kumimoji="1" lang="en-US" altLang="zh-CN" dirty="0"/>
              <a:t>20</a:t>
            </a:r>
            <a:endParaRPr kumimoji="1" lang="zh-CN" altLang="en-US" dirty="0"/>
          </a:p>
        </p:txBody>
      </p:sp>
      <p:sp>
        <p:nvSpPr>
          <p:cNvPr id="13" name="标题 1"/>
          <p:cNvSpPr txBox="1"/>
          <p:nvPr userDrawn="1"/>
        </p:nvSpPr>
        <p:spPr>
          <a:xfrm>
            <a:off x="831850" y="1779014"/>
            <a:ext cx="2008332" cy="922622"/>
          </a:xfrm>
          <a:prstGeom prst="rect">
            <a:avLst/>
          </a:prstGeom>
        </p:spPr>
        <p:txBody>
          <a:bodyPr vert="horz" lIns="91440" tIns="45720" rIns="91440" bIns="45720" rtlCol="0" anchor="t">
            <a:normAutofit/>
          </a:bodyPr>
          <a:lstStyle>
            <a:lvl1pPr algn="l" defTabSz="914400" rtl="0" eaLnBrk="1" latinLnBrk="0" hangingPunct="1">
              <a:lnSpc>
                <a:spcPct val="90000"/>
              </a:lnSpc>
              <a:spcBef>
                <a:spcPct val="0"/>
              </a:spcBef>
              <a:buNone/>
              <a:defRPr sz="4500" b="0" i="0" kern="1200">
                <a:solidFill>
                  <a:srgbClr val="353160"/>
                </a:solidFill>
                <a:latin typeface="Source Han Sans CN Medium" panose="020B0800000000000000" pitchFamily="34" charset="-128"/>
                <a:ea typeface="Source Han Sans CN Medium" panose="020B0800000000000000" pitchFamily="34" charset="-128"/>
                <a:cs typeface="+mj-cs"/>
              </a:defRPr>
            </a:lvl1pPr>
          </a:lstStyle>
          <a:p>
            <a:r>
              <a:rPr kumimoji="1" lang="zh-CN" altLang="en-US" sz="4500" b="0" i="0" kern="1200" dirty="0">
                <a:solidFill>
                  <a:srgbClr val="353160"/>
                </a:solidFill>
                <a:latin typeface="Source Han Sans CN Medium" panose="020B0800000000000000" pitchFamily="34" charset="-128"/>
                <a:ea typeface="Source Han Sans CN Medium" panose="020B0800000000000000" pitchFamily="34" charset="-128"/>
                <a:cs typeface="+mj-cs"/>
              </a:rPr>
              <a:t>目录</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itleOnly" preserve="1">
  <p:cSld name="章节页">
    <p:spTree>
      <p:nvGrpSpPr>
        <p:cNvPr id="1" name=""/>
        <p:cNvGrpSpPr/>
        <p:nvPr/>
      </p:nvGrpSpPr>
      <p:grpSpPr>
        <a:xfrm>
          <a:off x="0" y="0"/>
          <a:ext cx="0" cy="0"/>
          <a:chOff x="0" y="0"/>
          <a:chExt cx="0" cy="0"/>
        </a:xfrm>
      </p:grpSpPr>
      <p:pic>
        <p:nvPicPr>
          <p:cNvPr id="9" name="图片 8"/>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92000" cy="6858000"/>
          </a:xfrm>
          <a:prstGeom prst="rect">
            <a:avLst/>
          </a:prstGeom>
        </p:spPr>
      </p:pic>
      <p:sp>
        <p:nvSpPr>
          <p:cNvPr id="2" name="标题 1"/>
          <p:cNvSpPr>
            <a:spLocks noGrp="1"/>
          </p:cNvSpPr>
          <p:nvPr>
            <p:ph type="title"/>
          </p:nvPr>
        </p:nvSpPr>
        <p:spPr>
          <a:xfrm>
            <a:off x="1306286" y="1736726"/>
            <a:ext cx="10047514" cy="799645"/>
          </a:xfrm>
        </p:spPr>
        <p:txBody>
          <a:bodyPr anchor="t"/>
          <a:lstStyle>
            <a:lvl1pPr>
              <a:defRPr b="0" i="0">
                <a:solidFill>
                  <a:srgbClr val="353160"/>
                </a:solidFill>
                <a:latin typeface="Source Han Sans CN Regular" panose="020B0800000000000000" pitchFamily="34" charset="-128"/>
                <a:ea typeface="Source Han Sans CN Regular" panose="020B0800000000000000" pitchFamily="34" charset="-128"/>
              </a:defRPr>
            </a:lvl1pPr>
          </a:lstStyle>
          <a:p>
            <a:r>
              <a:rPr kumimoji="1" lang="zh-CN" altLang="en-US" dirty="0"/>
              <a:t>单击此处编辑母版标题样式</a:t>
            </a:r>
          </a:p>
        </p:txBody>
      </p:sp>
      <p:sp>
        <p:nvSpPr>
          <p:cNvPr id="3" name="日期占位符 2"/>
          <p:cNvSpPr>
            <a:spLocks noGrp="1"/>
          </p:cNvSpPr>
          <p:nvPr>
            <p:ph type="dt" sz="half" idx="10"/>
          </p:nvPr>
        </p:nvSpPr>
        <p:spPr/>
        <p:txBody>
          <a:bodyPr/>
          <a:lstStyle/>
          <a:p>
            <a:fld id="{35355E76-BFE8-E545-9D3E-FD5F635502AB}" type="datetimeFigureOut">
              <a:rPr kumimoji="1" lang="zh-CN" altLang="en-US" smtClean="0"/>
              <a:t>2026/6/21</a:t>
            </a:fld>
            <a:endParaRPr kumimoji="1" lang="zh-CN" altLang="en-US"/>
          </a:p>
        </p:txBody>
      </p:sp>
      <p:sp>
        <p:nvSpPr>
          <p:cNvPr id="4" name="页脚占位符 3"/>
          <p:cNvSpPr>
            <a:spLocks noGrp="1"/>
          </p:cNvSpPr>
          <p:nvPr>
            <p:ph type="ftr" sz="quarter" idx="11"/>
          </p:nvPr>
        </p:nvSpPr>
        <p:spPr/>
        <p:txBody>
          <a:bodyPr/>
          <a:lstStyle/>
          <a:p>
            <a:endParaRPr kumimoji="1" lang="zh-CN" altLang="en-US"/>
          </a:p>
        </p:txBody>
      </p:sp>
      <p:sp>
        <p:nvSpPr>
          <p:cNvPr id="5" name="灯片编号占位符 4"/>
          <p:cNvSpPr>
            <a:spLocks noGrp="1"/>
          </p:cNvSpPr>
          <p:nvPr>
            <p:ph type="sldNum" sz="quarter" idx="12"/>
          </p:nvPr>
        </p:nvSpPr>
        <p:spPr/>
        <p:txBody>
          <a:bodyPr/>
          <a:lstStyle/>
          <a:p>
            <a:fld id="{CF8E9B99-A7A3-BA46-8A72-109BAC10AE12}" type="slidenum">
              <a:rPr kumimoji="1" lang="zh-CN" altLang="en-US" smtClean="0"/>
              <a:t>‹#›</a:t>
            </a:fld>
            <a:endParaRPr kumimoji="1" lang="zh-CN" altLang="en-US"/>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内页-1">
    <p:spTree>
      <p:nvGrpSpPr>
        <p:cNvPr id="1" name=""/>
        <p:cNvGrpSpPr/>
        <p:nvPr/>
      </p:nvGrpSpPr>
      <p:grpSpPr>
        <a:xfrm>
          <a:off x="0" y="0"/>
          <a:ext cx="0" cy="0"/>
          <a:chOff x="0" y="0"/>
          <a:chExt cx="0" cy="0"/>
        </a:xfrm>
      </p:grpSpPr>
      <p:pic>
        <p:nvPicPr>
          <p:cNvPr id="10" name="图片 9"/>
          <p:cNvPicPr>
            <a:picLocks noChangeAspect="1"/>
          </p:cNvPicPr>
          <p:nvPr userDrawn="1"/>
        </p:nvPicPr>
        <p:blipFill>
          <a:blip r:embed="rId2"/>
          <a:stretch>
            <a:fillRect/>
          </a:stretch>
        </p:blipFill>
        <p:spPr>
          <a:xfrm>
            <a:off x="0" y="0"/>
            <a:ext cx="12192000" cy="6858000"/>
          </a:xfrm>
          <a:prstGeom prst="rect">
            <a:avLst/>
          </a:prstGeom>
        </p:spPr>
      </p:pic>
      <p:sp>
        <p:nvSpPr>
          <p:cNvPr id="2" name="标题 1"/>
          <p:cNvSpPr>
            <a:spLocks noGrp="1"/>
          </p:cNvSpPr>
          <p:nvPr>
            <p:ph type="title"/>
          </p:nvPr>
        </p:nvSpPr>
        <p:spPr>
          <a:xfrm>
            <a:off x="648000" y="576000"/>
            <a:ext cx="10831195" cy="608330"/>
          </a:xfrm>
        </p:spPr>
        <p:txBody>
          <a:bodyPr anchor="t">
            <a:noAutofit/>
          </a:bodyPr>
          <a:lstStyle>
            <a:lvl1pPr>
              <a:lnSpc>
                <a:spcPct val="100000"/>
              </a:lnSpc>
              <a:defRPr sz="3200" b="0" i="0">
                <a:solidFill>
                  <a:srgbClr val="353160"/>
                </a:solidFill>
                <a:latin typeface="思源黑体 CN Bold" panose="020B0800000000000000" pitchFamily="34" charset="-122"/>
                <a:ea typeface="思源黑体 CN Bold" panose="020B0800000000000000" pitchFamily="34" charset="-122"/>
              </a:defRPr>
            </a:lvl1pPr>
          </a:lstStyle>
          <a:p>
            <a:r>
              <a:rPr kumimoji="1" lang="zh-CN" altLang="en-US" dirty="0"/>
              <a:t>单击此处编辑母版标题样式</a:t>
            </a:r>
          </a:p>
        </p:txBody>
      </p:sp>
      <p:sp>
        <p:nvSpPr>
          <p:cNvPr id="4" name="日期占位符 3"/>
          <p:cNvSpPr>
            <a:spLocks noGrp="1"/>
          </p:cNvSpPr>
          <p:nvPr>
            <p:ph type="dt" sz="half" idx="10"/>
          </p:nvPr>
        </p:nvSpPr>
        <p:spPr>
          <a:xfrm>
            <a:off x="647700" y="6280150"/>
            <a:ext cx="2743200" cy="365125"/>
          </a:xfrm>
        </p:spPr>
        <p:txBody>
          <a:bodyPr/>
          <a:lstStyle>
            <a:lvl1pPr>
              <a:defRPr sz="9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fld id="{35355E76-BFE8-E545-9D3E-FD5F635502AB}" type="datetimeFigureOut">
              <a:rPr kumimoji="1" lang="zh-CN" altLang="en-US" smtClean="0"/>
              <a:t>2026/6/21</a:t>
            </a:fld>
            <a:endParaRPr kumimoji="1" lang="zh-CN" altLang="en-US" dirty="0"/>
          </a:p>
        </p:txBody>
      </p:sp>
      <p:sp>
        <p:nvSpPr>
          <p:cNvPr id="5" name="页脚占位符 4"/>
          <p:cNvSpPr>
            <a:spLocks noGrp="1"/>
          </p:cNvSpPr>
          <p:nvPr>
            <p:ph type="ftr" sz="quarter" idx="11"/>
          </p:nvPr>
        </p:nvSpPr>
        <p:spPr>
          <a:xfrm>
            <a:off x="4038600" y="6280150"/>
            <a:ext cx="4114800" cy="365125"/>
          </a:xfrm>
        </p:spPr>
        <p:txBody>
          <a:bodyPr/>
          <a:lstStyle/>
          <a:p>
            <a:endParaRPr kumimoji="1" lang="zh-CN" altLang="en-US"/>
          </a:p>
        </p:txBody>
      </p:sp>
      <p:sp>
        <p:nvSpPr>
          <p:cNvPr id="6" name="灯片编号占位符 5"/>
          <p:cNvSpPr>
            <a:spLocks noGrp="1"/>
          </p:cNvSpPr>
          <p:nvPr>
            <p:ph type="sldNum" sz="quarter" idx="12"/>
          </p:nvPr>
        </p:nvSpPr>
        <p:spPr>
          <a:xfrm>
            <a:off x="8801100" y="6280150"/>
            <a:ext cx="2743200" cy="365125"/>
          </a:xfrm>
        </p:spPr>
        <p:txBody>
          <a:bodyPr/>
          <a:lstStyle>
            <a:lvl1pPr>
              <a:defRPr sz="9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fld id="{CF8E9B99-A7A3-BA46-8A72-109BAC10AE12}" type="slidenum">
              <a:rPr kumimoji="1" lang="zh-CN" altLang="en-US" smtClean="0"/>
              <a:t>‹#›</a:t>
            </a:fld>
            <a:endParaRPr kumimoji="1" lang="zh-CN" altLang="en-US" dirty="0"/>
          </a:p>
        </p:txBody>
      </p:sp>
      <p:pic>
        <p:nvPicPr>
          <p:cNvPr id="11" name="图片 10" descr="04c1efb6a06821c7f925a30a889a5b9e"/>
          <p:cNvPicPr>
            <a:picLocks noChangeAspect="1"/>
          </p:cNvPicPr>
          <p:nvPr userDrawn="1"/>
        </p:nvPicPr>
        <p:blipFill>
          <a:blip r:embed="rId3"/>
          <a:stretch>
            <a:fillRect/>
          </a:stretch>
        </p:blipFill>
        <p:spPr>
          <a:xfrm>
            <a:off x="9584055" y="302260"/>
            <a:ext cx="1960245" cy="234315"/>
          </a:xfrm>
          <a:prstGeom prst="rect">
            <a:avLst/>
          </a:prstGeom>
        </p:spPr>
      </p:pic>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1_内页-1">
    <p:spTree>
      <p:nvGrpSpPr>
        <p:cNvPr id="1" name=""/>
        <p:cNvGrpSpPr/>
        <p:nvPr/>
      </p:nvGrpSpPr>
      <p:grpSpPr>
        <a:xfrm>
          <a:off x="0" y="0"/>
          <a:ext cx="0" cy="0"/>
          <a:chOff x="0" y="0"/>
          <a:chExt cx="0" cy="0"/>
        </a:xfrm>
      </p:grpSpPr>
      <p:pic>
        <p:nvPicPr>
          <p:cNvPr id="10" name="图片 9"/>
          <p:cNvPicPr>
            <a:picLocks noChangeAspect="1"/>
          </p:cNvPicPr>
          <p:nvPr userDrawn="1"/>
        </p:nvPicPr>
        <p:blipFill>
          <a:blip r:embed="rId2"/>
          <a:stretch>
            <a:fillRect/>
          </a:stretch>
        </p:blipFill>
        <p:spPr>
          <a:xfrm>
            <a:off x="0" y="0"/>
            <a:ext cx="12192000" cy="6858000"/>
          </a:xfrm>
          <a:prstGeom prst="rect">
            <a:avLst/>
          </a:prstGeom>
        </p:spPr>
      </p:pic>
      <p:sp>
        <p:nvSpPr>
          <p:cNvPr id="2" name="标题 1"/>
          <p:cNvSpPr>
            <a:spLocks noGrp="1"/>
          </p:cNvSpPr>
          <p:nvPr>
            <p:ph type="title"/>
          </p:nvPr>
        </p:nvSpPr>
        <p:spPr>
          <a:xfrm>
            <a:off x="648000" y="576000"/>
            <a:ext cx="10831195" cy="608330"/>
          </a:xfrm>
        </p:spPr>
        <p:txBody>
          <a:bodyPr anchor="t">
            <a:noAutofit/>
          </a:bodyPr>
          <a:lstStyle>
            <a:lvl1pPr>
              <a:lnSpc>
                <a:spcPct val="100000"/>
              </a:lnSpc>
              <a:defRPr sz="3200" b="0" i="0">
                <a:solidFill>
                  <a:srgbClr val="353160"/>
                </a:solidFill>
                <a:latin typeface="思源黑体 CN Bold" panose="020B0800000000000000" pitchFamily="34" charset="-122"/>
                <a:ea typeface="思源黑体 CN Bold" panose="020B0800000000000000" pitchFamily="34" charset="-122"/>
              </a:defRPr>
            </a:lvl1pPr>
          </a:lstStyle>
          <a:p>
            <a:r>
              <a:rPr kumimoji="1" lang="zh-CN" altLang="en-US" dirty="0"/>
              <a:t>单击此处编辑母版标题样式</a:t>
            </a:r>
          </a:p>
        </p:txBody>
      </p:sp>
      <p:pic>
        <p:nvPicPr>
          <p:cNvPr id="11" name="图片 10" descr="04c1efb6a06821c7f925a30a889a5b9e"/>
          <p:cNvPicPr>
            <a:picLocks noChangeAspect="1"/>
          </p:cNvPicPr>
          <p:nvPr userDrawn="1"/>
        </p:nvPicPr>
        <p:blipFill>
          <a:blip r:embed="rId3"/>
          <a:stretch>
            <a:fillRect/>
          </a:stretch>
        </p:blipFill>
        <p:spPr>
          <a:xfrm>
            <a:off x="9584055" y="302260"/>
            <a:ext cx="1960245" cy="234315"/>
          </a:xfrm>
          <a:prstGeom prst="rect">
            <a:avLst/>
          </a:prstGeom>
        </p:spPr>
      </p:pic>
    </p:spTree>
    <p:extLst>
      <p:ext uri="{BB962C8B-B14F-4D97-AF65-F5344CB8AC3E}">
        <p14:creationId xmlns:p14="http://schemas.microsoft.com/office/powerpoint/2010/main" val="1348653237"/>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结尾页">
    <p:spTree>
      <p:nvGrpSpPr>
        <p:cNvPr id="1" name=""/>
        <p:cNvGrpSpPr/>
        <p:nvPr/>
      </p:nvGrpSpPr>
      <p:grpSpPr>
        <a:xfrm>
          <a:off x="0" y="0"/>
          <a:ext cx="0" cy="0"/>
          <a:chOff x="0" y="0"/>
          <a:chExt cx="0" cy="0"/>
        </a:xfrm>
      </p:grpSpPr>
      <p:pic>
        <p:nvPicPr>
          <p:cNvPr id="7" name="图片 6"/>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92000" cy="6858000"/>
          </a:xfrm>
          <a:prstGeom prst="rect">
            <a:avLst/>
          </a:prstGeom>
        </p:spPr>
      </p:pic>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内页-2">
    <p:spTree>
      <p:nvGrpSpPr>
        <p:cNvPr id="1" name=""/>
        <p:cNvGrpSpPr/>
        <p:nvPr/>
      </p:nvGrpSpPr>
      <p:grpSpPr>
        <a:xfrm>
          <a:off x="0" y="0"/>
          <a:ext cx="0" cy="0"/>
          <a:chOff x="0" y="0"/>
          <a:chExt cx="0" cy="0"/>
        </a:xfrm>
      </p:grpSpPr>
      <p:pic>
        <p:nvPicPr>
          <p:cNvPr id="10" name="图片 9"/>
          <p:cNvPicPr>
            <a:picLocks noChangeAspect="1"/>
          </p:cNvPicPr>
          <p:nvPr userDrawn="1"/>
        </p:nvPicPr>
        <p:blipFill>
          <a:blip r:embed="rId2"/>
          <a:stretch>
            <a:fillRect/>
          </a:stretch>
        </p:blipFill>
        <p:spPr>
          <a:xfrm>
            <a:off x="0" y="0"/>
            <a:ext cx="12192000" cy="6858000"/>
          </a:xfrm>
          <a:prstGeom prst="rect">
            <a:avLst/>
          </a:prstGeom>
        </p:spPr>
      </p:pic>
      <p:sp>
        <p:nvSpPr>
          <p:cNvPr id="3" name="内容占位符 2"/>
          <p:cNvSpPr>
            <a:spLocks noGrp="1"/>
          </p:cNvSpPr>
          <p:nvPr>
            <p:ph idx="1"/>
          </p:nvPr>
        </p:nvSpPr>
        <p:spPr>
          <a:xfrm>
            <a:off x="685799" y="1651454"/>
            <a:ext cx="5080001" cy="4351338"/>
          </a:xfrm>
        </p:spPr>
        <p:txBody>
          <a:bodyPr lIns="90000"/>
          <a:lstStyle>
            <a:lvl1pPr marL="0" indent="0">
              <a:buNone/>
              <a:defRPr sz="1600" b="0" i="0">
                <a:solidFill>
                  <a:srgbClr val="353160"/>
                </a:solidFill>
                <a:latin typeface="Source Han Sans CN Medium" panose="020B0800000000000000" pitchFamily="34" charset="-128"/>
                <a:ea typeface="Source Han Sans CN Medium" panose="020B0800000000000000" pitchFamily="34" charset="-128"/>
              </a:defRPr>
            </a:lvl1pPr>
            <a:lvl2pPr marL="685800" indent="-228600">
              <a:buClr>
                <a:srgbClr val="B9BEE5"/>
              </a:buClr>
              <a:buFont typeface="Wingdings" panose="05000000000000000000" pitchFamily="2" charset="2"/>
              <a:buChar char="n"/>
              <a:defRPr sz="1200" b="0" i="0">
                <a:solidFill>
                  <a:schemeClr val="tx1">
                    <a:lumMod val="85000"/>
                    <a:lumOff val="15000"/>
                  </a:schemeClr>
                </a:solidFill>
                <a:latin typeface="Source Han Sans CN Normal" panose="020B0800000000000000" pitchFamily="34" charset="-128"/>
                <a:ea typeface="Source Han Sans CN Normal" panose="020B0800000000000000" pitchFamily="34" charset="-128"/>
              </a:defRPr>
            </a:lvl2pPr>
            <a:lvl3pPr marL="914400" indent="0">
              <a:buNone/>
              <a:defRPr sz="1200" b="0" i="0">
                <a:solidFill>
                  <a:schemeClr val="tx1">
                    <a:lumMod val="85000"/>
                    <a:lumOff val="15000"/>
                  </a:schemeClr>
                </a:solidFill>
                <a:latin typeface="Source Han Sans CN Normal" panose="020B0800000000000000" pitchFamily="34" charset="-128"/>
                <a:ea typeface="Source Han Sans CN Normal" panose="020B0800000000000000" pitchFamily="34" charset="-128"/>
              </a:defRPr>
            </a:lvl3pPr>
            <a:lvl4pPr>
              <a:defRPr b="0" i="0">
                <a:solidFill>
                  <a:schemeClr val="tx1">
                    <a:lumMod val="65000"/>
                    <a:lumOff val="35000"/>
                  </a:schemeClr>
                </a:solidFill>
                <a:latin typeface="Source Han Sans CN Normal" panose="020B0800000000000000" pitchFamily="34" charset="-128"/>
                <a:ea typeface="Source Han Sans CN Normal" panose="020B0800000000000000" pitchFamily="34" charset="-128"/>
              </a:defRPr>
            </a:lvl4pPr>
            <a:lvl5pPr>
              <a:defRPr b="0" i="0">
                <a:solidFill>
                  <a:schemeClr val="tx1">
                    <a:lumMod val="65000"/>
                    <a:lumOff val="35000"/>
                  </a:schemeClr>
                </a:solidFill>
                <a:latin typeface="Source Han Sans CN Normal" panose="020B0800000000000000" pitchFamily="34" charset="-128"/>
                <a:ea typeface="Source Han Sans CN Normal" panose="020B0800000000000000" pitchFamily="34" charset="-128"/>
              </a:defRPr>
            </a:lvl5pPr>
          </a:lstStyle>
          <a:p>
            <a:pPr lvl="0"/>
            <a:r>
              <a:rPr kumimoji="1" lang="zh-CN" altLang="en-US" dirty="0"/>
              <a:t>单击此处编辑母版文本样式</a:t>
            </a:r>
          </a:p>
          <a:p>
            <a:pPr lvl="1"/>
            <a:r>
              <a:rPr kumimoji="1" lang="zh-CN" altLang="en-US" dirty="0"/>
              <a:t>二级</a:t>
            </a:r>
          </a:p>
          <a:p>
            <a:pPr lvl="2"/>
            <a:r>
              <a:rPr kumimoji="1" lang="zh-CN" altLang="en-US" dirty="0"/>
              <a:t>三级</a:t>
            </a:r>
          </a:p>
        </p:txBody>
      </p:sp>
      <p:sp>
        <p:nvSpPr>
          <p:cNvPr id="4" name="日期占位符 3"/>
          <p:cNvSpPr>
            <a:spLocks noGrp="1"/>
          </p:cNvSpPr>
          <p:nvPr>
            <p:ph type="dt" sz="half" idx="10"/>
          </p:nvPr>
        </p:nvSpPr>
        <p:spPr>
          <a:xfrm>
            <a:off x="647700" y="6280150"/>
            <a:ext cx="2743200" cy="365125"/>
          </a:xfrm>
        </p:spPr>
        <p:txBody>
          <a:bodyPr/>
          <a:lstStyle>
            <a:lvl1pPr>
              <a:defRPr sz="9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fld id="{35355E76-BFE8-E545-9D3E-FD5F635502AB}" type="datetimeFigureOut">
              <a:rPr kumimoji="1" lang="zh-CN" altLang="en-US" smtClean="0"/>
              <a:t>2026/6/21</a:t>
            </a:fld>
            <a:endParaRPr kumimoji="1" lang="zh-CN" altLang="en-US" dirty="0"/>
          </a:p>
        </p:txBody>
      </p:sp>
      <p:sp>
        <p:nvSpPr>
          <p:cNvPr id="5" name="页脚占位符 4"/>
          <p:cNvSpPr>
            <a:spLocks noGrp="1"/>
          </p:cNvSpPr>
          <p:nvPr>
            <p:ph type="ftr" sz="quarter" idx="11"/>
          </p:nvPr>
        </p:nvSpPr>
        <p:spPr>
          <a:xfrm>
            <a:off x="4038600" y="6280150"/>
            <a:ext cx="4114800" cy="365125"/>
          </a:xfrm>
        </p:spPr>
        <p:txBody>
          <a:bodyPr/>
          <a:lstStyle/>
          <a:p>
            <a:endParaRPr kumimoji="1" lang="zh-CN" altLang="en-US"/>
          </a:p>
        </p:txBody>
      </p:sp>
      <p:sp>
        <p:nvSpPr>
          <p:cNvPr id="6" name="灯片编号占位符 5"/>
          <p:cNvSpPr>
            <a:spLocks noGrp="1"/>
          </p:cNvSpPr>
          <p:nvPr>
            <p:ph type="sldNum" sz="quarter" idx="12"/>
          </p:nvPr>
        </p:nvSpPr>
        <p:spPr>
          <a:xfrm>
            <a:off x="8801100" y="6280150"/>
            <a:ext cx="2743200" cy="365125"/>
          </a:xfrm>
        </p:spPr>
        <p:txBody>
          <a:bodyPr/>
          <a:lstStyle>
            <a:lvl1pPr>
              <a:defRPr sz="9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fld id="{CF8E9B99-A7A3-BA46-8A72-109BAC10AE12}" type="slidenum">
              <a:rPr kumimoji="1" lang="zh-CN" altLang="en-US" smtClean="0"/>
              <a:t>‹#›</a:t>
            </a:fld>
            <a:endParaRPr kumimoji="1" lang="zh-CN" altLang="en-US" dirty="0"/>
          </a:p>
        </p:txBody>
      </p:sp>
      <p:sp>
        <p:nvSpPr>
          <p:cNvPr id="8" name="内容占位符 2"/>
          <p:cNvSpPr>
            <a:spLocks noGrp="1"/>
          </p:cNvSpPr>
          <p:nvPr>
            <p:ph idx="13"/>
          </p:nvPr>
        </p:nvSpPr>
        <p:spPr>
          <a:xfrm>
            <a:off x="6315167" y="1651454"/>
            <a:ext cx="5229133" cy="4351338"/>
          </a:xfrm>
        </p:spPr>
        <p:txBody>
          <a:bodyPr lIns="90000"/>
          <a:lstStyle>
            <a:lvl1pPr marL="0" indent="0">
              <a:buNone/>
              <a:defRPr sz="1600" b="0" i="0">
                <a:solidFill>
                  <a:srgbClr val="353160"/>
                </a:solidFill>
                <a:latin typeface="Source Han Sans CN Medium" panose="020B0800000000000000" pitchFamily="34" charset="-128"/>
                <a:ea typeface="Source Han Sans CN Medium" panose="020B0800000000000000" pitchFamily="34" charset="-128"/>
              </a:defRPr>
            </a:lvl1pPr>
            <a:lvl2pPr marL="685800" indent="-228600">
              <a:buClr>
                <a:srgbClr val="B9BEE5"/>
              </a:buClr>
              <a:buFont typeface="Wingdings" panose="05000000000000000000" pitchFamily="2" charset="2"/>
              <a:buChar char="n"/>
              <a:defRPr sz="1200" b="0" i="0">
                <a:solidFill>
                  <a:schemeClr val="tx1">
                    <a:lumMod val="85000"/>
                    <a:lumOff val="15000"/>
                  </a:schemeClr>
                </a:solidFill>
                <a:latin typeface="Source Han Sans CN Normal" panose="020B0800000000000000" pitchFamily="34" charset="-128"/>
                <a:ea typeface="Source Han Sans CN Normal" panose="020B0800000000000000" pitchFamily="34" charset="-128"/>
              </a:defRPr>
            </a:lvl2pPr>
            <a:lvl3pPr marL="914400" indent="0">
              <a:buNone/>
              <a:defRPr sz="1200" b="0" i="0">
                <a:solidFill>
                  <a:schemeClr val="tx1">
                    <a:lumMod val="85000"/>
                    <a:lumOff val="15000"/>
                  </a:schemeClr>
                </a:solidFill>
                <a:latin typeface="Source Han Sans CN Normal" panose="020B0800000000000000" pitchFamily="34" charset="-128"/>
                <a:ea typeface="Source Han Sans CN Normal" panose="020B0800000000000000" pitchFamily="34" charset="-128"/>
              </a:defRPr>
            </a:lvl3pPr>
            <a:lvl4pPr>
              <a:defRPr b="0" i="0">
                <a:solidFill>
                  <a:schemeClr val="tx1">
                    <a:lumMod val="65000"/>
                    <a:lumOff val="35000"/>
                  </a:schemeClr>
                </a:solidFill>
                <a:latin typeface="Source Han Sans CN Normal" panose="020B0800000000000000" pitchFamily="34" charset="-128"/>
                <a:ea typeface="Source Han Sans CN Normal" panose="020B0800000000000000" pitchFamily="34" charset="-128"/>
              </a:defRPr>
            </a:lvl4pPr>
            <a:lvl5pPr>
              <a:defRPr b="0" i="0">
                <a:solidFill>
                  <a:schemeClr val="tx1">
                    <a:lumMod val="65000"/>
                    <a:lumOff val="35000"/>
                  </a:schemeClr>
                </a:solidFill>
                <a:latin typeface="Source Han Sans CN Normal" panose="020B0800000000000000" pitchFamily="34" charset="-128"/>
                <a:ea typeface="Source Han Sans CN Normal" panose="020B0800000000000000" pitchFamily="34" charset="-128"/>
              </a:defRPr>
            </a:lvl5pPr>
          </a:lstStyle>
          <a:p>
            <a:pPr lvl="0"/>
            <a:r>
              <a:rPr kumimoji="1" lang="zh-CN" altLang="en-US" dirty="0"/>
              <a:t>单击此处编辑母版文本样式</a:t>
            </a:r>
          </a:p>
          <a:p>
            <a:pPr lvl="1"/>
            <a:r>
              <a:rPr kumimoji="1" lang="zh-CN" altLang="en-US" dirty="0"/>
              <a:t>二级</a:t>
            </a:r>
          </a:p>
          <a:p>
            <a:pPr lvl="2"/>
            <a:r>
              <a:rPr kumimoji="1" lang="zh-CN" altLang="en-US" dirty="0"/>
              <a:t>三级</a:t>
            </a:r>
          </a:p>
        </p:txBody>
      </p:sp>
      <p:pic>
        <p:nvPicPr>
          <p:cNvPr id="11" name="图片 10" descr="04c1efb6a06821c7f925a30a889a5b9e"/>
          <p:cNvPicPr>
            <a:picLocks noChangeAspect="1"/>
          </p:cNvPicPr>
          <p:nvPr userDrawn="1"/>
        </p:nvPicPr>
        <p:blipFill>
          <a:blip r:embed="rId3"/>
          <a:stretch>
            <a:fillRect/>
          </a:stretch>
        </p:blipFill>
        <p:spPr>
          <a:xfrm>
            <a:off x="9584055" y="302260"/>
            <a:ext cx="1960245" cy="234315"/>
          </a:xfrm>
          <a:prstGeom prst="rect">
            <a:avLst/>
          </a:prstGeom>
        </p:spPr>
      </p:pic>
      <p:sp>
        <p:nvSpPr>
          <p:cNvPr id="7" name="标题 6"/>
          <p:cNvSpPr>
            <a:spLocks noGrp="1"/>
          </p:cNvSpPr>
          <p:nvPr>
            <p:ph type="title"/>
          </p:nvPr>
        </p:nvSpPr>
        <p:spPr>
          <a:xfrm>
            <a:off x="685800" y="537210"/>
            <a:ext cx="10831195" cy="607695"/>
          </a:xfrm>
        </p:spPr>
        <p:txBody>
          <a:bodyPr anchor="t">
            <a:noAutofit/>
          </a:bodyPr>
          <a:lstStyle>
            <a:lvl1pPr>
              <a:defRPr sz="3200" b="0" i="0">
                <a:solidFill>
                  <a:srgbClr val="353160"/>
                </a:solidFill>
                <a:latin typeface="Source Han Sans CN Normal" panose="020B0800000000000000" charset="-122"/>
                <a:ea typeface="Source Han Sans CN Normal" panose="020B0800000000000000" charset="-122"/>
              </a:defRPr>
            </a:lvl1pPr>
          </a:lstStyle>
          <a:p>
            <a:r>
              <a:rPr kumimoji="1" lang="zh-CN" altLang="en-US" dirty="0"/>
              <a:t>单击此处编辑母版标题样式</a:t>
            </a:r>
          </a:p>
        </p:txBody>
      </p:sp>
    </p:spTree>
    <p:extLst>
      <p:ext uri="{BB962C8B-B14F-4D97-AF65-F5344CB8AC3E}">
        <p14:creationId xmlns:p14="http://schemas.microsoft.com/office/powerpoint/2010/main" val="267948392"/>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kumimoji="1" lang="zh-CN" altLang="en-US" dirty="0"/>
              <a:t>单击此处编辑母版标题样式</a:t>
            </a:r>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kumimoji="1" lang="zh-CN" altLang="en-US" dirty="0"/>
              <a:t>单击此处编辑母版文本样式</a:t>
            </a:r>
          </a:p>
          <a:p>
            <a:pPr lvl="1"/>
            <a:r>
              <a:rPr kumimoji="1" lang="zh-CN" altLang="en-US" dirty="0"/>
              <a:t>二级</a:t>
            </a:r>
          </a:p>
          <a:p>
            <a:pPr lvl="2"/>
            <a:r>
              <a:rPr kumimoji="1" lang="zh-CN" altLang="en-US" dirty="0"/>
              <a:t>三级</a:t>
            </a:r>
          </a:p>
          <a:p>
            <a:pPr lvl="3"/>
            <a:r>
              <a:rPr kumimoji="1" lang="zh-CN" altLang="en-US" dirty="0"/>
              <a:t>四级</a:t>
            </a:r>
          </a:p>
          <a:p>
            <a:pPr lvl="4"/>
            <a:r>
              <a:rPr kumimoji="1" lang="zh-CN" altLang="en-US" dirty="0"/>
              <a:t>五级</a:t>
            </a:r>
          </a:p>
        </p:txBody>
      </p:sp>
      <p:sp>
        <p:nvSpPr>
          <p:cNvPr id="4" name="日期占位符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9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fld id="{35355E76-BFE8-E545-9D3E-FD5F635502AB}" type="datetimeFigureOut">
              <a:rPr kumimoji="1" lang="zh-CN" altLang="en-US" smtClean="0"/>
              <a:t>2026/6/21</a:t>
            </a:fld>
            <a:endParaRPr kumimoji="1" lang="zh-CN" altLang="en-US" dirty="0"/>
          </a:p>
        </p:txBody>
      </p:sp>
      <p:sp>
        <p:nvSpPr>
          <p:cNvPr id="5" name="页脚占位符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kumimoji="1" lang="zh-CN" altLang="en-US"/>
          </a:p>
        </p:txBody>
      </p:sp>
      <p:sp>
        <p:nvSpPr>
          <p:cNvPr id="6" name="灯片编号占位符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9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fld id="{CF8E9B99-A7A3-BA46-8A72-109BAC10AE12}" type="slidenum">
              <a:rPr kumimoji="1" lang="zh-CN" altLang="en-US" smtClean="0"/>
              <a:t>‹#›</a:t>
            </a:fld>
            <a:endParaRPr kumimoji="1" lang="zh-CN" altLang="en-US" dirty="0"/>
          </a:p>
        </p:txBody>
      </p:sp>
    </p:spTree>
  </p:cSld>
  <p:clrMap bg1="lt1" tx1="dk1" bg2="lt2" tx2="dk2" accent1="accent1" accent2="accent2" accent3="accent3" accent4="accent4" accent5="accent5" accent6="accent6" hlink="hlink" folHlink="folHlink"/>
  <p:sldLayoutIdLst>
    <p:sldLayoutId id="2147483650" r:id="rId1"/>
    <p:sldLayoutId id="2147483651" r:id="rId2"/>
    <p:sldLayoutId id="2147483652" r:id="rId3"/>
    <p:sldLayoutId id="2147483653" r:id="rId4"/>
    <p:sldLayoutId id="2147483661" r:id="rId5"/>
    <p:sldLayoutId id="2147483660" r:id="rId6"/>
    <p:sldLayoutId id="2147483663" r:id="rId7"/>
  </p:sldLayoutIdLst>
  <p:txStyles>
    <p:titleStyle>
      <a:lvl1pPr algn="l" defTabSz="914400" rtl="0" eaLnBrk="1" latinLnBrk="0" hangingPunct="1">
        <a:lnSpc>
          <a:spcPct val="90000"/>
        </a:lnSpc>
        <a:spcBef>
          <a:spcPct val="0"/>
        </a:spcBef>
        <a:buNone/>
        <a:defRPr sz="4400" kern="1200">
          <a:solidFill>
            <a:schemeClr val="tx1"/>
          </a:solidFill>
          <a:latin typeface="Source Han Sans CN Regular" panose="020B0800000000000000" pitchFamily="34" charset="-128"/>
          <a:ea typeface="Source Han Sans CN Regular" panose="020B0800000000000000" pitchFamily="34" charset="-128"/>
          <a:cs typeface="+mj-cs"/>
        </a:defRPr>
      </a:lvl1pPr>
    </p:titleStyle>
    <p:bodyStyle>
      <a:lvl1pPr marL="228600" indent="-228600" algn="l" defTabSz="914400" rtl="0" eaLnBrk="1" latinLnBrk="0" hangingPunct="1">
        <a:lnSpc>
          <a:spcPct val="90000"/>
        </a:lnSpc>
        <a:spcBef>
          <a:spcPts val="1000"/>
        </a:spcBef>
        <a:buFont typeface="Arial" panose="020B0704020202090204" pitchFamily="34" charset="0"/>
        <a:buChar char="•"/>
        <a:defRPr sz="2800" kern="1200">
          <a:solidFill>
            <a:schemeClr val="tx1">
              <a:lumMod val="65000"/>
              <a:lumOff val="35000"/>
            </a:schemeClr>
          </a:solidFill>
          <a:latin typeface="Source Han Sans CN Regular" panose="020B0800000000000000" pitchFamily="34" charset="-128"/>
          <a:ea typeface="Source Han Sans CN Regular" panose="020B0800000000000000" pitchFamily="34" charset="-128"/>
          <a:cs typeface="+mn-cs"/>
        </a:defRPr>
      </a:lvl1pPr>
      <a:lvl2pPr marL="685800" indent="-228600" algn="l" defTabSz="914400" rtl="0" eaLnBrk="1" latinLnBrk="0" hangingPunct="1">
        <a:lnSpc>
          <a:spcPct val="90000"/>
        </a:lnSpc>
        <a:spcBef>
          <a:spcPts val="500"/>
        </a:spcBef>
        <a:buFont typeface="Arial" panose="020B0704020202090204" pitchFamily="34" charset="0"/>
        <a:buChar char="•"/>
        <a:defRPr sz="2400" kern="1200">
          <a:solidFill>
            <a:schemeClr val="tx1">
              <a:lumMod val="65000"/>
              <a:lumOff val="35000"/>
            </a:schemeClr>
          </a:solidFill>
          <a:latin typeface="Source Han Sans CN Regular" panose="020B0800000000000000" pitchFamily="34" charset="-128"/>
          <a:ea typeface="Source Han Sans CN Regular" panose="020B0800000000000000" pitchFamily="34" charset="-128"/>
          <a:cs typeface="+mn-cs"/>
        </a:defRPr>
      </a:lvl2pPr>
      <a:lvl3pPr marL="1143000" indent="-228600" algn="l" defTabSz="914400" rtl="0" eaLnBrk="1" latinLnBrk="0" hangingPunct="1">
        <a:lnSpc>
          <a:spcPct val="90000"/>
        </a:lnSpc>
        <a:spcBef>
          <a:spcPts val="500"/>
        </a:spcBef>
        <a:buFont typeface="Arial" panose="020B0704020202090204" pitchFamily="34" charset="0"/>
        <a:buChar char="•"/>
        <a:defRPr sz="2000" kern="1200">
          <a:solidFill>
            <a:schemeClr val="tx1">
              <a:lumMod val="65000"/>
              <a:lumOff val="35000"/>
            </a:schemeClr>
          </a:solidFill>
          <a:latin typeface="Source Han Sans CN Regular" panose="020B0800000000000000" pitchFamily="34" charset="-128"/>
          <a:ea typeface="Source Han Sans CN Regular"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kern="1200">
          <a:solidFill>
            <a:schemeClr val="tx1">
              <a:lumMod val="65000"/>
              <a:lumOff val="35000"/>
            </a:schemeClr>
          </a:solidFill>
          <a:latin typeface="Source Han Sans CN Regular" panose="020B0800000000000000" pitchFamily="34" charset="-128"/>
          <a:ea typeface="Source Han Sans CN Regular"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kern="1200">
          <a:solidFill>
            <a:schemeClr val="tx1">
              <a:lumMod val="65000"/>
              <a:lumOff val="35000"/>
            </a:schemeClr>
          </a:solidFill>
          <a:latin typeface="Source Han Sans CN Regular" panose="020B0800000000000000" pitchFamily="34" charset="-128"/>
          <a:ea typeface="Source Han Sans CN Regular"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image1.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18.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19.xml"/><Relationship Id="rId3" Type="http://schemas.openxmlformats.org/officeDocument/2006/relationships/chart" Target="../charts/chart20.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21.xml"/><Relationship Id="rId3" Type="http://schemas.openxmlformats.org/officeDocument/2006/relationships/chart" Target="../charts/chart2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23.xml"/><Relationship Id="rId3" Type="http://schemas.openxmlformats.org/officeDocument/2006/relationships/chart" Target="../charts/chart24.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25.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26.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1.pn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27.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28.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29.xml"/><Relationship Id="rId3" Type="http://schemas.openxmlformats.org/officeDocument/2006/relationships/chart" Target="../charts/chart30.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31.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3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33.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34.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3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36.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37.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38.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2.png"/></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39.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40.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41.xml"/><Relationship Id="rId3" Type="http://schemas.openxmlformats.org/officeDocument/2006/relationships/chart" Target="../charts/chart42.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3.png"/></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43.xml"/><Relationship Id="rId3" Type="http://schemas.openxmlformats.org/officeDocument/2006/relationships/chart" Target="../charts/chart44.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45.xml"/><Relationship Id="rId3" Type="http://schemas.openxmlformats.org/officeDocument/2006/relationships/chart" Target="../charts/chart46.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47.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48.xml"/><Relationship Id="rId3" Type="http://schemas.openxmlformats.org/officeDocument/2006/relationships/chart" Target="../charts/chart49.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50.xml"/><Relationship Id="rId3" Type="http://schemas.openxmlformats.org/officeDocument/2006/relationships/chart" Target="../charts/chart51.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5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53.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54.xml"/><Relationship Id="rId3" Type="http://schemas.openxmlformats.org/officeDocument/2006/relationships/chart" Target="../charts/chart55.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56.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57.xml"/><Relationship Id="rId3" Type="http://schemas.openxmlformats.org/officeDocument/2006/relationships/chart" Target="../charts/chart58.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4.wmf"/><Relationship Id="rId3" Type="http://schemas.openxmlformats.org/officeDocument/2006/relationships/image" Target="../media/image15.wmf"/></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6.wmf"/><Relationship Id="rId3" Type="http://schemas.openxmlformats.org/officeDocument/2006/relationships/image" Target="../media/image17.wmf"/></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59.xml"/><Relationship Id="rId3" Type="http://schemas.openxmlformats.org/officeDocument/2006/relationships/chart" Target="../charts/chart60.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61.xml"/><Relationship Id="rId3" Type="http://schemas.openxmlformats.org/officeDocument/2006/relationships/image" Target="../media/image18.png"/></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62.xml"/><Relationship Id="rId3" Type="http://schemas.openxmlformats.org/officeDocument/2006/relationships/chart" Target="../charts/chart63.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9.png"/></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64.xml"/><Relationship Id="rId3" Type="http://schemas.openxmlformats.org/officeDocument/2006/relationships/chart" Target="../charts/chart65.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66.xml"/><Relationship Id="rId3" Type="http://schemas.openxmlformats.org/officeDocument/2006/relationships/chart" Target="../charts/chart67.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68.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69.xml"/><Relationship Id="rId3" Type="http://schemas.openxmlformats.org/officeDocument/2006/relationships/chart" Target="../charts/chart70.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71.xml"/><Relationship Id="rId3" Type="http://schemas.openxmlformats.org/officeDocument/2006/relationships/chart" Target="../charts/chart72.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20.png"/><Relationship Id="rId3" Type="http://schemas.openxmlformats.org/officeDocument/2006/relationships/image" Target="../media/image21.png"/></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73.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74.xml"/><Relationship Id="rId3" Type="http://schemas.openxmlformats.org/officeDocument/2006/relationships/chart" Target="../charts/chart75.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76.xml"/><Relationship Id="rId3" Type="http://schemas.openxmlformats.org/officeDocument/2006/relationships/chart" Target="../charts/chart77.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78.xml"/><Relationship Id="rId3" Type="http://schemas.openxmlformats.org/officeDocument/2006/relationships/chart" Target="../charts/chart79.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80.xml"/><Relationship Id="rId3" Type="http://schemas.openxmlformats.org/officeDocument/2006/relationships/chart" Target="../charts/chart81.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82.xml"/><Relationship Id="rId3" Type="http://schemas.openxmlformats.org/officeDocument/2006/relationships/chart" Target="../charts/chart83.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84.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85.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86.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87.xml"/><Relationship Id="rId3" Type="http://schemas.openxmlformats.org/officeDocument/2006/relationships/chart" Target="../charts/chart88.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89.xml"/><Relationship Id="rId3" Type="http://schemas.openxmlformats.org/officeDocument/2006/relationships/chart" Target="../charts/chart90.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91.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92.xml"/><Relationship Id="rId3" Type="http://schemas.openxmlformats.org/officeDocument/2006/relationships/chart" Target="../charts/chart93.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94.xml"/><Relationship Id="rId3" Type="http://schemas.openxmlformats.org/officeDocument/2006/relationships/chart" Target="../charts/chart95.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22.png"/></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slide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pic>
        <p:nvPicPr>
          <p:cNvPr id="2" name="图片 1"/>
          <p:cNvPicPr>
            <a:picLocks noChangeAspect="1"/>
          </p:cNvPicPr>
          <p:nvPr/>
        </p:nvPicPr>
        <p:blipFill>
          <a:blip r:embed="rId2"/>
          <a:stretch>
            <a:fillRect/>
          </a:stretch>
        </p:blipFill>
        <p:spPr>
          <a:xfrm>
            <a:off x="1050472" y="5396863"/>
            <a:ext cx="2438218" cy="508635"/>
          </a:xfrm>
          <a:prstGeom prst="rect">
            <a:avLst/>
          </a:prstGeom>
        </p:spPr>
      </p:pic>
      <p:sp>
        <p:nvSpPr>
          <p:cNvPr id="7" name="副标题 2"/>
          <p:cNvSpPr>
            <a:spLocks noGrp="1"/>
          </p:cNvSpPr>
          <p:nvPr userDrawn="1"/>
        </p:nvSpPr>
        <p:spPr>
          <a:xfrm>
            <a:off x="885190" y="3002915"/>
            <a:ext cx="3813810" cy="596265"/>
          </a:xfrm>
          <a:prstGeom prst="rect">
            <a:avLst/>
          </a:prstGeom>
        </p:spPr>
        <p:txBody>
          <a:bodyPr vert="horz" lIns="91440" tIns="45720" rIns="91440" bIns="45720" rtlCol="0">
            <a:normAutofit/>
          </a:bodyPr>
          <a:lstStyle>
            <a:lvl1pPr marL="0" indent="0" algn="l" defTabSz="914400" rtl="0" eaLnBrk="1" latinLnBrk="0" hangingPunct="1">
              <a:lnSpc>
                <a:spcPts val="3400"/>
              </a:lnSpc>
              <a:spcBef>
                <a:spcPts val="0"/>
              </a:spcBef>
              <a:buFont typeface="Arial" panose="020B0704020202090204" pitchFamily="34" charset="0"/>
              <a:buNone/>
              <a:defRPr sz="2800" kern="1200">
                <a:solidFill>
                  <a:srgbClr val="CDCDCD"/>
                </a:solidFill>
                <a:latin typeface="Source Han Sans CN Regular" panose="020B0800000000000000" pitchFamily="34" charset="-128"/>
                <a:ea typeface="Source Han Sans CN Regular" panose="020B0800000000000000" pitchFamily="34" charset="-128"/>
                <a:cs typeface="+mn-cs"/>
              </a:defRPr>
            </a:lvl1pPr>
            <a:lvl2pPr marL="457200" indent="0" algn="ctr" defTabSz="914400" rtl="0" eaLnBrk="1" latinLnBrk="0" hangingPunct="1">
              <a:lnSpc>
                <a:spcPct val="90000"/>
              </a:lnSpc>
              <a:spcBef>
                <a:spcPts val="500"/>
              </a:spcBef>
              <a:buFont typeface="Arial" panose="020B0704020202090204" pitchFamily="34" charset="0"/>
              <a:buNone/>
              <a:defRPr sz="2000" kern="1200">
                <a:solidFill>
                  <a:schemeClr val="tx1">
                    <a:lumMod val="65000"/>
                    <a:lumOff val="35000"/>
                  </a:schemeClr>
                </a:solidFill>
                <a:latin typeface="Source Han Sans CN Regular" panose="020B0800000000000000" pitchFamily="34" charset="-128"/>
                <a:ea typeface="Source Han Sans CN Regular" panose="020B0800000000000000" pitchFamily="34" charset="-128"/>
                <a:cs typeface="+mn-cs"/>
              </a:defRPr>
            </a:lvl2pPr>
            <a:lvl3pPr marL="914400" indent="0" algn="ctr" defTabSz="914400" rtl="0" eaLnBrk="1" latinLnBrk="0" hangingPunct="1">
              <a:lnSpc>
                <a:spcPct val="90000"/>
              </a:lnSpc>
              <a:spcBef>
                <a:spcPts val="500"/>
              </a:spcBef>
              <a:buFont typeface="Arial" panose="020B0704020202090204" pitchFamily="34" charset="0"/>
              <a:buNone/>
              <a:defRPr sz="1800" kern="1200">
                <a:solidFill>
                  <a:schemeClr val="tx1">
                    <a:lumMod val="65000"/>
                    <a:lumOff val="35000"/>
                  </a:schemeClr>
                </a:solidFill>
                <a:latin typeface="Source Han Sans CN Regular" panose="020B0800000000000000" pitchFamily="34" charset="-128"/>
                <a:ea typeface="Source Han Sans CN Regular" panose="020B0800000000000000" pitchFamily="34" charset="-128"/>
                <a:cs typeface="+mn-cs"/>
              </a:defRPr>
            </a:lvl3pPr>
            <a:lvl4pPr marL="1371600" indent="0" algn="ctr" defTabSz="914400" rtl="0" eaLnBrk="1" latinLnBrk="0" hangingPunct="1">
              <a:lnSpc>
                <a:spcPct val="90000"/>
              </a:lnSpc>
              <a:spcBef>
                <a:spcPts val="500"/>
              </a:spcBef>
              <a:buFont typeface="Arial" panose="020B0704020202090204" pitchFamily="34" charset="0"/>
              <a:buNone/>
              <a:defRPr sz="1600" kern="1200">
                <a:solidFill>
                  <a:schemeClr val="tx1">
                    <a:lumMod val="65000"/>
                    <a:lumOff val="35000"/>
                  </a:schemeClr>
                </a:solidFill>
                <a:latin typeface="Source Han Sans CN Regular" panose="020B0800000000000000" pitchFamily="34" charset="-128"/>
                <a:ea typeface="Source Han Sans CN Regular" panose="020B0800000000000000" pitchFamily="34" charset="-128"/>
                <a:cs typeface="+mn-cs"/>
              </a:defRPr>
            </a:lvl4pPr>
            <a:lvl5pPr marL="1828800" indent="0" algn="ctr" defTabSz="914400" rtl="0" eaLnBrk="1" latinLnBrk="0" hangingPunct="1">
              <a:lnSpc>
                <a:spcPct val="90000"/>
              </a:lnSpc>
              <a:spcBef>
                <a:spcPts val="500"/>
              </a:spcBef>
              <a:buFont typeface="Arial" panose="020B0704020202090204" pitchFamily="34" charset="0"/>
              <a:buNone/>
              <a:defRPr sz="1600" kern="1200">
                <a:solidFill>
                  <a:schemeClr val="tx1">
                    <a:lumMod val="65000"/>
                    <a:lumOff val="35000"/>
                  </a:schemeClr>
                </a:solidFill>
                <a:latin typeface="Source Han Sans CN Regular" panose="020B0800000000000000" pitchFamily="34" charset="-128"/>
                <a:ea typeface="Source Han Sans CN Regular" panose="020B0800000000000000" pitchFamily="34" charset="-128"/>
                <a:cs typeface="+mn-cs"/>
              </a:defRPr>
            </a:lvl5pPr>
            <a:lvl6pPr marL="2286000" indent="0" algn="ctr" defTabSz="914400" rtl="0" eaLnBrk="1" latinLnBrk="0" hangingPunct="1">
              <a:lnSpc>
                <a:spcPct val="90000"/>
              </a:lnSpc>
              <a:spcBef>
                <a:spcPts val="500"/>
              </a:spcBef>
              <a:buFont typeface="Arial" panose="020B070402020209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70402020209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70402020209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704020202090204" pitchFamily="34" charset="0"/>
              <a:buNone/>
              <a:defRPr sz="1600" kern="1200">
                <a:solidFill>
                  <a:schemeClr val="tx1"/>
                </a:solidFill>
                <a:latin typeface="+mn-lt"/>
                <a:ea typeface="+mn-ea"/>
                <a:cs typeface="+mn-cs"/>
              </a:defRPr>
            </a:lvl9pPr>
          </a:lstStyle>
          <a:p>
            <a:r>
              <a:rPr kumimoji="1" lang="zh-CN" altLang="en-GB" dirty="0"/>
              <a:t>广发</a:t>
            </a:r>
            <a:r>
              <a:rPr kumimoji="1" lang="zh-CN" altLang="en-US" dirty="0"/>
              <a:t>策略</a:t>
            </a:r>
          </a:p>
        </p:txBody>
      </p:sp>
      <p:sp>
        <p:nvSpPr>
          <p:cNvPr id="10" name="副标题 2"/>
          <p:cNvSpPr>
            <a:spLocks noGrp="1"/>
          </p:cNvSpPr>
          <p:nvPr userDrawn="1"/>
        </p:nvSpPr>
        <p:spPr>
          <a:xfrm>
            <a:off x="945303" y="5985597"/>
            <a:ext cx="3693583" cy="349673"/>
          </a:xfrm>
          <a:prstGeom prst="rect">
            <a:avLst/>
          </a:prstGeom>
        </p:spPr>
        <p:txBody>
          <a:bodyPr vert="horz" lIns="91440" tIns="45720" rIns="91440" bIns="45720" rtlCol="0" wrap="square">
            <a:normAutofit/>
          </a:bodyPr>
          <a:lstStyle>
            <a:lvl1pPr marL="0" indent="0" algn="l" defTabSz="914400" rtl="0" eaLnBrk="1" latinLnBrk="0" hangingPunct="1">
              <a:lnSpc>
                <a:spcPts val="3400"/>
              </a:lnSpc>
              <a:spcBef>
                <a:spcPts val="0"/>
              </a:spcBef>
              <a:buFont typeface="Arial" panose="020B0704020202090204" pitchFamily="34" charset="0"/>
              <a:buNone/>
              <a:defRPr sz="2800" kern="1200">
                <a:solidFill>
                  <a:srgbClr val="CDCDCD"/>
                </a:solidFill>
                <a:latin typeface="Source Han Sans CN Regular" panose="020B0800000000000000" pitchFamily="34" charset="-128"/>
                <a:ea typeface="Source Han Sans CN Regular" panose="020B0800000000000000" pitchFamily="34" charset="-128"/>
                <a:cs typeface="+mn-cs"/>
              </a:defRPr>
            </a:lvl1pPr>
            <a:lvl2pPr marL="457200" indent="0" algn="ctr" defTabSz="914400" rtl="0" eaLnBrk="1" latinLnBrk="0" hangingPunct="1">
              <a:lnSpc>
                <a:spcPct val="90000"/>
              </a:lnSpc>
              <a:spcBef>
                <a:spcPts val="500"/>
              </a:spcBef>
              <a:buFont typeface="Arial" panose="020B0704020202090204" pitchFamily="34" charset="0"/>
              <a:buNone/>
              <a:defRPr sz="2000" kern="1200">
                <a:solidFill>
                  <a:schemeClr val="tx1">
                    <a:lumMod val="65000"/>
                    <a:lumOff val="35000"/>
                  </a:schemeClr>
                </a:solidFill>
                <a:latin typeface="Source Han Sans CN Regular" panose="020B0800000000000000" pitchFamily="34" charset="-128"/>
                <a:ea typeface="Source Han Sans CN Regular" panose="020B0800000000000000" pitchFamily="34" charset="-128"/>
                <a:cs typeface="+mn-cs"/>
              </a:defRPr>
            </a:lvl2pPr>
            <a:lvl3pPr marL="914400" indent="0" algn="ctr" defTabSz="914400" rtl="0" eaLnBrk="1" latinLnBrk="0" hangingPunct="1">
              <a:lnSpc>
                <a:spcPct val="90000"/>
              </a:lnSpc>
              <a:spcBef>
                <a:spcPts val="500"/>
              </a:spcBef>
              <a:buFont typeface="Arial" panose="020B0704020202090204" pitchFamily="34" charset="0"/>
              <a:buNone/>
              <a:defRPr sz="1800" kern="1200">
                <a:solidFill>
                  <a:schemeClr val="tx1">
                    <a:lumMod val="65000"/>
                    <a:lumOff val="35000"/>
                  </a:schemeClr>
                </a:solidFill>
                <a:latin typeface="Source Han Sans CN Regular" panose="020B0800000000000000" pitchFamily="34" charset="-128"/>
                <a:ea typeface="Source Han Sans CN Regular" panose="020B0800000000000000" pitchFamily="34" charset="-128"/>
                <a:cs typeface="+mn-cs"/>
              </a:defRPr>
            </a:lvl3pPr>
            <a:lvl4pPr marL="1371600" indent="0" algn="ctr" defTabSz="914400" rtl="0" eaLnBrk="1" latinLnBrk="0" hangingPunct="1">
              <a:lnSpc>
                <a:spcPct val="90000"/>
              </a:lnSpc>
              <a:spcBef>
                <a:spcPts val="500"/>
              </a:spcBef>
              <a:buFont typeface="Arial" panose="020B0704020202090204" pitchFamily="34" charset="0"/>
              <a:buNone/>
              <a:defRPr sz="1600" kern="1200">
                <a:solidFill>
                  <a:schemeClr val="tx1">
                    <a:lumMod val="65000"/>
                    <a:lumOff val="35000"/>
                  </a:schemeClr>
                </a:solidFill>
                <a:latin typeface="Source Han Sans CN Regular" panose="020B0800000000000000" pitchFamily="34" charset="-128"/>
                <a:ea typeface="Source Han Sans CN Regular" panose="020B0800000000000000" pitchFamily="34" charset="-128"/>
                <a:cs typeface="+mn-cs"/>
              </a:defRPr>
            </a:lvl4pPr>
            <a:lvl5pPr marL="1828800" indent="0" algn="ctr" defTabSz="914400" rtl="0" eaLnBrk="1" latinLnBrk="0" hangingPunct="1">
              <a:lnSpc>
                <a:spcPct val="90000"/>
              </a:lnSpc>
              <a:spcBef>
                <a:spcPts val="500"/>
              </a:spcBef>
              <a:buFont typeface="Arial" panose="020B0704020202090204" pitchFamily="34" charset="0"/>
              <a:buNone/>
              <a:defRPr sz="1600" kern="1200">
                <a:solidFill>
                  <a:schemeClr val="tx1">
                    <a:lumMod val="65000"/>
                    <a:lumOff val="35000"/>
                  </a:schemeClr>
                </a:solidFill>
                <a:latin typeface="Source Han Sans CN Regular" panose="020B0800000000000000" pitchFamily="34" charset="-128"/>
                <a:ea typeface="Source Han Sans CN Regular" panose="020B0800000000000000" pitchFamily="34" charset="-128"/>
                <a:cs typeface="+mn-cs"/>
              </a:defRPr>
            </a:lvl5pPr>
            <a:lvl6pPr marL="2286000" indent="0" algn="ctr" defTabSz="914400" rtl="0" eaLnBrk="1" latinLnBrk="0" hangingPunct="1">
              <a:lnSpc>
                <a:spcPct val="90000"/>
              </a:lnSpc>
              <a:spcBef>
                <a:spcPts val="500"/>
              </a:spcBef>
              <a:buFont typeface="Arial" panose="020B070402020209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70402020209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70402020209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704020202090204" pitchFamily="34" charset="0"/>
              <a:buNone/>
              <a:defRPr sz="1600" kern="1200">
                <a:solidFill>
                  <a:schemeClr val="tx1"/>
                </a:solidFill>
                <a:latin typeface="+mn-lt"/>
                <a:ea typeface="+mn-ea"/>
                <a:cs typeface="+mn-cs"/>
              </a:defRPr>
            </a:lvl9pPr>
          </a:lstStyle>
          <a:p>
            <a:pPr>
              <a:lnSpc>
                <a:spcPct val="100000"/>
              </a:lnSpc>
            </a:pPr>
            <a:r>
              <a:rPr sz="1400"/>
              <a:t>2026年7月</a:t>
            </a:r>
            <a:endParaRPr kumimoji="1" lang="en-US" altLang="zh-CN" sz="1400" dirty="0"/>
          </a:p>
        </p:txBody>
      </p:sp>
      <p:sp>
        <p:nvSpPr>
          <p:cNvPr id="11" name="标题 1"/>
          <p:cNvSpPr>
            <a:spLocks noGrp="1"/>
          </p:cNvSpPr>
          <p:nvPr userDrawn="1"/>
        </p:nvSpPr>
        <p:spPr>
          <a:xfrm>
            <a:off x="851534" y="1156335"/>
            <a:ext cx="7093586" cy="1555115"/>
          </a:xfrm>
          <a:prstGeom prst="rect">
            <a:avLst/>
          </a:prstGeom>
        </p:spPr>
        <p:txBody>
          <a:bodyPr vert="horz" lIns="91440" tIns="45720" rIns="91440" bIns="45720" rtlCol="0" anchor="t" wrap="square">
            <a:normAutofit/>
          </a:bodyPr>
          <a:lstStyle>
            <a:lvl1pPr algn="l" defTabSz="914400" rtl="0" eaLnBrk="1" latinLnBrk="0" hangingPunct="1">
              <a:lnSpc>
                <a:spcPts val="5500"/>
              </a:lnSpc>
              <a:spcBef>
                <a:spcPct val="0"/>
              </a:spcBef>
              <a:buNone/>
              <a:defRPr sz="4300" b="0" i="0" kern="1200">
                <a:solidFill>
                  <a:srgbClr val="353160"/>
                </a:solidFill>
                <a:latin typeface="Source Han Sans CN Medium" panose="020B0800000000000000" pitchFamily="34" charset="-128"/>
                <a:ea typeface="Source Han Sans CN Medium" panose="020B0800000000000000" pitchFamily="34" charset="-128"/>
                <a:cs typeface="+mj-cs"/>
              </a:defRPr>
            </a:lvl1pPr>
          </a:lstStyle>
          <a:p>
            <a:pPr/>
            <a:r>
              <a:rPr sz="3800" b="1">
                <a:solidFill>
                  <a:srgbClr val="353160"/>
                </a:solidFill>
                <a:latin typeface="思源黑体 CN Bold"/>
              </a:rPr>
              <a:t>位置决定叙事，趋势锚定景气——2026港股&amp;海外大类资产中期策略</a:t>
            </a:r>
            <a:endParaRPr kumimoji="1" lang="en-US" altLang="zh-CN" sz="3800" dirty="0">
              <a:latin typeface="思源黑体 CN Bold" panose="020B0800000000000000" pitchFamily="34" charset="-122"/>
              <a:ea typeface="思源黑体 CN Bold" panose="020B0800000000000000" pitchFamily="34" charset="-122"/>
              <a:cs typeface="Source Han Sans CN Regular" panose="020B0800000000000000" charset="-122"/>
              <a:sym typeface="+mn-ea"/>
            </a:endParaRPr>
          </a:p>
        </p:txBody>
      </p:sp>
      <p:sp>
        <p:nvSpPr>
          <p:cNvPr id="5" name="副标题 2">
            <a:extLst>
              <a:ext uri="{FF2B5EF4-FFF2-40B4-BE49-F238E27FC236}">
                <a16:creationId xmlns:a16="http://schemas.microsoft.com/office/drawing/2014/main" id="{EC2E6A9D-0C2B-46E2-8845-FA2D118786DE}"/>
              </a:ext>
            </a:extLst>
          </p:cNvPr>
          <p:cNvSpPr>
            <a:spLocks noGrp="1"/>
          </p:cNvSpPr>
          <p:nvPr/>
        </p:nvSpPr>
        <p:spPr>
          <a:xfrm>
            <a:off x="885190" y="3599180"/>
            <a:ext cx="7157085" cy="1555115"/>
          </a:xfrm>
          <a:prstGeom prst="rect">
            <a:avLst/>
          </a:prstGeom>
        </p:spPr>
        <p:txBody>
          <a:bodyPr vert="horz" lIns="91440" tIns="45720" rIns="91440" bIns="45720" rtlCol="0" wrap="square">
            <a:normAutofit/>
          </a:bodyPr>
          <a:lstStyle>
            <a:lvl1pPr marL="0" indent="0" algn="l" defTabSz="914400" rtl="0" eaLnBrk="1" latinLnBrk="0" hangingPunct="1">
              <a:lnSpc>
                <a:spcPts val="3400"/>
              </a:lnSpc>
              <a:spcBef>
                <a:spcPts val="0"/>
              </a:spcBef>
              <a:buFont typeface="Arial" panose="020B0704020202090204" pitchFamily="34" charset="0"/>
              <a:buNone/>
              <a:defRPr sz="2800" kern="1200">
                <a:solidFill>
                  <a:srgbClr val="CDCDCD"/>
                </a:solidFill>
                <a:latin typeface="Source Han Sans CN Regular" panose="020B0800000000000000" pitchFamily="34" charset="-128"/>
                <a:ea typeface="Source Han Sans CN Regular" panose="020B0800000000000000" pitchFamily="34" charset="-128"/>
                <a:cs typeface="+mn-cs"/>
              </a:defRPr>
            </a:lvl1pPr>
            <a:lvl2pPr marL="457200" indent="0" algn="ctr" defTabSz="914400" rtl="0" eaLnBrk="1" latinLnBrk="0" hangingPunct="1">
              <a:lnSpc>
                <a:spcPct val="90000"/>
              </a:lnSpc>
              <a:spcBef>
                <a:spcPts val="500"/>
              </a:spcBef>
              <a:buFont typeface="Arial" panose="020B0704020202090204" pitchFamily="34" charset="0"/>
              <a:buNone/>
              <a:defRPr sz="2000" kern="1200">
                <a:solidFill>
                  <a:schemeClr val="tx1">
                    <a:lumMod val="65000"/>
                    <a:lumOff val="35000"/>
                  </a:schemeClr>
                </a:solidFill>
                <a:latin typeface="Source Han Sans CN Regular" panose="020B0800000000000000" pitchFamily="34" charset="-128"/>
                <a:ea typeface="Source Han Sans CN Regular" panose="020B0800000000000000" pitchFamily="34" charset="-128"/>
                <a:cs typeface="+mn-cs"/>
              </a:defRPr>
            </a:lvl2pPr>
            <a:lvl3pPr marL="914400" indent="0" algn="ctr" defTabSz="914400" rtl="0" eaLnBrk="1" latinLnBrk="0" hangingPunct="1">
              <a:lnSpc>
                <a:spcPct val="90000"/>
              </a:lnSpc>
              <a:spcBef>
                <a:spcPts val="500"/>
              </a:spcBef>
              <a:buFont typeface="Arial" panose="020B0704020202090204" pitchFamily="34" charset="0"/>
              <a:buNone/>
              <a:defRPr sz="1800" kern="1200">
                <a:solidFill>
                  <a:schemeClr val="tx1">
                    <a:lumMod val="65000"/>
                    <a:lumOff val="35000"/>
                  </a:schemeClr>
                </a:solidFill>
                <a:latin typeface="Source Han Sans CN Regular" panose="020B0800000000000000" pitchFamily="34" charset="-128"/>
                <a:ea typeface="Source Han Sans CN Regular" panose="020B0800000000000000" pitchFamily="34" charset="-128"/>
                <a:cs typeface="+mn-cs"/>
              </a:defRPr>
            </a:lvl3pPr>
            <a:lvl4pPr marL="1371600" indent="0" algn="ctr" defTabSz="914400" rtl="0" eaLnBrk="1" latinLnBrk="0" hangingPunct="1">
              <a:lnSpc>
                <a:spcPct val="90000"/>
              </a:lnSpc>
              <a:spcBef>
                <a:spcPts val="500"/>
              </a:spcBef>
              <a:buFont typeface="Arial" panose="020B0704020202090204" pitchFamily="34" charset="0"/>
              <a:buNone/>
              <a:defRPr sz="1600" kern="1200">
                <a:solidFill>
                  <a:schemeClr val="tx1">
                    <a:lumMod val="65000"/>
                    <a:lumOff val="35000"/>
                  </a:schemeClr>
                </a:solidFill>
                <a:latin typeface="Source Han Sans CN Regular" panose="020B0800000000000000" pitchFamily="34" charset="-128"/>
                <a:ea typeface="Source Han Sans CN Regular" panose="020B0800000000000000" pitchFamily="34" charset="-128"/>
                <a:cs typeface="+mn-cs"/>
              </a:defRPr>
            </a:lvl4pPr>
            <a:lvl5pPr marL="1828800" indent="0" algn="ctr" defTabSz="914400" rtl="0" eaLnBrk="1" latinLnBrk="0" hangingPunct="1">
              <a:lnSpc>
                <a:spcPct val="90000"/>
              </a:lnSpc>
              <a:spcBef>
                <a:spcPts val="500"/>
              </a:spcBef>
              <a:buFont typeface="Arial" panose="020B0704020202090204" pitchFamily="34" charset="0"/>
              <a:buNone/>
              <a:defRPr sz="1600" kern="1200">
                <a:solidFill>
                  <a:schemeClr val="tx1">
                    <a:lumMod val="65000"/>
                    <a:lumOff val="35000"/>
                  </a:schemeClr>
                </a:solidFill>
                <a:latin typeface="Source Han Sans CN Regular" panose="020B0800000000000000" pitchFamily="34" charset="-128"/>
                <a:ea typeface="Source Han Sans CN Regular" panose="020B0800000000000000" pitchFamily="34" charset="-128"/>
                <a:cs typeface="+mn-cs"/>
              </a:defRPr>
            </a:lvl5pPr>
            <a:lvl6pPr marL="2286000" indent="0" algn="ctr" defTabSz="914400" rtl="0" eaLnBrk="1" latinLnBrk="0" hangingPunct="1">
              <a:lnSpc>
                <a:spcPct val="90000"/>
              </a:lnSpc>
              <a:spcBef>
                <a:spcPts val="500"/>
              </a:spcBef>
              <a:buFont typeface="Arial" panose="020B070402020209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70402020209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70402020209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704020202090204" pitchFamily="34" charset="0"/>
              <a:buNone/>
              <a:defRPr sz="1600" kern="1200">
                <a:solidFill>
                  <a:schemeClr val="tx1"/>
                </a:solidFill>
                <a:latin typeface="+mn-lt"/>
                <a:ea typeface="+mn-ea"/>
                <a:cs typeface="+mn-cs"/>
              </a:defRPr>
            </a:lvl9pPr>
          </a:lstStyle>
          <a:p>
            <a:pPr marL="0" marR="0" lvl="0" indent="0" algn="l" defTabSz="914400" rtl="0" eaLnBrk="1" fontAlgn="auto" latinLnBrk="0" hangingPunct="1">
              <a:lnSpc>
                <a:spcPts val="2600"/>
              </a:lnSpc>
              <a:spcBef>
                <a:spcPts val="0"/>
              </a:spcBef>
              <a:spcAft>
                <a:spcPts val="0"/>
              </a:spcAft>
              <a:buClrTx/>
              <a:buSzTx/>
              <a:buFont typeface="Arial" panose="020B0704020202090204" pitchFamily="34" charset="0"/>
              <a:buNone/>
              <a:tabLst/>
              <a:defRPr/>
            </a:pPr>
            <a:r>
              <a:rPr sz="1400" b="0">
                <a:solidFill>
                  <a:srgbClr val="CDCDCD"/>
                </a:solidFill>
                <a:latin typeface="Source Han Sans CN Regular"/>
              </a:rPr>
              <a:t>刘晨明：首席策略分析师</a:t>
            </a:r>
            <a:endParaRPr kumimoji="1" lang="en-US" altLang="zh-CN" sz="1400" b="0" i="0" u="none" strike="noStrike" kern="1200" cap="none" spc="0" normalizeH="0" baseline="0" noProof="0" dirty="0">
              <a:ln>
                <a:noFill/>
              </a:ln>
              <a:solidFill>
                <a:srgbClr val="CDCDCD"/>
              </a:solidFill>
              <a:effectLst/>
              <a:uLnTx/>
              <a:uFillTx/>
              <a:latin typeface="Source Han Sans CN Regular" panose="020B0800000000000000" pitchFamily="34" charset="-128"/>
              <a:ea typeface="Source Han Sans CN Regular" panose="020B0800000000000000" pitchFamily="34" charset="-128"/>
              <a:cs typeface="+mn-cs"/>
            </a:endParaRPr>
          </a:p>
          <a:p>
            <a:pPr algn="l"/>
            <a:r>
              <a:rPr sz="1400" b="0">
                <a:solidFill>
                  <a:srgbClr val="CDCDCD"/>
                </a:solidFill>
                <a:latin typeface="Source Han Sans CN Regular"/>
              </a:rPr>
              <a:t>陈振威：策略资深分析师</a:t>
            </a:r>
          </a:p>
        </p:txBody>
      </p:sp>
    </p:spTree>
  </p:cSld>
  <p:clrMapOvr>
    <a:masterClrMapping/>
  </p:clrMapOvr>
</p:sld>
</file>

<file path=ppt/slides/slide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标题 1">
            <a:extLst>
              <a:ext uri="{FF2B5EF4-FFF2-40B4-BE49-F238E27FC236}">
                <a16:creationId xmlns:a16="http://schemas.microsoft.com/office/drawing/2014/main" id="{92112109-C5DB-4123-BDE7-2482363670EC}"/>
              </a:ext>
            </a:extLst>
          </p:cNvPr>
          <p:cNvSpPr>
            <a:spLocks noGrp="1"/>
          </p:cNvSpPr>
          <p:nvPr>
            <p:ph type="title"/>
          </p:nvPr>
        </p:nvSpPr>
        <p:spPr>
          <a:xfrm>
            <a:off x="648000" y="576000"/>
            <a:ext cx="10980000" cy="607695"/>
          </a:xfrm>
        </p:spPr>
        <p:txBody>
          <a:bodyPr wrap="square">
            <a:normAutofit/>
          </a:bodyPr>
          <a:lstStyle/>
          <a:p>
            <a:pPr>
              <a:lnSpc>
                <a:spcPct val="100000"/>
              </a:lnSpc>
            </a:pPr>
            <a:r>
              <a:rPr sz="3200" b="1">
                <a:solidFill>
                  <a:srgbClr val="353160"/>
                </a:solidFill>
                <a:latin typeface="Source Han Sans CN Normal"/>
              </a:rPr>
              <a:t>核心结论</a:t>
            </a:r>
          </a:p>
        </p:txBody>
      </p:sp>
      <p:sp>
        <p:nvSpPr>
          <p:cNvPr id="3" name="内容占位符 2">
            <a:extLst>
              <a:ext uri="{FF2B5EF4-FFF2-40B4-BE49-F238E27FC236}">
                <a16:creationId xmlns:a16="http://schemas.microsoft.com/office/drawing/2014/main" id="{EDF592E4-8F58-492F-9F67-029280C2CED5}"/>
              </a:ext>
            </a:extLst>
          </p:cNvPr>
          <p:cNvSpPr>
            <a:spLocks noGrp="1"/>
          </p:cNvSpPr>
          <p:nvPr>
            <p:ph idx="4294967295"/>
          </p:nvPr>
        </p:nvSpPr>
        <p:spPr>
          <a:xfrm>
            <a:off x="576000" y="1296001"/>
            <a:ext cx="10980000" cy="5165999"/>
          </a:xfrm>
        </p:spPr>
        <p:txBody>
          <a:bodyPr wrap="square"/>
          <a:lstStyle/>
          <a:p>
            <a:pPr marL="288290" indent="-288290">
              <a:lnSpc>
                <a:spcPct val="115000"/>
              </a:lnSpc>
              <a:spcBef>
                <a:spcPts val="0"/>
              </a:spcBef>
              <a:spcAft>
                <a:spcPts val="800"/>
              </a:spcAft>
              <a:buClr>
                <a:srgbClr val="B9BEE5"/>
              </a:buClr>
              <a:buFont typeface="Wingdings" panose="05000000000000000000" pitchFamily="2" charset="2"/>
              <a:buChar char="n"/>
            </a:pPr>
            <a:r>
              <a:rPr sz="1200" b="1">
                <a:solidFill>
                  <a:srgbClr val="C00000"/>
                </a:solidFill>
                <a:latin typeface="思源黑体 CN Bold"/>
              </a:rPr>
              <a:t>2026</a:t>
            </a:r>
            <a:r>
              <a:rPr sz="1200" b="1">
                <a:solidFill>
                  <a:srgbClr val="C00000"/>
                </a:solidFill>
                <a:latin typeface="思源黑体 CN Bold"/>
              </a:rPr>
              <a:t>年下半年，海外资产定价的核心矛盾，正在转向</a:t>
            </a:r>
            <a:r>
              <a:rPr sz="1200" b="1">
                <a:solidFill>
                  <a:srgbClr val="C00000"/>
                </a:solidFill>
                <a:latin typeface="思源黑体 CN Bold"/>
              </a:rPr>
              <a:t>“</a:t>
            </a:r>
            <a:r>
              <a:rPr sz="1200" b="1">
                <a:solidFill>
                  <a:srgbClr val="C00000"/>
                </a:solidFill>
                <a:latin typeface="思源黑体 CN Bold"/>
              </a:rPr>
              <a:t>滞胀约束下的鹰派再定价</a:t>
            </a:r>
            <a:r>
              <a:rPr sz="1200" b="1">
                <a:solidFill>
                  <a:srgbClr val="C00000"/>
                </a:solidFill>
                <a:latin typeface="思源黑体 CN Bold"/>
              </a:rPr>
              <a:t>”</a:t>
            </a:r>
            <a:r>
              <a:rPr sz="1200" b="1">
                <a:solidFill>
                  <a:srgbClr val="C00000"/>
                </a:solidFill>
                <a:latin typeface="思源黑体 CN Bold"/>
              </a:rPr>
              <a:t>。</a:t>
            </a:r>
            <a:r>
              <a:rPr sz="1200" b="0">
                <a:solidFill>
                  <a:srgbClr val="000000"/>
                </a:solidFill>
                <a:latin typeface="思源黑体 CN Regular"/>
              </a:rPr>
              <a:t>全球经济仍有名义韧性，但通胀、能源价格、地缘冲突和金融条件收紧共同抬升宏观不确定性。</a:t>
            </a:r>
            <a:endParaRPr kumimoji="1" lang="en-US" altLang="zh-CN" sz="1200" dirty="0">
              <a:solidFill>
                <a:srgbClr val="C00000"/>
              </a:solidFill>
              <a:latin typeface="思源黑体 CN Bold" panose="020B0800000000000000" pitchFamily="34" charset="-122"/>
              <a:ea typeface="思源黑体 CN Bold" panose="020B0800000000000000" pitchFamily="34" charset="-122"/>
            </a:endParaRPr>
          </a:p>
          <a:p>
            <a:pPr marL="288290" indent="-288290">
              <a:lnSpc>
                <a:spcPct val="115000"/>
              </a:lnSpc>
              <a:spcBef>
                <a:spcPts val="0"/>
              </a:spcBef>
              <a:spcAft>
                <a:spcPts val="800"/>
              </a:spcAft>
              <a:buClr>
                <a:srgbClr val="B9BEE5"/>
              </a:buClr>
              <a:buFont typeface="Wingdings" panose="05000000000000000000" pitchFamily="2" charset="2"/>
              <a:buChar char="n"/>
            </a:pPr>
            <a:r>
              <a:rPr sz="1200" b="0">
                <a:solidFill>
                  <a:srgbClr val="000000"/>
                </a:solidFill>
                <a:latin typeface="思源黑体 CN Regular"/>
              </a:rPr>
              <a:t>美国角度，就业仍稳、核心通胀暂未失控，但</a:t>
            </a:r>
            <a:r>
              <a:rPr sz="1200" b="0">
                <a:solidFill>
                  <a:srgbClr val="000000"/>
                </a:solidFill>
                <a:latin typeface="思源黑体 CN Regular"/>
              </a:rPr>
              <a:t>CPI</a:t>
            </a:r>
            <a:r>
              <a:rPr sz="1200" b="0">
                <a:solidFill>
                  <a:srgbClr val="000000"/>
                </a:solidFill>
                <a:latin typeface="思源黑体 CN Regular"/>
              </a:rPr>
              <a:t>绝对水平已重新抬升，职位空缺</a:t>
            </a:r>
            <a:r>
              <a:rPr sz="1200" b="0">
                <a:solidFill>
                  <a:srgbClr val="000000"/>
                </a:solidFill>
                <a:latin typeface="思源黑体 CN Regular"/>
              </a:rPr>
              <a:t>/</a:t>
            </a:r>
            <a:r>
              <a:rPr sz="1200" b="0">
                <a:solidFill>
                  <a:srgbClr val="000000"/>
                </a:solidFill>
                <a:latin typeface="思源黑体 CN Regular"/>
              </a:rPr>
              <a:t>失业人数比值也出现反弹，后续</a:t>
            </a:r>
            <a:r>
              <a:rPr sz="1200" b="0">
                <a:solidFill>
                  <a:srgbClr val="000000"/>
                </a:solidFill>
                <a:latin typeface="思源黑体 CN Regular"/>
              </a:rPr>
              <a:t>若工资重新</a:t>
            </a:r>
            <a:r>
              <a:rPr sz="1200" b="0">
                <a:solidFill>
                  <a:srgbClr val="000000"/>
                </a:solidFill>
                <a:latin typeface="思源黑体 CN Regular"/>
              </a:rPr>
              <a:t>加速，外部通胀冲击可能转向更顽固的内生性通胀。货币政策层面，美联储</a:t>
            </a:r>
            <a:r>
              <a:rPr sz="1200" b="0">
                <a:solidFill>
                  <a:srgbClr val="000000"/>
                </a:solidFill>
                <a:latin typeface="思源黑体 CN Regular"/>
              </a:rPr>
              <a:t>“</a:t>
            </a:r>
            <a:r>
              <a:rPr sz="1200" b="0">
                <a:solidFill>
                  <a:srgbClr val="000000"/>
                </a:solidFill>
                <a:latin typeface="思源黑体 CN Regular"/>
              </a:rPr>
              <a:t>没加息、但更鹰</a:t>
            </a:r>
            <a:r>
              <a:rPr sz="1200" b="0">
                <a:solidFill>
                  <a:srgbClr val="000000"/>
                </a:solidFill>
                <a:latin typeface="思源黑体 CN Regular"/>
              </a:rPr>
              <a:t>”</a:t>
            </a:r>
            <a:r>
              <a:rPr sz="1200" b="0">
                <a:solidFill>
                  <a:srgbClr val="000000"/>
                </a:solidFill>
                <a:latin typeface="思源黑体 CN Regular"/>
              </a:rPr>
              <a:t>，欧央行率先重启加息并推进缩表，日本央行加息至</a:t>
            </a:r>
            <a:r>
              <a:rPr sz="1200" b="0">
                <a:solidFill>
                  <a:srgbClr val="000000"/>
                </a:solidFill>
                <a:latin typeface="思源黑体 CN Regular"/>
              </a:rPr>
              <a:t>1%</a:t>
            </a:r>
            <a:r>
              <a:rPr sz="1200" b="0">
                <a:solidFill>
                  <a:srgbClr val="000000"/>
                </a:solidFill>
                <a:latin typeface="思源黑体 CN Regular"/>
              </a:rPr>
              <a:t>，全球流动性宽松周期或已进入尾声。</a:t>
            </a:r>
            <a:endParaRPr kumimoji="1" lang="en-US" altLang="zh-CN" sz="1200" dirty="0">
              <a:solidFill>
                <a:schemeClr val="tx1">
                  <a:lumMod val="85000"/>
                  <a:lumOff val="15000"/>
                </a:schemeClr>
              </a:solidFill>
            </a:endParaRPr>
          </a:p>
          <a:p>
            <a:pPr marL="288290" indent="-288290">
              <a:lnSpc>
                <a:spcPct val="115000"/>
              </a:lnSpc>
              <a:spcBef>
                <a:spcPts val="0"/>
              </a:spcBef>
              <a:spcAft>
                <a:spcPts val="800"/>
              </a:spcAft>
              <a:buClr>
                <a:srgbClr val="B9BEE5"/>
              </a:buClr>
              <a:buFont typeface="Wingdings" panose="05000000000000000000" pitchFamily="2" charset="2"/>
              <a:buChar char="n"/>
            </a:pPr>
            <a:r>
              <a:rPr sz="1200" b="1">
                <a:solidFill>
                  <a:srgbClr val="C00000"/>
                </a:solidFill>
                <a:latin typeface="思源黑体 CN Bold"/>
              </a:rPr>
              <a:t>港股方面，下半年的关键在于流动性压力能否边际缓解，但趋势性反转仍需</a:t>
            </a:r>
            <a:r>
              <a:rPr sz="1200" b="1">
                <a:solidFill>
                  <a:srgbClr val="C00000"/>
                </a:solidFill>
                <a:latin typeface="思源黑体 CN Bold"/>
              </a:rPr>
              <a:t>海外流动性改善与自身</a:t>
            </a:r>
            <a:r>
              <a:rPr sz="1200" b="1">
                <a:solidFill>
                  <a:srgbClr val="C00000"/>
                </a:solidFill>
                <a:latin typeface="思源黑体 CN Bold"/>
              </a:rPr>
              <a:t>基本面企稳</a:t>
            </a:r>
            <a:r>
              <a:rPr sz="1200" b="1">
                <a:solidFill>
                  <a:srgbClr val="C00000"/>
                </a:solidFill>
                <a:latin typeface="思源黑体 CN Bold"/>
              </a:rPr>
              <a:t>共振</a:t>
            </a:r>
            <a:r>
              <a:rPr sz="1200" b="1">
                <a:solidFill>
                  <a:srgbClr val="C00000"/>
                </a:solidFill>
                <a:latin typeface="思源黑体 CN Bold"/>
              </a:rPr>
              <a:t>。</a:t>
            </a:r>
            <a:r>
              <a:rPr sz="1200" b="0">
                <a:solidFill>
                  <a:srgbClr val="000000"/>
                </a:solidFill>
                <a:latin typeface="思源黑体 CN Regular"/>
              </a:rPr>
              <a:t>港股内部面临新旧动能切换期，旧动能盈利回升没有弹性，新动能尚未接上力，流动性就是主导行情走势的核心，当前港股的流动性正在面临产业资本、外资、南向资金同时抽离的</a:t>
            </a:r>
            <a:r>
              <a:rPr sz="1200" b="0">
                <a:solidFill>
                  <a:srgbClr val="000000"/>
                </a:solidFill>
                <a:latin typeface="思源黑体 CN Regular"/>
              </a:rPr>
              <a:t>压力</a:t>
            </a:r>
            <a:r>
              <a:rPr sz="1200" b="0">
                <a:solidFill>
                  <a:srgbClr val="000000"/>
                </a:solidFill>
                <a:latin typeface="思源黑体 CN Regular"/>
              </a:rPr>
              <a:t>。往后看，限售股解禁压力在</a:t>
            </a:r>
            <a:r>
              <a:rPr sz="1200" b="0">
                <a:solidFill>
                  <a:srgbClr val="000000"/>
                </a:solidFill>
                <a:latin typeface="思源黑体 CN Regular"/>
              </a:rPr>
              <a:t>7</a:t>
            </a:r>
            <a:r>
              <a:rPr sz="1200" b="0">
                <a:solidFill>
                  <a:srgbClr val="000000"/>
                </a:solidFill>
                <a:latin typeface="思源黑体 CN Regular"/>
              </a:rPr>
              <a:t>月中旬后可能阶段性缓解、</a:t>
            </a:r>
            <a:r>
              <a:rPr sz="1200" b="0">
                <a:solidFill>
                  <a:srgbClr val="000000"/>
                </a:solidFill>
                <a:latin typeface="思源黑体 CN Regular"/>
              </a:rPr>
              <a:t>7-8</a:t>
            </a:r>
            <a:r>
              <a:rPr sz="1200" b="0">
                <a:solidFill>
                  <a:srgbClr val="000000"/>
                </a:solidFill>
                <a:latin typeface="思源黑体 CN Regular"/>
              </a:rPr>
              <a:t>月美国非农</a:t>
            </a:r>
            <a:r>
              <a:rPr sz="1200" b="0">
                <a:solidFill>
                  <a:srgbClr val="000000"/>
                </a:solidFill>
                <a:latin typeface="思源黑体 CN Regular"/>
              </a:rPr>
              <a:t>及</a:t>
            </a:r>
            <a:r>
              <a:rPr sz="1200" b="0">
                <a:solidFill>
                  <a:srgbClr val="000000"/>
                </a:solidFill>
                <a:latin typeface="思源黑体 CN Regular"/>
              </a:rPr>
              <a:t>通胀</a:t>
            </a:r>
            <a:r>
              <a:rPr sz="1200" b="0">
                <a:solidFill>
                  <a:srgbClr val="000000"/>
                </a:solidFill>
                <a:latin typeface="思源黑体 CN Regular"/>
              </a:rPr>
              <a:t>若</a:t>
            </a:r>
            <a:r>
              <a:rPr sz="1200" b="0">
                <a:solidFill>
                  <a:srgbClr val="000000"/>
                </a:solidFill>
                <a:latin typeface="思源黑体 CN Regular"/>
              </a:rPr>
              <a:t>低于预期，也可能推动加息预期后移、缓和外资压力，</a:t>
            </a:r>
            <a:r>
              <a:rPr sz="1200" b="0">
                <a:solidFill>
                  <a:srgbClr val="000000"/>
                </a:solidFill>
                <a:latin typeface="思源黑体 CN Regular"/>
              </a:rPr>
              <a:t> </a:t>
            </a:r>
            <a:r>
              <a:rPr sz="1200" b="0">
                <a:solidFill>
                  <a:srgbClr val="000000"/>
                </a:solidFill>
                <a:latin typeface="思源黑体 CN Regular"/>
              </a:rPr>
              <a:t>7</a:t>
            </a:r>
            <a:r>
              <a:rPr sz="1200" b="0">
                <a:solidFill>
                  <a:srgbClr val="000000"/>
                </a:solidFill>
                <a:latin typeface="思源黑体 CN Regular"/>
              </a:rPr>
              <a:t>月中旬</a:t>
            </a:r>
            <a:r>
              <a:rPr sz="1200" b="0">
                <a:solidFill>
                  <a:srgbClr val="000000"/>
                </a:solidFill>
                <a:latin typeface="思源黑体 CN Regular"/>
              </a:rPr>
              <a:t>-9</a:t>
            </a:r>
            <a:r>
              <a:rPr sz="1200" b="0">
                <a:solidFill>
                  <a:srgbClr val="000000"/>
                </a:solidFill>
                <a:latin typeface="思源黑体 CN Regular"/>
              </a:rPr>
              <a:t>月中旬流动性</a:t>
            </a:r>
            <a:r>
              <a:rPr sz="1200" b="0">
                <a:solidFill>
                  <a:srgbClr val="000000"/>
                </a:solidFill>
                <a:latin typeface="思源黑体 CN Regular"/>
              </a:rPr>
              <a:t>压力</a:t>
            </a:r>
            <a:r>
              <a:rPr sz="1200" b="0">
                <a:solidFill>
                  <a:srgbClr val="000000"/>
                </a:solidFill>
                <a:latin typeface="思源黑体 CN Regular"/>
              </a:rPr>
              <a:t>可能会出现阶段性的缓解，但是</a:t>
            </a:r>
            <a:r>
              <a:rPr sz="1200" b="0">
                <a:solidFill>
                  <a:srgbClr val="000000"/>
                </a:solidFill>
                <a:latin typeface="思源黑体 CN Regular"/>
              </a:rPr>
              <a:t>流动性压力</a:t>
            </a:r>
            <a:r>
              <a:rPr sz="1200" b="0">
                <a:solidFill>
                  <a:srgbClr val="000000"/>
                </a:solidFill>
                <a:latin typeface="思源黑体 CN Regular"/>
              </a:rPr>
              <a:t>在下半年</a:t>
            </a:r>
            <a:r>
              <a:rPr sz="1200" b="0">
                <a:solidFill>
                  <a:srgbClr val="000000"/>
                </a:solidFill>
                <a:latin typeface="思源黑体 CN Regular"/>
              </a:rPr>
              <a:t>可能</a:t>
            </a:r>
            <a:r>
              <a:rPr sz="1200" b="0">
                <a:solidFill>
                  <a:srgbClr val="000000"/>
                </a:solidFill>
                <a:latin typeface="思源黑体 CN Regular"/>
              </a:rPr>
              <a:t>不会出现真正意义上的消失。因此，港股下半年机会可能主要是超跌反弹带来的阶段性行情，考虑到</a:t>
            </a:r>
            <a:r>
              <a:rPr sz="1200" b="0">
                <a:solidFill>
                  <a:srgbClr val="000000"/>
                </a:solidFill>
                <a:latin typeface="思源黑体 CN Regular"/>
              </a:rPr>
              <a:t>当前恒科</a:t>
            </a:r>
            <a:r>
              <a:rPr sz="1200" b="0">
                <a:solidFill>
                  <a:srgbClr val="000000"/>
                </a:solidFill>
                <a:latin typeface="思源黑体 CN Regular"/>
              </a:rPr>
              <a:t>上方亏损盘较多，一旦缩量反弹到压力区，极易冲高回落，行情可能来得快去得也快，反弹窗口及幅度可能与今年上半年类似，较难把握。</a:t>
            </a:r>
            <a:endParaRPr kumimoji="1" lang="en-US" altLang="zh-CN" sz="1200" dirty="0">
              <a:solidFill>
                <a:schemeClr val="tx1">
                  <a:lumMod val="85000"/>
                  <a:lumOff val="15000"/>
                </a:schemeClr>
              </a:solidFill>
              <a:latin typeface="Source Han Sans CN Regular" panose="020B0800000000000000" pitchFamily="34" charset="-128"/>
              <a:ea typeface="Source Han Sans CN Regular" panose="020B0800000000000000" pitchFamily="34" charset="-128"/>
            </a:endParaRPr>
          </a:p>
          <a:p>
            <a:pPr marL="288290" indent="-288290">
              <a:lnSpc>
                <a:spcPct val="115000"/>
              </a:lnSpc>
              <a:spcBef>
                <a:spcPts val="0"/>
              </a:spcBef>
              <a:spcAft>
                <a:spcPts val="800"/>
              </a:spcAft>
              <a:buClr>
                <a:srgbClr val="B9BEE5"/>
              </a:buClr>
              <a:buFont typeface="Wingdings" panose="05000000000000000000" pitchFamily="2" charset="2"/>
              <a:buChar char="n"/>
            </a:pPr>
            <a:r>
              <a:rPr sz="1200" b="1">
                <a:solidFill>
                  <a:srgbClr val="C00000"/>
                </a:solidFill>
                <a:latin typeface="思源黑体 CN Bold"/>
              </a:rPr>
              <a:t>大类资产层面，海外市场呈现</a:t>
            </a:r>
            <a:r>
              <a:rPr sz="1200" b="1">
                <a:solidFill>
                  <a:srgbClr val="C00000"/>
                </a:solidFill>
                <a:latin typeface="思源黑体 CN Bold"/>
              </a:rPr>
              <a:t>“AI</a:t>
            </a:r>
            <a:r>
              <a:rPr sz="1200" b="1">
                <a:solidFill>
                  <a:srgbClr val="C00000"/>
                </a:solidFill>
                <a:latin typeface="思源黑体 CN Bold"/>
              </a:rPr>
              <a:t>资产强、传统资产受流动性约束</a:t>
            </a:r>
            <a:r>
              <a:rPr sz="1200" b="1">
                <a:solidFill>
                  <a:srgbClr val="C00000"/>
                </a:solidFill>
                <a:latin typeface="思源黑体 CN Bold"/>
              </a:rPr>
              <a:t>”</a:t>
            </a:r>
            <a:r>
              <a:rPr sz="1200" b="1">
                <a:solidFill>
                  <a:srgbClr val="C00000"/>
                </a:solidFill>
                <a:latin typeface="思源黑体 CN Bold"/>
              </a:rPr>
              <a:t>的结构分化。</a:t>
            </a:r>
            <a:endParaRPr kumimoji="1" lang="en-US" altLang="zh-CN" sz="1200" dirty="0">
              <a:solidFill>
                <a:schemeClr val="tx1">
                  <a:lumMod val="85000"/>
                  <a:lumOff val="15000"/>
                </a:schemeClr>
              </a:solidFill>
            </a:endParaRPr>
          </a:p>
          <a:p>
            <a:pPr marL="288290" indent="-288290">
              <a:lnSpc>
                <a:spcPct val="115000"/>
              </a:lnSpc>
              <a:spcBef>
                <a:spcPts val="0"/>
              </a:spcBef>
              <a:spcAft>
                <a:spcPts val="800"/>
              </a:spcAft>
              <a:buClr>
                <a:srgbClr val="B9BEE5"/>
              </a:buClr>
              <a:buFont typeface="Wingdings" panose="05000000000000000000" pitchFamily="2" charset="2"/>
              <a:buChar char="n"/>
            </a:pPr>
            <a:r>
              <a:rPr sz="1200" b="0">
                <a:solidFill>
                  <a:srgbClr val="000000"/>
                </a:solidFill>
                <a:latin typeface="思源黑体 CN Regular"/>
              </a:rPr>
              <a:t>美股上半年上涨主要由</a:t>
            </a:r>
            <a:r>
              <a:rPr sz="1200" b="0">
                <a:solidFill>
                  <a:srgbClr val="000000"/>
                </a:solidFill>
                <a:latin typeface="思源黑体 CN Regular"/>
              </a:rPr>
              <a:t>AI</a:t>
            </a:r>
            <a:r>
              <a:rPr sz="1200" b="0">
                <a:solidFill>
                  <a:srgbClr val="000000"/>
                </a:solidFill>
                <a:latin typeface="思源黑体 CN Regular"/>
              </a:rPr>
              <a:t>产业链贡献，费城半导体指数、纳斯达克</a:t>
            </a:r>
            <a:r>
              <a:rPr sz="1200" b="0">
                <a:solidFill>
                  <a:srgbClr val="000000"/>
                </a:solidFill>
                <a:latin typeface="思源黑体 CN Regular"/>
              </a:rPr>
              <a:t>100</a:t>
            </a:r>
            <a:r>
              <a:rPr sz="1200" b="0">
                <a:solidFill>
                  <a:srgbClr val="000000"/>
                </a:solidFill>
                <a:latin typeface="思源黑体 CN Regular"/>
              </a:rPr>
              <a:t>等表现显著强于传统大盘指数；下半年在</a:t>
            </a:r>
            <a:r>
              <a:rPr sz="1200" b="0">
                <a:solidFill>
                  <a:srgbClr val="000000"/>
                </a:solidFill>
                <a:latin typeface="思源黑体 CN Regular"/>
              </a:rPr>
              <a:t>“AI</a:t>
            </a:r>
            <a:r>
              <a:rPr sz="1200" b="0">
                <a:solidFill>
                  <a:srgbClr val="000000"/>
                </a:solidFill>
                <a:latin typeface="思源黑体 CN Regular"/>
              </a:rPr>
              <a:t>景气度提升</a:t>
            </a:r>
            <a:r>
              <a:rPr sz="1200" b="0">
                <a:solidFill>
                  <a:srgbClr val="000000"/>
                </a:solidFill>
                <a:latin typeface="思源黑体 CN Regular"/>
              </a:rPr>
              <a:t>”</a:t>
            </a:r>
            <a:r>
              <a:rPr sz="1200" b="0">
                <a:solidFill>
                  <a:srgbClr val="000000"/>
                </a:solidFill>
                <a:latin typeface="思源黑体 CN Regular"/>
              </a:rPr>
              <a:t>和</a:t>
            </a:r>
            <a:r>
              <a:rPr sz="1200" b="0">
                <a:solidFill>
                  <a:srgbClr val="000000"/>
                </a:solidFill>
                <a:latin typeface="思源黑体 CN Regular"/>
              </a:rPr>
              <a:t>“</a:t>
            </a:r>
            <a:r>
              <a:rPr sz="1200" b="0">
                <a:solidFill>
                  <a:srgbClr val="000000"/>
                </a:solidFill>
                <a:latin typeface="思源黑体 CN Regular"/>
              </a:rPr>
              <a:t>高利率压制估值</a:t>
            </a:r>
            <a:r>
              <a:rPr sz="1200" b="0">
                <a:solidFill>
                  <a:srgbClr val="000000"/>
                </a:solidFill>
                <a:latin typeface="思源黑体 CN Regular"/>
              </a:rPr>
              <a:t>”</a:t>
            </a:r>
            <a:r>
              <a:rPr sz="1200" b="0">
                <a:solidFill>
                  <a:srgbClr val="000000"/>
                </a:solidFill>
                <a:latin typeface="思源黑体 CN Regular"/>
              </a:rPr>
              <a:t>并存的环境下，美股大概率呈现高增长、高波动、结构分化特征。</a:t>
            </a:r>
            <a:endParaRPr kumimoji="1" lang="en-US" altLang="zh-CN" sz="1200" b="0" i="0" u="none" strike="noStrike" kern="1200" cap="none" spc="0" normalizeH="0" baseline="0" noProof="0" dirty="0">
              <a:ln>
                <a:noFill/>
              </a:ln>
              <a:solidFill>
                <a:prstClr val="black">
                  <a:lumMod val="85000"/>
                  <a:lumOff val="15000"/>
                </a:prstClr>
              </a:solidFill>
              <a:effectLst/>
              <a:uLnTx/>
              <a:uFillTx/>
              <a:cs typeface="+mn-cs"/>
            </a:endParaRPr>
          </a:p>
          <a:p>
            <a:pPr marL="288290" indent="-288290">
              <a:lnSpc>
                <a:spcPct val="115000"/>
              </a:lnSpc>
              <a:spcBef>
                <a:spcPts val="0"/>
              </a:spcBef>
              <a:spcAft>
                <a:spcPts val="800"/>
              </a:spcAft>
              <a:buClr>
                <a:srgbClr val="B9BEE5"/>
              </a:buClr>
              <a:buFont typeface="Wingdings" panose="05000000000000000000" pitchFamily="2" charset="2"/>
              <a:buChar char="n"/>
            </a:pPr>
            <a:r>
              <a:rPr sz="1200" b="0">
                <a:solidFill>
                  <a:srgbClr val="000000"/>
                </a:solidFill>
                <a:latin typeface="思源黑体 CN Regular"/>
              </a:rPr>
              <a:t>债券市场则更多交易加息预期和期限溢价上行，美债收益率仍有扰动。</a:t>
            </a:r>
            <a:endParaRPr kumimoji="1" lang="en-US" altLang="zh-CN" sz="1200" dirty="0">
              <a:solidFill>
                <a:prstClr val="black">
                  <a:lumMod val="85000"/>
                  <a:lumOff val="15000"/>
                </a:prstClr>
              </a:solidFill>
              <a:latin typeface="思源黑体 CN Bold" panose="020B0800000000000000" pitchFamily="34" charset="-122"/>
              <a:ea typeface="思源黑体 CN Bold" panose="020B0800000000000000" pitchFamily="34" charset="-122"/>
            </a:endParaRPr>
          </a:p>
          <a:p>
            <a:pPr marL="288290" indent="-288290">
              <a:lnSpc>
                <a:spcPct val="115000"/>
              </a:lnSpc>
              <a:spcBef>
                <a:spcPts val="0"/>
              </a:spcBef>
              <a:spcAft>
                <a:spcPts val="800"/>
              </a:spcAft>
              <a:buClr>
                <a:srgbClr val="B9BEE5"/>
              </a:buClr>
              <a:buFont typeface="Wingdings" panose="05000000000000000000" pitchFamily="2" charset="2"/>
              <a:buChar char="n"/>
            </a:pPr>
            <a:r>
              <a:rPr sz="1200" b="0">
                <a:solidFill>
                  <a:srgbClr val="000000"/>
                </a:solidFill>
                <a:latin typeface="思源黑体 CN Regular"/>
              </a:rPr>
              <a:t>汇率方面，美元受高利率支撑，日元即使加息也难以单独扭转弱势，核心仍取决于</a:t>
            </a:r>
            <a:r>
              <a:rPr sz="1200" b="0">
                <a:solidFill>
                  <a:srgbClr val="000000"/>
                </a:solidFill>
                <a:latin typeface="思源黑体 CN Regular"/>
              </a:rPr>
              <a:t>BOJ</a:t>
            </a:r>
            <a:r>
              <a:rPr sz="1200" b="0">
                <a:solidFill>
                  <a:srgbClr val="000000"/>
                </a:solidFill>
                <a:latin typeface="思源黑体 CN Regular"/>
              </a:rPr>
              <a:t>后续加息节奏能否明显快于预期。</a:t>
            </a:r>
            <a:endParaRPr kumimoji="1" lang="en-US" altLang="zh-CN" sz="1200" b="0" i="0" u="none" strike="noStrike" kern="1200" cap="none" spc="0" normalizeH="0" baseline="0" noProof="0" dirty="0">
              <a:ln>
                <a:noFill/>
              </a:ln>
              <a:solidFill>
                <a:prstClr val="black">
                  <a:lumMod val="85000"/>
                  <a:lumOff val="15000"/>
                </a:prstClr>
              </a:solidFill>
              <a:effectLst/>
              <a:uLnTx/>
              <a:uFillTx/>
              <a:latin typeface="Source Han Sans CN Regular" panose="020B0800000000000000" pitchFamily="34" charset="-128"/>
              <a:ea typeface="Source Han Sans CN Regular" panose="020B0800000000000000" pitchFamily="34" charset="-128"/>
              <a:cs typeface="+mn-cs"/>
            </a:endParaRPr>
          </a:p>
          <a:p>
            <a:pPr marL="288290" indent="-288290">
              <a:lnSpc>
                <a:spcPct val="115000"/>
              </a:lnSpc>
              <a:spcBef>
                <a:spcPts val="0"/>
              </a:spcBef>
              <a:spcAft>
                <a:spcPts val="800"/>
              </a:spcAft>
              <a:buClr>
                <a:srgbClr val="B9BEE5"/>
              </a:buClr>
              <a:buFont typeface="Wingdings" panose="05000000000000000000" pitchFamily="2" charset="2"/>
              <a:buChar char="n"/>
            </a:pPr>
            <a:r>
              <a:rPr sz="1200" b="0">
                <a:solidFill>
                  <a:srgbClr val="000000"/>
                </a:solidFill>
                <a:latin typeface="思源黑体 CN Regular"/>
              </a:rPr>
              <a:t>商品方面，黄金年初受避险和配置需求推升，但二季度后在高通胀、</a:t>
            </a:r>
            <a:r>
              <a:rPr sz="1200" b="0">
                <a:solidFill>
                  <a:srgbClr val="000000"/>
                </a:solidFill>
                <a:latin typeface="思源黑体 CN Regular"/>
              </a:rPr>
              <a:t>强就业</a:t>
            </a:r>
            <a:r>
              <a:rPr sz="1200" b="0">
                <a:solidFill>
                  <a:srgbClr val="000000"/>
                </a:solidFill>
                <a:latin typeface="思源黑体 CN Regular"/>
              </a:rPr>
              <a:t>与加息预期升温下承压，</a:t>
            </a:r>
            <a:r>
              <a:rPr sz="1200" b="0">
                <a:solidFill>
                  <a:srgbClr val="000000"/>
                </a:solidFill>
                <a:latin typeface="思源黑体 CN Regular"/>
              </a:rPr>
              <a:t>金油同步</a:t>
            </a:r>
            <a:r>
              <a:rPr sz="1200" b="0">
                <a:solidFill>
                  <a:srgbClr val="000000"/>
                </a:solidFill>
                <a:latin typeface="思源黑体 CN Regular"/>
              </a:rPr>
              <a:t>回落。</a:t>
            </a:r>
            <a:endParaRPr kumimoji="1" lang="en-US" altLang="zh-CN" sz="1200" dirty="0">
              <a:solidFill>
                <a:prstClr val="black">
                  <a:lumMod val="85000"/>
                  <a:lumOff val="15000"/>
                </a:prstClr>
              </a:solidFill>
            </a:endParaRPr>
          </a:p>
          <a:p>
            <a:pPr marL="288290" indent="-288290">
              <a:lnSpc>
                <a:spcPct val="115000"/>
              </a:lnSpc>
              <a:spcBef>
                <a:spcPts val="0"/>
              </a:spcBef>
              <a:spcAft>
                <a:spcPts val="800"/>
              </a:spcAft>
              <a:buClr>
                <a:srgbClr val="B9BEE5"/>
              </a:buClr>
              <a:buFont typeface="Wingdings" panose="05000000000000000000" pitchFamily="2" charset="2"/>
              <a:buChar char="n"/>
            </a:pPr>
            <a:r>
              <a:rPr sz="1200" b="1">
                <a:solidFill>
                  <a:srgbClr val="C00000"/>
                </a:solidFill>
                <a:latin typeface="思源黑体 CN Bold"/>
              </a:rPr>
              <a:t>配置上，本文核心建议不要仅着眼于流动性收紧是否利空科技，</a:t>
            </a:r>
            <a:r>
              <a:rPr sz="1200" b="1">
                <a:solidFill>
                  <a:srgbClr val="C00000"/>
                </a:solidFill>
                <a:latin typeface="思源黑体 CN Bold"/>
              </a:rPr>
              <a:t>同时应当关注</a:t>
            </a:r>
            <a:r>
              <a:rPr sz="1200" b="1">
                <a:solidFill>
                  <a:srgbClr val="C00000"/>
                </a:solidFill>
                <a:latin typeface="思源黑体 CN Bold"/>
              </a:rPr>
              <a:t>EPS</a:t>
            </a:r>
            <a:r>
              <a:rPr sz="1200" b="1">
                <a:solidFill>
                  <a:srgbClr val="C00000"/>
                </a:solidFill>
                <a:latin typeface="思源黑体 CN Bold"/>
              </a:rPr>
              <a:t>与产业趋势。下半年将依次进入</a:t>
            </a:r>
            <a:r>
              <a:rPr sz="1200" b="1">
                <a:solidFill>
                  <a:srgbClr val="C00000"/>
                </a:solidFill>
                <a:latin typeface="思源黑体 CN Bold"/>
              </a:rPr>
              <a:t>A</a:t>
            </a:r>
            <a:r>
              <a:rPr sz="1200" b="1">
                <a:solidFill>
                  <a:srgbClr val="C00000"/>
                </a:solidFill>
                <a:latin typeface="思源黑体 CN Bold"/>
              </a:rPr>
              <a:t>股中报预告、美股正式中报和</a:t>
            </a:r>
            <a:r>
              <a:rPr sz="1200" b="1">
                <a:solidFill>
                  <a:srgbClr val="C00000"/>
                </a:solidFill>
                <a:latin typeface="思源黑体 CN Bold"/>
              </a:rPr>
              <a:t>A</a:t>
            </a:r>
            <a:r>
              <a:rPr sz="1200" b="1">
                <a:solidFill>
                  <a:srgbClr val="C00000"/>
                </a:solidFill>
                <a:latin typeface="思源黑体 CN Bold"/>
              </a:rPr>
              <a:t>股正式中报窗口期，</a:t>
            </a:r>
            <a:r>
              <a:rPr sz="1200" b="1">
                <a:solidFill>
                  <a:srgbClr val="C00000"/>
                </a:solidFill>
                <a:latin typeface="思源黑体 CN Bold"/>
              </a:rPr>
              <a:t>海外算力链条</a:t>
            </a:r>
            <a:r>
              <a:rPr sz="1200" b="1">
                <a:solidFill>
                  <a:srgbClr val="C00000"/>
                </a:solidFill>
                <a:latin typeface="思源黑体 CN Bold"/>
              </a:rPr>
              <a:t>的业绩兑现将成为市场定价的关键。整体看，</a:t>
            </a:r>
            <a:r>
              <a:rPr sz="1200" b="1">
                <a:solidFill>
                  <a:srgbClr val="C00000"/>
                </a:solidFill>
                <a:latin typeface="思源黑体 CN Bold"/>
              </a:rPr>
              <a:t>强产业</a:t>
            </a:r>
            <a:r>
              <a:rPr sz="1200" b="1">
                <a:solidFill>
                  <a:srgbClr val="C00000"/>
                </a:solidFill>
                <a:latin typeface="思源黑体 CN Bold"/>
              </a:rPr>
              <a:t>趋势的科技成长资产仍具备结构性机会，但行情可能从单边趋势切换为更高波动、更依赖业绩确认的阶段。</a:t>
            </a:r>
            <a:endParaRPr kumimoji="1" lang="en-US" altLang="zh-CN" sz="1200" b="0" i="0" u="none" strike="noStrike" kern="1200" cap="none" spc="0" normalizeH="0" baseline="0" noProof="0" dirty="0">
              <a:ln>
                <a:noFill/>
              </a:ln>
              <a:solidFill>
                <a:prstClr val="black">
                  <a:lumMod val="85000"/>
                  <a:lumOff val="1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7" name="灯片编号占位符 5">
            <a:extLst>
              <a:ext uri="{FF2B5EF4-FFF2-40B4-BE49-F238E27FC236}">
                <a16:creationId xmlns:a16="http://schemas.microsoft.com/office/drawing/2014/main" id="{6B9DED44-54BF-4761-B606-1A5DC83D6046}"/>
              </a:ext>
            </a:extLst>
          </p:cNvPr>
          <p:cNvSpPr>
            <a:spLocks noGrp="1"/>
          </p:cNvSpPr>
          <p:nvPr>
            <p:ph type="sldNum" sz="quarter" idx="12"/>
          </p:nvPr>
        </p:nvSpPr>
        <p:spPr>
          <a:xfrm>
            <a:off x="8801100" y="6552000"/>
            <a:ext cx="2743200" cy="288000"/>
          </a:xfrm>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r>
              <a:t>2</a:t>
            </a:r>
            <a:endParaRPr kumimoji="1" lang="zh-CN" altLang="en-US" sz="900" dirty="0"/>
          </a:p>
        </p:txBody>
      </p:sp>
    </p:spTree>
  </p:cSld>
  <p:clrMapOvr>
    <a:masterClrMapping/>
  </p:clrMapOvr>
</p:sld>
</file>

<file path=ppt/slides/slide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8" name="文本框 7"/>
          <p:cNvSpPr txBox="1"/>
          <p:nvPr/>
        </p:nvSpPr>
        <p:spPr>
          <a:xfrm>
            <a:off x="8665029" y="3733800"/>
            <a:ext cx="2830285" cy="2862322"/>
          </a:xfrm>
          <a:prstGeom prst="rect">
            <a:avLst/>
          </a:prstGeom>
          <a:noFill/>
        </p:spPr>
        <p:txBody>
          <a:bodyPr wrap="square" rtlCol="0">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sz="18000" b="0">
                <a:solidFill>
                  <a:srgbClr val="353160"/>
                </a:solidFill>
                <a:latin typeface="Source Han Sans CN Light"/>
              </a:rPr>
              <a:t>01</a:t>
            </a:r>
            <a:endParaRPr kumimoji="1" lang="zh-CN" altLang="en-US" sz="18000" b="0" i="0" u="none" strike="noStrike" kern="1200" cap="none" spc="0" normalizeH="0" baseline="0" noProof="0" dirty="0">
              <a:ln>
                <a:noFill/>
              </a:ln>
              <a:solidFill>
                <a:srgbClr val="353160"/>
              </a:solidFill>
              <a:effectLst/>
              <a:uLnTx/>
              <a:uFillTx/>
              <a:latin typeface="Source Han Sans CN Light" panose="020B0800000000000000" pitchFamily="34" charset="-128"/>
              <a:ea typeface="Source Han Sans CN Light" panose="020B0800000000000000" pitchFamily="34" charset="-128"/>
              <a:cs typeface="+mn-cs"/>
            </a:endParaRPr>
          </a:p>
        </p:txBody>
      </p:sp>
      <p:sp>
        <p:nvSpPr>
          <p:cNvPr id="6" name="标题 3">
            <a:extLst>
              <a:ext uri="{FF2B5EF4-FFF2-40B4-BE49-F238E27FC236}">
                <a16:creationId xmlns:a16="http://schemas.microsoft.com/office/drawing/2014/main" id="{3B37DF79-3FD6-46FC-9540-AA01C07E85E6}"/>
              </a:ext>
            </a:extLst>
          </p:cNvPr>
          <p:cNvSpPr>
            <a:spLocks noGrp="1"/>
          </p:cNvSpPr>
          <p:nvPr>
            <p:ph type="title"/>
          </p:nvPr>
        </p:nvSpPr>
        <p:spPr>
          <a:xfrm>
            <a:off x="1260566" y="1736726"/>
            <a:ext cx="10047514" cy="799645"/>
          </a:xfrm>
        </p:spPr>
        <p:txBody>
          <a:bodyPr wrap="square">
            <a:normAutofit/>
          </a:bodyPr>
          <a:lstStyle/>
          <a:p>
            <a:pPr>
              <a:lnSpc>
                <a:spcPct val="100000"/>
              </a:lnSpc>
            </a:pPr>
            <a:r>
              <a:rPr sz="4000" b="1">
                <a:solidFill>
                  <a:srgbClr val="353160"/>
                </a:solidFill>
                <a:latin typeface="Source Han Sans CN Regular"/>
              </a:rPr>
              <a:t>全球宏观环境：滞胀下的鹰派转向</a:t>
            </a:r>
          </a:p>
        </p:txBody>
      </p:sp>
    </p:spTree>
  </p:cSld>
  <p:clrMapOvr>
    <a:masterClrMapping/>
  </p:clrMapOvr>
</p:sld>
</file>

<file path=ppt/slides/slide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F14CD40C-FE1F-4792-B51D-D71D2702C6D7}"/>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4</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8D49C9E9-0A6C-4E05-A990-6B5489B8B397}"/>
              </a:ext>
            </a:extLst>
          </p:cNvPr>
          <p:cNvSpPr txBox="1"/>
          <p:nvPr/>
        </p:nvSpPr>
        <p:spPr>
          <a:xfrm>
            <a:off x="424070" y="1363926"/>
            <a:ext cx="10947402" cy="9577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IMF在2026年4月《世界经济展望》中预计，全球经济2026年增长3.1%、2027年增长3.2%，但同时中东冲突、商品价格上行、通胀预期走强和金融条件收紧正在考验全球经济韧性。</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a:p>
            <a:r>
              <a:rPr sz="1400" b="0">
                <a:solidFill>
                  <a:srgbClr val="353160"/>
                </a:solidFill>
                <a:latin typeface="Source Han Sans CN Medium"/>
              </a:rPr>
              <a:t>美国方面，Q1实际GDP环比增长1.6%，较2025Q4的0.5%有所回升，但这一增长更多来自出口、投资、消费和政府支出的共同支撑，并非全面强劲扩张。</a:t>
            </a:r>
          </a:p>
          <a:p>
            <a:r>
              <a:rPr sz="1400" b="0">
                <a:solidFill>
                  <a:srgbClr val="353160"/>
                </a:solidFill>
                <a:latin typeface="Source Han Sans CN Medium"/>
              </a:rPr>
              <a:t>与此同时，美国劳动力市场仍保持韧性，5月失业率维持在4.3%，且自2025年7月以来基本维持在4.3%—4.5%的窄幅区间。</a:t>
            </a:r>
          </a:p>
        </p:txBody>
      </p:sp>
      <p:sp>
        <p:nvSpPr>
          <p:cNvPr id="9" name="标题 8">
            <a:extLst>
              <a:ext uri="{FF2B5EF4-FFF2-40B4-BE49-F238E27FC236}">
                <a16:creationId xmlns:a16="http://schemas.microsoft.com/office/drawing/2014/main" id="{79942420-0F75-4E6F-8CE1-A574C0723CD0}"/>
              </a:ext>
            </a:extLst>
          </p:cNvPr>
          <p:cNvSpPr>
            <a:spLocks noGrp="1"/>
          </p:cNvSpPr>
          <p:nvPr>
            <p:ph type="title"/>
          </p:nvPr>
        </p:nvSpPr>
        <p:spPr/>
        <p:txBody>
          <a:bodyPr wrap="square">
            <a:normAutofit/>
          </a:bodyPr>
          <a:lstStyle/>
          <a:p>
            <a:pPr/>
            <a:r>
              <a:rPr sz="3200" b="0">
                <a:solidFill>
                  <a:srgbClr val="353160"/>
                </a:solidFill>
                <a:latin typeface="思源黑体 CN Normal"/>
              </a:rPr>
              <a:t>海外宏观背景：通胀仍是最大隐忧</a:t>
            </a:r>
          </a:p>
        </p:txBody>
      </p:sp>
      <p:sp>
        <p:nvSpPr>
          <p:cNvPr id="5" name="文本框 4">
            <a:extLst>
              <a:ext uri="{FF2B5EF4-FFF2-40B4-BE49-F238E27FC236}">
                <a16:creationId xmlns:a16="http://schemas.microsoft.com/office/drawing/2014/main" id="{3B416CE8-4002-4080-9825-C36A0B72DEB5}"/>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spTree>
  </p:cSld>
  <p:clrMapOvr>
    <a:masterClrMapping/>
  </p:clrMapOvr>
</p:sld>
</file>

<file path=ppt/slides/slide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BF782770-D6EA-4B28-A515-5CDECA43FCC4}"/>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5</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FD5CEB5C-6564-4113-9441-3A7222A318BF}"/>
              </a:ext>
            </a:extLst>
          </p:cNvPr>
          <p:cNvSpPr txBox="1"/>
          <p:nvPr/>
        </p:nvSpPr>
        <p:spPr>
          <a:xfrm>
            <a:off x="424070" y="1363926"/>
            <a:ext cx="10947402" cy="49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整体上，当前海外宏观背景是，不同经济体间增长有所分化，但通胀与利率约束抬头的问题较为普遍。</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5B32EFEA-FF25-48F3-ABC0-5D6D35CEC83B}"/>
              </a:ext>
            </a:extLst>
          </p:cNvPr>
          <p:cNvSpPr>
            <a:spLocks noGrp="1"/>
          </p:cNvSpPr>
          <p:nvPr>
            <p:ph type="title"/>
          </p:nvPr>
        </p:nvSpPr>
        <p:spPr/>
        <p:txBody>
          <a:bodyPr wrap="square">
            <a:normAutofit/>
          </a:bodyPr>
          <a:lstStyle/>
          <a:p>
            <a:pPr/>
            <a:r>
              <a:rPr sz="3200" b="0">
                <a:solidFill>
                  <a:srgbClr val="353160"/>
                </a:solidFill>
                <a:latin typeface="思源黑体 CN Normal"/>
              </a:rPr>
              <a:t>海外宏观背景：通胀仍是最大隐忧</a:t>
            </a:r>
          </a:p>
        </p:txBody>
      </p:sp>
      <p:sp>
        <p:nvSpPr>
          <p:cNvPr id="5" name="文本框 4">
            <a:extLst>
              <a:ext uri="{FF2B5EF4-FFF2-40B4-BE49-F238E27FC236}">
                <a16:creationId xmlns:a16="http://schemas.microsoft.com/office/drawing/2014/main" id="{3154958E-2D32-4F1B-855F-7CF18C2A85D3}"/>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2080544"/>
          <a:ext cx="10972800" cy="4109606"/>
        </p:xfrm>
        <a:graphic>
          <a:graphicData uri="http://schemas.openxmlformats.org/drawingml/2006/chart">
            <c:chart xmlns:c="http://schemas.openxmlformats.org/drawingml/2006/chart" r:id="rId2"/>
          </a:graphicData>
        </a:graphic>
      </p:graphicFrame>
    </p:spTree>
  </p:cSld>
  <p:clrMapOvr>
    <a:masterClrMapping/>
  </p:clrMapOvr>
</p:sld>
</file>

<file path=ppt/slides/slide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10918C58-2FF3-4348-B001-F3B3B3872C04}"/>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6</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51728C1E-9CC2-47EE-BF56-2FE615E7D050}"/>
              </a:ext>
            </a:extLst>
          </p:cNvPr>
          <p:cNvSpPr txBox="1"/>
          <p:nvPr/>
        </p:nvSpPr>
        <p:spPr>
          <a:xfrm>
            <a:off x="424070" y="1363926"/>
            <a:ext cx="10947402" cy="735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但是美国通胀有转移为更顽固的内生性压力的隐忧，工资—价格螺旋可能加速。</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a:p>
            <a:r>
              <a:rPr sz="1400" b="0">
                <a:solidFill>
                  <a:srgbClr val="353160"/>
                </a:solidFill>
                <a:latin typeface="Source Han Sans CN Medium"/>
              </a:rPr>
              <a:t>（职位空缺数量/失业数量）比值通常领先雇佣成本指数3个月左右，而当下，该比值已率先触底反弹，意味着工资薪金水平或将跟随上行。</a:t>
            </a:r>
          </a:p>
        </p:txBody>
      </p:sp>
      <p:sp>
        <p:nvSpPr>
          <p:cNvPr id="9" name="标题 8">
            <a:extLst>
              <a:ext uri="{FF2B5EF4-FFF2-40B4-BE49-F238E27FC236}">
                <a16:creationId xmlns:a16="http://schemas.microsoft.com/office/drawing/2014/main" id="{15DBDBBF-A1BA-4E75-9AA4-2B6B76AA2EAA}"/>
              </a:ext>
            </a:extLst>
          </p:cNvPr>
          <p:cNvSpPr>
            <a:spLocks noGrp="1"/>
          </p:cNvSpPr>
          <p:nvPr>
            <p:ph type="title"/>
          </p:nvPr>
        </p:nvSpPr>
        <p:spPr/>
        <p:txBody>
          <a:bodyPr wrap="square">
            <a:normAutofit/>
          </a:bodyPr>
          <a:lstStyle/>
          <a:p>
            <a:pPr/>
            <a:r>
              <a:rPr sz="3200" b="0">
                <a:solidFill>
                  <a:srgbClr val="353160"/>
                </a:solidFill>
                <a:latin typeface="思源黑体 CN Normal"/>
              </a:rPr>
              <a:t>海外宏观背景：通胀仍是最大隐忧</a:t>
            </a:r>
          </a:p>
        </p:txBody>
      </p:sp>
      <p:sp>
        <p:nvSpPr>
          <p:cNvPr id="5" name="文本框 4">
            <a:extLst>
              <a:ext uri="{FF2B5EF4-FFF2-40B4-BE49-F238E27FC236}">
                <a16:creationId xmlns:a16="http://schemas.microsoft.com/office/drawing/2014/main" id="{45C8DB16-E5C6-4FC9-A012-CAE90EC3F24B}"/>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资料来源：Wind、FRED，广发证券发展研究中心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2188926"/>
          <a:ext cx="5436400" cy="4001224"/>
        </p:xfrm>
        <a:graphic>
          <a:graphicData uri="http://schemas.openxmlformats.org/drawingml/2006/chart">
            <c:chart xmlns:c="http://schemas.openxmlformats.org/drawingml/2006/chart" r:id="rId2"/>
          </a:graphicData>
        </a:graphic>
      </p:graphicFrame>
      <p:graphicFrame>
        <p:nvGraphicFramePr>
          <p:cNvPr id="11" name="source_docx_chart"/>
          <p:cNvGraphicFramePr>
            <a:graphicFrameLocks noGrp="1"/>
          </p:cNvGraphicFramePr>
          <p:nvPr/>
        </p:nvGraphicFramePr>
        <p:xfrm>
          <a:off x="6146000" y="2188926"/>
          <a:ext cx="5436400" cy="4001224"/>
        </p:xfrm>
        <a:graphic>
          <a:graphicData uri="http://schemas.openxmlformats.org/drawingml/2006/chart">
            <c:chart xmlns:c="http://schemas.openxmlformats.org/drawingml/2006/chart" r:id="rId3"/>
          </a:graphicData>
        </a:graphic>
      </p:graphicFrame>
    </p:spTree>
  </p:cSld>
  <p:clrMapOvr>
    <a:masterClrMapping/>
  </p:clrMapOvr>
</p:sld>
</file>

<file path=ppt/slides/slide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3F56F54D-D6C9-4155-BBD3-51750D36BFFA}"/>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7</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39779CFE-E6D2-4652-8262-9B8EC1789EA7}"/>
              </a:ext>
            </a:extLst>
          </p:cNvPr>
          <p:cNvSpPr txBox="1"/>
          <p:nvPr/>
        </p:nvSpPr>
        <p:spPr>
          <a:xfrm>
            <a:off x="424070" y="1363926"/>
            <a:ext cx="10947402" cy="9577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欧洲央行——打响G7经济体加息第一枪。</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a:p>
            <a:r>
              <a:rPr sz="1400" b="0">
                <a:solidFill>
                  <a:srgbClr val="353160"/>
                </a:solidFill>
                <a:latin typeface="Source Han Sans CN Medium"/>
              </a:rPr>
              <a:t>欧元区同样面临通胀压力，同时在近两年GDP增速仅有0.1-0.3%的水平下，呈现出滞涨格局。</a:t>
            </a:r>
          </a:p>
          <a:p>
            <a:r>
              <a:rPr sz="1400" b="0">
                <a:solidFill>
                  <a:srgbClr val="353160"/>
                </a:solidFill>
                <a:latin typeface="Source Han Sans CN Medium"/>
              </a:rPr>
              <a:t>中东冲突推升油气价格后，较之美国，欧洲制造业与居民部门均面临更高的能源成本压力，通胀反弹风险重新上，目前CPI同比已超过3%。</a:t>
            </a:r>
          </a:p>
        </p:txBody>
      </p:sp>
      <p:sp>
        <p:nvSpPr>
          <p:cNvPr id="9" name="标题 8">
            <a:extLst>
              <a:ext uri="{FF2B5EF4-FFF2-40B4-BE49-F238E27FC236}">
                <a16:creationId xmlns:a16="http://schemas.microsoft.com/office/drawing/2014/main" id="{908350DA-F65D-48AD-A47F-CE6891861EF3}"/>
              </a:ext>
            </a:extLst>
          </p:cNvPr>
          <p:cNvSpPr>
            <a:spLocks noGrp="1"/>
          </p:cNvSpPr>
          <p:nvPr>
            <p:ph type="title"/>
          </p:nvPr>
        </p:nvSpPr>
        <p:spPr/>
        <p:txBody>
          <a:bodyPr wrap="square">
            <a:normAutofit/>
          </a:bodyPr>
          <a:lstStyle/>
          <a:p>
            <a:pPr/>
            <a:r>
              <a:rPr sz="3200" b="0">
                <a:solidFill>
                  <a:srgbClr val="353160"/>
                </a:solidFill>
                <a:latin typeface="思源黑体 CN Normal"/>
              </a:rPr>
              <a:t>全球流动性：收紧迹象初显</a:t>
            </a:r>
          </a:p>
        </p:txBody>
      </p:sp>
      <p:sp>
        <p:nvSpPr>
          <p:cNvPr id="5" name="文本框 4">
            <a:extLst>
              <a:ext uri="{FF2B5EF4-FFF2-40B4-BE49-F238E27FC236}">
                <a16:creationId xmlns:a16="http://schemas.microsoft.com/office/drawing/2014/main" id="{2A0E1439-D2CA-4AF0-B0EA-7A5300BDD36D}"/>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spTree>
  </p:cSld>
  <p:clrMapOvr>
    <a:masterClrMapping/>
  </p:clrMapOvr>
</p:sld>
</file>

<file path=ppt/slides/slide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137060CB-9DF7-4C6D-A4CE-22986A869EBD}"/>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8</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4455B4E0-439F-4373-AAF9-9DA5C7FF9C4F}"/>
              </a:ext>
            </a:extLst>
          </p:cNvPr>
          <p:cNvSpPr txBox="1"/>
          <p:nvPr/>
        </p:nvSpPr>
        <p:spPr>
          <a:xfrm>
            <a:off x="424070" y="1363926"/>
            <a:ext cx="10947402" cy="49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欧洲面临滞涨约束。</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a:p>
            <a:r>
              <a:rPr sz="1400" b="0">
                <a:solidFill>
                  <a:srgbClr val="353160"/>
                </a:solidFill>
                <a:latin typeface="Source Han Sans CN Medium"/>
              </a:rPr>
              <a:t>欧央行上调三大政策利率25bps。</a:t>
            </a:r>
          </a:p>
        </p:txBody>
      </p:sp>
      <p:sp>
        <p:nvSpPr>
          <p:cNvPr id="9" name="标题 8">
            <a:extLst>
              <a:ext uri="{FF2B5EF4-FFF2-40B4-BE49-F238E27FC236}">
                <a16:creationId xmlns:a16="http://schemas.microsoft.com/office/drawing/2014/main" id="{D080F056-7726-4678-BCA6-8448FB59A0C9}"/>
              </a:ext>
            </a:extLst>
          </p:cNvPr>
          <p:cNvSpPr>
            <a:spLocks noGrp="1"/>
          </p:cNvSpPr>
          <p:nvPr>
            <p:ph type="title"/>
          </p:nvPr>
        </p:nvSpPr>
        <p:spPr/>
        <p:txBody>
          <a:bodyPr wrap="square">
            <a:normAutofit/>
          </a:bodyPr>
          <a:lstStyle/>
          <a:p>
            <a:pPr/>
            <a:r>
              <a:rPr sz="3200" b="0">
                <a:solidFill>
                  <a:srgbClr val="353160"/>
                </a:solidFill>
                <a:latin typeface="思源黑体 CN Normal"/>
              </a:rPr>
              <a:t>全球流动性：收紧迹象初显</a:t>
            </a:r>
          </a:p>
        </p:txBody>
      </p:sp>
      <p:sp>
        <p:nvSpPr>
          <p:cNvPr id="5" name="文本框 4">
            <a:extLst>
              <a:ext uri="{FF2B5EF4-FFF2-40B4-BE49-F238E27FC236}">
                <a16:creationId xmlns:a16="http://schemas.microsoft.com/office/drawing/2014/main" id="{1CAE4A49-F3FA-4CA9-A881-6DDC420D3332}"/>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资料来源：Haver、Bloomberg、广发证券发展研究中心 数据来源：Bloomberg，广发证券发展研究中心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2540646"/>
          <a:ext cx="5436400" cy="3649504"/>
        </p:xfrm>
        <a:graphic>
          <a:graphicData uri="http://schemas.openxmlformats.org/drawingml/2006/chart">
            <c:chart xmlns:c="http://schemas.openxmlformats.org/drawingml/2006/chart" r:id="rId2"/>
          </a:graphicData>
        </a:graphic>
      </p:graphicFrame>
      <p:graphicFrame>
        <p:nvGraphicFramePr>
          <p:cNvPr id="11" name="source_docx_chart"/>
          <p:cNvGraphicFramePr>
            <a:graphicFrameLocks noGrp="1"/>
          </p:cNvGraphicFramePr>
          <p:nvPr/>
        </p:nvGraphicFramePr>
        <p:xfrm>
          <a:off x="6146000" y="2540646"/>
          <a:ext cx="5436400" cy="3649504"/>
        </p:xfrm>
        <a:graphic>
          <a:graphicData uri="http://schemas.openxmlformats.org/drawingml/2006/chart">
            <c:chart xmlns:c="http://schemas.openxmlformats.org/drawingml/2006/chart" r:id="rId3"/>
          </a:graphicData>
        </a:graphic>
      </p:graphicFrame>
    </p:spTree>
  </p:cSld>
  <p:clrMapOvr>
    <a:masterClrMapping/>
  </p:clrMapOvr>
</p:sld>
</file>

<file path=ppt/slides/slide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B1C8DC8C-F63A-4FE8-92FE-5BC034D6F822}"/>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9</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C5D0BDE1-3798-42BA-A7FD-115AE7A71B4A}"/>
              </a:ext>
            </a:extLst>
          </p:cNvPr>
          <p:cNvSpPr txBox="1"/>
          <p:nvPr/>
        </p:nvSpPr>
        <p:spPr>
          <a:xfrm>
            <a:off x="424070" y="1363926"/>
            <a:ext cx="10947402" cy="9577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日本央行——加息25bps，应对通胀与日元贬值。</a:t>
            </a:r>
          </a:p>
          <a:p>
            <a:r>
              <a:rPr sz="1400" b="0">
                <a:solidFill>
                  <a:srgbClr val="353160"/>
                </a:solidFill>
                <a:latin typeface="Source Han Sans CN Medium"/>
              </a:rPr>
              <a:t>6月16日的利率决议中，日本央行将政策利率从0.75%上调至1%，创下日本时隔三十一年来最高利率水平。</a:t>
            </a:r>
          </a:p>
          <a:p>
            <a:r>
              <a:rPr sz="1400" b="0">
                <a:solidFill>
                  <a:srgbClr val="353160"/>
                </a:solidFill>
                <a:latin typeface="Source Han Sans CN Medium"/>
              </a:rPr>
              <a:t>自1995年以来，该行首次重返1%利率时代。</a:t>
            </a:r>
          </a:p>
        </p:txBody>
      </p:sp>
      <p:sp>
        <p:nvSpPr>
          <p:cNvPr id="9" name="标题 8">
            <a:extLst>
              <a:ext uri="{FF2B5EF4-FFF2-40B4-BE49-F238E27FC236}">
                <a16:creationId xmlns:a16="http://schemas.microsoft.com/office/drawing/2014/main" id="{AE2FEBEA-4588-4CEA-AB6B-8734D8872139}"/>
              </a:ext>
            </a:extLst>
          </p:cNvPr>
          <p:cNvSpPr>
            <a:spLocks noGrp="1"/>
          </p:cNvSpPr>
          <p:nvPr>
            <p:ph type="title"/>
          </p:nvPr>
        </p:nvSpPr>
        <p:spPr/>
        <p:txBody>
          <a:bodyPr wrap="square">
            <a:normAutofit/>
          </a:bodyPr>
          <a:lstStyle/>
          <a:p>
            <a:pPr/>
            <a:r>
              <a:rPr sz="3200" b="0">
                <a:solidFill>
                  <a:srgbClr val="353160"/>
                </a:solidFill>
                <a:latin typeface="思源黑体 CN Normal"/>
              </a:rPr>
              <a:t>全球流动性：收紧迹象初显</a:t>
            </a:r>
          </a:p>
        </p:txBody>
      </p:sp>
    </p:spTree>
  </p:cSld>
  <p:clrMapOvr>
    <a:masterClrMapping/>
  </p:clrMapOvr>
</p:sld>
</file>

<file path=ppt/slides/slide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3FB0A5A5-DC7E-4C73-A8F0-40E5033A5FF9}"/>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10</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39CC9274-12C8-42EB-9F0E-0FC2A3CB39E1}"/>
              </a:ext>
            </a:extLst>
          </p:cNvPr>
          <p:cNvSpPr txBox="1"/>
          <p:nvPr/>
        </p:nvSpPr>
        <p:spPr>
          <a:xfrm>
            <a:off x="424070" y="1363926"/>
            <a:ext cx="10947402" cy="49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日本政策利率时隔31年重回1%。</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a:p>
            <a:r>
              <a:rPr sz="1400" b="0">
                <a:solidFill>
                  <a:srgbClr val="353160"/>
                </a:solidFill>
                <a:latin typeface="Source Han Sans CN Medium"/>
              </a:rPr>
              <a:t>日本core-core CPI仍处于2%左右。</a:t>
            </a:r>
          </a:p>
        </p:txBody>
      </p:sp>
      <p:sp>
        <p:nvSpPr>
          <p:cNvPr id="9" name="标题 8">
            <a:extLst>
              <a:ext uri="{FF2B5EF4-FFF2-40B4-BE49-F238E27FC236}">
                <a16:creationId xmlns:a16="http://schemas.microsoft.com/office/drawing/2014/main" id="{500C078F-4792-4777-9980-91B41B392A12}"/>
              </a:ext>
            </a:extLst>
          </p:cNvPr>
          <p:cNvSpPr>
            <a:spLocks noGrp="1"/>
          </p:cNvSpPr>
          <p:nvPr>
            <p:ph type="title"/>
          </p:nvPr>
        </p:nvSpPr>
        <p:spPr/>
        <p:txBody>
          <a:bodyPr wrap="square">
            <a:normAutofit/>
          </a:bodyPr>
          <a:lstStyle/>
          <a:p>
            <a:pPr/>
            <a:r>
              <a:rPr sz="3200" b="0">
                <a:solidFill>
                  <a:srgbClr val="353160"/>
                </a:solidFill>
                <a:latin typeface="思源黑体 CN Normal"/>
              </a:rPr>
              <a:t>全球流动性：收紧迹象初显</a:t>
            </a:r>
          </a:p>
        </p:txBody>
      </p:sp>
      <p:sp>
        <p:nvSpPr>
          <p:cNvPr id="5" name="文本框 4">
            <a:extLst>
              <a:ext uri="{FF2B5EF4-FFF2-40B4-BE49-F238E27FC236}">
                <a16:creationId xmlns:a16="http://schemas.microsoft.com/office/drawing/2014/main" id="{21A2AC29-9B5A-413B-8994-A787180A0782}"/>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资料来源：Bloomberg、Wind，广发证券发展研究中心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2222852"/>
          <a:ext cx="5436400" cy="3967298"/>
        </p:xfrm>
        <a:graphic>
          <a:graphicData uri="http://schemas.openxmlformats.org/drawingml/2006/chart">
            <c:chart xmlns:c="http://schemas.openxmlformats.org/drawingml/2006/chart" r:id="rId2"/>
          </a:graphicData>
        </a:graphic>
      </p:graphicFrame>
      <p:graphicFrame>
        <p:nvGraphicFramePr>
          <p:cNvPr id="11" name="source_docx_chart"/>
          <p:cNvGraphicFramePr>
            <a:graphicFrameLocks noGrp="1"/>
          </p:cNvGraphicFramePr>
          <p:nvPr/>
        </p:nvGraphicFramePr>
        <p:xfrm>
          <a:off x="6146000" y="2222852"/>
          <a:ext cx="5436400" cy="3967298"/>
        </p:xfrm>
        <a:graphic>
          <a:graphicData uri="http://schemas.openxmlformats.org/drawingml/2006/chart">
            <c:chart xmlns:c="http://schemas.openxmlformats.org/drawingml/2006/chart" r:id="rId3"/>
          </a:graphicData>
        </a:graphic>
      </p:graphicFrame>
    </p:spTree>
  </p:cSld>
  <p:clrMapOvr>
    <a:masterClrMapping/>
  </p:clrMapOvr>
</p:sld>
</file>

<file path=ppt/slides/slide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FD0BE397-9331-4834-A2E5-27F2C72D4697}"/>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11</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ACD72655-0995-4C9E-A8C3-4F57D32E390D}"/>
              </a:ext>
            </a:extLst>
          </p:cNvPr>
          <p:cNvSpPr txBox="1"/>
          <p:nvPr/>
        </p:nvSpPr>
        <p:spPr>
          <a:xfrm>
            <a:off x="424070" y="1363926"/>
            <a:ext cx="10947402" cy="36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日元汇率处于90年代以来的最低位置（图中是美元兑日元）。</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0E39187A-79E1-49B6-9641-D65D46504154}"/>
              </a:ext>
            </a:extLst>
          </p:cNvPr>
          <p:cNvSpPr>
            <a:spLocks noGrp="1"/>
          </p:cNvSpPr>
          <p:nvPr>
            <p:ph type="title"/>
          </p:nvPr>
        </p:nvSpPr>
        <p:spPr/>
        <p:txBody>
          <a:bodyPr wrap="square">
            <a:normAutofit/>
          </a:bodyPr>
          <a:lstStyle/>
          <a:p>
            <a:pPr/>
            <a:r>
              <a:rPr sz="3200" b="0">
                <a:solidFill>
                  <a:srgbClr val="353160"/>
                </a:solidFill>
                <a:latin typeface="思源黑体 CN Normal"/>
              </a:rPr>
              <a:t>全球流动性：收紧迹象初显</a:t>
            </a:r>
          </a:p>
        </p:txBody>
      </p:sp>
      <p:sp>
        <p:nvSpPr>
          <p:cNvPr id="5" name="文本框 4">
            <a:extLst>
              <a:ext uri="{FF2B5EF4-FFF2-40B4-BE49-F238E27FC236}">
                <a16:creationId xmlns:a16="http://schemas.microsoft.com/office/drawing/2014/main" id="{0C4B90F4-E196-4CB8-BF4A-37AC041760DB}"/>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资料来源：Bloomberg，广发证券发展研究中心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1813926"/>
          <a:ext cx="10972800" cy="4376224"/>
        </p:xfrm>
        <a:graphic>
          <a:graphicData uri="http://schemas.openxmlformats.org/drawingml/2006/chart">
            <c:chart xmlns:c="http://schemas.openxmlformats.org/drawingml/2006/chart" r:id="rId2"/>
          </a:graphicData>
        </a:graphic>
      </p:graphicFrame>
    </p:spTree>
  </p:cSld>
  <p:clrMapOvr>
    <a:masterClrMapping/>
  </p:clrMapOvr>
</p:sld>
</file>

<file path=ppt/slides/slide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9DB6134E-2FA4-46FF-89F3-26C228549F6B}"/>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12</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EEE98C3F-A020-4D71-8E20-BC325B924903}"/>
              </a:ext>
            </a:extLst>
          </p:cNvPr>
          <p:cNvSpPr txBox="1"/>
          <p:nvPr/>
        </p:nvSpPr>
        <p:spPr>
          <a:xfrm>
            <a:off x="424070" y="1363926"/>
            <a:ext cx="10947402" cy="49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同时，SEP已经释放了方向性信号：年末联邦基金利率中位数升至3.8%，高于当前3.50%–3.75%的目标区间，说明年内加息风险已明显上升。</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20D2C67C-5927-46B4-AEB2-53349D4B9848}"/>
              </a:ext>
            </a:extLst>
          </p:cNvPr>
          <p:cNvSpPr>
            <a:spLocks noGrp="1"/>
          </p:cNvSpPr>
          <p:nvPr>
            <p:ph type="title"/>
          </p:nvPr>
        </p:nvSpPr>
        <p:spPr/>
        <p:txBody>
          <a:bodyPr wrap="square">
            <a:normAutofit/>
          </a:bodyPr>
          <a:lstStyle/>
          <a:p>
            <a:pPr/>
            <a:r>
              <a:rPr sz="3200" b="0">
                <a:solidFill>
                  <a:srgbClr val="353160"/>
                </a:solidFill>
                <a:latin typeface="思源黑体 CN Normal"/>
              </a:rPr>
              <a:t>全球流动性：收紧迹象初显</a:t>
            </a:r>
          </a:p>
        </p:txBody>
      </p:sp>
      <p:sp>
        <p:nvSpPr>
          <p:cNvPr id="5" name="文本框 4">
            <a:extLst>
              <a:ext uri="{FF2B5EF4-FFF2-40B4-BE49-F238E27FC236}">
                <a16:creationId xmlns:a16="http://schemas.microsoft.com/office/drawing/2014/main" id="{DA529627-5280-4E39-B944-FF3D845080BB}"/>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1943926"/>
          <a:ext cx="10972800" cy="4246224"/>
        </p:xfrm>
        <a:graphic>
          <a:graphicData uri="http://schemas.openxmlformats.org/drawingml/2006/chart">
            <c:chart xmlns:c="http://schemas.openxmlformats.org/drawingml/2006/chart" r:id="rId2"/>
          </a:graphicData>
        </a:graphic>
      </p:graphicFrame>
    </p:spTree>
  </p:cSld>
  <p:clrMapOvr>
    <a:masterClrMapping/>
  </p:clrMapOvr>
</p:sld>
</file>

<file path=ppt/slides/slide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5BADFF74-2DAC-4608-8FF6-55871402728A}"/>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13</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14D9E47B-A1E8-4D2C-83FE-519D553B149C}"/>
              </a:ext>
            </a:extLst>
          </p:cNvPr>
          <p:cNvSpPr txBox="1"/>
          <p:nvPr/>
        </p:nvSpPr>
        <p:spPr>
          <a:xfrm>
            <a:off x="424070" y="1363926"/>
            <a:ext cx="10947402" cy="49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同时，SEP已经释放了方向性信号：年末联邦基金利率中位数升至3.8%，高于当前3.50%–3.75%的目标区间，说明年内加息风险已明显上升。</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D1D3CC8D-08A9-4030-A253-D1ADBA891D87}"/>
              </a:ext>
            </a:extLst>
          </p:cNvPr>
          <p:cNvSpPr>
            <a:spLocks noGrp="1"/>
          </p:cNvSpPr>
          <p:nvPr>
            <p:ph type="title"/>
          </p:nvPr>
        </p:nvSpPr>
        <p:spPr/>
        <p:txBody>
          <a:bodyPr wrap="square">
            <a:normAutofit/>
          </a:bodyPr>
          <a:lstStyle/>
          <a:p>
            <a:pPr/>
            <a:r>
              <a:rPr sz="3200" b="0">
                <a:solidFill>
                  <a:srgbClr val="353160"/>
                </a:solidFill>
                <a:latin typeface="思源黑体 CN Normal"/>
              </a:rPr>
              <a:t>全球流动性：收紧迹象初显</a:t>
            </a:r>
          </a:p>
        </p:txBody>
      </p:sp>
      <p:sp>
        <p:nvSpPr>
          <p:cNvPr id="5" name="文本框 4">
            <a:extLst>
              <a:ext uri="{FF2B5EF4-FFF2-40B4-BE49-F238E27FC236}">
                <a16:creationId xmlns:a16="http://schemas.microsoft.com/office/drawing/2014/main" id="{37CDD422-AE04-4BE9-8253-87107666D420}"/>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资料来源：FOMC Summary of Economic Projections，广发证券发展研究中心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pic>
        <p:nvPicPr>
          <p:cNvPr id="10" name="source_docx_image" descr="002_f35253000026_image7.png"/>
          <p:cNvPicPr>
            <a:picLocks noChangeAspect="1"/>
          </p:cNvPicPr>
          <p:nvPr/>
        </p:nvPicPr>
        <p:blipFill>
          <a:blip r:embed="rId2"/>
          <a:stretch>
            <a:fillRect/>
          </a:stretch>
        </p:blipFill>
        <p:spPr>
          <a:xfrm>
            <a:off x="3658020" y="1943926"/>
            <a:ext cx="4875960" cy="4246224"/>
          </a:xfrm>
          <a:prstGeom prst="rect">
            <a:avLst/>
          </a:prstGeom>
        </p:spPr>
      </p:pic>
    </p:spTree>
  </p:cSld>
  <p:clrMapOvr>
    <a:masterClrMapping/>
  </p:clrMapOvr>
</p:sld>
</file>

<file path=ppt/slides/slide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06CF1BCA-8CAA-4DEE-849F-58A23AD74801}"/>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14</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9F086E5E-7B58-4756-8205-D45169B3CE04}"/>
              </a:ext>
            </a:extLst>
          </p:cNvPr>
          <p:cNvSpPr txBox="1"/>
          <p:nvPr/>
        </p:nvSpPr>
        <p:spPr>
          <a:xfrm>
            <a:off x="424070" y="1363926"/>
            <a:ext cx="10947402" cy="36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2026年4-6月，BIS追踪的主要经济体中12国央行加息。</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FF68455F-2AE2-4EA3-A080-9ECF2FCFC9E9}"/>
              </a:ext>
            </a:extLst>
          </p:cNvPr>
          <p:cNvSpPr>
            <a:spLocks noGrp="1"/>
          </p:cNvSpPr>
          <p:nvPr>
            <p:ph type="title"/>
          </p:nvPr>
        </p:nvSpPr>
        <p:spPr/>
        <p:txBody>
          <a:bodyPr wrap="square">
            <a:normAutofit/>
          </a:bodyPr>
          <a:lstStyle/>
          <a:p>
            <a:pPr/>
            <a:r>
              <a:rPr sz="3200" b="0">
                <a:solidFill>
                  <a:srgbClr val="353160"/>
                </a:solidFill>
                <a:latin typeface="思源黑体 CN Normal"/>
              </a:rPr>
              <a:t>全球流动性：收紧迹象初显</a:t>
            </a:r>
          </a:p>
        </p:txBody>
      </p:sp>
      <p:sp>
        <p:nvSpPr>
          <p:cNvPr id="5" name="文本框 4">
            <a:extLst>
              <a:ext uri="{FF2B5EF4-FFF2-40B4-BE49-F238E27FC236}">
                <a16:creationId xmlns:a16="http://schemas.microsoft.com/office/drawing/2014/main" id="{FF148885-8467-4BC3-A770-D201AE1316F9}"/>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资料来源：国际清算银行、Bloomberg，广发证券发展研究中心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2280062"/>
          <a:ext cx="10972800" cy="3910088"/>
        </p:xfrm>
        <a:graphic>
          <a:graphicData uri="http://schemas.openxmlformats.org/drawingml/2006/chart">
            <c:chart xmlns:c="http://schemas.openxmlformats.org/drawingml/2006/chart" r:id="rId2"/>
          </a:graphicData>
        </a:graphic>
      </p:graphicFrame>
    </p:spTree>
  </p:cSld>
  <p:clrMapOvr>
    <a:masterClrMapping/>
  </p:clrMapOvr>
</p:sld>
</file>

<file path=ppt/slides/slide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4C84308E-989F-463D-8467-1EDFCC3A2BA1}"/>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15</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F5940DBE-0AF7-4260-B9CA-BDB0A0E292C0}"/>
              </a:ext>
            </a:extLst>
          </p:cNvPr>
          <p:cNvSpPr txBox="1"/>
          <p:nvPr/>
        </p:nvSpPr>
        <p:spPr>
          <a:xfrm>
            <a:off x="424070" y="1363926"/>
            <a:ext cx="10947402" cy="9577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短期来看，风险资产的情绪会受到流动性收紧、尤其是超预期紧缩的负向扰动。</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a:p>
            <a:r>
              <a:rPr sz="1400" b="0">
                <a:solidFill>
                  <a:srgbClr val="353160"/>
                </a:solidFill>
                <a:latin typeface="Source Han Sans CN Medium"/>
              </a:rPr>
              <a:t>债市熊平，10年期美债收益率在1小时从约4.42%快速上行至4.49%附近，升幅约7bp，2年期美债利率短线内升幅更高，约15bp。</a:t>
            </a:r>
          </a:p>
          <a:p>
            <a:r>
              <a:rPr sz="1400" b="0">
                <a:solidFill>
                  <a:srgbClr val="353160"/>
                </a:solidFill>
                <a:latin typeface="Source Han Sans CN Medium"/>
              </a:rPr>
              <a:t>随后，受美伊相关消息缓和以及资金重新定价影响，风险偏好有所修复，部分跌幅在次日交易中收敛。</a:t>
            </a:r>
          </a:p>
        </p:txBody>
      </p:sp>
      <p:sp>
        <p:nvSpPr>
          <p:cNvPr id="9" name="标题 8">
            <a:extLst>
              <a:ext uri="{FF2B5EF4-FFF2-40B4-BE49-F238E27FC236}">
                <a16:creationId xmlns:a16="http://schemas.microsoft.com/office/drawing/2014/main" id="{6B7F8FC4-00CD-4B46-863E-6E0C0B43AEF1}"/>
              </a:ext>
            </a:extLst>
          </p:cNvPr>
          <p:cNvSpPr>
            <a:spLocks noGrp="1"/>
          </p:cNvSpPr>
          <p:nvPr>
            <p:ph type="title"/>
          </p:nvPr>
        </p:nvSpPr>
        <p:spPr/>
        <p:txBody>
          <a:bodyPr wrap="square">
            <a:normAutofit/>
          </a:bodyPr>
          <a:lstStyle/>
          <a:p>
            <a:pPr/>
            <a:r>
              <a:rPr sz="3200" b="0">
                <a:solidFill>
                  <a:srgbClr val="353160"/>
                </a:solidFill>
                <a:latin typeface="思源黑体 CN Normal"/>
              </a:rPr>
              <a:t>是否影响AI主线：短期受扰动，中期产业趋势仍延续</a:t>
            </a:r>
          </a:p>
        </p:txBody>
      </p:sp>
      <p:sp>
        <p:nvSpPr>
          <p:cNvPr id="5" name="文本框 4">
            <a:extLst>
              <a:ext uri="{FF2B5EF4-FFF2-40B4-BE49-F238E27FC236}">
                <a16:creationId xmlns:a16="http://schemas.microsoft.com/office/drawing/2014/main" id="{6698EE60-7822-4DCB-AEA5-2BC96867451B}"/>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spTree>
  </p:cSld>
  <p:clrMapOvr>
    <a:masterClrMapping/>
  </p:clrMapOvr>
</p:sld>
</file>

<file path=ppt/slides/slide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CAC981A5-5E14-4EC6-B407-F0A418A152FA}"/>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16</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4DA26279-1394-42D4-8185-E10AE39D06BC}"/>
              </a:ext>
            </a:extLst>
          </p:cNvPr>
          <p:cNvSpPr txBox="1"/>
          <p:nvPr/>
        </p:nvSpPr>
        <p:spPr>
          <a:xfrm>
            <a:off x="424070" y="1363926"/>
            <a:ext cx="10947402" cy="36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FOMC记者会召开后，纳指和黄金直线跳水。</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584DE3E8-A63C-4EFD-BD9E-084BF0433562}"/>
              </a:ext>
            </a:extLst>
          </p:cNvPr>
          <p:cNvSpPr>
            <a:spLocks noGrp="1"/>
          </p:cNvSpPr>
          <p:nvPr>
            <p:ph type="title"/>
          </p:nvPr>
        </p:nvSpPr>
        <p:spPr/>
        <p:txBody>
          <a:bodyPr wrap="square">
            <a:normAutofit/>
          </a:bodyPr>
          <a:lstStyle/>
          <a:p>
            <a:pPr/>
            <a:r>
              <a:rPr sz="3200" b="0">
                <a:solidFill>
                  <a:srgbClr val="353160"/>
                </a:solidFill>
                <a:latin typeface="思源黑体 CN Normal"/>
              </a:rPr>
              <a:t>是否影响AI主线：短期受扰动，中期产业趋势仍延续</a:t>
            </a:r>
          </a:p>
        </p:txBody>
      </p:sp>
      <p:sp>
        <p:nvSpPr>
          <p:cNvPr id="5" name="文本框 4">
            <a:extLst>
              <a:ext uri="{FF2B5EF4-FFF2-40B4-BE49-F238E27FC236}">
                <a16:creationId xmlns:a16="http://schemas.microsoft.com/office/drawing/2014/main" id="{26290540-BA6E-40D3-B2F2-F6DE9DF434FF}"/>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资料来源：Bloomberg，广发证券发展研究中心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2321626"/>
          <a:ext cx="10972800" cy="3868524"/>
        </p:xfrm>
        <a:graphic>
          <a:graphicData uri="http://schemas.openxmlformats.org/drawingml/2006/chart">
            <c:chart xmlns:c="http://schemas.openxmlformats.org/drawingml/2006/chart" r:id="rId2"/>
          </a:graphicData>
        </a:graphic>
      </p:graphicFrame>
    </p:spTree>
  </p:cSld>
  <p:clrMapOvr>
    <a:masterClrMapping/>
  </p:clrMapOvr>
</p:sld>
</file>

<file path=ppt/slides/slide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A70B1AA9-F122-4F51-8D16-0BDEF0F33E60}"/>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17</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B95EBE86-A998-4AD0-AEDA-739F8BB81654}"/>
              </a:ext>
            </a:extLst>
          </p:cNvPr>
          <p:cNvSpPr txBox="1"/>
          <p:nvPr/>
        </p:nvSpPr>
        <p:spPr>
          <a:xfrm>
            <a:off x="424070" y="1363926"/>
            <a:ext cx="10947402" cy="735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1999年6月联储加息后，Baa级企业债收益率明显上行。</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a:p>
            <a:r>
              <a:rPr sz="1400" b="0">
                <a:solidFill>
                  <a:srgbClr val="353160"/>
                </a:solidFill>
                <a:latin typeface="Source Han Sans CN Medium"/>
              </a:rPr>
              <a:t>当下，企业融资成本依旧稳定，且To-C模型商强劲的收入端使得再融资成本即使上行也影响较小。</a:t>
            </a:r>
          </a:p>
        </p:txBody>
      </p:sp>
      <p:sp>
        <p:nvSpPr>
          <p:cNvPr id="9" name="标题 8">
            <a:extLst>
              <a:ext uri="{FF2B5EF4-FFF2-40B4-BE49-F238E27FC236}">
                <a16:creationId xmlns:a16="http://schemas.microsoft.com/office/drawing/2014/main" id="{EA940BF8-49D1-46FD-9934-15C0BB338358}"/>
              </a:ext>
            </a:extLst>
          </p:cNvPr>
          <p:cNvSpPr>
            <a:spLocks noGrp="1"/>
          </p:cNvSpPr>
          <p:nvPr>
            <p:ph type="title"/>
          </p:nvPr>
        </p:nvSpPr>
        <p:spPr/>
        <p:txBody>
          <a:bodyPr wrap="square">
            <a:normAutofit/>
          </a:bodyPr>
          <a:lstStyle/>
          <a:p>
            <a:pPr/>
            <a:r>
              <a:rPr sz="3200" b="0">
                <a:solidFill>
                  <a:srgbClr val="353160"/>
                </a:solidFill>
                <a:latin typeface="思源黑体 CN Normal"/>
              </a:rPr>
              <a:t>是否影响AI主线：短期受扰动，中期产业趋势仍延续</a:t>
            </a:r>
          </a:p>
        </p:txBody>
      </p:sp>
      <p:sp>
        <p:nvSpPr>
          <p:cNvPr id="5" name="文本框 4">
            <a:extLst>
              <a:ext uri="{FF2B5EF4-FFF2-40B4-BE49-F238E27FC236}">
                <a16:creationId xmlns:a16="http://schemas.microsoft.com/office/drawing/2014/main" id="{6EFB177D-AC3F-4D20-B6BF-D0EF4942943E}"/>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资料来源：Bloomberg、FRED，广发证券发展研究中心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2188926"/>
          <a:ext cx="5436400" cy="4001224"/>
        </p:xfrm>
        <a:graphic>
          <a:graphicData uri="http://schemas.openxmlformats.org/drawingml/2006/chart">
            <c:chart xmlns:c="http://schemas.openxmlformats.org/drawingml/2006/chart" r:id="rId2"/>
          </a:graphicData>
        </a:graphic>
      </p:graphicFrame>
      <p:graphicFrame>
        <p:nvGraphicFramePr>
          <p:cNvPr id="11" name="source_docx_chart"/>
          <p:cNvGraphicFramePr>
            <a:graphicFrameLocks noGrp="1"/>
          </p:cNvGraphicFramePr>
          <p:nvPr/>
        </p:nvGraphicFramePr>
        <p:xfrm>
          <a:off x="6146000" y="2188926"/>
          <a:ext cx="5436400" cy="4001224"/>
        </p:xfrm>
        <a:graphic>
          <a:graphicData uri="http://schemas.openxmlformats.org/drawingml/2006/chart">
            <c:chart xmlns:c="http://schemas.openxmlformats.org/drawingml/2006/chart" r:id="rId3"/>
          </a:graphicData>
        </a:graphic>
      </p:graphicFrame>
    </p:spTree>
  </p:cSld>
  <p:clrMapOvr>
    <a:masterClrMapping/>
  </p:clrMapOvr>
</p:sld>
</file>

<file path=ppt/slides/slide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021FAD11-8C72-4A99-872A-8FA4008BD7E2}"/>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18</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7E942BE3-5768-4267-9180-34F6DC915D94}"/>
              </a:ext>
            </a:extLst>
          </p:cNvPr>
          <p:cNvSpPr txBox="1"/>
          <p:nvPr/>
        </p:nvSpPr>
        <p:spPr>
          <a:xfrm>
            <a:off x="424070" y="1363926"/>
            <a:ext cx="10947402" cy="735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今年以来，头部模型商OpenAI 和 Anthropic 的 ARR 呈现非线性快速抬升，说明模型商的收入增长并不只是短期热度驱动，而是在订阅收入、API 调用和企业长期协议等多个维度上同步兑现，具有可持续性。</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47B2A402-2425-4202-8862-E9F0D7E11979}"/>
              </a:ext>
            </a:extLst>
          </p:cNvPr>
          <p:cNvSpPr>
            <a:spLocks noGrp="1"/>
          </p:cNvSpPr>
          <p:nvPr>
            <p:ph type="title"/>
          </p:nvPr>
        </p:nvSpPr>
        <p:spPr/>
        <p:txBody>
          <a:bodyPr wrap="square">
            <a:normAutofit/>
          </a:bodyPr>
          <a:lstStyle/>
          <a:p>
            <a:pPr/>
            <a:r>
              <a:rPr sz="3200" b="0">
                <a:solidFill>
                  <a:srgbClr val="353160"/>
                </a:solidFill>
                <a:latin typeface="思源黑体 CN Normal"/>
              </a:rPr>
              <a:t>是否影响AI主线：短期受扰动，中期产业趋势仍延续</a:t>
            </a:r>
          </a:p>
        </p:txBody>
      </p:sp>
      <p:sp>
        <p:nvSpPr>
          <p:cNvPr id="5" name="文本框 4">
            <a:extLst>
              <a:ext uri="{FF2B5EF4-FFF2-40B4-BE49-F238E27FC236}">
                <a16:creationId xmlns:a16="http://schemas.microsoft.com/office/drawing/2014/main" id="{43A8ACC1-F7B6-436C-945F-20CD12ED7613}"/>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资料来源：智东方，广发证券发展研究中心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2447541"/>
          <a:ext cx="10972800" cy="3742609"/>
        </p:xfrm>
        <a:graphic>
          <a:graphicData uri="http://schemas.openxmlformats.org/drawingml/2006/chart">
            <c:chart xmlns:c="http://schemas.openxmlformats.org/drawingml/2006/chart" r:id="rId2"/>
          </a:graphicData>
        </a:graphic>
      </p:graphicFrame>
    </p:spTree>
  </p:cSld>
  <p:clrMapOvr>
    <a:masterClrMapping/>
  </p:clrMapOvr>
</p:sld>
</file>

<file path=ppt/slides/slide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270D1C25-9211-4887-B925-65D94FEDAB77}"/>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19</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778FBA4E-3060-4AD6-BFBC-BB2FC7C5AFC1}"/>
              </a:ext>
            </a:extLst>
          </p:cNvPr>
          <p:cNvSpPr txBox="1"/>
          <p:nvPr/>
        </p:nvSpPr>
        <p:spPr>
          <a:xfrm>
            <a:off x="424070" y="1363926"/>
            <a:ext cx="10947402" cy="36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英伟达与AMD近些年营收与预测。</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9E2DB90B-B7AB-424E-95DF-20F9C4938494}"/>
              </a:ext>
            </a:extLst>
          </p:cNvPr>
          <p:cNvSpPr>
            <a:spLocks noGrp="1"/>
          </p:cNvSpPr>
          <p:nvPr>
            <p:ph type="title"/>
          </p:nvPr>
        </p:nvSpPr>
        <p:spPr/>
        <p:txBody>
          <a:bodyPr wrap="square">
            <a:normAutofit/>
          </a:bodyPr>
          <a:lstStyle/>
          <a:p>
            <a:pPr/>
            <a:r>
              <a:rPr sz="3200" b="0">
                <a:solidFill>
                  <a:srgbClr val="353160"/>
                </a:solidFill>
                <a:latin typeface="思源黑体 CN Normal"/>
              </a:rPr>
              <a:t>是否影响AI主线：短期受扰动，中期产业趋势仍延续</a:t>
            </a:r>
          </a:p>
        </p:txBody>
      </p:sp>
      <p:sp>
        <p:nvSpPr>
          <p:cNvPr id="5" name="文本框 4">
            <a:extLst>
              <a:ext uri="{FF2B5EF4-FFF2-40B4-BE49-F238E27FC236}">
                <a16:creationId xmlns:a16="http://schemas.microsoft.com/office/drawing/2014/main" id="{B7D971EA-8106-431E-899D-DEA52AF3D329}"/>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资料来源：Bloomberg，广发证券发展研究中心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2080544"/>
          <a:ext cx="10972800" cy="4109606"/>
        </p:xfrm>
        <a:graphic>
          <a:graphicData uri="http://schemas.openxmlformats.org/drawingml/2006/chart">
            <c:chart xmlns:c="http://schemas.openxmlformats.org/drawingml/2006/chart" r:id="rId2"/>
          </a:graphicData>
        </a:graphic>
      </p:graphicFrame>
    </p:spTree>
  </p:cSld>
  <p:clrMapOvr>
    <a:masterClrMapping/>
  </p:clrMapOvr>
</p:sld>
</file>

<file path=ppt/slides/slide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06AD432C-AD94-4ED9-8419-3A2B82FED79E}"/>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20</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BD914DDE-A0F0-41CB-908F-468573E87E19}"/>
              </a:ext>
            </a:extLst>
          </p:cNvPr>
          <p:cNvSpPr txBox="1"/>
          <p:nvPr/>
        </p:nvSpPr>
        <p:spPr>
          <a:xfrm>
            <a:off x="424070" y="1363926"/>
            <a:ext cx="10947402" cy="36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AI驱动的美股估值仍在震荡微升。</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1CAD9721-ED6E-47C9-B739-062C5FB5A233}"/>
              </a:ext>
            </a:extLst>
          </p:cNvPr>
          <p:cNvSpPr>
            <a:spLocks noGrp="1"/>
          </p:cNvSpPr>
          <p:nvPr>
            <p:ph type="title"/>
          </p:nvPr>
        </p:nvSpPr>
        <p:spPr/>
        <p:txBody>
          <a:bodyPr wrap="square">
            <a:normAutofit/>
          </a:bodyPr>
          <a:lstStyle/>
          <a:p>
            <a:pPr/>
            <a:r>
              <a:rPr sz="3200" b="0">
                <a:solidFill>
                  <a:srgbClr val="353160"/>
                </a:solidFill>
                <a:latin typeface="思源黑体 CN Normal"/>
              </a:rPr>
              <a:t>是否影响AI主线：短期受扰动，中期产业趋势仍延续</a:t>
            </a:r>
          </a:p>
        </p:txBody>
      </p:sp>
      <p:sp>
        <p:nvSpPr>
          <p:cNvPr id="5" name="文本框 4">
            <a:extLst>
              <a:ext uri="{FF2B5EF4-FFF2-40B4-BE49-F238E27FC236}">
                <a16:creationId xmlns:a16="http://schemas.microsoft.com/office/drawing/2014/main" id="{3EEC77FF-274B-4547-97AF-7F851D4A84FF}"/>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资料来源：Bloomberg，广发证券发展研究中心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1813926"/>
          <a:ext cx="10972800" cy="4376224"/>
        </p:xfrm>
        <a:graphic>
          <a:graphicData uri="http://schemas.openxmlformats.org/drawingml/2006/chart">
            <c:chart xmlns:c="http://schemas.openxmlformats.org/drawingml/2006/chart" r:id="rId2"/>
          </a:graphicData>
        </a:graphic>
      </p:graphicFrame>
    </p:spTree>
  </p:cSld>
  <p:clrMapOvr>
    <a:masterClrMapping/>
  </p:clrMapOvr>
</p:sld>
</file>

<file path=ppt/slides/slide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FCDEE55F-C063-443C-8466-90B5F990240A}"/>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21</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FF9EEFCB-6EFF-48D8-B865-EB756FD959E6}"/>
              </a:ext>
            </a:extLst>
          </p:cNvPr>
          <p:cNvSpPr txBox="1"/>
          <p:nvPr/>
        </p:nvSpPr>
        <p:spPr>
          <a:xfrm>
            <a:off x="424070" y="1363926"/>
            <a:ext cx="10947402" cy="36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美股估值水平较高，比肩1998-1999年水平。</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71622747-F99A-420D-AB9D-8B87D6904698}"/>
              </a:ext>
            </a:extLst>
          </p:cNvPr>
          <p:cNvSpPr>
            <a:spLocks noGrp="1"/>
          </p:cNvSpPr>
          <p:nvPr>
            <p:ph type="title"/>
          </p:nvPr>
        </p:nvSpPr>
        <p:spPr/>
        <p:txBody>
          <a:bodyPr wrap="square">
            <a:normAutofit/>
          </a:bodyPr>
          <a:lstStyle/>
          <a:p>
            <a:pPr/>
            <a:r>
              <a:rPr sz="3200" b="0">
                <a:solidFill>
                  <a:srgbClr val="353160"/>
                </a:solidFill>
                <a:latin typeface="思源黑体 CN Normal"/>
              </a:rPr>
              <a:t>是否影响AI主线：短期受扰动，中期产业趋势仍延续</a:t>
            </a:r>
          </a:p>
        </p:txBody>
      </p:sp>
      <p:sp>
        <p:nvSpPr>
          <p:cNvPr id="5" name="文本框 4">
            <a:extLst>
              <a:ext uri="{FF2B5EF4-FFF2-40B4-BE49-F238E27FC236}">
                <a16:creationId xmlns:a16="http://schemas.microsoft.com/office/drawing/2014/main" id="{02ED5E0B-6460-44FE-8162-72BA2134D0AF}"/>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资料来源：Haver，广发证券发展研究中心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1813926"/>
          <a:ext cx="10972800" cy="4376224"/>
        </p:xfrm>
        <a:graphic>
          <a:graphicData uri="http://schemas.openxmlformats.org/drawingml/2006/chart">
            <c:chart xmlns:c="http://schemas.openxmlformats.org/drawingml/2006/chart" r:id="rId2"/>
          </a:graphicData>
        </a:graphic>
      </p:graphicFrame>
    </p:spTree>
  </p:cSld>
  <p:clrMapOvr>
    <a:masterClrMapping/>
  </p:clrMapOvr>
</p:sld>
</file>

<file path=ppt/slides/slide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21DCC7F0-6213-4E69-A18E-40FC1708DD55}"/>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22</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07BB2258-A165-454B-94D7-748CC6C5701B}"/>
              </a:ext>
            </a:extLst>
          </p:cNvPr>
          <p:cNvSpPr txBox="1"/>
          <p:nvPr/>
        </p:nvSpPr>
        <p:spPr>
          <a:xfrm>
            <a:off x="424070" y="1363926"/>
            <a:ext cx="10947402" cy="49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但从基本面看，企业融资成本尚未明显压制大额CAPEX计划，AI产业链的收入端需求与订单传导仍然稳健，利润兑现也未出现明显松动，设备投资依然在中前期扩张阶段。</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0F3BE203-C2C2-400C-A614-7334A0D16EA6}"/>
              </a:ext>
            </a:extLst>
          </p:cNvPr>
          <p:cNvSpPr>
            <a:spLocks noGrp="1"/>
          </p:cNvSpPr>
          <p:nvPr>
            <p:ph type="title"/>
          </p:nvPr>
        </p:nvSpPr>
        <p:spPr/>
        <p:txBody>
          <a:bodyPr wrap="square">
            <a:normAutofit/>
          </a:bodyPr>
          <a:lstStyle/>
          <a:p>
            <a:pPr/>
            <a:r>
              <a:rPr sz="3200" b="0">
                <a:solidFill>
                  <a:srgbClr val="353160"/>
                </a:solidFill>
                <a:latin typeface="思源黑体 CN Normal"/>
              </a:rPr>
              <a:t>是否影响AI主线：短期受扰动，中期产业趋势仍延续</a:t>
            </a:r>
          </a:p>
        </p:txBody>
      </p:sp>
      <p:sp>
        <p:nvSpPr>
          <p:cNvPr id="5" name="文本框 4">
            <a:extLst>
              <a:ext uri="{FF2B5EF4-FFF2-40B4-BE49-F238E27FC236}">
                <a16:creationId xmlns:a16="http://schemas.microsoft.com/office/drawing/2014/main" id="{648E0B7C-B457-4F3A-B66F-63EF98734A56}"/>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资料来源：Haver，广发证券发展研究中心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2540646"/>
          <a:ext cx="10972800" cy="3649504"/>
        </p:xfrm>
        <a:graphic>
          <a:graphicData uri="http://schemas.openxmlformats.org/drawingml/2006/chart">
            <c:chart xmlns:c="http://schemas.openxmlformats.org/drawingml/2006/chart" r:id="rId2"/>
          </a:graphicData>
        </a:graphic>
      </p:graphicFrame>
    </p:spTree>
  </p:cSld>
  <p:clrMapOvr>
    <a:masterClrMapping/>
  </p:clrMapOvr>
</p:sld>
</file>

<file path=ppt/slides/slide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8" name="文本框 7"/>
          <p:cNvSpPr txBox="1"/>
          <p:nvPr/>
        </p:nvSpPr>
        <p:spPr>
          <a:xfrm>
            <a:off x="8665029" y="3733800"/>
            <a:ext cx="2830285" cy="2862322"/>
          </a:xfrm>
          <a:prstGeom prst="rect">
            <a:avLst/>
          </a:prstGeom>
          <a:noFill/>
        </p:spPr>
        <p:txBody>
          <a:bodyPr wrap="square" rtlCol="0">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sz="18000" b="0">
                <a:solidFill>
                  <a:srgbClr val="353160"/>
                </a:solidFill>
                <a:latin typeface="Source Han Sans CN Light"/>
              </a:rPr>
              <a:t>02</a:t>
            </a:r>
            <a:endParaRPr kumimoji="1" lang="zh-CN" altLang="en-US" sz="18000" b="0" i="0" u="none" strike="noStrike" kern="1200" cap="none" spc="0" normalizeH="0" baseline="0" noProof="0" dirty="0">
              <a:ln>
                <a:noFill/>
              </a:ln>
              <a:solidFill>
                <a:srgbClr val="353160"/>
              </a:solidFill>
              <a:effectLst/>
              <a:uLnTx/>
              <a:uFillTx/>
              <a:latin typeface="Source Han Sans CN Light" panose="020B0800000000000000" pitchFamily="34" charset="-128"/>
              <a:ea typeface="Source Han Sans CN Light" panose="020B0800000000000000" pitchFamily="34" charset="-128"/>
              <a:cs typeface="+mn-cs"/>
            </a:endParaRPr>
          </a:p>
        </p:txBody>
      </p:sp>
      <p:sp>
        <p:nvSpPr>
          <p:cNvPr id="6" name="标题 3">
            <a:extLst>
              <a:ext uri="{FF2B5EF4-FFF2-40B4-BE49-F238E27FC236}">
                <a16:creationId xmlns:a16="http://schemas.microsoft.com/office/drawing/2014/main" id="{F2F3A848-2C3C-4E4D-AE02-891B369925E7}"/>
              </a:ext>
            </a:extLst>
          </p:cNvPr>
          <p:cNvSpPr>
            <a:spLocks noGrp="1"/>
          </p:cNvSpPr>
          <p:nvPr>
            <p:ph type="title"/>
          </p:nvPr>
        </p:nvSpPr>
        <p:spPr>
          <a:xfrm>
            <a:off x="1260566" y="1736726"/>
            <a:ext cx="10047514" cy="799645"/>
          </a:xfrm>
        </p:spPr>
        <p:txBody>
          <a:bodyPr wrap="square">
            <a:normAutofit/>
          </a:bodyPr>
          <a:lstStyle/>
          <a:p>
            <a:pPr>
              <a:lnSpc>
                <a:spcPct val="100000"/>
              </a:lnSpc>
            </a:pPr>
            <a:r>
              <a:rPr sz="4000" b="1">
                <a:solidFill>
                  <a:srgbClr val="353160"/>
                </a:solidFill>
                <a:latin typeface="Source Han Sans CN Regular"/>
              </a:rPr>
              <a:t>港股流动性压力下半年能否缓解？</a:t>
            </a:r>
          </a:p>
        </p:txBody>
      </p:sp>
    </p:spTree>
  </p:cSld>
  <p:clrMapOvr>
    <a:masterClrMapping/>
  </p:clrMapOvr>
</p:sld>
</file>

<file path=ppt/slides/slide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06247348-4B6C-4707-A89C-4212E38C0497}"/>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24</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E0FE803E-39CA-43B1-BEEE-5EE270DA617F}"/>
              </a:ext>
            </a:extLst>
          </p:cNvPr>
          <p:cNvSpPr txBox="1"/>
          <p:nvPr/>
        </p:nvSpPr>
        <p:spPr>
          <a:xfrm>
            <a:off x="424070" y="1363926"/>
            <a:ext cx="10947402" cy="36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最近一年，美元指数的几轮回撤，港股都偏向于震荡。</a:t>
            </a:r>
          </a:p>
        </p:txBody>
      </p:sp>
      <p:sp>
        <p:nvSpPr>
          <p:cNvPr id="9" name="标题 8">
            <a:extLst>
              <a:ext uri="{FF2B5EF4-FFF2-40B4-BE49-F238E27FC236}">
                <a16:creationId xmlns:a16="http://schemas.microsoft.com/office/drawing/2014/main" id="{127D82AE-1103-4FD9-BDFA-91EB7C8E02CD}"/>
              </a:ext>
            </a:extLst>
          </p:cNvPr>
          <p:cNvSpPr>
            <a:spLocks noGrp="1"/>
          </p:cNvSpPr>
          <p:nvPr>
            <p:ph type="title"/>
          </p:nvPr>
        </p:nvSpPr>
        <p:spPr/>
        <p:txBody>
          <a:bodyPr wrap="square">
            <a:normAutofit/>
          </a:bodyPr>
          <a:lstStyle/>
          <a:p>
            <a:pPr/>
            <a:r>
              <a:rPr sz="3200" b="0">
                <a:solidFill>
                  <a:srgbClr val="353160"/>
                </a:solidFill>
                <a:latin typeface="思源黑体 CN Normal"/>
              </a:rPr>
              <a:t>最近两年来，港股市场的多个历史规律被打破</a:t>
            </a:r>
          </a:p>
        </p:txBody>
      </p:sp>
      <p:graphicFrame>
        <p:nvGraphicFramePr>
          <p:cNvPr id="10" name="source_docx_chart"/>
          <p:cNvGraphicFramePr>
            <a:graphicFrameLocks noGrp="1"/>
          </p:cNvGraphicFramePr>
          <p:nvPr/>
        </p:nvGraphicFramePr>
        <p:xfrm>
          <a:off x="609600" y="3235959"/>
          <a:ext cx="10972800" cy="2954191"/>
        </p:xfrm>
        <a:graphic>
          <a:graphicData uri="http://schemas.openxmlformats.org/drawingml/2006/chart">
            <c:chart xmlns:c="http://schemas.openxmlformats.org/drawingml/2006/chart" r:id="rId2"/>
          </a:graphicData>
        </a:graphic>
      </p:graphicFrame>
    </p:spTree>
  </p:cSld>
  <p:clrMapOvr>
    <a:masterClrMapping/>
  </p:clrMapOvr>
</p:sld>
</file>

<file path=ppt/slides/slide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88C3D6F9-C961-44BD-9AC2-CBD9179644BF}"/>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25</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4A63311C-015F-41BB-9A0D-B6601C5A15E1}"/>
              </a:ext>
            </a:extLst>
          </p:cNvPr>
          <p:cNvSpPr txBox="1"/>
          <p:nvPr/>
        </p:nvSpPr>
        <p:spPr>
          <a:xfrm>
            <a:off x="424070" y="1363926"/>
            <a:ext cx="10947402" cy="49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过往做空成交额占比突破12%时，做空成交占比每次都会回落，虽然做空成交占比高位不意味着港股会上涨/下跌，但是一旦流动性或者基本面好转，港股就容易产生逼空行情。</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28FC3A01-545A-45D3-AE14-8C1D9D0651F6}"/>
              </a:ext>
            </a:extLst>
          </p:cNvPr>
          <p:cNvSpPr>
            <a:spLocks noGrp="1"/>
          </p:cNvSpPr>
          <p:nvPr>
            <p:ph type="title"/>
          </p:nvPr>
        </p:nvSpPr>
        <p:spPr/>
        <p:txBody>
          <a:bodyPr wrap="square">
            <a:normAutofit/>
          </a:bodyPr>
          <a:lstStyle/>
          <a:p>
            <a:pPr/>
            <a:r>
              <a:rPr sz="3200" b="0">
                <a:solidFill>
                  <a:srgbClr val="353160"/>
                </a:solidFill>
                <a:latin typeface="思源黑体 CN Normal"/>
              </a:rPr>
              <a:t>最近两年来，港股市场的多个历史规律被打破</a:t>
            </a:r>
          </a:p>
        </p:txBody>
      </p:sp>
      <p:sp>
        <p:nvSpPr>
          <p:cNvPr id="5" name="文本框 4">
            <a:extLst>
              <a:ext uri="{FF2B5EF4-FFF2-40B4-BE49-F238E27FC236}">
                <a16:creationId xmlns:a16="http://schemas.microsoft.com/office/drawing/2014/main" id="{54D321DF-4816-4AC2-A831-60F4F6ECCE5B}"/>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2222852"/>
          <a:ext cx="10972800" cy="3967298"/>
        </p:xfrm>
        <a:graphic>
          <a:graphicData uri="http://schemas.openxmlformats.org/drawingml/2006/chart">
            <c:chart xmlns:c="http://schemas.openxmlformats.org/drawingml/2006/chart" r:id="rId2"/>
          </a:graphicData>
        </a:graphic>
      </p:graphicFrame>
    </p:spTree>
  </p:cSld>
  <p:clrMapOvr>
    <a:masterClrMapping/>
  </p:clrMapOvr>
</p:sld>
</file>

<file path=ppt/slides/slide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CDC30D9E-380D-4C8C-BAC4-CF98A9EEE747}"/>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26</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4DE05E4E-8C31-4774-8613-03E83728D952}"/>
              </a:ext>
            </a:extLst>
          </p:cNvPr>
          <p:cNvSpPr txBox="1"/>
          <p:nvPr/>
        </p:nvSpPr>
        <p:spPr>
          <a:xfrm>
            <a:off x="424070" y="1363926"/>
            <a:ext cx="10947402" cy="36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但是，今年以来，哪怕成交额占比再度处于低位，恒科仍然再创新低。</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86BF51E0-FD13-4FEA-A866-5C82D50BB5AC}"/>
              </a:ext>
            </a:extLst>
          </p:cNvPr>
          <p:cNvSpPr>
            <a:spLocks noGrp="1"/>
          </p:cNvSpPr>
          <p:nvPr>
            <p:ph type="title"/>
          </p:nvPr>
        </p:nvSpPr>
        <p:spPr/>
        <p:txBody>
          <a:bodyPr wrap="square">
            <a:normAutofit/>
          </a:bodyPr>
          <a:lstStyle/>
          <a:p>
            <a:pPr/>
            <a:r>
              <a:rPr sz="3200" b="0">
                <a:solidFill>
                  <a:srgbClr val="353160"/>
                </a:solidFill>
                <a:latin typeface="思源黑体 CN Normal"/>
              </a:rPr>
              <a:t>最近两年来，港股市场的多个历史规律被打破</a:t>
            </a:r>
          </a:p>
        </p:txBody>
      </p:sp>
      <p:sp>
        <p:nvSpPr>
          <p:cNvPr id="5" name="文本框 4">
            <a:extLst>
              <a:ext uri="{FF2B5EF4-FFF2-40B4-BE49-F238E27FC236}">
                <a16:creationId xmlns:a16="http://schemas.microsoft.com/office/drawing/2014/main" id="{0DB0C257-9B19-4E6D-904D-581360A8E734}"/>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1813926"/>
          <a:ext cx="10972800" cy="4376224"/>
        </p:xfrm>
        <a:graphic>
          <a:graphicData uri="http://schemas.openxmlformats.org/drawingml/2006/chart">
            <c:chart xmlns:c="http://schemas.openxmlformats.org/drawingml/2006/chart" r:id="rId2"/>
          </a:graphicData>
        </a:graphic>
      </p:graphicFrame>
    </p:spTree>
  </p:cSld>
  <p:clrMapOvr>
    <a:masterClrMapping/>
  </p:clrMapOvr>
</p:sld>
</file>

<file path=ppt/slides/slide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2DCF1F9B-601F-47A7-975C-4C9AD06555BF}"/>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27</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87BD55EE-761D-4EA7-AFBC-D27A4E3E72AC}"/>
              </a:ext>
            </a:extLst>
          </p:cNvPr>
          <p:cNvSpPr txBox="1"/>
          <p:nvPr/>
        </p:nvSpPr>
        <p:spPr>
          <a:xfrm>
            <a:off x="424070" y="1363926"/>
            <a:ext cx="10947402" cy="49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当前港股盈利回升没有弹性，流动性就是主导行情走势的核心，一旦港股流动性的生态遭到改变，过往的历史规律都会被打破。</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7A3C8FC3-973B-4D23-B29B-09A45A5B1543}"/>
              </a:ext>
            </a:extLst>
          </p:cNvPr>
          <p:cNvSpPr>
            <a:spLocks noGrp="1"/>
          </p:cNvSpPr>
          <p:nvPr>
            <p:ph type="title"/>
          </p:nvPr>
        </p:nvSpPr>
        <p:spPr/>
        <p:txBody>
          <a:bodyPr wrap="square">
            <a:normAutofit/>
          </a:bodyPr>
          <a:lstStyle/>
          <a:p>
            <a:pPr/>
            <a:r>
              <a:rPr sz="3200" b="0">
                <a:solidFill>
                  <a:srgbClr val="353160"/>
                </a:solidFill>
                <a:latin typeface="思源黑体 CN Normal"/>
              </a:rPr>
              <a:t>最近两年来，港股市场的多个历史规律被打破</a:t>
            </a:r>
          </a:p>
        </p:txBody>
      </p:sp>
      <p:sp>
        <p:nvSpPr>
          <p:cNvPr id="5" name="文本框 4">
            <a:extLst>
              <a:ext uri="{FF2B5EF4-FFF2-40B4-BE49-F238E27FC236}">
                <a16:creationId xmlns:a16="http://schemas.microsoft.com/office/drawing/2014/main" id="{363520CB-763D-4465-9195-CDD54AB817AC}"/>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pic>
        <p:nvPicPr>
          <p:cNvPr id="10" name="source_docx_image" descr="004_a1f826df6949_image12.png"/>
          <p:cNvPicPr>
            <a:picLocks noChangeAspect="1"/>
          </p:cNvPicPr>
          <p:nvPr/>
        </p:nvPicPr>
        <p:blipFill>
          <a:blip r:embed="rId2"/>
          <a:stretch>
            <a:fillRect/>
          </a:stretch>
        </p:blipFill>
        <p:spPr>
          <a:xfrm>
            <a:off x="1404185" y="1943926"/>
            <a:ext cx="9383630" cy="4246224"/>
          </a:xfrm>
          <a:prstGeom prst="rect">
            <a:avLst/>
          </a:prstGeom>
        </p:spPr>
      </p:pic>
    </p:spTree>
  </p:cSld>
  <p:clrMapOvr>
    <a:masterClrMapping/>
  </p:clrMapOvr>
</p:sld>
</file>

<file path=ppt/slides/slide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B9E9491B-3D21-462D-832A-841B7A92601A}"/>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28</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D1F20747-C879-4838-8A78-DA6E4E0F228E}"/>
              </a:ext>
            </a:extLst>
          </p:cNvPr>
          <p:cNvSpPr txBox="1"/>
          <p:nvPr/>
        </p:nvSpPr>
        <p:spPr>
          <a:xfrm>
            <a:off x="424070" y="1363926"/>
            <a:ext cx="10947402" cy="49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当前港股盈利回升没有弹性，流动性就是主导行情走势的核心，一旦港股流动性的生态遭到改变，过往的历史规律都会被打破。</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B877E489-1412-4953-9C9F-79AA401C3D04}"/>
              </a:ext>
            </a:extLst>
          </p:cNvPr>
          <p:cNvSpPr>
            <a:spLocks noGrp="1"/>
          </p:cNvSpPr>
          <p:nvPr>
            <p:ph type="title"/>
          </p:nvPr>
        </p:nvSpPr>
        <p:spPr/>
        <p:txBody>
          <a:bodyPr wrap="square">
            <a:normAutofit/>
          </a:bodyPr>
          <a:lstStyle/>
          <a:p>
            <a:pPr/>
            <a:r>
              <a:rPr sz="3200" b="0">
                <a:solidFill>
                  <a:srgbClr val="353160"/>
                </a:solidFill>
                <a:latin typeface="思源黑体 CN Normal"/>
              </a:rPr>
              <a:t>最近两年来，港股市场的多个历史规律被打破</a:t>
            </a:r>
          </a:p>
        </p:txBody>
      </p:sp>
      <p:sp>
        <p:nvSpPr>
          <p:cNvPr id="5" name="文本框 4">
            <a:extLst>
              <a:ext uri="{FF2B5EF4-FFF2-40B4-BE49-F238E27FC236}">
                <a16:creationId xmlns:a16="http://schemas.microsoft.com/office/drawing/2014/main" id="{7DE9E780-590C-492C-8091-3970F7CC73B7}"/>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1943926"/>
          <a:ext cx="10972800" cy="4246224"/>
        </p:xfrm>
        <a:graphic>
          <a:graphicData uri="http://schemas.openxmlformats.org/drawingml/2006/chart">
            <c:chart xmlns:c="http://schemas.openxmlformats.org/drawingml/2006/chart" r:id="rId2"/>
          </a:graphicData>
        </a:graphic>
      </p:graphicFrame>
    </p:spTree>
  </p:cSld>
  <p:clrMapOvr>
    <a:masterClrMapping/>
  </p:clrMapOvr>
</p:sld>
</file>

<file path=ppt/slides/slide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01F2CE63-83A7-4381-B75A-2A46BC42192B}"/>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29</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1023384E-438C-4F6D-BFA5-6A9D553FCA2B}"/>
              </a:ext>
            </a:extLst>
          </p:cNvPr>
          <p:cNvSpPr txBox="1"/>
          <p:nvPr/>
        </p:nvSpPr>
        <p:spPr>
          <a:xfrm>
            <a:off x="424070" y="1363926"/>
            <a:ext cx="10947402" cy="36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IPO高峰对港股市场的真正影响，可能在于主板上市之后6个月的解禁潮：。</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1FF839BD-7903-4CA1-B008-24AACD7E2382}"/>
              </a:ext>
            </a:extLst>
          </p:cNvPr>
          <p:cNvSpPr>
            <a:spLocks noGrp="1"/>
          </p:cNvSpPr>
          <p:nvPr>
            <p:ph type="title"/>
          </p:nvPr>
        </p:nvSpPr>
        <p:spPr/>
        <p:txBody>
          <a:bodyPr wrap="square">
            <a:normAutofit/>
          </a:bodyPr>
          <a:lstStyle/>
          <a:p>
            <a:pPr/>
            <a:r>
              <a:rPr sz="2400" b="0">
                <a:solidFill>
                  <a:srgbClr val="353160"/>
                </a:solidFill>
                <a:latin typeface="思源黑体 CN Normal"/>
              </a:rPr>
              <a:t>产业资本-限售股解禁在7月中旬过后可能会阶段性缓解；回购公司数量出现明显回升</a:t>
            </a:r>
          </a:p>
        </p:txBody>
      </p:sp>
      <p:sp>
        <p:nvSpPr>
          <p:cNvPr id="5" name="文本框 4">
            <a:extLst>
              <a:ext uri="{FF2B5EF4-FFF2-40B4-BE49-F238E27FC236}">
                <a16:creationId xmlns:a16="http://schemas.microsoft.com/office/drawing/2014/main" id="{C137905A-CAA9-402B-9089-3754C26DACC7}"/>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2280062"/>
          <a:ext cx="10972800" cy="3910088"/>
        </p:xfrm>
        <a:graphic>
          <a:graphicData uri="http://schemas.openxmlformats.org/drawingml/2006/chart">
            <c:chart xmlns:c="http://schemas.openxmlformats.org/drawingml/2006/chart" r:id="rId2"/>
          </a:graphicData>
        </a:graphic>
      </p:graphicFrame>
    </p:spTree>
  </p:cSld>
  <p:clrMapOvr>
    <a:masterClrMapping/>
  </p:clrMapOvr>
</p:sld>
</file>

<file path=ppt/slides/slide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351B2FE3-5067-472B-A4E1-B4B3BC61112F}"/>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30</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B227FD48-3C31-4F3D-9E82-B592C7BD8F2A}"/>
              </a:ext>
            </a:extLst>
          </p:cNvPr>
          <p:cNvSpPr txBox="1"/>
          <p:nvPr/>
        </p:nvSpPr>
        <p:spPr>
          <a:xfrm>
            <a:off x="424070" y="1363926"/>
            <a:ext cx="10947402" cy="735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以腾讯为例，2025年全年回购规模高达800亿港元，但2026年上半年仅完成约260亿港元，全年回购总额可能会少于去年，这与行业整体趋势相互印证，回购回升更多是短期市场情绪的反应，而非长期资金流向逆转的信号，不宜将其简单视为市场见底的充分条件。</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C73FFEB0-FC25-4439-90F3-3F63EFAF2CE3}"/>
              </a:ext>
            </a:extLst>
          </p:cNvPr>
          <p:cNvSpPr>
            <a:spLocks noGrp="1"/>
          </p:cNvSpPr>
          <p:nvPr>
            <p:ph type="title"/>
          </p:nvPr>
        </p:nvSpPr>
        <p:spPr/>
        <p:txBody>
          <a:bodyPr wrap="square">
            <a:normAutofit/>
          </a:bodyPr>
          <a:lstStyle/>
          <a:p>
            <a:pPr/>
            <a:r>
              <a:rPr sz="2400" b="0">
                <a:solidFill>
                  <a:srgbClr val="353160"/>
                </a:solidFill>
                <a:latin typeface="思源黑体 CN Normal"/>
              </a:rPr>
              <a:t>产业资本-限售股解禁在7月中旬过后可能会阶段性缓解；回购公司数量出现明显回升</a:t>
            </a:r>
          </a:p>
        </p:txBody>
      </p:sp>
      <p:sp>
        <p:nvSpPr>
          <p:cNvPr id="5" name="文本框 4">
            <a:extLst>
              <a:ext uri="{FF2B5EF4-FFF2-40B4-BE49-F238E27FC236}">
                <a16:creationId xmlns:a16="http://schemas.microsoft.com/office/drawing/2014/main" id="{39976B01-5119-4BD8-A671-0912E1ADCE32}"/>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table"/>
          <p:cNvGraphicFramePr>
            <a:graphicFrameLocks noGrp="1"/>
          </p:cNvGraphicFramePr>
          <p:nvPr/>
        </p:nvGraphicFramePr>
        <p:xfrm>
          <a:off x="609600" y="2188926"/>
          <a:ext cx="10972800" cy="4001224"/>
        </p:xfrm>
        <a:graphic>
          <a:graphicData uri="http://schemas.openxmlformats.org/drawingml/2006/table">
            <a:tbl>
              <a:tblPr firstRow="1" bandRow="1">
                <a:tableStyleId>{5C22544A-7EE6-4342-B048-85BDC9FD1C3A}</a:tableStyleId>
              </a:tblPr>
              <a:tblGrid>
                <a:gridCol w="1828800"/>
                <a:gridCol w="1828800"/>
                <a:gridCol w="1828800"/>
                <a:gridCol w="1828800"/>
                <a:gridCol w="1828800"/>
                <a:gridCol w="1828800"/>
              </a:tblGrid>
              <a:tr h="363747">
                <a:tc>
                  <a:txBody>
                    <a:bodyPr/>
                    <a:lstStyle/>
                    <a:p>
                      <a:pPr algn="ctr"/>
                      <a:r>
                        <a:rPr sz="700" b="1">
                          <a:solidFill>
                            <a:srgbClr val="FFFFFF"/>
                          </a:solidFill>
                          <a:latin typeface="思源黑体 CN Medium"/>
                        </a:rPr>
                        <a:t>证券代码</a:t>
                      </a:r>
                    </a:p>
                  </a:txBody>
                  <a:tcPr marL="45720" marR="45720" marT="30000" marB="30000">
                    <a:solidFill>
                      <a:srgbClr val="F2F2F2"/>
                    </a:solidFill>
                  </a:tcPr>
                </a:tc>
                <a:tc>
                  <a:txBody>
                    <a:bodyPr/>
                    <a:lstStyle/>
                    <a:p>
                      <a:pPr algn="ctr"/>
                      <a:r>
                        <a:rPr sz="700" b="1">
                          <a:solidFill>
                            <a:srgbClr val="FFFFFF"/>
                          </a:solidFill>
                          <a:latin typeface="思源黑体 CN Medium"/>
                        </a:rPr>
                        <a:t>证券简称</a:t>
                      </a:r>
                    </a:p>
                  </a:txBody>
                  <a:tcPr marL="45720" marR="45720" marT="30000" marB="30000">
                    <a:solidFill>
                      <a:srgbClr val="F2F2F2"/>
                    </a:solidFill>
                  </a:tcPr>
                </a:tc>
                <a:tc>
                  <a:txBody>
                    <a:bodyPr/>
                    <a:lstStyle/>
                    <a:p>
                      <a:pPr algn="ctr"/>
                      <a:r>
                        <a:rPr sz="700" b="1">
                          <a:solidFill>
                            <a:srgbClr val="FFFFFF"/>
                          </a:solidFill>
                          <a:latin typeface="思源黑体 CN Medium"/>
                        </a:rPr>
                        <a:t>上半年回购数量(亿股)</a:t>
                      </a:r>
                    </a:p>
                  </a:txBody>
                  <a:tcPr marL="45720" marR="45720" marT="30000" marB="30000">
                    <a:solidFill>
                      <a:srgbClr val="F2F2F2"/>
                    </a:solidFill>
                  </a:tcPr>
                </a:tc>
                <a:tc>
                  <a:txBody>
                    <a:bodyPr/>
                    <a:lstStyle/>
                    <a:p>
                      <a:pPr algn="ctr"/>
                      <a:r>
                        <a:rPr sz="700" b="1">
                          <a:solidFill>
                            <a:srgbClr val="FFFFFF"/>
                          </a:solidFill>
                          <a:latin typeface="思源黑体 CN Medium"/>
                        </a:rPr>
                        <a:t>上半年回购金额(亿港元)</a:t>
                      </a:r>
                    </a:p>
                  </a:txBody>
                  <a:tcPr marL="45720" marR="45720" marT="30000" marB="30000">
                    <a:solidFill>
                      <a:srgbClr val="F2F2F2"/>
                    </a:solidFill>
                  </a:tcPr>
                </a:tc>
                <a:tc>
                  <a:txBody>
                    <a:bodyPr/>
                    <a:lstStyle/>
                    <a:p>
                      <a:pPr algn="ctr"/>
                      <a:r>
                        <a:rPr sz="700" b="1">
                          <a:solidFill>
                            <a:srgbClr val="FFFFFF"/>
                          </a:solidFill>
                          <a:latin typeface="思源黑体 CN Medium"/>
                        </a:rPr>
                        <a:t>上半年回购最高价</a:t>
                      </a:r>
                    </a:p>
                  </a:txBody>
                  <a:tcPr marL="45720" marR="45720" marT="30000" marB="30000">
                    <a:solidFill>
                      <a:srgbClr val="F2F2F2"/>
                    </a:solidFill>
                  </a:tcPr>
                </a:tc>
                <a:tc>
                  <a:txBody>
                    <a:bodyPr/>
                    <a:lstStyle/>
                    <a:p>
                      <a:pPr algn="ctr"/>
                      <a:r>
                        <a:rPr sz="700" b="1">
                          <a:solidFill>
                            <a:srgbClr val="FFFFFF"/>
                          </a:solidFill>
                          <a:latin typeface="思源黑体 CN Medium"/>
                        </a:rPr>
                        <a:t>上半年回购最低价</a:t>
                      </a:r>
                    </a:p>
                  </a:txBody>
                  <a:tcPr marL="45720" marR="45720" marT="30000" marB="30000">
                    <a:solidFill>
                      <a:srgbClr val="F2F2F2"/>
                    </a:solidFill>
                  </a:tcPr>
                </a:tc>
              </a:tr>
              <a:tr h="363747">
                <a:tc>
                  <a:txBody>
                    <a:bodyPr/>
                    <a:lstStyle/>
                    <a:p>
                      <a:pPr algn="l"/>
                      <a:r>
                        <a:rPr sz="700" b="1">
                          <a:solidFill>
                            <a:srgbClr val="000000"/>
                          </a:solidFill>
                          <a:latin typeface="思源黑体 CN Medium"/>
                        </a:rPr>
                        <a:t>00700.HK</a:t>
                      </a:r>
                    </a:p>
                  </a:txBody>
                  <a:tcPr marL="45720" marR="45720" marT="30000" marB="30000"/>
                </a:tc>
                <a:tc>
                  <a:txBody>
                    <a:bodyPr/>
                    <a:lstStyle/>
                    <a:p>
                      <a:pPr algn="ctr"/>
                      <a:r>
                        <a:rPr sz="700" b="0">
                          <a:solidFill>
                            <a:srgbClr val="000000"/>
                          </a:solidFill>
                          <a:latin typeface="思源黑体 CN Medium"/>
                        </a:rPr>
                        <a:t>腾讯控股</a:t>
                      </a:r>
                    </a:p>
                  </a:txBody>
                  <a:tcPr marL="45720" marR="45720" marT="30000" marB="30000"/>
                </a:tc>
                <a:tc>
                  <a:txBody>
                    <a:bodyPr/>
                    <a:lstStyle/>
                    <a:p>
                      <a:pPr algn="ctr"/>
                      <a:r>
                        <a:rPr sz="700" b="0">
                          <a:solidFill>
                            <a:srgbClr val="000000"/>
                          </a:solidFill>
                          <a:latin typeface="思源黑体 CN Medium"/>
                        </a:rPr>
                        <a:t>0.54</a:t>
                      </a:r>
                    </a:p>
                  </a:txBody>
                  <a:tcPr marL="45720" marR="45720" marT="30000" marB="30000"/>
                </a:tc>
                <a:tc>
                  <a:txBody>
                    <a:bodyPr/>
                    <a:lstStyle/>
                    <a:p>
                      <a:pPr algn="ctr"/>
                      <a:r>
                        <a:rPr sz="700" b="0">
                          <a:solidFill>
                            <a:srgbClr val="000000"/>
                          </a:solidFill>
                          <a:latin typeface="思源黑体 CN Medium"/>
                        </a:rPr>
                        <a:t>261</a:t>
                      </a:r>
                    </a:p>
                  </a:txBody>
                  <a:tcPr marL="45720" marR="45720" marT="30000" marB="30000"/>
                </a:tc>
                <a:tc>
                  <a:txBody>
                    <a:bodyPr/>
                    <a:lstStyle/>
                    <a:p>
                      <a:pPr algn="ctr"/>
                      <a:r>
                        <a:rPr sz="700" b="0">
                          <a:solidFill>
                            <a:srgbClr val="000000"/>
                          </a:solidFill>
                          <a:latin typeface="思源黑体 CN Medium"/>
                        </a:rPr>
                        <a:t>638</a:t>
                      </a:r>
                    </a:p>
                  </a:txBody>
                  <a:tcPr marL="45720" marR="45720" marT="30000" marB="30000"/>
                </a:tc>
                <a:tc>
                  <a:txBody>
                    <a:bodyPr/>
                    <a:lstStyle/>
                    <a:p>
                      <a:pPr algn="ctr"/>
                      <a:r>
                        <a:rPr sz="700" b="0">
                          <a:solidFill>
                            <a:srgbClr val="000000"/>
                          </a:solidFill>
                          <a:latin typeface="思源黑体 CN Medium"/>
                        </a:rPr>
                        <a:t>411</a:t>
                      </a:r>
                    </a:p>
                  </a:txBody>
                  <a:tcPr marL="45720" marR="45720" marT="30000" marB="30000"/>
                </a:tc>
              </a:tr>
              <a:tr h="363747">
                <a:tc>
                  <a:txBody>
                    <a:bodyPr/>
                    <a:lstStyle/>
                    <a:p>
                      <a:pPr algn="l"/>
                      <a:r>
                        <a:rPr sz="700" b="1">
                          <a:solidFill>
                            <a:srgbClr val="000000"/>
                          </a:solidFill>
                          <a:latin typeface="思源黑体 CN Medium"/>
                        </a:rPr>
                        <a:t>01299.HK</a:t>
                      </a:r>
                    </a:p>
                  </a:txBody>
                  <a:tcPr marL="45720" marR="45720" marT="30000" marB="30000"/>
                </a:tc>
                <a:tc>
                  <a:txBody>
                    <a:bodyPr/>
                    <a:lstStyle/>
                    <a:p>
                      <a:pPr algn="ctr"/>
                      <a:r>
                        <a:rPr sz="700" b="0">
                          <a:solidFill>
                            <a:srgbClr val="000000"/>
                          </a:solidFill>
                          <a:latin typeface="思源黑体 CN Medium"/>
                        </a:rPr>
                        <a:t>友邦保险</a:t>
                      </a:r>
                    </a:p>
                  </a:txBody>
                  <a:tcPr marL="45720" marR="45720" marT="30000" marB="30000"/>
                </a:tc>
                <a:tc>
                  <a:txBody>
                    <a:bodyPr/>
                    <a:lstStyle/>
                    <a:p>
                      <a:pPr algn="ctr"/>
                      <a:r>
                        <a:rPr sz="700" b="0">
                          <a:solidFill>
                            <a:srgbClr val="000000"/>
                          </a:solidFill>
                          <a:latin typeface="思源黑体 CN Medium"/>
                        </a:rPr>
                        <a:t>1.64</a:t>
                      </a:r>
                    </a:p>
                  </a:txBody>
                  <a:tcPr marL="45720" marR="45720" marT="30000" marB="30000"/>
                </a:tc>
                <a:tc>
                  <a:txBody>
                    <a:bodyPr/>
                    <a:lstStyle/>
                    <a:p>
                      <a:pPr algn="ctr"/>
                      <a:r>
                        <a:rPr sz="700" b="0">
                          <a:solidFill>
                            <a:srgbClr val="000000"/>
                          </a:solidFill>
                          <a:latin typeface="思源黑体 CN Medium"/>
                        </a:rPr>
                        <a:t>136</a:t>
                      </a:r>
                    </a:p>
                  </a:txBody>
                  <a:tcPr marL="45720" marR="45720" marT="30000" marB="30000"/>
                </a:tc>
                <a:tc>
                  <a:txBody>
                    <a:bodyPr/>
                    <a:lstStyle/>
                    <a:p>
                      <a:pPr algn="ctr"/>
                      <a:r>
                        <a:rPr sz="700" b="0">
                          <a:solidFill>
                            <a:srgbClr val="000000"/>
                          </a:solidFill>
                          <a:latin typeface="思源黑体 CN Medium"/>
                        </a:rPr>
                        <a:t>91</a:t>
                      </a:r>
                    </a:p>
                  </a:txBody>
                  <a:tcPr marL="45720" marR="45720" marT="30000" marB="30000"/>
                </a:tc>
                <a:tc>
                  <a:txBody>
                    <a:bodyPr/>
                    <a:lstStyle/>
                    <a:p>
                      <a:pPr algn="ctr"/>
                      <a:r>
                        <a:rPr sz="700" b="0">
                          <a:solidFill>
                            <a:srgbClr val="000000"/>
                          </a:solidFill>
                          <a:latin typeface="思源黑体 CN Medium"/>
                        </a:rPr>
                        <a:t>72</a:t>
                      </a:r>
                    </a:p>
                  </a:txBody>
                  <a:tcPr marL="45720" marR="45720" marT="30000" marB="30000"/>
                </a:tc>
              </a:tr>
              <a:tr h="363747">
                <a:tc>
                  <a:txBody>
                    <a:bodyPr/>
                    <a:lstStyle/>
                    <a:p>
                      <a:pPr algn="l"/>
                      <a:r>
                        <a:rPr sz="700" b="1">
                          <a:solidFill>
                            <a:srgbClr val="000000"/>
                          </a:solidFill>
                          <a:latin typeface="思源黑体 CN Medium"/>
                        </a:rPr>
                        <a:t>01810.HK</a:t>
                      </a:r>
                    </a:p>
                  </a:txBody>
                  <a:tcPr marL="45720" marR="45720" marT="30000" marB="30000"/>
                </a:tc>
                <a:tc>
                  <a:txBody>
                    <a:bodyPr/>
                    <a:lstStyle/>
                    <a:p>
                      <a:pPr algn="ctr"/>
                      <a:r>
                        <a:rPr sz="700" b="0">
                          <a:solidFill>
                            <a:srgbClr val="000000"/>
                          </a:solidFill>
                          <a:latin typeface="思源黑体 CN Medium"/>
                        </a:rPr>
                        <a:t>小米集团-W</a:t>
                      </a:r>
                    </a:p>
                  </a:txBody>
                  <a:tcPr marL="45720" marR="45720" marT="30000" marB="30000"/>
                </a:tc>
                <a:tc>
                  <a:txBody>
                    <a:bodyPr/>
                    <a:lstStyle/>
                    <a:p>
                      <a:pPr algn="ctr"/>
                      <a:r>
                        <a:rPr sz="700" b="0">
                          <a:solidFill>
                            <a:srgbClr val="000000"/>
                          </a:solidFill>
                          <a:latin typeface="思源黑体 CN Medium"/>
                        </a:rPr>
                        <a:t>3.51</a:t>
                      </a:r>
                    </a:p>
                  </a:txBody>
                  <a:tcPr marL="45720" marR="45720" marT="30000" marB="30000"/>
                </a:tc>
                <a:tc>
                  <a:txBody>
                    <a:bodyPr/>
                    <a:lstStyle/>
                    <a:p>
                      <a:pPr algn="ctr"/>
                      <a:r>
                        <a:rPr sz="700" b="0">
                          <a:solidFill>
                            <a:srgbClr val="000000"/>
                          </a:solidFill>
                          <a:latin typeface="思源黑体 CN Medium"/>
                        </a:rPr>
                        <a:t>110</a:t>
                      </a:r>
                    </a:p>
                  </a:txBody>
                  <a:tcPr marL="45720" marR="45720" marT="30000" marB="30000"/>
                </a:tc>
                <a:tc>
                  <a:txBody>
                    <a:bodyPr/>
                    <a:lstStyle/>
                    <a:p>
                      <a:pPr algn="ctr"/>
                      <a:r>
                        <a:rPr sz="700" b="0">
                          <a:solidFill>
                            <a:srgbClr val="000000"/>
                          </a:solidFill>
                          <a:latin typeface="思源黑体 CN Medium"/>
                        </a:rPr>
                        <a:t>39</a:t>
                      </a:r>
                    </a:p>
                  </a:txBody>
                  <a:tcPr marL="45720" marR="45720" marT="30000" marB="30000"/>
                </a:tc>
                <a:tc>
                  <a:txBody>
                    <a:bodyPr/>
                    <a:lstStyle/>
                    <a:p>
                      <a:pPr algn="ctr"/>
                      <a:r>
                        <a:rPr sz="700" b="0">
                          <a:solidFill>
                            <a:srgbClr val="000000"/>
                          </a:solidFill>
                          <a:latin typeface="思源黑体 CN Medium"/>
                        </a:rPr>
                        <a:t>21</a:t>
                      </a:r>
                    </a:p>
                  </a:txBody>
                  <a:tcPr marL="45720" marR="45720" marT="30000" marB="30000"/>
                </a:tc>
              </a:tr>
              <a:tr h="363747">
                <a:tc>
                  <a:txBody>
                    <a:bodyPr/>
                    <a:lstStyle/>
                    <a:p>
                      <a:pPr algn="l"/>
                      <a:r>
                        <a:rPr sz="700" b="1">
                          <a:solidFill>
                            <a:srgbClr val="000000"/>
                          </a:solidFill>
                          <a:latin typeface="思源黑体 CN Medium"/>
                        </a:rPr>
                        <a:t>01378.HK</a:t>
                      </a:r>
                    </a:p>
                  </a:txBody>
                  <a:tcPr marL="45720" marR="45720" marT="30000" marB="30000"/>
                </a:tc>
                <a:tc>
                  <a:txBody>
                    <a:bodyPr/>
                    <a:lstStyle/>
                    <a:p>
                      <a:pPr algn="ctr"/>
                      <a:r>
                        <a:rPr sz="700" b="0">
                          <a:solidFill>
                            <a:srgbClr val="000000"/>
                          </a:solidFill>
                          <a:latin typeface="思源黑体 CN Medium"/>
                        </a:rPr>
                        <a:t>中国宏桥</a:t>
                      </a:r>
                    </a:p>
                  </a:txBody>
                  <a:tcPr marL="45720" marR="45720" marT="30000" marB="30000"/>
                </a:tc>
                <a:tc>
                  <a:txBody>
                    <a:bodyPr/>
                    <a:lstStyle/>
                    <a:p>
                      <a:pPr algn="ctr"/>
                      <a:r>
                        <a:rPr sz="700" b="0">
                          <a:solidFill>
                            <a:srgbClr val="000000"/>
                          </a:solidFill>
                          <a:latin typeface="思源黑体 CN Medium"/>
                        </a:rPr>
                        <a:t>1.59</a:t>
                      </a:r>
                    </a:p>
                  </a:txBody>
                  <a:tcPr marL="45720" marR="45720" marT="30000" marB="30000"/>
                </a:tc>
                <a:tc>
                  <a:txBody>
                    <a:bodyPr/>
                    <a:lstStyle/>
                    <a:p>
                      <a:pPr algn="ctr"/>
                      <a:r>
                        <a:rPr sz="700" b="0">
                          <a:solidFill>
                            <a:srgbClr val="000000"/>
                          </a:solidFill>
                          <a:latin typeface="思源黑体 CN Medium"/>
                        </a:rPr>
                        <a:t>53</a:t>
                      </a:r>
                    </a:p>
                  </a:txBody>
                  <a:tcPr marL="45720" marR="45720" marT="30000" marB="30000"/>
                </a:tc>
                <a:tc>
                  <a:txBody>
                    <a:bodyPr/>
                    <a:lstStyle/>
                    <a:p>
                      <a:pPr algn="ctr"/>
                      <a:r>
                        <a:rPr sz="700" b="0">
                          <a:solidFill>
                            <a:srgbClr val="000000"/>
                          </a:solidFill>
                          <a:latin typeface="思源黑体 CN Medium"/>
                        </a:rPr>
                        <a:t>35</a:t>
                      </a:r>
                    </a:p>
                  </a:txBody>
                  <a:tcPr marL="45720" marR="45720" marT="30000" marB="30000"/>
                </a:tc>
                <a:tc>
                  <a:txBody>
                    <a:bodyPr/>
                    <a:lstStyle/>
                    <a:p>
                      <a:pPr algn="ctr"/>
                      <a:r>
                        <a:rPr sz="700" b="0">
                          <a:solidFill>
                            <a:srgbClr val="000000"/>
                          </a:solidFill>
                          <a:latin typeface="思源黑体 CN Medium"/>
                        </a:rPr>
                        <a:t>30</a:t>
                      </a:r>
                    </a:p>
                  </a:txBody>
                  <a:tcPr marL="45720" marR="45720" marT="30000" marB="30000"/>
                </a:tc>
              </a:tr>
              <a:tr h="363747">
                <a:tc>
                  <a:txBody>
                    <a:bodyPr/>
                    <a:lstStyle/>
                    <a:p>
                      <a:pPr algn="l"/>
                      <a:r>
                        <a:rPr sz="700" b="1">
                          <a:solidFill>
                            <a:srgbClr val="000000"/>
                          </a:solidFill>
                          <a:latin typeface="思源黑体 CN Medium"/>
                        </a:rPr>
                        <a:t>02057.HK</a:t>
                      </a:r>
                    </a:p>
                  </a:txBody>
                  <a:tcPr marL="45720" marR="45720" marT="30000" marB="30000"/>
                </a:tc>
                <a:tc>
                  <a:txBody>
                    <a:bodyPr/>
                    <a:lstStyle/>
                    <a:p>
                      <a:pPr algn="ctr"/>
                      <a:r>
                        <a:rPr sz="700" b="0">
                          <a:solidFill>
                            <a:srgbClr val="000000"/>
                          </a:solidFill>
                          <a:latin typeface="思源黑体 CN Medium"/>
                        </a:rPr>
                        <a:t>中通快递-W</a:t>
                      </a:r>
                    </a:p>
                  </a:txBody>
                  <a:tcPr marL="45720" marR="45720" marT="30000" marB="30000"/>
                </a:tc>
                <a:tc>
                  <a:txBody>
                    <a:bodyPr/>
                    <a:lstStyle/>
                    <a:p>
                      <a:pPr algn="ctr"/>
                      <a:r>
                        <a:rPr sz="700" b="0">
                          <a:solidFill>
                            <a:srgbClr val="000000"/>
                          </a:solidFill>
                          <a:latin typeface="思源黑体 CN Medium"/>
                        </a:rPr>
                        <a:t>0.18</a:t>
                      </a:r>
                    </a:p>
                  </a:txBody>
                  <a:tcPr marL="45720" marR="45720" marT="30000" marB="30000"/>
                </a:tc>
                <a:tc>
                  <a:txBody>
                    <a:bodyPr/>
                    <a:lstStyle/>
                    <a:p>
                      <a:pPr algn="ctr"/>
                      <a:r>
                        <a:rPr sz="700" b="0">
                          <a:solidFill>
                            <a:srgbClr val="000000"/>
                          </a:solidFill>
                          <a:latin typeface="思源黑体 CN Medium"/>
                        </a:rPr>
                        <a:t>33</a:t>
                      </a:r>
                    </a:p>
                  </a:txBody>
                  <a:tcPr marL="45720" marR="45720" marT="30000" marB="30000"/>
                </a:tc>
                <a:tc>
                  <a:txBody>
                    <a:bodyPr/>
                    <a:lstStyle/>
                    <a:p>
                      <a:pPr algn="ctr"/>
                      <a:r>
                        <a:rPr sz="700" b="0">
                          <a:solidFill>
                            <a:srgbClr val="000000"/>
                          </a:solidFill>
                          <a:latin typeface="思源黑体 CN Medium"/>
                        </a:rPr>
                        <a:t>179</a:t>
                      </a:r>
                    </a:p>
                  </a:txBody>
                  <a:tcPr marL="45720" marR="45720" marT="30000" marB="30000"/>
                </a:tc>
                <a:tc>
                  <a:txBody>
                    <a:bodyPr/>
                    <a:lstStyle/>
                    <a:p>
                      <a:pPr algn="ctr"/>
                      <a:r>
                        <a:rPr sz="700" b="0">
                          <a:solidFill>
                            <a:srgbClr val="000000"/>
                          </a:solidFill>
                          <a:latin typeface="思源黑体 CN Medium"/>
                        </a:rPr>
                        <a:t>0</a:t>
                      </a:r>
                    </a:p>
                  </a:txBody>
                  <a:tcPr marL="45720" marR="45720" marT="30000" marB="30000"/>
                </a:tc>
              </a:tr>
              <a:tr h="363747">
                <a:tc>
                  <a:txBody>
                    <a:bodyPr/>
                    <a:lstStyle/>
                    <a:p>
                      <a:pPr algn="l"/>
                      <a:r>
                        <a:rPr sz="700" b="1">
                          <a:solidFill>
                            <a:srgbClr val="000000"/>
                          </a:solidFill>
                          <a:latin typeface="思源黑体 CN Medium"/>
                        </a:rPr>
                        <a:t>02359.HK</a:t>
                      </a:r>
                    </a:p>
                  </a:txBody>
                  <a:tcPr marL="45720" marR="45720" marT="30000" marB="30000"/>
                </a:tc>
                <a:tc>
                  <a:txBody>
                    <a:bodyPr/>
                    <a:lstStyle/>
                    <a:p>
                      <a:pPr algn="ctr"/>
                      <a:r>
                        <a:rPr sz="700" b="0">
                          <a:solidFill>
                            <a:srgbClr val="000000"/>
                          </a:solidFill>
                          <a:latin typeface="思源黑体 CN Medium"/>
                        </a:rPr>
                        <a:t>药明康德</a:t>
                      </a:r>
                    </a:p>
                  </a:txBody>
                  <a:tcPr marL="45720" marR="45720" marT="30000" marB="30000"/>
                </a:tc>
                <a:tc>
                  <a:txBody>
                    <a:bodyPr/>
                    <a:lstStyle/>
                    <a:p>
                      <a:pPr algn="ctr"/>
                      <a:r>
                        <a:rPr sz="700" b="0">
                          <a:solidFill>
                            <a:srgbClr val="000000"/>
                          </a:solidFill>
                          <a:latin typeface="思源黑体 CN Medium"/>
                        </a:rPr>
                        <a:t>0.20</a:t>
                      </a:r>
                    </a:p>
                  </a:txBody>
                  <a:tcPr marL="45720" marR="45720" marT="30000" marB="30000"/>
                </a:tc>
                <a:tc>
                  <a:txBody>
                    <a:bodyPr/>
                    <a:lstStyle/>
                    <a:p>
                      <a:pPr algn="ctr"/>
                      <a:r>
                        <a:rPr sz="700" b="0">
                          <a:solidFill>
                            <a:srgbClr val="000000"/>
                          </a:solidFill>
                          <a:latin typeface="思源黑体 CN Medium"/>
                        </a:rPr>
                        <a:t>25</a:t>
                      </a:r>
                    </a:p>
                  </a:txBody>
                  <a:tcPr marL="45720" marR="45720" marT="30000" marB="30000"/>
                </a:tc>
                <a:tc>
                  <a:txBody>
                    <a:bodyPr/>
                    <a:lstStyle/>
                    <a:p>
                      <a:pPr algn="ctr"/>
                      <a:r>
                        <a:rPr sz="700" b="0">
                          <a:solidFill>
                            <a:srgbClr val="000000"/>
                          </a:solidFill>
                          <a:latin typeface="思源黑体 CN Medium"/>
                        </a:rPr>
                        <a:t>133</a:t>
                      </a:r>
                    </a:p>
                  </a:txBody>
                  <a:tcPr marL="45720" marR="45720" marT="30000" marB="30000"/>
                </a:tc>
                <a:tc>
                  <a:txBody>
                    <a:bodyPr/>
                    <a:lstStyle/>
                    <a:p>
                      <a:pPr algn="ctr"/>
                      <a:r>
                        <a:rPr sz="700" b="0">
                          <a:solidFill>
                            <a:srgbClr val="000000"/>
                          </a:solidFill>
                          <a:latin typeface="思源黑体 CN Medium"/>
                        </a:rPr>
                        <a:t>112</a:t>
                      </a:r>
                    </a:p>
                  </a:txBody>
                  <a:tcPr marL="45720" marR="45720" marT="30000" marB="30000"/>
                </a:tc>
              </a:tr>
              <a:tr h="363747">
                <a:tc>
                  <a:txBody>
                    <a:bodyPr/>
                    <a:lstStyle/>
                    <a:p>
                      <a:pPr algn="l"/>
                      <a:r>
                        <a:rPr sz="700" b="1">
                          <a:solidFill>
                            <a:srgbClr val="000000"/>
                          </a:solidFill>
                          <a:latin typeface="思源黑体 CN Medium"/>
                        </a:rPr>
                        <a:t>02015.HK</a:t>
                      </a:r>
                    </a:p>
                  </a:txBody>
                  <a:tcPr marL="45720" marR="45720" marT="30000" marB="30000"/>
                </a:tc>
                <a:tc>
                  <a:txBody>
                    <a:bodyPr/>
                    <a:lstStyle/>
                    <a:p>
                      <a:pPr algn="ctr"/>
                      <a:r>
                        <a:rPr sz="700" b="0">
                          <a:solidFill>
                            <a:srgbClr val="000000"/>
                          </a:solidFill>
                          <a:latin typeface="思源黑体 CN Medium"/>
                        </a:rPr>
                        <a:t>理想汽车-W</a:t>
                      </a:r>
                    </a:p>
                  </a:txBody>
                  <a:tcPr marL="45720" marR="45720" marT="30000" marB="30000"/>
                </a:tc>
                <a:tc>
                  <a:txBody>
                    <a:bodyPr/>
                    <a:lstStyle/>
                    <a:p>
                      <a:pPr algn="ctr"/>
                      <a:r>
                        <a:rPr sz="700" b="0">
                          <a:solidFill>
                            <a:srgbClr val="000000"/>
                          </a:solidFill>
                          <a:latin typeface="思源黑体 CN Medium"/>
                        </a:rPr>
                        <a:t>0.44</a:t>
                      </a:r>
                    </a:p>
                  </a:txBody>
                  <a:tcPr marL="45720" marR="45720" marT="30000" marB="30000"/>
                </a:tc>
                <a:tc>
                  <a:txBody>
                    <a:bodyPr/>
                    <a:lstStyle/>
                    <a:p>
                      <a:pPr algn="ctr"/>
                      <a:r>
                        <a:rPr sz="700" b="0">
                          <a:solidFill>
                            <a:srgbClr val="000000"/>
                          </a:solidFill>
                          <a:latin typeface="思源黑体 CN Medium"/>
                        </a:rPr>
                        <a:t>23</a:t>
                      </a:r>
                    </a:p>
                  </a:txBody>
                  <a:tcPr marL="45720" marR="45720" marT="30000" marB="30000"/>
                </a:tc>
                <a:tc>
                  <a:txBody>
                    <a:bodyPr/>
                    <a:lstStyle/>
                    <a:p>
                      <a:pPr algn="ctr"/>
                      <a:r>
                        <a:rPr sz="700" b="0">
                          <a:solidFill>
                            <a:srgbClr val="000000"/>
                          </a:solidFill>
                          <a:latin typeface="思源黑体 CN Medium"/>
                        </a:rPr>
                        <a:t>71</a:t>
                      </a:r>
                    </a:p>
                  </a:txBody>
                  <a:tcPr marL="45720" marR="45720" marT="30000" marB="30000"/>
                </a:tc>
                <a:tc>
                  <a:txBody>
                    <a:bodyPr/>
                    <a:lstStyle/>
                    <a:p>
                      <a:pPr algn="ctr"/>
                      <a:r>
                        <a:rPr sz="700" b="0">
                          <a:solidFill>
                            <a:srgbClr val="000000"/>
                          </a:solidFill>
                          <a:latin typeface="思源黑体 CN Medium"/>
                        </a:rPr>
                        <a:t>45</a:t>
                      </a:r>
                    </a:p>
                  </a:txBody>
                  <a:tcPr marL="45720" marR="45720" marT="30000" marB="30000"/>
                </a:tc>
              </a:tr>
              <a:tr h="363747">
                <a:tc>
                  <a:txBody>
                    <a:bodyPr/>
                    <a:lstStyle/>
                    <a:p>
                      <a:pPr algn="l"/>
                      <a:r>
                        <a:rPr sz="700" b="1">
                          <a:solidFill>
                            <a:srgbClr val="000000"/>
                          </a:solidFill>
                          <a:latin typeface="思源黑体 CN Medium"/>
                        </a:rPr>
                        <a:t>00175.HK</a:t>
                      </a:r>
                    </a:p>
                  </a:txBody>
                  <a:tcPr marL="45720" marR="45720" marT="30000" marB="30000"/>
                </a:tc>
                <a:tc>
                  <a:txBody>
                    <a:bodyPr/>
                    <a:lstStyle/>
                    <a:p>
                      <a:pPr algn="ctr"/>
                      <a:r>
                        <a:rPr sz="700" b="0">
                          <a:solidFill>
                            <a:srgbClr val="000000"/>
                          </a:solidFill>
                          <a:latin typeface="思源黑体 CN Medium"/>
                        </a:rPr>
                        <a:t>吉利汽车</a:t>
                      </a:r>
                    </a:p>
                  </a:txBody>
                  <a:tcPr marL="45720" marR="45720" marT="30000" marB="30000"/>
                </a:tc>
                <a:tc>
                  <a:txBody>
                    <a:bodyPr/>
                    <a:lstStyle/>
                    <a:p>
                      <a:pPr algn="ctr"/>
                      <a:r>
                        <a:rPr sz="700" b="0">
                          <a:solidFill>
                            <a:srgbClr val="000000"/>
                          </a:solidFill>
                          <a:latin typeface="思源黑体 CN Medium"/>
                        </a:rPr>
                        <a:t>1.08</a:t>
                      </a:r>
                    </a:p>
                  </a:txBody>
                  <a:tcPr marL="45720" marR="45720" marT="30000" marB="30000"/>
                </a:tc>
                <a:tc>
                  <a:txBody>
                    <a:bodyPr/>
                    <a:lstStyle/>
                    <a:p>
                      <a:pPr algn="ctr"/>
                      <a:r>
                        <a:rPr sz="700" b="0">
                          <a:solidFill>
                            <a:srgbClr val="000000"/>
                          </a:solidFill>
                          <a:latin typeface="思源黑体 CN Medium"/>
                        </a:rPr>
                        <a:t>19</a:t>
                      </a:r>
                    </a:p>
                  </a:txBody>
                  <a:tcPr marL="45720" marR="45720" marT="30000" marB="30000"/>
                </a:tc>
                <a:tc>
                  <a:txBody>
                    <a:bodyPr/>
                    <a:lstStyle/>
                    <a:p>
                      <a:pPr algn="ctr"/>
                      <a:r>
                        <a:rPr sz="700" b="0">
                          <a:solidFill>
                            <a:srgbClr val="000000"/>
                          </a:solidFill>
                          <a:latin typeface="思源黑体 CN Medium"/>
                        </a:rPr>
                        <a:t>25</a:t>
                      </a:r>
                    </a:p>
                  </a:txBody>
                  <a:tcPr marL="45720" marR="45720" marT="30000" marB="30000"/>
                </a:tc>
                <a:tc>
                  <a:txBody>
                    <a:bodyPr/>
                    <a:lstStyle/>
                    <a:p>
                      <a:pPr algn="ctr"/>
                      <a:r>
                        <a:rPr sz="700" b="0">
                          <a:solidFill>
                            <a:srgbClr val="000000"/>
                          </a:solidFill>
                          <a:latin typeface="思源黑体 CN Medium"/>
                        </a:rPr>
                        <a:t>15</a:t>
                      </a:r>
                    </a:p>
                  </a:txBody>
                  <a:tcPr marL="45720" marR="45720" marT="30000" marB="30000"/>
                </a:tc>
              </a:tr>
              <a:tr h="363747">
                <a:tc>
                  <a:txBody>
                    <a:bodyPr/>
                    <a:lstStyle/>
                    <a:p>
                      <a:pPr algn="l"/>
                      <a:r>
                        <a:rPr sz="700" b="1">
                          <a:solidFill>
                            <a:srgbClr val="000000"/>
                          </a:solidFill>
                          <a:latin typeface="思源黑体 CN Medium"/>
                        </a:rPr>
                        <a:t>01024.HK</a:t>
                      </a:r>
                    </a:p>
                  </a:txBody>
                  <a:tcPr marL="45720" marR="45720" marT="30000" marB="30000"/>
                </a:tc>
                <a:tc>
                  <a:txBody>
                    <a:bodyPr/>
                    <a:lstStyle/>
                    <a:p>
                      <a:pPr algn="ctr"/>
                      <a:r>
                        <a:rPr sz="700" b="0">
                          <a:solidFill>
                            <a:srgbClr val="000000"/>
                          </a:solidFill>
                          <a:latin typeface="思源黑体 CN Medium"/>
                        </a:rPr>
                        <a:t>快手-W</a:t>
                      </a:r>
                    </a:p>
                  </a:txBody>
                  <a:tcPr marL="45720" marR="45720" marT="30000" marB="30000"/>
                </a:tc>
                <a:tc>
                  <a:txBody>
                    <a:bodyPr/>
                    <a:lstStyle/>
                    <a:p>
                      <a:pPr algn="ctr"/>
                      <a:r>
                        <a:rPr sz="700" b="0">
                          <a:solidFill>
                            <a:srgbClr val="000000"/>
                          </a:solidFill>
                          <a:latin typeface="思源黑体 CN Medium"/>
                        </a:rPr>
                        <a:t>0.41</a:t>
                      </a:r>
                    </a:p>
                  </a:txBody>
                  <a:tcPr marL="45720" marR="45720" marT="30000" marB="30000"/>
                </a:tc>
                <a:tc>
                  <a:txBody>
                    <a:bodyPr/>
                    <a:lstStyle/>
                    <a:p>
                      <a:pPr algn="ctr"/>
                      <a:r>
                        <a:rPr sz="700" b="0">
                          <a:solidFill>
                            <a:srgbClr val="000000"/>
                          </a:solidFill>
                          <a:latin typeface="思源黑体 CN Medium"/>
                        </a:rPr>
                        <a:t>18</a:t>
                      </a:r>
                    </a:p>
                  </a:txBody>
                  <a:tcPr marL="45720" marR="45720" marT="30000" marB="30000"/>
                </a:tc>
                <a:tc>
                  <a:txBody>
                    <a:bodyPr/>
                    <a:lstStyle/>
                    <a:p>
                      <a:pPr algn="ctr"/>
                      <a:r>
                        <a:rPr sz="700" b="0">
                          <a:solidFill>
                            <a:srgbClr val="000000"/>
                          </a:solidFill>
                          <a:latin typeface="思源黑体 CN Medium"/>
                        </a:rPr>
                        <a:t>81</a:t>
                      </a:r>
                    </a:p>
                  </a:txBody>
                  <a:tcPr marL="45720" marR="45720" marT="30000" marB="30000"/>
                </a:tc>
                <a:tc>
                  <a:txBody>
                    <a:bodyPr/>
                    <a:lstStyle/>
                    <a:p>
                      <a:pPr algn="ctr"/>
                      <a:r>
                        <a:rPr sz="700" b="0">
                          <a:solidFill>
                            <a:srgbClr val="000000"/>
                          </a:solidFill>
                          <a:latin typeface="思源黑体 CN Medium"/>
                        </a:rPr>
                        <a:t>40</a:t>
                      </a:r>
                    </a:p>
                  </a:txBody>
                  <a:tcPr marL="45720" marR="45720" marT="30000" marB="30000"/>
                </a:tc>
              </a:tr>
              <a:tr h="363754">
                <a:tc>
                  <a:txBody>
                    <a:bodyPr/>
                    <a:lstStyle/>
                    <a:p>
                      <a:pPr algn="l"/>
                      <a:r>
                        <a:rPr sz="700" b="1">
                          <a:solidFill>
                            <a:srgbClr val="000000"/>
                          </a:solidFill>
                          <a:latin typeface="思源黑体 CN Medium"/>
                        </a:rPr>
                        <a:t>09992.HK</a:t>
                      </a:r>
                    </a:p>
                  </a:txBody>
                  <a:tcPr marL="45720" marR="45720" marT="30000" marB="30000"/>
                </a:tc>
                <a:tc>
                  <a:txBody>
                    <a:bodyPr/>
                    <a:lstStyle/>
                    <a:p>
                      <a:pPr algn="ctr"/>
                      <a:r>
                        <a:rPr sz="700" b="0">
                          <a:solidFill>
                            <a:srgbClr val="000000"/>
                          </a:solidFill>
                          <a:latin typeface="思源黑体 CN Medium"/>
                        </a:rPr>
                        <a:t>泡泡玛特</a:t>
                      </a:r>
                    </a:p>
                  </a:txBody>
                  <a:tcPr marL="45720" marR="45720" marT="30000" marB="30000"/>
                </a:tc>
                <a:tc>
                  <a:txBody>
                    <a:bodyPr/>
                    <a:lstStyle/>
                    <a:p>
                      <a:pPr algn="ctr"/>
                      <a:r>
                        <a:rPr sz="700" b="0">
                          <a:solidFill>
                            <a:srgbClr val="000000"/>
                          </a:solidFill>
                          <a:latin typeface="思源黑体 CN Medium"/>
                        </a:rPr>
                        <a:t>0.11</a:t>
                      </a:r>
                    </a:p>
                  </a:txBody>
                  <a:tcPr marL="45720" marR="45720" marT="30000" marB="30000"/>
                </a:tc>
                <a:tc>
                  <a:txBody>
                    <a:bodyPr/>
                    <a:lstStyle/>
                    <a:p>
                      <a:pPr algn="ctr"/>
                      <a:r>
                        <a:rPr sz="700" b="0">
                          <a:solidFill>
                            <a:srgbClr val="000000"/>
                          </a:solidFill>
                          <a:latin typeface="思源黑体 CN Medium"/>
                        </a:rPr>
                        <a:t>17</a:t>
                      </a:r>
                    </a:p>
                  </a:txBody>
                  <a:tcPr marL="45720" marR="45720" marT="30000" marB="30000"/>
                </a:tc>
                <a:tc>
                  <a:txBody>
                    <a:bodyPr/>
                    <a:lstStyle/>
                    <a:p>
                      <a:pPr algn="ctr"/>
                      <a:r>
                        <a:rPr sz="700" b="0">
                          <a:solidFill>
                            <a:srgbClr val="000000"/>
                          </a:solidFill>
                          <a:latin typeface="思源黑体 CN Medium"/>
                        </a:rPr>
                        <a:t>195</a:t>
                      </a:r>
                    </a:p>
                  </a:txBody>
                  <a:tcPr marL="45720" marR="45720" marT="30000" marB="30000"/>
                </a:tc>
                <a:tc>
                  <a:txBody>
                    <a:bodyPr/>
                    <a:lstStyle/>
                    <a:p>
                      <a:pPr algn="ctr"/>
                      <a:r>
                        <a:rPr sz="700" b="0">
                          <a:solidFill>
                            <a:srgbClr val="000000"/>
                          </a:solidFill>
                          <a:latin typeface="思源黑体 CN Medium"/>
                        </a:rPr>
                        <a:t>141</a:t>
                      </a:r>
                    </a:p>
                  </a:txBody>
                  <a:tcPr marL="45720" marR="45720" marT="30000" marB="30000"/>
                </a:tc>
              </a:tr>
            </a:tbl>
          </a:graphicData>
        </a:graphic>
      </p:graphicFrame>
    </p:spTree>
  </p:cSld>
  <p:clrMapOvr>
    <a:masterClrMapping/>
  </p:clrMapOvr>
</p:sld>
</file>

<file path=ppt/slides/slide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B4BA4C89-7EA2-4048-BB05-440E449F8D74}"/>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31</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60569F98-A59A-45E2-9E41-08C717E5862A}"/>
              </a:ext>
            </a:extLst>
          </p:cNvPr>
          <p:cNvSpPr txBox="1"/>
          <p:nvPr/>
        </p:nvSpPr>
        <p:spPr>
          <a:xfrm>
            <a:off x="424070" y="1363926"/>
            <a:ext cx="10947402" cy="9577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2）7月最主要是大模型（智谱、Minimax）+GPU（壁仞科技、天数智芯），其次还有存储（兆易创新）+医疗健康（精锋医疗、维立志博）+高端制造（龙旗科技、威胜控股、极智嘉、豪威集团）+量贩零食（鸣鸣很忙）+金融保险（富卫集团）+软件（明略科技）的解禁潮。</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a:p>
            <a:r>
              <a:rPr sz="1400" b="0">
                <a:solidFill>
                  <a:srgbClr val="353160"/>
                </a:solidFill>
                <a:latin typeface="Source Han Sans CN Medium"/>
              </a:rPr>
              <a:t>（3）由于港股通账户并不能够参与打新，享受稀缺性公司的上市红利，却需要承受限售股解禁带来的风险，这可能确实是南向资金对于2026年港股的主要担忧之一。</a:t>
            </a:r>
          </a:p>
        </p:txBody>
      </p:sp>
      <p:sp>
        <p:nvSpPr>
          <p:cNvPr id="9" name="标题 8">
            <a:extLst>
              <a:ext uri="{FF2B5EF4-FFF2-40B4-BE49-F238E27FC236}">
                <a16:creationId xmlns:a16="http://schemas.microsoft.com/office/drawing/2014/main" id="{6BCEBEAF-9EDC-4E2E-80E4-AB87C5E7B346}"/>
              </a:ext>
            </a:extLst>
          </p:cNvPr>
          <p:cNvSpPr>
            <a:spLocks noGrp="1"/>
          </p:cNvSpPr>
          <p:nvPr>
            <p:ph type="title"/>
          </p:nvPr>
        </p:nvSpPr>
        <p:spPr/>
        <p:txBody>
          <a:bodyPr wrap="square">
            <a:normAutofit/>
          </a:bodyPr>
          <a:lstStyle/>
          <a:p>
            <a:pPr/>
            <a:r>
              <a:rPr sz="2400" b="0">
                <a:solidFill>
                  <a:srgbClr val="353160"/>
                </a:solidFill>
                <a:latin typeface="思源黑体 CN Normal"/>
              </a:rPr>
              <a:t>产业资本-限售股解禁在7月中旬过后可能会阶段性缓解；回购公司数量出现明显回升</a:t>
            </a:r>
          </a:p>
        </p:txBody>
      </p:sp>
      <p:sp>
        <p:nvSpPr>
          <p:cNvPr id="5" name="文本框 4">
            <a:extLst>
              <a:ext uri="{FF2B5EF4-FFF2-40B4-BE49-F238E27FC236}">
                <a16:creationId xmlns:a16="http://schemas.microsoft.com/office/drawing/2014/main" id="{EF04BBD5-7AA9-4B60-8464-66333FD5B5AC}"/>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spTree>
  </p:cSld>
  <p:clrMapOvr>
    <a:masterClrMapping/>
  </p:clrMapOvr>
</p:sld>
</file>

<file path=ppt/slides/slide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61E3C5CC-3556-434E-B640-444D79505789}"/>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32</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D83D84BD-5FD6-4BDF-B468-903CBC0A04E9}"/>
              </a:ext>
            </a:extLst>
          </p:cNvPr>
          <p:cNvSpPr txBox="1"/>
          <p:nvPr/>
        </p:nvSpPr>
        <p:spPr>
          <a:xfrm>
            <a:off x="424070" y="1363926"/>
            <a:ext cx="10947402" cy="49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spcAft>
                <a:spcPts val="1300"/>
              </a:spcAft>
              <a:buFont typeface="Wingdings" panose="05000000000000000000" pitchFamily="2" charset="2"/>
              <a:buChar char="n"/>
              <a:defRPr/>
            </a:pPr>
            <a:r>
              <a:rPr sz="1400" b="0">
                <a:solidFill>
                  <a:srgbClr val="353160"/>
                </a:solidFill>
                <a:latin typeface="Source Han Sans CN Medium"/>
              </a:rPr>
              <a:t>因此，在下方解禁潮统计中，采用两个口径，一是仅计算市值300亿港元以上公司的解禁规模，二是全部口径的港股解禁规模。</a:t>
            </a:r>
            <a:endParaRPr kumimoji="1" lang="en-US" altLang="zh-CN" sz="16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5E4A5591-54A1-4771-8C78-1C8E83669D74}"/>
              </a:ext>
            </a:extLst>
          </p:cNvPr>
          <p:cNvSpPr>
            <a:spLocks noGrp="1"/>
          </p:cNvSpPr>
          <p:nvPr>
            <p:ph type="title"/>
          </p:nvPr>
        </p:nvSpPr>
        <p:spPr/>
        <p:txBody>
          <a:bodyPr wrap="square">
            <a:normAutofit/>
          </a:bodyPr>
          <a:lstStyle/>
          <a:p>
            <a:pPr/>
            <a:r>
              <a:rPr sz="2400" b="0">
                <a:solidFill>
                  <a:srgbClr val="353160"/>
                </a:solidFill>
                <a:latin typeface="思源黑体 CN Normal"/>
              </a:rPr>
              <a:t>产业资本-限售股解禁在7月中旬过后可能会阶段性缓解；回购公司数量出现明显回升</a:t>
            </a:r>
          </a:p>
        </p:txBody>
      </p:sp>
      <p:sp>
        <p:nvSpPr>
          <p:cNvPr id="5" name="文本框 4">
            <a:extLst>
              <a:ext uri="{FF2B5EF4-FFF2-40B4-BE49-F238E27FC236}">
                <a16:creationId xmlns:a16="http://schemas.microsoft.com/office/drawing/2014/main" id="{A0F857B5-21F5-461E-8F2A-E7516E0B985B}"/>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2285326"/>
          <a:ext cx="5436400" cy="3904824"/>
        </p:xfrm>
        <a:graphic>
          <a:graphicData uri="http://schemas.openxmlformats.org/drawingml/2006/chart">
            <c:chart xmlns:c="http://schemas.openxmlformats.org/drawingml/2006/chart" r:id="rId2"/>
          </a:graphicData>
        </a:graphic>
      </p:graphicFrame>
      <p:graphicFrame>
        <p:nvGraphicFramePr>
          <p:cNvPr id="11" name="source_docx_chart"/>
          <p:cNvGraphicFramePr>
            <a:graphicFrameLocks noGrp="1"/>
          </p:cNvGraphicFramePr>
          <p:nvPr/>
        </p:nvGraphicFramePr>
        <p:xfrm>
          <a:off x="6146000" y="2285326"/>
          <a:ext cx="5436400" cy="3904824"/>
        </p:xfrm>
        <a:graphic>
          <a:graphicData uri="http://schemas.openxmlformats.org/drawingml/2006/chart">
            <c:chart xmlns:c="http://schemas.openxmlformats.org/drawingml/2006/chart" r:id="rId3"/>
          </a:graphicData>
        </a:graphic>
      </p:graphicFrame>
    </p:spTree>
  </p:cSld>
  <p:clrMapOvr>
    <a:masterClrMapping/>
  </p:clrMapOvr>
</p:sld>
</file>

<file path=ppt/slides/slide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C87FF197-9A1E-45D4-A27B-4EB21B47D47C}"/>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33</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B6C4D09F-8581-4BB7-993C-F4D882FCF66B}"/>
              </a:ext>
            </a:extLst>
          </p:cNvPr>
          <p:cNvSpPr txBox="1"/>
          <p:nvPr/>
        </p:nvSpPr>
        <p:spPr>
          <a:xfrm>
            <a:off x="424070" y="1363926"/>
            <a:ext cx="10947402" cy="49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（3）由于港股通账户并不能够参与打新，享受稀缺性公司的上市红利，却需要承受限售股解禁带来的风险，这可能确实是南向资金对于2026年港股的主要担忧之一。</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DACFFF5F-DD05-4E46-A7ED-6EB6725350AE}"/>
              </a:ext>
            </a:extLst>
          </p:cNvPr>
          <p:cNvSpPr>
            <a:spLocks noGrp="1"/>
          </p:cNvSpPr>
          <p:nvPr>
            <p:ph type="title"/>
          </p:nvPr>
        </p:nvSpPr>
        <p:spPr/>
        <p:txBody>
          <a:bodyPr wrap="square">
            <a:normAutofit/>
          </a:bodyPr>
          <a:lstStyle/>
          <a:p>
            <a:pPr/>
            <a:r>
              <a:rPr sz="2400" b="0">
                <a:solidFill>
                  <a:srgbClr val="353160"/>
                </a:solidFill>
                <a:latin typeface="思源黑体 CN Normal"/>
              </a:rPr>
              <a:t>产业资本-限售股解禁在7月中旬过后可能会阶段性缓解；回购公司数量出现明显回升</a:t>
            </a:r>
          </a:p>
        </p:txBody>
      </p:sp>
      <p:sp>
        <p:nvSpPr>
          <p:cNvPr id="5" name="文本框 4">
            <a:extLst>
              <a:ext uri="{FF2B5EF4-FFF2-40B4-BE49-F238E27FC236}">
                <a16:creationId xmlns:a16="http://schemas.microsoft.com/office/drawing/2014/main" id="{BA604712-437F-4E78-B14A-46769FD02225}"/>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pic>
        <p:nvPicPr>
          <p:cNvPr id="10" name="source_docx_image" descr="005_a11cb298d79a_image13.png"/>
          <p:cNvPicPr>
            <a:picLocks noChangeAspect="1"/>
          </p:cNvPicPr>
          <p:nvPr/>
        </p:nvPicPr>
        <p:blipFill>
          <a:blip r:embed="rId2"/>
          <a:stretch>
            <a:fillRect/>
          </a:stretch>
        </p:blipFill>
        <p:spPr>
          <a:xfrm>
            <a:off x="3678556" y="1943926"/>
            <a:ext cx="4834887" cy="4246224"/>
          </a:xfrm>
          <a:prstGeom prst="rect">
            <a:avLst/>
          </a:prstGeom>
        </p:spPr>
      </p:pic>
    </p:spTree>
  </p:cSld>
  <p:clrMapOvr>
    <a:masterClrMapping/>
  </p:clrMapOvr>
</p:sld>
</file>

<file path=ppt/slides/slide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304D1C74-8D86-4885-ABCD-FC4A7238EAB3}"/>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34</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8927455A-3ECA-426A-BF66-E88AF47138CA}"/>
              </a:ext>
            </a:extLst>
          </p:cNvPr>
          <p:cNvSpPr txBox="1"/>
          <p:nvPr/>
        </p:nvSpPr>
        <p:spPr>
          <a:xfrm>
            <a:off x="424070" y="1363926"/>
            <a:ext cx="10947402" cy="9577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随着港股近期出现明显回撤，上市公司回购意愿再度升温，回购公司数量与回购总金额均出现显著回升。</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a:p>
            <a:r>
              <a:rPr sz="1400" b="0">
                <a:solidFill>
                  <a:srgbClr val="353160"/>
                </a:solidFill>
                <a:latin typeface="Source Han Sans CN Medium"/>
              </a:rPr>
              <a:t>然而，回顾历史走势，回购高潮往往伴随市场阶段性调整，并不必然指向股价已处于底部。</a:t>
            </a:r>
          </a:p>
          <a:p>
            <a:r>
              <a:rPr sz="1400" b="0">
                <a:solidFill>
                  <a:srgbClr val="353160"/>
                </a:solidFill>
                <a:latin typeface="Source Han Sans CN Medium"/>
              </a:rPr>
              <a:t>以腾讯为例，2025年全年回购规模高达800亿港元，但2026年上半年仅完成约260亿港元，全年回购总额可能会少于去年，这与行业整体趋势相互印证，回购回升更多是短期市场情绪的反应，而非长期资金流向逆转的信号，不宜将其简单视为市场见底的充分条件。</a:t>
            </a:r>
          </a:p>
        </p:txBody>
      </p:sp>
      <p:sp>
        <p:nvSpPr>
          <p:cNvPr id="9" name="标题 8">
            <a:extLst>
              <a:ext uri="{FF2B5EF4-FFF2-40B4-BE49-F238E27FC236}">
                <a16:creationId xmlns:a16="http://schemas.microsoft.com/office/drawing/2014/main" id="{D98ADE35-2BA2-4AEE-BC18-A0BDFDA274C3}"/>
              </a:ext>
            </a:extLst>
          </p:cNvPr>
          <p:cNvSpPr>
            <a:spLocks noGrp="1"/>
          </p:cNvSpPr>
          <p:nvPr>
            <p:ph type="title"/>
          </p:nvPr>
        </p:nvSpPr>
        <p:spPr/>
        <p:txBody>
          <a:bodyPr wrap="square">
            <a:normAutofit/>
          </a:bodyPr>
          <a:lstStyle/>
          <a:p>
            <a:pPr/>
            <a:r>
              <a:rPr sz="2400" b="0">
                <a:solidFill>
                  <a:srgbClr val="353160"/>
                </a:solidFill>
                <a:latin typeface="思源黑体 CN Normal"/>
              </a:rPr>
              <a:t>产业资本-限售股解禁在7月中旬过后可能会阶段性缓解；回购公司数量出现明显回升</a:t>
            </a:r>
          </a:p>
        </p:txBody>
      </p:sp>
      <p:sp>
        <p:nvSpPr>
          <p:cNvPr id="5" name="文本框 4">
            <a:extLst>
              <a:ext uri="{FF2B5EF4-FFF2-40B4-BE49-F238E27FC236}">
                <a16:creationId xmlns:a16="http://schemas.microsoft.com/office/drawing/2014/main" id="{D7ED11D0-1272-4924-90BA-BB8F9594C671}"/>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spTree>
  </p:cSld>
  <p:clrMapOvr>
    <a:masterClrMapping/>
  </p:clrMapOvr>
</p:sld>
</file>

<file path=ppt/slides/slide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DBF758A8-723E-429A-AA6E-B9D1FDAEDCD7}"/>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35</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3" name="文本框 2">
            <a:extLst>
              <a:ext uri="{FF2B5EF4-FFF2-40B4-BE49-F238E27FC236}">
                <a16:creationId xmlns:a16="http://schemas.microsoft.com/office/drawing/2014/main" id="{2F04B6E6-416A-435D-8E56-F6D8EB25B869}"/>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sp>
        <p:nvSpPr>
          <p:cNvPr id="4" name="内容占位符 2">
            <a:extLst>
              <a:ext uri="{FF2B5EF4-FFF2-40B4-BE49-F238E27FC236}">
                <a16:creationId xmlns:a16="http://schemas.microsoft.com/office/drawing/2014/main" id="{95475FF4-92D1-4578-BD4A-46DD317A4878}"/>
              </a:ext>
            </a:extLst>
          </p:cNvPr>
          <p:cNvSpPr txBox="1"/>
          <p:nvPr/>
        </p:nvSpPr>
        <p:spPr>
          <a:xfrm>
            <a:off x="424070" y="1363925"/>
            <a:ext cx="10947402" cy="49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同时，当前平均单家公司的回购金额并不算高，此次回购潮更多体现为参与面的扩大，而非大额资金的集中入场。</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333CF5AC-FA63-478B-9920-FF3173274524}"/>
              </a:ext>
            </a:extLst>
          </p:cNvPr>
          <p:cNvSpPr>
            <a:spLocks noGrp="1"/>
          </p:cNvSpPr>
          <p:nvPr>
            <p:ph type="title"/>
          </p:nvPr>
        </p:nvSpPr>
        <p:spPr/>
        <p:txBody>
          <a:bodyPr wrap="square">
            <a:normAutofit/>
          </a:bodyPr>
          <a:lstStyle/>
          <a:p>
            <a:pPr/>
            <a:r>
              <a:rPr sz="2400" b="0">
                <a:solidFill>
                  <a:srgbClr val="353160"/>
                </a:solidFill>
                <a:latin typeface="思源黑体 CN Normal"/>
              </a:rPr>
              <a:t>产业资本-限售股解禁在7月中旬过后可能会阶段性缓解；回购公司数量出现明显回升</a:t>
            </a:r>
          </a:p>
        </p:txBody>
      </p:sp>
      <p:graphicFrame>
        <p:nvGraphicFramePr>
          <p:cNvPr id="10" name="source_docx_chart"/>
          <p:cNvGraphicFramePr>
            <a:graphicFrameLocks noGrp="1"/>
          </p:cNvGraphicFramePr>
          <p:nvPr/>
        </p:nvGraphicFramePr>
        <p:xfrm>
          <a:off x="609600" y="2000790"/>
          <a:ext cx="5436400" cy="4189360"/>
        </p:xfrm>
        <a:graphic>
          <a:graphicData uri="http://schemas.openxmlformats.org/drawingml/2006/chart">
            <c:chart xmlns:c="http://schemas.openxmlformats.org/drawingml/2006/chart" r:id="rId2"/>
          </a:graphicData>
        </a:graphic>
      </p:graphicFrame>
      <p:graphicFrame>
        <p:nvGraphicFramePr>
          <p:cNvPr id="11" name="source_docx_chart"/>
          <p:cNvGraphicFramePr>
            <a:graphicFrameLocks noGrp="1"/>
          </p:cNvGraphicFramePr>
          <p:nvPr/>
        </p:nvGraphicFramePr>
        <p:xfrm>
          <a:off x="6146000" y="2000790"/>
          <a:ext cx="5436400" cy="4189360"/>
        </p:xfrm>
        <a:graphic>
          <a:graphicData uri="http://schemas.openxmlformats.org/drawingml/2006/chart">
            <c:chart xmlns:c="http://schemas.openxmlformats.org/drawingml/2006/chart" r:id="rId3"/>
          </a:graphicData>
        </a:graphic>
      </p:graphicFrame>
    </p:spTree>
  </p:cSld>
  <p:clrMapOvr>
    <a:masterClrMapping/>
  </p:clrMapOvr>
</p:sld>
</file>

<file path=ppt/slides/slide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75667295-60A2-44CE-8E64-0E07B62EE981}"/>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36</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AEC5F59A-35F9-4C3D-B0DD-721FAC8AAFBB}"/>
              </a:ext>
            </a:extLst>
          </p:cNvPr>
          <p:cNvSpPr txBox="1"/>
          <p:nvPr/>
        </p:nvSpPr>
        <p:spPr>
          <a:xfrm>
            <a:off x="424070" y="1363926"/>
            <a:ext cx="10947402" cy="735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南向资金在过去两年有出现逆势买入的现象，核心可能是在于港股红利资产股息率较A股红利资产股息率平均能够高2%，但是，随着A股、港股的指数股息率之差收窄，“逆势买入”这一规律在未来半年可能会被打破。</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4F1354B7-D80A-4ECD-9AC2-51BC5A5A9137}"/>
              </a:ext>
            </a:extLst>
          </p:cNvPr>
          <p:cNvSpPr>
            <a:spLocks noGrp="1"/>
          </p:cNvSpPr>
          <p:nvPr>
            <p:ph type="title"/>
          </p:nvPr>
        </p:nvSpPr>
        <p:spPr/>
        <p:txBody>
          <a:bodyPr wrap="square">
            <a:normAutofit/>
          </a:bodyPr>
          <a:lstStyle/>
          <a:p>
            <a:pPr/>
            <a:r>
              <a:rPr sz="3200" b="0">
                <a:solidFill>
                  <a:srgbClr val="353160"/>
                </a:solidFill>
                <a:latin typeface="思源黑体 CN Normal"/>
              </a:rPr>
              <a:t>南向资金-边际走弱：当前港股红利资产的股息率优势大幅下降</a:t>
            </a:r>
          </a:p>
        </p:txBody>
      </p:sp>
      <p:sp>
        <p:nvSpPr>
          <p:cNvPr id="5" name="文本框 4">
            <a:extLst>
              <a:ext uri="{FF2B5EF4-FFF2-40B4-BE49-F238E27FC236}">
                <a16:creationId xmlns:a16="http://schemas.microsoft.com/office/drawing/2014/main" id="{B23A8E0D-F49A-471B-AAE4-C8FE8D322FAD}"/>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2188926"/>
          <a:ext cx="5436400" cy="4001224"/>
        </p:xfrm>
        <a:graphic>
          <a:graphicData uri="http://schemas.openxmlformats.org/drawingml/2006/chart">
            <c:chart xmlns:c="http://schemas.openxmlformats.org/drawingml/2006/chart" r:id="rId2"/>
          </a:graphicData>
        </a:graphic>
      </p:graphicFrame>
      <p:graphicFrame>
        <p:nvGraphicFramePr>
          <p:cNvPr id="11" name="source_docx_chart"/>
          <p:cNvGraphicFramePr>
            <a:graphicFrameLocks noGrp="1"/>
          </p:cNvGraphicFramePr>
          <p:nvPr/>
        </p:nvGraphicFramePr>
        <p:xfrm>
          <a:off x="6146000" y="2188926"/>
          <a:ext cx="5436400" cy="4001224"/>
        </p:xfrm>
        <a:graphic>
          <a:graphicData uri="http://schemas.openxmlformats.org/drawingml/2006/chart">
            <c:chart xmlns:c="http://schemas.openxmlformats.org/drawingml/2006/chart" r:id="rId3"/>
          </a:graphicData>
        </a:graphic>
      </p:graphicFrame>
    </p:spTree>
  </p:cSld>
  <p:clrMapOvr>
    <a:masterClrMapping/>
  </p:clrMapOvr>
</p:sld>
</file>

<file path=ppt/slides/slide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AF52D99B-EB14-489A-BC86-1FA810463F51}"/>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37</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DB982A49-CE1A-43AA-9639-F03FB0D7F5B2}"/>
              </a:ext>
            </a:extLst>
          </p:cNvPr>
          <p:cNvSpPr txBox="1"/>
          <p:nvPr/>
        </p:nvSpPr>
        <p:spPr>
          <a:xfrm>
            <a:off x="424070" y="1363926"/>
            <a:ext cx="10947402" cy="735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南向资金在过去两年有出现逆势买入的现象，核心可能是在于港股红利资产股息率较A股红利资产股息率平均能够高2%，但是，随着A股、港股的指数股息率之差收窄，“逆势买入”这一规律在未来半年可能会被打破。</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010DB8CB-A6A5-4805-87F3-800557FE5CCA}"/>
              </a:ext>
            </a:extLst>
          </p:cNvPr>
          <p:cNvSpPr>
            <a:spLocks noGrp="1"/>
          </p:cNvSpPr>
          <p:nvPr>
            <p:ph type="title"/>
          </p:nvPr>
        </p:nvSpPr>
        <p:spPr/>
        <p:txBody>
          <a:bodyPr wrap="square">
            <a:normAutofit/>
          </a:bodyPr>
          <a:lstStyle/>
          <a:p>
            <a:pPr/>
            <a:r>
              <a:rPr sz="3200" b="0">
                <a:solidFill>
                  <a:srgbClr val="353160"/>
                </a:solidFill>
                <a:latin typeface="思源黑体 CN Normal"/>
              </a:rPr>
              <a:t>南向资金-边际走弱：当前港股红利资产的股息率优势大幅下降</a:t>
            </a:r>
          </a:p>
        </p:txBody>
      </p:sp>
      <p:sp>
        <p:nvSpPr>
          <p:cNvPr id="5" name="文本框 4">
            <a:extLst>
              <a:ext uri="{FF2B5EF4-FFF2-40B4-BE49-F238E27FC236}">
                <a16:creationId xmlns:a16="http://schemas.microsoft.com/office/drawing/2014/main" id="{8D75A57A-B79C-4303-BD61-2D6B3D222820}"/>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2188926"/>
          <a:ext cx="10972800" cy="4001224"/>
        </p:xfrm>
        <a:graphic>
          <a:graphicData uri="http://schemas.openxmlformats.org/drawingml/2006/chart">
            <c:chart xmlns:c="http://schemas.openxmlformats.org/drawingml/2006/chart" r:id="rId2"/>
          </a:graphicData>
        </a:graphic>
      </p:graphicFrame>
    </p:spTree>
  </p:cSld>
  <p:clrMapOvr>
    <a:masterClrMapping/>
  </p:clrMapOvr>
</p:sld>
</file>

<file path=ppt/slides/slide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985BF5BC-99BE-447B-9A70-4160AABC05D5}"/>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38</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7E5CB79E-ED03-4F38-9078-00FCCDE2AB1A}"/>
              </a:ext>
            </a:extLst>
          </p:cNvPr>
          <p:cNvSpPr txBox="1"/>
          <p:nvPr/>
        </p:nvSpPr>
        <p:spPr>
          <a:xfrm>
            <a:off x="424070" y="1363926"/>
            <a:ext cx="10947402" cy="735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南向资金在过去两年有出现逆势买入的现象，核心可能是在于港股红利资产股息率较A股红利资产股息率平均能够高2%，但是，随着A股、港股的指数股息率之差收窄，“逆势买入”这一规律在未来半年可能会被打破。</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598D41B8-06B4-40F7-877D-3020CE43AFDA}"/>
              </a:ext>
            </a:extLst>
          </p:cNvPr>
          <p:cNvSpPr>
            <a:spLocks noGrp="1"/>
          </p:cNvSpPr>
          <p:nvPr>
            <p:ph type="title"/>
          </p:nvPr>
        </p:nvSpPr>
        <p:spPr/>
        <p:txBody>
          <a:bodyPr wrap="square">
            <a:normAutofit/>
          </a:bodyPr>
          <a:lstStyle/>
          <a:p>
            <a:pPr/>
            <a:r>
              <a:rPr sz="3200" b="0">
                <a:solidFill>
                  <a:srgbClr val="353160"/>
                </a:solidFill>
                <a:latin typeface="思源黑体 CN Normal"/>
              </a:rPr>
              <a:t>南向资金-边际走弱：当前港股红利资产的股息率优势大幅下降</a:t>
            </a:r>
          </a:p>
        </p:txBody>
      </p:sp>
      <p:sp>
        <p:nvSpPr>
          <p:cNvPr id="5" name="文本框 4">
            <a:extLst>
              <a:ext uri="{FF2B5EF4-FFF2-40B4-BE49-F238E27FC236}">
                <a16:creationId xmlns:a16="http://schemas.microsoft.com/office/drawing/2014/main" id="{D192B2DE-7F0A-4DE5-BE08-BCAC05D30352}"/>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2188926"/>
          <a:ext cx="5436400" cy="4001224"/>
        </p:xfrm>
        <a:graphic>
          <a:graphicData uri="http://schemas.openxmlformats.org/drawingml/2006/chart">
            <c:chart xmlns:c="http://schemas.openxmlformats.org/drawingml/2006/chart" r:id="rId2"/>
          </a:graphicData>
        </a:graphic>
      </p:graphicFrame>
      <p:graphicFrame>
        <p:nvGraphicFramePr>
          <p:cNvPr id="11" name="source_docx_chart"/>
          <p:cNvGraphicFramePr>
            <a:graphicFrameLocks noGrp="1"/>
          </p:cNvGraphicFramePr>
          <p:nvPr/>
        </p:nvGraphicFramePr>
        <p:xfrm>
          <a:off x="6146000" y="2188926"/>
          <a:ext cx="5436400" cy="4001224"/>
        </p:xfrm>
        <a:graphic>
          <a:graphicData uri="http://schemas.openxmlformats.org/drawingml/2006/chart">
            <c:chart xmlns:c="http://schemas.openxmlformats.org/drawingml/2006/chart" r:id="rId3"/>
          </a:graphicData>
        </a:graphic>
      </p:graphicFrame>
    </p:spTree>
  </p:cSld>
  <p:clrMapOvr>
    <a:masterClrMapping/>
  </p:clrMapOvr>
</p:sld>
</file>

<file path=ppt/slides/slide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15382905-098C-46D3-AE17-5A2E7C2CF574}"/>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39</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F06180F9-3D24-4B07-9CF5-646F0263054A}"/>
              </a:ext>
            </a:extLst>
          </p:cNvPr>
          <p:cNvSpPr txBox="1"/>
          <p:nvPr/>
        </p:nvSpPr>
        <p:spPr>
          <a:xfrm>
            <a:off x="424070" y="1363926"/>
            <a:ext cx="10947402" cy="9577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2026年初，市场还普遍预期美联储全年降息2至3次，但形势在美伊冲突爆发后急剧逆转，霍尔木兹海峡受阻直接推高了能源价格，美国PCE回升至3.5%以上，叠加超预期的非农就业数据，加息预期快速升温。</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a:p>
            <a:r>
              <a:rPr sz="1400" b="0">
                <a:solidFill>
                  <a:srgbClr val="353160"/>
                </a:solidFill>
                <a:latin typeface="Source Han Sans CN Medium"/>
              </a:rPr>
              <a:t>历史上看，每一轮海外无风险利率上升，对于港股的估值都是负贡献。</a:t>
            </a:r>
          </a:p>
        </p:txBody>
      </p:sp>
      <p:sp>
        <p:nvSpPr>
          <p:cNvPr id="9" name="标题 8">
            <a:extLst>
              <a:ext uri="{FF2B5EF4-FFF2-40B4-BE49-F238E27FC236}">
                <a16:creationId xmlns:a16="http://schemas.microsoft.com/office/drawing/2014/main" id="{3785664D-1A7D-466D-8775-749941F1B587}"/>
              </a:ext>
            </a:extLst>
          </p:cNvPr>
          <p:cNvSpPr>
            <a:spLocks noGrp="1"/>
          </p:cNvSpPr>
          <p:nvPr>
            <p:ph type="title"/>
          </p:nvPr>
        </p:nvSpPr>
        <p:spPr/>
        <p:txBody>
          <a:bodyPr wrap="square">
            <a:normAutofit/>
          </a:bodyPr>
          <a:lstStyle/>
          <a:p>
            <a:pPr/>
            <a:r>
              <a:rPr sz="1850" b="0">
                <a:solidFill>
                  <a:srgbClr val="353160"/>
                </a:solidFill>
                <a:latin typeface="思源黑体 CN Normal"/>
              </a:rPr>
              <a:t>外资-海外货币政策转向：关注7-8月的非农就业数据，尤其是世界杯后半段对非农就业的拉动可能减弱，关注加息预期可能会阶段性后移</a:t>
            </a:r>
          </a:p>
        </p:txBody>
      </p:sp>
      <p:sp>
        <p:nvSpPr>
          <p:cNvPr id="5" name="文本框 4">
            <a:extLst>
              <a:ext uri="{FF2B5EF4-FFF2-40B4-BE49-F238E27FC236}">
                <a16:creationId xmlns:a16="http://schemas.microsoft.com/office/drawing/2014/main" id="{84987760-5DA4-4F48-BB23-2A686647D409}"/>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spTree>
  </p:cSld>
  <p:clrMapOvr>
    <a:masterClrMapping/>
  </p:clrMapOvr>
</p:sld>
</file>

<file path=ppt/slides/slide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A8EE0B8E-052D-4AD7-BA24-52F5A06376E5}"/>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40</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B70B0D6D-FBDA-4963-A972-0AE348FB590A}"/>
              </a:ext>
            </a:extLst>
          </p:cNvPr>
          <p:cNvSpPr txBox="1"/>
          <p:nvPr/>
        </p:nvSpPr>
        <p:spPr>
          <a:xfrm>
            <a:off x="424070" y="1363926"/>
            <a:ext cx="10947402" cy="49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（2）根据美联储官网的半年度货币政策报告，在沃什领导下的美联储，可能会使用剔除“部分异常价格波动影响”的通胀数据，如果考虑截尾均值或者是中位数的通胀数据，可能较难立刻加息。</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8DB58F7B-6717-44C6-BD1E-14D1BC08E37A}"/>
              </a:ext>
            </a:extLst>
          </p:cNvPr>
          <p:cNvSpPr>
            <a:spLocks noGrp="1"/>
          </p:cNvSpPr>
          <p:nvPr>
            <p:ph type="title"/>
          </p:nvPr>
        </p:nvSpPr>
        <p:spPr/>
        <p:txBody>
          <a:bodyPr wrap="square">
            <a:normAutofit/>
          </a:bodyPr>
          <a:lstStyle/>
          <a:p>
            <a:pPr/>
            <a:r>
              <a:rPr sz="1850" b="0">
                <a:solidFill>
                  <a:srgbClr val="353160"/>
                </a:solidFill>
                <a:latin typeface="思源黑体 CN Normal"/>
              </a:rPr>
              <a:t>外资-海外货币政策转向：关注7-8月的非农就业数据，尤其是世界杯后半段对非农就业的拉动可能减弱，关注加息预期可能会阶段性后移</a:t>
            </a:r>
          </a:p>
        </p:txBody>
      </p:sp>
      <p:sp>
        <p:nvSpPr>
          <p:cNvPr id="5" name="文本框 4">
            <a:extLst>
              <a:ext uri="{FF2B5EF4-FFF2-40B4-BE49-F238E27FC236}">
                <a16:creationId xmlns:a16="http://schemas.microsoft.com/office/drawing/2014/main" id="{7ED14B1E-516A-4198-B8D9-4CF0AF00D193}"/>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table"/>
          <p:cNvGraphicFramePr>
            <a:graphicFrameLocks noGrp="1"/>
          </p:cNvGraphicFramePr>
          <p:nvPr/>
        </p:nvGraphicFramePr>
        <p:xfrm>
          <a:off x="609600" y="1944146"/>
          <a:ext cx="10972800" cy="4246004"/>
        </p:xfrm>
        <a:graphic>
          <a:graphicData uri="http://schemas.openxmlformats.org/drawingml/2006/table">
            <a:tbl>
              <a:tblPr firstRow="1" bandRow="1">
                <a:tableStyleId>{5C22544A-7EE6-4342-B048-85BDC9FD1C3A}</a:tableStyleId>
              </a:tblPr>
              <a:tblGrid>
                <a:gridCol w="2194560"/>
                <a:gridCol w="2194560"/>
                <a:gridCol w="2194560"/>
                <a:gridCol w="2194560"/>
                <a:gridCol w="2194560"/>
              </a:tblGrid>
              <a:tr h="235889">
                <a:tc>
                  <a:txBody>
                    <a:bodyPr/>
                    <a:lstStyle/>
                    <a:p>
                      <a:pPr algn="ctr"/>
                      <a:r>
                        <a:rPr sz="700" b="1">
                          <a:solidFill>
                            <a:srgbClr val="FFFFFF"/>
                          </a:solidFill>
                          <a:latin typeface="思源黑体 CN Medium"/>
                        </a:rPr>
                        <a:t>地区</a:t>
                      </a:r>
                    </a:p>
                  </a:txBody>
                  <a:tcPr marL="45720" marR="45720" marT="30000" marB="30000">
                    <a:solidFill>
                      <a:srgbClr val="F2F2F2"/>
                    </a:solidFill>
                  </a:tcPr>
                </a:tc>
                <a:tc>
                  <a:txBody>
                    <a:bodyPr/>
                    <a:lstStyle/>
                    <a:p>
                      <a:pPr algn="ctr"/>
                      <a:r>
                        <a:rPr sz="700" b="1">
                          <a:solidFill>
                            <a:srgbClr val="FFFFFF"/>
                          </a:solidFill>
                          <a:latin typeface="思源黑体 CN Medium"/>
                        </a:rPr>
                        <a:t>国家</a:t>
                      </a:r>
                    </a:p>
                  </a:txBody>
                  <a:tcPr marL="45720" marR="45720" marT="30000" marB="30000">
                    <a:solidFill>
                      <a:srgbClr val="F2F2F2"/>
                    </a:solidFill>
                  </a:tcPr>
                </a:tc>
                <a:tc>
                  <a:txBody>
                    <a:bodyPr/>
                    <a:lstStyle/>
                    <a:p>
                      <a:pPr algn="ctr"/>
                      <a:r>
                        <a:rPr sz="700" b="1">
                          <a:solidFill>
                            <a:srgbClr val="FFFFFF"/>
                          </a:solidFill>
                          <a:latin typeface="思源黑体 CN Medium"/>
                        </a:rPr>
                        <a:t>货币政策</a:t>
                      </a:r>
                    </a:p>
                  </a:txBody>
                  <a:tcPr marL="45720" marR="45720" marT="30000" marB="30000">
                    <a:solidFill>
                      <a:srgbClr val="F2F2F2"/>
                    </a:solidFill>
                  </a:tcPr>
                </a:tc>
                <a:tc>
                  <a:txBody>
                    <a:bodyPr/>
                    <a:lstStyle/>
                    <a:p>
                      <a:pPr algn="ctr"/>
                      <a:r>
                        <a:rPr sz="700" b="1">
                          <a:solidFill>
                            <a:srgbClr val="FFFFFF"/>
                          </a:solidFill>
                          <a:latin typeface="思源黑体 CN Medium"/>
                        </a:rPr>
                        <a:t>货币政策</a:t>
                      </a:r>
                    </a:p>
                  </a:txBody>
                  <a:tcPr marL="45720" marR="45720" marT="30000" marB="30000">
                    <a:solidFill>
                      <a:srgbClr val="F2F2F2"/>
                    </a:solidFill>
                  </a:tcPr>
                </a:tc>
                <a:tc>
                  <a:txBody>
                    <a:bodyPr/>
                    <a:lstStyle/>
                    <a:p>
                      <a:pPr algn="ctr"/>
                      <a:r>
                        <a:rPr sz="700" b="1">
                          <a:solidFill>
                            <a:srgbClr val="FFFFFF"/>
                          </a:solidFill>
                          <a:latin typeface="思源黑体 CN Medium"/>
                        </a:rPr>
                        <a:t>货币政策</a:t>
                      </a:r>
                    </a:p>
                  </a:txBody>
                  <a:tcPr marL="45720" marR="45720" marT="30000" marB="30000">
                    <a:solidFill>
                      <a:srgbClr val="F2F2F2"/>
                    </a:solidFill>
                  </a:tcPr>
                </a:tc>
              </a:tr>
              <a:tr h="235889">
                <a:tc>
                  <a:txBody>
                    <a:bodyPr/>
                    <a:lstStyle/>
                    <a:p>
                      <a:pPr algn="l"/>
                      <a:r>
                        <a:rPr sz="700" b="1">
                          <a:solidFill>
                            <a:srgbClr val="000000"/>
                          </a:solidFill>
                          <a:latin typeface="思源黑体 CN Medium"/>
                        </a:rPr>
                        <a:t>地区</a:t>
                      </a:r>
                    </a:p>
                  </a:txBody>
                  <a:tcPr marL="45720" marR="45720" marT="30000" marB="30000"/>
                </a:tc>
                <a:tc>
                  <a:txBody>
                    <a:bodyPr/>
                    <a:lstStyle/>
                    <a:p>
                      <a:pPr algn="ctr"/>
                      <a:r>
                        <a:rPr sz="700" b="0">
                          <a:solidFill>
                            <a:srgbClr val="000000"/>
                          </a:solidFill>
                          <a:latin typeface="思源黑体 CN Medium"/>
                        </a:rPr>
                        <a:t>国家</a:t>
                      </a:r>
                    </a:p>
                  </a:txBody>
                  <a:tcPr marL="45720" marR="45720" marT="30000" marB="30000"/>
                </a:tc>
                <a:tc>
                  <a:txBody>
                    <a:bodyPr/>
                    <a:lstStyle/>
                    <a:p>
                      <a:pPr algn="ctr"/>
                      <a:r>
                        <a:rPr sz="700" b="0">
                          <a:solidFill>
                            <a:srgbClr val="000000"/>
                          </a:solidFill>
                          <a:latin typeface="思源黑体 CN Medium"/>
                        </a:rPr>
                        <a:t>26H2</a:t>
                      </a:r>
                    </a:p>
                  </a:txBody>
                  <a:tcPr marL="45720" marR="45720" marT="30000" marB="30000"/>
                </a:tc>
                <a:tc>
                  <a:txBody>
                    <a:bodyPr/>
                    <a:lstStyle/>
                    <a:p>
                      <a:pPr algn="ctr"/>
                      <a:r>
                        <a:rPr sz="700" b="0">
                          <a:solidFill>
                            <a:srgbClr val="000000"/>
                          </a:solidFill>
                          <a:latin typeface="思源黑体 CN Medium"/>
                        </a:rPr>
                        <a:t>政策利率</a:t>
                      </a:r>
                    </a:p>
                  </a:txBody>
                  <a:tcPr marL="45720" marR="45720" marT="30000" marB="30000"/>
                </a:tc>
                <a:tc>
                  <a:txBody>
                    <a:bodyPr/>
                    <a:lstStyle/>
                    <a:p>
                      <a:pPr algn="ctr"/>
                      <a:r>
                        <a:rPr sz="700" b="0">
                          <a:solidFill>
                            <a:srgbClr val="000000"/>
                          </a:solidFill>
                          <a:latin typeface="思源黑体 CN Medium"/>
                        </a:rPr>
                        <a:t>详情</a:t>
                      </a:r>
                    </a:p>
                  </a:txBody>
                  <a:tcPr marL="45720" marR="45720" marT="30000" marB="30000"/>
                </a:tc>
              </a:tr>
              <a:tr h="235889">
                <a:tc>
                  <a:txBody>
                    <a:bodyPr/>
                    <a:lstStyle/>
                    <a:p>
                      <a:pPr algn="l"/>
                      <a:r>
                        <a:rPr sz="700" b="1">
                          <a:solidFill>
                            <a:srgbClr val="000000"/>
                          </a:solidFill>
                          <a:latin typeface="思源黑体 CN Medium"/>
                        </a:rPr>
                        <a:t>美欧</a:t>
                      </a:r>
                    </a:p>
                  </a:txBody>
                  <a:tcPr marL="45720" marR="45720" marT="30000" marB="30000"/>
                </a:tc>
                <a:tc>
                  <a:txBody>
                    <a:bodyPr/>
                    <a:lstStyle/>
                    <a:p>
                      <a:pPr algn="ctr"/>
                      <a:r>
                        <a:rPr sz="700" b="0">
                          <a:solidFill>
                            <a:srgbClr val="000000"/>
                          </a:solidFill>
                          <a:latin typeface="思源黑体 CN Medium"/>
                        </a:rPr>
                        <a:t>美国</a:t>
                      </a:r>
                    </a:p>
                  </a:txBody>
                  <a:tcPr marL="45720" marR="45720" marT="30000" marB="30000"/>
                </a:tc>
                <a:tc>
                  <a:txBody>
                    <a:bodyPr/>
                    <a:lstStyle/>
                    <a:p>
                      <a:pPr algn="ctr"/>
                      <a:r>
                        <a:rPr sz="700" b="0">
                          <a:solidFill>
                            <a:srgbClr val="000000"/>
                          </a:solidFill>
                          <a:latin typeface="思源黑体 CN Medium"/>
                        </a:rPr>
                        <a:t>可能加息</a:t>
                      </a:r>
                    </a:p>
                  </a:txBody>
                  <a:tcPr marL="45720" marR="45720" marT="30000" marB="30000"/>
                </a:tc>
                <a:tc>
                  <a:txBody>
                    <a:bodyPr/>
                    <a:lstStyle/>
                    <a:p>
                      <a:pPr algn="ctr"/>
                      <a:r>
                        <a:rPr sz="700" b="0">
                          <a:solidFill>
                            <a:srgbClr val="000000"/>
                          </a:solidFill>
                          <a:latin typeface="思源黑体 CN Medium"/>
                        </a:rPr>
                        <a:t>3.50%–3.75%</a:t>
                      </a:r>
                    </a:p>
                  </a:txBody>
                  <a:tcPr marL="45720" marR="45720" marT="30000" marB="30000"/>
                </a:tc>
                <a:tc>
                  <a:txBody>
                    <a:bodyPr/>
                    <a:lstStyle/>
                    <a:p>
                      <a:pPr algn="ctr"/>
                      <a:r>
                        <a:rPr sz="700" b="0">
                          <a:solidFill>
                            <a:srgbClr val="000000"/>
                          </a:solidFill>
                          <a:latin typeface="思源黑体 CN Medium"/>
                        </a:rPr>
                        <a:t>美联储6月17日(沃什首会)以12:0维持3.50%—3.75%、删除前瞻指引； 5月CPI 4.2%(核心仅2.9%)；点阵图中位数翻转指向年内加息</a:t>
                      </a:r>
                    </a:p>
                  </a:txBody>
                  <a:tcPr marL="45720" marR="45720" marT="30000" marB="30000"/>
                </a:tc>
              </a:tr>
              <a:tr h="235889">
                <a:tc>
                  <a:txBody>
                    <a:bodyPr/>
                    <a:lstStyle/>
                    <a:p>
                      <a:pPr algn="l"/>
                      <a:r>
                        <a:rPr sz="700" b="1">
                          <a:solidFill>
                            <a:srgbClr val="000000"/>
                          </a:solidFill>
                          <a:latin typeface="思源黑体 CN Medium"/>
                        </a:rPr>
                        <a:t>美欧</a:t>
                      </a:r>
                    </a:p>
                  </a:txBody>
                  <a:tcPr marL="45720" marR="45720" marT="30000" marB="30000"/>
                </a:tc>
                <a:tc>
                  <a:txBody>
                    <a:bodyPr/>
                    <a:lstStyle/>
                    <a:p>
                      <a:pPr algn="ctr"/>
                      <a:r>
                        <a:rPr sz="700" b="0">
                          <a:solidFill>
                            <a:srgbClr val="000000"/>
                          </a:solidFill>
                          <a:latin typeface="思源黑体 CN Medium"/>
                        </a:rPr>
                        <a:t>德国</a:t>
                      </a:r>
                    </a:p>
                  </a:txBody>
                  <a:tcPr marL="45720" marR="45720" marT="30000" marB="30000"/>
                </a:tc>
                <a:tc>
                  <a:txBody>
                    <a:bodyPr/>
                    <a:lstStyle/>
                    <a:p>
                      <a:pPr algn="ctr"/>
                      <a:r>
                        <a:rPr sz="700" b="0">
                          <a:solidFill>
                            <a:srgbClr val="000000"/>
                          </a:solidFill>
                          <a:latin typeface="思源黑体 CN Medium"/>
                        </a:rPr>
                        <a:t>加息</a:t>
                      </a:r>
                    </a:p>
                  </a:txBody>
                  <a:tcPr marL="45720" marR="45720" marT="30000" marB="30000"/>
                </a:tc>
                <a:tc>
                  <a:txBody>
                    <a:bodyPr/>
                    <a:lstStyle/>
                    <a:p>
                      <a:pPr algn="ctr"/>
                      <a:r>
                        <a:rPr sz="700" b="0">
                          <a:solidFill>
                            <a:srgbClr val="000000"/>
                          </a:solidFill>
                          <a:latin typeface="思源黑体 CN Medium"/>
                        </a:rPr>
                        <a:t>2.25%</a:t>
                      </a:r>
                    </a:p>
                  </a:txBody>
                  <a:tcPr marL="45720" marR="45720" marT="30000" marB="30000"/>
                </a:tc>
                <a:tc>
                  <a:txBody>
                    <a:bodyPr/>
                    <a:lstStyle/>
                    <a:p>
                      <a:pPr algn="ctr"/>
                      <a:r>
                        <a:rPr sz="700" b="0">
                          <a:solidFill>
                            <a:srgbClr val="000000"/>
                          </a:solidFill>
                          <a:latin typeface="思源黑体 CN Medium"/>
                        </a:rPr>
                        <a:t>欧洲央行6月11日加息25bp，为2023年9月来首次加息； 5月欧元区HICP 3.2%、核心2.5%；市场预期年内或再加息一次</a:t>
                      </a:r>
                    </a:p>
                  </a:txBody>
                  <a:tcPr marL="45720" marR="45720" marT="30000" marB="30000"/>
                </a:tc>
              </a:tr>
              <a:tr h="235889">
                <a:tc>
                  <a:txBody>
                    <a:bodyPr/>
                    <a:lstStyle/>
                    <a:p>
                      <a:pPr algn="l"/>
                      <a:r>
                        <a:rPr sz="700" b="1">
                          <a:solidFill>
                            <a:srgbClr val="000000"/>
                          </a:solidFill>
                          <a:latin typeface="思源黑体 CN Medium"/>
                        </a:rPr>
                        <a:t>美欧</a:t>
                      </a:r>
                    </a:p>
                  </a:txBody>
                  <a:tcPr marL="45720" marR="45720" marT="30000" marB="30000"/>
                </a:tc>
                <a:tc>
                  <a:txBody>
                    <a:bodyPr/>
                    <a:lstStyle/>
                    <a:p>
                      <a:pPr algn="ctr"/>
                      <a:r>
                        <a:rPr sz="700" b="0">
                          <a:solidFill>
                            <a:srgbClr val="000000"/>
                          </a:solidFill>
                          <a:latin typeface="思源黑体 CN Medium"/>
                        </a:rPr>
                        <a:t>英国</a:t>
                      </a:r>
                    </a:p>
                  </a:txBody>
                  <a:tcPr marL="45720" marR="45720" marT="30000" marB="30000"/>
                </a:tc>
                <a:tc>
                  <a:txBody>
                    <a:bodyPr/>
                    <a:lstStyle/>
                    <a:p>
                      <a:pPr algn="ctr"/>
                      <a:r>
                        <a:rPr sz="700" b="0">
                          <a:solidFill>
                            <a:srgbClr val="000000"/>
                          </a:solidFill>
                          <a:latin typeface="思源黑体 CN Medium"/>
                        </a:rPr>
                        <a:t>可能加息</a:t>
                      </a:r>
                    </a:p>
                  </a:txBody>
                  <a:tcPr marL="45720" marR="45720" marT="30000" marB="30000"/>
                </a:tc>
                <a:tc>
                  <a:txBody>
                    <a:bodyPr/>
                    <a:lstStyle/>
                    <a:p>
                      <a:pPr algn="ctr"/>
                      <a:r>
                        <a:rPr sz="700" b="0">
                          <a:solidFill>
                            <a:srgbClr val="000000"/>
                          </a:solidFill>
                          <a:latin typeface="思源黑体 CN Medium"/>
                        </a:rPr>
                        <a:t>3.75%</a:t>
                      </a:r>
                    </a:p>
                  </a:txBody>
                  <a:tcPr marL="45720" marR="45720" marT="30000" marB="30000"/>
                </a:tc>
                <a:tc>
                  <a:txBody>
                    <a:bodyPr/>
                    <a:lstStyle/>
                    <a:p>
                      <a:pPr algn="ctr"/>
                      <a:r>
                        <a:rPr sz="700" b="0">
                          <a:solidFill>
                            <a:srgbClr val="000000"/>
                          </a:solidFill>
                          <a:latin typeface="思源黑体 CN Medium"/>
                        </a:rPr>
                        <a:t>英格兰银行6月17日以7:2维持3.75%；5月CPI回落至2.8%(13个月低位)； 停火与油价回落后部分机构撤回加息预测</a:t>
                      </a:r>
                    </a:p>
                  </a:txBody>
                  <a:tcPr marL="45720" marR="45720" marT="30000" marB="30000"/>
                </a:tc>
              </a:tr>
              <a:tr h="235889">
                <a:tc>
                  <a:txBody>
                    <a:bodyPr/>
                    <a:lstStyle/>
                    <a:p>
                      <a:pPr algn="l"/>
                      <a:r>
                        <a:rPr sz="700" b="1">
                          <a:solidFill>
                            <a:srgbClr val="000000"/>
                          </a:solidFill>
                          <a:latin typeface="思源黑体 CN Medium"/>
                        </a:rPr>
                        <a:t>日韩</a:t>
                      </a:r>
                    </a:p>
                  </a:txBody>
                  <a:tcPr marL="45720" marR="45720" marT="30000" marB="30000"/>
                </a:tc>
                <a:tc>
                  <a:txBody>
                    <a:bodyPr/>
                    <a:lstStyle/>
                    <a:p>
                      <a:pPr algn="ctr"/>
                      <a:r>
                        <a:rPr sz="700" b="0">
                          <a:solidFill>
                            <a:srgbClr val="000000"/>
                          </a:solidFill>
                          <a:latin typeface="思源黑体 CN Medium"/>
                        </a:rPr>
                        <a:t>日本</a:t>
                      </a:r>
                    </a:p>
                  </a:txBody>
                  <a:tcPr marL="45720" marR="45720" marT="30000" marB="30000"/>
                </a:tc>
                <a:tc>
                  <a:txBody>
                    <a:bodyPr/>
                    <a:lstStyle/>
                    <a:p>
                      <a:pPr algn="ctr"/>
                      <a:r>
                        <a:rPr sz="700" b="0">
                          <a:solidFill>
                            <a:srgbClr val="000000"/>
                          </a:solidFill>
                          <a:latin typeface="思源黑体 CN Medium"/>
                        </a:rPr>
                        <a:t>加息</a:t>
                      </a:r>
                    </a:p>
                  </a:txBody>
                  <a:tcPr marL="45720" marR="45720" marT="30000" marB="30000"/>
                </a:tc>
                <a:tc>
                  <a:txBody>
                    <a:bodyPr/>
                    <a:lstStyle/>
                    <a:p>
                      <a:pPr algn="ctr"/>
                      <a:r>
                        <a:rPr sz="700" b="0">
                          <a:solidFill>
                            <a:srgbClr val="000000"/>
                          </a:solidFill>
                          <a:latin typeface="思源黑体 CN Medium"/>
                        </a:rPr>
                        <a:t>1.00%</a:t>
                      </a:r>
                    </a:p>
                  </a:txBody>
                  <a:tcPr marL="45720" marR="45720" marT="30000" marB="30000"/>
                </a:tc>
                <a:tc>
                  <a:txBody>
                    <a:bodyPr/>
                    <a:lstStyle/>
                    <a:p>
                      <a:pPr algn="ctr"/>
                      <a:r>
                        <a:rPr sz="700" b="0">
                          <a:solidFill>
                            <a:srgbClr val="000000"/>
                          </a:solidFill>
                          <a:latin typeface="思源黑体 CN Medium"/>
                        </a:rPr>
                        <a:t>日本央行6月16日以7:1加息25bp至1.00%(95年来最高)； 多数委员支持继续加息(中性利率约2%)</a:t>
                      </a:r>
                    </a:p>
                  </a:txBody>
                  <a:tcPr marL="45720" marR="45720" marT="30000" marB="30000"/>
                </a:tc>
              </a:tr>
              <a:tr h="235889">
                <a:tc>
                  <a:txBody>
                    <a:bodyPr/>
                    <a:lstStyle/>
                    <a:p>
                      <a:pPr algn="l"/>
                      <a:r>
                        <a:rPr sz="700" b="1">
                          <a:solidFill>
                            <a:srgbClr val="000000"/>
                          </a:solidFill>
                          <a:latin typeface="思源黑体 CN Medium"/>
                        </a:rPr>
                        <a:t>日韩</a:t>
                      </a:r>
                    </a:p>
                  </a:txBody>
                  <a:tcPr marL="45720" marR="45720" marT="30000" marB="30000"/>
                </a:tc>
                <a:tc>
                  <a:txBody>
                    <a:bodyPr/>
                    <a:lstStyle/>
                    <a:p>
                      <a:pPr algn="ctr"/>
                      <a:r>
                        <a:rPr sz="700" b="0">
                          <a:solidFill>
                            <a:srgbClr val="000000"/>
                          </a:solidFill>
                          <a:latin typeface="思源黑体 CN Medium"/>
                        </a:rPr>
                        <a:t>韩国</a:t>
                      </a:r>
                    </a:p>
                  </a:txBody>
                  <a:tcPr marL="45720" marR="45720" marT="30000" marB="30000"/>
                </a:tc>
                <a:tc>
                  <a:txBody>
                    <a:bodyPr/>
                    <a:lstStyle/>
                    <a:p>
                      <a:pPr algn="ctr"/>
                      <a:r>
                        <a:rPr sz="700" b="0">
                          <a:solidFill>
                            <a:srgbClr val="000000"/>
                          </a:solidFill>
                          <a:latin typeface="思源黑体 CN Medium"/>
                        </a:rPr>
                        <a:t>可能加息</a:t>
                      </a:r>
                    </a:p>
                  </a:txBody>
                  <a:tcPr marL="45720" marR="45720" marT="30000" marB="30000"/>
                </a:tc>
                <a:tc>
                  <a:txBody>
                    <a:bodyPr/>
                    <a:lstStyle/>
                    <a:p>
                      <a:pPr algn="ctr"/>
                      <a:r>
                        <a:rPr sz="700" b="0">
                          <a:solidFill>
                            <a:srgbClr val="000000"/>
                          </a:solidFill>
                          <a:latin typeface="思源黑体 CN Medium"/>
                        </a:rPr>
                        <a:t>2.50%</a:t>
                      </a:r>
                    </a:p>
                  </a:txBody>
                  <a:tcPr marL="45720" marR="45720" marT="30000" marB="30000"/>
                </a:tc>
                <a:tc>
                  <a:txBody>
                    <a:bodyPr/>
                    <a:lstStyle/>
                    <a:p>
                      <a:pPr algn="ctr"/>
                      <a:r>
                        <a:rPr sz="700" b="0">
                          <a:solidFill>
                            <a:srgbClr val="000000"/>
                          </a:solidFill>
                          <a:latin typeface="思源黑体 CN Medium"/>
                        </a:rPr>
                        <a:t>5月28日韩国央行将基准利率维持在2.5%不变； 议息文件首次明确称存在加息可能，且两名委员主张立即加息</a:t>
                      </a:r>
                    </a:p>
                  </a:txBody>
                  <a:tcPr marL="45720" marR="45720" marT="30000" marB="30000"/>
                </a:tc>
              </a:tr>
              <a:tr h="235889">
                <a:tc>
                  <a:txBody>
                    <a:bodyPr/>
                    <a:lstStyle/>
                    <a:p>
                      <a:pPr algn="l"/>
                      <a:r>
                        <a:rPr sz="700" b="1">
                          <a:solidFill>
                            <a:srgbClr val="000000"/>
                          </a:solidFill>
                          <a:latin typeface="思源黑体 CN Medium"/>
                        </a:rPr>
                        <a:t>东盟</a:t>
                      </a:r>
                    </a:p>
                  </a:txBody>
                  <a:tcPr marL="45720" marR="45720" marT="30000" marB="30000"/>
                </a:tc>
                <a:tc>
                  <a:txBody>
                    <a:bodyPr/>
                    <a:lstStyle/>
                    <a:p>
                      <a:pPr algn="ctr"/>
                      <a:r>
                        <a:rPr sz="700" b="0">
                          <a:solidFill>
                            <a:srgbClr val="000000"/>
                          </a:solidFill>
                          <a:latin typeface="思源黑体 CN Medium"/>
                        </a:rPr>
                        <a:t>越南</a:t>
                      </a:r>
                    </a:p>
                  </a:txBody>
                  <a:tcPr marL="45720" marR="45720" marT="30000" marB="30000"/>
                </a:tc>
                <a:tc>
                  <a:txBody>
                    <a:bodyPr/>
                    <a:lstStyle/>
                    <a:p>
                      <a:pPr algn="ctr"/>
                      <a:r>
                        <a:rPr sz="700" b="0">
                          <a:solidFill>
                            <a:srgbClr val="000000"/>
                          </a:solidFill>
                          <a:latin typeface="思源黑体 CN Medium"/>
                        </a:rPr>
                        <a:t>暂停降息</a:t>
                      </a:r>
                    </a:p>
                  </a:txBody>
                  <a:tcPr marL="45720" marR="45720" marT="30000" marB="30000"/>
                </a:tc>
                <a:tc>
                  <a:txBody>
                    <a:bodyPr/>
                    <a:lstStyle/>
                    <a:p>
                      <a:pPr algn="ctr"/>
                      <a:r>
                        <a:rPr sz="700" b="0">
                          <a:solidFill>
                            <a:srgbClr val="000000"/>
                          </a:solidFill>
                          <a:latin typeface="思源黑体 CN Medium"/>
                        </a:rPr>
                        <a:t>4.50%</a:t>
                      </a:r>
                    </a:p>
                  </a:txBody>
                  <a:tcPr marL="45720" marR="45720" marT="30000" marB="30000"/>
                </a:tc>
                <a:tc>
                  <a:txBody>
                    <a:bodyPr/>
                    <a:lstStyle/>
                    <a:p>
                      <a:pPr algn="ctr"/>
                      <a:r>
                        <a:rPr sz="700" b="0">
                          <a:solidFill>
                            <a:srgbClr val="000000"/>
                          </a:solidFill>
                          <a:latin typeface="思源黑体 CN Medium"/>
                        </a:rPr>
                        <a:t>截至2026年4月越南央行维持4.50%不变； 行长表示伊朗战争带来的价格压力加剧，后续根据需要调整利率</a:t>
                      </a:r>
                    </a:p>
                  </a:txBody>
                  <a:tcPr marL="45720" marR="45720" marT="30000" marB="30000"/>
                </a:tc>
              </a:tr>
              <a:tr h="235889">
                <a:tc>
                  <a:txBody>
                    <a:bodyPr/>
                    <a:lstStyle/>
                    <a:p>
                      <a:pPr algn="l"/>
                      <a:r>
                        <a:rPr sz="700" b="1">
                          <a:solidFill>
                            <a:srgbClr val="000000"/>
                          </a:solidFill>
                          <a:latin typeface="思源黑体 CN Medium"/>
                        </a:rPr>
                        <a:t>东盟</a:t>
                      </a:r>
                    </a:p>
                  </a:txBody>
                  <a:tcPr marL="45720" marR="45720" marT="30000" marB="30000"/>
                </a:tc>
                <a:tc>
                  <a:txBody>
                    <a:bodyPr/>
                    <a:lstStyle/>
                    <a:p>
                      <a:pPr algn="ctr"/>
                      <a:r>
                        <a:rPr sz="700" b="0">
                          <a:solidFill>
                            <a:srgbClr val="000000"/>
                          </a:solidFill>
                          <a:latin typeface="思源黑体 CN Medium"/>
                        </a:rPr>
                        <a:t>泰国</a:t>
                      </a:r>
                    </a:p>
                  </a:txBody>
                  <a:tcPr marL="45720" marR="45720" marT="30000" marB="30000"/>
                </a:tc>
                <a:tc>
                  <a:txBody>
                    <a:bodyPr/>
                    <a:lstStyle/>
                    <a:p>
                      <a:pPr algn="ctr"/>
                      <a:r>
                        <a:rPr sz="700" b="0">
                          <a:solidFill>
                            <a:srgbClr val="000000"/>
                          </a:solidFill>
                          <a:latin typeface="思源黑体 CN Medium"/>
                        </a:rPr>
                        <a:t>暂停降息</a:t>
                      </a:r>
                    </a:p>
                  </a:txBody>
                  <a:tcPr marL="45720" marR="45720" marT="30000" marB="30000"/>
                </a:tc>
                <a:tc>
                  <a:txBody>
                    <a:bodyPr/>
                    <a:lstStyle/>
                    <a:p>
                      <a:pPr algn="ctr"/>
                      <a:r>
                        <a:rPr sz="700" b="0">
                          <a:solidFill>
                            <a:srgbClr val="000000"/>
                          </a:solidFill>
                          <a:latin typeface="思源黑体 CN Medium"/>
                        </a:rPr>
                        <a:t>1.00%</a:t>
                      </a:r>
                    </a:p>
                  </a:txBody>
                  <a:tcPr marL="45720" marR="45720" marT="30000" marB="30000"/>
                </a:tc>
                <a:tc>
                  <a:txBody>
                    <a:bodyPr/>
                    <a:lstStyle/>
                    <a:p>
                      <a:pPr algn="ctr"/>
                      <a:r>
                        <a:rPr sz="700" b="0">
                          <a:solidFill>
                            <a:srgbClr val="000000"/>
                          </a:solidFill>
                          <a:latin typeface="思源黑体 CN Medium"/>
                        </a:rPr>
                        <a:t>2月25日泰央行降息25bp至1.0%； 4月29日议息维持1%不变，表态通胀回升，年内再降息概率基本归零</a:t>
                      </a:r>
                    </a:p>
                  </a:txBody>
                  <a:tcPr marL="45720" marR="45720" marT="30000" marB="30000"/>
                </a:tc>
              </a:tr>
              <a:tr h="235889">
                <a:tc>
                  <a:txBody>
                    <a:bodyPr/>
                    <a:lstStyle/>
                    <a:p>
                      <a:pPr algn="l"/>
                      <a:r>
                        <a:rPr sz="700" b="1">
                          <a:solidFill>
                            <a:srgbClr val="000000"/>
                          </a:solidFill>
                          <a:latin typeface="思源黑体 CN Medium"/>
                        </a:rPr>
                        <a:t>东盟</a:t>
                      </a:r>
                    </a:p>
                  </a:txBody>
                  <a:tcPr marL="45720" marR="45720" marT="30000" marB="30000"/>
                </a:tc>
                <a:tc>
                  <a:txBody>
                    <a:bodyPr/>
                    <a:lstStyle/>
                    <a:p>
                      <a:pPr algn="ctr"/>
                      <a:r>
                        <a:rPr sz="700" b="0">
                          <a:solidFill>
                            <a:srgbClr val="000000"/>
                          </a:solidFill>
                          <a:latin typeface="思源黑体 CN Medium"/>
                        </a:rPr>
                        <a:t>马来西亚</a:t>
                      </a:r>
                    </a:p>
                  </a:txBody>
                  <a:tcPr marL="45720" marR="45720" marT="30000" marB="30000"/>
                </a:tc>
                <a:tc>
                  <a:txBody>
                    <a:bodyPr/>
                    <a:lstStyle/>
                    <a:p>
                      <a:pPr algn="ctr"/>
                      <a:r>
                        <a:rPr sz="700" b="0">
                          <a:solidFill>
                            <a:srgbClr val="000000"/>
                          </a:solidFill>
                          <a:latin typeface="思源黑体 CN Medium"/>
                        </a:rPr>
                        <a:t>暂停降息</a:t>
                      </a:r>
                    </a:p>
                  </a:txBody>
                  <a:tcPr marL="45720" marR="45720" marT="30000" marB="30000"/>
                </a:tc>
                <a:tc>
                  <a:txBody>
                    <a:bodyPr/>
                    <a:lstStyle/>
                    <a:p>
                      <a:pPr algn="ctr"/>
                      <a:r>
                        <a:rPr sz="700" b="0">
                          <a:solidFill>
                            <a:srgbClr val="000000"/>
                          </a:solidFill>
                          <a:latin typeface="思源黑体 CN Medium"/>
                        </a:rPr>
                        <a:t>2.75%</a:t>
                      </a:r>
                    </a:p>
                  </a:txBody>
                  <a:tcPr marL="45720" marR="45720" marT="30000" marB="30000"/>
                </a:tc>
                <a:tc>
                  <a:txBody>
                    <a:bodyPr/>
                    <a:lstStyle/>
                    <a:p>
                      <a:pPr algn="ctr"/>
                      <a:r>
                        <a:rPr sz="700" b="0">
                          <a:solidFill>
                            <a:srgbClr val="000000"/>
                          </a:solidFill>
                          <a:latin typeface="思源黑体 CN Medium"/>
                        </a:rPr>
                        <a:t>5月7日马央行维持隔夜政策利率OPR=2.75%； 强调将对通胀保持警惕，市场普遍预测到2027年之前不会有降息</a:t>
                      </a:r>
                    </a:p>
                  </a:txBody>
                  <a:tcPr marL="45720" marR="45720" marT="30000" marB="30000"/>
                </a:tc>
              </a:tr>
              <a:tr h="235889">
                <a:tc>
                  <a:txBody>
                    <a:bodyPr/>
                    <a:lstStyle/>
                    <a:p>
                      <a:pPr algn="l"/>
                      <a:r>
                        <a:rPr sz="700" b="1">
                          <a:solidFill>
                            <a:srgbClr val="000000"/>
                          </a:solidFill>
                          <a:latin typeface="思源黑体 CN Medium"/>
                        </a:rPr>
                        <a:t>东盟</a:t>
                      </a:r>
                    </a:p>
                  </a:txBody>
                  <a:tcPr marL="45720" marR="45720" marT="30000" marB="30000"/>
                </a:tc>
                <a:tc>
                  <a:txBody>
                    <a:bodyPr/>
                    <a:lstStyle/>
                    <a:p>
                      <a:pPr algn="ctr"/>
                      <a:r>
                        <a:rPr sz="700" b="0">
                          <a:solidFill>
                            <a:srgbClr val="000000"/>
                          </a:solidFill>
                          <a:latin typeface="思源黑体 CN Medium"/>
                        </a:rPr>
                        <a:t>印尼</a:t>
                      </a:r>
                    </a:p>
                  </a:txBody>
                  <a:tcPr marL="45720" marR="45720" marT="30000" marB="30000"/>
                </a:tc>
                <a:tc>
                  <a:txBody>
                    <a:bodyPr/>
                    <a:lstStyle/>
                    <a:p>
                      <a:pPr algn="ctr"/>
                      <a:r>
                        <a:rPr sz="700" b="0">
                          <a:solidFill>
                            <a:srgbClr val="000000"/>
                          </a:solidFill>
                          <a:latin typeface="思源黑体 CN Medium"/>
                        </a:rPr>
                        <a:t>加息</a:t>
                      </a:r>
                    </a:p>
                  </a:txBody>
                  <a:tcPr marL="45720" marR="45720" marT="30000" marB="30000"/>
                </a:tc>
                <a:tc>
                  <a:txBody>
                    <a:bodyPr/>
                    <a:lstStyle/>
                    <a:p>
                      <a:pPr algn="ctr"/>
                      <a:r>
                        <a:rPr sz="700" b="0">
                          <a:solidFill>
                            <a:srgbClr val="000000"/>
                          </a:solidFill>
                          <a:latin typeface="思源黑体 CN Medium"/>
                        </a:rPr>
                        <a:t>5.75%</a:t>
                      </a:r>
                    </a:p>
                  </a:txBody>
                  <a:tcPr marL="45720" marR="45720" marT="30000" marB="30000"/>
                </a:tc>
                <a:tc>
                  <a:txBody>
                    <a:bodyPr/>
                    <a:lstStyle/>
                    <a:p>
                      <a:pPr algn="ctr"/>
                      <a:r>
                        <a:rPr sz="700" b="0">
                          <a:solidFill>
                            <a:srgbClr val="000000"/>
                          </a:solidFill>
                          <a:latin typeface="思源黑体 CN Medium"/>
                        </a:rPr>
                        <a:t>5月20日+50bp至5.25%、6月9日+25bp至5.50%、6月18日+25bp至5.75%； 2025年4月来最高，累计+100bp</a:t>
                      </a:r>
                    </a:p>
                  </a:txBody>
                  <a:tcPr marL="45720" marR="45720" marT="30000" marB="30000"/>
                </a:tc>
              </a:tr>
              <a:tr h="235889">
                <a:tc>
                  <a:txBody>
                    <a:bodyPr/>
                    <a:lstStyle/>
                    <a:p>
                      <a:pPr algn="l"/>
                      <a:r>
                        <a:rPr sz="700" b="1">
                          <a:solidFill>
                            <a:srgbClr val="000000"/>
                          </a:solidFill>
                          <a:latin typeface="思源黑体 CN Medium"/>
                        </a:rPr>
                        <a:t>非洲</a:t>
                      </a:r>
                    </a:p>
                  </a:txBody>
                  <a:tcPr marL="45720" marR="45720" marT="30000" marB="30000"/>
                </a:tc>
                <a:tc>
                  <a:txBody>
                    <a:bodyPr/>
                    <a:lstStyle/>
                    <a:p>
                      <a:pPr algn="ctr"/>
                      <a:r>
                        <a:rPr sz="700" b="0">
                          <a:solidFill>
                            <a:srgbClr val="000000"/>
                          </a:solidFill>
                          <a:latin typeface="思源黑体 CN Medium"/>
                        </a:rPr>
                        <a:t>尼日利亚</a:t>
                      </a:r>
                    </a:p>
                  </a:txBody>
                  <a:tcPr marL="45720" marR="45720" marT="30000" marB="30000"/>
                </a:tc>
                <a:tc>
                  <a:txBody>
                    <a:bodyPr/>
                    <a:lstStyle/>
                    <a:p>
                      <a:pPr algn="ctr"/>
                      <a:r>
                        <a:rPr sz="700" b="0">
                          <a:solidFill>
                            <a:srgbClr val="000000"/>
                          </a:solidFill>
                          <a:latin typeface="思源黑体 CN Medium"/>
                        </a:rPr>
                        <a:t>暂停降息</a:t>
                      </a:r>
                    </a:p>
                  </a:txBody>
                  <a:tcPr marL="45720" marR="45720" marT="30000" marB="30000"/>
                </a:tc>
                <a:tc>
                  <a:txBody>
                    <a:bodyPr/>
                    <a:lstStyle/>
                    <a:p>
                      <a:pPr algn="ctr"/>
                      <a:r>
                        <a:rPr sz="700" b="0">
                          <a:solidFill>
                            <a:srgbClr val="000000"/>
                          </a:solidFill>
                          <a:latin typeface="思源黑体 CN Medium"/>
                        </a:rPr>
                        <a:t>26.50%</a:t>
                      </a:r>
                    </a:p>
                  </a:txBody>
                  <a:tcPr marL="45720" marR="45720" marT="30000" marB="30000"/>
                </a:tc>
                <a:tc>
                  <a:txBody>
                    <a:bodyPr/>
                    <a:lstStyle/>
                    <a:p>
                      <a:pPr algn="ctr"/>
                      <a:r>
                        <a:rPr sz="700" b="0">
                          <a:solidFill>
                            <a:srgbClr val="000000"/>
                          </a:solidFill>
                          <a:latin typeface="思源黑体 CN Medium"/>
                        </a:rPr>
                        <a:t>2月24日尼央行经长期紧缩后降息50bp至26.5%； 5月受持续通胀压力与维稳需求暂停降息、维持利率不变</a:t>
                      </a:r>
                    </a:p>
                  </a:txBody>
                  <a:tcPr marL="45720" marR="45720" marT="30000" marB="30000"/>
                </a:tc>
              </a:tr>
              <a:tr h="235889">
                <a:tc>
                  <a:txBody>
                    <a:bodyPr/>
                    <a:lstStyle/>
                    <a:p>
                      <a:pPr algn="l"/>
                      <a:r>
                        <a:rPr sz="700" b="1">
                          <a:solidFill>
                            <a:srgbClr val="000000"/>
                          </a:solidFill>
                          <a:latin typeface="思源黑体 CN Medium"/>
                        </a:rPr>
                        <a:t>非洲</a:t>
                      </a:r>
                    </a:p>
                  </a:txBody>
                  <a:tcPr marL="45720" marR="45720" marT="30000" marB="30000"/>
                </a:tc>
                <a:tc>
                  <a:txBody>
                    <a:bodyPr/>
                    <a:lstStyle/>
                    <a:p>
                      <a:pPr algn="ctr"/>
                      <a:r>
                        <a:rPr sz="700" b="0">
                          <a:solidFill>
                            <a:srgbClr val="000000"/>
                          </a:solidFill>
                          <a:latin typeface="思源黑体 CN Medium"/>
                        </a:rPr>
                        <a:t>南非</a:t>
                      </a:r>
                    </a:p>
                  </a:txBody>
                  <a:tcPr marL="45720" marR="45720" marT="30000" marB="30000"/>
                </a:tc>
                <a:tc>
                  <a:txBody>
                    <a:bodyPr/>
                    <a:lstStyle/>
                    <a:p>
                      <a:pPr algn="ctr"/>
                      <a:r>
                        <a:rPr sz="700" b="0">
                          <a:solidFill>
                            <a:srgbClr val="000000"/>
                          </a:solidFill>
                          <a:latin typeface="思源黑体 CN Medium"/>
                        </a:rPr>
                        <a:t>加息</a:t>
                      </a:r>
                    </a:p>
                  </a:txBody>
                  <a:tcPr marL="45720" marR="45720" marT="30000" marB="30000"/>
                </a:tc>
                <a:tc>
                  <a:txBody>
                    <a:bodyPr/>
                    <a:lstStyle/>
                    <a:p>
                      <a:pPr algn="ctr"/>
                      <a:r>
                        <a:rPr sz="700" b="0">
                          <a:solidFill>
                            <a:srgbClr val="000000"/>
                          </a:solidFill>
                          <a:latin typeface="思源黑体 CN Medium"/>
                        </a:rPr>
                        <a:t>7.00%</a:t>
                      </a:r>
                    </a:p>
                  </a:txBody>
                  <a:tcPr marL="45720" marR="45720" marT="30000" marB="30000"/>
                </a:tc>
                <a:tc>
                  <a:txBody>
                    <a:bodyPr/>
                    <a:lstStyle/>
                    <a:p>
                      <a:pPr algn="ctr"/>
                      <a:r>
                        <a:rPr sz="700" b="0">
                          <a:solidFill>
                            <a:srgbClr val="000000"/>
                          </a:solidFill>
                          <a:latin typeface="思源黑体 CN Medium"/>
                        </a:rPr>
                        <a:t>5月行长上调基准利率25bp至7.0%； 受能源通胀飙升影响放弃此前降息预期，货币政策从宽松转为加息收紧</a:t>
                      </a:r>
                    </a:p>
                  </a:txBody>
                  <a:tcPr marL="45720" marR="45720" marT="30000" marB="30000"/>
                </a:tc>
              </a:tr>
              <a:tr h="235889">
                <a:tc>
                  <a:txBody>
                    <a:bodyPr/>
                    <a:lstStyle/>
                    <a:p>
                      <a:pPr algn="l"/>
                      <a:r>
                        <a:rPr sz="700" b="1">
                          <a:solidFill>
                            <a:srgbClr val="000000"/>
                          </a:solidFill>
                          <a:latin typeface="思源黑体 CN Medium"/>
                        </a:rPr>
                        <a:t>非洲</a:t>
                      </a:r>
                    </a:p>
                  </a:txBody>
                  <a:tcPr marL="45720" marR="45720" marT="30000" marB="30000"/>
                </a:tc>
                <a:tc>
                  <a:txBody>
                    <a:bodyPr/>
                    <a:lstStyle/>
                    <a:p>
                      <a:pPr algn="ctr"/>
                      <a:r>
                        <a:rPr sz="700" b="0">
                          <a:solidFill>
                            <a:srgbClr val="000000"/>
                          </a:solidFill>
                          <a:latin typeface="思源黑体 CN Medium"/>
                        </a:rPr>
                        <a:t>埃及</a:t>
                      </a:r>
                    </a:p>
                  </a:txBody>
                  <a:tcPr marL="45720" marR="45720" marT="30000" marB="30000"/>
                </a:tc>
                <a:tc>
                  <a:txBody>
                    <a:bodyPr/>
                    <a:lstStyle/>
                    <a:p>
                      <a:pPr algn="ctr"/>
                      <a:r>
                        <a:rPr sz="700" b="0">
                          <a:solidFill>
                            <a:srgbClr val="000000"/>
                          </a:solidFill>
                          <a:latin typeface="思源黑体 CN Medium"/>
                        </a:rPr>
                        <a:t>暂停降息</a:t>
                      </a:r>
                    </a:p>
                  </a:txBody>
                  <a:tcPr marL="45720" marR="45720" marT="30000" marB="30000"/>
                </a:tc>
                <a:tc>
                  <a:txBody>
                    <a:bodyPr/>
                    <a:lstStyle/>
                    <a:p>
                      <a:pPr algn="ctr"/>
                      <a:r>
                        <a:rPr sz="700" b="0">
                          <a:solidFill>
                            <a:srgbClr val="000000"/>
                          </a:solidFill>
                          <a:latin typeface="思源黑体 CN Medium"/>
                        </a:rPr>
                        <a:t>19.00%</a:t>
                      </a:r>
                    </a:p>
                  </a:txBody>
                  <a:tcPr marL="45720" marR="45720" marT="30000" marB="30000"/>
                </a:tc>
                <a:tc>
                  <a:txBody>
                    <a:bodyPr/>
                    <a:lstStyle/>
                    <a:p>
                      <a:pPr algn="ctr"/>
                      <a:r>
                        <a:rPr sz="700" b="0">
                          <a:solidFill>
                            <a:srgbClr val="000000"/>
                          </a:solidFill>
                          <a:latin typeface="思源黑体 CN Medium"/>
                        </a:rPr>
                        <a:t>埃及央行5月维持基准利率19%不变，提及将根据通胀情况保持谨慎立场； 5月11日将能源冲击风险下的通胀展望由16%上调至17%</a:t>
                      </a:r>
                    </a:p>
                  </a:txBody>
                  <a:tcPr marL="45720" marR="45720" marT="30000" marB="30000"/>
                </a:tc>
              </a:tr>
              <a:tr h="235889">
                <a:tc>
                  <a:txBody>
                    <a:bodyPr/>
                    <a:lstStyle/>
                    <a:p>
                      <a:pPr algn="l"/>
                      <a:r>
                        <a:rPr sz="700" b="1">
                          <a:solidFill>
                            <a:srgbClr val="000000"/>
                          </a:solidFill>
                          <a:latin typeface="思源黑体 CN Medium"/>
                        </a:rPr>
                        <a:t>拉美</a:t>
                      </a:r>
                    </a:p>
                  </a:txBody>
                  <a:tcPr marL="45720" marR="45720" marT="30000" marB="30000"/>
                </a:tc>
                <a:tc>
                  <a:txBody>
                    <a:bodyPr/>
                    <a:lstStyle/>
                    <a:p>
                      <a:pPr algn="ctr"/>
                      <a:r>
                        <a:rPr sz="700" b="0">
                          <a:solidFill>
                            <a:srgbClr val="000000"/>
                          </a:solidFill>
                          <a:latin typeface="思源黑体 CN Medium"/>
                        </a:rPr>
                        <a:t>墨西哥</a:t>
                      </a:r>
                    </a:p>
                  </a:txBody>
                  <a:tcPr marL="45720" marR="45720" marT="30000" marB="30000"/>
                </a:tc>
                <a:tc>
                  <a:txBody>
                    <a:bodyPr/>
                    <a:lstStyle/>
                    <a:p>
                      <a:pPr algn="ctr"/>
                      <a:r>
                        <a:rPr sz="700" b="0">
                          <a:solidFill>
                            <a:srgbClr val="000000"/>
                          </a:solidFill>
                          <a:latin typeface="思源黑体 CN Medium"/>
                        </a:rPr>
                        <a:t>暂停降息</a:t>
                      </a:r>
                    </a:p>
                  </a:txBody>
                  <a:tcPr marL="45720" marR="45720" marT="30000" marB="30000"/>
                </a:tc>
                <a:tc>
                  <a:txBody>
                    <a:bodyPr/>
                    <a:lstStyle/>
                    <a:p>
                      <a:pPr algn="ctr"/>
                      <a:r>
                        <a:rPr sz="700" b="0">
                          <a:solidFill>
                            <a:srgbClr val="000000"/>
                          </a:solidFill>
                          <a:latin typeface="思源黑体 CN Medium"/>
                        </a:rPr>
                        <a:t>6.50%</a:t>
                      </a:r>
                    </a:p>
                  </a:txBody>
                  <a:tcPr marL="45720" marR="45720" marT="30000" marB="30000"/>
                </a:tc>
                <a:tc>
                  <a:txBody>
                    <a:bodyPr/>
                    <a:lstStyle/>
                    <a:p>
                      <a:pPr algn="ctr"/>
                      <a:r>
                        <a:rPr sz="700" b="0">
                          <a:solidFill>
                            <a:srgbClr val="000000"/>
                          </a:solidFill>
                          <a:latin typeface="思源黑体 CN Medium"/>
                        </a:rPr>
                        <a:t>墨西哥央行5月7日降息25bp至6.50%，为2022年4月来最低； 并暗示宽松周期或已结束、转向观望</a:t>
                      </a:r>
                    </a:p>
                  </a:txBody>
                  <a:tcPr marL="45720" marR="45720" marT="30000" marB="30000"/>
                </a:tc>
              </a:tr>
              <a:tr h="235889">
                <a:tc>
                  <a:txBody>
                    <a:bodyPr/>
                    <a:lstStyle/>
                    <a:p>
                      <a:pPr algn="l"/>
                      <a:r>
                        <a:rPr sz="700" b="1">
                          <a:solidFill>
                            <a:srgbClr val="000000"/>
                          </a:solidFill>
                          <a:latin typeface="思源黑体 CN Medium"/>
                        </a:rPr>
                        <a:t>拉美</a:t>
                      </a:r>
                    </a:p>
                  </a:txBody>
                  <a:tcPr marL="45720" marR="45720" marT="30000" marB="30000"/>
                </a:tc>
                <a:tc>
                  <a:txBody>
                    <a:bodyPr/>
                    <a:lstStyle/>
                    <a:p>
                      <a:pPr algn="ctr"/>
                      <a:r>
                        <a:rPr sz="700" b="0">
                          <a:solidFill>
                            <a:srgbClr val="000000"/>
                          </a:solidFill>
                          <a:latin typeface="思源黑体 CN Medium"/>
                        </a:rPr>
                        <a:t>巴西</a:t>
                      </a:r>
                    </a:p>
                  </a:txBody>
                  <a:tcPr marL="45720" marR="45720" marT="30000" marB="30000"/>
                </a:tc>
                <a:tc>
                  <a:txBody>
                    <a:bodyPr/>
                    <a:lstStyle/>
                    <a:p>
                      <a:pPr algn="ctr"/>
                      <a:r>
                        <a:rPr sz="700" b="0">
                          <a:solidFill>
                            <a:srgbClr val="000000"/>
                          </a:solidFill>
                          <a:latin typeface="思源黑体 CN Medium"/>
                        </a:rPr>
                        <a:t>降息</a:t>
                      </a:r>
                    </a:p>
                  </a:txBody>
                  <a:tcPr marL="45720" marR="45720" marT="30000" marB="30000"/>
                </a:tc>
                <a:tc>
                  <a:txBody>
                    <a:bodyPr/>
                    <a:lstStyle/>
                    <a:p>
                      <a:pPr algn="ctr"/>
                      <a:r>
                        <a:rPr sz="700" b="0">
                          <a:solidFill>
                            <a:srgbClr val="000000"/>
                          </a:solidFill>
                          <a:latin typeface="思源黑体 CN Medium"/>
                        </a:rPr>
                        <a:t>14.25%</a:t>
                      </a:r>
                    </a:p>
                  </a:txBody>
                  <a:tcPr marL="45720" marR="45720" marT="30000" marB="30000"/>
                </a:tc>
                <a:tc>
                  <a:txBody>
                    <a:bodyPr/>
                    <a:lstStyle/>
                    <a:p>
                      <a:pPr algn="ctr"/>
                      <a:r>
                        <a:rPr sz="700" b="0">
                          <a:solidFill>
                            <a:srgbClr val="000000"/>
                          </a:solidFill>
                          <a:latin typeface="思源黑体 CN Medium"/>
                        </a:rPr>
                        <a:t>巴西央行6月17日降息25bp至14.25%(连续第三次降息)； 因中东冲突通胀风险，降息谨慎</a:t>
                      </a:r>
                    </a:p>
                  </a:txBody>
                  <a:tcPr marL="45720" marR="45720" marT="30000" marB="30000"/>
                </a:tc>
              </a:tr>
              <a:tr h="235889">
                <a:tc>
                  <a:txBody>
                    <a:bodyPr/>
                    <a:lstStyle/>
                    <a:p>
                      <a:pPr algn="l"/>
                      <a:r>
                        <a:rPr sz="700" b="1">
                          <a:solidFill>
                            <a:srgbClr val="000000"/>
                          </a:solidFill>
                          <a:latin typeface="思源黑体 CN Medium"/>
                        </a:rPr>
                        <a:t>其他</a:t>
                      </a:r>
                    </a:p>
                  </a:txBody>
                  <a:tcPr marL="45720" marR="45720" marT="30000" marB="30000"/>
                </a:tc>
                <a:tc>
                  <a:txBody>
                    <a:bodyPr/>
                    <a:lstStyle/>
                    <a:p>
                      <a:pPr algn="ctr"/>
                      <a:r>
                        <a:rPr sz="700" b="0">
                          <a:solidFill>
                            <a:srgbClr val="000000"/>
                          </a:solidFill>
                          <a:latin typeface="思源黑体 CN Medium"/>
                        </a:rPr>
                        <a:t>印度</a:t>
                      </a:r>
                    </a:p>
                  </a:txBody>
                  <a:tcPr marL="45720" marR="45720" marT="30000" marB="30000"/>
                </a:tc>
                <a:tc>
                  <a:txBody>
                    <a:bodyPr/>
                    <a:lstStyle/>
                    <a:p>
                      <a:pPr algn="ctr"/>
                      <a:r>
                        <a:rPr sz="700" b="0">
                          <a:solidFill>
                            <a:srgbClr val="000000"/>
                          </a:solidFill>
                          <a:latin typeface="思源黑体 CN Medium"/>
                        </a:rPr>
                        <a:t>暂停降息</a:t>
                      </a:r>
                    </a:p>
                  </a:txBody>
                  <a:tcPr marL="45720" marR="45720" marT="30000" marB="30000"/>
                </a:tc>
                <a:tc>
                  <a:txBody>
                    <a:bodyPr/>
                    <a:lstStyle/>
                    <a:p>
                      <a:pPr algn="ctr"/>
                      <a:r>
                        <a:rPr sz="700" b="0">
                          <a:solidFill>
                            <a:srgbClr val="000000"/>
                          </a:solidFill>
                          <a:latin typeface="思源黑体 CN Medium"/>
                        </a:rPr>
                        <a:t>5.25%</a:t>
                      </a:r>
                    </a:p>
                  </a:txBody>
                  <a:tcPr marL="45720" marR="45720" marT="30000" marB="30000"/>
                </a:tc>
                <a:tc>
                  <a:txBody>
                    <a:bodyPr/>
                    <a:lstStyle/>
                    <a:p>
                      <a:pPr algn="ctr"/>
                      <a:r>
                        <a:rPr sz="700" b="0">
                          <a:solidFill>
                            <a:srgbClr val="000000"/>
                          </a:solidFill>
                          <a:latin typeface="思源黑体 CN Medium"/>
                        </a:rPr>
                        <a:t>印度央行6月MPC维持回购利率5.25%不变； 行长Malhotra将FY27 CPI预测上调至5.1%(核心4.7%)、GDP下调至6.6%</a:t>
                      </a:r>
                    </a:p>
                  </a:txBody>
                  <a:tcPr marL="45720" marR="45720" marT="30000" marB="30000"/>
                </a:tc>
              </a:tr>
              <a:tr h="235891">
                <a:tc>
                  <a:txBody>
                    <a:bodyPr/>
                    <a:lstStyle/>
                    <a:p>
                      <a:pPr algn="l"/>
                      <a:r>
                        <a:rPr sz="700" b="1">
                          <a:solidFill>
                            <a:srgbClr val="000000"/>
                          </a:solidFill>
                          <a:latin typeface="思源黑体 CN Medium"/>
                        </a:rPr>
                        <a:t>其他</a:t>
                      </a:r>
                    </a:p>
                  </a:txBody>
                  <a:tcPr marL="45720" marR="45720" marT="30000" marB="30000"/>
                </a:tc>
                <a:tc>
                  <a:txBody>
                    <a:bodyPr/>
                    <a:lstStyle/>
                    <a:p>
                      <a:pPr algn="ctr"/>
                      <a:r>
                        <a:rPr sz="700" b="0">
                          <a:solidFill>
                            <a:srgbClr val="000000"/>
                          </a:solidFill>
                          <a:latin typeface="思源黑体 CN Medium"/>
                        </a:rPr>
                        <a:t>澳大利亚</a:t>
                      </a:r>
                    </a:p>
                  </a:txBody>
                  <a:tcPr marL="45720" marR="45720" marT="30000" marB="30000"/>
                </a:tc>
                <a:tc>
                  <a:txBody>
                    <a:bodyPr/>
                    <a:lstStyle/>
                    <a:p>
                      <a:pPr algn="ctr"/>
                      <a:r>
                        <a:rPr sz="700" b="0">
                          <a:solidFill>
                            <a:srgbClr val="000000"/>
                          </a:solidFill>
                          <a:latin typeface="思源黑体 CN Medium"/>
                        </a:rPr>
                        <a:t>加息</a:t>
                      </a:r>
                    </a:p>
                  </a:txBody>
                  <a:tcPr marL="45720" marR="45720" marT="30000" marB="30000"/>
                </a:tc>
                <a:tc>
                  <a:txBody>
                    <a:bodyPr/>
                    <a:lstStyle/>
                    <a:p>
                      <a:pPr algn="ctr"/>
                      <a:r>
                        <a:rPr sz="700" b="0">
                          <a:solidFill>
                            <a:srgbClr val="000000"/>
                          </a:solidFill>
                          <a:latin typeface="思源黑体 CN Medium"/>
                        </a:rPr>
                        <a:t>4.35%</a:t>
                      </a:r>
                    </a:p>
                  </a:txBody>
                  <a:tcPr marL="45720" marR="45720" marT="30000" marB="30000"/>
                </a:tc>
                <a:tc>
                  <a:txBody>
                    <a:bodyPr/>
                    <a:lstStyle/>
                    <a:p>
                      <a:pPr algn="ctr"/>
                      <a:r>
                        <a:rPr sz="700" b="0">
                          <a:solidFill>
                            <a:srgbClr val="000000"/>
                          </a:solidFill>
                          <a:latin typeface="思源黑体 CN Medium"/>
                        </a:rPr>
                        <a:t>澳洲联储(RBA)2、3、5月连续三次加息至4.35%； 6月16日维持4.35%(称效果仍在传导)</a:t>
                      </a:r>
                    </a:p>
                  </a:txBody>
                  <a:tcPr marL="45720" marR="45720" marT="30000" marB="30000"/>
                </a:tc>
              </a:tr>
            </a:tbl>
          </a:graphicData>
        </a:graphic>
      </p:graphicFrame>
    </p:spTree>
  </p:cSld>
  <p:clrMapOvr>
    <a:masterClrMapping/>
  </p:clrMapOvr>
</p:sld>
</file>

<file path=ppt/slides/slide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B0D4B1AA-628B-436D-9399-0C9165052072}"/>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41</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C21B77A5-3BEC-4582-B41C-B3F0F3125CC8}"/>
              </a:ext>
            </a:extLst>
          </p:cNvPr>
          <p:cNvSpPr txBox="1"/>
          <p:nvPr/>
        </p:nvSpPr>
        <p:spPr>
          <a:xfrm>
            <a:off x="424070" y="1363926"/>
            <a:ext cx="10947402" cy="36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欧洲央行2023年以来首次加息。</a:t>
            </a:r>
          </a:p>
        </p:txBody>
      </p:sp>
      <p:sp>
        <p:nvSpPr>
          <p:cNvPr id="9" name="标题 8">
            <a:extLst>
              <a:ext uri="{FF2B5EF4-FFF2-40B4-BE49-F238E27FC236}">
                <a16:creationId xmlns:a16="http://schemas.microsoft.com/office/drawing/2014/main" id="{B78A8A39-E1D4-452F-8011-3CCF2FC851D7}"/>
              </a:ext>
            </a:extLst>
          </p:cNvPr>
          <p:cNvSpPr>
            <a:spLocks noGrp="1"/>
          </p:cNvSpPr>
          <p:nvPr>
            <p:ph type="title"/>
          </p:nvPr>
        </p:nvSpPr>
        <p:spPr/>
        <p:txBody>
          <a:bodyPr wrap="square">
            <a:normAutofit/>
          </a:bodyPr>
          <a:lstStyle/>
          <a:p>
            <a:pPr/>
            <a:r>
              <a:rPr sz="1850" b="0">
                <a:solidFill>
                  <a:srgbClr val="353160"/>
                </a:solidFill>
                <a:latin typeface="思源黑体 CN Normal"/>
              </a:rPr>
              <a:t>外资-海外货币政策转向：关注7-8月的非农就业数据，尤其是世界杯后半段对非农就业的拉动可能减弱，关注加息预期可能会阶段性后移</a:t>
            </a:r>
          </a:p>
        </p:txBody>
      </p:sp>
      <p:graphicFrame>
        <p:nvGraphicFramePr>
          <p:cNvPr id="10" name="source_docx_chart"/>
          <p:cNvGraphicFramePr>
            <a:graphicFrameLocks noGrp="1"/>
          </p:cNvGraphicFramePr>
          <p:nvPr/>
        </p:nvGraphicFramePr>
        <p:xfrm>
          <a:off x="609600" y="3235959"/>
          <a:ext cx="5436400" cy="2954191"/>
        </p:xfrm>
        <a:graphic>
          <a:graphicData uri="http://schemas.openxmlformats.org/drawingml/2006/chart">
            <c:chart xmlns:c="http://schemas.openxmlformats.org/drawingml/2006/chart" r:id="rId2"/>
          </a:graphicData>
        </a:graphic>
      </p:graphicFrame>
      <p:graphicFrame>
        <p:nvGraphicFramePr>
          <p:cNvPr id="11" name="source_docx_chart"/>
          <p:cNvGraphicFramePr>
            <a:graphicFrameLocks noGrp="1"/>
          </p:cNvGraphicFramePr>
          <p:nvPr/>
        </p:nvGraphicFramePr>
        <p:xfrm>
          <a:off x="6146000" y="3235959"/>
          <a:ext cx="5436400" cy="2954191"/>
        </p:xfrm>
        <a:graphic>
          <a:graphicData uri="http://schemas.openxmlformats.org/drawingml/2006/chart">
            <c:chart xmlns:c="http://schemas.openxmlformats.org/drawingml/2006/chart" r:id="rId3"/>
          </a:graphicData>
        </a:graphic>
      </p:graphicFrame>
    </p:spTree>
  </p:cSld>
  <p:clrMapOvr>
    <a:masterClrMapping/>
  </p:clrMapOvr>
</p:sld>
</file>

<file path=ppt/slides/slide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28F624D7-1C6F-4286-BE64-F44D450ED25A}"/>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42</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4B5ACFCF-1641-420E-99BA-5BF85797F64E}"/>
              </a:ext>
            </a:extLst>
          </p:cNvPr>
          <p:cNvSpPr txBox="1"/>
          <p:nvPr/>
        </p:nvSpPr>
        <p:spPr>
          <a:xfrm>
            <a:off x="424070" y="1363926"/>
            <a:ext cx="10947402" cy="36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如果一旦低于预期， 可能会在情绪层面会阶段性对港股海外流动性形成支撑。</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1153C71E-6F72-47E0-BB98-6DC3ED82CA5F}"/>
              </a:ext>
            </a:extLst>
          </p:cNvPr>
          <p:cNvSpPr>
            <a:spLocks noGrp="1"/>
          </p:cNvSpPr>
          <p:nvPr>
            <p:ph type="title"/>
          </p:nvPr>
        </p:nvSpPr>
        <p:spPr/>
        <p:txBody>
          <a:bodyPr wrap="square">
            <a:normAutofit/>
          </a:bodyPr>
          <a:lstStyle/>
          <a:p>
            <a:pPr/>
            <a:r>
              <a:rPr sz="1850" b="0">
                <a:solidFill>
                  <a:srgbClr val="353160"/>
                </a:solidFill>
                <a:latin typeface="思源黑体 CN Normal"/>
              </a:rPr>
              <a:t>外资-海外货币政策转向：关注7-8月的非农就业数据，尤其是世界杯后半段对非农就业的拉动可能减弱，关注加息预期可能会阶段性后移</a:t>
            </a:r>
          </a:p>
        </p:txBody>
      </p:sp>
      <p:sp>
        <p:nvSpPr>
          <p:cNvPr id="5" name="文本框 4">
            <a:extLst>
              <a:ext uri="{FF2B5EF4-FFF2-40B4-BE49-F238E27FC236}">
                <a16:creationId xmlns:a16="http://schemas.microsoft.com/office/drawing/2014/main" id="{94063335-291A-4C57-B014-B4954D1C9AEE}"/>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2222852"/>
          <a:ext cx="10972800" cy="3967298"/>
        </p:xfrm>
        <a:graphic>
          <a:graphicData uri="http://schemas.openxmlformats.org/drawingml/2006/chart">
            <c:chart xmlns:c="http://schemas.openxmlformats.org/drawingml/2006/chart" r:id="rId2"/>
          </a:graphicData>
        </a:graphic>
      </p:graphicFrame>
    </p:spTree>
  </p:cSld>
  <p:clrMapOvr>
    <a:masterClrMapping/>
  </p:clrMapOvr>
</p:sld>
</file>

<file path=ppt/slides/slide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5ACF9F2F-61F8-4CA1-B211-6285CB751867}"/>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43</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F577E65C-43A5-4374-B9EB-D2710848C87A}"/>
              </a:ext>
            </a:extLst>
          </p:cNvPr>
          <p:cNvSpPr txBox="1"/>
          <p:nvPr/>
        </p:nvSpPr>
        <p:spPr>
          <a:xfrm>
            <a:off x="424070" y="1363926"/>
            <a:ext cx="10947402" cy="49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（2）根据美联储官网的半年度货币政策报告，在沃什领导下的美联储，可能会使用剔除“部分异常价格波动影响”的通胀数据，如果考虑截尾均值或者是中位数的通胀数据，可能较难立刻加息。</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135F90F0-D3E9-4A54-B3A5-E16085DC2A9E}"/>
              </a:ext>
            </a:extLst>
          </p:cNvPr>
          <p:cNvSpPr>
            <a:spLocks noGrp="1"/>
          </p:cNvSpPr>
          <p:nvPr>
            <p:ph type="title"/>
          </p:nvPr>
        </p:nvSpPr>
        <p:spPr/>
        <p:txBody>
          <a:bodyPr wrap="square">
            <a:normAutofit/>
          </a:bodyPr>
          <a:lstStyle/>
          <a:p>
            <a:pPr/>
            <a:r>
              <a:rPr sz="1850" b="0">
                <a:solidFill>
                  <a:srgbClr val="353160"/>
                </a:solidFill>
                <a:latin typeface="思源黑体 CN Normal"/>
              </a:rPr>
              <a:t>外资-海外货币政策转向：关注7-8月的非农就业数据，尤其是世界杯后半段对非农就业的拉动可能减弱，关注加息预期可能会阶段性后移</a:t>
            </a:r>
          </a:p>
        </p:txBody>
      </p:sp>
      <p:sp>
        <p:nvSpPr>
          <p:cNvPr id="5" name="文本框 4">
            <a:extLst>
              <a:ext uri="{FF2B5EF4-FFF2-40B4-BE49-F238E27FC236}">
                <a16:creationId xmlns:a16="http://schemas.microsoft.com/office/drawing/2014/main" id="{F4172965-0719-4456-A898-454E29C0E5F5}"/>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资料来源：Bloomberg，广发证券发展研究中心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1943926"/>
          <a:ext cx="10972800" cy="4246224"/>
        </p:xfrm>
        <a:graphic>
          <a:graphicData uri="http://schemas.openxmlformats.org/drawingml/2006/chart">
            <c:chart xmlns:c="http://schemas.openxmlformats.org/drawingml/2006/chart" r:id="rId2"/>
          </a:graphicData>
        </a:graphic>
      </p:graphicFrame>
    </p:spTree>
  </p:cSld>
  <p:clrMapOvr>
    <a:masterClrMapping/>
  </p:clrMapOvr>
</p:sld>
</file>

<file path=ppt/slides/slide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03B86C57-D102-454A-8F79-FCA2877B9443}"/>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44</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E4628624-C712-4725-A3EC-D25C6D97B2D8}"/>
              </a:ext>
            </a:extLst>
          </p:cNvPr>
          <p:cNvSpPr txBox="1"/>
          <p:nvPr/>
        </p:nvSpPr>
        <p:spPr>
          <a:xfrm>
            <a:off x="424070" y="1363926"/>
            <a:ext cx="10947402" cy="9577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（1）如果美联储步入加息周期，美元指数出现大幅走强：港股可能要相较于A股，面临更大的海外流动性收紧的压力。</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a:p>
            <a:r>
              <a:rPr sz="1400" b="0">
                <a:solidFill>
                  <a:srgbClr val="353160"/>
                </a:solidFill>
                <a:latin typeface="Source Han Sans CN Medium"/>
              </a:rPr>
              <a:t>（2）如果美联储重启降息，美元指数走弱：港股基本面必须要企稳才可能会出现持续性反转行情，如果仅有流动性改善，恒科可能仅有阶段性反弹行情，考虑到当前恒科上方亏损盘较多，一旦缩量反弹到压力区，极易冲高回落。</a:t>
            </a:r>
          </a:p>
          <a:p>
            <a:r>
              <a:rPr sz="1400" b="0">
                <a:solidFill>
                  <a:srgbClr val="353160"/>
                </a:solidFill>
                <a:latin typeface="Source Han Sans CN Medium"/>
              </a:rPr>
              <a:t>此外，如果再度出现外卖补贴战或者是被上游大幅侵蚀利润，外资可能也较难大幅回流港股。</a:t>
            </a:r>
          </a:p>
        </p:txBody>
      </p:sp>
      <p:sp>
        <p:nvSpPr>
          <p:cNvPr id="9" name="标题 8">
            <a:extLst>
              <a:ext uri="{FF2B5EF4-FFF2-40B4-BE49-F238E27FC236}">
                <a16:creationId xmlns:a16="http://schemas.microsoft.com/office/drawing/2014/main" id="{578736C8-7220-4F52-AEE9-76118C02F668}"/>
              </a:ext>
            </a:extLst>
          </p:cNvPr>
          <p:cNvSpPr>
            <a:spLocks noGrp="1"/>
          </p:cNvSpPr>
          <p:nvPr>
            <p:ph type="title"/>
          </p:nvPr>
        </p:nvSpPr>
        <p:spPr/>
        <p:txBody>
          <a:bodyPr wrap="square">
            <a:normAutofit/>
          </a:bodyPr>
          <a:lstStyle/>
          <a:p>
            <a:pPr/>
            <a:r>
              <a:rPr sz="3200" b="0">
                <a:solidFill>
                  <a:srgbClr val="353160"/>
                </a:solidFill>
                <a:latin typeface="思源黑体 CN Normal"/>
              </a:rPr>
              <a:t>A股占优还是港股占优？</a:t>
            </a:r>
          </a:p>
        </p:txBody>
      </p:sp>
      <p:sp>
        <p:nvSpPr>
          <p:cNvPr id="5" name="文本框 4">
            <a:extLst>
              <a:ext uri="{FF2B5EF4-FFF2-40B4-BE49-F238E27FC236}">
                <a16:creationId xmlns:a16="http://schemas.microsoft.com/office/drawing/2014/main" id="{387BFA5D-66A6-41B3-BA7A-CA0E8B519808}"/>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spTree>
  </p:cSld>
  <p:clrMapOvr>
    <a:masterClrMapping/>
  </p:clrMapOvr>
</p:sld>
</file>

<file path=ppt/slides/slide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22DDBB30-3124-43F9-99E0-1D232A5BF1DD}"/>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45</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D97AA7FF-8E0F-458B-99AA-6CC7BC81141A}"/>
              </a:ext>
            </a:extLst>
          </p:cNvPr>
          <p:cNvSpPr txBox="1"/>
          <p:nvPr/>
        </p:nvSpPr>
        <p:spPr>
          <a:xfrm>
            <a:off x="424070" y="1363926"/>
            <a:ext cx="10947402" cy="49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》中详细说明，一方面是美元指数走弱的驱动源必须是“美联储主动宽松”，而不能是欧洲经济超预期，或者是美国自身衰退/危机导致美元指数被动走弱。</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7957C5E7-4E70-4A4A-9DF8-1E0F49360B15}"/>
              </a:ext>
            </a:extLst>
          </p:cNvPr>
          <p:cNvSpPr>
            <a:spLocks noGrp="1"/>
          </p:cNvSpPr>
          <p:nvPr>
            <p:ph type="title"/>
          </p:nvPr>
        </p:nvSpPr>
        <p:spPr/>
        <p:txBody>
          <a:bodyPr wrap="square">
            <a:normAutofit/>
          </a:bodyPr>
          <a:lstStyle/>
          <a:p>
            <a:pPr/>
            <a:r>
              <a:rPr sz="3200" b="0">
                <a:solidFill>
                  <a:srgbClr val="353160"/>
                </a:solidFill>
                <a:latin typeface="思源黑体 CN Normal"/>
              </a:rPr>
              <a:t>A股占优还是港股占优？</a:t>
            </a:r>
          </a:p>
        </p:txBody>
      </p:sp>
      <p:sp>
        <p:nvSpPr>
          <p:cNvPr id="5" name="文本框 4">
            <a:extLst>
              <a:ext uri="{FF2B5EF4-FFF2-40B4-BE49-F238E27FC236}">
                <a16:creationId xmlns:a16="http://schemas.microsoft.com/office/drawing/2014/main" id="{A1279484-A71C-4127-83C4-277C642FAA8C}"/>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1943926"/>
          <a:ext cx="5436400" cy="4246224"/>
        </p:xfrm>
        <a:graphic>
          <a:graphicData uri="http://schemas.openxmlformats.org/drawingml/2006/chart">
            <c:chart xmlns:c="http://schemas.openxmlformats.org/drawingml/2006/chart" r:id="rId2"/>
          </a:graphicData>
        </a:graphic>
      </p:graphicFrame>
      <p:graphicFrame>
        <p:nvGraphicFramePr>
          <p:cNvPr id="11" name="source_docx_chart"/>
          <p:cNvGraphicFramePr>
            <a:graphicFrameLocks noGrp="1"/>
          </p:cNvGraphicFramePr>
          <p:nvPr/>
        </p:nvGraphicFramePr>
        <p:xfrm>
          <a:off x="6146000" y="1943926"/>
          <a:ext cx="5436400" cy="4246224"/>
        </p:xfrm>
        <a:graphic>
          <a:graphicData uri="http://schemas.openxmlformats.org/drawingml/2006/chart">
            <c:chart xmlns:c="http://schemas.openxmlformats.org/drawingml/2006/chart" r:id="rId3"/>
          </a:graphicData>
        </a:graphic>
      </p:graphicFrame>
    </p:spTree>
  </p:cSld>
  <p:clrMapOvr>
    <a:masterClrMapping/>
  </p:clrMapOvr>
</p:sld>
</file>

<file path=ppt/slides/slide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91A338F1-B44D-4F88-BFE7-C64C65DB73EE}"/>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46</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EDE67947-F6E9-49A2-823F-E8BA36A603AD}"/>
              </a:ext>
            </a:extLst>
          </p:cNvPr>
          <p:cNvSpPr txBox="1"/>
          <p:nvPr/>
        </p:nvSpPr>
        <p:spPr>
          <a:xfrm>
            <a:off x="424070" y="1363926"/>
            <a:ext cx="10947402" cy="49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但是，需要注意的是，虽然加息后移可能会利好海外流动性，但是，标普500软件和恒科的走势最近一年基本一致，如果AI上游硬件表现持续超预期， AI下游软件可能会继续施压。</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0380E624-5A45-4991-BF71-D7FF176CB406}"/>
              </a:ext>
            </a:extLst>
          </p:cNvPr>
          <p:cNvSpPr>
            <a:spLocks noGrp="1"/>
          </p:cNvSpPr>
          <p:nvPr>
            <p:ph type="title"/>
          </p:nvPr>
        </p:nvSpPr>
        <p:spPr/>
        <p:txBody>
          <a:bodyPr wrap="square">
            <a:normAutofit/>
          </a:bodyPr>
          <a:lstStyle/>
          <a:p>
            <a:pPr/>
            <a:r>
              <a:rPr sz="2550" b="0">
                <a:solidFill>
                  <a:srgbClr val="353160"/>
                </a:solidFill>
                <a:latin typeface="思源黑体 CN Normal"/>
              </a:rPr>
              <a:t>港股下半年机会可能主要是超跌反弹带来的阶段性行情，难以形成持续性反转行情</a:t>
            </a:r>
          </a:p>
        </p:txBody>
      </p:sp>
      <p:sp>
        <p:nvSpPr>
          <p:cNvPr id="5" name="文本框 4">
            <a:extLst>
              <a:ext uri="{FF2B5EF4-FFF2-40B4-BE49-F238E27FC236}">
                <a16:creationId xmlns:a16="http://schemas.microsoft.com/office/drawing/2014/main" id="{6B2A796F-8E84-44A6-9223-3E1DC03A3DC5}"/>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2280062"/>
          <a:ext cx="10972800" cy="3910088"/>
        </p:xfrm>
        <a:graphic>
          <a:graphicData uri="http://schemas.openxmlformats.org/drawingml/2006/chart">
            <c:chart xmlns:c="http://schemas.openxmlformats.org/drawingml/2006/chart" r:id="rId2"/>
          </a:graphicData>
        </a:graphic>
      </p:graphicFrame>
    </p:spTree>
  </p:cSld>
  <p:clrMapOvr>
    <a:masterClrMapping/>
  </p:clrMapOvr>
</p:sld>
</file>

<file path=ppt/slides/slide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12D883AD-5827-4A5B-904F-CC328931CB47}"/>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47</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F0B57D08-14D2-43EB-B74B-F8D220338BA0}"/>
              </a:ext>
            </a:extLst>
          </p:cNvPr>
          <p:cNvSpPr txBox="1"/>
          <p:nvPr/>
        </p:nvSpPr>
        <p:spPr>
          <a:xfrm>
            <a:off x="424070" y="1363926"/>
            <a:ext cx="10947402" cy="9577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（2）解禁潮在7月中旬后阶段性缓解，解禁日通常股价阶段性见底。</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a:p>
            <a:r>
              <a:rPr sz="1400" b="0">
                <a:solidFill>
                  <a:srgbClr val="353160"/>
                </a:solidFill>
                <a:latin typeface="Source Han Sans CN Medium"/>
              </a:rPr>
              <a:t>我们复盘了历史上前十大规模的解禁个股，无论解禁行业是科技还是消费，无论行情牛熊，限售股解禁可能更多是情绪面的冲击：。</a:t>
            </a:r>
          </a:p>
          <a:p>
            <a:r>
              <a:rPr sz="1400" b="0">
                <a:solidFill>
                  <a:srgbClr val="353160"/>
                </a:solidFill>
                <a:latin typeface="Source Han Sans CN Medium"/>
              </a:rPr>
              <a:t>如果解禁高峰能够过去，可能意味着阶段性利空出尽的机会。</a:t>
            </a:r>
          </a:p>
        </p:txBody>
      </p:sp>
      <p:sp>
        <p:nvSpPr>
          <p:cNvPr id="9" name="标题 8">
            <a:extLst>
              <a:ext uri="{FF2B5EF4-FFF2-40B4-BE49-F238E27FC236}">
                <a16:creationId xmlns:a16="http://schemas.microsoft.com/office/drawing/2014/main" id="{771134F7-3C1E-4861-898F-58AF0AB2AA97}"/>
              </a:ext>
            </a:extLst>
          </p:cNvPr>
          <p:cNvSpPr>
            <a:spLocks noGrp="1"/>
          </p:cNvSpPr>
          <p:nvPr>
            <p:ph type="title"/>
          </p:nvPr>
        </p:nvSpPr>
        <p:spPr/>
        <p:txBody>
          <a:bodyPr wrap="square">
            <a:normAutofit/>
          </a:bodyPr>
          <a:lstStyle/>
          <a:p>
            <a:pPr/>
            <a:r>
              <a:rPr sz="2550" b="0">
                <a:solidFill>
                  <a:srgbClr val="353160"/>
                </a:solidFill>
                <a:latin typeface="思源黑体 CN Normal"/>
              </a:rPr>
              <a:t>港股下半年机会可能主要是超跌反弹带来的阶段性行情，难以形成持续性反转行情</a:t>
            </a:r>
          </a:p>
        </p:txBody>
      </p:sp>
      <p:sp>
        <p:nvSpPr>
          <p:cNvPr id="5" name="文本框 4">
            <a:extLst>
              <a:ext uri="{FF2B5EF4-FFF2-40B4-BE49-F238E27FC236}">
                <a16:creationId xmlns:a16="http://schemas.microsoft.com/office/drawing/2014/main" id="{8FBC1F7B-4EBE-43CC-BFD4-96D1DCA1412A}"/>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spTree>
  </p:cSld>
  <p:clrMapOvr>
    <a:masterClrMapping/>
  </p:clrMapOvr>
</p:sld>
</file>

<file path=ppt/slides/slide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2831CB90-8AC9-4D09-A40C-0BBC771FFE5C}"/>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48</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CB66B4CA-60BE-403A-8F11-E15DB40DE65A}"/>
              </a:ext>
            </a:extLst>
          </p:cNvPr>
          <p:cNvSpPr txBox="1"/>
          <p:nvPr/>
        </p:nvSpPr>
        <p:spPr>
          <a:xfrm>
            <a:off x="424070" y="1363926"/>
            <a:ext cx="10947402" cy="36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宁德时代解禁。</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00251BF9-D4F7-4977-AE86-75C955B885DF}"/>
              </a:ext>
            </a:extLst>
          </p:cNvPr>
          <p:cNvSpPr>
            <a:spLocks noGrp="1"/>
          </p:cNvSpPr>
          <p:nvPr>
            <p:ph type="title"/>
          </p:nvPr>
        </p:nvSpPr>
        <p:spPr/>
        <p:txBody>
          <a:bodyPr wrap="square">
            <a:normAutofit/>
          </a:bodyPr>
          <a:lstStyle/>
          <a:p>
            <a:pPr/>
            <a:r>
              <a:rPr sz="2550" b="0">
                <a:solidFill>
                  <a:srgbClr val="353160"/>
                </a:solidFill>
                <a:latin typeface="思源黑体 CN Normal"/>
              </a:rPr>
              <a:t>港股下半年机会可能主要是超跌反弹带来的阶段性行情，难以形成持续性反转行情</a:t>
            </a:r>
          </a:p>
        </p:txBody>
      </p:sp>
      <p:sp>
        <p:nvSpPr>
          <p:cNvPr id="5" name="文本框 4">
            <a:extLst>
              <a:ext uri="{FF2B5EF4-FFF2-40B4-BE49-F238E27FC236}">
                <a16:creationId xmlns:a16="http://schemas.microsoft.com/office/drawing/2014/main" id="{58105EDA-3CCD-4EE8-86E7-118D592B6F5D}"/>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2321626"/>
          <a:ext cx="5436400" cy="3868524"/>
        </p:xfrm>
        <a:graphic>
          <a:graphicData uri="http://schemas.openxmlformats.org/drawingml/2006/chart">
            <c:chart xmlns:c="http://schemas.openxmlformats.org/drawingml/2006/chart" r:id="rId2"/>
          </a:graphicData>
        </a:graphic>
      </p:graphicFrame>
      <p:graphicFrame>
        <p:nvGraphicFramePr>
          <p:cNvPr id="11" name="source_docx_chart"/>
          <p:cNvGraphicFramePr>
            <a:graphicFrameLocks noGrp="1"/>
          </p:cNvGraphicFramePr>
          <p:nvPr/>
        </p:nvGraphicFramePr>
        <p:xfrm>
          <a:off x="6146000" y="2321626"/>
          <a:ext cx="5436400" cy="3868524"/>
        </p:xfrm>
        <a:graphic>
          <a:graphicData uri="http://schemas.openxmlformats.org/drawingml/2006/chart">
            <c:chart xmlns:c="http://schemas.openxmlformats.org/drawingml/2006/chart" r:id="rId3"/>
          </a:graphicData>
        </a:graphic>
      </p:graphicFrame>
    </p:spTree>
  </p:cSld>
  <p:clrMapOvr>
    <a:masterClrMapping/>
  </p:clrMapOvr>
</p:sld>
</file>

<file path=ppt/slides/slide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85F00937-4788-4502-B110-92A3756B7CC4}"/>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49</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5FF28A66-9BFB-4DDE-AECF-ECC96673A379}"/>
              </a:ext>
            </a:extLst>
          </p:cNvPr>
          <p:cNvSpPr txBox="1"/>
          <p:nvPr/>
        </p:nvSpPr>
        <p:spPr>
          <a:xfrm>
            <a:off x="424070" y="1363926"/>
            <a:ext cx="10947402" cy="36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广义财政占名义GDP比重与支出增速。</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F8CEEF61-58C0-4B23-BC20-2D33674195F2}"/>
              </a:ext>
            </a:extLst>
          </p:cNvPr>
          <p:cNvSpPr>
            <a:spLocks noGrp="1"/>
          </p:cNvSpPr>
          <p:nvPr>
            <p:ph type="title"/>
          </p:nvPr>
        </p:nvSpPr>
        <p:spPr/>
        <p:txBody>
          <a:bodyPr wrap="square">
            <a:normAutofit/>
          </a:bodyPr>
          <a:lstStyle/>
          <a:p>
            <a:pPr/>
            <a:r>
              <a:rPr sz="2550" b="0">
                <a:solidFill>
                  <a:srgbClr val="353160"/>
                </a:solidFill>
                <a:latin typeface="思源黑体 CN Normal"/>
              </a:rPr>
              <a:t>港股下半年机会可能主要是超跌反弹带来的阶段性行情，难以形成持续性反转行情</a:t>
            </a:r>
          </a:p>
        </p:txBody>
      </p:sp>
      <p:sp>
        <p:nvSpPr>
          <p:cNvPr id="5" name="文本框 4">
            <a:extLst>
              <a:ext uri="{FF2B5EF4-FFF2-40B4-BE49-F238E27FC236}">
                <a16:creationId xmlns:a16="http://schemas.microsoft.com/office/drawing/2014/main" id="{F365DE66-1B83-492F-B2EF-B7B074A80BD9}"/>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pic>
        <p:nvPicPr>
          <p:cNvPr id="10" name="source_docx_image" descr="007_7b5aa1997e37_image15.emf"/>
          <p:cNvPicPr>
            <a:picLocks noChangeAspect="1"/>
          </p:cNvPicPr>
          <p:nvPr/>
        </p:nvPicPr>
        <p:blipFill>
          <a:blip r:embed="rId2"/>
          <a:stretch>
            <a:fillRect/>
          </a:stretch>
        </p:blipFill>
        <p:spPr>
          <a:xfrm>
            <a:off x="990393" y="1813926"/>
            <a:ext cx="4674814" cy="4376224"/>
          </a:xfrm>
          <a:prstGeom prst="rect">
            <a:avLst/>
          </a:prstGeom>
        </p:spPr>
      </p:pic>
      <p:pic>
        <p:nvPicPr>
          <p:cNvPr id="11" name="source_docx_image" descr="008_2ef14fb1425d_image16.emf"/>
          <p:cNvPicPr>
            <a:picLocks noChangeAspect="1"/>
          </p:cNvPicPr>
          <p:nvPr/>
        </p:nvPicPr>
        <p:blipFill>
          <a:blip r:embed="rId3"/>
          <a:stretch>
            <a:fillRect/>
          </a:stretch>
        </p:blipFill>
        <p:spPr>
          <a:xfrm>
            <a:off x="6526793" y="1813926"/>
            <a:ext cx="4674814" cy="4376224"/>
          </a:xfrm>
          <a:prstGeom prst="rect">
            <a:avLst/>
          </a:prstGeom>
        </p:spPr>
      </p:pic>
    </p:spTree>
  </p:cSld>
  <p:clrMapOvr>
    <a:masterClrMapping/>
  </p:clrMapOvr>
</p:sld>
</file>

<file path=ppt/slides/slide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359498AC-C7CA-4717-B54D-3968CF7889AB}"/>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50</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A90C03AF-2D56-4B11-B2F6-58CD7650BBC3}"/>
              </a:ext>
            </a:extLst>
          </p:cNvPr>
          <p:cNvSpPr txBox="1"/>
          <p:nvPr/>
        </p:nvSpPr>
        <p:spPr>
          <a:xfrm>
            <a:off x="424070" y="1363926"/>
            <a:ext cx="10947402" cy="36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收入端温和修复：同比由负转正。</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3142FF28-1248-43E7-A6A7-57167C0010FD}"/>
              </a:ext>
            </a:extLst>
          </p:cNvPr>
          <p:cNvSpPr>
            <a:spLocks noGrp="1"/>
          </p:cNvSpPr>
          <p:nvPr>
            <p:ph type="title"/>
          </p:nvPr>
        </p:nvSpPr>
        <p:spPr/>
        <p:txBody>
          <a:bodyPr wrap="square">
            <a:normAutofit/>
          </a:bodyPr>
          <a:lstStyle/>
          <a:p>
            <a:pPr/>
            <a:r>
              <a:rPr sz="2550" b="0">
                <a:solidFill>
                  <a:srgbClr val="353160"/>
                </a:solidFill>
                <a:latin typeface="思源黑体 CN Normal"/>
              </a:rPr>
              <a:t>港股下半年机会可能主要是超跌反弹带来的阶段性行情，难以形成持续性反转行情</a:t>
            </a:r>
          </a:p>
        </p:txBody>
      </p:sp>
      <p:sp>
        <p:nvSpPr>
          <p:cNvPr id="5" name="文本框 4">
            <a:extLst>
              <a:ext uri="{FF2B5EF4-FFF2-40B4-BE49-F238E27FC236}">
                <a16:creationId xmlns:a16="http://schemas.microsoft.com/office/drawing/2014/main" id="{B2077FB1-4983-42DB-A601-28F8F70C5E5C}"/>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pic>
        <p:nvPicPr>
          <p:cNvPr id="10" name="source_docx_image" descr="009_ee90d471555b_image17.emf"/>
          <p:cNvPicPr>
            <a:picLocks noChangeAspect="1"/>
          </p:cNvPicPr>
          <p:nvPr/>
        </p:nvPicPr>
        <p:blipFill>
          <a:blip r:embed="rId2"/>
          <a:stretch>
            <a:fillRect/>
          </a:stretch>
        </p:blipFill>
        <p:spPr>
          <a:xfrm>
            <a:off x="1210147" y="2447541"/>
            <a:ext cx="4235306" cy="3742608"/>
          </a:xfrm>
          <a:prstGeom prst="rect">
            <a:avLst/>
          </a:prstGeom>
        </p:spPr>
      </p:pic>
      <p:pic>
        <p:nvPicPr>
          <p:cNvPr id="11" name="source_docx_image" descr="010_e5c699649bab_image18.emf"/>
          <p:cNvPicPr>
            <a:picLocks noChangeAspect="1"/>
          </p:cNvPicPr>
          <p:nvPr/>
        </p:nvPicPr>
        <p:blipFill>
          <a:blip r:embed="rId3"/>
          <a:stretch>
            <a:fillRect/>
          </a:stretch>
        </p:blipFill>
        <p:spPr>
          <a:xfrm>
            <a:off x="6883933" y="2447541"/>
            <a:ext cx="3960533" cy="3742608"/>
          </a:xfrm>
          <a:prstGeom prst="rect">
            <a:avLst/>
          </a:prstGeom>
        </p:spPr>
      </p:pic>
    </p:spTree>
  </p:cSld>
  <p:clrMapOvr>
    <a:masterClrMapping/>
  </p:clrMapOvr>
</p:sld>
</file>

<file path=ppt/slides/slide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FC4DC273-176D-46B8-9608-75A3CF6663E6}"/>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51</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ED7678B9-B9E6-45EA-9827-C263BD4E451C}"/>
              </a:ext>
            </a:extLst>
          </p:cNvPr>
          <p:cNvSpPr txBox="1"/>
          <p:nvPr/>
        </p:nvSpPr>
        <p:spPr>
          <a:xfrm>
            <a:off x="424070" y="1363926"/>
            <a:ext cx="10947402" cy="49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从基本面看，港股市场具有显著的中国资产属性，内资企业市值占比超过七成，其营收与利润与中国内地经济周期深度绑定，恒生指数与恒生科技指数的中长期走势与中国制造业PMI高度相关。</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E08FCD62-8C99-430A-96CF-4E075BD42638}"/>
              </a:ext>
            </a:extLst>
          </p:cNvPr>
          <p:cNvSpPr>
            <a:spLocks noGrp="1"/>
          </p:cNvSpPr>
          <p:nvPr>
            <p:ph type="title"/>
          </p:nvPr>
        </p:nvSpPr>
        <p:spPr/>
        <p:txBody>
          <a:bodyPr wrap="square">
            <a:normAutofit/>
          </a:bodyPr>
          <a:lstStyle/>
          <a:p>
            <a:pPr/>
            <a:r>
              <a:rPr sz="2550" b="0">
                <a:solidFill>
                  <a:srgbClr val="353160"/>
                </a:solidFill>
                <a:latin typeface="思源黑体 CN Normal"/>
              </a:rPr>
              <a:t>港股下半年机会可能主要是超跌反弹带来的阶段性行情，难以形成持续性反转行情</a:t>
            </a:r>
          </a:p>
        </p:txBody>
      </p:sp>
      <p:sp>
        <p:nvSpPr>
          <p:cNvPr id="5" name="文本框 4">
            <a:extLst>
              <a:ext uri="{FF2B5EF4-FFF2-40B4-BE49-F238E27FC236}">
                <a16:creationId xmlns:a16="http://schemas.microsoft.com/office/drawing/2014/main" id="{D0213E87-43A5-4DC9-9538-68FDF9BCC7D4}"/>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2080544"/>
          <a:ext cx="5436400" cy="4109606"/>
        </p:xfrm>
        <a:graphic>
          <a:graphicData uri="http://schemas.openxmlformats.org/drawingml/2006/chart">
            <c:chart xmlns:c="http://schemas.openxmlformats.org/drawingml/2006/chart" r:id="rId2"/>
          </a:graphicData>
        </a:graphic>
      </p:graphicFrame>
      <p:graphicFrame>
        <p:nvGraphicFramePr>
          <p:cNvPr id="11" name="source_docx_chart"/>
          <p:cNvGraphicFramePr>
            <a:graphicFrameLocks noGrp="1"/>
          </p:cNvGraphicFramePr>
          <p:nvPr/>
        </p:nvGraphicFramePr>
        <p:xfrm>
          <a:off x="6146000" y="2080544"/>
          <a:ext cx="5436400" cy="4109606"/>
        </p:xfrm>
        <a:graphic>
          <a:graphicData uri="http://schemas.openxmlformats.org/drawingml/2006/chart">
            <c:chart xmlns:c="http://schemas.openxmlformats.org/drawingml/2006/chart" r:id="rId3"/>
          </a:graphicData>
        </a:graphic>
      </p:graphicFrame>
    </p:spTree>
  </p:cSld>
  <p:clrMapOvr>
    <a:masterClrMapping/>
  </p:clrMapOvr>
</p:sld>
</file>

<file path=ppt/slides/slide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855C27A7-A9F0-4AB7-85D8-BE5F33E767A6}"/>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52</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AC36DBA3-885B-47FF-9AA2-EAF8E1894D64}"/>
              </a:ext>
            </a:extLst>
          </p:cNvPr>
          <p:cNvSpPr txBox="1"/>
          <p:nvPr/>
        </p:nvSpPr>
        <p:spPr>
          <a:xfrm>
            <a:off x="424070" y="1363926"/>
            <a:ext cx="10947402" cy="1225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（1）当前做空比例处于高位，做空成交占比高位不意味着港股会上涨/下跌，但是一旦流动性或者基本面好转，港股就容易产生逼空行情，上涨可能会较快。</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a:p>
            <a:r>
              <a:rPr sz="1400" b="0">
                <a:solidFill>
                  <a:srgbClr val="353160"/>
                </a:solidFill>
                <a:latin typeface="Source Han Sans CN Medium"/>
              </a:rPr>
              <a:t>港股基本面必须要企稳才可能会出现持续性反转行情，如果仅有流动性改善，恒科可能仅有阶段性反弹行情，考虑到当前恒科上方亏损盘较多（截至7月4日，恒科筹码获利比例5.18%，筹码平均成本在5382点），一旦缩量反弹到压力区，极易冲高回落。</a:t>
            </a:r>
          </a:p>
        </p:txBody>
      </p:sp>
      <p:sp>
        <p:nvSpPr>
          <p:cNvPr id="9" name="标题 8">
            <a:extLst>
              <a:ext uri="{FF2B5EF4-FFF2-40B4-BE49-F238E27FC236}">
                <a16:creationId xmlns:a16="http://schemas.microsoft.com/office/drawing/2014/main" id="{532F1FAE-3483-48D2-8400-CAE1608DB754}"/>
              </a:ext>
            </a:extLst>
          </p:cNvPr>
          <p:cNvSpPr>
            <a:spLocks noGrp="1"/>
          </p:cNvSpPr>
          <p:nvPr>
            <p:ph type="title"/>
          </p:nvPr>
        </p:nvSpPr>
        <p:spPr/>
        <p:txBody>
          <a:bodyPr wrap="square">
            <a:normAutofit/>
          </a:bodyPr>
          <a:lstStyle/>
          <a:p>
            <a:pPr/>
            <a:r>
              <a:rPr sz="2550" b="0">
                <a:solidFill>
                  <a:srgbClr val="353160"/>
                </a:solidFill>
                <a:latin typeface="思源黑体 CN Normal"/>
              </a:rPr>
              <a:t>港股下半年机会可能主要是超跌反弹带来的阶段性行情，难以形成持续性反转行情</a:t>
            </a:r>
          </a:p>
        </p:txBody>
      </p:sp>
      <p:sp>
        <p:nvSpPr>
          <p:cNvPr id="5" name="文本框 4">
            <a:extLst>
              <a:ext uri="{FF2B5EF4-FFF2-40B4-BE49-F238E27FC236}">
                <a16:creationId xmlns:a16="http://schemas.microsoft.com/office/drawing/2014/main" id="{BBF3CA9A-0E2C-47CD-A2AC-DCCCBB5F4270}"/>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2678926"/>
          <a:ext cx="5436400" cy="3511224"/>
        </p:xfrm>
        <a:graphic>
          <a:graphicData uri="http://schemas.openxmlformats.org/drawingml/2006/chart">
            <c:chart xmlns:c="http://schemas.openxmlformats.org/drawingml/2006/chart" r:id="rId2"/>
          </a:graphicData>
        </a:graphic>
      </p:graphicFrame>
      <p:pic>
        <p:nvPicPr>
          <p:cNvPr id="11" name="source_docx_image" descr="011_888b8026f33e_image19.png"/>
          <p:cNvPicPr>
            <a:picLocks noChangeAspect="1"/>
          </p:cNvPicPr>
          <p:nvPr/>
        </p:nvPicPr>
        <p:blipFill>
          <a:blip r:embed="rId3"/>
          <a:stretch>
            <a:fillRect/>
          </a:stretch>
        </p:blipFill>
        <p:spPr>
          <a:xfrm>
            <a:off x="6146000" y="2930682"/>
            <a:ext cx="5436400" cy="3007712"/>
          </a:xfrm>
          <a:prstGeom prst="rect">
            <a:avLst/>
          </a:prstGeom>
        </p:spPr>
      </p:pic>
    </p:spTree>
  </p:cSld>
  <p:clrMapOvr>
    <a:masterClrMapping/>
  </p:clrMapOvr>
</p:sld>
</file>

<file path=ppt/slides/slide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8" name="文本框 7"/>
          <p:cNvSpPr txBox="1"/>
          <p:nvPr/>
        </p:nvSpPr>
        <p:spPr>
          <a:xfrm>
            <a:off x="8665029" y="3733800"/>
            <a:ext cx="2830285" cy="2862322"/>
          </a:xfrm>
          <a:prstGeom prst="rect">
            <a:avLst/>
          </a:prstGeom>
          <a:noFill/>
        </p:spPr>
        <p:txBody>
          <a:bodyPr wrap="square" rtlCol="0">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sz="18000" b="0">
                <a:solidFill>
                  <a:srgbClr val="353160"/>
                </a:solidFill>
                <a:latin typeface="Source Han Sans CN Light"/>
              </a:rPr>
              <a:t>03</a:t>
            </a:r>
            <a:endParaRPr kumimoji="1" lang="zh-CN" altLang="en-US" sz="18000" b="0" i="0" u="none" strike="noStrike" kern="1200" cap="none" spc="0" normalizeH="0" baseline="0" noProof="0" dirty="0">
              <a:ln>
                <a:noFill/>
              </a:ln>
              <a:solidFill>
                <a:srgbClr val="353160"/>
              </a:solidFill>
              <a:effectLst/>
              <a:uLnTx/>
              <a:uFillTx/>
              <a:latin typeface="Source Han Sans CN Light" panose="020B0800000000000000" pitchFamily="34" charset="-128"/>
              <a:ea typeface="Source Han Sans CN Light" panose="020B0800000000000000" pitchFamily="34" charset="-128"/>
              <a:cs typeface="+mn-cs"/>
            </a:endParaRPr>
          </a:p>
        </p:txBody>
      </p:sp>
      <p:sp>
        <p:nvSpPr>
          <p:cNvPr id="6" name="标题 3">
            <a:extLst>
              <a:ext uri="{FF2B5EF4-FFF2-40B4-BE49-F238E27FC236}">
                <a16:creationId xmlns:a16="http://schemas.microsoft.com/office/drawing/2014/main" id="{D09ECDB3-0308-4D31-92C0-5E0D0C77D150}"/>
              </a:ext>
            </a:extLst>
          </p:cNvPr>
          <p:cNvSpPr>
            <a:spLocks noGrp="1"/>
          </p:cNvSpPr>
          <p:nvPr>
            <p:ph type="title"/>
          </p:nvPr>
        </p:nvSpPr>
        <p:spPr>
          <a:xfrm>
            <a:off x="1260566" y="1736726"/>
            <a:ext cx="10047514" cy="799645"/>
          </a:xfrm>
        </p:spPr>
        <p:txBody>
          <a:bodyPr wrap="square">
            <a:normAutofit/>
          </a:bodyPr>
          <a:lstStyle/>
          <a:p>
            <a:pPr>
              <a:lnSpc>
                <a:spcPct val="100000"/>
              </a:lnSpc>
            </a:pPr>
            <a:r>
              <a:rPr sz="4000" b="1">
                <a:solidFill>
                  <a:srgbClr val="353160"/>
                </a:solidFill>
                <a:latin typeface="Source Han Sans CN Regular"/>
              </a:rPr>
              <a:t>大类资产走势复盘与研判</a:t>
            </a:r>
          </a:p>
        </p:txBody>
      </p:sp>
    </p:spTree>
  </p:cSld>
  <p:clrMapOvr>
    <a:masterClrMapping/>
  </p:clrMapOvr>
</p:sld>
</file>

<file path=ppt/slides/slide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F5E892BF-8E12-48D5-8EBE-3994E3C87A98}"/>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54</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F6F69F66-930B-4DB1-81F0-28521F2C6C96}"/>
              </a:ext>
            </a:extLst>
          </p:cNvPr>
          <p:cNvSpPr txBox="1"/>
          <p:nvPr/>
        </p:nvSpPr>
        <p:spPr>
          <a:xfrm>
            <a:off x="424070" y="1363926"/>
            <a:ext cx="10947402" cy="36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日本半导体出货额。</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A49DA24C-6E9A-497C-9F32-13A690F7B53D}"/>
              </a:ext>
            </a:extLst>
          </p:cNvPr>
          <p:cNvSpPr>
            <a:spLocks noGrp="1"/>
          </p:cNvSpPr>
          <p:nvPr>
            <p:ph type="title"/>
          </p:nvPr>
        </p:nvSpPr>
        <p:spPr/>
        <p:txBody>
          <a:bodyPr wrap="square">
            <a:normAutofit/>
          </a:bodyPr>
          <a:lstStyle/>
          <a:p>
            <a:pPr/>
            <a:r>
              <a:rPr sz="3200" b="0">
                <a:solidFill>
                  <a:srgbClr val="353160"/>
                </a:solidFill>
                <a:latin typeface="思源黑体 CN Normal"/>
              </a:rPr>
              <a:t>权益资产</a:t>
            </a:r>
          </a:p>
        </p:txBody>
      </p:sp>
      <p:sp>
        <p:nvSpPr>
          <p:cNvPr id="5" name="文本框 4">
            <a:extLst>
              <a:ext uri="{FF2B5EF4-FFF2-40B4-BE49-F238E27FC236}">
                <a16:creationId xmlns:a16="http://schemas.microsoft.com/office/drawing/2014/main" id="{C03108AD-0E39-4747-8CE1-9D67812152B8}"/>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1813926"/>
          <a:ext cx="5436400" cy="4376224"/>
        </p:xfrm>
        <a:graphic>
          <a:graphicData uri="http://schemas.openxmlformats.org/drawingml/2006/chart">
            <c:chart xmlns:c="http://schemas.openxmlformats.org/drawingml/2006/chart" r:id="rId2"/>
          </a:graphicData>
        </a:graphic>
      </p:graphicFrame>
      <p:graphicFrame>
        <p:nvGraphicFramePr>
          <p:cNvPr id="11" name="source_docx_chart"/>
          <p:cNvGraphicFramePr>
            <a:graphicFrameLocks noGrp="1"/>
          </p:cNvGraphicFramePr>
          <p:nvPr/>
        </p:nvGraphicFramePr>
        <p:xfrm>
          <a:off x="6146000" y="1813926"/>
          <a:ext cx="5436400" cy="4376224"/>
        </p:xfrm>
        <a:graphic>
          <a:graphicData uri="http://schemas.openxmlformats.org/drawingml/2006/chart">
            <c:chart xmlns:c="http://schemas.openxmlformats.org/drawingml/2006/chart" r:id="rId3"/>
          </a:graphicData>
        </a:graphic>
      </p:graphicFrame>
    </p:spTree>
  </p:cSld>
  <p:clrMapOvr>
    <a:masterClrMapping/>
  </p:clrMapOvr>
</p:sld>
</file>

<file path=ppt/slides/slide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5F40E4EE-C15D-4389-8F81-7919DB8BDA60}"/>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55</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C1C3EAB9-4154-4CBD-9A0C-8434C13251D1}"/>
              </a:ext>
            </a:extLst>
          </p:cNvPr>
          <p:cNvSpPr txBox="1"/>
          <p:nvPr/>
        </p:nvSpPr>
        <p:spPr>
          <a:xfrm>
            <a:off x="424070" y="1363926"/>
            <a:ext cx="10947402" cy="36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26年一季报：各行业基本面位置（综合收入利润、库存周期、产能周期、资产周转率、ROE）。</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EAB0E864-F370-400F-B4BC-226E15DF4C00}"/>
              </a:ext>
            </a:extLst>
          </p:cNvPr>
          <p:cNvSpPr>
            <a:spLocks noGrp="1"/>
          </p:cNvSpPr>
          <p:nvPr>
            <p:ph type="title"/>
          </p:nvPr>
        </p:nvSpPr>
        <p:spPr/>
        <p:txBody>
          <a:bodyPr wrap="square">
            <a:normAutofit/>
          </a:bodyPr>
          <a:lstStyle/>
          <a:p>
            <a:pPr/>
            <a:r>
              <a:rPr sz="3200" b="0">
                <a:solidFill>
                  <a:srgbClr val="353160"/>
                </a:solidFill>
                <a:latin typeface="思源黑体 CN Normal"/>
              </a:rPr>
              <a:t>权益资产</a:t>
            </a:r>
          </a:p>
        </p:txBody>
      </p:sp>
      <p:sp>
        <p:nvSpPr>
          <p:cNvPr id="5" name="文本框 4">
            <a:extLst>
              <a:ext uri="{FF2B5EF4-FFF2-40B4-BE49-F238E27FC236}">
                <a16:creationId xmlns:a16="http://schemas.microsoft.com/office/drawing/2014/main" id="{C8D2239E-6B09-4B06-9B94-754CFABA0178}"/>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pic>
        <p:nvPicPr>
          <p:cNvPr id="10" name="source_docx_image" descr="012_e9483b788337_image20.png"/>
          <p:cNvPicPr>
            <a:picLocks noChangeAspect="1"/>
          </p:cNvPicPr>
          <p:nvPr/>
        </p:nvPicPr>
        <p:blipFill>
          <a:blip r:embed="rId2"/>
          <a:stretch>
            <a:fillRect/>
          </a:stretch>
        </p:blipFill>
        <p:spPr>
          <a:xfrm>
            <a:off x="2130206" y="2540646"/>
            <a:ext cx="7931588" cy="3649504"/>
          </a:xfrm>
          <a:prstGeom prst="rect">
            <a:avLst/>
          </a:prstGeom>
        </p:spPr>
      </p:pic>
    </p:spTree>
  </p:cSld>
  <p:clrMapOvr>
    <a:masterClrMapping/>
  </p:clrMapOvr>
</p:sld>
</file>

<file path=ppt/slides/slide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173612CA-8894-4E75-A9C9-EA2A9D945F2D}"/>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56</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CCF24537-BA57-4E8D-A44F-AFC4CFC0892E}"/>
              </a:ext>
            </a:extLst>
          </p:cNvPr>
          <p:cNvSpPr txBox="1"/>
          <p:nvPr/>
        </p:nvSpPr>
        <p:spPr>
          <a:xfrm>
            <a:off x="424070" y="1363926"/>
            <a:ext cx="10947402" cy="36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东京证交所股价指数年度股利情况。</a:t>
            </a:r>
          </a:p>
        </p:txBody>
      </p:sp>
      <p:sp>
        <p:nvSpPr>
          <p:cNvPr id="9" name="标题 8">
            <a:extLst>
              <a:ext uri="{FF2B5EF4-FFF2-40B4-BE49-F238E27FC236}">
                <a16:creationId xmlns:a16="http://schemas.microsoft.com/office/drawing/2014/main" id="{CB52869C-3F56-4670-A1DD-2480162F60D8}"/>
              </a:ext>
            </a:extLst>
          </p:cNvPr>
          <p:cNvSpPr>
            <a:spLocks noGrp="1"/>
          </p:cNvSpPr>
          <p:nvPr>
            <p:ph type="title"/>
          </p:nvPr>
        </p:nvSpPr>
        <p:spPr/>
        <p:txBody>
          <a:bodyPr wrap="square">
            <a:normAutofit/>
          </a:bodyPr>
          <a:lstStyle/>
          <a:p>
            <a:pPr/>
            <a:r>
              <a:rPr sz="3200" b="0">
                <a:solidFill>
                  <a:srgbClr val="353160"/>
                </a:solidFill>
                <a:latin typeface="思源黑体 CN Normal"/>
              </a:rPr>
              <a:t>权益资产</a:t>
            </a:r>
          </a:p>
        </p:txBody>
      </p:sp>
      <p:graphicFrame>
        <p:nvGraphicFramePr>
          <p:cNvPr id="10" name="source_docx_chart"/>
          <p:cNvGraphicFramePr>
            <a:graphicFrameLocks noGrp="1"/>
          </p:cNvGraphicFramePr>
          <p:nvPr/>
        </p:nvGraphicFramePr>
        <p:xfrm>
          <a:off x="609600" y="3235959"/>
          <a:ext cx="5436400" cy="2954191"/>
        </p:xfrm>
        <a:graphic>
          <a:graphicData uri="http://schemas.openxmlformats.org/drawingml/2006/chart">
            <c:chart xmlns:c="http://schemas.openxmlformats.org/drawingml/2006/chart" r:id="rId2"/>
          </a:graphicData>
        </a:graphic>
      </p:graphicFrame>
      <p:graphicFrame>
        <p:nvGraphicFramePr>
          <p:cNvPr id="11" name="source_docx_chart"/>
          <p:cNvGraphicFramePr>
            <a:graphicFrameLocks noGrp="1"/>
          </p:cNvGraphicFramePr>
          <p:nvPr/>
        </p:nvGraphicFramePr>
        <p:xfrm>
          <a:off x="6146000" y="3235959"/>
          <a:ext cx="5436400" cy="2954191"/>
        </p:xfrm>
        <a:graphic>
          <a:graphicData uri="http://schemas.openxmlformats.org/drawingml/2006/chart">
            <c:chart xmlns:c="http://schemas.openxmlformats.org/drawingml/2006/chart" r:id="rId3"/>
          </a:graphicData>
        </a:graphic>
      </p:graphicFrame>
    </p:spTree>
  </p:cSld>
  <p:clrMapOvr>
    <a:masterClrMapping/>
  </p:clrMapOvr>
</p:sld>
</file>

<file path=ppt/slides/slide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89ACF5A6-C8E6-45A0-B118-3754C23F95B4}"/>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57</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2F6D899F-C3B6-48BD-B8DB-921A68CBCAFD}"/>
              </a:ext>
            </a:extLst>
          </p:cNvPr>
          <p:cNvSpPr txBox="1"/>
          <p:nvPr/>
        </p:nvSpPr>
        <p:spPr>
          <a:xfrm>
            <a:off x="424070" y="1363926"/>
            <a:ext cx="10947402" cy="98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港股当前的定价逻辑已彻底转向流动性驱动，盈利端难见起色。</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a:p>
            <a:r>
              <a:rPr sz="1400" b="0">
                <a:solidFill>
                  <a:srgbClr val="353160"/>
                </a:solidFill>
                <a:latin typeface="Source Han Sans CN Medium"/>
              </a:rPr>
              <a:t>市场正承受着限售解禁、海外货币政策转向与南向资金流入边际放缓构成的压力，尽管三季度有望迎来喘息之机，但这三大掣肘难以根本性消退，意味着趋势性机会匮乏，仅存在类似上半年的、较难捕捉的波段行情。</a:t>
            </a:r>
          </a:p>
        </p:txBody>
      </p:sp>
      <p:sp>
        <p:nvSpPr>
          <p:cNvPr id="9" name="标题 8">
            <a:extLst>
              <a:ext uri="{FF2B5EF4-FFF2-40B4-BE49-F238E27FC236}">
                <a16:creationId xmlns:a16="http://schemas.microsoft.com/office/drawing/2014/main" id="{5D071F7A-6AA3-4795-9B69-D2F56F7012B5}"/>
              </a:ext>
            </a:extLst>
          </p:cNvPr>
          <p:cNvSpPr>
            <a:spLocks noGrp="1"/>
          </p:cNvSpPr>
          <p:nvPr>
            <p:ph type="title"/>
          </p:nvPr>
        </p:nvSpPr>
        <p:spPr/>
        <p:txBody>
          <a:bodyPr wrap="square">
            <a:normAutofit/>
          </a:bodyPr>
          <a:lstStyle/>
          <a:p>
            <a:pPr/>
            <a:r>
              <a:rPr sz="3200" b="0">
                <a:solidFill>
                  <a:srgbClr val="353160"/>
                </a:solidFill>
                <a:latin typeface="思源黑体 CN Normal"/>
              </a:rPr>
              <a:t>权益资产</a:t>
            </a:r>
          </a:p>
        </p:txBody>
      </p:sp>
      <p:sp>
        <p:nvSpPr>
          <p:cNvPr id="5" name="文本框 4">
            <a:extLst>
              <a:ext uri="{FF2B5EF4-FFF2-40B4-BE49-F238E27FC236}">
                <a16:creationId xmlns:a16="http://schemas.microsoft.com/office/drawing/2014/main" id="{43E91941-022A-48E5-8BE4-9534339C9554}"/>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2433926"/>
          <a:ext cx="5436400" cy="3756224"/>
        </p:xfrm>
        <a:graphic>
          <a:graphicData uri="http://schemas.openxmlformats.org/drawingml/2006/chart">
            <c:chart xmlns:c="http://schemas.openxmlformats.org/drawingml/2006/chart" r:id="rId2"/>
          </a:graphicData>
        </a:graphic>
      </p:graphicFrame>
      <p:graphicFrame>
        <p:nvGraphicFramePr>
          <p:cNvPr id="11" name="source_docx_chart"/>
          <p:cNvGraphicFramePr>
            <a:graphicFrameLocks noGrp="1"/>
          </p:cNvGraphicFramePr>
          <p:nvPr/>
        </p:nvGraphicFramePr>
        <p:xfrm>
          <a:off x="6146000" y="2433926"/>
          <a:ext cx="5436400" cy="3756224"/>
        </p:xfrm>
        <a:graphic>
          <a:graphicData uri="http://schemas.openxmlformats.org/drawingml/2006/chart">
            <c:chart xmlns:c="http://schemas.openxmlformats.org/drawingml/2006/chart" r:id="rId3"/>
          </a:graphicData>
        </a:graphic>
      </p:graphicFrame>
    </p:spTree>
  </p:cSld>
  <p:clrMapOvr>
    <a:masterClrMapping/>
  </p:clrMapOvr>
</p:sld>
</file>

<file path=ppt/slides/slide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F25A62A8-9D8B-4AD7-ADB4-16AE0BC4FBBF}"/>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58</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B594CD42-AA2B-4F13-B937-7D34767A0361}"/>
              </a:ext>
            </a:extLst>
          </p:cNvPr>
          <p:cNvSpPr txBox="1"/>
          <p:nvPr/>
        </p:nvSpPr>
        <p:spPr>
          <a:xfrm>
            <a:off x="424070" y="1363926"/>
            <a:ext cx="10947402" cy="36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年初以来AI股指和大盘股指走势分化。</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8398A68D-B012-4929-9ADF-2FFD0D0CDAA7}"/>
              </a:ext>
            </a:extLst>
          </p:cNvPr>
          <p:cNvSpPr>
            <a:spLocks noGrp="1"/>
          </p:cNvSpPr>
          <p:nvPr>
            <p:ph type="title"/>
          </p:nvPr>
        </p:nvSpPr>
        <p:spPr/>
        <p:txBody>
          <a:bodyPr wrap="square">
            <a:normAutofit/>
          </a:bodyPr>
          <a:lstStyle/>
          <a:p>
            <a:pPr/>
            <a:r>
              <a:rPr sz="3200" b="0">
                <a:solidFill>
                  <a:srgbClr val="353160"/>
                </a:solidFill>
                <a:latin typeface="思源黑体 CN Normal"/>
              </a:rPr>
              <a:t>权益资产</a:t>
            </a:r>
          </a:p>
        </p:txBody>
      </p:sp>
      <p:sp>
        <p:nvSpPr>
          <p:cNvPr id="5" name="文本框 4">
            <a:extLst>
              <a:ext uri="{FF2B5EF4-FFF2-40B4-BE49-F238E27FC236}">
                <a16:creationId xmlns:a16="http://schemas.microsoft.com/office/drawing/2014/main" id="{53D769B3-68EC-43B9-89AA-C707D8FD0048}"/>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资料来源：Bloomberg，广发证券发展研究中心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1813926"/>
          <a:ext cx="10972800" cy="4376224"/>
        </p:xfrm>
        <a:graphic>
          <a:graphicData uri="http://schemas.openxmlformats.org/drawingml/2006/chart">
            <c:chart xmlns:c="http://schemas.openxmlformats.org/drawingml/2006/chart" r:id="rId2"/>
          </a:graphicData>
        </a:graphic>
      </p:graphicFrame>
    </p:spTree>
  </p:cSld>
  <p:clrMapOvr>
    <a:masterClrMapping/>
  </p:clrMapOvr>
</p:sld>
</file>

<file path=ppt/slides/slide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BDF6602D-8863-4EF2-8A40-7231B54C7B44}"/>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59</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AB29CBA7-6382-46F1-86C2-FB3AA8925705}"/>
              </a:ext>
            </a:extLst>
          </p:cNvPr>
          <p:cNvSpPr txBox="1"/>
          <p:nvPr/>
        </p:nvSpPr>
        <p:spPr>
          <a:xfrm>
            <a:off x="424070" y="1363926"/>
            <a:ext cx="10947402" cy="49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当前美股上涨带来的财富效应以及就业回暖预期支撑消费增速，新美丽法案逐渐落地并带动制造业回流，AI超级周期方兴未艾，信息设备投资或将继续支撑美国经济增长。</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D2C3F24A-A9A8-4839-AC30-E4ED17373850}"/>
              </a:ext>
            </a:extLst>
          </p:cNvPr>
          <p:cNvSpPr>
            <a:spLocks noGrp="1"/>
          </p:cNvSpPr>
          <p:nvPr>
            <p:ph type="title"/>
          </p:nvPr>
        </p:nvSpPr>
        <p:spPr/>
        <p:txBody>
          <a:bodyPr wrap="square">
            <a:normAutofit/>
          </a:bodyPr>
          <a:lstStyle/>
          <a:p>
            <a:pPr/>
            <a:r>
              <a:rPr sz="3200" b="0">
                <a:solidFill>
                  <a:srgbClr val="353160"/>
                </a:solidFill>
                <a:latin typeface="思源黑体 CN Normal"/>
              </a:rPr>
              <a:t>权益资产</a:t>
            </a:r>
          </a:p>
        </p:txBody>
      </p:sp>
      <p:sp>
        <p:nvSpPr>
          <p:cNvPr id="5" name="文本框 4">
            <a:extLst>
              <a:ext uri="{FF2B5EF4-FFF2-40B4-BE49-F238E27FC236}">
                <a16:creationId xmlns:a16="http://schemas.microsoft.com/office/drawing/2014/main" id="{CA544DD0-101D-461B-8A99-81A0CAD203BC}"/>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资料来源：Wind、广发证券发展研究中心 数据来源：Wind，广发证券发展研究中心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1943926"/>
          <a:ext cx="5436400" cy="4246224"/>
        </p:xfrm>
        <a:graphic>
          <a:graphicData uri="http://schemas.openxmlformats.org/drawingml/2006/chart">
            <c:chart xmlns:c="http://schemas.openxmlformats.org/drawingml/2006/chart" r:id="rId2"/>
          </a:graphicData>
        </a:graphic>
      </p:graphicFrame>
      <p:graphicFrame>
        <p:nvGraphicFramePr>
          <p:cNvPr id="11" name="source_docx_chart"/>
          <p:cNvGraphicFramePr>
            <a:graphicFrameLocks noGrp="1"/>
          </p:cNvGraphicFramePr>
          <p:nvPr/>
        </p:nvGraphicFramePr>
        <p:xfrm>
          <a:off x="6146000" y="1943926"/>
          <a:ext cx="5436400" cy="4246224"/>
        </p:xfrm>
        <a:graphic>
          <a:graphicData uri="http://schemas.openxmlformats.org/drawingml/2006/chart">
            <c:chart xmlns:c="http://schemas.openxmlformats.org/drawingml/2006/chart" r:id="rId3"/>
          </a:graphicData>
        </a:graphic>
      </p:graphicFrame>
    </p:spTree>
  </p:cSld>
  <p:clrMapOvr>
    <a:masterClrMapping/>
  </p:clrMapOvr>
</p:sld>
</file>

<file path=ppt/slides/slide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93C09EF1-849F-4C79-81AD-32597815CB83}"/>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60</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211672A8-A9F6-4FF5-AF1A-C80045B57ED8}"/>
              </a:ext>
            </a:extLst>
          </p:cNvPr>
          <p:cNvSpPr txBox="1"/>
          <p:nvPr/>
        </p:nvSpPr>
        <p:spPr>
          <a:xfrm>
            <a:off x="424070" y="1363926"/>
            <a:ext cx="10947402" cy="49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当前美股上涨带来的财富效应以及就业回暖预期支撑消费增速，新美丽法案逐渐落地并带动制造业回流，AI超级周期方兴未艾，信息设备投资或将继续支撑美国经济增长。</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B17748F7-40B6-4AB5-B74E-0805E7C67DF6}"/>
              </a:ext>
            </a:extLst>
          </p:cNvPr>
          <p:cNvSpPr>
            <a:spLocks noGrp="1"/>
          </p:cNvSpPr>
          <p:nvPr>
            <p:ph type="title"/>
          </p:nvPr>
        </p:nvSpPr>
        <p:spPr/>
        <p:txBody>
          <a:bodyPr wrap="square">
            <a:normAutofit/>
          </a:bodyPr>
          <a:lstStyle/>
          <a:p>
            <a:pPr/>
            <a:r>
              <a:rPr sz="3200" b="0">
                <a:solidFill>
                  <a:srgbClr val="353160"/>
                </a:solidFill>
                <a:latin typeface="思源黑体 CN Normal"/>
              </a:rPr>
              <a:t>权益资产</a:t>
            </a:r>
          </a:p>
        </p:txBody>
      </p:sp>
      <p:sp>
        <p:nvSpPr>
          <p:cNvPr id="5" name="文本框 4">
            <a:extLst>
              <a:ext uri="{FF2B5EF4-FFF2-40B4-BE49-F238E27FC236}">
                <a16:creationId xmlns:a16="http://schemas.microsoft.com/office/drawing/2014/main" id="{F1E071A1-EB43-4461-B840-E1EAA468942D}"/>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资料来源：Wind、广发证券发展研究中心 数据来源：Wind，广发证券发展研究中心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2092960"/>
          <a:ext cx="5436400" cy="4097190"/>
        </p:xfrm>
        <a:graphic>
          <a:graphicData uri="http://schemas.openxmlformats.org/drawingml/2006/chart">
            <c:chart xmlns:c="http://schemas.openxmlformats.org/drawingml/2006/chart" r:id="rId2"/>
          </a:graphicData>
        </a:graphic>
      </p:graphicFrame>
      <p:graphicFrame>
        <p:nvGraphicFramePr>
          <p:cNvPr id="11" name="source_docx_chart"/>
          <p:cNvGraphicFramePr>
            <a:graphicFrameLocks noGrp="1"/>
          </p:cNvGraphicFramePr>
          <p:nvPr/>
        </p:nvGraphicFramePr>
        <p:xfrm>
          <a:off x="6146000" y="2092960"/>
          <a:ext cx="5436400" cy="4097190"/>
        </p:xfrm>
        <a:graphic>
          <a:graphicData uri="http://schemas.openxmlformats.org/drawingml/2006/chart">
            <c:chart xmlns:c="http://schemas.openxmlformats.org/drawingml/2006/chart" r:id="rId3"/>
          </a:graphicData>
        </a:graphic>
      </p:graphicFrame>
    </p:spTree>
  </p:cSld>
  <p:clrMapOvr>
    <a:masterClrMapping/>
  </p:clrMapOvr>
</p:sld>
</file>

<file path=ppt/slides/slide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C5A448D3-61E8-43BD-A144-3FD871020F6D}"/>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61</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9CE2ACAC-03D3-443D-98AE-CC2EBF3877FE}"/>
              </a:ext>
            </a:extLst>
          </p:cNvPr>
          <p:cNvSpPr txBox="1"/>
          <p:nvPr/>
        </p:nvSpPr>
        <p:spPr>
          <a:xfrm>
            <a:off x="424070" y="1363926"/>
            <a:ext cx="10947402" cy="36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当前一致预期显示，AI硬件、算力核心赛道企业仍将维持高利润增速。</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6C15AF9E-FB55-4874-B264-7D286CFEACDA}"/>
              </a:ext>
            </a:extLst>
          </p:cNvPr>
          <p:cNvSpPr>
            <a:spLocks noGrp="1"/>
          </p:cNvSpPr>
          <p:nvPr>
            <p:ph type="title"/>
          </p:nvPr>
        </p:nvSpPr>
        <p:spPr/>
        <p:txBody>
          <a:bodyPr wrap="square">
            <a:normAutofit/>
          </a:bodyPr>
          <a:lstStyle/>
          <a:p>
            <a:pPr/>
            <a:r>
              <a:rPr sz="3200" b="0">
                <a:solidFill>
                  <a:srgbClr val="353160"/>
                </a:solidFill>
                <a:latin typeface="思源黑体 CN Normal"/>
              </a:rPr>
              <a:t>权益资产</a:t>
            </a:r>
          </a:p>
        </p:txBody>
      </p:sp>
      <p:sp>
        <p:nvSpPr>
          <p:cNvPr id="5" name="文本框 4">
            <a:extLst>
              <a:ext uri="{FF2B5EF4-FFF2-40B4-BE49-F238E27FC236}">
                <a16:creationId xmlns:a16="http://schemas.microsoft.com/office/drawing/2014/main" id="{4B56B63A-C339-466F-881F-68B89A6B66F7}"/>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资料来源：SEC官网公司年报、同花顺iFinD，广发证券发展研究中心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table"/>
          <p:cNvGraphicFramePr>
            <a:graphicFrameLocks noGrp="1"/>
          </p:cNvGraphicFramePr>
          <p:nvPr/>
        </p:nvGraphicFramePr>
        <p:xfrm>
          <a:off x="609600" y="1813926"/>
          <a:ext cx="10972800" cy="4376224"/>
        </p:xfrm>
        <a:graphic>
          <a:graphicData uri="http://schemas.openxmlformats.org/drawingml/2006/table">
            <a:tbl>
              <a:tblPr firstRow="1" bandRow="1">
                <a:tableStyleId>{5C22544A-7EE6-4342-B048-85BDC9FD1C3A}</a:tableStyleId>
              </a:tblPr>
              <a:tblGrid>
                <a:gridCol w="1097280"/>
                <a:gridCol w="1097280"/>
                <a:gridCol w="1097280"/>
                <a:gridCol w="1097280"/>
                <a:gridCol w="1097280"/>
                <a:gridCol w="1097280"/>
                <a:gridCol w="1097280"/>
                <a:gridCol w="1097280"/>
                <a:gridCol w="1097280"/>
                <a:gridCol w="1097280"/>
              </a:tblGrid>
              <a:tr h="397838">
                <a:tc>
                  <a:txBody>
                    <a:bodyPr/>
                    <a:lstStyle/>
                    <a:p>
                      <a:pPr algn="ctr"/>
                      <a:r>
                        <a:rPr sz="700" b="1">
                          <a:solidFill>
                            <a:srgbClr val="FFFFFF"/>
                          </a:solidFill>
                          <a:latin typeface="思源黑体 CN Medium"/>
                        </a:rPr>
                        <a:t>公司</a:t>
                      </a:r>
                    </a:p>
                  </a:txBody>
                  <a:tcPr marL="45720" marR="45720" marT="30000" marB="30000">
                    <a:solidFill>
                      <a:srgbClr val="F2F2F2"/>
                    </a:solidFill>
                  </a:tcPr>
                </a:tc>
                <a:tc>
                  <a:txBody>
                    <a:bodyPr/>
                    <a:lstStyle/>
                    <a:p>
                      <a:pPr algn="ctr"/>
                      <a:r>
                        <a:rPr sz="700" b="1">
                          <a:solidFill>
                            <a:srgbClr val="FFFFFF"/>
                          </a:solidFill>
                          <a:latin typeface="思源黑体 CN Medium"/>
                        </a:rPr>
                        <a:t>业务</a:t>
                      </a:r>
                    </a:p>
                  </a:txBody>
                  <a:tcPr marL="45720" marR="45720" marT="30000" marB="30000">
                    <a:solidFill>
                      <a:srgbClr val="F2F2F2"/>
                    </a:solidFill>
                  </a:tcPr>
                </a:tc>
                <a:tc>
                  <a:txBody>
                    <a:bodyPr/>
                    <a:lstStyle/>
                    <a:p>
                      <a:pPr algn="ctr"/>
                      <a:r>
                        <a:rPr sz="700" b="1">
                          <a:solidFill>
                            <a:srgbClr val="FFFFFF"/>
                          </a:solidFill>
                          <a:latin typeface="思源黑体 CN Medium"/>
                        </a:rPr>
                        <a:t>利润增速</a:t>
                      </a:r>
                    </a:p>
                  </a:txBody>
                  <a:tcPr marL="45720" marR="45720" marT="30000" marB="30000">
                    <a:solidFill>
                      <a:srgbClr val="F2F2F2"/>
                    </a:solidFill>
                  </a:tcPr>
                </a:tc>
                <a:tc>
                  <a:txBody>
                    <a:bodyPr/>
                    <a:lstStyle/>
                    <a:p>
                      <a:pPr algn="ctr"/>
                      <a:r>
                        <a:rPr sz="700" b="1">
                          <a:solidFill>
                            <a:srgbClr val="FFFFFF"/>
                          </a:solidFill>
                          <a:latin typeface="思源黑体 CN Medium"/>
                        </a:rPr>
                        <a:t>利润增速</a:t>
                      </a:r>
                    </a:p>
                  </a:txBody>
                  <a:tcPr marL="45720" marR="45720" marT="30000" marB="30000">
                    <a:solidFill>
                      <a:srgbClr val="F2F2F2"/>
                    </a:solidFill>
                  </a:tcPr>
                </a:tc>
                <a:tc>
                  <a:txBody>
                    <a:bodyPr/>
                    <a:lstStyle/>
                    <a:p>
                      <a:pPr algn="ctr"/>
                      <a:r>
                        <a:rPr sz="700" b="1">
                          <a:solidFill>
                            <a:srgbClr val="FFFFFF"/>
                          </a:solidFill>
                          <a:latin typeface="思源黑体 CN Medium"/>
                        </a:rPr>
                        <a:t>利润增速</a:t>
                      </a:r>
                    </a:p>
                  </a:txBody>
                  <a:tcPr marL="45720" marR="45720" marT="30000" marB="30000">
                    <a:solidFill>
                      <a:srgbClr val="F2F2F2"/>
                    </a:solidFill>
                  </a:tcPr>
                </a:tc>
                <a:tc>
                  <a:txBody>
                    <a:bodyPr/>
                    <a:lstStyle/>
                    <a:p>
                      <a:pPr algn="ctr"/>
                      <a:r>
                        <a:rPr sz="700" b="1">
                          <a:solidFill>
                            <a:srgbClr val="FFFFFF"/>
                          </a:solidFill>
                          <a:latin typeface="思源黑体 CN Medium"/>
                        </a:rPr>
                        <a:t>利润增速</a:t>
                      </a:r>
                    </a:p>
                  </a:txBody>
                  <a:tcPr marL="45720" marR="45720" marT="30000" marB="30000">
                    <a:solidFill>
                      <a:srgbClr val="F2F2F2"/>
                    </a:solidFill>
                  </a:tcPr>
                </a:tc>
                <a:tc>
                  <a:txBody>
                    <a:bodyPr/>
                    <a:lstStyle/>
                    <a:p>
                      <a:pPr algn="ctr"/>
                      <a:r>
                        <a:rPr sz="700" b="1">
                          <a:solidFill>
                            <a:srgbClr val="FFFFFF"/>
                          </a:solidFill>
                          <a:latin typeface="思源黑体 CN Medium"/>
                        </a:rPr>
                        <a:t>ROE</a:t>
                      </a:r>
                    </a:p>
                  </a:txBody>
                  <a:tcPr marL="45720" marR="45720" marT="30000" marB="30000">
                    <a:solidFill>
                      <a:srgbClr val="F2F2F2"/>
                    </a:solidFill>
                  </a:tcPr>
                </a:tc>
                <a:tc>
                  <a:txBody>
                    <a:bodyPr/>
                    <a:lstStyle/>
                    <a:p>
                      <a:pPr algn="ctr"/>
                      <a:r>
                        <a:rPr sz="700" b="1">
                          <a:solidFill>
                            <a:srgbClr val="FFFFFF"/>
                          </a:solidFill>
                          <a:latin typeface="思源黑体 CN Medium"/>
                        </a:rPr>
                        <a:t>ROE</a:t>
                      </a:r>
                    </a:p>
                  </a:txBody>
                  <a:tcPr marL="45720" marR="45720" marT="30000" marB="30000">
                    <a:solidFill>
                      <a:srgbClr val="F2F2F2"/>
                    </a:solidFill>
                  </a:tcPr>
                </a:tc>
                <a:tc>
                  <a:txBody>
                    <a:bodyPr/>
                    <a:lstStyle/>
                    <a:p>
                      <a:pPr algn="ctr"/>
                      <a:r>
                        <a:rPr sz="700" b="1">
                          <a:solidFill>
                            <a:srgbClr val="FFFFFF"/>
                          </a:solidFill>
                          <a:latin typeface="思源黑体 CN Medium"/>
                        </a:rPr>
                        <a:t>ROE</a:t>
                      </a:r>
                    </a:p>
                  </a:txBody>
                  <a:tcPr marL="45720" marR="45720" marT="30000" marB="30000">
                    <a:solidFill>
                      <a:srgbClr val="F2F2F2"/>
                    </a:solidFill>
                  </a:tcPr>
                </a:tc>
                <a:tc>
                  <a:txBody>
                    <a:bodyPr/>
                    <a:lstStyle/>
                    <a:p>
                      <a:pPr algn="ctr"/>
                      <a:r>
                        <a:rPr sz="700" b="1">
                          <a:solidFill>
                            <a:srgbClr val="FFFFFF"/>
                          </a:solidFill>
                          <a:latin typeface="思源黑体 CN Medium"/>
                        </a:rPr>
                        <a:t>ROE</a:t>
                      </a:r>
                    </a:p>
                  </a:txBody>
                  <a:tcPr marL="45720" marR="45720" marT="30000" marB="30000">
                    <a:solidFill>
                      <a:srgbClr val="F2F2F2"/>
                    </a:solidFill>
                  </a:tcPr>
                </a:tc>
              </a:tr>
              <a:tr h="397838">
                <a:tc>
                  <a:txBody>
                    <a:bodyPr/>
                    <a:lstStyle/>
                    <a:p>
                      <a:pPr algn="l"/>
                      <a:r>
                        <a:rPr sz="700" b="1">
                          <a:solidFill>
                            <a:srgbClr val="000000"/>
                          </a:solidFill>
                          <a:latin typeface="思源黑体 CN Medium"/>
                        </a:rPr>
                        <a:t>公司</a:t>
                      </a:r>
                    </a:p>
                  </a:txBody>
                  <a:tcPr marL="45720" marR="45720" marT="30000" marB="30000"/>
                </a:tc>
                <a:tc>
                  <a:txBody>
                    <a:bodyPr/>
                    <a:lstStyle/>
                    <a:p>
                      <a:pPr algn="ctr"/>
                      <a:r>
                        <a:rPr sz="700" b="0">
                          <a:solidFill>
                            <a:srgbClr val="000000"/>
                          </a:solidFill>
                          <a:latin typeface="思源黑体 CN Medium"/>
                        </a:rPr>
                        <a:t>业务</a:t>
                      </a:r>
                    </a:p>
                  </a:txBody>
                  <a:tcPr marL="45720" marR="45720" marT="30000" marB="30000"/>
                </a:tc>
                <a:tc>
                  <a:txBody>
                    <a:bodyPr/>
                    <a:lstStyle/>
                    <a:p>
                      <a:pPr algn="ctr"/>
                      <a:r>
                        <a:rPr sz="700" b="0">
                          <a:solidFill>
                            <a:srgbClr val="000000"/>
                          </a:solidFill>
                          <a:latin typeface="思源黑体 CN Medium"/>
                        </a:rPr>
                        <a:t>2023</a:t>
                      </a:r>
                    </a:p>
                  </a:txBody>
                  <a:tcPr marL="45720" marR="45720" marT="30000" marB="30000"/>
                </a:tc>
                <a:tc>
                  <a:txBody>
                    <a:bodyPr/>
                    <a:lstStyle/>
                    <a:p>
                      <a:pPr algn="ctr"/>
                      <a:r>
                        <a:rPr sz="700" b="0">
                          <a:solidFill>
                            <a:srgbClr val="000000"/>
                          </a:solidFill>
                          <a:latin typeface="思源黑体 CN Medium"/>
                        </a:rPr>
                        <a:t>2024</a:t>
                      </a:r>
                    </a:p>
                  </a:txBody>
                  <a:tcPr marL="45720" marR="45720" marT="30000" marB="30000"/>
                </a:tc>
                <a:tc>
                  <a:txBody>
                    <a:bodyPr/>
                    <a:lstStyle/>
                    <a:p>
                      <a:pPr algn="ctr"/>
                      <a:r>
                        <a:rPr sz="700" b="0">
                          <a:solidFill>
                            <a:srgbClr val="000000"/>
                          </a:solidFill>
                          <a:latin typeface="思源黑体 CN Medium"/>
                        </a:rPr>
                        <a:t>2025</a:t>
                      </a:r>
                    </a:p>
                  </a:txBody>
                  <a:tcPr marL="45720" marR="45720" marT="30000" marB="30000"/>
                </a:tc>
                <a:tc>
                  <a:txBody>
                    <a:bodyPr/>
                    <a:lstStyle/>
                    <a:p>
                      <a:pPr algn="ctr"/>
                      <a:r>
                        <a:rPr sz="700" b="0">
                          <a:solidFill>
                            <a:srgbClr val="000000"/>
                          </a:solidFill>
                          <a:latin typeface="思源黑体 CN Medium"/>
                        </a:rPr>
                        <a:t>2026 Q1</a:t>
                      </a:r>
                    </a:p>
                  </a:txBody>
                  <a:tcPr marL="45720" marR="45720" marT="30000" marB="30000"/>
                </a:tc>
                <a:tc>
                  <a:txBody>
                    <a:bodyPr/>
                    <a:lstStyle/>
                    <a:p>
                      <a:pPr algn="ctr"/>
                      <a:r>
                        <a:rPr sz="700" b="0">
                          <a:solidFill>
                            <a:srgbClr val="000000"/>
                          </a:solidFill>
                          <a:latin typeface="思源黑体 CN Medium"/>
                        </a:rPr>
                        <a:t>2023</a:t>
                      </a:r>
                    </a:p>
                  </a:txBody>
                  <a:tcPr marL="45720" marR="45720" marT="30000" marB="30000"/>
                </a:tc>
                <a:tc>
                  <a:txBody>
                    <a:bodyPr/>
                    <a:lstStyle/>
                    <a:p>
                      <a:pPr algn="ctr"/>
                      <a:r>
                        <a:rPr sz="700" b="0">
                          <a:solidFill>
                            <a:srgbClr val="000000"/>
                          </a:solidFill>
                          <a:latin typeface="思源黑体 CN Medium"/>
                        </a:rPr>
                        <a:t>2024</a:t>
                      </a:r>
                    </a:p>
                  </a:txBody>
                  <a:tcPr marL="45720" marR="45720" marT="30000" marB="30000"/>
                </a:tc>
                <a:tc>
                  <a:txBody>
                    <a:bodyPr/>
                    <a:lstStyle/>
                    <a:p>
                      <a:pPr algn="ctr"/>
                      <a:r>
                        <a:rPr sz="700" b="0">
                          <a:solidFill>
                            <a:srgbClr val="000000"/>
                          </a:solidFill>
                          <a:latin typeface="思源黑体 CN Medium"/>
                        </a:rPr>
                        <a:t>2025</a:t>
                      </a:r>
                    </a:p>
                  </a:txBody>
                  <a:tcPr marL="45720" marR="45720" marT="30000" marB="30000"/>
                </a:tc>
                <a:tc>
                  <a:txBody>
                    <a:bodyPr/>
                    <a:lstStyle/>
                    <a:p>
                      <a:pPr algn="ctr"/>
                      <a:r>
                        <a:rPr sz="700" b="0">
                          <a:solidFill>
                            <a:srgbClr val="000000"/>
                          </a:solidFill>
                          <a:latin typeface="思源黑体 CN Medium"/>
                        </a:rPr>
                        <a:t>2026 Q1</a:t>
                      </a:r>
                    </a:p>
                  </a:txBody>
                  <a:tcPr marL="45720" marR="45720" marT="30000" marB="30000"/>
                </a:tc>
              </a:tr>
              <a:tr h="397838">
                <a:tc>
                  <a:txBody>
                    <a:bodyPr/>
                    <a:lstStyle/>
                    <a:p>
                      <a:pPr algn="l"/>
                      <a:r>
                        <a:rPr sz="700" b="1">
                          <a:solidFill>
                            <a:srgbClr val="000000"/>
                          </a:solidFill>
                          <a:latin typeface="思源黑体 CN Medium"/>
                        </a:rPr>
                        <a:t>英伟达</a:t>
                      </a:r>
                    </a:p>
                  </a:txBody>
                  <a:tcPr marL="45720" marR="45720" marT="30000" marB="30000"/>
                </a:tc>
                <a:tc>
                  <a:txBody>
                    <a:bodyPr/>
                    <a:lstStyle/>
                    <a:p>
                      <a:pPr algn="ctr"/>
                      <a:r>
                        <a:rPr sz="700" b="0">
                          <a:solidFill>
                            <a:srgbClr val="000000"/>
                          </a:solidFill>
                          <a:latin typeface="思源黑体 CN Medium"/>
                        </a:rPr>
                        <a:t>GPU</a:t>
                      </a:r>
                    </a:p>
                  </a:txBody>
                  <a:tcPr marL="45720" marR="45720" marT="30000" marB="30000"/>
                </a:tc>
                <a:tc>
                  <a:txBody>
                    <a:bodyPr/>
                    <a:lstStyle/>
                    <a:p>
                      <a:pPr algn="ctr"/>
                      <a:r>
                        <a:rPr sz="700" b="0">
                          <a:solidFill>
                            <a:srgbClr val="000000"/>
                          </a:solidFill>
                          <a:latin typeface="思源黑体 CN Medium"/>
                        </a:rPr>
                        <a:t>581.30%</a:t>
                      </a:r>
                    </a:p>
                  </a:txBody>
                  <a:tcPr marL="45720" marR="45720" marT="30000" marB="30000"/>
                </a:tc>
                <a:tc>
                  <a:txBody>
                    <a:bodyPr/>
                    <a:lstStyle/>
                    <a:p>
                      <a:pPr algn="ctr"/>
                      <a:r>
                        <a:rPr sz="700" b="0">
                          <a:solidFill>
                            <a:srgbClr val="000000"/>
                          </a:solidFill>
                          <a:latin typeface="思源黑体 CN Medium"/>
                        </a:rPr>
                        <a:t>144.90%</a:t>
                      </a:r>
                    </a:p>
                  </a:txBody>
                  <a:tcPr marL="45720" marR="45720" marT="30000" marB="30000"/>
                </a:tc>
                <a:tc>
                  <a:txBody>
                    <a:bodyPr/>
                    <a:lstStyle/>
                    <a:p>
                      <a:pPr algn="ctr"/>
                      <a:r>
                        <a:rPr sz="700" b="0">
                          <a:solidFill>
                            <a:srgbClr val="000000"/>
                          </a:solidFill>
                          <a:latin typeface="思源黑体 CN Medium"/>
                        </a:rPr>
                        <a:t>68.34%</a:t>
                      </a:r>
                    </a:p>
                  </a:txBody>
                  <a:tcPr marL="45720" marR="45720" marT="30000" marB="30000"/>
                </a:tc>
                <a:tc>
                  <a:txBody>
                    <a:bodyPr/>
                    <a:lstStyle/>
                    <a:p>
                      <a:pPr algn="ctr"/>
                      <a:r>
                        <a:rPr sz="700" b="0">
                          <a:solidFill>
                            <a:srgbClr val="000000"/>
                          </a:solidFill>
                          <a:latin typeface="思源黑体 CN Medium"/>
                        </a:rPr>
                        <a:t>26.80%</a:t>
                      </a:r>
                    </a:p>
                  </a:txBody>
                  <a:tcPr marL="45720" marR="45720" marT="30000" marB="30000"/>
                </a:tc>
                <a:tc>
                  <a:txBody>
                    <a:bodyPr/>
                    <a:lstStyle/>
                    <a:p>
                      <a:pPr algn="ctr"/>
                      <a:r>
                        <a:rPr sz="700" b="0">
                          <a:solidFill>
                            <a:srgbClr val="000000"/>
                          </a:solidFill>
                          <a:latin typeface="思源黑体 CN Medium"/>
                        </a:rPr>
                        <a:t>91.50%</a:t>
                      </a:r>
                    </a:p>
                  </a:txBody>
                  <a:tcPr marL="45720" marR="45720" marT="30000" marB="30000"/>
                </a:tc>
                <a:tc>
                  <a:txBody>
                    <a:bodyPr/>
                    <a:lstStyle/>
                    <a:p>
                      <a:pPr algn="ctr"/>
                      <a:r>
                        <a:rPr sz="700" b="0">
                          <a:solidFill>
                            <a:srgbClr val="000000"/>
                          </a:solidFill>
                          <a:latin typeface="思源黑体 CN Medium"/>
                        </a:rPr>
                        <a:t>119.20%</a:t>
                      </a:r>
                    </a:p>
                  </a:txBody>
                  <a:tcPr marL="45720" marR="45720" marT="30000" marB="30000"/>
                </a:tc>
                <a:tc>
                  <a:txBody>
                    <a:bodyPr/>
                    <a:lstStyle/>
                    <a:p>
                      <a:pPr algn="ctr"/>
                      <a:r>
                        <a:rPr sz="700" b="0">
                          <a:solidFill>
                            <a:srgbClr val="000000"/>
                          </a:solidFill>
                          <a:latin typeface="思源黑体 CN Medium"/>
                        </a:rPr>
                        <a:t>101.49%</a:t>
                      </a:r>
                    </a:p>
                  </a:txBody>
                  <a:tcPr marL="45720" marR="45720" marT="30000" marB="30000"/>
                </a:tc>
                <a:tc>
                  <a:txBody>
                    <a:bodyPr/>
                    <a:lstStyle/>
                    <a:p>
                      <a:pPr algn="ctr"/>
                      <a:r>
                        <a:rPr sz="700" b="0">
                          <a:solidFill>
                            <a:srgbClr val="000000"/>
                          </a:solidFill>
                          <a:latin typeface="思源黑体 CN Medium"/>
                        </a:rPr>
                        <a:t>23.01%</a:t>
                      </a:r>
                    </a:p>
                  </a:txBody>
                  <a:tcPr marL="45720" marR="45720" marT="30000" marB="30000"/>
                </a:tc>
              </a:tr>
              <a:tr h="397838">
                <a:tc>
                  <a:txBody>
                    <a:bodyPr/>
                    <a:lstStyle/>
                    <a:p>
                      <a:pPr algn="l"/>
                      <a:r>
                        <a:rPr sz="700" b="1">
                          <a:solidFill>
                            <a:srgbClr val="000000"/>
                          </a:solidFill>
                          <a:latin typeface="思源黑体 CN Medium"/>
                        </a:rPr>
                        <a:t>微软</a:t>
                      </a:r>
                    </a:p>
                  </a:txBody>
                  <a:tcPr marL="45720" marR="45720" marT="30000" marB="30000"/>
                </a:tc>
                <a:tc>
                  <a:txBody>
                    <a:bodyPr/>
                    <a:lstStyle/>
                    <a:p>
                      <a:pPr algn="ctr"/>
                      <a:r>
                        <a:rPr sz="700" b="0">
                          <a:solidFill>
                            <a:srgbClr val="000000"/>
                          </a:solidFill>
                          <a:latin typeface="思源黑体 CN Medium"/>
                        </a:rPr>
                        <a:t>AI平台与应用</a:t>
                      </a:r>
                    </a:p>
                  </a:txBody>
                  <a:tcPr marL="45720" marR="45720" marT="30000" marB="30000"/>
                </a:tc>
                <a:tc>
                  <a:txBody>
                    <a:bodyPr/>
                    <a:lstStyle/>
                    <a:p>
                      <a:pPr algn="ctr"/>
                      <a:r>
                        <a:rPr sz="700" b="0">
                          <a:solidFill>
                            <a:srgbClr val="000000"/>
                          </a:solidFill>
                          <a:latin typeface="思源黑体 CN Medium"/>
                        </a:rPr>
                        <a:t>21.80%</a:t>
                      </a:r>
                    </a:p>
                  </a:txBody>
                  <a:tcPr marL="45720" marR="45720" marT="30000" marB="30000"/>
                </a:tc>
                <a:tc>
                  <a:txBody>
                    <a:bodyPr/>
                    <a:lstStyle/>
                    <a:p>
                      <a:pPr algn="ctr"/>
                      <a:r>
                        <a:rPr sz="700" b="0">
                          <a:solidFill>
                            <a:srgbClr val="000000"/>
                          </a:solidFill>
                          <a:latin typeface="思源黑体 CN Medium"/>
                        </a:rPr>
                        <a:t>15.50%</a:t>
                      </a:r>
                    </a:p>
                  </a:txBody>
                  <a:tcPr marL="45720" marR="45720" marT="30000" marB="30000"/>
                </a:tc>
                <a:tc>
                  <a:txBody>
                    <a:bodyPr/>
                    <a:lstStyle/>
                    <a:p>
                      <a:pPr algn="ctr"/>
                      <a:r>
                        <a:rPr sz="700" b="0">
                          <a:solidFill>
                            <a:srgbClr val="000000"/>
                          </a:solidFill>
                          <a:latin typeface="思源黑体 CN Medium"/>
                        </a:rPr>
                        <a:t>14.70%</a:t>
                      </a:r>
                    </a:p>
                  </a:txBody>
                  <a:tcPr marL="45720" marR="45720" marT="30000" marB="30000"/>
                </a:tc>
                <a:tc>
                  <a:txBody>
                    <a:bodyPr/>
                    <a:lstStyle/>
                    <a:p>
                      <a:pPr algn="ctr"/>
                      <a:r>
                        <a:rPr sz="700" b="0">
                          <a:solidFill>
                            <a:srgbClr val="000000"/>
                          </a:solidFill>
                          <a:latin typeface="思源黑体 CN Medium"/>
                        </a:rPr>
                        <a:t>13.32%</a:t>
                      </a:r>
                    </a:p>
                  </a:txBody>
                  <a:tcPr marL="45720" marR="45720" marT="30000" marB="30000"/>
                </a:tc>
                <a:tc>
                  <a:txBody>
                    <a:bodyPr/>
                    <a:lstStyle/>
                    <a:p>
                      <a:pPr algn="ctr"/>
                      <a:r>
                        <a:rPr sz="700" b="0">
                          <a:solidFill>
                            <a:srgbClr val="000000"/>
                          </a:solidFill>
                          <a:latin typeface="思源黑体 CN Medium"/>
                        </a:rPr>
                        <a:t>37.10%</a:t>
                      </a:r>
                    </a:p>
                  </a:txBody>
                  <a:tcPr marL="45720" marR="45720" marT="30000" marB="30000"/>
                </a:tc>
                <a:tc>
                  <a:txBody>
                    <a:bodyPr/>
                    <a:lstStyle/>
                    <a:p>
                      <a:pPr algn="ctr"/>
                      <a:r>
                        <a:rPr sz="700" b="0">
                          <a:solidFill>
                            <a:srgbClr val="000000"/>
                          </a:solidFill>
                          <a:latin typeface="思源黑体 CN Medium"/>
                        </a:rPr>
                        <a:t>33.30%</a:t>
                      </a:r>
                    </a:p>
                  </a:txBody>
                  <a:tcPr marL="45720" marR="45720" marT="30000" marB="30000"/>
                </a:tc>
                <a:tc>
                  <a:txBody>
                    <a:bodyPr/>
                    <a:lstStyle/>
                    <a:p>
                      <a:pPr algn="ctr"/>
                      <a:r>
                        <a:rPr sz="700" b="0">
                          <a:solidFill>
                            <a:srgbClr val="000000"/>
                          </a:solidFill>
                          <a:latin typeface="思源黑体 CN Medium"/>
                        </a:rPr>
                        <a:t>33.28%</a:t>
                      </a:r>
                    </a:p>
                  </a:txBody>
                  <a:tcPr marL="45720" marR="45720" marT="30000" marB="30000"/>
                </a:tc>
                <a:tc>
                  <a:txBody>
                    <a:bodyPr/>
                    <a:lstStyle/>
                    <a:p>
                      <a:pPr algn="ctr"/>
                      <a:r>
                        <a:rPr sz="700" b="0">
                          <a:solidFill>
                            <a:srgbClr val="000000"/>
                          </a:solidFill>
                          <a:latin typeface="思源黑体 CN Medium"/>
                        </a:rPr>
                        <a:t>7.85%</a:t>
                      </a:r>
                    </a:p>
                  </a:txBody>
                  <a:tcPr marL="45720" marR="45720" marT="30000" marB="30000"/>
                </a:tc>
              </a:tr>
              <a:tr h="397838">
                <a:tc>
                  <a:txBody>
                    <a:bodyPr/>
                    <a:lstStyle/>
                    <a:p>
                      <a:pPr algn="l"/>
                      <a:r>
                        <a:rPr sz="700" b="1">
                          <a:solidFill>
                            <a:srgbClr val="000000"/>
                          </a:solidFill>
                          <a:latin typeface="思源黑体 CN Medium"/>
                        </a:rPr>
                        <a:t>谷歌</a:t>
                      </a:r>
                    </a:p>
                  </a:txBody>
                  <a:tcPr marL="45720" marR="45720" marT="30000" marB="30000"/>
                </a:tc>
                <a:tc>
                  <a:txBody>
                    <a:bodyPr/>
                    <a:lstStyle/>
                    <a:p>
                      <a:pPr algn="ctr"/>
                      <a:r>
                        <a:rPr sz="700" b="0">
                          <a:solidFill>
                            <a:srgbClr val="000000"/>
                          </a:solidFill>
                          <a:latin typeface="思源黑体 CN Medium"/>
                        </a:rPr>
                        <a:t>AI平台与应用</a:t>
                      </a:r>
                    </a:p>
                  </a:txBody>
                  <a:tcPr marL="45720" marR="45720" marT="30000" marB="30000"/>
                </a:tc>
                <a:tc>
                  <a:txBody>
                    <a:bodyPr/>
                    <a:lstStyle/>
                    <a:p>
                      <a:pPr algn="ctr"/>
                      <a:r>
                        <a:rPr sz="700" b="0">
                          <a:solidFill>
                            <a:srgbClr val="000000"/>
                          </a:solidFill>
                          <a:latin typeface="思源黑体 CN Medium"/>
                        </a:rPr>
                        <a:t>23.00%</a:t>
                      </a:r>
                    </a:p>
                  </a:txBody>
                  <a:tcPr marL="45720" marR="45720" marT="30000" marB="30000"/>
                </a:tc>
                <a:tc>
                  <a:txBody>
                    <a:bodyPr/>
                    <a:lstStyle/>
                    <a:p>
                      <a:pPr algn="ctr"/>
                      <a:r>
                        <a:rPr sz="700" b="0">
                          <a:solidFill>
                            <a:srgbClr val="000000"/>
                          </a:solidFill>
                          <a:latin typeface="思源黑体 CN Medium"/>
                        </a:rPr>
                        <a:t>22.40%</a:t>
                      </a:r>
                    </a:p>
                  </a:txBody>
                  <a:tcPr marL="45720" marR="45720" marT="30000" marB="30000"/>
                </a:tc>
                <a:tc>
                  <a:txBody>
                    <a:bodyPr/>
                    <a:lstStyle/>
                    <a:p>
                      <a:pPr algn="ctr"/>
                      <a:r>
                        <a:rPr sz="700" b="0">
                          <a:solidFill>
                            <a:srgbClr val="000000"/>
                          </a:solidFill>
                          <a:latin typeface="思源黑体 CN Medium"/>
                        </a:rPr>
                        <a:t>32.56%</a:t>
                      </a:r>
                    </a:p>
                  </a:txBody>
                  <a:tcPr marL="45720" marR="45720" marT="30000" marB="30000"/>
                </a:tc>
                <a:tc>
                  <a:txBody>
                    <a:bodyPr/>
                    <a:lstStyle/>
                    <a:p>
                      <a:pPr algn="ctr"/>
                      <a:r>
                        <a:rPr sz="700" b="0">
                          <a:solidFill>
                            <a:srgbClr val="000000"/>
                          </a:solidFill>
                          <a:latin typeface="思源黑体 CN Medium"/>
                        </a:rPr>
                        <a:t>85.24%</a:t>
                      </a:r>
                    </a:p>
                  </a:txBody>
                  <a:tcPr marL="45720" marR="45720" marT="30000" marB="30000"/>
                </a:tc>
                <a:tc>
                  <a:txBody>
                    <a:bodyPr/>
                    <a:lstStyle/>
                    <a:p>
                      <a:pPr algn="ctr"/>
                      <a:r>
                        <a:rPr sz="700" b="0">
                          <a:solidFill>
                            <a:srgbClr val="000000"/>
                          </a:solidFill>
                          <a:latin typeface="思源黑体 CN Medium"/>
                        </a:rPr>
                        <a:t>27.40%</a:t>
                      </a:r>
                    </a:p>
                  </a:txBody>
                  <a:tcPr marL="45720" marR="45720" marT="30000" marB="30000"/>
                </a:tc>
                <a:tc>
                  <a:txBody>
                    <a:bodyPr/>
                    <a:lstStyle/>
                    <a:p>
                      <a:pPr algn="ctr"/>
                      <a:r>
                        <a:rPr sz="700" b="0">
                          <a:solidFill>
                            <a:srgbClr val="000000"/>
                          </a:solidFill>
                          <a:latin typeface="思源黑体 CN Medium"/>
                        </a:rPr>
                        <a:t>31.50%</a:t>
                      </a:r>
                    </a:p>
                  </a:txBody>
                  <a:tcPr marL="45720" marR="45720" marT="30000" marB="30000"/>
                </a:tc>
                <a:tc>
                  <a:txBody>
                    <a:bodyPr/>
                    <a:lstStyle/>
                    <a:p>
                      <a:pPr algn="ctr"/>
                      <a:r>
                        <a:rPr sz="700" b="0">
                          <a:solidFill>
                            <a:srgbClr val="000000"/>
                          </a:solidFill>
                          <a:latin typeface="思源黑体 CN Medium"/>
                        </a:rPr>
                        <a:t>35.70%</a:t>
                      </a:r>
                    </a:p>
                  </a:txBody>
                  <a:tcPr marL="45720" marR="45720" marT="30000" marB="30000"/>
                </a:tc>
                <a:tc>
                  <a:txBody>
                    <a:bodyPr/>
                    <a:lstStyle/>
                    <a:p>
                      <a:pPr algn="ctr"/>
                      <a:r>
                        <a:rPr sz="700" b="0">
                          <a:solidFill>
                            <a:srgbClr val="000000"/>
                          </a:solidFill>
                          <a:latin typeface="思源黑体 CN Medium"/>
                        </a:rPr>
                        <a:t>14.00%</a:t>
                      </a:r>
                    </a:p>
                  </a:txBody>
                  <a:tcPr marL="45720" marR="45720" marT="30000" marB="30000"/>
                </a:tc>
              </a:tr>
              <a:tr h="397838">
                <a:tc>
                  <a:txBody>
                    <a:bodyPr/>
                    <a:lstStyle/>
                    <a:p>
                      <a:pPr algn="l"/>
                      <a:r>
                        <a:rPr sz="700" b="1">
                          <a:solidFill>
                            <a:srgbClr val="000000"/>
                          </a:solidFill>
                          <a:latin typeface="思源黑体 CN Medium"/>
                        </a:rPr>
                        <a:t>新易盛</a:t>
                      </a:r>
                    </a:p>
                  </a:txBody>
                  <a:tcPr marL="45720" marR="45720" marT="30000" marB="30000"/>
                </a:tc>
                <a:tc>
                  <a:txBody>
                    <a:bodyPr/>
                    <a:lstStyle/>
                    <a:p>
                      <a:pPr algn="ctr"/>
                      <a:r>
                        <a:rPr sz="700" b="0">
                          <a:solidFill>
                            <a:srgbClr val="000000"/>
                          </a:solidFill>
                          <a:latin typeface="思源黑体 CN Medium"/>
                        </a:rPr>
                        <a:t>CPO</a:t>
                      </a:r>
                    </a:p>
                  </a:txBody>
                  <a:tcPr marL="45720" marR="45720" marT="30000" marB="30000"/>
                </a:tc>
                <a:tc>
                  <a:txBody>
                    <a:bodyPr/>
                    <a:lstStyle/>
                    <a:p>
                      <a:pPr algn="ctr"/>
                      <a:r>
                        <a:rPr sz="700" b="0">
                          <a:solidFill>
                            <a:srgbClr val="000000"/>
                          </a:solidFill>
                          <a:latin typeface="思源黑体 CN Medium"/>
                        </a:rPr>
                        <a:t>-23.80%</a:t>
                      </a:r>
                    </a:p>
                  </a:txBody>
                  <a:tcPr marL="45720" marR="45720" marT="30000" marB="30000"/>
                </a:tc>
                <a:tc>
                  <a:txBody>
                    <a:bodyPr/>
                    <a:lstStyle/>
                    <a:p>
                      <a:pPr algn="ctr"/>
                      <a:r>
                        <a:rPr sz="700" b="0">
                          <a:solidFill>
                            <a:srgbClr val="000000"/>
                          </a:solidFill>
                          <a:latin typeface="思源黑体 CN Medium"/>
                        </a:rPr>
                        <a:t>312.30%</a:t>
                      </a:r>
                    </a:p>
                  </a:txBody>
                  <a:tcPr marL="45720" marR="45720" marT="30000" marB="30000"/>
                </a:tc>
                <a:tc>
                  <a:txBody>
                    <a:bodyPr/>
                    <a:lstStyle/>
                    <a:p>
                      <a:pPr algn="ctr"/>
                      <a:r>
                        <a:rPr sz="700" b="0">
                          <a:solidFill>
                            <a:srgbClr val="000000"/>
                          </a:solidFill>
                          <a:latin typeface="思源黑体 CN Medium"/>
                        </a:rPr>
                        <a:t>235.96%</a:t>
                      </a:r>
                    </a:p>
                  </a:txBody>
                  <a:tcPr marL="45720" marR="45720" marT="30000" marB="30000"/>
                </a:tc>
                <a:tc>
                  <a:txBody>
                    <a:bodyPr/>
                    <a:lstStyle/>
                    <a:p>
                      <a:pPr algn="ctr"/>
                      <a:r>
                        <a:rPr sz="700" b="0">
                          <a:solidFill>
                            <a:srgbClr val="000000"/>
                          </a:solidFill>
                          <a:latin typeface="思源黑体 CN Medium"/>
                        </a:rPr>
                        <a:t>83.09%</a:t>
                      </a:r>
                    </a:p>
                  </a:txBody>
                  <a:tcPr marL="45720" marR="45720" marT="30000" marB="30000"/>
                </a:tc>
                <a:tc>
                  <a:txBody>
                    <a:bodyPr/>
                    <a:lstStyle/>
                    <a:p>
                      <a:pPr algn="ctr"/>
                      <a:r>
                        <a:rPr sz="700" b="0">
                          <a:solidFill>
                            <a:srgbClr val="000000"/>
                          </a:solidFill>
                          <a:latin typeface="思源黑体 CN Medium"/>
                        </a:rPr>
                        <a:t>13.40%</a:t>
                      </a:r>
                    </a:p>
                  </a:txBody>
                  <a:tcPr marL="45720" marR="45720" marT="30000" marB="30000"/>
                </a:tc>
                <a:tc>
                  <a:txBody>
                    <a:bodyPr/>
                    <a:lstStyle/>
                    <a:p>
                      <a:pPr algn="ctr"/>
                      <a:r>
                        <a:rPr sz="700" b="0">
                          <a:solidFill>
                            <a:srgbClr val="000000"/>
                          </a:solidFill>
                          <a:latin typeface="思源黑体 CN Medium"/>
                        </a:rPr>
                        <a:t>41.10%</a:t>
                      </a:r>
                    </a:p>
                  </a:txBody>
                  <a:tcPr marL="45720" marR="45720" marT="30000" marB="30000"/>
                </a:tc>
                <a:tc>
                  <a:txBody>
                    <a:bodyPr/>
                    <a:lstStyle/>
                    <a:p>
                      <a:pPr algn="ctr"/>
                      <a:r>
                        <a:rPr sz="700" b="0">
                          <a:solidFill>
                            <a:srgbClr val="000000"/>
                          </a:solidFill>
                          <a:latin typeface="思源黑体 CN Medium"/>
                        </a:rPr>
                        <a:t>72.62%</a:t>
                      </a:r>
                    </a:p>
                  </a:txBody>
                  <a:tcPr marL="45720" marR="45720" marT="30000" marB="30000"/>
                </a:tc>
                <a:tc>
                  <a:txBody>
                    <a:bodyPr/>
                    <a:lstStyle/>
                    <a:p>
                      <a:pPr algn="ctr"/>
                      <a:r>
                        <a:rPr sz="700" b="0">
                          <a:solidFill>
                            <a:srgbClr val="000000"/>
                          </a:solidFill>
                          <a:latin typeface="思源黑体 CN Medium"/>
                        </a:rPr>
                        <a:t>14.52%</a:t>
                      </a:r>
                    </a:p>
                  </a:txBody>
                  <a:tcPr marL="45720" marR="45720" marT="30000" marB="30000"/>
                </a:tc>
              </a:tr>
              <a:tr h="397838">
                <a:tc>
                  <a:txBody>
                    <a:bodyPr/>
                    <a:lstStyle/>
                    <a:p>
                      <a:pPr algn="l"/>
                      <a:r>
                        <a:rPr sz="700" b="1">
                          <a:solidFill>
                            <a:srgbClr val="000000"/>
                          </a:solidFill>
                          <a:latin typeface="思源黑体 CN Medium"/>
                        </a:rPr>
                        <a:t>天孚通信</a:t>
                      </a:r>
                    </a:p>
                  </a:txBody>
                  <a:tcPr marL="45720" marR="45720" marT="30000" marB="30000"/>
                </a:tc>
                <a:tc>
                  <a:txBody>
                    <a:bodyPr/>
                    <a:lstStyle/>
                    <a:p>
                      <a:pPr algn="ctr"/>
                      <a:r>
                        <a:rPr sz="700" b="0">
                          <a:solidFill>
                            <a:srgbClr val="000000"/>
                          </a:solidFill>
                          <a:latin typeface="思源黑体 CN Medium"/>
                        </a:rPr>
                        <a:t>CPO</a:t>
                      </a:r>
                    </a:p>
                  </a:txBody>
                  <a:tcPr marL="45720" marR="45720" marT="30000" marB="30000"/>
                </a:tc>
                <a:tc>
                  <a:txBody>
                    <a:bodyPr/>
                    <a:lstStyle/>
                    <a:p>
                      <a:pPr algn="ctr"/>
                      <a:r>
                        <a:rPr sz="700" b="0">
                          <a:solidFill>
                            <a:srgbClr val="000000"/>
                          </a:solidFill>
                          <a:latin typeface="思源黑体 CN Medium"/>
                        </a:rPr>
                        <a:t>81.20%</a:t>
                      </a:r>
                    </a:p>
                  </a:txBody>
                  <a:tcPr marL="45720" marR="45720" marT="30000" marB="30000"/>
                </a:tc>
                <a:tc>
                  <a:txBody>
                    <a:bodyPr/>
                    <a:lstStyle/>
                    <a:p>
                      <a:pPr algn="ctr"/>
                      <a:r>
                        <a:rPr sz="700" b="0">
                          <a:solidFill>
                            <a:srgbClr val="000000"/>
                          </a:solidFill>
                          <a:latin typeface="思源黑体 CN Medium"/>
                        </a:rPr>
                        <a:t>84.10%</a:t>
                      </a:r>
                    </a:p>
                  </a:txBody>
                  <a:tcPr marL="45720" marR="45720" marT="30000" marB="30000"/>
                </a:tc>
                <a:tc>
                  <a:txBody>
                    <a:bodyPr/>
                    <a:lstStyle/>
                    <a:p>
                      <a:pPr algn="ctr"/>
                      <a:r>
                        <a:rPr sz="700" b="0">
                          <a:solidFill>
                            <a:srgbClr val="000000"/>
                          </a:solidFill>
                          <a:latin typeface="思源黑体 CN Medium"/>
                        </a:rPr>
                        <a:t>52.69%</a:t>
                      </a:r>
                    </a:p>
                  </a:txBody>
                  <a:tcPr marL="45720" marR="45720" marT="30000" marB="30000"/>
                </a:tc>
                <a:tc>
                  <a:txBody>
                    <a:bodyPr/>
                    <a:lstStyle/>
                    <a:p>
                      <a:pPr algn="ctr"/>
                      <a:r>
                        <a:rPr sz="700" b="0">
                          <a:solidFill>
                            <a:srgbClr val="000000"/>
                          </a:solidFill>
                          <a:latin typeface="思源黑体 CN Medium"/>
                        </a:rPr>
                        <a:t>45.36%</a:t>
                      </a:r>
                    </a:p>
                  </a:txBody>
                  <a:tcPr marL="45720" marR="45720" marT="30000" marB="30000"/>
                </a:tc>
                <a:tc>
                  <a:txBody>
                    <a:bodyPr/>
                    <a:lstStyle/>
                    <a:p>
                      <a:pPr algn="ctr"/>
                      <a:r>
                        <a:rPr sz="700" b="0">
                          <a:solidFill>
                            <a:srgbClr val="000000"/>
                          </a:solidFill>
                          <a:latin typeface="思源黑体 CN Medium"/>
                        </a:rPr>
                        <a:t>25.10%</a:t>
                      </a:r>
                    </a:p>
                  </a:txBody>
                  <a:tcPr marL="45720" marR="45720" marT="30000" marB="30000"/>
                </a:tc>
                <a:tc>
                  <a:txBody>
                    <a:bodyPr/>
                    <a:lstStyle/>
                    <a:p>
                      <a:pPr algn="ctr"/>
                      <a:r>
                        <a:rPr sz="700" b="0">
                          <a:solidFill>
                            <a:srgbClr val="000000"/>
                          </a:solidFill>
                          <a:latin typeface="思源黑体 CN Medium"/>
                        </a:rPr>
                        <a:t>37.50%</a:t>
                      </a:r>
                    </a:p>
                  </a:txBody>
                  <a:tcPr marL="45720" marR="45720" marT="30000" marB="30000"/>
                </a:tc>
                <a:tc>
                  <a:txBody>
                    <a:bodyPr/>
                    <a:lstStyle/>
                    <a:p>
                      <a:pPr algn="ctr"/>
                      <a:r>
                        <a:rPr sz="700" b="0">
                          <a:solidFill>
                            <a:srgbClr val="000000"/>
                          </a:solidFill>
                          <a:latin typeface="思源黑体 CN Medium"/>
                        </a:rPr>
                        <a:t>42.53%</a:t>
                      </a:r>
                    </a:p>
                  </a:txBody>
                  <a:tcPr marL="45720" marR="45720" marT="30000" marB="30000"/>
                </a:tc>
                <a:tc>
                  <a:txBody>
                    <a:bodyPr/>
                    <a:lstStyle/>
                    <a:p>
                      <a:pPr algn="ctr"/>
                      <a:r>
                        <a:rPr sz="700" b="0">
                          <a:solidFill>
                            <a:srgbClr val="000000"/>
                          </a:solidFill>
                          <a:latin typeface="思源黑体 CN Medium"/>
                        </a:rPr>
                        <a:t>8.57%</a:t>
                      </a:r>
                    </a:p>
                  </a:txBody>
                  <a:tcPr marL="45720" marR="45720" marT="30000" marB="30000"/>
                </a:tc>
              </a:tr>
              <a:tr h="397838">
                <a:tc>
                  <a:txBody>
                    <a:bodyPr/>
                    <a:lstStyle/>
                    <a:p>
                      <a:pPr algn="l"/>
                      <a:r>
                        <a:rPr sz="700" b="1">
                          <a:solidFill>
                            <a:srgbClr val="000000"/>
                          </a:solidFill>
                          <a:latin typeface="思源黑体 CN Medium"/>
                        </a:rPr>
                        <a:t>沪电股份</a:t>
                      </a:r>
                    </a:p>
                  </a:txBody>
                  <a:tcPr marL="45720" marR="45720" marT="30000" marB="30000"/>
                </a:tc>
                <a:tc>
                  <a:txBody>
                    <a:bodyPr/>
                    <a:lstStyle/>
                    <a:p>
                      <a:pPr algn="ctr"/>
                      <a:r>
                        <a:rPr sz="700" b="0">
                          <a:solidFill>
                            <a:srgbClr val="000000"/>
                          </a:solidFill>
                          <a:latin typeface="思源黑体 CN Medium"/>
                        </a:rPr>
                        <a:t>PCB</a:t>
                      </a:r>
                    </a:p>
                  </a:txBody>
                  <a:tcPr marL="45720" marR="45720" marT="30000" marB="30000"/>
                </a:tc>
                <a:tc>
                  <a:txBody>
                    <a:bodyPr/>
                    <a:lstStyle/>
                    <a:p>
                      <a:pPr algn="ctr"/>
                      <a:r>
                        <a:rPr sz="700" b="0">
                          <a:solidFill>
                            <a:srgbClr val="000000"/>
                          </a:solidFill>
                          <a:latin typeface="思源黑体 CN Medium"/>
                        </a:rPr>
                        <a:t>11.10%</a:t>
                      </a:r>
                    </a:p>
                  </a:txBody>
                  <a:tcPr marL="45720" marR="45720" marT="30000" marB="30000"/>
                </a:tc>
                <a:tc>
                  <a:txBody>
                    <a:bodyPr/>
                    <a:lstStyle/>
                    <a:p>
                      <a:pPr algn="ctr"/>
                      <a:r>
                        <a:rPr sz="700" b="0">
                          <a:solidFill>
                            <a:srgbClr val="000000"/>
                          </a:solidFill>
                          <a:latin typeface="思源黑体 CN Medium"/>
                        </a:rPr>
                        <a:t>71.10%</a:t>
                      </a:r>
                    </a:p>
                  </a:txBody>
                  <a:tcPr marL="45720" marR="45720" marT="30000" marB="30000"/>
                </a:tc>
                <a:tc>
                  <a:txBody>
                    <a:bodyPr/>
                    <a:lstStyle/>
                    <a:p>
                      <a:pPr algn="ctr"/>
                      <a:r>
                        <a:rPr sz="700" b="0">
                          <a:solidFill>
                            <a:srgbClr val="000000"/>
                          </a:solidFill>
                          <a:latin typeface="思源黑体 CN Medium"/>
                        </a:rPr>
                        <a:t>49.10%</a:t>
                      </a:r>
                    </a:p>
                  </a:txBody>
                  <a:tcPr marL="45720" marR="45720" marT="30000" marB="30000"/>
                </a:tc>
                <a:tc>
                  <a:txBody>
                    <a:bodyPr/>
                    <a:lstStyle/>
                    <a:p>
                      <a:pPr algn="ctr"/>
                      <a:r>
                        <a:rPr sz="700" b="0">
                          <a:solidFill>
                            <a:srgbClr val="000000"/>
                          </a:solidFill>
                          <a:latin typeface="思源黑体 CN Medium"/>
                        </a:rPr>
                        <a:t>56.22%</a:t>
                      </a:r>
                    </a:p>
                  </a:txBody>
                  <a:tcPr marL="45720" marR="45720" marT="30000" marB="30000"/>
                </a:tc>
                <a:tc>
                  <a:txBody>
                    <a:bodyPr/>
                    <a:lstStyle/>
                    <a:p>
                      <a:pPr algn="ctr"/>
                      <a:r>
                        <a:rPr sz="700" b="0">
                          <a:solidFill>
                            <a:srgbClr val="000000"/>
                          </a:solidFill>
                          <a:latin typeface="思源黑体 CN Medium"/>
                        </a:rPr>
                        <a:t>16.80%</a:t>
                      </a:r>
                    </a:p>
                  </a:txBody>
                  <a:tcPr marL="45720" marR="45720" marT="30000" marB="30000"/>
                </a:tc>
                <a:tc>
                  <a:txBody>
                    <a:bodyPr/>
                    <a:lstStyle/>
                    <a:p>
                      <a:pPr algn="ctr"/>
                      <a:r>
                        <a:rPr sz="700" b="0">
                          <a:solidFill>
                            <a:srgbClr val="000000"/>
                          </a:solidFill>
                          <a:latin typeface="思源黑体 CN Medium"/>
                        </a:rPr>
                        <a:t>23.90%</a:t>
                      </a:r>
                    </a:p>
                  </a:txBody>
                  <a:tcPr marL="45720" marR="45720" marT="30000" marB="30000"/>
                </a:tc>
                <a:tc>
                  <a:txBody>
                    <a:bodyPr/>
                    <a:lstStyle/>
                    <a:p>
                      <a:pPr algn="ctr"/>
                      <a:r>
                        <a:rPr sz="700" b="0">
                          <a:solidFill>
                            <a:srgbClr val="000000"/>
                          </a:solidFill>
                          <a:latin typeface="思源黑体 CN Medium"/>
                        </a:rPr>
                        <a:t>28.36%</a:t>
                      </a:r>
                    </a:p>
                  </a:txBody>
                  <a:tcPr marL="45720" marR="45720" marT="30000" marB="30000"/>
                </a:tc>
                <a:tc>
                  <a:txBody>
                    <a:bodyPr/>
                    <a:lstStyle/>
                    <a:p>
                      <a:pPr algn="ctr"/>
                      <a:r>
                        <a:rPr sz="700" b="0">
                          <a:solidFill>
                            <a:srgbClr val="000000"/>
                          </a:solidFill>
                          <a:latin typeface="思源黑体 CN Medium"/>
                        </a:rPr>
                        <a:t>7.79%</a:t>
                      </a:r>
                    </a:p>
                  </a:txBody>
                  <a:tcPr marL="45720" marR="45720" marT="30000" marB="30000"/>
                </a:tc>
              </a:tr>
              <a:tr h="397838">
                <a:tc>
                  <a:txBody>
                    <a:bodyPr/>
                    <a:lstStyle/>
                    <a:p>
                      <a:pPr algn="l"/>
                      <a:r>
                        <a:rPr sz="700" b="1">
                          <a:solidFill>
                            <a:srgbClr val="000000"/>
                          </a:solidFill>
                          <a:latin typeface="思源黑体 CN Medium"/>
                        </a:rPr>
                        <a:t>工业富联</a:t>
                      </a:r>
                    </a:p>
                  </a:txBody>
                  <a:tcPr marL="45720" marR="45720" marT="30000" marB="30000"/>
                </a:tc>
                <a:tc>
                  <a:txBody>
                    <a:bodyPr/>
                    <a:lstStyle/>
                    <a:p>
                      <a:pPr algn="ctr"/>
                      <a:r>
                        <a:rPr sz="700" b="0">
                          <a:solidFill>
                            <a:srgbClr val="000000"/>
                          </a:solidFill>
                          <a:latin typeface="思源黑体 CN Medium"/>
                        </a:rPr>
                        <a:t>服务器</a:t>
                      </a:r>
                    </a:p>
                  </a:txBody>
                  <a:tcPr marL="45720" marR="45720" marT="30000" marB="30000"/>
                </a:tc>
                <a:tc>
                  <a:txBody>
                    <a:bodyPr/>
                    <a:lstStyle/>
                    <a:p>
                      <a:pPr algn="ctr"/>
                      <a:r>
                        <a:rPr sz="700" b="0">
                          <a:solidFill>
                            <a:srgbClr val="000000"/>
                          </a:solidFill>
                          <a:latin typeface="思源黑体 CN Medium"/>
                        </a:rPr>
                        <a:t>4.80%</a:t>
                      </a:r>
                    </a:p>
                  </a:txBody>
                  <a:tcPr marL="45720" marR="45720" marT="30000" marB="30000"/>
                </a:tc>
                <a:tc>
                  <a:txBody>
                    <a:bodyPr/>
                    <a:lstStyle/>
                    <a:p>
                      <a:pPr algn="ctr"/>
                      <a:r>
                        <a:rPr sz="700" b="0">
                          <a:solidFill>
                            <a:srgbClr val="000000"/>
                          </a:solidFill>
                          <a:latin typeface="思源黑体 CN Medium"/>
                        </a:rPr>
                        <a:t>10.30%</a:t>
                      </a:r>
                    </a:p>
                  </a:txBody>
                  <a:tcPr marL="45720" marR="45720" marT="30000" marB="30000"/>
                </a:tc>
                <a:tc>
                  <a:txBody>
                    <a:bodyPr/>
                    <a:lstStyle/>
                    <a:p>
                      <a:pPr algn="ctr"/>
                      <a:r>
                        <a:rPr sz="700" b="0">
                          <a:solidFill>
                            <a:srgbClr val="000000"/>
                          </a:solidFill>
                          <a:latin typeface="思源黑体 CN Medium"/>
                        </a:rPr>
                        <a:t>58.01%</a:t>
                      </a:r>
                    </a:p>
                  </a:txBody>
                  <a:tcPr marL="45720" marR="45720" marT="30000" marB="30000"/>
                </a:tc>
                <a:tc>
                  <a:txBody>
                    <a:bodyPr/>
                    <a:lstStyle/>
                    <a:p>
                      <a:pPr algn="ctr"/>
                      <a:r>
                        <a:rPr sz="700" b="0">
                          <a:solidFill>
                            <a:srgbClr val="000000"/>
                          </a:solidFill>
                          <a:latin typeface="思源黑体 CN Medium"/>
                        </a:rPr>
                        <a:t>109.39%</a:t>
                      </a:r>
                    </a:p>
                  </a:txBody>
                  <a:tcPr marL="45720" marR="45720" marT="30000" marB="30000"/>
                </a:tc>
                <a:tc>
                  <a:txBody>
                    <a:bodyPr/>
                    <a:lstStyle/>
                    <a:p>
                      <a:pPr algn="ctr"/>
                      <a:r>
                        <a:rPr sz="700" b="0">
                          <a:solidFill>
                            <a:srgbClr val="000000"/>
                          </a:solidFill>
                          <a:latin typeface="思源黑体 CN Medium"/>
                        </a:rPr>
                        <a:t>15.60%</a:t>
                      </a:r>
                    </a:p>
                  </a:txBody>
                  <a:tcPr marL="45720" marR="45720" marT="30000" marB="30000"/>
                </a:tc>
                <a:tc>
                  <a:txBody>
                    <a:bodyPr/>
                    <a:lstStyle/>
                    <a:p>
                      <a:pPr algn="ctr"/>
                      <a:r>
                        <a:rPr sz="700" b="0">
                          <a:solidFill>
                            <a:srgbClr val="000000"/>
                          </a:solidFill>
                          <a:latin typeface="思源黑体 CN Medium"/>
                        </a:rPr>
                        <a:t>15.90%</a:t>
                      </a:r>
                    </a:p>
                  </a:txBody>
                  <a:tcPr marL="45720" marR="45720" marT="30000" marB="30000"/>
                </a:tc>
                <a:tc>
                  <a:txBody>
                    <a:bodyPr/>
                    <a:lstStyle/>
                    <a:p>
                      <a:pPr algn="ctr"/>
                      <a:r>
                        <a:rPr sz="700" b="0">
                          <a:solidFill>
                            <a:srgbClr val="000000"/>
                          </a:solidFill>
                          <a:latin typeface="思源黑体 CN Medium"/>
                        </a:rPr>
                        <a:t>22.09%</a:t>
                      </a:r>
                    </a:p>
                  </a:txBody>
                  <a:tcPr marL="45720" marR="45720" marT="30000" marB="30000"/>
                </a:tc>
                <a:tc>
                  <a:txBody>
                    <a:bodyPr/>
                    <a:lstStyle/>
                    <a:p>
                      <a:pPr algn="ctr"/>
                      <a:r>
                        <a:rPr sz="700" b="0">
                          <a:solidFill>
                            <a:srgbClr val="000000"/>
                          </a:solidFill>
                          <a:latin typeface="思源黑体 CN Medium"/>
                        </a:rPr>
                        <a:t>6.18%</a:t>
                      </a:r>
                    </a:p>
                  </a:txBody>
                  <a:tcPr marL="45720" marR="45720" marT="30000" marB="30000"/>
                </a:tc>
              </a:tr>
              <a:tr h="397838">
                <a:tc>
                  <a:txBody>
                    <a:bodyPr/>
                    <a:lstStyle/>
                    <a:p>
                      <a:pPr algn="l"/>
                      <a:r>
                        <a:rPr sz="700" b="1">
                          <a:solidFill>
                            <a:srgbClr val="000000"/>
                          </a:solidFill>
                          <a:latin typeface="思源黑体 CN Medium"/>
                        </a:rPr>
                        <a:t>沃尔核材</a:t>
                      </a:r>
                    </a:p>
                  </a:txBody>
                  <a:tcPr marL="45720" marR="45720" marT="30000" marB="30000"/>
                </a:tc>
                <a:tc>
                  <a:txBody>
                    <a:bodyPr/>
                    <a:lstStyle/>
                    <a:p>
                      <a:pPr algn="ctr"/>
                      <a:r>
                        <a:rPr sz="700" b="0">
                          <a:solidFill>
                            <a:srgbClr val="000000"/>
                          </a:solidFill>
                          <a:latin typeface="思源黑体 CN Medium"/>
                        </a:rPr>
                        <a:t>铜缆/铜连接</a:t>
                      </a:r>
                    </a:p>
                  </a:txBody>
                  <a:tcPr marL="45720" marR="45720" marT="30000" marB="30000"/>
                </a:tc>
                <a:tc>
                  <a:txBody>
                    <a:bodyPr/>
                    <a:lstStyle/>
                    <a:p>
                      <a:pPr algn="ctr"/>
                      <a:r>
                        <a:rPr sz="700" b="0">
                          <a:solidFill>
                            <a:srgbClr val="000000"/>
                          </a:solidFill>
                          <a:latin typeface="思源黑体 CN Medium"/>
                        </a:rPr>
                        <a:t>14.00%</a:t>
                      </a:r>
                    </a:p>
                  </a:txBody>
                  <a:tcPr marL="45720" marR="45720" marT="30000" marB="30000"/>
                </a:tc>
                <a:tc>
                  <a:txBody>
                    <a:bodyPr/>
                    <a:lstStyle/>
                    <a:p>
                      <a:pPr algn="ctr"/>
                      <a:r>
                        <a:rPr sz="700" b="0">
                          <a:solidFill>
                            <a:srgbClr val="000000"/>
                          </a:solidFill>
                          <a:latin typeface="思源黑体 CN Medium"/>
                        </a:rPr>
                        <a:t>21.00%</a:t>
                      </a:r>
                    </a:p>
                  </a:txBody>
                  <a:tcPr marL="45720" marR="45720" marT="30000" marB="30000"/>
                </a:tc>
                <a:tc>
                  <a:txBody>
                    <a:bodyPr/>
                    <a:lstStyle/>
                    <a:p>
                      <a:pPr algn="ctr"/>
                      <a:r>
                        <a:rPr sz="700" b="0">
                          <a:solidFill>
                            <a:srgbClr val="000000"/>
                          </a:solidFill>
                          <a:latin typeface="思源黑体 CN Medium"/>
                        </a:rPr>
                        <a:t>32.38%</a:t>
                      </a:r>
                    </a:p>
                  </a:txBody>
                  <a:tcPr marL="45720" marR="45720" marT="30000" marB="30000"/>
                </a:tc>
                <a:tc>
                  <a:txBody>
                    <a:bodyPr/>
                    <a:lstStyle/>
                    <a:p>
                      <a:pPr algn="ctr"/>
                      <a:r>
                        <a:rPr sz="700" b="0">
                          <a:solidFill>
                            <a:srgbClr val="000000"/>
                          </a:solidFill>
                          <a:latin typeface="思源黑体 CN Medium"/>
                        </a:rPr>
                        <a:t>-8.31%</a:t>
                      </a:r>
                    </a:p>
                  </a:txBody>
                  <a:tcPr marL="45720" marR="45720" marT="30000" marB="30000"/>
                </a:tc>
                <a:tc>
                  <a:txBody>
                    <a:bodyPr/>
                    <a:lstStyle/>
                    <a:p>
                      <a:pPr algn="ctr"/>
                      <a:r>
                        <a:rPr sz="700" b="0">
                          <a:solidFill>
                            <a:srgbClr val="000000"/>
                          </a:solidFill>
                          <a:latin typeface="思源黑体 CN Medium"/>
                        </a:rPr>
                        <a:t>15.10%</a:t>
                      </a:r>
                    </a:p>
                  </a:txBody>
                  <a:tcPr marL="45720" marR="45720" marT="30000" marB="30000"/>
                </a:tc>
                <a:tc>
                  <a:txBody>
                    <a:bodyPr/>
                    <a:lstStyle/>
                    <a:p>
                      <a:pPr algn="ctr"/>
                      <a:r>
                        <a:rPr sz="700" b="0">
                          <a:solidFill>
                            <a:srgbClr val="000000"/>
                          </a:solidFill>
                          <a:latin typeface="思源黑体 CN Medium"/>
                        </a:rPr>
                        <a:t>16.20%</a:t>
                      </a:r>
                    </a:p>
                  </a:txBody>
                  <a:tcPr marL="45720" marR="45720" marT="30000" marB="30000"/>
                </a:tc>
                <a:tc>
                  <a:txBody>
                    <a:bodyPr/>
                    <a:lstStyle/>
                    <a:p>
                      <a:pPr algn="ctr"/>
                      <a:r>
                        <a:rPr sz="700" b="0">
                          <a:solidFill>
                            <a:srgbClr val="000000"/>
                          </a:solidFill>
                          <a:latin typeface="思源黑体 CN Medium"/>
                        </a:rPr>
                        <a:t>19.01%</a:t>
                      </a:r>
                    </a:p>
                  </a:txBody>
                  <a:tcPr marL="45720" marR="45720" marT="30000" marB="30000"/>
                </a:tc>
                <a:tc>
                  <a:txBody>
                    <a:bodyPr/>
                    <a:lstStyle/>
                    <a:p>
                      <a:pPr algn="ctr"/>
                      <a:r>
                        <a:rPr sz="700" b="0">
                          <a:solidFill>
                            <a:srgbClr val="000000"/>
                          </a:solidFill>
                          <a:latin typeface="思源黑体 CN Medium"/>
                        </a:rPr>
                        <a:t>2.96%</a:t>
                      </a:r>
                    </a:p>
                  </a:txBody>
                  <a:tcPr marL="45720" marR="45720" marT="30000" marB="30000"/>
                </a:tc>
              </a:tr>
              <a:tr h="397844">
                <a:tc>
                  <a:txBody>
                    <a:bodyPr/>
                    <a:lstStyle/>
                    <a:p>
                      <a:pPr algn="l"/>
                      <a:r>
                        <a:rPr sz="700" b="1">
                          <a:solidFill>
                            <a:srgbClr val="000000"/>
                          </a:solidFill>
                          <a:latin typeface="思源黑体 CN Medium"/>
                        </a:rPr>
                        <a:t>海光信息</a:t>
                      </a:r>
                    </a:p>
                  </a:txBody>
                  <a:tcPr marL="45720" marR="45720" marT="30000" marB="30000"/>
                </a:tc>
                <a:tc>
                  <a:txBody>
                    <a:bodyPr/>
                    <a:lstStyle/>
                    <a:p>
                      <a:pPr algn="ctr"/>
                      <a:r>
                        <a:rPr sz="700" b="0">
                          <a:solidFill>
                            <a:srgbClr val="000000"/>
                          </a:solidFill>
                          <a:latin typeface="思源黑体 CN Medium"/>
                        </a:rPr>
                        <a:t>国产AI芯片</a:t>
                      </a:r>
                    </a:p>
                  </a:txBody>
                  <a:tcPr marL="45720" marR="45720" marT="30000" marB="30000"/>
                </a:tc>
                <a:tc>
                  <a:txBody>
                    <a:bodyPr/>
                    <a:lstStyle/>
                    <a:p>
                      <a:pPr algn="ctr"/>
                      <a:r>
                        <a:rPr sz="700" b="0">
                          <a:solidFill>
                            <a:srgbClr val="000000"/>
                          </a:solidFill>
                          <a:latin typeface="思源黑体 CN Medium"/>
                        </a:rPr>
                        <a:t>57.20%</a:t>
                      </a:r>
                    </a:p>
                  </a:txBody>
                  <a:tcPr marL="45720" marR="45720" marT="30000" marB="30000"/>
                </a:tc>
                <a:tc>
                  <a:txBody>
                    <a:bodyPr/>
                    <a:lstStyle/>
                    <a:p>
                      <a:pPr algn="ctr"/>
                      <a:r>
                        <a:rPr sz="700" b="0">
                          <a:solidFill>
                            <a:srgbClr val="000000"/>
                          </a:solidFill>
                          <a:latin typeface="思源黑体 CN Medium"/>
                        </a:rPr>
                        <a:t>52.90%</a:t>
                      </a:r>
                    </a:p>
                  </a:txBody>
                  <a:tcPr marL="45720" marR="45720" marT="30000" marB="30000"/>
                </a:tc>
                <a:tc>
                  <a:txBody>
                    <a:bodyPr/>
                    <a:lstStyle/>
                    <a:p>
                      <a:pPr algn="ctr"/>
                      <a:r>
                        <a:rPr sz="700" b="0">
                          <a:solidFill>
                            <a:srgbClr val="000000"/>
                          </a:solidFill>
                          <a:latin typeface="思源黑体 CN Medium"/>
                        </a:rPr>
                        <a:t>29.15%</a:t>
                      </a:r>
                    </a:p>
                  </a:txBody>
                  <a:tcPr marL="45720" marR="45720" marT="30000" marB="30000"/>
                </a:tc>
                <a:tc>
                  <a:txBody>
                    <a:bodyPr/>
                    <a:lstStyle/>
                    <a:p>
                      <a:pPr algn="ctr"/>
                      <a:r>
                        <a:rPr sz="700" b="0">
                          <a:solidFill>
                            <a:srgbClr val="000000"/>
                          </a:solidFill>
                          <a:latin typeface="思源黑体 CN Medium"/>
                        </a:rPr>
                        <a:t>32.77%</a:t>
                      </a:r>
                    </a:p>
                  </a:txBody>
                  <a:tcPr marL="45720" marR="45720" marT="30000" marB="30000"/>
                </a:tc>
                <a:tc>
                  <a:txBody>
                    <a:bodyPr/>
                    <a:lstStyle/>
                    <a:p>
                      <a:pPr algn="ctr"/>
                      <a:r>
                        <a:rPr sz="700" b="0">
                          <a:solidFill>
                            <a:srgbClr val="000000"/>
                          </a:solidFill>
                          <a:latin typeface="思源黑体 CN Medium"/>
                        </a:rPr>
                        <a:t>7.10%</a:t>
                      </a:r>
                    </a:p>
                  </a:txBody>
                  <a:tcPr marL="45720" marR="45720" marT="30000" marB="30000"/>
                </a:tc>
                <a:tc>
                  <a:txBody>
                    <a:bodyPr/>
                    <a:lstStyle/>
                    <a:p>
                      <a:pPr algn="ctr"/>
                      <a:r>
                        <a:rPr sz="700" b="0">
                          <a:solidFill>
                            <a:srgbClr val="000000"/>
                          </a:solidFill>
                          <a:latin typeface="思源黑体 CN Medium"/>
                        </a:rPr>
                        <a:t>9.90%</a:t>
                      </a:r>
                    </a:p>
                  </a:txBody>
                  <a:tcPr marL="45720" marR="45720" marT="30000" marB="30000"/>
                </a:tc>
                <a:tc>
                  <a:txBody>
                    <a:bodyPr/>
                    <a:lstStyle/>
                    <a:p>
                      <a:pPr algn="ctr"/>
                      <a:r>
                        <a:rPr sz="700" b="0">
                          <a:solidFill>
                            <a:srgbClr val="000000"/>
                          </a:solidFill>
                          <a:latin typeface="思源黑体 CN Medium"/>
                        </a:rPr>
                        <a:t>11.91%</a:t>
                      </a:r>
                    </a:p>
                  </a:txBody>
                  <a:tcPr marL="45720" marR="45720" marT="30000" marB="30000"/>
                </a:tc>
                <a:tc>
                  <a:txBody>
                    <a:bodyPr/>
                    <a:lstStyle/>
                    <a:p>
                      <a:pPr algn="ctr"/>
                      <a:r>
                        <a:rPr sz="700" b="0">
                          <a:solidFill>
                            <a:srgbClr val="000000"/>
                          </a:solidFill>
                          <a:latin typeface="思源黑体 CN Medium"/>
                        </a:rPr>
                        <a:t>2.99%</a:t>
                      </a:r>
                    </a:p>
                  </a:txBody>
                  <a:tcPr marL="45720" marR="45720" marT="30000" marB="30000"/>
                </a:tc>
              </a:tr>
            </a:tbl>
          </a:graphicData>
        </a:graphic>
      </p:graphicFrame>
    </p:spTree>
  </p:cSld>
  <p:clrMapOvr>
    <a:masterClrMapping/>
  </p:clrMapOvr>
</p:sld>
</file>

<file path=ppt/slides/slide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B5D6D01A-4AD0-4A67-AD7E-1888CEE86F51}"/>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62</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D68FE378-197F-4726-89C0-82A14E44C9DA}"/>
              </a:ext>
            </a:extLst>
          </p:cNvPr>
          <p:cNvSpPr txBox="1"/>
          <p:nvPr/>
        </p:nvSpPr>
        <p:spPr>
          <a:xfrm>
            <a:off x="424070" y="1363926"/>
            <a:ext cx="10947402" cy="49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一级市场IPO融资已经升至高分位，说明风险偏好正在从少数龙头向更广泛的AI资产外溢。</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a:p>
            <a:r>
              <a:rPr sz="1400" b="0">
                <a:solidFill>
                  <a:srgbClr val="353160"/>
                </a:solidFill>
                <a:latin typeface="Source Han Sans CN Medium"/>
              </a:rPr>
              <a:t>IT设备投资占美国GDP比重，接近1994-1996年。</a:t>
            </a:r>
          </a:p>
        </p:txBody>
      </p:sp>
      <p:sp>
        <p:nvSpPr>
          <p:cNvPr id="9" name="标题 8">
            <a:extLst>
              <a:ext uri="{FF2B5EF4-FFF2-40B4-BE49-F238E27FC236}">
                <a16:creationId xmlns:a16="http://schemas.microsoft.com/office/drawing/2014/main" id="{1C2418B9-15C6-4564-AA7C-0CECC3FDB60F}"/>
              </a:ext>
            </a:extLst>
          </p:cNvPr>
          <p:cNvSpPr>
            <a:spLocks noGrp="1"/>
          </p:cNvSpPr>
          <p:nvPr>
            <p:ph type="title"/>
          </p:nvPr>
        </p:nvSpPr>
        <p:spPr/>
        <p:txBody>
          <a:bodyPr wrap="square">
            <a:normAutofit/>
          </a:bodyPr>
          <a:lstStyle/>
          <a:p>
            <a:pPr/>
            <a:r>
              <a:rPr sz="3200" b="0">
                <a:solidFill>
                  <a:srgbClr val="353160"/>
                </a:solidFill>
                <a:latin typeface="思源黑体 CN Normal"/>
              </a:rPr>
              <a:t>权益资产</a:t>
            </a:r>
          </a:p>
        </p:txBody>
      </p:sp>
      <p:sp>
        <p:nvSpPr>
          <p:cNvPr id="5" name="文本框 4">
            <a:extLst>
              <a:ext uri="{FF2B5EF4-FFF2-40B4-BE49-F238E27FC236}">
                <a16:creationId xmlns:a16="http://schemas.microsoft.com/office/drawing/2014/main" id="{99CFD0EC-FD43-4F81-8B8D-4ECDF2CE22C7}"/>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资料来源：Haver Analytics，广发证券发展研究中心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pic>
        <p:nvPicPr>
          <p:cNvPr id="10" name="source_docx_image" descr="013_4a234a6afe47_image21.png"/>
          <p:cNvPicPr>
            <a:picLocks noChangeAspect="1"/>
          </p:cNvPicPr>
          <p:nvPr/>
        </p:nvPicPr>
        <p:blipFill>
          <a:blip r:embed="rId2"/>
          <a:stretch>
            <a:fillRect/>
          </a:stretch>
        </p:blipFill>
        <p:spPr>
          <a:xfrm>
            <a:off x="609600" y="2615193"/>
            <a:ext cx="5436400" cy="3239826"/>
          </a:xfrm>
          <a:prstGeom prst="rect">
            <a:avLst/>
          </a:prstGeom>
        </p:spPr>
      </p:pic>
      <p:pic>
        <p:nvPicPr>
          <p:cNvPr id="11" name="source_docx_image" descr="014_4fc530bea3d0_image22.png"/>
          <p:cNvPicPr>
            <a:picLocks noChangeAspect="1"/>
          </p:cNvPicPr>
          <p:nvPr/>
        </p:nvPicPr>
        <p:blipFill>
          <a:blip r:embed="rId3"/>
          <a:stretch>
            <a:fillRect/>
          </a:stretch>
        </p:blipFill>
        <p:spPr>
          <a:xfrm>
            <a:off x="6146000" y="2666650"/>
            <a:ext cx="5436400" cy="3136912"/>
          </a:xfrm>
          <a:prstGeom prst="rect">
            <a:avLst/>
          </a:prstGeom>
        </p:spPr>
      </p:pic>
    </p:spTree>
  </p:cSld>
  <p:clrMapOvr>
    <a:masterClrMapping/>
  </p:clrMapOvr>
</p:sld>
</file>

<file path=ppt/slides/slide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ECC24C43-30DB-4FCF-9464-0274E4A43126}"/>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63</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DCF65928-F237-4F8B-948F-7604BE53239B}"/>
              </a:ext>
            </a:extLst>
          </p:cNvPr>
          <p:cNvSpPr txBox="1"/>
          <p:nvPr/>
        </p:nvSpPr>
        <p:spPr>
          <a:xfrm>
            <a:off x="424070" y="1363926"/>
            <a:ext cx="10947402" cy="9577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最后，下半年美国中期选举进入关键时期，需关注潜在的政治性风险。</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a:p>
            <a:r>
              <a:rPr sz="1400" b="0">
                <a:solidFill>
                  <a:srgbClr val="353160"/>
                </a:solidFill>
                <a:latin typeface="Source Han Sans CN Medium"/>
              </a:rPr>
              <a:t>自 1929 年以来，总统任期第二年是标普500平均表现最差的一年，平均涨幅3.3%，正收益概率也明显低于其他三年。</a:t>
            </a:r>
          </a:p>
          <a:p>
            <a:r>
              <a:rPr sz="1400" b="0">
                <a:solidFill>
                  <a:srgbClr val="353160"/>
                </a:solidFill>
                <a:latin typeface="Source Han Sans CN Medium"/>
              </a:rPr>
              <a:t>下半年的美股很有可能受到“意外政治事件”和“特朗普挽回民意”的影响而波动明显。</a:t>
            </a:r>
          </a:p>
        </p:txBody>
      </p:sp>
      <p:sp>
        <p:nvSpPr>
          <p:cNvPr id="9" name="标题 8">
            <a:extLst>
              <a:ext uri="{FF2B5EF4-FFF2-40B4-BE49-F238E27FC236}">
                <a16:creationId xmlns:a16="http://schemas.microsoft.com/office/drawing/2014/main" id="{EC684267-ADDD-4DA6-808C-37F145B9BD0D}"/>
              </a:ext>
            </a:extLst>
          </p:cNvPr>
          <p:cNvSpPr>
            <a:spLocks noGrp="1"/>
          </p:cNvSpPr>
          <p:nvPr>
            <p:ph type="title"/>
          </p:nvPr>
        </p:nvSpPr>
        <p:spPr/>
        <p:txBody>
          <a:bodyPr wrap="square">
            <a:normAutofit/>
          </a:bodyPr>
          <a:lstStyle/>
          <a:p>
            <a:pPr/>
            <a:r>
              <a:rPr sz="3200" b="0">
                <a:solidFill>
                  <a:srgbClr val="353160"/>
                </a:solidFill>
                <a:latin typeface="思源黑体 CN Normal"/>
              </a:rPr>
              <a:t>权益资产</a:t>
            </a:r>
          </a:p>
        </p:txBody>
      </p:sp>
      <p:sp>
        <p:nvSpPr>
          <p:cNvPr id="5" name="文本框 4">
            <a:extLst>
              <a:ext uri="{FF2B5EF4-FFF2-40B4-BE49-F238E27FC236}">
                <a16:creationId xmlns:a16="http://schemas.microsoft.com/office/drawing/2014/main" id="{8035B8D8-19A3-4945-AD25-6F45C497E5F9}"/>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spTree>
  </p:cSld>
  <p:clrMapOvr>
    <a:masterClrMapping/>
  </p:clrMapOvr>
</p:sld>
</file>

<file path=ppt/slides/slide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7C5926C9-A1D6-474A-9A7E-72A911B79A4D}"/>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64</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3A78C7FB-A407-49D2-9C91-65A6BA97A3DE}"/>
              </a:ext>
            </a:extLst>
          </p:cNvPr>
          <p:cNvSpPr txBox="1"/>
          <p:nvPr/>
        </p:nvSpPr>
        <p:spPr>
          <a:xfrm>
            <a:off x="424070" y="1363926"/>
            <a:ext cx="10947402" cy="36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从历史数据来看，中期选举年份美股的平均收益为个位数。</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B9C13822-9305-456A-8B7E-99E4256AFFD6}"/>
              </a:ext>
            </a:extLst>
          </p:cNvPr>
          <p:cNvSpPr>
            <a:spLocks noGrp="1"/>
          </p:cNvSpPr>
          <p:nvPr>
            <p:ph type="title"/>
          </p:nvPr>
        </p:nvSpPr>
        <p:spPr/>
        <p:txBody>
          <a:bodyPr wrap="square">
            <a:normAutofit/>
          </a:bodyPr>
          <a:lstStyle/>
          <a:p>
            <a:pPr/>
            <a:r>
              <a:rPr sz="3200" b="0">
                <a:solidFill>
                  <a:srgbClr val="353160"/>
                </a:solidFill>
                <a:latin typeface="思源黑体 CN Normal"/>
              </a:rPr>
              <a:t>权益资产</a:t>
            </a:r>
          </a:p>
        </p:txBody>
      </p:sp>
      <p:sp>
        <p:nvSpPr>
          <p:cNvPr id="5" name="文本框 4">
            <a:extLst>
              <a:ext uri="{FF2B5EF4-FFF2-40B4-BE49-F238E27FC236}">
                <a16:creationId xmlns:a16="http://schemas.microsoft.com/office/drawing/2014/main" id="{1C610266-ACEC-45A3-8AED-DD0F07DA0AC9}"/>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2321626"/>
          <a:ext cx="10972800" cy="3868524"/>
        </p:xfrm>
        <a:graphic>
          <a:graphicData uri="http://schemas.openxmlformats.org/drawingml/2006/chart">
            <c:chart xmlns:c="http://schemas.openxmlformats.org/drawingml/2006/chart" r:id="rId2"/>
          </a:graphicData>
        </a:graphic>
      </p:graphicFrame>
    </p:spTree>
  </p:cSld>
  <p:clrMapOvr>
    <a:masterClrMapping/>
  </p:clrMapOvr>
</p:sld>
</file>

<file path=ppt/slides/slide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448015E7-B0B4-4EB8-977F-353102E7EDB8}"/>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65</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DD8B3310-9CBD-4939-B8EA-BA07143A432B}"/>
              </a:ext>
            </a:extLst>
          </p:cNvPr>
          <p:cNvSpPr txBox="1"/>
          <p:nvPr/>
        </p:nvSpPr>
        <p:spPr>
          <a:xfrm>
            <a:off x="424070" y="1363926"/>
            <a:ext cx="10947402" cy="49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一方面，市场结构高度集中，三星电子和SK海力士占KOSPI总市值过半，一旦AI需求放缓或半导体进入下行周期，大盘可能面临剧烈回调。</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F6FE068C-B458-4545-AF9F-C231C092E383}"/>
              </a:ext>
            </a:extLst>
          </p:cNvPr>
          <p:cNvSpPr>
            <a:spLocks noGrp="1"/>
          </p:cNvSpPr>
          <p:nvPr>
            <p:ph type="title"/>
          </p:nvPr>
        </p:nvSpPr>
        <p:spPr/>
        <p:txBody>
          <a:bodyPr wrap="square">
            <a:normAutofit/>
          </a:bodyPr>
          <a:lstStyle/>
          <a:p>
            <a:pPr/>
            <a:r>
              <a:rPr sz="3200" b="0">
                <a:solidFill>
                  <a:srgbClr val="353160"/>
                </a:solidFill>
                <a:latin typeface="思源黑体 CN Normal"/>
              </a:rPr>
              <a:t>权益资产</a:t>
            </a:r>
          </a:p>
        </p:txBody>
      </p:sp>
      <p:sp>
        <p:nvSpPr>
          <p:cNvPr id="5" name="文本框 4">
            <a:extLst>
              <a:ext uri="{FF2B5EF4-FFF2-40B4-BE49-F238E27FC236}">
                <a16:creationId xmlns:a16="http://schemas.microsoft.com/office/drawing/2014/main" id="{40314530-39D9-40BC-8B01-B3456C20F7B4}"/>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资料来源：Wind、广发证券发展研究中心 数据来源：Wind，广发证券发展研究中心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1943926"/>
          <a:ext cx="5436400" cy="4246224"/>
        </p:xfrm>
        <a:graphic>
          <a:graphicData uri="http://schemas.openxmlformats.org/drawingml/2006/chart">
            <c:chart xmlns:c="http://schemas.openxmlformats.org/drawingml/2006/chart" r:id="rId2"/>
          </a:graphicData>
        </a:graphic>
      </p:graphicFrame>
      <p:graphicFrame>
        <p:nvGraphicFramePr>
          <p:cNvPr id="11" name="source_docx_chart"/>
          <p:cNvGraphicFramePr>
            <a:graphicFrameLocks noGrp="1"/>
          </p:cNvGraphicFramePr>
          <p:nvPr/>
        </p:nvGraphicFramePr>
        <p:xfrm>
          <a:off x="6146000" y="1943926"/>
          <a:ext cx="5436400" cy="4246224"/>
        </p:xfrm>
        <a:graphic>
          <a:graphicData uri="http://schemas.openxmlformats.org/drawingml/2006/chart">
            <c:chart xmlns:c="http://schemas.openxmlformats.org/drawingml/2006/chart" r:id="rId3"/>
          </a:graphicData>
        </a:graphic>
      </p:graphicFrame>
    </p:spTree>
  </p:cSld>
  <p:clrMapOvr>
    <a:masterClrMapping/>
  </p:clrMapOvr>
</p:sld>
</file>

<file path=ppt/slides/slide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FDE46849-A7F6-48DA-AE0C-ED8BDB72FB77}"/>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66</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6EA57785-40B2-4B55-8EEC-36DAA0DDCC55}"/>
              </a:ext>
            </a:extLst>
          </p:cNvPr>
          <p:cNvSpPr txBox="1"/>
          <p:nvPr/>
        </p:nvSpPr>
        <p:spPr>
          <a:xfrm>
            <a:off x="424070" y="1363926"/>
            <a:ext cx="10947402" cy="49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一方面，市场结构高度集中，三星电子和SK海力士占KOSPI总市值过半，一旦AI需求放缓或半导体进入下行周期，大盘可能面临剧烈回调。</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00F45ABB-578E-4B63-93A6-2161CC7CFD5E}"/>
              </a:ext>
            </a:extLst>
          </p:cNvPr>
          <p:cNvSpPr>
            <a:spLocks noGrp="1"/>
          </p:cNvSpPr>
          <p:nvPr>
            <p:ph type="title"/>
          </p:nvPr>
        </p:nvSpPr>
        <p:spPr/>
        <p:txBody>
          <a:bodyPr wrap="square">
            <a:normAutofit/>
          </a:bodyPr>
          <a:lstStyle/>
          <a:p>
            <a:pPr/>
            <a:r>
              <a:rPr sz="3200" b="0">
                <a:solidFill>
                  <a:srgbClr val="353160"/>
                </a:solidFill>
                <a:latin typeface="思源黑体 CN Normal"/>
              </a:rPr>
              <a:t>权益资产</a:t>
            </a:r>
          </a:p>
        </p:txBody>
      </p:sp>
      <p:sp>
        <p:nvSpPr>
          <p:cNvPr id="5" name="文本框 4">
            <a:extLst>
              <a:ext uri="{FF2B5EF4-FFF2-40B4-BE49-F238E27FC236}">
                <a16:creationId xmlns:a16="http://schemas.microsoft.com/office/drawing/2014/main" id="{D2EFD90B-53B1-4473-A33D-1BA0408AB77E}"/>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资料来源：Wind、广发证券发展研究中心 数据来源：Wind、Bloomberg，广发证券发展研究中心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2447541"/>
          <a:ext cx="5436400" cy="3742609"/>
        </p:xfrm>
        <a:graphic>
          <a:graphicData uri="http://schemas.openxmlformats.org/drawingml/2006/chart">
            <c:chart xmlns:c="http://schemas.openxmlformats.org/drawingml/2006/chart" r:id="rId2"/>
          </a:graphicData>
        </a:graphic>
      </p:graphicFrame>
      <p:graphicFrame>
        <p:nvGraphicFramePr>
          <p:cNvPr id="11" name="source_docx_chart"/>
          <p:cNvGraphicFramePr>
            <a:graphicFrameLocks noGrp="1"/>
          </p:cNvGraphicFramePr>
          <p:nvPr/>
        </p:nvGraphicFramePr>
        <p:xfrm>
          <a:off x="6146000" y="2447541"/>
          <a:ext cx="5436400" cy="3742609"/>
        </p:xfrm>
        <a:graphic>
          <a:graphicData uri="http://schemas.openxmlformats.org/drawingml/2006/chart">
            <c:chart xmlns:c="http://schemas.openxmlformats.org/drawingml/2006/chart" r:id="rId3"/>
          </a:graphicData>
        </a:graphic>
      </p:graphicFrame>
    </p:spTree>
  </p:cSld>
  <p:clrMapOvr>
    <a:masterClrMapping/>
  </p:clrMapOvr>
</p:sld>
</file>

<file path=ppt/slides/slide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F0ACA76E-A2CF-4F50-AD74-07624B39C221}"/>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67</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F12524C4-1128-4A43-84AB-A78A57B1BD09}"/>
              </a:ext>
            </a:extLst>
          </p:cNvPr>
          <p:cNvSpPr txBox="1"/>
          <p:nvPr/>
        </p:nvSpPr>
        <p:spPr>
          <a:xfrm>
            <a:off x="424070" y="1363926"/>
            <a:ext cx="10947402" cy="49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一方面，市场结构高度集中，三星电子和SK海力士占KOSPI总市值过半，一旦AI需求放缓或半导体进入下行周期，大盘可能面临剧烈回调。</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2D89B987-2219-4E37-B2DC-AECF661956D1}"/>
              </a:ext>
            </a:extLst>
          </p:cNvPr>
          <p:cNvSpPr>
            <a:spLocks noGrp="1"/>
          </p:cNvSpPr>
          <p:nvPr>
            <p:ph type="title"/>
          </p:nvPr>
        </p:nvSpPr>
        <p:spPr/>
        <p:txBody>
          <a:bodyPr wrap="square">
            <a:normAutofit/>
          </a:bodyPr>
          <a:lstStyle/>
          <a:p>
            <a:pPr/>
            <a:r>
              <a:rPr sz="3200" b="0">
                <a:solidFill>
                  <a:srgbClr val="353160"/>
                </a:solidFill>
                <a:latin typeface="思源黑体 CN Normal"/>
              </a:rPr>
              <a:t>权益资产</a:t>
            </a:r>
          </a:p>
        </p:txBody>
      </p:sp>
      <p:sp>
        <p:nvSpPr>
          <p:cNvPr id="5" name="文本框 4">
            <a:extLst>
              <a:ext uri="{FF2B5EF4-FFF2-40B4-BE49-F238E27FC236}">
                <a16:creationId xmlns:a16="http://schemas.microsoft.com/office/drawing/2014/main" id="{1E4A75ED-CA75-4356-9B24-3DB946EEE56F}"/>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资料来源：Bloomberg、广发证券发展研究中心 数据来源：Wind，广发证券发展研究中心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2080544"/>
          <a:ext cx="5436400" cy="4109606"/>
        </p:xfrm>
        <a:graphic>
          <a:graphicData uri="http://schemas.openxmlformats.org/drawingml/2006/chart">
            <c:chart xmlns:c="http://schemas.openxmlformats.org/drawingml/2006/chart" r:id="rId2"/>
          </a:graphicData>
        </a:graphic>
      </p:graphicFrame>
      <p:graphicFrame>
        <p:nvGraphicFramePr>
          <p:cNvPr id="11" name="source_docx_chart"/>
          <p:cNvGraphicFramePr>
            <a:graphicFrameLocks noGrp="1"/>
          </p:cNvGraphicFramePr>
          <p:nvPr/>
        </p:nvGraphicFramePr>
        <p:xfrm>
          <a:off x="6146000" y="2080544"/>
          <a:ext cx="5436400" cy="4109606"/>
        </p:xfrm>
        <a:graphic>
          <a:graphicData uri="http://schemas.openxmlformats.org/drawingml/2006/chart">
            <c:chart xmlns:c="http://schemas.openxmlformats.org/drawingml/2006/chart" r:id="rId3"/>
          </a:graphicData>
        </a:graphic>
      </p:graphicFrame>
    </p:spTree>
  </p:cSld>
  <p:clrMapOvr>
    <a:masterClrMapping/>
  </p:clrMapOvr>
</p:sld>
</file>

<file path=ppt/slides/slide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0034F361-FC46-49B6-9841-4488C3673EB8}"/>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68</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95305320-E551-4278-871A-67E12D8BCF69}"/>
              </a:ext>
            </a:extLst>
          </p:cNvPr>
          <p:cNvSpPr txBox="1"/>
          <p:nvPr/>
        </p:nvSpPr>
        <p:spPr>
          <a:xfrm>
            <a:off x="424070" y="1363926"/>
            <a:ext cx="10947402" cy="49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若美国经济只是温和降温、通胀回落偏慢，美联储年内降息空间有限，甚至仍需保留加息选项，短端政策利率将继续对长端形成约束。</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123BF20C-648D-490A-A7D3-C26A57B99B99}"/>
              </a:ext>
            </a:extLst>
          </p:cNvPr>
          <p:cNvSpPr>
            <a:spLocks noGrp="1"/>
          </p:cNvSpPr>
          <p:nvPr>
            <p:ph type="title"/>
          </p:nvPr>
        </p:nvSpPr>
        <p:spPr/>
        <p:txBody>
          <a:bodyPr wrap="square">
            <a:normAutofit/>
          </a:bodyPr>
          <a:lstStyle/>
          <a:p>
            <a:pPr/>
            <a:r>
              <a:rPr sz="3200" b="0">
                <a:solidFill>
                  <a:srgbClr val="353160"/>
                </a:solidFill>
                <a:latin typeface="思源黑体 CN Normal"/>
              </a:rPr>
              <a:t>债券资产</a:t>
            </a:r>
          </a:p>
        </p:txBody>
      </p:sp>
      <p:sp>
        <p:nvSpPr>
          <p:cNvPr id="5" name="文本框 4">
            <a:extLst>
              <a:ext uri="{FF2B5EF4-FFF2-40B4-BE49-F238E27FC236}">
                <a16:creationId xmlns:a16="http://schemas.microsoft.com/office/drawing/2014/main" id="{F813886D-ECED-4984-9AAB-5FE28B547D9B}"/>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1943926"/>
          <a:ext cx="5436400" cy="4246224"/>
        </p:xfrm>
        <a:graphic>
          <a:graphicData uri="http://schemas.openxmlformats.org/drawingml/2006/chart">
            <c:chart xmlns:c="http://schemas.openxmlformats.org/drawingml/2006/chart" r:id="rId2"/>
          </a:graphicData>
        </a:graphic>
      </p:graphicFrame>
      <p:graphicFrame>
        <p:nvGraphicFramePr>
          <p:cNvPr id="11" name="source_docx_chart"/>
          <p:cNvGraphicFramePr>
            <a:graphicFrameLocks noGrp="1"/>
          </p:cNvGraphicFramePr>
          <p:nvPr/>
        </p:nvGraphicFramePr>
        <p:xfrm>
          <a:off x="6146000" y="1943926"/>
          <a:ext cx="5436400" cy="4246224"/>
        </p:xfrm>
        <a:graphic>
          <a:graphicData uri="http://schemas.openxmlformats.org/drawingml/2006/chart">
            <c:chart xmlns:c="http://schemas.openxmlformats.org/drawingml/2006/chart" r:id="rId3"/>
          </a:graphicData>
        </a:graphic>
      </p:graphicFrame>
    </p:spTree>
  </p:cSld>
  <p:clrMapOvr>
    <a:masterClrMapping/>
  </p:clrMapOvr>
</p:sld>
</file>

<file path=ppt/slides/slide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DCC906BD-DFAE-41DE-9FD4-8B6A7C3533F0}"/>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69</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A25B9F9F-BC12-4294-B1BD-4DCC24EFAEF8}"/>
              </a:ext>
            </a:extLst>
          </p:cNvPr>
          <p:cNvSpPr txBox="1"/>
          <p:nvPr/>
        </p:nvSpPr>
        <p:spPr>
          <a:xfrm>
            <a:off x="424070" y="1363926"/>
            <a:ext cx="10947402" cy="49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宏观面看，美国就业和消费仍有韧性，核心通胀仍显著高于美联储2%目标，油价与地缘风险又阶段性抬升通胀风险，因此长端利率缺乏趋势性下行基础。</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6DB6862B-8183-452A-949D-980CC87D5934}"/>
              </a:ext>
            </a:extLst>
          </p:cNvPr>
          <p:cNvSpPr>
            <a:spLocks noGrp="1"/>
          </p:cNvSpPr>
          <p:nvPr>
            <p:ph type="title"/>
          </p:nvPr>
        </p:nvSpPr>
        <p:spPr/>
        <p:txBody>
          <a:bodyPr wrap="square">
            <a:normAutofit/>
          </a:bodyPr>
          <a:lstStyle/>
          <a:p>
            <a:pPr/>
            <a:r>
              <a:rPr sz="3200" b="0">
                <a:solidFill>
                  <a:srgbClr val="353160"/>
                </a:solidFill>
                <a:latin typeface="思源黑体 CN Normal"/>
              </a:rPr>
              <a:t>债券资产</a:t>
            </a:r>
          </a:p>
        </p:txBody>
      </p:sp>
      <p:sp>
        <p:nvSpPr>
          <p:cNvPr id="5" name="文本框 4">
            <a:extLst>
              <a:ext uri="{FF2B5EF4-FFF2-40B4-BE49-F238E27FC236}">
                <a16:creationId xmlns:a16="http://schemas.microsoft.com/office/drawing/2014/main" id="{AAC918FA-71B5-4D96-A22B-CE0C2F640B55}"/>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资料来源：Wind、Bloomberg，广发证券发展研究中心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1943926"/>
          <a:ext cx="5436400" cy="4246224"/>
        </p:xfrm>
        <a:graphic>
          <a:graphicData uri="http://schemas.openxmlformats.org/drawingml/2006/chart">
            <c:chart xmlns:c="http://schemas.openxmlformats.org/drawingml/2006/chart" r:id="rId2"/>
          </a:graphicData>
        </a:graphic>
      </p:graphicFrame>
      <p:graphicFrame>
        <p:nvGraphicFramePr>
          <p:cNvPr id="11" name="source_docx_chart"/>
          <p:cNvGraphicFramePr>
            <a:graphicFrameLocks noGrp="1"/>
          </p:cNvGraphicFramePr>
          <p:nvPr/>
        </p:nvGraphicFramePr>
        <p:xfrm>
          <a:off x="6146000" y="1943926"/>
          <a:ext cx="5436400" cy="4246224"/>
        </p:xfrm>
        <a:graphic>
          <a:graphicData uri="http://schemas.openxmlformats.org/drawingml/2006/chart">
            <c:chart xmlns:c="http://schemas.openxmlformats.org/drawingml/2006/chart" r:id="rId3"/>
          </a:graphicData>
        </a:graphic>
      </p:graphicFrame>
    </p:spTree>
  </p:cSld>
  <p:clrMapOvr>
    <a:masterClrMapping/>
  </p:clrMapOvr>
</p:sld>
</file>

<file path=ppt/slides/slide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A15EF7D2-D67E-422D-AD0E-8C5BAB8A1E37}"/>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70</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8BA51067-DB13-40E7-809E-3291BAE934A8}"/>
              </a:ext>
            </a:extLst>
          </p:cNvPr>
          <p:cNvSpPr txBox="1"/>
          <p:nvPr/>
        </p:nvSpPr>
        <p:spPr>
          <a:xfrm>
            <a:off x="424070" y="1363926"/>
            <a:ext cx="10947402" cy="36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美元指数已经突破100，逼近101。</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59629160-4F4D-4AD9-9B55-72DAC77C6D9D}"/>
              </a:ext>
            </a:extLst>
          </p:cNvPr>
          <p:cNvSpPr>
            <a:spLocks noGrp="1"/>
          </p:cNvSpPr>
          <p:nvPr>
            <p:ph type="title"/>
          </p:nvPr>
        </p:nvSpPr>
        <p:spPr/>
        <p:txBody>
          <a:bodyPr wrap="square">
            <a:normAutofit/>
          </a:bodyPr>
          <a:lstStyle/>
          <a:p>
            <a:pPr/>
            <a:r>
              <a:rPr sz="3200" b="0">
                <a:solidFill>
                  <a:srgbClr val="353160"/>
                </a:solidFill>
                <a:latin typeface="思源黑体 CN Normal"/>
              </a:rPr>
              <a:t>汇市</a:t>
            </a:r>
          </a:p>
        </p:txBody>
      </p:sp>
      <p:sp>
        <p:nvSpPr>
          <p:cNvPr id="5" name="文本框 4">
            <a:extLst>
              <a:ext uri="{FF2B5EF4-FFF2-40B4-BE49-F238E27FC236}">
                <a16:creationId xmlns:a16="http://schemas.microsoft.com/office/drawing/2014/main" id="{D051D172-9BED-4451-BE8A-E691341620C6}"/>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资料来源：Bloomberg，广发证券发展研究中心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2540646"/>
          <a:ext cx="10972800" cy="3649504"/>
        </p:xfrm>
        <a:graphic>
          <a:graphicData uri="http://schemas.openxmlformats.org/drawingml/2006/chart">
            <c:chart xmlns:c="http://schemas.openxmlformats.org/drawingml/2006/chart" r:id="rId2"/>
          </a:graphicData>
        </a:graphic>
      </p:graphicFrame>
    </p:spTree>
  </p:cSld>
  <p:clrMapOvr>
    <a:masterClrMapping/>
  </p:clrMapOvr>
</p:sld>
</file>

<file path=ppt/slides/slide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80BE1A83-4163-4343-9E1D-6E64D6A2B294}"/>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71</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0881E03F-DE93-44BD-9494-C83363F3B4EE}"/>
              </a:ext>
            </a:extLst>
          </p:cNvPr>
          <p:cNvSpPr txBox="1"/>
          <p:nvPr/>
        </p:nvSpPr>
        <p:spPr>
          <a:xfrm>
            <a:off x="424070" y="1363926"/>
            <a:ext cx="10947402" cy="36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日元汇率处于90年代以来的最低位置（图中是美元兑日元）。</a:t>
            </a:r>
          </a:p>
        </p:txBody>
      </p:sp>
      <p:sp>
        <p:nvSpPr>
          <p:cNvPr id="9" name="标题 8">
            <a:extLst>
              <a:ext uri="{FF2B5EF4-FFF2-40B4-BE49-F238E27FC236}">
                <a16:creationId xmlns:a16="http://schemas.microsoft.com/office/drawing/2014/main" id="{7BE6642A-D517-4B24-868A-36E5E337D6B8}"/>
              </a:ext>
            </a:extLst>
          </p:cNvPr>
          <p:cNvSpPr>
            <a:spLocks noGrp="1"/>
          </p:cNvSpPr>
          <p:nvPr>
            <p:ph type="title"/>
          </p:nvPr>
        </p:nvSpPr>
        <p:spPr/>
        <p:txBody>
          <a:bodyPr wrap="square">
            <a:normAutofit/>
          </a:bodyPr>
          <a:lstStyle/>
          <a:p>
            <a:pPr/>
            <a:r>
              <a:rPr sz="3200" b="0">
                <a:solidFill>
                  <a:srgbClr val="353160"/>
                </a:solidFill>
                <a:latin typeface="思源黑体 CN Normal"/>
              </a:rPr>
              <a:t>汇市</a:t>
            </a:r>
          </a:p>
        </p:txBody>
      </p:sp>
      <p:graphicFrame>
        <p:nvGraphicFramePr>
          <p:cNvPr id="10" name="source_docx_chart"/>
          <p:cNvGraphicFramePr>
            <a:graphicFrameLocks noGrp="1"/>
          </p:cNvGraphicFramePr>
          <p:nvPr/>
        </p:nvGraphicFramePr>
        <p:xfrm>
          <a:off x="609600" y="3235959"/>
          <a:ext cx="10972800" cy="2954191"/>
        </p:xfrm>
        <a:graphic>
          <a:graphicData uri="http://schemas.openxmlformats.org/drawingml/2006/chart">
            <c:chart xmlns:c="http://schemas.openxmlformats.org/drawingml/2006/chart" r:id="rId2"/>
          </a:graphicData>
        </a:graphic>
      </p:graphicFrame>
    </p:spTree>
  </p:cSld>
  <p:clrMapOvr>
    <a:masterClrMapping/>
  </p:clrMapOvr>
</p:sld>
</file>

<file path=ppt/slides/slide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33501903-6EDE-41E2-AC71-0FB45A86B1C5}"/>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72</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3D259072-3211-4ECB-BC03-77C89FF3325F}"/>
              </a:ext>
            </a:extLst>
          </p:cNvPr>
          <p:cNvSpPr txBox="1"/>
          <p:nvPr/>
        </p:nvSpPr>
        <p:spPr>
          <a:xfrm>
            <a:off x="424070" y="1363926"/>
            <a:ext cx="10947402" cy="49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进入二季度后，即便油价出现回落，高通胀与强就业继续推升加息预期，黄金当前仍处于下跌通道内。</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8733B285-5B02-4DCC-B830-21CA51D5517D}"/>
              </a:ext>
            </a:extLst>
          </p:cNvPr>
          <p:cNvSpPr>
            <a:spLocks noGrp="1"/>
          </p:cNvSpPr>
          <p:nvPr>
            <p:ph type="title"/>
          </p:nvPr>
        </p:nvSpPr>
        <p:spPr/>
        <p:txBody>
          <a:bodyPr wrap="square">
            <a:normAutofit/>
          </a:bodyPr>
          <a:lstStyle/>
          <a:p>
            <a:pPr/>
            <a:r>
              <a:rPr sz="3200" b="0">
                <a:solidFill>
                  <a:srgbClr val="353160"/>
                </a:solidFill>
                <a:latin typeface="思源黑体 CN Normal"/>
              </a:rPr>
              <a:t>大宗商品</a:t>
            </a:r>
          </a:p>
        </p:txBody>
      </p:sp>
      <p:sp>
        <p:nvSpPr>
          <p:cNvPr id="5" name="文本框 4">
            <a:extLst>
              <a:ext uri="{FF2B5EF4-FFF2-40B4-BE49-F238E27FC236}">
                <a16:creationId xmlns:a16="http://schemas.microsoft.com/office/drawing/2014/main" id="{36D064D1-5121-40C1-B956-83398973EE54}"/>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2222852"/>
          <a:ext cx="10972800" cy="3967298"/>
        </p:xfrm>
        <a:graphic>
          <a:graphicData uri="http://schemas.openxmlformats.org/drawingml/2006/chart">
            <c:chart xmlns:c="http://schemas.openxmlformats.org/drawingml/2006/chart" r:id="rId2"/>
          </a:graphicData>
        </a:graphic>
      </p:graphicFrame>
    </p:spTree>
  </p:cSld>
  <p:clrMapOvr>
    <a:masterClrMapping/>
  </p:clrMapOvr>
</p:sld>
</file>

<file path=ppt/slides/slide1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C0D77D80-4464-407E-A3BD-FB61DA1D9784}"/>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73</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AE925941-66DE-49F7-8B1D-1EA4BC47701B}"/>
              </a:ext>
            </a:extLst>
          </p:cNvPr>
          <p:cNvSpPr txBox="1"/>
          <p:nvPr/>
        </p:nvSpPr>
        <p:spPr>
          <a:xfrm>
            <a:off x="424070" y="1363926"/>
            <a:ext cx="10947402" cy="36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2. 高油价推动黄金定价在平衡，当前黄金的定价在逐渐回归基本面。</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2FD63EAA-848E-493C-93B0-02C6A2A97D80}"/>
              </a:ext>
            </a:extLst>
          </p:cNvPr>
          <p:cNvSpPr>
            <a:spLocks noGrp="1"/>
          </p:cNvSpPr>
          <p:nvPr>
            <p:ph type="title"/>
          </p:nvPr>
        </p:nvSpPr>
        <p:spPr/>
        <p:txBody>
          <a:bodyPr wrap="square">
            <a:normAutofit/>
          </a:bodyPr>
          <a:lstStyle/>
          <a:p>
            <a:pPr/>
            <a:r>
              <a:rPr sz="3200" b="0">
                <a:solidFill>
                  <a:srgbClr val="353160"/>
                </a:solidFill>
                <a:latin typeface="思源黑体 CN Normal"/>
              </a:rPr>
              <a:t>大宗商品</a:t>
            </a:r>
          </a:p>
        </p:txBody>
      </p:sp>
      <p:sp>
        <p:nvSpPr>
          <p:cNvPr id="5" name="文本框 4">
            <a:extLst>
              <a:ext uri="{FF2B5EF4-FFF2-40B4-BE49-F238E27FC236}">
                <a16:creationId xmlns:a16="http://schemas.microsoft.com/office/drawing/2014/main" id="{30C96BA5-F2C4-4C86-9EB2-1B5A80B4737E}"/>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资料来源：Wind、广发证券发展研究中心 数据来源：Wind，广发证券发展研究中心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1813926"/>
          <a:ext cx="5436400" cy="4376224"/>
        </p:xfrm>
        <a:graphic>
          <a:graphicData uri="http://schemas.openxmlformats.org/drawingml/2006/chart">
            <c:chart xmlns:c="http://schemas.openxmlformats.org/drawingml/2006/chart" r:id="rId2"/>
          </a:graphicData>
        </a:graphic>
      </p:graphicFrame>
      <p:graphicFrame>
        <p:nvGraphicFramePr>
          <p:cNvPr id="11" name="source_docx_chart"/>
          <p:cNvGraphicFramePr>
            <a:graphicFrameLocks noGrp="1"/>
          </p:cNvGraphicFramePr>
          <p:nvPr/>
        </p:nvGraphicFramePr>
        <p:xfrm>
          <a:off x="6146000" y="1813926"/>
          <a:ext cx="5436400" cy="4376224"/>
        </p:xfrm>
        <a:graphic>
          <a:graphicData uri="http://schemas.openxmlformats.org/drawingml/2006/chart">
            <c:chart xmlns:c="http://schemas.openxmlformats.org/drawingml/2006/chart" r:id="rId3"/>
          </a:graphicData>
        </a:graphic>
      </p:graphicFrame>
    </p:spTree>
  </p:cSld>
  <p:clrMapOvr>
    <a:masterClrMapping/>
  </p:clrMapOvr>
</p:sld>
</file>

<file path=ppt/slides/slide1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E09B1E55-3380-4B20-8FAD-F04F51C47782}"/>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74</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F5254B7B-44CC-4D4E-87E4-F67257A8D70F}"/>
              </a:ext>
            </a:extLst>
          </p:cNvPr>
          <p:cNvSpPr txBox="1"/>
          <p:nvPr/>
        </p:nvSpPr>
        <p:spPr>
          <a:xfrm>
            <a:off x="424070" y="1363926"/>
            <a:ext cx="10947402" cy="9577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而债务危机框架下的黄金能够打破过去主要作为“抗通胀+避险”的资产，因此我们认为黄金的中长期看多逻辑仍存。</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a:p>
            <a:r>
              <a:rPr sz="1400" b="0">
                <a:solidFill>
                  <a:srgbClr val="353160"/>
                </a:solidFill>
                <a:latin typeface="Source Han Sans CN Medium"/>
              </a:rPr>
              <a:t>主要原因如下：1. 宏观视角下，黄金仍然是通胀化债的利好资产。</a:t>
            </a:r>
          </a:p>
          <a:p>
            <a:r>
              <a:rPr sz="1400" b="0">
                <a:solidFill>
                  <a:srgbClr val="353160"/>
                </a:solidFill>
                <a:latin typeface="Source Han Sans CN Medium"/>
              </a:rPr>
              <a:t>3. 央行行为视角下，今年央行购金趋势仍存，并且5月几大主要央行重启净买入。</a:t>
            </a:r>
          </a:p>
        </p:txBody>
      </p:sp>
      <p:sp>
        <p:nvSpPr>
          <p:cNvPr id="9" name="标题 8">
            <a:extLst>
              <a:ext uri="{FF2B5EF4-FFF2-40B4-BE49-F238E27FC236}">
                <a16:creationId xmlns:a16="http://schemas.microsoft.com/office/drawing/2014/main" id="{BDE97BED-F587-4981-BAA7-7BB2B535253D}"/>
              </a:ext>
            </a:extLst>
          </p:cNvPr>
          <p:cNvSpPr>
            <a:spLocks noGrp="1"/>
          </p:cNvSpPr>
          <p:nvPr>
            <p:ph type="title"/>
          </p:nvPr>
        </p:nvSpPr>
        <p:spPr/>
        <p:txBody>
          <a:bodyPr wrap="square">
            <a:normAutofit/>
          </a:bodyPr>
          <a:lstStyle/>
          <a:p>
            <a:pPr/>
            <a:r>
              <a:rPr sz="3200" b="0">
                <a:solidFill>
                  <a:srgbClr val="353160"/>
                </a:solidFill>
                <a:latin typeface="思源黑体 CN Normal"/>
              </a:rPr>
              <a:t>大宗商品</a:t>
            </a:r>
          </a:p>
        </p:txBody>
      </p:sp>
      <p:sp>
        <p:nvSpPr>
          <p:cNvPr id="5" name="文本框 4">
            <a:extLst>
              <a:ext uri="{FF2B5EF4-FFF2-40B4-BE49-F238E27FC236}">
                <a16:creationId xmlns:a16="http://schemas.microsoft.com/office/drawing/2014/main" id="{861E7020-F926-455D-9902-C61DF37A8E10}"/>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spTree>
  </p:cSld>
  <p:clrMapOvr>
    <a:masterClrMapping/>
  </p:clrMapOvr>
</p:sld>
</file>

<file path=ppt/slides/slide1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C6B60F1E-8DDB-40AE-AD55-E94A5026B104}"/>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75</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996C0E1E-D3D4-4CE3-95BE-9434651AE802}"/>
              </a:ext>
            </a:extLst>
          </p:cNvPr>
          <p:cNvSpPr txBox="1"/>
          <p:nvPr/>
        </p:nvSpPr>
        <p:spPr>
          <a:xfrm>
            <a:off x="424070" y="1363926"/>
            <a:ext cx="10947402" cy="36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央行购金量3月短暂净卖出后转为净购入。</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71C97391-24CC-43A0-8586-067452703EE3}"/>
              </a:ext>
            </a:extLst>
          </p:cNvPr>
          <p:cNvSpPr>
            <a:spLocks noGrp="1"/>
          </p:cNvSpPr>
          <p:nvPr>
            <p:ph type="title"/>
          </p:nvPr>
        </p:nvSpPr>
        <p:spPr/>
        <p:txBody>
          <a:bodyPr wrap="square">
            <a:normAutofit/>
          </a:bodyPr>
          <a:lstStyle/>
          <a:p>
            <a:pPr/>
            <a:r>
              <a:rPr sz="3200" b="0">
                <a:solidFill>
                  <a:srgbClr val="353160"/>
                </a:solidFill>
                <a:latin typeface="思源黑体 CN Normal"/>
              </a:rPr>
              <a:t>大宗商品</a:t>
            </a:r>
          </a:p>
        </p:txBody>
      </p:sp>
      <p:sp>
        <p:nvSpPr>
          <p:cNvPr id="5" name="文本框 4">
            <a:extLst>
              <a:ext uri="{FF2B5EF4-FFF2-40B4-BE49-F238E27FC236}">
                <a16:creationId xmlns:a16="http://schemas.microsoft.com/office/drawing/2014/main" id="{6A42F8FE-B64A-48EE-8F6D-E391DE4F1C27}"/>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资料来源：WGC、广发证券发展研究中心 数据来源：WGC、Wind，广发证券发展研究中心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1813926"/>
          <a:ext cx="5436400" cy="4376224"/>
        </p:xfrm>
        <a:graphic>
          <a:graphicData uri="http://schemas.openxmlformats.org/drawingml/2006/chart">
            <c:chart xmlns:c="http://schemas.openxmlformats.org/drawingml/2006/chart" r:id="rId2"/>
          </a:graphicData>
        </a:graphic>
      </p:graphicFrame>
      <p:graphicFrame>
        <p:nvGraphicFramePr>
          <p:cNvPr id="11" name="source_docx_chart"/>
          <p:cNvGraphicFramePr>
            <a:graphicFrameLocks noGrp="1"/>
          </p:cNvGraphicFramePr>
          <p:nvPr/>
        </p:nvGraphicFramePr>
        <p:xfrm>
          <a:off x="6146000" y="1813926"/>
          <a:ext cx="5436400" cy="4376224"/>
        </p:xfrm>
        <a:graphic>
          <a:graphicData uri="http://schemas.openxmlformats.org/drawingml/2006/chart">
            <c:chart xmlns:c="http://schemas.openxmlformats.org/drawingml/2006/chart" r:id="rId3"/>
          </a:graphicData>
        </a:graphic>
      </p:graphicFrame>
    </p:spTree>
  </p:cSld>
  <p:clrMapOvr>
    <a:masterClrMapping/>
  </p:clrMapOvr>
</p:sld>
</file>

<file path=ppt/slides/slide1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01CB464B-EA59-4CA5-9FC4-9F434318B636}"/>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76</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E9AD0704-99B9-45EC-B19C-1BDA81687D24}"/>
              </a:ext>
            </a:extLst>
          </p:cNvPr>
          <p:cNvSpPr txBox="1"/>
          <p:nvPr/>
        </p:nvSpPr>
        <p:spPr>
          <a:xfrm>
            <a:off x="424070" y="1363926"/>
            <a:ext cx="10947402" cy="49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整体来看，工业金属在终端需求尚未全面强复苏、点状需求爆发的背景下仍保持较强价格韧性，反映供给约束与补库预期对板块形成持续支撑。</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4A17F535-56F3-48AD-9AE6-D913F92EA238}"/>
              </a:ext>
            </a:extLst>
          </p:cNvPr>
          <p:cNvSpPr>
            <a:spLocks noGrp="1"/>
          </p:cNvSpPr>
          <p:nvPr>
            <p:ph type="title"/>
          </p:nvPr>
        </p:nvSpPr>
        <p:spPr/>
        <p:txBody>
          <a:bodyPr wrap="square">
            <a:normAutofit/>
          </a:bodyPr>
          <a:lstStyle/>
          <a:p>
            <a:pPr/>
            <a:r>
              <a:rPr sz="3200" b="0">
                <a:solidFill>
                  <a:srgbClr val="353160"/>
                </a:solidFill>
                <a:latin typeface="思源黑体 CN Normal"/>
              </a:rPr>
              <a:t>大宗商品</a:t>
            </a:r>
          </a:p>
        </p:txBody>
      </p:sp>
      <p:sp>
        <p:nvSpPr>
          <p:cNvPr id="5" name="文本框 4">
            <a:extLst>
              <a:ext uri="{FF2B5EF4-FFF2-40B4-BE49-F238E27FC236}">
                <a16:creationId xmlns:a16="http://schemas.microsoft.com/office/drawing/2014/main" id="{4147E051-5875-4440-8146-56F974FA7745}"/>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2280062"/>
          <a:ext cx="10972800" cy="3910088"/>
        </p:xfrm>
        <a:graphic>
          <a:graphicData uri="http://schemas.openxmlformats.org/drawingml/2006/chart">
            <c:chart xmlns:c="http://schemas.openxmlformats.org/drawingml/2006/chart" r:id="rId2"/>
          </a:graphicData>
        </a:graphic>
      </p:graphicFrame>
    </p:spTree>
  </p:cSld>
  <p:clrMapOvr>
    <a:masterClrMapping/>
  </p:clrMapOvr>
</p:sld>
</file>

<file path=ppt/slides/slide1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B7C53355-AEE5-4AC5-9E9B-917EEDB6E663}"/>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77</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B6E80042-C3CA-4F89-A5D3-F199A4711861}"/>
              </a:ext>
            </a:extLst>
          </p:cNvPr>
          <p:cNvSpPr txBox="1"/>
          <p:nvPr/>
        </p:nvSpPr>
        <p:spPr>
          <a:xfrm>
            <a:off x="424070" y="1363926"/>
            <a:ext cx="10947402" cy="36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预计到2040年，新增的全球铜需求中有60%来自能源转型与AI数据中心需求。</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FA0708EC-EFFE-42F4-BF4B-389669F52FC0}"/>
              </a:ext>
            </a:extLst>
          </p:cNvPr>
          <p:cNvSpPr>
            <a:spLocks noGrp="1"/>
          </p:cNvSpPr>
          <p:nvPr>
            <p:ph type="title"/>
          </p:nvPr>
        </p:nvSpPr>
        <p:spPr/>
        <p:txBody>
          <a:bodyPr wrap="square">
            <a:normAutofit/>
          </a:bodyPr>
          <a:lstStyle/>
          <a:p>
            <a:pPr/>
            <a:r>
              <a:rPr sz="3200" b="0">
                <a:solidFill>
                  <a:srgbClr val="353160"/>
                </a:solidFill>
                <a:latin typeface="思源黑体 CN Normal"/>
              </a:rPr>
              <a:t>大宗商品</a:t>
            </a:r>
          </a:p>
        </p:txBody>
      </p:sp>
      <p:sp>
        <p:nvSpPr>
          <p:cNvPr id="5" name="文本框 4">
            <a:extLst>
              <a:ext uri="{FF2B5EF4-FFF2-40B4-BE49-F238E27FC236}">
                <a16:creationId xmlns:a16="http://schemas.microsoft.com/office/drawing/2014/main" id="{34980D8A-AC60-40AB-881B-6A0496D46812}"/>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资料来源：Bloomberg、S&amp;P Global、广发证券发展研究中心 数据来源：EVTank、中国电池产业研究院，广发证券发展研究中心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1813926"/>
          <a:ext cx="5436400" cy="4376224"/>
        </p:xfrm>
        <a:graphic>
          <a:graphicData uri="http://schemas.openxmlformats.org/drawingml/2006/chart">
            <c:chart xmlns:c="http://schemas.openxmlformats.org/drawingml/2006/chart" r:id="rId2"/>
          </a:graphicData>
        </a:graphic>
      </p:graphicFrame>
      <p:graphicFrame>
        <p:nvGraphicFramePr>
          <p:cNvPr id="11" name="source_docx_chart"/>
          <p:cNvGraphicFramePr>
            <a:graphicFrameLocks noGrp="1"/>
          </p:cNvGraphicFramePr>
          <p:nvPr/>
        </p:nvGraphicFramePr>
        <p:xfrm>
          <a:off x="6146000" y="1813926"/>
          <a:ext cx="5436400" cy="4376224"/>
        </p:xfrm>
        <a:graphic>
          <a:graphicData uri="http://schemas.openxmlformats.org/drawingml/2006/chart">
            <c:chart xmlns:c="http://schemas.openxmlformats.org/drawingml/2006/chart" r:id="rId3"/>
          </a:graphicData>
        </a:graphic>
      </p:graphicFrame>
    </p:spTree>
  </p:cSld>
  <p:clrMapOvr>
    <a:masterClrMapping/>
  </p:clrMapOvr>
</p:sld>
</file>

<file path=ppt/slides/slide1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6FA9FACE-87D2-41E8-B28C-89252CE000D9}"/>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78</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0DFDF06F-4858-4B8F-9BFA-717EBFCAB9F8}"/>
              </a:ext>
            </a:extLst>
          </p:cNvPr>
          <p:cNvSpPr txBox="1"/>
          <p:nvPr/>
        </p:nvSpPr>
        <p:spPr>
          <a:xfrm>
            <a:off x="424070" y="1363926"/>
            <a:ext cx="10947402" cy="735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lnSpc>
                <a:spcPts val="2200"/>
              </a:lnSpc>
              <a:spcBef>
                <a:spcPts val="600"/>
              </a:spcBef>
              <a:spcAft>
                <a:spcPts val="600"/>
              </a:spcAft>
              <a:buFont typeface="Wingdings" panose="05000000000000000000" pitchFamily="2" charset="2"/>
              <a:buChar char="n"/>
              <a:defRPr/>
            </a:pPr>
            <a:r>
              <a:rPr sz="1400" b="0">
                <a:solidFill>
                  <a:srgbClr val="353160"/>
                </a:solidFill>
                <a:latin typeface="Source Han Sans CN Medium"/>
              </a:rPr>
              <a:t>Brent与WTI油价回落但仍高于70美元/桶。</a:t>
            </a:r>
            <a:endParaRPr kumimoji="1" lang="en-US" altLang="zh-CN" sz="14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a:p>
            <a:r>
              <a:rPr sz="1400" b="0">
                <a:solidFill>
                  <a:srgbClr val="353160"/>
                </a:solidFill>
                <a:latin typeface="Source Han Sans CN Medium"/>
              </a:rPr>
              <a:t>因此，在厄尔尼诺交易窗口下，建议优先关注供给集中度较高、天气敏感性更强的橡胶与食糖品种，其阶段性风险溢价和配置弹性更具优势。</a:t>
            </a:r>
          </a:p>
        </p:txBody>
      </p:sp>
      <p:sp>
        <p:nvSpPr>
          <p:cNvPr id="9" name="标题 8">
            <a:extLst>
              <a:ext uri="{FF2B5EF4-FFF2-40B4-BE49-F238E27FC236}">
                <a16:creationId xmlns:a16="http://schemas.microsoft.com/office/drawing/2014/main" id="{B9B19244-8B90-432F-8E4E-40D77DF0EE41}"/>
              </a:ext>
            </a:extLst>
          </p:cNvPr>
          <p:cNvSpPr>
            <a:spLocks noGrp="1"/>
          </p:cNvSpPr>
          <p:nvPr>
            <p:ph type="title"/>
          </p:nvPr>
        </p:nvSpPr>
        <p:spPr/>
        <p:txBody>
          <a:bodyPr wrap="square">
            <a:normAutofit/>
          </a:bodyPr>
          <a:lstStyle/>
          <a:p>
            <a:pPr/>
            <a:r>
              <a:rPr sz="3200" b="0">
                <a:solidFill>
                  <a:srgbClr val="353160"/>
                </a:solidFill>
                <a:latin typeface="思源黑体 CN Normal"/>
              </a:rPr>
              <a:t>大宗商品</a:t>
            </a:r>
          </a:p>
        </p:txBody>
      </p:sp>
      <p:sp>
        <p:nvSpPr>
          <p:cNvPr id="5" name="文本框 4">
            <a:extLst>
              <a:ext uri="{FF2B5EF4-FFF2-40B4-BE49-F238E27FC236}">
                <a16:creationId xmlns:a16="http://schemas.microsoft.com/office/drawing/2014/main" id="{4E7A2C62-8E05-4AF8-94C6-2B77B5ACE0AE}"/>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graphicFrame>
        <p:nvGraphicFramePr>
          <p:cNvPr id="10" name="source_docx_chart"/>
          <p:cNvGraphicFramePr>
            <a:graphicFrameLocks noGrp="1"/>
          </p:cNvGraphicFramePr>
          <p:nvPr/>
        </p:nvGraphicFramePr>
        <p:xfrm>
          <a:off x="609600" y="2321626"/>
          <a:ext cx="5436400" cy="3868524"/>
        </p:xfrm>
        <a:graphic>
          <a:graphicData uri="http://schemas.openxmlformats.org/drawingml/2006/chart">
            <c:chart xmlns:c="http://schemas.openxmlformats.org/drawingml/2006/chart" r:id="rId2"/>
          </a:graphicData>
        </a:graphic>
      </p:graphicFrame>
      <p:graphicFrame>
        <p:nvGraphicFramePr>
          <p:cNvPr id="11" name="source_docx_chart"/>
          <p:cNvGraphicFramePr>
            <a:graphicFrameLocks noGrp="1"/>
          </p:cNvGraphicFramePr>
          <p:nvPr/>
        </p:nvGraphicFramePr>
        <p:xfrm>
          <a:off x="6146000" y="2321626"/>
          <a:ext cx="5436400" cy="3868524"/>
        </p:xfrm>
        <a:graphic>
          <a:graphicData uri="http://schemas.openxmlformats.org/drawingml/2006/chart">
            <c:chart xmlns:c="http://schemas.openxmlformats.org/drawingml/2006/chart" r:id="rId3"/>
          </a:graphicData>
        </a:graphic>
      </p:graphicFrame>
    </p:spTree>
  </p:cSld>
  <p:clrMapOvr>
    <a:masterClrMapping/>
  </p:clrMapOvr>
</p:sld>
</file>

<file path=ppt/slides/slide1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8" name="文本框 7"/>
          <p:cNvSpPr txBox="1"/>
          <p:nvPr/>
        </p:nvSpPr>
        <p:spPr>
          <a:xfrm>
            <a:off x="8665029" y="3733800"/>
            <a:ext cx="2830285" cy="2862322"/>
          </a:xfrm>
          <a:prstGeom prst="rect">
            <a:avLst/>
          </a:prstGeom>
          <a:noFill/>
        </p:spPr>
        <p:txBody>
          <a:bodyPr wrap="square" rtlCol="0">
            <a:norm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sz="18000" b="0">
                <a:solidFill>
                  <a:srgbClr val="353160"/>
                </a:solidFill>
                <a:latin typeface="Source Han Sans CN Light"/>
              </a:rPr>
              <a:t>04</a:t>
            </a:r>
            <a:endParaRPr kumimoji="1" lang="zh-CN" altLang="en-US" sz="18000" b="0" i="0" u="none" strike="noStrike" kern="1200" cap="none" spc="0" normalizeH="0" baseline="0" noProof="0" dirty="0">
              <a:ln>
                <a:noFill/>
              </a:ln>
              <a:solidFill>
                <a:srgbClr val="353160"/>
              </a:solidFill>
              <a:effectLst/>
              <a:uLnTx/>
              <a:uFillTx/>
              <a:latin typeface="Source Han Sans CN Light" panose="020B0800000000000000" pitchFamily="34" charset="-128"/>
              <a:ea typeface="Source Han Sans CN Light" panose="020B0800000000000000" pitchFamily="34" charset="-128"/>
              <a:cs typeface="+mn-cs"/>
            </a:endParaRPr>
          </a:p>
        </p:txBody>
      </p:sp>
      <p:sp>
        <p:nvSpPr>
          <p:cNvPr id="6" name="标题 3">
            <a:extLst>
              <a:ext uri="{FF2B5EF4-FFF2-40B4-BE49-F238E27FC236}">
                <a16:creationId xmlns:a16="http://schemas.microsoft.com/office/drawing/2014/main" id="{7DDBB767-98C8-411D-9722-D1928E618ACB}"/>
              </a:ext>
            </a:extLst>
          </p:cNvPr>
          <p:cNvSpPr>
            <a:spLocks noGrp="1"/>
          </p:cNvSpPr>
          <p:nvPr>
            <p:ph type="title"/>
          </p:nvPr>
        </p:nvSpPr>
        <p:spPr>
          <a:xfrm>
            <a:off x="1260566" y="1736726"/>
            <a:ext cx="10047514" cy="799645"/>
          </a:xfrm>
        </p:spPr>
        <p:txBody>
          <a:bodyPr wrap="square">
            <a:normAutofit/>
          </a:bodyPr>
          <a:lstStyle/>
          <a:p>
            <a:pPr>
              <a:lnSpc>
                <a:spcPct val="100000"/>
              </a:lnSpc>
            </a:pPr>
            <a:r>
              <a:rPr sz="4000" b="1">
                <a:solidFill>
                  <a:srgbClr val="353160"/>
                </a:solidFill>
                <a:latin typeface="Source Han Sans CN Regular"/>
              </a:rPr>
              <a:t>大类资产配置总结</a:t>
            </a:r>
          </a:p>
        </p:txBody>
      </p:sp>
    </p:spTree>
  </p:cSld>
  <p:clrMapOvr>
    <a:masterClrMapping/>
  </p:clrMapOvr>
</p:sld>
</file>

<file path=ppt/slides/slide1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7" name="灯片编号占位符 5">
            <a:extLst>
              <a:ext uri="{FF2B5EF4-FFF2-40B4-BE49-F238E27FC236}">
                <a16:creationId xmlns:a16="http://schemas.microsoft.com/office/drawing/2014/main" id="{F019B1E9-D18F-48D2-89B1-32618D98F5F2}"/>
              </a:ext>
            </a:extLst>
          </p:cNvPr>
          <p:cNvSpPr>
            <a:spLocks noGrp="1"/>
          </p:cNvSpPr>
          <p:nvPr>
            <p:ph type="sldNum" sz="quarter" idx="12"/>
          </p:nvPr>
        </p:nvSpPr>
        <p:spPr/>
        <p:txBody>
          <a:bodyPr wrap="square">
            <a:normAutofit/>
          </a:bodyPr>
          <a:lstStyle>
            <a:lvl1pPr>
              <a:defRPr sz="1000" b="0" i="0">
                <a:solidFill>
                  <a:schemeClr val="tx1">
                    <a:lumMod val="65000"/>
                    <a:lumOff val="35000"/>
                  </a:schemeClr>
                </a:solidFill>
                <a:latin typeface="Source Han Sans CN Regular" panose="020B0800000000000000" pitchFamily="34" charset="-128"/>
                <a:ea typeface="Source Han Sans CN Regular" panose="020B0800000000000000" pitchFamily="34" charset="-128"/>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t>80</a:t>
            </a:r>
            <a:endParaRPr kumimoji="1" lang="zh-CN" altLang="en-US" sz="900" b="0" i="0" u="none" strike="noStrike" kern="1200" cap="none" spc="0" normalizeH="0" baseline="0" noProof="0" dirty="0">
              <a:ln>
                <a:noFill/>
              </a:ln>
              <a:solidFill>
                <a:prstClr val="black">
                  <a:lumMod val="65000"/>
                  <a:lumOff val="35000"/>
                </a:prstClr>
              </a:solidFill>
              <a:effectLst/>
              <a:uLnTx/>
              <a:uFillTx/>
              <a:latin typeface="Source Han Sans CN Regular" panose="020B0800000000000000" pitchFamily="34" charset="-128"/>
              <a:ea typeface="Source Han Sans CN Regular" panose="020B0800000000000000" pitchFamily="34" charset="-128"/>
              <a:cs typeface="+mn-cs"/>
            </a:endParaRPr>
          </a:p>
        </p:txBody>
      </p:sp>
      <p:sp>
        <p:nvSpPr>
          <p:cNvPr id="4" name="内容占位符 2">
            <a:extLst>
              <a:ext uri="{FF2B5EF4-FFF2-40B4-BE49-F238E27FC236}">
                <a16:creationId xmlns:a16="http://schemas.microsoft.com/office/drawing/2014/main" id="{80ED4D90-E735-496D-8D19-5C2A91957BF6}"/>
              </a:ext>
            </a:extLst>
          </p:cNvPr>
          <p:cNvSpPr txBox="1"/>
          <p:nvPr/>
        </p:nvSpPr>
        <p:spPr>
          <a:xfrm>
            <a:off x="424070" y="1363926"/>
            <a:ext cx="10947402" cy="360000"/>
          </a:xfrm>
          <a:prstGeom prst="rect">
            <a:avLst/>
          </a:prstGeom>
        </p:spPr>
        <p:txBody>
          <a:bodyPr vert="horz" lIns="90000" tIns="45720" rIns="91440" bIns="45720" rtlCol="0" wrap="square">
            <a:normAutofit/>
          </a:bodyPr>
          <a:lstStyle>
            <a:lvl1pPr marL="0" indent="0" algn="l" defTabSz="914400" rtl="0" eaLnBrk="1" latinLnBrk="0" hangingPunct="1">
              <a:lnSpc>
                <a:spcPct val="90000"/>
              </a:lnSpc>
              <a:spcBef>
                <a:spcPts val="1000"/>
              </a:spcBef>
              <a:buFont typeface="Arial" panose="020B0704020202090204" pitchFamily="34" charset="0"/>
              <a:buNone/>
              <a:defRPr sz="1500" b="0" i="0" kern="1200">
                <a:solidFill>
                  <a:srgbClr val="353160"/>
                </a:solidFill>
                <a:latin typeface="Source Han Sans CN Medium" panose="020B0800000000000000" pitchFamily="34" charset="-128"/>
                <a:ea typeface="Source Han Sans CN Medium" panose="020B0800000000000000" pitchFamily="34" charset="-128"/>
                <a:cs typeface="+mn-cs"/>
              </a:defRPr>
            </a:lvl1pPr>
            <a:lvl2pPr marL="685800" indent="-228600" algn="l" defTabSz="914400" rtl="0" eaLnBrk="1" latinLnBrk="0" hangingPunct="1">
              <a:lnSpc>
                <a:spcPct val="90000"/>
              </a:lnSpc>
              <a:spcBef>
                <a:spcPts val="500"/>
              </a:spcBef>
              <a:buClr>
                <a:srgbClr val="B9BEE5"/>
              </a:buClr>
              <a:buFont typeface="Wingdings" panose="05000000000000000000" pitchFamily="2" charset="2"/>
              <a:buChar char="n"/>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2pPr>
            <a:lvl3pPr marL="914400" indent="0" algn="l" defTabSz="914400" rtl="0" eaLnBrk="1" latinLnBrk="0" hangingPunct="1">
              <a:lnSpc>
                <a:spcPct val="90000"/>
              </a:lnSpc>
              <a:spcBef>
                <a:spcPts val="500"/>
              </a:spcBef>
              <a:buFont typeface="Arial" panose="020B0704020202090204" pitchFamily="34" charset="0"/>
              <a:buNone/>
              <a:defRPr sz="12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3pPr>
            <a:lvl4pPr marL="16002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4pPr>
            <a:lvl5pPr marL="2057400" indent="-228600" algn="l" defTabSz="914400" rtl="0" eaLnBrk="1" latinLnBrk="0" hangingPunct="1">
              <a:lnSpc>
                <a:spcPct val="90000"/>
              </a:lnSpc>
              <a:spcBef>
                <a:spcPts val="500"/>
              </a:spcBef>
              <a:buFont typeface="Arial" panose="020B0704020202090204" pitchFamily="34" charset="0"/>
              <a:buChar char="•"/>
              <a:defRPr sz="1800" b="0" i="0" kern="1200">
                <a:solidFill>
                  <a:schemeClr val="tx1">
                    <a:lumMod val="65000"/>
                    <a:lumOff val="35000"/>
                  </a:schemeClr>
                </a:solidFill>
                <a:latin typeface="Source Han Sans CN Normal" panose="020B0800000000000000" pitchFamily="34" charset="-128"/>
                <a:ea typeface="Source Han Sans CN Normal" panose="020B0800000000000000" pitchFamily="34" charset="-128"/>
                <a:cs typeface="+mn-cs"/>
              </a:defRPr>
            </a:lvl5pPr>
            <a:lvl6pPr marL="25146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704020202090204" pitchFamily="34" charset="0"/>
              <a:buChar char="•"/>
              <a:defRPr sz="1800" kern="1200">
                <a:solidFill>
                  <a:schemeClr val="tx1"/>
                </a:solidFill>
                <a:latin typeface="+mn-lt"/>
                <a:ea typeface="+mn-ea"/>
                <a:cs typeface="+mn-cs"/>
              </a:defRPr>
            </a:lvl9pPr>
          </a:lstStyle>
          <a:p>
            <a:pPr marL="285750" lvl="0" indent="-285750">
              <a:spcAft>
                <a:spcPts val="1300"/>
              </a:spcAft>
              <a:buFont typeface="Wingdings" panose="05000000000000000000" pitchFamily="2" charset="2"/>
              <a:buChar char="n"/>
              <a:defRPr/>
            </a:pPr>
            <a:r>
              <a:rPr sz="1400" b="0">
                <a:solidFill>
                  <a:srgbClr val="353160"/>
                </a:solidFill>
                <a:latin typeface="Source Han Sans CN Medium"/>
              </a:rPr>
              <a:t>资产配置建议。</a:t>
            </a:r>
            <a:endParaRPr kumimoji="1" lang="en-US" altLang="zh-CN" sz="1600" b="0" i="0" u="none" strike="noStrike" kern="1200" cap="none" spc="0" normalizeH="0" baseline="0" noProof="0" dirty="0">
              <a:ln>
                <a:noFill/>
              </a:ln>
              <a:solidFill>
                <a:srgbClr val="353160"/>
              </a:solidFill>
              <a:effectLst/>
              <a:uLnTx/>
              <a:uFillTx/>
              <a:latin typeface="Arial" panose="020B0604020202020204" pitchFamily="34" charset="0"/>
              <a:ea typeface="Source Han Sans CN Medium" panose="020B0800000000000000" pitchFamily="34" charset="-128"/>
              <a:cs typeface="Arial" panose="020B0604020202020204" pitchFamily="34" charset="0"/>
            </a:endParaRPr>
          </a:p>
        </p:txBody>
      </p:sp>
      <p:sp>
        <p:nvSpPr>
          <p:cNvPr id="9" name="标题 8">
            <a:extLst>
              <a:ext uri="{FF2B5EF4-FFF2-40B4-BE49-F238E27FC236}">
                <a16:creationId xmlns:a16="http://schemas.microsoft.com/office/drawing/2014/main" id="{D48C0908-4A04-4061-A49C-CEC78CDAE619}"/>
              </a:ext>
            </a:extLst>
          </p:cNvPr>
          <p:cNvSpPr>
            <a:spLocks noGrp="1"/>
          </p:cNvSpPr>
          <p:nvPr>
            <p:ph type="title"/>
          </p:nvPr>
        </p:nvSpPr>
        <p:spPr/>
        <p:txBody>
          <a:bodyPr wrap="square">
            <a:normAutofit/>
          </a:bodyPr>
          <a:lstStyle/>
          <a:p>
            <a:pPr/>
            <a:r>
              <a:rPr sz="3200" b="0">
                <a:solidFill>
                  <a:srgbClr val="353160"/>
                </a:solidFill>
                <a:latin typeface="思源黑体 CN Normal"/>
              </a:rPr>
              <a:t>大类资产配置总结</a:t>
            </a:r>
          </a:p>
        </p:txBody>
      </p:sp>
      <p:sp>
        <p:nvSpPr>
          <p:cNvPr id="5" name="文本框 4">
            <a:extLst>
              <a:ext uri="{FF2B5EF4-FFF2-40B4-BE49-F238E27FC236}">
                <a16:creationId xmlns:a16="http://schemas.microsoft.com/office/drawing/2014/main" id="{9A69CE36-4A33-4456-837E-C1932154CECF}"/>
              </a:ext>
            </a:extLst>
          </p:cNvPr>
          <p:cNvSpPr txBox="1"/>
          <p:nvPr/>
        </p:nvSpPr>
        <p:spPr>
          <a:xfrm>
            <a:off x="535659" y="6280150"/>
            <a:ext cx="5203736" cy="277320"/>
          </a:xfrm>
          <a:prstGeom prst="rect">
            <a:avLst/>
          </a:prstGeom>
          <a:noFill/>
        </p:spPr>
        <p:txBody>
          <a:bodyPr wrap="square" rtlCol="0">
            <a:norm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sz="900" b="0">
                <a:latin typeface="Arial"/>
              </a:rPr>
              <a:t>资料来源：Wind，广发证券发展研究中心</a:t>
            </a:r>
            <a:endParaRPr kumimoji="1" lang="en-US" altLang="zh-CN" sz="900" b="0" i="0" u="none" strike="noStrike" kern="1200" cap="none" spc="0" normalizeH="0" baseline="0" noProof="0" dirty="0">
              <a:ln>
                <a:noFill/>
              </a:ln>
              <a:solidFill>
                <a:prstClr val="black"/>
              </a:solidFill>
              <a:effectLst/>
              <a:uLnTx/>
              <a:uFillTx/>
              <a:latin typeface="Arial" panose="020B0604020202020204" pitchFamily="34" charset="0"/>
              <a:ea typeface="Source Han Sans CN Regular" panose="020B0800000000000000" pitchFamily="34" charset="-128"/>
              <a:cs typeface="Arial" panose="020B0604020202020204" pitchFamily="34" charset="0"/>
            </a:endParaRPr>
          </a:p>
        </p:txBody>
      </p:sp>
      <p:pic>
        <p:nvPicPr>
          <p:cNvPr id="10" name="source_docx_image" descr="015_0d5aed229f36_image24.png"/>
          <p:cNvPicPr>
            <a:picLocks noChangeAspect="1"/>
          </p:cNvPicPr>
          <p:nvPr/>
        </p:nvPicPr>
        <p:blipFill>
          <a:blip r:embed="rId2"/>
          <a:stretch>
            <a:fillRect/>
          </a:stretch>
        </p:blipFill>
        <p:spPr>
          <a:xfrm>
            <a:off x="3733208" y="2285326"/>
            <a:ext cx="4725583" cy="3904824"/>
          </a:xfrm>
          <a:prstGeom prst="rect">
            <a:avLst/>
          </a:prstGeom>
        </p:spPr>
      </p:pic>
    </p:spTree>
  </p:cSld>
  <p:clrMapOvr>
    <a:masterClrMapping/>
  </p:clrMapOvr>
</p:sld>
</file>

<file path=ppt/slides/slide1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标题 1"/>
          <p:cNvSpPr>
            <a:spLocks noGrp="1"/>
          </p:cNvSpPr>
          <p:nvPr>
            <p:ph type="title"/>
          </p:nvPr>
        </p:nvSpPr>
        <p:spPr/>
        <p:txBody>
          <a:bodyPr wrap="square">
            <a:normAutofit/>
          </a:bodyPr>
          <a:lstStyle/>
          <a:p>
            <a:pPr algn="l">
              <a:buClrTx/>
              <a:buSzTx/>
              <a:buFontTx/>
            </a:pPr>
            <a:r>
              <a:rPr>
                <a:latin typeface="思源黑体 CN Medium"/>
              </a:rPr>
              <a:t>风险提示及免责声明</a:t>
            </a:r>
          </a:p>
        </p:txBody>
      </p:sp>
      <p:sp>
        <p:nvSpPr>
          <p:cNvPr id="3" name="内容占位符 2"/>
          <p:cNvSpPr>
            <a:spLocks noGrp="1"/>
          </p:cNvSpPr>
          <p:nvPr>
            <p:ph idx="4294967295"/>
          </p:nvPr>
        </p:nvSpPr>
        <p:spPr>
          <a:xfrm>
            <a:off x="685798" y="1651453"/>
            <a:ext cx="10947402" cy="4901747"/>
          </a:xfrm>
        </p:spPr>
        <p:txBody>
          <a:bodyPr>
            <a:normAutofit/>
          </a:bodyPr>
          <a:lstStyle/>
          <a:p>
            <a:pPr>
              <a:lnSpc>
                <a:spcPct val="150000"/>
              </a:lnSpc>
              <a:spcBef>
                <a:spcPts val="0"/>
              </a:spcBef>
              <a:spcAft>
                <a:spcPts val="1300"/>
              </a:spcAft>
            </a:pPr>
            <a:r>
              <a:rPr b="0">
                <a:solidFill>
                  <a:srgbClr val="666666"/>
                </a:solidFill>
                <a:latin typeface="思源黑体 CN Normal"/>
              </a:rPr>
              <a:t>风险提示</a:t>
            </a:r>
            <a:endParaRPr kumimoji="1" lang="en-US" altLang="zh-CN" dirty="0"/>
          </a:p>
          <a:p>
            <a:pPr>
              <a:lnSpc>
                <a:spcPct val="150000"/>
              </a:lnSpc>
              <a:spcBef>
                <a:spcPts val="0"/>
              </a:spcBef>
              <a:spcAft>
                <a:spcPts val="1000"/>
              </a:spcAft>
            </a:pPr>
            <a:r>
              <a:rPr sz="1000" b="0">
                <a:solidFill>
                  <a:srgbClr val="666666"/>
                </a:solidFill>
                <a:latin typeface="思源黑体 CN Normal"/>
              </a:rPr>
              <a:t>地缘政治冲突超预期，使得全球通胀上行压力超预期；海外通胀及美国经济韧性，使得全球流动性更快进入紧缩周期；国内稳增长政策力度不及预期，使得经济复苏乏力及市场风险偏好下挫等。</a:t>
            </a:r>
          </a:p>
          <a:p>
            <a:pPr>
              <a:lnSpc>
                <a:spcPct val="150000"/>
              </a:lnSpc>
              <a:spcBef>
                <a:spcPts val="0"/>
              </a:spcBef>
            </a:pPr>
            <a:endParaRPr kumimoji="1" lang="en-US" altLang="zh-CN" sz="1200" dirty="0">
              <a:solidFill>
                <a:schemeClr val="tx1">
                  <a:lumMod val="65000"/>
                  <a:lumOff val="35000"/>
                </a:schemeClr>
              </a:solidFill>
              <a:latin typeface="Source Han Sans CN Regular" panose="020B0800000000000000" pitchFamily="34" charset="-128"/>
              <a:ea typeface="Source Han Sans CN Regular" panose="020B0800000000000000" pitchFamily="34" charset="-128"/>
            </a:endParaRPr>
          </a:p>
          <a:p>
            <a:pPr>
              <a:spcAft>
                <a:spcPts val="1300"/>
              </a:spcAft>
            </a:pPr>
            <a:r>
              <a:rPr b="0">
                <a:solidFill>
                  <a:srgbClr val="666666"/>
                </a:solidFill>
                <a:latin typeface="思源黑体 CN Normal"/>
              </a:rPr>
              <a:t>免责声明</a:t>
            </a:r>
            <a:endParaRPr kumimoji="1" lang="en-US" altLang="zh-CN" dirty="0"/>
          </a:p>
          <a:p>
            <a:pPr>
              <a:lnSpc>
                <a:spcPct val="150000"/>
              </a:lnSpc>
              <a:spcBef>
                <a:spcPts val="0"/>
              </a:spcBef>
              <a:buClr>
                <a:srgbClr val="B9BEE5"/>
              </a:buClr>
            </a:pPr>
            <a:r>
              <a:rPr sz="800" b="0">
                <a:solidFill>
                  <a:srgbClr val="666666"/>
                </a:solidFill>
                <a:latin typeface="Source Han Sans CN Normal"/>
              </a:rPr>
              <a:t>广发证券股份有限公司（以下简称“广发证券”）具备证券投资咨询业务资格。本报告只发送给广发证券重点客户，不对外公开发布，只有接收客户才可以使用，且对于接收客户而言具有相关保密义务。广发证券并不因相关人员通过其他途径收到或阅读本报告而视其为广发证券的客户。本报告的内容、观点或建议并未考虑个别客户的特定状况，不应被视为对特定客户关于特定证券或金融工具的投资建议。本报告发送给某客户是基于该客户被认为有能力独立评估投资风险、独立行使投资决策并独立承担相应风险。</a:t>
            </a:r>
          </a:p>
          <a:p>
            <a:pPr>
              <a:lnSpc>
                <a:spcPct val="150000"/>
              </a:lnSpc>
              <a:spcBef>
                <a:spcPts val="0"/>
              </a:spcBef>
              <a:buClr>
                <a:srgbClr val="B9BEE5"/>
              </a:buClr>
            </a:pPr>
            <a:r>
              <a:rPr sz="800" b="0">
                <a:solidFill>
                  <a:srgbClr val="666666"/>
                </a:solidFill>
                <a:latin typeface="Source Han Sans CN Normal"/>
              </a:rPr>
              <a:t>本报告所载资料的来源及观点的出处皆被广发证券股份有限公司认为可靠，但广发证券不对其准确性或完整性做出任何保证。报告内容仅供参考，报告中的信息或所表达观点不构成所涉证券买卖的出价或询价。广发证券不对因使用本报告的内容而引致的损失承担任何责任，除非法律法规有明确规定。客户不应以本报告取代其独立判断或仅根据本报告做出决策。</a:t>
            </a:r>
          </a:p>
          <a:p>
            <a:pPr>
              <a:lnSpc>
                <a:spcPct val="150000"/>
              </a:lnSpc>
              <a:spcBef>
                <a:spcPts val="0"/>
              </a:spcBef>
              <a:buClr>
                <a:srgbClr val="B9BEE5"/>
              </a:buClr>
            </a:pPr>
            <a:r>
              <a:rPr sz="800" b="0">
                <a:solidFill>
                  <a:srgbClr val="666666"/>
                </a:solidFill>
                <a:latin typeface="Source Han Sans CN Normal"/>
              </a:rPr>
              <a:t>广发证券可发出其它与本报告所载信息不一致及有不同结论的报告。本报告反映研究人员的不同观点、见解及分析方法，并不代表广发证券或其附属机构的立场。报告所载资料、意见及推测仅反映研究人员于发出本报告当日的判断，可随时更改且不予通告。</a:t>
            </a:r>
          </a:p>
          <a:p>
            <a:pPr>
              <a:lnSpc>
                <a:spcPct val="150000"/>
              </a:lnSpc>
              <a:spcBef>
                <a:spcPts val="0"/>
              </a:spcBef>
              <a:buClr>
                <a:srgbClr val="B9BEE5"/>
              </a:buClr>
            </a:pPr>
            <a:r>
              <a:rPr sz="800" b="0">
                <a:solidFill>
                  <a:srgbClr val="666666"/>
                </a:solidFill>
                <a:latin typeface="Source Han Sans CN Normal"/>
              </a:rPr>
              <a:t>本报告旨在发送给广发证券的特定客户及其它专业人士。未经广发证券事先书面许可，任何机构或个人不得以任何形式翻版、复制、刊登、转载和引用，否则由此造成的一切不良后果及法律责任由私自翻版、复制、刊登、转载和引用者承担。</a:t>
            </a:r>
            <a:endParaRPr kumimoji="1" lang="en-US" altLang="zh-CN" sz="800" dirty="0">
              <a:solidFill>
                <a:schemeClr val="tx1">
                  <a:lumMod val="65000"/>
                  <a:lumOff val="35000"/>
                </a:schemeClr>
              </a:solidFill>
              <a:latin typeface="Source Han Sans CN Normal" panose="020B0800000000000000" pitchFamily="34" charset="-128"/>
              <a:ea typeface="Source Han Sans CN Normal" panose="020B0800000000000000" pitchFamily="34" charset="-128"/>
            </a:endParaRPr>
          </a:p>
        </p:txBody>
      </p:sp>
    </p:spTree>
  </p:cSld>
  <p:clrMapOvr>
    <a:masterClrMapping/>
  </p:clrMapOvr>
</p:sld>
</file>

<file path=ppt/slides/slide1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aphicFrame>
        <p:nvGraphicFramePr>
          <p:cNvPr id="3" name="表格 2">
            <a:extLst>
              <a:ext uri="{FF2B5EF4-FFF2-40B4-BE49-F238E27FC236}">
                <a16:creationId xmlns:a16="http://schemas.microsoft.com/office/drawing/2014/main" id="{4F58ECD3-BD17-4AF2-AA8F-7FA31288FE51}"/>
              </a:ext>
            </a:extLst>
          </p:cNvPr>
          <p:cNvGraphicFramePr>
            <a:graphicFrameLocks noGrp="1"/>
          </p:cNvGraphicFramePr>
          <p:nvPr>
            <p:extLst>
              <p:ext uri="{D42A27DB-BD31-4B8C-83A1-F6EECF244321}">
                <p14:modId xmlns:p14="http://schemas.microsoft.com/office/powerpoint/2010/main" val="370594096"/>
              </p:ext>
            </p:extLst>
          </p:nvPr>
        </p:nvGraphicFramePr>
        <p:xfrm>
          <a:off x="-863600" y="0"/>
          <a:ext cx="660400" cy="6858005"/>
        </p:xfrm>
        <a:graphic>
          <a:graphicData uri="http://schemas.openxmlformats.org/drawingml/2006/table">
            <a:tbl>
              <a:tblPr/>
              <a:tblGrid>
                <a:gridCol w="660400">
                  <a:extLst>
                    <a:ext uri="{9D8B030D-6E8A-4147-A177-3AD203B41FA5}">
                      <a16:colId xmlns:a16="http://schemas.microsoft.com/office/drawing/2014/main" val="677099791"/>
                    </a:ext>
                  </a:extLst>
                </a:gridCol>
              </a:tblGrid>
              <a:tr h="391141">
                <a:tc>
                  <a:txBody>
                    <a:bodyPr/>
                    <a:lstStyle/>
                    <a:p>
                      <a:pPr algn="ctr" fontAlgn="t">
                        <a:buNone/>
                      </a:pPr>
                      <a:r>
                        <a:rPr lang="zh-CN" sz="1000" b="0" i="0" u="none" strike="noStrike">
                          <a:solidFill>
                            <a:srgbClr val="000000"/>
                          </a:solidFill>
                          <a:effectLst/>
                          <a:latin typeface="微软雅黑" panose="020B0503020204020204" pitchFamily="34" charset="-122"/>
                          <a:ea typeface="微软雅黑" panose="020B0503020204020204" pitchFamily="34" charset="-122"/>
                        </a:rPr>
                        <a:t>　</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2E3160"/>
                    </a:solidFill>
                  </a:tcPr>
                </a:tc>
                <a:extLst>
                  <a:ext uri="{0D108BD9-81ED-4DB2-BD59-A6C34878D82A}">
                    <a16:rowId xmlns:a16="http://schemas.microsoft.com/office/drawing/2014/main" val="947137704"/>
                  </a:ext>
                </a:extLst>
              </a:tr>
              <a:tr h="404179">
                <a:tc>
                  <a:txBody>
                    <a:bodyPr/>
                    <a:lstStyle/>
                    <a:p>
                      <a:pPr algn="ctr" fontAlgn="t">
                        <a:buNone/>
                      </a:pPr>
                      <a:r>
                        <a:rPr lang="zh-CN" sz="1000" b="0" i="0" u="none" strike="noStrike">
                          <a:solidFill>
                            <a:srgbClr val="000000"/>
                          </a:solidFill>
                          <a:effectLst/>
                          <a:latin typeface="微软雅黑" panose="020B0503020204020204" pitchFamily="34" charset="-122"/>
                          <a:ea typeface="微软雅黑" panose="020B0503020204020204" pitchFamily="34" charset="-122"/>
                        </a:rPr>
                        <a:t>　</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5B5FA2"/>
                    </a:solidFill>
                  </a:tcPr>
                </a:tc>
                <a:extLst>
                  <a:ext uri="{0D108BD9-81ED-4DB2-BD59-A6C34878D82A}">
                    <a16:rowId xmlns:a16="http://schemas.microsoft.com/office/drawing/2014/main" val="1053150019"/>
                  </a:ext>
                </a:extLst>
              </a:tr>
              <a:tr h="404179">
                <a:tc>
                  <a:txBody>
                    <a:bodyPr/>
                    <a:lstStyle/>
                    <a:p>
                      <a:pPr algn="ctr" fontAlgn="t">
                        <a:buNone/>
                      </a:pPr>
                      <a:r>
                        <a:rPr lang="zh-CN" sz="1000" b="0" i="0" u="none" strike="noStrike">
                          <a:solidFill>
                            <a:srgbClr val="000000"/>
                          </a:solidFill>
                          <a:effectLst/>
                          <a:latin typeface="微软雅黑" panose="020B0503020204020204" pitchFamily="34" charset="-122"/>
                          <a:ea typeface="微软雅黑" panose="020B0503020204020204" pitchFamily="34" charset="-122"/>
                        </a:rPr>
                        <a:t>　</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7C80C8"/>
                    </a:solidFill>
                  </a:tcPr>
                </a:tc>
                <a:extLst>
                  <a:ext uri="{0D108BD9-81ED-4DB2-BD59-A6C34878D82A}">
                    <a16:rowId xmlns:a16="http://schemas.microsoft.com/office/drawing/2014/main" val="3422422158"/>
                  </a:ext>
                </a:extLst>
              </a:tr>
              <a:tr h="404179">
                <a:tc>
                  <a:txBody>
                    <a:bodyPr/>
                    <a:lstStyle/>
                    <a:p>
                      <a:pPr algn="ctr" fontAlgn="t">
                        <a:buNone/>
                      </a:pPr>
                      <a:r>
                        <a:rPr lang="zh-CN" sz="1000" b="0" i="0" u="none" strike="noStrike">
                          <a:solidFill>
                            <a:srgbClr val="000000"/>
                          </a:solidFill>
                          <a:effectLst/>
                          <a:latin typeface="微软雅黑" panose="020B0503020204020204" pitchFamily="34" charset="-122"/>
                          <a:ea typeface="微软雅黑" panose="020B0503020204020204" pitchFamily="34" charset="-122"/>
                        </a:rPr>
                        <a:t>　</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8BFE4"/>
                    </a:solidFill>
                  </a:tcPr>
                </a:tc>
                <a:extLst>
                  <a:ext uri="{0D108BD9-81ED-4DB2-BD59-A6C34878D82A}">
                    <a16:rowId xmlns:a16="http://schemas.microsoft.com/office/drawing/2014/main" val="1976827642"/>
                  </a:ext>
                </a:extLst>
              </a:tr>
              <a:tr h="404179">
                <a:tc>
                  <a:txBody>
                    <a:bodyPr/>
                    <a:lstStyle/>
                    <a:p>
                      <a:pPr algn="ctr" fontAlgn="t">
                        <a:buNone/>
                      </a:pPr>
                      <a:r>
                        <a:rPr lang="zh-CN" sz="1000" b="0" i="0" u="none" strike="noStrike">
                          <a:solidFill>
                            <a:srgbClr val="000000"/>
                          </a:solidFill>
                          <a:effectLst/>
                          <a:latin typeface="微软雅黑" panose="020B0503020204020204" pitchFamily="34" charset="-122"/>
                          <a:ea typeface="微软雅黑" panose="020B0503020204020204" pitchFamily="34" charset="-122"/>
                        </a:rPr>
                        <a:t>　</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163E64"/>
                    </a:solidFill>
                  </a:tcPr>
                </a:tc>
                <a:extLst>
                  <a:ext uri="{0D108BD9-81ED-4DB2-BD59-A6C34878D82A}">
                    <a16:rowId xmlns:a16="http://schemas.microsoft.com/office/drawing/2014/main" val="1372935515"/>
                  </a:ext>
                </a:extLst>
              </a:tr>
              <a:tr h="404179">
                <a:tc>
                  <a:txBody>
                    <a:bodyPr/>
                    <a:lstStyle/>
                    <a:p>
                      <a:pPr algn="ctr" fontAlgn="t">
                        <a:buNone/>
                      </a:pPr>
                      <a:r>
                        <a:rPr lang="zh-CN" sz="1000" b="0" i="0" u="none" strike="noStrike">
                          <a:solidFill>
                            <a:srgbClr val="000000"/>
                          </a:solidFill>
                          <a:effectLst/>
                          <a:latin typeface="微软雅黑" panose="020B0503020204020204" pitchFamily="34" charset="-122"/>
                          <a:ea typeface="微软雅黑" panose="020B0503020204020204" pitchFamily="34" charset="-122"/>
                        </a:rPr>
                        <a:t>　</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156082"/>
                    </a:solidFill>
                  </a:tcPr>
                </a:tc>
                <a:extLst>
                  <a:ext uri="{0D108BD9-81ED-4DB2-BD59-A6C34878D82A}">
                    <a16:rowId xmlns:a16="http://schemas.microsoft.com/office/drawing/2014/main" val="2366434791"/>
                  </a:ext>
                </a:extLst>
              </a:tr>
              <a:tr h="404179">
                <a:tc>
                  <a:txBody>
                    <a:bodyPr/>
                    <a:lstStyle/>
                    <a:p>
                      <a:pPr algn="ctr" fontAlgn="t">
                        <a:buNone/>
                      </a:pPr>
                      <a:r>
                        <a:rPr lang="zh-CN" sz="1000" b="0" i="0" u="none" strike="noStrike">
                          <a:solidFill>
                            <a:srgbClr val="000000"/>
                          </a:solidFill>
                          <a:effectLst/>
                          <a:latin typeface="微软雅黑" panose="020B0503020204020204" pitchFamily="34" charset="-122"/>
                          <a:ea typeface="微软雅黑" panose="020B0503020204020204" pitchFamily="34" charset="-122"/>
                        </a:rPr>
                        <a:t>　</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F9ED5"/>
                    </a:solidFill>
                  </a:tcPr>
                </a:tc>
                <a:extLst>
                  <a:ext uri="{0D108BD9-81ED-4DB2-BD59-A6C34878D82A}">
                    <a16:rowId xmlns:a16="http://schemas.microsoft.com/office/drawing/2014/main" val="1683428953"/>
                  </a:ext>
                </a:extLst>
              </a:tr>
              <a:tr h="404179">
                <a:tc>
                  <a:txBody>
                    <a:bodyPr/>
                    <a:lstStyle/>
                    <a:p>
                      <a:pPr algn="ctr" fontAlgn="t">
                        <a:buNone/>
                      </a:pPr>
                      <a:r>
                        <a:rPr lang="zh-CN" sz="1000" b="0" i="0" u="none" strike="noStrike">
                          <a:solidFill>
                            <a:srgbClr val="000000"/>
                          </a:solidFill>
                          <a:effectLst/>
                          <a:latin typeface="微软雅黑" panose="020B0503020204020204" pitchFamily="34" charset="-122"/>
                          <a:ea typeface="微软雅黑" panose="020B0503020204020204" pitchFamily="34" charset="-122"/>
                        </a:rPr>
                        <a:t>　</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AED9FF"/>
                    </a:solidFill>
                  </a:tcPr>
                </a:tc>
                <a:extLst>
                  <a:ext uri="{0D108BD9-81ED-4DB2-BD59-A6C34878D82A}">
                    <a16:rowId xmlns:a16="http://schemas.microsoft.com/office/drawing/2014/main" val="3457288696"/>
                  </a:ext>
                </a:extLst>
              </a:tr>
              <a:tr h="404179">
                <a:tc>
                  <a:txBody>
                    <a:bodyPr/>
                    <a:lstStyle/>
                    <a:p>
                      <a:pPr algn="ctr" fontAlgn="t">
                        <a:buNone/>
                      </a:pPr>
                      <a:r>
                        <a:rPr lang="zh-CN" sz="1000" b="0" i="0" u="none" strike="noStrike">
                          <a:solidFill>
                            <a:srgbClr val="000000"/>
                          </a:solidFill>
                          <a:effectLst/>
                          <a:latin typeface="微软雅黑" panose="020B0503020204020204" pitchFamily="34" charset="-122"/>
                          <a:ea typeface="微软雅黑" panose="020B0503020204020204" pitchFamily="34" charset="-122"/>
                        </a:rPr>
                        <a:t>　</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262626"/>
                    </a:solidFill>
                  </a:tcPr>
                </a:tc>
                <a:extLst>
                  <a:ext uri="{0D108BD9-81ED-4DB2-BD59-A6C34878D82A}">
                    <a16:rowId xmlns:a16="http://schemas.microsoft.com/office/drawing/2014/main" val="1650666625"/>
                  </a:ext>
                </a:extLst>
              </a:tr>
              <a:tr h="404179">
                <a:tc>
                  <a:txBody>
                    <a:bodyPr/>
                    <a:lstStyle/>
                    <a:p>
                      <a:pPr algn="ctr" fontAlgn="t">
                        <a:buNone/>
                      </a:pPr>
                      <a:r>
                        <a:rPr lang="zh-CN" sz="1000" b="0" i="0" u="none" strike="noStrike">
                          <a:solidFill>
                            <a:srgbClr val="000000"/>
                          </a:solidFill>
                          <a:effectLst/>
                          <a:latin typeface="微软雅黑" panose="020B0503020204020204" pitchFamily="34" charset="-122"/>
                          <a:ea typeface="微软雅黑" panose="020B0503020204020204" pitchFamily="34" charset="-122"/>
                        </a:rPr>
                        <a:t>　</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808080"/>
                    </a:solidFill>
                  </a:tcPr>
                </a:tc>
                <a:extLst>
                  <a:ext uri="{0D108BD9-81ED-4DB2-BD59-A6C34878D82A}">
                    <a16:rowId xmlns:a16="http://schemas.microsoft.com/office/drawing/2014/main" val="1664683671"/>
                  </a:ext>
                </a:extLst>
              </a:tr>
              <a:tr h="404179">
                <a:tc>
                  <a:txBody>
                    <a:bodyPr/>
                    <a:lstStyle/>
                    <a:p>
                      <a:pPr algn="ctr" fontAlgn="t">
                        <a:buNone/>
                      </a:pPr>
                      <a:r>
                        <a:rPr lang="zh-CN" sz="1000" b="0" i="0" u="none" strike="noStrike">
                          <a:solidFill>
                            <a:srgbClr val="000000"/>
                          </a:solidFill>
                          <a:effectLst/>
                          <a:latin typeface="微软雅黑" panose="020B0503020204020204" pitchFamily="34" charset="-122"/>
                          <a:ea typeface="微软雅黑" panose="020B0503020204020204" pitchFamily="34" charset="-122"/>
                        </a:rPr>
                        <a:t>　</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2B2B2"/>
                    </a:solidFill>
                  </a:tcPr>
                </a:tc>
                <a:extLst>
                  <a:ext uri="{0D108BD9-81ED-4DB2-BD59-A6C34878D82A}">
                    <a16:rowId xmlns:a16="http://schemas.microsoft.com/office/drawing/2014/main" val="1889290809"/>
                  </a:ext>
                </a:extLst>
              </a:tr>
              <a:tr h="404179">
                <a:tc>
                  <a:txBody>
                    <a:bodyPr/>
                    <a:lstStyle/>
                    <a:p>
                      <a:pPr algn="ctr" fontAlgn="t">
                        <a:buNone/>
                      </a:pPr>
                      <a:r>
                        <a:rPr lang="zh-CN" sz="1000" b="0" i="0" u="none" strike="noStrike">
                          <a:solidFill>
                            <a:srgbClr val="000000"/>
                          </a:solidFill>
                          <a:effectLst/>
                          <a:latin typeface="微软雅黑" panose="020B0503020204020204" pitchFamily="34" charset="-122"/>
                          <a:ea typeface="微软雅黑" panose="020B0503020204020204" pitchFamily="34" charset="-122"/>
                        </a:rPr>
                        <a:t>　</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extLst>
                  <a:ext uri="{0D108BD9-81ED-4DB2-BD59-A6C34878D82A}">
                    <a16:rowId xmlns:a16="http://schemas.microsoft.com/office/drawing/2014/main" val="510331329"/>
                  </a:ext>
                </a:extLst>
              </a:tr>
              <a:tr h="404179">
                <a:tc>
                  <a:txBody>
                    <a:bodyPr/>
                    <a:lstStyle/>
                    <a:p>
                      <a:pPr algn="ctr" fontAlgn="t">
                        <a:buNone/>
                      </a:pPr>
                      <a:r>
                        <a:rPr lang="zh-CN" sz="1000" b="0" i="0" u="none" strike="noStrike">
                          <a:solidFill>
                            <a:srgbClr val="000000"/>
                          </a:solidFill>
                          <a:effectLst/>
                          <a:latin typeface="微软雅黑" panose="020B0503020204020204" pitchFamily="34" charset="-122"/>
                          <a:ea typeface="微软雅黑" panose="020B0503020204020204" pitchFamily="34" charset="-122"/>
                        </a:rPr>
                        <a:t>　</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A44D55"/>
                    </a:solidFill>
                  </a:tcPr>
                </a:tc>
                <a:extLst>
                  <a:ext uri="{0D108BD9-81ED-4DB2-BD59-A6C34878D82A}">
                    <a16:rowId xmlns:a16="http://schemas.microsoft.com/office/drawing/2014/main" val="639144555"/>
                  </a:ext>
                </a:extLst>
              </a:tr>
              <a:tr h="404179">
                <a:tc>
                  <a:txBody>
                    <a:bodyPr/>
                    <a:lstStyle/>
                    <a:p>
                      <a:pPr algn="ctr" fontAlgn="t">
                        <a:buNone/>
                      </a:pPr>
                      <a:r>
                        <a:rPr lang="zh-CN" sz="1000" b="0" i="0" u="none" strike="noStrike">
                          <a:solidFill>
                            <a:srgbClr val="000000"/>
                          </a:solidFill>
                          <a:effectLst/>
                          <a:latin typeface="微软雅黑" panose="020B0503020204020204" pitchFamily="34" charset="-122"/>
                          <a:ea typeface="微软雅黑" panose="020B0503020204020204" pitchFamily="34" charset="-122"/>
                        </a:rPr>
                        <a:t>　</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626655"/>
                    </a:solidFill>
                  </a:tcPr>
                </a:tc>
                <a:extLst>
                  <a:ext uri="{0D108BD9-81ED-4DB2-BD59-A6C34878D82A}">
                    <a16:rowId xmlns:a16="http://schemas.microsoft.com/office/drawing/2014/main" val="710355653"/>
                  </a:ext>
                </a:extLst>
              </a:tr>
              <a:tr h="404179">
                <a:tc>
                  <a:txBody>
                    <a:bodyPr/>
                    <a:lstStyle/>
                    <a:p>
                      <a:pPr algn="ctr" fontAlgn="t">
                        <a:buNone/>
                      </a:pPr>
                      <a:r>
                        <a:rPr lang="zh-CN" sz="1000" b="0" i="0" u="none" strike="noStrike">
                          <a:solidFill>
                            <a:srgbClr val="000000"/>
                          </a:solidFill>
                          <a:effectLst/>
                          <a:latin typeface="微软雅黑" panose="020B0503020204020204" pitchFamily="34" charset="-122"/>
                          <a:ea typeface="微软雅黑" panose="020B0503020204020204" pitchFamily="34" charset="-122"/>
                        </a:rPr>
                        <a:t>　</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887266"/>
                    </a:solidFill>
                  </a:tcPr>
                </a:tc>
                <a:extLst>
                  <a:ext uri="{0D108BD9-81ED-4DB2-BD59-A6C34878D82A}">
                    <a16:rowId xmlns:a16="http://schemas.microsoft.com/office/drawing/2014/main" val="2695153107"/>
                  </a:ext>
                </a:extLst>
              </a:tr>
              <a:tr h="404179">
                <a:tc>
                  <a:txBody>
                    <a:bodyPr/>
                    <a:lstStyle/>
                    <a:p>
                      <a:pPr algn="ctr" fontAlgn="t">
                        <a:buNone/>
                      </a:pPr>
                      <a:r>
                        <a:rPr lang="zh-CN" sz="1000" b="0" i="0" u="none" strike="noStrike">
                          <a:solidFill>
                            <a:srgbClr val="000000"/>
                          </a:solidFill>
                          <a:effectLst/>
                          <a:latin typeface="微软雅黑" panose="020B0503020204020204" pitchFamily="34" charset="-122"/>
                          <a:ea typeface="微软雅黑" panose="020B0503020204020204" pitchFamily="34" charset="-122"/>
                        </a:rPr>
                        <a:t>　</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39B64"/>
                    </a:solidFill>
                  </a:tcPr>
                </a:tc>
                <a:extLst>
                  <a:ext uri="{0D108BD9-81ED-4DB2-BD59-A6C34878D82A}">
                    <a16:rowId xmlns:a16="http://schemas.microsoft.com/office/drawing/2014/main" val="3126690441"/>
                  </a:ext>
                </a:extLst>
              </a:tr>
              <a:tr h="404179">
                <a:tc>
                  <a:txBody>
                    <a:bodyPr/>
                    <a:lstStyle/>
                    <a:p>
                      <a:pPr algn="ctr" fontAlgn="t">
                        <a:buNone/>
                      </a:pPr>
                      <a:r>
                        <a:rPr lang="zh-CN" sz="1000" b="0" i="0" u="none" strike="noStrike">
                          <a:solidFill>
                            <a:srgbClr val="000000"/>
                          </a:solidFill>
                          <a:effectLst/>
                          <a:latin typeface="微软雅黑" panose="020B0503020204020204" pitchFamily="34" charset="-122"/>
                          <a:ea typeface="微软雅黑" panose="020B0503020204020204" pitchFamily="34" charset="-122"/>
                        </a:rPr>
                        <a:t>　</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EDE1C7"/>
                    </a:solidFill>
                  </a:tcPr>
                </a:tc>
                <a:extLst>
                  <a:ext uri="{0D108BD9-81ED-4DB2-BD59-A6C34878D82A}">
                    <a16:rowId xmlns:a16="http://schemas.microsoft.com/office/drawing/2014/main" val="1476419492"/>
                  </a:ext>
                </a:extLst>
              </a:tr>
            </a:tbl>
          </a:graphicData>
        </a:graphic>
      </p:graphicFrame>
    </p:spTree>
  </p:cSld>
  <p:clrMapOvr>
    <a:masterClrMapping/>
  </p:clrMapOvr>
</p:sld>
</file>

<file path=ppt/theme/theme1.xml><?xml version="1.0" encoding="utf-8"?>
<a:theme xmlns:a="http://schemas.openxmlformats.org/drawingml/2006/main" name="Office 主题​​">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txDef>
      <a:spPr>
        <a:noFill/>
      </a:spPr>
      <a:bodyPr wrap="square" rtlCol="0">
        <a:spAutoFit/>
      </a:bodyPr>
      <a:lstStyle>
        <a:defPPr algn="l">
          <a:defRPr smtClean="0">
            <a:latin typeface="思源黑体 CN Regular" panose="020B0500000000000000" pitchFamily="34" charset="-122"/>
            <a:ea typeface="思源黑体 CN Regular" panose="020B0500000000000000" pitchFamily="34" charset="-122"/>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8.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9.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0.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2.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3.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4.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5.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6.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7.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8.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9.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0.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2.xml><?xml version="1.0" encoding="utf-8"?>
<a:themeOverride xmlns:a="http://schemas.openxmlformats.org/drawingml/2006/main">
  <a:clrScheme name="广发证券图表配色">
    <a:dk1>
      <a:sysClr val="windowText" lastClr="000000"/>
    </a:dk1>
    <a:lt1>
      <a:sysClr val="window" lastClr="FFFFFF"/>
    </a:lt1>
    <a:dk2>
      <a:srgbClr val="2E3160"/>
    </a:dk2>
    <a:lt2>
      <a:srgbClr val="FFFFFF"/>
    </a:lt2>
    <a:accent1>
      <a:srgbClr val="7C80C8"/>
    </a:accent1>
    <a:accent2>
      <a:srgbClr val="B8BEE4"/>
    </a:accent2>
    <a:accent3>
      <a:srgbClr val="D9D9D9"/>
    </a:accent3>
    <a:accent4>
      <a:srgbClr val="B2B2B2"/>
    </a:accent4>
    <a:accent5>
      <a:srgbClr val="808080"/>
    </a:accent5>
    <a:accent6>
      <a:srgbClr val="5B5FA2"/>
    </a:accent6>
    <a:hlink>
      <a:srgbClr val="2E3160"/>
    </a:hlink>
    <a:folHlink>
      <a:srgbClr val="7C80C8"/>
    </a:folHlink>
  </a:clrScheme>
  <a:fontScheme name="广发研报-2026">
    <a:majorFont>
      <a:latin typeface="Arial"/>
      <a:ea typeface="思源黑体 CN Medium"/>
      <a:cs typeface=""/>
    </a:majorFont>
    <a:minorFont>
      <a:latin typeface="Arial"/>
      <a:ea typeface="思源黑体 CN Light"/>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3.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4.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5.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8.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2.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3.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4.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5.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6.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7.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8.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9.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0.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docProps/app.xml><?xml version="1.0" encoding="utf-8"?>
<Properties xmlns="http://schemas.openxmlformats.org/officeDocument/2006/extended-properties" xmlns:vt="http://schemas.openxmlformats.org/officeDocument/2006/docPropsVTypes">
  <TotalTime>2597</TotalTime>
  <Words>3564</Words>
  <Application>Microsoft Office PowerPoint</Application>
  <PresentationFormat>宽屏</PresentationFormat>
  <Paragraphs>348</Paragraphs>
  <Slides>27</Slides>
  <Notes>0</Notes>
  <HiddenSlides>0</HiddenSlides>
  <MMClips>0</MMClips>
  <ScaleCrop>false</ScaleCrop>
  <HeadingPairs>
    <vt:vector size="6" baseType="variant">
      <vt:variant>
        <vt:lpstr>已用的字体</vt:lpstr>
      </vt:variant>
      <vt:variant>
        <vt:i4>13</vt:i4>
      </vt:variant>
      <vt:variant>
        <vt:lpstr>主题</vt:lpstr>
      </vt:variant>
      <vt:variant>
        <vt:i4>1</vt:i4>
      </vt:variant>
      <vt:variant>
        <vt:lpstr>幻灯片标题</vt:lpstr>
      </vt:variant>
      <vt:variant>
        <vt:i4>27</vt:i4>
      </vt:variant>
    </vt:vector>
  </HeadingPairs>
  <TitlesOfParts>
    <vt:vector size="41" baseType="lpstr">
      <vt:lpstr>等线</vt:lpstr>
      <vt:lpstr>思源黑体 CN Bold</vt:lpstr>
      <vt:lpstr>Source Han Sans CN Light</vt:lpstr>
      <vt:lpstr>思源黑体 CN Medium</vt:lpstr>
      <vt:lpstr>思源黑体 CN Medium</vt:lpstr>
      <vt:lpstr>Source Han Sans CN Normal</vt:lpstr>
      <vt:lpstr>Source Han Sans CN Normal</vt:lpstr>
      <vt:lpstr>思源黑体 CN Regular</vt:lpstr>
      <vt:lpstr>思源黑体 CN Regular</vt:lpstr>
      <vt:lpstr>微软雅黑</vt:lpstr>
      <vt:lpstr>Arial</vt:lpstr>
      <vt:lpstr>Calibri</vt:lpstr>
      <vt:lpstr>Wingdings</vt:lpstr>
      <vt:lpstr>Office 主题​​</vt:lpstr>
      <vt:lpstr>PowerPoint 演示文稿</vt:lpstr>
      <vt:lpstr>核心结论</vt:lpstr>
      <vt:lpstr>FOMC会议受瞩目的数据背景 ——5月美国非农与CPI回顾</vt:lpstr>
      <vt:lpstr>非农超预期，就业尚未全面升温</vt:lpstr>
      <vt:lpstr>CPI绝对数值高涨，内部结构相对温和</vt:lpstr>
      <vt:lpstr>CPI的隐忧</vt:lpstr>
      <vt:lpstr>6月17日美联储FOMC： “没加息，但更鹰了”</vt:lpstr>
      <vt:lpstr>利率决议——按兵不动</vt:lpstr>
      <vt:lpstr>利率决议——按兵不动</vt:lpstr>
      <vt:lpstr>FOMC后记者会——Warsh新政</vt:lpstr>
      <vt:lpstr>FOMC后记者会——Warsh新政</vt:lpstr>
      <vt:lpstr>FOMC后记者会——Warsh新政</vt:lpstr>
      <vt:lpstr>更鹰的信号</vt:lpstr>
      <vt:lpstr>世界其他央行加息步伐， 或带来全球流动性收紧</vt:lpstr>
      <vt:lpstr>日本：“加息了，但没能救日元”</vt:lpstr>
      <vt:lpstr>日本：“加息了，但没能救日元”</vt:lpstr>
      <vt:lpstr>日本：“加息了，但没能救日元”</vt:lpstr>
      <vt:lpstr>日本：“加息了，但没能救日元”</vt:lpstr>
      <vt:lpstr>欧元区：“G7加息的第一枪”</vt:lpstr>
      <vt:lpstr>欧元区：“G7加息的第一枪”</vt:lpstr>
      <vt:lpstr>全球流动性风向：央行再紧缩信号升温</vt:lpstr>
      <vt:lpstr>全球流动性风向：央行再紧缩信号升温</vt:lpstr>
      <vt:lpstr>流动性拐点之际，如何定价大类资产</vt:lpstr>
      <vt:lpstr>资产边际价格变化</vt:lpstr>
      <vt:lpstr>权益市场可能切换为震荡上行市</vt:lpstr>
      <vt:lpstr>风险提示及免责声明</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21</dc:creator>
  <cp:lastModifiedBy>Athena ZHOU</cp:lastModifiedBy>
  <cp:revision>146</cp:revision>
  <dcterms:created xsi:type="dcterms:W3CDTF">2026-05-22T10:19:24Z</dcterms:created>
  <dcterms:modified xsi:type="dcterms:W3CDTF">2026-06-21T10:01:37Z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ICV">
    <vt:lpwstr>DB8C84B86316726B0EE9066AADD3C62A_43</vt:lpwstr>
  </property>
  <property fmtid="{D5CDD505-2E9C-101B-9397-08002B2CF9AE}" pid="3" name="KSOProductBuildVer">
    <vt:lpwstr>2052-7.2.2.8955</vt:lpwstr>
  </property>
</Properties>
</file>